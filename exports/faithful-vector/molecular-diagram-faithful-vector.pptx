              <a:pt x="1787" y="6774"/>
                </a:lnTo>
                <a:lnTo>
                  <a:pt x="2137" y="6000"/>
                </a:lnTo>
                <a:lnTo>
                  <a:pt x="4526" y="4214"/>
                </a:lnTo>
                <a:lnTo>
                  <a:pt x="6479" y="2824"/>
                </a:lnTo>
                <a:lnTo>
                  <a:pt x="8141" y="1777"/>
                </a:lnTo>
                <a:lnTo>
                  <a:pt x="9670" y="1028"/>
                </a:lnTo>
                <a:lnTo>
                  <a:pt x="11208" y="527"/>
                </a:lnTo>
                <a:lnTo>
                  <a:pt x="12916" y="222"/>
                </a:lnTo>
                <a:lnTo>
                  <a:pt x="14942" y="66"/>
                </a:lnTo>
                <a:lnTo>
                  <a:pt x="17437" y="8"/>
                </a:lnTo>
                <a:lnTo>
                  <a:pt x="20555" y="0"/>
                </a:lnTo>
                <a:close/>
              </a:path>
            </a:pathLst>
          </a:custGeom>
          <a:solidFill>
            <a:srgbClr val="FA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6" name="contour_05404"/>
          <p:cNvSpPr/>
          <p:nvPr/>
        </p:nvSpPr>
        <p:spPr>
          <a:xfrm>
            <a:off x="4850789" y="5247011"/>
            <a:ext cx="100844" cy="65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82" y="0"/>
                </a:moveTo>
                <a:lnTo>
                  <a:pt x="3241" y="177"/>
                </a:lnTo>
                <a:lnTo>
                  <a:pt x="4624" y="709"/>
                </a:lnTo>
                <a:lnTo>
                  <a:pt x="5142" y="907"/>
                </a:lnTo>
                <a:lnTo>
                  <a:pt x="6709" y="1511"/>
                </a:lnTo>
                <a:lnTo>
                  <a:pt x="7504" y="1838"/>
                </a:lnTo>
                <a:lnTo>
                  <a:pt x="8302" y="2165"/>
                </a:lnTo>
                <a:lnTo>
                  <a:pt x="9112" y="2500"/>
                </a:lnTo>
                <a:lnTo>
                  <a:pt x="9536" y="2645"/>
                </a:lnTo>
                <a:lnTo>
                  <a:pt x="10286" y="2901"/>
                </a:lnTo>
                <a:lnTo>
                  <a:pt x="12001" y="3488"/>
                </a:lnTo>
                <a:lnTo>
                  <a:pt x="12982" y="3851"/>
                </a:lnTo>
                <a:lnTo>
                  <a:pt x="13967" y="4219"/>
                </a:lnTo>
                <a:lnTo>
                  <a:pt x="14966" y="4589"/>
                </a:lnTo>
                <a:lnTo>
                  <a:pt x="15893" y="4928"/>
                </a:lnTo>
                <a:lnTo>
                  <a:pt x="16826" y="5269"/>
                </a:lnTo>
                <a:lnTo>
                  <a:pt x="17771" y="5615"/>
                </a:lnTo>
                <a:lnTo>
                  <a:pt x="18887" y="6456"/>
                </a:lnTo>
                <a:lnTo>
                  <a:pt x="19619" y="7155"/>
                </a:lnTo>
                <a:lnTo>
                  <a:pt x="20131" y="7979"/>
                </a:lnTo>
                <a:lnTo>
                  <a:pt x="20584" y="9180"/>
                </a:lnTo>
                <a:lnTo>
                  <a:pt x="21136" y="11023"/>
                </a:lnTo>
                <a:lnTo>
                  <a:pt x="21205" y="11525"/>
                </a:lnTo>
                <a:lnTo>
                  <a:pt x="21325" y="12410"/>
                </a:lnTo>
                <a:lnTo>
                  <a:pt x="21600" y="14437"/>
                </a:lnTo>
                <a:lnTo>
                  <a:pt x="20521" y="14495"/>
                </a:lnTo>
                <a:lnTo>
                  <a:pt x="19468" y="14540"/>
                </a:lnTo>
                <a:lnTo>
                  <a:pt x="18434" y="14559"/>
                </a:lnTo>
                <a:lnTo>
                  <a:pt x="17416" y="14545"/>
                </a:lnTo>
                <a:lnTo>
                  <a:pt x="16410" y="14488"/>
                </a:lnTo>
                <a:lnTo>
                  <a:pt x="15411" y="14375"/>
                </a:lnTo>
                <a:lnTo>
                  <a:pt x="14415" y="14199"/>
                </a:lnTo>
                <a:lnTo>
                  <a:pt x="13419" y="13948"/>
                </a:lnTo>
                <a:lnTo>
                  <a:pt x="12416" y="13611"/>
                </a:lnTo>
                <a:lnTo>
                  <a:pt x="11405" y="13182"/>
                </a:lnTo>
                <a:lnTo>
                  <a:pt x="10379" y="12647"/>
                </a:lnTo>
                <a:lnTo>
                  <a:pt x="9446" y="12449"/>
                </a:lnTo>
                <a:lnTo>
                  <a:pt x="8505" y="12250"/>
                </a:lnTo>
                <a:lnTo>
                  <a:pt x="7551" y="12050"/>
                </a:lnTo>
                <a:lnTo>
                  <a:pt x="6920" y="13299"/>
                </a:lnTo>
                <a:lnTo>
                  <a:pt x="6374" y="14581"/>
                </a:lnTo>
                <a:lnTo>
                  <a:pt x="5898" y="15899"/>
                </a:lnTo>
                <a:lnTo>
                  <a:pt x="5478" y="17257"/>
                </a:lnTo>
                <a:lnTo>
                  <a:pt x="5101" y="18659"/>
                </a:lnTo>
                <a:lnTo>
                  <a:pt x="4756" y="20105"/>
                </a:lnTo>
                <a:lnTo>
                  <a:pt x="4429" y="21600"/>
                </a:lnTo>
                <a:lnTo>
                  <a:pt x="4017" y="20261"/>
                </a:lnTo>
                <a:lnTo>
                  <a:pt x="3606" y="18921"/>
                </a:lnTo>
                <a:lnTo>
                  <a:pt x="3199" y="17579"/>
                </a:lnTo>
                <a:lnTo>
                  <a:pt x="2794" y="16235"/>
                </a:lnTo>
                <a:lnTo>
                  <a:pt x="2390" y="14889"/>
                </a:lnTo>
                <a:lnTo>
                  <a:pt x="1989" y="13542"/>
                </a:lnTo>
                <a:lnTo>
                  <a:pt x="1634" y="12403"/>
                </a:lnTo>
                <a:lnTo>
                  <a:pt x="1272" y="11248"/>
                </a:lnTo>
                <a:lnTo>
                  <a:pt x="809" y="9634"/>
                </a:lnTo>
                <a:lnTo>
                  <a:pt x="426" y="8141"/>
                </a:lnTo>
                <a:lnTo>
                  <a:pt x="150" y="6697"/>
                </a:lnTo>
                <a:lnTo>
                  <a:pt x="0" y="5229"/>
                </a:lnTo>
                <a:lnTo>
                  <a:pt x="3" y="3662"/>
                </a:lnTo>
                <a:lnTo>
                  <a:pt x="178" y="1922"/>
                </a:lnTo>
                <a:lnTo>
                  <a:pt x="1027" y="645"/>
                </a:lnTo>
                <a:lnTo>
                  <a:pt x="1703" y="146"/>
                </a:lnTo>
                <a:lnTo>
                  <a:pt x="2782" y="0"/>
                </a:lnTo>
                <a:close/>
              </a:path>
            </a:pathLst>
          </a:custGeom>
          <a:solidFill>
            <a:srgbClr val="21211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7" name="contour_05405"/>
          <p:cNvSpPr/>
          <p:nvPr/>
        </p:nvSpPr>
        <p:spPr>
          <a:xfrm>
            <a:off x="662577" y="5248797"/>
            <a:ext cx="62028" cy="71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82" y="251"/>
                </a:moveTo>
                <a:lnTo>
                  <a:pt x="20080" y="1005"/>
                </a:lnTo>
                <a:lnTo>
                  <a:pt x="21600" y="1767"/>
                </a:lnTo>
                <a:lnTo>
                  <a:pt x="21298" y="3239"/>
                </a:lnTo>
                <a:lnTo>
                  <a:pt x="20978" y="4709"/>
                </a:lnTo>
                <a:lnTo>
                  <a:pt x="20643" y="6175"/>
                </a:lnTo>
                <a:lnTo>
                  <a:pt x="20379" y="7404"/>
                </a:lnTo>
                <a:lnTo>
                  <a:pt x="20113" y="8654"/>
                </a:lnTo>
                <a:lnTo>
                  <a:pt x="19590" y="9610"/>
                </a:lnTo>
                <a:lnTo>
                  <a:pt x="19062" y="10582"/>
                </a:lnTo>
                <a:lnTo>
                  <a:pt x="17385" y="10582"/>
                </a:lnTo>
                <a:lnTo>
                  <a:pt x="15697" y="10582"/>
                </a:lnTo>
                <a:lnTo>
                  <a:pt x="13986" y="10582"/>
                </a:lnTo>
                <a:lnTo>
                  <a:pt x="13367" y="12023"/>
                </a:lnTo>
                <a:lnTo>
                  <a:pt x="12997" y="13079"/>
                </a:lnTo>
                <a:lnTo>
                  <a:pt x="12722" y="14262"/>
                </a:lnTo>
                <a:lnTo>
                  <a:pt x="12395" y="16091"/>
                </a:lnTo>
                <a:lnTo>
                  <a:pt x="12113" y="17629"/>
                </a:lnTo>
                <a:lnTo>
                  <a:pt x="11822" y="19191"/>
                </a:lnTo>
                <a:lnTo>
                  <a:pt x="11636" y="20386"/>
                </a:lnTo>
                <a:lnTo>
                  <a:pt x="11448" y="21600"/>
                </a:lnTo>
                <a:lnTo>
                  <a:pt x="9573" y="21558"/>
                </a:lnTo>
                <a:lnTo>
                  <a:pt x="7814" y="21437"/>
                </a:lnTo>
                <a:lnTo>
                  <a:pt x="6139" y="21199"/>
                </a:lnTo>
                <a:lnTo>
                  <a:pt x="4515" y="20804"/>
                </a:lnTo>
                <a:lnTo>
                  <a:pt x="2911" y="20218"/>
                </a:lnTo>
                <a:lnTo>
                  <a:pt x="1297" y="19396"/>
                </a:lnTo>
                <a:lnTo>
                  <a:pt x="759" y="17871"/>
                </a:lnTo>
                <a:lnTo>
                  <a:pt x="368" y="16391"/>
                </a:lnTo>
                <a:lnTo>
                  <a:pt x="117" y="14941"/>
                </a:lnTo>
                <a:lnTo>
                  <a:pt x="0" y="13508"/>
                </a:lnTo>
                <a:lnTo>
                  <a:pt x="15" y="12083"/>
                </a:lnTo>
                <a:lnTo>
                  <a:pt x="155" y="10648"/>
                </a:lnTo>
                <a:lnTo>
                  <a:pt x="419" y="9194"/>
                </a:lnTo>
                <a:lnTo>
                  <a:pt x="799" y="7708"/>
                </a:lnTo>
                <a:lnTo>
                  <a:pt x="1297" y="6175"/>
                </a:lnTo>
                <a:lnTo>
                  <a:pt x="2652" y="4974"/>
                </a:lnTo>
                <a:lnTo>
                  <a:pt x="4023" y="3887"/>
                </a:lnTo>
                <a:lnTo>
                  <a:pt x="5421" y="2922"/>
                </a:lnTo>
                <a:lnTo>
                  <a:pt x="6852" y="2085"/>
                </a:lnTo>
                <a:lnTo>
                  <a:pt x="8327" y="1379"/>
                </a:lnTo>
                <a:lnTo>
                  <a:pt x="9855" y="813"/>
                </a:lnTo>
                <a:lnTo>
                  <a:pt x="11443" y="390"/>
                </a:lnTo>
                <a:lnTo>
                  <a:pt x="13101" y="117"/>
                </a:lnTo>
                <a:lnTo>
                  <a:pt x="14837" y="0"/>
                </a:lnTo>
                <a:lnTo>
                  <a:pt x="16661" y="42"/>
                </a:lnTo>
                <a:lnTo>
                  <a:pt x="18582" y="251"/>
                </a:lnTo>
                <a:close/>
              </a:path>
            </a:pathLst>
          </a:custGeom>
          <a:solidFill>
            <a:srgbClr val="19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8" name="contour_05406"/>
          <p:cNvSpPr/>
          <p:nvPr/>
        </p:nvSpPr>
        <p:spPr>
          <a:xfrm>
            <a:off x="4368594" y="5254219"/>
            <a:ext cx="116608" cy="52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173"/>
                </a:moveTo>
                <a:lnTo>
                  <a:pt x="16089" y="1592"/>
                </a:lnTo>
                <a:lnTo>
                  <a:pt x="15976" y="3019"/>
                </a:lnTo>
                <a:lnTo>
                  <a:pt x="15862" y="4468"/>
                </a:lnTo>
                <a:lnTo>
                  <a:pt x="15912" y="5151"/>
                </a:lnTo>
                <a:lnTo>
                  <a:pt x="15999" y="6361"/>
                </a:lnTo>
                <a:lnTo>
                  <a:pt x="16200" y="9132"/>
                </a:lnTo>
                <a:lnTo>
                  <a:pt x="17072" y="9947"/>
                </a:lnTo>
                <a:lnTo>
                  <a:pt x="17951" y="10592"/>
                </a:lnTo>
                <a:lnTo>
                  <a:pt x="18841" y="11103"/>
                </a:lnTo>
                <a:lnTo>
                  <a:pt x="19744" y="11506"/>
                </a:lnTo>
                <a:lnTo>
                  <a:pt x="20662" y="11835"/>
                </a:lnTo>
                <a:lnTo>
                  <a:pt x="21600" y="12118"/>
                </a:lnTo>
                <a:lnTo>
                  <a:pt x="21389" y="13997"/>
                </a:lnTo>
                <a:lnTo>
                  <a:pt x="21179" y="15245"/>
                </a:lnTo>
                <a:lnTo>
                  <a:pt x="20841" y="16422"/>
                </a:lnTo>
                <a:lnTo>
                  <a:pt x="20250" y="18091"/>
                </a:lnTo>
                <a:lnTo>
                  <a:pt x="19004" y="17353"/>
                </a:lnTo>
                <a:lnTo>
                  <a:pt x="18180" y="16843"/>
                </a:lnTo>
                <a:lnTo>
                  <a:pt x="17592" y="16431"/>
                </a:lnTo>
                <a:lnTo>
                  <a:pt x="17053" y="15989"/>
                </a:lnTo>
                <a:lnTo>
                  <a:pt x="16380" y="15385"/>
                </a:lnTo>
                <a:lnTo>
                  <a:pt x="15467" y="15269"/>
                </a:lnTo>
                <a:lnTo>
                  <a:pt x="14810" y="15499"/>
                </a:lnTo>
                <a:lnTo>
                  <a:pt x="14093" y="16320"/>
                </a:lnTo>
                <a:lnTo>
                  <a:pt x="12999" y="17975"/>
                </a:lnTo>
                <a:lnTo>
                  <a:pt x="12100" y="19142"/>
                </a:lnTo>
                <a:lnTo>
                  <a:pt x="11252" y="20041"/>
                </a:lnTo>
                <a:lnTo>
                  <a:pt x="10437" y="20701"/>
                </a:lnTo>
                <a:lnTo>
                  <a:pt x="9635" y="21155"/>
                </a:lnTo>
                <a:lnTo>
                  <a:pt x="8826" y="21436"/>
                </a:lnTo>
                <a:lnTo>
                  <a:pt x="7992" y="21573"/>
                </a:lnTo>
                <a:lnTo>
                  <a:pt x="7113" y="21600"/>
                </a:lnTo>
                <a:lnTo>
                  <a:pt x="6171" y="21549"/>
                </a:lnTo>
                <a:lnTo>
                  <a:pt x="5146" y="21451"/>
                </a:lnTo>
                <a:lnTo>
                  <a:pt x="4400" y="21409"/>
                </a:lnTo>
                <a:lnTo>
                  <a:pt x="3641" y="21370"/>
                </a:lnTo>
                <a:lnTo>
                  <a:pt x="2731" y="21310"/>
                </a:lnTo>
                <a:lnTo>
                  <a:pt x="1820" y="21239"/>
                </a:lnTo>
                <a:lnTo>
                  <a:pt x="910" y="21161"/>
                </a:lnTo>
                <a:lnTo>
                  <a:pt x="0" y="21077"/>
                </a:lnTo>
                <a:lnTo>
                  <a:pt x="760" y="19883"/>
                </a:lnTo>
                <a:lnTo>
                  <a:pt x="1496" y="18766"/>
                </a:lnTo>
                <a:lnTo>
                  <a:pt x="2217" y="17730"/>
                </a:lnTo>
                <a:lnTo>
                  <a:pt x="2938" y="16789"/>
                </a:lnTo>
                <a:lnTo>
                  <a:pt x="3673" y="15950"/>
                </a:lnTo>
                <a:lnTo>
                  <a:pt x="4433" y="15221"/>
                </a:lnTo>
                <a:lnTo>
                  <a:pt x="5234" y="14615"/>
                </a:lnTo>
                <a:lnTo>
                  <a:pt x="6086" y="14137"/>
                </a:lnTo>
                <a:lnTo>
                  <a:pt x="7004" y="13797"/>
                </a:lnTo>
                <a:lnTo>
                  <a:pt x="7812" y="13244"/>
                </a:lnTo>
                <a:lnTo>
                  <a:pt x="8625" y="12683"/>
                </a:lnTo>
                <a:lnTo>
                  <a:pt x="9450" y="12118"/>
                </a:lnTo>
                <a:lnTo>
                  <a:pt x="9531" y="9897"/>
                </a:lnTo>
                <a:lnTo>
                  <a:pt x="9572" y="8320"/>
                </a:lnTo>
                <a:lnTo>
                  <a:pt x="9572" y="6958"/>
                </a:lnTo>
                <a:lnTo>
                  <a:pt x="9531" y="5381"/>
                </a:lnTo>
                <a:lnTo>
                  <a:pt x="9450" y="3160"/>
                </a:lnTo>
                <a:lnTo>
                  <a:pt x="10215" y="1935"/>
                </a:lnTo>
                <a:lnTo>
                  <a:pt x="10998" y="1060"/>
                </a:lnTo>
                <a:lnTo>
                  <a:pt x="11802" y="484"/>
                </a:lnTo>
                <a:lnTo>
                  <a:pt x="12628" y="152"/>
                </a:lnTo>
                <a:lnTo>
                  <a:pt x="13477" y="9"/>
                </a:lnTo>
                <a:lnTo>
                  <a:pt x="14355" y="0"/>
                </a:lnTo>
                <a:lnTo>
                  <a:pt x="15262" y="72"/>
                </a:lnTo>
                <a:lnTo>
                  <a:pt x="16200" y="173"/>
                </a:lnTo>
                <a:close/>
              </a:path>
            </a:pathLst>
          </a:custGeom>
          <a:solidFill>
            <a:srgbClr val="806B41"/>
          </a:solidFill>
          <a:ln>
            <a:noFill/>
          </a:ln>
        </p:spPr>
        <p:txBody>
          <a:bodyPr/>
          <a:lstStyle/>
          <a:p/>
        </p:txBody>
      </p:sp>
      <p:sp>
        <p:nvSpPr>
          <p:cNvPr id="5409" name="contour_05407"/>
          <p:cNvSpPr/>
          <p:nvPr/>
        </p:nvSpPr>
        <p:spPr>
          <a:xfrm>
            <a:off x="8681663" y="5196877"/>
            <a:ext cx="81830" cy="57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13" y="5249"/>
                </a:moveTo>
                <a:lnTo>
                  <a:pt x="20253" y="6925"/>
                </a:lnTo>
                <a:lnTo>
                  <a:pt x="20752" y="8560"/>
                </a:lnTo>
                <a:lnTo>
                  <a:pt x="21123" y="10179"/>
                </a:lnTo>
                <a:lnTo>
                  <a:pt x="21377" y="11806"/>
                </a:lnTo>
                <a:lnTo>
                  <a:pt x="21531" y="13465"/>
                </a:lnTo>
                <a:lnTo>
                  <a:pt x="21600" y="15179"/>
                </a:lnTo>
                <a:lnTo>
                  <a:pt x="21596" y="16975"/>
                </a:lnTo>
                <a:lnTo>
                  <a:pt x="21537" y="18875"/>
                </a:lnTo>
                <a:lnTo>
                  <a:pt x="20871" y="18679"/>
                </a:lnTo>
                <a:lnTo>
                  <a:pt x="18861" y="18087"/>
                </a:lnTo>
                <a:lnTo>
                  <a:pt x="17279" y="17692"/>
                </a:lnTo>
                <a:lnTo>
                  <a:pt x="15784" y="17343"/>
                </a:lnTo>
                <a:lnTo>
                  <a:pt x="14365" y="17054"/>
                </a:lnTo>
                <a:lnTo>
                  <a:pt x="13008" y="16842"/>
                </a:lnTo>
                <a:lnTo>
                  <a:pt x="11702" y="16716"/>
                </a:lnTo>
                <a:lnTo>
                  <a:pt x="10436" y="16689"/>
                </a:lnTo>
                <a:lnTo>
                  <a:pt x="9199" y="16774"/>
                </a:lnTo>
                <a:lnTo>
                  <a:pt x="7980" y="16986"/>
                </a:lnTo>
                <a:lnTo>
                  <a:pt x="6766" y="17335"/>
                </a:lnTo>
                <a:lnTo>
                  <a:pt x="5544" y="17834"/>
                </a:lnTo>
                <a:lnTo>
                  <a:pt x="4307" y="18499"/>
                </a:lnTo>
                <a:lnTo>
                  <a:pt x="3041" y="19338"/>
                </a:lnTo>
                <a:lnTo>
                  <a:pt x="1733" y="20368"/>
                </a:lnTo>
                <a:lnTo>
                  <a:pt x="375" y="21600"/>
                </a:lnTo>
                <a:lnTo>
                  <a:pt x="315" y="19728"/>
                </a:lnTo>
                <a:lnTo>
                  <a:pt x="264" y="17856"/>
                </a:lnTo>
                <a:lnTo>
                  <a:pt x="215" y="15981"/>
                </a:lnTo>
                <a:lnTo>
                  <a:pt x="173" y="14106"/>
                </a:lnTo>
                <a:lnTo>
                  <a:pt x="135" y="12231"/>
                </a:lnTo>
                <a:lnTo>
                  <a:pt x="90" y="10489"/>
                </a:lnTo>
                <a:lnTo>
                  <a:pt x="46" y="8737"/>
                </a:lnTo>
                <a:lnTo>
                  <a:pt x="0" y="6963"/>
                </a:lnTo>
                <a:lnTo>
                  <a:pt x="240" y="4363"/>
                </a:lnTo>
                <a:lnTo>
                  <a:pt x="510" y="2818"/>
                </a:lnTo>
                <a:lnTo>
                  <a:pt x="981" y="1717"/>
                </a:lnTo>
                <a:lnTo>
                  <a:pt x="1826" y="447"/>
                </a:lnTo>
                <a:lnTo>
                  <a:pt x="3103" y="172"/>
                </a:lnTo>
                <a:lnTo>
                  <a:pt x="4396" y="25"/>
                </a:lnTo>
                <a:lnTo>
                  <a:pt x="5696" y="0"/>
                </a:lnTo>
                <a:lnTo>
                  <a:pt x="7004" y="87"/>
                </a:lnTo>
                <a:lnTo>
                  <a:pt x="8314" y="281"/>
                </a:lnTo>
                <a:lnTo>
                  <a:pt x="9623" y="567"/>
                </a:lnTo>
                <a:lnTo>
                  <a:pt x="10927" y="940"/>
                </a:lnTo>
                <a:lnTo>
                  <a:pt x="12222" y="1393"/>
                </a:lnTo>
                <a:lnTo>
                  <a:pt x="13505" y="1913"/>
                </a:lnTo>
                <a:lnTo>
                  <a:pt x="14773" y="2494"/>
                </a:lnTo>
                <a:lnTo>
                  <a:pt x="16021" y="3126"/>
                </a:lnTo>
                <a:lnTo>
                  <a:pt x="17247" y="3802"/>
                </a:lnTo>
                <a:lnTo>
                  <a:pt x="18445" y="4513"/>
                </a:lnTo>
                <a:lnTo>
                  <a:pt x="19613" y="5249"/>
                </a:lnTo>
                <a:close/>
              </a:path>
            </a:pathLst>
          </a:custGeom>
          <a:solidFill>
            <a:srgbClr val="F6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0" name="contour_05408"/>
          <p:cNvSpPr/>
          <p:nvPr/>
        </p:nvSpPr>
        <p:spPr>
          <a:xfrm>
            <a:off x="2786786" y="5159898"/>
            <a:ext cx="51985" cy="1378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71" y="0"/>
                </a:moveTo>
                <a:lnTo>
                  <a:pt x="17273" y="0"/>
                </a:lnTo>
                <a:lnTo>
                  <a:pt x="19286" y="0"/>
                </a:lnTo>
                <a:lnTo>
                  <a:pt x="21327" y="0"/>
                </a:lnTo>
                <a:lnTo>
                  <a:pt x="21509" y="815"/>
                </a:lnTo>
                <a:lnTo>
                  <a:pt x="21600" y="1401"/>
                </a:lnTo>
                <a:lnTo>
                  <a:pt x="21600" y="1922"/>
                </a:lnTo>
                <a:lnTo>
                  <a:pt x="21509" y="2542"/>
                </a:lnTo>
                <a:lnTo>
                  <a:pt x="21327" y="3426"/>
                </a:lnTo>
                <a:lnTo>
                  <a:pt x="19847" y="3655"/>
                </a:lnTo>
                <a:lnTo>
                  <a:pt x="18342" y="3886"/>
                </a:lnTo>
                <a:lnTo>
                  <a:pt x="16819" y="4225"/>
                </a:lnTo>
                <a:lnTo>
                  <a:pt x="15271" y="4569"/>
                </a:lnTo>
                <a:lnTo>
                  <a:pt x="14844" y="5355"/>
                </a:lnTo>
                <a:lnTo>
                  <a:pt x="14578" y="5935"/>
                </a:lnTo>
                <a:lnTo>
                  <a:pt x="14420" y="6477"/>
                </a:lnTo>
                <a:lnTo>
                  <a:pt x="14320" y="7154"/>
                </a:lnTo>
                <a:lnTo>
                  <a:pt x="14229" y="8138"/>
                </a:lnTo>
                <a:lnTo>
                  <a:pt x="14142" y="8852"/>
                </a:lnTo>
                <a:lnTo>
                  <a:pt x="14051" y="9570"/>
                </a:lnTo>
                <a:lnTo>
                  <a:pt x="13957" y="10297"/>
                </a:lnTo>
                <a:lnTo>
                  <a:pt x="13890" y="11046"/>
                </a:lnTo>
                <a:lnTo>
                  <a:pt x="13824" y="11799"/>
                </a:lnTo>
                <a:lnTo>
                  <a:pt x="13757" y="12563"/>
                </a:lnTo>
                <a:lnTo>
                  <a:pt x="13690" y="13301"/>
                </a:lnTo>
                <a:lnTo>
                  <a:pt x="13618" y="14039"/>
                </a:lnTo>
                <a:lnTo>
                  <a:pt x="13542" y="14777"/>
                </a:lnTo>
                <a:lnTo>
                  <a:pt x="13460" y="15515"/>
                </a:lnTo>
                <a:lnTo>
                  <a:pt x="13375" y="16251"/>
                </a:lnTo>
                <a:lnTo>
                  <a:pt x="13285" y="16989"/>
                </a:lnTo>
                <a:lnTo>
                  <a:pt x="13227" y="17647"/>
                </a:lnTo>
                <a:lnTo>
                  <a:pt x="13170" y="18308"/>
                </a:lnTo>
                <a:lnTo>
                  <a:pt x="13112" y="18979"/>
                </a:lnTo>
                <a:lnTo>
                  <a:pt x="12567" y="19906"/>
                </a:lnTo>
                <a:lnTo>
                  <a:pt x="12013" y="20478"/>
                </a:lnTo>
                <a:lnTo>
                  <a:pt x="11110" y="20928"/>
                </a:lnTo>
                <a:lnTo>
                  <a:pt x="9530" y="21495"/>
                </a:lnTo>
                <a:lnTo>
                  <a:pt x="7543" y="21600"/>
                </a:lnTo>
                <a:lnTo>
                  <a:pt x="6174" y="21565"/>
                </a:lnTo>
                <a:lnTo>
                  <a:pt x="4791" y="21326"/>
                </a:lnTo>
                <a:lnTo>
                  <a:pt x="2753" y="20819"/>
                </a:lnTo>
                <a:lnTo>
                  <a:pt x="1402" y="20033"/>
                </a:lnTo>
                <a:lnTo>
                  <a:pt x="542" y="19360"/>
                </a:lnTo>
                <a:lnTo>
                  <a:pt x="100" y="18731"/>
                </a:lnTo>
                <a:lnTo>
                  <a:pt x="0" y="18074"/>
                </a:lnTo>
                <a:lnTo>
                  <a:pt x="173" y="17319"/>
                </a:lnTo>
                <a:lnTo>
                  <a:pt x="545" y="16395"/>
                </a:lnTo>
                <a:lnTo>
                  <a:pt x="796" y="15809"/>
                </a:lnTo>
                <a:lnTo>
                  <a:pt x="1051" y="15220"/>
                </a:lnTo>
                <a:lnTo>
                  <a:pt x="1308" y="14623"/>
                </a:lnTo>
                <a:lnTo>
                  <a:pt x="1605" y="14013"/>
                </a:lnTo>
                <a:lnTo>
                  <a:pt x="1908" y="13399"/>
                </a:lnTo>
                <a:lnTo>
                  <a:pt x="2214" y="12778"/>
                </a:lnTo>
                <a:lnTo>
                  <a:pt x="2453" y="12182"/>
                </a:lnTo>
                <a:lnTo>
                  <a:pt x="2695" y="11581"/>
                </a:lnTo>
                <a:lnTo>
                  <a:pt x="2940" y="10972"/>
                </a:lnTo>
                <a:lnTo>
                  <a:pt x="3325" y="10171"/>
                </a:lnTo>
                <a:lnTo>
                  <a:pt x="3749" y="9375"/>
                </a:lnTo>
                <a:lnTo>
                  <a:pt x="4215" y="8584"/>
                </a:lnTo>
                <a:lnTo>
                  <a:pt x="4727" y="7800"/>
                </a:lnTo>
                <a:lnTo>
                  <a:pt x="5296" y="7025"/>
                </a:lnTo>
                <a:lnTo>
                  <a:pt x="5926" y="6259"/>
                </a:lnTo>
                <a:lnTo>
                  <a:pt x="6620" y="5504"/>
                </a:lnTo>
                <a:lnTo>
                  <a:pt x="7389" y="4760"/>
                </a:lnTo>
                <a:lnTo>
                  <a:pt x="8234" y="4031"/>
                </a:lnTo>
                <a:lnTo>
                  <a:pt x="9163" y="3316"/>
                </a:lnTo>
                <a:lnTo>
                  <a:pt x="10181" y="2617"/>
                </a:lnTo>
                <a:lnTo>
                  <a:pt x="11295" y="1934"/>
                </a:lnTo>
                <a:lnTo>
                  <a:pt x="12512" y="1269"/>
                </a:lnTo>
                <a:lnTo>
                  <a:pt x="13836" y="625"/>
                </a:lnTo>
                <a:lnTo>
                  <a:pt x="15271" y="0"/>
                </a:lnTo>
                <a:close/>
              </a:path>
            </a:pathLst>
          </a:custGeom>
          <a:solidFill>
            <a:srgbClr val="D7E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1" name="contour_05409"/>
          <p:cNvSpPr/>
          <p:nvPr/>
        </p:nvSpPr>
        <p:spPr>
          <a:xfrm>
            <a:off x="1861525" y="5189050"/>
            <a:ext cx="8067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61" y="0"/>
                </a:moveTo>
                <a:lnTo>
                  <a:pt x="18724" y="1166"/>
                </a:lnTo>
                <a:lnTo>
                  <a:pt x="19518" y="2057"/>
                </a:lnTo>
                <a:lnTo>
                  <a:pt x="20310" y="3118"/>
                </a:lnTo>
                <a:lnTo>
                  <a:pt x="21463" y="4800"/>
                </a:lnTo>
                <a:lnTo>
                  <a:pt x="21571" y="6499"/>
                </a:lnTo>
                <a:lnTo>
                  <a:pt x="21600" y="8160"/>
                </a:lnTo>
                <a:lnTo>
                  <a:pt x="21549" y="9785"/>
                </a:lnTo>
                <a:lnTo>
                  <a:pt x="21420" y="11381"/>
                </a:lnTo>
                <a:lnTo>
                  <a:pt x="21208" y="12960"/>
                </a:lnTo>
                <a:lnTo>
                  <a:pt x="20913" y="14522"/>
                </a:lnTo>
                <a:lnTo>
                  <a:pt x="20533" y="16080"/>
                </a:lnTo>
                <a:lnTo>
                  <a:pt x="20066" y="17638"/>
                </a:lnTo>
                <a:lnTo>
                  <a:pt x="19512" y="19200"/>
                </a:lnTo>
                <a:lnTo>
                  <a:pt x="18320" y="19886"/>
                </a:lnTo>
                <a:lnTo>
                  <a:pt x="17140" y="20429"/>
                </a:lnTo>
                <a:lnTo>
                  <a:pt x="15959" y="20844"/>
                </a:lnTo>
                <a:lnTo>
                  <a:pt x="14773" y="21151"/>
                </a:lnTo>
                <a:lnTo>
                  <a:pt x="13569" y="21362"/>
                </a:lnTo>
                <a:lnTo>
                  <a:pt x="12338" y="21497"/>
                </a:lnTo>
                <a:lnTo>
                  <a:pt x="11069" y="21571"/>
                </a:lnTo>
                <a:lnTo>
                  <a:pt x="9756" y="21600"/>
                </a:lnTo>
                <a:lnTo>
                  <a:pt x="9756" y="20016"/>
                </a:lnTo>
                <a:lnTo>
                  <a:pt x="9756" y="18430"/>
                </a:lnTo>
                <a:lnTo>
                  <a:pt x="9756" y="16836"/>
                </a:lnTo>
                <a:lnTo>
                  <a:pt x="9756" y="15235"/>
                </a:lnTo>
                <a:lnTo>
                  <a:pt x="9756" y="13625"/>
                </a:lnTo>
                <a:lnTo>
                  <a:pt x="9756" y="12000"/>
                </a:lnTo>
                <a:lnTo>
                  <a:pt x="8377" y="12000"/>
                </a:lnTo>
                <a:lnTo>
                  <a:pt x="6995" y="12000"/>
                </a:lnTo>
                <a:lnTo>
                  <a:pt x="5610" y="12000"/>
                </a:lnTo>
                <a:lnTo>
                  <a:pt x="4219" y="12000"/>
                </a:lnTo>
                <a:lnTo>
                  <a:pt x="2821" y="12000"/>
                </a:lnTo>
                <a:lnTo>
                  <a:pt x="1417" y="12000"/>
                </a:lnTo>
                <a:lnTo>
                  <a:pt x="0" y="12000"/>
                </a:lnTo>
                <a:lnTo>
                  <a:pt x="966" y="11405"/>
                </a:lnTo>
                <a:lnTo>
                  <a:pt x="1938" y="10810"/>
                </a:lnTo>
                <a:lnTo>
                  <a:pt x="2913" y="10207"/>
                </a:lnTo>
                <a:lnTo>
                  <a:pt x="3902" y="9600"/>
                </a:lnTo>
                <a:lnTo>
                  <a:pt x="3902" y="8014"/>
                </a:lnTo>
                <a:lnTo>
                  <a:pt x="3902" y="6418"/>
                </a:lnTo>
                <a:lnTo>
                  <a:pt x="3902" y="4800"/>
                </a:lnTo>
                <a:lnTo>
                  <a:pt x="5099" y="4169"/>
                </a:lnTo>
                <a:lnTo>
                  <a:pt x="5979" y="3785"/>
                </a:lnTo>
                <a:lnTo>
                  <a:pt x="6980" y="3497"/>
                </a:lnTo>
                <a:lnTo>
                  <a:pt x="8537" y="3149"/>
                </a:lnTo>
                <a:lnTo>
                  <a:pt x="9830" y="2839"/>
                </a:lnTo>
                <a:lnTo>
                  <a:pt x="11143" y="2522"/>
                </a:lnTo>
                <a:lnTo>
                  <a:pt x="12652" y="2537"/>
                </a:lnTo>
                <a:lnTo>
                  <a:pt x="13930" y="2753"/>
                </a:lnTo>
                <a:lnTo>
                  <a:pt x="15095" y="3190"/>
                </a:lnTo>
                <a:lnTo>
                  <a:pt x="16265" y="3866"/>
                </a:lnTo>
                <a:lnTo>
                  <a:pt x="17561" y="4800"/>
                </a:lnTo>
                <a:lnTo>
                  <a:pt x="17561" y="3214"/>
                </a:lnTo>
                <a:lnTo>
                  <a:pt x="17561" y="1618"/>
                </a:lnTo>
                <a:lnTo>
                  <a:pt x="17561" y="0"/>
                </a:lnTo>
                <a:close/>
              </a:path>
            </a:pathLst>
          </a:custGeom>
          <a:solidFill>
            <a:srgbClr val="5D4F6A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2" name="contour_05410"/>
          <p:cNvSpPr/>
          <p:nvPr/>
        </p:nvSpPr>
        <p:spPr>
          <a:xfrm>
            <a:off x="5133833" y="5157172"/>
            <a:ext cx="74104" cy="68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18" y="88"/>
                </a:moveTo>
                <a:lnTo>
                  <a:pt x="9729" y="25"/>
                </a:lnTo>
                <a:lnTo>
                  <a:pt x="11718" y="0"/>
                </a:lnTo>
                <a:lnTo>
                  <a:pt x="13283" y="35"/>
                </a:lnTo>
                <a:lnTo>
                  <a:pt x="14530" y="152"/>
                </a:lnTo>
                <a:lnTo>
                  <a:pt x="15558" y="369"/>
                </a:lnTo>
                <a:lnTo>
                  <a:pt x="16468" y="712"/>
                </a:lnTo>
                <a:lnTo>
                  <a:pt x="17360" y="1201"/>
                </a:lnTo>
                <a:lnTo>
                  <a:pt x="18337" y="1855"/>
                </a:lnTo>
                <a:lnTo>
                  <a:pt x="19499" y="2698"/>
                </a:lnTo>
                <a:lnTo>
                  <a:pt x="20379" y="4279"/>
                </a:lnTo>
                <a:lnTo>
                  <a:pt x="20980" y="5777"/>
                </a:lnTo>
                <a:lnTo>
                  <a:pt x="21351" y="7240"/>
                </a:lnTo>
                <a:lnTo>
                  <a:pt x="21543" y="8724"/>
                </a:lnTo>
                <a:lnTo>
                  <a:pt x="21600" y="10282"/>
                </a:lnTo>
                <a:lnTo>
                  <a:pt x="21575" y="11964"/>
                </a:lnTo>
                <a:lnTo>
                  <a:pt x="21509" y="13823"/>
                </a:lnTo>
                <a:lnTo>
                  <a:pt x="21470" y="15282"/>
                </a:lnTo>
                <a:lnTo>
                  <a:pt x="21432" y="16747"/>
                </a:lnTo>
                <a:lnTo>
                  <a:pt x="21392" y="18233"/>
                </a:lnTo>
                <a:lnTo>
                  <a:pt x="21371" y="18729"/>
                </a:lnTo>
                <a:lnTo>
                  <a:pt x="21332" y="19602"/>
                </a:lnTo>
                <a:lnTo>
                  <a:pt x="21243" y="21600"/>
                </a:lnTo>
                <a:lnTo>
                  <a:pt x="20848" y="20457"/>
                </a:lnTo>
                <a:lnTo>
                  <a:pt x="20446" y="19296"/>
                </a:lnTo>
                <a:lnTo>
                  <a:pt x="19788" y="18153"/>
                </a:lnTo>
                <a:lnTo>
                  <a:pt x="19119" y="16992"/>
                </a:lnTo>
                <a:lnTo>
                  <a:pt x="17717" y="16992"/>
                </a:lnTo>
                <a:lnTo>
                  <a:pt x="16304" y="16992"/>
                </a:lnTo>
                <a:lnTo>
                  <a:pt x="14870" y="16992"/>
                </a:lnTo>
                <a:lnTo>
                  <a:pt x="14413" y="15892"/>
                </a:lnTo>
                <a:lnTo>
                  <a:pt x="13948" y="14777"/>
                </a:lnTo>
                <a:lnTo>
                  <a:pt x="13351" y="13588"/>
                </a:lnTo>
                <a:lnTo>
                  <a:pt x="12746" y="12383"/>
                </a:lnTo>
                <a:lnTo>
                  <a:pt x="11257" y="11913"/>
                </a:lnTo>
                <a:lnTo>
                  <a:pt x="10171" y="11604"/>
                </a:lnTo>
                <a:lnTo>
                  <a:pt x="9183" y="11385"/>
                </a:lnTo>
                <a:lnTo>
                  <a:pt x="7977" y="11187"/>
                </a:lnTo>
                <a:lnTo>
                  <a:pt x="6239" y="10943"/>
                </a:lnTo>
                <a:lnTo>
                  <a:pt x="5075" y="10770"/>
                </a:lnTo>
                <a:lnTo>
                  <a:pt x="3902" y="10595"/>
                </a:lnTo>
                <a:lnTo>
                  <a:pt x="2713" y="10420"/>
                </a:lnTo>
                <a:lnTo>
                  <a:pt x="1366" y="10249"/>
                </a:lnTo>
                <a:lnTo>
                  <a:pt x="0" y="10079"/>
                </a:lnTo>
                <a:lnTo>
                  <a:pt x="452" y="8254"/>
                </a:lnTo>
                <a:lnTo>
                  <a:pt x="939" y="6572"/>
                </a:lnTo>
                <a:lnTo>
                  <a:pt x="1504" y="5042"/>
                </a:lnTo>
                <a:lnTo>
                  <a:pt x="2201" y="3678"/>
                </a:lnTo>
                <a:lnTo>
                  <a:pt x="3072" y="2486"/>
                </a:lnTo>
                <a:lnTo>
                  <a:pt x="4168" y="1484"/>
                </a:lnTo>
                <a:lnTo>
                  <a:pt x="5534" y="682"/>
                </a:lnTo>
                <a:lnTo>
                  <a:pt x="7218" y="88"/>
                </a:lnTo>
                <a:close/>
              </a:path>
            </a:pathLst>
          </a:custGeom>
          <a:solidFill>
            <a:srgbClr val="B3A38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3" name="contour_05411"/>
          <p:cNvSpPr/>
          <p:nvPr/>
        </p:nvSpPr>
        <p:spPr>
          <a:xfrm>
            <a:off x="817243" y="5132189"/>
            <a:ext cx="82267" cy="52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33" y="2215"/>
                </a:moveTo>
                <a:lnTo>
                  <a:pt x="15835" y="3688"/>
                </a:lnTo>
                <a:lnTo>
                  <a:pt x="16713" y="5171"/>
                </a:lnTo>
                <a:lnTo>
                  <a:pt x="17570" y="6668"/>
                </a:lnTo>
                <a:lnTo>
                  <a:pt x="18408" y="8181"/>
                </a:lnTo>
                <a:lnTo>
                  <a:pt x="19227" y="9721"/>
                </a:lnTo>
                <a:lnTo>
                  <a:pt x="20031" y="11289"/>
                </a:lnTo>
                <a:lnTo>
                  <a:pt x="20821" y="12889"/>
                </a:lnTo>
                <a:lnTo>
                  <a:pt x="21600" y="14529"/>
                </a:lnTo>
                <a:lnTo>
                  <a:pt x="20337" y="15712"/>
                </a:lnTo>
                <a:lnTo>
                  <a:pt x="19101" y="16777"/>
                </a:lnTo>
                <a:lnTo>
                  <a:pt x="17882" y="17730"/>
                </a:lnTo>
                <a:lnTo>
                  <a:pt x="16673" y="18568"/>
                </a:lnTo>
                <a:lnTo>
                  <a:pt x="15465" y="19297"/>
                </a:lnTo>
                <a:lnTo>
                  <a:pt x="14252" y="19924"/>
                </a:lnTo>
                <a:lnTo>
                  <a:pt x="13025" y="20444"/>
                </a:lnTo>
                <a:lnTo>
                  <a:pt x="11776" y="20862"/>
                </a:lnTo>
                <a:lnTo>
                  <a:pt x="10498" y="21185"/>
                </a:lnTo>
                <a:lnTo>
                  <a:pt x="9181" y="21415"/>
                </a:lnTo>
                <a:lnTo>
                  <a:pt x="7819" y="21552"/>
                </a:lnTo>
                <a:lnTo>
                  <a:pt x="6403" y="21600"/>
                </a:lnTo>
                <a:lnTo>
                  <a:pt x="4925" y="21564"/>
                </a:lnTo>
                <a:lnTo>
                  <a:pt x="3477" y="20956"/>
                </a:lnTo>
                <a:lnTo>
                  <a:pt x="2576" y="20402"/>
                </a:lnTo>
                <a:lnTo>
                  <a:pt x="1843" y="19582"/>
                </a:lnTo>
                <a:lnTo>
                  <a:pt x="903" y="18181"/>
                </a:lnTo>
                <a:lnTo>
                  <a:pt x="377" y="16054"/>
                </a:lnTo>
                <a:lnTo>
                  <a:pt x="77" y="14242"/>
                </a:lnTo>
                <a:lnTo>
                  <a:pt x="0" y="12523"/>
                </a:lnTo>
                <a:lnTo>
                  <a:pt x="157" y="10677"/>
                </a:lnTo>
                <a:lnTo>
                  <a:pt x="551" y="8478"/>
                </a:lnTo>
                <a:lnTo>
                  <a:pt x="1705" y="6732"/>
                </a:lnTo>
                <a:lnTo>
                  <a:pt x="2888" y="5104"/>
                </a:lnTo>
                <a:lnTo>
                  <a:pt x="4101" y="3634"/>
                </a:lnTo>
                <a:lnTo>
                  <a:pt x="5343" y="2357"/>
                </a:lnTo>
                <a:lnTo>
                  <a:pt x="6615" y="1316"/>
                </a:lnTo>
                <a:lnTo>
                  <a:pt x="7918" y="551"/>
                </a:lnTo>
                <a:lnTo>
                  <a:pt x="9254" y="97"/>
                </a:lnTo>
                <a:lnTo>
                  <a:pt x="10622" y="0"/>
                </a:lnTo>
                <a:lnTo>
                  <a:pt x="12025" y="293"/>
                </a:lnTo>
                <a:lnTo>
                  <a:pt x="13462" y="1017"/>
                </a:lnTo>
                <a:lnTo>
                  <a:pt x="14933" y="2215"/>
                </a:lnTo>
                <a:close/>
              </a:path>
            </a:pathLst>
          </a:custGeom>
          <a:solidFill>
            <a:srgbClr val="121112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4" name="contour_05412"/>
          <p:cNvSpPr/>
          <p:nvPr/>
        </p:nvSpPr>
        <p:spPr>
          <a:xfrm>
            <a:off x="6810071" y="5130411"/>
            <a:ext cx="80168" cy="614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118"/>
                </a:moveTo>
                <a:lnTo>
                  <a:pt x="3346" y="0"/>
                </a:lnTo>
                <a:lnTo>
                  <a:pt x="4701" y="54"/>
                </a:lnTo>
                <a:lnTo>
                  <a:pt x="6030" y="269"/>
                </a:lnTo>
                <a:lnTo>
                  <a:pt x="7332" y="632"/>
                </a:lnTo>
                <a:lnTo>
                  <a:pt x="8609" y="1129"/>
                </a:lnTo>
                <a:lnTo>
                  <a:pt x="9859" y="1746"/>
                </a:lnTo>
                <a:lnTo>
                  <a:pt x="11085" y="2468"/>
                </a:lnTo>
                <a:lnTo>
                  <a:pt x="12285" y="3288"/>
                </a:lnTo>
                <a:lnTo>
                  <a:pt x="13461" y="4184"/>
                </a:lnTo>
                <a:lnTo>
                  <a:pt x="14611" y="5149"/>
                </a:lnTo>
                <a:lnTo>
                  <a:pt x="15634" y="6227"/>
                </a:lnTo>
                <a:lnTo>
                  <a:pt x="16650" y="7313"/>
                </a:lnTo>
                <a:lnTo>
                  <a:pt x="17655" y="8409"/>
                </a:lnTo>
                <a:lnTo>
                  <a:pt x="18653" y="9515"/>
                </a:lnTo>
                <a:lnTo>
                  <a:pt x="19642" y="10636"/>
                </a:lnTo>
                <a:lnTo>
                  <a:pt x="20624" y="11770"/>
                </a:lnTo>
                <a:lnTo>
                  <a:pt x="21600" y="12920"/>
                </a:lnTo>
                <a:lnTo>
                  <a:pt x="21019" y="14556"/>
                </a:lnTo>
                <a:lnTo>
                  <a:pt x="20553" y="15765"/>
                </a:lnTo>
                <a:lnTo>
                  <a:pt x="20096" y="16761"/>
                </a:lnTo>
                <a:lnTo>
                  <a:pt x="19536" y="17757"/>
                </a:lnTo>
                <a:lnTo>
                  <a:pt x="18765" y="18965"/>
                </a:lnTo>
                <a:lnTo>
                  <a:pt x="17673" y="20601"/>
                </a:lnTo>
                <a:lnTo>
                  <a:pt x="16220" y="21085"/>
                </a:lnTo>
                <a:lnTo>
                  <a:pt x="14814" y="21418"/>
                </a:lnTo>
                <a:lnTo>
                  <a:pt x="13441" y="21590"/>
                </a:lnTo>
                <a:lnTo>
                  <a:pt x="12076" y="21600"/>
                </a:lnTo>
                <a:lnTo>
                  <a:pt x="10704" y="21441"/>
                </a:lnTo>
                <a:lnTo>
                  <a:pt x="9304" y="21111"/>
                </a:lnTo>
                <a:lnTo>
                  <a:pt x="7855" y="20601"/>
                </a:lnTo>
                <a:lnTo>
                  <a:pt x="7004" y="19155"/>
                </a:lnTo>
                <a:lnTo>
                  <a:pt x="6315" y="17718"/>
                </a:lnTo>
                <a:lnTo>
                  <a:pt x="5736" y="16238"/>
                </a:lnTo>
                <a:lnTo>
                  <a:pt x="5221" y="14669"/>
                </a:lnTo>
                <a:lnTo>
                  <a:pt x="4725" y="12961"/>
                </a:lnTo>
                <a:lnTo>
                  <a:pt x="4228" y="11412"/>
                </a:lnTo>
                <a:lnTo>
                  <a:pt x="3735" y="10324"/>
                </a:lnTo>
                <a:lnTo>
                  <a:pt x="2955" y="9184"/>
                </a:lnTo>
                <a:lnTo>
                  <a:pt x="1594" y="7479"/>
                </a:lnTo>
                <a:lnTo>
                  <a:pt x="803" y="6368"/>
                </a:lnTo>
                <a:lnTo>
                  <a:pt x="0" y="5239"/>
                </a:lnTo>
                <a:lnTo>
                  <a:pt x="371" y="3628"/>
                </a:lnTo>
                <a:lnTo>
                  <a:pt x="701" y="2558"/>
                </a:lnTo>
                <a:lnTo>
                  <a:pt x="1170" y="1549"/>
                </a:lnTo>
                <a:lnTo>
                  <a:pt x="1964" y="118"/>
                </a:lnTo>
                <a:close/>
              </a:path>
            </a:pathLst>
          </a:custGeom>
          <a:solidFill>
            <a:srgbClr val="E7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5" name="contour_05413"/>
          <p:cNvSpPr/>
          <p:nvPr/>
        </p:nvSpPr>
        <p:spPr>
          <a:xfrm>
            <a:off x="11416081" y="5087018"/>
            <a:ext cx="116608" cy="756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10454" y="266"/>
                </a:lnTo>
                <a:lnTo>
                  <a:pt x="11167" y="508"/>
                </a:lnTo>
                <a:lnTo>
                  <a:pt x="11783" y="824"/>
                </a:lnTo>
                <a:lnTo>
                  <a:pt x="12496" y="1316"/>
                </a:lnTo>
                <a:lnTo>
                  <a:pt x="13500" y="2082"/>
                </a:lnTo>
                <a:lnTo>
                  <a:pt x="13651" y="3508"/>
                </a:lnTo>
                <a:lnTo>
                  <a:pt x="13719" y="4874"/>
                </a:lnTo>
                <a:lnTo>
                  <a:pt x="13720" y="6210"/>
                </a:lnTo>
                <a:lnTo>
                  <a:pt x="13673" y="7555"/>
                </a:lnTo>
                <a:lnTo>
                  <a:pt x="13593" y="8944"/>
                </a:lnTo>
                <a:lnTo>
                  <a:pt x="13500" y="10410"/>
                </a:lnTo>
                <a:lnTo>
                  <a:pt x="14391" y="10410"/>
                </a:lnTo>
                <a:lnTo>
                  <a:pt x="15283" y="10410"/>
                </a:lnTo>
                <a:lnTo>
                  <a:pt x="16176" y="10410"/>
                </a:lnTo>
                <a:lnTo>
                  <a:pt x="17071" y="10410"/>
                </a:lnTo>
                <a:lnTo>
                  <a:pt x="17968" y="10410"/>
                </a:lnTo>
                <a:lnTo>
                  <a:pt x="18870" y="10410"/>
                </a:lnTo>
                <a:lnTo>
                  <a:pt x="19775" y="10410"/>
                </a:lnTo>
                <a:lnTo>
                  <a:pt x="20685" y="10410"/>
                </a:lnTo>
                <a:lnTo>
                  <a:pt x="21600" y="10410"/>
                </a:lnTo>
                <a:lnTo>
                  <a:pt x="21265" y="11440"/>
                </a:lnTo>
                <a:lnTo>
                  <a:pt x="20930" y="12475"/>
                </a:lnTo>
                <a:lnTo>
                  <a:pt x="20592" y="13518"/>
                </a:lnTo>
                <a:lnTo>
                  <a:pt x="20250" y="14573"/>
                </a:lnTo>
                <a:lnTo>
                  <a:pt x="19431" y="14678"/>
                </a:lnTo>
                <a:lnTo>
                  <a:pt x="18842" y="14698"/>
                </a:lnTo>
                <a:lnTo>
                  <a:pt x="18197" y="14623"/>
                </a:lnTo>
                <a:lnTo>
                  <a:pt x="17212" y="14444"/>
                </a:lnTo>
                <a:lnTo>
                  <a:pt x="16127" y="14409"/>
                </a:lnTo>
                <a:lnTo>
                  <a:pt x="15155" y="14486"/>
                </a:lnTo>
                <a:lnTo>
                  <a:pt x="14267" y="14680"/>
                </a:lnTo>
                <a:lnTo>
                  <a:pt x="13433" y="15000"/>
                </a:lnTo>
                <a:lnTo>
                  <a:pt x="12622" y="15454"/>
                </a:lnTo>
                <a:lnTo>
                  <a:pt x="11807" y="16050"/>
                </a:lnTo>
                <a:lnTo>
                  <a:pt x="10957" y="16795"/>
                </a:lnTo>
                <a:lnTo>
                  <a:pt x="10041" y="17696"/>
                </a:lnTo>
                <a:lnTo>
                  <a:pt x="9260" y="18483"/>
                </a:lnTo>
                <a:lnTo>
                  <a:pt x="8512" y="19195"/>
                </a:lnTo>
                <a:lnTo>
                  <a:pt x="7780" y="19826"/>
                </a:lnTo>
                <a:lnTo>
                  <a:pt x="7044" y="20374"/>
                </a:lnTo>
                <a:lnTo>
                  <a:pt x="6290" y="20830"/>
                </a:lnTo>
                <a:lnTo>
                  <a:pt x="5494" y="21190"/>
                </a:lnTo>
                <a:lnTo>
                  <a:pt x="4641" y="21448"/>
                </a:lnTo>
                <a:lnTo>
                  <a:pt x="3712" y="21600"/>
                </a:lnTo>
                <a:lnTo>
                  <a:pt x="2932" y="21342"/>
                </a:lnTo>
                <a:lnTo>
                  <a:pt x="2146" y="21084"/>
                </a:lnTo>
                <a:lnTo>
                  <a:pt x="1350" y="20819"/>
                </a:lnTo>
                <a:lnTo>
                  <a:pt x="1083" y="19583"/>
                </a:lnTo>
                <a:lnTo>
                  <a:pt x="814" y="18342"/>
                </a:lnTo>
                <a:lnTo>
                  <a:pt x="545" y="17097"/>
                </a:lnTo>
                <a:lnTo>
                  <a:pt x="274" y="15841"/>
                </a:lnTo>
                <a:lnTo>
                  <a:pt x="0" y="14573"/>
                </a:lnTo>
                <a:lnTo>
                  <a:pt x="431" y="14478"/>
                </a:lnTo>
                <a:lnTo>
                  <a:pt x="823" y="14392"/>
                </a:lnTo>
                <a:lnTo>
                  <a:pt x="1238" y="14301"/>
                </a:lnTo>
                <a:lnTo>
                  <a:pt x="1728" y="14193"/>
                </a:lnTo>
                <a:lnTo>
                  <a:pt x="2350" y="14055"/>
                </a:lnTo>
                <a:lnTo>
                  <a:pt x="3164" y="13876"/>
                </a:lnTo>
                <a:lnTo>
                  <a:pt x="4224" y="13643"/>
                </a:lnTo>
                <a:lnTo>
                  <a:pt x="5586" y="13343"/>
                </a:lnTo>
                <a:lnTo>
                  <a:pt x="7310" y="12962"/>
                </a:lnTo>
                <a:lnTo>
                  <a:pt x="9450" y="12492"/>
                </a:lnTo>
                <a:lnTo>
                  <a:pt x="9450" y="11117"/>
                </a:lnTo>
                <a:lnTo>
                  <a:pt x="9450" y="9741"/>
                </a:lnTo>
                <a:lnTo>
                  <a:pt x="9450" y="8365"/>
                </a:lnTo>
                <a:lnTo>
                  <a:pt x="9450" y="6985"/>
                </a:lnTo>
                <a:lnTo>
                  <a:pt x="9450" y="5600"/>
                </a:lnTo>
                <a:lnTo>
                  <a:pt x="9450" y="4210"/>
                </a:lnTo>
                <a:lnTo>
                  <a:pt x="9450" y="2815"/>
                </a:lnTo>
                <a:lnTo>
                  <a:pt x="9450" y="1412"/>
                </a:lnTo>
                <a:lnTo>
                  <a:pt x="9450" y="0"/>
                </a:lnTo>
                <a:close/>
              </a:path>
            </a:pathLst>
          </a:custGeom>
          <a:solidFill>
            <a:srgbClr val="737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6" name="contour_05414"/>
          <p:cNvSpPr/>
          <p:nvPr/>
        </p:nvSpPr>
        <p:spPr>
          <a:xfrm>
            <a:off x="11518113" y="5011908"/>
            <a:ext cx="131781" cy="823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5"/>
                </a:moveTo>
                <a:lnTo>
                  <a:pt x="959" y="422"/>
                </a:lnTo>
                <a:lnTo>
                  <a:pt x="1897" y="283"/>
                </a:lnTo>
                <a:lnTo>
                  <a:pt x="2813" y="168"/>
                </a:lnTo>
                <a:lnTo>
                  <a:pt x="3710" y="82"/>
                </a:lnTo>
                <a:lnTo>
                  <a:pt x="4589" y="25"/>
                </a:lnTo>
                <a:lnTo>
                  <a:pt x="5451" y="0"/>
                </a:lnTo>
                <a:lnTo>
                  <a:pt x="6298" y="11"/>
                </a:lnTo>
                <a:lnTo>
                  <a:pt x="7130" y="63"/>
                </a:lnTo>
                <a:lnTo>
                  <a:pt x="7950" y="155"/>
                </a:lnTo>
                <a:lnTo>
                  <a:pt x="8759" y="288"/>
                </a:lnTo>
                <a:lnTo>
                  <a:pt x="9556" y="472"/>
                </a:lnTo>
                <a:lnTo>
                  <a:pt x="10346" y="703"/>
                </a:lnTo>
                <a:lnTo>
                  <a:pt x="11129" y="986"/>
                </a:lnTo>
                <a:lnTo>
                  <a:pt x="11905" y="1324"/>
                </a:lnTo>
                <a:lnTo>
                  <a:pt x="12678" y="1718"/>
                </a:lnTo>
                <a:lnTo>
                  <a:pt x="13446" y="2174"/>
                </a:lnTo>
                <a:lnTo>
                  <a:pt x="14213" y="2692"/>
                </a:lnTo>
                <a:lnTo>
                  <a:pt x="14980" y="3276"/>
                </a:lnTo>
                <a:lnTo>
                  <a:pt x="15748" y="3928"/>
                </a:lnTo>
                <a:lnTo>
                  <a:pt x="16517" y="4650"/>
                </a:lnTo>
                <a:lnTo>
                  <a:pt x="17290" y="5447"/>
                </a:lnTo>
                <a:lnTo>
                  <a:pt x="18069" y="6322"/>
                </a:lnTo>
                <a:lnTo>
                  <a:pt x="18854" y="7273"/>
                </a:lnTo>
                <a:lnTo>
                  <a:pt x="19550" y="8295"/>
                </a:lnTo>
                <a:lnTo>
                  <a:pt x="20141" y="9228"/>
                </a:lnTo>
                <a:lnTo>
                  <a:pt x="20629" y="10139"/>
                </a:lnTo>
                <a:lnTo>
                  <a:pt x="21016" y="11098"/>
                </a:lnTo>
                <a:lnTo>
                  <a:pt x="21305" y="12172"/>
                </a:lnTo>
                <a:lnTo>
                  <a:pt x="21498" y="13429"/>
                </a:lnTo>
                <a:lnTo>
                  <a:pt x="21600" y="14936"/>
                </a:lnTo>
                <a:lnTo>
                  <a:pt x="21279" y="16212"/>
                </a:lnTo>
                <a:lnTo>
                  <a:pt x="20942" y="17385"/>
                </a:lnTo>
                <a:lnTo>
                  <a:pt x="20574" y="18484"/>
                </a:lnTo>
                <a:lnTo>
                  <a:pt x="20156" y="19533"/>
                </a:lnTo>
                <a:lnTo>
                  <a:pt x="19674" y="20563"/>
                </a:lnTo>
                <a:lnTo>
                  <a:pt x="19113" y="21600"/>
                </a:lnTo>
                <a:lnTo>
                  <a:pt x="18520" y="21600"/>
                </a:lnTo>
                <a:lnTo>
                  <a:pt x="17918" y="21600"/>
                </a:lnTo>
                <a:lnTo>
                  <a:pt x="17762" y="20505"/>
                </a:lnTo>
                <a:lnTo>
                  <a:pt x="17609" y="19407"/>
                </a:lnTo>
                <a:lnTo>
                  <a:pt x="17461" y="18308"/>
                </a:lnTo>
                <a:lnTo>
                  <a:pt x="17315" y="17208"/>
                </a:lnTo>
                <a:lnTo>
                  <a:pt x="17172" y="16107"/>
                </a:lnTo>
                <a:lnTo>
                  <a:pt x="16862" y="14566"/>
                </a:lnTo>
                <a:lnTo>
                  <a:pt x="16563" y="13259"/>
                </a:lnTo>
                <a:lnTo>
                  <a:pt x="16233" y="12143"/>
                </a:lnTo>
                <a:lnTo>
                  <a:pt x="15830" y="11169"/>
                </a:lnTo>
                <a:lnTo>
                  <a:pt x="15312" y="10296"/>
                </a:lnTo>
                <a:lnTo>
                  <a:pt x="14638" y="9474"/>
                </a:lnTo>
                <a:lnTo>
                  <a:pt x="13765" y="8660"/>
                </a:lnTo>
                <a:lnTo>
                  <a:pt x="12944" y="8316"/>
                </a:lnTo>
                <a:lnTo>
                  <a:pt x="12124" y="7993"/>
                </a:lnTo>
                <a:lnTo>
                  <a:pt x="11303" y="7686"/>
                </a:lnTo>
                <a:lnTo>
                  <a:pt x="10480" y="7392"/>
                </a:lnTo>
                <a:lnTo>
                  <a:pt x="9656" y="7111"/>
                </a:lnTo>
                <a:lnTo>
                  <a:pt x="8829" y="6840"/>
                </a:lnTo>
                <a:lnTo>
                  <a:pt x="8000" y="6576"/>
                </a:lnTo>
                <a:lnTo>
                  <a:pt x="7167" y="6316"/>
                </a:lnTo>
                <a:lnTo>
                  <a:pt x="6479" y="5993"/>
                </a:lnTo>
                <a:lnTo>
                  <a:pt x="5794" y="5667"/>
                </a:lnTo>
                <a:lnTo>
                  <a:pt x="5108" y="5332"/>
                </a:lnTo>
                <a:lnTo>
                  <a:pt x="4425" y="4990"/>
                </a:lnTo>
                <a:lnTo>
                  <a:pt x="3741" y="4642"/>
                </a:lnTo>
                <a:lnTo>
                  <a:pt x="3060" y="4287"/>
                </a:lnTo>
                <a:lnTo>
                  <a:pt x="2470" y="3989"/>
                </a:lnTo>
                <a:lnTo>
                  <a:pt x="1877" y="3689"/>
                </a:lnTo>
                <a:lnTo>
                  <a:pt x="1273" y="3383"/>
                </a:lnTo>
                <a:lnTo>
                  <a:pt x="641" y="2942"/>
                </a:lnTo>
                <a:lnTo>
                  <a:pt x="0" y="2495"/>
                </a:lnTo>
                <a:lnTo>
                  <a:pt x="0" y="1547"/>
                </a:lnTo>
                <a:lnTo>
                  <a:pt x="0" y="585"/>
                </a:lnTo>
                <a:close/>
              </a:path>
            </a:pathLst>
          </a:custGeom>
          <a:solidFill>
            <a:srgbClr val="36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7" name="contour_05415"/>
          <p:cNvSpPr/>
          <p:nvPr/>
        </p:nvSpPr>
        <p:spPr>
          <a:xfrm>
            <a:off x="9193244" y="5006850"/>
            <a:ext cx="6559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990" y="183"/>
                </a:lnTo>
                <a:lnTo>
                  <a:pt x="20407" y="359"/>
                </a:lnTo>
                <a:lnTo>
                  <a:pt x="19680" y="576"/>
                </a:lnTo>
                <a:lnTo>
                  <a:pt x="18646" y="887"/>
                </a:lnTo>
                <a:lnTo>
                  <a:pt x="17131" y="1341"/>
                </a:lnTo>
                <a:lnTo>
                  <a:pt x="14974" y="1989"/>
                </a:lnTo>
                <a:lnTo>
                  <a:pt x="12000" y="2880"/>
                </a:lnTo>
                <a:lnTo>
                  <a:pt x="11359" y="3897"/>
                </a:lnTo>
                <a:lnTo>
                  <a:pt x="10963" y="4632"/>
                </a:lnTo>
                <a:lnTo>
                  <a:pt x="10740" y="5298"/>
                </a:lnTo>
                <a:lnTo>
                  <a:pt x="10622" y="6103"/>
                </a:lnTo>
                <a:lnTo>
                  <a:pt x="10538" y="7256"/>
                </a:lnTo>
                <a:lnTo>
                  <a:pt x="10459" y="8093"/>
                </a:lnTo>
                <a:lnTo>
                  <a:pt x="10382" y="8934"/>
                </a:lnTo>
                <a:lnTo>
                  <a:pt x="10303" y="9788"/>
                </a:lnTo>
                <a:lnTo>
                  <a:pt x="10270" y="10657"/>
                </a:lnTo>
                <a:lnTo>
                  <a:pt x="10236" y="11533"/>
                </a:lnTo>
                <a:lnTo>
                  <a:pt x="10200" y="12420"/>
                </a:lnTo>
                <a:lnTo>
                  <a:pt x="10128" y="13301"/>
                </a:lnTo>
                <a:lnTo>
                  <a:pt x="10056" y="14188"/>
                </a:lnTo>
                <a:lnTo>
                  <a:pt x="9984" y="15087"/>
                </a:lnTo>
                <a:lnTo>
                  <a:pt x="9914" y="16017"/>
                </a:lnTo>
                <a:lnTo>
                  <a:pt x="9850" y="16947"/>
                </a:lnTo>
                <a:lnTo>
                  <a:pt x="9790" y="17878"/>
                </a:lnTo>
                <a:lnTo>
                  <a:pt x="9734" y="18808"/>
                </a:lnTo>
                <a:lnTo>
                  <a:pt x="9684" y="19738"/>
                </a:lnTo>
                <a:lnTo>
                  <a:pt x="9641" y="20668"/>
                </a:lnTo>
                <a:lnTo>
                  <a:pt x="9600" y="21600"/>
                </a:lnTo>
                <a:lnTo>
                  <a:pt x="8014" y="21600"/>
                </a:lnTo>
                <a:lnTo>
                  <a:pt x="6418" y="21600"/>
                </a:lnTo>
                <a:lnTo>
                  <a:pt x="4800" y="21600"/>
                </a:lnTo>
                <a:lnTo>
                  <a:pt x="4709" y="20923"/>
                </a:lnTo>
                <a:lnTo>
                  <a:pt x="4618" y="20238"/>
                </a:lnTo>
                <a:lnTo>
                  <a:pt x="4498" y="19352"/>
                </a:lnTo>
                <a:lnTo>
                  <a:pt x="4375" y="18467"/>
                </a:lnTo>
                <a:lnTo>
                  <a:pt x="4250" y="17581"/>
                </a:lnTo>
                <a:lnTo>
                  <a:pt x="4126" y="16695"/>
                </a:lnTo>
                <a:lnTo>
                  <a:pt x="4001" y="15810"/>
                </a:lnTo>
                <a:lnTo>
                  <a:pt x="3876" y="14926"/>
                </a:lnTo>
                <a:lnTo>
                  <a:pt x="3749" y="14040"/>
                </a:lnTo>
                <a:lnTo>
                  <a:pt x="3655" y="13332"/>
                </a:lnTo>
                <a:lnTo>
                  <a:pt x="3559" y="12620"/>
                </a:lnTo>
                <a:lnTo>
                  <a:pt x="3463" y="11897"/>
                </a:lnTo>
                <a:lnTo>
                  <a:pt x="3362" y="11200"/>
                </a:lnTo>
                <a:lnTo>
                  <a:pt x="3262" y="10499"/>
                </a:lnTo>
                <a:lnTo>
                  <a:pt x="3158" y="9788"/>
                </a:lnTo>
                <a:lnTo>
                  <a:pt x="3094" y="9310"/>
                </a:lnTo>
                <a:lnTo>
                  <a:pt x="2892" y="7868"/>
                </a:lnTo>
                <a:lnTo>
                  <a:pt x="2633" y="6873"/>
                </a:lnTo>
                <a:lnTo>
                  <a:pt x="2330" y="5882"/>
                </a:lnTo>
                <a:lnTo>
                  <a:pt x="1990" y="4896"/>
                </a:lnTo>
                <a:lnTo>
                  <a:pt x="1620" y="3914"/>
                </a:lnTo>
                <a:lnTo>
                  <a:pt x="1229" y="2933"/>
                </a:lnTo>
                <a:lnTo>
                  <a:pt x="823" y="1954"/>
                </a:lnTo>
                <a:lnTo>
                  <a:pt x="410" y="976"/>
                </a:lnTo>
                <a:lnTo>
                  <a:pt x="0" y="0"/>
                </a:lnTo>
                <a:close/>
              </a:path>
            </a:pathLst>
          </a:custGeom>
          <a:solidFill>
            <a:srgbClr val="D7E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8" name="contour_05416"/>
          <p:cNvSpPr/>
          <p:nvPr/>
        </p:nvSpPr>
        <p:spPr>
          <a:xfrm>
            <a:off x="8624773" y="4953764"/>
            <a:ext cx="109320" cy="37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92" y="144"/>
                </a:moveTo>
                <a:lnTo>
                  <a:pt x="10951" y="97"/>
                </a:lnTo>
                <a:lnTo>
                  <a:pt x="11925" y="47"/>
                </a:lnTo>
                <a:lnTo>
                  <a:pt x="13108" y="106"/>
                </a:lnTo>
                <a:lnTo>
                  <a:pt x="14211" y="271"/>
                </a:lnTo>
                <a:lnTo>
                  <a:pt x="15245" y="575"/>
                </a:lnTo>
                <a:lnTo>
                  <a:pt x="16224" y="1053"/>
                </a:lnTo>
                <a:lnTo>
                  <a:pt x="17159" y="1742"/>
                </a:lnTo>
                <a:lnTo>
                  <a:pt x="18062" y="2680"/>
                </a:lnTo>
                <a:lnTo>
                  <a:pt x="18945" y="3907"/>
                </a:lnTo>
                <a:lnTo>
                  <a:pt x="19820" y="5454"/>
                </a:lnTo>
                <a:lnTo>
                  <a:pt x="20701" y="7356"/>
                </a:lnTo>
                <a:lnTo>
                  <a:pt x="21600" y="9656"/>
                </a:lnTo>
                <a:lnTo>
                  <a:pt x="21600" y="12451"/>
                </a:lnTo>
                <a:lnTo>
                  <a:pt x="21600" y="15262"/>
                </a:lnTo>
                <a:lnTo>
                  <a:pt x="21600" y="18112"/>
                </a:lnTo>
                <a:lnTo>
                  <a:pt x="20457" y="18725"/>
                </a:lnTo>
                <a:lnTo>
                  <a:pt x="19344" y="19309"/>
                </a:lnTo>
                <a:lnTo>
                  <a:pt x="18259" y="19845"/>
                </a:lnTo>
                <a:lnTo>
                  <a:pt x="17201" y="20332"/>
                </a:lnTo>
                <a:lnTo>
                  <a:pt x="16165" y="20754"/>
                </a:lnTo>
                <a:lnTo>
                  <a:pt x="15149" y="21101"/>
                </a:lnTo>
                <a:lnTo>
                  <a:pt x="14151" y="21363"/>
                </a:lnTo>
                <a:lnTo>
                  <a:pt x="13166" y="21532"/>
                </a:lnTo>
                <a:lnTo>
                  <a:pt x="12192" y="21600"/>
                </a:lnTo>
                <a:lnTo>
                  <a:pt x="11228" y="21549"/>
                </a:lnTo>
                <a:lnTo>
                  <a:pt x="10270" y="21376"/>
                </a:lnTo>
                <a:lnTo>
                  <a:pt x="9314" y="21072"/>
                </a:lnTo>
                <a:lnTo>
                  <a:pt x="8358" y="20619"/>
                </a:lnTo>
                <a:lnTo>
                  <a:pt x="7400" y="20015"/>
                </a:lnTo>
                <a:lnTo>
                  <a:pt x="6437" y="19245"/>
                </a:lnTo>
                <a:lnTo>
                  <a:pt x="5465" y="18302"/>
                </a:lnTo>
                <a:lnTo>
                  <a:pt x="4481" y="17173"/>
                </a:lnTo>
                <a:lnTo>
                  <a:pt x="3483" y="15850"/>
                </a:lnTo>
                <a:lnTo>
                  <a:pt x="2470" y="14320"/>
                </a:lnTo>
                <a:lnTo>
                  <a:pt x="1436" y="12578"/>
                </a:lnTo>
                <a:lnTo>
                  <a:pt x="724" y="11128"/>
                </a:lnTo>
                <a:lnTo>
                  <a:pt x="0" y="9656"/>
                </a:lnTo>
                <a:lnTo>
                  <a:pt x="733" y="6946"/>
                </a:lnTo>
                <a:lnTo>
                  <a:pt x="1495" y="4786"/>
                </a:lnTo>
                <a:lnTo>
                  <a:pt x="2287" y="3116"/>
                </a:lnTo>
                <a:lnTo>
                  <a:pt x="3110" y="1877"/>
                </a:lnTo>
                <a:lnTo>
                  <a:pt x="3970" y="1006"/>
                </a:lnTo>
                <a:lnTo>
                  <a:pt x="4867" y="444"/>
                </a:lnTo>
                <a:lnTo>
                  <a:pt x="5805" y="127"/>
                </a:lnTo>
                <a:lnTo>
                  <a:pt x="6784" y="0"/>
                </a:lnTo>
                <a:lnTo>
                  <a:pt x="7806" y="0"/>
                </a:lnTo>
                <a:lnTo>
                  <a:pt x="8875" y="68"/>
                </a:lnTo>
                <a:lnTo>
                  <a:pt x="9992" y="144"/>
                </a:lnTo>
                <a:close/>
              </a:path>
            </a:pathLst>
          </a:custGeom>
          <a:solidFill>
            <a:srgbClr val="E1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19" name="contour_05417"/>
          <p:cNvSpPr/>
          <p:nvPr/>
        </p:nvSpPr>
        <p:spPr>
          <a:xfrm>
            <a:off x="8610205" y="4912106"/>
            <a:ext cx="94744" cy="530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1910" y="1459"/>
                </a:lnTo>
                <a:lnTo>
                  <a:pt x="12196" y="2942"/>
                </a:lnTo>
                <a:lnTo>
                  <a:pt x="12741" y="4426"/>
                </a:lnTo>
                <a:lnTo>
                  <a:pt x="13292" y="5932"/>
                </a:lnTo>
                <a:lnTo>
                  <a:pt x="14472" y="6265"/>
                </a:lnTo>
                <a:lnTo>
                  <a:pt x="15309" y="6413"/>
                </a:lnTo>
                <a:lnTo>
                  <a:pt x="16202" y="6413"/>
                </a:lnTo>
                <a:lnTo>
                  <a:pt x="17549" y="6303"/>
                </a:lnTo>
                <a:lnTo>
                  <a:pt x="18119" y="6262"/>
                </a:lnTo>
                <a:lnTo>
                  <a:pt x="19840" y="6140"/>
                </a:lnTo>
                <a:lnTo>
                  <a:pt x="20714" y="6036"/>
                </a:lnTo>
                <a:lnTo>
                  <a:pt x="21600" y="5932"/>
                </a:lnTo>
                <a:lnTo>
                  <a:pt x="21414" y="9278"/>
                </a:lnTo>
                <a:lnTo>
                  <a:pt x="21253" y="11636"/>
                </a:lnTo>
                <a:lnTo>
                  <a:pt x="21070" y="13339"/>
                </a:lnTo>
                <a:lnTo>
                  <a:pt x="20822" y="14715"/>
                </a:lnTo>
                <a:lnTo>
                  <a:pt x="20460" y="16089"/>
                </a:lnTo>
                <a:lnTo>
                  <a:pt x="19938" y="17797"/>
                </a:lnTo>
                <a:lnTo>
                  <a:pt x="18937" y="18601"/>
                </a:lnTo>
                <a:lnTo>
                  <a:pt x="17930" y="19224"/>
                </a:lnTo>
                <a:lnTo>
                  <a:pt x="16914" y="19699"/>
                </a:lnTo>
                <a:lnTo>
                  <a:pt x="15891" y="20052"/>
                </a:lnTo>
                <a:lnTo>
                  <a:pt x="14852" y="20304"/>
                </a:lnTo>
                <a:lnTo>
                  <a:pt x="13799" y="20491"/>
                </a:lnTo>
                <a:lnTo>
                  <a:pt x="12726" y="20633"/>
                </a:lnTo>
                <a:lnTo>
                  <a:pt x="11631" y="20764"/>
                </a:lnTo>
                <a:lnTo>
                  <a:pt x="10737" y="20950"/>
                </a:lnTo>
                <a:lnTo>
                  <a:pt x="9836" y="21140"/>
                </a:lnTo>
                <a:lnTo>
                  <a:pt x="8924" y="21330"/>
                </a:lnTo>
                <a:lnTo>
                  <a:pt x="7837" y="21467"/>
                </a:lnTo>
                <a:lnTo>
                  <a:pt x="6792" y="21564"/>
                </a:lnTo>
                <a:lnTo>
                  <a:pt x="5772" y="21600"/>
                </a:lnTo>
                <a:lnTo>
                  <a:pt x="4765" y="21561"/>
                </a:lnTo>
                <a:lnTo>
                  <a:pt x="3753" y="21419"/>
                </a:lnTo>
                <a:lnTo>
                  <a:pt x="2725" y="21161"/>
                </a:lnTo>
                <a:lnTo>
                  <a:pt x="1662" y="20764"/>
                </a:lnTo>
                <a:lnTo>
                  <a:pt x="1042" y="18877"/>
                </a:lnTo>
                <a:lnTo>
                  <a:pt x="598" y="17002"/>
                </a:lnTo>
                <a:lnTo>
                  <a:pt x="302" y="15101"/>
                </a:lnTo>
                <a:lnTo>
                  <a:pt x="123" y="13140"/>
                </a:lnTo>
                <a:lnTo>
                  <a:pt x="32" y="11085"/>
                </a:lnTo>
                <a:lnTo>
                  <a:pt x="0" y="8899"/>
                </a:lnTo>
                <a:lnTo>
                  <a:pt x="258" y="10370"/>
                </a:lnTo>
                <a:lnTo>
                  <a:pt x="518" y="11865"/>
                </a:lnTo>
                <a:lnTo>
                  <a:pt x="1085" y="13336"/>
                </a:lnTo>
                <a:lnTo>
                  <a:pt x="1662" y="14831"/>
                </a:lnTo>
                <a:lnTo>
                  <a:pt x="2948" y="15009"/>
                </a:lnTo>
                <a:lnTo>
                  <a:pt x="3850" y="15098"/>
                </a:lnTo>
                <a:lnTo>
                  <a:pt x="4607" y="15098"/>
                </a:lnTo>
                <a:lnTo>
                  <a:pt x="5460" y="15009"/>
                </a:lnTo>
                <a:lnTo>
                  <a:pt x="6646" y="14831"/>
                </a:lnTo>
                <a:lnTo>
                  <a:pt x="6646" y="12870"/>
                </a:lnTo>
                <a:lnTo>
                  <a:pt x="6646" y="10898"/>
                </a:lnTo>
                <a:lnTo>
                  <a:pt x="6646" y="8899"/>
                </a:lnTo>
                <a:lnTo>
                  <a:pt x="7297" y="7401"/>
                </a:lnTo>
                <a:lnTo>
                  <a:pt x="7774" y="6401"/>
                </a:lnTo>
                <a:lnTo>
                  <a:pt x="8311" y="5443"/>
                </a:lnTo>
                <a:lnTo>
                  <a:pt x="9138" y="4079"/>
                </a:lnTo>
                <a:lnTo>
                  <a:pt x="9487" y="3497"/>
                </a:lnTo>
                <a:lnTo>
                  <a:pt x="10541" y="1738"/>
                </a:lnTo>
                <a:lnTo>
                  <a:pt x="10812" y="1305"/>
                </a:lnTo>
                <a:lnTo>
                  <a:pt x="11631" y="0"/>
                </a:lnTo>
                <a:close/>
              </a:path>
            </a:pathLst>
          </a:custGeom>
          <a:solidFill>
            <a:srgbClr val="6D5775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0" name="contour_05418"/>
          <p:cNvSpPr/>
          <p:nvPr/>
        </p:nvSpPr>
        <p:spPr>
          <a:xfrm>
            <a:off x="6329063" y="4919394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10243" y="367"/>
                </a:lnTo>
                <a:lnTo>
                  <a:pt x="11601" y="658"/>
                </a:lnTo>
                <a:lnTo>
                  <a:pt x="12566" y="938"/>
                </a:lnTo>
                <a:lnTo>
                  <a:pt x="13324" y="1279"/>
                </a:lnTo>
                <a:lnTo>
                  <a:pt x="14058" y="1745"/>
                </a:lnTo>
                <a:lnTo>
                  <a:pt x="14954" y="2400"/>
                </a:lnTo>
                <a:lnTo>
                  <a:pt x="15412" y="4114"/>
                </a:lnTo>
                <a:lnTo>
                  <a:pt x="15655" y="5398"/>
                </a:lnTo>
                <a:lnTo>
                  <a:pt x="15888" y="7349"/>
                </a:lnTo>
                <a:lnTo>
                  <a:pt x="16129" y="8885"/>
                </a:lnTo>
                <a:lnTo>
                  <a:pt x="16369" y="10433"/>
                </a:lnTo>
                <a:lnTo>
                  <a:pt x="16615" y="12000"/>
                </a:lnTo>
                <a:lnTo>
                  <a:pt x="17901" y="12288"/>
                </a:lnTo>
                <a:lnTo>
                  <a:pt x="18804" y="12432"/>
                </a:lnTo>
                <a:lnTo>
                  <a:pt x="19561" y="12432"/>
                </a:lnTo>
                <a:lnTo>
                  <a:pt x="20414" y="12288"/>
                </a:lnTo>
                <a:lnTo>
                  <a:pt x="21600" y="12000"/>
                </a:lnTo>
                <a:lnTo>
                  <a:pt x="21600" y="13584"/>
                </a:lnTo>
                <a:lnTo>
                  <a:pt x="21600" y="15170"/>
                </a:lnTo>
                <a:lnTo>
                  <a:pt x="21600" y="16764"/>
                </a:lnTo>
                <a:lnTo>
                  <a:pt x="21600" y="18365"/>
                </a:lnTo>
                <a:lnTo>
                  <a:pt x="21600" y="19975"/>
                </a:lnTo>
                <a:lnTo>
                  <a:pt x="21600" y="21600"/>
                </a:lnTo>
                <a:lnTo>
                  <a:pt x="20475" y="21600"/>
                </a:lnTo>
                <a:lnTo>
                  <a:pt x="19349" y="21600"/>
                </a:lnTo>
                <a:lnTo>
                  <a:pt x="18222" y="21600"/>
                </a:lnTo>
                <a:lnTo>
                  <a:pt x="17096" y="21600"/>
                </a:lnTo>
                <a:lnTo>
                  <a:pt x="15969" y="21600"/>
                </a:lnTo>
                <a:lnTo>
                  <a:pt x="14841" y="21600"/>
                </a:lnTo>
                <a:lnTo>
                  <a:pt x="13711" y="21600"/>
                </a:lnTo>
                <a:lnTo>
                  <a:pt x="12580" y="21600"/>
                </a:lnTo>
                <a:lnTo>
                  <a:pt x="11448" y="21600"/>
                </a:lnTo>
                <a:lnTo>
                  <a:pt x="10313" y="21600"/>
                </a:lnTo>
                <a:lnTo>
                  <a:pt x="9178" y="21600"/>
                </a:lnTo>
                <a:lnTo>
                  <a:pt x="8040" y="21600"/>
                </a:lnTo>
                <a:lnTo>
                  <a:pt x="6900" y="21600"/>
                </a:lnTo>
                <a:lnTo>
                  <a:pt x="5757" y="21600"/>
                </a:lnTo>
                <a:lnTo>
                  <a:pt x="4612" y="21600"/>
                </a:lnTo>
                <a:lnTo>
                  <a:pt x="3463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0" y="20410"/>
                </a:lnTo>
                <a:lnTo>
                  <a:pt x="0" y="19200"/>
                </a:lnTo>
                <a:lnTo>
                  <a:pt x="1087" y="18564"/>
                </a:lnTo>
                <a:lnTo>
                  <a:pt x="1889" y="18113"/>
                </a:lnTo>
                <a:lnTo>
                  <a:pt x="2647" y="17724"/>
                </a:lnTo>
                <a:lnTo>
                  <a:pt x="3599" y="17278"/>
                </a:lnTo>
                <a:lnTo>
                  <a:pt x="4985" y="16651"/>
                </a:lnTo>
                <a:lnTo>
                  <a:pt x="5912" y="16226"/>
                </a:lnTo>
                <a:lnTo>
                  <a:pt x="6844" y="15799"/>
                </a:lnTo>
                <a:lnTo>
                  <a:pt x="7789" y="15365"/>
                </a:lnTo>
                <a:lnTo>
                  <a:pt x="8871" y="14887"/>
                </a:lnTo>
                <a:lnTo>
                  <a:pt x="9969" y="14400"/>
                </a:lnTo>
                <a:lnTo>
                  <a:pt x="9786" y="12816"/>
                </a:lnTo>
                <a:lnTo>
                  <a:pt x="9604" y="11230"/>
                </a:lnTo>
                <a:lnTo>
                  <a:pt x="9421" y="9643"/>
                </a:lnTo>
                <a:lnTo>
                  <a:pt x="9236" y="8052"/>
                </a:lnTo>
                <a:lnTo>
                  <a:pt x="9052" y="6456"/>
                </a:lnTo>
                <a:lnTo>
                  <a:pt x="8868" y="4853"/>
                </a:lnTo>
                <a:lnTo>
                  <a:pt x="8682" y="3245"/>
                </a:lnTo>
                <a:lnTo>
                  <a:pt x="8495" y="1627"/>
                </a:lnTo>
                <a:lnTo>
                  <a:pt x="8308" y="0"/>
                </a:lnTo>
                <a:close/>
              </a:path>
            </a:pathLst>
          </a:custGeom>
          <a:solidFill>
            <a:srgbClr val="DEEC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1" name="contour_05419"/>
          <p:cNvSpPr/>
          <p:nvPr/>
        </p:nvSpPr>
        <p:spPr>
          <a:xfrm>
            <a:off x="6436678" y="4810074"/>
            <a:ext cx="38145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73" y="0"/>
                </a:moveTo>
                <a:lnTo>
                  <a:pt x="19520" y="0"/>
                </a:lnTo>
                <a:lnTo>
                  <a:pt x="21600" y="0"/>
                </a:lnTo>
                <a:lnTo>
                  <a:pt x="21348" y="621"/>
                </a:lnTo>
                <a:lnTo>
                  <a:pt x="21097" y="1245"/>
                </a:lnTo>
                <a:lnTo>
                  <a:pt x="20841" y="1878"/>
                </a:lnTo>
                <a:lnTo>
                  <a:pt x="20597" y="2494"/>
                </a:lnTo>
                <a:lnTo>
                  <a:pt x="20345" y="3119"/>
                </a:lnTo>
                <a:lnTo>
                  <a:pt x="20065" y="3804"/>
                </a:lnTo>
                <a:lnTo>
                  <a:pt x="19784" y="4487"/>
                </a:lnTo>
                <a:lnTo>
                  <a:pt x="19499" y="5171"/>
                </a:lnTo>
                <a:lnTo>
                  <a:pt x="19211" y="5855"/>
                </a:lnTo>
                <a:lnTo>
                  <a:pt x="18909" y="6583"/>
                </a:lnTo>
                <a:lnTo>
                  <a:pt x="18620" y="7312"/>
                </a:lnTo>
                <a:lnTo>
                  <a:pt x="18336" y="8041"/>
                </a:lnTo>
                <a:lnTo>
                  <a:pt x="18067" y="8770"/>
                </a:lnTo>
                <a:lnTo>
                  <a:pt x="17807" y="9498"/>
                </a:lnTo>
                <a:lnTo>
                  <a:pt x="17560" y="10227"/>
                </a:lnTo>
                <a:lnTo>
                  <a:pt x="17329" y="10957"/>
                </a:lnTo>
                <a:lnTo>
                  <a:pt x="17106" y="11687"/>
                </a:lnTo>
                <a:lnTo>
                  <a:pt x="16904" y="12418"/>
                </a:lnTo>
                <a:lnTo>
                  <a:pt x="16714" y="13149"/>
                </a:lnTo>
                <a:lnTo>
                  <a:pt x="16516" y="13847"/>
                </a:lnTo>
                <a:lnTo>
                  <a:pt x="16313" y="14555"/>
                </a:lnTo>
                <a:lnTo>
                  <a:pt x="16132" y="15227"/>
                </a:lnTo>
                <a:lnTo>
                  <a:pt x="15967" y="15899"/>
                </a:lnTo>
                <a:lnTo>
                  <a:pt x="15822" y="16571"/>
                </a:lnTo>
                <a:lnTo>
                  <a:pt x="15694" y="17244"/>
                </a:lnTo>
                <a:lnTo>
                  <a:pt x="15492" y="17860"/>
                </a:lnTo>
                <a:lnTo>
                  <a:pt x="15269" y="18335"/>
                </a:lnTo>
                <a:lnTo>
                  <a:pt x="14914" y="18825"/>
                </a:lnTo>
                <a:lnTo>
                  <a:pt x="14312" y="19482"/>
                </a:lnTo>
                <a:lnTo>
                  <a:pt x="13346" y="20463"/>
                </a:lnTo>
                <a:lnTo>
                  <a:pt x="10197" y="20882"/>
                </a:lnTo>
                <a:lnTo>
                  <a:pt x="7981" y="21150"/>
                </a:lnTo>
                <a:lnTo>
                  <a:pt x="6100" y="21323"/>
                </a:lnTo>
                <a:lnTo>
                  <a:pt x="3958" y="21454"/>
                </a:lnTo>
                <a:lnTo>
                  <a:pt x="966" y="21600"/>
                </a:lnTo>
                <a:lnTo>
                  <a:pt x="718" y="19805"/>
                </a:lnTo>
                <a:lnTo>
                  <a:pt x="503" y="18172"/>
                </a:lnTo>
                <a:lnTo>
                  <a:pt x="318" y="16690"/>
                </a:lnTo>
                <a:lnTo>
                  <a:pt x="169" y="15350"/>
                </a:lnTo>
                <a:lnTo>
                  <a:pt x="66" y="14142"/>
                </a:lnTo>
                <a:lnTo>
                  <a:pt x="4" y="13058"/>
                </a:lnTo>
                <a:lnTo>
                  <a:pt x="0" y="12086"/>
                </a:lnTo>
                <a:lnTo>
                  <a:pt x="50" y="11217"/>
                </a:lnTo>
                <a:lnTo>
                  <a:pt x="157" y="10443"/>
                </a:lnTo>
                <a:lnTo>
                  <a:pt x="330" y="9753"/>
                </a:lnTo>
                <a:lnTo>
                  <a:pt x="578" y="9137"/>
                </a:lnTo>
                <a:lnTo>
                  <a:pt x="896" y="8587"/>
                </a:lnTo>
                <a:lnTo>
                  <a:pt x="1296" y="8092"/>
                </a:lnTo>
                <a:lnTo>
                  <a:pt x="1779" y="7643"/>
                </a:lnTo>
                <a:lnTo>
                  <a:pt x="2348" y="7230"/>
                </a:lnTo>
                <a:lnTo>
                  <a:pt x="3013" y="6844"/>
                </a:lnTo>
                <a:lnTo>
                  <a:pt x="3776" y="6474"/>
                </a:lnTo>
                <a:lnTo>
                  <a:pt x="4643" y="6113"/>
                </a:lnTo>
                <a:lnTo>
                  <a:pt x="5613" y="5749"/>
                </a:lnTo>
                <a:lnTo>
                  <a:pt x="6698" y="5373"/>
                </a:lnTo>
                <a:lnTo>
                  <a:pt x="7899" y="4976"/>
                </a:lnTo>
                <a:lnTo>
                  <a:pt x="9219" y="4547"/>
                </a:lnTo>
                <a:lnTo>
                  <a:pt x="11947" y="4547"/>
                </a:lnTo>
                <a:lnTo>
                  <a:pt x="14692" y="4547"/>
                </a:lnTo>
                <a:lnTo>
                  <a:pt x="17473" y="4547"/>
                </a:lnTo>
                <a:lnTo>
                  <a:pt x="17473" y="3797"/>
                </a:lnTo>
                <a:lnTo>
                  <a:pt x="17473" y="3046"/>
                </a:lnTo>
                <a:lnTo>
                  <a:pt x="17473" y="2291"/>
                </a:lnTo>
                <a:lnTo>
                  <a:pt x="17473" y="1532"/>
                </a:lnTo>
                <a:lnTo>
                  <a:pt x="17473" y="770"/>
                </a:lnTo>
                <a:lnTo>
                  <a:pt x="17473" y="0"/>
                </a:lnTo>
                <a:close/>
              </a:path>
            </a:pathLst>
          </a:custGeom>
          <a:solidFill>
            <a:srgbClr val="9BC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2" name="contour_05420"/>
          <p:cNvSpPr/>
          <p:nvPr/>
        </p:nvSpPr>
        <p:spPr>
          <a:xfrm>
            <a:off x="11553380" y="4838614"/>
            <a:ext cx="81341" cy="582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7"/>
                </a:moveTo>
                <a:lnTo>
                  <a:pt x="21205" y="2217"/>
                </a:lnTo>
                <a:lnTo>
                  <a:pt x="20789" y="4113"/>
                </a:lnTo>
                <a:lnTo>
                  <a:pt x="20340" y="5914"/>
                </a:lnTo>
                <a:lnTo>
                  <a:pt x="19850" y="7632"/>
                </a:lnTo>
                <a:lnTo>
                  <a:pt x="19307" y="9271"/>
                </a:lnTo>
                <a:lnTo>
                  <a:pt x="18699" y="10832"/>
                </a:lnTo>
                <a:lnTo>
                  <a:pt x="18018" y="12326"/>
                </a:lnTo>
                <a:lnTo>
                  <a:pt x="17253" y="13757"/>
                </a:lnTo>
                <a:lnTo>
                  <a:pt x="16392" y="15132"/>
                </a:lnTo>
                <a:lnTo>
                  <a:pt x="15424" y="16453"/>
                </a:lnTo>
                <a:lnTo>
                  <a:pt x="14343" y="17730"/>
                </a:lnTo>
                <a:lnTo>
                  <a:pt x="13133" y="18964"/>
                </a:lnTo>
                <a:lnTo>
                  <a:pt x="11831" y="19888"/>
                </a:lnTo>
                <a:lnTo>
                  <a:pt x="10650" y="20620"/>
                </a:lnTo>
                <a:lnTo>
                  <a:pt x="9516" y="21154"/>
                </a:lnTo>
                <a:lnTo>
                  <a:pt x="8353" y="21484"/>
                </a:lnTo>
                <a:lnTo>
                  <a:pt x="7083" y="21600"/>
                </a:lnTo>
                <a:lnTo>
                  <a:pt x="5634" y="21495"/>
                </a:lnTo>
                <a:lnTo>
                  <a:pt x="4327" y="20736"/>
                </a:lnTo>
                <a:lnTo>
                  <a:pt x="3207" y="19942"/>
                </a:lnTo>
                <a:lnTo>
                  <a:pt x="2206" y="19021"/>
                </a:lnTo>
                <a:lnTo>
                  <a:pt x="1262" y="17881"/>
                </a:lnTo>
                <a:lnTo>
                  <a:pt x="312" y="16431"/>
                </a:lnTo>
                <a:lnTo>
                  <a:pt x="64" y="14616"/>
                </a:lnTo>
                <a:lnTo>
                  <a:pt x="0" y="13028"/>
                </a:lnTo>
                <a:lnTo>
                  <a:pt x="108" y="11526"/>
                </a:lnTo>
                <a:lnTo>
                  <a:pt x="379" y="9965"/>
                </a:lnTo>
                <a:lnTo>
                  <a:pt x="803" y="8202"/>
                </a:lnTo>
                <a:lnTo>
                  <a:pt x="1707" y="6776"/>
                </a:lnTo>
                <a:lnTo>
                  <a:pt x="2717" y="5512"/>
                </a:lnTo>
                <a:lnTo>
                  <a:pt x="3820" y="4408"/>
                </a:lnTo>
                <a:lnTo>
                  <a:pt x="5005" y="3449"/>
                </a:lnTo>
                <a:lnTo>
                  <a:pt x="6261" y="2630"/>
                </a:lnTo>
                <a:lnTo>
                  <a:pt x="7577" y="1942"/>
                </a:lnTo>
                <a:lnTo>
                  <a:pt x="8943" y="1372"/>
                </a:lnTo>
                <a:lnTo>
                  <a:pt x="10346" y="916"/>
                </a:lnTo>
                <a:lnTo>
                  <a:pt x="11776" y="562"/>
                </a:lnTo>
                <a:lnTo>
                  <a:pt x="13222" y="302"/>
                </a:lnTo>
                <a:lnTo>
                  <a:pt x="14674" y="130"/>
                </a:lnTo>
                <a:lnTo>
                  <a:pt x="16115" y="30"/>
                </a:lnTo>
                <a:lnTo>
                  <a:pt x="17542" y="0"/>
                </a:lnTo>
                <a:lnTo>
                  <a:pt x="18939" y="30"/>
                </a:lnTo>
                <a:lnTo>
                  <a:pt x="20296" y="108"/>
                </a:lnTo>
                <a:lnTo>
                  <a:pt x="21600" y="227"/>
                </a:lnTo>
                <a:close/>
              </a:path>
            </a:pathLst>
          </a:custGeom>
          <a:solidFill>
            <a:srgbClr val="F6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3" name="contour_05421"/>
          <p:cNvSpPr/>
          <p:nvPr/>
        </p:nvSpPr>
        <p:spPr>
          <a:xfrm>
            <a:off x="1956268" y="4780922"/>
            <a:ext cx="72880" cy="658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6" y="198"/>
                </a:lnTo>
                <a:lnTo>
                  <a:pt x="7171" y="395"/>
                </a:lnTo>
                <a:lnTo>
                  <a:pt x="8599" y="593"/>
                </a:lnTo>
                <a:lnTo>
                  <a:pt x="10029" y="789"/>
                </a:lnTo>
                <a:lnTo>
                  <a:pt x="11461" y="988"/>
                </a:lnTo>
                <a:lnTo>
                  <a:pt x="12895" y="1186"/>
                </a:lnTo>
                <a:lnTo>
                  <a:pt x="14334" y="1385"/>
                </a:lnTo>
                <a:lnTo>
                  <a:pt x="15777" y="1586"/>
                </a:lnTo>
                <a:lnTo>
                  <a:pt x="17224" y="1786"/>
                </a:lnTo>
                <a:lnTo>
                  <a:pt x="18675" y="1987"/>
                </a:lnTo>
                <a:lnTo>
                  <a:pt x="20136" y="2188"/>
                </a:lnTo>
                <a:lnTo>
                  <a:pt x="21600" y="2391"/>
                </a:lnTo>
                <a:lnTo>
                  <a:pt x="21172" y="3812"/>
                </a:lnTo>
                <a:lnTo>
                  <a:pt x="20742" y="5237"/>
                </a:lnTo>
                <a:lnTo>
                  <a:pt x="20313" y="6667"/>
                </a:lnTo>
                <a:lnTo>
                  <a:pt x="19878" y="8110"/>
                </a:lnTo>
                <a:lnTo>
                  <a:pt x="19440" y="9566"/>
                </a:lnTo>
                <a:lnTo>
                  <a:pt x="18012" y="9566"/>
                </a:lnTo>
                <a:lnTo>
                  <a:pt x="16576" y="9566"/>
                </a:lnTo>
                <a:lnTo>
                  <a:pt x="15120" y="9566"/>
                </a:lnTo>
                <a:lnTo>
                  <a:pt x="14537" y="11180"/>
                </a:lnTo>
                <a:lnTo>
                  <a:pt x="14161" y="12357"/>
                </a:lnTo>
                <a:lnTo>
                  <a:pt x="13824" y="13670"/>
                </a:lnTo>
                <a:lnTo>
                  <a:pt x="13366" y="15693"/>
                </a:lnTo>
                <a:lnTo>
                  <a:pt x="12742" y="17656"/>
                </a:lnTo>
                <a:lnTo>
                  <a:pt x="12267" y="18917"/>
                </a:lnTo>
                <a:lnTo>
                  <a:pt x="11699" y="20024"/>
                </a:lnTo>
                <a:lnTo>
                  <a:pt x="10800" y="21523"/>
                </a:lnTo>
                <a:lnTo>
                  <a:pt x="9312" y="21600"/>
                </a:lnTo>
                <a:lnTo>
                  <a:pt x="7932" y="21533"/>
                </a:lnTo>
                <a:lnTo>
                  <a:pt x="6623" y="21347"/>
                </a:lnTo>
                <a:lnTo>
                  <a:pt x="5355" y="21050"/>
                </a:lnTo>
                <a:lnTo>
                  <a:pt x="4091" y="20663"/>
                </a:lnTo>
                <a:lnTo>
                  <a:pt x="2799" y="20203"/>
                </a:lnTo>
                <a:lnTo>
                  <a:pt x="1447" y="19689"/>
                </a:lnTo>
                <a:lnTo>
                  <a:pt x="0" y="19132"/>
                </a:lnTo>
                <a:lnTo>
                  <a:pt x="356" y="17554"/>
                </a:lnTo>
                <a:lnTo>
                  <a:pt x="713" y="15975"/>
                </a:lnTo>
                <a:lnTo>
                  <a:pt x="1069" y="14394"/>
                </a:lnTo>
                <a:lnTo>
                  <a:pt x="1428" y="12811"/>
                </a:lnTo>
                <a:lnTo>
                  <a:pt x="1784" y="11226"/>
                </a:lnTo>
                <a:lnTo>
                  <a:pt x="2145" y="9638"/>
                </a:lnTo>
                <a:lnTo>
                  <a:pt x="2503" y="8045"/>
                </a:lnTo>
                <a:lnTo>
                  <a:pt x="2864" y="6447"/>
                </a:lnTo>
                <a:lnTo>
                  <a:pt x="3225" y="4845"/>
                </a:lnTo>
                <a:lnTo>
                  <a:pt x="3590" y="3238"/>
                </a:lnTo>
                <a:lnTo>
                  <a:pt x="3953" y="1621"/>
                </a:lnTo>
                <a:lnTo>
                  <a:pt x="4320" y="0"/>
                </a:lnTo>
                <a:close/>
              </a:path>
            </a:pathLst>
          </a:custGeom>
          <a:solidFill>
            <a:srgbClr val="4C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4" name="contour_05422"/>
          <p:cNvSpPr/>
          <p:nvPr/>
        </p:nvSpPr>
        <p:spPr>
          <a:xfrm>
            <a:off x="2276940" y="4788210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8" y="170"/>
                </a:lnTo>
                <a:lnTo>
                  <a:pt x="1471" y="326"/>
                </a:lnTo>
                <a:lnTo>
                  <a:pt x="2162" y="480"/>
                </a:lnTo>
                <a:lnTo>
                  <a:pt x="2906" y="646"/>
                </a:lnTo>
                <a:lnTo>
                  <a:pt x="3758" y="835"/>
                </a:lnTo>
                <a:lnTo>
                  <a:pt x="4781" y="1063"/>
                </a:lnTo>
                <a:lnTo>
                  <a:pt x="6029" y="1339"/>
                </a:lnTo>
                <a:lnTo>
                  <a:pt x="7565" y="1680"/>
                </a:lnTo>
                <a:lnTo>
                  <a:pt x="9444" y="2100"/>
                </a:lnTo>
                <a:lnTo>
                  <a:pt x="11729" y="2606"/>
                </a:lnTo>
                <a:lnTo>
                  <a:pt x="14477" y="3218"/>
                </a:lnTo>
                <a:lnTo>
                  <a:pt x="17748" y="3943"/>
                </a:lnTo>
                <a:lnTo>
                  <a:pt x="21600" y="4800"/>
                </a:lnTo>
                <a:lnTo>
                  <a:pt x="20760" y="8083"/>
                </a:lnTo>
                <a:lnTo>
                  <a:pt x="20088" y="10670"/>
                </a:lnTo>
                <a:lnTo>
                  <a:pt x="19548" y="12677"/>
                </a:lnTo>
                <a:lnTo>
                  <a:pt x="19094" y="14225"/>
                </a:lnTo>
                <a:lnTo>
                  <a:pt x="18694" y="15430"/>
                </a:lnTo>
                <a:lnTo>
                  <a:pt x="18302" y="16411"/>
                </a:lnTo>
                <a:lnTo>
                  <a:pt x="17882" y="17287"/>
                </a:lnTo>
                <a:lnTo>
                  <a:pt x="17395" y="18178"/>
                </a:lnTo>
                <a:lnTo>
                  <a:pt x="16800" y="19200"/>
                </a:lnTo>
                <a:lnTo>
                  <a:pt x="15216" y="19596"/>
                </a:lnTo>
                <a:lnTo>
                  <a:pt x="13630" y="19992"/>
                </a:lnTo>
                <a:lnTo>
                  <a:pt x="12036" y="20390"/>
                </a:lnTo>
                <a:lnTo>
                  <a:pt x="10435" y="20791"/>
                </a:lnTo>
                <a:lnTo>
                  <a:pt x="8825" y="21194"/>
                </a:lnTo>
                <a:lnTo>
                  <a:pt x="7200" y="21600"/>
                </a:lnTo>
                <a:lnTo>
                  <a:pt x="6691" y="20074"/>
                </a:lnTo>
                <a:lnTo>
                  <a:pt x="6182" y="18545"/>
                </a:lnTo>
                <a:lnTo>
                  <a:pt x="5671" y="17016"/>
                </a:lnTo>
                <a:lnTo>
                  <a:pt x="5162" y="15485"/>
                </a:lnTo>
                <a:lnTo>
                  <a:pt x="4651" y="13954"/>
                </a:lnTo>
                <a:lnTo>
                  <a:pt x="4140" y="12418"/>
                </a:lnTo>
                <a:lnTo>
                  <a:pt x="3626" y="10882"/>
                </a:lnTo>
                <a:lnTo>
                  <a:pt x="3113" y="9341"/>
                </a:lnTo>
                <a:lnTo>
                  <a:pt x="2599" y="7795"/>
                </a:lnTo>
                <a:lnTo>
                  <a:pt x="2083" y="6247"/>
                </a:lnTo>
                <a:lnTo>
                  <a:pt x="1565" y="4694"/>
                </a:lnTo>
                <a:lnTo>
                  <a:pt x="1044" y="3134"/>
                </a:lnTo>
                <a:lnTo>
                  <a:pt x="523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ED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5" name="contour_05423"/>
          <p:cNvSpPr/>
          <p:nvPr/>
        </p:nvSpPr>
        <p:spPr>
          <a:xfrm>
            <a:off x="6489122" y="4744482"/>
            <a:ext cx="58581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26" y="0"/>
                </a:moveTo>
                <a:lnTo>
                  <a:pt x="17916" y="878"/>
                </a:lnTo>
                <a:lnTo>
                  <a:pt x="19039" y="1546"/>
                </a:lnTo>
                <a:lnTo>
                  <a:pt x="20098" y="2342"/>
                </a:lnTo>
                <a:lnTo>
                  <a:pt x="21600" y="3600"/>
                </a:lnTo>
                <a:lnTo>
                  <a:pt x="21095" y="4777"/>
                </a:lnTo>
                <a:lnTo>
                  <a:pt x="20702" y="5647"/>
                </a:lnTo>
                <a:lnTo>
                  <a:pt x="20294" y="6467"/>
                </a:lnTo>
                <a:lnTo>
                  <a:pt x="19740" y="7499"/>
                </a:lnTo>
                <a:lnTo>
                  <a:pt x="18913" y="9000"/>
                </a:lnTo>
                <a:lnTo>
                  <a:pt x="19015" y="10154"/>
                </a:lnTo>
                <a:lnTo>
                  <a:pt x="19133" y="11308"/>
                </a:lnTo>
                <a:lnTo>
                  <a:pt x="19267" y="12460"/>
                </a:lnTo>
                <a:lnTo>
                  <a:pt x="19418" y="13612"/>
                </a:lnTo>
                <a:lnTo>
                  <a:pt x="19456" y="14989"/>
                </a:lnTo>
                <a:lnTo>
                  <a:pt x="19418" y="15907"/>
                </a:lnTo>
                <a:lnTo>
                  <a:pt x="19251" y="16772"/>
                </a:lnTo>
                <a:lnTo>
                  <a:pt x="18913" y="18000"/>
                </a:lnTo>
                <a:lnTo>
                  <a:pt x="17564" y="18853"/>
                </a:lnTo>
                <a:lnTo>
                  <a:pt x="16188" y="19580"/>
                </a:lnTo>
                <a:lnTo>
                  <a:pt x="14761" y="20187"/>
                </a:lnTo>
                <a:lnTo>
                  <a:pt x="13267" y="20684"/>
                </a:lnTo>
                <a:lnTo>
                  <a:pt x="11681" y="21080"/>
                </a:lnTo>
                <a:lnTo>
                  <a:pt x="9988" y="21382"/>
                </a:lnTo>
                <a:lnTo>
                  <a:pt x="8164" y="21600"/>
                </a:lnTo>
                <a:lnTo>
                  <a:pt x="5963" y="21380"/>
                </a:lnTo>
                <a:lnTo>
                  <a:pt x="4445" y="21177"/>
                </a:lnTo>
                <a:lnTo>
                  <a:pt x="3219" y="20903"/>
                </a:lnTo>
                <a:lnTo>
                  <a:pt x="1900" y="20473"/>
                </a:lnTo>
                <a:lnTo>
                  <a:pt x="102" y="19800"/>
                </a:lnTo>
                <a:lnTo>
                  <a:pt x="24" y="18549"/>
                </a:lnTo>
                <a:lnTo>
                  <a:pt x="0" y="17608"/>
                </a:lnTo>
                <a:lnTo>
                  <a:pt x="59" y="16799"/>
                </a:lnTo>
                <a:lnTo>
                  <a:pt x="218" y="15946"/>
                </a:lnTo>
                <a:lnTo>
                  <a:pt x="505" y="14868"/>
                </a:lnTo>
                <a:lnTo>
                  <a:pt x="941" y="13388"/>
                </a:lnTo>
                <a:lnTo>
                  <a:pt x="1263" y="12233"/>
                </a:lnTo>
                <a:lnTo>
                  <a:pt x="1588" y="11070"/>
                </a:lnTo>
                <a:lnTo>
                  <a:pt x="1919" y="9893"/>
                </a:lnTo>
                <a:lnTo>
                  <a:pt x="2206" y="9004"/>
                </a:lnTo>
                <a:lnTo>
                  <a:pt x="2496" y="8107"/>
                </a:lnTo>
                <a:lnTo>
                  <a:pt x="2789" y="7200"/>
                </a:lnTo>
                <a:lnTo>
                  <a:pt x="4055" y="7274"/>
                </a:lnTo>
                <a:lnTo>
                  <a:pt x="5329" y="7349"/>
                </a:lnTo>
                <a:lnTo>
                  <a:pt x="6621" y="7425"/>
                </a:lnTo>
                <a:lnTo>
                  <a:pt x="7245" y="7391"/>
                </a:lnTo>
                <a:lnTo>
                  <a:pt x="8341" y="7333"/>
                </a:lnTo>
                <a:lnTo>
                  <a:pt x="10851" y="7200"/>
                </a:lnTo>
                <a:lnTo>
                  <a:pt x="12004" y="6259"/>
                </a:lnTo>
                <a:lnTo>
                  <a:pt x="12721" y="5569"/>
                </a:lnTo>
                <a:lnTo>
                  <a:pt x="13302" y="4795"/>
                </a:lnTo>
                <a:lnTo>
                  <a:pt x="14043" y="3600"/>
                </a:lnTo>
                <a:lnTo>
                  <a:pt x="14683" y="2596"/>
                </a:lnTo>
                <a:lnTo>
                  <a:pt x="15333" y="1575"/>
                </a:lnTo>
                <a:lnTo>
                  <a:pt x="15777" y="794"/>
                </a:lnTo>
                <a:lnTo>
                  <a:pt x="16226" y="0"/>
                </a:lnTo>
                <a:close/>
              </a:path>
            </a:pathLst>
          </a:custGeom>
          <a:solidFill>
            <a:srgbClr val="F5F9F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6" name="contour_05424"/>
          <p:cNvSpPr/>
          <p:nvPr/>
        </p:nvSpPr>
        <p:spPr>
          <a:xfrm>
            <a:off x="10242715" y="4705980"/>
            <a:ext cx="65592" cy="53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839"/>
                </a:moveTo>
                <a:lnTo>
                  <a:pt x="5376" y="451"/>
                </a:lnTo>
                <a:lnTo>
                  <a:pt x="7733" y="175"/>
                </a:lnTo>
                <a:lnTo>
                  <a:pt x="9586" y="21"/>
                </a:lnTo>
                <a:lnTo>
                  <a:pt x="11057" y="0"/>
                </a:lnTo>
                <a:lnTo>
                  <a:pt x="12262" y="130"/>
                </a:lnTo>
                <a:lnTo>
                  <a:pt x="13320" y="424"/>
                </a:lnTo>
                <a:lnTo>
                  <a:pt x="14350" y="893"/>
                </a:lnTo>
                <a:lnTo>
                  <a:pt x="15470" y="1548"/>
                </a:lnTo>
                <a:lnTo>
                  <a:pt x="16800" y="2402"/>
                </a:lnTo>
                <a:lnTo>
                  <a:pt x="18041" y="3787"/>
                </a:lnTo>
                <a:lnTo>
                  <a:pt x="19094" y="5072"/>
                </a:lnTo>
                <a:lnTo>
                  <a:pt x="20011" y="6397"/>
                </a:lnTo>
                <a:lnTo>
                  <a:pt x="20832" y="7904"/>
                </a:lnTo>
                <a:lnTo>
                  <a:pt x="21600" y="9737"/>
                </a:lnTo>
                <a:lnTo>
                  <a:pt x="21600" y="11694"/>
                </a:lnTo>
                <a:lnTo>
                  <a:pt x="21600" y="13655"/>
                </a:lnTo>
                <a:lnTo>
                  <a:pt x="21600" y="15624"/>
                </a:lnTo>
                <a:lnTo>
                  <a:pt x="21600" y="17602"/>
                </a:lnTo>
                <a:lnTo>
                  <a:pt x="21600" y="19592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9643"/>
                </a:lnTo>
                <a:lnTo>
                  <a:pt x="0" y="17682"/>
                </a:lnTo>
                <a:lnTo>
                  <a:pt x="0" y="15713"/>
                </a:lnTo>
                <a:lnTo>
                  <a:pt x="0" y="13735"/>
                </a:lnTo>
                <a:lnTo>
                  <a:pt x="0" y="11745"/>
                </a:lnTo>
                <a:lnTo>
                  <a:pt x="0" y="9737"/>
                </a:lnTo>
                <a:lnTo>
                  <a:pt x="1584" y="9737"/>
                </a:lnTo>
                <a:lnTo>
                  <a:pt x="3170" y="9737"/>
                </a:lnTo>
                <a:lnTo>
                  <a:pt x="4764" y="9737"/>
                </a:lnTo>
                <a:lnTo>
                  <a:pt x="6365" y="9737"/>
                </a:lnTo>
                <a:lnTo>
                  <a:pt x="7975" y="9737"/>
                </a:lnTo>
                <a:lnTo>
                  <a:pt x="9600" y="9737"/>
                </a:lnTo>
                <a:lnTo>
                  <a:pt x="9600" y="7776"/>
                </a:lnTo>
                <a:lnTo>
                  <a:pt x="9600" y="5804"/>
                </a:lnTo>
                <a:lnTo>
                  <a:pt x="9600" y="3805"/>
                </a:lnTo>
                <a:lnTo>
                  <a:pt x="7814" y="2892"/>
                </a:lnTo>
                <a:lnTo>
                  <a:pt x="6547" y="2281"/>
                </a:lnTo>
                <a:lnTo>
                  <a:pt x="5453" y="1830"/>
                </a:lnTo>
                <a:lnTo>
                  <a:pt x="4186" y="1397"/>
                </a:lnTo>
                <a:lnTo>
                  <a:pt x="2400" y="839"/>
                </a:lnTo>
                <a:close/>
              </a:path>
            </a:pathLst>
          </a:custGeom>
          <a:solidFill>
            <a:srgbClr val="ABAFB1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7" name="contour_05425"/>
          <p:cNvSpPr/>
          <p:nvPr/>
        </p:nvSpPr>
        <p:spPr>
          <a:xfrm>
            <a:off x="7830382" y="4678891"/>
            <a:ext cx="5423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4" y="0"/>
                </a:moveTo>
                <a:lnTo>
                  <a:pt x="18732" y="1166"/>
                </a:lnTo>
                <a:lnTo>
                  <a:pt x="19977" y="1968"/>
                </a:lnTo>
                <a:lnTo>
                  <a:pt x="20709" y="2775"/>
                </a:lnTo>
                <a:lnTo>
                  <a:pt x="21376" y="3959"/>
                </a:lnTo>
                <a:lnTo>
                  <a:pt x="21574" y="5549"/>
                </a:lnTo>
                <a:lnTo>
                  <a:pt x="21600" y="6994"/>
                </a:lnTo>
                <a:lnTo>
                  <a:pt x="21440" y="8328"/>
                </a:lnTo>
                <a:lnTo>
                  <a:pt x="21080" y="9588"/>
                </a:lnTo>
                <a:lnTo>
                  <a:pt x="20497" y="10810"/>
                </a:lnTo>
                <a:lnTo>
                  <a:pt x="19678" y="12031"/>
                </a:lnTo>
                <a:lnTo>
                  <a:pt x="18607" y="13286"/>
                </a:lnTo>
                <a:lnTo>
                  <a:pt x="17263" y="14611"/>
                </a:lnTo>
                <a:lnTo>
                  <a:pt x="15893" y="15568"/>
                </a:lnTo>
                <a:lnTo>
                  <a:pt x="14532" y="16498"/>
                </a:lnTo>
                <a:lnTo>
                  <a:pt x="13161" y="17408"/>
                </a:lnTo>
                <a:lnTo>
                  <a:pt x="11777" y="18293"/>
                </a:lnTo>
                <a:lnTo>
                  <a:pt x="10360" y="19155"/>
                </a:lnTo>
                <a:lnTo>
                  <a:pt x="8900" y="19994"/>
                </a:lnTo>
                <a:lnTo>
                  <a:pt x="7388" y="20809"/>
                </a:lnTo>
                <a:lnTo>
                  <a:pt x="5806" y="21600"/>
                </a:lnTo>
                <a:lnTo>
                  <a:pt x="3890" y="21600"/>
                </a:lnTo>
                <a:lnTo>
                  <a:pt x="1959" y="21600"/>
                </a:lnTo>
                <a:lnTo>
                  <a:pt x="0" y="21600"/>
                </a:lnTo>
                <a:lnTo>
                  <a:pt x="305" y="18647"/>
                </a:lnTo>
                <a:lnTo>
                  <a:pt x="575" y="16080"/>
                </a:lnTo>
                <a:lnTo>
                  <a:pt x="827" y="13863"/>
                </a:lnTo>
                <a:lnTo>
                  <a:pt x="1077" y="11962"/>
                </a:lnTo>
                <a:lnTo>
                  <a:pt x="1329" y="10342"/>
                </a:lnTo>
                <a:lnTo>
                  <a:pt x="1599" y="8968"/>
                </a:lnTo>
                <a:lnTo>
                  <a:pt x="1904" y="7802"/>
                </a:lnTo>
                <a:lnTo>
                  <a:pt x="2250" y="6814"/>
                </a:lnTo>
                <a:lnTo>
                  <a:pt x="2650" y="5964"/>
                </a:lnTo>
                <a:lnTo>
                  <a:pt x="3118" y="5219"/>
                </a:lnTo>
                <a:lnTo>
                  <a:pt x="3666" y="4544"/>
                </a:lnTo>
                <a:lnTo>
                  <a:pt x="4305" y="3906"/>
                </a:lnTo>
                <a:lnTo>
                  <a:pt x="5048" y="3264"/>
                </a:lnTo>
                <a:lnTo>
                  <a:pt x="5910" y="2588"/>
                </a:lnTo>
                <a:lnTo>
                  <a:pt x="6900" y="1842"/>
                </a:lnTo>
                <a:lnTo>
                  <a:pt x="9240" y="943"/>
                </a:lnTo>
                <a:lnTo>
                  <a:pt x="10909" y="399"/>
                </a:lnTo>
                <a:lnTo>
                  <a:pt x="12369" y="118"/>
                </a:lnTo>
                <a:lnTo>
                  <a:pt x="14085" y="16"/>
                </a:lnTo>
                <a:lnTo>
                  <a:pt x="16514" y="0"/>
                </a:lnTo>
                <a:close/>
              </a:path>
            </a:pathLst>
          </a:custGeom>
          <a:solidFill>
            <a:srgbClr val="EA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8" name="contour_05426"/>
          <p:cNvSpPr/>
          <p:nvPr/>
        </p:nvSpPr>
        <p:spPr>
          <a:xfrm>
            <a:off x="2742832" y="4708043"/>
            <a:ext cx="6442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24" y="0"/>
                </a:moveTo>
                <a:lnTo>
                  <a:pt x="3834" y="629"/>
                </a:lnTo>
                <a:lnTo>
                  <a:pt x="5051" y="1260"/>
                </a:lnTo>
                <a:lnTo>
                  <a:pt x="6272" y="1897"/>
                </a:lnTo>
                <a:lnTo>
                  <a:pt x="7511" y="2541"/>
                </a:lnTo>
                <a:lnTo>
                  <a:pt x="8721" y="1912"/>
                </a:lnTo>
                <a:lnTo>
                  <a:pt x="9937" y="1281"/>
                </a:lnTo>
                <a:lnTo>
                  <a:pt x="11159" y="644"/>
                </a:lnTo>
                <a:lnTo>
                  <a:pt x="12398" y="0"/>
                </a:lnTo>
                <a:lnTo>
                  <a:pt x="12914" y="793"/>
                </a:lnTo>
                <a:lnTo>
                  <a:pt x="13424" y="1586"/>
                </a:lnTo>
                <a:lnTo>
                  <a:pt x="13932" y="2379"/>
                </a:lnTo>
                <a:lnTo>
                  <a:pt x="14438" y="3173"/>
                </a:lnTo>
                <a:lnTo>
                  <a:pt x="14942" y="3967"/>
                </a:lnTo>
                <a:lnTo>
                  <a:pt x="15443" y="4761"/>
                </a:lnTo>
                <a:lnTo>
                  <a:pt x="15943" y="5555"/>
                </a:lnTo>
                <a:lnTo>
                  <a:pt x="16442" y="6350"/>
                </a:lnTo>
                <a:lnTo>
                  <a:pt x="16940" y="7146"/>
                </a:lnTo>
                <a:lnTo>
                  <a:pt x="17436" y="7941"/>
                </a:lnTo>
                <a:lnTo>
                  <a:pt x="17925" y="8687"/>
                </a:lnTo>
                <a:lnTo>
                  <a:pt x="18416" y="9438"/>
                </a:lnTo>
                <a:lnTo>
                  <a:pt x="18912" y="10199"/>
                </a:lnTo>
                <a:lnTo>
                  <a:pt x="19501" y="11170"/>
                </a:lnTo>
                <a:lnTo>
                  <a:pt x="20036" y="12096"/>
                </a:lnTo>
                <a:lnTo>
                  <a:pt x="20510" y="12983"/>
                </a:lnTo>
                <a:lnTo>
                  <a:pt x="20909" y="13842"/>
                </a:lnTo>
                <a:lnTo>
                  <a:pt x="21229" y="14679"/>
                </a:lnTo>
                <a:lnTo>
                  <a:pt x="21456" y="15504"/>
                </a:lnTo>
                <a:lnTo>
                  <a:pt x="21583" y="16323"/>
                </a:lnTo>
                <a:lnTo>
                  <a:pt x="21600" y="17147"/>
                </a:lnTo>
                <a:lnTo>
                  <a:pt x="21500" y="17981"/>
                </a:lnTo>
                <a:lnTo>
                  <a:pt x="21273" y="18836"/>
                </a:lnTo>
                <a:lnTo>
                  <a:pt x="20906" y="19718"/>
                </a:lnTo>
                <a:lnTo>
                  <a:pt x="20395" y="20637"/>
                </a:lnTo>
                <a:lnTo>
                  <a:pt x="19728" y="21600"/>
                </a:lnTo>
                <a:lnTo>
                  <a:pt x="19230" y="21051"/>
                </a:lnTo>
                <a:lnTo>
                  <a:pt x="18724" y="20495"/>
                </a:lnTo>
                <a:lnTo>
                  <a:pt x="18064" y="19777"/>
                </a:lnTo>
                <a:lnTo>
                  <a:pt x="17405" y="19061"/>
                </a:lnTo>
                <a:lnTo>
                  <a:pt x="16742" y="18345"/>
                </a:lnTo>
                <a:lnTo>
                  <a:pt x="16078" y="17629"/>
                </a:lnTo>
                <a:lnTo>
                  <a:pt x="15413" y="16915"/>
                </a:lnTo>
                <a:lnTo>
                  <a:pt x="14746" y="16200"/>
                </a:lnTo>
                <a:lnTo>
                  <a:pt x="14079" y="15486"/>
                </a:lnTo>
                <a:lnTo>
                  <a:pt x="13556" y="14910"/>
                </a:lnTo>
                <a:lnTo>
                  <a:pt x="13031" y="14332"/>
                </a:lnTo>
                <a:lnTo>
                  <a:pt x="12498" y="13745"/>
                </a:lnTo>
                <a:lnTo>
                  <a:pt x="11741" y="12947"/>
                </a:lnTo>
                <a:lnTo>
                  <a:pt x="10986" y="12176"/>
                </a:lnTo>
                <a:lnTo>
                  <a:pt x="10221" y="11429"/>
                </a:lnTo>
                <a:lnTo>
                  <a:pt x="9429" y="10705"/>
                </a:lnTo>
                <a:lnTo>
                  <a:pt x="8598" y="10002"/>
                </a:lnTo>
                <a:lnTo>
                  <a:pt x="7716" y="9320"/>
                </a:lnTo>
                <a:lnTo>
                  <a:pt x="6768" y="8654"/>
                </a:lnTo>
                <a:lnTo>
                  <a:pt x="5740" y="8005"/>
                </a:lnTo>
                <a:lnTo>
                  <a:pt x="4616" y="7371"/>
                </a:lnTo>
                <a:lnTo>
                  <a:pt x="3387" y="6749"/>
                </a:lnTo>
                <a:lnTo>
                  <a:pt x="1530" y="5762"/>
                </a:lnTo>
                <a:lnTo>
                  <a:pt x="560" y="5105"/>
                </a:lnTo>
                <a:lnTo>
                  <a:pt x="154" y="4483"/>
                </a:lnTo>
                <a:lnTo>
                  <a:pt x="0" y="3598"/>
                </a:lnTo>
                <a:lnTo>
                  <a:pt x="525" y="2879"/>
                </a:lnTo>
                <a:lnTo>
                  <a:pt x="1051" y="2159"/>
                </a:lnTo>
                <a:lnTo>
                  <a:pt x="1574" y="1440"/>
                </a:lnTo>
                <a:lnTo>
                  <a:pt x="2099" y="719"/>
                </a:lnTo>
                <a:lnTo>
                  <a:pt x="2624" y="0"/>
                </a:lnTo>
                <a:close/>
              </a:path>
            </a:pathLst>
          </a:custGeom>
          <a:solidFill>
            <a:srgbClr val="E6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429" name="contour_05427"/>
          <p:cNvSpPr/>
          <p:nvPr/>
        </p:nvSpPr>
        <p:spPr>
          <a:xfrm>
            <a:off x="761038" y="4562283"/>
            <a:ext cx="874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88" y="138"/>
                </a:lnTo>
                <a:lnTo>
                  <a:pt x="9576" y="274"/>
                </a:lnTo>
                <a:lnTo>
                  <a:pt x="10766" y="412"/>
                </a:lnTo>
                <a:lnTo>
                  <a:pt x="11957" y="548"/>
                </a:lnTo>
                <a:lnTo>
                  <a:pt x="13151" y="686"/>
                </a:lnTo>
                <a:lnTo>
                  <a:pt x="14346" y="824"/>
                </a:lnTo>
                <a:lnTo>
                  <a:pt x="15545" y="962"/>
                </a:lnTo>
                <a:lnTo>
                  <a:pt x="16747" y="1102"/>
                </a:lnTo>
                <a:lnTo>
                  <a:pt x="17953" y="1241"/>
                </a:lnTo>
                <a:lnTo>
                  <a:pt x="19163" y="1381"/>
                </a:lnTo>
                <a:lnTo>
                  <a:pt x="20380" y="1520"/>
                </a:lnTo>
                <a:lnTo>
                  <a:pt x="21600" y="1662"/>
                </a:lnTo>
                <a:lnTo>
                  <a:pt x="20412" y="1936"/>
                </a:lnTo>
                <a:lnTo>
                  <a:pt x="19222" y="2210"/>
                </a:lnTo>
                <a:lnTo>
                  <a:pt x="18027" y="2486"/>
                </a:lnTo>
                <a:lnTo>
                  <a:pt x="16826" y="2763"/>
                </a:lnTo>
                <a:lnTo>
                  <a:pt x="15619" y="3042"/>
                </a:lnTo>
                <a:lnTo>
                  <a:pt x="14400" y="3323"/>
                </a:lnTo>
                <a:lnTo>
                  <a:pt x="14504" y="3662"/>
                </a:lnTo>
                <a:lnTo>
                  <a:pt x="14688" y="4262"/>
                </a:lnTo>
                <a:lnTo>
                  <a:pt x="15111" y="5634"/>
                </a:lnTo>
                <a:lnTo>
                  <a:pt x="15394" y="6834"/>
                </a:lnTo>
                <a:lnTo>
                  <a:pt x="15646" y="7995"/>
                </a:lnTo>
                <a:lnTo>
                  <a:pt x="15862" y="9133"/>
                </a:lnTo>
                <a:lnTo>
                  <a:pt x="16034" y="10263"/>
                </a:lnTo>
                <a:lnTo>
                  <a:pt x="16160" y="11396"/>
                </a:lnTo>
                <a:lnTo>
                  <a:pt x="16232" y="12546"/>
                </a:lnTo>
                <a:lnTo>
                  <a:pt x="16249" y="13728"/>
                </a:lnTo>
                <a:lnTo>
                  <a:pt x="16200" y="14954"/>
                </a:lnTo>
                <a:lnTo>
                  <a:pt x="15349" y="15911"/>
                </a:lnTo>
                <a:lnTo>
                  <a:pt x="14463" y="16792"/>
                </a:lnTo>
                <a:lnTo>
                  <a:pt x="13543" y="17602"/>
                </a:lnTo>
                <a:lnTo>
                  <a:pt x="12587" y="18357"/>
                </a:lnTo>
                <a:lnTo>
                  <a:pt x="11594" y="19061"/>
                </a:lnTo>
                <a:lnTo>
                  <a:pt x="10561" y="19729"/>
                </a:lnTo>
                <a:lnTo>
                  <a:pt x="9484" y="20367"/>
                </a:lnTo>
                <a:lnTo>
                  <a:pt x="8365" y="20989"/>
                </a:lnTo>
                <a:lnTo>
                  <a:pt x="7200" y="21600"/>
                </a:lnTo>
                <a:lnTo>
                  <a:pt x="7200" y="20502"/>
                </a:lnTo>
                <a:lnTo>
                  <a:pt x="7200" y="19397"/>
                </a:lnTo>
                <a:lnTo>
                  <a:pt x="7200" y="18277"/>
                </a:lnTo>
                <a:lnTo>
                  <a:pt x="6017" y="17780"/>
                </a:lnTo>
                <a:lnTo>
                  <a:pt x="5083" y="17511"/>
                </a:lnTo>
                <a:lnTo>
                  <a:pt x="3600" y="17238"/>
                </a:lnTo>
                <a:lnTo>
                  <a:pt x="2596" y="17051"/>
                </a:lnTo>
                <a:lnTo>
                  <a:pt x="1575" y="16861"/>
                </a:lnTo>
                <a:lnTo>
                  <a:pt x="794" y="16738"/>
                </a:lnTo>
                <a:lnTo>
                  <a:pt x="0" y="16615"/>
                </a:lnTo>
                <a:lnTo>
                  <a:pt x="1121" y="16057"/>
                </a:lnTo>
                <a:lnTo>
                  <a:pt x="2246" y="15504"/>
                </a:lnTo>
                <a:lnTo>
                  <a:pt x="3375" y="14954"/>
                </a:lnTo>
                <a:lnTo>
                  <a:pt x="3847" y="14721"/>
                </a:lnTo>
                <a:lnTo>
                  <a:pt x="5274" y="14020"/>
                </a:lnTo>
                <a:lnTo>
                  <a:pt x="6242" y="13664"/>
                </a:lnTo>
                <a:lnTo>
                  <a:pt x="7015" y="13450"/>
                </a:lnTo>
                <a:lnTo>
                  <a:pt x="7855" y="13339"/>
                </a:lnTo>
                <a:lnTo>
                  <a:pt x="9027" y="13299"/>
                </a:lnTo>
                <a:lnTo>
                  <a:pt x="10800" y="13292"/>
                </a:lnTo>
                <a:lnTo>
                  <a:pt x="10503" y="12196"/>
                </a:lnTo>
                <a:lnTo>
                  <a:pt x="10206" y="11099"/>
                </a:lnTo>
                <a:lnTo>
                  <a:pt x="9909" y="10001"/>
                </a:lnTo>
                <a:lnTo>
                  <a:pt x="9610" y="8901"/>
                </a:lnTo>
                <a:lnTo>
                  <a:pt x="9313" y="7799"/>
                </a:lnTo>
                <a:lnTo>
                  <a:pt x="9013" y="6696"/>
                </a:lnTo>
                <a:lnTo>
                  <a:pt x="8714" y="5589"/>
                </a:lnTo>
                <a:lnTo>
                  <a:pt x="8413" y="4480"/>
                </a:lnTo>
                <a:lnTo>
                  <a:pt x="8113" y="3366"/>
                </a:lnTo>
                <a:lnTo>
                  <a:pt x="7808" y="2250"/>
                </a:lnTo>
                <a:lnTo>
                  <a:pt x="7506" y="1127"/>
                </a:lnTo>
                <a:lnTo>
                  <a:pt x="7200" y="0"/>
                </a:lnTo>
                <a:close/>
              </a:path>
            </a:pathLst>
          </a:custGeom>
          <a:solidFill>
            <a:srgbClr val="87847C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0" name="contour_05428"/>
          <p:cNvSpPr/>
          <p:nvPr/>
        </p:nvSpPr>
        <p:spPr>
          <a:xfrm>
            <a:off x="2473716" y="4575394"/>
            <a:ext cx="65592" cy="57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50"/>
                </a:moveTo>
                <a:lnTo>
                  <a:pt x="21322" y="2372"/>
                </a:lnTo>
                <a:lnTo>
                  <a:pt x="21029" y="4170"/>
                </a:lnTo>
                <a:lnTo>
                  <a:pt x="20717" y="5951"/>
                </a:lnTo>
                <a:lnTo>
                  <a:pt x="20378" y="7714"/>
                </a:lnTo>
                <a:lnTo>
                  <a:pt x="20009" y="9462"/>
                </a:lnTo>
                <a:lnTo>
                  <a:pt x="19603" y="11194"/>
                </a:lnTo>
                <a:lnTo>
                  <a:pt x="19154" y="12915"/>
                </a:lnTo>
                <a:lnTo>
                  <a:pt x="18655" y="14625"/>
                </a:lnTo>
                <a:lnTo>
                  <a:pt x="18101" y="16324"/>
                </a:lnTo>
                <a:lnTo>
                  <a:pt x="17484" y="18018"/>
                </a:lnTo>
                <a:lnTo>
                  <a:pt x="16800" y="19704"/>
                </a:lnTo>
                <a:lnTo>
                  <a:pt x="15197" y="20601"/>
                </a:lnTo>
                <a:lnTo>
                  <a:pt x="13757" y="21190"/>
                </a:lnTo>
                <a:lnTo>
                  <a:pt x="12379" y="21510"/>
                </a:lnTo>
                <a:lnTo>
                  <a:pt x="10968" y="21600"/>
                </a:lnTo>
                <a:lnTo>
                  <a:pt x="9425" y="21504"/>
                </a:lnTo>
                <a:lnTo>
                  <a:pt x="7651" y="21263"/>
                </a:lnTo>
                <a:lnTo>
                  <a:pt x="6017" y="20256"/>
                </a:lnTo>
                <a:lnTo>
                  <a:pt x="4733" y="19206"/>
                </a:lnTo>
                <a:lnTo>
                  <a:pt x="3703" y="18043"/>
                </a:lnTo>
                <a:lnTo>
                  <a:pt x="2834" y="16699"/>
                </a:lnTo>
                <a:lnTo>
                  <a:pt x="2030" y="15110"/>
                </a:lnTo>
                <a:lnTo>
                  <a:pt x="1200" y="13205"/>
                </a:lnTo>
                <a:lnTo>
                  <a:pt x="634" y="10970"/>
                </a:lnTo>
                <a:lnTo>
                  <a:pt x="319" y="9478"/>
                </a:lnTo>
                <a:lnTo>
                  <a:pt x="146" y="8053"/>
                </a:lnTo>
                <a:lnTo>
                  <a:pt x="0" y="6022"/>
                </a:lnTo>
                <a:lnTo>
                  <a:pt x="1258" y="4389"/>
                </a:lnTo>
                <a:lnTo>
                  <a:pt x="2623" y="3067"/>
                </a:lnTo>
                <a:lnTo>
                  <a:pt x="4082" y="2028"/>
                </a:lnTo>
                <a:lnTo>
                  <a:pt x="5630" y="1237"/>
                </a:lnTo>
                <a:lnTo>
                  <a:pt x="7250" y="670"/>
                </a:lnTo>
                <a:lnTo>
                  <a:pt x="8933" y="293"/>
                </a:lnTo>
                <a:lnTo>
                  <a:pt x="10670" y="79"/>
                </a:lnTo>
                <a:lnTo>
                  <a:pt x="12449" y="0"/>
                </a:lnTo>
                <a:lnTo>
                  <a:pt x="14258" y="22"/>
                </a:lnTo>
                <a:lnTo>
                  <a:pt x="16090" y="118"/>
                </a:lnTo>
                <a:lnTo>
                  <a:pt x="17930" y="257"/>
                </a:lnTo>
                <a:lnTo>
                  <a:pt x="19771" y="410"/>
                </a:lnTo>
                <a:lnTo>
                  <a:pt x="21600" y="550"/>
                </a:lnTo>
                <a:close/>
              </a:path>
            </a:pathLst>
          </a:custGeom>
          <a:solidFill>
            <a:srgbClr val="D5D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1" name="contour_05429"/>
          <p:cNvSpPr/>
          <p:nvPr/>
        </p:nvSpPr>
        <p:spPr>
          <a:xfrm>
            <a:off x="6569567" y="4533131"/>
            <a:ext cx="5369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96" y="0"/>
                </a:moveTo>
                <a:lnTo>
                  <a:pt x="9851" y="722"/>
                </a:lnTo>
                <a:lnTo>
                  <a:pt x="10907" y="1444"/>
                </a:lnTo>
                <a:lnTo>
                  <a:pt x="11960" y="2169"/>
                </a:lnTo>
                <a:lnTo>
                  <a:pt x="13012" y="2893"/>
                </a:lnTo>
                <a:lnTo>
                  <a:pt x="13602" y="3297"/>
                </a:lnTo>
                <a:lnTo>
                  <a:pt x="15381" y="4521"/>
                </a:lnTo>
                <a:lnTo>
                  <a:pt x="16595" y="5477"/>
                </a:lnTo>
                <a:lnTo>
                  <a:pt x="17648" y="6414"/>
                </a:lnTo>
                <a:lnTo>
                  <a:pt x="18548" y="7338"/>
                </a:lnTo>
                <a:lnTo>
                  <a:pt x="19310" y="8257"/>
                </a:lnTo>
                <a:lnTo>
                  <a:pt x="19940" y="9180"/>
                </a:lnTo>
                <a:lnTo>
                  <a:pt x="20454" y="10113"/>
                </a:lnTo>
                <a:lnTo>
                  <a:pt x="20855" y="11065"/>
                </a:lnTo>
                <a:lnTo>
                  <a:pt x="21160" y="12042"/>
                </a:lnTo>
                <a:lnTo>
                  <a:pt x="21377" y="13053"/>
                </a:lnTo>
                <a:lnTo>
                  <a:pt x="21515" y="14103"/>
                </a:lnTo>
                <a:lnTo>
                  <a:pt x="21585" y="15202"/>
                </a:lnTo>
                <a:lnTo>
                  <a:pt x="21600" y="16357"/>
                </a:lnTo>
                <a:lnTo>
                  <a:pt x="20926" y="17624"/>
                </a:lnTo>
                <a:lnTo>
                  <a:pt x="20248" y="18406"/>
                </a:lnTo>
                <a:lnTo>
                  <a:pt x="19158" y="19025"/>
                </a:lnTo>
                <a:lnTo>
                  <a:pt x="17249" y="19804"/>
                </a:lnTo>
                <a:lnTo>
                  <a:pt x="15367" y="20176"/>
                </a:lnTo>
                <a:lnTo>
                  <a:pt x="13499" y="20518"/>
                </a:lnTo>
                <a:lnTo>
                  <a:pt x="11628" y="20830"/>
                </a:lnTo>
                <a:lnTo>
                  <a:pt x="9740" y="21114"/>
                </a:lnTo>
                <a:lnTo>
                  <a:pt x="7823" y="21370"/>
                </a:lnTo>
                <a:lnTo>
                  <a:pt x="5864" y="21600"/>
                </a:lnTo>
                <a:lnTo>
                  <a:pt x="5685" y="20855"/>
                </a:lnTo>
                <a:lnTo>
                  <a:pt x="5506" y="20107"/>
                </a:lnTo>
                <a:lnTo>
                  <a:pt x="5325" y="19346"/>
                </a:lnTo>
                <a:lnTo>
                  <a:pt x="5081" y="18371"/>
                </a:lnTo>
                <a:lnTo>
                  <a:pt x="4832" y="17388"/>
                </a:lnTo>
                <a:lnTo>
                  <a:pt x="4580" y="16393"/>
                </a:lnTo>
                <a:lnTo>
                  <a:pt x="4342" y="15425"/>
                </a:lnTo>
                <a:lnTo>
                  <a:pt x="4102" y="14452"/>
                </a:lnTo>
                <a:lnTo>
                  <a:pt x="3859" y="13465"/>
                </a:lnTo>
                <a:lnTo>
                  <a:pt x="3392" y="12152"/>
                </a:lnTo>
                <a:lnTo>
                  <a:pt x="3014" y="11271"/>
                </a:lnTo>
                <a:lnTo>
                  <a:pt x="2595" y="10616"/>
                </a:lnTo>
                <a:lnTo>
                  <a:pt x="2003" y="9982"/>
                </a:lnTo>
                <a:lnTo>
                  <a:pt x="1099" y="9161"/>
                </a:lnTo>
                <a:lnTo>
                  <a:pt x="554" y="8443"/>
                </a:lnTo>
                <a:lnTo>
                  <a:pt x="0" y="7714"/>
                </a:lnTo>
                <a:lnTo>
                  <a:pt x="821" y="6727"/>
                </a:lnTo>
                <a:lnTo>
                  <a:pt x="1451" y="6023"/>
                </a:lnTo>
                <a:lnTo>
                  <a:pt x="2091" y="5408"/>
                </a:lnTo>
                <a:lnTo>
                  <a:pt x="2947" y="4686"/>
                </a:lnTo>
                <a:lnTo>
                  <a:pt x="4216" y="3664"/>
                </a:lnTo>
                <a:lnTo>
                  <a:pt x="4592" y="3357"/>
                </a:lnTo>
                <a:lnTo>
                  <a:pt x="5251" y="2817"/>
                </a:lnTo>
                <a:lnTo>
                  <a:pt x="6770" y="1578"/>
                </a:lnTo>
                <a:lnTo>
                  <a:pt x="7776" y="796"/>
                </a:lnTo>
                <a:lnTo>
                  <a:pt x="8796" y="0"/>
                </a:lnTo>
                <a:close/>
              </a:path>
            </a:pathLst>
          </a:custGeom>
          <a:solidFill>
            <a:srgbClr val="F7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2" name="contour_05430"/>
          <p:cNvSpPr/>
          <p:nvPr/>
        </p:nvSpPr>
        <p:spPr>
          <a:xfrm>
            <a:off x="5476368" y="4554995"/>
            <a:ext cx="116608" cy="467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50" y="0"/>
                </a:moveTo>
                <a:lnTo>
                  <a:pt x="20701" y="1749"/>
                </a:lnTo>
                <a:lnTo>
                  <a:pt x="20991" y="3033"/>
                </a:lnTo>
                <a:lnTo>
                  <a:pt x="21249" y="4486"/>
                </a:lnTo>
                <a:lnTo>
                  <a:pt x="21600" y="6741"/>
                </a:lnTo>
                <a:lnTo>
                  <a:pt x="21238" y="9137"/>
                </a:lnTo>
                <a:lnTo>
                  <a:pt x="20803" y="11327"/>
                </a:lnTo>
                <a:lnTo>
                  <a:pt x="20299" y="13336"/>
                </a:lnTo>
                <a:lnTo>
                  <a:pt x="19721" y="15200"/>
                </a:lnTo>
                <a:lnTo>
                  <a:pt x="19071" y="16946"/>
                </a:lnTo>
                <a:lnTo>
                  <a:pt x="18348" y="18611"/>
                </a:lnTo>
                <a:lnTo>
                  <a:pt x="17550" y="20222"/>
                </a:lnTo>
                <a:lnTo>
                  <a:pt x="16633" y="20761"/>
                </a:lnTo>
                <a:lnTo>
                  <a:pt x="15726" y="21172"/>
                </a:lnTo>
                <a:lnTo>
                  <a:pt x="14828" y="21455"/>
                </a:lnTo>
                <a:lnTo>
                  <a:pt x="13937" y="21600"/>
                </a:lnTo>
                <a:lnTo>
                  <a:pt x="13053" y="21597"/>
                </a:lnTo>
                <a:lnTo>
                  <a:pt x="12177" y="21445"/>
                </a:lnTo>
                <a:lnTo>
                  <a:pt x="11305" y="21132"/>
                </a:lnTo>
                <a:lnTo>
                  <a:pt x="10440" y="20653"/>
                </a:lnTo>
                <a:lnTo>
                  <a:pt x="9578" y="20002"/>
                </a:lnTo>
                <a:lnTo>
                  <a:pt x="8721" y="19173"/>
                </a:lnTo>
                <a:lnTo>
                  <a:pt x="7868" y="18156"/>
                </a:lnTo>
                <a:lnTo>
                  <a:pt x="7056" y="16629"/>
                </a:lnTo>
                <a:lnTo>
                  <a:pt x="6523" y="15584"/>
                </a:lnTo>
                <a:lnTo>
                  <a:pt x="6030" y="14529"/>
                </a:lnTo>
                <a:lnTo>
                  <a:pt x="5342" y="12982"/>
                </a:lnTo>
                <a:lnTo>
                  <a:pt x="4621" y="11445"/>
                </a:lnTo>
                <a:lnTo>
                  <a:pt x="3883" y="9989"/>
                </a:lnTo>
                <a:lnTo>
                  <a:pt x="3129" y="8598"/>
                </a:lnTo>
                <a:lnTo>
                  <a:pt x="2362" y="7256"/>
                </a:lnTo>
                <a:lnTo>
                  <a:pt x="1584" y="5949"/>
                </a:lnTo>
                <a:lnTo>
                  <a:pt x="795" y="4658"/>
                </a:lnTo>
                <a:lnTo>
                  <a:pt x="0" y="3370"/>
                </a:lnTo>
                <a:lnTo>
                  <a:pt x="354" y="3384"/>
                </a:lnTo>
                <a:lnTo>
                  <a:pt x="1423" y="3424"/>
                </a:lnTo>
                <a:lnTo>
                  <a:pt x="2341" y="3455"/>
                </a:lnTo>
                <a:lnTo>
                  <a:pt x="3258" y="3478"/>
                </a:lnTo>
                <a:lnTo>
                  <a:pt x="4176" y="3502"/>
                </a:lnTo>
                <a:lnTo>
                  <a:pt x="5094" y="3522"/>
                </a:lnTo>
                <a:lnTo>
                  <a:pt x="6012" y="3542"/>
                </a:lnTo>
                <a:lnTo>
                  <a:pt x="6928" y="3562"/>
                </a:lnTo>
                <a:lnTo>
                  <a:pt x="7846" y="3579"/>
                </a:lnTo>
                <a:lnTo>
                  <a:pt x="8586" y="3610"/>
                </a:lnTo>
                <a:lnTo>
                  <a:pt x="9331" y="3637"/>
                </a:lnTo>
                <a:lnTo>
                  <a:pt x="10086" y="3667"/>
                </a:lnTo>
                <a:lnTo>
                  <a:pt x="11773" y="3690"/>
                </a:lnTo>
                <a:lnTo>
                  <a:pt x="13171" y="3690"/>
                </a:lnTo>
                <a:lnTo>
                  <a:pt x="14324" y="3653"/>
                </a:lnTo>
                <a:lnTo>
                  <a:pt x="15278" y="3562"/>
                </a:lnTo>
                <a:lnTo>
                  <a:pt x="16080" y="3397"/>
                </a:lnTo>
                <a:lnTo>
                  <a:pt x="16775" y="3148"/>
                </a:lnTo>
                <a:lnTo>
                  <a:pt x="17408" y="2791"/>
                </a:lnTo>
                <a:lnTo>
                  <a:pt x="18028" y="2315"/>
                </a:lnTo>
                <a:lnTo>
                  <a:pt x="18677" y="1702"/>
                </a:lnTo>
                <a:lnTo>
                  <a:pt x="19402" y="937"/>
                </a:lnTo>
                <a:lnTo>
                  <a:pt x="20250" y="0"/>
                </a:lnTo>
                <a:close/>
              </a:path>
            </a:pathLst>
          </a:custGeom>
          <a:solidFill>
            <a:srgbClr val="887E65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3" name="contour_05431"/>
          <p:cNvSpPr/>
          <p:nvPr/>
        </p:nvSpPr>
        <p:spPr>
          <a:xfrm>
            <a:off x="4835025" y="4298902"/>
            <a:ext cx="83601" cy="52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19" y="6"/>
                </a:moveTo>
                <a:lnTo>
                  <a:pt x="7735" y="15"/>
                </a:lnTo>
                <a:lnTo>
                  <a:pt x="9298" y="42"/>
                </a:lnTo>
                <a:lnTo>
                  <a:pt x="10317" y="24"/>
                </a:lnTo>
                <a:lnTo>
                  <a:pt x="11353" y="6"/>
                </a:lnTo>
                <a:lnTo>
                  <a:pt x="13563" y="27"/>
                </a:lnTo>
                <a:lnTo>
                  <a:pt x="15256" y="81"/>
                </a:lnTo>
                <a:lnTo>
                  <a:pt x="16542" y="214"/>
                </a:lnTo>
                <a:lnTo>
                  <a:pt x="17533" y="463"/>
                </a:lnTo>
                <a:lnTo>
                  <a:pt x="18335" y="869"/>
                </a:lnTo>
                <a:lnTo>
                  <a:pt x="19058" y="1471"/>
                </a:lnTo>
                <a:lnTo>
                  <a:pt x="19815" y="2310"/>
                </a:lnTo>
                <a:lnTo>
                  <a:pt x="20713" y="3426"/>
                </a:lnTo>
                <a:lnTo>
                  <a:pt x="21161" y="5263"/>
                </a:lnTo>
                <a:lnTo>
                  <a:pt x="21436" y="6971"/>
                </a:lnTo>
                <a:lnTo>
                  <a:pt x="21570" y="8659"/>
                </a:lnTo>
                <a:lnTo>
                  <a:pt x="21600" y="10436"/>
                </a:lnTo>
                <a:lnTo>
                  <a:pt x="21559" y="12412"/>
                </a:lnTo>
                <a:lnTo>
                  <a:pt x="20869" y="14472"/>
                </a:lnTo>
                <a:lnTo>
                  <a:pt x="20086" y="16069"/>
                </a:lnTo>
                <a:lnTo>
                  <a:pt x="19190" y="17329"/>
                </a:lnTo>
                <a:lnTo>
                  <a:pt x="18164" y="18382"/>
                </a:lnTo>
                <a:lnTo>
                  <a:pt x="16990" y="19344"/>
                </a:lnTo>
                <a:lnTo>
                  <a:pt x="15653" y="20343"/>
                </a:lnTo>
                <a:lnTo>
                  <a:pt x="14117" y="21029"/>
                </a:lnTo>
                <a:lnTo>
                  <a:pt x="13025" y="21429"/>
                </a:lnTo>
                <a:lnTo>
                  <a:pt x="12076" y="21600"/>
                </a:lnTo>
                <a:lnTo>
                  <a:pt x="10972" y="21597"/>
                </a:lnTo>
                <a:lnTo>
                  <a:pt x="9415" y="21471"/>
                </a:lnTo>
                <a:lnTo>
                  <a:pt x="8355" y="20042"/>
                </a:lnTo>
                <a:lnTo>
                  <a:pt x="7355" y="18571"/>
                </a:lnTo>
                <a:lnTo>
                  <a:pt x="6408" y="17062"/>
                </a:lnTo>
                <a:lnTo>
                  <a:pt x="5510" y="15507"/>
                </a:lnTo>
                <a:lnTo>
                  <a:pt x="4653" y="13913"/>
                </a:lnTo>
                <a:lnTo>
                  <a:pt x="3830" y="12274"/>
                </a:lnTo>
                <a:lnTo>
                  <a:pt x="3035" y="10592"/>
                </a:lnTo>
                <a:lnTo>
                  <a:pt x="2261" y="8866"/>
                </a:lnTo>
                <a:lnTo>
                  <a:pt x="1503" y="7098"/>
                </a:lnTo>
                <a:lnTo>
                  <a:pt x="749" y="5284"/>
                </a:lnTo>
                <a:lnTo>
                  <a:pt x="0" y="3426"/>
                </a:lnTo>
                <a:lnTo>
                  <a:pt x="1139" y="1847"/>
                </a:lnTo>
                <a:lnTo>
                  <a:pt x="2209" y="845"/>
                </a:lnTo>
                <a:lnTo>
                  <a:pt x="3282" y="289"/>
                </a:lnTo>
                <a:lnTo>
                  <a:pt x="4427" y="51"/>
                </a:lnTo>
                <a:lnTo>
                  <a:pt x="5717" y="0"/>
                </a:lnTo>
                <a:lnTo>
                  <a:pt x="7219" y="6"/>
                </a:lnTo>
                <a:close/>
              </a:path>
            </a:pathLst>
          </a:custGeom>
          <a:solidFill>
            <a:srgbClr val="D8B76F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4" name="contour_05432"/>
          <p:cNvSpPr/>
          <p:nvPr/>
        </p:nvSpPr>
        <p:spPr>
          <a:xfrm>
            <a:off x="4193682" y="4139579"/>
            <a:ext cx="54492" cy="66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33" y="520"/>
                </a:lnTo>
                <a:lnTo>
                  <a:pt x="6451" y="957"/>
                </a:lnTo>
                <a:lnTo>
                  <a:pt x="8851" y="1334"/>
                </a:lnTo>
                <a:lnTo>
                  <a:pt x="10819" y="1674"/>
                </a:lnTo>
                <a:lnTo>
                  <a:pt x="12448" y="1994"/>
                </a:lnTo>
                <a:lnTo>
                  <a:pt x="13832" y="2320"/>
                </a:lnTo>
                <a:lnTo>
                  <a:pt x="15060" y="2669"/>
                </a:lnTo>
                <a:lnTo>
                  <a:pt x="16218" y="3065"/>
                </a:lnTo>
                <a:lnTo>
                  <a:pt x="17405" y="3530"/>
                </a:lnTo>
                <a:lnTo>
                  <a:pt x="18711" y="4084"/>
                </a:lnTo>
                <a:lnTo>
                  <a:pt x="20222" y="4748"/>
                </a:lnTo>
                <a:lnTo>
                  <a:pt x="20826" y="6370"/>
                </a:lnTo>
                <a:lnTo>
                  <a:pt x="21248" y="7958"/>
                </a:lnTo>
                <a:lnTo>
                  <a:pt x="21502" y="9518"/>
                </a:lnTo>
                <a:lnTo>
                  <a:pt x="21600" y="11066"/>
                </a:lnTo>
                <a:lnTo>
                  <a:pt x="21557" y="12611"/>
                </a:lnTo>
                <a:lnTo>
                  <a:pt x="21383" y="14167"/>
                </a:lnTo>
                <a:lnTo>
                  <a:pt x="21094" y="15741"/>
                </a:lnTo>
                <a:lnTo>
                  <a:pt x="20704" y="17346"/>
                </a:lnTo>
                <a:lnTo>
                  <a:pt x="20222" y="18993"/>
                </a:lnTo>
                <a:lnTo>
                  <a:pt x="18497" y="20370"/>
                </a:lnTo>
                <a:lnTo>
                  <a:pt x="17264" y="21099"/>
                </a:lnTo>
                <a:lnTo>
                  <a:pt x="15926" y="21429"/>
                </a:lnTo>
                <a:lnTo>
                  <a:pt x="13893" y="21600"/>
                </a:lnTo>
                <a:lnTo>
                  <a:pt x="11925" y="21557"/>
                </a:lnTo>
                <a:lnTo>
                  <a:pt x="9932" y="21515"/>
                </a:lnTo>
                <a:lnTo>
                  <a:pt x="8187" y="21479"/>
                </a:lnTo>
                <a:lnTo>
                  <a:pt x="6436" y="21441"/>
                </a:lnTo>
                <a:lnTo>
                  <a:pt x="4671" y="21405"/>
                </a:lnTo>
                <a:lnTo>
                  <a:pt x="2889" y="21367"/>
                </a:lnTo>
                <a:lnTo>
                  <a:pt x="2669" y="19741"/>
                </a:lnTo>
                <a:lnTo>
                  <a:pt x="2450" y="18112"/>
                </a:lnTo>
                <a:lnTo>
                  <a:pt x="2227" y="16484"/>
                </a:lnTo>
                <a:lnTo>
                  <a:pt x="2008" y="14853"/>
                </a:lnTo>
                <a:lnTo>
                  <a:pt x="1788" y="13219"/>
                </a:lnTo>
                <a:lnTo>
                  <a:pt x="1566" y="11583"/>
                </a:lnTo>
                <a:lnTo>
                  <a:pt x="1343" y="9943"/>
                </a:lnTo>
                <a:lnTo>
                  <a:pt x="1121" y="8300"/>
                </a:lnTo>
                <a:lnTo>
                  <a:pt x="898" y="6652"/>
                </a:lnTo>
                <a:lnTo>
                  <a:pt x="676" y="4998"/>
                </a:lnTo>
                <a:lnTo>
                  <a:pt x="451" y="3338"/>
                </a:lnTo>
                <a:lnTo>
                  <a:pt x="225" y="1674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5" name="contour_05433"/>
          <p:cNvSpPr/>
          <p:nvPr/>
        </p:nvSpPr>
        <p:spPr>
          <a:xfrm>
            <a:off x="1650173" y="3680436"/>
            <a:ext cx="102032" cy="471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9" y="317"/>
                </a:lnTo>
                <a:lnTo>
                  <a:pt x="983" y="724"/>
                </a:lnTo>
                <a:lnTo>
                  <a:pt x="2035" y="1502"/>
                </a:lnTo>
                <a:lnTo>
                  <a:pt x="3953" y="2920"/>
                </a:lnTo>
                <a:lnTo>
                  <a:pt x="4951" y="3634"/>
                </a:lnTo>
                <a:lnTo>
                  <a:pt x="5951" y="4338"/>
                </a:lnTo>
                <a:lnTo>
                  <a:pt x="6952" y="5032"/>
                </a:lnTo>
                <a:lnTo>
                  <a:pt x="7955" y="5716"/>
                </a:lnTo>
                <a:lnTo>
                  <a:pt x="8958" y="6387"/>
                </a:lnTo>
                <a:lnTo>
                  <a:pt x="9962" y="7051"/>
                </a:lnTo>
                <a:lnTo>
                  <a:pt x="10967" y="7708"/>
                </a:lnTo>
                <a:lnTo>
                  <a:pt x="11974" y="8356"/>
                </a:lnTo>
                <a:lnTo>
                  <a:pt x="12982" y="8996"/>
                </a:lnTo>
                <a:lnTo>
                  <a:pt x="13989" y="9634"/>
                </a:lnTo>
                <a:lnTo>
                  <a:pt x="14998" y="10261"/>
                </a:lnTo>
                <a:lnTo>
                  <a:pt x="16009" y="10888"/>
                </a:lnTo>
                <a:lnTo>
                  <a:pt x="17019" y="11506"/>
                </a:lnTo>
                <a:lnTo>
                  <a:pt x="18031" y="12123"/>
                </a:lnTo>
                <a:lnTo>
                  <a:pt x="19043" y="12737"/>
                </a:lnTo>
                <a:lnTo>
                  <a:pt x="20057" y="13348"/>
                </a:lnTo>
                <a:lnTo>
                  <a:pt x="20363" y="11366"/>
                </a:lnTo>
                <a:lnTo>
                  <a:pt x="20670" y="9377"/>
                </a:lnTo>
                <a:lnTo>
                  <a:pt x="20977" y="7381"/>
                </a:lnTo>
                <a:lnTo>
                  <a:pt x="21287" y="5369"/>
                </a:lnTo>
                <a:lnTo>
                  <a:pt x="21600" y="3337"/>
                </a:lnTo>
                <a:lnTo>
                  <a:pt x="21600" y="5603"/>
                </a:lnTo>
                <a:lnTo>
                  <a:pt x="21569" y="7782"/>
                </a:lnTo>
                <a:lnTo>
                  <a:pt x="21497" y="9891"/>
                </a:lnTo>
                <a:lnTo>
                  <a:pt x="21369" y="11950"/>
                </a:lnTo>
                <a:lnTo>
                  <a:pt x="21171" y="13975"/>
                </a:lnTo>
                <a:lnTo>
                  <a:pt x="20896" y="15981"/>
                </a:lnTo>
                <a:lnTo>
                  <a:pt x="20529" y="17993"/>
                </a:lnTo>
                <a:lnTo>
                  <a:pt x="20057" y="20022"/>
                </a:lnTo>
                <a:lnTo>
                  <a:pt x="19051" y="20626"/>
                </a:lnTo>
                <a:lnTo>
                  <a:pt x="18048" y="21063"/>
                </a:lnTo>
                <a:lnTo>
                  <a:pt x="17047" y="21360"/>
                </a:lnTo>
                <a:lnTo>
                  <a:pt x="16046" y="21533"/>
                </a:lnTo>
                <a:lnTo>
                  <a:pt x="15041" y="21600"/>
                </a:lnTo>
                <a:lnTo>
                  <a:pt x="14032" y="21583"/>
                </a:lnTo>
                <a:lnTo>
                  <a:pt x="13020" y="21500"/>
                </a:lnTo>
                <a:lnTo>
                  <a:pt x="11999" y="21373"/>
                </a:lnTo>
                <a:lnTo>
                  <a:pt x="10971" y="21223"/>
                </a:lnTo>
                <a:lnTo>
                  <a:pt x="9933" y="21063"/>
                </a:lnTo>
                <a:lnTo>
                  <a:pt x="8981" y="20989"/>
                </a:lnTo>
                <a:lnTo>
                  <a:pt x="8024" y="20913"/>
                </a:lnTo>
                <a:lnTo>
                  <a:pt x="7054" y="20836"/>
                </a:lnTo>
                <a:lnTo>
                  <a:pt x="6045" y="20746"/>
                </a:lnTo>
                <a:lnTo>
                  <a:pt x="5037" y="20642"/>
                </a:lnTo>
                <a:lnTo>
                  <a:pt x="4030" y="20532"/>
                </a:lnTo>
                <a:lnTo>
                  <a:pt x="3022" y="20412"/>
                </a:lnTo>
                <a:lnTo>
                  <a:pt x="2015" y="20289"/>
                </a:lnTo>
                <a:lnTo>
                  <a:pt x="1007" y="20155"/>
                </a:lnTo>
                <a:lnTo>
                  <a:pt x="0" y="20022"/>
                </a:lnTo>
                <a:lnTo>
                  <a:pt x="0" y="17819"/>
                </a:lnTo>
                <a:lnTo>
                  <a:pt x="0" y="15614"/>
                </a:lnTo>
                <a:lnTo>
                  <a:pt x="0" y="13408"/>
                </a:lnTo>
                <a:lnTo>
                  <a:pt x="0" y="11195"/>
                </a:lnTo>
                <a:lnTo>
                  <a:pt x="0" y="8976"/>
                </a:lnTo>
                <a:lnTo>
                  <a:pt x="0" y="6747"/>
                </a:lnTo>
                <a:lnTo>
                  <a:pt x="0" y="4512"/>
                </a:lnTo>
                <a:lnTo>
                  <a:pt x="0" y="2262"/>
                </a:lnTo>
                <a:lnTo>
                  <a:pt x="0" y="0"/>
                </a:lnTo>
                <a:close/>
              </a:path>
            </a:pathLst>
          </a:custGeom>
          <a:solidFill>
            <a:srgbClr val="E4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6" name="contour_05434"/>
          <p:cNvSpPr/>
          <p:nvPr/>
        </p:nvSpPr>
        <p:spPr>
          <a:xfrm>
            <a:off x="10424915" y="3643996"/>
            <a:ext cx="167624" cy="46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47" y="0"/>
                </a:lnTo>
                <a:lnTo>
                  <a:pt x="1293" y="0"/>
                </a:lnTo>
                <a:lnTo>
                  <a:pt x="1940" y="0"/>
                </a:lnTo>
                <a:lnTo>
                  <a:pt x="2588" y="0"/>
                </a:lnTo>
                <a:lnTo>
                  <a:pt x="3235" y="0"/>
                </a:lnTo>
                <a:lnTo>
                  <a:pt x="3883" y="0"/>
                </a:lnTo>
                <a:lnTo>
                  <a:pt x="4531" y="0"/>
                </a:lnTo>
                <a:lnTo>
                  <a:pt x="5180" y="0"/>
                </a:lnTo>
                <a:lnTo>
                  <a:pt x="5830" y="0"/>
                </a:lnTo>
                <a:lnTo>
                  <a:pt x="6480" y="0"/>
                </a:lnTo>
                <a:lnTo>
                  <a:pt x="7131" y="0"/>
                </a:lnTo>
                <a:lnTo>
                  <a:pt x="7783" y="0"/>
                </a:lnTo>
                <a:lnTo>
                  <a:pt x="8435" y="0"/>
                </a:lnTo>
                <a:lnTo>
                  <a:pt x="9089" y="0"/>
                </a:lnTo>
                <a:lnTo>
                  <a:pt x="9743" y="0"/>
                </a:lnTo>
                <a:lnTo>
                  <a:pt x="10399" y="0"/>
                </a:lnTo>
                <a:lnTo>
                  <a:pt x="11055" y="0"/>
                </a:lnTo>
                <a:lnTo>
                  <a:pt x="11714" y="0"/>
                </a:lnTo>
                <a:lnTo>
                  <a:pt x="12373" y="0"/>
                </a:lnTo>
                <a:lnTo>
                  <a:pt x="13034" y="0"/>
                </a:lnTo>
                <a:lnTo>
                  <a:pt x="13696" y="0"/>
                </a:lnTo>
                <a:lnTo>
                  <a:pt x="14360" y="0"/>
                </a:lnTo>
                <a:lnTo>
                  <a:pt x="15026" y="0"/>
                </a:lnTo>
                <a:lnTo>
                  <a:pt x="15026" y="1676"/>
                </a:lnTo>
                <a:lnTo>
                  <a:pt x="15026" y="3380"/>
                </a:lnTo>
                <a:lnTo>
                  <a:pt x="15677" y="3714"/>
                </a:lnTo>
                <a:lnTo>
                  <a:pt x="16329" y="4049"/>
                </a:lnTo>
                <a:lnTo>
                  <a:pt x="16980" y="4384"/>
                </a:lnTo>
                <a:lnTo>
                  <a:pt x="17633" y="4722"/>
                </a:lnTo>
                <a:lnTo>
                  <a:pt x="18289" y="5056"/>
                </a:lnTo>
                <a:lnTo>
                  <a:pt x="18945" y="5394"/>
                </a:lnTo>
                <a:lnTo>
                  <a:pt x="19604" y="5732"/>
                </a:lnTo>
                <a:lnTo>
                  <a:pt x="20266" y="6073"/>
                </a:lnTo>
                <a:lnTo>
                  <a:pt x="20931" y="6415"/>
                </a:lnTo>
                <a:lnTo>
                  <a:pt x="21600" y="6760"/>
                </a:lnTo>
                <a:lnTo>
                  <a:pt x="21600" y="8994"/>
                </a:lnTo>
                <a:lnTo>
                  <a:pt x="21600" y="11241"/>
                </a:lnTo>
                <a:lnTo>
                  <a:pt x="21600" y="13519"/>
                </a:lnTo>
                <a:lnTo>
                  <a:pt x="20980" y="13519"/>
                </a:lnTo>
                <a:lnTo>
                  <a:pt x="20359" y="13519"/>
                </a:lnTo>
                <a:lnTo>
                  <a:pt x="19736" y="13519"/>
                </a:lnTo>
                <a:lnTo>
                  <a:pt x="19109" y="13519"/>
                </a:lnTo>
                <a:lnTo>
                  <a:pt x="18479" y="13519"/>
                </a:lnTo>
                <a:lnTo>
                  <a:pt x="17843" y="13519"/>
                </a:lnTo>
                <a:lnTo>
                  <a:pt x="17843" y="15753"/>
                </a:lnTo>
                <a:lnTo>
                  <a:pt x="17843" y="18001"/>
                </a:lnTo>
                <a:lnTo>
                  <a:pt x="17843" y="20279"/>
                </a:lnTo>
                <a:lnTo>
                  <a:pt x="17272" y="20532"/>
                </a:lnTo>
                <a:lnTo>
                  <a:pt x="16701" y="20755"/>
                </a:lnTo>
                <a:lnTo>
                  <a:pt x="16128" y="20951"/>
                </a:lnTo>
                <a:lnTo>
                  <a:pt x="15554" y="21123"/>
                </a:lnTo>
                <a:lnTo>
                  <a:pt x="15234" y="21242"/>
                </a:lnTo>
                <a:lnTo>
                  <a:pt x="14266" y="21600"/>
                </a:lnTo>
                <a:lnTo>
                  <a:pt x="13711" y="20944"/>
                </a:lnTo>
                <a:lnTo>
                  <a:pt x="13148" y="20279"/>
                </a:lnTo>
                <a:lnTo>
                  <a:pt x="13071" y="18082"/>
                </a:lnTo>
                <a:lnTo>
                  <a:pt x="12992" y="15868"/>
                </a:lnTo>
                <a:lnTo>
                  <a:pt x="12913" y="13624"/>
                </a:lnTo>
                <a:lnTo>
                  <a:pt x="12793" y="11427"/>
                </a:lnTo>
                <a:lnTo>
                  <a:pt x="12679" y="9977"/>
                </a:lnTo>
                <a:lnTo>
                  <a:pt x="12506" y="8635"/>
                </a:lnTo>
                <a:lnTo>
                  <a:pt x="12209" y="6760"/>
                </a:lnTo>
                <a:lnTo>
                  <a:pt x="11603" y="6117"/>
                </a:lnTo>
                <a:lnTo>
                  <a:pt x="10995" y="5600"/>
                </a:lnTo>
                <a:lnTo>
                  <a:pt x="10387" y="5198"/>
                </a:lnTo>
                <a:lnTo>
                  <a:pt x="9775" y="4891"/>
                </a:lnTo>
                <a:lnTo>
                  <a:pt x="9162" y="4667"/>
                </a:lnTo>
                <a:lnTo>
                  <a:pt x="8545" y="4509"/>
                </a:lnTo>
                <a:lnTo>
                  <a:pt x="7926" y="4400"/>
                </a:lnTo>
                <a:lnTo>
                  <a:pt x="7304" y="4326"/>
                </a:lnTo>
                <a:lnTo>
                  <a:pt x="6677" y="4275"/>
                </a:lnTo>
                <a:lnTo>
                  <a:pt x="6046" y="4225"/>
                </a:lnTo>
                <a:lnTo>
                  <a:pt x="5789" y="4181"/>
                </a:lnTo>
                <a:lnTo>
                  <a:pt x="5334" y="4100"/>
                </a:lnTo>
                <a:lnTo>
                  <a:pt x="4294" y="3921"/>
                </a:lnTo>
                <a:lnTo>
                  <a:pt x="3680" y="3823"/>
                </a:lnTo>
                <a:lnTo>
                  <a:pt x="3067" y="3731"/>
                </a:lnTo>
                <a:lnTo>
                  <a:pt x="2454" y="3647"/>
                </a:lnTo>
                <a:lnTo>
                  <a:pt x="1841" y="3569"/>
                </a:lnTo>
                <a:lnTo>
                  <a:pt x="1227" y="3498"/>
                </a:lnTo>
                <a:lnTo>
                  <a:pt x="613" y="3437"/>
                </a:lnTo>
                <a:lnTo>
                  <a:pt x="0" y="3380"/>
                </a:lnTo>
                <a:lnTo>
                  <a:pt x="0" y="1703"/>
                </a:lnTo>
                <a:lnTo>
                  <a:pt x="0" y="0"/>
                </a:lnTo>
                <a:close/>
              </a:path>
            </a:pathLst>
          </a:custGeom>
          <a:solidFill>
            <a:srgbClr val="C1D5EA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7" name="contour_05435"/>
          <p:cNvSpPr/>
          <p:nvPr/>
        </p:nvSpPr>
        <p:spPr>
          <a:xfrm>
            <a:off x="7114067" y="3292693"/>
            <a:ext cx="67691" cy="661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77" y="7172"/>
                </a:moveTo>
                <a:lnTo>
                  <a:pt x="18316" y="8677"/>
                </a:lnTo>
                <a:lnTo>
                  <a:pt x="19098" y="10144"/>
                </a:lnTo>
                <a:lnTo>
                  <a:pt x="19737" y="11594"/>
                </a:lnTo>
                <a:lnTo>
                  <a:pt x="20260" y="13054"/>
                </a:lnTo>
                <a:lnTo>
                  <a:pt x="20686" y="14552"/>
                </a:lnTo>
                <a:lnTo>
                  <a:pt x="21037" y="16114"/>
                </a:lnTo>
                <a:lnTo>
                  <a:pt x="21335" y="17764"/>
                </a:lnTo>
                <a:lnTo>
                  <a:pt x="21600" y="19533"/>
                </a:lnTo>
                <a:lnTo>
                  <a:pt x="20128" y="20283"/>
                </a:lnTo>
                <a:lnTo>
                  <a:pt x="18753" y="20876"/>
                </a:lnTo>
                <a:lnTo>
                  <a:pt x="17426" y="21302"/>
                </a:lnTo>
                <a:lnTo>
                  <a:pt x="16100" y="21545"/>
                </a:lnTo>
                <a:lnTo>
                  <a:pt x="14728" y="21600"/>
                </a:lnTo>
                <a:lnTo>
                  <a:pt x="13260" y="21455"/>
                </a:lnTo>
                <a:lnTo>
                  <a:pt x="11653" y="21098"/>
                </a:lnTo>
                <a:lnTo>
                  <a:pt x="9028" y="20033"/>
                </a:lnTo>
                <a:lnTo>
                  <a:pt x="7019" y="19197"/>
                </a:lnTo>
                <a:lnTo>
                  <a:pt x="5495" y="18512"/>
                </a:lnTo>
                <a:lnTo>
                  <a:pt x="4330" y="17904"/>
                </a:lnTo>
                <a:lnTo>
                  <a:pt x="3393" y="17300"/>
                </a:lnTo>
                <a:lnTo>
                  <a:pt x="2556" y="16626"/>
                </a:lnTo>
                <a:lnTo>
                  <a:pt x="1691" y="15807"/>
                </a:lnTo>
                <a:lnTo>
                  <a:pt x="670" y="14771"/>
                </a:lnTo>
                <a:lnTo>
                  <a:pt x="358" y="13035"/>
                </a:lnTo>
                <a:lnTo>
                  <a:pt x="137" y="11330"/>
                </a:lnTo>
                <a:lnTo>
                  <a:pt x="16" y="9646"/>
                </a:lnTo>
                <a:lnTo>
                  <a:pt x="0" y="7970"/>
                </a:lnTo>
                <a:lnTo>
                  <a:pt x="98" y="6289"/>
                </a:lnTo>
                <a:lnTo>
                  <a:pt x="319" y="4591"/>
                </a:lnTo>
                <a:lnTo>
                  <a:pt x="670" y="2865"/>
                </a:lnTo>
                <a:lnTo>
                  <a:pt x="1921" y="1807"/>
                </a:lnTo>
                <a:lnTo>
                  <a:pt x="3102" y="1074"/>
                </a:lnTo>
                <a:lnTo>
                  <a:pt x="4319" y="579"/>
                </a:lnTo>
                <a:lnTo>
                  <a:pt x="5681" y="248"/>
                </a:lnTo>
                <a:lnTo>
                  <a:pt x="7293" y="0"/>
                </a:lnTo>
                <a:lnTo>
                  <a:pt x="8928" y="405"/>
                </a:lnTo>
                <a:lnTo>
                  <a:pt x="10391" y="981"/>
                </a:lnTo>
                <a:lnTo>
                  <a:pt x="11714" y="1714"/>
                </a:lnTo>
                <a:lnTo>
                  <a:pt x="12928" y="2586"/>
                </a:lnTo>
                <a:lnTo>
                  <a:pt x="14070" y="3586"/>
                </a:lnTo>
                <a:lnTo>
                  <a:pt x="15170" y="4693"/>
                </a:lnTo>
                <a:lnTo>
                  <a:pt x="16260" y="5894"/>
                </a:lnTo>
                <a:lnTo>
                  <a:pt x="17377" y="7172"/>
                </a:lnTo>
                <a:close/>
              </a:path>
            </a:pathLst>
          </a:custGeom>
          <a:solidFill>
            <a:srgbClr val="A8BCC4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8" name="contour_05436"/>
          <p:cNvSpPr/>
          <p:nvPr/>
        </p:nvSpPr>
        <p:spPr>
          <a:xfrm>
            <a:off x="8318685" y="3287219"/>
            <a:ext cx="60665" cy="58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53" y="1165"/>
                </a:moveTo>
                <a:lnTo>
                  <a:pt x="19989" y="2254"/>
                </a:lnTo>
                <a:lnTo>
                  <a:pt x="20907" y="3295"/>
                </a:lnTo>
                <a:lnTo>
                  <a:pt x="21600" y="5176"/>
                </a:lnTo>
                <a:lnTo>
                  <a:pt x="21579" y="6671"/>
                </a:lnTo>
                <a:lnTo>
                  <a:pt x="21525" y="7844"/>
                </a:lnTo>
                <a:lnTo>
                  <a:pt x="21395" y="9093"/>
                </a:lnTo>
                <a:lnTo>
                  <a:pt x="21154" y="10809"/>
                </a:lnTo>
                <a:lnTo>
                  <a:pt x="20759" y="13391"/>
                </a:lnTo>
                <a:lnTo>
                  <a:pt x="19044" y="13391"/>
                </a:lnTo>
                <a:lnTo>
                  <a:pt x="17318" y="13391"/>
                </a:lnTo>
                <a:lnTo>
                  <a:pt x="15569" y="13391"/>
                </a:lnTo>
                <a:lnTo>
                  <a:pt x="15569" y="15175"/>
                </a:lnTo>
                <a:lnTo>
                  <a:pt x="15569" y="16972"/>
                </a:lnTo>
                <a:lnTo>
                  <a:pt x="15569" y="18797"/>
                </a:lnTo>
                <a:lnTo>
                  <a:pt x="13948" y="19832"/>
                </a:lnTo>
                <a:lnTo>
                  <a:pt x="12305" y="20621"/>
                </a:lnTo>
                <a:lnTo>
                  <a:pt x="10629" y="21170"/>
                </a:lnTo>
                <a:lnTo>
                  <a:pt x="8895" y="21495"/>
                </a:lnTo>
                <a:lnTo>
                  <a:pt x="7089" y="21600"/>
                </a:lnTo>
                <a:lnTo>
                  <a:pt x="5190" y="21500"/>
                </a:lnTo>
                <a:lnTo>
                  <a:pt x="3983" y="20146"/>
                </a:lnTo>
                <a:lnTo>
                  <a:pt x="2976" y="18751"/>
                </a:lnTo>
                <a:lnTo>
                  <a:pt x="2143" y="17297"/>
                </a:lnTo>
                <a:lnTo>
                  <a:pt x="1458" y="15775"/>
                </a:lnTo>
                <a:lnTo>
                  <a:pt x="890" y="14175"/>
                </a:lnTo>
                <a:lnTo>
                  <a:pt x="413" y="12483"/>
                </a:lnTo>
                <a:lnTo>
                  <a:pt x="0" y="10688"/>
                </a:lnTo>
                <a:lnTo>
                  <a:pt x="332" y="8433"/>
                </a:lnTo>
                <a:lnTo>
                  <a:pt x="633" y="6885"/>
                </a:lnTo>
                <a:lnTo>
                  <a:pt x="1028" y="5652"/>
                </a:lnTo>
                <a:lnTo>
                  <a:pt x="1640" y="4346"/>
                </a:lnTo>
                <a:lnTo>
                  <a:pt x="2595" y="2579"/>
                </a:lnTo>
                <a:lnTo>
                  <a:pt x="4308" y="1522"/>
                </a:lnTo>
                <a:lnTo>
                  <a:pt x="5973" y="770"/>
                </a:lnTo>
                <a:lnTo>
                  <a:pt x="7613" y="287"/>
                </a:lnTo>
                <a:lnTo>
                  <a:pt x="9248" y="43"/>
                </a:lnTo>
                <a:lnTo>
                  <a:pt x="10896" y="0"/>
                </a:lnTo>
                <a:lnTo>
                  <a:pt x="12583" y="124"/>
                </a:lnTo>
                <a:lnTo>
                  <a:pt x="14321" y="381"/>
                </a:lnTo>
                <a:lnTo>
                  <a:pt x="16140" y="741"/>
                </a:lnTo>
                <a:lnTo>
                  <a:pt x="18053" y="1165"/>
                </a:lnTo>
                <a:close/>
              </a:path>
            </a:pathLst>
          </a:custGeom>
          <a:solidFill>
            <a:srgbClr val="A8BAC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39" name="contour_05437"/>
          <p:cNvSpPr/>
          <p:nvPr/>
        </p:nvSpPr>
        <p:spPr>
          <a:xfrm>
            <a:off x="8070893" y="3270370"/>
            <a:ext cx="95269" cy="604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58" y="0"/>
                </a:moveTo>
                <a:lnTo>
                  <a:pt x="16307" y="34"/>
                </a:lnTo>
                <a:lnTo>
                  <a:pt x="17345" y="96"/>
                </a:lnTo>
                <a:lnTo>
                  <a:pt x="18378" y="190"/>
                </a:lnTo>
                <a:lnTo>
                  <a:pt x="19409" y="320"/>
                </a:lnTo>
                <a:lnTo>
                  <a:pt x="20442" y="487"/>
                </a:lnTo>
                <a:lnTo>
                  <a:pt x="21481" y="693"/>
                </a:lnTo>
                <a:lnTo>
                  <a:pt x="21574" y="2536"/>
                </a:lnTo>
                <a:lnTo>
                  <a:pt x="21600" y="4260"/>
                </a:lnTo>
                <a:lnTo>
                  <a:pt x="21552" y="5893"/>
                </a:lnTo>
                <a:lnTo>
                  <a:pt x="21420" y="7466"/>
                </a:lnTo>
                <a:lnTo>
                  <a:pt x="21192" y="9005"/>
                </a:lnTo>
                <a:lnTo>
                  <a:pt x="20858" y="10538"/>
                </a:lnTo>
                <a:lnTo>
                  <a:pt x="20407" y="12098"/>
                </a:lnTo>
                <a:lnTo>
                  <a:pt x="19829" y="13713"/>
                </a:lnTo>
                <a:lnTo>
                  <a:pt x="18869" y="14587"/>
                </a:lnTo>
                <a:lnTo>
                  <a:pt x="17874" y="15416"/>
                </a:lnTo>
                <a:lnTo>
                  <a:pt x="16851" y="16199"/>
                </a:lnTo>
                <a:lnTo>
                  <a:pt x="15800" y="16939"/>
                </a:lnTo>
                <a:lnTo>
                  <a:pt x="14726" y="17626"/>
                </a:lnTo>
                <a:lnTo>
                  <a:pt x="13632" y="18267"/>
                </a:lnTo>
                <a:lnTo>
                  <a:pt x="12520" y="18853"/>
                </a:lnTo>
                <a:lnTo>
                  <a:pt x="11393" y="19389"/>
                </a:lnTo>
                <a:lnTo>
                  <a:pt x="10255" y="19871"/>
                </a:lnTo>
                <a:lnTo>
                  <a:pt x="9108" y="20295"/>
                </a:lnTo>
                <a:lnTo>
                  <a:pt x="7956" y="20665"/>
                </a:lnTo>
                <a:lnTo>
                  <a:pt x="6803" y="20975"/>
                </a:lnTo>
                <a:lnTo>
                  <a:pt x="5650" y="21225"/>
                </a:lnTo>
                <a:lnTo>
                  <a:pt x="4499" y="21413"/>
                </a:lnTo>
                <a:lnTo>
                  <a:pt x="3358" y="21540"/>
                </a:lnTo>
                <a:lnTo>
                  <a:pt x="2224" y="21600"/>
                </a:lnTo>
                <a:lnTo>
                  <a:pt x="1104" y="21597"/>
                </a:lnTo>
                <a:lnTo>
                  <a:pt x="0" y="21524"/>
                </a:lnTo>
                <a:lnTo>
                  <a:pt x="0" y="19806"/>
                </a:lnTo>
                <a:lnTo>
                  <a:pt x="0" y="18072"/>
                </a:lnTo>
                <a:lnTo>
                  <a:pt x="0" y="16317"/>
                </a:lnTo>
                <a:lnTo>
                  <a:pt x="927" y="15072"/>
                </a:lnTo>
                <a:lnTo>
                  <a:pt x="1629" y="14171"/>
                </a:lnTo>
                <a:lnTo>
                  <a:pt x="2246" y="13470"/>
                </a:lnTo>
                <a:lnTo>
                  <a:pt x="2915" y="12822"/>
                </a:lnTo>
                <a:lnTo>
                  <a:pt x="3772" y="12082"/>
                </a:lnTo>
                <a:lnTo>
                  <a:pt x="4957" y="11109"/>
                </a:lnTo>
                <a:lnTo>
                  <a:pt x="5810" y="11215"/>
                </a:lnTo>
                <a:lnTo>
                  <a:pt x="6669" y="11325"/>
                </a:lnTo>
                <a:lnTo>
                  <a:pt x="7538" y="11434"/>
                </a:lnTo>
                <a:lnTo>
                  <a:pt x="7888" y="11387"/>
                </a:lnTo>
                <a:lnTo>
                  <a:pt x="8503" y="11301"/>
                </a:lnTo>
                <a:lnTo>
                  <a:pt x="9914" y="11109"/>
                </a:lnTo>
                <a:lnTo>
                  <a:pt x="10362" y="9734"/>
                </a:lnTo>
                <a:lnTo>
                  <a:pt x="10663" y="8734"/>
                </a:lnTo>
                <a:lnTo>
                  <a:pt x="10950" y="7619"/>
                </a:lnTo>
                <a:lnTo>
                  <a:pt x="11360" y="5901"/>
                </a:lnTo>
                <a:lnTo>
                  <a:pt x="12016" y="3445"/>
                </a:lnTo>
                <a:lnTo>
                  <a:pt x="12547" y="1909"/>
                </a:lnTo>
                <a:lnTo>
                  <a:pt x="13140" y="1013"/>
                </a:lnTo>
                <a:lnTo>
                  <a:pt x="13981" y="471"/>
                </a:lnTo>
                <a:lnTo>
                  <a:pt x="15258" y="0"/>
                </a:lnTo>
                <a:close/>
              </a:path>
            </a:pathLst>
          </a:custGeom>
          <a:solidFill>
            <a:srgbClr val="AFBDC8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0" name="contour_05438"/>
          <p:cNvSpPr/>
          <p:nvPr/>
        </p:nvSpPr>
        <p:spPr>
          <a:xfrm>
            <a:off x="5534672" y="3250444"/>
            <a:ext cx="8016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112"/>
                </a:lnTo>
                <a:lnTo>
                  <a:pt x="2673" y="223"/>
                </a:lnTo>
                <a:lnTo>
                  <a:pt x="4012" y="335"/>
                </a:lnTo>
                <a:lnTo>
                  <a:pt x="5349" y="446"/>
                </a:lnTo>
                <a:lnTo>
                  <a:pt x="6688" y="558"/>
                </a:lnTo>
                <a:lnTo>
                  <a:pt x="8031" y="670"/>
                </a:lnTo>
                <a:lnTo>
                  <a:pt x="9374" y="781"/>
                </a:lnTo>
                <a:lnTo>
                  <a:pt x="10719" y="893"/>
                </a:lnTo>
                <a:lnTo>
                  <a:pt x="12067" y="1006"/>
                </a:lnTo>
                <a:lnTo>
                  <a:pt x="13418" y="1118"/>
                </a:lnTo>
                <a:lnTo>
                  <a:pt x="14772" y="1231"/>
                </a:lnTo>
                <a:lnTo>
                  <a:pt x="16129" y="1345"/>
                </a:lnTo>
                <a:lnTo>
                  <a:pt x="17490" y="1458"/>
                </a:lnTo>
                <a:lnTo>
                  <a:pt x="18855" y="1571"/>
                </a:lnTo>
                <a:lnTo>
                  <a:pt x="20225" y="1685"/>
                </a:lnTo>
                <a:lnTo>
                  <a:pt x="21600" y="1800"/>
                </a:lnTo>
                <a:lnTo>
                  <a:pt x="21256" y="3047"/>
                </a:lnTo>
                <a:lnTo>
                  <a:pt x="20909" y="4264"/>
                </a:lnTo>
                <a:lnTo>
                  <a:pt x="20559" y="5452"/>
                </a:lnTo>
                <a:lnTo>
                  <a:pt x="20202" y="6619"/>
                </a:lnTo>
                <a:lnTo>
                  <a:pt x="19835" y="7769"/>
                </a:lnTo>
                <a:lnTo>
                  <a:pt x="19452" y="8906"/>
                </a:lnTo>
                <a:lnTo>
                  <a:pt x="19053" y="10035"/>
                </a:lnTo>
                <a:lnTo>
                  <a:pt x="18633" y="11164"/>
                </a:lnTo>
                <a:lnTo>
                  <a:pt x="18191" y="12294"/>
                </a:lnTo>
                <a:lnTo>
                  <a:pt x="17722" y="13432"/>
                </a:lnTo>
                <a:lnTo>
                  <a:pt x="17223" y="14582"/>
                </a:lnTo>
                <a:lnTo>
                  <a:pt x="16691" y="15750"/>
                </a:lnTo>
                <a:lnTo>
                  <a:pt x="16306" y="16605"/>
                </a:lnTo>
                <a:lnTo>
                  <a:pt x="15915" y="17473"/>
                </a:lnTo>
                <a:lnTo>
                  <a:pt x="15407" y="18518"/>
                </a:lnTo>
                <a:lnTo>
                  <a:pt x="14871" y="19553"/>
                </a:lnTo>
                <a:lnTo>
                  <a:pt x="14315" y="20579"/>
                </a:lnTo>
                <a:lnTo>
                  <a:pt x="13745" y="21600"/>
                </a:lnTo>
                <a:lnTo>
                  <a:pt x="12771" y="21600"/>
                </a:lnTo>
                <a:lnTo>
                  <a:pt x="11782" y="21600"/>
                </a:lnTo>
                <a:lnTo>
                  <a:pt x="11754" y="20623"/>
                </a:lnTo>
                <a:lnTo>
                  <a:pt x="11727" y="19638"/>
                </a:lnTo>
                <a:lnTo>
                  <a:pt x="11697" y="18639"/>
                </a:lnTo>
                <a:lnTo>
                  <a:pt x="11538" y="16072"/>
                </a:lnTo>
                <a:lnTo>
                  <a:pt x="11391" y="13957"/>
                </a:lnTo>
                <a:lnTo>
                  <a:pt x="11238" y="12229"/>
                </a:lnTo>
                <a:lnTo>
                  <a:pt x="11057" y="10831"/>
                </a:lnTo>
                <a:lnTo>
                  <a:pt x="10835" y="9698"/>
                </a:lnTo>
                <a:lnTo>
                  <a:pt x="10547" y="8773"/>
                </a:lnTo>
                <a:lnTo>
                  <a:pt x="10178" y="7994"/>
                </a:lnTo>
                <a:lnTo>
                  <a:pt x="9708" y="7297"/>
                </a:lnTo>
                <a:lnTo>
                  <a:pt x="9117" y="6624"/>
                </a:lnTo>
                <a:lnTo>
                  <a:pt x="8389" y="5915"/>
                </a:lnTo>
                <a:lnTo>
                  <a:pt x="7501" y="5105"/>
                </a:lnTo>
                <a:lnTo>
                  <a:pt x="6156" y="4417"/>
                </a:lnTo>
                <a:lnTo>
                  <a:pt x="5200" y="3944"/>
                </a:lnTo>
                <a:lnTo>
                  <a:pt x="4377" y="3571"/>
                </a:lnTo>
                <a:lnTo>
                  <a:pt x="3423" y="3181"/>
                </a:lnTo>
                <a:lnTo>
                  <a:pt x="2079" y="2651"/>
                </a:lnTo>
                <a:lnTo>
                  <a:pt x="1047" y="2228"/>
                </a:lnTo>
                <a:lnTo>
                  <a:pt x="0" y="1800"/>
                </a:lnTo>
                <a:lnTo>
                  <a:pt x="0" y="907"/>
                </a:lnTo>
                <a:lnTo>
                  <a:pt x="0" y="0"/>
                </a:lnTo>
                <a:close/>
              </a:path>
            </a:pathLst>
          </a:custGeom>
          <a:solidFill>
            <a:srgbClr val="A3C0DA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1" name="contour_05439"/>
          <p:cNvSpPr/>
          <p:nvPr/>
        </p:nvSpPr>
        <p:spPr>
          <a:xfrm>
            <a:off x="8761547" y="3206716"/>
            <a:ext cx="52721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14" y="0"/>
                </a:moveTo>
                <a:lnTo>
                  <a:pt x="20095" y="0"/>
                </a:lnTo>
                <a:lnTo>
                  <a:pt x="21600" y="0"/>
                </a:lnTo>
                <a:lnTo>
                  <a:pt x="21600" y="827"/>
                </a:lnTo>
                <a:lnTo>
                  <a:pt x="21600" y="1652"/>
                </a:lnTo>
                <a:lnTo>
                  <a:pt x="21600" y="2479"/>
                </a:lnTo>
                <a:lnTo>
                  <a:pt x="21600" y="3307"/>
                </a:lnTo>
                <a:lnTo>
                  <a:pt x="21600" y="4134"/>
                </a:lnTo>
                <a:lnTo>
                  <a:pt x="21600" y="4962"/>
                </a:lnTo>
                <a:lnTo>
                  <a:pt x="21600" y="5790"/>
                </a:lnTo>
                <a:lnTo>
                  <a:pt x="21600" y="6619"/>
                </a:lnTo>
                <a:lnTo>
                  <a:pt x="21600" y="7450"/>
                </a:lnTo>
                <a:lnTo>
                  <a:pt x="21600" y="8280"/>
                </a:lnTo>
                <a:lnTo>
                  <a:pt x="21600" y="9112"/>
                </a:lnTo>
                <a:lnTo>
                  <a:pt x="21600" y="9944"/>
                </a:lnTo>
                <a:lnTo>
                  <a:pt x="21600" y="10778"/>
                </a:lnTo>
                <a:lnTo>
                  <a:pt x="21600" y="11614"/>
                </a:lnTo>
                <a:lnTo>
                  <a:pt x="21600" y="12450"/>
                </a:lnTo>
                <a:lnTo>
                  <a:pt x="21600" y="13288"/>
                </a:lnTo>
                <a:lnTo>
                  <a:pt x="21600" y="14126"/>
                </a:lnTo>
                <a:lnTo>
                  <a:pt x="21600" y="14968"/>
                </a:lnTo>
                <a:lnTo>
                  <a:pt x="21600" y="15810"/>
                </a:lnTo>
                <a:lnTo>
                  <a:pt x="21600" y="16655"/>
                </a:lnTo>
                <a:lnTo>
                  <a:pt x="21600" y="17501"/>
                </a:lnTo>
                <a:lnTo>
                  <a:pt x="21600" y="18349"/>
                </a:lnTo>
                <a:lnTo>
                  <a:pt x="21600" y="19200"/>
                </a:lnTo>
                <a:lnTo>
                  <a:pt x="19779" y="18100"/>
                </a:lnTo>
                <a:lnTo>
                  <a:pt x="18313" y="17196"/>
                </a:lnTo>
                <a:lnTo>
                  <a:pt x="17157" y="16448"/>
                </a:lnTo>
                <a:lnTo>
                  <a:pt x="16261" y="15809"/>
                </a:lnTo>
                <a:lnTo>
                  <a:pt x="15580" y="15234"/>
                </a:lnTo>
                <a:lnTo>
                  <a:pt x="15070" y="14680"/>
                </a:lnTo>
                <a:lnTo>
                  <a:pt x="14679" y="14101"/>
                </a:lnTo>
                <a:lnTo>
                  <a:pt x="14362" y="13454"/>
                </a:lnTo>
                <a:lnTo>
                  <a:pt x="14073" y="12694"/>
                </a:lnTo>
                <a:lnTo>
                  <a:pt x="13762" y="11774"/>
                </a:lnTo>
                <a:lnTo>
                  <a:pt x="13538" y="11138"/>
                </a:lnTo>
                <a:lnTo>
                  <a:pt x="13311" y="10498"/>
                </a:lnTo>
                <a:lnTo>
                  <a:pt x="13084" y="9848"/>
                </a:lnTo>
                <a:lnTo>
                  <a:pt x="12863" y="9130"/>
                </a:lnTo>
                <a:lnTo>
                  <a:pt x="12642" y="8400"/>
                </a:lnTo>
                <a:lnTo>
                  <a:pt x="11233" y="9164"/>
                </a:lnTo>
                <a:lnTo>
                  <a:pt x="10009" y="9905"/>
                </a:lnTo>
                <a:lnTo>
                  <a:pt x="8949" y="10632"/>
                </a:lnTo>
                <a:lnTo>
                  <a:pt x="8044" y="11353"/>
                </a:lnTo>
                <a:lnTo>
                  <a:pt x="7280" y="12078"/>
                </a:lnTo>
                <a:lnTo>
                  <a:pt x="6638" y="12817"/>
                </a:lnTo>
                <a:lnTo>
                  <a:pt x="6109" y="13578"/>
                </a:lnTo>
                <a:lnTo>
                  <a:pt x="5673" y="14370"/>
                </a:lnTo>
                <a:lnTo>
                  <a:pt x="5321" y="15203"/>
                </a:lnTo>
                <a:lnTo>
                  <a:pt x="5037" y="16085"/>
                </a:lnTo>
                <a:lnTo>
                  <a:pt x="4804" y="17026"/>
                </a:lnTo>
                <a:lnTo>
                  <a:pt x="4631" y="17689"/>
                </a:lnTo>
                <a:lnTo>
                  <a:pt x="4455" y="18364"/>
                </a:lnTo>
                <a:lnTo>
                  <a:pt x="4249" y="19172"/>
                </a:lnTo>
                <a:lnTo>
                  <a:pt x="4055" y="19981"/>
                </a:lnTo>
                <a:lnTo>
                  <a:pt x="3867" y="20790"/>
                </a:lnTo>
                <a:lnTo>
                  <a:pt x="3685" y="21600"/>
                </a:lnTo>
                <a:lnTo>
                  <a:pt x="2204" y="21600"/>
                </a:lnTo>
                <a:lnTo>
                  <a:pt x="699" y="21600"/>
                </a:lnTo>
                <a:lnTo>
                  <a:pt x="523" y="20707"/>
                </a:lnTo>
                <a:lnTo>
                  <a:pt x="361" y="19826"/>
                </a:lnTo>
                <a:lnTo>
                  <a:pt x="221" y="18956"/>
                </a:lnTo>
                <a:lnTo>
                  <a:pt x="110" y="18098"/>
                </a:lnTo>
                <a:lnTo>
                  <a:pt x="33" y="17249"/>
                </a:lnTo>
                <a:lnTo>
                  <a:pt x="0" y="16409"/>
                </a:lnTo>
                <a:lnTo>
                  <a:pt x="12" y="15576"/>
                </a:lnTo>
                <a:lnTo>
                  <a:pt x="81" y="14752"/>
                </a:lnTo>
                <a:lnTo>
                  <a:pt x="209" y="13933"/>
                </a:lnTo>
                <a:lnTo>
                  <a:pt x="406" y="13120"/>
                </a:lnTo>
                <a:lnTo>
                  <a:pt x="678" y="12312"/>
                </a:lnTo>
                <a:lnTo>
                  <a:pt x="1030" y="11508"/>
                </a:lnTo>
                <a:lnTo>
                  <a:pt x="1466" y="10708"/>
                </a:lnTo>
                <a:lnTo>
                  <a:pt x="2001" y="9908"/>
                </a:lnTo>
                <a:lnTo>
                  <a:pt x="2634" y="9113"/>
                </a:lnTo>
                <a:lnTo>
                  <a:pt x="3371" y="8316"/>
                </a:lnTo>
                <a:lnTo>
                  <a:pt x="4225" y="7520"/>
                </a:lnTo>
                <a:lnTo>
                  <a:pt x="5198" y="6724"/>
                </a:lnTo>
                <a:lnTo>
                  <a:pt x="6297" y="5926"/>
                </a:lnTo>
                <a:lnTo>
                  <a:pt x="7077" y="5387"/>
                </a:lnTo>
                <a:lnTo>
                  <a:pt x="7868" y="4840"/>
                </a:lnTo>
                <a:lnTo>
                  <a:pt x="8832" y="4249"/>
                </a:lnTo>
                <a:lnTo>
                  <a:pt x="9650" y="3798"/>
                </a:lnTo>
                <a:lnTo>
                  <a:pt x="10770" y="3258"/>
                </a:lnTo>
                <a:lnTo>
                  <a:pt x="12642" y="2400"/>
                </a:lnTo>
                <a:lnTo>
                  <a:pt x="14616" y="2400"/>
                </a:lnTo>
                <a:lnTo>
                  <a:pt x="16602" y="2400"/>
                </a:lnTo>
                <a:lnTo>
                  <a:pt x="18614" y="2400"/>
                </a:lnTo>
                <a:lnTo>
                  <a:pt x="18614" y="1607"/>
                </a:lnTo>
                <a:lnTo>
                  <a:pt x="18614" y="809"/>
                </a:lnTo>
                <a:lnTo>
                  <a:pt x="18614" y="0"/>
                </a:lnTo>
                <a:close/>
              </a:path>
            </a:pathLst>
          </a:custGeom>
          <a:solidFill>
            <a:srgbClr val="CD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2" name="contour_05440"/>
          <p:cNvSpPr/>
          <p:nvPr/>
        </p:nvSpPr>
        <p:spPr>
          <a:xfrm>
            <a:off x="7407686" y="3205543"/>
            <a:ext cx="80168" cy="594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6"/>
                </a:moveTo>
                <a:lnTo>
                  <a:pt x="21390" y="2041"/>
                </a:lnTo>
                <a:lnTo>
                  <a:pt x="21176" y="3652"/>
                </a:lnTo>
                <a:lnTo>
                  <a:pt x="20960" y="5267"/>
                </a:lnTo>
                <a:lnTo>
                  <a:pt x="20740" y="6879"/>
                </a:lnTo>
                <a:lnTo>
                  <a:pt x="20500" y="8679"/>
                </a:lnTo>
                <a:lnTo>
                  <a:pt x="20257" y="10508"/>
                </a:lnTo>
                <a:lnTo>
                  <a:pt x="19868" y="12371"/>
                </a:lnTo>
                <a:lnTo>
                  <a:pt x="19469" y="13596"/>
                </a:lnTo>
                <a:lnTo>
                  <a:pt x="18818" y="14726"/>
                </a:lnTo>
                <a:lnTo>
                  <a:pt x="17673" y="16307"/>
                </a:lnTo>
                <a:lnTo>
                  <a:pt x="16408" y="16320"/>
                </a:lnTo>
                <a:lnTo>
                  <a:pt x="15149" y="16288"/>
                </a:lnTo>
                <a:lnTo>
                  <a:pt x="13897" y="16219"/>
                </a:lnTo>
                <a:lnTo>
                  <a:pt x="12644" y="16121"/>
                </a:lnTo>
                <a:lnTo>
                  <a:pt x="11387" y="16007"/>
                </a:lnTo>
                <a:lnTo>
                  <a:pt x="10125" y="15883"/>
                </a:lnTo>
                <a:lnTo>
                  <a:pt x="8997" y="16095"/>
                </a:lnTo>
                <a:lnTo>
                  <a:pt x="7855" y="16307"/>
                </a:lnTo>
                <a:lnTo>
                  <a:pt x="7099" y="17884"/>
                </a:lnTo>
                <a:lnTo>
                  <a:pt x="6643" y="18961"/>
                </a:lnTo>
                <a:lnTo>
                  <a:pt x="6301" y="20036"/>
                </a:lnTo>
                <a:lnTo>
                  <a:pt x="5891" y="21600"/>
                </a:lnTo>
                <a:lnTo>
                  <a:pt x="6013" y="20343"/>
                </a:lnTo>
                <a:lnTo>
                  <a:pt x="6136" y="19078"/>
                </a:lnTo>
                <a:lnTo>
                  <a:pt x="6260" y="17794"/>
                </a:lnTo>
                <a:lnTo>
                  <a:pt x="6138" y="16428"/>
                </a:lnTo>
                <a:lnTo>
                  <a:pt x="6015" y="15055"/>
                </a:lnTo>
                <a:lnTo>
                  <a:pt x="5891" y="13660"/>
                </a:lnTo>
                <a:lnTo>
                  <a:pt x="4418" y="12879"/>
                </a:lnTo>
                <a:lnTo>
                  <a:pt x="3375" y="12350"/>
                </a:lnTo>
                <a:lnTo>
                  <a:pt x="2480" y="11947"/>
                </a:lnTo>
                <a:lnTo>
                  <a:pt x="1449" y="11545"/>
                </a:lnTo>
                <a:lnTo>
                  <a:pt x="0" y="11013"/>
                </a:lnTo>
                <a:lnTo>
                  <a:pt x="1206" y="9441"/>
                </a:lnTo>
                <a:lnTo>
                  <a:pt x="2378" y="7996"/>
                </a:lnTo>
                <a:lnTo>
                  <a:pt x="3523" y="6680"/>
                </a:lnTo>
                <a:lnTo>
                  <a:pt x="4650" y="5492"/>
                </a:lnTo>
                <a:lnTo>
                  <a:pt x="5769" y="4423"/>
                </a:lnTo>
                <a:lnTo>
                  <a:pt x="6888" y="3478"/>
                </a:lnTo>
                <a:lnTo>
                  <a:pt x="8014" y="2649"/>
                </a:lnTo>
                <a:lnTo>
                  <a:pt x="9156" y="1940"/>
                </a:lnTo>
                <a:lnTo>
                  <a:pt x="10325" y="1342"/>
                </a:lnTo>
                <a:lnTo>
                  <a:pt x="11527" y="858"/>
                </a:lnTo>
                <a:lnTo>
                  <a:pt x="12771" y="484"/>
                </a:lnTo>
                <a:lnTo>
                  <a:pt x="14066" y="217"/>
                </a:lnTo>
                <a:lnTo>
                  <a:pt x="15420" y="56"/>
                </a:lnTo>
                <a:lnTo>
                  <a:pt x="16842" y="0"/>
                </a:lnTo>
                <a:lnTo>
                  <a:pt x="18340" y="42"/>
                </a:lnTo>
                <a:lnTo>
                  <a:pt x="19923" y="185"/>
                </a:lnTo>
                <a:lnTo>
                  <a:pt x="21600" y="426"/>
                </a:lnTo>
                <a:close/>
              </a:path>
            </a:pathLst>
          </a:custGeom>
          <a:solidFill>
            <a:srgbClr val="BBBA9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3" name="contour_05441"/>
          <p:cNvSpPr/>
          <p:nvPr/>
        </p:nvSpPr>
        <p:spPr>
          <a:xfrm>
            <a:off x="11037106" y="3205827"/>
            <a:ext cx="174912" cy="30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34"/>
                </a:moveTo>
                <a:lnTo>
                  <a:pt x="1645" y="504"/>
                </a:lnTo>
                <a:lnTo>
                  <a:pt x="3185" y="390"/>
                </a:lnTo>
                <a:lnTo>
                  <a:pt x="4623" y="281"/>
                </a:lnTo>
                <a:lnTo>
                  <a:pt x="5963" y="192"/>
                </a:lnTo>
                <a:lnTo>
                  <a:pt x="7210" y="114"/>
                </a:lnTo>
                <a:lnTo>
                  <a:pt x="8366" y="57"/>
                </a:lnTo>
                <a:lnTo>
                  <a:pt x="9436" y="16"/>
                </a:lnTo>
                <a:lnTo>
                  <a:pt x="10426" y="0"/>
                </a:lnTo>
                <a:lnTo>
                  <a:pt x="11336" y="5"/>
                </a:lnTo>
                <a:lnTo>
                  <a:pt x="12173" y="31"/>
                </a:lnTo>
                <a:lnTo>
                  <a:pt x="12939" y="88"/>
                </a:lnTo>
                <a:lnTo>
                  <a:pt x="13639" y="172"/>
                </a:lnTo>
                <a:lnTo>
                  <a:pt x="14279" y="286"/>
                </a:lnTo>
                <a:lnTo>
                  <a:pt x="14858" y="437"/>
                </a:lnTo>
                <a:lnTo>
                  <a:pt x="15385" y="614"/>
                </a:lnTo>
                <a:lnTo>
                  <a:pt x="15860" y="832"/>
                </a:lnTo>
                <a:lnTo>
                  <a:pt x="16289" y="1082"/>
                </a:lnTo>
                <a:lnTo>
                  <a:pt x="16676" y="1373"/>
                </a:lnTo>
                <a:lnTo>
                  <a:pt x="17024" y="1706"/>
                </a:lnTo>
                <a:lnTo>
                  <a:pt x="17339" y="2080"/>
                </a:lnTo>
                <a:lnTo>
                  <a:pt x="17623" y="2501"/>
                </a:lnTo>
                <a:lnTo>
                  <a:pt x="17880" y="2969"/>
                </a:lnTo>
                <a:lnTo>
                  <a:pt x="18114" y="3484"/>
                </a:lnTo>
                <a:lnTo>
                  <a:pt x="18330" y="4045"/>
                </a:lnTo>
                <a:lnTo>
                  <a:pt x="18532" y="4659"/>
                </a:lnTo>
                <a:lnTo>
                  <a:pt x="18723" y="5330"/>
                </a:lnTo>
                <a:lnTo>
                  <a:pt x="18906" y="6053"/>
                </a:lnTo>
                <a:lnTo>
                  <a:pt x="19088" y="6833"/>
                </a:lnTo>
                <a:lnTo>
                  <a:pt x="19270" y="7675"/>
                </a:lnTo>
                <a:lnTo>
                  <a:pt x="19458" y="8574"/>
                </a:lnTo>
                <a:lnTo>
                  <a:pt x="19654" y="9536"/>
                </a:lnTo>
                <a:lnTo>
                  <a:pt x="20053" y="11861"/>
                </a:lnTo>
                <a:lnTo>
                  <a:pt x="20446" y="14221"/>
                </a:lnTo>
                <a:lnTo>
                  <a:pt x="20834" y="16608"/>
                </a:lnTo>
                <a:lnTo>
                  <a:pt x="21218" y="19016"/>
                </a:lnTo>
                <a:lnTo>
                  <a:pt x="21600" y="21434"/>
                </a:lnTo>
                <a:lnTo>
                  <a:pt x="20961" y="21501"/>
                </a:lnTo>
                <a:lnTo>
                  <a:pt x="20326" y="21553"/>
                </a:lnTo>
                <a:lnTo>
                  <a:pt x="19692" y="21584"/>
                </a:lnTo>
                <a:lnTo>
                  <a:pt x="19061" y="21600"/>
                </a:lnTo>
                <a:lnTo>
                  <a:pt x="18432" y="21595"/>
                </a:lnTo>
                <a:lnTo>
                  <a:pt x="17805" y="21564"/>
                </a:lnTo>
                <a:lnTo>
                  <a:pt x="17179" y="21512"/>
                </a:lnTo>
                <a:lnTo>
                  <a:pt x="16555" y="21434"/>
                </a:lnTo>
                <a:lnTo>
                  <a:pt x="15932" y="21330"/>
                </a:lnTo>
                <a:lnTo>
                  <a:pt x="15309" y="21194"/>
                </a:lnTo>
                <a:lnTo>
                  <a:pt x="14688" y="21033"/>
                </a:lnTo>
                <a:lnTo>
                  <a:pt x="14067" y="20841"/>
                </a:lnTo>
                <a:lnTo>
                  <a:pt x="13446" y="20617"/>
                </a:lnTo>
                <a:lnTo>
                  <a:pt x="12825" y="20352"/>
                </a:lnTo>
                <a:lnTo>
                  <a:pt x="12204" y="20061"/>
                </a:lnTo>
                <a:lnTo>
                  <a:pt x="11582" y="19728"/>
                </a:lnTo>
                <a:lnTo>
                  <a:pt x="10960" y="19354"/>
                </a:lnTo>
                <a:lnTo>
                  <a:pt x="10337" y="18943"/>
                </a:lnTo>
                <a:lnTo>
                  <a:pt x="9713" y="18491"/>
                </a:lnTo>
                <a:lnTo>
                  <a:pt x="9087" y="17997"/>
                </a:lnTo>
                <a:lnTo>
                  <a:pt x="8460" y="17456"/>
                </a:lnTo>
                <a:lnTo>
                  <a:pt x="7831" y="16868"/>
                </a:lnTo>
                <a:lnTo>
                  <a:pt x="7200" y="16234"/>
                </a:lnTo>
                <a:lnTo>
                  <a:pt x="7200" y="13655"/>
                </a:lnTo>
                <a:lnTo>
                  <a:pt x="7200" y="11034"/>
                </a:lnTo>
                <a:lnTo>
                  <a:pt x="6606" y="10602"/>
                </a:lnTo>
                <a:lnTo>
                  <a:pt x="6012" y="10176"/>
                </a:lnTo>
                <a:lnTo>
                  <a:pt x="5417" y="9744"/>
                </a:lnTo>
                <a:lnTo>
                  <a:pt x="4821" y="9318"/>
                </a:lnTo>
                <a:lnTo>
                  <a:pt x="4225" y="8886"/>
                </a:lnTo>
                <a:lnTo>
                  <a:pt x="3627" y="8455"/>
                </a:lnTo>
                <a:lnTo>
                  <a:pt x="3028" y="8023"/>
                </a:lnTo>
                <a:lnTo>
                  <a:pt x="2426" y="7587"/>
                </a:lnTo>
                <a:lnTo>
                  <a:pt x="1823" y="7150"/>
                </a:lnTo>
                <a:lnTo>
                  <a:pt x="1219" y="6713"/>
                </a:lnTo>
                <a:lnTo>
                  <a:pt x="610" y="6276"/>
                </a:lnTo>
                <a:lnTo>
                  <a:pt x="0" y="5834"/>
                </a:lnTo>
                <a:lnTo>
                  <a:pt x="0" y="3255"/>
                </a:lnTo>
                <a:lnTo>
                  <a:pt x="0" y="634"/>
                </a:lnTo>
                <a:close/>
              </a:path>
            </a:pathLst>
          </a:custGeom>
          <a:solidFill>
            <a:srgbClr val="CDE3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4" name="contour_05442"/>
          <p:cNvSpPr/>
          <p:nvPr/>
        </p:nvSpPr>
        <p:spPr>
          <a:xfrm>
            <a:off x="4558081" y="3141124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1" y="0"/>
                </a:lnTo>
                <a:lnTo>
                  <a:pt x="3745" y="0"/>
                </a:lnTo>
                <a:lnTo>
                  <a:pt x="5619" y="0"/>
                </a:lnTo>
                <a:lnTo>
                  <a:pt x="7495" y="0"/>
                </a:lnTo>
                <a:lnTo>
                  <a:pt x="9380" y="0"/>
                </a:lnTo>
                <a:lnTo>
                  <a:pt x="11267" y="0"/>
                </a:lnTo>
                <a:lnTo>
                  <a:pt x="13162" y="0"/>
                </a:lnTo>
                <a:lnTo>
                  <a:pt x="15066" y="0"/>
                </a:lnTo>
                <a:lnTo>
                  <a:pt x="16978" y="0"/>
                </a:lnTo>
                <a:lnTo>
                  <a:pt x="18900" y="0"/>
                </a:lnTo>
                <a:lnTo>
                  <a:pt x="19543" y="3934"/>
                </a:lnTo>
                <a:lnTo>
                  <a:pt x="20061" y="7112"/>
                </a:lnTo>
                <a:lnTo>
                  <a:pt x="20469" y="9647"/>
                </a:lnTo>
                <a:lnTo>
                  <a:pt x="20782" y="11650"/>
                </a:lnTo>
                <a:lnTo>
                  <a:pt x="21017" y="13238"/>
                </a:lnTo>
                <a:lnTo>
                  <a:pt x="21192" y="14523"/>
                </a:lnTo>
                <a:lnTo>
                  <a:pt x="21322" y="15620"/>
                </a:lnTo>
                <a:lnTo>
                  <a:pt x="21422" y="16637"/>
                </a:lnTo>
                <a:lnTo>
                  <a:pt x="21508" y="17693"/>
                </a:lnTo>
                <a:lnTo>
                  <a:pt x="21600" y="18900"/>
                </a:lnTo>
                <a:lnTo>
                  <a:pt x="20261" y="20239"/>
                </a:lnTo>
                <a:lnTo>
                  <a:pt x="18900" y="21600"/>
                </a:lnTo>
                <a:lnTo>
                  <a:pt x="17023" y="21460"/>
                </a:lnTo>
                <a:lnTo>
                  <a:pt x="15611" y="21338"/>
                </a:lnTo>
                <a:lnTo>
                  <a:pt x="14399" y="21206"/>
                </a:lnTo>
                <a:lnTo>
                  <a:pt x="13119" y="21033"/>
                </a:lnTo>
                <a:lnTo>
                  <a:pt x="11502" y="20779"/>
                </a:lnTo>
                <a:lnTo>
                  <a:pt x="9283" y="20417"/>
                </a:lnTo>
                <a:lnTo>
                  <a:pt x="7549" y="20145"/>
                </a:lnTo>
                <a:lnTo>
                  <a:pt x="5805" y="19867"/>
                </a:lnTo>
                <a:lnTo>
                  <a:pt x="4039" y="19586"/>
                </a:lnTo>
                <a:lnTo>
                  <a:pt x="3445" y="19486"/>
                </a:lnTo>
                <a:lnTo>
                  <a:pt x="2398" y="19308"/>
                </a:lnTo>
                <a:lnTo>
                  <a:pt x="0" y="18900"/>
                </a:lnTo>
                <a:lnTo>
                  <a:pt x="0" y="17115"/>
                </a:lnTo>
                <a:lnTo>
                  <a:pt x="0" y="15320"/>
                </a:lnTo>
                <a:lnTo>
                  <a:pt x="0" y="13500"/>
                </a:lnTo>
                <a:lnTo>
                  <a:pt x="1604" y="13500"/>
                </a:lnTo>
                <a:lnTo>
                  <a:pt x="3213" y="13500"/>
                </a:lnTo>
                <a:lnTo>
                  <a:pt x="4828" y="13500"/>
                </a:lnTo>
                <a:lnTo>
                  <a:pt x="6456" y="13500"/>
                </a:lnTo>
                <a:lnTo>
                  <a:pt x="8100" y="13500"/>
                </a:lnTo>
                <a:lnTo>
                  <a:pt x="8100" y="11718"/>
                </a:lnTo>
                <a:lnTo>
                  <a:pt x="8100" y="9933"/>
                </a:lnTo>
                <a:lnTo>
                  <a:pt x="8100" y="8140"/>
                </a:lnTo>
                <a:lnTo>
                  <a:pt x="8100" y="6340"/>
                </a:lnTo>
                <a:lnTo>
                  <a:pt x="8100" y="4528"/>
                </a:lnTo>
                <a:lnTo>
                  <a:pt x="8100" y="2700"/>
                </a:lnTo>
                <a:lnTo>
                  <a:pt x="6496" y="3235"/>
                </a:lnTo>
                <a:lnTo>
                  <a:pt x="4887" y="3772"/>
                </a:lnTo>
                <a:lnTo>
                  <a:pt x="3272" y="4309"/>
                </a:lnTo>
                <a:lnTo>
                  <a:pt x="1644" y="4852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978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5" name="contour_05443"/>
          <p:cNvSpPr/>
          <p:nvPr/>
        </p:nvSpPr>
        <p:spPr>
          <a:xfrm>
            <a:off x="4339442" y="3111972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199"/>
                </a:lnTo>
                <a:lnTo>
                  <a:pt x="3564" y="396"/>
                </a:lnTo>
                <a:lnTo>
                  <a:pt x="5349" y="595"/>
                </a:lnTo>
                <a:lnTo>
                  <a:pt x="7136" y="792"/>
                </a:lnTo>
                <a:lnTo>
                  <a:pt x="8926" y="991"/>
                </a:lnTo>
                <a:lnTo>
                  <a:pt x="10719" y="1190"/>
                </a:lnTo>
                <a:lnTo>
                  <a:pt x="12517" y="1390"/>
                </a:lnTo>
                <a:lnTo>
                  <a:pt x="14321" y="1591"/>
                </a:lnTo>
                <a:lnTo>
                  <a:pt x="16130" y="1793"/>
                </a:lnTo>
                <a:lnTo>
                  <a:pt x="17944" y="1994"/>
                </a:lnTo>
                <a:lnTo>
                  <a:pt x="19769" y="2196"/>
                </a:lnTo>
                <a:lnTo>
                  <a:pt x="21600" y="2400"/>
                </a:lnTo>
                <a:lnTo>
                  <a:pt x="21600" y="3826"/>
                </a:lnTo>
                <a:lnTo>
                  <a:pt x="21600" y="5256"/>
                </a:lnTo>
                <a:lnTo>
                  <a:pt x="21600" y="6691"/>
                </a:lnTo>
                <a:lnTo>
                  <a:pt x="21600" y="8138"/>
                </a:lnTo>
                <a:lnTo>
                  <a:pt x="21600" y="9600"/>
                </a:lnTo>
                <a:lnTo>
                  <a:pt x="19815" y="9600"/>
                </a:lnTo>
                <a:lnTo>
                  <a:pt x="18020" y="9600"/>
                </a:lnTo>
                <a:lnTo>
                  <a:pt x="16200" y="9600"/>
                </a:lnTo>
                <a:lnTo>
                  <a:pt x="15544" y="11170"/>
                </a:lnTo>
                <a:lnTo>
                  <a:pt x="15150" y="12319"/>
                </a:lnTo>
                <a:lnTo>
                  <a:pt x="14858" y="13608"/>
                </a:lnTo>
                <a:lnTo>
                  <a:pt x="14512" y="15600"/>
                </a:lnTo>
                <a:lnTo>
                  <a:pt x="14207" y="17275"/>
                </a:lnTo>
                <a:lnTo>
                  <a:pt x="13900" y="18974"/>
                </a:lnTo>
                <a:lnTo>
                  <a:pt x="13700" y="20278"/>
                </a:lnTo>
                <a:lnTo>
                  <a:pt x="13500" y="21600"/>
                </a:lnTo>
                <a:lnTo>
                  <a:pt x="10379" y="21588"/>
                </a:lnTo>
                <a:lnTo>
                  <a:pt x="8184" y="21511"/>
                </a:lnTo>
                <a:lnTo>
                  <a:pt x="6620" y="21300"/>
                </a:lnTo>
                <a:lnTo>
                  <a:pt x="5384" y="20890"/>
                </a:lnTo>
                <a:lnTo>
                  <a:pt x="4177" y="20210"/>
                </a:lnTo>
                <a:lnTo>
                  <a:pt x="2700" y="19200"/>
                </a:lnTo>
                <a:lnTo>
                  <a:pt x="2246" y="17578"/>
                </a:lnTo>
                <a:lnTo>
                  <a:pt x="1858" y="15979"/>
                </a:lnTo>
                <a:lnTo>
                  <a:pt x="1526" y="14405"/>
                </a:lnTo>
                <a:lnTo>
                  <a:pt x="1242" y="12840"/>
                </a:lnTo>
                <a:lnTo>
                  <a:pt x="1004" y="11285"/>
                </a:lnTo>
                <a:lnTo>
                  <a:pt x="805" y="9727"/>
                </a:lnTo>
                <a:lnTo>
                  <a:pt x="632" y="8165"/>
                </a:lnTo>
                <a:lnTo>
                  <a:pt x="486" y="6586"/>
                </a:lnTo>
                <a:lnTo>
                  <a:pt x="354" y="4987"/>
                </a:lnTo>
                <a:lnTo>
                  <a:pt x="235" y="3362"/>
                </a:lnTo>
                <a:lnTo>
                  <a:pt x="119" y="1702"/>
                </a:lnTo>
                <a:lnTo>
                  <a:pt x="0" y="0"/>
                </a:lnTo>
                <a:close/>
              </a:path>
            </a:pathLst>
          </a:custGeom>
          <a:solidFill>
            <a:srgbClr val="A188B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6" name="contour_05444"/>
          <p:cNvSpPr/>
          <p:nvPr/>
        </p:nvSpPr>
        <p:spPr>
          <a:xfrm>
            <a:off x="520155" y="3082820"/>
            <a:ext cx="51519" cy="808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70" y="0"/>
                </a:moveTo>
                <a:lnTo>
                  <a:pt x="6640" y="930"/>
                </a:lnTo>
                <a:lnTo>
                  <a:pt x="7013" y="1865"/>
                </a:lnTo>
                <a:lnTo>
                  <a:pt x="7391" y="2812"/>
                </a:lnTo>
                <a:lnTo>
                  <a:pt x="8559" y="4580"/>
                </a:lnTo>
                <a:lnTo>
                  <a:pt x="9469" y="5596"/>
                </a:lnTo>
                <a:lnTo>
                  <a:pt x="10594" y="6248"/>
                </a:lnTo>
                <a:lnTo>
                  <a:pt x="12406" y="6919"/>
                </a:lnTo>
                <a:lnTo>
                  <a:pt x="14099" y="7229"/>
                </a:lnTo>
                <a:lnTo>
                  <a:pt x="15819" y="7542"/>
                </a:lnTo>
                <a:lnTo>
                  <a:pt x="17768" y="8077"/>
                </a:lnTo>
                <a:lnTo>
                  <a:pt x="19015" y="8482"/>
                </a:lnTo>
                <a:lnTo>
                  <a:pt x="20097" y="8967"/>
                </a:lnTo>
                <a:lnTo>
                  <a:pt x="21548" y="9731"/>
                </a:lnTo>
                <a:lnTo>
                  <a:pt x="21600" y="11022"/>
                </a:lnTo>
                <a:lnTo>
                  <a:pt x="21505" y="12273"/>
                </a:lnTo>
                <a:lnTo>
                  <a:pt x="21273" y="13496"/>
                </a:lnTo>
                <a:lnTo>
                  <a:pt x="20922" y="14698"/>
                </a:lnTo>
                <a:lnTo>
                  <a:pt x="20454" y="15888"/>
                </a:lnTo>
                <a:lnTo>
                  <a:pt x="19889" y="17073"/>
                </a:lnTo>
                <a:lnTo>
                  <a:pt x="19229" y="18262"/>
                </a:lnTo>
                <a:lnTo>
                  <a:pt x="18492" y="19463"/>
                </a:lnTo>
                <a:lnTo>
                  <a:pt x="16668" y="20592"/>
                </a:lnTo>
                <a:lnTo>
                  <a:pt x="15364" y="21189"/>
                </a:lnTo>
                <a:lnTo>
                  <a:pt x="13949" y="21460"/>
                </a:lnTo>
                <a:lnTo>
                  <a:pt x="11798" y="21600"/>
                </a:lnTo>
                <a:lnTo>
                  <a:pt x="9717" y="21565"/>
                </a:lnTo>
                <a:lnTo>
                  <a:pt x="7608" y="21530"/>
                </a:lnTo>
                <a:lnTo>
                  <a:pt x="6560" y="21518"/>
                </a:lnTo>
                <a:lnTo>
                  <a:pt x="3395" y="21477"/>
                </a:lnTo>
                <a:lnTo>
                  <a:pt x="1788" y="21444"/>
                </a:lnTo>
                <a:lnTo>
                  <a:pt x="159" y="21409"/>
                </a:lnTo>
                <a:lnTo>
                  <a:pt x="31" y="19992"/>
                </a:lnTo>
                <a:lnTo>
                  <a:pt x="0" y="18599"/>
                </a:lnTo>
                <a:lnTo>
                  <a:pt x="64" y="17223"/>
                </a:lnTo>
                <a:lnTo>
                  <a:pt x="211" y="15862"/>
                </a:lnTo>
                <a:lnTo>
                  <a:pt x="437" y="14517"/>
                </a:lnTo>
                <a:lnTo>
                  <a:pt x="736" y="13186"/>
                </a:lnTo>
                <a:lnTo>
                  <a:pt x="1100" y="11863"/>
                </a:lnTo>
                <a:lnTo>
                  <a:pt x="1525" y="10547"/>
                </a:lnTo>
                <a:lnTo>
                  <a:pt x="1998" y="9235"/>
                </a:lnTo>
                <a:lnTo>
                  <a:pt x="2524" y="7927"/>
                </a:lnTo>
                <a:lnTo>
                  <a:pt x="3086" y="6619"/>
                </a:lnTo>
                <a:lnTo>
                  <a:pt x="3682" y="5308"/>
                </a:lnTo>
                <a:lnTo>
                  <a:pt x="4305" y="3994"/>
                </a:lnTo>
                <a:lnTo>
                  <a:pt x="4947" y="2672"/>
                </a:lnTo>
                <a:lnTo>
                  <a:pt x="5604" y="1341"/>
                </a:lnTo>
                <a:lnTo>
                  <a:pt x="6270" y="0"/>
                </a:lnTo>
                <a:close/>
              </a:path>
            </a:pathLst>
          </a:custGeom>
          <a:solidFill>
            <a:srgbClr val="B6B5B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7" name="contour_05445"/>
          <p:cNvSpPr/>
          <p:nvPr/>
        </p:nvSpPr>
        <p:spPr>
          <a:xfrm>
            <a:off x="6880859" y="3017331"/>
            <a:ext cx="96836" cy="586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25" y="2030"/>
                </a:moveTo>
                <a:lnTo>
                  <a:pt x="13794" y="3741"/>
                </a:lnTo>
                <a:lnTo>
                  <a:pt x="14198" y="5427"/>
                </a:lnTo>
                <a:lnTo>
                  <a:pt x="14548" y="7127"/>
                </a:lnTo>
                <a:lnTo>
                  <a:pt x="14845" y="8875"/>
                </a:lnTo>
                <a:lnTo>
                  <a:pt x="15097" y="10703"/>
                </a:lnTo>
                <a:lnTo>
                  <a:pt x="14745" y="10993"/>
                </a:lnTo>
                <a:lnTo>
                  <a:pt x="14289" y="11369"/>
                </a:lnTo>
                <a:lnTo>
                  <a:pt x="13425" y="12084"/>
                </a:lnTo>
                <a:lnTo>
                  <a:pt x="11846" y="13389"/>
                </a:lnTo>
                <a:lnTo>
                  <a:pt x="12919" y="13389"/>
                </a:lnTo>
                <a:lnTo>
                  <a:pt x="13994" y="13389"/>
                </a:lnTo>
                <a:lnTo>
                  <a:pt x="15068" y="13389"/>
                </a:lnTo>
                <a:lnTo>
                  <a:pt x="16146" y="13389"/>
                </a:lnTo>
                <a:lnTo>
                  <a:pt x="17227" y="13389"/>
                </a:lnTo>
                <a:lnTo>
                  <a:pt x="18313" y="13389"/>
                </a:lnTo>
                <a:lnTo>
                  <a:pt x="19402" y="13389"/>
                </a:lnTo>
                <a:lnTo>
                  <a:pt x="20498" y="13389"/>
                </a:lnTo>
                <a:lnTo>
                  <a:pt x="21600" y="13389"/>
                </a:lnTo>
                <a:lnTo>
                  <a:pt x="21410" y="15400"/>
                </a:lnTo>
                <a:lnTo>
                  <a:pt x="21231" y="16826"/>
                </a:lnTo>
                <a:lnTo>
                  <a:pt x="20984" y="18050"/>
                </a:lnTo>
                <a:lnTo>
                  <a:pt x="20590" y="19460"/>
                </a:lnTo>
                <a:lnTo>
                  <a:pt x="19974" y="21444"/>
                </a:lnTo>
                <a:lnTo>
                  <a:pt x="18884" y="21552"/>
                </a:lnTo>
                <a:lnTo>
                  <a:pt x="17858" y="21600"/>
                </a:lnTo>
                <a:lnTo>
                  <a:pt x="16874" y="21589"/>
                </a:lnTo>
                <a:lnTo>
                  <a:pt x="15907" y="21519"/>
                </a:lnTo>
                <a:lnTo>
                  <a:pt x="14933" y="21388"/>
                </a:lnTo>
                <a:lnTo>
                  <a:pt x="13925" y="21195"/>
                </a:lnTo>
                <a:lnTo>
                  <a:pt x="12862" y="20942"/>
                </a:lnTo>
                <a:lnTo>
                  <a:pt x="11885" y="20760"/>
                </a:lnTo>
                <a:lnTo>
                  <a:pt x="10893" y="20580"/>
                </a:lnTo>
                <a:lnTo>
                  <a:pt x="9681" y="20287"/>
                </a:lnTo>
                <a:lnTo>
                  <a:pt x="8522" y="19949"/>
                </a:lnTo>
                <a:lnTo>
                  <a:pt x="7408" y="19543"/>
                </a:lnTo>
                <a:lnTo>
                  <a:pt x="6338" y="19054"/>
                </a:lnTo>
                <a:lnTo>
                  <a:pt x="5303" y="18464"/>
                </a:lnTo>
                <a:lnTo>
                  <a:pt x="4300" y="17755"/>
                </a:lnTo>
                <a:lnTo>
                  <a:pt x="3320" y="16912"/>
                </a:lnTo>
                <a:lnTo>
                  <a:pt x="2357" y="15915"/>
                </a:lnTo>
                <a:lnTo>
                  <a:pt x="1409" y="14745"/>
                </a:lnTo>
                <a:lnTo>
                  <a:pt x="467" y="13389"/>
                </a:lnTo>
                <a:lnTo>
                  <a:pt x="156" y="11345"/>
                </a:lnTo>
                <a:lnTo>
                  <a:pt x="0" y="9903"/>
                </a:lnTo>
                <a:lnTo>
                  <a:pt x="0" y="8679"/>
                </a:lnTo>
                <a:lnTo>
                  <a:pt x="156" y="7285"/>
                </a:lnTo>
                <a:lnTo>
                  <a:pt x="467" y="5333"/>
                </a:lnTo>
                <a:lnTo>
                  <a:pt x="1375" y="4466"/>
                </a:lnTo>
                <a:lnTo>
                  <a:pt x="2372" y="3579"/>
                </a:lnTo>
                <a:lnTo>
                  <a:pt x="3440" y="2715"/>
                </a:lnTo>
                <a:lnTo>
                  <a:pt x="4560" y="1907"/>
                </a:lnTo>
                <a:lnTo>
                  <a:pt x="5717" y="1192"/>
                </a:lnTo>
                <a:lnTo>
                  <a:pt x="6893" y="612"/>
                </a:lnTo>
                <a:lnTo>
                  <a:pt x="8068" y="201"/>
                </a:lnTo>
                <a:lnTo>
                  <a:pt x="9226" y="0"/>
                </a:lnTo>
                <a:lnTo>
                  <a:pt x="10347" y="43"/>
                </a:lnTo>
                <a:lnTo>
                  <a:pt x="11417" y="371"/>
                </a:lnTo>
                <a:lnTo>
                  <a:pt x="12415" y="1020"/>
                </a:lnTo>
                <a:lnTo>
                  <a:pt x="13325" y="2030"/>
                </a:lnTo>
                <a:close/>
              </a:path>
            </a:pathLst>
          </a:custGeom>
          <a:solidFill>
            <a:srgbClr val="C3D0D9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8" name="contour_05446"/>
          <p:cNvSpPr/>
          <p:nvPr/>
        </p:nvSpPr>
        <p:spPr>
          <a:xfrm>
            <a:off x="8238517" y="2996254"/>
            <a:ext cx="72880" cy="647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2136"/>
                </a:moveTo>
                <a:lnTo>
                  <a:pt x="20310" y="3469"/>
                </a:lnTo>
                <a:lnTo>
                  <a:pt x="20825" y="4418"/>
                </a:lnTo>
                <a:lnTo>
                  <a:pt x="21187" y="5445"/>
                </a:lnTo>
                <a:lnTo>
                  <a:pt x="21600" y="7002"/>
                </a:lnTo>
                <a:lnTo>
                  <a:pt x="20958" y="8652"/>
                </a:lnTo>
                <a:lnTo>
                  <a:pt x="20218" y="10194"/>
                </a:lnTo>
                <a:lnTo>
                  <a:pt x="19382" y="11642"/>
                </a:lnTo>
                <a:lnTo>
                  <a:pt x="18451" y="13007"/>
                </a:lnTo>
                <a:lnTo>
                  <a:pt x="17429" y="14301"/>
                </a:lnTo>
                <a:lnTo>
                  <a:pt x="16319" y="15539"/>
                </a:lnTo>
                <a:lnTo>
                  <a:pt x="15120" y="16734"/>
                </a:lnTo>
                <a:lnTo>
                  <a:pt x="13653" y="16958"/>
                </a:lnTo>
                <a:lnTo>
                  <a:pt x="12230" y="17050"/>
                </a:lnTo>
                <a:lnTo>
                  <a:pt x="10828" y="17045"/>
                </a:lnTo>
                <a:lnTo>
                  <a:pt x="9418" y="16970"/>
                </a:lnTo>
                <a:lnTo>
                  <a:pt x="7977" y="16856"/>
                </a:lnTo>
                <a:lnTo>
                  <a:pt x="6480" y="16734"/>
                </a:lnTo>
                <a:lnTo>
                  <a:pt x="5687" y="18179"/>
                </a:lnTo>
                <a:lnTo>
                  <a:pt x="5197" y="19167"/>
                </a:lnTo>
                <a:lnTo>
                  <a:pt x="4810" y="20155"/>
                </a:lnTo>
                <a:lnTo>
                  <a:pt x="4320" y="21600"/>
                </a:lnTo>
                <a:lnTo>
                  <a:pt x="2892" y="21600"/>
                </a:lnTo>
                <a:lnTo>
                  <a:pt x="1456" y="21600"/>
                </a:lnTo>
                <a:lnTo>
                  <a:pt x="0" y="21600"/>
                </a:lnTo>
                <a:lnTo>
                  <a:pt x="179" y="18513"/>
                </a:lnTo>
                <a:lnTo>
                  <a:pt x="341" y="15963"/>
                </a:lnTo>
                <a:lnTo>
                  <a:pt x="503" y="13873"/>
                </a:lnTo>
                <a:lnTo>
                  <a:pt x="683" y="12162"/>
                </a:lnTo>
                <a:lnTo>
                  <a:pt x="899" y="10756"/>
                </a:lnTo>
                <a:lnTo>
                  <a:pt x="1166" y="9574"/>
                </a:lnTo>
                <a:lnTo>
                  <a:pt x="1506" y="8540"/>
                </a:lnTo>
                <a:lnTo>
                  <a:pt x="1933" y="7576"/>
                </a:lnTo>
                <a:lnTo>
                  <a:pt x="2467" y="6603"/>
                </a:lnTo>
                <a:lnTo>
                  <a:pt x="3123" y="5545"/>
                </a:lnTo>
                <a:lnTo>
                  <a:pt x="3923" y="4321"/>
                </a:lnTo>
                <a:lnTo>
                  <a:pt x="5376" y="3027"/>
                </a:lnTo>
                <a:lnTo>
                  <a:pt x="6754" y="1971"/>
                </a:lnTo>
                <a:lnTo>
                  <a:pt x="8083" y="1146"/>
                </a:lnTo>
                <a:lnTo>
                  <a:pt x="9379" y="547"/>
                </a:lnTo>
                <a:lnTo>
                  <a:pt x="10666" y="165"/>
                </a:lnTo>
                <a:lnTo>
                  <a:pt x="11966" y="0"/>
                </a:lnTo>
                <a:lnTo>
                  <a:pt x="13303" y="39"/>
                </a:lnTo>
                <a:lnTo>
                  <a:pt x="14697" y="277"/>
                </a:lnTo>
                <a:lnTo>
                  <a:pt x="16170" y="710"/>
                </a:lnTo>
                <a:lnTo>
                  <a:pt x="17742" y="1333"/>
                </a:lnTo>
                <a:lnTo>
                  <a:pt x="19440" y="2136"/>
                </a:lnTo>
                <a:close/>
              </a:path>
            </a:pathLst>
          </a:custGeom>
          <a:solidFill>
            <a:srgbClr val="DDE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49" name="contour_05447"/>
          <p:cNvSpPr/>
          <p:nvPr/>
        </p:nvSpPr>
        <p:spPr>
          <a:xfrm>
            <a:off x="2561172" y="2966213"/>
            <a:ext cx="73922" cy="666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36" y="0"/>
                </a:moveTo>
                <a:lnTo>
                  <a:pt x="18295" y="411"/>
                </a:lnTo>
                <a:lnTo>
                  <a:pt x="19160" y="794"/>
                </a:lnTo>
                <a:lnTo>
                  <a:pt x="20026" y="1371"/>
                </a:lnTo>
                <a:lnTo>
                  <a:pt x="21295" y="2363"/>
                </a:lnTo>
                <a:lnTo>
                  <a:pt x="21479" y="4124"/>
                </a:lnTo>
                <a:lnTo>
                  <a:pt x="21581" y="5844"/>
                </a:lnTo>
                <a:lnTo>
                  <a:pt x="21600" y="7529"/>
                </a:lnTo>
                <a:lnTo>
                  <a:pt x="21530" y="9188"/>
                </a:lnTo>
                <a:lnTo>
                  <a:pt x="21372" y="10826"/>
                </a:lnTo>
                <a:lnTo>
                  <a:pt x="21123" y="12447"/>
                </a:lnTo>
                <a:lnTo>
                  <a:pt x="20780" y="14059"/>
                </a:lnTo>
                <a:lnTo>
                  <a:pt x="20341" y="15671"/>
                </a:lnTo>
                <a:lnTo>
                  <a:pt x="19805" y="17282"/>
                </a:lnTo>
                <a:lnTo>
                  <a:pt x="19166" y="18906"/>
                </a:lnTo>
                <a:lnTo>
                  <a:pt x="17703" y="19631"/>
                </a:lnTo>
                <a:lnTo>
                  <a:pt x="16248" y="20234"/>
                </a:lnTo>
                <a:lnTo>
                  <a:pt x="14800" y="20723"/>
                </a:lnTo>
                <a:lnTo>
                  <a:pt x="13350" y="21099"/>
                </a:lnTo>
                <a:lnTo>
                  <a:pt x="11891" y="21366"/>
                </a:lnTo>
                <a:lnTo>
                  <a:pt x="10418" y="21531"/>
                </a:lnTo>
                <a:lnTo>
                  <a:pt x="8923" y="21600"/>
                </a:lnTo>
                <a:lnTo>
                  <a:pt x="7404" y="21576"/>
                </a:lnTo>
                <a:lnTo>
                  <a:pt x="5850" y="21465"/>
                </a:lnTo>
                <a:lnTo>
                  <a:pt x="4259" y="21269"/>
                </a:lnTo>
                <a:lnTo>
                  <a:pt x="2700" y="20038"/>
                </a:lnTo>
                <a:lnTo>
                  <a:pt x="1736" y="19135"/>
                </a:lnTo>
                <a:lnTo>
                  <a:pt x="969" y="18117"/>
                </a:lnTo>
                <a:lnTo>
                  <a:pt x="0" y="16543"/>
                </a:lnTo>
                <a:lnTo>
                  <a:pt x="111" y="14867"/>
                </a:lnTo>
                <a:lnTo>
                  <a:pt x="360" y="13291"/>
                </a:lnTo>
                <a:lnTo>
                  <a:pt x="713" y="11767"/>
                </a:lnTo>
                <a:lnTo>
                  <a:pt x="1146" y="10254"/>
                </a:lnTo>
                <a:lnTo>
                  <a:pt x="1627" y="8709"/>
                </a:lnTo>
                <a:lnTo>
                  <a:pt x="2130" y="7090"/>
                </a:lnTo>
                <a:lnTo>
                  <a:pt x="2130" y="8652"/>
                </a:lnTo>
                <a:lnTo>
                  <a:pt x="2130" y="10223"/>
                </a:lnTo>
                <a:lnTo>
                  <a:pt x="2130" y="11816"/>
                </a:lnTo>
                <a:lnTo>
                  <a:pt x="3699" y="12097"/>
                </a:lnTo>
                <a:lnTo>
                  <a:pt x="5226" y="12317"/>
                </a:lnTo>
                <a:lnTo>
                  <a:pt x="6725" y="12457"/>
                </a:lnTo>
                <a:lnTo>
                  <a:pt x="8214" y="12497"/>
                </a:lnTo>
                <a:lnTo>
                  <a:pt x="9709" y="12416"/>
                </a:lnTo>
                <a:lnTo>
                  <a:pt x="11225" y="12197"/>
                </a:lnTo>
                <a:lnTo>
                  <a:pt x="12777" y="11816"/>
                </a:lnTo>
                <a:lnTo>
                  <a:pt x="13584" y="10434"/>
                </a:lnTo>
                <a:lnTo>
                  <a:pt x="14285" y="9030"/>
                </a:lnTo>
                <a:lnTo>
                  <a:pt x="14894" y="7605"/>
                </a:lnTo>
                <a:lnTo>
                  <a:pt x="15422" y="6154"/>
                </a:lnTo>
                <a:lnTo>
                  <a:pt x="15889" y="4672"/>
                </a:lnTo>
                <a:lnTo>
                  <a:pt x="16302" y="3155"/>
                </a:lnTo>
                <a:lnTo>
                  <a:pt x="16681" y="1600"/>
                </a:lnTo>
                <a:lnTo>
                  <a:pt x="17036" y="0"/>
                </a:lnTo>
                <a:close/>
              </a:path>
            </a:pathLst>
          </a:custGeom>
          <a:solidFill>
            <a:srgbClr val="9B9898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0" name="contour_05448"/>
          <p:cNvSpPr/>
          <p:nvPr/>
        </p:nvSpPr>
        <p:spPr>
          <a:xfrm>
            <a:off x="6802783" y="2871469"/>
            <a:ext cx="6559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3" y="297"/>
                </a:lnTo>
                <a:lnTo>
                  <a:pt x="706" y="595"/>
                </a:lnTo>
                <a:lnTo>
                  <a:pt x="1193" y="1007"/>
                </a:lnTo>
                <a:lnTo>
                  <a:pt x="1951" y="1646"/>
                </a:lnTo>
                <a:lnTo>
                  <a:pt x="3108" y="2622"/>
                </a:lnTo>
                <a:lnTo>
                  <a:pt x="4800" y="4050"/>
                </a:lnTo>
                <a:lnTo>
                  <a:pt x="6638" y="4313"/>
                </a:lnTo>
                <a:lnTo>
                  <a:pt x="7908" y="4454"/>
                </a:lnTo>
                <a:lnTo>
                  <a:pt x="9197" y="4518"/>
                </a:lnTo>
                <a:lnTo>
                  <a:pt x="11100" y="4556"/>
                </a:lnTo>
                <a:lnTo>
                  <a:pt x="12998" y="4706"/>
                </a:lnTo>
                <a:lnTo>
                  <a:pt x="14225" y="4844"/>
                </a:lnTo>
                <a:lnTo>
                  <a:pt x="15314" y="5049"/>
                </a:lnTo>
                <a:lnTo>
                  <a:pt x="16800" y="5400"/>
                </a:lnTo>
                <a:lnTo>
                  <a:pt x="17090" y="6299"/>
                </a:lnTo>
                <a:lnTo>
                  <a:pt x="17232" y="7154"/>
                </a:lnTo>
                <a:lnTo>
                  <a:pt x="17249" y="7988"/>
                </a:lnTo>
                <a:lnTo>
                  <a:pt x="17158" y="8822"/>
                </a:lnTo>
                <a:lnTo>
                  <a:pt x="16987" y="9682"/>
                </a:lnTo>
                <a:lnTo>
                  <a:pt x="16752" y="10589"/>
                </a:lnTo>
                <a:lnTo>
                  <a:pt x="16776" y="11364"/>
                </a:lnTo>
                <a:lnTo>
                  <a:pt x="16800" y="12150"/>
                </a:lnTo>
                <a:lnTo>
                  <a:pt x="18209" y="12670"/>
                </a:lnTo>
                <a:lnTo>
                  <a:pt x="19178" y="12983"/>
                </a:lnTo>
                <a:lnTo>
                  <a:pt x="20158" y="13218"/>
                </a:lnTo>
                <a:lnTo>
                  <a:pt x="21600" y="13500"/>
                </a:lnTo>
                <a:lnTo>
                  <a:pt x="20016" y="13500"/>
                </a:lnTo>
                <a:lnTo>
                  <a:pt x="18430" y="13500"/>
                </a:lnTo>
                <a:lnTo>
                  <a:pt x="16836" y="13500"/>
                </a:lnTo>
                <a:lnTo>
                  <a:pt x="15235" y="13500"/>
                </a:lnTo>
                <a:lnTo>
                  <a:pt x="13625" y="13500"/>
                </a:lnTo>
                <a:lnTo>
                  <a:pt x="12000" y="13500"/>
                </a:lnTo>
                <a:lnTo>
                  <a:pt x="11736" y="15061"/>
                </a:lnTo>
                <a:lnTo>
                  <a:pt x="11578" y="16158"/>
                </a:lnTo>
                <a:lnTo>
                  <a:pt x="11525" y="16940"/>
                </a:lnTo>
                <a:lnTo>
                  <a:pt x="11578" y="17558"/>
                </a:lnTo>
                <a:lnTo>
                  <a:pt x="11736" y="18162"/>
                </a:lnTo>
                <a:lnTo>
                  <a:pt x="12000" y="18900"/>
                </a:lnTo>
                <a:lnTo>
                  <a:pt x="13786" y="19397"/>
                </a:lnTo>
                <a:lnTo>
                  <a:pt x="15053" y="19715"/>
                </a:lnTo>
                <a:lnTo>
                  <a:pt x="16147" y="19921"/>
                </a:lnTo>
                <a:lnTo>
                  <a:pt x="17414" y="20077"/>
                </a:lnTo>
                <a:lnTo>
                  <a:pt x="19200" y="20250"/>
                </a:lnTo>
                <a:lnTo>
                  <a:pt x="17616" y="20473"/>
                </a:lnTo>
                <a:lnTo>
                  <a:pt x="16030" y="20695"/>
                </a:lnTo>
                <a:lnTo>
                  <a:pt x="14436" y="20920"/>
                </a:lnTo>
                <a:lnTo>
                  <a:pt x="12835" y="21145"/>
                </a:lnTo>
                <a:lnTo>
                  <a:pt x="11225" y="21372"/>
                </a:lnTo>
                <a:lnTo>
                  <a:pt x="9600" y="21600"/>
                </a:lnTo>
                <a:lnTo>
                  <a:pt x="8882" y="20651"/>
                </a:lnTo>
                <a:lnTo>
                  <a:pt x="8345" y="19733"/>
                </a:lnTo>
                <a:lnTo>
                  <a:pt x="7973" y="18839"/>
                </a:lnTo>
                <a:lnTo>
                  <a:pt x="7752" y="17963"/>
                </a:lnTo>
                <a:lnTo>
                  <a:pt x="7666" y="17098"/>
                </a:lnTo>
                <a:lnTo>
                  <a:pt x="7702" y="16236"/>
                </a:lnTo>
                <a:lnTo>
                  <a:pt x="7841" y="15374"/>
                </a:lnTo>
                <a:lnTo>
                  <a:pt x="8074" y="14502"/>
                </a:lnTo>
                <a:lnTo>
                  <a:pt x="8378" y="13616"/>
                </a:lnTo>
                <a:lnTo>
                  <a:pt x="8746" y="12708"/>
                </a:lnTo>
                <a:lnTo>
                  <a:pt x="9158" y="11771"/>
                </a:lnTo>
                <a:lnTo>
                  <a:pt x="9600" y="10800"/>
                </a:lnTo>
                <a:lnTo>
                  <a:pt x="8174" y="10800"/>
                </a:lnTo>
                <a:lnTo>
                  <a:pt x="6744" y="10800"/>
                </a:lnTo>
                <a:lnTo>
                  <a:pt x="5309" y="10800"/>
                </a:lnTo>
                <a:lnTo>
                  <a:pt x="3862" y="10800"/>
                </a:lnTo>
                <a:lnTo>
                  <a:pt x="2400" y="10800"/>
                </a:lnTo>
                <a:lnTo>
                  <a:pt x="2201" y="9909"/>
                </a:lnTo>
                <a:lnTo>
                  <a:pt x="2004" y="9018"/>
                </a:lnTo>
                <a:lnTo>
                  <a:pt x="1805" y="8126"/>
                </a:lnTo>
                <a:lnTo>
                  <a:pt x="1608" y="7232"/>
                </a:lnTo>
                <a:lnTo>
                  <a:pt x="1409" y="6337"/>
                </a:lnTo>
                <a:lnTo>
                  <a:pt x="1210" y="5440"/>
                </a:lnTo>
                <a:lnTo>
                  <a:pt x="1010" y="4541"/>
                </a:lnTo>
                <a:lnTo>
                  <a:pt x="809" y="3640"/>
                </a:lnTo>
                <a:lnTo>
                  <a:pt x="607" y="2735"/>
                </a:lnTo>
                <a:lnTo>
                  <a:pt x="406" y="1828"/>
                </a:lnTo>
                <a:lnTo>
                  <a:pt x="204" y="915"/>
                </a:lnTo>
                <a:lnTo>
                  <a:pt x="0" y="0"/>
                </a:lnTo>
                <a:close/>
              </a:path>
            </a:pathLst>
          </a:custGeom>
          <a:solidFill>
            <a:srgbClr val="BAB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1" name="contour_05449"/>
          <p:cNvSpPr/>
          <p:nvPr/>
        </p:nvSpPr>
        <p:spPr>
          <a:xfrm>
            <a:off x="2583036" y="2856893"/>
            <a:ext cx="9474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744" y="0"/>
                </a:lnTo>
                <a:lnTo>
                  <a:pt x="8849" y="0"/>
                </a:lnTo>
                <a:lnTo>
                  <a:pt x="9969" y="0"/>
                </a:lnTo>
                <a:lnTo>
                  <a:pt x="9969" y="987"/>
                </a:lnTo>
                <a:lnTo>
                  <a:pt x="9969" y="1977"/>
                </a:lnTo>
                <a:lnTo>
                  <a:pt x="9969" y="2971"/>
                </a:lnTo>
                <a:lnTo>
                  <a:pt x="9969" y="3973"/>
                </a:lnTo>
                <a:lnTo>
                  <a:pt x="9969" y="4985"/>
                </a:lnTo>
                <a:lnTo>
                  <a:pt x="10499" y="4908"/>
                </a:lnTo>
                <a:lnTo>
                  <a:pt x="10983" y="4840"/>
                </a:lnTo>
                <a:lnTo>
                  <a:pt x="11493" y="4767"/>
                </a:lnTo>
                <a:lnTo>
                  <a:pt x="12096" y="4681"/>
                </a:lnTo>
                <a:lnTo>
                  <a:pt x="12862" y="4571"/>
                </a:lnTo>
                <a:lnTo>
                  <a:pt x="13864" y="4428"/>
                </a:lnTo>
                <a:lnTo>
                  <a:pt x="15168" y="4242"/>
                </a:lnTo>
                <a:lnTo>
                  <a:pt x="16845" y="4003"/>
                </a:lnTo>
                <a:lnTo>
                  <a:pt x="18966" y="3699"/>
                </a:lnTo>
                <a:lnTo>
                  <a:pt x="21600" y="3323"/>
                </a:lnTo>
                <a:lnTo>
                  <a:pt x="21339" y="4400"/>
                </a:lnTo>
                <a:lnTo>
                  <a:pt x="21075" y="5476"/>
                </a:lnTo>
                <a:lnTo>
                  <a:pt x="20807" y="6553"/>
                </a:lnTo>
                <a:lnTo>
                  <a:pt x="20537" y="7626"/>
                </a:lnTo>
                <a:lnTo>
                  <a:pt x="20262" y="8701"/>
                </a:lnTo>
                <a:lnTo>
                  <a:pt x="19987" y="9773"/>
                </a:lnTo>
                <a:lnTo>
                  <a:pt x="19708" y="10847"/>
                </a:lnTo>
                <a:lnTo>
                  <a:pt x="19425" y="11918"/>
                </a:lnTo>
                <a:lnTo>
                  <a:pt x="19141" y="12990"/>
                </a:lnTo>
                <a:lnTo>
                  <a:pt x="18855" y="14060"/>
                </a:lnTo>
                <a:lnTo>
                  <a:pt x="18568" y="15130"/>
                </a:lnTo>
                <a:lnTo>
                  <a:pt x="18277" y="16200"/>
                </a:lnTo>
                <a:lnTo>
                  <a:pt x="18003" y="17220"/>
                </a:lnTo>
                <a:lnTo>
                  <a:pt x="17727" y="18249"/>
                </a:lnTo>
                <a:lnTo>
                  <a:pt x="17446" y="19289"/>
                </a:lnTo>
                <a:lnTo>
                  <a:pt x="17172" y="20053"/>
                </a:lnTo>
                <a:lnTo>
                  <a:pt x="16896" y="20821"/>
                </a:lnTo>
                <a:lnTo>
                  <a:pt x="16615" y="21600"/>
                </a:lnTo>
                <a:lnTo>
                  <a:pt x="15791" y="21600"/>
                </a:lnTo>
                <a:lnTo>
                  <a:pt x="14954" y="21600"/>
                </a:lnTo>
                <a:lnTo>
                  <a:pt x="14954" y="20449"/>
                </a:lnTo>
                <a:lnTo>
                  <a:pt x="14954" y="19295"/>
                </a:lnTo>
                <a:lnTo>
                  <a:pt x="14954" y="18142"/>
                </a:lnTo>
                <a:lnTo>
                  <a:pt x="14954" y="16988"/>
                </a:lnTo>
                <a:lnTo>
                  <a:pt x="14954" y="15828"/>
                </a:lnTo>
                <a:lnTo>
                  <a:pt x="14954" y="14666"/>
                </a:lnTo>
                <a:lnTo>
                  <a:pt x="14954" y="13500"/>
                </a:lnTo>
                <a:lnTo>
                  <a:pt x="14954" y="12329"/>
                </a:lnTo>
                <a:lnTo>
                  <a:pt x="14954" y="11152"/>
                </a:lnTo>
                <a:lnTo>
                  <a:pt x="14954" y="9969"/>
                </a:lnTo>
                <a:lnTo>
                  <a:pt x="13857" y="10243"/>
                </a:lnTo>
                <a:lnTo>
                  <a:pt x="12759" y="10518"/>
                </a:lnTo>
                <a:lnTo>
                  <a:pt x="11656" y="10793"/>
                </a:lnTo>
                <a:lnTo>
                  <a:pt x="10547" y="11071"/>
                </a:lnTo>
                <a:lnTo>
                  <a:pt x="9433" y="11350"/>
                </a:lnTo>
                <a:lnTo>
                  <a:pt x="8308" y="11631"/>
                </a:lnTo>
                <a:lnTo>
                  <a:pt x="8171" y="10567"/>
                </a:lnTo>
                <a:lnTo>
                  <a:pt x="8032" y="9496"/>
                </a:lnTo>
                <a:lnTo>
                  <a:pt x="7892" y="8411"/>
                </a:lnTo>
                <a:lnTo>
                  <a:pt x="7628" y="7324"/>
                </a:lnTo>
                <a:lnTo>
                  <a:pt x="7410" y="6606"/>
                </a:lnTo>
                <a:lnTo>
                  <a:pt x="7121" y="5933"/>
                </a:lnTo>
                <a:lnTo>
                  <a:pt x="6646" y="4985"/>
                </a:lnTo>
                <a:lnTo>
                  <a:pt x="5546" y="4483"/>
                </a:lnTo>
                <a:lnTo>
                  <a:pt x="4488" y="4114"/>
                </a:lnTo>
                <a:lnTo>
                  <a:pt x="3438" y="3845"/>
                </a:lnTo>
                <a:lnTo>
                  <a:pt x="2361" y="3644"/>
                </a:lnTo>
                <a:lnTo>
                  <a:pt x="1228" y="3481"/>
                </a:lnTo>
                <a:lnTo>
                  <a:pt x="0" y="3323"/>
                </a:lnTo>
                <a:lnTo>
                  <a:pt x="1097" y="3323"/>
                </a:lnTo>
                <a:lnTo>
                  <a:pt x="2195" y="3323"/>
                </a:lnTo>
                <a:lnTo>
                  <a:pt x="3298" y="3323"/>
                </a:lnTo>
                <a:lnTo>
                  <a:pt x="4406" y="3323"/>
                </a:lnTo>
                <a:lnTo>
                  <a:pt x="5521" y="3323"/>
                </a:lnTo>
                <a:lnTo>
                  <a:pt x="6646" y="3323"/>
                </a:lnTo>
                <a:lnTo>
                  <a:pt x="6646" y="2225"/>
                </a:lnTo>
                <a:lnTo>
                  <a:pt x="6646" y="1120"/>
                </a:lnTo>
                <a:lnTo>
                  <a:pt x="6646" y="0"/>
                </a:lnTo>
                <a:close/>
              </a:path>
            </a:pathLst>
          </a:custGeom>
          <a:solidFill>
            <a:srgbClr val="AE9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2" name="contour_05450"/>
          <p:cNvSpPr/>
          <p:nvPr/>
        </p:nvSpPr>
        <p:spPr>
          <a:xfrm>
            <a:off x="4412322" y="2820453"/>
            <a:ext cx="102032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405" y="501"/>
                </a:lnTo>
                <a:lnTo>
                  <a:pt x="11220" y="891"/>
                </a:lnTo>
                <a:lnTo>
                  <a:pt x="11923" y="1296"/>
                </a:lnTo>
                <a:lnTo>
                  <a:pt x="12738" y="1846"/>
                </a:lnTo>
                <a:lnTo>
                  <a:pt x="13886" y="2667"/>
                </a:lnTo>
                <a:lnTo>
                  <a:pt x="13886" y="4430"/>
                </a:lnTo>
                <a:lnTo>
                  <a:pt x="13886" y="6204"/>
                </a:lnTo>
                <a:lnTo>
                  <a:pt x="13886" y="8002"/>
                </a:lnTo>
                <a:lnTo>
                  <a:pt x="14841" y="7671"/>
                </a:lnTo>
                <a:lnTo>
                  <a:pt x="15796" y="7340"/>
                </a:lnTo>
                <a:lnTo>
                  <a:pt x="16754" y="7010"/>
                </a:lnTo>
                <a:lnTo>
                  <a:pt x="17714" y="6679"/>
                </a:lnTo>
                <a:lnTo>
                  <a:pt x="18678" y="6346"/>
                </a:lnTo>
                <a:lnTo>
                  <a:pt x="19647" y="6009"/>
                </a:lnTo>
                <a:lnTo>
                  <a:pt x="20620" y="5673"/>
                </a:lnTo>
                <a:lnTo>
                  <a:pt x="21600" y="5335"/>
                </a:lnTo>
                <a:lnTo>
                  <a:pt x="19753" y="8525"/>
                </a:lnTo>
                <a:lnTo>
                  <a:pt x="18164" y="11261"/>
                </a:lnTo>
                <a:lnTo>
                  <a:pt x="16805" y="13579"/>
                </a:lnTo>
                <a:lnTo>
                  <a:pt x="15649" y="15513"/>
                </a:lnTo>
                <a:lnTo>
                  <a:pt x="14673" y="17098"/>
                </a:lnTo>
                <a:lnTo>
                  <a:pt x="13846" y="18373"/>
                </a:lnTo>
                <a:lnTo>
                  <a:pt x="13144" y="19370"/>
                </a:lnTo>
                <a:lnTo>
                  <a:pt x="12539" y="20128"/>
                </a:lnTo>
                <a:lnTo>
                  <a:pt x="12007" y="20680"/>
                </a:lnTo>
                <a:lnTo>
                  <a:pt x="11519" y="21061"/>
                </a:lnTo>
                <a:lnTo>
                  <a:pt x="11051" y="21307"/>
                </a:lnTo>
                <a:lnTo>
                  <a:pt x="10575" y="21456"/>
                </a:lnTo>
                <a:lnTo>
                  <a:pt x="10064" y="21541"/>
                </a:lnTo>
                <a:lnTo>
                  <a:pt x="9492" y="21600"/>
                </a:lnTo>
                <a:lnTo>
                  <a:pt x="8637" y="21584"/>
                </a:lnTo>
                <a:lnTo>
                  <a:pt x="7784" y="21563"/>
                </a:lnTo>
                <a:lnTo>
                  <a:pt x="6929" y="21536"/>
                </a:lnTo>
                <a:lnTo>
                  <a:pt x="6076" y="21504"/>
                </a:lnTo>
                <a:lnTo>
                  <a:pt x="5199" y="21485"/>
                </a:lnTo>
                <a:lnTo>
                  <a:pt x="4312" y="21469"/>
                </a:lnTo>
                <a:lnTo>
                  <a:pt x="3234" y="21443"/>
                </a:lnTo>
                <a:lnTo>
                  <a:pt x="2157" y="21411"/>
                </a:lnTo>
                <a:lnTo>
                  <a:pt x="1078" y="21376"/>
                </a:lnTo>
                <a:lnTo>
                  <a:pt x="0" y="21339"/>
                </a:lnTo>
                <a:lnTo>
                  <a:pt x="322" y="19666"/>
                </a:lnTo>
                <a:lnTo>
                  <a:pt x="662" y="18047"/>
                </a:lnTo>
                <a:lnTo>
                  <a:pt x="1029" y="16476"/>
                </a:lnTo>
                <a:lnTo>
                  <a:pt x="1441" y="14956"/>
                </a:lnTo>
                <a:lnTo>
                  <a:pt x="1910" y="13481"/>
                </a:lnTo>
                <a:lnTo>
                  <a:pt x="2455" y="12054"/>
                </a:lnTo>
                <a:lnTo>
                  <a:pt x="3086" y="10669"/>
                </a:lnTo>
                <a:lnTo>
                  <a:pt x="4221" y="10696"/>
                </a:lnTo>
                <a:lnTo>
                  <a:pt x="5249" y="10931"/>
                </a:lnTo>
                <a:lnTo>
                  <a:pt x="6216" y="11341"/>
                </a:lnTo>
                <a:lnTo>
                  <a:pt x="7174" y="11902"/>
                </a:lnTo>
                <a:lnTo>
                  <a:pt x="8171" y="12576"/>
                </a:lnTo>
                <a:lnTo>
                  <a:pt x="9257" y="13337"/>
                </a:lnTo>
                <a:lnTo>
                  <a:pt x="9257" y="11451"/>
                </a:lnTo>
                <a:lnTo>
                  <a:pt x="9257" y="9562"/>
                </a:lnTo>
                <a:lnTo>
                  <a:pt x="9257" y="7669"/>
                </a:lnTo>
                <a:lnTo>
                  <a:pt x="9257" y="5767"/>
                </a:lnTo>
                <a:lnTo>
                  <a:pt x="9257" y="3857"/>
                </a:lnTo>
                <a:lnTo>
                  <a:pt x="9257" y="1936"/>
                </a:lnTo>
                <a:lnTo>
                  <a:pt x="9257" y="0"/>
                </a:lnTo>
                <a:close/>
              </a:path>
            </a:pathLst>
          </a:custGeom>
          <a:solidFill>
            <a:srgbClr val="43423F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3" name="contour_05451"/>
          <p:cNvSpPr/>
          <p:nvPr/>
        </p:nvSpPr>
        <p:spPr>
          <a:xfrm>
            <a:off x="3792485" y="2820453"/>
            <a:ext cx="65949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39" y="0"/>
                </a:moveTo>
                <a:lnTo>
                  <a:pt x="14931" y="1092"/>
                </a:lnTo>
                <a:lnTo>
                  <a:pt x="15239" y="1989"/>
                </a:lnTo>
                <a:lnTo>
                  <a:pt x="15632" y="3459"/>
                </a:lnTo>
                <a:lnTo>
                  <a:pt x="15928" y="4553"/>
                </a:lnTo>
                <a:lnTo>
                  <a:pt x="16229" y="5663"/>
                </a:lnTo>
                <a:lnTo>
                  <a:pt x="16525" y="6821"/>
                </a:lnTo>
                <a:lnTo>
                  <a:pt x="16826" y="7995"/>
                </a:lnTo>
                <a:lnTo>
                  <a:pt x="17380" y="10105"/>
                </a:lnTo>
                <a:lnTo>
                  <a:pt x="17850" y="11882"/>
                </a:lnTo>
                <a:lnTo>
                  <a:pt x="18253" y="13370"/>
                </a:lnTo>
                <a:lnTo>
                  <a:pt x="18607" y="14617"/>
                </a:lnTo>
                <a:lnTo>
                  <a:pt x="18927" y="15670"/>
                </a:lnTo>
                <a:lnTo>
                  <a:pt x="19227" y="16579"/>
                </a:lnTo>
                <a:lnTo>
                  <a:pt x="19528" y="17386"/>
                </a:lnTo>
                <a:lnTo>
                  <a:pt x="19846" y="18144"/>
                </a:lnTo>
                <a:lnTo>
                  <a:pt x="20194" y="18897"/>
                </a:lnTo>
                <a:lnTo>
                  <a:pt x="20590" y="19693"/>
                </a:lnTo>
                <a:lnTo>
                  <a:pt x="21056" y="20578"/>
                </a:lnTo>
                <a:lnTo>
                  <a:pt x="21600" y="21600"/>
                </a:lnTo>
                <a:lnTo>
                  <a:pt x="20027" y="21284"/>
                </a:lnTo>
                <a:lnTo>
                  <a:pt x="18480" y="20955"/>
                </a:lnTo>
                <a:lnTo>
                  <a:pt x="16960" y="20603"/>
                </a:lnTo>
                <a:lnTo>
                  <a:pt x="15461" y="20223"/>
                </a:lnTo>
                <a:lnTo>
                  <a:pt x="13985" y="19807"/>
                </a:lnTo>
                <a:lnTo>
                  <a:pt x="12529" y="19349"/>
                </a:lnTo>
                <a:lnTo>
                  <a:pt x="11090" y="18840"/>
                </a:lnTo>
                <a:lnTo>
                  <a:pt x="9665" y="18277"/>
                </a:lnTo>
                <a:lnTo>
                  <a:pt x="9056" y="17262"/>
                </a:lnTo>
                <a:lnTo>
                  <a:pt x="8617" y="16281"/>
                </a:lnTo>
                <a:lnTo>
                  <a:pt x="8304" y="15301"/>
                </a:lnTo>
                <a:lnTo>
                  <a:pt x="8070" y="14283"/>
                </a:lnTo>
                <a:lnTo>
                  <a:pt x="7875" y="13189"/>
                </a:lnTo>
                <a:lnTo>
                  <a:pt x="7469" y="12262"/>
                </a:lnTo>
                <a:lnTo>
                  <a:pt x="6867" y="11617"/>
                </a:lnTo>
                <a:lnTo>
                  <a:pt x="5650" y="10955"/>
                </a:lnTo>
                <a:lnTo>
                  <a:pt x="3399" y="9969"/>
                </a:lnTo>
                <a:lnTo>
                  <a:pt x="2315" y="9421"/>
                </a:lnTo>
                <a:lnTo>
                  <a:pt x="1222" y="8868"/>
                </a:lnTo>
                <a:lnTo>
                  <a:pt x="117" y="8308"/>
                </a:lnTo>
                <a:lnTo>
                  <a:pt x="0" y="7068"/>
                </a:lnTo>
                <a:lnTo>
                  <a:pt x="86" y="5915"/>
                </a:lnTo>
                <a:lnTo>
                  <a:pt x="375" y="4825"/>
                </a:lnTo>
                <a:lnTo>
                  <a:pt x="871" y="3770"/>
                </a:lnTo>
                <a:lnTo>
                  <a:pt x="1580" y="2725"/>
                </a:lnTo>
                <a:lnTo>
                  <a:pt x="2504" y="1662"/>
                </a:lnTo>
                <a:lnTo>
                  <a:pt x="3936" y="1198"/>
                </a:lnTo>
                <a:lnTo>
                  <a:pt x="5380" y="826"/>
                </a:lnTo>
                <a:lnTo>
                  <a:pt x="6836" y="537"/>
                </a:lnTo>
                <a:lnTo>
                  <a:pt x="8309" y="319"/>
                </a:lnTo>
                <a:lnTo>
                  <a:pt x="9803" y="166"/>
                </a:lnTo>
                <a:lnTo>
                  <a:pt x="11322" y="68"/>
                </a:lnTo>
                <a:lnTo>
                  <a:pt x="12864" y="15"/>
                </a:lnTo>
                <a:lnTo>
                  <a:pt x="14439" y="0"/>
                </a:lnTo>
                <a:close/>
              </a:path>
            </a:pathLst>
          </a:custGeom>
          <a:solidFill>
            <a:srgbClr val="25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4" name="contour_05452"/>
          <p:cNvSpPr/>
          <p:nvPr/>
        </p:nvSpPr>
        <p:spPr>
          <a:xfrm>
            <a:off x="10810143" y="2740285"/>
            <a:ext cx="6662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6" y="0"/>
                </a:moveTo>
                <a:lnTo>
                  <a:pt x="1848" y="283"/>
                </a:lnTo>
                <a:lnTo>
                  <a:pt x="3372" y="569"/>
                </a:lnTo>
                <a:lnTo>
                  <a:pt x="4914" y="860"/>
                </a:lnTo>
                <a:lnTo>
                  <a:pt x="5552" y="980"/>
                </a:lnTo>
                <a:lnTo>
                  <a:pt x="7487" y="1343"/>
                </a:lnTo>
                <a:lnTo>
                  <a:pt x="8853" y="1732"/>
                </a:lnTo>
                <a:lnTo>
                  <a:pt x="9793" y="2133"/>
                </a:lnTo>
                <a:lnTo>
                  <a:pt x="10748" y="2782"/>
                </a:lnTo>
                <a:lnTo>
                  <a:pt x="12149" y="3927"/>
                </a:lnTo>
                <a:lnTo>
                  <a:pt x="13321" y="4436"/>
                </a:lnTo>
                <a:lnTo>
                  <a:pt x="14498" y="4935"/>
                </a:lnTo>
                <a:lnTo>
                  <a:pt x="15681" y="5420"/>
                </a:lnTo>
                <a:lnTo>
                  <a:pt x="16875" y="5891"/>
                </a:lnTo>
                <a:lnTo>
                  <a:pt x="16289" y="6863"/>
                </a:lnTo>
                <a:lnTo>
                  <a:pt x="15703" y="7841"/>
                </a:lnTo>
                <a:lnTo>
                  <a:pt x="15110" y="8823"/>
                </a:lnTo>
                <a:lnTo>
                  <a:pt x="14512" y="9818"/>
                </a:lnTo>
                <a:lnTo>
                  <a:pt x="15915" y="9818"/>
                </a:lnTo>
                <a:lnTo>
                  <a:pt x="17323" y="9818"/>
                </a:lnTo>
                <a:lnTo>
                  <a:pt x="18736" y="9818"/>
                </a:lnTo>
                <a:lnTo>
                  <a:pt x="20161" y="9818"/>
                </a:lnTo>
                <a:lnTo>
                  <a:pt x="21600" y="9818"/>
                </a:lnTo>
                <a:lnTo>
                  <a:pt x="21600" y="11116"/>
                </a:lnTo>
                <a:lnTo>
                  <a:pt x="21600" y="12422"/>
                </a:lnTo>
                <a:lnTo>
                  <a:pt x="21600" y="13745"/>
                </a:lnTo>
                <a:lnTo>
                  <a:pt x="20041" y="13745"/>
                </a:lnTo>
                <a:lnTo>
                  <a:pt x="18479" y="13745"/>
                </a:lnTo>
                <a:lnTo>
                  <a:pt x="16910" y="13745"/>
                </a:lnTo>
                <a:lnTo>
                  <a:pt x="15334" y="13745"/>
                </a:lnTo>
                <a:lnTo>
                  <a:pt x="13749" y="13745"/>
                </a:lnTo>
                <a:lnTo>
                  <a:pt x="12149" y="13745"/>
                </a:lnTo>
                <a:lnTo>
                  <a:pt x="12149" y="15041"/>
                </a:lnTo>
                <a:lnTo>
                  <a:pt x="12149" y="16339"/>
                </a:lnTo>
                <a:lnTo>
                  <a:pt x="12149" y="17643"/>
                </a:lnTo>
                <a:lnTo>
                  <a:pt x="12149" y="18953"/>
                </a:lnTo>
                <a:lnTo>
                  <a:pt x="12149" y="20271"/>
                </a:lnTo>
                <a:lnTo>
                  <a:pt x="12149" y="21600"/>
                </a:lnTo>
                <a:lnTo>
                  <a:pt x="10590" y="21276"/>
                </a:lnTo>
                <a:lnTo>
                  <a:pt x="9028" y="20952"/>
                </a:lnTo>
                <a:lnTo>
                  <a:pt x="7459" y="20626"/>
                </a:lnTo>
                <a:lnTo>
                  <a:pt x="5883" y="20298"/>
                </a:lnTo>
                <a:lnTo>
                  <a:pt x="4298" y="19968"/>
                </a:lnTo>
                <a:lnTo>
                  <a:pt x="2698" y="19636"/>
                </a:lnTo>
                <a:lnTo>
                  <a:pt x="3036" y="18605"/>
                </a:lnTo>
                <a:lnTo>
                  <a:pt x="3381" y="17557"/>
                </a:lnTo>
                <a:lnTo>
                  <a:pt x="3577" y="16883"/>
                </a:lnTo>
                <a:lnTo>
                  <a:pt x="4175" y="14849"/>
                </a:lnTo>
                <a:lnTo>
                  <a:pt x="4383" y="14179"/>
                </a:lnTo>
                <a:lnTo>
                  <a:pt x="5007" y="12157"/>
                </a:lnTo>
                <a:lnTo>
                  <a:pt x="5018" y="11576"/>
                </a:lnTo>
                <a:lnTo>
                  <a:pt x="5061" y="9818"/>
                </a:lnTo>
                <a:lnTo>
                  <a:pt x="3700" y="9202"/>
                </a:lnTo>
                <a:lnTo>
                  <a:pt x="2753" y="8791"/>
                </a:lnTo>
                <a:lnTo>
                  <a:pt x="1779" y="8402"/>
                </a:lnTo>
                <a:lnTo>
                  <a:pt x="336" y="7855"/>
                </a:lnTo>
                <a:lnTo>
                  <a:pt x="95" y="6531"/>
                </a:lnTo>
                <a:lnTo>
                  <a:pt x="0" y="5237"/>
                </a:lnTo>
                <a:lnTo>
                  <a:pt x="12" y="3955"/>
                </a:lnTo>
                <a:lnTo>
                  <a:pt x="95" y="2667"/>
                </a:lnTo>
                <a:lnTo>
                  <a:pt x="215" y="1355"/>
                </a:lnTo>
                <a:lnTo>
                  <a:pt x="336" y="0"/>
                </a:lnTo>
                <a:close/>
              </a:path>
            </a:pathLst>
          </a:custGeom>
          <a:solidFill>
            <a:srgbClr val="D0CCB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5" name="contour_05453"/>
          <p:cNvSpPr/>
          <p:nvPr/>
        </p:nvSpPr>
        <p:spPr>
          <a:xfrm>
            <a:off x="5636704" y="2740941"/>
            <a:ext cx="80168" cy="585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04" y="965"/>
                </a:moveTo>
                <a:lnTo>
                  <a:pt x="12919" y="1701"/>
                </a:lnTo>
                <a:lnTo>
                  <a:pt x="13745" y="2446"/>
                </a:lnTo>
                <a:lnTo>
                  <a:pt x="13258" y="3779"/>
                </a:lnTo>
                <a:lnTo>
                  <a:pt x="12771" y="5114"/>
                </a:lnTo>
                <a:lnTo>
                  <a:pt x="12279" y="6461"/>
                </a:lnTo>
                <a:lnTo>
                  <a:pt x="11782" y="7821"/>
                </a:lnTo>
                <a:lnTo>
                  <a:pt x="12997" y="7488"/>
                </a:lnTo>
                <a:lnTo>
                  <a:pt x="14213" y="7157"/>
                </a:lnTo>
                <a:lnTo>
                  <a:pt x="15432" y="6821"/>
                </a:lnTo>
                <a:lnTo>
                  <a:pt x="16654" y="6488"/>
                </a:lnTo>
                <a:lnTo>
                  <a:pt x="17881" y="6152"/>
                </a:lnTo>
                <a:lnTo>
                  <a:pt x="19114" y="5813"/>
                </a:lnTo>
                <a:lnTo>
                  <a:pt x="20353" y="5475"/>
                </a:lnTo>
                <a:lnTo>
                  <a:pt x="21600" y="5133"/>
                </a:lnTo>
                <a:lnTo>
                  <a:pt x="21431" y="8106"/>
                </a:lnTo>
                <a:lnTo>
                  <a:pt x="21286" y="10393"/>
                </a:lnTo>
                <a:lnTo>
                  <a:pt x="21142" y="12153"/>
                </a:lnTo>
                <a:lnTo>
                  <a:pt x="20976" y="13545"/>
                </a:lnTo>
                <a:lnTo>
                  <a:pt x="20765" y="14725"/>
                </a:lnTo>
                <a:lnTo>
                  <a:pt x="20489" y="15851"/>
                </a:lnTo>
                <a:lnTo>
                  <a:pt x="20119" y="17082"/>
                </a:lnTo>
                <a:lnTo>
                  <a:pt x="19636" y="18571"/>
                </a:lnTo>
                <a:lnTo>
                  <a:pt x="18446" y="19595"/>
                </a:lnTo>
                <a:lnTo>
                  <a:pt x="17282" y="20391"/>
                </a:lnTo>
                <a:lnTo>
                  <a:pt x="16125" y="20971"/>
                </a:lnTo>
                <a:lnTo>
                  <a:pt x="14959" y="21355"/>
                </a:lnTo>
                <a:lnTo>
                  <a:pt x="13763" y="21560"/>
                </a:lnTo>
                <a:lnTo>
                  <a:pt x="12518" y="21600"/>
                </a:lnTo>
                <a:lnTo>
                  <a:pt x="11210" y="21495"/>
                </a:lnTo>
                <a:lnTo>
                  <a:pt x="9818" y="21259"/>
                </a:lnTo>
                <a:lnTo>
                  <a:pt x="8559" y="20299"/>
                </a:lnTo>
                <a:lnTo>
                  <a:pt x="7350" y="19294"/>
                </a:lnTo>
                <a:lnTo>
                  <a:pt x="6183" y="18241"/>
                </a:lnTo>
                <a:lnTo>
                  <a:pt x="5060" y="17131"/>
                </a:lnTo>
                <a:lnTo>
                  <a:pt x="3978" y="15956"/>
                </a:lnTo>
                <a:lnTo>
                  <a:pt x="2932" y="14714"/>
                </a:lnTo>
                <a:lnTo>
                  <a:pt x="1922" y="13398"/>
                </a:lnTo>
                <a:lnTo>
                  <a:pt x="946" y="11997"/>
                </a:lnTo>
                <a:lnTo>
                  <a:pt x="0" y="10508"/>
                </a:lnTo>
                <a:lnTo>
                  <a:pt x="0" y="8732"/>
                </a:lnTo>
                <a:lnTo>
                  <a:pt x="0" y="6945"/>
                </a:lnTo>
                <a:lnTo>
                  <a:pt x="0" y="5133"/>
                </a:lnTo>
                <a:lnTo>
                  <a:pt x="1204" y="4074"/>
                </a:lnTo>
                <a:lnTo>
                  <a:pt x="2089" y="3389"/>
                </a:lnTo>
                <a:lnTo>
                  <a:pt x="3097" y="2776"/>
                </a:lnTo>
                <a:lnTo>
                  <a:pt x="4664" y="1940"/>
                </a:lnTo>
                <a:lnTo>
                  <a:pt x="5532" y="1459"/>
                </a:lnTo>
                <a:lnTo>
                  <a:pt x="6403" y="973"/>
                </a:lnTo>
                <a:lnTo>
                  <a:pt x="7287" y="481"/>
                </a:lnTo>
                <a:lnTo>
                  <a:pt x="8785" y="83"/>
                </a:lnTo>
                <a:lnTo>
                  <a:pt x="9787" y="0"/>
                </a:lnTo>
                <a:lnTo>
                  <a:pt x="10743" y="280"/>
                </a:lnTo>
                <a:lnTo>
                  <a:pt x="12104" y="965"/>
                </a:lnTo>
                <a:close/>
              </a:path>
            </a:pathLst>
          </a:custGeom>
          <a:solidFill>
            <a:srgbClr val="817B65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6" name="contour_05454"/>
          <p:cNvSpPr/>
          <p:nvPr/>
        </p:nvSpPr>
        <p:spPr>
          <a:xfrm>
            <a:off x="5607115" y="2711133"/>
            <a:ext cx="95181" cy="46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" y="0"/>
                </a:moveTo>
                <a:lnTo>
                  <a:pt x="1272" y="198"/>
                </a:lnTo>
                <a:lnTo>
                  <a:pt x="2443" y="407"/>
                </a:lnTo>
                <a:lnTo>
                  <a:pt x="3615" y="619"/>
                </a:lnTo>
                <a:lnTo>
                  <a:pt x="4786" y="834"/>
                </a:lnTo>
                <a:lnTo>
                  <a:pt x="5957" y="1056"/>
                </a:lnTo>
                <a:lnTo>
                  <a:pt x="7128" y="1282"/>
                </a:lnTo>
                <a:lnTo>
                  <a:pt x="8112" y="1443"/>
                </a:lnTo>
                <a:lnTo>
                  <a:pt x="9111" y="1603"/>
                </a:lnTo>
                <a:lnTo>
                  <a:pt x="10292" y="1887"/>
                </a:lnTo>
                <a:lnTo>
                  <a:pt x="11422" y="2243"/>
                </a:lnTo>
                <a:lnTo>
                  <a:pt x="12507" y="2674"/>
                </a:lnTo>
                <a:lnTo>
                  <a:pt x="13557" y="3186"/>
                </a:lnTo>
                <a:lnTo>
                  <a:pt x="14579" y="3774"/>
                </a:lnTo>
                <a:lnTo>
                  <a:pt x="15581" y="4448"/>
                </a:lnTo>
                <a:lnTo>
                  <a:pt x="16570" y="5200"/>
                </a:lnTo>
                <a:lnTo>
                  <a:pt x="17555" y="6038"/>
                </a:lnTo>
                <a:lnTo>
                  <a:pt x="18542" y="6961"/>
                </a:lnTo>
                <a:lnTo>
                  <a:pt x="19541" y="7969"/>
                </a:lnTo>
                <a:lnTo>
                  <a:pt x="20556" y="9067"/>
                </a:lnTo>
                <a:lnTo>
                  <a:pt x="21600" y="10256"/>
                </a:lnTo>
                <a:lnTo>
                  <a:pt x="20601" y="11720"/>
                </a:lnTo>
                <a:lnTo>
                  <a:pt x="19617" y="13115"/>
                </a:lnTo>
                <a:lnTo>
                  <a:pt x="18641" y="14438"/>
                </a:lnTo>
                <a:lnTo>
                  <a:pt x="17672" y="15675"/>
                </a:lnTo>
                <a:lnTo>
                  <a:pt x="16699" y="16821"/>
                </a:lnTo>
                <a:lnTo>
                  <a:pt x="15720" y="17867"/>
                </a:lnTo>
                <a:lnTo>
                  <a:pt x="14730" y="18800"/>
                </a:lnTo>
                <a:lnTo>
                  <a:pt x="13719" y="19617"/>
                </a:lnTo>
                <a:lnTo>
                  <a:pt x="12684" y="20304"/>
                </a:lnTo>
                <a:lnTo>
                  <a:pt x="11619" y="20855"/>
                </a:lnTo>
                <a:lnTo>
                  <a:pt x="10517" y="21262"/>
                </a:lnTo>
                <a:lnTo>
                  <a:pt x="9374" y="21511"/>
                </a:lnTo>
                <a:lnTo>
                  <a:pt x="8184" y="21600"/>
                </a:lnTo>
                <a:lnTo>
                  <a:pt x="6941" y="21515"/>
                </a:lnTo>
                <a:lnTo>
                  <a:pt x="5863" y="20838"/>
                </a:lnTo>
                <a:lnTo>
                  <a:pt x="4904" y="20017"/>
                </a:lnTo>
                <a:lnTo>
                  <a:pt x="4032" y="19043"/>
                </a:lnTo>
                <a:lnTo>
                  <a:pt x="3223" y="17915"/>
                </a:lnTo>
                <a:lnTo>
                  <a:pt x="2449" y="16619"/>
                </a:lnTo>
                <a:lnTo>
                  <a:pt x="1682" y="15152"/>
                </a:lnTo>
                <a:lnTo>
                  <a:pt x="893" y="13501"/>
                </a:lnTo>
                <a:lnTo>
                  <a:pt x="438" y="11268"/>
                </a:lnTo>
                <a:lnTo>
                  <a:pt x="164" y="9091"/>
                </a:lnTo>
                <a:lnTo>
                  <a:pt x="30" y="6926"/>
                </a:lnTo>
                <a:lnTo>
                  <a:pt x="0" y="4721"/>
                </a:lnTo>
                <a:lnTo>
                  <a:pt x="36" y="2427"/>
                </a:lnTo>
                <a:lnTo>
                  <a:pt x="99" y="0"/>
                </a:lnTo>
                <a:close/>
              </a:path>
            </a:pathLst>
          </a:custGeom>
          <a:solidFill>
            <a:srgbClr val="BEC5C9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7" name="contour_05455"/>
          <p:cNvSpPr/>
          <p:nvPr/>
        </p:nvSpPr>
        <p:spPr>
          <a:xfrm>
            <a:off x="1713877" y="2689269"/>
            <a:ext cx="96631" cy="669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1" y="0"/>
                </a:moveTo>
                <a:lnTo>
                  <a:pt x="3128" y="0"/>
                </a:lnTo>
                <a:lnTo>
                  <a:pt x="4211" y="0"/>
                </a:lnTo>
                <a:lnTo>
                  <a:pt x="5309" y="0"/>
                </a:lnTo>
                <a:lnTo>
                  <a:pt x="5309" y="1663"/>
                </a:lnTo>
                <a:lnTo>
                  <a:pt x="5309" y="3328"/>
                </a:lnTo>
                <a:lnTo>
                  <a:pt x="5309" y="4997"/>
                </a:lnTo>
                <a:lnTo>
                  <a:pt x="5309" y="6674"/>
                </a:lnTo>
                <a:lnTo>
                  <a:pt x="5309" y="8358"/>
                </a:lnTo>
                <a:lnTo>
                  <a:pt x="5309" y="10051"/>
                </a:lnTo>
                <a:lnTo>
                  <a:pt x="5309" y="11758"/>
                </a:lnTo>
                <a:lnTo>
                  <a:pt x="6463" y="11676"/>
                </a:lnTo>
                <a:lnTo>
                  <a:pt x="7632" y="11594"/>
                </a:lnTo>
                <a:lnTo>
                  <a:pt x="8084" y="11575"/>
                </a:lnTo>
                <a:lnTo>
                  <a:pt x="8880" y="11542"/>
                </a:lnTo>
                <a:lnTo>
                  <a:pt x="10705" y="11464"/>
                </a:lnTo>
                <a:lnTo>
                  <a:pt x="11708" y="11410"/>
                </a:lnTo>
                <a:lnTo>
                  <a:pt x="12718" y="11356"/>
                </a:lnTo>
                <a:lnTo>
                  <a:pt x="13741" y="11300"/>
                </a:lnTo>
                <a:lnTo>
                  <a:pt x="15004" y="11551"/>
                </a:lnTo>
                <a:lnTo>
                  <a:pt x="16102" y="11895"/>
                </a:lnTo>
                <a:lnTo>
                  <a:pt x="17076" y="12339"/>
                </a:lnTo>
                <a:lnTo>
                  <a:pt x="17970" y="12894"/>
                </a:lnTo>
                <a:lnTo>
                  <a:pt x="18827" y="13574"/>
                </a:lnTo>
                <a:lnTo>
                  <a:pt x="19689" y="14387"/>
                </a:lnTo>
                <a:lnTo>
                  <a:pt x="20600" y="15347"/>
                </a:lnTo>
                <a:lnTo>
                  <a:pt x="21600" y="16462"/>
                </a:lnTo>
                <a:lnTo>
                  <a:pt x="19401" y="17414"/>
                </a:lnTo>
                <a:lnTo>
                  <a:pt x="17441" y="18258"/>
                </a:lnTo>
                <a:lnTo>
                  <a:pt x="15698" y="18997"/>
                </a:lnTo>
                <a:lnTo>
                  <a:pt x="14150" y="19636"/>
                </a:lnTo>
                <a:lnTo>
                  <a:pt x="12782" y="20177"/>
                </a:lnTo>
                <a:lnTo>
                  <a:pt x="11568" y="20626"/>
                </a:lnTo>
                <a:lnTo>
                  <a:pt x="10491" y="20986"/>
                </a:lnTo>
                <a:lnTo>
                  <a:pt x="9530" y="21259"/>
                </a:lnTo>
                <a:lnTo>
                  <a:pt x="8663" y="21449"/>
                </a:lnTo>
                <a:lnTo>
                  <a:pt x="7872" y="21562"/>
                </a:lnTo>
                <a:lnTo>
                  <a:pt x="7134" y="21600"/>
                </a:lnTo>
                <a:lnTo>
                  <a:pt x="6432" y="21567"/>
                </a:lnTo>
                <a:lnTo>
                  <a:pt x="5741" y="21468"/>
                </a:lnTo>
                <a:lnTo>
                  <a:pt x="5045" y="21304"/>
                </a:lnTo>
                <a:lnTo>
                  <a:pt x="4322" y="21080"/>
                </a:lnTo>
                <a:lnTo>
                  <a:pt x="3550" y="20800"/>
                </a:lnTo>
                <a:lnTo>
                  <a:pt x="2711" y="20471"/>
                </a:lnTo>
                <a:lnTo>
                  <a:pt x="1784" y="20090"/>
                </a:lnTo>
                <a:lnTo>
                  <a:pt x="1108" y="19458"/>
                </a:lnTo>
                <a:lnTo>
                  <a:pt x="422" y="18813"/>
                </a:lnTo>
                <a:lnTo>
                  <a:pt x="186" y="16998"/>
                </a:lnTo>
                <a:lnTo>
                  <a:pt x="46" y="15450"/>
                </a:lnTo>
                <a:lnTo>
                  <a:pt x="0" y="14044"/>
                </a:lnTo>
                <a:lnTo>
                  <a:pt x="49" y="12654"/>
                </a:lnTo>
                <a:lnTo>
                  <a:pt x="191" y="11149"/>
                </a:lnTo>
                <a:lnTo>
                  <a:pt x="422" y="9407"/>
                </a:lnTo>
                <a:lnTo>
                  <a:pt x="560" y="8061"/>
                </a:lnTo>
                <a:lnTo>
                  <a:pt x="702" y="6698"/>
                </a:lnTo>
                <a:lnTo>
                  <a:pt x="872" y="5404"/>
                </a:lnTo>
                <a:lnTo>
                  <a:pt x="1026" y="4409"/>
                </a:lnTo>
                <a:lnTo>
                  <a:pt x="1232" y="3391"/>
                </a:lnTo>
                <a:lnTo>
                  <a:pt x="1551" y="2029"/>
                </a:lnTo>
                <a:lnTo>
                  <a:pt x="2051" y="0"/>
                </a:lnTo>
                <a:close/>
              </a:path>
            </a:pathLst>
          </a:custGeom>
          <a:solidFill>
            <a:srgbClr val="414041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8" name="contour_05456"/>
          <p:cNvSpPr/>
          <p:nvPr/>
        </p:nvSpPr>
        <p:spPr>
          <a:xfrm>
            <a:off x="4732993" y="2696557"/>
            <a:ext cx="13847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95" y="0"/>
                </a:moveTo>
                <a:lnTo>
                  <a:pt x="9753" y="329"/>
                </a:lnTo>
                <a:lnTo>
                  <a:pt x="10411" y="672"/>
                </a:lnTo>
                <a:lnTo>
                  <a:pt x="11067" y="1034"/>
                </a:lnTo>
                <a:lnTo>
                  <a:pt x="11720" y="1428"/>
                </a:lnTo>
                <a:lnTo>
                  <a:pt x="12368" y="1858"/>
                </a:lnTo>
                <a:lnTo>
                  <a:pt x="13125" y="2352"/>
                </a:lnTo>
                <a:lnTo>
                  <a:pt x="13647" y="2660"/>
                </a:lnTo>
                <a:lnTo>
                  <a:pt x="14174" y="2900"/>
                </a:lnTo>
                <a:lnTo>
                  <a:pt x="14952" y="3208"/>
                </a:lnTo>
                <a:lnTo>
                  <a:pt x="15577" y="3467"/>
                </a:lnTo>
                <a:lnTo>
                  <a:pt x="16058" y="3712"/>
                </a:lnTo>
                <a:lnTo>
                  <a:pt x="16550" y="4045"/>
                </a:lnTo>
                <a:lnTo>
                  <a:pt x="17208" y="4574"/>
                </a:lnTo>
                <a:lnTo>
                  <a:pt x="18189" y="5400"/>
                </a:lnTo>
                <a:lnTo>
                  <a:pt x="18224" y="7409"/>
                </a:lnTo>
                <a:lnTo>
                  <a:pt x="18241" y="8834"/>
                </a:lnTo>
                <a:lnTo>
                  <a:pt x="18241" y="10066"/>
                </a:lnTo>
                <a:lnTo>
                  <a:pt x="18224" y="11491"/>
                </a:lnTo>
                <a:lnTo>
                  <a:pt x="18189" y="13500"/>
                </a:lnTo>
                <a:lnTo>
                  <a:pt x="19035" y="14413"/>
                </a:lnTo>
                <a:lnTo>
                  <a:pt x="19636" y="15009"/>
                </a:lnTo>
                <a:lnTo>
                  <a:pt x="20154" y="15420"/>
                </a:lnTo>
                <a:lnTo>
                  <a:pt x="20754" y="15773"/>
                </a:lnTo>
                <a:lnTo>
                  <a:pt x="21600" y="16200"/>
                </a:lnTo>
                <a:lnTo>
                  <a:pt x="20896" y="16870"/>
                </a:lnTo>
                <a:lnTo>
                  <a:pt x="20193" y="17537"/>
                </a:lnTo>
                <a:lnTo>
                  <a:pt x="19487" y="18209"/>
                </a:lnTo>
                <a:lnTo>
                  <a:pt x="18779" y="18881"/>
                </a:lnTo>
                <a:lnTo>
                  <a:pt x="18069" y="19553"/>
                </a:lnTo>
                <a:lnTo>
                  <a:pt x="17355" y="20231"/>
                </a:lnTo>
                <a:lnTo>
                  <a:pt x="16638" y="20914"/>
                </a:lnTo>
                <a:lnTo>
                  <a:pt x="15916" y="21600"/>
                </a:lnTo>
                <a:lnTo>
                  <a:pt x="15916" y="19815"/>
                </a:lnTo>
                <a:lnTo>
                  <a:pt x="15916" y="18020"/>
                </a:lnTo>
                <a:lnTo>
                  <a:pt x="15916" y="16200"/>
                </a:lnTo>
                <a:lnTo>
                  <a:pt x="15256" y="15525"/>
                </a:lnTo>
                <a:lnTo>
                  <a:pt x="14618" y="14923"/>
                </a:lnTo>
                <a:lnTo>
                  <a:pt x="13987" y="14377"/>
                </a:lnTo>
                <a:lnTo>
                  <a:pt x="13350" y="13883"/>
                </a:lnTo>
                <a:lnTo>
                  <a:pt x="12694" y="13424"/>
                </a:lnTo>
                <a:lnTo>
                  <a:pt x="12007" y="12992"/>
                </a:lnTo>
                <a:lnTo>
                  <a:pt x="11451" y="12609"/>
                </a:lnTo>
                <a:lnTo>
                  <a:pt x="10886" y="12217"/>
                </a:lnTo>
                <a:lnTo>
                  <a:pt x="10235" y="11807"/>
                </a:lnTo>
                <a:lnTo>
                  <a:pt x="9713" y="11524"/>
                </a:lnTo>
                <a:lnTo>
                  <a:pt x="9046" y="11232"/>
                </a:lnTo>
                <a:lnTo>
                  <a:pt x="7958" y="10800"/>
                </a:lnTo>
                <a:lnTo>
                  <a:pt x="7394" y="12139"/>
                </a:lnTo>
                <a:lnTo>
                  <a:pt x="6821" y="13500"/>
                </a:lnTo>
                <a:lnTo>
                  <a:pt x="6024" y="13630"/>
                </a:lnTo>
                <a:lnTo>
                  <a:pt x="5444" y="13702"/>
                </a:lnTo>
                <a:lnTo>
                  <a:pt x="4915" y="13727"/>
                </a:lnTo>
                <a:lnTo>
                  <a:pt x="4269" y="13713"/>
                </a:lnTo>
                <a:lnTo>
                  <a:pt x="3340" y="13667"/>
                </a:lnTo>
                <a:lnTo>
                  <a:pt x="2716" y="13643"/>
                </a:lnTo>
                <a:lnTo>
                  <a:pt x="2088" y="13619"/>
                </a:lnTo>
                <a:lnTo>
                  <a:pt x="1452" y="13595"/>
                </a:lnTo>
                <a:lnTo>
                  <a:pt x="731" y="13549"/>
                </a:lnTo>
                <a:lnTo>
                  <a:pt x="0" y="13500"/>
                </a:lnTo>
                <a:lnTo>
                  <a:pt x="591" y="12007"/>
                </a:lnTo>
                <a:lnTo>
                  <a:pt x="1170" y="10687"/>
                </a:lnTo>
                <a:lnTo>
                  <a:pt x="1752" y="9523"/>
                </a:lnTo>
                <a:lnTo>
                  <a:pt x="2350" y="8491"/>
                </a:lnTo>
                <a:lnTo>
                  <a:pt x="2977" y="7568"/>
                </a:lnTo>
                <a:lnTo>
                  <a:pt x="3650" y="6731"/>
                </a:lnTo>
                <a:lnTo>
                  <a:pt x="4381" y="5962"/>
                </a:lnTo>
                <a:lnTo>
                  <a:pt x="5186" y="5233"/>
                </a:lnTo>
                <a:lnTo>
                  <a:pt x="6313" y="4263"/>
                </a:lnTo>
                <a:lnTo>
                  <a:pt x="7105" y="3526"/>
                </a:lnTo>
                <a:lnTo>
                  <a:pt x="7670" y="2875"/>
                </a:lnTo>
                <a:lnTo>
                  <a:pt x="8118" y="2168"/>
                </a:lnTo>
                <a:lnTo>
                  <a:pt x="8557" y="1258"/>
                </a:lnTo>
                <a:lnTo>
                  <a:pt x="9095" y="0"/>
                </a:lnTo>
                <a:close/>
              </a:path>
            </a:pathLst>
          </a:custGeom>
          <a:solidFill>
            <a:srgbClr val="D8DFE3"/>
          </a:solidFill>
          <a:ln>
            <a:noFill/>
          </a:ln>
        </p:spPr>
        <p:txBody>
          <a:bodyPr/>
          <a:lstStyle/>
          <a:p/>
        </p:txBody>
      </p:sp>
      <p:sp>
        <p:nvSpPr>
          <p:cNvPr id="5459" name="contour_05457"/>
          <p:cNvSpPr/>
          <p:nvPr/>
        </p:nvSpPr>
        <p:spPr>
          <a:xfrm>
            <a:off x="672270" y="2689269"/>
            <a:ext cx="117920" cy="58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" y="0"/>
                </a:moveTo>
                <a:lnTo>
                  <a:pt x="1121" y="0"/>
                </a:lnTo>
                <a:lnTo>
                  <a:pt x="2004" y="0"/>
                </a:lnTo>
                <a:lnTo>
                  <a:pt x="2890" y="0"/>
                </a:lnTo>
                <a:lnTo>
                  <a:pt x="3781" y="0"/>
                </a:lnTo>
                <a:lnTo>
                  <a:pt x="4676" y="0"/>
                </a:lnTo>
                <a:lnTo>
                  <a:pt x="5580" y="0"/>
                </a:lnTo>
                <a:lnTo>
                  <a:pt x="5580" y="1594"/>
                </a:lnTo>
                <a:lnTo>
                  <a:pt x="5580" y="3194"/>
                </a:lnTo>
                <a:lnTo>
                  <a:pt x="5580" y="4799"/>
                </a:lnTo>
                <a:lnTo>
                  <a:pt x="5580" y="6417"/>
                </a:lnTo>
                <a:lnTo>
                  <a:pt x="5580" y="8052"/>
                </a:lnTo>
                <a:lnTo>
                  <a:pt x="6540" y="8175"/>
                </a:lnTo>
                <a:lnTo>
                  <a:pt x="7493" y="8274"/>
                </a:lnTo>
                <a:lnTo>
                  <a:pt x="8445" y="8336"/>
                </a:lnTo>
                <a:lnTo>
                  <a:pt x="9394" y="8355"/>
                </a:lnTo>
                <a:lnTo>
                  <a:pt x="10345" y="8320"/>
                </a:lnTo>
                <a:lnTo>
                  <a:pt x="11298" y="8221"/>
                </a:lnTo>
                <a:lnTo>
                  <a:pt x="12255" y="8052"/>
                </a:lnTo>
                <a:lnTo>
                  <a:pt x="12917" y="6720"/>
                </a:lnTo>
                <a:lnTo>
                  <a:pt x="13590" y="5368"/>
                </a:lnTo>
                <a:lnTo>
                  <a:pt x="14387" y="3811"/>
                </a:lnTo>
                <a:lnTo>
                  <a:pt x="14962" y="2974"/>
                </a:lnTo>
                <a:lnTo>
                  <a:pt x="15595" y="2577"/>
                </a:lnTo>
                <a:lnTo>
                  <a:pt x="16563" y="2327"/>
                </a:lnTo>
                <a:lnTo>
                  <a:pt x="17405" y="2343"/>
                </a:lnTo>
                <a:lnTo>
                  <a:pt x="18245" y="2375"/>
                </a:lnTo>
                <a:lnTo>
                  <a:pt x="19084" y="2426"/>
                </a:lnTo>
                <a:lnTo>
                  <a:pt x="19921" y="2491"/>
                </a:lnTo>
                <a:lnTo>
                  <a:pt x="20760" y="2577"/>
                </a:lnTo>
                <a:lnTo>
                  <a:pt x="21600" y="2684"/>
                </a:lnTo>
                <a:lnTo>
                  <a:pt x="21600" y="4458"/>
                </a:lnTo>
                <a:lnTo>
                  <a:pt x="21600" y="6243"/>
                </a:lnTo>
                <a:lnTo>
                  <a:pt x="21600" y="8052"/>
                </a:lnTo>
                <a:lnTo>
                  <a:pt x="20656" y="8052"/>
                </a:lnTo>
                <a:lnTo>
                  <a:pt x="19711" y="8052"/>
                </a:lnTo>
                <a:lnTo>
                  <a:pt x="18763" y="8052"/>
                </a:lnTo>
                <a:lnTo>
                  <a:pt x="17811" y="8052"/>
                </a:lnTo>
                <a:lnTo>
                  <a:pt x="16855" y="8052"/>
                </a:lnTo>
                <a:lnTo>
                  <a:pt x="15894" y="8052"/>
                </a:lnTo>
                <a:lnTo>
                  <a:pt x="14925" y="8052"/>
                </a:lnTo>
                <a:lnTo>
                  <a:pt x="14974" y="8817"/>
                </a:lnTo>
                <a:lnTo>
                  <a:pt x="15060" y="10167"/>
                </a:lnTo>
                <a:lnTo>
                  <a:pt x="15259" y="13253"/>
                </a:lnTo>
                <a:lnTo>
                  <a:pt x="15249" y="15414"/>
                </a:lnTo>
                <a:lnTo>
                  <a:pt x="15164" y="16850"/>
                </a:lnTo>
                <a:lnTo>
                  <a:pt x="14925" y="18787"/>
                </a:lnTo>
                <a:lnTo>
                  <a:pt x="14088" y="19909"/>
                </a:lnTo>
                <a:lnTo>
                  <a:pt x="13254" y="20722"/>
                </a:lnTo>
                <a:lnTo>
                  <a:pt x="12405" y="21254"/>
                </a:lnTo>
                <a:lnTo>
                  <a:pt x="11524" y="21538"/>
                </a:lnTo>
                <a:lnTo>
                  <a:pt x="10589" y="21600"/>
                </a:lnTo>
                <a:lnTo>
                  <a:pt x="9585" y="21471"/>
                </a:lnTo>
                <a:lnTo>
                  <a:pt x="8600" y="19735"/>
                </a:lnTo>
                <a:lnTo>
                  <a:pt x="7955" y="18562"/>
                </a:lnTo>
                <a:lnTo>
                  <a:pt x="7507" y="17673"/>
                </a:lnTo>
                <a:lnTo>
                  <a:pt x="7115" y="16790"/>
                </a:lnTo>
                <a:lnTo>
                  <a:pt x="6639" y="15631"/>
                </a:lnTo>
                <a:lnTo>
                  <a:pt x="5909" y="14262"/>
                </a:lnTo>
                <a:lnTo>
                  <a:pt x="5177" y="13183"/>
                </a:lnTo>
                <a:lnTo>
                  <a:pt x="4412" y="12300"/>
                </a:lnTo>
                <a:lnTo>
                  <a:pt x="3583" y="11517"/>
                </a:lnTo>
                <a:lnTo>
                  <a:pt x="2659" y="10736"/>
                </a:lnTo>
                <a:lnTo>
                  <a:pt x="1655" y="9812"/>
                </a:lnTo>
                <a:lnTo>
                  <a:pt x="1028" y="9115"/>
                </a:lnTo>
                <a:lnTo>
                  <a:pt x="240" y="8052"/>
                </a:lnTo>
                <a:lnTo>
                  <a:pt x="80" y="5894"/>
                </a:lnTo>
                <a:lnTo>
                  <a:pt x="0" y="4396"/>
                </a:lnTo>
                <a:lnTo>
                  <a:pt x="0" y="3172"/>
                </a:lnTo>
                <a:lnTo>
                  <a:pt x="80" y="1836"/>
                </a:lnTo>
                <a:lnTo>
                  <a:pt x="240" y="0"/>
                </a:lnTo>
                <a:close/>
              </a:path>
            </a:pathLst>
          </a:custGeom>
          <a:solidFill>
            <a:srgbClr val="C9C4BB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0" name="contour_05458"/>
          <p:cNvSpPr/>
          <p:nvPr/>
        </p:nvSpPr>
        <p:spPr>
          <a:xfrm>
            <a:off x="7254638" y="2616389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4369" y="19"/>
                </a:lnTo>
                <a:lnTo>
                  <a:pt x="15521" y="160"/>
                </a:lnTo>
                <a:lnTo>
                  <a:pt x="16301" y="537"/>
                </a:lnTo>
                <a:lnTo>
                  <a:pt x="16956" y="1271"/>
                </a:lnTo>
                <a:lnTo>
                  <a:pt x="17734" y="2484"/>
                </a:lnTo>
                <a:lnTo>
                  <a:pt x="18425" y="4123"/>
                </a:lnTo>
                <a:lnTo>
                  <a:pt x="19125" y="5786"/>
                </a:lnTo>
                <a:lnTo>
                  <a:pt x="19829" y="7400"/>
                </a:lnTo>
                <a:lnTo>
                  <a:pt x="20545" y="9041"/>
                </a:lnTo>
                <a:lnTo>
                  <a:pt x="21060" y="10701"/>
                </a:lnTo>
                <a:lnTo>
                  <a:pt x="21371" y="12025"/>
                </a:lnTo>
                <a:lnTo>
                  <a:pt x="21532" y="13466"/>
                </a:lnTo>
                <a:lnTo>
                  <a:pt x="21591" y="15475"/>
                </a:lnTo>
                <a:lnTo>
                  <a:pt x="21600" y="18514"/>
                </a:lnTo>
                <a:lnTo>
                  <a:pt x="20374" y="18706"/>
                </a:lnTo>
                <a:lnTo>
                  <a:pt x="19150" y="18897"/>
                </a:lnTo>
                <a:lnTo>
                  <a:pt x="17923" y="19088"/>
                </a:lnTo>
                <a:lnTo>
                  <a:pt x="16697" y="19280"/>
                </a:lnTo>
                <a:lnTo>
                  <a:pt x="15469" y="19471"/>
                </a:lnTo>
                <a:lnTo>
                  <a:pt x="14238" y="19662"/>
                </a:lnTo>
                <a:lnTo>
                  <a:pt x="13007" y="19853"/>
                </a:lnTo>
                <a:lnTo>
                  <a:pt x="11774" y="20045"/>
                </a:lnTo>
                <a:lnTo>
                  <a:pt x="10539" y="20239"/>
                </a:lnTo>
                <a:lnTo>
                  <a:pt x="9301" y="20431"/>
                </a:lnTo>
                <a:lnTo>
                  <a:pt x="8059" y="20625"/>
                </a:lnTo>
                <a:lnTo>
                  <a:pt x="6815" y="20819"/>
                </a:lnTo>
                <a:lnTo>
                  <a:pt x="5567" y="21014"/>
                </a:lnTo>
                <a:lnTo>
                  <a:pt x="4316" y="21208"/>
                </a:lnTo>
                <a:lnTo>
                  <a:pt x="3060" y="21403"/>
                </a:lnTo>
                <a:lnTo>
                  <a:pt x="1800" y="21600"/>
                </a:lnTo>
                <a:lnTo>
                  <a:pt x="1503" y="19563"/>
                </a:lnTo>
                <a:lnTo>
                  <a:pt x="1206" y="17524"/>
                </a:lnTo>
                <a:lnTo>
                  <a:pt x="907" y="15475"/>
                </a:lnTo>
                <a:lnTo>
                  <a:pt x="607" y="13417"/>
                </a:lnTo>
                <a:lnTo>
                  <a:pt x="304" y="11346"/>
                </a:lnTo>
                <a:lnTo>
                  <a:pt x="0" y="9257"/>
                </a:lnTo>
                <a:lnTo>
                  <a:pt x="572" y="9146"/>
                </a:lnTo>
                <a:lnTo>
                  <a:pt x="2299" y="8800"/>
                </a:lnTo>
                <a:lnTo>
                  <a:pt x="2738" y="8696"/>
                </a:lnTo>
                <a:lnTo>
                  <a:pt x="3514" y="8513"/>
                </a:lnTo>
                <a:lnTo>
                  <a:pt x="5288" y="8100"/>
                </a:lnTo>
                <a:lnTo>
                  <a:pt x="6271" y="7884"/>
                </a:lnTo>
                <a:lnTo>
                  <a:pt x="7259" y="7668"/>
                </a:lnTo>
                <a:lnTo>
                  <a:pt x="8262" y="7449"/>
                </a:lnTo>
                <a:lnTo>
                  <a:pt x="8636" y="7261"/>
                </a:lnTo>
                <a:lnTo>
                  <a:pt x="9293" y="6931"/>
                </a:lnTo>
                <a:lnTo>
                  <a:pt x="10800" y="6171"/>
                </a:lnTo>
                <a:lnTo>
                  <a:pt x="11401" y="4271"/>
                </a:lnTo>
                <a:lnTo>
                  <a:pt x="11788" y="2996"/>
                </a:lnTo>
                <a:lnTo>
                  <a:pt x="12132" y="1765"/>
                </a:lnTo>
                <a:lnTo>
                  <a:pt x="12600" y="0"/>
                </a:lnTo>
                <a:close/>
              </a:path>
            </a:pathLst>
          </a:custGeom>
          <a:solidFill>
            <a:srgbClr val="DE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1" name="contour_05459"/>
          <p:cNvSpPr/>
          <p:nvPr/>
        </p:nvSpPr>
        <p:spPr>
          <a:xfrm>
            <a:off x="7983430" y="2592703"/>
            <a:ext cx="65592" cy="608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54" y="0"/>
                </a:moveTo>
                <a:lnTo>
                  <a:pt x="14436" y="160"/>
                </a:lnTo>
                <a:lnTo>
                  <a:pt x="16800" y="646"/>
                </a:lnTo>
                <a:lnTo>
                  <a:pt x="16800" y="2356"/>
                </a:lnTo>
                <a:lnTo>
                  <a:pt x="16800" y="4075"/>
                </a:lnTo>
                <a:lnTo>
                  <a:pt x="16800" y="5818"/>
                </a:lnTo>
                <a:lnTo>
                  <a:pt x="18389" y="5818"/>
                </a:lnTo>
                <a:lnTo>
                  <a:pt x="19985" y="5818"/>
                </a:lnTo>
                <a:lnTo>
                  <a:pt x="21600" y="5818"/>
                </a:lnTo>
                <a:lnTo>
                  <a:pt x="21120" y="8901"/>
                </a:lnTo>
                <a:lnTo>
                  <a:pt x="20707" y="11267"/>
                </a:lnTo>
                <a:lnTo>
                  <a:pt x="20306" y="13079"/>
                </a:lnTo>
                <a:lnTo>
                  <a:pt x="19848" y="14497"/>
                </a:lnTo>
                <a:lnTo>
                  <a:pt x="19272" y="15678"/>
                </a:lnTo>
                <a:lnTo>
                  <a:pt x="18514" y="16782"/>
                </a:lnTo>
                <a:lnTo>
                  <a:pt x="17513" y="17967"/>
                </a:lnTo>
                <a:lnTo>
                  <a:pt x="16200" y="19394"/>
                </a:lnTo>
                <a:lnTo>
                  <a:pt x="14561" y="20082"/>
                </a:lnTo>
                <a:lnTo>
                  <a:pt x="12960" y="20623"/>
                </a:lnTo>
                <a:lnTo>
                  <a:pt x="11381" y="21026"/>
                </a:lnTo>
                <a:lnTo>
                  <a:pt x="9816" y="21313"/>
                </a:lnTo>
                <a:lnTo>
                  <a:pt x="8251" y="21494"/>
                </a:lnTo>
                <a:lnTo>
                  <a:pt x="6674" y="21584"/>
                </a:lnTo>
                <a:lnTo>
                  <a:pt x="5071" y="21600"/>
                </a:lnTo>
                <a:lnTo>
                  <a:pt x="3434" y="21553"/>
                </a:lnTo>
                <a:lnTo>
                  <a:pt x="1747" y="21458"/>
                </a:lnTo>
                <a:lnTo>
                  <a:pt x="0" y="21334"/>
                </a:lnTo>
                <a:lnTo>
                  <a:pt x="314" y="19534"/>
                </a:lnTo>
                <a:lnTo>
                  <a:pt x="674" y="17698"/>
                </a:lnTo>
                <a:lnTo>
                  <a:pt x="1090" y="15849"/>
                </a:lnTo>
                <a:lnTo>
                  <a:pt x="1567" y="14005"/>
                </a:lnTo>
                <a:lnTo>
                  <a:pt x="2117" y="12187"/>
                </a:lnTo>
                <a:lnTo>
                  <a:pt x="2750" y="10419"/>
                </a:lnTo>
                <a:lnTo>
                  <a:pt x="3473" y="8714"/>
                </a:lnTo>
                <a:lnTo>
                  <a:pt x="4298" y="7101"/>
                </a:lnTo>
                <a:lnTo>
                  <a:pt x="5232" y="5596"/>
                </a:lnTo>
                <a:lnTo>
                  <a:pt x="6286" y="4220"/>
                </a:lnTo>
                <a:lnTo>
                  <a:pt x="7466" y="2994"/>
                </a:lnTo>
                <a:lnTo>
                  <a:pt x="8784" y="1939"/>
                </a:lnTo>
                <a:lnTo>
                  <a:pt x="10248" y="1076"/>
                </a:lnTo>
                <a:lnTo>
                  <a:pt x="11868" y="422"/>
                </a:lnTo>
                <a:lnTo>
                  <a:pt x="13654" y="0"/>
                </a:lnTo>
                <a:close/>
              </a:path>
            </a:pathLst>
          </a:custGeom>
          <a:solidFill>
            <a:srgbClr val="80858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2" name="contour_05460"/>
          <p:cNvSpPr/>
          <p:nvPr/>
        </p:nvSpPr>
        <p:spPr>
          <a:xfrm>
            <a:off x="8078181" y="2587237"/>
            <a:ext cx="1020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117" y="578"/>
                </a:lnTo>
                <a:lnTo>
                  <a:pt x="13890" y="1164"/>
                </a:lnTo>
                <a:lnTo>
                  <a:pt x="14660" y="1760"/>
                </a:lnTo>
                <a:lnTo>
                  <a:pt x="15429" y="2362"/>
                </a:lnTo>
                <a:lnTo>
                  <a:pt x="16289" y="3021"/>
                </a:lnTo>
                <a:lnTo>
                  <a:pt x="17164" y="3691"/>
                </a:lnTo>
                <a:lnTo>
                  <a:pt x="17835" y="4539"/>
                </a:lnTo>
                <a:lnTo>
                  <a:pt x="18514" y="5400"/>
                </a:lnTo>
                <a:lnTo>
                  <a:pt x="18514" y="7185"/>
                </a:lnTo>
                <a:lnTo>
                  <a:pt x="18514" y="8980"/>
                </a:lnTo>
                <a:lnTo>
                  <a:pt x="18514" y="10800"/>
                </a:lnTo>
                <a:lnTo>
                  <a:pt x="19431" y="11791"/>
                </a:lnTo>
                <a:lnTo>
                  <a:pt x="20057" y="12404"/>
                </a:lnTo>
                <a:lnTo>
                  <a:pt x="20684" y="12887"/>
                </a:lnTo>
                <a:lnTo>
                  <a:pt x="21600" y="13500"/>
                </a:lnTo>
                <a:lnTo>
                  <a:pt x="20594" y="13954"/>
                </a:lnTo>
                <a:lnTo>
                  <a:pt x="19587" y="14404"/>
                </a:lnTo>
                <a:lnTo>
                  <a:pt x="18579" y="14855"/>
                </a:lnTo>
                <a:lnTo>
                  <a:pt x="17573" y="15306"/>
                </a:lnTo>
                <a:lnTo>
                  <a:pt x="16566" y="15754"/>
                </a:lnTo>
                <a:lnTo>
                  <a:pt x="15558" y="16205"/>
                </a:lnTo>
                <a:lnTo>
                  <a:pt x="14551" y="16654"/>
                </a:lnTo>
                <a:lnTo>
                  <a:pt x="13543" y="17102"/>
                </a:lnTo>
                <a:lnTo>
                  <a:pt x="12536" y="17550"/>
                </a:lnTo>
                <a:lnTo>
                  <a:pt x="11678" y="17936"/>
                </a:lnTo>
                <a:lnTo>
                  <a:pt x="10814" y="18325"/>
                </a:lnTo>
                <a:lnTo>
                  <a:pt x="9938" y="18722"/>
                </a:lnTo>
                <a:lnTo>
                  <a:pt x="9111" y="19086"/>
                </a:lnTo>
                <a:lnTo>
                  <a:pt x="8279" y="19453"/>
                </a:lnTo>
                <a:lnTo>
                  <a:pt x="7437" y="19829"/>
                </a:lnTo>
                <a:lnTo>
                  <a:pt x="6676" y="20166"/>
                </a:lnTo>
                <a:lnTo>
                  <a:pt x="5912" y="20509"/>
                </a:lnTo>
                <a:lnTo>
                  <a:pt x="5136" y="20858"/>
                </a:lnTo>
                <a:lnTo>
                  <a:pt x="4110" y="21219"/>
                </a:lnTo>
                <a:lnTo>
                  <a:pt x="3331" y="21441"/>
                </a:lnTo>
                <a:lnTo>
                  <a:pt x="2550" y="21551"/>
                </a:lnTo>
                <a:lnTo>
                  <a:pt x="1523" y="21595"/>
                </a:lnTo>
                <a:lnTo>
                  <a:pt x="0" y="21600"/>
                </a:lnTo>
                <a:lnTo>
                  <a:pt x="176" y="18498"/>
                </a:lnTo>
                <a:lnTo>
                  <a:pt x="327" y="16316"/>
                </a:lnTo>
                <a:lnTo>
                  <a:pt x="497" y="14755"/>
                </a:lnTo>
                <a:lnTo>
                  <a:pt x="728" y="13516"/>
                </a:lnTo>
                <a:lnTo>
                  <a:pt x="1061" y="12299"/>
                </a:lnTo>
                <a:lnTo>
                  <a:pt x="1543" y="10800"/>
                </a:lnTo>
                <a:lnTo>
                  <a:pt x="2481" y="10106"/>
                </a:lnTo>
                <a:lnTo>
                  <a:pt x="3417" y="9520"/>
                </a:lnTo>
                <a:lnTo>
                  <a:pt x="4359" y="9045"/>
                </a:lnTo>
                <a:lnTo>
                  <a:pt x="5307" y="8670"/>
                </a:lnTo>
                <a:lnTo>
                  <a:pt x="6267" y="8392"/>
                </a:lnTo>
                <a:lnTo>
                  <a:pt x="7244" y="8205"/>
                </a:lnTo>
                <a:lnTo>
                  <a:pt x="8239" y="8111"/>
                </a:lnTo>
                <a:lnTo>
                  <a:pt x="9257" y="8100"/>
                </a:lnTo>
                <a:lnTo>
                  <a:pt x="10022" y="9439"/>
                </a:lnTo>
                <a:lnTo>
                  <a:pt x="10800" y="10800"/>
                </a:lnTo>
                <a:lnTo>
                  <a:pt x="11055" y="9018"/>
                </a:lnTo>
                <a:lnTo>
                  <a:pt x="11309" y="7233"/>
                </a:lnTo>
                <a:lnTo>
                  <a:pt x="11565" y="5440"/>
                </a:lnTo>
                <a:lnTo>
                  <a:pt x="11823" y="3640"/>
                </a:lnTo>
                <a:lnTo>
                  <a:pt x="12082" y="1828"/>
                </a:lnTo>
                <a:lnTo>
                  <a:pt x="12343" y="0"/>
                </a:lnTo>
                <a:close/>
              </a:path>
            </a:pathLst>
          </a:custGeom>
          <a:solidFill>
            <a:srgbClr val="7F827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3" name="contour_05461"/>
          <p:cNvSpPr/>
          <p:nvPr/>
        </p:nvSpPr>
        <p:spPr>
          <a:xfrm>
            <a:off x="2393548" y="2507069"/>
            <a:ext cx="87456" cy="516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3073" y="0"/>
                </a:lnTo>
                <a:lnTo>
                  <a:pt x="4347" y="0"/>
                </a:lnTo>
                <a:lnTo>
                  <a:pt x="5625" y="0"/>
                </a:lnTo>
                <a:lnTo>
                  <a:pt x="6908" y="0"/>
                </a:lnTo>
                <a:lnTo>
                  <a:pt x="8197" y="0"/>
                </a:lnTo>
                <a:lnTo>
                  <a:pt x="9493" y="0"/>
                </a:lnTo>
                <a:lnTo>
                  <a:pt x="10800" y="0"/>
                </a:lnTo>
                <a:lnTo>
                  <a:pt x="10800" y="2015"/>
                </a:lnTo>
                <a:lnTo>
                  <a:pt x="10800" y="4042"/>
                </a:lnTo>
                <a:lnTo>
                  <a:pt x="10800" y="6097"/>
                </a:lnTo>
                <a:lnTo>
                  <a:pt x="11988" y="5761"/>
                </a:lnTo>
                <a:lnTo>
                  <a:pt x="13178" y="5426"/>
                </a:lnTo>
                <a:lnTo>
                  <a:pt x="14368" y="5091"/>
                </a:lnTo>
                <a:lnTo>
                  <a:pt x="15561" y="4752"/>
                </a:lnTo>
                <a:lnTo>
                  <a:pt x="16758" y="4414"/>
                </a:lnTo>
                <a:lnTo>
                  <a:pt x="17960" y="4076"/>
                </a:lnTo>
                <a:lnTo>
                  <a:pt x="19166" y="3734"/>
                </a:lnTo>
                <a:lnTo>
                  <a:pt x="20380" y="3393"/>
                </a:lnTo>
                <a:lnTo>
                  <a:pt x="21600" y="3048"/>
                </a:lnTo>
                <a:lnTo>
                  <a:pt x="21600" y="5063"/>
                </a:lnTo>
                <a:lnTo>
                  <a:pt x="21600" y="7090"/>
                </a:lnTo>
                <a:lnTo>
                  <a:pt x="21600" y="9145"/>
                </a:lnTo>
                <a:lnTo>
                  <a:pt x="20488" y="9785"/>
                </a:lnTo>
                <a:lnTo>
                  <a:pt x="19384" y="10251"/>
                </a:lnTo>
                <a:lnTo>
                  <a:pt x="18274" y="10596"/>
                </a:lnTo>
                <a:lnTo>
                  <a:pt x="17141" y="10876"/>
                </a:lnTo>
                <a:lnTo>
                  <a:pt x="15975" y="11144"/>
                </a:lnTo>
                <a:lnTo>
                  <a:pt x="15194" y="11666"/>
                </a:lnTo>
                <a:lnTo>
                  <a:pt x="14400" y="12193"/>
                </a:lnTo>
                <a:lnTo>
                  <a:pt x="14400" y="14208"/>
                </a:lnTo>
                <a:lnTo>
                  <a:pt x="14400" y="16235"/>
                </a:lnTo>
                <a:lnTo>
                  <a:pt x="14400" y="18290"/>
                </a:lnTo>
                <a:lnTo>
                  <a:pt x="13327" y="19506"/>
                </a:lnTo>
                <a:lnTo>
                  <a:pt x="12245" y="20387"/>
                </a:lnTo>
                <a:lnTo>
                  <a:pt x="11147" y="20987"/>
                </a:lnTo>
                <a:lnTo>
                  <a:pt x="10026" y="21356"/>
                </a:lnTo>
                <a:lnTo>
                  <a:pt x="8874" y="21545"/>
                </a:lnTo>
                <a:lnTo>
                  <a:pt x="7686" y="21600"/>
                </a:lnTo>
                <a:lnTo>
                  <a:pt x="6457" y="21579"/>
                </a:lnTo>
                <a:lnTo>
                  <a:pt x="5175" y="21527"/>
                </a:lnTo>
                <a:lnTo>
                  <a:pt x="4203" y="21499"/>
                </a:lnTo>
                <a:lnTo>
                  <a:pt x="3226" y="21472"/>
                </a:lnTo>
                <a:lnTo>
                  <a:pt x="2236" y="21445"/>
                </a:lnTo>
                <a:lnTo>
                  <a:pt x="1125" y="21393"/>
                </a:lnTo>
                <a:lnTo>
                  <a:pt x="0" y="21338"/>
                </a:lnTo>
                <a:lnTo>
                  <a:pt x="459" y="21103"/>
                </a:lnTo>
                <a:lnTo>
                  <a:pt x="1841" y="20396"/>
                </a:lnTo>
                <a:lnTo>
                  <a:pt x="2714" y="19350"/>
                </a:lnTo>
                <a:lnTo>
                  <a:pt x="3600" y="18290"/>
                </a:lnTo>
                <a:lnTo>
                  <a:pt x="3575" y="16153"/>
                </a:lnTo>
                <a:lnTo>
                  <a:pt x="3526" y="14598"/>
                </a:lnTo>
                <a:lnTo>
                  <a:pt x="3424" y="13178"/>
                </a:lnTo>
                <a:lnTo>
                  <a:pt x="3235" y="11446"/>
                </a:lnTo>
                <a:lnTo>
                  <a:pt x="2925" y="8956"/>
                </a:lnTo>
                <a:lnTo>
                  <a:pt x="2725" y="7282"/>
                </a:lnTo>
                <a:lnTo>
                  <a:pt x="2524" y="5600"/>
                </a:lnTo>
                <a:lnTo>
                  <a:pt x="2320" y="3893"/>
                </a:lnTo>
                <a:lnTo>
                  <a:pt x="2063" y="1960"/>
                </a:lnTo>
                <a:lnTo>
                  <a:pt x="1800" y="0"/>
                </a:lnTo>
                <a:close/>
              </a:path>
            </a:pathLst>
          </a:custGeom>
          <a:solidFill>
            <a:srgbClr val="44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4" name="contour_05462"/>
          <p:cNvSpPr/>
          <p:nvPr/>
        </p:nvSpPr>
        <p:spPr>
          <a:xfrm>
            <a:off x="5243153" y="2499781"/>
            <a:ext cx="87456" cy="501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24" y="35"/>
                </a:lnTo>
                <a:lnTo>
                  <a:pt x="2448" y="85"/>
                </a:lnTo>
                <a:lnTo>
                  <a:pt x="3672" y="144"/>
                </a:lnTo>
                <a:lnTo>
                  <a:pt x="4894" y="220"/>
                </a:lnTo>
                <a:lnTo>
                  <a:pt x="6118" y="301"/>
                </a:lnTo>
                <a:lnTo>
                  <a:pt x="7340" y="393"/>
                </a:lnTo>
                <a:lnTo>
                  <a:pt x="8564" y="490"/>
                </a:lnTo>
                <a:lnTo>
                  <a:pt x="9788" y="590"/>
                </a:lnTo>
                <a:lnTo>
                  <a:pt x="10202" y="597"/>
                </a:lnTo>
                <a:lnTo>
                  <a:pt x="10931" y="609"/>
                </a:lnTo>
                <a:lnTo>
                  <a:pt x="12604" y="644"/>
                </a:lnTo>
                <a:lnTo>
                  <a:pt x="13900" y="788"/>
                </a:lnTo>
                <a:lnTo>
                  <a:pt x="15118" y="980"/>
                </a:lnTo>
                <a:lnTo>
                  <a:pt x="16288" y="1266"/>
                </a:lnTo>
                <a:lnTo>
                  <a:pt x="17440" y="1686"/>
                </a:lnTo>
                <a:lnTo>
                  <a:pt x="18599" y="2299"/>
                </a:lnTo>
                <a:lnTo>
                  <a:pt x="19800" y="3140"/>
                </a:lnTo>
                <a:lnTo>
                  <a:pt x="20290" y="5062"/>
                </a:lnTo>
                <a:lnTo>
                  <a:pt x="20682" y="6969"/>
                </a:lnTo>
                <a:lnTo>
                  <a:pt x="20986" y="8872"/>
                </a:lnTo>
                <a:lnTo>
                  <a:pt x="21217" y="10787"/>
                </a:lnTo>
                <a:lnTo>
                  <a:pt x="21380" y="12731"/>
                </a:lnTo>
                <a:lnTo>
                  <a:pt x="21492" y="14713"/>
                </a:lnTo>
                <a:lnTo>
                  <a:pt x="21562" y="16745"/>
                </a:lnTo>
                <a:lnTo>
                  <a:pt x="21600" y="18843"/>
                </a:lnTo>
                <a:lnTo>
                  <a:pt x="20320" y="19945"/>
                </a:lnTo>
                <a:lnTo>
                  <a:pt x="19112" y="20783"/>
                </a:lnTo>
                <a:lnTo>
                  <a:pt x="17930" y="21342"/>
                </a:lnTo>
                <a:lnTo>
                  <a:pt x="16720" y="21600"/>
                </a:lnTo>
                <a:lnTo>
                  <a:pt x="15437" y="21534"/>
                </a:lnTo>
                <a:lnTo>
                  <a:pt x="14027" y="21126"/>
                </a:lnTo>
                <a:lnTo>
                  <a:pt x="12746" y="20262"/>
                </a:lnTo>
                <a:lnTo>
                  <a:pt x="11516" y="19355"/>
                </a:lnTo>
                <a:lnTo>
                  <a:pt x="10343" y="18394"/>
                </a:lnTo>
                <a:lnTo>
                  <a:pt x="9220" y="17370"/>
                </a:lnTo>
                <a:lnTo>
                  <a:pt x="8149" y="16280"/>
                </a:lnTo>
                <a:lnTo>
                  <a:pt x="7126" y="15115"/>
                </a:lnTo>
                <a:lnTo>
                  <a:pt x="6154" y="13868"/>
                </a:lnTo>
                <a:lnTo>
                  <a:pt x="5229" y="12530"/>
                </a:lnTo>
                <a:lnTo>
                  <a:pt x="4351" y="11092"/>
                </a:lnTo>
                <a:lnTo>
                  <a:pt x="3517" y="9550"/>
                </a:lnTo>
                <a:lnTo>
                  <a:pt x="2731" y="7898"/>
                </a:lnTo>
                <a:lnTo>
                  <a:pt x="1985" y="6121"/>
                </a:lnTo>
                <a:lnTo>
                  <a:pt x="1283" y="4218"/>
                </a:lnTo>
                <a:lnTo>
                  <a:pt x="621" y="2179"/>
                </a:lnTo>
                <a:lnTo>
                  <a:pt x="0" y="0"/>
                </a:lnTo>
                <a:close/>
              </a:path>
            </a:pathLst>
          </a:custGeom>
          <a:solidFill>
            <a:srgbClr val="E1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5" name="contour_05463"/>
          <p:cNvSpPr/>
          <p:nvPr/>
        </p:nvSpPr>
        <p:spPr>
          <a:xfrm>
            <a:off x="871006" y="2456053"/>
            <a:ext cx="94095" cy="90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70" y="0"/>
                </a:moveTo>
                <a:lnTo>
                  <a:pt x="5976" y="0"/>
                </a:lnTo>
                <a:lnTo>
                  <a:pt x="7088" y="0"/>
                </a:lnTo>
                <a:lnTo>
                  <a:pt x="8216" y="0"/>
                </a:lnTo>
                <a:lnTo>
                  <a:pt x="8782" y="1247"/>
                </a:lnTo>
                <a:lnTo>
                  <a:pt x="9151" y="2143"/>
                </a:lnTo>
                <a:lnTo>
                  <a:pt x="9406" y="2939"/>
                </a:lnTo>
                <a:lnTo>
                  <a:pt x="9625" y="3887"/>
                </a:lnTo>
                <a:lnTo>
                  <a:pt x="9889" y="5238"/>
                </a:lnTo>
                <a:lnTo>
                  <a:pt x="9059" y="6105"/>
                </a:lnTo>
                <a:lnTo>
                  <a:pt x="8216" y="6985"/>
                </a:lnTo>
                <a:lnTo>
                  <a:pt x="8122" y="8224"/>
                </a:lnTo>
                <a:lnTo>
                  <a:pt x="8081" y="9104"/>
                </a:lnTo>
                <a:lnTo>
                  <a:pt x="8081" y="10042"/>
                </a:lnTo>
                <a:lnTo>
                  <a:pt x="8112" y="11458"/>
                </a:lnTo>
                <a:lnTo>
                  <a:pt x="8122" y="12057"/>
                </a:lnTo>
                <a:lnTo>
                  <a:pt x="8158" y="13866"/>
                </a:lnTo>
                <a:lnTo>
                  <a:pt x="8186" y="14785"/>
                </a:lnTo>
                <a:lnTo>
                  <a:pt x="8216" y="15715"/>
                </a:lnTo>
                <a:lnTo>
                  <a:pt x="9043" y="15801"/>
                </a:lnTo>
                <a:lnTo>
                  <a:pt x="9876" y="15887"/>
                </a:lnTo>
                <a:lnTo>
                  <a:pt x="10719" y="15974"/>
                </a:lnTo>
                <a:lnTo>
                  <a:pt x="11791" y="16105"/>
                </a:lnTo>
                <a:lnTo>
                  <a:pt x="12872" y="16238"/>
                </a:lnTo>
                <a:lnTo>
                  <a:pt x="13968" y="16370"/>
                </a:lnTo>
                <a:lnTo>
                  <a:pt x="15037" y="16492"/>
                </a:lnTo>
                <a:lnTo>
                  <a:pt x="16113" y="16615"/>
                </a:lnTo>
                <a:lnTo>
                  <a:pt x="17202" y="16739"/>
                </a:lnTo>
                <a:lnTo>
                  <a:pt x="17603" y="16845"/>
                </a:lnTo>
                <a:lnTo>
                  <a:pt x="18309" y="17032"/>
                </a:lnTo>
                <a:lnTo>
                  <a:pt x="19927" y="17462"/>
                </a:lnTo>
                <a:lnTo>
                  <a:pt x="20519" y="18523"/>
                </a:lnTo>
                <a:lnTo>
                  <a:pt x="20892" y="19241"/>
                </a:lnTo>
                <a:lnTo>
                  <a:pt x="21200" y="19943"/>
                </a:lnTo>
                <a:lnTo>
                  <a:pt x="21600" y="20954"/>
                </a:lnTo>
                <a:lnTo>
                  <a:pt x="20451" y="21036"/>
                </a:lnTo>
                <a:lnTo>
                  <a:pt x="19300" y="21111"/>
                </a:lnTo>
                <a:lnTo>
                  <a:pt x="18150" y="21177"/>
                </a:lnTo>
                <a:lnTo>
                  <a:pt x="17001" y="21237"/>
                </a:lnTo>
                <a:lnTo>
                  <a:pt x="15852" y="21291"/>
                </a:lnTo>
                <a:lnTo>
                  <a:pt x="14701" y="21342"/>
                </a:lnTo>
                <a:lnTo>
                  <a:pt x="13550" y="21390"/>
                </a:lnTo>
                <a:lnTo>
                  <a:pt x="12979" y="21436"/>
                </a:lnTo>
                <a:lnTo>
                  <a:pt x="11258" y="21569"/>
                </a:lnTo>
                <a:lnTo>
                  <a:pt x="9929" y="21600"/>
                </a:lnTo>
                <a:lnTo>
                  <a:pt x="8700" y="21586"/>
                </a:lnTo>
                <a:lnTo>
                  <a:pt x="7544" y="21492"/>
                </a:lnTo>
                <a:lnTo>
                  <a:pt x="6436" y="21282"/>
                </a:lnTo>
                <a:lnTo>
                  <a:pt x="5354" y="20919"/>
                </a:lnTo>
                <a:lnTo>
                  <a:pt x="4271" y="20367"/>
                </a:lnTo>
                <a:lnTo>
                  <a:pt x="3164" y="19594"/>
                </a:lnTo>
                <a:lnTo>
                  <a:pt x="2300" y="18492"/>
                </a:lnTo>
                <a:lnTo>
                  <a:pt x="1586" y="17474"/>
                </a:lnTo>
                <a:lnTo>
                  <a:pt x="1012" y="16496"/>
                </a:lnTo>
                <a:lnTo>
                  <a:pt x="574" y="15515"/>
                </a:lnTo>
                <a:lnTo>
                  <a:pt x="263" y="14486"/>
                </a:lnTo>
                <a:lnTo>
                  <a:pt x="74" y="13367"/>
                </a:lnTo>
                <a:lnTo>
                  <a:pt x="0" y="12110"/>
                </a:lnTo>
                <a:lnTo>
                  <a:pt x="33" y="10674"/>
                </a:lnTo>
                <a:lnTo>
                  <a:pt x="388" y="9635"/>
                </a:lnTo>
                <a:lnTo>
                  <a:pt x="744" y="8589"/>
                </a:lnTo>
                <a:lnTo>
                  <a:pt x="1106" y="7529"/>
                </a:lnTo>
                <a:lnTo>
                  <a:pt x="1442" y="6478"/>
                </a:lnTo>
                <a:lnTo>
                  <a:pt x="1782" y="5418"/>
                </a:lnTo>
                <a:lnTo>
                  <a:pt x="2125" y="4344"/>
                </a:lnTo>
                <a:lnTo>
                  <a:pt x="2662" y="3063"/>
                </a:lnTo>
                <a:lnTo>
                  <a:pt x="3073" y="2195"/>
                </a:lnTo>
                <a:lnTo>
                  <a:pt x="3490" y="1535"/>
                </a:lnTo>
                <a:lnTo>
                  <a:pt x="4045" y="873"/>
                </a:lnTo>
                <a:lnTo>
                  <a:pt x="4870" y="0"/>
                </a:lnTo>
                <a:close/>
              </a:path>
            </a:pathLst>
          </a:custGeom>
          <a:solidFill>
            <a:srgbClr val="1D1D1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6" name="contour_05464"/>
          <p:cNvSpPr/>
          <p:nvPr/>
        </p:nvSpPr>
        <p:spPr>
          <a:xfrm>
            <a:off x="8576367" y="2412325"/>
            <a:ext cx="6299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04" y="0"/>
                </a:moveTo>
                <a:lnTo>
                  <a:pt x="9414" y="974"/>
                </a:lnTo>
                <a:lnTo>
                  <a:pt x="9724" y="1952"/>
                </a:lnTo>
                <a:lnTo>
                  <a:pt x="10042" y="2945"/>
                </a:lnTo>
                <a:lnTo>
                  <a:pt x="10556" y="3919"/>
                </a:lnTo>
                <a:lnTo>
                  <a:pt x="11076" y="4897"/>
                </a:lnTo>
                <a:lnTo>
                  <a:pt x="11603" y="5891"/>
                </a:lnTo>
                <a:lnTo>
                  <a:pt x="13255" y="5891"/>
                </a:lnTo>
                <a:lnTo>
                  <a:pt x="14917" y="5891"/>
                </a:lnTo>
                <a:lnTo>
                  <a:pt x="16602" y="5891"/>
                </a:lnTo>
                <a:lnTo>
                  <a:pt x="17189" y="7212"/>
                </a:lnTo>
                <a:lnTo>
                  <a:pt x="17719" y="8505"/>
                </a:lnTo>
                <a:lnTo>
                  <a:pt x="18199" y="9785"/>
                </a:lnTo>
                <a:lnTo>
                  <a:pt x="18636" y="11073"/>
                </a:lnTo>
                <a:lnTo>
                  <a:pt x="19038" y="12387"/>
                </a:lnTo>
                <a:lnTo>
                  <a:pt x="19413" y="13745"/>
                </a:lnTo>
                <a:lnTo>
                  <a:pt x="19738" y="14873"/>
                </a:lnTo>
                <a:lnTo>
                  <a:pt x="20068" y="16015"/>
                </a:lnTo>
                <a:lnTo>
                  <a:pt x="20383" y="17131"/>
                </a:lnTo>
                <a:lnTo>
                  <a:pt x="20693" y="18246"/>
                </a:lnTo>
                <a:lnTo>
                  <a:pt x="21000" y="19363"/>
                </a:lnTo>
                <a:lnTo>
                  <a:pt x="21300" y="20483"/>
                </a:lnTo>
                <a:lnTo>
                  <a:pt x="21600" y="21600"/>
                </a:lnTo>
                <a:lnTo>
                  <a:pt x="19846" y="21417"/>
                </a:lnTo>
                <a:lnTo>
                  <a:pt x="18116" y="21225"/>
                </a:lnTo>
                <a:lnTo>
                  <a:pt x="16407" y="21017"/>
                </a:lnTo>
                <a:lnTo>
                  <a:pt x="14720" y="20789"/>
                </a:lnTo>
                <a:lnTo>
                  <a:pt x="13045" y="20536"/>
                </a:lnTo>
                <a:lnTo>
                  <a:pt x="11389" y="20255"/>
                </a:lnTo>
                <a:lnTo>
                  <a:pt x="9744" y="19939"/>
                </a:lnTo>
                <a:lnTo>
                  <a:pt x="8107" y="19583"/>
                </a:lnTo>
                <a:lnTo>
                  <a:pt x="6478" y="19185"/>
                </a:lnTo>
                <a:lnTo>
                  <a:pt x="4853" y="18735"/>
                </a:lnTo>
                <a:lnTo>
                  <a:pt x="3229" y="18234"/>
                </a:lnTo>
                <a:lnTo>
                  <a:pt x="1607" y="17673"/>
                </a:lnTo>
                <a:lnTo>
                  <a:pt x="897" y="16316"/>
                </a:lnTo>
                <a:lnTo>
                  <a:pt x="405" y="15002"/>
                </a:lnTo>
                <a:lnTo>
                  <a:pt x="110" y="13722"/>
                </a:lnTo>
                <a:lnTo>
                  <a:pt x="0" y="12459"/>
                </a:lnTo>
                <a:lnTo>
                  <a:pt x="57" y="11199"/>
                </a:lnTo>
                <a:lnTo>
                  <a:pt x="262" y="9926"/>
                </a:lnTo>
                <a:lnTo>
                  <a:pt x="600" y="8626"/>
                </a:lnTo>
                <a:lnTo>
                  <a:pt x="1055" y="7287"/>
                </a:lnTo>
                <a:lnTo>
                  <a:pt x="1607" y="5891"/>
                </a:lnTo>
                <a:lnTo>
                  <a:pt x="2709" y="4666"/>
                </a:lnTo>
                <a:lnTo>
                  <a:pt x="3809" y="3615"/>
                </a:lnTo>
                <a:lnTo>
                  <a:pt x="4953" y="2678"/>
                </a:lnTo>
                <a:lnTo>
                  <a:pt x="6188" y="1803"/>
                </a:lnTo>
                <a:lnTo>
                  <a:pt x="7555" y="929"/>
                </a:lnTo>
                <a:lnTo>
                  <a:pt x="9104" y="0"/>
                </a:lnTo>
                <a:close/>
              </a:path>
            </a:pathLst>
          </a:custGeom>
          <a:solidFill>
            <a:srgbClr val="D8E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7" name="contour_05465"/>
          <p:cNvSpPr/>
          <p:nvPr/>
        </p:nvSpPr>
        <p:spPr>
          <a:xfrm>
            <a:off x="7210910" y="2361936"/>
            <a:ext cx="123896" cy="431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63" y="1183"/>
                </a:moveTo>
                <a:lnTo>
                  <a:pt x="12231" y="2254"/>
                </a:lnTo>
                <a:lnTo>
                  <a:pt x="12706" y="3338"/>
                </a:lnTo>
                <a:lnTo>
                  <a:pt x="12391" y="5146"/>
                </a:lnTo>
                <a:lnTo>
                  <a:pt x="12076" y="6965"/>
                </a:lnTo>
                <a:lnTo>
                  <a:pt x="11757" y="8795"/>
                </a:lnTo>
                <a:lnTo>
                  <a:pt x="11435" y="10643"/>
                </a:lnTo>
                <a:lnTo>
                  <a:pt x="12058" y="9850"/>
                </a:lnTo>
                <a:lnTo>
                  <a:pt x="12691" y="9043"/>
                </a:lnTo>
                <a:lnTo>
                  <a:pt x="13511" y="8046"/>
                </a:lnTo>
                <a:lnTo>
                  <a:pt x="14309" y="7100"/>
                </a:lnTo>
                <a:lnTo>
                  <a:pt x="15091" y="6220"/>
                </a:lnTo>
                <a:lnTo>
                  <a:pt x="15863" y="5420"/>
                </a:lnTo>
                <a:lnTo>
                  <a:pt x="16633" y="4719"/>
                </a:lnTo>
                <a:lnTo>
                  <a:pt x="17408" y="4124"/>
                </a:lnTo>
                <a:lnTo>
                  <a:pt x="18196" y="3656"/>
                </a:lnTo>
                <a:lnTo>
                  <a:pt x="19002" y="3331"/>
                </a:lnTo>
                <a:lnTo>
                  <a:pt x="19833" y="3159"/>
                </a:lnTo>
                <a:lnTo>
                  <a:pt x="20697" y="3156"/>
                </a:lnTo>
                <a:lnTo>
                  <a:pt x="21600" y="3338"/>
                </a:lnTo>
                <a:lnTo>
                  <a:pt x="21600" y="5508"/>
                </a:lnTo>
                <a:lnTo>
                  <a:pt x="21600" y="7685"/>
                </a:lnTo>
                <a:lnTo>
                  <a:pt x="21600" y="9872"/>
                </a:lnTo>
                <a:lnTo>
                  <a:pt x="21600" y="12075"/>
                </a:lnTo>
                <a:lnTo>
                  <a:pt x="21600" y="14295"/>
                </a:lnTo>
                <a:lnTo>
                  <a:pt x="20760" y="14295"/>
                </a:lnTo>
                <a:lnTo>
                  <a:pt x="19915" y="14295"/>
                </a:lnTo>
                <a:lnTo>
                  <a:pt x="19059" y="14295"/>
                </a:lnTo>
                <a:lnTo>
                  <a:pt x="19059" y="16710"/>
                </a:lnTo>
                <a:lnTo>
                  <a:pt x="19059" y="19138"/>
                </a:lnTo>
                <a:lnTo>
                  <a:pt x="19059" y="21600"/>
                </a:lnTo>
                <a:lnTo>
                  <a:pt x="18350" y="20581"/>
                </a:lnTo>
                <a:lnTo>
                  <a:pt x="17629" y="19544"/>
                </a:lnTo>
                <a:lnTo>
                  <a:pt x="16767" y="19054"/>
                </a:lnTo>
                <a:lnTo>
                  <a:pt x="15919" y="18740"/>
                </a:lnTo>
                <a:lnTo>
                  <a:pt x="15083" y="18587"/>
                </a:lnTo>
                <a:lnTo>
                  <a:pt x="14256" y="18576"/>
                </a:lnTo>
                <a:lnTo>
                  <a:pt x="13435" y="18689"/>
                </a:lnTo>
                <a:lnTo>
                  <a:pt x="12617" y="18912"/>
                </a:lnTo>
                <a:lnTo>
                  <a:pt x="11800" y="19230"/>
                </a:lnTo>
                <a:lnTo>
                  <a:pt x="10980" y="19620"/>
                </a:lnTo>
                <a:lnTo>
                  <a:pt x="10156" y="20070"/>
                </a:lnTo>
                <a:lnTo>
                  <a:pt x="9324" y="20559"/>
                </a:lnTo>
                <a:lnTo>
                  <a:pt x="8480" y="21078"/>
                </a:lnTo>
                <a:lnTo>
                  <a:pt x="7624" y="21600"/>
                </a:lnTo>
                <a:lnTo>
                  <a:pt x="7624" y="19186"/>
                </a:lnTo>
                <a:lnTo>
                  <a:pt x="7624" y="16757"/>
                </a:lnTo>
                <a:lnTo>
                  <a:pt x="7624" y="14295"/>
                </a:lnTo>
                <a:lnTo>
                  <a:pt x="6956" y="14821"/>
                </a:lnTo>
                <a:lnTo>
                  <a:pt x="6279" y="15351"/>
                </a:lnTo>
                <a:lnTo>
                  <a:pt x="5410" y="15961"/>
                </a:lnTo>
                <a:lnTo>
                  <a:pt x="4527" y="16578"/>
                </a:lnTo>
                <a:lnTo>
                  <a:pt x="3662" y="17217"/>
                </a:lnTo>
                <a:lnTo>
                  <a:pt x="2785" y="17860"/>
                </a:lnTo>
                <a:lnTo>
                  <a:pt x="2033" y="17904"/>
                </a:lnTo>
                <a:lnTo>
                  <a:pt x="1271" y="17948"/>
                </a:lnTo>
                <a:lnTo>
                  <a:pt x="779" y="15826"/>
                </a:lnTo>
                <a:lnTo>
                  <a:pt x="483" y="14357"/>
                </a:lnTo>
                <a:lnTo>
                  <a:pt x="263" y="12860"/>
                </a:lnTo>
                <a:lnTo>
                  <a:pt x="0" y="10643"/>
                </a:lnTo>
                <a:lnTo>
                  <a:pt x="818" y="9679"/>
                </a:lnTo>
                <a:lnTo>
                  <a:pt x="1639" y="8718"/>
                </a:lnTo>
                <a:lnTo>
                  <a:pt x="2459" y="7765"/>
                </a:lnTo>
                <a:lnTo>
                  <a:pt x="3279" y="6819"/>
                </a:lnTo>
                <a:lnTo>
                  <a:pt x="4101" y="5877"/>
                </a:lnTo>
                <a:lnTo>
                  <a:pt x="4924" y="4934"/>
                </a:lnTo>
                <a:lnTo>
                  <a:pt x="5621" y="4105"/>
                </a:lnTo>
                <a:lnTo>
                  <a:pt x="6329" y="3258"/>
                </a:lnTo>
                <a:lnTo>
                  <a:pt x="7622" y="1815"/>
                </a:lnTo>
                <a:lnTo>
                  <a:pt x="8585" y="818"/>
                </a:lnTo>
                <a:lnTo>
                  <a:pt x="9312" y="223"/>
                </a:lnTo>
                <a:lnTo>
                  <a:pt x="9898" y="0"/>
                </a:lnTo>
                <a:lnTo>
                  <a:pt x="10439" y="110"/>
                </a:lnTo>
                <a:lnTo>
                  <a:pt x="11029" y="515"/>
                </a:lnTo>
                <a:lnTo>
                  <a:pt x="11763" y="1183"/>
                </a:lnTo>
                <a:close/>
              </a:path>
            </a:pathLst>
          </a:custGeom>
          <a:solidFill>
            <a:srgbClr val="4D4D4C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8" name="contour_05466"/>
          <p:cNvSpPr/>
          <p:nvPr/>
        </p:nvSpPr>
        <p:spPr>
          <a:xfrm>
            <a:off x="1868813" y="2321225"/>
            <a:ext cx="80168" cy="911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91" y="0"/>
                </a:moveTo>
                <a:lnTo>
                  <a:pt x="15523" y="111"/>
                </a:lnTo>
                <a:lnTo>
                  <a:pt x="16583" y="211"/>
                </a:lnTo>
                <a:lnTo>
                  <a:pt x="17441" y="342"/>
                </a:lnTo>
                <a:lnTo>
                  <a:pt x="18368" y="546"/>
                </a:lnTo>
                <a:lnTo>
                  <a:pt x="19636" y="864"/>
                </a:lnTo>
                <a:lnTo>
                  <a:pt x="20477" y="2150"/>
                </a:lnTo>
                <a:lnTo>
                  <a:pt x="20999" y="3062"/>
                </a:lnTo>
                <a:lnTo>
                  <a:pt x="21298" y="3850"/>
                </a:lnTo>
                <a:lnTo>
                  <a:pt x="21466" y="4762"/>
                </a:lnTo>
                <a:lnTo>
                  <a:pt x="21600" y="6048"/>
                </a:lnTo>
                <a:lnTo>
                  <a:pt x="21007" y="5962"/>
                </a:lnTo>
                <a:lnTo>
                  <a:pt x="20463" y="5880"/>
                </a:lnTo>
                <a:lnTo>
                  <a:pt x="19868" y="5794"/>
                </a:lnTo>
                <a:lnTo>
                  <a:pt x="19126" y="5685"/>
                </a:lnTo>
                <a:lnTo>
                  <a:pt x="18140" y="5540"/>
                </a:lnTo>
                <a:lnTo>
                  <a:pt x="16813" y="5346"/>
                </a:lnTo>
                <a:lnTo>
                  <a:pt x="15049" y="5087"/>
                </a:lnTo>
                <a:lnTo>
                  <a:pt x="12750" y="4750"/>
                </a:lnTo>
                <a:lnTo>
                  <a:pt x="9818" y="4320"/>
                </a:lnTo>
                <a:lnTo>
                  <a:pt x="9563" y="6454"/>
                </a:lnTo>
                <a:lnTo>
                  <a:pt x="9370" y="8144"/>
                </a:lnTo>
                <a:lnTo>
                  <a:pt x="9243" y="9473"/>
                </a:lnTo>
                <a:lnTo>
                  <a:pt x="9178" y="10529"/>
                </a:lnTo>
                <a:lnTo>
                  <a:pt x="9178" y="11396"/>
                </a:lnTo>
                <a:lnTo>
                  <a:pt x="9243" y="12162"/>
                </a:lnTo>
                <a:lnTo>
                  <a:pt x="9370" y="12908"/>
                </a:lnTo>
                <a:lnTo>
                  <a:pt x="9563" y="13722"/>
                </a:lnTo>
                <a:lnTo>
                  <a:pt x="9818" y="14688"/>
                </a:lnTo>
                <a:lnTo>
                  <a:pt x="11004" y="15208"/>
                </a:lnTo>
                <a:lnTo>
                  <a:pt x="12186" y="15612"/>
                </a:lnTo>
                <a:lnTo>
                  <a:pt x="13372" y="15913"/>
                </a:lnTo>
                <a:lnTo>
                  <a:pt x="14570" y="16127"/>
                </a:lnTo>
                <a:lnTo>
                  <a:pt x="15788" y="16269"/>
                </a:lnTo>
                <a:lnTo>
                  <a:pt x="17035" y="16356"/>
                </a:lnTo>
                <a:lnTo>
                  <a:pt x="18315" y="16399"/>
                </a:lnTo>
                <a:lnTo>
                  <a:pt x="19636" y="16416"/>
                </a:lnTo>
                <a:lnTo>
                  <a:pt x="19004" y="17565"/>
                </a:lnTo>
                <a:lnTo>
                  <a:pt x="18509" y="18407"/>
                </a:lnTo>
                <a:lnTo>
                  <a:pt x="18042" y="19087"/>
                </a:lnTo>
                <a:lnTo>
                  <a:pt x="17490" y="19751"/>
                </a:lnTo>
                <a:lnTo>
                  <a:pt x="16750" y="20541"/>
                </a:lnTo>
                <a:lnTo>
                  <a:pt x="15709" y="21600"/>
                </a:lnTo>
                <a:lnTo>
                  <a:pt x="14282" y="21412"/>
                </a:lnTo>
                <a:lnTo>
                  <a:pt x="12960" y="21194"/>
                </a:lnTo>
                <a:lnTo>
                  <a:pt x="11701" y="20938"/>
                </a:lnTo>
                <a:lnTo>
                  <a:pt x="10460" y="20638"/>
                </a:lnTo>
                <a:lnTo>
                  <a:pt x="9192" y="20283"/>
                </a:lnTo>
                <a:lnTo>
                  <a:pt x="7855" y="19872"/>
                </a:lnTo>
                <a:lnTo>
                  <a:pt x="6753" y="19621"/>
                </a:lnTo>
                <a:lnTo>
                  <a:pt x="5649" y="19374"/>
                </a:lnTo>
                <a:lnTo>
                  <a:pt x="4544" y="19134"/>
                </a:lnTo>
                <a:lnTo>
                  <a:pt x="3436" y="18901"/>
                </a:lnTo>
                <a:lnTo>
                  <a:pt x="2301" y="18650"/>
                </a:lnTo>
                <a:lnTo>
                  <a:pt x="1159" y="18400"/>
                </a:lnTo>
                <a:lnTo>
                  <a:pt x="0" y="18144"/>
                </a:lnTo>
                <a:lnTo>
                  <a:pt x="518" y="18037"/>
                </a:lnTo>
                <a:lnTo>
                  <a:pt x="2087" y="17712"/>
                </a:lnTo>
                <a:lnTo>
                  <a:pt x="3000" y="17069"/>
                </a:lnTo>
                <a:lnTo>
                  <a:pt x="3927" y="16416"/>
                </a:lnTo>
                <a:lnTo>
                  <a:pt x="3562" y="15417"/>
                </a:lnTo>
                <a:lnTo>
                  <a:pt x="3195" y="14412"/>
                </a:lnTo>
                <a:lnTo>
                  <a:pt x="2822" y="13392"/>
                </a:lnTo>
                <a:lnTo>
                  <a:pt x="2458" y="12158"/>
                </a:lnTo>
                <a:lnTo>
                  <a:pt x="2256" y="11033"/>
                </a:lnTo>
                <a:lnTo>
                  <a:pt x="2209" y="9988"/>
                </a:lnTo>
                <a:lnTo>
                  <a:pt x="2309" y="8984"/>
                </a:lnTo>
                <a:lnTo>
                  <a:pt x="2549" y="7992"/>
                </a:lnTo>
                <a:lnTo>
                  <a:pt x="2924" y="6979"/>
                </a:lnTo>
                <a:lnTo>
                  <a:pt x="3427" y="5910"/>
                </a:lnTo>
                <a:lnTo>
                  <a:pt x="4051" y="4752"/>
                </a:lnTo>
                <a:lnTo>
                  <a:pt x="4964" y="3617"/>
                </a:lnTo>
                <a:lnTo>
                  <a:pt x="5856" y="2677"/>
                </a:lnTo>
                <a:lnTo>
                  <a:pt x="6753" y="1915"/>
                </a:lnTo>
                <a:lnTo>
                  <a:pt x="7690" y="1310"/>
                </a:lnTo>
                <a:lnTo>
                  <a:pt x="8693" y="845"/>
                </a:lnTo>
                <a:lnTo>
                  <a:pt x="9795" y="501"/>
                </a:lnTo>
                <a:lnTo>
                  <a:pt x="11026" y="257"/>
                </a:lnTo>
                <a:lnTo>
                  <a:pt x="12414" y="97"/>
                </a:lnTo>
                <a:lnTo>
                  <a:pt x="13991" y="0"/>
                </a:lnTo>
                <a:close/>
              </a:path>
            </a:pathLst>
          </a:custGeom>
          <a:solidFill>
            <a:srgbClr val="5F5A52"/>
          </a:solidFill>
          <a:ln>
            <a:noFill/>
          </a:ln>
        </p:spPr>
        <p:txBody>
          <a:bodyPr/>
          <a:lstStyle/>
          <a:p/>
        </p:txBody>
      </p:sp>
      <p:sp>
        <p:nvSpPr>
          <p:cNvPr id="5469" name="contour_05467"/>
          <p:cNvSpPr/>
          <p:nvPr/>
        </p:nvSpPr>
        <p:spPr>
          <a:xfrm>
            <a:off x="2881843" y="2303005"/>
            <a:ext cx="43728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99" y="787"/>
                </a:lnTo>
                <a:lnTo>
                  <a:pt x="5148" y="1381"/>
                </a:lnTo>
                <a:lnTo>
                  <a:pt x="6592" y="1851"/>
                </a:lnTo>
                <a:lnTo>
                  <a:pt x="7474" y="2260"/>
                </a:lnTo>
                <a:lnTo>
                  <a:pt x="7938" y="2678"/>
                </a:lnTo>
                <a:lnTo>
                  <a:pt x="8122" y="3170"/>
                </a:lnTo>
                <a:lnTo>
                  <a:pt x="8176" y="3801"/>
                </a:lnTo>
                <a:lnTo>
                  <a:pt x="8230" y="4361"/>
                </a:lnTo>
                <a:lnTo>
                  <a:pt x="8287" y="4930"/>
                </a:lnTo>
                <a:lnTo>
                  <a:pt x="8298" y="5530"/>
                </a:lnTo>
                <a:lnTo>
                  <a:pt x="8312" y="6137"/>
                </a:lnTo>
                <a:lnTo>
                  <a:pt x="8381" y="6772"/>
                </a:lnTo>
                <a:lnTo>
                  <a:pt x="8449" y="7406"/>
                </a:lnTo>
                <a:lnTo>
                  <a:pt x="8518" y="8040"/>
                </a:lnTo>
                <a:lnTo>
                  <a:pt x="8586" y="8674"/>
                </a:lnTo>
                <a:lnTo>
                  <a:pt x="8636" y="9340"/>
                </a:lnTo>
                <a:lnTo>
                  <a:pt x="8683" y="10005"/>
                </a:lnTo>
                <a:lnTo>
                  <a:pt x="8730" y="10671"/>
                </a:lnTo>
                <a:lnTo>
                  <a:pt x="8770" y="11337"/>
                </a:lnTo>
                <a:lnTo>
                  <a:pt x="8809" y="12003"/>
                </a:lnTo>
                <a:lnTo>
                  <a:pt x="8842" y="12669"/>
                </a:lnTo>
                <a:lnTo>
                  <a:pt x="8885" y="13312"/>
                </a:lnTo>
                <a:lnTo>
                  <a:pt x="8939" y="13955"/>
                </a:lnTo>
                <a:lnTo>
                  <a:pt x="9000" y="14598"/>
                </a:lnTo>
                <a:lnTo>
                  <a:pt x="9068" y="15241"/>
                </a:lnTo>
                <a:lnTo>
                  <a:pt x="9137" y="15884"/>
                </a:lnTo>
                <a:lnTo>
                  <a:pt x="9212" y="16527"/>
                </a:lnTo>
                <a:lnTo>
                  <a:pt x="9212" y="16828"/>
                </a:lnTo>
                <a:lnTo>
                  <a:pt x="9212" y="17739"/>
                </a:lnTo>
                <a:lnTo>
                  <a:pt x="9295" y="18301"/>
                </a:lnTo>
                <a:lnTo>
                  <a:pt x="9418" y="18733"/>
                </a:lnTo>
                <a:lnTo>
                  <a:pt x="9659" y="19177"/>
                </a:lnTo>
                <a:lnTo>
                  <a:pt x="10094" y="19772"/>
                </a:lnTo>
                <a:lnTo>
                  <a:pt x="10800" y="20661"/>
                </a:lnTo>
                <a:lnTo>
                  <a:pt x="13525" y="21018"/>
                </a:lnTo>
                <a:lnTo>
                  <a:pt x="15451" y="21245"/>
                </a:lnTo>
                <a:lnTo>
                  <a:pt x="17093" y="21388"/>
                </a:lnTo>
                <a:lnTo>
                  <a:pt x="18968" y="21491"/>
                </a:lnTo>
                <a:lnTo>
                  <a:pt x="21600" y="21600"/>
                </a:lnTo>
                <a:lnTo>
                  <a:pt x="19224" y="21497"/>
                </a:lnTo>
                <a:lnTo>
                  <a:pt x="16844" y="21393"/>
                </a:lnTo>
                <a:lnTo>
                  <a:pt x="14465" y="21290"/>
                </a:lnTo>
                <a:lnTo>
                  <a:pt x="12078" y="21186"/>
                </a:lnTo>
                <a:lnTo>
                  <a:pt x="9684" y="21082"/>
                </a:lnTo>
                <a:lnTo>
                  <a:pt x="7279" y="20977"/>
                </a:lnTo>
                <a:lnTo>
                  <a:pt x="4867" y="20872"/>
                </a:lnTo>
                <a:lnTo>
                  <a:pt x="2441" y="20767"/>
                </a:lnTo>
                <a:lnTo>
                  <a:pt x="0" y="20661"/>
                </a:lnTo>
                <a:lnTo>
                  <a:pt x="0" y="20001"/>
                </a:lnTo>
                <a:lnTo>
                  <a:pt x="0" y="19341"/>
                </a:lnTo>
                <a:lnTo>
                  <a:pt x="0" y="18681"/>
                </a:lnTo>
                <a:lnTo>
                  <a:pt x="0" y="18021"/>
                </a:lnTo>
                <a:lnTo>
                  <a:pt x="0" y="17361"/>
                </a:lnTo>
                <a:lnTo>
                  <a:pt x="0" y="16701"/>
                </a:lnTo>
                <a:lnTo>
                  <a:pt x="0" y="16039"/>
                </a:lnTo>
                <a:lnTo>
                  <a:pt x="0" y="15379"/>
                </a:lnTo>
                <a:lnTo>
                  <a:pt x="0" y="14717"/>
                </a:lnTo>
                <a:lnTo>
                  <a:pt x="0" y="14056"/>
                </a:lnTo>
                <a:lnTo>
                  <a:pt x="0" y="13394"/>
                </a:lnTo>
                <a:lnTo>
                  <a:pt x="0" y="12731"/>
                </a:lnTo>
                <a:lnTo>
                  <a:pt x="0" y="12068"/>
                </a:lnTo>
                <a:lnTo>
                  <a:pt x="0" y="11405"/>
                </a:lnTo>
                <a:lnTo>
                  <a:pt x="0" y="10740"/>
                </a:lnTo>
                <a:lnTo>
                  <a:pt x="0" y="10075"/>
                </a:lnTo>
                <a:lnTo>
                  <a:pt x="0" y="9410"/>
                </a:lnTo>
                <a:lnTo>
                  <a:pt x="0" y="8743"/>
                </a:lnTo>
                <a:lnTo>
                  <a:pt x="0" y="8077"/>
                </a:lnTo>
                <a:lnTo>
                  <a:pt x="0" y="7409"/>
                </a:lnTo>
                <a:lnTo>
                  <a:pt x="0" y="6740"/>
                </a:lnTo>
                <a:lnTo>
                  <a:pt x="0" y="6071"/>
                </a:lnTo>
                <a:lnTo>
                  <a:pt x="0" y="5401"/>
                </a:lnTo>
                <a:lnTo>
                  <a:pt x="0" y="4729"/>
                </a:lnTo>
                <a:lnTo>
                  <a:pt x="0" y="4057"/>
                </a:lnTo>
                <a:lnTo>
                  <a:pt x="0" y="3384"/>
                </a:lnTo>
                <a:lnTo>
                  <a:pt x="0" y="2709"/>
                </a:lnTo>
                <a:lnTo>
                  <a:pt x="0" y="2034"/>
                </a:lnTo>
                <a:lnTo>
                  <a:pt x="0" y="1357"/>
                </a:lnTo>
                <a:lnTo>
                  <a:pt x="0" y="679"/>
                </a:lnTo>
                <a:lnTo>
                  <a:pt x="0" y="0"/>
                </a:lnTo>
                <a:close/>
              </a:path>
            </a:pathLst>
          </a:custGeom>
          <a:solidFill>
            <a:srgbClr val="E9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0" name="contour_05468"/>
          <p:cNvSpPr/>
          <p:nvPr/>
        </p:nvSpPr>
        <p:spPr>
          <a:xfrm>
            <a:off x="1969802" y="2353890"/>
            <a:ext cx="139514" cy="511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83" y="1317"/>
                </a:moveTo>
                <a:lnTo>
                  <a:pt x="7466" y="2219"/>
                </a:lnTo>
                <a:lnTo>
                  <a:pt x="8060" y="3133"/>
                </a:lnTo>
                <a:lnTo>
                  <a:pt x="8244" y="5368"/>
                </a:lnTo>
                <a:lnTo>
                  <a:pt x="8349" y="7559"/>
                </a:lnTo>
                <a:lnTo>
                  <a:pt x="8385" y="9723"/>
                </a:lnTo>
                <a:lnTo>
                  <a:pt x="8363" y="11880"/>
                </a:lnTo>
                <a:lnTo>
                  <a:pt x="8296" y="14053"/>
                </a:lnTo>
                <a:lnTo>
                  <a:pt x="8191" y="16260"/>
                </a:lnTo>
                <a:lnTo>
                  <a:pt x="8060" y="18522"/>
                </a:lnTo>
                <a:lnTo>
                  <a:pt x="8535" y="18187"/>
                </a:lnTo>
                <a:lnTo>
                  <a:pt x="9017" y="17848"/>
                </a:lnTo>
                <a:lnTo>
                  <a:pt x="9805" y="17380"/>
                </a:lnTo>
                <a:lnTo>
                  <a:pt x="10591" y="16968"/>
                </a:lnTo>
                <a:lnTo>
                  <a:pt x="11373" y="16611"/>
                </a:lnTo>
                <a:lnTo>
                  <a:pt x="12155" y="16306"/>
                </a:lnTo>
                <a:lnTo>
                  <a:pt x="12934" y="16051"/>
                </a:lnTo>
                <a:lnTo>
                  <a:pt x="13713" y="15838"/>
                </a:lnTo>
                <a:lnTo>
                  <a:pt x="14493" y="15666"/>
                </a:lnTo>
                <a:lnTo>
                  <a:pt x="15272" y="15534"/>
                </a:lnTo>
                <a:lnTo>
                  <a:pt x="16053" y="15435"/>
                </a:lnTo>
                <a:lnTo>
                  <a:pt x="16835" y="15371"/>
                </a:lnTo>
                <a:lnTo>
                  <a:pt x="17620" y="15331"/>
                </a:lnTo>
                <a:lnTo>
                  <a:pt x="18408" y="15318"/>
                </a:lnTo>
                <a:lnTo>
                  <a:pt x="19199" y="15324"/>
                </a:lnTo>
                <a:lnTo>
                  <a:pt x="19994" y="15352"/>
                </a:lnTo>
                <a:lnTo>
                  <a:pt x="20794" y="15392"/>
                </a:lnTo>
                <a:lnTo>
                  <a:pt x="21600" y="15444"/>
                </a:lnTo>
                <a:lnTo>
                  <a:pt x="21600" y="16971"/>
                </a:lnTo>
                <a:lnTo>
                  <a:pt x="21600" y="18522"/>
                </a:lnTo>
                <a:lnTo>
                  <a:pt x="21236" y="18599"/>
                </a:lnTo>
                <a:lnTo>
                  <a:pt x="20899" y="18670"/>
                </a:lnTo>
                <a:lnTo>
                  <a:pt x="20577" y="18738"/>
                </a:lnTo>
                <a:lnTo>
                  <a:pt x="20256" y="18805"/>
                </a:lnTo>
                <a:lnTo>
                  <a:pt x="19924" y="18873"/>
                </a:lnTo>
                <a:lnTo>
                  <a:pt x="19569" y="18950"/>
                </a:lnTo>
                <a:lnTo>
                  <a:pt x="19177" y="19030"/>
                </a:lnTo>
                <a:lnTo>
                  <a:pt x="18735" y="19122"/>
                </a:lnTo>
                <a:lnTo>
                  <a:pt x="18231" y="19230"/>
                </a:lnTo>
                <a:lnTo>
                  <a:pt x="17651" y="19350"/>
                </a:lnTo>
                <a:lnTo>
                  <a:pt x="16984" y="19492"/>
                </a:lnTo>
                <a:lnTo>
                  <a:pt x="16216" y="19652"/>
                </a:lnTo>
                <a:lnTo>
                  <a:pt x="15333" y="19836"/>
                </a:lnTo>
                <a:lnTo>
                  <a:pt x="14323" y="20049"/>
                </a:lnTo>
                <a:lnTo>
                  <a:pt x="13176" y="20289"/>
                </a:lnTo>
                <a:lnTo>
                  <a:pt x="11875" y="20563"/>
                </a:lnTo>
                <a:lnTo>
                  <a:pt x="10409" y="20871"/>
                </a:lnTo>
                <a:lnTo>
                  <a:pt x="8766" y="21215"/>
                </a:lnTo>
                <a:lnTo>
                  <a:pt x="6931" y="21600"/>
                </a:lnTo>
                <a:lnTo>
                  <a:pt x="6931" y="19566"/>
                </a:lnTo>
                <a:lnTo>
                  <a:pt x="6931" y="17519"/>
                </a:lnTo>
                <a:lnTo>
                  <a:pt x="6931" y="15444"/>
                </a:lnTo>
                <a:lnTo>
                  <a:pt x="6187" y="15783"/>
                </a:lnTo>
                <a:lnTo>
                  <a:pt x="5441" y="16122"/>
                </a:lnTo>
                <a:lnTo>
                  <a:pt x="4695" y="16463"/>
                </a:lnTo>
                <a:lnTo>
                  <a:pt x="3947" y="16802"/>
                </a:lnTo>
                <a:lnTo>
                  <a:pt x="3197" y="17143"/>
                </a:lnTo>
                <a:lnTo>
                  <a:pt x="2443" y="17485"/>
                </a:lnTo>
                <a:lnTo>
                  <a:pt x="1687" y="17830"/>
                </a:lnTo>
                <a:lnTo>
                  <a:pt x="926" y="18174"/>
                </a:lnTo>
                <a:lnTo>
                  <a:pt x="161" y="18522"/>
                </a:lnTo>
                <a:lnTo>
                  <a:pt x="80" y="14170"/>
                </a:lnTo>
                <a:lnTo>
                  <a:pt x="27" y="10985"/>
                </a:lnTo>
                <a:lnTo>
                  <a:pt x="0" y="8698"/>
                </a:lnTo>
                <a:lnTo>
                  <a:pt x="0" y="7039"/>
                </a:lnTo>
                <a:lnTo>
                  <a:pt x="27" y="5737"/>
                </a:lnTo>
                <a:lnTo>
                  <a:pt x="80" y="4524"/>
                </a:lnTo>
                <a:lnTo>
                  <a:pt x="161" y="3133"/>
                </a:lnTo>
                <a:lnTo>
                  <a:pt x="861" y="1837"/>
                </a:lnTo>
                <a:lnTo>
                  <a:pt x="1568" y="920"/>
                </a:lnTo>
                <a:lnTo>
                  <a:pt x="2286" y="342"/>
                </a:lnTo>
                <a:lnTo>
                  <a:pt x="3015" y="49"/>
                </a:lnTo>
                <a:lnTo>
                  <a:pt x="3757" y="0"/>
                </a:lnTo>
                <a:lnTo>
                  <a:pt x="4513" y="148"/>
                </a:lnTo>
                <a:lnTo>
                  <a:pt x="5285" y="449"/>
                </a:lnTo>
                <a:lnTo>
                  <a:pt x="6075" y="853"/>
                </a:lnTo>
                <a:lnTo>
                  <a:pt x="6883" y="1317"/>
                </a:lnTo>
                <a:close/>
              </a:path>
            </a:pathLst>
          </a:custGeom>
          <a:solidFill>
            <a:srgbClr val="5D5C5B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1" name="contour_05469"/>
          <p:cNvSpPr/>
          <p:nvPr/>
        </p:nvSpPr>
        <p:spPr>
          <a:xfrm>
            <a:off x="3225064" y="2324869"/>
            <a:ext cx="52014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95" y="0"/>
                </a:moveTo>
                <a:lnTo>
                  <a:pt x="9325" y="567"/>
                </a:lnTo>
                <a:lnTo>
                  <a:pt x="9673" y="989"/>
                </a:lnTo>
                <a:lnTo>
                  <a:pt x="9984" y="1480"/>
                </a:lnTo>
                <a:lnTo>
                  <a:pt x="10414" y="2251"/>
                </a:lnTo>
                <a:lnTo>
                  <a:pt x="10614" y="2600"/>
                </a:lnTo>
                <a:lnTo>
                  <a:pt x="11213" y="3657"/>
                </a:lnTo>
                <a:lnTo>
                  <a:pt x="11476" y="4148"/>
                </a:lnTo>
                <a:lnTo>
                  <a:pt x="11743" y="4642"/>
                </a:lnTo>
                <a:lnTo>
                  <a:pt x="12009" y="5143"/>
                </a:lnTo>
                <a:lnTo>
                  <a:pt x="12284" y="5635"/>
                </a:lnTo>
                <a:lnTo>
                  <a:pt x="12563" y="6128"/>
                </a:lnTo>
                <a:lnTo>
                  <a:pt x="12844" y="6629"/>
                </a:lnTo>
                <a:lnTo>
                  <a:pt x="13183" y="7238"/>
                </a:lnTo>
                <a:lnTo>
                  <a:pt x="13519" y="7847"/>
                </a:lnTo>
                <a:lnTo>
                  <a:pt x="13855" y="8457"/>
                </a:lnTo>
                <a:lnTo>
                  <a:pt x="14188" y="9066"/>
                </a:lnTo>
                <a:lnTo>
                  <a:pt x="14518" y="9676"/>
                </a:lnTo>
                <a:lnTo>
                  <a:pt x="14848" y="10286"/>
                </a:lnTo>
                <a:lnTo>
                  <a:pt x="16346" y="10031"/>
                </a:lnTo>
                <a:lnTo>
                  <a:pt x="17853" y="9776"/>
                </a:lnTo>
                <a:lnTo>
                  <a:pt x="19366" y="9517"/>
                </a:lnTo>
                <a:lnTo>
                  <a:pt x="20901" y="9257"/>
                </a:lnTo>
                <a:lnTo>
                  <a:pt x="21234" y="10056"/>
                </a:lnTo>
                <a:lnTo>
                  <a:pt x="21476" y="10824"/>
                </a:lnTo>
                <a:lnTo>
                  <a:pt x="21600" y="11563"/>
                </a:lnTo>
                <a:lnTo>
                  <a:pt x="21582" y="12284"/>
                </a:lnTo>
                <a:lnTo>
                  <a:pt x="21394" y="12991"/>
                </a:lnTo>
                <a:lnTo>
                  <a:pt x="21010" y="13691"/>
                </a:lnTo>
                <a:lnTo>
                  <a:pt x="20402" y="14391"/>
                </a:lnTo>
                <a:lnTo>
                  <a:pt x="19548" y="15096"/>
                </a:lnTo>
                <a:lnTo>
                  <a:pt x="18419" y="15814"/>
                </a:lnTo>
                <a:lnTo>
                  <a:pt x="17081" y="16371"/>
                </a:lnTo>
                <a:lnTo>
                  <a:pt x="15720" y="16919"/>
                </a:lnTo>
                <a:lnTo>
                  <a:pt x="14342" y="17459"/>
                </a:lnTo>
                <a:lnTo>
                  <a:pt x="12944" y="17992"/>
                </a:lnTo>
                <a:lnTo>
                  <a:pt x="11531" y="18519"/>
                </a:lnTo>
                <a:lnTo>
                  <a:pt x="10099" y="19041"/>
                </a:lnTo>
                <a:lnTo>
                  <a:pt x="8653" y="19557"/>
                </a:lnTo>
                <a:lnTo>
                  <a:pt x="7194" y="20072"/>
                </a:lnTo>
                <a:lnTo>
                  <a:pt x="5720" y="20583"/>
                </a:lnTo>
                <a:lnTo>
                  <a:pt x="4237" y="21092"/>
                </a:lnTo>
                <a:lnTo>
                  <a:pt x="2742" y="21600"/>
                </a:lnTo>
                <a:lnTo>
                  <a:pt x="2930" y="21087"/>
                </a:lnTo>
                <a:lnTo>
                  <a:pt x="3117" y="20565"/>
                </a:lnTo>
                <a:lnTo>
                  <a:pt x="3614" y="19130"/>
                </a:lnTo>
                <a:lnTo>
                  <a:pt x="4062" y="17819"/>
                </a:lnTo>
                <a:lnTo>
                  <a:pt x="4464" y="16621"/>
                </a:lnTo>
                <a:lnTo>
                  <a:pt x="4818" y="15528"/>
                </a:lnTo>
                <a:lnTo>
                  <a:pt x="5121" y="14535"/>
                </a:lnTo>
                <a:lnTo>
                  <a:pt x="5375" y="13631"/>
                </a:lnTo>
                <a:lnTo>
                  <a:pt x="5575" y="12809"/>
                </a:lnTo>
                <a:lnTo>
                  <a:pt x="5723" y="12061"/>
                </a:lnTo>
                <a:lnTo>
                  <a:pt x="5817" y="11378"/>
                </a:lnTo>
                <a:lnTo>
                  <a:pt x="5856" y="10754"/>
                </a:lnTo>
                <a:lnTo>
                  <a:pt x="5835" y="10180"/>
                </a:lnTo>
                <a:lnTo>
                  <a:pt x="5759" y="9646"/>
                </a:lnTo>
                <a:lnTo>
                  <a:pt x="5626" y="9147"/>
                </a:lnTo>
                <a:lnTo>
                  <a:pt x="5430" y="8673"/>
                </a:lnTo>
                <a:lnTo>
                  <a:pt x="5172" y="8217"/>
                </a:lnTo>
                <a:lnTo>
                  <a:pt x="4854" y="7770"/>
                </a:lnTo>
                <a:lnTo>
                  <a:pt x="4473" y="7324"/>
                </a:lnTo>
                <a:lnTo>
                  <a:pt x="4025" y="6873"/>
                </a:lnTo>
                <a:lnTo>
                  <a:pt x="3514" y="6406"/>
                </a:lnTo>
                <a:lnTo>
                  <a:pt x="2933" y="5916"/>
                </a:lnTo>
                <a:lnTo>
                  <a:pt x="2285" y="5396"/>
                </a:lnTo>
                <a:lnTo>
                  <a:pt x="1568" y="4836"/>
                </a:lnTo>
                <a:lnTo>
                  <a:pt x="781" y="4231"/>
                </a:lnTo>
                <a:lnTo>
                  <a:pt x="61" y="3386"/>
                </a:lnTo>
                <a:lnTo>
                  <a:pt x="0" y="2817"/>
                </a:lnTo>
                <a:lnTo>
                  <a:pt x="542" y="2037"/>
                </a:lnTo>
                <a:lnTo>
                  <a:pt x="2421" y="1043"/>
                </a:lnTo>
                <a:lnTo>
                  <a:pt x="3789" y="440"/>
                </a:lnTo>
                <a:lnTo>
                  <a:pt x="5045" y="131"/>
                </a:lnTo>
                <a:lnTo>
                  <a:pt x="6580" y="16"/>
                </a:lnTo>
                <a:lnTo>
                  <a:pt x="8795" y="0"/>
                </a:lnTo>
                <a:close/>
              </a:path>
            </a:pathLst>
          </a:custGeom>
          <a:solidFill>
            <a:srgbClr val="779AC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2" name="contour_05470"/>
          <p:cNvSpPr/>
          <p:nvPr/>
        </p:nvSpPr>
        <p:spPr>
          <a:xfrm>
            <a:off x="1956268" y="2266565"/>
            <a:ext cx="87456" cy="65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9" y="350"/>
                </a:lnTo>
                <a:lnTo>
                  <a:pt x="882" y="965"/>
                </a:lnTo>
                <a:lnTo>
                  <a:pt x="2173" y="2375"/>
                </a:lnTo>
                <a:lnTo>
                  <a:pt x="3290" y="3264"/>
                </a:lnTo>
                <a:lnTo>
                  <a:pt x="4403" y="3956"/>
                </a:lnTo>
                <a:lnTo>
                  <a:pt x="5519" y="4470"/>
                </a:lnTo>
                <a:lnTo>
                  <a:pt x="6638" y="4832"/>
                </a:lnTo>
                <a:lnTo>
                  <a:pt x="7772" y="5067"/>
                </a:lnTo>
                <a:lnTo>
                  <a:pt x="8926" y="5193"/>
                </a:lnTo>
                <a:lnTo>
                  <a:pt x="10103" y="5234"/>
                </a:lnTo>
                <a:lnTo>
                  <a:pt x="11309" y="5217"/>
                </a:lnTo>
                <a:lnTo>
                  <a:pt x="12553" y="5160"/>
                </a:lnTo>
                <a:lnTo>
                  <a:pt x="13838" y="5088"/>
                </a:lnTo>
                <a:lnTo>
                  <a:pt x="14963" y="5055"/>
                </a:lnTo>
                <a:lnTo>
                  <a:pt x="16105" y="5023"/>
                </a:lnTo>
                <a:lnTo>
                  <a:pt x="17204" y="4985"/>
                </a:lnTo>
                <a:lnTo>
                  <a:pt x="18304" y="4942"/>
                </a:lnTo>
                <a:lnTo>
                  <a:pt x="19402" y="4894"/>
                </a:lnTo>
                <a:lnTo>
                  <a:pt x="20502" y="4842"/>
                </a:lnTo>
                <a:lnTo>
                  <a:pt x="21600" y="4789"/>
                </a:lnTo>
                <a:lnTo>
                  <a:pt x="21227" y="6479"/>
                </a:lnTo>
                <a:lnTo>
                  <a:pt x="20842" y="8141"/>
                </a:lnTo>
                <a:lnTo>
                  <a:pt x="20432" y="9764"/>
                </a:lnTo>
                <a:lnTo>
                  <a:pt x="19984" y="11345"/>
                </a:lnTo>
                <a:lnTo>
                  <a:pt x="19487" y="12875"/>
                </a:lnTo>
                <a:lnTo>
                  <a:pt x="18927" y="14350"/>
                </a:lnTo>
                <a:lnTo>
                  <a:pt x="18292" y="15762"/>
                </a:lnTo>
                <a:lnTo>
                  <a:pt x="17566" y="17103"/>
                </a:lnTo>
                <a:lnTo>
                  <a:pt x="16742" y="18372"/>
                </a:lnTo>
                <a:lnTo>
                  <a:pt x="15804" y="19555"/>
                </a:lnTo>
                <a:lnTo>
                  <a:pt x="14738" y="20652"/>
                </a:lnTo>
                <a:lnTo>
                  <a:pt x="13624" y="21234"/>
                </a:lnTo>
                <a:lnTo>
                  <a:pt x="12843" y="21521"/>
                </a:lnTo>
                <a:lnTo>
                  <a:pt x="12024" y="21600"/>
                </a:lnTo>
                <a:lnTo>
                  <a:pt x="10800" y="21550"/>
                </a:lnTo>
                <a:lnTo>
                  <a:pt x="9767" y="20633"/>
                </a:lnTo>
                <a:lnTo>
                  <a:pt x="8761" y="19665"/>
                </a:lnTo>
                <a:lnTo>
                  <a:pt x="7787" y="18650"/>
                </a:lnTo>
                <a:lnTo>
                  <a:pt x="6847" y="17585"/>
                </a:lnTo>
                <a:lnTo>
                  <a:pt x="5947" y="16471"/>
                </a:lnTo>
                <a:lnTo>
                  <a:pt x="5090" y="15305"/>
                </a:lnTo>
                <a:lnTo>
                  <a:pt x="4282" y="14086"/>
                </a:lnTo>
                <a:lnTo>
                  <a:pt x="3528" y="12815"/>
                </a:lnTo>
                <a:lnTo>
                  <a:pt x="2830" y="11491"/>
                </a:lnTo>
                <a:lnTo>
                  <a:pt x="2192" y="10112"/>
                </a:lnTo>
                <a:lnTo>
                  <a:pt x="1620" y="8680"/>
                </a:lnTo>
                <a:lnTo>
                  <a:pt x="1118" y="7190"/>
                </a:lnTo>
                <a:lnTo>
                  <a:pt x="689" y="5644"/>
                </a:lnTo>
                <a:lnTo>
                  <a:pt x="338" y="4042"/>
                </a:lnTo>
                <a:lnTo>
                  <a:pt x="227" y="2706"/>
                </a:lnTo>
                <a:lnTo>
                  <a:pt x="113" y="1362"/>
                </a:lnTo>
                <a:lnTo>
                  <a:pt x="0" y="0"/>
                </a:lnTo>
                <a:close/>
              </a:path>
            </a:pathLst>
          </a:custGeom>
          <a:solidFill>
            <a:srgbClr val="CDCDCD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3" name="contour_05471"/>
          <p:cNvSpPr/>
          <p:nvPr/>
        </p:nvSpPr>
        <p:spPr>
          <a:xfrm>
            <a:off x="4900617" y="2120806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183" y="160"/>
                </a:lnTo>
                <a:lnTo>
                  <a:pt x="2663" y="312"/>
                </a:lnTo>
                <a:lnTo>
                  <a:pt x="3125" y="454"/>
                </a:lnTo>
                <a:lnTo>
                  <a:pt x="3586" y="596"/>
                </a:lnTo>
                <a:lnTo>
                  <a:pt x="4069" y="744"/>
                </a:lnTo>
                <a:lnTo>
                  <a:pt x="4592" y="907"/>
                </a:lnTo>
                <a:lnTo>
                  <a:pt x="5179" y="1089"/>
                </a:lnTo>
                <a:lnTo>
                  <a:pt x="5849" y="1296"/>
                </a:lnTo>
                <a:lnTo>
                  <a:pt x="6621" y="1537"/>
                </a:lnTo>
                <a:lnTo>
                  <a:pt x="7517" y="1811"/>
                </a:lnTo>
                <a:lnTo>
                  <a:pt x="8557" y="2135"/>
                </a:lnTo>
                <a:lnTo>
                  <a:pt x="9763" y="2509"/>
                </a:lnTo>
                <a:lnTo>
                  <a:pt x="11152" y="2938"/>
                </a:lnTo>
                <a:lnTo>
                  <a:pt x="12749" y="3431"/>
                </a:lnTo>
                <a:lnTo>
                  <a:pt x="14570" y="3996"/>
                </a:lnTo>
                <a:lnTo>
                  <a:pt x="16640" y="4635"/>
                </a:lnTo>
                <a:lnTo>
                  <a:pt x="18976" y="5360"/>
                </a:lnTo>
                <a:lnTo>
                  <a:pt x="21600" y="6171"/>
                </a:lnTo>
                <a:lnTo>
                  <a:pt x="20495" y="8214"/>
                </a:lnTo>
                <a:lnTo>
                  <a:pt x="19506" y="10010"/>
                </a:lnTo>
                <a:lnTo>
                  <a:pt x="18603" y="11587"/>
                </a:lnTo>
                <a:lnTo>
                  <a:pt x="17759" y="12963"/>
                </a:lnTo>
                <a:lnTo>
                  <a:pt x="16948" y="14163"/>
                </a:lnTo>
                <a:lnTo>
                  <a:pt x="16140" y="15213"/>
                </a:lnTo>
                <a:lnTo>
                  <a:pt x="15311" y="16135"/>
                </a:lnTo>
                <a:lnTo>
                  <a:pt x="14432" y="16956"/>
                </a:lnTo>
                <a:lnTo>
                  <a:pt x="13475" y="17697"/>
                </a:lnTo>
                <a:lnTo>
                  <a:pt x="12413" y="18379"/>
                </a:lnTo>
                <a:lnTo>
                  <a:pt x="11219" y="19030"/>
                </a:lnTo>
                <a:lnTo>
                  <a:pt x="9866" y="19671"/>
                </a:lnTo>
                <a:lnTo>
                  <a:pt x="8987" y="20168"/>
                </a:lnTo>
                <a:lnTo>
                  <a:pt x="8097" y="20671"/>
                </a:lnTo>
                <a:lnTo>
                  <a:pt x="7234" y="21066"/>
                </a:lnTo>
                <a:lnTo>
                  <a:pt x="6555" y="21313"/>
                </a:lnTo>
                <a:lnTo>
                  <a:pt x="5830" y="21455"/>
                </a:lnTo>
                <a:lnTo>
                  <a:pt x="4828" y="21535"/>
                </a:lnTo>
                <a:lnTo>
                  <a:pt x="3323" y="21600"/>
                </a:lnTo>
                <a:lnTo>
                  <a:pt x="2401" y="20002"/>
                </a:lnTo>
                <a:lnTo>
                  <a:pt x="1750" y="18767"/>
                </a:lnTo>
                <a:lnTo>
                  <a:pt x="1276" y="17641"/>
                </a:lnTo>
                <a:lnTo>
                  <a:pt x="889" y="16367"/>
                </a:lnTo>
                <a:lnTo>
                  <a:pt x="493" y="14685"/>
                </a:lnTo>
                <a:lnTo>
                  <a:pt x="0" y="12343"/>
                </a:lnTo>
                <a:lnTo>
                  <a:pt x="274" y="10306"/>
                </a:lnTo>
                <a:lnTo>
                  <a:pt x="548" y="8267"/>
                </a:lnTo>
                <a:lnTo>
                  <a:pt x="824" y="6218"/>
                </a:lnTo>
                <a:lnTo>
                  <a:pt x="1102" y="4160"/>
                </a:lnTo>
                <a:lnTo>
                  <a:pt x="1381" y="2089"/>
                </a:lnTo>
                <a:lnTo>
                  <a:pt x="1662" y="0"/>
                </a:lnTo>
                <a:close/>
              </a:path>
            </a:pathLst>
          </a:custGeom>
          <a:solidFill>
            <a:srgbClr val="BFE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4" name="contour_05472"/>
          <p:cNvSpPr/>
          <p:nvPr/>
        </p:nvSpPr>
        <p:spPr>
          <a:xfrm>
            <a:off x="4135378" y="2038218"/>
            <a:ext cx="64550" cy="83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55" y="0"/>
                </a:moveTo>
                <a:lnTo>
                  <a:pt x="12169" y="207"/>
                </a:lnTo>
                <a:lnTo>
                  <a:pt x="13394" y="414"/>
                </a:lnTo>
                <a:lnTo>
                  <a:pt x="14632" y="625"/>
                </a:lnTo>
                <a:lnTo>
                  <a:pt x="15576" y="1839"/>
                </a:lnTo>
                <a:lnTo>
                  <a:pt x="16403" y="2992"/>
                </a:lnTo>
                <a:lnTo>
                  <a:pt x="17140" y="4127"/>
                </a:lnTo>
                <a:lnTo>
                  <a:pt x="17813" y="5283"/>
                </a:lnTo>
                <a:lnTo>
                  <a:pt x="18439" y="6493"/>
                </a:lnTo>
                <a:lnTo>
                  <a:pt x="19052" y="7801"/>
                </a:lnTo>
                <a:lnTo>
                  <a:pt x="19320" y="8305"/>
                </a:lnTo>
                <a:lnTo>
                  <a:pt x="20134" y="9834"/>
                </a:lnTo>
                <a:lnTo>
                  <a:pt x="20829" y="11364"/>
                </a:lnTo>
                <a:lnTo>
                  <a:pt x="21317" y="12672"/>
                </a:lnTo>
                <a:lnTo>
                  <a:pt x="21580" y="13848"/>
                </a:lnTo>
                <a:lnTo>
                  <a:pt x="21600" y="14979"/>
                </a:lnTo>
                <a:lnTo>
                  <a:pt x="21359" y="16159"/>
                </a:lnTo>
                <a:lnTo>
                  <a:pt x="20837" y="17475"/>
                </a:lnTo>
                <a:lnTo>
                  <a:pt x="20015" y="19018"/>
                </a:lnTo>
                <a:lnTo>
                  <a:pt x="18274" y="20358"/>
                </a:lnTo>
                <a:lnTo>
                  <a:pt x="17113" y="21073"/>
                </a:lnTo>
                <a:lnTo>
                  <a:pt x="16018" y="21406"/>
                </a:lnTo>
                <a:lnTo>
                  <a:pt x="14462" y="21600"/>
                </a:lnTo>
                <a:lnTo>
                  <a:pt x="13184" y="21289"/>
                </a:lnTo>
                <a:lnTo>
                  <a:pt x="11889" y="20975"/>
                </a:lnTo>
                <a:lnTo>
                  <a:pt x="10594" y="20700"/>
                </a:lnTo>
                <a:lnTo>
                  <a:pt x="9277" y="20424"/>
                </a:lnTo>
                <a:lnTo>
                  <a:pt x="8304" y="19938"/>
                </a:lnTo>
                <a:lnTo>
                  <a:pt x="7316" y="19445"/>
                </a:lnTo>
                <a:lnTo>
                  <a:pt x="7316" y="18201"/>
                </a:lnTo>
                <a:lnTo>
                  <a:pt x="7316" y="16950"/>
                </a:lnTo>
                <a:lnTo>
                  <a:pt x="7316" y="15681"/>
                </a:lnTo>
                <a:lnTo>
                  <a:pt x="5704" y="15681"/>
                </a:lnTo>
                <a:lnTo>
                  <a:pt x="4082" y="15681"/>
                </a:lnTo>
                <a:lnTo>
                  <a:pt x="2439" y="15681"/>
                </a:lnTo>
                <a:lnTo>
                  <a:pt x="2439" y="14437"/>
                </a:lnTo>
                <a:lnTo>
                  <a:pt x="2439" y="13185"/>
                </a:lnTo>
                <a:lnTo>
                  <a:pt x="2439" y="11917"/>
                </a:lnTo>
                <a:lnTo>
                  <a:pt x="4048" y="11917"/>
                </a:lnTo>
                <a:lnTo>
                  <a:pt x="5663" y="11917"/>
                </a:lnTo>
                <a:lnTo>
                  <a:pt x="7280" y="11917"/>
                </a:lnTo>
                <a:lnTo>
                  <a:pt x="8906" y="11917"/>
                </a:lnTo>
                <a:lnTo>
                  <a:pt x="10543" y="11917"/>
                </a:lnTo>
                <a:lnTo>
                  <a:pt x="12194" y="11917"/>
                </a:lnTo>
                <a:lnTo>
                  <a:pt x="12194" y="10673"/>
                </a:lnTo>
                <a:lnTo>
                  <a:pt x="12194" y="9421"/>
                </a:lnTo>
                <a:lnTo>
                  <a:pt x="12194" y="8153"/>
                </a:lnTo>
                <a:lnTo>
                  <a:pt x="10599" y="7696"/>
                </a:lnTo>
                <a:lnTo>
                  <a:pt x="9431" y="7421"/>
                </a:lnTo>
                <a:lnTo>
                  <a:pt x="8121" y="7218"/>
                </a:lnTo>
                <a:lnTo>
                  <a:pt x="6097" y="6977"/>
                </a:lnTo>
                <a:lnTo>
                  <a:pt x="4395" y="6766"/>
                </a:lnTo>
                <a:lnTo>
                  <a:pt x="2668" y="6549"/>
                </a:lnTo>
                <a:lnTo>
                  <a:pt x="1344" y="6410"/>
                </a:lnTo>
                <a:lnTo>
                  <a:pt x="0" y="6271"/>
                </a:lnTo>
                <a:lnTo>
                  <a:pt x="2049" y="4470"/>
                </a:lnTo>
                <a:lnTo>
                  <a:pt x="3648" y="3107"/>
                </a:lnTo>
                <a:lnTo>
                  <a:pt x="4924" y="2108"/>
                </a:lnTo>
                <a:lnTo>
                  <a:pt x="6004" y="1398"/>
                </a:lnTo>
                <a:lnTo>
                  <a:pt x="7021" y="907"/>
                </a:lnTo>
                <a:lnTo>
                  <a:pt x="8099" y="559"/>
                </a:lnTo>
                <a:lnTo>
                  <a:pt x="9367" y="282"/>
                </a:lnTo>
                <a:lnTo>
                  <a:pt x="10955" y="0"/>
                </a:lnTo>
                <a:close/>
              </a:path>
            </a:pathLst>
          </a:custGeom>
          <a:solidFill>
            <a:srgbClr val="525C63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5" name="contour_05473"/>
          <p:cNvSpPr/>
          <p:nvPr/>
        </p:nvSpPr>
        <p:spPr>
          <a:xfrm>
            <a:off x="8442581" y="2033350"/>
            <a:ext cx="10339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58" y="146"/>
                </a:lnTo>
                <a:lnTo>
                  <a:pt x="2101" y="331"/>
                </a:lnTo>
                <a:lnTo>
                  <a:pt x="3130" y="552"/>
                </a:lnTo>
                <a:lnTo>
                  <a:pt x="4146" y="811"/>
                </a:lnTo>
                <a:lnTo>
                  <a:pt x="5149" y="1109"/>
                </a:lnTo>
                <a:lnTo>
                  <a:pt x="6142" y="1442"/>
                </a:lnTo>
                <a:lnTo>
                  <a:pt x="7127" y="1812"/>
                </a:lnTo>
                <a:lnTo>
                  <a:pt x="8103" y="2218"/>
                </a:lnTo>
                <a:lnTo>
                  <a:pt x="9073" y="2659"/>
                </a:lnTo>
                <a:lnTo>
                  <a:pt x="10038" y="3139"/>
                </a:lnTo>
                <a:lnTo>
                  <a:pt x="10999" y="3653"/>
                </a:lnTo>
                <a:lnTo>
                  <a:pt x="11958" y="4202"/>
                </a:lnTo>
                <a:lnTo>
                  <a:pt x="12916" y="4786"/>
                </a:lnTo>
                <a:lnTo>
                  <a:pt x="13873" y="5407"/>
                </a:lnTo>
                <a:lnTo>
                  <a:pt x="14834" y="6060"/>
                </a:lnTo>
                <a:lnTo>
                  <a:pt x="15796" y="6749"/>
                </a:lnTo>
                <a:lnTo>
                  <a:pt x="16615" y="7303"/>
                </a:lnTo>
                <a:lnTo>
                  <a:pt x="17447" y="7862"/>
                </a:lnTo>
                <a:lnTo>
                  <a:pt x="18209" y="8465"/>
                </a:lnTo>
                <a:lnTo>
                  <a:pt x="18792" y="8981"/>
                </a:lnTo>
                <a:lnTo>
                  <a:pt x="19380" y="9610"/>
                </a:lnTo>
                <a:lnTo>
                  <a:pt x="20160" y="10550"/>
                </a:lnTo>
                <a:lnTo>
                  <a:pt x="21315" y="12000"/>
                </a:lnTo>
                <a:lnTo>
                  <a:pt x="21501" y="13673"/>
                </a:lnTo>
                <a:lnTo>
                  <a:pt x="21591" y="15238"/>
                </a:lnTo>
                <a:lnTo>
                  <a:pt x="21600" y="16754"/>
                </a:lnTo>
                <a:lnTo>
                  <a:pt x="21547" y="18281"/>
                </a:lnTo>
                <a:lnTo>
                  <a:pt x="21445" y="19877"/>
                </a:lnTo>
                <a:lnTo>
                  <a:pt x="21315" y="21600"/>
                </a:lnTo>
                <a:lnTo>
                  <a:pt x="20358" y="21041"/>
                </a:lnTo>
                <a:lnTo>
                  <a:pt x="19401" y="20470"/>
                </a:lnTo>
                <a:lnTo>
                  <a:pt x="18451" y="19886"/>
                </a:lnTo>
                <a:lnTo>
                  <a:pt x="17503" y="19291"/>
                </a:lnTo>
                <a:lnTo>
                  <a:pt x="16557" y="18684"/>
                </a:lnTo>
                <a:lnTo>
                  <a:pt x="15615" y="18070"/>
                </a:lnTo>
                <a:lnTo>
                  <a:pt x="14674" y="17443"/>
                </a:lnTo>
                <a:lnTo>
                  <a:pt x="13738" y="16810"/>
                </a:lnTo>
                <a:lnTo>
                  <a:pt x="12803" y="16164"/>
                </a:lnTo>
                <a:lnTo>
                  <a:pt x="11870" y="15514"/>
                </a:lnTo>
                <a:lnTo>
                  <a:pt x="10939" y="14854"/>
                </a:lnTo>
                <a:lnTo>
                  <a:pt x="10009" y="14186"/>
                </a:lnTo>
                <a:lnTo>
                  <a:pt x="9082" y="13514"/>
                </a:lnTo>
                <a:lnTo>
                  <a:pt x="8156" y="12833"/>
                </a:lnTo>
                <a:lnTo>
                  <a:pt x="7232" y="12149"/>
                </a:lnTo>
                <a:lnTo>
                  <a:pt x="6424" y="11580"/>
                </a:lnTo>
                <a:lnTo>
                  <a:pt x="5603" y="11004"/>
                </a:lnTo>
                <a:lnTo>
                  <a:pt x="4494" y="10145"/>
                </a:lnTo>
                <a:lnTo>
                  <a:pt x="3569" y="9350"/>
                </a:lnTo>
                <a:lnTo>
                  <a:pt x="2791" y="8537"/>
                </a:lnTo>
                <a:lnTo>
                  <a:pt x="2122" y="7613"/>
                </a:lnTo>
                <a:lnTo>
                  <a:pt x="1526" y="6490"/>
                </a:lnTo>
                <a:lnTo>
                  <a:pt x="965" y="5078"/>
                </a:lnTo>
                <a:lnTo>
                  <a:pt x="405" y="3290"/>
                </a:lnTo>
                <a:lnTo>
                  <a:pt x="204" y="1658"/>
                </a:lnTo>
                <a:lnTo>
                  <a:pt x="0" y="0"/>
                </a:lnTo>
                <a:close/>
              </a:path>
            </a:pathLst>
          </a:custGeom>
          <a:solidFill>
            <a:srgbClr val="F2FAFE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6" name="contour_05474"/>
          <p:cNvSpPr/>
          <p:nvPr/>
        </p:nvSpPr>
        <p:spPr>
          <a:xfrm>
            <a:off x="280030" y="1894878"/>
            <a:ext cx="81793" cy="961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72" y="0"/>
                </a:moveTo>
                <a:lnTo>
                  <a:pt x="14708" y="593"/>
                </a:lnTo>
                <a:lnTo>
                  <a:pt x="15894" y="1200"/>
                </a:lnTo>
                <a:lnTo>
                  <a:pt x="17031" y="1837"/>
                </a:lnTo>
                <a:lnTo>
                  <a:pt x="18126" y="2513"/>
                </a:lnTo>
                <a:lnTo>
                  <a:pt x="19179" y="3241"/>
                </a:lnTo>
                <a:lnTo>
                  <a:pt x="20193" y="4037"/>
                </a:lnTo>
                <a:lnTo>
                  <a:pt x="21171" y="4911"/>
                </a:lnTo>
                <a:lnTo>
                  <a:pt x="21406" y="6101"/>
                </a:lnTo>
                <a:lnTo>
                  <a:pt x="21546" y="7268"/>
                </a:lnTo>
                <a:lnTo>
                  <a:pt x="21600" y="8422"/>
                </a:lnTo>
                <a:lnTo>
                  <a:pt x="21581" y="9573"/>
                </a:lnTo>
                <a:lnTo>
                  <a:pt x="21494" y="10729"/>
                </a:lnTo>
                <a:lnTo>
                  <a:pt x="21356" y="11899"/>
                </a:lnTo>
                <a:lnTo>
                  <a:pt x="21171" y="13096"/>
                </a:lnTo>
                <a:lnTo>
                  <a:pt x="19901" y="13096"/>
                </a:lnTo>
                <a:lnTo>
                  <a:pt x="18628" y="13096"/>
                </a:lnTo>
                <a:lnTo>
                  <a:pt x="17350" y="13096"/>
                </a:lnTo>
                <a:lnTo>
                  <a:pt x="16067" y="13096"/>
                </a:lnTo>
                <a:lnTo>
                  <a:pt x="14775" y="13096"/>
                </a:lnTo>
                <a:lnTo>
                  <a:pt x="13472" y="13096"/>
                </a:lnTo>
                <a:lnTo>
                  <a:pt x="13472" y="14253"/>
                </a:lnTo>
                <a:lnTo>
                  <a:pt x="13472" y="15412"/>
                </a:lnTo>
                <a:lnTo>
                  <a:pt x="13472" y="16574"/>
                </a:lnTo>
                <a:lnTo>
                  <a:pt x="13472" y="17742"/>
                </a:lnTo>
                <a:lnTo>
                  <a:pt x="13472" y="18914"/>
                </a:lnTo>
                <a:lnTo>
                  <a:pt x="13472" y="20092"/>
                </a:lnTo>
                <a:lnTo>
                  <a:pt x="13472" y="21281"/>
                </a:lnTo>
                <a:lnTo>
                  <a:pt x="12343" y="21332"/>
                </a:lnTo>
                <a:lnTo>
                  <a:pt x="11211" y="21376"/>
                </a:lnTo>
                <a:lnTo>
                  <a:pt x="10081" y="21417"/>
                </a:lnTo>
                <a:lnTo>
                  <a:pt x="8949" y="21453"/>
                </a:lnTo>
                <a:lnTo>
                  <a:pt x="7818" y="21485"/>
                </a:lnTo>
                <a:lnTo>
                  <a:pt x="6767" y="21523"/>
                </a:lnTo>
                <a:lnTo>
                  <a:pt x="5710" y="21561"/>
                </a:lnTo>
                <a:lnTo>
                  <a:pt x="4638" y="21600"/>
                </a:lnTo>
                <a:lnTo>
                  <a:pt x="3291" y="21441"/>
                </a:lnTo>
                <a:lnTo>
                  <a:pt x="1925" y="21281"/>
                </a:lnTo>
                <a:lnTo>
                  <a:pt x="1147" y="20302"/>
                </a:lnTo>
                <a:lnTo>
                  <a:pt x="687" y="19634"/>
                </a:lnTo>
                <a:lnTo>
                  <a:pt x="364" y="18971"/>
                </a:lnTo>
                <a:lnTo>
                  <a:pt x="0" y="18007"/>
                </a:lnTo>
                <a:lnTo>
                  <a:pt x="491" y="17958"/>
                </a:lnTo>
                <a:lnTo>
                  <a:pt x="1969" y="17809"/>
                </a:lnTo>
                <a:lnTo>
                  <a:pt x="3281" y="17530"/>
                </a:lnTo>
                <a:lnTo>
                  <a:pt x="4457" y="17237"/>
                </a:lnTo>
                <a:lnTo>
                  <a:pt x="5533" y="16905"/>
                </a:lnTo>
                <a:lnTo>
                  <a:pt x="6549" y="16512"/>
                </a:lnTo>
                <a:lnTo>
                  <a:pt x="7545" y="16034"/>
                </a:lnTo>
                <a:lnTo>
                  <a:pt x="8555" y="15450"/>
                </a:lnTo>
                <a:lnTo>
                  <a:pt x="9623" y="14733"/>
                </a:lnTo>
                <a:lnTo>
                  <a:pt x="10147" y="13661"/>
                </a:lnTo>
                <a:lnTo>
                  <a:pt x="10612" y="12570"/>
                </a:lnTo>
                <a:lnTo>
                  <a:pt x="11026" y="11464"/>
                </a:lnTo>
                <a:lnTo>
                  <a:pt x="11396" y="10344"/>
                </a:lnTo>
                <a:lnTo>
                  <a:pt x="11721" y="9211"/>
                </a:lnTo>
                <a:lnTo>
                  <a:pt x="12013" y="8069"/>
                </a:lnTo>
                <a:lnTo>
                  <a:pt x="12273" y="6920"/>
                </a:lnTo>
                <a:lnTo>
                  <a:pt x="12506" y="5765"/>
                </a:lnTo>
                <a:lnTo>
                  <a:pt x="12720" y="4610"/>
                </a:lnTo>
                <a:lnTo>
                  <a:pt x="12918" y="3452"/>
                </a:lnTo>
                <a:lnTo>
                  <a:pt x="13107" y="2297"/>
                </a:lnTo>
                <a:lnTo>
                  <a:pt x="13289" y="1146"/>
                </a:lnTo>
                <a:lnTo>
                  <a:pt x="13472" y="0"/>
                </a:lnTo>
                <a:close/>
              </a:path>
            </a:pathLst>
          </a:custGeom>
          <a:solidFill>
            <a:srgbClr val="726290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7" name="contour_05475"/>
          <p:cNvSpPr/>
          <p:nvPr/>
        </p:nvSpPr>
        <p:spPr>
          <a:xfrm>
            <a:off x="9776283" y="1960470"/>
            <a:ext cx="874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027" y="374"/>
                </a:lnTo>
                <a:lnTo>
                  <a:pt x="4579" y="859"/>
                </a:lnTo>
                <a:lnTo>
                  <a:pt x="5627" y="1776"/>
                </a:lnTo>
                <a:lnTo>
                  <a:pt x="7538" y="3451"/>
                </a:lnTo>
                <a:lnTo>
                  <a:pt x="8651" y="4322"/>
                </a:lnTo>
                <a:lnTo>
                  <a:pt x="9740" y="5100"/>
                </a:lnTo>
                <a:lnTo>
                  <a:pt x="10814" y="5791"/>
                </a:lnTo>
                <a:lnTo>
                  <a:pt x="11884" y="6401"/>
                </a:lnTo>
                <a:lnTo>
                  <a:pt x="12955" y="6934"/>
                </a:lnTo>
                <a:lnTo>
                  <a:pt x="14040" y="7397"/>
                </a:lnTo>
                <a:lnTo>
                  <a:pt x="15145" y="7798"/>
                </a:lnTo>
                <a:lnTo>
                  <a:pt x="16279" y="8138"/>
                </a:lnTo>
                <a:lnTo>
                  <a:pt x="17451" y="8424"/>
                </a:lnTo>
                <a:lnTo>
                  <a:pt x="18671" y="8662"/>
                </a:lnTo>
                <a:lnTo>
                  <a:pt x="19948" y="8858"/>
                </a:lnTo>
                <a:lnTo>
                  <a:pt x="20768" y="9226"/>
                </a:lnTo>
                <a:lnTo>
                  <a:pt x="21600" y="9600"/>
                </a:lnTo>
                <a:lnTo>
                  <a:pt x="21600" y="11186"/>
                </a:lnTo>
                <a:lnTo>
                  <a:pt x="21600" y="12782"/>
                </a:lnTo>
                <a:lnTo>
                  <a:pt x="21600" y="14400"/>
                </a:lnTo>
                <a:lnTo>
                  <a:pt x="20448" y="14302"/>
                </a:lnTo>
                <a:lnTo>
                  <a:pt x="19287" y="14201"/>
                </a:lnTo>
                <a:lnTo>
                  <a:pt x="18112" y="14100"/>
                </a:lnTo>
                <a:lnTo>
                  <a:pt x="16648" y="14098"/>
                </a:lnTo>
                <a:lnTo>
                  <a:pt x="15685" y="14177"/>
                </a:lnTo>
                <a:lnTo>
                  <a:pt x="14400" y="14400"/>
                </a:lnTo>
                <a:lnTo>
                  <a:pt x="13612" y="15826"/>
                </a:lnTo>
                <a:lnTo>
                  <a:pt x="13162" y="16800"/>
                </a:lnTo>
                <a:lnTo>
                  <a:pt x="12881" y="17774"/>
                </a:lnTo>
                <a:lnTo>
                  <a:pt x="12600" y="19200"/>
                </a:lnTo>
                <a:lnTo>
                  <a:pt x="13491" y="19795"/>
                </a:lnTo>
                <a:lnTo>
                  <a:pt x="14387" y="20390"/>
                </a:lnTo>
                <a:lnTo>
                  <a:pt x="15287" y="20993"/>
                </a:lnTo>
                <a:lnTo>
                  <a:pt x="16200" y="21600"/>
                </a:lnTo>
                <a:lnTo>
                  <a:pt x="15131" y="21600"/>
                </a:lnTo>
                <a:lnTo>
                  <a:pt x="14058" y="21600"/>
                </a:lnTo>
                <a:lnTo>
                  <a:pt x="12982" y="21600"/>
                </a:lnTo>
                <a:lnTo>
                  <a:pt x="11896" y="21600"/>
                </a:lnTo>
                <a:lnTo>
                  <a:pt x="10800" y="21600"/>
                </a:lnTo>
                <a:lnTo>
                  <a:pt x="10800" y="20174"/>
                </a:lnTo>
                <a:lnTo>
                  <a:pt x="10800" y="18744"/>
                </a:lnTo>
                <a:lnTo>
                  <a:pt x="10800" y="17309"/>
                </a:lnTo>
                <a:lnTo>
                  <a:pt x="10800" y="15862"/>
                </a:lnTo>
                <a:lnTo>
                  <a:pt x="10800" y="14400"/>
                </a:lnTo>
                <a:lnTo>
                  <a:pt x="9612" y="14928"/>
                </a:lnTo>
                <a:lnTo>
                  <a:pt x="8422" y="15456"/>
                </a:lnTo>
                <a:lnTo>
                  <a:pt x="7232" y="15986"/>
                </a:lnTo>
                <a:lnTo>
                  <a:pt x="6039" y="16517"/>
                </a:lnTo>
                <a:lnTo>
                  <a:pt x="4842" y="17047"/>
                </a:lnTo>
                <a:lnTo>
                  <a:pt x="3640" y="17582"/>
                </a:lnTo>
                <a:lnTo>
                  <a:pt x="2434" y="18118"/>
                </a:lnTo>
                <a:lnTo>
                  <a:pt x="1220" y="18658"/>
                </a:lnTo>
                <a:lnTo>
                  <a:pt x="0" y="19200"/>
                </a:lnTo>
                <a:lnTo>
                  <a:pt x="297" y="17616"/>
                </a:lnTo>
                <a:lnTo>
                  <a:pt x="594" y="16032"/>
                </a:lnTo>
                <a:lnTo>
                  <a:pt x="891" y="14446"/>
                </a:lnTo>
                <a:lnTo>
                  <a:pt x="1190" y="12857"/>
                </a:lnTo>
                <a:lnTo>
                  <a:pt x="1487" y="11266"/>
                </a:lnTo>
                <a:lnTo>
                  <a:pt x="1787" y="9672"/>
                </a:lnTo>
                <a:lnTo>
                  <a:pt x="2086" y="8074"/>
                </a:lnTo>
                <a:lnTo>
                  <a:pt x="2387" y="6470"/>
                </a:lnTo>
                <a:lnTo>
                  <a:pt x="2687" y="4862"/>
                </a:lnTo>
                <a:lnTo>
                  <a:pt x="2992" y="3250"/>
                </a:lnTo>
                <a:lnTo>
                  <a:pt x="3294" y="1627"/>
                </a:lnTo>
                <a:lnTo>
                  <a:pt x="3600" y="0"/>
                </a:lnTo>
                <a:close/>
              </a:path>
            </a:pathLst>
          </a:custGeom>
          <a:solidFill>
            <a:srgbClr val="D4DEE2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8" name="contour_05476"/>
          <p:cNvSpPr/>
          <p:nvPr/>
        </p:nvSpPr>
        <p:spPr>
          <a:xfrm>
            <a:off x="7837328" y="1909454"/>
            <a:ext cx="58792" cy="814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06" y="0"/>
                </a:moveTo>
                <a:lnTo>
                  <a:pt x="3173" y="420"/>
                </a:lnTo>
                <a:lnTo>
                  <a:pt x="4281" y="1692"/>
                </a:lnTo>
                <a:lnTo>
                  <a:pt x="5299" y="2767"/>
                </a:lnTo>
                <a:lnTo>
                  <a:pt x="6319" y="3811"/>
                </a:lnTo>
                <a:lnTo>
                  <a:pt x="7363" y="4828"/>
                </a:lnTo>
                <a:lnTo>
                  <a:pt x="8450" y="5820"/>
                </a:lnTo>
                <a:lnTo>
                  <a:pt x="9602" y="6786"/>
                </a:lnTo>
                <a:lnTo>
                  <a:pt x="10839" y="7734"/>
                </a:lnTo>
                <a:lnTo>
                  <a:pt x="12277" y="7693"/>
                </a:lnTo>
                <a:lnTo>
                  <a:pt x="13723" y="7654"/>
                </a:lnTo>
                <a:lnTo>
                  <a:pt x="15190" y="7614"/>
                </a:lnTo>
                <a:lnTo>
                  <a:pt x="16106" y="7643"/>
                </a:lnTo>
                <a:lnTo>
                  <a:pt x="18872" y="7734"/>
                </a:lnTo>
                <a:lnTo>
                  <a:pt x="19632" y="8915"/>
                </a:lnTo>
                <a:lnTo>
                  <a:pt x="20259" y="10087"/>
                </a:lnTo>
                <a:lnTo>
                  <a:pt x="20757" y="11254"/>
                </a:lnTo>
                <a:lnTo>
                  <a:pt x="21134" y="12432"/>
                </a:lnTo>
                <a:lnTo>
                  <a:pt x="21397" y="13625"/>
                </a:lnTo>
                <a:lnTo>
                  <a:pt x="21552" y="14845"/>
                </a:lnTo>
                <a:lnTo>
                  <a:pt x="21600" y="16099"/>
                </a:lnTo>
                <a:lnTo>
                  <a:pt x="21549" y="17401"/>
                </a:lnTo>
                <a:lnTo>
                  <a:pt x="20130" y="18510"/>
                </a:lnTo>
                <a:lnTo>
                  <a:pt x="18789" y="19390"/>
                </a:lnTo>
                <a:lnTo>
                  <a:pt x="17450" y="20075"/>
                </a:lnTo>
                <a:lnTo>
                  <a:pt x="16041" y="20602"/>
                </a:lnTo>
                <a:lnTo>
                  <a:pt x="14494" y="21006"/>
                </a:lnTo>
                <a:lnTo>
                  <a:pt x="12729" y="21327"/>
                </a:lnTo>
                <a:lnTo>
                  <a:pt x="10681" y="21600"/>
                </a:lnTo>
                <a:lnTo>
                  <a:pt x="8689" y="21499"/>
                </a:lnTo>
                <a:lnTo>
                  <a:pt x="7082" y="21295"/>
                </a:lnTo>
                <a:lnTo>
                  <a:pt x="5684" y="20912"/>
                </a:lnTo>
                <a:lnTo>
                  <a:pt x="4319" y="20283"/>
                </a:lnTo>
                <a:lnTo>
                  <a:pt x="2806" y="19334"/>
                </a:lnTo>
                <a:lnTo>
                  <a:pt x="2303" y="18037"/>
                </a:lnTo>
                <a:lnTo>
                  <a:pt x="1818" y="16699"/>
                </a:lnTo>
                <a:lnTo>
                  <a:pt x="1360" y="15328"/>
                </a:lnTo>
                <a:lnTo>
                  <a:pt x="948" y="13930"/>
                </a:lnTo>
                <a:lnTo>
                  <a:pt x="589" y="12515"/>
                </a:lnTo>
                <a:lnTo>
                  <a:pt x="305" y="11088"/>
                </a:lnTo>
                <a:lnTo>
                  <a:pt x="102" y="9659"/>
                </a:lnTo>
                <a:lnTo>
                  <a:pt x="0" y="8234"/>
                </a:lnTo>
                <a:lnTo>
                  <a:pt x="8" y="6821"/>
                </a:lnTo>
                <a:lnTo>
                  <a:pt x="142" y="5427"/>
                </a:lnTo>
                <a:lnTo>
                  <a:pt x="415" y="4062"/>
                </a:lnTo>
                <a:lnTo>
                  <a:pt x="841" y="2730"/>
                </a:lnTo>
                <a:lnTo>
                  <a:pt x="1435" y="1442"/>
                </a:lnTo>
                <a:lnTo>
                  <a:pt x="2115" y="727"/>
                </a:lnTo>
                <a:lnTo>
                  <a:pt x="2806" y="0"/>
                </a:lnTo>
                <a:close/>
              </a:path>
            </a:pathLst>
          </a:custGeom>
          <a:solidFill>
            <a:srgbClr val="8E9394"/>
          </a:solidFill>
          <a:ln>
            <a:noFill/>
          </a:ln>
        </p:spPr>
        <p:txBody>
          <a:bodyPr/>
          <a:lstStyle/>
          <a:p/>
        </p:txBody>
      </p:sp>
      <p:sp>
        <p:nvSpPr>
          <p:cNvPr id="5479" name="contour_05477"/>
          <p:cNvSpPr/>
          <p:nvPr/>
        </p:nvSpPr>
        <p:spPr>
          <a:xfrm>
            <a:off x="8515461" y="1785558"/>
            <a:ext cx="72880" cy="1107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377" y="606"/>
                </a:lnTo>
                <a:lnTo>
                  <a:pt x="13249" y="1055"/>
                </a:lnTo>
                <a:lnTo>
                  <a:pt x="14476" y="1427"/>
                </a:lnTo>
                <a:lnTo>
                  <a:pt x="15273" y="1803"/>
                </a:lnTo>
                <a:lnTo>
                  <a:pt x="15861" y="2263"/>
                </a:lnTo>
                <a:lnTo>
                  <a:pt x="16451" y="2887"/>
                </a:lnTo>
                <a:lnTo>
                  <a:pt x="16807" y="3773"/>
                </a:lnTo>
                <a:lnTo>
                  <a:pt x="17170" y="4670"/>
                </a:lnTo>
                <a:lnTo>
                  <a:pt x="17578" y="5628"/>
                </a:lnTo>
                <a:lnTo>
                  <a:pt x="17993" y="6601"/>
                </a:lnTo>
                <a:lnTo>
                  <a:pt x="18248" y="7267"/>
                </a:lnTo>
                <a:lnTo>
                  <a:pt x="18505" y="7938"/>
                </a:lnTo>
                <a:lnTo>
                  <a:pt x="18766" y="8618"/>
                </a:lnTo>
                <a:lnTo>
                  <a:pt x="19045" y="9290"/>
                </a:lnTo>
                <a:lnTo>
                  <a:pt x="19328" y="9967"/>
                </a:lnTo>
                <a:lnTo>
                  <a:pt x="19613" y="10654"/>
                </a:lnTo>
                <a:lnTo>
                  <a:pt x="19954" y="11482"/>
                </a:lnTo>
                <a:lnTo>
                  <a:pt x="20291" y="12313"/>
                </a:lnTo>
                <a:lnTo>
                  <a:pt x="20624" y="13143"/>
                </a:lnTo>
                <a:lnTo>
                  <a:pt x="20954" y="13973"/>
                </a:lnTo>
                <a:lnTo>
                  <a:pt x="21278" y="14805"/>
                </a:lnTo>
                <a:lnTo>
                  <a:pt x="21600" y="15638"/>
                </a:lnTo>
                <a:lnTo>
                  <a:pt x="20174" y="15403"/>
                </a:lnTo>
                <a:lnTo>
                  <a:pt x="18747" y="15169"/>
                </a:lnTo>
                <a:lnTo>
                  <a:pt x="17312" y="14933"/>
                </a:lnTo>
                <a:lnTo>
                  <a:pt x="15872" y="14695"/>
                </a:lnTo>
                <a:lnTo>
                  <a:pt x="14422" y="14456"/>
                </a:lnTo>
                <a:lnTo>
                  <a:pt x="12960" y="14216"/>
                </a:lnTo>
                <a:lnTo>
                  <a:pt x="13228" y="15096"/>
                </a:lnTo>
                <a:lnTo>
                  <a:pt x="13496" y="15976"/>
                </a:lnTo>
                <a:lnTo>
                  <a:pt x="13764" y="16859"/>
                </a:lnTo>
                <a:lnTo>
                  <a:pt x="14031" y="17743"/>
                </a:lnTo>
                <a:lnTo>
                  <a:pt x="14301" y="18632"/>
                </a:lnTo>
                <a:lnTo>
                  <a:pt x="14574" y="19524"/>
                </a:lnTo>
                <a:lnTo>
                  <a:pt x="14846" y="20421"/>
                </a:lnTo>
                <a:lnTo>
                  <a:pt x="15120" y="21324"/>
                </a:lnTo>
                <a:lnTo>
                  <a:pt x="12433" y="21462"/>
                </a:lnTo>
                <a:lnTo>
                  <a:pt x="10441" y="21555"/>
                </a:lnTo>
                <a:lnTo>
                  <a:pt x="8958" y="21600"/>
                </a:lnTo>
                <a:lnTo>
                  <a:pt x="7793" y="21600"/>
                </a:lnTo>
                <a:lnTo>
                  <a:pt x="6759" y="21555"/>
                </a:lnTo>
                <a:lnTo>
                  <a:pt x="5664" y="21462"/>
                </a:lnTo>
                <a:lnTo>
                  <a:pt x="4320" y="21324"/>
                </a:lnTo>
                <a:lnTo>
                  <a:pt x="3119" y="20416"/>
                </a:lnTo>
                <a:lnTo>
                  <a:pt x="2270" y="19745"/>
                </a:lnTo>
                <a:lnTo>
                  <a:pt x="1655" y="19192"/>
                </a:lnTo>
                <a:lnTo>
                  <a:pt x="1151" y="18639"/>
                </a:lnTo>
                <a:lnTo>
                  <a:pt x="639" y="17968"/>
                </a:lnTo>
                <a:lnTo>
                  <a:pt x="0" y="17059"/>
                </a:lnTo>
                <a:lnTo>
                  <a:pt x="1426" y="17059"/>
                </a:lnTo>
                <a:lnTo>
                  <a:pt x="2853" y="17059"/>
                </a:lnTo>
                <a:lnTo>
                  <a:pt x="4288" y="17059"/>
                </a:lnTo>
                <a:lnTo>
                  <a:pt x="5728" y="17059"/>
                </a:lnTo>
                <a:lnTo>
                  <a:pt x="7178" y="17059"/>
                </a:lnTo>
                <a:lnTo>
                  <a:pt x="8640" y="17059"/>
                </a:lnTo>
                <a:lnTo>
                  <a:pt x="8640" y="16215"/>
                </a:lnTo>
                <a:lnTo>
                  <a:pt x="8640" y="15368"/>
                </a:lnTo>
                <a:lnTo>
                  <a:pt x="8640" y="14518"/>
                </a:lnTo>
                <a:lnTo>
                  <a:pt x="8640" y="13660"/>
                </a:lnTo>
                <a:lnTo>
                  <a:pt x="8640" y="12795"/>
                </a:lnTo>
                <a:lnTo>
                  <a:pt x="10068" y="12795"/>
                </a:lnTo>
                <a:lnTo>
                  <a:pt x="11504" y="12795"/>
                </a:lnTo>
                <a:lnTo>
                  <a:pt x="12960" y="12795"/>
                </a:lnTo>
                <a:lnTo>
                  <a:pt x="12632" y="11821"/>
                </a:lnTo>
                <a:lnTo>
                  <a:pt x="12301" y="10845"/>
                </a:lnTo>
                <a:lnTo>
                  <a:pt x="11973" y="9870"/>
                </a:lnTo>
                <a:lnTo>
                  <a:pt x="11642" y="8894"/>
                </a:lnTo>
                <a:lnTo>
                  <a:pt x="11312" y="7916"/>
                </a:lnTo>
                <a:lnTo>
                  <a:pt x="10981" y="6936"/>
                </a:lnTo>
                <a:lnTo>
                  <a:pt x="10651" y="5954"/>
                </a:lnTo>
                <a:lnTo>
                  <a:pt x="10318" y="4970"/>
                </a:lnTo>
                <a:lnTo>
                  <a:pt x="9986" y="3983"/>
                </a:lnTo>
                <a:lnTo>
                  <a:pt x="9651" y="2992"/>
                </a:lnTo>
                <a:lnTo>
                  <a:pt x="9314" y="1999"/>
                </a:lnTo>
                <a:lnTo>
                  <a:pt x="8979" y="1002"/>
                </a:lnTo>
                <a:lnTo>
                  <a:pt x="8640" y="0"/>
                </a:lnTo>
                <a:close/>
              </a:path>
            </a:pathLst>
          </a:custGeom>
          <a:solidFill>
            <a:srgbClr val="5F6163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0" name="contour_05478"/>
          <p:cNvSpPr/>
          <p:nvPr/>
        </p:nvSpPr>
        <p:spPr>
          <a:xfrm>
            <a:off x="1526277" y="1820176"/>
            <a:ext cx="109320" cy="609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40" y="0"/>
                </a:moveTo>
                <a:lnTo>
                  <a:pt x="13393" y="49"/>
                </a:lnTo>
                <a:lnTo>
                  <a:pt x="14154" y="134"/>
                </a:lnTo>
                <a:lnTo>
                  <a:pt x="14856" y="312"/>
                </a:lnTo>
                <a:lnTo>
                  <a:pt x="15840" y="645"/>
                </a:lnTo>
                <a:lnTo>
                  <a:pt x="16343" y="2287"/>
                </a:lnTo>
                <a:lnTo>
                  <a:pt x="16726" y="3932"/>
                </a:lnTo>
                <a:lnTo>
                  <a:pt x="17004" y="5587"/>
                </a:lnTo>
                <a:lnTo>
                  <a:pt x="17191" y="7259"/>
                </a:lnTo>
                <a:lnTo>
                  <a:pt x="17303" y="8953"/>
                </a:lnTo>
                <a:lnTo>
                  <a:pt x="17352" y="10683"/>
                </a:lnTo>
                <a:lnTo>
                  <a:pt x="17355" y="12451"/>
                </a:lnTo>
                <a:lnTo>
                  <a:pt x="17326" y="14266"/>
                </a:lnTo>
                <a:lnTo>
                  <a:pt x="17280" y="16135"/>
                </a:lnTo>
                <a:lnTo>
                  <a:pt x="18135" y="16135"/>
                </a:lnTo>
                <a:lnTo>
                  <a:pt x="18994" y="16135"/>
                </a:lnTo>
                <a:lnTo>
                  <a:pt x="19855" y="16135"/>
                </a:lnTo>
                <a:lnTo>
                  <a:pt x="20723" y="16135"/>
                </a:lnTo>
                <a:lnTo>
                  <a:pt x="21600" y="16135"/>
                </a:lnTo>
                <a:lnTo>
                  <a:pt x="21600" y="17841"/>
                </a:lnTo>
                <a:lnTo>
                  <a:pt x="21600" y="19558"/>
                </a:lnTo>
                <a:lnTo>
                  <a:pt x="21600" y="21298"/>
                </a:lnTo>
                <a:lnTo>
                  <a:pt x="20565" y="21419"/>
                </a:lnTo>
                <a:lnTo>
                  <a:pt x="19536" y="21515"/>
                </a:lnTo>
                <a:lnTo>
                  <a:pt x="18510" y="21579"/>
                </a:lnTo>
                <a:lnTo>
                  <a:pt x="17486" y="21600"/>
                </a:lnTo>
                <a:lnTo>
                  <a:pt x="16461" y="21566"/>
                </a:lnTo>
                <a:lnTo>
                  <a:pt x="15432" y="21471"/>
                </a:lnTo>
                <a:lnTo>
                  <a:pt x="14400" y="21298"/>
                </a:lnTo>
                <a:lnTo>
                  <a:pt x="13895" y="20338"/>
                </a:lnTo>
                <a:lnTo>
                  <a:pt x="13386" y="19372"/>
                </a:lnTo>
                <a:lnTo>
                  <a:pt x="12871" y="18394"/>
                </a:lnTo>
                <a:lnTo>
                  <a:pt x="12200" y="17273"/>
                </a:lnTo>
                <a:lnTo>
                  <a:pt x="11520" y="16135"/>
                </a:lnTo>
                <a:lnTo>
                  <a:pt x="10636" y="16680"/>
                </a:lnTo>
                <a:lnTo>
                  <a:pt x="9783" y="17304"/>
                </a:lnTo>
                <a:lnTo>
                  <a:pt x="8955" y="17999"/>
                </a:lnTo>
                <a:lnTo>
                  <a:pt x="8145" y="18755"/>
                </a:lnTo>
                <a:lnTo>
                  <a:pt x="7345" y="19563"/>
                </a:lnTo>
                <a:lnTo>
                  <a:pt x="6553" y="20412"/>
                </a:lnTo>
                <a:lnTo>
                  <a:pt x="5760" y="21298"/>
                </a:lnTo>
                <a:lnTo>
                  <a:pt x="5760" y="19592"/>
                </a:lnTo>
                <a:lnTo>
                  <a:pt x="5760" y="17875"/>
                </a:lnTo>
                <a:lnTo>
                  <a:pt x="5760" y="16135"/>
                </a:lnTo>
                <a:lnTo>
                  <a:pt x="4814" y="15363"/>
                </a:lnTo>
                <a:lnTo>
                  <a:pt x="4067" y="14945"/>
                </a:lnTo>
                <a:lnTo>
                  <a:pt x="2880" y="14521"/>
                </a:lnTo>
                <a:lnTo>
                  <a:pt x="1928" y="14201"/>
                </a:lnTo>
                <a:lnTo>
                  <a:pt x="971" y="13879"/>
                </a:lnTo>
                <a:lnTo>
                  <a:pt x="0" y="13553"/>
                </a:lnTo>
                <a:lnTo>
                  <a:pt x="998" y="13553"/>
                </a:lnTo>
                <a:lnTo>
                  <a:pt x="1997" y="13553"/>
                </a:lnTo>
                <a:lnTo>
                  <a:pt x="2997" y="13553"/>
                </a:lnTo>
                <a:lnTo>
                  <a:pt x="3997" y="13553"/>
                </a:lnTo>
                <a:lnTo>
                  <a:pt x="5003" y="13553"/>
                </a:lnTo>
                <a:lnTo>
                  <a:pt x="6009" y="13553"/>
                </a:lnTo>
                <a:lnTo>
                  <a:pt x="7020" y="13553"/>
                </a:lnTo>
                <a:lnTo>
                  <a:pt x="8035" y="13553"/>
                </a:lnTo>
                <a:lnTo>
                  <a:pt x="9055" y="13553"/>
                </a:lnTo>
                <a:lnTo>
                  <a:pt x="10080" y="13553"/>
                </a:lnTo>
                <a:lnTo>
                  <a:pt x="10080" y="12020"/>
                </a:lnTo>
                <a:lnTo>
                  <a:pt x="10080" y="10481"/>
                </a:lnTo>
                <a:lnTo>
                  <a:pt x="10080" y="8937"/>
                </a:lnTo>
                <a:lnTo>
                  <a:pt x="10080" y="7381"/>
                </a:lnTo>
                <a:lnTo>
                  <a:pt x="10080" y="5809"/>
                </a:lnTo>
                <a:lnTo>
                  <a:pt x="9225" y="4768"/>
                </a:lnTo>
                <a:lnTo>
                  <a:pt x="8640" y="4154"/>
                </a:lnTo>
                <a:lnTo>
                  <a:pt x="8055" y="3720"/>
                </a:lnTo>
                <a:lnTo>
                  <a:pt x="7200" y="3227"/>
                </a:lnTo>
                <a:lnTo>
                  <a:pt x="8024" y="1882"/>
                </a:lnTo>
                <a:lnTo>
                  <a:pt x="8751" y="994"/>
                </a:lnTo>
                <a:lnTo>
                  <a:pt x="9461" y="465"/>
                </a:lnTo>
                <a:lnTo>
                  <a:pt x="10227" y="191"/>
                </a:lnTo>
                <a:lnTo>
                  <a:pt x="11128" y="70"/>
                </a:lnTo>
                <a:lnTo>
                  <a:pt x="12240" y="0"/>
                </a:lnTo>
                <a:close/>
              </a:path>
            </a:pathLst>
          </a:custGeom>
          <a:solidFill>
            <a:srgbClr val="77767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1" name="contour_05479"/>
          <p:cNvSpPr/>
          <p:nvPr/>
        </p:nvSpPr>
        <p:spPr>
          <a:xfrm>
            <a:off x="10592538" y="1749118"/>
            <a:ext cx="9474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7852" y="369"/>
                </a:lnTo>
                <a:lnTo>
                  <a:pt x="18729" y="656"/>
                </a:lnTo>
                <a:lnTo>
                  <a:pt x="19487" y="954"/>
                </a:lnTo>
                <a:lnTo>
                  <a:pt x="20364" y="1359"/>
                </a:lnTo>
                <a:lnTo>
                  <a:pt x="21600" y="1964"/>
                </a:lnTo>
                <a:lnTo>
                  <a:pt x="21600" y="3262"/>
                </a:lnTo>
                <a:lnTo>
                  <a:pt x="21600" y="4567"/>
                </a:lnTo>
                <a:lnTo>
                  <a:pt x="21600" y="5891"/>
                </a:lnTo>
                <a:lnTo>
                  <a:pt x="20827" y="6317"/>
                </a:lnTo>
                <a:lnTo>
                  <a:pt x="20041" y="6751"/>
                </a:lnTo>
                <a:lnTo>
                  <a:pt x="19005" y="7436"/>
                </a:lnTo>
                <a:lnTo>
                  <a:pt x="18368" y="8100"/>
                </a:lnTo>
                <a:lnTo>
                  <a:pt x="17867" y="9131"/>
                </a:lnTo>
                <a:lnTo>
                  <a:pt x="17238" y="10922"/>
                </a:lnTo>
                <a:lnTo>
                  <a:pt x="17032" y="11854"/>
                </a:lnTo>
                <a:lnTo>
                  <a:pt x="16826" y="12793"/>
                </a:lnTo>
                <a:lnTo>
                  <a:pt x="16615" y="13745"/>
                </a:lnTo>
                <a:lnTo>
                  <a:pt x="17602" y="13745"/>
                </a:lnTo>
                <a:lnTo>
                  <a:pt x="18593" y="13745"/>
                </a:lnTo>
                <a:lnTo>
                  <a:pt x="19586" y="13745"/>
                </a:lnTo>
                <a:lnTo>
                  <a:pt x="20588" y="13745"/>
                </a:lnTo>
                <a:lnTo>
                  <a:pt x="21600" y="13745"/>
                </a:lnTo>
                <a:lnTo>
                  <a:pt x="21600" y="15041"/>
                </a:lnTo>
                <a:lnTo>
                  <a:pt x="21600" y="16339"/>
                </a:lnTo>
                <a:lnTo>
                  <a:pt x="21600" y="17643"/>
                </a:lnTo>
                <a:lnTo>
                  <a:pt x="21600" y="18953"/>
                </a:lnTo>
                <a:lnTo>
                  <a:pt x="21600" y="20271"/>
                </a:lnTo>
                <a:lnTo>
                  <a:pt x="21600" y="21600"/>
                </a:lnTo>
                <a:lnTo>
                  <a:pt x="20349" y="21441"/>
                </a:lnTo>
                <a:lnTo>
                  <a:pt x="19216" y="21264"/>
                </a:lnTo>
                <a:lnTo>
                  <a:pt x="18156" y="21034"/>
                </a:lnTo>
                <a:lnTo>
                  <a:pt x="17122" y="20710"/>
                </a:lnTo>
                <a:lnTo>
                  <a:pt x="16070" y="20257"/>
                </a:lnTo>
                <a:lnTo>
                  <a:pt x="14954" y="19636"/>
                </a:lnTo>
                <a:lnTo>
                  <a:pt x="14359" y="18484"/>
                </a:lnTo>
                <a:lnTo>
                  <a:pt x="13942" y="17645"/>
                </a:lnTo>
                <a:lnTo>
                  <a:pt x="13595" y="16881"/>
                </a:lnTo>
                <a:lnTo>
                  <a:pt x="13208" y="15949"/>
                </a:lnTo>
                <a:lnTo>
                  <a:pt x="12669" y="14606"/>
                </a:lnTo>
                <a:lnTo>
                  <a:pt x="12089" y="13286"/>
                </a:lnTo>
                <a:lnTo>
                  <a:pt x="11661" y="12377"/>
                </a:lnTo>
                <a:lnTo>
                  <a:pt x="11250" y="11648"/>
                </a:lnTo>
                <a:lnTo>
                  <a:pt x="10729" y="10873"/>
                </a:lnTo>
                <a:lnTo>
                  <a:pt x="9969" y="9818"/>
                </a:lnTo>
                <a:lnTo>
                  <a:pt x="8839" y="9569"/>
                </a:lnTo>
                <a:lnTo>
                  <a:pt x="7729" y="9398"/>
                </a:lnTo>
                <a:lnTo>
                  <a:pt x="6630" y="9300"/>
                </a:lnTo>
                <a:lnTo>
                  <a:pt x="5538" y="9264"/>
                </a:lnTo>
                <a:lnTo>
                  <a:pt x="4450" y="9288"/>
                </a:lnTo>
                <a:lnTo>
                  <a:pt x="3356" y="9361"/>
                </a:lnTo>
                <a:lnTo>
                  <a:pt x="2253" y="9478"/>
                </a:lnTo>
                <a:lnTo>
                  <a:pt x="1136" y="9634"/>
                </a:lnTo>
                <a:lnTo>
                  <a:pt x="0" y="9818"/>
                </a:lnTo>
                <a:lnTo>
                  <a:pt x="0" y="8520"/>
                </a:lnTo>
                <a:lnTo>
                  <a:pt x="0" y="7214"/>
                </a:lnTo>
                <a:lnTo>
                  <a:pt x="0" y="5891"/>
                </a:lnTo>
                <a:lnTo>
                  <a:pt x="1097" y="5761"/>
                </a:lnTo>
                <a:lnTo>
                  <a:pt x="2193" y="5632"/>
                </a:lnTo>
                <a:lnTo>
                  <a:pt x="3292" y="5502"/>
                </a:lnTo>
                <a:lnTo>
                  <a:pt x="4390" y="5373"/>
                </a:lnTo>
                <a:lnTo>
                  <a:pt x="5490" y="5243"/>
                </a:lnTo>
                <a:lnTo>
                  <a:pt x="6590" y="5111"/>
                </a:lnTo>
                <a:lnTo>
                  <a:pt x="7693" y="4982"/>
                </a:lnTo>
                <a:lnTo>
                  <a:pt x="8798" y="4850"/>
                </a:lnTo>
                <a:lnTo>
                  <a:pt x="9906" y="4721"/>
                </a:lnTo>
                <a:lnTo>
                  <a:pt x="11016" y="4589"/>
                </a:lnTo>
                <a:lnTo>
                  <a:pt x="12128" y="4457"/>
                </a:lnTo>
                <a:lnTo>
                  <a:pt x="13244" y="4326"/>
                </a:lnTo>
                <a:lnTo>
                  <a:pt x="14364" y="4192"/>
                </a:lnTo>
                <a:lnTo>
                  <a:pt x="15487" y="4061"/>
                </a:lnTo>
                <a:lnTo>
                  <a:pt x="16615" y="3927"/>
                </a:lnTo>
                <a:lnTo>
                  <a:pt x="16615" y="2629"/>
                </a:lnTo>
                <a:lnTo>
                  <a:pt x="16615" y="1323"/>
                </a:lnTo>
                <a:lnTo>
                  <a:pt x="16615" y="0"/>
                </a:lnTo>
                <a:close/>
              </a:path>
            </a:pathLst>
          </a:custGeom>
          <a:solidFill>
            <a:srgbClr val="57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2" name="contour_05480"/>
          <p:cNvSpPr/>
          <p:nvPr/>
        </p:nvSpPr>
        <p:spPr>
          <a:xfrm>
            <a:off x="906798" y="1653536"/>
            <a:ext cx="87456" cy="60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00"/>
                </a:moveTo>
                <a:lnTo>
                  <a:pt x="1294" y="180"/>
                </a:lnTo>
                <a:lnTo>
                  <a:pt x="2579" y="83"/>
                </a:lnTo>
                <a:lnTo>
                  <a:pt x="3863" y="18"/>
                </a:lnTo>
                <a:lnTo>
                  <a:pt x="5143" y="0"/>
                </a:lnTo>
                <a:lnTo>
                  <a:pt x="6424" y="34"/>
                </a:lnTo>
                <a:lnTo>
                  <a:pt x="7709" y="130"/>
                </a:lnTo>
                <a:lnTo>
                  <a:pt x="9000" y="300"/>
                </a:lnTo>
                <a:lnTo>
                  <a:pt x="9594" y="1216"/>
                </a:lnTo>
                <a:lnTo>
                  <a:pt x="10193" y="2137"/>
                </a:lnTo>
                <a:lnTo>
                  <a:pt x="10800" y="3071"/>
                </a:lnTo>
                <a:lnTo>
                  <a:pt x="11693" y="4287"/>
                </a:lnTo>
                <a:lnTo>
                  <a:pt x="12600" y="5518"/>
                </a:lnTo>
                <a:lnTo>
                  <a:pt x="13754" y="5362"/>
                </a:lnTo>
                <a:lnTo>
                  <a:pt x="14895" y="5145"/>
                </a:lnTo>
                <a:lnTo>
                  <a:pt x="16024" y="4871"/>
                </a:lnTo>
                <a:lnTo>
                  <a:pt x="17143" y="4550"/>
                </a:lnTo>
                <a:lnTo>
                  <a:pt x="18257" y="4185"/>
                </a:lnTo>
                <a:lnTo>
                  <a:pt x="19370" y="3786"/>
                </a:lnTo>
                <a:lnTo>
                  <a:pt x="20484" y="3358"/>
                </a:lnTo>
                <a:lnTo>
                  <a:pt x="21600" y="2909"/>
                </a:lnTo>
                <a:lnTo>
                  <a:pt x="21429" y="4722"/>
                </a:lnTo>
                <a:lnTo>
                  <a:pt x="21233" y="6496"/>
                </a:lnTo>
                <a:lnTo>
                  <a:pt x="20990" y="8244"/>
                </a:lnTo>
                <a:lnTo>
                  <a:pt x="20682" y="9964"/>
                </a:lnTo>
                <a:lnTo>
                  <a:pt x="20293" y="11662"/>
                </a:lnTo>
                <a:lnTo>
                  <a:pt x="19800" y="13345"/>
                </a:lnTo>
                <a:lnTo>
                  <a:pt x="18461" y="13423"/>
                </a:lnTo>
                <a:lnTo>
                  <a:pt x="17510" y="13462"/>
                </a:lnTo>
                <a:lnTo>
                  <a:pt x="16690" y="13462"/>
                </a:lnTo>
                <a:lnTo>
                  <a:pt x="15739" y="13423"/>
                </a:lnTo>
                <a:lnTo>
                  <a:pt x="14400" y="13345"/>
                </a:lnTo>
                <a:lnTo>
                  <a:pt x="14141" y="14639"/>
                </a:lnTo>
                <a:lnTo>
                  <a:pt x="13878" y="15938"/>
                </a:lnTo>
                <a:lnTo>
                  <a:pt x="13612" y="17259"/>
                </a:lnTo>
                <a:lnTo>
                  <a:pt x="13279" y="18553"/>
                </a:lnTo>
                <a:lnTo>
                  <a:pt x="12940" y="19852"/>
                </a:lnTo>
                <a:lnTo>
                  <a:pt x="12600" y="21172"/>
                </a:lnTo>
                <a:lnTo>
                  <a:pt x="11369" y="21467"/>
                </a:lnTo>
                <a:lnTo>
                  <a:pt x="10188" y="21597"/>
                </a:lnTo>
                <a:lnTo>
                  <a:pt x="9031" y="21600"/>
                </a:lnTo>
                <a:lnTo>
                  <a:pt x="7868" y="21509"/>
                </a:lnTo>
                <a:lnTo>
                  <a:pt x="6667" y="21355"/>
                </a:lnTo>
                <a:lnTo>
                  <a:pt x="5400" y="21172"/>
                </a:lnTo>
                <a:lnTo>
                  <a:pt x="5463" y="19883"/>
                </a:lnTo>
                <a:lnTo>
                  <a:pt x="5526" y="18584"/>
                </a:lnTo>
                <a:lnTo>
                  <a:pt x="5589" y="17269"/>
                </a:lnTo>
                <a:lnTo>
                  <a:pt x="5639" y="15597"/>
                </a:lnTo>
                <a:lnTo>
                  <a:pt x="5688" y="13911"/>
                </a:lnTo>
                <a:lnTo>
                  <a:pt x="5738" y="12202"/>
                </a:lnTo>
                <a:lnTo>
                  <a:pt x="5800" y="10535"/>
                </a:lnTo>
                <a:lnTo>
                  <a:pt x="5863" y="8858"/>
                </a:lnTo>
                <a:lnTo>
                  <a:pt x="5927" y="7159"/>
                </a:lnTo>
                <a:lnTo>
                  <a:pt x="5753" y="5755"/>
                </a:lnTo>
                <a:lnTo>
                  <a:pt x="5578" y="4341"/>
                </a:lnTo>
                <a:lnTo>
                  <a:pt x="5400" y="2909"/>
                </a:lnTo>
                <a:lnTo>
                  <a:pt x="4050" y="1983"/>
                </a:lnTo>
                <a:lnTo>
                  <a:pt x="3094" y="1383"/>
                </a:lnTo>
                <a:lnTo>
                  <a:pt x="2273" y="986"/>
                </a:lnTo>
                <a:lnTo>
                  <a:pt x="1328" y="668"/>
                </a:lnTo>
                <a:lnTo>
                  <a:pt x="0" y="300"/>
                </a:lnTo>
                <a:close/>
              </a:path>
            </a:pathLst>
          </a:custGeom>
          <a:solidFill>
            <a:srgbClr val="888787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3" name="contour_05481"/>
          <p:cNvSpPr/>
          <p:nvPr/>
        </p:nvSpPr>
        <p:spPr>
          <a:xfrm>
            <a:off x="5788928" y="1559630"/>
            <a:ext cx="24182" cy="225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46" y="0"/>
                </a:moveTo>
                <a:lnTo>
                  <a:pt x="10585" y="467"/>
                </a:lnTo>
                <a:lnTo>
                  <a:pt x="13391" y="915"/>
                </a:lnTo>
                <a:lnTo>
                  <a:pt x="15695" y="1352"/>
                </a:lnTo>
                <a:lnTo>
                  <a:pt x="17557" y="1784"/>
                </a:lnTo>
                <a:lnTo>
                  <a:pt x="19003" y="2217"/>
                </a:lnTo>
                <a:lnTo>
                  <a:pt x="20090" y="2659"/>
                </a:lnTo>
                <a:lnTo>
                  <a:pt x="20845" y="3116"/>
                </a:lnTo>
                <a:lnTo>
                  <a:pt x="21320" y="3595"/>
                </a:lnTo>
                <a:lnTo>
                  <a:pt x="21561" y="4101"/>
                </a:lnTo>
                <a:lnTo>
                  <a:pt x="21600" y="4643"/>
                </a:lnTo>
                <a:lnTo>
                  <a:pt x="21489" y="5226"/>
                </a:lnTo>
                <a:lnTo>
                  <a:pt x="21483" y="5636"/>
                </a:lnTo>
                <a:lnTo>
                  <a:pt x="21476" y="6051"/>
                </a:lnTo>
                <a:lnTo>
                  <a:pt x="21372" y="6550"/>
                </a:lnTo>
                <a:lnTo>
                  <a:pt x="21183" y="7026"/>
                </a:lnTo>
                <a:lnTo>
                  <a:pt x="20851" y="7487"/>
                </a:lnTo>
                <a:lnTo>
                  <a:pt x="20324" y="7940"/>
                </a:lnTo>
                <a:lnTo>
                  <a:pt x="19549" y="8394"/>
                </a:lnTo>
                <a:lnTo>
                  <a:pt x="18482" y="8857"/>
                </a:lnTo>
                <a:lnTo>
                  <a:pt x="17069" y="9335"/>
                </a:lnTo>
                <a:lnTo>
                  <a:pt x="15780" y="9809"/>
                </a:lnTo>
                <a:lnTo>
                  <a:pt x="14725" y="10274"/>
                </a:lnTo>
                <a:lnTo>
                  <a:pt x="13886" y="10734"/>
                </a:lnTo>
                <a:lnTo>
                  <a:pt x="13222" y="11192"/>
                </a:lnTo>
                <a:lnTo>
                  <a:pt x="12701" y="11654"/>
                </a:lnTo>
                <a:lnTo>
                  <a:pt x="12297" y="12122"/>
                </a:lnTo>
                <a:lnTo>
                  <a:pt x="11972" y="12601"/>
                </a:lnTo>
                <a:lnTo>
                  <a:pt x="11698" y="13094"/>
                </a:lnTo>
                <a:lnTo>
                  <a:pt x="11497" y="13462"/>
                </a:lnTo>
                <a:lnTo>
                  <a:pt x="11288" y="13835"/>
                </a:lnTo>
                <a:lnTo>
                  <a:pt x="11041" y="14299"/>
                </a:lnTo>
                <a:lnTo>
                  <a:pt x="10793" y="14764"/>
                </a:lnTo>
                <a:lnTo>
                  <a:pt x="10559" y="15228"/>
                </a:lnTo>
                <a:lnTo>
                  <a:pt x="10325" y="15693"/>
                </a:lnTo>
                <a:lnTo>
                  <a:pt x="10097" y="16157"/>
                </a:lnTo>
                <a:lnTo>
                  <a:pt x="9882" y="16553"/>
                </a:lnTo>
                <a:lnTo>
                  <a:pt x="9667" y="16948"/>
                </a:lnTo>
                <a:lnTo>
                  <a:pt x="9459" y="17343"/>
                </a:lnTo>
                <a:lnTo>
                  <a:pt x="9244" y="17739"/>
                </a:lnTo>
                <a:lnTo>
                  <a:pt x="8984" y="18222"/>
                </a:lnTo>
                <a:lnTo>
                  <a:pt x="8730" y="18704"/>
                </a:lnTo>
                <a:lnTo>
                  <a:pt x="8476" y="19187"/>
                </a:lnTo>
                <a:lnTo>
                  <a:pt x="8222" y="19670"/>
                </a:lnTo>
                <a:lnTo>
                  <a:pt x="7975" y="20152"/>
                </a:lnTo>
                <a:lnTo>
                  <a:pt x="7734" y="20635"/>
                </a:lnTo>
                <a:lnTo>
                  <a:pt x="7486" y="21117"/>
                </a:lnTo>
                <a:lnTo>
                  <a:pt x="7246" y="21600"/>
                </a:lnTo>
                <a:lnTo>
                  <a:pt x="4017" y="21600"/>
                </a:lnTo>
                <a:lnTo>
                  <a:pt x="736" y="21600"/>
                </a:lnTo>
                <a:lnTo>
                  <a:pt x="703" y="21119"/>
                </a:lnTo>
                <a:lnTo>
                  <a:pt x="671" y="20638"/>
                </a:lnTo>
                <a:lnTo>
                  <a:pt x="638" y="20158"/>
                </a:lnTo>
                <a:lnTo>
                  <a:pt x="612" y="19676"/>
                </a:lnTo>
                <a:lnTo>
                  <a:pt x="586" y="19195"/>
                </a:lnTo>
                <a:lnTo>
                  <a:pt x="560" y="18715"/>
                </a:lnTo>
                <a:lnTo>
                  <a:pt x="534" y="18234"/>
                </a:lnTo>
                <a:lnTo>
                  <a:pt x="508" y="17753"/>
                </a:lnTo>
                <a:lnTo>
                  <a:pt x="488" y="17272"/>
                </a:lnTo>
                <a:lnTo>
                  <a:pt x="469" y="16792"/>
                </a:lnTo>
                <a:lnTo>
                  <a:pt x="449" y="16311"/>
                </a:lnTo>
                <a:lnTo>
                  <a:pt x="430" y="15829"/>
                </a:lnTo>
                <a:lnTo>
                  <a:pt x="410" y="15349"/>
                </a:lnTo>
                <a:lnTo>
                  <a:pt x="391" y="14868"/>
                </a:lnTo>
                <a:lnTo>
                  <a:pt x="378" y="14387"/>
                </a:lnTo>
                <a:lnTo>
                  <a:pt x="358" y="13897"/>
                </a:lnTo>
                <a:lnTo>
                  <a:pt x="332" y="13407"/>
                </a:lnTo>
                <a:lnTo>
                  <a:pt x="306" y="12918"/>
                </a:lnTo>
                <a:lnTo>
                  <a:pt x="280" y="12428"/>
                </a:lnTo>
                <a:lnTo>
                  <a:pt x="247" y="11939"/>
                </a:lnTo>
                <a:lnTo>
                  <a:pt x="215" y="11496"/>
                </a:lnTo>
                <a:lnTo>
                  <a:pt x="195" y="11054"/>
                </a:lnTo>
                <a:lnTo>
                  <a:pt x="169" y="10611"/>
                </a:lnTo>
                <a:lnTo>
                  <a:pt x="150" y="10169"/>
                </a:lnTo>
                <a:lnTo>
                  <a:pt x="137" y="9727"/>
                </a:lnTo>
                <a:lnTo>
                  <a:pt x="124" y="9285"/>
                </a:lnTo>
                <a:lnTo>
                  <a:pt x="111" y="8842"/>
                </a:lnTo>
                <a:lnTo>
                  <a:pt x="98" y="8400"/>
                </a:lnTo>
                <a:lnTo>
                  <a:pt x="65" y="8039"/>
                </a:lnTo>
                <a:lnTo>
                  <a:pt x="33" y="7677"/>
                </a:lnTo>
                <a:lnTo>
                  <a:pt x="0" y="7310"/>
                </a:lnTo>
                <a:lnTo>
                  <a:pt x="33" y="6812"/>
                </a:lnTo>
                <a:lnTo>
                  <a:pt x="143" y="6318"/>
                </a:lnTo>
                <a:lnTo>
                  <a:pt x="319" y="5826"/>
                </a:lnTo>
                <a:lnTo>
                  <a:pt x="566" y="5337"/>
                </a:lnTo>
                <a:lnTo>
                  <a:pt x="879" y="4849"/>
                </a:lnTo>
                <a:lnTo>
                  <a:pt x="1256" y="4363"/>
                </a:lnTo>
                <a:lnTo>
                  <a:pt x="1693" y="3879"/>
                </a:lnTo>
                <a:lnTo>
                  <a:pt x="2194" y="3395"/>
                </a:lnTo>
                <a:lnTo>
                  <a:pt x="2754" y="2913"/>
                </a:lnTo>
                <a:lnTo>
                  <a:pt x="3372" y="2429"/>
                </a:lnTo>
                <a:lnTo>
                  <a:pt x="4043" y="1945"/>
                </a:lnTo>
                <a:lnTo>
                  <a:pt x="4772" y="1461"/>
                </a:lnTo>
                <a:lnTo>
                  <a:pt x="5546" y="976"/>
                </a:lnTo>
                <a:lnTo>
                  <a:pt x="6373" y="489"/>
                </a:lnTo>
                <a:lnTo>
                  <a:pt x="7246" y="0"/>
                </a:lnTo>
                <a:close/>
              </a:path>
            </a:pathLst>
          </a:custGeom>
          <a:solidFill>
            <a:srgbClr val="A6AFB4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4" name="contour_05482"/>
          <p:cNvSpPr/>
          <p:nvPr/>
        </p:nvSpPr>
        <p:spPr>
          <a:xfrm>
            <a:off x="1329501" y="1610646"/>
            <a:ext cx="89088" cy="816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04" y="0"/>
                </a:moveTo>
                <a:lnTo>
                  <a:pt x="21393" y="1413"/>
                </a:lnTo>
                <a:lnTo>
                  <a:pt x="21531" y="2690"/>
                </a:lnTo>
                <a:lnTo>
                  <a:pt x="21600" y="3895"/>
                </a:lnTo>
                <a:lnTo>
                  <a:pt x="21579" y="5092"/>
                </a:lnTo>
                <a:lnTo>
                  <a:pt x="21453" y="6341"/>
                </a:lnTo>
                <a:lnTo>
                  <a:pt x="21204" y="7712"/>
                </a:lnTo>
                <a:lnTo>
                  <a:pt x="20462" y="8663"/>
                </a:lnTo>
                <a:lnTo>
                  <a:pt x="19688" y="9557"/>
                </a:lnTo>
                <a:lnTo>
                  <a:pt x="18884" y="10406"/>
                </a:lnTo>
                <a:lnTo>
                  <a:pt x="18052" y="11214"/>
                </a:lnTo>
                <a:lnTo>
                  <a:pt x="17197" y="11989"/>
                </a:lnTo>
                <a:lnTo>
                  <a:pt x="16318" y="12743"/>
                </a:lnTo>
                <a:lnTo>
                  <a:pt x="15423" y="13479"/>
                </a:lnTo>
                <a:lnTo>
                  <a:pt x="14511" y="14210"/>
                </a:lnTo>
                <a:lnTo>
                  <a:pt x="13585" y="14942"/>
                </a:lnTo>
                <a:lnTo>
                  <a:pt x="12869" y="15552"/>
                </a:lnTo>
                <a:lnTo>
                  <a:pt x="12148" y="16167"/>
                </a:lnTo>
                <a:lnTo>
                  <a:pt x="11420" y="16788"/>
                </a:lnTo>
                <a:lnTo>
                  <a:pt x="9848" y="18074"/>
                </a:lnTo>
                <a:lnTo>
                  <a:pt x="8588" y="19078"/>
                </a:lnTo>
                <a:lnTo>
                  <a:pt x="7566" y="19842"/>
                </a:lnTo>
                <a:lnTo>
                  <a:pt x="6704" y="20407"/>
                </a:lnTo>
                <a:lnTo>
                  <a:pt x="5927" y="20809"/>
                </a:lnTo>
                <a:lnTo>
                  <a:pt x="5158" y="21091"/>
                </a:lnTo>
                <a:lnTo>
                  <a:pt x="4320" y="21290"/>
                </a:lnTo>
                <a:lnTo>
                  <a:pt x="3338" y="21446"/>
                </a:lnTo>
                <a:lnTo>
                  <a:pt x="2133" y="21600"/>
                </a:lnTo>
                <a:lnTo>
                  <a:pt x="1074" y="21405"/>
                </a:lnTo>
                <a:lnTo>
                  <a:pt x="0" y="21209"/>
                </a:lnTo>
                <a:lnTo>
                  <a:pt x="0" y="19845"/>
                </a:lnTo>
                <a:lnTo>
                  <a:pt x="0" y="18480"/>
                </a:lnTo>
                <a:lnTo>
                  <a:pt x="0" y="17111"/>
                </a:lnTo>
                <a:lnTo>
                  <a:pt x="0" y="15737"/>
                </a:lnTo>
                <a:lnTo>
                  <a:pt x="0" y="14356"/>
                </a:lnTo>
                <a:lnTo>
                  <a:pt x="0" y="12968"/>
                </a:lnTo>
                <a:lnTo>
                  <a:pt x="0" y="11568"/>
                </a:lnTo>
                <a:lnTo>
                  <a:pt x="1120" y="11671"/>
                </a:lnTo>
                <a:lnTo>
                  <a:pt x="2256" y="11771"/>
                </a:lnTo>
                <a:lnTo>
                  <a:pt x="3469" y="11831"/>
                </a:lnTo>
                <a:lnTo>
                  <a:pt x="4663" y="11871"/>
                </a:lnTo>
                <a:lnTo>
                  <a:pt x="5847" y="11886"/>
                </a:lnTo>
                <a:lnTo>
                  <a:pt x="7027" y="11871"/>
                </a:lnTo>
                <a:lnTo>
                  <a:pt x="8208" y="11817"/>
                </a:lnTo>
                <a:lnTo>
                  <a:pt x="9397" y="11719"/>
                </a:lnTo>
                <a:lnTo>
                  <a:pt x="10602" y="11568"/>
                </a:lnTo>
                <a:lnTo>
                  <a:pt x="11199" y="10307"/>
                </a:lnTo>
                <a:lnTo>
                  <a:pt x="11590" y="9376"/>
                </a:lnTo>
                <a:lnTo>
                  <a:pt x="11858" y="8497"/>
                </a:lnTo>
                <a:lnTo>
                  <a:pt x="12090" y="7392"/>
                </a:lnTo>
                <a:lnTo>
                  <a:pt x="12369" y="5784"/>
                </a:lnTo>
                <a:lnTo>
                  <a:pt x="13224" y="4546"/>
                </a:lnTo>
                <a:lnTo>
                  <a:pt x="14030" y="3463"/>
                </a:lnTo>
                <a:lnTo>
                  <a:pt x="14822" y="2532"/>
                </a:lnTo>
                <a:lnTo>
                  <a:pt x="15635" y="1749"/>
                </a:lnTo>
                <a:lnTo>
                  <a:pt x="16500" y="1112"/>
                </a:lnTo>
                <a:lnTo>
                  <a:pt x="17456" y="623"/>
                </a:lnTo>
                <a:lnTo>
                  <a:pt x="18536" y="276"/>
                </a:lnTo>
                <a:lnTo>
                  <a:pt x="19775" y="69"/>
                </a:lnTo>
                <a:lnTo>
                  <a:pt x="21204" y="0"/>
                </a:lnTo>
                <a:close/>
              </a:path>
            </a:pathLst>
          </a:custGeom>
          <a:solidFill>
            <a:srgbClr val="727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5" name="contour_05483"/>
          <p:cNvSpPr/>
          <p:nvPr/>
        </p:nvSpPr>
        <p:spPr>
          <a:xfrm>
            <a:off x="5643992" y="1625222"/>
            <a:ext cx="39027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44" y="442"/>
                </a:lnTo>
                <a:lnTo>
                  <a:pt x="8035" y="791"/>
                </a:lnTo>
                <a:lnTo>
                  <a:pt x="10294" y="1123"/>
                </a:lnTo>
                <a:lnTo>
                  <a:pt x="11935" y="1518"/>
                </a:lnTo>
                <a:lnTo>
                  <a:pt x="13379" y="2051"/>
                </a:lnTo>
                <a:lnTo>
                  <a:pt x="15045" y="2801"/>
                </a:lnTo>
                <a:lnTo>
                  <a:pt x="16058" y="3764"/>
                </a:lnTo>
                <a:lnTo>
                  <a:pt x="17002" y="4732"/>
                </a:lnTo>
                <a:lnTo>
                  <a:pt x="17873" y="5705"/>
                </a:lnTo>
                <a:lnTo>
                  <a:pt x="18668" y="6684"/>
                </a:lnTo>
                <a:lnTo>
                  <a:pt x="19377" y="7667"/>
                </a:lnTo>
                <a:lnTo>
                  <a:pt x="20003" y="8654"/>
                </a:lnTo>
                <a:lnTo>
                  <a:pt x="20531" y="9645"/>
                </a:lnTo>
                <a:lnTo>
                  <a:pt x="20959" y="10640"/>
                </a:lnTo>
                <a:lnTo>
                  <a:pt x="21285" y="11640"/>
                </a:lnTo>
                <a:lnTo>
                  <a:pt x="21499" y="12642"/>
                </a:lnTo>
                <a:lnTo>
                  <a:pt x="21600" y="13647"/>
                </a:lnTo>
                <a:lnTo>
                  <a:pt x="21576" y="14656"/>
                </a:lnTo>
                <a:lnTo>
                  <a:pt x="21427" y="15669"/>
                </a:lnTo>
                <a:lnTo>
                  <a:pt x="21148" y="16682"/>
                </a:lnTo>
                <a:lnTo>
                  <a:pt x="20729" y="17700"/>
                </a:lnTo>
                <a:lnTo>
                  <a:pt x="20168" y="18720"/>
                </a:lnTo>
                <a:lnTo>
                  <a:pt x="18099" y="19390"/>
                </a:lnTo>
                <a:lnTo>
                  <a:pt x="16009" y="19948"/>
                </a:lnTo>
                <a:lnTo>
                  <a:pt x="13864" y="20409"/>
                </a:lnTo>
                <a:lnTo>
                  <a:pt x="11629" y="20788"/>
                </a:lnTo>
                <a:lnTo>
                  <a:pt x="9265" y="21103"/>
                </a:lnTo>
                <a:lnTo>
                  <a:pt x="6748" y="21368"/>
                </a:lnTo>
                <a:lnTo>
                  <a:pt x="4034" y="21600"/>
                </a:lnTo>
                <a:lnTo>
                  <a:pt x="2557" y="20720"/>
                </a:lnTo>
                <a:lnTo>
                  <a:pt x="1428" y="19930"/>
                </a:lnTo>
                <a:lnTo>
                  <a:pt x="694" y="19145"/>
                </a:lnTo>
                <a:lnTo>
                  <a:pt x="411" y="18285"/>
                </a:lnTo>
                <a:lnTo>
                  <a:pt x="629" y="17268"/>
                </a:lnTo>
                <a:lnTo>
                  <a:pt x="1319" y="16471"/>
                </a:lnTo>
                <a:lnTo>
                  <a:pt x="2017" y="15660"/>
                </a:lnTo>
                <a:lnTo>
                  <a:pt x="2598" y="14675"/>
                </a:lnTo>
                <a:lnTo>
                  <a:pt x="3029" y="13693"/>
                </a:lnTo>
                <a:lnTo>
                  <a:pt x="3332" y="12712"/>
                </a:lnTo>
                <a:lnTo>
                  <a:pt x="3509" y="11733"/>
                </a:lnTo>
                <a:lnTo>
                  <a:pt x="3574" y="10755"/>
                </a:lnTo>
                <a:lnTo>
                  <a:pt x="3537" y="9779"/>
                </a:lnTo>
                <a:lnTo>
                  <a:pt x="3412" y="8803"/>
                </a:lnTo>
                <a:lnTo>
                  <a:pt x="3207" y="7828"/>
                </a:lnTo>
                <a:lnTo>
                  <a:pt x="2932" y="6853"/>
                </a:lnTo>
                <a:lnTo>
                  <a:pt x="2602" y="5877"/>
                </a:lnTo>
                <a:lnTo>
                  <a:pt x="2223" y="4900"/>
                </a:lnTo>
                <a:lnTo>
                  <a:pt x="1807" y="3923"/>
                </a:lnTo>
                <a:lnTo>
                  <a:pt x="1367" y="2945"/>
                </a:lnTo>
                <a:lnTo>
                  <a:pt x="912" y="1966"/>
                </a:lnTo>
                <a:lnTo>
                  <a:pt x="452" y="984"/>
                </a:lnTo>
                <a:lnTo>
                  <a:pt x="0" y="0"/>
                </a:lnTo>
                <a:close/>
              </a:path>
            </a:pathLst>
          </a:custGeom>
          <a:solidFill>
            <a:srgbClr val="CB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6" name="contour_05484"/>
          <p:cNvSpPr/>
          <p:nvPr/>
        </p:nvSpPr>
        <p:spPr>
          <a:xfrm>
            <a:off x="8085469" y="1610646"/>
            <a:ext cx="10203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452" y="204"/>
                </a:lnTo>
                <a:lnTo>
                  <a:pt x="20086" y="397"/>
                </a:lnTo>
                <a:lnTo>
                  <a:pt x="20705" y="692"/>
                </a:lnTo>
                <a:lnTo>
                  <a:pt x="21600" y="1200"/>
                </a:lnTo>
                <a:lnTo>
                  <a:pt x="21577" y="1960"/>
                </a:lnTo>
                <a:lnTo>
                  <a:pt x="21524" y="2681"/>
                </a:lnTo>
                <a:lnTo>
                  <a:pt x="21441" y="3378"/>
                </a:lnTo>
                <a:lnTo>
                  <a:pt x="21324" y="4073"/>
                </a:lnTo>
                <a:lnTo>
                  <a:pt x="21173" y="4780"/>
                </a:lnTo>
                <a:lnTo>
                  <a:pt x="20986" y="5518"/>
                </a:lnTo>
                <a:lnTo>
                  <a:pt x="20816" y="6156"/>
                </a:lnTo>
                <a:lnTo>
                  <a:pt x="20645" y="6804"/>
                </a:lnTo>
                <a:lnTo>
                  <a:pt x="20458" y="7477"/>
                </a:lnTo>
                <a:lnTo>
                  <a:pt x="20267" y="8149"/>
                </a:lnTo>
                <a:lnTo>
                  <a:pt x="20073" y="8821"/>
                </a:lnTo>
                <a:lnTo>
                  <a:pt x="19874" y="9493"/>
                </a:lnTo>
                <a:lnTo>
                  <a:pt x="19647" y="10319"/>
                </a:lnTo>
                <a:lnTo>
                  <a:pt x="19435" y="11146"/>
                </a:lnTo>
                <a:lnTo>
                  <a:pt x="19236" y="11972"/>
                </a:lnTo>
                <a:lnTo>
                  <a:pt x="19047" y="12802"/>
                </a:lnTo>
                <a:lnTo>
                  <a:pt x="18858" y="13633"/>
                </a:lnTo>
                <a:lnTo>
                  <a:pt x="18622" y="14480"/>
                </a:lnTo>
                <a:lnTo>
                  <a:pt x="18374" y="15288"/>
                </a:lnTo>
                <a:lnTo>
                  <a:pt x="18105" y="16061"/>
                </a:lnTo>
                <a:lnTo>
                  <a:pt x="17803" y="16808"/>
                </a:lnTo>
                <a:lnTo>
                  <a:pt x="17457" y="17536"/>
                </a:lnTo>
                <a:lnTo>
                  <a:pt x="17058" y="18252"/>
                </a:lnTo>
                <a:lnTo>
                  <a:pt x="16595" y="18964"/>
                </a:lnTo>
                <a:lnTo>
                  <a:pt x="16055" y="19676"/>
                </a:lnTo>
                <a:lnTo>
                  <a:pt x="15429" y="20400"/>
                </a:lnTo>
                <a:lnTo>
                  <a:pt x="14322" y="20590"/>
                </a:lnTo>
                <a:lnTo>
                  <a:pt x="13258" y="20728"/>
                </a:lnTo>
                <a:lnTo>
                  <a:pt x="12224" y="20821"/>
                </a:lnTo>
                <a:lnTo>
                  <a:pt x="11206" y="20872"/>
                </a:lnTo>
                <a:lnTo>
                  <a:pt x="10192" y="20884"/>
                </a:lnTo>
                <a:lnTo>
                  <a:pt x="9171" y="20860"/>
                </a:lnTo>
                <a:lnTo>
                  <a:pt x="8131" y="20806"/>
                </a:lnTo>
                <a:lnTo>
                  <a:pt x="7060" y="20723"/>
                </a:lnTo>
                <a:lnTo>
                  <a:pt x="5945" y="20617"/>
                </a:lnTo>
                <a:lnTo>
                  <a:pt x="4704" y="20534"/>
                </a:lnTo>
                <a:lnTo>
                  <a:pt x="3674" y="20513"/>
                </a:lnTo>
                <a:lnTo>
                  <a:pt x="2769" y="20580"/>
                </a:lnTo>
                <a:lnTo>
                  <a:pt x="1910" y="20766"/>
                </a:lnTo>
                <a:lnTo>
                  <a:pt x="1014" y="21096"/>
                </a:lnTo>
                <a:lnTo>
                  <a:pt x="0" y="21600"/>
                </a:lnTo>
                <a:lnTo>
                  <a:pt x="151" y="20743"/>
                </a:lnTo>
                <a:lnTo>
                  <a:pt x="307" y="20128"/>
                </a:lnTo>
                <a:lnTo>
                  <a:pt x="542" y="19580"/>
                </a:lnTo>
                <a:lnTo>
                  <a:pt x="929" y="18929"/>
                </a:lnTo>
                <a:lnTo>
                  <a:pt x="1543" y="18000"/>
                </a:lnTo>
                <a:lnTo>
                  <a:pt x="2486" y="17718"/>
                </a:lnTo>
                <a:lnTo>
                  <a:pt x="3428" y="17476"/>
                </a:lnTo>
                <a:lnTo>
                  <a:pt x="4372" y="17273"/>
                </a:lnTo>
                <a:lnTo>
                  <a:pt x="5324" y="17107"/>
                </a:lnTo>
                <a:lnTo>
                  <a:pt x="6286" y="16979"/>
                </a:lnTo>
                <a:lnTo>
                  <a:pt x="7259" y="16885"/>
                </a:lnTo>
                <a:lnTo>
                  <a:pt x="8248" y="16826"/>
                </a:lnTo>
                <a:lnTo>
                  <a:pt x="9257" y="16800"/>
                </a:lnTo>
                <a:lnTo>
                  <a:pt x="10038" y="17086"/>
                </a:lnTo>
                <a:lnTo>
                  <a:pt x="10812" y="17381"/>
                </a:lnTo>
                <a:lnTo>
                  <a:pt x="11581" y="17686"/>
                </a:lnTo>
                <a:lnTo>
                  <a:pt x="12343" y="18000"/>
                </a:lnTo>
                <a:lnTo>
                  <a:pt x="12459" y="17501"/>
                </a:lnTo>
                <a:lnTo>
                  <a:pt x="12577" y="16993"/>
                </a:lnTo>
                <a:lnTo>
                  <a:pt x="12969" y="15335"/>
                </a:lnTo>
                <a:lnTo>
                  <a:pt x="13326" y="13830"/>
                </a:lnTo>
                <a:lnTo>
                  <a:pt x="13651" y="12470"/>
                </a:lnTo>
                <a:lnTo>
                  <a:pt x="13947" y="11243"/>
                </a:lnTo>
                <a:lnTo>
                  <a:pt x="14222" y="10136"/>
                </a:lnTo>
                <a:lnTo>
                  <a:pt x="14475" y="9142"/>
                </a:lnTo>
                <a:lnTo>
                  <a:pt x="14714" y="8245"/>
                </a:lnTo>
                <a:lnTo>
                  <a:pt x="14939" y="7439"/>
                </a:lnTo>
                <a:lnTo>
                  <a:pt x="15157" y="6709"/>
                </a:lnTo>
                <a:lnTo>
                  <a:pt x="15370" y="6046"/>
                </a:lnTo>
                <a:lnTo>
                  <a:pt x="15581" y="5438"/>
                </a:lnTo>
                <a:lnTo>
                  <a:pt x="15797" y="4876"/>
                </a:lnTo>
                <a:lnTo>
                  <a:pt x="16019" y="4346"/>
                </a:lnTo>
                <a:lnTo>
                  <a:pt x="16252" y="3840"/>
                </a:lnTo>
                <a:lnTo>
                  <a:pt x="16501" y="3344"/>
                </a:lnTo>
                <a:lnTo>
                  <a:pt x="16768" y="2850"/>
                </a:lnTo>
                <a:lnTo>
                  <a:pt x="17056" y="2345"/>
                </a:lnTo>
                <a:lnTo>
                  <a:pt x="17373" y="1818"/>
                </a:lnTo>
                <a:lnTo>
                  <a:pt x="17718" y="1260"/>
                </a:lnTo>
                <a:lnTo>
                  <a:pt x="18098" y="658"/>
                </a:lnTo>
                <a:lnTo>
                  <a:pt x="18514" y="0"/>
                </a:lnTo>
                <a:close/>
              </a:path>
            </a:pathLst>
          </a:custGeom>
          <a:solidFill>
            <a:srgbClr val="EF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7" name="contour_05485"/>
          <p:cNvSpPr/>
          <p:nvPr/>
        </p:nvSpPr>
        <p:spPr>
          <a:xfrm>
            <a:off x="4098938" y="1523190"/>
            <a:ext cx="874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785"/>
                </a:lnTo>
                <a:lnTo>
                  <a:pt x="18265" y="1584"/>
                </a:lnTo>
                <a:lnTo>
                  <a:pt x="19192" y="2419"/>
                </a:lnTo>
                <a:lnTo>
                  <a:pt x="20052" y="3319"/>
                </a:lnTo>
                <a:lnTo>
                  <a:pt x="20853" y="4304"/>
                </a:lnTo>
                <a:lnTo>
                  <a:pt x="21600" y="5400"/>
                </a:lnTo>
                <a:lnTo>
                  <a:pt x="21314" y="6667"/>
                </a:lnTo>
                <a:lnTo>
                  <a:pt x="20902" y="7880"/>
                </a:lnTo>
                <a:lnTo>
                  <a:pt x="20376" y="9038"/>
                </a:lnTo>
                <a:lnTo>
                  <a:pt x="19748" y="10143"/>
                </a:lnTo>
                <a:lnTo>
                  <a:pt x="19024" y="11194"/>
                </a:lnTo>
                <a:lnTo>
                  <a:pt x="18220" y="12191"/>
                </a:lnTo>
                <a:lnTo>
                  <a:pt x="17341" y="13136"/>
                </a:lnTo>
                <a:lnTo>
                  <a:pt x="16402" y="14026"/>
                </a:lnTo>
                <a:lnTo>
                  <a:pt x="15487" y="14654"/>
                </a:lnTo>
                <a:lnTo>
                  <a:pt x="14567" y="15260"/>
                </a:lnTo>
                <a:lnTo>
                  <a:pt x="13640" y="15851"/>
                </a:lnTo>
                <a:lnTo>
                  <a:pt x="12704" y="16427"/>
                </a:lnTo>
                <a:lnTo>
                  <a:pt x="11758" y="16992"/>
                </a:lnTo>
                <a:lnTo>
                  <a:pt x="10800" y="17550"/>
                </a:lnTo>
                <a:lnTo>
                  <a:pt x="9837" y="18146"/>
                </a:lnTo>
                <a:lnTo>
                  <a:pt x="8860" y="18752"/>
                </a:lnTo>
                <a:lnTo>
                  <a:pt x="7681" y="19454"/>
                </a:lnTo>
                <a:lnTo>
                  <a:pt x="6629" y="20050"/>
                </a:lnTo>
                <a:lnTo>
                  <a:pt x="5652" y="20542"/>
                </a:lnTo>
                <a:lnTo>
                  <a:pt x="4696" y="20934"/>
                </a:lnTo>
                <a:lnTo>
                  <a:pt x="3706" y="21231"/>
                </a:lnTo>
                <a:lnTo>
                  <a:pt x="2628" y="21440"/>
                </a:lnTo>
                <a:lnTo>
                  <a:pt x="1411" y="21560"/>
                </a:lnTo>
                <a:lnTo>
                  <a:pt x="0" y="21600"/>
                </a:lnTo>
                <a:lnTo>
                  <a:pt x="522" y="19370"/>
                </a:lnTo>
                <a:lnTo>
                  <a:pt x="887" y="17818"/>
                </a:lnTo>
                <a:lnTo>
                  <a:pt x="1148" y="16745"/>
                </a:lnTo>
                <a:lnTo>
                  <a:pt x="1354" y="15950"/>
                </a:lnTo>
                <a:lnTo>
                  <a:pt x="1555" y="15235"/>
                </a:lnTo>
                <a:lnTo>
                  <a:pt x="1800" y="14400"/>
                </a:lnTo>
                <a:lnTo>
                  <a:pt x="2079" y="13437"/>
                </a:lnTo>
                <a:lnTo>
                  <a:pt x="2362" y="12460"/>
                </a:lnTo>
                <a:lnTo>
                  <a:pt x="3242" y="11480"/>
                </a:lnTo>
                <a:lnTo>
                  <a:pt x="4190" y="10771"/>
                </a:lnTo>
                <a:lnTo>
                  <a:pt x="5209" y="10273"/>
                </a:lnTo>
                <a:lnTo>
                  <a:pt x="6298" y="9927"/>
                </a:lnTo>
                <a:lnTo>
                  <a:pt x="7461" y="9677"/>
                </a:lnTo>
                <a:lnTo>
                  <a:pt x="8698" y="9463"/>
                </a:lnTo>
                <a:lnTo>
                  <a:pt x="10012" y="9225"/>
                </a:lnTo>
                <a:lnTo>
                  <a:pt x="11477" y="8852"/>
                </a:lnTo>
                <a:lnTo>
                  <a:pt x="12539" y="8570"/>
                </a:lnTo>
                <a:lnTo>
                  <a:pt x="13370" y="8318"/>
                </a:lnTo>
                <a:lnTo>
                  <a:pt x="14143" y="8044"/>
                </a:lnTo>
                <a:lnTo>
                  <a:pt x="15030" y="7690"/>
                </a:lnTo>
                <a:lnTo>
                  <a:pt x="16200" y="7200"/>
                </a:lnTo>
                <a:lnTo>
                  <a:pt x="16693" y="5906"/>
                </a:lnTo>
                <a:lnTo>
                  <a:pt x="16927" y="4770"/>
                </a:lnTo>
                <a:lnTo>
                  <a:pt x="16949" y="3704"/>
                </a:lnTo>
                <a:lnTo>
                  <a:pt x="16803" y="2615"/>
                </a:lnTo>
                <a:lnTo>
                  <a:pt x="16538" y="1411"/>
                </a:lnTo>
                <a:lnTo>
                  <a:pt x="16200" y="0"/>
                </a:lnTo>
                <a:close/>
              </a:path>
            </a:pathLst>
          </a:custGeom>
          <a:solidFill>
            <a:srgbClr val="BFCCD9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8" name="contour_05486"/>
          <p:cNvSpPr/>
          <p:nvPr/>
        </p:nvSpPr>
        <p:spPr>
          <a:xfrm>
            <a:off x="5337896" y="1384718"/>
            <a:ext cx="138472" cy="36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74" y="0"/>
                </a:moveTo>
                <a:lnTo>
                  <a:pt x="3048" y="0"/>
                </a:lnTo>
                <a:lnTo>
                  <a:pt x="3821" y="0"/>
                </a:lnTo>
                <a:lnTo>
                  <a:pt x="4596" y="0"/>
                </a:lnTo>
                <a:lnTo>
                  <a:pt x="5370" y="0"/>
                </a:lnTo>
                <a:lnTo>
                  <a:pt x="6146" y="0"/>
                </a:lnTo>
                <a:lnTo>
                  <a:pt x="6923" y="0"/>
                </a:lnTo>
                <a:lnTo>
                  <a:pt x="7701" y="0"/>
                </a:lnTo>
                <a:lnTo>
                  <a:pt x="8480" y="0"/>
                </a:lnTo>
                <a:lnTo>
                  <a:pt x="9260" y="0"/>
                </a:lnTo>
                <a:lnTo>
                  <a:pt x="10042" y="0"/>
                </a:lnTo>
                <a:lnTo>
                  <a:pt x="10826" y="0"/>
                </a:lnTo>
                <a:lnTo>
                  <a:pt x="11612" y="0"/>
                </a:lnTo>
                <a:lnTo>
                  <a:pt x="12400" y="0"/>
                </a:lnTo>
                <a:lnTo>
                  <a:pt x="13190" y="0"/>
                </a:lnTo>
                <a:lnTo>
                  <a:pt x="13983" y="0"/>
                </a:lnTo>
                <a:lnTo>
                  <a:pt x="14779" y="0"/>
                </a:lnTo>
                <a:lnTo>
                  <a:pt x="14779" y="2552"/>
                </a:lnTo>
                <a:lnTo>
                  <a:pt x="14779" y="5112"/>
                </a:lnTo>
                <a:lnTo>
                  <a:pt x="14779" y="7681"/>
                </a:lnTo>
                <a:lnTo>
                  <a:pt x="14779" y="10272"/>
                </a:lnTo>
                <a:lnTo>
                  <a:pt x="14779" y="12888"/>
                </a:lnTo>
                <a:lnTo>
                  <a:pt x="15529" y="12888"/>
                </a:lnTo>
                <a:lnTo>
                  <a:pt x="16281" y="12888"/>
                </a:lnTo>
                <a:lnTo>
                  <a:pt x="17032" y="12888"/>
                </a:lnTo>
                <a:lnTo>
                  <a:pt x="17786" y="12888"/>
                </a:lnTo>
                <a:lnTo>
                  <a:pt x="18542" y="12888"/>
                </a:lnTo>
                <a:lnTo>
                  <a:pt x="19301" y="12888"/>
                </a:lnTo>
                <a:lnTo>
                  <a:pt x="20063" y="12888"/>
                </a:lnTo>
                <a:lnTo>
                  <a:pt x="20829" y="12888"/>
                </a:lnTo>
                <a:lnTo>
                  <a:pt x="21600" y="12888"/>
                </a:lnTo>
                <a:lnTo>
                  <a:pt x="21600" y="15019"/>
                </a:lnTo>
                <a:lnTo>
                  <a:pt x="21600" y="17184"/>
                </a:lnTo>
                <a:lnTo>
                  <a:pt x="20796" y="17583"/>
                </a:lnTo>
                <a:lnTo>
                  <a:pt x="19995" y="17966"/>
                </a:lnTo>
                <a:lnTo>
                  <a:pt x="19193" y="18322"/>
                </a:lnTo>
                <a:lnTo>
                  <a:pt x="18394" y="18662"/>
                </a:lnTo>
                <a:lnTo>
                  <a:pt x="17595" y="18979"/>
                </a:lnTo>
                <a:lnTo>
                  <a:pt x="16797" y="19276"/>
                </a:lnTo>
                <a:lnTo>
                  <a:pt x="15999" y="19555"/>
                </a:lnTo>
                <a:lnTo>
                  <a:pt x="15202" y="19817"/>
                </a:lnTo>
                <a:lnTo>
                  <a:pt x="14406" y="20058"/>
                </a:lnTo>
                <a:lnTo>
                  <a:pt x="13609" y="20281"/>
                </a:lnTo>
                <a:lnTo>
                  <a:pt x="12813" y="20483"/>
                </a:lnTo>
                <a:lnTo>
                  <a:pt x="12018" y="20668"/>
                </a:lnTo>
                <a:lnTo>
                  <a:pt x="11222" y="20835"/>
                </a:lnTo>
                <a:lnTo>
                  <a:pt x="10425" y="20986"/>
                </a:lnTo>
                <a:lnTo>
                  <a:pt x="9629" y="21119"/>
                </a:lnTo>
                <a:lnTo>
                  <a:pt x="8832" y="21235"/>
                </a:lnTo>
                <a:lnTo>
                  <a:pt x="8034" y="21334"/>
                </a:lnTo>
                <a:lnTo>
                  <a:pt x="7236" y="21420"/>
                </a:lnTo>
                <a:lnTo>
                  <a:pt x="6437" y="21484"/>
                </a:lnTo>
                <a:lnTo>
                  <a:pt x="5636" y="21536"/>
                </a:lnTo>
                <a:lnTo>
                  <a:pt x="4836" y="21574"/>
                </a:lnTo>
                <a:lnTo>
                  <a:pt x="4034" y="21596"/>
                </a:lnTo>
                <a:lnTo>
                  <a:pt x="3230" y="21600"/>
                </a:lnTo>
                <a:lnTo>
                  <a:pt x="2425" y="21591"/>
                </a:lnTo>
                <a:lnTo>
                  <a:pt x="1619" y="21570"/>
                </a:lnTo>
                <a:lnTo>
                  <a:pt x="811" y="21531"/>
                </a:lnTo>
                <a:lnTo>
                  <a:pt x="0" y="21480"/>
                </a:lnTo>
                <a:lnTo>
                  <a:pt x="1105" y="18666"/>
                </a:lnTo>
                <a:lnTo>
                  <a:pt x="1984" y="16445"/>
                </a:lnTo>
                <a:lnTo>
                  <a:pt x="2681" y="14714"/>
                </a:lnTo>
                <a:lnTo>
                  <a:pt x="3243" y="13360"/>
                </a:lnTo>
                <a:lnTo>
                  <a:pt x="3719" y="12282"/>
                </a:lnTo>
                <a:lnTo>
                  <a:pt x="4154" y="11371"/>
                </a:lnTo>
                <a:lnTo>
                  <a:pt x="4595" y="10525"/>
                </a:lnTo>
                <a:lnTo>
                  <a:pt x="5090" y="9632"/>
                </a:lnTo>
                <a:lnTo>
                  <a:pt x="5684" y="8592"/>
                </a:lnTo>
                <a:lnTo>
                  <a:pt x="5121" y="7174"/>
                </a:lnTo>
                <a:lnTo>
                  <a:pt x="4558" y="5752"/>
                </a:lnTo>
                <a:lnTo>
                  <a:pt x="3991" y="4326"/>
                </a:lnTo>
                <a:lnTo>
                  <a:pt x="3423" y="2895"/>
                </a:lnTo>
                <a:lnTo>
                  <a:pt x="2851" y="1452"/>
                </a:lnTo>
                <a:lnTo>
                  <a:pt x="2274" y="0"/>
                </a:lnTo>
                <a:close/>
              </a:path>
            </a:pathLst>
          </a:custGeom>
          <a:solidFill>
            <a:srgbClr val="8EA1A7"/>
          </a:solidFill>
          <a:ln>
            <a:noFill/>
          </a:ln>
        </p:spPr>
        <p:txBody>
          <a:bodyPr/>
          <a:lstStyle/>
          <a:p/>
        </p:txBody>
      </p:sp>
      <p:sp>
        <p:nvSpPr>
          <p:cNvPr id="5489" name="contour_05487"/>
          <p:cNvSpPr/>
          <p:nvPr/>
        </p:nvSpPr>
        <p:spPr>
          <a:xfrm>
            <a:off x="10628978" y="1384718"/>
            <a:ext cx="211352" cy="229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21" y="0"/>
                </a:lnTo>
                <a:lnTo>
                  <a:pt x="1044" y="0"/>
                </a:lnTo>
                <a:lnTo>
                  <a:pt x="1565" y="0"/>
                </a:lnTo>
                <a:lnTo>
                  <a:pt x="2086" y="0"/>
                </a:lnTo>
                <a:lnTo>
                  <a:pt x="2608" y="0"/>
                </a:lnTo>
                <a:lnTo>
                  <a:pt x="3130" y="0"/>
                </a:lnTo>
                <a:lnTo>
                  <a:pt x="3652" y="0"/>
                </a:lnTo>
                <a:lnTo>
                  <a:pt x="4174" y="0"/>
                </a:lnTo>
                <a:lnTo>
                  <a:pt x="4696" y="0"/>
                </a:lnTo>
                <a:lnTo>
                  <a:pt x="5219" y="0"/>
                </a:lnTo>
                <a:lnTo>
                  <a:pt x="5741" y="0"/>
                </a:lnTo>
                <a:lnTo>
                  <a:pt x="6264" y="0"/>
                </a:lnTo>
                <a:lnTo>
                  <a:pt x="6787" y="0"/>
                </a:lnTo>
                <a:lnTo>
                  <a:pt x="7310" y="0"/>
                </a:lnTo>
                <a:lnTo>
                  <a:pt x="7834" y="0"/>
                </a:lnTo>
                <a:lnTo>
                  <a:pt x="8358" y="0"/>
                </a:lnTo>
                <a:lnTo>
                  <a:pt x="8882" y="0"/>
                </a:lnTo>
                <a:lnTo>
                  <a:pt x="9406" y="0"/>
                </a:lnTo>
                <a:lnTo>
                  <a:pt x="9931" y="0"/>
                </a:lnTo>
                <a:lnTo>
                  <a:pt x="10457" y="0"/>
                </a:lnTo>
                <a:lnTo>
                  <a:pt x="10982" y="0"/>
                </a:lnTo>
                <a:lnTo>
                  <a:pt x="11508" y="0"/>
                </a:lnTo>
                <a:lnTo>
                  <a:pt x="12034" y="0"/>
                </a:lnTo>
                <a:lnTo>
                  <a:pt x="12561" y="0"/>
                </a:lnTo>
                <a:lnTo>
                  <a:pt x="13088" y="0"/>
                </a:lnTo>
                <a:lnTo>
                  <a:pt x="13615" y="0"/>
                </a:lnTo>
                <a:lnTo>
                  <a:pt x="14144" y="0"/>
                </a:lnTo>
                <a:lnTo>
                  <a:pt x="14672" y="0"/>
                </a:lnTo>
                <a:lnTo>
                  <a:pt x="15202" y="0"/>
                </a:lnTo>
                <a:lnTo>
                  <a:pt x="15732" y="0"/>
                </a:lnTo>
                <a:lnTo>
                  <a:pt x="16262" y="0"/>
                </a:lnTo>
                <a:lnTo>
                  <a:pt x="16793" y="0"/>
                </a:lnTo>
                <a:lnTo>
                  <a:pt x="17324" y="0"/>
                </a:lnTo>
                <a:lnTo>
                  <a:pt x="17856" y="0"/>
                </a:lnTo>
                <a:lnTo>
                  <a:pt x="18389" y="0"/>
                </a:lnTo>
                <a:lnTo>
                  <a:pt x="18922" y="0"/>
                </a:lnTo>
                <a:lnTo>
                  <a:pt x="19456" y="0"/>
                </a:lnTo>
                <a:lnTo>
                  <a:pt x="19991" y="0"/>
                </a:lnTo>
                <a:lnTo>
                  <a:pt x="20527" y="0"/>
                </a:lnTo>
                <a:lnTo>
                  <a:pt x="21063" y="0"/>
                </a:lnTo>
                <a:lnTo>
                  <a:pt x="21600" y="0"/>
                </a:lnTo>
                <a:lnTo>
                  <a:pt x="21600" y="4531"/>
                </a:lnTo>
                <a:lnTo>
                  <a:pt x="21600" y="9090"/>
                </a:lnTo>
                <a:lnTo>
                  <a:pt x="21600" y="13710"/>
                </a:lnTo>
                <a:lnTo>
                  <a:pt x="21120" y="15904"/>
                </a:lnTo>
                <a:lnTo>
                  <a:pt x="20624" y="17665"/>
                </a:lnTo>
                <a:lnTo>
                  <a:pt x="20116" y="19043"/>
                </a:lnTo>
                <a:lnTo>
                  <a:pt x="19596" y="20071"/>
                </a:lnTo>
                <a:lnTo>
                  <a:pt x="19068" y="20798"/>
                </a:lnTo>
                <a:lnTo>
                  <a:pt x="18533" y="21264"/>
                </a:lnTo>
                <a:lnTo>
                  <a:pt x="17993" y="21518"/>
                </a:lnTo>
                <a:lnTo>
                  <a:pt x="17449" y="21600"/>
                </a:lnTo>
                <a:lnTo>
                  <a:pt x="16905" y="21559"/>
                </a:lnTo>
                <a:lnTo>
                  <a:pt x="16362" y="21429"/>
                </a:lnTo>
                <a:lnTo>
                  <a:pt x="15821" y="21264"/>
                </a:lnTo>
                <a:lnTo>
                  <a:pt x="15285" y="21100"/>
                </a:lnTo>
                <a:lnTo>
                  <a:pt x="14757" y="20990"/>
                </a:lnTo>
                <a:lnTo>
                  <a:pt x="14340" y="20962"/>
                </a:lnTo>
                <a:lnTo>
                  <a:pt x="13921" y="20928"/>
                </a:lnTo>
                <a:lnTo>
                  <a:pt x="13496" y="20901"/>
                </a:lnTo>
                <a:lnTo>
                  <a:pt x="12984" y="20860"/>
                </a:lnTo>
                <a:lnTo>
                  <a:pt x="12473" y="20812"/>
                </a:lnTo>
                <a:lnTo>
                  <a:pt x="11962" y="20757"/>
                </a:lnTo>
                <a:lnTo>
                  <a:pt x="11450" y="20695"/>
                </a:lnTo>
                <a:lnTo>
                  <a:pt x="10939" y="20633"/>
                </a:lnTo>
                <a:lnTo>
                  <a:pt x="10428" y="20565"/>
                </a:lnTo>
                <a:lnTo>
                  <a:pt x="10428" y="17165"/>
                </a:lnTo>
                <a:lnTo>
                  <a:pt x="10428" y="13710"/>
                </a:lnTo>
                <a:lnTo>
                  <a:pt x="10181" y="13545"/>
                </a:lnTo>
                <a:lnTo>
                  <a:pt x="9952" y="13395"/>
                </a:lnTo>
                <a:lnTo>
                  <a:pt x="9734" y="13258"/>
                </a:lnTo>
                <a:lnTo>
                  <a:pt x="9518" y="13114"/>
                </a:lnTo>
                <a:lnTo>
                  <a:pt x="9297" y="12970"/>
                </a:lnTo>
                <a:lnTo>
                  <a:pt x="9062" y="12812"/>
                </a:lnTo>
                <a:lnTo>
                  <a:pt x="8806" y="12647"/>
                </a:lnTo>
                <a:lnTo>
                  <a:pt x="8522" y="12455"/>
                </a:lnTo>
                <a:lnTo>
                  <a:pt x="8200" y="12243"/>
                </a:lnTo>
                <a:lnTo>
                  <a:pt x="7833" y="12003"/>
                </a:lnTo>
                <a:lnTo>
                  <a:pt x="7416" y="11729"/>
                </a:lnTo>
                <a:lnTo>
                  <a:pt x="6937" y="11414"/>
                </a:lnTo>
                <a:lnTo>
                  <a:pt x="6390" y="11057"/>
                </a:lnTo>
                <a:lnTo>
                  <a:pt x="5767" y="10646"/>
                </a:lnTo>
                <a:lnTo>
                  <a:pt x="5060" y="10180"/>
                </a:lnTo>
                <a:lnTo>
                  <a:pt x="4263" y="9659"/>
                </a:lnTo>
                <a:lnTo>
                  <a:pt x="3366" y="9069"/>
                </a:lnTo>
                <a:lnTo>
                  <a:pt x="2361" y="8404"/>
                </a:lnTo>
                <a:lnTo>
                  <a:pt x="1242" y="7671"/>
                </a:lnTo>
                <a:lnTo>
                  <a:pt x="0" y="6855"/>
                </a:lnTo>
                <a:lnTo>
                  <a:pt x="0" y="3455"/>
                </a:lnTo>
                <a:lnTo>
                  <a:pt x="0" y="0"/>
                </a:lnTo>
                <a:close/>
              </a:path>
            </a:pathLst>
          </a:custGeom>
          <a:solidFill>
            <a:srgbClr val="F4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0" name="contour_05488"/>
          <p:cNvSpPr/>
          <p:nvPr/>
        </p:nvSpPr>
        <p:spPr>
          <a:xfrm>
            <a:off x="7939709" y="1333702"/>
            <a:ext cx="153048" cy="43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113" y="0"/>
                </a:lnTo>
                <a:lnTo>
                  <a:pt x="15827" y="0"/>
                </a:lnTo>
                <a:lnTo>
                  <a:pt x="16540" y="0"/>
                </a:lnTo>
                <a:lnTo>
                  <a:pt x="17255" y="0"/>
                </a:lnTo>
                <a:lnTo>
                  <a:pt x="17973" y="0"/>
                </a:lnTo>
                <a:lnTo>
                  <a:pt x="18692" y="0"/>
                </a:lnTo>
                <a:lnTo>
                  <a:pt x="19414" y="0"/>
                </a:lnTo>
                <a:lnTo>
                  <a:pt x="20139" y="0"/>
                </a:lnTo>
                <a:lnTo>
                  <a:pt x="20868" y="0"/>
                </a:lnTo>
                <a:lnTo>
                  <a:pt x="21600" y="0"/>
                </a:lnTo>
                <a:lnTo>
                  <a:pt x="21399" y="2620"/>
                </a:lnTo>
                <a:lnTo>
                  <a:pt x="21206" y="4896"/>
                </a:lnTo>
                <a:lnTo>
                  <a:pt x="20998" y="6916"/>
                </a:lnTo>
                <a:lnTo>
                  <a:pt x="20751" y="8778"/>
                </a:lnTo>
                <a:lnTo>
                  <a:pt x="20442" y="10579"/>
                </a:lnTo>
                <a:lnTo>
                  <a:pt x="20047" y="12412"/>
                </a:lnTo>
                <a:lnTo>
                  <a:pt x="19543" y="14378"/>
                </a:lnTo>
                <a:lnTo>
                  <a:pt x="18851" y="15151"/>
                </a:lnTo>
                <a:lnTo>
                  <a:pt x="18158" y="15827"/>
                </a:lnTo>
                <a:lnTo>
                  <a:pt x="17466" y="16420"/>
                </a:lnTo>
                <a:lnTo>
                  <a:pt x="16773" y="16934"/>
                </a:lnTo>
                <a:lnTo>
                  <a:pt x="16077" y="17380"/>
                </a:lnTo>
                <a:lnTo>
                  <a:pt x="15377" y="17768"/>
                </a:lnTo>
                <a:lnTo>
                  <a:pt x="14674" y="18106"/>
                </a:lnTo>
                <a:lnTo>
                  <a:pt x="13964" y="18408"/>
                </a:lnTo>
                <a:lnTo>
                  <a:pt x="13249" y="18678"/>
                </a:lnTo>
                <a:lnTo>
                  <a:pt x="12526" y="18929"/>
                </a:lnTo>
                <a:lnTo>
                  <a:pt x="11841" y="19177"/>
                </a:lnTo>
                <a:lnTo>
                  <a:pt x="11156" y="19447"/>
                </a:lnTo>
                <a:lnTo>
                  <a:pt x="10473" y="19734"/>
                </a:lnTo>
                <a:lnTo>
                  <a:pt x="9790" y="20036"/>
                </a:lnTo>
                <a:lnTo>
                  <a:pt x="9107" y="20345"/>
                </a:lnTo>
                <a:lnTo>
                  <a:pt x="7913" y="20820"/>
                </a:lnTo>
                <a:lnTo>
                  <a:pt x="6892" y="21197"/>
                </a:lnTo>
                <a:lnTo>
                  <a:pt x="6020" y="21463"/>
                </a:lnTo>
                <a:lnTo>
                  <a:pt x="5271" y="21600"/>
                </a:lnTo>
                <a:lnTo>
                  <a:pt x="4622" y="21593"/>
                </a:lnTo>
                <a:lnTo>
                  <a:pt x="4046" y="21427"/>
                </a:lnTo>
                <a:lnTo>
                  <a:pt x="3521" y="21082"/>
                </a:lnTo>
                <a:lnTo>
                  <a:pt x="3018" y="20543"/>
                </a:lnTo>
                <a:lnTo>
                  <a:pt x="2515" y="19796"/>
                </a:lnTo>
                <a:lnTo>
                  <a:pt x="1987" y="18821"/>
                </a:lnTo>
                <a:lnTo>
                  <a:pt x="1408" y="17603"/>
                </a:lnTo>
                <a:lnTo>
                  <a:pt x="754" y="16129"/>
                </a:lnTo>
                <a:lnTo>
                  <a:pt x="0" y="14378"/>
                </a:lnTo>
                <a:lnTo>
                  <a:pt x="713" y="14199"/>
                </a:lnTo>
                <a:lnTo>
                  <a:pt x="1426" y="14023"/>
                </a:lnTo>
                <a:lnTo>
                  <a:pt x="2138" y="13843"/>
                </a:lnTo>
                <a:lnTo>
                  <a:pt x="2852" y="13667"/>
                </a:lnTo>
                <a:lnTo>
                  <a:pt x="3566" y="13487"/>
                </a:lnTo>
                <a:lnTo>
                  <a:pt x="4281" y="13311"/>
                </a:lnTo>
                <a:lnTo>
                  <a:pt x="4996" y="13131"/>
                </a:lnTo>
                <a:lnTo>
                  <a:pt x="5712" y="12951"/>
                </a:lnTo>
                <a:lnTo>
                  <a:pt x="6429" y="12775"/>
                </a:lnTo>
                <a:lnTo>
                  <a:pt x="7145" y="12596"/>
                </a:lnTo>
                <a:lnTo>
                  <a:pt x="7864" y="12416"/>
                </a:lnTo>
                <a:lnTo>
                  <a:pt x="8584" y="12236"/>
                </a:lnTo>
                <a:lnTo>
                  <a:pt x="9305" y="12056"/>
                </a:lnTo>
                <a:lnTo>
                  <a:pt x="10029" y="11877"/>
                </a:lnTo>
                <a:lnTo>
                  <a:pt x="10753" y="11693"/>
                </a:lnTo>
                <a:lnTo>
                  <a:pt x="11479" y="11514"/>
                </a:lnTo>
                <a:lnTo>
                  <a:pt x="12206" y="11330"/>
                </a:lnTo>
                <a:lnTo>
                  <a:pt x="12935" y="11150"/>
                </a:lnTo>
                <a:lnTo>
                  <a:pt x="13667" y="10967"/>
                </a:lnTo>
                <a:lnTo>
                  <a:pt x="14400" y="10784"/>
                </a:lnTo>
                <a:lnTo>
                  <a:pt x="14400" y="8649"/>
                </a:lnTo>
                <a:lnTo>
                  <a:pt x="14400" y="6506"/>
                </a:lnTo>
                <a:lnTo>
                  <a:pt x="14400" y="4357"/>
                </a:lnTo>
                <a:lnTo>
                  <a:pt x="14400" y="2189"/>
                </a:lnTo>
                <a:lnTo>
                  <a:pt x="14400" y="0"/>
                </a:lnTo>
                <a:close/>
              </a:path>
            </a:pathLst>
          </a:custGeom>
          <a:solidFill>
            <a:srgbClr val="E3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1" name="contour_05489"/>
          <p:cNvSpPr/>
          <p:nvPr/>
        </p:nvSpPr>
        <p:spPr>
          <a:xfrm>
            <a:off x="7393110" y="1266456"/>
            <a:ext cx="138472" cy="24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11" y="1468"/>
                </a:moveTo>
                <a:lnTo>
                  <a:pt x="4213" y="1364"/>
                </a:lnTo>
                <a:lnTo>
                  <a:pt x="5016" y="1267"/>
                </a:lnTo>
                <a:lnTo>
                  <a:pt x="5818" y="1177"/>
                </a:lnTo>
                <a:lnTo>
                  <a:pt x="6621" y="1093"/>
                </a:lnTo>
                <a:lnTo>
                  <a:pt x="7424" y="1015"/>
                </a:lnTo>
                <a:lnTo>
                  <a:pt x="8226" y="937"/>
                </a:lnTo>
                <a:lnTo>
                  <a:pt x="9029" y="873"/>
                </a:lnTo>
                <a:lnTo>
                  <a:pt x="9831" y="808"/>
                </a:lnTo>
                <a:lnTo>
                  <a:pt x="10634" y="756"/>
                </a:lnTo>
                <a:lnTo>
                  <a:pt x="11249" y="705"/>
                </a:lnTo>
                <a:lnTo>
                  <a:pt x="11863" y="640"/>
                </a:lnTo>
                <a:lnTo>
                  <a:pt x="12477" y="569"/>
                </a:lnTo>
                <a:lnTo>
                  <a:pt x="13092" y="491"/>
                </a:lnTo>
                <a:lnTo>
                  <a:pt x="13798" y="407"/>
                </a:lnTo>
                <a:lnTo>
                  <a:pt x="14504" y="343"/>
                </a:lnTo>
                <a:lnTo>
                  <a:pt x="15210" y="284"/>
                </a:lnTo>
                <a:lnTo>
                  <a:pt x="15916" y="246"/>
                </a:lnTo>
                <a:lnTo>
                  <a:pt x="16622" y="207"/>
                </a:lnTo>
                <a:lnTo>
                  <a:pt x="17331" y="136"/>
                </a:lnTo>
                <a:lnTo>
                  <a:pt x="18045" y="71"/>
                </a:lnTo>
                <a:lnTo>
                  <a:pt x="18769" y="0"/>
                </a:lnTo>
                <a:lnTo>
                  <a:pt x="19329" y="485"/>
                </a:lnTo>
                <a:lnTo>
                  <a:pt x="19891" y="976"/>
                </a:lnTo>
                <a:lnTo>
                  <a:pt x="20463" y="1468"/>
                </a:lnTo>
                <a:lnTo>
                  <a:pt x="20936" y="5353"/>
                </a:lnTo>
                <a:lnTo>
                  <a:pt x="21211" y="7991"/>
                </a:lnTo>
                <a:lnTo>
                  <a:pt x="21398" y="10603"/>
                </a:lnTo>
                <a:lnTo>
                  <a:pt x="21600" y="14398"/>
                </a:lnTo>
                <a:lnTo>
                  <a:pt x="20888" y="16738"/>
                </a:lnTo>
                <a:lnTo>
                  <a:pt x="20173" y="18523"/>
                </a:lnTo>
                <a:lnTo>
                  <a:pt x="19455" y="19816"/>
                </a:lnTo>
                <a:lnTo>
                  <a:pt x="18727" y="20695"/>
                </a:lnTo>
                <a:lnTo>
                  <a:pt x="17989" y="21231"/>
                </a:lnTo>
                <a:lnTo>
                  <a:pt x="17238" y="21509"/>
                </a:lnTo>
                <a:lnTo>
                  <a:pt x="16472" y="21600"/>
                </a:lnTo>
                <a:lnTo>
                  <a:pt x="15685" y="21568"/>
                </a:lnTo>
                <a:lnTo>
                  <a:pt x="14877" y="21497"/>
                </a:lnTo>
                <a:lnTo>
                  <a:pt x="14556" y="21490"/>
                </a:lnTo>
                <a:lnTo>
                  <a:pt x="13586" y="21464"/>
                </a:lnTo>
                <a:lnTo>
                  <a:pt x="12909" y="21445"/>
                </a:lnTo>
                <a:lnTo>
                  <a:pt x="12231" y="21419"/>
                </a:lnTo>
                <a:lnTo>
                  <a:pt x="11554" y="21387"/>
                </a:lnTo>
                <a:lnTo>
                  <a:pt x="10876" y="21348"/>
                </a:lnTo>
                <a:lnTo>
                  <a:pt x="10199" y="21303"/>
                </a:lnTo>
                <a:lnTo>
                  <a:pt x="9521" y="21264"/>
                </a:lnTo>
                <a:lnTo>
                  <a:pt x="8831" y="21238"/>
                </a:lnTo>
                <a:lnTo>
                  <a:pt x="8140" y="21219"/>
                </a:lnTo>
                <a:lnTo>
                  <a:pt x="7450" y="21199"/>
                </a:lnTo>
                <a:lnTo>
                  <a:pt x="6759" y="21180"/>
                </a:lnTo>
                <a:lnTo>
                  <a:pt x="6007" y="21154"/>
                </a:lnTo>
                <a:lnTo>
                  <a:pt x="5257" y="21128"/>
                </a:lnTo>
                <a:lnTo>
                  <a:pt x="4505" y="21096"/>
                </a:lnTo>
                <a:lnTo>
                  <a:pt x="3755" y="21063"/>
                </a:lnTo>
                <a:lnTo>
                  <a:pt x="3004" y="21025"/>
                </a:lnTo>
                <a:lnTo>
                  <a:pt x="2253" y="20992"/>
                </a:lnTo>
                <a:lnTo>
                  <a:pt x="1502" y="20947"/>
                </a:lnTo>
                <a:lnTo>
                  <a:pt x="751" y="20908"/>
                </a:lnTo>
                <a:lnTo>
                  <a:pt x="0" y="20863"/>
                </a:lnTo>
                <a:lnTo>
                  <a:pt x="250" y="20507"/>
                </a:lnTo>
                <a:lnTo>
                  <a:pt x="692" y="19880"/>
                </a:lnTo>
                <a:lnTo>
                  <a:pt x="1705" y="18439"/>
                </a:lnTo>
                <a:lnTo>
                  <a:pt x="2269" y="17107"/>
                </a:lnTo>
                <a:lnTo>
                  <a:pt x="2835" y="15762"/>
                </a:lnTo>
                <a:lnTo>
                  <a:pt x="3411" y="14398"/>
                </a:lnTo>
                <a:lnTo>
                  <a:pt x="3411" y="10124"/>
                </a:lnTo>
                <a:lnTo>
                  <a:pt x="3411" y="5825"/>
                </a:lnTo>
                <a:lnTo>
                  <a:pt x="3411" y="1468"/>
                </a:lnTo>
                <a:close/>
              </a:path>
            </a:pathLst>
          </a:custGeom>
          <a:solidFill>
            <a:srgbClr val="E5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2" name="contour_05490"/>
          <p:cNvSpPr/>
          <p:nvPr/>
        </p:nvSpPr>
        <p:spPr>
          <a:xfrm>
            <a:off x="5162985" y="1187906"/>
            <a:ext cx="196776" cy="236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41" y="838"/>
                </a:moveTo>
                <a:lnTo>
                  <a:pt x="8626" y="998"/>
                </a:lnTo>
                <a:lnTo>
                  <a:pt x="9014" y="1157"/>
                </a:lnTo>
                <a:lnTo>
                  <a:pt x="9407" y="1317"/>
                </a:lnTo>
                <a:lnTo>
                  <a:pt x="9927" y="1536"/>
                </a:lnTo>
                <a:lnTo>
                  <a:pt x="10448" y="1762"/>
                </a:lnTo>
                <a:lnTo>
                  <a:pt x="10968" y="1988"/>
                </a:lnTo>
                <a:lnTo>
                  <a:pt x="11489" y="2221"/>
                </a:lnTo>
                <a:lnTo>
                  <a:pt x="12010" y="2461"/>
                </a:lnTo>
                <a:lnTo>
                  <a:pt x="12530" y="2700"/>
                </a:lnTo>
                <a:lnTo>
                  <a:pt x="13050" y="2939"/>
                </a:lnTo>
                <a:lnTo>
                  <a:pt x="13548" y="3152"/>
                </a:lnTo>
                <a:lnTo>
                  <a:pt x="14046" y="3365"/>
                </a:lnTo>
                <a:lnTo>
                  <a:pt x="14543" y="3578"/>
                </a:lnTo>
                <a:lnTo>
                  <a:pt x="15042" y="3784"/>
                </a:lnTo>
                <a:lnTo>
                  <a:pt x="15539" y="3997"/>
                </a:lnTo>
                <a:lnTo>
                  <a:pt x="16090" y="4230"/>
                </a:lnTo>
                <a:lnTo>
                  <a:pt x="16642" y="4469"/>
                </a:lnTo>
                <a:lnTo>
                  <a:pt x="17192" y="4708"/>
                </a:lnTo>
                <a:lnTo>
                  <a:pt x="17743" y="4948"/>
                </a:lnTo>
                <a:lnTo>
                  <a:pt x="18294" y="5187"/>
                </a:lnTo>
                <a:lnTo>
                  <a:pt x="18846" y="5433"/>
                </a:lnTo>
                <a:lnTo>
                  <a:pt x="19396" y="5679"/>
                </a:lnTo>
                <a:lnTo>
                  <a:pt x="19947" y="5932"/>
                </a:lnTo>
                <a:lnTo>
                  <a:pt x="20498" y="6178"/>
                </a:lnTo>
                <a:lnTo>
                  <a:pt x="21049" y="6431"/>
                </a:lnTo>
                <a:lnTo>
                  <a:pt x="21600" y="6683"/>
                </a:lnTo>
                <a:lnTo>
                  <a:pt x="21186" y="10787"/>
                </a:lnTo>
                <a:lnTo>
                  <a:pt x="20804" y="14125"/>
                </a:lnTo>
                <a:lnTo>
                  <a:pt x="20416" y="16785"/>
                </a:lnTo>
                <a:lnTo>
                  <a:pt x="19986" y="18867"/>
                </a:lnTo>
                <a:lnTo>
                  <a:pt x="19474" y="20443"/>
                </a:lnTo>
                <a:lnTo>
                  <a:pt x="18844" y="21600"/>
                </a:lnTo>
                <a:lnTo>
                  <a:pt x="18400" y="21573"/>
                </a:lnTo>
                <a:lnTo>
                  <a:pt x="17953" y="21547"/>
                </a:lnTo>
                <a:lnTo>
                  <a:pt x="17500" y="21514"/>
                </a:lnTo>
                <a:lnTo>
                  <a:pt x="17279" y="21514"/>
                </a:lnTo>
                <a:lnTo>
                  <a:pt x="16890" y="21507"/>
                </a:lnTo>
                <a:lnTo>
                  <a:pt x="15998" y="21487"/>
                </a:lnTo>
                <a:lnTo>
                  <a:pt x="15470" y="21407"/>
                </a:lnTo>
                <a:lnTo>
                  <a:pt x="14938" y="21321"/>
                </a:lnTo>
                <a:lnTo>
                  <a:pt x="14400" y="21228"/>
                </a:lnTo>
                <a:lnTo>
                  <a:pt x="13859" y="21188"/>
                </a:lnTo>
                <a:lnTo>
                  <a:pt x="13318" y="21141"/>
                </a:lnTo>
                <a:lnTo>
                  <a:pt x="12777" y="21101"/>
                </a:lnTo>
                <a:lnTo>
                  <a:pt x="12218" y="21028"/>
                </a:lnTo>
                <a:lnTo>
                  <a:pt x="11659" y="20928"/>
                </a:lnTo>
                <a:lnTo>
                  <a:pt x="11102" y="20809"/>
                </a:lnTo>
                <a:lnTo>
                  <a:pt x="10544" y="20662"/>
                </a:lnTo>
                <a:lnTo>
                  <a:pt x="9987" y="20489"/>
                </a:lnTo>
                <a:lnTo>
                  <a:pt x="9430" y="20297"/>
                </a:lnTo>
                <a:lnTo>
                  <a:pt x="8874" y="20077"/>
                </a:lnTo>
                <a:lnTo>
                  <a:pt x="8318" y="19831"/>
                </a:lnTo>
                <a:lnTo>
                  <a:pt x="7762" y="19565"/>
                </a:lnTo>
                <a:lnTo>
                  <a:pt x="7207" y="19272"/>
                </a:lnTo>
                <a:lnTo>
                  <a:pt x="6652" y="18953"/>
                </a:lnTo>
                <a:lnTo>
                  <a:pt x="6097" y="18614"/>
                </a:lnTo>
                <a:lnTo>
                  <a:pt x="5542" y="18255"/>
                </a:lnTo>
                <a:lnTo>
                  <a:pt x="4988" y="17869"/>
                </a:lnTo>
                <a:lnTo>
                  <a:pt x="4434" y="17457"/>
                </a:lnTo>
                <a:lnTo>
                  <a:pt x="3879" y="17025"/>
                </a:lnTo>
                <a:lnTo>
                  <a:pt x="3325" y="16566"/>
                </a:lnTo>
                <a:lnTo>
                  <a:pt x="2770" y="16087"/>
                </a:lnTo>
                <a:lnTo>
                  <a:pt x="2217" y="15582"/>
                </a:lnTo>
                <a:lnTo>
                  <a:pt x="1662" y="15056"/>
                </a:lnTo>
                <a:lnTo>
                  <a:pt x="1108" y="14504"/>
                </a:lnTo>
                <a:lnTo>
                  <a:pt x="554" y="13932"/>
                </a:lnTo>
                <a:lnTo>
                  <a:pt x="0" y="13334"/>
                </a:lnTo>
                <a:lnTo>
                  <a:pt x="0" y="10035"/>
                </a:lnTo>
                <a:lnTo>
                  <a:pt x="0" y="6683"/>
                </a:lnTo>
                <a:lnTo>
                  <a:pt x="535" y="5227"/>
                </a:lnTo>
                <a:lnTo>
                  <a:pt x="1074" y="3983"/>
                </a:lnTo>
                <a:lnTo>
                  <a:pt x="1615" y="2933"/>
                </a:lnTo>
                <a:lnTo>
                  <a:pt x="2158" y="2068"/>
                </a:lnTo>
                <a:lnTo>
                  <a:pt x="2704" y="1377"/>
                </a:lnTo>
                <a:lnTo>
                  <a:pt x="3252" y="845"/>
                </a:lnTo>
                <a:lnTo>
                  <a:pt x="3802" y="452"/>
                </a:lnTo>
                <a:lnTo>
                  <a:pt x="4354" y="186"/>
                </a:lnTo>
                <a:lnTo>
                  <a:pt x="4906" y="47"/>
                </a:lnTo>
                <a:lnTo>
                  <a:pt x="5460" y="0"/>
                </a:lnTo>
                <a:lnTo>
                  <a:pt x="6015" y="47"/>
                </a:lnTo>
                <a:lnTo>
                  <a:pt x="6571" y="166"/>
                </a:lnTo>
                <a:lnTo>
                  <a:pt x="7127" y="346"/>
                </a:lnTo>
                <a:lnTo>
                  <a:pt x="7684" y="579"/>
                </a:lnTo>
                <a:lnTo>
                  <a:pt x="8241" y="838"/>
                </a:lnTo>
                <a:close/>
              </a:path>
            </a:pathLst>
          </a:custGeom>
          <a:solidFill>
            <a:srgbClr val="E1E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3" name="contour_05491"/>
          <p:cNvSpPr/>
          <p:nvPr/>
        </p:nvSpPr>
        <p:spPr>
          <a:xfrm>
            <a:off x="4893329" y="6311262"/>
            <a:ext cx="131184" cy="376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9"/>
                </a:moveTo>
                <a:lnTo>
                  <a:pt x="21247" y="4987"/>
                </a:lnTo>
                <a:lnTo>
                  <a:pt x="20963" y="8390"/>
                </a:lnTo>
                <a:lnTo>
                  <a:pt x="20681" y="10731"/>
                </a:lnTo>
                <a:lnTo>
                  <a:pt x="20334" y="12432"/>
                </a:lnTo>
                <a:lnTo>
                  <a:pt x="19853" y="13937"/>
                </a:lnTo>
                <a:lnTo>
                  <a:pt x="19172" y="15672"/>
                </a:lnTo>
                <a:lnTo>
                  <a:pt x="18354" y="16588"/>
                </a:lnTo>
                <a:lnTo>
                  <a:pt x="17534" y="17411"/>
                </a:lnTo>
                <a:lnTo>
                  <a:pt x="16714" y="18143"/>
                </a:lnTo>
                <a:lnTo>
                  <a:pt x="15892" y="18791"/>
                </a:lnTo>
                <a:lnTo>
                  <a:pt x="15070" y="19355"/>
                </a:lnTo>
                <a:lnTo>
                  <a:pt x="14245" y="19848"/>
                </a:lnTo>
                <a:lnTo>
                  <a:pt x="13420" y="20266"/>
                </a:lnTo>
                <a:lnTo>
                  <a:pt x="12593" y="20618"/>
                </a:lnTo>
                <a:lnTo>
                  <a:pt x="11765" y="20910"/>
                </a:lnTo>
                <a:lnTo>
                  <a:pt x="10936" y="21144"/>
                </a:lnTo>
                <a:lnTo>
                  <a:pt x="10105" y="21324"/>
                </a:lnTo>
                <a:lnTo>
                  <a:pt x="9272" y="21454"/>
                </a:lnTo>
                <a:lnTo>
                  <a:pt x="8438" y="21541"/>
                </a:lnTo>
                <a:lnTo>
                  <a:pt x="7603" y="21587"/>
                </a:lnTo>
                <a:lnTo>
                  <a:pt x="6766" y="21600"/>
                </a:lnTo>
                <a:lnTo>
                  <a:pt x="5927" y="21583"/>
                </a:lnTo>
                <a:lnTo>
                  <a:pt x="5086" y="21537"/>
                </a:lnTo>
                <a:lnTo>
                  <a:pt x="4243" y="21475"/>
                </a:lnTo>
                <a:lnTo>
                  <a:pt x="3398" y="21391"/>
                </a:lnTo>
                <a:lnTo>
                  <a:pt x="2551" y="21295"/>
                </a:lnTo>
                <a:lnTo>
                  <a:pt x="1703" y="21195"/>
                </a:lnTo>
                <a:lnTo>
                  <a:pt x="853" y="21086"/>
                </a:lnTo>
                <a:lnTo>
                  <a:pt x="0" y="20981"/>
                </a:lnTo>
                <a:lnTo>
                  <a:pt x="726" y="18828"/>
                </a:lnTo>
                <a:lnTo>
                  <a:pt x="1440" y="16851"/>
                </a:lnTo>
                <a:lnTo>
                  <a:pt x="2149" y="15037"/>
                </a:lnTo>
                <a:lnTo>
                  <a:pt x="2855" y="13381"/>
                </a:lnTo>
                <a:lnTo>
                  <a:pt x="3564" y="11876"/>
                </a:lnTo>
                <a:lnTo>
                  <a:pt x="4280" y="10505"/>
                </a:lnTo>
                <a:lnTo>
                  <a:pt x="5008" y="9268"/>
                </a:lnTo>
                <a:lnTo>
                  <a:pt x="5752" y="8148"/>
                </a:lnTo>
                <a:lnTo>
                  <a:pt x="6516" y="7140"/>
                </a:lnTo>
                <a:lnTo>
                  <a:pt x="7304" y="6237"/>
                </a:lnTo>
                <a:lnTo>
                  <a:pt x="8123" y="5430"/>
                </a:lnTo>
                <a:lnTo>
                  <a:pt x="8976" y="4703"/>
                </a:lnTo>
                <a:lnTo>
                  <a:pt x="9866" y="4055"/>
                </a:lnTo>
                <a:lnTo>
                  <a:pt x="10800" y="3474"/>
                </a:lnTo>
                <a:lnTo>
                  <a:pt x="11568" y="2960"/>
                </a:lnTo>
                <a:lnTo>
                  <a:pt x="12347" y="2437"/>
                </a:lnTo>
                <a:lnTo>
                  <a:pt x="13196" y="1927"/>
                </a:lnTo>
                <a:lnTo>
                  <a:pt x="14038" y="1480"/>
                </a:lnTo>
                <a:lnTo>
                  <a:pt x="14874" y="1091"/>
                </a:lnTo>
                <a:lnTo>
                  <a:pt x="15708" y="765"/>
                </a:lnTo>
                <a:lnTo>
                  <a:pt x="16540" y="502"/>
                </a:lnTo>
                <a:lnTo>
                  <a:pt x="17371" y="293"/>
                </a:lnTo>
                <a:lnTo>
                  <a:pt x="18205" y="138"/>
                </a:lnTo>
                <a:lnTo>
                  <a:pt x="19043" y="42"/>
                </a:lnTo>
                <a:lnTo>
                  <a:pt x="19888" y="0"/>
                </a:lnTo>
                <a:lnTo>
                  <a:pt x="20738" y="13"/>
                </a:lnTo>
                <a:lnTo>
                  <a:pt x="21600" y="79"/>
                </a:lnTo>
                <a:close/>
              </a:path>
            </a:pathLst>
          </a:custGeom>
          <a:solidFill>
            <a:srgbClr val="BCD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4" name="contour_05492"/>
          <p:cNvSpPr/>
          <p:nvPr/>
        </p:nvSpPr>
        <p:spPr>
          <a:xfrm>
            <a:off x="2225924" y="6136489"/>
            <a:ext cx="1020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66" y="1637"/>
                </a:lnTo>
                <a:lnTo>
                  <a:pt x="21315" y="3136"/>
                </a:lnTo>
                <a:lnTo>
                  <a:pt x="21119" y="4523"/>
                </a:lnTo>
                <a:lnTo>
                  <a:pt x="20853" y="5823"/>
                </a:lnTo>
                <a:lnTo>
                  <a:pt x="20491" y="7059"/>
                </a:lnTo>
                <a:lnTo>
                  <a:pt x="20005" y="8258"/>
                </a:lnTo>
                <a:lnTo>
                  <a:pt x="19369" y="9441"/>
                </a:lnTo>
                <a:lnTo>
                  <a:pt x="18557" y="10638"/>
                </a:lnTo>
                <a:lnTo>
                  <a:pt x="17717" y="11448"/>
                </a:lnTo>
                <a:lnTo>
                  <a:pt x="16871" y="12236"/>
                </a:lnTo>
                <a:lnTo>
                  <a:pt x="16019" y="13003"/>
                </a:lnTo>
                <a:lnTo>
                  <a:pt x="15160" y="13753"/>
                </a:lnTo>
                <a:lnTo>
                  <a:pt x="14293" y="14487"/>
                </a:lnTo>
                <a:lnTo>
                  <a:pt x="13420" y="15213"/>
                </a:lnTo>
                <a:lnTo>
                  <a:pt x="12536" y="15930"/>
                </a:lnTo>
                <a:lnTo>
                  <a:pt x="11845" y="16546"/>
                </a:lnTo>
                <a:lnTo>
                  <a:pt x="11149" y="17166"/>
                </a:lnTo>
                <a:lnTo>
                  <a:pt x="10445" y="17794"/>
                </a:lnTo>
                <a:lnTo>
                  <a:pt x="9492" y="18576"/>
                </a:lnTo>
                <a:lnTo>
                  <a:pt x="8557" y="19304"/>
                </a:lnTo>
                <a:lnTo>
                  <a:pt x="7623" y="19976"/>
                </a:lnTo>
                <a:lnTo>
                  <a:pt x="6670" y="20587"/>
                </a:lnTo>
                <a:lnTo>
                  <a:pt x="5678" y="21129"/>
                </a:lnTo>
                <a:lnTo>
                  <a:pt x="4629" y="21600"/>
                </a:lnTo>
                <a:lnTo>
                  <a:pt x="3643" y="21133"/>
                </a:lnTo>
                <a:lnTo>
                  <a:pt x="2827" y="20600"/>
                </a:lnTo>
                <a:lnTo>
                  <a:pt x="2118" y="19969"/>
                </a:lnTo>
                <a:lnTo>
                  <a:pt x="1452" y="19222"/>
                </a:lnTo>
                <a:lnTo>
                  <a:pt x="767" y="18334"/>
                </a:lnTo>
                <a:lnTo>
                  <a:pt x="0" y="17280"/>
                </a:lnTo>
                <a:lnTo>
                  <a:pt x="835" y="16453"/>
                </a:lnTo>
                <a:lnTo>
                  <a:pt x="1669" y="15628"/>
                </a:lnTo>
                <a:lnTo>
                  <a:pt x="2506" y="14802"/>
                </a:lnTo>
                <a:lnTo>
                  <a:pt x="3342" y="13977"/>
                </a:lnTo>
                <a:lnTo>
                  <a:pt x="4177" y="13152"/>
                </a:lnTo>
                <a:lnTo>
                  <a:pt x="5013" y="12327"/>
                </a:lnTo>
                <a:lnTo>
                  <a:pt x="5849" y="11502"/>
                </a:lnTo>
                <a:lnTo>
                  <a:pt x="6685" y="10679"/>
                </a:lnTo>
                <a:lnTo>
                  <a:pt x="7521" y="9854"/>
                </a:lnTo>
                <a:lnTo>
                  <a:pt x="8233" y="9152"/>
                </a:lnTo>
                <a:lnTo>
                  <a:pt x="8947" y="8443"/>
                </a:lnTo>
                <a:lnTo>
                  <a:pt x="9674" y="7724"/>
                </a:lnTo>
                <a:lnTo>
                  <a:pt x="10360" y="7048"/>
                </a:lnTo>
                <a:lnTo>
                  <a:pt x="11051" y="6368"/>
                </a:lnTo>
                <a:lnTo>
                  <a:pt x="11752" y="5679"/>
                </a:lnTo>
                <a:lnTo>
                  <a:pt x="12383" y="5057"/>
                </a:lnTo>
                <a:lnTo>
                  <a:pt x="13019" y="4428"/>
                </a:lnTo>
                <a:lnTo>
                  <a:pt x="13662" y="3793"/>
                </a:lnTo>
                <a:lnTo>
                  <a:pt x="14699" y="2849"/>
                </a:lnTo>
                <a:lnTo>
                  <a:pt x="15635" y="2052"/>
                </a:lnTo>
                <a:lnTo>
                  <a:pt x="16513" y="1398"/>
                </a:lnTo>
                <a:lnTo>
                  <a:pt x="17379" y="877"/>
                </a:lnTo>
                <a:lnTo>
                  <a:pt x="18275" y="484"/>
                </a:lnTo>
                <a:lnTo>
                  <a:pt x="19247" y="210"/>
                </a:lnTo>
                <a:lnTo>
                  <a:pt x="20341" y="52"/>
                </a:lnTo>
                <a:lnTo>
                  <a:pt x="21600" y="0"/>
                </a:lnTo>
                <a:close/>
              </a:path>
            </a:pathLst>
          </a:custGeom>
          <a:solidFill>
            <a:srgbClr val="A7BFDD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5" name="contour_05493"/>
          <p:cNvSpPr/>
          <p:nvPr/>
        </p:nvSpPr>
        <p:spPr>
          <a:xfrm>
            <a:off x="10584092" y="5864581"/>
            <a:ext cx="66751" cy="605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42" y="803"/>
                </a:moveTo>
                <a:lnTo>
                  <a:pt x="20319" y="2134"/>
                </a:lnTo>
                <a:lnTo>
                  <a:pt x="20926" y="3120"/>
                </a:lnTo>
                <a:lnTo>
                  <a:pt x="21277" y="4248"/>
                </a:lnTo>
                <a:lnTo>
                  <a:pt x="21600" y="6002"/>
                </a:lnTo>
                <a:lnTo>
                  <a:pt x="20685" y="7432"/>
                </a:lnTo>
                <a:lnTo>
                  <a:pt x="19720" y="8846"/>
                </a:lnTo>
                <a:lnTo>
                  <a:pt x="18709" y="10235"/>
                </a:lnTo>
                <a:lnTo>
                  <a:pt x="17645" y="11584"/>
                </a:lnTo>
                <a:lnTo>
                  <a:pt x="16532" y="12891"/>
                </a:lnTo>
                <a:lnTo>
                  <a:pt x="15372" y="14144"/>
                </a:lnTo>
                <a:lnTo>
                  <a:pt x="14162" y="15332"/>
                </a:lnTo>
                <a:lnTo>
                  <a:pt x="12905" y="16448"/>
                </a:lnTo>
                <a:lnTo>
                  <a:pt x="11598" y="17482"/>
                </a:lnTo>
                <a:lnTo>
                  <a:pt x="10245" y="18426"/>
                </a:lnTo>
                <a:lnTo>
                  <a:pt x="8844" y="19271"/>
                </a:lnTo>
                <a:lnTo>
                  <a:pt x="7393" y="20006"/>
                </a:lnTo>
                <a:lnTo>
                  <a:pt x="5898" y="20623"/>
                </a:lnTo>
                <a:lnTo>
                  <a:pt x="4356" y="21111"/>
                </a:lnTo>
                <a:lnTo>
                  <a:pt x="3769" y="21184"/>
                </a:lnTo>
                <a:lnTo>
                  <a:pt x="2738" y="21309"/>
                </a:lnTo>
                <a:lnTo>
                  <a:pt x="375" y="21600"/>
                </a:lnTo>
                <a:lnTo>
                  <a:pt x="250" y="19850"/>
                </a:lnTo>
                <a:lnTo>
                  <a:pt x="144" y="18111"/>
                </a:lnTo>
                <a:lnTo>
                  <a:pt x="64" y="16383"/>
                </a:lnTo>
                <a:lnTo>
                  <a:pt x="17" y="14659"/>
                </a:lnTo>
                <a:lnTo>
                  <a:pt x="0" y="12936"/>
                </a:lnTo>
                <a:lnTo>
                  <a:pt x="26" y="11212"/>
                </a:lnTo>
                <a:lnTo>
                  <a:pt x="92" y="9486"/>
                </a:lnTo>
                <a:lnTo>
                  <a:pt x="208" y="7749"/>
                </a:lnTo>
                <a:lnTo>
                  <a:pt x="375" y="6002"/>
                </a:lnTo>
                <a:lnTo>
                  <a:pt x="1597" y="4614"/>
                </a:lnTo>
                <a:lnTo>
                  <a:pt x="2917" y="3421"/>
                </a:lnTo>
                <a:lnTo>
                  <a:pt x="4330" y="2420"/>
                </a:lnTo>
                <a:lnTo>
                  <a:pt x="5820" y="1599"/>
                </a:lnTo>
                <a:lnTo>
                  <a:pt x="7379" y="954"/>
                </a:lnTo>
                <a:lnTo>
                  <a:pt x="8992" y="478"/>
                </a:lnTo>
                <a:lnTo>
                  <a:pt x="10653" y="166"/>
                </a:lnTo>
                <a:lnTo>
                  <a:pt x="12348" y="10"/>
                </a:lnTo>
                <a:lnTo>
                  <a:pt x="14065" y="0"/>
                </a:lnTo>
                <a:lnTo>
                  <a:pt x="15794" y="135"/>
                </a:lnTo>
                <a:lnTo>
                  <a:pt x="17522" y="406"/>
                </a:lnTo>
                <a:lnTo>
                  <a:pt x="19242" y="803"/>
                </a:lnTo>
                <a:close/>
              </a:path>
            </a:pathLst>
          </a:custGeom>
          <a:solidFill>
            <a:srgbClr val="F5F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6" name="contour_05494"/>
          <p:cNvSpPr/>
          <p:nvPr/>
        </p:nvSpPr>
        <p:spPr>
          <a:xfrm>
            <a:off x="1409669" y="5852257"/>
            <a:ext cx="9529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0" y="99"/>
                </a:lnTo>
                <a:lnTo>
                  <a:pt x="2180" y="203"/>
                </a:lnTo>
                <a:lnTo>
                  <a:pt x="3271" y="305"/>
                </a:lnTo>
                <a:lnTo>
                  <a:pt x="4359" y="410"/>
                </a:lnTo>
                <a:lnTo>
                  <a:pt x="5450" y="516"/>
                </a:lnTo>
                <a:lnTo>
                  <a:pt x="6540" y="622"/>
                </a:lnTo>
                <a:lnTo>
                  <a:pt x="7630" y="730"/>
                </a:lnTo>
                <a:lnTo>
                  <a:pt x="8719" y="838"/>
                </a:lnTo>
                <a:lnTo>
                  <a:pt x="9809" y="946"/>
                </a:lnTo>
                <a:lnTo>
                  <a:pt x="10741" y="1030"/>
                </a:lnTo>
                <a:lnTo>
                  <a:pt x="11679" y="1117"/>
                </a:lnTo>
                <a:lnTo>
                  <a:pt x="12630" y="1203"/>
                </a:lnTo>
                <a:lnTo>
                  <a:pt x="13521" y="1294"/>
                </a:lnTo>
                <a:lnTo>
                  <a:pt x="14418" y="1385"/>
                </a:lnTo>
                <a:lnTo>
                  <a:pt x="15325" y="1477"/>
                </a:lnTo>
                <a:lnTo>
                  <a:pt x="16147" y="1555"/>
                </a:lnTo>
                <a:lnTo>
                  <a:pt x="16976" y="1635"/>
                </a:lnTo>
                <a:lnTo>
                  <a:pt x="17816" y="1717"/>
                </a:lnTo>
                <a:lnTo>
                  <a:pt x="19002" y="2007"/>
                </a:lnTo>
                <a:lnTo>
                  <a:pt x="19778" y="2374"/>
                </a:lnTo>
                <a:lnTo>
                  <a:pt x="20488" y="3065"/>
                </a:lnTo>
                <a:lnTo>
                  <a:pt x="21474" y="4320"/>
                </a:lnTo>
                <a:lnTo>
                  <a:pt x="21527" y="5793"/>
                </a:lnTo>
                <a:lnTo>
                  <a:pt x="21565" y="7253"/>
                </a:lnTo>
                <a:lnTo>
                  <a:pt x="21590" y="8709"/>
                </a:lnTo>
                <a:lnTo>
                  <a:pt x="21600" y="10163"/>
                </a:lnTo>
                <a:lnTo>
                  <a:pt x="21595" y="11623"/>
                </a:lnTo>
                <a:lnTo>
                  <a:pt x="21577" y="13094"/>
                </a:lnTo>
                <a:lnTo>
                  <a:pt x="21565" y="14321"/>
                </a:lnTo>
                <a:lnTo>
                  <a:pt x="21555" y="15563"/>
                </a:lnTo>
                <a:lnTo>
                  <a:pt x="21539" y="17073"/>
                </a:lnTo>
                <a:lnTo>
                  <a:pt x="21519" y="18580"/>
                </a:lnTo>
                <a:lnTo>
                  <a:pt x="21498" y="20090"/>
                </a:lnTo>
                <a:lnTo>
                  <a:pt x="21474" y="21600"/>
                </a:lnTo>
                <a:lnTo>
                  <a:pt x="21289" y="20555"/>
                </a:lnTo>
                <a:lnTo>
                  <a:pt x="21103" y="19503"/>
                </a:lnTo>
                <a:lnTo>
                  <a:pt x="20913" y="18436"/>
                </a:lnTo>
                <a:lnTo>
                  <a:pt x="20553" y="17340"/>
                </a:lnTo>
                <a:lnTo>
                  <a:pt x="20189" y="16239"/>
                </a:lnTo>
                <a:lnTo>
                  <a:pt x="19823" y="15120"/>
                </a:lnTo>
                <a:lnTo>
                  <a:pt x="18650" y="14565"/>
                </a:lnTo>
                <a:lnTo>
                  <a:pt x="17817" y="14254"/>
                </a:lnTo>
                <a:lnTo>
                  <a:pt x="16930" y="14072"/>
                </a:lnTo>
                <a:lnTo>
                  <a:pt x="15590" y="13906"/>
                </a:lnTo>
                <a:lnTo>
                  <a:pt x="14246" y="13735"/>
                </a:lnTo>
                <a:lnTo>
                  <a:pt x="13379" y="13580"/>
                </a:lnTo>
                <a:lnTo>
                  <a:pt x="12610" y="13351"/>
                </a:lnTo>
                <a:lnTo>
                  <a:pt x="11563" y="12960"/>
                </a:lnTo>
                <a:lnTo>
                  <a:pt x="11563" y="11532"/>
                </a:lnTo>
                <a:lnTo>
                  <a:pt x="11563" y="10096"/>
                </a:lnTo>
                <a:lnTo>
                  <a:pt x="11563" y="8640"/>
                </a:lnTo>
                <a:lnTo>
                  <a:pt x="10590" y="8189"/>
                </a:lnTo>
                <a:lnTo>
                  <a:pt x="9640" y="7782"/>
                </a:lnTo>
                <a:lnTo>
                  <a:pt x="8697" y="7413"/>
                </a:lnTo>
                <a:lnTo>
                  <a:pt x="7751" y="7076"/>
                </a:lnTo>
                <a:lnTo>
                  <a:pt x="6783" y="6767"/>
                </a:lnTo>
                <a:lnTo>
                  <a:pt x="5782" y="6480"/>
                </a:lnTo>
                <a:lnTo>
                  <a:pt x="4781" y="6193"/>
                </a:lnTo>
                <a:lnTo>
                  <a:pt x="3813" y="5884"/>
                </a:lnTo>
                <a:lnTo>
                  <a:pt x="2866" y="5547"/>
                </a:lnTo>
                <a:lnTo>
                  <a:pt x="1923" y="5178"/>
                </a:lnTo>
                <a:lnTo>
                  <a:pt x="973" y="4771"/>
                </a:lnTo>
                <a:lnTo>
                  <a:pt x="0" y="4320"/>
                </a:lnTo>
                <a:lnTo>
                  <a:pt x="0" y="2892"/>
                </a:lnTo>
                <a:lnTo>
                  <a:pt x="0" y="1456"/>
                </a:lnTo>
                <a:lnTo>
                  <a:pt x="0" y="0"/>
                </a:lnTo>
                <a:close/>
              </a:path>
            </a:pathLst>
          </a:custGeom>
          <a:solidFill>
            <a:srgbClr val="9B9A97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7" name="contour_05495"/>
          <p:cNvSpPr/>
          <p:nvPr/>
        </p:nvSpPr>
        <p:spPr>
          <a:xfrm>
            <a:off x="11276648" y="5809265"/>
            <a:ext cx="66554" cy="64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38" y="971"/>
                </a:moveTo>
                <a:lnTo>
                  <a:pt x="13806" y="1988"/>
                </a:lnTo>
                <a:lnTo>
                  <a:pt x="15003" y="3136"/>
                </a:lnTo>
                <a:lnTo>
                  <a:pt x="15914" y="4430"/>
                </a:lnTo>
                <a:lnTo>
                  <a:pt x="16633" y="5879"/>
                </a:lnTo>
                <a:lnTo>
                  <a:pt x="17250" y="7498"/>
                </a:lnTo>
                <a:lnTo>
                  <a:pt x="17858" y="9299"/>
                </a:lnTo>
                <a:lnTo>
                  <a:pt x="18248" y="10660"/>
                </a:lnTo>
                <a:lnTo>
                  <a:pt x="18643" y="12044"/>
                </a:lnTo>
                <a:lnTo>
                  <a:pt x="19088" y="13420"/>
                </a:lnTo>
                <a:lnTo>
                  <a:pt x="19540" y="14816"/>
                </a:lnTo>
                <a:lnTo>
                  <a:pt x="19968" y="16168"/>
                </a:lnTo>
                <a:lnTo>
                  <a:pt x="20384" y="17522"/>
                </a:lnTo>
                <a:lnTo>
                  <a:pt x="20796" y="18881"/>
                </a:lnTo>
                <a:lnTo>
                  <a:pt x="21200" y="20241"/>
                </a:lnTo>
                <a:lnTo>
                  <a:pt x="21600" y="21600"/>
                </a:lnTo>
                <a:lnTo>
                  <a:pt x="20039" y="21600"/>
                </a:lnTo>
                <a:lnTo>
                  <a:pt x="18475" y="21600"/>
                </a:lnTo>
                <a:lnTo>
                  <a:pt x="16905" y="21600"/>
                </a:lnTo>
                <a:lnTo>
                  <a:pt x="15327" y="21600"/>
                </a:lnTo>
                <a:lnTo>
                  <a:pt x="13740" y="21600"/>
                </a:lnTo>
                <a:lnTo>
                  <a:pt x="12139" y="21600"/>
                </a:lnTo>
                <a:lnTo>
                  <a:pt x="12139" y="19996"/>
                </a:lnTo>
                <a:lnTo>
                  <a:pt x="12139" y="18381"/>
                </a:lnTo>
                <a:lnTo>
                  <a:pt x="12139" y="16746"/>
                </a:lnTo>
                <a:lnTo>
                  <a:pt x="10466" y="16746"/>
                </a:lnTo>
                <a:lnTo>
                  <a:pt x="8792" y="16746"/>
                </a:lnTo>
                <a:lnTo>
                  <a:pt x="7112" y="16746"/>
                </a:lnTo>
                <a:lnTo>
                  <a:pt x="5426" y="16746"/>
                </a:lnTo>
                <a:lnTo>
                  <a:pt x="3732" y="16746"/>
                </a:lnTo>
                <a:lnTo>
                  <a:pt x="2029" y="16746"/>
                </a:lnTo>
                <a:lnTo>
                  <a:pt x="312" y="16746"/>
                </a:lnTo>
                <a:lnTo>
                  <a:pt x="147" y="13444"/>
                </a:lnTo>
                <a:lnTo>
                  <a:pt x="38" y="10838"/>
                </a:lnTo>
                <a:lnTo>
                  <a:pt x="0" y="8794"/>
                </a:lnTo>
                <a:lnTo>
                  <a:pt x="47" y="7189"/>
                </a:lnTo>
                <a:lnTo>
                  <a:pt x="196" y="5893"/>
                </a:lnTo>
                <a:lnTo>
                  <a:pt x="459" y="4782"/>
                </a:lnTo>
                <a:lnTo>
                  <a:pt x="852" y="3726"/>
                </a:lnTo>
                <a:lnTo>
                  <a:pt x="1391" y="2597"/>
                </a:lnTo>
                <a:lnTo>
                  <a:pt x="2086" y="1272"/>
                </a:lnTo>
                <a:lnTo>
                  <a:pt x="3614" y="595"/>
                </a:lnTo>
                <a:lnTo>
                  <a:pt x="5038" y="182"/>
                </a:lnTo>
                <a:lnTo>
                  <a:pt x="6401" y="0"/>
                </a:lnTo>
                <a:lnTo>
                  <a:pt x="7756" y="19"/>
                </a:lnTo>
                <a:lnTo>
                  <a:pt x="9149" y="209"/>
                </a:lnTo>
                <a:lnTo>
                  <a:pt x="10625" y="536"/>
                </a:lnTo>
                <a:lnTo>
                  <a:pt x="12238" y="971"/>
                </a:lnTo>
                <a:close/>
              </a:path>
            </a:pathLst>
          </a:custGeom>
          <a:solidFill>
            <a:srgbClr val="C0B5B6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8" name="contour_05496"/>
          <p:cNvSpPr/>
          <p:nvPr/>
        </p:nvSpPr>
        <p:spPr>
          <a:xfrm>
            <a:off x="622566" y="5793953"/>
            <a:ext cx="131184" cy="501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3" y="483"/>
                </a:lnTo>
                <a:lnTo>
                  <a:pt x="617" y="922"/>
                </a:lnTo>
                <a:lnTo>
                  <a:pt x="911" y="1362"/>
                </a:lnTo>
                <a:lnTo>
                  <a:pt x="1235" y="1845"/>
                </a:lnTo>
                <a:lnTo>
                  <a:pt x="1619" y="2419"/>
                </a:lnTo>
                <a:lnTo>
                  <a:pt x="2089" y="3122"/>
                </a:lnTo>
                <a:lnTo>
                  <a:pt x="2678" y="4001"/>
                </a:lnTo>
                <a:lnTo>
                  <a:pt x="3413" y="5099"/>
                </a:lnTo>
                <a:lnTo>
                  <a:pt x="4324" y="6461"/>
                </a:lnTo>
                <a:lnTo>
                  <a:pt x="5438" y="8127"/>
                </a:lnTo>
                <a:lnTo>
                  <a:pt x="6787" y="10141"/>
                </a:lnTo>
                <a:lnTo>
                  <a:pt x="8400" y="12551"/>
                </a:lnTo>
                <a:lnTo>
                  <a:pt x="8638" y="10687"/>
                </a:lnTo>
                <a:lnTo>
                  <a:pt x="8876" y="8817"/>
                </a:lnTo>
                <a:lnTo>
                  <a:pt x="9115" y="6941"/>
                </a:lnTo>
                <a:lnTo>
                  <a:pt x="9356" y="5049"/>
                </a:lnTo>
                <a:lnTo>
                  <a:pt x="9600" y="3138"/>
                </a:lnTo>
                <a:lnTo>
                  <a:pt x="10393" y="3138"/>
                </a:lnTo>
                <a:lnTo>
                  <a:pt x="11191" y="3138"/>
                </a:lnTo>
                <a:lnTo>
                  <a:pt x="12000" y="3138"/>
                </a:lnTo>
                <a:lnTo>
                  <a:pt x="12000" y="5002"/>
                </a:lnTo>
                <a:lnTo>
                  <a:pt x="12000" y="6872"/>
                </a:lnTo>
                <a:lnTo>
                  <a:pt x="12000" y="8748"/>
                </a:lnTo>
                <a:lnTo>
                  <a:pt x="12000" y="10640"/>
                </a:lnTo>
                <a:lnTo>
                  <a:pt x="12000" y="12551"/>
                </a:lnTo>
                <a:lnTo>
                  <a:pt x="12792" y="12290"/>
                </a:lnTo>
                <a:lnTo>
                  <a:pt x="13584" y="12033"/>
                </a:lnTo>
                <a:lnTo>
                  <a:pt x="14377" y="11773"/>
                </a:lnTo>
                <a:lnTo>
                  <a:pt x="15172" y="11515"/>
                </a:lnTo>
                <a:lnTo>
                  <a:pt x="15967" y="11255"/>
                </a:lnTo>
                <a:lnTo>
                  <a:pt x="16764" y="10995"/>
                </a:lnTo>
                <a:lnTo>
                  <a:pt x="17563" y="10734"/>
                </a:lnTo>
                <a:lnTo>
                  <a:pt x="18365" y="10471"/>
                </a:lnTo>
                <a:lnTo>
                  <a:pt x="19169" y="10207"/>
                </a:lnTo>
                <a:lnTo>
                  <a:pt x="19975" y="9943"/>
                </a:lnTo>
                <a:lnTo>
                  <a:pt x="20786" y="9680"/>
                </a:lnTo>
                <a:lnTo>
                  <a:pt x="21600" y="9413"/>
                </a:lnTo>
                <a:lnTo>
                  <a:pt x="21006" y="10449"/>
                </a:lnTo>
                <a:lnTo>
                  <a:pt x="20411" y="11487"/>
                </a:lnTo>
                <a:lnTo>
                  <a:pt x="19813" y="12526"/>
                </a:lnTo>
                <a:lnTo>
                  <a:pt x="19213" y="13574"/>
                </a:lnTo>
                <a:lnTo>
                  <a:pt x="18610" y="14628"/>
                </a:lnTo>
                <a:lnTo>
                  <a:pt x="18000" y="15689"/>
                </a:lnTo>
                <a:lnTo>
                  <a:pt x="17430" y="16727"/>
                </a:lnTo>
                <a:lnTo>
                  <a:pt x="16852" y="17785"/>
                </a:lnTo>
                <a:lnTo>
                  <a:pt x="16018" y="18999"/>
                </a:lnTo>
                <a:lnTo>
                  <a:pt x="15211" y="19959"/>
                </a:lnTo>
                <a:lnTo>
                  <a:pt x="14424" y="20681"/>
                </a:lnTo>
                <a:lnTo>
                  <a:pt x="13648" y="21180"/>
                </a:lnTo>
                <a:lnTo>
                  <a:pt x="12874" y="21481"/>
                </a:lnTo>
                <a:lnTo>
                  <a:pt x="12095" y="21600"/>
                </a:lnTo>
                <a:lnTo>
                  <a:pt x="11302" y="21556"/>
                </a:lnTo>
                <a:lnTo>
                  <a:pt x="10487" y="21368"/>
                </a:lnTo>
                <a:lnTo>
                  <a:pt x="9643" y="21051"/>
                </a:lnTo>
                <a:lnTo>
                  <a:pt x="8761" y="20627"/>
                </a:lnTo>
                <a:lnTo>
                  <a:pt x="7832" y="20113"/>
                </a:lnTo>
                <a:lnTo>
                  <a:pt x="7226" y="19689"/>
                </a:lnTo>
                <a:lnTo>
                  <a:pt x="6618" y="19259"/>
                </a:lnTo>
                <a:lnTo>
                  <a:pt x="6000" y="18826"/>
                </a:lnTo>
                <a:lnTo>
                  <a:pt x="5407" y="18434"/>
                </a:lnTo>
                <a:lnTo>
                  <a:pt x="4810" y="18039"/>
                </a:lnTo>
                <a:lnTo>
                  <a:pt x="4205" y="17637"/>
                </a:lnTo>
                <a:lnTo>
                  <a:pt x="2879" y="16539"/>
                </a:lnTo>
                <a:lnTo>
                  <a:pt x="1958" y="15729"/>
                </a:lnTo>
                <a:lnTo>
                  <a:pt x="1327" y="15067"/>
                </a:lnTo>
                <a:lnTo>
                  <a:pt x="868" y="14412"/>
                </a:lnTo>
                <a:lnTo>
                  <a:pt x="464" y="13618"/>
                </a:lnTo>
                <a:lnTo>
                  <a:pt x="0" y="12551"/>
                </a:lnTo>
                <a:lnTo>
                  <a:pt x="0" y="10480"/>
                </a:lnTo>
                <a:lnTo>
                  <a:pt x="0" y="8406"/>
                </a:lnTo>
                <a:lnTo>
                  <a:pt x="0" y="6322"/>
                </a:lnTo>
                <a:lnTo>
                  <a:pt x="0" y="4230"/>
                </a:lnTo>
                <a:lnTo>
                  <a:pt x="0" y="2124"/>
                </a:lnTo>
                <a:lnTo>
                  <a:pt x="0" y="0"/>
                </a:lnTo>
                <a:close/>
              </a:path>
            </a:pathLst>
          </a:custGeom>
          <a:solidFill>
            <a:srgbClr val="616161"/>
          </a:solidFill>
          <a:ln>
            <a:noFill/>
          </a:ln>
        </p:spPr>
        <p:txBody>
          <a:bodyPr/>
          <a:lstStyle/>
          <a:p/>
        </p:txBody>
      </p:sp>
      <p:sp>
        <p:nvSpPr>
          <p:cNvPr id="5499" name="contour_05497"/>
          <p:cNvSpPr/>
          <p:nvPr/>
        </p:nvSpPr>
        <p:spPr>
          <a:xfrm>
            <a:off x="10913210" y="5612052"/>
            <a:ext cx="65592" cy="725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80"/>
                </a:moveTo>
                <a:lnTo>
                  <a:pt x="20016" y="2438"/>
                </a:lnTo>
                <a:lnTo>
                  <a:pt x="18430" y="2796"/>
                </a:lnTo>
                <a:lnTo>
                  <a:pt x="16836" y="3156"/>
                </a:lnTo>
                <a:lnTo>
                  <a:pt x="15235" y="3518"/>
                </a:lnTo>
                <a:lnTo>
                  <a:pt x="13625" y="3882"/>
                </a:lnTo>
                <a:lnTo>
                  <a:pt x="12000" y="4249"/>
                </a:lnTo>
                <a:lnTo>
                  <a:pt x="12408" y="5552"/>
                </a:lnTo>
                <a:lnTo>
                  <a:pt x="12823" y="6856"/>
                </a:lnTo>
                <a:lnTo>
                  <a:pt x="13243" y="8157"/>
                </a:lnTo>
                <a:lnTo>
                  <a:pt x="13670" y="9456"/>
                </a:lnTo>
                <a:lnTo>
                  <a:pt x="14100" y="10756"/>
                </a:lnTo>
                <a:lnTo>
                  <a:pt x="14489" y="11966"/>
                </a:lnTo>
                <a:lnTo>
                  <a:pt x="14882" y="13183"/>
                </a:lnTo>
                <a:lnTo>
                  <a:pt x="15281" y="14417"/>
                </a:lnTo>
                <a:lnTo>
                  <a:pt x="15504" y="14835"/>
                </a:lnTo>
                <a:lnTo>
                  <a:pt x="15900" y="15573"/>
                </a:lnTo>
                <a:lnTo>
                  <a:pt x="16800" y="17262"/>
                </a:lnTo>
                <a:lnTo>
                  <a:pt x="18386" y="17262"/>
                </a:lnTo>
                <a:lnTo>
                  <a:pt x="19982" y="17262"/>
                </a:lnTo>
                <a:lnTo>
                  <a:pt x="21600" y="17262"/>
                </a:lnTo>
                <a:lnTo>
                  <a:pt x="21600" y="18696"/>
                </a:lnTo>
                <a:lnTo>
                  <a:pt x="21600" y="20138"/>
                </a:lnTo>
                <a:lnTo>
                  <a:pt x="21600" y="21600"/>
                </a:lnTo>
                <a:lnTo>
                  <a:pt x="20016" y="21600"/>
                </a:lnTo>
                <a:lnTo>
                  <a:pt x="18430" y="21600"/>
                </a:lnTo>
                <a:lnTo>
                  <a:pt x="16843" y="21600"/>
                </a:lnTo>
                <a:lnTo>
                  <a:pt x="15252" y="21600"/>
                </a:lnTo>
                <a:lnTo>
                  <a:pt x="13656" y="21600"/>
                </a:lnTo>
                <a:lnTo>
                  <a:pt x="12053" y="21600"/>
                </a:lnTo>
                <a:lnTo>
                  <a:pt x="10445" y="21600"/>
                </a:lnTo>
                <a:lnTo>
                  <a:pt x="8827" y="21600"/>
                </a:lnTo>
                <a:lnTo>
                  <a:pt x="7200" y="21600"/>
                </a:lnTo>
                <a:lnTo>
                  <a:pt x="7200" y="20051"/>
                </a:lnTo>
                <a:lnTo>
                  <a:pt x="7200" y="18501"/>
                </a:lnTo>
                <a:lnTo>
                  <a:pt x="7200" y="16952"/>
                </a:lnTo>
                <a:lnTo>
                  <a:pt x="7200" y="15403"/>
                </a:lnTo>
                <a:lnTo>
                  <a:pt x="7200" y="13855"/>
                </a:lnTo>
                <a:lnTo>
                  <a:pt x="7200" y="12304"/>
                </a:lnTo>
                <a:lnTo>
                  <a:pt x="7200" y="10756"/>
                </a:lnTo>
                <a:lnTo>
                  <a:pt x="5614" y="10756"/>
                </a:lnTo>
                <a:lnTo>
                  <a:pt x="4018" y="10756"/>
                </a:lnTo>
                <a:lnTo>
                  <a:pt x="2400" y="10756"/>
                </a:lnTo>
                <a:lnTo>
                  <a:pt x="1925" y="12044"/>
                </a:lnTo>
                <a:lnTo>
                  <a:pt x="1447" y="13337"/>
                </a:lnTo>
                <a:lnTo>
                  <a:pt x="970" y="14634"/>
                </a:lnTo>
                <a:lnTo>
                  <a:pt x="487" y="15941"/>
                </a:lnTo>
                <a:lnTo>
                  <a:pt x="0" y="17262"/>
                </a:lnTo>
                <a:lnTo>
                  <a:pt x="0" y="15759"/>
                </a:lnTo>
                <a:lnTo>
                  <a:pt x="0" y="14254"/>
                </a:lnTo>
                <a:lnTo>
                  <a:pt x="0" y="12749"/>
                </a:lnTo>
                <a:lnTo>
                  <a:pt x="0" y="11241"/>
                </a:lnTo>
                <a:lnTo>
                  <a:pt x="0" y="9727"/>
                </a:lnTo>
                <a:lnTo>
                  <a:pt x="0" y="8211"/>
                </a:lnTo>
                <a:lnTo>
                  <a:pt x="0" y="6689"/>
                </a:lnTo>
                <a:lnTo>
                  <a:pt x="0" y="5160"/>
                </a:lnTo>
                <a:lnTo>
                  <a:pt x="0" y="3624"/>
                </a:lnTo>
                <a:lnTo>
                  <a:pt x="0" y="2080"/>
                </a:lnTo>
                <a:lnTo>
                  <a:pt x="3298" y="1486"/>
                </a:lnTo>
                <a:lnTo>
                  <a:pt x="6106" y="991"/>
                </a:lnTo>
                <a:lnTo>
                  <a:pt x="8482" y="594"/>
                </a:lnTo>
                <a:lnTo>
                  <a:pt x="10490" y="297"/>
                </a:lnTo>
                <a:lnTo>
                  <a:pt x="12185" y="100"/>
                </a:lnTo>
                <a:lnTo>
                  <a:pt x="13627" y="0"/>
                </a:lnTo>
                <a:lnTo>
                  <a:pt x="14875" y="0"/>
                </a:lnTo>
                <a:lnTo>
                  <a:pt x="15989" y="100"/>
                </a:lnTo>
                <a:lnTo>
                  <a:pt x="17028" y="297"/>
                </a:lnTo>
                <a:lnTo>
                  <a:pt x="18048" y="594"/>
                </a:lnTo>
                <a:lnTo>
                  <a:pt x="19111" y="991"/>
                </a:lnTo>
                <a:lnTo>
                  <a:pt x="20275" y="1486"/>
                </a:lnTo>
                <a:lnTo>
                  <a:pt x="21600" y="2080"/>
                </a:lnTo>
                <a:close/>
              </a:path>
            </a:pathLst>
          </a:custGeom>
          <a:solidFill>
            <a:srgbClr val="FC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0" name="contour_05498"/>
          <p:cNvSpPr/>
          <p:nvPr/>
        </p:nvSpPr>
        <p:spPr>
          <a:xfrm>
            <a:off x="8565107" y="5589889"/>
            <a:ext cx="4734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50" y="0"/>
                </a:moveTo>
                <a:lnTo>
                  <a:pt x="6361" y="190"/>
                </a:lnTo>
                <a:lnTo>
                  <a:pt x="8140" y="412"/>
                </a:lnTo>
                <a:lnTo>
                  <a:pt x="10807" y="860"/>
                </a:lnTo>
                <a:lnTo>
                  <a:pt x="12619" y="1161"/>
                </a:lnTo>
                <a:lnTo>
                  <a:pt x="14458" y="1465"/>
                </a:lnTo>
                <a:lnTo>
                  <a:pt x="15844" y="1712"/>
                </a:lnTo>
                <a:lnTo>
                  <a:pt x="17251" y="1964"/>
                </a:lnTo>
                <a:lnTo>
                  <a:pt x="16426" y="2936"/>
                </a:lnTo>
                <a:lnTo>
                  <a:pt x="15601" y="3912"/>
                </a:lnTo>
                <a:lnTo>
                  <a:pt x="14767" y="4895"/>
                </a:lnTo>
                <a:lnTo>
                  <a:pt x="13926" y="5891"/>
                </a:lnTo>
                <a:lnTo>
                  <a:pt x="15545" y="6231"/>
                </a:lnTo>
                <a:lnTo>
                  <a:pt x="17184" y="6574"/>
                </a:lnTo>
                <a:lnTo>
                  <a:pt x="19159" y="7348"/>
                </a:lnTo>
                <a:lnTo>
                  <a:pt x="20277" y="7970"/>
                </a:lnTo>
                <a:lnTo>
                  <a:pt x="20945" y="8764"/>
                </a:lnTo>
                <a:lnTo>
                  <a:pt x="21577" y="10056"/>
                </a:lnTo>
                <a:lnTo>
                  <a:pt x="21600" y="12351"/>
                </a:lnTo>
                <a:lnTo>
                  <a:pt x="21550" y="14117"/>
                </a:lnTo>
                <a:lnTo>
                  <a:pt x="21367" y="15475"/>
                </a:lnTo>
                <a:lnTo>
                  <a:pt x="20985" y="16546"/>
                </a:lnTo>
                <a:lnTo>
                  <a:pt x="20340" y="17449"/>
                </a:lnTo>
                <a:lnTo>
                  <a:pt x="19372" y="18309"/>
                </a:lnTo>
                <a:lnTo>
                  <a:pt x="18019" y="19242"/>
                </a:lnTo>
                <a:lnTo>
                  <a:pt x="16213" y="20373"/>
                </a:lnTo>
                <a:lnTo>
                  <a:pt x="13430" y="20972"/>
                </a:lnTo>
                <a:lnTo>
                  <a:pt x="11455" y="21335"/>
                </a:lnTo>
                <a:lnTo>
                  <a:pt x="9746" y="21521"/>
                </a:lnTo>
                <a:lnTo>
                  <a:pt x="7771" y="21590"/>
                </a:lnTo>
                <a:lnTo>
                  <a:pt x="4988" y="21600"/>
                </a:lnTo>
                <a:lnTo>
                  <a:pt x="2457" y="20424"/>
                </a:lnTo>
                <a:lnTo>
                  <a:pt x="1091" y="19562"/>
                </a:lnTo>
                <a:lnTo>
                  <a:pt x="429" y="18586"/>
                </a:lnTo>
                <a:lnTo>
                  <a:pt x="0" y="17074"/>
                </a:lnTo>
                <a:lnTo>
                  <a:pt x="17" y="15752"/>
                </a:lnTo>
                <a:lnTo>
                  <a:pt x="63" y="14435"/>
                </a:lnTo>
                <a:lnTo>
                  <a:pt x="136" y="13119"/>
                </a:lnTo>
                <a:lnTo>
                  <a:pt x="233" y="11805"/>
                </a:lnTo>
                <a:lnTo>
                  <a:pt x="349" y="10490"/>
                </a:lnTo>
                <a:lnTo>
                  <a:pt x="482" y="9174"/>
                </a:lnTo>
                <a:lnTo>
                  <a:pt x="625" y="7855"/>
                </a:lnTo>
                <a:lnTo>
                  <a:pt x="569" y="6794"/>
                </a:lnTo>
                <a:lnTo>
                  <a:pt x="512" y="5728"/>
                </a:lnTo>
                <a:lnTo>
                  <a:pt x="456" y="4648"/>
                </a:lnTo>
                <a:lnTo>
                  <a:pt x="605" y="3065"/>
                </a:lnTo>
                <a:lnTo>
                  <a:pt x="1021" y="2054"/>
                </a:lnTo>
                <a:lnTo>
                  <a:pt x="2025" y="1176"/>
                </a:lnTo>
                <a:lnTo>
                  <a:pt x="3950" y="0"/>
                </a:lnTo>
                <a:close/>
              </a:path>
            </a:pathLst>
          </a:custGeom>
          <a:solidFill>
            <a:srgbClr val="E8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1" name="contour_05499"/>
          <p:cNvSpPr/>
          <p:nvPr/>
        </p:nvSpPr>
        <p:spPr>
          <a:xfrm>
            <a:off x="11736032" y="5517010"/>
            <a:ext cx="50593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77" y="0"/>
                </a:moveTo>
                <a:lnTo>
                  <a:pt x="19873" y="830"/>
                </a:lnTo>
                <a:lnTo>
                  <a:pt x="20564" y="1633"/>
                </a:lnTo>
                <a:lnTo>
                  <a:pt x="21068" y="2413"/>
                </a:lnTo>
                <a:lnTo>
                  <a:pt x="21395" y="3176"/>
                </a:lnTo>
                <a:lnTo>
                  <a:pt x="21569" y="3931"/>
                </a:lnTo>
                <a:lnTo>
                  <a:pt x="21600" y="4681"/>
                </a:lnTo>
                <a:lnTo>
                  <a:pt x="21507" y="5434"/>
                </a:lnTo>
                <a:lnTo>
                  <a:pt x="21308" y="6194"/>
                </a:lnTo>
                <a:lnTo>
                  <a:pt x="21015" y="6971"/>
                </a:lnTo>
                <a:lnTo>
                  <a:pt x="20651" y="7768"/>
                </a:lnTo>
                <a:lnTo>
                  <a:pt x="20225" y="8592"/>
                </a:lnTo>
                <a:lnTo>
                  <a:pt x="19755" y="9450"/>
                </a:lnTo>
                <a:lnTo>
                  <a:pt x="19543" y="9851"/>
                </a:lnTo>
                <a:lnTo>
                  <a:pt x="18899" y="11062"/>
                </a:lnTo>
                <a:lnTo>
                  <a:pt x="18389" y="11906"/>
                </a:lnTo>
                <a:lnTo>
                  <a:pt x="17838" y="12731"/>
                </a:lnTo>
                <a:lnTo>
                  <a:pt x="17244" y="13538"/>
                </a:lnTo>
                <a:lnTo>
                  <a:pt x="16600" y="14328"/>
                </a:lnTo>
                <a:lnTo>
                  <a:pt x="15906" y="15103"/>
                </a:lnTo>
                <a:lnTo>
                  <a:pt x="15153" y="15864"/>
                </a:lnTo>
                <a:lnTo>
                  <a:pt x="14338" y="16613"/>
                </a:lnTo>
                <a:lnTo>
                  <a:pt x="13457" y="17350"/>
                </a:lnTo>
                <a:lnTo>
                  <a:pt x="12505" y="18076"/>
                </a:lnTo>
                <a:lnTo>
                  <a:pt x="11478" y="18793"/>
                </a:lnTo>
                <a:lnTo>
                  <a:pt x="10374" y="19502"/>
                </a:lnTo>
                <a:lnTo>
                  <a:pt x="9182" y="20207"/>
                </a:lnTo>
                <a:lnTo>
                  <a:pt x="7903" y="20905"/>
                </a:lnTo>
                <a:lnTo>
                  <a:pt x="6531" y="21600"/>
                </a:lnTo>
                <a:lnTo>
                  <a:pt x="4677" y="21343"/>
                </a:lnTo>
                <a:lnTo>
                  <a:pt x="3410" y="21133"/>
                </a:lnTo>
                <a:lnTo>
                  <a:pt x="2147" y="20856"/>
                </a:lnTo>
                <a:lnTo>
                  <a:pt x="308" y="20400"/>
                </a:lnTo>
                <a:lnTo>
                  <a:pt x="84" y="19627"/>
                </a:lnTo>
                <a:lnTo>
                  <a:pt x="0" y="18842"/>
                </a:lnTo>
                <a:lnTo>
                  <a:pt x="47" y="18048"/>
                </a:lnTo>
                <a:lnTo>
                  <a:pt x="218" y="17246"/>
                </a:lnTo>
                <a:lnTo>
                  <a:pt x="504" y="16436"/>
                </a:lnTo>
                <a:lnTo>
                  <a:pt x="896" y="15620"/>
                </a:lnTo>
                <a:lnTo>
                  <a:pt x="1388" y="14801"/>
                </a:lnTo>
                <a:lnTo>
                  <a:pt x="1973" y="13976"/>
                </a:lnTo>
                <a:lnTo>
                  <a:pt x="2642" y="13151"/>
                </a:lnTo>
                <a:lnTo>
                  <a:pt x="3382" y="12324"/>
                </a:lnTo>
                <a:lnTo>
                  <a:pt x="4194" y="11498"/>
                </a:lnTo>
                <a:lnTo>
                  <a:pt x="5062" y="10674"/>
                </a:lnTo>
                <a:lnTo>
                  <a:pt x="5983" y="9852"/>
                </a:lnTo>
                <a:lnTo>
                  <a:pt x="6948" y="9034"/>
                </a:lnTo>
                <a:lnTo>
                  <a:pt x="7947" y="8221"/>
                </a:lnTo>
                <a:lnTo>
                  <a:pt x="8974" y="7416"/>
                </a:lnTo>
                <a:lnTo>
                  <a:pt x="10019" y="6618"/>
                </a:lnTo>
                <a:lnTo>
                  <a:pt x="11077" y="5830"/>
                </a:lnTo>
                <a:lnTo>
                  <a:pt x="12138" y="5051"/>
                </a:lnTo>
                <a:lnTo>
                  <a:pt x="13193" y="4285"/>
                </a:lnTo>
                <a:lnTo>
                  <a:pt x="14235" y="3530"/>
                </a:lnTo>
                <a:lnTo>
                  <a:pt x="15256" y="2791"/>
                </a:lnTo>
                <a:lnTo>
                  <a:pt x="16251" y="2068"/>
                </a:lnTo>
                <a:lnTo>
                  <a:pt x="17207" y="1360"/>
                </a:lnTo>
                <a:lnTo>
                  <a:pt x="18118" y="671"/>
                </a:lnTo>
                <a:lnTo>
                  <a:pt x="18977" y="0"/>
                </a:lnTo>
                <a:close/>
              </a:path>
            </a:pathLst>
          </a:custGeom>
          <a:solidFill>
            <a:srgbClr val="BDD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2" name="contour_05500"/>
          <p:cNvSpPr/>
          <p:nvPr/>
        </p:nvSpPr>
        <p:spPr>
          <a:xfrm>
            <a:off x="4120802" y="5589889"/>
            <a:ext cx="51016" cy="109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7" y="0"/>
                </a:lnTo>
                <a:lnTo>
                  <a:pt x="13349" y="0"/>
                </a:lnTo>
                <a:lnTo>
                  <a:pt x="15429" y="0"/>
                </a:lnTo>
                <a:lnTo>
                  <a:pt x="16604" y="834"/>
                </a:lnTo>
                <a:lnTo>
                  <a:pt x="17502" y="1683"/>
                </a:lnTo>
                <a:lnTo>
                  <a:pt x="18166" y="2549"/>
                </a:lnTo>
                <a:lnTo>
                  <a:pt x="18638" y="3436"/>
                </a:lnTo>
                <a:lnTo>
                  <a:pt x="18965" y="4344"/>
                </a:lnTo>
                <a:lnTo>
                  <a:pt x="19187" y="5278"/>
                </a:lnTo>
                <a:lnTo>
                  <a:pt x="19347" y="6239"/>
                </a:lnTo>
                <a:lnTo>
                  <a:pt x="19489" y="7229"/>
                </a:lnTo>
                <a:lnTo>
                  <a:pt x="19619" y="8063"/>
                </a:lnTo>
                <a:lnTo>
                  <a:pt x="19749" y="8901"/>
                </a:lnTo>
                <a:lnTo>
                  <a:pt x="19881" y="9751"/>
                </a:lnTo>
                <a:lnTo>
                  <a:pt x="20005" y="10618"/>
                </a:lnTo>
                <a:lnTo>
                  <a:pt x="20125" y="11490"/>
                </a:lnTo>
                <a:lnTo>
                  <a:pt x="20248" y="12374"/>
                </a:lnTo>
                <a:lnTo>
                  <a:pt x="20384" y="13252"/>
                </a:lnTo>
                <a:lnTo>
                  <a:pt x="20517" y="14136"/>
                </a:lnTo>
                <a:lnTo>
                  <a:pt x="20653" y="15031"/>
                </a:lnTo>
                <a:lnTo>
                  <a:pt x="20792" y="15958"/>
                </a:lnTo>
                <a:lnTo>
                  <a:pt x="20930" y="16884"/>
                </a:lnTo>
                <a:lnTo>
                  <a:pt x="21066" y="17811"/>
                </a:lnTo>
                <a:lnTo>
                  <a:pt x="21202" y="18738"/>
                </a:lnTo>
                <a:lnTo>
                  <a:pt x="21335" y="19665"/>
                </a:lnTo>
                <a:lnTo>
                  <a:pt x="21467" y="20593"/>
                </a:lnTo>
                <a:lnTo>
                  <a:pt x="21600" y="21520"/>
                </a:lnTo>
                <a:lnTo>
                  <a:pt x="19418" y="21573"/>
                </a:lnTo>
                <a:lnTo>
                  <a:pt x="17848" y="21600"/>
                </a:lnTo>
                <a:lnTo>
                  <a:pt x="16441" y="21600"/>
                </a:lnTo>
                <a:lnTo>
                  <a:pt x="14753" y="21573"/>
                </a:lnTo>
                <a:lnTo>
                  <a:pt x="12343" y="21520"/>
                </a:lnTo>
                <a:lnTo>
                  <a:pt x="10707" y="20752"/>
                </a:lnTo>
                <a:lnTo>
                  <a:pt x="9544" y="20165"/>
                </a:lnTo>
                <a:lnTo>
                  <a:pt x="8677" y="19637"/>
                </a:lnTo>
                <a:lnTo>
                  <a:pt x="7943" y="19049"/>
                </a:lnTo>
                <a:lnTo>
                  <a:pt x="7165" y="18282"/>
                </a:lnTo>
                <a:lnTo>
                  <a:pt x="6171" y="17216"/>
                </a:lnTo>
                <a:lnTo>
                  <a:pt x="6443" y="16203"/>
                </a:lnTo>
                <a:lnTo>
                  <a:pt x="6826" y="15243"/>
                </a:lnTo>
                <a:lnTo>
                  <a:pt x="7310" y="14316"/>
                </a:lnTo>
                <a:lnTo>
                  <a:pt x="7884" y="13395"/>
                </a:lnTo>
                <a:lnTo>
                  <a:pt x="8538" y="12457"/>
                </a:lnTo>
                <a:lnTo>
                  <a:pt x="9257" y="11477"/>
                </a:lnTo>
                <a:lnTo>
                  <a:pt x="9257" y="12425"/>
                </a:lnTo>
                <a:lnTo>
                  <a:pt x="9257" y="13379"/>
                </a:lnTo>
                <a:lnTo>
                  <a:pt x="9257" y="14346"/>
                </a:lnTo>
                <a:lnTo>
                  <a:pt x="11297" y="14346"/>
                </a:lnTo>
                <a:lnTo>
                  <a:pt x="13349" y="14346"/>
                </a:lnTo>
                <a:lnTo>
                  <a:pt x="15429" y="14346"/>
                </a:lnTo>
                <a:lnTo>
                  <a:pt x="14142" y="13372"/>
                </a:lnTo>
                <a:lnTo>
                  <a:pt x="12864" y="12486"/>
                </a:lnTo>
                <a:lnTo>
                  <a:pt x="11571" y="11675"/>
                </a:lnTo>
                <a:lnTo>
                  <a:pt x="10238" y="10929"/>
                </a:lnTo>
                <a:lnTo>
                  <a:pt x="8841" y="10236"/>
                </a:lnTo>
                <a:lnTo>
                  <a:pt x="7350" y="9586"/>
                </a:lnTo>
                <a:lnTo>
                  <a:pt x="5746" y="8967"/>
                </a:lnTo>
                <a:lnTo>
                  <a:pt x="4002" y="8365"/>
                </a:lnTo>
                <a:lnTo>
                  <a:pt x="2095" y="7771"/>
                </a:lnTo>
                <a:lnTo>
                  <a:pt x="0" y="7173"/>
                </a:lnTo>
                <a:lnTo>
                  <a:pt x="1046" y="6272"/>
                </a:lnTo>
                <a:lnTo>
                  <a:pt x="2104" y="5376"/>
                </a:lnTo>
                <a:lnTo>
                  <a:pt x="3169" y="4480"/>
                </a:lnTo>
                <a:lnTo>
                  <a:pt x="4243" y="3587"/>
                </a:lnTo>
                <a:lnTo>
                  <a:pt x="5030" y="2920"/>
                </a:lnTo>
                <a:lnTo>
                  <a:pt x="5823" y="2250"/>
                </a:lnTo>
                <a:lnTo>
                  <a:pt x="6628" y="1570"/>
                </a:lnTo>
                <a:lnTo>
                  <a:pt x="7282" y="1179"/>
                </a:lnTo>
                <a:lnTo>
                  <a:pt x="9257" y="0"/>
                </a:lnTo>
                <a:close/>
              </a:path>
            </a:pathLst>
          </a:custGeom>
          <a:solidFill>
            <a:srgbClr val="DF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3" name="contour_05501"/>
          <p:cNvSpPr/>
          <p:nvPr/>
        </p:nvSpPr>
        <p:spPr>
          <a:xfrm>
            <a:off x="5665178" y="5487143"/>
            <a:ext cx="80846" cy="45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83" y="0"/>
                </a:moveTo>
                <a:lnTo>
                  <a:pt x="15509" y="62"/>
                </a:lnTo>
                <a:lnTo>
                  <a:pt x="16853" y="120"/>
                </a:lnTo>
                <a:lnTo>
                  <a:pt x="18187" y="168"/>
                </a:lnTo>
                <a:lnTo>
                  <a:pt x="19538" y="213"/>
                </a:lnTo>
                <a:lnTo>
                  <a:pt x="20562" y="275"/>
                </a:lnTo>
                <a:lnTo>
                  <a:pt x="21600" y="336"/>
                </a:lnTo>
                <a:lnTo>
                  <a:pt x="21600" y="2605"/>
                </a:lnTo>
                <a:lnTo>
                  <a:pt x="21600" y="4888"/>
                </a:lnTo>
                <a:lnTo>
                  <a:pt x="21600" y="7201"/>
                </a:lnTo>
                <a:lnTo>
                  <a:pt x="20315" y="7201"/>
                </a:lnTo>
                <a:lnTo>
                  <a:pt x="19018" y="7201"/>
                </a:lnTo>
                <a:lnTo>
                  <a:pt x="17706" y="7201"/>
                </a:lnTo>
                <a:lnTo>
                  <a:pt x="17706" y="9470"/>
                </a:lnTo>
                <a:lnTo>
                  <a:pt x="17706" y="11739"/>
                </a:lnTo>
                <a:lnTo>
                  <a:pt x="17706" y="14014"/>
                </a:lnTo>
                <a:lnTo>
                  <a:pt x="17706" y="16304"/>
                </a:lnTo>
                <a:lnTo>
                  <a:pt x="17706" y="18607"/>
                </a:lnTo>
                <a:lnTo>
                  <a:pt x="17706" y="20931"/>
                </a:lnTo>
                <a:lnTo>
                  <a:pt x="16391" y="21037"/>
                </a:lnTo>
                <a:lnTo>
                  <a:pt x="15077" y="21130"/>
                </a:lnTo>
                <a:lnTo>
                  <a:pt x="13763" y="21216"/>
                </a:lnTo>
                <a:lnTo>
                  <a:pt x="12448" y="21291"/>
                </a:lnTo>
                <a:lnTo>
                  <a:pt x="11134" y="21360"/>
                </a:lnTo>
                <a:lnTo>
                  <a:pt x="10591" y="21394"/>
                </a:lnTo>
                <a:lnTo>
                  <a:pt x="9631" y="21456"/>
                </a:lnTo>
                <a:lnTo>
                  <a:pt x="7436" y="21600"/>
                </a:lnTo>
                <a:lnTo>
                  <a:pt x="5777" y="21250"/>
                </a:lnTo>
                <a:lnTo>
                  <a:pt x="4650" y="20876"/>
                </a:lnTo>
                <a:lnTo>
                  <a:pt x="3779" y="20303"/>
                </a:lnTo>
                <a:lnTo>
                  <a:pt x="2888" y="19345"/>
                </a:lnTo>
                <a:lnTo>
                  <a:pt x="1702" y="17818"/>
                </a:lnTo>
                <a:lnTo>
                  <a:pt x="880" y="15487"/>
                </a:lnTo>
                <a:lnTo>
                  <a:pt x="358" y="13307"/>
                </a:lnTo>
                <a:lnTo>
                  <a:pt x="84" y="11162"/>
                </a:lnTo>
                <a:lnTo>
                  <a:pt x="0" y="8938"/>
                </a:lnTo>
                <a:lnTo>
                  <a:pt x="51" y="6511"/>
                </a:lnTo>
                <a:lnTo>
                  <a:pt x="181" y="3769"/>
                </a:lnTo>
                <a:lnTo>
                  <a:pt x="1203" y="3827"/>
                </a:lnTo>
                <a:lnTo>
                  <a:pt x="2241" y="3889"/>
                </a:lnTo>
                <a:lnTo>
                  <a:pt x="2911" y="3913"/>
                </a:lnTo>
                <a:lnTo>
                  <a:pt x="4926" y="3982"/>
                </a:lnTo>
                <a:lnTo>
                  <a:pt x="6252" y="4043"/>
                </a:lnTo>
                <a:lnTo>
                  <a:pt x="7596" y="4102"/>
                </a:lnTo>
                <a:lnTo>
                  <a:pt x="8945" y="3676"/>
                </a:lnTo>
                <a:lnTo>
                  <a:pt x="9993" y="2942"/>
                </a:lnTo>
                <a:lnTo>
                  <a:pt x="10891" y="2053"/>
                </a:lnTo>
                <a:lnTo>
                  <a:pt x="11788" y="1164"/>
                </a:lnTo>
                <a:lnTo>
                  <a:pt x="12836" y="429"/>
                </a:lnTo>
                <a:lnTo>
                  <a:pt x="14183" y="0"/>
                </a:lnTo>
                <a:close/>
              </a:path>
            </a:pathLst>
          </a:custGeom>
          <a:solidFill>
            <a:srgbClr val="2C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4" name="contour_05502"/>
          <p:cNvSpPr/>
          <p:nvPr/>
        </p:nvSpPr>
        <p:spPr>
          <a:xfrm>
            <a:off x="1132725" y="5473282"/>
            <a:ext cx="153048" cy="437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51" y="4318"/>
                </a:lnTo>
                <a:lnTo>
                  <a:pt x="21138" y="7809"/>
                </a:lnTo>
                <a:lnTo>
                  <a:pt x="20943" y="10606"/>
                </a:lnTo>
                <a:lnTo>
                  <a:pt x="20747" y="12835"/>
                </a:lnTo>
                <a:lnTo>
                  <a:pt x="20531" y="14629"/>
                </a:lnTo>
                <a:lnTo>
                  <a:pt x="20278" y="16114"/>
                </a:lnTo>
                <a:lnTo>
                  <a:pt x="19968" y="17422"/>
                </a:lnTo>
                <a:lnTo>
                  <a:pt x="19583" y="18681"/>
                </a:lnTo>
                <a:lnTo>
                  <a:pt x="19105" y="20022"/>
                </a:lnTo>
                <a:lnTo>
                  <a:pt x="18514" y="21571"/>
                </a:lnTo>
                <a:lnTo>
                  <a:pt x="17777" y="21600"/>
                </a:lnTo>
                <a:lnTo>
                  <a:pt x="17069" y="21560"/>
                </a:lnTo>
                <a:lnTo>
                  <a:pt x="16377" y="21456"/>
                </a:lnTo>
                <a:lnTo>
                  <a:pt x="15688" y="21280"/>
                </a:lnTo>
                <a:lnTo>
                  <a:pt x="14987" y="21028"/>
                </a:lnTo>
                <a:lnTo>
                  <a:pt x="14263" y="20701"/>
                </a:lnTo>
                <a:lnTo>
                  <a:pt x="13649" y="20446"/>
                </a:lnTo>
                <a:lnTo>
                  <a:pt x="13027" y="20187"/>
                </a:lnTo>
                <a:lnTo>
                  <a:pt x="12377" y="19907"/>
                </a:lnTo>
                <a:lnTo>
                  <a:pt x="11727" y="19623"/>
                </a:lnTo>
                <a:lnTo>
                  <a:pt x="11077" y="19328"/>
                </a:lnTo>
                <a:lnTo>
                  <a:pt x="10428" y="19029"/>
                </a:lnTo>
                <a:lnTo>
                  <a:pt x="9778" y="18727"/>
                </a:lnTo>
                <a:lnTo>
                  <a:pt x="9129" y="18425"/>
                </a:lnTo>
                <a:lnTo>
                  <a:pt x="8467" y="18141"/>
                </a:lnTo>
                <a:lnTo>
                  <a:pt x="7805" y="17854"/>
                </a:lnTo>
                <a:lnTo>
                  <a:pt x="7143" y="17570"/>
                </a:lnTo>
                <a:lnTo>
                  <a:pt x="6481" y="17289"/>
                </a:lnTo>
                <a:lnTo>
                  <a:pt x="5760" y="16977"/>
                </a:lnTo>
                <a:lnTo>
                  <a:pt x="5040" y="16664"/>
                </a:lnTo>
                <a:lnTo>
                  <a:pt x="4320" y="16347"/>
                </a:lnTo>
                <a:lnTo>
                  <a:pt x="3599" y="16024"/>
                </a:lnTo>
                <a:lnTo>
                  <a:pt x="2879" y="15700"/>
                </a:lnTo>
                <a:lnTo>
                  <a:pt x="2159" y="15373"/>
                </a:lnTo>
                <a:lnTo>
                  <a:pt x="1439" y="15046"/>
                </a:lnTo>
                <a:lnTo>
                  <a:pt x="720" y="14715"/>
                </a:lnTo>
                <a:lnTo>
                  <a:pt x="0" y="14381"/>
                </a:lnTo>
                <a:lnTo>
                  <a:pt x="0" y="12598"/>
                </a:lnTo>
                <a:lnTo>
                  <a:pt x="0" y="10786"/>
                </a:lnTo>
                <a:lnTo>
                  <a:pt x="653" y="10484"/>
                </a:lnTo>
                <a:lnTo>
                  <a:pt x="1307" y="10182"/>
                </a:lnTo>
                <a:lnTo>
                  <a:pt x="1960" y="9883"/>
                </a:lnTo>
                <a:lnTo>
                  <a:pt x="2614" y="9581"/>
                </a:lnTo>
                <a:lnTo>
                  <a:pt x="3268" y="9286"/>
                </a:lnTo>
                <a:lnTo>
                  <a:pt x="3921" y="8988"/>
                </a:lnTo>
                <a:lnTo>
                  <a:pt x="4472" y="8729"/>
                </a:lnTo>
                <a:lnTo>
                  <a:pt x="5033" y="8467"/>
                </a:lnTo>
                <a:lnTo>
                  <a:pt x="5733" y="8168"/>
                </a:lnTo>
                <a:lnTo>
                  <a:pt x="6431" y="7902"/>
                </a:lnTo>
                <a:lnTo>
                  <a:pt x="7125" y="7676"/>
                </a:lnTo>
                <a:lnTo>
                  <a:pt x="7818" y="7485"/>
                </a:lnTo>
                <a:lnTo>
                  <a:pt x="8511" y="7334"/>
                </a:lnTo>
                <a:lnTo>
                  <a:pt x="9207" y="7226"/>
                </a:lnTo>
                <a:lnTo>
                  <a:pt x="9904" y="7169"/>
                </a:lnTo>
                <a:lnTo>
                  <a:pt x="10607" y="7154"/>
                </a:lnTo>
                <a:lnTo>
                  <a:pt x="11314" y="7190"/>
                </a:lnTo>
                <a:lnTo>
                  <a:pt x="11314" y="9567"/>
                </a:lnTo>
                <a:lnTo>
                  <a:pt x="11314" y="11958"/>
                </a:lnTo>
                <a:lnTo>
                  <a:pt x="11314" y="14381"/>
                </a:lnTo>
                <a:lnTo>
                  <a:pt x="12559" y="12763"/>
                </a:lnTo>
                <a:lnTo>
                  <a:pt x="13586" y="11418"/>
                </a:lnTo>
                <a:lnTo>
                  <a:pt x="14428" y="10293"/>
                </a:lnTo>
                <a:lnTo>
                  <a:pt x="15115" y="9337"/>
                </a:lnTo>
                <a:lnTo>
                  <a:pt x="15677" y="8499"/>
                </a:lnTo>
                <a:lnTo>
                  <a:pt x="16148" y="7730"/>
                </a:lnTo>
                <a:lnTo>
                  <a:pt x="16557" y="6982"/>
                </a:lnTo>
                <a:lnTo>
                  <a:pt x="16934" y="6198"/>
                </a:lnTo>
                <a:lnTo>
                  <a:pt x="17313" y="5332"/>
                </a:lnTo>
                <a:lnTo>
                  <a:pt x="17722" y="4332"/>
                </a:lnTo>
                <a:lnTo>
                  <a:pt x="18193" y="3146"/>
                </a:lnTo>
                <a:lnTo>
                  <a:pt x="18868" y="1611"/>
                </a:lnTo>
                <a:lnTo>
                  <a:pt x="19383" y="679"/>
                </a:lnTo>
                <a:lnTo>
                  <a:pt x="19901" y="201"/>
                </a:lnTo>
                <a:lnTo>
                  <a:pt x="20586" y="25"/>
                </a:lnTo>
                <a:lnTo>
                  <a:pt x="21600" y="0"/>
                </a:lnTo>
                <a:close/>
              </a:path>
            </a:pathLst>
          </a:custGeom>
          <a:solidFill>
            <a:srgbClr val="CDBBE2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5" name="contour_05503"/>
          <p:cNvSpPr/>
          <p:nvPr/>
        </p:nvSpPr>
        <p:spPr>
          <a:xfrm>
            <a:off x="4776721" y="5400402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215" y="194"/>
                </a:lnTo>
                <a:lnTo>
                  <a:pt x="10578" y="389"/>
                </a:lnTo>
                <a:lnTo>
                  <a:pt x="11941" y="583"/>
                </a:lnTo>
                <a:lnTo>
                  <a:pt x="13306" y="780"/>
                </a:lnTo>
                <a:lnTo>
                  <a:pt x="14676" y="974"/>
                </a:lnTo>
                <a:lnTo>
                  <a:pt x="16049" y="1170"/>
                </a:lnTo>
                <a:lnTo>
                  <a:pt x="17427" y="1367"/>
                </a:lnTo>
                <a:lnTo>
                  <a:pt x="18812" y="1565"/>
                </a:lnTo>
                <a:lnTo>
                  <a:pt x="20202" y="1763"/>
                </a:lnTo>
                <a:lnTo>
                  <a:pt x="21600" y="1964"/>
                </a:lnTo>
                <a:lnTo>
                  <a:pt x="21211" y="3130"/>
                </a:lnTo>
                <a:lnTo>
                  <a:pt x="20820" y="4300"/>
                </a:lnTo>
                <a:lnTo>
                  <a:pt x="20430" y="5475"/>
                </a:lnTo>
                <a:lnTo>
                  <a:pt x="20035" y="6659"/>
                </a:lnTo>
                <a:lnTo>
                  <a:pt x="19636" y="7855"/>
                </a:lnTo>
                <a:lnTo>
                  <a:pt x="19466" y="9245"/>
                </a:lnTo>
                <a:lnTo>
                  <a:pt x="19303" y="10635"/>
                </a:lnTo>
                <a:lnTo>
                  <a:pt x="19145" y="12027"/>
                </a:lnTo>
                <a:lnTo>
                  <a:pt x="18790" y="13514"/>
                </a:lnTo>
                <a:lnTo>
                  <a:pt x="18407" y="14468"/>
                </a:lnTo>
                <a:lnTo>
                  <a:pt x="17673" y="15709"/>
                </a:lnTo>
                <a:lnTo>
                  <a:pt x="16381" y="16116"/>
                </a:lnTo>
                <a:lnTo>
                  <a:pt x="15116" y="16436"/>
                </a:lnTo>
                <a:lnTo>
                  <a:pt x="13855" y="16685"/>
                </a:lnTo>
                <a:lnTo>
                  <a:pt x="12585" y="16877"/>
                </a:lnTo>
                <a:lnTo>
                  <a:pt x="11283" y="17023"/>
                </a:lnTo>
                <a:lnTo>
                  <a:pt x="9934" y="17137"/>
                </a:lnTo>
                <a:lnTo>
                  <a:pt x="9416" y="17270"/>
                </a:lnTo>
                <a:lnTo>
                  <a:pt x="7855" y="17673"/>
                </a:lnTo>
                <a:lnTo>
                  <a:pt x="7855" y="18971"/>
                </a:lnTo>
                <a:lnTo>
                  <a:pt x="7855" y="20277"/>
                </a:lnTo>
                <a:lnTo>
                  <a:pt x="7855" y="21600"/>
                </a:lnTo>
                <a:lnTo>
                  <a:pt x="6559" y="21276"/>
                </a:lnTo>
                <a:lnTo>
                  <a:pt x="5261" y="20952"/>
                </a:lnTo>
                <a:lnTo>
                  <a:pt x="3957" y="20626"/>
                </a:lnTo>
                <a:lnTo>
                  <a:pt x="2647" y="20298"/>
                </a:lnTo>
                <a:lnTo>
                  <a:pt x="1329" y="19968"/>
                </a:lnTo>
                <a:lnTo>
                  <a:pt x="0" y="19636"/>
                </a:lnTo>
                <a:lnTo>
                  <a:pt x="974" y="19271"/>
                </a:lnTo>
                <a:lnTo>
                  <a:pt x="1964" y="18900"/>
                </a:lnTo>
                <a:lnTo>
                  <a:pt x="2938" y="18291"/>
                </a:lnTo>
                <a:lnTo>
                  <a:pt x="3927" y="17673"/>
                </a:lnTo>
                <a:lnTo>
                  <a:pt x="3927" y="16375"/>
                </a:lnTo>
                <a:lnTo>
                  <a:pt x="3927" y="15069"/>
                </a:lnTo>
                <a:lnTo>
                  <a:pt x="3927" y="13745"/>
                </a:lnTo>
                <a:lnTo>
                  <a:pt x="5223" y="13529"/>
                </a:lnTo>
                <a:lnTo>
                  <a:pt x="6521" y="13313"/>
                </a:lnTo>
                <a:lnTo>
                  <a:pt x="7819" y="13097"/>
                </a:lnTo>
                <a:lnTo>
                  <a:pt x="9121" y="12879"/>
                </a:lnTo>
                <a:lnTo>
                  <a:pt x="10427" y="12662"/>
                </a:lnTo>
                <a:lnTo>
                  <a:pt x="11739" y="12444"/>
                </a:lnTo>
                <a:lnTo>
                  <a:pt x="13054" y="12224"/>
                </a:lnTo>
                <a:lnTo>
                  <a:pt x="14378" y="12004"/>
                </a:lnTo>
                <a:lnTo>
                  <a:pt x="15709" y="11782"/>
                </a:lnTo>
                <a:lnTo>
                  <a:pt x="15709" y="10484"/>
                </a:lnTo>
                <a:lnTo>
                  <a:pt x="15709" y="9178"/>
                </a:lnTo>
                <a:lnTo>
                  <a:pt x="15709" y="7855"/>
                </a:lnTo>
                <a:lnTo>
                  <a:pt x="14682" y="7203"/>
                </a:lnTo>
                <a:lnTo>
                  <a:pt x="13930" y="6780"/>
                </a:lnTo>
                <a:lnTo>
                  <a:pt x="13086" y="6405"/>
                </a:lnTo>
                <a:lnTo>
                  <a:pt x="11782" y="5891"/>
                </a:lnTo>
                <a:lnTo>
                  <a:pt x="10478" y="5376"/>
                </a:lnTo>
                <a:lnTo>
                  <a:pt x="9634" y="5001"/>
                </a:lnTo>
                <a:lnTo>
                  <a:pt x="8882" y="4579"/>
                </a:lnTo>
                <a:lnTo>
                  <a:pt x="7855" y="3927"/>
                </a:lnTo>
                <a:lnTo>
                  <a:pt x="7855" y="2629"/>
                </a:lnTo>
                <a:lnTo>
                  <a:pt x="7855" y="1323"/>
                </a:lnTo>
                <a:lnTo>
                  <a:pt x="7855" y="0"/>
                </a:lnTo>
                <a:close/>
              </a:path>
            </a:pathLst>
          </a:custGeom>
          <a:solidFill>
            <a:srgbClr val="574D5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6" name="contour_05504"/>
          <p:cNvSpPr/>
          <p:nvPr/>
        </p:nvSpPr>
        <p:spPr>
          <a:xfrm>
            <a:off x="1978132" y="5390381"/>
            <a:ext cx="87456" cy="756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88" y="0"/>
                </a:moveTo>
                <a:lnTo>
                  <a:pt x="11209" y="56"/>
                </a:lnTo>
                <a:lnTo>
                  <a:pt x="12553" y="164"/>
                </a:lnTo>
                <a:lnTo>
                  <a:pt x="13829" y="341"/>
                </a:lnTo>
                <a:lnTo>
                  <a:pt x="15046" y="604"/>
                </a:lnTo>
                <a:lnTo>
                  <a:pt x="16213" y="968"/>
                </a:lnTo>
                <a:lnTo>
                  <a:pt x="17336" y="1453"/>
                </a:lnTo>
                <a:lnTo>
                  <a:pt x="18428" y="2078"/>
                </a:lnTo>
                <a:lnTo>
                  <a:pt x="19498" y="2854"/>
                </a:lnTo>
                <a:lnTo>
                  <a:pt x="20551" y="3806"/>
                </a:lnTo>
                <a:lnTo>
                  <a:pt x="21600" y="4945"/>
                </a:lnTo>
                <a:lnTo>
                  <a:pt x="21391" y="6552"/>
                </a:lnTo>
                <a:lnTo>
                  <a:pt x="21152" y="8003"/>
                </a:lnTo>
                <a:lnTo>
                  <a:pt x="20864" y="9362"/>
                </a:lnTo>
                <a:lnTo>
                  <a:pt x="20515" y="10695"/>
                </a:lnTo>
                <a:lnTo>
                  <a:pt x="20090" y="12063"/>
                </a:lnTo>
                <a:lnTo>
                  <a:pt x="19575" y="13533"/>
                </a:lnTo>
                <a:lnTo>
                  <a:pt x="19220" y="14698"/>
                </a:lnTo>
                <a:lnTo>
                  <a:pt x="18857" y="15883"/>
                </a:lnTo>
                <a:lnTo>
                  <a:pt x="18472" y="16995"/>
                </a:lnTo>
                <a:lnTo>
                  <a:pt x="18140" y="17846"/>
                </a:lnTo>
                <a:lnTo>
                  <a:pt x="17737" y="18717"/>
                </a:lnTo>
                <a:lnTo>
                  <a:pt x="17132" y="19876"/>
                </a:lnTo>
                <a:lnTo>
                  <a:pt x="16200" y="21600"/>
                </a:lnTo>
                <a:lnTo>
                  <a:pt x="15129" y="21600"/>
                </a:lnTo>
                <a:lnTo>
                  <a:pt x="14058" y="21600"/>
                </a:lnTo>
                <a:lnTo>
                  <a:pt x="12980" y="21600"/>
                </a:lnTo>
                <a:lnTo>
                  <a:pt x="11894" y="21600"/>
                </a:lnTo>
                <a:lnTo>
                  <a:pt x="10800" y="21600"/>
                </a:lnTo>
                <a:lnTo>
                  <a:pt x="11124" y="20288"/>
                </a:lnTo>
                <a:lnTo>
                  <a:pt x="11448" y="18977"/>
                </a:lnTo>
                <a:lnTo>
                  <a:pt x="11772" y="17663"/>
                </a:lnTo>
                <a:lnTo>
                  <a:pt x="12098" y="16347"/>
                </a:lnTo>
                <a:lnTo>
                  <a:pt x="12424" y="15027"/>
                </a:lnTo>
                <a:lnTo>
                  <a:pt x="12749" y="13707"/>
                </a:lnTo>
                <a:lnTo>
                  <a:pt x="13077" y="12381"/>
                </a:lnTo>
                <a:lnTo>
                  <a:pt x="13405" y="11051"/>
                </a:lnTo>
                <a:lnTo>
                  <a:pt x="13736" y="9716"/>
                </a:lnTo>
                <a:lnTo>
                  <a:pt x="14067" y="8374"/>
                </a:lnTo>
                <a:lnTo>
                  <a:pt x="14400" y="7027"/>
                </a:lnTo>
                <a:lnTo>
                  <a:pt x="13212" y="7199"/>
                </a:lnTo>
                <a:lnTo>
                  <a:pt x="12024" y="7370"/>
                </a:lnTo>
                <a:lnTo>
                  <a:pt x="10834" y="7543"/>
                </a:lnTo>
                <a:lnTo>
                  <a:pt x="9643" y="7714"/>
                </a:lnTo>
                <a:lnTo>
                  <a:pt x="8449" y="7886"/>
                </a:lnTo>
                <a:lnTo>
                  <a:pt x="7254" y="8059"/>
                </a:lnTo>
                <a:lnTo>
                  <a:pt x="6055" y="8232"/>
                </a:lnTo>
                <a:lnTo>
                  <a:pt x="4853" y="8407"/>
                </a:lnTo>
                <a:lnTo>
                  <a:pt x="3647" y="8582"/>
                </a:lnTo>
                <a:lnTo>
                  <a:pt x="2437" y="8757"/>
                </a:lnTo>
                <a:lnTo>
                  <a:pt x="1220" y="8931"/>
                </a:lnTo>
                <a:lnTo>
                  <a:pt x="0" y="9108"/>
                </a:lnTo>
                <a:lnTo>
                  <a:pt x="522" y="7101"/>
                </a:lnTo>
                <a:lnTo>
                  <a:pt x="1057" y="5403"/>
                </a:lnTo>
                <a:lnTo>
                  <a:pt x="1636" y="3985"/>
                </a:lnTo>
                <a:lnTo>
                  <a:pt x="2295" y="2827"/>
                </a:lnTo>
                <a:lnTo>
                  <a:pt x="3067" y="1905"/>
                </a:lnTo>
                <a:lnTo>
                  <a:pt x="3985" y="1195"/>
                </a:lnTo>
                <a:lnTo>
                  <a:pt x="5081" y="672"/>
                </a:lnTo>
                <a:lnTo>
                  <a:pt x="6392" y="316"/>
                </a:lnTo>
                <a:lnTo>
                  <a:pt x="7951" y="100"/>
                </a:lnTo>
                <a:lnTo>
                  <a:pt x="9788" y="0"/>
                </a:lnTo>
                <a:close/>
              </a:path>
            </a:pathLst>
          </a:custGeom>
          <a:solidFill>
            <a:srgbClr val="C2A05A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7" name="contour_05505"/>
          <p:cNvSpPr/>
          <p:nvPr/>
        </p:nvSpPr>
        <p:spPr>
          <a:xfrm>
            <a:off x="1212893" y="5356674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153" y="0"/>
                </a:lnTo>
                <a:lnTo>
                  <a:pt x="10458" y="0"/>
                </a:lnTo>
                <a:lnTo>
                  <a:pt x="11782" y="0"/>
                </a:lnTo>
                <a:lnTo>
                  <a:pt x="12135" y="1269"/>
                </a:lnTo>
                <a:lnTo>
                  <a:pt x="12406" y="2533"/>
                </a:lnTo>
                <a:lnTo>
                  <a:pt x="12616" y="3796"/>
                </a:lnTo>
                <a:lnTo>
                  <a:pt x="12783" y="5070"/>
                </a:lnTo>
                <a:lnTo>
                  <a:pt x="12929" y="6358"/>
                </a:lnTo>
                <a:lnTo>
                  <a:pt x="13070" y="7670"/>
                </a:lnTo>
                <a:lnTo>
                  <a:pt x="13406" y="8736"/>
                </a:lnTo>
                <a:lnTo>
                  <a:pt x="13745" y="9818"/>
                </a:lnTo>
                <a:lnTo>
                  <a:pt x="15043" y="9818"/>
                </a:lnTo>
                <a:lnTo>
                  <a:pt x="16349" y="9818"/>
                </a:lnTo>
                <a:lnTo>
                  <a:pt x="17673" y="9818"/>
                </a:lnTo>
                <a:lnTo>
                  <a:pt x="17596" y="11006"/>
                </a:lnTo>
                <a:lnTo>
                  <a:pt x="17520" y="12196"/>
                </a:lnTo>
                <a:lnTo>
                  <a:pt x="17443" y="13384"/>
                </a:lnTo>
                <a:lnTo>
                  <a:pt x="17366" y="14574"/>
                </a:lnTo>
                <a:lnTo>
                  <a:pt x="17290" y="15762"/>
                </a:lnTo>
                <a:lnTo>
                  <a:pt x="17480" y="16711"/>
                </a:lnTo>
                <a:lnTo>
                  <a:pt x="17673" y="17673"/>
                </a:lnTo>
                <a:lnTo>
                  <a:pt x="18847" y="18397"/>
                </a:lnTo>
                <a:lnTo>
                  <a:pt x="19648" y="18845"/>
                </a:lnTo>
                <a:lnTo>
                  <a:pt x="20443" y="19197"/>
                </a:lnTo>
                <a:lnTo>
                  <a:pt x="21600" y="19636"/>
                </a:lnTo>
                <a:lnTo>
                  <a:pt x="20457" y="19601"/>
                </a:lnTo>
                <a:lnTo>
                  <a:pt x="19299" y="19568"/>
                </a:lnTo>
                <a:lnTo>
                  <a:pt x="17889" y="19550"/>
                </a:lnTo>
                <a:lnTo>
                  <a:pt x="16508" y="19552"/>
                </a:lnTo>
                <a:lnTo>
                  <a:pt x="15151" y="19575"/>
                </a:lnTo>
                <a:lnTo>
                  <a:pt x="13814" y="19621"/>
                </a:lnTo>
                <a:lnTo>
                  <a:pt x="12493" y="19695"/>
                </a:lnTo>
                <a:lnTo>
                  <a:pt x="11183" y="19797"/>
                </a:lnTo>
                <a:lnTo>
                  <a:pt x="9879" y="19933"/>
                </a:lnTo>
                <a:lnTo>
                  <a:pt x="8579" y="20106"/>
                </a:lnTo>
                <a:lnTo>
                  <a:pt x="7275" y="20316"/>
                </a:lnTo>
                <a:lnTo>
                  <a:pt x="5967" y="20567"/>
                </a:lnTo>
                <a:lnTo>
                  <a:pt x="4650" y="20864"/>
                </a:lnTo>
                <a:lnTo>
                  <a:pt x="3317" y="21207"/>
                </a:lnTo>
                <a:lnTo>
                  <a:pt x="1964" y="21600"/>
                </a:lnTo>
                <a:lnTo>
                  <a:pt x="1640" y="20304"/>
                </a:lnTo>
                <a:lnTo>
                  <a:pt x="1316" y="19006"/>
                </a:lnTo>
                <a:lnTo>
                  <a:pt x="990" y="17702"/>
                </a:lnTo>
                <a:lnTo>
                  <a:pt x="662" y="16392"/>
                </a:lnTo>
                <a:lnTo>
                  <a:pt x="332" y="15075"/>
                </a:lnTo>
                <a:lnTo>
                  <a:pt x="0" y="13745"/>
                </a:lnTo>
                <a:lnTo>
                  <a:pt x="1296" y="13745"/>
                </a:lnTo>
                <a:lnTo>
                  <a:pt x="2594" y="13745"/>
                </a:lnTo>
                <a:lnTo>
                  <a:pt x="3898" y="13745"/>
                </a:lnTo>
                <a:lnTo>
                  <a:pt x="5208" y="13745"/>
                </a:lnTo>
                <a:lnTo>
                  <a:pt x="6525" y="13745"/>
                </a:lnTo>
                <a:lnTo>
                  <a:pt x="7855" y="13745"/>
                </a:lnTo>
                <a:lnTo>
                  <a:pt x="7855" y="12385"/>
                </a:lnTo>
                <a:lnTo>
                  <a:pt x="7855" y="11022"/>
                </a:lnTo>
                <a:lnTo>
                  <a:pt x="7855" y="9659"/>
                </a:lnTo>
                <a:lnTo>
                  <a:pt x="7855" y="8294"/>
                </a:lnTo>
                <a:lnTo>
                  <a:pt x="7855" y="6924"/>
                </a:lnTo>
                <a:lnTo>
                  <a:pt x="7855" y="5551"/>
                </a:lnTo>
                <a:lnTo>
                  <a:pt x="7855" y="4173"/>
                </a:lnTo>
                <a:lnTo>
                  <a:pt x="7855" y="2788"/>
                </a:lnTo>
                <a:lnTo>
                  <a:pt x="7855" y="1398"/>
                </a:lnTo>
                <a:lnTo>
                  <a:pt x="7855" y="0"/>
                </a:lnTo>
                <a:close/>
              </a:path>
            </a:pathLst>
          </a:custGeom>
          <a:solidFill>
            <a:srgbClr val="383640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8" name="contour_05506"/>
          <p:cNvSpPr/>
          <p:nvPr/>
        </p:nvSpPr>
        <p:spPr>
          <a:xfrm>
            <a:off x="5308745" y="5363962"/>
            <a:ext cx="13118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00" y="0"/>
                </a:moveTo>
                <a:lnTo>
                  <a:pt x="16946" y="1606"/>
                </a:lnTo>
                <a:lnTo>
                  <a:pt x="18005" y="2920"/>
                </a:lnTo>
                <a:lnTo>
                  <a:pt x="18822" y="4054"/>
                </a:lnTo>
                <a:lnTo>
                  <a:pt x="19446" y="5112"/>
                </a:lnTo>
                <a:lnTo>
                  <a:pt x="19924" y="6206"/>
                </a:lnTo>
                <a:lnTo>
                  <a:pt x="20300" y="7438"/>
                </a:lnTo>
                <a:lnTo>
                  <a:pt x="20624" y="8917"/>
                </a:lnTo>
                <a:lnTo>
                  <a:pt x="20941" y="10753"/>
                </a:lnTo>
                <a:lnTo>
                  <a:pt x="21300" y="13050"/>
                </a:lnTo>
                <a:lnTo>
                  <a:pt x="21374" y="14281"/>
                </a:lnTo>
                <a:lnTo>
                  <a:pt x="21600" y="18000"/>
                </a:lnTo>
                <a:lnTo>
                  <a:pt x="20807" y="18000"/>
                </a:lnTo>
                <a:lnTo>
                  <a:pt x="20009" y="18000"/>
                </a:lnTo>
                <a:lnTo>
                  <a:pt x="19200" y="18000"/>
                </a:lnTo>
                <a:lnTo>
                  <a:pt x="19200" y="15620"/>
                </a:lnTo>
                <a:lnTo>
                  <a:pt x="19200" y="13226"/>
                </a:lnTo>
                <a:lnTo>
                  <a:pt x="19200" y="10800"/>
                </a:lnTo>
                <a:lnTo>
                  <a:pt x="18407" y="10800"/>
                </a:lnTo>
                <a:lnTo>
                  <a:pt x="17609" y="10800"/>
                </a:lnTo>
                <a:lnTo>
                  <a:pt x="16800" y="10800"/>
                </a:lnTo>
                <a:lnTo>
                  <a:pt x="16800" y="12938"/>
                </a:lnTo>
                <a:lnTo>
                  <a:pt x="16800" y="15084"/>
                </a:lnTo>
                <a:lnTo>
                  <a:pt x="16800" y="17237"/>
                </a:lnTo>
                <a:lnTo>
                  <a:pt x="16800" y="19408"/>
                </a:lnTo>
                <a:lnTo>
                  <a:pt x="16800" y="21600"/>
                </a:lnTo>
                <a:lnTo>
                  <a:pt x="16007" y="21600"/>
                </a:lnTo>
                <a:lnTo>
                  <a:pt x="15209" y="21600"/>
                </a:lnTo>
                <a:lnTo>
                  <a:pt x="14400" y="21600"/>
                </a:lnTo>
                <a:lnTo>
                  <a:pt x="14400" y="19220"/>
                </a:lnTo>
                <a:lnTo>
                  <a:pt x="14400" y="16826"/>
                </a:lnTo>
                <a:lnTo>
                  <a:pt x="14400" y="14400"/>
                </a:lnTo>
                <a:lnTo>
                  <a:pt x="13552" y="14400"/>
                </a:lnTo>
                <a:lnTo>
                  <a:pt x="12702" y="14400"/>
                </a:lnTo>
                <a:lnTo>
                  <a:pt x="11850" y="14400"/>
                </a:lnTo>
                <a:lnTo>
                  <a:pt x="10994" y="14400"/>
                </a:lnTo>
                <a:lnTo>
                  <a:pt x="10135" y="14400"/>
                </a:lnTo>
                <a:lnTo>
                  <a:pt x="9271" y="14400"/>
                </a:lnTo>
                <a:lnTo>
                  <a:pt x="8400" y="14400"/>
                </a:lnTo>
                <a:lnTo>
                  <a:pt x="8400" y="16780"/>
                </a:lnTo>
                <a:lnTo>
                  <a:pt x="8400" y="19174"/>
                </a:lnTo>
                <a:lnTo>
                  <a:pt x="8400" y="21600"/>
                </a:lnTo>
                <a:lnTo>
                  <a:pt x="7619" y="21402"/>
                </a:lnTo>
                <a:lnTo>
                  <a:pt x="6852" y="21161"/>
                </a:lnTo>
                <a:lnTo>
                  <a:pt x="6097" y="20862"/>
                </a:lnTo>
                <a:lnTo>
                  <a:pt x="5351" y="20488"/>
                </a:lnTo>
                <a:lnTo>
                  <a:pt x="4610" y="20030"/>
                </a:lnTo>
                <a:lnTo>
                  <a:pt x="3874" y="19472"/>
                </a:lnTo>
                <a:lnTo>
                  <a:pt x="3138" y="18799"/>
                </a:lnTo>
                <a:lnTo>
                  <a:pt x="2400" y="18000"/>
                </a:lnTo>
                <a:lnTo>
                  <a:pt x="1919" y="16092"/>
                </a:lnTo>
                <a:lnTo>
                  <a:pt x="1498" y="14155"/>
                </a:lnTo>
                <a:lnTo>
                  <a:pt x="1129" y="12179"/>
                </a:lnTo>
                <a:lnTo>
                  <a:pt x="804" y="10148"/>
                </a:lnTo>
                <a:lnTo>
                  <a:pt x="512" y="8053"/>
                </a:lnTo>
                <a:lnTo>
                  <a:pt x="247" y="5872"/>
                </a:lnTo>
                <a:lnTo>
                  <a:pt x="0" y="3600"/>
                </a:lnTo>
                <a:lnTo>
                  <a:pt x="484" y="3928"/>
                </a:lnTo>
                <a:lnTo>
                  <a:pt x="974" y="4262"/>
                </a:lnTo>
                <a:lnTo>
                  <a:pt x="1781" y="4766"/>
                </a:lnTo>
                <a:lnTo>
                  <a:pt x="2588" y="5249"/>
                </a:lnTo>
                <a:lnTo>
                  <a:pt x="3397" y="5706"/>
                </a:lnTo>
                <a:lnTo>
                  <a:pt x="4206" y="6142"/>
                </a:lnTo>
                <a:lnTo>
                  <a:pt x="5015" y="6556"/>
                </a:lnTo>
                <a:lnTo>
                  <a:pt x="5826" y="6955"/>
                </a:lnTo>
                <a:lnTo>
                  <a:pt x="6637" y="7337"/>
                </a:lnTo>
                <a:lnTo>
                  <a:pt x="7448" y="7700"/>
                </a:lnTo>
                <a:lnTo>
                  <a:pt x="8261" y="8050"/>
                </a:lnTo>
                <a:lnTo>
                  <a:pt x="9073" y="8388"/>
                </a:lnTo>
                <a:lnTo>
                  <a:pt x="9887" y="8716"/>
                </a:lnTo>
                <a:lnTo>
                  <a:pt x="10702" y="9032"/>
                </a:lnTo>
                <a:lnTo>
                  <a:pt x="11516" y="9338"/>
                </a:lnTo>
                <a:lnTo>
                  <a:pt x="12332" y="9641"/>
                </a:lnTo>
                <a:lnTo>
                  <a:pt x="13148" y="9936"/>
                </a:lnTo>
                <a:lnTo>
                  <a:pt x="13964" y="10224"/>
                </a:lnTo>
                <a:lnTo>
                  <a:pt x="14782" y="10512"/>
                </a:lnTo>
                <a:lnTo>
                  <a:pt x="15600" y="10800"/>
                </a:lnTo>
                <a:lnTo>
                  <a:pt x="15600" y="8662"/>
                </a:lnTo>
                <a:lnTo>
                  <a:pt x="15600" y="6516"/>
                </a:lnTo>
                <a:lnTo>
                  <a:pt x="15600" y="4363"/>
                </a:lnTo>
                <a:lnTo>
                  <a:pt x="15600" y="2192"/>
                </a:lnTo>
                <a:lnTo>
                  <a:pt x="15600" y="0"/>
                </a:lnTo>
                <a:close/>
              </a:path>
            </a:pathLst>
          </a:custGeom>
          <a:solidFill>
            <a:srgbClr val="61615E"/>
          </a:solidFill>
          <a:ln>
            <a:noFill/>
          </a:ln>
        </p:spPr>
        <p:txBody>
          <a:bodyPr/>
          <a:lstStyle/>
          <a:p/>
        </p:txBody>
      </p:sp>
      <p:sp>
        <p:nvSpPr>
          <p:cNvPr id="5509" name="contour_05507"/>
          <p:cNvSpPr/>
          <p:nvPr/>
        </p:nvSpPr>
        <p:spPr>
          <a:xfrm>
            <a:off x="2007284" y="5355960"/>
            <a:ext cx="66649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47"/>
                </a:moveTo>
                <a:lnTo>
                  <a:pt x="1594" y="294"/>
                </a:lnTo>
                <a:lnTo>
                  <a:pt x="3189" y="244"/>
                </a:lnTo>
                <a:lnTo>
                  <a:pt x="4783" y="202"/>
                </a:lnTo>
                <a:lnTo>
                  <a:pt x="6377" y="163"/>
                </a:lnTo>
                <a:lnTo>
                  <a:pt x="7972" y="128"/>
                </a:lnTo>
                <a:lnTo>
                  <a:pt x="9453" y="85"/>
                </a:lnTo>
                <a:lnTo>
                  <a:pt x="10943" y="43"/>
                </a:lnTo>
                <a:lnTo>
                  <a:pt x="12455" y="0"/>
                </a:lnTo>
                <a:lnTo>
                  <a:pt x="15050" y="234"/>
                </a:lnTo>
                <a:lnTo>
                  <a:pt x="16867" y="492"/>
                </a:lnTo>
                <a:lnTo>
                  <a:pt x="18152" y="875"/>
                </a:lnTo>
                <a:lnTo>
                  <a:pt x="19148" y="1498"/>
                </a:lnTo>
                <a:lnTo>
                  <a:pt x="20103" y="2469"/>
                </a:lnTo>
                <a:lnTo>
                  <a:pt x="21258" y="3889"/>
                </a:lnTo>
                <a:lnTo>
                  <a:pt x="21475" y="6440"/>
                </a:lnTo>
                <a:lnTo>
                  <a:pt x="21581" y="8955"/>
                </a:lnTo>
                <a:lnTo>
                  <a:pt x="21600" y="11455"/>
                </a:lnTo>
                <a:lnTo>
                  <a:pt x="21553" y="13953"/>
                </a:lnTo>
                <a:lnTo>
                  <a:pt x="21465" y="16464"/>
                </a:lnTo>
                <a:lnTo>
                  <a:pt x="21359" y="19007"/>
                </a:lnTo>
                <a:lnTo>
                  <a:pt x="21258" y="21600"/>
                </a:lnTo>
                <a:lnTo>
                  <a:pt x="19640" y="21331"/>
                </a:lnTo>
                <a:lnTo>
                  <a:pt x="18019" y="21062"/>
                </a:lnTo>
                <a:lnTo>
                  <a:pt x="16399" y="20789"/>
                </a:lnTo>
                <a:lnTo>
                  <a:pt x="14776" y="20520"/>
                </a:lnTo>
                <a:lnTo>
                  <a:pt x="13151" y="20250"/>
                </a:lnTo>
                <a:lnTo>
                  <a:pt x="11524" y="19978"/>
                </a:lnTo>
                <a:lnTo>
                  <a:pt x="9892" y="19705"/>
                </a:lnTo>
                <a:lnTo>
                  <a:pt x="8257" y="19432"/>
                </a:lnTo>
                <a:lnTo>
                  <a:pt x="6618" y="19159"/>
                </a:lnTo>
                <a:lnTo>
                  <a:pt x="4972" y="18887"/>
                </a:lnTo>
                <a:lnTo>
                  <a:pt x="3321" y="18610"/>
                </a:lnTo>
                <a:lnTo>
                  <a:pt x="1665" y="18334"/>
                </a:lnTo>
                <a:lnTo>
                  <a:pt x="0" y="18058"/>
                </a:lnTo>
                <a:lnTo>
                  <a:pt x="0" y="15554"/>
                </a:lnTo>
                <a:lnTo>
                  <a:pt x="0" y="13046"/>
                </a:lnTo>
                <a:lnTo>
                  <a:pt x="0" y="10531"/>
                </a:lnTo>
                <a:lnTo>
                  <a:pt x="0" y="8005"/>
                </a:lnTo>
                <a:lnTo>
                  <a:pt x="0" y="5469"/>
                </a:lnTo>
                <a:lnTo>
                  <a:pt x="0" y="2919"/>
                </a:lnTo>
                <a:lnTo>
                  <a:pt x="0" y="347"/>
                </a:lnTo>
                <a:close/>
              </a:path>
            </a:pathLst>
          </a:custGeom>
          <a:solidFill>
            <a:srgbClr val="F5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0" name="contour_05508"/>
          <p:cNvSpPr/>
          <p:nvPr/>
        </p:nvSpPr>
        <p:spPr>
          <a:xfrm>
            <a:off x="8704949" y="5232778"/>
            <a:ext cx="8890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83" y="0"/>
                </a:moveTo>
                <a:lnTo>
                  <a:pt x="8398" y="366"/>
                </a:lnTo>
                <a:lnTo>
                  <a:pt x="9632" y="769"/>
                </a:lnTo>
                <a:lnTo>
                  <a:pt x="10792" y="1207"/>
                </a:lnTo>
                <a:lnTo>
                  <a:pt x="11879" y="1681"/>
                </a:lnTo>
                <a:lnTo>
                  <a:pt x="12903" y="2192"/>
                </a:lnTo>
                <a:lnTo>
                  <a:pt x="13864" y="2738"/>
                </a:lnTo>
                <a:lnTo>
                  <a:pt x="14769" y="3320"/>
                </a:lnTo>
                <a:lnTo>
                  <a:pt x="15624" y="3938"/>
                </a:lnTo>
                <a:lnTo>
                  <a:pt x="16433" y="4592"/>
                </a:lnTo>
                <a:lnTo>
                  <a:pt x="17204" y="5281"/>
                </a:lnTo>
                <a:lnTo>
                  <a:pt x="17937" y="6006"/>
                </a:lnTo>
                <a:lnTo>
                  <a:pt x="18639" y="6767"/>
                </a:lnTo>
                <a:lnTo>
                  <a:pt x="19318" y="7563"/>
                </a:lnTo>
                <a:lnTo>
                  <a:pt x="19975" y="8395"/>
                </a:lnTo>
                <a:lnTo>
                  <a:pt x="20616" y="9263"/>
                </a:lnTo>
                <a:lnTo>
                  <a:pt x="21248" y="10165"/>
                </a:lnTo>
                <a:lnTo>
                  <a:pt x="21458" y="11073"/>
                </a:lnTo>
                <a:lnTo>
                  <a:pt x="21573" y="11902"/>
                </a:lnTo>
                <a:lnTo>
                  <a:pt x="21600" y="12693"/>
                </a:lnTo>
                <a:lnTo>
                  <a:pt x="21550" y="13487"/>
                </a:lnTo>
                <a:lnTo>
                  <a:pt x="21430" y="14325"/>
                </a:lnTo>
                <a:lnTo>
                  <a:pt x="21248" y="15247"/>
                </a:lnTo>
                <a:lnTo>
                  <a:pt x="20077" y="15247"/>
                </a:lnTo>
                <a:lnTo>
                  <a:pt x="18900" y="15247"/>
                </a:lnTo>
                <a:lnTo>
                  <a:pt x="17706" y="15247"/>
                </a:lnTo>
                <a:lnTo>
                  <a:pt x="16775" y="14467"/>
                </a:lnTo>
                <a:lnTo>
                  <a:pt x="15989" y="13715"/>
                </a:lnTo>
                <a:lnTo>
                  <a:pt x="15339" y="12970"/>
                </a:lnTo>
                <a:lnTo>
                  <a:pt x="14820" y="12213"/>
                </a:lnTo>
                <a:lnTo>
                  <a:pt x="14427" y="11423"/>
                </a:lnTo>
                <a:lnTo>
                  <a:pt x="14154" y="10580"/>
                </a:lnTo>
                <a:lnTo>
                  <a:pt x="13995" y="9664"/>
                </a:lnTo>
                <a:lnTo>
                  <a:pt x="13944" y="8655"/>
                </a:lnTo>
                <a:lnTo>
                  <a:pt x="14016" y="7894"/>
                </a:lnTo>
                <a:lnTo>
                  <a:pt x="14091" y="7129"/>
                </a:lnTo>
                <a:lnTo>
                  <a:pt x="14165" y="6353"/>
                </a:lnTo>
                <a:lnTo>
                  <a:pt x="12996" y="6353"/>
                </a:lnTo>
                <a:lnTo>
                  <a:pt x="11826" y="6353"/>
                </a:lnTo>
                <a:lnTo>
                  <a:pt x="10650" y="6353"/>
                </a:lnTo>
                <a:lnTo>
                  <a:pt x="9469" y="6353"/>
                </a:lnTo>
                <a:lnTo>
                  <a:pt x="8281" y="6353"/>
                </a:lnTo>
                <a:lnTo>
                  <a:pt x="7083" y="6353"/>
                </a:lnTo>
                <a:lnTo>
                  <a:pt x="7083" y="5455"/>
                </a:lnTo>
                <a:lnTo>
                  <a:pt x="7083" y="4555"/>
                </a:lnTo>
                <a:lnTo>
                  <a:pt x="7083" y="3653"/>
                </a:lnTo>
                <a:lnTo>
                  <a:pt x="7083" y="2747"/>
                </a:lnTo>
                <a:lnTo>
                  <a:pt x="7083" y="1837"/>
                </a:lnTo>
                <a:lnTo>
                  <a:pt x="7083" y="922"/>
                </a:lnTo>
                <a:lnTo>
                  <a:pt x="7083" y="0"/>
                </a:lnTo>
                <a:lnTo>
                  <a:pt x="12394" y="17788"/>
                </a:lnTo>
                <a:lnTo>
                  <a:pt x="12834" y="18417"/>
                </a:lnTo>
                <a:lnTo>
                  <a:pt x="13273" y="19049"/>
                </a:lnTo>
                <a:lnTo>
                  <a:pt x="13717" y="19685"/>
                </a:lnTo>
                <a:lnTo>
                  <a:pt x="14165" y="20329"/>
                </a:lnTo>
                <a:lnTo>
                  <a:pt x="12996" y="20435"/>
                </a:lnTo>
                <a:lnTo>
                  <a:pt x="11828" y="20539"/>
                </a:lnTo>
                <a:lnTo>
                  <a:pt x="10657" y="20645"/>
                </a:lnTo>
                <a:lnTo>
                  <a:pt x="9485" y="20749"/>
                </a:lnTo>
                <a:lnTo>
                  <a:pt x="8311" y="20854"/>
                </a:lnTo>
                <a:lnTo>
                  <a:pt x="7136" y="20960"/>
                </a:lnTo>
                <a:lnTo>
                  <a:pt x="5956" y="21065"/>
                </a:lnTo>
                <a:lnTo>
                  <a:pt x="4774" y="21172"/>
                </a:lnTo>
                <a:lnTo>
                  <a:pt x="3587" y="21279"/>
                </a:lnTo>
                <a:lnTo>
                  <a:pt x="2397" y="21385"/>
                </a:lnTo>
                <a:lnTo>
                  <a:pt x="1200" y="21492"/>
                </a:lnTo>
                <a:lnTo>
                  <a:pt x="0" y="21600"/>
                </a:lnTo>
                <a:lnTo>
                  <a:pt x="0" y="20760"/>
                </a:lnTo>
                <a:lnTo>
                  <a:pt x="0" y="19915"/>
                </a:lnTo>
                <a:lnTo>
                  <a:pt x="0" y="19059"/>
                </a:lnTo>
                <a:lnTo>
                  <a:pt x="1215" y="18892"/>
                </a:lnTo>
                <a:lnTo>
                  <a:pt x="2431" y="18731"/>
                </a:lnTo>
                <a:lnTo>
                  <a:pt x="3649" y="18572"/>
                </a:lnTo>
                <a:lnTo>
                  <a:pt x="4867" y="18417"/>
                </a:lnTo>
                <a:lnTo>
                  <a:pt x="6087" y="18265"/>
                </a:lnTo>
                <a:lnTo>
                  <a:pt x="7219" y="18117"/>
                </a:lnTo>
                <a:lnTo>
                  <a:pt x="8357" y="17969"/>
                </a:lnTo>
                <a:lnTo>
                  <a:pt x="9510" y="17817"/>
                </a:lnTo>
                <a:lnTo>
                  <a:pt x="10463" y="17809"/>
                </a:lnTo>
                <a:lnTo>
                  <a:pt x="11422" y="17798"/>
                </a:lnTo>
                <a:lnTo>
                  <a:pt x="12394" y="17788"/>
                </a:lnTo>
                <a:lnTo>
                  <a:pt x="7083" y="0"/>
                </a:lnTo>
                <a:close/>
              </a:path>
            </a:pathLst>
          </a:custGeom>
          <a:solidFill>
            <a:srgbClr val="E6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1" name="contour_05509"/>
          <p:cNvSpPr/>
          <p:nvPr/>
        </p:nvSpPr>
        <p:spPr>
          <a:xfrm>
            <a:off x="6700751" y="5276506"/>
            <a:ext cx="7302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96" y="185"/>
                </a:lnTo>
                <a:lnTo>
                  <a:pt x="5510" y="350"/>
                </a:lnTo>
                <a:lnTo>
                  <a:pt x="7603" y="516"/>
                </a:lnTo>
                <a:lnTo>
                  <a:pt x="9336" y="691"/>
                </a:lnTo>
                <a:lnTo>
                  <a:pt x="10772" y="895"/>
                </a:lnTo>
                <a:lnTo>
                  <a:pt x="11971" y="1140"/>
                </a:lnTo>
                <a:lnTo>
                  <a:pt x="12994" y="1445"/>
                </a:lnTo>
                <a:lnTo>
                  <a:pt x="13902" y="1822"/>
                </a:lnTo>
                <a:lnTo>
                  <a:pt x="14756" y="2285"/>
                </a:lnTo>
                <a:lnTo>
                  <a:pt x="15618" y="2854"/>
                </a:lnTo>
                <a:lnTo>
                  <a:pt x="16547" y="3540"/>
                </a:lnTo>
                <a:lnTo>
                  <a:pt x="17608" y="4358"/>
                </a:lnTo>
                <a:lnTo>
                  <a:pt x="18623" y="5765"/>
                </a:lnTo>
                <a:lnTo>
                  <a:pt x="19496" y="7118"/>
                </a:lnTo>
                <a:lnTo>
                  <a:pt x="20223" y="8470"/>
                </a:lnTo>
                <a:lnTo>
                  <a:pt x="20798" y="9862"/>
                </a:lnTo>
                <a:lnTo>
                  <a:pt x="21223" y="11342"/>
                </a:lnTo>
                <a:lnTo>
                  <a:pt x="21490" y="12962"/>
                </a:lnTo>
                <a:lnTo>
                  <a:pt x="21600" y="14765"/>
                </a:lnTo>
                <a:lnTo>
                  <a:pt x="21367" y="16085"/>
                </a:lnTo>
                <a:lnTo>
                  <a:pt x="21137" y="17100"/>
                </a:lnTo>
                <a:lnTo>
                  <a:pt x="20802" y="18139"/>
                </a:lnTo>
                <a:lnTo>
                  <a:pt x="20259" y="19529"/>
                </a:lnTo>
                <a:lnTo>
                  <a:pt x="19401" y="21600"/>
                </a:lnTo>
                <a:lnTo>
                  <a:pt x="17976" y="21600"/>
                </a:lnTo>
                <a:lnTo>
                  <a:pt x="16543" y="21600"/>
                </a:lnTo>
                <a:lnTo>
                  <a:pt x="15090" y="21600"/>
                </a:lnTo>
                <a:lnTo>
                  <a:pt x="14689" y="20484"/>
                </a:lnTo>
                <a:lnTo>
                  <a:pt x="14281" y="19349"/>
                </a:lnTo>
                <a:lnTo>
                  <a:pt x="13613" y="18084"/>
                </a:lnTo>
                <a:lnTo>
                  <a:pt x="12934" y="16800"/>
                </a:lnTo>
                <a:lnTo>
                  <a:pt x="11554" y="16603"/>
                </a:lnTo>
                <a:lnTo>
                  <a:pt x="10164" y="16402"/>
                </a:lnTo>
                <a:lnTo>
                  <a:pt x="8756" y="16200"/>
                </a:lnTo>
                <a:lnTo>
                  <a:pt x="7385" y="15902"/>
                </a:lnTo>
                <a:lnTo>
                  <a:pt x="6465" y="15617"/>
                </a:lnTo>
                <a:lnTo>
                  <a:pt x="5579" y="15173"/>
                </a:lnTo>
                <a:lnTo>
                  <a:pt x="4311" y="14400"/>
                </a:lnTo>
                <a:lnTo>
                  <a:pt x="3643" y="12854"/>
                </a:lnTo>
                <a:lnTo>
                  <a:pt x="3040" y="11299"/>
                </a:lnTo>
                <a:lnTo>
                  <a:pt x="2492" y="9732"/>
                </a:lnTo>
                <a:lnTo>
                  <a:pt x="1994" y="8150"/>
                </a:lnTo>
                <a:lnTo>
                  <a:pt x="1537" y="6554"/>
                </a:lnTo>
                <a:lnTo>
                  <a:pt x="1117" y="4942"/>
                </a:lnTo>
                <a:lnTo>
                  <a:pt x="724" y="3314"/>
                </a:lnTo>
                <a:lnTo>
                  <a:pt x="356" y="1666"/>
                </a:lnTo>
                <a:lnTo>
                  <a:pt x="0" y="0"/>
                </a:lnTo>
                <a:close/>
              </a:path>
            </a:pathLst>
          </a:custGeom>
          <a:solidFill>
            <a:srgbClr val="E4E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2" name="contour_05510"/>
          <p:cNvSpPr/>
          <p:nvPr/>
        </p:nvSpPr>
        <p:spPr>
          <a:xfrm>
            <a:off x="7291078" y="5225490"/>
            <a:ext cx="72880" cy="751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83" y="46"/>
                </a:lnTo>
                <a:lnTo>
                  <a:pt x="3264" y="163"/>
                </a:lnTo>
                <a:lnTo>
                  <a:pt x="4756" y="360"/>
                </a:lnTo>
                <a:lnTo>
                  <a:pt x="6175" y="647"/>
                </a:lnTo>
                <a:lnTo>
                  <a:pt x="7538" y="1035"/>
                </a:lnTo>
                <a:lnTo>
                  <a:pt x="8862" y="1531"/>
                </a:lnTo>
                <a:lnTo>
                  <a:pt x="10163" y="2150"/>
                </a:lnTo>
                <a:lnTo>
                  <a:pt x="11454" y="2893"/>
                </a:lnTo>
                <a:lnTo>
                  <a:pt x="12753" y="3779"/>
                </a:lnTo>
                <a:lnTo>
                  <a:pt x="14075" y="4812"/>
                </a:lnTo>
                <a:lnTo>
                  <a:pt x="15111" y="5902"/>
                </a:lnTo>
                <a:lnTo>
                  <a:pt x="16135" y="7004"/>
                </a:lnTo>
                <a:lnTo>
                  <a:pt x="17146" y="8118"/>
                </a:lnTo>
                <a:lnTo>
                  <a:pt x="17911" y="8927"/>
                </a:lnTo>
                <a:lnTo>
                  <a:pt x="18686" y="9748"/>
                </a:lnTo>
                <a:lnTo>
                  <a:pt x="19492" y="10741"/>
                </a:lnTo>
                <a:lnTo>
                  <a:pt x="20064" y="11584"/>
                </a:lnTo>
                <a:lnTo>
                  <a:pt x="20676" y="12738"/>
                </a:lnTo>
                <a:lnTo>
                  <a:pt x="21600" y="14665"/>
                </a:lnTo>
                <a:lnTo>
                  <a:pt x="20965" y="16174"/>
                </a:lnTo>
                <a:lnTo>
                  <a:pt x="20455" y="17265"/>
                </a:lnTo>
                <a:lnTo>
                  <a:pt x="19952" y="18114"/>
                </a:lnTo>
                <a:lnTo>
                  <a:pt x="19334" y="18895"/>
                </a:lnTo>
                <a:lnTo>
                  <a:pt x="18485" y="19781"/>
                </a:lnTo>
                <a:lnTo>
                  <a:pt x="17280" y="20951"/>
                </a:lnTo>
                <a:lnTo>
                  <a:pt x="15718" y="21382"/>
                </a:lnTo>
                <a:lnTo>
                  <a:pt x="14599" y="21600"/>
                </a:lnTo>
                <a:lnTo>
                  <a:pt x="13614" y="21600"/>
                </a:lnTo>
                <a:lnTo>
                  <a:pt x="12452" y="21382"/>
                </a:lnTo>
                <a:lnTo>
                  <a:pt x="10800" y="20951"/>
                </a:lnTo>
                <a:lnTo>
                  <a:pt x="9804" y="19890"/>
                </a:lnTo>
                <a:lnTo>
                  <a:pt x="8888" y="18791"/>
                </a:lnTo>
                <a:lnTo>
                  <a:pt x="8040" y="17657"/>
                </a:lnTo>
                <a:lnTo>
                  <a:pt x="7240" y="16490"/>
                </a:lnTo>
                <a:lnTo>
                  <a:pt x="6476" y="15296"/>
                </a:lnTo>
                <a:lnTo>
                  <a:pt x="5733" y="14075"/>
                </a:lnTo>
                <a:lnTo>
                  <a:pt x="4994" y="12832"/>
                </a:lnTo>
                <a:lnTo>
                  <a:pt x="4629" y="12256"/>
                </a:lnTo>
                <a:lnTo>
                  <a:pt x="3523" y="10517"/>
                </a:lnTo>
                <a:lnTo>
                  <a:pt x="2670" y="9122"/>
                </a:lnTo>
                <a:lnTo>
                  <a:pt x="1940" y="7873"/>
                </a:lnTo>
                <a:lnTo>
                  <a:pt x="1333" y="6706"/>
                </a:lnTo>
                <a:lnTo>
                  <a:pt x="845" y="5564"/>
                </a:lnTo>
                <a:lnTo>
                  <a:pt x="469" y="4383"/>
                </a:lnTo>
                <a:lnTo>
                  <a:pt x="207" y="3103"/>
                </a:lnTo>
                <a:lnTo>
                  <a:pt x="52" y="1661"/>
                </a:lnTo>
                <a:lnTo>
                  <a:pt x="0" y="0"/>
                </a:lnTo>
                <a:close/>
              </a:path>
            </a:pathLst>
          </a:custGeom>
          <a:solidFill>
            <a:srgbClr val="ADD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3" name="contour_05511"/>
          <p:cNvSpPr/>
          <p:nvPr/>
        </p:nvSpPr>
        <p:spPr>
          <a:xfrm>
            <a:off x="6372944" y="5116170"/>
            <a:ext cx="50863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05" y="0"/>
                </a:moveTo>
                <a:lnTo>
                  <a:pt x="20040" y="0"/>
                </a:lnTo>
                <a:lnTo>
                  <a:pt x="21600" y="0"/>
                </a:lnTo>
                <a:lnTo>
                  <a:pt x="21600" y="1018"/>
                </a:lnTo>
                <a:lnTo>
                  <a:pt x="21600" y="2036"/>
                </a:lnTo>
                <a:lnTo>
                  <a:pt x="21600" y="3056"/>
                </a:lnTo>
                <a:lnTo>
                  <a:pt x="21600" y="4075"/>
                </a:lnTo>
                <a:lnTo>
                  <a:pt x="21600" y="5095"/>
                </a:lnTo>
                <a:lnTo>
                  <a:pt x="21600" y="6114"/>
                </a:lnTo>
                <a:lnTo>
                  <a:pt x="21600" y="7137"/>
                </a:lnTo>
                <a:lnTo>
                  <a:pt x="21600" y="8158"/>
                </a:lnTo>
                <a:lnTo>
                  <a:pt x="21600" y="9181"/>
                </a:lnTo>
                <a:lnTo>
                  <a:pt x="21600" y="10207"/>
                </a:lnTo>
                <a:lnTo>
                  <a:pt x="21600" y="11232"/>
                </a:lnTo>
                <a:lnTo>
                  <a:pt x="21600" y="12260"/>
                </a:lnTo>
                <a:lnTo>
                  <a:pt x="21600" y="13288"/>
                </a:lnTo>
                <a:lnTo>
                  <a:pt x="21600" y="14319"/>
                </a:lnTo>
                <a:lnTo>
                  <a:pt x="21600" y="15353"/>
                </a:lnTo>
                <a:lnTo>
                  <a:pt x="21600" y="16389"/>
                </a:lnTo>
                <a:lnTo>
                  <a:pt x="21600" y="17425"/>
                </a:lnTo>
                <a:lnTo>
                  <a:pt x="21600" y="18465"/>
                </a:lnTo>
                <a:lnTo>
                  <a:pt x="21600" y="19508"/>
                </a:lnTo>
                <a:lnTo>
                  <a:pt x="21600" y="20552"/>
                </a:lnTo>
                <a:lnTo>
                  <a:pt x="21600" y="21600"/>
                </a:lnTo>
                <a:lnTo>
                  <a:pt x="19557" y="21600"/>
                </a:lnTo>
                <a:lnTo>
                  <a:pt x="17512" y="21600"/>
                </a:lnTo>
                <a:lnTo>
                  <a:pt x="15466" y="21600"/>
                </a:lnTo>
                <a:lnTo>
                  <a:pt x="13414" y="21600"/>
                </a:lnTo>
                <a:lnTo>
                  <a:pt x="11356" y="21600"/>
                </a:lnTo>
                <a:lnTo>
                  <a:pt x="9288" y="21600"/>
                </a:lnTo>
                <a:lnTo>
                  <a:pt x="7214" y="21600"/>
                </a:lnTo>
                <a:lnTo>
                  <a:pt x="5128" y="21600"/>
                </a:lnTo>
                <a:lnTo>
                  <a:pt x="3030" y="21600"/>
                </a:lnTo>
                <a:lnTo>
                  <a:pt x="1677" y="20614"/>
                </a:lnTo>
                <a:lnTo>
                  <a:pt x="777" y="19709"/>
                </a:lnTo>
                <a:lnTo>
                  <a:pt x="248" y="18844"/>
                </a:lnTo>
                <a:lnTo>
                  <a:pt x="15" y="17971"/>
                </a:lnTo>
                <a:lnTo>
                  <a:pt x="0" y="17044"/>
                </a:lnTo>
                <a:lnTo>
                  <a:pt x="130" y="16019"/>
                </a:lnTo>
                <a:lnTo>
                  <a:pt x="322" y="14849"/>
                </a:lnTo>
                <a:lnTo>
                  <a:pt x="1216" y="14226"/>
                </a:lnTo>
                <a:lnTo>
                  <a:pt x="2117" y="13596"/>
                </a:lnTo>
                <a:lnTo>
                  <a:pt x="3030" y="12960"/>
                </a:lnTo>
                <a:lnTo>
                  <a:pt x="5292" y="12825"/>
                </a:lnTo>
                <a:lnTo>
                  <a:pt x="7490" y="12753"/>
                </a:lnTo>
                <a:lnTo>
                  <a:pt x="9650" y="12732"/>
                </a:lnTo>
                <a:lnTo>
                  <a:pt x="11801" y="12753"/>
                </a:lnTo>
                <a:lnTo>
                  <a:pt x="13977" y="12804"/>
                </a:lnTo>
                <a:lnTo>
                  <a:pt x="16202" y="12878"/>
                </a:lnTo>
                <a:lnTo>
                  <a:pt x="18505" y="12960"/>
                </a:lnTo>
                <a:lnTo>
                  <a:pt x="18505" y="11974"/>
                </a:lnTo>
                <a:lnTo>
                  <a:pt x="18505" y="10986"/>
                </a:lnTo>
                <a:lnTo>
                  <a:pt x="18505" y="9998"/>
                </a:lnTo>
                <a:lnTo>
                  <a:pt x="18505" y="9009"/>
                </a:lnTo>
                <a:lnTo>
                  <a:pt x="18505" y="8018"/>
                </a:lnTo>
                <a:lnTo>
                  <a:pt x="18505" y="7026"/>
                </a:lnTo>
                <a:lnTo>
                  <a:pt x="18505" y="6031"/>
                </a:lnTo>
                <a:lnTo>
                  <a:pt x="18505" y="5034"/>
                </a:lnTo>
                <a:lnTo>
                  <a:pt x="18505" y="4035"/>
                </a:lnTo>
                <a:lnTo>
                  <a:pt x="18505" y="3031"/>
                </a:lnTo>
                <a:lnTo>
                  <a:pt x="18505" y="2025"/>
                </a:lnTo>
                <a:lnTo>
                  <a:pt x="18505" y="1015"/>
                </a:lnTo>
                <a:lnTo>
                  <a:pt x="18505" y="0"/>
                </a:lnTo>
                <a:close/>
              </a:path>
            </a:pathLst>
          </a:custGeom>
          <a:solidFill>
            <a:srgbClr val="D1E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4" name="contour_05512"/>
          <p:cNvSpPr/>
          <p:nvPr/>
        </p:nvSpPr>
        <p:spPr>
          <a:xfrm>
            <a:off x="2757947" y="5087018"/>
            <a:ext cx="82165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27" y="0"/>
                </a:moveTo>
                <a:lnTo>
                  <a:pt x="16465" y="0"/>
                </a:lnTo>
                <a:lnTo>
                  <a:pt x="17607" y="0"/>
                </a:lnTo>
                <a:lnTo>
                  <a:pt x="18753" y="0"/>
                </a:lnTo>
                <a:lnTo>
                  <a:pt x="19908" y="0"/>
                </a:lnTo>
                <a:lnTo>
                  <a:pt x="21075" y="0"/>
                </a:lnTo>
                <a:lnTo>
                  <a:pt x="21142" y="716"/>
                </a:lnTo>
                <a:lnTo>
                  <a:pt x="21203" y="1433"/>
                </a:lnTo>
                <a:lnTo>
                  <a:pt x="21257" y="2149"/>
                </a:lnTo>
                <a:lnTo>
                  <a:pt x="21307" y="2865"/>
                </a:lnTo>
                <a:lnTo>
                  <a:pt x="21353" y="3581"/>
                </a:lnTo>
                <a:lnTo>
                  <a:pt x="21395" y="4297"/>
                </a:lnTo>
                <a:lnTo>
                  <a:pt x="21435" y="5014"/>
                </a:lnTo>
                <a:lnTo>
                  <a:pt x="21472" y="5371"/>
                </a:lnTo>
                <a:lnTo>
                  <a:pt x="21581" y="6449"/>
                </a:lnTo>
                <a:lnTo>
                  <a:pt x="21600" y="7108"/>
                </a:lnTo>
                <a:lnTo>
                  <a:pt x="21594" y="7749"/>
                </a:lnTo>
                <a:lnTo>
                  <a:pt x="21552" y="8379"/>
                </a:lnTo>
                <a:lnTo>
                  <a:pt x="21460" y="9006"/>
                </a:lnTo>
                <a:lnTo>
                  <a:pt x="21305" y="9640"/>
                </a:lnTo>
                <a:lnTo>
                  <a:pt x="21075" y="10286"/>
                </a:lnTo>
                <a:lnTo>
                  <a:pt x="19924" y="10737"/>
                </a:lnTo>
                <a:lnTo>
                  <a:pt x="19061" y="11068"/>
                </a:lnTo>
                <a:lnTo>
                  <a:pt x="18330" y="11338"/>
                </a:lnTo>
                <a:lnTo>
                  <a:pt x="17571" y="11602"/>
                </a:lnTo>
                <a:lnTo>
                  <a:pt x="16622" y="11918"/>
                </a:lnTo>
                <a:lnTo>
                  <a:pt x="15327" y="12343"/>
                </a:lnTo>
                <a:lnTo>
                  <a:pt x="14739" y="12998"/>
                </a:lnTo>
                <a:lnTo>
                  <a:pt x="14218" y="13663"/>
                </a:lnTo>
                <a:lnTo>
                  <a:pt x="13752" y="14335"/>
                </a:lnTo>
                <a:lnTo>
                  <a:pt x="13333" y="15016"/>
                </a:lnTo>
                <a:lnTo>
                  <a:pt x="12944" y="15703"/>
                </a:lnTo>
                <a:lnTo>
                  <a:pt x="12574" y="16399"/>
                </a:lnTo>
                <a:lnTo>
                  <a:pt x="12214" y="17100"/>
                </a:lnTo>
                <a:lnTo>
                  <a:pt x="11871" y="17738"/>
                </a:lnTo>
                <a:lnTo>
                  <a:pt x="11524" y="18374"/>
                </a:lnTo>
                <a:lnTo>
                  <a:pt x="11174" y="19011"/>
                </a:lnTo>
                <a:lnTo>
                  <a:pt x="10821" y="19648"/>
                </a:lnTo>
                <a:lnTo>
                  <a:pt x="10530" y="20210"/>
                </a:lnTo>
                <a:lnTo>
                  <a:pt x="10233" y="20783"/>
                </a:lnTo>
                <a:lnTo>
                  <a:pt x="9909" y="21189"/>
                </a:lnTo>
                <a:lnTo>
                  <a:pt x="9580" y="21600"/>
                </a:lnTo>
                <a:lnTo>
                  <a:pt x="8629" y="21600"/>
                </a:lnTo>
                <a:lnTo>
                  <a:pt x="7664" y="21600"/>
                </a:lnTo>
                <a:lnTo>
                  <a:pt x="7305" y="20927"/>
                </a:lnTo>
                <a:lnTo>
                  <a:pt x="7075" y="20435"/>
                </a:lnTo>
                <a:lnTo>
                  <a:pt x="6869" y="19882"/>
                </a:lnTo>
                <a:lnTo>
                  <a:pt x="6587" y="19029"/>
                </a:lnTo>
                <a:lnTo>
                  <a:pt x="6426" y="18550"/>
                </a:lnTo>
                <a:lnTo>
                  <a:pt x="6263" y="18070"/>
                </a:lnTo>
                <a:lnTo>
                  <a:pt x="6100" y="17582"/>
                </a:lnTo>
                <a:lnTo>
                  <a:pt x="5924" y="17024"/>
                </a:lnTo>
                <a:lnTo>
                  <a:pt x="5748" y="16457"/>
                </a:lnTo>
                <a:lnTo>
                  <a:pt x="4799" y="16797"/>
                </a:lnTo>
                <a:lnTo>
                  <a:pt x="3849" y="17137"/>
                </a:lnTo>
                <a:lnTo>
                  <a:pt x="2895" y="17477"/>
                </a:lnTo>
                <a:lnTo>
                  <a:pt x="1937" y="17821"/>
                </a:lnTo>
                <a:lnTo>
                  <a:pt x="973" y="18167"/>
                </a:lnTo>
                <a:lnTo>
                  <a:pt x="0" y="18514"/>
                </a:lnTo>
                <a:lnTo>
                  <a:pt x="544" y="17769"/>
                </a:lnTo>
                <a:lnTo>
                  <a:pt x="1107" y="17090"/>
                </a:lnTo>
                <a:lnTo>
                  <a:pt x="1696" y="16466"/>
                </a:lnTo>
                <a:lnTo>
                  <a:pt x="2318" y="15893"/>
                </a:lnTo>
                <a:lnTo>
                  <a:pt x="2985" y="15361"/>
                </a:lnTo>
                <a:lnTo>
                  <a:pt x="3703" y="14860"/>
                </a:lnTo>
                <a:lnTo>
                  <a:pt x="4483" y="14385"/>
                </a:lnTo>
                <a:lnTo>
                  <a:pt x="5330" y="13925"/>
                </a:lnTo>
                <a:lnTo>
                  <a:pt x="6255" y="13474"/>
                </a:lnTo>
                <a:lnTo>
                  <a:pt x="7267" y="13022"/>
                </a:lnTo>
                <a:lnTo>
                  <a:pt x="8373" y="12562"/>
                </a:lnTo>
                <a:lnTo>
                  <a:pt x="9580" y="12086"/>
                </a:lnTo>
                <a:lnTo>
                  <a:pt x="10777" y="11584"/>
                </a:lnTo>
                <a:lnTo>
                  <a:pt x="11861" y="11080"/>
                </a:lnTo>
                <a:lnTo>
                  <a:pt x="12839" y="10571"/>
                </a:lnTo>
                <a:lnTo>
                  <a:pt x="13718" y="10050"/>
                </a:lnTo>
                <a:lnTo>
                  <a:pt x="14507" y="9513"/>
                </a:lnTo>
                <a:lnTo>
                  <a:pt x="15216" y="8956"/>
                </a:lnTo>
                <a:lnTo>
                  <a:pt x="15848" y="8373"/>
                </a:lnTo>
                <a:lnTo>
                  <a:pt x="16417" y="7757"/>
                </a:lnTo>
                <a:lnTo>
                  <a:pt x="16929" y="7106"/>
                </a:lnTo>
                <a:lnTo>
                  <a:pt x="17391" y="6414"/>
                </a:lnTo>
                <a:lnTo>
                  <a:pt x="17812" y="5676"/>
                </a:lnTo>
                <a:lnTo>
                  <a:pt x="18201" y="4886"/>
                </a:lnTo>
                <a:lnTo>
                  <a:pt x="18458" y="4339"/>
                </a:lnTo>
                <a:lnTo>
                  <a:pt x="18718" y="3784"/>
                </a:lnTo>
                <a:lnTo>
                  <a:pt x="18941" y="3159"/>
                </a:lnTo>
                <a:lnTo>
                  <a:pt x="19059" y="2663"/>
                </a:lnTo>
                <a:lnTo>
                  <a:pt x="19119" y="2039"/>
                </a:lnTo>
                <a:lnTo>
                  <a:pt x="19159" y="1029"/>
                </a:lnTo>
                <a:lnTo>
                  <a:pt x="18056" y="588"/>
                </a:lnTo>
                <a:lnTo>
                  <a:pt x="17287" y="333"/>
                </a:lnTo>
                <a:lnTo>
                  <a:pt x="16498" y="170"/>
                </a:lnTo>
                <a:lnTo>
                  <a:pt x="15327" y="0"/>
                </a:lnTo>
                <a:close/>
              </a:path>
            </a:pathLst>
          </a:custGeom>
          <a:solidFill>
            <a:srgbClr val="D0D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5" name="contour_05513"/>
          <p:cNvSpPr/>
          <p:nvPr/>
        </p:nvSpPr>
        <p:spPr>
          <a:xfrm>
            <a:off x="5053665" y="5116170"/>
            <a:ext cx="131184" cy="82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0" y="0"/>
                </a:moveTo>
                <a:lnTo>
                  <a:pt x="13992" y="1734"/>
                </a:lnTo>
                <a:lnTo>
                  <a:pt x="14587" y="3090"/>
                </a:lnTo>
                <a:lnTo>
                  <a:pt x="15014" y="4177"/>
                </a:lnTo>
                <a:lnTo>
                  <a:pt x="15300" y="5111"/>
                </a:lnTo>
                <a:lnTo>
                  <a:pt x="15474" y="5997"/>
                </a:lnTo>
                <a:lnTo>
                  <a:pt x="15563" y="6951"/>
                </a:lnTo>
                <a:lnTo>
                  <a:pt x="15595" y="8084"/>
                </a:lnTo>
                <a:lnTo>
                  <a:pt x="15600" y="9506"/>
                </a:lnTo>
                <a:lnTo>
                  <a:pt x="16448" y="9506"/>
                </a:lnTo>
                <a:lnTo>
                  <a:pt x="17298" y="9506"/>
                </a:lnTo>
                <a:lnTo>
                  <a:pt x="18150" y="9506"/>
                </a:lnTo>
                <a:lnTo>
                  <a:pt x="19006" y="9506"/>
                </a:lnTo>
                <a:lnTo>
                  <a:pt x="19865" y="9506"/>
                </a:lnTo>
                <a:lnTo>
                  <a:pt x="20729" y="9506"/>
                </a:lnTo>
                <a:lnTo>
                  <a:pt x="21600" y="9506"/>
                </a:lnTo>
                <a:lnTo>
                  <a:pt x="21600" y="10449"/>
                </a:lnTo>
                <a:lnTo>
                  <a:pt x="21600" y="11407"/>
                </a:lnTo>
                <a:lnTo>
                  <a:pt x="20820" y="11809"/>
                </a:lnTo>
                <a:lnTo>
                  <a:pt x="20039" y="12189"/>
                </a:lnTo>
                <a:lnTo>
                  <a:pt x="19254" y="12550"/>
                </a:lnTo>
                <a:lnTo>
                  <a:pt x="18467" y="12896"/>
                </a:lnTo>
                <a:lnTo>
                  <a:pt x="17677" y="13233"/>
                </a:lnTo>
                <a:lnTo>
                  <a:pt x="16885" y="13562"/>
                </a:lnTo>
                <a:lnTo>
                  <a:pt x="16092" y="13889"/>
                </a:lnTo>
                <a:lnTo>
                  <a:pt x="15842" y="14082"/>
                </a:lnTo>
                <a:lnTo>
                  <a:pt x="15404" y="14425"/>
                </a:lnTo>
                <a:lnTo>
                  <a:pt x="14400" y="15210"/>
                </a:lnTo>
                <a:lnTo>
                  <a:pt x="14250" y="16185"/>
                </a:lnTo>
                <a:lnTo>
                  <a:pt x="14099" y="17164"/>
                </a:lnTo>
                <a:lnTo>
                  <a:pt x="13945" y="18159"/>
                </a:lnTo>
                <a:lnTo>
                  <a:pt x="13699" y="19069"/>
                </a:lnTo>
                <a:lnTo>
                  <a:pt x="13451" y="19984"/>
                </a:lnTo>
                <a:lnTo>
                  <a:pt x="13200" y="20914"/>
                </a:lnTo>
                <a:lnTo>
                  <a:pt x="12455" y="21195"/>
                </a:lnTo>
                <a:lnTo>
                  <a:pt x="11711" y="21393"/>
                </a:lnTo>
                <a:lnTo>
                  <a:pt x="10968" y="21516"/>
                </a:lnTo>
                <a:lnTo>
                  <a:pt x="10223" y="21581"/>
                </a:lnTo>
                <a:lnTo>
                  <a:pt x="9475" y="21600"/>
                </a:lnTo>
                <a:lnTo>
                  <a:pt x="8724" y="21585"/>
                </a:lnTo>
                <a:lnTo>
                  <a:pt x="7966" y="21551"/>
                </a:lnTo>
                <a:lnTo>
                  <a:pt x="7200" y="21507"/>
                </a:lnTo>
                <a:lnTo>
                  <a:pt x="6780" y="21513"/>
                </a:lnTo>
                <a:lnTo>
                  <a:pt x="5513" y="21526"/>
                </a:lnTo>
                <a:lnTo>
                  <a:pt x="4217" y="21490"/>
                </a:lnTo>
                <a:lnTo>
                  <a:pt x="3311" y="21452"/>
                </a:lnTo>
                <a:lnTo>
                  <a:pt x="2676" y="21391"/>
                </a:lnTo>
                <a:lnTo>
                  <a:pt x="2192" y="21292"/>
                </a:lnTo>
                <a:lnTo>
                  <a:pt x="1740" y="21140"/>
                </a:lnTo>
                <a:lnTo>
                  <a:pt x="1200" y="20914"/>
                </a:lnTo>
                <a:lnTo>
                  <a:pt x="749" y="19765"/>
                </a:lnTo>
                <a:lnTo>
                  <a:pt x="473" y="18986"/>
                </a:lnTo>
                <a:lnTo>
                  <a:pt x="262" y="18220"/>
                </a:lnTo>
                <a:lnTo>
                  <a:pt x="0" y="17111"/>
                </a:lnTo>
                <a:lnTo>
                  <a:pt x="264" y="17151"/>
                </a:lnTo>
                <a:lnTo>
                  <a:pt x="730" y="17220"/>
                </a:lnTo>
                <a:lnTo>
                  <a:pt x="1795" y="17379"/>
                </a:lnTo>
                <a:lnTo>
                  <a:pt x="2640" y="17448"/>
                </a:lnTo>
                <a:lnTo>
                  <a:pt x="3469" y="17499"/>
                </a:lnTo>
                <a:lnTo>
                  <a:pt x="4290" y="17526"/>
                </a:lnTo>
                <a:lnTo>
                  <a:pt x="5105" y="17524"/>
                </a:lnTo>
                <a:lnTo>
                  <a:pt x="5920" y="17488"/>
                </a:lnTo>
                <a:lnTo>
                  <a:pt x="6737" y="17412"/>
                </a:lnTo>
                <a:lnTo>
                  <a:pt x="7562" y="17288"/>
                </a:lnTo>
                <a:lnTo>
                  <a:pt x="8400" y="17111"/>
                </a:lnTo>
                <a:lnTo>
                  <a:pt x="8840" y="15529"/>
                </a:lnTo>
                <a:lnTo>
                  <a:pt x="9112" y="14463"/>
                </a:lnTo>
                <a:lnTo>
                  <a:pt x="9262" y="13660"/>
                </a:lnTo>
                <a:lnTo>
                  <a:pt x="9338" y="12868"/>
                </a:lnTo>
                <a:lnTo>
                  <a:pt x="9389" y="11831"/>
                </a:lnTo>
                <a:lnTo>
                  <a:pt x="9553" y="10516"/>
                </a:lnTo>
                <a:lnTo>
                  <a:pt x="9794" y="9244"/>
                </a:lnTo>
                <a:lnTo>
                  <a:pt x="10102" y="8010"/>
                </a:lnTo>
                <a:lnTo>
                  <a:pt x="10465" y="6810"/>
                </a:lnTo>
                <a:lnTo>
                  <a:pt x="10873" y="5637"/>
                </a:lnTo>
                <a:lnTo>
                  <a:pt x="11315" y="4487"/>
                </a:lnTo>
                <a:lnTo>
                  <a:pt x="11779" y="3352"/>
                </a:lnTo>
                <a:lnTo>
                  <a:pt x="12256" y="2230"/>
                </a:lnTo>
                <a:lnTo>
                  <a:pt x="12732" y="1114"/>
                </a:lnTo>
                <a:lnTo>
                  <a:pt x="13200" y="0"/>
                </a:lnTo>
                <a:close/>
              </a:path>
            </a:pathLst>
          </a:custGeom>
          <a:solidFill>
            <a:srgbClr val="DA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6" name="contour_05514"/>
          <p:cNvSpPr/>
          <p:nvPr/>
        </p:nvSpPr>
        <p:spPr>
          <a:xfrm>
            <a:off x="1854237" y="5130170"/>
            <a:ext cx="102032" cy="51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1" y="3285"/>
                </a:moveTo>
                <a:lnTo>
                  <a:pt x="17447" y="5550"/>
                </a:lnTo>
                <a:lnTo>
                  <a:pt x="17764" y="7157"/>
                </a:lnTo>
                <a:lnTo>
                  <a:pt x="17999" y="8546"/>
                </a:lnTo>
                <a:lnTo>
                  <a:pt x="18224" y="10153"/>
                </a:lnTo>
                <a:lnTo>
                  <a:pt x="18514" y="12418"/>
                </a:lnTo>
                <a:lnTo>
                  <a:pt x="19485" y="13645"/>
                </a:lnTo>
                <a:lnTo>
                  <a:pt x="20128" y="14370"/>
                </a:lnTo>
                <a:lnTo>
                  <a:pt x="20738" y="14881"/>
                </a:lnTo>
                <a:lnTo>
                  <a:pt x="21600" y="15462"/>
                </a:lnTo>
                <a:lnTo>
                  <a:pt x="20699" y="17030"/>
                </a:lnTo>
                <a:lnTo>
                  <a:pt x="19863" y="18376"/>
                </a:lnTo>
                <a:lnTo>
                  <a:pt x="19045" y="19496"/>
                </a:lnTo>
                <a:lnTo>
                  <a:pt x="18203" y="20385"/>
                </a:lnTo>
                <a:lnTo>
                  <a:pt x="17286" y="21034"/>
                </a:lnTo>
                <a:lnTo>
                  <a:pt x="16252" y="21442"/>
                </a:lnTo>
                <a:lnTo>
                  <a:pt x="15055" y="21600"/>
                </a:lnTo>
                <a:lnTo>
                  <a:pt x="13816" y="21210"/>
                </a:lnTo>
                <a:lnTo>
                  <a:pt x="12718" y="20796"/>
                </a:lnTo>
                <a:lnTo>
                  <a:pt x="11730" y="20291"/>
                </a:lnTo>
                <a:lnTo>
                  <a:pt x="10832" y="19630"/>
                </a:lnTo>
                <a:lnTo>
                  <a:pt x="9996" y="18750"/>
                </a:lnTo>
                <a:lnTo>
                  <a:pt x="9199" y="17584"/>
                </a:lnTo>
                <a:lnTo>
                  <a:pt x="8415" y="16065"/>
                </a:lnTo>
                <a:lnTo>
                  <a:pt x="7619" y="14129"/>
                </a:lnTo>
                <a:lnTo>
                  <a:pt x="7140" y="12558"/>
                </a:lnTo>
                <a:lnTo>
                  <a:pt x="6659" y="10978"/>
                </a:lnTo>
                <a:lnTo>
                  <a:pt x="6171" y="9374"/>
                </a:lnTo>
                <a:lnTo>
                  <a:pt x="5324" y="8348"/>
                </a:lnTo>
                <a:lnTo>
                  <a:pt x="4465" y="7392"/>
                </a:lnTo>
                <a:lnTo>
                  <a:pt x="3595" y="6491"/>
                </a:lnTo>
                <a:lnTo>
                  <a:pt x="2714" y="5638"/>
                </a:lnTo>
                <a:lnTo>
                  <a:pt x="1822" y="4825"/>
                </a:lnTo>
                <a:lnTo>
                  <a:pt x="916" y="4043"/>
                </a:lnTo>
                <a:lnTo>
                  <a:pt x="0" y="3285"/>
                </a:lnTo>
                <a:lnTo>
                  <a:pt x="2141" y="2515"/>
                </a:lnTo>
                <a:lnTo>
                  <a:pt x="4024" y="1848"/>
                </a:lnTo>
                <a:lnTo>
                  <a:pt x="5670" y="1282"/>
                </a:lnTo>
                <a:lnTo>
                  <a:pt x="7106" y="822"/>
                </a:lnTo>
                <a:lnTo>
                  <a:pt x="8356" y="463"/>
                </a:lnTo>
                <a:lnTo>
                  <a:pt x="9445" y="204"/>
                </a:lnTo>
                <a:lnTo>
                  <a:pt x="10399" y="52"/>
                </a:lnTo>
                <a:lnTo>
                  <a:pt x="11241" y="0"/>
                </a:lnTo>
                <a:lnTo>
                  <a:pt x="11999" y="52"/>
                </a:lnTo>
                <a:lnTo>
                  <a:pt x="12695" y="204"/>
                </a:lnTo>
                <a:lnTo>
                  <a:pt x="13353" y="463"/>
                </a:lnTo>
                <a:lnTo>
                  <a:pt x="14000" y="822"/>
                </a:lnTo>
                <a:lnTo>
                  <a:pt x="14660" y="1282"/>
                </a:lnTo>
                <a:lnTo>
                  <a:pt x="15359" y="1848"/>
                </a:lnTo>
                <a:lnTo>
                  <a:pt x="16121" y="2515"/>
                </a:lnTo>
                <a:lnTo>
                  <a:pt x="16971" y="3285"/>
                </a:lnTo>
                <a:close/>
              </a:path>
            </a:pathLst>
          </a:custGeom>
          <a:solidFill>
            <a:srgbClr val="46384B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7" name="contour_05515"/>
          <p:cNvSpPr/>
          <p:nvPr/>
        </p:nvSpPr>
        <p:spPr>
          <a:xfrm>
            <a:off x="3443019" y="5021426"/>
            <a:ext cx="29152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0"/>
                </a:lnTo>
                <a:lnTo>
                  <a:pt x="6426" y="0"/>
                </a:lnTo>
                <a:lnTo>
                  <a:pt x="9655" y="0"/>
                </a:lnTo>
                <a:lnTo>
                  <a:pt x="12911" y="0"/>
                </a:lnTo>
                <a:lnTo>
                  <a:pt x="16200" y="0"/>
                </a:lnTo>
                <a:lnTo>
                  <a:pt x="16378" y="713"/>
                </a:lnTo>
                <a:lnTo>
                  <a:pt x="16556" y="1426"/>
                </a:lnTo>
                <a:lnTo>
                  <a:pt x="16735" y="2138"/>
                </a:lnTo>
                <a:lnTo>
                  <a:pt x="16913" y="2851"/>
                </a:lnTo>
                <a:lnTo>
                  <a:pt x="17091" y="3565"/>
                </a:lnTo>
                <a:lnTo>
                  <a:pt x="17269" y="4279"/>
                </a:lnTo>
                <a:lnTo>
                  <a:pt x="17447" y="4993"/>
                </a:lnTo>
                <a:lnTo>
                  <a:pt x="17626" y="5707"/>
                </a:lnTo>
                <a:lnTo>
                  <a:pt x="17804" y="6421"/>
                </a:lnTo>
                <a:lnTo>
                  <a:pt x="17982" y="7136"/>
                </a:lnTo>
                <a:lnTo>
                  <a:pt x="18160" y="7851"/>
                </a:lnTo>
                <a:lnTo>
                  <a:pt x="18344" y="8567"/>
                </a:lnTo>
                <a:lnTo>
                  <a:pt x="18522" y="9284"/>
                </a:lnTo>
                <a:lnTo>
                  <a:pt x="18700" y="10001"/>
                </a:lnTo>
                <a:lnTo>
                  <a:pt x="18878" y="10719"/>
                </a:lnTo>
                <a:lnTo>
                  <a:pt x="19062" y="11438"/>
                </a:lnTo>
                <a:lnTo>
                  <a:pt x="19240" y="12157"/>
                </a:lnTo>
                <a:lnTo>
                  <a:pt x="19418" y="12877"/>
                </a:lnTo>
                <a:lnTo>
                  <a:pt x="19602" y="13598"/>
                </a:lnTo>
                <a:lnTo>
                  <a:pt x="19780" y="14320"/>
                </a:lnTo>
                <a:lnTo>
                  <a:pt x="19958" y="15043"/>
                </a:lnTo>
                <a:lnTo>
                  <a:pt x="20142" y="15767"/>
                </a:lnTo>
                <a:lnTo>
                  <a:pt x="20326" y="16492"/>
                </a:lnTo>
                <a:lnTo>
                  <a:pt x="20504" y="17218"/>
                </a:lnTo>
                <a:lnTo>
                  <a:pt x="20687" y="17945"/>
                </a:lnTo>
                <a:lnTo>
                  <a:pt x="20871" y="18674"/>
                </a:lnTo>
                <a:lnTo>
                  <a:pt x="21049" y="19403"/>
                </a:lnTo>
                <a:lnTo>
                  <a:pt x="21233" y="20134"/>
                </a:lnTo>
                <a:lnTo>
                  <a:pt x="21416" y="20867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10800" y="20895"/>
                </a:lnTo>
                <a:lnTo>
                  <a:pt x="10800" y="20190"/>
                </a:lnTo>
                <a:lnTo>
                  <a:pt x="10800" y="19484"/>
                </a:lnTo>
                <a:lnTo>
                  <a:pt x="10800" y="18778"/>
                </a:lnTo>
                <a:lnTo>
                  <a:pt x="10800" y="18070"/>
                </a:lnTo>
                <a:lnTo>
                  <a:pt x="10800" y="17361"/>
                </a:lnTo>
                <a:lnTo>
                  <a:pt x="10800" y="16651"/>
                </a:lnTo>
                <a:lnTo>
                  <a:pt x="10800" y="15939"/>
                </a:lnTo>
                <a:lnTo>
                  <a:pt x="10800" y="15225"/>
                </a:lnTo>
                <a:lnTo>
                  <a:pt x="10800" y="14508"/>
                </a:lnTo>
                <a:lnTo>
                  <a:pt x="10800" y="13789"/>
                </a:lnTo>
                <a:lnTo>
                  <a:pt x="10800" y="13068"/>
                </a:lnTo>
                <a:lnTo>
                  <a:pt x="10800" y="12343"/>
                </a:lnTo>
                <a:lnTo>
                  <a:pt x="7231" y="12343"/>
                </a:lnTo>
                <a:lnTo>
                  <a:pt x="3640" y="12343"/>
                </a:lnTo>
                <a:lnTo>
                  <a:pt x="0" y="12343"/>
                </a:lnTo>
                <a:lnTo>
                  <a:pt x="0" y="11624"/>
                </a:lnTo>
                <a:lnTo>
                  <a:pt x="0" y="10905"/>
                </a:lnTo>
                <a:lnTo>
                  <a:pt x="0" y="10186"/>
                </a:lnTo>
                <a:lnTo>
                  <a:pt x="0" y="9466"/>
                </a:lnTo>
                <a:lnTo>
                  <a:pt x="0" y="8746"/>
                </a:lnTo>
                <a:lnTo>
                  <a:pt x="0" y="8025"/>
                </a:lnTo>
                <a:lnTo>
                  <a:pt x="0" y="7303"/>
                </a:lnTo>
                <a:lnTo>
                  <a:pt x="0" y="6580"/>
                </a:lnTo>
                <a:lnTo>
                  <a:pt x="0" y="5856"/>
                </a:lnTo>
                <a:lnTo>
                  <a:pt x="0" y="5129"/>
                </a:lnTo>
                <a:lnTo>
                  <a:pt x="0" y="4402"/>
                </a:lnTo>
                <a:lnTo>
                  <a:pt x="0" y="3674"/>
                </a:lnTo>
                <a:lnTo>
                  <a:pt x="0" y="2944"/>
                </a:lnTo>
                <a:lnTo>
                  <a:pt x="0" y="2210"/>
                </a:lnTo>
                <a:lnTo>
                  <a:pt x="0" y="1476"/>
                </a:lnTo>
                <a:lnTo>
                  <a:pt x="0" y="740"/>
                </a:lnTo>
                <a:lnTo>
                  <a:pt x="0" y="0"/>
                </a:lnTo>
                <a:close/>
              </a:path>
            </a:pathLst>
          </a:custGeom>
          <a:solidFill>
            <a:srgbClr val="A3BF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8" name="contour_05516"/>
          <p:cNvSpPr/>
          <p:nvPr/>
        </p:nvSpPr>
        <p:spPr>
          <a:xfrm>
            <a:off x="6897527" y="4998848"/>
            <a:ext cx="131184" cy="38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9" y="0"/>
                </a:moveTo>
                <a:lnTo>
                  <a:pt x="8186" y="8"/>
                </a:lnTo>
                <a:lnTo>
                  <a:pt x="9084" y="17"/>
                </a:lnTo>
                <a:lnTo>
                  <a:pt x="9833" y="37"/>
                </a:lnTo>
                <a:lnTo>
                  <a:pt x="10580" y="58"/>
                </a:lnTo>
                <a:lnTo>
                  <a:pt x="11328" y="87"/>
                </a:lnTo>
                <a:lnTo>
                  <a:pt x="12077" y="116"/>
                </a:lnTo>
                <a:lnTo>
                  <a:pt x="12824" y="144"/>
                </a:lnTo>
                <a:lnTo>
                  <a:pt x="13675" y="165"/>
                </a:lnTo>
                <a:lnTo>
                  <a:pt x="14526" y="186"/>
                </a:lnTo>
                <a:lnTo>
                  <a:pt x="15377" y="202"/>
                </a:lnTo>
                <a:lnTo>
                  <a:pt x="16156" y="223"/>
                </a:lnTo>
                <a:lnTo>
                  <a:pt x="16933" y="244"/>
                </a:lnTo>
                <a:lnTo>
                  <a:pt x="17711" y="264"/>
                </a:lnTo>
                <a:lnTo>
                  <a:pt x="18488" y="289"/>
                </a:lnTo>
                <a:lnTo>
                  <a:pt x="19266" y="318"/>
                </a:lnTo>
                <a:lnTo>
                  <a:pt x="20045" y="343"/>
                </a:lnTo>
                <a:lnTo>
                  <a:pt x="20822" y="376"/>
                </a:lnTo>
                <a:lnTo>
                  <a:pt x="21600" y="405"/>
                </a:lnTo>
                <a:lnTo>
                  <a:pt x="21359" y="5069"/>
                </a:lnTo>
                <a:lnTo>
                  <a:pt x="21179" y="8354"/>
                </a:lnTo>
                <a:lnTo>
                  <a:pt x="21026" y="10724"/>
                </a:lnTo>
                <a:lnTo>
                  <a:pt x="20868" y="12635"/>
                </a:lnTo>
                <a:lnTo>
                  <a:pt x="20670" y="14546"/>
                </a:lnTo>
                <a:lnTo>
                  <a:pt x="20400" y="16915"/>
                </a:lnTo>
                <a:lnTo>
                  <a:pt x="19712" y="18153"/>
                </a:lnTo>
                <a:lnTo>
                  <a:pt x="18988" y="19169"/>
                </a:lnTo>
                <a:lnTo>
                  <a:pt x="18230" y="19982"/>
                </a:lnTo>
                <a:lnTo>
                  <a:pt x="17446" y="20609"/>
                </a:lnTo>
                <a:lnTo>
                  <a:pt x="16637" y="21068"/>
                </a:lnTo>
                <a:lnTo>
                  <a:pt x="15810" y="21373"/>
                </a:lnTo>
                <a:lnTo>
                  <a:pt x="14969" y="21546"/>
                </a:lnTo>
                <a:lnTo>
                  <a:pt x="14118" y="21600"/>
                </a:lnTo>
                <a:lnTo>
                  <a:pt x="13262" y="21563"/>
                </a:lnTo>
                <a:lnTo>
                  <a:pt x="12406" y="21439"/>
                </a:lnTo>
                <a:lnTo>
                  <a:pt x="11552" y="21257"/>
                </a:lnTo>
                <a:lnTo>
                  <a:pt x="10708" y="21026"/>
                </a:lnTo>
                <a:lnTo>
                  <a:pt x="9876" y="20770"/>
                </a:lnTo>
                <a:lnTo>
                  <a:pt x="9060" y="20502"/>
                </a:lnTo>
                <a:lnTo>
                  <a:pt x="8267" y="20246"/>
                </a:lnTo>
                <a:lnTo>
                  <a:pt x="7500" y="20011"/>
                </a:lnTo>
                <a:lnTo>
                  <a:pt x="7148" y="19932"/>
                </a:lnTo>
                <a:lnTo>
                  <a:pt x="6086" y="19685"/>
                </a:lnTo>
                <a:lnTo>
                  <a:pt x="5050" y="19251"/>
                </a:lnTo>
                <a:lnTo>
                  <a:pt x="4198" y="18735"/>
                </a:lnTo>
                <a:lnTo>
                  <a:pt x="3478" y="18013"/>
                </a:lnTo>
                <a:lnTo>
                  <a:pt x="2837" y="16961"/>
                </a:lnTo>
                <a:lnTo>
                  <a:pt x="2226" y="15446"/>
                </a:lnTo>
                <a:lnTo>
                  <a:pt x="1591" y="13345"/>
                </a:lnTo>
                <a:lnTo>
                  <a:pt x="881" y="10530"/>
                </a:lnTo>
                <a:lnTo>
                  <a:pt x="590" y="8548"/>
                </a:lnTo>
                <a:lnTo>
                  <a:pt x="296" y="6555"/>
                </a:lnTo>
                <a:lnTo>
                  <a:pt x="0" y="4532"/>
                </a:lnTo>
                <a:lnTo>
                  <a:pt x="805" y="3521"/>
                </a:lnTo>
                <a:lnTo>
                  <a:pt x="1588" y="2658"/>
                </a:lnTo>
                <a:lnTo>
                  <a:pt x="2356" y="1936"/>
                </a:lnTo>
                <a:lnTo>
                  <a:pt x="3115" y="1346"/>
                </a:lnTo>
                <a:lnTo>
                  <a:pt x="3874" y="871"/>
                </a:lnTo>
                <a:lnTo>
                  <a:pt x="4638" y="512"/>
                </a:lnTo>
                <a:lnTo>
                  <a:pt x="5414" y="256"/>
                </a:lnTo>
                <a:lnTo>
                  <a:pt x="6210" y="91"/>
                </a:lnTo>
                <a:lnTo>
                  <a:pt x="7033" y="8"/>
                </a:lnTo>
                <a:lnTo>
                  <a:pt x="7889" y="0"/>
                </a:lnTo>
                <a:close/>
              </a:path>
            </a:pathLst>
          </a:custGeom>
          <a:solidFill>
            <a:srgbClr val="E9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519" name="contour_05517"/>
          <p:cNvSpPr/>
          <p:nvPr/>
        </p:nvSpPr>
        <p:spPr>
          <a:xfrm>
            <a:off x="4594521" y="5014138"/>
            <a:ext cx="5874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80" y="0"/>
                </a:moveTo>
                <a:lnTo>
                  <a:pt x="4449" y="0"/>
                </a:lnTo>
                <a:lnTo>
                  <a:pt x="6220" y="0"/>
                </a:lnTo>
                <a:lnTo>
                  <a:pt x="7991" y="0"/>
                </a:lnTo>
                <a:lnTo>
                  <a:pt x="9768" y="0"/>
                </a:lnTo>
                <a:lnTo>
                  <a:pt x="11550" y="0"/>
                </a:lnTo>
                <a:lnTo>
                  <a:pt x="13341" y="0"/>
                </a:lnTo>
                <a:lnTo>
                  <a:pt x="15136" y="0"/>
                </a:lnTo>
                <a:lnTo>
                  <a:pt x="16942" y="0"/>
                </a:lnTo>
                <a:lnTo>
                  <a:pt x="18759" y="0"/>
                </a:lnTo>
                <a:lnTo>
                  <a:pt x="19665" y="2536"/>
                </a:lnTo>
                <a:lnTo>
                  <a:pt x="20370" y="4551"/>
                </a:lnTo>
                <a:lnTo>
                  <a:pt x="20890" y="6147"/>
                </a:lnTo>
                <a:lnTo>
                  <a:pt x="21252" y="7435"/>
                </a:lnTo>
                <a:lnTo>
                  <a:pt x="21477" y="8519"/>
                </a:lnTo>
                <a:lnTo>
                  <a:pt x="21584" y="9508"/>
                </a:lnTo>
                <a:lnTo>
                  <a:pt x="21600" y="10506"/>
                </a:lnTo>
                <a:lnTo>
                  <a:pt x="21544" y="11621"/>
                </a:lnTo>
                <a:lnTo>
                  <a:pt x="21439" y="12960"/>
                </a:lnTo>
                <a:lnTo>
                  <a:pt x="20137" y="13988"/>
                </a:lnTo>
                <a:lnTo>
                  <a:pt x="18789" y="14902"/>
                </a:lnTo>
                <a:lnTo>
                  <a:pt x="17395" y="15718"/>
                </a:lnTo>
                <a:lnTo>
                  <a:pt x="15956" y="16451"/>
                </a:lnTo>
                <a:lnTo>
                  <a:pt x="14469" y="17118"/>
                </a:lnTo>
                <a:lnTo>
                  <a:pt x="12933" y="17736"/>
                </a:lnTo>
                <a:lnTo>
                  <a:pt x="11352" y="18317"/>
                </a:lnTo>
                <a:lnTo>
                  <a:pt x="9720" y="18881"/>
                </a:lnTo>
                <a:lnTo>
                  <a:pt x="8040" y="19440"/>
                </a:lnTo>
                <a:lnTo>
                  <a:pt x="6697" y="19974"/>
                </a:lnTo>
                <a:lnTo>
                  <a:pt x="5354" y="20511"/>
                </a:lnTo>
                <a:lnTo>
                  <a:pt x="4017" y="21054"/>
                </a:lnTo>
                <a:lnTo>
                  <a:pt x="2680" y="21600"/>
                </a:lnTo>
                <a:lnTo>
                  <a:pt x="2216" y="20261"/>
                </a:lnTo>
                <a:lnTo>
                  <a:pt x="1777" y="18924"/>
                </a:lnTo>
                <a:lnTo>
                  <a:pt x="1364" y="17589"/>
                </a:lnTo>
                <a:lnTo>
                  <a:pt x="989" y="16252"/>
                </a:lnTo>
                <a:lnTo>
                  <a:pt x="657" y="14908"/>
                </a:lnTo>
                <a:lnTo>
                  <a:pt x="378" y="13554"/>
                </a:lnTo>
                <a:lnTo>
                  <a:pt x="155" y="12187"/>
                </a:lnTo>
                <a:lnTo>
                  <a:pt x="0" y="10800"/>
                </a:lnTo>
                <a:lnTo>
                  <a:pt x="1592" y="9366"/>
                </a:lnTo>
                <a:lnTo>
                  <a:pt x="2680" y="8437"/>
                </a:lnTo>
                <a:lnTo>
                  <a:pt x="3768" y="7610"/>
                </a:lnTo>
                <a:lnTo>
                  <a:pt x="5360" y="6480"/>
                </a:lnTo>
                <a:lnTo>
                  <a:pt x="4856" y="4743"/>
                </a:lnTo>
                <a:lnTo>
                  <a:pt x="4465" y="3538"/>
                </a:lnTo>
                <a:lnTo>
                  <a:pt x="4057" y="2553"/>
                </a:lnTo>
                <a:lnTo>
                  <a:pt x="3505" y="1477"/>
                </a:lnTo>
                <a:lnTo>
                  <a:pt x="2680" y="0"/>
                </a:lnTo>
                <a:close/>
              </a:path>
            </a:pathLst>
          </a:custGeom>
          <a:solidFill>
            <a:srgbClr val="827E8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0" name="contour_05518"/>
          <p:cNvSpPr/>
          <p:nvPr/>
        </p:nvSpPr>
        <p:spPr>
          <a:xfrm>
            <a:off x="5687720" y="4949166"/>
            <a:ext cx="87456" cy="51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15" y="1205"/>
                </a:moveTo>
                <a:lnTo>
                  <a:pt x="11902" y="2233"/>
                </a:lnTo>
                <a:lnTo>
                  <a:pt x="13041" y="3288"/>
                </a:lnTo>
                <a:lnTo>
                  <a:pt x="14130" y="4380"/>
                </a:lnTo>
                <a:lnTo>
                  <a:pt x="15170" y="5524"/>
                </a:lnTo>
                <a:lnTo>
                  <a:pt x="16162" y="6734"/>
                </a:lnTo>
                <a:lnTo>
                  <a:pt x="17100" y="8021"/>
                </a:lnTo>
                <a:lnTo>
                  <a:pt x="17987" y="9397"/>
                </a:lnTo>
                <a:lnTo>
                  <a:pt x="18819" y="10873"/>
                </a:lnTo>
                <a:lnTo>
                  <a:pt x="19598" y="12462"/>
                </a:lnTo>
                <a:lnTo>
                  <a:pt x="20322" y="14179"/>
                </a:lnTo>
                <a:lnTo>
                  <a:pt x="20990" y="16037"/>
                </a:lnTo>
                <a:lnTo>
                  <a:pt x="21600" y="18041"/>
                </a:lnTo>
                <a:lnTo>
                  <a:pt x="20349" y="18404"/>
                </a:lnTo>
                <a:lnTo>
                  <a:pt x="19098" y="18751"/>
                </a:lnTo>
                <a:lnTo>
                  <a:pt x="17845" y="19087"/>
                </a:lnTo>
                <a:lnTo>
                  <a:pt x="16591" y="19410"/>
                </a:lnTo>
                <a:lnTo>
                  <a:pt x="15336" y="19721"/>
                </a:lnTo>
                <a:lnTo>
                  <a:pt x="14081" y="20029"/>
                </a:lnTo>
                <a:lnTo>
                  <a:pt x="12825" y="20328"/>
                </a:lnTo>
                <a:lnTo>
                  <a:pt x="12200" y="20514"/>
                </a:lnTo>
                <a:lnTo>
                  <a:pt x="10314" y="21078"/>
                </a:lnTo>
                <a:lnTo>
                  <a:pt x="9144" y="21326"/>
                </a:lnTo>
                <a:lnTo>
                  <a:pt x="8032" y="21505"/>
                </a:lnTo>
                <a:lnTo>
                  <a:pt x="6948" y="21600"/>
                </a:lnTo>
                <a:lnTo>
                  <a:pt x="5866" y="21582"/>
                </a:lnTo>
                <a:lnTo>
                  <a:pt x="4759" y="21420"/>
                </a:lnTo>
                <a:lnTo>
                  <a:pt x="3600" y="21091"/>
                </a:lnTo>
                <a:lnTo>
                  <a:pt x="2767" y="19553"/>
                </a:lnTo>
                <a:lnTo>
                  <a:pt x="2047" y="17986"/>
                </a:lnTo>
                <a:lnTo>
                  <a:pt x="1436" y="16360"/>
                </a:lnTo>
                <a:lnTo>
                  <a:pt x="932" y="14658"/>
                </a:lnTo>
                <a:lnTo>
                  <a:pt x="527" y="12862"/>
                </a:lnTo>
                <a:lnTo>
                  <a:pt x="220" y="10946"/>
                </a:lnTo>
                <a:lnTo>
                  <a:pt x="0" y="8891"/>
                </a:lnTo>
                <a:lnTo>
                  <a:pt x="707" y="6634"/>
                </a:lnTo>
                <a:lnTo>
                  <a:pt x="1485" y="4700"/>
                </a:lnTo>
                <a:lnTo>
                  <a:pt x="2336" y="3096"/>
                </a:lnTo>
                <a:lnTo>
                  <a:pt x="3265" y="1821"/>
                </a:lnTo>
                <a:lnTo>
                  <a:pt x="4277" y="881"/>
                </a:lnTo>
                <a:lnTo>
                  <a:pt x="5375" y="271"/>
                </a:lnTo>
                <a:lnTo>
                  <a:pt x="6565" y="0"/>
                </a:lnTo>
                <a:lnTo>
                  <a:pt x="7848" y="61"/>
                </a:lnTo>
                <a:lnTo>
                  <a:pt x="9230" y="464"/>
                </a:lnTo>
                <a:lnTo>
                  <a:pt x="10715" y="1205"/>
                </a:lnTo>
                <a:close/>
              </a:path>
            </a:pathLst>
          </a:custGeom>
          <a:solidFill>
            <a:srgbClr val="E7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1" name="contour_05519"/>
          <p:cNvSpPr/>
          <p:nvPr/>
        </p:nvSpPr>
        <p:spPr>
          <a:xfrm>
            <a:off x="10701858" y="4897530"/>
            <a:ext cx="65672" cy="60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91" y="0"/>
                </a:moveTo>
                <a:lnTo>
                  <a:pt x="7594" y="1243"/>
                </a:lnTo>
                <a:lnTo>
                  <a:pt x="8006" y="2504"/>
                </a:lnTo>
                <a:lnTo>
                  <a:pt x="8965" y="4086"/>
                </a:lnTo>
                <a:lnTo>
                  <a:pt x="9746" y="5008"/>
                </a:lnTo>
                <a:lnTo>
                  <a:pt x="10768" y="5623"/>
                </a:lnTo>
                <a:lnTo>
                  <a:pt x="12443" y="6290"/>
                </a:lnTo>
                <a:lnTo>
                  <a:pt x="14076" y="6563"/>
                </a:lnTo>
                <a:lnTo>
                  <a:pt x="15730" y="6840"/>
                </a:lnTo>
                <a:lnTo>
                  <a:pt x="17372" y="7134"/>
                </a:lnTo>
                <a:lnTo>
                  <a:pt x="19035" y="7431"/>
                </a:lnTo>
                <a:lnTo>
                  <a:pt x="19668" y="7527"/>
                </a:lnTo>
                <a:lnTo>
                  <a:pt x="21574" y="7817"/>
                </a:lnTo>
                <a:lnTo>
                  <a:pt x="21600" y="9601"/>
                </a:lnTo>
                <a:lnTo>
                  <a:pt x="21583" y="11316"/>
                </a:lnTo>
                <a:lnTo>
                  <a:pt x="21495" y="12970"/>
                </a:lnTo>
                <a:lnTo>
                  <a:pt x="21312" y="14581"/>
                </a:lnTo>
                <a:lnTo>
                  <a:pt x="21013" y="16160"/>
                </a:lnTo>
                <a:lnTo>
                  <a:pt x="20574" y="17720"/>
                </a:lnTo>
                <a:lnTo>
                  <a:pt x="19970" y="19278"/>
                </a:lnTo>
                <a:lnTo>
                  <a:pt x="19177" y="20844"/>
                </a:lnTo>
                <a:lnTo>
                  <a:pt x="17482" y="21170"/>
                </a:lnTo>
                <a:lnTo>
                  <a:pt x="15801" y="21399"/>
                </a:lnTo>
                <a:lnTo>
                  <a:pt x="14131" y="21540"/>
                </a:lnTo>
                <a:lnTo>
                  <a:pt x="12467" y="21600"/>
                </a:lnTo>
                <a:lnTo>
                  <a:pt x="10804" y="21592"/>
                </a:lnTo>
                <a:lnTo>
                  <a:pt x="9142" y="21524"/>
                </a:lnTo>
                <a:lnTo>
                  <a:pt x="7474" y="21405"/>
                </a:lnTo>
                <a:lnTo>
                  <a:pt x="5796" y="21246"/>
                </a:lnTo>
                <a:lnTo>
                  <a:pt x="4106" y="21055"/>
                </a:lnTo>
                <a:lnTo>
                  <a:pt x="2397" y="20844"/>
                </a:lnTo>
                <a:lnTo>
                  <a:pt x="2133" y="19125"/>
                </a:lnTo>
                <a:lnTo>
                  <a:pt x="1870" y="17402"/>
                </a:lnTo>
                <a:lnTo>
                  <a:pt x="1606" y="15680"/>
                </a:lnTo>
                <a:lnTo>
                  <a:pt x="1340" y="13953"/>
                </a:lnTo>
                <a:lnTo>
                  <a:pt x="1074" y="12220"/>
                </a:lnTo>
                <a:lnTo>
                  <a:pt x="808" y="10480"/>
                </a:lnTo>
                <a:lnTo>
                  <a:pt x="539" y="8734"/>
                </a:lnTo>
                <a:lnTo>
                  <a:pt x="271" y="6978"/>
                </a:lnTo>
                <a:lnTo>
                  <a:pt x="0" y="5211"/>
                </a:lnTo>
                <a:lnTo>
                  <a:pt x="1424" y="5211"/>
                </a:lnTo>
                <a:lnTo>
                  <a:pt x="2853" y="5211"/>
                </a:lnTo>
                <a:lnTo>
                  <a:pt x="4286" y="5211"/>
                </a:lnTo>
                <a:lnTo>
                  <a:pt x="5731" y="5211"/>
                </a:lnTo>
                <a:lnTo>
                  <a:pt x="7191" y="5211"/>
                </a:lnTo>
                <a:lnTo>
                  <a:pt x="7191" y="3489"/>
                </a:lnTo>
                <a:lnTo>
                  <a:pt x="7191" y="1756"/>
                </a:lnTo>
                <a:lnTo>
                  <a:pt x="7191" y="0"/>
                </a:lnTo>
                <a:close/>
              </a:path>
            </a:pathLst>
          </a:custGeom>
          <a:solidFill>
            <a:srgbClr val="8E9294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2" name="contour_05520"/>
          <p:cNvSpPr/>
          <p:nvPr/>
        </p:nvSpPr>
        <p:spPr>
          <a:xfrm>
            <a:off x="3958579" y="4881154"/>
            <a:ext cx="147647" cy="528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36" y="364"/>
                </a:moveTo>
                <a:lnTo>
                  <a:pt x="14684" y="393"/>
                </a:lnTo>
                <a:lnTo>
                  <a:pt x="15429" y="420"/>
                </a:lnTo>
                <a:lnTo>
                  <a:pt x="16176" y="444"/>
                </a:lnTo>
                <a:lnTo>
                  <a:pt x="16853" y="471"/>
                </a:lnTo>
                <a:lnTo>
                  <a:pt x="17531" y="504"/>
                </a:lnTo>
                <a:lnTo>
                  <a:pt x="18211" y="536"/>
                </a:lnTo>
                <a:lnTo>
                  <a:pt x="18889" y="572"/>
                </a:lnTo>
                <a:lnTo>
                  <a:pt x="19566" y="608"/>
                </a:lnTo>
                <a:lnTo>
                  <a:pt x="20245" y="650"/>
                </a:lnTo>
                <a:lnTo>
                  <a:pt x="20923" y="691"/>
                </a:lnTo>
                <a:lnTo>
                  <a:pt x="21600" y="736"/>
                </a:lnTo>
                <a:lnTo>
                  <a:pt x="21104" y="1291"/>
                </a:lnTo>
                <a:lnTo>
                  <a:pt x="20600" y="1854"/>
                </a:lnTo>
                <a:lnTo>
                  <a:pt x="19938" y="2981"/>
                </a:lnTo>
                <a:lnTo>
                  <a:pt x="19545" y="3881"/>
                </a:lnTo>
                <a:lnTo>
                  <a:pt x="19268" y="5025"/>
                </a:lnTo>
                <a:lnTo>
                  <a:pt x="18954" y="6888"/>
                </a:lnTo>
                <a:lnTo>
                  <a:pt x="18680" y="8274"/>
                </a:lnTo>
                <a:lnTo>
                  <a:pt x="18401" y="9678"/>
                </a:lnTo>
                <a:lnTo>
                  <a:pt x="17745" y="9904"/>
                </a:lnTo>
                <a:lnTo>
                  <a:pt x="17272" y="9970"/>
                </a:lnTo>
                <a:lnTo>
                  <a:pt x="16755" y="9875"/>
                </a:lnTo>
                <a:lnTo>
                  <a:pt x="15965" y="9609"/>
                </a:lnTo>
                <a:lnTo>
                  <a:pt x="15605" y="9493"/>
                </a:lnTo>
                <a:lnTo>
                  <a:pt x="14517" y="9141"/>
                </a:lnTo>
                <a:lnTo>
                  <a:pt x="14017" y="8951"/>
                </a:lnTo>
                <a:lnTo>
                  <a:pt x="13514" y="8757"/>
                </a:lnTo>
                <a:lnTo>
                  <a:pt x="13004" y="8560"/>
                </a:lnTo>
                <a:lnTo>
                  <a:pt x="12500" y="8390"/>
                </a:lnTo>
                <a:lnTo>
                  <a:pt x="11991" y="8220"/>
                </a:lnTo>
                <a:lnTo>
                  <a:pt x="11476" y="8047"/>
                </a:lnTo>
                <a:lnTo>
                  <a:pt x="10729" y="7791"/>
                </a:lnTo>
                <a:lnTo>
                  <a:pt x="9981" y="7526"/>
                </a:lnTo>
                <a:lnTo>
                  <a:pt x="9233" y="7258"/>
                </a:lnTo>
                <a:lnTo>
                  <a:pt x="8487" y="6980"/>
                </a:lnTo>
                <a:lnTo>
                  <a:pt x="7739" y="6697"/>
                </a:lnTo>
                <a:lnTo>
                  <a:pt x="7739" y="8468"/>
                </a:lnTo>
                <a:lnTo>
                  <a:pt x="7739" y="10244"/>
                </a:lnTo>
                <a:lnTo>
                  <a:pt x="7739" y="12026"/>
                </a:lnTo>
                <a:lnTo>
                  <a:pt x="7739" y="13824"/>
                </a:lnTo>
                <a:lnTo>
                  <a:pt x="7739" y="15639"/>
                </a:lnTo>
                <a:lnTo>
                  <a:pt x="6986" y="15639"/>
                </a:lnTo>
                <a:lnTo>
                  <a:pt x="6231" y="15639"/>
                </a:lnTo>
                <a:lnTo>
                  <a:pt x="5474" y="15639"/>
                </a:lnTo>
                <a:lnTo>
                  <a:pt x="4715" y="15639"/>
                </a:lnTo>
                <a:lnTo>
                  <a:pt x="3951" y="15639"/>
                </a:lnTo>
                <a:lnTo>
                  <a:pt x="3183" y="15639"/>
                </a:lnTo>
                <a:lnTo>
                  <a:pt x="2409" y="15639"/>
                </a:lnTo>
                <a:lnTo>
                  <a:pt x="2409" y="17609"/>
                </a:lnTo>
                <a:lnTo>
                  <a:pt x="2409" y="19591"/>
                </a:lnTo>
                <a:lnTo>
                  <a:pt x="2409" y="21600"/>
                </a:lnTo>
                <a:lnTo>
                  <a:pt x="1705" y="21600"/>
                </a:lnTo>
                <a:lnTo>
                  <a:pt x="995" y="21600"/>
                </a:lnTo>
                <a:lnTo>
                  <a:pt x="276" y="21600"/>
                </a:lnTo>
                <a:lnTo>
                  <a:pt x="154" y="19400"/>
                </a:lnTo>
                <a:lnTo>
                  <a:pt x="63" y="17269"/>
                </a:lnTo>
                <a:lnTo>
                  <a:pt x="10" y="15177"/>
                </a:lnTo>
                <a:lnTo>
                  <a:pt x="0" y="13099"/>
                </a:lnTo>
                <a:lnTo>
                  <a:pt x="37" y="11010"/>
                </a:lnTo>
                <a:lnTo>
                  <a:pt x="128" y="8885"/>
                </a:lnTo>
                <a:lnTo>
                  <a:pt x="276" y="6697"/>
                </a:lnTo>
                <a:lnTo>
                  <a:pt x="875" y="5454"/>
                </a:lnTo>
                <a:lnTo>
                  <a:pt x="1501" y="4369"/>
                </a:lnTo>
                <a:lnTo>
                  <a:pt x="2152" y="3434"/>
                </a:lnTo>
                <a:lnTo>
                  <a:pt x="2824" y="2635"/>
                </a:lnTo>
                <a:lnTo>
                  <a:pt x="3517" y="1964"/>
                </a:lnTo>
                <a:lnTo>
                  <a:pt x="4227" y="1413"/>
                </a:lnTo>
                <a:lnTo>
                  <a:pt x="4952" y="969"/>
                </a:lnTo>
                <a:lnTo>
                  <a:pt x="5689" y="620"/>
                </a:lnTo>
                <a:lnTo>
                  <a:pt x="6438" y="361"/>
                </a:lnTo>
                <a:lnTo>
                  <a:pt x="7193" y="182"/>
                </a:lnTo>
                <a:lnTo>
                  <a:pt x="7953" y="66"/>
                </a:lnTo>
                <a:lnTo>
                  <a:pt x="8716" y="9"/>
                </a:lnTo>
                <a:lnTo>
                  <a:pt x="9481" y="0"/>
                </a:lnTo>
                <a:lnTo>
                  <a:pt x="10242" y="27"/>
                </a:lnTo>
                <a:lnTo>
                  <a:pt x="11000" y="80"/>
                </a:lnTo>
                <a:lnTo>
                  <a:pt x="11751" y="152"/>
                </a:lnTo>
                <a:lnTo>
                  <a:pt x="12492" y="230"/>
                </a:lnTo>
                <a:lnTo>
                  <a:pt x="13221" y="304"/>
                </a:lnTo>
                <a:lnTo>
                  <a:pt x="13936" y="364"/>
                </a:lnTo>
                <a:close/>
              </a:path>
            </a:pathLst>
          </a:custGeom>
          <a:solidFill>
            <a:srgbClr val="4F5052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3" name="contour_05521"/>
          <p:cNvSpPr/>
          <p:nvPr/>
        </p:nvSpPr>
        <p:spPr>
          <a:xfrm>
            <a:off x="3464168" y="4853088"/>
            <a:ext cx="60906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16" y="0"/>
                </a:moveTo>
                <a:lnTo>
                  <a:pt x="7676" y="48"/>
                </a:lnTo>
                <a:lnTo>
                  <a:pt x="9460" y="93"/>
                </a:lnTo>
                <a:lnTo>
                  <a:pt x="10349" y="112"/>
                </a:lnTo>
                <a:lnTo>
                  <a:pt x="13024" y="165"/>
                </a:lnTo>
                <a:lnTo>
                  <a:pt x="14384" y="213"/>
                </a:lnTo>
                <a:lnTo>
                  <a:pt x="15761" y="261"/>
                </a:lnTo>
                <a:lnTo>
                  <a:pt x="15761" y="2024"/>
                </a:lnTo>
                <a:lnTo>
                  <a:pt x="15761" y="3798"/>
                </a:lnTo>
                <a:lnTo>
                  <a:pt x="15761" y="5596"/>
                </a:lnTo>
                <a:lnTo>
                  <a:pt x="17470" y="5596"/>
                </a:lnTo>
                <a:lnTo>
                  <a:pt x="19189" y="5596"/>
                </a:lnTo>
                <a:lnTo>
                  <a:pt x="20931" y="5596"/>
                </a:lnTo>
                <a:lnTo>
                  <a:pt x="21303" y="8599"/>
                </a:lnTo>
                <a:lnTo>
                  <a:pt x="21525" y="10717"/>
                </a:lnTo>
                <a:lnTo>
                  <a:pt x="21600" y="12246"/>
                </a:lnTo>
                <a:lnTo>
                  <a:pt x="21525" y="13483"/>
                </a:lnTo>
                <a:lnTo>
                  <a:pt x="21303" y="14724"/>
                </a:lnTo>
                <a:lnTo>
                  <a:pt x="20931" y="16265"/>
                </a:lnTo>
                <a:lnTo>
                  <a:pt x="19119" y="17114"/>
                </a:lnTo>
                <a:lnTo>
                  <a:pt x="17452" y="17810"/>
                </a:lnTo>
                <a:lnTo>
                  <a:pt x="15849" y="18378"/>
                </a:lnTo>
                <a:lnTo>
                  <a:pt x="14226" y="18847"/>
                </a:lnTo>
                <a:lnTo>
                  <a:pt x="12502" y="19247"/>
                </a:lnTo>
                <a:lnTo>
                  <a:pt x="10592" y="19600"/>
                </a:lnTo>
                <a:lnTo>
                  <a:pt x="9850" y="19754"/>
                </a:lnTo>
                <a:lnTo>
                  <a:pt x="7601" y="20224"/>
                </a:lnTo>
                <a:lnTo>
                  <a:pt x="6136" y="20520"/>
                </a:lnTo>
                <a:lnTo>
                  <a:pt x="4668" y="20802"/>
                </a:lnTo>
                <a:lnTo>
                  <a:pt x="3197" y="21077"/>
                </a:lnTo>
                <a:lnTo>
                  <a:pt x="1727" y="21341"/>
                </a:lnTo>
                <a:lnTo>
                  <a:pt x="253" y="21600"/>
                </a:lnTo>
                <a:lnTo>
                  <a:pt x="215" y="19768"/>
                </a:lnTo>
                <a:lnTo>
                  <a:pt x="178" y="17932"/>
                </a:lnTo>
                <a:lnTo>
                  <a:pt x="147" y="16100"/>
                </a:lnTo>
                <a:lnTo>
                  <a:pt x="119" y="14265"/>
                </a:lnTo>
                <a:lnTo>
                  <a:pt x="90" y="12430"/>
                </a:lnTo>
                <a:lnTo>
                  <a:pt x="62" y="10728"/>
                </a:lnTo>
                <a:lnTo>
                  <a:pt x="31" y="9013"/>
                </a:lnTo>
                <a:lnTo>
                  <a:pt x="0" y="7274"/>
                </a:lnTo>
                <a:lnTo>
                  <a:pt x="238" y="4606"/>
                </a:lnTo>
                <a:lnTo>
                  <a:pt x="739" y="2641"/>
                </a:lnTo>
                <a:lnTo>
                  <a:pt x="1711" y="1283"/>
                </a:lnTo>
                <a:lnTo>
                  <a:pt x="3368" y="435"/>
                </a:lnTo>
                <a:lnTo>
                  <a:pt x="5916" y="0"/>
                </a:lnTo>
                <a:close/>
              </a:path>
            </a:pathLst>
          </a:custGeom>
          <a:solidFill>
            <a:srgbClr val="FDF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4" name="contour_05522"/>
          <p:cNvSpPr/>
          <p:nvPr/>
        </p:nvSpPr>
        <p:spPr>
          <a:xfrm>
            <a:off x="4186394" y="4691419"/>
            <a:ext cx="51337" cy="96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57"/>
                </a:moveTo>
                <a:lnTo>
                  <a:pt x="2091" y="311"/>
                </a:lnTo>
                <a:lnTo>
                  <a:pt x="4152" y="185"/>
                </a:lnTo>
                <a:lnTo>
                  <a:pt x="6188" y="88"/>
                </a:lnTo>
                <a:lnTo>
                  <a:pt x="8212" y="23"/>
                </a:lnTo>
                <a:lnTo>
                  <a:pt x="10227" y="0"/>
                </a:lnTo>
                <a:lnTo>
                  <a:pt x="12247" y="26"/>
                </a:lnTo>
                <a:lnTo>
                  <a:pt x="14274" y="106"/>
                </a:lnTo>
                <a:lnTo>
                  <a:pt x="16323" y="247"/>
                </a:lnTo>
                <a:lnTo>
                  <a:pt x="18399" y="457"/>
                </a:lnTo>
                <a:lnTo>
                  <a:pt x="19598" y="1509"/>
                </a:lnTo>
                <a:lnTo>
                  <a:pt x="20481" y="2594"/>
                </a:lnTo>
                <a:lnTo>
                  <a:pt x="21088" y="3708"/>
                </a:lnTo>
                <a:lnTo>
                  <a:pt x="21450" y="4847"/>
                </a:lnTo>
                <a:lnTo>
                  <a:pt x="21600" y="6005"/>
                </a:lnTo>
                <a:lnTo>
                  <a:pt x="21579" y="7180"/>
                </a:lnTo>
                <a:lnTo>
                  <a:pt x="21416" y="8368"/>
                </a:lnTo>
                <a:lnTo>
                  <a:pt x="21146" y="9566"/>
                </a:lnTo>
                <a:lnTo>
                  <a:pt x="20806" y="10768"/>
                </a:lnTo>
                <a:lnTo>
                  <a:pt x="20370" y="11796"/>
                </a:lnTo>
                <a:lnTo>
                  <a:pt x="19920" y="12822"/>
                </a:lnTo>
                <a:lnTo>
                  <a:pt x="19460" y="13849"/>
                </a:lnTo>
                <a:lnTo>
                  <a:pt x="18984" y="14872"/>
                </a:lnTo>
                <a:lnTo>
                  <a:pt x="18742" y="16103"/>
                </a:lnTo>
                <a:lnTo>
                  <a:pt x="18803" y="17245"/>
                </a:lnTo>
                <a:lnTo>
                  <a:pt x="19141" y="18329"/>
                </a:lnTo>
                <a:lnTo>
                  <a:pt x="19717" y="19395"/>
                </a:lnTo>
                <a:lnTo>
                  <a:pt x="20505" y="20473"/>
                </a:lnTo>
                <a:lnTo>
                  <a:pt x="21465" y="21600"/>
                </a:lnTo>
                <a:lnTo>
                  <a:pt x="19386" y="21437"/>
                </a:lnTo>
                <a:lnTo>
                  <a:pt x="17868" y="21271"/>
                </a:lnTo>
                <a:lnTo>
                  <a:pt x="16470" y="21024"/>
                </a:lnTo>
                <a:lnTo>
                  <a:pt x="14750" y="20618"/>
                </a:lnTo>
                <a:lnTo>
                  <a:pt x="12266" y="19974"/>
                </a:lnTo>
                <a:lnTo>
                  <a:pt x="11196" y="19019"/>
                </a:lnTo>
                <a:lnTo>
                  <a:pt x="10220" y="18048"/>
                </a:lnTo>
                <a:lnTo>
                  <a:pt x="9328" y="17062"/>
                </a:lnTo>
                <a:lnTo>
                  <a:pt x="8500" y="16061"/>
                </a:lnTo>
                <a:lnTo>
                  <a:pt x="7724" y="15047"/>
                </a:lnTo>
                <a:lnTo>
                  <a:pt x="6985" y="14023"/>
                </a:lnTo>
                <a:lnTo>
                  <a:pt x="6268" y="12987"/>
                </a:lnTo>
                <a:lnTo>
                  <a:pt x="5556" y="11943"/>
                </a:lnTo>
                <a:lnTo>
                  <a:pt x="5014" y="11201"/>
                </a:lnTo>
                <a:lnTo>
                  <a:pt x="4465" y="10454"/>
                </a:lnTo>
                <a:lnTo>
                  <a:pt x="3910" y="9698"/>
                </a:lnTo>
                <a:lnTo>
                  <a:pt x="3149" y="8625"/>
                </a:lnTo>
                <a:lnTo>
                  <a:pt x="2459" y="7608"/>
                </a:lnTo>
                <a:lnTo>
                  <a:pt x="1840" y="6626"/>
                </a:lnTo>
                <a:lnTo>
                  <a:pt x="1303" y="5663"/>
                </a:lnTo>
                <a:lnTo>
                  <a:pt x="849" y="4699"/>
                </a:lnTo>
                <a:lnTo>
                  <a:pt x="488" y="3715"/>
                </a:lnTo>
                <a:lnTo>
                  <a:pt x="221" y="2693"/>
                </a:lnTo>
                <a:lnTo>
                  <a:pt x="55" y="1613"/>
                </a:lnTo>
                <a:lnTo>
                  <a:pt x="0" y="457"/>
                </a:lnTo>
                <a:close/>
              </a:path>
            </a:pathLst>
          </a:custGeom>
          <a:solidFill>
            <a:srgbClr val="DCC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5" name="contour_05523"/>
          <p:cNvSpPr/>
          <p:nvPr/>
        </p:nvSpPr>
        <p:spPr>
          <a:xfrm>
            <a:off x="1110861" y="4700755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7" y="0"/>
                </a:lnTo>
                <a:lnTo>
                  <a:pt x="13856" y="0"/>
                </a:lnTo>
                <a:lnTo>
                  <a:pt x="15390" y="0"/>
                </a:lnTo>
                <a:lnTo>
                  <a:pt x="16930" y="0"/>
                </a:lnTo>
                <a:lnTo>
                  <a:pt x="18477" y="0"/>
                </a:lnTo>
                <a:lnTo>
                  <a:pt x="20032" y="0"/>
                </a:lnTo>
                <a:lnTo>
                  <a:pt x="21600" y="0"/>
                </a:lnTo>
                <a:lnTo>
                  <a:pt x="21131" y="259"/>
                </a:lnTo>
                <a:lnTo>
                  <a:pt x="20524" y="598"/>
                </a:lnTo>
                <a:lnTo>
                  <a:pt x="19377" y="1236"/>
                </a:lnTo>
                <a:lnTo>
                  <a:pt x="17280" y="2400"/>
                </a:lnTo>
                <a:lnTo>
                  <a:pt x="17137" y="4082"/>
                </a:lnTo>
                <a:lnTo>
                  <a:pt x="17034" y="5700"/>
                </a:lnTo>
                <a:lnTo>
                  <a:pt x="16971" y="7284"/>
                </a:lnTo>
                <a:lnTo>
                  <a:pt x="16945" y="8866"/>
                </a:lnTo>
                <a:lnTo>
                  <a:pt x="16958" y="10476"/>
                </a:lnTo>
                <a:lnTo>
                  <a:pt x="17010" y="12149"/>
                </a:lnTo>
                <a:lnTo>
                  <a:pt x="17029" y="12842"/>
                </a:lnTo>
                <a:lnTo>
                  <a:pt x="17051" y="13538"/>
                </a:lnTo>
                <a:lnTo>
                  <a:pt x="17077" y="14501"/>
                </a:lnTo>
                <a:lnTo>
                  <a:pt x="17120" y="15989"/>
                </a:lnTo>
                <a:lnTo>
                  <a:pt x="17185" y="18269"/>
                </a:lnTo>
                <a:lnTo>
                  <a:pt x="17280" y="21600"/>
                </a:lnTo>
                <a:lnTo>
                  <a:pt x="15854" y="21600"/>
                </a:lnTo>
                <a:lnTo>
                  <a:pt x="14429" y="21600"/>
                </a:lnTo>
                <a:lnTo>
                  <a:pt x="13001" y="21600"/>
                </a:lnTo>
                <a:lnTo>
                  <a:pt x="11571" y="21600"/>
                </a:lnTo>
                <a:lnTo>
                  <a:pt x="10139" y="21600"/>
                </a:lnTo>
                <a:lnTo>
                  <a:pt x="8705" y="21600"/>
                </a:lnTo>
                <a:lnTo>
                  <a:pt x="7266" y="21600"/>
                </a:lnTo>
                <a:lnTo>
                  <a:pt x="5823" y="21600"/>
                </a:lnTo>
                <a:lnTo>
                  <a:pt x="4376" y="21600"/>
                </a:lnTo>
                <a:lnTo>
                  <a:pt x="2925" y="21600"/>
                </a:lnTo>
                <a:lnTo>
                  <a:pt x="1464" y="21600"/>
                </a:lnTo>
                <a:lnTo>
                  <a:pt x="0" y="21600"/>
                </a:lnTo>
                <a:lnTo>
                  <a:pt x="0" y="20014"/>
                </a:lnTo>
                <a:lnTo>
                  <a:pt x="0" y="18418"/>
                </a:lnTo>
                <a:lnTo>
                  <a:pt x="0" y="16800"/>
                </a:lnTo>
                <a:lnTo>
                  <a:pt x="1283" y="16800"/>
                </a:lnTo>
                <a:lnTo>
                  <a:pt x="2570" y="16800"/>
                </a:lnTo>
                <a:lnTo>
                  <a:pt x="3862" y="16800"/>
                </a:lnTo>
                <a:lnTo>
                  <a:pt x="5165" y="16800"/>
                </a:lnTo>
                <a:lnTo>
                  <a:pt x="6480" y="16800"/>
                </a:lnTo>
                <a:lnTo>
                  <a:pt x="6480" y="15216"/>
                </a:lnTo>
                <a:lnTo>
                  <a:pt x="6480" y="13630"/>
                </a:lnTo>
                <a:lnTo>
                  <a:pt x="6480" y="12036"/>
                </a:lnTo>
                <a:lnTo>
                  <a:pt x="6480" y="10435"/>
                </a:lnTo>
                <a:lnTo>
                  <a:pt x="6480" y="8825"/>
                </a:lnTo>
                <a:lnTo>
                  <a:pt x="6480" y="7200"/>
                </a:lnTo>
                <a:lnTo>
                  <a:pt x="7908" y="7200"/>
                </a:lnTo>
                <a:lnTo>
                  <a:pt x="9344" y="7200"/>
                </a:lnTo>
                <a:lnTo>
                  <a:pt x="10800" y="7200"/>
                </a:lnTo>
                <a:lnTo>
                  <a:pt x="10800" y="5774"/>
                </a:lnTo>
                <a:lnTo>
                  <a:pt x="10800" y="4344"/>
                </a:lnTo>
                <a:lnTo>
                  <a:pt x="10800" y="2909"/>
                </a:lnTo>
                <a:lnTo>
                  <a:pt x="10800" y="1462"/>
                </a:lnTo>
                <a:lnTo>
                  <a:pt x="10800" y="0"/>
                </a:lnTo>
                <a:close/>
              </a:path>
            </a:pathLst>
          </a:custGeom>
          <a:solidFill>
            <a:srgbClr val="606161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6" name="contour_05524"/>
          <p:cNvSpPr/>
          <p:nvPr/>
        </p:nvSpPr>
        <p:spPr>
          <a:xfrm>
            <a:off x="7232774" y="4613299"/>
            <a:ext cx="131184" cy="587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113" y="531"/>
                </a:lnTo>
                <a:lnTo>
                  <a:pt x="3828" y="1064"/>
                </a:lnTo>
                <a:lnTo>
                  <a:pt x="4546" y="1597"/>
                </a:lnTo>
                <a:lnTo>
                  <a:pt x="5269" y="2136"/>
                </a:lnTo>
                <a:lnTo>
                  <a:pt x="6000" y="2680"/>
                </a:lnTo>
                <a:lnTo>
                  <a:pt x="5207" y="2680"/>
                </a:lnTo>
                <a:lnTo>
                  <a:pt x="4409" y="2680"/>
                </a:lnTo>
                <a:lnTo>
                  <a:pt x="3600" y="2680"/>
                </a:lnTo>
                <a:lnTo>
                  <a:pt x="3600" y="4452"/>
                </a:lnTo>
                <a:lnTo>
                  <a:pt x="3600" y="6234"/>
                </a:lnTo>
                <a:lnTo>
                  <a:pt x="3600" y="8041"/>
                </a:lnTo>
                <a:lnTo>
                  <a:pt x="3896" y="7971"/>
                </a:lnTo>
                <a:lnTo>
                  <a:pt x="4795" y="7759"/>
                </a:lnTo>
                <a:lnTo>
                  <a:pt x="5659" y="7684"/>
                </a:lnTo>
                <a:lnTo>
                  <a:pt x="6510" y="7674"/>
                </a:lnTo>
                <a:lnTo>
                  <a:pt x="7350" y="7730"/>
                </a:lnTo>
                <a:lnTo>
                  <a:pt x="8179" y="7845"/>
                </a:lnTo>
                <a:lnTo>
                  <a:pt x="8999" y="8019"/>
                </a:lnTo>
                <a:lnTo>
                  <a:pt x="9809" y="8250"/>
                </a:lnTo>
                <a:lnTo>
                  <a:pt x="10612" y="8531"/>
                </a:lnTo>
                <a:lnTo>
                  <a:pt x="11408" y="8858"/>
                </a:lnTo>
                <a:lnTo>
                  <a:pt x="12199" y="9233"/>
                </a:lnTo>
                <a:lnTo>
                  <a:pt x="12984" y="9649"/>
                </a:lnTo>
                <a:lnTo>
                  <a:pt x="13766" y="10104"/>
                </a:lnTo>
                <a:lnTo>
                  <a:pt x="14545" y="10595"/>
                </a:lnTo>
                <a:lnTo>
                  <a:pt x="15323" y="11118"/>
                </a:lnTo>
                <a:lnTo>
                  <a:pt x="16100" y="11670"/>
                </a:lnTo>
                <a:lnTo>
                  <a:pt x="16877" y="12246"/>
                </a:lnTo>
                <a:lnTo>
                  <a:pt x="17656" y="12846"/>
                </a:lnTo>
                <a:lnTo>
                  <a:pt x="18436" y="13468"/>
                </a:lnTo>
                <a:lnTo>
                  <a:pt x="19219" y="14103"/>
                </a:lnTo>
                <a:lnTo>
                  <a:pt x="20008" y="14755"/>
                </a:lnTo>
                <a:lnTo>
                  <a:pt x="20801" y="15414"/>
                </a:lnTo>
                <a:lnTo>
                  <a:pt x="21600" y="16081"/>
                </a:lnTo>
                <a:lnTo>
                  <a:pt x="21101" y="17698"/>
                </a:lnTo>
                <a:lnTo>
                  <a:pt x="20684" y="18794"/>
                </a:lnTo>
                <a:lnTo>
                  <a:pt x="20126" y="19874"/>
                </a:lnTo>
                <a:lnTo>
                  <a:pt x="19200" y="21442"/>
                </a:lnTo>
                <a:lnTo>
                  <a:pt x="18432" y="21562"/>
                </a:lnTo>
                <a:lnTo>
                  <a:pt x="17670" y="21600"/>
                </a:lnTo>
                <a:lnTo>
                  <a:pt x="16913" y="21568"/>
                </a:lnTo>
                <a:lnTo>
                  <a:pt x="16158" y="21479"/>
                </a:lnTo>
                <a:lnTo>
                  <a:pt x="15403" y="21343"/>
                </a:lnTo>
                <a:lnTo>
                  <a:pt x="14647" y="21171"/>
                </a:lnTo>
                <a:lnTo>
                  <a:pt x="13889" y="20978"/>
                </a:lnTo>
                <a:lnTo>
                  <a:pt x="13126" y="20772"/>
                </a:lnTo>
                <a:lnTo>
                  <a:pt x="12295" y="20611"/>
                </a:lnTo>
                <a:lnTo>
                  <a:pt x="11454" y="20447"/>
                </a:lnTo>
                <a:lnTo>
                  <a:pt x="10165" y="20131"/>
                </a:lnTo>
                <a:lnTo>
                  <a:pt x="9266" y="19893"/>
                </a:lnTo>
                <a:lnTo>
                  <a:pt x="8638" y="19681"/>
                </a:lnTo>
                <a:lnTo>
                  <a:pt x="8164" y="19456"/>
                </a:lnTo>
                <a:lnTo>
                  <a:pt x="7723" y="19164"/>
                </a:lnTo>
                <a:lnTo>
                  <a:pt x="7200" y="18762"/>
                </a:lnTo>
                <a:lnTo>
                  <a:pt x="6800" y="17164"/>
                </a:lnTo>
                <a:lnTo>
                  <a:pt x="6542" y="16073"/>
                </a:lnTo>
                <a:lnTo>
                  <a:pt x="6313" y="14985"/>
                </a:lnTo>
                <a:lnTo>
                  <a:pt x="6000" y="13401"/>
                </a:lnTo>
                <a:lnTo>
                  <a:pt x="5148" y="12750"/>
                </a:lnTo>
                <a:lnTo>
                  <a:pt x="4544" y="12359"/>
                </a:lnTo>
                <a:lnTo>
                  <a:pt x="3899" y="12069"/>
                </a:lnTo>
                <a:lnTo>
                  <a:pt x="2926" y="11726"/>
                </a:lnTo>
                <a:lnTo>
                  <a:pt x="2104" y="11423"/>
                </a:lnTo>
                <a:lnTo>
                  <a:pt x="1271" y="11118"/>
                </a:lnTo>
                <a:lnTo>
                  <a:pt x="640" y="10919"/>
                </a:lnTo>
                <a:lnTo>
                  <a:pt x="0" y="10721"/>
                </a:lnTo>
                <a:lnTo>
                  <a:pt x="590" y="10185"/>
                </a:lnTo>
                <a:lnTo>
                  <a:pt x="1190" y="9643"/>
                </a:lnTo>
                <a:lnTo>
                  <a:pt x="1790" y="8847"/>
                </a:lnTo>
                <a:lnTo>
                  <a:pt x="2400" y="8041"/>
                </a:lnTo>
                <a:lnTo>
                  <a:pt x="2472" y="5966"/>
                </a:lnTo>
                <a:lnTo>
                  <a:pt x="2508" y="4511"/>
                </a:lnTo>
                <a:lnTo>
                  <a:pt x="2508" y="3289"/>
                </a:lnTo>
                <a:lnTo>
                  <a:pt x="2472" y="1914"/>
                </a:lnTo>
                <a:lnTo>
                  <a:pt x="2400" y="0"/>
                </a:lnTo>
                <a:close/>
              </a:path>
            </a:pathLst>
          </a:custGeom>
          <a:solidFill>
            <a:srgbClr val="8F9193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7" name="contour_05525"/>
          <p:cNvSpPr/>
          <p:nvPr/>
        </p:nvSpPr>
        <p:spPr>
          <a:xfrm>
            <a:off x="2021860" y="4591435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0" y="223"/>
                </a:lnTo>
                <a:lnTo>
                  <a:pt x="9977" y="422"/>
                </a:lnTo>
                <a:lnTo>
                  <a:pt x="11988" y="629"/>
                </a:lnTo>
                <a:lnTo>
                  <a:pt x="13573" y="864"/>
                </a:lnTo>
                <a:lnTo>
                  <a:pt x="14822" y="1162"/>
                </a:lnTo>
                <a:lnTo>
                  <a:pt x="15822" y="1541"/>
                </a:lnTo>
                <a:lnTo>
                  <a:pt x="16660" y="2033"/>
                </a:lnTo>
                <a:lnTo>
                  <a:pt x="17427" y="2664"/>
                </a:lnTo>
                <a:lnTo>
                  <a:pt x="18213" y="3458"/>
                </a:lnTo>
                <a:lnTo>
                  <a:pt x="19103" y="4445"/>
                </a:lnTo>
                <a:lnTo>
                  <a:pt x="19846" y="6149"/>
                </a:lnTo>
                <a:lnTo>
                  <a:pt x="20423" y="7730"/>
                </a:lnTo>
                <a:lnTo>
                  <a:pt x="20859" y="9238"/>
                </a:lnTo>
                <a:lnTo>
                  <a:pt x="21170" y="10716"/>
                </a:lnTo>
                <a:lnTo>
                  <a:pt x="21380" y="12206"/>
                </a:lnTo>
                <a:lnTo>
                  <a:pt x="21507" y="13754"/>
                </a:lnTo>
                <a:lnTo>
                  <a:pt x="21572" y="15408"/>
                </a:lnTo>
                <a:lnTo>
                  <a:pt x="21596" y="17208"/>
                </a:lnTo>
                <a:lnTo>
                  <a:pt x="21600" y="19200"/>
                </a:lnTo>
                <a:lnTo>
                  <a:pt x="20174" y="19358"/>
                </a:lnTo>
                <a:lnTo>
                  <a:pt x="18749" y="19517"/>
                </a:lnTo>
                <a:lnTo>
                  <a:pt x="17321" y="19675"/>
                </a:lnTo>
                <a:lnTo>
                  <a:pt x="15893" y="19834"/>
                </a:lnTo>
                <a:lnTo>
                  <a:pt x="14463" y="19992"/>
                </a:lnTo>
                <a:lnTo>
                  <a:pt x="13033" y="20153"/>
                </a:lnTo>
                <a:lnTo>
                  <a:pt x="11599" y="20311"/>
                </a:lnTo>
                <a:lnTo>
                  <a:pt x="10163" y="20472"/>
                </a:lnTo>
                <a:lnTo>
                  <a:pt x="8722" y="20630"/>
                </a:lnTo>
                <a:lnTo>
                  <a:pt x="7279" y="20791"/>
                </a:lnTo>
                <a:lnTo>
                  <a:pt x="5834" y="20952"/>
                </a:lnTo>
                <a:lnTo>
                  <a:pt x="4383" y="21113"/>
                </a:lnTo>
                <a:lnTo>
                  <a:pt x="2927" y="21276"/>
                </a:lnTo>
                <a:lnTo>
                  <a:pt x="1467" y="21437"/>
                </a:lnTo>
                <a:lnTo>
                  <a:pt x="0" y="21600"/>
                </a:lnTo>
                <a:lnTo>
                  <a:pt x="0" y="20014"/>
                </a:lnTo>
                <a:lnTo>
                  <a:pt x="0" y="18418"/>
                </a:lnTo>
                <a:lnTo>
                  <a:pt x="0" y="16800"/>
                </a:lnTo>
                <a:lnTo>
                  <a:pt x="1086" y="16054"/>
                </a:lnTo>
                <a:lnTo>
                  <a:pt x="1884" y="15569"/>
                </a:lnTo>
                <a:lnTo>
                  <a:pt x="2786" y="15139"/>
                </a:lnTo>
                <a:lnTo>
                  <a:pt x="4186" y="14549"/>
                </a:lnTo>
                <a:lnTo>
                  <a:pt x="5806" y="13738"/>
                </a:lnTo>
                <a:lnTo>
                  <a:pt x="7018" y="13030"/>
                </a:lnTo>
                <a:lnTo>
                  <a:pt x="7944" y="12269"/>
                </a:lnTo>
                <a:lnTo>
                  <a:pt x="8711" y="11297"/>
                </a:lnTo>
                <a:lnTo>
                  <a:pt x="9441" y="9960"/>
                </a:lnTo>
                <a:lnTo>
                  <a:pt x="10260" y="8100"/>
                </a:lnTo>
                <a:lnTo>
                  <a:pt x="10528" y="6461"/>
                </a:lnTo>
                <a:lnTo>
                  <a:pt x="10800" y="4800"/>
                </a:lnTo>
                <a:lnTo>
                  <a:pt x="9517" y="4800"/>
                </a:lnTo>
                <a:lnTo>
                  <a:pt x="8230" y="4800"/>
                </a:lnTo>
                <a:lnTo>
                  <a:pt x="6938" y="4800"/>
                </a:lnTo>
                <a:lnTo>
                  <a:pt x="5635" y="4800"/>
                </a:lnTo>
                <a:lnTo>
                  <a:pt x="4320" y="4800"/>
                </a:lnTo>
                <a:lnTo>
                  <a:pt x="4320" y="3214"/>
                </a:lnTo>
                <a:lnTo>
                  <a:pt x="4320" y="1618"/>
                </a:lnTo>
                <a:lnTo>
                  <a:pt x="4320" y="0"/>
                </a:lnTo>
                <a:close/>
              </a:path>
            </a:pathLst>
          </a:custGeom>
          <a:solidFill>
            <a:srgbClr val="A89B7E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8" name="contour_05526"/>
          <p:cNvSpPr/>
          <p:nvPr/>
        </p:nvSpPr>
        <p:spPr>
          <a:xfrm>
            <a:off x="5250441" y="4589642"/>
            <a:ext cx="80168" cy="47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11"/>
                </a:moveTo>
                <a:lnTo>
                  <a:pt x="21390" y="2822"/>
                </a:lnTo>
                <a:lnTo>
                  <a:pt x="21176" y="4830"/>
                </a:lnTo>
                <a:lnTo>
                  <a:pt x="20960" y="6842"/>
                </a:lnTo>
                <a:lnTo>
                  <a:pt x="20740" y="8850"/>
                </a:lnTo>
                <a:lnTo>
                  <a:pt x="20500" y="11092"/>
                </a:lnTo>
                <a:lnTo>
                  <a:pt x="20257" y="13370"/>
                </a:lnTo>
                <a:lnTo>
                  <a:pt x="19868" y="15691"/>
                </a:lnTo>
                <a:lnTo>
                  <a:pt x="19467" y="17218"/>
                </a:lnTo>
                <a:lnTo>
                  <a:pt x="18818" y="18626"/>
                </a:lnTo>
                <a:lnTo>
                  <a:pt x="17673" y="20594"/>
                </a:lnTo>
                <a:lnTo>
                  <a:pt x="16261" y="20947"/>
                </a:lnTo>
                <a:lnTo>
                  <a:pt x="14833" y="21250"/>
                </a:lnTo>
                <a:lnTo>
                  <a:pt x="13396" y="21478"/>
                </a:lnTo>
                <a:lnTo>
                  <a:pt x="11959" y="21600"/>
                </a:lnTo>
                <a:lnTo>
                  <a:pt x="10529" y="21580"/>
                </a:lnTo>
                <a:lnTo>
                  <a:pt x="9117" y="21396"/>
                </a:lnTo>
                <a:lnTo>
                  <a:pt x="7731" y="21013"/>
                </a:lnTo>
                <a:lnTo>
                  <a:pt x="6378" y="20403"/>
                </a:lnTo>
                <a:lnTo>
                  <a:pt x="5066" y="19536"/>
                </a:lnTo>
                <a:lnTo>
                  <a:pt x="3806" y="18379"/>
                </a:lnTo>
                <a:lnTo>
                  <a:pt x="3008" y="17007"/>
                </a:lnTo>
                <a:lnTo>
                  <a:pt x="2413" y="15922"/>
                </a:lnTo>
                <a:lnTo>
                  <a:pt x="1834" y="14755"/>
                </a:lnTo>
                <a:lnTo>
                  <a:pt x="1092" y="13139"/>
                </a:lnTo>
                <a:lnTo>
                  <a:pt x="0" y="10703"/>
                </a:lnTo>
                <a:lnTo>
                  <a:pt x="1023" y="8378"/>
                </a:lnTo>
                <a:lnTo>
                  <a:pt x="2099" y="6400"/>
                </a:lnTo>
                <a:lnTo>
                  <a:pt x="3228" y="4745"/>
                </a:lnTo>
                <a:lnTo>
                  <a:pt x="4404" y="3383"/>
                </a:lnTo>
                <a:lnTo>
                  <a:pt x="5630" y="2295"/>
                </a:lnTo>
                <a:lnTo>
                  <a:pt x="6898" y="1451"/>
                </a:lnTo>
                <a:lnTo>
                  <a:pt x="8210" y="824"/>
                </a:lnTo>
                <a:lnTo>
                  <a:pt x="9563" y="392"/>
                </a:lnTo>
                <a:lnTo>
                  <a:pt x="10955" y="129"/>
                </a:lnTo>
                <a:lnTo>
                  <a:pt x="12383" y="7"/>
                </a:lnTo>
                <a:lnTo>
                  <a:pt x="13846" y="0"/>
                </a:lnTo>
                <a:lnTo>
                  <a:pt x="15340" y="86"/>
                </a:lnTo>
                <a:lnTo>
                  <a:pt x="16866" y="234"/>
                </a:lnTo>
                <a:lnTo>
                  <a:pt x="18419" y="422"/>
                </a:lnTo>
                <a:lnTo>
                  <a:pt x="19998" y="623"/>
                </a:lnTo>
                <a:lnTo>
                  <a:pt x="21600" y="811"/>
                </a:lnTo>
                <a:close/>
              </a:path>
            </a:pathLst>
          </a:custGeom>
          <a:solidFill>
            <a:srgbClr val="696351"/>
          </a:solidFill>
          <a:ln>
            <a:noFill/>
          </a:ln>
        </p:spPr>
        <p:txBody>
          <a:bodyPr/>
          <a:lstStyle/>
          <a:p/>
        </p:txBody>
      </p:sp>
      <p:sp>
        <p:nvSpPr>
          <p:cNvPr id="5529" name="contour_05527"/>
          <p:cNvSpPr/>
          <p:nvPr/>
        </p:nvSpPr>
        <p:spPr>
          <a:xfrm>
            <a:off x="491382" y="4569571"/>
            <a:ext cx="7288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154" y="89"/>
                </a:lnTo>
                <a:lnTo>
                  <a:pt x="11256" y="166"/>
                </a:lnTo>
                <a:lnTo>
                  <a:pt x="12262" y="262"/>
                </a:lnTo>
                <a:lnTo>
                  <a:pt x="13489" y="406"/>
                </a:lnTo>
                <a:lnTo>
                  <a:pt x="15254" y="631"/>
                </a:lnTo>
                <a:lnTo>
                  <a:pt x="16440" y="776"/>
                </a:lnTo>
                <a:lnTo>
                  <a:pt x="17632" y="924"/>
                </a:lnTo>
                <a:lnTo>
                  <a:pt x="18842" y="1074"/>
                </a:lnTo>
                <a:lnTo>
                  <a:pt x="20211" y="1256"/>
                </a:lnTo>
                <a:lnTo>
                  <a:pt x="21600" y="1440"/>
                </a:lnTo>
                <a:lnTo>
                  <a:pt x="20844" y="2102"/>
                </a:lnTo>
                <a:lnTo>
                  <a:pt x="20084" y="2768"/>
                </a:lnTo>
                <a:lnTo>
                  <a:pt x="19313" y="3443"/>
                </a:lnTo>
                <a:lnTo>
                  <a:pt x="18567" y="4111"/>
                </a:lnTo>
                <a:lnTo>
                  <a:pt x="17824" y="4781"/>
                </a:lnTo>
                <a:lnTo>
                  <a:pt x="17079" y="5450"/>
                </a:lnTo>
                <a:lnTo>
                  <a:pt x="16334" y="6120"/>
                </a:lnTo>
                <a:lnTo>
                  <a:pt x="15587" y="6771"/>
                </a:lnTo>
                <a:lnTo>
                  <a:pt x="14828" y="7430"/>
                </a:lnTo>
                <a:lnTo>
                  <a:pt x="13878" y="8317"/>
                </a:lnTo>
                <a:lnTo>
                  <a:pt x="13020" y="9176"/>
                </a:lnTo>
                <a:lnTo>
                  <a:pt x="12254" y="10024"/>
                </a:lnTo>
                <a:lnTo>
                  <a:pt x="11573" y="10881"/>
                </a:lnTo>
                <a:lnTo>
                  <a:pt x="10975" y="11762"/>
                </a:lnTo>
                <a:lnTo>
                  <a:pt x="10457" y="12686"/>
                </a:lnTo>
                <a:lnTo>
                  <a:pt x="10014" y="13673"/>
                </a:lnTo>
                <a:lnTo>
                  <a:pt x="9644" y="14737"/>
                </a:lnTo>
                <a:lnTo>
                  <a:pt x="9495" y="15111"/>
                </a:lnTo>
                <a:lnTo>
                  <a:pt x="9236" y="15771"/>
                </a:lnTo>
                <a:lnTo>
                  <a:pt x="8640" y="17280"/>
                </a:lnTo>
                <a:lnTo>
                  <a:pt x="7212" y="17280"/>
                </a:lnTo>
                <a:lnTo>
                  <a:pt x="5776" y="17280"/>
                </a:lnTo>
                <a:lnTo>
                  <a:pt x="4320" y="17280"/>
                </a:lnTo>
                <a:lnTo>
                  <a:pt x="3892" y="18135"/>
                </a:lnTo>
                <a:lnTo>
                  <a:pt x="3462" y="18994"/>
                </a:lnTo>
                <a:lnTo>
                  <a:pt x="3033" y="19855"/>
                </a:lnTo>
                <a:lnTo>
                  <a:pt x="2598" y="20723"/>
                </a:lnTo>
                <a:lnTo>
                  <a:pt x="2160" y="21600"/>
                </a:lnTo>
                <a:lnTo>
                  <a:pt x="1946" y="20602"/>
                </a:lnTo>
                <a:lnTo>
                  <a:pt x="1732" y="19603"/>
                </a:lnTo>
                <a:lnTo>
                  <a:pt x="1518" y="18603"/>
                </a:lnTo>
                <a:lnTo>
                  <a:pt x="1302" y="17603"/>
                </a:lnTo>
                <a:lnTo>
                  <a:pt x="1089" y="16597"/>
                </a:lnTo>
                <a:lnTo>
                  <a:pt x="873" y="15591"/>
                </a:lnTo>
                <a:lnTo>
                  <a:pt x="657" y="14580"/>
                </a:lnTo>
                <a:lnTo>
                  <a:pt x="438" y="13565"/>
                </a:lnTo>
                <a:lnTo>
                  <a:pt x="220" y="12545"/>
                </a:lnTo>
                <a:lnTo>
                  <a:pt x="0" y="11520"/>
                </a:lnTo>
                <a:lnTo>
                  <a:pt x="1283" y="11520"/>
                </a:lnTo>
                <a:lnTo>
                  <a:pt x="2570" y="11520"/>
                </a:lnTo>
                <a:lnTo>
                  <a:pt x="3862" y="11520"/>
                </a:lnTo>
                <a:lnTo>
                  <a:pt x="5165" y="11520"/>
                </a:lnTo>
                <a:lnTo>
                  <a:pt x="6480" y="11520"/>
                </a:lnTo>
                <a:lnTo>
                  <a:pt x="6454" y="10809"/>
                </a:lnTo>
                <a:lnTo>
                  <a:pt x="6430" y="10092"/>
                </a:lnTo>
                <a:lnTo>
                  <a:pt x="6404" y="9366"/>
                </a:lnTo>
                <a:lnTo>
                  <a:pt x="6396" y="8955"/>
                </a:lnTo>
                <a:lnTo>
                  <a:pt x="6381" y="8230"/>
                </a:lnTo>
                <a:lnTo>
                  <a:pt x="6346" y="6569"/>
                </a:lnTo>
                <a:lnTo>
                  <a:pt x="6320" y="5649"/>
                </a:lnTo>
                <a:lnTo>
                  <a:pt x="6294" y="4723"/>
                </a:lnTo>
                <a:lnTo>
                  <a:pt x="6268" y="3786"/>
                </a:lnTo>
                <a:lnTo>
                  <a:pt x="6424" y="2408"/>
                </a:lnTo>
                <a:lnTo>
                  <a:pt x="6724" y="1554"/>
                </a:lnTo>
                <a:lnTo>
                  <a:pt x="7387" y="870"/>
                </a:lnTo>
                <a:lnTo>
                  <a:pt x="8640" y="0"/>
                </a:lnTo>
                <a:close/>
              </a:path>
            </a:pathLst>
          </a:custGeom>
          <a:solidFill>
            <a:srgbClr val="CBCCC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0" name="contour_05528"/>
          <p:cNvSpPr/>
          <p:nvPr/>
        </p:nvSpPr>
        <p:spPr>
          <a:xfrm>
            <a:off x="2093428" y="4568528"/>
            <a:ext cx="81480" cy="666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8"/>
                </a:moveTo>
                <a:lnTo>
                  <a:pt x="20642" y="558"/>
                </a:lnTo>
                <a:lnTo>
                  <a:pt x="19680" y="780"/>
                </a:lnTo>
                <a:lnTo>
                  <a:pt x="18702" y="1002"/>
                </a:lnTo>
                <a:lnTo>
                  <a:pt x="17744" y="1564"/>
                </a:lnTo>
                <a:lnTo>
                  <a:pt x="16782" y="2129"/>
                </a:lnTo>
                <a:lnTo>
                  <a:pt x="15804" y="2700"/>
                </a:lnTo>
                <a:lnTo>
                  <a:pt x="15630" y="4574"/>
                </a:lnTo>
                <a:lnTo>
                  <a:pt x="15543" y="5942"/>
                </a:lnTo>
                <a:lnTo>
                  <a:pt x="15543" y="7198"/>
                </a:lnTo>
                <a:lnTo>
                  <a:pt x="15630" y="8741"/>
                </a:lnTo>
                <a:lnTo>
                  <a:pt x="15804" y="10969"/>
                </a:lnTo>
                <a:lnTo>
                  <a:pt x="15978" y="13197"/>
                </a:lnTo>
                <a:lnTo>
                  <a:pt x="16065" y="14739"/>
                </a:lnTo>
                <a:lnTo>
                  <a:pt x="16065" y="15996"/>
                </a:lnTo>
                <a:lnTo>
                  <a:pt x="15978" y="17364"/>
                </a:lnTo>
                <a:lnTo>
                  <a:pt x="15804" y="19238"/>
                </a:lnTo>
                <a:lnTo>
                  <a:pt x="14367" y="20071"/>
                </a:lnTo>
                <a:lnTo>
                  <a:pt x="13346" y="20612"/>
                </a:lnTo>
                <a:lnTo>
                  <a:pt x="12465" y="20972"/>
                </a:lnTo>
                <a:lnTo>
                  <a:pt x="11445" y="21262"/>
                </a:lnTo>
                <a:lnTo>
                  <a:pt x="10008" y="21600"/>
                </a:lnTo>
                <a:lnTo>
                  <a:pt x="9768" y="20138"/>
                </a:lnTo>
                <a:lnTo>
                  <a:pt x="9529" y="18675"/>
                </a:lnTo>
                <a:lnTo>
                  <a:pt x="9289" y="17208"/>
                </a:lnTo>
                <a:lnTo>
                  <a:pt x="9050" y="15739"/>
                </a:lnTo>
                <a:lnTo>
                  <a:pt x="8808" y="14262"/>
                </a:lnTo>
                <a:lnTo>
                  <a:pt x="8565" y="12779"/>
                </a:lnTo>
                <a:lnTo>
                  <a:pt x="8321" y="11288"/>
                </a:lnTo>
                <a:lnTo>
                  <a:pt x="8076" y="9788"/>
                </a:lnTo>
                <a:lnTo>
                  <a:pt x="6801" y="10177"/>
                </a:lnTo>
                <a:lnTo>
                  <a:pt x="5524" y="10567"/>
                </a:lnTo>
                <a:lnTo>
                  <a:pt x="4241" y="10959"/>
                </a:lnTo>
                <a:lnTo>
                  <a:pt x="2952" y="11354"/>
                </a:lnTo>
                <a:lnTo>
                  <a:pt x="1656" y="11751"/>
                </a:lnTo>
                <a:lnTo>
                  <a:pt x="348" y="12150"/>
                </a:lnTo>
                <a:lnTo>
                  <a:pt x="116" y="10534"/>
                </a:lnTo>
                <a:lnTo>
                  <a:pt x="0" y="9358"/>
                </a:lnTo>
                <a:lnTo>
                  <a:pt x="0" y="8280"/>
                </a:lnTo>
                <a:lnTo>
                  <a:pt x="116" y="6962"/>
                </a:lnTo>
                <a:lnTo>
                  <a:pt x="348" y="5063"/>
                </a:lnTo>
                <a:lnTo>
                  <a:pt x="1573" y="4007"/>
                </a:lnTo>
                <a:lnTo>
                  <a:pt x="2807" y="3104"/>
                </a:lnTo>
                <a:lnTo>
                  <a:pt x="4050" y="2339"/>
                </a:lnTo>
                <a:lnTo>
                  <a:pt x="5305" y="1706"/>
                </a:lnTo>
                <a:lnTo>
                  <a:pt x="6573" y="1188"/>
                </a:lnTo>
                <a:lnTo>
                  <a:pt x="7854" y="782"/>
                </a:lnTo>
                <a:lnTo>
                  <a:pt x="9148" y="472"/>
                </a:lnTo>
                <a:lnTo>
                  <a:pt x="10458" y="250"/>
                </a:lnTo>
                <a:lnTo>
                  <a:pt x="11783" y="104"/>
                </a:lnTo>
                <a:lnTo>
                  <a:pt x="13126" y="24"/>
                </a:lnTo>
                <a:lnTo>
                  <a:pt x="14488" y="0"/>
                </a:lnTo>
                <a:lnTo>
                  <a:pt x="15868" y="21"/>
                </a:lnTo>
                <a:lnTo>
                  <a:pt x="17268" y="76"/>
                </a:lnTo>
                <a:lnTo>
                  <a:pt x="18690" y="154"/>
                </a:lnTo>
                <a:lnTo>
                  <a:pt x="20134" y="243"/>
                </a:lnTo>
                <a:lnTo>
                  <a:pt x="21600" y="338"/>
                </a:lnTo>
                <a:close/>
              </a:path>
            </a:pathLst>
          </a:custGeom>
          <a:solidFill>
            <a:srgbClr val="808180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1" name="contour_05529"/>
          <p:cNvSpPr/>
          <p:nvPr/>
        </p:nvSpPr>
        <p:spPr>
          <a:xfrm>
            <a:off x="7597174" y="4452963"/>
            <a:ext cx="10203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229" y="1007"/>
                </a:lnTo>
                <a:lnTo>
                  <a:pt x="5048" y="1777"/>
                </a:lnTo>
                <a:lnTo>
                  <a:pt x="5602" y="2399"/>
                </a:lnTo>
                <a:lnTo>
                  <a:pt x="5945" y="2969"/>
                </a:lnTo>
                <a:lnTo>
                  <a:pt x="6130" y="3576"/>
                </a:lnTo>
                <a:lnTo>
                  <a:pt x="6216" y="4316"/>
                </a:lnTo>
                <a:lnTo>
                  <a:pt x="6256" y="5278"/>
                </a:lnTo>
                <a:lnTo>
                  <a:pt x="6190" y="6005"/>
                </a:lnTo>
                <a:lnTo>
                  <a:pt x="6122" y="6731"/>
                </a:lnTo>
                <a:lnTo>
                  <a:pt x="6051" y="7457"/>
                </a:lnTo>
                <a:lnTo>
                  <a:pt x="5979" y="8184"/>
                </a:lnTo>
                <a:lnTo>
                  <a:pt x="5943" y="9090"/>
                </a:lnTo>
                <a:lnTo>
                  <a:pt x="5935" y="9970"/>
                </a:lnTo>
                <a:lnTo>
                  <a:pt x="5955" y="10839"/>
                </a:lnTo>
                <a:lnTo>
                  <a:pt x="6002" y="11709"/>
                </a:lnTo>
                <a:lnTo>
                  <a:pt x="6074" y="12590"/>
                </a:lnTo>
                <a:lnTo>
                  <a:pt x="6171" y="13500"/>
                </a:lnTo>
                <a:lnTo>
                  <a:pt x="7015" y="14157"/>
                </a:lnTo>
                <a:lnTo>
                  <a:pt x="7796" y="14579"/>
                </a:lnTo>
                <a:lnTo>
                  <a:pt x="8605" y="14822"/>
                </a:lnTo>
                <a:lnTo>
                  <a:pt x="9529" y="14949"/>
                </a:lnTo>
                <a:lnTo>
                  <a:pt x="10661" y="15019"/>
                </a:lnTo>
                <a:lnTo>
                  <a:pt x="11774" y="14884"/>
                </a:lnTo>
                <a:lnTo>
                  <a:pt x="12844" y="14706"/>
                </a:lnTo>
                <a:lnTo>
                  <a:pt x="13887" y="14481"/>
                </a:lnTo>
                <a:lnTo>
                  <a:pt x="14915" y="14207"/>
                </a:lnTo>
                <a:lnTo>
                  <a:pt x="15938" y="13882"/>
                </a:lnTo>
                <a:lnTo>
                  <a:pt x="16971" y="13500"/>
                </a:lnTo>
                <a:lnTo>
                  <a:pt x="16971" y="14302"/>
                </a:lnTo>
                <a:lnTo>
                  <a:pt x="16971" y="15107"/>
                </a:lnTo>
                <a:lnTo>
                  <a:pt x="16971" y="15914"/>
                </a:lnTo>
                <a:lnTo>
                  <a:pt x="16971" y="16728"/>
                </a:lnTo>
                <a:lnTo>
                  <a:pt x="16971" y="17550"/>
                </a:lnTo>
                <a:lnTo>
                  <a:pt x="17888" y="17550"/>
                </a:lnTo>
                <a:lnTo>
                  <a:pt x="18807" y="17550"/>
                </a:lnTo>
                <a:lnTo>
                  <a:pt x="19730" y="17550"/>
                </a:lnTo>
                <a:lnTo>
                  <a:pt x="20660" y="17550"/>
                </a:lnTo>
                <a:lnTo>
                  <a:pt x="21600" y="17550"/>
                </a:lnTo>
                <a:lnTo>
                  <a:pt x="21600" y="18352"/>
                </a:lnTo>
                <a:lnTo>
                  <a:pt x="21600" y="19157"/>
                </a:lnTo>
                <a:lnTo>
                  <a:pt x="21600" y="19964"/>
                </a:lnTo>
                <a:lnTo>
                  <a:pt x="21600" y="20778"/>
                </a:lnTo>
                <a:lnTo>
                  <a:pt x="21600" y="21600"/>
                </a:lnTo>
                <a:lnTo>
                  <a:pt x="20835" y="21182"/>
                </a:lnTo>
                <a:lnTo>
                  <a:pt x="20066" y="20760"/>
                </a:lnTo>
                <a:lnTo>
                  <a:pt x="19286" y="20334"/>
                </a:lnTo>
                <a:lnTo>
                  <a:pt x="18221" y="19881"/>
                </a:lnTo>
                <a:lnTo>
                  <a:pt x="17187" y="19524"/>
                </a:lnTo>
                <a:lnTo>
                  <a:pt x="16168" y="19251"/>
                </a:lnTo>
                <a:lnTo>
                  <a:pt x="15145" y="19049"/>
                </a:lnTo>
                <a:lnTo>
                  <a:pt x="14106" y="18905"/>
                </a:lnTo>
                <a:lnTo>
                  <a:pt x="13036" y="18810"/>
                </a:lnTo>
                <a:lnTo>
                  <a:pt x="11915" y="18747"/>
                </a:lnTo>
                <a:lnTo>
                  <a:pt x="10734" y="18707"/>
                </a:lnTo>
                <a:lnTo>
                  <a:pt x="9705" y="18662"/>
                </a:lnTo>
                <a:lnTo>
                  <a:pt x="8728" y="18599"/>
                </a:lnTo>
                <a:lnTo>
                  <a:pt x="7787" y="18514"/>
                </a:lnTo>
                <a:lnTo>
                  <a:pt x="6866" y="18400"/>
                </a:lnTo>
                <a:lnTo>
                  <a:pt x="5951" y="18252"/>
                </a:lnTo>
                <a:lnTo>
                  <a:pt x="5025" y="18064"/>
                </a:lnTo>
                <a:lnTo>
                  <a:pt x="4076" y="17832"/>
                </a:lnTo>
                <a:lnTo>
                  <a:pt x="3086" y="17550"/>
                </a:lnTo>
                <a:lnTo>
                  <a:pt x="2553" y="16718"/>
                </a:lnTo>
                <a:lnTo>
                  <a:pt x="2091" y="15895"/>
                </a:lnTo>
                <a:lnTo>
                  <a:pt x="1689" y="15074"/>
                </a:lnTo>
                <a:lnTo>
                  <a:pt x="1345" y="14253"/>
                </a:lnTo>
                <a:lnTo>
                  <a:pt x="1051" y="13426"/>
                </a:lnTo>
                <a:lnTo>
                  <a:pt x="801" y="12589"/>
                </a:lnTo>
                <a:lnTo>
                  <a:pt x="589" y="11738"/>
                </a:lnTo>
                <a:lnTo>
                  <a:pt x="409" y="10867"/>
                </a:lnTo>
                <a:lnTo>
                  <a:pt x="255" y="9975"/>
                </a:lnTo>
                <a:lnTo>
                  <a:pt x="120" y="9053"/>
                </a:lnTo>
                <a:lnTo>
                  <a:pt x="0" y="8100"/>
                </a:lnTo>
                <a:lnTo>
                  <a:pt x="1020" y="8100"/>
                </a:lnTo>
                <a:lnTo>
                  <a:pt x="2046" y="8100"/>
                </a:lnTo>
                <a:lnTo>
                  <a:pt x="3086" y="8100"/>
                </a:lnTo>
                <a:lnTo>
                  <a:pt x="3086" y="7209"/>
                </a:lnTo>
                <a:lnTo>
                  <a:pt x="3086" y="6317"/>
                </a:lnTo>
                <a:lnTo>
                  <a:pt x="3086" y="5424"/>
                </a:lnTo>
                <a:lnTo>
                  <a:pt x="3086" y="4529"/>
                </a:lnTo>
                <a:lnTo>
                  <a:pt x="3086" y="3632"/>
                </a:lnTo>
                <a:lnTo>
                  <a:pt x="3086" y="2730"/>
                </a:lnTo>
                <a:lnTo>
                  <a:pt x="3086" y="1825"/>
                </a:lnTo>
                <a:lnTo>
                  <a:pt x="3086" y="915"/>
                </a:lnTo>
                <a:lnTo>
                  <a:pt x="3086" y="0"/>
                </a:lnTo>
                <a:close/>
              </a:path>
            </a:pathLst>
          </a:custGeom>
          <a:solidFill>
            <a:srgbClr val="6A665D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2" name="contour_05530"/>
          <p:cNvSpPr/>
          <p:nvPr/>
        </p:nvSpPr>
        <p:spPr>
          <a:xfrm>
            <a:off x="8522749" y="4278051"/>
            <a:ext cx="10203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5" y="619"/>
                </a:lnTo>
                <a:lnTo>
                  <a:pt x="4892" y="1239"/>
                </a:lnTo>
                <a:lnTo>
                  <a:pt x="5733" y="1870"/>
                </a:lnTo>
                <a:lnTo>
                  <a:pt x="6554" y="2526"/>
                </a:lnTo>
                <a:lnTo>
                  <a:pt x="7370" y="3217"/>
                </a:lnTo>
                <a:lnTo>
                  <a:pt x="8196" y="3953"/>
                </a:lnTo>
                <a:lnTo>
                  <a:pt x="8908" y="4585"/>
                </a:lnTo>
                <a:lnTo>
                  <a:pt x="9631" y="5227"/>
                </a:lnTo>
                <a:lnTo>
                  <a:pt x="10405" y="5935"/>
                </a:lnTo>
                <a:lnTo>
                  <a:pt x="11178" y="6650"/>
                </a:lnTo>
                <a:lnTo>
                  <a:pt x="11946" y="7372"/>
                </a:lnTo>
                <a:lnTo>
                  <a:pt x="12709" y="8102"/>
                </a:lnTo>
                <a:lnTo>
                  <a:pt x="13465" y="8841"/>
                </a:lnTo>
                <a:lnTo>
                  <a:pt x="14213" y="9587"/>
                </a:lnTo>
                <a:lnTo>
                  <a:pt x="14952" y="10343"/>
                </a:lnTo>
                <a:lnTo>
                  <a:pt x="15682" y="11110"/>
                </a:lnTo>
                <a:lnTo>
                  <a:pt x="16401" y="11886"/>
                </a:lnTo>
                <a:lnTo>
                  <a:pt x="17106" y="12673"/>
                </a:lnTo>
                <a:lnTo>
                  <a:pt x="17798" y="13471"/>
                </a:lnTo>
                <a:lnTo>
                  <a:pt x="18476" y="14281"/>
                </a:lnTo>
                <a:lnTo>
                  <a:pt x="19136" y="15101"/>
                </a:lnTo>
                <a:lnTo>
                  <a:pt x="19781" y="15935"/>
                </a:lnTo>
                <a:lnTo>
                  <a:pt x="20407" y="16782"/>
                </a:lnTo>
                <a:lnTo>
                  <a:pt x="21014" y="17641"/>
                </a:lnTo>
                <a:lnTo>
                  <a:pt x="21600" y="18514"/>
                </a:lnTo>
                <a:lnTo>
                  <a:pt x="21600" y="19534"/>
                </a:lnTo>
                <a:lnTo>
                  <a:pt x="21600" y="20560"/>
                </a:lnTo>
                <a:lnTo>
                  <a:pt x="21600" y="21600"/>
                </a:lnTo>
                <a:lnTo>
                  <a:pt x="19798" y="21585"/>
                </a:lnTo>
                <a:lnTo>
                  <a:pt x="18757" y="21480"/>
                </a:lnTo>
                <a:lnTo>
                  <a:pt x="18078" y="21196"/>
                </a:lnTo>
                <a:lnTo>
                  <a:pt x="17363" y="20642"/>
                </a:lnTo>
                <a:lnTo>
                  <a:pt x="17098" y="20329"/>
                </a:lnTo>
                <a:lnTo>
                  <a:pt x="16296" y="19381"/>
                </a:lnTo>
                <a:lnTo>
                  <a:pt x="15490" y="18522"/>
                </a:lnTo>
                <a:lnTo>
                  <a:pt x="14796" y="17863"/>
                </a:lnTo>
                <a:lnTo>
                  <a:pt x="14120" y="17354"/>
                </a:lnTo>
                <a:lnTo>
                  <a:pt x="13370" y="16942"/>
                </a:lnTo>
                <a:lnTo>
                  <a:pt x="12455" y="16575"/>
                </a:lnTo>
                <a:lnTo>
                  <a:pt x="11281" y="16200"/>
                </a:lnTo>
                <a:lnTo>
                  <a:pt x="10277" y="15817"/>
                </a:lnTo>
                <a:lnTo>
                  <a:pt x="9257" y="15429"/>
                </a:lnTo>
                <a:lnTo>
                  <a:pt x="9118" y="14234"/>
                </a:lnTo>
                <a:lnTo>
                  <a:pt x="9049" y="13397"/>
                </a:lnTo>
                <a:lnTo>
                  <a:pt x="9049" y="12693"/>
                </a:lnTo>
                <a:lnTo>
                  <a:pt x="9118" y="11902"/>
                </a:lnTo>
                <a:lnTo>
                  <a:pt x="9257" y="10800"/>
                </a:lnTo>
                <a:lnTo>
                  <a:pt x="8237" y="10800"/>
                </a:lnTo>
                <a:lnTo>
                  <a:pt x="7211" y="10800"/>
                </a:lnTo>
                <a:lnTo>
                  <a:pt x="6171" y="10800"/>
                </a:lnTo>
                <a:lnTo>
                  <a:pt x="5743" y="9745"/>
                </a:lnTo>
                <a:lnTo>
                  <a:pt x="5448" y="8976"/>
                </a:lnTo>
                <a:lnTo>
                  <a:pt x="5213" y="8273"/>
                </a:lnTo>
                <a:lnTo>
                  <a:pt x="4965" y="7412"/>
                </a:lnTo>
                <a:lnTo>
                  <a:pt x="4629" y="6171"/>
                </a:lnTo>
                <a:lnTo>
                  <a:pt x="4170" y="5044"/>
                </a:lnTo>
                <a:lnTo>
                  <a:pt x="3724" y="4161"/>
                </a:lnTo>
                <a:lnTo>
                  <a:pt x="3189" y="3439"/>
                </a:lnTo>
                <a:lnTo>
                  <a:pt x="2464" y="2788"/>
                </a:lnTo>
                <a:lnTo>
                  <a:pt x="1447" y="2121"/>
                </a:lnTo>
                <a:lnTo>
                  <a:pt x="1088" y="1978"/>
                </a:lnTo>
                <a:lnTo>
                  <a:pt x="0" y="1543"/>
                </a:lnTo>
                <a:lnTo>
                  <a:pt x="736" y="946"/>
                </a:lnTo>
                <a:lnTo>
                  <a:pt x="1304" y="586"/>
                </a:lnTo>
                <a:lnTo>
                  <a:pt x="1990" y="319"/>
                </a:lnTo>
                <a:lnTo>
                  <a:pt x="3086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3" name="contour_05531"/>
          <p:cNvSpPr/>
          <p:nvPr/>
        </p:nvSpPr>
        <p:spPr>
          <a:xfrm>
            <a:off x="7277581" y="4248899"/>
            <a:ext cx="10095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" y="0"/>
                </a:moveTo>
                <a:lnTo>
                  <a:pt x="2102" y="0"/>
                </a:lnTo>
                <a:lnTo>
                  <a:pt x="2888" y="0"/>
                </a:lnTo>
                <a:lnTo>
                  <a:pt x="3033" y="1223"/>
                </a:lnTo>
                <a:lnTo>
                  <a:pt x="3162" y="2449"/>
                </a:lnTo>
                <a:lnTo>
                  <a:pt x="3275" y="3678"/>
                </a:lnTo>
                <a:lnTo>
                  <a:pt x="3374" y="4909"/>
                </a:lnTo>
                <a:lnTo>
                  <a:pt x="3621" y="6529"/>
                </a:lnTo>
                <a:lnTo>
                  <a:pt x="3816" y="7582"/>
                </a:lnTo>
                <a:lnTo>
                  <a:pt x="4057" y="8524"/>
                </a:lnTo>
                <a:lnTo>
                  <a:pt x="4447" y="9818"/>
                </a:lnTo>
                <a:lnTo>
                  <a:pt x="5938" y="9956"/>
                </a:lnTo>
                <a:lnTo>
                  <a:pt x="6870" y="9997"/>
                </a:lnTo>
                <a:lnTo>
                  <a:pt x="7636" y="9938"/>
                </a:lnTo>
                <a:lnTo>
                  <a:pt x="8626" y="9773"/>
                </a:lnTo>
                <a:lnTo>
                  <a:pt x="9696" y="9859"/>
                </a:lnTo>
                <a:lnTo>
                  <a:pt x="10725" y="10058"/>
                </a:lnTo>
                <a:lnTo>
                  <a:pt x="11720" y="10354"/>
                </a:lnTo>
                <a:lnTo>
                  <a:pt x="12693" y="10733"/>
                </a:lnTo>
                <a:lnTo>
                  <a:pt x="13650" y="11179"/>
                </a:lnTo>
                <a:lnTo>
                  <a:pt x="14603" y="11676"/>
                </a:lnTo>
                <a:lnTo>
                  <a:pt x="15561" y="12210"/>
                </a:lnTo>
                <a:lnTo>
                  <a:pt x="16532" y="12764"/>
                </a:lnTo>
                <a:lnTo>
                  <a:pt x="17278" y="13186"/>
                </a:lnTo>
                <a:lnTo>
                  <a:pt x="18034" y="13616"/>
                </a:lnTo>
                <a:lnTo>
                  <a:pt x="18927" y="14134"/>
                </a:lnTo>
                <a:lnTo>
                  <a:pt x="19819" y="14657"/>
                </a:lnTo>
                <a:lnTo>
                  <a:pt x="20710" y="15181"/>
                </a:lnTo>
                <a:lnTo>
                  <a:pt x="21600" y="15709"/>
                </a:lnTo>
                <a:lnTo>
                  <a:pt x="21291" y="16875"/>
                </a:lnTo>
                <a:lnTo>
                  <a:pt x="20981" y="18046"/>
                </a:lnTo>
                <a:lnTo>
                  <a:pt x="20671" y="19220"/>
                </a:lnTo>
                <a:lnTo>
                  <a:pt x="20357" y="20404"/>
                </a:lnTo>
                <a:lnTo>
                  <a:pt x="20041" y="21600"/>
                </a:lnTo>
                <a:lnTo>
                  <a:pt x="19358" y="21207"/>
                </a:lnTo>
                <a:lnTo>
                  <a:pt x="18664" y="20811"/>
                </a:lnTo>
                <a:lnTo>
                  <a:pt x="17675" y="20278"/>
                </a:lnTo>
                <a:lnTo>
                  <a:pt x="16672" y="19750"/>
                </a:lnTo>
                <a:lnTo>
                  <a:pt x="15657" y="19232"/>
                </a:lnTo>
                <a:lnTo>
                  <a:pt x="14631" y="18729"/>
                </a:lnTo>
                <a:lnTo>
                  <a:pt x="13596" y="18246"/>
                </a:lnTo>
                <a:lnTo>
                  <a:pt x="12551" y="17789"/>
                </a:lnTo>
                <a:lnTo>
                  <a:pt x="11497" y="17362"/>
                </a:lnTo>
                <a:lnTo>
                  <a:pt x="10437" y="16974"/>
                </a:lnTo>
                <a:lnTo>
                  <a:pt x="9369" y="16626"/>
                </a:lnTo>
                <a:lnTo>
                  <a:pt x="8297" y="16324"/>
                </a:lnTo>
                <a:lnTo>
                  <a:pt x="7220" y="16076"/>
                </a:lnTo>
                <a:lnTo>
                  <a:pt x="6139" y="15884"/>
                </a:lnTo>
                <a:lnTo>
                  <a:pt x="5057" y="15756"/>
                </a:lnTo>
                <a:lnTo>
                  <a:pt x="3973" y="15695"/>
                </a:lnTo>
                <a:lnTo>
                  <a:pt x="2888" y="15709"/>
                </a:lnTo>
                <a:lnTo>
                  <a:pt x="2274" y="16858"/>
                </a:lnTo>
                <a:lnTo>
                  <a:pt x="1907" y="17649"/>
                </a:lnTo>
                <a:lnTo>
                  <a:pt x="1640" y="18452"/>
                </a:lnTo>
                <a:lnTo>
                  <a:pt x="1329" y="19636"/>
                </a:lnTo>
                <a:lnTo>
                  <a:pt x="1024" y="18193"/>
                </a:lnTo>
                <a:lnTo>
                  <a:pt x="752" y="16766"/>
                </a:lnTo>
                <a:lnTo>
                  <a:pt x="515" y="15354"/>
                </a:lnTo>
                <a:lnTo>
                  <a:pt x="318" y="13954"/>
                </a:lnTo>
                <a:lnTo>
                  <a:pt x="165" y="12563"/>
                </a:lnTo>
                <a:lnTo>
                  <a:pt x="58" y="11179"/>
                </a:lnTo>
                <a:lnTo>
                  <a:pt x="2" y="9799"/>
                </a:lnTo>
                <a:lnTo>
                  <a:pt x="0" y="8418"/>
                </a:lnTo>
                <a:lnTo>
                  <a:pt x="55" y="7036"/>
                </a:lnTo>
                <a:lnTo>
                  <a:pt x="173" y="5649"/>
                </a:lnTo>
                <a:lnTo>
                  <a:pt x="354" y="4255"/>
                </a:lnTo>
                <a:lnTo>
                  <a:pt x="605" y="2851"/>
                </a:lnTo>
                <a:lnTo>
                  <a:pt x="929" y="1433"/>
                </a:lnTo>
                <a:lnTo>
                  <a:pt x="1329" y="0"/>
                </a:lnTo>
                <a:close/>
              </a:path>
            </a:pathLst>
          </a:custGeom>
          <a:solidFill>
            <a:srgbClr val="A7A191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4" name="contour_05532"/>
          <p:cNvSpPr/>
          <p:nvPr/>
        </p:nvSpPr>
        <p:spPr>
          <a:xfrm>
            <a:off x="4266562" y="4233616"/>
            <a:ext cx="69498" cy="590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86" y="259"/>
                </a:moveTo>
                <a:lnTo>
                  <a:pt x="20780" y="2150"/>
                </a:lnTo>
                <a:lnTo>
                  <a:pt x="21115" y="3967"/>
                </a:lnTo>
                <a:lnTo>
                  <a:pt x="21376" y="5733"/>
                </a:lnTo>
                <a:lnTo>
                  <a:pt x="21541" y="7467"/>
                </a:lnTo>
                <a:lnTo>
                  <a:pt x="21600" y="9182"/>
                </a:lnTo>
                <a:lnTo>
                  <a:pt x="21530" y="10903"/>
                </a:lnTo>
                <a:lnTo>
                  <a:pt x="21315" y="12642"/>
                </a:lnTo>
                <a:lnTo>
                  <a:pt x="20939" y="14424"/>
                </a:lnTo>
                <a:lnTo>
                  <a:pt x="20386" y="16265"/>
                </a:lnTo>
                <a:lnTo>
                  <a:pt x="18959" y="17105"/>
                </a:lnTo>
                <a:lnTo>
                  <a:pt x="17487" y="17836"/>
                </a:lnTo>
                <a:lnTo>
                  <a:pt x="15973" y="18468"/>
                </a:lnTo>
                <a:lnTo>
                  <a:pt x="14426" y="19010"/>
                </a:lnTo>
                <a:lnTo>
                  <a:pt x="12850" y="19477"/>
                </a:lnTo>
                <a:lnTo>
                  <a:pt x="11255" y="19871"/>
                </a:lnTo>
                <a:lnTo>
                  <a:pt x="9643" y="20210"/>
                </a:lnTo>
                <a:lnTo>
                  <a:pt x="8023" y="20501"/>
                </a:lnTo>
                <a:lnTo>
                  <a:pt x="6399" y="20754"/>
                </a:lnTo>
                <a:lnTo>
                  <a:pt x="4779" y="20981"/>
                </a:lnTo>
                <a:lnTo>
                  <a:pt x="3169" y="21192"/>
                </a:lnTo>
                <a:lnTo>
                  <a:pt x="1574" y="21395"/>
                </a:lnTo>
                <a:lnTo>
                  <a:pt x="0" y="21600"/>
                </a:lnTo>
                <a:lnTo>
                  <a:pt x="448" y="19279"/>
                </a:lnTo>
                <a:lnTo>
                  <a:pt x="963" y="17038"/>
                </a:lnTo>
                <a:lnTo>
                  <a:pt x="1552" y="14886"/>
                </a:lnTo>
                <a:lnTo>
                  <a:pt x="2218" y="12831"/>
                </a:lnTo>
                <a:lnTo>
                  <a:pt x="2965" y="10889"/>
                </a:lnTo>
                <a:lnTo>
                  <a:pt x="3803" y="9070"/>
                </a:lnTo>
                <a:lnTo>
                  <a:pt x="4736" y="7381"/>
                </a:lnTo>
                <a:lnTo>
                  <a:pt x="5767" y="5839"/>
                </a:lnTo>
                <a:lnTo>
                  <a:pt x="6902" y="4452"/>
                </a:lnTo>
                <a:lnTo>
                  <a:pt x="8148" y="3231"/>
                </a:lnTo>
                <a:lnTo>
                  <a:pt x="9509" y="2185"/>
                </a:lnTo>
                <a:lnTo>
                  <a:pt x="10990" y="1328"/>
                </a:lnTo>
                <a:lnTo>
                  <a:pt x="12596" y="672"/>
                </a:lnTo>
                <a:lnTo>
                  <a:pt x="14334" y="224"/>
                </a:lnTo>
                <a:lnTo>
                  <a:pt x="16207" y="0"/>
                </a:lnTo>
                <a:lnTo>
                  <a:pt x="18223" y="8"/>
                </a:lnTo>
                <a:lnTo>
                  <a:pt x="20386" y="259"/>
                </a:lnTo>
                <a:close/>
              </a:path>
            </a:pathLst>
          </a:custGeom>
          <a:solidFill>
            <a:srgbClr val="49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5" name="contour_05533"/>
          <p:cNvSpPr/>
          <p:nvPr/>
        </p:nvSpPr>
        <p:spPr>
          <a:xfrm>
            <a:off x="4222834" y="4219747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3170" y="0"/>
                </a:lnTo>
                <a:lnTo>
                  <a:pt x="14560" y="0"/>
                </a:lnTo>
                <a:lnTo>
                  <a:pt x="15955" y="0"/>
                </a:lnTo>
                <a:lnTo>
                  <a:pt x="17355" y="0"/>
                </a:lnTo>
                <a:lnTo>
                  <a:pt x="18761" y="0"/>
                </a:lnTo>
                <a:lnTo>
                  <a:pt x="20174" y="0"/>
                </a:lnTo>
                <a:lnTo>
                  <a:pt x="21600" y="0"/>
                </a:lnTo>
                <a:lnTo>
                  <a:pt x="21425" y="2669"/>
                </a:lnTo>
                <a:lnTo>
                  <a:pt x="21276" y="4723"/>
                </a:lnTo>
                <a:lnTo>
                  <a:pt x="21131" y="6302"/>
                </a:lnTo>
                <a:lnTo>
                  <a:pt x="20964" y="7548"/>
                </a:lnTo>
                <a:lnTo>
                  <a:pt x="20756" y="8599"/>
                </a:lnTo>
                <a:lnTo>
                  <a:pt x="20479" y="9598"/>
                </a:lnTo>
                <a:lnTo>
                  <a:pt x="20114" y="10685"/>
                </a:lnTo>
                <a:lnTo>
                  <a:pt x="19636" y="12000"/>
                </a:lnTo>
                <a:lnTo>
                  <a:pt x="18378" y="12859"/>
                </a:lnTo>
                <a:lnTo>
                  <a:pt x="17135" y="13589"/>
                </a:lnTo>
                <a:lnTo>
                  <a:pt x="15888" y="14213"/>
                </a:lnTo>
                <a:lnTo>
                  <a:pt x="14613" y="14755"/>
                </a:lnTo>
                <a:lnTo>
                  <a:pt x="13292" y="15245"/>
                </a:lnTo>
                <a:lnTo>
                  <a:pt x="11898" y="15703"/>
                </a:lnTo>
                <a:lnTo>
                  <a:pt x="10865" y="16248"/>
                </a:lnTo>
                <a:lnTo>
                  <a:pt x="9818" y="16800"/>
                </a:lnTo>
                <a:lnTo>
                  <a:pt x="9818" y="18386"/>
                </a:lnTo>
                <a:lnTo>
                  <a:pt x="9818" y="19982"/>
                </a:lnTo>
                <a:lnTo>
                  <a:pt x="9818" y="21600"/>
                </a:lnTo>
                <a:lnTo>
                  <a:pt x="8520" y="21600"/>
                </a:lnTo>
                <a:lnTo>
                  <a:pt x="7214" y="21600"/>
                </a:lnTo>
                <a:lnTo>
                  <a:pt x="5891" y="21600"/>
                </a:lnTo>
                <a:lnTo>
                  <a:pt x="5891" y="20014"/>
                </a:lnTo>
                <a:lnTo>
                  <a:pt x="5891" y="18418"/>
                </a:lnTo>
                <a:lnTo>
                  <a:pt x="5891" y="16800"/>
                </a:lnTo>
                <a:lnTo>
                  <a:pt x="4593" y="16800"/>
                </a:lnTo>
                <a:lnTo>
                  <a:pt x="3287" y="16800"/>
                </a:lnTo>
                <a:lnTo>
                  <a:pt x="1964" y="16800"/>
                </a:lnTo>
                <a:lnTo>
                  <a:pt x="1359" y="15014"/>
                </a:lnTo>
                <a:lnTo>
                  <a:pt x="954" y="13747"/>
                </a:lnTo>
                <a:lnTo>
                  <a:pt x="656" y="12653"/>
                </a:lnTo>
                <a:lnTo>
                  <a:pt x="369" y="11386"/>
                </a:lnTo>
                <a:lnTo>
                  <a:pt x="0" y="9600"/>
                </a:lnTo>
                <a:lnTo>
                  <a:pt x="1296" y="9600"/>
                </a:lnTo>
                <a:lnTo>
                  <a:pt x="2594" y="9600"/>
                </a:lnTo>
                <a:lnTo>
                  <a:pt x="3892" y="9600"/>
                </a:lnTo>
                <a:lnTo>
                  <a:pt x="5194" y="9600"/>
                </a:lnTo>
                <a:lnTo>
                  <a:pt x="6500" y="9600"/>
                </a:lnTo>
                <a:lnTo>
                  <a:pt x="7811" y="9600"/>
                </a:lnTo>
                <a:lnTo>
                  <a:pt x="9127" y="9600"/>
                </a:lnTo>
                <a:lnTo>
                  <a:pt x="10450" y="9600"/>
                </a:lnTo>
                <a:lnTo>
                  <a:pt x="11782" y="9600"/>
                </a:lnTo>
                <a:lnTo>
                  <a:pt x="11782" y="8016"/>
                </a:lnTo>
                <a:lnTo>
                  <a:pt x="11782" y="6430"/>
                </a:lnTo>
                <a:lnTo>
                  <a:pt x="11782" y="4836"/>
                </a:lnTo>
                <a:lnTo>
                  <a:pt x="11782" y="3235"/>
                </a:lnTo>
                <a:lnTo>
                  <a:pt x="11782" y="1625"/>
                </a:lnTo>
                <a:lnTo>
                  <a:pt x="11782" y="0"/>
                </a:lnTo>
                <a:close/>
              </a:path>
            </a:pathLst>
          </a:custGeom>
          <a:solidFill>
            <a:srgbClr val="1C1A18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6" name="contour_05534"/>
          <p:cNvSpPr/>
          <p:nvPr/>
        </p:nvSpPr>
        <p:spPr>
          <a:xfrm>
            <a:off x="1787194" y="4212459"/>
            <a:ext cx="8161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54" y="0"/>
                </a:moveTo>
                <a:lnTo>
                  <a:pt x="8866" y="1287"/>
                </a:lnTo>
                <a:lnTo>
                  <a:pt x="9740" y="2201"/>
                </a:lnTo>
                <a:lnTo>
                  <a:pt x="10178" y="3180"/>
                </a:lnTo>
                <a:lnTo>
                  <a:pt x="10487" y="4657"/>
                </a:lnTo>
                <a:lnTo>
                  <a:pt x="10552" y="5378"/>
                </a:lnTo>
                <a:lnTo>
                  <a:pt x="10751" y="7560"/>
                </a:lnTo>
                <a:lnTo>
                  <a:pt x="10959" y="9290"/>
                </a:lnTo>
                <a:lnTo>
                  <a:pt x="11156" y="10431"/>
                </a:lnTo>
                <a:lnTo>
                  <a:pt x="11451" y="11485"/>
                </a:lnTo>
                <a:lnTo>
                  <a:pt x="11956" y="12960"/>
                </a:lnTo>
                <a:lnTo>
                  <a:pt x="13133" y="13524"/>
                </a:lnTo>
                <a:lnTo>
                  <a:pt x="14305" y="13977"/>
                </a:lnTo>
                <a:lnTo>
                  <a:pt x="15480" y="14334"/>
                </a:lnTo>
                <a:lnTo>
                  <a:pt x="16662" y="14604"/>
                </a:lnTo>
                <a:lnTo>
                  <a:pt x="17860" y="14807"/>
                </a:lnTo>
                <a:lnTo>
                  <a:pt x="19079" y="14949"/>
                </a:lnTo>
                <a:lnTo>
                  <a:pt x="20323" y="15051"/>
                </a:lnTo>
                <a:lnTo>
                  <a:pt x="21600" y="15120"/>
                </a:lnTo>
                <a:lnTo>
                  <a:pt x="21218" y="16403"/>
                </a:lnTo>
                <a:lnTo>
                  <a:pt x="20834" y="17690"/>
                </a:lnTo>
                <a:lnTo>
                  <a:pt x="20450" y="18982"/>
                </a:lnTo>
                <a:lnTo>
                  <a:pt x="20063" y="20285"/>
                </a:lnTo>
                <a:lnTo>
                  <a:pt x="19671" y="21600"/>
                </a:lnTo>
                <a:lnTo>
                  <a:pt x="17127" y="21168"/>
                </a:lnTo>
                <a:lnTo>
                  <a:pt x="15065" y="20805"/>
                </a:lnTo>
                <a:lnTo>
                  <a:pt x="13414" y="20477"/>
                </a:lnTo>
                <a:lnTo>
                  <a:pt x="12091" y="20161"/>
                </a:lnTo>
                <a:lnTo>
                  <a:pt x="11025" y="19824"/>
                </a:lnTo>
                <a:lnTo>
                  <a:pt x="10132" y="19442"/>
                </a:lnTo>
                <a:lnTo>
                  <a:pt x="9337" y="18984"/>
                </a:lnTo>
                <a:lnTo>
                  <a:pt x="8566" y="18423"/>
                </a:lnTo>
                <a:lnTo>
                  <a:pt x="7736" y="17729"/>
                </a:lnTo>
                <a:lnTo>
                  <a:pt x="6772" y="16874"/>
                </a:lnTo>
                <a:lnTo>
                  <a:pt x="6400" y="16617"/>
                </a:lnTo>
                <a:lnTo>
                  <a:pt x="5744" y="16161"/>
                </a:lnTo>
                <a:lnTo>
                  <a:pt x="4241" y="15120"/>
                </a:lnTo>
                <a:lnTo>
                  <a:pt x="3007" y="16340"/>
                </a:lnTo>
                <a:lnTo>
                  <a:pt x="2193" y="17198"/>
                </a:lnTo>
                <a:lnTo>
                  <a:pt x="1441" y="18096"/>
                </a:lnTo>
                <a:lnTo>
                  <a:pt x="384" y="19440"/>
                </a:lnTo>
                <a:lnTo>
                  <a:pt x="233" y="16513"/>
                </a:lnTo>
                <a:lnTo>
                  <a:pt x="116" y="14057"/>
                </a:lnTo>
                <a:lnTo>
                  <a:pt x="37" y="12012"/>
                </a:lnTo>
                <a:lnTo>
                  <a:pt x="0" y="10318"/>
                </a:lnTo>
                <a:lnTo>
                  <a:pt x="14" y="8919"/>
                </a:lnTo>
                <a:lnTo>
                  <a:pt x="83" y="7750"/>
                </a:lnTo>
                <a:lnTo>
                  <a:pt x="212" y="6754"/>
                </a:lnTo>
                <a:lnTo>
                  <a:pt x="407" y="5873"/>
                </a:lnTo>
                <a:lnTo>
                  <a:pt x="673" y="5046"/>
                </a:lnTo>
                <a:lnTo>
                  <a:pt x="1015" y="4214"/>
                </a:lnTo>
                <a:lnTo>
                  <a:pt x="1439" y="3316"/>
                </a:lnTo>
                <a:lnTo>
                  <a:pt x="1950" y="2294"/>
                </a:lnTo>
                <a:lnTo>
                  <a:pt x="3094" y="1175"/>
                </a:lnTo>
                <a:lnTo>
                  <a:pt x="3940" y="495"/>
                </a:lnTo>
                <a:lnTo>
                  <a:pt x="4747" y="147"/>
                </a:lnTo>
                <a:lnTo>
                  <a:pt x="5767" y="17"/>
                </a:lnTo>
                <a:lnTo>
                  <a:pt x="7254" y="0"/>
                </a:lnTo>
                <a:close/>
              </a:path>
            </a:pathLst>
          </a:custGeom>
          <a:solidFill>
            <a:srgbClr val="9485B5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7" name="contour_05535"/>
          <p:cNvSpPr/>
          <p:nvPr/>
        </p:nvSpPr>
        <p:spPr>
          <a:xfrm>
            <a:off x="11525394" y="3520865"/>
            <a:ext cx="167624" cy="648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38" y="809"/>
                </a:moveTo>
                <a:lnTo>
                  <a:pt x="21217" y="1486"/>
                </a:lnTo>
                <a:lnTo>
                  <a:pt x="21600" y="2173"/>
                </a:lnTo>
                <a:lnTo>
                  <a:pt x="20991" y="3111"/>
                </a:lnTo>
                <a:lnTo>
                  <a:pt x="20386" y="4026"/>
                </a:lnTo>
                <a:lnTo>
                  <a:pt x="19786" y="4925"/>
                </a:lnTo>
                <a:lnTo>
                  <a:pt x="19188" y="5799"/>
                </a:lnTo>
                <a:lnTo>
                  <a:pt x="18595" y="6656"/>
                </a:lnTo>
                <a:lnTo>
                  <a:pt x="18004" y="7489"/>
                </a:lnTo>
                <a:lnTo>
                  <a:pt x="17415" y="8302"/>
                </a:lnTo>
                <a:lnTo>
                  <a:pt x="16828" y="9094"/>
                </a:lnTo>
                <a:lnTo>
                  <a:pt x="16243" y="9861"/>
                </a:lnTo>
                <a:lnTo>
                  <a:pt x="15658" y="10609"/>
                </a:lnTo>
                <a:lnTo>
                  <a:pt x="15074" y="11335"/>
                </a:lnTo>
                <a:lnTo>
                  <a:pt x="14491" y="12040"/>
                </a:lnTo>
                <a:lnTo>
                  <a:pt x="13906" y="12720"/>
                </a:lnTo>
                <a:lnTo>
                  <a:pt x="13321" y="13378"/>
                </a:lnTo>
                <a:lnTo>
                  <a:pt x="12734" y="14011"/>
                </a:lnTo>
                <a:lnTo>
                  <a:pt x="12145" y="14623"/>
                </a:lnTo>
                <a:lnTo>
                  <a:pt x="11554" y="15213"/>
                </a:lnTo>
                <a:lnTo>
                  <a:pt x="10961" y="15779"/>
                </a:lnTo>
                <a:lnTo>
                  <a:pt x="10364" y="16321"/>
                </a:lnTo>
                <a:lnTo>
                  <a:pt x="9763" y="16838"/>
                </a:lnTo>
                <a:lnTo>
                  <a:pt x="9158" y="17331"/>
                </a:lnTo>
                <a:lnTo>
                  <a:pt x="8550" y="17800"/>
                </a:lnTo>
                <a:lnTo>
                  <a:pt x="7935" y="18244"/>
                </a:lnTo>
                <a:lnTo>
                  <a:pt x="7315" y="18664"/>
                </a:lnTo>
                <a:lnTo>
                  <a:pt x="6689" y="19060"/>
                </a:lnTo>
                <a:lnTo>
                  <a:pt x="6057" y="19429"/>
                </a:lnTo>
                <a:lnTo>
                  <a:pt x="5418" y="19774"/>
                </a:lnTo>
                <a:lnTo>
                  <a:pt x="4772" y="20094"/>
                </a:lnTo>
                <a:lnTo>
                  <a:pt x="4117" y="20388"/>
                </a:lnTo>
                <a:lnTo>
                  <a:pt x="3454" y="20655"/>
                </a:lnTo>
                <a:lnTo>
                  <a:pt x="2783" y="20898"/>
                </a:lnTo>
                <a:lnTo>
                  <a:pt x="2103" y="21112"/>
                </a:lnTo>
                <a:lnTo>
                  <a:pt x="1412" y="21301"/>
                </a:lnTo>
                <a:lnTo>
                  <a:pt x="712" y="21464"/>
                </a:lnTo>
                <a:lnTo>
                  <a:pt x="0" y="21600"/>
                </a:lnTo>
                <a:lnTo>
                  <a:pt x="374" y="19888"/>
                </a:lnTo>
                <a:lnTo>
                  <a:pt x="735" y="18373"/>
                </a:lnTo>
                <a:lnTo>
                  <a:pt x="1100" y="17037"/>
                </a:lnTo>
                <a:lnTo>
                  <a:pt x="1486" y="15862"/>
                </a:lnTo>
                <a:lnTo>
                  <a:pt x="1909" y="14825"/>
                </a:lnTo>
                <a:lnTo>
                  <a:pt x="2387" y="13912"/>
                </a:lnTo>
                <a:lnTo>
                  <a:pt x="2935" y="13098"/>
                </a:lnTo>
                <a:lnTo>
                  <a:pt x="3572" y="12367"/>
                </a:lnTo>
                <a:lnTo>
                  <a:pt x="4312" y="11700"/>
                </a:lnTo>
                <a:lnTo>
                  <a:pt x="4777" y="11369"/>
                </a:lnTo>
                <a:lnTo>
                  <a:pt x="5251" y="11034"/>
                </a:lnTo>
                <a:lnTo>
                  <a:pt x="5738" y="10653"/>
                </a:lnTo>
                <a:lnTo>
                  <a:pt x="6233" y="10265"/>
                </a:lnTo>
                <a:lnTo>
                  <a:pt x="6852" y="9789"/>
                </a:lnTo>
                <a:lnTo>
                  <a:pt x="7472" y="9320"/>
                </a:lnTo>
                <a:lnTo>
                  <a:pt x="8092" y="8859"/>
                </a:lnTo>
                <a:lnTo>
                  <a:pt x="8712" y="8400"/>
                </a:lnTo>
                <a:lnTo>
                  <a:pt x="9334" y="7941"/>
                </a:lnTo>
                <a:lnTo>
                  <a:pt x="9852" y="7545"/>
                </a:lnTo>
                <a:lnTo>
                  <a:pt x="10371" y="7147"/>
                </a:lnTo>
                <a:lnTo>
                  <a:pt x="10889" y="6746"/>
                </a:lnTo>
                <a:lnTo>
                  <a:pt x="11409" y="6348"/>
                </a:lnTo>
                <a:lnTo>
                  <a:pt x="12045" y="5857"/>
                </a:lnTo>
                <a:lnTo>
                  <a:pt x="12683" y="5371"/>
                </a:lnTo>
                <a:lnTo>
                  <a:pt x="13321" y="4886"/>
                </a:lnTo>
                <a:lnTo>
                  <a:pt x="13958" y="4403"/>
                </a:lnTo>
                <a:lnTo>
                  <a:pt x="14597" y="3924"/>
                </a:lnTo>
                <a:lnTo>
                  <a:pt x="15236" y="3446"/>
                </a:lnTo>
                <a:lnTo>
                  <a:pt x="15777" y="3026"/>
                </a:lnTo>
                <a:lnTo>
                  <a:pt x="16318" y="2593"/>
                </a:lnTo>
                <a:lnTo>
                  <a:pt x="16856" y="2147"/>
                </a:lnTo>
                <a:lnTo>
                  <a:pt x="17394" y="1688"/>
                </a:lnTo>
                <a:lnTo>
                  <a:pt x="17929" y="1214"/>
                </a:lnTo>
                <a:lnTo>
                  <a:pt x="18463" y="726"/>
                </a:lnTo>
                <a:lnTo>
                  <a:pt x="19208" y="175"/>
                </a:lnTo>
                <a:lnTo>
                  <a:pt x="19704" y="0"/>
                </a:lnTo>
                <a:lnTo>
                  <a:pt x="20173" y="209"/>
                </a:lnTo>
                <a:lnTo>
                  <a:pt x="20838" y="809"/>
                </a:lnTo>
                <a:close/>
              </a:path>
            </a:pathLst>
          </a:custGeom>
          <a:solidFill>
            <a:srgbClr val="E0E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8" name="contour_05536"/>
          <p:cNvSpPr/>
          <p:nvPr/>
        </p:nvSpPr>
        <p:spPr>
          <a:xfrm>
            <a:off x="7218198" y="3380600"/>
            <a:ext cx="123896" cy="593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4"/>
                </a:moveTo>
                <a:lnTo>
                  <a:pt x="20935" y="1868"/>
                </a:lnTo>
                <a:lnTo>
                  <a:pt x="20287" y="3253"/>
                </a:lnTo>
                <a:lnTo>
                  <a:pt x="19647" y="4534"/>
                </a:lnTo>
                <a:lnTo>
                  <a:pt x="19004" y="5718"/>
                </a:lnTo>
                <a:lnTo>
                  <a:pt x="18351" y="6816"/>
                </a:lnTo>
                <a:lnTo>
                  <a:pt x="17678" y="7832"/>
                </a:lnTo>
                <a:lnTo>
                  <a:pt x="16975" y="8777"/>
                </a:lnTo>
                <a:lnTo>
                  <a:pt x="16233" y="9655"/>
                </a:lnTo>
                <a:lnTo>
                  <a:pt x="15444" y="10478"/>
                </a:lnTo>
                <a:lnTo>
                  <a:pt x="14597" y="11250"/>
                </a:lnTo>
                <a:lnTo>
                  <a:pt x="13684" y="11982"/>
                </a:lnTo>
                <a:lnTo>
                  <a:pt x="13199" y="12805"/>
                </a:lnTo>
                <a:lnTo>
                  <a:pt x="12706" y="13640"/>
                </a:lnTo>
                <a:lnTo>
                  <a:pt x="12637" y="15694"/>
                </a:lnTo>
                <a:lnTo>
                  <a:pt x="12603" y="17135"/>
                </a:lnTo>
                <a:lnTo>
                  <a:pt x="12603" y="18344"/>
                </a:lnTo>
                <a:lnTo>
                  <a:pt x="12637" y="19706"/>
                </a:lnTo>
                <a:lnTo>
                  <a:pt x="12706" y="21600"/>
                </a:lnTo>
                <a:lnTo>
                  <a:pt x="11742" y="21390"/>
                </a:lnTo>
                <a:lnTo>
                  <a:pt x="10813" y="21152"/>
                </a:lnTo>
                <a:lnTo>
                  <a:pt x="9918" y="20878"/>
                </a:lnTo>
                <a:lnTo>
                  <a:pt x="9054" y="20565"/>
                </a:lnTo>
                <a:lnTo>
                  <a:pt x="8218" y="20202"/>
                </a:lnTo>
                <a:lnTo>
                  <a:pt x="7406" y="19783"/>
                </a:lnTo>
                <a:lnTo>
                  <a:pt x="6617" y="19300"/>
                </a:lnTo>
                <a:lnTo>
                  <a:pt x="5846" y="18748"/>
                </a:lnTo>
                <a:lnTo>
                  <a:pt x="5091" y="18122"/>
                </a:lnTo>
                <a:lnTo>
                  <a:pt x="4348" y="17408"/>
                </a:lnTo>
                <a:lnTo>
                  <a:pt x="3616" y="16607"/>
                </a:lnTo>
                <a:lnTo>
                  <a:pt x="2891" y="15705"/>
                </a:lnTo>
                <a:lnTo>
                  <a:pt x="2169" y="14702"/>
                </a:lnTo>
                <a:lnTo>
                  <a:pt x="1450" y="13585"/>
                </a:lnTo>
                <a:lnTo>
                  <a:pt x="727" y="12348"/>
                </a:lnTo>
                <a:lnTo>
                  <a:pt x="0" y="10987"/>
                </a:lnTo>
                <a:lnTo>
                  <a:pt x="628" y="11048"/>
                </a:lnTo>
                <a:lnTo>
                  <a:pt x="1260" y="11109"/>
                </a:lnTo>
                <a:lnTo>
                  <a:pt x="1901" y="11173"/>
                </a:lnTo>
                <a:lnTo>
                  <a:pt x="2715" y="11221"/>
                </a:lnTo>
                <a:lnTo>
                  <a:pt x="3536" y="11268"/>
                </a:lnTo>
                <a:lnTo>
                  <a:pt x="4368" y="11319"/>
                </a:lnTo>
                <a:lnTo>
                  <a:pt x="4729" y="11348"/>
                </a:lnTo>
                <a:lnTo>
                  <a:pt x="5366" y="11396"/>
                </a:lnTo>
                <a:lnTo>
                  <a:pt x="6824" y="11504"/>
                </a:lnTo>
                <a:lnTo>
                  <a:pt x="7129" y="11427"/>
                </a:lnTo>
                <a:lnTo>
                  <a:pt x="7665" y="11295"/>
                </a:lnTo>
                <a:lnTo>
                  <a:pt x="8894" y="10987"/>
                </a:lnTo>
                <a:lnTo>
                  <a:pt x="9377" y="9504"/>
                </a:lnTo>
                <a:lnTo>
                  <a:pt x="9670" y="8456"/>
                </a:lnTo>
                <a:lnTo>
                  <a:pt x="9893" y="7349"/>
                </a:lnTo>
                <a:lnTo>
                  <a:pt x="10165" y="5681"/>
                </a:lnTo>
                <a:lnTo>
                  <a:pt x="10955" y="4253"/>
                </a:lnTo>
                <a:lnTo>
                  <a:pt x="11752" y="3075"/>
                </a:lnTo>
                <a:lnTo>
                  <a:pt x="12555" y="2125"/>
                </a:lnTo>
                <a:lnTo>
                  <a:pt x="13370" y="1382"/>
                </a:lnTo>
                <a:lnTo>
                  <a:pt x="14198" y="825"/>
                </a:lnTo>
                <a:lnTo>
                  <a:pt x="15041" y="430"/>
                </a:lnTo>
                <a:lnTo>
                  <a:pt x="15904" y="175"/>
                </a:lnTo>
                <a:lnTo>
                  <a:pt x="16786" y="40"/>
                </a:lnTo>
                <a:lnTo>
                  <a:pt x="17693" y="0"/>
                </a:lnTo>
                <a:lnTo>
                  <a:pt x="18624" y="34"/>
                </a:lnTo>
                <a:lnTo>
                  <a:pt x="19585" y="125"/>
                </a:lnTo>
                <a:lnTo>
                  <a:pt x="20576" y="244"/>
                </a:lnTo>
                <a:lnTo>
                  <a:pt x="21600" y="374"/>
                </a:lnTo>
                <a:close/>
              </a:path>
            </a:pathLst>
          </a:custGeom>
          <a:solidFill>
            <a:srgbClr val="B8CEDA"/>
          </a:solidFill>
          <a:ln>
            <a:noFill/>
          </a:ln>
        </p:spPr>
        <p:txBody>
          <a:bodyPr/>
          <a:lstStyle/>
          <a:p/>
        </p:txBody>
      </p:sp>
      <p:sp>
        <p:nvSpPr>
          <p:cNvPr id="5539" name="contour_05537"/>
          <p:cNvSpPr/>
          <p:nvPr/>
        </p:nvSpPr>
        <p:spPr>
          <a:xfrm>
            <a:off x="7866830" y="3358168"/>
            <a:ext cx="109320" cy="620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60" y="238"/>
                </a:moveTo>
                <a:lnTo>
                  <a:pt x="11274" y="274"/>
                </a:lnTo>
                <a:lnTo>
                  <a:pt x="12302" y="307"/>
                </a:lnTo>
                <a:lnTo>
                  <a:pt x="13298" y="345"/>
                </a:lnTo>
                <a:lnTo>
                  <a:pt x="14293" y="391"/>
                </a:lnTo>
                <a:lnTo>
                  <a:pt x="15290" y="441"/>
                </a:lnTo>
                <a:lnTo>
                  <a:pt x="16285" y="495"/>
                </a:lnTo>
                <a:lnTo>
                  <a:pt x="17280" y="556"/>
                </a:lnTo>
                <a:lnTo>
                  <a:pt x="17042" y="2230"/>
                </a:lnTo>
                <a:lnTo>
                  <a:pt x="16805" y="3907"/>
                </a:lnTo>
                <a:lnTo>
                  <a:pt x="16566" y="5591"/>
                </a:lnTo>
                <a:lnTo>
                  <a:pt x="16325" y="7283"/>
                </a:lnTo>
                <a:lnTo>
                  <a:pt x="16083" y="8985"/>
                </a:lnTo>
                <a:lnTo>
                  <a:pt x="15840" y="10702"/>
                </a:lnTo>
                <a:lnTo>
                  <a:pt x="16792" y="10702"/>
                </a:lnTo>
                <a:lnTo>
                  <a:pt x="17749" y="10702"/>
                </a:lnTo>
                <a:lnTo>
                  <a:pt x="18720" y="10702"/>
                </a:lnTo>
                <a:lnTo>
                  <a:pt x="19259" y="12029"/>
                </a:lnTo>
                <a:lnTo>
                  <a:pt x="19606" y="13001"/>
                </a:lnTo>
                <a:lnTo>
                  <a:pt x="19917" y="14091"/>
                </a:lnTo>
                <a:lnTo>
                  <a:pt x="20340" y="15776"/>
                </a:lnTo>
                <a:lnTo>
                  <a:pt x="20703" y="17191"/>
                </a:lnTo>
                <a:lnTo>
                  <a:pt x="21072" y="18630"/>
                </a:lnTo>
                <a:lnTo>
                  <a:pt x="21334" y="19730"/>
                </a:lnTo>
                <a:lnTo>
                  <a:pt x="21600" y="20849"/>
                </a:lnTo>
                <a:lnTo>
                  <a:pt x="20544" y="21143"/>
                </a:lnTo>
                <a:lnTo>
                  <a:pt x="19511" y="21384"/>
                </a:lnTo>
                <a:lnTo>
                  <a:pt x="18492" y="21547"/>
                </a:lnTo>
                <a:lnTo>
                  <a:pt x="17480" y="21600"/>
                </a:lnTo>
                <a:lnTo>
                  <a:pt x="16465" y="21519"/>
                </a:lnTo>
                <a:lnTo>
                  <a:pt x="15441" y="21278"/>
                </a:lnTo>
                <a:lnTo>
                  <a:pt x="14400" y="20849"/>
                </a:lnTo>
                <a:lnTo>
                  <a:pt x="14201" y="19216"/>
                </a:lnTo>
                <a:lnTo>
                  <a:pt x="14098" y="18026"/>
                </a:lnTo>
                <a:lnTo>
                  <a:pt x="14056" y="16704"/>
                </a:lnTo>
                <a:lnTo>
                  <a:pt x="14040" y="14667"/>
                </a:lnTo>
                <a:lnTo>
                  <a:pt x="13938" y="12592"/>
                </a:lnTo>
                <a:lnTo>
                  <a:pt x="13792" y="11222"/>
                </a:lnTo>
                <a:lnTo>
                  <a:pt x="13500" y="9951"/>
                </a:lnTo>
                <a:lnTo>
                  <a:pt x="12960" y="8166"/>
                </a:lnTo>
                <a:lnTo>
                  <a:pt x="12015" y="7610"/>
                </a:lnTo>
                <a:lnTo>
                  <a:pt x="11053" y="7146"/>
                </a:lnTo>
                <a:lnTo>
                  <a:pt x="10074" y="6768"/>
                </a:lnTo>
                <a:lnTo>
                  <a:pt x="9082" y="6464"/>
                </a:lnTo>
                <a:lnTo>
                  <a:pt x="8078" y="6225"/>
                </a:lnTo>
                <a:lnTo>
                  <a:pt x="7068" y="6045"/>
                </a:lnTo>
                <a:lnTo>
                  <a:pt x="6051" y="5913"/>
                </a:lnTo>
                <a:lnTo>
                  <a:pt x="5033" y="5822"/>
                </a:lnTo>
                <a:lnTo>
                  <a:pt x="4015" y="5758"/>
                </a:lnTo>
                <a:lnTo>
                  <a:pt x="3000" y="5718"/>
                </a:lnTo>
                <a:lnTo>
                  <a:pt x="1990" y="5687"/>
                </a:lnTo>
                <a:lnTo>
                  <a:pt x="989" y="5662"/>
                </a:lnTo>
                <a:lnTo>
                  <a:pt x="0" y="5629"/>
                </a:lnTo>
                <a:lnTo>
                  <a:pt x="740" y="3965"/>
                </a:lnTo>
                <a:lnTo>
                  <a:pt x="1516" y="2653"/>
                </a:lnTo>
                <a:lnTo>
                  <a:pt x="2331" y="1656"/>
                </a:lnTo>
                <a:lnTo>
                  <a:pt x="3184" y="936"/>
                </a:lnTo>
                <a:lnTo>
                  <a:pt x="4075" y="449"/>
                </a:lnTo>
                <a:lnTo>
                  <a:pt x="5005" y="157"/>
                </a:lnTo>
                <a:lnTo>
                  <a:pt x="5976" y="20"/>
                </a:lnTo>
                <a:lnTo>
                  <a:pt x="6985" y="0"/>
                </a:lnTo>
                <a:lnTo>
                  <a:pt x="8035" y="58"/>
                </a:lnTo>
                <a:lnTo>
                  <a:pt x="9127" y="150"/>
                </a:lnTo>
                <a:lnTo>
                  <a:pt x="10260" y="238"/>
                </a:lnTo>
                <a:close/>
              </a:path>
            </a:pathLst>
          </a:custGeom>
          <a:solidFill>
            <a:srgbClr val="C7D7E0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0" name="contour_05538"/>
          <p:cNvSpPr/>
          <p:nvPr/>
        </p:nvSpPr>
        <p:spPr>
          <a:xfrm>
            <a:off x="8610205" y="3359764"/>
            <a:ext cx="6044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21" y="0"/>
                </a:lnTo>
                <a:lnTo>
                  <a:pt x="3453" y="0"/>
                </a:lnTo>
                <a:lnTo>
                  <a:pt x="5209" y="0"/>
                </a:lnTo>
                <a:lnTo>
                  <a:pt x="5209" y="1298"/>
                </a:lnTo>
                <a:lnTo>
                  <a:pt x="5209" y="2604"/>
                </a:lnTo>
                <a:lnTo>
                  <a:pt x="5209" y="3927"/>
                </a:lnTo>
                <a:lnTo>
                  <a:pt x="6860" y="4363"/>
                </a:lnTo>
                <a:lnTo>
                  <a:pt x="8071" y="4622"/>
                </a:lnTo>
                <a:lnTo>
                  <a:pt x="9438" y="4811"/>
                </a:lnTo>
                <a:lnTo>
                  <a:pt x="11558" y="5031"/>
                </a:lnTo>
                <a:lnTo>
                  <a:pt x="14279" y="5325"/>
                </a:lnTo>
                <a:lnTo>
                  <a:pt x="16188" y="5587"/>
                </a:lnTo>
                <a:lnTo>
                  <a:pt x="17540" y="5891"/>
                </a:lnTo>
                <a:lnTo>
                  <a:pt x="18592" y="6319"/>
                </a:lnTo>
                <a:lnTo>
                  <a:pt x="19605" y="6947"/>
                </a:lnTo>
                <a:lnTo>
                  <a:pt x="20834" y="7855"/>
                </a:lnTo>
                <a:lnTo>
                  <a:pt x="21194" y="9286"/>
                </a:lnTo>
                <a:lnTo>
                  <a:pt x="21444" y="10690"/>
                </a:lnTo>
                <a:lnTo>
                  <a:pt x="21582" y="12078"/>
                </a:lnTo>
                <a:lnTo>
                  <a:pt x="21600" y="13461"/>
                </a:lnTo>
                <a:lnTo>
                  <a:pt x="21485" y="14847"/>
                </a:lnTo>
                <a:lnTo>
                  <a:pt x="21233" y="16247"/>
                </a:lnTo>
                <a:lnTo>
                  <a:pt x="20834" y="17673"/>
                </a:lnTo>
                <a:lnTo>
                  <a:pt x="19472" y="18492"/>
                </a:lnTo>
                <a:lnTo>
                  <a:pt x="18084" y="19195"/>
                </a:lnTo>
                <a:lnTo>
                  <a:pt x="16660" y="19799"/>
                </a:lnTo>
                <a:lnTo>
                  <a:pt x="15188" y="20326"/>
                </a:lnTo>
                <a:lnTo>
                  <a:pt x="13665" y="20789"/>
                </a:lnTo>
                <a:lnTo>
                  <a:pt x="12079" y="21209"/>
                </a:lnTo>
                <a:lnTo>
                  <a:pt x="10417" y="21600"/>
                </a:lnTo>
                <a:lnTo>
                  <a:pt x="9394" y="20261"/>
                </a:lnTo>
                <a:lnTo>
                  <a:pt x="8485" y="18977"/>
                </a:lnTo>
                <a:lnTo>
                  <a:pt x="7690" y="17732"/>
                </a:lnTo>
                <a:lnTo>
                  <a:pt x="7008" y="16510"/>
                </a:lnTo>
                <a:lnTo>
                  <a:pt x="6433" y="15301"/>
                </a:lnTo>
                <a:lnTo>
                  <a:pt x="5961" y="14085"/>
                </a:lnTo>
                <a:lnTo>
                  <a:pt x="5594" y="12852"/>
                </a:lnTo>
                <a:lnTo>
                  <a:pt x="5328" y="11583"/>
                </a:lnTo>
                <a:lnTo>
                  <a:pt x="5159" y="10268"/>
                </a:lnTo>
                <a:lnTo>
                  <a:pt x="5084" y="8891"/>
                </a:lnTo>
                <a:lnTo>
                  <a:pt x="5102" y="7436"/>
                </a:lnTo>
                <a:lnTo>
                  <a:pt x="5209" y="5891"/>
                </a:lnTo>
                <a:lnTo>
                  <a:pt x="3487" y="5891"/>
                </a:lnTo>
                <a:lnTo>
                  <a:pt x="1755" y="5891"/>
                </a:lnTo>
                <a:lnTo>
                  <a:pt x="0" y="5891"/>
                </a:lnTo>
                <a:lnTo>
                  <a:pt x="0" y="4725"/>
                </a:lnTo>
                <a:lnTo>
                  <a:pt x="0" y="3554"/>
                </a:lnTo>
                <a:lnTo>
                  <a:pt x="0" y="2380"/>
                </a:lnTo>
                <a:lnTo>
                  <a:pt x="0" y="1196"/>
                </a:lnTo>
                <a:lnTo>
                  <a:pt x="0" y="0"/>
                </a:lnTo>
                <a:close/>
              </a:path>
            </a:pathLst>
          </a:custGeom>
          <a:solidFill>
            <a:srgbClr val="A3B8C2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1" name="contour_05539"/>
          <p:cNvSpPr/>
          <p:nvPr/>
        </p:nvSpPr>
        <p:spPr>
          <a:xfrm>
            <a:off x="11620145" y="3328929"/>
            <a:ext cx="58304" cy="1110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61"/>
                </a:moveTo>
                <a:lnTo>
                  <a:pt x="12250" y="41"/>
                </a:lnTo>
                <a:lnTo>
                  <a:pt x="13708" y="21"/>
                </a:lnTo>
                <a:lnTo>
                  <a:pt x="15188" y="0"/>
                </a:lnTo>
                <a:lnTo>
                  <a:pt x="16111" y="82"/>
                </a:lnTo>
                <a:lnTo>
                  <a:pt x="18900" y="328"/>
                </a:lnTo>
                <a:lnTo>
                  <a:pt x="19988" y="1178"/>
                </a:lnTo>
                <a:lnTo>
                  <a:pt x="20631" y="1759"/>
                </a:lnTo>
                <a:lnTo>
                  <a:pt x="21084" y="2331"/>
                </a:lnTo>
                <a:lnTo>
                  <a:pt x="21600" y="3164"/>
                </a:lnTo>
                <a:lnTo>
                  <a:pt x="19996" y="3164"/>
                </a:lnTo>
                <a:lnTo>
                  <a:pt x="18387" y="3164"/>
                </a:lnTo>
                <a:lnTo>
                  <a:pt x="16772" y="3164"/>
                </a:lnTo>
                <a:lnTo>
                  <a:pt x="15144" y="3164"/>
                </a:lnTo>
                <a:lnTo>
                  <a:pt x="13500" y="3164"/>
                </a:lnTo>
                <a:lnTo>
                  <a:pt x="13541" y="3470"/>
                </a:lnTo>
                <a:lnTo>
                  <a:pt x="13670" y="4398"/>
                </a:lnTo>
                <a:lnTo>
                  <a:pt x="13775" y="5329"/>
                </a:lnTo>
                <a:lnTo>
                  <a:pt x="13870" y="6261"/>
                </a:lnTo>
                <a:lnTo>
                  <a:pt x="13956" y="7193"/>
                </a:lnTo>
                <a:lnTo>
                  <a:pt x="14035" y="8125"/>
                </a:lnTo>
                <a:lnTo>
                  <a:pt x="14105" y="9056"/>
                </a:lnTo>
                <a:lnTo>
                  <a:pt x="14175" y="9988"/>
                </a:lnTo>
                <a:lnTo>
                  <a:pt x="14313" y="10952"/>
                </a:lnTo>
                <a:lnTo>
                  <a:pt x="14450" y="11931"/>
                </a:lnTo>
                <a:lnTo>
                  <a:pt x="14537" y="13684"/>
                </a:lnTo>
                <a:lnTo>
                  <a:pt x="14531" y="14979"/>
                </a:lnTo>
                <a:lnTo>
                  <a:pt x="14375" y="15934"/>
                </a:lnTo>
                <a:lnTo>
                  <a:pt x="14008" y="16670"/>
                </a:lnTo>
                <a:lnTo>
                  <a:pt x="13370" y="17307"/>
                </a:lnTo>
                <a:lnTo>
                  <a:pt x="12404" y="17961"/>
                </a:lnTo>
                <a:lnTo>
                  <a:pt x="11048" y="18754"/>
                </a:lnTo>
                <a:lnTo>
                  <a:pt x="9698" y="19276"/>
                </a:lnTo>
                <a:lnTo>
                  <a:pt x="8340" y="19776"/>
                </a:lnTo>
                <a:lnTo>
                  <a:pt x="6971" y="20257"/>
                </a:lnTo>
                <a:lnTo>
                  <a:pt x="5581" y="20721"/>
                </a:lnTo>
                <a:lnTo>
                  <a:pt x="4158" y="21167"/>
                </a:lnTo>
                <a:lnTo>
                  <a:pt x="2700" y="21600"/>
                </a:lnTo>
                <a:lnTo>
                  <a:pt x="2538" y="20587"/>
                </a:lnTo>
                <a:lnTo>
                  <a:pt x="2457" y="19860"/>
                </a:lnTo>
                <a:lnTo>
                  <a:pt x="2457" y="19213"/>
                </a:lnTo>
                <a:lnTo>
                  <a:pt x="2538" y="18443"/>
                </a:lnTo>
                <a:lnTo>
                  <a:pt x="2700" y="17346"/>
                </a:lnTo>
                <a:lnTo>
                  <a:pt x="4039" y="17038"/>
                </a:lnTo>
                <a:lnTo>
                  <a:pt x="5400" y="16724"/>
                </a:lnTo>
                <a:lnTo>
                  <a:pt x="6739" y="16329"/>
                </a:lnTo>
                <a:lnTo>
                  <a:pt x="8100" y="15927"/>
                </a:lnTo>
                <a:lnTo>
                  <a:pt x="8402" y="14920"/>
                </a:lnTo>
                <a:lnTo>
                  <a:pt x="8537" y="14206"/>
                </a:lnTo>
                <a:lnTo>
                  <a:pt x="8537" y="13444"/>
                </a:lnTo>
                <a:lnTo>
                  <a:pt x="8438" y="12294"/>
                </a:lnTo>
                <a:lnTo>
                  <a:pt x="8365" y="11323"/>
                </a:lnTo>
                <a:lnTo>
                  <a:pt x="8289" y="10337"/>
                </a:lnTo>
                <a:lnTo>
                  <a:pt x="8195" y="9592"/>
                </a:lnTo>
                <a:lnTo>
                  <a:pt x="8100" y="8837"/>
                </a:lnTo>
                <a:lnTo>
                  <a:pt x="6315" y="8837"/>
                </a:lnTo>
                <a:lnTo>
                  <a:pt x="4520" y="8837"/>
                </a:lnTo>
                <a:lnTo>
                  <a:pt x="2700" y="8837"/>
                </a:lnTo>
                <a:lnTo>
                  <a:pt x="1990" y="7939"/>
                </a:lnTo>
                <a:lnTo>
                  <a:pt x="1558" y="7278"/>
                </a:lnTo>
                <a:lnTo>
                  <a:pt x="1234" y="6533"/>
                </a:lnTo>
                <a:lnTo>
                  <a:pt x="842" y="5379"/>
                </a:lnTo>
                <a:lnTo>
                  <a:pt x="494" y="4415"/>
                </a:lnTo>
                <a:lnTo>
                  <a:pt x="138" y="3436"/>
                </a:lnTo>
                <a:lnTo>
                  <a:pt x="68" y="2598"/>
                </a:lnTo>
                <a:lnTo>
                  <a:pt x="0" y="1746"/>
                </a:lnTo>
                <a:lnTo>
                  <a:pt x="1712" y="960"/>
                </a:lnTo>
                <a:lnTo>
                  <a:pt x="3291" y="468"/>
                </a:lnTo>
                <a:lnTo>
                  <a:pt x="4863" y="200"/>
                </a:lnTo>
                <a:lnTo>
                  <a:pt x="6556" y="88"/>
                </a:lnTo>
                <a:lnTo>
                  <a:pt x="8494" y="65"/>
                </a:lnTo>
                <a:lnTo>
                  <a:pt x="10800" y="61"/>
                </a:lnTo>
                <a:close/>
              </a:path>
            </a:pathLst>
          </a:custGeom>
          <a:solidFill>
            <a:srgbClr val="A8C1D2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2" name="contour_05540"/>
          <p:cNvSpPr/>
          <p:nvPr/>
        </p:nvSpPr>
        <p:spPr>
          <a:xfrm>
            <a:off x="5396200" y="3323215"/>
            <a:ext cx="174912" cy="51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"/>
                </a:moveTo>
                <a:lnTo>
                  <a:pt x="21600" y="1573"/>
                </a:lnTo>
                <a:lnTo>
                  <a:pt x="21600" y="3125"/>
                </a:lnTo>
                <a:lnTo>
                  <a:pt x="21039" y="3837"/>
                </a:lnTo>
                <a:lnTo>
                  <a:pt x="20620" y="4314"/>
                </a:lnTo>
                <a:lnTo>
                  <a:pt x="20131" y="4779"/>
                </a:lnTo>
                <a:lnTo>
                  <a:pt x="19364" y="5447"/>
                </a:lnTo>
                <a:lnTo>
                  <a:pt x="18893" y="5853"/>
                </a:lnTo>
                <a:lnTo>
                  <a:pt x="18418" y="6263"/>
                </a:lnTo>
                <a:lnTo>
                  <a:pt x="17937" y="6679"/>
                </a:lnTo>
                <a:lnTo>
                  <a:pt x="17715" y="6863"/>
                </a:lnTo>
                <a:lnTo>
                  <a:pt x="17323" y="7190"/>
                </a:lnTo>
                <a:lnTo>
                  <a:pt x="16425" y="7935"/>
                </a:lnTo>
                <a:lnTo>
                  <a:pt x="15939" y="8363"/>
                </a:lnTo>
                <a:lnTo>
                  <a:pt x="15450" y="8794"/>
                </a:lnTo>
                <a:lnTo>
                  <a:pt x="14955" y="9228"/>
                </a:lnTo>
                <a:lnTo>
                  <a:pt x="14331" y="9755"/>
                </a:lnTo>
                <a:lnTo>
                  <a:pt x="13712" y="10263"/>
                </a:lnTo>
                <a:lnTo>
                  <a:pt x="13099" y="10740"/>
                </a:lnTo>
                <a:lnTo>
                  <a:pt x="12488" y="11177"/>
                </a:lnTo>
                <a:lnTo>
                  <a:pt x="11878" y="11562"/>
                </a:lnTo>
                <a:lnTo>
                  <a:pt x="11265" y="11885"/>
                </a:lnTo>
                <a:lnTo>
                  <a:pt x="10648" y="12138"/>
                </a:lnTo>
                <a:lnTo>
                  <a:pt x="10024" y="12304"/>
                </a:lnTo>
                <a:lnTo>
                  <a:pt x="9391" y="12381"/>
                </a:lnTo>
                <a:lnTo>
                  <a:pt x="8747" y="12350"/>
                </a:lnTo>
                <a:lnTo>
                  <a:pt x="7838" y="12390"/>
                </a:lnTo>
                <a:lnTo>
                  <a:pt x="7276" y="12615"/>
                </a:lnTo>
                <a:lnTo>
                  <a:pt x="6827" y="13216"/>
                </a:lnTo>
                <a:lnTo>
                  <a:pt x="6258" y="14383"/>
                </a:lnTo>
                <a:lnTo>
                  <a:pt x="5944" y="15673"/>
                </a:lnTo>
                <a:lnTo>
                  <a:pt x="5625" y="16981"/>
                </a:lnTo>
                <a:lnTo>
                  <a:pt x="5253" y="18509"/>
                </a:lnTo>
                <a:lnTo>
                  <a:pt x="4879" y="20042"/>
                </a:lnTo>
                <a:lnTo>
                  <a:pt x="4500" y="21600"/>
                </a:lnTo>
                <a:lnTo>
                  <a:pt x="4469" y="20806"/>
                </a:lnTo>
                <a:lnTo>
                  <a:pt x="4435" y="19940"/>
                </a:lnTo>
                <a:lnTo>
                  <a:pt x="4382" y="18570"/>
                </a:lnTo>
                <a:lnTo>
                  <a:pt x="4292" y="16261"/>
                </a:lnTo>
                <a:lnTo>
                  <a:pt x="4148" y="12578"/>
                </a:lnTo>
                <a:lnTo>
                  <a:pt x="3778" y="10718"/>
                </a:lnTo>
                <a:lnTo>
                  <a:pt x="3349" y="9154"/>
                </a:lnTo>
                <a:lnTo>
                  <a:pt x="2869" y="7839"/>
                </a:lnTo>
                <a:lnTo>
                  <a:pt x="2346" y="6716"/>
                </a:lnTo>
                <a:lnTo>
                  <a:pt x="1790" y="5736"/>
                </a:lnTo>
                <a:lnTo>
                  <a:pt x="1208" y="4847"/>
                </a:lnTo>
                <a:lnTo>
                  <a:pt x="608" y="3994"/>
                </a:lnTo>
                <a:lnTo>
                  <a:pt x="0" y="3125"/>
                </a:lnTo>
                <a:lnTo>
                  <a:pt x="619" y="2993"/>
                </a:lnTo>
                <a:lnTo>
                  <a:pt x="1238" y="2857"/>
                </a:lnTo>
                <a:lnTo>
                  <a:pt x="1858" y="2725"/>
                </a:lnTo>
                <a:lnTo>
                  <a:pt x="2477" y="2593"/>
                </a:lnTo>
                <a:lnTo>
                  <a:pt x="3095" y="2463"/>
                </a:lnTo>
                <a:lnTo>
                  <a:pt x="3714" y="2331"/>
                </a:lnTo>
                <a:lnTo>
                  <a:pt x="4334" y="2202"/>
                </a:lnTo>
                <a:lnTo>
                  <a:pt x="4953" y="2069"/>
                </a:lnTo>
                <a:lnTo>
                  <a:pt x="5572" y="1940"/>
                </a:lnTo>
                <a:lnTo>
                  <a:pt x="6191" y="1811"/>
                </a:lnTo>
                <a:lnTo>
                  <a:pt x="6715" y="1700"/>
                </a:lnTo>
                <a:lnTo>
                  <a:pt x="7240" y="1589"/>
                </a:lnTo>
                <a:lnTo>
                  <a:pt x="7763" y="1475"/>
                </a:lnTo>
                <a:lnTo>
                  <a:pt x="8288" y="1361"/>
                </a:lnTo>
                <a:lnTo>
                  <a:pt x="8923" y="1225"/>
                </a:lnTo>
                <a:lnTo>
                  <a:pt x="9557" y="1096"/>
                </a:lnTo>
                <a:lnTo>
                  <a:pt x="10192" y="973"/>
                </a:lnTo>
                <a:lnTo>
                  <a:pt x="10825" y="856"/>
                </a:lnTo>
                <a:lnTo>
                  <a:pt x="11459" y="745"/>
                </a:lnTo>
                <a:lnTo>
                  <a:pt x="12091" y="640"/>
                </a:lnTo>
                <a:lnTo>
                  <a:pt x="12725" y="542"/>
                </a:lnTo>
                <a:lnTo>
                  <a:pt x="13358" y="453"/>
                </a:lnTo>
                <a:lnTo>
                  <a:pt x="13990" y="369"/>
                </a:lnTo>
                <a:lnTo>
                  <a:pt x="14623" y="293"/>
                </a:lnTo>
                <a:lnTo>
                  <a:pt x="15257" y="228"/>
                </a:lnTo>
                <a:lnTo>
                  <a:pt x="15889" y="166"/>
                </a:lnTo>
                <a:lnTo>
                  <a:pt x="16522" y="117"/>
                </a:lnTo>
                <a:lnTo>
                  <a:pt x="17156" y="74"/>
                </a:lnTo>
                <a:lnTo>
                  <a:pt x="17789" y="40"/>
                </a:lnTo>
                <a:lnTo>
                  <a:pt x="18424" y="18"/>
                </a:lnTo>
                <a:lnTo>
                  <a:pt x="19057" y="3"/>
                </a:lnTo>
                <a:lnTo>
                  <a:pt x="19693" y="0"/>
                </a:lnTo>
                <a:lnTo>
                  <a:pt x="20328" y="3"/>
                </a:lnTo>
                <a:lnTo>
                  <a:pt x="20964" y="18"/>
                </a:lnTo>
                <a:lnTo>
                  <a:pt x="21600" y="46"/>
                </a:lnTo>
                <a:close/>
              </a:path>
            </a:pathLst>
          </a:custGeom>
          <a:solidFill>
            <a:srgbClr val="A6C1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3" name="contour_05541"/>
          <p:cNvSpPr/>
          <p:nvPr/>
        </p:nvSpPr>
        <p:spPr>
          <a:xfrm>
            <a:off x="6809998" y="3294172"/>
            <a:ext cx="65665" cy="80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19" y="0"/>
                </a:moveTo>
                <a:lnTo>
                  <a:pt x="6327" y="374"/>
                </a:lnTo>
                <a:lnTo>
                  <a:pt x="7329" y="704"/>
                </a:lnTo>
                <a:lnTo>
                  <a:pt x="8273" y="1170"/>
                </a:lnTo>
                <a:lnTo>
                  <a:pt x="9613" y="1960"/>
                </a:lnTo>
                <a:lnTo>
                  <a:pt x="9613" y="3256"/>
                </a:lnTo>
                <a:lnTo>
                  <a:pt x="9613" y="4559"/>
                </a:lnTo>
                <a:lnTo>
                  <a:pt x="9613" y="5880"/>
                </a:lnTo>
                <a:lnTo>
                  <a:pt x="10728" y="6245"/>
                </a:lnTo>
                <a:lnTo>
                  <a:pt x="11862" y="6615"/>
                </a:lnTo>
                <a:lnTo>
                  <a:pt x="13679" y="7540"/>
                </a:lnTo>
                <a:lnTo>
                  <a:pt x="14516" y="8305"/>
                </a:lnTo>
                <a:lnTo>
                  <a:pt x="15091" y="9563"/>
                </a:lnTo>
                <a:lnTo>
                  <a:pt x="15350" y="10608"/>
                </a:lnTo>
                <a:lnTo>
                  <a:pt x="15609" y="11653"/>
                </a:lnTo>
                <a:lnTo>
                  <a:pt x="15866" y="12699"/>
                </a:lnTo>
                <a:lnTo>
                  <a:pt x="16122" y="13744"/>
                </a:lnTo>
                <a:lnTo>
                  <a:pt x="16676" y="15000"/>
                </a:lnTo>
                <a:lnTo>
                  <a:pt x="17378" y="16082"/>
                </a:lnTo>
                <a:lnTo>
                  <a:pt x="18225" y="17039"/>
                </a:lnTo>
                <a:lnTo>
                  <a:pt x="19212" y="17913"/>
                </a:lnTo>
                <a:lnTo>
                  <a:pt x="20339" y="18752"/>
                </a:lnTo>
                <a:lnTo>
                  <a:pt x="21600" y="19601"/>
                </a:lnTo>
                <a:lnTo>
                  <a:pt x="20097" y="20091"/>
                </a:lnTo>
                <a:lnTo>
                  <a:pt x="18632" y="20522"/>
                </a:lnTo>
                <a:lnTo>
                  <a:pt x="17187" y="20888"/>
                </a:lnTo>
                <a:lnTo>
                  <a:pt x="15741" y="21186"/>
                </a:lnTo>
                <a:lnTo>
                  <a:pt x="14279" y="21408"/>
                </a:lnTo>
                <a:lnTo>
                  <a:pt x="12783" y="21547"/>
                </a:lnTo>
                <a:lnTo>
                  <a:pt x="11234" y="21600"/>
                </a:lnTo>
                <a:lnTo>
                  <a:pt x="9613" y="21561"/>
                </a:lnTo>
                <a:lnTo>
                  <a:pt x="8144" y="20675"/>
                </a:lnTo>
                <a:lnTo>
                  <a:pt x="6804" y="19752"/>
                </a:lnTo>
                <a:lnTo>
                  <a:pt x="5579" y="18787"/>
                </a:lnTo>
                <a:lnTo>
                  <a:pt x="4459" y="17776"/>
                </a:lnTo>
                <a:lnTo>
                  <a:pt x="3433" y="16708"/>
                </a:lnTo>
                <a:lnTo>
                  <a:pt x="2488" y="15581"/>
                </a:lnTo>
                <a:lnTo>
                  <a:pt x="1613" y="14383"/>
                </a:lnTo>
                <a:lnTo>
                  <a:pt x="796" y="13113"/>
                </a:lnTo>
                <a:lnTo>
                  <a:pt x="24" y="11760"/>
                </a:lnTo>
                <a:lnTo>
                  <a:pt x="0" y="10439"/>
                </a:lnTo>
                <a:lnTo>
                  <a:pt x="67" y="9171"/>
                </a:lnTo>
                <a:lnTo>
                  <a:pt x="225" y="7942"/>
                </a:lnTo>
                <a:lnTo>
                  <a:pt x="477" y="6741"/>
                </a:lnTo>
                <a:lnTo>
                  <a:pt x="822" y="5553"/>
                </a:lnTo>
                <a:lnTo>
                  <a:pt x="1259" y="4369"/>
                </a:lnTo>
                <a:lnTo>
                  <a:pt x="1793" y="3175"/>
                </a:lnTo>
                <a:lnTo>
                  <a:pt x="2421" y="1960"/>
                </a:lnTo>
                <a:lnTo>
                  <a:pt x="3610" y="988"/>
                </a:lnTo>
                <a:lnTo>
                  <a:pt x="4819" y="0"/>
                </a:lnTo>
                <a:close/>
              </a:path>
            </a:pathLst>
          </a:custGeom>
          <a:solidFill>
            <a:srgbClr val="893B44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4" name="contour_05542"/>
          <p:cNvSpPr/>
          <p:nvPr/>
        </p:nvSpPr>
        <p:spPr>
          <a:xfrm>
            <a:off x="4368594" y="3279596"/>
            <a:ext cx="7351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83" y="139"/>
                </a:lnTo>
                <a:lnTo>
                  <a:pt x="2767" y="283"/>
                </a:lnTo>
                <a:lnTo>
                  <a:pt x="4150" y="432"/>
                </a:lnTo>
                <a:lnTo>
                  <a:pt x="5533" y="586"/>
                </a:lnTo>
                <a:lnTo>
                  <a:pt x="6914" y="742"/>
                </a:lnTo>
                <a:lnTo>
                  <a:pt x="8298" y="900"/>
                </a:lnTo>
                <a:lnTo>
                  <a:pt x="9473" y="1013"/>
                </a:lnTo>
                <a:lnTo>
                  <a:pt x="10664" y="1126"/>
                </a:lnTo>
                <a:lnTo>
                  <a:pt x="12159" y="1330"/>
                </a:lnTo>
                <a:lnTo>
                  <a:pt x="13544" y="1577"/>
                </a:lnTo>
                <a:lnTo>
                  <a:pt x="14848" y="1901"/>
                </a:lnTo>
                <a:lnTo>
                  <a:pt x="16101" y="2328"/>
                </a:lnTo>
                <a:lnTo>
                  <a:pt x="17330" y="2885"/>
                </a:lnTo>
                <a:lnTo>
                  <a:pt x="18564" y="3602"/>
                </a:lnTo>
                <a:lnTo>
                  <a:pt x="19833" y="4510"/>
                </a:lnTo>
                <a:lnTo>
                  <a:pt x="20666" y="6058"/>
                </a:lnTo>
                <a:lnTo>
                  <a:pt x="21212" y="7418"/>
                </a:lnTo>
                <a:lnTo>
                  <a:pt x="21512" y="8712"/>
                </a:lnTo>
                <a:lnTo>
                  <a:pt x="21600" y="10054"/>
                </a:lnTo>
                <a:lnTo>
                  <a:pt x="21510" y="11561"/>
                </a:lnTo>
                <a:lnTo>
                  <a:pt x="21281" y="13349"/>
                </a:lnTo>
                <a:lnTo>
                  <a:pt x="20872" y="15235"/>
                </a:lnTo>
                <a:lnTo>
                  <a:pt x="20527" y="16471"/>
                </a:lnTo>
                <a:lnTo>
                  <a:pt x="20056" y="17611"/>
                </a:lnTo>
                <a:lnTo>
                  <a:pt x="19272" y="19200"/>
                </a:lnTo>
                <a:lnTo>
                  <a:pt x="17962" y="19817"/>
                </a:lnTo>
                <a:lnTo>
                  <a:pt x="16658" y="20314"/>
                </a:lnTo>
                <a:lnTo>
                  <a:pt x="15354" y="20710"/>
                </a:lnTo>
                <a:lnTo>
                  <a:pt x="14041" y="21014"/>
                </a:lnTo>
                <a:lnTo>
                  <a:pt x="12715" y="21242"/>
                </a:lnTo>
                <a:lnTo>
                  <a:pt x="11364" y="21406"/>
                </a:lnTo>
                <a:lnTo>
                  <a:pt x="9983" y="21521"/>
                </a:lnTo>
                <a:lnTo>
                  <a:pt x="8565" y="21600"/>
                </a:lnTo>
                <a:lnTo>
                  <a:pt x="8141" y="20174"/>
                </a:lnTo>
                <a:lnTo>
                  <a:pt x="7715" y="18744"/>
                </a:lnTo>
                <a:lnTo>
                  <a:pt x="7289" y="17309"/>
                </a:lnTo>
                <a:lnTo>
                  <a:pt x="6859" y="15862"/>
                </a:lnTo>
                <a:lnTo>
                  <a:pt x="6424" y="14400"/>
                </a:lnTo>
                <a:lnTo>
                  <a:pt x="7696" y="14400"/>
                </a:lnTo>
                <a:lnTo>
                  <a:pt x="8972" y="14400"/>
                </a:lnTo>
                <a:lnTo>
                  <a:pt x="10253" y="14400"/>
                </a:lnTo>
                <a:lnTo>
                  <a:pt x="11544" y="14400"/>
                </a:lnTo>
                <a:lnTo>
                  <a:pt x="12848" y="14400"/>
                </a:lnTo>
                <a:lnTo>
                  <a:pt x="12225" y="12778"/>
                </a:lnTo>
                <a:lnTo>
                  <a:pt x="11533" y="11412"/>
                </a:lnTo>
                <a:lnTo>
                  <a:pt x="10760" y="10250"/>
                </a:lnTo>
                <a:lnTo>
                  <a:pt x="9893" y="9247"/>
                </a:lnTo>
                <a:lnTo>
                  <a:pt x="8919" y="8352"/>
                </a:lnTo>
                <a:lnTo>
                  <a:pt x="7825" y="7522"/>
                </a:lnTo>
                <a:lnTo>
                  <a:pt x="6595" y="6703"/>
                </a:lnTo>
                <a:lnTo>
                  <a:pt x="5221" y="5851"/>
                </a:lnTo>
                <a:lnTo>
                  <a:pt x="3895" y="5026"/>
                </a:lnTo>
                <a:lnTo>
                  <a:pt x="2582" y="4178"/>
                </a:lnTo>
                <a:lnTo>
                  <a:pt x="1283" y="3305"/>
                </a:lnTo>
                <a:lnTo>
                  <a:pt x="0" y="2400"/>
                </a:lnTo>
                <a:lnTo>
                  <a:pt x="0" y="1210"/>
                </a:lnTo>
                <a:lnTo>
                  <a:pt x="0" y="0"/>
                </a:lnTo>
                <a:close/>
              </a:path>
            </a:pathLst>
          </a:custGeom>
          <a:solidFill>
            <a:srgbClr val="968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5" name="contour_05543"/>
          <p:cNvSpPr/>
          <p:nvPr/>
        </p:nvSpPr>
        <p:spPr>
          <a:xfrm>
            <a:off x="8324821" y="3160765"/>
            <a:ext cx="66743" cy="54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41" y="876"/>
                </a:moveTo>
                <a:lnTo>
                  <a:pt x="20392" y="2668"/>
                </a:lnTo>
                <a:lnTo>
                  <a:pt x="21091" y="4012"/>
                </a:lnTo>
                <a:lnTo>
                  <a:pt x="21449" y="5321"/>
                </a:lnTo>
                <a:lnTo>
                  <a:pt x="21581" y="7010"/>
                </a:lnTo>
                <a:lnTo>
                  <a:pt x="21600" y="9491"/>
                </a:lnTo>
                <a:lnTo>
                  <a:pt x="20909" y="11547"/>
                </a:lnTo>
                <a:lnTo>
                  <a:pt x="20149" y="13422"/>
                </a:lnTo>
                <a:lnTo>
                  <a:pt x="19298" y="15139"/>
                </a:lnTo>
                <a:lnTo>
                  <a:pt x="18336" y="16727"/>
                </a:lnTo>
                <a:lnTo>
                  <a:pt x="17234" y="18212"/>
                </a:lnTo>
                <a:lnTo>
                  <a:pt x="15970" y="19619"/>
                </a:lnTo>
                <a:lnTo>
                  <a:pt x="14524" y="20977"/>
                </a:lnTo>
                <a:lnTo>
                  <a:pt x="12930" y="21255"/>
                </a:lnTo>
                <a:lnTo>
                  <a:pt x="11352" y="21445"/>
                </a:lnTo>
                <a:lnTo>
                  <a:pt x="9788" y="21560"/>
                </a:lnTo>
                <a:lnTo>
                  <a:pt x="8231" y="21600"/>
                </a:lnTo>
                <a:lnTo>
                  <a:pt x="6677" y="21577"/>
                </a:lnTo>
                <a:lnTo>
                  <a:pt x="5121" y="21497"/>
                </a:lnTo>
                <a:lnTo>
                  <a:pt x="3554" y="21365"/>
                </a:lnTo>
                <a:lnTo>
                  <a:pt x="1974" y="21189"/>
                </a:lnTo>
                <a:lnTo>
                  <a:pt x="373" y="20977"/>
                </a:lnTo>
                <a:lnTo>
                  <a:pt x="212" y="18901"/>
                </a:lnTo>
                <a:lnTo>
                  <a:pt x="92" y="16848"/>
                </a:lnTo>
                <a:lnTo>
                  <a:pt x="19" y="14809"/>
                </a:lnTo>
                <a:lnTo>
                  <a:pt x="0" y="12779"/>
                </a:lnTo>
                <a:lnTo>
                  <a:pt x="50" y="10743"/>
                </a:lnTo>
                <a:lnTo>
                  <a:pt x="170" y="8692"/>
                </a:lnTo>
                <a:lnTo>
                  <a:pt x="373" y="6619"/>
                </a:lnTo>
                <a:lnTo>
                  <a:pt x="1646" y="5074"/>
                </a:lnTo>
                <a:lnTo>
                  <a:pt x="2998" y="3750"/>
                </a:lnTo>
                <a:lnTo>
                  <a:pt x="4418" y="2642"/>
                </a:lnTo>
                <a:lnTo>
                  <a:pt x="5901" y="1737"/>
                </a:lnTo>
                <a:lnTo>
                  <a:pt x="7441" y="1028"/>
                </a:lnTo>
                <a:lnTo>
                  <a:pt x="9031" y="511"/>
                </a:lnTo>
                <a:lnTo>
                  <a:pt x="10663" y="172"/>
                </a:lnTo>
                <a:lnTo>
                  <a:pt x="12333" y="3"/>
                </a:lnTo>
                <a:lnTo>
                  <a:pt x="14031" y="0"/>
                </a:lnTo>
                <a:lnTo>
                  <a:pt x="15753" y="149"/>
                </a:lnTo>
                <a:lnTo>
                  <a:pt x="17494" y="442"/>
                </a:lnTo>
                <a:lnTo>
                  <a:pt x="19241" y="876"/>
                </a:lnTo>
                <a:close/>
              </a:path>
            </a:pathLst>
          </a:custGeom>
          <a:solidFill>
            <a:srgbClr val="A9B8C2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6" name="contour_05544"/>
          <p:cNvSpPr/>
          <p:nvPr/>
        </p:nvSpPr>
        <p:spPr>
          <a:xfrm>
            <a:off x="8573765" y="3133836"/>
            <a:ext cx="116608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3052" y="871"/>
                </a:lnTo>
                <a:lnTo>
                  <a:pt x="4347" y="1583"/>
                </a:lnTo>
                <a:lnTo>
                  <a:pt x="5310" y="2224"/>
                </a:lnTo>
                <a:lnTo>
                  <a:pt x="6014" y="2873"/>
                </a:lnTo>
                <a:lnTo>
                  <a:pt x="6537" y="3620"/>
                </a:lnTo>
                <a:lnTo>
                  <a:pt x="6953" y="4552"/>
                </a:lnTo>
                <a:lnTo>
                  <a:pt x="7336" y="5752"/>
                </a:lnTo>
                <a:lnTo>
                  <a:pt x="7762" y="7304"/>
                </a:lnTo>
                <a:lnTo>
                  <a:pt x="7930" y="8955"/>
                </a:lnTo>
                <a:lnTo>
                  <a:pt x="8100" y="10626"/>
                </a:lnTo>
                <a:lnTo>
                  <a:pt x="8770" y="8870"/>
                </a:lnTo>
                <a:lnTo>
                  <a:pt x="9450" y="7084"/>
                </a:lnTo>
                <a:lnTo>
                  <a:pt x="10409" y="6886"/>
                </a:lnTo>
                <a:lnTo>
                  <a:pt x="11089" y="6797"/>
                </a:lnTo>
                <a:lnTo>
                  <a:pt x="11814" y="6797"/>
                </a:lnTo>
                <a:lnTo>
                  <a:pt x="12909" y="6865"/>
                </a:lnTo>
                <a:lnTo>
                  <a:pt x="13833" y="6914"/>
                </a:lnTo>
                <a:lnTo>
                  <a:pt x="14770" y="6960"/>
                </a:lnTo>
                <a:lnTo>
                  <a:pt x="15480" y="7021"/>
                </a:lnTo>
                <a:lnTo>
                  <a:pt x="16200" y="7084"/>
                </a:lnTo>
                <a:lnTo>
                  <a:pt x="16200" y="9426"/>
                </a:lnTo>
                <a:lnTo>
                  <a:pt x="16200" y="11781"/>
                </a:lnTo>
                <a:lnTo>
                  <a:pt x="16200" y="14169"/>
                </a:lnTo>
                <a:lnTo>
                  <a:pt x="17087" y="15228"/>
                </a:lnTo>
                <a:lnTo>
                  <a:pt x="17788" y="15802"/>
                </a:lnTo>
                <a:lnTo>
                  <a:pt x="18900" y="16382"/>
                </a:lnTo>
                <a:lnTo>
                  <a:pt x="19653" y="16783"/>
                </a:lnTo>
                <a:lnTo>
                  <a:pt x="20419" y="17186"/>
                </a:lnTo>
                <a:lnTo>
                  <a:pt x="21006" y="17449"/>
                </a:lnTo>
                <a:lnTo>
                  <a:pt x="21600" y="17711"/>
                </a:lnTo>
                <a:lnTo>
                  <a:pt x="20660" y="18600"/>
                </a:lnTo>
                <a:lnTo>
                  <a:pt x="19749" y="19361"/>
                </a:lnTo>
                <a:lnTo>
                  <a:pt x="18857" y="20006"/>
                </a:lnTo>
                <a:lnTo>
                  <a:pt x="17973" y="20534"/>
                </a:lnTo>
                <a:lnTo>
                  <a:pt x="17086" y="20952"/>
                </a:lnTo>
                <a:lnTo>
                  <a:pt x="16187" y="21260"/>
                </a:lnTo>
                <a:lnTo>
                  <a:pt x="15266" y="21469"/>
                </a:lnTo>
                <a:lnTo>
                  <a:pt x="14311" y="21582"/>
                </a:lnTo>
                <a:lnTo>
                  <a:pt x="13315" y="21600"/>
                </a:lnTo>
                <a:lnTo>
                  <a:pt x="12968" y="21593"/>
                </a:lnTo>
                <a:lnTo>
                  <a:pt x="12357" y="21586"/>
                </a:lnTo>
                <a:lnTo>
                  <a:pt x="10955" y="21565"/>
                </a:lnTo>
                <a:lnTo>
                  <a:pt x="10151" y="21536"/>
                </a:lnTo>
                <a:lnTo>
                  <a:pt x="9342" y="21504"/>
                </a:lnTo>
                <a:lnTo>
                  <a:pt x="8521" y="21472"/>
                </a:lnTo>
                <a:lnTo>
                  <a:pt x="7702" y="21458"/>
                </a:lnTo>
                <a:lnTo>
                  <a:pt x="6877" y="21441"/>
                </a:lnTo>
                <a:lnTo>
                  <a:pt x="6041" y="21426"/>
                </a:lnTo>
                <a:lnTo>
                  <a:pt x="5179" y="21409"/>
                </a:lnTo>
                <a:lnTo>
                  <a:pt x="4315" y="21387"/>
                </a:lnTo>
                <a:lnTo>
                  <a:pt x="3452" y="21363"/>
                </a:lnTo>
                <a:lnTo>
                  <a:pt x="2589" y="21338"/>
                </a:lnTo>
                <a:lnTo>
                  <a:pt x="1727" y="21313"/>
                </a:lnTo>
                <a:lnTo>
                  <a:pt x="863" y="21285"/>
                </a:lnTo>
                <a:lnTo>
                  <a:pt x="0" y="21253"/>
                </a:lnTo>
                <a:lnTo>
                  <a:pt x="0" y="18912"/>
                </a:lnTo>
                <a:lnTo>
                  <a:pt x="0" y="16556"/>
                </a:lnTo>
                <a:lnTo>
                  <a:pt x="0" y="14169"/>
                </a:lnTo>
                <a:lnTo>
                  <a:pt x="891" y="14169"/>
                </a:lnTo>
                <a:lnTo>
                  <a:pt x="1783" y="14169"/>
                </a:lnTo>
                <a:lnTo>
                  <a:pt x="2680" y="14169"/>
                </a:lnTo>
                <a:lnTo>
                  <a:pt x="3580" y="14169"/>
                </a:lnTo>
                <a:lnTo>
                  <a:pt x="4486" y="14169"/>
                </a:lnTo>
                <a:lnTo>
                  <a:pt x="5400" y="14169"/>
                </a:lnTo>
                <a:lnTo>
                  <a:pt x="5400" y="11827"/>
                </a:lnTo>
                <a:lnTo>
                  <a:pt x="5400" y="9472"/>
                </a:lnTo>
                <a:lnTo>
                  <a:pt x="5400" y="7084"/>
                </a:lnTo>
                <a:lnTo>
                  <a:pt x="4598" y="7084"/>
                </a:lnTo>
                <a:lnTo>
                  <a:pt x="3793" y="7084"/>
                </a:lnTo>
                <a:lnTo>
                  <a:pt x="2986" y="7084"/>
                </a:lnTo>
                <a:lnTo>
                  <a:pt x="2172" y="7084"/>
                </a:lnTo>
                <a:lnTo>
                  <a:pt x="1350" y="7084"/>
                </a:lnTo>
                <a:lnTo>
                  <a:pt x="1350" y="4743"/>
                </a:lnTo>
                <a:lnTo>
                  <a:pt x="1350" y="2387"/>
                </a:lnTo>
                <a:lnTo>
                  <a:pt x="1350" y="0"/>
                </a:lnTo>
                <a:close/>
              </a:path>
            </a:pathLst>
          </a:custGeom>
          <a:solidFill>
            <a:srgbClr val="B5C4CC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7" name="contour_05545"/>
          <p:cNvSpPr/>
          <p:nvPr/>
        </p:nvSpPr>
        <p:spPr>
          <a:xfrm>
            <a:off x="8419755" y="3060956"/>
            <a:ext cx="5337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88" y="0"/>
                </a:moveTo>
                <a:lnTo>
                  <a:pt x="13828" y="1166"/>
                </a:lnTo>
                <a:lnTo>
                  <a:pt x="15335" y="2390"/>
                </a:lnTo>
                <a:lnTo>
                  <a:pt x="16701" y="3677"/>
                </a:lnTo>
                <a:lnTo>
                  <a:pt x="17919" y="5028"/>
                </a:lnTo>
                <a:lnTo>
                  <a:pt x="18984" y="6449"/>
                </a:lnTo>
                <a:lnTo>
                  <a:pt x="19892" y="7942"/>
                </a:lnTo>
                <a:lnTo>
                  <a:pt x="20635" y="9514"/>
                </a:lnTo>
                <a:lnTo>
                  <a:pt x="21205" y="11170"/>
                </a:lnTo>
                <a:lnTo>
                  <a:pt x="21600" y="12910"/>
                </a:lnTo>
                <a:lnTo>
                  <a:pt x="21576" y="14359"/>
                </a:lnTo>
                <a:lnTo>
                  <a:pt x="21514" y="15809"/>
                </a:lnTo>
                <a:lnTo>
                  <a:pt x="21426" y="17258"/>
                </a:lnTo>
                <a:lnTo>
                  <a:pt x="21311" y="18706"/>
                </a:lnTo>
                <a:lnTo>
                  <a:pt x="21181" y="20153"/>
                </a:lnTo>
                <a:lnTo>
                  <a:pt x="21037" y="21600"/>
                </a:lnTo>
                <a:lnTo>
                  <a:pt x="18993" y="21600"/>
                </a:lnTo>
                <a:lnTo>
                  <a:pt x="16946" y="21600"/>
                </a:lnTo>
                <a:lnTo>
                  <a:pt x="14898" y="21600"/>
                </a:lnTo>
                <a:lnTo>
                  <a:pt x="12849" y="21600"/>
                </a:lnTo>
                <a:lnTo>
                  <a:pt x="10790" y="21600"/>
                </a:lnTo>
                <a:lnTo>
                  <a:pt x="8728" y="21600"/>
                </a:lnTo>
                <a:lnTo>
                  <a:pt x="6657" y="21600"/>
                </a:lnTo>
                <a:lnTo>
                  <a:pt x="4578" y="21600"/>
                </a:lnTo>
                <a:lnTo>
                  <a:pt x="2489" y="21600"/>
                </a:lnTo>
                <a:lnTo>
                  <a:pt x="389" y="21600"/>
                </a:lnTo>
                <a:lnTo>
                  <a:pt x="224" y="17928"/>
                </a:lnTo>
                <a:lnTo>
                  <a:pt x="97" y="14851"/>
                </a:lnTo>
                <a:lnTo>
                  <a:pt x="21" y="12305"/>
                </a:lnTo>
                <a:lnTo>
                  <a:pt x="0" y="10217"/>
                </a:lnTo>
                <a:lnTo>
                  <a:pt x="47" y="8522"/>
                </a:lnTo>
                <a:lnTo>
                  <a:pt x="168" y="7150"/>
                </a:lnTo>
                <a:lnTo>
                  <a:pt x="375" y="6031"/>
                </a:lnTo>
                <a:lnTo>
                  <a:pt x="675" y="5098"/>
                </a:lnTo>
                <a:lnTo>
                  <a:pt x="1080" y="4284"/>
                </a:lnTo>
                <a:lnTo>
                  <a:pt x="1593" y="3516"/>
                </a:lnTo>
                <a:lnTo>
                  <a:pt x="2230" y="2731"/>
                </a:lnTo>
                <a:lnTo>
                  <a:pt x="2994" y="1855"/>
                </a:lnTo>
                <a:lnTo>
                  <a:pt x="4649" y="950"/>
                </a:lnTo>
                <a:lnTo>
                  <a:pt x="5955" y="401"/>
                </a:lnTo>
                <a:lnTo>
                  <a:pt x="7353" y="118"/>
                </a:lnTo>
                <a:lnTo>
                  <a:pt x="9282" y="14"/>
                </a:lnTo>
                <a:lnTo>
                  <a:pt x="12188" y="0"/>
                </a:lnTo>
                <a:close/>
              </a:path>
            </a:pathLst>
          </a:custGeom>
          <a:solidFill>
            <a:srgbClr val="C2CFD9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8" name="contour_05546"/>
          <p:cNvSpPr/>
          <p:nvPr/>
        </p:nvSpPr>
        <p:spPr>
          <a:xfrm>
            <a:off x="3807418" y="2951637"/>
            <a:ext cx="10203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394" y="0"/>
                </a:lnTo>
                <a:lnTo>
                  <a:pt x="6171" y="0"/>
                </a:lnTo>
                <a:lnTo>
                  <a:pt x="6204" y="357"/>
                </a:lnTo>
                <a:lnTo>
                  <a:pt x="6264" y="987"/>
                </a:lnTo>
                <a:lnTo>
                  <a:pt x="6400" y="2428"/>
                </a:lnTo>
                <a:lnTo>
                  <a:pt x="6515" y="3478"/>
                </a:lnTo>
                <a:lnTo>
                  <a:pt x="6633" y="4536"/>
                </a:lnTo>
                <a:lnTo>
                  <a:pt x="6750" y="5608"/>
                </a:lnTo>
                <a:lnTo>
                  <a:pt x="6858" y="6649"/>
                </a:lnTo>
                <a:lnTo>
                  <a:pt x="6966" y="7698"/>
                </a:lnTo>
                <a:lnTo>
                  <a:pt x="7076" y="8761"/>
                </a:lnTo>
                <a:lnTo>
                  <a:pt x="7375" y="10022"/>
                </a:lnTo>
                <a:lnTo>
                  <a:pt x="7685" y="11074"/>
                </a:lnTo>
                <a:lnTo>
                  <a:pt x="8048" y="11966"/>
                </a:lnTo>
                <a:lnTo>
                  <a:pt x="8500" y="12751"/>
                </a:lnTo>
                <a:lnTo>
                  <a:pt x="9081" y="13477"/>
                </a:lnTo>
                <a:lnTo>
                  <a:pt x="9836" y="14195"/>
                </a:lnTo>
                <a:lnTo>
                  <a:pt x="10800" y="14954"/>
                </a:lnTo>
                <a:lnTo>
                  <a:pt x="11936" y="15245"/>
                </a:lnTo>
                <a:lnTo>
                  <a:pt x="12784" y="15451"/>
                </a:lnTo>
                <a:lnTo>
                  <a:pt x="13497" y="15600"/>
                </a:lnTo>
                <a:lnTo>
                  <a:pt x="14233" y="15720"/>
                </a:lnTo>
                <a:lnTo>
                  <a:pt x="15146" y="15841"/>
                </a:lnTo>
                <a:lnTo>
                  <a:pt x="16393" y="15992"/>
                </a:lnTo>
                <a:lnTo>
                  <a:pt x="17368" y="16117"/>
                </a:lnTo>
                <a:lnTo>
                  <a:pt x="18351" y="16243"/>
                </a:lnTo>
                <a:lnTo>
                  <a:pt x="19346" y="16369"/>
                </a:lnTo>
                <a:lnTo>
                  <a:pt x="20091" y="16451"/>
                </a:lnTo>
                <a:lnTo>
                  <a:pt x="20839" y="16532"/>
                </a:lnTo>
                <a:lnTo>
                  <a:pt x="21600" y="16615"/>
                </a:lnTo>
                <a:lnTo>
                  <a:pt x="21265" y="16675"/>
                </a:lnTo>
                <a:lnTo>
                  <a:pt x="20250" y="16861"/>
                </a:lnTo>
                <a:lnTo>
                  <a:pt x="19389" y="17049"/>
                </a:lnTo>
                <a:lnTo>
                  <a:pt x="18514" y="17238"/>
                </a:lnTo>
                <a:lnTo>
                  <a:pt x="17653" y="17413"/>
                </a:lnTo>
                <a:lnTo>
                  <a:pt x="16779" y="17589"/>
                </a:lnTo>
                <a:lnTo>
                  <a:pt x="16109" y="17930"/>
                </a:lnTo>
                <a:lnTo>
                  <a:pt x="15429" y="18277"/>
                </a:lnTo>
                <a:lnTo>
                  <a:pt x="15429" y="19375"/>
                </a:lnTo>
                <a:lnTo>
                  <a:pt x="15429" y="20480"/>
                </a:lnTo>
                <a:lnTo>
                  <a:pt x="15429" y="21600"/>
                </a:lnTo>
                <a:lnTo>
                  <a:pt x="14410" y="21381"/>
                </a:lnTo>
                <a:lnTo>
                  <a:pt x="13392" y="21161"/>
                </a:lnTo>
                <a:lnTo>
                  <a:pt x="12372" y="20942"/>
                </a:lnTo>
                <a:lnTo>
                  <a:pt x="11352" y="20723"/>
                </a:lnTo>
                <a:lnTo>
                  <a:pt x="10331" y="20502"/>
                </a:lnTo>
                <a:lnTo>
                  <a:pt x="9310" y="20282"/>
                </a:lnTo>
                <a:lnTo>
                  <a:pt x="8285" y="20061"/>
                </a:lnTo>
                <a:lnTo>
                  <a:pt x="7259" y="19840"/>
                </a:lnTo>
                <a:lnTo>
                  <a:pt x="6230" y="19619"/>
                </a:lnTo>
                <a:lnTo>
                  <a:pt x="5199" y="19397"/>
                </a:lnTo>
                <a:lnTo>
                  <a:pt x="4167" y="19174"/>
                </a:lnTo>
                <a:lnTo>
                  <a:pt x="3130" y="18952"/>
                </a:lnTo>
                <a:lnTo>
                  <a:pt x="2091" y="18727"/>
                </a:lnTo>
                <a:lnTo>
                  <a:pt x="1048" y="18503"/>
                </a:lnTo>
                <a:lnTo>
                  <a:pt x="0" y="18277"/>
                </a:lnTo>
                <a:lnTo>
                  <a:pt x="358" y="17403"/>
                </a:lnTo>
                <a:lnTo>
                  <a:pt x="717" y="16526"/>
                </a:lnTo>
                <a:lnTo>
                  <a:pt x="1080" y="15640"/>
                </a:lnTo>
                <a:lnTo>
                  <a:pt x="1447" y="14746"/>
                </a:lnTo>
                <a:lnTo>
                  <a:pt x="1845" y="13636"/>
                </a:lnTo>
                <a:lnTo>
                  <a:pt x="2209" y="12525"/>
                </a:lnTo>
                <a:lnTo>
                  <a:pt x="2541" y="11411"/>
                </a:lnTo>
                <a:lnTo>
                  <a:pt x="2842" y="10297"/>
                </a:lnTo>
                <a:lnTo>
                  <a:pt x="3117" y="9177"/>
                </a:lnTo>
                <a:lnTo>
                  <a:pt x="3365" y="8053"/>
                </a:lnTo>
                <a:lnTo>
                  <a:pt x="3593" y="6925"/>
                </a:lnTo>
                <a:lnTo>
                  <a:pt x="3800" y="5792"/>
                </a:lnTo>
                <a:lnTo>
                  <a:pt x="3990" y="4651"/>
                </a:lnTo>
                <a:lnTo>
                  <a:pt x="4166" y="3503"/>
                </a:lnTo>
                <a:lnTo>
                  <a:pt x="4329" y="2344"/>
                </a:lnTo>
                <a:lnTo>
                  <a:pt x="4482" y="1178"/>
                </a:lnTo>
                <a:lnTo>
                  <a:pt x="4629" y="0"/>
                </a:lnTo>
                <a:close/>
              </a:path>
            </a:pathLst>
          </a:custGeom>
          <a:solidFill>
            <a:srgbClr val="A9AFBD"/>
          </a:solidFill>
          <a:ln>
            <a:noFill/>
          </a:ln>
        </p:spPr>
        <p:txBody>
          <a:bodyPr/>
          <a:lstStyle/>
          <a:p/>
        </p:txBody>
      </p:sp>
      <p:sp>
        <p:nvSpPr>
          <p:cNvPr id="5549" name="contour_05547"/>
          <p:cNvSpPr/>
          <p:nvPr/>
        </p:nvSpPr>
        <p:spPr>
          <a:xfrm>
            <a:off x="2553884" y="2951637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086" y="335"/>
                </a:lnTo>
                <a:lnTo>
                  <a:pt x="12571" y="670"/>
                </a:lnTo>
                <a:lnTo>
                  <a:pt x="14062" y="1004"/>
                </a:lnTo>
                <a:lnTo>
                  <a:pt x="15554" y="1339"/>
                </a:lnTo>
                <a:lnTo>
                  <a:pt x="17054" y="1677"/>
                </a:lnTo>
                <a:lnTo>
                  <a:pt x="18562" y="2017"/>
                </a:lnTo>
                <a:lnTo>
                  <a:pt x="20076" y="2357"/>
                </a:lnTo>
                <a:lnTo>
                  <a:pt x="21600" y="2700"/>
                </a:lnTo>
                <a:lnTo>
                  <a:pt x="20808" y="6512"/>
                </a:lnTo>
                <a:lnTo>
                  <a:pt x="20172" y="9509"/>
                </a:lnTo>
                <a:lnTo>
                  <a:pt x="19654" y="11826"/>
                </a:lnTo>
                <a:lnTo>
                  <a:pt x="19214" y="13597"/>
                </a:lnTo>
                <a:lnTo>
                  <a:pt x="18814" y="14953"/>
                </a:lnTo>
                <a:lnTo>
                  <a:pt x="18410" y="16027"/>
                </a:lnTo>
                <a:lnTo>
                  <a:pt x="17966" y="16953"/>
                </a:lnTo>
                <a:lnTo>
                  <a:pt x="17443" y="17869"/>
                </a:lnTo>
                <a:lnTo>
                  <a:pt x="16800" y="18900"/>
                </a:lnTo>
                <a:lnTo>
                  <a:pt x="15194" y="19146"/>
                </a:lnTo>
                <a:lnTo>
                  <a:pt x="14050" y="19246"/>
                </a:lnTo>
                <a:lnTo>
                  <a:pt x="12818" y="19213"/>
                </a:lnTo>
                <a:lnTo>
                  <a:pt x="10949" y="19067"/>
                </a:lnTo>
                <a:lnTo>
                  <a:pt x="9022" y="18946"/>
                </a:lnTo>
                <a:lnTo>
                  <a:pt x="7430" y="18932"/>
                </a:lnTo>
                <a:lnTo>
                  <a:pt x="6048" y="19059"/>
                </a:lnTo>
                <a:lnTo>
                  <a:pt x="4742" y="19356"/>
                </a:lnTo>
                <a:lnTo>
                  <a:pt x="3384" y="19859"/>
                </a:lnTo>
                <a:lnTo>
                  <a:pt x="1848" y="20596"/>
                </a:lnTo>
                <a:lnTo>
                  <a:pt x="0" y="21600"/>
                </a:lnTo>
                <a:lnTo>
                  <a:pt x="0" y="19818"/>
                </a:lnTo>
                <a:lnTo>
                  <a:pt x="0" y="18033"/>
                </a:lnTo>
                <a:lnTo>
                  <a:pt x="0" y="16249"/>
                </a:lnTo>
                <a:lnTo>
                  <a:pt x="0" y="14459"/>
                </a:lnTo>
                <a:lnTo>
                  <a:pt x="0" y="12663"/>
                </a:lnTo>
                <a:lnTo>
                  <a:pt x="0" y="10859"/>
                </a:lnTo>
                <a:lnTo>
                  <a:pt x="0" y="9050"/>
                </a:lnTo>
                <a:lnTo>
                  <a:pt x="0" y="7231"/>
                </a:lnTo>
                <a:lnTo>
                  <a:pt x="0" y="5400"/>
                </a:lnTo>
                <a:lnTo>
                  <a:pt x="1426" y="5935"/>
                </a:lnTo>
                <a:lnTo>
                  <a:pt x="2856" y="6472"/>
                </a:lnTo>
                <a:lnTo>
                  <a:pt x="4291" y="7009"/>
                </a:lnTo>
                <a:lnTo>
                  <a:pt x="5738" y="7552"/>
                </a:lnTo>
                <a:lnTo>
                  <a:pt x="7200" y="8100"/>
                </a:lnTo>
                <a:lnTo>
                  <a:pt x="7675" y="6496"/>
                </a:lnTo>
                <a:lnTo>
                  <a:pt x="8153" y="4887"/>
                </a:lnTo>
                <a:lnTo>
                  <a:pt x="8630" y="3272"/>
                </a:lnTo>
                <a:lnTo>
                  <a:pt x="9113" y="1644"/>
                </a:lnTo>
                <a:lnTo>
                  <a:pt x="9600" y="0"/>
                </a:lnTo>
                <a:close/>
              </a:path>
            </a:pathLst>
          </a:custGeom>
          <a:solidFill>
            <a:srgbClr val="DC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0" name="contour_05548"/>
          <p:cNvSpPr/>
          <p:nvPr/>
        </p:nvSpPr>
        <p:spPr>
          <a:xfrm>
            <a:off x="3666549" y="2842317"/>
            <a:ext cx="38838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40" y="0"/>
                </a:moveTo>
                <a:lnTo>
                  <a:pt x="11447" y="446"/>
                </a:lnTo>
                <a:lnTo>
                  <a:pt x="13465" y="894"/>
                </a:lnTo>
                <a:lnTo>
                  <a:pt x="15492" y="1344"/>
                </a:lnTo>
                <a:lnTo>
                  <a:pt x="17547" y="1800"/>
                </a:lnTo>
                <a:lnTo>
                  <a:pt x="15536" y="2246"/>
                </a:lnTo>
                <a:lnTo>
                  <a:pt x="13493" y="2700"/>
                </a:lnTo>
                <a:lnTo>
                  <a:pt x="13453" y="3258"/>
                </a:lnTo>
                <a:lnTo>
                  <a:pt x="13457" y="3809"/>
                </a:lnTo>
                <a:lnTo>
                  <a:pt x="13497" y="4357"/>
                </a:lnTo>
                <a:lnTo>
                  <a:pt x="13574" y="4903"/>
                </a:lnTo>
                <a:lnTo>
                  <a:pt x="13688" y="5453"/>
                </a:lnTo>
                <a:lnTo>
                  <a:pt x="13842" y="6008"/>
                </a:lnTo>
                <a:lnTo>
                  <a:pt x="13972" y="6504"/>
                </a:lnTo>
                <a:lnTo>
                  <a:pt x="14101" y="7007"/>
                </a:lnTo>
                <a:lnTo>
                  <a:pt x="14247" y="7532"/>
                </a:lnTo>
                <a:lnTo>
                  <a:pt x="14393" y="8057"/>
                </a:lnTo>
                <a:lnTo>
                  <a:pt x="14543" y="8582"/>
                </a:lnTo>
                <a:lnTo>
                  <a:pt x="14697" y="9107"/>
                </a:lnTo>
                <a:lnTo>
                  <a:pt x="14880" y="9743"/>
                </a:lnTo>
                <a:lnTo>
                  <a:pt x="15058" y="10380"/>
                </a:lnTo>
                <a:lnTo>
                  <a:pt x="15224" y="11016"/>
                </a:lnTo>
                <a:lnTo>
                  <a:pt x="15390" y="11652"/>
                </a:lnTo>
                <a:lnTo>
                  <a:pt x="15552" y="12289"/>
                </a:lnTo>
                <a:lnTo>
                  <a:pt x="15694" y="12800"/>
                </a:lnTo>
                <a:lnTo>
                  <a:pt x="15836" y="13311"/>
                </a:lnTo>
                <a:lnTo>
                  <a:pt x="15978" y="13822"/>
                </a:lnTo>
                <a:lnTo>
                  <a:pt x="16120" y="14333"/>
                </a:lnTo>
                <a:lnTo>
                  <a:pt x="16242" y="14804"/>
                </a:lnTo>
                <a:lnTo>
                  <a:pt x="16367" y="15283"/>
                </a:lnTo>
                <a:lnTo>
                  <a:pt x="16606" y="15935"/>
                </a:lnTo>
                <a:lnTo>
                  <a:pt x="16918" y="16578"/>
                </a:lnTo>
                <a:lnTo>
                  <a:pt x="17304" y="17213"/>
                </a:lnTo>
                <a:lnTo>
                  <a:pt x="17749" y="17843"/>
                </a:lnTo>
                <a:lnTo>
                  <a:pt x="18256" y="18468"/>
                </a:lnTo>
                <a:lnTo>
                  <a:pt x="18823" y="19092"/>
                </a:lnTo>
                <a:lnTo>
                  <a:pt x="19444" y="19714"/>
                </a:lnTo>
                <a:lnTo>
                  <a:pt x="20116" y="20339"/>
                </a:lnTo>
                <a:lnTo>
                  <a:pt x="20838" y="20967"/>
                </a:lnTo>
                <a:lnTo>
                  <a:pt x="21600" y="21600"/>
                </a:lnTo>
                <a:lnTo>
                  <a:pt x="18921" y="21600"/>
                </a:lnTo>
                <a:lnTo>
                  <a:pt x="16225" y="21600"/>
                </a:lnTo>
                <a:lnTo>
                  <a:pt x="13493" y="21600"/>
                </a:lnTo>
                <a:lnTo>
                  <a:pt x="11937" y="21049"/>
                </a:lnTo>
                <a:lnTo>
                  <a:pt x="10502" y="20491"/>
                </a:lnTo>
                <a:lnTo>
                  <a:pt x="9189" y="19926"/>
                </a:lnTo>
                <a:lnTo>
                  <a:pt x="7989" y="19354"/>
                </a:lnTo>
                <a:lnTo>
                  <a:pt x="6899" y="18775"/>
                </a:lnTo>
                <a:lnTo>
                  <a:pt x="5914" y="18190"/>
                </a:lnTo>
                <a:lnTo>
                  <a:pt x="5022" y="17600"/>
                </a:lnTo>
                <a:lnTo>
                  <a:pt x="4232" y="17004"/>
                </a:lnTo>
                <a:lnTo>
                  <a:pt x="3522" y="16402"/>
                </a:lnTo>
                <a:lnTo>
                  <a:pt x="2902" y="15796"/>
                </a:lnTo>
                <a:lnTo>
                  <a:pt x="2359" y="15186"/>
                </a:lnTo>
                <a:lnTo>
                  <a:pt x="1889" y="14571"/>
                </a:lnTo>
                <a:lnTo>
                  <a:pt x="1484" y="13952"/>
                </a:lnTo>
                <a:lnTo>
                  <a:pt x="1143" y="13330"/>
                </a:lnTo>
                <a:lnTo>
                  <a:pt x="863" y="12705"/>
                </a:lnTo>
                <a:lnTo>
                  <a:pt x="632" y="12077"/>
                </a:lnTo>
                <a:lnTo>
                  <a:pt x="450" y="11447"/>
                </a:lnTo>
                <a:lnTo>
                  <a:pt x="308" y="10814"/>
                </a:lnTo>
                <a:lnTo>
                  <a:pt x="207" y="10180"/>
                </a:lnTo>
                <a:lnTo>
                  <a:pt x="134" y="9544"/>
                </a:lnTo>
                <a:lnTo>
                  <a:pt x="93" y="8907"/>
                </a:lnTo>
                <a:lnTo>
                  <a:pt x="69" y="8269"/>
                </a:lnTo>
                <a:lnTo>
                  <a:pt x="45" y="7762"/>
                </a:lnTo>
                <a:lnTo>
                  <a:pt x="24" y="7251"/>
                </a:lnTo>
                <a:lnTo>
                  <a:pt x="0" y="6734"/>
                </a:lnTo>
                <a:lnTo>
                  <a:pt x="77" y="5992"/>
                </a:lnTo>
                <a:lnTo>
                  <a:pt x="215" y="5295"/>
                </a:lnTo>
                <a:lnTo>
                  <a:pt x="442" y="4636"/>
                </a:lnTo>
                <a:lnTo>
                  <a:pt x="790" y="4009"/>
                </a:lnTo>
                <a:lnTo>
                  <a:pt x="1297" y="3408"/>
                </a:lnTo>
                <a:lnTo>
                  <a:pt x="1994" y="2827"/>
                </a:lnTo>
                <a:lnTo>
                  <a:pt x="2910" y="2259"/>
                </a:lnTo>
                <a:lnTo>
                  <a:pt x="4082" y="1699"/>
                </a:lnTo>
                <a:lnTo>
                  <a:pt x="5537" y="1139"/>
                </a:lnTo>
                <a:lnTo>
                  <a:pt x="7312" y="575"/>
                </a:lnTo>
                <a:lnTo>
                  <a:pt x="9440" y="0"/>
                </a:lnTo>
                <a:close/>
              </a:path>
            </a:pathLst>
          </a:custGeom>
          <a:solidFill>
            <a:srgbClr val="A0A9AD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1" name="contour_05549"/>
          <p:cNvSpPr/>
          <p:nvPr/>
        </p:nvSpPr>
        <p:spPr>
          <a:xfrm>
            <a:off x="2537668" y="2878042"/>
            <a:ext cx="67232" cy="88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81" y="0"/>
                </a:moveTo>
                <a:lnTo>
                  <a:pt x="14276" y="32"/>
                </a:lnTo>
                <a:lnTo>
                  <a:pt x="15892" y="62"/>
                </a:lnTo>
                <a:lnTo>
                  <a:pt x="16697" y="75"/>
                </a:lnTo>
                <a:lnTo>
                  <a:pt x="19120" y="111"/>
                </a:lnTo>
                <a:lnTo>
                  <a:pt x="20352" y="143"/>
                </a:lnTo>
                <a:lnTo>
                  <a:pt x="21600" y="175"/>
                </a:lnTo>
                <a:lnTo>
                  <a:pt x="21600" y="1237"/>
                </a:lnTo>
                <a:lnTo>
                  <a:pt x="21600" y="2300"/>
                </a:lnTo>
                <a:lnTo>
                  <a:pt x="21600" y="3369"/>
                </a:lnTo>
                <a:lnTo>
                  <a:pt x="21600" y="4446"/>
                </a:lnTo>
                <a:lnTo>
                  <a:pt x="21600" y="5531"/>
                </a:lnTo>
                <a:lnTo>
                  <a:pt x="19945" y="5531"/>
                </a:lnTo>
                <a:lnTo>
                  <a:pt x="18287" y="5531"/>
                </a:lnTo>
                <a:lnTo>
                  <a:pt x="16624" y="5531"/>
                </a:lnTo>
                <a:lnTo>
                  <a:pt x="14957" y="5531"/>
                </a:lnTo>
                <a:lnTo>
                  <a:pt x="13278" y="5531"/>
                </a:lnTo>
                <a:lnTo>
                  <a:pt x="11593" y="5531"/>
                </a:lnTo>
                <a:lnTo>
                  <a:pt x="9893" y="5531"/>
                </a:lnTo>
                <a:lnTo>
                  <a:pt x="10089" y="6394"/>
                </a:lnTo>
                <a:lnTo>
                  <a:pt x="10286" y="7261"/>
                </a:lnTo>
                <a:lnTo>
                  <a:pt x="10485" y="8140"/>
                </a:lnTo>
                <a:lnTo>
                  <a:pt x="10726" y="9268"/>
                </a:lnTo>
                <a:lnTo>
                  <a:pt x="10965" y="10405"/>
                </a:lnTo>
                <a:lnTo>
                  <a:pt x="11209" y="11557"/>
                </a:lnTo>
                <a:lnTo>
                  <a:pt x="11454" y="12676"/>
                </a:lnTo>
                <a:lnTo>
                  <a:pt x="11703" y="13805"/>
                </a:lnTo>
                <a:lnTo>
                  <a:pt x="11951" y="14946"/>
                </a:lnTo>
                <a:lnTo>
                  <a:pt x="12047" y="16319"/>
                </a:lnTo>
                <a:lnTo>
                  <a:pt x="12028" y="17470"/>
                </a:lnTo>
                <a:lnTo>
                  <a:pt x="11848" y="18488"/>
                </a:lnTo>
                <a:lnTo>
                  <a:pt x="11461" y="19457"/>
                </a:lnTo>
                <a:lnTo>
                  <a:pt x="10825" y="20466"/>
                </a:lnTo>
                <a:lnTo>
                  <a:pt x="9893" y="21600"/>
                </a:lnTo>
                <a:lnTo>
                  <a:pt x="8399" y="21245"/>
                </a:lnTo>
                <a:lnTo>
                  <a:pt x="6971" y="20864"/>
                </a:lnTo>
                <a:lnTo>
                  <a:pt x="5598" y="20445"/>
                </a:lnTo>
                <a:lnTo>
                  <a:pt x="4276" y="19968"/>
                </a:lnTo>
                <a:lnTo>
                  <a:pt x="2995" y="19416"/>
                </a:lnTo>
                <a:lnTo>
                  <a:pt x="1749" y="18775"/>
                </a:lnTo>
                <a:lnTo>
                  <a:pt x="527" y="18029"/>
                </a:lnTo>
                <a:lnTo>
                  <a:pt x="260" y="16895"/>
                </a:lnTo>
                <a:lnTo>
                  <a:pt x="89" y="15780"/>
                </a:lnTo>
                <a:lnTo>
                  <a:pt x="7" y="14674"/>
                </a:lnTo>
                <a:lnTo>
                  <a:pt x="0" y="13575"/>
                </a:lnTo>
                <a:lnTo>
                  <a:pt x="59" y="12473"/>
                </a:lnTo>
                <a:lnTo>
                  <a:pt x="173" y="11366"/>
                </a:lnTo>
                <a:lnTo>
                  <a:pt x="332" y="10243"/>
                </a:lnTo>
                <a:lnTo>
                  <a:pt x="527" y="9102"/>
                </a:lnTo>
                <a:lnTo>
                  <a:pt x="2075" y="9102"/>
                </a:lnTo>
                <a:lnTo>
                  <a:pt x="3632" y="9102"/>
                </a:lnTo>
                <a:lnTo>
                  <a:pt x="5210" y="9102"/>
                </a:lnTo>
                <a:lnTo>
                  <a:pt x="5851" y="7975"/>
                </a:lnTo>
                <a:lnTo>
                  <a:pt x="6193" y="7077"/>
                </a:lnTo>
                <a:lnTo>
                  <a:pt x="6526" y="5642"/>
                </a:lnTo>
                <a:lnTo>
                  <a:pt x="7067" y="3394"/>
                </a:lnTo>
                <a:lnTo>
                  <a:pt x="7575" y="1876"/>
                </a:lnTo>
                <a:lnTo>
                  <a:pt x="8219" y="936"/>
                </a:lnTo>
                <a:lnTo>
                  <a:pt x="9169" y="414"/>
                </a:lnTo>
                <a:lnTo>
                  <a:pt x="10602" y="155"/>
                </a:lnTo>
                <a:lnTo>
                  <a:pt x="12681" y="0"/>
                </a:lnTo>
                <a:close/>
              </a:path>
            </a:pathLst>
          </a:custGeom>
          <a:solidFill>
            <a:srgbClr val="A02823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2" name="contour_05550"/>
          <p:cNvSpPr/>
          <p:nvPr/>
        </p:nvSpPr>
        <p:spPr>
          <a:xfrm>
            <a:off x="5541960" y="2820453"/>
            <a:ext cx="10203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0"/>
                </a:moveTo>
                <a:lnTo>
                  <a:pt x="8199" y="868"/>
                </a:lnTo>
                <a:lnTo>
                  <a:pt x="8682" y="1738"/>
                </a:lnTo>
                <a:lnTo>
                  <a:pt x="9161" y="2609"/>
                </a:lnTo>
                <a:lnTo>
                  <a:pt x="9593" y="3397"/>
                </a:lnTo>
                <a:lnTo>
                  <a:pt x="10035" y="4196"/>
                </a:lnTo>
                <a:lnTo>
                  <a:pt x="10413" y="4978"/>
                </a:lnTo>
                <a:lnTo>
                  <a:pt x="10672" y="5577"/>
                </a:lnTo>
                <a:lnTo>
                  <a:pt x="10876" y="6185"/>
                </a:lnTo>
                <a:lnTo>
                  <a:pt x="11090" y="6993"/>
                </a:lnTo>
                <a:lnTo>
                  <a:pt x="11379" y="8191"/>
                </a:lnTo>
                <a:lnTo>
                  <a:pt x="11696" y="8814"/>
                </a:lnTo>
                <a:lnTo>
                  <a:pt x="12019" y="9444"/>
                </a:lnTo>
                <a:lnTo>
                  <a:pt x="12343" y="10080"/>
                </a:lnTo>
                <a:lnTo>
                  <a:pt x="13437" y="10433"/>
                </a:lnTo>
                <a:lnTo>
                  <a:pt x="14262" y="10643"/>
                </a:lnTo>
                <a:lnTo>
                  <a:pt x="15524" y="10889"/>
                </a:lnTo>
                <a:lnTo>
                  <a:pt x="15964" y="10983"/>
                </a:lnTo>
                <a:lnTo>
                  <a:pt x="16740" y="11146"/>
                </a:lnTo>
                <a:lnTo>
                  <a:pt x="18514" y="11520"/>
                </a:lnTo>
                <a:lnTo>
                  <a:pt x="18514" y="12472"/>
                </a:lnTo>
                <a:lnTo>
                  <a:pt x="18514" y="13429"/>
                </a:lnTo>
                <a:lnTo>
                  <a:pt x="18514" y="14400"/>
                </a:lnTo>
                <a:lnTo>
                  <a:pt x="19534" y="14400"/>
                </a:lnTo>
                <a:lnTo>
                  <a:pt x="20560" y="14400"/>
                </a:lnTo>
                <a:lnTo>
                  <a:pt x="21600" y="14400"/>
                </a:lnTo>
                <a:lnTo>
                  <a:pt x="21600" y="15418"/>
                </a:lnTo>
                <a:lnTo>
                  <a:pt x="21600" y="16438"/>
                </a:lnTo>
                <a:lnTo>
                  <a:pt x="21600" y="17460"/>
                </a:lnTo>
                <a:lnTo>
                  <a:pt x="21600" y="18487"/>
                </a:lnTo>
                <a:lnTo>
                  <a:pt x="21600" y="19518"/>
                </a:lnTo>
                <a:lnTo>
                  <a:pt x="21600" y="20555"/>
                </a:lnTo>
                <a:lnTo>
                  <a:pt x="21600" y="21600"/>
                </a:lnTo>
                <a:lnTo>
                  <a:pt x="20684" y="21600"/>
                </a:lnTo>
                <a:lnTo>
                  <a:pt x="19764" y="21600"/>
                </a:lnTo>
                <a:lnTo>
                  <a:pt x="18841" y="21600"/>
                </a:lnTo>
                <a:lnTo>
                  <a:pt x="17911" y="21600"/>
                </a:lnTo>
                <a:lnTo>
                  <a:pt x="16971" y="21600"/>
                </a:lnTo>
                <a:lnTo>
                  <a:pt x="16971" y="20650"/>
                </a:lnTo>
                <a:lnTo>
                  <a:pt x="16971" y="19698"/>
                </a:lnTo>
                <a:lnTo>
                  <a:pt x="16971" y="18742"/>
                </a:lnTo>
                <a:lnTo>
                  <a:pt x="16971" y="17781"/>
                </a:lnTo>
                <a:lnTo>
                  <a:pt x="16971" y="16815"/>
                </a:lnTo>
                <a:lnTo>
                  <a:pt x="16971" y="15840"/>
                </a:lnTo>
                <a:lnTo>
                  <a:pt x="15952" y="15840"/>
                </a:lnTo>
                <a:lnTo>
                  <a:pt x="14926" y="15840"/>
                </a:lnTo>
                <a:lnTo>
                  <a:pt x="13886" y="15840"/>
                </a:lnTo>
                <a:lnTo>
                  <a:pt x="13886" y="14888"/>
                </a:lnTo>
                <a:lnTo>
                  <a:pt x="13886" y="13931"/>
                </a:lnTo>
                <a:lnTo>
                  <a:pt x="13886" y="12960"/>
                </a:lnTo>
                <a:lnTo>
                  <a:pt x="13141" y="12993"/>
                </a:lnTo>
                <a:lnTo>
                  <a:pt x="12392" y="13026"/>
                </a:lnTo>
                <a:lnTo>
                  <a:pt x="11632" y="13061"/>
                </a:lnTo>
                <a:lnTo>
                  <a:pt x="10657" y="13087"/>
                </a:lnTo>
                <a:lnTo>
                  <a:pt x="9674" y="13113"/>
                </a:lnTo>
                <a:lnTo>
                  <a:pt x="8679" y="13140"/>
                </a:lnTo>
                <a:lnTo>
                  <a:pt x="8248" y="13156"/>
                </a:lnTo>
                <a:lnTo>
                  <a:pt x="7489" y="13182"/>
                </a:lnTo>
                <a:lnTo>
                  <a:pt x="5750" y="13241"/>
                </a:lnTo>
                <a:lnTo>
                  <a:pt x="4434" y="13092"/>
                </a:lnTo>
                <a:lnTo>
                  <a:pt x="3541" y="12928"/>
                </a:lnTo>
                <a:lnTo>
                  <a:pt x="2847" y="12665"/>
                </a:lnTo>
                <a:lnTo>
                  <a:pt x="2138" y="12218"/>
                </a:lnTo>
                <a:lnTo>
                  <a:pt x="1193" y="11508"/>
                </a:lnTo>
                <a:lnTo>
                  <a:pt x="600" y="10800"/>
                </a:lnTo>
                <a:lnTo>
                  <a:pt x="0" y="10080"/>
                </a:lnTo>
                <a:lnTo>
                  <a:pt x="643" y="9893"/>
                </a:lnTo>
                <a:lnTo>
                  <a:pt x="1296" y="9703"/>
                </a:lnTo>
                <a:lnTo>
                  <a:pt x="2202" y="9364"/>
                </a:lnTo>
                <a:lnTo>
                  <a:pt x="3047" y="9016"/>
                </a:lnTo>
                <a:lnTo>
                  <a:pt x="3849" y="8643"/>
                </a:lnTo>
                <a:lnTo>
                  <a:pt x="4627" y="8227"/>
                </a:lnTo>
                <a:lnTo>
                  <a:pt x="5394" y="7752"/>
                </a:lnTo>
                <a:lnTo>
                  <a:pt x="6171" y="7200"/>
                </a:lnTo>
                <a:lnTo>
                  <a:pt x="6514" y="6314"/>
                </a:lnTo>
                <a:lnTo>
                  <a:pt x="6802" y="5432"/>
                </a:lnTo>
                <a:lnTo>
                  <a:pt x="7042" y="4548"/>
                </a:lnTo>
                <a:lnTo>
                  <a:pt x="7238" y="3659"/>
                </a:lnTo>
                <a:lnTo>
                  <a:pt x="7398" y="2763"/>
                </a:lnTo>
                <a:lnTo>
                  <a:pt x="7526" y="1858"/>
                </a:lnTo>
                <a:lnTo>
                  <a:pt x="7629" y="937"/>
                </a:lnTo>
                <a:lnTo>
                  <a:pt x="7714" y="0"/>
                </a:lnTo>
                <a:close/>
              </a:path>
            </a:pathLst>
          </a:custGeom>
          <a:solidFill>
            <a:srgbClr val="C5CDD2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3" name="contour_05551"/>
          <p:cNvSpPr/>
          <p:nvPr/>
        </p:nvSpPr>
        <p:spPr>
          <a:xfrm>
            <a:off x="8442581" y="2725709"/>
            <a:ext cx="82369" cy="606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12" y="0"/>
                </a:moveTo>
                <a:lnTo>
                  <a:pt x="20060" y="0"/>
                </a:lnTo>
                <a:lnTo>
                  <a:pt x="21023" y="0"/>
                </a:lnTo>
                <a:lnTo>
                  <a:pt x="21287" y="3387"/>
                </a:lnTo>
                <a:lnTo>
                  <a:pt x="21478" y="6134"/>
                </a:lnTo>
                <a:lnTo>
                  <a:pt x="21587" y="8341"/>
                </a:lnTo>
                <a:lnTo>
                  <a:pt x="21600" y="10118"/>
                </a:lnTo>
                <a:lnTo>
                  <a:pt x="21506" y="11570"/>
                </a:lnTo>
                <a:lnTo>
                  <a:pt x="21292" y="12805"/>
                </a:lnTo>
                <a:lnTo>
                  <a:pt x="20946" y="13925"/>
                </a:lnTo>
                <a:lnTo>
                  <a:pt x="20455" y="15038"/>
                </a:lnTo>
                <a:lnTo>
                  <a:pt x="19809" y="16249"/>
                </a:lnTo>
                <a:lnTo>
                  <a:pt x="18993" y="17668"/>
                </a:lnTo>
                <a:lnTo>
                  <a:pt x="17866" y="18812"/>
                </a:lnTo>
                <a:lnTo>
                  <a:pt x="16690" y="19712"/>
                </a:lnTo>
                <a:lnTo>
                  <a:pt x="15475" y="20399"/>
                </a:lnTo>
                <a:lnTo>
                  <a:pt x="14221" y="20900"/>
                </a:lnTo>
                <a:lnTo>
                  <a:pt x="12935" y="21245"/>
                </a:lnTo>
                <a:lnTo>
                  <a:pt x="11622" y="21455"/>
                </a:lnTo>
                <a:lnTo>
                  <a:pt x="10288" y="21566"/>
                </a:lnTo>
                <a:lnTo>
                  <a:pt x="8935" y="21600"/>
                </a:lnTo>
                <a:lnTo>
                  <a:pt x="7570" y="21587"/>
                </a:lnTo>
                <a:lnTo>
                  <a:pt x="6198" y="21553"/>
                </a:lnTo>
                <a:lnTo>
                  <a:pt x="4822" y="21530"/>
                </a:lnTo>
                <a:lnTo>
                  <a:pt x="3117" y="21037"/>
                </a:lnTo>
                <a:lnTo>
                  <a:pt x="2104" y="20516"/>
                </a:lnTo>
                <a:lnTo>
                  <a:pt x="1384" y="19644"/>
                </a:lnTo>
                <a:lnTo>
                  <a:pt x="552" y="18104"/>
                </a:lnTo>
                <a:lnTo>
                  <a:pt x="279" y="16843"/>
                </a:lnTo>
                <a:lnTo>
                  <a:pt x="0" y="15562"/>
                </a:lnTo>
                <a:lnTo>
                  <a:pt x="1263" y="15562"/>
                </a:lnTo>
                <a:lnTo>
                  <a:pt x="2534" y="15562"/>
                </a:lnTo>
                <a:lnTo>
                  <a:pt x="3822" y="15562"/>
                </a:lnTo>
                <a:lnTo>
                  <a:pt x="3822" y="13848"/>
                </a:lnTo>
                <a:lnTo>
                  <a:pt x="3822" y="12123"/>
                </a:lnTo>
                <a:lnTo>
                  <a:pt x="3822" y="10375"/>
                </a:lnTo>
                <a:lnTo>
                  <a:pt x="4959" y="9158"/>
                </a:lnTo>
                <a:lnTo>
                  <a:pt x="6121" y="8129"/>
                </a:lnTo>
                <a:lnTo>
                  <a:pt x="7310" y="7273"/>
                </a:lnTo>
                <a:lnTo>
                  <a:pt x="8526" y="6575"/>
                </a:lnTo>
                <a:lnTo>
                  <a:pt x="9764" y="6022"/>
                </a:lnTo>
                <a:lnTo>
                  <a:pt x="11029" y="5605"/>
                </a:lnTo>
                <a:lnTo>
                  <a:pt x="12317" y="5309"/>
                </a:lnTo>
                <a:lnTo>
                  <a:pt x="13630" y="5122"/>
                </a:lnTo>
                <a:lnTo>
                  <a:pt x="14966" y="5029"/>
                </a:lnTo>
                <a:lnTo>
                  <a:pt x="16325" y="5016"/>
                </a:lnTo>
                <a:lnTo>
                  <a:pt x="17707" y="5073"/>
                </a:lnTo>
                <a:lnTo>
                  <a:pt x="19112" y="5187"/>
                </a:lnTo>
                <a:lnTo>
                  <a:pt x="19112" y="3473"/>
                </a:lnTo>
                <a:lnTo>
                  <a:pt x="19112" y="1748"/>
                </a:lnTo>
                <a:lnTo>
                  <a:pt x="19112" y="0"/>
                </a:lnTo>
                <a:close/>
              </a:path>
            </a:pathLst>
          </a:custGeom>
          <a:solidFill>
            <a:srgbClr val="5C5479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4" name="contour_05552"/>
          <p:cNvSpPr/>
          <p:nvPr/>
        </p:nvSpPr>
        <p:spPr>
          <a:xfrm>
            <a:off x="4346730" y="2644827"/>
            <a:ext cx="51016" cy="738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74" y="0"/>
                </a:moveTo>
                <a:lnTo>
                  <a:pt x="11041" y="43"/>
                </a:lnTo>
                <a:lnTo>
                  <a:pt x="12908" y="85"/>
                </a:lnTo>
                <a:lnTo>
                  <a:pt x="14777" y="126"/>
                </a:lnTo>
                <a:lnTo>
                  <a:pt x="16644" y="168"/>
                </a:lnTo>
                <a:lnTo>
                  <a:pt x="18514" y="209"/>
                </a:lnTo>
                <a:lnTo>
                  <a:pt x="18573" y="1475"/>
                </a:lnTo>
                <a:lnTo>
                  <a:pt x="18625" y="2738"/>
                </a:lnTo>
                <a:lnTo>
                  <a:pt x="18669" y="4004"/>
                </a:lnTo>
                <a:lnTo>
                  <a:pt x="18709" y="5269"/>
                </a:lnTo>
                <a:lnTo>
                  <a:pt x="18761" y="6682"/>
                </a:lnTo>
                <a:lnTo>
                  <a:pt x="18817" y="8116"/>
                </a:lnTo>
                <a:lnTo>
                  <a:pt x="18613" y="9742"/>
                </a:lnTo>
                <a:lnTo>
                  <a:pt x="18335" y="10812"/>
                </a:lnTo>
                <a:lnTo>
                  <a:pt x="17786" y="11803"/>
                </a:lnTo>
                <a:lnTo>
                  <a:pt x="16780" y="13192"/>
                </a:lnTo>
                <a:lnTo>
                  <a:pt x="16444" y="13673"/>
                </a:lnTo>
                <a:lnTo>
                  <a:pt x="15429" y="15124"/>
                </a:lnTo>
                <a:lnTo>
                  <a:pt x="17153" y="16539"/>
                </a:lnTo>
                <a:lnTo>
                  <a:pt x="18369" y="17456"/>
                </a:lnTo>
                <a:lnTo>
                  <a:pt x="19659" y="18272"/>
                </a:lnTo>
                <a:lnTo>
                  <a:pt x="21600" y="19386"/>
                </a:lnTo>
                <a:lnTo>
                  <a:pt x="18187" y="20275"/>
                </a:lnTo>
                <a:lnTo>
                  <a:pt x="15564" y="20925"/>
                </a:lnTo>
                <a:lnTo>
                  <a:pt x="13546" y="21353"/>
                </a:lnTo>
                <a:lnTo>
                  <a:pt x="11954" y="21572"/>
                </a:lnTo>
                <a:lnTo>
                  <a:pt x="10612" y="21600"/>
                </a:lnTo>
                <a:lnTo>
                  <a:pt x="9337" y="21451"/>
                </a:lnTo>
                <a:lnTo>
                  <a:pt x="7949" y="21142"/>
                </a:lnTo>
                <a:lnTo>
                  <a:pt x="6270" y="20684"/>
                </a:lnTo>
                <a:lnTo>
                  <a:pt x="4548" y="19684"/>
                </a:lnTo>
                <a:lnTo>
                  <a:pt x="3147" y="18721"/>
                </a:lnTo>
                <a:lnTo>
                  <a:pt x="1978" y="17701"/>
                </a:lnTo>
                <a:lnTo>
                  <a:pt x="957" y="16533"/>
                </a:lnTo>
                <a:lnTo>
                  <a:pt x="0" y="15124"/>
                </a:lnTo>
                <a:lnTo>
                  <a:pt x="19" y="11521"/>
                </a:lnTo>
                <a:lnTo>
                  <a:pt x="80" y="8568"/>
                </a:lnTo>
                <a:lnTo>
                  <a:pt x="219" y="6194"/>
                </a:lnTo>
                <a:lnTo>
                  <a:pt x="478" y="4338"/>
                </a:lnTo>
                <a:lnTo>
                  <a:pt x="901" y="2926"/>
                </a:lnTo>
                <a:lnTo>
                  <a:pt x="1531" y="1892"/>
                </a:lnTo>
                <a:lnTo>
                  <a:pt x="2401" y="1168"/>
                </a:lnTo>
                <a:lnTo>
                  <a:pt x="3561" y="684"/>
                </a:lnTo>
                <a:lnTo>
                  <a:pt x="5048" y="375"/>
                </a:lnTo>
                <a:lnTo>
                  <a:pt x="6906" y="168"/>
                </a:lnTo>
                <a:lnTo>
                  <a:pt x="9174" y="0"/>
                </a:lnTo>
                <a:close/>
              </a:path>
            </a:pathLst>
          </a:custGeom>
          <a:solidFill>
            <a:srgbClr val="93855D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5" name="contour_05553"/>
          <p:cNvSpPr/>
          <p:nvPr/>
        </p:nvSpPr>
        <p:spPr>
          <a:xfrm>
            <a:off x="731886" y="2565373"/>
            <a:ext cx="102032" cy="51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648" y="0"/>
                </a:lnTo>
                <a:lnTo>
                  <a:pt x="6674" y="0"/>
                </a:lnTo>
                <a:lnTo>
                  <a:pt x="7714" y="0"/>
                </a:lnTo>
                <a:lnTo>
                  <a:pt x="7714" y="1815"/>
                </a:lnTo>
                <a:lnTo>
                  <a:pt x="7714" y="3637"/>
                </a:lnTo>
                <a:lnTo>
                  <a:pt x="7714" y="5464"/>
                </a:lnTo>
                <a:lnTo>
                  <a:pt x="7714" y="7307"/>
                </a:lnTo>
                <a:lnTo>
                  <a:pt x="7714" y="9168"/>
                </a:lnTo>
                <a:lnTo>
                  <a:pt x="8771" y="9400"/>
                </a:lnTo>
                <a:lnTo>
                  <a:pt x="9830" y="9633"/>
                </a:lnTo>
                <a:lnTo>
                  <a:pt x="10888" y="9868"/>
                </a:lnTo>
                <a:lnTo>
                  <a:pt x="11948" y="10100"/>
                </a:lnTo>
                <a:lnTo>
                  <a:pt x="13009" y="10332"/>
                </a:lnTo>
                <a:lnTo>
                  <a:pt x="14072" y="10568"/>
                </a:lnTo>
                <a:lnTo>
                  <a:pt x="15139" y="10803"/>
                </a:lnTo>
                <a:lnTo>
                  <a:pt x="16206" y="11038"/>
                </a:lnTo>
                <a:lnTo>
                  <a:pt x="17277" y="11274"/>
                </a:lnTo>
                <a:lnTo>
                  <a:pt x="18352" y="11509"/>
                </a:lnTo>
                <a:lnTo>
                  <a:pt x="19431" y="11747"/>
                </a:lnTo>
                <a:lnTo>
                  <a:pt x="20512" y="11986"/>
                </a:lnTo>
                <a:lnTo>
                  <a:pt x="21600" y="12224"/>
                </a:lnTo>
                <a:lnTo>
                  <a:pt x="21600" y="14244"/>
                </a:lnTo>
                <a:lnTo>
                  <a:pt x="21600" y="16276"/>
                </a:lnTo>
                <a:lnTo>
                  <a:pt x="21600" y="18336"/>
                </a:lnTo>
                <a:lnTo>
                  <a:pt x="19528" y="18837"/>
                </a:lnTo>
                <a:lnTo>
                  <a:pt x="17658" y="19287"/>
                </a:lnTo>
                <a:lnTo>
                  <a:pt x="15973" y="19687"/>
                </a:lnTo>
                <a:lnTo>
                  <a:pt x="14458" y="20044"/>
                </a:lnTo>
                <a:lnTo>
                  <a:pt x="13096" y="20356"/>
                </a:lnTo>
                <a:lnTo>
                  <a:pt x="11871" y="20628"/>
                </a:lnTo>
                <a:lnTo>
                  <a:pt x="10765" y="20860"/>
                </a:lnTo>
                <a:lnTo>
                  <a:pt x="9765" y="21059"/>
                </a:lnTo>
                <a:lnTo>
                  <a:pt x="8851" y="21221"/>
                </a:lnTo>
                <a:lnTo>
                  <a:pt x="8011" y="21349"/>
                </a:lnTo>
                <a:lnTo>
                  <a:pt x="7227" y="21450"/>
                </a:lnTo>
                <a:lnTo>
                  <a:pt x="6482" y="21524"/>
                </a:lnTo>
                <a:lnTo>
                  <a:pt x="5759" y="21569"/>
                </a:lnTo>
                <a:lnTo>
                  <a:pt x="5045" y="21594"/>
                </a:lnTo>
                <a:lnTo>
                  <a:pt x="4322" y="21600"/>
                </a:lnTo>
                <a:lnTo>
                  <a:pt x="3572" y="21585"/>
                </a:lnTo>
                <a:lnTo>
                  <a:pt x="2782" y="21554"/>
                </a:lnTo>
                <a:lnTo>
                  <a:pt x="1933" y="21511"/>
                </a:lnTo>
                <a:lnTo>
                  <a:pt x="1012" y="21456"/>
                </a:lnTo>
                <a:lnTo>
                  <a:pt x="0" y="21392"/>
                </a:lnTo>
                <a:lnTo>
                  <a:pt x="290" y="19119"/>
                </a:lnTo>
                <a:lnTo>
                  <a:pt x="515" y="17505"/>
                </a:lnTo>
                <a:lnTo>
                  <a:pt x="750" y="16111"/>
                </a:lnTo>
                <a:lnTo>
                  <a:pt x="1068" y="14498"/>
                </a:lnTo>
                <a:lnTo>
                  <a:pt x="1543" y="12224"/>
                </a:lnTo>
                <a:lnTo>
                  <a:pt x="2563" y="12224"/>
                </a:lnTo>
                <a:lnTo>
                  <a:pt x="3589" y="12224"/>
                </a:lnTo>
                <a:lnTo>
                  <a:pt x="4629" y="12224"/>
                </a:lnTo>
                <a:lnTo>
                  <a:pt x="4629" y="10207"/>
                </a:lnTo>
                <a:lnTo>
                  <a:pt x="4629" y="8187"/>
                </a:lnTo>
                <a:lnTo>
                  <a:pt x="4629" y="6158"/>
                </a:lnTo>
                <a:lnTo>
                  <a:pt x="4629" y="4120"/>
                </a:lnTo>
                <a:lnTo>
                  <a:pt x="4629" y="2069"/>
                </a:lnTo>
                <a:lnTo>
                  <a:pt x="4629" y="0"/>
                </a:lnTo>
                <a:close/>
              </a:path>
            </a:pathLst>
          </a:custGeom>
          <a:solidFill>
            <a:srgbClr val="4F4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6" name="contour_05554"/>
          <p:cNvSpPr/>
          <p:nvPr/>
        </p:nvSpPr>
        <p:spPr>
          <a:xfrm>
            <a:off x="7181212" y="2543509"/>
            <a:ext cx="102578" cy="882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61" y="0"/>
                </a:moveTo>
                <a:lnTo>
                  <a:pt x="16474" y="0"/>
                </a:lnTo>
                <a:lnTo>
                  <a:pt x="17489" y="0"/>
                </a:lnTo>
                <a:lnTo>
                  <a:pt x="18508" y="0"/>
                </a:lnTo>
                <a:lnTo>
                  <a:pt x="19531" y="0"/>
                </a:lnTo>
                <a:lnTo>
                  <a:pt x="20561" y="0"/>
                </a:lnTo>
                <a:lnTo>
                  <a:pt x="21600" y="0"/>
                </a:lnTo>
                <a:lnTo>
                  <a:pt x="21336" y="1300"/>
                </a:lnTo>
                <a:lnTo>
                  <a:pt x="21055" y="2545"/>
                </a:lnTo>
                <a:lnTo>
                  <a:pt x="20745" y="3734"/>
                </a:lnTo>
                <a:lnTo>
                  <a:pt x="20391" y="4868"/>
                </a:lnTo>
                <a:lnTo>
                  <a:pt x="19973" y="5945"/>
                </a:lnTo>
                <a:lnTo>
                  <a:pt x="19481" y="6963"/>
                </a:lnTo>
                <a:lnTo>
                  <a:pt x="18896" y="7925"/>
                </a:lnTo>
                <a:lnTo>
                  <a:pt x="18204" y="8825"/>
                </a:lnTo>
                <a:lnTo>
                  <a:pt x="17390" y="9667"/>
                </a:lnTo>
                <a:lnTo>
                  <a:pt x="16439" y="10448"/>
                </a:lnTo>
                <a:lnTo>
                  <a:pt x="15465" y="10951"/>
                </a:lnTo>
                <a:lnTo>
                  <a:pt x="14490" y="11448"/>
                </a:lnTo>
                <a:lnTo>
                  <a:pt x="13512" y="11942"/>
                </a:lnTo>
                <a:lnTo>
                  <a:pt x="12533" y="12431"/>
                </a:lnTo>
                <a:lnTo>
                  <a:pt x="11553" y="12914"/>
                </a:lnTo>
                <a:lnTo>
                  <a:pt x="10540" y="13590"/>
                </a:lnTo>
                <a:lnTo>
                  <a:pt x="9657" y="14307"/>
                </a:lnTo>
                <a:lnTo>
                  <a:pt x="8884" y="15073"/>
                </a:lnTo>
                <a:lnTo>
                  <a:pt x="8198" y="15901"/>
                </a:lnTo>
                <a:lnTo>
                  <a:pt x="7573" y="16800"/>
                </a:lnTo>
                <a:lnTo>
                  <a:pt x="6989" y="17780"/>
                </a:lnTo>
                <a:lnTo>
                  <a:pt x="6422" y="18852"/>
                </a:lnTo>
                <a:lnTo>
                  <a:pt x="5852" y="20025"/>
                </a:lnTo>
                <a:lnTo>
                  <a:pt x="5159" y="20823"/>
                </a:lnTo>
                <a:lnTo>
                  <a:pt x="4556" y="21252"/>
                </a:lnTo>
                <a:lnTo>
                  <a:pt x="3712" y="21463"/>
                </a:lnTo>
                <a:lnTo>
                  <a:pt x="2291" y="21600"/>
                </a:lnTo>
                <a:lnTo>
                  <a:pt x="1211" y="21500"/>
                </a:lnTo>
                <a:lnTo>
                  <a:pt x="115" y="21398"/>
                </a:lnTo>
                <a:lnTo>
                  <a:pt x="40" y="20090"/>
                </a:lnTo>
                <a:lnTo>
                  <a:pt x="0" y="18836"/>
                </a:lnTo>
                <a:lnTo>
                  <a:pt x="8" y="17627"/>
                </a:lnTo>
                <a:lnTo>
                  <a:pt x="74" y="16452"/>
                </a:lnTo>
                <a:lnTo>
                  <a:pt x="209" y="15300"/>
                </a:lnTo>
                <a:lnTo>
                  <a:pt x="424" y="14160"/>
                </a:lnTo>
                <a:lnTo>
                  <a:pt x="727" y="13021"/>
                </a:lnTo>
                <a:lnTo>
                  <a:pt x="1133" y="11871"/>
                </a:lnTo>
                <a:lnTo>
                  <a:pt x="1650" y="10699"/>
                </a:lnTo>
                <a:lnTo>
                  <a:pt x="2606" y="10245"/>
                </a:lnTo>
                <a:lnTo>
                  <a:pt x="3574" y="9861"/>
                </a:lnTo>
                <a:lnTo>
                  <a:pt x="4556" y="9540"/>
                </a:lnTo>
                <a:lnTo>
                  <a:pt x="5549" y="9274"/>
                </a:lnTo>
                <a:lnTo>
                  <a:pt x="6551" y="9055"/>
                </a:lnTo>
                <a:lnTo>
                  <a:pt x="7561" y="8875"/>
                </a:lnTo>
                <a:lnTo>
                  <a:pt x="8579" y="8725"/>
                </a:lnTo>
                <a:lnTo>
                  <a:pt x="9601" y="8597"/>
                </a:lnTo>
                <a:lnTo>
                  <a:pt x="10626" y="8485"/>
                </a:lnTo>
                <a:lnTo>
                  <a:pt x="12248" y="8260"/>
                </a:lnTo>
                <a:lnTo>
                  <a:pt x="13311" y="8078"/>
                </a:lnTo>
                <a:lnTo>
                  <a:pt x="14047" y="7873"/>
                </a:lnTo>
                <a:lnTo>
                  <a:pt x="14685" y="7579"/>
                </a:lnTo>
                <a:lnTo>
                  <a:pt x="15461" y="7133"/>
                </a:lnTo>
                <a:lnTo>
                  <a:pt x="15715" y="5888"/>
                </a:lnTo>
                <a:lnTo>
                  <a:pt x="15830" y="4734"/>
                </a:lnTo>
                <a:lnTo>
                  <a:pt x="15836" y="3622"/>
                </a:lnTo>
                <a:lnTo>
                  <a:pt x="15759" y="2496"/>
                </a:lnTo>
                <a:lnTo>
                  <a:pt x="15626" y="1307"/>
                </a:lnTo>
                <a:lnTo>
                  <a:pt x="15461" y="0"/>
                </a:lnTo>
                <a:close/>
              </a:path>
            </a:pathLst>
          </a:custGeom>
          <a:solidFill>
            <a:srgbClr val="C5C8C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7" name="contour_05555"/>
          <p:cNvSpPr/>
          <p:nvPr/>
        </p:nvSpPr>
        <p:spPr>
          <a:xfrm>
            <a:off x="8041741" y="2572661"/>
            <a:ext cx="1020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45" y="1426"/>
                </a:lnTo>
                <a:lnTo>
                  <a:pt x="21091" y="2851"/>
                </a:lnTo>
                <a:lnTo>
                  <a:pt x="20836" y="4279"/>
                </a:lnTo>
                <a:lnTo>
                  <a:pt x="20580" y="5709"/>
                </a:lnTo>
                <a:lnTo>
                  <a:pt x="20326" y="7141"/>
                </a:lnTo>
                <a:lnTo>
                  <a:pt x="20068" y="8575"/>
                </a:lnTo>
                <a:lnTo>
                  <a:pt x="19812" y="10014"/>
                </a:lnTo>
                <a:lnTo>
                  <a:pt x="19554" y="11457"/>
                </a:lnTo>
                <a:lnTo>
                  <a:pt x="19297" y="12904"/>
                </a:lnTo>
                <a:lnTo>
                  <a:pt x="19036" y="14355"/>
                </a:lnTo>
                <a:lnTo>
                  <a:pt x="18777" y="15816"/>
                </a:lnTo>
                <a:lnTo>
                  <a:pt x="18514" y="17280"/>
                </a:lnTo>
                <a:lnTo>
                  <a:pt x="18209" y="15997"/>
                </a:lnTo>
                <a:lnTo>
                  <a:pt x="17902" y="14710"/>
                </a:lnTo>
                <a:lnTo>
                  <a:pt x="17595" y="13418"/>
                </a:lnTo>
                <a:lnTo>
                  <a:pt x="17285" y="12115"/>
                </a:lnTo>
                <a:lnTo>
                  <a:pt x="16971" y="10800"/>
                </a:lnTo>
                <a:lnTo>
                  <a:pt x="15959" y="11398"/>
                </a:lnTo>
                <a:lnTo>
                  <a:pt x="14947" y="11997"/>
                </a:lnTo>
                <a:lnTo>
                  <a:pt x="13938" y="12595"/>
                </a:lnTo>
                <a:lnTo>
                  <a:pt x="12929" y="13198"/>
                </a:lnTo>
                <a:lnTo>
                  <a:pt x="11920" y="13805"/>
                </a:lnTo>
                <a:lnTo>
                  <a:pt x="10914" y="14414"/>
                </a:lnTo>
                <a:lnTo>
                  <a:pt x="9910" y="15027"/>
                </a:lnTo>
                <a:lnTo>
                  <a:pt x="8907" y="15647"/>
                </a:lnTo>
                <a:lnTo>
                  <a:pt x="7907" y="16273"/>
                </a:lnTo>
                <a:lnTo>
                  <a:pt x="6909" y="16906"/>
                </a:lnTo>
                <a:lnTo>
                  <a:pt x="5914" y="17548"/>
                </a:lnTo>
                <a:lnTo>
                  <a:pt x="4920" y="18198"/>
                </a:lnTo>
                <a:lnTo>
                  <a:pt x="3930" y="18857"/>
                </a:lnTo>
                <a:lnTo>
                  <a:pt x="2942" y="19524"/>
                </a:lnTo>
                <a:lnTo>
                  <a:pt x="1958" y="20205"/>
                </a:lnTo>
                <a:lnTo>
                  <a:pt x="977" y="20896"/>
                </a:lnTo>
                <a:lnTo>
                  <a:pt x="0" y="21600"/>
                </a:lnTo>
                <a:lnTo>
                  <a:pt x="437" y="20069"/>
                </a:lnTo>
                <a:lnTo>
                  <a:pt x="916" y="18608"/>
                </a:lnTo>
                <a:lnTo>
                  <a:pt x="1439" y="17213"/>
                </a:lnTo>
                <a:lnTo>
                  <a:pt x="2001" y="15880"/>
                </a:lnTo>
                <a:lnTo>
                  <a:pt x="2603" y="14604"/>
                </a:lnTo>
                <a:lnTo>
                  <a:pt x="3242" y="13379"/>
                </a:lnTo>
                <a:lnTo>
                  <a:pt x="3917" y="12204"/>
                </a:lnTo>
                <a:lnTo>
                  <a:pt x="4627" y="11072"/>
                </a:lnTo>
                <a:lnTo>
                  <a:pt x="5371" y="9981"/>
                </a:lnTo>
                <a:lnTo>
                  <a:pt x="6145" y="8925"/>
                </a:lnTo>
                <a:lnTo>
                  <a:pt x="6951" y="7899"/>
                </a:lnTo>
                <a:lnTo>
                  <a:pt x="7785" y="6901"/>
                </a:lnTo>
                <a:lnTo>
                  <a:pt x="8648" y="5925"/>
                </a:lnTo>
                <a:lnTo>
                  <a:pt x="9536" y="4968"/>
                </a:lnTo>
                <a:lnTo>
                  <a:pt x="10448" y="4024"/>
                </a:lnTo>
                <a:lnTo>
                  <a:pt x="11385" y="3089"/>
                </a:lnTo>
                <a:lnTo>
                  <a:pt x="12343" y="2160"/>
                </a:lnTo>
                <a:lnTo>
                  <a:pt x="13446" y="1536"/>
                </a:lnTo>
                <a:lnTo>
                  <a:pt x="14457" y="1045"/>
                </a:lnTo>
                <a:lnTo>
                  <a:pt x="15407" y="672"/>
                </a:lnTo>
                <a:lnTo>
                  <a:pt x="16328" y="400"/>
                </a:lnTo>
                <a:lnTo>
                  <a:pt x="17252" y="214"/>
                </a:lnTo>
                <a:lnTo>
                  <a:pt x="18210" y="97"/>
                </a:lnTo>
                <a:lnTo>
                  <a:pt x="19233" y="32"/>
                </a:lnTo>
                <a:lnTo>
                  <a:pt x="20353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4B4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8" name="contour_05556"/>
          <p:cNvSpPr/>
          <p:nvPr/>
        </p:nvSpPr>
        <p:spPr>
          <a:xfrm>
            <a:off x="1284388" y="2541687"/>
            <a:ext cx="69003" cy="67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85" y="0"/>
                </a:moveTo>
                <a:lnTo>
                  <a:pt x="12541" y="290"/>
                </a:lnTo>
                <a:lnTo>
                  <a:pt x="14122" y="584"/>
                </a:lnTo>
                <a:lnTo>
                  <a:pt x="14756" y="2251"/>
                </a:lnTo>
                <a:lnTo>
                  <a:pt x="15192" y="3449"/>
                </a:lnTo>
                <a:lnTo>
                  <a:pt x="15538" y="4514"/>
                </a:lnTo>
                <a:lnTo>
                  <a:pt x="15906" y="5782"/>
                </a:lnTo>
                <a:lnTo>
                  <a:pt x="16403" y="7589"/>
                </a:lnTo>
                <a:lnTo>
                  <a:pt x="17605" y="8096"/>
                </a:lnTo>
                <a:lnTo>
                  <a:pt x="18828" y="8612"/>
                </a:lnTo>
                <a:lnTo>
                  <a:pt x="20352" y="9614"/>
                </a:lnTo>
                <a:lnTo>
                  <a:pt x="21046" y="10506"/>
                </a:lnTo>
                <a:lnTo>
                  <a:pt x="21500" y="12049"/>
                </a:lnTo>
                <a:lnTo>
                  <a:pt x="21584" y="13569"/>
                </a:lnTo>
                <a:lnTo>
                  <a:pt x="21600" y="14996"/>
                </a:lnTo>
                <a:lnTo>
                  <a:pt x="21522" y="16386"/>
                </a:lnTo>
                <a:lnTo>
                  <a:pt x="21319" y="17791"/>
                </a:lnTo>
                <a:lnTo>
                  <a:pt x="20966" y="19265"/>
                </a:lnTo>
                <a:lnTo>
                  <a:pt x="19268" y="20124"/>
                </a:lnTo>
                <a:lnTo>
                  <a:pt x="18064" y="20675"/>
                </a:lnTo>
                <a:lnTo>
                  <a:pt x="17024" y="21030"/>
                </a:lnTo>
                <a:lnTo>
                  <a:pt x="15819" y="21301"/>
                </a:lnTo>
                <a:lnTo>
                  <a:pt x="14122" y="21600"/>
                </a:lnTo>
                <a:lnTo>
                  <a:pt x="13745" y="20059"/>
                </a:lnTo>
                <a:lnTo>
                  <a:pt x="13369" y="18515"/>
                </a:lnTo>
                <a:lnTo>
                  <a:pt x="12990" y="16965"/>
                </a:lnTo>
                <a:lnTo>
                  <a:pt x="12609" y="15407"/>
                </a:lnTo>
                <a:lnTo>
                  <a:pt x="12226" y="13840"/>
                </a:lnTo>
                <a:lnTo>
                  <a:pt x="11840" y="12259"/>
                </a:lnTo>
                <a:lnTo>
                  <a:pt x="10428" y="12549"/>
                </a:lnTo>
                <a:lnTo>
                  <a:pt x="9016" y="12839"/>
                </a:lnTo>
                <a:lnTo>
                  <a:pt x="7599" y="13128"/>
                </a:lnTo>
                <a:lnTo>
                  <a:pt x="6180" y="13418"/>
                </a:lnTo>
                <a:lnTo>
                  <a:pt x="4754" y="13710"/>
                </a:lnTo>
                <a:lnTo>
                  <a:pt x="3322" y="14004"/>
                </a:lnTo>
                <a:lnTo>
                  <a:pt x="1882" y="14298"/>
                </a:lnTo>
                <a:lnTo>
                  <a:pt x="433" y="14595"/>
                </a:lnTo>
                <a:lnTo>
                  <a:pt x="217" y="11671"/>
                </a:lnTo>
                <a:lnTo>
                  <a:pt x="71" y="9506"/>
                </a:lnTo>
                <a:lnTo>
                  <a:pt x="0" y="7895"/>
                </a:lnTo>
                <a:lnTo>
                  <a:pt x="0" y="6636"/>
                </a:lnTo>
                <a:lnTo>
                  <a:pt x="71" y="5523"/>
                </a:lnTo>
                <a:lnTo>
                  <a:pt x="217" y="4353"/>
                </a:lnTo>
                <a:lnTo>
                  <a:pt x="433" y="2919"/>
                </a:lnTo>
                <a:lnTo>
                  <a:pt x="1925" y="2081"/>
                </a:lnTo>
                <a:lnTo>
                  <a:pt x="3365" y="1466"/>
                </a:lnTo>
                <a:lnTo>
                  <a:pt x="4791" y="1025"/>
                </a:lnTo>
                <a:lnTo>
                  <a:pt x="6233" y="710"/>
                </a:lnTo>
                <a:lnTo>
                  <a:pt x="7722" y="467"/>
                </a:lnTo>
                <a:lnTo>
                  <a:pt x="9297" y="248"/>
                </a:lnTo>
                <a:lnTo>
                  <a:pt x="10985" y="0"/>
                </a:lnTo>
                <a:close/>
              </a:path>
            </a:pathLst>
          </a:custGeom>
          <a:solidFill>
            <a:srgbClr val="0B0C0C"/>
          </a:solidFill>
          <a:ln>
            <a:noFill/>
          </a:ln>
        </p:spPr>
        <p:txBody>
          <a:bodyPr/>
          <a:lstStyle/>
          <a:p/>
        </p:txBody>
      </p:sp>
      <p:sp>
        <p:nvSpPr>
          <p:cNvPr id="5559" name="contour_05557"/>
          <p:cNvSpPr/>
          <p:nvPr/>
        </p:nvSpPr>
        <p:spPr>
          <a:xfrm>
            <a:off x="1926410" y="2505932"/>
            <a:ext cx="74199" cy="40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1" y="366"/>
                </a:moveTo>
                <a:lnTo>
                  <a:pt x="14389" y="393"/>
                </a:lnTo>
                <a:lnTo>
                  <a:pt x="15596" y="420"/>
                </a:lnTo>
                <a:lnTo>
                  <a:pt x="17051" y="455"/>
                </a:lnTo>
                <a:lnTo>
                  <a:pt x="18509" y="502"/>
                </a:lnTo>
                <a:lnTo>
                  <a:pt x="19966" y="553"/>
                </a:lnTo>
                <a:lnTo>
                  <a:pt x="21422" y="607"/>
                </a:lnTo>
                <a:lnTo>
                  <a:pt x="21541" y="3363"/>
                </a:lnTo>
                <a:lnTo>
                  <a:pt x="21600" y="5966"/>
                </a:lnTo>
                <a:lnTo>
                  <a:pt x="21575" y="8449"/>
                </a:lnTo>
                <a:lnTo>
                  <a:pt x="21441" y="10835"/>
                </a:lnTo>
                <a:lnTo>
                  <a:pt x="21174" y="13162"/>
                </a:lnTo>
                <a:lnTo>
                  <a:pt x="20743" y="15455"/>
                </a:lnTo>
                <a:lnTo>
                  <a:pt x="20128" y="17743"/>
                </a:lnTo>
                <a:lnTo>
                  <a:pt x="19300" y="20067"/>
                </a:lnTo>
                <a:lnTo>
                  <a:pt x="17877" y="20643"/>
                </a:lnTo>
                <a:lnTo>
                  <a:pt x="16434" y="21071"/>
                </a:lnTo>
                <a:lnTo>
                  <a:pt x="14974" y="21363"/>
                </a:lnTo>
                <a:lnTo>
                  <a:pt x="13502" y="21534"/>
                </a:lnTo>
                <a:lnTo>
                  <a:pt x="12021" y="21600"/>
                </a:lnTo>
                <a:lnTo>
                  <a:pt x="10532" y="21569"/>
                </a:lnTo>
                <a:lnTo>
                  <a:pt x="9040" y="21468"/>
                </a:lnTo>
                <a:lnTo>
                  <a:pt x="7549" y="21300"/>
                </a:lnTo>
                <a:lnTo>
                  <a:pt x="6061" y="21086"/>
                </a:lnTo>
                <a:lnTo>
                  <a:pt x="4578" y="20841"/>
                </a:lnTo>
                <a:lnTo>
                  <a:pt x="3106" y="20580"/>
                </a:lnTo>
                <a:lnTo>
                  <a:pt x="1648" y="20316"/>
                </a:lnTo>
                <a:lnTo>
                  <a:pt x="206" y="20067"/>
                </a:lnTo>
                <a:lnTo>
                  <a:pt x="115" y="17397"/>
                </a:lnTo>
                <a:lnTo>
                  <a:pt x="42" y="14805"/>
                </a:lnTo>
                <a:lnTo>
                  <a:pt x="0" y="12252"/>
                </a:lnTo>
                <a:lnTo>
                  <a:pt x="4" y="9706"/>
                </a:lnTo>
                <a:lnTo>
                  <a:pt x="68" y="7134"/>
                </a:lnTo>
                <a:lnTo>
                  <a:pt x="206" y="4499"/>
                </a:lnTo>
                <a:lnTo>
                  <a:pt x="1375" y="2748"/>
                </a:lnTo>
                <a:lnTo>
                  <a:pt x="2667" y="1502"/>
                </a:lnTo>
                <a:lnTo>
                  <a:pt x="4061" y="681"/>
                </a:lnTo>
                <a:lnTo>
                  <a:pt x="5531" y="210"/>
                </a:lnTo>
                <a:lnTo>
                  <a:pt x="7052" y="8"/>
                </a:lnTo>
                <a:lnTo>
                  <a:pt x="8605" y="0"/>
                </a:lnTo>
                <a:lnTo>
                  <a:pt x="10162" y="109"/>
                </a:lnTo>
                <a:lnTo>
                  <a:pt x="11703" y="257"/>
                </a:lnTo>
                <a:lnTo>
                  <a:pt x="13201" y="366"/>
                </a:lnTo>
                <a:close/>
              </a:path>
            </a:pathLst>
          </a:custGeom>
          <a:solidFill>
            <a:srgbClr val="0C0D0C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0" name="contour_05558"/>
          <p:cNvSpPr/>
          <p:nvPr/>
        </p:nvSpPr>
        <p:spPr>
          <a:xfrm>
            <a:off x="746462" y="2483383"/>
            <a:ext cx="59135" cy="67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54" y="0"/>
                </a:moveTo>
                <a:lnTo>
                  <a:pt x="12131" y="5"/>
                </a:lnTo>
                <a:lnTo>
                  <a:pt x="13286" y="37"/>
                </a:lnTo>
                <a:lnTo>
                  <a:pt x="14500" y="127"/>
                </a:lnTo>
                <a:lnTo>
                  <a:pt x="16153" y="300"/>
                </a:lnTo>
                <a:lnTo>
                  <a:pt x="18634" y="586"/>
                </a:lnTo>
                <a:lnTo>
                  <a:pt x="19494" y="3754"/>
                </a:lnTo>
                <a:lnTo>
                  <a:pt x="20202" y="6414"/>
                </a:lnTo>
                <a:lnTo>
                  <a:pt x="20761" y="8629"/>
                </a:lnTo>
                <a:lnTo>
                  <a:pt x="21177" y="10464"/>
                </a:lnTo>
                <a:lnTo>
                  <a:pt x="21451" y="11980"/>
                </a:lnTo>
                <a:lnTo>
                  <a:pt x="21592" y="13248"/>
                </a:lnTo>
                <a:lnTo>
                  <a:pt x="21600" y="14328"/>
                </a:lnTo>
                <a:lnTo>
                  <a:pt x="21478" y="15287"/>
                </a:lnTo>
                <a:lnTo>
                  <a:pt x="21235" y="16187"/>
                </a:lnTo>
                <a:lnTo>
                  <a:pt x="20871" y="17093"/>
                </a:lnTo>
                <a:lnTo>
                  <a:pt x="20391" y="18073"/>
                </a:lnTo>
                <a:lnTo>
                  <a:pt x="19800" y="19189"/>
                </a:lnTo>
                <a:lnTo>
                  <a:pt x="17900" y="20402"/>
                </a:lnTo>
                <a:lnTo>
                  <a:pt x="16547" y="21134"/>
                </a:lnTo>
                <a:lnTo>
                  <a:pt x="15371" y="21495"/>
                </a:lnTo>
                <a:lnTo>
                  <a:pt x="13994" y="21600"/>
                </a:lnTo>
                <a:lnTo>
                  <a:pt x="12051" y="21567"/>
                </a:lnTo>
                <a:lnTo>
                  <a:pt x="10308" y="21309"/>
                </a:lnTo>
                <a:lnTo>
                  <a:pt x="8575" y="21033"/>
                </a:lnTo>
                <a:lnTo>
                  <a:pt x="6852" y="20735"/>
                </a:lnTo>
                <a:lnTo>
                  <a:pt x="5138" y="20417"/>
                </a:lnTo>
                <a:lnTo>
                  <a:pt x="3426" y="20079"/>
                </a:lnTo>
                <a:lnTo>
                  <a:pt x="1714" y="19718"/>
                </a:lnTo>
                <a:lnTo>
                  <a:pt x="0" y="19334"/>
                </a:lnTo>
                <a:lnTo>
                  <a:pt x="532" y="17764"/>
                </a:lnTo>
                <a:lnTo>
                  <a:pt x="1073" y="16198"/>
                </a:lnTo>
                <a:lnTo>
                  <a:pt x="1624" y="14635"/>
                </a:lnTo>
                <a:lnTo>
                  <a:pt x="2183" y="13077"/>
                </a:lnTo>
                <a:lnTo>
                  <a:pt x="2750" y="11518"/>
                </a:lnTo>
                <a:lnTo>
                  <a:pt x="3328" y="9960"/>
                </a:lnTo>
                <a:lnTo>
                  <a:pt x="3767" y="8615"/>
                </a:lnTo>
                <a:lnTo>
                  <a:pt x="4211" y="7251"/>
                </a:lnTo>
                <a:lnTo>
                  <a:pt x="5266" y="4560"/>
                </a:lnTo>
                <a:lnTo>
                  <a:pt x="6088" y="2733"/>
                </a:lnTo>
                <a:lnTo>
                  <a:pt x="6860" y="1563"/>
                </a:lnTo>
                <a:lnTo>
                  <a:pt x="7757" y="853"/>
                </a:lnTo>
                <a:lnTo>
                  <a:pt x="8963" y="398"/>
                </a:lnTo>
                <a:lnTo>
                  <a:pt x="10654" y="0"/>
                </a:lnTo>
                <a:close/>
              </a:path>
            </a:pathLst>
          </a:custGeom>
          <a:solidFill>
            <a:srgbClr val="36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1" name="contour_05559"/>
          <p:cNvSpPr/>
          <p:nvPr/>
        </p:nvSpPr>
        <p:spPr>
          <a:xfrm>
            <a:off x="2080164" y="2470629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455" y="0"/>
                </a:lnTo>
                <a:lnTo>
                  <a:pt x="13292" y="0"/>
                </a:lnTo>
                <a:lnTo>
                  <a:pt x="13448" y="1311"/>
                </a:lnTo>
                <a:lnTo>
                  <a:pt x="13585" y="2627"/>
                </a:lnTo>
                <a:lnTo>
                  <a:pt x="13704" y="3944"/>
                </a:lnTo>
                <a:lnTo>
                  <a:pt x="13811" y="5266"/>
                </a:lnTo>
                <a:lnTo>
                  <a:pt x="14048" y="7031"/>
                </a:lnTo>
                <a:lnTo>
                  <a:pt x="14246" y="8197"/>
                </a:lnTo>
                <a:lnTo>
                  <a:pt x="14512" y="9279"/>
                </a:lnTo>
                <a:lnTo>
                  <a:pt x="14954" y="10800"/>
                </a:lnTo>
                <a:lnTo>
                  <a:pt x="16054" y="11539"/>
                </a:lnTo>
                <a:lnTo>
                  <a:pt x="17096" y="12055"/>
                </a:lnTo>
                <a:lnTo>
                  <a:pt x="18122" y="12403"/>
                </a:lnTo>
                <a:lnTo>
                  <a:pt x="19186" y="12634"/>
                </a:lnTo>
                <a:lnTo>
                  <a:pt x="20329" y="12802"/>
                </a:lnTo>
                <a:lnTo>
                  <a:pt x="21600" y="12960"/>
                </a:lnTo>
                <a:lnTo>
                  <a:pt x="21326" y="14386"/>
                </a:lnTo>
                <a:lnTo>
                  <a:pt x="21052" y="15813"/>
                </a:lnTo>
                <a:lnTo>
                  <a:pt x="20776" y="17248"/>
                </a:lnTo>
                <a:lnTo>
                  <a:pt x="20498" y="18688"/>
                </a:lnTo>
                <a:lnTo>
                  <a:pt x="20219" y="20138"/>
                </a:lnTo>
                <a:lnTo>
                  <a:pt x="19938" y="21600"/>
                </a:lnTo>
                <a:lnTo>
                  <a:pt x="18915" y="21444"/>
                </a:lnTo>
                <a:lnTo>
                  <a:pt x="17886" y="21287"/>
                </a:lnTo>
                <a:lnTo>
                  <a:pt x="16843" y="21127"/>
                </a:lnTo>
                <a:lnTo>
                  <a:pt x="15824" y="20976"/>
                </a:lnTo>
                <a:lnTo>
                  <a:pt x="14808" y="20822"/>
                </a:lnTo>
                <a:lnTo>
                  <a:pt x="13791" y="20671"/>
                </a:lnTo>
                <a:lnTo>
                  <a:pt x="12774" y="20520"/>
                </a:lnTo>
                <a:lnTo>
                  <a:pt x="11764" y="20364"/>
                </a:lnTo>
                <a:lnTo>
                  <a:pt x="10739" y="20207"/>
                </a:lnTo>
                <a:lnTo>
                  <a:pt x="9660" y="20053"/>
                </a:lnTo>
                <a:lnTo>
                  <a:pt x="8587" y="19911"/>
                </a:lnTo>
                <a:lnTo>
                  <a:pt x="7517" y="19783"/>
                </a:lnTo>
                <a:lnTo>
                  <a:pt x="6448" y="19671"/>
                </a:lnTo>
                <a:lnTo>
                  <a:pt x="5380" y="19578"/>
                </a:lnTo>
                <a:lnTo>
                  <a:pt x="4312" y="19503"/>
                </a:lnTo>
                <a:lnTo>
                  <a:pt x="3240" y="19451"/>
                </a:lnTo>
                <a:lnTo>
                  <a:pt x="2165" y="19421"/>
                </a:lnTo>
                <a:lnTo>
                  <a:pt x="1087" y="19416"/>
                </a:lnTo>
                <a:lnTo>
                  <a:pt x="0" y="19440"/>
                </a:lnTo>
                <a:lnTo>
                  <a:pt x="317" y="18233"/>
                </a:lnTo>
                <a:lnTo>
                  <a:pt x="596" y="17379"/>
                </a:lnTo>
                <a:lnTo>
                  <a:pt x="992" y="16479"/>
                </a:lnTo>
                <a:lnTo>
                  <a:pt x="1662" y="15120"/>
                </a:lnTo>
                <a:lnTo>
                  <a:pt x="2486" y="14852"/>
                </a:lnTo>
                <a:lnTo>
                  <a:pt x="3313" y="14582"/>
                </a:lnTo>
                <a:lnTo>
                  <a:pt x="4154" y="14310"/>
                </a:lnTo>
                <a:lnTo>
                  <a:pt x="4521" y="14111"/>
                </a:lnTo>
                <a:lnTo>
                  <a:pt x="5167" y="13761"/>
                </a:lnTo>
                <a:lnTo>
                  <a:pt x="6646" y="12960"/>
                </a:lnTo>
                <a:lnTo>
                  <a:pt x="7067" y="11429"/>
                </a:lnTo>
                <a:lnTo>
                  <a:pt x="7309" y="10273"/>
                </a:lnTo>
                <a:lnTo>
                  <a:pt x="7580" y="8506"/>
                </a:lnTo>
                <a:lnTo>
                  <a:pt x="7821" y="7124"/>
                </a:lnTo>
                <a:lnTo>
                  <a:pt x="8062" y="5730"/>
                </a:lnTo>
                <a:lnTo>
                  <a:pt x="8308" y="4320"/>
                </a:lnTo>
                <a:lnTo>
                  <a:pt x="9406" y="4320"/>
                </a:lnTo>
                <a:lnTo>
                  <a:pt x="10511" y="4320"/>
                </a:lnTo>
                <a:lnTo>
                  <a:pt x="11631" y="4320"/>
                </a:lnTo>
                <a:lnTo>
                  <a:pt x="11631" y="2892"/>
                </a:lnTo>
                <a:lnTo>
                  <a:pt x="11631" y="1456"/>
                </a:lnTo>
                <a:lnTo>
                  <a:pt x="11631" y="0"/>
                </a:lnTo>
                <a:close/>
              </a:path>
            </a:pathLst>
          </a:custGeom>
          <a:solidFill>
            <a:srgbClr val="3F4040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2" name="contour_05560"/>
          <p:cNvSpPr/>
          <p:nvPr/>
        </p:nvSpPr>
        <p:spPr>
          <a:xfrm>
            <a:off x="7444126" y="2310293"/>
            <a:ext cx="10459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67" y="0"/>
                </a:moveTo>
                <a:lnTo>
                  <a:pt x="20313" y="0"/>
                </a:lnTo>
                <a:lnTo>
                  <a:pt x="21072" y="0"/>
                </a:lnTo>
                <a:lnTo>
                  <a:pt x="21288" y="1337"/>
                </a:lnTo>
                <a:lnTo>
                  <a:pt x="21460" y="2632"/>
                </a:lnTo>
                <a:lnTo>
                  <a:pt x="21570" y="3895"/>
                </a:lnTo>
                <a:lnTo>
                  <a:pt x="21600" y="5148"/>
                </a:lnTo>
                <a:lnTo>
                  <a:pt x="21538" y="6404"/>
                </a:lnTo>
                <a:lnTo>
                  <a:pt x="21367" y="7682"/>
                </a:lnTo>
                <a:lnTo>
                  <a:pt x="21072" y="9000"/>
                </a:lnTo>
                <a:lnTo>
                  <a:pt x="20089" y="9522"/>
                </a:lnTo>
                <a:lnTo>
                  <a:pt x="19108" y="9970"/>
                </a:lnTo>
                <a:lnTo>
                  <a:pt x="18122" y="10363"/>
                </a:lnTo>
                <a:lnTo>
                  <a:pt x="17128" y="10712"/>
                </a:lnTo>
                <a:lnTo>
                  <a:pt x="16123" y="11030"/>
                </a:lnTo>
                <a:lnTo>
                  <a:pt x="15098" y="11335"/>
                </a:lnTo>
                <a:lnTo>
                  <a:pt x="14052" y="11637"/>
                </a:lnTo>
                <a:lnTo>
                  <a:pt x="13757" y="11777"/>
                </a:lnTo>
                <a:lnTo>
                  <a:pt x="13235" y="12028"/>
                </a:lnTo>
                <a:lnTo>
                  <a:pt x="12041" y="12600"/>
                </a:lnTo>
                <a:lnTo>
                  <a:pt x="11689" y="13882"/>
                </a:lnTo>
                <a:lnTo>
                  <a:pt x="11525" y="15028"/>
                </a:lnTo>
                <a:lnTo>
                  <a:pt x="11511" y="16117"/>
                </a:lnTo>
                <a:lnTo>
                  <a:pt x="11617" y="17222"/>
                </a:lnTo>
                <a:lnTo>
                  <a:pt x="11805" y="18425"/>
                </a:lnTo>
                <a:lnTo>
                  <a:pt x="12041" y="19800"/>
                </a:lnTo>
                <a:lnTo>
                  <a:pt x="11048" y="19998"/>
                </a:lnTo>
                <a:lnTo>
                  <a:pt x="10053" y="20196"/>
                </a:lnTo>
                <a:lnTo>
                  <a:pt x="9058" y="20394"/>
                </a:lnTo>
                <a:lnTo>
                  <a:pt x="8060" y="20594"/>
                </a:lnTo>
                <a:lnTo>
                  <a:pt x="7059" y="20794"/>
                </a:lnTo>
                <a:lnTo>
                  <a:pt x="6054" y="20993"/>
                </a:lnTo>
                <a:lnTo>
                  <a:pt x="5045" y="21195"/>
                </a:lnTo>
                <a:lnTo>
                  <a:pt x="4031" y="21397"/>
                </a:lnTo>
                <a:lnTo>
                  <a:pt x="3010" y="21600"/>
                </a:lnTo>
                <a:lnTo>
                  <a:pt x="3010" y="20410"/>
                </a:lnTo>
                <a:lnTo>
                  <a:pt x="3010" y="19213"/>
                </a:lnTo>
                <a:lnTo>
                  <a:pt x="3010" y="18000"/>
                </a:lnTo>
                <a:lnTo>
                  <a:pt x="2015" y="18000"/>
                </a:lnTo>
                <a:lnTo>
                  <a:pt x="1014" y="18000"/>
                </a:lnTo>
                <a:lnTo>
                  <a:pt x="0" y="18000"/>
                </a:lnTo>
                <a:lnTo>
                  <a:pt x="0" y="16810"/>
                </a:lnTo>
                <a:lnTo>
                  <a:pt x="0" y="15613"/>
                </a:lnTo>
                <a:lnTo>
                  <a:pt x="0" y="14400"/>
                </a:lnTo>
                <a:lnTo>
                  <a:pt x="822" y="13612"/>
                </a:lnTo>
                <a:lnTo>
                  <a:pt x="1665" y="12854"/>
                </a:lnTo>
                <a:lnTo>
                  <a:pt x="2529" y="12127"/>
                </a:lnTo>
                <a:lnTo>
                  <a:pt x="3414" y="11437"/>
                </a:lnTo>
                <a:lnTo>
                  <a:pt x="4315" y="10789"/>
                </a:lnTo>
                <a:lnTo>
                  <a:pt x="5236" y="10186"/>
                </a:lnTo>
                <a:lnTo>
                  <a:pt x="6174" y="9632"/>
                </a:lnTo>
                <a:lnTo>
                  <a:pt x="7128" y="9131"/>
                </a:lnTo>
                <a:lnTo>
                  <a:pt x="8098" y="8689"/>
                </a:lnTo>
                <a:lnTo>
                  <a:pt x="9082" y="8307"/>
                </a:lnTo>
                <a:lnTo>
                  <a:pt x="10078" y="7992"/>
                </a:lnTo>
                <a:lnTo>
                  <a:pt x="11088" y="7745"/>
                </a:lnTo>
                <a:lnTo>
                  <a:pt x="12112" y="7573"/>
                </a:lnTo>
                <a:lnTo>
                  <a:pt x="13144" y="7477"/>
                </a:lnTo>
                <a:lnTo>
                  <a:pt x="14187" y="7465"/>
                </a:lnTo>
                <a:lnTo>
                  <a:pt x="15239" y="7538"/>
                </a:lnTo>
                <a:lnTo>
                  <a:pt x="16171" y="7427"/>
                </a:lnTo>
                <a:lnTo>
                  <a:pt x="17110" y="7313"/>
                </a:lnTo>
                <a:lnTo>
                  <a:pt x="18061" y="7200"/>
                </a:lnTo>
                <a:lnTo>
                  <a:pt x="18472" y="6089"/>
                </a:lnTo>
                <a:lnTo>
                  <a:pt x="18776" y="5006"/>
                </a:lnTo>
                <a:lnTo>
                  <a:pt x="19001" y="3915"/>
                </a:lnTo>
                <a:lnTo>
                  <a:pt x="19166" y="2783"/>
                </a:lnTo>
                <a:lnTo>
                  <a:pt x="19302" y="1575"/>
                </a:lnTo>
                <a:lnTo>
                  <a:pt x="19433" y="794"/>
                </a:lnTo>
                <a:lnTo>
                  <a:pt x="19567" y="0"/>
                </a:lnTo>
                <a:close/>
              </a:path>
            </a:pathLst>
          </a:custGeom>
          <a:solidFill>
            <a:srgbClr val="C7C9C1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3" name="contour_05561"/>
          <p:cNvSpPr/>
          <p:nvPr/>
        </p:nvSpPr>
        <p:spPr>
          <a:xfrm>
            <a:off x="6700751" y="2264926"/>
            <a:ext cx="51016" cy="110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319"/>
                </a:moveTo>
                <a:lnTo>
                  <a:pt x="11460" y="106"/>
                </a:lnTo>
                <a:lnTo>
                  <a:pt x="13043" y="0"/>
                </a:lnTo>
                <a:lnTo>
                  <a:pt x="14450" y="0"/>
                </a:lnTo>
                <a:lnTo>
                  <a:pt x="16126" y="106"/>
                </a:lnTo>
                <a:lnTo>
                  <a:pt x="18514" y="319"/>
                </a:lnTo>
                <a:lnTo>
                  <a:pt x="19172" y="1186"/>
                </a:lnTo>
                <a:lnTo>
                  <a:pt x="19721" y="2057"/>
                </a:lnTo>
                <a:lnTo>
                  <a:pt x="20181" y="2932"/>
                </a:lnTo>
                <a:lnTo>
                  <a:pt x="20563" y="3814"/>
                </a:lnTo>
                <a:lnTo>
                  <a:pt x="20884" y="4702"/>
                </a:lnTo>
                <a:lnTo>
                  <a:pt x="21153" y="5597"/>
                </a:lnTo>
                <a:lnTo>
                  <a:pt x="21387" y="6501"/>
                </a:lnTo>
                <a:lnTo>
                  <a:pt x="21600" y="7413"/>
                </a:lnTo>
                <a:lnTo>
                  <a:pt x="19767" y="7694"/>
                </a:lnTo>
                <a:lnTo>
                  <a:pt x="17928" y="7976"/>
                </a:lnTo>
                <a:lnTo>
                  <a:pt x="16083" y="8258"/>
                </a:lnTo>
                <a:lnTo>
                  <a:pt x="14222" y="8544"/>
                </a:lnTo>
                <a:lnTo>
                  <a:pt x="12343" y="8832"/>
                </a:lnTo>
                <a:lnTo>
                  <a:pt x="13361" y="9359"/>
                </a:lnTo>
                <a:lnTo>
                  <a:pt x="14389" y="9890"/>
                </a:lnTo>
                <a:lnTo>
                  <a:pt x="15429" y="10428"/>
                </a:lnTo>
                <a:lnTo>
                  <a:pt x="16543" y="11273"/>
                </a:lnTo>
                <a:lnTo>
                  <a:pt x="17416" y="12144"/>
                </a:lnTo>
                <a:lnTo>
                  <a:pt x="18076" y="13035"/>
                </a:lnTo>
                <a:lnTo>
                  <a:pt x="18545" y="13947"/>
                </a:lnTo>
                <a:lnTo>
                  <a:pt x="18851" y="14874"/>
                </a:lnTo>
                <a:lnTo>
                  <a:pt x="19017" y="15816"/>
                </a:lnTo>
                <a:lnTo>
                  <a:pt x="19073" y="16768"/>
                </a:lnTo>
                <a:lnTo>
                  <a:pt x="19036" y="17728"/>
                </a:lnTo>
                <a:lnTo>
                  <a:pt x="18937" y="18694"/>
                </a:lnTo>
                <a:lnTo>
                  <a:pt x="18801" y="19663"/>
                </a:lnTo>
                <a:lnTo>
                  <a:pt x="18650" y="20632"/>
                </a:lnTo>
                <a:lnTo>
                  <a:pt x="18514" y="21600"/>
                </a:lnTo>
                <a:lnTo>
                  <a:pt x="17996" y="20923"/>
                </a:lnTo>
                <a:lnTo>
                  <a:pt x="17465" y="20237"/>
                </a:lnTo>
                <a:lnTo>
                  <a:pt x="16231" y="19375"/>
                </a:lnTo>
                <a:lnTo>
                  <a:pt x="15225" y="18873"/>
                </a:lnTo>
                <a:lnTo>
                  <a:pt x="13910" y="18538"/>
                </a:lnTo>
                <a:lnTo>
                  <a:pt x="11753" y="18175"/>
                </a:lnTo>
                <a:lnTo>
                  <a:pt x="9652" y="18026"/>
                </a:lnTo>
                <a:lnTo>
                  <a:pt x="7523" y="17876"/>
                </a:lnTo>
                <a:lnTo>
                  <a:pt x="5409" y="17716"/>
                </a:lnTo>
                <a:lnTo>
                  <a:pt x="3268" y="17554"/>
                </a:lnTo>
                <a:lnTo>
                  <a:pt x="1645" y="17449"/>
                </a:lnTo>
                <a:lnTo>
                  <a:pt x="0" y="17344"/>
                </a:lnTo>
                <a:lnTo>
                  <a:pt x="380" y="16318"/>
                </a:lnTo>
                <a:lnTo>
                  <a:pt x="790" y="15309"/>
                </a:lnTo>
                <a:lnTo>
                  <a:pt x="1234" y="14313"/>
                </a:lnTo>
                <a:lnTo>
                  <a:pt x="1716" y="13332"/>
                </a:lnTo>
                <a:lnTo>
                  <a:pt x="2234" y="12358"/>
                </a:lnTo>
                <a:lnTo>
                  <a:pt x="2793" y="11395"/>
                </a:lnTo>
                <a:lnTo>
                  <a:pt x="3397" y="10438"/>
                </a:lnTo>
                <a:lnTo>
                  <a:pt x="4042" y="9486"/>
                </a:lnTo>
                <a:lnTo>
                  <a:pt x="4737" y="8536"/>
                </a:lnTo>
                <a:lnTo>
                  <a:pt x="5477" y="7590"/>
                </a:lnTo>
                <a:lnTo>
                  <a:pt x="6270" y="6641"/>
                </a:lnTo>
                <a:lnTo>
                  <a:pt x="7116" y="5690"/>
                </a:lnTo>
                <a:lnTo>
                  <a:pt x="8017" y="4736"/>
                </a:lnTo>
                <a:lnTo>
                  <a:pt x="8621" y="3943"/>
                </a:lnTo>
                <a:lnTo>
                  <a:pt x="8989" y="3316"/>
                </a:lnTo>
                <a:lnTo>
                  <a:pt x="9177" y="2644"/>
                </a:lnTo>
                <a:lnTo>
                  <a:pt x="9248" y="1717"/>
                </a:lnTo>
                <a:lnTo>
                  <a:pt x="9257" y="319"/>
                </a:lnTo>
                <a:close/>
              </a:path>
            </a:pathLst>
          </a:custGeom>
          <a:solidFill>
            <a:srgbClr val="BCCBD4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4" name="contour_05562"/>
          <p:cNvSpPr/>
          <p:nvPr/>
        </p:nvSpPr>
        <p:spPr>
          <a:xfrm>
            <a:off x="6664311" y="2186397"/>
            <a:ext cx="23467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434" y="0"/>
                </a:lnTo>
                <a:lnTo>
                  <a:pt x="8895" y="0"/>
                </a:lnTo>
                <a:lnTo>
                  <a:pt x="13416" y="0"/>
                </a:lnTo>
                <a:lnTo>
                  <a:pt x="13812" y="744"/>
                </a:lnTo>
                <a:lnTo>
                  <a:pt x="14194" y="1488"/>
                </a:lnTo>
                <a:lnTo>
                  <a:pt x="14577" y="2232"/>
                </a:lnTo>
                <a:lnTo>
                  <a:pt x="14952" y="2976"/>
                </a:lnTo>
                <a:lnTo>
                  <a:pt x="15321" y="3721"/>
                </a:lnTo>
                <a:lnTo>
                  <a:pt x="15677" y="4465"/>
                </a:lnTo>
                <a:lnTo>
                  <a:pt x="16032" y="5209"/>
                </a:lnTo>
                <a:lnTo>
                  <a:pt x="16381" y="5953"/>
                </a:lnTo>
                <a:lnTo>
                  <a:pt x="16723" y="6698"/>
                </a:lnTo>
                <a:lnTo>
                  <a:pt x="17059" y="7442"/>
                </a:lnTo>
                <a:lnTo>
                  <a:pt x="17387" y="8187"/>
                </a:lnTo>
                <a:lnTo>
                  <a:pt x="17709" y="8883"/>
                </a:lnTo>
                <a:lnTo>
                  <a:pt x="18051" y="9580"/>
                </a:lnTo>
                <a:lnTo>
                  <a:pt x="18407" y="10276"/>
                </a:lnTo>
                <a:lnTo>
                  <a:pt x="18776" y="10972"/>
                </a:lnTo>
                <a:lnTo>
                  <a:pt x="19118" y="11639"/>
                </a:lnTo>
                <a:lnTo>
                  <a:pt x="19447" y="12306"/>
                </a:lnTo>
                <a:lnTo>
                  <a:pt x="19762" y="12973"/>
                </a:lnTo>
                <a:lnTo>
                  <a:pt x="20057" y="13640"/>
                </a:lnTo>
                <a:lnTo>
                  <a:pt x="20346" y="14309"/>
                </a:lnTo>
                <a:lnTo>
                  <a:pt x="20621" y="14976"/>
                </a:lnTo>
                <a:lnTo>
                  <a:pt x="20996" y="15600"/>
                </a:lnTo>
                <a:lnTo>
                  <a:pt x="21379" y="16231"/>
                </a:lnTo>
                <a:lnTo>
                  <a:pt x="21566" y="16823"/>
                </a:lnTo>
                <a:lnTo>
                  <a:pt x="21600" y="17285"/>
                </a:lnTo>
                <a:lnTo>
                  <a:pt x="21405" y="17774"/>
                </a:lnTo>
                <a:lnTo>
                  <a:pt x="20936" y="18440"/>
                </a:lnTo>
                <a:lnTo>
                  <a:pt x="20124" y="19440"/>
                </a:lnTo>
                <a:lnTo>
                  <a:pt x="16804" y="19796"/>
                </a:lnTo>
                <a:lnTo>
                  <a:pt x="13477" y="20154"/>
                </a:lnTo>
                <a:lnTo>
                  <a:pt x="10136" y="20512"/>
                </a:lnTo>
                <a:lnTo>
                  <a:pt x="6782" y="20872"/>
                </a:lnTo>
                <a:lnTo>
                  <a:pt x="3408" y="21235"/>
                </a:lnTo>
                <a:lnTo>
                  <a:pt x="0" y="21600"/>
                </a:lnTo>
                <a:lnTo>
                  <a:pt x="0" y="20836"/>
                </a:lnTo>
                <a:lnTo>
                  <a:pt x="0" y="20073"/>
                </a:lnTo>
                <a:lnTo>
                  <a:pt x="0" y="19308"/>
                </a:lnTo>
                <a:lnTo>
                  <a:pt x="0" y="18545"/>
                </a:lnTo>
                <a:lnTo>
                  <a:pt x="0" y="17780"/>
                </a:lnTo>
                <a:lnTo>
                  <a:pt x="0" y="17015"/>
                </a:lnTo>
                <a:lnTo>
                  <a:pt x="0" y="16251"/>
                </a:lnTo>
                <a:lnTo>
                  <a:pt x="0" y="15485"/>
                </a:lnTo>
                <a:lnTo>
                  <a:pt x="0" y="14719"/>
                </a:lnTo>
                <a:lnTo>
                  <a:pt x="0" y="13953"/>
                </a:lnTo>
                <a:lnTo>
                  <a:pt x="0" y="13186"/>
                </a:lnTo>
                <a:lnTo>
                  <a:pt x="0" y="12419"/>
                </a:lnTo>
                <a:lnTo>
                  <a:pt x="0" y="11650"/>
                </a:lnTo>
                <a:lnTo>
                  <a:pt x="0" y="10881"/>
                </a:lnTo>
                <a:lnTo>
                  <a:pt x="0" y="10111"/>
                </a:lnTo>
                <a:lnTo>
                  <a:pt x="0" y="9340"/>
                </a:lnTo>
                <a:lnTo>
                  <a:pt x="0" y="8569"/>
                </a:lnTo>
                <a:lnTo>
                  <a:pt x="0" y="7795"/>
                </a:lnTo>
                <a:lnTo>
                  <a:pt x="0" y="7022"/>
                </a:lnTo>
                <a:lnTo>
                  <a:pt x="0" y="6247"/>
                </a:lnTo>
                <a:lnTo>
                  <a:pt x="0" y="5471"/>
                </a:lnTo>
                <a:lnTo>
                  <a:pt x="0" y="4694"/>
                </a:lnTo>
                <a:lnTo>
                  <a:pt x="0" y="3915"/>
                </a:lnTo>
                <a:lnTo>
                  <a:pt x="0" y="3135"/>
                </a:lnTo>
                <a:lnTo>
                  <a:pt x="0" y="2353"/>
                </a:lnTo>
                <a:lnTo>
                  <a:pt x="0" y="1570"/>
                </a:lnTo>
                <a:lnTo>
                  <a:pt x="0" y="786"/>
                </a:lnTo>
                <a:lnTo>
                  <a:pt x="0" y="0"/>
                </a:lnTo>
                <a:close/>
              </a:path>
            </a:pathLst>
          </a:custGeom>
          <a:solidFill>
            <a:srgbClr val="ADBFCA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5" name="contour_05563"/>
          <p:cNvSpPr/>
          <p:nvPr/>
        </p:nvSpPr>
        <p:spPr>
          <a:xfrm>
            <a:off x="1490544" y="2222837"/>
            <a:ext cx="61044" cy="614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29" y="0"/>
                </a:moveTo>
                <a:lnTo>
                  <a:pt x="4105" y="108"/>
                </a:lnTo>
                <a:lnTo>
                  <a:pt x="5844" y="289"/>
                </a:lnTo>
                <a:lnTo>
                  <a:pt x="7548" y="540"/>
                </a:lnTo>
                <a:lnTo>
                  <a:pt x="9219" y="865"/>
                </a:lnTo>
                <a:lnTo>
                  <a:pt x="10864" y="1259"/>
                </a:lnTo>
                <a:lnTo>
                  <a:pt x="12489" y="1725"/>
                </a:lnTo>
                <a:lnTo>
                  <a:pt x="14091" y="2263"/>
                </a:lnTo>
                <a:lnTo>
                  <a:pt x="15677" y="2870"/>
                </a:lnTo>
                <a:lnTo>
                  <a:pt x="17252" y="3548"/>
                </a:lnTo>
                <a:lnTo>
                  <a:pt x="18817" y="4298"/>
                </a:lnTo>
                <a:lnTo>
                  <a:pt x="20380" y="5120"/>
                </a:lnTo>
                <a:lnTo>
                  <a:pt x="21035" y="7004"/>
                </a:lnTo>
                <a:lnTo>
                  <a:pt x="21435" y="8821"/>
                </a:lnTo>
                <a:lnTo>
                  <a:pt x="21600" y="10598"/>
                </a:lnTo>
                <a:lnTo>
                  <a:pt x="21556" y="12369"/>
                </a:lnTo>
                <a:lnTo>
                  <a:pt x="21324" y="14159"/>
                </a:lnTo>
                <a:lnTo>
                  <a:pt x="20924" y="15999"/>
                </a:lnTo>
                <a:lnTo>
                  <a:pt x="20380" y="17919"/>
                </a:lnTo>
                <a:lnTo>
                  <a:pt x="18944" y="19235"/>
                </a:lnTo>
                <a:lnTo>
                  <a:pt x="17657" y="20154"/>
                </a:lnTo>
                <a:lnTo>
                  <a:pt x="16401" y="20760"/>
                </a:lnTo>
                <a:lnTo>
                  <a:pt x="15042" y="21147"/>
                </a:lnTo>
                <a:lnTo>
                  <a:pt x="13454" y="21395"/>
                </a:lnTo>
                <a:lnTo>
                  <a:pt x="11514" y="21600"/>
                </a:lnTo>
                <a:lnTo>
                  <a:pt x="9456" y="21564"/>
                </a:lnTo>
                <a:lnTo>
                  <a:pt x="8085" y="21436"/>
                </a:lnTo>
                <a:lnTo>
                  <a:pt x="6772" y="21109"/>
                </a:lnTo>
                <a:lnTo>
                  <a:pt x="4907" y="20479"/>
                </a:lnTo>
                <a:lnTo>
                  <a:pt x="3969" y="18940"/>
                </a:lnTo>
                <a:lnTo>
                  <a:pt x="3102" y="17369"/>
                </a:lnTo>
                <a:lnTo>
                  <a:pt x="2323" y="15761"/>
                </a:lnTo>
                <a:lnTo>
                  <a:pt x="1640" y="14123"/>
                </a:lnTo>
                <a:lnTo>
                  <a:pt x="1060" y="12454"/>
                </a:lnTo>
                <a:lnTo>
                  <a:pt x="596" y="10762"/>
                </a:lnTo>
                <a:lnTo>
                  <a:pt x="258" y="9041"/>
                </a:lnTo>
                <a:lnTo>
                  <a:pt x="57" y="7301"/>
                </a:lnTo>
                <a:lnTo>
                  <a:pt x="0" y="5542"/>
                </a:lnTo>
                <a:lnTo>
                  <a:pt x="98" y="3763"/>
                </a:lnTo>
                <a:lnTo>
                  <a:pt x="364" y="1971"/>
                </a:lnTo>
                <a:lnTo>
                  <a:pt x="1338" y="993"/>
                </a:lnTo>
                <a:lnTo>
                  <a:pt x="2329" y="0"/>
                </a:lnTo>
                <a:close/>
              </a:path>
            </a:pathLst>
          </a:custGeom>
          <a:solidFill>
            <a:srgbClr val="060605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6" name="contour_05564"/>
          <p:cNvSpPr/>
          <p:nvPr/>
        </p:nvSpPr>
        <p:spPr>
          <a:xfrm>
            <a:off x="666294" y="2084132"/>
            <a:ext cx="67691" cy="731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07" y="202"/>
                </a:moveTo>
                <a:lnTo>
                  <a:pt x="17235" y="614"/>
                </a:lnTo>
                <a:lnTo>
                  <a:pt x="18421" y="960"/>
                </a:lnTo>
                <a:lnTo>
                  <a:pt x="19479" y="1434"/>
                </a:lnTo>
                <a:lnTo>
                  <a:pt x="20930" y="2222"/>
                </a:lnTo>
                <a:lnTo>
                  <a:pt x="21309" y="3787"/>
                </a:lnTo>
                <a:lnTo>
                  <a:pt x="21526" y="5318"/>
                </a:lnTo>
                <a:lnTo>
                  <a:pt x="21600" y="6832"/>
                </a:lnTo>
                <a:lnTo>
                  <a:pt x="21556" y="8341"/>
                </a:lnTo>
                <a:lnTo>
                  <a:pt x="21414" y="9861"/>
                </a:lnTo>
                <a:lnTo>
                  <a:pt x="21200" y="11405"/>
                </a:lnTo>
                <a:lnTo>
                  <a:pt x="20930" y="12988"/>
                </a:lnTo>
                <a:lnTo>
                  <a:pt x="19549" y="12988"/>
                </a:lnTo>
                <a:lnTo>
                  <a:pt x="18163" y="12988"/>
                </a:lnTo>
                <a:lnTo>
                  <a:pt x="16772" y="12988"/>
                </a:lnTo>
                <a:lnTo>
                  <a:pt x="15370" y="12988"/>
                </a:lnTo>
                <a:lnTo>
                  <a:pt x="13953" y="12988"/>
                </a:lnTo>
                <a:lnTo>
                  <a:pt x="13953" y="14411"/>
                </a:lnTo>
                <a:lnTo>
                  <a:pt x="13953" y="15843"/>
                </a:lnTo>
                <a:lnTo>
                  <a:pt x="13953" y="17294"/>
                </a:lnTo>
                <a:lnTo>
                  <a:pt x="12416" y="17294"/>
                </a:lnTo>
                <a:lnTo>
                  <a:pt x="10870" y="17294"/>
                </a:lnTo>
                <a:lnTo>
                  <a:pt x="9302" y="17294"/>
                </a:lnTo>
                <a:lnTo>
                  <a:pt x="9302" y="16015"/>
                </a:lnTo>
                <a:lnTo>
                  <a:pt x="9302" y="14732"/>
                </a:lnTo>
                <a:lnTo>
                  <a:pt x="9302" y="13442"/>
                </a:lnTo>
                <a:lnTo>
                  <a:pt x="9302" y="12146"/>
                </a:lnTo>
                <a:lnTo>
                  <a:pt x="9302" y="10834"/>
                </a:lnTo>
                <a:lnTo>
                  <a:pt x="7765" y="10834"/>
                </a:lnTo>
                <a:lnTo>
                  <a:pt x="6219" y="10834"/>
                </a:lnTo>
                <a:lnTo>
                  <a:pt x="4651" y="10834"/>
                </a:lnTo>
                <a:lnTo>
                  <a:pt x="4651" y="12167"/>
                </a:lnTo>
                <a:lnTo>
                  <a:pt x="4651" y="13500"/>
                </a:lnTo>
                <a:lnTo>
                  <a:pt x="4651" y="14837"/>
                </a:lnTo>
                <a:lnTo>
                  <a:pt x="4651" y="16176"/>
                </a:lnTo>
                <a:lnTo>
                  <a:pt x="4651" y="17522"/>
                </a:lnTo>
                <a:lnTo>
                  <a:pt x="4651" y="18874"/>
                </a:lnTo>
                <a:lnTo>
                  <a:pt x="4651" y="20233"/>
                </a:lnTo>
                <a:lnTo>
                  <a:pt x="4651" y="21600"/>
                </a:lnTo>
                <a:lnTo>
                  <a:pt x="3500" y="21068"/>
                </a:lnTo>
                <a:lnTo>
                  <a:pt x="2342" y="20532"/>
                </a:lnTo>
                <a:lnTo>
                  <a:pt x="1179" y="19992"/>
                </a:lnTo>
                <a:lnTo>
                  <a:pt x="0" y="19447"/>
                </a:lnTo>
                <a:lnTo>
                  <a:pt x="207" y="17778"/>
                </a:lnTo>
                <a:lnTo>
                  <a:pt x="400" y="16557"/>
                </a:lnTo>
                <a:lnTo>
                  <a:pt x="665" y="15431"/>
                </a:lnTo>
                <a:lnTo>
                  <a:pt x="1086" y="14047"/>
                </a:lnTo>
                <a:lnTo>
                  <a:pt x="1744" y="12044"/>
                </a:lnTo>
                <a:lnTo>
                  <a:pt x="1930" y="11452"/>
                </a:lnTo>
                <a:lnTo>
                  <a:pt x="2260" y="10408"/>
                </a:lnTo>
                <a:lnTo>
                  <a:pt x="3016" y="8018"/>
                </a:lnTo>
                <a:lnTo>
                  <a:pt x="3819" y="6322"/>
                </a:lnTo>
                <a:lnTo>
                  <a:pt x="4640" y="4812"/>
                </a:lnTo>
                <a:lnTo>
                  <a:pt x="5507" y="3497"/>
                </a:lnTo>
                <a:lnTo>
                  <a:pt x="6453" y="2381"/>
                </a:lnTo>
                <a:lnTo>
                  <a:pt x="7507" y="1471"/>
                </a:lnTo>
                <a:lnTo>
                  <a:pt x="8695" y="773"/>
                </a:lnTo>
                <a:lnTo>
                  <a:pt x="10051" y="291"/>
                </a:lnTo>
                <a:lnTo>
                  <a:pt x="11602" y="30"/>
                </a:lnTo>
                <a:lnTo>
                  <a:pt x="13377" y="0"/>
                </a:lnTo>
                <a:lnTo>
                  <a:pt x="15407" y="202"/>
                </a:lnTo>
                <a:close/>
              </a:path>
            </a:pathLst>
          </a:custGeom>
          <a:solidFill>
            <a:srgbClr val="72726A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7" name="contour_05565"/>
          <p:cNvSpPr/>
          <p:nvPr/>
        </p:nvSpPr>
        <p:spPr>
          <a:xfrm>
            <a:off x="3851146" y="2033350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7" y="0"/>
                </a:lnTo>
                <a:lnTo>
                  <a:pt x="2195" y="0"/>
                </a:lnTo>
                <a:lnTo>
                  <a:pt x="3293" y="0"/>
                </a:lnTo>
                <a:lnTo>
                  <a:pt x="4395" y="0"/>
                </a:lnTo>
                <a:lnTo>
                  <a:pt x="5500" y="0"/>
                </a:lnTo>
                <a:lnTo>
                  <a:pt x="6610" y="0"/>
                </a:lnTo>
                <a:lnTo>
                  <a:pt x="7723" y="0"/>
                </a:lnTo>
                <a:lnTo>
                  <a:pt x="8843" y="0"/>
                </a:lnTo>
                <a:lnTo>
                  <a:pt x="9969" y="0"/>
                </a:lnTo>
                <a:lnTo>
                  <a:pt x="9609" y="233"/>
                </a:lnTo>
                <a:lnTo>
                  <a:pt x="9143" y="538"/>
                </a:lnTo>
                <a:lnTo>
                  <a:pt x="8260" y="1112"/>
                </a:lnTo>
                <a:lnTo>
                  <a:pt x="6646" y="2160"/>
                </a:lnTo>
                <a:lnTo>
                  <a:pt x="6546" y="3832"/>
                </a:lnTo>
                <a:lnTo>
                  <a:pt x="6497" y="5005"/>
                </a:lnTo>
                <a:lnTo>
                  <a:pt x="6497" y="5990"/>
                </a:lnTo>
                <a:lnTo>
                  <a:pt x="6546" y="7098"/>
                </a:lnTo>
                <a:lnTo>
                  <a:pt x="6646" y="8640"/>
                </a:lnTo>
                <a:lnTo>
                  <a:pt x="7641" y="8489"/>
                </a:lnTo>
                <a:lnTo>
                  <a:pt x="8652" y="8335"/>
                </a:lnTo>
                <a:lnTo>
                  <a:pt x="10770" y="8152"/>
                </a:lnTo>
                <a:lnTo>
                  <a:pt x="12442" y="8033"/>
                </a:lnTo>
                <a:lnTo>
                  <a:pt x="13749" y="7998"/>
                </a:lnTo>
                <a:lnTo>
                  <a:pt x="14769" y="8065"/>
                </a:lnTo>
                <a:lnTo>
                  <a:pt x="15584" y="8251"/>
                </a:lnTo>
                <a:lnTo>
                  <a:pt x="16273" y="8577"/>
                </a:lnTo>
                <a:lnTo>
                  <a:pt x="16916" y="9059"/>
                </a:lnTo>
                <a:lnTo>
                  <a:pt x="17594" y="9716"/>
                </a:lnTo>
                <a:lnTo>
                  <a:pt x="18387" y="10565"/>
                </a:lnTo>
                <a:lnTo>
                  <a:pt x="18961" y="11593"/>
                </a:lnTo>
                <a:lnTo>
                  <a:pt x="19402" y="12409"/>
                </a:lnTo>
                <a:lnTo>
                  <a:pt x="19796" y="13200"/>
                </a:lnTo>
                <a:lnTo>
                  <a:pt x="20234" y="14152"/>
                </a:lnTo>
                <a:lnTo>
                  <a:pt x="20806" y="15448"/>
                </a:lnTo>
                <a:lnTo>
                  <a:pt x="21600" y="17280"/>
                </a:lnTo>
                <a:lnTo>
                  <a:pt x="20572" y="17012"/>
                </a:lnTo>
                <a:lnTo>
                  <a:pt x="19543" y="16744"/>
                </a:lnTo>
                <a:lnTo>
                  <a:pt x="18511" y="16476"/>
                </a:lnTo>
                <a:lnTo>
                  <a:pt x="17478" y="16209"/>
                </a:lnTo>
                <a:lnTo>
                  <a:pt x="16439" y="15939"/>
                </a:lnTo>
                <a:lnTo>
                  <a:pt x="15396" y="15666"/>
                </a:lnTo>
                <a:lnTo>
                  <a:pt x="14347" y="15394"/>
                </a:lnTo>
                <a:lnTo>
                  <a:pt x="13292" y="15120"/>
                </a:lnTo>
                <a:lnTo>
                  <a:pt x="12963" y="16403"/>
                </a:lnTo>
                <a:lnTo>
                  <a:pt x="12633" y="17690"/>
                </a:lnTo>
                <a:lnTo>
                  <a:pt x="12302" y="18982"/>
                </a:lnTo>
                <a:lnTo>
                  <a:pt x="11968" y="20285"/>
                </a:lnTo>
                <a:lnTo>
                  <a:pt x="11631" y="21600"/>
                </a:lnTo>
                <a:lnTo>
                  <a:pt x="11348" y="20578"/>
                </a:lnTo>
                <a:lnTo>
                  <a:pt x="11059" y="19542"/>
                </a:lnTo>
                <a:lnTo>
                  <a:pt x="10346" y="18261"/>
                </a:lnTo>
                <a:lnTo>
                  <a:pt x="9634" y="17375"/>
                </a:lnTo>
                <a:lnTo>
                  <a:pt x="8874" y="16777"/>
                </a:lnTo>
                <a:lnTo>
                  <a:pt x="8015" y="16364"/>
                </a:lnTo>
                <a:lnTo>
                  <a:pt x="7013" y="16027"/>
                </a:lnTo>
                <a:lnTo>
                  <a:pt x="5815" y="15660"/>
                </a:lnTo>
                <a:lnTo>
                  <a:pt x="4484" y="15038"/>
                </a:lnTo>
                <a:lnTo>
                  <a:pt x="3607" y="14550"/>
                </a:lnTo>
                <a:lnTo>
                  <a:pt x="2796" y="13941"/>
                </a:lnTo>
                <a:lnTo>
                  <a:pt x="1662" y="12960"/>
                </a:lnTo>
                <a:lnTo>
                  <a:pt x="1273" y="11502"/>
                </a:lnTo>
                <a:lnTo>
                  <a:pt x="959" y="10085"/>
                </a:lnTo>
                <a:lnTo>
                  <a:pt x="711" y="8692"/>
                </a:lnTo>
                <a:lnTo>
                  <a:pt x="517" y="7312"/>
                </a:lnTo>
                <a:lnTo>
                  <a:pt x="367" y="5923"/>
                </a:lnTo>
                <a:lnTo>
                  <a:pt x="251" y="4514"/>
                </a:lnTo>
                <a:lnTo>
                  <a:pt x="160" y="3067"/>
                </a:lnTo>
                <a:lnTo>
                  <a:pt x="78" y="1568"/>
                </a:lnTo>
                <a:lnTo>
                  <a:pt x="0" y="0"/>
                </a:lnTo>
                <a:close/>
              </a:path>
            </a:pathLst>
          </a:custGeom>
          <a:solidFill>
            <a:srgbClr val="74797B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8" name="contour_05566"/>
          <p:cNvSpPr/>
          <p:nvPr/>
        </p:nvSpPr>
        <p:spPr>
          <a:xfrm>
            <a:off x="1132725" y="1967758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304" y="0"/>
                </a:lnTo>
                <a:lnTo>
                  <a:pt x="5913" y="0"/>
                </a:lnTo>
                <a:lnTo>
                  <a:pt x="7528" y="0"/>
                </a:lnTo>
                <a:lnTo>
                  <a:pt x="9156" y="0"/>
                </a:lnTo>
                <a:lnTo>
                  <a:pt x="10800" y="0"/>
                </a:lnTo>
                <a:lnTo>
                  <a:pt x="10800" y="1527"/>
                </a:lnTo>
                <a:lnTo>
                  <a:pt x="10800" y="3056"/>
                </a:lnTo>
                <a:lnTo>
                  <a:pt x="10800" y="4590"/>
                </a:lnTo>
                <a:lnTo>
                  <a:pt x="10800" y="6130"/>
                </a:lnTo>
                <a:lnTo>
                  <a:pt x="10800" y="7677"/>
                </a:lnTo>
                <a:lnTo>
                  <a:pt x="10800" y="9232"/>
                </a:lnTo>
                <a:lnTo>
                  <a:pt x="10800" y="10800"/>
                </a:lnTo>
                <a:lnTo>
                  <a:pt x="12082" y="10578"/>
                </a:lnTo>
                <a:lnTo>
                  <a:pt x="13373" y="10353"/>
                </a:lnTo>
                <a:lnTo>
                  <a:pt x="14683" y="10126"/>
                </a:lnTo>
                <a:lnTo>
                  <a:pt x="16076" y="10349"/>
                </a:lnTo>
                <a:lnTo>
                  <a:pt x="17477" y="10573"/>
                </a:lnTo>
                <a:lnTo>
                  <a:pt x="18900" y="10800"/>
                </a:lnTo>
                <a:lnTo>
                  <a:pt x="19475" y="12120"/>
                </a:lnTo>
                <a:lnTo>
                  <a:pt x="19956" y="13446"/>
                </a:lnTo>
                <a:lnTo>
                  <a:pt x="20358" y="14779"/>
                </a:lnTo>
                <a:lnTo>
                  <a:pt x="20693" y="16120"/>
                </a:lnTo>
                <a:lnTo>
                  <a:pt x="20974" y="17472"/>
                </a:lnTo>
                <a:lnTo>
                  <a:pt x="21208" y="18835"/>
                </a:lnTo>
                <a:lnTo>
                  <a:pt x="21414" y="20211"/>
                </a:lnTo>
                <a:lnTo>
                  <a:pt x="21600" y="21600"/>
                </a:lnTo>
                <a:lnTo>
                  <a:pt x="17677" y="21127"/>
                </a:lnTo>
                <a:lnTo>
                  <a:pt x="14388" y="20714"/>
                </a:lnTo>
                <a:lnTo>
                  <a:pt x="11661" y="20345"/>
                </a:lnTo>
                <a:lnTo>
                  <a:pt x="9420" y="19993"/>
                </a:lnTo>
                <a:lnTo>
                  <a:pt x="7592" y="19634"/>
                </a:lnTo>
                <a:lnTo>
                  <a:pt x="6097" y="19252"/>
                </a:lnTo>
                <a:lnTo>
                  <a:pt x="4865" y="18818"/>
                </a:lnTo>
                <a:lnTo>
                  <a:pt x="3820" y="18312"/>
                </a:lnTo>
                <a:lnTo>
                  <a:pt x="2886" y="17712"/>
                </a:lnTo>
                <a:lnTo>
                  <a:pt x="1987" y="16995"/>
                </a:lnTo>
                <a:lnTo>
                  <a:pt x="1050" y="16140"/>
                </a:lnTo>
                <a:lnTo>
                  <a:pt x="0" y="15120"/>
                </a:lnTo>
                <a:lnTo>
                  <a:pt x="78" y="13576"/>
                </a:lnTo>
                <a:lnTo>
                  <a:pt x="211" y="12046"/>
                </a:lnTo>
                <a:lnTo>
                  <a:pt x="392" y="10526"/>
                </a:lnTo>
                <a:lnTo>
                  <a:pt x="618" y="9016"/>
                </a:lnTo>
                <a:lnTo>
                  <a:pt x="888" y="7512"/>
                </a:lnTo>
                <a:lnTo>
                  <a:pt x="1193" y="6011"/>
                </a:lnTo>
                <a:lnTo>
                  <a:pt x="1531" y="4512"/>
                </a:lnTo>
                <a:lnTo>
                  <a:pt x="1898" y="3011"/>
                </a:lnTo>
                <a:lnTo>
                  <a:pt x="2290" y="1510"/>
                </a:lnTo>
                <a:lnTo>
                  <a:pt x="2700" y="0"/>
                </a:lnTo>
                <a:close/>
              </a:path>
            </a:pathLst>
          </a:custGeom>
          <a:solidFill>
            <a:srgbClr val="5F5D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569" name="contour_05567"/>
          <p:cNvSpPr/>
          <p:nvPr/>
        </p:nvSpPr>
        <p:spPr>
          <a:xfrm>
            <a:off x="4142666" y="1938606"/>
            <a:ext cx="7288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56" y="1838"/>
                </a:lnTo>
                <a:lnTo>
                  <a:pt x="4098" y="3498"/>
                </a:lnTo>
                <a:lnTo>
                  <a:pt x="5834" y="4990"/>
                </a:lnTo>
                <a:lnTo>
                  <a:pt x="7379" y="6332"/>
                </a:lnTo>
                <a:lnTo>
                  <a:pt x="8742" y="7535"/>
                </a:lnTo>
                <a:lnTo>
                  <a:pt x="9934" y="8615"/>
                </a:lnTo>
                <a:lnTo>
                  <a:pt x="10968" y="9586"/>
                </a:lnTo>
                <a:lnTo>
                  <a:pt x="11854" y="10461"/>
                </a:lnTo>
                <a:lnTo>
                  <a:pt x="12604" y="11252"/>
                </a:lnTo>
                <a:lnTo>
                  <a:pt x="13230" y="11976"/>
                </a:lnTo>
                <a:lnTo>
                  <a:pt x="13742" y="12645"/>
                </a:lnTo>
                <a:lnTo>
                  <a:pt x="14152" y="13275"/>
                </a:lnTo>
                <a:lnTo>
                  <a:pt x="14472" y="13876"/>
                </a:lnTo>
                <a:lnTo>
                  <a:pt x="14712" y="14467"/>
                </a:lnTo>
                <a:lnTo>
                  <a:pt x="14885" y="15057"/>
                </a:lnTo>
                <a:lnTo>
                  <a:pt x="14999" y="15663"/>
                </a:lnTo>
                <a:lnTo>
                  <a:pt x="15068" y="16297"/>
                </a:lnTo>
                <a:lnTo>
                  <a:pt x="15105" y="16975"/>
                </a:lnTo>
                <a:lnTo>
                  <a:pt x="15118" y="17709"/>
                </a:lnTo>
                <a:lnTo>
                  <a:pt x="15120" y="18514"/>
                </a:lnTo>
                <a:lnTo>
                  <a:pt x="16403" y="18514"/>
                </a:lnTo>
                <a:lnTo>
                  <a:pt x="17690" y="18514"/>
                </a:lnTo>
                <a:lnTo>
                  <a:pt x="18982" y="18514"/>
                </a:lnTo>
                <a:lnTo>
                  <a:pt x="20285" y="18514"/>
                </a:lnTo>
                <a:lnTo>
                  <a:pt x="21600" y="18514"/>
                </a:lnTo>
                <a:lnTo>
                  <a:pt x="21600" y="19534"/>
                </a:lnTo>
                <a:lnTo>
                  <a:pt x="21600" y="20560"/>
                </a:lnTo>
                <a:lnTo>
                  <a:pt x="21600" y="21600"/>
                </a:lnTo>
                <a:lnTo>
                  <a:pt x="20293" y="21419"/>
                </a:lnTo>
                <a:lnTo>
                  <a:pt x="18989" y="21236"/>
                </a:lnTo>
                <a:lnTo>
                  <a:pt x="17684" y="21049"/>
                </a:lnTo>
                <a:lnTo>
                  <a:pt x="16381" y="20858"/>
                </a:lnTo>
                <a:lnTo>
                  <a:pt x="15079" y="20662"/>
                </a:lnTo>
                <a:lnTo>
                  <a:pt x="13779" y="20461"/>
                </a:lnTo>
                <a:lnTo>
                  <a:pt x="12016" y="20227"/>
                </a:lnTo>
                <a:lnTo>
                  <a:pt x="10841" y="20099"/>
                </a:lnTo>
                <a:lnTo>
                  <a:pt x="9733" y="20036"/>
                </a:lnTo>
                <a:lnTo>
                  <a:pt x="8158" y="19991"/>
                </a:lnTo>
                <a:lnTo>
                  <a:pt x="6981" y="19918"/>
                </a:lnTo>
                <a:lnTo>
                  <a:pt x="6080" y="19806"/>
                </a:lnTo>
                <a:lnTo>
                  <a:pt x="5169" y="19580"/>
                </a:lnTo>
                <a:lnTo>
                  <a:pt x="3957" y="19175"/>
                </a:lnTo>
                <a:lnTo>
                  <a:pt x="2160" y="18514"/>
                </a:lnTo>
                <a:lnTo>
                  <a:pt x="1985" y="17508"/>
                </a:lnTo>
                <a:lnTo>
                  <a:pt x="1871" y="16516"/>
                </a:lnTo>
                <a:lnTo>
                  <a:pt x="1806" y="15533"/>
                </a:lnTo>
                <a:lnTo>
                  <a:pt x="1786" y="14554"/>
                </a:lnTo>
                <a:lnTo>
                  <a:pt x="1804" y="13574"/>
                </a:lnTo>
                <a:lnTo>
                  <a:pt x="1851" y="12587"/>
                </a:lnTo>
                <a:lnTo>
                  <a:pt x="1918" y="11590"/>
                </a:lnTo>
                <a:lnTo>
                  <a:pt x="2000" y="10576"/>
                </a:lnTo>
                <a:lnTo>
                  <a:pt x="2030" y="9475"/>
                </a:lnTo>
                <a:lnTo>
                  <a:pt x="1996" y="8395"/>
                </a:lnTo>
                <a:lnTo>
                  <a:pt x="1903" y="7332"/>
                </a:lnTo>
                <a:lnTo>
                  <a:pt x="1758" y="6279"/>
                </a:lnTo>
                <a:lnTo>
                  <a:pt x="1562" y="5236"/>
                </a:lnTo>
                <a:lnTo>
                  <a:pt x="1322" y="4198"/>
                </a:lnTo>
                <a:lnTo>
                  <a:pt x="1041" y="3160"/>
                </a:lnTo>
                <a:lnTo>
                  <a:pt x="724" y="2117"/>
                </a:lnTo>
                <a:lnTo>
                  <a:pt x="376" y="1065"/>
                </a:lnTo>
                <a:lnTo>
                  <a:pt x="0" y="0"/>
                </a:lnTo>
                <a:close/>
              </a:path>
            </a:pathLst>
          </a:custGeom>
          <a:solidFill>
            <a:srgbClr val="D5E7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0" name="contour_05568"/>
          <p:cNvSpPr/>
          <p:nvPr/>
        </p:nvSpPr>
        <p:spPr>
          <a:xfrm>
            <a:off x="1351365" y="1975046"/>
            <a:ext cx="80868" cy="82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30" y="524"/>
                </a:lnTo>
                <a:lnTo>
                  <a:pt x="2058" y="1048"/>
                </a:lnTo>
                <a:lnTo>
                  <a:pt x="3085" y="1574"/>
                </a:lnTo>
                <a:lnTo>
                  <a:pt x="4113" y="2101"/>
                </a:lnTo>
                <a:lnTo>
                  <a:pt x="5141" y="2629"/>
                </a:lnTo>
                <a:lnTo>
                  <a:pt x="6461" y="3216"/>
                </a:lnTo>
                <a:lnTo>
                  <a:pt x="7446" y="3629"/>
                </a:lnTo>
                <a:lnTo>
                  <a:pt x="8400" y="3980"/>
                </a:lnTo>
                <a:lnTo>
                  <a:pt x="9618" y="4378"/>
                </a:lnTo>
                <a:lnTo>
                  <a:pt x="11405" y="4937"/>
                </a:lnTo>
                <a:lnTo>
                  <a:pt x="12756" y="5377"/>
                </a:lnTo>
                <a:lnTo>
                  <a:pt x="14070" y="5831"/>
                </a:lnTo>
                <a:lnTo>
                  <a:pt x="15353" y="6309"/>
                </a:lnTo>
                <a:lnTo>
                  <a:pt x="16607" y="6826"/>
                </a:lnTo>
                <a:lnTo>
                  <a:pt x="17835" y="7394"/>
                </a:lnTo>
                <a:lnTo>
                  <a:pt x="19044" y="8025"/>
                </a:lnTo>
                <a:lnTo>
                  <a:pt x="20235" y="8734"/>
                </a:lnTo>
                <a:lnTo>
                  <a:pt x="21413" y="9531"/>
                </a:lnTo>
                <a:lnTo>
                  <a:pt x="21565" y="10899"/>
                </a:lnTo>
                <a:lnTo>
                  <a:pt x="21600" y="12214"/>
                </a:lnTo>
                <a:lnTo>
                  <a:pt x="21532" y="13490"/>
                </a:lnTo>
                <a:lnTo>
                  <a:pt x="21368" y="14738"/>
                </a:lnTo>
                <a:lnTo>
                  <a:pt x="21119" y="15969"/>
                </a:lnTo>
                <a:lnTo>
                  <a:pt x="20796" y="17195"/>
                </a:lnTo>
                <a:lnTo>
                  <a:pt x="20405" y="18430"/>
                </a:lnTo>
                <a:lnTo>
                  <a:pt x="19959" y="19682"/>
                </a:lnTo>
                <a:lnTo>
                  <a:pt x="19466" y="20967"/>
                </a:lnTo>
                <a:lnTo>
                  <a:pt x="17210" y="21318"/>
                </a:lnTo>
                <a:lnTo>
                  <a:pt x="15626" y="21529"/>
                </a:lnTo>
                <a:lnTo>
                  <a:pt x="14497" y="21600"/>
                </a:lnTo>
                <a:lnTo>
                  <a:pt x="13605" y="21529"/>
                </a:lnTo>
                <a:lnTo>
                  <a:pt x="12739" y="21318"/>
                </a:lnTo>
                <a:lnTo>
                  <a:pt x="11680" y="20967"/>
                </a:lnTo>
                <a:lnTo>
                  <a:pt x="11254" y="19728"/>
                </a:lnTo>
                <a:lnTo>
                  <a:pt x="10928" y="18514"/>
                </a:lnTo>
                <a:lnTo>
                  <a:pt x="10685" y="17306"/>
                </a:lnTo>
                <a:lnTo>
                  <a:pt x="10506" y="16082"/>
                </a:lnTo>
                <a:lnTo>
                  <a:pt x="10372" y="14828"/>
                </a:lnTo>
                <a:lnTo>
                  <a:pt x="10265" y="13522"/>
                </a:lnTo>
                <a:lnTo>
                  <a:pt x="10002" y="12487"/>
                </a:lnTo>
                <a:lnTo>
                  <a:pt x="9733" y="11437"/>
                </a:lnTo>
                <a:lnTo>
                  <a:pt x="8447" y="11437"/>
                </a:lnTo>
                <a:lnTo>
                  <a:pt x="7152" y="11437"/>
                </a:lnTo>
                <a:lnTo>
                  <a:pt x="5840" y="11437"/>
                </a:lnTo>
                <a:lnTo>
                  <a:pt x="5961" y="10531"/>
                </a:lnTo>
                <a:lnTo>
                  <a:pt x="6083" y="9620"/>
                </a:lnTo>
                <a:lnTo>
                  <a:pt x="6206" y="8696"/>
                </a:lnTo>
                <a:lnTo>
                  <a:pt x="6085" y="7712"/>
                </a:lnTo>
                <a:lnTo>
                  <a:pt x="5963" y="6723"/>
                </a:lnTo>
                <a:lnTo>
                  <a:pt x="5840" y="5718"/>
                </a:lnTo>
                <a:lnTo>
                  <a:pt x="4392" y="5188"/>
                </a:lnTo>
                <a:lnTo>
                  <a:pt x="3364" y="4824"/>
                </a:lnTo>
                <a:lnTo>
                  <a:pt x="2476" y="4535"/>
                </a:lnTo>
                <a:lnTo>
                  <a:pt x="1448" y="4228"/>
                </a:lnTo>
                <a:lnTo>
                  <a:pt x="0" y="3812"/>
                </a:lnTo>
                <a:lnTo>
                  <a:pt x="0" y="2552"/>
                </a:lnTo>
                <a:lnTo>
                  <a:pt x="0" y="1285"/>
                </a:lnTo>
                <a:lnTo>
                  <a:pt x="0" y="0"/>
                </a:lnTo>
                <a:close/>
              </a:path>
            </a:pathLst>
          </a:custGeom>
          <a:solidFill>
            <a:srgbClr val="45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1" name="contour_05569"/>
          <p:cNvSpPr/>
          <p:nvPr/>
        </p:nvSpPr>
        <p:spPr>
          <a:xfrm>
            <a:off x="3938034" y="1938606"/>
            <a:ext cx="51584" cy="948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90" y="0"/>
                </a:moveTo>
                <a:lnTo>
                  <a:pt x="5408" y="110"/>
                </a:lnTo>
                <a:lnTo>
                  <a:pt x="6940" y="251"/>
                </a:lnTo>
                <a:lnTo>
                  <a:pt x="8331" y="503"/>
                </a:lnTo>
                <a:lnTo>
                  <a:pt x="10022" y="946"/>
                </a:lnTo>
                <a:lnTo>
                  <a:pt x="12445" y="1660"/>
                </a:lnTo>
                <a:lnTo>
                  <a:pt x="13263" y="2743"/>
                </a:lnTo>
                <a:lnTo>
                  <a:pt x="13992" y="3837"/>
                </a:lnTo>
                <a:lnTo>
                  <a:pt x="14645" y="4941"/>
                </a:lnTo>
                <a:lnTo>
                  <a:pt x="15228" y="6053"/>
                </a:lnTo>
                <a:lnTo>
                  <a:pt x="15759" y="7171"/>
                </a:lnTo>
                <a:lnTo>
                  <a:pt x="16250" y="8300"/>
                </a:lnTo>
                <a:lnTo>
                  <a:pt x="16711" y="9433"/>
                </a:lnTo>
                <a:lnTo>
                  <a:pt x="17157" y="10573"/>
                </a:lnTo>
                <a:lnTo>
                  <a:pt x="17596" y="11720"/>
                </a:lnTo>
                <a:lnTo>
                  <a:pt x="17770" y="12140"/>
                </a:lnTo>
                <a:lnTo>
                  <a:pt x="18081" y="12880"/>
                </a:lnTo>
                <a:lnTo>
                  <a:pt x="18792" y="14576"/>
                </a:lnTo>
                <a:lnTo>
                  <a:pt x="19207" y="15576"/>
                </a:lnTo>
                <a:lnTo>
                  <a:pt x="19616" y="16575"/>
                </a:lnTo>
                <a:lnTo>
                  <a:pt x="20022" y="17574"/>
                </a:lnTo>
                <a:lnTo>
                  <a:pt x="20422" y="18573"/>
                </a:lnTo>
                <a:lnTo>
                  <a:pt x="20819" y="19574"/>
                </a:lnTo>
                <a:lnTo>
                  <a:pt x="21212" y="20574"/>
                </a:lnTo>
                <a:lnTo>
                  <a:pt x="21600" y="21575"/>
                </a:lnTo>
                <a:lnTo>
                  <a:pt x="19146" y="21600"/>
                </a:lnTo>
                <a:lnTo>
                  <a:pt x="16940" y="21590"/>
                </a:lnTo>
                <a:lnTo>
                  <a:pt x="14920" y="21514"/>
                </a:lnTo>
                <a:lnTo>
                  <a:pt x="13028" y="21344"/>
                </a:lnTo>
                <a:lnTo>
                  <a:pt x="11206" y="21056"/>
                </a:lnTo>
                <a:lnTo>
                  <a:pt x="9396" y="20619"/>
                </a:lnTo>
                <a:lnTo>
                  <a:pt x="7541" y="20005"/>
                </a:lnTo>
                <a:lnTo>
                  <a:pt x="5579" y="19189"/>
                </a:lnTo>
                <a:lnTo>
                  <a:pt x="4007" y="18259"/>
                </a:lnTo>
                <a:lnTo>
                  <a:pt x="2698" y="17368"/>
                </a:lnTo>
                <a:lnTo>
                  <a:pt x="1645" y="16463"/>
                </a:lnTo>
                <a:lnTo>
                  <a:pt x="848" y="15496"/>
                </a:lnTo>
                <a:lnTo>
                  <a:pt x="302" y="14409"/>
                </a:lnTo>
                <a:lnTo>
                  <a:pt x="0" y="13156"/>
                </a:lnTo>
                <a:lnTo>
                  <a:pt x="101" y="12046"/>
                </a:lnTo>
                <a:lnTo>
                  <a:pt x="244" y="10939"/>
                </a:lnTo>
                <a:lnTo>
                  <a:pt x="427" y="9837"/>
                </a:lnTo>
                <a:lnTo>
                  <a:pt x="644" y="8736"/>
                </a:lnTo>
                <a:lnTo>
                  <a:pt x="894" y="7639"/>
                </a:lnTo>
                <a:lnTo>
                  <a:pt x="1175" y="6546"/>
                </a:lnTo>
                <a:lnTo>
                  <a:pt x="1477" y="5454"/>
                </a:lnTo>
                <a:lnTo>
                  <a:pt x="1807" y="4361"/>
                </a:lnTo>
                <a:lnTo>
                  <a:pt x="2155" y="3271"/>
                </a:lnTo>
                <a:lnTo>
                  <a:pt x="2521" y="2181"/>
                </a:lnTo>
                <a:lnTo>
                  <a:pt x="2899" y="1090"/>
                </a:lnTo>
                <a:lnTo>
                  <a:pt x="3290" y="0"/>
                </a:lnTo>
                <a:close/>
              </a:path>
            </a:pathLst>
          </a:custGeom>
          <a:solidFill>
            <a:srgbClr val="D7DEE3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2" name="contour_05570"/>
          <p:cNvSpPr/>
          <p:nvPr/>
        </p:nvSpPr>
        <p:spPr>
          <a:xfrm>
            <a:off x="5452230" y="1916742"/>
            <a:ext cx="3993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99" y="0"/>
                </a:moveTo>
                <a:lnTo>
                  <a:pt x="17425" y="1140"/>
                </a:lnTo>
                <a:lnTo>
                  <a:pt x="17831" y="2281"/>
                </a:lnTo>
                <a:lnTo>
                  <a:pt x="18225" y="3423"/>
                </a:lnTo>
                <a:lnTo>
                  <a:pt x="18608" y="4566"/>
                </a:lnTo>
                <a:lnTo>
                  <a:pt x="18982" y="5707"/>
                </a:lnTo>
                <a:lnTo>
                  <a:pt x="19349" y="6851"/>
                </a:lnTo>
                <a:lnTo>
                  <a:pt x="19712" y="7995"/>
                </a:lnTo>
                <a:lnTo>
                  <a:pt x="20141" y="9125"/>
                </a:lnTo>
                <a:lnTo>
                  <a:pt x="20579" y="10272"/>
                </a:lnTo>
                <a:lnTo>
                  <a:pt x="21158" y="12285"/>
                </a:lnTo>
                <a:lnTo>
                  <a:pt x="21513" y="13777"/>
                </a:lnTo>
                <a:lnTo>
                  <a:pt x="21600" y="14887"/>
                </a:lnTo>
                <a:lnTo>
                  <a:pt x="21391" y="15756"/>
                </a:lnTo>
                <a:lnTo>
                  <a:pt x="20855" y="16526"/>
                </a:lnTo>
                <a:lnTo>
                  <a:pt x="19952" y="17335"/>
                </a:lnTo>
                <a:lnTo>
                  <a:pt x="18655" y="18325"/>
                </a:lnTo>
                <a:lnTo>
                  <a:pt x="17114" y="19036"/>
                </a:lnTo>
                <a:lnTo>
                  <a:pt x="15844" y="19561"/>
                </a:lnTo>
                <a:lnTo>
                  <a:pt x="14393" y="20058"/>
                </a:lnTo>
                <a:lnTo>
                  <a:pt x="12304" y="20686"/>
                </a:lnTo>
                <a:lnTo>
                  <a:pt x="9115" y="21600"/>
                </a:lnTo>
                <a:lnTo>
                  <a:pt x="6402" y="21505"/>
                </a:lnTo>
                <a:lnTo>
                  <a:pt x="4676" y="21301"/>
                </a:lnTo>
                <a:lnTo>
                  <a:pt x="3197" y="20829"/>
                </a:lnTo>
                <a:lnTo>
                  <a:pt x="1230" y="19938"/>
                </a:lnTo>
                <a:lnTo>
                  <a:pt x="808" y="18844"/>
                </a:lnTo>
                <a:lnTo>
                  <a:pt x="473" y="17795"/>
                </a:lnTo>
                <a:lnTo>
                  <a:pt x="233" y="16773"/>
                </a:lnTo>
                <a:lnTo>
                  <a:pt x="75" y="15750"/>
                </a:lnTo>
                <a:lnTo>
                  <a:pt x="0" y="14701"/>
                </a:lnTo>
                <a:lnTo>
                  <a:pt x="0" y="13605"/>
                </a:lnTo>
                <a:lnTo>
                  <a:pt x="12" y="12702"/>
                </a:lnTo>
                <a:lnTo>
                  <a:pt x="24" y="11787"/>
                </a:lnTo>
                <a:lnTo>
                  <a:pt x="209" y="10479"/>
                </a:lnTo>
                <a:lnTo>
                  <a:pt x="528" y="9260"/>
                </a:lnTo>
                <a:lnTo>
                  <a:pt x="1001" y="8112"/>
                </a:lnTo>
                <a:lnTo>
                  <a:pt x="1648" y="7022"/>
                </a:lnTo>
                <a:lnTo>
                  <a:pt x="2484" y="5978"/>
                </a:lnTo>
                <a:lnTo>
                  <a:pt x="3524" y="4968"/>
                </a:lnTo>
                <a:lnTo>
                  <a:pt x="4790" y="3978"/>
                </a:lnTo>
                <a:lnTo>
                  <a:pt x="6292" y="2992"/>
                </a:lnTo>
                <a:lnTo>
                  <a:pt x="8050" y="2000"/>
                </a:lnTo>
                <a:lnTo>
                  <a:pt x="10084" y="987"/>
                </a:lnTo>
                <a:lnTo>
                  <a:pt x="12324" y="292"/>
                </a:lnTo>
                <a:lnTo>
                  <a:pt x="14114" y="37"/>
                </a:lnTo>
                <a:lnTo>
                  <a:pt x="16999" y="0"/>
                </a:lnTo>
                <a:close/>
              </a:path>
            </a:pathLst>
          </a:custGeom>
          <a:solidFill>
            <a:srgbClr val="D8DEE2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3" name="contour_05571"/>
          <p:cNvSpPr/>
          <p:nvPr/>
        </p:nvSpPr>
        <p:spPr>
          <a:xfrm>
            <a:off x="1664749" y="1931318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3395" y="559"/>
                </a:lnTo>
                <a:lnTo>
                  <a:pt x="13708" y="2251"/>
                </a:lnTo>
                <a:lnTo>
                  <a:pt x="14484" y="3598"/>
                </a:lnTo>
                <a:lnTo>
                  <a:pt x="15316" y="4615"/>
                </a:lnTo>
                <a:lnTo>
                  <a:pt x="16207" y="5366"/>
                </a:lnTo>
                <a:lnTo>
                  <a:pt x="17157" y="5909"/>
                </a:lnTo>
                <a:lnTo>
                  <a:pt x="18169" y="6302"/>
                </a:lnTo>
                <a:lnTo>
                  <a:pt x="19246" y="6610"/>
                </a:lnTo>
                <a:lnTo>
                  <a:pt x="20389" y="6888"/>
                </a:lnTo>
                <a:lnTo>
                  <a:pt x="21600" y="7200"/>
                </a:lnTo>
                <a:lnTo>
                  <a:pt x="20613" y="7200"/>
                </a:lnTo>
                <a:lnTo>
                  <a:pt x="19623" y="7200"/>
                </a:lnTo>
                <a:lnTo>
                  <a:pt x="18629" y="7200"/>
                </a:lnTo>
                <a:lnTo>
                  <a:pt x="17627" y="7200"/>
                </a:lnTo>
                <a:lnTo>
                  <a:pt x="16615" y="7200"/>
                </a:lnTo>
                <a:lnTo>
                  <a:pt x="16811" y="8803"/>
                </a:lnTo>
                <a:lnTo>
                  <a:pt x="17019" y="10404"/>
                </a:lnTo>
                <a:lnTo>
                  <a:pt x="17238" y="12000"/>
                </a:lnTo>
                <a:lnTo>
                  <a:pt x="17413" y="13339"/>
                </a:lnTo>
                <a:lnTo>
                  <a:pt x="17589" y="14700"/>
                </a:lnTo>
                <a:lnTo>
                  <a:pt x="17760" y="15221"/>
                </a:lnTo>
                <a:lnTo>
                  <a:pt x="18277" y="16800"/>
                </a:lnTo>
                <a:lnTo>
                  <a:pt x="19375" y="16800"/>
                </a:lnTo>
                <a:lnTo>
                  <a:pt x="20480" y="16800"/>
                </a:lnTo>
                <a:lnTo>
                  <a:pt x="21600" y="16800"/>
                </a:lnTo>
                <a:lnTo>
                  <a:pt x="21600" y="18386"/>
                </a:lnTo>
                <a:lnTo>
                  <a:pt x="21600" y="19982"/>
                </a:lnTo>
                <a:lnTo>
                  <a:pt x="21600" y="21600"/>
                </a:lnTo>
                <a:lnTo>
                  <a:pt x="20613" y="21343"/>
                </a:lnTo>
                <a:lnTo>
                  <a:pt x="19626" y="21082"/>
                </a:lnTo>
                <a:lnTo>
                  <a:pt x="18639" y="20815"/>
                </a:lnTo>
                <a:lnTo>
                  <a:pt x="17654" y="20549"/>
                </a:lnTo>
                <a:lnTo>
                  <a:pt x="16552" y="20256"/>
                </a:lnTo>
                <a:lnTo>
                  <a:pt x="15434" y="19958"/>
                </a:lnTo>
                <a:lnTo>
                  <a:pt x="13527" y="19272"/>
                </a:lnTo>
                <a:lnTo>
                  <a:pt x="12289" y="18766"/>
                </a:lnTo>
                <a:lnTo>
                  <a:pt x="11458" y="18286"/>
                </a:lnTo>
                <a:lnTo>
                  <a:pt x="10772" y="17681"/>
                </a:lnTo>
                <a:lnTo>
                  <a:pt x="9969" y="16800"/>
                </a:lnTo>
                <a:lnTo>
                  <a:pt x="9969" y="15374"/>
                </a:lnTo>
                <a:lnTo>
                  <a:pt x="9969" y="13944"/>
                </a:lnTo>
                <a:lnTo>
                  <a:pt x="9969" y="12509"/>
                </a:lnTo>
                <a:lnTo>
                  <a:pt x="9969" y="11062"/>
                </a:lnTo>
                <a:lnTo>
                  <a:pt x="9969" y="9600"/>
                </a:lnTo>
                <a:lnTo>
                  <a:pt x="8982" y="10313"/>
                </a:lnTo>
                <a:lnTo>
                  <a:pt x="7995" y="11026"/>
                </a:lnTo>
                <a:lnTo>
                  <a:pt x="7005" y="11741"/>
                </a:lnTo>
                <a:lnTo>
                  <a:pt x="6015" y="12456"/>
                </a:lnTo>
                <a:lnTo>
                  <a:pt x="5023" y="13174"/>
                </a:lnTo>
                <a:lnTo>
                  <a:pt x="4026" y="13891"/>
                </a:lnTo>
                <a:lnTo>
                  <a:pt x="3026" y="14614"/>
                </a:lnTo>
                <a:lnTo>
                  <a:pt x="2022" y="15338"/>
                </a:lnTo>
                <a:lnTo>
                  <a:pt x="1014" y="16068"/>
                </a:lnTo>
                <a:lnTo>
                  <a:pt x="0" y="16800"/>
                </a:lnTo>
                <a:lnTo>
                  <a:pt x="930" y="14028"/>
                </a:lnTo>
                <a:lnTo>
                  <a:pt x="1670" y="11846"/>
                </a:lnTo>
                <a:lnTo>
                  <a:pt x="2261" y="10154"/>
                </a:lnTo>
                <a:lnTo>
                  <a:pt x="2745" y="8858"/>
                </a:lnTo>
                <a:lnTo>
                  <a:pt x="3162" y="7853"/>
                </a:lnTo>
                <a:lnTo>
                  <a:pt x="3554" y="7044"/>
                </a:lnTo>
                <a:lnTo>
                  <a:pt x="3961" y="6331"/>
                </a:lnTo>
                <a:lnTo>
                  <a:pt x="4425" y="5616"/>
                </a:lnTo>
                <a:lnTo>
                  <a:pt x="4985" y="4800"/>
                </a:lnTo>
                <a:lnTo>
                  <a:pt x="6164" y="4666"/>
                </a:lnTo>
                <a:lnTo>
                  <a:pt x="7002" y="4606"/>
                </a:lnTo>
                <a:lnTo>
                  <a:pt x="7894" y="4606"/>
                </a:lnTo>
                <a:lnTo>
                  <a:pt x="9241" y="4651"/>
                </a:lnTo>
                <a:lnTo>
                  <a:pt x="9811" y="4666"/>
                </a:lnTo>
                <a:lnTo>
                  <a:pt x="11533" y="4716"/>
                </a:lnTo>
                <a:lnTo>
                  <a:pt x="12407" y="4757"/>
                </a:lnTo>
                <a:lnTo>
                  <a:pt x="13292" y="4800"/>
                </a:lnTo>
                <a:lnTo>
                  <a:pt x="13292" y="3214"/>
                </a:lnTo>
                <a:lnTo>
                  <a:pt x="13292" y="1618"/>
                </a:lnTo>
                <a:lnTo>
                  <a:pt x="13292" y="0"/>
                </a:lnTo>
                <a:close/>
              </a:path>
            </a:pathLst>
          </a:custGeom>
          <a:solidFill>
            <a:srgbClr val="4E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4" name="contour_05572"/>
          <p:cNvSpPr/>
          <p:nvPr/>
        </p:nvSpPr>
        <p:spPr>
          <a:xfrm>
            <a:off x="7633614" y="1887590"/>
            <a:ext cx="6559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20390" y="0"/>
                </a:lnTo>
                <a:lnTo>
                  <a:pt x="21600" y="0"/>
                </a:lnTo>
                <a:lnTo>
                  <a:pt x="21600" y="936"/>
                </a:lnTo>
                <a:lnTo>
                  <a:pt x="21600" y="1872"/>
                </a:lnTo>
                <a:lnTo>
                  <a:pt x="21600" y="2809"/>
                </a:lnTo>
                <a:lnTo>
                  <a:pt x="21600" y="3748"/>
                </a:lnTo>
                <a:lnTo>
                  <a:pt x="21600" y="4690"/>
                </a:lnTo>
                <a:lnTo>
                  <a:pt x="21600" y="5634"/>
                </a:lnTo>
                <a:lnTo>
                  <a:pt x="21600" y="6581"/>
                </a:lnTo>
                <a:lnTo>
                  <a:pt x="21600" y="7533"/>
                </a:lnTo>
                <a:lnTo>
                  <a:pt x="21600" y="8489"/>
                </a:lnTo>
                <a:lnTo>
                  <a:pt x="21600" y="9450"/>
                </a:lnTo>
                <a:lnTo>
                  <a:pt x="20014" y="9450"/>
                </a:lnTo>
                <a:lnTo>
                  <a:pt x="18418" y="9450"/>
                </a:lnTo>
                <a:lnTo>
                  <a:pt x="16800" y="9450"/>
                </a:lnTo>
                <a:lnTo>
                  <a:pt x="16800" y="10341"/>
                </a:lnTo>
                <a:lnTo>
                  <a:pt x="16800" y="11233"/>
                </a:lnTo>
                <a:lnTo>
                  <a:pt x="16800" y="12130"/>
                </a:lnTo>
                <a:lnTo>
                  <a:pt x="16800" y="13030"/>
                </a:lnTo>
                <a:lnTo>
                  <a:pt x="16800" y="13936"/>
                </a:lnTo>
                <a:lnTo>
                  <a:pt x="16800" y="14850"/>
                </a:lnTo>
                <a:lnTo>
                  <a:pt x="15374" y="14850"/>
                </a:lnTo>
                <a:lnTo>
                  <a:pt x="13944" y="14850"/>
                </a:lnTo>
                <a:lnTo>
                  <a:pt x="12509" y="14850"/>
                </a:lnTo>
                <a:lnTo>
                  <a:pt x="11062" y="14850"/>
                </a:lnTo>
                <a:lnTo>
                  <a:pt x="9600" y="14850"/>
                </a:lnTo>
                <a:lnTo>
                  <a:pt x="10865" y="15017"/>
                </a:lnTo>
                <a:lnTo>
                  <a:pt x="12149" y="15188"/>
                </a:lnTo>
                <a:lnTo>
                  <a:pt x="13267" y="15690"/>
                </a:lnTo>
                <a:lnTo>
                  <a:pt x="14400" y="16200"/>
                </a:lnTo>
                <a:lnTo>
                  <a:pt x="14189" y="17130"/>
                </a:lnTo>
                <a:lnTo>
                  <a:pt x="13882" y="18041"/>
                </a:lnTo>
                <a:lnTo>
                  <a:pt x="13490" y="18938"/>
                </a:lnTo>
                <a:lnTo>
                  <a:pt x="13037" y="19826"/>
                </a:lnTo>
                <a:lnTo>
                  <a:pt x="12535" y="20712"/>
                </a:lnTo>
                <a:lnTo>
                  <a:pt x="12000" y="21600"/>
                </a:lnTo>
                <a:lnTo>
                  <a:pt x="12000" y="20708"/>
                </a:lnTo>
                <a:lnTo>
                  <a:pt x="12000" y="19810"/>
                </a:lnTo>
                <a:lnTo>
                  <a:pt x="12000" y="18900"/>
                </a:lnTo>
                <a:lnTo>
                  <a:pt x="10514" y="19067"/>
                </a:lnTo>
                <a:lnTo>
                  <a:pt x="9029" y="19235"/>
                </a:lnTo>
                <a:lnTo>
                  <a:pt x="7538" y="19402"/>
                </a:lnTo>
                <a:lnTo>
                  <a:pt x="6046" y="19570"/>
                </a:lnTo>
                <a:lnTo>
                  <a:pt x="4546" y="19738"/>
                </a:lnTo>
                <a:lnTo>
                  <a:pt x="3038" y="19908"/>
                </a:lnTo>
                <a:lnTo>
                  <a:pt x="1524" y="20079"/>
                </a:lnTo>
                <a:lnTo>
                  <a:pt x="0" y="20250"/>
                </a:lnTo>
                <a:lnTo>
                  <a:pt x="0" y="19358"/>
                </a:lnTo>
                <a:lnTo>
                  <a:pt x="0" y="18460"/>
                </a:lnTo>
                <a:lnTo>
                  <a:pt x="0" y="17550"/>
                </a:lnTo>
                <a:lnTo>
                  <a:pt x="1586" y="17550"/>
                </a:lnTo>
                <a:lnTo>
                  <a:pt x="3182" y="17550"/>
                </a:lnTo>
                <a:lnTo>
                  <a:pt x="4800" y="17550"/>
                </a:lnTo>
                <a:lnTo>
                  <a:pt x="4946" y="16898"/>
                </a:lnTo>
                <a:lnTo>
                  <a:pt x="5093" y="16243"/>
                </a:lnTo>
                <a:lnTo>
                  <a:pt x="5242" y="15578"/>
                </a:lnTo>
                <a:lnTo>
                  <a:pt x="5330" y="15197"/>
                </a:lnTo>
                <a:lnTo>
                  <a:pt x="5489" y="14527"/>
                </a:lnTo>
                <a:lnTo>
                  <a:pt x="5851" y="12994"/>
                </a:lnTo>
                <a:lnTo>
                  <a:pt x="6046" y="12147"/>
                </a:lnTo>
                <a:lnTo>
                  <a:pt x="6242" y="11295"/>
                </a:lnTo>
                <a:lnTo>
                  <a:pt x="6442" y="10431"/>
                </a:lnTo>
                <a:lnTo>
                  <a:pt x="6938" y="8929"/>
                </a:lnTo>
                <a:lnTo>
                  <a:pt x="7327" y="7879"/>
                </a:lnTo>
                <a:lnTo>
                  <a:pt x="7702" y="7140"/>
                </a:lnTo>
                <a:lnTo>
                  <a:pt x="8148" y="6575"/>
                </a:lnTo>
                <a:lnTo>
                  <a:pt x="8750" y="6041"/>
                </a:lnTo>
                <a:lnTo>
                  <a:pt x="9600" y="5400"/>
                </a:lnTo>
                <a:lnTo>
                  <a:pt x="11340" y="5218"/>
                </a:lnTo>
                <a:lnTo>
                  <a:pt x="12624" y="5175"/>
                </a:lnTo>
                <a:lnTo>
                  <a:pt x="14549" y="5231"/>
                </a:lnTo>
                <a:lnTo>
                  <a:pt x="16085" y="5287"/>
                </a:lnTo>
                <a:lnTo>
                  <a:pt x="17633" y="5343"/>
                </a:lnTo>
                <a:lnTo>
                  <a:pt x="19200" y="5400"/>
                </a:lnTo>
                <a:lnTo>
                  <a:pt x="19200" y="4509"/>
                </a:lnTo>
                <a:lnTo>
                  <a:pt x="19200" y="3617"/>
                </a:lnTo>
                <a:lnTo>
                  <a:pt x="19200" y="2720"/>
                </a:lnTo>
                <a:lnTo>
                  <a:pt x="19200" y="1820"/>
                </a:lnTo>
                <a:lnTo>
                  <a:pt x="19200" y="914"/>
                </a:lnTo>
                <a:lnTo>
                  <a:pt x="19200" y="0"/>
                </a:lnTo>
                <a:close/>
              </a:path>
            </a:pathLst>
          </a:custGeom>
          <a:solidFill>
            <a:srgbClr val="8C8E8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5" name="contour_05573"/>
          <p:cNvSpPr/>
          <p:nvPr/>
        </p:nvSpPr>
        <p:spPr>
          <a:xfrm>
            <a:off x="1533565" y="1778270"/>
            <a:ext cx="109320" cy="599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216" y="646"/>
                </a:lnTo>
                <a:lnTo>
                  <a:pt x="17597" y="1174"/>
                </a:lnTo>
                <a:lnTo>
                  <a:pt x="18624" y="1649"/>
                </a:lnTo>
                <a:lnTo>
                  <a:pt x="19375" y="2129"/>
                </a:lnTo>
                <a:lnTo>
                  <a:pt x="19932" y="2683"/>
                </a:lnTo>
                <a:lnTo>
                  <a:pt x="20376" y="3374"/>
                </a:lnTo>
                <a:lnTo>
                  <a:pt x="20785" y="4264"/>
                </a:lnTo>
                <a:lnTo>
                  <a:pt x="21240" y="5414"/>
                </a:lnTo>
                <a:lnTo>
                  <a:pt x="21329" y="6028"/>
                </a:lnTo>
                <a:lnTo>
                  <a:pt x="21600" y="7877"/>
                </a:lnTo>
                <a:lnTo>
                  <a:pt x="20605" y="8554"/>
                </a:lnTo>
                <a:lnTo>
                  <a:pt x="19652" y="9105"/>
                </a:lnTo>
                <a:lnTo>
                  <a:pt x="18726" y="9533"/>
                </a:lnTo>
                <a:lnTo>
                  <a:pt x="17819" y="9854"/>
                </a:lnTo>
                <a:lnTo>
                  <a:pt x="16916" y="10071"/>
                </a:lnTo>
                <a:lnTo>
                  <a:pt x="16007" y="10200"/>
                </a:lnTo>
                <a:lnTo>
                  <a:pt x="15078" y="10250"/>
                </a:lnTo>
                <a:lnTo>
                  <a:pt x="14119" y="10226"/>
                </a:lnTo>
                <a:lnTo>
                  <a:pt x="13117" y="10142"/>
                </a:lnTo>
                <a:lnTo>
                  <a:pt x="12060" y="10008"/>
                </a:lnTo>
                <a:lnTo>
                  <a:pt x="10728" y="9959"/>
                </a:lnTo>
                <a:lnTo>
                  <a:pt x="9809" y="9961"/>
                </a:lnTo>
                <a:lnTo>
                  <a:pt x="9071" y="10035"/>
                </a:lnTo>
                <a:lnTo>
                  <a:pt x="8279" y="10208"/>
                </a:lnTo>
                <a:lnTo>
                  <a:pt x="7200" y="10502"/>
                </a:lnTo>
                <a:lnTo>
                  <a:pt x="6739" y="12119"/>
                </a:lnTo>
                <a:lnTo>
                  <a:pt x="6445" y="13655"/>
                </a:lnTo>
                <a:lnTo>
                  <a:pt x="6273" y="15196"/>
                </a:lnTo>
                <a:lnTo>
                  <a:pt x="6176" y="16837"/>
                </a:lnTo>
                <a:lnTo>
                  <a:pt x="6108" y="18665"/>
                </a:lnTo>
                <a:lnTo>
                  <a:pt x="6022" y="19248"/>
                </a:lnTo>
                <a:lnTo>
                  <a:pt x="5760" y="21004"/>
                </a:lnTo>
                <a:lnTo>
                  <a:pt x="4765" y="21414"/>
                </a:lnTo>
                <a:lnTo>
                  <a:pt x="3829" y="21597"/>
                </a:lnTo>
                <a:lnTo>
                  <a:pt x="2919" y="21600"/>
                </a:lnTo>
                <a:lnTo>
                  <a:pt x="2000" y="21471"/>
                </a:lnTo>
                <a:lnTo>
                  <a:pt x="1038" y="21256"/>
                </a:lnTo>
                <a:lnTo>
                  <a:pt x="0" y="21004"/>
                </a:lnTo>
                <a:lnTo>
                  <a:pt x="143" y="19185"/>
                </a:lnTo>
                <a:lnTo>
                  <a:pt x="285" y="17362"/>
                </a:lnTo>
                <a:lnTo>
                  <a:pt x="428" y="15540"/>
                </a:lnTo>
                <a:lnTo>
                  <a:pt x="572" y="13716"/>
                </a:lnTo>
                <a:lnTo>
                  <a:pt x="714" y="11883"/>
                </a:lnTo>
                <a:lnTo>
                  <a:pt x="858" y="10048"/>
                </a:lnTo>
                <a:lnTo>
                  <a:pt x="1002" y="8205"/>
                </a:lnTo>
                <a:lnTo>
                  <a:pt x="1148" y="6354"/>
                </a:lnTo>
                <a:lnTo>
                  <a:pt x="1293" y="4495"/>
                </a:lnTo>
                <a:lnTo>
                  <a:pt x="1440" y="2626"/>
                </a:lnTo>
                <a:lnTo>
                  <a:pt x="2390" y="2626"/>
                </a:lnTo>
                <a:lnTo>
                  <a:pt x="3342" y="2626"/>
                </a:lnTo>
                <a:lnTo>
                  <a:pt x="4298" y="2626"/>
                </a:lnTo>
                <a:lnTo>
                  <a:pt x="5259" y="2626"/>
                </a:lnTo>
                <a:lnTo>
                  <a:pt x="6225" y="2626"/>
                </a:lnTo>
                <a:lnTo>
                  <a:pt x="7200" y="2626"/>
                </a:lnTo>
                <a:lnTo>
                  <a:pt x="7200" y="4361"/>
                </a:lnTo>
                <a:lnTo>
                  <a:pt x="7200" y="6107"/>
                </a:lnTo>
                <a:lnTo>
                  <a:pt x="7200" y="7877"/>
                </a:lnTo>
                <a:lnTo>
                  <a:pt x="8218" y="7877"/>
                </a:lnTo>
                <a:lnTo>
                  <a:pt x="9238" y="7877"/>
                </a:lnTo>
                <a:lnTo>
                  <a:pt x="10260" y="7877"/>
                </a:lnTo>
                <a:lnTo>
                  <a:pt x="11287" y="7877"/>
                </a:lnTo>
                <a:lnTo>
                  <a:pt x="12318" y="7877"/>
                </a:lnTo>
                <a:lnTo>
                  <a:pt x="13355" y="7877"/>
                </a:lnTo>
                <a:lnTo>
                  <a:pt x="14400" y="7877"/>
                </a:lnTo>
                <a:lnTo>
                  <a:pt x="14400" y="6317"/>
                </a:lnTo>
                <a:lnTo>
                  <a:pt x="14400" y="4752"/>
                </a:lnTo>
                <a:lnTo>
                  <a:pt x="14400" y="3182"/>
                </a:lnTo>
                <a:lnTo>
                  <a:pt x="14400" y="1599"/>
                </a:lnTo>
                <a:lnTo>
                  <a:pt x="14400" y="0"/>
                </a:lnTo>
                <a:close/>
              </a:path>
            </a:pathLst>
          </a:custGeom>
          <a:solidFill>
            <a:srgbClr val="71706F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6" name="contour_05574"/>
          <p:cNvSpPr/>
          <p:nvPr/>
        </p:nvSpPr>
        <p:spPr>
          <a:xfrm>
            <a:off x="5294169" y="1698102"/>
            <a:ext cx="4372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55"/>
                </a:lnTo>
                <a:lnTo>
                  <a:pt x="11956" y="509"/>
                </a:lnTo>
                <a:lnTo>
                  <a:pt x="14346" y="765"/>
                </a:lnTo>
                <a:lnTo>
                  <a:pt x="16747" y="1023"/>
                </a:lnTo>
                <a:lnTo>
                  <a:pt x="19163" y="1282"/>
                </a:lnTo>
                <a:lnTo>
                  <a:pt x="21600" y="1543"/>
                </a:lnTo>
                <a:lnTo>
                  <a:pt x="21308" y="2607"/>
                </a:lnTo>
                <a:lnTo>
                  <a:pt x="21017" y="3670"/>
                </a:lnTo>
                <a:lnTo>
                  <a:pt x="20722" y="4732"/>
                </a:lnTo>
                <a:lnTo>
                  <a:pt x="20423" y="5793"/>
                </a:lnTo>
                <a:lnTo>
                  <a:pt x="20113" y="6853"/>
                </a:lnTo>
                <a:lnTo>
                  <a:pt x="19800" y="7913"/>
                </a:lnTo>
                <a:lnTo>
                  <a:pt x="19476" y="8972"/>
                </a:lnTo>
                <a:lnTo>
                  <a:pt x="19145" y="10029"/>
                </a:lnTo>
                <a:lnTo>
                  <a:pt x="18799" y="11085"/>
                </a:lnTo>
                <a:lnTo>
                  <a:pt x="18443" y="12141"/>
                </a:lnTo>
                <a:lnTo>
                  <a:pt x="18068" y="13196"/>
                </a:lnTo>
                <a:lnTo>
                  <a:pt x="17680" y="14250"/>
                </a:lnTo>
                <a:lnTo>
                  <a:pt x="17276" y="15302"/>
                </a:lnTo>
                <a:lnTo>
                  <a:pt x="16852" y="16354"/>
                </a:lnTo>
                <a:lnTo>
                  <a:pt x="16405" y="17405"/>
                </a:lnTo>
                <a:lnTo>
                  <a:pt x="15941" y="18456"/>
                </a:lnTo>
                <a:lnTo>
                  <a:pt x="15451" y="19505"/>
                </a:lnTo>
                <a:lnTo>
                  <a:pt x="14940" y="20552"/>
                </a:lnTo>
                <a:lnTo>
                  <a:pt x="14400" y="21600"/>
                </a:lnTo>
                <a:lnTo>
                  <a:pt x="13212" y="20836"/>
                </a:lnTo>
                <a:lnTo>
                  <a:pt x="12020" y="20071"/>
                </a:lnTo>
                <a:lnTo>
                  <a:pt x="10829" y="19303"/>
                </a:lnTo>
                <a:lnTo>
                  <a:pt x="9626" y="18531"/>
                </a:lnTo>
                <a:lnTo>
                  <a:pt x="8417" y="17755"/>
                </a:lnTo>
                <a:lnTo>
                  <a:pt x="7200" y="16971"/>
                </a:lnTo>
                <a:lnTo>
                  <a:pt x="6419" y="17138"/>
                </a:lnTo>
                <a:lnTo>
                  <a:pt x="5411" y="17356"/>
                </a:lnTo>
                <a:lnTo>
                  <a:pt x="3496" y="17766"/>
                </a:lnTo>
                <a:lnTo>
                  <a:pt x="0" y="18514"/>
                </a:lnTo>
                <a:lnTo>
                  <a:pt x="220" y="17564"/>
                </a:lnTo>
                <a:lnTo>
                  <a:pt x="443" y="16613"/>
                </a:lnTo>
                <a:lnTo>
                  <a:pt x="666" y="15663"/>
                </a:lnTo>
                <a:lnTo>
                  <a:pt x="889" y="14713"/>
                </a:lnTo>
                <a:lnTo>
                  <a:pt x="1116" y="13762"/>
                </a:lnTo>
                <a:lnTo>
                  <a:pt x="1346" y="12812"/>
                </a:lnTo>
                <a:lnTo>
                  <a:pt x="1577" y="11861"/>
                </a:lnTo>
                <a:lnTo>
                  <a:pt x="1789" y="10923"/>
                </a:lnTo>
                <a:lnTo>
                  <a:pt x="2005" y="9971"/>
                </a:lnTo>
                <a:lnTo>
                  <a:pt x="2282" y="8927"/>
                </a:lnTo>
                <a:lnTo>
                  <a:pt x="2592" y="7903"/>
                </a:lnTo>
                <a:lnTo>
                  <a:pt x="2945" y="6895"/>
                </a:lnTo>
                <a:lnTo>
                  <a:pt x="3348" y="5900"/>
                </a:lnTo>
                <a:lnTo>
                  <a:pt x="3805" y="4914"/>
                </a:lnTo>
                <a:lnTo>
                  <a:pt x="4327" y="3934"/>
                </a:lnTo>
                <a:lnTo>
                  <a:pt x="4921" y="2956"/>
                </a:lnTo>
                <a:lnTo>
                  <a:pt x="5594" y="1978"/>
                </a:lnTo>
                <a:lnTo>
                  <a:pt x="6350" y="994"/>
                </a:lnTo>
                <a:lnTo>
                  <a:pt x="7200" y="0"/>
                </a:lnTo>
                <a:close/>
              </a:path>
            </a:pathLst>
          </a:custGeom>
          <a:solidFill>
            <a:srgbClr val="D3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7" name="contour_05575"/>
          <p:cNvSpPr/>
          <p:nvPr/>
        </p:nvSpPr>
        <p:spPr>
          <a:xfrm>
            <a:off x="4732476" y="1719966"/>
            <a:ext cx="52065" cy="519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" y="0"/>
                </a:moveTo>
                <a:lnTo>
                  <a:pt x="2310" y="0"/>
                </a:lnTo>
                <a:lnTo>
                  <a:pt x="4408" y="0"/>
                </a:lnTo>
                <a:lnTo>
                  <a:pt x="6507" y="0"/>
                </a:lnTo>
                <a:lnTo>
                  <a:pt x="8608" y="0"/>
                </a:lnTo>
                <a:lnTo>
                  <a:pt x="10718" y="0"/>
                </a:lnTo>
                <a:lnTo>
                  <a:pt x="12832" y="0"/>
                </a:lnTo>
                <a:lnTo>
                  <a:pt x="14954" y="0"/>
                </a:lnTo>
                <a:lnTo>
                  <a:pt x="17086" y="0"/>
                </a:lnTo>
                <a:lnTo>
                  <a:pt x="19227" y="0"/>
                </a:lnTo>
                <a:lnTo>
                  <a:pt x="21379" y="0"/>
                </a:lnTo>
                <a:lnTo>
                  <a:pt x="21467" y="4143"/>
                </a:lnTo>
                <a:lnTo>
                  <a:pt x="21533" y="7407"/>
                </a:lnTo>
                <a:lnTo>
                  <a:pt x="21576" y="9938"/>
                </a:lnTo>
                <a:lnTo>
                  <a:pt x="21600" y="11892"/>
                </a:lnTo>
                <a:lnTo>
                  <a:pt x="21600" y="13412"/>
                </a:lnTo>
                <a:lnTo>
                  <a:pt x="21576" y="14650"/>
                </a:lnTo>
                <a:lnTo>
                  <a:pt x="21533" y="15756"/>
                </a:lnTo>
                <a:lnTo>
                  <a:pt x="21467" y="16879"/>
                </a:lnTo>
                <a:lnTo>
                  <a:pt x="21379" y="18169"/>
                </a:lnTo>
                <a:lnTo>
                  <a:pt x="19577" y="19925"/>
                </a:lnTo>
                <a:lnTo>
                  <a:pt x="18298" y="20870"/>
                </a:lnTo>
                <a:lnTo>
                  <a:pt x="16929" y="21318"/>
                </a:lnTo>
                <a:lnTo>
                  <a:pt x="14861" y="21600"/>
                </a:lnTo>
                <a:lnTo>
                  <a:pt x="12844" y="21588"/>
                </a:lnTo>
                <a:lnTo>
                  <a:pt x="10797" y="21576"/>
                </a:lnTo>
                <a:lnTo>
                  <a:pt x="9784" y="21582"/>
                </a:lnTo>
                <a:lnTo>
                  <a:pt x="6733" y="21600"/>
                </a:lnTo>
                <a:lnTo>
                  <a:pt x="4665" y="21318"/>
                </a:lnTo>
                <a:lnTo>
                  <a:pt x="3296" y="20870"/>
                </a:lnTo>
                <a:lnTo>
                  <a:pt x="2017" y="19925"/>
                </a:lnTo>
                <a:lnTo>
                  <a:pt x="215" y="18169"/>
                </a:lnTo>
                <a:lnTo>
                  <a:pt x="100" y="16146"/>
                </a:lnTo>
                <a:lnTo>
                  <a:pt x="30" y="14129"/>
                </a:lnTo>
                <a:lnTo>
                  <a:pt x="0" y="12113"/>
                </a:lnTo>
                <a:lnTo>
                  <a:pt x="0" y="10099"/>
                </a:lnTo>
                <a:lnTo>
                  <a:pt x="24" y="8085"/>
                </a:lnTo>
                <a:lnTo>
                  <a:pt x="63" y="6068"/>
                </a:lnTo>
                <a:lnTo>
                  <a:pt x="115" y="4052"/>
                </a:lnTo>
                <a:lnTo>
                  <a:pt x="166" y="2029"/>
                </a:lnTo>
                <a:lnTo>
                  <a:pt x="215" y="0"/>
                </a:lnTo>
                <a:close/>
              </a:path>
            </a:pathLst>
          </a:custGeom>
          <a:solidFill>
            <a:srgbClr val="7599B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8" name="contour_05576"/>
          <p:cNvSpPr/>
          <p:nvPr/>
        </p:nvSpPr>
        <p:spPr>
          <a:xfrm>
            <a:off x="9899020" y="1668950"/>
            <a:ext cx="7403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8" y="0"/>
                </a:moveTo>
                <a:lnTo>
                  <a:pt x="1743" y="0"/>
                </a:lnTo>
                <a:lnTo>
                  <a:pt x="3157" y="0"/>
                </a:lnTo>
                <a:lnTo>
                  <a:pt x="4590" y="0"/>
                </a:lnTo>
                <a:lnTo>
                  <a:pt x="4873" y="1041"/>
                </a:lnTo>
                <a:lnTo>
                  <a:pt x="5158" y="2087"/>
                </a:lnTo>
                <a:lnTo>
                  <a:pt x="5445" y="3147"/>
                </a:lnTo>
                <a:lnTo>
                  <a:pt x="5866" y="4249"/>
                </a:lnTo>
                <a:lnTo>
                  <a:pt x="6289" y="5357"/>
                </a:lnTo>
                <a:lnTo>
                  <a:pt x="6717" y="6480"/>
                </a:lnTo>
                <a:lnTo>
                  <a:pt x="8194" y="6949"/>
                </a:lnTo>
                <a:lnTo>
                  <a:pt x="9306" y="7273"/>
                </a:lnTo>
                <a:lnTo>
                  <a:pt x="10261" y="7495"/>
                </a:lnTo>
                <a:lnTo>
                  <a:pt x="11269" y="7657"/>
                </a:lnTo>
                <a:lnTo>
                  <a:pt x="12542" y="7800"/>
                </a:lnTo>
                <a:lnTo>
                  <a:pt x="14290" y="7966"/>
                </a:lnTo>
                <a:lnTo>
                  <a:pt x="15655" y="8106"/>
                </a:lnTo>
                <a:lnTo>
                  <a:pt x="17029" y="8251"/>
                </a:lnTo>
                <a:lnTo>
                  <a:pt x="18419" y="8396"/>
                </a:lnTo>
                <a:lnTo>
                  <a:pt x="18887" y="8430"/>
                </a:lnTo>
                <a:lnTo>
                  <a:pt x="19712" y="8493"/>
                </a:lnTo>
                <a:lnTo>
                  <a:pt x="21600" y="8640"/>
                </a:lnTo>
                <a:lnTo>
                  <a:pt x="20839" y="9698"/>
                </a:lnTo>
                <a:lnTo>
                  <a:pt x="20071" y="10755"/>
                </a:lnTo>
                <a:lnTo>
                  <a:pt x="19299" y="11809"/>
                </a:lnTo>
                <a:lnTo>
                  <a:pt x="18526" y="12858"/>
                </a:lnTo>
                <a:lnTo>
                  <a:pt x="17747" y="13906"/>
                </a:lnTo>
                <a:lnTo>
                  <a:pt x="17031" y="14885"/>
                </a:lnTo>
                <a:lnTo>
                  <a:pt x="16310" y="15867"/>
                </a:lnTo>
                <a:lnTo>
                  <a:pt x="15579" y="16867"/>
                </a:lnTo>
                <a:lnTo>
                  <a:pt x="14394" y="18027"/>
                </a:lnTo>
                <a:lnTo>
                  <a:pt x="13267" y="18973"/>
                </a:lnTo>
                <a:lnTo>
                  <a:pt x="12149" y="19738"/>
                </a:lnTo>
                <a:lnTo>
                  <a:pt x="10986" y="20352"/>
                </a:lnTo>
                <a:lnTo>
                  <a:pt x="9727" y="20846"/>
                </a:lnTo>
                <a:lnTo>
                  <a:pt x="8322" y="21252"/>
                </a:lnTo>
                <a:lnTo>
                  <a:pt x="6717" y="21600"/>
                </a:lnTo>
                <a:lnTo>
                  <a:pt x="5128" y="20630"/>
                </a:lnTo>
                <a:lnTo>
                  <a:pt x="3865" y="19779"/>
                </a:lnTo>
                <a:lnTo>
                  <a:pt x="2843" y="18926"/>
                </a:lnTo>
                <a:lnTo>
                  <a:pt x="1969" y="17945"/>
                </a:lnTo>
                <a:lnTo>
                  <a:pt x="1163" y="16718"/>
                </a:lnTo>
                <a:lnTo>
                  <a:pt x="338" y="15120"/>
                </a:lnTo>
                <a:lnTo>
                  <a:pt x="198" y="13597"/>
                </a:lnTo>
                <a:lnTo>
                  <a:pt x="98" y="12083"/>
                </a:lnTo>
                <a:lnTo>
                  <a:pt x="32" y="10573"/>
                </a:lnTo>
                <a:lnTo>
                  <a:pt x="0" y="9068"/>
                </a:lnTo>
                <a:lnTo>
                  <a:pt x="0" y="7562"/>
                </a:lnTo>
                <a:lnTo>
                  <a:pt x="26" y="6059"/>
                </a:lnTo>
                <a:lnTo>
                  <a:pt x="74" y="4551"/>
                </a:lnTo>
                <a:lnTo>
                  <a:pt x="145" y="3041"/>
                </a:lnTo>
                <a:lnTo>
                  <a:pt x="234" y="1525"/>
                </a:lnTo>
                <a:lnTo>
                  <a:pt x="338" y="0"/>
                </a:lnTo>
                <a:close/>
              </a:path>
            </a:pathLst>
          </a:custGeom>
          <a:solidFill>
            <a:srgbClr val="716694"/>
          </a:solidFill>
          <a:ln>
            <a:noFill/>
          </a:ln>
        </p:spPr>
        <p:txBody>
          <a:bodyPr/>
          <a:lstStyle/>
          <a:p/>
        </p:txBody>
      </p:sp>
      <p:sp>
        <p:nvSpPr>
          <p:cNvPr id="5579" name="contour_05577"/>
          <p:cNvSpPr/>
          <p:nvPr/>
        </p:nvSpPr>
        <p:spPr>
          <a:xfrm>
            <a:off x="7712951" y="1603358"/>
            <a:ext cx="4455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3" y="0"/>
                </a:moveTo>
                <a:lnTo>
                  <a:pt x="2734" y="0"/>
                </a:lnTo>
                <a:lnTo>
                  <a:pt x="5070" y="0"/>
                </a:lnTo>
                <a:lnTo>
                  <a:pt x="7405" y="0"/>
                </a:lnTo>
                <a:lnTo>
                  <a:pt x="9747" y="0"/>
                </a:lnTo>
                <a:lnTo>
                  <a:pt x="12097" y="0"/>
                </a:lnTo>
                <a:lnTo>
                  <a:pt x="14457" y="0"/>
                </a:lnTo>
                <a:lnTo>
                  <a:pt x="16824" y="0"/>
                </a:lnTo>
                <a:lnTo>
                  <a:pt x="19205" y="0"/>
                </a:lnTo>
                <a:lnTo>
                  <a:pt x="21600" y="0"/>
                </a:lnTo>
                <a:lnTo>
                  <a:pt x="21261" y="1214"/>
                </a:lnTo>
                <a:lnTo>
                  <a:pt x="20911" y="2427"/>
                </a:lnTo>
                <a:lnTo>
                  <a:pt x="20561" y="3641"/>
                </a:lnTo>
                <a:lnTo>
                  <a:pt x="20205" y="4852"/>
                </a:lnTo>
                <a:lnTo>
                  <a:pt x="19841" y="6064"/>
                </a:lnTo>
                <a:lnTo>
                  <a:pt x="19477" y="7273"/>
                </a:lnTo>
                <a:lnTo>
                  <a:pt x="19106" y="8485"/>
                </a:lnTo>
                <a:lnTo>
                  <a:pt x="18731" y="9696"/>
                </a:lnTo>
                <a:lnTo>
                  <a:pt x="18480" y="10617"/>
                </a:lnTo>
                <a:lnTo>
                  <a:pt x="18230" y="11544"/>
                </a:lnTo>
                <a:lnTo>
                  <a:pt x="17979" y="12483"/>
                </a:lnTo>
                <a:lnTo>
                  <a:pt x="17565" y="13726"/>
                </a:lnTo>
                <a:lnTo>
                  <a:pt x="17120" y="14935"/>
                </a:lnTo>
                <a:lnTo>
                  <a:pt x="16622" y="16119"/>
                </a:lnTo>
                <a:lnTo>
                  <a:pt x="16043" y="17292"/>
                </a:lnTo>
                <a:lnTo>
                  <a:pt x="15357" y="18460"/>
                </a:lnTo>
                <a:lnTo>
                  <a:pt x="14534" y="19636"/>
                </a:lnTo>
                <a:lnTo>
                  <a:pt x="11885" y="20481"/>
                </a:lnTo>
                <a:lnTo>
                  <a:pt x="10009" y="21005"/>
                </a:lnTo>
                <a:lnTo>
                  <a:pt x="8398" y="21303"/>
                </a:lnTo>
                <a:lnTo>
                  <a:pt x="6543" y="21470"/>
                </a:lnTo>
                <a:lnTo>
                  <a:pt x="3936" y="21600"/>
                </a:lnTo>
                <a:lnTo>
                  <a:pt x="1887" y="20434"/>
                </a:lnTo>
                <a:lnTo>
                  <a:pt x="795" y="19629"/>
                </a:lnTo>
                <a:lnTo>
                  <a:pt x="290" y="18814"/>
                </a:lnTo>
                <a:lnTo>
                  <a:pt x="0" y="17612"/>
                </a:lnTo>
                <a:lnTo>
                  <a:pt x="28" y="16389"/>
                </a:lnTo>
                <a:lnTo>
                  <a:pt x="57" y="15149"/>
                </a:lnTo>
                <a:lnTo>
                  <a:pt x="74" y="13826"/>
                </a:lnTo>
                <a:lnTo>
                  <a:pt x="92" y="12483"/>
                </a:lnTo>
                <a:lnTo>
                  <a:pt x="138" y="11100"/>
                </a:lnTo>
                <a:lnTo>
                  <a:pt x="184" y="9696"/>
                </a:lnTo>
                <a:lnTo>
                  <a:pt x="198" y="8768"/>
                </a:lnTo>
                <a:lnTo>
                  <a:pt x="216" y="7833"/>
                </a:lnTo>
                <a:lnTo>
                  <a:pt x="230" y="6885"/>
                </a:lnTo>
                <a:lnTo>
                  <a:pt x="258" y="5508"/>
                </a:lnTo>
                <a:lnTo>
                  <a:pt x="290" y="4131"/>
                </a:lnTo>
                <a:lnTo>
                  <a:pt x="325" y="2753"/>
                </a:lnTo>
                <a:lnTo>
                  <a:pt x="364" y="1377"/>
                </a:lnTo>
                <a:lnTo>
                  <a:pt x="403" y="0"/>
                </a:lnTo>
                <a:close/>
              </a:path>
            </a:pathLst>
          </a:custGeom>
          <a:solidFill>
            <a:srgbClr val="F0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0" name="contour_05578"/>
          <p:cNvSpPr/>
          <p:nvPr/>
        </p:nvSpPr>
        <p:spPr>
          <a:xfrm>
            <a:off x="8245805" y="1581494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063" y="837"/>
                </a:lnTo>
                <a:lnTo>
                  <a:pt x="3970" y="1676"/>
                </a:lnTo>
                <a:lnTo>
                  <a:pt x="4882" y="2520"/>
                </a:lnTo>
                <a:lnTo>
                  <a:pt x="5806" y="3375"/>
                </a:lnTo>
                <a:lnTo>
                  <a:pt x="6983" y="4322"/>
                </a:lnTo>
                <a:lnTo>
                  <a:pt x="8169" y="5188"/>
                </a:lnTo>
                <a:lnTo>
                  <a:pt x="9368" y="5976"/>
                </a:lnTo>
                <a:lnTo>
                  <a:pt x="10586" y="6696"/>
                </a:lnTo>
                <a:lnTo>
                  <a:pt x="11826" y="7355"/>
                </a:lnTo>
                <a:lnTo>
                  <a:pt x="13096" y="7958"/>
                </a:lnTo>
                <a:lnTo>
                  <a:pt x="14399" y="8514"/>
                </a:lnTo>
                <a:lnTo>
                  <a:pt x="15742" y="9027"/>
                </a:lnTo>
                <a:lnTo>
                  <a:pt x="17127" y="9506"/>
                </a:lnTo>
                <a:lnTo>
                  <a:pt x="18563" y="9956"/>
                </a:lnTo>
                <a:lnTo>
                  <a:pt x="20051" y="10384"/>
                </a:lnTo>
                <a:lnTo>
                  <a:pt x="21600" y="10800"/>
                </a:lnTo>
                <a:lnTo>
                  <a:pt x="21244" y="11988"/>
                </a:lnTo>
                <a:lnTo>
                  <a:pt x="20887" y="13178"/>
                </a:lnTo>
                <a:lnTo>
                  <a:pt x="20529" y="14373"/>
                </a:lnTo>
                <a:lnTo>
                  <a:pt x="20168" y="15574"/>
                </a:lnTo>
                <a:lnTo>
                  <a:pt x="19805" y="16781"/>
                </a:lnTo>
                <a:lnTo>
                  <a:pt x="19440" y="18000"/>
                </a:lnTo>
                <a:lnTo>
                  <a:pt x="18014" y="17703"/>
                </a:lnTo>
                <a:lnTo>
                  <a:pt x="16587" y="17406"/>
                </a:lnTo>
                <a:lnTo>
                  <a:pt x="15152" y="17107"/>
                </a:lnTo>
                <a:lnTo>
                  <a:pt x="13712" y="16807"/>
                </a:lnTo>
                <a:lnTo>
                  <a:pt x="12262" y="16504"/>
                </a:lnTo>
                <a:lnTo>
                  <a:pt x="10800" y="16200"/>
                </a:lnTo>
                <a:lnTo>
                  <a:pt x="11228" y="17269"/>
                </a:lnTo>
                <a:lnTo>
                  <a:pt x="11658" y="18342"/>
                </a:lnTo>
                <a:lnTo>
                  <a:pt x="12087" y="19418"/>
                </a:lnTo>
                <a:lnTo>
                  <a:pt x="12522" y="20504"/>
                </a:lnTo>
                <a:lnTo>
                  <a:pt x="12960" y="21600"/>
                </a:lnTo>
                <a:lnTo>
                  <a:pt x="11353" y="21316"/>
                </a:lnTo>
                <a:lnTo>
                  <a:pt x="10212" y="21080"/>
                </a:lnTo>
                <a:lnTo>
                  <a:pt x="9228" y="20806"/>
                </a:lnTo>
                <a:lnTo>
                  <a:pt x="8087" y="20408"/>
                </a:lnTo>
                <a:lnTo>
                  <a:pt x="6480" y="19800"/>
                </a:lnTo>
                <a:lnTo>
                  <a:pt x="6286" y="18407"/>
                </a:lnTo>
                <a:lnTo>
                  <a:pt x="6188" y="17429"/>
                </a:lnTo>
                <a:lnTo>
                  <a:pt x="6188" y="16609"/>
                </a:lnTo>
                <a:lnTo>
                  <a:pt x="6286" y="15685"/>
                </a:lnTo>
                <a:lnTo>
                  <a:pt x="6480" y="14400"/>
                </a:lnTo>
                <a:lnTo>
                  <a:pt x="5197" y="14400"/>
                </a:lnTo>
                <a:lnTo>
                  <a:pt x="3910" y="14400"/>
                </a:lnTo>
                <a:lnTo>
                  <a:pt x="2618" y="14400"/>
                </a:lnTo>
                <a:lnTo>
                  <a:pt x="1315" y="14400"/>
                </a:lnTo>
                <a:lnTo>
                  <a:pt x="0" y="14400"/>
                </a:lnTo>
                <a:lnTo>
                  <a:pt x="179" y="13212"/>
                </a:lnTo>
                <a:lnTo>
                  <a:pt x="356" y="12024"/>
                </a:lnTo>
                <a:lnTo>
                  <a:pt x="536" y="10834"/>
                </a:lnTo>
                <a:lnTo>
                  <a:pt x="713" y="9643"/>
                </a:lnTo>
                <a:lnTo>
                  <a:pt x="892" y="8449"/>
                </a:lnTo>
                <a:lnTo>
                  <a:pt x="1071" y="7254"/>
                </a:lnTo>
                <a:lnTo>
                  <a:pt x="1251" y="6055"/>
                </a:lnTo>
                <a:lnTo>
                  <a:pt x="1432" y="4853"/>
                </a:lnTo>
                <a:lnTo>
                  <a:pt x="1614" y="3647"/>
                </a:lnTo>
                <a:lnTo>
                  <a:pt x="1795" y="2437"/>
                </a:lnTo>
                <a:lnTo>
                  <a:pt x="1976" y="1220"/>
                </a:lnTo>
                <a:lnTo>
                  <a:pt x="2160" y="0"/>
                </a:lnTo>
                <a:close/>
              </a:path>
            </a:pathLst>
          </a:custGeom>
          <a:solidFill>
            <a:srgbClr val="E7E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1" name="contour_05579"/>
          <p:cNvSpPr/>
          <p:nvPr/>
        </p:nvSpPr>
        <p:spPr>
          <a:xfrm>
            <a:off x="5634569" y="1549609"/>
            <a:ext cx="75015" cy="610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20" y="0"/>
                </a:moveTo>
                <a:lnTo>
                  <a:pt x="11038" y="240"/>
                </a:lnTo>
                <a:lnTo>
                  <a:pt x="13206" y="967"/>
                </a:lnTo>
                <a:lnTo>
                  <a:pt x="13642" y="2548"/>
                </a:lnTo>
                <a:lnTo>
                  <a:pt x="14012" y="4134"/>
                </a:lnTo>
                <a:lnTo>
                  <a:pt x="14324" y="5726"/>
                </a:lnTo>
                <a:lnTo>
                  <a:pt x="14587" y="7325"/>
                </a:lnTo>
                <a:lnTo>
                  <a:pt x="14807" y="8937"/>
                </a:lnTo>
                <a:lnTo>
                  <a:pt x="14996" y="10561"/>
                </a:lnTo>
                <a:lnTo>
                  <a:pt x="15158" y="12204"/>
                </a:lnTo>
                <a:lnTo>
                  <a:pt x="15304" y="13863"/>
                </a:lnTo>
                <a:lnTo>
                  <a:pt x="16551" y="13352"/>
                </a:lnTo>
                <a:lnTo>
                  <a:pt x="17802" y="12839"/>
                </a:lnTo>
                <a:lnTo>
                  <a:pt x="19057" y="12326"/>
                </a:lnTo>
                <a:lnTo>
                  <a:pt x="20322" y="11807"/>
                </a:lnTo>
                <a:lnTo>
                  <a:pt x="21600" y="11284"/>
                </a:lnTo>
                <a:lnTo>
                  <a:pt x="21367" y="13148"/>
                </a:lnTo>
                <a:lnTo>
                  <a:pt x="21140" y="14484"/>
                </a:lnTo>
                <a:lnTo>
                  <a:pt x="20821" y="15660"/>
                </a:lnTo>
                <a:lnTo>
                  <a:pt x="20309" y="17048"/>
                </a:lnTo>
                <a:lnTo>
                  <a:pt x="19501" y="19021"/>
                </a:lnTo>
                <a:lnTo>
                  <a:pt x="18161" y="19552"/>
                </a:lnTo>
                <a:lnTo>
                  <a:pt x="16815" y="19952"/>
                </a:lnTo>
                <a:lnTo>
                  <a:pt x="15462" y="20243"/>
                </a:lnTo>
                <a:lnTo>
                  <a:pt x="14100" y="20450"/>
                </a:lnTo>
                <a:lnTo>
                  <a:pt x="12723" y="20594"/>
                </a:lnTo>
                <a:lnTo>
                  <a:pt x="11334" y="20700"/>
                </a:lnTo>
                <a:lnTo>
                  <a:pt x="9926" y="20793"/>
                </a:lnTo>
                <a:lnTo>
                  <a:pt x="8587" y="20927"/>
                </a:lnTo>
                <a:lnTo>
                  <a:pt x="7225" y="21061"/>
                </a:lnTo>
                <a:lnTo>
                  <a:pt x="5903" y="21185"/>
                </a:lnTo>
                <a:lnTo>
                  <a:pt x="4583" y="21298"/>
                </a:lnTo>
                <a:lnTo>
                  <a:pt x="3261" y="21404"/>
                </a:lnTo>
                <a:lnTo>
                  <a:pt x="1937" y="21502"/>
                </a:lnTo>
                <a:lnTo>
                  <a:pt x="615" y="21600"/>
                </a:lnTo>
                <a:lnTo>
                  <a:pt x="518" y="19828"/>
                </a:lnTo>
                <a:lnTo>
                  <a:pt x="432" y="18056"/>
                </a:lnTo>
                <a:lnTo>
                  <a:pt x="355" y="16282"/>
                </a:lnTo>
                <a:lnTo>
                  <a:pt x="285" y="14510"/>
                </a:lnTo>
                <a:lnTo>
                  <a:pt x="222" y="12736"/>
                </a:lnTo>
                <a:lnTo>
                  <a:pt x="149" y="11088"/>
                </a:lnTo>
                <a:lnTo>
                  <a:pt x="76" y="9427"/>
                </a:lnTo>
                <a:lnTo>
                  <a:pt x="0" y="7748"/>
                </a:lnTo>
                <a:lnTo>
                  <a:pt x="204" y="6360"/>
                </a:lnTo>
                <a:lnTo>
                  <a:pt x="407" y="4962"/>
                </a:lnTo>
                <a:lnTo>
                  <a:pt x="615" y="3546"/>
                </a:lnTo>
                <a:lnTo>
                  <a:pt x="1985" y="2783"/>
                </a:lnTo>
                <a:lnTo>
                  <a:pt x="3339" y="2156"/>
                </a:lnTo>
                <a:lnTo>
                  <a:pt x="4688" y="1638"/>
                </a:lnTo>
                <a:lnTo>
                  <a:pt x="6048" y="1192"/>
                </a:lnTo>
                <a:lnTo>
                  <a:pt x="7431" y="792"/>
                </a:lnTo>
                <a:lnTo>
                  <a:pt x="8852" y="405"/>
                </a:lnTo>
                <a:lnTo>
                  <a:pt x="10320" y="0"/>
                </a:lnTo>
                <a:close/>
              </a:path>
            </a:pathLst>
          </a:custGeom>
          <a:solidFill>
            <a:srgbClr val="8456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2" name="contour_05580"/>
          <p:cNvSpPr/>
          <p:nvPr/>
        </p:nvSpPr>
        <p:spPr>
          <a:xfrm>
            <a:off x="1037982" y="1479499"/>
            <a:ext cx="80168" cy="582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79" y="1116"/>
                </a:moveTo>
                <a:lnTo>
                  <a:pt x="16581" y="2115"/>
                </a:lnTo>
                <a:lnTo>
                  <a:pt x="17669" y="3237"/>
                </a:lnTo>
                <a:lnTo>
                  <a:pt x="18590" y="4488"/>
                </a:lnTo>
                <a:lnTo>
                  <a:pt x="19395" y="5868"/>
                </a:lnTo>
                <a:lnTo>
                  <a:pt x="20133" y="7376"/>
                </a:lnTo>
                <a:lnTo>
                  <a:pt x="20852" y="9018"/>
                </a:lnTo>
                <a:lnTo>
                  <a:pt x="21600" y="10793"/>
                </a:lnTo>
                <a:lnTo>
                  <a:pt x="21158" y="10939"/>
                </a:lnTo>
                <a:lnTo>
                  <a:pt x="20379" y="11196"/>
                </a:lnTo>
                <a:lnTo>
                  <a:pt x="18594" y="11785"/>
                </a:lnTo>
                <a:lnTo>
                  <a:pt x="17306" y="12241"/>
                </a:lnTo>
                <a:lnTo>
                  <a:pt x="16015" y="12698"/>
                </a:lnTo>
                <a:lnTo>
                  <a:pt x="14727" y="13157"/>
                </a:lnTo>
                <a:lnTo>
                  <a:pt x="13742" y="13476"/>
                </a:lnTo>
                <a:lnTo>
                  <a:pt x="12740" y="13800"/>
                </a:lnTo>
                <a:lnTo>
                  <a:pt x="11607" y="14224"/>
                </a:lnTo>
                <a:lnTo>
                  <a:pt x="10719" y="14613"/>
                </a:lnTo>
                <a:lnTo>
                  <a:pt x="9622" y="15197"/>
                </a:lnTo>
                <a:lnTo>
                  <a:pt x="7855" y="16197"/>
                </a:lnTo>
                <a:lnTo>
                  <a:pt x="7855" y="17982"/>
                </a:lnTo>
                <a:lnTo>
                  <a:pt x="7855" y="19779"/>
                </a:lnTo>
                <a:lnTo>
                  <a:pt x="7855" y="21600"/>
                </a:lnTo>
                <a:lnTo>
                  <a:pt x="6559" y="21154"/>
                </a:lnTo>
                <a:lnTo>
                  <a:pt x="5261" y="20708"/>
                </a:lnTo>
                <a:lnTo>
                  <a:pt x="3957" y="20260"/>
                </a:lnTo>
                <a:lnTo>
                  <a:pt x="2647" y="19809"/>
                </a:lnTo>
                <a:lnTo>
                  <a:pt x="1329" y="19355"/>
                </a:lnTo>
                <a:lnTo>
                  <a:pt x="0" y="18898"/>
                </a:lnTo>
                <a:lnTo>
                  <a:pt x="992" y="15111"/>
                </a:lnTo>
                <a:lnTo>
                  <a:pt x="1867" y="11833"/>
                </a:lnTo>
                <a:lnTo>
                  <a:pt x="2659" y="9032"/>
                </a:lnTo>
                <a:lnTo>
                  <a:pt x="3389" y="6676"/>
                </a:lnTo>
                <a:lnTo>
                  <a:pt x="4088" y="4736"/>
                </a:lnTo>
                <a:lnTo>
                  <a:pt x="4781" y="3174"/>
                </a:lnTo>
                <a:lnTo>
                  <a:pt x="5498" y="1967"/>
                </a:lnTo>
                <a:lnTo>
                  <a:pt x="6262" y="1075"/>
                </a:lnTo>
                <a:lnTo>
                  <a:pt x="7104" y="473"/>
                </a:lnTo>
                <a:lnTo>
                  <a:pt x="8049" y="124"/>
                </a:lnTo>
                <a:lnTo>
                  <a:pt x="9125" y="0"/>
                </a:lnTo>
                <a:lnTo>
                  <a:pt x="10358" y="70"/>
                </a:lnTo>
                <a:lnTo>
                  <a:pt x="11778" y="300"/>
                </a:lnTo>
                <a:lnTo>
                  <a:pt x="13410" y="659"/>
                </a:lnTo>
                <a:lnTo>
                  <a:pt x="15279" y="1116"/>
                </a:lnTo>
                <a:close/>
              </a:path>
            </a:pathLst>
          </a:custGeom>
          <a:solidFill>
            <a:srgbClr val="D5C398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3" name="contour_05581"/>
          <p:cNvSpPr/>
          <p:nvPr/>
        </p:nvSpPr>
        <p:spPr>
          <a:xfrm>
            <a:off x="5686408" y="1464886"/>
            <a:ext cx="3173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15" y="0"/>
                </a:moveTo>
                <a:lnTo>
                  <a:pt x="13276" y="0"/>
                </a:lnTo>
                <a:lnTo>
                  <a:pt x="15776" y="0"/>
                </a:lnTo>
                <a:lnTo>
                  <a:pt x="16173" y="888"/>
                </a:lnTo>
                <a:lnTo>
                  <a:pt x="16555" y="1778"/>
                </a:lnTo>
                <a:lnTo>
                  <a:pt x="16932" y="2666"/>
                </a:lnTo>
                <a:lnTo>
                  <a:pt x="17299" y="3555"/>
                </a:lnTo>
                <a:lnTo>
                  <a:pt x="17656" y="4445"/>
                </a:lnTo>
                <a:lnTo>
                  <a:pt x="18003" y="5333"/>
                </a:lnTo>
                <a:lnTo>
                  <a:pt x="18341" y="6223"/>
                </a:lnTo>
                <a:lnTo>
                  <a:pt x="18668" y="7113"/>
                </a:lnTo>
                <a:lnTo>
                  <a:pt x="18986" y="8003"/>
                </a:lnTo>
                <a:lnTo>
                  <a:pt x="19244" y="8683"/>
                </a:lnTo>
                <a:lnTo>
                  <a:pt x="19521" y="9364"/>
                </a:lnTo>
                <a:lnTo>
                  <a:pt x="19809" y="10044"/>
                </a:lnTo>
                <a:lnTo>
                  <a:pt x="20117" y="10724"/>
                </a:lnTo>
                <a:lnTo>
                  <a:pt x="20484" y="11565"/>
                </a:lnTo>
                <a:lnTo>
                  <a:pt x="20826" y="12400"/>
                </a:lnTo>
                <a:lnTo>
                  <a:pt x="21124" y="13232"/>
                </a:lnTo>
                <a:lnTo>
                  <a:pt x="21357" y="14060"/>
                </a:lnTo>
                <a:lnTo>
                  <a:pt x="21521" y="14889"/>
                </a:lnTo>
                <a:lnTo>
                  <a:pt x="21600" y="15717"/>
                </a:lnTo>
                <a:lnTo>
                  <a:pt x="21570" y="16547"/>
                </a:lnTo>
                <a:lnTo>
                  <a:pt x="21431" y="17379"/>
                </a:lnTo>
                <a:lnTo>
                  <a:pt x="21158" y="18216"/>
                </a:lnTo>
                <a:lnTo>
                  <a:pt x="20737" y="19059"/>
                </a:lnTo>
                <a:lnTo>
                  <a:pt x="18227" y="19676"/>
                </a:lnTo>
                <a:lnTo>
                  <a:pt x="15687" y="20183"/>
                </a:lnTo>
                <a:lnTo>
                  <a:pt x="13072" y="20595"/>
                </a:lnTo>
                <a:lnTo>
                  <a:pt x="10329" y="20927"/>
                </a:lnTo>
                <a:lnTo>
                  <a:pt x="7422" y="21195"/>
                </a:lnTo>
                <a:lnTo>
                  <a:pt x="4291" y="21414"/>
                </a:lnTo>
                <a:lnTo>
                  <a:pt x="893" y="21600"/>
                </a:lnTo>
                <a:lnTo>
                  <a:pt x="799" y="20718"/>
                </a:lnTo>
                <a:lnTo>
                  <a:pt x="714" y="19835"/>
                </a:lnTo>
                <a:lnTo>
                  <a:pt x="635" y="18953"/>
                </a:lnTo>
                <a:lnTo>
                  <a:pt x="566" y="18072"/>
                </a:lnTo>
                <a:lnTo>
                  <a:pt x="496" y="17189"/>
                </a:lnTo>
                <a:lnTo>
                  <a:pt x="437" y="16307"/>
                </a:lnTo>
                <a:lnTo>
                  <a:pt x="377" y="15424"/>
                </a:lnTo>
                <a:lnTo>
                  <a:pt x="327" y="14542"/>
                </a:lnTo>
                <a:lnTo>
                  <a:pt x="273" y="13659"/>
                </a:lnTo>
                <a:lnTo>
                  <a:pt x="238" y="13327"/>
                </a:lnTo>
                <a:lnTo>
                  <a:pt x="174" y="12741"/>
                </a:lnTo>
                <a:lnTo>
                  <a:pt x="20" y="11401"/>
                </a:lnTo>
                <a:lnTo>
                  <a:pt x="0" y="10382"/>
                </a:lnTo>
                <a:lnTo>
                  <a:pt x="45" y="9410"/>
                </a:lnTo>
                <a:lnTo>
                  <a:pt x="179" y="8475"/>
                </a:lnTo>
                <a:lnTo>
                  <a:pt x="417" y="7575"/>
                </a:lnTo>
                <a:lnTo>
                  <a:pt x="789" y="6702"/>
                </a:lnTo>
                <a:lnTo>
                  <a:pt x="1305" y="5850"/>
                </a:lnTo>
                <a:lnTo>
                  <a:pt x="1989" y="5015"/>
                </a:lnTo>
                <a:lnTo>
                  <a:pt x="2867" y="4189"/>
                </a:lnTo>
                <a:lnTo>
                  <a:pt x="3949" y="3367"/>
                </a:lnTo>
                <a:lnTo>
                  <a:pt x="5269" y="2542"/>
                </a:lnTo>
                <a:lnTo>
                  <a:pt x="6836" y="1710"/>
                </a:lnTo>
                <a:lnTo>
                  <a:pt x="8682" y="865"/>
                </a:lnTo>
                <a:lnTo>
                  <a:pt x="10815" y="0"/>
                </a:lnTo>
                <a:close/>
              </a:path>
            </a:pathLst>
          </a:custGeom>
          <a:solidFill>
            <a:srgbClr val="C5C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4" name="contour_05582"/>
          <p:cNvSpPr/>
          <p:nvPr/>
        </p:nvSpPr>
        <p:spPr>
          <a:xfrm>
            <a:off x="10009499" y="1412150"/>
            <a:ext cx="94744" cy="460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806"/>
                </a:moveTo>
                <a:lnTo>
                  <a:pt x="9501" y="454"/>
                </a:lnTo>
                <a:lnTo>
                  <a:pt x="10616" y="205"/>
                </a:lnTo>
                <a:lnTo>
                  <a:pt x="11692" y="55"/>
                </a:lnTo>
                <a:lnTo>
                  <a:pt x="12767" y="0"/>
                </a:lnTo>
                <a:lnTo>
                  <a:pt x="13876" y="38"/>
                </a:lnTo>
                <a:lnTo>
                  <a:pt x="15057" y="164"/>
                </a:lnTo>
                <a:lnTo>
                  <a:pt x="16001" y="236"/>
                </a:lnTo>
                <a:lnTo>
                  <a:pt x="16956" y="307"/>
                </a:lnTo>
                <a:lnTo>
                  <a:pt x="18117" y="410"/>
                </a:lnTo>
                <a:lnTo>
                  <a:pt x="19279" y="529"/>
                </a:lnTo>
                <a:lnTo>
                  <a:pt x="20440" y="663"/>
                </a:lnTo>
                <a:lnTo>
                  <a:pt x="21600" y="806"/>
                </a:lnTo>
                <a:lnTo>
                  <a:pt x="21600" y="3063"/>
                </a:lnTo>
                <a:lnTo>
                  <a:pt x="21600" y="5334"/>
                </a:lnTo>
                <a:lnTo>
                  <a:pt x="21600" y="7636"/>
                </a:lnTo>
                <a:lnTo>
                  <a:pt x="20573" y="8353"/>
                </a:lnTo>
                <a:lnTo>
                  <a:pt x="19555" y="8876"/>
                </a:lnTo>
                <a:lnTo>
                  <a:pt x="18529" y="9262"/>
                </a:lnTo>
                <a:lnTo>
                  <a:pt x="17484" y="9576"/>
                </a:lnTo>
                <a:lnTo>
                  <a:pt x="16408" y="9876"/>
                </a:lnTo>
                <a:lnTo>
                  <a:pt x="15685" y="10460"/>
                </a:lnTo>
                <a:lnTo>
                  <a:pt x="14954" y="11051"/>
                </a:lnTo>
                <a:lnTo>
                  <a:pt x="14954" y="13308"/>
                </a:lnTo>
                <a:lnTo>
                  <a:pt x="14954" y="15579"/>
                </a:lnTo>
                <a:lnTo>
                  <a:pt x="14954" y="17881"/>
                </a:lnTo>
                <a:lnTo>
                  <a:pt x="15941" y="19134"/>
                </a:lnTo>
                <a:lnTo>
                  <a:pt x="16615" y="19910"/>
                </a:lnTo>
                <a:lnTo>
                  <a:pt x="17290" y="20521"/>
                </a:lnTo>
                <a:lnTo>
                  <a:pt x="18277" y="21296"/>
                </a:lnTo>
                <a:lnTo>
                  <a:pt x="17222" y="21340"/>
                </a:lnTo>
                <a:lnTo>
                  <a:pt x="16165" y="21381"/>
                </a:lnTo>
                <a:lnTo>
                  <a:pt x="15110" y="21419"/>
                </a:lnTo>
                <a:lnTo>
                  <a:pt x="14055" y="21450"/>
                </a:lnTo>
                <a:lnTo>
                  <a:pt x="12998" y="21480"/>
                </a:lnTo>
                <a:lnTo>
                  <a:pt x="11943" y="21508"/>
                </a:lnTo>
                <a:lnTo>
                  <a:pt x="11053" y="21552"/>
                </a:lnTo>
                <a:lnTo>
                  <a:pt x="10147" y="21597"/>
                </a:lnTo>
                <a:lnTo>
                  <a:pt x="8946" y="21600"/>
                </a:lnTo>
                <a:lnTo>
                  <a:pt x="7776" y="21552"/>
                </a:lnTo>
                <a:lnTo>
                  <a:pt x="6635" y="21429"/>
                </a:lnTo>
                <a:lnTo>
                  <a:pt x="5511" y="21211"/>
                </a:lnTo>
                <a:lnTo>
                  <a:pt x="4403" y="20873"/>
                </a:lnTo>
                <a:lnTo>
                  <a:pt x="3303" y="20391"/>
                </a:lnTo>
                <a:lnTo>
                  <a:pt x="2208" y="19749"/>
                </a:lnTo>
                <a:lnTo>
                  <a:pt x="1108" y="18919"/>
                </a:lnTo>
                <a:lnTo>
                  <a:pt x="0" y="17881"/>
                </a:lnTo>
                <a:lnTo>
                  <a:pt x="0" y="15624"/>
                </a:lnTo>
                <a:lnTo>
                  <a:pt x="0" y="13353"/>
                </a:lnTo>
                <a:lnTo>
                  <a:pt x="0" y="11051"/>
                </a:lnTo>
                <a:lnTo>
                  <a:pt x="1005" y="11252"/>
                </a:lnTo>
                <a:lnTo>
                  <a:pt x="2012" y="11451"/>
                </a:lnTo>
                <a:lnTo>
                  <a:pt x="3017" y="11652"/>
                </a:lnTo>
                <a:lnTo>
                  <a:pt x="4024" y="11850"/>
                </a:lnTo>
                <a:lnTo>
                  <a:pt x="5029" y="12052"/>
                </a:lnTo>
                <a:lnTo>
                  <a:pt x="5832" y="11556"/>
                </a:lnTo>
                <a:lnTo>
                  <a:pt x="6646" y="11051"/>
                </a:lnTo>
                <a:lnTo>
                  <a:pt x="6738" y="10296"/>
                </a:lnTo>
                <a:lnTo>
                  <a:pt x="6899" y="8968"/>
                </a:lnTo>
                <a:lnTo>
                  <a:pt x="7269" y="5928"/>
                </a:lnTo>
                <a:lnTo>
                  <a:pt x="7612" y="4235"/>
                </a:lnTo>
                <a:lnTo>
                  <a:pt x="7957" y="2534"/>
                </a:lnTo>
                <a:lnTo>
                  <a:pt x="8308" y="806"/>
                </a:lnTo>
                <a:close/>
              </a:path>
            </a:pathLst>
          </a:custGeom>
          <a:solidFill>
            <a:srgbClr val="C5D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5" name="contour_05583"/>
          <p:cNvSpPr/>
          <p:nvPr/>
        </p:nvSpPr>
        <p:spPr>
          <a:xfrm>
            <a:off x="5133833" y="1391686"/>
            <a:ext cx="182200" cy="304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7"/>
                </a:moveTo>
                <a:lnTo>
                  <a:pt x="21600" y="2792"/>
                </a:lnTo>
                <a:lnTo>
                  <a:pt x="21600" y="5397"/>
                </a:lnTo>
                <a:lnTo>
                  <a:pt x="21015" y="5397"/>
                </a:lnTo>
                <a:lnTo>
                  <a:pt x="20429" y="5397"/>
                </a:lnTo>
                <a:lnTo>
                  <a:pt x="19843" y="5397"/>
                </a:lnTo>
                <a:lnTo>
                  <a:pt x="19258" y="5397"/>
                </a:lnTo>
                <a:lnTo>
                  <a:pt x="18672" y="5397"/>
                </a:lnTo>
                <a:lnTo>
                  <a:pt x="18085" y="5397"/>
                </a:lnTo>
                <a:lnTo>
                  <a:pt x="17498" y="5397"/>
                </a:lnTo>
                <a:lnTo>
                  <a:pt x="16909" y="5397"/>
                </a:lnTo>
                <a:lnTo>
                  <a:pt x="16321" y="5397"/>
                </a:lnTo>
                <a:lnTo>
                  <a:pt x="15731" y="5397"/>
                </a:lnTo>
                <a:lnTo>
                  <a:pt x="15141" y="5397"/>
                </a:lnTo>
                <a:lnTo>
                  <a:pt x="14549" y="5397"/>
                </a:lnTo>
                <a:lnTo>
                  <a:pt x="13956" y="5397"/>
                </a:lnTo>
                <a:lnTo>
                  <a:pt x="13362" y="5397"/>
                </a:lnTo>
                <a:lnTo>
                  <a:pt x="12766" y="5397"/>
                </a:lnTo>
                <a:lnTo>
                  <a:pt x="12169" y="5397"/>
                </a:lnTo>
                <a:lnTo>
                  <a:pt x="11571" y="5397"/>
                </a:lnTo>
                <a:lnTo>
                  <a:pt x="10970" y="5397"/>
                </a:lnTo>
                <a:lnTo>
                  <a:pt x="10368" y="5397"/>
                </a:lnTo>
                <a:lnTo>
                  <a:pt x="10368" y="8815"/>
                </a:lnTo>
                <a:lnTo>
                  <a:pt x="10368" y="12253"/>
                </a:lnTo>
                <a:lnTo>
                  <a:pt x="10368" y="15737"/>
                </a:lnTo>
                <a:lnTo>
                  <a:pt x="9793" y="17050"/>
                </a:lnTo>
                <a:lnTo>
                  <a:pt x="9209" y="18167"/>
                </a:lnTo>
                <a:lnTo>
                  <a:pt x="8618" y="19093"/>
                </a:lnTo>
                <a:lnTo>
                  <a:pt x="8020" y="19842"/>
                </a:lnTo>
                <a:lnTo>
                  <a:pt x="7414" y="20442"/>
                </a:lnTo>
                <a:lnTo>
                  <a:pt x="6804" y="20892"/>
                </a:lnTo>
                <a:lnTo>
                  <a:pt x="6190" y="21223"/>
                </a:lnTo>
                <a:lnTo>
                  <a:pt x="5572" y="21440"/>
                </a:lnTo>
                <a:lnTo>
                  <a:pt x="4952" y="21559"/>
                </a:lnTo>
                <a:lnTo>
                  <a:pt x="4329" y="21600"/>
                </a:lnTo>
                <a:lnTo>
                  <a:pt x="3706" y="21579"/>
                </a:lnTo>
                <a:lnTo>
                  <a:pt x="3083" y="21502"/>
                </a:lnTo>
                <a:lnTo>
                  <a:pt x="2461" y="21393"/>
                </a:lnTo>
                <a:lnTo>
                  <a:pt x="1840" y="21264"/>
                </a:lnTo>
                <a:lnTo>
                  <a:pt x="1223" y="21130"/>
                </a:lnTo>
                <a:lnTo>
                  <a:pt x="609" y="21005"/>
                </a:lnTo>
                <a:lnTo>
                  <a:pt x="0" y="20907"/>
                </a:lnTo>
                <a:lnTo>
                  <a:pt x="0" y="17836"/>
                </a:lnTo>
                <a:lnTo>
                  <a:pt x="0" y="14755"/>
                </a:lnTo>
                <a:lnTo>
                  <a:pt x="0" y="11663"/>
                </a:lnTo>
                <a:lnTo>
                  <a:pt x="0" y="8546"/>
                </a:lnTo>
                <a:lnTo>
                  <a:pt x="0" y="5397"/>
                </a:lnTo>
                <a:lnTo>
                  <a:pt x="600" y="4937"/>
                </a:lnTo>
                <a:lnTo>
                  <a:pt x="1201" y="4503"/>
                </a:lnTo>
                <a:lnTo>
                  <a:pt x="1801" y="4089"/>
                </a:lnTo>
                <a:lnTo>
                  <a:pt x="2400" y="3707"/>
                </a:lnTo>
                <a:lnTo>
                  <a:pt x="3000" y="3345"/>
                </a:lnTo>
                <a:lnTo>
                  <a:pt x="3599" y="3004"/>
                </a:lnTo>
                <a:lnTo>
                  <a:pt x="4198" y="2683"/>
                </a:lnTo>
                <a:lnTo>
                  <a:pt x="4797" y="2389"/>
                </a:lnTo>
                <a:lnTo>
                  <a:pt x="5396" y="2115"/>
                </a:lnTo>
                <a:lnTo>
                  <a:pt x="5994" y="1856"/>
                </a:lnTo>
                <a:lnTo>
                  <a:pt x="6593" y="1623"/>
                </a:lnTo>
                <a:lnTo>
                  <a:pt x="7192" y="1406"/>
                </a:lnTo>
                <a:lnTo>
                  <a:pt x="7790" y="1210"/>
                </a:lnTo>
                <a:lnTo>
                  <a:pt x="8389" y="1029"/>
                </a:lnTo>
                <a:lnTo>
                  <a:pt x="8987" y="863"/>
                </a:lnTo>
                <a:lnTo>
                  <a:pt x="9585" y="719"/>
                </a:lnTo>
                <a:lnTo>
                  <a:pt x="10184" y="584"/>
                </a:lnTo>
                <a:lnTo>
                  <a:pt x="10783" y="470"/>
                </a:lnTo>
                <a:lnTo>
                  <a:pt x="11381" y="367"/>
                </a:lnTo>
                <a:lnTo>
                  <a:pt x="11980" y="279"/>
                </a:lnTo>
                <a:lnTo>
                  <a:pt x="12580" y="207"/>
                </a:lnTo>
                <a:lnTo>
                  <a:pt x="13179" y="145"/>
                </a:lnTo>
                <a:lnTo>
                  <a:pt x="13778" y="93"/>
                </a:lnTo>
                <a:lnTo>
                  <a:pt x="14378" y="57"/>
                </a:lnTo>
                <a:lnTo>
                  <a:pt x="14977" y="26"/>
                </a:lnTo>
                <a:lnTo>
                  <a:pt x="15578" y="10"/>
                </a:lnTo>
                <a:lnTo>
                  <a:pt x="16178" y="0"/>
                </a:lnTo>
                <a:lnTo>
                  <a:pt x="16779" y="0"/>
                </a:lnTo>
                <a:lnTo>
                  <a:pt x="17380" y="5"/>
                </a:lnTo>
                <a:lnTo>
                  <a:pt x="17982" y="21"/>
                </a:lnTo>
                <a:lnTo>
                  <a:pt x="18584" y="41"/>
                </a:lnTo>
                <a:lnTo>
                  <a:pt x="19186" y="67"/>
                </a:lnTo>
                <a:lnTo>
                  <a:pt x="19789" y="103"/>
                </a:lnTo>
                <a:lnTo>
                  <a:pt x="20392" y="140"/>
                </a:lnTo>
                <a:lnTo>
                  <a:pt x="20996" y="181"/>
                </a:lnTo>
                <a:lnTo>
                  <a:pt x="21600" y="227"/>
                </a:lnTo>
                <a:close/>
              </a:path>
            </a:pathLst>
          </a:custGeom>
          <a:solidFill>
            <a:srgbClr val="768B95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6" name="contour_05584"/>
          <p:cNvSpPr/>
          <p:nvPr/>
        </p:nvSpPr>
        <p:spPr>
          <a:xfrm>
            <a:off x="4645107" y="1348278"/>
            <a:ext cx="29582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4" y="0"/>
                </a:moveTo>
                <a:lnTo>
                  <a:pt x="2953" y="0"/>
                </a:lnTo>
                <a:lnTo>
                  <a:pt x="5635" y="0"/>
                </a:lnTo>
                <a:lnTo>
                  <a:pt x="5912" y="609"/>
                </a:lnTo>
                <a:lnTo>
                  <a:pt x="6189" y="1219"/>
                </a:lnTo>
                <a:lnTo>
                  <a:pt x="6466" y="1830"/>
                </a:lnTo>
                <a:lnTo>
                  <a:pt x="6748" y="2440"/>
                </a:lnTo>
                <a:lnTo>
                  <a:pt x="7024" y="3050"/>
                </a:lnTo>
                <a:lnTo>
                  <a:pt x="7301" y="3661"/>
                </a:lnTo>
                <a:lnTo>
                  <a:pt x="7578" y="4273"/>
                </a:lnTo>
                <a:lnTo>
                  <a:pt x="7860" y="4886"/>
                </a:lnTo>
                <a:lnTo>
                  <a:pt x="8137" y="5499"/>
                </a:lnTo>
                <a:lnTo>
                  <a:pt x="8419" y="6114"/>
                </a:lnTo>
                <a:lnTo>
                  <a:pt x="8695" y="6728"/>
                </a:lnTo>
                <a:lnTo>
                  <a:pt x="8977" y="7345"/>
                </a:lnTo>
                <a:lnTo>
                  <a:pt x="9259" y="7962"/>
                </a:lnTo>
                <a:lnTo>
                  <a:pt x="9536" y="8581"/>
                </a:lnTo>
                <a:lnTo>
                  <a:pt x="9818" y="9202"/>
                </a:lnTo>
                <a:lnTo>
                  <a:pt x="10106" y="9824"/>
                </a:lnTo>
                <a:lnTo>
                  <a:pt x="10388" y="10447"/>
                </a:lnTo>
                <a:lnTo>
                  <a:pt x="10670" y="11073"/>
                </a:lnTo>
                <a:lnTo>
                  <a:pt x="10957" y="11700"/>
                </a:lnTo>
                <a:lnTo>
                  <a:pt x="14475" y="11700"/>
                </a:lnTo>
                <a:lnTo>
                  <a:pt x="18013" y="11700"/>
                </a:lnTo>
                <a:lnTo>
                  <a:pt x="21600" y="11700"/>
                </a:lnTo>
                <a:lnTo>
                  <a:pt x="21600" y="12313"/>
                </a:lnTo>
                <a:lnTo>
                  <a:pt x="21600" y="12925"/>
                </a:lnTo>
                <a:lnTo>
                  <a:pt x="21600" y="13539"/>
                </a:lnTo>
                <a:lnTo>
                  <a:pt x="21600" y="14152"/>
                </a:lnTo>
                <a:lnTo>
                  <a:pt x="21600" y="14765"/>
                </a:lnTo>
                <a:lnTo>
                  <a:pt x="21600" y="15381"/>
                </a:lnTo>
                <a:lnTo>
                  <a:pt x="21600" y="15997"/>
                </a:lnTo>
                <a:lnTo>
                  <a:pt x="21600" y="16613"/>
                </a:lnTo>
                <a:lnTo>
                  <a:pt x="21600" y="17231"/>
                </a:lnTo>
                <a:lnTo>
                  <a:pt x="21600" y="17850"/>
                </a:lnTo>
                <a:lnTo>
                  <a:pt x="21600" y="18471"/>
                </a:lnTo>
                <a:lnTo>
                  <a:pt x="21600" y="19093"/>
                </a:lnTo>
                <a:lnTo>
                  <a:pt x="21600" y="19716"/>
                </a:lnTo>
                <a:lnTo>
                  <a:pt x="21600" y="20342"/>
                </a:lnTo>
                <a:lnTo>
                  <a:pt x="21600" y="20970"/>
                </a:lnTo>
                <a:lnTo>
                  <a:pt x="21600" y="21600"/>
                </a:lnTo>
                <a:lnTo>
                  <a:pt x="18439" y="21600"/>
                </a:lnTo>
                <a:lnTo>
                  <a:pt x="15267" y="21600"/>
                </a:lnTo>
                <a:lnTo>
                  <a:pt x="12085" y="21600"/>
                </a:lnTo>
                <a:lnTo>
                  <a:pt x="8876" y="21600"/>
                </a:lnTo>
                <a:lnTo>
                  <a:pt x="5635" y="21600"/>
                </a:lnTo>
                <a:lnTo>
                  <a:pt x="5082" y="20965"/>
                </a:lnTo>
                <a:lnTo>
                  <a:pt x="4571" y="20332"/>
                </a:lnTo>
                <a:lnTo>
                  <a:pt x="4087" y="19697"/>
                </a:lnTo>
                <a:lnTo>
                  <a:pt x="3640" y="19064"/>
                </a:lnTo>
                <a:lnTo>
                  <a:pt x="3225" y="18430"/>
                </a:lnTo>
                <a:lnTo>
                  <a:pt x="2836" y="17796"/>
                </a:lnTo>
                <a:lnTo>
                  <a:pt x="2485" y="17162"/>
                </a:lnTo>
                <a:lnTo>
                  <a:pt x="2155" y="16529"/>
                </a:lnTo>
                <a:lnTo>
                  <a:pt x="1857" y="15895"/>
                </a:lnTo>
                <a:lnTo>
                  <a:pt x="1586" y="15261"/>
                </a:lnTo>
                <a:lnTo>
                  <a:pt x="1341" y="14628"/>
                </a:lnTo>
                <a:lnTo>
                  <a:pt x="1123" y="13993"/>
                </a:lnTo>
                <a:lnTo>
                  <a:pt x="926" y="13360"/>
                </a:lnTo>
                <a:lnTo>
                  <a:pt x="750" y="12726"/>
                </a:lnTo>
                <a:lnTo>
                  <a:pt x="596" y="12092"/>
                </a:lnTo>
                <a:lnTo>
                  <a:pt x="463" y="11457"/>
                </a:lnTo>
                <a:lnTo>
                  <a:pt x="346" y="10823"/>
                </a:lnTo>
                <a:lnTo>
                  <a:pt x="250" y="10188"/>
                </a:lnTo>
                <a:lnTo>
                  <a:pt x="176" y="9554"/>
                </a:lnTo>
                <a:lnTo>
                  <a:pt x="112" y="8919"/>
                </a:lnTo>
                <a:lnTo>
                  <a:pt x="64" y="8284"/>
                </a:lnTo>
                <a:lnTo>
                  <a:pt x="32" y="7648"/>
                </a:lnTo>
                <a:lnTo>
                  <a:pt x="11" y="7013"/>
                </a:lnTo>
                <a:lnTo>
                  <a:pt x="0" y="6377"/>
                </a:lnTo>
                <a:lnTo>
                  <a:pt x="0" y="5741"/>
                </a:lnTo>
                <a:lnTo>
                  <a:pt x="11" y="5105"/>
                </a:lnTo>
                <a:lnTo>
                  <a:pt x="32" y="4468"/>
                </a:lnTo>
                <a:lnTo>
                  <a:pt x="59" y="3830"/>
                </a:lnTo>
                <a:lnTo>
                  <a:pt x="90" y="3193"/>
                </a:lnTo>
                <a:lnTo>
                  <a:pt x="128" y="2555"/>
                </a:lnTo>
                <a:lnTo>
                  <a:pt x="170" y="1917"/>
                </a:lnTo>
                <a:lnTo>
                  <a:pt x="218" y="1279"/>
                </a:lnTo>
                <a:lnTo>
                  <a:pt x="266" y="640"/>
                </a:lnTo>
                <a:lnTo>
                  <a:pt x="314" y="0"/>
                </a:lnTo>
                <a:close/>
              </a:path>
            </a:pathLst>
          </a:custGeom>
          <a:solidFill>
            <a:srgbClr val="D2D8DB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7" name="contour_05585"/>
          <p:cNvSpPr/>
          <p:nvPr/>
        </p:nvSpPr>
        <p:spPr>
          <a:xfrm>
            <a:off x="3661658" y="1384718"/>
            <a:ext cx="29152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12" y="929"/>
                </a:lnTo>
                <a:lnTo>
                  <a:pt x="7036" y="1644"/>
                </a:lnTo>
                <a:lnTo>
                  <a:pt x="9229" y="2198"/>
                </a:lnTo>
                <a:lnTo>
                  <a:pt x="10741" y="2640"/>
                </a:lnTo>
                <a:lnTo>
                  <a:pt x="11723" y="3022"/>
                </a:lnTo>
                <a:lnTo>
                  <a:pt x="12328" y="3391"/>
                </a:lnTo>
                <a:lnTo>
                  <a:pt x="12706" y="3802"/>
                </a:lnTo>
                <a:lnTo>
                  <a:pt x="13019" y="4301"/>
                </a:lnTo>
                <a:lnTo>
                  <a:pt x="13343" y="4801"/>
                </a:lnTo>
                <a:lnTo>
                  <a:pt x="13673" y="5308"/>
                </a:lnTo>
                <a:lnTo>
                  <a:pt x="13943" y="5835"/>
                </a:lnTo>
                <a:lnTo>
                  <a:pt x="14218" y="6370"/>
                </a:lnTo>
                <a:lnTo>
                  <a:pt x="14553" y="6919"/>
                </a:lnTo>
                <a:lnTo>
                  <a:pt x="14899" y="7477"/>
                </a:lnTo>
                <a:lnTo>
                  <a:pt x="15244" y="8057"/>
                </a:lnTo>
                <a:lnTo>
                  <a:pt x="15579" y="8636"/>
                </a:lnTo>
                <a:lnTo>
                  <a:pt x="15914" y="9216"/>
                </a:lnTo>
                <a:lnTo>
                  <a:pt x="16238" y="9796"/>
                </a:lnTo>
                <a:lnTo>
                  <a:pt x="16556" y="10376"/>
                </a:lnTo>
                <a:lnTo>
                  <a:pt x="16875" y="10956"/>
                </a:lnTo>
                <a:lnTo>
                  <a:pt x="17156" y="11430"/>
                </a:lnTo>
                <a:lnTo>
                  <a:pt x="17437" y="11902"/>
                </a:lnTo>
                <a:lnTo>
                  <a:pt x="17723" y="12376"/>
                </a:lnTo>
                <a:lnTo>
                  <a:pt x="18004" y="12850"/>
                </a:lnTo>
                <a:lnTo>
                  <a:pt x="18290" y="13323"/>
                </a:lnTo>
                <a:lnTo>
                  <a:pt x="18635" y="13901"/>
                </a:lnTo>
                <a:lnTo>
                  <a:pt x="18976" y="14479"/>
                </a:lnTo>
                <a:lnTo>
                  <a:pt x="19310" y="15058"/>
                </a:lnTo>
                <a:lnTo>
                  <a:pt x="19645" y="15636"/>
                </a:lnTo>
                <a:lnTo>
                  <a:pt x="19980" y="16215"/>
                </a:lnTo>
                <a:lnTo>
                  <a:pt x="20304" y="16793"/>
                </a:lnTo>
                <a:lnTo>
                  <a:pt x="20633" y="17371"/>
                </a:lnTo>
                <a:lnTo>
                  <a:pt x="20957" y="17950"/>
                </a:lnTo>
                <a:lnTo>
                  <a:pt x="21281" y="18529"/>
                </a:lnTo>
                <a:lnTo>
                  <a:pt x="21600" y="19108"/>
                </a:lnTo>
                <a:lnTo>
                  <a:pt x="18031" y="19108"/>
                </a:lnTo>
                <a:lnTo>
                  <a:pt x="14440" y="19108"/>
                </a:lnTo>
                <a:lnTo>
                  <a:pt x="10800" y="19108"/>
                </a:lnTo>
                <a:lnTo>
                  <a:pt x="9731" y="19601"/>
                </a:lnTo>
                <a:lnTo>
                  <a:pt x="8656" y="20096"/>
                </a:lnTo>
                <a:lnTo>
                  <a:pt x="7582" y="20593"/>
                </a:lnTo>
                <a:lnTo>
                  <a:pt x="6496" y="21094"/>
                </a:lnTo>
                <a:lnTo>
                  <a:pt x="5400" y="21600"/>
                </a:lnTo>
                <a:lnTo>
                  <a:pt x="5254" y="21022"/>
                </a:lnTo>
                <a:lnTo>
                  <a:pt x="5108" y="20444"/>
                </a:lnTo>
                <a:lnTo>
                  <a:pt x="4968" y="19866"/>
                </a:lnTo>
                <a:lnTo>
                  <a:pt x="4822" y="19288"/>
                </a:lnTo>
                <a:lnTo>
                  <a:pt x="4676" y="18710"/>
                </a:lnTo>
                <a:lnTo>
                  <a:pt x="4531" y="18132"/>
                </a:lnTo>
                <a:lnTo>
                  <a:pt x="4390" y="17553"/>
                </a:lnTo>
                <a:lnTo>
                  <a:pt x="4244" y="16974"/>
                </a:lnTo>
                <a:lnTo>
                  <a:pt x="4099" y="16395"/>
                </a:lnTo>
                <a:lnTo>
                  <a:pt x="3953" y="15816"/>
                </a:lnTo>
                <a:lnTo>
                  <a:pt x="3807" y="15237"/>
                </a:lnTo>
                <a:lnTo>
                  <a:pt x="3667" y="14657"/>
                </a:lnTo>
                <a:lnTo>
                  <a:pt x="3521" y="14077"/>
                </a:lnTo>
                <a:lnTo>
                  <a:pt x="3375" y="13497"/>
                </a:lnTo>
                <a:lnTo>
                  <a:pt x="3229" y="12917"/>
                </a:lnTo>
                <a:lnTo>
                  <a:pt x="3083" y="12335"/>
                </a:lnTo>
                <a:lnTo>
                  <a:pt x="2938" y="11754"/>
                </a:lnTo>
                <a:lnTo>
                  <a:pt x="2792" y="11172"/>
                </a:lnTo>
                <a:lnTo>
                  <a:pt x="2646" y="10590"/>
                </a:lnTo>
                <a:lnTo>
                  <a:pt x="2500" y="10007"/>
                </a:lnTo>
                <a:lnTo>
                  <a:pt x="2354" y="9423"/>
                </a:lnTo>
                <a:lnTo>
                  <a:pt x="2209" y="8839"/>
                </a:lnTo>
                <a:lnTo>
                  <a:pt x="2063" y="8255"/>
                </a:lnTo>
                <a:lnTo>
                  <a:pt x="1917" y="7670"/>
                </a:lnTo>
                <a:lnTo>
                  <a:pt x="1771" y="7085"/>
                </a:lnTo>
                <a:lnTo>
                  <a:pt x="1625" y="6498"/>
                </a:lnTo>
                <a:lnTo>
                  <a:pt x="1480" y="5912"/>
                </a:lnTo>
                <a:lnTo>
                  <a:pt x="1328" y="5324"/>
                </a:lnTo>
                <a:lnTo>
                  <a:pt x="1183" y="4735"/>
                </a:lnTo>
                <a:lnTo>
                  <a:pt x="1037" y="4146"/>
                </a:lnTo>
                <a:lnTo>
                  <a:pt x="891" y="3557"/>
                </a:lnTo>
                <a:lnTo>
                  <a:pt x="740" y="2966"/>
                </a:lnTo>
                <a:lnTo>
                  <a:pt x="594" y="2374"/>
                </a:lnTo>
                <a:lnTo>
                  <a:pt x="448" y="1782"/>
                </a:lnTo>
                <a:lnTo>
                  <a:pt x="297" y="1189"/>
                </a:lnTo>
                <a:lnTo>
                  <a:pt x="151" y="595"/>
                </a:lnTo>
                <a:lnTo>
                  <a:pt x="0" y="0"/>
                </a:lnTo>
                <a:close/>
              </a:path>
            </a:pathLst>
          </a:custGeom>
          <a:solidFill>
            <a:srgbClr val="A6AEB3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8" name="contour_05586"/>
          <p:cNvSpPr/>
          <p:nvPr/>
        </p:nvSpPr>
        <p:spPr>
          <a:xfrm>
            <a:off x="9747131" y="1246247"/>
            <a:ext cx="94744" cy="65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0"/>
                </a:moveTo>
                <a:lnTo>
                  <a:pt x="9604" y="1575"/>
                </a:lnTo>
                <a:lnTo>
                  <a:pt x="9238" y="3153"/>
                </a:lnTo>
                <a:lnTo>
                  <a:pt x="8871" y="4731"/>
                </a:lnTo>
                <a:lnTo>
                  <a:pt x="8504" y="6313"/>
                </a:lnTo>
                <a:lnTo>
                  <a:pt x="8137" y="7900"/>
                </a:lnTo>
                <a:lnTo>
                  <a:pt x="7766" y="9494"/>
                </a:lnTo>
                <a:lnTo>
                  <a:pt x="7396" y="11094"/>
                </a:lnTo>
                <a:lnTo>
                  <a:pt x="7022" y="12702"/>
                </a:lnTo>
                <a:lnTo>
                  <a:pt x="6646" y="14320"/>
                </a:lnTo>
                <a:lnTo>
                  <a:pt x="7470" y="13137"/>
                </a:lnTo>
                <a:lnTo>
                  <a:pt x="8308" y="11934"/>
                </a:lnTo>
                <a:lnTo>
                  <a:pt x="8720" y="13115"/>
                </a:lnTo>
                <a:lnTo>
                  <a:pt x="9132" y="14304"/>
                </a:lnTo>
                <a:lnTo>
                  <a:pt x="9549" y="15497"/>
                </a:lnTo>
                <a:lnTo>
                  <a:pt x="9969" y="16707"/>
                </a:lnTo>
                <a:lnTo>
                  <a:pt x="11066" y="16182"/>
                </a:lnTo>
                <a:lnTo>
                  <a:pt x="12164" y="15657"/>
                </a:lnTo>
                <a:lnTo>
                  <a:pt x="13262" y="15130"/>
                </a:lnTo>
                <a:lnTo>
                  <a:pt x="14364" y="14602"/>
                </a:lnTo>
                <a:lnTo>
                  <a:pt x="15469" y="14075"/>
                </a:lnTo>
                <a:lnTo>
                  <a:pt x="16579" y="13542"/>
                </a:lnTo>
                <a:lnTo>
                  <a:pt x="17692" y="13010"/>
                </a:lnTo>
                <a:lnTo>
                  <a:pt x="18812" y="12473"/>
                </a:lnTo>
                <a:lnTo>
                  <a:pt x="19938" y="11934"/>
                </a:lnTo>
                <a:lnTo>
                  <a:pt x="20267" y="13351"/>
                </a:lnTo>
                <a:lnTo>
                  <a:pt x="20598" y="14774"/>
                </a:lnTo>
                <a:lnTo>
                  <a:pt x="20929" y="16201"/>
                </a:lnTo>
                <a:lnTo>
                  <a:pt x="21263" y="17640"/>
                </a:lnTo>
                <a:lnTo>
                  <a:pt x="21600" y="19094"/>
                </a:lnTo>
                <a:lnTo>
                  <a:pt x="20464" y="19509"/>
                </a:lnTo>
                <a:lnTo>
                  <a:pt x="19332" y="19879"/>
                </a:lnTo>
                <a:lnTo>
                  <a:pt x="18200" y="20204"/>
                </a:lnTo>
                <a:lnTo>
                  <a:pt x="17072" y="20488"/>
                </a:lnTo>
                <a:lnTo>
                  <a:pt x="15944" y="20734"/>
                </a:lnTo>
                <a:lnTo>
                  <a:pt x="14816" y="20941"/>
                </a:lnTo>
                <a:lnTo>
                  <a:pt x="13689" y="21115"/>
                </a:lnTo>
                <a:lnTo>
                  <a:pt x="12563" y="21259"/>
                </a:lnTo>
                <a:lnTo>
                  <a:pt x="11435" y="21373"/>
                </a:lnTo>
                <a:lnTo>
                  <a:pt x="10305" y="21462"/>
                </a:lnTo>
                <a:lnTo>
                  <a:pt x="9175" y="21526"/>
                </a:lnTo>
                <a:lnTo>
                  <a:pt x="8042" y="21569"/>
                </a:lnTo>
                <a:lnTo>
                  <a:pt x="6905" y="21593"/>
                </a:lnTo>
                <a:lnTo>
                  <a:pt x="5766" y="21600"/>
                </a:lnTo>
                <a:lnTo>
                  <a:pt x="4622" y="21593"/>
                </a:lnTo>
                <a:lnTo>
                  <a:pt x="3474" y="21576"/>
                </a:lnTo>
                <a:lnTo>
                  <a:pt x="2321" y="21550"/>
                </a:lnTo>
                <a:lnTo>
                  <a:pt x="1163" y="21516"/>
                </a:lnTo>
                <a:lnTo>
                  <a:pt x="0" y="21481"/>
                </a:lnTo>
                <a:lnTo>
                  <a:pt x="213" y="18239"/>
                </a:lnTo>
                <a:lnTo>
                  <a:pt x="402" y="15521"/>
                </a:lnTo>
                <a:lnTo>
                  <a:pt x="582" y="13258"/>
                </a:lnTo>
                <a:lnTo>
                  <a:pt x="764" y="11387"/>
                </a:lnTo>
                <a:lnTo>
                  <a:pt x="964" y="9843"/>
                </a:lnTo>
                <a:lnTo>
                  <a:pt x="1196" y="8559"/>
                </a:lnTo>
                <a:lnTo>
                  <a:pt x="1475" y="7470"/>
                </a:lnTo>
                <a:lnTo>
                  <a:pt x="1814" y="6513"/>
                </a:lnTo>
                <a:lnTo>
                  <a:pt x="2226" y="5623"/>
                </a:lnTo>
                <a:lnTo>
                  <a:pt x="2728" y="4731"/>
                </a:lnTo>
                <a:lnTo>
                  <a:pt x="3331" y="3773"/>
                </a:lnTo>
                <a:lnTo>
                  <a:pt x="4051" y="2685"/>
                </a:lnTo>
                <a:lnTo>
                  <a:pt x="5159" y="1554"/>
                </a:lnTo>
                <a:lnTo>
                  <a:pt x="6000" y="795"/>
                </a:lnTo>
                <a:lnTo>
                  <a:pt x="6738" y="337"/>
                </a:lnTo>
                <a:lnTo>
                  <a:pt x="7535" y="100"/>
                </a:lnTo>
                <a:lnTo>
                  <a:pt x="8557" y="12"/>
                </a:lnTo>
                <a:lnTo>
                  <a:pt x="9969" y="0"/>
                </a:lnTo>
                <a:close/>
              </a:path>
            </a:pathLst>
          </a:custGeom>
          <a:solidFill>
            <a:srgbClr val="E9EC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589" name="contour_05587"/>
          <p:cNvSpPr/>
          <p:nvPr/>
        </p:nvSpPr>
        <p:spPr>
          <a:xfrm>
            <a:off x="5228577" y="1245423"/>
            <a:ext cx="247792" cy="219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09"/>
                </a:moveTo>
                <a:lnTo>
                  <a:pt x="440" y="781"/>
                </a:lnTo>
                <a:lnTo>
                  <a:pt x="881" y="752"/>
                </a:lnTo>
                <a:lnTo>
                  <a:pt x="1320" y="723"/>
                </a:lnTo>
                <a:lnTo>
                  <a:pt x="1760" y="695"/>
                </a:lnTo>
                <a:lnTo>
                  <a:pt x="2201" y="666"/>
                </a:lnTo>
                <a:lnTo>
                  <a:pt x="2641" y="637"/>
                </a:lnTo>
                <a:lnTo>
                  <a:pt x="3081" y="616"/>
                </a:lnTo>
                <a:lnTo>
                  <a:pt x="3521" y="594"/>
                </a:lnTo>
                <a:lnTo>
                  <a:pt x="3961" y="566"/>
                </a:lnTo>
                <a:lnTo>
                  <a:pt x="4401" y="544"/>
                </a:lnTo>
                <a:lnTo>
                  <a:pt x="4842" y="523"/>
                </a:lnTo>
                <a:lnTo>
                  <a:pt x="5281" y="508"/>
                </a:lnTo>
                <a:lnTo>
                  <a:pt x="5721" y="487"/>
                </a:lnTo>
                <a:lnTo>
                  <a:pt x="6162" y="466"/>
                </a:lnTo>
                <a:lnTo>
                  <a:pt x="6601" y="451"/>
                </a:lnTo>
                <a:lnTo>
                  <a:pt x="7042" y="437"/>
                </a:lnTo>
                <a:lnTo>
                  <a:pt x="7451" y="423"/>
                </a:lnTo>
                <a:lnTo>
                  <a:pt x="7859" y="408"/>
                </a:lnTo>
                <a:lnTo>
                  <a:pt x="8268" y="387"/>
                </a:lnTo>
                <a:lnTo>
                  <a:pt x="8677" y="372"/>
                </a:lnTo>
                <a:lnTo>
                  <a:pt x="9086" y="351"/>
                </a:lnTo>
                <a:lnTo>
                  <a:pt x="9495" y="329"/>
                </a:lnTo>
                <a:lnTo>
                  <a:pt x="9904" y="301"/>
                </a:lnTo>
                <a:lnTo>
                  <a:pt x="10313" y="272"/>
                </a:lnTo>
                <a:lnTo>
                  <a:pt x="10731" y="244"/>
                </a:lnTo>
                <a:lnTo>
                  <a:pt x="11151" y="215"/>
                </a:lnTo>
                <a:lnTo>
                  <a:pt x="11569" y="193"/>
                </a:lnTo>
                <a:lnTo>
                  <a:pt x="11989" y="172"/>
                </a:lnTo>
                <a:lnTo>
                  <a:pt x="12407" y="158"/>
                </a:lnTo>
                <a:lnTo>
                  <a:pt x="12827" y="143"/>
                </a:lnTo>
                <a:lnTo>
                  <a:pt x="13245" y="129"/>
                </a:lnTo>
                <a:lnTo>
                  <a:pt x="13665" y="122"/>
                </a:lnTo>
                <a:lnTo>
                  <a:pt x="14083" y="107"/>
                </a:lnTo>
                <a:lnTo>
                  <a:pt x="14470" y="72"/>
                </a:lnTo>
                <a:lnTo>
                  <a:pt x="14860" y="36"/>
                </a:lnTo>
                <a:lnTo>
                  <a:pt x="15255" y="0"/>
                </a:lnTo>
                <a:lnTo>
                  <a:pt x="16081" y="0"/>
                </a:lnTo>
                <a:lnTo>
                  <a:pt x="16800" y="14"/>
                </a:lnTo>
                <a:lnTo>
                  <a:pt x="17424" y="57"/>
                </a:lnTo>
                <a:lnTo>
                  <a:pt x="17965" y="150"/>
                </a:lnTo>
                <a:lnTo>
                  <a:pt x="18433" y="294"/>
                </a:lnTo>
                <a:lnTo>
                  <a:pt x="18840" y="508"/>
                </a:lnTo>
                <a:lnTo>
                  <a:pt x="19196" y="802"/>
                </a:lnTo>
                <a:lnTo>
                  <a:pt x="19514" y="1203"/>
                </a:lnTo>
                <a:lnTo>
                  <a:pt x="19804" y="1719"/>
                </a:lnTo>
                <a:lnTo>
                  <a:pt x="20078" y="2356"/>
                </a:lnTo>
                <a:lnTo>
                  <a:pt x="20347" y="3137"/>
                </a:lnTo>
                <a:lnTo>
                  <a:pt x="20622" y="4075"/>
                </a:lnTo>
                <a:lnTo>
                  <a:pt x="20916" y="5185"/>
                </a:lnTo>
                <a:lnTo>
                  <a:pt x="21238" y="6481"/>
                </a:lnTo>
                <a:lnTo>
                  <a:pt x="21600" y="7971"/>
                </a:lnTo>
                <a:lnTo>
                  <a:pt x="21600" y="11523"/>
                </a:lnTo>
                <a:lnTo>
                  <a:pt x="21600" y="15133"/>
                </a:lnTo>
                <a:lnTo>
                  <a:pt x="21266" y="15097"/>
                </a:lnTo>
                <a:lnTo>
                  <a:pt x="20931" y="15061"/>
                </a:lnTo>
                <a:lnTo>
                  <a:pt x="20591" y="15018"/>
                </a:lnTo>
                <a:lnTo>
                  <a:pt x="20176" y="14975"/>
                </a:lnTo>
                <a:lnTo>
                  <a:pt x="19760" y="14940"/>
                </a:lnTo>
                <a:lnTo>
                  <a:pt x="19345" y="14904"/>
                </a:lnTo>
                <a:lnTo>
                  <a:pt x="18930" y="14875"/>
                </a:lnTo>
                <a:lnTo>
                  <a:pt x="18515" y="14839"/>
                </a:lnTo>
                <a:lnTo>
                  <a:pt x="18100" y="14818"/>
                </a:lnTo>
                <a:lnTo>
                  <a:pt x="17684" y="14789"/>
                </a:lnTo>
                <a:lnTo>
                  <a:pt x="17269" y="14760"/>
                </a:lnTo>
                <a:lnTo>
                  <a:pt x="16854" y="14739"/>
                </a:lnTo>
                <a:lnTo>
                  <a:pt x="16451" y="14710"/>
                </a:lnTo>
                <a:lnTo>
                  <a:pt x="16048" y="14675"/>
                </a:lnTo>
                <a:lnTo>
                  <a:pt x="15645" y="14639"/>
                </a:lnTo>
                <a:lnTo>
                  <a:pt x="15242" y="14596"/>
                </a:lnTo>
                <a:lnTo>
                  <a:pt x="14854" y="14553"/>
                </a:lnTo>
                <a:lnTo>
                  <a:pt x="14466" y="14517"/>
                </a:lnTo>
                <a:lnTo>
                  <a:pt x="14078" y="14495"/>
                </a:lnTo>
                <a:lnTo>
                  <a:pt x="13691" y="14467"/>
                </a:lnTo>
                <a:lnTo>
                  <a:pt x="13302" y="14453"/>
                </a:lnTo>
                <a:lnTo>
                  <a:pt x="12914" y="14431"/>
                </a:lnTo>
                <a:lnTo>
                  <a:pt x="12558" y="14374"/>
                </a:lnTo>
                <a:lnTo>
                  <a:pt x="12196" y="14324"/>
                </a:lnTo>
                <a:lnTo>
                  <a:pt x="11760" y="14374"/>
                </a:lnTo>
                <a:lnTo>
                  <a:pt x="11334" y="14531"/>
                </a:lnTo>
                <a:lnTo>
                  <a:pt x="10917" y="14825"/>
                </a:lnTo>
                <a:lnTo>
                  <a:pt x="10504" y="15269"/>
                </a:lnTo>
                <a:lnTo>
                  <a:pt x="10093" y="15885"/>
                </a:lnTo>
                <a:lnTo>
                  <a:pt x="9681" y="16680"/>
                </a:lnTo>
                <a:lnTo>
                  <a:pt x="9265" y="17682"/>
                </a:lnTo>
                <a:lnTo>
                  <a:pt x="8842" y="18907"/>
                </a:lnTo>
                <a:lnTo>
                  <a:pt x="8350" y="20153"/>
                </a:lnTo>
                <a:lnTo>
                  <a:pt x="7902" y="21006"/>
                </a:lnTo>
                <a:lnTo>
                  <a:pt x="7481" y="21485"/>
                </a:lnTo>
                <a:lnTo>
                  <a:pt x="7068" y="21600"/>
                </a:lnTo>
                <a:lnTo>
                  <a:pt x="6646" y="21364"/>
                </a:lnTo>
                <a:lnTo>
                  <a:pt x="6199" y="20776"/>
                </a:lnTo>
                <a:lnTo>
                  <a:pt x="5707" y="19860"/>
                </a:lnTo>
                <a:lnTo>
                  <a:pt x="5371" y="19194"/>
                </a:lnTo>
                <a:lnTo>
                  <a:pt x="5033" y="18513"/>
                </a:lnTo>
                <a:lnTo>
                  <a:pt x="4690" y="17833"/>
                </a:lnTo>
                <a:lnTo>
                  <a:pt x="4347" y="17088"/>
                </a:lnTo>
                <a:lnTo>
                  <a:pt x="4002" y="16336"/>
                </a:lnTo>
                <a:lnTo>
                  <a:pt x="3653" y="15577"/>
                </a:lnTo>
                <a:lnTo>
                  <a:pt x="3300" y="14868"/>
                </a:lnTo>
                <a:lnTo>
                  <a:pt x="2945" y="14145"/>
                </a:lnTo>
                <a:lnTo>
                  <a:pt x="2586" y="13414"/>
                </a:lnTo>
                <a:lnTo>
                  <a:pt x="2154" y="12526"/>
                </a:lnTo>
                <a:lnTo>
                  <a:pt x="1724" y="11631"/>
                </a:lnTo>
                <a:lnTo>
                  <a:pt x="1292" y="10728"/>
                </a:lnTo>
                <a:lnTo>
                  <a:pt x="861" y="9819"/>
                </a:lnTo>
                <a:lnTo>
                  <a:pt x="431" y="8895"/>
                </a:lnTo>
                <a:lnTo>
                  <a:pt x="0" y="7971"/>
                </a:lnTo>
                <a:lnTo>
                  <a:pt x="0" y="4419"/>
                </a:lnTo>
                <a:lnTo>
                  <a:pt x="0" y="809"/>
                </a:lnTo>
                <a:close/>
              </a:path>
            </a:pathLst>
          </a:custGeom>
          <a:solidFill>
            <a:srgbClr val="DF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0" name="contour_05588"/>
          <p:cNvSpPr/>
          <p:nvPr/>
        </p:nvSpPr>
        <p:spPr>
          <a:xfrm>
            <a:off x="4499552" y="568463"/>
            <a:ext cx="8039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" y="0"/>
                </a:moveTo>
                <a:lnTo>
                  <a:pt x="417" y="493"/>
                </a:lnTo>
                <a:lnTo>
                  <a:pt x="779" y="995"/>
                </a:lnTo>
                <a:lnTo>
                  <a:pt x="1273" y="1629"/>
                </a:lnTo>
                <a:lnTo>
                  <a:pt x="1774" y="2274"/>
                </a:lnTo>
                <a:lnTo>
                  <a:pt x="2252" y="2908"/>
                </a:lnTo>
                <a:lnTo>
                  <a:pt x="2737" y="3553"/>
                </a:lnTo>
                <a:lnTo>
                  <a:pt x="3352" y="4046"/>
                </a:lnTo>
                <a:lnTo>
                  <a:pt x="3977" y="4547"/>
                </a:lnTo>
                <a:lnTo>
                  <a:pt x="5271" y="4547"/>
                </a:lnTo>
                <a:lnTo>
                  <a:pt x="6573" y="4547"/>
                </a:lnTo>
                <a:lnTo>
                  <a:pt x="7893" y="4547"/>
                </a:lnTo>
                <a:lnTo>
                  <a:pt x="7893" y="5322"/>
                </a:lnTo>
                <a:lnTo>
                  <a:pt x="7893" y="6095"/>
                </a:lnTo>
                <a:lnTo>
                  <a:pt x="7893" y="6870"/>
                </a:lnTo>
                <a:lnTo>
                  <a:pt x="7893" y="7644"/>
                </a:lnTo>
                <a:lnTo>
                  <a:pt x="7893" y="8419"/>
                </a:lnTo>
                <a:lnTo>
                  <a:pt x="7893" y="9197"/>
                </a:lnTo>
                <a:lnTo>
                  <a:pt x="7893" y="9975"/>
                </a:lnTo>
                <a:lnTo>
                  <a:pt x="7893" y="10753"/>
                </a:lnTo>
                <a:lnTo>
                  <a:pt x="7893" y="11533"/>
                </a:lnTo>
                <a:lnTo>
                  <a:pt x="7893" y="12315"/>
                </a:lnTo>
                <a:lnTo>
                  <a:pt x="7893" y="13100"/>
                </a:lnTo>
                <a:lnTo>
                  <a:pt x="7893" y="13885"/>
                </a:lnTo>
                <a:lnTo>
                  <a:pt x="7893" y="14673"/>
                </a:lnTo>
                <a:lnTo>
                  <a:pt x="7893" y="15463"/>
                </a:lnTo>
                <a:lnTo>
                  <a:pt x="7893" y="16257"/>
                </a:lnTo>
                <a:lnTo>
                  <a:pt x="7893" y="17053"/>
                </a:lnTo>
                <a:lnTo>
                  <a:pt x="9033" y="17123"/>
                </a:lnTo>
                <a:lnTo>
                  <a:pt x="10174" y="17194"/>
                </a:lnTo>
                <a:lnTo>
                  <a:pt x="11322" y="17264"/>
                </a:lnTo>
                <a:lnTo>
                  <a:pt x="12479" y="17336"/>
                </a:lnTo>
                <a:lnTo>
                  <a:pt x="13646" y="17407"/>
                </a:lnTo>
                <a:lnTo>
                  <a:pt x="15254" y="17559"/>
                </a:lnTo>
                <a:lnTo>
                  <a:pt x="16370" y="17676"/>
                </a:lnTo>
                <a:lnTo>
                  <a:pt x="17282" y="17794"/>
                </a:lnTo>
                <a:lnTo>
                  <a:pt x="18277" y="17953"/>
                </a:lnTo>
                <a:lnTo>
                  <a:pt x="19642" y="18189"/>
                </a:lnTo>
                <a:lnTo>
                  <a:pt x="20480" y="19069"/>
                </a:lnTo>
                <a:lnTo>
                  <a:pt x="21001" y="19687"/>
                </a:lnTo>
                <a:lnTo>
                  <a:pt x="21298" y="20205"/>
                </a:lnTo>
                <a:lnTo>
                  <a:pt x="21467" y="20788"/>
                </a:lnTo>
                <a:lnTo>
                  <a:pt x="21600" y="21600"/>
                </a:lnTo>
                <a:lnTo>
                  <a:pt x="19332" y="21317"/>
                </a:lnTo>
                <a:lnTo>
                  <a:pt x="17741" y="21113"/>
                </a:lnTo>
                <a:lnTo>
                  <a:pt x="16605" y="20959"/>
                </a:lnTo>
                <a:lnTo>
                  <a:pt x="15710" y="20819"/>
                </a:lnTo>
                <a:lnTo>
                  <a:pt x="14837" y="20664"/>
                </a:lnTo>
                <a:lnTo>
                  <a:pt x="13768" y="20463"/>
                </a:lnTo>
                <a:lnTo>
                  <a:pt x="12824" y="20306"/>
                </a:lnTo>
                <a:lnTo>
                  <a:pt x="11864" y="20146"/>
                </a:lnTo>
                <a:lnTo>
                  <a:pt x="10462" y="19828"/>
                </a:lnTo>
                <a:lnTo>
                  <a:pt x="9227" y="19500"/>
                </a:lnTo>
                <a:lnTo>
                  <a:pt x="8132" y="19135"/>
                </a:lnTo>
                <a:lnTo>
                  <a:pt x="7161" y="18710"/>
                </a:lnTo>
                <a:lnTo>
                  <a:pt x="6289" y="18195"/>
                </a:lnTo>
                <a:lnTo>
                  <a:pt x="5494" y="17568"/>
                </a:lnTo>
                <a:lnTo>
                  <a:pt x="4754" y="16799"/>
                </a:lnTo>
                <a:lnTo>
                  <a:pt x="4372" y="16049"/>
                </a:lnTo>
                <a:lnTo>
                  <a:pt x="4016" y="15298"/>
                </a:lnTo>
                <a:lnTo>
                  <a:pt x="3683" y="14547"/>
                </a:lnTo>
                <a:lnTo>
                  <a:pt x="3368" y="13793"/>
                </a:lnTo>
                <a:lnTo>
                  <a:pt x="3068" y="13037"/>
                </a:lnTo>
                <a:lnTo>
                  <a:pt x="2782" y="12277"/>
                </a:lnTo>
                <a:lnTo>
                  <a:pt x="2508" y="11511"/>
                </a:lnTo>
                <a:lnTo>
                  <a:pt x="2399" y="11242"/>
                </a:lnTo>
                <a:lnTo>
                  <a:pt x="2207" y="10769"/>
                </a:lnTo>
                <a:lnTo>
                  <a:pt x="1766" y="9686"/>
                </a:lnTo>
                <a:lnTo>
                  <a:pt x="1459" y="8867"/>
                </a:lnTo>
                <a:lnTo>
                  <a:pt x="1175" y="8059"/>
                </a:lnTo>
                <a:lnTo>
                  <a:pt x="920" y="7256"/>
                </a:lnTo>
                <a:lnTo>
                  <a:pt x="693" y="6460"/>
                </a:lnTo>
                <a:lnTo>
                  <a:pt x="495" y="5666"/>
                </a:lnTo>
                <a:lnTo>
                  <a:pt x="329" y="4873"/>
                </a:lnTo>
                <a:lnTo>
                  <a:pt x="194" y="4077"/>
                </a:lnTo>
                <a:lnTo>
                  <a:pt x="94" y="3279"/>
                </a:lnTo>
                <a:lnTo>
                  <a:pt x="29" y="2473"/>
                </a:lnTo>
                <a:lnTo>
                  <a:pt x="0" y="1660"/>
                </a:lnTo>
                <a:lnTo>
                  <a:pt x="12" y="837"/>
                </a:lnTo>
                <a:lnTo>
                  <a:pt x="61" y="0"/>
                </a:lnTo>
                <a:close/>
              </a:path>
            </a:pathLst>
          </a:custGeom>
          <a:solidFill>
            <a:srgbClr val="70706F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1" name="contour_05589"/>
          <p:cNvSpPr/>
          <p:nvPr/>
        </p:nvSpPr>
        <p:spPr>
          <a:xfrm>
            <a:off x="4893329" y="510159"/>
            <a:ext cx="87456" cy="138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0"/>
                </a:moveTo>
                <a:lnTo>
                  <a:pt x="20398" y="553"/>
                </a:lnTo>
                <a:lnTo>
                  <a:pt x="20785" y="973"/>
                </a:lnTo>
                <a:lnTo>
                  <a:pt x="21128" y="1473"/>
                </a:lnTo>
                <a:lnTo>
                  <a:pt x="21600" y="2266"/>
                </a:lnTo>
                <a:lnTo>
                  <a:pt x="21265" y="2950"/>
                </a:lnTo>
                <a:lnTo>
                  <a:pt x="20916" y="3632"/>
                </a:lnTo>
                <a:lnTo>
                  <a:pt x="20556" y="4312"/>
                </a:lnTo>
                <a:lnTo>
                  <a:pt x="20183" y="4989"/>
                </a:lnTo>
                <a:lnTo>
                  <a:pt x="19800" y="5664"/>
                </a:lnTo>
                <a:lnTo>
                  <a:pt x="19703" y="6517"/>
                </a:lnTo>
                <a:lnTo>
                  <a:pt x="19645" y="7127"/>
                </a:lnTo>
                <a:lnTo>
                  <a:pt x="19616" y="7661"/>
                </a:lnTo>
                <a:lnTo>
                  <a:pt x="19607" y="8289"/>
                </a:lnTo>
                <a:lnTo>
                  <a:pt x="19611" y="9178"/>
                </a:lnTo>
                <a:lnTo>
                  <a:pt x="19598" y="9467"/>
                </a:lnTo>
                <a:lnTo>
                  <a:pt x="19577" y="9976"/>
                </a:lnTo>
                <a:lnTo>
                  <a:pt x="19530" y="11143"/>
                </a:lnTo>
                <a:lnTo>
                  <a:pt x="19510" y="11822"/>
                </a:lnTo>
                <a:lnTo>
                  <a:pt x="19498" y="12502"/>
                </a:lnTo>
                <a:lnTo>
                  <a:pt x="19489" y="13183"/>
                </a:lnTo>
                <a:lnTo>
                  <a:pt x="19487" y="13863"/>
                </a:lnTo>
                <a:lnTo>
                  <a:pt x="19492" y="14543"/>
                </a:lnTo>
                <a:lnTo>
                  <a:pt x="19501" y="15223"/>
                </a:lnTo>
                <a:lnTo>
                  <a:pt x="19447" y="16026"/>
                </a:lnTo>
                <a:lnTo>
                  <a:pt x="19373" y="16785"/>
                </a:lnTo>
                <a:lnTo>
                  <a:pt x="19258" y="17512"/>
                </a:lnTo>
                <a:lnTo>
                  <a:pt x="19082" y="18222"/>
                </a:lnTo>
                <a:lnTo>
                  <a:pt x="18826" y="18929"/>
                </a:lnTo>
                <a:lnTo>
                  <a:pt x="18473" y="19647"/>
                </a:lnTo>
                <a:lnTo>
                  <a:pt x="18000" y="20391"/>
                </a:lnTo>
                <a:lnTo>
                  <a:pt x="16817" y="20756"/>
                </a:lnTo>
                <a:lnTo>
                  <a:pt x="15655" y="21046"/>
                </a:lnTo>
                <a:lnTo>
                  <a:pt x="14499" y="21267"/>
                </a:lnTo>
                <a:lnTo>
                  <a:pt x="13343" y="21427"/>
                </a:lnTo>
                <a:lnTo>
                  <a:pt x="12175" y="21531"/>
                </a:lnTo>
                <a:lnTo>
                  <a:pt x="10987" y="21586"/>
                </a:lnTo>
                <a:lnTo>
                  <a:pt x="9769" y="21600"/>
                </a:lnTo>
                <a:lnTo>
                  <a:pt x="8510" y="21576"/>
                </a:lnTo>
                <a:lnTo>
                  <a:pt x="7200" y="21524"/>
                </a:lnTo>
                <a:lnTo>
                  <a:pt x="5801" y="21208"/>
                </a:lnTo>
                <a:lnTo>
                  <a:pt x="4802" y="20951"/>
                </a:lnTo>
                <a:lnTo>
                  <a:pt x="4052" y="20690"/>
                </a:lnTo>
                <a:lnTo>
                  <a:pt x="3402" y="20363"/>
                </a:lnTo>
                <a:lnTo>
                  <a:pt x="2702" y="19908"/>
                </a:lnTo>
                <a:lnTo>
                  <a:pt x="1800" y="19258"/>
                </a:lnTo>
                <a:lnTo>
                  <a:pt x="1467" y="18515"/>
                </a:lnTo>
                <a:lnTo>
                  <a:pt x="1202" y="17777"/>
                </a:lnTo>
                <a:lnTo>
                  <a:pt x="999" y="17037"/>
                </a:lnTo>
                <a:lnTo>
                  <a:pt x="842" y="16295"/>
                </a:lnTo>
                <a:lnTo>
                  <a:pt x="725" y="15546"/>
                </a:lnTo>
                <a:lnTo>
                  <a:pt x="635" y="14788"/>
                </a:lnTo>
                <a:lnTo>
                  <a:pt x="562" y="14019"/>
                </a:lnTo>
                <a:lnTo>
                  <a:pt x="470" y="13303"/>
                </a:lnTo>
                <a:lnTo>
                  <a:pt x="376" y="12577"/>
                </a:lnTo>
                <a:lnTo>
                  <a:pt x="292" y="11875"/>
                </a:lnTo>
                <a:lnTo>
                  <a:pt x="212" y="11172"/>
                </a:lnTo>
                <a:lnTo>
                  <a:pt x="139" y="10469"/>
                </a:lnTo>
                <a:lnTo>
                  <a:pt x="68" y="9765"/>
                </a:lnTo>
                <a:lnTo>
                  <a:pt x="0" y="9063"/>
                </a:lnTo>
                <a:lnTo>
                  <a:pt x="1030" y="9256"/>
                </a:lnTo>
                <a:lnTo>
                  <a:pt x="1748" y="9440"/>
                </a:lnTo>
                <a:lnTo>
                  <a:pt x="2491" y="9718"/>
                </a:lnTo>
                <a:lnTo>
                  <a:pt x="3600" y="10196"/>
                </a:lnTo>
                <a:lnTo>
                  <a:pt x="3915" y="10983"/>
                </a:lnTo>
                <a:lnTo>
                  <a:pt x="4138" y="11575"/>
                </a:lnTo>
                <a:lnTo>
                  <a:pt x="4300" y="12084"/>
                </a:lnTo>
                <a:lnTo>
                  <a:pt x="4430" y="12621"/>
                </a:lnTo>
                <a:lnTo>
                  <a:pt x="4561" y="13300"/>
                </a:lnTo>
                <a:lnTo>
                  <a:pt x="4725" y="14231"/>
                </a:lnTo>
                <a:lnTo>
                  <a:pt x="4784" y="14555"/>
                </a:lnTo>
                <a:lnTo>
                  <a:pt x="4891" y="15125"/>
                </a:lnTo>
                <a:lnTo>
                  <a:pt x="5134" y="16431"/>
                </a:lnTo>
                <a:lnTo>
                  <a:pt x="5222" y="16990"/>
                </a:lnTo>
                <a:lnTo>
                  <a:pt x="5310" y="17555"/>
                </a:lnTo>
                <a:lnTo>
                  <a:pt x="5400" y="18126"/>
                </a:lnTo>
                <a:lnTo>
                  <a:pt x="6673" y="18126"/>
                </a:lnTo>
                <a:lnTo>
                  <a:pt x="7947" y="18126"/>
                </a:lnTo>
                <a:lnTo>
                  <a:pt x="9225" y="18126"/>
                </a:lnTo>
                <a:lnTo>
                  <a:pt x="10508" y="18126"/>
                </a:lnTo>
                <a:lnTo>
                  <a:pt x="11797" y="18126"/>
                </a:lnTo>
                <a:lnTo>
                  <a:pt x="13093" y="18126"/>
                </a:lnTo>
                <a:lnTo>
                  <a:pt x="14400" y="18126"/>
                </a:lnTo>
                <a:lnTo>
                  <a:pt x="14467" y="17429"/>
                </a:lnTo>
                <a:lnTo>
                  <a:pt x="14533" y="16729"/>
                </a:lnTo>
                <a:lnTo>
                  <a:pt x="14600" y="16024"/>
                </a:lnTo>
                <a:lnTo>
                  <a:pt x="14666" y="15312"/>
                </a:lnTo>
                <a:lnTo>
                  <a:pt x="14747" y="14572"/>
                </a:lnTo>
                <a:lnTo>
                  <a:pt x="14830" y="13832"/>
                </a:lnTo>
                <a:lnTo>
                  <a:pt x="14911" y="13091"/>
                </a:lnTo>
                <a:lnTo>
                  <a:pt x="14994" y="12351"/>
                </a:lnTo>
                <a:lnTo>
                  <a:pt x="15075" y="11612"/>
                </a:lnTo>
                <a:lnTo>
                  <a:pt x="15131" y="11000"/>
                </a:lnTo>
                <a:lnTo>
                  <a:pt x="15187" y="10385"/>
                </a:lnTo>
                <a:lnTo>
                  <a:pt x="15244" y="9762"/>
                </a:lnTo>
                <a:lnTo>
                  <a:pt x="15356" y="8903"/>
                </a:lnTo>
                <a:lnTo>
                  <a:pt x="15493" y="8079"/>
                </a:lnTo>
                <a:lnTo>
                  <a:pt x="15658" y="7288"/>
                </a:lnTo>
                <a:lnTo>
                  <a:pt x="15854" y="6521"/>
                </a:lnTo>
                <a:lnTo>
                  <a:pt x="16090" y="5775"/>
                </a:lnTo>
                <a:lnTo>
                  <a:pt x="16364" y="5046"/>
                </a:lnTo>
                <a:lnTo>
                  <a:pt x="16686" y="4329"/>
                </a:lnTo>
                <a:lnTo>
                  <a:pt x="17055" y="3617"/>
                </a:lnTo>
                <a:lnTo>
                  <a:pt x="17480" y="2909"/>
                </a:lnTo>
                <a:lnTo>
                  <a:pt x="17962" y="2198"/>
                </a:lnTo>
                <a:lnTo>
                  <a:pt x="18506" y="1478"/>
                </a:lnTo>
                <a:lnTo>
                  <a:pt x="19118" y="748"/>
                </a:lnTo>
                <a:lnTo>
                  <a:pt x="19800" y="0"/>
                </a:lnTo>
                <a:close/>
              </a:path>
            </a:pathLst>
          </a:custGeom>
          <a:solidFill>
            <a:srgbClr val="999898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2" name="contour_05590"/>
          <p:cNvSpPr/>
          <p:nvPr/>
        </p:nvSpPr>
        <p:spPr>
          <a:xfrm>
            <a:off x="7429550" y="6340210"/>
            <a:ext cx="153048" cy="373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4415"/>
                </a:moveTo>
                <a:lnTo>
                  <a:pt x="18514" y="7203"/>
                </a:lnTo>
                <a:lnTo>
                  <a:pt x="18514" y="10007"/>
                </a:lnTo>
                <a:lnTo>
                  <a:pt x="18514" y="12850"/>
                </a:lnTo>
                <a:lnTo>
                  <a:pt x="19172" y="14865"/>
                </a:lnTo>
                <a:lnTo>
                  <a:pt x="19657" y="16324"/>
                </a:lnTo>
                <a:lnTo>
                  <a:pt x="20057" y="17463"/>
                </a:lnTo>
                <a:lnTo>
                  <a:pt x="20457" y="18513"/>
                </a:lnTo>
                <a:lnTo>
                  <a:pt x="20943" y="19707"/>
                </a:lnTo>
                <a:lnTo>
                  <a:pt x="21600" y="21284"/>
                </a:lnTo>
                <a:lnTo>
                  <a:pt x="20867" y="21427"/>
                </a:lnTo>
                <a:lnTo>
                  <a:pt x="20135" y="21524"/>
                </a:lnTo>
                <a:lnTo>
                  <a:pt x="19405" y="21583"/>
                </a:lnTo>
                <a:lnTo>
                  <a:pt x="18677" y="21600"/>
                </a:lnTo>
                <a:lnTo>
                  <a:pt x="17951" y="21583"/>
                </a:lnTo>
                <a:lnTo>
                  <a:pt x="17225" y="21524"/>
                </a:lnTo>
                <a:lnTo>
                  <a:pt x="16502" y="21431"/>
                </a:lnTo>
                <a:lnTo>
                  <a:pt x="15780" y="21305"/>
                </a:lnTo>
                <a:lnTo>
                  <a:pt x="15059" y="21149"/>
                </a:lnTo>
                <a:lnTo>
                  <a:pt x="14340" y="20959"/>
                </a:lnTo>
                <a:lnTo>
                  <a:pt x="13621" y="20740"/>
                </a:lnTo>
                <a:lnTo>
                  <a:pt x="12903" y="20491"/>
                </a:lnTo>
                <a:lnTo>
                  <a:pt x="12185" y="20217"/>
                </a:lnTo>
                <a:lnTo>
                  <a:pt x="11470" y="19917"/>
                </a:lnTo>
                <a:lnTo>
                  <a:pt x="10754" y="19593"/>
                </a:lnTo>
                <a:lnTo>
                  <a:pt x="10038" y="19247"/>
                </a:lnTo>
                <a:lnTo>
                  <a:pt x="9322" y="18880"/>
                </a:lnTo>
                <a:lnTo>
                  <a:pt x="8607" y="18492"/>
                </a:lnTo>
                <a:lnTo>
                  <a:pt x="7892" y="18087"/>
                </a:lnTo>
                <a:lnTo>
                  <a:pt x="7177" y="17665"/>
                </a:lnTo>
                <a:lnTo>
                  <a:pt x="6461" y="17231"/>
                </a:lnTo>
                <a:lnTo>
                  <a:pt x="5747" y="16780"/>
                </a:lnTo>
                <a:lnTo>
                  <a:pt x="5031" y="16316"/>
                </a:lnTo>
                <a:lnTo>
                  <a:pt x="4314" y="15844"/>
                </a:lnTo>
                <a:lnTo>
                  <a:pt x="3597" y="15359"/>
                </a:lnTo>
                <a:lnTo>
                  <a:pt x="2880" y="14865"/>
                </a:lnTo>
                <a:lnTo>
                  <a:pt x="2161" y="14368"/>
                </a:lnTo>
                <a:lnTo>
                  <a:pt x="1442" y="13866"/>
                </a:lnTo>
                <a:lnTo>
                  <a:pt x="722" y="13360"/>
                </a:lnTo>
                <a:lnTo>
                  <a:pt x="0" y="12850"/>
                </a:lnTo>
                <a:lnTo>
                  <a:pt x="0" y="10758"/>
                </a:lnTo>
                <a:lnTo>
                  <a:pt x="0" y="8632"/>
                </a:lnTo>
                <a:lnTo>
                  <a:pt x="635" y="7081"/>
                </a:lnTo>
                <a:lnTo>
                  <a:pt x="1283" y="5706"/>
                </a:lnTo>
                <a:lnTo>
                  <a:pt x="1943" y="4504"/>
                </a:lnTo>
                <a:lnTo>
                  <a:pt x="2616" y="3466"/>
                </a:lnTo>
                <a:lnTo>
                  <a:pt x="3300" y="2581"/>
                </a:lnTo>
                <a:lnTo>
                  <a:pt x="3993" y="1847"/>
                </a:lnTo>
                <a:lnTo>
                  <a:pt x="4695" y="1244"/>
                </a:lnTo>
                <a:lnTo>
                  <a:pt x="5406" y="772"/>
                </a:lnTo>
                <a:lnTo>
                  <a:pt x="6123" y="422"/>
                </a:lnTo>
                <a:lnTo>
                  <a:pt x="6847" y="181"/>
                </a:lnTo>
                <a:lnTo>
                  <a:pt x="7576" y="42"/>
                </a:lnTo>
                <a:lnTo>
                  <a:pt x="8310" y="0"/>
                </a:lnTo>
                <a:lnTo>
                  <a:pt x="9047" y="38"/>
                </a:lnTo>
                <a:lnTo>
                  <a:pt x="9787" y="160"/>
                </a:lnTo>
                <a:lnTo>
                  <a:pt x="10527" y="346"/>
                </a:lnTo>
                <a:lnTo>
                  <a:pt x="11269" y="590"/>
                </a:lnTo>
                <a:lnTo>
                  <a:pt x="12011" y="886"/>
                </a:lnTo>
                <a:lnTo>
                  <a:pt x="12750" y="1227"/>
                </a:lnTo>
                <a:lnTo>
                  <a:pt x="13489" y="1598"/>
                </a:lnTo>
                <a:lnTo>
                  <a:pt x="14223" y="1995"/>
                </a:lnTo>
                <a:lnTo>
                  <a:pt x="14953" y="2408"/>
                </a:lnTo>
                <a:lnTo>
                  <a:pt x="15680" y="2830"/>
                </a:lnTo>
                <a:lnTo>
                  <a:pt x="16400" y="3247"/>
                </a:lnTo>
                <a:lnTo>
                  <a:pt x="17112" y="3660"/>
                </a:lnTo>
                <a:lnTo>
                  <a:pt x="17818" y="4053"/>
                </a:lnTo>
                <a:lnTo>
                  <a:pt x="18514" y="4415"/>
                </a:lnTo>
                <a:close/>
              </a:path>
            </a:pathLst>
          </a:custGeom>
          <a:solidFill>
            <a:srgbClr val="C3D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3" name="contour_05591"/>
          <p:cNvSpPr/>
          <p:nvPr/>
        </p:nvSpPr>
        <p:spPr>
          <a:xfrm>
            <a:off x="4784009" y="6334642"/>
            <a:ext cx="167624" cy="35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04" y="3641"/>
                </a:moveTo>
                <a:lnTo>
                  <a:pt x="17537" y="4207"/>
                </a:lnTo>
                <a:lnTo>
                  <a:pt x="18169" y="4759"/>
                </a:lnTo>
                <a:lnTo>
                  <a:pt x="18803" y="5302"/>
                </a:lnTo>
                <a:lnTo>
                  <a:pt x="19436" y="5832"/>
                </a:lnTo>
                <a:lnTo>
                  <a:pt x="20070" y="6353"/>
                </a:lnTo>
                <a:lnTo>
                  <a:pt x="20705" y="6869"/>
                </a:lnTo>
                <a:lnTo>
                  <a:pt x="21149" y="7493"/>
                </a:lnTo>
                <a:lnTo>
                  <a:pt x="21600" y="8131"/>
                </a:lnTo>
                <a:lnTo>
                  <a:pt x="21600" y="10358"/>
                </a:lnTo>
                <a:lnTo>
                  <a:pt x="21600" y="12621"/>
                </a:lnTo>
                <a:lnTo>
                  <a:pt x="20953" y="13007"/>
                </a:lnTo>
                <a:lnTo>
                  <a:pt x="20307" y="13393"/>
                </a:lnTo>
                <a:lnTo>
                  <a:pt x="19660" y="13779"/>
                </a:lnTo>
                <a:lnTo>
                  <a:pt x="19012" y="14165"/>
                </a:lnTo>
                <a:lnTo>
                  <a:pt x="18365" y="14556"/>
                </a:lnTo>
                <a:lnTo>
                  <a:pt x="17717" y="14942"/>
                </a:lnTo>
                <a:lnTo>
                  <a:pt x="17069" y="15328"/>
                </a:lnTo>
                <a:lnTo>
                  <a:pt x="16420" y="15718"/>
                </a:lnTo>
                <a:lnTo>
                  <a:pt x="15770" y="16105"/>
                </a:lnTo>
                <a:lnTo>
                  <a:pt x="15120" y="16495"/>
                </a:lnTo>
                <a:lnTo>
                  <a:pt x="14469" y="16881"/>
                </a:lnTo>
                <a:lnTo>
                  <a:pt x="13817" y="17272"/>
                </a:lnTo>
                <a:lnTo>
                  <a:pt x="13165" y="17663"/>
                </a:lnTo>
                <a:lnTo>
                  <a:pt x="12511" y="18053"/>
                </a:lnTo>
                <a:lnTo>
                  <a:pt x="11857" y="18444"/>
                </a:lnTo>
                <a:lnTo>
                  <a:pt x="11201" y="18834"/>
                </a:lnTo>
                <a:lnTo>
                  <a:pt x="10545" y="19229"/>
                </a:lnTo>
                <a:lnTo>
                  <a:pt x="9886" y="19620"/>
                </a:lnTo>
                <a:lnTo>
                  <a:pt x="9227" y="20015"/>
                </a:lnTo>
                <a:lnTo>
                  <a:pt x="8566" y="20410"/>
                </a:lnTo>
                <a:lnTo>
                  <a:pt x="7904" y="20805"/>
                </a:lnTo>
                <a:lnTo>
                  <a:pt x="7240" y="21200"/>
                </a:lnTo>
                <a:lnTo>
                  <a:pt x="6574" y="21600"/>
                </a:lnTo>
                <a:lnTo>
                  <a:pt x="6574" y="19373"/>
                </a:lnTo>
                <a:lnTo>
                  <a:pt x="6574" y="17110"/>
                </a:lnTo>
                <a:lnTo>
                  <a:pt x="5923" y="16666"/>
                </a:lnTo>
                <a:lnTo>
                  <a:pt x="5271" y="16221"/>
                </a:lnTo>
                <a:lnTo>
                  <a:pt x="4620" y="15777"/>
                </a:lnTo>
                <a:lnTo>
                  <a:pt x="3967" y="15328"/>
                </a:lnTo>
                <a:lnTo>
                  <a:pt x="3311" y="14883"/>
                </a:lnTo>
                <a:lnTo>
                  <a:pt x="2655" y="14434"/>
                </a:lnTo>
                <a:lnTo>
                  <a:pt x="1996" y="13985"/>
                </a:lnTo>
                <a:lnTo>
                  <a:pt x="1334" y="13532"/>
                </a:lnTo>
                <a:lnTo>
                  <a:pt x="669" y="13079"/>
                </a:lnTo>
                <a:lnTo>
                  <a:pt x="0" y="12621"/>
                </a:lnTo>
                <a:lnTo>
                  <a:pt x="0" y="10394"/>
                </a:lnTo>
                <a:lnTo>
                  <a:pt x="0" y="8131"/>
                </a:lnTo>
                <a:lnTo>
                  <a:pt x="633" y="7637"/>
                </a:lnTo>
                <a:lnTo>
                  <a:pt x="1267" y="7152"/>
                </a:lnTo>
                <a:lnTo>
                  <a:pt x="1901" y="6667"/>
                </a:lnTo>
                <a:lnTo>
                  <a:pt x="2535" y="6187"/>
                </a:lnTo>
                <a:lnTo>
                  <a:pt x="3169" y="5711"/>
                </a:lnTo>
                <a:lnTo>
                  <a:pt x="3803" y="5239"/>
                </a:lnTo>
                <a:lnTo>
                  <a:pt x="4436" y="4768"/>
                </a:lnTo>
                <a:lnTo>
                  <a:pt x="5070" y="4297"/>
                </a:lnTo>
                <a:lnTo>
                  <a:pt x="5705" y="3830"/>
                </a:lnTo>
                <a:lnTo>
                  <a:pt x="6339" y="3363"/>
                </a:lnTo>
                <a:lnTo>
                  <a:pt x="6935" y="2896"/>
                </a:lnTo>
                <a:lnTo>
                  <a:pt x="7536" y="2424"/>
                </a:lnTo>
                <a:lnTo>
                  <a:pt x="8144" y="1949"/>
                </a:lnTo>
                <a:lnTo>
                  <a:pt x="8828" y="1468"/>
                </a:lnTo>
                <a:lnTo>
                  <a:pt x="9489" y="1037"/>
                </a:lnTo>
                <a:lnTo>
                  <a:pt x="10130" y="664"/>
                </a:lnTo>
                <a:lnTo>
                  <a:pt x="10756" y="364"/>
                </a:lnTo>
                <a:lnTo>
                  <a:pt x="11370" y="148"/>
                </a:lnTo>
                <a:lnTo>
                  <a:pt x="11975" y="22"/>
                </a:lnTo>
                <a:lnTo>
                  <a:pt x="12574" y="0"/>
                </a:lnTo>
                <a:lnTo>
                  <a:pt x="13171" y="90"/>
                </a:lnTo>
                <a:lnTo>
                  <a:pt x="13770" y="310"/>
                </a:lnTo>
                <a:lnTo>
                  <a:pt x="14373" y="660"/>
                </a:lnTo>
                <a:lnTo>
                  <a:pt x="14986" y="1158"/>
                </a:lnTo>
                <a:lnTo>
                  <a:pt x="15609" y="1814"/>
                </a:lnTo>
                <a:lnTo>
                  <a:pt x="16247" y="2640"/>
                </a:lnTo>
                <a:lnTo>
                  <a:pt x="16904" y="3641"/>
                </a:lnTo>
                <a:close/>
              </a:path>
            </a:pathLst>
          </a:custGeom>
          <a:solidFill>
            <a:srgbClr val="C6D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4" name="contour_05592"/>
          <p:cNvSpPr/>
          <p:nvPr/>
        </p:nvSpPr>
        <p:spPr>
          <a:xfrm>
            <a:off x="7764798" y="6282249"/>
            <a:ext cx="138472" cy="37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11" y="0"/>
                </a:moveTo>
                <a:lnTo>
                  <a:pt x="3973" y="1028"/>
                </a:lnTo>
                <a:lnTo>
                  <a:pt x="4539" y="2057"/>
                </a:lnTo>
                <a:lnTo>
                  <a:pt x="5108" y="3098"/>
                </a:lnTo>
                <a:lnTo>
                  <a:pt x="5684" y="4147"/>
                </a:lnTo>
                <a:lnTo>
                  <a:pt x="6422" y="4491"/>
                </a:lnTo>
                <a:lnTo>
                  <a:pt x="7162" y="4789"/>
                </a:lnTo>
                <a:lnTo>
                  <a:pt x="7903" y="5046"/>
                </a:lnTo>
                <a:lnTo>
                  <a:pt x="8646" y="5270"/>
                </a:lnTo>
                <a:lnTo>
                  <a:pt x="9388" y="5457"/>
                </a:lnTo>
                <a:lnTo>
                  <a:pt x="9704" y="5536"/>
                </a:lnTo>
                <a:lnTo>
                  <a:pt x="10262" y="5673"/>
                </a:lnTo>
                <a:lnTo>
                  <a:pt x="11541" y="5984"/>
                </a:lnTo>
                <a:lnTo>
                  <a:pt x="12282" y="6150"/>
                </a:lnTo>
                <a:lnTo>
                  <a:pt x="13028" y="6311"/>
                </a:lnTo>
                <a:lnTo>
                  <a:pt x="13784" y="6477"/>
                </a:lnTo>
                <a:lnTo>
                  <a:pt x="14540" y="6660"/>
                </a:lnTo>
                <a:lnTo>
                  <a:pt x="15297" y="6838"/>
                </a:lnTo>
                <a:lnTo>
                  <a:pt x="16053" y="7020"/>
                </a:lnTo>
                <a:lnTo>
                  <a:pt x="16846" y="7207"/>
                </a:lnTo>
                <a:lnTo>
                  <a:pt x="17638" y="7394"/>
                </a:lnTo>
                <a:lnTo>
                  <a:pt x="18430" y="7576"/>
                </a:lnTo>
                <a:lnTo>
                  <a:pt x="19223" y="7758"/>
                </a:lnTo>
                <a:lnTo>
                  <a:pt x="20015" y="7937"/>
                </a:lnTo>
                <a:lnTo>
                  <a:pt x="20808" y="8115"/>
                </a:lnTo>
                <a:lnTo>
                  <a:pt x="21600" y="8293"/>
                </a:lnTo>
                <a:lnTo>
                  <a:pt x="21060" y="8808"/>
                </a:lnTo>
                <a:lnTo>
                  <a:pt x="20517" y="9322"/>
                </a:lnTo>
                <a:lnTo>
                  <a:pt x="19965" y="9848"/>
                </a:lnTo>
                <a:lnTo>
                  <a:pt x="18931" y="11416"/>
                </a:lnTo>
                <a:lnTo>
                  <a:pt x="18344" y="12660"/>
                </a:lnTo>
                <a:lnTo>
                  <a:pt x="17989" y="14236"/>
                </a:lnTo>
                <a:lnTo>
                  <a:pt x="17648" y="16794"/>
                </a:lnTo>
                <a:lnTo>
                  <a:pt x="17353" y="18751"/>
                </a:lnTo>
                <a:lnTo>
                  <a:pt x="17053" y="20733"/>
                </a:lnTo>
                <a:lnTo>
                  <a:pt x="16209" y="21194"/>
                </a:lnTo>
                <a:lnTo>
                  <a:pt x="15587" y="21463"/>
                </a:lnTo>
                <a:lnTo>
                  <a:pt x="15003" y="21588"/>
                </a:lnTo>
                <a:lnTo>
                  <a:pt x="14273" y="21600"/>
                </a:lnTo>
                <a:lnTo>
                  <a:pt x="13211" y="21542"/>
                </a:lnTo>
                <a:lnTo>
                  <a:pt x="12645" y="21525"/>
                </a:lnTo>
                <a:lnTo>
                  <a:pt x="12069" y="21509"/>
                </a:lnTo>
                <a:lnTo>
                  <a:pt x="11346" y="21476"/>
                </a:lnTo>
                <a:lnTo>
                  <a:pt x="10623" y="21430"/>
                </a:lnTo>
                <a:lnTo>
                  <a:pt x="9901" y="21372"/>
                </a:lnTo>
                <a:lnTo>
                  <a:pt x="9178" y="21314"/>
                </a:lnTo>
                <a:lnTo>
                  <a:pt x="8456" y="21252"/>
                </a:lnTo>
                <a:lnTo>
                  <a:pt x="7843" y="21223"/>
                </a:lnTo>
                <a:lnTo>
                  <a:pt x="7230" y="21194"/>
                </a:lnTo>
                <a:lnTo>
                  <a:pt x="6619" y="21165"/>
                </a:lnTo>
                <a:lnTo>
                  <a:pt x="6006" y="21140"/>
                </a:lnTo>
                <a:lnTo>
                  <a:pt x="5256" y="21102"/>
                </a:lnTo>
                <a:lnTo>
                  <a:pt x="4504" y="21061"/>
                </a:lnTo>
                <a:lnTo>
                  <a:pt x="3754" y="21015"/>
                </a:lnTo>
                <a:lnTo>
                  <a:pt x="3002" y="20966"/>
                </a:lnTo>
                <a:lnTo>
                  <a:pt x="2252" y="20912"/>
                </a:lnTo>
                <a:lnTo>
                  <a:pt x="1502" y="20858"/>
                </a:lnTo>
                <a:lnTo>
                  <a:pt x="750" y="20796"/>
                </a:lnTo>
                <a:lnTo>
                  <a:pt x="0" y="20733"/>
                </a:lnTo>
                <a:lnTo>
                  <a:pt x="375" y="18453"/>
                </a:lnTo>
                <a:lnTo>
                  <a:pt x="750" y="16168"/>
                </a:lnTo>
                <a:lnTo>
                  <a:pt x="1127" y="13883"/>
                </a:lnTo>
                <a:lnTo>
                  <a:pt x="1504" y="11594"/>
                </a:lnTo>
                <a:lnTo>
                  <a:pt x="1881" y="9293"/>
                </a:lnTo>
                <a:lnTo>
                  <a:pt x="2261" y="6987"/>
                </a:lnTo>
                <a:lnTo>
                  <a:pt x="2642" y="4669"/>
                </a:lnTo>
                <a:lnTo>
                  <a:pt x="3025" y="2343"/>
                </a:lnTo>
                <a:lnTo>
                  <a:pt x="3411" y="0"/>
                </a:lnTo>
                <a:close/>
              </a:path>
            </a:pathLst>
          </a:custGeom>
          <a:solidFill>
            <a:srgbClr val="F3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5" name="contour_05593"/>
          <p:cNvSpPr/>
          <p:nvPr/>
        </p:nvSpPr>
        <p:spPr>
          <a:xfrm>
            <a:off x="2021860" y="6230555"/>
            <a:ext cx="109320" cy="44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8"/>
                </a:moveTo>
                <a:lnTo>
                  <a:pt x="20838" y="2347"/>
                </a:lnTo>
                <a:lnTo>
                  <a:pt x="20089" y="4211"/>
                </a:lnTo>
                <a:lnTo>
                  <a:pt x="19348" y="5931"/>
                </a:lnTo>
                <a:lnTo>
                  <a:pt x="18602" y="7521"/>
                </a:lnTo>
                <a:lnTo>
                  <a:pt x="17847" y="8990"/>
                </a:lnTo>
                <a:lnTo>
                  <a:pt x="17074" y="10351"/>
                </a:lnTo>
                <a:lnTo>
                  <a:pt x="16275" y="11612"/>
                </a:lnTo>
                <a:lnTo>
                  <a:pt x="15443" y="12786"/>
                </a:lnTo>
                <a:lnTo>
                  <a:pt x="14567" y="13885"/>
                </a:lnTo>
                <a:lnTo>
                  <a:pt x="13641" y="14922"/>
                </a:lnTo>
                <a:lnTo>
                  <a:pt x="12659" y="15908"/>
                </a:lnTo>
                <a:lnTo>
                  <a:pt x="11609" y="16849"/>
                </a:lnTo>
                <a:lnTo>
                  <a:pt x="11246" y="17191"/>
                </a:lnTo>
                <a:lnTo>
                  <a:pt x="10151" y="18231"/>
                </a:lnTo>
                <a:lnTo>
                  <a:pt x="9115" y="19091"/>
                </a:lnTo>
                <a:lnTo>
                  <a:pt x="8107" y="19810"/>
                </a:lnTo>
                <a:lnTo>
                  <a:pt x="7116" y="20388"/>
                </a:lnTo>
                <a:lnTo>
                  <a:pt x="6136" y="20842"/>
                </a:lnTo>
                <a:lnTo>
                  <a:pt x="5157" y="21184"/>
                </a:lnTo>
                <a:lnTo>
                  <a:pt x="4172" y="21417"/>
                </a:lnTo>
                <a:lnTo>
                  <a:pt x="3171" y="21551"/>
                </a:lnTo>
                <a:lnTo>
                  <a:pt x="2148" y="21600"/>
                </a:lnTo>
                <a:lnTo>
                  <a:pt x="1094" y="21572"/>
                </a:lnTo>
                <a:lnTo>
                  <a:pt x="0" y="21473"/>
                </a:lnTo>
                <a:lnTo>
                  <a:pt x="380" y="18724"/>
                </a:lnTo>
                <a:lnTo>
                  <a:pt x="757" y="16222"/>
                </a:lnTo>
                <a:lnTo>
                  <a:pt x="1159" y="13938"/>
                </a:lnTo>
                <a:lnTo>
                  <a:pt x="1620" y="11845"/>
                </a:lnTo>
                <a:lnTo>
                  <a:pt x="2167" y="9921"/>
                </a:lnTo>
                <a:lnTo>
                  <a:pt x="2832" y="8134"/>
                </a:lnTo>
                <a:lnTo>
                  <a:pt x="3648" y="6460"/>
                </a:lnTo>
                <a:lnTo>
                  <a:pt x="4641" y="4870"/>
                </a:lnTo>
                <a:lnTo>
                  <a:pt x="5632" y="4025"/>
                </a:lnTo>
                <a:lnTo>
                  <a:pt x="6618" y="3274"/>
                </a:lnTo>
                <a:lnTo>
                  <a:pt x="7602" y="2619"/>
                </a:lnTo>
                <a:lnTo>
                  <a:pt x="8584" y="2044"/>
                </a:lnTo>
                <a:lnTo>
                  <a:pt x="9566" y="1554"/>
                </a:lnTo>
                <a:lnTo>
                  <a:pt x="10547" y="1138"/>
                </a:lnTo>
                <a:lnTo>
                  <a:pt x="11529" y="796"/>
                </a:lnTo>
                <a:lnTo>
                  <a:pt x="12512" y="522"/>
                </a:lnTo>
                <a:lnTo>
                  <a:pt x="13499" y="310"/>
                </a:lnTo>
                <a:lnTo>
                  <a:pt x="14488" y="155"/>
                </a:lnTo>
                <a:lnTo>
                  <a:pt x="15483" y="56"/>
                </a:lnTo>
                <a:lnTo>
                  <a:pt x="16482" y="7"/>
                </a:lnTo>
                <a:lnTo>
                  <a:pt x="17490" y="0"/>
                </a:lnTo>
                <a:lnTo>
                  <a:pt x="18504" y="35"/>
                </a:lnTo>
                <a:lnTo>
                  <a:pt x="19526" y="102"/>
                </a:lnTo>
                <a:lnTo>
                  <a:pt x="20557" y="201"/>
                </a:lnTo>
                <a:lnTo>
                  <a:pt x="21600" y="328"/>
                </a:lnTo>
                <a:close/>
              </a:path>
            </a:pathLst>
          </a:custGeom>
          <a:solidFill>
            <a:srgbClr val="F3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6" name="contour_05594"/>
          <p:cNvSpPr/>
          <p:nvPr/>
        </p:nvSpPr>
        <p:spPr>
          <a:xfrm>
            <a:off x="7713782" y="6135308"/>
            <a:ext cx="52408" cy="82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08" y="309"/>
                </a:moveTo>
                <a:lnTo>
                  <a:pt x="8140" y="95"/>
                </a:lnTo>
                <a:lnTo>
                  <a:pt x="9654" y="0"/>
                </a:lnTo>
                <a:lnTo>
                  <a:pt x="11267" y="0"/>
                </a:lnTo>
                <a:lnTo>
                  <a:pt x="13703" y="71"/>
                </a:lnTo>
                <a:lnTo>
                  <a:pt x="14733" y="97"/>
                </a:lnTo>
                <a:lnTo>
                  <a:pt x="17845" y="176"/>
                </a:lnTo>
                <a:lnTo>
                  <a:pt x="19425" y="242"/>
                </a:lnTo>
                <a:lnTo>
                  <a:pt x="21026" y="309"/>
                </a:lnTo>
                <a:lnTo>
                  <a:pt x="21092" y="1502"/>
                </a:lnTo>
                <a:lnTo>
                  <a:pt x="21155" y="2696"/>
                </a:lnTo>
                <a:lnTo>
                  <a:pt x="21213" y="3889"/>
                </a:lnTo>
                <a:lnTo>
                  <a:pt x="21267" y="5082"/>
                </a:lnTo>
                <a:lnTo>
                  <a:pt x="21315" y="6275"/>
                </a:lnTo>
                <a:lnTo>
                  <a:pt x="21360" y="7469"/>
                </a:lnTo>
                <a:lnTo>
                  <a:pt x="21402" y="8662"/>
                </a:lnTo>
                <a:lnTo>
                  <a:pt x="21438" y="9256"/>
                </a:lnTo>
                <a:lnTo>
                  <a:pt x="21555" y="11048"/>
                </a:lnTo>
                <a:lnTo>
                  <a:pt x="21600" y="13202"/>
                </a:lnTo>
                <a:lnTo>
                  <a:pt x="21573" y="14802"/>
                </a:lnTo>
                <a:lnTo>
                  <a:pt x="21423" y="16004"/>
                </a:lnTo>
                <a:lnTo>
                  <a:pt x="21092" y="16963"/>
                </a:lnTo>
                <a:lnTo>
                  <a:pt x="20528" y="17833"/>
                </a:lnTo>
                <a:lnTo>
                  <a:pt x="19681" y="18774"/>
                </a:lnTo>
                <a:lnTo>
                  <a:pt x="18491" y="19937"/>
                </a:lnTo>
                <a:lnTo>
                  <a:pt x="16542" y="20640"/>
                </a:lnTo>
                <a:lnTo>
                  <a:pt x="14775" y="21123"/>
                </a:lnTo>
                <a:lnTo>
                  <a:pt x="13075" y="21421"/>
                </a:lnTo>
                <a:lnTo>
                  <a:pt x="11315" y="21569"/>
                </a:lnTo>
                <a:lnTo>
                  <a:pt x="9375" y="21600"/>
                </a:lnTo>
                <a:lnTo>
                  <a:pt x="7134" y="21548"/>
                </a:lnTo>
                <a:lnTo>
                  <a:pt x="5118" y="21497"/>
                </a:lnTo>
                <a:lnTo>
                  <a:pt x="3073" y="21443"/>
                </a:lnTo>
                <a:lnTo>
                  <a:pt x="2310" y="21411"/>
                </a:lnTo>
                <a:lnTo>
                  <a:pt x="0" y="21310"/>
                </a:lnTo>
                <a:lnTo>
                  <a:pt x="1490" y="20836"/>
                </a:lnTo>
                <a:lnTo>
                  <a:pt x="2986" y="20361"/>
                </a:lnTo>
                <a:lnTo>
                  <a:pt x="4506" y="19878"/>
                </a:lnTo>
                <a:lnTo>
                  <a:pt x="7119" y="18467"/>
                </a:lnTo>
                <a:lnTo>
                  <a:pt x="8522" y="17545"/>
                </a:lnTo>
                <a:lnTo>
                  <a:pt x="9194" y="16705"/>
                </a:lnTo>
                <a:lnTo>
                  <a:pt x="9609" y="15538"/>
                </a:lnTo>
                <a:lnTo>
                  <a:pt x="9588" y="14483"/>
                </a:lnTo>
                <a:lnTo>
                  <a:pt x="9546" y="13660"/>
                </a:lnTo>
                <a:lnTo>
                  <a:pt x="9456" y="12797"/>
                </a:lnTo>
                <a:lnTo>
                  <a:pt x="9288" y="11619"/>
                </a:lnTo>
                <a:lnTo>
                  <a:pt x="9011" y="9855"/>
                </a:lnTo>
                <a:lnTo>
                  <a:pt x="7227" y="9855"/>
                </a:lnTo>
                <a:lnTo>
                  <a:pt x="5437" y="9855"/>
                </a:lnTo>
                <a:lnTo>
                  <a:pt x="3641" y="9855"/>
                </a:lnTo>
                <a:lnTo>
                  <a:pt x="1829" y="9855"/>
                </a:lnTo>
                <a:lnTo>
                  <a:pt x="0" y="9855"/>
                </a:lnTo>
                <a:lnTo>
                  <a:pt x="583" y="8706"/>
                </a:lnTo>
                <a:lnTo>
                  <a:pt x="1174" y="7558"/>
                </a:lnTo>
                <a:lnTo>
                  <a:pt x="1775" y="6413"/>
                </a:lnTo>
                <a:lnTo>
                  <a:pt x="2385" y="5269"/>
                </a:lnTo>
                <a:lnTo>
                  <a:pt x="3004" y="4128"/>
                </a:lnTo>
                <a:lnTo>
                  <a:pt x="3562" y="3091"/>
                </a:lnTo>
                <a:lnTo>
                  <a:pt x="4130" y="2039"/>
                </a:lnTo>
                <a:lnTo>
                  <a:pt x="5061" y="1180"/>
                </a:lnTo>
                <a:lnTo>
                  <a:pt x="6008" y="309"/>
                </a:lnTo>
                <a:close/>
              </a:path>
            </a:pathLst>
          </a:custGeom>
          <a:solidFill>
            <a:srgbClr val="E6E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7" name="contour_05595"/>
          <p:cNvSpPr/>
          <p:nvPr/>
        </p:nvSpPr>
        <p:spPr>
          <a:xfrm>
            <a:off x="4186394" y="6091726"/>
            <a:ext cx="80168" cy="53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0"/>
                </a:moveTo>
                <a:lnTo>
                  <a:pt x="21427" y="2182"/>
                </a:lnTo>
                <a:lnTo>
                  <a:pt x="21245" y="3940"/>
                </a:lnTo>
                <a:lnTo>
                  <a:pt x="21058" y="5696"/>
                </a:lnTo>
                <a:lnTo>
                  <a:pt x="20864" y="7452"/>
                </a:lnTo>
                <a:lnTo>
                  <a:pt x="20657" y="9414"/>
                </a:lnTo>
                <a:lnTo>
                  <a:pt x="20449" y="11407"/>
                </a:lnTo>
                <a:lnTo>
                  <a:pt x="19933" y="13618"/>
                </a:lnTo>
                <a:lnTo>
                  <a:pt x="19383" y="15448"/>
                </a:lnTo>
                <a:lnTo>
                  <a:pt x="18743" y="17005"/>
                </a:lnTo>
                <a:lnTo>
                  <a:pt x="17955" y="18403"/>
                </a:lnTo>
                <a:lnTo>
                  <a:pt x="16964" y="19744"/>
                </a:lnTo>
                <a:lnTo>
                  <a:pt x="15709" y="21144"/>
                </a:lnTo>
                <a:lnTo>
                  <a:pt x="14319" y="21334"/>
                </a:lnTo>
                <a:lnTo>
                  <a:pt x="12972" y="21476"/>
                </a:lnTo>
                <a:lnTo>
                  <a:pt x="11650" y="21564"/>
                </a:lnTo>
                <a:lnTo>
                  <a:pt x="10331" y="21600"/>
                </a:lnTo>
                <a:lnTo>
                  <a:pt x="8990" y="21585"/>
                </a:lnTo>
                <a:lnTo>
                  <a:pt x="7609" y="21514"/>
                </a:lnTo>
                <a:lnTo>
                  <a:pt x="7057" y="21493"/>
                </a:lnTo>
                <a:lnTo>
                  <a:pt x="5392" y="21434"/>
                </a:lnTo>
                <a:lnTo>
                  <a:pt x="4043" y="21375"/>
                </a:lnTo>
                <a:lnTo>
                  <a:pt x="2696" y="21304"/>
                </a:lnTo>
                <a:lnTo>
                  <a:pt x="1347" y="21227"/>
                </a:lnTo>
                <a:lnTo>
                  <a:pt x="0" y="21144"/>
                </a:lnTo>
                <a:lnTo>
                  <a:pt x="950" y="20774"/>
                </a:lnTo>
                <a:lnTo>
                  <a:pt x="1907" y="20401"/>
                </a:lnTo>
                <a:lnTo>
                  <a:pt x="2877" y="20022"/>
                </a:lnTo>
                <a:lnTo>
                  <a:pt x="4632" y="18918"/>
                </a:lnTo>
                <a:lnTo>
                  <a:pt x="5622" y="18080"/>
                </a:lnTo>
                <a:lnTo>
                  <a:pt x="6209" y="17085"/>
                </a:lnTo>
                <a:lnTo>
                  <a:pt x="6757" y="15513"/>
                </a:lnTo>
                <a:lnTo>
                  <a:pt x="6875" y="13991"/>
                </a:lnTo>
                <a:lnTo>
                  <a:pt x="6994" y="12446"/>
                </a:lnTo>
                <a:lnTo>
                  <a:pt x="7299" y="10229"/>
                </a:lnTo>
                <a:lnTo>
                  <a:pt x="7629" y="8292"/>
                </a:lnTo>
                <a:lnTo>
                  <a:pt x="8039" y="6481"/>
                </a:lnTo>
                <a:lnTo>
                  <a:pt x="8587" y="4648"/>
                </a:lnTo>
                <a:lnTo>
                  <a:pt x="9327" y="2641"/>
                </a:lnTo>
                <a:lnTo>
                  <a:pt x="10625" y="1625"/>
                </a:lnTo>
                <a:lnTo>
                  <a:pt x="11933" y="891"/>
                </a:lnTo>
                <a:lnTo>
                  <a:pt x="13255" y="403"/>
                </a:lnTo>
                <a:lnTo>
                  <a:pt x="14590" y="118"/>
                </a:lnTo>
                <a:lnTo>
                  <a:pt x="15943" y="0"/>
                </a:lnTo>
                <a:lnTo>
                  <a:pt x="17319" y="12"/>
                </a:lnTo>
                <a:lnTo>
                  <a:pt x="18717" y="110"/>
                </a:lnTo>
                <a:lnTo>
                  <a:pt x="20143" y="261"/>
                </a:lnTo>
                <a:lnTo>
                  <a:pt x="21600" y="420"/>
                </a:lnTo>
                <a:close/>
              </a:path>
            </a:pathLst>
          </a:custGeom>
          <a:solidFill>
            <a:srgbClr val="8E7434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8" name="contour_05596"/>
          <p:cNvSpPr/>
          <p:nvPr/>
        </p:nvSpPr>
        <p:spPr>
          <a:xfrm>
            <a:off x="4235894" y="5990729"/>
            <a:ext cx="8168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1" y="0"/>
                </a:moveTo>
                <a:lnTo>
                  <a:pt x="1771" y="338"/>
                </a:lnTo>
                <a:lnTo>
                  <a:pt x="3130" y="702"/>
                </a:lnTo>
                <a:lnTo>
                  <a:pt x="4481" y="1091"/>
                </a:lnTo>
                <a:lnTo>
                  <a:pt x="5822" y="1507"/>
                </a:lnTo>
                <a:lnTo>
                  <a:pt x="7156" y="1944"/>
                </a:lnTo>
                <a:lnTo>
                  <a:pt x="8484" y="2406"/>
                </a:lnTo>
                <a:lnTo>
                  <a:pt x="9806" y="2892"/>
                </a:lnTo>
                <a:lnTo>
                  <a:pt x="11124" y="3397"/>
                </a:lnTo>
                <a:lnTo>
                  <a:pt x="12438" y="3920"/>
                </a:lnTo>
                <a:lnTo>
                  <a:pt x="13749" y="4466"/>
                </a:lnTo>
                <a:lnTo>
                  <a:pt x="15057" y="5030"/>
                </a:lnTo>
                <a:lnTo>
                  <a:pt x="16364" y="5613"/>
                </a:lnTo>
                <a:lnTo>
                  <a:pt x="17670" y="6210"/>
                </a:lnTo>
                <a:lnTo>
                  <a:pt x="18979" y="6826"/>
                </a:lnTo>
                <a:lnTo>
                  <a:pt x="20288" y="7455"/>
                </a:lnTo>
                <a:lnTo>
                  <a:pt x="21600" y="8100"/>
                </a:lnTo>
                <a:lnTo>
                  <a:pt x="21361" y="9771"/>
                </a:lnTo>
                <a:lnTo>
                  <a:pt x="21122" y="11443"/>
                </a:lnTo>
                <a:lnTo>
                  <a:pt x="20883" y="13119"/>
                </a:lnTo>
                <a:lnTo>
                  <a:pt x="20644" y="14799"/>
                </a:lnTo>
                <a:lnTo>
                  <a:pt x="20403" y="16486"/>
                </a:lnTo>
                <a:lnTo>
                  <a:pt x="20160" y="18182"/>
                </a:lnTo>
                <a:lnTo>
                  <a:pt x="19918" y="19886"/>
                </a:lnTo>
                <a:lnTo>
                  <a:pt x="19673" y="21600"/>
                </a:lnTo>
                <a:lnTo>
                  <a:pt x="18395" y="21136"/>
                </a:lnTo>
                <a:lnTo>
                  <a:pt x="17117" y="20666"/>
                </a:lnTo>
                <a:lnTo>
                  <a:pt x="15840" y="20193"/>
                </a:lnTo>
                <a:lnTo>
                  <a:pt x="14564" y="19718"/>
                </a:lnTo>
                <a:lnTo>
                  <a:pt x="13290" y="19238"/>
                </a:lnTo>
                <a:lnTo>
                  <a:pt x="12103" y="18800"/>
                </a:lnTo>
                <a:lnTo>
                  <a:pt x="10908" y="18357"/>
                </a:lnTo>
                <a:lnTo>
                  <a:pt x="9698" y="17909"/>
                </a:lnTo>
                <a:lnTo>
                  <a:pt x="8372" y="17234"/>
                </a:lnTo>
                <a:lnTo>
                  <a:pt x="7123" y="16535"/>
                </a:lnTo>
                <a:lnTo>
                  <a:pt x="5936" y="15792"/>
                </a:lnTo>
                <a:lnTo>
                  <a:pt x="4795" y="14985"/>
                </a:lnTo>
                <a:lnTo>
                  <a:pt x="3687" y="14102"/>
                </a:lnTo>
                <a:lnTo>
                  <a:pt x="2596" y="13119"/>
                </a:lnTo>
                <a:lnTo>
                  <a:pt x="1505" y="12026"/>
                </a:lnTo>
                <a:lnTo>
                  <a:pt x="401" y="10800"/>
                </a:lnTo>
                <a:lnTo>
                  <a:pt x="118" y="8937"/>
                </a:lnTo>
                <a:lnTo>
                  <a:pt x="0" y="7182"/>
                </a:lnTo>
                <a:lnTo>
                  <a:pt x="8" y="5476"/>
                </a:lnTo>
                <a:lnTo>
                  <a:pt x="104" y="3753"/>
                </a:lnTo>
                <a:lnTo>
                  <a:pt x="247" y="1949"/>
                </a:lnTo>
                <a:lnTo>
                  <a:pt x="401" y="0"/>
                </a:lnTo>
                <a:close/>
              </a:path>
            </a:pathLst>
          </a:custGeom>
          <a:solidFill>
            <a:srgbClr val="535554"/>
          </a:solidFill>
          <a:ln>
            <a:noFill/>
          </a:ln>
        </p:spPr>
        <p:txBody>
          <a:bodyPr/>
          <a:lstStyle/>
          <a:p/>
        </p:txBody>
      </p:sp>
      <p:sp>
        <p:nvSpPr>
          <p:cNvPr id="5599" name="contour_05597"/>
          <p:cNvSpPr/>
          <p:nvPr/>
        </p:nvSpPr>
        <p:spPr>
          <a:xfrm>
            <a:off x="4922481" y="5872736"/>
            <a:ext cx="51315" cy="596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01"/>
                </a:moveTo>
                <a:lnTo>
                  <a:pt x="3687" y="301"/>
                </a:lnTo>
                <a:lnTo>
                  <a:pt x="6611" y="150"/>
                </a:lnTo>
                <a:lnTo>
                  <a:pt x="8924" y="50"/>
                </a:lnTo>
                <a:lnTo>
                  <a:pt x="10774" y="0"/>
                </a:lnTo>
                <a:lnTo>
                  <a:pt x="12314" y="0"/>
                </a:lnTo>
                <a:lnTo>
                  <a:pt x="13694" y="50"/>
                </a:lnTo>
                <a:lnTo>
                  <a:pt x="15072" y="150"/>
                </a:lnTo>
                <a:lnTo>
                  <a:pt x="16590" y="301"/>
                </a:lnTo>
                <a:lnTo>
                  <a:pt x="18406" y="501"/>
                </a:lnTo>
                <a:lnTo>
                  <a:pt x="19634" y="2107"/>
                </a:lnTo>
                <a:lnTo>
                  <a:pt x="20520" y="3700"/>
                </a:lnTo>
                <a:lnTo>
                  <a:pt x="21112" y="5298"/>
                </a:lnTo>
                <a:lnTo>
                  <a:pt x="21456" y="6923"/>
                </a:lnTo>
                <a:lnTo>
                  <a:pt x="21600" y="8587"/>
                </a:lnTo>
                <a:lnTo>
                  <a:pt x="21588" y="10312"/>
                </a:lnTo>
                <a:lnTo>
                  <a:pt x="21468" y="12116"/>
                </a:lnTo>
                <a:lnTo>
                  <a:pt x="21284" y="14018"/>
                </a:lnTo>
                <a:lnTo>
                  <a:pt x="20600" y="15998"/>
                </a:lnTo>
                <a:lnTo>
                  <a:pt x="19854" y="17283"/>
                </a:lnTo>
                <a:lnTo>
                  <a:pt x="18406" y="18963"/>
                </a:lnTo>
                <a:lnTo>
                  <a:pt x="16351" y="19516"/>
                </a:lnTo>
                <a:lnTo>
                  <a:pt x="14333" y="19973"/>
                </a:lnTo>
                <a:lnTo>
                  <a:pt x="12338" y="20347"/>
                </a:lnTo>
                <a:lnTo>
                  <a:pt x="10351" y="20651"/>
                </a:lnTo>
                <a:lnTo>
                  <a:pt x="8357" y="20898"/>
                </a:lnTo>
                <a:lnTo>
                  <a:pt x="6341" y="21104"/>
                </a:lnTo>
                <a:lnTo>
                  <a:pt x="4286" y="21281"/>
                </a:lnTo>
                <a:lnTo>
                  <a:pt x="2178" y="21442"/>
                </a:lnTo>
                <a:lnTo>
                  <a:pt x="0" y="21600"/>
                </a:lnTo>
                <a:lnTo>
                  <a:pt x="0" y="19859"/>
                </a:lnTo>
                <a:lnTo>
                  <a:pt x="0" y="18119"/>
                </a:lnTo>
                <a:lnTo>
                  <a:pt x="0" y="16375"/>
                </a:lnTo>
                <a:lnTo>
                  <a:pt x="0" y="14629"/>
                </a:lnTo>
                <a:lnTo>
                  <a:pt x="0" y="12881"/>
                </a:lnTo>
                <a:lnTo>
                  <a:pt x="0" y="11130"/>
                </a:lnTo>
                <a:lnTo>
                  <a:pt x="0" y="9373"/>
                </a:lnTo>
                <a:lnTo>
                  <a:pt x="0" y="7611"/>
                </a:lnTo>
                <a:lnTo>
                  <a:pt x="0" y="5844"/>
                </a:lnTo>
                <a:lnTo>
                  <a:pt x="0" y="4072"/>
                </a:lnTo>
                <a:lnTo>
                  <a:pt x="0" y="2289"/>
                </a:lnTo>
                <a:lnTo>
                  <a:pt x="0" y="501"/>
                </a:lnTo>
                <a:close/>
              </a:path>
            </a:pathLst>
          </a:custGeom>
          <a:solidFill>
            <a:srgbClr val="A9A7AB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0" name="contour_05598"/>
          <p:cNvSpPr/>
          <p:nvPr/>
        </p:nvSpPr>
        <p:spPr>
          <a:xfrm>
            <a:off x="2064765" y="5829679"/>
            <a:ext cx="80991" cy="735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30" y="0"/>
                </a:moveTo>
                <a:lnTo>
                  <a:pt x="6572" y="26"/>
                </a:lnTo>
                <a:lnTo>
                  <a:pt x="7821" y="51"/>
                </a:lnTo>
                <a:lnTo>
                  <a:pt x="9089" y="75"/>
                </a:lnTo>
                <a:lnTo>
                  <a:pt x="9643" y="86"/>
                </a:lnTo>
                <a:lnTo>
                  <a:pt x="10620" y="101"/>
                </a:lnTo>
                <a:lnTo>
                  <a:pt x="12861" y="133"/>
                </a:lnTo>
                <a:lnTo>
                  <a:pt x="13289" y="145"/>
                </a:lnTo>
                <a:lnTo>
                  <a:pt x="14043" y="165"/>
                </a:lnTo>
                <a:lnTo>
                  <a:pt x="15769" y="210"/>
                </a:lnTo>
                <a:lnTo>
                  <a:pt x="15769" y="1624"/>
                </a:lnTo>
                <a:lnTo>
                  <a:pt x="15769" y="3046"/>
                </a:lnTo>
                <a:lnTo>
                  <a:pt x="15769" y="4488"/>
                </a:lnTo>
                <a:lnTo>
                  <a:pt x="16772" y="5106"/>
                </a:lnTo>
                <a:lnTo>
                  <a:pt x="17783" y="5728"/>
                </a:lnTo>
                <a:lnTo>
                  <a:pt x="18807" y="6359"/>
                </a:lnTo>
                <a:lnTo>
                  <a:pt x="19728" y="7155"/>
                </a:lnTo>
                <a:lnTo>
                  <a:pt x="20657" y="7955"/>
                </a:lnTo>
                <a:lnTo>
                  <a:pt x="21600" y="8766"/>
                </a:lnTo>
                <a:lnTo>
                  <a:pt x="21503" y="10304"/>
                </a:lnTo>
                <a:lnTo>
                  <a:pt x="21293" y="11730"/>
                </a:lnTo>
                <a:lnTo>
                  <a:pt x="20986" y="13097"/>
                </a:lnTo>
                <a:lnTo>
                  <a:pt x="20601" y="14451"/>
                </a:lnTo>
                <a:lnTo>
                  <a:pt x="20152" y="15844"/>
                </a:lnTo>
                <a:lnTo>
                  <a:pt x="19656" y="17322"/>
                </a:lnTo>
                <a:lnTo>
                  <a:pt x="19656" y="16051"/>
                </a:lnTo>
                <a:lnTo>
                  <a:pt x="19656" y="14776"/>
                </a:lnTo>
                <a:lnTo>
                  <a:pt x="19656" y="13497"/>
                </a:lnTo>
                <a:lnTo>
                  <a:pt x="19656" y="12207"/>
                </a:lnTo>
                <a:lnTo>
                  <a:pt x="19656" y="10905"/>
                </a:lnTo>
                <a:lnTo>
                  <a:pt x="18399" y="10975"/>
                </a:lnTo>
                <a:lnTo>
                  <a:pt x="17143" y="11052"/>
                </a:lnTo>
                <a:lnTo>
                  <a:pt x="15888" y="11138"/>
                </a:lnTo>
                <a:lnTo>
                  <a:pt x="14634" y="11232"/>
                </a:lnTo>
                <a:lnTo>
                  <a:pt x="13380" y="11333"/>
                </a:lnTo>
                <a:lnTo>
                  <a:pt x="12125" y="11440"/>
                </a:lnTo>
                <a:lnTo>
                  <a:pt x="11058" y="11484"/>
                </a:lnTo>
                <a:lnTo>
                  <a:pt x="9977" y="11532"/>
                </a:lnTo>
                <a:lnTo>
                  <a:pt x="8713" y="11675"/>
                </a:lnTo>
                <a:lnTo>
                  <a:pt x="7538" y="11863"/>
                </a:lnTo>
                <a:lnTo>
                  <a:pt x="6408" y="12133"/>
                </a:lnTo>
                <a:lnTo>
                  <a:pt x="5279" y="12513"/>
                </a:lnTo>
                <a:lnTo>
                  <a:pt x="4107" y="13044"/>
                </a:lnTo>
                <a:lnTo>
                  <a:pt x="3372" y="14193"/>
                </a:lnTo>
                <a:lnTo>
                  <a:pt x="2715" y="15356"/>
                </a:lnTo>
                <a:lnTo>
                  <a:pt x="2124" y="16543"/>
                </a:lnTo>
                <a:lnTo>
                  <a:pt x="1590" y="17756"/>
                </a:lnTo>
                <a:lnTo>
                  <a:pt x="1102" y="18999"/>
                </a:lnTo>
                <a:lnTo>
                  <a:pt x="649" y="20280"/>
                </a:lnTo>
                <a:lnTo>
                  <a:pt x="220" y="21600"/>
                </a:lnTo>
                <a:lnTo>
                  <a:pt x="198" y="20244"/>
                </a:lnTo>
                <a:lnTo>
                  <a:pt x="177" y="18888"/>
                </a:lnTo>
                <a:lnTo>
                  <a:pt x="159" y="17532"/>
                </a:lnTo>
                <a:lnTo>
                  <a:pt x="142" y="16175"/>
                </a:lnTo>
                <a:lnTo>
                  <a:pt x="126" y="14821"/>
                </a:lnTo>
                <a:lnTo>
                  <a:pt x="113" y="13465"/>
                </a:lnTo>
                <a:lnTo>
                  <a:pt x="99" y="12107"/>
                </a:lnTo>
                <a:lnTo>
                  <a:pt x="74" y="10753"/>
                </a:lnTo>
                <a:lnTo>
                  <a:pt x="49" y="9380"/>
                </a:lnTo>
                <a:lnTo>
                  <a:pt x="39" y="8083"/>
                </a:lnTo>
                <a:lnTo>
                  <a:pt x="29" y="6768"/>
                </a:lnTo>
                <a:lnTo>
                  <a:pt x="23" y="6169"/>
                </a:lnTo>
                <a:lnTo>
                  <a:pt x="0" y="4357"/>
                </a:lnTo>
                <a:lnTo>
                  <a:pt x="400" y="2428"/>
                </a:lnTo>
                <a:lnTo>
                  <a:pt x="1106" y="1202"/>
                </a:lnTo>
                <a:lnTo>
                  <a:pt x="2144" y="505"/>
                </a:lnTo>
                <a:lnTo>
                  <a:pt x="3543" y="163"/>
                </a:lnTo>
                <a:lnTo>
                  <a:pt x="5330" y="0"/>
                </a:lnTo>
                <a:close/>
              </a:path>
            </a:pathLst>
          </a:custGeom>
          <a:solidFill>
            <a:srgbClr val="4B4A4F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1" name="contour_05599"/>
          <p:cNvSpPr/>
          <p:nvPr/>
        </p:nvSpPr>
        <p:spPr>
          <a:xfrm>
            <a:off x="5024513" y="5691921"/>
            <a:ext cx="87456" cy="731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3193" y="146"/>
                </a:lnTo>
                <a:lnTo>
                  <a:pt x="4171" y="331"/>
                </a:lnTo>
                <a:lnTo>
                  <a:pt x="4991" y="658"/>
                </a:lnTo>
                <a:lnTo>
                  <a:pt x="5915" y="1231"/>
                </a:lnTo>
                <a:lnTo>
                  <a:pt x="7200" y="2152"/>
                </a:lnTo>
                <a:lnTo>
                  <a:pt x="7375" y="3699"/>
                </a:lnTo>
                <a:lnTo>
                  <a:pt x="7474" y="5235"/>
                </a:lnTo>
                <a:lnTo>
                  <a:pt x="7506" y="6761"/>
                </a:lnTo>
                <a:lnTo>
                  <a:pt x="7486" y="8287"/>
                </a:lnTo>
                <a:lnTo>
                  <a:pt x="7421" y="9817"/>
                </a:lnTo>
                <a:lnTo>
                  <a:pt x="7322" y="11355"/>
                </a:lnTo>
                <a:lnTo>
                  <a:pt x="7200" y="12911"/>
                </a:lnTo>
                <a:lnTo>
                  <a:pt x="8572" y="12205"/>
                </a:lnTo>
                <a:lnTo>
                  <a:pt x="9817" y="11497"/>
                </a:lnTo>
                <a:lnTo>
                  <a:pt x="10951" y="10772"/>
                </a:lnTo>
                <a:lnTo>
                  <a:pt x="11992" y="10008"/>
                </a:lnTo>
                <a:lnTo>
                  <a:pt x="12953" y="9190"/>
                </a:lnTo>
                <a:lnTo>
                  <a:pt x="13853" y="8302"/>
                </a:lnTo>
                <a:lnTo>
                  <a:pt x="14708" y="7323"/>
                </a:lnTo>
                <a:lnTo>
                  <a:pt x="15532" y="6236"/>
                </a:lnTo>
                <a:lnTo>
                  <a:pt x="16346" y="5022"/>
                </a:lnTo>
                <a:lnTo>
                  <a:pt x="17163" y="3667"/>
                </a:lnTo>
                <a:lnTo>
                  <a:pt x="18000" y="2152"/>
                </a:lnTo>
                <a:lnTo>
                  <a:pt x="19190" y="2152"/>
                </a:lnTo>
                <a:lnTo>
                  <a:pt x="20387" y="2152"/>
                </a:lnTo>
                <a:lnTo>
                  <a:pt x="21600" y="2152"/>
                </a:lnTo>
                <a:lnTo>
                  <a:pt x="21101" y="3479"/>
                </a:lnTo>
                <a:lnTo>
                  <a:pt x="20592" y="4811"/>
                </a:lnTo>
                <a:lnTo>
                  <a:pt x="20066" y="6141"/>
                </a:lnTo>
                <a:lnTo>
                  <a:pt x="19525" y="7467"/>
                </a:lnTo>
                <a:lnTo>
                  <a:pt x="18963" y="8784"/>
                </a:lnTo>
                <a:lnTo>
                  <a:pt x="18380" y="10088"/>
                </a:lnTo>
                <a:lnTo>
                  <a:pt x="17771" y="11372"/>
                </a:lnTo>
                <a:lnTo>
                  <a:pt x="17136" y="12640"/>
                </a:lnTo>
                <a:lnTo>
                  <a:pt x="16472" y="13879"/>
                </a:lnTo>
                <a:lnTo>
                  <a:pt x="15775" y="15091"/>
                </a:lnTo>
                <a:lnTo>
                  <a:pt x="15044" y="16268"/>
                </a:lnTo>
                <a:lnTo>
                  <a:pt x="14279" y="17408"/>
                </a:lnTo>
                <a:lnTo>
                  <a:pt x="13473" y="18508"/>
                </a:lnTo>
                <a:lnTo>
                  <a:pt x="12627" y="19562"/>
                </a:lnTo>
                <a:lnTo>
                  <a:pt x="11736" y="20567"/>
                </a:lnTo>
                <a:lnTo>
                  <a:pt x="10800" y="21518"/>
                </a:lnTo>
                <a:lnTo>
                  <a:pt x="9450" y="21600"/>
                </a:lnTo>
                <a:lnTo>
                  <a:pt x="8341" y="21449"/>
                </a:lnTo>
                <a:lnTo>
                  <a:pt x="7346" y="21060"/>
                </a:lnTo>
                <a:lnTo>
                  <a:pt x="6340" y="20427"/>
                </a:lnTo>
                <a:lnTo>
                  <a:pt x="5197" y="19543"/>
                </a:lnTo>
                <a:lnTo>
                  <a:pt x="4464" y="18394"/>
                </a:lnTo>
                <a:lnTo>
                  <a:pt x="3803" y="17197"/>
                </a:lnTo>
                <a:lnTo>
                  <a:pt x="3209" y="15956"/>
                </a:lnTo>
                <a:lnTo>
                  <a:pt x="2678" y="14673"/>
                </a:lnTo>
                <a:lnTo>
                  <a:pt x="2205" y="13359"/>
                </a:lnTo>
                <a:lnTo>
                  <a:pt x="1786" y="12011"/>
                </a:lnTo>
                <a:lnTo>
                  <a:pt x="1417" y="10639"/>
                </a:lnTo>
                <a:lnTo>
                  <a:pt x="1091" y="9249"/>
                </a:lnTo>
                <a:lnTo>
                  <a:pt x="808" y="7841"/>
                </a:lnTo>
                <a:lnTo>
                  <a:pt x="562" y="6421"/>
                </a:lnTo>
                <a:lnTo>
                  <a:pt x="347" y="4999"/>
                </a:lnTo>
                <a:lnTo>
                  <a:pt x="162" y="3572"/>
                </a:lnTo>
                <a:lnTo>
                  <a:pt x="0" y="2152"/>
                </a:lnTo>
                <a:lnTo>
                  <a:pt x="893" y="1085"/>
                </a:lnTo>
                <a:lnTo>
                  <a:pt x="1800" y="0"/>
                </a:lnTo>
                <a:close/>
              </a:path>
            </a:pathLst>
          </a:custGeom>
          <a:solidFill>
            <a:srgbClr val="A5866F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2" name="contour_05600"/>
          <p:cNvSpPr/>
          <p:nvPr/>
        </p:nvSpPr>
        <p:spPr>
          <a:xfrm>
            <a:off x="7174470" y="5655481"/>
            <a:ext cx="438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41" y="0"/>
                </a:lnTo>
                <a:lnTo>
                  <a:pt x="5085" y="0"/>
                </a:lnTo>
                <a:lnTo>
                  <a:pt x="7636" y="0"/>
                </a:lnTo>
                <a:lnTo>
                  <a:pt x="10198" y="0"/>
                </a:lnTo>
                <a:lnTo>
                  <a:pt x="12771" y="0"/>
                </a:lnTo>
                <a:lnTo>
                  <a:pt x="15358" y="0"/>
                </a:lnTo>
                <a:lnTo>
                  <a:pt x="17967" y="0"/>
                </a:lnTo>
                <a:lnTo>
                  <a:pt x="18330" y="1430"/>
                </a:lnTo>
                <a:lnTo>
                  <a:pt x="18689" y="2862"/>
                </a:lnTo>
                <a:lnTo>
                  <a:pt x="19049" y="4292"/>
                </a:lnTo>
                <a:lnTo>
                  <a:pt x="19408" y="5724"/>
                </a:lnTo>
                <a:lnTo>
                  <a:pt x="19764" y="7154"/>
                </a:lnTo>
                <a:lnTo>
                  <a:pt x="20098" y="8484"/>
                </a:lnTo>
                <a:lnTo>
                  <a:pt x="20436" y="9824"/>
                </a:lnTo>
                <a:lnTo>
                  <a:pt x="20774" y="11180"/>
                </a:lnTo>
                <a:lnTo>
                  <a:pt x="21047" y="12681"/>
                </a:lnTo>
                <a:lnTo>
                  <a:pt x="21262" y="14167"/>
                </a:lnTo>
                <a:lnTo>
                  <a:pt x="21424" y="15645"/>
                </a:lnTo>
                <a:lnTo>
                  <a:pt x="21532" y="17120"/>
                </a:lnTo>
                <a:lnTo>
                  <a:pt x="21589" y="18600"/>
                </a:lnTo>
                <a:lnTo>
                  <a:pt x="21600" y="20092"/>
                </a:lnTo>
                <a:lnTo>
                  <a:pt x="21560" y="21600"/>
                </a:lnTo>
                <a:lnTo>
                  <a:pt x="19185" y="21600"/>
                </a:lnTo>
                <a:lnTo>
                  <a:pt x="16796" y="21600"/>
                </a:lnTo>
                <a:lnTo>
                  <a:pt x="14374" y="21600"/>
                </a:lnTo>
                <a:lnTo>
                  <a:pt x="14374" y="20172"/>
                </a:lnTo>
                <a:lnTo>
                  <a:pt x="14374" y="18736"/>
                </a:lnTo>
                <a:lnTo>
                  <a:pt x="14374" y="17280"/>
                </a:lnTo>
                <a:lnTo>
                  <a:pt x="12002" y="17280"/>
                </a:lnTo>
                <a:lnTo>
                  <a:pt x="9627" y="17280"/>
                </a:lnTo>
                <a:lnTo>
                  <a:pt x="7241" y="17280"/>
                </a:lnTo>
                <a:lnTo>
                  <a:pt x="4844" y="17280"/>
                </a:lnTo>
                <a:lnTo>
                  <a:pt x="2433" y="17280"/>
                </a:lnTo>
                <a:lnTo>
                  <a:pt x="0" y="17280"/>
                </a:lnTo>
                <a:lnTo>
                  <a:pt x="0" y="15854"/>
                </a:lnTo>
                <a:lnTo>
                  <a:pt x="0" y="14429"/>
                </a:lnTo>
                <a:lnTo>
                  <a:pt x="0" y="13001"/>
                </a:lnTo>
                <a:lnTo>
                  <a:pt x="0" y="11571"/>
                </a:lnTo>
                <a:lnTo>
                  <a:pt x="0" y="10139"/>
                </a:lnTo>
                <a:lnTo>
                  <a:pt x="0" y="8705"/>
                </a:lnTo>
                <a:lnTo>
                  <a:pt x="0" y="7266"/>
                </a:lnTo>
                <a:lnTo>
                  <a:pt x="0" y="5823"/>
                </a:lnTo>
                <a:lnTo>
                  <a:pt x="0" y="4376"/>
                </a:lnTo>
                <a:lnTo>
                  <a:pt x="0" y="2925"/>
                </a:lnTo>
                <a:lnTo>
                  <a:pt x="0" y="1464"/>
                </a:lnTo>
                <a:lnTo>
                  <a:pt x="0" y="0"/>
                </a:lnTo>
                <a:close/>
              </a:path>
            </a:pathLst>
          </a:custGeom>
          <a:solidFill>
            <a:srgbClr val="E3E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3" name="contour_05601"/>
          <p:cNvSpPr/>
          <p:nvPr/>
        </p:nvSpPr>
        <p:spPr>
          <a:xfrm>
            <a:off x="5476368" y="5671406"/>
            <a:ext cx="102032" cy="56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21" y="2081"/>
                </a:moveTo>
                <a:lnTo>
                  <a:pt x="8584" y="2772"/>
                </a:lnTo>
                <a:lnTo>
                  <a:pt x="9607" y="3397"/>
                </a:lnTo>
                <a:lnTo>
                  <a:pt x="10606" y="3947"/>
                </a:lnTo>
                <a:lnTo>
                  <a:pt x="11595" y="4400"/>
                </a:lnTo>
                <a:lnTo>
                  <a:pt x="12594" y="4748"/>
                </a:lnTo>
                <a:lnTo>
                  <a:pt x="13619" y="4978"/>
                </a:lnTo>
                <a:lnTo>
                  <a:pt x="14686" y="5069"/>
                </a:lnTo>
                <a:lnTo>
                  <a:pt x="15814" y="5017"/>
                </a:lnTo>
                <a:lnTo>
                  <a:pt x="17147" y="5039"/>
                </a:lnTo>
                <a:lnTo>
                  <a:pt x="18055" y="5191"/>
                </a:lnTo>
                <a:lnTo>
                  <a:pt x="18758" y="5614"/>
                </a:lnTo>
                <a:lnTo>
                  <a:pt x="19480" y="6429"/>
                </a:lnTo>
                <a:lnTo>
                  <a:pt x="20443" y="7780"/>
                </a:lnTo>
                <a:lnTo>
                  <a:pt x="21017" y="9151"/>
                </a:lnTo>
                <a:lnTo>
                  <a:pt x="21600" y="10544"/>
                </a:lnTo>
                <a:lnTo>
                  <a:pt x="20867" y="10315"/>
                </a:lnTo>
                <a:lnTo>
                  <a:pt x="20130" y="10086"/>
                </a:lnTo>
                <a:lnTo>
                  <a:pt x="19383" y="9853"/>
                </a:lnTo>
                <a:lnTo>
                  <a:pt x="19028" y="9956"/>
                </a:lnTo>
                <a:lnTo>
                  <a:pt x="18403" y="10135"/>
                </a:lnTo>
                <a:lnTo>
                  <a:pt x="16971" y="10544"/>
                </a:lnTo>
                <a:lnTo>
                  <a:pt x="16550" y="12327"/>
                </a:lnTo>
                <a:lnTo>
                  <a:pt x="16217" y="14126"/>
                </a:lnTo>
                <a:lnTo>
                  <a:pt x="15953" y="15948"/>
                </a:lnTo>
                <a:lnTo>
                  <a:pt x="15745" y="17797"/>
                </a:lnTo>
                <a:lnTo>
                  <a:pt x="15575" y="19679"/>
                </a:lnTo>
                <a:lnTo>
                  <a:pt x="15429" y="21600"/>
                </a:lnTo>
                <a:lnTo>
                  <a:pt x="14407" y="21512"/>
                </a:lnTo>
                <a:lnTo>
                  <a:pt x="13412" y="21382"/>
                </a:lnTo>
                <a:lnTo>
                  <a:pt x="12437" y="21199"/>
                </a:lnTo>
                <a:lnTo>
                  <a:pt x="11479" y="20942"/>
                </a:lnTo>
                <a:lnTo>
                  <a:pt x="10533" y="20594"/>
                </a:lnTo>
                <a:lnTo>
                  <a:pt x="9593" y="20138"/>
                </a:lnTo>
                <a:lnTo>
                  <a:pt x="8655" y="19557"/>
                </a:lnTo>
                <a:lnTo>
                  <a:pt x="7714" y="18836"/>
                </a:lnTo>
                <a:lnTo>
                  <a:pt x="7398" y="17062"/>
                </a:lnTo>
                <a:lnTo>
                  <a:pt x="7160" y="15320"/>
                </a:lnTo>
                <a:lnTo>
                  <a:pt x="6986" y="13585"/>
                </a:lnTo>
                <a:lnTo>
                  <a:pt x="6855" y="11832"/>
                </a:lnTo>
                <a:lnTo>
                  <a:pt x="6750" y="10039"/>
                </a:lnTo>
                <a:lnTo>
                  <a:pt x="6654" y="8178"/>
                </a:lnTo>
                <a:lnTo>
                  <a:pt x="6261" y="5895"/>
                </a:lnTo>
                <a:lnTo>
                  <a:pt x="5761" y="4682"/>
                </a:lnTo>
                <a:lnTo>
                  <a:pt x="4726" y="3494"/>
                </a:lnTo>
                <a:lnTo>
                  <a:pt x="3854" y="3137"/>
                </a:lnTo>
                <a:lnTo>
                  <a:pt x="3172" y="2894"/>
                </a:lnTo>
                <a:lnTo>
                  <a:pt x="2455" y="2706"/>
                </a:lnTo>
                <a:lnTo>
                  <a:pt x="1472" y="2510"/>
                </a:lnTo>
                <a:lnTo>
                  <a:pt x="0" y="2253"/>
                </a:lnTo>
                <a:lnTo>
                  <a:pt x="1163" y="1014"/>
                </a:lnTo>
                <a:lnTo>
                  <a:pt x="2206" y="282"/>
                </a:lnTo>
                <a:lnTo>
                  <a:pt x="3186" y="0"/>
                </a:lnTo>
                <a:lnTo>
                  <a:pt x="4152" y="100"/>
                </a:lnTo>
                <a:lnTo>
                  <a:pt x="5161" y="520"/>
                </a:lnTo>
                <a:lnTo>
                  <a:pt x="6267" y="1202"/>
                </a:lnTo>
                <a:lnTo>
                  <a:pt x="7521" y="2081"/>
                </a:lnTo>
                <a:close/>
              </a:path>
            </a:pathLst>
          </a:custGeom>
          <a:solidFill>
            <a:srgbClr val="8E7B56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4" name="contour_05602"/>
          <p:cNvSpPr/>
          <p:nvPr/>
        </p:nvSpPr>
        <p:spPr>
          <a:xfrm>
            <a:off x="3727250" y="5626329"/>
            <a:ext cx="94744" cy="80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9295" y="0"/>
                </a:lnTo>
                <a:lnTo>
                  <a:pt x="10285" y="0"/>
                </a:lnTo>
                <a:lnTo>
                  <a:pt x="11279" y="0"/>
                </a:lnTo>
                <a:lnTo>
                  <a:pt x="12280" y="0"/>
                </a:lnTo>
                <a:lnTo>
                  <a:pt x="13292" y="0"/>
                </a:lnTo>
                <a:lnTo>
                  <a:pt x="13154" y="1288"/>
                </a:lnTo>
                <a:lnTo>
                  <a:pt x="13018" y="2577"/>
                </a:lnTo>
                <a:lnTo>
                  <a:pt x="12880" y="3867"/>
                </a:lnTo>
                <a:lnTo>
                  <a:pt x="12744" y="5159"/>
                </a:lnTo>
                <a:lnTo>
                  <a:pt x="12606" y="6454"/>
                </a:lnTo>
                <a:lnTo>
                  <a:pt x="12468" y="7750"/>
                </a:lnTo>
                <a:lnTo>
                  <a:pt x="12330" y="9050"/>
                </a:lnTo>
                <a:lnTo>
                  <a:pt x="12191" y="10354"/>
                </a:lnTo>
                <a:lnTo>
                  <a:pt x="12051" y="11662"/>
                </a:lnTo>
                <a:lnTo>
                  <a:pt x="11912" y="12974"/>
                </a:lnTo>
                <a:lnTo>
                  <a:pt x="11772" y="14293"/>
                </a:lnTo>
                <a:lnTo>
                  <a:pt x="11631" y="15617"/>
                </a:lnTo>
                <a:lnTo>
                  <a:pt x="12686" y="15808"/>
                </a:lnTo>
                <a:lnTo>
                  <a:pt x="13741" y="15997"/>
                </a:lnTo>
                <a:lnTo>
                  <a:pt x="14794" y="16189"/>
                </a:lnTo>
                <a:lnTo>
                  <a:pt x="15849" y="16380"/>
                </a:lnTo>
                <a:lnTo>
                  <a:pt x="16904" y="16569"/>
                </a:lnTo>
                <a:lnTo>
                  <a:pt x="17960" y="16761"/>
                </a:lnTo>
                <a:lnTo>
                  <a:pt x="19121" y="17260"/>
                </a:lnTo>
                <a:lnTo>
                  <a:pt x="19829" y="17721"/>
                </a:lnTo>
                <a:lnTo>
                  <a:pt x="20370" y="18412"/>
                </a:lnTo>
                <a:lnTo>
                  <a:pt x="21035" y="19597"/>
                </a:lnTo>
                <a:lnTo>
                  <a:pt x="21314" y="20528"/>
                </a:lnTo>
                <a:lnTo>
                  <a:pt x="21600" y="21473"/>
                </a:lnTo>
                <a:lnTo>
                  <a:pt x="20367" y="21551"/>
                </a:lnTo>
                <a:lnTo>
                  <a:pt x="19161" y="21594"/>
                </a:lnTo>
                <a:lnTo>
                  <a:pt x="17975" y="21600"/>
                </a:lnTo>
                <a:lnTo>
                  <a:pt x="16810" y="21573"/>
                </a:lnTo>
                <a:lnTo>
                  <a:pt x="15662" y="21510"/>
                </a:lnTo>
                <a:lnTo>
                  <a:pt x="14528" y="21417"/>
                </a:lnTo>
                <a:lnTo>
                  <a:pt x="13407" y="21290"/>
                </a:lnTo>
                <a:lnTo>
                  <a:pt x="12295" y="21133"/>
                </a:lnTo>
                <a:lnTo>
                  <a:pt x="11190" y="20944"/>
                </a:lnTo>
                <a:lnTo>
                  <a:pt x="10091" y="20727"/>
                </a:lnTo>
                <a:lnTo>
                  <a:pt x="8994" y="20481"/>
                </a:lnTo>
                <a:lnTo>
                  <a:pt x="7897" y="20206"/>
                </a:lnTo>
                <a:lnTo>
                  <a:pt x="6797" y="19904"/>
                </a:lnTo>
                <a:lnTo>
                  <a:pt x="5691" y="19576"/>
                </a:lnTo>
                <a:lnTo>
                  <a:pt x="4578" y="19222"/>
                </a:lnTo>
                <a:lnTo>
                  <a:pt x="3456" y="18844"/>
                </a:lnTo>
                <a:lnTo>
                  <a:pt x="2320" y="18442"/>
                </a:lnTo>
                <a:lnTo>
                  <a:pt x="1168" y="18016"/>
                </a:lnTo>
                <a:lnTo>
                  <a:pt x="0" y="17569"/>
                </a:lnTo>
                <a:lnTo>
                  <a:pt x="844" y="17241"/>
                </a:lnTo>
                <a:lnTo>
                  <a:pt x="1700" y="16905"/>
                </a:lnTo>
                <a:lnTo>
                  <a:pt x="2105" y="16585"/>
                </a:lnTo>
                <a:lnTo>
                  <a:pt x="3323" y="15617"/>
                </a:lnTo>
                <a:lnTo>
                  <a:pt x="3292" y="14231"/>
                </a:lnTo>
                <a:lnTo>
                  <a:pt x="3217" y="13249"/>
                </a:lnTo>
                <a:lnTo>
                  <a:pt x="3039" y="12199"/>
                </a:lnTo>
                <a:lnTo>
                  <a:pt x="2700" y="10616"/>
                </a:lnTo>
                <a:lnTo>
                  <a:pt x="2423" y="9278"/>
                </a:lnTo>
                <a:lnTo>
                  <a:pt x="2142" y="7924"/>
                </a:lnTo>
                <a:lnTo>
                  <a:pt x="1904" y="6897"/>
                </a:lnTo>
                <a:lnTo>
                  <a:pt x="1662" y="5856"/>
                </a:lnTo>
                <a:lnTo>
                  <a:pt x="2648" y="6243"/>
                </a:lnTo>
                <a:lnTo>
                  <a:pt x="3639" y="6631"/>
                </a:lnTo>
                <a:lnTo>
                  <a:pt x="4632" y="7020"/>
                </a:lnTo>
                <a:lnTo>
                  <a:pt x="5634" y="7412"/>
                </a:lnTo>
                <a:lnTo>
                  <a:pt x="6646" y="7808"/>
                </a:lnTo>
                <a:lnTo>
                  <a:pt x="6739" y="6961"/>
                </a:lnTo>
                <a:lnTo>
                  <a:pt x="6834" y="6100"/>
                </a:lnTo>
                <a:lnTo>
                  <a:pt x="6998" y="5011"/>
                </a:lnTo>
                <a:lnTo>
                  <a:pt x="7165" y="3904"/>
                </a:lnTo>
                <a:lnTo>
                  <a:pt x="7311" y="2815"/>
                </a:lnTo>
                <a:lnTo>
                  <a:pt x="7457" y="1708"/>
                </a:lnTo>
                <a:lnTo>
                  <a:pt x="7879" y="861"/>
                </a:lnTo>
                <a:lnTo>
                  <a:pt x="8308" y="0"/>
                </a:lnTo>
                <a:close/>
              </a:path>
            </a:pathLst>
          </a:custGeom>
          <a:solidFill>
            <a:srgbClr val="E7E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5" name="contour_05603"/>
          <p:cNvSpPr/>
          <p:nvPr/>
        </p:nvSpPr>
        <p:spPr>
          <a:xfrm>
            <a:off x="4535642" y="5538874"/>
            <a:ext cx="51592" cy="875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1" y="0"/>
                </a:moveTo>
                <a:lnTo>
                  <a:pt x="2258" y="0"/>
                </a:lnTo>
                <a:lnTo>
                  <a:pt x="4287" y="0"/>
                </a:lnTo>
                <a:lnTo>
                  <a:pt x="6344" y="0"/>
                </a:lnTo>
                <a:lnTo>
                  <a:pt x="6344" y="1189"/>
                </a:lnTo>
                <a:lnTo>
                  <a:pt x="6344" y="2385"/>
                </a:lnTo>
                <a:lnTo>
                  <a:pt x="6344" y="3598"/>
                </a:lnTo>
                <a:lnTo>
                  <a:pt x="8272" y="4062"/>
                </a:lnTo>
                <a:lnTo>
                  <a:pt x="9804" y="4353"/>
                </a:lnTo>
                <a:lnTo>
                  <a:pt x="12257" y="4722"/>
                </a:lnTo>
                <a:lnTo>
                  <a:pt x="14253" y="5235"/>
                </a:lnTo>
                <a:lnTo>
                  <a:pt x="15571" y="5664"/>
                </a:lnTo>
                <a:lnTo>
                  <a:pt x="16806" y="6240"/>
                </a:lnTo>
                <a:lnTo>
                  <a:pt x="18549" y="7195"/>
                </a:lnTo>
                <a:lnTo>
                  <a:pt x="19037" y="8388"/>
                </a:lnTo>
                <a:lnTo>
                  <a:pt x="19467" y="9579"/>
                </a:lnTo>
                <a:lnTo>
                  <a:pt x="19846" y="10768"/>
                </a:lnTo>
                <a:lnTo>
                  <a:pt x="20175" y="11957"/>
                </a:lnTo>
                <a:lnTo>
                  <a:pt x="20462" y="13147"/>
                </a:lnTo>
                <a:lnTo>
                  <a:pt x="20706" y="14338"/>
                </a:lnTo>
                <a:lnTo>
                  <a:pt x="20917" y="15534"/>
                </a:lnTo>
                <a:lnTo>
                  <a:pt x="21097" y="16732"/>
                </a:lnTo>
                <a:lnTo>
                  <a:pt x="21252" y="17936"/>
                </a:lnTo>
                <a:lnTo>
                  <a:pt x="21383" y="19145"/>
                </a:lnTo>
                <a:lnTo>
                  <a:pt x="21499" y="20361"/>
                </a:lnTo>
                <a:lnTo>
                  <a:pt x="21600" y="21586"/>
                </a:lnTo>
                <a:lnTo>
                  <a:pt x="19513" y="21600"/>
                </a:lnTo>
                <a:lnTo>
                  <a:pt x="17517" y="21569"/>
                </a:lnTo>
                <a:lnTo>
                  <a:pt x="15598" y="21481"/>
                </a:lnTo>
                <a:lnTo>
                  <a:pt x="13731" y="21325"/>
                </a:lnTo>
                <a:lnTo>
                  <a:pt x="11894" y="21089"/>
                </a:lnTo>
                <a:lnTo>
                  <a:pt x="10063" y="20762"/>
                </a:lnTo>
                <a:lnTo>
                  <a:pt x="8220" y="20332"/>
                </a:lnTo>
                <a:lnTo>
                  <a:pt x="6344" y="19787"/>
                </a:lnTo>
                <a:lnTo>
                  <a:pt x="5376" y="18639"/>
                </a:lnTo>
                <a:lnTo>
                  <a:pt x="4498" y="17474"/>
                </a:lnTo>
                <a:lnTo>
                  <a:pt x="3701" y="16288"/>
                </a:lnTo>
                <a:lnTo>
                  <a:pt x="2987" y="15088"/>
                </a:lnTo>
                <a:lnTo>
                  <a:pt x="2356" y="13874"/>
                </a:lnTo>
                <a:lnTo>
                  <a:pt x="1800" y="12647"/>
                </a:lnTo>
                <a:lnTo>
                  <a:pt x="1327" y="11410"/>
                </a:lnTo>
                <a:lnTo>
                  <a:pt x="928" y="10161"/>
                </a:lnTo>
                <a:lnTo>
                  <a:pt x="601" y="8904"/>
                </a:lnTo>
                <a:lnTo>
                  <a:pt x="345" y="7641"/>
                </a:lnTo>
                <a:lnTo>
                  <a:pt x="162" y="6371"/>
                </a:lnTo>
                <a:lnTo>
                  <a:pt x="49" y="5100"/>
                </a:lnTo>
                <a:lnTo>
                  <a:pt x="0" y="3824"/>
                </a:lnTo>
                <a:lnTo>
                  <a:pt x="18" y="2549"/>
                </a:lnTo>
                <a:lnTo>
                  <a:pt x="98" y="1274"/>
                </a:lnTo>
                <a:lnTo>
                  <a:pt x="241" y="0"/>
                </a:lnTo>
                <a:close/>
              </a:path>
            </a:pathLst>
          </a:custGeom>
          <a:solidFill>
            <a:srgbClr val="716295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6" name="contour_05604"/>
          <p:cNvSpPr/>
          <p:nvPr/>
        </p:nvSpPr>
        <p:spPr>
          <a:xfrm>
            <a:off x="9609286" y="5473282"/>
            <a:ext cx="101405" cy="531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9" y="0"/>
                </a:moveTo>
                <a:lnTo>
                  <a:pt x="2445" y="0"/>
                </a:lnTo>
                <a:lnTo>
                  <a:pt x="3477" y="0"/>
                </a:lnTo>
                <a:lnTo>
                  <a:pt x="4524" y="0"/>
                </a:lnTo>
                <a:lnTo>
                  <a:pt x="4524" y="1956"/>
                </a:lnTo>
                <a:lnTo>
                  <a:pt x="4524" y="3924"/>
                </a:lnTo>
                <a:lnTo>
                  <a:pt x="4524" y="5919"/>
                </a:lnTo>
                <a:lnTo>
                  <a:pt x="5581" y="5919"/>
                </a:lnTo>
                <a:lnTo>
                  <a:pt x="6636" y="5919"/>
                </a:lnTo>
                <a:lnTo>
                  <a:pt x="7695" y="5919"/>
                </a:lnTo>
                <a:lnTo>
                  <a:pt x="8752" y="5919"/>
                </a:lnTo>
                <a:lnTo>
                  <a:pt x="9811" y="5919"/>
                </a:lnTo>
                <a:lnTo>
                  <a:pt x="10873" y="5919"/>
                </a:lnTo>
                <a:lnTo>
                  <a:pt x="11935" y="5919"/>
                </a:lnTo>
                <a:lnTo>
                  <a:pt x="12998" y="5919"/>
                </a:lnTo>
                <a:lnTo>
                  <a:pt x="14063" y="5919"/>
                </a:lnTo>
                <a:lnTo>
                  <a:pt x="15131" y="5919"/>
                </a:lnTo>
                <a:lnTo>
                  <a:pt x="16202" y="5919"/>
                </a:lnTo>
                <a:lnTo>
                  <a:pt x="17275" y="5919"/>
                </a:lnTo>
                <a:lnTo>
                  <a:pt x="18351" y="5919"/>
                </a:lnTo>
                <a:lnTo>
                  <a:pt x="19430" y="5919"/>
                </a:lnTo>
                <a:lnTo>
                  <a:pt x="20513" y="5919"/>
                </a:lnTo>
                <a:lnTo>
                  <a:pt x="21600" y="5919"/>
                </a:lnTo>
                <a:lnTo>
                  <a:pt x="21600" y="7386"/>
                </a:lnTo>
                <a:lnTo>
                  <a:pt x="21600" y="8878"/>
                </a:lnTo>
                <a:lnTo>
                  <a:pt x="20616" y="9044"/>
                </a:lnTo>
                <a:lnTo>
                  <a:pt x="19618" y="9212"/>
                </a:lnTo>
                <a:lnTo>
                  <a:pt x="18542" y="9467"/>
                </a:lnTo>
                <a:lnTo>
                  <a:pt x="17483" y="9739"/>
                </a:lnTo>
                <a:lnTo>
                  <a:pt x="16437" y="10041"/>
                </a:lnTo>
                <a:lnTo>
                  <a:pt x="15398" y="10390"/>
                </a:lnTo>
                <a:lnTo>
                  <a:pt x="14363" y="10799"/>
                </a:lnTo>
                <a:lnTo>
                  <a:pt x="13327" y="11275"/>
                </a:lnTo>
                <a:lnTo>
                  <a:pt x="12286" y="11837"/>
                </a:lnTo>
                <a:lnTo>
                  <a:pt x="11957" y="13601"/>
                </a:lnTo>
                <a:lnTo>
                  <a:pt x="11637" y="15371"/>
                </a:lnTo>
                <a:lnTo>
                  <a:pt x="11326" y="17146"/>
                </a:lnTo>
                <a:lnTo>
                  <a:pt x="11025" y="18928"/>
                </a:lnTo>
                <a:lnTo>
                  <a:pt x="10733" y="20715"/>
                </a:lnTo>
                <a:lnTo>
                  <a:pt x="9574" y="21177"/>
                </a:lnTo>
                <a:lnTo>
                  <a:pt x="8437" y="21473"/>
                </a:lnTo>
                <a:lnTo>
                  <a:pt x="7320" y="21600"/>
                </a:lnTo>
                <a:lnTo>
                  <a:pt x="6219" y="21553"/>
                </a:lnTo>
                <a:lnTo>
                  <a:pt x="5131" y="21331"/>
                </a:lnTo>
                <a:lnTo>
                  <a:pt x="4052" y="20937"/>
                </a:lnTo>
                <a:lnTo>
                  <a:pt x="2979" y="20363"/>
                </a:lnTo>
                <a:lnTo>
                  <a:pt x="1908" y="19611"/>
                </a:lnTo>
                <a:lnTo>
                  <a:pt x="837" y="18679"/>
                </a:lnTo>
                <a:lnTo>
                  <a:pt x="405" y="16649"/>
                </a:lnTo>
                <a:lnTo>
                  <a:pt x="137" y="14714"/>
                </a:lnTo>
                <a:lnTo>
                  <a:pt x="9" y="12840"/>
                </a:lnTo>
                <a:lnTo>
                  <a:pt x="0" y="10985"/>
                </a:lnTo>
                <a:lnTo>
                  <a:pt x="85" y="9115"/>
                </a:lnTo>
                <a:lnTo>
                  <a:pt x="241" y="7188"/>
                </a:lnTo>
                <a:lnTo>
                  <a:pt x="442" y="5173"/>
                </a:lnTo>
                <a:lnTo>
                  <a:pt x="668" y="3027"/>
                </a:lnTo>
                <a:lnTo>
                  <a:pt x="1040" y="1527"/>
                </a:lnTo>
                <a:lnTo>
                  <a:pt x="1419" y="0"/>
                </a:lnTo>
                <a:close/>
              </a:path>
            </a:pathLst>
          </a:custGeom>
          <a:solidFill>
            <a:srgbClr val="B2934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7" name="contour_05605"/>
          <p:cNvSpPr/>
          <p:nvPr/>
        </p:nvSpPr>
        <p:spPr>
          <a:xfrm>
            <a:off x="4317578" y="5407690"/>
            <a:ext cx="5858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87" y="0"/>
                </a:moveTo>
                <a:lnTo>
                  <a:pt x="3130" y="1584"/>
                </a:lnTo>
                <a:lnTo>
                  <a:pt x="3574" y="3170"/>
                </a:lnTo>
                <a:lnTo>
                  <a:pt x="4020" y="4764"/>
                </a:lnTo>
                <a:lnTo>
                  <a:pt x="4468" y="6365"/>
                </a:lnTo>
                <a:lnTo>
                  <a:pt x="4920" y="7975"/>
                </a:lnTo>
                <a:lnTo>
                  <a:pt x="5374" y="9600"/>
                </a:lnTo>
                <a:lnTo>
                  <a:pt x="5707" y="8014"/>
                </a:lnTo>
                <a:lnTo>
                  <a:pt x="6040" y="6418"/>
                </a:lnTo>
                <a:lnTo>
                  <a:pt x="6381" y="4800"/>
                </a:lnTo>
                <a:lnTo>
                  <a:pt x="6822" y="2822"/>
                </a:lnTo>
                <a:lnTo>
                  <a:pt x="7257" y="1577"/>
                </a:lnTo>
                <a:lnTo>
                  <a:pt x="8061" y="0"/>
                </a:lnTo>
                <a:lnTo>
                  <a:pt x="10707" y="14"/>
                </a:lnTo>
                <a:lnTo>
                  <a:pt x="12591" y="110"/>
                </a:lnTo>
                <a:lnTo>
                  <a:pt x="13983" y="374"/>
                </a:lnTo>
                <a:lnTo>
                  <a:pt x="15159" y="888"/>
                </a:lnTo>
                <a:lnTo>
                  <a:pt x="16398" y="1735"/>
                </a:lnTo>
                <a:lnTo>
                  <a:pt x="17970" y="3000"/>
                </a:lnTo>
                <a:lnTo>
                  <a:pt x="19270" y="4274"/>
                </a:lnTo>
                <a:lnTo>
                  <a:pt x="20259" y="5417"/>
                </a:lnTo>
                <a:lnTo>
                  <a:pt x="20963" y="6590"/>
                </a:lnTo>
                <a:lnTo>
                  <a:pt x="21404" y="7946"/>
                </a:lnTo>
                <a:lnTo>
                  <a:pt x="21600" y="9648"/>
                </a:lnTo>
                <a:lnTo>
                  <a:pt x="21143" y="11321"/>
                </a:lnTo>
                <a:lnTo>
                  <a:pt x="20606" y="12869"/>
                </a:lnTo>
                <a:lnTo>
                  <a:pt x="19974" y="14311"/>
                </a:lnTo>
                <a:lnTo>
                  <a:pt x="19236" y="15662"/>
                </a:lnTo>
                <a:lnTo>
                  <a:pt x="18376" y="16939"/>
                </a:lnTo>
                <a:lnTo>
                  <a:pt x="17379" y="18154"/>
                </a:lnTo>
                <a:lnTo>
                  <a:pt x="16234" y="19325"/>
                </a:lnTo>
                <a:lnTo>
                  <a:pt x="14923" y="20470"/>
                </a:lnTo>
                <a:lnTo>
                  <a:pt x="13435" y="21600"/>
                </a:lnTo>
                <a:lnTo>
                  <a:pt x="13435" y="20014"/>
                </a:lnTo>
                <a:lnTo>
                  <a:pt x="13435" y="18418"/>
                </a:lnTo>
                <a:lnTo>
                  <a:pt x="13435" y="16800"/>
                </a:lnTo>
                <a:lnTo>
                  <a:pt x="11771" y="17395"/>
                </a:lnTo>
                <a:lnTo>
                  <a:pt x="10108" y="17988"/>
                </a:lnTo>
                <a:lnTo>
                  <a:pt x="8440" y="18586"/>
                </a:lnTo>
                <a:lnTo>
                  <a:pt x="6768" y="19181"/>
                </a:lnTo>
                <a:lnTo>
                  <a:pt x="5089" y="19781"/>
                </a:lnTo>
                <a:lnTo>
                  <a:pt x="3402" y="20383"/>
                </a:lnTo>
                <a:lnTo>
                  <a:pt x="1706" y="20990"/>
                </a:lnTo>
                <a:lnTo>
                  <a:pt x="0" y="21600"/>
                </a:lnTo>
                <a:lnTo>
                  <a:pt x="204" y="19956"/>
                </a:lnTo>
                <a:lnTo>
                  <a:pt x="408" y="18310"/>
                </a:lnTo>
                <a:lnTo>
                  <a:pt x="615" y="16663"/>
                </a:lnTo>
                <a:lnTo>
                  <a:pt x="820" y="15014"/>
                </a:lnTo>
                <a:lnTo>
                  <a:pt x="1024" y="13363"/>
                </a:lnTo>
                <a:lnTo>
                  <a:pt x="1231" y="11710"/>
                </a:lnTo>
                <a:lnTo>
                  <a:pt x="1437" y="10051"/>
                </a:lnTo>
                <a:lnTo>
                  <a:pt x="1644" y="8390"/>
                </a:lnTo>
                <a:lnTo>
                  <a:pt x="1851" y="6725"/>
                </a:lnTo>
                <a:lnTo>
                  <a:pt x="2058" y="5052"/>
                </a:lnTo>
                <a:lnTo>
                  <a:pt x="2268" y="3374"/>
                </a:lnTo>
                <a:lnTo>
                  <a:pt x="2477" y="1692"/>
                </a:lnTo>
                <a:lnTo>
                  <a:pt x="2687" y="0"/>
                </a:lnTo>
                <a:close/>
              </a:path>
            </a:pathLst>
          </a:custGeom>
          <a:solidFill>
            <a:srgbClr val="29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8" name="contour_05606"/>
          <p:cNvSpPr/>
          <p:nvPr/>
        </p:nvSpPr>
        <p:spPr>
          <a:xfrm>
            <a:off x="1554715" y="5334810"/>
            <a:ext cx="5173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" y="0"/>
                </a:moveTo>
                <a:lnTo>
                  <a:pt x="2407" y="0"/>
                </a:lnTo>
                <a:lnTo>
                  <a:pt x="4519" y="0"/>
                </a:lnTo>
                <a:lnTo>
                  <a:pt x="6631" y="0"/>
                </a:lnTo>
                <a:lnTo>
                  <a:pt x="8746" y="0"/>
                </a:lnTo>
                <a:lnTo>
                  <a:pt x="10870" y="0"/>
                </a:lnTo>
                <a:lnTo>
                  <a:pt x="12997" y="0"/>
                </a:lnTo>
                <a:lnTo>
                  <a:pt x="15133" y="0"/>
                </a:lnTo>
                <a:lnTo>
                  <a:pt x="17279" y="0"/>
                </a:lnTo>
                <a:lnTo>
                  <a:pt x="19433" y="0"/>
                </a:lnTo>
                <a:lnTo>
                  <a:pt x="21600" y="0"/>
                </a:lnTo>
                <a:lnTo>
                  <a:pt x="21600" y="2037"/>
                </a:lnTo>
                <a:lnTo>
                  <a:pt x="21600" y="4076"/>
                </a:lnTo>
                <a:lnTo>
                  <a:pt x="21600" y="6116"/>
                </a:lnTo>
                <a:lnTo>
                  <a:pt x="21600" y="8162"/>
                </a:lnTo>
                <a:lnTo>
                  <a:pt x="21600" y="10214"/>
                </a:lnTo>
                <a:lnTo>
                  <a:pt x="21600" y="12275"/>
                </a:lnTo>
                <a:lnTo>
                  <a:pt x="21600" y="14342"/>
                </a:lnTo>
                <a:lnTo>
                  <a:pt x="21600" y="16422"/>
                </a:lnTo>
                <a:lnTo>
                  <a:pt x="21600" y="18514"/>
                </a:lnTo>
                <a:lnTo>
                  <a:pt x="17437" y="19323"/>
                </a:lnTo>
                <a:lnTo>
                  <a:pt x="14157" y="19955"/>
                </a:lnTo>
                <a:lnTo>
                  <a:pt x="11613" y="20437"/>
                </a:lnTo>
                <a:lnTo>
                  <a:pt x="9650" y="20795"/>
                </a:lnTo>
                <a:lnTo>
                  <a:pt x="8122" y="21054"/>
                </a:lnTo>
                <a:lnTo>
                  <a:pt x="6877" y="21236"/>
                </a:lnTo>
                <a:lnTo>
                  <a:pt x="5767" y="21372"/>
                </a:lnTo>
                <a:lnTo>
                  <a:pt x="4638" y="21486"/>
                </a:lnTo>
                <a:lnTo>
                  <a:pt x="3341" y="21600"/>
                </a:lnTo>
                <a:lnTo>
                  <a:pt x="1576" y="19749"/>
                </a:lnTo>
                <a:lnTo>
                  <a:pt x="642" y="18357"/>
                </a:lnTo>
                <a:lnTo>
                  <a:pt x="219" y="16728"/>
                </a:lnTo>
                <a:lnTo>
                  <a:pt x="0" y="14163"/>
                </a:lnTo>
                <a:lnTo>
                  <a:pt x="43" y="12139"/>
                </a:lnTo>
                <a:lnTo>
                  <a:pt x="85" y="10118"/>
                </a:lnTo>
                <a:lnTo>
                  <a:pt x="128" y="8094"/>
                </a:lnTo>
                <a:lnTo>
                  <a:pt x="170" y="6070"/>
                </a:lnTo>
                <a:lnTo>
                  <a:pt x="213" y="4045"/>
                </a:lnTo>
                <a:lnTo>
                  <a:pt x="256" y="2024"/>
                </a:lnTo>
                <a:lnTo>
                  <a:pt x="298" y="0"/>
                </a:lnTo>
                <a:close/>
              </a:path>
            </a:pathLst>
          </a:custGeom>
          <a:solidFill>
            <a:srgbClr val="7D7E81"/>
          </a:solidFill>
          <a:ln>
            <a:noFill/>
          </a:ln>
        </p:spPr>
        <p:txBody>
          <a:bodyPr/>
          <a:lstStyle/>
          <a:p/>
        </p:txBody>
      </p:sp>
      <p:sp>
        <p:nvSpPr>
          <p:cNvPr id="5609" name="contour_05607"/>
          <p:cNvSpPr/>
          <p:nvPr/>
        </p:nvSpPr>
        <p:spPr>
          <a:xfrm>
            <a:off x="3923312" y="5291082"/>
            <a:ext cx="6630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07" y="0"/>
                </a:moveTo>
                <a:lnTo>
                  <a:pt x="4174" y="670"/>
                </a:lnTo>
                <a:lnTo>
                  <a:pt x="5741" y="1337"/>
                </a:lnTo>
                <a:lnTo>
                  <a:pt x="7310" y="2006"/>
                </a:lnTo>
                <a:lnTo>
                  <a:pt x="8882" y="2676"/>
                </a:lnTo>
                <a:lnTo>
                  <a:pt x="10456" y="3348"/>
                </a:lnTo>
                <a:lnTo>
                  <a:pt x="12032" y="4020"/>
                </a:lnTo>
                <a:lnTo>
                  <a:pt x="13613" y="4693"/>
                </a:lnTo>
                <a:lnTo>
                  <a:pt x="15199" y="5370"/>
                </a:lnTo>
                <a:lnTo>
                  <a:pt x="16790" y="6048"/>
                </a:lnTo>
                <a:lnTo>
                  <a:pt x="18385" y="6728"/>
                </a:lnTo>
                <a:lnTo>
                  <a:pt x="19990" y="7414"/>
                </a:lnTo>
                <a:lnTo>
                  <a:pt x="21600" y="8100"/>
                </a:lnTo>
                <a:lnTo>
                  <a:pt x="21208" y="9882"/>
                </a:lnTo>
                <a:lnTo>
                  <a:pt x="20817" y="11667"/>
                </a:lnTo>
                <a:lnTo>
                  <a:pt x="20422" y="13460"/>
                </a:lnTo>
                <a:lnTo>
                  <a:pt x="20026" y="15260"/>
                </a:lnTo>
                <a:lnTo>
                  <a:pt x="19627" y="17072"/>
                </a:lnTo>
                <a:lnTo>
                  <a:pt x="19226" y="18900"/>
                </a:lnTo>
                <a:lnTo>
                  <a:pt x="17611" y="19594"/>
                </a:lnTo>
                <a:lnTo>
                  <a:pt x="16396" y="20072"/>
                </a:lnTo>
                <a:lnTo>
                  <a:pt x="15349" y="20388"/>
                </a:lnTo>
                <a:lnTo>
                  <a:pt x="14240" y="20596"/>
                </a:lnTo>
                <a:lnTo>
                  <a:pt x="12839" y="20758"/>
                </a:lnTo>
                <a:lnTo>
                  <a:pt x="10916" y="20925"/>
                </a:lnTo>
                <a:lnTo>
                  <a:pt x="9421" y="21079"/>
                </a:lnTo>
                <a:lnTo>
                  <a:pt x="7915" y="21233"/>
                </a:lnTo>
                <a:lnTo>
                  <a:pt x="6391" y="21389"/>
                </a:lnTo>
                <a:lnTo>
                  <a:pt x="4853" y="21470"/>
                </a:lnTo>
                <a:lnTo>
                  <a:pt x="3312" y="21538"/>
                </a:lnTo>
                <a:lnTo>
                  <a:pt x="1773" y="21584"/>
                </a:lnTo>
                <a:lnTo>
                  <a:pt x="233" y="21600"/>
                </a:lnTo>
                <a:lnTo>
                  <a:pt x="197" y="20047"/>
                </a:lnTo>
                <a:lnTo>
                  <a:pt x="164" y="18495"/>
                </a:lnTo>
                <a:lnTo>
                  <a:pt x="135" y="16942"/>
                </a:lnTo>
                <a:lnTo>
                  <a:pt x="109" y="15390"/>
                </a:lnTo>
                <a:lnTo>
                  <a:pt x="85" y="13838"/>
                </a:lnTo>
                <a:lnTo>
                  <a:pt x="57" y="12396"/>
                </a:lnTo>
                <a:lnTo>
                  <a:pt x="28" y="10943"/>
                </a:lnTo>
                <a:lnTo>
                  <a:pt x="0" y="9472"/>
                </a:lnTo>
                <a:lnTo>
                  <a:pt x="109" y="7730"/>
                </a:lnTo>
                <a:lnTo>
                  <a:pt x="252" y="6407"/>
                </a:lnTo>
                <a:lnTo>
                  <a:pt x="501" y="5233"/>
                </a:lnTo>
                <a:lnTo>
                  <a:pt x="928" y="3950"/>
                </a:lnTo>
                <a:lnTo>
                  <a:pt x="1605" y="2295"/>
                </a:lnTo>
                <a:lnTo>
                  <a:pt x="2607" y="0"/>
                </a:lnTo>
                <a:close/>
              </a:path>
            </a:pathLst>
          </a:custGeom>
          <a:solidFill>
            <a:srgbClr val="EA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0" name="contour_05608"/>
          <p:cNvSpPr/>
          <p:nvPr/>
        </p:nvSpPr>
        <p:spPr>
          <a:xfrm>
            <a:off x="1379745" y="5307108"/>
            <a:ext cx="66364" cy="714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65"/>
                </a:moveTo>
                <a:lnTo>
                  <a:pt x="21398" y="3506"/>
                </a:lnTo>
                <a:lnTo>
                  <a:pt x="21171" y="5075"/>
                </a:lnTo>
                <a:lnTo>
                  <a:pt x="20872" y="6506"/>
                </a:lnTo>
                <a:lnTo>
                  <a:pt x="20450" y="7824"/>
                </a:lnTo>
                <a:lnTo>
                  <a:pt x="19859" y="9067"/>
                </a:lnTo>
                <a:lnTo>
                  <a:pt x="19052" y="10261"/>
                </a:lnTo>
                <a:lnTo>
                  <a:pt x="17980" y="11442"/>
                </a:lnTo>
                <a:lnTo>
                  <a:pt x="16597" y="12639"/>
                </a:lnTo>
                <a:lnTo>
                  <a:pt x="14999" y="13545"/>
                </a:lnTo>
                <a:lnTo>
                  <a:pt x="13507" y="14363"/>
                </a:lnTo>
                <a:lnTo>
                  <a:pt x="12081" y="15085"/>
                </a:lnTo>
                <a:lnTo>
                  <a:pt x="10679" y="15711"/>
                </a:lnTo>
                <a:lnTo>
                  <a:pt x="9261" y="16231"/>
                </a:lnTo>
                <a:lnTo>
                  <a:pt x="7787" y="16646"/>
                </a:lnTo>
                <a:lnTo>
                  <a:pt x="6217" y="16945"/>
                </a:lnTo>
                <a:lnTo>
                  <a:pt x="4509" y="17131"/>
                </a:lnTo>
                <a:lnTo>
                  <a:pt x="2624" y="17192"/>
                </a:lnTo>
                <a:lnTo>
                  <a:pt x="1753" y="18501"/>
                </a:lnTo>
                <a:lnTo>
                  <a:pt x="1214" y="19396"/>
                </a:lnTo>
                <a:lnTo>
                  <a:pt x="790" y="20291"/>
                </a:lnTo>
                <a:lnTo>
                  <a:pt x="251" y="21600"/>
                </a:lnTo>
                <a:lnTo>
                  <a:pt x="135" y="18541"/>
                </a:lnTo>
                <a:lnTo>
                  <a:pt x="50" y="15974"/>
                </a:lnTo>
                <a:lnTo>
                  <a:pt x="2" y="13840"/>
                </a:lnTo>
                <a:lnTo>
                  <a:pt x="0" y="12075"/>
                </a:lnTo>
                <a:lnTo>
                  <a:pt x="52" y="10623"/>
                </a:lnTo>
                <a:lnTo>
                  <a:pt x="166" y="9415"/>
                </a:lnTo>
                <a:lnTo>
                  <a:pt x="351" y="8397"/>
                </a:lnTo>
                <a:lnTo>
                  <a:pt x="614" y="7504"/>
                </a:lnTo>
                <a:lnTo>
                  <a:pt x="965" y="6678"/>
                </a:lnTo>
                <a:lnTo>
                  <a:pt x="1411" y="5853"/>
                </a:lnTo>
                <a:lnTo>
                  <a:pt x="1962" y="4970"/>
                </a:lnTo>
                <a:lnTo>
                  <a:pt x="2624" y="3969"/>
                </a:lnTo>
                <a:lnTo>
                  <a:pt x="4208" y="3092"/>
                </a:lnTo>
                <a:lnTo>
                  <a:pt x="5766" y="2299"/>
                </a:lnTo>
                <a:lnTo>
                  <a:pt x="7304" y="1600"/>
                </a:lnTo>
                <a:lnTo>
                  <a:pt x="8831" y="1009"/>
                </a:lnTo>
                <a:lnTo>
                  <a:pt x="10354" y="542"/>
                </a:lnTo>
                <a:lnTo>
                  <a:pt x="11882" y="209"/>
                </a:lnTo>
                <a:lnTo>
                  <a:pt x="13424" y="24"/>
                </a:lnTo>
                <a:lnTo>
                  <a:pt x="14984" y="0"/>
                </a:lnTo>
                <a:lnTo>
                  <a:pt x="16576" y="148"/>
                </a:lnTo>
                <a:lnTo>
                  <a:pt x="18203" y="483"/>
                </a:lnTo>
                <a:lnTo>
                  <a:pt x="19876" y="1018"/>
                </a:lnTo>
                <a:lnTo>
                  <a:pt x="21600" y="1765"/>
                </a:lnTo>
                <a:close/>
              </a:path>
            </a:pathLst>
          </a:custGeom>
          <a:solidFill>
            <a:srgbClr val="403C3A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1" name="contour_05609"/>
          <p:cNvSpPr/>
          <p:nvPr/>
        </p:nvSpPr>
        <p:spPr>
          <a:xfrm>
            <a:off x="1803221" y="5261930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849" y="334"/>
                </a:lnTo>
                <a:lnTo>
                  <a:pt x="10459" y="686"/>
                </a:lnTo>
                <a:lnTo>
                  <a:pt x="12043" y="1066"/>
                </a:lnTo>
                <a:lnTo>
                  <a:pt x="13620" y="1476"/>
                </a:lnTo>
                <a:lnTo>
                  <a:pt x="15199" y="1918"/>
                </a:lnTo>
                <a:lnTo>
                  <a:pt x="16800" y="2400"/>
                </a:lnTo>
                <a:lnTo>
                  <a:pt x="18362" y="2772"/>
                </a:lnTo>
                <a:lnTo>
                  <a:pt x="19949" y="3149"/>
                </a:lnTo>
                <a:lnTo>
                  <a:pt x="20359" y="3562"/>
                </a:lnTo>
                <a:lnTo>
                  <a:pt x="21600" y="4800"/>
                </a:lnTo>
                <a:lnTo>
                  <a:pt x="21586" y="6804"/>
                </a:lnTo>
                <a:lnTo>
                  <a:pt x="21499" y="8462"/>
                </a:lnTo>
                <a:lnTo>
                  <a:pt x="21278" y="9912"/>
                </a:lnTo>
                <a:lnTo>
                  <a:pt x="20863" y="11292"/>
                </a:lnTo>
                <a:lnTo>
                  <a:pt x="20191" y="12742"/>
                </a:lnTo>
                <a:lnTo>
                  <a:pt x="19200" y="14400"/>
                </a:lnTo>
                <a:lnTo>
                  <a:pt x="17702" y="15415"/>
                </a:lnTo>
                <a:lnTo>
                  <a:pt x="16207" y="16378"/>
                </a:lnTo>
                <a:lnTo>
                  <a:pt x="14705" y="17280"/>
                </a:lnTo>
                <a:lnTo>
                  <a:pt x="13193" y="18115"/>
                </a:lnTo>
                <a:lnTo>
                  <a:pt x="11662" y="18878"/>
                </a:lnTo>
                <a:lnTo>
                  <a:pt x="10111" y="19560"/>
                </a:lnTo>
                <a:lnTo>
                  <a:pt x="8530" y="20155"/>
                </a:lnTo>
                <a:lnTo>
                  <a:pt x="6914" y="20659"/>
                </a:lnTo>
                <a:lnTo>
                  <a:pt x="5261" y="21060"/>
                </a:lnTo>
                <a:lnTo>
                  <a:pt x="3562" y="21355"/>
                </a:lnTo>
                <a:lnTo>
                  <a:pt x="1810" y="21538"/>
                </a:lnTo>
                <a:lnTo>
                  <a:pt x="0" y="21600"/>
                </a:lnTo>
                <a:lnTo>
                  <a:pt x="0" y="20014"/>
                </a:lnTo>
                <a:lnTo>
                  <a:pt x="0" y="18418"/>
                </a:lnTo>
                <a:lnTo>
                  <a:pt x="0" y="16800"/>
                </a:lnTo>
                <a:lnTo>
                  <a:pt x="1586" y="16800"/>
                </a:lnTo>
                <a:lnTo>
                  <a:pt x="3182" y="16800"/>
                </a:lnTo>
                <a:lnTo>
                  <a:pt x="4800" y="16800"/>
                </a:lnTo>
                <a:lnTo>
                  <a:pt x="4757" y="15278"/>
                </a:lnTo>
                <a:lnTo>
                  <a:pt x="4716" y="13735"/>
                </a:lnTo>
                <a:lnTo>
                  <a:pt x="4694" y="12418"/>
                </a:lnTo>
                <a:lnTo>
                  <a:pt x="4673" y="11093"/>
                </a:lnTo>
                <a:lnTo>
                  <a:pt x="4651" y="9749"/>
                </a:lnTo>
                <a:lnTo>
                  <a:pt x="4622" y="8438"/>
                </a:lnTo>
                <a:lnTo>
                  <a:pt x="4594" y="7121"/>
                </a:lnTo>
                <a:lnTo>
                  <a:pt x="4565" y="5784"/>
                </a:lnTo>
                <a:lnTo>
                  <a:pt x="4738" y="3790"/>
                </a:lnTo>
                <a:lnTo>
                  <a:pt x="5071" y="2522"/>
                </a:lnTo>
                <a:lnTo>
                  <a:pt x="5808" y="1440"/>
                </a:lnTo>
                <a:lnTo>
                  <a:pt x="7200" y="0"/>
                </a:lnTo>
                <a:close/>
              </a:path>
            </a:pathLst>
          </a:custGeom>
          <a:solidFill>
            <a:srgbClr val="C3A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2" name="contour_05610"/>
          <p:cNvSpPr/>
          <p:nvPr/>
        </p:nvSpPr>
        <p:spPr>
          <a:xfrm>
            <a:off x="5265017" y="5247354"/>
            <a:ext cx="116681" cy="45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44" y="0"/>
                </a:moveTo>
                <a:lnTo>
                  <a:pt x="10245" y="0"/>
                </a:lnTo>
                <a:lnTo>
                  <a:pt x="11050" y="0"/>
                </a:lnTo>
                <a:lnTo>
                  <a:pt x="11856" y="0"/>
                </a:lnTo>
                <a:lnTo>
                  <a:pt x="12670" y="0"/>
                </a:lnTo>
                <a:lnTo>
                  <a:pt x="13492" y="0"/>
                </a:lnTo>
                <a:lnTo>
                  <a:pt x="13492" y="2424"/>
                </a:lnTo>
                <a:lnTo>
                  <a:pt x="13492" y="4851"/>
                </a:lnTo>
                <a:lnTo>
                  <a:pt x="13492" y="7286"/>
                </a:lnTo>
                <a:lnTo>
                  <a:pt x="13492" y="9730"/>
                </a:lnTo>
                <a:lnTo>
                  <a:pt x="13492" y="12185"/>
                </a:lnTo>
                <a:lnTo>
                  <a:pt x="13492" y="14654"/>
                </a:lnTo>
                <a:lnTo>
                  <a:pt x="13492" y="17143"/>
                </a:lnTo>
                <a:lnTo>
                  <a:pt x="14632" y="15672"/>
                </a:lnTo>
                <a:lnTo>
                  <a:pt x="15422" y="14530"/>
                </a:lnTo>
                <a:lnTo>
                  <a:pt x="15958" y="13474"/>
                </a:lnTo>
                <a:lnTo>
                  <a:pt x="16340" y="12254"/>
                </a:lnTo>
                <a:lnTo>
                  <a:pt x="16665" y="10632"/>
                </a:lnTo>
                <a:lnTo>
                  <a:pt x="17033" y="8359"/>
                </a:lnTo>
                <a:lnTo>
                  <a:pt x="17200" y="6730"/>
                </a:lnTo>
                <a:lnTo>
                  <a:pt x="17368" y="5091"/>
                </a:lnTo>
                <a:lnTo>
                  <a:pt x="17539" y="3429"/>
                </a:lnTo>
                <a:lnTo>
                  <a:pt x="18340" y="4107"/>
                </a:lnTo>
                <a:lnTo>
                  <a:pt x="19145" y="4790"/>
                </a:lnTo>
                <a:lnTo>
                  <a:pt x="19951" y="5472"/>
                </a:lnTo>
                <a:lnTo>
                  <a:pt x="20765" y="6161"/>
                </a:lnTo>
                <a:lnTo>
                  <a:pt x="21587" y="6857"/>
                </a:lnTo>
                <a:lnTo>
                  <a:pt x="21600" y="9442"/>
                </a:lnTo>
                <a:lnTo>
                  <a:pt x="21557" y="11839"/>
                </a:lnTo>
                <a:lnTo>
                  <a:pt x="21429" y="14102"/>
                </a:lnTo>
                <a:lnTo>
                  <a:pt x="21184" y="16279"/>
                </a:lnTo>
                <a:lnTo>
                  <a:pt x="20797" y="18418"/>
                </a:lnTo>
                <a:lnTo>
                  <a:pt x="20237" y="20571"/>
                </a:lnTo>
                <a:lnTo>
                  <a:pt x="19286" y="20976"/>
                </a:lnTo>
                <a:lnTo>
                  <a:pt x="18340" y="21274"/>
                </a:lnTo>
                <a:lnTo>
                  <a:pt x="17399" y="21477"/>
                </a:lnTo>
                <a:lnTo>
                  <a:pt x="16458" y="21583"/>
                </a:lnTo>
                <a:lnTo>
                  <a:pt x="15521" y="21600"/>
                </a:lnTo>
                <a:lnTo>
                  <a:pt x="14582" y="21535"/>
                </a:lnTo>
                <a:lnTo>
                  <a:pt x="13641" y="21394"/>
                </a:lnTo>
                <a:lnTo>
                  <a:pt x="12698" y="21185"/>
                </a:lnTo>
                <a:lnTo>
                  <a:pt x="11748" y="20907"/>
                </a:lnTo>
                <a:lnTo>
                  <a:pt x="10793" y="20571"/>
                </a:lnTo>
                <a:lnTo>
                  <a:pt x="10124" y="18871"/>
                </a:lnTo>
                <a:lnTo>
                  <a:pt x="9444" y="17143"/>
                </a:lnTo>
                <a:lnTo>
                  <a:pt x="8647" y="16762"/>
                </a:lnTo>
                <a:lnTo>
                  <a:pt x="7848" y="16409"/>
                </a:lnTo>
                <a:lnTo>
                  <a:pt x="7047" y="16080"/>
                </a:lnTo>
                <a:lnTo>
                  <a:pt x="6245" y="15771"/>
                </a:lnTo>
                <a:lnTo>
                  <a:pt x="5442" y="15483"/>
                </a:lnTo>
                <a:lnTo>
                  <a:pt x="4638" y="15216"/>
                </a:lnTo>
                <a:lnTo>
                  <a:pt x="3772" y="14928"/>
                </a:lnTo>
                <a:lnTo>
                  <a:pt x="2901" y="14637"/>
                </a:lnTo>
                <a:lnTo>
                  <a:pt x="2018" y="14345"/>
                </a:lnTo>
                <a:lnTo>
                  <a:pt x="1722" y="14253"/>
                </a:lnTo>
                <a:lnTo>
                  <a:pt x="1198" y="14088"/>
                </a:lnTo>
                <a:lnTo>
                  <a:pt x="0" y="13714"/>
                </a:lnTo>
                <a:lnTo>
                  <a:pt x="255" y="11695"/>
                </a:lnTo>
                <a:lnTo>
                  <a:pt x="482" y="10306"/>
                </a:lnTo>
                <a:lnTo>
                  <a:pt x="804" y="8907"/>
                </a:lnTo>
                <a:lnTo>
                  <a:pt x="1349" y="6857"/>
                </a:lnTo>
                <a:lnTo>
                  <a:pt x="2295" y="6531"/>
                </a:lnTo>
                <a:lnTo>
                  <a:pt x="2983" y="6350"/>
                </a:lnTo>
                <a:lnTo>
                  <a:pt x="3612" y="6285"/>
                </a:lnTo>
                <a:lnTo>
                  <a:pt x="4378" y="6315"/>
                </a:lnTo>
                <a:lnTo>
                  <a:pt x="5480" y="6429"/>
                </a:lnTo>
                <a:lnTo>
                  <a:pt x="5809" y="6456"/>
                </a:lnTo>
                <a:lnTo>
                  <a:pt x="6391" y="6504"/>
                </a:lnTo>
                <a:lnTo>
                  <a:pt x="7721" y="6617"/>
                </a:lnTo>
                <a:lnTo>
                  <a:pt x="8577" y="6737"/>
                </a:lnTo>
                <a:lnTo>
                  <a:pt x="9444" y="6857"/>
                </a:lnTo>
                <a:lnTo>
                  <a:pt x="9444" y="4591"/>
                </a:lnTo>
                <a:lnTo>
                  <a:pt x="9444" y="2311"/>
                </a:lnTo>
                <a:lnTo>
                  <a:pt x="9444" y="0"/>
                </a:lnTo>
                <a:close/>
              </a:path>
            </a:pathLst>
          </a:custGeom>
          <a:solidFill>
            <a:srgbClr val="48443D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3" name="contour_05611"/>
          <p:cNvSpPr/>
          <p:nvPr/>
        </p:nvSpPr>
        <p:spPr>
          <a:xfrm>
            <a:off x="4740281" y="5246640"/>
            <a:ext cx="60024" cy="88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43" y="0"/>
                </a:moveTo>
                <a:lnTo>
                  <a:pt x="10375" y="21"/>
                </a:lnTo>
                <a:lnTo>
                  <a:pt x="11818" y="43"/>
                </a:lnTo>
                <a:lnTo>
                  <a:pt x="13276" y="62"/>
                </a:lnTo>
                <a:lnTo>
                  <a:pt x="14716" y="79"/>
                </a:lnTo>
                <a:lnTo>
                  <a:pt x="16163" y="95"/>
                </a:lnTo>
                <a:lnTo>
                  <a:pt x="17629" y="111"/>
                </a:lnTo>
                <a:lnTo>
                  <a:pt x="19295" y="143"/>
                </a:lnTo>
                <a:lnTo>
                  <a:pt x="20981" y="175"/>
                </a:lnTo>
                <a:lnTo>
                  <a:pt x="21222" y="1475"/>
                </a:lnTo>
                <a:lnTo>
                  <a:pt x="21422" y="2753"/>
                </a:lnTo>
                <a:lnTo>
                  <a:pt x="21555" y="4021"/>
                </a:lnTo>
                <a:lnTo>
                  <a:pt x="21600" y="5281"/>
                </a:lnTo>
                <a:lnTo>
                  <a:pt x="21534" y="6544"/>
                </a:lnTo>
                <a:lnTo>
                  <a:pt x="21335" y="7815"/>
                </a:lnTo>
                <a:lnTo>
                  <a:pt x="20981" y="9102"/>
                </a:lnTo>
                <a:lnTo>
                  <a:pt x="19229" y="9539"/>
                </a:lnTo>
                <a:lnTo>
                  <a:pt x="17871" y="9741"/>
                </a:lnTo>
                <a:lnTo>
                  <a:pt x="15736" y="9882"/>
                </a:lnTo>
                <a:lnTo>
                  <a:pt x="13601" y="10059"/>
                </a:lnTo>
                <a:lnTo>
                  <a:pt x="12242" y="10320"/>
                </a:lnTo>
                <a:lnTo>
                  <a:pt x="10491" y="10887"/>
                </a:lnTo>
                <a:lnTo>
                  <a:pt x="10202" y="12089"/>
                </a:lnTo>
                <a:lnTo>
                  <a:pt x="10011" y="13278"/>
                </a:lnTo>
                <a:lnTo>
                  <a:pt x="9906" y="14464"/>
                </a:lnTo>
                <a:lnTo>
                  <a:pt x="9877" y="15644"/>
                </a:lnTo>
                <a:lnTo>
                  <a:pt x="9911" y="16824"/>
                </a:lnTo>
                <a:lnTo>
                  <a:pt x="10003" y="18008"/>
                </a:lnTo>
                <a:lnTo>
                  <a:pt x="10136" y="19195"/>
                </a:lnTo>
                <a:lnTo>
                  <a:pt x="10302" y="20393"/>
                </a:lnTo>
                <a:lnTo>
                  <a:pt x="10491" y="21600"/>
                </a:lnTo>
                <a:lnTo>
                  <a:pt x="8618" y="21371"/>
                </a:lnTo>
                <a:lnTo>
                  <a:pt x="7273" y="21164"/>
                </a:lnTo>
                <a:lnTo>
                  <a:pt x="6077" y="20893"/>
                </a:lnTo>
                <a:lnTo>
                  <a:pt x="4653" y="20472"/>
                </a:lnTo>
                <a:lnTo>
                  <a:pt x="2623" y="19815"/>
                </a:lnTo>
                <a:lnTo>
                  <a:pt x="1933" y="18636"/>
                </a:lnTo>
                <a:lnTo>
                  <a:pt x="1390" y="17481"/>
                </a:lnTo>
                <a:lnTo>
                  <a:pt x="963" y="16328"/>
                </a:lnTo>
                <a:lnTo>
                  <a:pt x="611" y="15156"/>
                </a:lnTo>
                <a:lnTo>
                  <a:pt x="302" y="13944"/>
                </a:lnTo>
                <a:lnTo>
                  <a:pt x="0" y="12673"/>
                </a:lnTo>
                <a:lnTo>
                  <a:pt x="1734" y="12673"/>
                </a:lnTo>
                <a:lnTo>
                  <a:pt x="3478" y="12673"/>
                </a:lnTo>
                <a:lnTo>
                  <a:pt x="5245" y="12673"/>
                </a:lnTo>
                <a:lnTo>
                  <a:pt x="4915" y="11541"/>
                </a:lnTo>
                <a:lnTo>
                  <a:pt x="4579" y="10391"/>
                </a:lnTo>
                <a:lnTo>
                  <a:pt x="4312" y="9413"/>
                </a:lnTo>
                <a:lnTo>
                  <a:pt x="4041" y="8427"/>
                </a:lnTo>
                <a:lnTo>
                  <a:pt x="3769" y="7427"/>
                </a:lnTo>
                <a:lnTo>
                  <a:pt x="3496" y="6454"/>
                </a:lnTo>
                <a:lnTo>
                  <a:pt x="3221" y="5472"/>
                </a:lnTo>
                <a:lnTo>
                  <a:pt x="2940" y="4478"/>
                </a:lnTo>
                <a:lnTo>
                  <a:pt x="2783" y="3228"/>
                </a:lnTo>
                <a:lnTo>
                  <a:pt x="2623" y="1960"/>
                </a:lnTo>
                <a:lnTo>
                  <a:pt x="4196" y="927"/>
                </a:lnTo>
                <a:lnTo>
                  <a:pt x="5379" y="377"/>
                </a:lnTo>
                <a:lnTo>
                  <a:pt x="6764" y="130"/>
                </a:lnTo>
                <a:lnTo>
                  <a:pt x="8943" y="0"/>
                </a:lnTo>
                <a:close/>
              </a:path>
            </a:pathLst>
          </a:custGeom>
          <a:solidFill>
            <a:srgbClr val="3D3B36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4" name="contour_05612"/>
          <p:cNvSpPr/>
          <p:nvPr/>
        </p:nvSpPr>
        <p:spPr>
          <a:xfrm>
            <a:off x="1620955" y="5225490"/>
            <a:ext cx="5837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15" y="0"/>
                </a:moveTo>
                <a:lnTo>
                  <a:pt x="9472" y="850"/>
                </a:lnTo>
                <a:lnTo>
                  <a:pt x="10823" y="1703"/>
                </a:lnTo>
                <a:lnTo>
                  <a:pt x="12171" y="2558"/>
                </a:lnTo>
                <a:lnTo>
                  <a:pt x="13514" y="3416"/>
                </a:lnTo>
                <a:lnTo>
                  <a:pt x="14858" y="4275"/>
                </a:lnTo>
                <a:lnTo>
                  <a:pt x="15416" y="4628"/>
                </a:lnTo>
                <a:lnTo>
                  <a:pt x="16398" y="5252"/>
                </a:lnTo>
                <a:lnTo>
                  <a:pt x="18650" y="6680"/>
                </a:lnTo>
                <a:lnTo>
                  <a:pt x="20090" y="7841"/>
                </a:lnTo>
                <a:lnTo>
                  <a:pt x="20964" y="8730"/>
                </a:lnTo>
                <a:lnTo>
                  <a:pt x="21411" y="9630"/>
                </a:lnTo>
                <a:lnTo>
                  <a:pt x="21576" y="10825"/>
                </a:lnTo>
                <a:lnTo>
                  <a:pt x="21600" y="12600"/>
                </a:lnTo>
                <a:lnTo>
                  <a:pt x="19966" y="13295"/>
                </a:lnTo>
                <a:lnTo>
                  <a:pt x="18655" y="13732"/>
                </a:lnTo>
                <a:lnTo>
                  <a:pt x="16543" y="14288"/>
                </a:lnTo>
                <a:lnTo>
                  <a:pt x="14704" y="14877"/>
                </a:lnTo>
                <a:lnTo>
                  <a:pt x="13107" y="15484"/>
                </a:lnTo>
                <a:lnTo>
                  <a:pt x="11710" y="16128"/>
                </a:lnTo>
                <a:lnTo>
                  <a:pt x="10480" y="16821"/>
                </a:lnTo>
                <a:lnTo>
                  <a:pt x="9372" y="17582"/>
                </a:lnTo>
                <a:lnTo>
                  <a:pt x="8353" y="18425"/>
                </a:lnTo>
                <a:lnTo>
                  <a:pt x="7379" y="19364"/>
                </a:lnTo>
                <a:lnTo>
                  <a:pt x="6413" y="20417"/>
                </a:lnTo>
                <a:lnTo>
                  <a:pt x="5418" y="21600"/>
                </a:lnTo>
                <a:lnTo>
                  <a:pt x="3792" y="21276"/>
                </a:lnTo>
                <a:lnTo>
                  <a:pt x="2689" y="20979"/>
                </a:lnTo>
                <a:lnTo>
                  <a:pt x="1602" y="20543"/>
                </a:lnTo>
                <a:lnTo>
                  <a:pt x="24" y="19800"/>
                </a:lnTo>
                <a:lnTo>
                  <a:pt x="0" y="18472"/>
                </a:lnTo>
                <a:lnTo>
                  <a:pt x="54" y="17154"/>
                </a:lnTo>
                <a:lnTo>
                  <a:pt x="181" y="15849"/>
                </a:lnTo>
                <a:lnTo>
                  <a:pt x="383" y="14555"/>
                </a:lnTo>
                <a:lnTo>
                  <a:pt x="658" y="13273"/>
                </a:lnTo>
                <a:lnTo>
                  <a:pt x="1006" y="12002"/>
                </a:lnTo>
                <a:lnTo>
                  <a:pt x="1421" y="10744"/>
                </a:lnTo>
                <a:lnTo>
                  <a:pt x="1907" y="9499"/>
                </a:lnTo>
                <a:lnTo>
                  <a:pt x="2460" y="8266"/>
                </a:lnTo>
                <a:lnTo>
                  <a:pt x="3080" y="7045"/>
                </a:lnTo>
                <a:lnTo>
                  <a:pt x="3765" y="5837"/>
                </a:lnTo>
                <a:lnTo>
                  <a:pt x="4512" y="4642"/>
                </a:lnTo>
                <a:lnTo>
                  <a:pt x="5324" y="3461"/>
                </a:lnTo>
                <a:lnTo>
                  <a:pt x="6195" y="2293"/>
                </a:lnTo>
                <a:lnTo>
                  <a:pt x="7125" y="1139"/>
                </a:lnTo>
                <a:lnTo>
                  <a:pt x="8115" y="0"/>
                </a:lnTo>
                <a:close/>
              </a:path>
            </a:pathLst>
          </a:custGeom>
          <a:solidFill>
            <a:srgbClr val="241C2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5" name="contour_05613"/>
          <p:cNvSpPr/>
          <p:nvPr/>
        </p:nvSpPr>
        <p:spPr>
          <a:xfrm>
            <a:off x="484094" y="5159555"/>
            <a:ext cx="65592" cy="732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62" y="1797"/>
                </a:moveTo>
                <a:lnTo>
                  <a:pt x="20369" y="2657"/>
                </a:lnTo>
                <a:lnTo>
                  <a:pt x="20981" y="3524"/>
                </a:lnTo>
                <a:lnTo>
                  <a:pt x="21600" y="4401"/>
                </a:lnTo>
                <a:lnTo>
                  <a:pt x="21127" y="6011"/>
                </a:lnTo>
                <a:lnTo>
                  <a:pt x="20734" y="7166"/>
                </a:lnTo>
                <a:lnTo>
                  <a:pt x="20278" y="8187"/>
                </a:lnTo>
                <a:lnTo>
                  <a:pt x="19615" y="9397"/>
                </a:lnTo>
                <a:lnTo>
                  <a:pt x="18600" y="11119"/>
                </a:lnTo>
                <a:lnTo>
                  <a:pt x="18307" y="11635"/>
                </a:lnTo>
                <a:lnTo>
                  <a:pt x="17794" y="12545"/>
                </a:lnTo>
                <a:lnTo>
                  <a:pt x="16613" y="14630"/>
                </a:lnTo>
                <a:lnTo>
                  <a:pt x="15881" y="15514"/>
                </a:lnTo>
                <a:lnTo>
                  <a:pt x="15146" y="16402"/>
                </a:lnTo>
                <a:lnTo>
                  <a:pt x="14400" y="17300"/>
                </a:lnTo>
                <a:lnTo>
                  <a:pt x="12816" y="17300"/>
                </a:lnTo>
                <a:lnTo>
                  <a:pt x="11218" y="17300"/>
                </a:lnTo>
                <a:lnTo>
                  <a:pt x="9600" y="17300"/>
                </a:lnTo>
                <a:lnTo>
                  <a:pt x="8719" y="18577"/>
                </a:lnTo>
                <a:lnTo>
                  <a:pt x="8177" y="19450"/>
                </a:lnTo>
                <a:lnTo>
                  <a:pt x="7745" y="20323"/>
                </a:lnTo>
                <a:lnTo>
                  <a:pt x="7200" y="21600"/>
                </a:lnTo>
                <a:lnTo>
                  <a:pt x="6535" y="20396"/>
                </a:lnTo>
                <a:lnTo>
                  <a:pt x="5878" y="19190"/>
                </a:lnTo>
                <a:lnTo>
                  <a:pt x="5227" y="17982"/>
                </a:lnTo>
                <a:lnTo>
                  <a:pt x="4579" y="16771"/>
                </a:lnTo>
                <a:lnTo>
                  <a:pt x="3938" y="15559"/>
                </a:lnTo>
                <a:lnTo>
                  <a:pt x="3300" y="14344"/>
                </a:lnTo>
                <a:lnTo>
                  <a:pt x="2724" y="13319"/>
                </a:lnTo>
                <a:lnTo>
                  <a:pt x="2136" y="12278"/>
                </a:lnTo>
                <a:lnTo>
                  <a:pt x="1524" y="11055"/>
                </a:lnTo>
                <a:lnTo>
                  <a:pt x="1097" y="10051"/>
                </a:lnTo>
                <a:lnTo>
                  <a:pt x="658" y="8729"/>
                </a:lnTo>
                <a:lnTo>
                  <a:pt x="0" y="6551"/>
                </a:lnTo>
                <a:lnTo>
                  <a:pt x="1070" y="5194"/>
                </a:lnTo>
                <a:lnTo>
                  <a:pt x="2146" y="4111"/>
                </a:lnTo>
                <a:lnTo>
                  <a:pt x="3288" y="3238"/>
                </a:lnTo>
                <a:lnTo>
                  <a:pt x="4558" y="2507"/>
                </a:lnTo>
                <a:lnTo>
                  <a:pt x="6014" y="1853"/>
                </a:lnTo>
                <a:lnTo>
                  <a:pt x="7723" y="1210"/>
                </a:lnTo>
                <a:lnTo>
                  <a:pt x="8491" y="1068"/>
                </a:lnTo>
                <a:lnTo>
                  <a:pt x="10800" y="639"/>
                </a:lnTo>
                <a:lnTo>
                  <a:pt x="12326" y="322"/>
                </a:lnTo>
                <a:lnTo>
                  <a:pt x="13874" y="0"/>
                </a:lnTo>
                <a:lnTo>
                  <a:pt x="15612" y="86"/>
                </a:lnTo>
                <a:lnTo>
                  <a:pt x="16805" y="301"/>
                </a:lnTo>
                <a:lnTo>
                  <a:pt x="18005" y="815"/>
                </a:lnTo>
                <a:lnTo>
                  <a:pt x="19762" y="1797"/>
                </a:lnTo>
                <a:close/>
              </a:path>
            </a:pathLst>
          </a:custGeom>
          <a:solidFill>
            <a:srgbClr val="48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6" name="contour_05614"/>
          <p:cNvSpPr/>
          <p:nvPr/>
        </p:nvSpPr>
        <p:spPr>
          <a:xfrm>
            <a:off x="702734" y="5116170"/>
            <a:ext cx="94744" cy="74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5211" y="988"/>
                </a:lnTo>
                <a:lnTo>
                  <a:pt x="15472" y="1994"/>
                </a:lnTo>
                <a:lnTo>
                  <a:pt x="16290" y="3339"/>
                </a:lnTo>
                <a:lnTo>
                  <a:pt x="17160" y="4296"/>
                </a:lnTo>
                <a:lnTo>
                  <a:pt x="18107" y="4974"/>
                </a:lnTo>
                <a:lnTo>
                  <a:pt x="19149" y="5478"/>
                </a:lnTo>
                <a:lnTo>
                  <a:pt x="20307" y="5909"/>
                </a:lnTo>
                <a:lnTo>
                  <a:pt x="21600" y="6377"/>
                </a:lnTo>
                <a:lnTo>
                  <a:pt x="20779" y="7095"/>
                </a:lnTo>
                <a:lnTo>
                  <a:pt x="19952" y="7818"/>
                </a:lnTo>
                <a:lnTo>
                  <a:pt x="19114" y="8551"/>
                </a:lnTo>
                <a:lnTo>
                  <a:pt x="18308" y="9270"/>
                </a:lnTo>
                <a:lnTo>
                  <a:pt x="17501" y="9988"/>
                </a:lnTo>
                <a:lnTo>
                  <a:pt x="16693" y="10706"/>
                </a:lnTo>
                <a:lnTo>
                  <a:pt x="15888" y="11425"/>
                </a:lnTo>
                <a:lnTo>
                  <a:pt x="15075" y="12133"/>
                </a:lnTo>
                <a:lnTo>
                  <a:pt x="14249" y="12853"/>
                </a:lnTo>
                <a:lnTo>
                  <a:pt x="12729" y="14224"/>
                </a:lnTo>
                <a:lnTo>
                  <a:pt x="11617" y="15259"/>
                </a:lnTo>
                <a:lnTo>
                  <a:pt x="10827" y="16076"/>
                </a:lnTo>
                <a:lnTo>
                  <a:pt x="10265" y="16788"/>
                </a:lnTo>
                <a:lnTo>
                  <a:pt x="9840" y="17513"/>
                </a:lnTo>
                <a:lnTo>
                  <a:pt x="9461" y="18365"/>
                </a:lnTo>
                <a:lnTo>
                  <a:pt x="9035" y="19462"/>
                </a:lnTo>
                <a:lnTo>
                  <a:pt x="8675" y="20352"/>
                </a:lnTo>
                <a:lnTo>
                  <a:pt x="8308" y="21256"/>
                </a:lnTo>
                <a:lnTo>
                  <a:pt x="7128" y="21494"/>
                </a:lnTo>
                <a:lnTo>
                  <a:pt x="6292" y="21600"/>
                </a:lnTo>
                <a:lnTo>
                  <a:pt x="5398" y="21600"/>
                </a:lnTo>
                <a:lnTo>
                  <a:pt x="4051" y="21521"/>
                </a:lnTo>
                <a:lnTo>
                  <a:pt x="2913" y="21464"/>
                </a:lnTo>
                <a:lnTo>
                  <a:pt x="1760" y="21404"/>
                </a:lnTo>
                <a:lnTo>
                  <a:pt x="886" y="21330"/>
                </a:lnTo>
                <a:lnTo>
                  <a:pt x="0" y="21256"/>
                </a:lnTo>
                <a:lnTo>
                  <a:pt x="0" y="19851"/>
                </a:lnTo>
                <a:lnTo>
                  <a:pt x="0" y="18437"/>
                </a:lnTo>
                <a:lnTo>
                  <a:pt x="0" y="17005"/>
                </a:lnTo>
                <a:lnTo>
                  <a:pt x="824" y="16741"/>
                </a:lnTo>
                <a:lnTo>
                  <a:pt x="1652" y="16477"/>
                </a:lnTo>
                <a:lnTo>
                  <a:pt x="2492" y="16207"/>
                </a:lnTo>
                <a:lnTo>
                  <a:pt x="2860" y="16012"/>
                </a:lnTo>
                <a:lnTo>
                  <a:pt x="3506" y="15668"/>
                </a:lnTo>
                <a:lnTo>
                  <a:pt x="4985" y="14879"/>
                </a:lnTo>
                <a:lnTo>
                  <a:pt x="5172" y="13423"/>
                </a:lnTo>
                <a:lnTo>
                  <a:pt x="5255" y="12031"/>
                </a:lnTo>
                <a:lnTo>
                  <a:pt x="5257" y="10664"/>
                </a:lnTo>
                <a:lnTo>
                  <a:pt x="5197" y="9291"/>
                </a:lnTo>
                <a:lnTo>
                  <a:pt x="5101" y="7873"/>
                </a:lnTo>
                <a:lnTo>
                  <a:pt x="4985" y="6377"/>
                </a:lnTo>
                <a:lnTo>
                  <a:pt x="6081" y="6377"/>
                </a:lnTo>
                <a:lnTo>
                  <a:pt x="7180" y="6377"/>
                </a:lnTo>
                <a:lnTo>
                  <a:pt x="8278" y="6377"/>
                </a:lnTo>
                <a:lnTo>
                  <a:pt x="9379" y="6377"/>
                </a:lnTo>
                <a:lnTo>
                  <a:pt x="10484" y="6377"/>
                </a:lnTo>
                <a:lnTo>
                  <a:pt x="11594" y="6377"/>
                </a:lnTo>
                <a:lnTo>
                  <a:pt x="12707" y="6377"/>
                </a:lnTo>
                <a:lnTo>
                  <a:pt x="13827" y="6377"/>
                </a:lnTo>
                <a:lnTo>
                  <a:pt x="14954" y="6377"/>
                </a:lnTo>
                <a:lnTo>
                  <a:pt x="14954" y="5114"/>
                </a:lnTo>
                <a:lnTo>
                  <a:pt x="14954" y="3847"/>
                </a:lnTo>
                <a:lnTo>
                  <a:pt x="14954" y="2576"/>
                </a:lnTo>
                <a:lnTo>
                  <a:pt x="14954" y="1294"/>
                </a:lnTo>
                <a:lnTo>
                  <a:pt x="14954" y="0"/>
                </a:lnTo>
                <a:close/>
              </a:path>
            </a:pathLst>
          </a:custGeom>
          <a:solidFill>
            <a:srgbClr val="212022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7" name="contour_05615"/>
          <p:cNvSpPr/>
          <p:nvPr/>
        </p:nvSpPr>
        <p:spPr>
          <a:xfrm>
            <a:off x="1256621" y="5138034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7229" y="589"/>
                </a:lnTo>
                <a:lnTo>
                  <a:pt x="18295" y="1023"/>
                </a:lnTo>
                <a:lnTo>
                  <a:pt x="19191" y="1434"/>
                </a:lnTo>
                <a:lnTo>
                  <a:pt x="20198" y="1949"/>
                </a:lnTo>
                <a:lnTo>
                  <a:pt x="21600" y="2700"/>
                </a:lnTo>
                <a:lnTo>
                  <a:pt x="20781" y="3440"/>
                </a:lnTo>
                <a:lnTo>
                  <a:pt x="19951" y="4188"/>
                </a:lnTo>
                <a:lnTo>
                  <a:pt x="17946" y="6107"/>
                </a:lnTo>
                <a:lnTo>
                  <a:pt x="16430" y="7617"/>
                </a:lnTo>
                <a:lnTo>
                  <a:pt x="15318" y="8837"/>
                </a:lnTo>
                <a:lnTo>
                  <a:pt x="14533" y="9904"/>
                </a:lnTo>
                <a:lnTo>
                  <a:pt x="13989" y="10943"/>
                </a:lnTo>
                <a:lnTo>
                  <a:pt x="13610" y="12085"/>
                </a:lnTo>
                <a:lnTo>
                  <a:pt x="13310" y="13457"/>
                </a:lnTo>
                <a:lnTo>
                  <a:pt x="13009" y="15188"/>
                </a:lnTo>
                <a:lnTo>
                  <a:pt x="12605" y="16413"/>
                </a:lnTo>
                <a:lnTo>
                  <a:pt x="12196" y="17650"/>
                </a:lnTo>
                <a:lnTo>
                  <a:pt x="11782" y="18900"/>
                </a:lnTo>
                <a:lnTo>
                  <a:pt x="10474" y="19394"/>
                </a:lnTo>
                <a:lnTo>
                  <a:pt x="9178" y="19818"/>
                </a:lnTo>
                <a:lnTo>
                  <a:pt x="7890" y="20180"/>
                </a:lnTo>
                <a:lnTo>
                  <a:pt x="6602" y="20488"/>
                </a:lnTo>
                <a:lnTo>
                  <a:pt x="5310" y="20755"/>
                </a:lnTo>
                <a:lnTo>
                  <a:pt x="4010" y="20990"/>
                </a:lnTo>
                <a:lnTo>
                  <a:pt x="2694" y="21200"/>
                </a:lnTo>
                <a:lnTo>
                  <a:pt x="1359" y="21403"/>
                </a:lnTo>
                <a:lnTo>
                  <a:pt x="0" y="21600"/>
                </a:lnTo>
                <a:lnTo>
                  <a:pt x="194" y="19729"/>
                </a:lnTo>
                <a:lnTo>
                  <a:pt x="389" y="17855"/>
                </a:lnTo>
                <a:lnTo>
                  <a:pt x="583" y="15981"/>
                </a:lnTo>
                <a:lnTo>
                  <a:pt x="780" y="14105"/>
                </a:lnTo>
                <a:lnTo>
                  <a:pt x="974" y="12220"/>
                </a:lnTo>
                <a:lnTo>
                  <a:pt x="1170" y="10333"/>
                </a:lnTo>
                <a:lnTo>
                  <a:pt x="1367" y="8438"/>
                </a:lnTo>
                <a:lnTo>
                  <a:pt x="1565" y="6534"/>
                </a:lnTo>
                <a:lnTo>
                  <a:pt x="1763" y="4622"/>
                </a:lnTo>
                <a:lnTo>
                  <a:pt x="1964" y="2700"/>
                </a:lnTo>
                <a:lnTo>
                  <a:pt x="2466" y="2713"/>
                </a:lnTo>
                <a:lnTo>
                  <a:pt x="3018" y="2730"/>
                </a:lnTo>
                <a:lnTo>
                  <a:pt x="3896" y="2757"/>
                </a:lnTo>
                <a:lnTo>
                  <a:pt x="5374" y="2800"/>
                </a:lnTo>
                <a:lnTo>
                  <a:pt x="7733" y="2867"/>
                </a:lnTo>
                <a:lnTo>
                  <a:pt x="9337" y="2913"/>
                </a:lnTo>
                <a:lnTo>
                  <a:pt x="10452" y="2927"/>
                </a:lnTo>
                <a:lnTo>
                  <a:pt x="11367" y="2903"/>
                </a:lnTo>
                <a:lnTo>
                  <a:pt x="12369" y="2830"/>
                </a:lnTo>
                <a:lnTo>
                  <a:pt x="13745" y="2700"/>
                </a:lnTo>
                <a:lnTo>
                  <a:pt x="14719" y="1361"/>
                </a:lnTo>
                <a:lnTo>
                  <a:pt x="15709" y="0"/>
                </a:lnTo>
                <a:close/>
              </a:path>
            </a:pathLst>
          </a:custGeom>
          <a:solidFill>
            <a:srgbClr val="383438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8" name="contour_05616"/>
          <p:cNvSpPr/>
          <p:nvPr/>
        </p:nvSpPr>
        <p:spPr>
          <a:xfrm>
            <a:off x="4193682" y="5138034"/>
            <a:ext cx="13847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89" y="0"/>
                </a:moveTo>
                <a:lnTo>
                  <a:pt x="18865" y="475"/>
                </a:lnTo>
                <a:lnTo>
                  <a:pt x="19542" y="953"/>
                </a:lnTo>
                <a:lnTo>
                  <a:pt x="20222" y="1430"/>
                </a:lnTo>
                <a:lnTo>
                  <a:pt x="20908" y="1913"/>
                </a:lnTo>
                <a:lnTo>
                  <a:pt x="21600" y="2400"/>
                </a:lnTo>
                <a:lnTo>
                  <a:pt x="20849" y="2400"/>
                </a:lnTo>
                <a:lnTo>
                  <a:pt x="20093" y="2400"/>
                </a:lnTo>
                <a:lnTo>
                  <a:pt x="19326" y="2400"/>
                </a:lnTo>
                <a:lnTo>
                  <a:pt x="19503" y="4039"/>
                </a:lnTo>
                <a:lnTo>
                  <a:pt x="19681" y="5700"/>
                </a:lnTo>
                <a:lnTo>
                  <a:pt x="19564" y="6989"/>
                </a:lnTo>
                <a:lnTo>
                  <a:pt x="19446" y="8285"/>
                </a:lnTo>
                <a:lnTo>
                  <a:pt x="19326" y="9600"/>
                </a:lnTo>
                <a:lnTo>
                  <a:pt x="18618" y="10303"/>
                </a:lnTo>
                <a:lnTo>
                  <a:pt x="17905" y="10937"/>
                </a:lnTo>
                <a:lnTo>
                  <a:pt x="17187" y="11518"/>
                </a:lnTo>
                <a:lnTo>
                  <a:pt x="16460" y="12060"/>
                </a:lnTo>
                <a:lnTo>
                  <a:pt x="15726" y="12583"/>
                </a:lnTo>
                <a:lnTo>
                  <a:pt x="14984" y="13106"/>
                </a:lnTo>
                <a:lnTo>
                  <a:pt x="14322" y="13769"/>
                </a:lnTo>
                <a:lnTo>
                  <a:pt x="13873" y="14371"/>
                </a:lnTo>
                <a:lnTo>
                  <a:pt x="13528" y="15161"/>
                </a:lnTo>
                <a:lnTo>
                  <a:pt x="13181" y="16387"/>
                </a:lnTo>
                <a:lnTo>
                  <a:pt x="12719" y="18300"/>
                </a:lnTo>
                <a:lnTo>
                  <a:pt x="12613" y="19939"/>
                </a:lnTo>
                <a:lnTo>
                  <a:pt x="12505" y="21600"/>
                </a:lnTo>
                <a:lnTo>
                  <a:pt x="12223" y="20412"/>
                </a:lnTo>
                <a:lnTo>
                  <a:pt x="11941" y="19219"/>
                </a:lnTo>
                <a:lnTo>
                  <a:pt x="11656" y="18017"/>
                </a:lnTo>
                <a:lnTo>
                  <a:pt x="11368" y="16800"/>
                </a:lnTo>
                <a:lnTo>
                  <a:pt x="10805" y="17990"/>
                </a:lnTo>
                <a:lnTo>
                  <a:pt x="10232" y="19200"/>
                </a:lnTo>
                <a:lnTo>
                  <a:pt x="9432" y="19392"/>
                </a:lnTo>
                <a:lnTo>
                  <a:pt x="8823" y="19452"/>
                </a:lnTo>
                <a:lnTo>
                  <a:pt x="7883" y="19435"/>
                </a:lnTo>
                <a:lnTo>
                  <a:pt x="7194" y="19423"/>
                </a:lnTo>
                <a:lnTo>
                  <a:pt x="6495" y="19411"/>
                </a:lnTo>
                <a:lnTo>
                  <a:pt x="5775" y="19380"/>
                </a:lnTo>
                <a:lnTo>
                  <a:pt x="5045" y="19349"/>
                </a:lnTo>
                <a:lnTo>
                  <a:pt x="4680" y="19342"/>
                </a:lnTo>
                <a:lnTo>
                  <a:pt x="3581" y="19318"/>
                </a:lnTo>
                <a:lnTo>
                  <a:pt x="2865" y="19298"/>
                </a:lnTo>
                <a:lnTo>
                  <a:pt x="2149" y="19277"/>
                </a:lnTo>
                <a:lnTo>
                  <a:pt x="1432" y="19253"/>
                </a:lnTo>
                <a:lnTo>
                  <a:pt x="716" y="19226"/>
                </a:lnTo>
                <a:lnTo>
                  <a:pt x="0" y="19200"/>
                </a:lnTo>
                <a:lnTo>
                  <a:pt x="410" y="17647"/>
                </a:lnTo>
                <a:lnTo>
                  <a:pt x="724" y="16502"/>
                </a:lnTo>
                <a:lnTo>
                  <a:pt x="1004" y="15564"/>
                </a:lnTo>
                <a:lnTo>
                  <a:pt x="1313" y="14635"/>
                </a:lnTo>
                <a:lnTo>
                  <a:pt x="1715" y="13514"/>
                </a:lnTo>
                <a:lnTo>
                  <a:pt x="2274" y="12000"/>
                </a:lnTo>
                <a:lnTo>
                  <a:pt x="3098" y="11911"/>
                </a:lnTo>
                <a:lnTo>
                  <a:pt x="3669" y="11962"/>
                </a:lnTo>
                <a:lnTo>
                  <a:pt x="4252" y="12216"/>
                </a:lnTo>
                <a:lnTo>
                  <a:pt x="5116" y="12749"/>
                </a:lnTo>
                <a:lnTo>
                  <a:pt x="5888" y="13195"/>
                </a:lnTo>
                <a:lnTo>
                  <a:pt x="6604" y="13570"/>
                </a:lnTo>
                <a:lnTo>
                  <a:pt x="7288" y="13874"/>
                </a:lnTo>
                <a:lnTo>
                  <a:pt x="7968" y="14107"/>
                </a:lnTo>
                <a:lnTo>
                  <a:pt x="8668" y="14270"/>
                </a:lnTo>
                <a:lnTo>
                  <a:pt x="9414" y="14369"/>
                </a:lnTo>
                <a:lnTo>
                  <a:pt x="10232" y="14400"/>
                </a:lnTo>
                <a:lnTo>
                  <a:pt x="10396" y="12823"/>
                </a:lnTo>
                <a:lnTo>
                  <a:pt x="10469" y="11578"/>
                </a:lnTo>
                <a:lnTo>
                  <a:pt x="10516" y="9600"/>
                </a:lnTo>
                <a:lnTo>
                  <a:pt x="10698" y="7649"/>
                </a:lnTo>
                <a:lnTo>
                  <a:pt x="10919" y="6403"/>
                </a:lnTo>
                <a:lnTo>
                  <a:pt x="11368" y="4800"/>
                </a:lnTo>
                <a:lnTo>
                  <a:pt x="12132" y="4538"/>
                </a:lnTo>
                <a:lnTo>
                  <a:pt x="12891" y="4363"/>
                </a:lnTo>
                <a:lnTo>
                  <a:pt x="13646" y="4267"/>
                </a:lnTo>
                <a:lnTo>
                  <a:pt x="14397" y="4241"/>
                </a:lnTo>
                <a:lnTo>
                  <a:pt x="15148" y="4272"/>
                </a:lnTo>
                <a:lnTo>
                  <a:pt x="15901" y="4354"/>
                </a:lnTo>
                <a:lnTo>
                  <a:pt x="16658" y="4476"/>
                </a:lnTo>
                <a:lnTo>
                  <a:pt x="17420" y="4627"/>
                </a:lnTo>
                <a:lnTo>
                  <a:pt x="18189" y="4800"/>
                </a:lnTo>
                <a:lnTo>
                  <a:pt x="18189" y="3214"/>
                </a:lnTo>
                <a:lnTo>
                  <a:pt x="18189" y="1618"/>
                </a:lnTo>
                <a:lnTo>
                  <a:pt x="18189" y="0"/>
                </a:lnTo>
                <a:close/>
              </a:path>
            </a:pathLst>
          </a:custGeom>
          <a:solidFill>
            <a:srgbClr val="4C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19" name="contour_05617"/>
          <p:cNvSpPr/>
          <p:nvPr/>
        </p:nvSpPr>
        <p:spPr>
          <a:xfrm>
            <a:off x="8645821" y="5116170"/>
            <a:ext cx="7339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87" y="0"/>
                </a:moveTo>
                <a:lnTo>
                  <a:pt x="2576" y="600"/>
                </a:lnTo>
                <a:lnTo>
                  <a:pt x="3142" y="2410"/>
                </a:lnTo>
                <a:lnTo>
                  <a:pt x="3833" y="3595"/>
                </a:lnTo>
                <a:lnTo>
                  <a:pt x="4532" y="4800"/>
                </a:lnTo>
                <a:lnTo>
                  <a:pt x="5922" y="4920"/>
                </a:lnTo>
                <a:lnTo>
                  <a:pt x="6915" y="4944"/>
                </a:lnTo>
                <a:lnTo>
                  <a:pt x="7992" y="4858"/>
                </a:lnTo>
                <a:lnTo>
                  <a:pt x="9627" y="4651"/>
                </a:lnTo>
                <a:lnTo>
                  <a:pt x="11304" y="4608"/>
                </a:lnTo>
                <a:lnTo>
                  <a:pt x="12799" y="4656"/>
                </a:lnTo>
                <a:lnTo>
                  <a:pt x="14165" y="4841"/>
                </a:lnTo>
                <a:lnTo>
                  <a:pt x="15448" y="5206"/>
                </a:lnTo>
                <a:lnTo>
                  <a:pt x="16694" y="5791"/>
                </a:lnTo>
                <a:lnTo>
                  <a:pt x="17956" y="6641"/>
                </a:lnTo>
                <a:lnTo>
                  <a:pt x="19279" y="7800"/>
                </a:lnTo>
                <a:lnTo>
                  <a:pt x="20255" y="9142"/>
                </a:lnTo>
                <a:lnTo>
                  <a:pt x="20944" y="10322"/>
                </a:lnTo>
                <a:lnTo>
                  <a:pt x="21377" y="11515"/>
                </a:lnTo>
                <a:lnTo>
                  <a:pt x="21585" y="12890"/>
                </a:lnTo>
                <a:lnTo>
                  <a:pt x="21600" y="14616"/>
                </a:lnTo>
                <a:lnTo>
                  <a:pt x="21306" y="15936"/>
                </a:lnTo>
                <a:lnTo>
                  <a:pt x="21053" y="16961"/>
                </a:lnTo>
                <a:lnTo>
                  <a:pt x="20742" y="18022"/>
                </a:lnTo>
                <a:lnTo>
                  <a:pt x="20272" y="19457"/>
                </a:lnTo>
                <a:lnTo>
                  <a:pt x="19547" y="21600"/>
                </a:lnTo>
                <a:lnTo>
                  <a:pt x="19547" y="20014"/>
                </a:lnTo>
                <a:lnTo>
                  <a:pt x="19547" y="18418"/>
                </a:lnTo>
                <a:lnTo>
                  <a:pt x="19547" y="16800"/>
                </a:lnTo>
                <a:lnTo>
                  <a:pt x="18331" y="16939"/>
                </a:lnTo>
                <a:lnTo>
                  <a:pt x="17108" y="17081"/>
                </a:lnTo>
                <a:lnTo>
                  <a:pt x="15869" y="17222"/>
                </a:lnTo>
                <a:lnTo>
                  <a:pt x="14331" y="17338"/>
                </a:lnTo>
                <a:lnTo>
                  <a:pt x="12821" y="17426"/>
                </a:lnTo>
                <a:lnTo>
                  <a:pt x="11330" y="17482"/>
                </a:lnTo>
                <a:lnTo>
                  <a:pt x="9852" y="17501"/>
                </a:lnTo>
                <a:lnTo>
                  <a:pt x="8378" y="17474"/>
                </a:lnTo>
                <a:lnTo>
                  <a:pt x="6903" y="17395"/>
                </a:lnTo>
                <a:lnTo>
                  <a:pt x="5416" y="17261"/>
                </a:lnTo>
                <a:lnTo>
                  <a:pt x="3915" y="17066"/>
                </a:lnTo>
                <a:lnTo>
                  <a:pt x="2387" y="16800"/>
                </a:lnTo>
                <a:lnTo>
                  <a:pt x="1538" y="15386"/>
                </a:lnTo>
                <a:lnTo>
                  <a:pt x="899" y="13978"/>
                </a:lnTo>
                <a:lnTo>
                  <a:pt x="446" y="12559"/>
                </a:lnTo>
                <a:lnTo>
                  <a:pt x="161" y="11117"/>
                </a:lnTo>
                <a:lnTo>
                  <a:pt x="19" y="9634"/>
                </a:lnTo>
                <a:lnTo>
                  <a:pt x="0" y="8095"/>
                </a:lnTo>
                <a:lnTo>
                  <a:pt x="82" y="6490"/>
                </a:lnTo>
                <a:lnTo>
                  <a:pt x="242" y="4800"/>
                </a:lnTo>
                <a:lnTo>
                  <a:pt x="884" y="3154"/>
                </a:lnTo>
                <a:lnTo>
                  <a:pt x="1321" y="2105"/>
                </a:lnTo>
                <a:lnTo>
                  <a:pt x="1755" y="1202"/>
                </a:lnTo>
                <a:lnTo>
                  <a:pt x="2387" y="0"/>
                </a:lnTo>
                <a:close/>
              </a:path>
            </a:pathLst>
          </a:custGeom>
          <a:solidFill>
            <a:srgbClr val="BEAB75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0" name="contour_05618"/>
          <p:cNvSpPr/>
          <p:nvPr/>
        </p:nvSpPr>
        <p:spPr>
          <a:xfrm>
            <a:off x="11501774" y="5036002"/>
            <a:ext cx="81932" cy="51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5" y="0"/>
                </a:moveTo>
                <a:lnTo>
                  <a:pt x="1877" y="185"/>
                </a:lnTo>
                <a:lnTo>
                  <a:pt x="3259" y="383"/>
                </a:lnTo>
                <a:lnTo>
                  <a:pt x="4609" y="598"/>
                </a:lnTo>
                <a:lnTo>
                  <a:pt x="5935" y="845"/>
                </a:lnTo>
                <a:lnTo>
                  <a:pt x="7236" y="1130"/>
                </a:lnTo>
                <a:lnTo>
                  <a:pt x="8512" y="1464"/>
                </a:lnTo>
                <a:lnTo>
                  <a:pt x="9768" y="1859"/>
                </a:lnTo>
                <a:lnTo>
                  <a:pt x="11004" y="2321"/>
                </a:lnTo>
                <a:lnTo>
                  <a:pt x="12220" y="2865"/>
                </a:lnTo>
                <a:lnTo>
                  <a:pt x="13423" y="3494"/>
                </a:lnTo>
                <a:lnTo>
                  <a:pt x="14608" y="4220"/>
                </a:lnTo>
                <a:lnTo>
                  <a:pt x="15784" y="5058"/>
                </a:lnTo>
                <a:lnTo>
                  <a:pt x="16946" y="6009"/>
                </a:lnTo>
                <a:lnTo>
                  <a:pt x="18101" y="7091"/>
                </a:lnTo>
                <a:lnTo>
                  <a:pt x="19248" y="8309"/>
                </a:lnTo>
                <a:lnTo>
                  <a:pt x="20391" y="9673"/>
                </a:lnTo>
                <a:lnTo>
                  <a:pt x="20981" y="10931"/>
                </a:lnTo>
                <a:lnTo>
                  <a:pt x="21339" y="12006"/>
                </a:lnTo>
                <a:lnTo>
                  <a:pt x="21523" y="13306"/>
                </a:lnTo>
                <a:lnTo>
                  <a:pt x="21590" y="15242"/>
                </a:lnTo>
                <a:lnTo>
                  <a:pt x="21600" y="18228"/>
                </a:lnTo>
                <a:lnTo>
                  <a:pt x="18995" y="19185"/>
                </a:lnTo>
                <a:lnTo>
                  <a:pt x="16804" y="19975"/>
                </a:lnTo>
                <a:lnTo>
                  <a:pt x="14975" y="20604"/>
                </a:lnTo>
                <a:lnTo>
                  <a:pt x="13451" y="21074"/>
                </a:lnTo>
                <a:lnTo>
                  <a:pt x="12178" y="21393"/>
                </a:lnTo>
                <a:lnTo>
                  <a:pt x="11096" y="21567"/>
                </a:lnTo>
                <a:lnTo>
                  <a:pt x="10152" y="21600"/>
                </a:lnTo>
                <a:lnTo>
                  <a:pt x="9290" y="21497"/>
                </a:lnTo>
                <a:lnTo>
                  <a:pt x="8454" y="21269"/>
                </a:lnTo>
                <a:lnTo>
                  <a:pt x="7589" y="20916"/>
                </a:lnTo>
                <a:lnTo>
                  <a:pt x="6638" y="20446"/>
                </a:lnTo>
                <a:lnTo>
                  <a:pt x="5547" y="19865"/>
                </a:lnTo>
                <a:lnTo>
                  <a:pt x="4363" y="18571"/>
                </a:lnTo>
                <a:lnTo>
                  <a:pt x="3309" y="17295"/>
                </a:lnTo>
                <a:lnTo>
                  <a:pt x="2384" y="15971"/>
                </a:lnTo>
                <a:lnTo>
                  <a:pt x="1591" y="14528"/>
                </a:lnTo>
                <a:lnTo>
                  <a:pt x="930" y="12899"/>
                </a:lnTo>
                <a:lnTo>
                  <a:pt x="402" y="11025"/>
                </a:lnTo>
                <a:lnTo>
                  <a:pt x="8" y="8828"/>
                </a:lnTo>
                <a:lnTo>
                  <a:pt x="0" y="7164"/>
                </a:lnTo>
                <a:lnTo>
                  <a:pt x="21" y="5869"/>
                </a:lnTo>
                <a:lnTo>
                  <a:pt x="90" y="4530"/>
                </a:lnTo>
                <a:lnTo>
                  <a:pt x="231" y="2713"/>
                </a:lnTo>
                <a:lnTo>
                  <a:pt x="465" y="0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1" name="contour_05619"/>
          <p:cNvSpPr/>
          <p:nvPr/>
        </p:nvSpPr>
        <p:spPr>
          <a:xfrm>
            <a:off x="3464096" y="4984986"/>
            <a:ext cx="44515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18" y="0"/>
                </a:moveTo>
                <a:lnTo>
                  <a:pt x="4866" y="409"/>
                </a:lnTo>
                <a:lnTo>
                  <a:pt x="5821" y="821"/>
                </a:lnTo>
                <a:lnTo>
                  <a:pt x="6790" y="1238"/>
                </a:lnTo>
                <a:lnTo>
                  <a:pt x="8325" y="1786"/>
                </a:lnTo>
                <a:lnTo>
                  <a:pt x="9923" y="2271"/>
                </a:lnTo>
                <a:lnTo>
                  <a:pt x="11596" y="2704"/>
                </a:lnTo>
                <a:lnTo>
                  <a:pt x="13360" y="3099"/>
                </a:lnTo>
                <a:lnTo>
                  <a:pt x="15228" y="3464"/>
                </a:lnTo>
                <a:lnTo>
                  <a:pt x="17215" y="3812"/>
                </a:lnTo>
                <a:lnTo>
                  <a:pt x="19333" y="4154"/>
                </a:lnTo>
                <a:lnTo>
                  <a:pt x="21600" y="4500"/>
                </a:lnTo>
                <a:lnTo>
                  <a:pt x="19266" y="4500"/>
                </a:lnTo>
                <a:lnTo>
                  <a:pt x="16928" y="4500"/>
                </a:lnTo>
                <a:lnTo>
                  <a:pt x="14580" y="4500"/>
                </a:lnTo>
                <a:lnTo>
                  <a:pt x="12222" y="4500"/>
                </a:lnTo>
                <a:lnTo>
                  <a:pt x="9849" y="4500"/>
                </a:lnTo>
                <a:lnTo>
                  <a:pt x="7455" y="4500"/>
                </a:lnTo>
                <a:lnTo>
                  <a:pt x="7295" y="5071"/>
                </a:lnTo>
                <a:lnTo>
                  <a:pt x="7150" y="5641"/>
                </a:lnTo>
                <a:lnTo>
                  <a:pt x="7016" y="6211"/>
                </a:lnTo>
                <a:lnTo>
                  <a:pt x="6892" y="6781"/>
                </a:lnTo>
                <a:lnTo>
                  <a:pt x="6776" y="7351"/>
                </a:lnTo>
                <a:lnTo>
                  <a:pt x="6670" y="7923"/>
                </a:lnTo>
                <a:lnTo>
                  <a:pt x="6571" y="8494"/>
                </a:lnTo>
                <a:lnTo>
                  <a:pt x="6390" y="9063"/>
                </a:lnTo>
                <a:lnTo>
                  <a:pt x="6210" y="9642"/>
                </a:lnTo>
                <a:lnTo>
                  <a:pt x="6150" y="10270"/>
                </a:lnTo>
                <a:lnTo>
                  <a:pt x="6174" y="10858"/>
                </a:lnTo>
                <a:lnTo>
                  <a:pt x="6351" y="11427"/>
                </a:lnTo>
                <a:lnTo>
                  <a:pt x="6758" y="12001"/>
                </a:lnTo>
                <a:lnTo>
                  <a:pt x="7455" y="12600"/>
                </a:lnTo>
                <a:lnTo>
                  <a:pt x="9789" y="12895"/>
                </a:lnTo>
                <a:lnTo>
                  <a:pt x="12017" y="13105"/>
                </a:lnTo>
                <a:lnTo>
                  <a:pt x="14223" y="13250"/>
                </a:lnTo>
                <a:lnTo>
                  <a:pt x="16501" y="13351"/>
                </a:lnTo>
                <a:lnTo>
                  <a:pt x="18930" y="13427"/>
                </a:lnTo>
                <a:lnTo>
                  <a:pt x="21600" y="13500"/>
                </a:lnTo>
                <a:lnTo>
                  <a:pt x="20019" y="13611"/>
                </a:lnTo>
                <a:lnTo>
                  <a:pt x="18417" y="13723"/>
                </a:lnTo>
                <a:lnTo>
                  <a:pt x="15815" y="13944"/>
                </a:lnTo>
                <a:lnTo>
                  <a:pt x="13558" y="14185"/>
                </a:lnTo>
                <a:lnTo>
                  <a:pt x="11511" y="14474"/>
                </a:lnTo>
                <a:lnTo>
                  <a:pt x="9523" y="14837"/>
                </a:lnTo>
                <a:lnTo>
                  <a:pt x="7455" y="15300"/>
                </a:lnTo>
                <a:lnTo>
                  <a:pt x="6793" y="15924"/>
                </a:lnTo>
                <a:lnTo>
                  <a:pt x="6224" y="16547"/>
                </a:lnTo>
                <a:lnTo>
                  <a:pt x="5736" y="17171"/>
                </a:lnTo>
                <a:lnTo>
                  <a:pt x="5319" y="17795"/>
                </a:lnTo>
                <a:lnTo>
                  <a:pt x="4972" y="18421"/>
                </a:lnTo>
                <a:lnTo>
                  <a:pt x="4679" y="19049"/>
                </a:lnTo>
                <a:lnTo>
                  <a:pt x="4435" y="19680"/>
                </a:lnTo>
                <a:lnTo>
                  <a:pt x="4233" y="20316"/>
                </a:lnTo>
                <a:lnTo>
                  <a:pt x="4063" y="20955"/>
                </a:lnTo>
                <a:lnTo>
                  <a:pt x="3918" y="21600"/>
                </a:lnTo>
                <a:lnTo>
                  <a:pt x="2164" y="21600"/>
                </a:lnTo>
                <a:lnTo>
                  <a:pt x="382" y="21600"/>
                </a:lnTo>
                <a:lnTo>
                  <a:pt x="357" y="20958"/>
                </a:lnTo>
                <a:lnTo>
                  <a:pt x="336" y="20317"/>
                </a:lnTo>
                <a:lnTo>
                  <a:pt x="315" y="19675"/>
                </a:lnTo>
                <a:lnTo>
                  <a:pt x="294" y="19033"/>
                </a:lnTo>
                <a:lnTo>
                  <a:pt x="276" y="18391"/>
                </a:lnTo>
                <a:lnTo>
                  <a:pt x="258" y="17750"/>
                </a:lnTo>
                <a:lnTo>
                  <a:pt x="244" y="17108"/>
                </a:lnTo>
                <a:lnTo>
                  <a:pt x="226" y="16466"/>
                </a:lnTo>
                <a:lnTo>
                  <a:pt x="212" y="15825"/>
                </a:lnTo>
                <a:lnTo>
                  <a:pt x="198" y="15183"/>
                </a:lnTo>
                <a:lnTo>
                  <a:pt x="187" y="14541"/>
                </a:lnTo>
                <a:lnTo>
                  <a:pt x="173" y="13943"/>
                </a:lnTo>
                <a:lnTo>
                  <a:pt x="156" y="13343"/>
                </a:lnTo>
                <a:lnTo>
                  <a:pt x="138" y="12744"/>
                </a:lnTo>
                <a:lnTo>
                  <a:pt x="117" y="12146"/>
                </a:lnTo>
                <a:lnTo>
                  <a:pt x="71" y="10922"/>
                </a:lnTo>
                <a:lnTo>
                  <a:pt x="35" y="9823"/>
                </a:lnTo>
                <a:lnTo>
                  <a:pt x="11" y="8840"/>
                </a:lnTo>
                <a:lnTo>
                  <a:pt x="0" y="7960"/>
                </a:lnTo>
                <a:lnTo>
                  <a:pt x="7" y="7173"/>
                </a:lnTo>
                <a:lnTo>
                  <a:pt x="35" y="6469"/>
                </a:lnTo>
                <a:lnTo>
                  <a:pt x="92" y="5837"/>
                </a:lnTo>
                <a:lnTo>
                  <a:pt x="177" y="5266"/>
                </a:lnTo>
                <a:lnTo>
                  <a:pt x="290" y="4746"/>
                </a:lnTo>
                <a:lnTo>
                  <a:pt x="442" y="4266"/>
                </a:lnTo>
                <a:lnTo>
                  <a:pt x="629" y="3816"/>
                </a:lnTo>
                <a:lnTo>
                  <a:pt x="859" y="3384"/>
                </a:lnTo>
                <a:lnTo>
                  <a:pt x="1135" y="2961"/>
                </a:lnTo>
                <a:lnTo>
                  <a:pt x="1457" y="2535"/>
                </a:lnTo>
                <a:lnTo>
                  <a:pt x="1835" y="2097"/>
                </a:lnTo>
                <a:lnTo>
                  <a:pt x="2263" y="1634"/>
                </a:lnTo>
                <a:lnTo>
                  <a:pt x="2751" y="1138"/>
                </a:lnTo>
                <a:lnTo>
                  <a:pt x="3303" y="597"/>
                </a:lnTo>
                <a:lnTo>
                  <a:pt x="3918" y="0"/>
                </a:lnTo>
                <a:close/>
              </a:path>
            </a:pathLst>
          </a:custGeom>
          <a:solidFill>
            <a:srgbClr val="92ADCA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2" name="contour_05620"/>
          <p:cNvSpPr/>
          <p:nvPr/>
        </p:nvSpPr>
        <p:spPr>
          <a:xfrm>
            <a:off x="4485201" y="4977698"/>
            <a:ext cx="65592" cy="79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929" y="288"/>
                </a:lnTo>
                <a:lnTo>
                  <a:pt x="12024" y="518"/>
                </a:lnTo>
                <a:lnTo>
                  <a:pt x="13630" y="713"/>
                </a:lnTo>
                <a:lnTo>
                  <a:pt x="14882" y="896"/>
                </a:lnTo>
                <a:lnTo>
                  <a:pt x="15926" y="1091"/>
                </a:lnTo>
                <a:lnTo>
                  <a:pt x="16901" y="1318"/>
                </a:lnTo>
                <a:lnTo>
                  <a:pt x="17945" y="1603"/>
                </a:lnTo>
                <a:lnTo>
                  <a:pt x="19200" y="1969"/>
                </a:lnTo>
                <a:lnTo>
                  <a:pt x="20155" y="3494"/>
                </a:lnTo>
                <a:lnTo>
                  <a:pt x="20758" y="4563"/>
                </a:lnTo>
                <a:lnTo>
                  <a:pt x="21122" y="5461"/>
                </a:lnTo>
                <a:lnTo>
                  <a:pt x="21365" y="6471"/>
                </a:lnTo>
                <a:lnTo>
                  <a:pt x="21600" y="7877"/>
                </a:lnTo>
                <a:lnTo>
                  <a:pt x="20014" y="7877"/>
                </a:lnTo>
                <a:lnTo>
                  <a:pt x="18418" y="7877"/>
                </a:lnTo>
                <a:lnTo>
                  <a:pt x="16800" y="7877"/>
                </a:lnTo>
                <a:lnTo>
                  <a:pt x="16418" y="9085"/>
                </a:lnTo>
                <a:lnTo>
                  <a:pt x="16195" y="9973"/>
                </a:lnTo>
                <a:lnTo>
                  <a:pt x="16051" y="10983"/>
                </a:lnTo>
                <a:lnTo>
                  <a:pt x="15900" y="12555"/>
                </a:lnTo>
                <a:lnTo>
                  <a:pt x="15509" y="14550"/>
                </a:lnTo>
                <a:lnTo>
                  <a:pt x="15168" y="15948"/>
                </a:lnTo>
                <a:lnTo>
                  <a:pt x="14777" y="16935"/>
                </a:lnTo>
                <a:lnTo>
                  <a:pt x="14232" y="17703"/>
                </a:lnTo>
                <a:lnTo>
                  <a:pt x="13438" y="18435"/>
                </a:lnTo>
                <a:lnTo>
                  <a:pt x="12290" y="19323"/>
                </a:lnTo>
                <a:lnTo>
                  <a:pt x="10010" y="20310"/>
                </a:lnTo>
                <a:lnTo>
                  <a:pt x="8302" y="20999"/>
                </a:lnTo>
                <a:lnTo>
                  <a:pt x="6986" y="21419"/>
                </a:lnTo>
                <a:lnTo>
                  <a:pt x="5885" y="21600"/>
                </a:lnTo>
                <a:lnTo>
                  <a:pt x="4822" y="21570"/>
                </a:lnTo>
                <a:lnTo>
                  <a:pt x="3617" y="21362"/>
                </a:lnTo>
                <a:lnTo>
                  <a:pt x="2090" y="21001"/>
                </a:lnTo>
                <a:lnTo>
                  <a:pt x="1054" y="20353"/>
                </a:lnTo>
                <a:lnTo>
                  <a:pt x="0" y="19694"/>
                </a:lnTo>
                <a:lnTo>
                  <a:pt x="0" y="18392"/>
                </a:lnTo>
                <a:lnTo>
                  <a:pt x="0" y="17082"/>
                </a:lnTo>
                <a:lnTo>
                  <a:pt x="0" y="15755"/>
                </a:lnTo>
                <a:lnTo>
                  <a:pt x="1426" y="15755"/>
                </a:lnTo>
                <a:lnTo>
                  <a:pt x="2856" y="15755"/>
                </a:lnTo>
                <a:lnTo>
                  <a:pt x="4291" y="15755"/>
                </a:lnTo>
                <a:lnTo>
                  <a:pt x="5738" y="15755"/>
                </a:lnTo>
                <a:lnTo>
                  <a:pt x="7200" y="15755"/>
                </a:lnTo>
                <a:lnTo>
                  <a:pt x="7200" y="14455"/>
                </a:lnTo>
                <a:lnTo>
                  <a:pt x="7200" y="13155"/>
                </a:lnTo>
                <a:lnTo>
                  <a:pt x="7200" y="11854"/>
                </a:lnTo>
                <a:lnTo>
                  <a:pt x="7200" y="10550"/>
                </a:lnTo>
                <a:lnTo>
                  <a:pt x="7200" y="9244"/>
                </a:lnTo>
                <a:lnTo>
                  <a:pt x="7200" y="7937"/>
                </a:lnTo>
                <a:lnTo>
                  <a:pt x="7200" y="6625"/>
                </a:lnTo>
                <a:lnTo>
                  <a:pt x="7200" y="5309"/>
                </a:lnTo>
                <a:lnTo>
                  <a:pt x="7200" y="3990"/>
                </a:lnTo>
                <a:lnTo>
                  <a:pt x="7200" y="2667"/>
                </a:lnTo>
                <a:lnTo>
                  <a:pt x="7200" y="1335"/>
                </a:lnTo>
                <a:lnTo>
                  <a:pt x="7200" y="0"/>
                </a:lnTo>
                <a:close/>
              </a:path>
            </a:pathLst>
          </a:custGeom>
          <a:solidFill>
            <a:srgbClr val="726F71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3" name="contour_05621"/>
          <p:cNvSpPr/>
          <p:nvPr/>
        </p:nvSpPr>
        <p:spPr>
          <a:xfrm>
            <a:off x="10825754" y="4977698"/>
            <a:ext cx="123896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0"/>
                </a:moveTo>
                <a:lnTo>
                  <a:pt x="12066" y="0"/>
                </a:lnTo>
                <a:lnTo>
                  <a:pt x="12706" y="0"/>
                </a:lnTo>
                <a:lnTo>
                  <a:pt x="12706" y="1886"/>
                </a:lnTo>
                <a:lnTo>
                  <a:pt x="12706" y="3774"/>
                </a:lnTo>
                <a:lnTo>
                  <a:pt x="12706" y="5668"/>
                </a:lnTo>
                <a:lnTo>
                  <a:pt x="12706" y="7570"/>
                </a:lnTo>
                <a:lnTo>
                  <a:pt x="12706" y="9480"/>
                </a:lnTo>
                <a:lnTo>
                  <a:pt x="12706" y="11400"/>
                </a:lnTo>
                <a:lnTo>
                  <a:pt x="12706" y="13337"/>
                </a:lnTo>
                <a:lnTo>
                  <a:pt x="13586" y="13337"/>
                </a:lnTo>
                <a:lnTo>
                  <a:pt x="14468" y="13337"/>
                </a:lnTo>
                <a:lnTo>
                  <a:pt x="15350" y="13337"/>
                </a:lnTo>
                <a:lnTo>
                  <a:pt x="16233" y="13337"/>
                </a:lnTo>
                <a:lnTo>
                  <a:pt x="17120" y="13337"/>
                </a:lnTo>
                <a:lnTo>
                  <a:pt x="18008" y="13337"/>
                </a:lnTo>
                <a:lnTo>
                  <a:pt x="18900" y="13337"/>
                </a:lnTo>
                <a:lnTo>
                  <a:pt x="19796" y="13337"/>
                </a:lnTo>
                <a:lnTo>
                  <a:pt x="20695" y="13337"/>
                </a:lnTo>
                <a:lnTo>
                  <a:pt x="21600" y="13337"/>
                </a:lnTo>
                <a:lnTo>
                  <a:pt x="21600" y="14921"/>
                </a:lnTo>
                <a:lnTo>
                  <a:pt x="21600" y="16511"/>
                </a:lnTo>
                <a:lnTo>
                  <a:pt x="21600" y="18106"/>
                </a:lnTo>
                <a:lnTo>
                  <a:pt x="21600" y="19714"/>
                </a:lnTo>
                <a:lnTo>
                  <a:pt x="21600" y="21339"/>
                </a:lnTo>
                <a:lnTo>
                  <a:pt x="20726" y="21379"/>
                </a:lnTo>
                <a:lnTo>
                  <a:pt x="19853" y="21416"/>
                </a:lnTo>
                <a:lnTo>
                  <a:pt x="18979" y="21448"/>
                </a:lnTo>
                <a:lnTo>
                  <a:pt x="18106" y="21477"/>
                </a:lnTo>
                <a:lnTo>
                  <a:pt x="17232" y="21504"/>
                </a:lnTo>
                <a:lnTo>
                  <a:pt x="16420" y="21536"/>
                </a:lnTo>
                <a:lnTo>
                  <a:pt x="15603" y="21568"/>
                </a:lnTo>
                <a:lnTo>
                  <a:pt x="14776" y="21600"/>
                </a:lnTo>
                <a:lnTo>
                  <a:pt x="13560" y="21408"/>
                </a:lnTo>
                <a:lnTo>
                  <a:pt x="12806" y="21037"/>
                </a:lnTo>
                <a:lnTo>
                  <a:pt x="12203" y="20218"/>
                </a:lnTo>
                <a:lnTo>
                  <a:pt x="11435" y="18671"/>
                </a:lnTo>
                <a:lnTo>
                  <a:pt x="10542" y="18277"/>
                </a:lnTo>
                <a:lnTo>
                  <a:pt x="9861" y="18058"/>
                </a:lnTo>
                <a:lnTo>
                  <a:pt x="8810" y="17828"/>
                </a:lnTo>
                <a:lnTo>
                  <a:pt x="8040" y="17660"/>
                </a:lnTo>
                <a:lnTo>
                  <a:pt x="7259" y="17490"/>
                </a:lnTo>
                <a:lnTo>
                  <a:pt x="6855" y="17410"/>
                </a:lnTo>
                <a:lnTo>
                  <a:pt x="5639" y="17172"/>
                </a:lnTo>
                <a:lnTo>
                  <a:pt x="4827" y="16996"/>
                </a:lnTo>
                <a:lnTo>
                  <a:pt x="4002" y="16823"/>
                </a:lnTo>
                <a:lnTo>
                  <a:pt x="3202" y="16655"/>
                </a:lnTo>
                <a:lnTo>
                  <a:pt x="2401" y="16489"/>
                </a:lnTo>
                <a:lnTo>
                  <a:pt x="1601" y="16324"/>
                </a:lnTo>
                <a:lnTo>
                  <a:pt x="800" y="16164"/>
                </a:lnTo>
                <a:lnTo>
                  <a:pt x="0" y="16004"/>
                </a:lnTo>
                <a:lnTo>
                  <a:pt x="0" y="14241"/>
                </a:lnTo>
                <a:lnTo>
                  <a:pt x="0" y="12467"/>
                </a:lnTo>
                <a:lnTo>
                  <a:pt x="0" y="10669"/>
                </a:lnTo>
                <a:lnTo>
                  <a:pt x="870" y="10669"/>
                </a:lnTo>
                <a:lnTo>
                  <a:pt x="1742" y="10669"/>
                </a:lnTo>
                <a:lnTo>
                  <a:pt x="2614" y="10669"/>
                </a:lnTo>
                <a:lnTo>
                  <a:pt x="3486" y="10669"/>
                </a:lnTo>
                <a:lnTo>
                  <a:pt x="4361" y="10669"/>
                </a:lnTo>
                <a:lnTo>
                  <a:pt x="5236" y="10669"/>
                </a:lnTo>
                <a:lnTo>
                  <a:pt x="6114" y="10669"/>
                </a:lnTo>
                <a:lnTo>
                  <a:pt x="6993" y="10669"/>
                </a:lnTo>
                <a:lnTo>
                  <a:pt x="7875" y="10669"/>
                </a:lnTo>
                <a:lnTo>
                  <a:pt x="8761" y="10669"/>
                </a:lnTo>
                <a:lnTo>
                  <a:pt x="9649" y="10669"/>
                </a:lnTo>
                <a:lnTo>
                  <a:pt x="10540" y="10669"/>
                </a:lnTo>
                <a:lnTo>
                  <a:pt x="11435" y="10669"/>
                </a:lnTo>
                <a:lnTo>
                  <a:pt x="11435" y="8909"/>
                </a:lnTo>
                <a:lnTo>
                  <a:pt x="11435" y="7146"/>
                </a:lnTo>
                <a:lnTo>
                  <a:pt x="11435" y="5375"/>
                </a:lnTo>
                <a:lnTo>
                  <a:pt x="11435" y="3596"/>
                </a:lnTo>
                <a:lnTo>
                  <a:pt x="11435" y="1806"/>
                </a:lnTo>
                <a:lnTo>
                  <a:pt x="11435" y="0"/>
                </a:lnTo>
                <a:close/>
              </a:path>
            </a:pathLst>
          </a:custGeom>
          <a:solidFill>
            <a:srgbClr val="474745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4" name="contour_05622"/>
          <p:cNvSpPr/>
          <p:nvPr/>
        </p:nvSpPr>
        <p:spPr>
          <a:xfrm>
            <a:off x="1977418" y="4984986"/>
            <a:ext cx="59018" cy="60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29" y="0"/>
                </a:moveTo>
                <a:lnTo>
                  <a:pt x="4553" y="342"/>
                </a:lnTo>
                <a:lnTo>
                  <a:pt x="6146" y="706"/>
                </a:lnTo>
                <a:lnTo>
                  <a:pt x="7719" y="1092"/>
                </a:lnTo>
                <a:lnTo>
                  <a:pt x="9282" y="1506"/>
                </a:lnTo>
                <a:lnTo>
                  <a:pt x="10848" y="1951"/>
                </a:lnTo>
                <a:lnTo>
                  <a:pt x="12430" y="2427"/>
                </a:lnTo>
                <a:lnTo>
                  <a:pt x="13753" y="2813"/>
                </a:lnTo>
                <a:lnTo>
                  <a:pt x="15094" y="3208"/>
                </a:lnTo>
                <a:lnTo>
                  <a:pt x="16721" y="3692"/>
                </a:lnTo>
                <a:lnTo>
                  <a:pt x="18349" y="4184"/>
                </a:lnTo>
                <a:lnTo>
                  <a:pt x="19976" y="4678"/>
                </a:lnTo>
                <a:lnTo>
                  <a:pt x="21600" y="5175"/>
                </a:lnTo>
                <a:lnTo>
                  <a:pt x="21256" y="7035"/>
                </a:lnTo>
                <a:lnTo>
                  <a:pt x="20888" y="8849"/>
                </a:lnTo>
                <a:lnTo>
                  <a:pt x="20477" y="10627"/>
                </a:lnTo>
                <a:lnTo>
                  <a:pt x="20008" y="12368"/>
                </a:lnTo>
                <a:lnTo>
                  <a:pt x="19466" y="14076"/>
                </a:lnTo>
                <a:lnTo>
                  <a:pt x="18837" y="15760"/>
                </a:lnTo>
                <a:lnTo>
                  <a:pt x="18103" y="17424"/>
                </a:lnTo>
                <a:lnTo>
                  <a:pt x="17252" y="19067"/>
                </a:lnTo>
                <a:lnTo>
                  <a:pt x="16265" y="20700"/>
                </a:lnTo>
                <a:lnTo>
                  <a:pt x="14449" y="21111"/>
                </a:lnTo>
                <a:lnTo>
                  <a:pt x="12664" y="21390"/>
                </a:lnTo>
                <a:lnTo>
                  <a:pt x="10907" y="21548"/>
                </a:lnTo>
                <a:lnTo>
                  <a:pt x="9162" y="21600"/>
                </a:lnTo>
                <a:lnTo>
                  <a:pt x="7418" y="21556"/>
                </a:lnTo>
                <a:lnTo>
                  <a:pt x="5668" y="21432"/>
                </a:lnTo>
                <a:lnTo>
                  <a:pt x="3900" y="21238"/>
                </a:lnTo>
                <a:lnTo>
                  <a:pt x="2099" y="20989"/>
                </a:lnTo>
                <a:lnTo>
                  <a:pt x="261" y="20700"/>
                </a:lnTo>
                <a:lnTo>
                  <a:pt x="221" y="18919"/>
                </a:lnTo>
                <a:lnTo>
                  <a:pt x="184" y="17142"/>
                </a:lnTo>
                <a:lnTo>
                  <a:pt x="152" y="15362"/>
                </a:lnTo>
                <a:lnTo>
                  <a:pt x="123" y="13584"/>
                </a:lnTo>
                <a:lnTo>
                  <a:pt x="96" y="11804"/>
                </a:lnTo>
                <a:lnTo>
                  <a:pt x="64" y="10151"/>
                </a:lnTo>
                <a:lnTo>
                  <a:pt x="32" y="8487"/>
                </a:lnTo>
                <a:lnTo>
                  <a:pt x="0" y="6802"/>
                </a:lnTo>
                <a:lnTo>
                  <a:pt x="192" y="4326"/>
                </a:lnTo>
                <a:lnTo>
                  <a:pt x="563" y="2792"/>
                </a:lnTo>
                <a:lnTo>
                  <a:pt x="1382" y="1563"/>
                </a:lnTo>
                <a:lnTo>
                  <a:pt x="2929" y="0"/>
                </a:lnTo>
                <a:close/>
              </a:path>
            </a:pathLst>
          </a:custGeom>
          <a:solidFill>
            <a:srgbClr val="E3E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5" name="contour_05623"/>
          <p:cNvSpPr/>
          <p:nvPr/>
        </p:nvSpPr>
        <p:spPr>
          <a:xfrm>
            <a:off x="4084362" y="4977698"/>
            <a:ext cx="540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15" y="0"/>
                </a:moveTo>
                <a:lnTo>
                  <a:pt x="6390" y="434"/>
                </a:lnTo>
                <a:lnTo>
                  <a:pt x="9057" y="806"/>
                </a:lnTo>
                <a:lnTo>
                  <a:pt x="11100" y="1169"/>
                </a:lnTo>
                <a:lnTo>
                  <a:pt x="12698" y="1579"/>
                </a:lnTo>
                <a:lnTo>
                  <a:pt x="14030" y="2097"/>
                </a:lnTo>
                <a:lnTo>
                  <a:pt x="15274" y="2780"/>
                </a:lnTo>
                <a:lnTo>
                  <a:pt x="16610" y="3681"/>
                </a:lnTo>
                <a:lnTo>
                  <a:pt x="18219" y="4860"/>
                </a:lnTo>
                <a:lnTo>
                  <a:pt x="19029" y="6305"/>
                </a:lnTo>
                <a:lnTo>
                  <a:pt x="19766" y="7741"/>
                </a:lnTo>
                <a:lnTo>
                  <a:pt x="20411" y="9176"/>
                </a:lnTo>
                <a:lnTo>
                  <a:pt x="20938" y="10610"/>
                </a:lnTo>
                <a:lnTo>
                  <a:pt x="21329" y="12046"/>
                </a:lnTo>
                <a:lnTo>
                  <a:pt x="21556" y="13494"/>
                </a:lnTo>
                <a:lnTo>
                  <a:pt x="21600" y="14952"/>
                </a:lnTo>
                <a:lnTo>
                  <a:pt x="21437" y="16427"/>
                </a:lnTo>
                <a:lnTo>
                  <a:pt x="21046" y="17922"/>
                </a:lnTo>
                <a:lnTo>
                  <a:pt x="20405" y="19440"/>
                </a:lnTo>
                <a:lnTo>
                  <a:pt x="18633" y="20015"/>
                </a:lnTo>
                <a:lnTo>
                  <a:pt x="16860" y="20475"/>
                </a:lnTo>
                <a:lnTo>
                  <a:pt x="15085" y="20831"/>
                </a:lnTo>
                <a:lnTo>
                  <a:pt x="13298" y="21101"/>
                </a:lnTo>
                <a:lnTo>
                  <a:pt x="11488" y="21300"/>
                </a:lnTo>
                <a:lnTo>
                  <a:pt x="9643" y="21438"/>
                </a:lnTo>
                <a:lnTo>
                  <a:pt x="7763" y="21533"/>
                </a:lnTo>
                <a:lnTo>
                  <a:pt x="5830" y="21600"/>
                </a:lnTo>
                <a:lnTo>
                  <a:pt x="5830" y="20317"/>
                </a:lnTo>
                <a:lnTo>
                  <a:pt x="5830" y="19030"/>
                </a:lnTo>
                <a:lnTo>
                  <a:pt x="5830" y="17738"/>
                </a:lnTo>
                <a:lnTo>
                  <a:pt x="5830" y="16435"/>
                </a:lnTo>
                <a:lnTo>
                  <a:pt x="5830" y="15120"/>
                </a:lnTo>
                <a:lnTo>
                  <a:pt x="7757" y="15120"/>
                </a:lnTo>
                <a:lnTo>
                  <a:pt x="9695" y="15120"/>
                </a:lnTo>
                <a:lnTo>
                  <a:pt x="11660" y="15120"/>
                </a:lnTo>
                <a:lnTo>
                  <a:pt x="11660" y="13692"/>
                </a:lnTo>
                <a:lnTo>
                  <a:pt x="11660" y="12256"/>
                </a:lnTo>
                <a:lnTo>
                  <a:pt x="11660" y="10800"/>
                </a:lnTo>
                <a:lnTo>
                  <a:pt x="9745" y="10154"/>
                </a:lnTo>
                <a:lnTo>
                  <a:pt x="8232" y="9804"/>
                </a:lnTo>
                <a:lnTo>
                  <a:pt x="5830" y="9450"/>
                </a:lnTo>
                <a:lnTo>
                  <a:pt x="3903" y="9182"/>
                </a:lnTo>
                <a:lnTo>
                  <a:pt x="1965" y="8914"/>
                </a:lnTo>
                <a:lnTo>
                  <a:pt x="0" y="8640"/>
                </a:lnTo>
                <a:lnTo>
                  <a:pt x="481" y="7214"/>
                </a:lnTo>
                <a:lnTo>
                  <a:pt x="962" y="5787"/>
                </a:lnTo>
                <a:lnTo>
                  <a:pt x="1446" y="4352"/>
                </a:lnTo>
                <a:lnTo>
                  <a:pt x="1933" y="2912"/>
                </a:lnTo>
                <a:lnTo>
                  <a:pt x="2422" y="1462"/>
                </a:lnTo>
                <a:lnTo>
                  <a:pt x="2915" y="0"/>
                </a:lnTo>
                <a:close/>
              </a:path>
            </a:pathLst>
          </a:custGeom>
          <a:solidFill>
            <a:srgbClr val="52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6" name="contour_05624"/>
          <p:cNvSpPr/>
          <p:nvPr/>
        </p:nvSpPr>
        <p:spPr>
          <a:xfrm>
            <a:off x="6941255" y="4941258"/>
            <a:ext cx="88097" cy="66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43" y="0"/>
                </a:moveTo>
                <a:lnTo>
                  <a:pt x="21466" y="1555"/>
                </a:lnTo>
                <a:lnTo>
                  <a:pt x="21487" y="3112"/>
                </a:lnTo>
                <a:lnTo>
                  <a:pt x="21505" y="4666"/>
                </a:lnTo>
                <a:lnTo>
                  <a:pt x="21523" y="6221"/>
                </a:lnTo>
                <a:lnTo>
                  <a:pt x="21539" y="7778"/>
                </a:lnTo>
                <a:lnTo>
                  <a:pt x="21554" y="9333"/>
                </a:lnTo>
                <a:lnTo>
                  <a:pt x="21577" y="10663"/>
                </a:lnTo>
                <a:lnTo>
                  <a:pt x="21600" y="12011"/>
                </a:lnTo>
                <a:lnTo>
                  <a:pt x="21598" y="13402"/>
                </a:lnTo>
                <a:lnTo>
                  <a:pt x="21579" y="14791"/>
                </a:lnTo>
                <a:lnTo>
                  <a:pt x="21543" y="16182"/>
                </a:lnTo>
                <a:lnTo>
                  <a:pt x="21496" y="17571"/>
                </a:lnTo>
                <a:lnTo>
                  <a:pt x="21443" y="18960"/>
                </a:lnTo>
                <a:lnTo>
                  <a:pt x="20378" y="20334"/>
                </a:lnTo>
                <a:lnTo>
                  <a:pt x="19629" y="21067"/>
                </a:lnTo>
                <a:lnTo>
                  <a:pt x="18837" y="21406"/>
                </a:lnTo>
                <a:lnTo>
                  <a:pt x="17649" y="21600"/>
                </a:lnTo>
                <a:lnTo>
                  <a:pt x="16425" y="21581"/>
                </a:lnTo>
                <a:lnTo>
                  <a:pt x="15181" y="21562"/>
                </a:lnTo>
                <a:lnTo>
                  <a:pt x="14299" y="21553"/>
                </a:lnTo>
                <a:lnTo>
                  <a:pt x="13412" y="21545"/>
                </a:lnTo>
                <a:lnTo>
                  <a:pt x="12512" y="21538"/>
                </a:lnTo>
                <a:lnTo>
                  <a:pt x="12101" y="21529"/>
                </a:lnTo>
                <a:lnTo>
                  <a:pt x="11377" y="21515"/>
                </a:lnTo>
                <a:lnTo>
                  <a:pt x="9717" y="21477"/>
                </a:lnTo>
                <a:lnTo>
                  <a:pt x="8786" y="21467"/>
                </a:lnTo>
                <a:lnTo>
                  <a:pt x="7848" y="21455"/>
                </a:lnTo>
                <a:lnTo>
                  <a:pt x="6899" y="21446"/>
                </a:lnTo>
                <a:lnTo>
                  <a:pt x="5748" y="21432"/>
                </a:lnTo>
                <a:lnTo>
                  <a:pt x="4599" y="21415"/>
                </a:lnTo>
                <a:lnTo>
                  <a:pt x="3450" y="21396"/>
                </a:lnTo>
                <a:lnTo>
                  <a:pt x="2300" y="21375"/>
                </a:lnTo>
                <a:lnTo>
                  <a:pt x="1151" y="21354"/>
                </a:lnTo>
                <a:lnTo>
                  <a:pt x="0" y="21330"/>
                </a:lnTo>
                <a:lnTo>
                  <a:pt x="0" y="20154"/>
                </a:lnTo>
                <a:lnTo>
                  <a:pt x="0" y="18960"/>
                </a:lnTo>
                <a:lnTo>
                  <a:pt x="1179" y="18960"/>
                </a:lnTo>
                <a:lnTo>
                  <a:pt x="2359" y="18960"/>
                </a:lnTo>
                <a:lnTo>
                  <a:pt x="3540" y="18960"/>
                </a:lnTo>
                <a:lnTo>
                  <a:pt x="4723" y="18960"/>
                </a:lnTo>
                <a:lnTo>
                  <a:pt x="5907" y="18960"/>
                </a:lnTo>
                <a:lnTo>
                  <a:pt x="7094" y="18960"/>
                </a:lnTo>
                <a:lnTo>
                  <a:pt x="8284" y="18960"/>
                </a:lnTo>
                <a:lnTo>
                  <a:pt x="9478" y="18960"/>
                </a:lnTo>
                <a:lnTo>
                  <a:pt x="10675" y="18960"/>
                </a:lnTo>
                <a:lnTo>
                  <a:pt x="11876" y="18960"/>
                </a:lnTo>
                <a:lnTo>
                  <a:pt x="13084" y="18960"/>
                </a:lnTo>
                <a:lnTo>
                  <a:pt x="14295" y="18960"/>
                </a:lnTo>
                <a:lnTo>
                  <a:pt x="14090" y="18348"/>
                </a:lnTo>
                <a:lnTo>
                  <a:pt x="13823" y="17559"/>
                </a:lnTo>
                <a:lnTo>
                  <a:pt x="13320" y="16064"/>
                </a:lnTo>
                <a:lnTo>
                  <a:pt x="12397" y="13331"/>
                </a:lnTo>
                <a:lnTo>
                  <a:pt x="11622" y="11006"/>
                </a:lnTo>
                <a:lnTo>
                  <a:pt x="11125" y="9347"/>
                </a:lnTo>
                <a:lnTo>
                  <a:pt x="10879" y="8110"/>
                </a:lnTo>
                <a:lnTo>
                  <a:pt x="10854" y="7044"/>
                </a:lnTo>
                <a:lnTo>
                  <a:pt x="11022" y="5904"/>
                </a:lnTo>
                <a:lnTo>
                  <a:pt x="11350" y="4444"/>
                </a:lnTo>
                <a:lnTo>
                  <a:pt x="12215" y="3135"/>
                </a:lnTo>
                <a:lnTo>
                  <a:pt x="13169" y="2112"/>
                </a:lnTo>
                <a:lnTo>
                  <a:pt x="14202" y="1339"/>
                </a:lnTo>
                <a:lnTo>
                  <a:pt x="15301" y="784"/>
                </a:lnTo>
                <a:lnTo>
                  <a:pt x="16459" y="408"/>
                </a:lnTo>
                <a:lnTo>
                  <a:pt x="17662" y="175"/>
                </a:lnTo>
                <a:lnTo>
                  <a:pt x="18900" y="55"/>
                </a:lnTo>
                <a:lnTo>
                  <a:pt x="20163" y="7"/>
                </a:lnTo>
                <a:lnTo>
                  <a:pt x="21443" y="0"/>
                </a:lnTo>
                <a:close/>
              </a:path>
            </a:pathLst>
          </a:custGeom>
          <a:solidFill>
            <a:srgbClr val="878899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7" name="contour_05625"/>
          <p:cNvSpPr/>
          <p:nvPr/>
        </p:nvSpPr>
        <p:spPr>
          <a:xfrm>
            <a:off x="11116567" y="4881016"/>
            <a:ext cx="80875" cy="52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21" y="101"/>
                </a:moveTo>
                <a:lnTo>
                  <a:pt x="5438" y="27"/>
                </a:lnTo>
                <a:lnTo>
                  <a:pt x="6748" y="0"/>
                </a:lnTo>
                <a:lnTo>
                  <a:pt x="8055" y="12"/>
                </a:lnTo>
                <a:lnTo>
                  <a:pt x="9361" y="59"/>
                </a:lnTo>
                <a:lnTo>
                  <a:pt x="10671" y="134"/>
                </a:lnTo>
                <a:lnTo>
                  <a:pt x="11988" y="232"/>
                </a:lnTo>
                <a:lnTo>
                  <a:pt x="12909" y="273"/>
                </a:lnTo>
                <a:lnTo>
                  <a:pt x="13836" y="315"/>
                </a:lnTo>
                <a:lnTo>
                  <a:pt x="14776" y="354"/>
                </a:lnTo>
                <a:lnTo>
                  <a:pt x="16142" y="422"/>
                </a:lnTo>
                <a:lnTo>
                  <a:pt x="17507" y="502"/>
                </a:lnTo>
                <a:lnTo>
                  <a:pt x="18871" y="589"/>
                </a:lnTo>
                <a:lnTo>
                  <a:pt x="20236" y="684"/>
                </a:lnTo>
                <a:lnTo>
                  <a:pt x="21600" y="791"/>
                </a:lnTo>
                <a:lnTo>
                  <a:pt x="21386" y="4085"/>
                </a:lnTo>
                <a:lnTo>
                  <a:pt x="21199" y="6412"/>
                </a:lnTo>
                <a:lnTo>
                  <a:pt x="20987" y="8107"/>
                </a:lnTo>
                <a:lnTo>
                  <a:pt x="20693" y="9495"/>
                </a:lnTo>
                <a:lnTo>
                  <a:pt x="20267" y="10910"/>
                </a:lnTo>
                <a:lnTo>
                  <a:pt x="19654" y="12682"/>
                </a:lnTo>
                <a:lnTo>
                  <a:pt x="18486" y="13666"/>
                </a:lnTo>
                <a:lnTo>
                  <a:pt x="17300" y="14513"/>
                </a:lnTo>
                <a:lnTo>
                  <a:pt x="16097" y="15244"/>
                </a:lnTo>
                <a:lnTo>
                  <a:pt x="14875" y="15877"/>
                </a:lnTo>
                <a:lnTo>
                  <a:pt x="13635" y="16436"/>
                </a:lnTo>
                <a:lnTo>
                  <a:pt x="12376" y="16945"/>
                </a:lnTo>
                <a:lnTo>
                  <a:pt x="11097" y="17420"/>
                </a:lnTo>
                <a:lnTo>
                  <a:pt x="9799" y="17884"/>
                </a:lnTo>
                <a:lnTo>
                  <a:pt x="9390" y="18048"/>
                </a:lnTo>
                <a:lnTo>
                  <a:pt x="8668" y="18342"/>
                </a:lnTo>
                <a:lnTo>
                  <a:pt x="7013" y="19011"/>
                </a:lnTo>
                <a:lnTo>
                  <a:pt x="5878" y="19463"/>
                </a:lnTo>
                <a:lnTo>
                  <a:pt x="4744" y="19906"/>
                </a:lnTo>
                <a:lnTo>
                  <a:pt x="3607" y="20340"/>
                </a:lnTo>
                <a:lnTo>
                  <a:pt x="2468" y="20768"/>
                </a:lnTo>
                <a:lnTo>
                  <a:pt x="1329" y="21187"/>
                </a:lnTo>
                <a:lnTo>
                  <a:pt x="189" y="21600"/>
                </a:lnTo>
                <a:lnTo>
                  <a:pt x="80" y="16633"/>
                </a:lnTo>
                <a:lnTo>
                  <a:pt x="12" y="12557"/>
                </a:lnTo>
                <a:lnTo>
                  <a:pt x="0" y="9278"/>
                </a:lnTo>
                <a:lnTo>
                  <a:pt x="64" y="6698"/>
                </a:lnTo>
                <a:lnTo>
                  <a:pt x="222" y="4724"/>
                </a:lnTo>
                <a:lnTo>
                  <a:pt x="491" y="3252"/>
                </a:lnTo>
                <a:lnTo>
                  <a:pt x="890" y="2191"/>
                </a:lnTo>
                <a:lnTo>
                  <a:pt x="1433" y="1442"/>
                </a:lnTo>
                <a:lnTo>
                  <a:pt x="2141" y="910"/>
                </a:lnTo>
                <a:lnTo>
                  <a:pt x="3031" y="493"/>
                </a:lnTo>
                <a:lnTo>
                  <a:pt x="4121" y="101"/>
                </a:lnTo>
                <a:close/>
              </a:path>
            </a:pathLst>
          </a:custGeom>
          <a:solidFill>
            <a:srgbClr val="616165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8" name="contour_05626"/>
          <p:cNvSpPr/>
          <p:nvPr/>
        </p:nvSpPr>
        <p:spPr>
          <a:xfrm>
            <a:off x="4732993" y="4887480"/>
            <a:ext cx="80168" cy="464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90" y="146"/>
                </a:moveTo>
                <a:lnTo>
                  <a:pt x="16357" y="850"/>
                </a:lnTo>
                <a:lnTo>
                  <a:pt x="17496" y="1520"/>
                </a:lnTo>
                <a:lnTo>
                  <a:pt x="18370" y="2550"/>
                </a:lnTo>
                <a:lnTo>
                  <a:pt x="19444" y="4324"/>
                </a:lnTo>
                <a:lnTo>
                  <a:pt x="20000" y="6396"/>
                </a:lnTo>
                <a:lnTo>
                  <a:pt x="20491" y="8442"/>
                </a:lnTo>
                <a:lnTo>
                  <a:pt x="20917" y="10500"/>
                </a:lnTo>
                <a:lnTo>
                  <a:pt x="21286" y="12617"/>
                </a:lnTo>
                <a:lnTo>
                  <a:pt x="21600" y="14828"/>
                </a:lnTo>
                <a:lnTo>
                  <a:pt x="20296" y="15617"/>
                </a:lnTo>
                <a:lnTo>
                  <a:pt x="19000" y="16335"/>
                </a:lnTo>
                <a:lnTo>
                  <a:pt x="17708" y="16988"/>
                </a:lnTo>
                <a:lnTo>
                  <a:pt x="16418" y="17581"/>
                </a:lnTo>
                <a:lnTo>
                  <a:pt x="15124" y="18112"/>
                </a:lnTo>
                <a:lnTo>
                  <a:pt x="13824" y="18597"/>
                </a:lnTo>
                <a:lnTo>
                  <a:pt x="12512" y="19033"/>
                </a:lnTo>
                <a:lnTo>
                  <a:pt x="11185" y="19430"/>
                </a:lnTo>
                <a:lnTo>
                  <a:pt x="9838" y="19788"/>
                </a:lnTo>
                <a:lnTo>
                  <a:pt x="8469" y="20117"/>
                </a:lnTo>
                <a:lnTo>
                  <a:pt x="7923" y="20242"/>
                </a:lnTo>
                <a:lnTo>
                  <a:pt x="6963" y="20466"/>
                </a:lnTo>
                <a:lnTo>
                  <a:pt x="4764" y="20977"/>
                </a:lnTo>
                <a:lnTo>
                  <a:pt x="3839" y="21184"/>
                </a:lnTo>
                <a:lnTo>
                  <a:pt x="2906" y="21390"/>
                </a:lnTo>
                <a:lnTo>
                  <a:pt x="1964" y="21600"/>
                </a:lnTo>
                <a:lnTo>
                  <a:pt x="1157" y="17405"/>
                </a:lnTo>
                <a:lnTo>
                  <a:pt x="613" y="14486"/>
                </a:lnTo>
                <a:lnTo>
                  <a:pt x="281" y="12468"/>
                </a:lnTo>
                <a:lnTo>
                  <a:pt x="104" y="10974"/>
                </a:lnTo>
                <a:lnTo>
                  <a:pt x="29" y="9627"/>
                </a:lnTo>
                <a:lnTo>
                  <a:pt x="0" y="8056"/>
                </a:lnTo>
                <a:lnTo>
                  <a:pt x="1027" y="5787"/>
                </a:lnTo>
                <a:lnTo>
                  <a:pt x="2113" y="3982"/>
                </a:lnTo>
                <a:lnTo>
                  <a:pt x="3260" y="2587"/>
                </a:lnTo>
                <a:lnTo>
                  <a:pt x="4465" y="1551"/>
                </a:lnTo>
                <a:lnTo>
                  <a:pt x="5730" y="826"/>
                </a:lnTo>
                <a:lnTo>
                  <a:pt x="7049" y="359"/>
                </a:lnTo>
                <a:lnTo>
                  <a:pt x="8428" y="102"/>
                </a:lnTo>
                <a:lnTo>
                  <a:pt x="9861" y="0"/>
                </a:lnTo>
                <a:lnTo>
                  <a:pt x="11350" y="10"/>
                </a:lnTo>
                <a:lnTo>
                  <a:pt x="12893" y="74"/>
                </a:lnTo>
                <a:lnTo>
                  <a:pt x="14490" y="146"/>
                </a:lnTo>
                <a:close/>
              </a:path>
            </a:pathLst>
          </a:custGeom>
          <a:solidFill>
            <a:srgbClr val="927871"/>
          </a:solidFill>
          <a:ln>
            <a:noFill/>
          </a:ln>
        </p:spPr>
        <p:txBody>
          <a:bodyPr/>
          <a:lstStyle/>
          <a:p/>
        </p:txBody>
      </p:sp>
      <p:sp>
        <p:nvSpPr>
          <p:cNvPr id="5629" name="contour_05627"/>
          <p:cNvSpPr/>
          <p:nvPr/>
        </p:nvSpPr>
        <p:spPr>
          <a:xfrm>
            <a:off x="9091212" y="4780922"/>
            <a:ext cx="167624" cy="936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80" y="429"/>
                </a:lnTo>
                <a:lnTo>
                  <a:pt x="1160" y="859"/>
                </a:lnTo>
                <a:lnTo>
                  <a:pt x="1738" y="1293"/>
                </a:lnTo>
                <a:lnTo>
                  <a:pt x="2317" y="1730"/>
                </a:lnTo>
                <a:lnTo>
                  <a:pt x="2894" y="2167"/>
                </a:lnTo>
                <a:lnTo>
                  <a:pt x="3472" y="2606"/>
                </a:lnTo>
                <a:lnTo>
                  <a:pt x="4050" y="3047"/>
                </a:lnTo>
                <a:lnTo>
                  <a:pt x="4621" y="3467"/>
                </a:lnTo>
                <a:lnTo>
                  <a:pt x="5200" y="3891"/>
                </a:lnTo>
                <a:lnTo>
                  <a:pt x="5819" y="4379"/>
                </a:lnTo>
                <a:lnTo>
                  <a:pt x="6409" y="4868"/>
                </a:lnTo>
                <a:lnTo>
                  <a:pt x="6973" y="5374"/>
                </a:lnTo>
                <a:lnTo>
                  <a:pt x="7515" y="5909"/>
                </a:lnTo>
                <a:lnTo>
                  <a:pt x="8038" y="6484"/>
                </a:lnTo>
                <a:lnTo>
                  <a:pt x="8544" y="7111"/>
                </a:lnTo>
                <a:lnTo>
                  <a:pt x="9038" y="7802"/>
                </a:lnTo>
                <a:lnTo>
                  <a:pt x="9523" y="8572"/>
                </a:lnTo>
                <a:lnTo>
                  <a:pt x="10000" y="9431"/>
                </a:lnTo>
                <a:lnTo>
                  <a:pt x="10583" y="10481"/>
                </a:lnTo>
                <a:lnTo>
                  <a:pt x="11074" y="11254"/>
                </a:lnTo>
                <a:lnTo>
                  <a:pt x="11538" y="11799"/>
                </a:lnTo>
                <a:lnTo>
                  <a:pt x="12043" y="12159"/>
                </a:lnTo>
                <a:lnTo>
                  <a:pt x="12656" y="12381"/>
                </a:lnTo>
                <a:lnTo>
                  <a:pt x="13441" y="12507"/>
                </a:lnTo>
                <a:lnTo>
                  <a:pt x="14121" y="12720"/>
                </a:lnTo>
                <a:lnTo>
                  <a:pt x="14776" y="13009"/>
                </a:lnTo>
                <a:lnTo>
                  <a:pt x="15409" y="13366"/>
                </a:lnTo>
                <a:lnTo>
                  <a:pt x="16023" y="13788"/>
                </a:lnTo>
                <a:lnTo>
                  <a:pt x="16619" y="14265"/>
                </a:lnTo>
                <a:lnTo>
                  <a:pt x="17200" y="14795"/>
                </a:lnTo>
                <a:lnTo>
                  <a:pt x="17768" y="15370"/>
                </a:lnTo>
                <a:lnTo>
                  <a:pt x="18327" y="15986"/>
                </a:lnTo>
                <a:lnTo>
                  <a:pt x="18877" y="16635"/>
                </a:lnTo>
                <a:lnTo>
                  <a:pt x="19423" y="17311"/>
                </a:lnTo>
                <a:lnTo>
                  <a:pt x="19966" y="18008"/>
                </a:lnTo>
                <a:lnTo>
                  <a:pt x="20508" y="18723"/>
                </a:lnTo>
                <a:lnTo>
                  <a:pt x="21052" y="19448"/>
                </a:lnTo>
                <a:lnTo>
                  <a:pt x="21600" y="20177"/>
                </a:lnTo>
                <a:lnTo>
                  <a:pt x="20975" y="20638"/>
                </a:lnTo>
                <a:lnTo>
                  <a:pt x="20400" y="21025"/>
                </a:lnTo>
                <a:lnTo>
                  <a:pt x="19851" y="21324"/>
                </a:lnTo>
                <a:lnTo>
                  <a:pt x="19307" y="21521"/>
                </a:lnTo>
                <a:lnTo>
                  <a:pt x="18743" y="21600"/>
                </a:lnTo>
                <a:lnTo>
                  <a:pt x="18139" y="21551"/>
                </a:lnTo>
                <a:lnTo>
                  <a:pt x="17473" y="21358"/>
                </a:lnTo>
                <a:lnTo>
                  <a:pt x="17033" y="21028"/>
                </a:lnTo>
                <a:lnTo>
                  <a:pt x="16591" y="20697"/>
                </a:lnTo>
                <a:lnTo>
                  <a:pt x="16142" y="20361"/>
                </a:lnTo>
                <a:lnTo>
                  <a:pt x="15654" y="19999"/>
                </a:lnTo>
                <a:lnTo>
                  <a:pt x="15163" y="19634"/>
                </a:lnTo>
                <a:lnTo>
                  <a:pt x="14666" y="19264"/>
                </a:lnTo>
                <a:lnTo>
                  <a:pt x="14443" y="19090"/>
                </a:lnTo>
                <a:lnTo>
                  <a:pt x="14049" y="18782"/>
                </a:lnTo>
                <a:lnTo>
                  <a:pt x="13148" y="18076"/>
                </a:lnTo>
                <a:lnTo>
                  <a:pt x="12646" y="17709"/>
                </a:lnTo>
                <a:lnTo>
                  <a:pt x="12141" y="17339"/>
                </a:lnTo>
                <a:lnTo>
                  <a:pt x="11629" y="16966"/>
                </a:lnTo>
                <a:lnTo>
                  <a:pt x="10973" y="16453"/>
                </a:lnTo>
                <a:lnTo>
                  <a:pt x="10350" y="15937"/>
                </a:lnTo>
                <a:lnTo>
                  <a:pt x="9757" y="15412"/>
                </a:lnTo>
                <a:lnTo>
                  <a:pt x="9189" y="14874"/>
                </a:lnTo>
                <a:lnTo>
                  <a:pt x="8645" y="14314"/>
                </a:lnTo>
                <a:lnTo>
                  <a:pt x="8120" y="13727"/>
                </a:lnTo>
                <a:lnTo>
                  <a:pt x="7611" y="13110"/>
                </a:lnTo>
                <a:lnTo>
                  <a:pt x="7114" y="12455"/>
                </a:lnTo>
                <a:lnTo>
                  <a:pt x="6626" y="11757"/>
                </a:lnTo>
                <a:lnTo>
                  <a:pt x="6144" y="11007"/>
                </a:lnTo>
                <a:lnTo>
                  <a:pt x="5663" y="10203"/>
                </a:lnTo>
                <a:lnTo>
                  <a:pt x="5182" y="9339"/>
                </a:lnTo>
                <a:lnTo>
                  <a:pt x="4696" y="8407"/>
                </a:lnTo>
                <a:lnTo>
                  <a:pt x="4168" y="7820"/>
                </a:lnTo>
                <a:lnTo>
                  <a:pt x="3636" y="7257"/>
                </a:lnTo>
                <a:lnTo>
                  <a:pt x="3103" y="6709"/>
                </a:lnTo>
                <a:lnTo>
                  <a:pt x="2565" y="6176"/>
                </a:lnTo>
                <a:lnTo>
                  <a:pt x="2024" y="5651"/>
                </a:lnTo>
                <a:lnTo>
                  <a:pt x="1478" y="5133"/>
                </a:lnTo>
                <a:lnTo>
                  <a:pt x="928" y="4617"/>
                </a:lnTo>
                <a:lnTo>
                  <a:pt x="468" y="3995"/>
                </a:lnTo>
                <a:lnTo>
                  <a:pt x="0" y="3363"/>
                </a:lnTo>
                <a:lnTo>
                  <a:pt x="0" y="2251"/>
                </a:lnTo>
                <a:lnTo>
                  <a:pt x="0" y="1133"/>
                </a:lnTo>
                <a:lnTo>
                  <a:pt x="0" y="0"/>
                </a:lnTo>
                <a:close/>
              </a:path>
            </a:pathLst>
          </a:custGeom>
          <a:solidFill>
            <a:srgbClr val="F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0" name="contour_05628"/>
          <p:cNvSpPr/>
          <p:nvPr/>
        </p:nvSpPr>
        <p:spPr>
          <a:xfrm>
            <a:off x="10060515" y="4780922"/>
            <a:ext cx="116608" cy="45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4850" y="2305"/>
                </a:lnTo>
                <a:lnTo>
                  <a:pt x="14850" y="4623"/>
                </a:lnTo>
                <a:lnTo>
                  <a:pt x="14850" y="6973"/>
                </a:lnTo>
                <a:lnTo>
                  <a:pt x="15804" y="6973"/>
                </a:lnTo>
                <a:lnTo>
                  <a:pt x="16760" y="6973"/>
                </a:lnTo>
                <a:lnTo>
                  <a:pt x="17719" y="6973"/>
                </a:lnTo>
                <a:lnTo>
                  <a:pt x="18681" y="6973"/>
                </a:lnTo>
                <a:lnTo>
                  <a:pt x="19648" y="6973"/>
                </a:lnTo>
                <a:lnTo>
                  <a:pt x="20620" y="6973"/>
                </a:lnTo>
                <a:lnTo>
                  <a:pt x="21600" y="6973"/>
                </a:lnTo>
                <a:lnTo>
                  <a:pt x="21600" y="9275"/>
                </a:lnTo>
                <a:lnTo>
                  <a:pt x="21600" y="11579"/>
                </a:lnTo>
                <a:lnTo>
                  <a:pt x="21600" y="13894"/>
                </a:lnTo>
                <a:lnTo>
                  <a:pt x="21600" y="16220"/>
                </a:lnTo>
                <a:lnTo>
                  <a:pt x="21600" y="18560"/>
                </a:lnTo>
                <a:lnTo>
                  <a:pt x="21600" y="20920"/>
                </a:lnTo>
                <a:lnTo>
                  <a:pt x="20799" y="21053"/>
                </a:lnTo>
                <a:lnTo>
                  <a:pt x="19998" y="21168"/>
                </a:lnTo>
                <a:lnTo>
                  <a:pt x="19196" y="21269"/>
                </a:lnTo>
                <a:lnTo>
                  <a:pt x="18394" y="21356"/>
                </a:lnTo>
                <a:lnTo>
                  <a:pt x="17499" y="21478"/>
                </a:lnTo>
                <a:lnTo>
                  <a:pt x="16590" y="21600"/>
                </a:lnTo>
                <a:lnTo>
                  <a:pt x="15565" y="21154"/>
                </a:lnTo>
                <a:lnTo>
                  <a:pt x="14920" y="20582"/>
                </a:lnTo>
                <a:lnTo>
                  <a:pt x="14379" y="19505"/>
                </a:lnTo>
                <a:lnTo>
                  <a:pt x="13669" y="17542"/>
                </a:lnTo>
                <a:lnTo>
                  <a:pt x="12895" y="15924"/>
                </a:lnTo>
                <a:lnTo>
                  <a:pt x="12108" y="14679"/>
                </a:lnTo>
                <a:lnTo>
                  <a:pt x="11305" y="13748"/>
                </a:lnTo>
                <a:lnTo>
                  <a:pt x="10481" y="13082"/>
                </a:lnTo>
                <a:lnTo>
                  <a:pt x="9632" y="12622"/>
                </a:lnTo>
                <a:lnTo>
                  <a:pt x="8755" y="12311"/>
                </a:lnTo>
                <a:lnTo>
                  <a:pt x="7843" y="12106"/>
                </a:lnTo>
                <a:lnTo>
                  <a:pt x="6896" y="11942"/>
                </a:lnTo>
                <a:lnTo>
                  <a:pt x="5906" y="11768"/>
                </a:lnTo>
                <a:lnTo>
                  <a:pt x="5053" y="11565"/>
                </a:lnTo>
                <a:lnTo>
                  <a:pt x="4188" y="11360"/>
                </a:lnTo>
                <a:lnTo>
                  <a:pt x="3351" y="11168"/>
                </a:lnTo>
                <a:lnTo>
                  <a:pt x="2512" y="10983"/>
                </a:lnTo>
                <a:lnTo>
                  <a:pt x="1675" y="10805"/>
                </a:lnTo>
                <a:lnTo>
                  <a:pt x="837" y="10631"/>
                </a:lnTo>
                <a:lnTo>
                  <a:pt x="0" y="10460"/>
                </a:lnTo>
                <a:lnTo>
                  <a:pt x="215" y="8466"/>
                </a:lnTo>
                <a:lnTo>
                  <a:pt x="425" y="7074"/>
                </a:lnTo>
                <a:lnTo>
                  <a:pt x="763" y="5634"/>
                </a:lnTo>
                <a:lnTo>
                  <a:pt x="1350" y="3487"/>
                </a:lnTo>
                <a:lnTo>
                  <a:pt x="2253" y="2971"/>
                </a:lnTo>
                <a:lnTo>
                  <a:pt x="3132" y="2521"/>
                </a:lnTo>
                <a:lnTo>
                  <a:pt x="3999" y="2134"/>
                </a:lnTo>
                <a:lnTo>
                  <a:pt x="4868" y="1810"/>
                </a:lnTo>
                <a:lnTo>
                  <a:pt x="5754" y="1534"/>
                </a:lnTo>
                <a:lnTo>
                  <a:pt x="6666" y="1308"/>
                </a:lnTo>
                <a:lnTo>
                  <a:pt x="7397" y="1105"/>
                </a:lnTo>
                <a:lnTo>
                  <a:pt x="8139" y="900"/>
                </a:lnTo>
                <a:lnTo>
                  <a:pt x="9102" y="662"/>
                </a:lnTo>
                <a:lnTo>
                  <a:pt x="10058" y="460"/>
                </a:lnTo>
                <a:lnTo>
                  <a:pt x="11012" y="293"/>
                </a:lnTo>
                <a:lnTo>
                  <a:pt x="11966" y="164"/>
                </a:lnTo>
                <a:lnTo>
                  <a:pt x="12922" y="73"/>
                </a:lnTo>
                <a:lnTo>
                  <a:pt x="13883" y="17"/>
                </a:lnTo>
                <a:lnTo>
                  <a:pt x="14850" y="0"/>
                </a:lnTo>
                <a:close/>
              </a:path>
            </a:pathLst>
          </a:custGeom>
          <a:solidFill>
            <a:srgbClr val="383730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1" name="contour_05629"/>
          <p:cNvSpPr/>
          <p:nvPr/>
        </p:nvSpPr>
        <p:spPr>
          <a:xfrm>
            <a:off x="2174908" y="4701053"/>
            <a:ext cx="58304" cy="80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67" y="410"/>
                </a:moveTo>
                <a:lnTo>
                  <a:pt x="15644" y="809"/>
                </a:lnTo>
                <a:lnTo>
                  <a:pt x="17150" y="1242"/>
                </a:lnTo>
                <a:lnTo>
                  <a:pt x="18360" y="1827"/>
                </a:lnTo>
                <a:lnTo>
                  <a:pt x="19445" y="2685"/>
                </a:lnTo>
                <a:lnTo>
                  <a:pt x="20579" y="3937"/>
                </a:lnTo>
                <a:lnTo>
                  <a:pt x="21087" y="4865"/>
                </a:lnTo>
                <a:lnTo>
                  <a:pt x="21600" y="5807"/>
                </a:lnTo>
                <a:lnTo>
                  <a:pt x="20137" y="6130"/>
                </a:lnTo>
                <a:lnTo>
                  <a:pt x="18646" y="6458"/>
                </a:lnTo>
                <a:lnTo>
                  <a:pt x="16810" y="6925"/>
                </a:lnTo>
                <a:lnTo>
                  <a:pt x="15020" y="7406"/>
                </a:lnTo>
                <a:lnTo>
                  <a:pt x="13262" y="7914"/>
                </a:lnTo>
                <a:lnTo>
                  <a:pt x="11532" y="8462"/>
                </a:lnTo>
                <a:lnTo>
                  <a:pt x="9814" y="9064"/>
                </a:lnTo>
                <a:lnTo>
                  <a:pt x="8100" y="9731"/>
                </a:lnTo>
                <a:lnTo>
                  <a:pt x="7544" y="10744"/>
                </a:lnTo>
                <a:lnTo>
                  <a:pt x="6979" y="11765"/>
                </a:lnTo>
                <a:lnTo>
                  <a:pt x="6412" y="12797"/>
                </a:lnTo>
                <a:lnTo>
                  <a:pt x="6969" y="13729"/>
                </a:lnTo>
                <a:lnTo>
                  <a:pt x="7533" y="14667"/>
                </a:lnTo>
                <a:lnTo>
                  <a:pt x="8100" y="15619"/>
                </a:lnTo>
                <a:lnTo>
                  <a:pt x="9758" y="16025"/>
                </a:lnTo>
                <a:lnTo>
                  <a:pt x="11418" y="16370"/>
                </a:lnTo>
                <a:lnTo>
                  <a:pt x="13084" y="16663"/>
                </a:lnTo>
                <a:lnTo>
                  <a:pt x="14758" y="16908"/>
                </a:lnTo>
                <a:lnTo>
                  <a:pt x="16446" y="17116"/>
                </a:lnTo>
                <a:lnTo>
                  <a:pt x="18147" y="17291"/>
                </a:lnTo>
                <a:lnTo>
                  <a:pt x="19864" y="17444"/>
                </a:lnTo>
                <a:lnTo>
                  <a:pt x="21600" y="17581"/>
                </a:lnTo>
                <a:lnTo>
                  <a:pt x="19761" y="18352"/>
                </a:lnTo>
                <a:lnTo>
                  <a:pt x="17993" y="19037"/>
                </a:lnTo>
                <a:lnTo>
                  <a:pt x="16281" y="19636"/>
                </a:lnTo>
                <a:lnTo>
                  <a:pt x="14602" y="20150"/>
                </a:lnTo>
                <a:lnTo>
                  <a:pt x="12936" y="20583"/>
                </a:lnTo>
                <a:lnTo>
                  <a:pt x="11267" y="20939"/>
                </a:lnTo>
                <a:lnTo>
                  <a:pt x="9569" y="21215"/>
                </a:lnTo>
                <a:lnTo>
                  <a:pt x="7827" y="21416"/>
                </a:lnTo>
                <a:lnTo>
                  <a:pt x="6018" y="21543"/>
                </a:lnTo>
                <a:lnTo>
                  <a:pt x="4126" y="21600"/>
                </a:lnTo>
                <a:lnTo>
                  <a:pt x="2128" y="21586"/>
                </a:lnTo>
                <a:lnTo>
                  <a:pt x="0" y="21506"/>
                </a:lnTo>
                <a:lnTo>
                  <a:pt x="294" y="20330"/>
                </a:lnTo>
                <a:lnTo>
                  <a:pt x="591" y="19137"/>
                </a:lnTo>
                <a:lnTo>
                  <a:pt x="842" y="18095"/>
                </a:lnTo>
                <a:lnTo>
                  <a:pt x="1093" y="17049"/>
                </a:lnTo>
                <a:lnTo>
                  <a:pt x="1350" y="15988"/>
                </a:lnTo>
                <a:lnTo>
                  <a:pt x="1601" y="14961"/>
                </a:lnTo>
                <a:lnTo>
                  <a:pt x="1852" y="13927"/>
                </a:lnTo>
                <a:lnTo>
                  <a:pt x="2109" y="12881"/>
                </a:lnTo>
                <a:lnTo>
                  <a:pt x="2398" y="11319"/>
                </a:lnTo>
                <a:lnTo>
                  <a:pt x="2570" y="10208"/>
                </a:lnTo>
                <a:lnTo>
                  <a:pt x="2654" y="9247"/>
                </a:lnTo>
                <a:lnTo>
                  <a:pt x="2676" y="8128"/>
                </a:lnTo>
                <a:lnTo>
                  <a:pt x="2660" y="6550"/>
                </a:lnTo>
                <a:lnTo>
                  <a:pt x="2713" y="4947"/>
                </a:lnTo>
                <a:lnTo>
                  <a:pt x="2948" y="3876"/>
                </a:lnTo>
                <a:lnTo>
                  <a:pt x="3556" y="2851"/>
                </a:lnTo>
                <a:lnTo>
                  <a:pt x="4725" y="1391"/>
                </a:lnTo>
                <a:lnTo>
                  <a:pt x="6728" y="583"/>
                </a:lnTo>
                <a:lnTo>
                  <a:pt x="8316" y="139"/>
                </a:lnTo>
                <a:lnTo>
                  <a:pt x="9796" y="0"/>
                </a:lnTo>
                <a:lnTo>
                  <a:pt x="11478" y="110"/>
                </a:lnTo>
                <a:lnTo>
                  <a:pt x="13667" y="410"/>
                </a:lnTo>
                <a:close/>
              </a:path>
            </a:pathLst>
          </a:custGeom>
          <a:solidFill>
            <a:srgbClr val="6A6B6E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2" name="contour_05630"/>
          <p:cNvSpPr/>
          <p:nvPr/>
        </p:nvSpPr>
        <p:spPr>
          <a:xfrm>
            <a:off x="489414" y="4722618"/>
            <a:ext cx="91792" cy="447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98" y="3520"/>
                </a:moveTo>
                <a:lnTo>
                  <a:pt x="15898" y="5847"/>
                </a:lnTo>
                <a:lnTo>
                  <a:pt x="15898" y="8188"/>
                </a:lnTo>
                <a:lnTo>
                  <a:pt x="15898" y="10561"/>
                </a:lnTo>
                <a:lnTo>
                  <a:pt x="17031" y="10561"/>
                </a:lnTo>
                <a:lnTo>
                  <a:pt x="18172" y="10561"/>
                </a:lnTo>
                <a:lnTo>
                  <a:pt x="19328" y="10561"/>
                </a:lnTo>
                <a:lnTo>
                  <a:pt x="19856" y="7942"/>
                </a:lnTo>
                <a:lnTo>
                  <a:pt x="20209" y="6083"/>
                </a:lnTo>
                <a:lnTo>
                  <a:pt x="20470" y="4478"/>
                </a:lnTo>
                <a:lnTo>
                  <a:pt x="20720" y="2619"/>
                </a:lnTo>
                <a:lnTo>
                  <a:pt x="21043" y="0"/>
                </a:lnTo>
                <a:lnTo>
                  <a:pt x="21351" y="3876"/>
                </a:lnTo>
                <a:lnTo>
                  <a:pt x="21538" y="6622"/>
                </a:lnTo>
                <a:lnTo>
                  <a:pt x="21600" y="8621"/>
                </a:lnTo>
                <a:lnTo>
                  <a:pt x="21538" y="10272"/>
                </a:lnTo>
                <a:lnTo>
                  <a:pt x="21351" y="11962"/>
                </a:lnTo>
                <a:lnTo>
                  <a:pt x="21043" y="14081"/>
                </a:lnTo>
                <a:lnTo>
                  <a:pt x="19990" y="15549"/>
                </a:lnTo>
                <a:lnTo>
                  <a:pt x="18901" y="16841"/>
                </a:lnTo>
                <a:lnTo>
                  <a:pt x="17781" y="17971"/>
                </a:lnTo>
                <a:lnTo>
                  <a:pt x="16633" y="18939"/>
                </a:lnTo>
                <a:lnTo>
                  <a:pt x="15462" y="19748"/>
                </a:lnTo>
                <a:lnTo>
                  <a:pt x="14269" y="20407"/>
                </a:lnTo>
                <a:lnTo>
                  <a:pt x="13058" y="20914"/>
                </a:lnTo>
                <a:lnTo>
                  <a:pt x="11832" y="21280"/>
                </a:lnTo>
                <a:lnTo>
                  <a:pt x="10595" y="21508"/>
                </a:lnTo>
                <a:lnTo>
                  <a:pt x="9352" y="21600"/>
                </a:lnTo>
                <a:lnTo>
                  <a:pt x="8103" y="21565"/>
                </a:lnTo>
                <a:lnTo>
                  <a:pt x="6855" y="21403"/>
                </a:lnTo>
                <a:lnTo>
                  <a:pt x="5608" y="21121"/>
                </a:lnTo>
                <a:lnTo>
                  <a:pt x="4334" y="19896"/>
                </a:lnTo>
                <a:lnTo>
                  <a:pt x="3416" y="18956"/>
                </a:lnTo>
                <a:lnTo>
                  <a:pt x="2713" y="18097"/>
                </a:lnTo>
                <a:lnTo>
                  <a:pt x="2082" y="17129"/>
                </a:lnTo>
                <a:lnTo>
                  <a:pt x="1381" y="15855"/>
                </a:lnTo>
                <a:lnTo>
                  <a:pt x="463" y="14081"/>
                </a:lnTo>
                <a:lnTo>
                  <a:pt x="154" y="11356"/>
                </a:lnTo>
                <a:lnTo>
                  <a:pt x="0" y="9445"/>
                </a:lnTo>
                <a:lnTo>
                  <a:pt x="0" y="7840"/>
                </a:lnTo>
                <a:lnTo>
                  <a:pt x="154" y="6034"/>
                </a:lnTo>
                <a:lnTo>
                  <a:pt x="463" y="3520"/>
                </a:lnTo>
                <a:lnTo>
                  <a:pt x="1547" y="2242"/>
                </a:lnTo>
                <a:lnTo>
                  <a:pt x="2667" y="1302"/>
                </a:lnTo>
                <a:lnTo>
                  <a:pt x="3816" y="665"/>
                </a:lnTo>
                <a:lnTo>
                  <a:pt x="4992" y="299"/>
                </a:lnTo>
                <a:lnTo>
                  <a:pt x="6188" y="165"/>
                </a:lnTo>
                <a:lnTo>
                  <a:pt x="7400" y="232"/>
                </a:lnTo>
                <a:lnTo>
                  <a:pt x="8623" y="472"/>
                </a:lnTo>
                <a:lnTo>
                  <a:pt x="9851" y="841"/>
                </a:lnTo>
                <a:lnTo>
                  <a:pt x="11079" y="1313"/>
                </a:lnTo>
                <a:lnTo>
                  <a:pt x="12303" y="1848"/>
                </a:lnTo>
                <a:lnTo>
                  <a:pt x="13517" y="2418"/>
                </a:lnTo>
                <a:lnTo>
                  <a:pt x="14718" y="2989"/>
                </a:lnTo>
                <a:lnTo>
                  <a:pt x="15898" y="3520"/>
                </a:lnTo>
                <a:close/>
              </a:path>
            </a:pathLst>
          </a:custGeom>
          <a:solidFill>
            <a:srgbClr val="2B2C29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3" name="contour_05631"/>
          <p:cNvSpPr/>
          <p:nvPr/>
        </p:nvSpPr>
        <p:spPr>
          <a:xfrm>
            <a:off x="8056317" y="4695850"/>
            <a:ext cx="87456" cy="49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35"/>
                </a:moveTo>
                <a:lnTo>
                  <a:pt x="21155" y="4210"/>
                </a:lnTo>
                <a:lnTo>
                  <a:pt x="20696" y="6202"/>
                </a:lnTo>
                <a:lnTo>
                  <a:pt x="20209" y="8111"/>
                </a:lnTo>
                <a:lnTo>
                  <a:pt x="19681" y="9932"/>
                </a:lnTo>
                <a:lnTo>
                  <a:pt x="19096" y="11661"/>
                </a:lnTo>
                <a:lnTo>
                  <a:pt x="18441" y="13295"/>
                </a:lnTo>
                <a:lnTo>
                  <a:pt x="17703" y="14827"/>
                </a:lnTo>
                <a:lnTo>
                  <a:pt x="16868" y="16255"/>
                </a:lnTo>
                <a:lnTo>
                  <a:pt x="15921" y="17578"/>
                </a:lnTo>
                <a:lnTo>
                  <a:pt x="14850" y="18789"/>
                </a:lnTo>
                <a:lnTo>
                  <a:pt x="13655" y="19608"/>
                </a:lnTo>
                <a:lnTo>
                  <a:pt x="12451" y="20258"/>
                </a:lnTo>
                <a:lnTo>
                  <a:pt x="11237" y="20763"/>
                </a:lnTo>
                <a:lnTo>
                  <a:pt x="10013" y="21134"/>
                </a:lnTo>
                <a:lnTo>
                  <a:pt x="8784" y="21387"/>
                </a:lnTo>
                <a:lnTo>
                  <a:pt x="7546" y="21537"/>
                </a:lnTo>
                <a:lnTo>
                  <a:pt x="6300" y="21600"/>
                </a:lnTo>
                <a:lnTo>
                  <a:pt x="5049" y="21594"/>
                </a:lnTo>
                <a:lnTo>
                  <a:pt x="3794" y="21533"/>
                </a:lnTo>
                <a:lnTo>
                  <a:pt x="2533" y="21429"/>
                </a:lnTo>
                <a:lnTo>
                  <a:pt x="1267" y="21305"/>
                </a:lnTo>
                <a:lnTo>
                  <a:pt x="0" y="21169"/>
                </a:lnTo>
                <a:lnTo>
                  <a:pt x="815" y="18050"/>
                </a:lnTo>
                <a:lnTo>
                  <a:pt x="1609" y="15205"/>
                </a:lnTo>
                <a:lnTo>
                  <a:pt x="2390" y="12632"/>
                </a:lnTo>
                <a:lnTo>
                  <a:pt x="3172" y="10319"/>
                </a:lnTo>
                <a:lnTo>
                  <a:pt x="3960" y="8261"/>
                </a:lnTo>
                <a:lnTo>
                  <a:pt x="4768" y="6449"/>
                </a:lnTo>
                <a:lnTo>
                  <a:pt x="5607" y="4879"/>
                </a:lnTo>
                <a:lnTo>
                  <a:pt x="6484" y="3540"/>
                </a:lnTo>
                <a:lnTo>
                  <a:pt x="7409" y="2430"/>
                </a:lnTo>
                <a:lnTo>
                  <a:pt x="8393" y="1535"/>
                </a:lnTo>
                <a:lnTo>
                  <a:pt x="9448" y="853"/>
                </a:lnTo>
                <a:lnTo>
                  <a:pt x="10582" y="374"/>
                </a:lnTo>
                <a:lnTo>
                  <a:pt x="11806" y="92"/>
                </a:lnTo>
                <a:lnTo>
                  <a:pt x="13131" y="0"/>
                </a:lnTo>
                <a:lnTo>
                  <a:pt x="14564" y="92"/>
                </a:lnTo>
                <a:lnTo>
                  <a:pt x="16117" y="358"/>
                </a:lnTo>
                <a:lnTo>
                  <a:pt x="17802" y="793"/>
                </a:lnTo>
                <a:lnTo>
                  <a:pt x="19625" y="1386"/>
                </a:lnTo>
                <a:lnTo>
                  <a:pt x="21600" y="2135"/>
                </a:lnTo>
                <a:close/>
              </a:path>
            </a:pathLst>
          </a:custGeom>
          <a:solidFill>
            <a:srgbClr val="D7DADA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4" name="contour_05632"/>
          <p:cNvSpPr/>
          <p:nvPr/>
        </p:nvSpPr>
        <p:spPr>
          <a:xfrm>
            <a:off x="8260381" y="4591435"/>
            <a:ext cx="65592" cy="658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723" y="124"/>
                </a:lnTo>
                <a:lnTo>
                  <a:pt x="15326" y="382"/>
                </a:lnTo>
                <a:lnTo>
                  <a:pt x="16860" y="760"/>
                </a:lnTo>
                <a:lnTo>
                  <a:pt x="18382" y="1233"/>
                </a:lnTo>
                <a:lnTo>
                  <a:pt x="19942" y="1782"/>
                </a:lnTo>
                <a:lnTo>
                  <a:pt x="21600" y="2389"/>
                </a:lnTo>
                <a:lnTo>
                  <a:pt x="21031" y="3897"/>
                </a:lnTo>
                <a:lnTo>
                  <a:pt x="20455" y="5399"/>
                </a:lnTo>
                <a:lnTo>
                  <a:pt x="19867" y="6897"/>
                </a:lnTo>
                <a:lnTo>
                  <a:pt x="19272" y="8391"/>
                </a:lnTo>
                <a:lnTo>
                  <a:pt x="18667" y="9881"/>
                </a:lnTo>
                <a:lnTo>
                  <a:pt x="18053" y="11367"/>
                </a:lnTo>
                <a:lnTo>
                  <a:pt x="17431" y="12853"/>
                </a:lnTo>
                <a:lnTo>
                  <a:pt x="16800" y="14335"/>
                </a:lnTo>
                <a:lnTo>
                  <a:pt x="16538" y="14951"/>
                </a:lnTo>
                <a:lnTo>
                  <a:pt x="15749" y="16807"/>
                </a:lnTo>
                <a:lnTo>
                  <a:pt x="15101" y="18009"/>
                </a:lnTo>
                <a:lnTo>
                  <a:pt x="14494" y="18900"/>
                </a:lnTo>
                <a:lnTo>
                  <a:pt x="13577" y="19916"/>
                </a:lnTo>
                <a:lnTo>
                  <a:pt x="12000" y="21502"/>
                </a:lnTo>
                <a:lnTo>
                  <a:pt x="10205" y="21600"/>
                </a:lnTo>
                <a:lnTo>
                  <a:pt x="8542" y="21512"/>
                </a:lnTo>
                <a:lnTo>
                  <a:pt x="6967" y="21230"/>
                </a:lnTo>
                <a:lnTo>
                  <a:pt x="5446" y="20742"/>
                </a:lnTo>
                <a:lnTo>
                  <a:pt x="3938" y="20040"/>
                </a:lnTo>
                <a:lnTo>
                  <a:pt x="2400" y="19113"/>
                </a:lnTo>
                <a:lnTo>
                  <a:pt x="1690" y="17524"/>
                </a:lnTo>
                <a:lnTo>
                  <a:pt x="1159" y="16002"/>
                </a:lnTo>
                <a:lnTo>
                  <a:pt x="768" y="14492"/>
                </a:lnTo>
                <a:lnTo>
                  <a:pt x="473" y="12949"/>
                </a:lnTo>
                <a:lnTo>
                  <a:pt x="230" y="11322"/>
                </a:lnTo>
                <a:lnTo>
                  <a:pt x="0" y="9556"/>
                </a:lnTo>
                <a:lnTo>
                  <a:pt x="1639" y="9186"/>
                </a:lnTo>
                <a:lnTo>
                  <a:pt x="3300" y="8811"/>
                </a:lnTo>
                <a:lnTo>
                  <a:pt x="5222" y="7977"/>
                </a:lnTo>
                <a:lnTo>
                  <a:pt x="6502" y="7275"/>
                </a:lnTo>
                <a:lnTo>
                  <a:pt x="7438" y="6434"/>
                </a:lnTo>
                <a:lnTo>
                  <a:pt x="8321" y="5194"/>
                </a:lnTo>
                <a:lnTo>
                  <a:pt x="9451" y="3285"/>
                </a:lnTo>
                <a:lnTo>
                  <a:pt x="10294" y="2200"/>
                </a:lnTo>
                <a:lnTo>
                  <a:pt x="11141" y="1106"/>
                </a:lnTo>
                <a:lnTo>
                  <a:pt x="12000" y="0"/>
                </a:lnTo>
                <a:close/>
              </a:path>
            </a:pathLst>
          </a:custGeom>
          <a:solidFill>
            <a:srgbClr val="E7E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5" name="contour_05633"/>
          <p:cNvSpPr/>
          <p:nvPr/>
        </p:nvSpPr>
        <p:spPr>
          <a:xfrm>
            <a:off x="6948543" y="4569571"/>
            <a:ext cx="10932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80" y="837"/>
                </a:lnTo>
                <a:lnTo>
                  <a:pt x="1567" y="1679"/>
                </a:lnTo>
                <a:lnTo>
                  <a:pt x="2363" y="2533"/>
                </a:lnTo>
                <a:lnTo>
                  <a:pt x="3308" y="3367"/>
                </a:lnTo>
                <a:lnTo>
                  <a:pt x="4261" y="4104"/>
                </a:lnTo>
                <a:lnTo>
                  <a:pt x="5223" y="4757"/>
                </a:lnTo>
                <a:lnTo>
                  <a:pt x="6193" y="5335"/>
                </a:lnTo>
                <a:lnTo>
                  <a:pt x="7171" y="5840"/>
                </a:lnTo>
                <a:lnTo>
                  <a:pt x="8156" y="6288"/>
                </a:lnTo>
                <a:lnTo>
                  <a:pt x="9148" y="6683"/>
                </a:lnTo>
                <a:lnTo>
                  <a:pt x="10146" y="7031"/>
                </a:lnTo>
                <a:lnTo>
                  <a:pt x="11151" y="7344"/>
                </a:lnTo>
                <a:lnTo>
                  <a:pt x="12161" y="7633"/>
                </a:lnTo>
                <a:lnTo>
                  <a:pt x="13176" y="7900"/>
                </a:lnTo>
                <a:lnTo>
                  <a:pt x="14197" y="8157"/>
                </a:lnTo>
                <a:lnTo>
                  <a:pt x="15222" y="8411"/>
                </a:lnTo>
                <a:lnTo>
                  <a:pt x="16250" y="8670"/>
                </a:lnTo>
                <a:lnTo>
                  <a:pt x="16557" y="8759"/>
                </a:lnTo>
                <a:lnTo>
                  <a:pt x="17099" y="8918"/>
                </a:lnTo>
                <a:lnTo>
                  <a:pt x="18337" y="9283"/>
                </a:lnTo>
                <a:lnTo>
                  <a:pt x="19280" y="9528"/>
                </a:lnTo>
                <a:lnTo>
                  <a:pt x="20238" y="9777"/>
                </a:lnTo>
                <a:lnTo>
                  <a:pt x="20913" y="10284"/>
                </a:lnTo>
                <a:lnTo>
                  <a:pt x="21600" y="10800"/>
                </a:lnTo>
                <a:lnTo>
                  <a:pt x="21600" y="12585"/>
                </a:lnTo>
                <a:lnTo>
                  <a:pt x="21600" y="14380"/>
                </a:lnTo>
                <a:lnTo>
                  <a:pt x="21600" y="16200"/>
                </a:lnTo>
                <a:lnTo>
                  <a:pt x="20650" y="16497"/>
                </a:lnTo>
                <a:lnTo>
                  <a:pt x="19699" y="16794"/>
                </a:lnTo>
                <a:lnTo>
                  <a:pt x="18747" y="17091"/>
                </a:lnTo>
                <a:lnTo>
                  <a:pt x="17797" y="17388"/>
                </a:lnTo>
                <a:lnTo>
                  <a:pt x="16844" y="17685"/>
                </a:lnTo>
                <a:lnTo>
                  <a:pt x="15892" y="17985"/>
                </a:lnTo>
                <a:lnTo>
                  <a:pt x="14937" y="18282"/>
                </a:lnTo>
                <a:lnTo>
                  <a:pt x="13981" y="18581"/>
                </a:lnTo>
                <a:lnTo>
                  <a:pt x="13025" y="18878"/>
                </a:lnTo>
                <a:lnTo>
                  <a:pt x="12066" y="19178"/>
                </a:lnTo>
                <a:lnTo>
                  <a:pt x="11107" y="19481"/>
                </a:lnTo>
                <a:lnTo>
                  <a:pt x="10143" y="19780"/>
                </a:lnTo>
                <a:lnTo>
                  <a:pt x="9180" y="20083"/>
                </a:lnTo>
                <a:lnTo>
                  <a:pt x="8214" y="20382"/>
                </a:lnTo>
                <a:lnTo>
                  <a:pt x="7245" y="20687"/>
                </a:lnTo>
                <a:lnTo>
                  <a:pt x="6273" y="20990"/>
                </a:lnTo>
                <a:lnTo>
                  <a:pt x="5298" y="21295"/>
                </a:lnTo>
                <a:lnTo>
                  <a:pt x="4320" y="21600"/>
                </a:lnTo>
                <a:lnTo>
                  <a:pt x="5033" y="20930"/>
                </a:lnTo>
                <a:lnTo>
                  <a:pt x="5748" y="20261"/>
                </a:lnTo>
                <a:lnTo>
                  <a:pt x="6470" y="19583"/>
                </a:lnTo>
                <a:lnTo>
                  <a:pt x="7200" y="18900"/>
                </a:lnTo>
                <a:lnTo>
                  <a:pt x="6680" y="17987"/>
                </a:lnTo>
                <a:lnTo>
                  <a:pt x="6156" y="17069"/>
                </a:lnTo>
                <a:lnTo>
                  <a:pt x="5625" y="16138"/>
                </a:lnTo>
                <a:lnTo>
                  <a:pt x="4955" y="14931"/>
                </a:lnTo>
                <a:lnTo>
                  <a:pt x="4283" y="13719"/>
                </a:lnTo>
                <a:lnTo>
                  <a:pt x="3600" y="12488"/>
                </a:lnTo>
                <a:lnTo>
                  <a:pt x="2930" y="11297"/>
                </a:lnTo>
                <a:lnTo>
                  <a:pt x="2258" y="10095"/>
                </a:lnTo>
                <a:lnTo>
                  <a:pt x="1575" y="8880"/>
                </a:lnTo>
                <a:lnTo>
                  <a:pt x="806" y="7139"/>
                </a:lnTo>
                <a:lnTo>
                  <a:pt x="340" y="5805"/>
                </a:lnTo>
                <a:lnTo>
                  <a:pt x="101" y="4455"/>
                </a:lnTo>
                <a:lnTo>
                  <a:pt x="13" y="2662"/>
                </a:lnTo>
                <a:lnTo>
                  <a:pt x="0" y="0"/>
                </a:lnTo>
                <a:close/>
              </a:path>
            </a:pathLst>
          </a:custGeom>
          <a:solidFill>
            <a:srgbClr val="D4D7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6" name="contour_05634"/>
          <p:cNvSpPr/>
          <p:nvPr/>
        </p:nvSpPr>
        <p:spPr>
          <a:xfrm>
            <a:off x="9892891" y="4474827"/>
            <a:ext cx="11868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37" y="0"/>
                </a:moveTo>
                <a:lnTo>
                  <a:pt x="12814" y="0"/>
                </a:lnTo>
                <a:lnTo>
                  <a:pt x="13696" y="0"/>
                </a:lnTo>
                <a:lnTo>
                  <a:pt x="14590" y="0"/>
                </a:lnTo>
                <a:lnTo>
                  <a:pt x="14487" y="821"/>
                </a:lnTo>
                <a:lnTo>
                  <a:pt x="14176" y="3300"/>
                </a:lnTo>
                <a:lnTo>
                  <a:pt x="14313" y="4589"/>
                </a:lnTo>
                <a:lnTo>
                  <a:pt x="14451" y="5885"/>
                </a:lnTo>
                <a:lnTo>
                  <a:pt x="14590" y="7200"/>
                </a:lnTo>
                <a:lnTo>
                  <a:pt x="15472" y="7915"/>
                </a:lnTo>
                <a:lnTo>
                  <a:pt x="16111" y="8388"/>
                </a:lnTo>
                <a:lnTo>
                  <a:pt x="16820" y="8830"/>
                </a:lnTo>
                <a:lnTo>
                  <a:pt x="17906" y="9451"/>
                </a:lnTo>
                <a:lnTo>
                  <a:pt x="18992" y="10109"/>
                </a:lnTo>
                <a:lnTo>
                  <a:pt x="19701" y="10591"/>
                </a:lnTo>
                <a:lnTo>
                  <a:pt x="20340" y="11143"/>
                </a:lnTo>
                <a:lnTo>
                  <a:pt x="21222" y="12000"/>
                </a:lnTo>
                <a:lnTo>
                  <a:pt x="21474" y="13697"/>
                </a:lnTo>
                <a:lnTo>
                  <a:pt x="21591" y="15240"/>
                </a:lnTo>
                <a:lnTo>
                  <a:pt x="21600" y="16714"/>
                </a:lnTo>
                <a:lnTo>
                  <a:pt x="21524" y="18209"/>
                </a:lnTo>
                <a:lnTo>
                  <a:pt x="21390" y="19807"/>
                </a:lnTo>
                <a:lnTo>
                  <a:pt x="21222" y="21600"/>
                </a:lnTo>
                <a:lnTo>
                  <a:pt x="20433" y="21389"/>
                </a:lnTo>
                <a:lnTo>
                  <a:pt x="19645" y="21166"/>
                </a:lnTo>
                <a:lnTo>
                  <a:pt x="18858" y="20938"/>
                </a:lnTo>
                <a:lnTo>
                  <a:pt x="18072" y="20700"/>
                </a:lnTo>
                <a:lnTo>
                  <a:pt x="17192" y="20448"/>
                </a:lnTo>
                <a:lnTo>
                  <a:pt x="16300" y="20194"/>
                </a:lnTo>
                <a:lnTo>
                  <a:pt x="15293" y="19582"/>
                </a:lnTo>
                <a:lnTo>
                  <a:pt x="14659" y="19025"/>
                </a:lnTo>
                <a:lnTo>
                  <a:pt x="14127" y="18204"/>
                </a:lnTo>
                <a:lnTo>
                  <a:pt x="13430" y="16800"/>
                </a:lnTo>
                <a:lnTo>
                  <a:pt x="12666" y="15715"/>
                </a:lnTo>
                <a:lnTo>
                  <a:pt x="11890" y="14878"/>
                </a:lnTo>
                <a:lnTo>
                  <a:pt x="11098" y="14251"/>
                </a:lnTo>
                <a:lnTo>
                  <a:pt x="10286" y="13798"/>
                </a:lnTo>
                <a:lnTo>
                  <a:pt x="9450" y="13486"/>
                </a:lnTo>
                <a:lnTo>
                  <a:pt x="8588" y="13274"/>
                </a:lnTo>
                <a:lnTo>
                  <a:pt x="7696" y="13133"/>
                </a:lnTo>
                <a:lnTo>
                  <a:pt x="6768" y="13018"/>
                </a:lnTo>
                <a:lnTo>
                  <a:pt x="5803" y="12900"/>
                </a:lnTo>
                <a:lnTo>
                  <a:pt x="5382" y="12830"/>
                </a:lnTo>
                <a:lnTo>
                  <a:pt x="4114" y="12619"/>
                </a:lnTo>
                <a:lnTo>
                  <a:pt x="3292" y="12487"/>
                </a:lnTo>
                <a:lnTo>
                  <a:pt x="2468" y="12360"/>
                </a:lnTo>
                <a:lnTo>
                  <a:pt x="1646" y="12238"/>
                </a:lnTo>
                <a:lnTo>
                  <a:pt x="822" y="12118"/>
                </a:lnTo>
                <a:lnTo>
                  <a:pt x="0" y="12000"/>
                </a:lnTo>
                <a:lnTo>
                  <a:pt x="204" y="10543"/>
                </a:lnTo>
                <a:lnTo>
                  <a:pt x="411" y="9559"/>
                </a:lnTo>
                <a:lnTo>
                  <a:pt x="743" y="8594"/>
                </a:lnTo>
                <a:lnTo>
                  <a:pt x="1326" y="7200"/>
                </a:lnTo>
                <a:lnTo>
                  <a:pt x="2260" y="7241"/>
                </a:lnTo>
                <a:lnTo>
                  <a:pt x="3159" y="7322"/>
                </a:lnTo>
                <a:lnTo>
                  <a:pt x="4039" y="7447"/>
                </a:lnTo>
                <a:lnTo>
                  <a:pt x="4914" y="7618"/>
                </a:lnTo>
                <a:lnTo>
                  <a:pt x="5800" y="7834"/>
                </a:lnTo>
                <a:lnTo>
                  <a:pt x="6714" y="8100"/>
                </a:lnTo>
                <a:lnTo>
                  <a:pt x="7467" y="8304"/>
                </a:lnTo>
                <a:lnTo>
                  <a:pt x="8230" y="8513"/>
                </a:lnTo>
                <a:lnTo>
                  <a:pt x="9157" y="8774"/>
                </a:lnTo>
                <a:lnTo>
                  <a:pt x="10084" y="9043"/>
                </a:lnTo>
                <a:lnTo>
                  <a:pt x="11012" y="9319"/>
                </a:lnTo>
                <a:lnTo>
                  <a:pt x="11937" y="9600"/>
                </a:lnTo>
                <a:lnTo>
                  <a:pt x="11937" y="8016"/>
                </a:lnTo>
                <a:lnTo>
                  <a:pt x="11937" y="6430"/>
                </a:lnTo>
                <a:lnTo>
                  <a:pt x="11937" y="4836"/>
                </a:lnTo>
                <a:lnTo>
                  <a:pt x="11937" y="3235"/>
                </a:lnTo>
                <a:lnTo>
                  <a:pt x="11937" y="1625"/>
                </a:lnTo>
                <a:lnTo>
                  <a:pt x="11937" y="0"/>
                </a:lnTo>
                <a:close/>
              </a:path>
            </a:pathLst>
          </a:custGeom>
          <a:solidFill>
            <a:srgbClr val="535454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7" name="contour_05635"/>
          <p:cNvSpPr/>
          <p:nvPr/>
        </p:nvSpPr>
        <p:spPr>
          <a:xfrm>
            <a:off x="4752722" y="4394659"/>
            <a:ext cx="104167" cy="44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3" y="0"/>
                </a:moveTo>
                <a:lnTo>
                  <a:pt x="1440" y="0"/>
                </a:lnTo>
                <a:lnTo>
                  <a:pt x="2439" y="0"/>
                </a:lnTo>
                <a:lnTo>
                  <a:pt x="3438" y="0"/>
                </a:lnTo>
                <a:lnTo>
                  <a:pt x="4440" y="0"/>
                </a:lnTo>
                <a:lnTo>
                  <a:pt x="5445" y="0"/>
                </a:lnTo>
                <a:lnTo>
                  <a:pt x="6454" y="0"/>
                </a:lnTo>
                <a:lnTo>
                  <a:pt x="7467" y="0"/>
                </a:lnTo>
                <a:lnTo>
                  <a:pt x="8486" y="0"/>
                </a:lnTo>
                <a:lnTo>
                  <a:pt x="9510" y="0"/>
                </a:lnTo>
                <a:lnTo>
                  <a:pt x="9510" y="1759"/>
                </a:lnTo>
                <a:lnTo>
                  <a:pt x="9510" y="3546"/>
                </a:lnTo>
                <a:lnTo>
                  <a:pt x="8442" y="3546"/>
                </a:lnTo>
                <a:lnTo>
                  <a:pt x="7372" y="3546"/>
                </a:lnTo>
                <a:lnTo>
                  <a:pt x="6299" y="3546"/>
                </a:lnTo>
                <a:lnTo>
                  <a:pt x="5221" y="3546"/>
                </a:lnTo>
                <a:lnTo>
                  <a:pt x="4139" y="3546"/>
                </a:lnTo>
                <a:lnTo>
                  <a:pt x="3051" y="3546"/>
                </a:lnTo>
                <a:lnTo>
                  <a:pt x="1954" y="3546"/>
                </a:lnTo>
                <a:lnTo>
                  <a:pt x="1954" y="5890"/>
                </a:lnTo>
                <a:lnTo>
                  <a:pt x="1954" y="8248"/>
                </a:lnTo>
                <a:lnTo>
                  <a:pt x="1954" y="10639"/>
                </a:lnTo>
                <a:lnTo>
                  <a:pt x="2956" y="10334"/>
                </a:lnTo>
                <a:lnTo>
                  <a:pt x="3958" y="10025"/>
                </a:lnTo>
                <a:lnTo>
                  <a:pt x="4958" y="9717"/>
                </a:lnTo>
                <a:lnTo>
                  <a:pt x="5959" y="9401"/>
                </a:lnTo>
                <a:lnTo>
                  <a:pt x="6959" y="9085"/>
                </a:lnTo>
                <a:lnTo>
                  <a:pt x="7890" y="8798"/>
                </a:lnTo>
                <a:lnTo>
                  <a:pt x="8827" y="8507"/>
                </a:lnTo>
                <a:lnTo>
                  <a:pt x="9776" y="8213"/>
                </a:lnTo>
                <a:lnTo>
                  <a:pt x="11141" y="7649"/>
                </a:lnTo>
                <a:lnTo>
                  <a:pt x="12094" y="7202"/>
                </a:lnTo>
                <a:lnTo>
                  <a:pt x="12886" y="6717"/>
                </a:lnTo>
                <a:lnTo>
                  <a:pt x="13767" y="6036"/>
                </a:lnTo>
                <a:lnTo>
                  <a:pt x="14988" y="5014"/>
                </a:lnTo>
                <a:lnTo>
                  <a:pt x="16024" y="4319"/>
                </a:lnTo>
                <a:lnTo>
                  <a:pt x="16781" y="4046"/>
                </a:lnTo>
                <a:lnTo>
                  <a:pt x="17485" y="4263"/>
                </a:lnTo>
                <a:lnTo>
                  <a:pt x="18355" y="5032"/>
                </a:lnTo>
                <a:lnTo>
                  <a:pt x="19617" y="6426"/>
                </a:lnTo>
                <a:lnTo>
                  <a:pt x="20272" y="7816"/>
                </a:lnTo>
                <a:lnTo>
                  <a:pt x="20932" y="9220"/>
                </a:lnTo>
                <a:lnTo>
                  <a:pt x="21600" y="10639"/>
                </a:lnTo>
                <a:lnTo>
                  <a:pt x="21600" y="12983"/>
                </a:lnTo>
                <a:lnTo>
                  <a:pt x="21600" y="15341"/>
                </a:lnTo>
                <a:lnTo>
                  <a:pt x="21600" y="17731"/>
                </a:lnTo>
                <a:lnTo>
                  <a:pt x="20598" y="18029"/>
                </a:lnTo>
                <a:lnTo>
                  <a:pt x="19595" y="18320"/>
                </a:lnTo>
                <a:lnTo>
                  <a:pt x="18591" y="18603"/>
                </a:lnTo>
                <a:lnTo>
                  <a:pt x="17588" y="18880"/>
                </a:lnTo>
                <a:lnTo>
                  <a:pt x="16584" y="19153"/>
                </a:lnTo>
                <a:lnTo>
                  <a:pt x="15581" y="19419"/>
                </a:lnTo>
                <a:lnTo>
                  <a:pt x="14576" y="19685"/>
                </a:lnTo>
                <a:lnTo>
                  <a:pt x="13572" y="19947"/>
                </a:lnTo>
                <a:lnTo>
                  <a:pt x="12815" y="20174"/>
                </a:lnTo>
                <a:lnTo>
                  <a:pt x="12055" y="20405"/>
                </a:lnTo>
                <a:lnTo>
                  <a:pt x="11284" y="20639"/>
                </a:lnTo>
                <a:lnTo>
                  <a:pt x="9403" y="21100"/>
                </a:lnTo>
                <a:lnTo>
                  <a:pt x="7913" y="21426"/>
                </a:lnTo>
                <a:lnTo>
                  <a:pt x="6742" y="21600"/>
                </a:lnTo>
                <a:lnTo>
                  <a:pt x="5812" y="21596"/>
                </a:lnTo>
                <a:lnTo>
                  <a:pt x="5052" y="21398"/>
                </a:lnTo>
                <a:lnTo>
                  <a:pt x="4384" y="20990"/>
                </a:lnTo>
                <a:lnTo>
                  <a:pt x="3734" y="20345"/>
                </a:lnTo>
                <a:lnTo>
                  <a:pt x="3027" y="19451"/>
                </a:lnTo>
                <a:lnTo>
                  <a:pt x="2190" y="18284"/>
                </a:lnTo>
                <a:lnTo>
                  <a:pt x="1173" y="15855"/>
                </a:lnTo>
                <a:lnTo>
                  <a:pt x="606" y="14224"/>
                </a:lnTo>
                <a:lnTo>
                  <a:pt x="283" y="12649"/>
                </a:lnTo>
                <a:lnTo>
                  <a:pt x="0" y="10390"/>
                </a:lnTo>
                <a:lnTo>
                  <a:pt x="89" y="8312"/>
                </a:lnTo>
                <a:lnTo>
                  <a:pt x="177" y="6234"/>
                </a:lnTo>
                <a:lnTo>
                  <a:pt x="266" y="4156"/>
                </a:lnTo>
                <a:lnTo>
                  <a:pt x="354" y="2078"/>
                </a:lnTo>
                <a:lnTo>
                  <a:pt x="443" y="0"/>
                </a:lnTo>
                <a:close/>
              </a:path>
            </a:pathLst>
          </a:custGeom>
          <a:solidFill>
            <a:srgbClr val="393A39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8" name="contour_05636"/>
          <p:cNvSpPr/>
          <p:nvPr/>
        </p:nvSpPr>
        <p:spPr>
          <a:xfrm>
            <a:off x="859506" y="4278051"/>
            <a:ext cx="4729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54" y="1125"/>
                </a:lnTo>
                <a:lnTo>
                  <a:pt x="20908" y="2251"/>
                </a:lnTo>
                <a:lnTo>
                  <a:pt x="20558" y="3378"/>
                </a:lnTo>
                <a:lnTo>
                  <a:pt x="20212" y="4504"/>
                </a:lnTo>
                <a:lnTo>
                  <a:pt x="19866" y="5631"/>
                </a:lnTo>
                <a:lnTo>
                  <a:pt x="19516" y="6759"/>
                </a:lnTo>
                <a:lnTo>
                  <a:pt x="19170" y="7889"/>
                </a:lnTo>
                <a:lnTo>
                  <a:pt x="18821" y="9020"/>
                </a:lnTo>
                <a:lnTo>
                  <a:pt x="18471" y="10152"/>
                </a:lnTo>
                <a:lnTo>
                  <a:pt x="18121" y="11287"/>
                </a:lnTo>
                <a:lnTo>
                  <a:pt x="17772" y="12422"/>
                </a:lnTo>
                <a:lnTo>
                  <a:pt x="17419" y="13560"/>
                </a:lnTo>
                <a:lnTo>
                  <a:pt x="17070" y="14700"/>
                </a:lnTo>
                <a:lnTo>
                  <a:pt x="16717" y="15843"/>
                </a:lnTo>
                <a:lnTo>
                  <a:pt x="16364" y="16988"/>
                </a:lnTo>
                <a:lnTo>
                  <a:pt x="16011" y="18137"/>
                </a:lnTo>
                <a:lnTo>
                  <a:pt x="15655" y="19287"/>
                </a:lnTo>
                <a:lnTo>
                  <a:pt x="15299" y="20442"/>
                </a:lnTo>
                <a:lnTo>
                  <a:pt x="14943" y="21600"/>
                </a:lnTo>
                <a:lnTo>
                  <a:pt x="13059" y="21130"/>
                </a:lnTo>
                <a:lnTo>
                  <a:pt x="11174" y="20660"/>
                </a:lnTo>
                <a:lnTo>
                  <a:pt x="9284" y="20188"/>
                </a:lnTo>
                <a:lnTo>
                  <a:pt x="7386" y="19714"/>
                </a:lnTo>
                <a:lnTo>
                  <a:pt x="5479" y="19237"/>
                </a:lnTo>
                <a:lnTo>
                  <a:pt x="3562" y="18759"/>
                </a:lnTo>
                <a:lnTo>
                  <a:pt x="1628" y="18277"/>
                </a:lnTo>
                <a:lnTo>
                  <a:pt x="995" y="17134"/>
                </a:lnTo>
                <a:lnTo>
                  <a:pt x="523" y="15976"/>
                </a:lnTo>
                <a:lnTo>
                  <a:pt x="200" y="14808"/>
                </a:lnTo>
                <a:lnTo>
                  <a:pt x="27" y="13633"/>
                </a:lnTo>
                <a:lnTo>
                  <a:pt x="0" y="12455"/>
                </a:lnTo>
                <a:lnTo>
                  <a:pt x="117" y="11277"/>
                </a:lnTo>
                <a:lnTo>
                  <a:pt x="366" y="10102"/>
                </a:lnTo>
                <a:lnTo>
                  <a:pt x="752" y="8934"/>
                </a:lnTo>
                <a:lnTo>
                  <a:pt x="1268" y="7778"/>
                </a:lnTo>
                <a:lnTo>
                  <a:pt x="1907" y="6635"/>
                </a:lnTo>
                <a:lnTo>
                  <a:pt x="2673" y="5510"/>
                </a:lnTo>
                <a:lnTo>
                  <a:pt x="3552" y="4406"/>
                </a:lnTo>
                <a:lnTo>
                  <a:pt x="5319" y="3130"/>
                </a:lnTo>
                <a:lnTo>
                  <a:pt x="6857" y="2128"/>
                </a:lnTo>
                <a:lnTo>
                  <a:pt x="8292" y="1367"/>
                </a:lnTo>
                <a:lnTo>
                  <a:pt x="9743" y="812"/>
                </a:lnTo>
                <a:lnTo>
                  <a:pt x="11338" y="432"/>
                </a:lnTo>
                <a:lnTo>
                  <a:pt x="13198" y="194"/>
                </a:lnTo>
                <a:lnTo>
                  <a:pt x="15445" y="65"/>
                </a:lnTo>
                <a:lnTo>
                  <a:pt x="18205" y="10"/>
                </a:lnTo>
                <a:lnTo>
                  <a:pt x="21600" y="0"/>
                </a:lnTo>
                <a:close/>
              </a:path>
            </a:pathLst>
          </a:custGeom>
          <a:solidFill>
            <a:srgbClr val="F9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39" name="contour_05637"/>
          <p:cNvSpPr/>
          <p:nvPr/>
        </p:nvSpPr>
        <p:spPr>
          <a:xfrm>
            <a:off x="6846511" y="4242821"/>
            <a:ext cx="87456" cy="862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41" y="183"/>
                </a:moveTo>
                <a:lnTo>
                  <a:pt x="14720" y="584"/>
                </a:lnTo>
                <a:lnTo>
                  <a:pt x="15885" y="1000"/>
                </a:lnTo>
                <a:lnTo>
                  <a:pt x="17039" y="1433"/>
                </a:lnTo>
                <a:lnTo>
                  <a:pt x="18185" y="1884"/>
                </a:lnTo>
                <a:lnTo>
                  <a:pt x="19327" y="2351"/>
                </a:lnTo>
                <a:lnTo>
                  <a:pt x="20464" y="2838"/>
                </a:lnTo>
                <a:lnTo>
                  <a:pt x="21600" y="3348"/>
                </a:lnTo>
                <a:lnTo>
                  <a:pt x="20650" y="4505"/>
                </a:lnTo>
                <a:lnTo>
                  <a:pt x="19784" y="5430"/>
                </a:lnTo>
                <a:lnTo>
                  <a:pt x="18907" y="6151"/>
                </a:lnTo>
                <a:lnTo>
                  <a:pt x="17930" y="6693"/>
                </a:lnTo>
                <a:lnTo>
                  <a:pt x="16754" y="7086"/>
                </a:lnTo>
                <a:lnTo>
                  <a:pt x="15286" y="7356"/>
                </a:lnTo>
                <a:lnTo>
                  <a:pt x="14324" y="7312"/>
                </a:lnTo>
                <a:lnTo>
                  <a:pt x="13356" y="7268"/>
                </a:lnTo>
                <a:lnTo>
                  <a:pt x="12375" y="7226"/>
                </a:lnTo>
                <a:lnTo>
                  <a:pt x="11405" y="7193"/>
                </a:lnTo>
                <a:lnTo>
                  <a:pt x="10427" y="7160"/>
                </a:lnTo>
                <a:lnTo>
                  <a:pt x="9436" y="7128"/>
                </a:lnTo>
                <a:lnTo>
                  <a:pt x="8879" y="7095"/>
                </a:lnTo>
                <a:lnTo>
                  <a:pt x="7200" y="6998"/>
                </a:lnTo>
                <a:lnTo>
                  <a:pt x="7796" y="7714"/>
                </a:lnTo>
                <a:lnTo>
                  <a:pt x="8393" y="8434"/>
                </a:lnTo>
                <a:lnTo>
                  <a:pt x="9000" y="9166"/>
                </a:lnTo>
                <a:lnTo>
                  <a:pt x="9693" y="10331"/>
                </a:lnTo>
                <a:lnTo>
                  <a:pt x="10219" y="11512"/>
                </a:lnTo>
                <a:lnTo>
                  <a:pt x="10597" y="12706"/>
                </a:lnTo>
                <a:lnTo>
                  <a:pt x="10850" y="13916"/>
                </a:lnTo>
                <a:lnTo>
                  <a:pt x="10994" y="15144"/>
                </a:lnTo>
                <a:lnTo>
                  <a:pt x="11052" y="16391"/>
                </a:lnTo>
                <a:lnTo>
                  <a:pt x="11043" y="17659"/>
                </a:lnTo>
                <a:lnTo>
                  <a:pt x="10984" y="18950"/>
                </a:lnTo>
                <a:lnTo>
                  <a:pt x="10897" y="20262"/>
                </a:lnTo>
                <a:lnTo>
                  <a:pt x="10800" y="21600"/>
                </a:lnTo>
                <a:lnTo>
                  <a:pt x="9731" y="21600"/>
                </a:lnTo>
                <a:lnTo>
                  <a:pt x="8660" y="21600"/>
                </a:lnTo>
                <a:lnTo>
                  <a:pt x="7582" y="21600"/>
                </a:lnTo>
                <a:lnTo>
                  <a:pt x="6496" y="21600"/>
                </a:lnTo>
                <a:lnTo>
                  <a:pt x="5400" y="21600"/>
                </a:lnTo>
                <a:lnTo>
                  <a:pt x="5512" y="20733"/>
                </a:lnTo>
                <a:lnTo>
                  <a:pt x="5623" y="19861"/>
                </a:lnTo>
                <a:lnTo>
                  <a:pt x="5737" y="18977"/>
                </a:lnTo>
                <a:lnTo>
                  <a:pt x="5625" y="18033"/>
                </a:lnTo>
                <a:lnTo>
                  <a:pt x="5513" y="17086"/>
                </a:lnTo>
                <a:lnTo>
                  <a:pt x="5400" y="16124"/>
                </a:lnTo>
                <a:lnTo>
                  <a:pt x="4061" y="15507"/>
                </a:lnTo>
                <a:lnTo>
                  <a:pt x="3110" y="15104"/>
                </a:lnTo>
                <a:lnTo>
                  <a:pt x="2290" y="14826"/>
                </a:lnTo>
                <a:lnTo>
                  <a:pt x="1339" y="14587"/>
                </a:lnTo>
                <a:lnTo>
                  <a:pt x="0" y="14299"/>
                </a:lnTo>
                <a:lnTo>
                  <a:pt x="572" y="13266"/>
                </a:lnTo>
                <a:lnTo>
                  <a:pt x="1152" y="12238"/>
                </a:lnTo>
                <a:lnTo>
                  <a:pt x="1739" y="11218"/>
                </a:lnTo>
                <a:lnTo>
                  <a:pt x="2333" y="10201"/>
                </a:lnTo>
                <a:lnTo>
                  <a:pt x="2932" y="9188"/>
                </a:lnTo>
                <a:lnTo>
                  <a:pt x="3541" y="8179"/>
                </a:lnTo>
                <a:lnTo>
                  <a:pt x="4154" y="7175"/>
                </a:lnTo>
                <a:lnTo>
                  <a:pt x="4774" y="6173"/>
                </a:lnTo>
                <a:lnTo>
                  <a:pt x="5400" y="5173"/>
                </a:lnTo>
                <a:lnTo>
                  <a:pt x="5693" y="4687"/>
                </a:lnTo>
                <a:lnTo>
                  <a:pt x="6581" y="3220"/>
                </a:lnTo>
                <a:lnTo>
                  <a:pt x="7591" y="1973"/>
                </a:lnTo>
                <a:lnTo>
                  <a:pt x="8559" y="1042"/>
                </a:lnTo>
                <a:lnTo>
                  <a:pt x="9565" y="414"/>
                </a:lnTo>
                <a:lnTo>
                  <a:pt x="10681" y="73"/>
                </a:lnTo>
                <a:lnTo>
                  <a:pt x="11981" y="0"/>
                </a:lnTo>
                <a:lnTo>
                  <a:pt x="13541" y="183"/>
                </a:lnTo>
                <a:close/>
              </a:path>
            </a:pathLst>
          </a:custGeom>
          <a:solidFill>
            <a:srgbClr val="F1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0" name="contour_05638"/>
          <p:cNvSpPr/>
          <p:nvPr/>
        </p:nvSpPr>
        <p:spPr>
          <a:xfrm>
            <a:off x="10337459" y="4254365"/>
            <a:ext cx="72880" cy="45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70" y="0"/>
                </a:moveTo>
                <a:lnTo>
                  <a:pt x="10018" y="59"/>
                </a:lnTo>
                <a:lnTo>
                  <a:pt x="11524" y="197"/>
                </a:lnTo>
                <a:lnTo>
                  <a:pt x="12917" y="463"/>
                </a:lnTo>
                <a:lnTo>
                  <a:pt x="14226" y="912"/>
                </a:lnTo>
                <a:lnTo>
                  <a:pt x="15476" y="1597"/>
                </a:lnTo>
                <a:lnTo>
                  <a:pt x="16699" y="2575"/>
                </a:lnTo>
                <a:lnTo>
                  <a:pt x="17922" y="3895"/>
                </a:lnTo>
                <a:lnTo>
                  <a:pt x="19170" y="5616"/>
                </a:lnTo>
                <a:lnTo>
                  <a:pt x="20194" y="8014"/>
                </a:lnTo>
                <a:lnTo>
                  <a:pt x="20881" y="9825"/>
                </a:lnTo>
                <a:lnTo>
                  <a:pt x="21295" y="11394"/>
                </a:lnTo>
                <a:lnTo>
                  <a:pt x="21509" y="13071"/>
                </a:lnTo>
                <a:lnTo>
                  <a:pt x="21589" y="15206"/>
                </a:lnTo>
                <a:lnTo>
                  <a:pt x="21600" y="18144"/>
                </a:lnTo>
                <a:lnTo>
                  <a:pt x="20174" y="18372"/>
                </a:lnTo>
                <a:lnTo>
                  <a:pt x="18749" y="18600"/>
                </a:lnTo>
                <a:lnTo>
                  <a:pt x="17321" y="18828"/>
                </a:lnTo>
                <a:lnTo>
                  <a:pt x="15893" y="19056"/>
                </a:lnTo>
                <a:lnTo>
                  <a:pt x="14463" y="19284"/>
                </a:lnTo>
                <a:lnTo>
                  <a:pt x="13033" y="19516"/>
                </a:lnTo>
                <a:lnTo>
                  <a:pt x="11599" y="19744"/>
                </a:lnTo>
                <a:lnTo>
                  <a:pt x="10163" y="19976"/>
                </a:lnTo>
                <a:lnTo>
                  <a:pt x="8722" y="20204"/>
                </a:lnTo>
                <a:lnTo>
                  <a:pt x="7279" y="20435"/>
                </a:lnTo>
                <a:lnTo>
                  <a:pt x="5834" y="20667"/>
                </a:lnTo>
                <a:lnTo>
                  <a:pt x="4383" y="20898"/>
                </a:lnTo>
                <a:lnTo>
                  <a:pt x="2927" y="21133"/>
                </a:lnTo>
                <a:lnTo>
                  <a:pt x="1467" y="21365"/>
                </a:lnTo>
                <a:lnTo>
                  <a:pt x="0" y="21600"/>
                </a:lnTo>
                <a:lnTo>
                  <a:pt x="6" y="16326"/>
                </a:lnTo>
                <a:lnTo>
                  <a:pt x="50" y="12010"/>
                </a:lnTo>
                <a:lnTo>
                  <a:pt x="171" y="8547"/>
                </a:lnTo>
                <a:lnTo>
                  <a:pt x="402" y="5844"/>
                </a:lnTo>
                <a:lnTo>
                  <a:pt x="786" y="3805"/>
                </a:lnTo>
                <a:lnTo>
                  <a:pt x="1359" y="2326"/>
                </a:lnTo>
                <a:lnTo>
                  <a:pt x="2158" y="1317"/>
                </a:lnTo>
                <a:lnTo>
                  <a:pt x="3221" y="677"/>
                </a:lnTo>
                <a:lnTo>
                  <a:pt x="4584" y="308"/>
                </a:lnTo>
                <a:lnTo>
                  <a:pt x="6288" y="114"/>
                </a:lnTo>
                <a:lnTo>
                  <a:pt x="8370" y="0"/>
                </a:lnTo>
                <a:close/>
              </a:path>
            </a:pathLst>
          </a:custGeom>
          <a:solidFill>
            <a:srgbClr val="A692C7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1" name="contour_05639"/>
          <p:cNvSpPr/>
          <p:nvPr/>
        </p:nvSpPr>
        <p:spPr>
          <a:xfrm>
            <a:off x="1263909" y="4146867"/>
            <a:ext cx="60294" cy="90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5" y="0"/>
                </a:moveTo>
                <a:lnTo>
                  <a:pt x="17193" y="281"/>
                </a:lnTo>
                <a:lnTo>
                  <a:pt x="18245" y="556"/>
                </a:lnTo>
                <a:lnTo>
                  <a:pt x="19313" y="991"/>
                </a:lnTo>
                <a:lnTo>
                  <a:pt x="20887" y="1748"/>
                </a:lnTo>
                <a:lnTo>
                  <a:pt x="21130" y="2915"/>
                </a:lnTo>
                <a:lnTo>
                  <a:pt x="21315" y="4037"/>
                </a:lnTo>
                <a:lnTo>
                  <a:pt x="21446" y="5134"/>
                </a:lnTo>
                <a:lnTo>
                  <a:pt x="21527" y="6232"/>
                </a:lnTo>
                <a:lnTo>
                  <a:pt x="21556" y="7354"/>
                </a:lnTo>
                <a:lnTo>
                  <a:pt x="21540" y="8519"/>
                </a:lnTo>
                <a:lnTo>
                  <a:pt x="21571" y="9444"/>
                </a:lnTo>
                <a:lnTo>
                  <a:pt x="21600" y="10382"/>
                </a:lnTo>
                <a:lnTo>
                  <a:pt x="21540" y="11667"/>
                </a:lnTo>
                <a:lnTo>
                  <a:pt x="21389" y="12859"/>
                </a:lnTo>
                <a:lnTo>
                  <a:pt x="21130" y="13972"/>
                </a:lnTo>
                <a:lnTo>
                  <a:pt x="20759" y="15026"/>
                </a:lnTo>
                <a:lnTo>
                  <a:pt x="20268" y="16034"/>
                </a:lnTo>
                <a:lnTo>
                  <a:pt x="19647" y="17014"/>
                </a:lnTo>
                <a:lnTo>
                  <a:pt x="18885" y="17983"/>
                </a:lnTo>
                <a:lnTo>
                  <a:pt x="17973" y="18952"/>
                </a:lnTo>
                <a:lnTo>
                  <a:pt x="16903" y="19943"/>
                </a:lnTo>
                <a:lnTo>
                  <a:pt x="15665" y="20971"/>
                </a:lnTo>
                <a:lnTo>
                  <a:pt x="13801" y="21390"/>
                </a:lnTo>
                <a:lnTo>
                  <a:pt x="12462" y="21600"/>
                </a:lnTo>
                <a:lnTo>
                  <a:pt x="11271" y="21600"/>
                </a:lnTo>
                <a:lnTo>
                  <a:pt x="9854" y="21390"/>
                </a:lnTo>
                <a:lnTo>
                  <a:pt x="7833" y="20971"/>
                </a:lnTo>
                <a:lnTo>
                  <a:pt x="6817" y="20050"/>
                </a:lnTo>
                <a:lnTo>
                  <a:pt x="5848" y="19117"/>
                </a:lnTo>
                <a:lnTo>
                  <a:pt x="4927" y="18171"/>
                </a:lnTo>
                <a:lnTo>
                  <a:pt x="4042" y="17212"/>
                </a:lnTo>
                <a:lnTo>
                  <a:pt x="3188" y="16240"/>
                </a:lnTo>
                <a:lnTo>
                  <a:pt x="2363" y="15256"/>
                </a:lnTo>
                <a:lnTo>
                  <a:pt x="1561" y="14260"/>
                </a:lnTo>
                <a:lnTo>
                  <a:pt x="775" y="13252"/>
                </a:lnTo>
                <a:lnTo>
                  <a:pt x="0" y="12233"/>
                </a:lnTo>
                <a:lnTo>
                  <a:pt x="689" y="12009"/>
                </a:lnTo>
                <a:lnTo>
                  <a:pt x="2765" y="11331"/>
                </a:lnTo>
                <a:lnTo>
                  <a:pt x="5621" y="10311"/>
                </a:lnTo>
                <a:lnTo>
                  <a:pt x="7864" y="9491"/>
                </a:lnTo>
                <a:lnTo>
                  <a:pt x="9592" y="8822"/>
                </a:lnTo>
                <a:lnTo>
                  <a:pt x="10898" y="8252"/>
                </a:lnTo>
                <a:lnTo>
                  <a:pt x="11880" y="7730"/>
                </a:lnTo>
                <a:lnTo>
                  <a:pt x="12634" y="7203"/>
                </a:lnTo>
                <a:lnTo>
                  <a:pt x="13258" y="6622"/>
                </a:lnTo>
                <a:lnTo>
                  <a:pt x="13851" y="5933"/>
                </a:lnTo>
                <a:lnTo>
                  <a:pt x="14504" y="5085"/>
                </a:lnTo>
                <a:lnTo>
                  <a:pt x="14835" y="4124"/>
                </a:lnTo>
                <a:lnTo>
                  <a:pt x="15062" y="3378"/>
                </a:lnTo>
                <a:lnTo>
                  <a:pt x="15237" y="2606"/>
                </a:lnTo>
                <a:lnTo>
                  <a:pt x="15420" y="1561"/>
                </a:lnTo>
                <a:lnTo>
                  <a:pt x="15665" y="0"/>
                </a:lnTo>
                <a:close/>
              </a:path>
            </a:pathLst>
          </a:custGeom>
          <a:solidFill>
            <a:srgbClr val="681C1A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2" name="contour_05640"/>
          <p:cNvSpPr/>
          <p:nvPr/>
        </p:nvSpPr>
        <p:spPr>
          <a:xfrm>
            <a:off x="4674689" y="4154155"/>
            <a:ext cx="874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128" y="279"/>
                </a:lnTo>
                <a:lnTo>
                  <a:pt x="2705" y="768"/>
                </a:lnTo>
                <a:lnTo>
                  <a:pt x="4028" y="1887"/>
                </a:lnTo>
                <a:lnTo>
                  <a:pt x="5164" y="2643"/>
                </a:lnTo>
                <a:lnTo>
                  <a:pt x="6296" y="3260"/>
                </a:lnTo>
                <a:lnTo>
                  <a:pt x="7430" y="3756"/>
                </a:lnTo>
                <a:lnTo>
                  <a:pt x="8577" y="4149"/>
                </a:lnTo>
                <a:lnTo>
                  <a:pt x="9742" y="4455"/>
                </a:lnTo>
                <a:lnTo>
                  <a:pt x="10931" y="4691"/>
                </a:lnTo>
                <a:lnTo>
                  <a:pt x="12155" y="4876"/>
                </a:lnTo>
                <a:lnTo>
                  <a:pt x="13423" y="5025"/>
                </a:lnTo>
                <a:lnTo>
                  <a:pt x="14738" y="5155"/>
                </a:lnTo>
                <a:lnTo>
                  <a:pt x="15237" y="5211"/>
                </a:lnTo>
                <a:lnTo>
                  <a:pt x="16745" y="5384"/>
                </a:lnTo>
                <a:lnTo>
                  <a:pt x="17959" y="5520"/>
                </a:lnTo>
                <a:lnTo>
                  <a:pt x="19172" y="5647"/>
                </a:lnTo>
                <a:lnTo>
                  <a:pt x="20385" y="5771"/>
                </a:lnTo>
                <a:lnTo>
                  <a:pt x="21600" y="5891"/>
                </a:lnTo>
                <a:lnTo>
                  <a:pt x="21600" y="6865"/>
                </a:lnTo>
                <a:lnTo>
                  <a:pt x="21600" y="7855"/>
                </a:lnTo>
                <a:lnTo>
                  <a:pt x="20434" y="8120"/>
                </a:lnTo>
                <a:lnTo>
                  <a:pt x="19267" y="8349"/>
                </a:lnTo>
                <a:lnTo>
                  <a:pt x="18097" y="8552"/>
                </a:lnTo>
                <a:lnTo>
                  <a:pt x="16925" y="8734"/>
                </a:lnTo>
                <a:lnTo>
                  <a:pt x="15750" y="8905"/>
                </a:lnTo>
                <a:lnTo>
                  <a:pt x="14569" y="9074"/>
                </a:lnTo>
                <a:lnTo>
                  <a:pt x="14080" y="9261"/>
                </a:lnTo>
                <a:lnTo>
                  <a:pt x="12600" y="9818"/>
                </a:lnTo>
                <a:lnTo>
                  <a:pt x="12600" y="11116"/>
                </a:lnTo>
                <a:lnTo>
                  <a:pt x="12600" y="12422"/>
                </a:lnTo>
                <a:lnTo>
                  <a:pt x="12600" y="13745"/>
                </a:lnTo>
                <a:lnTo>
                  <a:pt x="13790" y="13745"/>
                </a:lnTo>
                <a:lnTo>
                  <a:pt x="14987" y="13745"/>
                </a:lnTo>
                <a:lnTo>
                  <a:pt x="16200" y="13745"/>
                </a:lnTo>
                <a:lnTo>
                  <a:pt x="16088" y="14678"/>
                </a:lnTo>
                <a:lnTo>
                  <a:pt x="15975" y="15617"/>
                </a:lnTo>
                <a:lnTo>
                  <a:pt x="15862" y="16569"/>
                </a:lnTo>
                <a:lnTo>
                  <a:pt x="15973" y="17582"/>
                </a:lnTo>
                <a:lnTo>
                  <a:pt x="16087" y="18602"/>
                </a:lnTo>
                <a:lnTo>
                  <a:pt x="16200" y="19636"/>
                </a:lnTo>
                <a:lnTo>
                  <a:pt x="17539" y="20300"/>
                </a:lnTo>
                <a:lnTo>
                  <a:pt x="18490" y="20734"/>
                </a:lnTo>
                <a:lnTo>
                  <a:pt x="19310" y="21033"/>
                </a:lnTo>
                <a:lnTo>
                  <a:pt x="20261" y="21290"/>
                </a:lnTo>
                <a:lnTo>
                  <a:pt x="21600" y="21600"/>
                </a:lnTo>
                <a:lnTo>
                  <a:pt x="20327" y="21600"/>
                </a:lnTo>
                <a:lnTo>
                  <a:pt x="19053" y="21600"/>
                </a:lnTo>
                <a:lnTo>
                  <a:pt x="17775" y="21600"/>
                </a:lnTo>
                <a:lnTo>
                  <a:pt x="16492" y="21600"/>
                </a:lnTo>
                <a:lnTo>
                  <a:pt x="15203" y="21600"/>
                </a:lnTo>
                <a:lnTo>
                  <a:pt x="13907" y="21600"/>
                </a:lnTo>
                <a:lnTo>
                  <a:pt x="12600" y="21600"/>
                </a:lnTo>
                <a:lnTo>
                  <a:pt x="12600" y="20302"/>
                </a:lnTo>
                <a:lnTo>
                  <a:pt x="12600" y="18996"/>
                </a:lnTo>
                <a:lnTo>
                  <a:pt x="12600" y="17673"/>
                </a:lnTo>
                <a:lnTo>
                  <a:pt x="11659" y="17021"/>
                </a:lnTo>
                <a:lnTo>
                  <a:pt x="10969" y="16599"/>
                </a:lnTo>
                <a:lnTo>
                  <a:pt x="10195" y="16224"/>
                </a:lnTo>
                <a:lnTo>
                  <a:pt x="9000" y="15709"/>
                </a:lnTo>
                <a:lnTo>
                  <a:pt x="7805" y="15195"/>
                </a:lnTo>
                <a:lnTo>
                  <a:pt x="7031" y="14820"/>
                </a:lnTo>
                <a:lnTo>
                  <a:pt x="6341" y="14397"/>
                </a:lnTo>
                <a:lnTo>
                  <a:pt x="5400" y="13745"/>
                </a:lnTo>
                <a:lnTo>
                  <a:pt x="5400" y="12447"/>
                </a:lnTo>
                <a:lnTo>
                  <a:pt x="5400" y="11142"/>
                </a:lnTo>
                <a:lnTo>
                  <a:pt x="5400" y="9818"/>
                </a:lnTo>
                <a:lnTo>
                  <a:pt x="4331" y="9818"/>
                </a:lnTo>
                <a:lnTo>
                  <a:pt x="3258" y="9818"/>
                </a:lnTo>
                <a:lnTo>
                  <a:pt x="2182" y="9818"/>
                </a:lnTo>
                <a:lnTo>
                  <a:pt x="1096" y="9818"/>
                </a:lnTo>
                <a:lnTo>
                  <a:pt x="0" y="9818"/>
                </a:lnTo>
                <a:lnTo>
                  <a:pt x="223" y="8603"/>
                </a:lnTo>
                <a:lnTo>
                  <a:pt x="446" y="7387"/>
                </a:lnTo>
                <a:lnTo>
                  <a:pt x="670" y="6168"/>
                </a:lnTo>
                <a:lnTo>
                  <a:pt x="893" y="4946"/>
                </a:lnTo>
                <a:lnTo>
                  <a:pt x="1118" y="3719"/>
                </a:lnTo>
                <a:lnTo>
                  <a:pt x="1345" y="2486"/>
                </a:lnTo>
                <a:lnTo>
                  <a:pt x="1571" y="1247"/>
                </a:lnTo>
                <a:lnTo>
                  <a:pt x="1800" y="0"/>
                </a:lnTo>
                <a:close/>
              </a:path>
            </a:pathLst>
          </a:custGeom>
          <a:solidFill>
            <a:srgbClr val="F3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3" name="contour_05641"/>
          <p:cNvSpPr/>
          <p:nvPr/>
        </p:nvSpPr>
        <p:spPr>
          <a:xfrm>
            <a:off x="10468642" y="3709588"/>
            <a:ext cx="10932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237" y="1337"/>
                </a:lnTo>
                <a:lnTo>
                  <a:pt x="3594" y="2681"/>
                </a:lnTo>
                <a:lnTo>
                  <a:pt x="3956" y="4031"/>
                </a:lnTo>
                <a:lnTo>
                  <a:pt x="4320" y="5400"/>
                </a:lnTo>
                <a:lnTo>
                  <a:pt x="5365" y="5454"/>
                </a:lnTo>
                <a:lnTo>
                  <a:pt x="6123" y="5405"/>
                </a:lnTo>
                <a:lnTo>
                  <a:pt x="6958" y="5189"/>
                </a:lnTo>
                <a:lnTo>
                  <a:pt x="8241" y="4747"/>
                </a:lnTo>
                <a:lnTo>
                  <a:pt x="8587" y="4628"/>
                </a:lnTo>
                <a:lnTo>
                  <a:pt x="9196" y="4425"/>
                </a:lnTo>
                <a:lnTo>
                  <a:pt x="10590" y="3955"/>
                </a:lnTo>
                <a:lnTo>
                  <a:pt x="10951" y="3821"/>
                </a:lnTo>
                <a:lnTo>
                  <a:pt x="11588" y="3583"/>
                </a:lnTo>
                <a:lnTo>
                  <a:pt x="13049" y="3038"/>
                </a:lnTo>
                <a:lnTo>
                  <a:pt x="13869" y="2757"/>
                </a:lnTo>
                <a:lnTo>
                  <a:pt x="14692" y="2471"/>
                </a:lnTo>
                <a:lnTo>
                  <a:pt x="15528" y="2184"/>
                </a:lnTo>
                <a:lnTo>
                  <a:pt x="16396" y="1879"/>
                </a:lnTo>
                <a:lnTo>
                  <a:pt x="17264" y="1574"/>
                </a:lnTo>
                <a:lnTo>
                  <a:pt x="18132" y="1264"/>
                </a:lnTo>
                <a:lnTo>
                  <a:pt x="18999" y="950"/>
                </a:lnTo>
                <a:lnTo>
                  <a:pt x="19866" y="635"/>
                </a:lnTo>
                <a:lnTo>
                  <a:pt x="20733" y="319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20886" y="21600"/>
                </a:lnTo>
                <a:lnTo>
                  <a:pt x="20160" y="21600"/>
                </a:lnTo>
                <a:lnTo>
                  <a:pt x="20160" y="19818"/>
                </a:lnTo>
                <a:lnTo>
                  <a:pt x="20160" y="18033"/>
                </a:lnTo>
                <a:lnTo>
                  <a:pt x="20160" y="16249"/>
                </a:lnTo>
                <a:lnTo>
                  <a:pt x="20160" y="14459"/>
                </a:lnTo>
                <a:lnTo>
                  <a:pt x="20160" y="12663"/>
                </a:lnTo>
                <a:lnTo>
                  <a:pt x="20160" y="10859"/>
                </a:lnTo>
                <a:lnTo>
                  <a:pt x="20160" y="9050"/>
                </a:lnTo>
                <a:lnTo>
                  <a:pt x="20160" y="7231"/>
                </a:lnTo>
                <a:lnTo>
                  <a:pt x="20160" y="5400"/>
                </a:lnTo>
                <a:lnTo>
                  <a:pt x="19339" y="6008"/>
                </a:lnTo>
                <a:lnTo>
                  <a:pt x="18516" y="6620"/>
                </a:lnTo>
                <a:lnTo>
                  <a:pt x="17686" y="7236"/>
                </a:lnTo>
                <a:lnTo>
                  <a:pt x="16847" y="7857"/>
                </a:lnTo>
                <a:lnTo>
                  <a:pt x="15980" y="8481"/>
                </a:lnTo>
                <a:lnTo>
                  <a:pt x="15113" y="9104"/>
                </a:lnTo>
                <a:lnTo>
                  <a:pt x="14244" y="9725"/>
                </a:lnTo>
                <a:lnTo>
                  <a:pt x="13378" y="10346"/>
                </a:lnTo>
                <a:lnTo>
                  <a:pt x="12511" y="10967"/>
                </a:lnTo>
                <a:lnTo>
                  <a:pt x="11789" y="11507"/>
                </a:lnTo>
                <a:lnTo>
                  <a:pt x="11065" y="12050"/>
                </a:lnTo>
                <a:lnTo>
                  <a:pt x="10331" y="12598"/>
                </a:lnTo>
                <a:lnTo>
                  <a:pt x="8715" y="13738"/>
                </a:lnTo>
                <a:lnTo>
                  <a:pt x="7429" y="14612"/>
                </a:lnTo>
                <a:lnTo>
                  <a:pt x="6401" y="15247"/>
                </a:lnTo>
                <a:lnTo>
                  <a:pt x="5558" y="15663"/>
                </a:lnTo>
                <a:lnTo>
                  <a:pt x="4833" y="15879"/>
                </a:lnTo>
                <a:lnTo>
                  <a:pt x="4150" y="15916"/>
                </a:lnTo>
                <a:lnTo>
                  <a:pt x="3439" y="15798"/>
                </a:lnTo>
                <a:lnTo>
                  <a:pt x="2629" y="15544"/>
                </a:lnTo>
                <a:lnTo>
                  <a:pt x="1649" y="15177"/>
                </a:lnTo>
                <a:lnTo>
                  <a:pt x="831" y="14345"/>
                </a:lnTo>
                <a:lnTo>
                  <a:pt x="0" y="13500"/>
                </a:lnTo>
                <a:lnTo>
                  <a:pt x="357" y="11829"/>
                </a:lnTo>
                <a:lnTo>
                  <a:pt x="713" y="10157"/>
                </a:lnTo>
                <a:lnTo>
                  <a:pt x="1071" y="8481"/>
                </a:lnTo>
                <a:lnTo>
                  <a:pt x="1430" y="6801"/>
                </a:lnTo>
                <a:lnTo>
                  <a:pt x="1788" y="5114"/>
                </a:lnTo>
                <a:lnTo>
                  <a:pt x="2150" y="3418"/>
                </a:lnTo>
                <a:lnTo>
                  <a:pt x="2514" y="1714"/>
                </a:lnTo>
                <a:lnTo>
                  <a:pt x="2880" y="0"/>
                </a:lnTo>
                <a:close/>
              </a:path>
            </a:pathLst>
          </a:custGeom>
          <a:solidFill>
            <a:srgbClr val="E9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4" name="contour_05642"/>
          <p:cNvSpPr/>
          <p:nvPr/>
        </p:nvSpPr>
        <p:spPr>
          <a:xfrm>
            <a:off x="7444126" y="3643996"/>
            <a:ext cx="2040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28" y="0"/>
                </a:lnTo>
                <a:lnTo>
                  <a:pt x="1058" y="0"/>
                </a:lnTo>
                <a:lnTo>
                  <a:pt x="1586" y="0"/>
                </a:lnTo>
                <a:lnTo>
                  <a:pt x="2115" y="0"/>
                </a:lnTo>
                <a:lnTo>
                  <a:pt x="2644" y="0"/>
                </a:lnTo>
                <a:lnTo>
                  <a:pt x="3174" y="0"/>
                </a:lnTo>
                <a:lnTo>
                  <a:pt x="3704" y="0"/>
                </a:lnTo>
                <a:lnTo>
                  <a:pt x="4234" y="0"/>
                </a:lnTo>
                <a:lnTo>
                  <a:pt x="4764" y="0"/>
                </a:lnTo>
                <a:lnTo>
                  <a:pt x="5295" y="0"/>
                </a:lnTo>
                <a:lnTo>
                  <a:pt x="5827" y="0"/>
                </a:lnTo>
                <a:lnTo>
                  <a:pt x="6358" y="0"/>
                </a:lnTo>
                <a:lnTo>
                  <a:pt x="6890" y="0"/>
                </a:lnTo>
                <a:lnTo>
                  <a:pt x="7423" y="0"/>
                </a:lnTo>
                <a:lnTo>
                  <a:pt x="7957" y="0"/>
                </a:lnTo>
                <a:lnTo>
                  <a:pt x="8492" y="0"/>
                </a:lnTo>
                <a:lnTo>
                  <a:pt x="9027" y="0"/>
                </a:lnTo>
                <a:lnTo>
                  <a:pt x="9563" y="0"/>
                </a:lnTo>
                <a:lnTo>
                  <a:pt x="10100" y="0"/>
                </a:lnTo>
                <a:lnTo>
                  <a:pt x="10638" y="0"/>
                </a:lnTo>
                <a:lnTo>
                  <a:pt x="11176" y="0"/>
                </a:lnTo>
                <a:lnTo>
                  <a:pt x="11716" y="0"/>
                </a:lnTo>
                <a:lnTo>
                  <a:pt x="12256" y="0"/>
                </a:lnTo>
                <a:lnTo>
                  <a:pt x="12799" y="0"/>
                </a:lnTo>
                <a:lnTo>
                  <a:pt x="13342" y="0"/>
                </a:lnTo>
                <a:lnTo>
                  <a:pt x="13886" y="0"/>
                </a:lnTo>
                <a:lnTo>
                  <a:pt x="13886" y="1833"/>
                </a:lnTo>
                <a:lnTo>
                  <a:pt x="13886" y="3672"/>
                </a:lnTo>
                <a:lnTo>
                  <a:pt x="13886" y="5517"/>
                </a:lnTo>
                <a:lnTo>
                  <a:pt x="13886" y="7378"/>
                </a:lnTo>
                <a:lnTo>
                  <a:pt x="13886" y="9257"/>
                </a:lnTo>
                <a:lnTo>
                  <a:pt x="14062" y="8921"/>
                </a:lnTo>
                <a:lnTo>
                  <a:pt x="14594" y="7906"/>
                </a:lnTo>
                <a:lnTo>
                  <a:pt x="15153" y="6955"/>
                </a:lnTo>
                <a:lnTo>
                  <a:pt x="15694" y="6116"/>
                </a:lnTo>
                <a:lnTo>
                  <a:pt x="16221" y="5388"/>
                </a:lnTo>
                <a:lnTo>
                  <a:pt x="16738" y="4761"/>
                </a:lnTo>
                <a:lnTo>
                  <a:pt x="17248" y="4237"/>
                </a:lnTo>
                <a:lnTo>
                  <a:pt x="17758" y="3808"/>
                </a:lnTo>
                <a:lnTo>
                  <a:pt x="18268" y="3468"/>
                </a:lnTo>
                <a:lnTo>
                  <a:pt x="18785" y="3215"/>
                </a:lnTo>
                <a:lnTo>
                  <a:pt x="19312" y="3043"/>
                </a:lnTo>
                <a:lnTo>
                  <a:pt x="19853" y="2947"/>
                </a:lnTo>
                <a:lnTo>
                  <a:pt x="20412" y="2928"/>
                </a:lnTo>
                <a:lnTo>
                  <a:pt x="20993" y="2975"/>
                </a:lnTo>
                <a:lnTo>
                  <a:pt x="21600" y="3086"/>
                </a:lnTo>
                <a:lnTo>
                  <a:pt x="21600" y="5122"/>
                </a:lnTo>
                <a:lnTo>
                  <a:pt x="21600" y="7162"/>
                </a:lnTo>
                <a:lnTo>
                  <a:pt x="21600" y="9202"/>
                </a:lnTo>
                <a:lnTo>
                  <a:pt x="21600" y="11247"/>
                </a:lnTo>
                <a:lnTo>
                  <a:pt x="21600" y="13299"/>
                </a:lnTo>
                <a:lnTo>
                  <a:pt x="21600" y="15361"/>
                </a:lnTo>
                <a:lnTo>
                  <a:pt x="21600" y="17428"/>
                </a:lnTo>
                <a:lnTo>
                  <a:pt x="21600" y="19508"/>
                </a:lnTo>
                <a:lnTo>
                  <a:pt x="21600" y="21600"/>
                </a:lnTo>
                <a:lnTo>
                  <a:pt x="21552" y="19560"/>
                </a:lnTo>
                <a:lnTo>
                  <a:pt x="21504" y="17508"/>
                </a:lnTo>
                <a:lnTo>
                  <a:pt x="21455" y="15429"/>
                </a:lnTo>
                <a:lnTo>
                  <a:pt x="21334" y="13407"/>
                </a:lnTo>
                <a:lnTo>
                  <a:pt x="21228" y="12090"/>
                </a:lnTo>
                <a:lnTo>
                  <a:pt x="21079" y="10899"/>
                </a:lnTo>
                <a:lnTo>
                  <a:pt x="20829" y="9257"/>
                </a:lnTo>
                <a:lnTo>
                  <a:pt x="20272" y="8847"/>
                </a:lnTo>
                <a:lnTo>
                  <a:pt x="19722" y="8618"/>
                </a:lnTo>
                <a:lnTo>
                  <a:pt x="19177" y="8538"/>
                </a:lnTo>
                <a:lnTo>
                  <a:pt x="18632" y="8591"/>
                </a:lnTo>
                <a:lnTo>
                  <a:pt x="18086" y="8742"/>
                </a:lnTo>
                <a:lnTo>
                  <a:pt x="17533" y="8973"/>
                </a:lnTo>
                <a:lnTo>
                  <a:pt x="16971" y="9257"/>
                </a:lnTo>
                <a:lnTo>
                  <a:pt x="16971" y="11297"/>
                </a:lnTo>
                <a:lnTo>
                  <a:pt x="16971" y="13349"/>
                </a:lnTo>
                <a:lnTo>
                  <a:pt x="16971" y="15429"/>
                </a:lnTo>
                <a:lnTo>
                  <a:pt x="16489" y="15216"/>
                </a:lnTo>
                <a:lnTo>
                  <a:pt x="16006" y="14981"/>
                </a:lnTo>
                <a:lnTo>
                  <a:pt x="15524" y="14731"/>
                </a:lnTo>
                <a:lnTo>
                  <a:pt x="15043" y="14466"/>
                </a:lnTo>
                <a:lnTo>
                  <a:pt x="14504" y="14194"/>
                </a:lnTo>
                <a:lnTo>
                  <a:pt x="13958" y="13923"/>
                </a:lnTo>
                <a:lnTo>
                  <a:pt x="13539" y="13139"/>
                </a:lnTo>
                <a:lnTo>
                  <a:pt x="13114" y="12343"/>
                </a:lnTo>
                <a:lnTo>
                  <a:pt x="13114" y="10510"/>
                </a:lnTo>
                <a:lnTo>
                  <a:pt x="13114" y="8671"/>
                </a:lnTo>
                <a:lnTo>
                  <a:pt x="13114" y="6826"/>
                </a:lnTo>
                <a:lnTo>
                  <a:pt x="13114" y="4965"/>
                </a:lnTo>
                <a:lnTo>
                  <a:pt x="13114" y="3086"/>
                </a:lnTo>
                <a:lnTo>
                  <a:pt x="12574" y="3086"/>
                </a:lnTo>
                <a:lnTo>
                  <a:pt x="12032" y="3086"/>
                </a:lnTo>
                <a:lnTo>
                  <a:pt x="11491" y="3086"/>
                </a:lnTo>
                <a:lnTo>
                  <a:pt x="10950" y="3086"/>
                </a:lnTo>
                <a:lnTo>
                  <a:pt x="10408" y="3086"/>
                </a:lnTo>
                <a:lnTo>
                  <a:pt x="9867" y="3086"/>
                </a:lnTo>
                <a:lnTo>
                  <a:pt x="9324" y="3086"/>
                </a:lnTo>
                <a:lnTo>
                  <a:pt x="8782" y="3086"/>
                </a:lnTo>
                <a:lnTo>
                  <a:pt x="8239" y="3086"/>
                </a:lnTo>
                <a:lnTo>
                  <a:pt x="7695" y="3086"/>
                </a:lnTo>
                <a:lnTo>
                  <a:pt x="7151" y="3086"/>
                </a:lnTo>
                <a:lnTo>
                  <a:pt x="6607" y="3086"/>
                </a:lnTo>
                <a:lnTo>
                  <a:pt x="6061" y="3086"/>
                </a:lnTo>
                <a:lnTo>
                  <a:pt x="5515" y="3086"/>
                </a:lnTo>
                <a:lnTo>
                  <a:pt x="4968" y="3086"/>
                </a:lnTo>
                <a:lnTo>
                  <a:pt x="4420" y="3086"/>
                </a:lnTo>
                <a:lnTo>
                  <a:pt x="3871" y="3086"/>
                </a:lnTo>
                <a:lnTo>
                  <a:pt x="3322" y="3086"/>
                </a:lnTo>
                <a:lnTo>
                  <a:pt x="2771" y="3086"/>
                </a:lnTo>
                <a:lnTo>
                  <a:pt x="2219" y="3086"/>
                </a:lnTo>
                <a:lnTo>
                  <a:pt x="1666" y="3086"/>
                </a:lnTo>
                <a:lnTo>
                  <a:pt x="1112" y="3086"/>
                </a:lnTo>
                <a:lnTo>
                  <a:pt x="557" y="3086"/>
                </a:lnTo>
                <a:lnTo>
                  <a:pt x="0" y="3086"/>
                </a:lnTo>
                <a:lnTo>
                  <a:pt x="0" y="1555"/>
                </a:lnTo>
                <a:lnTo>
                  <a:pt x="0" y="0"/>
                </a:lnTo>
                <a:close/>
              </a:path>
            </a:pathLst>
          </a:custGeom>
          <a:solidFill>
            <a:srgbClr val="D4E1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5" name="contour_05643"/>
          <p:cNvSpPr/>
          <p:nvPr/>
        </p:nvSpPr>
        <p:spPr>
          <a:xfrm>
            <a:off x="11022530" y="3578200"/>
            <a:ext cx="153048" cy="33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2"/>
                </a:moveTo>
                <a:lnTo>
                  <a:pt x="21375" y="2824"/>
                </a:lnTo>
                <a:lnTo>
                  <a:pt x="21193" y="4706"/>
                </a:lnTo>
                <a:lnTo>
                  <a:pt x="20957" y="6658"/>
                </a:lnTo>
                <a:lnTo>
                  <a:pt x="20571" y="9562"/>
                </a:lnTo>
                <a:lnTo>
                  <a:pt x="19959" y="10699"/>
                </a:lnTo>
                <a:lnTo>
                  <a:pt x="19517" y="11387"/>
                </a:lnTo>
                <a:lnTo>
                  <a:pt x="19031" y="11910"/>
                </a:lnTo>
                <a:lnTo>
                  <a:pt x="18285" y="12547"/>
                </a:lnTo>
                <a:lnTo>
                  <a:pt x="17585" y="13141"/>
                </a:lnTo>
                <a:lnTo>
                  <a:pt x="16875" y="13749"/>
                </a:lnTo>
                <a:lnTo>
                  <a:pt x="16376" y="14117"/>
                </a:lnTo>
                <a:lnTo>
                  <a:pt x="15874" y="14490"/>
                </a:lnTo>
                <a:lnTo>
                  <a:pt x="15365" y="14867"/>
                </a:lnTo>
                <a:lnTo>
                  <a:pt x="15139" y="15041"/>
                </a:lnTo>
                <a:lnTo>
                  <a:pt x="14740" y="15348"/>
                </a:lnTo>
                <a:lnTo>
                  <a:pt x="13830" y="16050"/>
                </a:lnTo>
                <a:lnTo>
                  <a:pt x="12347" y="17121"/>
                </a:lnTo>
                <a:lnTo>
                  <a:pt x="11024" y="18073"/>
                </a:lnTo>
                <a:lnTo>
                  <a:pt x="9851" y="18903"/>
                </a:lnTo>
                <a:lnTo>
                  <a:pt x="8811" y="19615"/>
                </a:lnTo>
                <a:lnTo>
                  <a:pt x="7892" y="20209"/>
                </a:lnTo>
                <a:lnTo>
                  <a:pt x="7083" y="20699"/>
                </a:lnTo>
                <a:lnTo>
                  <a:pt x="6369" y="21077"/>
                </a:lnTo>
                <a:lnTo>
                  <a:pt x="5736" y="21350"/>
                </a:lnTo>
                <a:lnTo>
                  <a:pt x="5173" y="21525"/>
                </a:lnTo>
                <a:lnTo>
                  <a:pt x="4666" y="21600"/>
                </a:lnTo>
                <a:lnTo>
                  <a:pt x="4200" y="21576"/>
                </a:lnTo>
                <a:lnTo>
                  <a:pt x="3765" y="21463"/>
                </a:lnTo>
                <a:lnTo>
                  <a:pt x="3345" y="21256"/>
                </a:lnTo>
                <a:lnTo>
                  <a:pt x="2928" y="20963"/>
                </a:lnTo>
                <a:lnTo>
                  <a:pt x="2501" y="20591"/>
                </a:lnTo>
                <a:lnTo>
                  <a:pt x="2051" y="20134"/>
                </a:lnTo>
                <a:lnTo>
                  <a:pt x="1564" y="19601"/>
                </a:lnTo>
                <a:lnTo>
                  <a:pt x="1029" y="18993"/>
                </a:lnTo>
                <a:lnTo>
                  <a:pt x="670" y="15437"/>
                </a:lnTo>
                <a:lnTo>
                  <a:pt x="436" y="12929"/>
                </a:lnTo>
                <a:lnTo>
                  <a:pt x="280" y="10779"/>
                </a:lnTo>
                <a:lnTo>
                  <a:pt x="151" y="8308"/>
                </a:lnTo>
                <a:lnTo>
                  <a:pt x="0" y="4847"/>
                </a:lnTo>
                <a:lnTo>
                  <a:pt x="722" y="4494"/>
                </a:lnTo>
                <a:lnTo>
                  <a:pt x="1444" y="4154"/>
                </a:lnTo>
                <a:lnTo>
                  <a:pt x="2164" y="3829"/>
                </a:lnTo>
                <a:lnTo>
                  <a:pt x="2884" y="3513"/>
                </a:lnTo>
                <a:lnTo>
                  <a:pt x="3604" y="3211"/>
                </a:lnTo>
                <a:lnTo>
                  <a:pt x="4323" y="2923"/>
                </a:lnTo>
                <a:lnTo>
                  <a:pt x="5042" y="2645"/>
                </a:lnTo>
                <a:lnTo>
                  <a:pt x="5760" y="2381"/>
                </a:lnTo>
                <a:lnTo>
                  <a:pt x="6479" y="2131"/>
                </a:lnTo>
                <a:lnTo>
                  <a:pt x="7196" y="1891"/>
                </a:lnTo>
                <a:lnTo>
                  <a:pt x="7914" y="1669"/>
                </a:lnTo>
                <a:lnTo>
                  <a:pt x="8632" y="1457"/>
                </a:lnTo>
                <a:lnTo>
                  <a:pt x="9349" y="1259"/>
                </a:lnTo>
                <a:lnTo>
                  <a:pt x="10067" y="1075"/>
                </a:lnTo>
                <a:lnTo>
                  <a:pt x="10785" y="905"/>
                </a:lnTo>
                <a:lnTo>
                  <a:pt x="11501" y="750"/>
                </a:lnTo>
                <a:lnTo>
                  <a:pt x="12219" y="608"/>
                </a:lnTo>
                <a:lnTo>
                  <a:pt x="12938" y="481"/>
                </a:lnTo>
                <a:lnTo>
                  <a:pt x="13656" y="368"/>
                </a:lnTo>
                <a:lnTo>
                  <a:pt x="14375" y="269"/>
                </a:lnTo>
                <a:lnTo>
                  <a:pt x="15095" y="189"/>
                </a:lnTo>
                <a:lnTo>
                  <a:pt x="15815" y="118"/>
                </a:lnTo>
                <a:lnTo>
                  <a:pt x="16535" y="66"/>
                </a:lnTo>
                <a:lnTo>
                  <a:pt x="17256" y="28"/>
                </a:lnTo>
                <a:lnTo>
                  <a:pt x="17978" y="9"/>
                </a:lnTo>
                <a:lnTo>
                  <a:pt x="18700" y="0"/>
                </a:lnTo>
                <a:lnTo>
                  <a:pt x="19425" y="9"/>
                </a:lnTo>
                <a:lnTo>
                  <a:pt x="20149" y="33"/>
                </a:lnTo>
                <a:lnTo>
                  <a:pt x="20874" y="75"/>
                </a:lnTo>
                <a:lnTo>
                  <a:pt x="21600" y="132"/>
                </a:lnTo>
                <a:close/>
              </a:path>
            </a:pathLst>
          </a:custGeom>
          <a:solidFill>
            <a:srgbClr val="A5C0D3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6" name="contour_05644"/>
          <p:cNvSpPr/>
          <p:nvPr/>
        </p:nvSpPr>
        <p:spPr>
          <a:xfrm>
            <a:off x="10126107" y="3556540"/>
            <a:ext cx="145760" cy="34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7" y="326"/>
                </a:lnTo>
                <a:lnTo>
                  <a:pt x="1534" y="651"/>
                </a:lnTo>
                <a:lnTo>
                  <a:pt x="2300" y="981"/>
                </a:lnTo>
                <a:lnTo>
                  <a:pt x="3067" y="1311"/>
                </a:lnTo>
                <a:lnTo>
                  <a:pt x="3834" y="1650"/>
                </a:lnTo>
                <a:lnTo>
                  <a:pt x="4601" y="1985"/>
                </a:lnTo>
                <a:lnTo>
                  <a:pt x="5367" y="2329"/>
                </a:lnTo>
                <a:lnTo>
                  <a:pt x="6133" y="2672"/>
                </a:lnTo>
                <a:lnTo>
                  <a:pt x="6899" y="3020"/>
                </a:lnTo>
                <a:lnTo>
                  <a:pt x="7666" y="3369"/>
                </a:lnTo>
                <a:lnTo>
                  <a:pt x="8317" y="3658"/>
                </a:lnTo>
                <a:lnTo>
                  <a:pt x="8968" y="3943"/>
                </a:lnTo>
                <a:lnTo>
                  <a:pt x="9620" y="4223"/>
                </a:lnTo>
                <a:lnTo>
                  <a:pt x="10271" y="4499"/>
                </a:lnTo>
                <a:lnTo>
                  <a:pt x="11022" y="4820"/>
                </a:lnTo>
                <a:lnTo>
                  <a:pt x="11774" y="5150"/>
                </a:lnTo>
                <a:lnTo>
                  <a:pt x="12525" y="5489"/>
                </a:lnTo>
                <a:lnTo>
                  <a:pt x="13276" y="5833"/>
                </a:lnTo>
                <a:lnTo>
                  <a:pt x="14027" y="6181"/>
                </a:lnTo>
                <a:lnTo>
                  <a:pt x="14606" y="6412"/>
                </a:lnTo>
                <a:lnTo>
                  <a:pt x="15193" y="6638"/>
                </a:lnTo>
                <a:lnTo>
                  <a:pt x="15980" y="7099"/>
                </a:lnTo>
                <a:lnTo>
                  <a:pt x="16705" y="7687"/>
                </a:lnTo>
                <a:lnTo>
                  <a:pt x="17382" y="8406"/>
                </a:lnTo>
                <a:lnTo>
                  <a:pt x="18017" y="9274"/>
                </a:lnTo>
                <a:lnTo>
                  <a:pt x="18624" y="10296"/>
                </a:lnTo>
                <a:lnTo>
                  <a:pt x="19213" y="11481"/>
                </a:lnTo>
                <a:lnTo>
                  <a:pt x="19794" y="12846"/>
                </a:lnTo>
                <a:lnTo>
                  <a:pt x="20379" y="14392"/>
                </a:lnTo>
                <a:lnTo>
                  <a:pt x="20977" y="16138"/>
                </a:lnTo>
                <a:lnTo>
                  <a:pt x="21600" y="18087"/>
                </a:lnTo>
                <a:lnTo>
                  <a:pt x="20754" y="18702"/>
                </a:lnTo>
                <a:lnTo>
                  <a:pt x="19923" y="19267"/>
                </a:lnTo>
                <a:lnTo>
                  <a:pt x="19105" y="19778"/>
                </a:lnTo>
                <a:lnTo>
                  <a:pt x="18301" y="20230"/>
                </a:lnTo>
                <a:lnTo>
                  <a:pt x="17507" y="20623"/>
                </a:lnTo>
                <a:lnTo>
                  <a:pt x="16725" y="20958"/>
                </a:lnTo>
                <a:lnTo>
                  <a:pt x="15953" y="21225"/>
                </a:lnTo>
                <a:lnTo>
                  <a:pt x="15190" y="21419"/>
                </a:lnTo>
                <a:lnTo>
                  <a:pt x="14436" y="21546"/>
                </a:lnTo>
                <a:lnTo>
                  <a:pt x="13690" y="21600"/>
                </a:lnTo>
                <a:lnTo>
                  <a:pt x="12951" y="21573"/>
                </a:lnTo>
                <a:lnTo>
                  <a:pt x="12219" y="21469"/>
                </a:lnTo>
                <a:lnTo>
                  <a:pt x="11493" y="21279"/>
                </a:lnTo>
                <a:lnTo>
                  <a:pt x="10771" y="21003"/>
                </a:lnTo>
                <a:lnTo>
                  <a:pt x="10054" y="20637"/>
                </a:lnTo>
                <a:lnTo>
                  <a:pt x="9340" y="20180"/>
                </a:lnTo>
                <a:lnTo>
                  <a:pt x="8627" y="19629"/>
                </a:lnTo>
                <a:lnTo>
                  <a:pt x="7917" y="18982"/>
                </a:lnTo>
                <a:lnTo>
                  <a:pt x="7208" y="18231"/>
                </a:lnTo>
                <a:lnTo>
                  <a:pt x="6499" y="17377"/>
                </a:lnTo>
                <a:lnTo>
                  <a:pt x="5790" y="16414"/>
                </a:lnTo>
                <a:lnTo>
                  <a:pt x="5079" y="15342"/>
                </a:lnTo>
                <a:lnTo>
                  <a:pt x="4366" y="14157"/>
                </a:lnTo>
                <a:lnTo>
                  <a:pt x="3650" y="12860"/>
                </a:lnTo>
                <a:lnTo>
                  <a:pt x="2931" y="11440"/>
                </a:lnTo>
                <a:lnTo>
                  <a:pt x="2206" y="9902"/>
                </a:lnTo>
                <a:lnTo>
                  <a:pt x="1477" y="8238"/>
                </a:lnTo>
                <a:lnTo>
                  <a:pt x="742" y="6443"/>
                </a:lnTo>
                <a:lnTo>
                  <a:pt x="0" y="4522"/>
                </a:lnTo>
                <a:lnTo>
                  <a:pt x="0" y="2279"/>
                </a:lnTo>
                <a:lnTo>
                  <a:pt x="0" y="0"/>
                </a:lnTo>
                <a:close/>
              </a:path>
            </a:pathLst>
          </a:custGeom>
          <a:solidFill>
            <a:srgbClr val="A2BCC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7" name="contour_05645"/>
          <p:cNvSpPr/>
          <p:nvPr/>
        </p:nvSpPr>
        <p:spPr>
          <a:xfrm>
            <a:off x="9768995" y="3476372"/>
            <a:ext cx="182200" cy="78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" y="0"/>
                </a:moveTo>
                <a:lnTo>
                  <a:pt x="1470" y="28"/>
                </a:lnTo>
                <a:lnTo>
                  <a:pt x="1910" y="82"/>
                </a:lnTo>
                <a:lnTo>
                  <a:pt x="2313" y="196"/>
                </a:lnTo>
                <a:lnTo>
                  <a:pt x="2804" y="406"/>
                </a:lnTo>
                <a:lnTo>
                  <a:pt x="3510" y="750"/>
                </a:lnTo>
                <a:lnTo>
                  <a:pt x="3720" y="848"/>
                </a:lnTo>
                <a:lnTo>
                  <a:pt x="4093" y="1022"/>
                </a:lnTo>
                <a:lnTo>
                  <a:pt x="4945" y="1422"/>
                </a:lnTo>
                <a:lnTo>
                  <a:pt x="5492" y="1708"/>
                </a:lnTo>
                <a:lnTo>
                  <a:pt x="6048" y="2000"/>
                </a:lnTo>
                <a:lnTo>
                  <a:pt x="6048" y="3323"/>
                </a:lnTo>
                <a:lnTo>
                  <a:pt x="6048" y="4653"/>
                </a:lnTo>
                <a:lnTo>
                  <a:pt x="6048" y="6001"/>
                </a:lnTo>
                <a:lnTo>
                  <a:pt x="6533" y="6577"/>
                </a:lnTo>
                <a:lnTo>
                  <a:pt x="7011" y="7117"/>
                </a:lnTo>
                <a:lnTo>
                  <a:pt x="7487" y="7625"/>
                </a:lnTo>
                <a:lnTo>
                  <a:pt x="7964" y="8110"/>
                </a:lnTo>
                <a:lnTo>
                  <a:pt x="8448" y="8572"/>
                </a:lnTo>
                <a:lnTo>
                  <a:pt x="8942" y="9018"/>
                </a:lnTo>
                <a:lnTo>
                  <a:pt x="9450" y="9456"/>
                </a:lnTo>
                <a:lnTo>
                  <a:pt x="9970" y="9914"/>
                </a:lnTo>
                <a:lnTo>
                  <a:pt x="10496" y="10380"/>
                </a:lnTo>
                <a:lnTo>
                  <a:pt x="11050" y="10864"/>
                </a:lnTo>
                <a:lnTo>
                  <a:pt x="11604" y="11346"/>
                </a:lnTo>
                <a:lnTo>
                  <a:pt x="12158" y="11824"/>
                </a:lnTo>
                <a:lnTo>
                  <a:pt x="12713" y="12302"/>
                </a:lnTo>
                <a:lnTo>
                  <a:pt x="13268" y="12778"/>
                </a:lnTo>
                <a:lnTo>
                  <a:pt x="13824" y="13252"/>
                </a:lnTo>
                <a:lnTo>
                  <a:pt x="14386" y="13743"/>
                </a:lnTo>
                <a:lnTo>
                  <a:pt x="14948" y="14235"/>
                </a:lnTo>
                <a:lnTo>
                  <a:pt x="15511" y="14727"/>
                </a:lnTo>
                <a:lnTo>
                  <a:pt x="16072" y="15221"/>
                </a:lnTo>
                <a:lnTo>
                  <a:pt x="16624" y="15703"/>
                </a:lnTo>
                <a:lnTo>
                  <a:pt x="17176" y="16185"/>
                </a:lnTo>
                <a:lnTo>
                  <a:pt x="17728" y="16667"/>
                </a:lnTo>
                <a:lnTo>
                  <a:pt x="18281" y="17145"/>
                </a:lnTo>
                <a:lnTo>
                  <a:pt x="18833" y="17623"/>
                </a:lnTo>
                <a:lnTo>
                  <a:pt x="19386" y="18101"/>
                </a:lnTo>
                <a:lnTo>
                  <a:pt x="19939" y="18577"/>
                </a:lnTo>
                <a:lnTo>
                  <a:pt x="20493" y="19054"/>
                </a:lnTo>
                <a:lnTo>
                  <a:pt x="21046" y="19530"/>
                </a:lnTo>
                <a:lnTo>
                  <a:pt x="21600" y="20004"/>
                </a:lnTo>
                <a:lnTo>
                  <a:pt x="20928" y="20470"/>
                </a:lnTo>
                <a:lnTo>
                  <a:pt x="20302" y="20874"/>
                </a:lnTo>
                <a:lnTo>
                  <a:pt x="19713" y="21202"/>
                </a:lnTo>
                <a:lnTo>
                  <a:pt x="19148" y="21440"/>
                </a:lnTo>
                <a:lnTo>
                  <a:pt x="18595" y="21576"/>
                </a:lnTo>
                <a:lnTo>
                  <a:pt x="18042" y="21600"/>
                </a:lnTo>
                <a:lnTo>
                  <a:pt x="17477" y="21496"/>
                </a:lnTo>
                <a:lnTo>
                  <a:pt x="16889" y="21252"/>
                </a:lnTo>
                <a:lnTo>
                  <a:pt x="16264" y="20856"/>
                </a:lnTo>
                <a:lnTo>
                  <a:pt x="15593" y="20294"/>
                </a:lnTo>
                <a:lnTo>
                  <a:pt x="15131" y="19876"/>
                </a:lnTo>
                <a:lnTo>
                  <a:pt x="14666" y="19454"/>
                </a:lnTo>
                <a:lnTo>
                  <a:pt x="14196" y="19028"/>
                </a:lnTo>
                <a:lnTo>
                  <a:pt x="13716" y="18565"/>
                </a:lnTo>
                <a:lnTo>
                  <a:pt x="13233" y="18099"/>
                </a:lnTo>
                <a:lnTo>
                  <a:pt x="12744" y="17627"/>
                </a:lnTo>
                <a:lnTo>
                  <a:pt x="12249" y="17169"/>
                </a:lnTo>
                <a:lnTo>
                  <a:pt x="11751" y="16707"/>
                </a:lnTo>
                <a:lnTo>
                  <a:pt x="11247" y="16239"/>
                </a:lnTo>
                <a:lnTo>
                  <a:pt x="10697" y="15719"/>
                </a:lnTo>
                <a:lnTo>
                  <a:pt x="10149" y="15191"/>
                </a:lnTo>
                <a:lnTo>
                  <a:pt x="9602" y="14659"/>
                </a:lnTo>
                <a:lnTo>
                  <a:pt x="9058" y="14121"/>
                </a:lnTo>
                <a:lnTo>
                  <a:pt x="8515" y="13579"/>
                </a:lnTo>
                <a:lnTo>
                  <a:pt x="7972" y="13028"/>
                </a:lnTo>
                <a:lnTo>
                  <a:pt x="7431" y="12472"/>
                </a:lnTo>
                <a:lnTo>
                  <a:pt x="6892" y="11910"/>
                </a:lnTo>
                <a:lnTo>
                  <a:pt x="6355" y="11342"/>
                </a:lnTo>
                <a:lnTo>
                  <a:pt x="5818" y="10766"/>
                </a:lnTo>
                <a:lnTo>
                  <a:pt x="5282" y="10186"/>
                </a:lnTo>
                <a:lnTo>
                  <a:pt x="4749" y="9598"/>
                </a:lnTo>
                <a:lnTo>
                  <a:pt x="4216" y="9004"/>
                </a:lnTo>
                <a:lnTo>
                  <a:pt x="3685" y="8404"/>
                </a:lnTo>
                <a:lnTo>
                  <a:pt x="3155" y="7795"/>
                </a:lnTo>
                <a:lnTo>
                  <a:pt x="2626" y="7181"/>
                </a:lnTo>
                <a:lnTo>
                  <a:pt x="2099" y="6559"/>
                </a:lnTo>
                <a:lnTo>
                  <a:pt x="1572" y="5929"/>
                </a:lnTo>
                <a:lnTo>
                  <a:pt x="1047" y="5295"/>
                </a:lnTo>
                <a:lnTo>
                  <a:pt x="523" y="4651"/>
                </a:lnTo>
                <a:lnTo>
                  <a:pt x="0" y="4001"/>
                </a:lnTo>
                <a:lnTo>
                  <a:pt x="163" y="2787"/>
                </a:lnTo>
                <a:lnTo>
                  <a:pt x="308" y="1966"/>
                </a:lnTo>
                <a:lnTo>
                  <a:pt x="515" y="1162"/>
                </a:lnTo>
                <a:lnTo>
                  <a:pt x="864" y="0"/>
                </a:lnTo>
                <a:close/>
              </a:path>
            </a:pathLst>
          </a:custGeom>
          <a:solidFill>
            <a:srgbClr val="9CB9C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8" name="contour_05646"/>
          <p:cNvSpPr/>
          <p:nvPr/>
        </p:nvSpPr>
        <p:spPr>
          <a:xfrm>
            <a:off x="5833480" y="3367052"/>
            <a:ext cx="8731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30" y="0"/>
                </a:moveTo>
                <a:lnTo>
                  <a:pt x="18953" y="892"/>
                </a:lnTo>
                <a:lnTo>
                  <a:pt x="19750" y="1720"/>
                </a:lnTo>
                <a:lnTo>
                  <a:pt x="20415" y="2530"/>
                </a:lnTo>
                <a:lnTo>
                  <a:pt x="20940" y="3367"/>
                </a:lnTo>
                <a:lnTo>
                  <a:pt x="21319" y="4275"/>
                </a:lnTo>
                <a:lnTo>
                  <a:pt x="21541" y="5301"/>
                </a:lnTo>
                <a:lnTo>
                  <a:pt x="21600" y="6491"/>
                </a:lnTo>
                <a:lnTo>
                  <a:pt x="21355" y="7594"/>
                </a:lnTo>
                <a:lnTo>
                  <a:pt x="21081" y="8651"/>
                </a:lnTo>
                <a:lnTo>
                  <a:pt x="20774" y="9668"/>
                </a:lnTo>
                <a:lnTo>
                  <a:pt x="20426" y="10649"/>
                </a:lnTo>
                <a:lnTo>
                  <a:pt x="20028" y="11601"/>
                </a:lnTo>
                <a:lnTo>
                  <a:pt x="19575" y="12526"/>
                </a:lnTo>
                <a:lnTo>
                  <a:pt x="19060" y="13434"/>
                </a:lnTo>
                <a:lnTo>
                  <a:pt x="18474" y="14325"/>
                </a:lnTo>
                <a:lnTo>
                  <a:pt x="17812" y="15209"/>
                </a:lnTo>
                <a:lnTo>
                  <a:pt x="17065" y="16089"/>
                </a:lnTo>
                <a:lnTo>
                  <a:pt x="16227" y="16971"/>
                </a:lnTo>
                <a:lnTo>
                  <a:pt x="15073" y="17451"/>
                </a:lnTo>
                <a:lnTo>
                  <a:pt x="13908" y="17882"/>
                </a:lnTo>
                <a:lnTo>
                  <a:pt x="12731" y="18271"/>
                </a:lnTo>
                <a:lnTo>
                  <a:pt x="11541" y="18625"/>
                </a:lnTo>
                <a:lnTo>
                  <a:pt x="10337" y="18957"/>
                </a:lnTo>
                <a:lnTo>
                  <a:pt x="9120" y="19270"/>
                </a:lnTo>
                <a:lnTo>
                  <a:pt x="7888" y="19576"/>
                </a:lnTo>
                <a:lnTo>
                  <a:pt x="7317" y="19725"/>
                </a:lnTo>
                <a:lnTo>
                  <a:pt x="5593" y="20181"/>
                </a:lnTo>
                <a:lnTo>
                  <a:pt x="4477" y="20471"/>
                </a:lnTo>
                <a:lnTo>
                  <a:pt x="3359" y="20758"/>
                </a:lnTo>
                <a:lnTo>
                  <a:pt x="2241" y="21041"/>
                </a:lnTo>
                <a:lnTo>
                  <a:pt x="1120" y="21321"/>
                </a:lnTo>
                <a:lnTo>
                  <a:pt x="0" y="21600"/>
                </a:lnTo>
                <a:lnTo>
                  <a:pt x="0" y="20580"/>
                </a:lnTo>
                <a:lnTo>
                  <a:pt x="0" y="19554"/>
                </a:lnTo>
                <a:lnTo>
                  <a:pt x="0" y="18514"/>
                </a:lnTo>
                <a:lnTo>
                  <a:pt x="1085" y="18078"/>
                </a:lnTo>
                <a:lnTo>
                  <a:pt x="1891" y="17771"/>
                </a:lnTo>
                <a:lnTo>
                  <a:pt x="2661" y="17507"/>
                </a:lnTo>
                <a:lnTo>
                  <a:pt x="3640" y="17203"/>
                </a:lnTo>
                <a:lnTo>
                  <a:pt x="5070" y="16779"/>
                </a:lnTo>
                <a:lnTo>
                  <a:pt x="6413" y="16228"/>
                </a:lnTo>
                <a:lnTo>
                  <a:pt x="7596" y="15672"/>
                </a:lnTo>
                <a:lnTo>
                  <a:pt x="8635" y="15098"/>
                </a:lnTo>
                <a:lnTo>
                  <a:pt x="9549" y="14487"/>
                </a:lnTo>
                <a:lnTo>
                  <a:pt x="10355" y="13827"/>
                </a:lnTo>
                <a:lnTo>
                  <a:pt x="11074" y="13102"/>
                </a:lnTo>
                <a:lnTo>
                  <a:pt x="11721" y="12293"/>
                </a:lnTo>
                <a:lnTo>
                  <a:pt x="12318" y="11389"/>
                </a:lnTo>
                <a:lnTo>
                  <a:pt x="12879" y="10373"/>
                </a:lnTo>
                <a:lnTo>
                  <a:pt x="13425" y="9228"/>
                </a:lnTo>
                <a:lnTo>
                  <a:pt x="13806" y="8233"/>
                </a:lnTo>
                <a:lnTo>
                  <a:pt x="14177" y="7234"/>
                </a:lnTo>
                <a:lnTo>
                  <a:pt x="14541" y="6236"/>
                </a:lnTo>
                <a:lnTo>
                  <a:pt x="14898" y="5235"/>
                </a:lnTo>
                <a:lnTo>
                  <a:pt x="15248" y="4231"/>
                </a:lnTo>
                <a:lnTo>
                  <a:pt x="15740" y="2907"/>
                </a:lnTo>
                <a:lnTo>
                  <a:pt x="16131" y="2024"/>
                </a:lnTo>
                <a:lnTo>
                  <a:pt x="16553" y="1381"/>
                </a:lnTo>
                <a:lnTo>
                  <a:pt x="17143" y="775"/>
                </a:lnTo>
                <a:lnTo>
                  <a:pt x="18030" y="0"/>
                </a:lnTo>
                <a:close/>
              </a:path>
            </a:pathLst>
          </a:custGeom>
          <a:solidFill>
            <a:srgbClr val="E0DFE1"/>
          </a:solidFill>
          <a:ln>
            <a:noFill/>
          </a:ln>
        </p:spPr>
        <p:txBody>
          <a:bodyPr/>
          <a:lstStyle/>
          <a:p/>
        </p:txBody>
      </p:sp>
      <p:sp>
        <p:nvSpPr>
          <p:cNvPr id="5649" name="contour_05647"/>
          <p:cNvSpPr/>
          <p:nvPr/>
        </p:nvSpPr>
        <p:spPr>
          <a:xfrm>
            <a:off x="5214001" y="3337900"/>
            <a:ext cx="10203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307" y="175"/>
                </a:lnTo>
                <a:lnTo>
                  <a:pt x="8415" y="362"/>
                </a:lnTo>
                <a:lnTo>
                  <a:pt x="9499" y="562"/>
                </a:lnTo>
                <a:lnTo>
                  <a:pt x="10562" y="783"/>
                </a:lnTo>
                <a:lnTo>
                  <a:pt x="11607" y="1024"/>
                </a:lnTo>
                <a:lnTo>
                  <a:pt x="12634" y="1291"/>
                </a:lnTo>
                <a:lnTo>
                  <a:pt x="13648" y="1588"/>
                </a:lnTo>
                <a:lnTo>
                  <a:pt x="14653" y="1915"/>
                </a:lnTo>
                <a:lnTo>
                  <a:pt x="15648" y="2279"/>
                </a:lnTo>
                <a:lnTo>
                  <a:pt x="16638" y="2682"/>
                </a:lnTo>
                <a:lnTo>
                  <a:pt x="17626" y="3127"/>
                </a:lnTo>
                <a:lnTo>
                  <a:pt x="18613" y="3618"/>
                </a:lnTo>
                <a:lnTo>
                  <a:pt x="19602" y="4158"/>
                </a:lnTo>
                <a:lnTo>
                  <a:pt x="20597" y="4750"/>
                </a:lnTo>
                <a:lnTo>
                  <a:pt x="21600" y="5400"/>
                </a:lnTo>
                <a:lnTo>
                  <a:pt x="20867" y="5215"/>
                </a:lnTo>
                <a:lnTo>
                  <a:pt x="20130" y="5027"/>
                </a:lnTo>
                <a:lnTo>
                  <a:pt x="19381" y="4838"/>
                </a:lnTo>
                <a:lnTo>
                  <a:pt x="18585" y="5024"/>
                </a:lnTo>
                <a:lnTo>
                  <a:pt x="17785" y="5211"/>
                </a:lnTo>
                <a:lnTo>
                  <a:pt x="16971" y="5400"/>
                </a:lnTo>
                <a:lnTo>
                  <a:pt x="16877" y="6448"/>
                </a:lnTo>
                <a:lnTo>
                  <a:pt x="16826" y="7220"/>
                </a:lnTo>
                <a:lnTo>
                  <a:pt x="16799" y="8095"/>
                </a:lnTo>
                <a:lnTo>
                  <a:pt x="16779" y="9450"/>
                </a:lnTo>
                <a:lnTo>
                  <a:pt x="16649" y="10674"/>
                </a:lnTo>
                <a:lnTo>
                  <a:pt x="16515" y="11543"/>
                </a:lnTo>
                <a:lnTo>
                  <a:pt x="16310" y="12296"/>
                </a:lnTo>
                <a:lnTo>
                  <a:pt x="15969" y="13169"/>
                </a:lnTo>
                <a:lnTo>
                  <a:pt x="15429" y="14400"/>
                </a:lnTo>
                <a:lnTo>
                  <a:pt x="14523" y="15093"/>
                </a:lnTo>
                <a:lnTo>
                  <a:pt x="13596" y="15745"/>
                </a:lnTo>
                <a:lnTo>
                  <a:pt x="12647" y="16358"/>
                </a:lnTo>
                <a:lnTo>
                  <a:pt x="11679" y="16936"/>
                </a:lnTo>
                <a:lnTo>
                  <a:pt x="10697" y="17485"/>
                </a:lnTo>
                <a:lnTo>
                  <a:pt x="9700" y="18007"/>
                </a:lnTo>
                <a:lnTo>
                  <a:pt x="8694" y="18504"/>
                </a:lnTo>
                <a:lnTo>
                  <a:pt x="7677" y="18979"/>
                </a:lnTo>
                <a:lnTo>
                  <a:pt x="6656" y="19440"/>
                </a:lnTo>
                <a:lnTo>
                  <a:pt x="5631" y="19885"/>
                </a:lnTo>
                <a:lnTo>
                  <a:pt x="4604" y="20320"/>
                </a:lnTo>
                <a:lnTo>
                  <a:pt x="3579" y="20749"/>
                </a:lnTo>
                <a:lnTo>
                  <a:pt x="2558" y="21175"/>
                </a:lnTo>
                <a:lnTo>
                  <a:pt x="1543" y="21600"/>
                </a:lnTo>
                <a:lnTo>
                  <a:pt x="1288" y="20412"/>
                </a:lnTo>
                <a:lnTo>
                  <a:pt x="1034" y="19222"/>
                </a:lnTo>
                <a:lnTo>
                  <a:pt x="778" y="18027"/>
                </a:lnTo>
                <a:lnTo>
                  <a:pt x="520" y="16826"/>
                </a:lnTo>
                <a:lnTo>
                  <a:pt x="261" y="15619"/>
                </a:lnTo>
                <a:lnTo>
                  <a:pt x="0" y="14400"/>
                </a:lnTo>
                <a:lnTo>
                  <a:pt x="494" y="14335"/>
                </a:lnTo>
                <a:lnTo>
                  <a:pt x="946" y="14278"/>
                </a:lnTo>
                <a:lnTo>
                  <a:pt x="1390" y="14220"/>
                </a:lnTo>
                <a:lnTo>
                  <a:pt x="1868" y="14157"/>
                </a:lnTo>
                <a:lnTo>
                  <a:pt x="2416" y="14087"/>
                </a:lnTo>
                <a:lnTo>
                  <a:pt x="3073" y="14002"/>
                </a:lnTo>
                <a:lnTo>
                  <a:pt x="3876" y="13898"/>
                </a:lnTo>
                <a:lnTo>
                  <a:pt x="4863" y="13770"/>
                </a:lnTo>
                <a:lnTo>
                  <a:pt x="6071" y="13613"/>
                </a:lnTo>
                <a:lnTo>
                  <a:pt x="7540" y="13423"/>
                </a:lnTo>
                <a:lnTo>
                  <a:pt x="9307" y="13194"/>
                </a:lnTo>
                <a:lnTo>
                  <a:pt x="11409" y="12920"/>
                </a:lnTo>
                <a:lnTo>
                  <a:pt x="13886" y="12600"/>
                </a:lnTo>
                <a:lnTo>
                  <a:pt x="13580" y="11531"/>
                </a:lnTo>
                <a:lnTo>
                  <a:pt x="13273" y="10458"/>
                </a:lnTo>
                <a:lnTo>
                  <a:pt x="12966" y="9382"/>
                </a:lnTo>
                <a:lnTo>
                  <a:pt x="12656" y="8296"/>
                </a:lnTo>
                <a:lnTo>
                  <a:pt x="12343" y="7200"/>
                </a:lnTo>
                <a:lnTo>
                  <a:pt x="11578" y="6903"/>
                </a:lnTo>
                <a:lnTo>
                  <a:pt x="10809" y="6604"/>
                </a:lnTo>
                <a:lnTo>
                  <a:pt x="10029" y="6300"/>
                </a:lnTo>
                <a:lnTo>
                  <a:pt x="9263" y="6003"/>
                </a:lnTo>
                <a:lnTo>
                  <a:pt x="8495" y="5704"/>
                </a:lnTo>
                <a:lnTo>
                  <a:pt x="7714" y="5400"/>
                </a:lnTo>
                <a:lnTo>
                  <a:pt x="7193" y="4007"/>
                </a:lnTo>
                <a:lnTo>
                  <a:pt x="6852" y="3029"/>
                </a:lnTo>
                <a:lnTo>
                  <a:pt x="6617" y="2209"/>
                </a:lnTo>
                <a:lnTo>
                  <a:pt x="6415" y="1285"/>
                </a:lnTo>
                <a:lnTo>
                  <a:pt x="6171" y="0"/>
                </a:lnTo>
                <a:close/>
              </a:path>
            </a:pathLst>
          </a:custGeom>
          <a:solidFill>
            <a:srgbClr val="AABAC4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0" name="contour_05648"/>
          <p:cNvSpPr/>
          <p:nvPr/>
        </p:nvSpPr>
        <p:spPr>
          <a:xfrm>
            <a:off x="11219306" y="3294172"/>
            <a:ext cx="13847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63" y="0"/>
                </a:moveTo>
                <a:lnTo>
                  <a:pt x="20688" y="1166"/>
                </a:lnTo>
                <a:lnTo>
                  <a:pt x="20914" y="2337"/>
                </a:lnTo>
                <a:lnTo>
                  <a:pt x="21141" y="3511"/>
                </a:lnTo>
                <a:lnTo>
                  <a:pt x="21369" y="4695"/>
                </a:lnTo>
                <a:lnTo>
                  <a:pt x="21600" y="5891"/>
                </a:lnTo>
                <a:lnTo>
                  <a:pt x="21364" y="5913"/>
                </a:lnTo>
                <a:lnTo>
                  <a:pt x="20646" y="5977"/>
                </a:lnTo>
                <a:lnTo>
                  <a:pt x="18960" y="6150"/>
                </a:lnTo>
                <a:lnTo>
                  <a:pt x="17432" y="6309"/>
                </a:lnTo>
                <a:lnTo>
                  <a:pt x="16051" y="6462"/>
                </a:lnTo>
                <a:lnTo>
                  <a:pt x="14809" y="6614"/>
                </a:lnTo>
                <a:lnTo>
                  <a:pt x="13691" y="6769"/>
                </a:lnTo>
                <a:lnTo>
                  <a:pt x="12691" y="6930"/>
                </a:lnTo>
                <a:lnTo>
                  <a:pt x="11797" y="7106"/>
                </a:lnTo>
                <a:lnTo>
                  <a:pt x="10998" y="7299"/>
                </a:lnTo>
                <a:lnTo>
                  <a:pt x="10283" y="7515"/>
                </a:lnTo>
                <a:lnTo>
                  <a:pt x="9644" y="7760"/>
                </a:lnTo>
                <a:lnTo>
                  <a:pt x="9069" y="8037"/>
                </a:lnTo>
                <a:lnTo>
                  <a:pt x="8547" y="8353"/>
                </a:lnTo>
                <a:lnTo>
                  <a:pt x="8068" y="8713"/>
                </a:lnTo>
                <a:lnTo>
                  <a:pt x="7623" y="9119"/>
                </a:lnTo>
                <a:lnTo>
                  <a:pt x="7200" y="9581"/>
                </a:lnTo>
                <a:lnTo>
                  <a:pt x="6788" y="10099"/>
                </a:lnTo>
                <a:lnTo>
                  <a:pt x="6379" y="10682"/>
                </a:lnTo>
                <a:lnTo>
                  <a:pt x="5960" y="11332"/>
                </a:lnTo>
                <a:lnTo>
                  <a:pt x="5523" y="12057"/>
                </a:lnTo>
                <a:lnTo>
                  <a:pt x="5056" y="12860"/>
                </a:lnTo>
                <a:lnTo>
                  <a:pt x="4547" y="13745"/>
                </a:lnTo>
                <a:lnTo>
                  <a:pt x="4173" y="14839"/>
                </a:lnTo>
                <a:lnTo>
                  <a:pt x="3824" y="15937"/>
                </a:lnTo>
                <a:lnTo>
                  <a:pt x="3496" y="17044"/>
                </a:lnTo>
                <a:lnTo>
                  <a:pt x="3181" y="18162"/>
                </a:lnTo>
                <a:lnTo>
                  <a:pt x="2876" y="19291"/>
                </a:lnTo>
                <a:lnTo>
                  <a:pt x="2576" y="20438"/>
                </a:lnTo>
                <a:lnTo>
                  <a:pt x="2274" y="21600"/>
                </a:lnTo>
                <a:lnTo>
                  <a:pt x="1522" y="21600"/>
                </a:lnTo>
                <a:lnTo>
                  <a:pt x="766" y="21600"/>
                </a:lnTo>
                <a:lnTo>
                  <a:pt x="0" y="21600"/>
                </a:lnTo>
                <a:lnTo>
                  <a:pt x="142" y="20271"/>
                </a:lnTo>
                <a:lnTo>
                  <a:pt x="292" y="18943"/>
                </a:lnTo>
                <a:lnTo>
                  <a:pt x="450" y="17618"/>
                </a:lnTo>
                <a:lnTo>
                  <a:pt x="614" y="16294"/>
                </a:lnTo>
                <a:lnTo>
                  <a:pt x="782" y="14973"/>
                </a:lnTo>
                <a:lnTo>
                  <a:pt x="927" y="13742"/>
                </a:lnTo>
                <a:lnTo>
                  <a:pt x="1073" y="12502"/>
                </a:lnTo>
                <a:lnTo>
                  <a:pt x="1221" y="11246"/>
                </a:lnTo>
                <a:lnTo>
                  <a:pt x="1719" y="9785"/>
                </a:lnTo>
                <a:lnTo>
                  <a:pt x="2217" y="8611"/>
                </a:lnTo>
                <a:lnTo>
                  <a:pt x="2736" y="7672"/>
                </a:lnTo>
                <a:lnTo>
                  <a:pt x="3296" y="6918"/>
                </a:lnTo>
                <a:lnTo>
                  <a:pt x="3914" y="6295"/>
                </a:lnTo>
                <a:lnTo>
                  <a:pt x="4613" y="5751"/>
                </a:lnTo>
                <a:lnTo>
                  <a:pt x="5411" y="5233"/>
                </a:lnTo>
                <a:lnTo>
                  <a:pt x="6329" y="4691"/>
                </a:lnTo>
                <a:lnTo>
                  <a:pt x="7071" y="4351"/>
                </a:lnTo>
                <a:lnTo>
                  <a:pt x="7815" y="4029"/>
                </a:lnTo>
                <a:lnTo>
                  <a:pt x="8559" y="3723"/>
                </a:lnTo>
                <a:lnTo>
                  <a:pt x="9304" y="3432"/>
                </a:lnTo>
                <a:lnTo>
                  <a:pt x="10051" y="3154"/>
                </a:lnTo>
                <a:lnTo>
                  <a:pt x="10799" y="2889"/>
                </a:lnTo>
                <a:lnTo>
                  <a:pt x="11548" y="2635"/>
                </a:lnTo>
                <a:lnTo>
                  <a:pt x="12299" y="2394"/>
                </a:lnTo>
                <a:lnTo>
                  <a:pt x="13052" y="2160"/>
                </a:lnTo>
                <a:lnTo>
                  <a:pt x="13807" y="1936"/>
                </a:lnTo>
                <a:lnTo>
                  <a:pt x="14565" y="1718"/>
                </a:lnTo>
                <a:lnTo>
                  <a:pt x="15137" y="1549"/>
                </a:lnTo>
                <a:lnTo>
                  <a:pt x="15712" y="1377"/>
                </a:lnTo>
                <a:lnTo>
                  <a:pt x="16295" y="1204"/>
                </a:lnTo>
                <a:lnTo>
                  <a:pt x="16990" y="999"/>
                </a:lnTo>
                <a:lnTo>
                  <a:pt x="17684" y="797"/>
                </a:lnTo>
                <a:lnTo>
                  <a:pt x="18378" y="595"/>
                </a:lnTo>
                <a:lnTo>
                  <a:pt x="19073" y="395"/>
                </a:lnTo>
                <a:lnTo>
                  <a:pt x="19769" y="196"/>
                </a:lnTo>
                <a:lnTo>
                  <a:pt x="20463" y="0"/>
                </a:lnTo>
                <a:close/>
              </a:path>
            </a:pathLst>
          </a:custGeom>
          <a:solidFill>
            <a:srgbClr val="C8DE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1" name="contour_05649"/>
          <p:cNvSpPr/>
          <p:nvPr/>
        </p:nvSpPr>
        <p:spPr>
          <a:xfrm>
            <a:off x="4055210" y="3242406"/>
            <a:ext cx="102032" cy="361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7" y="22"/>
                </a:moveTo>
                <a:lnTo>
                  <a:pt x="8264" y="35"/>
                </a:lnTo>
                <a:lnTo>
                  <a:pt x="9095" y="52"/>
                </a:lnTo>
                <a:lnTo>
                  <a:pt x="9938" y="65"/>
                </a:lnTo>
                <a:lnTo>
                  <a:pt x="10797" y="104"/>
                </a:lnTo>
                <a:lnTo>
                  <a:pt x="11661" y="139"/>
                </a:lnTo>
                <a:lnTo>
                  <a:pt x="12536" y="174"/>
                </a:lnTo>
                <a:lnTo>
                  <a:pt x="13406" y="196"/>
                </a:lnTo>
                <a:lnTo>
                  <a:pt x="14282" y="217"/>
                </a:lnTo>
                <a:lnTo>
                  <a:pt x="15169" y="235"/>
                </a:lnTo>
                <a:lnTo>
                  <a:pt x="16242" y="265"/>
                </a:lnTo>
                <a:lnTo>
                  <a:pt x="17312" y="296"/>
                </a:lnTo>
                <a:lnTo>
                  <a:pt x="18385" y="326"/>
                </a:lnTo>
                <a:lnTo>
                  <a:pt x="19457" y="365"/>
                </a:lnTo>
                <a:lnTo>
                  <a:pt x="20528" y="405"/>
                </a:lnTo>
                <a:lnTo>
                  <a:pt x="21600" y="448"/>
                </a:lnTo>
                <a:lnTo>
                  <a:pt x="21600" y="3323"/>
                </a:lnTo>
                <a:lnTo>
                  <a:pt x="21600" y="6216"/>
                </a:lnTo>
                <a:lnTo>
                  <a:pt x="21600" y="9147"/>
                </a:lnTo>
                <a:lnTo>
                  <a:pt x="20750" y="10517"/>
                </a:lnTo>
                <a:lnTo>
                  <a:pt x="19869" y="11700"/>
                </a:lnTo>
                <a:lnTo>
                  <a:pt x="18965" y="12731"/>
                </a:lnTo>
                <a:lnTo>
                  <a:pt x="18041" y="13645"/>
                </a:lnTo>
                <a:lnTo>
                  <a:pt x="17104" y="14471"/>
                </a:lnTo>
                <a:lnTo>
                  <a:pt x="16160" y="15245"/>
                </a:lnTo>
                <a:lnTo>
                  <a:pt x="15214" y="15998"/>
                </a:lnTo>
                <a:lnTo>
                  <a:pt x="14271" y="16759"/>
                </a:lnTo>
                <a:lnTo>
                  <a:pt x="13242" y="17746"/>
                </a:lnTo>
                <a:lnTo>
                  <a:pt x="12198" y="18747"/>
                </a:lnTo>
                <a:lnTo>
                  <a:pt x="11030" y="19708"/>
                </a:lnTo>
                <a:lnTo>
                  <a:pt x="9928" y="20508"/>
                </a:lnTo>
                <a:lnTo>
                  <a:pt x="8878" y="21113"/>
                </a:lnTo>
                <a:lnTo>
                  <a:pt x="7858" y="21487"/>
                </a:lnTo>
                <a:lnTo>
                  <a:pt x="6850" y="21600"/>
                </a:lnTo>
                <a:lnTo>
                  <a:pt x="5837" y="21413"/>
                </a:lnTo>
                <a:lnTo>
                  <a:pt x="4800" y="20895"/>
                </a:lnTo>
                <a:lnTo>
                  <a:pt x="3720" y="20012"/>
                </a:lnTo>
                <a:lnTo>
                  <a:pt x="2580" y="18729"/>
                </a:lnTo>
                <a:lnTo>
                  <a:pt x="1475" y="17007"/>
                </a:lnTo>
                <a:lnTo>
                  <a:pt x="805" y="15654"/>
                </a:lnTo>
                <a:lnTo>
                  <a:pt x="0" y="13497"/>
                </a:lnTo>
                <a:lnTo>
                  <a:pt x="0" y="10626"/>
                </a:lnTo>
                <a:lnTo>
                  <a:pt x="0" y="7729"/>
                </a:lnTo>
                <a:lnTo>
                  <a:pt x="0" y="4798"/>
                </a:lnTo>
                <a:lnTo>
                  <a:pt x="1001" y="2962"/>
                </a:lnTo>
                <a:lnTo>
                  <a:pt x="2001" y="1662"/>
                </a:lnTo>
                <a:lnTo>
                  <a:pt x="3012" y="805"/>
                </a:lnTo>
                <a:lnTo>
                  <a:pt x="4048" y="300"/>
                </a:lnTo>
                <a:lnTo>
                  <a:pt x="5122" y="61"/>
                </a:lnTo>
                <a:lnTo>
                  <a:pt x="6249" y="0"/>
                </a:lnTo>
                <a:lnTo>
                  <a:pt x="7437" y="22"/>
                </a:lnTo>
                <a:close/>
              </a:path>
            </a:pathLst>
          </a:custGeom>
          <a:solidFill>
            <a:srgbClr val="EB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2" name="contour_05650"/>
          <p:cNvSpPr/>
          <p:nvPr/>
        </p:nvSpPr>
        <p:spPr>
          <a:xfrm>
            <a:off x="7611750" y="3184852"/>
            <a:ext cx="58829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66" y="0"/>
                </a:lnTo>
                <a:lnTo>
                  <a:pt x="3532" y="0"/>
                </a:lnTo>
                <a:lnTo>
                  <a:pt x="5301" y="0"/>
                </a:lnTo>
                <a:lnTo>
                  <a:pt x="7072" y="0"/>
                </a:lnTo>
                <a:lnTo>
                  <a:pt x="8847" y="0"/>
                </a:lnTo>
                <a:lnTo>
                  <a:pt x="10623" y="0"/>
                </a:lnTo>
                <a:lnTo>
                  <a:pt x="12406" y="0"/>
                </a:lnTo>
                <a:lnTo>
                  <a:pt x="14193" y="0"/>
                </a:lnTo>
                <a:lnTo>
                  <a:pt x="15986" y="0"/>
                </a:lnTo>
                <a:lnTo>
                  <a:pt x="17784" y="0"/>
                </a:lnTo>
                <a:lnTo>
                  <a:pt x="19593" y="0"/>
                </a:lnTo>
                <a:lnTo>
                  <a:pt x="21407" y="0"/>
                </a:lnTo>
                <a:lnTo>
                  <a:pt x="21504" y="5009"/>
                </a:lnTo>
                <a:lnTo>
                  <a:pt x="21568" y="8675"/>
                </a:lnTo>
                <a:lnTo>
                  <a:pt x="21600" y="11307"/>
                </a:lnTo>
                <a:lnTo>
                  <a:pt x="21600" y="13216"/>
                </a:lnTo>
                <a:lnTo>
                  <a:pt x="21568" y="14714"/>
                </a:lnTo>
                <a:lnTo>
                  <a:pt x="21504" y="16110"/>
                </a:lnTo>
                <a:lnTo>
                  <a:pt x="21407" y="17711"/>
                </a:lnTo>
                <a:lnTo>
                  <a:pt x="19791" y="19765"/>
                </a:lnTo>
                <a:lnTo>
                  <a:pt x="18520" y="20853"/>
                </a:lnTo>
                <a:lnTo>
                  <a:pt x="16933" y="21345"/>
                </a:lnTo>
                <a:lnTo>
                  <a:pt x="14372" y="21600"/>
                </a:lnTo>
                <a:lnTo>
                  <a:pt x="12662" y="21557"/>
                </a:lnTo>
                <a:lnTo>
                  <a:pt x="10942" y="21515"/>
                </a:lnTo>
                <a:lnTo>
                  <a:pt x="9200" y="21472"/>
                </a:lnTo>
                <a:lnTo>
                  <a:pt x="8434" y="21458"/>
                </a:lnTo>
                <a:lnTo>
                  <a:pt x="7089" y="21434"/>
                </a:lnTo>
                <a:lnTo>
                  <a:pt x="4003" y="21377"/>
                </a:lnTo>
                <a:lnTo>
                  <a:pt x="3414" y="21359"/>
                </a:lnTo>
                <a:lnTo>
                  <a:pt x="2376" y="21327"/>
                </a:lnTo>
                <a:lnTo>
                  <a:pt x="0" y="21253"/>
                </a:lnTo>
                <a:lnTo>
                  <a:pt x="0" y="18915"/>
                </a:lnTo>
                <a:lnTo>
                  <a:pt x="0" y="16574"/>
                </a:lnTo>
                <a:lnTo>
                  <a:pt x="0" y="14232"/>
                </a:lnTo>
                <a:lnTo>
                  <a:pt x="0" y="11884"/>
                </a:lnTo>
                <a:lnTo>
                  <a:pt x="0" y="9528"/>
                </a:lnTo>
                <a:lnTo>
                  <a:pt x="0" y="7162"/>
                </a:lnTo>
                <a:lnTo>
                  <a:pt x="0" y="4789"/>
                </a:lnTo>
                <a:lnTo>
                  <a:pt x="0" y="2402"/>
                </a:lnTo>
                <a:lnTo>
                  <a:pt x="0" y="0"/>
                </a:lnTo>
                <a:close/>
              </a:path>
            </a:pathLst>
          </a:custGeom>
          <a:solidFill>
            <a:srgbClr val="D0E4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3" name="contour_05651"/>
          <p:cNvSpPr/>
          <p:nvPr/>
        </p:nvSpPr>
        <p:spPr>
          <a:xfrm>
            <a:off x="7690876" y="3131038"/>
            <a:ext cx="66634" cy="611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989"/>
                </a:moveTo>
                <a:lnTo>
                  <a:pt x="17511" y="2540"/>
                </a:lnTo>
                <a:lnTo>
                  <a:pt x="18000" y="4102"/>
                </a:lnTo>
                <a:lnTo>
                  <a:pt x="18368" y="5676"/>
                </a:lnTo>
                <a:lnTo>
                  <a:pt x="18637" y="7270"/>
                </a:lnTo>
                <a:lnTo>
                  <a:pt x="18836" y="8883"/>
                </a:lnTo>
                <a:lnTo>
                  <a:pt x="18985" y="10519"/>
                </a:lnTo>
                <a:lnTo>
                  <a:pt x="19112" y="12181"/>
                </a:lnTo>
                <a:lnTo>
                  <a:pt x="19238" y="13871"/>
                </a:lnTo>
                <a:lnTo>
                  <a:pt x="19684" y="15427"/>
                </a:lnTo>
                <a:lnTo>
                  <a:pt x="20140" y="16978"/>
                </a:lnTo>
                <a:lnTo>
                  <a:pt x="20610" y="18526"/>
                </a:lnTo>
                <a:lnTo>
                  <a:pt x="21094" y="20067"/>
                </a:lnTo>
                <a:lnTo>
                  <a:pt x="21600" y="21600"/>
                </a:lnTo>
                <a:lnTo>
                  <a:pt x="20041" y="21600"/>
                </a:lnTo>
                <a:lnTo>
                  <a:pt x="18479" y="21600"/>
                </a:lnTo>
                <a:lnTo>
                  <a:pt x="16911" y="21600"/>
                </a:lnTo>
                <a:lnTo>
                  <a:pt x="15335" y="21600"/>
                </a:lnTo>
                <a:lnTo>
                  <a:pt x="13750" y="21600"/>
                </a:lnTo>
                <a:lnTo>
                  <a:pt x="12150" y="21600"/>
                </a:lnTo>
                <a:lnTo>
                  <a:pt x="12150" y="19897"/>
                </a:lnTo>
                <a:lnTo>
                  <a:pt x="12150" y="18184"/>
                </a:lnTo>
                <a:lnTo>
                  <a:pt x="12150" y="16447"/>
                </a:lnTo>
                <a:lnTo>
                  <a:pt x="10480" y="16447"/>
                </a:lnTo>
                <a:lnTo>
                  <a:pt x="8807" y="16447"/>
                </a:lnTo>
                <a:lnTo>
                  <a:pt x="7130" y="16447"/>
                </a:lnTo>
                <a:lnTo>
                  <a:pt x="5445" y="16447"/>
                </a:lnTo>
                <a:lnTo>
                  <a:pt x="3754" y="16447"/>
                </a:lnTo>
                <a:lnTo>
                  <a:pt x="2053" y="16447"/>
                </a:lnTo>
                <a:lnTo>
                  <a:pt x="338" y="16447"/>
                </a:lnTo>
                <a:lnTo>
                  <a:pt x="168" y="12804"/>
                </a:lnTo>
                <a:lnTo>
                  <a:pt x="57" y="10138"/>
                </a:lnTo>
                <a:lnTo>
                  <a:pt x="0" y="8224"/>
                </a:lnTo>
                <a:lnTo>
                  <a:pt x="0" y="6835"/>
                </a:lnTo>
                <a:lnTo>
                  <a:pt x="57" y="5745"/>
                </a:lnTo>
                <a:lnTo>
                  <a:pt x="168" y="4730"/>
                </a:lnTo>
                <a:lnTo>
                  <a:pt x="338" y="3566"/>
                </a:lnTo>
                <a:lnTo>
                  <a:pt x="1769" y="2530"/>
                </a:lnTo>
                <a:lnTo>
                  <a:pt x="3300" y="1677"/>
                </a:lnTo>
                <a:lnTo>
                  <a:pt x="4912" y="997"/>
                </a:lnTo>
                <a:lnTo>
                  <a:pt x="6587" y="495"/>
                </a:lnTo>
                <a:lnTo>
                  <a:pt x="8304" y="162"/>
                </a:lnTo>
                <a:lnTo>
                  <a:pt x="10048" y="0"/>
                </a:lnTo>
                <a:lnTo>
                  <a:pt x="11793" y="5"/>
                </a:lnTo>
                <a:lnTo>
                  <a:pt x="13527" y="173"/>
                </a:lnTo>
                <a:lnTo>
                  <a:pt x="15228" y="502"/>
                </a:lnTo>
                <a:lnTo>
                  <a:pt x="16875" y="989"/>
                </a:lnTo>
                <a:close/>
              </a:path>
            </a:pathLst>
          </a:custGeom>
          <a:solidFill>
            <a:srgbClr val="B4CBE0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4" name="contour_05652"/>
          <p:cNvSpPr/>
          <p:nvPr/>
        </p:nvSpPr>
        <p:spPr>
          <a:xfrm>
            <a:off x="5753312" y="3090108"/>
            <a:ext cx="5101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8" y="0"/>
                </a:lnTo>
                <a:lnTo>
                  <a:pt x="12343" y="0"/>
                </a:lnTo>
                <a:lnTo>
                  <a:pt x="12531" y="803"/>
                </a:lnTo>
                <a:lnTo>
                  <a:pt x="12719" y="1608"/>
                </a:lnTo>
                <a:lnTo>
                  <a:pt x="12911" y="2428"/>
                </a:lnTo>
                <a:lnTo>
                  <a:pt x="13167" y="3478"/>
                </a:lnTo>
                <a:lnTo>
                  <a:pt x="13429" y="4536"/>
                </a:lnTo>
                <a:lnTo>
                  <a:pt x="13694" y="5608"/>
                </a:lnTo>
                <a:lnTo>
                  <a:pt x="13805" y="6071"/>
                </a:lnTo>
                <a:lnTo>
                  <a:pt x="14003" y="6889"/>
                </a:lnTo>
                <a:lnTo>
                  <a:pt x="14453" y="8761"/>
                </a:lnTo>
                <a:lnTo>
                  <a:pt x="14901" y="9929"/>
                </a:lnTo>
                <a:lnTo>
                  <a:pt x="15413" y="10983"/>
                </a:lnTo>
                <a:lnTo>
                  <a:pt x="16012" y="11968"/>
                </a:lnTo>
                <a:lnTo>
                  <a:pt x="16712" y="12928"/>
                </a:lnTo>
                <a:lnTo>
                  <a:pt x="17542" y="13909"/>
                </a:lnTo>
                <a:lnTo>
                  <a:pt x="18514" y="14954"/>
                </a:lnTo>
                <a:lnTo>
                  <a:pt x="17706" y="16057"/>
                </a:lnTo>
                <a:lnTo>
                  <a:pt x="17116" y="16772"/>
                </a:lnTo>
                <a:lnTo>
                  <a:pt x="16453" y="17408"/>
                </a:lnTo>
                <a:lnTo>
                  <a:pt x="15429" y="18277"/>
                </a:lnTo>
                <a:lnTo>
                  <a:pt x="16956" y="18689"/>
                </a:lnTo>
                <a:lnTo>
                  <a:pt x="18490" y="19101"/>
                </a:lnTo>
                <a:lnTo>
                  <a:pt x="20036" y="19518"/>
                </a:lnTo>
                <a:lnTo>
                  <a:pt x="21600" y="19938"/>
                </a:lnTo>
                <a:lnTo>
                  <a:pt x="19462" y="20103"/>
                </a:lnTo>
                <a:lnTo>
                  <a:pt x="17320" y="20267"/>
                </a:lnTo>
                <a:lnTo>
                  <a:pt x="15179" y="20432"/>
                </a:lnTo>
                <a:lnTo>
                  <a:pt x="13034" y="20598"/>
                </a:lnTo>
                <a:lnTo>
                  <a:pt x="10880" y="20763"/>
                </a:lnTo>
                <a:lnTo>
                  <a:pt x="8723" y="20929"/>
                </a:lnTo>
                <a:lnTo>
                  <a:pt x="6557" y="21095"/>
                </a:lnTo>
                <a:lnTo>
                  <a:pt x="4382" y="21263"/>
                </a:lnTo>
                <a:lnTo>
                  <a:pt x="2197" y="21431"/>
                </a:lnTo>
                <a:lnTo>
                  <a:pt x="0" y="21600"/>
                </a:lnTo>
                <a:lnTo>
                  <a:pt x="191" y="20468"/>
                </a:lnTo>
                <a:lnTo>
                  <a:pt x="383" y="19339"/>
                </a:lnTo>
                <a:lnTo>
                  <a:pt x="574" y="18205"/>
                </a:lnTo>
                <a:lnTo>
                  <a:pt x="765" y="17074"/>
                </a:lnTo>
                <a:lnTo>
                  <a:pt x="957" y="15941"/>
                </a:lnTo>
                <a:lnTo>
                  <a:pt x="1148" y="14804"/>
                </a:lnTo>
                <a:lnTo>
                  <a:pt x="1339" y="13668"/>
                </a:lnTo>
                <a:lnTo>
                  <a:pt x="1531" y="12530"/>
                </a:lnTo>
                <a:lnTo>
                  <a:pt x="1725" y="11390"/>
                </a:lnTo>
                <a:lnTo>
                  <a:pt x="1916" y="10247"/>
                </a:lnTo>
                <a:lnTo>
                  <a:pt x="2111" y="9100"/>
                </a:lnTo>
                <a:lnTo>
                  <a:pt x="2305" y="7952"/>
                </a:lnTo>
                <a:lnTo>
                  <a:pt x="2499" y="6801"/>
                </a:lnTo>
                <a:lnTo>
                  <a:pt x="2694" y="5646"/>
                </a:lnTo>
                <a:lnTo>
                  <a:pt x="2888" y="4486"/>
                </a:lnTo>
                <a:lnTo>
                  <a:pt x="3086" y="3323"/>
                </a:lnTo>
                <a:lnTo>
                  <a:pt x="5125" y="3323"/>
                </a:lnTo>
                <a:lnTo>
                  <a:pt x="7177" y="3323"/>
                </a:lnTo>
                <a:lnTo>
                  <a:pt x="9257" y="3323"/>
                </a:lnTo>
                <a:lnTo>
                  <a:pt x="9257" y="2225"/>
                </a:lnTo>
                <a:lnTo>
                  <a:pt x="9257" y="1120"/>
                </a:lnTo>
                <a:lnTo>
                  <a:pt x="9257" y="0"/>
                </a:lnTo>
                <a:close/>
              </a:path>
            </a:pathLst>
          </a:custGeom>
          <a:solidFill>
            <a:srgbClr val="98A6A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5" name="contour_05653"/>
          <p:cNvSpPr/>
          <p:nvPr/>
        </p:nvSpPr>
        <p:spPr>
          <a:xfrm>
            <a:off x="10133395" y="3002652"/>
            <a:ext cx="87456" cy="42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90" y="0"/>
                </a:lnTo>
                <a:lnTo>
                  <a:pt x="4187" y="0"/>
                </a:lnTo>
                <a:lnTo>
                  <a:pt x="5400" y="0"/>
                </a:lnTo>
                <a:lnTo>
                  <a:pt x="5400" y="2178"/>
                </a:lnTo>
                <a:lnTo>
                  <a:pt x="5400" y="4363"/>
                </a:lnTo>
                <a:lnTo>
                  <a:pt x="5400" y="6556"/>
                </a:lnTo>
                <a:lnTo>
                  <a:pt x="5400" y="8767"/>
                </a:lnTo>
                <a:lnTo>
                  <a:pt x="5400" y="11000"/>
                </a:lnTo>
                <a:lnTo>
                  <a:pt x="6590" y="11000"/>
                </a:lnTo>
                <a:lnTo>
                  <a:pt x="7787" y="11000"/>
                </a:lnTo>
                <a:lnTo>
                  <a:pt x="9000" y="11000"/>
                </a:lnTo>
                <a:lnTo>
                  <a:pt x="9000" y="8576"/>
                </a:lnTo>
                <a:lnTo>
                  <a:pt x="9000" y="6138"/>
                </a:lnTo>
                <a:lnTo>
                  <a:pt x="9000" y="3667"/>
                </a:lnTo>
                <a:lnTo>
                  <a:pt x="10219" y="3403"/>
                </a:lnTo>
                <a:lnTo>
                  <a:pt x="11425" y="3172"/>
                </a:lnTo>
                <a:lnTo>
                  <a:pt x="12623" y="2988"/>
                </a:lnTo>
                <a:lnTo>
                  <a:pt x="13815" y="2864"/>
                </a:lnTo>
                <a:lnTo>
                  <a:pt x="15005" y="2816"/>
                </a:lnTo>
                <a:lnTo>
                  <a:pt x="16195" y="2856"/>
                </a:lnTo>
                <a:lnTo>
                  <a:pt x="17388" y="3003"/>
                </a:lnTo>
                <a:lnTo>
                  <a:pt x="18589" y="3267"/>
                </a:lnTo>
                <a:lnTo>
                  <a:pt x="19800" y="3667"/>
                </a:lnTo>
                <a:lnTo>
                  <a:pt x="20486" y="5980"/>
                </a:lnTo>
                <a:lnTo>
                  <a:pt x="20970" y="8294"/>
                </a:lnTo>
                <a:lnTo>
                  <a:pt x="21289" y="10648"/>
                </a:lnTo>
                <a:lnTo>
                  <a:pt x="21476" y="13079"/>
                </a:lnTo>
                <a:lnTo>
                  <a:pt x="21569" y="15627"/>
                </a:lnTo>
                <a:lnTo>
                  <a:pt x="21600" y="18333"/>
                </a:lnTo>
                <a:lnTo>
                  <a:pt x="20320" y="18953"/>
                </a:lnTo>
                <a:lnTo>
                  <a:pt x="19064" y="19547"/>
                </a:lnTo>
                <a:lnTo>
                  <a:pt x="17827" y="20093"/>
                </a:lnTo>
                <a:lnTo>
                  <a:pt x="16610" y="20577"/>
                </a:lnTo>
                <a:lnTo>
                  <a:pt x="15408" y="20988"/>
                </a:lnTo>
                <a:lnTo>
                  <a:pt x="14218" y="21307"/>
                </a:lnTo>
                <a:lnTo>
                  <a:pt x="13037" y="21516"/>
                </a:lnTo>
                <a:lnTo>
                  <a:pt x="11864" y="21600"/>
                </a:lnTo>
                <a:lnTo>
                  <a:pt x="10694" y="21549"/>
                </a:lnTo>
                <a:lnTo>
                  <a:pt x="9526" y="21340"/>
                </a:lnTo>
                <a:lnTo>
                  <a:pt x="8356" y="20958"/>
                </a:lnTo>
                <a:lnTo>
                  <a:pt x="7180" y="20394"/>
                </a:lnTo>
                <a:lnTo>
                  <a:pt x="5998" y="19624"/>
                </a:lnTo>
                <a:lnTo>
                  <a:pt x="4806" y="18637"/>
                </a:lnTo>
                <a:lnTo>
                  <a:pt x="3600" y="17416"/>
                </a:lnTo>
                <a:lnTo>
                  <a:pt x="2338" y="15568"/>
                </a:lnTo>
                <a:lnTo>
                  <a:pt x="1543" y="14281"/>
                </a:lnTo>
                <a:lnTo>
                  <a:pt x="875" y="12961"/>
                </a:lnTo>
                <a:lnTo>
                  <a:pt x="0" y="11000"/>
                </a:lnTo>
                <a:lnTo>
                  <a:pt x="68" y="7942"/>
                </a:lnTo>
                <a:lnTo>
                  <a:pt x="196" y="5841"/>
                </a:lnTo>
                <a:lnTo>
                  <a:pt x="470" y="4169"/>
                </a:lnTo>
                <a:lnTo>
                  <a:pt x="976" y="2398"/>
                </a:lnTo>
                <a:lnTo>
                  <a:pt x="1800" y="0"/>
                </a:lnTo>
                <a:close/>
              </a:path>
            </a:pathLst>
          </a:custGeom>
          <a:solidFill>
            <a:srgbClr val="C9D5DF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6" name="contour_05654"/>
          <p:cNvSpPr/>
          <p:nvPr/>
        </p:nvSpPr>
        <p:spPr>
          <a:xfrm>
            <a:off x="7714671" y="2929000"/>
            <a:ext cx="42839" cy="124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4"/>
                </a:moveTo>
                <a:lnTo>
                  <a:pt x="21460" y="1011"/>
                </a:lnTo>
                <a:lnTo>
                  <a:pt x="21317" y="1888"/>
                </a:lnTo>
                <a:lnTo>
                  <a:pt x="21170" y="2765"/>
                </a:lnTo>
                <a:lnTo>
                  <a:pt x="21019" y="3642"/>
                </a:lnTo>
                <a:lnTo>
                  <a:pt x="20865" y="4519"/>
                </a:lnTo>
                <a:lnTo>
                  <a:pt x="20707" y="5396"/>
                </a:lnTo>
                <a:lnTo>
                  <a:pt x="20549" y="6272"/>
                </a:lnTo>
                <a:lnTo>
                  <a:pt x="20384" y="7149"/>
                </a:lnTo>
                <a:lnTo>
                  <a:pt x="20222" y="8026"/>
                </a:lnTo>
                <a:lnTo>
                  <a:pt x="20108" y="8767"/>
                </a:lnTo>
                <a:lnTo>
                  <a:pt x="19994" y="9513"/>
                </a:lnTo>
                <a:lnTo>
                  <a:pt x="19877" y="10270"/>
                </a:lnTo>
                <a:lnTo>
                  <a:pt x="19678" y="11195"/>
                </a:lnTo>
                <a:lnTo>
                  <a:pt x="19443" y="12085"/>
                </a:lnTo>
                <a:lnTo>
                  <a:pt x="19160" y="12945"/>
                </a:lnTo>
                <a:lnTo>
                  <a:pt x="18829" y="13780"/>
                </a:lnTo>
                <a:lnTo>
                  <a:pt x="18432" y="14592"/>
                </a:lnTo>
                <a:lnTo>
                  <a:pt x="17966" y="15386"/>
                </a:lnTo>
                <a:lnTo>
                  <a:pt x="17418" y="16168"/>
                </a:lnTo>
                <a:lnTo>
                  <a:pt x="16779" y="16938"/>
                </a:lnTo>
                <a:lnTo>
                  <a:pt x="16044" y="17705"/>
                </a:lnTo>
                <a:lnTo>
                  <a:pt x="15202" y="18470"/>
                </a:lnTo>
                <a:lnTo>
                  <a:pt x="14243" y="19237"/>
                </a:lnTo>
                <a:lnTo>
                  <a:pt x="13159" y="20012"/>
                </a:lnTo>
                <a:lnTo>
                  <a:pt x="11939" y="20798"/>
                </a:lnTo>
                <a:lnTo>
                  <a:pt x="10576" y="21600"/>
                </a:lnTo>
                <a:lnTo>
                  <a:pt x="10466" y="21065"/>
                </a:lnTo>
                <a:lnTo>
                  <a:pt x="10355" y="20522"/>
                </a:lnTo>
                <a:lnTo>
                  <a:pt x="10175" y="19701"/>
                </a:lnTo>
                <a:lnTo>
                  <a:pt x="9988" y="18881"/>
                </a:lnTo>
                <a:lnTo>
                  <a:pt x="9793" y="18061"/>
                </a:lnTo>
                <a:lnTo>
                  <a:pt x="9598" y="17241"/>
                </a:lnTo>
                <a:lnTo>
                  <a:pt x="9400" y="16422"/>
                </a:lnTo>
                <a:lnTo>
                  <a:pt x="9198" y="15602"/>
                </a:lnTo>
                <a:lnTo>
                  <a:pt x="9025" y="14760"/>
                </a:lnTo>
                <a:lnTo>
                  <a:pt x="8852" y="13905"/>
                </a:lnTo>
                <a:lnTo>
                  <a:pt x="8588" y="12991"/>
                </a:lnTo>
                <a:lnTo>
                  <a:pt x="8261" y="12116"/>
                </a:lnTo>
                <a:lnTo>
                  <a:pt x="7868" y="11274"/>
                </a:lnTo>
                <a:lnTo>
                  <a:pt x="7394" y="10459"/>
                </a:lnTo>
                <a:lnTo>
                  <a:pt x="6828" y="9666"/>
                </a:lnTo>
                <a:lnTo>
                  <a:pt x="6159" y="8887"/>
                </a:lnTo>
                <a:lnTo>
                  <a:pt x="5372" y="8118"/>
                </a:lnTo>
                <a:lnTo>
                  <a:pt x="4461" y="7352"/>
                </a:lnTo>
                <a:lnTo>
                  <a:pt x="3410" y="6583"/>
                </a:lnTo>
                <a:lnTo>
                  <a:pt x="2212" y="5803"/>
                </a:lnTo>
                <a:lnTo>
                  <a:pt x="853" y="5009"/>
                </a:lnTo>
                <a:lnTo>
                  <a:pt x="136" y="4346"/>
                </a:lnTo>
                <a:lnTo>
                  <a:pt x="0" y="3782"/>
                </a:lnTo>
                <a:lnTo>
                  <a:pt x="540" y="3007"/>
                </a:lnTo>
                <a:lnTo>
                  <a:pt x="1848" y="1712"/>
                </a:lnTo>
                <a:lnTo>
                  <a:pt x="4329" y="1011"/>
                </a:lnTo>
                <a:lnTo>
                  <a:pt x="6589" y="525"/>
                </a:lnTo>
                <a:lnTo>
                  <a:pt x="8742" y="218"/>
                </a:lnTo>
                <a:lnTo>
                  <a:pt x="10892" y="56"/>
                </a:lnTo>
                <a:lnTo>
                  <a:pt x="13144" y="0"/>
                </a:lnTo>
                <a:lnTo>
                  <a:pt x="15610" y="19"/>
                </a:lnTo>
                <a:lnTo>
                  <a:pt x="18392" y="75"/>
                </a:lnTo>
                <a:lnTo>
                  <a:pt x="21600" y="134"/>
                </a:lnTo>
                <a:close/>
              </a:path>
            </a:pathLst>
          </a:custGeom>
          <a:solidFill>
            <a:srgbClr val="DF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7" name="contour_05655"/>
          <p:cNvSpPr/>
          <p:nvPr/>
        </p:nvSpPr>
        <p:spPr>
          <a:xfrm>
            <a:off x="8398853" y="2878757"/>
            <a:ext cx="874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24"/>
                </a:lnTo>
                <a:lnTo>
                  <a:pt x="16778" y="648"/>
                </a:lnTo>
                <a:lnTo>
                  <a:pt x="17973" y="974"/>
                </a:lnTo>
                <a:lnTo>
                  <a:pt x="19174" y="1302"/>
                </a:lnTo>
                <a:lnTo>
                  <a:pt x="20381" y="1632"/>
                </a:lnTo>
                <a:lnTo>
                  <a:pt x="21600" y="1964"/>
                </a:lnTo>
                <a:lnTo>
                  <a:pt x="21152" y="4558"/>
                </a:lnTo>
                <a:lnTo>
                  <a:pt x="20830" y="6345"/>
                </a:lnTo>
                <a:lnTo>
                  <a:pt x="20585" y="7548"/>
                </a:lnTo>
                <a:lnTo>
                  <a:pt x="20363" y="8383"/>
                </a:lnTo>
                <a:lnTo>
                  <a:pt x="20119" y="9066"/>
                </a:lnTo>
                <a:lnTo>
                  <a:pt x="19800" y="9818"/>
                </a:lnTo>
                <a:lnTo>
                  <a:pt x="18610" y="9818"/>
                </a:lnTo>
                <a:lnTo>
                  <a:pt x="17413" y="9818"/>
                </a:lnTo>
                <a:lnTo>
                  <a:pt x="16200" y="9818"/>
                </a:lnTo>
                <a:lnTo>
                  <a:pt x="16038" y="11220"/>
                </a:lnTo>
                <a:lnTo>
                  <a:pt x="15957" y="12228"/>
                </a:lnTo>
                <a:lnTo>
                  <a:pt x="15957" y="13123"/>
                </a:lnTo>
                <a:lnTo>
                  <a:pt x="16038" y="14189"/>
                </a:lnTo>
                <a:lnTo>
                  <a:pt x="16200" y="15709"/>
                </a:lnTo>
                <a:lnTo>
                  <a:pt x="17539" y="16373"/>
                </a:lnTo>
                <a:lnTo>
                  <a:pt x="18490" y="16807"/>
                </a:lnTo>
                <a:lnTo>
                  <a:pt x="19310" y="17105"/>
                </a:lnTo>
                <a:lnTo>
                  <a:pt x="20261" y="17362"/>
                </a:lnTo>
                <a:lnTo>
                  <a:pt x="21600" y="17673"/>
                </a:lnTo>
                <a:lnTo>
                  <a:pt x="21191" y="18839"/>
                </a:lnTo>
                <a:lnTo>
                  <a:pt x="20869" y="19636"/>
                </a:lnTo>
                <a:lnTo>
                  <a:pt x="20461" y="20434"/>
                </a:lnTo>
                <a:lnTo>
                  <a:pt x="19800" y="21600"/>
                </a:lnTo>
                <a:lnTo>
                  <a:pt x="18610" y="21600"/>
                </a:lnTo>
                <a:lnTo>
                  <a:pt x="17413" y="21600"/>
                </a:lnTo>
                <a:lnTo>
                  <a:pt x="16200" y="21600"/>
                </a:lnTo>
                <a:lnTo>
                  <a:pt x="15718" y="20667"/>
                </a:lnTo>
                <a:lnTo>
                  <a:pt x="15232" y="19729"/>
                </a:lnTo>
                <a:lnTo>
                  <a:pt x="14738" y="18776"/>
                </a:lnTo>
                <a:lnTo>
                  <a:pt x="13664" y="17306"/>
                </a:lnTo>
                <a:lnTo>
                  <a:pt x="12771" y="16292"/>
                </a:lnTo>
                <a:lnTo>
                  <a:pt x="11914" y="15629"/>
                </a:lnTo>
                <a:lnTo>
                  <a:pt x="10946" y="15201"/>
                </a:lnTo>
                <a:lnTo>
                  <a:pt x="9724" y="14898"/>
                </a:lnTo>
                <a:lnTo>
                  <a:pt x="8100" y="14606"/>
                </a:lnTo>
                <a:lnTo>
                  <a:pt x="7528" y="14541"/>
                </a:lnTo>
                <a:lnTo>
                  <a:pt x="5794" y="14352"/>
                </a:lnTo>
                <a:lnTo>
                  <a:pt x="4527" y="13910"/>
                </a:lnTo>
                <a:lnTo>
                  <a:pt x="3467" y="13353"/>
                </a:lnTo>
                <a:lnTo>
                  <a:pt x="2549" y="12671"/>
                </a:lnTo>
                <a:lnTo>
                  <a:pt x="1708" y="11858"/>
                </a:lnTo>
                <a:lnTo>
                  <a:pt x="880" y="10910"/>
                </a:lnTo>
                <a:lnTo>
                  <a:pt x="0" y="9818"/>
                </a:lnTo>
                <a:lnTo>
                  <a:pt x="889" y="9932"/>
                </a:lnTo>
                <a:lnTo>
                  <a:pt x="1786" y="10048"/>
                </a:lnTo>
                <a:lnTo>
                  <a:pt x="2693" y="10164"/>
                </a:lnTo>
                <a:lnTo>
                  <a:pt x="3978" y="10256"/>
                </a:lnTo>
                <a:lnTo>
                  <a:pt x="5229" y="10331"/>
                </a:lnTo>
                <a:lnTo>
                  <a:pt x="6455" y="10374"/>
                </a:lnTo>
                <a:lnTo>
                  <a:pt x="7668" y="10378"/>
                </a:lnTo>
                <a:lnTo>
                  <a:pt x="8878" y="10333"/>
                </a:lnTo>
                <a:lnTo>
                  <a:pt x="10094" y="10233"/>
                </a:lnTo>
                <a:lnTo>
                  <a:pt x="11333" y="10064"/>
                </a:lnTo>
                <a:lnTo>
                  <a:pt x="12600" y="9818"/>
                </a:lnTo>
                <a:lnTo>
                  <a:pt x="13196" y="8638"/>
                </a:lnTo>
                <a:lnTo>
                  <a:pt x="13649" y="7464"/>
                </a:lnTo>
                <a:lnTo>
                  <a:pt x="13979" y="6288"/>
                </a:lnTo>
                <a:lnTo>
                  <a:pt x="14204" y="5098"/>
                </a:lnTo>
                <a:lnTo>
                  <a:pt x="14341" y="3884"/>
                </a:lnTo>
                <a:lnTo>
                  <a:pt x="14407" y="2637"/>
                </a:lnTo>
                <a:lnTo>
                  <a:pt x="14420" y="1345"/>
                </a:lnTo>
                <a:lnTo>
                  <a:pt x="14400" y="0"/>
                </a:lnTo>
                <a:close/>
              </a:path>
            </a:pathLst>
          </a:custGeom>
          <a:solidFill>
            <a:srgbClr val="6E7674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8" name="contour_05656"/>
          <p:cNvSpPr/>
          <p:nvPr/>
        </p:nvSpPr>
        <p:spPr>
          <a:xfrm>
            <a:off x="3749114" y="2820453"/>
            <a:ext cx="4630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99" y="0"/>
                </a:moveTo>
                <a:lnTo>
                  <a:pt x="5419" y="0"/>
                </a:lnTo>
                <a:lnTo>
                  <a:pt x="7445" y="0"/>
                </a:lnTo>
                <a:lnTo>
                  <a:pt x="9478" y="0"/>
                </a:lnTo>
                <a:lnTo>
                  <a:pt x="11527" y="0"/>
                </a:lnTo>
                <a:lnTo>
                  <a:pt x="13598" y="0"/>
                </a:lnTo>
                <a:lnTo>
                  <a:pt x="13458" y="855"/>
                </a:lnTo>
                <a:lnTo>
                  <a:pt x="13316" y="1715"/>
                </a:lnTo>
                <a:lnTo>
                  <a:pt x="13173" y="2588"/>
                </a:lnTo>
                <a:lnTo>
                  <a:pt x="13237" y="3001"/>
                </a:lnTo>
                <a:lnTo>
                  <a:pt x="13346" y="3730"/>
                </a:lnTo>
                <a:lnTo>
                  <a:pt x="13598" y="5400"/>
                </a:lnTo>
                <a:lnTo>
                  <a:pt x="15260" y="5794"/>
                </a:lnTo>
                <a:lnTo>
                  <a:pt x="16943" y="6194"/>
                </a:lnTo>
                <a:lnTo>
                  <a:pt x="18959" y="6808"/>
                </a:lnTo>
                <a:lnTo>
                  <a:pt x="20108" y="7335"/>
                </a:lnTo>
                <a:lnTo>
                  <a:pt x="20825" y="8062"/>
                </a:lnTo>
                <a:lnTo>
                  <a:pt x="21539" y="9281"/>
                </a:lnTo>
                <a:lnTo>
                  <a:pt x="21593" y="10492"/>
                </a:lnTo>
                <a:lnTo>
                  <a:pt x="21600" y="11650"/>
                </a:lnTo>
                <a:lnTo>
                  <a:pt x="21522" y="12776"/>
                </a:lnTo>
                <a:lnTo>
                  <a:pt x="21318" y="13894"/>
                </a:lnTo>
                <a:lnTo>
                  <a:pt x="20954" y="15028"/>
                </a:lnTo>
                <a:lnTo>
                  <a:pt x="20397" y="16200"/>
                </a:lnTo>
                <a:lnTo>
                  <a:pt x="18286" y="16726"/>
                </a:lnTo>
                <a:lnTo>
                  <a:pt x="16266" y="17089"/>
                </a:lnTo>
                <a:lnTo>
                  <a:pt x="14240" y="17325"/>
                </a:lnTo>
                <a:lnTo>
                  <a:pt x="12109" y="17473"/>
                </a:lnTo>
                <a:lnTo>
                  <a:pt x="9773" y="17572"/>
                </a:lnTo>
                <a:lnTo>
                  <a:pt x="8298" y="17784"/>
                </a:lnTo>
                <a:lnTo>
                  <a:pt x="6799" y="18000"/>
                </a:lnTo>
                <a:lnTo>
                  <a:pt x="6799" y="19190"/>
                </a:lnTo>
                <a:lnTo>
                  <a:pt x="6799" y="20387"/>
                </a:lnTo>
                <a:lnTo>
                  <a:pt x="6799" y="21600"/>
                </a:lnTo>
                <a:lnTo>
                  <a:pt x="4552" y="21600"/>
                </a:lnTo>
                <a:lnTo>
                  <a:pt x="2291" y="21600"/>
                </a:lnTo>
                <a:lnTo>
                  <a:pt x="0" y="21600"/>
                </a:lnTo>
                <a:lnTo>
                  <a:pt x="197" y="20342"/>
                </a:lnTo>
                <a:lnTo>
                  <a:pt x="394" y="19084"/>
                </a:lnTo>
                <a:lnTo>
                  <a:pt x="595" y="17825"/>
                </a:lnTo>
                <a:lnTo>
                  <a:pt x="792" y="16565"/>
                </a:lnTo>
                <a:lnTo>
                  <a:pt x="989" y="15305"/>
                </a:lnTo>
                <a:lnTo>
                  <a:pt x="1190" y="14044"/>
                </a:lnTo>
                <a:lnTo>
                  <a:pt x="1387" y="12780"/>
                </a:lnTo>
                <a:lnTo>
                  <a:pt x="1588" y="11515"/>
                </a:lnTo>
                <a:lnTo>
                  <a:pt x="1788" y="10247"/>
                </a:lnTo>
                <a:lnTo>
                  <a:pt x="1985" y="8977"/>
                </a:lnTo>
                <a:lnTo>
                  <a:pt x="2186" y="7704"/>
                </a:lnTo>
                <a:lnTo>
                  <a:pt x="2386" y="6430"/>
                </a:lnTo>
                <a:lnTo>
                  <a:pt x="2590" y="5152"/>
                </a:lnTo>
                <a:lnTo>
                  <a:pt x="2791" y="3868"/>
                </a:lnTo>
                <a:lnTo>
                  <a:pt x="2992" y="2583"/>
                </a:lnTo>
                <a:lnTo>
                  <a:pt x="3195" y="1294"/>
                </a:lnTo>
                <a:lnTo>
                  <a:pt x="3399" y="0"/>
                </a:lnTo>
                <a:close/>
              </a:path>
            </a:pathLst>
          </a:custGeom>
          <a:solidFill>
            <a:srgbClr val="B0A888"/>
          </a:solidFill>
          <a:ln>
            <a:noFill/>
          </a:ln>
        </p:spPr>
        <p:txBody>
          <a:bodyPr/>
          <a:lstStyle/>
          <a:p/>
        </p:txBody>
      </p:sp>
      <p:sp>
        <p:nvSpPr>
          <p:cNvPr id="5659" name="contour_05657"/>
          <p:cNvSpPr/>
          <p:nvPr/>
        </p:nvSpPr>
        <p:spPr>
          <a:xfrm>
            <a:off x="8515461" y="2871469"/>
            <a:ext cx="13118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00" y="0"/>
                </a:moveTo>
                <a:lnTo>
                  <a:pt x="16313" y="613"/>
                </a:lnTo>
                <a:lnTo>
                  <a:pt x="16800" y="1096"/>
                </a:lnTo>
                <a:lnTo>
                  <a:pt x="17287" y="1709"/>
                </a:lnTo>
                <a:lnTo>
                  <a:pt x="18000" y="2700"/>
                </a:lnTo>
                <a:lnTo>
                  <a:pt x="18000" y="4485"/>
                </a:lnTo>
                <a:lnTo>
                  <a:pt x="18000" y="6280"/>
                </a:lnTo>
                <a:lnTo>
                  <a:pt x="18000" y="8100"/>
                </a:lnTo>
                <a:lnTo>
                  <a:pt x="18893" y="8932"/>
                </a:lnTo>
                <a:lnTo>
                  <a:pt x="19526" y="9488"/>
                </a:lnTo>
                <a:lnTo>
                  <a:pt x="20074" y="9898"/>
                </a:lnTo>
                <a:lnTo>
                  <a:pt x="20707" y="10292"/>
                </a:lnTo>
                <a:lnTo>
                  <a:pt x="21600" y="10800"/>
                </a:lnTo>
                <a:lnTo>
                  <a:pt x="20819" y="11218"/>
                </a:lnTo>
                <a:lnTo>
                  <a:pt x="20026" y="11642"/>
                </a:lnTo>
                <a:lnTo>
                  <a:pt x="19133" y="12512"/>
                </a:lnTo>
                <a:lnTo>
                  <a:pt x="18431" y="13333"/>
                </a:lnTo>
                <a:lnTo>
                  <a:pt x="17854" y="14202"/>
                </a:lnTo>
                <a:lnTo>
                  <a:pt x="17334" y="15214"/>
                </a:lnTo>
                <a:lnTo>
                  <a:pt x="16805" y="16467"/>
                </a:lnTo>
                <a:lnTo>
                  <a:pt x="16200" y="18058"/>
                </a:lnTo>
                <a:lnTo>
                  <a:pt x="15605" y="19227"/>
                </a:lnTo>
                <a:lnTo>
                  <a:pt x="15007" y="20407"/>
                </a:lnTo>
                <a:lnTo>
                  <a:pt x="14400" y="21600"/>
                </a:lnTo>
                <a:lnTo>
                  <a:pt x="13519" y="20404"/>
                </a:lnTo>
                <a:lnTo>
                  <a:pt x="12978" y="19618"/>
                </a:lnTo>
                <a:lnTo>
                  <a:pt x="12556" y="18900"/>
                </a:lnTo>
                <a:lnTo>
                  <a:pt x="12028" y="17898"/>
                </a:lnTo>
                <a:lnTo>
                  <a:pt x="11264" y="16948"/>
                </a:lnTo>
                <a:lnTo>
                  <a:pt x="10501" y="16192"/>
                </a:lnTo>
                <a:lnTo>
                  <a:pt x="9730" y="15590"/>
                </a:lnTo>
                <a:lnTo>
                  <a:pt x="8946" y="15107"/>
                </a:lnTo>
                <a:lnTo>
                  <a:pt x="8142" y="14704"/>
                </a:lnTo>
                <a:lnTo>
                  <a:pt x="7312" y="14350"/>
                </a:lnTo>
                <a:lnTo>
                  <a:pt x="6450" y="14008"/>
                </a:lnTo>
                <a:lnTo>
                  <a:pt x="5716" y="13711"/>
                </a:lnTo>
                <a:lnTo>
                  <a:pt x="4976" y="13411"/>
                </a:lnTo>
                <a:lnTo>
                  <a:pt x="4228" y="13109"/>
                </a:lnTo>
                <a:lnTo>
                  <a:pt x="3624" y="13238"/>
                </a:lnTo>
                <a:lnTo>
                  <a:pt x="3017" y="13368"/>
                </a:lnTo>
                <a:lnTo>
                  <a:pt x="2400" y="13500"/>
                </a:lnTo>
                <a:lnTo>
                  <a:pt x="1981" y="15493"/>
                </a:lnTo>
                <a:lnTo>
                  <a:pt x="1709" y="16910"/>
                </a:lnTo>
                <a:lnTo>
                  <a:pt x="1526" y="18141"/>
                </a:lnTo>
                <a:lnTo>
                  <a:pt x="1376" y="19575"/>
                </a:lnTo>
                <a:lnTo>
                  <a:pt x="1200" y="21600"/>
                </a:lnTo>
                <a:lnTo>
                  <a:pt x="1002" y="19818"/>
                </a:lnTo>
                <a:lnTo>
                  <a:pt x="804" y="18033"/>
                </a:lnTo>
                <a:lnTo>
                  <a:pt x="605" y="16240"/>
                </a:lnTo>
                <a:lnTo>
                  <a:pt x="404" y="14440"/>
                </a:lnTo>
                <a:lnTo>
                  <a:pt x="203" y="12628"/>
                </a:lnTo>
                <a:lnTo>
                  <a:pt x="0" y="10800"/>
                </a:lnTo>
                <a:lnTo>
                  <a:pt x="902" y="9958"/>
                </a:lnTo>
                <a:lnTo>
                  <a:pt x="1778" y="9199"/>
                </a:lnTo>
                <a:lnTo>
                  <a:pt x="2632" y="8527"/>
                </a:lnTo>
                <a:lnTo>
                  <a:pt x="3466" y="7938"/>
                </a:lnTo>
                <a:lnTo>
                  <a:pt x="4285" y="7436"/>
                </a:lnTo>
                <a:lnTo>
                  <a:pt x="5094" y="7020"/>
                </a:lnTo>
                <a:lnTo>
                  <a:pt x="5896" y="6691"/>
                </a:lnTo>
                <a:lnTo>
                  <a:pt x="6694" y="6445"/>
                </a:lnTo>
                <a:lnTo>
                  <a:pt x="7493" y="6286"/>
                </a:lnTo>
                <a:lnTo>
                  <a:pt x="8297" y="6210"/>
                </a:lnTo>
                <a:lnTo>
                  <a:pt x="9110" y="6224"/>
                </a:lnTo>
                <a:lnTo>
                  <a:pt x="9937" y="6321"/>
                </a:lnTo>
                <a:lnTo>
                  <a:pt x="10780" y="6504"/>
                </a:lnTo>
                <a:lnTo>
                  <a:pt x="11644" y="6774"/>
                </a:lnTo>
                <a:lnTo>
                  <a:pt x="12533" y="7131"/>
                </a:lnTo>
                <a:lnTo>
                  <a:pt x="13450" y="7571"/>
                </a:lnTo>
                <a:lnTo>
                  <a:pt x="14400" y="8100"/>
                </a:lnTo>
                <a:lnTo>
                  <a:pt x="14638" y="6496"/>
                </a:lnTo>
                <a:lnTo>
                  <a:pt x="14876" y="4887"/>
                </a:lnTo>
                <a:lnTo>
                  <a:pt x="15115" y="3272"/>
                </a:lnTo>
                <a:lnTo>
                  <a:pt x="15356" y="1644"/>
                </a:lnTo>
                <a:lnTo>
                  <a:pt x="15600" y="0"/>
                </a:lnTo>
                <a:close/>
              </a:path>
            </a:pathLst>
          </a:custGeom>
          <a:solidFill>
            <a:srgbClr val="CC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0" name="contour_05658"/>
          <p:cNvSpPr/>
          <p:nvPr/>
        </p:nvSpPr>
        <p:spPr>
          <a:xfrm>
            <a:off x="10045939" y="2827741"/>
            <a:ext cx="102032" cy="547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009" y="144"/>
                </a:lnTo>
                <a:lnTo>
                  <a:pt x="2436" y="279"/>
                </a:lnTo>
                <a:lnTo>
                  <a:pt x="2904" y="423"/>
                </a:lnTo>
                <a:lnTo>
                  <a:pt x="3487" y="604"/>
                </a:lnTo>
                <a:lnTo>
                  <a:pt x="4261" y="845"/>
                </a:lnTo>
                <a:lnTo>
                  <a:pt x="5304" y="1168"/>
                </a:lnTo>
                <a:lnTo>
                  <a:pt x="6690" y="1599"/>
                </a:lnTo>
                <a:lnTo>
                  <a:pt x="8497" y="2160"/>
                </a:lnTo>
                <a:lnTo>
                  <a:pt x="10800" y="2876"/>
                </a:lnTo>
                <a:lnTo>
                  <a:pt x="10800" y="4777"/>
                </a:lnTo>
                <a:lnTo>
                  <a:pt x="10800" y="6689"/>
                </a:lnTo>
                <a:lnTo>
                  <a:pt x="10800" y="8627"/>
                </a:lnTo>
                <a:lnTo>
                  <a:pt x="11772" y="8110"/>
                </a:lnTo>
                <a:lnTo>
                  <a:pt x="12744" y="7592"/>
                </a:lnTo>
                <a:lnTo>
                  <a:pt x="13718" y="7074"/>
                </a:lnTo>
                <a:lnTo>
                  <a:pt x="14693" y="6554"/>
                </a:lnTo>
                <a:lnTo>
                  <a:pt x="15671" y="6033"/>
                </a:lnTo>
                <a:lnTo>
                  <a:pt x="16649" y="5513"/>
                </a:lnTo>
                <a:lnTo>
                  <a:pt x="17632" y="4989"/>
                </a:lnTo>
                <a:lnTo>
                  <a:pt x="18618" y="4463"/>
                </a:lnTo>
                <a:lnTo>
                  <a:pt x="19607" y="3937"/>
                </a:lnTo>
                <a:lnTo>
                  <a:pt x="20602" y="3408"/>
                </a:lnTo>
                <a:lnTo>
                  <a:pt x="21600" y="2876"/>
                </a:lnTo>
                <a:lnTo>
                  <a:pt x="20909" y="6125"/>
                </a:lnTo>
                <a:lnTo>
                  <a:pt x="20343" y="8763"/>
                </a:lnTo>
                <a:lnTo>
                  <a:pt x="19874" y="10885"/>
                </a:lnTo>
                <a:lnTo>
                  <a:pt x="19472" y="12602"/>
                </a:lnTo>
                <a:lnTo>
                  <a:pt x="19114" y="14014"/>
                </a:lnTo>
                <a:lnTo>
                  <a:pt x="18769" y="15224"/>
                </a:lnTo>
                <a:lnTo>
                  <a:pt x="18411" y="16337"/>
                </a:lnTo>
                <a:lnTo>
                  <a:pt x="18010" y="17459"/>
                </a:lnTo>
                <a:lnTo>
                  <a:pt x="17539" y="18687"/>
                </a:lnTo>
                <a:lnTo>
                  <a:pt x="16971" y="20130"/>
                </a:lnTo>
                <a:lnTo>
                  <a:pt x="15820" y="20887"/>
                </a:lnTo>
                <a:lnTo>
                  <a:pt x="14722" y="21373"/>
                </a:lnTo>
                <a:lnTo>
                  <a:pt x="13654" y="21600"/>
                </a:lnTo>
                <a:lnTo>
                  <a:pt x="12596" y="21577"/>
                </a:lnTo>
                <a:lnTo>
                  <a:pt x="11525" y="21318"/>
                </a:lnTo>
                <a:lnTo>
                  <a:pt x="10419" y="20832"/>
                </a:lnTo>
                <a:lnTo>
                  <a:pt x="9257" y="20130"/>
                </a:lnTo>
                <a:lnTo>
                  <a:pt x="8560" y="18368"/>
                </a:lnTo>
                <a:lnTo>
                  <a:pt x="8051" y="17053"/>
                </a:lnTo>
                <a:lnTo>
                  <a:pt x="7643" y="15949"/>
                </a:lnTo>
                <a:lnTo>
                  <a:pt x="7250" y="14816"/>
                </a:lnTo>
                <a:lnTo>
                  <a:pt x="6789" y="13416"/>
                </a:lnTo>
                <a:lnTo>
                  <a:pt x="6171" y="11503"/>
                </a:lnTo>
                <a:lnTo>
                  <a:pt x="5152" y="10776"/>
                </a:lnTo>
                <a:lnTo>
                  <a:pt x="4149" y="10192"/>
                </a:lnTo>
                <a:lnTo>
                  <a:pt x="3149" y="9717"/>
                </a:lnTo>
                <a:lnTo>
                  <a:pt x="2134" y="9320"/>
                </a:lnTo>
                <a:lnTo>
                  <a:pt x="1089" y="8970"/>
                </a:lnTo>
                <a:lnTo>
                  <a:pt x="0" y="8627"/>
                </a:lnTo>
                <a:lnTo>
                  <a:pt x="305" y="6919"/>
                </a:lnTo>
                <a:lnTo>
                  <a:pt x="613" y="5205"/>
                </a:lnTo>
                <a:lnTo>
                  <a:pt x="920" y="3485"/>
                </a:lnTo>
                <a:lnTo>
                  <a:pt x="1230" y="1751"/>
                </a:lnTo>
                <a:lnTo>
                  <a:pt x="1543" y="0"/>
                </a:lnTo>
                <a:close/>
              </a:path>
            </a:pathLst>
          </a:custGeom>
          <a:solidFill>
            <a:srgbClr val="DB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1" name="contour_05659"/>
          <p:cNvSpPr/>
          <p:nvPr/>
        </p:nvSpPr>
        <p:spPr>
          <a:xfrm>
            <a:off x="5388912" y="2805877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02" y="188"/>
                </a:lnTo>
                <a:lnTo>
                  <a:pt x="3002" y="389"/>
                </a:lnTo>
                <a:lnTo>
                  <a:pt x="4502" y="596"/>
                </a:lnTo>
                <a:lnTo>
                  <a:pt x="6000" y="810"/>
                </a:lnTo>
                <a:lnTo>
                  <a:pt x="7675" y="1037"/>
                </a:lnTo>
                <a:lnTo>
                  <a:pt x="9374" y="1266"/>
                </a:lnTo>
                <a:lnTo>
                  <a:pt x="10678" y="1709"/>
                </a:lnTo>
                <a:lnTo>
                  <a:pt x="12000" y="2160"/>
                </a:lnTo>
                <a:lnTo>
                  <a:pt x="12000" y="3588"/>
                </a:lnTo>
                <a:lnTo>
                  <a:pt x="12000" y="5024"/>
                </a:lnTo>
                <a:lnTo>
                  <a:pt x="12000" y="6480"/>
                </a:lnTo>
                <a:lnTo>
                  <a:pt x="13584" y="6480"/>
                </a:lnTo>
                <a:lnTo>
                  <a:pt x="15170" y="6480"/>
                </a:lnTo>
                <a:lnTo>
                  <a:pt x="16764" y="6480"/>
                </a:lnTo>
                <a:lnTo>
                  <a:pt x="18365" y="6480"/>
                </a:lnTo>
                <a:lnTo>
                  <a:pt x="19975" y="6480"/>
                </a:lnTo>
                <a:lnTo>
                  <a:pt x="21600" y="6480"/>
                </a:lnTo>
                <a:lnTo>
                  <a:pt x="21518" y="7910"/>
                </a:lnTo>
                <a:lnTo>
                  <a:pt x="21396" y="9301"/>
                </a:lnTo>
                <a:lnTo>
                  <a:pt x="21226" y="10660"/>
                </a:lnTo>
                <a:lnTo>
                  <a:pt x="20993" y="11997"/>
                </a:lnTo>
                <a:lnTo>
                  <a:pt x="20686" y="13321"/>
                </a:lnTo>
                <a:lnTo>
                  <a:pt x="20292" y="14636"/>
                </a:lnTo>
                <a:lnTo>
                  <a:pt x="19800" y="15954"/>
                </a:lnTo>
                <a:lnTo>
                  <a:pt x="19200" y="17280"/>
                </a:lnTo>
                <a:lnTo>
                  <a:pt x="17779" y="18068"/>
                </a:lnTo>
                <a:lnTo>
                  <a:pt x="16346" y="18762"/>
                </a:lnTo>
                <a:lnTo>
                  <a:pt x="14897" y="19373"/>
                </a:lnTo>
                <a:lnTo>
                  <a:pt x="13423" y="19915"/>
                </a:lnTo>
                <a:lnTo>
                  <a:pt x="11921" y="20397"/>
                </a:lnTo>
                <a:lnTo>
                  <a:pt x="10387" y="20829"/>
                </a:lnTo>
                <a:lnTo>
                  <a:pt x="8815" y="21226"/>
                </a:lnTo>
                <a:lnTo>
                  <a:pt x="7200" y="21600"/>
                </a:lnTo>
                <a:lnTo>
                  <a:pt x="7022" y="20343"/>
                </a:lnTo>
                <a:lnTo>
                  <a:pt x="6845" y="19068"/>
                </a:lnTo>
                <a:lnTo>
                  <a:pt x="6569" y="17433"/>
                </a:lnTo>
                <a:lnTo>
                  <a:pt x="6271" y="15850"/>
                </a:lnTo>
                <a:lnTo>
                  <a:pt x="5945" y="14314"/>
                </a:lnTo>
                <a:lnTo>
                  <a:pt x="5587" y="12815"/>
                </a:lnTo>
                <a:lnTo>
                  <a:pt x="5189" y="11351"/>
                </a:lnTo>
                <a:lnTo>
                  <a:pt x="4747" y="9910"/>
                </a:lnTo>
                <a:lnTo>
                  <a:pt x="4258" y="8489"/>
                </a:lnTo>
                <a:lnTo>
                  <a:pt x="3713" y="7083"/>
                </a:lnTo>
                <a:lnTo>
                  <a:pt x="3110" y="5681"/>
                </a:lnTo>
                <a:lnTo>
                  <a:pt x="2441" y="4277"/>
                </a:lnTo>
                <a:lnTo>
                  <a:pt x="1704" y="2868"/>
                </a:lnTo>
                <a:lnTo>
                  <a:pt x="893" y="1445"/>
                </a:lnTo>
                <a:lnTo>
                  <a:pt x="0" y="0"/>
                </a:lnTo>
                <a:close/>
              </a:path>
            </a:pathLst>
          </a:custGeom>
          <a:solidFill>
            <a:srgbClr val="56585B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2" name="contour_05660"/>
          <p:cNvSpPr/>
          <p:nvPr/>
        </p:nvSpPr>
        <p:spPr>
          <a:xfrm>
            <a:off x="2225924" y="2827741"/>
            <a:ext cx="65592" cy="65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3" y="0"/>
                </a:lnTo>
                <a:lnTo>
                  <a:pt x="8129" y="0"/>
                </a:lnTo>
                <a:lnTo>
                  <a:pt x="9794" y="0"/>
                </a:lnTo>
                <a:lnTo>
                  <a:pt x="11462" y="0"/>
                </a:lnTo>
                <a:lnTo>
                  <a:pt x="13138" y="0"/>
                </a:lnTo>
                <a:lnTo>
                  <a:pt x="14815" y="0"/>
                </a:lnTo>
                <a:lnTo>
                  <a:pt x="16500" y="0"/>
                </a:lnTo>
                <a:lnTo>
                  <a:pt x="18192" y="0"/>
                </a:lnTo>
                <a:lnTo>
                  <a:pt x="19891" y="0"/>
                </a:lnTo>
                <a:lnTo>
                  <a:pt x="21600" y="0"/>
                </a:lnTo>
                <a:lnTo>
                  <a:pt x="21079" y="258"/>
                </a:lnTo>
                <a:lnTo>
                  <a:pt x="20405" y="594"/>
                </a:lnTo>
                <a:lnTo>
                  <a:pt x="19130" y="1230"/>
                </a:lnTo>
                <a:lnTo>
                  <a:pt x="16800" y="2388"/>
                </a:lnTo>
                <a:lnTo>
                  <a:pt x="16954" y="3980"/>
                </a:lnTo>
                <a:lnTo>
                  <a:pt x="17182" y="5539"/>
                </a:lnTo>
                <a:lnTo>
                  <a:pt x="17472" y="7072"/>
                </a:lnTo>
                <a:lnTo>
                  <a:pt x="17808" y="8595"/>
                </a:lnTo>
                <a:lnTo>
                  <a:pt x="18180" y="10116"/>
                </a:lnTo>
                <a:lnTo>
                  <a:pt x="18571" y="11646"/>
                </a:lnTo>
                <a:lnTo>
                  <a:pt x="18974" y="13196"/>
                </a:lnTo>
                <a:lnTo>
                  <a:pt x="19073" y="15273"/>
                </a:lnTo>
                <a:lnTo>
                  <a:pt x="18919" y="16634"/>
                </a:lnTo>
                <a:lnTo>
                  <a:pt x="18341" y="17873"/>
                </a:lnTo>
                <a:lnTo>
                  <a:pt x="17174" y="19594"/>
                </a:lnTo>
                <a:lnTo>
                  <a:pt x="15533" y="20690"/>
                </a:lnTo>
                <a:lnTo>
                  <a:pt x="14446" y="21266"/>
                </a:lnTo>
                <a:lnTo>
                  <a:pt x="13430" y="21504"/>
                </a:lnTo>
                <a:lnTo>
                  <a:pt x="12000" y="21600"/>
                </a:lnTo>
                <a:lnTo>
                  <a:pt x="10810" y="21249"/>
                </a:lnTo>
                <a:lnTo>
                  <a:pt x="9600" y="20891"/>
                </a:lnTo>
                <a:lnTo>
                  <a:pt x="9002" y="20733"/>
                </a:lnTo>
                <a:lnTo>
                  <a:pt x="7200" y="20256"/>
                </a:lnTo>
                <a:lnTo>
                  <a:pt x="6166" y="19747"/>
                </a:lnTo>
                <a:lnTo>
                  <a:pt x="5333" y="19265"/>
                </a:lnTo>
                <a:lnTo>
                  <a:pt x="4500" y="18647"/>
                </a:lnTo>
                <a:lnTo>
                  <a:pt x="3466" y="17727"/>
                </a:lnTo>
                <a:lnTo>
                  <a:pt x="2033" y="16343"/>
                </a:lnTo>
                <a:lnTo>
                  <a:pt x="0" y="14325"/>
                </a:lnTo>
                <a:lnTo>
                  <a:pt x="1188" y="13143"/>
                </a:lnTo>
                <a:lnTo>
                  <a:pt x="2378" y="11959"/>
                </a:lnTo>
                <a:lnTo>
                  <a:pt x="3569" y="10775"/>
                </a:lnTo>
                <a:lnTo>
                  <a:pt x="4764" y="9586"/>
                </a:lnTo>
                <a:lnTo>
                  <a:pt x="5964" y="8392"/>
                </a:lnTo>
                <a:lnTo>
                  <a:pt x="7169" y="7194"/>
                </a:lnTo>
                <a:lnTo>
                  <a:pt x="8381" y="5988"/>
                </a:lnTo>
                <a:lnTo>
                  <a:pt x="9600" y="4775"/>
                </a:lnTo>
                <a:lnTo>
                  <a:pt x="8014" y="4775"/>
                </a:lnTo>
                <a:lnTo>
                  <a:pt x="6418" y="4775"/>
                </a:lnTo>
                <a:lnTo>
                  <a:pt x="4800" y="4775"/>
                </a:lnTo>
                <a:lnTo>
                  <a:pt x="4800" y="3197"/>
                </a:lnTo>
                <a:lnTo>
                  <a:pt x="4800" y="1609"/>
                </a:lnTo>
                <a:lnTo>
                  <a:pt x="4800" y="0"/>
                </a:lnTo>
                <a:close/>
              </a:path>
            </a:pathLst>
          </a:custGeom>
          <a:solidFill>
            <a:srgbClr val="A48D5A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3" name="contour_05661"/>
          <p:cNvSpPr/>
          <p:nvPr/>
        </p:nvSpPr>
        <p:spPr>
          <a:xfrm>
            <a:off x="5496811" y="2768278"/>
            <a:ext cx="61321" cy="52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57" y="101"/>
                </a:moveTo>
                <a:lnTo>
                  <a:pt x="15043" y="154"/>
                </a:lnTo>
                <a:lnTo>
                  <a:pt x="16437" y="208"/>
                </a:lnTo>
                <a:lnTo>
                  <a:pt x="17849" y="264"/>
                </a:lnTo>
                <a:lnTo>
                  <a:pt x="18643" y="315"/>
                </a:lnTo>
                <a:lnTo>
                  <a:pt x="21038" y="472"/>
                </a:lnTo>
                <a:lnTo>
                  <a:pt x="21277" y="2638"/>
                </a:lnTo>
                <a:lnTo>
                  <a:pt x="21459" y="4764"/>
                </a:lnTo>
                <a:lnTo>
                  <a:pt x="21572" y="6864"/>
                </a:lnTo>
                <a:lnTo>
                  <a:pt x="21600" y="8955"/>
                </a:lnTo>
                <a:lnTo>
                  <a:pt x="21531" y="11050"/>
                </a:lnTo>
                <a:lnTo>
                  <a:pt x="21348" y="13167"/>
                </a:lnTo>
                <a:lnTo>
                  <a:pt x="21038" y="15324"/>
                </a:lnTo>
                <a:lnTo>
                  <a:pt x="19631" y="16830"/>
                </a:lnTo>
                <a:lnTo>
                  <a:pt x="18150" y="18071"/>
                </a:lnTo>
                <a:lnTo>
                  <a:pt x="16597" y="19084"/>
                </a:lnTo>
                <a:lnTo>
                  <a:pt x="14974" y="19886"/>
                </a:lnTo>
                <a:lnTo>
                  <a:pt x="13280" y="20513"/>
                </a:lnTo>
                <a:lnTo>
                  <a:pt x="11521" y="20991"/>
                </a:lnTo>
                <a:lnTo>
                  <a:pt x="9694" y="21342"/>
                </a:lnTo>
                <a:lnTo>
                  <a:pt x="7802" y="21600"/>
                </a:lnTo>
                <a:lnTo>
                  <a:pt x="5974" y="21588"/>
                </a:lnTo>
                <a:lnTo>
                  <a:pt x="4149" y="21520"/>
                </a:lnTo>
                <a:lnTo>
                  <a:pt x="2323" y="21407"/>
                </a:lnTo>
                <a:lnTo>
                  <a:pt x="501" y="21264"/>
                </a:lnTo>
                <a:lnTo>
                  <a:pt x="403" y="19503"/>
                </a:lnTo>
                <a:lnTo>
                  <a:pt x="318" y="17739"/>
                </a:lnTo>
                <a:lnTo>
                  <a:pt x="244" y="15974"/>
                </a:lnTo>
                <a:lnTo>
                  <a:pt x="180" y="14210"/>
                </a:lnTo>
                <a:lnTo>
                  <a:pt x="90" y="12241"/>
                </a:lnTo>
                <a:lnTo>
                  <a:pt x="0" y="10242"/>
                </a:lnTo>
                <a:lnTo>
                  <a:pt x="321" y="7975"/>
                </a:lnTo>
                <a:lnTo>
                  <a:pt x="698" y="6463"/>
                </a:lnTo>
                <a:lnTo>
                  <a:pt x="1373" y="5023"/>
                </a:lnTo>
                <a:lnTo>
                  <a:pt x="2588" y="2979"/>
                </a:lnTo>
                <a:lnTo>
                  <a:pt x="4190" y="1788"/>
                </a:lnTo>
                <a:lnTo>
                  <a:pt x="5668" y="950"/>
                </a:lnTo>
                <a:lnTo>
                  <a:pt x="7093" y="410"/>
                </a:lnTo>
                <a:lnTo>
                  <a:pt x="8533" y="113"/>
                </a:lnTo>
                <a:lnTo>
                  <a:pt x="10061" y="0"/>
                </a:lnTo>
                <a:lnTo>
                  <a:pt x="11745" y="15"/>
                </a:lnTo>
                <a:lnTo>
                  <a:pt x="13657" y="101"/>
                </a:lnTo>
                <a:close/>
              </a:path>
            </a:pathLst>
          </a:custGeom>
          <a:solidFill>
            <a:srgbClr val="BEC2C5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4" name="contour_05662"/>
          <p:cNvSpPr/>
          <p:nvPr/>
        </p:nvSpPr>
        <p:spPr>
          <a:xfrm>
            <a:off x="4834034" y="2740066"/>
            <a:ext cx="95735" cy="512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62" y="1244"/>
                </a:moveTo>
                <a:lnTo>
                  <a:pt x="13140" y="1321"/>
                </a:lnTo>
                <a:lnTo>
                  <a:pt x="13806" y="1459"/>
                </a:lnTo>
                <a:lnTo>
                  <a:pt x="15330" y="1773"/>
                </a:lnTo>
                <a:lnTo>
                  <a:pt x="16376" y="1991"/>
                </a:lnTo>
                <a:lnTo>
                  <a:pt x="17422" y="2218"/>
                </a:lnTo>
                <a:lnTo>
                  <a:pt x="18468" y="2446"/>
                </a:lnTo>
                <a:lnTo>
                  <a:pt x="19512" y="2682"/>
                </a:lnTo>
                <a:lnTo>
                  <a:pt x="20556" y="2922"/>
                </a:lnTo>
                <a:lnTo>
                  <a:pt x="21600" y="3165"/>
                </a:lnTo>
                <a:lnTo>
                  <a:pt x="21181" y="4968"/>
                </a:lnTo>
                <a:lnTo>
                  <a:pt x="20870" y="6210"/>
                </a:lnTo>
                <a:lnTo>
                  <a:pt x="20511" y="7463"/>
                </a:lnTo>
                <a:lnTo>
                  <a:pt x="19956" y="9310"/>
                </a:lnTo>
                <a:lnTo>
                  <a:pt x="18788" y="9654"/>
                </a:lnTo>
                <a:lnTo>
                  <a:pt x="17959" y="9808"/>
                </a:lnTo>
                <a:lnTo>
                  <a:pt x="17076" y="9808"/>
                </a:lnTo>
                <a:lnTo>
                  <a:pt x="15741" y="9694"/>
                </a:lnTo>
                <a:lnTo>
                  <a:pt x="14617" y="9611"/>
                </a:lnTo>
                <a:lnTo>
                  <a:pt x="13475" y="9525"/>
                </a:lnTo>
                <a:lnTo>
                  <a:pt x="12610" y="9417"/>
                </a:lnTo>
                <a:lnTo>
                  <a:pt x="11734" y="9310"/>
                </a:lnTo>
                <a:lnTo>
                  <a:pt x="11734" y="11135"/>
                </a:lnTo>
                <a:lnTo>
                  <a:pt x="11734" y="12966"/>
                </a:lnTo>
                <a:lnTo>
                  <a:pt x="11734" y="14804"/>
                </a:lnTo>
                <a:lnTo>
                  <a:pt x="11734" y="16656"/>
                </a:lnTo>
                <a:lnTo>
                  <a:pt x="11734" y="18527"/>
                </a:lnTo>
                <a:lnTo>
                  <a:pt x="10594" y="18832"/>
                </a:lnTo>
                <a:lnTo>
                  <a:pt x="9453" y="19136"/>
                </a:lnTo>
                <a:lnTo>
                  <a:pt x="8312" y="19440"/>
                </a:lnTo>
                <a:lnTo>
                  <a:pt x="7169" y="19747"/>
                </a:lnTo>
                <a:lnTo>
                  <a:pt x="6022" y="20051"/>
                </a:lnTo>
                <a:lnTo>
                  <a:pt x="4872" y="20359"/>
                </a:lnTo>
                <a:lnTo>
                  <a:pt x="3718" y="20666"/>
                </a:lnTo>
                <a:lnTo>
                  <a:pt x="2559" y="20976"/>
                </a:lnTo>
                <a:lnTo>
                  <a:pt x="1394" y="21287"/>
                </a:lnTo>
                <a:lnTo>
                  <a:pt x="224" y="21600"/>
                </a:lnTo>
                <a:lnTo>
                  <a:pt x="109" y="17418"/>
                </a:lnTo>
                <a:lnTo>
                  <a:pt x="31" y="14118"/>
                </a:lnTo>
                <a:lnTo>
                  <a:pt x="0" y="11547"/>
                </a:lnTo>
                <a:lnTo>
                  <a:pt x="26" y="9540"/>
                </a:lnTo>
                <a:lnTo>
                  <a:pt x="117" y="7952"/>
                </a:lnTo>
                <a:lnTo>
                  <a:pt x="280" y="6615"/>
                </a:lnTo>
                <a:lnTo>
                  <a:pt x="526" y="5383"/>
                </a:lnTo>
                <a:lnTo>
                  <a:pt x="865" y="4093"/>
                </a:lnTo>
                <a:lnTo>
                  <a:pt x="1302" y="2590"/>
                </a:lnTo>
                <a:lnTo>
                  <a:pt x="2402" y="1521"/>
                </a:lnTo>
                <a:lnTo>
                  <a:pt x="3506" y="768"/>
                </a:lnTo>
                <a:lnTo>
                  <a:pt x="4614" y="289"/>
                </a:lnTo>
                <a:lnTo>
                  <a:pt x="5732" y="46"/>
                </a:lnTo>
                <a:lnTo>
                  <a:pt x="6862" y="0"/>
                </a:lnTo>
                <a:lnTo>
                  <a:pt x="8005" y="104"/>
                </a:lnTo>
                <a:lnTo>
                  <a:pt x="9162" y="323"/>
                </a:lnTo>
                <a:lnTo>
                  <a:pt x="10340" y="611"/>
                </a:lnTo>
                <a:lnTo>
                  <a:pt x="11540" y="934"/>
                </a:lnTo>
                <a:lnTo>
                  <a:pt x="12762" y="1244"/>
                </a:lnTo>
                <a:close/>
              </a:path>
            </a:pathLst>
          </a:custGeom>
          <a:solidFill>
            <a:srgbClr val="58554E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5" name="contour_05663"/>
          <p:cNvSpPr/>
          <p:nvPr/>
        </p:nvSpPr>
        <p:spPr>
          <a:xfrm>
            <a:off x="2051012" y="2732997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8774" y="1382"/>
                </a:lnTo>
                <a:lnTo>
                  <a:pt x="8910" y="2776"/>
                </a:lnTo>
                <a:lnTo>
                  <a:pt x="9046" y="4186"/>
                </a:lnTo>
                <a:lnTo>
                  <a:pt x="9385" y="5599"/>
                </a:lnTo>
                <a:lnTo>
                  <a:pt x="9681" y="6532"/>
                </a:lnTo>
                <a:lnTo>
                  <a:pt x="10098" y="7407"/>
                </a:lnTo>
                <a:lnTo>
                  <a:pt x="10800" y="8640"/>
                </a:lnTo>
                <a:lnTo>
                  <a:pt x="12122" y="9141"/>
                </a:lnTo>
                <a:lnTo>
                  <a:pt x="13444" y="9554"/>
                </a:lnTo>
                <a:lnTo>
                  <a:pt x="14768" y="9891"/>
                </a:lnTo>
                <a:lnTo>
                  <a:pt x="16101" y="10163"/>
                </a:lnTo>
                <a:lnTo>
                  <a:pt x="17446" y="10379"/>
                </a:lnTo>
                <a:lnTo>
                  <a:pt x="18809" y="10549"/>
                </a:lnTo>
                <a:lnTo>
                  <a:pt x="20192" y="10686"/>
                </a:lnTo>
                <a:lnTo>
                  <a:pt x="21600" y="10800"/>
                </a:lnTo>
                <a:lnTo>
                  <a:pt x="20557" y="12094"/>
                </a:lnTo>
                <a:lnTo>
                  <a:pt x="19535" y="13299"/>
                </a:lnTo>
                <a:lnTo>
                  <a:pt x="18522" y="14416"/>
                </a:lnTo>
                <a:lnTo>
                  <a:pt x="17502" y="15448"/>
                </a:lnTo>
                <a:lnTo>
                  <a:pt x="16466" y="16397"/>
                </a:lnTo>
                <a:lnTo>
                  <a:pt x="15399" y="17258"/>
                </a:lnTo>
                <a:lnTo>
                  <a:pt x="14286" y="18040"/>
                </a:lnTo>
                <a:lnTo>
                  <a:pt x="13116" y="18740"/>
                </a:lnTo>
                <a:lnTo>
                  <a:pt x="11874" y="19360"/>
                </a:lnTo>
                <a:lnTo>
                  <a:pt x="10549" y="19900"/>
                </a:lnTo>
                <a:lnTo>
                  <a:pt x="9128" y="20362"/>
                </a:lnTo>
                <a:lnTo>
                  <a:pt x="7595" y="20749"/>
                </a:lnTo>
                <a:lnTo>
                  <a:pt x="5940" y="21060"/>
                </a:lnTo>
                <a:lnTo>
                  <a:pt x="4456" y="21218"/>
                </a:lnTo>
                <a:lnTo>
                  <a:pt x="2972" y="21362"/>
                </a:lnTo>
                <a:lnTo>
                  <a:pt x="1486" y="21490"/>
                </a:lnTo>
                <a:lnTo>
                  <a:pt x="0" y="21600"/>
                </a:lnTo>
                <a:lnTo>
                  <a:pt x="119" y="20114"/>
                </a:lnTo>
                <a:lnTo>
                  <a:pt x="246" y="18628"/>
                </a:lnTo>
                <a:lnTo>
                  <a:pt x="382" y="17142"/>
                </a:lnTo>
                <a:lnTo>
                  <a:pt x="525" y="15658"/>
                </a:lnTo>
                <a:lnTo>
                  <a:pt x="674" y="14174"/>
                </a:lnTo>
                <a:lnTo>
                  <a:pt x="801" y="12794"/>
                </a:lnTo>
                <a:lnTo>
                  <a:pt x="927" y="11405"/>
                </a:lnTo>
                <a:lnTo>
                  <a:pt x="1054" y="9999"/>
                </a:lnTo>
                <a:lnTo>
                  <a:pt x="1419" y="8837"/>
                </a:lnTo>
                <a:lnTo>
                  <a:pt x="1786" y="7666"/>
                </a:lnTo>
                <a:lnTo>
                  <a:pt x="2160" y="6480"/>
                </a:lnTo>
                <a:lnTo>
                  <a:pt x="3812" y="5843"/>
                </a:lnTo>
                <a:lnTo>
                  <a:pt x="4974" y="5411"/>
                </a:lnTo>
                <a:lnTo>
                  <a:pt x="5959" y="5082"/>
                </a:lnTo>
                <a:lnTo>
                  <a:pt x="7078" y="4754"/>
                </a:lnTo>
                <a:lnTo>
                  <a:pt x="8640" y="4320"/>
                </a:lnTo>
                <a:lnTo>
                  <a:pt x="8640" y="2892"/>
                </a:lnTo>
                <a:lnTo>
                  <a:pt x="8640" y="1456"/>
                </a:lnTo>
                <a:lnTo>
                  <a:pt x="8640" y="0"/>
                </a:lnTo>
                <a:close/>
              </a:path>
            </a:pathLst>
          </a:custGeom>
          <a:solidFill>
            <a:srgbClr val="585755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6" name="contour_05664"/>
          <p:cNvSpPr/>
          <p:nvPr/>
        </p:nvSpPr>
        <p:spPr>
          <a:xfrm>
            <a:off x="5425352" y="2703845"/>
            <a:ext cx="80168" cy="43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260" y="239"/>
                </a:lnTo>
                <a:lnTo>
                  <a:pt x="4556" y="478"/>
                </a:lnTo>
                <a:lnTo>
                  <a:pt x="5854" y="717"/>
                </a:lnTo>
                <a:lnTo>
                  <a:pt x="7152" y="955"/>
                </a:lnTo>
                <a:lnTo>
                  <a:pt x="8451" y="1194"/>
                </a:lnTo>
                <a:lnTo>
                  <a:pt x="9751" y="1437"/>
                </a:lnTo>
                <a:lnTo>
                  <a:pt x="11055" y="1675"/>
                </a:lnTo>
                <a:lnTo>
                  <a:pt x="12361" y="1918"/>
                </a:lnTo>
                <a:lnTo>
                  <a:pt x="13671" y="2157"/>
                </a:lnTo>
                <a:lnTo>
                  <a:pt x="14983" y="2399"/>
                </a:lnTo>
                <a:lnTo>
                  <a:pt x="16296" y="2642"/>
                </a:lnTo>
                <a:lnTo>
                  <a:pt x="17616" y="2884"/>
                </a:lnTo>
                <a:lnTo>
                  <a:pt x="18939" y="3130"/>
                </a:lnTo>
                <a:lnTo>
                  <a:pt x="20267" y="3373"/>
                </a:lnTo>
                <a:lnTo>
                  <a:pt x="21600" y="3619"/>
                </a:lnTo>
                <a:lnTo>
                  <a:pt x="21590" y="7176"/>
                </a:lnTo>
                <a:lnTo>
                  <a:pt x="21521" y="9499"/>
                </a:lnTo>
                <a:lnTo>
                  <a:pt x="21333" y="11088"/>
                </a:lnTo>
                <a:lnTo>
                  <a:pt x="20968" y="12441"/>
                </a:lnTo>
                <a:lnTo>
                  <a:pt x="20365" y="14066"/>
                </a:lnTo>
                <a:lnTo>
                  <a:pt x="19124" y="15966"/>
                </a:lnTo>
                <a:lnTo>
                  <a:pt x="17967" y="17572"/>
                </a:lnTo>
                <a:lnTo>
                  <a:pt x="16848" y="18893"/>
                </a:lnTo>
                <a:lnTo>
                  <a:pt x="15719" y="19939"/>
                </a:lnTo>
                <a:lnTo>
                  <a:pt x="14531" y="20724"/>
                </a:lnTo>
                <a:lnTo>
                  <a:pt x="13241" y="21256"/>
                </a:lnTo>
                <a:lnTo>
                  <a:pt x="11801" y="21542"/>
                </a:lnTo>
                <a:lnTo>
                  <a:pt x="10164" y="21600"/>
                </a:lnTo>
                <a:lnTo>
                  <a:pt x="8880" y="21242"/>
                </a:lnTo>
                <a:lnTo>
                  <a:pt x="7603" y="20865"/>
                </a:lnTo>
                <a:lnTo>
                  <a:pt x="6331" y="20467"/>
                </a:lnTo>
                <a:lnTo>
                  <a:pt x="5060" y="20044"/>
                </a:lnTo>
                <a:lnTo>
                  <a:pt x="3796" y="19595"/>
                </a:lnTo>
                <a:lnTo>
                  <a:pt x="2531" y="19125"/>
                </a:lnTo>
                <a:lnTo>
                  <a:pt x="1267" y="18622"/>
                </a:lnTo>
                <a:lnTo>
                  <a:pt x="0" y="18093"/>
                </a:lnTo>
                <a:lnTo>
                  <a:pt x="243" y="15854"/>
                </a:lnTo>
                <a:lnTo>
                  <a:pt x="487" y="13614"/>
                </a:lnTo>
                <a:lnTo>
                  <a:pt x="730" y="11366"/>
                </a:lnTo>
                <a:lnTo>
                  <a:pt x="974" y="9115"/>
                </a:lnTo>
                <a:lnTo>
                  <a:pt x="1219" y="6854"/>
                </a:lnTo>
                <a:lnTo>
                  <a:pt x="1467" y="4581"/>
                </a:lnTo>
                <a:lnTo>
                  <a:pt x="1714" y="2298"/>
                </a:lnTo>
                <a:lnTo>
                  <a:pt x="1964" y="0"/>
                </a:lnTo>
                <a:close/>
              </a:path>
            </a:pathLst>
          </a:custGeom>
          <a:solidFill>
            <a:srgbClr val="AFAEA6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7" name="contour_05665"/>
          <p:cNvSpPr/>
          <p:nvPr/>
        </p:nvSpPr>
        <p:spPr>
          <a:xfrm>
            <a:off x="4470625" y="2704523"/>
            <a:ext cx="80168" cy="722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16" y="325"/>
                </a:moveTo>
                <a:lnTo>
                  <a:pt x="11283" y="528"/>
                </a:lnTo>
                <a:lnTo>
                  <a:pt x="12106" y="885"/>
                </a:lnTo>
                <a:lnTo>
                  <a:pt x="13991" y="1705"/>
                </a:lnTo>
                <a:lnTo>
                  <a:pt x="15049" y="2150"/>
                </a:lnTo>
                <a:lnTo>
                  <a:pt x="16118" y="2597"/>
                </a:lnTo>
                <a:lnTo>
                  <a:pt x="17198" y="3050"/>
                </a:lnTo>
                <a:lnTo>
                  <a:pt x="18407" y="3600"/>
                </a:lnTo>
                <a:lnTo>
                  <a:pt x="19636" y="4158"/>
                </a:lnTo>
                <a:lnTo>
                  <a:pt x="19340" y="4705"/>
                </a:lnTo>
                <a:lnTo>
                  <a:pt x="19067" y="5211"/>
                </a:lnTo>
                <a:lnTo>
                  <a:pt x="18770" y="5760"/>
                </a:lnTo>
                <a:lnTo>
                  <a:pt x="18399" y="6447"/>
                </a:lnTo>
                <a:lnTo>
                  <a:pt x="17906" y="7361"/>
                </a:lnTo>
                <a:lnTo>
                  <a:pt x="17243" y="8588"/>
                </a:lnTo>
                <a:lnTo>
                  <a:pt x="16361" y="10221"/>
                </a:lnTo>
                <a:lnTo>
                  <a:pt x="15210" y="12347"/>
                </a:lnTo>
                <a:lnTo>
                  <a:pt x="13745" y="15059"/>
                </a:lnTo>
                <a:lnTo>
                  <a:pt x="15041" y="15419"/>
                </a:lnTo>
                <a:lnTo>
                  <a:pt x="16339" y="15781"/>
                </a:lnTo>
                <a:lnTo>
                  <a:pt x="17643" y="16141"/>
                </a:lnTo>
                <a:lnTo>
                  <a:pt x="18953" y="16505"/>
                </a:lnTo>
                <a:lnTo>
                  <a:pt x="20271" y="16871"/>
                </a:lnTo>
                <a:lnTo>
                  <a:pt x="21600" y="17239"/>
                </a:lnTo>
                <a:lnTo>
                  <a:pt x="20447" y="18225"/>
                </a:lnTo>
                <a:lnTo>
                  <a:pt x="19581" y="18944"/>
                </a:lnTo>
                <a:lnTo>
                  <a:pt x="18839" y="19522"/>
                </a:lnTo>
                <a:lnTo>
                  <a:pt x="18054" y="20076"/>
                </a:lnTo>
                <a:lnTo>
                  <a:pt x="17066" y="20728"/>
                </a:lnTo>
                <a:lnTo>
                  <a:pt x="15709" y="21600"/>
                </a:lnTo>
                <a:lnTo>
                  <a:pt x="14337" y="21336"/>
                </a:lnTo>
                <a:lnTo>
                  <a:pt x="13471" y="21020"/>
                </a:lnTo>
                <a:lnTo>
                  <a:pt x="12740" y="20451"/>
                </a:lnTo>
                <a:lnTo>
                  <a:pt x="11782" y="19420"/>
                </a:lnTo>
                <a:lnTo>
                  <a:pt x="11782" y="18125"/>
                </a:lnTo>
                <a:lnTo>
                  <a:pt x="11782" y="16825"/>
                </a:lnTo>
                <a:lnTo>
                  <a:pt x="11782" y="15521"/>
                </a:lnTo>
                <a:lnTo>
                  <a:pt x="11782" y="14207"/>
                </a:lnTo>
                <a:lnTo>
                  <a:pt x="11782" y="12879"/>
                </a:lnTo>
                <a:lnTo>
                  <a:pt x="10486" y="12879"/>
                </a:lnTo>
                <a:lnTo>
                  <a:pt x="9188" y="12879"/>
                </a:lnTo>
                <a:lnTo>
                  <a:pt x="7890" y="12879"/>
                </a:lnTo>
                <a:lnTo>
                  <a:pt x="6588" y="12879"/>
                </a:lnTo>
                <a:lnTo>
                  <a:pt x="5282" y="12879"/>
                </a:lnTo>
                <a:lnTo>
                  <a:pt x="3970" y="12879"/>
                </a:lnTo>
                <a:lnTo>
                  <a:pt x="2655" y="12879"/>
                </a:lnTo>
                <a:lnTo>
                  <a:pt x="1331" y="12879"/>
                </a:lnTo>
                <a:lnTo>
                  <a:pt x="0" y="12879"/>
                </a:lnTo>
                <a:lnTo>
                  <a:pt x="1304" y="9785"/>
                </a:lnTo>
                <a:lnTo>
                  <a:pt x="2409" y="7208"/>
                </a:lnTo>
                <a:lnTo>
                  <a:pt x="3354" y="5106"/>
                </a:lnTo>
                <a:lnTo>
                  <a:pt x="4175" y="3434"/>
                </a:lnTo>
                <a:lnTo>
                  <a:pt x="4911" y="2148"/>
                </a:lnTo>
                <a:lnTo>
                  <a:pt x="5598" y="1206"/>
                </a:lnTo>
                <a:lnTo>
                  <a:pt x="6276" y="565"/>
                </a:lnTo>
                <a:lnTo>
                  <a:pt x="6979" y="179"/>
                </a:lnTo>
                <a:lnTo>
                  <a:pt x="7749" y="4"/>
                </a:lnTo>
                <a:lnTo>
                  <a:pt x="8618" y="0"/>
                </a:lnTo>
                <a:lnTo>
                  <a:pt x="9628" y="122"/>
                </a:lnTo>
                <a:lnTo>
                  <a:pt x="10816" y="325"/>
                </a:lnTo>
                <a:close/>
              </a:path>
            </a:pathLst>
          </a:custGeom>
          <a:solidFill>
            <a:srgbClr val="2E2D27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8" name="contour_05666"/>
          <p:cNvSpPr/>
          <p:nvPr/>
        </p:nvSpPr>
        <p:spPr>
          <a:xfrm>
            <a:off x="10971514" y="2573412"/>
            <a:ext cx="72880" cy="66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07"/>
                </a:moveTo>
                <a:lnTo>
                  <a:pt x="21259" y="6274"/>
                </a:lnTo>
                <a:lnTo>
                  <a:pt x="20976" y="7529"/>
                </a:lnTo>
                <a:lnTo>
                  <a:pt x="20647" y="8612"/>
                </a:lnTo>
                <a:lnTo>
                  <a:pt x="20170" y="9866"/>
                </a:lnTo>
                <a:lnTo>
                  <a:pt x="19440" y="11634"/>
                </a:lnTo>
                <a:lnTo>
                  <a:pt x="17768" y="11848"/>
                </a:lnTo>
                <a:lnTo>
                  <a:pt x="16595" y="11955"/>
                </a:lnTo>
                <a:lnTo>
                  <a:pt x="15610" y="11955"/>
                </a:lnTo>
                <a:lnTo>
                  <a:pt x="14502" y="11848"/>
                </a:lnTo>
                <a:lnTo>
                  <a:pt x="12960" y="11634"/>
                </a:lnTo>
                <a:lnTo>
                  <a:pt x="13876" y="12979"/>
                </a:lnTo>
                <a:lnTo>
                  <a:pt x="14794" y="14323"/>
                </a:lnTo>
                <a:lnTo>
                  <a:pt x="15714" y="15673"/>
                </a:lnTo>
                <a:lnTo>
                  <a:pt x="16638" y="17027"/>
                </a:lnTo>
                <a:lnTo>
                  <a:pt x="17565" y="18388"/>
                </a:lnTo>
                <a:lnTo>
                  <a:pt x="18500" y="19756"/>
                </a:lnTo>
                <a:lnTo>
                  <a:pt x="19440" y="21137"/>
                </a:lnTo>
                <a:lnTo>
                  <a:pt x="18058" y="21234"/>
                </a:lnTo>
                <a:lnTo>
                  <a:pt x="16664" y="21334"/>
                </a:lnTo>
                <a:lnTo>
                  <a:pt x="15254" y="21434"/>
                </a:lnTo>
                <a:lnTo>
                  <a:pt x="14088" y="21517"/>
                </a:lnTo>
                <a:lnTo>
                  <a:pt x="12902" y="21600"/>
                </a:lnTo>
                <a:lnTo>
                  <a:pt x="11858" y="21370"/>
                </a:lnTo>
                <a:lnTo>
                  <a:pt x="10800" y="21137"/>
                </a:lnTo>
                <a:lnTo>
                  <a:pt x="10238" y="19961"/>
                </a:lnTo>
                <a:lnTo>
                  <a:pt x="9692" y="18775"/>
                </a:lnTo>
                <a:lnTo>
                  <a:pt x="9161" y="17583"/>
                </a:lnTo>
                <a:lnTo>
                  <a:pt x="8640" y="16385"/>
                </a:lnTo>
                <a:lnTo>
                  <a:pt x="7387" y="15497"/>
                </a:lnTo>
                <a:lnTo>
                  <a:pt x="6508" y="14924"/>
                </a:lnTo>
                <a:lnTo>
                  <a:pt x="5579" y="14411"/>
                </a:lnTo>
                <a:lnTo>
                  <a:pt x="4186" y="13713"/>
                </a:lnTo>
                <a:lnTo>
                  <a:pt x="3009" y="13114"/>
                </a:lnTo>
                <a:lnTo>
                  <a:pt x="1814" y="12506"/>
                </a:lnTo>
                <a:lnTo>
                  <a:pt x="914" y="12073"/>
                </a:lnTo>
                <a:lnTo>
                  <a:pt x="0" y="11634"/>
                </a:lnTo>
                <a:lnTo>
                  <a:pt x="572" y="10054"/>
                </a:lnTo>
                <a:lnTo>
                  <a:pt x="1143" y="8553"/>
                </a:lnTo>
                <a:lnTo>
                  <a:pt x="1737" y="7127"/>
                </a:lnTo>
                <a:lnTo>
                  <a:pt x="2376" y="5778"/>
                </a:lnTo>
                <a:lnTo>
                  <a:pt x="3089" y="4497"/>
                </a:lnTo>
                <a:lnTo>
                  <a:pt x="3897" y="3288"/>
                </a:lnTo>
                <a:lnTo>
                  <a:pt x="4828" y="2145"/>
                </a:lnTo>
                <a:lnTo>
                  <a:pt x="5905" y="1067"/>
                </a:lnTo>
                <a:lnTo>
                  <a:pt x="7154" y="52"/>
                </a:lnTo>
                <a:lnTo>
                  <a:pt x="8750" y="0"/>
                </a:lnTo>
                <a:lnTo>
                  <a:pt x="10282" y="100"/>
                </a:lnTo>
                <a:lnTo>
                  <a:pt x="11759" y="337"/>
                </a:lnTo>
                <a:lnTo>
                  <a:pt x="13193" y="694"/>
                </a:lnTo>
                <a:lnTo>
                  <a:pt x="14599" y="1157"/>
                </a:lnTo>
                <a:lnTo>
                  <a:pt x="15988" y="1711"/>
                </a:lnTo>
                <a:lnTo>
                  <a:pt x="17371" y="2335"/>
                </a:lnTo>
                <a:lnTo>
                  <a:pt x="18760" y="3022"/>
                </a:lnTo>
                <a:lnTo>
                  <a:pt x="20166" y="3751"/>
                </a:lnTo>
                <a:lnTo>
                  <a:pt x="21600" y="4507"/>
                </a:lnTo>
                <a:close/>
              </a:path>
            </a:pathLst>
          </a:custGeom>
          <a:solidFill>
            <a:srgbClr val="51514D"/>
          </a:solidFill>
          <a:ln>
            <a:noFill/>
          </a:ln>
        </p:spPr>
        <p:txBody>
          <a:bodyPr/>
          <a:lstStyle/>
          <a:p/>
        </p:txBody>
      </p:sp>
      <p:sp>
        <p:nvSpPr>
          <p:cNvPr id="5669" name="contour_05667"/>
          <p:cNvSpPr/>
          <p:nvPr/>
        </p:nvSpPr>
        <p:spPr>
          <a:xfrm>
            <a:off x="1037982" y="2565373"/>
            <a:ext cx="11660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446" y="149"/>
                </a:lnTo>
                <a:lnTo>
                  <a:pt x="15135" y="276"/>
                </a:lnTo>
                <a:lnTo>
                  <a:pt x="15764" y="437"/>
                </a:lnTo>
                <a:lnTo>
                  <a:pt x="16531" y="677"/>
                </a:lnTo>
                <a:lnTo>
                  <a:pt x="17634" y="1051"/>
                </a:lnTo>
                <a:lnTo>
                  <a:pt x="18375" y="1294"/>
                </a:lnTo>
                <a:lnTo>
                  <a:pt x="19120" y="1541"/>
                </a:lnTo>
                <a:lnTo>
                  <a:pt x="19876" y="1790"/>
                </a:lnTo>
                <a:lnTo>
                  <a:pt x="20732" y="2093"/>
                </a:lnTo>
                <a:lnTo>
                  <a:pt x="21600" y="2400"/>
                </a:lnTo>
                <a:lnTo>
                  <a:pt x="21600" y="3986"/>
                </a:lnTo>
                <a:lnTo>
                  <a:pt x="21600" y="5582"/>
                </a:lnTo>
                <a:lnTo>
                  <a:pt x="21600" y="7200"/>
                </a:lnTo>
                <a:lnTo>
                  <a:pt x="20764" y="6902"/>
                </a:lnTo>
                <a:lnTo>
                  <a:pt x="19929" y="6605"/>
                </a:lnTo>
                <a:lnTo>
                  <a:pt x="19090" y="6307"/>
                </a:lnTo>
                <a:lnTo>
                  <a:pt x="18251" y="6010"/>
                </a:lnTo>
                <a:lnTo>
                  <a:pt x="17407" y="5710"/>
                </a:lnTo>
                <a:lnTo>
                  <a:pt x="16559" y="5407"/>
                </a:lnTo>
                <a:lnTo>
                  <a:pt x="15707" y="5105"/>
                </a:lnTo>
                <a:lnTo>
                  <a:pt x="14850" y="4800"/>
                </a:lnTo>
                <a:lnTo>
                  <a:pt x="14716" y="6463"/>
                </a:lnTo>
                <a:lnTo>
                  <a:pt x="14583" y="8129"/>
                </a:lnTo>
                <a:lnTo>
                  <a:pt x="14449" y="9794"/>
                </a:lnTo>
                <a:lnTo>
                  <a:pt x="14314" y="11462"/>
                </a:lnTo>
                <a:lnTo>
                  <a:pt x="14180" y="13138"/>
                </a:lnTo>
                <a:lnTo>
                  <a:pt x="14045" y="14815"/>
                </a:lnTo>
                <a:lnTo>
                  <a:pt x="13910" y="16500"/>
                </a:lnTo>
                <a:lnTo>
                  <a:pt x="13774" y="18192"/>
                </a:lnTo>
                <a:lnTo>
                  <a:pt x="13638" y="19891"/>
                </a:lnTo>
                <a:lnTo>
                  <a:pt x="13500" y="21600"/>
                </a:lnTo>
                <a:lnTo>
                  <a:pt x="13277" y="20016"/>
                </a:lnTo>
                <a:lnTo>
                  <a:pt x="13054" y="18430"/>
                </a:lnTo>
                <a:lnTo>
                  <a:pt x="12830" y="16836"/>
                </a:lnTo>
                <a:lnTo>
                  <a:pt x="12605" y="15235"/>
                </a:lnTo>
                <a:lnTo>
                  <a:pt x="12378" y="13625"/>
                </a:lnTo>
                <a:lnTo>
                  <a:pt x="12150" y="12000"/>
                </a:lnTo>
                <a:lnTo>
                  <a:pt x="10565" y="12547"/>
                </a:lnTo>
                <a:lnTo>
                  <a:pt x="9454" y="12948"/>
                </a:lnTo>
                <a:lnTo>
                  <a:pt x="8667" y="13267"/>
                </a:lnTo>
                <a:lnTo>
                  <a:pt x="8054" y="13570"/>
                </a:lnTo>
                <a:lnTo>
                  <a:pt x="7466" y="13925"/>
                </a:lnTo>
                <a:lnTo>
                  <a:pt x="6750" y="14400"/>
                </a:lnTo>
                <a:lnTo>
                  <a:pt x="6415" y="15665"/>
                </a:lnTo>
                <a:lnTo>
                  <a:pt x="6075" y="16949"/>
                </a:lnTo>
                <a:lnTo>
                  <a:pt x="5740" y="18067"/>
                </a:lnTo>
                <a:lnTo>
                  <a:pt x="5400" y="19200"/>
                </a:lnTo>
                <a:lnTo>
                  <a:pt x="4487" y="19373"/>
                </a:lnTo>
                <a:lnTo>
                  <a:pt x="3595" y="19450"/>
                </a:lnTo>
                <a:lnTo>
                  <a:pt x="2711" y="19450"/>
                </a:lnTo>
                <a:lnTo>
                  <a:pt x="1825" y="19397"/>
                </a:lnTo>
                <a:lnTo>
                  <a:pt x="925" y="19306"/>
                </a:lnTo>
                <a:lnTo>
                  <a:pt x="0" y="19200"/>
                </a:lnTo>
                <a:lnTo>
                  <a:pt x="0" y="17614"/>
                </a:lnTo>
                <a:lnTo>
                  <a:pt x="0" y="16018"/>
                </a:lnTo>
                <a:lnTo>
                  <a:pt x="0" y="14400"/>
                </a:lnTo>
                <a:lnTo>
                  <a:pt x="892" y="14400"/>
                </a:lnTo>
                <a:lnTo>
                  <a:pt x="1790" y="14400"/>
                </a:lnTo>
                <a:lnTo>
                  <a:pt x="2700" y="14400"/>
                </a:lnTo>
                <a:lnTo>
                  <a:pt x="2700" y="12814"/>
                </a:lnTo>
                <a:lnTo>
                  <a:pt x="2700" y="11218"/>
                </a:lnTo>
                <a:lnTo>
                  <a:pt x="2700" y="9600"/>
                </a:lnTo>
                <a:lnTo>
                  <a:pt x="3474" y="8870"/>
                </a:lnTo>
                <a:lnTo>
                  <a:pt x="4231" y="8194"/>
                </a:lnTo>
                <a:lnTo>
                  <a:pt x="4987" y="7562"/>
                </a:lnTo>
                <a:lnTo>
                  <a:pt x="5748" y="6970"/>
                </a:lnTo>
                <a:lnTo>
                  <a:pt x="6530" y="6401"/>
                </a:lnTo>
                <a:lnTo>
                  <a:pt x="7341" y="5851"/>
                </a:lnTo>
                <a:lnTo>
                  <a:pt x="8887" y="4788"/>
                </a:lnTo>
                <a:lnTo>
                  <a:pt x="10066" y="3955"/>
                </a:lnTo>
                <a:lnTo>
                  <a:pt x="10951" y="3286"/>
                </a:lnTo>
                <a:lnTo>
                  <a:pt x="11615" y="2712"/>
                </a:lnTo>
                <a:lnTo>
                  <a:pt x="12130" y="2167"/>
                </a:lnTo>
                <a:lnTo>
                  <a:pt x="12567" y="1577"/>
                </a:lnTo>
                <a:lnTo>
                  <a:pt x="13000" y="878"/>
                </a:lnTo>
                <a:lnTo>
                  <a:pt x="13500" y="0"/>
                </a:lnTo>
                <a:close/>
              </a:path>
            </a:pathLst>
          </a:custGeom>
          <a:solidFill>
            <a:srgbClr val="66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0" name="contour_05668"/>
          <p:cNvSpPr/>
          <p:nvPr/>
        </p:nvSpPr>
        <p:spPr>
          <a:xfrm>
            <a:off x="10009499" y="2542175"/>
            <a:ext cx="73040" cy="596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83"/>
                </a:moveTo>
                <a:lnTo>
                  <a:pt x="1653" y="306"/>
                </a:lnTo>
                <a:lnTo>
                  <a:pt x="3270" y="153"/>
                </a:lnTo>
                <a:lnTo>
                  <a:pt x="4854" y="45"/>
                </a:lnTo>
                <a:lnTo>
                  <a:pt x="6408" y="0"/>
                </a:lnTo>
                <a:lnTo>
                  <a:pt x="7938" y="32"/>
                </a:lnTo>
                <a:lnTo>
                  <a:pt x="9442" y="158"/>
                </a:lnTo>
                <a:lnTo>
                  <a:pt x="10929" y="401"/>
                </a:lnTo>
                <a:lnTo>
                  <a:pt x="12399" y="776"/>
                </a:lnTo>
                <a:lnTo>
                  <a:pt x="13858" y="1299"/>
                </a:lnTo>
                <a:lnTo>
                  <a:pt x="15304" y="1990"/>
                </a:lnTo>
                <a:lnTo>
                  <a:pt x="16746" y="2867"/>
                </a:lnTo>
                <a:lnTo>
                  <a:pt x="18186" y="3946"/>
                </a:lnTo>
                <a:lnTo>
                  <a:pt x="19365" y="5234"/>
                </a:lnTo>
                <a:lnTo>
                  <a:pt x="20109" y="6129"/>
                </a:lnTo>
                <a:lnTo>
                  <a:pt x="20734" y="7045"/>
                </a:lnTo>
                <a:lnTo>
                  <a:pt x="21553" y="8402"/>
                </a:lnTo>
                <a:lnTo>
                  <a:pt x="21600" y="10603"/>
                </a:lnTo>
                <a:lnTo>
                  <a:pt x="21512" y="12116"/>
                </a:lnTo>
                <a:lnTo>
                  <a:pt x="21184" y="13320"/>
                </a:lnTo>
                <a:lnTo>
                  <a:pt x="20514" y="14594"/>
                </a:lnTo>
                <a:lnTo>
                  <a:pt x="19397" y="16321"/>
                </a:lnTo>
                <a:lnTo>
                  <a:pt x="17846" y="16564"/>
                </a:lnTo>
                <a:lnTo>
                  <a:pt x="16307" y="16704"/>
                </a:lnTo>
                <a:lnTo>
                  <a:pt x="14779" y="16754"/>
                </a:lnTo>
                <a:lnTo>
                  <a:pt x="13251" y="16727"/>
                </a:lnTo>
                <a:lnTo>
                  <a:pt x="11720" y="16638"/>
                </a:lnTo>
                <a:lnTo>
                  <a:pt x="10179" y="16498"/>
                </a:lnTo>
                <a:lnTo>
                  <a:pt x="8621" y="16321"/>
                </a:lnTo>
                <a:lnTo>
                  <a:pt x="8621" y="18066"/>
                </a:lnTo>
                <a:lnTo>
                  <a:pt x="8621" y="19821"/>
                </a:lnTo>
                <a:lnTo>
                  <a:pt x="8621" y="21600"/>
                </a:lnTo>
                <a:lnTo>
                  <a:pt x="7199" y="21600"/>
                </a:lnTo>
                <a:lnTo>
                  <a:pt x="5774" y="21600"/>
                </a:lnTo>
                <a:lnTo>
                  <a:pt x="4343" y="21600"/>
                </a:lnTo>
                <a:lnTo>
                  <a:pt x="2905" y="21600"/>
                </a:lnTo>
                <a:lnTo>
                  <a:pt x="1459" y="21600"/>
                </a:lnTo>
                <a:lnTo>
                  <a:pt x="0" y="21600"/>
                </a:lnTo>
                <a:lnTo>
                  <a:pt x="433" y="18446"/>
                </a:lnTo>
                <a:lnTo>
                  <a:pt x="789" y="16038"/>
                </a:lnTo>
                <a:lnTo>
                  <a:pt x="1110" y="14235"/>
                </a:lnTo>
                <a:lnTo>
                  <a:pt x="1442" y="12889"/>
                </a:lnTo>
                <a:lnTo>
                  <a:pt x="1826" y="11855"/>
                </a:lnTo>
                <a:lnTo>
                  <a:pt x="2308" y="10986"/>
                </a:lnTo>
                <a:lnTo>
                  <a:pt x="2931" y="10139"/>
                </a:lnTo>
                <a:lnTo>
                  <a:pt x="3737" y="9165"/>
                </a:lnTo>
                <a:lnTo>
                  <a:pt x="4817" y="8312"/>
                </a:lnTo>
                <a:lnTo>
                  <a:pt x="5686" y="7673"/>
                </a:lnTo>
                <a:lnTo>
                  <a:pt x="6802" y="6929"/>
                </a:lnTo>
                <a:lnTo>
                  <a:pt x="8621" y="5762"/>
                </a:lnTo>
                <a:lnTo>
                  <a:pt x="7401" y="5015"/>
                </a:lnTo>
                <a:lnTo>
                  <a:pt x="6181" y="4268"/>
                </a:lnTo>
                <a:lnTo>
                  <a:pt x="4957" y="3519"/>
                </a:lnTo>
                <a:lnTo>
                  <a:pt x="3729" y="2766"/>
                </a:lnTo>
                <a:lnTo>
                  <a:pt x="2494" y="2009"/>
                </a:lnTo>
                <a:lnTo>
                  <a:pt x="1252" y="1249"/>
                </a:lnTo>
                <a:lnTo>
                  <a:pt x="0" y="483"/>
                </a:lnTo>
                <a:close/>
              </a:path>
            </a:pathLst>
          </a:custGeom>
          <a:solidFill>
            <a:srgbClr val="AC9ACE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1" name="contour_05669"/>
          <p:cNvSpPr/>
          <p:nvPr/>
        </p:nvSpPr>
        <p:spPr>
          <a:xfrm>
            <a:off x="8056317" y="2536221"/>
            <a:ext cx="874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2748" y="974"/>
                </a:lnTo>
                <a:lnTo>
                  <a:pt x="12899" y="1952"/>
                </a:lnTo>
                <a:lnTo>
                  <a:pt x="13050" y="2945"/>
                </a:lnTo>
                <a:lnTo>
                  <a:pt x="13496" y="3919"/>
                </a:lnTo>
                <a:lnTo>
                  <a:pt x="13945" y="4897"/>
                </a:lnTo>
                <a:lnTo>
                  <a:pt x="14400" y="5891"/>
                </a:lnTo>
                <a:lnTo>
                  <a:pt x="15633" y="6111"/>
                </a:lnTo>
                <a:lnTo>
                  <a:pt x="16814" y="6209"/>
                </a:lnTo>
                <a:lnTo>
                  <a:pt x="17969" y="6211"/>
                </a:lnTo>
                <a:lnTo>
                  <a:pt x="19132" y="6142"/>
                </a:lnTo>
                <a:lnTo>
                  <a:pt x="20333" y="6026"/>
                </a:lnTo>
                <a:lnTo>
                  <a:pt x="21600" y="5891"/>
                </a:lnTo>
                <a:lnTo>
                  <a:pt x="21600" y="7189"/>
                </a:lnTo>
                <a:lnTo>
                  <a:pt x="21600" y="8495"/>
                </a:lnTo>
                <a:lnTo>
                  <a:pt x="21600" y="9818"/>
                </a:lnTo>
                <a:lnTo>
                  <a:pt x="20606" y="10368"/>
                </a:lnTo>
                <a:lnTo>
                  <a:pt x="19631" y="10877"/>
                </a:lnTo>
                <a:lnTo>
                  <a:pt x="18661" y="11352"/>
                </a:lnTo>
                <a:lnTo>
                  <a:pt x="17680" y="11799"/>
                </a:lnTo>
                <a:lnTo>
                  <a:pt x="16677" y="12226"/>
                </a:lnTo>
                <a:lnTo>
                  <a:pt x="15638" y="12642"/>
                </a:lnTo>
                <a:lnTo>
                  <a:pt x="14386" y="13190"/>
                </a:lnTo>
                <a:lnTo>
                  <a:pt x="13207" y="13749"/>
                </a:lnTo>
                <a:lnTo>
                  <a:pt x="12094" y="14329"/>
                </a:lnTo>
                <a:lnTo>
                  <a:pt x="11039" y="14937"/>
                </a:lnTo>
                <a:lnTo>
                  <a:pt x="10033" y="15578"/>
                </a:lnTo>
                <a:lnTo>
                  <a:pt x="9067" y="16261"/>
                </a:lnTo>
                <a:lnTo>
                  <a:pt x="8131" y="16989"/>
                </a:lnTo>
                <a:lnTo>
                  <a:pt x="7216" y="17775"/>
                </a:lnTo>
                <a:lnTo>
                  <a:pt x="6316" y="18621"/>
                </a:lnTo>
                <a:lnTo>
                  <a:pt x="5418" y="19536"/>
                </a:lnTo>
                <a:lnTo>
                  <a:pt x="4516" y="20526"/>
                </a:lnTo>
                <a:lnTo>
                  <a:pt x="3600" y="21600"/>
                </a:lnTo>
                <a:lnTo>
                  <a:pt x="2410" y="21600"/>
                </a:lnTo>
                <a:lnTo>
                  <a:pt x="1213" y="21600"/>
                </a:lnTo>
                <a:lnTo>
                  <a:pt x="0" y="21600"/>
                </a:lnTo>
                <a:lnTo>
                  <a:pt x="0" y="20302"/>
                </a:lnTo>
                <a:lnTo>
                  <a:pt x="0" y="18996"/>
                </a:lnTo>
                <a:lnTo>
                  <a:pt x="0" y="17673"/>
                </a:lnTo>
                <a:lnTo>
                  <a:pt x="931" y="17211"/>
                </a:lnTo>
                <a:lnTo>
                  <a:pt x="1877" y="16744"/>
                </a:lnTo>
                <a:lnTo>
                  <a:pt x="2732" y="16229"/>
                </a:lnTo>
                <a:lnTo>
                  <a:pt x="3600" y="15709"/>
                </a:lnTo>
                <a:lnTo>
                  <a:pt x="3379" y="14395"/>
                </a:lnTo>
                <a:lnTo>
                  <a:pt x="3177" y="13459"/>
                </a:lnTo>
                <a:lnTo>
                  <a:pt x="2876" y="12451"/>
                </a:lnTo>
                <a:lnTo>
                  <a:pt x="2362" y="10922"/>
                </a:lnTo>
                <a:lnTo>
                  <a:pt x="2002" y="9347"/>
                </a:lnTo>
                <a:lnTo>
                  <a:pt x="1823" y="8298"/>
                </a:lnTo>
                <a:lnTo>
                  <a:pt x="1773" y="7303"/>
                </a:lnTo>
                <a:lnTo>
                  <a:pt x="1800" y="5891"/>
                </a:lnTo>
                <a:lnTo>
                  <a:pt x="2880" y="5100"/>
                </a:lnTo>
                <a:lnTo>
                  <a:pt x="3953" y="4454"/>
                </a:lnTo>
                <a:lnTo>
                  <a:pt x="5040" y="3921"/>
                </a:lnTo>
                <a:lnTo>
                  <a:pt x="6160" y="3468"/>
                </a:lnTo>
                <a:lnTo>
                  <a:pt x="7337" y="3061"/>
                </a:lnTo>
                <a:lnTo>
                  <a:pt x="8591" y="2669"/>
                </a:lnTo>
                <a:lnTo>
                  <a:pt x="9896" y="2231"/>
                </a:lnTo>
                <a:lnTo>
                  <a:pt x="10750" y="1807"/>
                </a:lnTo>
                <a:lnTo>
                  <a:pt x="11525" y="1147"/>
                </a:lnTo>
                <a:lnTo>
                  <a:pt x="12600" y="0"/>
                </a:lnTo>
                <a:close/>
              </a:path>
            </a:pathLst>
          </a:custGeom>
          <a:solidFill>
            <a:srgbClr val="838685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2" name="contour_05670"/>
          <p:cNvSpPr/>
          <p:nvPr/>
        </p:nvSpPr>
        <p:spPr>
          <a:xfrm>
            <a:off x="3851146" y="2507069"/>
            <a:ext cx="5830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100" y="1020"/>
                </a:lnTo>
                <a:lnTo>
                  <a:pt x="8100" y="2046"/>
                </a:lnTo>
                <a:lnTo>
                  <a:pt x="8100" y="3086"/>
                </a:lnTo>
                <a:lnTo>
                  <a:pt x="9885" y="3086"/>
                </a:lnTo>
                <a:lnTo>
                  <a:pt x="11680" y="3086"/>
                </a:lnTo>
                <a:lnTo>
                  <a:pt x="13500" y="3086"/>
                </a:lnTo>
                <a:lnTo>
                  <a:pt x="14299" y="4095"/>
                </a:lnTo>
                <a:lnTo>
                  <a:pt x="14847" y="4840"/>
                </a:lnTo>
                <a:lnTo>
                  <a:pt x="15282" y="5543"/>
                </a:lnTo>
                <a:lnTo>
                  <a:pt x="15744" y="6428"/>
                </a:lnTo>
                <a:lnTo>
                  <a:pt x="16367" y="7714"/>
                </a:lnTo>
                <a:lnTo>
                  <a:pt x="16835" y="8648"/>
                </a:lnTo>
                <a:lnTo>
                  <a:pt x="17318" y="9577"/>
                </a:lnTo>
                <a:lnTo>
                  <a:pt x="17820" y="10504"/>
                </a:lnTo>
                <a:lnTo>
                  <a:pt x="18346" y="11425"/>
                </a:lnTo>
                <a:lnTo>
                  <a:pt x="18900" y="12343"/>
                </a:lnTo>
                <a:lnTo>
                  <a:pt x="20239" y="12343"/>
                </a:lnTo>
                <a:lnTo>
                  <a:pt x="21600" y="12343"/>
                </a:lnTo>
                <a:lnTo>
                  <a:pt x="21600" y="13361"/>
                </a:lnTo>
                <a:lnTo>
                  <a:pt x="21600" y="14381"/>
                </a:lnTo>
                <a:lnTo>
                  <a:pt x="21600" y="15401"/>
                </a:lnTo>
                <a:lnTo>
                  <a:pt x="21600" y="16424"/>
                </a:lnTo>
                <a:lnTo>
                  <a:pt x="21600" y="17450"/>
                </a:lnTo>
                <a:lnTo>
                  <a:pt x="21600" y="18480"/>
                </a:lnTo>
                <a:lnTo>
                  <a:pt x="21600" y="19514"/>
                </a:lnTo>
                <a:lnTo>
                  <a:pt x="21600" y="20554"/>
                </a:lnTo>
                <a:lnTo>
                  <a:pt x="21600" y="21600"/>
                </a:lnTo>
                <a:lnTo>
                  <a:pt x="19899" y="21322"/>
                </a:lnTo>
                <a:lnTo>
                  <a:pt x="18198" y="21045"/>
                </a:lnTo>
                <a:lnTo>
                  <a:pt x="16494" y="20767"/>
                </a:lnTo>
                <a:lnTo>
                  <a:pt x="14788" y="20488"/>
                </a:lnTo>
                <a:lnTo>
                  <a:pt x="13076" y="20208"/>
                </a:lnTo>
                <a:lnTo>
                  <a:pt x="11364" y="19929"/>
                </a:lnTo>
                <a:lnTo>
                  <a:pt x="9644" y="19648"/>
                </a:lnTo>
                <a:lnTo>
                  <a:pt x="7919" y="19366"/>
                </a:lnTo>
                <a:lnTo>
                  <a:pt x="6188" y="19084"/>
                </a:lnTo>
                <a:lnTo>
                  <a:pt x="4447" y="18800"/>
                </a:lnTo>
                <a:lnTo>
                  <a:pt x="2700" y="18514"/>
                </a:lnTo>
                <a:lnTo>
                  <a:pt x="3370" y="17751"/>
                </a:lnTo>
                <a:lnTo>
                  <a:pt x="4039" y="16982"/>
                </a:lnTo>
                <a:lnTo>
                  <a:pt x="4717" y="16211"/>
                </a:lnTo>
                <a:lnTo>
                  <a:pt x="5400" y="15429"/>
                </a:lnTo>
                <a:lnTo>
                  <a:pt x="7185" y="15429"/>
                </a:lnTo>
                <a:lnTo>
                  <a:pt x="8980" y="15429"/>
                </a:lnTo>
                <a:lnTo>
                  <a:pt x="10800" y="15429"/>
                </a:lnTo>
                <a:lnTo>
                  <a:pt x="10800" y="14338"/>
                </a:lnTo>
                <a:lnTo>
                  <a:pt x="10800" y="13245"/>
                </a:lnTo>
                <a:lnTo>
                  <a:pt x="10800" y="12150"/>
                </a:lnTo>
                <a:lnTo>
                  <a:pt x="10800" y="11050"/>
                </a:lnTo>
                <a:lnTo>
                  <a:pt x="10800" y="9945"/>
                </a:lnTo>
                <a:lnTo>
                  <a:pt x="10800" y="8834"/>
                </a:lnTo>
                <a:lnTo>
                  <a:pt x="10800" y="7714"/>
                </a:lnTo>
                <a:lnTo>
                  <a:pt x="9015" y="7714"/>
                </a:lnTo>
                <a:lnTo>
                  <a:pt x="7220" y="7714"/>
                </a:lnTo>
                <a:lnTo>
                  <a:pt x="5400" y="7714"/>
                </a:lnTo>
                <a:lnTo>
                  <a:pt x="4336" y="6938"/>
                </a:lnTo>
                <a:lnTo>
                  <a:pt x="3648" y="6369"/>
                </a:lnTo>
                <a:lnTo>
                  <a:pt x="3032" y="5724"/>
                </a:lnTo>
                <a:lnTo>
                  <a:pt x="2192" y="4724"/>
                </a:lnTo>
                <a:lnTo>
                  <a:pt x="1831" y="4308"/>
                </a:lnTo>
                <a:lnTo>
                  <a:pt x="729" y="3044"/>
                </a:lnTo>
                <a:lnTo>
                  <a:pt x="367" y="2299"/>
                </a:lnTo>
                <a:lnTo>
                  <a:pt x="0" y="1543"/>
                </a:lnTo>
                <a:lnTo>
                  <a:pt x="1339" y="778"/>
                </a:lnTo>
                <a:lnTo>
                  <a:pt x="2700" y="0"/>
                </a:lnTo>
                <a:close/>
              </a:path>
            </a:pathLst>
          </a:custGeom>
          <a:solidFill>
            <a:srgbClr val="C9D1D5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3" name="contour_05671"/>
          <p:cNvSpPr/>
          <p:nvPr/>
        </p:nvSpPr>
        <p:spPr>
          <a:xfrm>
            <a:off x="1699527" y="2493455"/>
            <a:ext cx="52678" cy="792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25"/>
                </a:moveTo>
                <a:lnTo>
                  <a:pt x="21412" y="2214"/>
                </a:lnTo>
                <a:lnTo>
                  <a:pt x="20841" y="3689"/>
                </a:lnTo>
                <a:lnTo>
                  <a:pt x="20315" y="5225"/>
                </a:lnTo>
                <a:lnTo>
                  <a:pt x="19861" y="6678"/>
                </a:lnTo>
                <a:lnTo>
                  <a:pt x="19502" y="8065"/>
                </a:lnTo>
                <a:lnTo>
                  <a:pt x="19263" y="9409"/>
                </a:lnTo>
                <a:lnTo>
                  <a:pt x="19164" y="10726"/>
                </a:lnTo>
                <a:lnTo>
                  <a:pt x="19230" y="12038"/>
                </a:lnTo>
                <a:lnTo>
                  <a:pt x="19484" y="13364"/>
                </a:lnTo>
                <a:lnTo>
                  <a:pt x="19947" y="14723"/>
                </a:lnTo>
                <a:lnTo>
                  <a:pt x="20647" y="16138"/>
                </a:lnTo>
                <a:lnTo>
                  <a:pt x="21600" y="17625"/>
                </a:lnTo>
                <a:lnTo>
                  <a:pt x="19625" y="17625"/>
                </a:lnTo>
                <a:lnTo>
                  <a:pt x="17637" y="17625"/>
                </a:lnTo>
                <a:lnTo>
                  <a:pt x="15623" y="17625"/>
                </a:lnTo>
                <a:lnTo>
                  <a:pt x="15623" y="16311"/>
                </a:lnTo>
                <a:lnTo>
                  <a:pt x="15623" y="14990"/>
                </a:lnTo>
                <a:lnTo>
                  <a:pt x="15623" y="13650"/>
                </a:lnTo>
                <a:lnTo>
                  <a:pt x="13648" y="13650"/>
                </a:lnTo>
                <a:lnTo>
                  <a:pt x="11661" y="13650"/>
                </a:lnTo>
                <a:lnTo>
                  <a:pt x="9646" y="13650"/>
                </a:lnTo>
                <a:lnTo>
                  <a:pt x="10140" y="14962"/>
                </a:lnTo>
                <a:lnTo>
                  <a:pt x="10633" y="16276"/>
                </a:lnTo>
                <a:lnTo>
                  <a:pt x="11129" y="17595"/>
                </a:lnTo>
                <a:lnTo>
                  <a:pt x="11628" y="18921"/>
                </a:lnTo>
                <a:lnTo>
                  <a:pt x="12130" y="20254"/>
                </a:lnTo>
                <a:lnTo>
                  <a:pt x="12635" y="21600"/>
                </a:lnTo>
                <a:lnTo>
                  <a:pt x="10674" y="21242"/>
                </a:lnTo>
                <a:lnTo>
                  <a:pt x="8828" y="20851"/>
                </a:lnTo>
                <a:lnTo>
                  <a:pt x="7073" y="20402"/>
                </a:lnTo>
                <a:lnTo>
                  <a:pt x="5397" y="19877"/>
                </a:lnTo>
                <a:lnTo>
                  <a:pt x="3786" y="19253"/>
                </a:lnTo>
                <a:lnTo>
                  <a:pt x="2217" y="18509"/>
                </a:lnTo>
                <a:lnTo>
                  <a:pt x="681" y="17625"/>
                </a:lnTo>
                <a:lnTo>
                  <a:pt x="368" y="16285"/>
                </a:lnTo>
                <a:lnTo>
                  <a:pt x="158" y="14958"/>
                </a:lnTo>
                <a:lnTo>
                  <a:pt x="39" y="13640"/>
                </a:lnTo>
                <a:lnTo>
                  <a:pt x="0" y="12326"/>
                </a:lnTo>
                <a:lnTo>
                  <a:pt x="33" y="11015"/>
                </a:lnTo>
                <a:lnTo>
                  <a:pt x="129" y="9701"/>
                </a:lnTo>
                <a:lnTo>
                  <a:pt x="275" y="8379"/>
                </a:lnTo>
                <a:lnTo>
                  <a:pt x="463" y="7048"/>
                </a:lnTo>
                <a:lnTo>
                  <a:pt x="681" y="5700"/>
                </a:lnTo>
                <a:lnTo>
                  <a:pt x="2657" y="5700"/>
                </a:lnTo>
                <a:lnTo>
                  <a:pt x="4644" y="5700"/>
                </a:lnTo>
                <a:lnTo>
                  <a:pt x="6658" y="5700"/>
                </a:lnTo>
                <a:lnTo>
                  <a:pt x="6658" y="4386"/>
                </a:lnTo>
                <a:lnTo>
                  <a:pt x="6658" y="3065"/>
                </a:lnTo>
                <a:lnTo>
                  <a:pt x="6658" y="1725"/>
                </a:lnTo>
                <a:lnTo>
                  <a:pt x="8813" y="723"/>
                </a:lnTo>
                <a:lnTo>
                  <a:pt x="10869" y="171"/>
                </a:lnTo>
                <a:lnTo>
                  <a:pt x="12880" y="0"/>
                </a:lnTo>
                <a:lnTo>
                  <a:pt x="14903" y="139"/>
                </a:lnTo>
                <a:lnTo>
                  <a:pt x="16995" y="521"/>
                </a:lnTo>
                <a:lnTo>
                  <a:pt x="19206" y="1071"/>
                </a:lnTo>
                <a:lnTo>
                  <a:pt x="21600" y="1725"/>
                </a:lnTo>
                <a:close/>
              </a:path>
            </a:pathLst>
          </a:custGeom>
          <a:solidFill>
            <a:srgbClr val="656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4" name="contour_05672"/>
          <p:cNvSpPr/>
          <p:nvPr/>
        </p:nvSpPr>
        <p:spPr>
          <a:xfrm>
            <a:off x="11357777" y="2470629"/>
            <a:ext cx="102032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0"/>
                </a:moveTo>
                <a:lnTo>
                  <a:pt x="7906" y="1867"/>
                </a:lnTo>
                <a:lnTo>
                  <a:pt x="8100" y="3762"/>
                </a:lnTo>
                <a:lnTo>
                  <a:pt x="8674" y="5412"/>
                </a:lnTo>
                <a:lnTo>
                  <a:pt x="9257" y="7084"/>
                </a:lnTo>
                <a:lnTo>
                  <a:pt x="10192" y="6595"/>
                </a:lnTo>
                <a:lnTo>
                  <a:pt x="11127" y="6085"/>
                </a:lnTo>
                <a:lnTo>
                  <a:pt x="12057" y="5551"/>
                </a:lnTo>
                <a:lnTo>
                  <a:pt x="12985" y="4973"/>
                </a:lnTo>
                <a:lnTo>
                  <a:pt x="13904" y="4346"/>
                </a:lnTo>
                <a:lnTo>
                  <a:pt x="14816" y="3907"/>
                </a:lnTo>
                <a:lnTo>
                  <a:pt x="15479" y="3836"/>
                </a:lnTo>
                <a:lnTo>
                  <a:pt x="16219" y="4208"/>
                </a:lnTo>
                <a:lnTo>
                  <a:pt x="17357" y="5094"/>
                </a:lnTo>
                <a:lnTo>
                  <a:pt x="17931" y="6082"/>
                </a:lnTo>
                <a:lnTo>
                  <a:pt x="18514" y="7084"/>
                </a:lnTo>
                <a:lnTo>
                  <a:pt x="18514" y="4743"/>
                </a:lnTo>
                <a:lnTo>
                  <a:pt x="18514" y="2387"/>
                </a:lnTo>
                <a:lnTo>
                  <a:pt x="18514" y="0"/>
                </a:lnTo>
                <a:lnTo>
                  <a:pt x="19534" y="0"/>
                </a:lnTo>
                <a:lnTo>
                  <a:pt x="20560" y="0"/>
                </a:lnTo>
                <a:lnTo>
                  <a:pt x="21600" y="0"/>
                </a:lnTo>
                <a:lnTo>
                  <a:pt x="21094" y="4970"/>
                </a:lnTo>
                <a:lnTo>
                  <a:pt x="20687" y="8884"/>
                </a:lnTo>
                <a:lnTo>
                  <a:pt x="20355" y="11909"/>
                </a:lnTo>
                <a:lnTo>
                  <a:pt x="20073" y="14222"/>
                </a:lnTo>
                <a:lnTo>
                  <a:pt x="19815" y="16000"/>
                </a:lnTo>
                <a:lnTo>
                  <a:pt x="19556" y="17417"/>
                </a:lnTo>
                <a:lnTo>
                  <a:pt x="19269" y="18649"/>
                </a:lnTo>
                <a:lnTo>
                  <a:pt x="18931" y="19868"/>
                </a:lnTo>
                <a:lnTo>
                  <a:pt x="18514" y="21253"/>
                </a:lnTo>
                <a:lnTo>
                  <a:pt x="17394" y="21522"/>
                </a:lnTo>
                <a:lnTo>
                  <a:pt x="16583" y="21600"/>
                </a:lnTo>
                <a:lnTo>
                  <a:pt x="15688" y="21487"/>
                </a:lnTo>
                <a:lnTo>
                  <a:pt x="14313" y="21171"/>
                </a:lnTo>
                <a:lnTo>
                  <a:pt x="13943" y="21090"/>
                </a:lnTo>
                <a:lnTo>
                  <a:pt x="13290" y="20945"/>
                </a:lnTo>
                <a:lnTo>
                  <a:pt x="11797" y="20615"/>
                </a:lnTo>
                <a:lnTo>
                  <a:pt x="10927" y="20389"/>
                </a:lnTo>
                <a:lnTo>
                  <a:pt x="10050" y="20158"/>
                </a:lnTo>
                <a:lnTo>
                  <a:pt x="9161" y="19925"/>
                </a:lnTo>
                <a:lnTo>
                  <a:pt x="8284" y="19723"/>
                </a:lnTo>
                <a:lnTo>
                  <a:pt x="7401" y="19521"/>
                </a:lnTo>
                <a:lnTo>
                  <a:pt x="6506" y="19315"/>
                </a:lnTo>
                <a:lnTo>
                  <a:pt x="5422" y="19060"/>
                </a:lnTo>
                <a:lnTo>
                  <a:pt x="4337" y="18802"/>
                </a:lnTo>
                <a:lnTo>
                  <a:pt x="3252" y="18536"/>
                </a:lnTo>
                <a:lnTo>
                  <a:pt x="2168" y="18267"/>
                </a:lnTo>
                <a:lnTo>
                  <a:pt x="1085" y="17991"/>
                </a:lnTo>
                <a:lnTo>
                  <a:pt x="0" y="17711"/>
                </a:lnTo>
                <a:lnTo>
                  <a:pt x="545" y="15164"/>
                </a:lnTo>
                <a:lnTo>
                  <a:pt x="1137" y="12989"/>
                </a:lnTo>
                <a:lnTo>
                  <a:pt x="1787" y="11112"/>
                </a:lnTo>
                <a:lnTo>
                  <a:pt x="2499" y="9458"/>
                </a:lnTo>
                <a:lnTo>
                  <a:pt x="3288" y="7949"/>
                </a:lnTo>
                <a:lnTo>
                  <a:pt x="4156" y="6510"/>
                </a:lnTo>
                <a:lnTo>
                  <a:pt x="5115" y="5069"/>
                </a:lnTo>
                <a:lnTo>
                  <a:pt x="6171" y="3542"/>
                </a:lnTo>
                <a:lnTo>
                  <a:pt x="6937" y="1785"/>
                </a:lnTo>
                <a:lnTo>
                  <a:pt x="7714" y="0"/>
                </a:lnTo>
                <a:close/>
              </a:path>
            </a:pathLst>
          </a:custGeom>
          <a:solidFill>
            <a:srgbClr val="A0987E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5" name="contour_05673"/>
          <p:cNvSpPr/>
          <p:nvPr/>
        </p:nvSpPr>
        <p:spPr>
          <a:xfrm>
            <a:off x="10621690" y="2420728"/>
            <a:ext cx="102032" cy="44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26"/>
                </a:moveTo>
                <a:lnTo>
                  <a:pt x="21119" y="7249"/>
                </a:lnTo>
                <a:lnTo>
                  <a:pt x="20739" y="10175"/>
                </a:lnTo>
                <a:lnTo>
                  <a:pt x="20377" y="12179"/>
                </a:lnTo>
                <a:lnTo>
                  <a:pt x="19949" y="13633"/>
                </a:lnTo>
                <a:lnTo>
                  <a:pt x="19371" y="14898"/>
                </a:lnTo>
                <a:lnTo>
                  <a:pt x="18556" y="16352"/>
                </a:lnTo>
                <a:lnTo>
                  <a:pt x="17723" y="17163"/>
                </a:lnTo>
                <a:lnTo>
                  <a:pt x="16876" y="17988"/>
                </a:lnTo>
                <a:lnTo>
                  <a:pt x="16035" y="18838"/>
                </a:lnTo>
                <a:lnTo>
                  <a:pt x="15182" y="19703"/>
                </a:lnTo>
                <a:lnTo>
                  <a:pt x="14538" y="20292"/>
                </a:lnTo>
                <a:lnTo>
                  <a:pt x="13886" y="20889"/>
                </a:lnTo>
                <a:lnTo>
                  <a:pt x="13886" y="18528"/>
                </a:lnTo>
                <a:lnTo>
                  <a:pt x="13886" y="16152"/>
                </a:lnTo>
                <a:lnTo>
                  <a:pt x="13886" y="13744"/>
                </a:lnTo>
                <a:lnTo>
                  <a:pt x="13324" y="14519"/>
                </a:lnTo>
                <a:lnTo>
                  <a:pt x="12753" y="15309"/>
                </a:lnTo>
                <a:lnTo>
                  <a:pt x="11716" y="16609"/>
                </a:lnTo>
                <a:lnTo>
                  <a:pt x="10718" y="17784"/>
                </a:lnTo>
                <a:lnTo>
                  <a:pt x="9745" y="18828"/>
                </a:lnTo>
                <a:lnTo>
                  <a:pt x="8788" y="19721"/>
                </a:lnTo>
                <a:lnTo>
                  <a:pt x="7835" y="20460"/>
                </a:lnTo>
                <a:lnTo>
                  <a:pt x="6872" y="21025"/>
                </a:lnTo>
                <a:lnTo>
                  <a:pt x="5892" y="21407"/>
                </a:lnTo>
                <a:lnTo>
                  <a:pt x="4880" y="21600"/>
                </a:lnTo>
                <a:lnTo>
                  <a:pt x="3825" y="21582"/>
                </a:lnTo>
                <a:lnTo>
                  <a:pt x="2717" y="21350"/>
                </a:lnTo>
                <a:lnTo>
                  <a:pt x="1543" y="20889"/>
                </a:lnTo>
                <a:lnTo>
                  <a:pt x="1078" y="18588"/>
                </a:lnTo>
                <a:lnTo>
                  <a:pt x="722" y="16280"/>
                </a:lnTo>
                <a:lnTo>
                  <a:pt x="454" y="13947"/>
                </a:lnTo>
                <a:lnTo>
                  <a:pt x="256" y="11568"/>
                </a:lnTo>
                <a:lnTo>
                  <a:pt x="111" y="9128"/>
                </a:lnTo>
                <a:lnTo>
                  <a:pt x="0" y="6599"/>
                </a:lnTo>
                <a:lnTo>
                  <a:pt x="1058" y="5205"/>
                </a:lnTo>
                <a:lnTo>
                  <a:pt x="2112" y="4005"/>
                </a:lnTo>
                <a:lnTo>
                  <a:pt x="3164" y="2983"/>
                </a:lnTo>
                <a:lnTo>
                  <a:pt x="4215" y="2133"/>
                </a:lnTo>
                <a:lnTo>
                  <a:pt x="5266" y="1440"/>
                </a:lnTo>
                <a:lnTo>
                  <a:pt x="6318" y="897"/>
                </a:lnTo>
                <a:lnTo>
                  <a:pt x="7370" y="489"/>
                </a:lnTo>
                <a:lnTo>
                  <a:pt x="8426" y="214"/>
                </a:lnTo>
                <a:lnTo>
                  <a:pt x="9484" y="54"/>
                </a:lnTo>
                <a:lnTo>
                  <a:pt x="10547" y="0"/>
                </a:lnTo>
                <a:lnTo>
                  <a:pt x="11615" y="43"/>
                </a:lnTo>
                <a:lnTo>
                  <a:pt x="12688" y="171"/>
                </a:lnTo>
                <a:lnTo>
                  <a:pt x="13768" y="375"/>
                </a:lnTo>
                <a:lnTo>
                  <a:pt x="14856" y="643"/>
                </a:lnTo>
                <a:lnTo>
                  <a:pt x="15953" y="968"/>
                </a:lnTo>
                <a:lnTo>
                  <a:pt x="17059" y="1333"/>
                </a:lnTo>
                <a:lnTo>
                  <a:pt x="18176" y="1733"/>
                </a:lnTo>
                <a:lnTo>
                  <a:pt x="19306" y="2154"/>
                </a:lnTo>
                <a:lnTo>
                  <a:pt x="20446" y="2590"/>
                </a:lnTo>
                <a:lnTo>
                  <a:pt x="21600" y="3026"/>
                </a:lnTo>
                <a:close/>
              </a:path>
            </a:pathLst>
          </a:custGeom>
          <a:solidFill>
            <a:srgbClr val="DAE4E8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6" name="contour_05674"/>
          <p:cNvSpPr/>
          <p:nvPr/>
        </p:nvSpPr>
        <p:spPr>
          <a:xfrm>
            <a:off x="10548810" y="2405037"/>
            <a:ext cx="102032" cy="491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80" y="122"/>
                </a:lnTo>
                <a:lnTo>
                  <a:pt x="1958" y="253"/>
                </a:lnTo>
                <a:lnTo>
                  <a:pt x="2936" y="391"/>
                </a:lnTo>
                <a:lnTo>
                  <a:pt x="3914" y="535"/>
                </a:lnTo>
                <a:lnTo>
                  <a:pt x="4891" y="685"/>
                </a:lnTo>
                <a:lnTo>
                  <a:pt x="5869" y="839"/>
                </a:lnTo>
                <a:lnTo>
                  <a:pt x="6847" y="999"/>
                </a:lnTo>
                <a:lnTo>
                  <a:pt x="7822" y="1108"/>
                </a:lnTo>
                <a:lnTo>
                  <a:pt x="8814" y="1220"/>
                </a:lnTo>
                <a:lnTo>
                  <a:pt x="9871" y="1428"/>
                </a:lnTo>
                <a:lnTo>
                  <a:pt x="10889" y="1688"/>
                </a:lnTo>
                <a:lnTo>
                  <a:pt x="11885" y="2040"/>
                </a:lnTo>
                <a:lnTo>
                  <a:pt x="12877" y="2530"/>
                </a:lnTo>
                <a:lnTo>
                  <a:pt x="13886" y="3202"/>
                </a:lnTo>
                <a:lnTo>
                  <a:pt x="14384" y="5537"/>
                </a:lnTo>
                <a:lnTo>
                  <a:pt x="14713" y="7205"/>
                </a:lnTo>
                <a:lnTo>
                  <a:pt x="14947" y="8666"/>
                </a:lnTo>
                <a:lnTo>
                  <a:pt x="15162" y="10379"/>
                </a:lnTo>
                <a:lnTo>
                  <a:pt x="15429" y="12809"/>
                </a:lnTo>
                <a:lnTo>
                  <a:pt x="16323" y="14183"/>
                </a:lnTo>
                <a:lnTo>
                  <a:pt x="16951" y="15038"/>
                </a:lnTo>
                <a:lnTo>
                  <a:pt x="17615" y="15730"/>
                </a:lnTo>
                <a:lnTo>
                  <a:pt x="18610" y="16614"/>
                </a:lnTo>
                <a:lnTo>
                  <a:pt x="19451" y="17376"/>
                </a:lnTo>
                <a:lnTo>
                  <a:pt x="20304" y="18151"/>
                </a:lnTo>
                <a:lnTo>
                  <a:pt x="20626" y="18417"/>
                </a:lnTo>
                <a:lnTo>
                  <a:pt x="21600" y="19214"/>
                </a:lnTo>
                <a:lnTo>
                  <a:pt x="20423" y="19909"/>
                </a:lnTo>
                <a:lnTo>
                  <a:pt x="19284" y="20479"/>
                </a:lnTo>
                <a:lnTo>
                  <a:pt x="18179" y="20934"/>
                </a:lnTo>
                <a:lnTo>
                  <a:pt x="17104" y="21267"/>
                </a:lnTo>
                <a:lnTo>
                  <a:pt x="16055" y="21488"/>
                </a:lnTo>
                <a:lnTo>
                  <a:pt x="15026" y="21597"/>
                </a:lnTo>
                <a:lnTo>
                  <a:pt x="14012" y="21600"/>
                </a:lnTo>
                <a:lnTo>
                  <a:pt x="13011" y="21494"/>
                </a:lnTo>
                <a:lnTo>
                  <a:pt x="12014" y="21286"/>
                </a:lnTo>
                <a:lnTo>
                  <a:pt x="11021" y="20979"/>
                </a:lnTo>
                <a:lnTo>
                  <a:pt x="10025" y="20575"/>
                </a:lnTo>
                <a:lnTo>
                  <a:pt x="9021" y="20079"/>
                </a:lnTo>
                <a:lnTo>
                  <a:pt x="8006" y="19490"/>
                </a:lnTo>
                <a:lnTo>
                  <a:pt x="6974" y="18811"/>
                </a:lnTo>
                <a:lnTo>
                  <a:pt x="5920" y="18049"/>
                </a:lnTo>
                <a:lnTo>
                  <a:pt x="4840" y="17200"/>
                </a:lnTo>
                <a:lnTo>
                  <a:pt x="3731" y="16274"/>
                </a:lnTo>
                <a:lnTo>
                  <a:pt x="2717" y="14500"/>
                </a:lnTo>
                <a:lnTo>
                  <a:pt x="1941" y="12777"/>
                </a:lnTo>
                <a:lnTo>
                  <a:pt x="1362" y="11039"/>
                </a:lnTo>
                <a:lnTo>
                  <a:pt x="941" y="9226"/>
                </a:lnTo>
                <a:lnTo>
                  <a:pt x="636" y="7279"/>
                </a:lnTo>
                <a:lnTo>
                  <a:pt x="404" y="5130"/>
                </a:lnTo>
                <a:lnTo>
                  <a:pt x="205" y="2725"/>
                </a:lnTo>
                <a:lnTo>
                  <a:pt x="0" y="0"/>
                </a:lnTo>
                <a:close/>
              </a:path>
            </a:pathLst>
          </a:custGeom>
          <a:solidFill>
            <a:srgbClr val="EC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7" name="contour_05675"/>
          <p:cNvSpPr/>
          <p:nvPr/>
        </p:nvSpPr>
        <p:spPr>
          <a:xfrm>
            <a:off x="1329501" y="2332325"/>
            <a:ext cx="94744" cy="44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80" y="0"/>
                </a:moveTo>
                <a:lnTo>
                  <a:pt x="7543" y="386"/>
                </a:lnTo>
                <a:lnTo>
                  <a:pt x="8705" y="800"/>
                </a:lnTo>
                <a:lnTo>
                  <a:pt x="9866" y="1235"/>
                </a:lnTo>
                <a:lnTo>
                  <a:pt x="11044" y="1635"/>
                </a:lnTo>
                <a:lnTo>
                  <a:pt x="12216" y="2010"/>
                </a:lnTo>
                <a:lnTo>
                  <a:pt x="13380" y="2358"/>
                </a:lnTo>
                <a:lnTo>
                  <a:pt x="14545" y="2670"/>
                </a:lnTo>
                <a:lnTo>
                  <a:pt x="15708" y="2940"/>
                </a:lnTo>
                <a:lnTo>
                  <a:pt x="16873" y="3161"/>
                </a:lnTo>
                <a:lnTo>
                  <a:pt x="18043" y="3329"/>
                </a:lnTo>
                <a:lnTo>
                  <a:pt x="19219" y="3431"/>
                </a:lnTo>
                <a:lnTo>
                  <a:pt x="20404" y="3470"/>
                </a:lnTo>
                <a:lnTo>
                  <a:pt x="21600" y="3428"/>
                </a:lnTo>
                <a:lnTo>
                  <a:pt x="21600" y="5911"/>
                </a:lnTo>
                <a:lnTo>
                  <a:pt x="21600" y="8395"/>
                </a:lnTo>
                <a:lnTo>
                  <a:pt x="21600" y="10886"/>
                </a:lnTo>
                <a:lnTo>
                  <a:pt x="21600" y="13384"/>
                </a:lnTo>
                <a:lnTo>
                  <a:pt x="21600" y="15896"/>
                </a:lnTo>
                <a:lnTo>
                  <a:pt x="21600" y="18425"/>
                </a:lnTo>
                <a:lnTo>
                  <a:pt x="21600" y="20969"/>
                </a:lnTo>
                <a:lnTo>
                  <a:pt x="20213" y="21253"/>
                </a:lnTo>
                <a:lnTo>
                  <a:pt x="18893" y="21453"/>
                </a:lnTo>
                <a:lnTo>
                  <a:pt x="17637" y="21572"/>
                </a:lnTo>
                <a:lnTo>
                  <a:pt x="16434" y="21600"/>
                </a:lnTo>
                <a:lnTo>
                  <a:pt x="15281" y="21537"/>
                </a:lnTo>
                <a:lnTo>
                  <a:pt x="14170" y="21372"/>
                </a:lnTo>
                <a:lnTo>
                  <a:pt x="13095" y="21105"/>
                </a:lnTo>
                <a:lnTo>
                  <a:pt x="12049" y="20730"/>
                </a:lnTo>
                <a:lnTo>
                  <a:pt x="11026" y="20246"/>
                </a:lnTo>
                <a:lnTo>
                  <a:pt x="10019" y="19639"/>
                </a:lnTo>
                <a:lnTo>
                  <a:pt x="9022" y="18913"/>
                </a:lnTo>
                <a:lnTo>
                  <a:pt x="8029" y="18060"/>
                </a:lnTo>
                <a:lnTo>
                  <a:pt x="7032" y="17074"/>
                </a:lnTo>
                <a:lnTo>
                  <a:pt x="6025" y="15952"/>
                </a:lnTo>
                <a:lnTo>
                  <a:pt x="5001" y="14689"/>
                </a:lnTo>
                <a:lnTo>
                  <a:pt x="3956" y="13282"/>
                </a:lnTo>
                <a:lnTo>
                  <a:pt x="2883" y="11721"/>
                </a:lnTo>
                <a:lnTo>
                  <a:pt x="1773" y="10005"/>
                </a:lnTo>
                <a:lnTo>
                  <a:pt x="892" y="8483"/>
                </a:lnTo>
                <a:lnTo>
                  <a:pt x="0" y="6936"/>
                </a:lnTo>
                <a:lnTo>
                  <a:pt x="816" y="4687"/>
                </a:lnTo>
                <a:lnTo>
                  <a:pt x="1545" y="2957"/>
                </a:lnTo>
                <a:lnTo>
                  <a:pt x="2256" y="1694"/>
                </a:lnTo>
                <a:lnTo>
                  <a:pt x="3024" y="828"/>
                </a:lnTo>
                <a:lnTo>
                  <a:pt x="3920" y="302"/>
                </a:lnTo>
                <a:lnTo>
                  <a:pt x="5015" y="46"/>
                </a:lnTo>
                <a:lnTo>
                  <a:pt x="6380" y="0"/>
                </a:lnTo>
                <a:close/>
              </a:path>
            </a:pathLst>
          </a:custGeom>
          <a:solidFill>
            <a:srgbClr val="0D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8" name="contour_05676"/>
          <p:cNvSpPr/>
          <p:nvPr/>
        </p:nvSpPr>
        <p:spPr>
          <a:xfrm>
            <a:off x="6278047" y="2208261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24" y="1010"/>
                </a:lnTo>
                <a:lnTo>
                  <a:pt x="5524" y="1852"/>
                </a:lnTo>
                <a:lnTo>
                  <a:pt x="7571" y="2561"/>
                </a:lnTo>
                <a:lnTo>
                  <a:pt x="9245" y="3168"/>
                </a:lnTo>
                <a:lnTo>
                  <a:pt x="10622" y="3710"/>
                </a:lnTo>
                <a:lnTo>
                  <a:pt x="11775" y="4217"/>
                </a:lnTo>
                <a:lnTo>
                  <a:pt x="12785" y="4725"/>
                </a:lnTo>
                <a:lnTo>
                  <a:pt x="13721" y="5267"/>
                </a:lnTo>
                <a:lnTo>
                  <a:pt x="14664" y="5873"/>
                </a:lnTo>
                <a:lnTo>
                  <a:pt x="15690" y="6583"/>
                </a:lnTo>
                <a:lnTo>
                  <a:pt x="16875" y="7425"/>
                </a:lnTo>
                <a:lnTo>
                  <a:pt x="17780" y="8060"/>
                </a:lnTo>
                <a:lnTo>
                  <a:pt x="18692" y="8701"/>
                </a:lnTo>
                <a:lnTo>
                  <a:pt x="19618" y="9351"/>
                </a:lnTo>
                <a:lnTo>
                  <a:pt x="20110" y="9711"/>
                </a:lnTo>
                <a:lnTo>
                  <a:pt x="21600" y="10800"/>
                </a:lnTo>
                <a:lnTo>
                  <a:pt x="20428" y="10933"/>
                </a:lnTo>
                <a:lnTo>
                  <a:pt x="19238" y="11066"/>
                </a:lnTo>
                <a:lnTo>
                  <a:pt x="17731" y="11270"/>
                </a:lnTo>
                <a:lnTo>
                  <a:pt x="16200" y="11475"/>
                </a:lnTo>
                <a:lnTo>
                  <a:pt x="14693" y="11664"/>
                </a:lnTo>
                <a:lnTo>
                  <a:pt x="13162" y="11855"/>
                </a:lnTo>
                <a:lnTo>
                  <a:pt x="12577" y="12040"/>
                </a:lnTo>
                <a:lnTo>
                  <a:pt x="10800" y="12600"/>
                </a:lnTo>
                <a:lnTo>
                  <a:pt x="10800" y="13790"/>
                </a:lnTo>
                <a:lnTo>
                  <a:pt x="10800" y="14987"/>
                </a:lnTo>
                <a:lnTo>
                  <a:pt x="10800" y="16200"/>
                </a:lnTo>
                <a:lnTo>
                  <a:pt x="9517" y="16088"/>
                </a:lnTo>
                <a:lnTo>
                  <a:pt x="8227" y="15975"/>
                </a:lnTo>
                <a:lnTo>
                  <a:pt x="6917" y="15862"/>
                </a:lnTo>
                <a:lnTo>
                  <a:pt x="5524" y="15973"/>
                </a:lnTo>
                <a:lnTo>
                  <a:pt x="4123" y="16087"/>
                </a:lnTo>
                <a:lnTo>
                  <a:pt x="2700" y="16200"/>
                </a:lnTo>
                <a:lnTo>
                  <a:pt x="2165" y="17269"/>
                </a:lnTo>
                <a:lnTo>
                  <a:pt x="1628" y="18342"/>
                </a:lnTo>
                <a:lnTo>
                  <a:pt x="1091" y="19418"/>
                </a:lnTo>
                <a:lnTo>
                  <a:pt x="548" y="20504"/>
                </a:lnTo>
                <a:lnTo>
                  <a:pt x="0" y="21600"/>
                </a:lnTo>
                <a:lnTo>
                  <a:pt x="0" y="20342"/>
                </a:lnTo>
                <a:lnTo>
                  <a:pt x="0" y="19084"/>
                </a:lnTo>
                <a:lnTo>
                  <a:pt x="0" y="17825"/>
                </a:lnTo>
                <a:lnTo>
                  <a:pt x="0" y="16565"/>
                </a:lnTo>
                <a:lnTo>
                  <a:pt x="0" y="15305"/>
                </a:lnTo>
                <a:lnTo>
                  <a:pt x="0" y="14044"/>
                </a:lnTo>
                <a:lnTo>
                  <a:pt x="0" y="12780"/>
                </a:lnTo>
                <a:lnTo>
                  <a:pt x="0" y="11515"/>
                </a:lnTo>
                <a:lnTo>
                  <a:pt x="0" y="10247"/>
                </a:lnTo>
                <a:lnTo>
                  <a:pt x="0" y="8977"/>
                </a:lnTo>
                <a:lnTo>
                  <a:pt x="0" y="7704"/>
                </a:lnTo>
                <a:lnTo>
                  <a:pt x="0" y="6430"/>
                </a:lnTo>
                <a:lnTo>
                  <a:pt x="0" y="5152"/>
                </a:lnTo>
                <a:lnTo>
                  <a:pt x="0" y="3868"/>
                </a:lnTo>
                <a:lnTo>
                  <a:pt x="0" y="2583"/>
                </a:lnTo>
                <a:lnTo>
                  <a:pt x="0" y="1294"/>
                </a:lnTo>
                <a:lnTo>
                  <a:pt x="0" y="0"/>
                </a:lnTo>
                <a:close/>
              </a:path>
            </a:pathLst>
          </a:custGeom>
          <a:solidFill>
            <a:srgbClr val="85A3CB"/>
          </a:solidFill>
          <a:ln>
            <a:noFill/>
          </a:ln>
        </p:spPr>
        <p:txBody>
          <a:bodyPr/>
          <a:lstStyle/>
          <a:p/>
        </p:txBody>
      </p:sp>
      <p:sp>
        <p:nvSpPr>
          <p:cNvPr id="5679" name="contour_05677"/>
          <p:cNvSpPr/>
          <p:nvPr/>
        </p:nvSpPr>
        <p:spPr>
          <a:xfrm>
            <a:off x="11378927" y="2200973"/>
            <a:ext cx="75525" cy="57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63" y="0"/>
                </a:moveTo>
                <a:lnTo>
                  <a:pt x="19997" y="0"/>
                </a:lnTo>
                <a:lnTo>
                  <a:pt x="21048" y="0"/>
                </a:lnTo>
                <a:lnTo>
                  <a:pt x="21283" y="3701"/>
                </a:lnTo>
                <a:lnTo>
                  <a:pt x="21462" y="6753"/>
                </a:lnTo>
                <a:lnTo>
                  <a:pt x="21571" y="9257"/>
                </a:lnTo>
                <a:lnTo>
                  <a:pt x="21600" y="11297"/>
                </a:lnTo>
                <a:lnTo>
                  <a:pt x="21540" y="12972"/>
                </a:lnTo>
                <a:lnTo>
                  <a:pt x="21381" y="14366"/>
                </a:lnTo>
                <a:lnTo>
                  <a:pt x="21108" y="15580"/>
                </a:lnTo>
                <a:lnTo>
                  <a:pt x="20716" y="16697"/>
                </a:lnTo>
                <a:lnTo>
                  <a:pt x="20191" y="17817"/>
                </a:lnTo>
                <a:lnTo>
                  <a:pt x="19524" y="19025"/>
                </a:lnTo>
                <a:lnTo>
                  <a:pt x="18703" y="20420"/>
                </a:lnTo>
                <a:lnTo>
                  <a:pt x="17290" y="20911"/>
                </a:lnTo>
                <a:lnTo>
                  <a:pt x="15899" y="21265"/>
                </a:lnTo>
                <a:lnTo>
                  <a:pt x="14528" y="21493"/>
                </a:lnTo>
                <a:lnTo>
                  <a:pt x="13171" y="21600"/>
                </a:lnTo>
                <a:lnTo>
                  <a:pt x="11822" y="21597"/>
                </a:lnTo>
                <a:lnTo>
                  <a:pt x="10480" y="21490"/>
                </a:lnTo>
                <a:lnTo>
                  <a:pt x="9138" y="21293"/>
                </a:lnTo>
                <a:lnTo>
                  <a:pt x="7793" y="21013"/>
                </a:lnTo>
                <a:lnTo>
                  <a:pt x="6441" y="20653"/>
                </a:lnTo>
                <a:lnTo>
                  <a:pt x="5073" y="20230"/>
                </a:lnTo>
                <a:lnTo>
                  <a:pt x="3691" y="19747"/>
                </a:lnTo>
                <a:lnTo>
                  <a:pt x="2289" y="19217"/>
                </a:lnTo>
                <a:lnTo>
                  <a:pt x="1080" y="17578"/>
                </a:lnTo>
                <a:lnTo>
                  <a:pt x="440" y="16406"/>
                </a:lnTo>
                <a:lnTo>
                  <a:pt x="150" y="15135"/>
                </a:lnTo>
                <a:lnTo>
                  <a:pt x="0" y="13202"/>
                </a:lnTo>
                <a:lnTo>
                  <a:pt x="38" y="11333"/>
                </a:lnTo>
                <a:lnTo>
                  <a:pt x="75" y="9438"/>
                </a:lnTo>
                <a:lnTo>
                  <a:pt x="102" y="7558"/>
                </a:lnTo>
                <a:lnTo>
                  <a:pt x="131" y="5653"/>
                </a:lnTo>
                <a:lnTo>
                  <a:pt x="167" y="4209"/>
                </a:lnTo>
                <a:lnTo>
                  <a:pt x="204" y="2745"/>
                </a:lnTo>
                <a:lnTo>
                  <a:pt x="459" y="4096"/>
                </a:lnTo>
                <a:lnTo>
                  <a:pt x="717" y="5469"/>
                </a:lnTo>
                <a:lnTo>
                  <a:pt x="1497" y="6841"/>
                </a:lnTo>
                <a:lnTo>
                  <a:pt x="2289" y="8236"/>
                </a:lnTo>
                <a:lnTo>
                  <a:pt x="3741" y="8417"/>
                </a:lnTo>
                <a:lnTo>
                  <a:pt x="5146" y="8546"/>
                </a:lnTo>
                <a:lnTo>
                  <a:pt x="6528" y="8628"/>
                </a:lnTo>
                <a:lnTo>
                  <a:pt x="7910" y="8659"/>
                </a:lnTo>
                <a:lnTo>
                  <a:pt x="9311" y="8642"/>
                </a:lnTo>
                <a:lnTo>
                  <a:pt x="10755" y="8579"/>
                </a:lnTo>
                <a:lnTo>
                  <a:pt x="11939" y="8541"/>
                </a:lnTo>
                <a:lnTo>
                  <a:pt x="13138" y="8505"/>
                </a:lnTo>
                <a:lnTo>
                  <a:pt x="14595" y="8450"/>
                </a:lnTo>
                <a:lnTo>
                  <a:pt x="16051" y="8384"/>
                </a:lnTo>
                <a:lnTo>
                  <a:pt x="17508" y="8313"/>
                </a:lnTo>
                <a:lnTo>
                  <a:pt x="18963" y="8236"/>
                </a:lnTo>
                <a:lnTo>
                  <a:pt x="18963" y="6605"/>
                </a:lnTo>
                <a:lnTo>
                  <a:pt x="18963" y="4969"/>
                </a:lnTo>
                <a:lnTo>
                  <a:pt x="18963" y="3327"/>
                </a:lnTo>
                <a:lnTo>
                  <a:pt x="18963" y="1672"/>
                </a:lnTo>
                <a:lnTo>
                  <a:pt x="18963" y="0"/>
                </a:lnTo>
                <a:close/>
              </a:path>
            </a:pathLst>
          </a:custGeom>
          <a:solidFill>
            <a:srgbClr val="772624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0" name="contour_05678"/>
          <p:cNvSpPr/>
          <p:nvPr/>
        </p:nvSpPr>
        <p:spPr>
          <a:xfrm>
            <a:off x="5534672" y="2124901"/>
            <a:ext cx="58304" cy="83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11818" y="510"/>
                </a:lnTo>
                <a:lnTo>
                  <a:pt x="13198" y="965"/>
                </a:lnTo>
                <a:lnTo>
                  <a:pt x="14124" y="1624"/>
                </a:lnTo>
                <a:lnTo>
                  <a:pt x="15125" y="2744"/>
                </a:lnTo>
                <a:lnTo>
                  <a:pt x="15822" y="3987"/>
                </a:lnTo>
                <a:lnTo>
                  <a:pt x="16489" y="5231"/>
                </a:lnTo>
                <a:lnTo>
                  <a:pt x="17126" y="6479"/>
                </a:lnTo>
                <a:lnTo>
                  <a:pt x="17736" y="7735"/>
                </a:lnTo>
                <a:lnTo>
                  <a:pt x="18328" y="8997"/>
                </a:lnTo>
                <a:lnTo>
                  <a:pt x="18900" y="10269"/>
                </a:lnTo>
                <a:lnTo>
                  <a:pt x="19456" y="11401"/>
                </a:lnTo>
                <a:lnTo>
                  <a:pt x="20020" y="12539"/>
                </a:lnTo>
                <a:lnTo>
                  <a:pt x="20588" y="13691"/>
                </a:lnTo>
                <a:lnTo>
                  <a:pt x="21090" y="14805"/>
                </a:lnTo>
                <a:lnTo>
                  <a:pt x="21600" y="15935"/>
                </a:lnTo>
                <a:lnTo>
                  <a:pt x="19756" y="16286"/>
                </a:lnTo>
                <a:lnTo>
                  <a:pt x="17888" y="16643"/>
                </a:lnTo>
                <a:lnTo>
                  <a:pt x="16076" y="17175"/>
                </a:lnTo>
                <a:lnTo>
                  <a:pt x="14521" y="17734"/>
                </a:lnTo>
                <a:lnTo>
                  <a:pt x="13149" y="18337"/>
                </a:lnTo>
                <a:lnTo>
                  <a:pt x="11891" y="19003"/>
                </a:lnTo>
                <a:lnTo>
                  <a:pt x="10679" y="19757"/>
                </a:lnTo>
                <a:lnTo>
                  <a:pt x="9437" y="20616"/>
                </a:lnTo>
                <a:lnTo>
                  <a:pt x="8100" y="21600"/>
                </a:lnTo>
                <a:lnTo>
                  <a:pt x="7455" y="20425"/>
                </a:lnTo>
                <a:lnTo>
                  <a:pt x="6817" y="19247"/>
                </a:lnTo>
                <a:lnTo>
                  <a:pt x="6188" y="18069"/>
                </a:lnTo>
                <a:lnTo>
                  <a:pt x="5562" y="16886"/>
                </a:lnTo>
                <a:lnTo>
                  <a:pt x="4944" y="15704"/>
                </a:lnTo>
                <a:lnTo>
                  <a:pt x="4325" y="14522"/>
                </a:lnTo>
                <a:lnTo>
                  <a:pt x="3712" y="13338"/>
                </a:lnTo>
                <a:lnTo>
                  <a:pt x="3064" y="12167"/>
                </a:lnTo>
                <a:lnTo>
                  <a:pt x="2406" y="10978"/>
                </a:lnTo>
                <a:lnTo>
                  <a:pt x="1774" y="9705"/>
                </a:lnTo>
                <a:lnTo>
                  <a:pt x="1199" y="8456"/>
                </a:lnTo>
                <a:lnTo>
                  <a:pt x="702" y="7208"/>
                </a:lnTo>
                <a:lnTo>
                  <a:pt x="297" y="5932"/>
                </a:lnTo>
                <a:lnTo>
                  <a:pt x="0" y="4604"/>
                </a:lnTo>
                <a:lnTo>
                  <a:pt x="1328" y="3292"/>
                </a:lnTo>
                <a:lnTo>
                  <a:pt x="2603" y="2298"/>
                </a:lnTo>
                <a:lnTo>
                  <a:pt x="3937" y="1552"/>
                </a:lnTo>
                <a:lnTo>
                  <a:pt x="5446" y="971"/>
                </a:lnTo>
                <a:lnTo>
                  <a:pt x="7244" y="480"/>
                </a:lnTo>
                <a:lnTo>
                  <a:pt x="9450" y="0"/>
                </a:lnTo>
                <a:close/>
              </a:path>
            </a:pathLst>
          </a:custGeom>
          <a:solidFill>
            <a:srgbClr val="BFB18E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1" name="contour_05679"/>
          <p:cNvSpPr/>
          <p:nvPr/>
        </p:nvSpPr>
        <p:spPr>
          <a:xfrm>
            <a:off x="4536217" y="2113518"/>
            <a:ext cx="131184" cy="525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291" y="516"/>
                </a:lnTo>
                <a:lnTo>
                  <a:pt x="4982" y="1034"/>
                </a:lnTo>
                <a:lnTo>
                  <a:pt x="5671" y="1559"/>
                </a:lnTo>
                <a:lnTo>
                  <a:pt x="6361" y="2089"/>
                </a:lnTo>
                <a:lnTo>
                  <a:pt x="7050" y="2623"/>
                </a:lnTo>
                <a:lnTo>
                  <a:pt x="7691" y="3108"/>
                </a:lnTo>
                <a:lnTo>
                  <a:pt x="8336" y="3600"/>
                </a:lnTo>
                <a:lnTo>
                  <a:pt x="8990" y="4098"/>
                </a:lnTo>
                <a:lnTo>
                  <a:pt x="9766" y="4946"/>
                </a:lnTo>
                <a:lnTo>
                  <a:pt x="10456" y="5797"/>
                </a:lnTo>
                <a:lnTo>
                  <a:pt x="11076" y="6705"/>
                </a:lnTo>
                <a:lnTo>
                  <a:pt x="11644" y="7728"/>
                </a:lnTo>
                <a:lnTo>
                  <a:pt x="12176" y="8912"/>
                </a:lnTo>
                <a:lnTo>
                  <a:pt x="12689" y="10314"/>
                </a:lnTo>
                <a:lnTo>
                  <a:pt x="13200" y="11990"/>
                </a:lnTo>
                <a:lnTo>
                  <a:pt x="12902" y="13474"/>
                </a:lnTo>
                <a:lnTo>
                  <a:pt x="12605" y="14967"/>
                </a:lnTo>
                <a:lnTo>
                  <a:pt x="12304" y="16465"/>
                </a:lnTo>
                <a:lnTo>
                  <a:pt x="12000" y="17985"/>
                </a:lnTo>
                <a:lnTo>
                  <a:pt x="12792" y="17985"/>
                </a:lnTo>
                <a:lnTo>
                  <a:pt x="13584" y="17985"/>
                </a:lnTo>
                <a:lnTo>
                  <a:pt x="14377" y="17985"/>
                </a:lnTo>
                <a:lnTo>
                  <a:pt x="15172" y="17985"/>
                </a:lnTo>
                <a:lnTo>
                  <a:pt x="15967" y="17985"/>
                </a:lnTo>
                <a:lnTo>
                  <a:pt x="16764" y="17985"/>
                </a:lnTo>
                <a:lnTo>
                  <a:pt x="17563" y="17985"/>
                </a:lnTo>
                <a:lnTo>
                  <a:pt x="18365" y="17985"/>
                </a:lnTo>
                <a:lnTo>
                  <a:pt x="19169" y="17985"/>
                </a:lnTo>
                <a:lnTo>
                  <a:pt x="19975" y="17985"/>
                </a:lnTo>
                <a:lnTo>
                  <a:pt x="20786" y="17985"/>
                </a:lnTo>
                <a:lnTo>
                  <a:pt x="21600" y="17985"/>
                </a:lnTo>
                <a:lnTo>
                  <a:pt x="21600" y="19472"/>
                </a:lnTo>
                <a:lnTo>
                  <a:pt x="21600" y="20983"/>
                </a:lnTo>
                <a:lnTo>
                  <a:pt x="19856" y="21120"/>
                </a:lnTo>
                <a:lnTo>
                  <a:pt x="18245" y="21243"/>
                </a:lnTo>
                <a:lnTo>
                  <a:pt x="16758" y="21351"/>
                </a:lnTo>
                <a:lnTo>
                  <a:pt x="15388" y="21444"/>
                </a:lnTo>
                <a:lnTo>
                  <a:pt x="14128" y="21516"/>
                </a:lnTo>
                <a:lnTo>
                  <a:pt x="12971" y="21567"/>
                </a:lnTo>
                <a:lnTo>
                  <a:pt x="11909" y="21597"/>
                </a:lnTo>
                <a:lnTo>
                  <a:pt x="10934" y="21600"/>
                </a:lnTo>
                <a:lnTo>
                  <a:pt x="10040" y="21573"/>
                </a:lnTo>
                <a:lnTo>
                  <a:pt x="9220" y="21519"/>
                </a:lnTo>
                <a:lnTo>
                  <a:pt x="8464" y="21435"/>
                </a:lnTo>
                <a:lnTo>
                  <a:pt x="7766" y="21315"/>
                </a:lnTo>
                <a:lnTo>
                  <a:pt x="7121" y="21162"/>
                </a:lnTo>
                <a:lnTo>
                  <a:pt x="6518" y="20971"/>
                </a:lnTo>
                <a:lnTo>
                  <a:pt x="5952" y="20737"/>
                </a:lnTo>
                <a:lnTo>
                  <a:pt x="5414" y="20464"/>
                </a:lnTo>
                <a:lnTo>
                  <a:pt x="4898" y="20146"/>
                </a:lnTo>
                <a:lnTo>
                  <a:pt x="4396" y="19784"/>
                </a:lnTo>
                <a:lnTo>
                  <a:pt x="3901" y="19373"/>
                </a:lnTo>
                <a:lnTo>
                  <a:pt x="3404" y="18914"/>
                </a:lnTo>
                <a:lnTo>
                  <a:pt x="2900" y="18402"/>
                </a:lnTo>
                <a:lnTo>
                  <a:pt x="2381" y="17835"/>
                </a:lnTo>
                <a:lnTo>
                  <a:pt x="1838" y="17212"/>
                </a:lnTo>
                <a:lnTo>
                  <a:pt x="1266" y="16531"/>
                </a:lnTo>
                <a:lnTo>
                  <a:pt x="655" y="15791"/>
                </a:lnTo>
                <a:lnTo>
                  <a:pt x="0" y="14988"/>
                </a:lnTo>
                <a:lnTo>
                  <a:pt x="196" y="14550"/>
                </a:lnTo>
                <a:lnTo>
                  <a:pt x="787" y="13231"/>
                </a:lnTo>
                <a:lnTo>
                  <a:pt x="1290" y="12056"/>
                </a:lnTo>
                <a:lnTo>
                  <a:pt x="1800" y="10866"/>
                </a:lnTo>
                <a:lnTo>
                  <a:pt x="2303" y="9715"/>
                </a:lnTo>
                <a:lnTo>
                  <a:pt x="2813" y="8549"/>
                </a:lnTo>
                <a:lnTo>
                  <a:pt x="3197" y="7254"/>
                </a:lnTo>
                <a:lnTo>
                  <a:pt x="3430" y="6163"/>
                </a:lnTo>
                <a:lnTo>
                  <a:pt x="3550" y="4865"/>
                </a:lnTo>
                <a:lnTo>
                  <a:pt x="3594" y="2947"/>
                </a:lnTo>
                <a:lnTo>
                  <a:pt x="3600" y="0"/>
                </a:lnTo>
                <a:close/>
              </a:path>
            </a:pathLst>
          </a:custGeom>
          <a:solidFill>
            <a:srgbClr val="84B1D0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2" name="contour_05680"/>
          <p:cNvSpPr/>
          <p:nvPr/>
        </p:nvSpPr>
        <p:spPr>
          <a:xfrm>
            <a:off x="8732169" y="2055214"/>
            <a:ext cx="31980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49" y="0"/>
                </a:moveTo>
                <a:lnTo>
                  <a:pt x="14073" y="376"/>
                </a:lnTo>
                <a:lnTo>
                  <a:pt x="16077" y="688"/>
                </a:lnTo>
                <a:lnTo>
                  <a:pt x="18075" y="1107"/>
                </a:lnTo>
                <a:lnTo>
                  <a:pt x="20995" y="1800"/>
                </a:lnTo>
                <a:lnTo>
                  <a:pt x="21334" y="2365"/>
                </a:lnTo>
                <a:lnTo>
                  <a:pt x="21526" y="2928"/>
                </a:lnTo>
                <a:lnTo>
                  <a:pt x="21600" y="3490"/>
                </a:lnTo>
                <a:lnTo>
                  <a:pt x="21570" y="4051"/>
                </a:lnTo>
                <a:lnTo>
                  <a:pt x="21462" y="4612"/>
                </a:lnTo>
                <a:lnTo>
                  <a:pt x="21295" y="5176"/>
                </a:lnTo>
                <a:lnTo>
                  <a:pt x="21093" y="5740"/>
                </a:lnTo>
                <a:lnTo>
                  <a:pt x="20881" y="6307"/>
                </a:lnTo>
                <a:lnTo>
                  <a:pt x="20758" y="6745"/>
                </a:lnTo>
                <a:lnTo>
                  <a:pt x="20635" y="7185"/>
                </a:lnTo>
                <a:lnTo>
                  <a:pt x="20507" y="7631"/>
                </a:lnTo>
                <a:lnTo>
                  <a:pt x="20330" y="8229"/>
                </a:lnTo>
                <a:lnTo>
                  <a:pt x="20143" y="8826"/>
                </a:lnTo>
                <a:lnTo>
                  <a:pt x="19951" y="9423"/>
                </a:lnTo>
                <a:lnTo>
                  <a:pt x="19759" y="10021"/>
                </a:lnTo>
                <a:lnTo>
                  <a:pt x="19557" y="10617"/>
                </a:lnTo>
                <a:lnTo>
                  <a:pt x="19355" y="11215"/>
                </a:lnTo>
                <a:lnTo>
                  <a:pt x="19149" y="11812"/>
                </a:lnTo>
                <a:lnTo>
                  <a:pt x="18976" y="12380"/>
                </a:lnTo>
                <a:lnTo>
                  <a:pt x="18809" y="12947"/>
                </a:lnTo>
                <a:lnTo>
                  <a:pt x="18637" y="13515"/>
                </a:lnTo>
                <a:lnTo>
                  <a:pt x="18469" y="14082"/>
                </a:lnTo>
                <a:lnTo>
                  <a:pt x="18302" y="14649"/>
                </a:lnTo>
                <a:lnTo>
                  <a:pt x="18115" y="15281"/>
                </a:lnTo>
                <a:lnTo>
                  <a:pt x="17918" y="15913"/>
                </a:lnTo>
                <a:lnTo>
                  <a:pt x="17726" y="16546"/>
                </a:lnTo>
                <a:lnTo>
                  <a:pt x="17524" y="17177"/>
                </a:lnTo>
                <a:lnTo>
                  <a:pt x="17327" y="17809"/>
                </a:lnTo>
                <a:lnTo>
                  <a:pt x="17121" y="18441"/>
                </a:lnTo>
                <a:lnTo>
                  <a:pt x="16914" y="19073"/>
                </a:lnTo>
                <a:lnTo>
                  <a:pt x="16707" y="19705"/>
                </a:lnTo>
                <a:lnTo>
                  <a:pt x="16500" y="20336"/>
                </a:lnTo>
                <a:lnTo>
                  <a:pt x="16284" y="20968"/>
                </a:lnTo>
                <a:lnTo>
                  <a:pt x="16072" y="21600"/>
                </a:lnTo>
                <a:lnTo>
                  <a:pt x="13685" y="21100"/>
                </a:lnTo>
                <a:lnTo>
                  <a:pt x="11435" y="20617"/>
                </a:lnTo>
                <a:lnTo>
                  <a:pt x="9333" y="20142"/>
                </a:lnTo>
                <a:lnTo>
                  <a:pt x="7399" y="19667"/>
                </a:lnTo>
                <a:lnTo>
                  <a:pt x="5641" y="19182"/>
                </a:lnTo>
                <a:lnTo>
                  <a:pt x="4071" y="18679"/>
                </a:lnTo>
                <a:lnTo>
                  <a:pt x="2712" y="18151"/>
                </a:lnTo>
                <a:lnTo>
                  <a:pt x="1570" y="17589"/>
                </a:lnTo>
                <a:lnTo>
                  <a:pt x="660" y="16984"/>
                </a:lnTo>
                <a:lnTo>
                  <a:pt x="0" y="16327"/>
                </a:lnTo>
                <a:lnTo>
                  <a:pt x="256" y="15764"/>
                </a:lnTo>
                <a:lnTo>
                  <a:pt x="512" y="15198"/>
                </a:lnTo>
                <a:lnTo>
                  <a:pt x="768" y="14625"/>
                </a:lnTo>
                <a:lnTo>
                  <a:pt x="945" y="14165"/>
                </a:lnTo>
                <a:lnTo>
                  <a:pt x="1127" y="13698"/>
                </a:lnTo>
                <a:lnTo>
                  <a:pt x="1378" y="13117"/>
                </a:lnTo>
                <a:lnTo>
                  <a:pt x="1649" y="12538"/>
                </a:lnTo>
                <a:lnTo>
                  <a:pt x="1935" y="11958"/>
                </a:lnTo>
                <a:lnTo>
                  <a:pt x="2230" y="11380"/>
                </a:lnTo>
                <a:lnTo>
                  <a:pt x="2535" y="10800"/>
                </a:lnTo>
                <a:lnTo>
                  <a:pt x="2737" y="10315"/>
                </a:lnTo>
                <a:lnTo>
                  <a:pt x="2934" y="9830"/>
                </a:lnTo>
                <a:lnTo>
                  <a:pt x="3131" y="9345"/>
                </a:lnTo>
                <a:lnTo>
                  <a:pt x="3323" y="8860"/>
                </a:lnTo>
                <a:lnTo>
                  <a:pt x="3603" y="8212"/>
                </a:lnTo>
                <a:lnTo>
                  <a:pt x="3908" y="7568"/>
                </a:lnTo>
                <a:lnTo>
                  <a:pt x="4233" y="6927"/>
                </a:lnTo>
                <a:lnTo>
                  <a:pt x="4593" y="6289"/>
                </a:lnTo>
                <a:lnTo>
                  <a:pt x="4987" y="5653"/>
                </a:lnTo>
                <a:lnTo>
                  <a:pt x="5425" y="5018"/>
                </a:lnTo>
                <a:lnTo>
                  <a:pt x="5912" y="4387"/>
                </a:lnTo>
                <a:lnTo>
                  <a:pt x="6448" y="3757"/>
                </a:lnTo>
                <a:lnTo>
                  <a:pt x="7049" y="3128"/>
                </a:lnTo>
                <a:lnTo>
                  <a:pt x="7719" y="2501"/>
                </a:lnTo>
                <a:lnTo>
                  <a:pt x="8452" y="1875"/>
                </a:lnTo>
                <a:lnTo>
                  <a:pt x="9269" y="1249"/>
                </a:lnTo>
                <a:lnTo>
                  <a:pt x="10165" y="625"/>
                </a:lnTo>
                <a:lnTo>
                  <a:pt x="11149" y="0"/>
                </a:lnTo>
                <a:close/>
              </a:path>
            </a:pathLst>
          </a:custGeom>
          <a:solidFill>
            <a:srgbClr val="C0D2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3" name="contour_05681"/>
          <p:cNvSpPr/>
          <p:nvPr/>
        </p:nvSpPr>
        <p:spPr>
          <a:xfrm>
            <a:off x="7189046" y="2033051"/>
            <a:ext cx="102032" cy="52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2"/>
                </a:moveTo>
                <a:lnTo>
                  <a:pt x="21600" y="2232"/>
                </a:lnTo>
                <a:lnTo>
                  <a:pt x="21600" y="4344"/>
                </a:lnTo>
                <a:lnTo>
                  <a:pt x="21600" y="6462"/>
                </a:lnTo>
                <a:lnTo>
                  <a:pt x="21600" y="8589"/>
                </a:lnTo>
                <a:lnTo>
                  <a:pt x="21600" y="10725"/>
                </a:lnTo>
                <a:lnTo>
                  <a:pt x="21600" y="12873"/>
                </a:lnTo>
                <a:lnTo>
                  <a:pt x="21600" y="15039"/>
                </a:lnTo>
                <a:lnTo>
                  <a:pt x="20509" y="15039"/>
                </a:lnTo>
                <a:lnTo>
                  <a:pt x="19417" y="15039"/>
                </a:lnTo>
                <a:lnTo>
                  <a:pt x="18321" y="15039"/>
                </a:lnTo>
                <a:lnTo>
                  <a:pt x="17221" y="15039"/>
                </a:lnTo>
                <a:lnTo>
                  <a:pt x="16117" y="15039"/>
                </a:lnTo>
                <a:lnTo>
                  <a:pt x="15006" y="15039"/>
                </a:lnTo>
                <a:lnTo>
                  <a:pt x="13886" y="15039"/>
                </a:lnTo>
                <a:lnTo>
                  <a:pt x="13886" y="17011"/>
                </a:lnTo>
                <a:lnTo>
                  <a:pt x="13886" y="18995"/>
                </a:lnTo>
                <a:lnTo>
                  <a:pt x="13886" y="21006"/>
                </a:lnTo>
                <a:lnTo>
                  <a:pt x="11795" y="21239"/>
                </a:lnTo>
                <a:lnTo>
                  <a:pt x="10041" y="21421"/>
                </a:lnTo>
                <a:lnTo>
                  <a:pt x="8580" y="21543"/>
                </a:lnTo>
                <a:lnTo>
                  <a:pt x="7370" y="21600"/>
                </a:lnTo>
                <a:lnTo>
                  <a:pt x="6370" y="21576"/>
                </a:lnTo>
                <a:lnTo>
                  <a:pt x="5536" y="21472"/>
                </a:lnTo>
                <a:lnTo>
                  <a:pt x="4825" y="21272"/>
                </a:lnTo>
                <a:lnTo>
                  <a:pt x="4195" y="20970"/>
                </a:lnTo>
                <a:lnTo>
                  <a:pt x="3604" y="20559"/>
                </a:lnTo>
                <a:lnTo>
                  <a:pt x="3010" y="20031"/>
                </a:lnTo>
                <a:lnTo>
                  <a:pt x="2368" y="19374"/>
                </a:lnTo>
                <a:lnTo>
                  <a:pt x="1639" y="18584"/>
                </a:lnTo>
                <a:lnTo>
                  <a:pt x="1097" y="17414"/>
                </a:lnTo>
                <a:lnTo>
                  <a:pt x="552" y="16233"/>
                </a:lnTo>
                <a:lnTo>
                  <a:pt x="0" y="15039"/>
                </a:lnTo>
                <a:lnTo>
                  <a:pt x="244" y="12641"/>
                </a:lnTo>
                <a:lnTo>
                  <a:pt x="446" y="10976"/>
                </a:lnTo>
                <a:lnTo>
                  <a:pt x="680" y="9616"/>
                </a:lnTo>
                <a:lnTo>
                  <a:pt x="1021" y="8130"/>
                </a:lnTo>
                <a:lnTo>
                  <a:pt x="1543" y="6089"/>
                </a:lnTo>
                <a:lnTo>
                  <a:pt x="2069" y="7476"/>
                </a:lnTo>
                <a:lnTo>
                  <a:pt x="2604" y="8888"/>
                </a:lnTo>
                <a:lnTo>
                  <a:pt x="3491" y="10150"/>
                </a:lnTo>
                <a:lnTo>
                  <a:pt x="4393" y="11194"/>
                </a:lnTo>
                <a:lnTo>
                  <a:pt x="5309" y="12050"/>
                </a:lnTo>
                <a:lnTo>
                  <a:pt x="6242" y="12742"/>
                </a:lnTo>
                <a:lnTo>
                  <a:pt x="7197" y="13303"/>
                </a:lnTo>
                <a:lnTo>
                  <a:pt x="8173" y="13754"/>
                </a:lnTo>
                <a:lnTo>
                  <a:pt x="9174" y="14124"/>
                </a:lnTo>
                <a:lnTo>
                  <a:pt x="10200" y="14446"/>
                </a:lnTo>
                <a:lnTo>
                  <a:pt x="11257" y="14741"/>
                </a:lnTo>
                <a:lnTo>
                  <a:pt x="12343" y="15039"/>
                </a:lnTo>
                <a:lnTo>
                  <a:pt x="12280" y="13130"/>
                </a:lnTo>
                <a:lnTo>
                  <a:pt x="12215" y="11206"/>
                </a:lnTo>
                <a:lnTo>
                  <a:pt x="12150" y="9258"/>
                </a:lnTo>
                <a:lnTo>
                  <a:pt x="12172" y="6396"/>
                </a:lnTo>
                <a:lnTo>
                  <a:pt x="12252" y="4529"/>
                </a:lnTo>
                <a:lnTo>
                  <a:pt x="12457" y="3255"/>
                </a:lnTo>
                <a:lnTo>
                  <a:pt x="12852" y="2169"/>
                </a:lnTo>
                <a:lnTo>
                  <a:pt x="13500" y="868"/>
                </a:lnTo>
                <a:lnTo>
                  <a:pt x="14521" y="525"/>
                </a:lnTo>
                <a:lnTo>
                  <a:pt x="15530" y="277"/>
                </a:lnTo>
                <a:lnTo>
                  <a:pt x="16532" y="119"/>
                </a:lnTo>
                <a:lnTo>
                  <a:pt x="17530" y="30"/>
                </a:lnTo>
                <a:lnTo>
                  <a:pt x="18531" y="0"/>
                </a:lnTo>
                <a:lnTo>
                  <a:pt x="19539" y="15"/>
                </a:lnTo>
                <a:lnTo>
                  <a:pt x="20560" y="60"/>
                </a:lnTo>
                <a:lnTo>
                  <a:pt x="21600" y="122"/>
                </a:lnTo>
                <a:close/>
              </a:path>
            </a:pathLst>
          </a:custGeom>
          <a:solidFill>
            <a:srgbClr val="C6CBCD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4" name="contour_05682"/>
          <p:cNvSpPr/>
          <p:nvPr/>
        </p:nvSpPr>
        <p:spPr>
          <a:xfrm>
            <a:off x="6948543" y="1814710"/>
            <a:ext cx="874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988" y="1642"/>
                </a:lnTo>
                <a:lnTo>
                  <a:pt x="12881" y="2925"/>
                </a:lnTo>
                <a:lnTo>
                  <a:pt x="13522" y="3955"/>
                </a:lnTo>
                <a:lnTo>
                  <a:pt x="13950" y="4838"/>
                </a:lnTo>
                <a:lnTo>
                  <a:pt x="14211" y="5677"/>
                </a:lnTo>
                <a:lnTo>
                  <a:pt x="14344" y="6581"/>
                </a:lnTo>
                <a:lnTo>
                  <a:pt x="14393" y="7654"/>
                </a:lnTo>
                <a:lnTo>
                  <a:pt x="14400" y="9000"/>
                </a:lnTo>
                <a:lnTo>
                  <a:pt x="13331" y="9000"/>
                </a:lnTo>
                <a:lnTo>
                  <a:pt x="12258" y="9000"/>
                </a:lnTo>
                <a:lnTo>
                  <a:pt x="11182" y="9000"/>
                </a:lnTo>
                <a:lnTo>
                  <a:pt x="10096" y="9000"/>
                </a:lnTo>
                <a:lnTo>
                  <a:pt x="9000" y="9000"/>
                </a:lnTo>
                <a:lnTo>
                  <a:pt x="9176" y="10231"/>
                </a:lnTo>
                <a:lnTo>
                  <a:pt x="9358" y="11128"/>
                </a:lnTo>
                <a:lnTo>
                  <a:pt x="9632" y="11948"/>
                </a:lnTo>
                <a:lnTo>
                  <a:pt x="10084" y="12953"/>
                </a:lnTo>
                <a:lnTo>
                  <a:pt x="10800" y="14400"/>
                </a:lnTo>
                <a:lnTo>
                  <a:pt x="11930" y="14940"/>
                </a:lnTo>
                <a:lnTo>
                  <a:pt x="13061" y="15428"/>
                </a:lnTo>
                <a:lnTo>
                  <a:pt x="14200" y="15874"/>
                </a:lnTo>
                <a:lnTo>
                  <a:pt x="15352" y="16288"/>
                </a:lnTo>
                <a:lnTo>
                  <a:pt x="16524" y="16677"/>
                </a:lnTo>
                <a:lnTo>
                  <a:pt x="17719" y="17051"/>
                </a:lnTo>
                <a:lnTo>
                  <a:pt x="18941" y="17629"/>
                </a:lnTo>
                <a:lnTo>
                  <a:pt x="19688" y="18121"/>
                </a:lnTo>
                <a:lnTo>
                  <a:pt x="20266" y="18790"/>
                </a:lnTo>
                <a:lnTo>
                  <a:pt x="20981" y="19906"/>
                </a:lnTo>
                <a:lnTo>
                  <a:pt x="21289" y="20747"/>
                </a:lnTo>
                <a:lnTo>
                  <a:pt x="21600" y="21600"/>
                </a:lnTo>
                <a:lnTo>
                  <a:pt x="20246" y="21451"/>
                </a:lnTo>
                <a:lnTo>
                  <a:pt x="18934" y="21276"/>
                </a:lnTo>
                <a:lnTo>
                  <a:pt x="17662" y="21074"/>
                </a:lnTo>
                <a:lnTo>
                  <a:pt x="16423" y="20844"/>
                </a:lnTo>
                <a:lnTo>
                  <a:pt x="15215" y="20583"/>
                </a:lnTo>
                <a:lnTo>
                  <a:pt x="14036" y="20290"/>
                </a:lnTo>
                <a:lnTo>
                  <a:pt x="12881" y="19962"/>
                </a:lnTo>
                <a:lnTo>
                  <a:pt x="11743" y="19598"/>
                </a:lnTo>
                <a:lnTo>
                  <a:pt x="10624" y="19197"/>
                </a:lnTo>
                <a:lnTo>
                  <a:pt x="9517" y="18756"/>
                </a:lnTo>
                <a:lnTo>
                  <a:pt x="8419" y="18272"/>
                </a:lnTo>
                <a:lnTo>
                  <a:pt x="7324" y="17746"/>
                </a:lnTo>
                <a:lnTo>
                  <a:pt x="6232" y="17174"/>
                </a:lnTo>
                <a:lnTo>
                  <a:pt x="5137" y="16556"/>
                </a:lnTo>
                <a:lnTo>
                  <a:pt x="4036" y="15889"/>
                </a:lnTo>
                <a:lnTo>
                  <a:pt x="2925" y="15170"/>
                </a:lnTo>
                <a:lnTo>
                  <a:pt x="1800" y="14400"/>
                </a:lnTo>
                <a:lnTo>
                  <a:pt x="1444" y="15469"/>
                </a:lnTo>
                <a:lnTo>
                  <a:pt x="1085" y="16542"/>
                </a:lnTo>
                <a:lnTo>
                  <a:pt x="727" y="17618"/>
                </a:lnTo>
                <a:lnTo>
                  <a:pt x="365" y="18704"/>
                </a:lnTo>
                <a:lnTo>
                  <a:pt x="0" y="19800"/>
                </a:lnTo>
                <a:lnTo>
                  <a:pt x="207" y="18689"/>
                </a:lnTo>
                <a:lnTo>
                  <a:pt x="419" y="17582"/>
                </a:lnTo>
                <a:lnTo>
                  <a:pt x="635" y="16474"/>
                </a:lnTo>
                <a:lnTo>
                  <a:pt x="855" y="15367"/>
                </a:lnTo>
                <a:lnTo>
                  <a:pt x="1078" y="14261"/>
                </a:lnTo>
                <a:lnTo>
                  <a:pt x="1309" y="13156"/>
                </a:lnTo>
                <a:lnTo>
                  <a:pt x="1534" y="12056"/>
                </a:lnTo>
                <a:lnTo>
                  <a:pt x="1750" y="10957"/>
                </a:lnTo>
                <a:lnTo>
                  <a:pt x="1960" y="9855"/>
                </a:lnTo>
                <a:lnTo>
                  <a:pt x="2164" y="8753"/>
                </a:lnTo>
                <a:lnTo>
                  <a:pt x="2362" y="7650"/>
                </a:lnTo>
                <a:lnTo>
                  <a:pt x="3105" y="6340"/>
                </a:lnTo>
                <a:lnTo>
                  <a:pt x="3659" y="5607"/>
                </a:lnTo>
                <a:lnTo>
                  <a:pt x="4304" y="5182"/>
                </a:lnTo>
                <a:lnTo>
                  <a:pt x="5315" y="4802"/>
                </a:lnTo>
                <a:lnTo>
                  <a:pt x="6305" y="4597"/>
                </a:lnTo>
                <a:lnTo>
                  <a:pt x="7312" y="4388"/>
                </a:lnTo>
                <a:lnTo>
                  <a:pt x="8464" y="4127"/>
                </a:lnTo>
                <a:lnTo>
                  <a:pt x="9625" y="3866"/>
                </a:lnTo>
                <a:lnTo>
                  <a:pt x="10800" y="3600"/>
                </a:lnTo>
                <a:lnTo>
                  <a:pt x="10800" y="2410"/>
                </a:lnTo>
                <a:lnTo>
                  <a:pt x="10800" y="1213"/>
                </a:lnTo>
                <a:lnTo>
                  <a:pt x="10800" y="0"/>
                </a:lnTo>
                <a:close/>
              </a:path>
            </a:pathLst>
          </a:custGeom>
          <a:solidFill>
            <a:srgbClr val="BBBEBF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5" name="contour_05683"/>
          <p:cNvSpPr/>
          <p:nvPr/>
        </p:nvSpPr>
        <p:spPr>
          <a:xfrm>
            <a:off x="10986090" y="1841136"/>
            <a:ext cx="73572" cy="537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67" y="111"/>
                </a:moveTo>
                <a:lnTo>
                  <a:pt x="8293" y="35"/>
                </a:lnTo>
                <a:lnTo>
                  <a:pt x="10581" y="0"/>
                </a:lnTo>
                <a:lnTo>
                  <a:pt x="12414" y="23"/>
                </a:lnTo>
                <a:lnTo>
                  <a:pt x="13880" y="135"/>
                </a:lnTo>
                <a:lnTo>
                  <a:pt x="15061" y="352"/>
                </a:lnTo>
                <a:lnTo>
                  <a:pt x="16045" y="694"/>
                </a:lnTo>
                <a:lnTo>
                  <a:pt x="16918" y="1189"/>
                </a:lnTo>
                <a:lnTo>
                  <a:pt x="17764" y="1857"/>
                </a:lnTo>
                <a:lnTo>
                  <a:pt x="18667" y="2718"/>
                </a:lnTo>
                <a:lnTo>
                  <a:pt x="19717" y="3796"/>
                </a:lnTo>
                <a:lnTo>
                  <a:pt x="20631" y="5773"/>
                </a:lnTo>
                <a:lnTo>
                  <a:pt x="21206" y="7622"/>
                </a:lnTo>
                <a:lnTo>
                  <a:pt x="21508" y="9444"/>
                </a:lnTo>
                <a:lnTo>
                  <a:pt x="21600" y="11339"/>
                </a:lnTo>
                <a:lnTo>
                  <a:pt x="21540" y="13407"/>
                </a:lnTo>
                <a:lnTo>
                  <a:pt x="21397" y="15742"/>
                </a:lnTo>
                <a:lnTo>
                  <a:pt x="19982" y="15742"/>
                </a:lnTo>
                <a:lnTo>
                  <a:pt x="18560" y="15742"/>
                </a:lnTo>
                <a:lnTo>
                  <a:pt x="17117" y="15742"/>
                </a:lnTo>
                <a:lnTo>
                  <a:pt x="17117" y="17678"/>
                </a:lnTo>
                <a:lnTo>
                  <a:pt x="17117" y="19626"/>
                </a:lnTo>
                <a:lnTo>
                  <a:pt x="17117" y="21600"/>
                </a:lnTo>
                <a:lnTo>
                  <a:pt x="15703" y="21600"/>
                </a:lnTo>
                <a:lnTo>
                  <a:pt x="14280" y="21600"/>
                </a:lnTo>
                <a:lnTo>
                  <a:pt x="12838" y="21600"/>
                </a:lnTo>
                <a:lnTo>
                  <a:pt x="12838" y="19664"/>
                </a:lnTo>
                <a:lnTo>
                  <a:pt x="12838" y="17716"/>
                </a:lnTo>
                <a:lnTo>
                  <a:pt x="12838" y="15742"/>
                </a:lnTo>
                <a:lnTo>
                  <a:pt x="12192" y="15595"/>
                </a:lnTo>
                <a:lnTo>
                  <a:pt x="11599" y="15460"/>
                </a:lnTo>
                <a:lnTo>
                  <a:pt x="10949" y="15311"/>
                </a:lnTo>
                <a:lnTo>
                  <a:pt x="10142" y="15126"/>
                </a:lnTo>
                <a:lnTo>
                  <a:pt x="9068" y="14880"/>
                </a:lnTo>
                <a:lnTo>
                  <a:pt x="7622" y="14552"/>
                </a:lnTo>
                <a:lnTo>
                  <a:pt x="5698" y="14113"/>
                </a:lnTo>
                <a:lnTo>
                  <a:pt x="3192" y="13542"/>
                </a:lnTo>
                <a:lnTo>
                  <a:pt x="0" y="12812"/>
                </a:lnTo>
                <a:lnTo>
                  <a:pt x="94" y="9124"/>
                </a:lnTo>
                <a:lnTo>
                  <a:pt x="229" y="6336"/>
                </a:lnTo>
                <a:lnTo>
                  <a:pt x="466" y="4297"/>
                </a:lnTo>
                <a:lnTo>
                  <a:pt x="873" y="2856"/>
                </a:lnTo>
                <a:lnTo>
                  <a:pt x="1513" y="1866"/>
                </a:lnTo>
                <a:lnTo>
                  <a:pt x="2450" y="1178"/>
                </a:lnTo>
                <a:lnTo>
                  <a:pt x="3744" y="641"/>
                </a:lnTo>
                <a:lnTo>
                  <a:pt x="5467" y="111"/>
                </a:lnTo>
                <a:close/>
              </a:path>
            </a:pathLst>
          </a:custGeom>
          <a:solidFill>
            <a:srgbClr val="A2A3A3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6" name="contour_05684"/>
          <p:cNvSpPr/>
          <p:nvPr/>
        </p:nvSpPr>
        <p:spPr>
          <a:xfrm>
            <a:off x="8595629" y="1785558"/>
            <a:ext cx="8745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90" y="0"/>
                </a:lnTo>
                <a:lnTo>
                  <a:pt x="4187" y="0"/>
                </a:lnTo>
                <a:lnTo>
                  <a:pt x="5400" y="0"/>
                </a:lnTo>
                <a:lnTo>
                  <a:pt x="5400" y="1175"/>
                </a:lnTo>
                <a:lnTo>
                  <a:pt x="5400" y="2351"/>
                </a:lnTo>
                <a:lnTo>
                  <a:pt x="5400" y="3531"/>
                </a:lnTo>
                <a:lnTo>
                  <a:pt x="5400" y="4715"/>
                </a:lnTo>
                <a:lnTo>
                  <a:pt x="5400" y="5905"/>
                </a:lnTo>
                <a:lnTo>
                  <a:pt x="5400" y="7101"/>
                </a:lnTo>
                <a:lnTo>
                  <a:pt x="5400" y="8308"/>
                </a:lnTo>
                <a:lnTo>
                  <a:pt x="6673" y="8308"/>
                </a:lnTo>
                <a:lnTo>
                  <a:pt x="7947" y="8308"/>
                </a:lnTo>
                <a:lnTo>
                  <a:pt x="9225" y="8308"/>
                </a:lnTo>
                <a:lnTo>
                  <a:pt x="10508" y="8308"/>
                </a:lnTo>
                <a:lnTo>
                  <a:pt x="11797" y="8308"/>
                </a:lnTo>
                <a:lnTo>
                  <a:pt x="13093" y="8308"/>
                </a:lnTo>
                <a:lnTo>
                  <a:pt x="14400" y="8308"/>
                </a:lnTo>
                <a:lnTo>
                  <a:pt x="14400" y="9295"/>
                </a:lnTo>
                <a:lnTo>
                  <a:pt x="14400" y="10285"/>
                </a:lnTo>
                <a:lnTo>
                  <a:pt x="14400" y="11279"/>
                </a:lnTo>
                <a:lnTo>
                  <a:pt x="14400" y="12280"/>
                </a:lnTo>
                <a:lnTo>
                  <a:pt x="14400" y="13292"/>
                </a:lnTo>
                <a:lnTo>
                  <a:pt x="15469" y="12963"/>
                </a:lnTo>
                <a:lnTo>
                  <a:pt x="16542" y="12633"/>
                </a:lnTo>
                <a:lnTo>
                  <a:pt x="17618" y="12302"/>
                </a:lnTo>
                <a:lnTo>
                  <a:pt x="18704" y="11968"/>
                </a:lnTo>
                <a:lnTo>
                  <a:pt x="19800" y="11631"/>
                </a:lnTo>
                <a:lnTo>
                  <a:pt x="20023" y="12659"/>
                </a:lnTo>
                <a:lnTo>
                  <a:pt x="20246" y="13688"/>
                </a:lnTo>
                <a:lnTo>
                  <a:pt x="20470" y="14720"/>
                </a:lnTo>
                <a:lnTo>
                  <a:pt x="20693" y="15753"/>
                </a:lnTo>
                <a:lnTo>
                  <a:pt x="20918" y="16792"/>
                </a:lnTo>
                <a:lnTo>
                  <a:pt x="21145" y="17835"/>
                </a:lnTo>
                <a:lnTo>
                  <a:pt x="21371" y="18883"/>
                </a:lnTo>
                <a:lnTo>
                  <a:pt x="21600" y="19938"/>
                </a:lnTo>
                <a:lnTo>
                  <a:pt x="19620" y="20605"/>
                </a:lnTo>
                <a:lnTo>
                  <a:pt x="18218" y="21055"/>
                </a:lnTo>
                <a:lnTo>
                  <a:pt x="17195" y="21332"/>
                </a:lnTo>
                <a:lnTo>
                  <a:pt x="16351" y="21485"/>
                </a:lnTo>
                <a:lnTo>
                  <a:pt x="15487" y="21558"/>
                </a:lnTo>
                <a:lnTo>
                  <a:pt x="14400" y="21600"/>
                </a:lnTo>
                <a:lnTo>
                  <a:pt x="13446" y="20711"/>
                </a:lnTo>
                <a:lnTo>
                  <a:pt x="12767" y="20032"/>
                </a:lnTo>
                <a:lnTo>
                  <a:pt x="12262" y="19420"/>
                </a:lnTo>
                <a:lnTo>
                  <a:pt x="11833" y="18739"/>
                </a:lnTo>
                <a:lnTo>
                  <a:pt x="11380" y="17850"/>
                </a:lnTo>
                <a:lnTo>
                  <a:pt x="10800" y="16615"/>
                </a:lnTo>
                <a:lnTo>
                  <a:pt x="10800" y="15628"/>
                </a:lnTo>
                <a:lnTo>
                  <a:pt x="10800" y="14638"/>
                </a:lnTo>
                <a:lnTo>
                  <a:pt x="10800" y="13645"/>
                </a:lnTo>
                <a:lnTo>
                  <a:pt x="10800" y="12643"/>
                </a:lnTo>
                <a:lnTo>
                  <a:pt x="10800" y="11631"/>
                </a:lnTo>
                <a:lnTo>
                  <a:pt x="10256" y="11548"/>
                </a:lnTo>
                <a:lnTo>
                  <a:pt x="9758" y="11470"/>
                </a:lnTo>
                <a:lnTo>
                  <a:pt x="9212" y="11387"/>
                </a:lnTo>
                <a:lnTo>
                  <a:pt x="8532" y="11282"/>
                </a:lnTo>
                <a:lnTo>
                  <a:pt x="7628" y="11142"/>
                </a:lnTo>
                <a:lnTo>
                  <a:pt x="6412" y="10956"/>
                </a:lnTo>
                <a:lnTo>
                  <a:pt x="4795" y="10707"/>
                </a:lnTo>
                <a:lnTo>
                  <a:pt x="2687" y="10383"/>
                </a:lnTo>
                <a:lnTo>
                  <a:pt x="0" y="9969"/>
                </a:lnTo>
                <a:lnTo>
                  <a:pt x="0" y="8982"/>
                </a:lnTo>
                <a:lnTo>
                  <a:pt x="0" y="7992"/>
                </a:lnTo>
                <a:lnTo>
                  <a:pt x="0" y="6998"/>
                </a:lnTo>
                <a:lnTo>
                  <a:pt x="0" y="5996"/>
                </a:lnTo>
                <a:lnTo>
                  <a:pt x="0" y="4985"/>
                </a:lnTo>
                <a:lnTo>
                  <a:pt x="1190" y="4985"/>
                </a:lnTo>
                <a:lnTo>
                  <a:pt x="2387" y="4985"/>
                </a:lnTo>
                <a:lnTo>
                  <a:pt x="3600" y="4985"/>
                </a:lnTo>
                <a:lnTo>
                  <a:pt x="3244" y="3998"/>
                </a:lnTo>
                <a:lnTo>
                  <a:pt x="2885" y="3007"/>
                </a:lnTo>
                <a:lnTo>
                  <a:pt x="2527" y="2014"/>
                </a:lnTo>
                <a:lnTo>
                  <a:pt x="2165" y="1012"/>
                </a:lnTo>
                <a:lnTo>
                  <a:pt x="1800" y="0"/>
                </a:lnTo>
                <a:close/>
              </a:path>
            </a:pathLst>
          </a:custGeom>
          <a:solidFill>
            <a:srgbClr val="D8D8C9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7" name="contour_05685"/>
          <p:cNvSpPr/>
          <p:nvPr/>
        </p:nvSpPr>
        <p:spPr>
          <a:xfrm>
            <a:off x="918888" y="1698875"/>
            <a:ext cx="69673" cy="57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05" y="2446"/>
                </a:moveTo>
                <a:lnTo>
                  <a:pt x="21458" y="4304"/>
                </a:lnTo>
                <a:lnTo>
                  <a:pt x="21600" y="6085"/>
                </a:lnTo>
                <a:lnTo>
                  <a:pt x="21584" y="7837"/>
                </a:lnTo>
                <a:lnTo>
                  <a:pt x="21460" y="9607"/>
                </a:lnTo>
                <a:lnTo>
                  <a:pt x="21284" y="11443"/>
                </a:lnTo>
                <a:lnTo>
                  <a:pt x="21105" y="13391"/>
                </a:lnTo>
                <a:lnTo>
                  <a:pt x="19614" y="13391"/>
                </a:lnTo>
                <a:lnTo>
                  <a:pt x="18121" y="13391"/>
                </a:lnTo>
                <a:lnTo>
                  <a:pt x="16620" y="13391"/>
                </a:lnTo>
                <a:lnTo>
                  <a:pt x="15113" y="13391"/>
                </a:lnTo>
                <a:lnTo>
                  <a:pt x="13597" y="13391"/>
                </a:lnTo>
                <a:lnTo>
                  <a:pt x="12068" y="13391"/>
                </a:lnTo>
                <a:lnTo>
                  <a:pt x="12068" y="15017"/>
                </a:lnTo>
                <a:lnTo>
                  <a:pt x="12068" y="16647"/>
                </a:lnTo>
                <a:lnTo>
                  <a:pt x="12068" y="18284"/>
                </a:lnTo>
                <a:lnTo>
                  <a:pt x="12068" y="19934"/>
                </a:lnTo>
                <a:lnTo>
                  <a:pt x="12068" y="21600"/>
                </a:lnTo>
                <a:lnTo>
                  <a:pt x="10470" y="21600"/>
                </a:lnTo>
                <a:lnTo>
                  <a:pt x="8870" y="21600"/>
                </a:lnTo>
                <a:lnTo>
                  <a:pt x="7266" y="21600"/>
                </a:lnTo>
                <a:lnTo>
                  <a:pt x="5655" y="21600"/>
                </a:lnTo>
                <a:lnTo>
                  <a:pt x="4038" y="21600"/>
                </a:lnTo>
                <a:lnTo>
                  <a:pt x="2411" y="21600"/>
                </a:lnTo>
                <a:lnTo>
                  <a:pt x="770" y="21600"/>
                </a:lnTo>
                <a:lnTo>
                  <a:pt x="517" y="19715"/>
                </a:lnTo>
                <a:lnTo>
                  <a:pt x="305" y="17870"/>
                </a:lnTo>
                <a:lnTo>
                  <a:pt x="140" y="16056"/>
                </a:lnTo>
                <a:lnTo>
                  <a:pt x="34" y="14261"/>
                </a:lnTo>
                <a:lnTo>
                  <a:pt x="0" y="12475"/>
                </a:lnTo>
                <a:lnTo>
                  <a:pt x="45" y="10682"/>
                </a:lnTo>
                <a:lnTo>
                  <a:pt x="183" y="8879"/>
                </a:lnTo>
                <a:lnTo>
                  <a:pt x="420" y="7049"/>
                </a:lnTo>
                <a:lnTo>
                  <a:pt x="770" y="5182"/>
                </a:lnTo>
                <a:lnTo>
                  <a:pt x="2230" y="4000"/>
                </a:lnTo>
                <a:lnTo>
                  <a:pt x="3717" y="2961"/>
                </a:lnTo>
                <a:lnTo>
                  <a:pt x="5228" y="2066"/>
                </a:lnTo>
                <a:lnTo>
                  <a:pt x="6760" y="1327"/>
                </a:lnTo>
                <a:lnTo>
                  <a:pt x="8312" y="744"/>
                </a:lnTo>
                <a:lnTo>
                  <a:pt x="9880" y="326"/>
                </a:lnTo>
                <a:lnTo>
                  <a:pt x="11464" y="77"/>
                </a:lnTo>
                <a:lnTo>
                  <a:pt x="13057" y="0"/>
                </a:lnTo>
                <a:lnTo>
                  <a:pt x="14659" y="107"/>
                </a:lnTo>
                <a:lnTo>
                  <a:pt x="16268" y="399"/>
                </a:lnTo>
                <a:lnTo>
                  <a:pt x="17881" y="884"/>
                </a:lnTo>
                <a:lnTo>
                  <a:pt x="19494" y="1562"/>
                </a:lnTo>
                <a:lnTo>
                  <a:pt x="21105" y="2446"/>
                </a:lnTo>
                <a:close/>
              </a:path>
            </a:pathLst>
          </a:custGeom>
          <a:solidFill>
            <a:srgbClr val="4B4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8" name="contour_05686"/>
          <p:cNvSpPr/>
          <p:nvPr/>
        </p:nvSpPr>
        <p:spPr>
          <a:xfrm>
            <a:off x="8777304" y="1588782"/>
            <a:ext cx="22389" cy="276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6" y="0"/>
                </a:moveTo>
                <a:lnTo>
                  <a:pt x="3994" y="0"/>
                </a:lnTo>
                <a:lnTo>
                  <a:pt x="7537" y="0"/>
                </a:lnTo>
                <a:lnTo>
                  <a:pt x="7537" y="402"/>
                </a:lnTo>
                <a:lnTo>
                  <a:pt x="7537" y="804"/>
                </a:lnTo>
                <a:lnTo>
                  <a:pt x="7537" y="1206"/>
                </a:lnTo>
                <a:lnTo>
                  <a:pt x="7537" y="1608"/>
                </a:lnTo>
                <a:lnTo>
                  <a:pt x="7537" y="2011"/>
                </a:lnTo>
                <a:lnTo>
                  <a:pt x="7537" y="2413"/>
                </a:lnTo>
                <a:lnTo>
                  <a:pt x="7537" y="2815"/>
                </a:lnTo>
                <a:lnTo>
                  <a:pt x="7537" y="3218"/>
                </a:lnTo>
                <a:lnTo>
                  <a:pt x="7537" y="3621"/>
                </a:lnTo>
                <a:lnTo>
                  <a:pt x="7537" y="4025"/>
                </a:lnTo>
                <a:lnTo>
                  <a:pt x="7537" y="4429"/>
                </a:lnTo>
                <a:lnTo>
                  <a:pt x="7537" y="4832"/>
                </a:lnTo>
                <a:lnTo>
                  <a:pt x="7537" y="5237"/>
                </a:lnTo>
                <a:lnTo>
                  <a:pt x="7537" y="5642"/>
                </a:lnTo>
                <a:lnTo>
                  <a:pt x="7537" y="6047"/>
                </a:lnTo>
                <a:lnTo>
                  <a:pt x="7537" y="6453"/>
                </a:lnTo>
                <a:lnTo>
                  <a:pt x="7537" y="6859"/>
                </a:lnTo>
                <a:lnTo>
                  <a:pt x="7537" y="7266"/>
                </a:lnTo>
                <a:lnTo>
                  <a:pt x="7537" y="7673"/>
                </a:lnTo>
                <a:lnTo>
                  <a:pt x="7537" y="8081"/>
                </a:lnTo>
                <a:lnTo>
                  <a:pt x="7537" y="8489"/>
                </a:lnTo>
                <a:lnTo>
                  <a:pt x="7537" y="8898"/>
                </a:lnTo>
                <a:lnTo>
                  <a:pt x="7537" y="9308"/>
                </a:lnTo>
                <a:lnTo>
                  <a:pt x="7537" y="9718"/>
                </a:lnTo>
                <a:lnTo>
                  <a:pt x="7537" y="10130"/>
                </a:lnTo>
                <a:lnTo>
                  <a:pt x="7537" y="10542"/>
                </a:lnTo>
                <a:lnTo>
                  <a:pt x="7537" y="10955"/>
                </a:lnTo>
                <a:lnTo>
                  <a:pt x="7537" y="11368"/>
                </a:lnTo>
                <a:lnTo>
                  <a:pt x="12185" y="11368"/>
                </a:lnTo>
                <a:lnTo>
                  <a:pt x="16861" y="11368"/>
                </a:lnTo>
                <a:lnTo>
                  <a:pt x="21600" y="11368"/>
                </a:lnTo>
                <a:lnTo>
                  <a:pt x="21333" y="11758"/>
                </a:lnTo>
                <a:lnTo>
                  <a:pt x="21066" y="12148"/>
                </a:lnTo>
                <a:lnTo>
                  <a:pt x="20798" y="12537"/>
                </a:lnTo>
                <a:lnTo>
                  <a:pt x="20531" y="12927"/>
                </a:lnTo>
                <a:lnTo>
                  <a:pt x="20264" y="13317"/>
                </a:lnTo>
                <a:lnTo>
                  <a:pt x="19990" y="13707"/>
                </a:lnTo>
                <a:lnTo>
                  <a:pt x="19723" y="14097"/>
                </a:lnTo>
                <a:lnTo>
                  <a:pt x="19455" y="14488"/>
                </a:lnTo>
                <a:lnTo>
                  <a:pt x="19188" y="14879"/>
                </a:lnTo>
                <a:lnTo>
                  <a:pt x="18921" y="15270"/>
                </a:lnTo>
                <a:lnTo>
                  <a:pt x="18647" y="15662"/>
                </a:lnTo>
                <a:lnTo>
                  <a:pt x="18380" y="16053"/>
                </a:lnTo>
                <a:lnTo>
                  <a:pt x="18112" y="16446"/>
                </a:lnTo>
                <a:lnTo>
                  <a:pt x="17838" y="16838"/>
                </a:lnTo>
                <a:lnTo>
                  <a:pt x="17571" y="17232"/>
                </a:lnTo>
                <a:lnTo>
                  <a:pt x="17297" y="17626"/>
                </a:lnTo>
                <a:lnTo>
                  <a:pt x="17030" y="18020"/>
                </a:lnTo>
                <a:lnTo>
                  <a:pt x="16755" y="18415"/>
                </a:lnTo>
                <a:lnTo>
                  <a:pt x="16488" y="18811"/>
                </a:lnTo>
                <a:lnTo>
                  <a:pt x="16214" y="19207"/>
                </a:lnTo>
                <a:lnTo>
                  <a:pt x="15940" y="19604"/>
                </a:lnTo>
                <a:lnTo>
                  <a:pt x="15666" y="20002"/>
                </a:lnTo>
                <a:lnTo>
                  <a:pt x="15391" y="20399"/>
                </a:lnTo>
                <a:lnTo>
                  <a:pt x="15117" y="20799"/>
                </a:lnTo>
                <a:lnTo>
                  <a:pt x="14843" y="21199"/>
                </a:lnTo>
                <a:lnTo>
                  <a:pt x="14569" y="21600"/>
                </a:lnTo>
                <a:lnTo>
                  <a:pt x="11081" y="21600"/>
                </a:lnTo>
                <a:lnTo>
                  <a:pt x="7537" y="21600"/>
                </a:lnTo>
                <a:lnTo>
                  <a:pt x="7045" y="21200"/>
                </a:lnTo>
                <a:lnTo>
                  <a:pt x="6574" y="20801"/>
                </a:lnTo>
                <a:lnTo>
                  <a:pt x="6124" y="20402"/>
                </a:lnTo>
                <a:lnTo>
                  <a:pt x="5695" y="20002"/>
                </a:lnTo>
                <a:lnTo>
                  <a:pt x="5287" y="19603"/>
                </a:lnTo>
                <a:lnTo>
                  <a:pt x="4894" y="19203"/>
                </a:lnTo>
                <a:lnTo>
                  <a:pt x="4521" y="18803"/>
                </a:lnTo>
                <a:lnTo>
                  <a:pt x="4170" y="18404"/>
                </a:lnTo>
                <a:lnTo>
                  <a:pt x="3832" y="18005"/>
                </a:lnTo>
                <a:lnTo>
                  <a:pt x="3516" y="17605"/>
                </a:lnTo>
                <a:lnTo>
                  <a:pt x="3213" y="17206"/>
                </a:lnTo>
                <a:lnTo>
                  <a:pt x="2925" y="16806"/>
                </a:lnTo>
                <a:lnTo>
                  <a:pt x="2658" y="16406"/>
                </a:lnTo>
                <a:lnTo>
                  <a:pt x="2405" y="16007"/>
                </a:lnTo>
                <a:lnTo>
                  <a:pt x="2166" y="15607"/>
                </a:lnTo>
                <a:lnTo>
                  <a:pt x="1948" y="15208"/>
                </a:lnTo>
                <a:lnTo>
                  <a:pt x="1737" y="14808"/>
                </a:lnTo>
                <a:lnTo>
                  <a:pt x="1540" y="14408"/>
                </a:lnTo>
                <a:lnTo>
                  <a:pt x="1364" y="14009"/>
                </a:lnTo>
                <a:lnTo>
                  <a:pt x="1195" y="13609"/>
                </a:lnTo>
                <a:lnTo>
                  <a:pt x="1041" y="13209"/>
                </a:lnTo>
                <a:lnTo>
                  <a:pt x="900" y="12809"/>
                </a:lnTo>
                <a:lnTo>
                  <a:pt x="773" y="12410"/>
                </a:lnTo>
                <a:lnTo>
                  <a:pt x="654" y="12010"/>
                </a:lnTo>
                <a:lnTo>
                  <a:pt x="548" y="11610"/>
                </a:lnTo>
                <a:lnTo>
                  <a:pt x="450" y="11210"/>
                </a:lnTo>
                <a:lnTo>
                  <a:pt x="366" y="10810"/>
                </a:lnTo>
                <a:lnTo>
                  <a:pt x="295" y="10411"/>
                </a:lnTo>
                <a:lnTo>
                  <a:pt x="225" y="10010"/>
                </a:lnTo>
                <a:lnTo>
                  <a:pt x="169" y="9611"/>
                </a:lnTo>
                <a:lnTo>
                  <a:pt x="127" y="9211"/>
                </a:lnTo>
                <a:lnTo>
                  <a:pt x="84" y="8811"/>
                </a:lnTo>
                <a:lnTo>
                  <a:pt x="56" y="8410"/>
                </a:lnTo>
                <a:lnTo>
                  <a:pt x="28" y="8011"/>
                </a:lnTo>
                <a:lnTo>
                  <a:pt x="14" y="7611"/>
                </a:lnTo>
                <a:lnTo>
                  <a:pt x="7" y="7210"/>
                </a:lnTo>
                <a:lnTo>
                  <a:pt x="0" y="6810"/>
                </a:lnTo>
                <a:lnTo>
                  <a:pt x="0" y="6410"/>
                </a:lnTo>
                <a:lnTo>
                  <a:pt x="14" y="6009"/>
                </a:lnTo>
                <a:lnTo>
                  <a:pt x="21" y="5609"/>
                </a:lnTo>
                <a:lnTo>
                  <a:pt x="42" y="5209"/>
                </a:lnTo>
                <a:lnTo>
                  <a:pt x="63" y="4808"/>
                </a:lnTo>
                <a:lnTo>
                  <a:pt x="91" y="4408"/>
                </a:lnTo>
                <a:lnTo>
                  <a:pt x="120" y="4007"/>
                </a:lnTo>
                <a:lnTo>
                  <a:pt x="148" y="3607"/>
                </a:lnTo>
                <a:lnTo>
                  <a:pt x="183" y="3206"/>
                </a:lnTo>
                <a:lnTo>
                  <a:pt x="225" y="2806"/>
                </a:lnTo>
                <a:lnTo>
                  <a:pt x="260" y="2405"/>
                </a:lnTo>
                <a:lnTo>
                  <a:pt x="302" y="2004"/>
                </a:lnTo>
                <a:lnTo>
                  <a:pt x="345" y="1604"/>
                </a:lnTo>
                <a:lnTo>
                  <a:pt x="387" y="1203"/>
                </a:lnTo>
                <a:lnTo>
                  <a:pt x="422" y="802"/>
                </a:lnTo>
                <a:lnTo>
                  <a:pt x="464" y="401"/>
                </a:lnTo>
                <a:lnTo>
                  <a:pt x="506" y="0"/>
                </a:lnTo>
                <a:close/>
              </a:path>
            </a:pathLst>
          </a:custGeom>
          <a:solidFill>
            <a:srgbClr val="ACBBC2"/>
          </a:solidFill>
          <a:ln>
            <a:noFill/>
          </a:ln>
        </p:spPr>
        <p:txBody>
          <a:bodyPr/>
          <a:lstStyle/>
          <a:p/>
        </p:txBody>
      </p:sp>
      <p:sp>
        <p:nvSpPr>
          <p:cNvPr id="5689" name="contour_05687"/>
          <p:cNvSpPr/>
          <p:nvPr/>
        </p:nvSpPr>
        <p:spPr>
          <a:xfrm>
            <a:off x="11254324" y="1559630"/>
            <a:ext cx="11022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91" y="0"/>
                </a:moveTo>
                <a:lnTo>
                  <a:pt x="5991" y="1909"/>
                </a:lnTo>
                <a:lnTo>
                  <a:pt x="5991" y="3820"/>
                </a:lnTo>
                <a:lnTo>
                  <a:pt x="5991" y="5738"/>
                </a:lnTo>
                <a:lnTo>
                  <a:pt x="5991" y="7663"/>
                </a:lnTo>
                <a:lnTo>
                  <a:pt x="5991" y="9596"/>
                </a:lnTo>
                <a:lnTo>
                  <a:pt x="5991" y="11540"/>
                </a:lnTo>
                <a:lnTo>
                  <a:pt x="5991" y="13500"/>
                </a:lnTo>
                <a:lnTo>
                  <a:pt x="6898" y="13397"/>
                </a:lnTo>
                <a:lnTo>
                  <a:pt x="7804" y="13287"/>
                </a:lnTo>
                <a:lnTo>
                  <a:pt x="8709" y="13171"/>
                </a:lnTo>
                <a:lnTo>
                  <a:pt x="9615" y="13049"/>
                </a:lnTo>
                <a:lnTo>
                  <a:pt x="10519" y="12922"/>
                </a:lnTo>
                <a:lnTo>
                  <a:pt x="11424" y="12793"/>
                </a:lnTo>
                <a:lnTo>
                  <a:pt x="12330" y="12658"/>
                </a:lnTo>
                <a:lnTo>
                  <a:pt x="13232" y="12566"/>
                </a:lnTo>
                <a:lnTo>
                  <a:pt x="14151" y="12471"/>
                </a:lnTo>
                <a:lnTo>
                  <a:pt x="15130" y="12296"/>
                </a:lnTo>
                <a:lnTo>
                  <a:pt x="16071" y="12080"/>
                </a:lnTo>
                <a:lnTo>
                  <a:pt x="16993" y="11783"/>
                </a:lnTo>
                <a:lnTo>
                  <a:pt x="17911" y="11370"/>
                </a:lnTo>
                <a:lnTo>
                  <a:pt x="18845" y="10800"/>
                </a:lnTo>
                <a:lnTo>
                  <a:pt x="19395" y="8735"/>
                </a:lnTo>
                <a:lnTo>
                  <a:pt x="19743" y="7282"/>
                </a:lnTo>
                <a:lnTo>
                  <a:pt x="19960" y="6051"/>
                </a:lnTo>
                <a:lnTo>
                  <a:pt x="20115" y="4652"/>
                </a:lnTo>
                <a:lnTo>
                  <a:pt x="20273" y="2700"/>
                </a:lnTo>
                <a:lnTo>
                  <a:pt x="20932" y="5773"/>
                </a:lnTo>
                <a:lnTo>
                  <a:pt x="21354" y="7943"/>
                </a:lnTo>
                <a:lnTo>
                  <a:pt x="21569" y="9515"/>
                </a:lnTo>
                <a:lnTo>
                  <a:pt x="21600" y="10797"/>
                </a:lnTo>
                <a:lnTo>
                  <a:pt x="21473" y="12093"/>
                </a:lnTo>
                <a:lnTo>
                  <a:pt x="21217" y="13711"/>
                </a:lnTo>
                <a:lnTo>
                  <a:pt x="20502" y="15493"/>
                </a:lnTo>
                <a:lnTo>
                  <a:pt x="19899" y="16351"/>
                </a:lnTo>
                <a:lnTo>
                  <a:pt x="18891" y="17018"/>
                </a:lnTo>
                <a:lnTo>
                  <a:pt x="18057" y="17121"/>
                </a:lnTo>
                <a:lnTo>
                  <a:pt x="17210" y="17223"/>
                </a:lnTo>
                <a:lnTo>
                  <a:pt x="16748" y="17294"/>
                </a:lnTo>
                <a:lnTo>
                  <a:pt x="15350" y="17501"/>
                </a:lnTo>
                <a:lnTo>
                  <a:pt x="14865" y="17555"/>
                </a:lnTo>
                <a:lnTo>
                  <a:pt x="13401" y="17717"/>
                </a:lnTo>
                <a:lnTo>
                  <a:pt x="12432" y="17850"/>
                </a:lnTo>
                <a:lnTo>
                  <a:pt x="11474" y="17995"/>
                </a:lnTo>
                <a:lnTo>
                  <a:pt x="10523" y="18157"/>
                </a:lnTo>
                <a:lnTo>
                  <a:pt x="9580" y="18338"/>
                </a:lnTo>
                <a:lnTo>
                  <a:pt x="8643" y="18536"/>
                </a:lnTo>
                <a:lnTo>
                  <a:pt x="7711" y="18757"/>
                </a:lnTo>
                <a:lnTo>
                  <a:pt x="6782" y="19003"/>
                </a:lnTo>
                <a:lnTo>
                  <a:pt x="5857" y="19275"/>
                </a:lnTo>
                <a:lnTo>
                  <a:pt x="4932" y="19578"/>
                </a:lnTo>
                <a:lnTo>
                  <a:pt x="4006" y="19910"/>
                </a:lnTo>
                <a:lnTo>
                  <a:pt x="3079" y="20277"/>
                </a:lnTo>
                <a:lnTo>
                  <a:pt x="2151" y="20679"/>
                </a:lnTo>
                <a:lnTo>
                  <a:pt x="1217" y="21119"/>
                </a:lnTo>
                <a:lnTo>
                  <a:pt x="278" y="21600"/>
                </a:lnTo>
                <a:lnTo>
                  <a:pt x="234" y="20048"/>
                </a:lnTo>
                <a:lnTo>
                  <a:pt x="196" y="18495"/>
                </a:lnTo>
                <a:lnTo>
                  <a:pt x="160" y="16943"/>
                </a:lnTo>
                <a:lnTo>
                  <a:pt x="129" y="15390"/>
                </a:lnTo>
                <a:lnTo>
                  <a:pt x="100" y="13838"/>
                </a:lnTo>
                <a:lnTo>
                  <a:pt x="67" y="12396"/>
                </a:lnTo>
                <a:lnTo>
                  <a:pt x="34" y="10943"/>
                </a:lnTo>
                <a:lnTo>
                  <a:pt x="0" y="9472"/>
                </a:lnTo>
                <a:lnTo>
                  <a:pt x="146" y="7460"/>
                </a:lnTo>
                <a:lnTo>
                  <a:pt x="298" y="6072"/>
                </a:lnTo>
                <a:lnTo>
                  <a:pt x="533" y="4963"/>
                </a:lnTo>
                <a:lnTo>
                  <a:pt x="923" y="3780"/>
                </a:lnTo>
                <a:lnTo>
                  <a:pt x="1540" y="2174"/>
                </a:lnTo>
                <a:lnTo>
                  <a:pt x="2341" y="1112"/>
                </a:lnTo>
                <a:lnTo>
                  <a:pt x="2973" y="470"/>
                </a:lnTo>
                <a:lnTo>
                  <a:pt x="3650" y="140"/>
                </a:lnTo>
                <a:lnTo>
                  <a:pt x="4585" y="16"/>
                </a:lnTo>
                <a:lnTo>
                  <a:pt x="5991" y="0"/>
                </a:lnTo>
                <a:close/>
              </a:path>
            </a:pathLst>
          </a:custGeom>
          <a:solidFill>
            <a:srgbClr val="8879A8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0" name="contour_05688"/>
          <p:cNvSpPr/>
          <p:nvPr/>
        </p:nvSpPr>
        <p:spPr>
          <a:xfrm>
            <a:off x="4106226" y="1472174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87" y="644"/>
                </a:lnTo>
                <a:lnTo>
                  <a:pt x="6423" y="1315"/>
                </a:lnTo>
                <a:lnTo>
                  <a:pt x="8203" y="2026"/>
                </a:lnTo>
                <a:lnTo>
                  <a:pt x="9920" y="2780"/>
                </a:lnTo>
                <a:lnTo>
                  <a:pt x="11569" y="3588"/>
                </a:lnTo>
                <a:lnTo>
                  <a:pt x="13144" y="4456"/>
                </a:lnTo>
                <a:lnTo>
                  <a:pt x="14637" y="5394"/>
                </a:lnTo>
                <a:lnTo>
                  <a:pt x="16046" y="6411"/>
                </a:lnTo>
                <a:lnTo>
                  <a:pt x="17364" y="7515"/>
                </a:lnTo>
                <a:lnTo>
                  <a:pt x="18584" y="8713"/>
                </a:lnTo>
                <a:lnTo>
                  <a:pt x="19699" y="10014"/>
                </a:lnTo>
                <a:lnTo>
                  <a:pt x="20706" y="11429"/>
                </a:lnTo>
                <a:lnTo>
                  <a:pt x="21600" y="12960"/>
                </a:lnTo>
                <a:lnTo>
                  <a:pt x="21060" y="14386"/>
                </a:lnTo>
                <a:lnTo>
                  <a:pt x="20598" y="15310"/>
                </a:lnTo>
                <a:lnTo>
                  <a:pt x="19964" y="16140"/>
                </a:lnTo>
                <a:lnTo>
                  <a:pt x="18900" y="17280"/>
                </a:lnTo>
                <a:lnTo>
                  <a:pt x="16810" y="17410"/>
                </a:lnTo>
                <a:lnTo>
                  <a:pt x="15344" y="17474"/>
                </a:lnTo>
                <a:lnTo>
                  <a:pt x="14113" y="17474"/>
                </a:lnTo>
                <a:lnTo>
                  <a:pt x="12728" y="17410"/>
                </a:lnTo>
                <a:lnTo>
                  <a:pt x="10800" y="17280"/>
                </a:lnTo>
                <a:lnTo>
                  <a:pt x="10800" y="18708"/>
                </a:lnTo>
                <a:lnTo>
                  <a:pt x="10800" y="20144"/>
                </a:lnTo>
                <a:lnTo>
                  <a:pt x="10800" y="21600"/>
                </a:lnTo>
                <a:lnTo>
                  <a:pt x="9018" y="21600"/>
                </a:lnTo>
                <a:lnTo>
                  <a:pt x="7233" y="21600"/>
                </a:lnTo>
                <a:lnTo>
                  <a:pt x="5440" y="21600"/>
                </a:lnTo>
                <a:lnTo>
                  <a:pt x="3640" y="21600"/>
                </a:lnTo>
                <a:lnTo>
                  <a:pt x="1828" y="21600"/>
                </a:lnTo>
                <a:lnTo>
                  <a:pt x="0" y="21600"/>
                </a:lnTo>
                <a:lnTo>
                  <a:pt x="86" y="21149"/>
                </a:lnTo>
                <a:lnTo>
                  <a:pt x="240" y="20349"/>
                </a:lnTo>
                <a:lnTo>
                  <a:pt x="591" y="18520"/>
                </a:lnTo>
                <a:lnTo>
                  <a:pt x="842" y="17174"/>
                </a:lnTo>
                <a:lnTo>
                  <a:pt x="1093" y="15820"/>
                </a:lnTo>
                <a:lnTo>
                  <a:pt x="1350" y="14446"/>
                </a:lnTo>
                <a:lnTo>
                  <a:pt x="1601" y="13116"/>
                </a:lnTo>
                <a:lnTo>
                  <a:pt x="1855" y="11776"/>
                </a:lnTo>
                <a:lnTo>
                  <a:pt x="2109" y="10420"/>
                </a:lnTo>
                <a:lnTo>
                  <a:pt x="2314" y="8919"/>
                </a:lnTo>
                <a:lnTo>
                  <a:pt x="2476" y="7433"/>
                </a:lnTo>
                <a:lnTo>
                  <a:pt x="2597" y="5955"/>
                </a:lnTo>
                <a:lnTo>
                  <a:pt x="2678" y="4480"/>
                </a:lnTo>
                <a:lnTo>
                  <a:pt x="2722" y="3000"/>
                </a:lnTo>
                <a:lnTo>
                  <a:pt x="2730" y="1508"/>
                </a:lnTo>
                <a:lnTo>
                  <a:pt x="2700" y="0"/>
                </a:lnTo>
                <a:close/>
              </a:path>
            </a:pathLst>
          </a:custGeom>
          <a:solidFill>
            <a:srgbClr val="D2D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1" name="contour_05689"/>
          <p:cNvSpPr/>
          <p:nvPr/>
        </p:nvSpPr>
        <p:spPr>
          <a:xfrm>
            <a:off x="3907927" y="1413870"/>
            <a:ext cx="52539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22" y="0"/>
                </a:moveTo>
                <a:lnTo>
                  <a:pt x="5723" y="16"/>
                </a:lnTo>
                <a:lnTo>
                  <a:pt x="7251" y="47"/>
                </a:lnTo>
                <a:lnTo>
                  <a:pt x="8647" y="111"/>
                </a:lnTo>
                <a:lnTo>
                  <a:pt x="10349" y="231"/>
                </a:lnTo>
                <a:lnTo>
                  <a:pt x="12797" y="426"/>
                </a:lnTo>
                <a:lnTo>
                  <a:pt x="13528" y="482"/>
                </a:lnTo>
                <a:lnTo>
                  <a:pt x="14819" y="581"/>
                </a:lnTo>
                <a:lnTo>
                  <a:pt x="17774" y="808"/>
                </a:lnTo>
                <a:lnTo>
                  <a:pt x="19673" y="971"/>
                </a:lnTo>
                <a:lnTo>
                  <a:pt x="21600" y="1137"/>
                </a:lnTo>
                <a:lnTo>
                  <a:pt x="19622" y="1324"/>
                </a:lnTo>
                <a:lnTo>
                  <a:pt x="17642" y="1512"/>
                </a:lnTo>
                <a:lnTo>
                  <a:pt x="15652" y="1701"/>
                </a:lnTo>
                <a:lnTo>
                  <a:pt x="13654" y="1891"/>
                </a:lnTo>
                <a:lnTo>
                  <a:pt x="11643" y="2082"/>
                </a:lnTo>
                <a:lnTo>
                  <a:pt x="9615" y="2274"/>
                </a:lnTo>
                <a:lnTo>
                  <a:pt x="9831" y="2813"/>
                </a:lnTo>
                <a:lnTo>
                  <a:pt x="10049" y="3354"/>
                </a:lnTo>
                <a:lnTo>
                  <a:pt x="10271" y="3904"/>
                </a:lnTo>
                <a:lnTo>
                  <a:pt x="10565" y="4711"/>
                </a:lnTo>
                <a:lnTo>
                  <a:pt x="10837" y="5517"/>
                </a:lnTo>
                <a:lnTo>
                  <a:pt x="11089" y="6322"/>
                </a:lnTo>
                <a:lnTo>
                  <a:pt x="11320" y="7126"/>
                </a:lnTo>
                <a:lnTo>
                  <a:pt x="11530" y="7927"/>
                </a:lnTo>
                <a:lnTo>
                  <a:pt x="11721" y="8729"/>
                </a:lnTo>
                <a:lnTo>
                  <a:pt x="11895" y="9530"/>
                </a:lnTo>
                <a:lnTo>
                  <a:pt x="12048" y="10330"/>
                </a:lnTo>
                <a:lnTo>
                  <a:pt x="12183" y="11131"/>
                </a:lnTo>
                <a:lnTo>
                  <a:pt x="12303" y="11931"/>
                </a:lnTo>
                <a:lnTo>
                  <a:pt x="12404" y="12731"/>
                </a:lnTo>
                <a:lnTo>
                  <a:pt x="12491" y="13532"/>
                </a:lnTo>
                <a:lnTo>
                  <a:pt x="12563" y="14333"/>
                </a:lnTo>
                <a:lnTo>
                  <a:pt x="12620" y="15135"/>
                </a:lnTo>
                <a:lnTo>
                  <a:pt x="12662" y="15937"/>
                </a:lnTo>
                <a:lnTo>
                  <a:pt x="12689" y="16741"/>
                </a:lnTo>
                <a:lnTo>
                  <a:pt x="12707" y="17547"/>
                </a:lnTo>
                <a:lnTo>
                  <a:pt x="12710" y="18353"/>
                </a:lnTo>
                <a:lnTo>
                  <a:pt x="12701" y="19163"/>
                </a:lnTo>
                <a:lnTo>
                  <a:pt x="12680" y="19973"/>
                </a:lnTo>
                <a:lnTo>
                  <a:pt x="12650" y="20785"/>
                </a:lnTo>
                <a:lnTo>
                  <a:pt x="12611" y="21600"/>
                </a:lnTo>
                <a:lnTo>
                  <a:pt x="10831" y="21357"/>
                </a:lnTo>
                <a:lnTo>
                  <a:pt x="9615" y="21158"/>
                </a:lnTo>
                <a:lnTo>
                  <a:pt x="8399" y="20895"/>
                </a:lnTo>
                <a:lnTo>
                  <a:pt x="6619" y="20463"/>
                </a:lnTo>
                <a:lnTo>
                  <a:pt x="6469" y="19759"/>
                </a:lnTo>
                <a:lnTo>
                  <a:pt x="6442" y="19071"/>
                </a:lnTo>
                <a:lnTo>
                  <a:pt x="6505" y="18390"/>
                </a:lnTo>
                <a:lnTo>
                  <a:pt x="6637" y="17709"/>
                </a:lnTo>
                <a:lnTo>
                  <a:pt x="6807" y="17020"/>
                </a:lnTo>
                <a:lnTo>
                  <a:pt x="6993" y="16316"/>
                </a:lnTo>
                <a:lnTo>
                  <a:pt x="6787" y="15553"/>
                </a:lnTo>
                <a:lnTo>
                  <a:pt x="6511" y="15009"/>
                </a:lnTo>
                <a:lnTo>
                  <a:pt x="6004" y="14531"/>
                </a:lnTo>
                <a:lnTo>
                  <a:pt x="5106" y="13971"/>
                </a:lnTo>
                <a:lnTo>
                  <a:pt x="3658" y="13176"/>
                </a:lnTo>
                <a:lnTo>
                  <a:pt x="2559" y="12460"/>
                </a:lnTo>
                <a:lnTo>
                  <a:pt x="1693" y="11770"/>
                </a:lnTo>
                <a:lnTo>
                  <a:pt x="1040" y="11093"/>
                </a:lnTo>
                <a:lnTo>
                  <a:pt x="566" y="10420"/>
                </a:lnTo>
                <a:lnTo>
                  <a:pt x="255" y="9742"/>
                </a:lnTo>
                <a:lnTo>
                  <a:pt x="75" y="9045"/>
                </a:lnTo>
                <a:lnTo>
                  <a:pt x="0" y="8322"/>
                </a:lnTo>
                <a:lnTo>
                  <a:pt x="3" y="7560"/>
                </a:lnTo>
                <a:lnTo>
                  <a:pt x="63" y="6751"/>
                </a:lnTo>
                <a:lnTo>
                  <a:pt x="66" y="6149"/>
                </a:lnTo>
                <a:lnTo>
                  <a:pt x="69" y="5540"/>
                </a:lnTo>
                <a:lnTo>
                  <a:pt x="138" y="4162"/>
                </a:lnTo>
                <a:lnTo>
                  <a:pt x="231" y="3109"/>
                </a:lnTo>
                <a:lnTo>
                  <a:pt x="390" y="2317"/>
                </a:lnTo>
                <a:lnTo>
                  <a:pt x="656" y="1721"/>
                </a:lnTo>
                <a:lnTo>
                  <a:pt x="1070" y="1257"/>
                </a:lnTo>
                <a:lnTo>
                  <a:pt x="1675" y="858"/>
                </a:lnTo>
                <a:lnTo>
                  <a:pt x="2511" y="462"/>
                </a:lnTo>
                <a:lnTo>
                  <a:pt x="3622" y="0"/>
                </a:lnTo>
                <a:close/>
              </a:path>
            </a:pathLst>
          </a:custGeom>
          <a:solidFill>
            <a:srgbClr val="D4D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2" name="contour_05690"/>
          <p:cNvSpPr/>
          <p:nvPr/>
        </p:nvSpPr>
        <p:spPr>
          <a:xfrm>
            <a:off x="11153714" y="1399294"/>
            <a:ext cx="138472" cy="51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42" y="0"/>
                </a:moveTo>
                <a:lnTo>
                  <a:pt x="14213" y="655"/>
                </a:lnTo>
                <a:lnTo>
                  <a:pt x="14782" y="1319"/>
                </a:lnTo>
                <a:lnTo>
                  <a:pt x="15350" y="1995"/>
                </a:lnTo>
                <a:lnTo>
                  <a:pt x="15916" y="2677"/>
                </a:lnTo>
                <a:lnTo>
                  <a:pt x="16550" y="3424"/>
                </a:lnTo>
                <a:lnTo>
                  <a:pt x="17195" y="4182"/>
                </a:lnTo>
                <a:lnTo>
                  <a:pt x="17689" y="5143"/>
                </a:lnTo>
                <a:lnTo>
                  <a:pt x="18189" y="6119"/>
                </a:lnTo>
                <a:lnTo>
                  <a:pt x="18189" y="8141"/>
                </a:lnTo>
                <a:lnTo>
                  <a:pt x="18189" y="10176"/>
                </a:lnTo>
                <a:lnTo>
                  <a:pt x="18189" y="12238"/>
                </a:lnTo>
                <a:lnTo>
                  <a:pt x="19035" y="13180"/>
                </a:lnTo>
                <a:lnTo>
                  <a:pt x="19636" y="13811"/>
                </a:lnTo>
                <a:lnTo>
                  <a:pt x="20154" y="14276"/>
                </a:lnTo>
                <a:lnTo>
                  <a:pt x="20754" y="14722"/>
                </a:lnTo>
                <a:lnTo>
                  <a:pt x="21600" y="15297"/>
                </a:lnTo>
                <a:lnTo>
                  <a:pt x="20789" y="15876"/>
                </a:lnTo>
                <a:lnTo>
                  <a:pt x="19983" y="16420"/>
                </a:lnTo>
                <a:lnTo>
                  <a:pt x="19181" y="16937"/>
                </a:lnTo>
                <a:lnTo>
                  <a:pt x="18383" y="17424"/>
                </a:lnTo>
                <a:lnTo>
                  <a:pt x="17587" y="17880"/>
                </a:lnTo>
                <a:lnTo>
                  <a:pt x="16795" y="18308"/>
                </a:lnTo>
                <a:lnTo>
                  <a:pt x="16004" y="18706"/>
                </a:lnTo>
                <a:lnTo>
                  <a:pt x="15217" y="19079"/>
                </a:lnTo>
                <a:lnTo>
                  <a:pt x="14430" y="19422"/>
                </a:lnTo>
                <a:lnTo>
                  <a:pt x="13643" y="19740"/>
                </a:lnTo>
                <a:lnTo>
                  <a:pt x="12858" y="20030"/>
                </a:lnTo>
                <a:lnTo>
                  <a:pt x="12073" y="20294"/>
                </a:lnTo>
                <a:lnTo>
                  <a:pt x="11288" y="20532"/>
                </a:lnTo>
                <a:lnTo>
                  <a:pt x="10501" y="20746"/>
                </a:lnTo>
                <a:lnTo>
                  <a:pt x="9713" y="20933"/>
                </a:lnTo>
                <a:lnTo>
                  <a:pt x="8924" y="21098"/>
                </a:lnTo>
                <a:lnTo>
                  <a:pt x="8132" y="21239"/>
                </a:lnTo>
                <a:lnTo>
                  <a:pt x="7338" y="21355"/>
                </a:lnTo>
                <a:lnTo>
                  <a:pt x="6541" y="21447"/>
                </a:lnTo>
                <a:lnTo>
                  <a:pt x="5740" y="21517"/>
                </a:lnTo>
                <a:lnTo>
                  <a:pt x="4936" y="21566"/>
                </a:lnTo>
                <a:lnTo>
                  <a:pt x="4127" y="21594"/>
                </a:lnTo>
                <a:lnTo>
                  <a:pt x="3313" y="21600"/>
                </a:lnTo>
                <a:lnTo>
                  <a:pt x="2493" y="21585"/>
                </a:lnTo>
                <a:lnTo>
                  <a:pt x="1669" y="21548"/>
                </a:lnTo>
                <a:lnTo>
                  <a:pt x="838" y="21493"/>
                </a:lnTo>
                <a:lnTo>
                  <a:pt x="0" y="21416"/>
                </a:lnTo>
                <a:lnTo>
                  <a:pt x="649" y="20541"/>
                </a:lnTo>
                <a:lnTo>
                  <a:pt x="1299" y="19666"/>
                </a:lnTo>
                <a:lnTo>
                  <a:pt x="1949" y="18794"/>
                </a:lnTo>
                <a:lnTo>
                  <a:pt x="2599" y="17919"/>
                </a:lnTo>
                <a:lnTo>
                  <a:pt x="3248" y="17047"/>
                </a:lnTo>
                <a:lnTo>
                  <a:pt x="3898" y="16172"/>
                </a:lnTo>
                <a:lnTo>
                  <a:pt x="4547" y="15297"/>
                </a:lnTo>
                <a:lnTo>
                  <a:pt x="5133" y="14447"/>
                </a:lnTo>
                <a:lnTo>
                  <a:pt x="5729" y="13584"/>
                </a:lnTo>
                <a:lnTo>
                  <a:pt x="6498" y="12792"/>
                </a:lnTo>
                <a:lnTo>
                  <a:pt x="7250" y="12305"/>
                </a:lnTo>
                <a:lnTo>
                  <a:pt x="7998" y="12054"/>
                </a:lnTo>
                <a:lnTo>
                  <a:pt x="8757" y="11972"/>
                </a:lnTo>
                <a:lnTo>
                  <a:pt x="9545" y="11993"/>
                </a:lnTo>
                <a:lnTo>
                  <a:pt x="10374" y="12048"/>
                </a:lnTo>
                <a:lnTo>
                  <a:pt x="10988" y="12076"/>
                </a:lnTo>
                <a:lnTo>
                  <a:pt x="11605" y="12103"/>
                </a:lnTo>
                <a:lnTo>
                  <a:pt x="12230" y="12131"/>
                </a:lnTo>
                <a:lnTo>
                  <a:pt x="12581" y="12158"/>
                </a:lnTo>
                <a:lnTo>
                  <a:pt x="13642" y="12238"/>
                </a:lnTo>
                <a:lnTo>
                  <a:pt x="13642" y="10219"/>
                </a:lnTo>
                <a:lnTo>
                  <a:pt x="13642" y="8196"/>
                </a:lnTo>
                <a:lnTo>
                  <a:pt x="13642" y="6165"/>
                </a:lnTo>
                <a:lnTo>
                  <a:pt x="13642" y="4124"/>
                </a:lnTo>
                <a:lnTo>
                  <a:pt x="13642" y="2071"/>
                </a:lnTo>
                <a:lnTo>
                  <a:pt x="13642" y="0"/>
                </a:lnTo>
                <a:close/>
              </a:path>
            </a:pathLst>
          </a:custGeom>
          <a:solidFill>
            <a:srgbClr val="C3D8E6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3" name="contour_05691"/>
          <p:cNvSpPr/>
          <p:nvPr/>
        </p:nvSpPr>
        <p:spPr>
          <a:xfrm>
            <a:off x="7444126" y="1392006"/>
            <a:ext cx="233216" cy="225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0"/>
                </a:moveTo>
                <a:lnTo>
                  <a:pt x="4279" y="91"/>
                </a:lnTo>
                <a:lnTo>
                  <a:pt x="4497" y="174"/>
                </a:lnTo>
                <a:lnTo>
                  <a:pt x="4707" y="258"/>
                </a:lnTo>
                <a:lnTo>
                  <a:pt x="4910" y="342"/>
                </a:lnTo>
                <a:lnTo>
                  <a:pt x="5108" y="419"/>
                </a:lnTo>
                <a:lnTo>
                  <a:pt x="5305" y="502"/>
                </a:lnTo>
                <a:lnTo>
                  <a:pt x="5501" y="579"/>
                </a:lnTo>
                <a:lnTo>
                  <a:pt x="5700" y="656"/>
                </a:lnTo>
                <a:lnTo>
                  <a:pt x="5902" y="740"/>
                </a:lnTo>
                <a:lnTo>
                  <a:pt x="6110" y="817"/>
                </a:lnTo>
                <a:lnTo>
                  <a:pt x="6326" y="907"/>
                </a:lnTo>
                <a:lnTo>
                  <a:pt x="6552" y="998"/>
                </a:lnTo>
                <a:lnTo>
                  <a:pt x="6791" y="1089"/>
                </a:lnTo>
                <a:lnTo>
                  <a:pt x="7044" y="1193"/>
                </a:lnTo>
                <a:lnTo>
                  <a:pt x="7314" y="1298"/>
                </a:lnTo>
                <a:lnTo>
                  <a:pt x="7601" y="1410"/>
                </a:lnTo>
                <a:lnTo>
                  <a:pt x="7910" y="1535"/>
                </a:lnTo>
                <a:lnTo>
                  <a:pt x="8241" y="1668"/>
                </a:lnTo>
                <a:lnTo>
                  <a:pt x="8597" y="1808"/>
                </a:lnTo>
                <a:lnTo>
                  <a:pt x="8980" y="1961"/>
                </a:lnTo>
                <a:lnTo>
                  <a:pt x="9391" y="2122"/>
                </a:lnTo>
                <a:lnTo>
                  <a:pt x="9833" y="2303"/>
                </a:lnTo>
                <a:lnTo>
                  <a:pt x="10309" y="2492"/>
                </a:lnTo>
                <a:lnTo>
                  <a:pt x="10820" y="2694"/>
                </a:lnTo>
                <a:lnTo>
                  <a:pt x="11368" y="2910"/>
                </a:lnTo>
                <a:lnTo>
                  <a:pt x="11954" y="3141"/>
                </a:lnTo>
                <a:lnTo>
                  <a:pt x="12583" y="3392"/>
                </a:lnTo>
                <a:lnTo>
                  <a:pt x="13255" y="3657"/>
                </a:lnTo>
                <a:lnTo>
                  <a:pt x="13973" y="3943"/>
                </a:lnTo>
                <a:lnTo>
                  <a:pt x="14737" y="4250"/>
                </a:lnTo>
                <a:lnTo>
                  <a:pt x="15552" y="4571"/>
                </a:lnTo>
                <a:lnTo>
                  <a:pt x="16419" y="4920"/>
                </a:lnTo>
                <a:lnTo>
                  <a:pt x="17339" y="5283"/>
                </a:lnTo>
                <a:lnTo>
                  <a:pt x="18315" y="5674"/>
                </a:lnTo>
                <a:lnTo>
                  <a:pt x="19350" y="6086"/>
                </a:lnTo>
                <a:lnTo>
                  <a:pt x="20444" y="6518"/>
                </a:lnTo>
                <a:lnTo>
                  <a:pt x="21600" y="6979"/>
                </a:lnTo>
                <a:lnTo>
                  <a:pt x="21600" y="10441"/>
                </a:lnTo>
                <a:lnTo>
                  <a:pt x="21600" y="13958"/>
                </a:lnTo>
                <a:lnTo>
                  <a:pt x="20658" y="14502"/>
                </a:lnTo>
                <a:lnTo>
                  <a:pt x="19758" y="15019"/>
                </a:lnTo>
                <a:lnTo>
                  <a:pt x="18897" y="15514"/>
                </a:lnTo>
                <a:lnTo>
                  <a:pt x="18075" y="15989"/>
                </a:lnTo>
                <a:lnTo>
                  <a:pt x="17290" y="16436"/>
                </a:lnTo>
                <a:lnTo>
                  <a:pt x="16541" y="16861"/>
                </a:lnTo>
                <a:lnTo>
                  <a:pt x="15826" y="17266"/>
                </a:lnTo>
                <a:lnTo>
                  <a:pt x="15144" y="17650"/>
                </a:lnTo>
                <a:lnTo>
                  <a:pt x="14494" y="18013"/>
                </a:lnTo>
                <a:lnTo>
                  <a:pt x="13873" y="18355"/>
                </a:lnTo>
                <a:lnTo>
                  <a:pt x="13281" y="18676"/>
                </a:lnTo>
                <a:lnTo>
                  <a:pt x="12716" y="18976"/>
                </a:lnTo>
                <a:lnTo>
                  <a:pt x="12176" y="19262"/>
                </a:lnTo>
                <a:lnTo>
                  <a:pt x="11661" y="19527"/>
                </a:lnTo>
                <a:lnTo>
                  <a:pt x="11169" y="19772"/>
                </a:lnTo>
                <a:lnTo>
                  <a:pt x="10699" y="20002"/>
                </a:lnTo>
                <a:lnTo>
                  <a:pt x="10249" y="20211"/>
                </a:lnTo>
                <a:lnTo>
                  <a:pt x="9817" y="20407"/>
                </a:lnTo>
                <a:lnTo>
                  <a:pt x="9402" y="20581"/>
                </a:lnTo>
                <a:lnTo>
                  <a:pt x="9003" y="20742"/>
                </a:lnTo>
                <a:lnTo>
                  <a:pt x="8618" y="20888"/>
                </a:lnTo>
                <a:lnTo>
                  <a:pt x="8247" y="21021"/>
                </a:lnTo>
                <a:lnTo>
                  <a:pt x="7887" y="21139"/>
                </a:lnTo>
                <a:lnTo>
                  <a:pt x="7537" y="21237"/>
                </a:lnTo>
                <a:lnTo>
                  <a:pt x="7196" y="21328"/>
                </a:lnTo>
                <a:lnTo>
                  <a:pt x="6862" y="21405"/>
                </a:lnTo>
                <a:lnTo>
                  <a:pt x="6533" y="21467"/>
                </a:lnTo>
                <a:lnTo>
                  <a:pt x="6210" y="21516"/>
                </a:lnTo>
                <a:lnTo>
                  <a:pt x="5889" y="21551"/>
                </a:lnTo>
                <a:lnTo>
                  <a:pt x="5569" y="21579"/>
                </a:lnTo>
                <a:lnTo>
                  <a:pt x="5250" y="21600"/>
                </a:lnTo>
                <a:lnTo>
                  <a:pt x="4930" y="21600"/>
                </a:lnTo>
                <a:lnTo>
                  <a:pt x="4607" y="21600"/>
                </a:lnTo>
                <a:lnTo>
                  <a:pt x="4279" y="21586"/>
                </a:lnTo>
                <a:lnTo>
                  <a:pt x="3947" y="21565"/>
                </a:lnTo>
                <a:lnTo>
                  <a:pt x="3607" y="21530"/>
                </a:lnTo>
                <a:lnTo>
                  <a:pt x="3259" y="21488"/>
                </a:lnTo>
                <a:lnTo>
                  <a:pt x="2900" y="21446"/>
                </a:lnTo>
                <a:lnTo>
                  <a:pt x="2531" y="21391"/>
                </a:lnTo>
                <a:lnTo>
                  <a:pt x="2149" y="21328"/>
                </a:lnTo>
                <a:lnTo>
                  <a:pt x="1754" y="21258"/>
                </a:lnTo>
                <a:lnTo>
                  <a:pt x="1342" y="21188"/>
                </a:lnTo>
                <a:lnTo>
                  <a:pt x="913" y="21111"/>
                </a:lnTo>
                <a:lnTo>
                  <a:pt x="466" y="21028"/>
                </a:lnTo>
                <a:lnTo>
                  <a:pt x="0" y="20937"/>
                </a:lnTo>
                <a:lnTo>
                  <a:pt x="0" y="17475"/>
                </a:lnTo>
                <a:lnTo>
                  <a:pt x="0" y="13958"/>
                </a:lnTo>
                <a:lnTo>
                  <a:pt x="445" y="13958"/>
                </a:lnTo>
                <a:lnTo>
                  <a:pt x="892" y="13958"/>
                </a:lnTo>
                <a:lnTo>
                  <a:pt x="1338" y="13958"/>
                </a:lnTo>
                <a:lnTo>
                  <a:pt x="1785" y="13958"/>
                </a:lnTo>
                <a:lnTo>
                  <a:pt x="2234" y="13958"/>
                </a:lnTo>
                <a:lnTo>
                  <a:pt x="2685" y="13958"/>
                </a:lnTo>
                <a:lnTo>
                  <a:pt x="3137" y="13958"/>
                </a:lnTo>
                <a:lnTo>
                  <a:pt x="3592" y="13958"/>
                </a:lnTo>
                <a:lnTo>
                  <a:pt x="4050" y="13958"/>
                </a:lnTo>
                <a:lnTo>
                  <a:pt x="4050" y="9345"/>
                </a:lnTo>
                <a:lnTo>
                  <a:pt x="4050" y="4704"/>
                </a:lnTo>
                <a:lnTo>
                  <a:pt x="4050" y="0"/>
                </a:lnTo>
                <a:close/>
              </a:path>
            </a:pathLst>
          </a:custGeom>
          <a:solidFill>
            <a:srgbClr val="DEE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4" name="contour_05692"/>
          <p:cNvSpPr/>
          <p:nvPr/>
        </p:nvSpPr>
        <p:spPr>
          <a:xfrm>
            <a:off x="3566915" y="888392"/>
            <a:ext cx="167624" cy="298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13" y="21"/>
                </a:moveTo>
                <a:lnTo>
                  <a:pt x="13918" y="32"/>
                </a:lnTo>
                <a:lnTo>
                  <a:pt x="14279" y="47"/>
                </a:lnTo>
                <a:lnTo>
                  <a:pt x="15107" y="74"/>
                </a:lnTo>
                <a:lnTo>
                  <a:pt x="15584" y="121"/>
                </a:lnTo>
                <a:lnTo>
                  <a:pt x="16065" y="163"/>
                </a:lnTo>
                <a:lnTo>
                  <a:pt x="16552" y="205"/>
                </a:lnTo>
                <a:lnTo>
                  <a:pt x="17037" y="232"/>
                </a:lnTo>
                <a:lnTo>
                  <a:pt x="17525" y="258"/>
                </a:lnTo>
                <a:lnTo>
                  <a:pt x="18020" y="279"/>
                </a:lnTo>
                <a:lnTo>
                  <a:pt x="18616" y="316"/>
                </a:lnTo>
                <a:lnTo>
                  <a:pt x="19214" y="353"/>
                </a:lnTo>
                <a:lnTo>
                  <a:pt x="19810" y="390"/>
                </a:lnTo>
                <a:lnTo>
                  <a:pt x="20406" y="437"/>
                </a:lnTo>
                <a:lnTo>
                  <a:pt x="21003" y="484"/>
                </a:lnTo>
                <a:lnTo>
                  <a:pt x="21600" y="537"/>
                </a:lnTo>
                <a:lnTo>
                  <a:pt x="21466" y="4339"/>
                </a:lnTo>
                <a:lnTo>
                  <a:pt x="21349" y="7061"/>
                </a:lnTo>
                <a:lnTo>
                  <a:pt x="21207" y="9463"/>
                </a:lnTo>
                <a:lnTo>
                  <a:pt x="20992" y="12301"/>
                </a:lnTo>
                <a:lnTo>
                  <a:pt x="20661" y="16334"/>
                </a:lnTo>
                <a:lnTo>
                  <a:pt x="20022" y="17556"/>
                </a:lnTo>
                <a:lnTo>
                  <a:pt x="19541" y="18404"/>
                </a:lnTo>
                <a:lnTo>
                  <a:pt x="19127" y="18988"/>
                </a:lnTo>
                <a:lnTo>
                  <a:pt x="18690" y="19425"/>
                </a:lnTo>
                <a:lnTo>
                  <a:pt x="18135" y="19820"/>
                </a:lnTo>
                <a:lnTo>
                  <a:pt x="17374" y="20284"/>
                </a:lnTo>
                <a:lnTo>
                  <a:pt x="17111" y="20463"/>
                </a:lnTo>
                <a:lnTo>
                  <a:pt x="16646" y="20784"/>
                </a:lnTo>
                <a:lnTo>
                  <a:pt x="15584" y="21516"/>
                </a:lnTo>
                <a:lnTo>
                  <a:pt x="15363" y="21532"/>
                </a:lnTo>
                <a:lnTo>
                  <a:pt x="14975" y="21553"/>
                </a:lnTo>
                <a:lnTo>
                  <a:pt x="14087" y="21600"/>
                </a:lnTo>
                <a:lnTo>
                  <a:pt x="13620" y="18988"/>
                </a:lnTo>
                <a:lnTo>
                  <a:pt x="13148" y="16334"/>
                </a:lnTo>
                <a:lnTo>
                  <a:pt x="12605" y="16382"/>
                </a:lnTo>
                <a:lnTo>
                  <a:pt x="12214" y="16503"/>
                </a:lnTo>
                <a:lnTo>
                  <a:pt x="11787" y="16792"/>
                </a:lnTo>
                <a:lnTo>
                  <a:pt x="11134" y="17340"/>
                </a:lnTo>
                <a:lnTo>
                  <a:pt x="10527" y="17798"/>
                </a:lnTo>
                <a:lnTo>
                  <a:pt x="9911" y="18256"/>
                </a:lnTo>
                <a:lnTo>
                  <a:pt x="9277" y="18778"/>
                </a:lnTo>
                <a:lnTo>
                  <a:pt x="8644" y="19304"/>
                </a:lnTo>
                <a:lnTo>
                  <a:pt x="8012" y="19847"/>
                </a:lnTo>
                <a:lnTo>
                  <a:pt x="7380" y="20394"/>
                </a:lnTo>
                <a:lnTo>
                  <a:pt x="6636" y="20858"/>
                </a:lnTo>
                <a:lnTo>
                  <a:pt x="5945" y="21116"/>
                </a:lnTo>
                <a:lnTo>
                  <a:pt x="5298" y="21168"/>
                </a:lnTo>
                <a:lnTo>
                  <a:pt x="4684" y="21005"/>
                </a:lnTo>
                <a:lnTo>
                  <a:pt x="4098" y="20621"/>
                </a:lnTo>
                <a:lnTo>
                  <a:pt x="3529" y="20004"/>
                </a:lnTo>
                <a:lnTo>
                  <a:pt x="2970" y="19146"/>
                </a:lnTo>
                <a:lnTo>
                  <a:pt x="2409" y="18051"/>
                </a:lnTo>
                <a:lnTo>
                  <a:pt x="1841" y="16703"/>
                </a:lnTo>
                <a:lnTo>
                  <a:pt x="1256" y="15092"/>
                </a:lnTo>
                <a:lnTo>
                  <a:pt x="645" y="13217"/>
                </a:lnTo>
                <a:lnTo>
                  <a:pt x="0" y="11069"/>
                </a:lnTo>
                <a:lnTo>
                  <a:pt x="413" y="10874"/>
                </a:lnTo>
                <a:lnTo>
                  <a:pt x="833" y="10668"/>
                </a:lnTo>
                <a:lnTo>
                  <a:pt x="1457" y="10358"/>
                </a:lnTo>
                <a:lnTo>
                  <a:pt x="2081" y="10047"/>
                </a:lnTo>
                <a:lnTo>
                  <a:pt x="2706" y="9731"/>
                </a:lnTo>
                <a:lnTo>
                  <a:pt x="3330" y="9410"/>
                </a:lnTo>
                <a:lnTo>
                  <a:pt x="3954" y="9089"/>
                </a:lnTo>
                <a:lnTo>
                  <a:pt x="4578" y="8762"/>
                </a:lnTo>
                <a:lnTo>
                  <a:pt x="5228" y="8457"/>
                </a:lnTo>
                <a:lnTo>
                  <a:pt x="5888" y="8136"/>
                </a:lnTo>
                <a:lnTo>
                  <a:pt x="6203" y="7972"/>
                </a:lnTo>
                <a:lnTo>
                  <a:pt x="7154" y="7467"/>
                </a:lnTo>
                <a:lnTo>
                  <a:pt x="7443" y="7325"/>
                </a:lnTo>
                <a:lnTo>
                  <a:pt x="8316" y="6882"/>
                </a:lnTo>
                <a:lnTo>
                  <a:pt x="8952" y="6219"/>
                </a:lnTo>
                <a:lnTo>
                  <a:pt x="9373" y="5603"/>
                </a:lnTo>
                <a:lnTo>
                  <a:pt x="9765" y="4681"/>
                </a:lnTo>
                <a:lnTo>
                  <a:pt x="10318" y="3096"/>
                </a:lnTo>
                <a:lnTo>
                  <a:pt x="10893" y="1748"/>
                </a:lnTo>
                <a:lnTo>
                  <a:pt x="11436" y="853"/>
                </a:lnTo>
                <a:lnTo>
                  <a:pt x="11968" y="321"/>
                </a:lnTo>
                <a:lnTo>
                  <a:pt x="12511" y="68"/>
                </a:lnTo>
                <a:lnTo>
                  <a:pt x="13086" y="0"/>
                </a:lnTo>
                <a:lnTo>
                  <a:pt x="13713" y="21"/>
                </a:lnTo>
                <a:close/>
              </a:path>
            </a:pathLst>
          </a:custGeom>
          <a:solidFill>
            <a:srgbClr val="E0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5" name="contour_05693"/>
          <p:cNvSpPr/>
          <p:nvPr/>
        </p:nvSpPr>
        <p:spPr>
          <a:xfrm>
            <a:off x="7517006" y="6354932"/>
            <a:ext cx="218640" cy="23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2"/>
                </a:moveTo>
                <a:lnTo>
                  <a:pt x="517" y="101"/>
                </a:lnTo>
                <a:lnTo>
                  <a:pt x="1034" y="40"/>
                </a:lnTo>
                <a:lnTo>
                  <a:pt x="1549" y="7"/>
                </a:lnTo>
                <a:lnTo>
                  <a:pt x="2064" y="0"/>
                </a:lnTo>
                <a:lnTo>
                  <a:pt x="2578" y="13"/>
                </a:lnTo>
                <a:lnTo>
                  <a:pt x="3092" y="54"/>
                </a:lnTo>
                <a:lnTo>
                  <a:pt x="3604" y="115"/>
                </a:lnTo>
                <a:lnTo>
                  <a:pt x="4116" y="196"/>
                </a:lnTo>
                <a:lnTo>
                  <a:pt x="4628" y="304"/>
                </a:lnTo>
                <a:lnTo>
                  <a:pt x="5139" y="438"/>
                </a:lnTo>
                <a:lnTo>
                  <a:pt x="5651" y="587"/>
                </a:lnTo>
                <a:lnTo>
                  <a:pt x="6161" y="762"/>
                </a:lnTo>
                <a:lnTo>
                  <a:pt x="6672" y="958"/>
                </a:lnTo>
                <a:lnTo>
                  <a:pt x="7182" y="1181"/>
                </a:lnTo>
                <a:lnTo>
                  <a:pt x="7692" y="1417"/>
                </a:lnTo>
                <a:lnTo>
                  <a:pt x="8202" y="1680"/>
                </a:lnTo>
                <a:lnTo>
                  <a:pt x="8712" y="1963"/>
                </a:lnTo>
                <a:lnTo>
                  <a:pt x="9222" y="2267"/>
                </a:lnTo>
                <a:lnTo>
                  <a:pt x="9732" y="2590"/>
                </a:lnTo>
                <a:lnTo>
                  <a:pt x="10242" y="2934"/>
                </a:lnTo>
                <a:lnTo>
                  <a:pt x="10752" y="3299"/>
                </a:lnTo>
                <a:lnTo>
                  <a:pt x="11263" y="3690"/>
                </a:lnTo>
                <a:lnTo>
                  <a:pt x="11774" y="4095"/>
                </a:lnTo>
                <a:lnTo>
                  <a:pt x="12285" y="4520"/>
                </a:lnTo>
                <a:lnTo>
                  <a:pt x="12797" y="4958"/>
                </a:lnTo>
                <a:lnTo>
                  <a:pt x="13310" y="5424"/>
                </a:lnTo>
                <a:lnTo>
                  <a:pt x="13823" y="5909"/>
                </a:lnTo>
                <a:lnTo>
                  <a:pt x="14336" y="6408"/>
                </a:lnTo>
                <a:lnTo>
                  <a:pt x="14850" y="6928"/>
                </a:lnTo>
                <a:lnTo>
                  <a:pt x="15345" y="7420"/>
                </a:lnTo>
                <a:lnTo>
                  <a:pt x="15841" y="7906"/>
                </a:lnTo>
                <a:lnTo>
                  <a:pt x="16337" y="8392"/>
                </a:lnTo>
                <a:lnTo>
                  <a:pt x="16833" y="8877"/>
                </a:lnTo>
                <a:lnTo>
                  <a:pt x="17310" y="9350"/>
                </a:lnTo>
                <a:lnTo>
                  <a:pt x="17787" y="9822"/>
                </a:lnTo>
                <a:lnTo>
                  <a:pt x="18264" y="10294"/>
                </a:lnTo>
                <a:lnTo>
                  <a:pt x="18740" y="10773"/>
                </a:lnTo>
                <a:lnTo>
                  <a:pt x="19217" y="11252"/>
                </a:lnTo>
                <a:lnTo>
                  <a:pt x="19693" y="11731"/>
                </a:lnTo>
                <a:lnTo>
                  <a:pt x="20170" y="12217"/>
                </a:lnTo>
                <a:lnTo>
                  <a:pt x="20647" y="12696"/>
                </a:lnTo>
                <a:lnTo>
                  <a:pt x="21123" y="13188"/>
                </a:lnTo>
                <a:lnTo>
                  <a:pt x="21600" y="13674"/>
                </a:lnTo>
                <a:lnTo>
                  <a:pt x="21600" y="17020"/>
                </a:lnTo>
                <a:lnTo>
                  <a:pt x="21600" y="20419"/>
                </a:lnTo>
                <a:lnTo>
                  <a:pt x="21091" y="20500"/>
                </a:lnTo>
                <a:lnTo>
                  <a:pt x="20583" y="20581"/>
                </a:lnTo>
                <a:lnTo>
                  <a:pt x="20074" y="20656"/>
                </a:lnTo>
                <a:lnTo>
                  <a:pt x="19565" y="20723"/>
                </a:lnTo>
                <a:lnTo>
                  <a:pt x="19056" y="20791"/>
                </a:lnTo>
                <a:lnTo>
                  <a:pt x="18548" y="20858"/>
                </a:lnTo>
                <a:lnTo>
                  <a:pt x="18039" y="20919"/>
                </a:lnTo>
                <a:lnTo>
                  <a:pt x="17531" y="20973"/>
                </a:lnTo>
                <a:lnTo>
                  <a:pt x="17022" y="21027"/>
                </a:lnTo>
                <a:lnTo>
                  <a:pt x="16513" y="21074"/>
                </a:lnTo>
                <a:lnTo>
                  <a:pt x="16004" y="21121"/>
                </a:lnTo>
                <a:lnTo>
                  <a:pt x="15496" y="21162"/>
                </a:lnTo>
                <a:lnTo>
                  <a:pt x="15083" y="21202"/>
                </a:lnTo>
                <a:lnTo>
                  <a:pt x="14669" y="21256"/>
                </a:lnTo>
                <a:lnTo>
                  <a:pt x="14255" y="21310"/>
                </a:lnTo>
                <a:lnTo>
                  <a:pt x="13842" y="21371"/>
                </a:lnTo>
                <a:lnTo>
                  <a:pt x="13429" y="21438"/>
                </a:lnTo>
                <a:lnTo>
                  <a:pt x="12919" y="21512"/>
                </a:lnTo>
                <a:lnTo>
                  <a:pt x="12410" y="21566"/>
                </a:lnTo>
                <a:lnTo>
                  <a:pt x="11902" y="21600"/>
                </a:lnTo>
                <a:lnTo>
                  <a:pt x="11396" y="21600"/>
                </a:lnTo>
                <a:lnTo>
                  <a:pt x="10891" y="21573"/>
                </a:lnTo>
                <a:lnTo>
                  <a:pt x="10387" y="21512"/>
                </a:lnTo>
                <a:lnTo>
                  <a:pt x="9884" y="21411"/>
                </a:lnTo>
                <a:lnTo>
                  <a:pt x="9382" y="21276"/>
                </a:lnTo>
                <a:lnTo>
                  <a:pt x="8882" y="21094"/>
                </a:lnTo>
                <a:lnTo>
                  <a:pt x="8382" y="20865"/>
                </a:lnTo>
                <a:lnTo>
                  <a:pt x="7883" y="20588"/>
                </a:lnTo>
                <a:lnTo>
                  <a:pt x="7385" y="20258"/>
                </a:lnTo>
                <a:lnTo>
                  <a:pt x="6888" y="19873"/>
                </a:lnTo>
                <a:lnTo>
                  <a:pt x="6392" y="19435"/>
                </a:lnTo>
                <a:lnTo>
                  <a:pt x="5897" y="18929"/>
                </a:lnTo>
                <a:lnTo>
                  <a:pt x="5402" y="18362"/>
                </a:lnTo>
                <a:lnTo>
                  <a:pt x="4908" y="17721"/>
                </a:lnTo>
                <a:lnTo>
                  <a:pt x="4415" y="17013"/>
                </a:lnTo>
                <a:lnTo>
                  <a:pt x="3923" y="16230"/>
                </a:lnTo>
                <a:lnTo>
                  <a:pt x="3430" y="15374"/>
                </a:lnTo>
                <a:lnTo>
                  <a:pt x="2939" y="14429"/>
                </a:lnTo>
                <a:lnTo>
                  <a:pt x="2448" y="13404"/>
                </a:lnTo>
                <a:lnTo>
                  <a:pt x="1958" y="12298"/>
                </a:lnTo>
                <a:lnTo>
                  <a:pt x="1467" y="11097"/>
                </a:lnTo>
                <a:lnTo>
                  <a:pt x="978" y="9802"/>
                </a:lnTo>
                <a:lnTo>
                  <a:pt x="489" y="8419"/>
                </a:lnTo>
                <a:lnTo>
                  <a:pt x="0" y="6928"/>
                </a:lnTo>
                <a:lnTo>
                  <a:pt x="0" y="3582"/>
                </a:lnTo>
                <a:lnTo>
                  <a:pt x="0" y="182"/>
                </a:lnTo>
                <a:close/>
              </a:path>
            </a:pathLst>
          </a:custGeom>
          <a:solidFill>
            <a:srgbClr val="B9D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6" name="contour_05694"/>
          <p:cNvSpPr/>
          <p:nvPr/>
        </p:nvSpPr>
        <p:spPr>
          <a:xfrm>
            <a:off x="10308307" y="6311401"/>
            <a:ext cx="109320" cy="387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83" y="520"/>
                </a:lnTo>
                <a:lnTo>
                  <a:pt x="4172" y="998"/>
                </a:lnTo>
                <a:lnTo>
                  <a:pt x="5976" y="1441"/>
                </a:lnTo>
                <a:lnTo>
                  <a:pt x="7609" y="1855"/>
                </a:lnTo>
                <a:lnTo>
                  <a:pt x="9084" y="2244"/>
                </a:lnTo>
                <a:lnTo>
                  <a:pt x="10410" y="2622"/>
                </a:lnTo>
                <a:lnTo>
                  <a:pt x="11604" y="2987"/>
                </a:lnTo>
                <a:lnTo>
                  <a:pt x="12673" y="3356"/>
                </a:lnTo>
                <a:lnTo>
                  <a:pt x="13632" y="3726"/>
                </a:lnTo>
                <a:lnTo>
                  <a:pt x="14494" y="4111"/>
                </a:lnTo>
                <a:lnTo>
                  <a:pt x="15268" y="4513"/>
                </a:lnTo>
                <a:lnTo>
                  <a:pt x="15971" y="4943"/>
                </a:lnTo>
                <a:lnTo>
                  <a:pt x="16610" y="5406"/>
                </a:lnTo>
                <a:lnTo>
                  <a:pt x="17201" y="5909"/>
                </a:lnTo>
                <a:lnTo>
                  <a:pt x="17754" y="6457"/>
                </a:lnTo>
                <a:lnTo>
                  <a:pt x="18281" y="7058"/>
                </a:lnTo>
                <a:lnTo>
                  <a:pt x="18796" y="7720"/>
                </a:lnTo>
                <a:lnTo>
                  <a:pt x="19309" y="8450"/>
                </a:lnTo>
                <a:lnTo>
                  <a:pt x="19835" y="9254"/>
                </a:lnTo>
                <a:lnTo>
                  <a:pt x="20383" y="10138"/>
                </a:lnTo>
                <a:lnTo>
                  <a:pt x="20968" y="11108"/>
                </a:lnTo>
                <a:lnTo>
                  <a:pt x="21600" y="12176"/>
                </a:lnTo>
                <a:lnTo>
                  <a:pt x="21600" y="14859"/>
                </a:lnTo>
                <a:lnTo>
                  <a:pt x="21600" y="17558"/>
                </a:lnTo>
                <a:lnTo>
                  <a:pt x="21600" y="20293"/>
                </a:lnTo>
                <a:lnTo>
                  <a:pt x="19585" y="20634"/>
                </a:lnTo>
                <a:lnTo>
                  <a:pt x="17751" y="20930"/>
                </a:lnTo>
                <a:lnTo>
                  <a:pt x="16083" y="21186"/>
                </a:lnTo>
                <a:lnTo>
                  <a:pt x="14570" y="21385"/>
                </a:lnTo>
                <a:lnTo>
                  <a:pt x="13200" y="21527"/>
                </a:lnTo>
                <a:lnTo>
                  <a:pt x="11962" y="21600"/>
                </a:lnTo>
                <a:lnTo>
                  <a:pt x="10842" y="21600"/>
                </a:lnTo>
                <a:lnTo>
                  <a:pt x="9828" y="21523"/>
                </a:lnTo>
                <a:lnTo>
                  <a:pt x="8909" y="21356"/>
                </a:lnTo>
                <a:lnTo>
                  <a:pt x="8071" y="21093"/>
                </a:lnTo>
                <a:lnTo>
                  <a:pt x="7304" y="20731"/>
                </a:lnTo>
                <a:lnTo>
                  <a:pt x="6595" y="20261"/>
                </a:lnTo>
                <a:lnTo>
                  <a:pt x="5931" y="19676"/>
                </a:lnTo>
                <a:lnTo>
                  <a:pt x="5301" y="18970"/>
                </a:lnTo>
                <a:lnTo>
                  <a:pt x="4692" y="18134"/>
                </a:lnTo>
                <a:lnTo>
                  <a:pt x="4091" y="17164"/>
                </a:lnTo>
                <a:lnTo>
                  <a:pt x="3488" y="16052"/>
                </a:lnTo>
                <a:lnTo>
                  <a:pt x="2870" y="14790"/>
                </a:lnTo>
                <a:lnTo>
                  <a:pt x="2223" y="13373"/>
                </a:lnTo>
                <a:lnTo>
                  <a:pt x="1538" y="11794"/>
                </a:lnTo>
                <a:lnTo>
                  <a:pt x="801" y="10045"/>
                </a:lnTo>
                <a:lnTo>
                  <a:pt x="0" y="8117"/>
                </a:lnTo>
                <a:lnTo>
                  <a:pt x="0" y="5434"/>
                </a:lnTo>
                <a:lnTo>
                  <a:pt x="0" y="2736"/>
                </a:lnTo>
                <a:lnTo>
                  <a:pt x="0" y="0"/>
                </a:lnTo>
                <a:close/>
              </a:path>
            </a:pathLst>
          </a:custGeom>
          <a:solidFill>
            <a:srgbClr val="C6D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7" name="contour_05695"/>
          <p:cNvSpPr/>
          <p:nvPr/>
        </p:nvSpPr>
        <p:spPr>
          <a:xfrm>
            <a:off x="4134664" y="6070897"/>
            <a:ext cx="8817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0" y="0"/>
                </a:moveTo>
                <a:lnTo>
                  <a:pt x="2846" y="0"/>
                </a:lnTo>
                <a:lnTo>
                  <a:pt x="3746" y="0"/>
                </a:lnTo>
                <a:lnTo>
                  <a:pt x="4044" y="891"/>
                </a:lnTo>
                <a:lnTo>
                  <a:pt x="4328" y="1784"/>
                </a:lnTo>
                <a:lnTo>
                  <a:pt x="4601" y="2677"/>
                </a:lnTo>
                <a:lnTo>
                  <a:pt x="4862" y="3571"/>
                </a:lnTo>
                <a:lnTo>
                  <a:pt x="5112" y="4467"/>
                </a:lnTo>
                <a:lnTo>
                  <a:pt x="5354" y="5365"/>
                </a:lnTo>
                <a:lnTo>
                  <a:pt x="5590" y="6267"/>
                </a:lnTo>
                <a:lnTo>
                  <a:pt x="5820" y="7171"/>
                </a:lnTo>
                <a:lnTo>
                  <a:pt x="6111" y="8189"/>
                </a:lnTo>
                <a:lnTo>
                  <a:pt x="6415" y="9138"/>
                </a:lnTo>
                <a:lnTo>
                  <a:pt x="6754" y="10022"/>
                </a:lnTo>
                <a:lnTo>
                  <a:pt x="7154" y="10852"/>
                </a:lnTo>
                <a:lnTo>
                  <a:pt x="7638" y="11632"/>
                </a:lnTo>
                <a:lnTo>
                  <a:pt x="8229" y="12370"/>
                </a:lnTo>
                <a:lnTo>
                  <a:pt x="8952" y="13072"/>
                </a:lnTo>
                <a:lnTo>
                  <a:pt x="9831" y="13748"/>
                </a:lnTo>
                <a:lnTo>
                  <a:pt x="10887" y="14400"/>
                </a:lnTo>
                <a:lnTo>
                  <a:pt x="12225" y="14694"/>
                </a:lnTo>
                <a:lnTo>
                  <a:pt x="13184" y="14887"/>
                </a:lnTo>
                <a:lnTo>
                  <a:pt x="14032" y="15024"/>
                </a:lnTo>
                <a:lnTo>
                  <a:pt x="15037" y="15147"/>
                </a:lnTo>
                <a:lnTo>
                  <a:pt x="16467" y="15300"/>
                </a:lnTo>
                <a:lnTo>
                  <a:pt x="17431" y="15408"/>
                </a:lnTo>
                <a:lnTo>
                  <a:pt x="18401" y="15517"/>
                </a:lnTo>
                <a:lnTo>
                  <a:pt x="19383" y="15627"/>
                </a:lnTo>
                <a:lnTo>
                  <a:pt x="19934" y="15680"/>
                </a:lnTo>
                <a:lnTo>
                  <a:pt x="21600" y="15840"/>
                </a:lnTo>
                <a:lnTo>
                  <a:pt x="20457" y="15988"/>
                </a:lnTo>
                <a:lnTo>
                  <a:pt x="19306" y="16138"/>
                </a:lnTo>
                <a:lnTo>
                  <a:pt x="18140" y="16289"/>
                </a:lnTo>
                <a:lnTo>
                  <a:pt x="16972" y="16520"/>
                </a:lnTo>
                <a:lnTo>
                  <a:pt x="16201" y="16700"/>
                </a:lnTo>
                <a:lnTo>
                  <a:pt x="15478" y="16923"/>
                </a:lnTo>
                <a:lnTo>
                  <a:pt x="14458" y="17280"/>
                </a:lnTo>
                <a:lnTo>
                  <a:pt x="13801" y="18395"/>
                </a:lnTo>
                <a:lnTo>
                  <a:pt x="13380" y="19176"/>
                </a:lnTo>
                <a:lnTo>
                  <a:pt x="13109" y="19833"/>
                </a:lnTo>
                <a:lnTo>
                  <a:pt x="12901" y="20572"/>
                </a:lnTo>
                <a:lnTo>
                  <a:pt x="12673" y="21600"/>
                </a:lnTo>
                <a:lnTo>
                  <a:pt x="10450" y="21250"/>
                </a:lnTo>
                <a:lnTo>
                  <a:pt x="8757" y="20966"/>
                </a:lnTo>
                <a:lnTo>
                  <a:pt x="7493" y="20714"/>
                </a:lnTo>
                <a:lnTo>
                  <a:pt x="6558" y="20464"/>
                </a:lnTo>
                <a:lnTo>
                  <a:pt x="5849" y="20180"/>
                </a:lnTo>
                <a:lnTo>
                  <a:pt x="5267" y="19832"/>
                </a:lnTo>
                <a:lnTo>
                  <a:pt x="4712" y="19385"/>
                </a:lnTo>
                <a:lnTo>
                  <a:pt x="4081" y="18809"/>
                </a:lnTo>
                <a:lnTo>
                  <a:pt x="3944" y="17761"/>
                </a:lnTo>
                <a:lnTo>
                  <a:pt x="4033" y="16888"/>
                </a:lnTo>
                <a:lnTo>
                  <a:pt x="4335" y="16098"/>
                </a:lnTo>
                <a:lnTo>
                  <a:pt x="4840" y="15299"/>
                </a:lnTo>
                <a:lnTo>
                  <a:pt x="5531" y="14400"/>
                </a:lnTo>
                <a:lnTo>
                  <a:pt x="4635" y="14298"/>
                </a:lnTo>
                <a:lnTo>
                  <a:pt x="3733" y="14194"/>
                </a:lnTo>
                <a:lnTo>
                  <a:pt x="2817" y="14090"/>
                </a:lnTo>
                <a:lnTo>
                  <a:pt x="1944" y="13717"/>
                </a:lnTo>
                <a:lnTo>
                  <a:pt x="1066" y="13342"/>
                </a:lnTo>
                <a:lnTo>
                  <a:pt x="175" y="12960"/>
                </a:lnTo>
                <a:lnTo>
                  <a:pt x="36" y="12008"/>
                </a:lnTo>
                <a:lnTo>
                  <a:pt x="0" y="11066"/>
                </a:lnTo>
                <a:lnTo>
                  <a:pt x="52" y="10133"/>
                </a:lnTo>
                <a:lnTo>
                  <a:pt x="168" y="9203"/>
                </a:lnTo>
                <a:lnTo>
                  <a:pt x="334" y="8271"/>
                </a:lnTo>
                <a:lnTo>
                  <a:pt x="527" y="7335"/>
                </a:lnTo>
                <a:lnTo>
                  <a:pt x="732" y="6391"/>
                </a:lnTo>
                <a:lnTo>
                  <a:pt x="898" y="5471"/>
                </a:lnTo>
                <a:lnTo>
                  <a:pt x="1064" y="4536"/>
                </a:lnTo>
                <a:lnTo>
                  <a:pt x="1232" y="3627"/>
                </a:lnTo>
                <a:lnTo>
                  <a:pt x="1409" y="2720"/>
                </a:lnTo>
                <a:lnTo>
                  <a:pt x="1589" y="1813"/>
                </a:lnTo>
                <a:lnTo>
                  <a:pt x="1773" y="906"/>
                </a:lnTo>
                <a:lnTo>
                  <a:pt x="1960" y="0"/>
                </a:lnTo>
                <a:close/>
              </a:path>
            </a:pathLst>
          </a:custGeom>
          <a:solidFill>
            <a:srgbClr val="E3E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8" name="contour_05696"/>
          <p:cNvSpPr/>
          <p:nvPr/>
        </p:nvSpPr>
        <p:spPr>
          <a:xfrm>
            <a:off x="2291516" y="5984432"/>
            <a:ext cx="94744" cy="50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58" y="1788"/>
                </a:moveTo>
                <a:lnTo>
                  <a:pt x="20773" y="2232"/>
                </a:lnTo>
                <a:lnTo>
                  <a:pt x="21600" y="2686"/>
                </a:lnTo>
                <a:lnTo>
                  <a:pt x="21356" y="4844"/>
                </a:lnTo>
                <a:lnTo>
                  <a:pt x="21148" y="6405"/>
                </a:lnTo>
                <a:lnTo>
                  <a:pt x="20896" y="7823"/>
                </a:lnTo>
                <a:lnTo>
                  <a:pt x="20518" y="9545"/>
                </a:lnTo>
                <a:lnTo>
                  <a:pt x="19938" y="12014"/>
                </a:lnTo>
                <a:lnTo>
                  <a:pt x="18858" y="13267"/>
                </a:lnTo>
                <a:lnTo>
                  <a:pt x="18043" y="14175"/>
                </a:lnTo>
                <a:lnTo>
                  <a:pt x="17340" y="14884"/>
                </a:lnTo>
                <a:lnTo>
                  <a:pt x="16589" y="15537"/>
                </a:lnTo>
                <a:lnTo>
                  <a:pt x="15638" y="16280"/>
                </a:lnTo>
                <a:lnTo>
                  <a:pt x="14331" y="17263"/>
                </a:lnTo>
                <a:lnTo>
                  <a:pt x="13322" y="18043"/>
                </a:lnTo>
                <a:lnTo>
                  <a:pt x="12309" y="18830"/>
                </a:lnTo>
                <a:lnTo>
                  <a:pt x="11280" y="19629"/>
                </a:lnTo>
                <a:lnTo>
                  <a:pt x="10084" y="20285"/>
                </a:lnTo>
                <a:lnTo>
                  <a:pt x="8959" y="20820"/>
                </a:lnTo>
                <a:lnTo>
                  <a:pt x="7876" y="21224"/>
                </a:lnTo>
                <a:lnTo>
                  <a:pt x="6802" y="21485"/>
                </a:lnTo>
                <a:lnTo>
                  <a:pt x="5706" y="21600"/>
                </a:lnTo>
                <a:lnTo>
                  <a:pt x="4556" y="21553"/>
                </a:lnTo>
                <a:lnTo>
                  <a:pt x="3323" y="21342"/>
                </a:lnTo>
                <a:lnTo>
                  <a:pt x="2399" y="19517"/>
                </a:lnTo>
                <a:lnTo>
                  <a:pt x="1746" y="18146"/>
                </a:lnTo>
                <a:lnTo>
                  <a:pt x="1273" y="16970"/>
                </a:lnTo>
                <a:lnTo>
                  <a:pt x="884" y="15727"/>
                </a:lnTo>
                <a:lnTo>
                  <a:pt x="492" y="14163"/>
                </a:lnTo>
                <a:lnTo>
                  <a:pt x="0" y="12014"/>
                </a:lnTo>
                <a:lnTo>
                  <a:pt x="695" y="9841"/>
                </a:lnTo>
                <a:lnTo>
                  <a:pt x="1273" y="8470"/>
                </a:lnTo>
                <a:lnTo>
                  <a:pt x="2044" y="7316"/>
                </a:lnTo>
                <a:lnTo>
                  <a:pt x="3323" y="5796"/>
                </a:lnTo>
                <a:lnTo>
                  <a:pt x="4320" y="5796"/>
                </a:lnTo>
                <a:lnTo>
                  <a:pt x="5317" y="5796"/>
                </a:lnTo>
                <a:lnTo>
                  <a:pt x="6314" y="5796"/>
                </a:lnTo>
                <a:lnTo>
                  <a:pt x="7311" y="5796"/>
                </a:lnTo>
                <a:lnTo>
                  <a:pt x="8308" y="5796"/>
                </a:lnTo>
                <a:lnTo>
                  <a:pt x="8643" y="5311"/>
                </a:lnTo>
                <a:lnTo>
                  <a:pt x="9235" y="4456"/>
                </a:lnTo>
                <a:lnTo>
                  <a:pt x="10592" y="2494"/>
                </a:lnTo>
                <a:lnTo>
                  <a:pt x="11863" y="1278"/>
                </a:lnTo>
                <a:lnTo>
                  <a:pt x="13021" y="494"/>
                </a:lnTo>
                <a:lnTo>
                  <a:pt x="14106" y="87"/>
                </a:lnTo>
                <a:lnTo>
                  <a:pt x="15165" y="0"/>
                </a:lnTo>
                <a:lnTo>
                  <a:pt x="16237" y="183"/>
                </a:lnTo>
                <a:lnTo>
                  <a:pt x="17363" y="578"/>
                </a:lnTo>
                <a:lnTo>
                  <a:pt x="18589" y="1132"/>
                </a:lnTo>
                <a:lnTo>
                  <a:pt x="19958" y="1788"/>
                </a:lnTo>
                <a:close/>
              </a:path>
            </a:pathLst>
          </a:custGeom>
          <a:solidFill>
            <a:srgbClr val="C5C9CF"/>
          </a:solidFill>
          <a:ln>
            <a:noFill/>
          </a:ln>
        </p:spPr>
        <p:txBody>
          <a:bodyPr/>
          <a:lstStyle/>
          <a:p/>
        </p:txBody>
      </p:sp>
      <p:sp>
        <p:nvSpPr>
          <p:cNvPr id="5699" name="contour_05697"/>
          <p:cNvSpPr/>
          <p:nvPr/>
        </p:nvSpPr>
        <p:spPr>
          <a:xfrm>
            <a:off x="1336789" y="5961125"/>
            <a:ext cx="94744" cy="72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41" y="0"/>
                </a:moveTo>
                <a:lnTo>
                  <a:pt x="10031" y="43"/>
                </a:lnTo>
                <a:lnTo>
                  <a:pt x="10827" y="89"/>
                </a:lnTo>
                <a:lnTo>
                  <a:pt x="11631" y="134"/>
                </a:lnTo>
                <a:lnTo>
                  <a:pt x="11654" y="1206"/>
                </a:lnTo>
                <a:lnTo>
                  <a:pt x="11679" y="2286"/>
                </a:lnTo>
                <a:lnTo>
                  <a:pt x="11701" y="3380"/>
                </a:lnTo>
                <a:lnTo>
                  <a:pt x="11797" y="4946"/>
                </a:lnTo>
                <a:lnTo>
                  <a:pt x="11903" y="6469"/>
                </a:lnTo>
                <a:lnTo>
                  <a:pt x="12033" y="7959"/>
                </a:lnTo>
                <a:lnTo>
                  <a:pt x="12192" y="9428"/>
                </a:lnTo>
                <a:lnTo>
                  <a:pt x="12390" y="10888"/>
                </a:lnTo>
                <a:lnTo>
                  <a:pt x="12633" y="12348"/>
                </a:lnTo>
                <a:lnTo>
                  <a:pt x="12932" y="13823"/>
                </a:lnTo>
                <a:lnTo>
                  <a:pt x="13292" y="15320"/>
                </a:lnTo>
                <a:lnTo>
                  <a:pt x="14303" y="16010"/>
                </a:lnTo>
                <a:lnTo>
                  <a:pt x="15301" y="16545"/>
                </a:lnTo>
                <a:lnTo>
                  <a:pt x="16296" y="16942"/>
                </a:lnTo>
                <a:lnTo>
                  <a:pt x="17300" y="17220"/>
                </a:lnTo>
                <a:lnTo>
                  <a:pt x="18322" y="17394"/>
                </a:lnTo>
                <a:lnTo>
                  <a:pt x="19372" y="17485"/>
                </a:lnTo>
                <a:lnTo>
                  <a:pt x="20462" y="17511"/>
                </a:lnTo>
                <a:lnTo>
                  <a:pt x="21600" y="17489"/>
                </a:lnTo>
                <a:lnTo>
                  <a:pt x="20415" y="18383"/>
                </a:lnTo>
                <a:lnTo>
                  <a:pt x="19290" y="19160"/>
                </a:lnTo>
                <a:lnTo>
                  <a:pt x="18210" y="19821"/>
                </a:lnTo>
                <a:lnTo>
                  <a:pt x="17165" y="20370"/>
                </a:lnTo>
                <a:lnTo>
                  <a:pt x="16139" y="20813"/>
                </a:lnTo>
                <a:lnTo>
                  <a:pt x="15120" y="21153"/>
                </a:lnTo>
                <a:lnTo>
                  <a:pt x="14093" y="21396"/>
                </a:lnTo>
                <a:lnTo>
                  <a:pt x="13048" y="21544"/>
                </a:lnTo>
                <a:lnTo>
                  <a:pt x="11970" y="21600"/>
                </a:lnTo>
                <a:lnTo>
                  <a:pt x="10845" y="21572"/>
                </a:lnTo>
                <a:lnTo>
                  <a:pt x="9662" y="21463"/>
                </a:lnTo>
                <a:lnTo>
                  <a:pt x="8404" y="21275"/>
                </a:lnTo>
                <a:lnTo>
                  <a:pt x="7062" y="21014"/>
                </a:lnTo>
                <a:lnTo>
                  <a:pt x="6033" y="20830"/>
                </a:lnTo>
                <a:lnTo>
                  <a:pt x="4991" y="20641"/>
                </a:lnTo>
                <a:lnTo>
                  <a:pt x="3991" y="20457"/>
                </a:lnTo>
                <a:lnTo>
                  <a:pt x="2992" y="20264"/>
                </a:lnTo>
                <a:lnTo>
                  <a:pt x="1996" y="20066"/>
                </a:lnTo>
                <a:lnTo>
                  <a:pt x="999" y="19862"/>
                </a:lnTo>
                <a:lnTo>
                  <a:pt x="0" y="19658"/>
                </a:lnTo>
                <a:lnTo>
                  <a:pt x="498" y="18175"/>
                </a:lnTo>
                <a:lnTo>
                  <a:pt x="1020" y="16947"/>
                </a:lnTo>
                <a:lnTo>
                  <a:pt x="1598" y="15923"/>
                </a:lnTo>
                <a:lnTo>
                  <a:pt x="2261" y="15055"/>
                </a:lnTo>
                <a:lnTo>
                  <a:pt x="3042" y="14292"/>
                </a:lnTo>
                <a:lnTo>
                  <a:pt x="3974" y="13582"/>
                </a:lnTo>
                <a:lnTo>
                  <a:pt x="5088" y="12879"/>
                </a:lnTo>
                <a:lnTo>
                  <a:pt x="5993" y="12333"/>
                </a:lnTo>
                <a:lnTo>
                  <a:pt x="6914" y="11777"/>
                </a:lnTo>
                <a:lnTo>
                  <a:pt x="7259" y="11580"/>
                </a:lnTo>
                <a:lnTo>
                  <a:pt x="8308" y="10981"/>
                </a:lnTo>
                <a:lnTo>
                  <a:pt x="7919" y="10077"/>
                </a:lnTo>
                <a:lnTo>
                  <a:pt x="7523" y="9159"/>
                </a:lnTo>
                <a:lnTo>
                  <a:pt x="7037" y="7977"/>
                </a:lnTo>
                <a:lnTo>
                  <a:pt x="6543" y="6777"/>
                </a:lnTo>
                <a:lnTo>
                  <a:pt x="6294" y="6189"/>
                </a:lnTo>
                <a:lnTo>
                  <a:pt x="5548" y="4412"/>
                </a:lnTo>
                <a:lnTo>
                  <a:pt x="5269" y="3367"/>
                </a:lnTo>
                <a:lnTo>
                  <a:pt x="4985" y="2304"/>
                </a:lnTo>
                <a:lnTo>
                  <a:pt x="5987" y="1046"/>
                </a:lnTo>
                <a:lnTo>
                  <a:pt x="6764" y="388"/>
                </a:lnTo>
                <a:lnTo>
                  <a:pt x="7716" y="111"/>
                </a:lnTo>
                <a:lnTo>
                  <a:pt x="9241" y="0"/>
                </a:lnTo>
                <a:close/>
              </a:path>
            </a:pathLst>
          </a:custGeom>
          <a:solidFill>
            <a:srgbClr val="A5A8AC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0" name="contour_05698"/>
          <p:cNvSpPr/>
          <p:nvPr/>
        </p:nvSpPr>
        <p:spPr>
          <a:xfrm>
            <a:off x="4448762" y="5954289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5388" y="1382"/>
                </a:lnTo>
                <a:lnTo>
                  <a:pt x="15656" y="2776"/>
                </a:lnTo>
                <a:lnTo>
                  <a:pt x="15930" y="4186"/>
                </a:lnTo>
                <a:lnTo>
                  <a:pt x="16453" y="6264"/>
                </a:lnTo>
                <a:lnTo>
                  <a:pt x="16904" y="7620"/>
                </a:lnTo>
                <a:lnTo>
                  <a:pt x="17459" y="8543"/>
                </a:lnTo>
                <a:lnTo>
                  <a:pt x="18291" y="9327"/>
                </a:lnTo>
                <a:lnTo>
                  <a:pt x="19574" y="10260"/>
                </a:lnTo>
                <a:lnTo>
                  <a:pt x="20580" y="10528"/>
                </a:lnTo>
                <a:lnTo>
                  <a:pt x="21600" y="10800"/>
                </a:lnTo>
                <a:lnTo>
                  <a:pt x="20172" y="10800"/>
                </a:lnTo>
                <a:lnTo>
                  <a:pt x="18736" y="10800"/>
                </a:lnTo>
                <a:lnTo>
                  <a:pt x="17280" y="10800"/>
                </a:lnTo>
                <a:lnTo>
                  <a:pt x="17280" y="12327"/>
                </a:lnTo>
                <a:lnTo>
                  <a:pt x="17280" y="13856"/>
                </a:lnTo>
                <a:lnTo>
                  <a:pt x="17280" y="15390"/>
                </a:lnTo>
                <a:lnTo>
                  <a:pt x="17280" y="16930"/>
                </a:lnTo>
                <a:lnTo>
                  <a:pt x="17280" y="18477"/>
                </a:lnTo>
                <a:lnTo>
                  <a:pt x="17280" y="20032"/>
                </a:lnTo>
                <a:lnTo>
                  <a:pt x="17280" y="21600"/>
                </a:lnTo>
                <a:lnTo>
                  <a:pt x="15673" y="21194"/>
                </a:lnTo>
                <a:lnTo>
                  <a:pt x="14532" y="20879"/>
                </a:lnTo>
                <a:lnTo>
                  <a:pt x="13548" y="20550"/>
                </a:lnTo>
                <a:lnTo>
                  <a:pt x="12407" y="20105"/>
                </a:lnTo>
                <a:lnTo>
                  <a:pt x="10800" y="19440"/>
                </a:lnTo>
                <a:lnTo>
                  <a:pt x="10800" y="18012"/>
                </a:lnTo>
                <a:lnTo>
                  <a:pt x="10800" y="16576"/>
                </a:lnTo>
                <a:lnTo>
                  <a:pt x="10800" y="15120"/>
                </a:lnTo>
                <a:lnTo>
                  <a:pt x="9418" y="15297"/>
                </a:lnTo>
                <a:lnTo>
                  <a:pt x="8024" y="15479"/>
                </a:lnTo>
                <a:lnTo>
                  <a:pt x="6614" y="15660"/>
                </a:lnTo>
                <a:lnTo>
                  <a:pt x="4858" y="15662"/>
                </a:lnTo>
                <a:lnTo>
                  <a:pt x="3702" y="15524"/>
                </a:lnTo>
                <a:lnTo>
                  <a:pt x="2160" y="15120"/>
                </a:lnTo>
                <a:lnTo>
                  <a:pt x="1493" y="13735"/>
                </a:lnTo>
                <a:lnTo>
                  <a:pt x="987" y="12344"/>
                </a:lnTo>
                <a:lnTo>
                  <a:pt x="616" y="10932"/>
                </a:lnTo>
                <a:lnTo>
                  <a:pt x="348" y="9489"/>
                </a:lnTo>
                <a:lnTo>
                  <a:pt x="151" y="8009"/>
                </a:lnTo>
                <a:lnTo>
                  <a:pt x="0" y="6480"/>
                </a:lnTo>
                <a:lnTo>
                  <a:pt x="1711" y="5959"/>
                </a:lnTo>
                <a:lnTo>
                  <a:pt x="3292" y="5517"/>
                </a:lnTo>
                <a:lnTo>
                  <a:pt x="4776" y="5162"/>
                </a:lnTo>
                <a:lnTo>
                  <a:pt x="6193" y="4916"/>
                </a:lnTo>
                <a:lnTo>
                  <a:pt x="7577" y="4791"/>
                </a:lnTo>
                <a:lnTo>
                  <a:pt x="8962" y="4800"/>
                </a:lnTo>
                <a:lnTo>
                  <a:pt x="10374" y="4959"/>
                </a:lnTo>
                <a:lnTo>
                  <a:pt x="11852" y="5283"/>
                </a:lnTo>
                <a:lnTo>
                  <a:pt x="13422" y="5784"/>
                </a:lnTo>
                <a:lnTo>
                  <a:pt x="15120" y="6480"/>
                </a:lnTo>
                <a:lnTo>
                  <a:pt x="15120" y="5197"/>
                </a:lnTo>
                <a:lnTo>
                  <a:pt x="15120" y="3910"/>
                </a:lnTo>
                <a:lnTo>
                  <a:pt x="15120" y="2618"/>
                </a:lnTo>
                <a:lnTo>
                  <a:pt x="15120" y="1315"/>
                </a:lnTo>
                <a:lnTo>
                  <a:pt x="15120" y="0"/>
                </a:lnTo>
                <a:close/>
              </a:path>
            </a:pathLst>
          </a:custGeom>
          <a:solidFill>
            <a:srgbClr val="575857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1" name="contour_05699"/>
          <p:cNvSpPr/>
          <p:nvPr/>
        </p:nvSpPr>
        <p:spPr>
          <a:xfrm>
            <a:off x="2342532" y="5932425"/>
            <a:ext cx="96165" cy="745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4" y="0"/>
                </a:moveTo>
                <a:lnTo>
                  <a:pt x="20456" y="0"/>
                </a:lnTo>
                <a:lnTo>
                  <a:pt x="21281" y="0"/>
                </a:lnTo>
                <a:lnTo>
                  <a:pt x="21343" y="1287"/>
                </a:lnTo>
                <a:lnTo>
                  <a:pt x="21397" y="2576"/>
                </a:lnTo>
                <a:lnTo>
                  <a:pt x="21444" y="3862"/>
                </a:lnTo>
                <a:lnTo>
                  <a:pt x="21485" y="5151"/>
                </a:lnTo>
                <a:lnTo>
                  <a:pt x="21543" y="6588"/>
                </a:lnTo>
                <a:lnTo>
                  <a:pt x="21600" y="8048"/>
                </a:lnTo>
                <a:lnTo>
                  <a:pt x="21441" y="9297"/>
                </a:lnTo>
                <a:lnTo>
                  <a:pt x="21281" y="10564"/>
                </a:lnTo>
                <a:lnTo>
                  <a:pt x="20472" y="11118"/>
                </a:lnTo>
                <a:lnTo>
                  <a:pt x="19657" y="11655"/>
                </a:lnTo>
                <a:lnTo>
                  <a:pt x="18835" y="12174"/>
                </a:lnTo>
                <a:lnTo>
                  <a:pt x="18007" y="12677"/>
                </a:lnTo>
                <a:lnTo>
                  <a:pt x="17686" y="14209"/>
                </a:lnTo>
                <a:lnTo>
                  <a:pt x="17527" y="15340"/>
                </a:lnTo>
                <a:lnTo>
                  <a:pt x="17393" y="17034"/>
                </a:lnTo>
                <a:lnTo>
                  <a:pt x="17129" y="18712"/>
                </a:lnTo>
                <a:lnTo>
                  <a:pt x="16864" y="19772"/>
                </a:lnTo>
                <a:lnTo>
                  <a:pt x="16370" y="21129"/>
                </a:lnTo>
                <a:lnTo>
                  <a:pt x="15235" y="21450"/>
                </a:lnTo>
                <a:lnTo>
                  <a:pt x="14171" y="21596"/>
                </a:lnTo>
                <a:lnTo>
                  <a:pt x="13140" y="21600"/>
                </a:lnTo>
                <a:lnTo>
                  <a:pt x="12099" y="21501"/>
                </a:lnTo>
                <a:lnTo>
                  <a:pt x="11007" y="21332"/>
                </a:lnTo>
                <a:lnTo>
                  <a:pt x="9822" y="21129"/>
                </a:lnTo>
                <a:lnTo>
                  <a:pt x="9822" y="19732"/>
                </a:lnTo>
                <a:lnTo>
                  <a:pt x="9822" y="18327"/>
                </a:lnTo>
                <a:lnTo>
                  <a:pt x="9822" y="16903"/>
                </a:lnTo>
                <a:lnTo>
                  <a:pt x="9328" y="16797"/>
                </a:lnTo>
                <a:lnTo>
                  <a:pt x="8874" y="16698"/>
                </a:lnTo>
                <a:lnTo>
                  <a:pt x="8378" y="16592"/>
                </a:lnTo>
                <a:lnTo>
                  <a:pt x="7759" y="16459"/>
                </a:lnTo>
                <a:lnTo>
                  <a:pt x="6938" y="16282"/>
                </a:lnTo>
                <a:lnTo>
                  <a:pt x="5831" y="16045"/>
                </a:lnTo>
                <a:lnTo>
                  <a:pt x="4361" y="15728"/>
                </a:lnTo>
                <a:lnTo>
                  <a:pt x="2444" y="15316"/>
                </a:lnTo>
                <a:lnTo>
                  <a:pt x="0" y="14790"/>
                </a:lnTo>
                <a:lnTo>
                  <a:pt x="0" y="13742"/>
                </a:lnTo>
                <a:lnTo>
                  <a:pt x="0" y="12677"/>
                </a:lnTo>
                <a:lnTo>
                  <a:pt x="1077" y="12341"/>
                </a:lnTo>
                <a:lnTo>
                  <a:pt x="2158" y="12014"/>
                </a:lnTo>
                <a:lnTo>
                  <a:pt x="3240" y="11705"/>
                </a:lnTo>
                <a:lnTo>
                  <a:pt x="4325" y="11418"/>
                </a:lnTo>
                <a:lnTo>
                  <a:pt x="5610" y="11082"/>
                </a:lnTo>
                <a:lnTo>
                  <a:pt x="6833" y="10733"/>
                </a:lnTo>
                <a:lnTo>
                  <a:pt x="7998" y="10359"/>
                </a:lnTo>
                <a:lnTo>
                  <a:pt x="9111" y="9952"/>
                </a:lnTo>
                <a:lnTo>
                  <a:pt x="10177" y="9497"/>
                </a:lnTo>
                <a:lnTo>
                  <a:pt x="11202" y="8990"/>
                </a:lnTo>
                <a:lnTo>
                  <a:pt x="12189" y="8418"/>
                </a:lnTo>
                <a:lnTo>
                  <a:pt x="13145" y="7767"/>
                </a:lnTo>
                <a:lnTo>
                  <a:pt x="14073" y="7032"/>
                </a:lnTo>
                <a:lnTo>
                  <a:pt x="14983" y="6199"/>
                </a:lnTo>
                <a:lnTo>
                  <a:pt x="15875" y="5261"/>
                </a:lnTo>
                <a:lnTo>
                  <a:pt x="16758" y="4205"/>
                </a:lnTo>
                <a:lnTo>
                  <a:pt x="17635" y="3021"/>
                </a:lnTo>
                <a:lnTo>
                  <a:pt x="18513" y="1701"/>
                </a:lnTo>
                <a:lnTo>
                  <a:pt x="19074" y="856"/>
                </a:lnTo>
                <a:lnTo>
                  <a:pt x="19644" y="0"/>
                </a:lnTo>
                <a:close/>
              </a:path>
            </a:pathLst>
          </a:custGeom>
          <a:solidFill>
            <a:srgbClr val="CACFD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2" name="contour_05700"/>
          <p:cNvSpPr/>
          <p:nvPr/>
        </p:nvSpPr>
        <p:spPr>
          <a:xfrm>
            <a:off x="4412322" y="5939451"/>
            <a:ext cx="87456" cy="512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3180"/>
                </a:moveTo>
                <a:lnTo>
                  <a:pt x="20398" y="5231"/>
                </a:lnTo>
                <a:lnTo>
                  <a:pt x="20822" y="7156"/>
                </a:lnTo>
                <a:lnTo>
                  <a:pt x="21116" y="9053"/>
                </a:lnTo>
                <a:lnTo>
                  <a:pt x="21317" y="11006"/>
                </a:lnTo>
                <a:lnTo>
                  <a:pt x="21465" y="13112"/>
                </a:lnTo>
                <a:lnTo>
                  <a:pt x="21600" y="15460"/>
                </a:lnTo>
                <a:lnTo>
                  <a:pt x="21044" y="15405"/>
                </a:lnTo>
                <a:lnTo>
                  <a:pt x="19364" y="15245"/>
                </a:lnTo>
                <a:lnTo>
                  <a:pt x="18392" y="15190"/>
                </a:lnTo>
                <a:lnTo>
                  <a:pt x="17415" y="15135"/>
                </a:lnTo>
                <a:lnTo>
                  <a:pt x="16425" y="15076"/>
                </a:lnTo>
                <a:lnTo>
                  <a:pt x="15464" y="15006"/>
                </a:lnTo>
                <a:lnTo>
                  <a:pt x="14495" y="14935"/>
                </a:lnTo>
                <a:lnTo>
                  <a:pt x="13514" y="14862"/>
                </a:lnTo>
                <a:lnTo>
                  <a:pt x="12047" y="15313"/>
                </a:lnTo>
                <a:lnTo>
                  <a:pt x="10872" y="15973"/>
                </a:lnTo>
                <a:lnTo>
                  <a:pt x="9893" y="16888"/>
                </a:lnTo>
                <a:lnTo>
                  <a:pt x="9018" y="18097"/>
                </a:lnTo>
                <a:lnTo>
                  <a:pt x="8150" y="19654"/>
                </a:lnTo>
                <a:lnTo>
                  <a:pt x="7200" y="21600"/>
                </a:lnTo>
                <a:lnTo>
                  <a:pt x="7200" y="19571"/>
                </a:lnTo>
                <a:lnTo>
                  <a:pt x="7200" y="17529"/>
                </a:lnTo>
                <a:lnTo>
                  <a:pt x="7200" y="15460"/>
                </a:lnTo>
                <a:lnTo>
                  <a:pt x="6012" y="15967"/>
                </a:lnTo>
                <a:lnTo>
                  <a:pt x="4822" y="16473"/>
                </a:lnTo>
                <a:lnTo>
                  <a:pt x="3627" y="16983"/>
                </a:lnTo>
                <a:lnTo>
                  <a:pt x="2426" y="17496"/>
                </a:lnTo>
                <a:lnTo>
                  <a:pt x="1219" y="18011"/>
                </a:lnTo>
                <a:lnTo>
                  <a:pt x="0" y="18530"/>
                </a:lnTo>
                <a:lnTo>
                  <a:pt x="142" y="16200"/>
                </a:lnTo>
                <a:lnTo>
                  <a:pt x="302" y="14106"/>
                </a:lnTo>
                <a:lnTo>
                  <a:pt x="513" y="12154"/>
                </a:lnTo>
                <a:lnTo>
                  <a:pt x="812" y="10254"/>
                </a:lnTo>
                <a:lnTo>
                  <a:pt x="1229" y="8316"/>
                </a:lnTo>
                <a:lnTo>
                  <a:pt x="1800" y="6250"/>
                </a:lnTo>
                <a:lnTo>
                  <a:pt x="2860" y="4998"/>
                </a:lnTo>
                <a:lnTo>
                  <a:pt x="3964" y="3874"/>
                </a:lnTo>
                <a:lnTo>
                  <a:pt x="5107" y="2883"/>
                </a:lnTo>
                <a:lnTo>
                  <a:pt x="6282" y="2029"/>
                </a:lnTo>
                <a:lnTo>
                  <a:pt x="7484" y="1317"/>
                </a:lnTo>
                <a:lnTo>
                  <a:pt x="8710" y="755"/>
                </a:lnTo>
                <a:lnTo>
                  <a:pt x="9950" y="344"/>
                </a:lnTo>
                <a:lnTo>
                  <a:pt x="11203" y="92"/>
                </a:lnTo>
                <a:lnTo>
                  <a:pt x="12460" y="0"/>
                </a:lnTo>
                <a:lnTo>
                  <a:pt x="13716" y="80"/>
                </a:lnTo>
                <a:lnTo>
                  <a:pt x="14967" y="332"/>
                </a:lnTo>
                <a:lnTo>
                  <a:pt x="16207" y="764"/>
                </a:lnTo>
                <a:lnTo>
                  <a:pt x="17429" y="1378"/>
                </a:lnTo>
                <a:lnTo>
                  <a:pt x="18628" y="2183"/>
                </a:lnTo>
                <a:lnTo>
                  <a:pt x="19800" y="3180"/>
                </a:lnTo>
                <a:close/>
              </a:path>
            </a:pathLst>
          </a:custGeom>
          <a:solidFill>
            <a:srgbClr val="44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3" name="contour_05701"/>
          <p:cNvSpPr/>
          <p:nvPr/>
        </p:nvSpPr>
        <p:spPr>
          <a:xfrm>
            <a:off x="7953732" y="5881409"/>
            <a:ext cx="58727" cy="729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" y="0"/>
                </a:moveTo>
                <a:lnTo>
                  <a:pt x="1976" y="0"/>
                </a:lnTo>
                <a:lnTo>
                  <a:pt x="3758" y="0"/>
                </a:lnTo>
                <a:lnTo>
                  <a:pt x="5565" y="0"/>
                </a:lnTo>
                <a:lnTo>
                  <a:pt x="5565" y="1424"/>
                </a:lnTo>
                <a:lnTo>
                  <a:pt x="5565" y="2850"/>
                </a:lnTo>
                <a:lnTo>
                  <a:pt x="5565" y="4276"/>
                </a:lnTo>
                <a:lnTo>
                  <a:pt x="5565" y="5706"/>
                </a:lnTo>
                <a:lnTo>
                  <a:pt x="5565" y="7141"/>
                </a:lnTo>
                <a:lnTo>
                  <a:pt x="5565" y="8582"/>
                </a:lnTo>
                <a:lnTo>
                  <a:pt x="5565" y="10028"/>
                </a:lnTo>
                <a:lnTo>
                  <a:pt x="5565" y="11482"/>
                </a:lnTo>
                <a:lnTo>
                  <a:pt x="5565" y="12944"/>
                </a:lnTo>
                <a:lnTo>
                  <a:pt x="7157" y="12944"/>
                </a:lnTo>
                <a:lnTo>
                  <a:pt x="8755" y="12944"/>
                </a:lnTo>
                <a:lnTo>
                  <a:pt x="10358" y="12944"/>
                </a:lnTo>
                <a:lnTo>
                  <a:pt x="11974" y="12944"/>
                </a:lnTo>
                <a:lnTo>
                  <a:pt x="13607" y="12944"/>
                </a:lnTo>
                <a:lnTo>
                  <a:pt x="14352" y="11534"/>
                </a:lnTo>
                <a:lnTo>
                  <a:pt x="14775" y="10500"/>
                </a:lnTo>
                <a:lnTo>
                  <a:pt x="15033" y="9342"/>
                </a:lnTo>
                <a:lnTo>
                  <a:pt x="15282" y="7551"/>
                </a:lnTo>
                <a:lnTo>
                  <a:pt x="15545" y="5760"/>
                </a:lnTo>
                <a:lnTo>
                  <a:pt x="15738" y="4602"/>
                </a:lnTo>
                <a:lnTo>
                  <a:pt x="15952" y="3568"/>
                </a:lnTo>
                <a:lnTo>
                  <a:pt x="16287" y="2157"/>
                </a:lnTo>
                <a:lnTo>
                  <a:pt x="17617" y="2157"/>
                </a:lnTo>
                <a:lnTo>
                  <a:pt x="18968" y="2157"/>
                </a:lnTo>
                <a:lnTo>
                  <a:pt x="19319" y="3612"/>
                </a:lnTo>
                <a:lnTo>
                  <a:pt x="19662" y="5066"/>
                </a:lnTo>
                <a:lnTo>
                  <a:pt x="19994" y="6522"/>
                </a:lnTo>
                <a:lnTo>
                  <a:pt x="20321" y="7980"/>
                </a:lnTo>
                <a:lnTo>
                  <a:pt x="20643" y="9439"/>
                </a:lnTo>
                <a:lnTo>
                  <a:pt x="20954" y="10791"/>
                </a:lnTo>
                <a:lnTo>
                  <a:pt x="21268" y="12153"/>
                </a:lnTo>
                <a:lnTo>
                  <a:pt x="21587" y="13533"/>
                </a:lnTo>
                <a:lnTo>
                  <a:pt x="21600" y="15374"/>
                </a:lnTo>
                <a:lnTo>
                  <a:pt x="21495" y="16627"/>
                </a:lnTo>
                <a:lnTo>
                  <a:pt x="21171" y="17602"/>
                </a:lnTo>
                <a:lnTo>
                  <a:pt x="20528" y="18606"/>
                </a:lnTo>
                <a:lnTo>
                  <a:pt x="19461" y="19947"/>
                </a:lnTo>
                <a:lnTo>
                  <a:pt x="17574" y="20888"/>
                </a:lnTo>
                <a:lnTo>
                  <a:pt x="16263" y="21373"/>
                </a:lnTo>
                <a:lnTo>
                  <a:pt x="14917" y="21559"/>
                </a:lnTo>
                <a:lnTo>
                  <a:pt x="12926" y="21600"/>
                </a:lnTo>
                <a:lnTo>
                  <a:pt x="11186" y="21253"/>
                </a:lnTo>
                <a:lnTo>
                  <a:pt x="9420" y="20901"/>
                </a:lnTo>
                <a:lnTo>
                  <a:pt x="7666" y="20577"/>
                </a:lnTo>
                <a:lnTo>
                  <a:pt x="5889" y="20252"/>
                </a:lnTo>
                <a:lnTo>
                  <a:pt x="4109" y="19736"/>
                </a:lnTo>
                <a:lnTo>
                  <a:pt x="2924" y="19251"/>
                </a:lnTo>
                <a:lnTo>
                  <a:pt x="1801" y="18519"/>
                </a:lnTo>
                <a:lnTo>
                  <a:pt x="204" y="17259"/>
                </a:lnTo>
                <a:lnTo>
                  <a:pt x="118" y="15788"/>
                </a:lnTo>
                <a:lnTo>
                  <a:pt x="56" y="14330"/>
                </a:lnTo>
                <a:lnTo>
                  <a:pt x="16" y="12875"/>
                </a:lnTo>
                <a:lnTo>
                  <a:pt x="0" y="11423"/>
                </a:lnTo>
                <a:lnTo>
                  <a:pt x="8" y="9965"/>
                </a:lnTo>
                <a:lnTo>
                  <a:pt x="38" y="8496"/>
                </a:lnTo>
                <a:lnTo>
                  <a:pt x="46" y="7881"/>
                </a:lnTo>
                <a:lnTo>
                  <a:pt x="72" y="6030"/>
                </a:lnTo>
                <a:lnTo>
                  <a:pt x="99" y="4522"/>
                </a:lnTo>
                <a:lnTo>
                  <a:pt x="131" y="3016"/>
                </a:lnTo>
                <a:lnTo>
                  <a:pt x="166" y="1508"/>
                </a:lnTo>
                <a:lnTo>
                  <a:pt x="204" y="0"/>
                </a:lnTo>
                <a:close/>
              </a:path>
            </a:pathLst>
          </a:custGeom>
          <a:solidFill>
            <a:srgbClr val="9E8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4" name="contour_05702"/>
          <p:cNvSpPr/>
          <p:nvPr/>
        </p:nvSpPr>
        <p:spPr>
          <a:xfrm>
            <a:off x="921374" y="5844969"/>
            <a:ext cx="6559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030" y="203"/>
                </a:lnTo>
                <a:lnTo>
                  <a:pt x="12007" y="420"/>
                </a:lnTo>
                <a:lnTo>
                  <a:pt x="12982" y="788"/>
                </a:lnTo>
                <a:lnTo>
                  <a:pt x="14400" y="1440"/>
                </a:lnTo>
                <a:lnTo>
                  <a:pt x="14458" y="2475"/>
                </a:lnTo>
                <a:lnTo>
                  <a:pt x="14479" y="3499"/>
                </a:lnTo>
                <a:lnTo>
                  <a:pt x="14467" y="4517"/>
                </a:lnTo>
                <a:lnTo>
                  <a:pt x="14424" y="5530"/>
                </a:lnTo>
                <a:lnTo>
                  <a:pt x="14352" y="6543"/>
                </a:lnTo>
                <a:lnTo>
                  <a:pt x="14256" y="7559"/>
                </a:lnTo>
                <a:lnTo>
                  <a:pt x="14138" y="8580"/>
                </a:lnTo>
                <a:lnTo>
                  <a:pt x="14002" y="9611"/>
                </a:lnTo>
                <a:lnTo>
                  <a:pt x="13934" y="10598"/>
                </a:lnTo>
                <a:lnTo>
                  <a:pt x="13913" y="11550"/>
                </a:lnTo>
                <a:lnTo>
                  <a:pt x="13963" y="12486"/>
                </a:lnTo>
                <a:lnTo>
                  <a:pt x="14117" y="13428"/>
                </a:lnTo>
                <a:lnTo>
                  <a:pt x="14400" y="14400"/>
                </a:lnTo>
                <a:lnTo>
                  <a:pt x="15938" y="15185"/>
                </a:lnTo>
                <a:lnTo>
                  <a:pt x="17074" y="15741"/>
                </a:lnTo>
                <a:lnTo>
                  <a:pt x="18007" y="16148"/>
                </a:lnTo>
                <a:lnTo>
                  <a:pt x="18941" y="16487"/>
                </a:lnTo>
                <a:lnTo>
                  <a:pt x="20071" y="16838"/>
                </a:lnTo>
                <a:lnTo>
                  <a:pt x="21600" y="17280"/>
                </a:lnTo>
                <a:lnTo>
                  <a:pt x="20330" y="18016"/>
                </a:lnTo>
                <a:lnTo>
                  <a:pt x="19056" y="18713"/>
                </a:lnTo>
                <a:lnTo>
                  <a:pt x="17758" y="19369"/>
                </a:lnTo>
                <a:lnTo>
                  <a:pt x="16421" y="19989"/>
                </a:lnTo>
                <a:lnTo>
                  <a:pt x="15026" y="20566"/>
                </a:lnTo>
                <a:lnTo>
                  <a:pt x="13560" y="21103"/>
                </a:lnTo>
                <a:lnTo>
                  <a:pt x="12000" y="21600"/>
                </a:lnTo>
                <a:lnTo>
                  <a:pt x="10426" y="21560"/>
                </a:lnTo>
                <a:lnTo>
                  <a:pt x="8894" y="21472"/>
                </a:lnTo>
                <a:lnTo>
                  <a:pt x="7392" y="21341"/>
                </a:lnTo>
                <a:lnTo>
                  <a:pt x="5911" y="21171"/>
                </a:lnTo>
                <a:lnTo>
                  <a:pt x="4440" y="20965"/>
                </a:lnTo>
                <a:lnTo>
                  <a:pt x="2971" y="20724"/>
                </a:lnTo>
                <a:lnTo>
                  <a:pt x="1495" y="20455"/>
                </a:lnTo>
                <a:lnTo>
                  <a:pt x="0" y="20160"/>
                </a:lnTo>
                <a:lnTo>
                  <a:pt x="694" y="19328"/>
                </a:lnTo>
                <a:lnTo>
                  <a:pt x="1392" y="18490"/>
                </a:lnTo>
                <a:lnTo>
                  <a:pt x="2100" y="17640"/>
                </a:lnTo>
                <a:lnTo>
                  <a:pt x="2750" y="16842"/>
                </a:lnTo>
                <a:lnTo>
                  <a:pt x="3413" y="16032"/>
                </a:lnTo>
                <a:lnTo>
                  <a:pt x="4236" y="15067"/>
                </a:lnTo>
                <a:lnTo>
                  <a:pt x="4800" y="14435"/>
                </a:lnTo>
                <a:lnTo>
                  <a:pt x="5364" y="13851"/>
                </a:lnTo>
                <a:lnTo>
                  <a:pt x="6187" y="13039"/>
                </a:lnTo>
                <a:lnTo>
                  <a:pt x="7073" y="12063"/>
                </a:lnTo>
                <a:lnTo>
                  <a:pt x="7810" y="11095"/>
                </a:lnTo>
                <a:lnTo>
                  <a:pt x="8414" y="10130"/>
                </a:lnTo>
                <a:lnTo>
                  <a:pt x="8897" y="9166"/>
                </a:lnTo>
                <a:lnTo>
                  <a:pt x="9266" y="8199"/>
                </a:lnTo>
                <a:lnTo>
                  <a:pt x="9535" y="7229"/>
                </a:lnTo>
                <a:lnTo>
                  <a:pt x="9718" y="6248"/>
                </a:lnTo>
                <a:lnTo>
                  <a:pt x="9823" y="5256"/>
                </a:lnTo>
                <a:lnTo>
                  <a:pt x="9862" y="4248"/>
                </a:lnTo>
                <a:lnTo>
                  <a:pt x="9847" y="3221"/>
                </a:lnTo>
                <a:lnTo>
                  <a:pt x="9792" y="2173"/>
                </a:lnTo>
                <a:lnTo>
                  <a:pt x="9706" y="1100"/>
                </a:lnTo>
                <a:lnTo>
                  <a:pt x="9600" y="0"/>
                </a:lnTo>
                <a:close/>
              </a:path>
            </a:pathLst>
          </a:custGeom>
          <a:solidFill>
            <a:srgbClr val="343638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5" name="contour_05703"/>
          <p:cNvSpPr/>
          <p:nvPr/>
        </p:nvSpPr>
        <p:spPr>
          <a:xfrm>
            <a:off x="10943040" y="5857147"/>
            <a:ext cx="64914" cy="53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14" y="118"/>
                </a:moveTo>
                <a:lnTo>
                  <a:pt x="6637" y="9"/>
                </a:lnTo>
                <a:lnTo>
                  <a:pt x="8362" y="0"/>
                </a:lnTo>
                <a:lnTo>
                  <a:pt x="9999" y="115"/>
                </a:lnTo>
                <a:lnTo>
                  <a:pt x="11568" y="383"/>
                </a:lnTo>
                <a:lnTo>
                  <a:pt x="13081" y="825"/>
                </a:lnTo>
                <a:lnTo>
                  <a:pt x="14553" y="1465"/>
                </a:lnTo>
                <a:lnTo>
                  <a:pt x="16001" y="2331"/>
                </a:lnTo>
                <a:lnTo>
                  <a:pt x="17434" y="3448"/>
                </a:lnTo>
                <a:lnTo>
                  <a:pt x="18872" y="4839"/>
                </a:lnTo>
                <a:lnTo>
                  <a:pt x="20172" y="6472"/>
                </a:lnTo>
                <a:lnTo>
                  <a:pt x="20880" y="7763"/>
                </a:lnTo>
                <a:lnTo>
                  <a:pt x="21600" y="9811"/>
                </a:lnTo>
                <a:lnTo>
                  <a:pt x="21341" y="12092"/>
                </a:lnTo>
                <a:lnTo>
                  <a:pt x="21083" y="13693"/>
                </a:lnTo>
                <a:lnTo>
                  <a:pt x="20715" y="15037"/>
                </a:lnTo>
                <a:lnTo>
                  <a:pt x="20118" y="16549"/>
                </a:lnTo>
                <a:lnTo>
                  <a:pt x="19175" y="18653"/>
                </a:lnTo>
                <a:lnTo>
                  <a:pt x="17490" y="19289"/>
                </a:lnTo>
                <a:lnTo>
                  <a:pt x="16221" y="19734"/>
                </a:lnTo>
                <a:lnTo>
                  <a:pt x="15132" y="20038"/>
                </a:lnTo>
                <a:lnTo>
                  <a:pt x="13980" y="20259"/>
                </a:lnTo>
                <a:lnTo>
                  <a:pt x="12528" y="20454"/>
                </a:lnTo>
                <a:lnTo>
                  <a:pt x="10534" y="20680"/>
                </a:lnTo>
                <a:lnTo>
                  <a:pt x="9843" y="20766"/>
                </a:lnTo>
                <a:lnTo>
                  <a:pt x="8624" y="20916"/>
                </a:lnTo>
                <a:lnTo>
                  <a:pt x="5827" y="21267"/>
                </a:lnTo>
                <a:lnTo>
                  <a:pt x="4629" y="21376"/>
                </a:lnTo>
                <a:lnTo>
                  <a:pt x="3422" y="21488"/>
                </a:lnTo>
                <a:lnTo>
                  <a:pt x="2200" y="21600"/>
                </a:lnTo>
                <a:lnTo>
                  <a:pt x="1702" y="19617"/>
                </a:lnTo>
                <a:lnTo>
                  <a:pt x="1259" y="17730"/>
                </a:lnTo>
                <a:lnTo>
                  <a:pt x="871" y="15909"/>
                </a:lnTo>
                <a:lnTo>
                  <a:pt x="548" y="14123"/>
                </a:lnTo>
                <a:lnTo>
                  <a:pt x="293" y="12343"/>
                </a:lnTo>
                <a:lnTo>
                  <a:pt x="114" y="10536"/>
                </a:lnTo>
                <a:lnTo>
                  <a:pt x="15" y="8671"/>
                </a:lnTo>
                <a:lnTo>
                  <a:pt x="0" y="6723"/>
                </a:lnTo>
                <a:lnTo>
                  <a:pt x="78" y="4654"/>
                </a:lnTo>
                <a:lnTo>
                  <a:pt x="1346" y="2511"/>
                </a:lnTo>
                <a:lnTo>
                  <a:pt x="2260" y="1323"/>
                </a:lnTo>
                <a:lnTo>
                  <a:pt x="3269" y="669"/>
                </a:lnTo>
                <a:lnTo>
                  <a:pt x="4814" y="118"/>
                </a:lnTo>
                <a:close/>
              </a:path>
            </a:pathLst>
          </a:custGeom>
          <a:solidFill>
            <a:srgbClr val="B3B7BA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6" name="contour_05704"/>
          <p:cNvSpPr/>
          <p:nvPr/>
        </p:nvSpPr>
        <p:spPr>
          <a:xfrm>
            <a:off x="826630" y="5844969"/>
            <a:ext cx="72880" cy="542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096" y="299"/>
                </a:lnTo>
                <a:lnTo>
                  <a:pt x="7748" y="642"/>
                </a:lnTo>
                <a:lnTo>
                  <a:pt x="9290" y="1043"/>
                </a:lnTo>
                <a:lnTo>
                  <a:pt x="10735" y="1516"/>
                </a:lnTo>
                <a:lnTo>
                  <a:pt x="12098" y="2076"/>
                </a:lnTo>
                <a:lnTo>
                  <a:pt x="13392" y="2744"/>
                </a:lnTo>
                <a:lnTo>
                  <a:pt x="14628" y="3528"/>
                </a:lnTo>
                <a:lnTo>
                  <a:pt x="15822" y="4449"/>
                </a:lnTo>
                <a:lnTo>
                  <a:pt x="16984" y="5521"/>
                </a:lnTo>
                <a:lnTo>
                  <a:pt x="18131" y="6758"/>
                </a:lnTo>
                <a:lnTo>
                  <a:pt x="19274" y="8175"/>
                </a:lnTo>
                <a:lnTo>
                  <a:pt x="20425" y="9789"/>
                </a:lnTo>
                <a:lnTo>
                  <a:pt x="21600" y="11616"/>
                </a:lnTo>
                <a:lnTo>
                  <a:pt x="20403" y="13097"/>
                </a:lnTo>
                <a:lnTo>
                  <a:pt x="19224" y="14482"/>
                </a:lnTo>
                <a:lnTo>
                  <a:pt x="18051" y="15763"/>
                </a:lnTo>
                <a:lnTo>
                  <a:pt x="16867" y="16936"/>
                </a:lnTo>
                <a:lnTo>
                  <a:pt x="15660" y="17996"/>
                </a:lnTo>
                <a:lnTo>
                  <a:pt x="14416" y="18934"/>
                </a:lnTo>
                <a:lnTo>
                  <a:pt x="13120" y="19744"/>
                </a:lnTo>
                <a:lnTo>
                  <a:pt x="11761" y="20421"/>
                </a:lnTo>
                <a:lnTo>
                  <a:pt x="10323" y="20961"/>
                </a:lnTo>
                <a:lnTo>
                  <a:pt x="8791" y="21356"/>
                </a:lnTo>
                <a:lnTo>
                  <a:pt x="7154" y="21600"/>
                </a:lnTo>
                <a:lnTo>
                  <a:pt x="5530" y="21469"/>
                </a:lnTo>
                <a:lnTo>
                  <a:pt x="4467" y="21295"/>
                </a:lnTo>
                <a:lnTo>
                  <a:pt x="3501" y="20955"/>
                </a:lnTo>
                <a:lnTo>
                  <a:pt x="2160" y="20328"/>
                </a:lnTo>
                <a:lnTo>
                  <a:pt x="1434" y="18467"/>
                </a:lnTo>
                <a:lnTo>
                  <a:pt x="896" y="16611"/>
                </a:lnTo>
                <a:lnTo>
                  <a:pt x="516" y="14732"/>
                </a:lnTo>
                <a:lnTo>
                  <a:pt x="261" y="12810"/>
                </a:lnTo>
                <a:lnTo>
                  <a:pt x="99" y="10809"/>
                </a:lnTo>
                <a:lnTo>
                  <a:pt x="0" y="8712"/>
                </a:lnTo>
                <a:lnTo>
                  <a:pt x="1428" y="8712"/>
                </a:lnTo>
                <a:lnTo>
                  <a:pt x="2864" y="8712"/>
                </a:lnTo>
                <a:lnTo>
                  <a:pt x="4320" y="8712"/>
                </a:lnTo>
                <a:lnTo>
                  <a:pt x="4320" y="6987"/>
                </a:lnTo>
                <a:lnTo>
                  <a:pt x="4320" y="5256"/>
                </a:lnTo>
                <a:lnTo>
                  <a:pt x="4320" y="3520"/>
                </a:lnTo>
                <a:lnTo>
                  <a:pt x="4320" y="1769"/>
                </a:lnTo>
                <a:lnTo>
                  <a:pt x="4320" y="0"/>
                </a:lnTo>
                <a:close/>
              </a:path>
            </a:pathLst>
          </a:custGeom>
          <a:solidFill>
            <a:srgbClr val="A5A7A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7" name="contour_05705"/>
          <p:cNvSpPr/>
          <p:nvPr/>
        </p:nvSpPr>
        <p:spPr>
          <a:xfrm>
            <a:off x="1489494" y="5772089"/>
            <a:ext cx="80510" cy="729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68" y="0"/>
                </a:moveTo>
                <a:lnTo>
                  <a:pt x="9898" y="1241"/>
                </a:lnTo>
                <a:lnTo>
                  <a:pt x="9925" y="2482"/>
                </a:lnTo>
                <a:lnTo>
                  <a:pt x="9948" y="3723"/>
                </a:lnTo>
                <a:lnTo>
                  <a:pt x="9970" y="4964"/>
                </a:lnTo>
                <a:lnTo>
                  <a:pt x="9990" y="6204"/>
                </a:lnTo>
                <a:lnTo>
                  <a:pt x="10013" y="7357"/>
                </a:lnTo>
                <a:lnTo>
                  <a:pt x="10036" y="8518"/>
                </a:lnTo>
                <a:lnTo>
                  <a:pt x="10060" y="9694"/>
                </a:lnTo>
                <a:lnTo>
                  <a:pt x="9970" y="11086"/>
                </a:lnTo>
                <a:lnTo>
                  <a:pt x="9853" y="12143"/>
                </a:lnTo>
                <a:lnTo>
                  <a:pt x="9647" y="13082"/>
                </a:lnTo>
                <a:lnTo>
                  <a:pt x="9295" y="14107"/>
                </a:lnTo>
                <a:lnTo>
                  <a:pt x="8738" y="15430"/>
                </a:lnTo>
                <a:lnTo>
                  <a:pt x="7913" y="17264"/>
                </a:lnTo>
                <a:lnTo>
                  <a:pt x="9268" y="17264"/>
                </a:lnTo>
                <a:lnTo>
                  <a:pt x="10625" y="17264"/>
                </a:lnTo>
                <a:lnTo>
                  <a:pt x="11982" y="17264"/>
                </a:lnTo>
                <a:lnTo>
                  <a:pt x="13341" y="17264"/>
                </a:lnTo>
                <a:lnTo>
                  <a:pt x="14706" y="17264"/>
                </a:lnTo>
                <a:lnTo>
                  <a:pt x="16072" y="17264"/>
                </a:lnTo>
                <a:lnTo>
                  <a:pt x="17445" y="17264"/>
                </a:lnTo>
                <a:lnTo>
                  <a:pt x="18823" y="17264"/>
                </a:lnTo>
                <a:lnTo>
                  <a:pt x="20208" y="17264"/>
                </a:lnTo>
                <a:lnTo>
                  <a:pt x="21600" y="17264"/>
                </a:lnTo>
                <a:lnTo>
                  <a:pt x="21115" y="18333"/>
                </a:lnTo>
                <a:lnTo>
                  <a:pt x="20630" y="19405"/>
                </a:lnTo>
                <a:lnTo>
                  <a:pt x="20139" y="20486"/>
                </a:lnTo>
                <a:lnTo>
                  <a:pt x="19645" y="21581"/>
                </a:lnTo>
                <a:lnTo>
                  <a:pt x="18303" y="21600"/>
                </a:lnTo>
                <a:lnTo>
                  <a:pt x="17021" y="21576"/>
                </a:lnTo>
                <a:lnTo>
                  <a:pt x="15771" y="21512"/>
                </a:lnTo>
                <a:lnTo>
                  <a:pt x="14526" y="21399"/>
                </a:lnTo>
                <a:lnTo>
                  <a:pt x="13261" y="21244"/>
                </a:lnTo>
                <a:lnTo>
                  <a:pt x="11945" y="21041"/>
                </a:lnTo>
                <a:lnTo>
                  <a:pt x="10887" y="20912"/>
                </a:lnTo>
                <a:lnTo>
                  <a:pt x="9812" y="20780"/>
                </a:lnTo>
                <a:lnTo>
                  <a:pt x="8464" y="20553"/>
                </a:lnTo>
                <a:lnTo>
                  <a:pt x="7211" y="20284"/>
                </a:lnTo>
                <a:lnTo>
                  <a:pt x="6028" y="19945"/>
                </a:lnTo>
                <a:lnTo>
                  <a:pt x="4892" y="19520"/>
                </a:lnTo>
                <a:lnTo>
                  <a:pt x="3778" y="18984"/>
                </a:lnTo>
                <a:lnTo>
                  <a:pt x="2661" y="18318"/>
                </a:lnTo>
                <a:lnTo>
                  <a:pt x="1519" y="17500"/>
                </a:lnTo>
                <a:lnTo>
                  <a:pt x="692" y="16075"/>
                </a:lnTo>
                <a:lnTo>
                  <a:pt x="258" y="15076"/>
                </a:lnTo>
                <a:lnTo>
                  <a:pt x="76" y="14034"/>
                </a:lnTo>
                <a:lnTo>
                  <a:pt x="0" y="12476"/>
                </a:lnTo>
                <a:lnTo>
                  <a:pt x="657" y="9372"/>
                </a:lnTo>
                <a:lnTo>
                  <a:pt x="1228" y="6832"/>
                </a:lnTo>
                <a:lnTo>
                  <a:pt x="1760" y="4800"/>
                </a:lnTo>
                <a:lnTo>
                  <a:pt x="2294" y="3216"/>
                </a:lnTo>
                <a:lnTo>
                  <a:pt x="2876" y="2024"/>
                </a:lnTo>
                <a:lnTo>
                  <a:pt x="3551" y="1172"/>
                </a:lnTo>
                <a:lnTo>
                  <a:pt x="4362" y="600"/>
                </a:lnTo>
                <a:lnTo>
                  <a:pt x="5356" y="252"/>
                </a:lnTo>
                <a:lnTo>
                  <a:pt x="6574" y="76"/>
                </a:lnTo>
                <a:lnTo>
                  <a:pt x="8064" y="9"/>
                </a:lnTo>
                <a:lnTo>
                  <a:pt x="9868" y="0"/>
                </a:lnTo>
                <a:close/>
              </a:path>
            </a:pathLst>
          </a:custGeom>
          <a:solidFill>
            <a:srgbClr val="515154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8" name="contour_05706"/>
          <p:cNvSpPr/>
          <p:nvPr/>
        </p:nvSpPr>
        <p:spPr>
          <a:xfrm>
            <a:off x="7509718" y="5764801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790" y="0"/>
                </a:lnTo>
                <a:lnTo>
                  <a:pt x="5987" y="0"/>
                </a:lnTo>
                <a:lnTo>
                  <a:pt x="7200" y="0"/>
                </a:lnTo>
                <a:lnTo>
                  <a:pt x="7571" y="1845"/>
                </a:lnTo>
                <a:lnTo>
                  <a:pt x="7936" y="3694"/>
                </a:lnTo>
                <a:lnTo>
                  <a:pt x="8296" y="5545"/>
                </a:lnTo>
                <a:lnTo>
                  <a:pt x="8651" y="7400"/>
                </a:lnTo>
                <a:lnTo>
                  <a:pt x="9000" y="9257"/>
                </a:lnTo>
                <a:lnTo>
                  <a:pt x="10132" y="10501"/>
                </a:lnTo>
                <a:lnTo>
                  <a:pt x="10883" y="11235"/>
                </a:lnTo>
                <a:lnTo>
                  <a:pt x="11594" y="11753"/>
                </a:lnTo>
                <a:lnTo>
                  <a:pt x="12600" y="12343"/>
                </a:lnTo>
                <a:lnTo>
                  <a:pt x="12600" y="10306"/>
                </a:lnTo>
                <a:lnTo>
                  <a:pt x="12600" y="8267"/>
                </a:lnTo>
                <a:lnTo>
                  <a:pt x="12600" y="6218"/>
                </a:lnTo>
                <a:lnTo>
                  <a:pt x="12600" y="4160"/>
                </a:lnTo>
                <a:lnTo>
                  <a:pt x="12600" y="2089"/>
                </a:lnTo>
                <a:lnTo>
                  <a:pt x="12600" y="0"/>
                </a:lnTo>
                <a:lnTo>
                  <a:pt x="13669" y="0"/>
                </a:lnTo>
                <a:lnTo>
                  <a:pt x="14742" y="0"/>
                </a:lnTo>
                <a:lnTo>
                  <a:pt x="15818" y="0"/>
                </a:lnTo>
                <a:lnTo>
                  <a:pt x="16904" y="0"/>
                </a:lnTo>
                <a:lnTo>
                  <a:pt x="18000" y="0"/>
                </a:lnTo>
                <a:lnTo>
                  <a:pt x="17926" y="1466"/>
                </a:lnTo>
                <a:lnTo>
                  <a:pt x="17851" y="2941"/>
                </a:lnTo>
                <a:lnTo>
                  <a:pt x="17775" y="4437"/>
                </a:lnTo>
                <a:lnTo>
                  <a:pt x="17809" y="5144"/>
                </a:lnTo>
                <a:lnTo>
                  <a:pt x="17867" y="6394"/>
                </a:lnTo>
                <a:lnTo>
                  <a:pt x="18000" y="9257"/>
                </a:lnTo>
                <a:lnTo>
                  <a:pt x="19069" y="10501"/>
                </a:lnTo>
                <a:lnTo>
                  <a:pt x="19800" y="11235"/>
                </a:lnTo>
                <a:lnTo>
                  <a:pt x="20531" y="11753"/>
                </a:lnTo>
                <a:lnTo>
                  <a:pt x="21600" y="12343"/>
                </a:lnTo>
                <a:lnTo>
                  <a:pt x="21028" y="14379"/>
                </a:lnTo>
                <a:lnTo>
                  <a:pt x="20576" y="15876"/>
                </a:lnTo>
                <a:lnTo>
                  <a:pt x="20149" y="17089"/>
                </a:lnTo>
                <a:lnTo>
                  <a:pt x="19643" y="18277"/>
                </a:lnTo>
                <a:lnTo>
                  <a:pt x="18959" y="19693"/>
                </a:lnTo>
                <a:lnTo>
                  <a:pt x="18000" y="21600"/>
                </a:lnTo>
                <a:lnTo>
                  <a:pt x="16641" y="21393"/>
                </a:lnTo>
                <a:lnTo>
                  <a:pt x="15394" y="21122"/>
                </a:lnTo>
                <a:lnTo>
                  <a:pt x="14211" y="20776"/>
                </a:lnTo>
                <a:lnTo>
                  <a:pt x="13045" y="20332"/>
                </a:lnTo>
                <a:lnTo>
                  <a:pt x="11849" y="19776"/>
                </a:lnTo>
                <a:lnTo>
                  <a:pt x="10575" y="19094"/>
                </a:lnTo>
                <a:lnTo>
                  <a:pt x="10069" y="18838"/>
                </a:lnTo>
                <a:lnTo>
                  <a:pt x="8543" y="18073"/>
                </a:lnTo>
                <a:lnTo>
                  <a:pt x="7551" y="17564"/>
                </a:lnTo>
                <a:lnTo>
                  <a:pt x="6561" y="17042"/>
                </a:lnTo>
                <a:lnTo>
                  <a:pt x="5573" y="16512"/>
                </a:lnTo>
                <a:lnTo>
                  <a:pt x="4585" y="15972"/>
                </a:lnTo>
                <a:lnTo>
                  <a:pt x="3600" y="15429"/>
                </a:lnTo>
                <a:lnTo>
                  <a:pt x="3600" y="17468"/>
                </a:lnTo>
                <a:lnTo>
                  <a:pt x="3600" y="19520"/>
                </a:lnTo>
                <a:lnTo>
                  <a:pt x="3600" y="21600"/>
                </a:lnTo>
                <a:lnTo>
                  <a:pt x="2709" y="20835"/>
                </a:lnTo>
                <a:lnTo>
                  <a:pt x="1813" y="20069"/>
                </a:lnTo>
                <a:lnTo>
                  <a:pt x="913" y="19295"/>
                </a:lnTo>
                <a:lnTo>
                  <a:pt x="0" y="18514"/>
                </a:lnTo>
                <a:lnTo>
                  <a:pt x="306" y="16660"/>
                </a:lnTo>
                <a:lnTo>
                  <a:pt x="617" y="14805"/>
                </a:lnTo>
                <a:lnTo>
                  <a:pt x="932" y="12954"/>
                </a:lnTo>
                <a:lnTo>
                  <a:pt x="1253" y="11105"/>
                </a:lnTo>
                <a:lnTo>
                  <a:pt x="1575" y="9257"/>
                </a:lnTo>
                <a:lnTo>
                  <a:pt x="1867" y="7535"/>
                </a:lnTo>
                <a:lnTo>
                  <a:pt x="2162" y="5804"/>
                </a:lnTo>
                <a:lnTo>
                  <a:pt x="2461" y="4048"/>
                </a:lnTo>
                <a:lnTo>
                  <a:pt x="2837" y="2712"/>
                </a:lnTo>
                <a:lnTo>
                  <a:pt x="3217" y="1364"/>
                </a:lnTo>
                <a:lnTo>
                  <a:pt x="3600" y="0"/>
                </a:lnTo>
                <a:close/>
              </a:path>
            </a:pathLst>
          </a:custGeom>
          <a:solidFill>
            <a:srgbClr val="27251F"/>
          </a:solidFill>
          <a:ln>
            <a:noFill/>
          </a:ln>
        </p:spPr>
        <p:txBody>
          <a:bodyPr/>
          <a:lstStyle/>
          <a:p/>
        </p:txBody>
      </p:sp>
      <p:sp>
        <p:nvSpPr>
          <p:cNvPr id="5709" name="contour_05707"/>
          <p:cNvSpPr/>
          <p:nvPr/>
        </p:nvSpPr>
        <p:spPr>
          <a:xfrm>
            <a:off x="3681846" y="5779377"/>
            <a:ext cx="1182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22" y="0"/>
                </a:moveTo>
                <a:lnTo>
                  <a:pt x="9864" y="825"/>
                </a:lnTo>
                <a:lnTo>
                  <a:pt x="10111" y="1663"/>
                </a:lnTo>
                <a:lnTo>
                  <a:pt x="10465" y="2832"/>
                </a:lnTo>
                <a:lnTo>
                  <a:pt x="10823" y="3998"/>
                </a:lnTo>
                <a:lnTo>
                  <a:pt x="11185" y="5160"/>
                </a:lnTo>
                <a:lnTo>
                  <a:pt x="11549" y="6322"/>
                </a:lnTo>
                <a:lnTo>
                  <a:pt x="11915" y="7482"/>
                </a:lnTo>
                <a:lnTo>
                  <a:pt x="12284" y="8640"/>
                </a:lnTo>
                <a:lnTo>
                  <a:pt x="12641" y="9800"/>
                </a:lnTo>
                <a:lnTo>
                  <a:pt x="13000" y="10966"/>
                </a:lnTo>
                <a:lnTo>
                  <a:pt x="13365" y="12150"/>
                </a:lnTo>
                <a:lnTo>
                  <a:pt x="14059" y="13344"/>
                </a:lnTo>
                <a:lnTo>
                  <a:pt x="14782" y="14383"/>
                </a:lnTo>
                <a:lnTo>
                  <a:pt x="15531" y="15284"/>
                </a:lnTo>
                <a:lnTo>
                  <a:pt x="16308" y="16068"/>
                </a:lnTo>
                <a:lnTo>
                  <a:pt x="17115" y="16753"/>
                </a:lnTo>
                <a:lnTo>
                  <a:pt x="17951" y="17364"/>
                </a:lnTo>
                <a:lnTo>
                  <a:pt x="18817" y="17917"/>
                </a:lnTo>
                <a:lnTo>
                  <a:pt x="19714" y="18436"/>
                </a:lnTo>
                <a:lnTo>
                  <a:pt x="20640" y="18935"/>
                </a:lnTo>
                <a:lnTo>
                  <a:pt x="21600" y="19440"/>
                </a:lnTo>
                <a:lnTo>
                  <a:pt x="20695" y="19900"/>
                </a:lnTo>
                <a:lnTo>
                  <a:pt x="19821" y="20313"/>
                </a:lnTo>
                <a:lnTo>
                  <a:pt x="18968" y="20671"/>
                </a:lnTo>
                <a:lnTo>
                  <a:pt x="18129" y="20965"/>
                </a:lnTo>
                <a:lnTo>
                  <a:pt x="17300" y="21190"/>
                </a:lnTo>
                <a:lnTo>
                  <a:pt x="16471" y="21332"/>
                </a:lnTo>
                <a:lnTo>
                  <a:pt x="15636" y="21388"/>
                </a:lnTo>
                <a:lnTo>
                  <a:pt x="14790" y="21347"/>
                </a:lnTo>
                <a:lnTo>
                  <a:pt x="13925" y="21203"/>
                </a:lnTo>
                <a:lnTo>
                  <a:pt x="13032" y="20948"/>
                </a:lnTo>
                <a:lnTo>
                  <a:pt x="12107" y="20570"/>
                </a:lnTo>
                <a:lnTo>
                  <a:pt x="11387" y="19719"/>
                </a:lnTo>
                <a:lnTo>
                  <a:pt x="10817" y="18755"/>
                </a:lnTo>
                <a:lnTo>
                  <a:pt x="10362" y="17688"/>
                </a:lnTo>
                <a:lnTo>
                  <a:pt x="9991" y="16530"/>
                </a:lnTo>
                <a:lnTo>
                  <a:pt x="9670" y="15297"/>
                </a:lnTo>
                <a:lnTo>
                  <a:pt x="9368" y="13997"/>
                </a:lnTo>
                <a:lnTo>
                  <a:pt x="9050" y="12647"/>
                </a:lnTo>
                <a:lnTo>
                  <a:pt x="8467" y="11327"/>
                </a:lnTo>
                <a:lnTo>
                  <a:pt x="7921" y="10701"/>
                </a:lnTo>
                <a:lnTo>
                  <a:pt x="6950" y="10234"/>
                </a:lnTo>
                <a:lnTo>
                  <a:pt x="6205" y="10251"/>
                </a:lnTo>
                <a:lnTo>
                  <a:pt x="5624" y="10288"/>
                </a:lnTo>
                <a:lnTo>
                  <a:pt x="5019" y="10374"/>
                </a:lnTo>
                <a:lnTo>
                  <a:pt x="4198" y="10536"/>
                </a:lnTo>
                <a:lnTo>
                  <a:pt x="2968" y="10800"/>
                </a:lnTo>
                <a:lnTo>
                  <a:pt x="3241" y="12323"/>
                </a:lnTo>
                <a:lnTo>
                  <a:pt x="3528" y="13716"/>
                </a:lnTo>
                <a:lnTo>
                  <a:pt x="3845" y="15001"/>
                </a:lnTo>
                <a:lnTo>
                  <a:pt x="4200" y="16200"/>
                </a:lnTo>
                <a:lnTo>
                  <a:pt x="4606" y="17330"/>
                </a:lnTo>
                <a:lnTo>
                  <a:pt x="5073" y="18414"/>
                </a:lnTo>
                <a:lnTo>
                  <a:pt x="5614" y="19475"/>
                </a:lnTo>
                <a:lnTo>
                  <a:pt x="6239" y="20529"/>
                </a:lnTo>
                <a:lnTo>
                  <a:pt x="6960" y="21600"/>
                </a:lnTo>
                <a:lnTo>
                  <a:pt x="6109" y="21289"/>
                </a:lnTo>
                <a:lnTo>
                  <a:pt x="5250" y="20974"/>
                </a:lnTo>
                <a:lnTo>
                  <a:pt x="4381" y="20654"/>
                </a:lnTo>
                <a:lnTo>
                  <a:pt x="3663" y="20390"/>
                </a:lnTo>
                <a:lnTo>
                  <a:pt x="2932" y="20123"/>
                </a:lnTo>
                <a:lnTo>
                  <a:pt x="2163" y="19695"/>
                </a:lnTo>
                <a:lnTo>
                  <a:pt x="1633" y="19254"/>
                </a:lnTo>
                <a:lnTo>
                  <a:pt x="1095" y="18539"/>
                </a:lnTo>
                <a:lnTo>
                  <a:pt x="306" y="17280"/>
                </a:lnTo>
                <a:lnTo>
                  <a:pt x="177" y="15792"/>
                </a:lnTo>
                <a:lnTo>
                  <a:pt x="108" y="14733"/>
                </a:lnTo>
                <a:lnTo>
                  <a:pt x="75" y="13597"/>
                </a:lnTo>
                <a:lnTo>
                  <a:pt x="56" y="11880"/>
                </a:lnTo>
                <a:lnTo>
                  <a:pt x="28" y="10439"/>
                </a:lnTo>
                <a:lnTo>
                  <a:pt x="0" y="8977"/>
                </a:lnTo>
                <a:lnTo>
                  <a:pt x="260" y="7167"/>
                </a:lnTo>
                <a:lnTo>
                  <a:pt x="643" y="6150"/>
                </a:lnTo>
                <a:lnTo>
                  <a:pt x="1481" y="5054"/>
                </a:lnTo>
                <a:lnTo>
                  <a:pt x="2364" y="4674"/>
                </a:lnTo>
                <a:lnTo>
                  <a:pt x="3179" y="4445"/>
                </a:lnTo>
                <a:lnTo>
                  <a:pt x="3975" y="4346"/>
                </a:lnTo>
                <a:lnTo>
                  <a:pt x="4803" y="4355"/>
                </a:lnTo>
                <a:lnTo>
                  <a:pt x="5712" y="4454"/>
                </a:lnTo>
                <a:lnTo>
                  <a:pt x="6091" y="4434"/>
                </a:lnTo>
                <a:lnTo>
                  <a:pt x="6761" y="4400"/>
                </a:lnTo>
                <a:lnTo>
                  <a:pt x="8291" y="4320"/>
                </a:lnTo>
                <a:lnTo>
                  <a:pt x="8777" y="3033"/>
                </a:lnTo>
                <a:lnTo>
                  <a:pt x="9078" y="2154"/>
                </a:lnTo>
                <a:lnTo>
                  <a:pt x="9317" y="1277"/>
                </a:lnTo>
                <a:lnTo>
                  <a:pt x="9622" y="0"/>
                </a:lnTo>
                <a:close/>
              </a:path>
            </a:pathLst>
          </a:custGeom>
          <a:solidFill>
            <a:srgbClr val="5D5B5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0" name="contour_05708"/>
          <p:cNvSpPr/>
          <p:nvPr/>
        </p:nvSpPr>
        <p:spPr>
          <a:xfrm>
            <a:off x="4095053" y="5758257"/>
            <a:ext cx="98628" cy="648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75" y="937"/>
                </a:moveTo>
                <a:lnTo>
                  <a:pt x="6523" y="1600"/>
                </a:lnTo>
                <a:lnTo>
                  <a:pt x="7174" y="2265"/>
                </a:lnTo>
                <a:lnTo>
                  <a:pt x="7834" y="2937"/>
                </a:lnTo>
                <a:lnTo>
                  <a:pt x="8798" y="3884"/>
                </a:lnTo>
                <a:lnTo>
                  <a:pt x="9754" y="4792"/>
                </a:lnTo>
                <a:lnTo>
                  <a:pt x="10711" y="5659"/>
                </a:lnTo>
                <a:lnTo>
                  <a:pt x="11674" y="6491"/>
                </a:lnTo>
                <a:lnTo>
                  <a:pt x="12649" y="7285"/>
                </a:lnTo>
                <a:lnTo>
                  <a:pt x="13643" y="8045"/>
                </a:lnTo>
                <a:lnTo>
                  <a:pt x="14663" y="8771"/>
                </a:lnTo>
                <a:lnTo>
                  <a:pt x="15714" y="9462"/>
                </a:lnTo>
                <a:lnTo>
                  <a:pt x="16109" y="9819"/>
                </a:lnTo>
                <a:lnTo>
                  <a:pt x="16809" y="10450"/>
                </a:lnTo>
                <a:lnTo>
                  <a:pt x="18408" y="11890"/>
                </a:lnTo>
                <a:lnTo>
                  <a:pt x="18504" y="13769"/>
                </a:lnTo>
                <a:lnTo>
                  <a:pt x="18551" y="15087"/>
                </a:lnTo>
                <a:lnTo>
                  <a:pt x="18551" y="16194"/>
                </a:lnTo>
                <a:lnTo>
                  <a:pt x="18504" y="17439"/>
                </a:lnTo>
                <a:lnTo>
                  <a:pt x="18408" y="19172"/>
                </a:lnTo>
                <a:lnTo>
                  <a:pt x="19350" y="20017"/>
                </a:lnTo>
                <a:lnTo>
                  <a:pt x="19994" y="20551"/>
                </a:lnTo>
                <a:lnTo>
                  <a:pt x="20646" y="21003"/>
                </a:lnTo>
                <a:lnTo>
                  <a:pt x="21600" y="21600"/>
                </a:lnTo>
                <a:lnTo>
                  <a:pt x="20531" y="21367"/>
                </a:lnTo>
                <a:lnTo>
                  <a:pt x="19464" y="21124"/>
                </a:lnTo>
                <a:lnTo>
                  <a:pt x="18398" y="20869"/>
                </a:lnTo>
                <a:lnTo>
                  <a:pt x="17335" y="20607"/>
                </a:lnTo>
                <a:lnTo>
                  <a:pt x="16272" y="20333"/>
                </a:lnTo>
                <a:lnTo>
                  <a:pt x="15209" y="20054"/>
                </a:lnTo>
                <a:lnTo>
                  <a:pt x="14148" y="19765"/>
                </a:lnTo>
                <a:lnTo>
                  <a:pt x="13086" y="19471"/>
                </a:lnTo>
                <a:lnTo>
                  <a:pt x="12023" y="19172"/>
                </a:lnTo>
                <a:lnTo>
                  <a:pt x="10992" y="18903"/>
                </a:lnTo>
                <a:lnTo>
                  <a:pt x="9953" y="18631"/>
                </a:lnTo>
                <a:lnTo>
                  <a:pt x="8900" y="18357"/>
                </a:lnTo>
                <a:lnTo>
                  <a:pt x="7819" y="17998"/>
                </a:lnTo>
                <a:lnTo>
                  <a:pt x="6775" y="17629"/>
                </a:lnTo>
                <a:lnTo>
                  <a:pt x="5759" y="17233"/>
                </a:lnTo>
                <a:lnTo>
                  <a:pt x="4764" y="16796"/>
                </a:lnTo>
                <a:lnTo>
                  <a:pt x="3784" y="16303"/>
                </a:lnTo>
                <a:lnTo>
                  <a:pt x="2809" y="15738"/>
                </a:lnTo>
                <a:lnTo>
                  <a:pt x="1836" y="15080"/>
                </a:lnTo>
                <a:lnTo>
                  <a:pt x="851" y="14317"/>
                </a:lnTo>
                <a:lnTo>
                  <a:pt x="418" y="12526"/>
                </a:lnTo>
                <a:lnTo>
                  <a:pt x="134" y="10798"/>
                </a:lnTo>
                <a:lnTo>
                  <a:pt x="0" y="9103"/>
                </a:lnTo>
                <a:lnTo>
                  <a:pt x="8" y="7421"/>
                </a:lnTo>
                <a:lnTo>
                  <a:pt x="155" y="5722"/>
                </a:lnTo>
                <a:lnTo>
                  <a:pt x="437" y="3984"/>
                </a:lnTo>
                <a:lnTo>
                  <a:pt x="851" y="2180"/>
                </a:lnTo>
                <a:lnTo>
                  <a:pt x="1901" y="954"/>
                </a:lnTo>
                <a:lnTo>
                  <a:pt x="2787" y="231"/>
                </a:lnTo>
                <a:lnTo>
                  <a:pt x="3649" y="0"/>
                </a:lnTo>
                <a:lnTo>
                  <a:pt x="4632" y="240"/>
                </a:lnTo>
                <a:lnTo>
                  <a:pt x="5875" y="937"/>
                </a:lnTo>
                <a:close/>
              </a:path>
            </a:pathLst>
          </a:custGeom>
          <a:solidFill>
            <a:srgbClr val="D8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1" name="contour_05709"/>
          <p:cNvSpPr/>
          <p:nvPr/>
        </p:nvSpPr>
        <p:spPr>
          <a:xfrm>
            <a:off x="1409152" y="5757513"/>
            <a:ext cx="4424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3" y="0"/>
                </a:moveTo>
                <a:lnTo>
                  <a:pt x="2601" y="0"/>
                </a:lnTo>
                <a:lnTo>
                  <a:pt x="4953" y="0"/>
                </a:lnTo>
                <a:lnTo>
                  <a:pt x="7304" y="0"/>
                </a:lnTo>
                <a:lnTo>
                  <a:pt x="9663" y="0"/>
                </a:lnTo>
                <a:lnTo>
                  <a:pt x="12029" y="0"/>
                </a:lnTo>
                <a:lnTo>
                  <a:pt x="14406" y="0"/>
                </a:lnTo>
                <a:lnTo>
                  <a:pt x="16790" y="0"/>
                </a:lnTo>
                <a:lnTo>
                  <a:pt x="19188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6430" y="20893"/>
                </a:lnTo>
                <a:lnTo>
                  <a:pt x="12371" y="20315"/>
                </a:lnTo>
                <a:lnTo>
                  <a:pt x="9247" y="19826"/>
                </a:lnTo>
                <a:lnTo>
                  <a:pt x="6877" y="19375"/>
                </a:lnTo>
                <a:lnTo>
                  <a:pt x="5091" y="18924"/>
                </a:lnTo>
                <a:lnTo>
                  <a:pt x="3711" y="18425"/>
                </a:lnTo>
                <a:lnTo>
                  <a:pt x="2562" y="17834"/>
                </a:lnTo>
                <a:lnTo>
                  <a:pt x="1469" y="17107"/>
                </a:lnTo>
                <a:lnTo>
                  <a:pt x="253" y="16200"/>
                </a:lnTo>
                <a:lnTo>
                  <a:pt x="117" y="14396"/>
                </a:lnTo>
                <a:lnTo>
                  <a:pt x="36" y="12598"/>
                </a:lnTo>
                <a:lnTo>
                  <a:pt x="0" y="10800"/>
                </a:lnTo>
                <a:lnTo>
                  <a:pt x="0" y="9005"/>
                </a:lnTo>
                <a:lnTo>
                  <a:pt x="28" y="7209"/>
                </a:lnTo>
                <a:lnTo>
                  <a:pt x="75" y="5411"/>
                </a:lnTo>
                <a:lnTo>
                  <a:pt x="135" y="3613"/>
                </a:lnTo>
                <a:lnTo>
                  <a:pt x="196" y="1809"/>
                </a:lnTo>
                <a:lnTo>
                  <a:pt x="253" y="0"/>
                </a:lnTo>
                <a:close/>
              </a:path>
            </a:pathLst>
          </a:custGeom>
          <a:solidFill>
            <a:srgbClr val="A98640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2" name="contour_05710"/>
          <p:cNvSpPr/>
          <p:nvPr/>
        </p:nvSpPr>
        <p:spPr>
          <a:xfrm>
            <a:off x="7312942" y="5712561"/>
            <a:ext cx="55112" cy="813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25"/>
                </a:moveTo>
                <a:lnTo>
                  <a:pt x="2214" y="81"/>
                </a:lnTo>
                <a:lnTo>
                  <a:pt x="4207" y="0"/>
                </a:lnTo>
                <a:lnTo>
                  <a:pt x="6073" y="99"/>
                </a:lnTo>
                <a:lnTo>
                  <a:pt x="7884" y="393"/>
                </a:lnTo>
                <a:lnTo>
                  <a:pt x="9726" y="899"/>
                </a:lnTo>
                <a:lnTo>
                  <a:pt x="11683" y="1640"/>
                </a:lnTo>
                <a:lnTo>
                  <a:pt x="13345" y="2646"/>
                </a:lnTo>
                <a:lnTo>
                  <a:pt x="14833" y="3634"/>
                </a:lnTo>
                <a:lnTo>
                  <a:pt x="16159" y="4619"/>
                </a:lnTo>
                <a:lnTo>
                  <a:pt x="17321" y="5617"/>
                </a:lnTo>
                <a:lnTo>
                  <a:pt x="18335" y="6640"/>
                </a:lnTo>
                <a:lnTo>
                  <a:pt x="19203" y="7707"/>
                </a:lnTo>
                <a:lnTo>
                  <a:pt x="19932" y="8833"/>
                </a:lnTo>
                <a:lnTo>
                  <a:pt x="20529" y="10032"/>
                </a:lnTo>
                <a:lnTo>
                  <a:pt x="21003" y="11322"/>
                </a:lnTo>
                <a:lnTo>
                  <a:pt x="21357" y="12715"/>
                </a:lnTo>
                <a:lnTo>
                  <a:pt x="21600" y="14227"/>
                </a:lnTo>
                <a:lnTo>
                  <a:pt x="21466" y="15709"/>
                </a:lnTo>
                <a:lnTo>
                  <a:pt x="21314" y="16734"/>
                </a:lnTo>
                <a:lnTo>
                  <a:pt x="21072" y="17560"/>
                </a:lnTo>
                <a:lnTo>
                  <a:pt x="20657" y="18451"/>
                </a:lnTo>
                <a:lnTo>
                  <a:pt x="19995" y="19666"/>
                </a:lnTo>
                <a:lnTo>
                  <a:pt x="18258" y="20233"/>
                </a:lnTo>
                <a:lnTo>
                  <a:pt x="16536" y="20677"/>
                </a:lnTo>
                <a:lnTo>
                  <a:pt x="14808" y="21014"/>
                </a:lnTo>
                <a:lnTo>
                  <a:pt x="13068" y="21258"/>
                </a:lnTo>
                <a:lnTo>
                  <a:pt x="11303" y="21422"/>
                </a:lnTo>
                <a:lnTo>
                  <a:pt x="9495" y="21525"/>
                </a:lnTo>
                <a:lnTo>
                  <a:pt x="7638" y="21579"/>
                </a:lnTo>
                <a:lnTo>
                  <a:pt x="5713" y="21600"/>
                </a:lnTo>
                <a:lnTo>
                  <a:pt x="5830" y="20681"/>
                </a:lnTo>
                <a:lnTo>
                  <a:pt x="5950" y="19757"/>
                </a:lnTo>
                <a:lnTo>
                  <a:pt x="6070" y="18819"/>
                </a:lnTo>
                <a:lnTo>
                  <a:pt x="5953" y="17821"/>
                </a:lnTo>
                <a:lnTo>
                  <a:pt x="5833" y="16817"/>
                </a:lnTo>
                <a:lnTo>
                  <a:pt x="5713" y="15798"/>
                </a:lnTo>
                <a:lnTo>
                  <a:pt x="4016" y="15018"/>
                </a:lnTo>
                <a:lnTo>
                  <a:pt x="2856" y="14558"/>
                </a:lnTo>
                <a:lnTo>
                  <a:pt x="1697" y="14233"/>
                </a:lnTo>
                <a:lnTo>
                  <a:pt x="0" y="13864"/>
                </a:lnTo>
                <a:lnTo>
                  <a:pt x="1697" y="13864"/>
                </a:lnTo>
                <a:lnTo>
                  <a:pt x="3399" y="13864"/>
                </a:lnTo>
                <a:lnTo>
                  <a:pt x="5107" y="13864"/>
                </a:lnTo>
                <a:lnTo>
                  <a:pt x="6830" y="13864"/>
                </a:lnTo>
                <a:lnTo>
                  <a:pt x="8569" y="13864"/>
                </a:lnTo>
                <a:lnTo>
                  <a:pt x="7241" y="13204"/>
                </a:lnTo>
                <a:lnTo>
                  <a:pt x="5890" y="12533"/>
                </a:lnTo>
                <a:lnTo>
                  <a:pt x="4682" y="11421"/>
                </a:lnTo>
                <a:lnTo>
                  <a:pt x="3682" y="10291"/>
                </a:lnTo>
                <a:lnTo>
                  <a:pt x="2862" y="9142"/>
                </a:lnTo>
                <a:lnTo>
                  <a:pt x="2199" y="7972"/>
                </a:lnTo>
                <a:lnTo>
                  <a:pt x="1662" y="6775"/>
                </a:lnTo>
                <a:lnTo>
                  <a:pt x="1231" y="5553"/>
                </a:lnTo>
                <a:lnTo>
                  <a:pt x="877" y="4298"/>
                </a:lnTo>
                <a:lnTo>
                  <a:pt x="568" y="3011"/>
                </a:lnTo>
                <a:lnTo>
                  <a:pt x="286" y="1687"/>
                </a:lnTo>
                <a:lnTo>
                  <a:pt x="0" y="325"/>
                </a:lnTo>
                <a:close/>
              </a:path>
            </a:pathLst>
          </a:custGeom>
          <a:solidFill>
            <a:srgbClr val="E2E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3" name="contour_05711"/>
          <p:cNvSpPr/>
          <p:nvPr/>
        </p:nvSpPr>
        <p:spPr>
          <a:xfrm>
            <a:off x="10403051" y="5655481"/>
            <a:ext cx="51184" cy="877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51" y="0"/>
                </a:moveTo>
                <a:lnTo>
                  <a:pt x="6711" y="716"/>
                </a:lnTo>
                <a:lnTo>
                  <a:pt x="7280" y="1444"/>
                </a:lnTo>
                <a:lnTo>
                  <a:pt x="8719" y="3210"/>
                </a:lnTo>
                <a:lnTo>
                  <a:pt x="9851" y="4564"/>
                </a:lnTo>
                <a:lnTo>
                  <a:pt x="10768" y="5597"/>
                </a:lnTo>
                <a:lnTo>
                  <a:pt x="11570" y="6399"/>
                </a:lnTo>
                <a:lnTo>
                  <a:pt x="12355" y="7059"/>
                </a:lnTo>
                <a:lnTo>
                  <a:pt x="13219" y="7666"/>
                </a:lnTo>
                <a:lnTo>
                  <a:pt x="14255" y="8310"/>
                </a:lnTo>
                <a:lnTo>
                  <a:pt x="15569" y="9081"/>
                </a:lnTo>
                <a:lnTo>
                  <a:pt x="17073" y="10048"/>
                </a:lnTo>
                <a:lnTo>
                  <a:pt x="18309" y="11037"/>
                </a:lnTo>
                <a:lnTo>
                  <a:pt x="19303" y="12050"/>
                </a:lnTo>
                <a:lnTo>
                  <a:pt x="20081" y="13095"/>
                </a:lnTo>
                <a:lnTo>
                  <a:pt x="20668" y="14180"/>
                </a:lnTo>
                <a:lnTo>
                  <a:pt x="21089" y="15307"/>
                </a:lnTo>
                <a:lnTo>
                  <a:pt x="21366" y="16483"/>
                </a:lnTo>
                <a:lnTo>
                  <a:pt x="21529" y="17718"/>
                </a:lnTo>
                <a:lnTo>
                  <a:pt x="21600" y="19013"/>
                </a:lnTo>
                <a:lnTo>
                  <a:pt x="21566" y="20260"/>
                </a:lnTo>
                <a:lnTo>
                  <a:pt x="21529" y="21528"/>
                </a:lnTo>
                <a:lnTo>
                  <a:pt x="19299" y="21580"/>
                </a:lnTo>
                <a:lnTo>
                  <a:pt x="17153" y="21600"/>
                </a:lnTo>
                <a:lnTo>
                  <a:pt x="15067" y="21573"/>
                </a:lnTo>
                <a:lnTo>
                  <a:pt x="13031" y="21487"/>
                </a:lnTo>
                <a:lnTo>
                  <a:pt x="11029" y="21331"/>
                </a:lnTo>
                <a:lnTo>
                  <a:pt x="9048" y="21090"/>
                </a:lnTo>
                <a:lnTo>
                  <a:pt x="7071" y="20751"/>
                </a:lnTo>
                <a:lnTo>
                  <a:pt x="5087" y="20305"/>
                </a:lnTo>
                <a:lnTo>
                  <a:pt x="3076" y="19734"/>
                </a:lnTo>
                <a:lnTo>
                  <a:pt x="2439" y="18545"/>
                </a:lnTo>
                <a:lnTo>
                  <a:pt x="1895" y="17361"/>
                </a:lnTo>
                <a:lnTo>
                  <a:pt x="1439" y="16182"/>
                </a:lnTo>
                <a:lnTo>
                  <a:pt x="1064" y="15005"/>
                </a:lnTo>
                <a:lnTo>
                  <a:pt x="763" y="13827"/>
                </a:lnTo>
                <a:lnTo>
                  <a:pt x="523" y="12646"/>
                </a:lnTo>
                <a:lnTo>
                  <a:pt x="338" y="11460"/>
                </a:lnTo>
                <a:lnTo>
                  <a:pt x="203" y="10269"/>
                </a:lnTo>
                <a:lnTo>
                  <a:pt x="111" y="9067"/>
                </a:lnTo>
                <a:lnTo>
                  <a:pt x="52" y="7852"/>
                </a:lnTo>
                <a:lnTo>
                  <a:pt x="15" y="6625"/>
                </a:lnTo>
                <a:lnTo>
                  <a:pt x="0" y="5382"/>
                </a:lnTo>
                <a:lnTo>
                  <a:pt x="2033" y="5382"/>
                </a:lnTo>
                <a:lnTo>
                  <a:pt x="4078" y="5382"/>
                </a:lnTo>
                <a:lnTo>
                  <a:pt x="6151" y="5382"/>
                </a:lnTo>
                <a:lnTo>
                  <a:pt x="6151" y="4316"/>
                </a:lnTo>
                <a:lnTo>
                  <a:pt x="6151" y="3247"/>
                </a:lnTo>
                <a:lnTo>
                  <a:pt x="6151" y="2174"/>
                </a:lnTo>
                <a:lnTo>
                  <a:pt x="6151" y="1093"/>
                </a:lnTo>
                <a:lnTo>
                  <a:pt x="6151" y="0"/>
                </a:lnTo>
                <a:close/>
              </a:path>
            </a:pathLst>
          </a:custGeom>
          <a:solidFill>
            <a:srgbClr val="7B7D7E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4" name="contour_05712"/>
          <p:cNvSpPr/>
          <p:nvPr/>
        </p:nvSpPr>
        <p:spPr>
          <a:xfrm>
            <a:off x="5323321" y="5655481"/>
            <a:ext cx="116608" cy="104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2242" y="0"/>
                </a:lnTo>
                <a:lnTo>
                  <a:pt x="3140" y="0"/>
                </a:lnTo>
                <a:lnTo>
                  <a:pt x="4050" y="0"/>
                </a:lnTo>
                <a:lnTo>
                  <a:pt x="4672" y="910"/>
                </a:lnTo>
                <a:lnTo>
                  <a:pt x="5116" y="1585"/>
                </a:lnTo>
                <a:lnTo>
                  <a:pt x="5501" y="2231"/>
                </a:lnTo>
                <a:lnTo>
                  <a:pt x="5948" y="3051"/>
                </a:lnTo>
                <a:lnTo>
                  <a:pt x="6581" y="4250"/>
                </a:lnTo>
                <a:lnTo>
                  <a:pt x="7097" y="5149"/>
                </a:lnTo>
                <a:lnTo>
                  <a:pt x="7613" y="6030"/>
                </a:lnTo>
                <a:lnTo>
                  <a:pt x="8134" y="6890"/>
                </a:lnTo>
                <a:lnTo>
                  <a:pt x="8667" y="7725"/>
                </a:lnTo>
                <a:lnTo>
                  <a:pt x="9216" y="8532"/>
                </a:lnTo>
                <a:lnTo>
                  <a:pt x="9788" y="9311"/>
                </a:lnTo>
                <a:lnTo>
                  <a:pt x="10387" y="10053"/>
                </a:lnTo>
                <a:lnTo>
                  <a:pt x="11017" y="10758"/>
                </a:lnTo>
                <a:lnTo>
                  <a:pt x="11687" y="11422"/>
                </a:lnTo>
                <a:lnTo>
                  <a:pt x="12400" y="12041"/>
                </a:lnTo>
                <a:lnTo>
                  <a:pt x="13160" y="12613"/>
                </a:lnTo>
                <a:lnTo>
                  <a:pt x="13975" y="13134"/>
                </a:lnTo>
                <a:lnTo>
                  <a:pt x="14850" y="13601"/>
                </a:lnTo>
                <a:lnTo>
                  <a:pt x="15736" y="13598"/>
                </a:lnTo>
                <a:lnTo>
                  <a:pt x="16338" y="13577"/>
                </a:lnTo>
                <a:lnTo>
                  <a:pt x="16936" y="13521"/>
                </a:lnTo>
                <a:lnTo>
                  <a:pt x="17804" y="13412"/>
                </a:lnTo>
                <a:lnTo>
                  <a:pt x="18612" y="13474"/>
                </a:lnTo>
                <a:lnTo>
                  <a:pt x="19425" y="13538"/>
                </a:lnTo>
                <a:lnTo>
                  <a:pt x="20250" y="13601"/>
                </a:lnTo>
                <a:lnTo>
                  <a:pt x="20571" y="14523"/>
                </a:lnTo>
                <a:lnTo>
                  <a:pt x="20835" y="15445"/>
                </a:lnTo>
                <a:lnTo>
                  <a:pt x="21047" y="16373"/>
                </a:lnTo>
                <a:lnTo>
                  <a:pt x="21215" y="17307"/>
                </a:lnTo>
                <a:lnTo>
                  <a:pt x="21348" y="18248"/>
                </a:lnTo>
                <a:lnTo>
                  <a:pt x="21450" y="19203"/>
                </a:lnTo>
                <a:lnTo>
                  <a:pt x="21533" y="20172"/>
                </a:lnTo>
                <a:lnTo>
                  <a:pt x="21600" y="21157"/>
                </a:lnTo>
                <a:lnTo>
                  <a:pt x="20778" y="21243"/>
                </a:lnTo>
                <a:lnTo>
                  <a:pt x="19956" y="21317"/>
                </a:lnTo>
                <a:lnTo>
                  <a:pt x="19132" y="21382"/>
                </a:lnTo>
                <a:lnTo>
                  <a:pt x="18309" y="21441"/>
                </a:lnTo>
                <a:lnTo>
                  <a:pt x="17848" y="21481"/>
                </a:lnTo>
                <a:lnTo>
                  <a:pt x="16458" y="21600"/>
                </a:lnTo>
                <a:lnTo>
                  <a:pt x="15660" y="21381"/>
                </a:lnTo>
                <a:lnTo>
                  <a:pt x="14850" y="21157"/>
                </a:lnTo>
                <a:lnTo>
                  <a:pt x="14658" y="20459"/>
                </a:lnTo>
                <a:lnTo>
                  <a:pt x="14467" y="19758"/>
                </a:lnTo>
                <a:lnTo>
                  <a:pt x="14271" y="19046"/>
                </a:lnTo>
                <a:lnTo>
                  <a:pt x="13883" y="17947"/>
                </a:lnTo>
                <a:lnTo>
                  <a:pt x="13480" y="17048"/>
                </a:lnTo>
                <a:lnTo>
                  <a:pt x="13036" y="16294"/>
                </a:lnTo>
                <a:lnTo>
                  <a:pt x="12525" y="15634"/>
                </a:lnTo>
                <a:lnTo>
                  <a:pt x="11927" y="15016"/>
                </a:lnTo>
                <a:lnTo>
                  <a:pt x="11216" y="14387"/>
                </a:lnTo>
                <a:lnTo>
                  <a:pt x="10368" y="13695"/>
                </a:lnTo>
                <a:lnTo>
                  <a:pt x="10095" y="13468"/>
                </a:lnTo>
                <a:lnTo>
                  <a:pt x="9615" y="13068"/>
                </a:lnTo>
                <a:lnTo>
                  <a:pt x="8517" y="12149"/>
                </a:lnTo>
                <a:lnTo>
                  <a:pt x="7738" y="11519"/>
                </a:lnTo>
                <a:lnTo>
                  <a:pt x="6958" y="10888"/>
                </a:lnTo>
                <a:lnTo>
                  <a:pt x="6178" y="10261"/>
                </a:lnTo>
                <a:lnTo>
                  <a:pt x="5396" y="9634"/>
                </a:lnTo>
                <a:lnTo>
                  <a:pt x="4614" y="9008"/>
                </a:lnTo>
                <a:lnTo>
                  <a:pt x="3904" y="8408"/>
                </a:lnTo>
                <a:lnTo>
                  <a:pt x="3210" y="7812"/>
                </a:lnTo>
                <a:lnTo>
                  <a:pt x="2534" y="7207"/>
                </a:lnTo>
                <a:lnTo>
                  <a:pt x="1874" y="6587"/>
                </a:lnTo>
                <a:lnTo>
                  <a:pt x="1233" y="5941"/>
                </a:lnTo>
                <a:lnTo>
                  <a:pt x="608" y="5259"/>
                </a:lnTo>
                <a:lnTo>
                  <a:pt x="0" y="4534"/>
                </a:lnTo>
                <a:lnTo>
                  <a:pt x="57" y="3228"/>
                </a:lnTo>
                <a:lnTo>
                  <a:pt x="154" y="2339"/>
                </a:lnTo>
                <a:lnTo>
                  <a:pt x="359" y="1650"/>
                </a:lnTo>
                <a:lnTo>
                  <a:pt x="737" y="943"/>
                </a:lnTo>
                <a:lnTo>
                  <a:pt x="1350" y="0"/>
                </a:lnTo>
                <a:close/>
              </a:path>
            </a:pathLst>
          </a:custGeom>
          <a:solidFill>
            <a:srgbClr val="29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5" name="contour_05713"/>
          <p:cNvSpPr/>
          <p:nvPr/>
        </p:nvSpPr>
        <p:spPr>
          <a:xfrm>
            <a:off x="833918" y="5633617"/>
            <a:ext cx="8904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15" y="0"/>
                </a:moveTo>
                <a:lnTo>
                  <a:pt x="21429" y="2136"/>
                </a:lnTo>
                <a:lnTo>
                  <a:pt x="21558" y="3650"/>
                </a:lnTo>
                <a:lnTo>
                  <a:pt x="21600" y="4762"/>
                </a:lnTo>
                <a:lnTo>
                  <a:pt x="21558" y="5689"/>
                </a:lnTo>
                <a:lnTo>
                  <a:pt x="21429" y="6645"/>
                </a:lnTo>
                <a:lnTo>
                  <a:pt x="21215" y="7855"/>
                </a:lnTo>
                <a:lnTo>
                  <a:pt x="20210" y="8793"/>
                </a:lnTo>
                <a:lnTo>
                  <a:pt x="19272" y="9610"/>
                </a:lnTo>
                <a:lnTo>
                  <a:pt x="18352" y="10333"/>
                </a:lnTo>
                <a:lnTo>
                  <a:pt x="17405" y="10996"/>
                </a:lnTo>
                <a:lnTo>
                  <a:pt x="16385" y="11633"/>
                </a:lnTo>
                <a:lnTo>
                  <a:pt x="15248" y="12273"/>
                </a:lnTo>
                <a:lnTo>
                  <a:pt x="14405" y="12783"/>
                </a:lnTo>
                <a:lnTo>
                  <a:pt x="13549" y="13300"/>
                </a:lnTo>
                <a:lnTo>
                  <a:pt x="12324" y="13987"/>
                </a:lnTo>
                <a:lnTo>
                  <a:pt x="11201" y="14547"/>
                </a:lnTo>
                <a:lnTo>
                  <a:pt x="10128" y="14986"/>
                </a:lnTo>
                <a:lnTo>
                  <a:pt x="9053" y="15314"/>
                </a:lnTo>
                <a:lnTo>
                  <a:pt x="7925" y="15538"/>
                </a:lnTo>
                <a:lnTo>
                  <a:pt x="6693" y="15668"/>
                </a:lnTo>
                <a:lnTo>
                  <a:pt x="5304" y="15709"/>
                </a:lnTo>
                <a:lnTo>
                  <a:pt x="4954" y="16875"/>
                </a:lnTo>
                <a:lnTo>
                  <a:pt x="4602" y="18046"/>
                </a:lnTo>
                <a:lnTo>
                  <a:pt x="4250" y="19220"/>
                </a:lnTo>
                <a:lnTo>
                  <a:pt x="3895" y="20404"/>
                </a:lnTo>
                <a:lnTo>
                  <a:pt x="3536" y="21600"/>
                </a:lnTo>
                <a:lnTo>
                  <a:pt x="3147" y="20304"/>
                </a:lnTo>
                <a:lnTo>
                  <a:pt x="2758" y="19006"/>
                </a:lnTo>
                <a:lnTo>
                  <a:pt x="2367" y="17708"/>
                </a:lnTo>
                <a:lnTo>
                  <a:pt x="1976" y="16406"/>
                </a:lnTo>
                <a:lnTo>
                  <a:pt x="1586" y="15100"/>
                </a:lnTo>
                <a:lnTo>
                  <a:pt x="1192" y="13789"/>
                </a:lnTo>
                <a:lnTo>
                  <a:pt x="797" y="12473"/>
                </a:lnTo>
                <a:lnTo>
                  <a:pt x="400" y="11150"/>
                </a:lnTo>
                <a:lnTo>
                  <a:pt x="0" y="9818"/>
                </a:lnTo>
                <a:lnTo>
                  <a:pt x="1077" y="9202"/>
                </a:lnTo>
                <a:lnTo>
                  <a:pt x="2153" y="8585"/>
                </a:lnTo>
                <a:lnTo>
                  <a:pt x="3230" y="7970"/>
                </a:lnTo>
                <a:lnTo>
                  <a:pt x="4307" y="7358"/>
                </a:lnTo>
                <a:lnTo>
                  <a:pt x="5383" y="6743"/>
                </a:lnTo>
                <a:lnTo>
                  <a:pt x="6462" y="6132"/>
                </a:lnTo>
                <a:lnTo>
                  <a:pt x="7540" y="5520"/>
                </a:lnTo>
                <a:lnTo>
                  <a:pt x="8618" y="4909"/>
                </a:lnTo>
                <a:lnTo>
                  <a:pt x="8981" y="4701"/>
                </a:lnTo>
                <a:lnTo>
                  <a:pt x="9621" y="4332"/>
                </a:lnTo>
                <a:lnTo>
                  <a:pt x="11085" y="3489"/>
                </a:lnTo>
                <a:lnTo>
                  <a:pt x="11871" y="3046"/>
                </a:lnTo>
                <a:lnTo>
                  <a:pt x="12663" y="2600"/>
                </a:lnTo>
                <a:lnTo>
                  <a:pt x="13466" y="2148"/>
                </a:lnTo>
                <a:lnTo>
                  <a:pt x="14551" y="1530"/>
                </a:lnTo>
                <a:lnTo>
                  <a:pt x="15655" y="901"/>
                </a:lnTo>
                <a:lnTo>
                  <a:pt x="16671" y="461"/>
                </a:lnTo>
                <a:lnTo>
                  <a:pt x="17468" y="194"/>
                </a:lnTo>
                <a:lnTo>
                  <a:pt x="18314" y="57"/>
                </a:lnTo>
                <a:lnTo>
                  <a:pt x="19473" y="8"/>
                </a:lnTo>
                <a:lnTo>
                  <a:pt x="21215" y="0"/>
                </a:lnTo>
                <a:close/>
              </a:path>
            </a:pathLst>
          </a:custGeom>
          <a:solidFill>
            <a:srgbClr val="2A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6" name="contour_05714"/>
          <p:cNvSpPr/>
          <p:nvPr/>
        </p:nvSpPr>
        <p:spPr>
          <a:xfrm>
            <a:off x="8260381" y="5626329"/>
            <a:ext cx="72880" cy="745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091" y="1195"/>
                </a:lnTo>
                <a:lnTo>
                  <a:pt x="7703" y="2390"/>
                </a:lnTo>
                <a:lnTo>
                  <a:pt x="8316" y="3590"/>
                </a:lnTo>
                <a:lnTo>
                  <a:pt x="8932" y="4793"/>
                </a:lnTo>
                <a:lnTo>
                  <a:pt x="9552" y="6003"/>
                </a:lnTo>
                <a:lnTo>
                  <a:pt x="10174" y="7220"/>
                </a:lnTo>
                <a:lnTo>
                  <a:pt x="10800" y="8447"/>
                </a:lnTo>
                <a:lnTo>
                  <a:pt x="12083" y="8028"/>
                </a:lnTo>
                <a:lnTo>
                  <a:pt x="13370" y="7608"/>
                </a:lnTo>
                <a:lnTo>
                  <a:pt x="14662" y="7188"/>
                </a:lnTo>
                <a:lnTo>
                  <a:pt x="15965" y="6764"/>
                </a:lnTo>
                <a:lnTo>
                  <a:pt x="17280" y="6335"/>
                </a:lnTo>
                <a:lnTo>
                  <a:pt x="17280" y="7731"/>
                </a:lnTo>
                <a:lnTo>
                  <a:pt x="17280" y="9135"/>
                </a:lnTo>
                <a:lnTo>
                  <a:pt x="17280" y="10558"/>
                </a:lnTo>
                <a:lnTo>
                  <a:pt x="18563" y="11333"/>
                </a:lnTo>
                <a:lnTo>
                  <a:pt x="19440" y="11813"/>
                </a:lnTo>
                <a:lnTo>
                  <a:pt x="20317" y="12191"/>
                </a:lnTo>
                <a:lnTo>
                  <a:pt x="21600" y="12670"/>
                </a:lnTo>
                <a:lnTo>
                  <a:pt x="20172" y="12670"/>
                </a:lnTo>
                <a:lnTo>
                  <a:pt x="18736" y="12670"/>
                </a:lnTo>
                <a:lnTo>
                  <a:pt x="17280" y="12670"/>
                </a:lnTo>
                <a:lnTo>
                  <a:pt x="16613" y="14057"/>
                </a:lnTo>
                <a:lnTo>
                  <a:pt x="16191" y="15153"/>
                </a:lnTo>
                <a:lnTo>
                  <a:pt x="15660" y="16893"/>
                </a:lnTo>
                <a:lnTo>
                  <a:pt x="15038" y="18276"/>
                </a:lnTo>
                <a:lnTo>
                  <a:pt x="14550" y="19178"/>
                </a:lnTo>
                <a:lnTo>
                  <a:pt x="13941" y="19993"/>
                </a:lnTo>
                <a:lnTo>
                  <a:pt x="12960" y="21116"/>
                </a:lnTo>
                <a:lnTo>
                  <a:pt x="11504" y="21338"/>
                </a:lnTo>
                <a:lnTo>
                  <a:pt x="10061" y="21488"/>
                </a:lnTo>
                <a:lnTo>
                  <a:pt x="8629" y="21573"/>
                </a:lnTo>
                <a:lnTo>
                  <a:pt x="7204" y="21600"/>
                </a:lnTo>
                <a:lnTo>
                  <a:pt x="5778" y="21575"/>
                </a:lnTo>
                <a:lnTo>
                  <a:pt x="4348" y="21507"/>
                </a:lnTo>
                <a:lnTo>
                  <a:pt x="2912" y="21404"/>
                </a:lnTo>
                <a:lnTo>
                  <a:pt x="1464" y="21271"/>
                </a:lnTo>
                <a:lnTo>
                  <a:pt x="0" y="21116"/>
                </a:lnTo>
                <a:lnTo>
                  <a:pt x="0" y="19862"/>
                </a:lnTo>
                <a:lnTo>
                  <a:pt x="0" y="18604"/>
                </a:lnTo>
                <a:lnTo>
                  <a:pt x="0" y="17341"/>
                </a:lnTo>
                <a:lnTo>
                  <a:pt x="0" y="16067"/>
                </a:lnTo>
                <a:lnTo>
                  <a:pt x="0" y="14782"/>
                </a:lnTo>
                <a:lnTo>
                  <a:pt x="1428" y="14782"/>
                </a:lnTo>
                <a:lnTo>
                  <a:pt x="2864" y="14782"/>
                </a:lnTo>
                <a:lnTo>
                  <a:pt x="4320" y="14782"/>
                </a:lnTo>
                <a:lnTo>
                  <a:pt x="4534" y="13318"/>
                </a:lnTo>
                <a:lnTo>
                  <a:pt x="4748" y="11853"/>
                </a:lnTo>
                <a:lnTo>
                  <a:pt x="4962" y="10387"/>
                </a:lnTo>
                <a:lnTo>
                  <a:pt x="5178" y="8920"/>
                </a:lnTo>
                <a:lnTo>
                  <a:pt x="5391" y="7446"/>
                </a:lnTo>
                <a:lnTo>
                  <a:pt x="5607" y="5970"/>
                </a:lnTo>
                <a:lnTo>
                  <a:pt x="5823" y="4487"/>
                </a:lnTo>
                <a:lnTo>
                  <a:pt x="6042" y="2999"/>
                </a:lnTo>
                <a:lnTo>
                  <a:pt x="6260" y="1503"/>
                </a:lnTo>
                <a:lnTo>
                  <a:pt x="6480" y="0"/>
                </a:lnTo>
                <a:close/>
              </a:path>
            </a:pathLst>
          </a:custGeom>
          <a:solidFill>
            <a:srgbClr val="262625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7" name="contour_05715"/>
          <p:cNvSpPr/>
          <p:nvPr/>
        </p:nvSpPr>
        <p:spPr>
          <a:xfrm>
            <a:off x="8061922" y="5590196"/>
            <a:ext cx="81851" cy="57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53" y="543"/>
                </a:moveTo>
                <a:lnTo>
                  <a:pt x="9639" y="955"/>
                </a:lnTo>
                <a:lnTo>
                  <a:pt x="10824" y="1379"/>
                </a:lnTo>
                <a:lnTo>
                  <a:pt x="12007" y="1816"/>
                </a:lnTo>
                <a:lnTo>
                  <a:pt x="13186" y="2261"/>
                </a:lnTo>
                <a:lnTo>
                  <a:pt x="14401" y="2687"/>
                </a:lnTo>
                <a:lnTo>
                  <a:pt x="15634" y="3119"/>
                </a:lnTo>
                <a:lnTo>
                  <a:pt x="16830" y="3545"/>
                </a:lnTo>
                <a:lnTo>
                  <a:pt x="18025" y="3979"/>
                </a:lnTo>
                <a:lnTo>
                  <a:pt x="19217" y="4422"/>
                </a:lnTo>
                <a:lnTo>
                  <a:pt x="20410" y="4867"/>
                </a:lnTo>
                <a:lnTo>
                  <a:pt x="21600" y="5315"/>
                </a:lnTo>
                <a:lnTo>
                  <a:pt x="20808" y="5803"/>
                </a:lnTo>
                <a:lnTo>
                  <a:pt x="20002" y="6300"/>
                </a:lnTo>
                <a:lnTo>
                  <a:pt x="17954" y="7643"/>
                </a:lnTo>
                <a:lnTo>
                  <a:pt x="16344" y="8740"/>
                </a:lnTo>
                <a:lnTo>
                  <a:pt x="15103" y="9671"/>
                </a:lnTo>
                <a:lnTo>
                  <a:pt x="14163" y="10520"/>
                </a:lnTo>
                <a:lnTo>
                  <a:pt x="13451" y="11375"/>
                </a:lnTo>
                <a:lnTo>
                  <a:pt x="12899" y="12317"/>
                </a:lnTo>
                <a:lnTo>
                  <a:pt x="12438" y="13430"/>
                </a:lnTo>
                <a:lnTo>
                  <a:pt x="11995" y="14801"/>
                </a:lnTo>
                <a:lnTo>
                  <a:pt x="11503" y="16511"/>
                </a:lnTo>
                <a:lnTo>
                  <a:pt x="11070" y="17952"/>
                </a:lnTo>
                <a:lnTo>
                  <a:pt x="10632" y="19415"/>
                </a:lnTo>
                <a:lnTo>
                  <a:pt x="10349" y="20501"/>
                </a:lnTo>
                <a:lnTo>
                  <a:pt x="10061" y="21600"/>
                </a:lnTo>
                <a:lnTo>
                  <a:pt x="9703" y="20254"/>
                </a:lnTo>
                <a:lnTo>
                  <a:pt x="9339" y="18886"/>
                </a:lnTo>
                <a:lnTo>
                  <a:pt x="9041" y="18210"/>
                </a:lnTo>
                <a:lnTo>
                  <a:pt x="8137" y="16172"/>
                </a:lnTo>
                <a:lnTo>
                  <a:pt x="6866" y="16172"/>
                </a:lnTo>
                <a:lnTo>
                  <a:pt x="5587" y="16172"/>
                </a:lnTo>
                <a:lnTo>
                  <a:pt x="4291" y="16172"/>
                </a:lnTo>
                <a:lnTo>
                  <a:pt x="3585" y="17784"/>
                </a:lnTo>
                <a:lnTo>
                  <a:pt x="3148" y="18886"/>
                </a:lnTo>
                <a:lnTo>
                  <a:pt x="2804" y="19988"/>
                </a:lnTo>
                <a:lnTo>
                  <a:pt x="2368" y="21600"/>
                </a:lnTo>
                <a:lnTo>
                  <a:pt x="1371" y="20061"/>
                </a:lnTo>
                <a:lnTo>
                  <a:pt x="723" y="18717"/>
                </a:lnTo>
                <a:lnTo>
                  <a:pt x="346" y="17420"/>
                </a:lnTo>
                <a:lnTo>
                  <a:pt x="165" y="16014"/>
                </a:lnTo>
                <a:lnTo>
                  <a:pt x="104" y="14348"/>
                </a:lnTo>
                <a:lnTo>
                  <a:pt x="83" y="12268"/>
                </a:lnTo>
                <a:lnTo>
                  <a:pt x="42" y="10507"/>
                </a:lnTo>
                <a:lnTo>
                  <a:pt x="0" y="8718"/>
                </a:lnTo>
                <a:lnTo>
                  <a:pt x="279" y="6699"/>
                </a:lnTo>
                <a:lnTo>
                  <a:pt x="564" y="5328"/>
                </a:lnTo>
                <a:lnTo>
                  <a:pt x="1023" y="3976"/>
                </a:lnTo>
                <a:lnTo>
                  <a:pt x="1835" y="2017"/>
                </a:lnTo>
                <a:lnTo>
                  <a:pt x="3312" y="839"/>
                </a:lnTo>
                <a:lnTo>
                  <a:pt x="4479" y="198"/>
                </a:lnTo>
                <a:lnTo>
                  <a:pt x="5572" y="0"/>
                </a:lnTo>
                <a:lnTo>
                  <a:pt x="6820" y="147"/>
                </a:lnTo>
                <a:lnTo>
                  <a:pt x="8453" y="543"/>
                </a:lnTo>
                <a:close/>
              </a:path>
            </a:pathLst>
          </a:custGeom>
          <a:solidFill>
            <a:srgbClr val="A39467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8" name="contour_05716"/>
          <p:cNvSpPr/>
          <p:nvPr/>
        </p:nvSpPr>
        <p:spPr>
          <a:xfrm>
            <a:off x="4186394" y="5589175"/>
            <a:ext cx="118685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61"/>
                </a:moveTo>
                <a:lnTo>
                  <a:pt x="878" y="221"/>
                </a:lnTo>
                <a:lnTo>
                  <a:pt x="1757" y="184"/>
                </a:lnTo>
                <a:lnTo>
                  <a:pt x="2636" y="152"/>
                </a:lnTo>
                <a:lnTo>
                  <a:pt x="3515" y="123"/>
                </a:lnTo>
                <a:lnTo>
                  <a:pt x="4393" y="96"/>
                </a:lnTo>
                <a:lnTo>
                  <a:pt x="5210" y="64"/>
                </a:lnTo>
                <a:lnTo>
                  <a:pt x="6032" y="32"/>
                </a:lnTo>
                <a:lnTo>
                  <a:pt x="6865" y="0"/>
                </a:lnTo>
                <a:lnTo>
                  <a:pt x="7856" y="163"/>
                </a:lnTo>
                <a:lnTo>
                  <a:pt x="8787" y="427"/>
                </a:lnTo>
                <a:lnTo>
                  <a:pt x="9680" y="779"/>
                </a:lnTo>
                <a:lnTo>
                  <a:pt x="10554" y="1214"/>
                </a:lnTo>
                <a:lnTo>
                  <a:pt x="11428" y="1723"/>
                </a:lnTo>
                <a:lnTo>
                  <a:pt x="12325" y="2297"/>
                </a:lnTo>
                <a:lnTo>
                  <a:pt x="13264" y="2929"/>
                </a:lnTo>
                <a:lnTo>
                  <a:pt x="14327" y="2857"/>
                </a:lnTo>
                <a:lnTo>
                  <a:pt x="15044" y="2779"/>
                </a:lnTo>
                <a:lnTo>
                  <a:pt x="15741" y="2651"/>
                </a:lnTo>
                <a:lnTo>
                  <a:pt x="16745" y="2427"/>
                </a:lnTo>
                <a:lnTo>
                  <a:pt x="17751" y="2390"/>
                </a:lnTo>
                <a:lnTo>
                  <a:pt x="18414" y="2427"/>
                </a:lnTo>
                <a:lnTo>
                  <a:pt x="19031" y="2593"/>
                </a:lnTo>
                <a:lnTo>
                  <a:pt x="19896" y="2929"/>
                </a:lnTo>
                <a:lnTo>
                  <a:pt x="20500" y="4393"/>
                </a:lnTo>
                <a:lnTo>
                  <a:pt x="20932" y="5780"/>
                </a:lnTo>
                <a:lnTo>
                  <a:pt x="21231" y="7212"/>
                </a:lnTo>
                <a:lnTo>
                  <a:pt x="21440" y="8808"/>
                </a:lnTo>
                <a:lnTo>
                  <a:pt x="21600" y="10691"/>
                </a:lnTo>
                <a:lnTo>
                  <a:pt x="21267" y="12598"/>
                </a:lnTo>
                <a:lnTo>
                  <a:pt x="20831" y="14078"/>
                </a:lnTo>
                <a:lnTo>
                  <a:pt x="20286" y="15257"/>
                </a:lnTo>
                <a:lnTo>
                  <a:pt x="19633" y="16265"/>
                </a:lnTo>
                <a:lnTo>
                  <a:pt x="18868" y="17226"/>
                </a:lnTo>
                <a:lnTo>
                  <a:pt x="17988" y="18266"/>
                </a:lnTo>
                <a:lnTo>
                  <a:pt x="17146" y="19125"/>
                </a:lnTo>
                <a:lnTo>
                  <a:pt x="16298" y="19970"/>
                </a:lnTo>
                <a:lnTo>
                  <a:pt x="15447" y="20797"/>
                </a:lnTo>
                <a:lnTo>
                  <a:pt x="14590" y="21600"/>
                </a:lnTo>
                <a:lnTo>
                  <a:pt x="14203" y="20474"/>
                </a:lnTo>
                <a:lnTo>
                  <a:pt x="13814" y="19341"/>
                </a:lnTo>
                <a:lnTo>
                  <a:pt x="13419" y="18194"/>
                </a:lnTo>
                <a:lnTo>
                  <a:pt x="12444" y="15524"/>
                </a:lnTo>
                <a:lnTo>
                  <a:pt x="11598" y="13233"/>
                </a:lnTo>
                <a:lnTo>
                  <a:pt x="10858" y="11285"/>
                </a:lnTo>
                <a:lnTo>
                  <a:pt x="10201" y="9650"/>
                </a:lnTo>
                <a:lnTo>
                  <a:pt x="9610" y="8293"/>
                </a:lnTo>
                <a:lnTo>
                  <a:pt x="9058" y="7183"/>
                </a:lnTo>
                <a:lnTo>
                  <a:pt x="8527" y="6287"/>
                </a:lnTo>
                <a:lnTo>
                  <a:pt x="7995" y="5572"/>
                </a:lnTo>
                <a:lnTo>
                  <a:pt x="7440" y="5007"/>
                </a:lnTo>
                <a:lnTo>
                  <a:pt x="6840" y="4556"/>
                </a:lnTo>
                <a:lnTo>
                  <a:pt x="6174" y="4190"/>
                </a:lnTo>
                <a:lnTo>
                  <a:pt x="5421" y="3873"/>
                </a:lnTo>
                <a:lnTo>
                  <a:pt x="4559" y="3574"/>
                </a:lnTo>
                <a:lnTo>
                  <a:pt x="3565" y="3262"/>
                </a:lnTo>
                <a:lnTo>
                  <a:pt x="2675" y="3137"/>
                </a:lnTo>
                <a:lnTo>
                  <a:pt x="1784" y="3033"/>
                </a:lnTo>
                <a:lnTo>
                  <a:pt x="893" y="2963"/>
                </a:lnTo>
                <a:lnTo>
                  <a:pt x="0" y="2929"/>
                </a:lnTo>
                <a:lnTo>
                  <a:pt x="0" y="1606"/>
                </a:lnTo>
                <a:lnTo>
                  <a:pt x="0" y="261"/>
                </a:lnTo>
                <a:close/>
              </a:path>
            </a:pathLst>
          </a:custGeom>
          <a:solidFill>
            <a:srgbClr val="EA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19" name="contour_05717"/>
          <p:cNvSpPr/>
          <p:nvPr/>
        </p:nvSpPr>
        <p:spPr>
          <a:xfrm>
            <a:off x="4011482" y="5598147"/>
            <a:ext cx="65883" cy="646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95" y="436"/>
                </a:moveTo>
                <a:lnTo>
                  <a:pt x="13818" y="989"/>
                </a:lnTo>
                <a:lnTo>
                  <a:pt x="15017" y="1423"/>
                </a:lnTo>
                <a:lnTo>
                  <a:pt x="16726" y="2112"/>
                </a:lnTo>
                <a:lnTo>
                  <a:pt x="17397" y="2326"/>
                </a:lnTo>
                <a:lnTo>
                  <a:pt x="19423" y="2979"/>
                </a:lnTo>
                <a:lnTo>
                  <a:pt x="20455" y="3756"/>
                </a:lnTo>
                <a:lnTo>
                  <a:pt x="21504" y="4548"/>
                </a:lnTo>
                <a:lnTo>
                  <a:pt x="21600" y="6248"/>
                </a:lnTo>
                <a:lnTo>
                  <a:pt x="21598" y="7919"/>
                </a:lnTo>
                <a:lnTo>
                  <a:pt x="21502" y="9566"/>
                </a:lnTo>
                <a:lnTo>
                  <a:pt x="21316" y="11191"/>
                </a:lnTo>
                <a:lnTo>
                  <a:pt x="21041" y="12801"/>
                </a:lnTo>
                <a:lnTo>
                  <a:pt x="20680" y="14399"/>
                </a:lnTo>
                <a:lnTo>
                  <a:pt x="20238" y="15990"/>
                </a:lnTo>
                <a:lnTo>
                  <a:pt x="19715" y="17576"/>
                </a:lnTo>
                <a:lnTo>
                  <a:pt x="19115" y="19164"/>
                </a:lnTo>
                <a:lnTo>
                  <a:pt x="17524" y="20087"/>
                </a:lnTo>
                <a:lnTo>
                  <a:pt x="16052" y="20711"/>
                </a:lnTo>
                <a:lnTo>
                  <a:pt x="14611" y="21103"/>
                </a:lnTo>
                <a:lnTo>
                  <a:pt x="13108" y="21337"/>
                </a:lnTo>
                <a:lnTo>
                  <a:pt x="11452" y="21478"/>
                </a:lnTo>
                <a:lnTo>
                  <a:pt x="9558" y="21600"/>
                </a:lnTo>
                <a:lnTo>
                  <a:pt x="9424" y="20363"/>
                </a:lnTo>
                <a:lnTo>
                  <a:pt x="9285" y="19106"/>
                </a:lnTo>
                <a:lnTo>
                  <a:pt x="8862" y="16207"/>
                </a:lnTo>
                <a:lnTo>
                  <a:pt x="8513" y="13992"/>
                </a:lnTo>
                <a:lnTo>
                  <a:pt x="8191" y="12331"/>
                </a:lnTo>
                <a:lnTo>
                  <a:pt x="7852" y="11081"/>
                </a:lnTo>
                <a:lnTo>
                  <a:pt x="7450" y="10114"/>
                </a:lnTo>
                <a:lnTo>
                  <a:pt x="6941" y="9288"/>
                </a:lnTo>
                <a:lnTo>
                  <a:pt x="6277" y="8470"/>
                </a:lnTo>
                <a:lnTo>
                  <a:pt x="5412" y="7525"/>
                </a:lnTo>
                <a:lnTo>
                  <a:pt x="4215" y="6745"/>
                </a:lnTo>
                <a:lnTo>
                  <a:pt x="3252" y="6175"/>
                </a:lnTo>
                <a:lnTo>
                  <a:pt x="2017" y="5537"/>
                </a:lnTo>
                <a:lnTo>
                  <a:pt x="0" y="4548"/>
                </a:lnTo>
                <a:lnTo>
                  <a:pt x="1498" y="3279"/>
                </a:lnTo>
                <a:lnTo>
                  <a:pt x="2896" y="2190"/>
                </a:lnTo>
                <a:lnTo>
                  <a:pt x="4246" y="1301"/>
                </a:lnTo>
                <a:lnTo>
                  <a:pt x="5601" y="628"/>
                </a:lnTo>
                <a:lnTo>
                  <a:pt x="7010" y="190"/>
                </a:lnTo>
                <a:lnTo>
                  <a:pt x="8528" y="0"/>
                </a:lnTo>
                <a:lnTo>
                  <a:pt x="10207" y="78"/>
                </a:lnTo>
                <a:lnTo>
                  <a:pt x="12095" y="436"/>
                </a:lnTo>
                <a:close/>
              </a:path>
            </a:pathLst>
          </a:custGeom>
          <a:solidFill>
            <a:srgbClr val="EB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0" name="contour_05718"/>
          <p:cNvSpPr/>
          <p:nvPr/>
        </p:nvSpPr>
        <p:spPr>
          <a:xfrm>
            <a:off x="9994923" y="5538874"/>
            <a:ext cx="874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247" y="238"/>
                </a:lnTo>
                <a:lnTo>
                  <a:pt x="11497" y="475"/>
                </a:lnTo>
                <a:lnTo>
                  <a:pt x="12746" y="713"/>
                </a:lnTo>
                <a:lnTo>
                  <a:pt x="13997" y="953"/>
                </a:lnTo>
                <a:lnTo>
                  <a:pt x="15253" y="1190"/>
                </a:lnTo>
                <a:lnTo>
                  <a:pt x="16511" y="1430"/>
                </a:lnTo>
                <a:lnTo>
                  <a:pt x="17775" y="1670"/>
                </a:lnTo>
                <a:lnTo>
                  <a:pt x="19044" y="1913"/>
                </a:lnTo>
                <a:lnTo>
                  <a:pt x="20318" y="2155"/>
                </a:lnTo>
                <a:lnTo>
                  <a:pt x="21600" y="2400"/>
                </a:lnTo>
                <a:lnTo>
                  <a:pt x="21244" y="3826"/>
                </a:lnTo>
                <a:lnTo>
                  <a:pt x="20885" y="5256"/>
                </a:lnTo>
                <a:lnTo>
                  <a:pt x="20527" y="6691"/>
                </a:lnTo>
                <a:lnTo>
                  <a:pt x="20165" y="8138"/>
                </a:lnTo>
                <a:lnTo>
                  <a:pt x="19800" y="9600"/>
                </a:lnTo>
                <a:lnTo>
                  <a:pt x="19386" y="9754"/>
                </a:lnTo>
                <a:lnTo>
                  <a:pt x="18657" y="10027"/>
                </a:lnTo>
                <a:lnTo>
                  <a:pt x="16988" y="10651"/>
                </a:lnTo>
                <a:lnTo>
                  <a:pt x="16607" y="10848"/>
                </a:lnTo>
                <a:lnTo>
                  <a:pt x="15935" y="11198"/>
                </a:lnTo>
                <a:lnTo>
                  <a:pt x="14400" y="12000"/>
                </a:lnTo>
                <a:lnTo>
                  <a:pt x="14200" y="13644"/>
                </a:lnTo>
                <a:lnTo>
                  <a:pt x="14110" y="15216"/>
                </a:lnTo>
                <a:lnTo>
                  <a:pt x="14108" y="16759"/>
                </a:lnTo>
                <a:lnTo>
                  <a:pt x="14171" y="18312"/>
                </a:lnTo>
                <a:lnTo>
                  <a:pt x="14276" y="19910"/>
                </a:lnTo>
                <a:lnTo>
                  <a:pt x="14400" y="21600"/>
                </a:lnTo>
                <a:lnTo>
                  <a:pt x="13061" y="21221"/>
                </a:lnTo>
                <a:lnTo>
                  <a:pt x="12110" y="20906"/>
                </a:lnTo>
                <a:lnTo>
                  <a:pt x="11290" y="20542"/>
                </a:lnTo>
                <a:lnTo>
                  <a:pt x="10339" y="20011"/>
                </a:lnTo>
                <a:lnTo>
                  <a:pt x="9000" y="19200"/>
                </a:lnTo>
                <a:lnTo>
                  <a:pt x="8838" y="17342"/>
                </a:lnTo>
                <a:lnTo>
                  <a:pt x="8757" y="16039"/>
                </a:lnTo>
                <a:lnTo>
                  <a:pt x="8757" y="14945"/>
                </a:lnTo>
                <a:lnTo>
                  <a:pt x="8838" y="13714"/>
                </a:lnTo>
                <a:lnTo>
                  <a:pt x="9000" y="12000"/>
                </a:lnTo>
                <a:lnTo>
                  <a:pt x="7931" y="12000"/>
                </a:lnTo>
                <a:lnTo>
                  <a:pt x="6858" y="12000"/>
                </a:lnTo>
                <a:lnTo>
                  <a:pt x="5782" y="12000"/>
                </a:lnTo>
                <a:lnTo>
                  <a:pt x="4696" y="12000"/>
                </a:lnTo>
                <a:lnTo>
                  <a:pt x="3600" y="12000"/>
                </a:lnTo>
                <a:lnTo>
                  <a:pt x="3600" y="10414"/>
                </a:lnTo>
                <a:lnTo>
                  <a:pt x="3600" y="8818"/>
                </a:lnTo>
                <a:lnTo>
                  <a:pt x="3600" y="7200"/>
                </a:lnTo>
                <a:lnTo>
                  <a:pt x="2531" y="6319"/>
                </a:lnTo>
                <a:lnTo>
                  <a:pt x="1800" y="5774"/>
                </a:lnTo>
                <a:lnTo>
                  <a:pt x="1069" y="5345"/>
                </a:lnTo>
                <a:lnTo>
                  <a:pt x="0" y="4800"/>
                </a:lnTo>
                <a:lnTo>
                  <a:pt x="2066" y="3686"/>
                </a:lnTo>
                <a:lnTo>
                  <a:pt x="3528" y="2978"/>
                </a:lnTo>
                <a:lnTo>
                  <a:pt x="4597" y="2638"/>
                </a:lnTo>
                <a:lnTo>
                  <a:pt x="5483" y="2628"/>
                </a:lnTo>
                <a:lnTo>
                  <a:pt x="6394" y="2911"/>
                </a:lnTo>
                <a:lnTo>
                  <a:pt x="7538" y="3451"/>
                </a:lnTo>
                <a:lnTo>
                  <a:pt x="8264" y="4121"/>
                </a:lnTo>
                <a:lnTo>
                  <a:pt x="9000" y="4800"/>
                </a:lnTo>
                <a:lnTo>
                  <a:pt x="9000" y="3214"/>
                </a:lnTo>
                <a:lnTo>
                  <a:pt x="9000" y="1618"/>
                </a:lnTo>
                <a:lnTo>
                  <a:pt x="9000" y="0"/>
                </a:lnTo>
                <a:close/>
              </a:path>
            </a:pathLst>
          </a:custGeom>
          <a:solidFill>
            <a:srgbClr val="989B9C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1" name="contour_05719"/>
          <p:cNvSpPr/>
          <p:nvPr/>
        </p:nvSpPr>
        <p:spPr>
          <a:xfrm>
            <a:off x="10664762" y="5501246"/>
            <a:ext cx="102688" cy="600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" y="427"/>
                </a:moveTo>
                <a:lnTo>
                  <a:pt x="1248" y="241"/>
                </a:lnTo>
                <a:lnTo>
                  <a:pt x="2342" y="102"/>
                </a:lnTo>
                <a:lnTo>
                  <a:pt x="3431" y="18"/>
                </a:lnTo>
                <a:lnTo>
                  <a:pt x="4516" y="0"/>
                </a:lnTo>
                <a:lnTo>
                  <a:pt x="5603" y="55"/>
                </a:lnTo>
                <a:lnTo>
                  <a:pt x="6696" y="194"/>
                </a:lnTo>
                <a:lnTo>
                  <a:pt x="7803" y="427"/>
                </a:lnTo>
                <a:lnTo>
                  <a:pt x="8887" y="2203"/>
                </a:lnTo>
                <a:lnTo>
                  <a:pt x="9597" y="3390"/>
                </a:lnTo>
                <a:lnTo>
                  <a:pt x="10089" y="4266"/>
                </a:lnTo>
                <a:lnTo>
                  <a:pt x="10516" y="5107"/>
                </a:lnTo>
                <a:lnTo>
                  <a:pt x="11036" y="6189"/>
                </a:lnTo>
                <a:lnTo>
                  <a:pt x="11844" y="7310"/>
                </a:lnTo>
                <a:lnTo>
                  <a:pt x="12706" y="8293"/>
                </a:lnTo>
                <a:lnTo>
                  <a:pt x="13612" y="9152"/>
                </a:lnTo>
                <a:lnTo>
                  <a:pt x="14556" y="9901"/>
                </a:lnTo>
                <a:lnTo>
                  <a:pt x="15529" y="10562"/>
                </a:lnTo>
                <a:lnTo>
                  <a:pt x="16526" y="11148"/>
                </a:lnTo>
                <a:lnTo>
                  <a:pt x="17539" y="11675"/>
                </a:lnTo>
                <a:lnTo>
                  <a:pt x="18560" y="12160"/>
                </a:lnTo>
                <a:lnTo>
                  <a:pt x="19583" y="12618"/>
                </a:lnTo>
                <a:lnTo>
                  <a:pt x="20597" y="13069"/>
                </a:lnTo>
                <a:lnTo>
                  <a:pt x="21600" y="13528"/>
                </a:lnTo>
                <a:lnTo>
                  <a:pt x="20961" y="14052"/>
                </a:lnTo>
                <a:lnTo>
                  <a:pt x="20312" y="14581"/>
                </a:lnTo>
                <a:lnTo>
                  <a:pt x="19478" y="15278"/>
                </a:lnTo>
                <a:lnTo>
                  <a:pt x="18629" y="15985"/>
                </a:lnTo>
                <a:lnTo>
                  <a:pt x="17801" y="16672"/>
                </a:lnTo>
                <a:lnTo>
                  <a:pt x="16960" y="17366"/>
                </a:lnTo>
                <a:lnTo>
                  <a:pt x="16074" y="18217"/>
                </a:lnTo>
                <a:lnTo>
                  <a:pt x="15463" y="18920"/>
                </a:lnTo>
                <a:lnTo>
                  <a:pt x="14844" y="19852"/>
                </a:lnTo>
                <a:lnTo>
                  <a:pt x="13935" y="21388"/>
                </a:lnTo>
                <a:lnTo>
                  <a:pt x="12847" y="21534"/>
                </a:lnTo>
                <a:lnTo>
                  <a:pt x="12074" y="21600"/>
                </a:lnTo>
                <a:lnTo>
                  <a:pt x="11251" y="21600"/>
                </a:lnTo>
                <a:lnTo>
                  <a:pt x="10007" y="21550"/>
                </a:lnTo>
                <a:lnTo>
                  <a:pt x="9082" y="21511"/>
                </a:lnTo>
                <a:lnTo>
                  <a:pt x="8153" y="21469"/>
                </a:lnTo>
                <a:lnTo>
                  <a:pt x="7216" y="21430"/>
                </a:lnTo>
                <a:lnTo>
                  <a:pt x="6270" y="21388"/>
                </a:lnTo>
                <a:lnTo>
                  <a:pt x="6460" y="19766"/>
                </a:lnTo>
                <a:lnTo>
                  <a:pt x="6650" y="18144"/>
                </a:lnTo>
                <a:lnTo>
                  <a:pt x="6840" y="16517"/>
                </a:lnTo>
                <a:lnTo>
                  <a:pt x="7030" y="14887"/>
                </a:lnTo>
                <a:lnTo>
                  <a:pt x="7222" y="13250"/>
                </a:lnTo>
                <a:lnTo>
                  <a:pt x="7415" y="11604"/>
                </a:lnTo>
                <a:lnTo>
                  <a:pt x="7608" y="9951"/>
                </a:lnTo>
                <a:lnTo>
                  <a:pt x="7803" y="8287"/>
                </a:lnTo>
                <a:lnTo>
                  <a:pt x="6790" y="8287"/>
                </a:lnTo>
                <a:lnTo>
                  <a:pt x="5770" y="8287"/>
                </a:lnTo>
                <a:lnTo>
                  <a:pt x="4737" y="8287"/>
                </a:lnTo>
                <a:lnTo>
                  <a:pt x="4174" y="9844"/>
                </a:lnTo>
                <a:lnTo>
                  <a:pt x="3826" y="10907"/>
                </a:lnTo>
                <a:lnTo>
                  <a:pt x="3552" y="11971"/>
                </a:lnTo>
                <a:lnTo>
                  <a:pt x="3204" y="13528"/>
                </a:lnTo>
                <a:lnTo>
                  <a:pt x="2293" y="12249"/>
                </a:lnTo>
                <a:lnTo>
                  <a:pt x="1671" y="11277"/>
                </a:lnTo>
                <a:lnTo>
                  <a:pt x="1049" y="10119"/>
                </a:lnTo>
                <a:lnTo>
                  <a:pt x="138" y="8287"/>
                </a:lnTo>
                <a:lnTo>
                  <a:pt x="46" y="6181"/>
                </a:lnTo>
                <a:lnTo>
                  <a:pt x="0" y="4719"/>
                </a:lnTo>
                <a:lnTo>
                  <a:pt x="0" y="3524"/>
                </a:lnTo>
                <a:lnTo>
                  <a:pt x="46" y="2219"/>
                </a:lnTo>
                <a:lnTo>
                  <a:pt x="138" y="427"/>
                </a:lnTo>
                <a:close/>
              </a:path>
            </a:pathLst>
          </a:custGeom>
          <a:solidFill>
            <a:srgbClr val="F9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2" name="contour_05720"/>
          <p:cNvSpPr/>
          <p:nvPr/>
        </p:nvSpPr>
        <p:spPr>
          <a:xfrm>
            <a:off x="10190730" y="5472983"/>
            <a:ext cx="54347" cy="513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40" y="1074"/>
                </a:moveTo>
                <a:lnTo>
                  <a:pt x="19401" y="2365"/>
                </a:lnTo>
                <a:lnTo>
                  <a:pt x="20401" y="3470"/>
                </a:lnTo>
                <a:lnTo>
                  <a:pt x="21009" y="4985"/>
                </a:lnTo>
                <a:lnTo>
                  <a:pt x="21600" y="7522"/>
                </a:lnTo>
                <a:lnTo>
                  <a:pt x="21586" y="9424"/>
                </a:lnTo>
                <a:lnTo>
                  <a:pt x="21557" y="10952"/>
                </a:lnTo>
                <a:lnTo>
                  <a:pt x="21502" y="12354"/>
                </a:lnTo>
                <a:lnTo>
                  <a:pt x="21400" y="13872"/>
                </a:lnTo>
                <a:lnTo>
                  <a:pt x="21238" y="15753"/>
                </a:lnTo>
                <a:lnTo>
                  <a:pt x="20998" y="18247"/>
                </a:lnTo>
                <a:lnTo>
                  <a:pt x="20661" y="21600"/>
                </a:lnTo>
                <a:lnTo>
                  <a:pt x="18654" y="21600"/>
                </a:lnTo>
                <a:lnTo>
                  <a:pt x="16644" y="21600"/>
                </a:lnTo>
                <a:lnTo>
                  <a:pt x="14634" y="21600"/>
                </a:lnTo>
                <a:lnTo>
                  <a:pt x="12621" y="21600"/>
                </a:lnTo>
                <a:lnTo>
                  <a:pt x="10599" y="21600"/>
                </a:lnTo>
                <a:lnTo>
                  <a:pt x="8574" y="21600"/>
                </a:lnTo>
                <a:lnTo>
                  <a:pt x="6541" y="21600"/>
                </a:lnTo>
                <a:lnTo>
                  <a:pt x="4498" y="21600"/>
                </a:lnTo>
                <a:lnTo>
                  <a:pt x="2448" y="21600"/>
                </a:lnTo>
                <a:lnTo>
                  <a:pt x="385" y="21600"/>
                </a:lnTo>
                <a:lnTo>
                  <a:pt x="182" y="17462"/>
                </a:lnTo>
                <a:lnTo>
                  <a:pt x="49" y="14188"/>
                </a:lnTo>
                <a:lnTo>
                  <a:pt x="0" y="11624"/>
                </a:lnTo>
                <a:lnTo>
                  <a:pt x="49" y="9605"/>
                </a:lnTo>
                <a:lnTo>
                  <a:pt x="217" y="7967"/>
                </a:lnTo>
                <a:lnTo>
                  <a:pt x="516" y="6553"/>
                </a:lnTo>
                <a:lnTo>
                  <a:pt x="965" y="5203"/>
                </a:lnTo>
                <a:lnTo>
                  <a:pt x="1579" y="3752"/>
                </a:lnTo>
                <a:lnTo>
                  <a:pt x="2375" y="2043"/>
                </a:lnTo>
                <a:lnTo>
                  <a:pt x="4351" y="1157"/>
                </a:lnTo>
                <a:lnTo>
                  <a:pt x="6233" y="537"/>
                </a:lnTo>
                <a:lnTo>
                  <a:pt x="8061" y="160"/>
                </a:lnTo>
                <a:lnTo>
                  <a:pt x="9869" y="0"/>
                </a:lnTo>
                <a:lnTo>
                  <a:pt x="11696" y="34"/>
                </a:lnTo>
                <a:lnTo>
                  <a:pt x="13574" y="239"/>
                </a:lnTo>
                <a:lnTo>
                  <a:pt x="15543" y="595"/>
                </a:lnTo>
                <a:lnTo>
                  <a:pt x="17640" y="1074"/>
                </a:lnTo>
                <a:close/>
              </a:path>
            </a:pathLst>
          </a:custGeom>
          <a:solidFill>
            <a:srgbClr val="CED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3" name="contour_05721"/>
          <p:cNvSpPr/>
          <p:nvPr/>
        </p:nvSpPr>
        <p:spPr>
          <a:xfrm>
            <a:off x="1927116" y="5465994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16" y="0"/>
                </a:lnTo>
                <a:lnTo>
                  <a:pt x="8162" y="0"/>
                </a:lnTo>
                <a:lnTo>
                  <a:pt x="10214" y="0"/>
                </a:lnTo>
                <a:lnTo>
                  <a:pt x="12275" y="0"/>
                </a:lnTo>
                <a:lnTo>
                  <a:pt x="14342" y="0"/>
                </a:lnTo>
                <a:lnTo>
                  <a:pt x="16422" y="0"/>
                </a:lnTo>
                <a:lnTo>
                  <a:pt x="18514" y="0"/>
                </a:lnTo>
                <a:lnTo>
                  <a:pt x="18749" y="1644"/>
                </a:lnTo>
                <a:lnTo>
                  <a:pt x="18983" y="3290"/>
                </a:lnTo>
                <a:lnTo>
                  <a:pt x="19221" y="4937"/>
                </a:lnTo>
                <a:lnTo>
                  <a:pt x="19455" y="6586"/>
                </a:lnTo>
                <a:lnTo>
                  <a:pt x="19690" y="8237"/>
                </a:lnTo>
                <a:lnTo>
                  <a:pt x="19928" y="9890"/>
                </a:lnTo>
                <a:lnTo>
                  <a:pt x="20165" y="11549"/>
                </a:lnTo>
                <a:lnTo>
                  <a:pt x="20403" y="13210"/>
                </a:lnTo>
                <a:lnTo>
                  <a:pt x="20640" y="14875"/>
                </a:lnTo>
                <a:lnTo>
                  <a:pt x="20878" y="16548"/>
                </a:lnTo>
                <a:lnTo>
                  <a:pt x="21119" y="18226"/>
                </a:lnTo>
                <a:lnTo>
                  <a:pt x="21359" y="19908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8291" y="20030"/>
                </a:lnTo>
                <a:lnTo>
                  <a:pt x="7770" y="18881"/>
                </a:lnTo>
                <a:lnTo>
                  <a:pt x="7508" y="17592"/>
                </a:lnTo>
                <a:lnTo>
                  <a:pt x="7329" y="15600"/>
                </a:lnTo>
                <a:lnTo>
                  <a:pt x="7134" y="13608"/>
                </a:lnTo>
                <a:lnTo>
                  <a:pt x="6949" y="12319"/>
                </a:lnTo>
                <a:lnTo>
                  <a:pt x="6662" y="11170"/>
                </a:lnTo>
                <a:lnTo>
                  <a:pt x="6171" y="9600"/>
                </a:lnTo>
                <a:lnTo>
                  <a:pt x="4132" y="9600"/>
                </a:lnTo>
                <a:lnTo>
                  <a:pt x="2080" y="9600"/>
                </a:lnTo>
                <a:lnTo>
                  <a:pt x="0" y="9600"/>
                </a:lnTo>
                <a:lnTo>
                  <a:pt x="0" y="8016"/>
                </a:lnTo>
                <a:lnTo>
                  <a:pt x="0" y="6430"/>
                </a:lnTo>
                <a:lnTo>
                  <a:pt x="0" y="4836"/>
                </a:lnTo>
                <a:lnTo>
                  <a:pt x="0" y="3235"/>
                </a:lnTo>
                <a:lnTo>
                  <a:pt x="0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E6E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4" name="contour_05722"/>
          <p:cNvSpPr/>
          <p:nvPr/>
        </p:nvSpPr>
        <p:spPr>
          <a:xfrm>
            <a:off x="4536217" y="5420845"/>
            <a:ext cx="131184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5"/>
                </a:moveTo>
                <a:lnTo>
                  <a:pt x="690" y="492"/>
                </a:lnTo>
                <a:lnTo>
                  <a:pt x="1380" y="411"/>
                </a:lnTo>
                <a:lnTo>
                  <a:pt x="2070" y="336"/>
                </a:lnTo>
                <a:lnTo>
                  <a:pt x="2760" y="270"/>
                </a:lnTo>
                <a:lnTo>
                  <a:pt x="3450" y="210"/>
                </a:lnTo>
                <a:lnTo>
                  <a:pt x="4091" y="141"/>
                </a:lnTo>
                <a:lnTo>
                  <a:pt x="4736" y="72"/>
                </a:lnTo>
                <a:lnTo>
                  <a:pt x="5390" y="0"/>
                </a:lnTo>
                <a:lnTo>
                  <a:pt x="6368" y="441"/>
                </a:lnTo>
                <a:lnTo>
                  <a:pt x="7152" y="1087"/>
                </a:lnTo>
                <a:lnTo>
                  <a:pt x="7805" y="1981"/>
                </a:lnTo>
                <a:lnTo>
                  <a:pt x="8388" y="3164"/>
                </a:lnTo>
                <a:lnTo>
                  <a:pt x="8966" y="4686"/>
                </a:lnTo>
                <a:lnTo>
                  <a:pt x="9600" y="6590"/>
                </a:lnTo>
                <a:lnTo>
                  <a:pt x="9005" y="8079"/>
                </a:lnTo>
                <a:lnTo>
                  <a:pt x="8400" y="9592"/>
                </a:lnTo>
                <a:lnTo>
                  <a:pt x="9217" y="9778"/>
                </a:lnTo>
                <a:lnTo>
                  <a:pt x="10033" y="9964"/>
                </a:lnTo>
                <a:lnTo>
                  <a:pt x="10852" y="10150"/>
                </a:lnTo>
                <a:lnTo>
                  <a:pt x="11669" y="10336"/>
                </a:lnTo>
                <a:lnTo>
                  <a:pt x="12487" y="10522"/>
                </a:lnTo>
                <a:lnTo>
                  <a:pt x="13308" y="10708"/>
                </a:lnTo>
                <a:lnTo>
                  <a:pt x="14129" y="10895"/>
                </a:lnTo>
                <a:lnTo>
                  <a:pt x="14951" y="11081"/>
                </a:lnTo>
                <a:lnTo>
                  <a:pt x="15774" y="11270"/>
                </a:lnTo>
                <a:lnTo>
                  <a:pt x="16600" y="11456"/>
                </a:lnTo>
                <a:lnTo>
                  <a:pt x="17428" y="11645"/>
                </a:lnTo>
                <a:lnTo>
                  <a:pt x="18257" y="11834"/>
                </a:lnTo>
                <a:lnTo>
                  <a:pt x="19088" y="12023"/>
                </a:lnTo>
                <a:lnTo>
                  <a:pt x="19922" y="12212"/>
                </a:lnTo>
                <a:lnTo>
                  <a:pt x="20760" y="12402"/>
                </a:lnTo>
                <a:lnTo>
                  <a:pt x="21600" y="12594"/>
                </a:lnTo>
                <a:lnTo>
                  <a:pt x="21600" y="14083"/>
                </a:lnTo>
                <a:lnTo>
                  <a:pt x="21600" y="15596"/>
                </a:lnTo>
                <a:lnTo>
                  <a:pt x="20982" y="15710"/>
                </a:lnTo>
                <a:lnTo>
                  <a:pt x="20354" y="15824"/>
                </a:lnTo>
                <a:lnTo>
                  <a:pt x="19547" y="15974"/>
                </a:lnTo>
                <a:lnTo>
                  <a:pt x="18739" y="16127"/>
                </a:lnTo>
                <a:lnTo>
                  <a:pt x="17932" y="16283"/>
                </a:lnTo>
                <a:lnTo>
                  <a:pt x="17123" y="16439"/>
                </a:lnTo>
                <a:lnTo>
                  <a:pt x="16315" y="16596"/>
                </a:lnTo>
                <a:lnTo>
                  <a:pt x="15508" y="16752"/>
                </a:lnTo>
                <a:lnTo>
                  <a:pt x="14700" y="16911"/>
                </a:lnTo>
                <a:lnTo>
                  <a:pt x="14052" y="17028"/>
                </a:lnTo>
                <a:lnTo>
                  <a:pt x="13400" y="17148"/>
                </a:lnTo>
                <a:lnTo>
                  <a:pt x="12740" y="17268"/>
                </a:lnTo>
                <a:lnTo>
                  <a:pt x="11920" y="17439"/>
                </a:lnTo>
                <a:lnTo>
                  <a:pt x="11107" y="17628"/>
                </a:lnTo>
                <a:lnTo>
                  <a:pt x="10302" y="17838"/>
                </a:lnTo>
                <a:lnTo>
                  <a:pt x="9502" y="18070"/>
                </a:lnTo>
                <a:lnTo>
                  <a:pt x="8707" y="18328"/>
                </a:lnTo>
                <a:lnTo>
                  <a:pt x="7916" y="18613"/>
                </a:lnTo>
                <a:lnTo>
                  <a:pt x="7129" y="18928"/>
                </a:lnTo>
                <a:lnTo>
                  <a:pt x="6343" y="19276"/>
                </a:lnTo>
                <a:lnTo>
                  <a:pt x="5557" y="19658"/>
                </a:lnTo>
                <a:lnTo>
                  <a:pt x="4771" y="20081"/>
                </a:lnTo>
                <a:lnTo>
                  <a:pt x="3984" y="20543"/>
                </a:lnTo>
                <a:lnTo>
                  <a:pt x="3193" y="21048"/>
                </a:lnTo>
                <a:lnTo>
                  <a:pt x="2400" y="21600"/>
                </a:lnTo>
                <a:lnTo>
                  <a:pt x="2227" y="19802"/>
                </a:lnTo>
                <a:lnTo>
                  <a:pt x="2052" y="17994"/>
                </a:lnTo>
                <a:lnTo>
                  <a:pt x="1874" y="16160"/>
                </a:lnTo>
                <a:lnTo>
                  <a:pt x="1673" y="14182"/>
                </a:lnTo>
                <a:lnTo>
                  <a:pt x="1462" y="12218"/>
                </a:lnTo>
                <a:lnTo>
                  <a:pt x="1240" y="10264"/>
                </a:lnTo>
                <a:lnTo>
                  <a:pt x="1010" y="8319"/>
                </a:lnTo>
                <a:lnTo>
                  <a:pt x="770" y="6379"/>
                </a:lnTo>
                <a:lnTo>
                  <a:pt x="523" y="4446"/>
                </a:lnTo>
                <a:lnTo>
                  <a:pt x="265" y="2516"/>
                </a:lnTo>
                <a:lnTo>
                  <a:pt x="0" y="585"/>
                </a:lnTo>
                <a:close/>
              </a:path>
            </a:pathLst>
          </a:custGeom>
          <a:solidFill>
            <a:srgbClr val="706382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5" name="contour_05723"/>
          <p:cNvSpPr/>
          <p:nvPr/>
        </p:nvSpPr>
        <p:spPr>
          <a:xfrm>
            <a:off x="10235427" y="5414978"/>
            <a:ext cx="116608" cy="360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2" y="140"/>
                </a:lnTo>
                <a:lnTo>
                  <a:pt x="945" y="389"/>
                </a:lnTo>
                <a:lnTo>
                  <a:pt x="2326" y="957"/>
                </a:lnTo>
                <a:lnTo>
                  <a:pt x="3249" y="1316"/>
                </a:lnTo>
                <a:lnTo>
                  <a:pt x="4170" y="1656"/>
                </a:lnTo>
                <a:lnTo>
                  <a:pt x="5089" y="1980"/>
                </a:lnTo>
                <a:lnTo>
                  <a:pt x="6006" y="2290"/>
                </a:lnTo>
                <a:lnTo>
                  <a:pt x="6921" y="2583"/>
                </a:lnTo>
                <a:lnTo>
                  <a:pt x="7835" y="2858"/>
                </a:lnTo>
                <a:lnTo>
                  <a:pt x="8748" y="3112"/>
                </a:lnTo>
                <a:lnTo>
                  <a:pt x="9661" y="3348"/>
                </a:lnTo>
                <a:lnTo>
                  <a:pt x="10573" y="3566"/>
                </a:lnTo>
                <a:lnTo>
                  <a:pt x="11486" y="3759"/>
                </a:lnTo>
                <a:lnTo>
                  <a:pt x="12398" y="3934"/>
                </a:lnTo>
                <a:lnTo>
                  <a:pt x="13311" y="4087"/>
                </a:lnTo>
                <a:lnTo>
                  <a:pt x="14225" y="4218"/>
                </a:lnTo>
                <a:lnTo>
                  <a:pt x="15140" y="4327"/>
                </a:lnTo>
                <a:lnTo>
                  <a:pt x="16056" y="4410"/>
                </a:lnTo>
                <a:lnTo>
                  <a:pt x="16974" y="4467"/>
                </a:lnTo>
                <a:lnTo>
                  <a:pt x="17894" y="4502"/>
                </a:lnTo>
                <a:lnTo>
                  <a:pt x="18816" y="4506"/>
                </a:lnTo>
                <a:lnTo>
                  <a:pt x="19741" y="4489"/>
                </a:lnTo>
                <a:lnTo>
                  <a:pt x="20668" y="4445"/>
                </a:lnTo>
                <a:lnTo>
                  <a:pt x="21600" y="4371"/>
                </a:lnTo>
                <a:lnTo>
                  <a:pt x="21600" y="6967"/>
                </a:lnTo>
                <a:lnTo>
                  <a:pt x="21600" y="9572"/>
                </a:lnTo>
                <a:lnTo>
                  <a:pt x="21600" y="12186"/>
                </a:lnTo>
                <a:lnTo>
                  <a:pt x="21600" y="14821"/>
                </a:lnTo>
                <a:lnTo>
                  <a:pt x="21600" y="17483"/>
                </a:lnTo>
                <a:lnTo>
                  <a:pt x="20631" y="18103"/>
                </a:lnTo>
                <a:lnTo>
                  <a:pt x="19667" y="18676"/>
                </a:lnTo>
                <a:lnTo>
                  <a:pt x="18708" y="19209"/>
                </a:lnTo>
                <a:lnTo>
                  <a:pt x="17753" y="19690"/>
                </a:lnTo>
                <a:lnTo>
                  <a:pt x="16801" y="20123"/>
                </a:lnTo>
                <a:lnTo>
                  <a:pt x="15850" y="20507"/>
                </a:lnTo>
                <a:lnTo>
                  <a:pt x="14901" y="20835"/>
                </a:lnTo>
                <a:lnTo>
                  <a:pt x="13952" y="21106"/>
                </a:lnTo>
                <a:lnTo>
                  <a:pt x="13002" y="21325"/>
                </a:lnTo>
                <a:lnTo>
                  <a:pt x="12050" y="21478"/>
                </a:lnTo>
                <a:lnTo>
                  <a:pt x="11094" y="21569"/>
                </a:lnTo>
                <a:lnTo>
                  <a:pt x="10136" y="21600"/>
                </a:lnTo>
                <a:lnTo>
                  <a:pt x="9172" y="21561"/>
                </a:lnTo>
                <a:lnTo>
                  <a:pt x="8203" y="21456"/>
                </a:lnTo>
                <a:lnTo>
                  <a:pt x="7228" y="21281"/>
                </a:lnTo>
                <a:lnTo>
                  <a:pt x="6244" y="21032"/>
                </a:lnTo>
                <a:lnTo>
                  <a:pt x="5543" y="20918"/>
                </a:lnTo>
                <a:lnTo>
                  <a:pt x="4830" y="20796"/>
                </a:lnTo>
                <a:lnTo>
                  <a:pt x="4035" y="20468"/>
                </a:lnTo>
                <a:lnTo>
                  <a:pt x="3407" y="20009"/>
                </a:lnTo>
                <a:lnTo>
                  <a:pt x="2620" y="19122"/>
                </a:lnTo>
                <a:lnTo>
                  <a:pt x="1350" y="17483"/>
                </a:lnTo>
                <a:lnTo>
                  <a:pt x="969" y="14585"/>
                </a:lnTo>
                <a:lnTo>
                  <a:pt x="679" y="11779"/>
                </a:lnTo>
                <a:lnTo>
                  <a:pt x="458" y="8995"/>
                </a:lnTo>
                <a:lnTo>
                  <a:pt x="285" y="6154"/>
                </a:lnTo>
                <a:lnTo>
                  <a:pt x="139" y="3182"/>
                </a:lnTo>
                <a:lnTo>
                  <a:pt x="0" y="0"/>
                </a:lnTo>
                <a:close/>
              </a:path>
            </a:pathLst>
          </a:custGeom>
          <a:solidFill>
            <a:srgbClr val="4A4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6" name="contour_05724"/>
          <p:cNvSpPr/>
          <p:nvPr/>
        </p:nvSpPr>
        <p:spPr>
          <a:xfrm>
            <a:off x="4047922" y="5371250"/>
            <a:ext cx="11660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3584" y="824"/>
                </a:lnTo>
                <a:lnTo>
                  <a:pt x="13669" y="1652"/>
                </a:lnTo>
                <a:lnTo>
                  <a:pt x="13754" y="2492"/>
                </a:lnTo>
                <a:lnTo>
                  <a:pt x="14116" y="3316"/>
                </a:lnTo>
                <a:lnTo>
                  <a:pt x="14480" y="4144"/>
                </a:lnTo>
                <a:lnTo>
                  <a:pt x="14850" y="4985"/>
                </a:lnTo>
                <a:lnTo>
                  <a:pt x="15821" y="5149"/>
                </a:lnTo>
                <a:lnTo>
                  <a:pt x="16783" y="5240"/>
                </a:lnTo>
                <a:lnTo>
                  <a:pt x="17742" y="5272"/>
                </a:lnTo>
                <a:lnTo>
                  <a:pt x="18699" y="5252"/>
                </a:lnTo>
                <a:lnTo>
                  <a:pt x="19659" y="5191"/>
                </a:lnTo>
                <a:lnTo>
                  <a:pt x="20624" y="5098"/>
                </a:lnTo>
                <a:lnTo>
                  <a:pt x="21600" y="4985"/>
                </a:lnTo>
                <a:lnTo>
                  <a:pt x="21111" y="6051"/>
                </a:lnTo>
                <a:lnTo>
                  <a:pt x="20610" y="7075"/>
                </a:lnTo>
                <a:lnTo>
                  <a:pt x="20085" y="8057"/>
                </a:lnTo>
                <a:lnTo>
                  <a:pt x="19528" y="9002"/>
                </a:lnTo>
                <a:lnTo>
                  <a:pt x="18927" y="9911"/>
                </a:lnTo>
                <a:lnTo>
                  <a:pt x="18271" y="10787"/>
                </a:lnTo>
                <a:lnTo>
                  <a:pt x="17550" y="11631"/>
                </a:lnTo>
                <a:lnTo>
                  <a:pt x="16569" y="11833"/>
                </a:lnTo>
                <a:lnTo>
                  <a:pt x="15606" y="11955"/>
                </a:lnTo>
                <a:lnTo>
                  <a:pt x="14654" y="12001"/>
                </a:lnTo>
                <a:lnTo>
                  <a:pt x="13705" y="11985"/>
                </a:lnTo>
                <a:lnTo>
                  <a:pt x="12752" y="11910"/>
                </a:lnTo>
                <a:lnTo>
                  <a:pt x="11787" y="11790"/>
                </a:lnTo>
                <a:lnTo>
                  <a:pt x="10800" y="11631"/>
                </a:lnTo>
                <a:lnTo>
                  <a:pt x="10800" y="10532"/>
                </a:lnTo>
                <a:lnTo>
                  <a:pt x="10800" y="9428"/>
                </a:lnTo>
                <a:lnTo>
                  <a:pt x="10800" y="8308"/>
                </a:lnTo>
                <a:lnTo>
                  <a:pt x="9289" y="8376"/>
                </a:lnTo>
                <a:lnTo>
                  <a:pt x="8223" y="8467"/>
                </a:lnTo>
                <a:lnTo>
                  <a:pt x="7451" y="8625"/>
                </a:lnTo>
                <a:lnTo>
                  <a:pt x="6822" y="8898"/>
                </a:lnTo>
                <a:lnTo>
                  <a:pt x="6188" y="9330"/>
                </a:lnTo>
                <a:lnTo>
                  <a:pt x="5400" y="9969"/>
                </a:lnTo>
                <a:lnTo>
                  <a:pt x="5049" y="11001"/>
                </a:lnTo>
                <a:lnTo>
                  <a:pt x="4728" y="12035"/>
                </a:lnTo>
                <a:lnTo>
                  <a:pt x="4432" y="13071"/>
                </a:lnTo>
                <a:lnTo>
                  <a:pt x="4161" y="14111"/>
                </a:lnTo>
                <a:lnTo>
                  <a:pt x="3910" y="15158"/>
                </a:lnTo>
                <a:lnTo>
                  <a:pt x="3677" y="16210"/>
                </a:lnTo>
                <a:lnTo>
                  <a:pt x="3461" y="17270"/>
                </a:lnTo>
                <a:lnTo>
                  <a:pt x="3258" y="18337"/>
                </a:lnTo>
                <a:lnTo>
                  <a:pt x="3064" y="19413"/>
                </a:lnTo>
                <a:lnTo>
                  <a:pt x="2880" y="20502"/>
                </a:lnTo>
                <a:lnTo>
                  <a:pt x="2700" y="21600"/>
                </a:lnTo>
                <a:lnTo>
                  <a:pt x="1878" y="21341"/>
                </a:lnTo>
                <a:lnTo>
                  <a:pt x="1323" y="21082"/>
                </a:lnTo>
                <a:lnTo>
                  <a:pt x="782" y="20666"/>
                </a:lnTo>
                <a:lnTo>
                  <a:pt x="0" y="19938"/>
                </a:lnTo>
                <a:lnTo>
                  <a:pt x="11" y="18804"/>
                </a:lnTo>
                <a:lnTo>
                  <a:pt x="50" y="17656"/>
                </a:lnTo>
                <a:lnTo>
                  <a:pt x="120" y="16496"/>
                </a:lnTo>
                <a:lnTo>
                  <a:pt x="224" y="15334"/>
                </a:lnTo>
                <a:lnTo>
                  <a:pt x="367" y="14175"/>
                </a:lnTo>
                <a:lnTo>
                  <a:pt x="551" y="13023"/>
                </a:lnTo>
                <a:lnTo>
                  <a:pt x="778" y="11888"/>
                </a:lnTo>
                <a:lnTo>
                  <a:pt x="1054" y="10773"/>
                </a:lnTo>
                <a:lnTo>
                  <a:pt x="1381" y="9687"/>
                </a:lnTo>
                <a:lnTo>
                  <a:pt x="1762" y="8632"/>
                </a:lnTo>
                <a:lnTo>
                  <a:pt x="2200" y="7616"/>
                </a:lnTo>
                <a:lnTo>
                  <a:pt x="2700" y="6646"/>
                </a:lnTo>
                <a:lnTo>
                  <a:pt x="3646" y="6232"/>
                </a:lnTo>
                <a:lnTo>
                  <a:pt x="4552" y="5913"/>
                </a:lnTo>
                <a:lnTo>
                  <a:pt x="5434" y="5677"/>
                </a:lnTo>
                <a:lnTo>
                  <a:pt x="6306" y="5515"/>
                </a:lnTo>
                <a:lnTo>
                  <a:pt x="7187" y="5412"/>
                </a:lnTo>
                <a:lnTo>
                  <a:pt x="8095" y="5360"/>
                </a:lnTo>
                <a:lnTo>
                  <a:pt x="9041" y="5348"/>
                </a:lnTo>
                <a:lnTo>
                  <a:pt x="10045" y="5367"/>
                </a:lnTo>
                <a:lnTo>
                  <a:pt x="10741" y="5240"/>
                </a:lnTo>
                <a:lnTo>
                  <a:pt x="11441" y="5113"/>
                </a:lnTo>
                <a:lnTo>
                  <a:pt x="12150" y="4985"/>
                </a:lnTo>
                <a:lnTo>
                  <a:pt x="12624" y="3738"/>
                </a:lnTo>
                <a:lnTo>
                  <a:pt x="12932" y="2856"/>
                </a:lnTo>
                <a:lnTo>
                  <a:pt x="13137" y="2099"/>
                </a:lnTo>
                <a:lnTo>
                  <a:pt x="13304" y="1226"/>
                </a:lnTo>
                <a:lnTo>
                  <a:pt x="13500" y="0"/>
                </a:lnTo>
                <a:close/>
              </a:path>
            </a:pathLst>
          </a:custGeom>
          <a:solidFill>
            <a:srgbClr val="6B5F44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7" name="contour_05725"/>
          <p:cNvSpPr/>
          <p:nvPr/>
        </p:nvSpPr>
        <p:spPr>
          <a:xfrm>
            <a:off x="7295998" y="5376796"/>
            <a:ext cx="77442" cy="534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55" y="704"/>
                </a:moveTo>
                <a:lnTo>
                  <a:pt x="19840" y="2339"/>
                </a:lnTo>
                <a:lnTo>
                  <a:pt x="20496" y="3889"/>
                </a:lnTo>
                <a:lnTo>
                  <a:pt x="20978" y="5480"/>
                </a:lnTo>
                <a:lnTo>
                  <a:pt x="21330" y="7235"/>
                </a:lnTo>
                <a:lnTo>
                  <a:pt x="21600" y="9277"/>
                </a:lnTo>
                <a:lnTo>
                  <a:pt x="21210" y="11177"/>
                </a:lnTo>
                <a:lnTo>
                  <a:pt x="20773" y="12432"/>
                </a:lnTo>
                <a:lnTo>
                  <a:pt x="20016" y="13599"/>
                </a:lnTo>
                <a:lnTo>
                  <a:pt x="18661" y="15240"/>
                </a:lnTo>
                <a:lnTo>
                  <a:pt x="17268" y="16282"/>
                </a:lnTo>
                <a:lnTo>
                  <a:pt x="15908" y="17246"/>
                </a:lnTo>
                <a:lnTo>
                  <a:pt x="14571" y="18124"/>
                </a:lnTo>
                <a:lnTo>
                  <a:pt x="13247" y="18913"/>
                </a:lnTo>
                <a:lnTo>
                  <a:pt x="11932" y="19609"/>
                </a:lnTo>
                <a:lnTo>
                  <a:pt x="10613" y="20209"/>
                </a:lnTo>
                <a:lnTo>
                  <a:pt x="9286" y="20707"/>
                </a:lnTo>
                <a:lnTo>
                  <a:pt x="7940" y="21099"/>
                </a:lnTo>
                <a:lnTo>
                  <a:pt x="6570" y="21382"/>
                </a:lnTo>
                <a:lnTo>
                  <a:pt x="5163" y="21550"/>
                </a:lnTo>
                <a:lnTo>
                  <a:pt x="3716" y="21600"/>
                </a:lnTo>
                <a:lnTo>
                  <a:pt x="2218" y="21526"/>
                </a:lnTo>
                <a:lnTo>
                  <a:pt x="661" y="21326"/>
                </a:lnTo>
                <a:lnTo>
                  <a:pt x="295" y="18191"/>
                </a:lnTo>
                <a:lnTo>
                  <a:pt x="73" y="15961"/>
                </a:lnTo>
                <a:lnTo>
                  <a:pt x="0" y="14306"/>
                </a:lnTo>
                <a:lnTo>
                  <a:pt x="73" y="12903"/>
                </a:lnTo>
                <a:lnTo>
                  <a:pt x="295" y="11425"/>
                </a:lnTo>
                <a:lnTo>
                  <a:pt x="661" y="9542"/>
                </a:lnTo>
                <a:lnTo>
                  <a:pt x="1760" y="8084"/>
                </a:lnTo>
                <a:lnTo>
                  <a:pt x="2901" y="6714"/>
                </a:lnTo>
                <a:lnTo>
                  <a:pt x="4076" y="5447"/>
                </a:lnTo>
                <a:lnTo>
                  <a:pt x="5287" y="4289"/>
                </a:lnTo>
                <a:lnTo>
                  <a:pt x="6533" y="3249"/>
                </a:lnTo>
                <a:lnTo>
                  <a:pt x="7812" y="2336"/>
                </a:lnTo>
                <a:lnTo>
                  <a:pt x="9119" y="1561"/>
                </a:lnTo>
                <a:lnTo>
                  <a:pt x="10454" y="931"/>
                </a:lnTo>
                <a:lnTo>
                  <a:pt x="11816" y="454"/>
                </a:lnTo>
                <a:lnTo>
                  <a:pt x="13203" y="141"/>
                </a:lnTo>
                <a:lnTo>
                  <a:pt x="14611" y="0"/>
                </a:lnTo>
                <a:lnTo>
                  <a:pt x="16040" y="41"/>
                </a:lnTo>
                <a:lnTo>
                  <a:pt x="17490" y="274"/>
                </a:lnTo>
                <a:lnTo>
                  <a:pt x="18955" y="704"/>
                </a:lnTo>
                <a:close/>
              </a:path>
            </a:pathLst>
          </a:custGeom>
          <a:solidFill>
            <a:srgbClr val="F0F7FE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8" name="contour_05726"/>
          <p:cNvSpPr/>
          <p:nvPr/>
        </p:nvSpPr>
        <p:spPr>
          <a:xfrm>
            <a:off x="1832373" y="5320234"/>
            <a:ext cx="109320" cy="879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635" y="419"/>
                </a:lnTo>
                <a:lnTo>
                  <a:pt x="15991" y="779"/>
                </a:lnTo>
                <a:lnTo>
                  <a:pt x="17081" y="1112"/>
                </a:lnTo>
                <a:lnTo>
                  <a:pt x="17957" y="1448"/>
                </a:lnTo>
                <a:lnTo>
                  <a:pt x="18668" y="1823"/>
                </a:lnTo>
                <a:lnTo>
                  <a:pt x="19270" y="2265"/>
                </a:lnTo>
                <a:lnTo>
                  <a:pt x="19812" y="2809"/>
                </a:lnTo>
                <a:lnTo>
                  <a:pt x="20346" y="3486"/>
                </a:lnTo>
                <a:lnTo>
                  <a:pt x="20925" y="4329"/>
                </a:lnTo>
                <a:lnTo>
                  <a:pt x="21600" y="5371"/>
                </a:lnTo>
                <a:lnTo>
                  <a:pt x="21204" y="5536"/>
                </a:lnTo>
                <a:lnTo>
                  <a:pt x="20503" y="5826"/>
                </a:lnTo>
                <a:lnTo>
                  <a:pt x="18900" y="6490"/>
                </a:lnTo>
                <a:lnTo>
                  <a:pt x="17941" y="7067"/>
                </a:lnTo>
                <a:lnTo>
                  <a:pt x="17303" y="7516"/>
                </a:lnTo>
                <a:lnTo>
                  <a:pt x="16698" y="8068"/>
                </a:lnTo>
                <a:lnTo>
                  <a:pt x="15840" y="8952"/>
                </a:lnTo>
                <a:lnTo>
                  <a:pt x="15484" y="10229"/>
                </a:lnTo>
                <a:lnTo>
                  <a:pt x="15241" y="11151"/>
                </a:lnTo>
                <a:lnTo>
                  <a:pt x="15049" y="11985"/>
                </a:lnTo>
                <a:lnTo>
                  <a:pt x="14849" y="12992"/>
                </a:lnTo>
                <a:lnTo>
                  <a:pt x="14580" y="14435"/>
                </a:lnTo>
                <a:lnTo>
                  <a:pt x="14268" y="15851"/>
                </a:lnTo>
                <a:lnTo>
                  <a:pt x="14027" y="16832"/>
                </a:lnTo>
                <a:lnTo>
                  <a:pt x="13781" y="17631"/>
                </a:lnTo>
                <a:lnTo>
                  <a:pt x="13451" y="18501"/>
                </a:lnTo>
                <a:lnTo>
                  <a:pt x="12960" y="19695"/>
                </a:lnTo>
                <a:lnTo>
                  <a:pt x="12014" y="20243"/>
                </a:lnTo>
                <a:lnTo>
                  <a:pt x="11081" y="20689"/>
                </a:lnTo>
                <a:lnTo>
                  <a:pt x="10153" y="21036"/>
                </a:lnTo>
                <a:lnTo>
                  <a:pt x="9226" y="21294"/>
                </a:lnTo>
                <a:lnTo>
                  <a:pt x="8289" y="21469"/>
                </a:lnTo>
                <a:lnTo>
                  <a:pt x="7338" y="21570"/>
                </a:lnTo>
                <a:lnTo>
                  <a:pt x="6363" y="21600"/>
                </a:lnTo>
                <a:lnTo>
                  <a:pt x="5361" y="21570"/>
                </a:lnTo>
                <a:lnTo>
                  <a:pt x="4320" y="21485"/>
                </a:lnTo>
                <a:lnTo>
                  <a:pt x="3439" y="21029"/>
                </a:lnTo>
                <a:lnTo>
                  <a:pt x="2684" y="20551"/>
                </a:lnTo>
                <a:lnTo>
                  <a:pt x="2010" y="20024"/>
                </a:lnTo>
                <a:lnTo>
                  <a:pt x="1369" y="19425"/>
                </a:lnTo>
                <a:lnTo>
                  <a:pt x="714" y="18726"/>
                </a:lnTo>
                <a:lnTo>
                  <a:pt x="0" y="17905"/>
                </a:lnTo>
                <a:lnTo>
                  <a:pt x="976" y="17183"/>
                </a:lnTo>
                <a:lnTo>
                  <a:pt x="1895" y="16683"/>
                </a:lnTo>
                <a:lnTo>
                  <a:pt x="2799" y="16372"/>
                </a:lnTo>
                <a:lnTo>
                  <a:pt x="3731" y="16214"/>
                </a:lnTo>
                <a:lnTo>
                  <a:pt x="4733" y="16177"/>
                </a:lnTo>
                <a:lnTo>
                  <a:pt x="5849" y="16225"/>
                </a:lnTo>
                <a:lnTo>
                  <a:pt x="6260" y="16209"/>
                </a:lnTo>
                <a:lnTo>
                  <a:pt x="6984" y="16180"/>
                </a:lnTo>
                <a:lnTo>
                  <a:pt x="8640" y="16114"/>
                </a:lnTo>
                <a:lnTo>
                  <a:pt x="9168" y="15051"/>
                </a:lnTo>
                <a:lnTo>
                  <a:pt x="9495" y="14324"/>
                </a:lnTo>
                <a:lnTo>
                  <a:pt x="9753" y="13597"/>
                </a:lnTo>
                <a:lnTo>
                  <a:pt x="10080" y="12533"/>
                </a:lnTo>
                <a:lnTo>
                  <a:pt x="11032" y="12533"/>
                </a:lnTo>
                <a:lnTo>
                  <a:pt x="11989" y="12533"/>
                </a:lnTo>
                <a:lnTo>
                  <a:pt x="12960" y="12533"/>
                </a:lnTo>
                <a:lnTo>
                  <a:pt x="12960" y="11292"/>
                </a:lnTo>
                <a:lnTo>
                  <a:pt x="12960" y="10050"/>
                </a:lnTo>
                <a:lnTo>
                  <a:pt x="12960" y="8807"/>
                </a:lnTo>
                <a:lnTo>
                  <a:pt x="12960" y="7563"/>
                </a:lnTo>
                <a:lnTo>
                  <a:pt x="12960" y="6313"/>
                </a:lnTo>
                <a:lnTo>
                  <a:pt x="12960" y="5062"/>
                </a:lnTo>
                <a:lnTo>
                  <a:pt x="12960" y="3805"/>
                </a:lnTo>
                <a:lnTo>
                  <a:pt x="12960" y="2542"/>
                </a:lnTo>
                <a:lnTo>
                  <a:pt x="12960" y="1275"/>
                </a:lnTo>
                <a:lnTo>
                  <a:pt x="12960" y="0"/>
                </a:lnTo>
                <a:close/>
              </a:path>
            </a:pathLst>
          </a:custGeom>
          <a:solidFill>
            <a:srgbClr val="5B546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29" name="contour_05727"/>
          <p:cNvSpPr/>
          <p:nvPr/>
        </p:nvSpPr>
        <p:spPr>
          <a:xfrm>
            <a:off x="2080164" y="5284355"/>
            <a:ext cx="116608" cy="504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09" y="346"/>
                </a:moveTo>
                <a:lnTo>
                  <a:pt x="19439" y="1856"/>
                </a:lnTo>
                <a:lnTo>
                  <a:pt x="20069" y="2933"/>
                </a:lnTo>
                <a:lnTo>
                  <a:pt x="20424" y="4097"/>
                </a:lnTo>
                <a:lnTo>
                  <a:pt x="20736" y="5859"/>
                </a:lnTo>
                <a:lnTo>
                  <a:pt x="20907" y="7756"/>
                </a:lnTo>
                <a:lnTo>
                  <a:pt x="21082" y="9660"/>
                </a:lnTo>
                <a:lnTo>
                  <a:pt x="21254" y="11560"/>
                </a:lnTo>
                <a:lnTo>
                  <a:pt x="21427" y="13457"/>
                </a:lnTo>
                <a:lnTo>
                  <a:pt x="21600" y="15360"/>
                </a:lnTo>
                <a:lnTo>
                  <a:pt x="20965" y="15478"/>
                </a:lnTo>
                <a:lnTo>
                  <a:pt x="20322" y="15597"/>
                </a:lnTo>
                <a:lnTo>
                  <a:pt x="19493" y="15753"/>
                </a:lnTo>
                <a:lnTo>
                  <a:pt x="18662" y="15915"/>
                </a:lnTo>
                <a:lnTo>
                  <a:pt x="17832" y="16074"/>
                </a:lnTo>
                <a:lnTo>
                  <a:pt x="17002" y="16237"/>
                </a:lnTo>
                <a:lnTo>
                  <a:pt x="16173" y="16399"/>
                </a:lnTo>
                <a:lnTo>
                  <a:pt x="15343" y="16561"/>
                </a:lnTo>
                <a:lnTo>
                  <a:pt x="14512" y="16727"/>
                </a:lnTo>
                <a:lnTo>
                  <a:pt x="13848" y="16848"/>
                </a:lnTo>
                <a:lnTo>
                  <a:pt x="13180" y="16973"/>
                </a:lnTo>
                <a:lnTo>
                  <a:pt x="12504" y="17098"/>
                </a:lnTo>
                <a:lnTo>
                  <a:pt x="11590" y="17285"/>
                </a:lnTo>
                <a:lnTo>
                  <a:pt x="10687" y="17491"/>
                </a:lnTo>
                <a:lnTo>
                  <a:pt x="9796" y="17716"/>
                </a:lnTo>
                <a:lnTo>
                  <a:pt x="8910" y="17971"/>
                </a:lnTo>
                <a:lnTo>
                  <a:pt x="8032" y="18265"/>
                </a:lnTo>
                <a:lnTo>
                  <a:pt x="7156" y="18602"/>
                </a:lnTo>
                <a:lnTo>
                  <a:pt x="6283" y="18989"/>
                </a:lnTo>
                <a:lnTo>
                  <a:pt x="5408" y="19438"/>
                </a:lnTo>
                <a:lnTo>
                  <a:pt x="4532" y="19953"/>
                </a:lnTo>
                <a:lnTo>
                  <a:pt x="3650" y="20539"/>
                </a:lnTo>
                <a:lnTo>
                  <a:pt x="2890" y="20892"/>
                </a:lnTo>
                <a:lnTo>
                  <a:pt x="2125" y="21241"/>
                </a:lnTo>
                <a:lnTo>
                  <a:pt x="1350" y="21600"/>
                </a:lnTo>
                <a:lnTo>
                  <a:pt x="868" y="19784"/>
                </a:lnTo>
                <a:lnTo>
                  <a:pt x="567" y="18530"/>
                </a:lnTo>
                <a:lnTo>
                  <a:pt x="320" y="17251"/>
                </a:lnTo>
                <a:lnTo>
                  <a:pt x="0" y="15360"/>
                </a:lnTo>
                <a:lnTo>
                  <a:pt x="594" y="14817"/>
                </a:lnTo>
                <a:lnTo>
                  <a:pt x="1197" y="14265"/>
                </a:lnTo>
                <a:lnTo>
                  <a:pt x="1966" y="13557"/>
                </a:lnTo>
                <a:lnTo>
                  <a:pt x="2735" y="12851"/>
                </a:lnTo>
                <a:lnTo>
                  <a:pt x="3505" y="12143"/>
                </a:lnTo>
                <a:lnTo>
                  <a:pt x="4274" y="11438"/>
                </a:lnTo>
                <a:lnTo>
                  <a:pt x="5042" y="10730"/>
                </a:lnTo>
                <a:lnTo>
                  <a:pt x="5812" y="10022"/>
                </a:lnTo>
                <a:lnTo>
                  <a:pt x="6581" y="9313"/>
                </a:lnTo>
                <a:lnTo>
                  <a:pt x="7204" y="8745"/>
                </a:lnTo>
                <a:lnTo>
                  <a:pt x="7830" y="8171"/>
                </a:lnTo>
                <a:lnTo>
                  <a:pt x="8463" y="7591"/>
                </a:lnTo>
                <a:lnTo>
                  <a:pt x="9065" y="7036"/>
                </a:lnTo>
                <a:lnTo>
                  <a:pt x="9670" y="6480"/>
                </a:lnTo>
                <a:lnTo>
                  <a:pt x="10284" y="5912"/>
                </a:lnTo>
                <a:lnTo>
                  <a:pt x="11112" y="5151"/>
                </a:lnTo>
                <a:lnTo>
                  <a:pt x="11953" y="4381"/>
                </a:lnTo>
                <a:lnTo>
                  <a:pt x="12870" y="3482"/>
                </a:lnTo>
                <a:lnTo>
                  <a:pt x="13485" y="2842"/>
                </a:lnTo>
                <a:lnTo>
                  <a:pt x="14075" y="2150"/>
                </a:lnTo>
                <a:lnTo>
                  <a:pt x="14919" y="1095"/>
                </a:lnTo>
                <a:lnTo>
                  <a:pt x="15694" y="331"/>
                </a:lnTo>
                <a:lnTo>
                  <a:pt x="16304" y="0"/>
                </a:lnTo>
                <a:lnTo>
                  <a:pt x="17071" y="28"/>
                </a:lnTo>
                <a:lnTo>
                  <a:pt x="18309" y="346"/>
                </a:lnTo>
                <a:close/>
              </a:path>
            </a:pathLst>
          </a:custGeom>
          <a:solidFill>
            <a:srgbClr val="736681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0" name="contour_05728"/>
          <p:cNvSpPr/>
          <p:nvPr/>
        </p:nvSpPr>
        <p:spPr>
          <a:xfrm>
            <a:off x="4164530" y="5247354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11221" y="111"/>
                </a:lnTo>
                <a:lnTo>
                  <a:pt x="13416" y="259"/>
                </a:lnTo>
                <a:lnTo>
                  <a:pt x="14980" y="516"/>
                </a:lnTo>
                <a:lnTo>
                  <a:pt x="16216" y="959"/>
                </a:lnTo>
                <a:lnTo>
                  <a:pt x="17423" y="1661"/>
                </a:lnTo>
                <a:lnTo>
                  <a:pt x="18900" y="2700"/>
                </a:lnTo>
                <a:lnTo>
                  <a:pt x="19429" y="4598"/>
                </a:lnTo>
                <a:lnTo>
                  <a:pt x="19869" y="6469"/>
                </a:lnTo>
                <a:lnTo>
                  <a:pt x="20237" y="8327"/>
                </a:lnTo>
                <a:lnTo>
                  <a:pt x="20539" y="10176"/>
                </a:lnTo>
                <a:lnTo>
                  <a:pt x="20785" y="12026"/>
                </a:lnTo>
                <a:lnTo>
                  <a:pt x="20990" y="13886"/>
                </a:lnTo>
                <a:lnTo>
                  <a:pt x="21163" y="15765"/>
                </a:lnTo>
                <a:lnTo>
                  <a:pt x="21316" y="17671"/>
                </a:lnTo>
                <a:lnTo>
                  <a:pt x="21457" y="19613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524" y="18114"/>
                </a:lnTo>
                <a:lnTo>
                  <a:pt x="932" y="15458"/>
                </a:lnTo>
                <a:lnTo>
                  <a:pt x="1256" y="13473"/>
                </a:lnTo>
                <a:lnTo>
                  <a:pt x="1523" y="12004"/>
                </a:lnTo>
                <a:lnTo>
                  <a:pt x="1771" y="10889"/>
                </a:lnTo>
                <a:lnTo>
                  <a:pt x="2028" y="9971"/>
                </a:lnTo>
                <a:lnTo>
                  <a:pt x="2327" y="9096"/>
                </a:lnTo>
                <a:lnTo>
                  <a:pt x="2700" y="8100"/>
                </a:lnTo>
                <a:lnTo>
                  <a:pt x="4485" y="8100"/>
                </a:lnTo>
                <a:lnTo>
                  <a:pt x="6280" y="8100"/>
                </a:lnTo>
                <a:lnTo>
                  <a:pt x="8100" y="8100"/>
                </a:lnTo>
                <a:lnTo>
                  <a:pt x="8100" y="6496"/>
                </a:lnTo>
                <a:lnTo>
                  <a:pt x="8100" y="4887"/>
                </a:lnTo>
                <a:lnTo>
                  <a:pt x="8100" y="3272"/>
                </a:lnTo>
                <a:lnTo>
                  <a:pt x="8100" y="1644"/>
                </a:lnTo>
                <a:lnTo>
                  <a:pt x="8100" y="0"/>
                </a:lnTo>
                <a:close/>
              </a:path>
            </a:pathLst>
          </a:custGeom>
          <a:solidFill>
            <a:srgbClr val="483D2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1" name="contour_05729"/>
          <p:cNvSpPr/>
          <p:nvPr/>
        </p:nvSpPr>
        <p:spPr>
          <a:xfrm>
            <a:off x="9980347" y="5225490"/>
            <a:ext cx="87456" cy="80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846" y="970"/>
                </a:lnTo>
                <a:lnTo>
                  <a:pt x="15293" y="1944"/>
                </a:lnTo>
                <a:lnTo>
                  <a:pt x="15745" y="2926"/>
                </a:lnTo>
                <a:lnTo>
                  <a:pt x="16200" y="3920"/>
                </a:lnTo>
                <a:lnTo>
                  <a:pt x="17593" y="4524"/>
                </a:lnTo>
                <a:lnTo>
                  <a:pt x="18571" y="4928"/>
                </a:lnTo>
                <a:lnTo>
                  <a:pt x="19391" y="5226"/>
                </a:lnTo>
                <a:lnTo>
                  <a:pt x="20315" y="5512"/>
                </a:lnTo>
                <a:lnTo>
                  <a:pt x="21600" y="5880"/>
                </a:lnTo>
                <a:lnTo>
                  <a:pt x="21038" y="7029"/>
                </a:lnTo>
                <a:lnTo>
                  <a:pt x="20470" y="8174"/>
                </a:lnTo>
                <a:lnTo>
                  <a:pt x="19895" y="9312"/>
                </a:lnTo>
                <a:lnTo>
                  <a:pt x="19314" y="10447"/>
                </a:lnTo>
                <a:lnTo>
                  <a:pt x="18729" y="11580"/>
                </a:lnTo>
                <a:lnTo>
                  <a:pt x="18142" y="12711"/>
                </a:lnTo>
                <a:lnTo>
                  <a:pt x="17550" y="13842"/>
                </a:lnTo>
                <a:lnTo>
                  <a:pt x="16996" y="14993"/>
                </a:lnTo>
                <a:lnTo>
                  <a:pt x="16432" y="16159"/>
                </a:lnTo>
                <a:lnTo>
                  <a:pt x="15759" y="17390"/>
                </a:lnTo>
                <a:lnTo>
                  <a:pt x="15089" y="18525"/>
                </a:lnTo>
                <a:lnTo>
                  <a:pt x="14371" y="19585"/>
                </a:lnTo>
                <a:lnTo>
                  <a:pt x="13559" y="20589"/>
                </a:lnTo>
                <a:lnTo>
                  <a:pt x="12600" y="21561"/>
                </a:lnTo>
                <a:lnTo>
                  <a:pt x="11286" y="21600"/>
                </a:lnTo>
                <a:lnTo>
                  <a:pt x="10039" y="21502"/>
                </a:lnTo>
                <a:lnTo>
                  <a:pt x="8843" y="21259"/>
                </a:lnTo>
                <a:lnTo>
                  <a:pt x="7682" y="20867"/>
                </a:lnTo>
                <a:lnTo>
                  <a:pt x="6539" y="20316"/>
                </a:lnTo>
                <a:lnTo>
                  <a:pt x="5400" y="19601"/>
                </a:lnTo>
                <a:lnTo>
                  <a:pt x="5346" y="18142"/>
                </a:lnTo>
                <a:lnTo>
                  <a:pt x="5319" y="17108"/>
                </a:lnTo>
                <a:lnTo>
                  <a:pt x="5319" y="16214"/>
                </a:lnTo>
                <a:lnTo>
                  <a:pt x="5346" y="15179"/>
                </a:lnTo>
                <a:lnTo>
                  <a:pt x="5400" y="13721"/>
                </a:lnTo>
                <a:lnTo>
                  <a:pt x="4061" y="13058"/>
                </a:lnTo>
                <a:lnTo>
                  <a:pt x="3110" y="12625"/>
                </a:lnTo>
                <a:lnTo>
                  <a:pt x="2290" y="12327"/>
                </a:lnTo>
                <a:lnTo>
                  <a:pt x="1339" y="12070"/>
                </a:lnTo>
                <a:lnTo>
                  <a:pt x="0" y="11760"/>
                </a:lnTo>
                <a:lnTo>
                  <a:pt x="1067" y="11476"/>
                </a:lnTo>
                <a:lnTo>
                  <a:pt x="2135" y="11198"/>
                </a:lnTo>
                <a:lnTo>
                  <a:pt x="3204" y="10927"/>
                </a:lnTo>
                <a:lnTo>
                  <a:pt x="4275" y="10659"/>
                </a:lnTo>
                <a:lnTo>
                  <a:pt x="5468" y="10351"/>
                </a:lnTo>
                <a:lnTo>
                  <a:pt x="6680" y="10038"/>
                </a:lnTo>
                <a:lnTo>
                  <a:pt x="7841" y="9938"/>
                </a:lnTo>
                <a:lnTo>
                  <a:pt x="8730" y="9977"/>
                </a:lnTo>
                <a:lnTo>
                  <a:pt x="9630" y="10239"/>
                </a:lnTo>
                <a:lnTo>
                  <a:pt x="10825" y="10806"/>
                </a:lnTo>
                <a:lnTo>
                  <a:pt x="12600" y="11760"/>
                </a:lnTo>
                <a:lnTo>
                  <a:pt x="12798" y="10467"/>
                </a:lnTo>
                <a:lnTo>
                  <a:pt x="12996" y="9171"/>
                </a:lnTo>
                <a:lnTo>
                  <a:pt x="13194" y="7876"/>
                </a:lnTo>
                <a:lnTo>
                  <a:pt x="13394" y="6576"/>
                </a:lnTo>
                <a:lnTo>
                  <a:pt x="13594" y="5273"/>
                </a:lnTo>
                <a:lnTo>
                  <a:pt x="13793" y="3963"/>
                </a:lnTo>
                <a:lnTo>
                  <a:pt x="13995" y="2650"/>
                </a:lnTo>
                <a:lnTo>
                  <a:pt x="14197" y="1329"/>
                </a:lnTo>
                <a:lnTo>
                  <a:pt x="14400" y="0"/>
                </a:lnTo>
                <a:close/>
              </a:path>
            </a:pathLst>
          </a:custGeom>
          <a:solidFill>
            <a:srgbClr val="ACADAC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2" name="contour_05730"/>
          <p:cNvSpPr/>
          <p:nvPr/>
        </p:nvSpPr>
        <p:spPr>
          <a:xfrm>
            <a:off x="556442" y="5247354"/>
            <a:ext cx="5206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44" y="0"/>
                </a:moveTo>
                <a:lnTo>
                  <a:pt x="5327" y="146"/>
                </a:lnTo>
                <a:lnTo>
                  <a:pt x="6812" y="300"/>
                </a:lnTo>
                <a:lnTo>
                  <a:pt x="8399" y="559"/>
                </a:lnTo>
                <a:lnTo>
                  <a:pt x="10803" y="1012"/>
                </a:lnTo>
                <a:lnTo>
                  <a:pt x="11816" y="1196"/>
                </a:lnTo>
                <a:lnTo>
                  <a:pt x="14867" y="1750"/>
                </a:lnTo>
                <a:lnTo>
                  <a:pt x="16935" y="2341"/>
                </a:lnTo>
                <a:lnTo>
                  <a:pt x="18304" y="2919"/>
                </a:lnTo>
                <a:lnTo>
                  <a:pt x="19583" y="3823"/>
                </a:lnTo>
                <a:lnTo>
                  <a:pt x="21385" y="5400"/>
                </a:lnTo>
                <a:lnTo>
                  <a:pt x="21521" y="7333"/>
                </a:lnTo>
                <a:lnTo>
                  <a:pt x="21588" y="9258"/>
                </a:lnTo>
                <a:lnTo>
                  <a:pt x="21600" y="11181"/>
                </a:lnTo>
                <a:lnTo>
                  <a:pt x="21570" y="13103"/>
                </a:lnTo>
                <a:lnTo>
                  <a:pt x="21515" y="15028"/>
                </a:lnTo>
                <a:lnTo>
                  <a:pt x="21449" y="16959"/>
                </a:lnTo>
                <a:lnTo>
                  <a:pt x="21385" y="18900"/>
                </a:lnTo>
                <a:lnTo>
                  <a:pt x="19290" y="19167"/>
                </a:lnTo>
                <a:lnTo>
                  <a:pt x="17192" y="19435"/>
                </a:lnTo>
                <a:lnTo>
                  <a:pt x="15093" y="19702"/>
                </a:lnTo>
                <a:lnTo>
                  <a:pt x="12992" y="19972"/>
                </a:lnTo>
                <a:lnTo>
                  <a:pt x="10882" y="20239"/>
                </a:lnTo>
                <a:lnTo>
                  <a:pt x="8768" y="20509"/>
                </a:lnTo>
                <a:lnTo>
                  <a:pt x="6646" y="20779"/>
                </a:lnTo>
                <a:lnTo>
                  <a:pt x="4514" y="21052"/>
                </a:lnTo>
                <a:lnTo>
                  <a:pt x="2373" y="21325"/>
                </a:lnTo>
                <a:lnTo>
                  <a:pt x="221" y="21600"/>
                </a:lnTo>
                <a:lnTo>
                  <a:pt x="142" y="17666"/>
                </a:lnTo>
                <a:lnTo>
                  <a:pt x="79" y="14488"/>
                </a:lnTo>
                <a:lnTo>
                  <a:pt x="33" y="11953"/>
                </a:lnTo>
                <a:lnTo>
                  <a:pt x="6" y="9949"/>
                </a:lnTo>
                <a:lnTo>
                  <a:pt x="0" y="8362"/>
                </a:lnTo>
                <a:lnTo>
                  <a:pt x="6" y="7077"/>
                </a:lnTo>
                <a:lnTo>
                  <a:pt x="33" y="5981"/>
                </a:lnTo>
                <a:lnTo>
                  <a:pt x="79" y="4963"/>
                </a:lnTo>
                <a:lnTo>
                  <a:pt x="142" y="3907"/>
                </a:lnTo>
                <a:lnTo>
                  <a:pt x="221" y="2700"/>
                </a:lnTo>
                <a:lnTo>
                  <a:pt x="1720" y="1361"/>
                </a:lnTo>
                <a:lnTo>
                  <a:pt x="3244" y="0"/>
                </a:lnTo>
                <a:close/>
              </a:path>
            </a:pathLst>
          </a:custGeom>
          <a:solidFill>
            <a:srgbClr val="CAAA60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3" name="contour_05731"/>
          <p:cNvSpPr/>
          <p:nvPr/>
        </p:nvSpPr>
        <p:spPr>
          <a:xfrm>
            <a:off x="9738335" y="5218202"/>
            <a:ext cx="5981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77" y="0"/>
                </a:moveTo>
                <a:lnTo>
                  <a:pt x="4916" y="0"/>
                </a:lnTo>
                <a:lnTo>
                  <a:pt x="6667" y="0"/>
                </a:lnTo>
                <a:lnTo>
                  <a:pt x="8441" y="0"/>
                </a:lnTo>
                <a:lnTo>
                  <a:pt x="9696" y="1123"/>
                </a:lnTo>
                <a:lnTo>
                  <a:pt x="10772" y="2176"/>
                </a:lnTo>
                <a:lnTo>
                  <a:pt x="11680" y="3195"/>
                </a:lnTo>
                <a:lnTo>
                  <a:pt x="12430" y="4224"/>
                </a:lnTo>
                <a:lnTo>
                  <a:pt x="13031" y="5300"/>
                </a:lnTo>
                <a:lnTo>
                  <a:pt x="13491" y="6460"/>
                </a:lnTo>
                <a:lnTo>
                  <a:pt x="13823" y="7750"/>
                </a:lnTo>
                <a:lnTo>
                  <a:pt x="14033" y="9206"/>
                </a:lnTo>
                <a:lnTo>
                  <a:pt x="13870" y="10484"/>
                </a:lnTo>
                <a:lnTo>
                  <a:pt x="13704" y="11782"/>
                </a:lnTo>
                <a:lnTo>
                  <a:pt x="15268" y="11782"/>
                </a:lnTo>
                <a:lnTo>
                  <a:pt x="16836" y="11782"/>
                </a:lnTo>
                <a:lnTo>
                  <a:pt x="18410" y="11782"/>
                </a:lnTo>
                <a:lnTo>
                  <a:pt x="19997" y="11782"/>
                </a:lnTo>
                <a:lnTo>
                  <a:pt x="21600" y="11782"/>
                </a:lnTo>
                <a:lnTo>
                  <a:pt x="21600" y="13080"/>
                </a:lnTo>
                <a:lnTo>
                  <a:pt x="21600" y="14386"/>
                </a:lnTo>
                <a:lnTo>
                  <a:pt x="21600" y="15709"/>
                </a:lnTo>
                <a:lnTo>
                  <a:pt x="19860" y="15709"/>
                </a:lnTo>
                <a:lnTo>
                  <a:pt x="18110" y="15709"/>
                </a:lnTo>
                <a:lnTo>
                  <a:pt x="16336" y="15709"/>
                </a:lnTo>
                <a:lnTo>
                  <a:pt x="16336" y="17007"/>
                </a:lnTo>
                <a:lnTo>
                  <a:pt x="16336" y="18313"/>
                </a:lnTo>
                <a:lnTo>
                  <a:pt x="16336" y="19636"/>
                </a:lnTo>
                <a:lnTo>
                  <a:pt x="14378" y="20241"/>
                </a:lnTo>
                <a:lnTo>
                  <a:pt x="12988" y="20646"/>
                </a:lnTo>
                <a:lnTo>
                  <a:pt x="11788" y="20944"/>
                </a:lnTo>
                <a:lnTo>
                  <a:pt x="10399" y="21231"/>
                </a:lnTo>
                <a:lnTo>
                  <a:pt x="8441" y="21600"/>
                </a:lnTo>
                <a:lnTo>
                  <a:pt x="8114" y="20667"/>
                </a:lnTo>
                <a:lnTo>
                  <a:pt x="7788" y="19729"/>
                </a:lnTo>
                <a:lnTo>
                  <a:pt x="7454" y="18776"/>
                </a:lnTo>
                <a:lnTo>
                  <a:pt x="6911" y="17763"/>
                </a:lnTo>
                <a:lnTo>
                  <a:pt x="6364" y="16744"/>
                </a:lnTo>
                <a:lnTo>
                  <a:pt x="5809" y="15709"/>
                </a:lnTo>
                <a:lnTo>
                  <a:pt x="4466" y="15310"/>
                </a:lnTo>
                <a:lnTo>
                  <a:pt x="3106" y="14904"/>
                </a:lnTo>
                <a:lnTo>
                  <a:pt x="1834" y="14329"/>
                </a:lnTo>
                <a:lnTo>
                  <a:pt x="545" y="13745"/>
                </a:lnTo>
                <a:lnTo>
                  <a:pt x="250" y="12402"/>
                </a:lnTo>
                <a:lnTo>
                  <a:pt x="76" y="11424"/>
                </a:lnTo>
                <a:lnTo>
                  <a:pt x="3" y="10529"/>
                </a:lnTo>
                <a:lnTo>
                  <a:pt x="0" y="9433"/>
                </a:lnTo>
                <a:lnTo>
                  <a:pt x="50" y="7855"/>
                </a:lnTo>
                <a:lnTo>
                  <a:pt x="68" y="6800"/>
                </a:lnTo>
                <a:lnTo>
                  <a:pt x="84" y="5740"/>
                </a:lnTo>
                <a:lnTo>
                  <a:pt x="103" y="4664"/>
                </a:lnTo>
                <a:lnTo>
                  <a:pt x="400" y="3071"/>
                </a:lnTo>
                <a:lnTo>
                  <a:pt x="819" y="2056"/>
                </a:lnTo>
                <a:lnTo>
                  <a:pt x="1648" y="1178"/>
                </a:lnTo>
                <a:lnTo>
                  <a:pt x="3177" y="0"/>
                </a:lnTo>
                <a:close/>
              </a:path>
            </a:pathLst>
          </a:custGeom>
          <a:solidFill>
            <a:srgbClr val="736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4" name="contour_05732"/>
          <p:cNvSpPr/>
          <p:nvPr/>
        </p:nvSpPr>
        <p:spPr>
          <a:xfrm>
            <a:off x="3800130" y="5167186"/>
            <a:ext cx="72348" cy="961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83" y="0"/>
                </a:moveTo>
                <a:lnTo>
                  <a:pt x="20488" y="2281"/>
                </a:lnTo>
                <a:lnTo>
                  <a:pt x="21110" y="3949"/>
                </a:lnTo>
                <a:lnTo>
                  <a:pt x="21476" y="5147"/>
                </a:lnTo>
                <a:lnTo>
                  <a:pt x="21600" y="6012"/>
                </a:lnTo>
                <a:lnTo>
                  <a:pt x="21506" y="6688"/>
                </a:lnTo>
                <a:lnTo>
                  <a:pt x="21211" y="7313"/>
                </a:lnTo>
                <a:lnTo>
                  <a:pt x="20738" y="8029"/>
                </a:lnTo>
                <a:lnTo>
                  <a:pt x="20136" y="9122"/>
                </a:lnTo>
                <a:lnTo>
                  <a:pt x="19737" y="10194"/>
                </a:lnTo>
                <a:lnTo>
                  <a:pt x="19505" y="11256"/>
                </a:lnTo>
                <a:lnTo>
                  <a:pt x="19398" y="12328"/>
                </a:lnTo>
                <a:lnTo>
                  <a:pt x="19381" y="13424"/>
                </a:lnTo>
                <a:lnTo>
                  <a:pt x="19409" y="14560"/>
                </a:lnTo>
                <a:lnTo>
                  <a:pt x="19448" y="15751"/>
                </a:lnTo>
                <a:lnTo>
                  <a:pt x="19457" y="16213"/>
                </a:lnTo>
                <a:lnTo>
                  <a:pt x="19472" y="17024"/>
                </a:lnTo>
                <a:lnTo>
                  <a:pt x="19507" y="18883"/>
                </a:lnTo>
                <a:lnTo>
                  <a:pt x="19531" y="19674"/>
                </a:lnTo>
                <a:lnTo>
                  <a:pt x="19557" y="20468"/>
                </a:lnTo>
                <a:lnTo>
                  <a:pt x="19583" y="21274"/>
                </a:lnTo>
                <a:lnTo>
                  <a:pt x="16635" y="21402"/>
                </a:lnTo>
                <a:lnTo>
                  <a:pt x="14161" y="21502"/>
                </a:lnTo>
                <a:lnTo>
                  <a:pt x="12100" y="21569"/>
                </a:lnTo>
                <a:lnTo>
                  <a:pt x="10394" y="21600"/>
                </a:lnTo>
                <a:lnTo>
                  <a:pt x="8984" y="21587"/>
                </a:lnTo>
                <a:lnTo>
                  <a:pt x="7807" y="21530"/>
                </a:lnTo>
                <a:lnTo>
                  <a:pt x="6804" y="21420"/>
                </a:lnTo>
                <a:lnTo>
                  <a:pt x="5916" y="21255"/>
                </a:lnTo>
                <a:lnTo>
                  <a:pt x="5083" y="21029"/>
                </a:lnTo>
                <a:lnTo>
                  <a:pt x="4245" y="20739"/>
                </a:lnTo>
                <a:lnTo>
                  <a:pt x="3340" y="20379"/>
                </a:lnTo>
                <a:lnTo>
                  <a:pt x="2311" y="19946"/>
                </a:lnTo>
                <a:lnTo>
                  <a:pt x="1184" y="18977"/>
                </a:lnTo>
                <a:lnTo>
                  <a:pt x="498" y="18258"/>
                </a:lnTo>
                <a:lnTo>
                  <a:pt x="148" y="17574"/>
                </a:lnTo>
                <a:lnTo>
                  <a:pt x="17" y="16709"/>
                </a:lnTo>
                <a:lnTo>
                  <a:pt x="0" y="15445"/>
                </a:lnTo>
                <a:lnTo>
                  <a:pt x="718" y="14668"/>
                </a:lnTo>
                <a:lnTo>
                  <a:pt x="1443" y="13886"/>
                </a:lnTo>
                <a:lnTo>
                  <a:pt x="2176" y="13092"/>
                </a:lnTo>
                <a:lnTo>
                  <a:pt x="3586" y="12932"/>
                </a:lnTo>
                <a:lnTo>
                  <a:pt x="4593" y="12835"/>
                </a:lnTo>
                <a:lnTo>
                  <a:pt x="5686" y="12765"/>
                </a:lnTo>
                <a:lnTo>
                  <a:pt x="7344" y="12683"/>
                </a:lnTo>
                <a:lnTo>
                  <a:pt x="9082" y="12509"/>
                </a:lnTo>
                <a:lnTo>
                  <a:pt x="10257" y="12323"/>
                </a:lnTo>
                <a:lnTo>
                  <a:pt x="11404" y="12010"/>
                </a:lnTo>
                <a:lnTo>
                  <a:pt x="13055" y="11455"/>
                </a:lnTo>
                <a:lnTo>
                  <a:pt x="13841" y="10460"/>
                </a:lnTo>
                <a:lnTo>
                  <a:pt x="14574" y="9459"/>
                </a:lnTo>
                <a:lnTo>
                  <a:pt x="15257" y="8449"/>
                </a:lnTo>
                <a:lnTo>
                  <a:pt x="15899" y="7431"/>
                </a:lnTo>
                <a:lnTo>
                  <a:pt x="16502" y="6404"/>
                </a:lnTo>
                <a:lnTo>
                  <a:pt x="17070" y="5366"/>
                </a:lnTo>
                <a:lnTo>
                  <a:pt x="17609" y="4317"/>
                </a:lnTo>
                <a:lnTo>
                  <a:pt x="18125" y="3257"/>
                </a:lnTo>
                <a:lnTo>
                  <a:pt x="18623" y="2185"/>
                </a:lnTo>
                <a:lnTo>
                  <a:pt x="19109" y="1100"/>
                </a:lnTo>
                <a:lnTo>
                  <a:pt x="19583" y="0"/>
                </a:lnTo>
                <a:close/>
              </a:path>
            </a:pathLst>
          </a:custGeom>
          <a:solidFill>
            <a:srgbClr val="9A813F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5" name="contour_05733"/>
          <p:cNvSpPr/>
          <p:nvPr/>
        </p:nvSpPr>
        <p:spPr>
          <a:xfrm>
            <a:off x="1110861" y="5203626"/>
            <a:ext cx="9474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0"/>
                </a:moveTo>
                <a:lnTo>
                  <a:pt x="11244" y="146"/>
                </a:lnTo>
                <a:lnTo>
                  <a:pt x="12400" y="317"/>
                </a:lnTo>
                <a:lnTo>
                  <a:pt x="13463" y="540"/>
                </a:lnTo>
                <a:lnTo>
                  <a:pt x="14457" y="848"/>
                </a:lnTo>
                <a:lnTo>
                  <a:pt x="15399" y="1271"/>
                </a:lnTo>
                <a:lnTo>
                  <a:pt x="16316" y="1838"/>
                </a:lnTo>
                <a:lnTo>
                  <a:pt x="17228" y="2581"/>
                </a:lnTo>
                <a:lnTo>
                  <a:pt x="18161" y="3530"/>
                </a:lnTo>
                <a:lnTo>
                  <a:pt x="18765" y="4423"/>
                </a:lnTo>
                <a:lnTo>
                  <a:pt x="19359" y="5319"/>
                </a:lnTo>
                <a:lnTo>
                  <a:pt x="19937" y="6223"/>
                </a:lnTo>
                <a:lnTo>
                  <a:pt x="20503" y="7137"/>
                </a:lnTo>
                <a:lnTo>
                  <a:pt x="21058" y="8060"/>
                </a:lnTo>
                <a:lnTo>
                  <a:pt x="21600" y="9000"/>
                </a:lnTo>
                <a:lnTo>
                  <a:pt x="20797" y="9155"/>
                </a:lnTo>
                <a:lnTo>
                  <a:pt x="19992" y="9313"/>
                </a:lnTo>
                <a:lnTo>
                  <a:pt x="19172" y="9472"/>
                </a:lnTo>
                <a:lnTo>
                  <a:pt x="16875" y="10028"/>
                </a:lnTo>
                <a:lnTo>
                  <a:pt x="15020" y="10494"/>
                </a:lnTo>
                <a:lnTo>
                  <a:pt x="13547" y="10903"/>
                </a:lnTo>
                <a:lnTo>
                  <a:pt x="12388" y="11284"/>
                </a:lnTo>
                <a:lnTo>
                  <a:pt x="11480" y="11675"/>
                </a:lnTo>
                <a:lnTo>
                  <a:pt x="10758" y="12101"/>
                </a:lnTo>
                <a:lnTo>
                  <a:pt x="10160" y="12600"/>
                </a:lnTo>
                <a:lnTo>
                  <a:pt x="9620" y="13201"/>
                </a:lnTo>
                <a:lnTo>
                  <a:pt x="9074" y="13939"/>
                </a:lnTo>
                <a:lnTo>
                  <a:pt x="8457" y="14843"/>
                </a:lnTo>
                <a:lnTo>
                  <a:pt x="8083" y="15908"/>
                </a:lnTo>
                <a:lnTo>
                  <a:pt x="7806" y="16747"/>
                </a:lnTo>
                <a:lnTo>
                  <a:pt x="7573" y="17550"/>
                </a:lnTo>
                <a:lnTo>
                  <a:pt x="7336" y="18500"/>
                </a:lnTo>
                <a:lnTo>
                  <a:pt x="7043" y="19787"/>
                </a:lnTo>
                <a:lnTo>
                  <a:pt x="6646" y="21600"/>
                </a:lnTo>
                <a:lnTo>
                  <a:pt x="5915" y="20610"/>
                </a:lnTo>
                <a:lnTo>
                  <a:pt x="5184" y="19618"/>
                </a:lnTo>
                <a:lnTo>
                  <a:pt x="4451" y="18626"/>
                </a:lnTo>
                <a:lnTo>
                  <a:pt x="3715" y="17633"/>
                </a:lnTo>
                <a:lnTo>
                  <a:pt x="2979" y="16634"/>
                </a:lnTo>
                <a:lnTo>
                  <a:pt x="2240" y="15633"/>
                </a:lnTo>
                <a:lnTo>
                  <a:pt x="1497" y="14627"/>
                </a:lnTo>
                <a:lnTo>
                  <a:pt x="751" y="13617"/>
                </a:lnTo>
                <a:lnTo>
                  <a:pt x="0" y="12600"/>
                </a:lnTo>
                <a:lnTo>
                  <a:pt x="1097" y="12600"/>
                </a:lnTo>
                <a:lnTo>
                  <a:pt x="2195" y="12600"/>
                </a:lnTo>
                <a:lnTo>
                  <a:pt x="3298" y="12600"/>
                </a:lnTo>
                <a:lnTo>
                  <a:pt x="4406" y="12600"/>
                </a:lnTo>
                <a:lnTo>
                  <a:pt x="5521" y="12600"/>
                </a:lnTo>
                <a:lnTo>
                  <a:pt x="6646" y="12600"/>
                </a:lnTo>
                <a:lnTo>
                  <a:pt x="6797" y="11459"/>
                </a:lnTo>
                <a:lnTo>
                  <a:pt x="6952" y="10301"/>
                </a:lnTo>
                <a:lnTo>
                  <a:pt x="7013" y="9862"/>
                </a:lnTo>
                <a:lnTo>
                  <a:pt x="7123" y="9086"/>
                </a:lnTo>
                <a:lnTo>
                  <a:pt x="7374" y="7312"/>
                </a:lnTo>
                <a:lnTo>
                  <a:pt x="7508" y="6329"/>
                </a:lnTo>
                <a:lnTo>
                  <a:pt x="7645" y="5341"/>
                </a:lnTo>
                <a:lnTo>
                  <a:pt x="7783" y="4338"/>
                </a:lnTo>
                <a:lnTo>
                  <a:pt x="8112" y="2842"/>
                </a:lnTo>
                <a:lnTo>
                  <a:pt x="8449" y="1892"/>
                </a:lnTo>
                <a:lnTo>
                  <a:pt x="9001" y="1080"/>
                </a:lnTo>
                <a:lnTo>
                  <a:pt x="9969" y="0"/>
                </a:lnTo>
                <a:close/>
              </a:path>
            </a:pathLst>
          </a:custGeom>
          <a:solidFill>
            <a:srgbClr val="4C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6" name="contour_05734"/>
          <p:cNvSpPr/>
          <p:nvPr/>
        </p:nvSpPr>
        <p:spPr>
          <a:xfrm>
            <a:off x="8521481" y="5101594"/>
            <a:ext cx="5228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78" y="0"/>
                </a:moveTo>
                <a:lnTo>
                  <a:pt x="15762" y="1090"/>
                </a:lnTo>
                <a:lnTo>
                  <a:pt x="15946" y="2187"/>
                </a:lnTo>
                <a:lnTo>
                  <a:pt x="16132" y="3299"/>
                </a:lnTo>
                <a:lnTo>
                  <a:pt x="16322" y="4375"/>
                </a:lnTo>
                <a:lnTo>
                  <a:pt x="16515" y="5453"/>
                </a:lnTo>
                <a:lnTo>
                  <a:pt x="16704" y="6531"/>
                </a:lnTo>
                <a:lnTo>
                  <a:pt x="16897" y="7609"/>
                </a:lnTo>
                <a:lnTo>
                  <a:pt x="17075" y="8687"/>
                </a:lnTo>
                <a:lnTo>
                  <a:pt x="17255" y="9779"/>
                </a:lnTo>
                <a:lnTo>
                  <a:pt x="17508" y="11118"/>
                </a:lnTo>
                <a:lnTo>
                  <a:pt x="17788" y="12414"/>
                </a:lnTo>
                <a:lnTo>
                  <a:pt x="18125" y="13671"/>
                </a:lnTo>
                <a:lnTo>
                  <a:pt x="18544" y="14896"/>
                </a:lnTo>
                <a:lnTo>
                  <a:pt x="19074" y="16098"/>
                </a:lnTo>
                <a:lnTo>
                  <a:pt x="19742" y="17284"/>
                </a:lnTo>
                <a:lnTo>
                  <a:pt x="20576" y="18462"/>
                </a:lnTo>
                <a:lnTo>
                  <a:pt x="21600" y="19636"/>
                </a:lnTo>
                <a:lnTo>
                  <a:pt x="20971" y="19495"/>
                </a:lnTo>
                <a:lnTo>
                  <a:pt x="19071" y="19069"/>
                </a:lnTo>
                <a:lnTo>
                  <a:pt x="17171" y="18698"/>
                </a:lnTo>
                <a:lnTo>
                  <a:pt x="15298" y="18360"/>
                </a:lnTo>
                <a:lnTo>
                  <a:pt x="13425" y="18069"/>
                </a:lnTo>
                <a:lnTo>
                  <a:pt x="11523" y="17836"/>
                </a:lnTo>
                <a:lnTo>
                  <a:pt x="9557" y="17673"/>
                </a:lnTo>
                <a:lnTo>
                  <a:pt x="8452" y="18770"/>
                </a:lnTo>
                <a:lnTo>
                  <a:pt x="7768" y="19544"/>
                </a:lnTo>
                <a:lnTo>
                  <a:pt x="7229" y="20365"/>
                </a:lnTo>
                <a:lnTo>
                  <a:pt x="6546" y="21600"/>
                </a:lnTo>
                <a:lnTo>
                  <a:pt x="4555" y="21600"/>
                </a:lnTo>
                <a:lnTo>
                  <a:pt x="2553" y="21600"/>
                </a:lnTo>
                <a:lnTo>
                  <a:pt x="524" y="21600"/>
                </a:lnTo>
                <a:lnTo>
                  <a:pt x="346" y="20035"/>
                </a:lnTo>
                <a:lnTo>
                  <a:pt x="187" y="18515"/>
                </a:lnTo>
                <a:lnTo>
                  <a:pt x="69" y="17038"/>
                </a:lnTo>
                <a:lnTo>
                  <a:pt x="0" y="15599"/>
                </a:lnTo>
                <a:lnTo>
                  <a:pt x="0" y="14195"/>
                </a:lnTo>
                <a:lnTo>
                  <a:pt x="81" y="12823"/>
                </a:lnTo>
                <a:lnTo>
                  <a:pt x="259" y="11477"/>
                </a:lnTo>
                <a:lnTo>
                  <a:pt x="551" y="10156"/>
                </a:lnTo>
                <a:lnTo>
                  <a:pt x="970" y="8852"/>
                </a:lnTo>
                <a:lnTo>
                  <a:pt x="1530" y="7566"/>
                </a:lnTo>
                <a:lnTo>
                  <a:pt x="2246" y="6291"/>
                </a:lnTo>
                <a:lnTo>
                  <a:pt x="3137" y="5025"/>
                </a:lnTo>
                <a:lnTo>
                  <a:pt x="4215" y="3762"/>
                </a:lnTo>
                <a:lnTo>
                  <a:pt x="5495" y="2500"/>
                </a:lnTo>
                <a:lnTo>
                  <a:pt x="6991" y="1235"/>
                </a:lnTo>
                <a:lnTo>
                  <a:pt x="8292" y="632"/>
                </a:lnTo>
                <a:lnTo>
                  <a:pt x="9388" y="267"/>
                </a:lnTo>
                <a:lnTo>
                  <a:pt x="10692" y="79"/>
                </a:lnTo>
                <a:lnTo>
                  <a:pt x="12619" y="10"/>
                </a:lnTo>
                <a:lnTo>
                  <a:pt x="15578" y="0"/>
                </a:lnTo>
                <a:close/>
              </a:path>
            </a:pathLst>
          </a:custGeom>
          <a:solidFill>
            <a:srgbClr val="949694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7" name="contour_05735"/>
          <p:cNvSpPr/>
          <p:nvPr/>
        </p:nvSpPr>
        <p:spPr>
          <a:xfrm>
            <a:off x="2327643" y="5076567"/>
            <a:ext cx="50324" cy="1343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0" y="0"/>
                </a:moveTo>
                <a:lnTo>
                  <a:pt x="10617" y="309"/>
                </a:lnTo>
                <a:lnTo>
                  <a:pt x="12250" y="565"/>
                </a:lnTo>
                <a:lnTo>
                  <a:pt x="13285" y="906"/>
                </a:lnTo>
                <a:lnTo>
                  <a:pt x="14340" y="1467"/>
                </a:lnTo>
                <a:lnTo>
                  <a:pt x="15084" y="2178"/>
                </a:lnTo>
                <a:lnTo>
                  <a:pt x="15769" y="2888"/>
                </a:lnTo>
                <a:lnTo>
                  <a:pt x="16407" y="3602"/>
                </a:lnTo>
                <a:lnTo>
                  <a:pt x="17005" y="4321"/>
                </a:lnTo>
                <a:lnTo>
                  <a:pt x="17574" y="5047"/>
                </a:lnTo>
                <a:lnTo>
                  <a:pt x="18121" y="5781"/>
                </a:lnTo>
                <a:lnTo>
                  <a:pt x="18735" y="6574"/>
                </a:lnTo>
                <a:lnTo>
                  <a:pt x="19351" y="7375"/>
                </a:lnTo>
                <a:lnTo>
                  <a:pt x="19920" y="8247"/>
                </a:lnTo>
                <a:lnTo>
                  <a:pt x="20399" y="9106"/>
                </a:lnTo>
                <a:lnTo>
                  <a:pt x="20796" y="9954"/>
                </a:lnTo>
                <a:lnTo>
                  <a:pt x="21109" y="10793"/>
                </a:lnTo>
                <a:lnTo>
                  <a:pt x="21343" y="11624"/>
                </a:lnTo>
                <a:lnTo>
                  <a:pt x="21503" y="12449"/>
                </a:lnTo>
                <a:lnTo>
                  <a:pt x="21587" y="13269"/>
                </a:lnTo>
                <a:lnTo>
                  <a:pt x="21600" y="14087"/>
                </a:lnTo>
                <a:lnTo>
                  <a:pt x="21541" y="14903"/>
                </a:lnTo>
                <a:lnTo>
                  <a:pt x="21419" y="15720"/>
                </a:lnTo>
                <a:lnTo>
                  <a:pt x="21231" y="16540"/>
                </a:lnTo>
                <a:lnTo>
                  <a:pt x="20984" y="17364"/>
                </a:lnTo>
                <a:lnTo>
                  <a:pt x="20674" y="18194"/>
                </a:lnTo>
                <a:lnTo>
                  <a:pt x="20311" y="19030"/>
                </a:lnTo>
                <a:lnTo>
                  <a:pt x="19892" y="19875"/>
                </a:lnTo>
                <a:lnTo>
                  <a:pt x="19423" y="20732"/>
                </a:lnTo>
                <a:lnTo>
                  <a:pt x="18904" y="21600"/>
                </a:lnTo>
                <a:lnTo>
                  <a:pt x="16839" y="21407"/>
                </a:lnTo>
                <a:lnTo>
                  <a:pt x="14771" y="21213"/>
                </a:lnTo>
                <a:lnTo>
                  <a:pt x="12694" y="21019"/>
                </a:lnTo>
                <a:lnTo>
                  <a:pt x="10611" y="20823"/>
                </a:lnTo>
                <a:lnTo>
                  <a:pt x="8509" y="20627"/>
                </a:lnTo>
                <a:lnTo>
                  <a:pt x="6391" y="20428"/>
                </a:lnTo>
                <a:lnTo>
                  <a:pt x="7946" y="20029"/>
                </a:lnTo>
                <a:lnTo>
                  <a:pt x="9519" y="19622"/>
                </a:lnTo>
                <a:lnTo>
                  <a:pt x="10874" y="18892"/>
                </a:lnTo>
                <a:lnTo>
                  <a:pt x="11878" y="18203"/>
                </a:lnTo>
                <a:lnTo>
                  <a:pt x="12581" y="17534"/>
                </a:lnTo>
                <a:lnTo>
                  <a:pt x="13035" y="16864"/>
                </a:lnTo>
                <a:lnTo>
                  <a:pt x="13279" y="16172"/>
                </a:lnTo>
                <a:lnTo>
                  <a:pt x="13370" y="15437"/>
                </a:lnTo>
                <a:lnTo>
                  <a:pt x="13345" y="14639"/>
                </a:lnTo>
                <a:lnTo>
                  <a:pt x="13257" y="13754"/>
                </a:lnTo>
                <a:lnTo>
                  <a:pt x="12907" y="12990"/>
                </a:lnTo>
                <a:lnTo>
                  <a:pt x="12469" y="12246"/>
                </a:lnTo>
                <a:lnTo>
                  <a:pt x="11937" y="11522"/>
                </a:lnTo>
                <a:lnTo>
                  <a:pt x="11302" y="10815"/>
                </a:lnTo>
                <a:lnTo>
                  <a:pt x="10564" y="10127"/>
                </a:lnTo>
                <a:lnTo>
                  <a:pt x="9707" y="9456"/>
                </a:lnTo>
                <a:lnTo>
                  <a:pt x="8734" y="8802"/>
                </a:lnTo>
                <a:lnTo>
                  <a:pt x="7630" y="8164"/>
                </a:lnTo>
                <a:lnTo>
                  <a:pt x="6391" y="7539"/>
                </a:lnTo>
                <a:lnTo>
                  <a:pt x="5549" y="7408"/>
                </a:lnTo>
                <a:lnTo>
                  <a:pt x="3006" y="7012"/>
                </a:lnTo>
                <a:lnTo>
                  <a:pt x="1583" y="6693"/>
                </a:lnTo>
                <a:lnTo>
                  <a:pt x="135" y="6367"/>
                </a:lnTo>
                <a:lnTo>
                  <a:pt x="0" y="5535"/>
                </a:lnTo>
                <a:lnTo>
                  <a:pt x="16" y="4945"/>
                </a:lnTo>
                <a:lnTo>
                  <a:pt x="238" y="4316"/>
                </a:lnTo>
                <a:lnTo>
                  <a:pt x="719" y="3364"/>
                </a:lnTo>
                <a:lnTo>
                  <a:pt x="1079" y="2563"/>
                </a:lnTo>
                <a:lnTo>
                  <a:pt x="1442" y="1748"/>
                </a:lnTo>
                <a:lnTo>
                  <a:pt x="2565" y="1024"/>
                </a:lnTo>
                <a:lnTo>
                  <a:pt x="3601" y="600"/>
                </a:lnTo>
                <a:lnTo>
                  <a:pt x="5136" y="314"/>
                </a:lnTo>
                <a:lnTo>
                  <a:pt x="7770" y="0"/>
                </a:lnTo>
                <a:close/>
              </a:path>
            </a:pathLst>
          </a:custGeom>
          <a:solidFill>
            <a:srgbClr val="D0D7E0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8" name="contour_05736"/>
          <p:cNvSpPr/>
          <p:nvPr/>
        </p:nvSpPr>
        <p:spPr>
          <a:xfrm>
            <a:off x="9433748" y="4977698"/>
            <a:ext cx="8016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4454" y="428"/>
                </a:lnTo>
                <a:lnTo>
                  <a:pt x="6472" y="778"/>
                </a:lnTo>
                <a:lnTo>
                  <a:pt x="8096" y="1064"/>
                </a:lnTo>
                <a:lnTo>
                  <a:pt x="9408" y="1303"/>
                </a:lnTo>
                <a:lnTo>
                  <a:pt x="10484" y="1509"/>
                </a:lnTo>
                <a:lnTo>
                  <a:pt x="11405" y="1701"/>
                </a:lnTo>
                <a:lnTo>
                  <a:pt x="12247" y="1891"/>
                </a:lnTo>
                <a:lnTo>
                  <a:pt x="13090" y="2097"/>
                </a:lnTo>
                <a:lnTo>
                  <a:pt x="14014" y="2333"/>
                </a:lnTo>
                <a:lnTo>
                  <a:pt x="15096" y="2616"/>
                </a:lnTo>
                <a:lnTo>
                  <a:pt x="16326" y="2927"/>
                </a:lnTo>
                <a:lnTo>
                  <a:pt x="17573" y="3243"/>
                </a:lnTo>
                <a:lnTo>
                  <a:pt x="18596" y="3659"/>
                </a:lnTo>
                <a:lnTo>
                  <a:pt x="19316" y="4049"/>
                </a:lnTo>
                <a:lnTo>
                  <a:pt x="19929" y="4582"/>
                </a:lnTo>
                <a:lnTo>
                  <a:pt x="20626" y="5426"/>
                </a:lnTo>
                <a:lnTo>
                  <a:pt x="21600" y="6750"/>
                </a:lnTo>
                <a:lnTo>
                  <a:pt x="20304" y="6527"/>
                </a:lnTo>
                <a:lnTo>
                  <a:pt x="19008" y="6304"/>
                </a:lnTo>
                <a:lnTo>
                  <a:pt x="17710" y="6082"/>
                </a:lnTo>
                <a:lnTo>
                  <a:pt x="16410" y="5858"/>
                </a:lnTo>
                <a:lnTo>
                  <a:pt x="15108" y="5635"/>
                </a:lnTo>
                <a:lnTo>
                  <a:pt x="13804" y="5411"/>
                </a:lnTo>
                <a:lnTo>
                  <a:pt x="12497" y="5185"/>
                </a:lnTo>
                <a:lnTo>
                  <a:pt x="11185" y="4960"/>
                </a:lnTo>
                <a:lnTo>
                  <a:pt x="9869" y="4734"/>
                </a:lnTo>
                <a:lnTo>
                  <a:pt x="8550" y="4506"/>
                </a:lnTo>
                <a:lnTo>
                  <a:pt x="7222" y="4279"/>
                </a:lnTo>
                <a:lnTo>
                  <a:pt x="5891" y="4050"/>
                </a:lnTo>
                <a:lnTo>
                  <a:pt x="6215" y="4941"/>
                </a:lnTo>
                <a:lnTo>
                  <a:pt x="6539" y="5833"/>
                </a:lnTo>
                <a:lnTo>
                  <a:pt x="6865" y="6730"/>
                </a:lnTo>
                <a:lnTo>
                  <a:pt x="7193" y="7630"/>
                </a:lnTo>
                <a:lnTo>
                  <a:pt x="7523" y="8536"/>
                </a:lnTo>
                <a:lnTo>
                  <a:pt x="7855" y="9450"/>
                </a:lnTo>
                <a:lnTo>
                  <a:pt x="7874" y="10472"/>
                </a:lnTo>
                <a:lnTo>
                  <a:pt x="7857" y="11144"/>
                </a:lnTo>
                <a:lnTo>
                  <a:pt x="7778" y="11765"/>
                </a:lnTo>
                <a:lnTo>
                  <a:pt x="7617" y="12635"/>
                </a:lnTo>
                <a:lnTo>
                  <a:pt x="7474" y="13434"/>
                </a:lnTo>
                <a:lnTo>
                  <a:pt x="7328" y="14244"/>
                </a:lnTo>
                <a:lnTo>
                  <a:pt x="7246" y="14646"/>
                </a:lnTo>
                <a:lnTo>
                  <a:pt x="6994" y="15862"/>
                </a:lnTo>
                <a:lnTo>
                  <a:pt x="6841" y="16697"/>
                </a:lnTo>
                <a:lnTo>
                  <a:pt x="6684" y="17545"/>
                </a:lnTo>
                <a:lnTo>
                  <a:pt x="6531" y="18356"/>
                </a:lnTo>
                <a:lnTo>
                  <a:pt x="6376" y="19167"/>
                </a:lnTo>
                <a:lnTo>
                  <a:pt x="6215" y="19979"/>
                </a:lnTo>
                <a:lnTo>
                  <a:pt x="6054" y="20789"/>
                </a:lnTo>
                <a:lnTo>
                  <a:pt x="5891" y="21600"/>
                </a:lnTo>
                <a:lnTo>
                  <a:pt x="4917" y="21600"/>
                </a:lnTo>
                <a:lnTo>
                  <a:pt x="3927" y="21600"/>
                </a:lnTo>
                <a:lnTo>
                  <a:pt x="3711" y="20709"/>
                </a:lnTo>
                <a:lnTo>
                  <a:pt x="3495" y="19817"/>
                </a:lnTo>
                <a:lnTo>
                  <a:pt x="3279" y="18924"/>
                </a:lnTo>
                <a:lnTo>
                  <a:pt x="3061" y="18029"/>
                </a:lnTo>
                <a:lnTo>
                  <a:pt x="2843" y="17132"/>
                </a:lnTo>
                <a:lnTo>
                  <a:pt x="2625" y="16230"/>
                </a:lnTo>
                <a:lnTo>
                  <a:pt x="2405" y="15325"/>
                </a:lnTo>
                <a:lnTo>
                  <a:pt x="2186" y="14415"/>
                </a:lnTo>
                <a:lnTo>
                  <a:pt x="1964" y="13500"/>
                </a:lnTo>
                <a:lnTo>
                  <a:pt x="990" y="13500"/>
                </a:lnTo>
                <a:lnTo>
                  <a:pt x="0" y="13500"/>
                </a:lnTo>
                <a:lnTo>
                  <a:pt x="130" y="12609"/>
                </a:lnTo>
                <a:lnTo>
                  <a:pt x="259" y="11718"/>
                </a:lnTo>
                <a:lnTo>
                  <a:pt x="389" y="10826"/>
                </a:lnTo>
                <a:lnTo>
                  <a:pt x="518" y="9933"/>
                </a:lnTo>
                <a:lnTo>
                  <a:pt x="648" y="9040"/>
                </a:lnTo>
                <a:lnTo>
                  <a:pt x="780" y="8146"/>
                </a:lnTo>
                <a:lnTo>
                  <a:pt x="909" y="7250"/>
                </a:lnTo>
                <a:lnTo>
                  <a:pt x="1041" y="6352"/>
                </a:lnTo>
                <a:lnTo>
                  <a:pt x="1170" y="5451"/>
                </a:lnTo>
                <a:lnTo>
                  <a:pt x="1302" y="4550"/>
                </a:lnTo>
                <a:lnTo>
                  <a:pt x="1433" y="3646"/>
                </a:lnTo>
                <a:lnTo>
                  <a:pt x="1565" y="2739"/>
                </a:lnTo>
                <a:lnTo>
                  <a:pt x="1699" y="1829"/>
                </a:lnTo>
                <a:lnTo>
                  <a:pt x="1830" y="917"/>
                </a:lnTo>
                <a:lnTo>
                  <a:pt x="1964" y="0"/>
                </a:lnTo>
                <a:close/>
              </a:path>
            </a:pathLst>
          </a:custGeom>
          <a:solidFill>
            <a:srgbClr val="C1D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739" name="contour_05737"/>
          <p:cNvSpPr/>
          <p:nvPr/>
        </p:nvSpPr>
        <p:spPr>
          <a:xfrm>
            <a:off x="3712674" y="4897472"/>
            <a:ext cx="109320" cy="875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13"/>
                </a:moveTo>
                <a:lnTo>
                  <a:pt x="21600" y="2705"/>
                </a:lnTo>
                <a:lnTo>
                  <a:pt x="21600" y="3612"/>
                </a:lnTo>
                <a:lnTo>
                  <a:pt x="20719" y="4063"/>
                </a:lnTo>
                <a:lnTo>
                  <a:pt x="19997" y="4366"/>
                </a:lnTo>
                <a:lnTo>
                  <a:pt x="18815" y="4778"/>
                </a:lnTo>
                <a:lnTo>
                  <a:pt x="17945" y="5100"/>
                </a:lnTo>
                <a:lnTo>
                  <a:pt x="17064" y="5425"/>
                </a:lnTo>
                <a:lnTo>
                  <a:pt x="16142" y="5751"/>
                </a:lnTo>
                <a:lnTo>
                  <a:pt x="15221" y="6073"/>
                </a:lnTo>
                <a:lnTo>
                  <a:pt x="14298" y="6391"/>
                </a:lnTo>
                <a:lnTo>
                  <a:pt x="13373" y="6704"/>
                </a:lnTo>
                <a:lnTo>
                  <a:pt x="12381" y="7084"/>
                </a:lnTo>
                <a:lnTo>
                  <a:pt x="11422" y="7479"/>
                </a:lnTo>
                <a:lnTo>
                  <a:pt x="10485" y="7917"/>
                </a:lnTo>
                <a:lnTo>
                  <a:pt x="9562" y="8418"/>
                </a:lnTo>
                <a:lnTo>
                  <a:pt x="8640" y="9008"/>
                </a:lnTo>
                <a:lnTo>
                  <a:pt x="8172" y="10435"/>
                </a:lnTo>
                <a:lnTo>
                  <a:pt x="7864" y="11428"/>
                </a:lnTo>
                <a:lnTo>
                  <a:pt x="7645" y="12248"/>
                </a:lnTo>
                <a:lnTo>
                  <a:pt x="7446" y="13155"/>
                </a:lnTo>
                <a:lnTo>
                  <a:pt x="7200" y="14405"/>
                </a:lnTo>
                <a:lnTo>
                  <a:pt x="6248" y="14405"/>
                </a:lnTo>
                <a:lnTo>
                  <a:pt x="5291" y="14405"/>
                </a:lnTo>
                <a:lnTo>
                  <a:pt x="4320" y="14405"/>
                </a:lnTo>
                <a:lnTo>
                  <a:pt x="3889" y="15587"/>
                </a:lnTo>
                <a:lnTo>
                  <a:pt x="3656" y="16520"/>
                </a:lnTo>
                <a:lnTo>
                  <a:pt x="3420" y="18002"/>
                </a:lnTo>
                <a:lnTo>
                  <a:pt x="3257" y="19006"/>
                </a:lnTo>
                <a:lnTo>
                  <a:pt x="3093" y="20026"/>
                </a:lnTo>
                <a:lnTo>
                  <a:pt x="2987" y="20807"/>
                </a:lnTo>
                <a:lnTo>
                  <a:pt x="2880" y="21600"/>
                </a:lnTo>
                <a:lnTo>
                  <a:pt x="1974" y="21319"/>
                </a:lnTo>
                <a:lnTo>
                  <a:pt x="1374" y="21039"/>
                </a:lnTo>
                <a:lnTo>
                  <a:pt x="805" y="20589"/>
                </a:lnTo>
                <a:lnTo>
                  <a:pt x="0" y="19801"/>
                </a:lnTo>
                <a:lnTo>
                  <a:pt x="49" y="18529"/>
                </a:lnTo>
                <a:lnTo>
                  <a:pt x="161" y="17288"/>
                </a:lnTo>
                <a:lnTo>
                  <a:pt x="347" y="16078"/>
                </a:lnTo>
                <a:lnTo>
                  <a:pt x="616" y="14894"/>
                </a:lnTo>
                <a:lnTo>
                  <a:pt x="976" y="13737"/>
                </a:lnTo>
                <a:lnTo>
                  <a:pt x="1440" y="12606"/>
                </a:lnTo>
                <a:lnTo>
                  <a:pt x="2392" y="12606"/>
                </a:lnTo>
                <a:lnTo>
                  <a:pt x="3349" y="12606"/>
                </a:lnTo>
                <a:lnTo>
                  <a:pt x="4320" y="12606"/>
                </a:lnTo>
                <a:lnTo>
                  <a:pt x="3963" y="11529"/>
                </a:lnTo>
                <a:lnTo>
                  <a:pt x="3604" y="10446"/>
                </a:lnTo>
                <a:lnTo>
                  <a:pt x="3240" y="9347"/>
                </a:lnTo>
                <a:lnTo>
                  <a:pt x="3015" y="8044"/>
                </a:lnTo>
                <a:lnTo>
                  <a:pt x="2909" y="6945"/>
                </a:lnTo>
                <a:lnTo>
                  <a:pt x="2951" y="5929"/>
                </a:lnTo>
                <a:lnTo>
                  <a:pt x="3174" y="4875"/>
                </a:lnTo>
                <a:lnTo>
                  <a:pt x="3612" y="3668"/>
                </a:lnTo>
                <a:lnTo>
                  <a:pt x="4448" y="2754"/>
                </a:lnTo>
                <a:lnTo>
                  <a:pt x="5319" y="1991"/>
                </a:lnTo>
                <a:lnTo>
                  <a:pt x="6225" y="1369"/>
                </a:lnTo>
                <a:lnTo>
                  <a:pt x="7160" y="876"/>
                </a:lnTo>
                <a:lnTo>
                  <a:pt x="8122" y="504"/>
                </a:lnTo>
                <a:lnTo>
                  <a:pt x="9105" y="239"/>
                </a:lnTo>
                <a:lnTo>
                  <a:pt x="10110" y="76"/>
                </a:lnTo>
                <a:lnTo>
                  <a:pt x="11133" y="0"/>
                </a:lnTo>
                <a:lnTo>
                  <a:pt x="12168" y="2"/>
                </a:lnTo>
                <a:lnTo>
                  <a:pt x="13215" y="72"/>
                </a:lnTo>
                <a:lnTo>
                  <a:pt x="14269" y="198"/>
                </a:lnTo>
                <a:lnTo>
                  <a:pt x="15329" y="372"/>
                </a:lnTo>
                <a:lnTo>
                  <a:pt x="16389" y="583"/>
                </a:lnTo>
                <a:lnTo>
                  <a:pt x="17447" y="818"/>
                </a:lnTo>
                <a:lnTo>
                  <a:pt x="18501" y="1070"/>
                </a:lnTo>
                <a:lnTo>
                  <a:pt x="19547" y="1326"/>
                </a:lnTo>
                <a:lnTo>
                  <a:pt x="20580" y="1578"/>
                </a:lnTo>
                <a:lnTo>
                  <a:pt x="21600" y="1813"/>
                </a:lnTo>
                <a:close/>
              </a:path>
            </a:pathLst>
          </a:custGeom>
          <a:solidFill>
            <a:srgbClr val="838279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0" name="contour_05738"/>
          <p:cNvSpPr/>
          <p:nvPr/>
        </p:nvSpPr>
        <p:spPr>
          <a:xfrm>
            <a:off x="10424915" y="4850683"/>
            <a:ext cx="72880" cy="468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1438"/>
                </a:moveTo>
                <a:lnTo>
                  <a:pt x="18112" y="3471"/>
                </a:lnTo>
                <a:lnTo>
                  <a:pt x="18811" y="5464"/>
                </a:lnTo>
                <a:lnTo>
                  <a:pt x="19403" y="7446"/>
                </a:lnTo>
                <a:lnTo>
                  <a:pt x="19911" y="9446"/>
                </a:lnTo>
                <a:lnTo>
                  <a:pt x="20360" y="11496"/>
                </a:lnTo>
                <a:lnTo>
                  <a:pt x="20777" y="13626"/>
                </a:lnTo>
                <a:lnTo>
                  <a:pt x="21181" y="15864"/>
                </a:lnTo>
                <a:lnTo>
                  <a:pt x="21600" y="18240"/>
                </a:lnTo>
                <a:lnTo>
                  <a:pt x="20909" y="18361"/>
                </a:lnTo>
                <a:lnTo>
                  <a:pt x="20276" y="18468"/>
                </a:lnTo>
                <a:lnTo>
                  <a:pt x="19654" y="18576"/>
                </a:lnTo>
                <a:lnTo>
                  <a:pt x="18984" y="18693"/>
                </a:lnTo>
                <a:lnTo>
                  <a:pt x="18217" y="18824"/>
                </a:lnTo>
                <a:lnTo>
                  <a:pt x="17297" y="18982"/>
                </a:lnTo>
                <a:lnTo>
                  <a:pt x="16174" y="19177"/>
                </a:lnTo>
                <a:lnTo>
                  <a:pt x="14792" y="19416"/>
                </a:lnTo>
                <a:lnTo>
                  <a:pt x="13100" y="19708"/>
                </a:lnTo>
                <a:lnTo>
                  <a:pt x="11044" y="20064"/>
                </a:lnTo>
                <a:lnTo>
                  <a:pt x="8571" y="20491"/>
                </a:lnTo>
                <a:lnTo>
                  <a:pt x="5627" y="21002"/>
                </a:lnTo>
                <a:lnTo>
                  <a:pt x="2160" y="21600"/>
                </a:lnTo>
                <a:lnTo>
                  <a:pt x="1804" y="19382"/>
                </a:lnTo>
                <a:lnTo>
                  <a:pt x="1447" y="17161"/>
                </a:lnTo>
                <a:lnTo>
                  <a:pt x="1089" y="14930"/>
                </a:lnTo>
                <a:lnTo>
                  <a:pt x="728" y="12688"/>
                </a:lnTo>
                <a:lnTo>
                  <a:pt x="365" y="10434"/>
                </a:lnTo>
                <a:lnTo>
                  <a:pt x="0" y="8159"/>
                </a:lnTo>
                <a:lnTo>
                  <a:pt x="1130" y="6391"/>
                </a:lnTo>
                <a:lnTo>
                  <a:pt x="2352" y="4829"/>
                </a:lnTo>
                <a:lnTo>
                  <a:pt x="3653" y="3475"/>
                </a:lnTo>
                <a:lnTo>
                  <a:pt x="5024" y="2335"/>
                </a:lnTo>
                <a:lnTo>
                  <a:pt x="6454" y="1415"/>
                </a:lnTo>
                <a:lnTo>
                  <a:pt x="7934" y="716"/>
                </a:lnTo>
                <a:lnTo>
                  <a:pt x="9452" y="245"/>
                </a:lnTo>
                <a:lnTo>
                  <a:pt x="11001" y="3"/>
                </a:lnTo>
                <a:lnTo>
                  <a:pt x="12569" y="0"/>
                </a:lnTo>
                <a:lnTo>
                  <a:pt x="14144" y="232"/>
                </a:lnTo>
                <a:lnTo>
                  <a:pt x="15718" y="712"/>
                </a:lnTo>
                <a:lnTo>
                  <a:pt x="17280" y="1438"/>
                </a:lnTo>
                <a:close/>
              </a:path>
            </a:pathLst>
          </a:custGeom>
          <a:solidFill>
            <a:srgbClr val="A4A8A7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1" name="contour_05739"/>
          <p:cNvSpPr/>
          <p:nvPr/>
        </p:nvSpPr>
        <p:spPr>
          <a:xfrm>
            <a:off x="7400398" y="4840232"/>
            <a:ext cx="66904" cy="50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76" y="2713"/>
                </a:moveTo>
                <a:lnTo>
                  <a:pt x="21459" y="5150"/>
                </a:lnTo>
                <a:lnTo>
                  <a:pt x="21600" y="6859"/>
                </a:lnTo>
                <a:lnTo>
                  <a:pt x="21600" y="8294"/>
                </a:lnTo>
                <a:lnTo>
                  <a:pt x="21459" y="9909"/>
                </a:lnTo>
                <a:lnTo>
                  <a:pt x="21176" y="12157"/>
                </a:lnTo>
                <a:lnTo>
                  <a:pt x="19621" y="12157"/>
                </a:lnTo>
                <a:lnTo>
                  <a:pt x="18056" y="12157"/>
                </a:lnTo>
                <a:lnTo>
                  <a:pt x="16471" y="12157"/>
                </a:lnTo>
                <a:lnTo>
                  <a:pt x="15746" y="14499"/>
                </a:lnTo>
                <a:lnTo>
                  <a:pt x="15261" y="16161"/>
                </a:lnTo>
                <a:lnTo>
                  <a:pt x="14904" y="17596"/>
                </a:lnTo>
                <a:lnTo>
                  <a:pt x="14560" y="19258"/>
                </a:lnTo>
                <a:lnTo>
                  <a:pt x="14118" y="21600"/>
                </a:lnTo>
                <a:lnTo>
                  <a:pt x="12560" y="21499"/>
                </a:lnTo>
                <a:lnTo>
                  <a:pt x="11042" y="21351"/>
                </a:lnTo>
                <a:lnTo>
                  <a:pt x="9555" y="21140"/>
                </a:lnTo>
                <a:lnTo>
                  <a:pt x="8096" y="20848"/>
                </a:lnTo>
                <a:lnTo>
                  <a:pt x="6654" y="20451"/>
                </a:lnTo>
                <a:lnTo>
                  <a:pt x="5221" y="19932"/>
                </a:lnTo>
                <a:lnTo>
                  <a:pt x="3788" y="19271"/>
                </a:lnTo>
                <a:lnTo>
                  <a:pt x="2353" y="18452"/>
                </a:lnTo>
                <a:lnTo>
                  <a:pt x="1741" y="16532"/>
                </a:lnTo>
                <a:lnTo>
                  <a:pt x="1247" y="14615"/>
                </a:lnTo>
                <a:lnTo>
                  <a:pt x="859" y="12698"/>
                </a:lnTo>
                <a:lnTo>
                  <a:pt x="562" y="10769"/>
                </a:lnTo>
                <a:lnTo>
                  <a:pt x="344" y="8817"/>
                </a:lnTo>
                <a:lnTo>
                  <a:pt x="186" y="6828"/>
                </a:lnTo>
                <a:lnTo>
                  <a:pt x="75" y="4797"/>
                </a:lnTo>
                <a:lnTo>
                  <a:pt x="0" y="2713"/>
                </a:lnTo>
                <a:lnTo>
                  <a:pt x="1741" y="2103"/>
                </a:lnTo>
                <a:lnTo>
                  <a:pt x="3435" y="1546"/>
                </a:lnTo>
                <a:lnTo>
                  <a:pt x="5089" y="1051"/>
                </a:lnTo>
                <a:lnTo>
                  <a:pt x="6713" y="636"/>
                </a:lnTo>
                <a:lnTo>
                  <a:pt x="8308" y="315"/>
                </a:lnTo>
                <a:lnTo>
                  <a:pt x="9889" y="98"/>
                </a:lnTo>
                <a:lnTo>
                  <a:pt x="11464" y="0"/>
                </a:lnTo>
                <a:lnTo>
                  <a:pt x="13035" y="38"/>
                </a:lnTo>
                <a:lnTo>
                  <a:pt x="14616" y="223"/>
                </a:lnTo>
                <a:lnTo>
                  <a:pt x="16212" y="570"/>
                </a:lnTo>
                <a:lnTo>
                  <a:pt x="17833" y="1089"/>
                </a:lnTo>
                <a:lnTo>
                  <a:pt x="19485" y="1801"/>
                </a:lnTo>
                <a:lnTo>
                  <a:pt x="21176" y="2713"/>
                </a:lnTo>
                <a:close/>
              </a:path>
            </a:pathLst>
          </a:custGeom>
          <a:solidFill>
            <a:srgbClr val="F4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2" name="contour_05740"/>
          <p:cNvSpPr/>
          <p:nvPr/>
        </p:nvSpPr>
        <p:spPr>
          <a:xfrm>
            <a:off x="6285335" y="4810074"/>
            <a:ext cx="153048" cy="45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06" y="340"/>
                </a:lnTo>
                <a:lnTo>
                  <a:pt x="1406" y="697"/>
                </a:lnTo>
                <a:lnTo>
                  <a:pt x="2103" y="1075"/>
                </a:lnTo>
                <a:lnTo>
                  <a:pt x="2798" y="1474"/>
                </a:lnTo>
                <a:lnTo>
                  <a:pt x="3489" y="1894"/>
                </a:lnTo>
                <a:lnTo>
                  <a:pt x="4177" y="2338"/>
                </a:lnTo>
                <a:lnTo>
                  <a:pt x="4864" y="2806"/>
                </a:lnTo>
                <a:lnTo>
                  <a:pt x="5549" y="3306"/>
                </a:lnTo>
                <a:lnTo>
                  <a:pt x="6232" y="3830"/>
                </a:lnTo>
                <a:lnTo>
                  <a:pt x="6914" y="4385"/>
                </a:lnTo>
                <a:lnTo>
                  <a:pt x="7596" y="4971"/>
                </a:lnTo>
                <a:lnTo>
                  <a:pt x="8278" y="5592"/>
                </a:lnTo>
                <a:lnTo>
                  <a:pt x="8960" y="6247"/>
                </a:lnTo>
                <a:lnTo>
                  <a:pt x="9643" y="6938"/>
                </a:lnTo>
                <a:lnTo>
                  <a:pt x="10339" y="7617"/>
                </a:lnTo>
                <a:lnTo>
                  <a:pt x="11035" y="8249"/>
                </a:lnTo>
                <a:lnTo>
                  <a:pt x="11731" y="8838"/>
                </a:lnTo>
                <a:lnTo>
                  <a:pt x="12427" y="9383"/>
                </a:lnTo>
                <a:lnTo>
                  <a:pt x="13124" y="9889"/>
                </a:lnTo>
                <a:lnTo>
                  <a:pt x="13821" y="10361"/>
                </a:lnTo>
                <a:lnTo>
                  <a:pt x="14520" y="10795"/>
                </a:lnTo>
                <a:lnTo>
                  <a:pt x="15220" y="11201"/>
                </a:lnTo>
                <a:lnTo>
                  <a:pt x="15920" y="11579"/>
                </a:lnTo>
                <a:lnTo>
                  <a:pt x="16623" y="11926"/>
                </a:lnTo>
                <a:lnTo>
                  <a:pt x="17327" y="12255"/>
                </a:lnTo>
                <a:lnTo>
                  <a:pt x="18033" y="12560"/>
                </a:lnTo>
                <a:lnTo>
                  <a:pt x="18742" y="12848"/>
                </a:lnTo>
                <a:lnTo>
                  <a:pt x="19452" y="13122"/>
                </a:lnTo>
                <a:lnTo>
                  <a:pt x="20165" y="13382"/>
                </a:lnTo>
                <a:lnTo>
                  <a:pt x="20881" y="13632"/>
                </a:lnTo>
                <a:lnTo>
                  <a:pt x="21600" y="13875"/>
                </a:lnTo>
                <a:lnTo>
                  <a:pt x="21084" y="15925"/>
                </a:lnTo>
                <a:lnTo>
                  <a:pt x="20606" y="17635"/>
                </a:lnTo>
                <a:lnTo>
                  <a:pt x="20122" y="19033"/>
                </a:lnTo>
                <a:lnTo>
                  <a:pt x="19586" y="20143"/>
                </a:lnTo>
                <a:lnTo>
                  <a:pt x="18952" y="20993"/>
                </a:lnTo>
                <a:lnTo>
                  <a:pt x="18176" y="21600"/>
                </a:lnTo>
                <a:lnTo>
                  <a:pt x="17951" y="21583"/>
                </a:lnTo>
                <a:lnTo>
                  <a:pt x="17553" y="21555"/>
                </a:lnTo>
                <a:lnTo>
                  <a:pt x="16642" y="21489"/>
                </a:lnTo>
                <a:lnTo>
                  <a:pt x="16091" y="21468"/>
                </a:lnTo>
                <a:lnTo>
                  <a:pt x="15537" y="21444"/>
                </a:lnTo>
                <a:lnTo>
                  <a:pt x="14975" y="21423"/>
                </a:lnTo>
                <a:lnTo>
                  <a:pt x="14402" y="21364"/>
                </a:lnTo>
                <a:lnTo>
                  <a:pt x="13826" y="21305"/>
                </a:lnTo>
                <a:lnTo>
                  <a:pt x="13243" y="21246"/>
                </a:lnTo>
                <a:lnTo>
                  <a:pt x="12663" y="21215"/>
                </a:lnTo>
                <a:lnTo>
                  <a:pt x="12079" y="21184"/>
                </a:lnTo>
                <a:lnTo>
                  <a:pt x="11487" y="21153"/>
                </a:lnTo>
                <a:lnTo>
                  <a:pt x="10772" y="21107"/>
                </a:lnTo>
                <a:lnTo>
                  <a:pt x="10057" y="21059"/>
                </a:lnTo>
                <a:lnTo>
                  <a:pt x="9344" y="21003"/>
                </a:lnTo>
                <a:lnTo>
                  <a:pt x="8629" y="20944"/>
                </a:lnTo>
                <a:lnTo>
                  <a:pt x="7915" y="20882"/>
                </a:lnTo>
                <a:lnTo>
                  <a:pt x="7200" y="20813"/>
                </a:lnTo>
                <a:lnTo>
                  <a:pt x="7200" y="18520"/>
                </a:lnTo>
                <a:lnTo>
                  <a:pt x="7200" y="16213"/>
                </a:lnTo>
                <a:lnTo>
                  <a:pt x="7200" y="13875"/>
                </a:lnTo>
                <a:lnTo>
                  <a:pt x="6600" y="12824"/>
                </a:lnTo>
                <a:lnTo>
                  <a:pt x="6011" y="11849"/>
                </a:lnTo>
                <a:lnTo>
                  <a:pt x="5425" y="10937"/>
                </a:lnTo>
                <a:lnTo>
                  <a:pt x="4833" y="10077"/>
                </a:lnTo>
                <a:lnTo>
                  <a:pt x="4227" y="9255"/>
                </a:lnTo>
                <a:lnTo>
                  <a:pt x="3600" y="8457"/>
                </a:lnTo>
                <a:lnTo>
                  <a:pt x="2992" y="7673"/>
                </a:lnTo>
                <a:lnTo>
                  <a:pt x="2388" y="6872"/>
                </a:lnTo>
                <a:lnTo>
                  <a:pt x="1790" y="6056"/>
                </a:lnTo>
                <a:lnTo>
                  <a:pt x="1193" y="5217"/>
                </a:lnTo>
                <a:lnTo>
                  <a:pt x="597" y="4357"/>
                </a:lnTo>
                <a:lnTo>
                  <a:pt x="0" y="3469"/>
                </a:lnTo>
                <a:lnTo>
                  <a:pt x="0" y="1748"/>
                </a:lnTo>
                <a:lnTo>
                  <a:pt x="0" y="0"/>
                </a:lnTo>
                <a:close/>
              </a:path>
            </a:pathLst>
          </a:custGeom>
          <a:solidFill>
            <a:srgbClr val="E5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3" name="contour_05741"/>
          <p:cNvSpPr/>
          <p:nvPr/>
        </p:nvSpPr>
        <p:spPr>
          <a:xfrm>
            <a:off x="1430819" y="4773634"/>
            <a:ext cx="11003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97" y="1942"/>
                </a:moveTo>
                <a:lnTo>
                  <a:pt x="10777" y="2136"/>
                </a:lnTo>
                <a:lnTo>
                  <a:pt x="11761" y="2227"/>
                </a:lnTo>
                <a:lnTo>
                  <a:pt x="12750" y="2227"/>
                </a:lnTo>
                <a:lnTo>
                  <a:pt x="13739" y="2148"/>
                </a:lnTo>
                <a:lnTo>
                  <a:pt x="14729" y="1997"/>
                </a:lnTo>
                <a:lnTo>
                  <a:pt x="15719" y="1790"/>
                </a:lnTo>
                <a:lnTo>
                  <a:pt x="16707" y="1538"/>
                </a:lnTo>
                <a:lnTo>
                  <a:pt x="17694" y="1253"/>
                </a:lnTo>
                <a:lnTo>
                  <a:pt x="18679" y="943"/>
                </a:lnTo>
                <a:lnTo>
                  <a:pt x="19657" y="624"/>
                </a:lnTo>
                <a:lnTo>
                  <a:pt x="20631" y="305"/>
                </a:lnTo>
                <a:lnTo>
                  <a:pt x="21600" y="0"/>
                </a:lnTo>
                <a:lnTo>
                  <a:pt x="21401" y="1658"/>
                </a:lnTo>
                <a:lnTo>
                  <a:pt x="21164" y="3182"/>
                </a:lnTo>
                <a:lnTo>
                  <a:pt x="20868" y="4594"/>
                </a:lnTo>
                <a:lnTo>
                  <a:pt x="20496" y="5916"/>
                </a:lnTo>
                <a:lnTo>
                  <a:pt x="20029" y="7174"/>
                </a:lnTo>
                <a:lnTo>
                  <a:pt x="19450" y="8393"/>
                </a:lnTo>
                <a:lnTo>
                  <a:pt x="18739" y="9600"/>
                </a:lnTo>
                <a:lnTo>
                  <a:pt x="17763" y="9780"/>
                </a:lnTo>
                <a:lnTo>
                  <a:pt x="16802" y="9907"/>
                </a:lnTo>
                <a:lnTo>
                  <a:pt x="15849" y="9984"/>
                </a:lnTo>
                <a:lnTo>
                  <a:pt x="14902" y="10015"/>
                </a:lnTo>
                <a:lnTo>
                  <a:pt x="13956" y="10010"/>
                </a:lnTo>
                <a:lnTo>
                  <a:pt x="13009" y="9970"/>
                </a:lnTo>
                <a:lnTo>
                  <a:pt x="12055" y="9902"/>
                </a:lnTo>
                <a:lnTo>
                  <a:pt x="11092" y="9811"/>
                </a:lnTo>
                <a:lnTo>
                  <a:pt x="10116" y="9703"/>
                </a:lnTo>
                <a:lnTo>
                  <a:pt x="9103" y="9686"/>
                </a:lnTo>
                <a:lnTo>
                  <a:pt x="8168" y="9727"/>
                </a:lnTo>
                <a:lnTo>
                  <a:pt x="7291" y="9840"/>
                </a:lnTo>
                <a:lnTo>
                  <a:pt x="6449" y="10039"/>
                </a:lnTo>
                <a:lnTo>
                  <a:pt x="5621" y="10339"/>
                </a:lnTo>
                <a:lnTo>
                  <a:pt x="4784" y="10757"/>
                </a:lnTo>
                <a:lnTo>
                  <a:pt x="3919" y="11304"/>
                </a:lnTo>
                <a:lnTo>
                  <a:pt x="3002" y="12000"/>
                </a:lnTo>
                <a:lnTo>
                  <a:pt x="2388" y="13390"/>
                </a:lnTo>
                <a:lnTo>
                  <a:pt x="2006" y="14369"/>
                </a:lnTo>
                <a:lnTo>
                  <a:pt x="1697" y="15401"/>
                </a:lnTo>
                <a:lnTo>
                  <a:pt x="1302" y="16951"/>
                </a:lnTo>
                <a:lnTo>
                  <a:pt x="961" y="18257"/>
                </a:lnTo>
                <a:lnTo>
                  <a:pt x="615" y="19586"/>
                </a:lnTo>
                <a:lnTo>
                  <a:pt x="379" y="20585"/>
                </a:lnTo>
                <a:lnTo>
                  <a:pt x="140" y="21600"/>
                </a:lnTo>
                <a:lnTo>
                  <a:pt x="119" y="20220"/>
                </a:lnTo>
                <a:lnTo>
                  <a:pt x="99" y="18840"/>
                </a:lnTo>
                <a:lnTo>
                  <a:pt x="82" y="17460"/>
                </a:lnTo>
                <a:lnTo>
                  <a:pt x="66" y="16080"/>
                </a:lnTo>
                <a:lnTo>
                  <a:pt x="52" y="14700"/>
                </a:lnTo>
                <a:lnTo>
                  <a:pt x="34" y="13418"/>
                </a:lnTo>
                <a:lnTo>
                  <a:pt x="17" y="12127"/>
                </a:lnTo>
                <a:lnTo>
                  <a:pt x="0" y="10819"/>
                </a:lnTo>
                <a:lnTo>
                  <a:pt x="82" y="9156"/>
                </a:lnTo>
                <a:lnTo>
                  <a:pt x="203" y="7699"/>
                </a:lnTo>
                <a:lnTo>
                  <a:pt x="391" y="6367"/>
                </a:lnTo>
                <a:lnTo>
                  <a:pt x="664" y="5093"/>
                </a:lnTo>
                <a:lnTo>
                  <a:pt x="1050" y="3794"/>
                </a:lnTo>
                <a:lnTo>
                  <a:pt x="1571" y="2400"/>
                </a:lnTo>
                <a:lnTo>
                  <a:pt x="2581" y="1591"/>
                </a:lnTo>
                <a:lnTo>
                  <a:pt x="3508" y="1018"/>
                </a:lnTo>
                <a:lnTo>
                  <a:pt x="4378" y="658"/>
                </a:lnTo>
                <a:lnTo>
                  <a:pt x="5215" y="492"/>
                </a:lnTo>
                <a:lnTo>
                  <a:pt x="6046" y="504"/>
                </a:lnTo>
                <a:lnTo>
                  <a:pt x="6894" y="674"/>
                </a:lnTo>
                <a:lnTo>
                  <a:pt x="7786" y="984"/>
                </a:lnTo>
                <a:lnTo>
                  <a:pt x="8744" y="1411"/>
                </a:lnTo>
                <a:lnTo>
                  <a:pt x="9797" y="1942"/>
                </a:lnTo>
                <a:close/>
              </a:path>
            </a:pathLst>
          </a:custGeom>
          <a:solidFill>
            <a:srgbClr val="43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4" name="contour_05742"/>
          <p:cNvSpPr/>
          <p:nvPr/>
        </p:nvSpPr>
        <p:spPr>
          <a:xfrm>
            <a:off x="7436838" y="4755414"/>
            <a:ext cx="80168" cy="619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82" y="0"/>
                </a:moveTo>
                <a:lnTo>
                  <a:pt x="7754" y="38"/>
                </a:lnTo>
                <a:lnTo>
                  <a:pt x="8974" y="193"/>
                </a:lnTo>
                <a:lnTo>
                  <a:pt x="10083" y="513"/>
                </a:lnTo>
                <a:lnTo>
                  <a:pt x="11128" y="1057"/>
                </a:lnTo>
                <a:lnTo>
                  <a:pt x="12153" y="1878"/>
                </a:lnTo>
                <a:lnTo>
                  <a:pt x="13202" y="3027"/>
                </a:lnTo>
                <a:lnTo>
                  <a:pt x="14058" y="4404"/>
                </a:lnTo>
                <a:lnTo>
                  <a:pt x="14890" y="5802"/>
                </a:lnTo>
                <a:lnTo>
                  <a:pt x="15697" y="7219"/>
                </a:lnTo>
                <a:lnTo>
                  <a:pt x="16485" y="8653"/>
                </a:lnTo>
                <a:lnTo>
                  <a:pt x="17253" y="10104"/>
                </a:lnTo>
                <a:lnTo>
                  <a:pt x="18005" y="11570"/>
                </a:lnTo>
                <a:lnTo>
                  <a:pt x="18743" y="13049"/>
                </a:lnTo>
                <a:lnTo>
                  <a:pt x="19469" y="14538"/>
                </a:lnTo>
                <a:lnTo>
                  <a:pt x="20186" y="16037"/>
                </a:lnTo>
                <a:lnTo>
                  <a:pt x="20895" y="17544"/>
                </a:lnTo>
                <a:lnTo>
                  <a:pt x="21600" y="19059"/>
                </a:lnTo>
                <a:lnTo>
                  <a:pt x="20304" y="19478"/>
                </a:lnTo>
                <a:lnTo>
                  <a:pt x="19006" y="19897"/>
                </a:lnTo>
                <a:lnTo>
                  <a:pt x="17702" y="20319"/>
                </a:lnTo>
                <a:lnTo>
                  <a:pt x="16392" y="20744"/>
                </a:lnTo>
                <a:lnTo>
                  <a:pt x="15075" y="21171"/>
                </a:lnTo>
                <a:lnTo>
                  <a:pt x="13745" y="21600"/>
                </a:lnTo>
                <a:lnTo>
                  <a:pt x="13357" y="20091"/>
                </a:lnTo>
                <a:lnTo>
                  <a:pt x="12966" y="18576"/>
                </a:lnTo>
                <a:lnTo>
                  <a:pt x="12575" y="17056"/>
                </a:lnTo>
                <a:lnTo>
                  <a:pt x="12180" y="15524"/>
                </a:lnTo>
                <a:lnTo>
                  <a:pt x="11782" y="13976"/>
                </a:lnTo>
                <a:lnTo>
                  <a:pt x="10486" y="14256"/>
                </a:lnTo>
                <a:lnTo>
                  <a:pt x="9188" y="14536"/>
                </a:lnTo>
                <a:lnTo>
                  <a:pt x="7890" y="14815"/>
                </a:lnTo>
                <a:lnTo>
                  <a:pt x="6588" y="15097"/>
                </a:lnTo>
                <a:lnTo>
                  <a:pt x="5282" y="15379"/>
                </a:lnTo>
                <a:lnTo>
                  <a:pt x="3970" y="15661"/>
                </a:lnTo>
                <a:lnTo>
                  <a:pt x="2655" y="15946"/>
                </a:lnTo>
                <a:lnTo>
                  <a:pt x="1331" y="16230"/>
                </a:lnTo>
                <a:lnTo>
                  <a:pt x="0" y="16518"/>
                </a:lnTo>
                <a:lnTo>
                  <a:pt x="487" y="15260"/>
                </a:lnTo>
                <a:lnTo>
                  <a:pt x="974" y="13997"/>
                </a:lnTo>
                <a:lnTo>
                  <a:pt x="1467" y="12724"/>
                </a:lnTo>
                <a:lnTo>
                  <a:pt x="1964" y="11435"/>
                </a:lnTo>
                <a:lnTo>
                  <a:pt x="1583" y="9906"/>
                </a:lnTo>
                <a:lnTo>
                  <a:pt x="1196" y="8378"/>
                </a:lnTo>
                <a:lnTo>
                  <a:pt x="803" y="6854"/>
                </a:lnTo>
                <a:lnTo>
                  <a:pt x="405" y="5331"/>
                </a:lnTo>
                <a:lnTo>
                  <a:pt x="0" y="3812"/>
                </a:lnTo>
                <a:lnTo>
                  <a:pt x="1047" y="2541"/>
                </a:lnTo>
                <a:lnTo>
                  <a:pt x="1970" y="1626"/>
                </a:lnTo>
                <a:lnTo>
                  <a:pt x="2865" y="991"/>
                </a:lnTo>
                <a:lnTo>
                  <a:pt x="3835" y="562"/>
                </a:lnTo>
                <a:lnTo>
                  <a:pt x="4974" y="257"/>
                </a:lnTo>
                <a:lnTo>
                  <a:pt x="6382" y="0"/>
                </a:lnTo>
                <a:close/>
              </a:path>
            </a:pathLst>
          </a:custGeom>
          <a:solidFill>
            <a:srgbClr val="E9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5" name="contour_05743"/>
          <p:cNvSpPr/>
          <p:nvPr/>
        </p:nvSpPr>
        <p:spPr>
          <a:xfrm>
            <a:off x="1212893" y="4722618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780" y="1022"/>
                </a:lnTo>
                <a:lnTo>
                  <a:pt x="12448" y="1817"/>
                </a:lnTo>
                <a:lnTo>
                  <a:pt x="13111" y="2789"/>
                </a:lnTo>
                <a:lnTo>
                  <a:pt x="14079" y="4349"/>
                </a:lnTo>
                <a:lnTo>
                  <a:pt x="14623" y="5208"/>
                </a:lnTo>
                <a:lnTo>
                  <a:pt x="15172" y="6072"/>
                </a:lnTo>
                <a:lnTo>
                  <a:pt x="15729" y="6948"/>
                </a:lnTo>
                <a:lnTo>
                  <a:pt x="16336" y="8280"/>
                </a:lnTo>
                <a:lnTo>
                  <a:pt x="16703" y="9334"/>
                </a:lnTo>
                <a:lnTo>
                  <a:pt x="16891" y="10466"/>
                </a:lnTo>
                <a:lnTo>
                  <a:pt x="16962" y="12036"/>
                </a:lnTo>
                <a:lnTo>
                  <a:pt x="16971" y="14400"/>
                </a:lnTo>
                <a:lnTo>
                  <a:pt x="17888" y="14400"/>
                </a:lnTo>
                <a:lnTo>
                  <a:pt x="18807" y="14400"/>
                </a:lnTo>
                <a:lnTo>
                  <a:pt x="19730" y="14400"/>
                </a:lnTo>
                <a:lnTo>
                  <a:pt x="20660" y="14400"/>
                </a:lnTo>
                <a:lnTo>
                  <a:pt x="21600" y="14400"/>
                </a:lnTo>
                <a:lnTo>
                  <a:pt x="21295" y="15826"/>
                </a:lnTo>
                <a:lnTo>
                  <a:pt x="20987" y="17256"/>
                </a:lnTo>
                <a:lnTo>
                  <a:pt x="20680" y="18691"/>
                </a:lnTo>
                <a:lnTo>
                  <a:pt x="20370" y="20138"/>
                </a:lnTo>
                <a:lnTo>
                  <a:pt x="20057" y="21600"/>
                </a:lnTo>
                <a:lnTo>
                  <a:pt x="18909" y="21149"/>
                </a:lnTo>
                <a:lnTo>
                  <a:pt x="18095" y="20798"/>
                </a:lnTo>
                <a:lnTo>
                  <a:pt x="17391" y="20434"/>
                </a:lnTo>
                <a:lnTo>
                  <a:pt x="16576" y="19939"/>
                </a:lnTo>
                <a:lnTo>
                  <a:pt x="15429" y="19200"/>
                </a:lnTo>
                <a:lnTo>
                  <a:pt x="15429" y="17614"/>
                </a:lnTo>
                <a:lnTo>
                  <a:pt x="15429" y="16018"/>
                </a:lnTo>
                <a:lnTo>
                  <a:pt x="15429" y="14400"/>
                </a:lnTo>
                <a:lnTo>
                  <a:pt x="14410" y="14717"/>
                </a:lnTo>
                <a:lnTo>
                  <a:pt x="13392" y="15034"/>
                </a:lnTo>
                <a:lnTo>
                  <a:pt x="12372" y="15350"/>
                </a:lnTo>
                <a:lnTo>
                  <a:pt x="11352" y="15667"/>
                </a:lnTo>
                <a:lnTo>
                  <a:pt x="10331" y="15986"/>
                </a:lnTo>
                <a:lnTo>
                  <a:pt x="9310" y="16303"/>
                </a:lnTo>
                <a:lnTo>
                  <a:pt x="8285" y="16622"/>
                </a:lnTo>
                <a:lnTo>
                  <a:pt x="7259" y="16942"/>
                </a:lnTo>
                <a:lnTo>
                  <a:pt x="6230" y="17261"/>
                </a:lnTo>
                <a:lnTo>
                  <a:pt x="5199" y="17582"/>
                </a:lnTo>
                <a:lnTo>
                  <a:pt x="4167" y="17904"/>
                </a:lnTo>
                <a:lnTo>
                  <a:pt x="3130" y="18226"/>
                </a:lnTo>
                <a:lnTo>
                  <a:pt x="2091" y="18550"/>
                </a:lnTo>
                <a:lnTo>
                  <a:pt x="1048" y="18874"/>
                </a:lnTo>
                <a:lnTo>
                  <a:pt x="0" y="19200"/>
                </a:lnTo>
                <a:lnTo>
                  <a:pt x="324" y="18727"/>
                </a:lnTo>
                <a:lnTo>
                  <a:pt x="744" y="18118"/>
                </a:lnTo>
                <a:lnTo>
                  <a:pt x="1540" y="16961"/>
                </a:lnTo>
                <a:lnTo>
                  <a:pt x="2990" y="14851"/>
                </a:lnTo>
                <a:lnTo>
                  <a:pt x="3803" y="13550"/>
                </a:lnTo>
                <a:lnTo>
                  <a:pt x="4519" y="12300"/>
                </a:lnTo>
                <a:lnTo>
                  <a:pt x="5145" y="11066"/>
                </a:lnTo>
                <a:lnTo>
                  <a:pt x="5698" y="9823"/>
                </a:lnTo>
                <a:lnTo>
                  <a:pt x="6184" y="8539"/>
                </a:lnTo>
                <a:lnTo>
                  <a:pt x="6617" y="7186"/>
                </a:lnTo>
                <a:lnTo>
                  <a:pt x="7009" y="5731"/>
                </a:lnTo>
                <a:lnTo>
                  <a:pt x="7372" y="4145"/>
                </a:lnTo>
                <a:lnTo>
                  <a:pt x="7714" y="2400"/>
                </a:lnTo>
                <a:lnTo>
                  <a:pt x="8535" y="1423"/>
                </a:lnTo>
                <a:lnTo>
                  <a:pt x="9131" y="850"/>
                </a:lnTo>
                <a:lnTo>
                  <a:pt x="9789" y="449"/>
                </a:lnTo>
                <a:lnTo>
                  <a:pt x="10800" y="0"/>
                </a:lnTo>
                <a:close/>
              </a:path>
            </a:pathLst>
          </a:custGeom>
          <a:solidFill>
            <a:srgbClr val="9F937C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6" name="contour_05744"/>
          <p:cNvSpPr/>
          <p:nvPr/>
        </p:nvSpPr>
        <p:spPr>
          <a:xfrm>
            <a:off x="1198317" y="4708043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54" y="209"/>
                </a:lnTo>
                <a:lnTo>
                  <a:pt x="5940" y="386"/>
                </a:lnTo>
                <a:lnTo>
                  <a:pt x="7940" y="564"/>
                </a:lnTo>
                <a:lnTo>
                  <a:pt x="9529" y="766"/>
                </a:lnTo>
                <a:lnTo>
                  <a:pt x="10893" y="1022"/>
                </a:lnTo>
                <a:lnTo>
                  <a:pt x="12210" y="1363"/>
                </a:lnTo>
                <a:lnTo>
                  <a:pt x="13660" y="1812"/>
                </a:lnTo>
                <a:lnTo>
                  <a:pt x="15429" y="2400"/>
                </a:lnTo>
                <a:lnTo>
                  <a:pt x="16808" y="3787"/>
                </a:lnTo>
                <a:lnTo>
                  <a:pt x="17996" y="5170"/>
                </a:lnTo>
                <a:lnTo>
                  <a:pt x="19002" y="6564"/>
                </a:lnTo>
                <a:lnTo>
                  <a:pt x="19835" y="7990"/>
                </a:lnTo>
                <a:lnTo>
                  <a:pt x="20501" y="9468"/>
                </a:lnTo>
                <a:lnTo>
                  <a:pt x="21014" y="11016"/>
                </a:lnTo>
                <a:lnTo>
                  <a:pt x="21378" y="12655"/>
                </a:lnTo>
                <a:lnTo>
                  <a:pt x="21600" y="14400"/>
                </a:lnTo>
                <a:lnTo>
                  <a:pt x="20557" y="16102"/>
                </a:lnTo>
                <a:lnTo>
                  <a:pt x="19366" y="17551"/>
                </a:lnTo>
                <a:lnTo>
                  <a:pt x="17990" y="18792"/>
                </a:lnTo>
                <a:lnTo>
                  <a:pt x="16385" y="19855"/>
                </a:lnTo>
                <a:lnTo>
                  <a:pt x="14515" y="20779"/>
                </a:lnTo>
                <a:lnTo>
                  <a:pt x="12343" y="21600"/>
                </a:lnTo>
                <a:lnTo>
                  <a:pt x="10306" y="21600"/>
                </a:lnTo>
                <a:lnTo>
                  <a:pt x="8267" y="21600"/>
                </a:lnTo>
                <a:lnTo>
                  <a:pt x="6218" y="21600"/>
                </a:lnTo>
                <a:lnTo>
                  <a:pt x="4160" y="21600"/>
                </a:lnTo>
                <a:lnTo>
                  <a:pt x="2089" y="21600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27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7" name="contour_05745"/>
          <p:cNvSpPr/>
          <p:nvPr/>
        </p:nvSpPr>
        <p:spPr>
          <a:xfrm>
            <a:off x="1351365" y="4712925"/>
            <a:ext cx="65592" cy="607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56"/>
                </a:moveTo>
                <a:lnTo>
                  <a:pt x="3098" y="547"/>
                </a:lnTo>
                <a:lnTo>
                  <a:pt x="5614" y="309"/>
                </a:lnTo>
                <a:lnTo>
                  <a:pt x="7644" y="137"/>
                </a:lnTo>
                <a:lnTo>
                  <a:pt x="9293" y="34"/>
                </a:lnTo>
                <a:lnTo>
                  <a:pt x="10661" y="0"/>
                </a:lnTo>
                <a:lnTo>
                  <a:pt x="11846" y="34"/>
                </a:lnTo>
                <a:lnTo>
                  <a:pt x="12953" y="137"/>
                </a:lnTo>
                <a:lnTo>
                  <a:pt x="14081" y="309"/>
                </a:lnTo>
                <a:lnTo>
                  <a:pt x="15329" y="547"/>
                </a:lnTo>
                <a:lnTo>
                  <a:pt x="16800" y="856"/>
                </a:lnTo>
                <a:lnTo>
                  <a:pt x="17834" y="2347"/>
                </a:lnTo>
                <a:lnTo>
                  <a:pt x="18703" y="3853"/>
                </a:lnTo>
                <a:lnTo>
                  <a:pt x="19426" y="5383"/>
                </a:lnTo>
                <a:lnTo>
                  <a:pt x="20023" y="6952"/>
                </a:lnTo>
                <a:lnTo>
                  <a:pt x="20518" y="8567"/>
                </a:lnTo>
                <a:lnTo>
                  <a:pt x="20930" y="10245"/>
                </a:lnTo>
                <a:lnTo>
                  <a:pt x="21286" y="11990"/>
                </a:lnTo>
                <a:lnTo>
                  <a:pt x="21600" y="13821"/>
                </a:lnTo>
                <a:lnTo>
                  <a:pt x="20222" y="14604"/>
                </a:lnTo>
                <a:lnTo>
                  <a:pt x="18842" y="15384"/>
                </a:lnTo>
                <a:lnTo>
                  <a:pt x="17462" y="16162"/>
                </a:lnTo>
                <a:lnTo>
                  <a:pt x="16082" y="16938"/>
                </a:lnTo>
                <a:lnTo>
                  <a:pt x="14700" y="17710"/>
                </a:lnTo>
                <a:lnTo>
                  <a:pt x="13418" y="18434"/>
                </a:lnTo>
                <a:lnTo>
                  <a:pt x="12127" y="19160"/>
                </a:lnTo>
                <a:lnTo>
                  <a:pt x="10819" y="19899"/>
                </a:lnTo>
                <a:lnTo>
                  <a:pt x="9014" y="20729"/>
                </a:lnTo>
                <a:lnTo>
                  <a:pt x="7675" y="21232"/>
                </a:lnTo>
                <a:lnTo>
                  <a:pt x="6396" y="21491"/>
                </a:lnTo>
                <a:lnTo>
                  <a:pt x="4771" y="21587"/>
                </a:lnTo>
                <a:lnTo>
                  <a:pt x="2400" y="21600"/>
                </a:lnTo>
                <a:lnTo>
                  <a:pt x="2201" y="19889"/>
                </a:lnTo>
                <a:lnTo>
                  <a:pt x="2004" y="18177"/>
                </a:lnTo>
                <a:lnTo>
                  <a:pt x="1805" y="16463"/>
                </a:lnTo>
                <a:lnTo>
                  <a:pt x="1608" y="14747"/>
                </a:lnTo>
                <a:lnTo>
                  <a:pt x="1409" y="13027"/>
                </a:lnTo>
                <a:lnTo>
                  <a:pt x="1210" y="11306"/>
                </a:lnTo>
                <a:lnTo>
                  <a:pt x="1010" y="9579"/>
                </a:lnTo>
                <a:lnTo>
                  <a:pt x="809" y="7847"/>
                </a:lnTo>
                <a:lnTo>
                  <a:pt x="607" y="6109"/>
                </a:lnTo>
                <a:lnTo>
                  <a:pt x="406" y="4367"/>
                </a:lnTo>
                <a:lnTo>
                  <a:pt x="204" y="2614"/>
                </a:lnTo>
                <a:lnTo>
                  <a:pt x="0" y="856"/>
                </a:lnTo>
                <a:close/>
              </a:path>
            </a:pathLst>
          </a:custGeom>
          <a:solidFill>
            <a:srgbClr val="27272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8" name="contour_05746"/>
          <p:cNvSpPr/>
          <p:nvPr/>
        </p:nvSpPr>
        <p:spPr>
          <a:xfrm>
            <a:off x="7823102" y="4655977"/>
            <a:ext cx="109320" cy="593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382"/>
                </a:moveTo>
                <a:lnTo>
                  <a:pt x="13333" y="1695"/>
                </a:lnTo>
                <a:lnTo>
                  <a:pt x="13699" y="3018"/>
                </a:lnTo>
                <a:lnTo>
                  <a:pt x="14054" y="4347"/>
                </a:lnTo>
                <a:lnTo>
                  <a:pt x="14400" y="5686"/>
                </a:lnTo>
                <a:lnTo>
                  <a:pt x="15422" y="5983"/>
                </a:lnTo>
                <a:lnTo>
                  <a:pt x="16148" y="6116"/>
                </a:lnTo>
                <a:lnTo>
                  <a:pt x="16921" y="6116"/>
                </a:lnTo>
                <a:lnTo>
                  <a:pt x="18089" y="6018"/>
                </a:lnTo>
                <a:lnTo>
                  <a:pt x="18583" y="5981"/>
                </a:lnTo>
                <a:lnTo>
                  <a:pt x="20075" y="5872"/>
                </a:lnTo>
                <a:lnTo>
                  <a:pt x="20832" y="5779"/>
                </a:lnTo>
                <a:lnTo>
                  <a:pt x="21600" y="5686"/>
                </a:lnTo>
                <a:lnTo>
                  <a:pt x="21600" y="7262"/>
                </a:lnTo>
                <a:lnTo>
                  <a:pt x="21600" y="8843"/>
                </a:lnTo>
                <a:lnTo>
                  <a:pt x="21600" y="10429"/>
                </a:lnTo>
                <a:lnTo>
                  <a:pt x="21600" y="12028"/>
                </a:lnTo>
                <a:lnTo>
                  <a:pt x="21600" y="13643"/>
                </a:lnTo>
                <a:lnTo>
                  <a:pt x="21190" y="13569"/>
                </a:lnTo>
                <a:lnTo>
                  <a:pt x="20465" y="13442"/>
                </a:lnTo>
                <a:lnTo>
                  <a:pt x="18809" y="13145"/>
                </a:lnTo>
                <a:lnTo>
                  <a:pt x="17639" y="13145"/>
                </a:lnTo>
                <a:lnTo>
                  <a:pt x="16868" y="13272"/>
                </a:lnTo>
                <a:lnTo>
                  <a:pt x="15840" y="13643"/>
                </a:lnTo>
                <a:lnTo>
                  <a:pt x="15310" y="15617"/>
                </a:lnTo>
                <a:lnTo>
                  <a:pt x="14970" y="17017"/>
                </a:lnTo>
                <a:lnTo>
                  <a:pt x="14751" y="18226"/>
                </a:lnTo>
                <a:lnTo>
                  <a:pt x="14584" y="19627"/>
                </a:lnTo>
                <a:lnTo>
                  <a:pt x="14400" y="21600"/>
                </a:lnTo>
                <a:lnTo>
                  <a:pt x="14031" y="20356"/>
                </a:lnTo>
                <a:lnTo>
                  <a:pt x="13657" y="19094"/>
                </a:lnTo>
                <a:lnTo>
                  <a:pt x="13127" y="17553"/>
                </a:lnTo>
                <a:lnTo>
                  <a:pt x="12601" y="16107"/>
                </a:lnTo>
                <a:lnTo>
                  <a:pt x="12056" y="14744"/>
                </a:lnTo>
                <a:lnTo>
                  <a:pt x="11468" y="13447"/>
                </a:lnTo>
                <a:lnTo>
                  <a:pt x="10817" y="12203"/>
                </a:lnTo>
                <a:lnTo>
                  <a:pt x="10080" y="10991"/>
                </a:lnTo>
                <a:lnTo>
                  <a:pt x="9147" y="11357"/>
                </a:lnTo>
                <a:lnTo>
                  <a:pt x="8277" y="11909"/>
                </a:lnTo>
                <a:lnTo>
                  <a:pt x="7455" y="12614"/>
                </a:lnTo>
                <a:lnTo>
                  <a:pt x="6663" y="13436"/>
                </a:lnTo>
                <a:lnTo>
                  <a:pt x="5888" y="14349"/>
                </a:lnTo>
                <a:lnTo>
                  <a:pt x="5112" y="15311"/>
                </a:lnTo>
                <a:lnTo>
                  <a:pt x="4320" y="16295"/>
                </a:lnTo>
                <a:lnTo>
                  <a:pt x="3462" y="16855"/>
                </a:lnTo>
                <a:lnTo>
                  <a:pt x="2601" y="17404"/>
                </a:lnTo>
                <a:lnTo>
                  <a:pt x="1737" y="17937"/>
                </a:lnTo>
                <a:lnTo>
                  <a:pt x="871" y="18454"/>
                </a:lnTo>
                <a:lnTo>
                  <a:pt x="0" y="18948"/>
                </a:lnTo>
                <a:lnTo>
                  <a:pt x="312" y="16906"/>
                </a:lnTo>
                <a:lnTo>
                  <a:pt x="652" y="15075"/>
                </a:lnTo>
                <a:lnTo>
                  <a:pt x="1031" y="13423"/>
                </a:lnTo>
                <a:lnTo>
                  <a:pt x="1464" y="11909"/>
                </a:lnTo>
                <a:lnTo>
                  <a:pt x="1963" y="10498"/>
                </a:lnTo>
                <a:lnTo>
                  <a:pt x="2539" y="9158"/>
                </a:lnTo>
                <a:lnTo>
                  <a:pt x="3205" y="7848"/>
                </a:lnTo>
                <a:lnTo>
                  <a:pt x="3974" y="6538"/>
                </a:lnTo>
                <a:lnTo>
                  <a:pt x="4860" y="5188"/>
                </a:lnTo>
                <a:lnTo>
                  <a:pt x="5465" y="4275"/>
                </a:lnTo>
                <a:lnTo>
                  <a:pt x="6075" y="3355"/>
                </a:lnTo>
                <a:lnTo>
                  <a:pt x="6693" y="2424"/>
                </a:lnTo>
                <a:lnTo>
                  <a:pt x="7633" y="1501"/>
                </a:lnTo>
                <a:lnTo>
                  <a:pt x="8490" y="809"/>
                </a:lnTo>
                <a:lnTo>
                  <a:pt x="9307" y="339"/>
                </a:lnTo>
                <a:lnTo>
                  <a:pt x="10122" y="72"/>
                </a:lnTo>
                <a:lnTo>
                  <a:pt x="10974" y="0"/>
                </a:lnTo>
                <a:lnTo>
                  <a:pt x="11907" y="109"/>
                </a:lnTo>
                <a:lnTo>
                  <a:pt x="12960" y="382"/>
                </a:lnTo>
                <a:close/>
              </a:path>
            </a:pathLst>
          </a:custGeom>
          <a:solidFill>
            <a:srgbClr val="393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5749" name="contour_05747"/>
          <p:cNvSpPr/>
          <p:nvPr/>
        </p:nvSpPr>
        <p:spPr>
          <a:xfrm>
            <a:off x="10964226" y="4627875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066" y="297"/>
                </a:lnTo>
                <a:lnTo>
                  <a:pt x="11493" y="594"/>
                </a:lnTo>
                <a:lnTo>
                  <a:pt x="12928" y="893"/>
                </a:lnTo>
                <a:lnTo>
                  <a:pt x="14368" y="1193"/>
                </a:lnTo>
                <a:lnTo>
                  <a:pt x="15818" y="1496"/>
                </a:lnTo>
                <a:lnTo>
                  <a:pt x="17280" y="1800"/>
                </a:lnTo>
                <a:lnTo>
                  <a:pt x="16744" y="2691"/>
                </a:lnTo>
                <a:lnTo>
                  <a:pt x="16209" y="3586"/>
                </a:lnTo>
                <a:lnTo>
                  <a:pt x="15666" y="4487"/>
                </a:lnTo>
                <a:lnTo>
                  <a:pt x="15120" y="5400"/>
                </a:lnTo>
                <a:lnTo>
                  <a:pt x="16403" y="5756"/>
                </a:lnTo>
                <a:lnTo>
                  <a:pt x="17690" y="6115"/>
                </a:lnTo>
                <a:lnTo>
                  <a:pt x="18982" y="6473"/>
                </a:lnTo>
                <a:lnTo>
                  <a:pt x="20285" y="6835"/>
                </a:lnTo>
                <a:lnTo>
                  <a:pt x="21600" y="7200"/>
                </a:lnTo>
                <a:lnTo>
                  <a:pt x="20174" y="7596"/>
                </a:lnTo>
                <a:lnTo>
                  <a:pt x="18747" y="7992"/>
                </a:lnTo>
                <a:lnTo>
                  <a:pt x="17319" y="8390"/>
                </a:lnTo>
                <a:lnTo>
                  <a:pt x="15887" y="8788"/>
                </a:lnTo>
                <a:lnTo>
                  <a:pt x="14450" y="9185"/>
                </a:lnTo>
                <a:lnTo>
                  <a:pt x="13008" y="9587"/>
                </a:lnTo>
                <a:lnTo>
                  <a:pt x="11560" y="9988"/>
                </a:lnTo>
                <a:lnTo>
                  <a:pt x="10104" y="10393"/>
                </a:lnTo>
                <a:lnTo>
                  <a:pt x="8640" y="10800"/>
                </a:lnTo>
                <a:lnTo>
                  <a:pt x="9275" y="10850"/>
                </a:lnTo>
                <a:lnTo>
                  <a:pt x="10396" y="10937"/>
                </a:lnTo>
                <a:lnTo>
                  <a:pt x="12960" y="11138"/>
                </a:lnTo>
                <a:lnTo>
                  <a:pt x="14375" y="11421"/>
                </a:lnTo>
                <a:lnTo>
                  <a:pt x="15297" y="11668"/>
                </a:lnTo>
                <a:lnTo>
                  <a:pt x="16131" y="12015"/>
                </a:lnTo>
                <a:lnTo>
                  <a:pt x="17280" y="12600"/>
                </a:lnTo>
                <a:lnTo>
                  <a:pt x="17567" y="13900"/>
                </a:lnTo>
                <a:lnTo>
                  <a:pt x="17727" y="15181"/>
                </a:lnTo>
                <a:lnTo>
                  <a:pt x="17783" y="16454"/>
                </a:lnTo>
                <a:lnTo>
                  <a:pt x="17747" y="17725"/>
                </a:lnTo>
                <a:lnTo>
                  <a:pt x="17641" y="18999"/>
                </a:lnTo>
                <a:lnTo>
                  <a:pt x="17479" y="20290"/>
                </a:lnTo>
                <a:lnTo>
                  <a:pt x="17280" y="21600"/>
                </a:lnTo>
                <a:lnTo>
                  <a:pt x="17146" y="20707"/>
                </a:lnTo>
                <a:lnTo>
                  <a:pt x="17010" y="19811"/>
                </a:lnTo>
                <a:lnTo>
                  <a:pt x="16874" y="18900"/>
                </a:lnTo>
                <a:lnTo>
                  <a:pt x="16295" y="18007"/>
                </a:lnTo>
                <a:lnTo>
                  <a:pt x="15712" y="17111"/>
                </a:lnTo>
                <a:lnTo>
                  <a:pt x="15120" y="16200"/>
                </a:lnTo>
                <a:lnTo>
                  <a:pt x="13690" y="16180"/>
                </a:lnTo>
                <a:lnTo>
                  <a:pt x="12664" y="16196"/>
                </a:lnTo>
                <a:lnTo>
                  <a:pt x="11552" y="16272"/>
                </a:lnTo>
                <a:lnTo>
                  <a:pt x="9854" y="16425"/>
                </a:lnTo>
                <a:lnTo>
                  <a:pt x="8137" y="16517"/>
                </a:lnTo>
                <a:lnTo>
                  <a:pt x="6988" y="16524"/>
                </a:lnTo>
                <a:lnTo>
                  <a:pt x="5888" y="16425"/>
                </a:lnTo>
                <a:lnTo>
                  <a:pt x="4320" y="16200"/>
                </a:lnTo>
                <a:lnTo>
                  <a:pt x="3380" y="15169"/>
                </a:lnTo>
                <a:lnTo>
                  <a:pt x="2577" y="14128"/>
                </a:lnTo>
                <a:lnTo>
                  <a:pt x="1899" y="13070"/>
                </a:lnTo>
                <a:lnTo>
                  <a:pt x="1333" y="11986"/>
                </a:lnTo>
                <a:lnTo>
                  <a:pt x="870" y="10865"/>
                </a:lnTo>
                <a:lnTo>
                  <a:pt x="501" y="9700"/>
                </a:lnTo>
                <a:lnTo>
                  <a:pt x="214" y="8482"/>
                </a:lnTo>
                <a:lnTo>
                  <a:pt x="0" y="7200"/>
                </a:lnTo>
                <a:lnTo>
                  <a:pt x="978" y="5751"/>
                </a:lnTo>
                <a:lnTo>
                  <a:pt x="1754" y="4894"/>
                </a:lnTo>
                <a:lnTo>
                  <a:pt x="2735" y="4289"/>
                </a:lnTo>
                <a:lnTo>
                  <a:pt x="4320" y="3600"/>
                </a:lnTo>
                <a:lnTo>
                  <a:pt x="5754" y="4009"/>
                </a:lnTo>
                <a:lnTo>
                  <a:pt x="6683" y="4331"/>
                </a:lnTo>
                <a:lnTo>
                  <a:pt x="7510" y="4739"/>
                </a:lnTo>
                <a:lnTo>
                  <a:pt x="8640" y="5400"/>
                </a:lnTo>
                <a:lnTo>
                  <a:pt x="8640" y="4331"/>
                </a:lnTo>
                <a:lnTo>
                  <a:pt x="8640" y="3258"/>
                </a:lnTo>
                <a:lnTo>
                  <a:pt x="8640" y="2182"/>
                </a:lnTo>
                <a:lnTo>
                  <a:pt x="8640" y="1096"/>
                </a:lnTo>
                <a:lnTo>
                  <a:pt x="8640" y="0"/>
                </a:lnTo>
                <a:close/>
              </a:path>
            </a:pathLst>
          </a:custGeom>
          <a:solidFill>
            <a:srgbClr val="757473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0" name="contour_05748"/>
          <p:cNvSpPr/>
          <p:nvPr/>
        </p:nvSpPr>
        <p:spPr>
          <a:xfrm>
            <a:off x="3755579" y="4562283"/>
            <a:ext cx="102855" cy="720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" y="0"/>
                </a:moveTo>
                <a:lnTo>
                  <a:pt x="1185" y="0"/>
                </a:lnTo>
                <a:lnTo>
                  <a:pt x="2202" y="0"/>
                </a:lnTo>
                <a:lnTo>
                  <a:pt x="3234" y="0"/>
                </a:lnTo>
                <a:lnTo>
                  <a:pt x="3234" y="1298"/>
                </a:lnTo>
                <a:lnTo>
                  <a:pt x="3234" y="2600"/>
                </a:lnTo>
                <a:lnTo>
                  <a:pt x="3234" y="3906"/>
                </a:lnTo>
                <a:lnTo>
                  <a:pt x="3234" y="5224"/>
                </a:lnTo>
                <a:lnTo>
                  <a:pt x="3234" y="6554"/>
                </a:lnTo>
                <a:lnTo>
                  <a:pt x="4143" y="6554"/>
                </a:lnTo>
                <a:lnTo>
                  <a:pt x="5055" y="6554"/>
                </a:lnTo>
                <a:lnTo>
                  <a:pt x="5970" y="6554"/>
                </a:lnTo>
                <a:lnTo>
                  <a:pt x="6893" y="6554"/>
                </a:lnTo>
                <a:lnTo>
                  <a:pt x="7825" y="6554"/>
                </a:lnTo>
                <a:lnTo>
                  <a:pt x="7825" y="7852"/>
                </a:lnTo>
                <a:lnTo>
                  <a:pt x="7825" y="9154"/>
                </a:lnTo>
                <a:lnTo>
                  <a:pt x="7825" y="10460"/>
                </a:lnTo>
                <a:lnTo>
                  <a:pt x="7825" y="11778"/>
                </a:lnTo>
                <a:lnTo>
                  <a:pt x="7825" y="13108"/>
                </a:lnTo>
                <a:lnTo>
                  <a:pt x="8693" y="12901"/>
                </a:lnTo>
                <a:lnTo>
                  <a:pt x="9566" y="12689"/>
                </a:lnTo>
                <a:lnTo>
                  <a:pt x="10450" y="12477"/>
                </a:lnTo>
                <a:lnTo>
                  <a:pt x="11301" y="12291"/>
                </a:lnTo>
                <a:lnTo>
                  <a:pt x="12152" y="12108"/>
                </a:lnTo>
                <a:lnTo>
                  <a:pt x="13002" y="11924"/>
                </a:lnTo>
                <a:lnTo>
                  <a:pt x="13853" y="11743"/>
                </a:lnTo>
                <a:lnTo>
                  <a:pt x="14711" y="11531"/>
                </a:lnTo>
                <a:lnTo>
                  <a:pt x="15582" y="11317"/>
                </a:lnTo>
                <a:lnTo>
                  <a:pt x="16415" y="11148"/>
                </a:lnTo>
                <a:lnTo>
                  <a:pt x="17064" y="11044"/>
                </a:lnTo>
                <a:lnTo>
                  <a:pt x="17746" y="10985"/>
                </a:lnTo>
                <a:lnTo>
                  <a:pt x="18677" y="10950"/>
                </a:lnTo>
                <a:lnTo>
                  <a:pt x="20069" y="10923"/>
                </a:lnTo>
                <a:lnTo>
                  <a:pt x="20754" y="12110"/>
                </a:lnTo>
                <a:lnTo>
                  <a:pt x="21139" y="12962"/>
                </a:lnTo>
                <a:lnTo>
                  <a:pt x="21375" y="13886"/>
                </a:lnTo>
                <a:lnTo>
                  <a:pt x="21600" y="15293"/>
                </a:lnTo>
                <a:lnTo>
                  <a:pt x="21415" y="16667"/>
                </a:lnTo>
                <a:lnTo>
                  <a:pt x="21193" y="17580"/>
                </a:lnTo>
                <a:lnTo>
                  <a:pt x="20792" y="18441"/>
                </a:lnTo>
                <a:lnTo>
                  <a:pt x="20069" y="19662"/>
                </a:lnTo>
                <a:lnTo>
                  <a:pt x="19062" y="20248"/>
                </a:lnTo>
                <a:lnTo>
                  <a:pt x="18075" y="20746"/>
                </a:lnTo>
                <a:lnTo>
                  <a:pt x="17096" y="21141"/>
                </a:lnTo>
                <a:lnTo>
                  <a:pt x="16118" y="21425"/>
                </a:lnTo>
                <a:lnTo>
                  <a:pt x="15132" y="21583"/>
                </a:lnTo>
                <a:lnTo>
                  <a:pt x="14130" y="21600"/>
                </a:lnTo>
                <a:lnTo>
                  <a:pt x="13100" y="21465"/>
                </a:lnTo>
                <a:lnTo>
                  <a:pt x="12034" y="21165"/>
                </a:lnTo>
                <a:lnTo>
                  <a:pt x="11748" y="20789"/>
                </a:lnTo>
                <a:lnTo>
                  <a:pt x="10886" y="19662"/>
                </a:lnTo>
                <a:lnTo>
                  <a:pt x="10886" y="18218"/>
                </a:lnTo>
                <a:lnTo>
                  <a:pt x="10886" y="16765"/>
                </a:lnTo>
                <a:lnTo>
                  <a:pt x="10886" y="15293"/>
                </a:lnTo>
                <a:lnTo>
                  <a:pt x="10109" y="15409"/>
                </a:lnTo>
                <a:lnTo>
                  <a:pt x="9321" y="15522"/>
                </a:lnTo>
                <a:lnTo>
                  <a:pt x="8285" y="15599"/>
                </a:lnTo>
                <a:lnTo>
                  <a:pt x="7271" y="15642"/>
                </a:lnTo>
                <a:lnTo>
                  <a:pt x="6270" y="15640"/>
                </a:lnTo>
                <a:lnTo>
                  <a:pt x="5273" y="15588"/>
                </a:lnTo>
                <a:lnTo>
                  <a:pt x="4262" y="15474"/>
                </a:lnTo>
                <a:lnTo>
                  <a:pt x="3234" y="15293"/>
                </a:lnTo>
                <a:lnTo>
                  <a:pt x="2409" y="14115"/>
                </a:lnTo>
                <a:lnTo>
                  <a:pt x="1726" y="12997"/>
                </a:lnTo>
                <a:lnTo>
                  <a:pt x="1174" y="11883"/>
                </a:lnTo>
                <a:lnTo>
                  <a:pt x="738" y="10716"/>
                </a:lnTo>
                <a:lnTo>
                  <a:pt x="406" y="9444"/>
                </a:lnTo>
                <a:lnTo>
                  <a:pt x="164" y="8009"/>
                </a:lnTo>
                <a:lnTo>
                  <a:pt x="0" y="6357"/>
                </a:lnTo>
                <a:lnTo>
                  <a:pt x="2" y="5084"/>
                </a:lnTo>
                <a:lnTo>
                  <a:pt x="24" y="3812"/>
                </a:lnTo>
                <a:lnTo>
                  <a:pt x="63" y="2541"/>
                </a:lnTo>
                <a:lnTo>
                  <a:pt x="113" y="1269"/>
                </a:lnTo>
                <a:lnTo>
                  <a:pt x="173" y="0"/>
                </a:lnTo>
                <a:close/>
              </a:path>
            </a:pathLst>
          </a:custGeom>
          <a:solidFill>
            <a:srgbClr val="E1D1D3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1" name="contour_05749"/>
          <p:cNvSpPr/>
          <p:nvPr/>
        </p:nvSpPr>
        <p:spPr>
          <a:xfrm>
            <a:off x="9731848" y="4552553"/>
            <a:ext cx="80875" cy="401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8" y="384"/>
                </a:moveTo>
                <a:lnTo>
                  <a:pt x="5481" y="212"/>
                </a:lnTo>
                <a:lnTo>
                  <a:pt x="6826" y="90"/>
                </a:lnTo>
                <a:lnTo>
                  <a:pt x="8171" y="24"/>
                </a:lnTo>
                <a:lnTo>
                  <a:pt x="9514" y="0"/>
                </a:lnTo>
                <a:lnTo>
                  <a:pt x="10859" y="24"/>
                </a:lnTo>
                <a:lnTo>
                  <a:pt x="12202" y="86"/>
                </a:lnTo>
                <a:lnTo>
                  <a:pt x="13545" y="184"/>
                </a:lnTo>
                <a:lnTo>
                  <a:pt x="14891" y="318"/>
                </a:lnTo>
                <a:lnTo>
                  <a:pt x="16234" y="474"/>
                </a:lnTo>
                <a:lnTo>
                  <a:pt x="17575" y="659"/>
                </a:lnTo>
                <a:lnTo>
                  <a:pt x="18918" y="863"/>
                </a:lnTo>
                <a:lnTo>
                  <a:pt x="20259" y="1082"/>
                </a:lnTo>
                <a:lnTo>
                  <a:pt x="21600" y="1313"/>
                </a:lnTo>
                <a:lnTo>
                  <a:pt x="21590" y="5168"/>
                </a:lnTo>
                <a:lnTo>
                  <a:pt x="21522" y="7677"/>
                </a:lnTo>
                <a:lnTo>
                  <a:pt x="21335" y="9375"/>
                </a:lnTo>
                <a:lnTo>
                  <a:pt x="20973" y="10802"/>
                </a:lnTo>
                <a:lnTo>
                  <a:pt x="20376" y="12492"/>
                </a:lnTo>
                <a:lnTo>
                  <a:pt x="19120" y="14444"/>
                </a:lnTo>
                <a:lnTo>
                  <a:pt x="17871" y="16111"/>
                </a:lnTo>
                <a:lnTo>
                  <a:pt x="16619" y="17514"/>
                </a:lnTo>
                <a:lnTo>
                  <a:pt x="15364" y="18671"/>
                </a:lnTo>
                <a:lnTo>
                  <a:pt x="14100" y="19608"/>
                </a:lnTo>
                <a:lnTo>
                  <a:pt x="12823" y="20337"/>
                </a:lnTo>
                <a:lnTo>
                  <a:pt x="11533" y="20882"/>
                </a:lnTo>
                <a:lnTo>
                  <a:pt x="10223" y="21263"/>
                </a:lnTo>
                <a:lnTo>
                  <a:pt x="8890" y="21494"/>
                </a:lnTo>
                <a:lnTo>
                  <a:pt x="7529" y="21600"/>
                </a:lnTo>
                <a:lnTo>
                  <a:pt x="6137" y="21600"/>
                </a:lnTo>
                <a:lnTo>
                  <a:pt x="4710" y="21510"/>
                </a:lnTo>
                <a:lnTo>
                  <a:pt x="3247" y="21357"/>
                </a:lnTo>
                <a:lnTo>
                  <a:pt x="1740" y="21153"/>
                </a:lnTo>
                <a:lnTo>
                  <a:pt x="189" y="20918"/>
                </a:lnTo>
                <a:lnTo>
                  <a:pt x="60" y="18295"/>
                </a:lnTo>
                <a:lnTo>
                  <a:pt x="0" y="15766"/>
                </a:lnTo>
                <a:lnTo>
                  <a:pt x="6" y="13288"/>
                </a:lnTo>
                <a:lnTo>
                  <a:pt x="78" y="10810"/>
                </a:lnTo>
                <a:lnTo>
                  <a:pt x="212" y="8289"/>
                </a:lnTo>
                <a:lnTo>
                  <a:pt x="409" y="5677"/>
                </a:lnTo>
                <a:lnTo>
                  <a:pt x="1438" y="3141"/>
                </a:lnTo>
                <a:lnTo>
                  <a:pt x="2170" y="1745"/>
                </a:lnTo>
                <a:lnTo>
                  <a:pt x="2953" y="992"/>
                </a:lnTo>
                <a:lnTo>
                  <a:pt x="4138" y="384"/>
                </a:lnTo>
                <a:close/>
              </a:path>
            </a:pathLst>
          </a:custGeom>
          <a:solidFill>
            <a:srgbClr val="F8F8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2" name="contour_05750"/>
          <p:cNvSpPr/>
          <p:nvPr/>
        </p:nvSpPr>
        <p:spPr>
          <a:xfrm>
            <a:off x="10876770" y="4548589"/>
            <a:ext cx="123896" cy="59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94" y="8110"/>
                </a:moveTo>
                <a:lnTo>
                  <a:pt x="20993" y="9210"/>
                </a:lnTo>
                <a:lnTo>
                  <a:pt x="21600" y="10325"/>
                </a:lnTo>
                <a:lnTo>
                  <a:pt x="21552" y="12545"/>
                </a:lnTo>
                <a:lnTo>
                  <a:pt x="21462" y="14070"/>
                </a:lnTo>
                <a:lnTo>
                  <a:pt x="21268" y="15284"/>
                </a:lnTo>
                <a:lnTo>
                  <a:pt x="20911" y="16569"/>
                </a:lnTo>
                <a:lnTo>
                  <a:pt x="20329" y="18310"/>
                </a:lnTo>
                <a:lnTo>
                  <a:pt x="19490" y="18310"/>
                </a:lnTo>
                <a:lnTo>
                  <a:pt x="18645" y="18310"/>
                </a:lnTo>
                <a:lnTo>
                  <a:pt x="17788" y="18310"/>
                </a:lnTo>
                <a:lnTo>
                  <a:pt x="17408" y="16561"/>
                </a:lnTo>
                <a:lnTo>
                  <a:pt x="17202" y="15180"/>
                </a:lnTo>
                <a:lnTo>
                  <a:pt x="16994" y="12987"/>
                </a:lnTo>
                <a:lnTo>
                  <a:pt x="16852" y="11501"/>
                </a:lnTo>
                <a:lnTo>
                  <a:pt x="16707" y="9992"/>
                </a:lnTo>
                <a:lnTo>
                  <a:pt x="16659" y="9415"/>
                </a:lnTo>
                <a:lnTo>
                  <a:pt x="16518" y="7663"/>
                </a:lnTo>
                <a:lnTo>
                  <a:pt x="15693" y="8363"/>
                </a:lnTo>
                <a:lnTo>
                  <a:pt x="14872" y="9087"/>
                </a:lnTo>
                <a:lnTo>
                  <a:pt x="14057" y="9827"/>
                </a:lnTo>
                <a:lnTo>
                  <a:pt x="13369" y="10429"/>
                </a:lnTo>
                <a:lnTo>
                  <a:pt x="12672" y="11044"/>
                </a:lnTo>
                <a:lnTo>
                  <a:pt x="11949" y="12231"/>
                </a:lnTo>
                <a:lnTo>
                  <a:pt x="11531" y="13263"/>
                </a:lnTo>
                <a:lnTo>
                  <a:pt x="11254" y="14711"/>
                </a:lnTo>
                <a:lnTo>
                  <a:pt x="10959" y="17147"/>
                </a:lnTo>
                <a:lnTo>
                  <a:pt x="10697" y="18411"/>
                </a:lnTo>
                <a:lnTo>
                  <a:pt x="10433" y="19681"/>
                </a:lnTo>
                <a:lnTo>
                  <a:pt x="10165" y="20972"/>
                </a:lnTo>
                <a:lnTo>
                  <a:pt x="9252" y="21246"/>
                </a:lnTo>
                <a:lnTo>
                  <a:pt x="8400" y="21440"/>
                </a:lnTo>
                <a:lnTo>
                  <a:pt x="7577" y="21557"/>
                </a:lnTo>
                <a:lnTo>
                  <a:pt x="6754" y="21600"/>
                </a:lnTo>
                <a:lnTo>
                  <a:pt x="5907" y="21571"/>
                </a:lnTo>
                <a:lnTo>
                  <a:pt x="5004" y="21472"/>
                </a:lnTo>
                <a:lnTo>
                  <a:pt x="4641" y="21446"/>
                </a:lnTo>
                <a:lnTo>
                  <a:pt x="3551" y="21363"/>
                </a:lnTo>
                <a:lnTo>
                  <a:pt x="2663" y="21283"/>
                </a:lnTo>
                <a:lnTo>
                  <a:pt x="1775" y="21187"/>
                </a:lnTo>
                <a:lnTo>
                  <a:pt x="887" y="21084"/>
                </a:lnTo>
                <a:lnTo>
                  <a:pt x="0" y="20972"/>
                </a:lnTo>
                <a:lnTo>
                  <a:pt x="0" y="19652"/>
                </a:lnTo>
                <a:lnTo>
                  <a:pt x="0" y="18310"/>
                </a:lnTo>
                <a:lnTo>
                  <a:pt x="839" y="18017"/>
                </a:lnTo>
                <a:lnTo>
                  <a:pt x="1677" y="17725"/>
                </a:lnTo>
                <a:lnTo>
                  <a:pt x="2518" y="17432"/>
                </a:lnTo>
                <a:lnTo>
                  <a:pt x="3361" y="17136"/>
                </a:lnTo>
                <a:lnTo>
                  <a:pt x="4206" y="16841"/>
                </a:lnTo>
                <a:lnTo>
                  <a:pt x="5054" y="16545"/>
                </a:lnTo>
                <a:lnTo>
                  <a:pt x="5906" y="16247"/>
                </a:lnTo>
                <a:lnTo>
                  <a:pt x="6762" y="15949"/>
                </a:lnTo>
                <a:lnTo>
                  <a:pt x="7624" y="15648"/>
                </a:lnTo>
                <a:lnTo>
                  <a:pt x="7597" y="14946"/>
                </a:lnTo>
                <a:lnTo>
                  <a:pt x="7564" y="14035"/>
                </a:lnTo>
                <a:lnTo>
                  <a:pt x="7500" y="12311"/>
                </a:lnTo>
                <a:lnTo>
                  <a:pt x="7386" y="9162"/>
                </a:lnTo>
                <a:lnTo>
                  <a:pt x="7390" y="6990"/>
                </a:lnTo>
                <a:lnTo>
                  <a:pt x="7415" y="5555"/>
                </a:lnTo>
                <a:lnTo>
                  <a:pt x="7486" y="4219"/>
                </a:lnTo>
                <a:lnTo>
                  <a:pt x="7624" y="2340"/>
                </a:lnTo>
                <a:lnTo>
                  <a:pt x="8485" y="1307"/>
                </a:lnTo>
                <a:lnTo>
                  <a:pt x="9354" y="591"/>
                </a:lnTo>
                <a:lnTo>
                  <a:pt x="10228" y="165"/>
                </a:lnTo>
                <a:lnTo>
                  <a:pt x="11104" y="0"/>
                </a:lnTo>
                <a:lnTo>
                  <a:pt x="11982" y="75"/>
                </a:lnTo>
                <a:lnTo>
                  <a:pt x="12858" y="359"/>
                </a:lnTo>
                <a:lnTo>
                  <a:pt x="13733" y="830"/>
                </a:lnTo>
                <a:lnTo>
                  <a:pt x="14602" y="1459"/>
                </a:lnTo>
                <a:lnTo>
                  <a:pt x="15463" y="2220"/>
                </a:lnTo>
                <a:lnTo>
                  <a:pt x="16318" y="3088"/>
                </a:lnTo>
                <a:lnTo>
                  <a:pt x="17161" y="4035"/>
                </a:lnTo>
                <a:lnTo>
                  <a:pt x="17993" y="5039"/>
                </a:lnTo>
                <a:lnTo>
                  <a:pt x="18810" y="6069"/>
                </a:lnTo>
                <a:lnTo>
                  <a:pt x="19610" y="7102"/>
                </a:lnTo>
                <a:lnTo>
                  <a:pt x="20394" y="8110"/>
                </a:lnTo>
                <a:close/>
              </a:path>
            </a:pathLst>
          </a:custGeom>
          <a:solidFill>
            <a:srgbClr val="EA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3" name="contour_05751"/>
          <p:cNvSpPr/>
          <p:nvPr/>
        </p:nvSpPr>
        <p:spPr>
          <a:xfrm>
            <a:off x="4760505" y="4503979"/>
            <a:ext cx="9638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7" y="0"/>
                </a:moveTo>
                <a:lnTo>
                  <a:pt x="1517" y="224"/>
                </a:lnTo>
                <a:lnTo>
                  <a:pt x="2643" y="459"/>
                </a:lnTo>
                <a:lnTo>
                  <a:pt x="3748" y="715"/>
                </a:lnTo>
                <a:lnTo>
                  <a:pt x="4834" y="992"/>
                </a:lnTo>
                <a:lnTo>
                  <a:pt x="5903" y="1296"/>
                </a:lnTo>
                <a:lnTo>
                  <a:pt x="6956" y="1630"/>
                </a:lnTo>
                <a:lnTo>
                  <a:pt x="7996" y="1999"/>
                </a:lnTo>
                <a:lnTo>
                  <a:pt x="9024" y="2405"/>
                </a:lnTo>
                <a:lnTo>
                  <a:pt x="10043" y="2855"/>
                </a:lnTo>
                <a:lnTo>
                  <a:pt x="11056" y="3352"/>
                </a:lnTo>
                <a:lnTo>
                  <a:pt x="12062" y="3900"/>
                </a:lnTo>
                <a:lnTo>
                  <a:pt x="13065" y="4503"/>
                </a:lnTo>
                <a:lnTo>
                  <a:pt x="14066" y="5164"/>
                </a:lnTo>
                <a:lnTo>
                  <a:pt x="15067" y="5891"/>
                </a:lnTo>
                <a:lnTo>
                  <a:pt x="15067" y="7189"/>
                </a:lnTo>
                <a:lnTo>
                  <a:pt x="15067" y="8495"/>
                </a:lnTo>
                <a:lnTo>
                  <a:pt x="15067" y="9818"/>
                </a:lnTo>
                <a:lnTo>
                  <a:pt x="16140" y="10405"/>
                </a:lnTo>
                <a:lnTo>
                  <a:pt x="16988" y="10723"/>
                </a:lnTo>
                <a:lnTo>
                  <a:pt x="18333" y="11045"/>
                </a:lnTo>
                <a:lnTo>
                  <a:pt x="19245" y="11267"/>
                </a:lnTo>
                <a:lnTo>
                  <a:pt x="20171" y="11491"/>
                </a:lnTo>
                <a:lnTo>
                  <a:pt x="20880" y="11637"/>
                </a:lnTo>
                <a:lnTo>
                  <a:pt x="21600" y="11782"/>
                </a:lnTo>
                <a:lnTo>
                  <a:pt x="20824" y="11943"/>
                </a:lnTo>
                <a:lnTo>
                  <a:pt x="20043" y="12108"/>
                </a:lnTo>
                <a:lnTo>
                  <a:pt x="19251" y="12273"/>
                </a:lnTo>
                <a:lnTo>
                  <a:pt x="17765" y="13154"/>
                </a:lnTo>
                <a:lnTo>
                  <a:pt x="16934" y="13797"/>
                </a:lnTo>
                <a:lnTo>
                  <a:pt x="16449" y="14515"/>
                </a:lnTo>
                <a:lnTo>
                  <a:pt x="16011" y="15625"/>
                </a:lnTo>
                <a:lnTo>
                  <a:pt x="15787" y="16811"/>
                </a:lnTo>
                <a:lnTo>
                  <a:pt x="15586" y="18003"/>
                </a:lnTo>
                <a:lnTo>
                  <a:pt x="15402" y="19200"/>
                </a:lnTo>
                <a:lnTo>
                  <a:pt x="15230" y="20400"/>
                </a:lnTo>
                <a:lnTo>
                  <a:pt x="15067" y="21600"/>
                </a:lnTo>
                <a:lnTo>
                  <a:pt x="14500" y="20390"/>
                </a:lnTo>
                <a:lnTo>
                  <a:pt x="13925" y="19161"/>
                </a:lnTo>
                <a:lnTo>
                  <a:pt x="13212" y="17761"/>
                </a:lnTo>
                <a:lnTo>
                  <a:pt x="12522" y="16461"/>
                </a:lnTo>
                <a:lnTo>
                  <a:pt x="11846" y="15254"/>
                </a:lnTo>
                <a:lnTo>
                  <a:pt x="11172" y="14134"/>
                </a:lnTo>
                <a:lnTo>
                  <a:pt x="10487" y="13099"/>
                </a:lnTo>
                <a:lnTo>
                  <a:pt x="9780" y="12145"/>
                </a:lnTo>
                <a:lnTo>
                  <a:pt x="9042" y="11261"/>
                </a:lnTo>
                <a:lnTo>
                  <a:pt x="8256" y="10449"/>
                </a:lnTo>
                <a:lnTo>
                  <a:pt x="7415" y="9700"/>
                </a:lnTo>
                <a:lnTo>
                  <a:pt x="6507" y="9011"/>
                </a:lnTo>
                <a:lnTo>
                  <a:pt x="5517" y="8375"/>
                </a:lnTo>
                <a:lnTo>
                  <a:pt x="4438" y="7788"/>
                </a:lnTo>
                <a:lnTo>
                  <a:pt x="3255" y="7246"/>
                </a:lnTo>
                <a:lnTo>
                  <a:pt x="1957" y="6743"/>
                </a:lnTo>
                <a:lnTo>
                  <a:pt x="1168" y="6319"/>
                </a:lnTo>
                <a:lnTo>
                  <a:pt x="367" y="5891"/>
                </a:lnTo>
                <a:lnTo>
                  <a:pt x="122" y="4312"/>
                </a:lnTo>
                <a:lnTo>
                  <a:pt x="0" y="3216"/>
                </a:lnTo>
                <a:lnTo>
                  <a:pt x="0" y="2321"/>
                </a:lnTo>
                <a:lnTo>
                  <a:pt x="122" y="1343"/>
                </a:lnTo>
                <a:lnTo>
                  <a:pt x="367" y="0"/>
                </a:lnTo>
                <a:close/>
              </a:path>
            </a:pathLst>
          </a:custGeom>
          <a:solidFill>
            <a:srgbClr val="423E37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4" name="contour_05752"/>
          <p:cNvSpPr/>
          <p:nvPr/>
        </p:nvSpPr>
        <p:spPr>
          <a:xfrm>
            <a:off x="1008830" y="4518555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9" y="580"/>
                </a:lnTo>
                <a:lnTo>
                  <a:pt x="7690" y="1031"/>
                </a:lnTo>
                <a:lnTo>
                  <a:pt x="8510" y="1500"/>
                </a:lnTo>
                <a:lnTo>
                  <a:pt x="9461" y="2135"/>
                </a:lnTo>
                <a:lnTo>
                  <a:pt x="10800" y="3086"/>
                </a:lnTo>
                <a:lnTo>
                  <a:pt x="10800" y="5125"/>
                </a:lnTo>
                <a:lnTo>
                  <a:pt x="10800" y="7177"/>
                </a:lnTo>
                <a:lnTo>
                  <a:pt x="10800" y="9257"/>
                </a:lnTo>
                <a:lnTo>
                  <a:pt x="11579" y="8621"/>
                </a:lnTo>
                <a:lnTo>
                  <a:pt x="12366" y="7977"/>
                </a:lnTo>
                <a:lnTo>
                  <a:pt x="13162" y="7329"/>
                </a:lnTo>
                <a:lnTo>
                  <a:pt x="14668" y="6789"/>
                </a:lnTo>
                <a:lnTo>
                  <a:pt x="15737" y="6607"/>
                </a:lnTo>
                <a:lnTo>
                  <a:pt x="16663" y="6872"/>
                </a:lnTo>
                <a:lnTo>
                  <a:pt x="17732" y="7662"/>
                </a:lnTo>
                <a:lnTo>
                  <a:pt x="19238" y="9066"/>
                </a:lnTo>
                <a:lnTo>
                  <a:pt x="20018" y="10149"/>
                </a:lnTo>
                <a:lnTo>
                  <a:pt x="20804" y="11238"/>
                </a:lnTo>
                <a:lnTo>
                  <a:pt x="21600" y="12343"/>
                </a:lnTo>
                <a:lnTo>
                  <a:pt x="21211" y="14129"/>
                </a:lnTo>
                <a:lnTo>
                  <a:pt x="20893" y="15370"/>
                </a:lnTo>
                <a:lnTo>
                  <a:pt x="20479" y="16638"/>
                </a:lnTo>
                <a:lnTo>
                  <a:pt x="19800" y="18514"/>
                </a:lnTo>
                <a:lnTo>
                  <a:pt x="18691" y="19088"/>
                </a:lnTo>
                <a:lnTo>
                  <a:pt x="17894" y="19412"/>
                </a:lnTo>
                <a:lnTo>
                  <a:pt x="17021" y="19607"/>
                </a:lnTo>
                <a:lnTo>
                  <a:pt x="15687" y="19792"/>
                </a:lnTo>
                <a:lnTo>
                  <a:pt x="14474" y="19971"/>
                </a:lnTo>
                <a:lnTo>
                  <a:pt x="13243" y="20153"/>
                </a:lnTo>
                <a:lnTo>
                  <a:pt x="11975" y="20298"/>
                </a:lnTo>
                <a:lnTo>
                  <a:pt x="10688" y="20443"/>
                </a:lnTo>
                <a:lnTo>
                  <a:pt x="9837" y="20563"/>
                </a:lnTo>
                <a:lnTo>
                  <a:pt x="8980" y="20684"/>
                </a:lnTo>
                <a:lnTo>
                  <a:pt x="8111" y="20804"/>
                </a:lnTo>
                <a:lnTo>
                  <a:pt x="6849" y="20977"/>
                </a:lnTo>
                <a:lnTo>
                  <a:pt x="5587" y="21140"/>
                </a:lnTo>
                <a:lnTo>
                  <a:pt x="4325" y="21298"/>
                </a:lnTo>
                <a:lnTo>
                  <a:pt x="3062" y="21449"/>
                </a:lnTo>
                <a:lnTo>
                  <a:pt x="1800" y="21600"/>
                </a:lnTo>
                <a:lnTo>
                  <a:pt x="1577" y="19690"/>
                </a:lnTo>
                <a:lnTo>
                  <a:pt x="1354" y="17780"/>
                </a:lnTo>
                <a:lnTo>
                  <a:pt x="1130" y="15864"/>
                </a:lnTo>
                <a:lnTo>
                  <a:pt x="907" y="13944"/>
                </a:lnTo>
                <a:lnTo>
                  <a:pt x="682" y="12016"/>
                </a:lnTo>
                <a:lnTo>
                  <a:pt x="455" y="10078"/>
                </a:lnTo>
                <a:lnTo>
                  <a:pt x="229" y="8131"/>
                </a:lnTo>
                <a:lnTo>
                  <a:pt x="0" y="6171"/>
                </a:lnTo>
                <a:lnTo>
                  <a:pt x="1069" y="6171"/>
                </a:lnTo>
                <a:lnTo>
                  <a:pt x="2142" y="6171"/>
                </a:lnTo>
                <a:lnTo>
                  <a:pt x="3218" y="6171"/>
                </a:lnTo>
                <a:lnTo>
                  <a:pt x="4304" y="6171"/>
                </a:lnTo>
                <a:lnTo>
                  <a:pt x="5400" y="6171"/>
                </a:lnTo>
                <a:lnTo>
                  <a:pt x="5400" y="4132"/>
                </a:lnTo>
                <a:lnTo>
                  <a:pt x="5400" y="2080"/>
                </a:lnTo>
                <a:lnTo>
                  <a:pt x="5400" y="0"/>
                </a:lnTo>
                <a:close/>
              </a:path>
            </a:pathLst>
          </a:custGeom>
          <a:solidFill>
            <a:srgbClr val="EBF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5" name="contour_05753"/>
          <p:cNvSpPr/>
          <p:nvPr/>
        </p:nvSpPr>
        <p:spPr>
          <a:xfrm>
            <a:off x="6861575" y="4452365"/>
            <a:ext cx="63952" cy="58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95" y="0"/>
                </a:moveTo>
                <a:lnTo>
                  <a:pt x="8443" y="524"/>
                </a:lnTo>
                <a:lnTo>
                  <a:pt x="10752" y="973"/>
                </a:lnTo>
                <a:lnTo>
                  <a:pt x="12610" y="1384"/>
                </a:lnTo>
                <a:lnTo>
                  <a:pt x="14110" y="1793"/>
                </a:lnTo>
                <a:lnTo>
                  <a:pt x="15340" y="2242"/>
                </a:lnTo>
                <a:lnTo>
                  <a:pt x="16391" y="2766"/>
                </a:lnTo>
                <a:lnTo>
                  <a:pt x="17354" y="3405"/>
                </a:lnTo>
                <a:lnTo>
                  <a:pt x="18316" y="4199"/>
                </a:lnTo>
                <a:lnTo>
                  <a:pt x="19370" y="5185"/>
                </a:lnTo>
                <a:lnTo>
                  <a:pt x="20606" y="6401"/>
                </a:lnTo>
                <a:lnTo>
                  <a:pt x="21179" y="8568"/>
                </a:lnTo>
                <a:lnTo>
                  <a:pt x="21504" y="10517"/>
                </a:lnTo>
                <a:lnTo>
                  <a:pt x="21600" y="12313"/>
                </a:lnTo>
                <a:lnTo>
                  <a:pt x="21494" y="14031"/>
                </a:lnTo>
                <a:lnTo>
                  <a:pt x="21211" y="15750"/>
                </a:lnTo>
                <a:lnTo>
                  <a:pt x="20773" y="17532"/>
                </a:lnTo>
                <a:lnTo>
                  <a:pt x="20204" y="19459"/>
                </a:lnTo>
                <a:lnTo>
                  <a:pt x="19527" y="21600"/>
                </a:lnTo>
                <a:lnTo>
                  <a:pt x="19527" y="20012"/>
                </a:lnTo>
                <a:lnTo>
                  <a:pt x="19527" y="18420"/>
                </a:lnTo>
                <a:lnTo>
                  <a:pt x="19527" y="16819"/>
                </a:lnTo>
                <a:lnTo>
                  <a:pt x="19527" y="15210"/>
                </a:lnTo>
                <a:lnTo>
                  <a:pt x="19527" y="13582"/>
                </a:lnTo>
                <a:lnTo>
                  <a:pt x="17883" y="13898"/>
                </a:lnTo>
                <a:lnTo>
                  <a:pt x="16241" y="14232"/>
                </a:lnTo>
                <a:lnTo>
                  <a:pt x="14604" y="14584"/>
                </a:lnTo>
                <a:lnTo>
                  <a:pt x="13231" y="14865"/>
                </a:lnTo>
                <a:lnTo>
                  <a:pt x="11835" y="15148"/>
                </a:lnTo>
                <a:lnTo>
                  <a:pt x="11298" y="15424"/>
                </a:lnTo>
                <a:lnTo>
                  <a:pt x="9681" y="16255"/>
                </a:lnTo>
                <a:lnTo>
                  <a:pt x="9681" y="18021"/>
                </a:lnTo>
                <a:lnTo>
                  <a:pt x="9681" y="19799"/>
                </a:lnTo>
                <a:lnTo>
                  <a:pt x="9681" y="21600"/>
                </a:lnTo>
                <a:lnTo>
                  <a:pt x="8054" y="21600"/>
                </a:lnTo>
                <a:lnTo>
                  <a:pt x="6417" y="21600"/>
                </a:lnTo>
                <a:lnTo>
                  <a:pt x="4758" y="21600"/>
                </a:lnTo>
                <a:lnTo>
                  <a:pt x="3946" y="19946"/>
                </a:lnTo>
                <a:lnTo>
                  <a:pt x="3387" y="18719"/>
                </a:lnTo>
                <a:lnTo>
                  <a:pt x="2942" y="17551"/>
                </a:lnTo>
                <a:lnTo>
                  <a:pt x="2471" y="16073"/>
                </a:lnTo>
                <a:lnTo>
                  <a:pt x="1836" y="13916"/>
                </a:lnTo>
                <a:lnTo>
                  <a:pt x="1393" y="12489"/>
                </a:lnTo>
                <a:lnTo>
                  <a:pt x="948" y="11051"/>
                </a:lnTo>
                <a:lnTo>
                  <a:pt x="500" y="9595"/>
                </a:lnTo>
                <a:lnTo>
                  <a:pt x="126" y="7213"/>
                </a:lnTo>
                <a:lnTo>
                  <a:pt x="0" y="5666"/>
                </a:lnTo>
                <a:lnTo>
                  <a:pt x="121" y="4265"/>
                </a:lnTo>
                <a:lnTo>
                  <a:pt x="490" y="2339"/>
                </a:lnTo>
                <a:lnTo>
                  <a:pt x="1585" y="1109"/>
                </a:lnTo>
                <a:lnTo>
                  <a:pt x="2484" y="457"/>
                </a:lnTo>
                <a:lnTo>
                  <a:pt x="3660" y="160"/>
                </a:lnTo>
                <a:lnTo>
                  <a:pt x="5595" y="0"/>
                </a:lnTo>
                <a:close/>
              </a:path>
            </a:pathLst>
          </a:custGeom>
          <a:solidFill>
            <a:srgbClr val="DAC689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6" name="contour_05754"/>
          <p:cNvSpPr/>
          <p:nvPr/>
        </p:nvSpPr>
        <p:spPr>
          <a:xfrm>
            <a:off x="10191699" y="4423811"/>
            <a:ext cx="8115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99" y="0"/>
                </a:moveTo>
                <a:lnTo>
                  <a:pt x="9699" y="1426"/>
                </a:lnTo>
                <a:lnTo>
                  <a:pt x="9699" y="2856"/>
                </a:lnTo>
                <a:lnTo>
                  <a:pt x="9699" y="4291"/>
                </a:lnTo>
                <a:lnTo>
                  <a:pt x="9699" y="5738"/>
                </a:lnTo>
                <a:lnTo>
                  <a:pt x="9699" y="7200"/>
                </a:lnTo>
                <a:lnTo>
                  <a:pt x="10851" y="7200"/>
                </a:lnTo>
                <a:lnTo>
                  <a:pt x="12008" y="7200"/>
                </a:lnTo>
                <a:lnTo>
                  <a:pt x="13168" y="7200"/>
                </a:lnTo>
                <a:lnTo>
                  <a:pt x="14337" y="7200"/>
                </a:lnTo>
                <a:lnTo>
                  <a:pt x="15519" y="7200"/>
                </a:lnTo>
                <a:lnTo>
                  <a:pt x="15519" y="8786"/>
                </a:lnTo>
                <a:lnTo>
                  <a:pt x="15519" y="10382"/>
                </a:lnTo>
                <a:lnTo>
                  <a:pt x="15519" y="12000"/>
                </a:lnTo>
                <a:lnTo>
                  <a:pt x="16481" y="12346"/>
                </a:lnTo>
                <a:lnTo>
                  <a:pt x="17447" y="12696"/>
                </a:lnTo>
                <a:lnTo>
                  <a:pt x="18428" y="13051"/>
                </a:lnTo>
                <a:lnTo>
                  <a:pt x="19391" y="13495"/>
                </a:lnTo>
                <a:lnTo>
                  <a:pt x="20357" y="13946"/>
                </a:lnTo>
                <a:lnTo>
                  <a:pt x="21338" y="14400"/>
                </a:lnTo>
                <a:lnTo>
                  <a:pt x="21513" y="16258"/>
                </a:lnTo>
                <a:lnTo>
                  <a:pt x="21600" y="17561"/>
                </a:lnTo>
                <a:lnTo>
                  <a:pt x="21600" y="18655"/>
                </a:lnTo>
                <a:lnTo>
                  <a:pt x="21513" y="19886"/>
                </a:lnTo>
                <a:lnTo>
                  <a:pt x="21338" y="21600"/>
                </a:lnTo>
                <a:lnTo>
                  <a:pt x="20186" y="21600"/>
                </a:lnTo>
                <a:lnTo>
                  <a:pt x="19030" y="21600"/>
                </a:lnTo>
                <a:lnTo>
                  <a:pt x="17870" y="21600"/>
                </a:lnTo>
                <a:lnTo>
                  <a:pt x="16700" y="21600"/>
                </a:lnTo>
                <a:lnTo>
                  <a:pt x="15519" y="21600"/>
                </a:lnTo>
                <a:lnTo>
                  <a:pt x="15519" y="20014"/>
                </a:lnTo>
                <a:lnTo>
                  <a:pt x="15519" y="18418"/>
                </a:lnTo>
                <a:lnTo>
                  <a:pt x="15519" y="16800"/>
                </a:lnTo>
                <a:lnTo>
                  <a:pt x="14568" y="17052"/>
                </a:lnTo>
                <a:lnTo>
                  <a:pt x="13602" y="17306"/>
                </a:lnTo>
                <a:lnTo>
                  <a:pt x="12200" y="17501"/>
                </a:lnTo>
                <a:lnTo>
                  <a:pt x="10910" y="17614"/>
                </a:lnTo>
                <a:lnTo>
                  <a:pt x="9676" y="17626"/>
                </a:lnTo>
                <a:lnTo>
                  <a:pt x="8452" y="17508"/>
                </a:lnTo>
                <a:lnTo>
                  <a:pt x="7183" y="17242"/>
                </a:lnTo>
                <a:lnTo>
                  <a:pt x="5819" y="16800"/>
                </a:lnTo>
                <a:lnTo>
                  <a:pt x="5045" y="15458"/>
                </a:lnTo>
                <a:lnTo>
                  <a:pt x="4330" y="14095"/>
                </a:lnTo>
                <a:lnTo>
                  <a:pt x="3666" y="12713"/>
                </a:lnTo>
                <a:lnTo>
                  <a:pt x="3051" y="11306"/>
                </a:lnTo>
                <a:lnTo>
                  <a:pt x="2477" y="9881"/>
                </a:lnTo>
                <a:lnTo>
                  <a:pt x="1938" y="8431"/>
                </a:lnTo>
                <a:lnTo>
                  <a:pt x="1426" y="6960"/>
                </a:lnTo>
                <a:lnTo>
                  <a:pt x="937" y="5465"/>
                </a:lnTo>
                <a:lnTo>
                  <a:pt x="464" y="3946"/>
                </a:lnTo>
                <a:lnTo>
                  <a:pt x="0" y="2400"/>
                </a:lnTo>
                <a:lnTo>
                  <a:pt x="1269" y="1843"/>
                </a:lnTo>
                <a:lnTo>
                  <a:pt x="2464" y="1358"/>
                </a:lnTo>
                <a:lnTo>
                  <a:pt x="3614" y="946"/>
                </a:lnTo>
                <a:lnTo>
                  <a:pt x="4747" y="607"/>
                </a:lnTo>
                <a:lnTo>
                  <a:pt x="5891" y="343"/>
                </a:lnTo>
                <a:lnTo>
                  <a:pt x="7080" y="154"/>
                </a:lnTo>
                <a:lnTo>
                  <a:pt x="8339" y="38"/>
                </a:lnTo>
                <a:lnTo>
                  <a:pt x="9699" y="0"/>
                </a:lnTo>
                <a:close/>
              </a:path>
            </a:pathLst>
          </a:custGeom>
          <a:solidFill>
            <a:srgbClr val="FC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7" name="contour_05755"/>
          <p:cNvSpPr/>
          <p:nvPr/>
        </p:nvSpPr>
        <p:spPr>
          <a:xfrm>
            <a:off x="4113514" y="4423811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393" y="343"/>
                </a:lnTo>
                <a:lnTo>
                  <a:pt x="4625" y="691"/>
                </a:lnTo>
                <a:lnTo>
                  <a:pt x="5856" y="1044"/>
                </a:lnTo>
                <a:lnTo>
                  <a:pt x="7085" y="1404"/>
                </a:lnTo>
                <a:lnTo>
                  <a:pt x="8312" y="1771"/>
                </a:lnTo>
                <a:lnTo>
                  <a:pt x="9789" y="2136"/>
                </a:lnTo>
                <a:lnTo>
                  <a:pt x="10791" y="2335"/>
                </a:lnTo>
                <a:lnTo>
                  <a:pt x="11783" y="2434"/>
                </a:lnTo>
                <a:lnTo>
                  <a:pt x="13221" y="2503"/>
                </a:lnTo>
                <a:lnTo>
                  <a:pt x="14707" y="2647"/>
                </a:lnTo>
                <a:lnTo>
                  <a:pt x="15967" y="2861"/>
                </a:lnTo>
                <a:lnTo>
                  <a:pt x="17105" y="3233"/>
                </a:lnTo>
                <a:lnTo>
                  <a:pt x="18228" y="3850"/>
                </a:lnTo>
                <a:lnTo>
                  <a:pt x="19440" y="4800"/>
                </a:lnTo>
                <a:lnTo>
                  <a:pt x="19846" y="6463"/>
                </a:lnTo>
                <a:lnTo>
                  <a:pt x="20198" y="8126"/>
                </a:lnTo>
                <a:lnTo>
                  <a:pt x="20498" y="9787"/>
                </a:lnTo>
                <a:lnTo>
                  <a:pt x="20751" y="11453"/>
                </a:lnTo>
                <a:lnTo>
                  <a:pt x="20965" y="13121"/>
                </a:lnTo>
                <a:lnTo>
                  <a:pt x="21142" y="14796"/>
                </a:lnTo>
                <a:lnTo>
                  <a:pt x="21289" y="16481"/>
                </a:lnTo>
                <a:lnTo>
                  <a:pt x="21412" y="18175"/>
                </a:lnTo>
                <a:lnTo>
                  <a:pt x="21514" y="19879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0" y="21600"/>
                </a:lnTo>
                <a:lnTo>
                  <a:pt x="15470" y="21600"/>
                </a:lnTo>
                <a:lnTo>
                  <a:pt x="13923" y="21600"/>
                </a:lnTo>
                <a:lnTo>
                  <a:pt x="12368" y="21600"/>
                </a:lnTo>
                <a:lnTo>
                  <a:pt x="10800" y="21600"/>
                </a:lnTo>
                <a:lnTo>
                  <a:pt x="11720" y="19567"/>
                </a:lnTo>
                <a:lnTo>
                  <a:pt x="12401" y="18134"/>
                </a:lnTo>
                <a:lnTo>
                  <a:pt x="12960" y="17100"/>
                </a:lnTo>
                <a:lnTo>
                  <a:pt x="13519" y="16267"/>
                </a:lnTo>
                <a:lnTo>
                  <a:pt x="14200" y="15434"/>
                </a:lnTo>
                <a:lnTo>
                  <a:pt x="15120" y="14400"/>
                </a:lnTo>
                <a:lnTo>
                  <a:pt x="13759" y="13968"/>
                </a:lnTo>
                <a:lnTo>
                  <a:pt x="12398" y="13536"/>
                </a:lnTo>
                <a:lnTo>
                  <a:pt x="11035" y="13104"/>
                </a:lnTo>
                <a:lnTo>
                  <a:pt x="9670" y="12670"/>
                </a:lnTo>
                <a:lnTo>
                  <a:pt x="8301" y="12235"/>
                </a:lnTo>
                <a:lnTo>
                  <a:pt x="6931" y="11801"/>
                </a:lnTo>
                <a:lnTo>
                  <a:pt x="5556" y="11364"/>
                </a:lnTo>
                <a:lnTo>
                  <a:pt x="4175" y="10925"/>
                </a:lnTo>
                <a:lnTo>
                  <a:pt x="2791" y="10486"/>
                </a:lnTo>
                <a:lnTo>
                  <a:pt x="1398" y="10044"/>
                </a:lnTo>
                <a:lnTo>
                  <a:pt x="0" y="9600"/>
                </a:lnTo>
                <a:lnTo>
                  <a:pt x="356" y="8016"/>
                </a:lnTo>
                <a:lnTo>
                  <a:pt x="713" y="6430"/>
                </a:lnTo>
                <a:lnTo>
                  <a:pt x="1071" y="4836"/>
                </a:lnTo>
                <a:lnTo>
                  <a:pt x="1432" y="3235"/>
                </a:lnTo>
                <a:lnTo>
                  <a:pt x="1795" y="1625"/>
                </a:lnTo>
                <a:lnTo>
                  <a:pt x="2160" y="0"/>
                </a:lnTo>
                <a:close/>
              </a:path>
            </a:pathLst>
          </a:custGeom>
          <a:solidFill>
            <a:srgbClr val="EC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8" name="contour_05756"/>
          <p:cNvSpPr/>
          <p:nvPr/>
        </p:nvSpPr>
        <p:spPr>
          <a:xfrm>
            <a:off x="5111969" y="4395359"/>
            <a:ext cx="109320" cy="64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1587"/>
                </a:moveTo>
                <a:lnTo>
                  <a:pt x="9400" y="2732"/>
                </a:lnTo>
                <a:lnTo>
                  <a:pt x="9687" y="3682"/>
                </a:lnTo>
                <a:lnTo>
                  <a:pt x="9878" y="4626"/>
                </a:lnTo>
                <a:lnTo>
                  <a:pt x="9995" y="5737"/>
                </a:lnTo>
                <a:lnTo>
                  <a:pt x="10056" y="7200"/>
                </a:lnTo>
                <a:lnTo>
                  <a:pt x="10077" y="9194"/>
                </a:lnTo>
                <a:lnTo>
                  <a:pt x="10080" y="11896"/>
                </a:lnTo>
                <a:lnTo>
                  <a:pt x="11030" y="12098"/>
                </a:lnTo>
                <a:lnTo>
                  <a:pt x="11981" y="12297"/>
                </a:lnTo>
                <a:lnTo>
                  <a:pt x="12933" y="12498"/>
                </a:lnTo>
                <a:lnTo>
                  <a:pt x="13886" y="12697"/>
                </a:lnTo>
                <a:lnTo>
                  <a:pt x="14841" y="12898"/>
                </a:lnTo>
                <a:lnTo>
                  <a:pt x="15797" y="13100"/>
                </a:lnTo>
                <a:lnTo>
                  <a:pt x="16756" y="13301"/>
                </a:lnTo>
                <a:lnTo>
                  <a:pt x="17718" y="13505"/>
                </a:lnTo>
                <a:lnTo>
                  <a:pt x="18683" y="13709"/>
                </a:lnTo>
                <a:lnTo>
                  <a:pt x="19650" y="13912"/>
                </a:lnTo>
                <a:lnTo>
                  <a:pt x="20624" y="14116"/>
                </a:lnTo>
                <a:lnTo>
                  <a:pt x="21600" y="14322"/>
                </a:lnTo>
                <a:lnTo>
                  <a:pt x="21600" y="15926"/>
                </a:lnTo>
                <a:lnTo>
                  <a:pt x="21600" y="17539"/>
                </a:lnTo>
                <a:lnTo>
                  <a:pt x="21600" y="19174"/>
                </a:lnTo>
                <a:lnTo>
                  <a:pt x="20650" y="19334"/>
                </a:lnTo>
                <a:lnTo>
                  <a:pt x="19699" y="19494"/>
                </a:lnTo>
                <a:lnTo>
                  <a:pt x="18747" y="19654"/>
                </a:lnTo>
                <a:lnTo>
                  <a:pt x="17796" y="19815"/>
                </a:lnTo>
                <a:lnTo>
                  <a:pt x="16842" y="19975"/>
                </a:lnTo>
                <a:lnTo>
                  <a:pt x="15889" y="20137"/>
                </a:lnTo>
                <a:lnTo>
                  <a:pt x="14933" y="20297"/>
                </a:lnTo>
                <a:lnTo>
                  <a:pt x="13975" y="20460"/>
                </a:lnTo>
                <a:lnTo>
                  <a:pt x="13015" y="20620"/>
                </a:lnTo>
                <a:lnTo>
                  <a:pt x="12053" y="20782"/>
                </a:lnTo>
                <a:lnTo>
                  <a:pt x="11089" y="20945"/>
                </a:lnTo>
                <a:lnTo>
                  <a:pt x="10122" y="21108"/>
                </a:lnTo>
                <a:lnTo>
                  <a:pt x="9151" y="21273"/>
                </a:lnTo>
                <a:lnTo>
                  <a:pt x="8178" y="21435"/>
                </a:lnTo>
                <a:lnTo>
                  <a:pt x="7200" y="21600"/>
                </a:lnTo>
                <a:lnTo>
                  <a:pt x="7057" y="19919"/>
                </a:lnTo>
                <a:lnTo>
                  <a:pt x="6915" y="18235"/>
                </a:lnTo>
                <a:lnTo>
                  <a:pt x="6772" y="16552"/>
                </a:lnTo>
                <a:lnTo>
                  <a:pt x="6628" y="14866"/>
                </a:lnTo>
                <a:lnTo>
                  <a:pt x="6486" y="13173"/>
                </a:lnTo>
                <a:lnTo>
                  <a:pt x="6342" y="11477"/>
                </a:lnTo>
                <a:lnTo>
                  <a:pt x="6198" y="9774"/>
                </a:lnTo>
                <a:lnTo>
                  <a:pt x="6052" y="8064"/>
                </a:lnTo>
                <a:lnTo>
                  <a:pt x="5907" y="6346"/>
                </a:lnTo>
                <a:lnTo>
                  <a:pt x="5760" y="4619"/>
                </a:lnTo>
                <a:lnTo>
                  <a:pt x="4808" y="4619"/>
                </a:lnTo>
                <a:lnTo>
                  <a:pt x="3851" y="4619"/>
                </a:lnTo>
                <a:lnTo>
                  <a:pt x="2880" y="4619"/>
                </a:lnTo>
                <a:lnTo>
                  <a:pt x="2880" y="6222"/>
                </a:lnTo>
                <a:lnTo>
                  <a:pt x="2880" y="7836"/>
                </a:lnTo>
                <a:lnTo>
                  <a:pt x="2880" y="9471"/>
                </a:lnTo>
                <a:lnTo>
                  <a:pt x="2167" y="8869"/>
                </a:lnTo>
                <a:lnTo>
                  <a:pt x="1452" y="8267"/>
                </a:lnTo>
                <a:lnTo>
                  <a:pt x="730" y="7658"/>
                </a:lnTo>
                <a:lnTo>
                  <a:pt x="0" y="7045"/>
                </a:lnTo>
                <a:lnTo>
                  <a:pt x="225" y="5689"/>
                </a:lnTo>
                <a:lnTo>
                  <a:pt x="449" y="4733"/>
                </a:lnTo>
                <a:lnTo>
                  <a:pt x="809" y="3719"/>
                </a:lnTo>
                <a:lnTo>
                  <a:pt x="1440" y="2193"/>
                </a:lnTo>
                <a:lnTo>
                  <a:pt x="2445" y="1417"/>
                </a:lnTo>
                <a:lnTo>
                  <a:pt x="3404" y="779"/>
                </a:lnTo>
                <a:lnTo>
                  <a:pt x="4333" y="308"/>
                </a:lnTo>
                <a:lnTo>
                  <a:pt x="5244" y="36"/>
                </a:lnTo>
                <a:lnTo>
                  <a:pt x="6153" y="0"/>
                </a:lnTo>
                <a:lnTo>
                  <a:pt x="7073" y="223"/>
                </a:lnTo>
                <a:lnTo>
                  <a:pt x="8016" y="742"/>
                </a:lnTo>
                <a:lnTo>
                  <a:pt x="9000" y="1587"/>
                </a:lnTo>
                <a:close/>
              </a:path>
            </a:pathLst>
          </a:custGeom>
          <a:solidFill>
            <a:srgbClr val="444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5759" name="contour_05757"/>
          <p:cNvSpPr/>
          <p:nvPr/>
        </p:nvSpPr>
        <p:spPr>
          <a:xfrm>
            <a:off x="9971638" y="4398871"/>
            <a:ext cx="67013" cy="54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22" y="58"/>
                </a:moveTo>
                <a:lnTo>
                  <a:pt x="17954" y="786"/>
                </a:lnTo>
                <a:lnTo>
                  <a:pt x="19039" y="1490"/>
                </a:lnTo>
                <a:lnTo>
                  <a:pt x="19810" y="2584"/>
                </a:lnTo>
                <a:lnTo>
                  <a:pt x="20691" y="4491"/>
                </a:lnTo>
                <a:lnTo>
                  <a:pt x="20959" y="6382"/>
                </a:lnTo>
                <a:lnTo>
                  <a:pt x="21182" y="8251"/>
                </a:lnTo>
                <a:lnTo>
                  <a:pt x="21356" y="10110"/>
                </a:lnTo>
                <a:lnTo>
                  <a:pt x="21485" y="11976"/>
                </a:lnTo>
                <a:lnTo>
                  <a:pt x="21565" y="13859"/>
                </a:lnTo>
                <a:lnTo>
                  <a:pt x="21600" y="15779"/>
                </a:lnTo>
                <a:lnTo>
                  <a:pt x="20047" y="15779"/>
                </a:lnTo>
                <a:lnTo>
                  <a:pt x="18485" y="15779"/>
                </a:lnTo>
                <a:lnTo>
                  <a:pt x="16902" y="15779"/>
                </a:lnTo>
                <a:lnTo>
                  <a:pt x="16040" y="17505"/>
                </a:lnTo>
                <a:lnTo>
                  <a:pt x="15506" y="18690"/>
                </a:lnTo>
                <a:lnTo>
                  <a:pt x="15086" y="19871"/>
                </a:lnTo>
                <a:lnTo>
                  <a:pt x="14553" y="21600"/>
                </a:lnTo>
                <a:lnTo>
                  <a:pt x="14553" y="19676"/>
                </a:lnTo>
                <a:lnTo>
                  <a:pt x="14553" y="17741"/>
                </a:lnTo>
                <a:lnTo>
                  <a:pt x="14553" y="15779"/>
                </a:lnTo>
                <a:lnTo>
                  <a:pt x="13122" y="15669"/>
                </a:lnTo>
                <a:lnTo>
                  <a:pt x="11689" y="15573"/>
                </a:lnTo>
                <a:lnTo>
                  <a:pt x="10259" y="15491"/>
                </a:lnTo>
                <a:lnTo>
                  <a:pt x="8828" y="15416"/>
                </a:lnTo>
                <a:lnTo>
                  <a:pt x="8025" y="15366"/>
                </a:lnTo>
                <a:lnTo>
                  <a:pt x="5605" y="15212"/>
                </a:lnTo>
                <a:lnTo>
                  <a:pt x="4217" y="15491"/>
                </a:lnTo>
                <a:lnTo>
                  <a:pt x="2807" y="15779"/>
                </a:lnTo>
                <a:lnTo>
                  <a:pt x="1898" y="17520"/>
                </a:lnTo>
                <a:lnTo>
                  <a:pt x="1351" y="18707"/>
                </a:lnTo>
                <a:lnTo>
                  <a:pt x="944" y="19883"/>
                </a:lnTo>
                <a:lnTo>
                  <a:pt x="458" y="21600"/>
                </a:lnTo>
                <a:lnTo>
                  <a:pt x="369" y="19871"/>
                </a:lnTo>
                <a:lnTo>
                  <a:pt x="291" y="18146"/>
                </a:lnTo>
                <a:lnTo>
                  <a:pt x="223" y="16417"/>
                </a:lnTo>
                <a:lnTo>
                  <a:pt x="164" y="14688"/>
                </a:lnTo>
                <a:lnTo>
                  <a:pt x="82" y="12759"/>
                </a:lnTo>
                <a:lnTo>
                  <a:pt x="0" y="10800"/>
                </a:lnTo>
                <a:lnTo>
                  <a:pt x="294" y="8579"/>
                </a:lnTo>
                <a:lnTo>
                  <a:pt x="641" y="7104"/>
                </a:lnTo>
                <a:lnTo>
                  <a:pt x="1259" y="5713"/>
                </a:lnTo>
                <a:lnTo>
                  <a:pt x="2375" y="3743"/>
                </a:lnTo>
                <a:lnTo>
                  <a:pt x="3841" y="2552"/>
                </a:lnTo>
                <a:lnTo>
                  <a:pt x="5285" y="1638"/>
                </a:lnTo>
                <a:lnTo>
                  <a:pt x="6723" y="969"/>
                </a:lnTo>
                <a:lnTo>
                  <a:pt x="8173" y="503"/>
                </a:lnTo>
                <a:lnTo>
                  <a:pt x="9645" y="210"/>
                </a:lnTo>
                <a:lnTo>
                  <a:pt x="11163" y="55"/>
                </a:lnTo>
                <a:lnTo>
                  <a:pt x="12737" y="0"/>
                </a:lnTo>
                <a:lnTo>
                  <a:pt x="14384" y="12"/>
                </a:lnTo>
                <a:lnTo>
                  <a:pt x="16122" y="58"/>
                </a:lnTo>
                <a:close/>
              </a:path>
            </a:pathLst>
          </a:custGeom>
          <a:solidFill>
            <a:srgbClr val="B39A62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0" name="contour_05758"/>
          <p:cNvSpPr/>
          <p:nvPr/>
        </p:nvSpPr>
        <p:spPr>
          <a:xfrm>
            <a:off x="4915193" y="4307203"/>
            <a:ext cx="88717" cy="750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71" y="0"/>
                </a:lnTo>
                <a:lnTo>
                  <a:pt x="2344" y="0"/>
                </a:lnTo>
                <a:lnTo>
                  <a:pt x="3517" y="0"/>
                </a:lnTo>
                <a:lnTo>
                  <a:pt x="4693" y="0"/>
                </a:lnTo>
                <a:lnTo>
                  <a:pt x="5873" y="0"/>
                </a:lnTo>
                <a:lnTo>
                  <a:pt x="7059" y="0"/>
                </a:lnTo>
                <a:lnTo>
                  <a:pt x="8247" y="0"/>
                </a:lnTo>
                <a:lnTo>
                  <a:pt x="9443" y="0"/>
                </a:lnTo>
                <a:lnTo>
                  <a:pt x="10647" y="0"/>
                </a:lnTo>
                <a:lnTo>
                  <a:pt x="9474" y="172"/>
                </a:lnTo>
                <a:lnTo>
                  <a:pt x="8294" y="348"/>
                </a:lnTo>
                <a:lnTo>
                  <a:pt x="7098" y="525"/>
                </a:lnTo>
                <a:lnTo>
                  <a:pt x="5655" y="948"/>
                </a:lnTo>
                <a:lnTo>
                  <a:pt x="4734" y="1357"/>
                </a:lnTo>
                <a:lnTo>
                  <a:pt x="3549" y="2098"/>
                </a:lnTo>
                <a:lnTo>
                  <a:pt x="3277" y="3554"/>
                </a:lnTo>
                <a:lnTo>
                  <a:pt x="3155" y="4916"/>
                </a:lnTo>
                <a:lnTo>
                  <a:pt x="3150" y="6236"/>
                </a:lnTo>
                <a:lnTo>
                  <a:pt x="3235" y="7568"/>
                </a:lnTo>
                <a:lnTo>
                  <a:pt x="3378" y="8969"/>
                </a:lnTo>
                <a:lnTo>
                  <a:pt x="3549" y="10491"/>
                </a:lnTo>
                <a:lnTo>
                  <a:pt x="4722" y="10491"/>
                </a:lnTo>
                <a:lnTo>
                  <a:pt x="5902" y="10491"/>
                </a:lnTo>
                <a:lnTo>
                  <a:pt x="7098" y="10491"/>
                </a:lnTo>
                <a:lnTo>
                  <a:pt x="8077" y="11445"/>
                </a:lnTo>
                <a:lnTo>
                  <a:pt x="8995" y="12446"/>
                </a:lnTo>
                <a:lnTo>
                  <a:pt x="9868" y="13489"/>
                </a:lnTo>
                <a:lnTo>
                  <a:pt x="10717" y="14565"/>
                </a:lnTo>
                <a:lnTo>
                  <a:pt x="11560" y="15664"/>
                </a:lnTo>
                <a:lnTo>
                  <a:pt x="12421" y="16785"/>
                </a:lnTo>
                <a:lnTo>
                  <a:pt x="12714" y="15400"/>
                </a:lnTo>
                <a:lnTo>
                  <a:pt x="13006" y="14013"/>
                </a:lnTo>
                <a:lnTo>
                  <a:pt x="13301" y="12620"/>
                </a:lnTo>
                <a:lnTo>
                  <a:pt x="13597" y="11221"/>
                </a:lnTo>
                <a:lnTo>
                  <a:pt x="13895" y="9813"/>
                </a:lnTo>
                <a:lnTo>
                  <a:pt x="14195" y="8392"/>
                </a:lnTo>
                <a:lnTo>
                  <a:pt x="15308" y="8835"/>
                </a:lnTo>
                <a:lnTo>
                  <a:pt x="16383" y="9299"/>
                </a:lnTo>
                <a:lnTo>
                  <a:pt x="17423" y="9802"/>
                </a:lnTo>
                <a:lnTo>
                  <a:pt x="18431" y="10367"/>
                </a:lnTo>
                <a:lnTo>
                  <a:pt x="19410" y="11007"/>
                </a:lnTo>
                <a:lnTo>
                  <a:pt x="20363" y="11741"/>
                </a:lnTo>
                <a:lnTo>
                  <a:pt x="21293" y="12589"/>
                </a:lnTo>
                <a:lnTo>
                  <a:pt x="21534" y="14055"/>
                </a:lnTo>
                <a:lnTo>
                  <a:pt x="21600" y="15343"/>
                </a:lnTo>
                <a:lnTo>
                  <a:pt x="21499" y="16562"/>
                </a:lnTo>
                <a:lnTo>
                  <a:pt x="21243" y="17830"/>
                </a:lnTo>
                <a:lnTo>
                  <a:pt x="20842" y="19252"/>
                </a:lnTo>
                <a:lnTo>
                  <a:pt x="20042" y="20261"/>
                </a:lnTo>
                <a:lnTo>
                  <a:pt x="19401" y="20843"/>
                </a:lnTo>
                <a:lnTo>
                  <a:pt x="18583" y="21214"/>
                </a:lnTo>
                <a:lnTo>
                  <a:pt x="17253" y="21596"/>
                </a:lnTo>
                <a:lnTo>
                  <a:pt x="16034" y="21600"/>
                </a:lnTo>
                <a:lnTo>
                  <a:pt x="14832" y="21577"/>
                </a:lnTo>
                <a:lnTo>
                  <a:pt x="13644" y="21524"/>
                </a:lnTo>
                <a:lnTo>
                  <a:pt x="12462" y="21438"/>
                </a:lnTo>
                <a:lnTo>
                  <a:pt x="11276" y="21321"/>
                </a:lnTo>
                <a:lnTo>
                  <a:pt x="10082" y="21168"/>
                </a:lnTo>
                <a:lnTo>
                  <a:pt x="8872" y="20981"/>
                </a:lnTo>
                <a:lnTo>
                  <a:pt x="7935" y="20893"/>
                </a:lnTo>
                <a:lnTo>
                  <a:pt x="6982" y="20805"/>
                </a:lnTo>
                <a:lnTo>
                  <a:pt x="5831" y="20597"/>
                </a:lnTo>
                <a:lnTo>
                  <a:pt x="4780" y="20345"/>
                </a:lnTo>
                <a:lnTo>
                  <a:pt x="3783" y="20003"/>
                </a:lnTo>
                <a:lnTo>
                  <a:pt x="2796" y="19531"/>
                </a:lnTo>
                <a:lnTo>
                  <a:pt x="1774" y="18883"/>
                </a:lnTo>
                <a:lnTo>
                  <a:pt x="1336" y="17549"/>
                </a:lnTo>
                <a:lnTo>
                  <a:pt x="1015" y="16212"/>
                </a:lnTo>
                <a:lnTo>
                  <a:pt x="788" y="14869"/>
                </a:lnTo>
                <a:lnTo>
                  <a:pt x="639" y="13516"/>
                </a:lnTo>
                <a:lnTo>
                  <a:pt x="545" y="12142"/>
                </a:lnTo>
                <a:lnTo>
                  <a:pt x="486" y="10742"/>
                </a:lnTo>
                <a:lnTo>
                  <a:pt x="444" y="9311"/>
                </a:lnTo>
                <a:lnTo>
                  <a:pt x="364" y="7971"/>
                </a:lnTo>
                <a:lnTo>
                  <a:pt x="284" y="6609"/>
                </a:lnTo>
                <a:lnTo>
                  <a:pt x="213" y="5287"/>
                </a:lnTo>
                <a:lnTo>
                  <a:pt x="151" y="3968"/>
                </a:lnTo>
                <a:lnTo>
                  <a:pt x="96" y="2646"/>
                </a:lnTo>
                <a:lnTo>
                  <a:pt x="46" y="1322"/>
                </a:lnTo>
                <a:lnTo>
                  <a:pt x="0" y="0"/>
                </a:lnTo>
                <a:close/>
              </a:path>
            </a:pathLst>
          </a:custGeom>
          <a:solidFill>
            <a:srgbClr val="585550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1" name="contour_05759"/>
          <p:cNvSpPr/>
          <p:nvPr/>
        </p:nvSpPr>
        <p:spPr>
          <a:xfrm>
            <a:off x="905216" y="4321779"/>
            <a:ext cx="81749" cy="58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8" y="0"/>
                </a:moveTo>
                <a:lnTo>
                  <a:pt x="1691" y="0"/>
                </a:lnTo>
                <a:lnTo>
                  <a:pt x="2971" y="0"/>
                </a:lnTo>
                <a:lnTo>
                  <a:pt x="4269" y="0"/>
                </a:lnTo>
                <a:lnTo>
                  <a:pt x="4623" y="1277"/>
                </a:lnTo>
                <a:lnTo>
                  <a:pt x="4984" y="2572"/>
                </a:lnTo>
                <a:lnTo>
                  <a:pt x="5584" y="3953"/>
                </a:lnTo>
                <a:lnTo>
                  <a:pt x="6195" y="5353"/>
                </a:lnTo>
                <a:lnTo>
                  <a:pt x="7522" y="5747"/>
                </a:lnTo>
                <a:lnTo>
                  <a:pt x="8816" y="6089"/>
                </a:lnTo>
                <a:lnTo>
                  <a:pt x="10094" y="6386"/>
                </a:lnTo>
                <a:lnTo>
                  <a:pt x="11375" y="6638"/>
                </a:lnTo>
                <a:lnTo>
                  <a:pt x="12677" y="6852"/>
                </a:lnTo>
                <a:lnTo>
                  <a:pt x="14017" y="7026"/>
                </a:lnTo>
                <a:lnTo>
                  <a:pt x="15111" y="7181"/>
                </a:lnTo>
                <a:lnTo>
                  <a:pt x="16218" y="7339"/>
                </a:lnTo>
                <a:lnTo>
                  <a:pt x="17562" y="7524"/>
                </a:lnTo>
                <a:lnTo>
                  <a:pt x="18908" y="7698"/>
                </a:lnTo>
                <a:lnTo>
                  <a:pt x="20254" y="7866"/>
                </a:lnTo>
                <a:lnTo>
                  <a:pt x="21600" y="8030"/>
                </a:lnTo>
                <a:lnTo>
                  <a:pt x="21286" y="9847"/>
                </a:lnTo>
                <a:lnTo>
                  <a:pt x="20953" y="11616"/>
                </a:lnTo>
                <a:lnTo>
                  <a:pt x="20585" y="13337"/>
                </a:lnTo>
                <a:lnTo>
                  <a:pt x="20171" y="15018"/>
                </a:lnTo>
                <a:lnTo>
                  <a:pt x="19694" y="16662"/>
                </a:lnTo>
                <a:lnTo>
                  <a:pt x="19139" y="18273"/>
                </a:lnTo>
                <a:lnTo>
                  <a:pt x="18496" y="19855"/>
                </a:lnTo>
                <a:lnTo>
                  <a:pt x="17749" y="21413"/>
                </a:lnTo>
                <a:lnTo>
                  <a:pt x="16455" y="21600"/>
                </a:lnTo>
                <a:lnTo>
                  <a:pt x="15215" y="21581"/>
                </a:lnTo>
                <a:lnTo>
                  <a:pt x="14013" y="21386"/>
                </a:lnTo>
                <a:lnTo>
                  <a:pt x="12836" y="21041"/>
                </a:lnTo>
                <a:lnTo>
                  <a:pt x="11673" y="20575"/>
                </a:lnTo>
                <a:lnTo>
                  <a:pt x="10508" y="20015"/>
                </a:lnTo>
                <a:lnTo>
                  <a:pt x="9328" y="19394"/>
                </a:lnTo>
                <a:lnTo>
                  <a:pt x="8120" y="18736"/>
                </a:lnTo>
                <a:lnTo>
                  <a:pt x="6959" y="18265"/>
                </a:lnTo>
                <a:lnTo>
                  <a:pt x="5781" y="17786"/>
                </a:lnTo>
                <a:lnTo>
                  <a:pt x="4514" y="17125"/>
                </a:lnTo>
                <a:lnTo>
                  <a:pt x="3397" y="16442"/>
                </a:lnTo>
                <a:lnTo>
                  <a:pt x="2376" y="15650"/>
                </a:lnTo>
                <a:lnTo>
                  <a:pt x="1400" y="14660"/>
                </a:lnTo>
                <a:lnTo>
                  <a:pt x="418" y="13383"/>
                </a:lnTo>
                <a:lnTo>
                  <a:pt x="189" y="11440"/>
                </a:lnTo>
                <a:lnTo>
                  <a:pt x="52" y="9531"/>
                </a:lnTo>
                <a:lnTo>
                  <a:pt x="0" y="7644"/>
                </a:lnTo>
                <a:lnTo>
                  <a:pt x="21" y="5760"/>
                </a:lnTo>
                <a:lnTo>
                  <a:pt x="104" y="3868"/>
                </a:lnTo>
                <a:lnTo>
                  <a:pt x="241" y="1951"/>
                </a:lnTo>
                <a:lnTo>
                  <a:pt x="418" y="0"/>
                </a:lnTo>
                <a:close/>
              </a:path>
            </a:pathLst>
          </a:custGeom>
          <a:solidFill>
            <a:srgbClr val="8876AB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2" name="contour_05760"/>
          <p:cNvSpPr/>
          <p:nvPr/>
        </p:nvSpPr>
        <p:spPr>
          <a:xfrm>
            <a:off x="992832" y="4278051"/>
            <a:ext cx="88877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15" y="0"/>
                </a:moveTo>
                <a:lnTo>
                  <a:pt x="15686" y="0"/>
                </a:lnTo>
                <a:lnTo>
                  <a:pt x="16864" y="0"/>
                </a:lnTo>
                <a:lnTo>
                  <a:pt x="18058" y="0"/>
                </a:lnTo>
                <a:lnTo>
                  <a:pt x="18950" y="770"/>
                </a:lnTo>
                <a:lnTo>
                  <a:pt x="19591" y="1359"/>
                </a:lnTo>
                <a:lnTo>
                  <a:pt x="20079" y="1889"/>
                </a:lnTo>
                <a:lnTo>
                  <a:pt x="20511" y="2480"/>
                </a:lnTo>
                <a:lnTo>
                  <a:pt x="20984" y="3250"/>
                </a:lnTo>
                <a:lnTo>
                  <a:pt x="21600" y="4320"/>
                </a:lnTo>
                <a:lnTo>
                  <a:pt x="21480" y="5329"/>
                </a:lnTo>
                <a:lnTo>
                  <a:pt x="21281" y="6306"/>
                </a:lnTo>
                <a:lnTo>
                  <a:pt x="21010" y="7256"/>
                </a:lnTo>
                <a:lnTo>
                  <a:pt x="20672" y="8195"/>
                </a:lnTo>
                <a:lnTo>
                  <a:pt x="20277" y="9132"/>
                </a:lnTo>
                <a:lnTo>
                  <a:pt x="19829" y="10080"/>
                </a:lnTo>
                <a:lnTo>
                  <a:pt x="19482" y="10819"/>
                </a:lnTo>
                <a:lnTo>
                  <a:pt x="19129" y="11569"/>
                </a:lnTo>
                <a:lnTo>
                  <a:pt x="18313" y="12565"/>
                </a:lnTo>
                <a:lnTo>
                  <a:pt x="17604" y="13045"/>
                </a:lnTo>
                <a:lnTo>
                  <a:pt x="16393" y="13419"/>
                </a:lnTo>
                <a:lnTo>
                  <a:pt x="15897" y="13454"/>
                </a:lnTo>
                <a:lnTo>
                  <a:pt x="14398" y="13556"/>
                </a:lnTo>
                <a:lnTo>
                  <a:pt x="13325" y="13640"/>
                </a:lnTo>
                <a:lnTo>
                  <a:pt x="12236" y="13725"/>
                </a:lnTo>
                <a:lnTo>
                  <a:pt x="11114" y="13792"/>
                </a:lnTo>
                <a:lnTo>
                  <a:pt x="9977" y="13860"/>
                </a:lnTo>
                <a:lnTo>
                  <a:pt x="8845" y="13944"/>
                </a:lnTo>
                <a:lnTo>
                  <a:pt x="7696" y="14028"/>
                </a:lnTo>
                <a:lnTo>
                  <a:pt x="6580" y="14109"/>
                </a:lnTo>
                <a:lnTo>
                  <a:pt x="5466" y="14185"/>
                </a:lnTo>
                <a:lnTo>
                  <a:pt x="4350" y="14259"/>
                </a:lnTo>
                <a:lnTo>
                  <a:pt x="3232" y="14329"/>
                </a:lnTo>
                <a:lnTo>
                  <a:pt x="2117" y="14400"/>
                </a:lnTo>
                <a:lnTo>
                  <a:pt x="2117" y="15418"/>
                </a:lnTo>
                <a:lnTo>
                  <a:pt x="2117" y="16438"/>
                </a:lnTo>
                <a:lnTo>
                  <a:pt x="2117" y="17460"/>
                </a:lnTo>
                <a:lnTo>
                  <a:pt x="2117" y="18487"/>
                </a:lnTo>
                <a:lnTo>
                  <a:pt x="2117" y="19518"/>
                </a:lnTo>
                <a:lnTo>
                  <a:pt x="2117" y="20555"/>
                </a:lnTo>
                <a:lnTo>
                  <a:pt x="2117" y="21600"/>
                </a:lnTo>
                <a:lnTo>
                  <a:pt x="1238" y="21600"/>
                </a:lnTo>
                <a:lnTo>
                  <a:pt x="345" y="21600"/>
                </a:lnTo>
                <a:lnTo>
                  <a:pt x="290" y="20772"/>
                </a:lnTo>
                <a:lnTo>
                  <a:pt x="243" y="19944"/>
                </a:lnTo>
                <a:lnTo>
                  <a:pt x="198" y="19116"/>
                </a:lnTo>
                <a:lnTo>
                  <a:pt x="159" y="18288"/>
                </a:lnTo>
                <a:lnTo>
                  <a:pt x="124" y="17460"/>
                </a:lnTo>
                <a:lnTo>
                  <a:pt x="83" y="16691"/>
                </a:lnTo>
                <a:lnTo>
                  <a:pt x="43" y="15916"/>
                </a:lnTo>
                <a:lnTo>
                  <a:pt x="0" y="15132"/>
                </a:lnTo>
                <a:lnTo>
                  <a:pt x="181" y="14057"/>
                </a:lnTo>
                <a:lnTo>
                  <a:pt x="363" y="13317"/>
                </a:lnTo>
                <a:lnTo>
                  <a:pt x="634" y="12720"/>
                </a:lnTo>
                <a:lnTo>
                  <a:pt x="1079" y="12079"/>
                </a:lnTo>
                <a:lnTo>
                  <a:pt x="1784" y="11205"/>
                </a:lnTo>
                <a:lnTo>
                  <a:pt x="3041" y="10555"/>
                </a:lnTo>
                <a:lnTo>
                  <a:pt x="3959" y="10225"/>
                </a:lnTo>
                <a:lnTo>
                  <a:pt x="4982" y="10112"/>
                </a:lnTo>
                <a:lnTo>
                  <a:pt x="6559" y="10113"/>
                </a:lnTo>
                <a:lnTo>
                  <a:pt x="7505" y="10280"/>
                </a:lnTo>
                <a:lnTo>
                  <a:pt x="8458" y="10449"/>
                </a:lnTo>
                <a:lnTo>
                  <a:pt x="9423" y="10620"/>
                </a:lnTo>
                <a:lnTo>
                  <a:pt x="10379" y="10780"/>
                </a:lnTo>
                <a:lnTo>
                  <a:pt x="11341" y="10941"/>
                </a:lnTo>
                <a:lnTo>
                  <a:pt x="12315" y="11104"/>
                </a:lnTo>
                <a:lnTo>
                  <a:pt x="12863" y="11208"/>
                </a:lnTo>
                <a:lnTo>
                  <a:pt x="14515" y="11520"/>
                </a:lnTo>
                <a:lnTo>
                  <a:pt x="14366" y="10809"/>
                </a:lnTo>
                <a:lnTo>
                  <a:pt x="14216" y="10092"/>
                </a:lnTo>
                <a:lnTo>
                  <a:pt x="14065" y="9366"/>
                </a:lnTo>
                <a:lnTo>
                  <a:pt x="13986" y="8955"/>
                </a:lnTo>
                <a:lnTo>
                  <a:pt x="13844" y="8230"/>
                </a:lnTo>
                <a:lnTo>
                  <a:pt x="13520" y="6569"/>
                </a:lnTo>
                <a:lnTo>
                  <a:pt x="13334" y="5649"/>
                </a:lnTo>
                <a:lnTo>
                  <a:pt x="13148" y="4723"/>
                </a:lnTo>
                <a:lnTo>
                  <a:pt x="12958" y="3786"/>
                </a:lnTo>
                <a:lnTo>
                  <a:pt x="12887" y="3011"/>
                </a:lnTo>
                <a:lnTo>
                  <a:pt x="12817" y="2231"/>
                </a:lnTo>
                <a:lnTo>
                  <a:pt x="12744" y="1440"/>
                </a:lnTo>
                <a:lnTo>
                  <a:pt x="13622" y="726"/>
                </a:lnTo>
                <a:lnTo>
                  <a:pt x="14515" y="0"/>
                </a:lnTo>
                <a:close/>
              </a:path>
            </a:pathLst>
          </a:custGeom>
          <a:solidFill>
            <a:srgbClr val="6C6284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3" name="contour_05761"/>
          <p:cNvSpPr/>
          <p:nvPr/>
        </p:nvSpPr>
        <p:spPr>
          <a:xfrm>
            <a:off x="986966" y="4263475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37" y="223"/>
                </a:lnTo>
                <a:lnTo>
                  <a:pt x="13474" y="446"/>
                </a:lnTo>
                <a:lnTo>
                  <a:pt x="14815" y="670"/>
                </a:lnTo>
                <a:lnTo>
                  <a:pt x="16159" y="893"/>
                </a:lnTo>
                <a:lnTo>
                  <a:pt x="17509" y="1118"/>
                </a:lnTo>
                <a:lnTo>
                  <a:pt x="18865" y="1345"/>
                </a:lnTo>
                <a:lnTo>
                  <a:pt x="20228" y="1571"/>
                </a:lnTo>
                <a:lnTo>
                  <a:pt x="21600" y="1800"/>
                </a:lnTo>
                <a:lnTo>
                  <a:pt x="21332" y="2803"/>
                </a:lnTo>
                <a:lnTo>
                  <a:pt x="21064" y="3809"/>
                </a:lnTo>
                <a:lnTo>
                  <a:pt x="20794" y="4824"/>
                </a:lnTo>
                <a:lnTo>
                  <a:pt x="20520" y="5850"/>
                </a:lnTo>
                <a:lnTo>
                  <a:pt x="20239" y="7085"/>
                </a:lnTo>
                <a:lnTo>
                  <a:pt x="20002" y="8303"/>
                </a:lnTo>
                <a:lnTo>
                  <a:pt x="19807" y="9508"/>
                </a:lnTo>
                <a:lnTo>
                  <a:pt x="19650" y="10705"/>
                </a:lnTo>
                <a:lnTo>
                  <a:pt x="19531" y="11898"/>
                </a:lnTo>
                <a:lnTo>
                  <a:pt x="19449" y="13093"/>
                </a:lnTo>
                <a:lnTo>
                  <a:pt x="19399" y="14297"/>
                </a:lnTo>
                <a:lnTo>
                  <a:pt x="19384" y="15512"/>
                </a:lnTo>
                <a:lnTo>
                  <a:pt x="19397" y="16745"/>
                </a:lnTo>
                <a:lnTo>
                  <a:pt x="19440" y="18000"/>
                </a:lnTo>
                <a:lnTo>
                  <a:pt x="18146" y="17937"/>
                </a:lnTo>
                <a:lnTo>
                  <a:pt x="16833" y="17874"/>
                </a:lnTo>
                <a:lnTo>
                  <a:pt x="15118" y="17829"/>
                </a:lnTo>
                <a:lnTo>
                  <a:pt x="13502" y="17802"/>
                </a:lnTo>
                <a:lnTo>
                  <a:pt x="11973" y="17809"/>
                </a:lnTo>
                <a:lnTo>
                  <a:pt x="10519" y="17863"/>
                </a:lnTo>
                <a:lnTo>
                  <a:pt x="9126" y="17977"/>
                </a:lnTo>
                <a:lnTo>
                  <a:pt x="7782" y="18164"/>
                </a:lnTo>
                <a:lnTo>
                  <a:pt x="6474" y="18437"/>
                </a:lnTo>
                <a:lnTo>
                  <a:pt x="5186" y="18814"/>
                </a:lnTo>
                <a:lnTo>
                  <a:pt x="3910" y="19305"/>
                </a:lnTo>
                <a:lnTo>
                  <a:pt x="2627" y="19922"/>
                </a:lnTo>
                <a:lnTo>
                  <a:pt x="1328" y="20684"/>
                </a:lnTo>
                <a:lnTo>
                  <a:pt x="0" y="21600"/>
                </a:lnTo>
                <a:lnTo>
                  <a:pt x="622" y="20473"/>
                </a:lnTo>
                <a:lnTo>
                  <a:pt x="1253" y="19348"/>
                </a:lnTo>
                <a:lnTo>
                  <a:pt x="1890" y="18225"/>
                </a:lnTo>
                <a:lnTo>
                  <a:pt x="2417" y="17284"/>
                </a:lnTo>
                <a:lnTo>
                  <a:pt x="2953" y="16326"/>
                </a:lnTo>
                <a:lnTo>
                  <a:pt x="3778" y="15187"/>
                </a:lnTo>
                <a:lnTo>
                  <a:pt x="4428" y="14429"/>
                </a:lnTo>
                <a:lnTo>
                  <a:pt x="5238" y="13718"/>
                </a:lnTo>
                <a:lnTo>
                  <a:pt x="6547" y="12712"/>
                </a:lnTo>
                <a:lnTo>
                  <a:pt x="7560" y="11691"/>
                </a:lnTo>
                <a:lnTo>
                  <a:pt x="8318" y="10714"/>
                </a:lnTo>
                <a:lnTo>
                  <a:pt x="8873" y="9742"/>
                </a:lnTo>
                <a:lnTo>
                  <a:pt x="9269" y="8741"/>
                </a:lnTo>
                <a:lnTo>
                  <a:pt x="9556" y="7670"/>
                </a:lnTo>
                <a:lnTo>
                  <a:pt x="9780" y="6494"/>
                </a:lnTo>
                <a:lnTo>
                  <a:pt x="9990" y="5175"/>
                </a:lnTo>
                <a:lnTo>
                  <a:pt x="10061" y="4743"/>
                </a:lnTo>
                <a:lnTo>
                  <a:pt x="10189" y="3982"/>
                </a:lnTo>
                <a:lnTo>
                  <a:pt x="10480" y="2236"/>
                </a:lnTo>
                <a:lnTo>
                  <a:pt x="10640" y="1125"/>
                </a:lnTo>
                <a:lnTo>
                  <a:pt x="10800" y="0"/>
                </a:lnTo>
                <a:close/>
              </a:path>
            </a:pathLst>
          </a:custGeom>
          <a:solidFill>
            <a:srgbClr val="7C7097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4" name="contour_05762"/>
          <p:cNvSpPr/>
          <p:nvPr/>
        </p:nvSpPr>
        <p:spPr>
          <a:xfrm>
            <a:off x="11219306" y="3621789"/>
            <a:ext cx="218640" cy="309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9"/>
                </a:moveTo>
                <a:lnTo>
                  <a:pt x="21434" y="3139"/>
                </a:lnTo>
                <a:lnTo>
                  <a:pt x="21303" y="5165"/>
                </a:lnTo>
                <a:lnTo>
                  <a:pt x="21141" y="7268"/>
                </a:lnTo>
                <a:lnTo>
                  <a:pt x="20880" y="10396"/>
                </a:lnTo>
                <a:lnTo>
                  <a:pt x="20418" y="11463"/>
                </a:lnTo>
                <a:lnTo>
                  <a:pt x="19966" y="12428"/>
                </a:lnTo>
                <a:lnTo>
                  <a:pt x="19519" y="13301"/>
                </a:lnTo>
                <a:lnTo>
                  <a:pt x="19072" y="14094"/>
                </a:lnTo>
                <a:lnTo>
                  <a:pt x="18621" y="14820"/>
                </a:lnTo>
                <a:lnTo>
                  <a:pt x="18160" y="15490"/>
                </a:lnTo>
                <a:lnTo>
                  <a:pt x="17685" y="16110"/>
                </a:lnTo>
                <a:lnTo>
                  <a:pt x="17349" y="16542"/>
                </a:lnTo>
                <a:lnTo>
                  <a:pt x="17011" y="16978"/>
                </a:lnTo>
                <a:lnTo>
                  <a:pt x="16669" y="17415"/>
                </a:lnTo>
                <a:lnTo>
                  <a:pt x="16170" y="17948"/>
                </a:lnTo>
                <a:lnTo>
                  <a:pt x="15669" y="18436"/>
                </a:lnTo>
                <a:lnTo>
                  <a:pt x="15169" y="18883"/>
                </a:lnTo>
                <a:lnTo>
                  <a:pt x="14667" y="19284"/>
                </a:lnTo>
                <a:lnTo>
                  <a:pt x="14165" y="19655"/>
                </a:lnTo>
                <a:lnTo>
                  <a:pt x="13662" y="19980"/>
                </a:lnTo>
                <a:lnTo>
                  <a:pt x="13159" y="20274"/>
                </a:lnTo>
                <a:lnTo>
                  <a:pt x="12655" y="20533"/>
                </a:lnTo>
                <a:lnTo>
                  <a:pt x="12150" y="20762"/>
                </a:lnTo>
                <a:lnTo>
                  <a:pt x="11645" y="20955"/>
                </a:lnTo>
                <a:lnTo>
                  <a:pt x="11139" y="21123"/>
                </a:lnTo>
                <a:lnTo>
                  <a:pt x="10633" y="21265"/>
                </a:lnTo>
                <a:lnTo>
                  <a:pt x="10127" y="21377"/>
                </a:lnTo>
                <a:lnTo>
                  <a:pt x="9620" y="21463"/>
                </a:lnTo>
                <a:lnTo>
                  <a:pt x="9113" y="21529"/>
                </a:lnTo>
                <a:lnTo>
                  <a:pt x="8606" y="21570"/>
                </a:lnTo>
                <a:lnTo>
                  <a:pt x="8099" y="21595"/>
                </a:lnTo>
                <a:lnTo>
                  <a:pt x="7592" y="21600"/>
                </a:lnTo>
                <a:lnTo>
                  <a:pt x="7084" y="21585"/>
                </a:lnTo>
                <a:lnTo>
                  <a:pt x="6577" y="21559"/>
                </a:lnTo>
                <a:lnTo>
                  <a:pt x="6070" y="21519"/>
                </a:lnTo>
                <a:lnTo>
                  <a:pt x="5562" y="21468"/>
                </a:lnTo>
                <a:lnTo>
                  <a:pt x="5055" y="21402"/>
                </a:lnTo>
                <a:lnTo>
                  <a:pt x="4548" y="21331"/>
                </a:lnTo>
                <a:lnTo>
                  <a:pt x="4041" y="21255"/>
                </a:lnTo>
                <a:lnTo>
                  <a:pt x="3534" y="21168"/>
                </a:lnTo>
                <a:lnTo>
                  <a:pt x="3028" y="21082"/>
                </a:lnTo>
                <a:lnTo>
                  <a:pt x="2523" y="20991"/>
                </a:lnTo>
                <a:lnTo>
                  <a:pt x="2017" y="20899"/>
                </a:lnTo>
                <a:lnTo>
                  <a:pt x="1512" y="20808"/>
                </a:lnTo>
                <a:lnTo>
                  <a:pt x="1007" y="20716"/>
                </a:lnTo>
                <a:lnTo>
                  <a:pt x="503" y="20635"/>
                </a:lnTo>
                <a:lnTo>
                  <a:pt x="0" y="20554"/>
                </a:lnTo>
                <a:lnTo>
                  <a:pt x="0" y="18035"/>
                </a:lnTo>
                <a:lnTo>
                  <a:pt x="0" y="15475"/>
                </a:lnTo>
                <a:lnTo>
                  <a:pt x="486" y="15282"/>
                </a:lnTo>
                <a:lnTo>
                  <a:pt x="980" y="15089"/>
                </a:lnTo>
                <a:lnTo>
                  <a:pt x="1429" y="14906"/>
                </a:lnTo>
                <a:lnTo>
                  <a:pt x="1879" y="14723"/>
                </a:lnTo>
                <a:lnTo>
                  <a:pt x="2328" y="14535"/>
                </a:lnTo>
                <a:lnTo>
                  <a:pt x="2778" y="14353"/>
                </a:lnTo>
                <a:lnTo>
                  <a:pt x="3227" y="14160"/>
                </a:lnTo>
                <a:lnTo>
                  <a:pt x="3676" y="13972"/>
                </a:lnTo>
                <a:lnTo>
                  <a:pt x="4126" y="13779"/>
                </a:lnTo>
                <a:lnTo>
                  <a:pt x="4575" y="13586"/>
                </a:lnTo>
                <a:lnTo>
                  <a:pt x="4964" y="13423"/>
                </a:lnTo>
                <a:lnTo>
                  <a:pt x="5353" y="13261"/>
                </a:lnTo>
                <a:lnTo>
                  <a:pt x="5742" y="13103"/>
                </a:lnTo>
                <a:lnTo>
                  <a:pt x="6132" y="12951"/>
                </a:lnTo>
                <a:lnTo>
                  <a:pt x="6579" y="12773"/>
                </a:lnTo>
                <a:lnTo>
                  <a:pt x="7026" y="12585"/>
                </a:lnTo>
                <a:lnTo>
                  <a:pt x="7473" y="12392"/>
                </a:lnTo>
                <a:lnTo>
                  <a:pt x="7920" y="12199"/>
                </a:lnTo>
                <a:lnTo>
                  <a:pt x="8367" y="12001"/>
                </a:lnTo>
                <a:lnTo>
                  <a:pt x="8816" y="11818"/>
                </a:lnTo>
                <a:lnTo>
                  <a:pt x="9269" y="11630"/>
                </a:lnTo>
                <a:lnTo>
                  <a:pt x="9727" y="11437"/>
                </a:lnTo>
                <a:lnTo>
                  <a:pt x="10359" y="10757"/>
                </a:lnTo>
                <a:lnTo>
                  <a:pt x="10756" y="9893"/>
                </a:lnTo>
                <a:lnTo>
                  <a:pt x="11087" y="8268"/>
                </a:lnTo>
                <a:lnTo>
                  <a:pt x="11520" y="5317"/>
                </a:lnTo>
                <a:lnTo>
                  <a:pt x="12020" y="4545"/>
                </a:lnTo>
                <a:lnTo>
                  <a:pt x="12520" y="3850"/>
                </a:lnTo>
                <a:lnTo>
                  <a:pt x="13020" y="3225"/>
                </a:lnTo>
                <a:lnTo>
                  <a:pt x="13522" y="2661"/>
                </a:lnTo>
                <a:lnTo>
                  <a:pt x="14023" y="2164"/>
                </a:lnTo>
                <a:lnTo>
                  <a:pt x="14525" y="1727"/>
                </a:lnTo>
                <a:lnTo>
                  <a:pt x="15026" y="1346"/>
                </a:lnTo>
                <a:lnTo>
                  <a:pt x="15529" y="1016"/>
                </a:lnTo>
                <a:lnTo>
                  <a:pt x="16032" y="742"/>
                </a:lnTo>
                <a:lnTo>
                  <a:pt x="16536" y="518"/>
                </a:lnTo>
                <a:lnTo>
                  <a:pt x="17039" y="335"/>
                </a:lnTo>
                <a:lnTo>
                  <a:pt x="17544" y="193"/>
                </a:lnTo>
                <a:lnTo>
                  <a:pt x="18048" y="96"/>
                </a:lnTo>
                <a:lnTo>
                  <a:pt x="18554" y="30"/>
                </a:lnTo>
                <a:lnTo>
                  <a:pt x="19060" y="0"/>
                </a:lnTo>
                <a:lnTo>
                  <a:pt x="19567" y="0"/>
                </a:lnTo>
                <a:lnTo>
                  <a:pt x="20074" y="25"/>
                </a:lnTo>
                <a:lnTo>
                  <a:pt x="20582" y="76"/>
                </a:lnTo>
                <a:lnTo>
                  <a:pt x="21091" y="147"/>
                </a:lnTo>
                <a:lnTo>
                  <a:pt x="21600" y="239"/>
                </a:lnTo>
                <a:close/>
              </a:path>
            </a:pathLst>
          </a:custGeom>
          <a:solidFill>
            <a:srgbClr val="F1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5" name="contour_05763"/>
          <p:cNvSpPr/>
          <p:nvPr/>
        </p:nvSpPr>
        <p:spPr>
          <a:xfrm>
            <a:off x="11372353" y="3563828"/>
            <a:ext cx="167624" cy="51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43" y="0"/>
                </a:moveTo>
                <a:lnTo>
                  <a:pt x="18524" y="297"/>
                </a:lnTo>
                <a:lnTo>
                  <a:pt x="19027" y="644"/>
                </a:lnTo>
                <a:lnTo>
                  <a:pt x="19780" y="1343"/>
                </a:lnTo>
                <a:lnTo>
                  <a:pt x="20292" y="1811"/>
                </a:lnTo>
                <a:lnTo>
                  <a:pt x="20811" y="2287"/>
                </a:lnTo>
                <a:lnTo>
                  <a:pt x="21007" y="2480"/>
                </a:lnTo>
                <a:lnTo>
                  <a:pt x="21600" y="3065"/>
                </a:lnTo>
                <a:lnTo>
                  <a:pt x="21094" y="4904"/>
                </a:lnTo>
                <a:lnTo>
                  <a:pt x="20591" y="6452"/>
                </a:lnTo>
                <a:lnTo>
                  <a:pt x="20084" y="7752"/>
                </a:lnTo>
                <a:lnTo>
                  <a:pt x="19563" y="8837"/>
                </a:lnTo>
                <a:lnTo>
                  <a:pt x="19018" y="9753"/>
                </a:lnTo>
                <a:lnTo>
                  <a:pt x="18441" y="10535"/>
                </a:lnTo>
                <a:lnTo>
                  <a:pt x="17820" y="11221"/>
                </a:lnTo>
                <a:lnTo>
                  <a:pt x="17149" y="11856"/>
                </a:lnTo>
                <a:lnTo>
                  <a:pt x="16416" y="12475"/>
                </a:lnTo>
                <a:lnTo>
                  <a:pt x="15936" y="12870"/>
                </a:lnTo>
                <a:lnTo>
                  <a:pt x="15448" y="13275"/>
                </a:lnTo>
                <a:lnTo>
                  <a:pt x="14941" y="13686"/>
                </a:lnTo>
                <a:lnTo>
                  <a:pt x="14433" y="14093"/>
                </a:lnTo>
                <a:lnTo>
                  <a:pt x="13926" y="14498"/>
                </a:lnTo>
                <a:lnTo>
                  <a:pt x="13418" y="14897"/>
                </a:lnTo>
                <a:lnTo>
                  <a:pt x="12805" y="15384"/>
                </a:lnTo>
                <a:lnTo>
                  <a:pt x="12193" y="15877"/>
                </a:lnTo>
                <a:lnTo>
                  <a:pt x="11580" y="16380"/>
                </a:lnTo>
                <a:lnTo>
                  <a:pt x="10969" y="16889"/>
                </a:lnTo>
                <a:lnTo>
                  <a:pt x="10358" y="17398"/>
                </a:lnTo>
                <a:lnTo>
                  <a:pt x="9705" y="17919"/>
                </a:lnTo>
                <a:lnTo>
                  <a:pt x="9058" y="18418"/>
                </a:lnTo>
                <a:lnTo>
                  <a:pt x="8415" y="18890"/>
                </a:lnTo>
                <a:lnTo>
                  <a:pt x="7775" y="19332"/>
                </a:lnTo>
                <a:lnTo>
                  <a:pt x="7137" y="19743"/>
                </a:lnTo>
                <a:lnTo>
                  <a:pt x="6501" y="20116"/>
                </a:lnTo>
                <a:lnTo>
                  <a:pt x="5865" y="20457"/>
                </a:lnTo>
                <a:lnTo>
                  <a:pt x="5228" y="20757"/>
                </a:lnTo>
                <a:lnTo>
                  <a:pt x="4590" y="21015"/>
                </a:lnTo>
                <a:lnTo>
                  <a:pt x="3949" y="21229"/>
                </a:lnTo>
                <a:lnTo>
                  <a:pt x="3306" y="21398"/>
                </a:lnTo>
                <a:lnTo>
                  <a:pt x="2657" y="21517"/>
                </a:lnTo>
                <a:lnTo>
                  <a:pt x="2003" y="21585"/>
                </a:lnTo>
                <a:lnTo>
                  <a:pt x="1343" y="21600"/>
                </a:lnTo>
                <a:lnTo>
                  <a:pt x="675" y="21557"/>
                </a:lnTo>
                <a:lnTo>
                  <a:pt x="0" y="21456"/>
                </a:lnTo>
                <a:lnTo>
                  <a:pt x="509" y="19605"/>
                </a:lnTo>
                <a:lnTo>
                  <a:pt x="1025" y="18038"/>
                </a:lnTo>
                <a:lnTo>
                  <a:pt x="1552" y="16726"/>
                </a:lnTo>
                <a:lnTo>
                  <a:pt x="2099" y="15632"/>
                </a:lnTo>
                <a:lnTo>
                  <a:pt x="2669" y="14716"/>
                </a:lnTo>
                <a:lnTo>
                  <a:pt x="3271" y="13949"/>
                </a:lnTo>
                <a:lnTo>
                  <a:pt x="3908" y="13287"/>
                </a:lnTo>
                <a:lnTo>
                  <a:pt x="4588" y="12702"/>
                </a:lnTo>
                <a:lnTo>
                  <a:pt x="5315" y="12153"/>
                </a:lnTo>
                <a:lnTo>
                  <a:pt x="5809" y="11767"/>
                </a:lnTo>
                <a:lnTo>
                  <a:pt x="6312" y="11378"/>
                </a:lnTo>
                <a:lnTo>
                  <a:pt x="6938" y="10893"/>
                </a:lnTo>
                <a:lnTo>
                  <a:pt x="7566" y="10415"/>
                </a:lnTo>
                <a:lnTo>
                  <a:pt x="8194" y="9943"/>
                </a:lnTo>
                <a:lnTo>
                  <a:pt x="8821" y="9474"/>
                </a:lnTo>
                <a:lnTo>
                  <a:pt x="9450" y="9005"/>
                </a:lnTo>
                <a:lnTo>
                  <a:pt x="10080" y="8527"/>
                </a:lnTo>
                <a:lnTo>
                  <a:pt x="10710" y="8049"/>
                </a:lnTo>
                <a:lnTo>
                  <a:pt x="11339" y="7568"/>
                </a:lnTo>
                <a:lnTo>
                  <a:pt x="11969" y="7087"/>
                </a:lnTo>
                <a:lnTo>
                  <a:pt x="12598" y="6599"/>
                </a:lnTo>
                <a:lnTo>
                  <a:pt x="13250" y="6100"/>
                </a:lnTo>
                <a:lnTo>
                  <a:pt x="13903" y="5609"/>
                </a:lnTo>
                <a:lnTo>
                  <a:pt x="14556" y="5125"/>
                </a:lnTo>
                <a:lnTo>
                  <a:pt x="15506" y="4386"/>
                </a:lnTo>
                <a:lnTo>
                  <a:pt x="16173" y="3792"/>
                </a:lnTo>
                <a:lnTo>
                  <a:pt x="16649" y="3197"/>
                </a:lnTo>
                <a:lnTo>
                  <a:pt x="17025" y="2461"/>
                </a:lnTo>
                <a:lnTo>
                  <a:pt x="17393" y="1444"/>
                </a:lnTo>
                <a:lnTo>
                  <a:pt x="17843" y="0"/>
                </a:lnTo>
                <a:close/>
              </a:path>
            </a:pathLst>
          </a:custGeom>
          <a:solidFill>
            <a:srgbClr val="DAE0E4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6" name="contour_05764"/>
          <p:cNvSpPr/>
          <p:nvPr/>
        </p:nvSpPr>
        <p:spPr>
          <a:xfrm>
            <a:off x="7174470" y="3598672"/>
            <a:ext cx="196776" cy="23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37"/>
                </a:moveTo>
                <a:lnTo>
                  <a:pt x="1126" y="1214"/>
                </a:lnTo>
                <a:lnTo>
                  <a:pt x="2183" y="997"/>
                </a:lnTo>
                <a:lnTo>
                  <a:pt x="3174" y="807"/>
                </a:lnTo>
                <a:lnTo>
                  <a:pt x="4103" y="630"/>
                </a:lnTo>
                <a:lnTo>
                  <a:pt x="4972" y="472"/>
                </a:lnTo>
                <a:lnTo>
                  <a:pt x="5784" y="341"/>
                </a:lnTo>
                <a:lnTo>
                  <a:pt x="6544" y="223"/>
                </a:lnTo>
                <a:lnTo>
                  <a:pt x="7254" y="131"/>
                </a:lnTo>
                <a:lnTo>
                  <a:pt x="7918" y="59"/>
                </a:lnTo>
                <a:lnTo>
                  <a:pt x="8539" y="20"/>
                </a:lnTo>
                <a:lnTo>
                  <a:pt x="9121" y="0"/>
                </a:lnTo>
                <a:lnTo>
                  <a:pt x="9666" y="7"/>
                </a:lnTo>
                <a:lnTo>
                  <a:pt x="10178" y="46"/>
                </a:lnTo>
                <a:lnTo>
                  <a:pt x="10660" y="112"/>
                </a:lnTo>
                <a:lnTo>
                  <a:pt x="11115" y="210"/>
                </a:lnTo>
                <a:lnTo>
                  <a:pt x="11547" y="335"/>
                </a:lnTo>
                <a:lnTo>
                  <a:pt x="11960" y="499"/>
                </a:lnTo>
                <a:lnTo>
                  <a:pt x="12356" y="689"/>
                </a:lnTo>
                <a:lnTo>
                  <a:pt x="12738" y="919"/>
                </a:lnTo>
                <a:lnTo>
                  <a:pt x="13111" y="1188"/>
                </a:lnTo>
                <a:lnTo>
                  <a:pt x="13477" y="1489"/>
                </a:lnTo>
                <a:lnTo>
                  <a:pt x="13839" y="1831"/>
                </a:lnTo>
                <a:lnTo>
                  <a:pt x="14202" y="2211"/>
                </a:lnTo>
                <a:lnTo>
                  <a:pt x="14567" y="2631"/>
                </a:lnTo>
                <a:lnTo>
                  <a:pt x="14939" y="3090"/>
                </a:lnTo>
                <a:lnTo>
                  <a:pt x="15321" y="3596"/>
                </a:lnTo>
                <a:lnTo>
                  <a:pt x="15715" y="4147"/>
                </a:lnTo>
                <a:lnTo>
                  <a:pt x="16126" y="4744"/>
                </a:lnTo>
                <a:lnTo>
                  <a:pt x="16557" y="5380"/>
                </a:lnTo>
                <a:lnTo>
                  <a:pt x="17010" y="6069"/>
                </a:lnTo>
                <a:lnTo>
                  <a:pt x="17490" y="6804"/>
                </a:lnTo>
                <a:lnTo>
                  <a:pt x="18000" y="7591"/>
                </a:lnTo>
                <a:lnTo>
                  <a:pt x="18556" y="8444"/>
                </a:lnTo>
                <a:lnTo>
                  <a:pt x="19120" y="9317"/>
                </a:lnTo>
                <a:lnTo>
                  <a:pt x="19620" y="10229"/>
                </a:lnTo>
                <a:lnTo>
                  <a:pt x="20118" y="11220"/>
                </a:lnTo>
                <a:lnTo>
                  <a:pt x="20614" y="12289"/>
                </a:lnTo>
                <a:lnTo>
                  <a:pt x="21107" y="13405"/>
                </a:lnTo>
                <a:lnTo>
                  <a:pt x="21600" y="14560"/>
                </a:lnTo>
                <a:lnTo>
                  <a:pt x="21600" y="17814"/>
                </a:lnTo>
                <a:lnTo>
                  <a:pt x="21600" y="21121"/>
                </a:lnTo>
                <a:lnTo>
                  <a:pt x="21017" y="21239"/>
                </a:lnTo>
                <a:lnTo>
                  <a:pt x="20436" y="21344"/>
                </a:lnTo>
                <a:lnTo>
                  <a:pt x="19856" y="21436"/>
                </a:lnTo>
                <a:lnTo>
                  <a:pt x="19278" y="21502"/>
                </a:lnTo>
                <a:lnTo>
                  <a:pt x="18702" y="21554"/>
                </a:lnTo>
                <a:lnTo>
                  <a:pt x="18128" y="21587"/>
                </a:lnTo>
                <a:lnTo>
                  <a:pt x="17554" y="21600"/>
                </a:lnTo>
                <a:lnTo>
                  <a:pt x="16983" y="21593"/>
                </a:lnTo>
                <a:lnTo>
                  <a:pt x="16412" y="21561"/>
                </a:lnTo>
                <a:lnTo>
                  <a:pt x="15843" y="21508"/>
                </a:lnTo>
                <a:lnTo>
                  <a:pt x="15274" y="21436"/>
                </a:lnTo>
                <a:lnTo>
                  <a:pt x="14707" y="21338"/>
                </a:lnTo>
                <a:lnTo>
                  <a:pt x="14141" y="21213"/>
                </a:lnTo>
                <a:lnTo>
                  <a:pt x="13574" y="21069"/>
                </a:lnTo>
                <a:lnTo>
                  <a:pt x="13010" y="20891"/>
                </a:lnTo>
                <a:lnTo>
                  <a:pt x="12446" y="20695"/>
                </a:lnTo>
                <a:lnTo>
                  <a:pt x="11882" y="20465"/>
                </a:lnTo>
                <a:lnTo>
                  <a:pt x="11318" y="20209"/>
                </a:lnTo>
                <a:lnTo>
                  <a:pt x="10754" y="19927"/>
                </a:lnTo>
                <a:lnTo>
                  <a:pt x="10192" y="19612"/>
                </a:lnTo>
                <a:lnTo>
                  <a:pt x="9629" y="19264"/>
                </a:lnTo>
                <a:lnTo>
                  <a:pt x="9066" y="18890"/>
                </a:lnTo>
                <a:lnTo>
                  <a:pt x="8504" y="18483"/>
                </a:lnTo>
                <a:lnTo>
                  <a:pt x="7941" y="18044"/>
                </a:lnTo>
                <a:lnTo>
                  <a:pt x="7378" y="17565"/>
                </a:lnTo>
                <a:lnTo>
                  <a:pt x="6814" y="17060"/>
                </a:lnTo>
                <a:lnTo>
                  <a:pt x="6251" y="16515"/>
                </a:lnTo>
                <a:lnTo>
                  <a:pt x="5687" y="15931"/>
                </a:lnTo>
                <a:lnTo>
                  <a:pt x="5122" y="15314"/>
                </a:lnTo>
                <a:lnTo>
                  <a:pt x="4557" y="14665"/>
                </a:lnTo>
                <a:lnTo>
                  <a:pt x="3990" y="13969"/>
                </a:lnTo>
                <a:lnTo>
                  <a:pt x="3424" y="13241"/>
                </a:lnTo>
                <a:lnTo>
                  <a:pt x="2856" y="12473"/>
                </a:lnTo>
                <a:lnTo>
                  <a:pt x="2287" y="11660"/>
                </a:lnTo>
                <a:lnTo>
                  <a:pt x="1718" y="10807"/>
                </a:lnTo>
                <a:lnTo>
                  <a:pt x="1146" y="9914"/>
                </a:lnTo>
                <a:lnTo>
                  <a:pt x="574" y="8976"/>
                </a:lnTo>
                <a:lnTo>
                  <a:pt x="0" y="7998"/>
                </a:lnTo>
                <a:lnTo>
                  <a:pt x="0" y="4744"/>
                </a:lnTo>
                <a:lnTo>
                  <a:pt x="0" y="1437"/>
                </a:lnTo>
                <a:close/>
              </a:path>
            </a:pathLst>
          </a:custGeom>
          <a:solidFill>
            <a:srgbClr val="79888E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7" name="contour_05765"/>
          <p:cNvSpPr/>
          <p:nvPr/>
        </p:nvSpPr>
        <p:spPr>
          <a:xfrm>
            <a:off x="10483226" y="3505524"/>
            <a:ext cx="14576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56" y="4052"/>
                </a:moveTo>
                <a:lnTo>
                  <a:pt x="13402" y="4484"/>
                </a:lnTo>
                <a:lnTo>
                  <a:pt x="14053" y="4916"/>
                </a:lnTo>
                <a:lnTo>
                  <a:pt x="14712" y="5357"/>
                </a:lnTo>
                <a:lnTo>
                  <a:pt x="15388" y="5815"/>
                </a:lnTo>
                <a:lnTo>
                  <a:pt x="16064" y="6273"/>
                </a:lnTo>
                <a:lnTo>
                  <a:pt x="16739" y="6739"/>
                </a:lnTo>
                <a:lnTo>
                  <a:pt x="17414" y="7206"/>
                </a:lnTo>
                <a:lnTo>
                  <a:pt x="18090" y="7681"/>
                </a:lnTo>
                <a:lnTo>
                  <a:pt x="18765" y="8156"/>
                </a:lnTo>
                <a:lnTo>
                  <a:pt x="19440" y="8640"/>
                </a:lnTo>
                <a:lnTo>
                  <a:pt x="19440" y="5784"/>
                </a:lnTo>
                <a:lnTo>
                  <a:pt x="19440" y="2912"/>
                </a:lnTo>
                <a:lnTo>
                  <a:pt x="19440" y="0"/>
                </a:lnTo>
                <a:lnTo>
                  <a:pt x="20153" y="0"/>
                </a:lnTo>
                <a:lnTo>
                  <a:pt x="20871" y="0"/>
                </a:lnTo>
                <a:lnTo>
                  <a:pt x="21600" y="0"/>
                </a:lnTo>
                <a:lnTo>
                  <a:pt x="21466" y="2670"/>
                </a:lnTo>
                <a:lnTo>
                  <a:pt x="21332" y="5348"/>
                </a:lnTo>
                <a:lnTo>
                  <a:pt x="21197" y="8031"/>
                </a:lnTo>
                <a:lnTo>
                  <a:pt x="21063" y="10718"/>
                </a:lnTo>
                <a:lnTo>
                  <a:pt x="20928" y="13418"/>
                </a:lnTo>
                <a:lnTo>
                  <a:pt x="20792" y="16131"/>
                </a:lnTo>
                <a:lnTo>
                  <a:pt x="20656" y="18857"/>
                </a:lnTo>
                <a:lnTo>
                  <a:pt x="20520" y="21600"/>
                </a:lnTo>
                <a:lnTo>
                  <a:pt x="20156" y="21367"/>
                </a:lnTo>
                <a:lnTo>
                  <a:pt x="19815" y="21151"/>
                </a:lnTo>
                <a:lnTo>
                  <a:pt x="19489" y="20948"/>
                </a:lnTo>
                <a:lnTo>
                  <a:pt x="19171" y="20745"/>
                </a:lnTo>
                <a:lnTo>
                  <a:pt x="18857" y="20546"/>
                </a:lnTo>
                <a:lnTo>
                  <a:pt x="18538" y="20347"/>
                </a:lnTo>
                <a:lnTo>
                  <a:pt x="18211" y="20140"/>
                </a:lnTo>
                <a:lnTo>
                  <a:pt x="17868" y="19924"/>
                </a:lnTo>
                <a:lnTo>
                  <a:pt x="17502" y="19691"/>
                </a:lnTo>
                <a:lnTo>
                  <a:pt x="17108" y="19444"/>
                </a:lnTo>
                <a:lnTo>
                  <a:pt x="16680" y="19172"/>
                </a:lnTo>
                <a:lnTo>
                  <a:pt x="16210" y="18874"/>
                </a:lnTo>
                <a:lnTo>
                  <a:pt x="15693" y="18550"/>
                </a:lnTo>
                <a:lnTo>
                  <a:pt x="15123" y="18192"/>
                </a:lnTo>
                <a:lnTo>
                  <a:pt x="14493" y="17790"/>
                </a:lnTo>
                <a:lnTo>
                  <a:pt x="13797" y="17353"/>
                </a:lnTo>
                <a:lnTo>
                  <a:pt x="13029" y="16865"/>
                </a:lnTo>
                <a:lnTo>
                  <a:pt x="12182" y="16334"/>
                </a:lnTo>
                <a:lnTo>
                  <a:pt x="11251" y="15742"/>
                </a:lnTo>
                <a:lnTo>
                  <a:pt x="10229" y="15098"/>
                </a:lnTo>
                <a:lnTo>
                  <a:pt x="9109" y="14390"/>
                </a:lnTo>
                <a:lnTo>
                  <a:pt x="7886" y="13621"/>
                </a:lnTo>
                <a:lnTo>
                  <a:pt x="6553" y="12779"/>
                </a:lnTo>
                <a:lnTo>
                  <a:pt x="5104" y="11863"/>
                </a:lnTo>
                <a:lnTo>
                  <a:pt x="3534" y="10869"/>
                </a:lnTo>
                <a:lnTo>
                  <a:pt x="1834" y="9798"/>
                </a:lnTo>
                <a:lnTo>
                  <a:pt x="0" y="8640"/>
                </a:lnTo>
                <a:lnTo>
                  <a:pt x="0" y="6497"/>
                </a:lnTo>
                <a:lnTo>
                  <a:pt x="0" y="4320"/>
                </a:lnTo>
                <a:lnTo>
                  <a:pt x="739" y="3214"/>
                </a:lnTo>
                <a:lnTo>
                  <a:pt x="1480" y="2316"/>
                </a:lnTo>
                <a:lnTo>
                  <a:pt x="2223" y="1603"/>
                </a:lnTo>
                <a:lnTo>
                  <a:pt x="2968" y="1067"/>
                </a:lnTo>
                <a:lnTo>
                  <a:pt x="3714" y="691"/>
                </a:lnTo>
                <a:lnTo>
                  <a:pt x="4461" y="467"/>
                </a:lnTo>
                <a:lnTo>
                  <a:pt x="5211" y="376"/>
                </a:lnTo>
                <a:lnTo>
                  <a:pt x="5962" y="406"/>
                </a:lnTo>
                <a:lnTo>
                  <a:pt x="6714" y="549"/>
                </a:lnTo>
                <a:lnTo>
                  <a:pt x="7467" y="786"/>
                </a:lnTo>
                <a:lnTo>
                  <a:pt x="8221" y="1106"/>
                </a:lnTo>
                <a:lnTo>
                  <a:pt x="8976" y="1499"/>
                </a:lnTo>
                <a:lnTo>
                  <a:pt x="9731" y="1948"/>
                </a:lnTo>
                <a:lnTo>
                  <a:pt x="10487" y="2441"/>
                </a:lnTo>
                <a:lnTo>
                  <a:pt x="11243" y="2964"/>
                </a:lnTo>
                <a:lnTo>
                  <a:pt x="12000" y="3504"/>
                </a:lnTo>
                <a:lnTo>
                  <a:pt x="12756" y="4052"/>
                </a:lnTo>
                <a:close/>
              </a:path>
            </a:pathLst>
          </a:custGeom>
          <a:solidFill>
            <a:srgbClr val="DB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8" name="contour_05766"/>
          <p:cNvSpPr/>
          <p:nvPr/>
        </p:nvSpPr>
        <p:spPr>
          <a:xfrm>
            <a:off x="5425352" y="3416428"/>
            <a:ext cx="124683" cy="827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13" y="428"/>
                </a:moveTo>
                <a:lnTo>
                  <a:pt x="17315" y="143"/>
                </a:lnTo>
                <a:lnTo>
                  <a:pt x="17963" y="0"/>
                </a:lnTo>
                <a:lnTo>
                  <a:pt x="18538" y="0"/>
                </a:lnTo>
                <a:lnTo>
                  <a:pt x="19224" y="143"/>
                </a:lnTo>
                <a:lnTo>
                  <a:pt x="20201" y="428"/>
                </a:lnTo>
                <a:lnTo>
                  <a:pt x="20627" y="1592"/>
                </a:lnTo>
                <a:lnTo>
                  <a:pt x="20974" y="2732"/>
                </a:lnTo>
                <a:lnTo>
                  <a:pt x="21244" y="3865"/>
                </a:lnTo>
                <a:lnTo>
                  <a:pt x="21438" y="5007"/>
                </a:lnTo>
                <a:lnTo>
                  <a:pt x="21557" y="6171"/>
                </a:lnTo>
                <a:lnTo>
                  <a:pt x="21600" y="7371"/>
                </a:lnTo>
                <a:lnTo>
                  <a:pt x="21568" y="8621"/>
                </a:lnTo>
                <a:lnTo>
                  <a:pt x="21464" y="9939"/>
                </a:lnTo>
                <a:lnTo>
                  <a:pt x="20845" y="10826"/>
                </a:lnTo>
                <a:lnTo>
                  <a:pt x="20209" y="11632"/>
                </a:lnTo>
                <a:lnTo>
                  <a:pt x="19555" y="12363"/>
                </a:lnTo>
                <a:lnTo>
                  <a:pt x="18879" y="13028"/>
                </a:lnTo>
                <a:lnTo>
                  <a:pt x="18183" y="13637"/>
                </a:lnTo>
                <a:lnTo>
                  <a:pt x="17463" y="14195"/>
                </a:lnTo>
                <a:lnTo>
                  <a:pt x="16719" y="14710"/>
                </a:lnTo>
                <a:lnTo>
                  <a:pt x="15949" y="15191"/>
                </a:lnTo>
                <a:lnTo>
                  <a:pt x="15151" y="15646"/>
                </a:lnTo>
                <a:lnTo>
                  <a:pt x="14316" y="15646"/>
                </a:lnTo>
                <a:lnTo>
                  <a:pt x="13477" y="15646"/>
                </a:lnTo>
                <a:lnTo>
                  <a:pt x="12626" y="15646"/>
                </a:lnTo>
                <a:lnTo>
                  <a:pt x="12626" y="16903"/>
                </a:lnTo>
                <a:lnTo>
                  <a:pt x="12626" y="18168"/>
                </a:lnTo>
                <a:lnTo>
                  <a:pt x="12626" y="19450"/>
                </a:lnTo>
                <a:lnTo>
                  <a:pt x="11874" y="20248"/>
                </a:lnTo>
                <a:lnTo>
                  <a:pt x="11079" y="20826"/>
                </a:lnTo>
                <a:lnTo>
                  <a:pt x="10248" y="21218"/>
                </a:lnTo>
                <a:lnTo>
                  <a:pt x="9388" y="21455"/>
                </a:lnTo>
                <a:lnTo>
                  <a:pt x="8506" y="21573"/>
                </a:lnTo>
                <a:lnTo>
                  <a:pt x="7608" y="21600"/>
                </a:lnTo>
                <a:lnTo>
                  <a:pt x="6703" y="21570"/>
                </a:lnTo>
                <a:lnTo>
                  <a:pt x="5795" y="21516"/>
                </a:lnTo>
                <a:lnTo>
                  <a:pt x="4892" y="21471"/>
                </a:lnTo>
                <a:lnTo>
                  <a:pt x="4185" y="21457"/>
                </a:lnTo>
                <a:lnTo>
                  <a:pt x="3467" y="21446"/>
                </a:lnTo>
                <a:lnTo>
                  <a:pt x="2601" y="21427"/>
                </a:lnTo>
                <a:lnTo>
                  <a:pt x="1734" y="21404"/>
                </a:lnTo>
                <a:lnTo>
                  <a:pt x="866" y="21379"/>
                </a:lnTo>
                <a:lnTo>
                  <a:pt x="0" y="21353"/>
                </a:lnTo>
                <a:lnTo>
                  <a:pt x="657" y="20189"/>
                </a:lnTo>
                <a:lnTo>
                  <a:pt x="1352" y="19211"/>
                </a:lnTo>
                <a:lnTo>
                  <a:pt x="2084" y="18400"/>
                </a:lnTo>
                <a:lnTo>
                  <a:pt x="2851" y="17737"/>
                </a:lnTo>
                <a:lnTo>
                  <a:pt x="3649" y="17198"/>
                </a:lnTo>
                <a:lnTo>
                  <a:pt x="4478" y="16766"/>
                </a:lnTo>
                <a:lnTo>
                  <a:pt x="5336" y="16418"/>
                </a:lnTo>
                <a:lnTo>
                  <a:pt x="6218" y="16137"/>
                </a:lnTo>
                <a:lnTo>
                  <a:pt x="7126" y="15899"/>
                </a:lnTo>
                <a:lnTo>
                  <a:pt x="8055" y="15684"/>
                </a:lnTo>
                <a:lnTo>
                  <a:pt x="9005" y="15473"/>
                </a:lnTo>
                <a:lnTo>
                  <a:pt x="9972" y="15245"/>
                </a:lnTo>
                <a:lnTo>
                  <a:pt x="10733" y="15026"/>
                </a:lnTo>
                <a:lnTo>
                  <a:pt x="11316" y="14838"/>
                </a:lnTo>
                <a:lnTo>
                  <a:pt x="11912" y="14609"/>
                </a:lnTo>
                <a:lnTo>
                  <a:pt x="12706" y="14269"/>
                </a:lnTo>
                <a:lnTo>
                  <a:pt x="13888" y="13744"/>
                </a:lnTo>
                <a:lnTo>
                  <a:pt x="13888" y="12486"/>
                </a:lnTo>
                <a:lnTo>
                  <a:pt x="13888" y="11221"/>
                </a:lnTo>
                <a:lnTo>
                  <a:pt x="13888" y="9939"/>
                </a:lnTo>
                <a:lnTo>
                  <a:pt x="14723" y="9939"/>
                </a:lnTo>
                <a:lnTo>
                  <a:pt x="15562" y="9939"/>
                </a:lnTo>
                <a:lnTo>
                  <a:pt x="16413" y="9939"/>
                </a:lnTo>
                <a:lnTo>
                  <a:pt x="16413" y="8594"/>
                </a:lnTo>
                <a:lnTo>
                  <a:pt x="16413" y="7248"/>
                </a:lnTo>
                <a:lnTo>
                  <a:pt x="16413" y="5897"/>
                </a:lnTo>
                <a:lnTo>
                  <a:pt x="16413" y="4541"/>
                </a:lnTo>
                <a:lnTo>
                  <a:pt x="16413" y="3179"/>
                </a:lnTo>
                <a:lnTo>
                  <a:pt x="16413" y="1809"/>
                </a:lnTo>
                <a:lnTo>
                  <a:pt x="16413" y="428"/>
                </a:lnTo>
                <a:close/>
              </a:path>
            </a:pathLst>
          </a:custGeom>
          <a:solidFill>
            <a:srgbClr val="AEC0C8"/>
          </a:solidFill>
          <a:ln>
            <a:noFill/>
          </a:ln>
        </p:spPr>
        <p:txBody>
          <a:bodyPr/>
          <a:lstStyle/>
          <a:p/>
        </p:txBody>
      </p:sp>
      <p:sp>
        <p:nvSpPr>
          <p:cNvPr id="5769" name="contour_05767"/>
          <p:cNvSpPr/>
          <p:nvPr/>
        </p:nvSpPr>
        <p:spPr>
          <a:xfrm>
            <a:off x="7735646" y="3345188"/>
            <a:ext cx="5101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0"/>
                </a:lnTo>
                <a:lnTo>
                  <a:pt x="3672" y="0"/>
                </a:lnTo>
                <a:lnTo>
                  <a:pt x="5517" y="0"/>
                </a:lnTo>
                <a:lnTo>
                  <a:pt x="7378" y="0"/>
                </a:lnTo>
                <a:lnTo>
                  <a:pt x="9257" y="0"/>
                </a:lnTo>
                <a:lnTo>
                  <a:pt x="9257" y="891"/>
                </a:lnTo>
                <a:lnTo>
                  <a:pt x="9257" y="1783"/>
                </a:lnTo>
                <a:lnTo>
                  <a:pt x="9257" y="2676"/>
                </a:lnTo>
                <a:lnTo>
                  <a:pt x="9257" y="3571"/>
                </a:lnTo>
                <a:lnTo>
                  <a:pt x="9257" y="4469"/>
                </a:lnTo>
                <a:lnTo>
                  <a:pt x="9257" y="5370"/>
                </a:lnTo>
                <a:lnTo>
                  <a:pt x="9257" y="6275"/>
                </a:lnTo>
                <a:lnTo>
                  <a:pt x="9257" y="7185"/>
                </a:lnTo>
                <a:lnTo>
                  <a:pt x="9257" y="8100"/>
                </a:lnTo>
                <a:lnTo>
                  <a:pt x="11294" y="7877"/>
                </a:lnTo>
                <a:lnTo>
                  <a:pt x="13333" y="7655"/>
                </a:lnTo>
                <a:lnTo>
                  <a:pt x="15382" y="7430"/>
                </a:lnTo>
                <a:lnTo>
                  <a:pt x="17440" y="7205"/>
                </a:lnTo>
                <a:lnTo>
                  <a:pt x="19511" y="6978"/>
                </a:lnTo>
                <a:lnTo>
                  <a:pt x="21600" y="6750"/>
                </a:lnTo>
                <a:lnTo>
                  <a:pt x="21091" y="7641"/>
                </a:lnTo>
                <a:lnTo>
                  <a:pt x="20582" y="8533"/>
                </a:lnTo>
                <a:lnTo>
                  <a:pt x="20069" y="9430"/>
                </a:lnTo>
                <a:lnTo>
                  <a:pt x="19554" y="10330"/>
                </a:lnTo>
                <a:lnTo>
                  <a:pt x="19036" y="11236"/>
                </a:lnTo>
                <a:lnTo>
                  <a:pt x="18514" y="12150"/>
                </a:lnTo>
                <a:lnTo>
                  <a:pt x="16604" y="11983"/>
                </a:lnTo>
                <a:lnTo>
                  <a:pt x="14694" y="11815"/>
                </a:lnTo>
                <a:lnTo>
                  <a:pt x="12778" y="11648"/>
                </a:lnTo>
                <a:lnTo>
                  <a:pt x="10859" y="11480"/>
                </a:lnTo>
                <a:lnTo>
                  <a:pt x="8930" y="11312"/>
                </a:lnTo>
                <a:lnTo>
                  <a:pt x="6992" y="11142"/>
                </a:lnTo>
                <a:lnTo>
                  <a:pt x="5045" y="10971"/>
                </a:lnTo>
                <a:lnTo>
                  <a:pt x="3086" y="10800"/>
                </a:lnTo>
                <a:lnTo>
                  <a:pt x="3086" y="11691"/>
                </a:lnTo>
                <a:lnTo>
                  <a:pt x="3086" y="12582"/>
                </a:lnTo>
                <a:lnTo>
                  <a:pt x="3086" y="13474"/>
                </a:lnTo>
                <a:lnTo>
                  <a:pt x="3086" y="14368"/>
                </a:lnTo>
                <a:lnTo>
                  <a:pt x="3086" y="15263"/>
                </a:lnTo>
                <a:lnTo>
                  <a:pt x="3086" y="16160"/>
                </a:lnTo>
                <a:lnTo>
                  <a:pt x="3086" y="17059"/>
                </a:lnTo>
                <a:lnTo>
                  <a:pt x="3086" y="17960"/>
                </a:lnTo>
                <a:lnTo>
                  <a:pt x="3086" y="18865"/>
                </a:lnTo>
                <a:lnTo>
                  <a:pt x="3086" y="19772"/>
                </a:lnTo>
                <a:lnTo>
                  <a:pt x="3086" y="20685"/>
                </a:lnTo>
                <a:lnTo>
                  <a:pt x="3086" y="21600"/>
                </a:lnTo>
                <a:lnTo>
                  <a:pt x="1555" y="21600"/>
                </a:lnTo>
                <a:lnTo>
                  <a:pt x="0" y="21600"/>
                </a:lnTo>
                <a:lnTo>
                  <a:pt x="0" y="20670"/>
                </a:lnTo>
                <a:lnTo>
                  <a:pt x="0" y="19741"/>
                </a:lnTo>
                <a:lnTo>
                  <a:pt x="0" y="18811"/>
                </a:lnTo>
                <a:lnTo>
                  <a:pt x="0" y="17879"/>
                </a:lnTo>
                <a:lnTo>
                  <a:pt x="0" y="16949"/>
                </a:lnTo>
                <a:lnTo>
                  <a:pt x="0" y="16018"/>
                </a:lnTo>
                <a:lnTo>
                  <a:pt x="0" y="15086"/>
                </a:lnTo>
                <a:lnTo>
                  <a:pt x="0" y="14153"/>
                </a:lnTo>
                <a:lnTo>
                  <a:pt x="0" y="13219"/>
                </a:lnTo>
                <a:lnTo>
                  <a:pt x="0" y="12285"/>
                </a:lnTo>
                <a:lnTo>
                  <a:pt x="0" y="11349"/>
                </a:lnTo>
                <a:lnTo>
                  <a:pt x="0" y="10413"/>
                </a:lnTo>
                <a:lnTo>
                  <a:pt x="0" y="9474"/>
                </a:lnTo>
                <a:lnTo>
                  <a:pt x="0" y="8535"/>
                </a:lnTo>
                <a:lnTo>
                  <a:pt x="0" y="7594"/>
                </a:lnTo>
                <a:lnTo>
                  <a:pt x="0" y="6651"/>
                </a:lnTo>
                <a:lnTo>
                  <a:pt x="0" y="5708"/>
                </a:lnTo>
                <a:lnTo>
                  <a:pt x="0" y="4761"/>
                </a:lnTo>
                <a:lnTo>
                  <a:pt x="0" y="3814"/>
                </a:lnTo>
                <a:lnTo>
                  <a:pt x="0" y="2863"/>
                </a:lnTo>
                <a:lnTo>
                  <a:pt x="0" y="1912"/>
                </a:lnTo>
                <a:lnTo>
                  <a:pt x="0" y="957"/>
                </a:lnTo>
                <a:lnTo>
                  <a:pt x="0" y="0"/>
                </a:lnTo>
                <a:close/>
              </a:path>
            </a:pathLst>
          </a:custGeom>
          <a:solidFill>
            <a:srgbClr val="D9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0" name="contour_05768"/>
          <p:cNvSpPr/>
          <p:nvPr/>
        </p:nvSpPr>
        <p:spPr>
          <a:xfrm>
            <a:off x="7932421" y="3314783"/>
            <a:ext cx="72880" cy="595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455"/>
                </a:moveTo>
                <a:lnTo>
                  <a:pt x="3607" y="235"/>
                </a:lnTo>
                <a:lnTo>
                  <a:pt x="5048" y="95"/>
                </a:lnTo>
                <a:lnTo>
                  <a:pt x="6482" y="19"/>
                </a:lnTo>
                <a:lnTo>
                  <a:pt x="7916" y="0"/>
                </a:lnTo>
                <a:lnTo>
                  <a:pt x="9348" y="29"/>
                </a:lnTo>
                <a:lnTo>
                  <a:pt x="10783" y="100"/>
                </a:lnTo>
                <a:lnTo>
                  <a:pt x="12221" y="201"/>
                </a:lnTo>
                <a:lnTo>
                  <a:pt x="13666" y="320"/>
                </a:lnTo>
                <a:lnTo>
                  <a:pt x="15120" y="455"/>
                </a:lnTo>
                <a:lnTo>
                  <a:pt x="16191" y="455"/>
                </a:lnTo>
                <a:lnTo>
                  <a:pt x="17280" y="455"/>
                </a:lnTo>
                <a:lnTo>
                  <a:pt x="18708" y="455"/>
                </a:lnTo>
                <a:lnTo>
                  <a:pt x="20144" y="455"/>
                </a:lnTo>
                <a:lnTo>
                  <a:pt x="21600" y="455"/>
                </a:lnTo>
                <a:lnTo>
                  <a:pt x="20954" y="4419"/>
                </a:lnTo>
                <a:lnTo>
                  <a:pt x="20403" y="7737"/>
                </a:lnTo>
                <a:lnTo>
                  <a:pt x="19924" y="10475"/>
                </a:lnTo>
                <a:lnTo>
                  <a:pt x="19494" y="12706"/>
                </a:lnTo>
                <a:lnTo>
                  <a:pt x="19088" y="14503"/>
                </a:lnTo>
                <a:lnTo>
                  <a:pt x="18686" y="15933"/>
                </a:lnTo>
                <a:lnTo>
                  <a:pt x="18265" y="17067"/>
                </a:lnTo>
                <a:lnTo>
                  <a:pt x="17801" y="17976"/>
                </a:lnTo>
                <a:lnTo>
                  <a:pt x="17271" y="18730"/>
                </a:lnTo>
                <a:lnTo>
                  <a:pt x="16656" y="19401"/>
                </a:lnTo>
                <a:lnTo>
                  <a:pt x="15930" y="20059"/>
                </a:lnTo>
                <a:lnTo>
                  <a:pt x="15070" y="20775"/>
                </a:lnTo>
                <a:lnTo>
                  <a:pt x="13876" y="21098"/>
                </a:lnTo>
                <a:lnTo>
                  <a:pt x="12945" y="21304"/>
                </a:lnTo>
                <a:lnTo>
                  <a:pt x="11969" y="21428"/>
                </a:lnTo>
                <a:lnTo>
                  <a:pt x="10636" y="21515"/>
                </a:lnTo>
                <a:lnTo>
                  <a:pt x="8640" y="21600"/>
                </a:lnTo>
                <a:lnTo>
                  <a:pt x="8817" y="19908"/>
                </a:lnTo>
                <a:lnTo>
                  <a:pt x="8999" y="18204"/>
                </a:lnTo>
                <a:lnTo>
                  <a:pt x="9180" y="16478"/>
                </a:lnTo>
                <a:lnTo>
                  <a:pt x="9182" y="14329"/>
                </a:lnTo>
                <a:lnTo>
                  <a:pt x="9044" y="12915"/>
                </a:lnTo>
                <a:lnTo>
                  <a:pt x="8640" y="11027"/>
                </a:lnTo>
                <a:lnTo>
                  <a:pt x="7255" y="10211"/>
                </a:lnTo>
                <a:lnTo>
                  <a:pt x="5864" y="9592"/>
                </a:lnTo>
                <a:lnTo>
                  <a:pt x="4452" y="9137"/>
                </a:lnTo>
                <a:lnTo>
                  <a:pt x="3009" y="8810"/>
                </a:lnTo>
                <a:lnTo>
                  <a:pt x="1529" y="8569"/>
                </a:lnTo>
                <a:lnTo>
                  <a:pt x="0" y="8384"/>
                </a:lnTo>
                <a:lnTo>
                  <a:pt x="147" y="6418"/>
                </a:lnTo>
                <a:lnTo>
                  <a:pt x="333" y="5022"/>
                </a:lnTo>
                <a:lnTo>
                  <a:pt x="661" y="3817"/>
                </a:lnTo>
                <a:lnTo>
                  <a:pt x="1236" y="2421"/>
                </a:lnTo>
                <a:lnTo>
                  <a:pt x="2160" y="455"/>
                </a:lnTo>
                <a:close/>
              </a:path>
            </a:pathLst>
          </a:custGeom>
          <a:solidFill>
            <a:srgbClr val="9C9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1" name="contour_05769"/>
          <p:cNvSpPr/>
          <p:nvPr/>
        </p:nvSpPr>
        <p:spPr>
          <a:xfrm>
            <a:off x="4120802" y="3286884"/>
            <a:ext cx="196776" cy="37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00" y="0"/>
                </a:moveTo>
                <a:lnTo>
                  <a:pt x="15728" y="0"/>
                </a:lnTo>
                <a:lnTo>
                  <a:pt x="16256" y="0"/>
                </a:lnTo>
                <a:lnTo>
                  <a:pt x="16785" y="0"/>
                </a:lnTo>
                <a:lnTo>
                  <a:pt x="17314" y="0"/>
                </a:lnTo>
                <a:lnTo>
                  <a:pt x="17845" y="0"/>
                </a:lnTo>
                <a:lnTo>
                  <a:pt x="18376" y="0"/>
                </a:lnTo>
                <a:lnTo>
                  <a:pt x="18909" y="0"/>
                </a:lnTo>
                <a:lnTo>
                  <a:pt x="19443" y="0"/>
                </a:lnTo>
                <a:lnTo>
                  <a:pt x="19979" y="0"/>
                </a:lnTo>
                <a:lnTo>
                  <a:pt x="20517" y="0"/>
                </a:lnTo>
                <a:lnTo>
                  <a:pt x="21058" y="0"/>
                </a:lnTo>
                <a:lnTo>
                  <a:pt x="21600" y="0"/>
                </a:lnTo>
                <a:lnTo>
                  <a:pt x="21062" y="1839"/>
                </a:lnTo>
                <a:lnTo>
                  <a:pt x="20538" y="3505"/>
                </a:lnTo>
                <a:lnTo>
                  <a:pt x="20027" y="5014"/>
                </a:lnTo>
                <a:lnTo>
                  <a:pt x="19526" y="6371"/>
                </a:lnTo>
                <a:lnTo>
                  <a:pt x="19032" y="7585"/>
                </a:lnTo>
                <a:lnTo>
                  <a:pt x="18543" y="8667"/>
                </a:lnTo>
                <a:lnTo>
                  <a:pt x="18057" y="9631"/>
                </a:lnTo>
                <a:lnTo>
                  <a:pt x="17570" y="10477"/>
                </a:lnTo>
                <a:lnTo>
                  <a:pt x="17081" y="11221"/>
                </a:lnTo>
                <a:lnTo>
                  <a:pt x="16586" y="11872"/>
                </a:lnTo>
                <a:lnTo>
                  <a:pt x="16084" y="12434"/>
                </a:lnTo>
                <a:lnTo>
                  <a:pt x="15572" y="12924"/>
                </a:lnTo>
                <a:lnTo>
                  <a:pt x="15048" y="13347"/>
                </a:lnTo>
                <a:lnTo>
                  <a:pt x="14508" y="13715"/>
                </a:lnTo>
                <a:lnTo>
                  <a:pt x="13951" y="14032"/>
                </a:lnTo>
                <a:lnTo>
                  <a:pt x="13374" y="14311"/>
                </a:lnTo>
                <a:lnTo>
                  <a:pt x="12775" y="14565"/>
                </a:lnTo>
                <a:lnTo>
                  <a:pt x="12150" y="14797"/>
                </a:lnTo>
                <a:lnTo>
                  <a:pt x="11586" y="15009"/>
                </a:lnTo>
                <a:lnTo>
                  <a:pt x="11026" y="15229"/>
                </a:lnTo>
                <a:lnTo>
                  <a:pt x="10467" y="15461"/>
                </a:lnTo>
                <a:lnTo>
                  <a:pt x="9912" y="15711"/>
                </a:lnTo>
                <a:lnTo>
                  <a:pt x="9359" y="15981"/>
                </a:lnTo>
                <a:lnTo>
                  <a:pt x="8808" y="16277"/>
                </a:lnTo>
                <a:lnTo>
                  <a:pt x="8258" y="16603"/>
                </a:lnTo>
                <a:lnTo>
                  <a:pt x="7710" y="16962"/>
                </a:lnTo>
                <a:lnTo>
                  <a:pt x="7164" y="17364"/>
                </a:lnTo>
                <a:lnTo>
                  <a:pt x="6618" y="17803"/>
                </a:lnTo>
                <a:lnTo>
                  <a:pt x="6074" y="18294"/>
                </a:lnTo>
                <a:lnTo>
                  <a:pt x="5529" y="18831"/>
                </a:lnTo>
                <a:lnTo>
                  <a:pt x="4984" y="19431"/>
                </a:lnTo>
                <a:lnTo>
                  <a:pt x="4439" y="20086"/>
                </a:lnTo>
                <a:lnTo>
                  <a:pt x="3894" y="20809"/>
                </a:lnTo>
                <a:lnTo>
                  <a:pt x="3347" y="21600"/>
                </a:lnTo>
                <a:lnTo>
                  <a:pt x="3030" y="21422"/>
                </a:lnTo>
                <a:lnTo>
                  <a:pt x="2762" y="21135"/>
                </a:lnTo>
                <a:lnTo>
                  <a:pt x="2505" y="20581"/>
                </a:lnTo>
                <a:lnTo>
                  <a:pt x="2218" y="19613"/>
                </a:lnTo>
                <a:lnTo>
                  <a:pt x="1864" y="18066"/>
                </a:lnTo>
                <a:lnTo>
                  <a:pt x="1402" y="15795"/>
                </a:lnTo>
                <a:lnTo>
                  <a:pt x="794" y="12641"/>
                </a:lnTo>
                <a:lnTo>
                  <a:pt x="0" y="8456"/>
                </a:lnTo>
                <a:lnTo>
                  <a:pt x="558" y="8456"/>
                </a:lnTo>
                <a:lnTo>
                  <a:pt x="1114" y="8456"/>
                </a:lnTo>
                <a:lnTo>
                  <a:pt x="1672" y="8456"/>
                </a:lnTo>
                <a:lnTo>
                  <a:pt x="2230" y="8456"/>
                </a:lnTo>
                <a:lnTo>
                  <a:pt x="2788" y="8456"/>
                </a:lnTo>
                <a:lnTo>
                  <a:pt x="3346" y="8456"/>
                </a:lnTo>
                <a:lnTo>
                  <a:pt x="3904" y="8456"/>
                </a:lnTo>
                <a:lnTo>
                  <a:pt x="4462" y="8456"/>
                </a:lnTo>
                <a:lnTo>
                  <a:pt x="5022" y="8456"/>
                </a:lnTo>
                <a:lnTo>
                  <a:pt x="5581" y="8456"/>
                </a:lnTo>
                <a:lnTo>
                  <a:pt x="6141" y="8456"/>
                </a:lnTo>
                <a:lnTo>
                  <a:pt x="6702" y="8456"/>
                </a:lnTo>
                <a:lnTo>
                  <a:pt x="7262" y="8456"/>
                </a:lnTo>
                <a:lnTo>
                  <a:pt x="7824" y="8456"/>
                </a:lnTo>
                <a:lnTo>
                  <a:pt x="8386" y="8456"/>
                </a:lnTo>
                <a:lnTo>
                  <a:pt x="8949" y="8456"/>
                </a:lnTo>
                <a:lnTo>
                  <a:pt x="9513" y="8456"/>
                </a:lnTo>
                <a:lnTo>
                  <a:pt x="10077" y="8456"/>
                </a:lnTo>
                <a:lnTo>
                  <a:pt x="10642" y="8456"/>
                </a:lnTo>
                <a:lnTo>
                  <a:pt x="11209" y="8456"/>
                </a:lnTo>
                <a:lnTo>
                  <a:pt x="11775" y="8456"/>
                </a:lnTo>
                <a:lnTo>
                  <a:pt x="12343" y="8456"/>
                </a:lnTo>
                <a:lnTo>
                  <a:pt x="12913" y="8456"/>
                </a:lnTo>
                <a:lnTo>
                  <a:pt x="13482" y="8456"/>
                </a:lnTo>
                <a:lnTo>
                  <a:pt x="14054" y="8456"/>
                </a:lnTo>
                <a:lnTo>
                  <a:pt x="14626" y="8456"/>
                </a:lnTo>
                <a:lnTo>
                  <a:pt x="15200" y="8456"/>
                </a:lnTo>
                <a:lnTo>
                  <a:pt x="15200" y="5661"/>
                </a:lnTo>
                <a:lnTo>
                  <a:pt x="15200" y="2850"/>
                </a:lnTo>
                <a:lnTo>
                  <a:pt x="15200" y="0"/>
                </a:lnTo>
                <a:close/>
              </a:path>
            </a:pathLst>
          </a:custGeom>
          <a:solidFill>
            <a:srgbClr val="B5C2CA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2" name="contour_05770"/>
          <p:cNvSpPr/>
          <p:nvPr/>
        </p:nvSpPr>
        <p:spPr>
          <a:xfrm>
            <a:off x="9710691" y="3244009"/>
            <a:ext cx="94744" cy="72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1930"/>
                </a:moveTo>
                <a:lnTo>
                  <a:pt x="9557" y="3283"/>
                </a:lnTo>
                <a:lnTo>
                  <a:pt x="9147" y="4636"/>
                </a:lnTo>
                <a:lnTo>
                  <a:pt x="8733" y="5993"/>
                </a:lnTo>
                <a:lnTo>
                  <a:pt x="8319" y="7352"/>
                </a:lnTo>
                <a:lnTo>
                  <a:pt x="7906" y="8718"/>
                </a:lnTo>
                <a:lnTo>
                  <a:pt x="7489" y="10091"/>
                </a:lnTo>
                <a:lnTo>
                  <a:pt x="7068" y="11470"/>
                </a:lnTo>
                <a:lnTo>
                  <a:pt x="6646" y="12858"/>
                </a:lnTo>
                <a:lnTo>
                  <a:pt x="7784" y="12858"/>
                </a:lnTo>
                <a:lnTo>
                  <a:pt x="8924" y="12858"/>
                </a:lnTo>
                <a:lnTo>
                  <a:pt x="10064" y="12858"/>
                </a:lnTo>
                <a:lnTo>
                  <a:pt x="11205" y="12858"/>
                </a:lnTo>
                <a:lnTo>
                  <a:pt x="12349" y="12858"/>
                </a:lnTo>
                <a:lnTo>
                  <a:pt x="13493" y="12858"/>
                </a:lnTo>
                <a:lnTo>
                  <a:pt x="14641" y="12858"/>
                </a:lnTo>
                <a:lnTo>
                  <a:pt x="15791" y="12858"/>
                </a:lnTo>
                <a:lnTo>
                  <a:pt x="16944" y="12858"/>
                </a:lnTo>
                <a:lnTo>
                  <a:pt x="18102" y="12858"/>
                </a:lnTo>
                <a:lnTo>
                  <a:pt x="19264" y="12858"/>
                </a:lnTo>
                <a:lnTo>
                  <a:pt x="20429" y="12858"/>
                </a:lnTo>
                <a:lnTo>
                  <a:pt x="21600" y="12858"/>
                </a:lnTo>
                <a:lnTo>
                  <a:pt x="19737" y="14082"/>
                </a:lnTo>
                <a:lnTo>
                  <a:pt x="18196" y="15094"/>
                </a:lnTo>
                <a:lnTo>
                  <a:pt x="16923" y="15922"/>
                </a:lnTo>
                <a:lnTo>
                  <a:pt x="15869" y="16599"/>
                </a:lnTo>
                <a:lnTo>
                  <a:pt x="14985" y="17157"/>
                </a:lnTo>
                <a:lnTo>
                  <a:pt x="14218" y="17624"/>
                </a:lnTo>
                <a:lnTo>
                  <a:pt x="13520" y="18031"/>
                </a:lnTo>
                <a:lnTo>
                  <a:pt x="12837" y="18411"/>
                </a:lnTo>
                <a:lnTo>
                  <a:pt x="12121" y="18794"/>
                </a:lnTo>
                <a:lnTo>
                  <a:pt x="11320" y="19209"/>
                </a:lnTo>
                <a:lnTo>
                  <a:pt x="10385" y="19688"/>
                </a:lnTo>
                <a:lnTo>
                  <a:pt x="9315" y="20238"/>
                </a:lnTo>
                <a:lnTo>
                  <a:pt x="8230" y="20798"/>
                </a:lnTo>
                <a:lnTo>
                  <a:pt x="7836" y="20997"/>
                </a:lnTo>
                <a:lnTo>
                  <a:pt x="6646" y="21600"/>
                </a:lnTo>
                <a:lnTo>
                  <a:pt x="6646" y="20155"/>
                </a:lnTo>
                <a:lnTo>
                  <a:pt x="6646" y="18702"/>
                </a:lnTo>
                <a:lnTo>
                  <a:pt x="6646" y="17229"/>
                </a:lnTo>
                <a:lnTo>
                  <a:pt x="5555" y="16575"/>
                </a:lnTo>
                <a:lnTo>
                  <a:pt x="4692" y="16221"/>
                </a:lnTo>
                <a:lnTo>
                  <a:pt x="3323" y="15863"/>
                </a:lnTo>
                <a:lnTo>
                  <a:pt x="2396" y="15616"/>
                </a:lnTo>
                <a:lnTo>
                  <a:pt x="1454" y="15367"/>
                </a:lnTo>
                <a:lnTo>
                  <a:pt x="731" y="15205"/>
                </a:lnTo>
                <a:lnTo>
                  <a:pt x="0" y="15043"/>
                </a:lnTo>
                <a:lnTo>
                  <a:pt x="284" y="13756"/>
                </a:lnTo>
                <a:lnTo>
                  <a:pt x="572" y="12471"/>
                </a:lnTo>
                <a:lnTo>
                  <a:pt x="862" y="11186"/>
                </a:lnTo>
                <a:lnTo>
                  <a:pt x="1156" y="9903"/>
                </a:lnTo>
                <a:lnTo>
                  <a:pt x="1454" y="8622"/>
                </a:lnTo>
                <a:lnTo>
                  <a:pt x="1723" y="7429"/>
                </a:lnTo>
                <a:lnTo>
                  <a:pt x="1996" y="6229"/>
                </a:lnTo>
                <a:lnTo>
                  <a:pt x="2271" y="5012"/>
                </a:lnTo>
                <a:lnTo>
                  <a:pt x="2904" y="3204"/>
                </a:lnTo>
                <a:lnTo>
                  <a:pt x="3388" y="2109"/>
                </a:lnTo>
                <a:lnTo>
                  <a:pt x="3969" y="1283"/>
                </a:lnTo>
                <a:lnTo>
                  <a:pt x="4893" y="282"/>
                </a:lnTo>
                <a:lnTo>
                  <a:pt x="5776" y="37"/>
                </a:lnTo>
                <a:lnTo>
                  <a:pt x="6480" y="0"/>
                </a:lnTo>
                <a:lnTo>
                  <a:pt x="7251" y="251"/>
                </a:lnTo>
                <a:lnTo>
                  <a:pt x="8334" y="868"/>
                </a:lnTo>
                <a:lnTo>
                  <a:pt x="9969" y="1930"/>
                </a:lnTo>
                <a:close/>
              </a:path>
            </a:pathLst>
          </a:custGeom>
          <a:solidFill>
            <a:srgbClr val="B1C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3" name="contour_05771"/>
          <p:cNvSpPr/>
          <p:nvPr/>
        </p:nvSpPr>
        <p:spPr>
          <a:xfrm>
            <a:off x="10599826" y="3247857"/>
            <a:ext cx="87755" cy="40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33" y="1396"/>
                </a:moveTo>
                <a:lnTo>
                  <a:pt x="20466" y="3858"/>
                </a:lnTo>
                <a:lnTo>
                  <a:pt x="21001" y="6320"/>
                </a:lnTo>
                <a:lnTo>
                  <a:pt x="21354" y="8830"/>
                </a:lnTo>
                <a:lnTo>
                  <a:pt x="21548" y="11437"/>
                </a:lnTo>
                <a:lnTo>
                  <a:pt x="21600" y="14186"/>
                </a:lnTo>
                <a:lnTo>
                  <a:pt x="21526" y="17128"/>
                </a:lnTo>
                <a:lnTo>
                  <a:pt x="20432" y="19366"/>
                </a:lnTo>
                <a:lnTo>
                  <a:pt x="19546" y="20688"/>
                </a:lnTo>
                <a:lnTo>
                  <a:pt x="18671" y="21340"/>
                </a:lnTo>
                <a:lnTo>
                  <a:pt x="17605" y="21557"/>
                </a:lnTo>
                <a:lnTo>
                  <a:pt x="16152" y="21584"/>
                </a:lnTo>
                <a:lnTo>
                  <a:pt x="15090" y="21592"/>
                </a:lnTo>
                <a:lnTo>
                  <a:pt x="14012" y="21600"/>
                </a:lnTo>
                <a:lnTo>
                  <a:pt x="12900" y="21576"/>
                </a:lnTo>
                <a:lnTo>
                  <a:pt x="11771" y="21553"/>
                </a:lnTo>
                <a:lnTo>
                  <a:pt x="10672" y="21576"/>
                </a:lnTo>
                <a:lnTo>
                  <a:pt x="9554" y="21600"/>
                </a:lnTo>
                <a:lnTo>
                  <a:pt x="8489" y="21592"/>
                </a:lnTo>
                <a:lnTo>
                  <a:pt x="7407" y="21584"/>
                </a:lnTo>
                <a:lnTo>
                  <a:pt x="6435" y="21576"/>
                </a:lnTo>
                <a:lnTo>
                  <a:pt x="5448" y="21569"/>
                </a:lnTo>
                <a:lnTo>
                  <a:pt x="4243" y="21104"/>
                </a:lnTo>
                <a:lnTo>
                  <a:pt x="3146" y="20420"/>
                </a:lnTo>
                <a:lnTo>
                  <a:pt x="2106" y="19519"/>
                </a:lnTo>
                <a:lnTo>
                  <a:pt x="1075" y="18418"/>
                </a:lnTo>
                <a:lnTo>
                  <a:pt x="0" y="17128"/>
                </a:lnTo>
                <a:lnTo>
                  <a:pt x="588" y="14363"/>
                </a:lnTo>
                <a:lnTo>
                  <a:pt x="1207" y="12031"/>
                </a:lnTo>
                <a:lnTo>
                  <a:pt x="1875" y="10053"/>
                </a:lnTo>
                <a:lnTo>
                  <a:pt x="2615" y="8354"/>
                </a:lnTo>
                <a:lnTo>
                  <a:pt x="3450" y="6871"/>
                </a:lnTo>
                <a:lnTo>
                  <a:pt x="4399" y="5518"/>
                </a:lnTo>
                <a:lnTo>
                  <a:pt x="5484" y="4232"/>
                </a:lnTo>
                <a:lnTo>
                  <a:pt x="6727" y="2934"/>
                </a:lnTo>
                <a:lnTo>
                  <a:pt x="7900" y="2175"/>
                </a:lnTo>
                <a:lnTo>
                  <a:pt x="9075" y="1518"/>
                </a:lnTo>
                <a:lnTo>
                  <a:pt x="10250" y="968"/>
                </a:lnTo>
                <a:lnTo>
                  <a:pt x="11427" y="531"/>
                </a:lnTo>
                <a:lnTo>
                  <a:pt x="12606" y="220"/>
                </a:lnTo>
                <a:lnTo>
                  <a:pt x="13786" y="39"/>
                </a:lnTo>
                <a:lnTo>
                  <a:pt x="14970" y="0"/>
                </a:lnTo>
                <a:lnTo>
                  <a:pt x="16156" y="106"/>
                </a:lnTo>
                <a:lnTo>
                  <a:pt x="17343" y="370"/>
                </a:lnTo>
                <a:lnTo>
                  <a:pt x="18536" y="794"/>
                </a:lnTo>
                <a:lnTo>
                  <a:pt x="19733" y="1396"/>
                </a:lnTo>
                <a:close/>
              </a:path>
            </a:pathLst>
          </a:custGeom>
          <a:solidFill>
            <a:srgbClr val="D0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4" name="contour_05772"/>
          <p:cNvSpPr/>
          <p:nvPr/>
        </p:nvSpPr>
        <p:spPr>
          <a:xfrm>
            <a:off x="4390458" y="3243156"/>
            <a:ext cx="18948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6" y="575"/>
                </a:lnTo>
                <a:lnTo>
                  <a:pt x="755" y="1153"/>
                </a:lnTo>
                <a:lnTo>
                  <a:pt x="1139" y="1737"/>
                </a:lnTo>
                <a:lnTo>
                  <a:pt x="1712" y="2510"/>
                </a:lnTo>
                <a:lnTo>
                  <a:pt x="2287" y="3244"/>
                </a:lnTo>
                <a:lnTo>
                  <a:pt x="2863" y="3936"/>
                </a:lnTo>
                <a:lnTo>
                  <a:pt x="3439" y="4588"/>
                </a:lnTo>
                <a:lnTo>
                  <a:pt x="4016" y="5201"/>
                </a:lnTo>
                <a:lnTo>
                  <a:pt x="4594" y="5780"/>
                </a:lnTo>
                <a:lnTo>
                  <a:pt x="5173" y="6324"/>
                </a:lnTo>
                <a:lnTo>
                  <a:pt x="5754" y="6834"/>
                </a:lnTo>
                <a:lnTo>
                  <a:pt x="6335" y="7314"/>
                </a:lnTo>
                <a:lnTo>
                  <a:pt x="6916" y="7759"/>
                </a:lnTo>
                <a:lnTo>
                  <a:pt x="7498" y="8173"/>
                </a:lnTo>
                <a:lnTo>
                  <a:pt x="8081" y="8562"/>
                </a:lnTo>
                <a:lnTo>
                  <a:pt x="8664" y="8925"/>
                </a:lnTo>
                <a:lnTo>
                  <a:pt x="9249" y="9262"/>
                </a:lnTo>
                <a:lnTo>
                  <a:pt x="9833" y="9577"/>
                </a:lnTo>
                <a:lnTo>
                  <a:pt x="10419" y="9867"/>
                </a:lnTo>
                <a:lnTo>
                  <a:pt x="11004" y="10135"/>
                </a:lnTo>
                <a:lnTo>
                  <a:pt x="11591" y="10385"/>
                </a:lnTo>
                <a:lnTo>
                  <a:pt x="12177" y="10614"/>
                </a:lnTo>
                <a:lnTo>
                  <a:pt x="12765" y="10830"/>
                </a:lnTo>
                <a:lnTo>
                  <a:pt x="13352" y="11029"/>
                </a:lnTo>
                <a:lnTo>
                  <a:pt x="13940" y="11215"/>
                </a:lnTo>
                <a:lnTo>
                  <a:pt x="14528" y="11388"/>
                </a:lnTo>
                <a:lnTo>
                  <a:pt x="15117" y="11547"/>
                </a:lnTo>
                <a:lnTo>
                  <a:pt x="15706" y="11699"/>
                </a:lnTo>
                <a:lnTo>
                  <a:pt x="16295" y="11837"/>
                </a:lnTo>
                <a:lnTo>
                  <a:pt x="16884" y="11975"/>
                </a:lnTo>
                <a:lnTo>
                  <a:pt x="17474" y="12100"/>
                </a:lnTo>
                <a:lnTo>
                  <a:pt x="18063" y="12226"/>
                </a:lnTo>
                <a:lnTo>
                  <a:pt x="18652" y="12347"/>
                </a:lnTo>
                <a:lnTo>
                  <a:pt x="19241" y="12468"/>
                </a:lnTo>
                <a:lnTo>
                  <a:pt x="19831" y="12588"/>
                </a:lnTo>
                <a:lnTo>
                  <a:pt x="20421" y="12709"/>
                </a:lnTo>
                <a:lnTo>
                  <a:pt x="21010" y="12830"/>
                </a:lnTo>
                <a:lnTo>
                  <a:pt x="21600" y="12960"/>
                </a:lnTo>
                <a:lnTo>
                  <a:pt x="21600" y="15103"/>
                </a:lnTo>
                <a:lnTo>
                  <a:pt x="21600" y="17280"/>
                </a:lnTo>
                <a:lnTo>
                  <a:pt x="21022" y="17397"/>
                </a:lnTo>
                <a:lnTo>
                  <a:pt x="20444" y="17513"/>
                </a:lnTo>
                <a:lnTo>
                  <a:pt x="19866" y="17626"/>
                </a:lnTo>
                <a:lnTo>
                  <a:pt x="19288" y="17742"/>
                </a:lnTo>
                <a:lnTo>
                  <a:pt x="18710" y="17859"/>
                </a:lnTo>
                <a:lnTo>
                  <a:pt x="18132" y="17976"/>
                </a:lnTo>
                <a:lnTo>
                  <a:pt x="17553" y="18088"/>
                </a:lnTo>
                <a:lnTo>
                  <a:pt x="16974" y="18204"/>
                </a:lnTo>
                <a:lnTo>
                  <a:pt x="16395" y="18321"/>
                </a:lnTo>
                <a:lnTo>
                  <a:pt x="15816" y="18438"/>
                </a:lnTo>
                <a:lnTo>
                  <a:pt x="15237" y="18554"/>
                </a:lnTo>
                <a:lnTo>
                  <a:pt x="14657" y="18667"/>
                </a:lnTo>
                <a:lnTo>
                  <a:pt x="14077" y="18783"/>
                </a:lnTo>
                <a:lnTo>
                  <a:pt x="13497" y="18900"/>
                </a:lnTo>
                <a:lnTo>
                  <a:pt x="12917" y="19017"/>
                </a:lnTo>
                <a:lnTo>
                  <a:pt x="12335" y="19133"/>
                </a:lnTo>
                <a:lnTo>
                  <a:pt x="11754" y="19250"/>
                </a:lnTo>
                <a:lnTo>
                  <a:pt x="11172" y="19367"/>
                </a:lnTo>
                <a:lnTo>
                  <a:pt x="10590" y="19483"/>
                </a:lnTo>
                <a:lnTo>
                  <a:pt x="10007" y="19600"/>
                </a:lnTo>
                <a:lnTo>
                  <a:pt x="9423" y="19716"/>
                </a:lnTo>
                <a:lnTo>
                  <a:pt x="8839" y="19833"/>
                </a:lnTo>
                <a:lnTo>
                  <a:pt x="8255" y="19950"/>
                </a:lnTo>
                <a:lnTo>
                  <a:pt x="7670" y="20066"/>
                </a:lnTo>
                <a:lnTo>
                  <a:pt x="7085" y="20183"/>
                </a:lnTo>
                <a:lnTo>
                  <a:pt x="6498" y="20300"/>
                </a:lnTo>
                <a:lnTo>
                  <a:pt x="5912" y="20416"/>
                </a:lnTo>
                <a:lnTo>
                  <a:pt x="5324" y="20537"/>
                </a:lnTo>
                <a:lnTo>
                  <a:pt x="4735" y="20654"/>
                </a:lnTo>
                <a:lnTo>
                  <a:pt x="4146" y="20771"/>
                </a:lnTo>
                <a:lnTo>
                  <a:pt x="3557" y="20887"/>
                </a:lnTo>
                <a:lnTo>
                  <a:pt x="2966" y="21008"/>
                </a:lnTo>
                <a:lnTo>
                  <a:pt x="2374" y="21125"/>
                </a:lnTo>
                <a:lnTo>
                  <a:pt x="1782" y="21241"/>
                </a:lnTo>
                <a:lnTo>
                  <a:pt x="1189" y="21362"/>
                </a:lnTo>
                <a:lnTo>
                  <a:pt x="595" y="21479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C1D0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5" name="contour_05773"/>
          <p:cNvSpPr/>
          <p:nvPr/>
        </p:nvSpPr>
        <p:spPr>
          <a:xfrm>
            <a:off x="1927116" y="3203728"/>
            <a:ext cx="80168" cy="45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1413"/>
                </a:moveTo>
                <a:lnTo>
                  <a:pt x="3340" y="910"/>
                </a:lnTo>
                <a:lnTo>
                  <a:pt x="4611" y="538"/>
                </a:lnTo>
                <a:lnTo>
                  <a:pt x="5830" y="279"/>
                </a:lnTo>
                <a:lnTo>
                  <a:pt x="7049" y="131"/>
                </a:lnTo>
                <a:lnTo>
                  <a:pt x="8322" y="83"/>
                </a:lnTo>
                <a:lnTo>
                  <a:pt x="9696" y="121"/>
                </a:lnTo>
                <a:lnTo>
                  <a:pt x="10759" y="62"/>
                </a:lnTo>
                <a:lnTo>
                  <a:pt x="11839" y="0"/>
                </a:lnTo>
                <a:lnTo>
                  <a:pt x="12885" y="31"/>
                </a:lnTo>
                <a:lnTo>
                  <a:pt x="13712" y="121"/>
                </a:lnTo>
                <a:lnTo>
                  <a:pt x="14600" y="334"/>
                </a:lnTo>
                <a:lnTo>
                  <a:pt x="15825" y="745"/>
                </a:lnTo>
                <a:lnTo>
                  <a:pt x="17673" y="1413"/>
                </a:lnTo>
                <a:lnTo>
                  <a:pt x="18768" y="3485"/>
                </a:lnTo>
                <a:lnTo>
                  <a:pt x="19540" y="5036"/>
                </a:lnTo>
                <a:lnTo>
                  <a:pt x="20102" y="6353"/>
                </a:lnTo>
                <a:lnTo>
                  <a:pt x="20559" y="7718"/>
                </a:lnTo>
                <a:lnTo>
                  <a:pt x="21023" y="9425"/>
                </a:lnTo>
                <a:lnTo>
                  <a:pt x="21600" y="11755"/>
                </a:lnTo>
                <a:lnTo>
                  <a:pt x="21166" y="14106"/>
                </a:lnTo>
                <a:lnTo>
                  <a:pt x="20602" y="15943"/>
                </a:lnTo>
                <a:lnTo>
                  <a:pt x="19888" y="17488"/>
                </a:lnTo>
                <a:lnTo>
                  <a:pt x="19002" y="18966"/>
                </a:lnTo>
                <a:lnTo>
                  <a:pt x="17926" y="20600"/>
                </a:lnTo>
                <a:lnTo>
                  <a:pt x="16606" y="21293"/>
                </a:lnTo>
                <a:lnTo>
                  <a:pt x="15326" y="21600"/>
                </a:lnTo>
                <a:lnTo>
                  <a:pt x="14073" y="21572"/>
                </a:lnTo>
                <a:lnTo>
                  <a:pt x="12842" y="21266"/>
                </a:lnTo>
                <a:lnTo>
                  <a:pt x="11623" y="20731"/>
                </a:lnTo>
                <a:lnTo>
                  <a:pt x="10405" y="20028"/>
                </a:lnTo>
                <a:lnTo>
                  <a:pt x="9182" y="19204"/>
                </a:lnTo>
                <a:lnTo>
                  <a:pt x="7943" y="18311"/>
                </a:lnTo>
                <a:lnTo>
                  <a:pt x="6680" y="17412"/>
                </a:lnTo>
                <a:lnTo>
                  <a:pt x="5555" y="16502"/>
                </a:lnTo>
                <a:lnTo>
                  <a:pt x="4436" y="15585"/>
                </a:lnTo>
                <a:lnTo>
                  <a:pt x="3321" y="14654"/>
                </a:lnTo>
                <a:lnTo>
                  <a:pt x="2209" y="13706"/>
                </a:lnTo>
                <a:lnTo>
                  <a:pt x="1104" y="12741"/>
                </a:lnTo>
                <a:lnTo>
                  <a:pt x="0" y="11755"/>
                </a:lnTo>
                <a:lnTo>
                  <a:pt x="255" y="9228"/>
                </a:lnTo>
                <a:lnTo>
                  <a:pt x="485" y="7429"/>
                </a:lnTo>
                <a:lnTo>
                  <a:pt x="783" y="5857"/>
                </a:lnTo>
                <a:lnTo>
                  <a:pt x="1245" y="4016"/>
                </a:lnTo>
                <a:lnTo>
                  <a:pt x="1964" y="1413"/>
                </a:lnTo>
                <a:close/>
              </a:path>
            </a:pathLst>
          </a:custGeom>
          <a:solidFill>
            <a:srgbClr val="772432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6" name="contour_05774"/>
          <p:cNvSpPr/>
          <p:nvPr/>
        </p:nvSpPr>
        <p:spPr>
          <a:xfrm>
            <a:off x="4988073" y="3141124"/>
            <a:ext cx="227240" cy="304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12" y="0"/>
                </a:moveTo>
                <a:lnTo>
                  <a:pt x="18501" y="0"/>
                </a:lnTo>
                <a:lnTo>
                  <a:pt x="18992" y="0"/>
                </a:lnTo>
                <a:lnTo>
                  <a:pt x="19484" y="0"/>
                </a:lnTo>
                <a:lnTo>
                  <a:pt x="19978" y="0"/>
                </a:lnTo>
                <a:lnTo>
                  <a:pt x="20474" y="0"/>
                </a:lnTo>
                <a:lnTo>
                  <a:pt x="20972" y="0"/>
                </a:lnTo>
                <a:lnTo>
                  <a:pt x="21475" y="0"/>
                </a:lnTo>
                <a:lnTo>
                  <a:pt x="21558" y="3690"/>
                </a:lnTo>
                <a:lnTo>
                  <a:pt x="21600" y="6342"/>
                </a:lnTo>
                <a:lnTo>
                  <a:pt x="21600" y="8699"/>
                </a:lnTo>
                <a:lnTo>
                  <a:pt x="21558" y="11506"/>
                </a:lnTo>
                <a:lnTo>
                  <a:pt x="21475" y="15506"/>
                </a:lnTo>
                <a:lnTo>
                  <a:pt x="21029" y="16716"/>
                </a:lnTo>
                <a:lnTo>
                  <a:pt x="20579" y="17754"/>
                </a:lnTo>
                <a:lnTo>
                  <a:pt x="20124" y="18644"/>
                </a:lnTo>
                <a:lnTo>
                  <a:pt x="19667" y="19388"/>
                </a:lnTo>
                <a:lnTo>
                  <a:pt x="19204" y="20003"/>
                </a:lnTo>
                <a:lnTo>
                  <a:pt x="18740" y="20499"/>
                </a:lnTo>
                <a:lnTo>
                  <a:pt x="18273" y="20882"/>
                </a:lnTo>
                <a:lnTo>
                  <a:pt x="17804" y="21176"/>
                </a:lnTo>
                <a:lnTo>
                  <a:pt x="17333" y="21378"/>
                </a:lnTo>
                <a:lnTo>
                  <a:pt x="16861" y="21512"/>
                </a:lnTo>
                <a:lnTo>
                  <a:pt x="16387" y="21579"/>
                </a:lnTo>
                <a:lnTo>
                  <a:pt x="15913" y="21600"/>
                </a:lnTo>
                <a:lnTo>
                  <a:pt x="15439" y="21584"/>
                </a:lnTo>
                <a:lnTo>
                  <a:pt x="14964" y="21538"/>
                </a:lnTo>
                <a:lnTo>
                  <a:pt x="14490" y="21476"/>
                </a:lnTo>
                <a:lnTo>
                  <a:pt x="14018" y="21414"/>
                </a:lnTo>
                <a:lnTo>
                  <a:pt x="13546" y="21357"/>
                </a:lnTo>
                <a:lnTo>
                  <a:pt x="13076" y="21321"/>
                </a:lnTo>
                <a:lnTo>
                  <a:pt x="12684" y="21311"/>
                </a:lnTo>
                <a:lnTo>
                  <a:pt x="12285" y="21305"/>
                </a:lnTo>
                <a:lnTo>
                  <a:pt x="11790" y="21290"/>
                </a:lnTo>
                <a:lnTo>
                  <a:pt x="11296" y="21259"/>
                </a:lnTo>
                <a:lnTo>
                  <a:pt x="10802" y="21212"/>
                </a:lnTo>
                <a:lnTo>
                  <a:pt x="10309" y="21150"/>
                </a:lnTo>
                <a:lnTo>
                  <a:pt x="9816" y="21073"/>
                </a:lnTo>
                <a:lnTo>
                  <a:pt x="9323" y="20980"/>
                </a:lnTo>
                <a:lnTo>
                  <a:pt x="8831" y="20871"/>
                </a:lnTo>
                <a:lnTo>
                  <a:pt x="8339" y="20747"/>
                </a:lnTo>
                <a:lnTo>
                  <a:pt x="7847" y="20602"/>
                </a:lnTo>
                <a:lnTo>
                  <a:pt x="7356" y="20437"/>
                </a:lnTo>
                <a:lnTo>
                  <a:pt x="6866" y="20256"/>
                </a:lnTo>
                <a:lnTo>
                  <a:pt x="6375" y="20060"/>
                </a:lnTo>
                <a:lnTo>
                  <a:pt x="5884" y="19837"/>
                </a:lnTo>
                <a:lnTo>
                  <a:pt x="5394" y="19600"/>
                </a:lnTo>
                <a:lnTo>
                  <a:pt x="4904" y="19341"/>
                </a:lnTo>
                <a:lnTo>
                  <a:pt x="4414" y="19057"/>
                </a:lnTo>
                <a:lnTo>
                  <a:pt x="3924" y="18757"/>
                </a:lnTo>
                <a:lnTo>
                  <a:pt x="3433" y="18432"/>
                </a:lnTo>
                <a:lnTo>
                  <a:pt x="2944" y="18085"/>
                </a:lnTo>
                <a:lnTo>
                  <a:pt x="2453" y="17713"/>
                </a:lnTo>
                <a:lnTo>
                  <a:pt x="1963" y="17320"/>
                </a:lnTo>
                <a:lnTo>
                  <a:pt x="1472" y="16907"/>
                </a:lnTo>
                <a:lnTo>
                  <a:pt x="982" y="16462"/>
                </a:lnTo>
                <a:lnTo>
                  <a:pt x="491" y="15997"/>
                </a:lnTo>
                <a:lnTo>
                  <a:pt x="0" y="15506"/>
                </a:lnTo>
                <a:lnTo>
                  <a:pt x="0" y="12942"/>
                </a:lnTo>
                <a:lnTo>
                  <a:pt x="0" y="10337"/>
                </a:lnTo>
                <a:lnTo>
                  <a:pt x="482" y="10337"/>
                </a:lnTo>
                <a:lnTo>
                  <a:pt x="964" y="10337"/>
                </a:lnTo>
                <a:lnTo>
                  <a:pt x="1446" y="10337"/>
                </a:lnTo>
                <a:lnTo>
                  <a:pt x="1928" y="10337"/>
                </a:lnTo>
                <a:lnTo>
                  <a:pt x="2410" y="10337"/>
                </a:lnTo>
                <a:lnTo>
                  <a:pt x="2892" y="10337"/>
                </a:lnTo>
                <a:lnTo>
                  <a:pt x="3374" y="10337"/>
                </a:lnTo>
                <a:lnTo>
                  <a:pt x="3857" y="10337"/>
                </a:lnTo>
                <a:lnTo>
                  <a:pt x="4340" y="10337"/>
                </a:lnTo>
                <a:lnTo>
                  <a:pt x="4823" y="10337"/>
                </a:lnTo>
                <a:lnTo>
                  <a:pt x="5306" y="10337"/>
                </a:lnTo>
                <a:lnTo>
                  <a:pt x="5789" y="10337"/>
                </a:lnTo>
                <a:lnTo>
                  <a:pt x="6273" y="10337"/>
                </a:lnTo>
                <a:lnTo>
                  <a:pt x="6757" y="10337"/>
                </a:lnTo>
                <a:lnTo>
                  <a:pt x="7241" y="10337"/>
                </a:lnTo>
                <a:lnTo>
                  <a:pt x="7726" y="10337"/>
                </a:lnTo>
                <a:lnTo>
                  <a:pt x="8210" y="10337"/>
                </a:lnTo>
                <a:lnTo>
                  <a:pt x="8695" y="10337"/>
                </a:lnTo>
                <a:lnTo>
                  <a:pt x="9181" y="10337"/>
                </a:lnTo>
                <a:lnTo>
                  <a:pt x="9667" y="10337"/>
                </a:lnTo>
                <a:lnTo>
                  <a:pt x="10154" y="10337"/>
                </a:lnTo>
                <a:lnTo>
                  <a:pt x="10641" y="10337"/>
                </a:lnTo>
                <a:lnTo>
                  <a:pt x="11128" y="10337"/>
                </a:lnTo>
                <a:lnTo>
                  <a:pt x="11615" y="10337"/>
                </a:lnTo>
                <a:lnTo>
                  <a:pt x="12104" y="10337"/>
                </a:lnTo>
                <a:lnTo>
                  <a:pt x="12593" y="10337"/>
                </a:lnTo>
                <a:lnTo>
                  <a:pt x="13082" y="10337"/>
                </a:lnTo>
                <a:lnTo>
                  <a:pt x="13572" y="10337"/>
                </a:lnTo>
                <a:lnTo>
                  <a:pt x="14063" y="10337"/>
                </a:lnTo>
                <a:lnTo>
                  <a:pt x="14554" y="10337"/>
                </a:lnTo>
                <a:lnTo>
                  <a:pt x="15046" y="10337"/>
                </a:lnTo>
                <a:lnTo>
                  <a:pt x="15538" y="10337"/>
                </a:lnTo>
                <a:lnTo>
                  <a:pt x="16032" y="10337"/>
                </a:lnTo>
                <a:lnTo>
                  <a:pt x="16526" y="10337"/>
                </a:lnTo>
                <a:lnTo>
                  <a:pt x="17020" y="10337"/>
                </a:lnTo>
                <a:lnTo>
                  <a:pt x="17516" y="10337"/>
                </a:lnTo>
                <a:lnTo>
                  <a:pt x="18012" y="10337"/>
                </a:lnTo>
                <a:lnTo>
                  <a:pt x="18012" y="6921"/>
                </a:lnTo>
                <a:lnTo>
                  <a:pt x="18012" y="3484"/>
                </a:lnTo>
                <a:lnTo>
                  <a:pt x="18012" y="0"/>
                </a:lnTo>
                <a:close/>
              </a:path>
            </a:pathLst>
          </a:custGeom>
          <a:solidFill>
            <a:srgbClr val="B5C1C7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7" name="contour_05775"/>
          <p:cNvSpPr/>
          <p:nvPr/>
        </p:nvSpPr>
        <p:spPr>
          <a:xfrm>
            <a:off x="8180206" y="3068623"/>
            <a:ext cx="58304" cy="57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10" y="718"/>
                </a:moveTo>
                <a:lnTo>
                  <a:pt x="18325" y="1347"/>
                </a:lnTo>
                <a:lnTo>
                  <a:pt x="19953" y="1979"/>
                </a:lnTo>
                <a:lnTo>
                  <a:pt x="21600" y="2617"/>
                </a:lnTo>
                <a:lnTo>
                  <a:pt x="21335" y="4480"/>
                </a:lnTo>
                <a:lnTo>
                  <a:pt x="21057" y="6313"/>
                </a:lnTo>
                <a:lnTo>
                  <a:pt x="20755" y="8121"/>
                </a:lnTo>
                <a:lnTo>
                  <a:pt x="20415" y="9904"/>
                </a:lnTo>
                <a:lnTo>
                  <a:pt x="20026" y="11665"/>
                </a:lnTo>
                <a:lnTo>
                  <a:pt x="19572" y="13407"/>
                </a:lnTo>
                <a:lnTo>
                  <a:pt x="19043" y="15132"/>
                </a:lnTo>
                <a:lnTo>
                  <a:pt x="18428" y="16838"/>
                </a:lnTo>
                <a:lnTo>
                  <a:pt x="17709" y="18533"/>
                </a:lnTo>
                <a:lnTo>
                  <a:pt x="16875" y="20214"/>
                </a:lnTo>
                <a:lnTo>
                  <a:pt x="15009" y="20990"/>
                </a:lnTo>
                <a:lnTo>
                  <a:pt x="13152" y="21437"/>
                </a:lnTo>
                <a:lnTo>
                  <a:pt x="11299" y="21600"/>
                </a:lnTo>
                <a:lnTo>
                  <a:pt x="9447" y="21523"/>
                </a:lnTo>
                <a:lnTo>
                  <a:pt x="7592" y="21252"/>
                </a:lnTo>
                <a:lnTo>
                  <a:pt x="5724" y="20838"/>
                </a:lnTo>
                <a:lnTo>
                  <a:pt x="3839" y="20322"/>
                </a:lnTo>
                <a:lnTo>
                  <a:pt x="1933" y="19756"/>
                </a:lnTo>
                <a:lnTo>
                  <a:pt x="0" y="19179"/>
                </a:lnTo>
                <a:lnTo>
                  <a:pt x="356" y="17183"/>
                </a:lnTo>
                <a:lnTo>
                  <a:pt x="740" y="15287"/>
                </a:lnTo>
                <a:lnTo>
                  <a:pt x="1172" y="13484"/>
                </a:lnTo>
                <a:lnTo>
                  <a:pt x="1669" y="11762"/>
                </a:lnTo>
                <a:lnTo>
                  <a:pt x="2244" y="10109"/>
                </a:lnTo>
                <a:lnTo>
                  <a:pt x="2921" y="8519"/>
                </a:lnTo>
                <a:lnTo>
                  <a:pt x="3710" y="6978"/>
                </a:lnTo>
                <a:lnTo>
                  <a:pt x="4636" y="5482"/>
                </a:lnTo>
                <a:lnTo>
                  <a:pt x="5708" y="4014"/>
                </a:lnTo>
                <a:lnTo>
                  <a:pt x="6950" y="2564"/>
                </a:lnTo>
                <a:lnTo>
                  <a:pt x="8375" y="1129"/>
                </a:lnTo>
                <a:lnTo>
                  <a:pt x="10144" y="356"/>
                </a:lnTo>
                <a:lnTo>
                  <a:pt x="11699" y="6"/>
                </a:lnTo>
                <a:lnTo>
                  <a:pt x="13206" y="0"/>
                </a:lnTo>
                <a:lnTo>
                  <a:pt x="14820" y="262"/>
                </a:lnTo>
                <a:lnTo>
                  <a:pt x="16710" y="718"/>
                </a:lnTo>
                <a:close/>
              </a:path>
            </a:pathLst>
          </a:custGeom>
          <a:solidFill>
            <a:srgbClr val="C1CED7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8" name="contour_05776"/>
          <p:cNvSpPr/>
          <p:nvPr/>
        </p:nvSpPr>
        <p:spPr>
          <a:xfrm>
            <a:off x="10694578" y="3045382"/>
            <a:ext cx="109969" cy="449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03" y="14"/>
                </a:moveTo>
                <a:lnTo>
                  <a:pt x="8074" y="10"/>
                </a:lnTo>
                <a:lnTo>
                  <a:pt x="9492" y="0"/>
                </a:lnTo>
                <a:lnTo>
                  <a:pt x="10464" y="21"/>
                </a:lnTo>
                <a:lnTo>
                  <a:pt x="11452" y="42"/>
                </a:lnTo>
                <a:lnTo>
                  <a:pt x="12423" y="21"/>
                </a:lnTo>
                <a:lnTo>
                  <a:pt x="13409" y="0"/>
                </a:lnTo>
                <a:lnTo>
                  <a:pt x="14345" y="7"/>
                </a:lnTo>
                <a:lnTo>
                  <a:pt x="15299" y="14"/>
                </a:lnTo>
                <a:lnTo>
                  <a:pt x="15725" y="17"/>
                </a:lnTo>
                <a:lnTo>
                  <a:pt x="17015" y="24"/>
                </a:lnTo>
                <a:lnTo>
                  <a:pt x="18027" y="392"/>
                </a:lnTo>
                <a:lnTo>
                  <a:pt x="18930" y="917"/>
                </a:lnTo>
                <a:lnTo>
                  <a:pt x="19773" y="1651"/>
                </a:lnTo>
                <a:lnTo>
                  <a:pt x="20605" y="2655"/>
                </a:lnTo>
                <a:lnTo>
                  <a:pt x="21473" y="3978"/>
                </a:lnTo>
                <a:lnTo>
                  <a:pt x="21557" y="6686"/>
                </a:lnTo>
                <a:lnTo>
                  <a:pt x="21600" y="8585"/>
                </a:lnTo>
                <a:lnTo>
                  <a:pt x="21600" y="10181"/>
                </a:lnTo>
                <a:lnTo>
                  <a:pt x="21557" y="11976"/>
                </a:lnTo>
                <a:lnTo>
                  <a:pt x="21473" y="14473"/>
                </a:lnTo>
                <a:lnTo>
                  <a:pt x="21118" y="14306"/>
                </a:lnTo>
                <a:lnTo>
                  <a:pt x="20493" y="14012"/>
                </a:lnTo>
                <a:lnTo>
                  <a:pt x="19068" y="13340"/>
                </a:lnTo>
                <a:lnTo>
                  <a:pt x="18282" y="13022"/>
                </a:lnTo>
                <a:lnTo>
                  <a:pt x="17496" y="12703"/>
                </a:lnTo>
                <a:lnTo>
                  <a:pt x="16710" y="12385"/>
                </a:lnTo>
                <a:lnTo>
                  <a:pt x="15923" y="12066"/>
                </a:lnTo>
                <a:lnTo>
                  <a:pt x="15530" y="11878"/>
                </a:lnTo>
                <a:lnTo>
                  <a:pt x="14342" y="11297"/>
                </a:lnTo>
                <a:lnTo>
                  <a:pt x="13569" y="11017"/>
                </a:lnTo>
                <a:lnTo>
                  <a:pt x="12958" y="10859"/>
                </a:lnTo>
                <a:lnTo>
                  <a:pt x="12301" y="10810"/>
                </a:lnTo>
                <a:lnTo>
                  <a:pt x="11390" y="10852"/>
                </a:lnTo>
                <a:lnTo>
                  <a:pt x="10021" y="10975"/>
                </a:lnTo>
                <a:lnTo>
                  <a:pt x="9353" y="13210"/>
                </a:lnTo>
                <a:lnTo>
                  <a:pt x="8870" y="14862"/>
                </a:lnTo>
                <a:lnTo>
                  <a:pt x="8487" y="16223"/>
                </a:lnTo>
                <a:lnTo>
                  <a:pt x="8128" y="17584"/>
                </a:lnTo>
                <a:lnTo>
                  <a:pt x="7710" y="19235"/>
                </a:lnTo>
                <a:lnTo>
                  <a:pt x="7158" y="21471"/>
                </a:lnTo>
                <a:lnTo>
                  <a:pt x="6060" y="21600"/>
                </a:lnTo>
                <a:lnTo>
                  <a:pt x="5302" y="21530"/>
                </a:lnTo>
                <a:lnTo>
                  <a:pt x="4532" y="21156"/>
                </a:lnTo>
                <a:lnTo>
                  <a:pt x="3397" y="20376"/>
                </a:lnTo>
                <a:lnTo>
                  <a:pt x="2438" y="19746"/>
                </a:lnTo>
                <a:lnTo>
                  <a:pt x="1464" y="19106"/>
                </a:lnTo>
                <a:lnTo>
                  <a:pt x="736" y="18542"/>
                </a:lnTo>
                <a:lnTo>
                  <a:pt x="0" y="17972"/>
                </a:lnTo>
                <a:lnTo>
                  <a:pt x="355" y="13494"/>
                </a:lnTo>
                <a:lnTo>
                  <a:pt x="611" y="10391"/>
                </a:lnTo>
                <a:lnTo>
                  <a:pt x="806" y="8278"/>
                </a:lnTo>
                <a:lnTo>
                  <a:pt x="982" y="6763"/>
                </a:lnTo>
                <a:lnTo>
                  <a:pt x="1177" y="5461"/>
                </a:lnTo>
                <a:lnTo>
                  <a:pt x="1432" y="3978"/>
                </a:lnTo>
                <a:lnTo>
                  <a:pt x="2303" y="2750"/>
                </a:lnTo>
                <a:lnTo>
                  <a:pt x="3142" y="1791"/>
                </a:lnTo>
                <a:lnTo>
                  <a:pt x="3968" y="1074"/>
                </a:lnTo>
                <a:lnTo>
                  <a:pt x="4804" y="570"/>
                </a:lnTo>
                <a:lnTo>
                  <a:pt x="5674" y="245"/>
                </a:lnTo>
                <a:lnTo>
                  <a:pt x="6599" y="70"/>
                </a:lnTo>
                <a:lnTo>
                  <a:pt x="7603" y="14"/>
                </a:lnTo>
                <a:close/>
              </a:path>
            </a:pathLst>
          </a:custGeom>
          <a:solidFill>
            <a:srgbClr val="D2E3F0"/>
          </a:solidFill>
          <a:ln>
            <a:noFill/>
          </a:ln>
        </p:spPr>
        <p:txBody>
          <a:bodyPr/>
          <a:lstStyle/>
          <a:p/>
        </p:txBody>
      </p:sp>
      <p:sp>
        <p:nvSpPr>
          <p:cNvPr id="5779" name="contour_05777"/>
          <p:cNvSpPr/>
          <p:nvPr/>
        </p:nvSpPr>
        <p:spPr>
          <a:xfrm>
            <a:off x="8133424" y="3023919"/>
            <a:ext cx="90517" cy="66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23" y="0"/>
                </a:moveTo>
                <a:lnTo>
                  <a:pt x="7310" y="219"/>
                </a:lnTo>
                <a:lnTo>
                  <a:pt x="8480" y="478"/>
                </a:lnTo>
                <a:lnTo>
                  <a:pt x="9642" y="773"/>
                </a:lnTo>
                <a:lnTo>
                  <a:pt x="10798" y="1101"/>
                </a:lnTo>
                <a:lnTo>
                  <a:pt x="11957" y="1453"/>
                </a:lnTo>
                <a:lnTo>
                  <a:pt x="13122" y="1831"/>
                </a:lnTo>
                <a:lnTo>
                  <a:pt x="13483" y="1929"/>
                </a:lnTo>
                <a:lnTo>
                  <a:pt x="14123" y="2100"/>
                </a:lnTo>
                <a:lnTo>
                  <a:pt x="15588" y="2495"/>
                </a:lnTo>
                <a:lnTo>
                  <a:pt x="17456" y="3061"/>
                </a:lnTo>
                <a:lnTo>
                  <a:pt x="18755" y="3472"/>
                </a:lnTo>
                <a:lnTo>
                  <a:pt x="19652" y="3798"/>
                </a:lnTo>
                <a:lnTo>
                  <a:pt x="20313" y="4110"/>
                </a:lnTo>
                <a:lnTo>
                  <a:pt x="20908" y="4471"/>
                </a:lnTo>
                <a:lnTo>
                  <a:pt x="21600" y="4952"/>
                </a:lnTo>
                <a:lnTo>
                  <a:pt x="21600" y="6524"/>
                </a:lnTo>
                <a:lnTo>
                  <a:pt x="21600" y="8105"/>
                </a:lnTo>
                <a:lnTo>
                  <a:pt x="21600" y="9708"/>
                </a:lnTo>
                <a:lnTo>
                  <a:pt x="20407" y="9708"/>
                </a:lnTo>
                <a:lnTo>
                  <a:pt x="19216" y="9708"/>
                </a:lnTo>
                <a:lnTo>
                  <a:pt x="18023" y="9708"/>
                </a:lnTo>
                <a:lnTo>
                  <a:pt x="16828" y="9708"/>
                </a:lnTo>
                <a:lnTo>
                  <a:pt x="15631" y="9708"/>
                </a:lnTo>
                <a:lnTo>
                  <a:pt x="14433" y="9708"/>
                </a:lnTo>
                <a:lnTo>
                  <a:pt x="13231" y="9708"/>
                </a:lnTo>
                <a:lnTo>
                  <a:pt x="12028" y="9708"/>
                </a:lnTo>
                <a:lnTo>
                  <a:pt x="10821" y="9708"/>
                </a:lnTo>
                <a:lnTo>
                  <a:pt x="9609" y="9708"/>
                </a:lnTo>
                <a:lnTo>
                  <a:pt x="8393" y="9708"/>
                </a:lnTo>
                <a:lnTo>
                  <a:pt x="7172" y="9708"/>
                </a:lnTo>
                <a:lnTo>
                  <a:pt x="5948" y="9708"/>
                </a:lnTo>
                <a:lnTo>
                  <a:pt x="6377" y="11181"/>
                </a:lnTo>
                <a:lnTo>
                  <a:pt x="6809" y="12653"/>
                </a:lnTo>
                <a:lnTo>
                  <a:pt x="7240" y="14130"/>
                </a:lnTo>
                <a:lnTo>
                  <a:pt x="7673" y="15609"/>
                </a:lnTo>
                <a:lnTo>
                  <a:pt x="8108" y="17095"/>
                </a:lnTo>
                <a:lnTo>
                  <a:pt x="8544" y="18589"/>
                </a:lnTo>
                <a:lnTo>
                  <a:pt x="8984" y="20090"/>
                </a:lnTo>
                <a:lnTo>
                  <a:pt x="9426" y="21600"/>
                </a:lnTo>
                <a:lnTo>
                  <a:pt x="7426" y="21393"/>
                </a:lnTo>
                <a:lnTo>
                  <a:pt x="5892" y="21215"/>
                </a:lnTo>
                <a:lnTo>
                  <a:pt x="4720" y="21039"/>
                </a:lnTo>
                <a:lnTo>
                  <a:pt x="3809" y="20839"/>
                </a:lnTo>
                <a:lnTo>
                  <a:pt x="3056" y="20584"/>
                </a:lnTo>
                <a:lnTo>
                  <a:pt x="2360" y="20249"/>
                </a:lnTo>
                <a:lnTo>
                  <a:pt x="1619" y="19804"/>
                </a:lnTo>
                <a:lnTo>
                  <a:pt x="730" y="19222"/>
                </a:lnTo>
                <a:lnTo>
                  <a:pt x="343" y="17540"/>
                </a:lnTo>
                <a:lnTo>
                  <a:pt x="104" y="15899"/>
                </a:lnTo>
                <a:lnTo>
                  <a:pt x="0" y="14291"/>
                </a:lnTo>
                <a:lnTo>
                  <a:pt x="19" y="12710"/>
                </a:lnTo>
                <a:lnTo>
                  <a:pt x="148" y="11142"/>
                </a:lnTo>
                <a:lnTo>
                  <a:pt x="372" y="9585"/>
                </a:lnTo>
                <a:lnTo>
                  <a:pt x="678" y="8027"/>
                </a:lnTo>
                <a:lnTo>
                  <a:pt x="1054" y="6460"/>
                </a:lnTo>
                <a:lnTo>
                  <a:pt x="1485" y="4878"/>
                </a:lnTo>
                <a:lnTo>
                  <a:pt x="1960" y="3270"/>
                </a:lnTo>
                <a:lnTo>
                  <a:pt x="3290" y="1489"/>
                </a:lnTo>
                <a:lnTo>
                  <a:pt x="4167" y="554"/>
                </a:lnTo>
                <a:lnTo>
                  <a:pt x="4981" y="162"/>
                </a:lnTo>
                <a:lnTo>
                  <a:pt x="6123" y="0"/>
                </a:lnTo>
                <a:close/>
              </a:path>
            </a:pathLst>
          </a:custGeom>
          <a:solidFill>
            <a:srgbClr val="CA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0" name="contour_05778"/>
          <p:cNvSpPr/>
          <p:nvPr/>
        </p:nvSpPr>
        <p:spPr>
          <a:xfrm>
            <a:off x="1730341" y="2878757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315" y="137"/>
                </a:lnTo>
                <a:lnTo>
                  <a:pt x="4666" y="281"/>
                </a:lnTo>
                <a:lnTo>
                  <a:pt x="6017" y="428"/>
                </a:lnTo>
                <a:lnTo>
                  <a:pt x="7366" y="579"/>
                </a:lnTo>
                <a:lnTo>
                  <a:pt x="8715" y="736"/>
                </a:lnTo>
                <a:lnTo>
                  <a:pt x="9969" y="874"/>
                </a:lnTo>
                <a:lnTo>
                  <a:pt x="11232" y="1011"/>
                </a:lnTo>
                <a:lnTo>
                  <a:pt x="12510" y="1151"/>
                </a:lnTo>
                <a:lnTo>
                  <a:pt x="14382" y="1653"/>
                </a:lnTo>
                <a:lnTo>
                  <a:pt x="15487" y="2117"/>
                </a:lnTo>
                <a:lnTo>
                  <a:pt x="16259" y="2812"/>
                </a:lnTo>
                <a:lnTo>
                  <a:pt x="17129" y="4004"/>
                </a:lnTo>
                <a:lnTo>
                  <a:pt x="17398" y="4941"/>
                </a:lnTo>
                <a:lnTo>
                  <a:pt x="17673" y="5891"/>
                </a:lnTo>
                <a:lnTo>
                  <a:pt x="16375" y="5891"/>
                </a:lnTo>
                <a:lnTo>
                  <a:pt x="15069" y="5891"/>
                </a:lnTo>
                <a:lnTo>
                  <a:pt x="13745" y="5891"/>
                </a:lnTo>
                <a:lnTo>
                  <a:pt x="13618" y="7281"/>
                </a:lnTo>
                <a:lnTo>
                  <a:pt x="13504" y="8664"/>
                </a:lnTo>
                <a:lnTo>
                  <a:pt x="13410" y="10038"/>
                </a:lnTo>
                <a:lnTo>
                  <a:pt x="13339" y="11407"/>
                </a:lnTo>
                <a:lnTo>
                  <a:pt x="13298" y="12773"/>
                </a:lnTo>
                <a:lnTo>
                  <a:pt x="13292" y="14138"/>
                </a:lnTo>
                <a:lnTo>
                  <a:pt x="13329" y="15505"/>
                </a:lnTo>
                <a:lnTo>
                  <a:pt x="13414" y="16875"/>
                </a:lnTo>
                <a:lnTo>
                  <a:pt x="13549" y="18252"/>
                </a:lnTo>
                <a:lnTo>
                  <a:pt x="13745" y="19636"/>
                </a:lnTo>
                <a:lnTo>
                  <a:pt x="15022" y="20498"/>
                </a:lnTo>
                <a:lnTo>
                  <a:pt x="16202" y="21046"/>
                </a:lnTo>
                <a:lnTo>
                  <a:pt x="17370" y="21358"/>
                </a:lnTo>
                <a:lnTo>
                  <a:pt x="18605" y="21506"/>
                </a:lnTo>
                <a:lnTo>
                  <a:pt x="19988" y="21561"/>
                </a:lnTo>
                <a:lnTo>
                  <a:pt x="21600" y="21600"/>
                </a:lnTo>
                <a:lnTo>
                  <a:pt x="20239" y="21600"/>
                </a:lnTo>
                <a:lnTo>
                  <a:pt x="18876" y="21600"/>
                </a:lnTo>
                <a:lnTo>
                  <a:pt x="17514" y="21600"/>
                </a:lnTo>
                <a:lnTo>
                  <a:pt x="16149" y="21600"/>
                </a:lnTo>
                <a:lnTo>
                  <a:pt x="14778" y="21600"/>
                </a:lnTo>
                <a:lnTo>
                  <a:pt x="13406" y="21600"/>
                </a:lnTo>
                <a:lnTo>
                  <a:pt x="12027" y="21600"/>
                </a:lnTo>
                <a:lnTo>
                  <a:pt x="10643" y="21600"/>
                </a:lnTo>
                <a:lnTo>
                  <a:pt x="9253" y="21600"/>
                </a:lnTo>
                <a:lnTo>
                  <a:pt x="7855" y="21600"/>
                </a:lnTo>
                <a:lnTo>
                  <a:pt x="8049" y="20239"/>
                </a:lnTo>
                <a:lnTo>
                  <a:pt x="8243" y="18876"/>
                </a:lnTo>
                <a:lnTo>
                  <a:pt x="8438" y="17514"/>
                </a:lnTo>
                <a:lnTo>
                  <a:pt x="8634" y="16149"/>
                </a:lnTo>
                <a:lnTo>
                  <a:pt x="8829" y="14778"/>
                </a:lnTo>
                <a:lnTo>
                  <a:pt x="9025" y="13406"/>
                </a:lnTo>
                <a:lnTo>
                  <a:pt x="9221" y="12027"/>
                </a:lnTo>
                <a:lnTo>
                  <a:pt x="9420" y="10643"/>
                </a:lnTo>
                <a:lnTo>
                  <a:pt x="9618" y="9253"/>
                </a:lnTo>
                <a:lnTo>
                  <a:pt x="9818" y="7855"/>
                </a:lnTo>
                <a:lnTo>
                  <a:pt x="8603" y="8098"/>
                </a:lnTo>
                <a:lnTo>
                  <a:pt x="7387" y="8342"/>
                </a:lnTo>
                <a:lnTo>
                  <a:pt x="6168" y="8585"/>
                </a:lnTo>
                <a:lnTo>
                  <a:pt x="4946" y="8829"/>
                </a:lnTo>
                <a:lnTo>
                  <a:pt x="3719" y="9074"/>
                </a:lnTo>
                <a:lnTo>
                  <a:pt x="2486" y="9321"/>
                </a:lnTo>
                <a:lnTo>
                  <a:pt x="1247" y="9569"/>
                </a:lnTo>
                <a:lnTo>
                  <a:pt x="0" y="9818"/>
                </a:lnTo>
                <a:lnTo>
                  <a:pt x="243" y="8603"/>
                </a:lnTo>
                <a:lnTo>
                  <a:pt x="487" y="7387"/>
                </a:lnTo>
                <a:lnTo>
                  <a:pt x="730" y="6168"/>
                </a:lnTo>
                <a:lnTo>
                  <a:pt x="974" y="4946"/>
                </a:lnTo>
                <a:lnTo>
                  <a:pt x="1219" y="3719"/>
                </a:lnTo>
                <a:lnTo>
                  <a:pt x="1467" y="2486"/>
                </a:lnTo>
                <a:lnTo>
                  <a:pt x="1714" y="1247"/>
                </a:lnTo>
                <a:lnTo>
                  <a:pt x="1964" y="0"/>
                </a:lnTo>
                <a:close/>
              </a:path>
            </a:pathLst>
          </a:custGeom>
          <a:solidFill>
            <a:srgbClr val="615B4F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1" name="contour_05779"/>
          <p:cNvSpPr/>
          <p:nvPr/>
        </p:nvSpPr>
        <p:spPr>
          <a:xfrm>
            <a:off x="6882951" y="2762149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189" y="0"/>
                </a:lnTo>
                <a:lnTo>
                  <a:pt x="8495" y="0"/>
                </a:lnTo>
                <a:lnTo>
                  <a:pt x="9818" y="0"/>
                </a:lnTo>
                <a:lnTo>
                  <a:pt x="9818" y="1283"/>
                </a:lnTo>
                <a:lnTo>
                  <a:pt x="9818" y="2570"/>
                </a:lnTo>
                <a:lnTo>
                  <a:pt x="9818" y="3862"/>
                </a:lnTo>
                <a:lnTo>
                  <a:pt x="9818" y="5165"/>
                </a:lnTo>
                <a:lnTo>
                  <a:pt x="9818" y="6480"/>
                </a:lnTo>
                <a:lnTo>
                  <a:pt x="10668" y="6035"/>
                </a:lnTo>
                <a:lnTo>
                  <a:pt x="11527" y="5584"/>
                </a:lnTo>
                <a:lnTo>
                  <a:pt x="12394" y="5130"/>
                </a:lnTo>
                <a:lnTo>
                  <a:pt x="14038" y="4752"/>
                </a:lnTo>
                <a:lnTo>
                  <a:pt x="15204" y="4625"/>
                </a:lnTo>
                <a:lnTo>
                  <a:pt x="16214" y="4810"/>
                </a:lnTo>
                <a:lnTo>
                  <a:pt x="17380" y="5363"/>
                </a:lnTo>
                <a:lnTo>
                  <a:pt x="19024" y="6346"/>
                </a:lnTo>
                <a:lnTo>
                  <a:pt x="19874" y="7104"/>
                </a:lnTo>
                <a:lnTo>
                  <a:pt x="20732" y="7867"/>
                </a:lnTo>
                <a:lnTo>
                  <a:pt x="21600" y="8640"/>
                </a:lnTo>
                <a:lnTo>
                  <a:pt x="20675" y="8506"/>
                </a:lnTo>
                <a:lnTo>
                  <a:pt x="19744" y="8370"/>
                </a:lnTo>
                <a:lnTo>
                  <a:pt x="18800" y="8234"/>
                </a:lnTo>
                <a:lnTo>
                  <a:pt x="17779" y="8368"/>
                </a:lnTo>
                <a:lnTo>
                  <a:pt x="16752" y="8504"/>
                </a:lnTo>
                <a:lnTo>
                  <a:pt x="15709" y="8640"/>
                </a:lnTo>
                <a:lnTo>
                  <a:pt x="15002" y="10053"/>
                </a:lnTo>
                <a:lnTo>
                  <a:pt x="14527" y="11096"/>
                </a:lnTo>
                <a:lnTo>
                  <a:pt x="14174" y="12081"/>
                </a:lnTo>
                <a:lnTo>
                  <a:pt x="13826" y="13319"/>
                </a:lnTo>
                <a:lnTo>
                  <a:pt x="13376" y="15120"/>
                </a:lnTo>
                <a:lnTo>
                  <a:pt x="13066" y="16325"/>
                </a:lnTo>
                <a:lnTo>
                  <a:pt x="12752" y="17537"/>
                </a:lnTo>
                <a:lnTo>
                  <a:pt x="12434" y="18766"/>
                </a:lnTo>
                <a:lnTo>
                  <a:pt x="12110" y="20172"/>
                </a:lnTo>
                <a:lnTo>
                  <a:pt x="11782" y="21600"/>
                </a:lnTo>
                <a:lnTo>
                  <a:pt x="10486" y="21244"/>
                </a:lnTo>
                <a:lnTo>
                  <a:pt x="9188" y="20887"/>
                </a:lnTo>
                <a:lnTo>
                  <a:pt x="7884" y="20529"/>
                </a:lnTo>
                <a:lnTo>
                  <a:pt x="6574" y="20168"/>
                </a:lnTo>
                <a:lnTo>
                  <a:pt x="5257" y="19805"/>
                </a:lnTo>
                <a:lnTo>
                  <a:pt x="3927" y="19440"/>
                </a:lnTo>
                <a:lnTo>
                  <a:pt x="4575" y="18371"/>
                </a:lnTo>
                <a:lnTo>
                  <a:pt x="5225" y="17299"/>
                </a:lnTo>
                <a:lnTo>
                  <a:pt x="5875" y="16224"/>
                </a:lnTo>
                <a:lnTo>
                  <a:pt x="6531" y="15144"/>
                </a:lnTo>
                <a:lnTo>
                  <a:pt x="7191" y="14057"/>
                </a:lnTo>
                <a:lnTo>
                  <a:pt x="7855" y="12960"/>
                </a:lnTo>
                <a:lnTo>
                  <a:pt x="6557" y="12960"/>
                </a:lnTo>
                <a:lnTo>
                  <a:pt x="5251" y="12960"/>
                </a:lnTo>
                <a:lnTo>
                  <a:pt x="3927" y="12960"/>
                </a:lnTo>
                <a:lnTo>
                  <a:pt x="3927" y="11532"/>
                </a:lnTo>
                <a:lnTo>
                  <a:pt x="3927" y="10096"/>
                </a:lnTo>
                <a:lnTo>
                  <a:pt x="3927" y="8640"/>
                </a:lnTo>
                <a:lnTo>
                  <a:pt x="2761" y="7847"/>
                </a:lnTo>
                <a:lnTo>
                  <a:pt x="1964" y="7357"/>
                </a:lnTo>
                <a:lnTo>
                  <a:pt x="1166" y="6970"/>
                </a:lnTo>
                <a:lnTo>
                  <a:pt x="0" y="6480"/>
                </a:lnTo>
                <a:lnTo>
                  <a:pt x="1298" y="6480"/>
                </a:lnTo>
                <a:lnTo>
                  <a:pt x="2604" y="6480"/>
                </a:lnTo>
                <a:lnTo>
                  <a:pt x="3927" y="6480"/>
                </a:lnTo>
                <a:lnTo>
                  <a:pt x="4251" y="5409"/>
                </a:lnTo>
                <a:lnTo>
                  <a:pt x="4577" y="4333"/>
                </a:lnTo>
                <a:lnTo>
                  <a:pt x="4909" y="3240"/>
                </a:lnTo>
                <a:lnTo>
                  <a:pt x="5233" y="2169"/>
                </a:lnTo>
                <a:lnTo>
                  <a:pt x="5559" y="1093"/>
                </a:lnTo>
                <a:lnTo>
                  <a:pt x="5891" y="0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2" name="contour_05780"/>
          <p:cNvSpPr/>
          <p:nvPr/>
        </p:nvSpPr>
        <p:spPr>
          <a:xfrm>
            <a:off x="6882951" y="2689014"/>
            <a:ext cx="51016" cy="94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15"/>
                </a:moveTo>
                <a:lnTo>
                  <a:pt x="20903" y="1823"/>
                </a:lnTo>
                <a:lnTo>
                  <a:pt x="18792" y="2149"/>
                </a:lnTo>
                <a:lnTo>
                  <a:pt x="16613" y="2597"/>
                </a:lnTo>
                <a:lnTo>
                  <a:pt x="14642" y="3059"/>
                </a:lnTo>
                <a:lnTo>
                  <a:pt x="12803" y="3584"/>
                </a:lnTo>
                <a:lnTo>
                  <a:pt x="11031" y="4224"/>
                </a:lnTo>
                <a:lnTo>
                  <a:pt x="9257" y="5029"/>
                </a:lnTo>
                <a:lnTo>
                  <a:pt x="9134" y="6136"/>
                </a:lnTo>
                <a:lnTo>
                  <a:pt x="9149" y="7213"/>
                </a:lnTo>
                <a:lnTo>
                  <a:pt x="9307" y="8267"/>
                </a:lnTo>
                <a:lnTo>
                  <a:pt x="9609" y="9301"/>
                </a:lnTo>
                <a:lnTo>
                  <a:pt x="10059" y="10319"/>
                </a:lnTo>
                <a:lnTo>
                  <a:pt x="10661" y="11324"/>
                </a:lnTo>
                <a:lnTo>
                  <a:pt x="11423" y="12322"/>
                </a:lnTo>
                <a:lnTo>
                  <a:pt x="12343" y="13315"/>
                </a:lnTo>
                <a:lnTo>
                  <a:pt x="14383" y="13315"/>
                </a:lnTo>
                <a:lnTo>
                  <a:pt x="16435" y="13315"/>
                </a:lnTo>
                <a:lnTo>
                  <a:pt x="18514" y="13315"/>
                </a:lnTo>
                <a:lnTo>
                  <a:pt x="19264" y="14398"/>
                </a:lnTo>
                <a:lnTo>
                  <a:pt x="19715" y="15192"/>
                </a:lnTo>
                <a:lnTo>
                  <a:pt x="20048" y="16082"/>
                </a:lnTo>
                <a:lnTo>
                  <a:pt x="20443" y="17457"/>
                </a:lnTo>
                <a:lnTo>
                  <a:pt x="20792" y="18614"/>
                </a:lnTo>
                <a:lnTo>
                  <a:pt x="21143" y="19787"/>
                </a:lnTo>
                <a:lnTo>
                  <a:pt x="21257" y="20238"/>
                </a:lnTo>
                <a:lnTo>
                  <a:pt x="21600" y="21600"/>
                </a:lnTo>
                <a:lnTo>
                  <a:pt x="19560" y="21600"/>
                </a:lnTo>
                <a:lnTo>
                  <a:pt x="17508" y="21600"/>
                </a:lnTo>
                <a:lnTo>
                  <a:pt x="15429" y="21600"/>
                </a:lnTo>
                <a:lnTo>
                  <a:pt x="15429" y="20616"/>
                </a:lnTo>
                <a:lnTo>
                  <a:pt x="15429" y="19628"/>
                </a:lnTo>
                <a:lnTo>
                  <a:pt x="15429" y="18637"/>
                </a:lnTo>
                <a:lnTo>
                  <a:pt x="15429" y="17638"/>
                </a:lnTo>
                <a:lnTo>
                  <a:pt x="15429" y="16629"/>
                </a:lnTo>
                <a:lnTo>
                  <a:pt x="14531" y="17169"/>
                </a:lnTo>
                <a:lnTo>
                  <a:pt x="13620" y="17716"/>
                </a:lnTo>
                <a:lnTo>
                  <a:pt x="12414" y="18410"/>
                </a:lnTo>
                <a:lnTo>
                  <a:pt x="11186" y="19114"/>
                </a:lnTo>
                <a:lnTo>
                  <a:pt x="10001" y="19809"/>
                </a:lnTo>
                <a:lnTo>
                  <a:pt x="8800" y="20513"/>
                </a:lnTo>
                <a:lnTo>
                  <a:pt x="7467" y="21043"/>
                </a:lnTo>
                <a:lnTo>
                  <a:pt x="6344" y="21365"/>
                </a:lnTo>
                <a:lnTo>
                  <a:pt x="5008" y="21530"/>
                </a:lnTo>
                <a:lnTo>
                  <a:pt x="3033" y="21592"/>
                </a:lnTo>
                <a:lnTo>
                  <a:pt x="0" y="21600"/>
                </a:lnTo>
                <a:lnTo>
                  <a:pt x="59" y="20506"/>
                </a:lnTo>
                <a:lnTo>
                  <a:pt x="127" y="19413"/>
                </a:lnTo>
                <a:lnTo>
                  <a:pt x="201" y="18319"/>
                </a:lnTo>
                <a:lnTo>
                  <a:pt x="284" y="17225"/>
                </a:lnTo>
                <a:lnTo>
                  <a:pt x="370" y="16133"/>
                </a:lnTo>
                <a:lnTo>
                  <a:pt x="466" y="15040"/>
                </a:lnTo>
                <a:lnTo>
                  <a:pt x="565" y="13948"/>
                </a:lnTo>
                <a:lnTo>
                  <a:pt x="667" y="12854"/>
                </a:lnTo>
                <a:lnTo>
                  <a:pt x="771" y="11760"/>
                </a:lnTo>
                <a:lnTo>
                  <a:pt x="815" y="10826"/>
                </a:lnTo>
                <a:lnTo>
                  <a:pt x="858" y="9884"/>
                </a:lnTo>
                <a:lnTo>
                  <a:pt x="904" y="8930"/>
                </a:lnTo>
                <a:lnTo>
                  <a:pt x="1034" y="7848"/>
                </a:lnTo>
                <a:lnTo>
                  <a:pt x="1188" y="6801"/>
                </a:lnTo>
                <a:lnTo>
                  <a:pt x="1392" y="5778"/>
                </a:lnTo>
                <a:lnTo>
                  <a:pt x="1663" y="4769"/>
                </a:lnTo>
                <a:lnTo>
                  <a:pt x="2021" y="3762"/>
                </a:lnTo>
                <a:lnTo>
                  <a:pt x="2490" y="2747"/>
                </a:lnTo>
                <a:lnTo>
                  <a:pt x="3086" y="1715"/>
                </a:lnTo>
                <a:lnTo>
                  <a:pt x="5057" y="1037"/>
                </a:lnTo>
                <a:lnTo>
                  <a:pt x="7094" y="525"/>
                </a:lnTo>
                <a:lnTo>
                  <a:pt x="9174" y="181"/>
                </a:lnTo>
                <a:lnTo>
                  <a:pt x="11281" y="5"/>
                </a:lnTo>
                <a:lnTo>
                  <a:pt x="13398" y="0"/>
                </a:lnTo>
                <a:lnTo>
                  <a:pt x="15509" y="167"/>
                </a:lnTo>
                <a:lnTo>
                  <a:pt x="17589" y="509"/>
                </a:lnTo>
                <a:lnTo>
                  <a:pt x="19625" y="1024"/>
                </a:lnTo>
                <a:lnTo>
                  <a:pt x="21600" y="1715"/>
                </a:lnTo>
                <a:close/>
              </a:path>
            </a:pathLst>
          </a:custGeom>
          <a:solidFill>
            <a:srgbClr val="8F9292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3" name="contour_05781"/>
          <p:cNvSpPr/>
          <p:nvPr/>
        </p:nvSpPr>
        <p:spPr>
          <a:xfrm>
            <a:off x="4616385" y="2587237"/>
            <a:ext cx="6559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4987" y="315"/>
                </a:lnTo>
                <a:lnTo>
                  <a:pt x="5549" y="1266"/>
                </a:lnTo>
                <a:lnTo>
                  <a:pt x="6554" y="2105"/>
                </a:lnTo>
                <a:lnTo>
                  <a:pt x="7406" y="2595"/>
                </a:lnTo>
                <a:lnTo>
                  <a:pt x="8566" y="2927"/>
                </a:lnTo>
                <a:lnTo>
                  <a:pt x="10500" y="3291"/>
                </a:lnTo>
                <a:lnTo>
                  <a:pt x="12130" y="3648"/>
                </a:lnTo>
                <a:lnTo>
                  <a:pt x="13574" y="4045"/>
                </a:lnTo>
                <a:lnTo>
                  <a:pt x="14873" y="4483"/>
                </a:lnTo>
                <a:lnTo>
                  <a:pt x="16056" y="4965"/>
                </a:lnTo>
                <a:lnTo>
                  <a:pt x="17167" y="5493"/>
                </a:lnTo>
                <a:lnTo>
                  <a:pt x="18240" y="6068"/>
                </a:lnTo>
                <a:lnTo>
                  <a:pt x="19310" y="6693"/>
                </a:lnTo>
                <a:lnTo>
                  <a:pt x="20419" y="7370"/>
                </a:lnTo>
                <a:lnTo>
                  <a:pt x="21600" y="8100"/>
                </a:lnTo>
                <a:lnTo>
                  <a:pt x="20016" y="8100"/>
                </a:lnTo>
                <a:lnTo>
                  <a:pt x="18430" y="8100"/>
                </a:lnTo>
                <a:lnTo>
                  <a:pt x="16836" y="8100"/>
                </a:lnTo>
                <a:lnTo>
                  <a:pt x="15235" y="8100"/>
                </a:lnTo>
                <a:lnTo>
                  <a:pt x="13625" y="8100"/>
                </a:lnTo>
                <a:lnTo>
                  <a:pt x="12000" y="8100"/>
                </a:lnTo>
                <a:lnTo>
                  <a:pt x="12000" y="8991"/>
                </a:lnTo>
                <a:lnTo>
                  <a:pt x="12000" y="9883"/>
                </a:lnTo>
                <a:lnTo>
                  <a:pt x="12000" y="10780"/>
                </a:lnTo>
                <a:lnTo>
                  <a:pt x="12000" y="11680"/>
                </a:lnTo>
                <a:lnTo>
                  <a:pt x="12000" y="12586"/>
                </a:lnTo>
                <a:lnTo>
                  <a:pt x="12000" y="13500"/>
                </a:lnTo>
                <a:lnTo>
                  <a:pt x="13358" y="13118"/>
                </a:lnTo>
                <a:lnTo>
                  <a:pt x="14717" y="12736"/>
                </a:lnTo>
                <a:lnTo>
                  <a:pt x="16080" y="12352"/>
                </a:lnTo>
                <a:lnTo>
                  <a:pt x="17448" y="11968"/>
                </a:lnTo>
                <a:lnTo>
                  <a:pt x="18823" y="11580"/>
                </a:lnTo>
                <a:lnTo>
                  <a:pt x="20206" y="11192"/>
                </a:lnTo>
                <a:lnTo>
                  <a:pt x="21600" y="10800"/>
                </a:lnTo>
                <a:lnTo>
                  <a:pt x="21149" y="12365"/>
                </a:lnTo>
                <a:lnTo>
                  <a:pt x="20806" y="13464"/>
                </a:lnTo>
                <a:lnTo>
                  <a:pt x="20506" y="14247"/>
                </a:lnTo>
                <a:lnTo>
                  <a:pt x="20184" y="14863"/>
                </a:lnTo>
                <a:lnTo>
                  <a:pt x="19771" y="15464"/>
                </a:lnTo>
                <a:lnTo>
                  <a:pt x="19200" y="16200"/>
                </a:lnTo>
                <a:lnTo>
                  <a:pt x="17414" y="16575"/>
                </a:lnTo>
                <a:lnTo>
                  <a:pt x="16147" y="16833"/>
                </a:lnTo>
                <a:lnTo>
                  <a:pt x="15053" y="17038"/>
                </a:lnTo>
                <a:lnTo>
                  <a:pt x="13786" y="17256"/>
                </a:lnTo>
                <a:lnTo>
                  <a:pt x="12000" y="17550"/>
                </a:lnTo>
                <a:lnTo>
                  <a:pt x="11491" y="18355"/>
                </a:lnTo>
                <a:lnTo>
                  <a:pt x="10997" y="19162"/>
                </a:lnTo>
                <a:lnTo>
                  <a:pt x="10517" y="19972"/>
                </a:lnTo>
                <a:lnTo>
                  <a:pt x="10051" y="20785"/>
                </a:lnTo>
                <a:lnTo>
                  <a:pt x="9600" y="21600"/>
                </a:lnTo>
                <a:lnTo>
                  <a:pt x="8014" y="21600"/>
                </a:lnTo>
                <a:lnTo>
                  <a:pt x="6418" y="21600"/>
                </a:lnTo>
                <a:lnTo>
                  <a:pt x="4800" y="21600"/>
                </a:lnTo>
                <a:lnTo>
                  <a:pt x="4800" y="20708"/>
                </a:lnTo>
                <a:lnTo>
                  <a:pt x="4800" y="19810"/>
                </a:lnTo>
                <a:lnTo>
                  <a:pt x="4800" y="18900"/>
                </a:lnTo>
                <a:lnTo>
                  <a:pt x="3374" y="18004"/>
                </a:lnTo>
                <a:lnTo>
                  <a:pt x="2400" y="17423"/>
                </a:lnTo>
                <a:lnTo>
                  <a:pt x="1426" y="16906"/>
                </a:lnTo>
                <a:lnTo>
                  <a:pt x="0" y="16200"/>
                </a:lnTo>
                <a:lnTo>
                  <a:pt x="1584" y="16200"/>
                </a:lnTo>
                <a:lnTo>
                  <a:pt x="3170" y="16200"/>
                </a:lnTo>
                <a:lnTo>
                  <a:pt x="4764" y="16200"/>
                </a:lnTo>
                <a:lnTo>
                  <a:pt x="6365" y="16200"/>
                </a:lnTo>
                <a:lnTo>
                  <a:pt x="7975" y="16200"/>
                </a:lnTo>
                <a:lnTo>
                  <a:pt x="9600" y="16200"/>
                </a:lnTo>
                <a:lnTo>
                  <a:pt x="9600" y="15309"/>
                </a:lnTo>
                <a:lnTo>
                  <a:pt x="9600" y="14418"/>
                </a:lnTo>
                <a:lnTo>
                  <a:pt x="9600" y="13526"/>
                </a:lnTo>
                <a:lnTo>
                  <a:pt x="9600" y="12632"/>
                </a:lnTo>
                <a:lnTo>
                  <a:pt x="9600" y="11737"/>
                </a:lnTo>
                <a:lnTo>
                  <a:pt x="9600" y="10840"/>
                </a:lnTo>
                <a:lnTo>
                  <a:pt x="9600" y="9941"/>
                </a:lnTo>
                <a:lnTo>
                  <a:pt x="9600" y="9040"/>
                </a:lnTo>
                <a:lnTo>
                  <a:pt x="9600" y="8135"/>
                </a:lnTo>
                <a:lnTo>
                  <a:pt x="9600" y="7228"/>
                </a:lnTo>
                <a:lnTo>
                  <a:pt x="9600" y="6315"/>
                </a:lnTo>
                <a:lnTo>
                  <a:pt x="9600" y="5400"/>
                </a:lnTo>
                <a:lnTo>
                  <a:pt x="8014" y="5400"/>
                </a:lnTo>
                <a:lnTo>
                  <a:pt x="6418" y="5400"/>
                </a:lnTo>
                <a:lnTo>
                  <a:pt x="4800" y="5400"/>
                </a:lnTo>
                <a:lnTo>
                  <a:pt x="4800" y="4509"/>
                </a:lnTo>
                <a:lnTo>
                  <a:pt x="4800" y="3617"/>
                </a:lnTo>
                <a:lnTo>
                  <a:pt x="4800" y="2720"/>
                </a:lnTo>
                <a:lnTo>
                  <a:pt x="4800" y="1820"/>
                </a:lnTo>
                <a:lnTo>
                  <a:pt x="4800" y="914"/>
                </a:lnTo>
                <a:lnTo>
                  <a:pt x="4800" y="0"/>
                </a:lnTo>
                <a:close/>
              </a:path>
            </a:pathLst>
          </a:custGeom>
          <a:solidFill>
            <a:srgbClr val="4C4945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4" name="contour_05782"/>
          <p:cNvSpPr/>
          <p:nvPr/>
        </p:nvSpPr>
        <p:spPr>
          <a:xfrm>
            <a:off x="4193682" y="2578185"/>
            <a:ext cx="72880" cy="819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5"/>
                </a:moveTo>
                <a:lnTo>
                  <a:pt x="20526" y="682"/>
                </a:lnTo>
                <a:lnTo>
                  <a:pt x="19446" y="903"/>
                </a:lnTo>
                <a:lnTo>
                  <a:pt x="18351" y="1126"/>
                </a:lnTo>
                <a:lnTo>
                  <a:pt x="17284" y="1543"/>
                </a:lnTo>
                <a:lnTo>
                  <a:pt x="16209" y="1962"/>
                </a:lnTo>
                <a:lnTo>
                  <a:pt x="15120" y="2386"/>
                </a:lnTo>
                <a:lnTo>
                  <a:pt x="14936" y="3710"/>
                </a:lnTo>
                <a:lnTo>
                  <a:pt x="14891" y="4654"/>
                </a:lnTo>
                <a:lnTo>
                  <a:pt x="14993" y="5662"/>
                </a:lnTo>
                <a:lnTo>
                  <a:pt x="15254" y="7190"/>
                </a:lnTo>
                <a:lnTo>
                  <a:pt x="15371" y="8729"/>
                </a:lnTo>
                <a:lnTo>
                  <a:pt x="15396" y="9743"/>
                </a:lnTo>
                <a:lnTo>
                  <a:pt x="15317" y="10681"/>
                </a:lnTo>
                <a:lnTo>
                  <a:pt x="15120" y="11993"/>
                </a:lnTo>
                <a:lnTo>
                  <a:pt x="13748" y="12656"/>
                </a:lnTo>
                <a:lnTo>
                  <a:pt x="12370" y="13140"/>
                </a:lnTo>
                <a:lnTo>
                  <a:pt x="10971" y="13475"/>
                </a:lnTo>
                <a:lnTo>
                  <a:pt x="9532" y="13694"/>
                </a:lnTo>
                <a:lnTo>
                  <a:pt x="8040" y="13830"/>
                </a:lnTo>
                <a:lnTo>
                  <a:pt x="6480" y="13915"/>
                </a:lnTo>
                <a:lnTo>
                  <a:pt x="6908" y="15056"/>
                </a:lnTo>
                <a:lnTo>
                  <a:pt x="7338" y="16201"/>
                </a:lnTo>
                <a:lnTo>
                  <a:pt x="7767" y="17350"/>
                </a:lnTo>
                <a:lnTo>
                  <a:pt x="8202" y="18509"/>
                </a:lnTo>
                <a:lnTo>
                  <a:pt x="8640" y="19679"/>
                </a:lnTo>
                <a:lnTo>
                  <a:pt x="7214" y="19996"/>
                </a:lnTo>
                <a:lnTo>
                  <a:pt x="5787" y="20313"/>
                </a:lnTo>
                <a:lnTo>
                  <a:pt x="4352" y="20632"/>
                </a:lnTo>
                <a:lnTo>
                  <a:pt x="2912" y="20952"/>
                </a:lnTo>
                <a:lnTo>
                  <a:pt x="1462" y="21275"/>
                </a:lnTo>
                <a:lnTo>
                  <a:pt x="0" y="21600"/>
                </a:lnTo>
                <a:lnTo>
                  <a:pt x="0" y="20330"/>
                </a:lnTo>
                <a:lnTo>
                  <a:pt x="0" y="19052"/>
                </a:lnTo>
                <a:lnTo>
                  <a:pt x="0" y="17757"/>
                </a:lnTo>
                <a:lnTo>
                  <a:pt x="1428" y="17757"/>
                </a:lnTo>
                <a:lnTo>
                  <a:pt x="2864" y="17757"/>
                </a:lnTo>
                <a:lnTo>
                  <a:pt x="4320" y="17757"/>
                </a:lnTo>
                <a:lnTo>
                  <a:pt x="4011" y="16606"/>
                </a:lnTo>
                <a:lnTo>
                  <a:pt x="3696" y="15438"/>
                </a:lnTo>
                <a:lnTo>
                  <a:pt x="3380" y="14074"/>
                </a:lnTo>
                <a:lnTo>
                  <a:pt x="3095" y="12766"/>
                </a:lnTo>
                <a:lnTo>
                  <a:pt x="2851" y="11496"/>
                </a:lnTo>
                <a:lnTo>
                  <a:pt x="2661" y="10256"/>
                </a:lnTo>
                <a:lnTo>
                  <a:pt x="2536" y="9029"/>
                </a:lnTo>
                <a:lnTo>
                  <a:pt x="2484" y="7801"/>
                </a:lnTo>
                <a:lnTo>
                  <a:pt x="2519" y="6561"/>
                </a:lnTo>
                <a:lnTo>
                  <a:pt x="2648" y="5293"/>
                </a:lnTo>
                <a:lnTo>
                  <a:pt x="2886" y="3987"/>
                </a:lnTo>
                <a:lnTo>
                  <a:pt x="3240" y="2627"/>
                </a:lnTo>
                <a:lnTo>
                  <a:pt x="4514" y="1868"/>
                </a:lnTo>
                <a:lnTo>
                  <a:pt x="5817" y="1262"/>
                </a:lnTo>
                <a:lnTo>
                  <a:pt x="7147" y="792"/>
                </a:lnTo>
                <a:lnTo>
                  <a:pt x="8504" y="446"/>
                </a:lnTo>
                <a:lnTo>
                  <a:pt x="9886" y="209"/>
                </a:lnTo>
                <a:lnTo>
                  <a:pt x="11290" y="65"/>
                </a:lnTo>
                <a:lnTo>
                  <a:pt x="12716" y="0"/>
                </a:lnTo>
                <a:lnTo>
                  <a:pt x="14159" y="0"/>
                </a:lnTo>
                <a:lnTo>
                  <a:pt x="15619" y="50"/>
                </a:lnTo>
                <a:lnTo>
                  <a:pt x="17096" y="136"/>
                </a:lnTo>
                <a:lnTo>
                  <a:pt x="18587" y="244"/>
                </a:lnTo>
                <a:lnTo>
                  <a:pt x="20088" y="359"/>
                </a:lnTo>
                <a:lnTo>
                  <a:pt x="21600" y="465"/>
                </a:lnTo>
                <a:close/>
              </a:path>
            </a:pathLst>
          </a:custGeom>
          <a:solidFill>
            <a:srgbClr val="963733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5" name="contour_05783"/>
          <p:cNvSpPr/>
          <p:nvPr/>
        </p:nvSpPr>
        <p:spPr>
          <a:xfrm>
            <a:off x="4870481" y="2536221"/>
            <a:ext cx="5928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79" y="0"/>
                </a:moveTo>
                <a:lnTo>
                  <a:pt x="11569" y="1073"/>
                </a:lnTo>
                <a:lnTo>
                  <a:pt x="11922" y="1876"/>
                </a:lnTo>
                <a:lnTo>
                  <a:pt x="12174" y="2806"/>
                </a:lnTo>
                <a:lnTo>
                  <a:pt x="12471" y="4268"/>
                </a:lnTo>
                <a:lnTo>
                  <a:pt x="12671" y="5155"/>
                </a:lnTo>
                <a:lnTo>
                  <a:pt x="12872" y="6046"/>
                </a:lnTo>
                <a:lnTo>
                  <a:pt x="13074" y="6950"/>
                </a:lnTo>
                <a:lnTo>
                  <a:pt x="13260" y="7888"/>
                </a:lnTo>
                <a:lnTo>
                  <a:pt x="13446" y="8831"/>
                </a:lnTo>
                <a:lnTo>
                  <a:pt x="13634" y="9788"/>
                </a:lnTo>
                <a:lnTo>
                  <a:pt x="13857" y="10890"/>
                </a:lnTo>
                <a:lnTo>
                  <a:pt x="14083" y="11992"/>
                </a:lnTo>
                <a:lnTo>
                  <a:pt x="14317" y="13093"/>
                </a:lnTo>
                <a:lnTo>
                  <a:pt x="14553" y="14193"/>
                </a:lnTo>
                <a:lnTo>
                  <a:pt x="14797" y="15293"/>
                </a:lnTo>
                <a:lnTo>
                  <a:pt x="15039" y="16526"/>
                </a:lnTo>
                <a:lnTo>
                  <a:pt x="15283" y="17779"/>
                </a:lnTo>
                <a:lnTo>
                  <a:pt x="15817" y="18779"/>
                </a:lnTo>
                <a:lnTo>
                  <a:pt x="16412" y="19478"/>
                </a:lnTo>
                <a:lnTo>
                  <a:pt x="17373" y="20059"/>
                </a:lnTo>
                <a:lnTo>
                  <a:pt x="19001" y="20705"/>
                </a:lnTo>
                <a:lnTo>
                  <a:pt x="21600" y="21600"/>
                </a:lnTo>
                <a:lnTo>
                  <a:pt x="19760" y="21600"/>
                </a:lnTo>
                <a:lnTo>
                  <a:pt x="17917" y="21600"/>
                </a:lnTo>
                <a:lnTo>
                  <a:pt x="16075" y="21600"/>
                </a:lnTo>
                <a:lnTo>
                  <a:pt x="14229" y="21600"/>
                </a:lnTo>
                <a:lnTo>
                  <a:pt x="12376" y="21600"/>
                </a:lnTo>
                <a:lnTo>
                  <a:pt x="10520" y="21600"/>
                </a:lnTo>
                <a:lnTo>
                  <a:pt x="8656" y="21600"/>
                </a:lnTo>
                <a:lnTo>
                  <a:pt x="6784" y="21600"/>
                </a:lnTo>
                <a:lnTo>
                  <a:pt x="4904" y="21600"/>
                </a:lnTo>
                <a:lnTo>
                  <a:pt x="3014" y="21600"/>
                </a:lnTo>
                <a:lnTo>
                  <a:pt x="2796" y="20378"/>
                </a:lnTo>
                <a:lnTo>
                  <a:pt x="2581" y="19154"/>
                </a:lnTo>
                <a:lnTo>
                  <a:pt x="2368" y="17932"/>
                </a:lnTo>
                <a:lnTo>
                  <a:pt x="2161" y="16708"/>
                </a:lnTo>
                <a:lnTo>
                  <a:pt x="1954" y="15484"/>
                </a:lnTo>
                <a:lnTo>
                  <a:pt x="1752" y="14261"/>
                </a:lnTo>
                <a:lnTo>
                  <a:pt x="1553" y="13036"/>
                </a:lnTo>
                <a:lnTo>
                  <a:pt x="1354" y="11812"/>
                </a:lnTo>
                <a:lnTo>
                  <a:pt x="1184" y="10881"/>
                </a:lnTo>
                <a:lnTo>
                  <a:pt x="1012" y="9945"/>
                </a:lnTo>
                <a:lnTo>
                  <a:pt x="836" y="8996"/>
                </a:lnTo>
                <a:lnTo>
                  <a:pt x="698" y="8107"/>
                </a:lnTo>
                <a:lnTo>
                  <a:pt x="560" y="7214"/>
                </a:lnTo>
                <a:lnTo>
                  <a:pt x="420" y="6307"/>
                </a:lnTo>
                <a:lnTo>
                  <a:pt x="212" y="5074"/>
                </a:lnTo>
                <a:lnTo>
                  <a:pt x="0" y="3821"/>
                </a:lnTo>
                <a:lnTo>
                  <a:pt x="178" y="2819"/>
                </a:lnTo>
                <a:lnTo>
                  <a:pt x="358" y="1800"/>
                </a:lnTo>
                <a:lnTo>
                  <a:pt x="2116" y="999"/>
                </a:lnTo>
                <a:lnTo>
                  <a:pt x="3707" y="481"/>
                </a:lnTo>
                <a:lnTo>
                  <a:pt x="5257" y="180"/>
                </a:lnTo>
                <a:lnTo>
                  <a:pt x="6898" y="40"/>
                </a:lnTo>
                <a:lnTo>
                  <a:pt x="8765" y="0"/>
                </a:lnTo>
                <a:lnTo>
                  <a:pt x="10979" y="0"/>
                </a:lnTo>
                <a:close/>
              </a:path>
            </a:pathLst>
          </a:custGeom>
          <a:solidFill>
            <a:srgbClr val="7A7A72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6" name="contour_05784"/>
          <p:cNvSpPr/>
          <p:nvPr/>
        </p:nvSpPr>
        <p:spPr>
          <a:xfrm>
            <a:off x="3661658" y="2492493"/>
            <a:ext cx="5830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609" y="0"/>
                </a:lnTo>
                <a:lnTo>
                  <a:pt x="6521" y="0"/>
                </a:lnTo>
                <a:lnTo>
                  <a:pt x="8438" y="0"/>
                </a:lnTo>
                <a:lnTo>
                  <a:pt x="10363" y="0"/>
                </a:lnTo>
                <a:lnTo>
                  <a:pt x="12296" y="0"/>
                </a:lnTo>
                <a:lnTo>
                  <a:pt x="14240" y="0"/>
                </a:lnTo>
                <a:lnTo>
                  <a:pt x="16200" y="0"/>
                </a:lnTo>
                <a:lnTo>
                  <a:pt x="16200" y="1020"/>
                </a:lnTo>
                <a:lnTo>
                  <a:pt x="16200" y="2046"/>
                </a:lnTo>
                <a:lnTo>
                  <a:pt x="16200" y="3086"/>
                </a:lnTo>
                <a:lnTo>
                  <a:pt x="17804" y="3652"/>
                </a:lnTo>
                <a:lnTo>
                  <a:pt x="18900" y="4002"/>
                </a:lnTo>
                <a:lnTo>
                  <a:pt x="19996" y="4278"/>
                </a:lnTo>
                <a:lnTo>
                  <a:pt x="21600" y="4629"/>
                </a:lnTo>
                <a:lnTo>
                  <a:pt x="21014" y="5587"/>
                </a:lnTo>
                <a:lnTo>
                  <a:pt x="20399" y="6515"/>
                </a:lnTo>
                <a:lnTo>
                  <a:pt x="19737" y="7418"/>
                </a:lnTo>
                <a:lnTo>
                  <a:pt x="19005" y="8294"/>
                </a:lnTo>
                <a:lnTo>
                  <a:pt x="18185" y="9149"/>
                </a:lnTo>
                <a:lnTo>
                  <a:pt x="17258" y="9984"/>
                </a:lnTo>
                <a:lnTo>
                  <a:pt x="16200" y="10800"/>
                </a:lnTo>
                <a:lnTo>
                  <a:pt x="14313" y="11027"/>
                </a:lnTo>
                <a:lnTo>
                  <a:pt x="12560" y="11132"/>
                </a:lnTo>
                <a:lnTo>
                  <a:pt x="10870" y="11139"/>
                </a:lnTo>
                <a:lnTo>
                  <a:pt x="9161" y="11072"/>
                </a:lnTo>
                <a:lnTo>
                  <a:pt x="7366" y="10951"/>
                </a:lnTo>
                <a:lnTo>
                  <a:pt x="5400" y="10800"/>
                </a:lnTo>
                <a:lnTo>
                  <a:pt x="5648" y="11210"/>
                </a:lnTo>
                <a:lnTo>
                  <a:pt x="6086" y="11936"/>
                </a:lnTo>
                <a:lnTo>
                  <a:pt x="7088" y="13596"/>
                </a:lnTo>
                <a:lnTo>
                  <a:pt x="7638" y="14534"/>
                </a:lnTo>
                <a:lnTo>
                  <a:pt x="7927" y="15199"/>
                </a:lnTo>
                <a:lnTo>
                  <a:pt x="8049" y="15905"/>
                </a:lnTo>
                <a:lnTo>
                  <a:pt x="8100" y="16971"/>
                </a:lnTo>
                <a:lnTo>
                  <a:pt x="7209" y="17735"/>
                </a:lnTo>
                <a:lnTo>
                  <a:pt x="6315" y="18500"/>
                </a:lnTo>
                <a:lnTo>
                  <a:pt x="5419" y="19269"/>
                </a:lnTo>
                <a:lnTo>
                  <a:pt x="4520" y="20040"/>
                </a:lnTo>
                <a:lnTo>
                  <a:pt x="3613" y="20816"/>
                </a:lnTo>
                <a:lnTo>
                  <a:pt x="2700" y="21600"/>
                </a:lnTo>
                <a:lnTo>
                  <a:pt x="2495" y="20543"/>
                </a:lnTo>
                <a:lnTo>
                  <a:pt x="2290" y="19485"/>
                </a:lnTo>
                <a:lnTo>
                  <a:pt x="2082" y="18426"/>
                </a:lnTo>
                <a:lnTo>
                  <a:pt x="1876" y="17366"/>
                </a:lnTo>
                <a:lnTo>
                  <a:pt x="1671" y="16305"/>
                </a:lnTo>
                <a:lnTo>
                  <a:pt x="1463" y="15242"/>
                </a:lnTo>
                <a:lnTo>
                  <a:pt x="1255" y="14176"/>
                </a:lnTo>
                <a:lnTo>
                  <a:pt x="1048" y="13108"/>
                </a:lnTo>
                <a:lnTo>
                  <a:pt x="840" y="12037"/>
                </a:lnTo>
                <a:lnTo>
                  <a:pt x="632" y="10962"/>
                </a:lnTo>
                <a:lnTo>
                  <a:pt x="421" y="9884"/>
                </a:lnTo>
                <a:lnTo>
                  <a:pt x="211" y="8802"/>
                </a:lnTo>
                <a:lnTo>
                  <a:pt x="0" y="7714"/>
                </a:lnTo>
                <a:lnTo>
                  <a:pt x="1604" y="8020"/>
                </a:lnTo>
                <a:lnTo>
                  <a:pt x="3213" y="8327"/>
                </a:lnTo>
                <a:lnTo>
                  <a:pt x="4828" y="8634"/>
                </a:lnTo>
                <a:lnTo>
                  <a:pt x="6456" y="8944"/>
                </a:lnTo>
                <a:lnTo>
                  <a:pt x="8100" y="9257"/>
                </a:lnTo>
                <a:lnTo>
                  <a:pt x="8100" y="8341"/>
                </a:lnTo>
                <a:lnTo>
                  <a:pt x="8100" y="7421"/>
                </a:lnTo>
                <a:lnTo>
                  <a:pt x="8100" y="6499"/>
                </a:lnTo>
                <a:lnTo>
                  <a:pt x="8100" y="5568"/>
                </a:lnTo>
                <a:lnTo>
                  <a:pt x="8100" y="4629"/>
                </a:lnTo>
                <a:lnTo>
                  <a:pt x="6315" y="4629"/>
                </a:lnTo>
                <a:lnTo>
                  <a:pt x="4520" y="4629"/>
                </a:lnTo>
                <a:lnTo>
                  <a:pt x="2700" y="4629"/>
                </a:lnTo>
                <a:lnTo>
                  <a:pt x="2700" y="3712"/>
                </a:lnTo>
                <a:lnTo>
                  <a:pt x="2700" y="2793"/>
                </a:lnTo>
                <a:lnTo>
                  <a:pt x="2700" y="1870"/>
                </a:lnTo>
                <a:lnTo>
                  <a:pt x="2700" y="940"/>
                </a:lnTo>
                <a:lnTo>
                  <a:pt x="2700" y="0"/>
                </a:lnTo>
                <a:close/>
              </a:path>
            </a:pathLst>
          </a:custGeom>
          <a:solidFill>
            <a:srgbClr val="9E9FA3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7" name="contour_05785"/>
          <p:cNvSpPr/>
          <p:nvPr/>
        </p:nvSpPr>
        <p:spPr>
          <a:xfrm>
            <a:off x="2233212" y="2521645"/>
            <a:ext cx="58304" cy="51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0"/>
                </a:lnTo>
                <a:lnTo>
                  <a:pt x="6445" y="0"/>
                </a:lnTo>
                <a:lnTo>
                  <a:pt x="8319" y="0"/>
                </a:lnTo>
                <a:lnTo>
                  <a:pt x="10195" y="0"/>
                </a:lnTo>
                <a:lnTo>
                  <a:pt x="12080" y="0"/>
                </a:lnTo>
                <a:lnTo>
                  <a:pt x="13967" y="0"/>
                </a:lnTo>
                <a:lnTo>
                  <a:pt x="15862" y="0"/>
                </a:lnTo>
                <a:lnTo>
                  <a:pt x="17766" y="0"/>
                </a:lnTo>
                <a:lnTo>
                  <a:pt x="19678" y="0"/>
                </a:lnTo>
                <a:lnTo>
                  <a:pt x="21600" y="0"/>
                </a:lnTo>
                <a:lnTo>
                  <a:pt x="21011" y="4466"/>
                </a:lnTo>
                <a:lnTo>
                  <a:pt x="20512" y="8138"/>
                </a:lnTo>
                <a:lnTo>
                  <a:pt x="20085" y="11113"/>
                </a:lnTo>
                <a:lnTo>
                  <a:pt x="19699" y="13487"/>
                </a:lnTo>
                <a:lnTo>
                  <a:pt x="19335" y="15356"/>
                </a:lnTo>
                <a:lnTo>
                  <a:pt x="18967" y="16819"/>
                </a:lnTo>
                <a:lnTo>
                  <a:pt x="18568" y="17968"/>
                </a:lnTo>
                <a:lnTo>
                  <a:pt x="18117" y="18906"/>
                </a:lnTo>
                <a:lnTo>
                  <a:pt x="17588" y="19721"/>
                </a:lnTo>
                <a:lnTo>
                  <a:pt x="16956" y="20516"/>
                </a:lnTo>
                <a:lnTo>
                  <a:pt x="16200" y="21383"/>
                </a:lnTo>
                <a:lnTo>
                  <a:pt x="14396" y="21499"/>
                </a:lnTo>
                <a:lnTo>
                  <a:pt x="12598" y="21569"/>
                </a:lnTo>
                <a:lnTo>
                  <a:pt x="10800" y="21600"/>
                </a:lnTo>
                <a:lnTo>
                  <a:pt x="9004" y="21600"/>
                </a:lnTo>
                <a:lnTo>
                  <a:pt x="7209" y="21576"/>
                </a:lnTo>
                <a:lnTo>
                  <a:pt x="5411" y="21536"/>
                </a:lnTo>
                <a:lnTo>
                  <a:pt x="3613" y="21484"/>
                </a:lnTo>
                <a:lnTo>
                  <a:pt x="1809" y="21432"/>
                </a:lnTo>
                <a:lnTo>
                  <a:pt x="0" y="21383"/>
                </a:lnTo>
                <a:lnTo>
                  <a:pt x="267" y="19266"/>
                </a:lnTo>
                <a:lnTo>
                  <a:pt x="535" y="17146"/>
                </a:lnTo>
                <a:lnTo>
                  <a:pt x="802" y="15026"/>
                </a:lnTo>
                <a:lnTo>
                  <a:pt x="1072" y="12903"/>
                </a:lnTo>
                <a:lnTo>
                  <a:pt x="1339" y="10771"/>
                </a:lnTo>
                <a:lnTo>
                  <a:pt x="1609" y="8636"/>
                </a:lnTo>
                <a:lnTo>
                  <a:pt x="1879" y="6491"/>
                </a:lnTo>
                <a:lnTo>
                  <a:pt x="2152" y="4338"/>
                </a:lnTo>
                <a:lnTo>
                  <a:pt x="2425" y="2175"/>
                </a:lnTo>
                <a:lnTo>
                  <a:pt x="2700" y="0"/>
                </a:lnTo>
                <a:close/>
              </a:path>
            </a:pathLst>
          </a:custGeom>
          <a:solidFill>
            <a:srgbClr val="16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8" name="contour_05786"/>
          <p:cNvSpPr/>
          <p:nvPr/>
        </p:nvSpPr>
        <p:spPr>
          <a:xfrm>
            <a:off x="4010870" y="2485205"/>
            <a:ext cx="1026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" y="0"/>
                </a:moveTo>
                <a:lnTo>
                  <a:pt x="1270" y="406"/>
                </a:lnTo>
                <a:lnTo>
                  <a:pt x="2080" y="721"/>
                </a:lnTo>
                <a:lnTo>
                  <a:pt x="2779" y="1050"/>
                </a:lnTo>
                <a:lnTo>
                  <a:pt x="3589" y="1495"/>
                </a:lnTo>
                <a:lnTo>
                  <a:pt x="4730" y="2160"/>
                </a:lnTo>
                <a:lnTo>
                  <a:pt x="4730" y="3588"/>
                </a:lnTo>
                <a:lnTo>
                  <a:pt x="4730" y="5024"/>
                </a:lnTo>
                <a:lnTo>
                  <a:pt x="4730" y="6480"/>
                </a:lnTo>
                <a:lnTo>
                  <a:pt x="5622" y="5860"/>
                </a:lnTo>
                <a:lnTo>
                  <a:pt x="6527" y="5232"/>
                </a:lnTo>
                <a:lnTo>
                  <a:pt x="7460" y="4683"/>
                </a:lnTo>
                <a:lnTo>
                  <a:pt x="8366" y="4177"/>
                </a:lnTo>
                <a:lnTo>
                  <a:pt x="9260" y="3715"/>
                </a:lnTo>
                <a:lnTo>
                  <a:pt x="10153" y="3300"/>
                </a:lnTo>
                <a:lnTo>
                  <a:pt x="11055" y="2935"/>
                </a:lnTo>
                <a:lnTo>
                  <a:pt x="11976" y="2622"/>
                </a:lnTo>
                <a:lnTo>
                  <a:pt x="12932" y="2363"/>
                </a:lnTo>
                <a:lnTo>
                  <a:pt x="13932" y="2160"/>
                </a:lnTo>
                <a:lnTo>
                  <a:pt x="14909" y="2946"/>
                </a:lnTo>
                <a:lnTo>
                  <a:pt x="15801" y="3810"/>
                </a:lnTo>
                <a:lnTo>
                  <a:pt x="16617" y="4748"/>
                </a:lnTo>
                <a:lnTo>
                  <a:pt x="17364" y="5754"/>
                </a:lnTo>
                <a:lnTo>
                  <a:pt x="18048" y="6832"/>
                </a:lnTo>
                <a:lnTo>
                  <a:pt x="18675" y="7973"/>
                </a:lnTo>
                <a:lnTo>
                  <a:pt x="19254" y="9178"/>
                </a:lnTo>
                <a:lnTo>
                  <a:pt x="19790" y="10444"/>
                </a:lnTo>
                <a:lnTo>
                  <a:pt x="20292" y="11768"/>
                </a:lnTo>
                <a:lnTo>
                  <a:pt x="20764" y="13148"/>
                </a:lnTo>
                <a:lnTo>
                  <a:pt x="21217" y="14580"/>
                </a:lnTo>
                <a:lnTo>
                  <a:pt x="21312" y="15252"/>
                </a:lnTo>
                <a:lnTo>
                  <a:pt x="21600" y="17280"/>
                </a:lnTo>
                <a:lnTo>
                  <a:pt x="21210" y="17554"/>
                </a:lnTo>
                <a:lnTo>
                  <a:pt x="20838" y="17818"/>
                </a:lnTo>
                <a:lnTo>
                  <a:pt x="20373" y="18144"/>
                </a:lnTo>
                <a:lnTo>
                  <a:pt x="19712" y="18611"/>
                </a:lnTo>
                <a:lnTo>
                  <a:pt x="18744" y="19291"/>
                </a:lnTo>
                <a:lnTo>
                  <a:pt x="17366" y="20263"/>
                </a:lnTo>
                <a:lnTo>
                  <a:pt x="15465" y="21600"/>
                </a:lnTo>
                <a:lnTo>
                  <a:pt x="15039" y="20123"/>
                </a:lnTo>
                <a:lnTo>
                  <a:pt x="14746" y="19047"/>
                </a:lnTo>
                <a:lnTo>
                  <a:pt x="14513" y="18062"/>
                </a:lnTo>
                <a:lnTo>
                  <a:pt x="14266" y="16857"/>
                </a:lnTo>
                <a:lnTo>
                  <a:pt x="13932" y="15120"/>
                </a:lnTo>
                <a:lnTo>
                  <a:pt x="14364" y="13714"/>
                </a:lnTo>
                <a:lnTo>
                  <a:pt x="14668" y="12794"/>
                </a:lnTo>
                <a:lnTo>
                  <a:pt x="14987" y="11958"/>
                </a:lnTo>
                <a:lnTo>
                  <a:pt x="15465" y="10800"/>
                </a:lnTo>
                <a:lnTo>
                  <a:pt x="14485" y="10925"/>
                </a:lnTo>
                <a:lnTo>
                  <a:pt x="13499" y="11053"/>
                </a:lnTo>
                <a:lnTo>
                  <a:pt x="12499" y="11180"/>
                </a:lnTo>
                <a:lnTo>
                  <a:pt x="10380" y="11370"/>
                </a:lnTo>
                <a:lnTo>
                  <a:pt x="8665" y="11517"/>
                </a:lnTo>
                <a:lnTo>
                  <a:pt x="7288" y="11614"/>
                </a:lnTo>
                <a:lnTo>
                  <a:pt x="6184" y="11664"/>
                </a:lnTo>
                <a:lnTo>
                  <a:pt x="5290" y="11662"/>
                </a:lnTo>
                <a:lnTo>
                  <a:pt x="4537" y="11606"/>
                </a:lnTo>
                <a:lnTo>
                  <a:pt x="3863" y="11496"/>
                </a:lnTo>
                <a:lnTo>
                  <a:pt x="3204" y="11325"/>
                </a:lnTo>
                <a:lnTo>
                  <a:pt x="2491" y="11094"/>
                </a:lnTo>
                <a:lnTo>
                  <a:pt x="1662" y="10800"/>
                </a:lnTo>
                <a:lnTo>
                  <a:pt x="1064" y="9513"/>
                </a:lnTo>
                <a:lnTo>
                  <a:pt x="620" y="8240"/>
                </a:lnTo>
                <a:lnTo>
                  <a:pt x="308" y="6968"/>
                </a:lnTo>
                <a:lnTo>
                  <a:pt x="115" y="5676"/>
                </a:lnTo>
                <a:lnTo>
                  <a:pt x="18" y="4352"/>
                </a:lnTo>
                <a:lnTo>
                  <a:pt x="0" y="2974"/>
                </a:lnTo>
                <a:lnTo>
                  <a:pt x="43" y="1531"/>
                </a:lnTo>
                <a:lnTo>
                  <a:pt x="129" y="0"/>
                </a:lnTo>
                <a:close/>
              </a:path>
            </a:pathLst>
          </a:custGeom>
          <a:solidFill>
            <a:srgbClr val="D9DEE1"/>
          </a:solidFill>
          <a:ln>
            <a:noFill/>
          </a:ln>
        </p:spPr>
        <p:txBody>
          <a:bodyPr/>
          <a:lstStyle/>
          <a:p/>
        </p:txBody>
      </p:sp>
      <p:sp>
        <p:nvSpPr>
          <p:cNvPr id="5789" name="contour_05787"/>
          <p:cNvSpPr/>
          <p:nvPr/>
        </p:nvSpPr>
        <p:spPr>
          <a:xfrm>
            <a:off x="2240500" y="2324264"/>
            <a:ext cx="65592" cy="44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295"/>
                </a:moveTo>
                <a:lnTo>
                  <a:pt x="19464" y="2638"/>
                </a:lnTo>
                <a:lnTo>
                  <a:pt x="19728" y="4985"/>
                </a:lnTo>
                <a:lnTo>
                  <a:pt x="19992" y="7333"/>
                </a:lnTo>
                <a:lnTo>
                  <a:pt x="20258" y="9687"/>
                </a:lnTo>
                <a:lnTo>
                  <a:pt x="20525" y="12048"/>
                </a:lnTo>
                <a:lnTo>
                  <a:pt x="20791" y="14420"/>
                </a:lnTo>
                <a:lnTo>
                  <a:pt x="21060" y="16799"/>
                </a:lnTo>
                <a:lnTo>
                  <a:pt x="21329" y="19193"/>
                </a:lnTo>
                <a:lnTo>
                  <a:pt x="21600" y="21600"/>
                </a:lnTo>
                <a:lnTo>
                  <a:pt x="19939" y="21600"/>
                </a:lnTo>
                <a:lnTo>
                  <a:pt x="18276" y="21600"/>
                </a:lnTo>
                <a:lnTo>
                  <a:pt x="16615" y="21600"/>
                </a:lnTo>
                <a:lnTo>
                  <a:pt x="14954" y="21600"/>
                </a:lnTo>
                <a:lnTo>
                  <a:pt x="13291" y="21600"/>
                </a:lnTo>
                <a:lnTo>
                  <a:pt x="11630" y="21600"/>
                </a:lnTo>
                <a:lnTo>
                  <a:pt x="9970" y="21600"/>
                </a:lnTo>
                <a:lnTo>
                  <a:pt x="8309" y="21600"/>
                </a:lnTo>
                <a:lnTo>
                  <a:pt x="6646" y="21600"/>
                </a:lnTo>
                <a:lnTo>
                  <a:pt x="4985" y="21600"/>
                </a:lnTo>
                <a:lnTo>
                  <a:pt x="3324" y="21600"/>
                </a:lnTo>
                <a:lnTo>
                  <a:pt x="1661" y="21600"/>
                </a:lnTo>
                <a:lnTo>
                  <a:pt x="0" y="21600"/>
                </a:lnTo>
                <a:lnTo>
                  <a:pt x="437" y="17761"/>
                </a:lnTo>
                <a:lnTo>
                  <a:pt x="814" y="14725"/>
                </a:lnTo>
                <a:lnTo>
                  <a:pt x="1171" y="12332"/>
                </a:lnTo>
                <a:lnTo>
                  <a:pt x="1560" y="10432"/>
                </a:lnTo>
                <a:lnTo>
                  <a:pt x="2026" y="8874"/>
                </a:lnTo>
                <a:lnTo>
                  <a:pt x="2611" y="7499"/>
                </a:lnTo>
                <a:lnTo>
                  <a:pt x="3362" y="6157"/>
                </a:lnTo>
                <a:lnTo>
                  <a:pt x="4327" y="4694"/>
                </a:lnTo>
                <a:lnTo>
                  <a:pt x="5549" y="2958"/>
                </a:lnTo>
                <a:lnTo>
                  <a:pt x="7166" y="1974"/>
                </a:lnTo>
                <a:lnTo>
                  <a:pt x="8676" y="1222"/>
                </a:lnTo>
                <a:lnTo>
                  <a:pt x="10116" y="671"/>
                </a:lnTo>
                <a:lnTo>
                  <a:pt x="11520" y="298"/>
                </a:lnTo>
                <a:lnTo>
                  <a:pt x="12922" y="85"/>
                </a:lnTo>
                <a:lnTo>
                  <a:pt x="14354" y="0"/>
                </a:lnTo>
                <a:lnTo>
                  <a:pt x="15857" y="25"/>
                </a:lnTo>
                <a:lnTo>
                  <a:pt x="17460" y="131"/>
                </a:lnTo>
                <a:lnTo>
                  <a:pt x="19200" y="295"/>
                </a:ln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0" name="contour_05788"/>
          <p:cNvSpPr/>
          <p:nvPr/>
        </p:nvSpPr>
        <p:spPr>
          <a:xfrm>
            <a:off x="2508414" y="2318091"/>
            <a:ext cx="81910" cy="723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23"/>
                </a:moveTo>
                <a:lnTo>
                  <a:pt x="21600" y="3315"/>
                </a:lnTo>
                <a:lnTo>
                  <a:pt x="21600" y="4611"/>
                </a:lnTo>
                <a:lnTo>
                  <a:pt x="21600" y="5912"/>
                </a:lnTo>
                <a:lnTo>
                  <a:pt x="21600" y="7224"/>
                </a:lnTo>
                <a:lnTo>
                  <a:pt x="21600" y="8549"/>
                </a:lnTo>
                <a:lnTo>
                  <a:pt x="20268" y="8549"/>
                </a:lnTo>
                <a:lnTo>
                  <a:pt x="18934" y="8549"/>
                </a:lnTo>
                <a:lnTo>
                  <a:pt x="17601" y="8549"/>
                </a:lnTo>
                <a:lnTo>
                  <a:pt x="16265" y="8549"/>
                </a:lnTo>
                <a:lnTo>
                  <a:pt x="14923" y="8549"/>
                </a:lnTo>
                <a:lnTo>
                  <a:pt x="13580" y="8549"/>
                </a:lnTo>
                <a:lnTo>
                  <a:pt x="12231" y="8549"/>
                </a:lnTo>
                <a:lnTo>
                  <a:pt x="10876" y="8549"/>
                </a:lnTo>
                <a:lnTo>
                  <a:pt x="9515" y="8549"/>
                </a:lnTo>
                <a:lnTo>
                  <a:pt x="8147" y="8549"/>
                </a:lnTo>
                <a:lnTo>
                  <a:pt x="8385" y="9895"/>
                </a:lnTo>
                <a:lnTo>
                  <a:pt x="8623" y="11242"/>
                </a:lnTo>
                <a:lnTo>
                  <a:pt x="8862" y="12592"/>
                </a:lnTo>
                <a:lnTo>
                  <a:pt x="9100" y="13945"/>
                </a:lnTo>
                <a:lnTo>
                  <a:pt x="9340" y="15305"/>
                </a:lnTo>
                <a:lnTo>
                  <a:pt x="9582" y="16671"/>
                </a:lnTo>
                <a:lnTo>
                  <a:pt x="9825" y="18044"/>
                </a:lnTo>
                <a:lnTo>
                  <a:pt x="10069" y="19425"/>
                </a:lnTo>
                <a:lnTo>
                  <a:pt x="8879" y="19695"/>
                </a:lnTo>
                <a:lnTo>
                  <a:pt x="7689" y="19964"/>
                </a:lnTo>
                <a:lnTo>
                  <a:pt x="6496" y="20234"/>
                </a:lnTo>
                <a:lnTo>
                  <a:pt x="5301" y="20504"/>
                </a:lnTo>
                <a:lnTo>
                  <a:pt x="4099" y="20776"/>
                </a:lnTo>
                <a:lnTo>
                  <a:pt x="2892" y="21050"/>
                </a:lnTo>
                <a:lnTo>
                  <a:pt x="1680" y="21324"/>
                </a:lnTo>
                <a:lnTo>
                  <a:pt x="459" y="21600"/>
                </a:lnTo>
                <a:lnTo>
                  <a:pt x="304" y="20082"/>
                </a:lnTo>
                <a:lnTo>
                  <a:pt x="169" y="18585"/>
                </a:lnTo>
                <a:lnTo>
                  <a:pt x="67" y="17106"/>
                </a:lnTo>
                <a:lnTo>
                  <a:pt x="6" y="15644"/>
                </a:lnTo>
                <a:lnTo>
                  <a:pt x="0" y="14196"/>
                </a:lnTo>
                <a:lnTo>
                  <a:pt x="58" y="12758"/>
                </a:lnTo>
                <a:lnTo>
                  <a:pt x="192" y="11331"/>
                </a:lnTo>
                <a:lnTo>
                  <a:pt x="411" y="9910"/>
                </a:lnTo>
                <a:lnTo>
                  <a:pt x="728" y="8494"/>
                </a:lnTo>
                <a:lnTo>
                  <a:pt x="1155" y="7083"/>
                </a:lnTo>
                <a:lnTo>
                  <a:pt x="1699" y="5669"/>
                </a:lnTo>
                <a:lnTo>
                  <a:pt x="2846" y="4229"/>
                </a:lnTo>
                <a:lnTo>
                  <a:pt x="4011" y="3030"/>
                </a:lnTo>
                <a:lnTo>
                  <a:pt x="5191" y="2056"/>
                </a:lnTo>
                <a:lnTo>
                  <a:pt x="6392" y="1292"/>
                </a:lnTo>
                <a:lnTo>
                  <a:pt x="7614" y="720"/>
                </a:lnTo>
                <a:lnTo>
                  <a:pt x="8862" y="326"/>
                </a:lnTo>
                <a:lnTo>
                  <a:pt x="10136" y="91"/>
                </a:lnTo>
                <a:lnTo>
                  <a:pt x="11441" y="0"/>
                </a:lnTo>
                <a:lnTo>
                  <a:pt x="12777" y="37"/>
                </a:lnTo>
                <a:lnTo>
                  <a:pt x="14147" y="185"/>
                </a:lnTo>
                <a:lnTo>
                  <a:pt x="15554" y="429"/>
                </a:lnTo>
                <a:lnTo>
                  <a:pt x="17001" y="750"/>
                </a:lnTo>
                <a:lnTo>
                  <a:pt x="18488" y="1133"/>
                </a:lnTo>
                <a:lnTo>
                  <a:pt x="20022" y="1564"/>
                </a:lnTo>
                <a:lnTo>
                  <a:pt x="21600" y="2023"/>
                </a:lnTo>
                <a:close/>
              </a:path>
            </a:pathLst>
          </a:custGeom>
          <a:solidFill>
            <a:srgbClr val="F2F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1" name="contour_05789"/>
          <p:cNvSpPr/>
          <p:nvPr/>
        </p:nvSpPr>
        <p:spPr>
          <a:xfrm>
            <a:off x="5294169" y="2237413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497"/>
                </a:lnTo>
                <a:lnTo>
                  <a:pt x="21600" y="2996"/>
                </a:lnTo>
                <a:lnTo>
                  <a:pt x="21600" y="4495"/>
                </a:lnTo>
                <a:lnTo>
                  <a:pt x="21600" y="5996"/>
                </a:lnTo>
                <a:lnTo>
                  <a:pt x="21600" y="7504"/>
                </a:lnTo>
                <a:lnTo>
                  <a:pt x="21600" y="9014"/>
                </a:lnTo>
                <a:lnTo>
                  <a:pt x="21600" y="10530"/>
                </a:lnTo>
                <a:lnTo>
                  <a:pt x="21600" y="12053"/>
                </a:lnTo>
                <a:lnTo>
                  <a:pt x="21600" y="13582"/>
                </a:lnTo>
                <a:lnTo>
                  <a:pt x="21600" y="15120"/>
                </a:lnTo>
                <a:lnTo>
                  <a:pt x="20410" y="15120"/>
                </a:lnTo>
                <a:lnTo>
                  <a:pt x="19213" y="15120"/>
                </a:lnTo>
                <a:lnTo>
                  <a:pt x="18000" y="15120"/>
                </a:lnTo>
                <a:lnTo>
                  <a:pt x="18000" y="13837"/>
                </a:lnTo>
                <a:lnTo>
                  <a:pt x="18000" y="12550"/>
                </a:lnTo>
                <a:lnTo>
                  <a:pt x="18000" y="11258"/>
                </a:lnTo>
                <a:lnTo>
                  <a:pt x="18000" y="9955"/>
                </a:lnTo>
                <a:lnTo>
                  <a:pt x="18000" y="8640"/>
                </a:lnTo>
                <a:lnTo>
                  <a:pt x="16808" y="8709"/>
                </a:lnTo>
                <a:lnTo>
                  <a:pt x="15647" y="8811"/>
                </a:lnTo>
                <a:lnTo>
                  <a:pt x="14510" y="8955"/>
                </a:lnTo>
                <a:lnTo>
                  <a:pt x="13394" y="9156"/>
                </a:lnTo>
                <a:lnTo>
                  <a:pt x="12290" y="9428"/>
                </a:lnTo>
                <a:lnTo>
                  <a:pt x="11194" y="9785"/>
                </a:lnTo>
                <a:lnTo>
                  <a:pt x="10098" y="10238"/>
                </a:lnTo>
                <a:lnTo>
                  <a:pt x="9000" y="10800"/>
                </a:lnTo>
                <a:lnTo>
                  <a:pt x="8532" y="12118"/>
                </a:lnTo>
                <a:lnTo>
                  <a:pt x="8154" y="13433"/>
                </a:lnTo>
                <a:lnTo>
                  <a:pt x="7857" y="14748"/>
                </a:lnTo>
                <a:lnTo>
                  <a:pt x="7630" y="16073"/>
                </a:lnTo>
                <a:lnTo>
                  <a:pt x="7463" y="17412"/>
                </a:lnTo>
                <a:lnTo>
                  <a:pt x="7342" y="18777"/>
                </a:lnTo>
                <a:lnTo>
                  <a:pt x="7258" y="20170"/>
                </a:lnTo>
                <a:lnTo>
                  <a:pt x="7200" y="21600"/>
                </a:lnTo>
                <a:lnTo>
                  <a:pt x="6181" y="20989"/>
                </a:lnTo>
                <a:lnTo>
                  <a:pt x="5162" y="20377"/>
                </a:lnTo>
                <a:lnTo>
                  <a:pt x="4140" y="19764"/>
                </a:lnTo>
                <a:lnTo>
                  <a:pt x="3114" y="19148"/>
                </a:lnTo>
                <a:lnTo>
                  <a:pt x="2083" y="18528"/>
                </a:lnTo>
                <a:lnTo>
                  <a:pt x="1046" y="17906"/>
                </a:lnTo>
                <a:lnTo>
                  <a:pt x="0" y="17280"/>
                </a:lnTo>
                <a:lnTo>
                  <a:pt x="1190" y="17280"/>
                </a:lnTo>
                <a:lnTo>
                  <a:pt x="2387" y="17280"/>
                </a:lnTo>
                <a:lnTo>
                  <a:pt x="3600" y="17280"/>
                </a:lnTo>
                <a:lnTo>
                  <a:pt x="3600" y="15852"/>
                </a:lnTo>
                <a:lnTo>
                  <a:pt x="3600" y="14416"/>
                </a:lnTo>
                <a:lnTo>
                  <a:pt x="3600" y="12960"/>
                </a:lnTo>
                <a:lnTo>
                  <a:pt x="2531" y="12167"/>
                </a:lnTo>
                <a:lnTo>
                  <a:pt x="1800" y="11677"/>
                </a:lnTo>
                <a:lnTo>
                  <a:pt x="1069" y="11290"/>
                </a:lnTo>
                <a:lnTo>
                  <a:pt x="0" y="10800"/>
                </a:lnTo>
                <a:lnTo>
                  <a:pt x="1172" y="10407"/>
                </a:lnTo>
                <a:lnTo>
                  <a:pt x="2362" y="10007"/>
                </a:lnTo>
                <a:lnTo>
                  <a:pt x="3366" y="9644"/>
                </a:lnTo>
                <a:lnTo>
                  <a:pt x="4376" y="9279"/>
                </a:lnTo>
                <a:lnTo>
                  <a:pt x="5400" y="8910"/>
                </a:lnTo>
                <a:lnTo>
                  <a:pt x="6404" y="8560"/>
                </a:lnTo>
                <a:lnTo>
                  <a:pt x="7414" y="8206"/>
                </a:lnTo>
                <a:lnTo>
                  <a:pt x="8438" y="7847"/>
                </a:lnTo>
                <a:lnTo>
                  <a:pt x="9218" y="7396"/>
                </a:lnTo>
                <a:lnTo>
                  <a:pt x="10004" y="6940"/>
                </a:lnTo>
                <a:lnTo>
                  <a:pt x="10800" y="6480"/>
                </a:lnTo>
                <a:lnTo>
                  <a:pt x="10800" y="5052"/>
                </a:lnTo>
                <a:lnTo>
                  <a:pt x="10800" y="3616"/>
                </a:lnTo>
                <a:lnTo>
                  <a:pt x="10800" y="2160"/>
                </a:lnTo>
                <a:lnTo>
                  <a:pt x="12058" y="1676"/>
                </a:lnTo>
                <a:lnTo>
                  <a:pt x="13257" y="1261"/>
                </a:lnTo>
                <a:lnTo>
                  <a:pt x="14414" y="909"/>
                </a:lnTo>
                <a:lnTo>
                  <a:pt x="15552" y="620"/>
                </a:lnTo>
                <a:lnTo>
                  <a:pt x="16688" y="389"/>
                </a:lnTo>
                <a:lnTo>
                  <a:pt x="17842" y="214"/>
                </a:lnTo>
                <a:lnTo>
                  <a:pt x="19031" y="93"/>
                </a:lnTo>
                <a:lnTo>
                  <a:pt x="20279" y="24"/>
                </a:lnTo>
                <a:lnTo>
                  <a:pt x="21600" y="0"/>
                </a:lnTo>
                <a:close/>
              </a:path>
            </a:pathLst>
          </a:custGeom>
          <a:solidFill>
            <a:srgbClr val="3A3B3D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2" name="contour_05790"/>
          <p:cNvSpPr/>
          <p:nvPr/>
        </p:nvSpPr>
        <p:spPr>
          <a:xfrm>
            <a:off x="5585688" y="2268132"/>
            <a:ext cx="72880" cy="567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2178"/>
                </a:moveTo>
                <a:lnTo>
                  <a:pt x="15675" y="2408"/>
                </a:lnTo>
                <a:lnTo>
                  <a:pt x="16656" y="2813"/>
                </a:lnTo>
                <a:lnTo>
                  <a:pt x="18900" y="3737"/>
                </a:lnTo>
                <a:lnTo>
                  <a:pt x="20239" y="4339"/>
                </a:lnTo>
                <a:lnTo>
                  <a:pt x="21600" y="4953"/>
                </a:lnTo>
                <a:lnTo>
                  <a:pt x="21362" y="6784"/>
                </a:lnTo>
                <a:lnTo>
                  <a:pt x="21125" y="8618"/>
                </a:lnTo>
                <a:lnTo>
                  <a:pt x="20887" y="10452"/>
                </a:lnTo>
                <a:lnTo>
                  <a:pt x="20647" y="12291"/>
                </a:lnTo>
                <a:lnTo>
                  <a:pt x="20408" y="14136"/>
                </a:lnTo>
                <a:lnTo>
                  <a:pt x="20168" y="15990"/>
                </a:lnTo>
                <a:lnTo>
                  <a:pt x="19926" y="17849"/>
                </a:lnTo>
                <a:lnTo>
                  <a:pt x="19684" y="19719"/>
                </a:lnTo>
                <a:lnTo>
                  <a:pt x="19440" y="21600"/>
                </a:lnTo>
                <a:lnTo>
                  <a:pt x="18014" y="21600"/>
                </a:lnTo>
                <a:lnTo>
                  <a:pt x="16587" y="21600"/>
                </a:lnTo>
                <a:lnTo>
                  <a:pt x="15152" y="21600"/>
                </a:lnTo>
                <a:lnTo>
                  <a:pt x="13712" y="21600"/>
                </a:lnTo>
                <a:lnTo>
                  <a:pt x="12262" y="21600"/>
                </a:lnTo>
                <a:lnTo>
                  <a:pt x="10800" y="21600"/>
                </a:lnTo>
                <a:lnTo>
                  <a:pt x="11156" y="19769"/>
                </a:lnTo>
                <a:lnTo>
                  <a:pt x="11513" y="17935"/>
                </a:lnTo>
                <a:lnTo>
                  <a:pt x="11871" y="16092"/>
                </a:lnTo>
                <a:lnTo>
                  <a:pt x="12232" y="14242"/>
                </a:lnTo>
                <a:lnTo>
                  <a:pt x="12595" y="12380"/>
                </a:lnTo>
                <a:lnTo>
                  <a:pt x="12960" y="10502"/>
                </a:lnTo>
                <a:lnTo>
                  <a:pt x="11623" y="11190"/>
                </a:lnTo>
                <a:lnTo>
                  <a:pt x="10275" y="11881"/>
                </a:lnTo>
                <a:lnTo>
                  <a:pt x="8910" y="12583"/>
                </a:lnTo>
                <a:lnTo>
                  <a:pt x="7154" y="13151"/>
                </a:lnTo>
                <a:lnTo>
                  <a:pt x="5964" y="13329"/>
                </a:lnTo>
                <a:lnTo>
                  <a:pt x="4320" y="13276"/>
                </a:lnTo>
                <a:lnTo>
                  <a:pt x="3437" y="11836"/>
                </a:lnTo>
                <a:lnTo>
                  <a:pt x="2674" y="10352"/>
                </a:lnTo>
                <a:lnTo>
                  <a:pt x="2017" y="8818"/>
                </a:lnTo>
                <a:lnTo>
                  <a:pt x="1441" y="7236"/>
                </a:lnTo>
                <a:lnTo>
                  <a:pt x="927" y="5602"/>
                </a:lnTo>
                <a:lnTo>
                  <a:pt x="451" y="3918"/>
                </a:lnTo>
                <a:lnTo>
                  <a:pt x="0" y="2178"/>
                </a:lnTo>
                <a:lnTo>
                  <a:pt x="1680" y="1296"/>
                </a:lnTo>
                <a:lnTo>
                  <a:pt x="3251" y="652"/>
                </a:lnTo>
                <a:lnTo>
                  <a:pt x="4737" y="233"/>
                </a:lnTo>
                <a:lnTo>
                  <a:pt x="6169" y="19"/>
                </a:lnTo>
                <a:lnTo>
                  <a:pt x="7571" y="0"/>
                </a:lnTo>
                <a:lnTo>
                  <a:pt x="8973" y="153"/>
                </a:lnTo>
                <a:lnTo>
                  <a:pt x="10403" y="463"/>
                </a:lnTo>
                <a:lnTo>
                  <a:pt x="11884" y="916"/>
                </a:lnTo>
                <a:lnTo>
                  <a:pt x="13448" y="1493"/>
                </a:lnTo>
                <a:lnTo>
                  <a:pt x="15120" y="2178"/>
                </a:lnTo>
                <a:close/>
              </a:path>
            </a:pathLst>
          </a:custGeom>
          <a:solidFill>
            <a:srgbClr val="CACECF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3" name="contour_05791"/>
          <p:cNvSpPr/>
          <p:nvPr/>
        </p:nvSpPr>
        <p:spPr>
          <a:xfrm>
            <a:off x="10935074" y="2184299"/>
            <a:ext cx="72880" cy="531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54"/>
                </a:moveTo>
                <a:lnTo>
                  <a:pt x="7150" y="439"/>
                </a:lnTo>
                <a:lnTo>
                  <a:pt x="9385" y="148"/>
                </a:lnTo>
                <a:lnTo>
                  <a:pt x="11128" y="0"/>
                </a:lnTo>
                <a:lnTo>
                  <a:pt x="12489" y="15"/>
                </a:lnTo>
                <a:lnTo>
                  <a:pt x="13573" y="210"/>
                </a:lnTo>
                <a:lnTo>
                  <a:pt x="14489" y="605"/>
                </a:lnTo>
                <a:lnTo>
                  <a:pt x="15340" y="1218"/>
                </a:lnTo>
                <a:lnTo>
                  <a:pt x="16235" y="2072"/>
                </a:lnTo>
                <a:lnTo>
                  <a:pt x="17280" y="3180"/>
                </a:lnTo>
                <a:lnTo>
                  <a:pt x="18354" y="5101"/>
                </a:lnTo>
                <a:lnTo>
                  <a:pt x="19235" y="6820"/>
                </a:lnTo>
                <a:lnTo>
                  <a:pt x="19943" y="8411"/>
                </a:lnTo>
                <a:lnTo>
                  <a:pt x="20496" y="9938"/>
                </a:lnTo>
                <a:lnTo>
                  <a:pt x="20911" y="11470"/>
                </a:lnTo>
                <a:lnTo>
                  <a:pt x="21209" y="13076"/>
                </a:lnTo>
                <a:lnTo>
                  <a:pt x="21408" y="14825"/>
                </a:lnTo>
                <a:lnTo>
                  <a:pt x="21527" y="16784"/>
                </a:lnTo>
                <a:lnTo>
                  <a:pt x="21585" y="19019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0" y="19641"/>
                </a:lnTo>
                <a:lnTo>
                  <a:pt x="0" y="17670"/>
                </a:lnTo>
                <a:lnTo>
                  <a:pt x="0" y="15672"/>
                </a:lnTo>
                <a:lnTo>
                  <a:pt x="1428" y="15672"/>
                </a:lnTo>
                <a:lnTo>
                  <a:pt x="2864" y="15672"/>
                </a:lnTo>
                <a:lnTo>
                  <a:pt x="4320" y="15672"/>
                </a:lnTo>
                <a:lnTo>
                  <a:pt x="4320" y="13577"/>
                </a:lnTo>
                <a:lnTo>
                  <a:pt x="4320" y="11479"/>
                </a:lnTo>
                <a:lnTo>
                  <a:pt x="4320" y="9374"/>
                </a:lnTo>
                <a:lnTo>
                  <a:pt x="4320" y="7261"/>
                </a:lnTo>
                <a:lnTo>
                  <a:pt x="4320" y="5139"/>
                </a:lnTo>
                <a:lnTo>
                  <a:pt x="4320" y="3005"/>
                </a:lnTo>
                <a:lnTo>
                  <a:pt x="4320" y="854"/>
                </a:lnTo>
                <a:close/>
              </a:path>
            </a:pathLst>
          </a:custGeom>
          <a:solidFill>
            <a:srgbClr val="9C403D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4" name="contour_05792"/>
          <p:cNvSpPr/>
          <p:nvPr/>
        </p:nvSpPr>
        <p:spPr>
          <a:xfrm>
            <a:off x="3667576" y="2135382"/>
            <a:ext cx="66962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95" y="0"/>
                </a:moveTo>
                <a:lnTo>
                  <a:pt x="8369" y="469"/>
                </a:lnTo>
                <a:lnTo>
                  <a:pt x="9258" y="945"/>
                </a:lnTo>
                <a:lnTo>
                  <a:pt x="10532" y="1443"/>
                </a:lnTo>
                <a:lnTo>
                  <a:pt x="11818" y="1892"/>
                </a:lnTo>
                <a:lnTo>
                  <a:pt x="13120" y="2299"/>
                </a:lnTo>
                <a:lnTo>
                  <a:pt x="14444" y="2673"/>
                </a:lnTo>
                <a:lnTo>
                  <a:pt x="15798" y="3022"/>
                </a:lnTo>
                <a:lnTo>
                  <a:pt x="17183" y="3352"/>
                </a:lnTo>
                <a:lnTo>
                  <a:pt x="18607" y="3674"/>
                </a:lnTo>
                <a:lnTo>
                  <a:pt x="20079" y="3994"/>
                </a:lnTo>
                <a:lnTo>
                  <a:pt x="21600" y="4320"/>
                </a:lnTo>
                <a:lnTo>
                  <a:pt x="19938" y="4320"/>
                </a:lnTo>
                <a:lnTo>
                  <a:pt x="18273" y="4320"/>
                </a:lnTo>
                <a:lnTo>
                  <a:pt x="16604" y="4320"/>
                </a:lnTo>
                <a:lnTo>
                  <a:pt x="14928" y="4320"/>
                </a:lnTo>
                <a:lnTo>
                  <a:pt x="13245" y="4320"/>
                </a:lnTo>
                <a:lnTo>
                  <a:pt x="11552" y="4320"/>
                </a:lnTo>
                <a:lnTo>
                  <a:pt x="9846" y="4320"/>
                </a:lnTo>
                <a:lnTo>
                  <a:pt x="9744" y="5064"/>
                </a:lnTo>
                <a:lnTo>
                  <a:pt x="9643" y="5807"/>
                </a:lnTo>
                <a:lnTo>
                  <a:pt x="9542" y="6551"/>
                </a:lnTo>
                <a:lnTo>
                  <a:pt x="9441" y="7296"/>
                </a:lnTo>
                <a:lnTo>
                  <a:pt x="9340" y="8041"/>
                </a:lnTo>
                <a:lnTo>
                  <a:pt x="9239" y="8786"/>
                </a:lnTo>
                <a:lnTo>
                  <a:pt x="9136" y="9531"/>
                </a:lnTo>
                <a:lnTo>
                  <a:pt x="9034" y="10277"/>
                </a:lnTo>
                <a:lnTo>
                  <a:pt x="8933" y="11025"/>
                </a:lnTo>
                <a:lnTo>
                  <a:pt x="8832" y="11772"/>
                </a:lnTo>
                <a:lnTo>
                  <a:pt x="8729" y="12520"/>
                </a:lnTo>
                <a:lnTo>
                  <a:pt x="8628" y="13270"/>
                </a:lnTo>
                <a:lnTo>
                  <a:pt x="8527" y="14021"/>
                </a:lnTo>
                <a:lnTo>
                  <a:pt x="8423" y="14772"/>
                </a:lnTo>
                <a:lnTo>
                  <a:pt x="8322" y="15525"/>
                </a:lnTo>
                <a:lnTo>
                  <a:pt x="8219" y="16279"/>
                </a:lnTo>
                <a:lnTo>
                  <a:pt x="8115" y="17034"/>
                </a:lnTo>
                <a:lnTo>
                  <a:pt x="8012" y="17791"/>
                </a:lnTo>
                <a:lnTo>
                  <a:pt x="7911" y="18549"/>
                </a:lnTo>
                <a:lnTo>
                  <a:pt x="7807" y="19309"/>
                </a:lnTo>
                <a:lnTo>
                  <a:pt x="7702" y="20071"/>
                </a:lnTo>
                <a:lnTo>
                  <a:pt x="7598" y="20834"/>
                </a:lnTo>
                <a:lnTo>
                  <a:pt x="7495" y="21600"/>
                </a:lnTo>
                <a:lnTo>
                  <a:pt x="6115" y="20936"/>
                </a:lnTo>
                <a:lnTo>
                  <a:pt x="4916" y="20291"/>
                </a:lnTo>
                <a:lnTo>
                  <a:pt x="3879" y="19658"/>
                </a:lnTo>
                <a:lnTo>
                  <a:pt x="3000" y="19031"/>
                </a:lnTo>
                <a:lnTo>
                  <a:pt x="2262" y="18401"/>
                </a:lnTo>
                <a:lnTo>
                  <a:pt x="1650" y="17763"/>
                </a:lnTo>
                <a:lnTo>
                  <a:pt x="1159" y="17107"/>
                </a:lnTo>
                <a:lnTo>
                  <a:pt x="773" y="16428"/>
                </a:lnTo>
                <a:lnTo>
                  <a:pt x="482" y="15717"/>
                </a:lnTo>
                <a:lnTo>
                  <a:pt x="270" y="14968"/>
                </a:lnTo>
                <a:lnTo>
                  <a:pt x="127" y="14174"/>
                </a:lnTo>
                <a:lnTo>
                  <a:pt x="40" y="13327"/>
                </a:lnTo>
                <a:lnTo>
                  <a:pt x="0" y="12420"/>
                </a:lnTo>
                <a:lnTo>
                  <a:pt x="52" y="11539"/>
                </a:lnTo>
                <a:lnTo>
                  <a:pt x="169" y="10738"/>
                </a:lnTo>
                <a:lnTo>
                  <a:pt x="362" y="10006"/>
                </a:lnTo>
                <a:lnTo>
                  <a:pt x="651" y="9324"/>
                </a:lnTo>
                <a:lnTo>
                  <a:pt x="1046" y="8677"/>
                </a:lnTo>
                <a:lnTo>
                  <a:pt x="1561" y="8047"/>
                </a:lnTo>
                <a:lnTo>
                  <a:pt x="2217" y="7422"/>
                </a:lnTo>
                <a:lnTo>
                  <a:pt x="3021" y="6782"/>
                </a:lnTo>
                <a:lnTo>
                  <a:pt x="3992" y="6114"/>
                </a:lnTo>
                <a:lnTo>
                  <a:pt x="5144" y="5400"/>
                </a:lnTo>
                <a:lnTo>
                  <a:pt x="5527" y="4731"/>
                </a:lnTo>
                <a:lnTo>
                  <a:pt x="5880" y="4062"/>
                </a:lnTo>
                <a:lnTo>
                  <a:pt x="6202" y="3390"/>
                </a:lnTo>
                <a:lnTo>
                  <a:pt x="6498" y="2717"/>
                </a:lnTo>
                <a:lnTo>
                  <a:pt x="6771" y="2041"/>
                </a:lnTo>
                <a:lnTo>
                  <a:pt x="7027" y="1364"/>
                </a:lnTo>
                <a:lnTo>
                  <a:pt x="7267" y="684"/>
                </a:lnTo>
                <a:lnTo>
                  <a:pt x="7495" y="0"/>
                </a:lnTo>
                <a:close/>
              </a:path>
            </a:pathLst>
          </a:custGeom>
          <a:solidFill>
            <a:srgbClr val="ABB1B6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5" name="contour_05793"/>
          <p:cNvSpPr/>
          <p:nvPr/>
        </p:nvSpPr>
        <p:spPr>
          <a:xfrm>
            <a:off x="637142" y="2158492"/>
            <a:ext cx="79752" cy="86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91" y="2020"/>
                </a:moveTo>
                <a:lnTo>
                  <a:pt x="14192" y="2642"/>
                </a:lnTo>
                <a:lnTo>
                  <a:pt x="15374" y="3276"/>
                </a:lnTo>
                <a:lnTo>
                  <a:pt x="16454" y="3944"/>
                </a:lnTo>
                <a:lnTo>
                  <a:pt x="17451" y="4662"/>
                </a:lnTo>
                <a:lnTo>
                  <a:pt x="18383" y="5451"/>
                </a:lnTo>
                <a:lnTo>
                  <a:pt x="19261" y="6325"/>
                </a:lnTo>
                <a:lnTo>
                  <a:pt x="20110" y="7310"/>
                </a:lnTo>
                <a:lnTo>
                  <a:pt x="20941" y="8418"/>
                </a:lnTo>
                <a:lnTo>
                  <a:pt x="21290" y="9627"/>
                </a:lnTo>
                <a:lnTo>
                  <a:pt x="21503" y="10832"/>
                </a:lnTo>
                <a:lnTo>
                  <a:pt x="21600" y="12035"/>
                </a:lnTo>
                <a:lnTo>
                  <a:pt x="21588" y="13235"/>
                </a:lnTo>
                <a:lnTo>
                  <a:pt x="21487" y="14433"/>
                </a:lnTo>
                <a:lnTo>
                  <a:pt x="21308" y="15631"/>
                </a:lnTo>
                <a:lnTo>
                  <a:pt x="21065" y="16827"/>
                </a:lnTo>
                <a:lnTo>
                  <a:pt x="20773" y="18021"/>
                </a:lnTo>
                <a:lnTo>
                  <a:pt x="20445" y="19213"/>
                </a:lnTo>
                <a:lnTo>
                  <a:pt x="20096" y="20408"/>
                </a:lnTo>
                <a:lnTo>
                  <a:pt x="19739" y="21600"/>
                </a:lnTo>
                <a:lnTo>
                  <a:pt x="18436" y="21299"/>
                </a:lnTo>
                <a:lnTo>
                  <a:pt x="17131" y="20997"/>
                </a:lnTo>
                <a:lnTo>
                  <a:pt x="15821" y="20694"/>
                </a:lnTo>
                <a:lnTo>
                  <a:pt x="14504" y="20389"/>
                </a:lnTo>
                <a:lnTo>
                  <a:pt x="13179" y="20084"/>
                </a:lnTo>
                <a:lnTo>
                  <a:pt x="11843" y="19774"/>
                </a:lnTo>
                <a:lnTo>
                  <a:pt x="13016" y="19774"/>
                </a:lnTo>
                <a:lnTo>
                  <a:pt x="14192" y="19774"/>
                </a:lnTo>
                <a:lnTo>
                  <a:pt x="15374" y="19774"/>
                </a:lnTo>
                <a:lnTo>
                  <a:pt x="16565" y="19774"/>
                </a:lnTo>
                <a:lnTo>
                  <a:pt x="17765" y="19774"/>
                </a:lnTo>
                <a:lnTo>
                  <a:pt x="18128" y="17659"/>
                </a:lnTo>
                <a:lnTo>
                  <a:pt x="18345" y="16175"/>
                </a:lnTo>
                <a:lnTo>
                  <a:pt x="18418" y="15116"/>
                </a:lnTo>
                <a:lnTo>
                  <a:pt x="18345" y="14281"/>
                </a:lnTo>
                <a:lnTo>
                  <a:pt x="18128" y="13467"/>
                </a:lnTo>
                <a:lnTo>
                  <a:pt x="17765" y="12470"/>
                </a:lnTo>
                <a:lnTo>
                  <a:pt x="16513" y="12139"/>
                </a:lnTo>
                <a:lnTo>
                  <a:pt x="15268" y="11886"/>
                </a:lnTo>
                <a:lnTo>
                  <a:pt x="14024" y="11692"/>
                </a:lnTo>
                <a:lnTo>
                  <a:pt x="12769" y="11537"/>
                </a:lnTo>
                <a:lnTo>
                  <a:pt x="11498" y="11402"/>
                </a:lnTo>
                <a:lnTo>
                  <a:pt x="10201" y="11270"/>
                </a:lnTo>
                <a:lnTo>
                  <a:pt x="9056" y="10960"/>
                </a:lnTo>
                <a:lnTo>
                  <a:pt x="7895" y="10644"/>
                </a:lnTo>
                <a:lnTo>
                  <a:pt x="7374" y="9530"/>
                </a:lnTo>
                <a:lnTo>
                  <a:pt x="7009" y="8449"/>
                </a:lnTo>
                <a:lnTo>
                  <a:pt x="6755" y="7361"/>
                </a:lnTo>
                <a:lnTo>
                  <a:pt x="6569" y="6232"/>
                </a:lnTo>
                <a:lnTo>
                  <a:pt x="6407" y="5023"/>
                </a:lnTo>
                <a:lnTo>
                  <a:pt x="6166" y="4187"/>
                </a:lnTo>
                <a:lnTo>
                  <a:pt x="5922" y="3340"/>
                </a:lnTo>
                <a:lnTo>
                  <a:pt x="4394" y="2668"/>
                </a:lnTo>
                <a:lnTo>
                  <a:pt x="3322" y="2237"/>
                </a:lnTo>
                <a:lnTo>
                  <a:pt x="2422" y="1959"/>
                </a:lnTo>
                <a:lnTo>
                  <a:pt x="1409" y="1748"/>
                </a:lnTo>
                <a:lnTo>
                  <a:pt x="0" y="1514"/>
                </a:lnTo>
                <a:lnTo>
                  <a:pt x="1344" y="800"/>
                </a:lnTo>
                <a:lnTo>
                  <a:pt x="2637" y="327"/>
                </a:lnTo>
                <a:lnTo>
                  <a:pt x="3892" y="69"/>
                </a:lnTo>
                <a:lnTo>
                  <a:pt x="5128" y="0"/>
                </a:lnTo>
                <a:lnTo>
                  <a:pt x="6354" y="91"/>
                </a:lnTo>
                <a:lnTo>
                  <a:pt x="7590" y="316"/>
                </a:lnTo>
                <a:lnTo>
                  <a:pt x="8845" y="650"/>
                </a:lnTo>
                <a:lnTo>
                  <a:pt x="10138" y="1063"/>
                </a:lnTo>
                <a:lnTo>
                  <a:pt x="11482" y="1528"/>
                </a:lnTo>
                <a:lnTo>
                  <a:pt x="12891" y="2020"/>
                </a:lnTo>
                <a:close/>
              </a:path>
            </a:pathLst>
          </a:custGeom>
          <a:solidFill>
            <a:srgbClr val="83857F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6" name="contour_05794"/>
          <p:cNvSpPr/>
          <p:nvPr/>
        </p:nvSpPr>
        <p:spPr>
          <a:xfrm>
            <a:off x="9929331" y="2083768"/>
            <a:ext cx="94744" cy="51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250"/>
                </a:moveTo>
                <a:lnTo>
                  <a:pt x="2760" y="250"/>
                </a:lnTo>
                <a:lnTo>
                  <a:pt x="3865" y="250"/>
                </a:lnTo>
                <a:lnTo>
                  <a:pt x="4985" y="250"/>
                </a:lnTo>
                <a:lnTo>
                  <a:pt x="4985" y="2062"/>
                </a:lnTo>
                <a:lnTo>
                  <a:pt x="4985" y="3880"/>
                </a:lnTo>
                <a:lnTo>
                  <a:pt x="4985" y="5703"/>
                </a:lnTo>
                <a:lnTo>
                  <a:pt x="4985" y="7543"/>
                </a:lnTo>
                <a:lnTo>
                  <a:pt x="4985" y="9400"/>
                </a:lnTo>
                <a:lnTo>
                  <a:pt x="5274" y="8875"/>
                </a:lnTo>
                <a:lnTo>
                  <a:pt x="6146" y="7293"/>
                </a:lnTo>
                <a:lnTo>
                  <a:pt x="7053" y="5838"/>
                </a:lnTo>
                <a:lnTo>
                  <a:pt x="7926" y="4508"/>
                </a:lnTo>
                <a:lnTo>
                  <a:pt x="8788" y="3315"/>
                </a:lnTo>
                <a:lnTo>
                  <a:pt x="9667" y="2278"/>
                </a:lnTo>
                <a:lnTo>
                  <a:pt x="10587" y="1412"/>
                </a:lnTo>
                <a:lnTo>
                  <a:pt x="11576" y="735"/>
                </a:lnTo>
                <a:lnTo>
                  <a:pt x="12659" y="256"/>
                </a:lnTo>
                <a:lnTo>
                  <a:pt x="13864" y="0"/>
                </a:lnTo>
                <a:lnTo>
                  <a:pt x="15595" y="497"/>
                </a:lnTo>
                <a:lnTo>
                  <a:pt x="16813" y="894"/>
                </a:lnTo>
                <a:lnTo>
                  <a:pt x="17687" y="1278"/>
                </a:lnTo>
                <a:lnTo>
                  <a:pt x="18388" y="1748"/>
                </a:lnTo>
                <a:lnTo>
                  <a:pt x="19081" y="2391"/>
                </a:lnTo>
                <a:lnTo>
                  <a:pt x="19938" y="3300"/>
                </a:lnTo>
                <a:lnTo>
                  <a:pt x="20267" y="5112"/>
                </a:lnTo>
                <a:lnTo>
                  <a:pt x="20598" y="6930"/>
                </a:lnTo>
                <a:lnTo>
                  <a:pt x="20929" y="8753"/>
                </a:lnTo>
                <a:lnTo>
                  <a:pt x="21263" y="10593"/>
                </a:lnTo>
                <a:lnTo>
                  <a:pt x="21600" y="12450"/>
                </a:lnTo>
                <a:lnTo>
                  <a:pt x="20449" y="12450"/>
                </a:lnTo>
                <a:lnTo>
                  <a:pt x="19295" y="12450"/>
                </a:lnTo>
                <a:lnTo>
                  <a:pt x="18142" y="12450"/>
                </a:lnTo>
                <a:lnTo>
                  <a:pt x="16988" y="12450"/>
                </a:lnTo>
                <a:lnTo>
                  <a:pt x="15828" y="12450"/>
                </a:lnTo>
                <a:lnTo>
                  <a:pt x="14666" y="12450"/>
                </a:lnTo>
                <a:lnTo>
                  <a:pt x="13500" y="12450"/>
                </a:lnTo>
                <a:lnTo>
                  <a:pt x="12329" y="12450"/>
                </a:lnTo>
                <a:lnTo>
                  <a:pt x="11152" y="12450"/>
                </a:lnTo>
                <a:lnTo>
                  <a:pt x="9969" y="12450"/>
                </a:lnTo>
                <a:lnTo>
                  <a:pt x="9969" y="14262"/>
                </a:lnTo>
                <a:lnTo>
                  <a:pt x="9969" y="16080"/>
                </a:lnTo>
                <a:lnTo>
                  <a:pt x="9969" y="17903"/>
                </a:lnTo>
                <a:lnTo>
                  <a:pt x="9969" y="19743"/>
                </a:lnTo>
                <a:lnTo>
                  <a:pt x="9969" y="21600"/>
                </a:lnTo>
                <a:lnTo>
                  <a:pt x="8514" y="21539"/>
                </a:lnTo>
                <a:lnTo>
                  <a:pt x="7374" y="21326"/>
                </a:lnTo>
                <a:lnTo>
                  <a:pt x="6455" y="20905"/>
                </a:lnTo>
                <a:lnTo>
                  <a:pt x="5656" y="20221"/>
                </a:lnTo>
                <a:lnTo>
                  <a:pt x="4880" y="19224"/>
                </a:lnTo>
                <a:lnTo>
                  <a:pt x="4031" y="17858"/>
                </a:lnTo>
                <a:lnTo>
                  <a:pt x="3011" y="16073"/>
                </a:lnTo>
                <a:lnTo>
                  <a:pt x="1982" y="14085"/>
                </a:lnTo>
                <a:lnTo>
                  <a:pt x="1326" y="12728"/>
                </a:lnTo>
                <a:lnTo>
                  <a:pt x="759" y="11373"/>
                </a:lnTo>
                <a:lnTo>
                  <a:pt x="0" y="9400"/>
                </a:lnTo>
                <a:lnTo>
                  <a:pt x="113" y="6765"/>
                </a:lnTo>
                <a:lnTo>
                  <a:pt x="256" y="4971"/>
                </a:lnTo>
                <a:lnTo>
                  <a:pt x="508" y="3581"/>
                </a:lnTo>
                <a:lnTo>
                  <a:pt x="950" y="2153"/>
                </a:lnTo>
                <a:lnTo>
                  <a:pt x="1662" y="250"/>
                </a:lnTo>
                <a:close/>
              </a:path>
            </a:pathLst>
          </a:custGeom>
          <a:solidFill>
            <a:srgbClr val="ADB1B1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7" name="contour_05795"/>
          <p:cNvSpPr/>
          <p:nvPr/>
        </p:nvSpPr>
        <p:spPr>
          <a:xfrm>
            <a:off x="1663619" y="2062502"/>
            <a:ext cx="81298" cy="50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0" y="0"/>
                </a:moveTo>
                <a:lnTo>
                  <a:pt x="1669" y="0"/>
                </a:lnTo>
                <a:lnTo>
                  <a:pt x="3040" y="0"/>
                </a:lnTo>
                <a:lnTo>
                  <a:pt x="4415" y="0"/>
                </a:lnTo>
                <a:lnTo>
                  <a:pt x="5795" y="0"/>
                </a:lnTo>
                <a:lnTo>
                  <a:pt x="7182" y="0"/>
                </a:lnTo>
                <a:lnTo>
                  <a:pt x="8576" y="0"/>
                </a:lnTo>
                <a:lnTo>
                  <a:pt x="9982" y="0"/>
                </a:lnTo>
                <a:lnTo>
                  <a:pt x="9982" y="1837"/>
                </a:lnTo>
                <a:lnTo>
                  <a:pt x="9982" y="3679"/>
                </a:lnTo>
                <a:lnTo>
                  <a:pt x="9982" y="5528"/>
                </a:lnTo>
                <a:lnTo>
                  <a:pt x="9982" y="7393"/>
                </a:lnTo>
                <a:lnTo>
                  <a:pt x="9982" y="9276"/>
                </a:lnTo>
                <a:lnTo>
                  <a:pt x="11180" y="8892"/>
                </a:lnTo>
                <a:lnTo>
                  <a:pt x="12379" y="8509"/>
                </a:lnTo>
                <a:lnTo>
                  <a:pt x="13582" y="8126"/>
                </a:lnTo>
                <a:lnTo>
                  <a:pt x="14786" y="7742"/>
                </a:lnTo>
                <a:lnTo>
                  <a:pt x="15996" y="7356"/>
                </a:lnTo>
                <a:lnTo>
                  <a:pt x="17212" y="6966"/>
                </a:lnTo>
                <a:lnTo>
                  <a:pt x="18434" y="6576"/>
                </a:lnTo>
                <a:lnTo>
                  <a:pt x="19664" y="6184"/>
                </a:lnTo>
                <a:lnTo>
                  <a:pt x="20047" y="8020"/>
                </a:lnTo>
                <a:lnTo>
                  <a:pt x="20432" y="9863"/>
                </a:lnTo>
                <a:lnTo>
                  <a:pt x="20818" y="11712"/>
                </a:lnTo>
                <a:lnTo>
                  <a:pt x="21207" y="13577"/>
                </a:lnTo>
                <a:lnTo>
                  <a:pt x="21600" y="15459"/>
                </a:lnTo>
                <a:lnTo>
                  <a:pt x="20392" y="15973"/>
                </a:lnTo>
                <a:lnTo>
                  <a:pt x="19183" y="16480"/>
                </a:lnTo>
                <a:lnTo>
                  <a:pt x="17973" y="16981"/>
                </a:lnTo>
                <a:lnTo>
                  <a:pt x="16763" y="17475"/>
                </a:lnTo>
                <a:lnTo>
                  <a:pt x="15553" y="17967"/>
                </a:lnTo>
                <a:lnTo>
                  <a:pt x="14341" y="18456"/>
                </a:lnTo>
                <a:lnTo>
                  <a:pt x="13128" y="18938"/>
                </a:lnTo>
                <a:lnTo>
                  <a:pt x="11928" y="19457"/>
                </a:lnTo>
                <a:lnTo>
                  <a:pt x="10708" y="19989"/>
                </a:lnTo>
                <a:lnTo>
                  <a:pt x="8516" y="20824"/>
                </a:lnTo>
                <a:lnTo>
                  <a:pt x="6888" y="21365"/>
                </a:lnTo>
                <a:lnTo>
                  <a:pt x="5666" y="21600"/>
                </a:lnTo>
                <a:lnTo>
                  <a:pt x="4694" y="21520"/>
                </a:lnTo>
                <a:lnTo>
                  <a:pt x="3813" y="21105"/>
                </a:lnTo>
                <a:lnTo>
                  <a:pt x="2864" y="20345"/>
                </a:lnTo>
                <a:lnTo>
                  <a:pt x="1692" y="19229"/>
                </a:lnTo>
                <a:lnTo>
                  <a:pt x="1011" y="17117"/>
                </a:lnTo>
                <a:lnTo>
                  <a:pt x="531" y="15054"/>
                </a:lnTo>
                <a:lnTo>
                  <a:pt x="223" y="13017"/>
                </a:lnTo>
                <a:lnTo>
                  <a:pt x="54" y="10979"/>
                </a:lnTo>
                <a:lnTo>
                  <a:pt x="0" y="8920"/>
                </a:lnTo>
                <a:lnTo>
                  <a:pt x="25" y="6818"/>
                </a:lnTo>
                <a:lnTo>
                  <a:pt x="105" y="4644"/>
                </a:lnTo>
                <a:lnTo>
                  <a:pt x="205" y="2381"/>
                </a:lnTo>
                <a:lnTo>
                  <a:pt x="300" y="0"/>
                </a:lnTo>
                <a:close/>
              </a:path>
            </a:pathLst>
          </a:custGeom>
          <a:solidFill>
            <a:srgbClr val="0C0C0B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8" name="contour_05796"/>
          <p:cNvSpPr/>
          <p:nvPr/>
        </p:nvSpPr>
        <p:spPr>
          <a:xfrm>
            <a:off x="1314925" y="1980913"/>
            <a:ext cx="50856" cy="597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14"/>
                </a:moveTo>
                <a:lnTo>
                  <a:pt x="1836" y="414"/>
                </a:lnTo>
                <a:lnTo>
                  <a:pt x="3674" y="327"/>
                </a:lnTo>
                <a:lnTo>
                  <a:pt x="5513" y="250"/>
                </a:lnTo>
                <a:lnTo>
                  <a:pt x="7352" y="185"/>
                </a:lnTo>
                <a:lnTo>
                  <a:pt x="9404" y="92"/>
                </a:lnTo>
                <a:lnTo>
                  <a:pt x="11487" y="0"/>
                </a:lnTo>
                <a:lnTo>
                  <a:pt x="13852" y="329"/>
                </a:lnTo>
                <a:lnTo>
                  <a:pt x="15437" y="717"/>
                </a:lnTo>
                <a:lnTo>
                  <a:pt x="16966" y="1410"/>
                </a:lnTo>
                <a:lnTo>
                  <a:pt x="19155" y="2654"/>
                </a:lnTo>
                <a:lnTo>
                  <a:pt x="20606" y="4526"/>
                </a:lnTo>
                <a:lnTo>
                  <a:pt x="21346" y="5891"/>
                </a:lnTo>
                <a:lnTo>
                  <a:pt x="21600" y="7414"/>
                </a:lnTo>
                <a:lnTo>
                  <a:pt x="21597" y="9760"/>
                </a:lnTo>
                <a:lnTo>
                  <a:pt x="21436" y="10388"/>
                </a:lnTo>
                <a:lnTo>
                  <a:pt x="21154" y="11492"/>
                </a:lnTo>
                <a:lnTo>
                  <a:pt x="20507" y="14022"/>
                </a:lnTo>
                <a:lnTo>
                  <a:pt x="20164" y="15446"/>
                </a:lnTo>
                <a:lnTo>
                  <a:pt x="19817" y="16877"/>
                </a:lnTo>
                <a:lnTo>
                  <a:pt x="19467" y="18326"/>
                </a:lnTo>
                <a:lnTo>
                  <a:pt x="19025" y="19953"/>
                </a:lnTo>
                <a:lnTo>
                  <a:pt x="18573" y="21600"/>
                </a:lnTo>
                <a:lnTo>
                  <a:pt x="16384" y="21600"/>
                </a:lnTo>
                <a:lnTo>
                  <a:pt x="14193" y="21600"/>
                </a:lnTo>
                <a:lnTo>
                  <a:pt x="11995" y="21600"/>
                </a:lnTo>
                <a:lnTo>
                  <a:pt x="9788" y="21600"/>
                </a:lnTo>
                <a:lnTo>
                  <a:pt x="7571" y="21600"/>
                </a:lnTo>
                <a:lnTo>
                  <a:pt x="5343" y="21600"/>
                </a:lnTo>
                <a:lnTo>
                  <a:pt x="3095" y="21600"/>
                </a:lnTo>
                <a:lnTo>
                  <a:pt x="3606" y="19860"/>
                </a:lnTo>
                <a:lnTo>
                  <a:pt x="4117" y="18118"/>
                </a:lnTo>
                <a:lnTo>
                  <a:pt x="4631" y="16368"/>
                </a:lnTo>
                <a:lnTo>
                  <a:pt x="5148" y="14610"/>
                </a:lnTo>
                <a:lnTo>
                  <a:pt x="5668" y="12841"/>
                </a:lnTo>
                <a:lnTo>
                  <a:pt x="6191" y="11057"/>
                </a:lnTo>
                <a:lnTo>
                  <a:pt x="4145" y="11057"/>
                </a:lnTo>
                <a:lnTo>
                  <a:pt x="2086" y="11057"/>
                </a:lnTo>
                <a:lnTo>
                  <a:pt x="0" y="11057"/>
                </a:lnTo>
                <a:lnTo>
                  <a:pt x="0" y="9317"/>
                </a:lnTo>
                <a:lnTo>
                  <a:pt x="0" y="7575"/>
                </a:lnTo>
                <a:lnTo>
                  <a:pt x="0" y="5825"/>
                </a:lnTo>
                <a:lnTo>
                  <a:pt x="0" y="4067"/>
                </a:lnTo>
                <a:lnTo>
                  <a:pt x="0" y="2298"/>
                </a:lnTo>
                <a:lnTo>
                  <a:pt x="0" y="514"/>
                </a:lnTo>
                <a:close/>
              </a:path>
            </a:pathLst>
          </a:custGeom>
          <a:solidFill>
            <a:srgbClr val="050605"/>
          </a:solidFill>
          <a:ln>
            <a:noFill/>
          </a:ln>
        </p:spPr>
        <p:txBody>
          <a:bodyPr/>
          <a:lstStyle/>
          <a:p/>
        </p:txBody>
      </p:sp>
      <p:sp>
        <p:nvSpPr>
          <p:cNvPr id="5799" name="contour_05797"/>
          <p:cNvSpPr/>
          <p:nvPr/>
        </p:nvSpPr>
        <p:spPr>
          <a:xfrm>
            <a:off x="746462" y="1982334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88" y="1337"/>
                </a:lnTo>
                <a:lnTo>
                  <a:pt x="2383" y="2681"/>
                </a:lnTo>
                <a:lnTo>
                  <a:pt x="3583" y="4031"/>
                </a:lnTo>
                <a:lnTo>
                  <a:pt x="4800" y="5400"/>
                </a:lnTo>
                <a:lnTo>
                  <a:pt x="6566" y="5873"/>
                </a:lnTo>
                <a:lnTo>
                  <a:pt x="7886" y="6207"/>
                </a:lnTo>
                <a:lnTo>
                  <a:pt x="8995" y="6450"/>
                </a:lnTo>
                <a:lnTo>
                  <a:pt x="10140" y="6645"/>
                </a:lnTo>
                <a:lnTo>
                  <a:pt x="11561" y="6842"/>
                </a:lnTo>
                <a:lnTo>
                  <a:pt x="13500" y="7088"/>
                </a:lnTo>
                <a:lnTo>
                  <a:pt x="15017" y="7290"/>
                </a:lnTo>
                <a:lnTo>
                  <a:pt x="16546" y="7495"/>
                </a:lnTo>
                <a:lnTo>
                  <a:pt x="18094" y="7700"/>
                </a:lnTo>
                <a:lnTo>
                  <a:pt x="19253" y="7833"/>
                </a:lnTo>
                <a:lnTo>
                  <a:pt x="20417" y="7965"/>
                </a:lnTo>
                <a:lnTo>
                  <a:pt x="21600" y="8100"/>
                </a:lnTo>
                <a:lnTo>
                  <a:pt x="21600" y="9882"/>
                </a:lnTo>
                <a:lnTo>
                  <a:pt x="21600" y="11667"/>
                </a:lnTo>
                <a:lnTo>
                  <a:pt x="21600" y="13460"/>
                </a:lnTo>
                <a:lnTo>
                  <a:pt x="21600" y="15260"/>
                </a:lnTo>
                <a:lnTo>
                  <a:pt x="21600" y="17072"/>
                </a:lnTo>
                <a:lnTo>
                  <a:pt x="21600" y="18900"/>
                </a:lnTo>
                <a:lnTo>
                  <a:pt x="20832" y="18997"/>
                </a:lnTo>
                <a:lnTo>
                  <a:pt x="20129" y="19084"/>
                </a:lnTo>
                <a:lnTo>
                  <a:pt x="19438" y="19170"/>
                </a:lnTo>
                <a:lnTo>
                  <a:pt x="18694" y="19264"/>
                </a:lnTo>
                <a:lnTo>
                  <a:pt x="17842" y="19370"/>
                </a:lnTo>
                <a:lnTo>
                  <a:pt x="16819" y="19497"/>
                </a:lnTo>
                <a:lnTo>
                  <a:pt x="15571" y="19653"/>
                </a:lnTo>
                <a:lnTo>
                  <a:pt x="14035" y="19845"/>
                </a:lnTo>
                <a:lnTo>
                  <a:pt x="12156" y="20080"/>
                </a:lnTo>
                <a:lnTo>
                  <a:pt x="9871" y="20366"/>
                </a:lnTo>
                <a:lnTo>
                  <a:pt x="7123" y="20709"/>
                </a:lnTo>
                <a:lnTo>
                  <a:pt x="3852" y="21119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635D56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0" name="contour_05798"/>
          <p:cNvSpPr/>
          <p:nvPr/>
        </p:nvSpPr>
        <p:spPr>
          <a:xfrm>
            <a:off x="8515461" y="1924030"/>
            <a:ext cx="5830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856" y="173"/>
                </a:lnTo>
                <a:lnTo>
                  <a:pt x="9563" y="335"/>
                </a:lnTo>
                <a:lnTo>
                  <a:pt x="10379" y="520"/>
                </a:lnTo>
                <a:lnTo>
                  <a:pt x="11459" y="768"/>
                </a:lnTo>
                <a:lnTo>
                  <a:pt x="12963" y="1111"/>
                </a:lnTo>
                <a:lnTo>
                  <a:pt x="15047" y="1588"/>
                </a:lnTo>
                <a:lnTo>
                  <a:pt x="17874" y="2234"/>
                </a:lnTo>
                <a:lnTo>
                  <a:pt x="21600" y="3086"/>
                </a:lnTo>
                <a:lnTo>
                  <a:pt x="20272" y="3606"/>
                </a:lnTo>
                <a:lnTo>
                  <a:pt x="18922" y="4135"/>
                </a:lnTo>
                <a:lnTo>
                  <a:pt x="17815" y="5070"/>
                </a:lnTo>
                <a:lnTo>
                  <a:pt x="16975" y="6003"/>
                </a:lnTo>
                <a:lnTo>
                  <a:pt x="16373" y="6940"/>
                </a:lnTo>
                <a:lnTo>
                  <a:pt x="15970" y="7887"/>
                </a:lnTo>
                <a:lnTo>
                  <a:pt x="15736" y="8848"/>
                </a:lnTo>
                <a:lnTo>
                  <a:pt x="15630" y="9831"/>
                </a:lnTo>
                <a:lnTo>
                  <a:pt x="15628" y="10839"/>
                </a:lnTo>
                <a:lnTo>
                  <a:pt x="15687" y="11880"/>
                </a:lnTo>
                <a:lnTo>
                  <a:pt x="15776" y="12957"/>
                </a:lnTo>
                <a:lnTo>
                  <a:pt x="15862" y="14079"/>
                </a:lnTo>
                <a:lnTo>
                  <a:pt x="15881" y="14623"/>
                </a:lnTo>
                <a:lnTo>
                  <a:pt x="15935" y="16266"/>
                </a:lnTo>
                <a:lnTo>
                  <a:pt x="15976" y="17334"/>
                </a:lnTo>
                <a:lnTo>
                  <a:pt x="16024" y="18400"/>
                </a:lnTo>
                <a:lnTo>
                  <a:pt x="16078" y="19468"/>
                </a:lnTo>
                <a:lnTo>
                  <a:pt x="16135" y="20534"/>
                </a:lnTo>
                <a:lnTo>
                  <a:pt x="16200" y="21600"/>
                </a:lnTo>
                <a:lnTo>
                  <a:pt x="14237" y="21307"/>
                </a:lnTo>
                <a:lnTo>
                  <a:pt x="12833" y="21080"/>
                </a:lnTo>
                <a:lnTo>
                  <a:pt x="11602" y="20846"/>
                </a:lnTo>
                <a:lnTo>
                  <a:pt x="10155" y="20529"/>
                </a:lnTo>
                <a:lnTo>
                  <a:pt x="8100" y="20057"/>
                </a:lnTo>
                <a:lnTo>
                  <a:pt x="7249" y="19019"/>
                </a:lnTo>
                <a:lnTo>
                  <a:pt x="6855" y="18243"/>
                </a:lnTo>
                <a:lnTo>
                  <a:pt x="6583" y="17067"/>
                </a:lnTo>
                <a:lnTo>
                  <a:pt x="6272" y="15816"/>
                </a:lnTo>
                <a:lnTo>
                  <a:pt x="5867" y="14870"/>
                </a:lnTo>
                <a:lnTo>
                  <a:pt x="5197" y="14094"/>
                </a:lnTo>
                <a:lnTo>
                  <a:pt x="4096" y="13347"/>
                </a:lnTo>
                <a:lnTo>
                  <a:pt x="2395" y="12494"/>
                </a:lnTo>
                <a:lnTo>
                  <a:pt x="1207" y="11653"/>
                </a:lnTo>
                <a:lnTo>
                  <a:pt x="0" y="10800"/>
                </a:lnTo>
                <a:lnTo>
                  <a:pt x="502" y="9783"/>
                </a:lnTo>
                <a:lnTo>
                  <a:pt x="1026" y="8834"/>
                </a:lnTo>
                <a:lnTo>
                  <a:pt x="1590" y="7930"/>
                </a:lnTo>
                <a:lnTo>
                  <a:pt x="2217" y="7042"/>
                </a:lnTo>
                <a:lnTo>
                  <a:pt x="2916" y="6142"/>
                </a:lnTo>
                <a:lnTo>
                  <a:pt x="3712" y="5207"/>
                </a:lnTo>
                <a:lnTo>
                  <a:pt x="4023" y="4829"/>
                </a:lnTo>
                <a:lnTo>
                  <a:pt x="4957" y="3689"/>
                </a:lnTo>
                <a:lnTo>
                  <a:pt x="5727" y="2763"/>
                </a:lnTo>
                <a:lnTo>
                  <a:pt x="6510" y="1839"/>
                </a:lnTo>
                <a:lnTo>
                  <a:pt x="7303" y="920"/>
                </a:lnTo>
                <a:lnTo>
                  <a:pt x="8100" y="0"/>
                </a:lnTo>
                <a:close/>
              </a:path>
            </a:pathLst>
          </a:custGeom>
          <a:solidFill>
            <a:srgbClr val="DEE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1" name="contour_05799"/>
          <p:cNvSpPr/>
          <p:nvPr/>
        </p:nvSpPr>
        <p:spPr>
          <a:xfrm>
            <a:off x="775614" y="1929897"/>
            <a:ext cx="58304" cy="597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0"/>
                </a:moveTo>
                <a:lnTo>
                  <a:pt x="8824" y="61"/>
                </a:lnTo>
                <a:lnTo>
                  <a:pt x="10560" y="121"/>
                </a:lnTo>
                <a:lnTo>
                  <a:pt x="12320" y="185"/>
                </a:lnTo>
                <a:lnTo>
                  <a:pt x="13090" y="206"/>
                </a:lnTo>
                <a:lnTo>
                  <a:pt x="14448" y="242"/>
                </a:lnTo>
                <a:lnTo>
                  <a:pt x="17561" y="329"/>
                </a:lnTo>
                <a:lnTo>
                  <a:pt x="18895" y="390"/>
                </a:lnTo>
                <a:lnTo>
                  <a:pt x="20239" y="451"/>
                </a:lnTo>
                <a:lnTo>
                  <a:pt x="21600" y="514"/>
                </a:lnTo>
                <a:lnTo>
                  <a:pt x="21600" y="2377"/>
                </a:lnTo>
                <a:lnTo>
                  <a:pt x="21600" y="4244"/>
                </a:lnTo>
                <a:lnTo>
                  <a:pt x="21600" y="6115"/>
                </a:lnTo>
                <a:lnTo>
                  <a:pt x="21600" y="7994"/>
                </a:lnTo>
                <a:lnTo>
                  <a:pt x="21600" y="9881"/>
                </a:lnTo>
                <a:lnTo>
                  <a:pt x="21600" y="11779"/>
                </a:lnTo>
                <a:lnTo>
                  <a:pt x="21600" y="13693"/>
                </a:lnTo>
                <a:lnTo>
                  <a:pt x="19815" y="13693"/>
                </a:lnTo>
                <a:lnTo>
                  <a:pt x="18020" y="13693"/>
                </a:lnTo>
                <a:lnTo>
                  <a:pt x="16200" y="13693"/>
                </a:lnTo>
                <a:lnTo>
                  <a:pt x="16200" y="15432"/>
                </a:lnTo>
                <a:lnTo>
                  <a:pt x="16200" y="17188"/>
                </a:lnTo>
                <a:lnTo>
                  <a:pt x="16200" y="18964"/>
                </a:lnTo>
                <a:lnTo>
                  <a:pt x="14418" y="19254"/>
                </a:lnTo>
                <a:lnTo>
                  <a:pt x="12633" y="19544"/>
                </a:lnTo>
                <a:lnTo>
                  <a:pt x="10849" y="19834"/>
                </a:lnTo>
                <a:lnTo>
                  <a:pt x="9059" y="20127"/>
                </a:lnTo>
                <a:lnTo>
                  <a:pt x="7263" y="20417"/>
                </a:lnTo>
                <a:lnTo>
                  <a:pt x="5459" y="20712"/>
                </a:lnTo>
                <a:lnTo>
                  <a:pt x="3650" y="21004"/>
                </a:lnTo>
                <a:lnTo>
                  <a:pt x="1831" y="21302"/>
                </a:lnTo>
                <a:lnTo>
                  <a:pt x="0" y="21600"/>
                </a:lnTo>
                <a:lnTo>
                  <a:pt x="1604" y="21078"/>
                </a:lnTo>
                <a:lnTo>
                  <a:pt x="3213" y="20554"/>
                </a:lnTo>
                <a:lnTo>
                  <a:pt x="4828" y="20029"/>
                </a:lnTo>
                <a:lnTo>
                  <a:pt x="6456" y="19499"/>
                </a:lnTo>
                <a:lnTo>
                  <a:pt x="8100" y="18964"/>
                </a:lnTo>
                <a:lnTo>
                  <a:pt x="7636" y="18292"/>
                </a:lnTo>
                <a:lnTo>
                  <a:pt x="6234" y="16268"/>
                </a:lnTo>
                <a:lnTo>
                  <a:pt x="5457" y="15090"/>
                </a:lnTo>
                <a:lnTo>
                  <a:pt x="4674" y="13906"/>
                </a:lnTo>
                <a:lnTo>
                  <a:pt x="3883" y="12704"/>
                </a:lnTo>
                <a:lnTo>
                  <a:pt x="3100" y="11539"/>
                </a:lnTo>
                <a:lnTo>
                  <a:pt x="2309" y="10369"/>
                </a:lnTo>
                <a:lnTo>
                  <a:pt x="1509" y="9183"/>
                </a:lnTo>
                <a:lnTo>
                  <a:pt x="645" y="7169"/>
                </a:lnTo>
                <a:lnTo>
                  <a:pt x="251" y="5828"/>
                </a:lnTo>
                <a:lnTo>
                  <a:pt x="238" y="4552"/>
                </a:lnTo>
                <a:lnTo>
                  <a:pt x="508" y="2739"/>
                </a:lnTo>
                <a:lnTo>
                  <a:pt x="1844" y="1444"/>
                </a:lnTo>
                <a:lnTo>
                  <a:pt x="2975" y="727"/>
                </a:lnTo>
                <a:lnTo>
                  <a:pt x="4520" y="332"/>
                </a:lnTo>
                <a:lnTo>
                  <a:pt x="7098" y="0"/>
                </a:lnTo>
                <a:close/>
              </a:path>
            </a:pathLst>
          </a:custGeom>
          <a:solidFill>
            <a:srgbClr val="19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2" name="contour_05800"/>
          <p:cNvSpPr/>
          <p:nvPr/>
        </p:nvSpPr>
        <p:spPr>
          <a:xfrm>
            <a:off x="3763690" y="1880302"/>
            <a:ext cx="65709" cy="110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66" y="0"/>
                </a:moveTo>
                <a:lnTo>
                  <a:pt x="19341" y="952"/>
                </a:lnTo>
                <a:lnTo>
                  <a:pt x="19513" y="1905"/>
                </a:lnTo>
                <a:lnTo>
                  <a:pt x="19686" y="2859"/>
                </a:lnTo>
                <a:lnTo>
                  <a:pt x="19856" y="3812"/>
                </a:lnTo>
                <a:lnTo>
                  <a:pt x="20026" y="4764"/>
                </a:lnTo>
                <a:lnTo>
                  <a:pt x="20196" y="5717"/>
                </a:lnTo>
                <a:lnTo>
                  <a:pt x="20364" y="6671"/>
                </a:lnTo>
                <a:lnTo>
                  <a:pt x="20536" y="7601"/>
                </a:lnTo>
                <a:lnTo>
                  <a:pt x="20711" y="8546"/>
                </a:lnTo>
                <a:lnTo>
                  <a:pt x="20874" y="9534"/>
                </a:lnTo>
                <a:lnTo>
                  <a:pt x="21020" y="10518"/>
                </a:lnTo>
                <a:lnTo>
                  <a:pt x="21150" y="11502"/>
                </a:lnTo>
                <a:lnTo>
                  <a:pt x="21262" y="12483"/>
                </a:lnTo>
                <a:lnTo>
                  <a:pt x="21358" y="13465"/>
                </a:lnTo>
                <a:lnTo>
                  <a:pt x="21437" y="14446"/>
                </a:lnTo>
                <a:lnTo>
                  <a:pt x="21499" y="15427"/>
                </a:lnTo>
                <a:lnTo>
                  <a:pt x="21547" y="16409"/>
                </a:lnTo>
                <a:lnTo>
                  <a:pt x="21578" y="17392"/>
                </a:lnTo>
                <a:lnTo>
                  <a:pt x="21598" y="18377"/>
                </a:lnTo>
                <a:lnTo>
                  <a:pt x="21600" y="19363"/>
                </a:lnTo>
                <a:lnTo>
                  <a:pt x="21588" y="20352"/>
                </a:lnTo>
                <a:lnTo>
                  <a:pt x="21562" y="21344"/>
                </a:lnTo>
                <a:lnTo>
                  <a:pt x="19851" y="21515"/>
                </a:lnTo>
                <a:lnTo>
                  <a:pt x="18622" y="21600"/>
                </a:lnTo>
                <a:lnTo>
                  <a:pt x="17530" y="21600"/>
                </a:lnTo>
                <a:lnTo>
                  <a:pt x="16229" y="21515"/>
                </a:lnTo>
                <a:lnTo>
                  <a:pt x="14374" y="21344"/>
                </a:lnTo>
                <a:lnTo>
                  <a:pt x="13625" y="20188"/>
                </a:lnTo>
                <a:lnTo>
                  <a:pt x="13066" y="19143"/>
                </a:lnTo>
                <a:lnTo>
                  <a:pt x="12690" y="18178"/>
                </a:lnTo>
                <a:lnTo>
                  <a:pt x="12487" y="17266"/>
                </a:lnTo>
                <a:lnTo>
                  <a:pt x="12448" y="16381"/>
                </a:lnTo>
                <a:lnTo>
                  <a:pt x="12563" y="15496"/>
                </a:lnTo>
                <a:lnTo>
                  <a:pt x="12822" y="14579"/>
                </a:lnTo>
                <a:lnTo>
                  <a:pt x="13217" y="13607"/>
                </a:lnTo>
                <a:lnTo>
                  <a:pt x="13737" y="12552"/>
                </a:lnTo>
                <a:lnTo>
                  <a:pt x="14374" y="11383"/>
                </a:lnTo>
                <a:lnTo>
                  <a:pt x="14374" y="10329"/>
                </a:lnTo>
                <a:lnTo>
                  <a:pt x="14264" y="9339"/>
                </a:lnTo>
                <a:lnTo>
                  <a:pt x="14006" y="8398"/>
                </a:lnTo>
                <a:lnTo>
                  <a:pt x="13565" y="7489"/>
                </a:lnTo>
                <a:lnTo>
                  <a:pt x="12901" y="6592"/>
                </a:lnTo>
                <a:lnTo>
                  <a:pt x="11979" y="5692"/>
                </a:lnTo>
                <a:lnTo>
                  <a:pt x="10407" y="5373"/>
                </a:lnTo>
                <a:lnTo>
                  <a:pt x="8864" y="5118"/>
                </a:lnTo>
                <a:lnTo>
                  <a:pt x="7329" y="4915"/>
                </a:lnTo>
                <a:lnTo>
                  <a:pt x="5779" y="4755"/>
                </a:lnTo>
                <a:lnTo>
                  <a:pt x="4188" y="4626"/>
                </a:lnTo>
                <a:lnTo>
                  <a:pt x="2537" y="4519"/>
                </a:lnTo>
                <a:lnTo>
                  <a:pt x="1277" y="4395"/>
                </a:lnTo>
                <a:lnTo>
                  <a:pt x="0" y="4269"/>
                </a:lnTo>
                <a:lnTo>
                  <a:pt x="0" y="3563"/>
                </a:lnTo>
                <a:lnTo>
                  <a:pt x="0" y="2846"/>
                </a:lnTo>
                <a:lnTo>
                  <a:pt x="1483" y="2469"/>
                </a:lnTo>
                <a:lnTo>
                  <a:pt x="2583" y="2201"/>
                </a:lnTo>
                <a:lnTo>
                  <a:pt x="3630" y="1971"/>
                </a:lnTo>
                <a:lnTo>
                  <a:pt x="4954" y="1706"/>
                </a:lnTo>
                <a:lnTo>
                  <a:pt x="6888" y="1335"/>
                </a:lnTo>
                <a:lnTo>
                  <a:pt x="8167" y="1083"/>
                </a:lnTo>
                <a:lnTo>
                  <a:pt x="9456" y="830"/>
                </a:lnTo>
                <a:lnTo>
                  <a:pt x="10762" y="572"/>
                </a:lnTo>
                <a:lnTo>
                  <a:pt x="12563" y="293"/>
                </a:lnTo>
                <a:lnTo>
                  <a:pt x="13900" y="124"/>
                </a:lnTo>
                <a:lnTo>
                  <a:pt x="15177" y="37"/>
                </a:lnTo>
                <a:lnTo>
                  <a:pt x="16799" y="4"/>
                </a:lnTo>
                <a:lnTo>
                  <a:pt x="19166" y="0"/>
                </a:lnTo>
                <a:close/>
              </a:path>
            </a:pathLst>
          </a:custGeom>
          <a:solidFill>
            <a:srgbClr val="C9D0D5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3" name="contour_05801"/>
          <p:cNvSpPr/>
          <p:nvPr/>
        </p:nvSpPr>
        <p:spPr>
          <a:xfrm>
            <a:off x="7793950" y="1858212"/>
            <a:ext cx="102032" cy="731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7"/>
                </a:moveTo>
                <a:lnTo>
                  <a:pt x="21600" y="1346"/>
                </a:lnTo>
                <a:lnTo>
                  <a:pt x="21600" y="2629"/>
                </a:lnTo>
                <a:lnTo>
                  <a:pt x="21600" y="3917"/>
                </a:lnTo>
                <a:lnTo>
                  <a:pt x="21600" y="5215"/>
                </a:lnTo>
                <a:lnTo>
                  <a:pt x="21600" y="6527"/>
                </a:lnTo>
                <a:lnTo>
                  <a:pt x="20582" y="6527"/>
                </a:lnTo>
                <a:lnTo>
                  <a:pt x="19562" y="6527"/>
                </a:lnTo>
                <a:lnTo>
                  <a:pt x="18537" y="6527"/>
                </a:lnTo>
                <a:lnTo>
                  <a:pt x="17508" y="6527"/>
                </a:lnTo>
                <a:lnTo>
                  <a:pt x="16473" y="6527"/>
                </a:lnTo>
                <a:lnTo>
                  <a:pt x="15429" y="6527"/>
                </a:lnTo>
                <a:lnTo>
                  <a:pt x="15259" y="7948"/>
                </a:lnTo>
                <a:lnTo>
                  <a:pt x="15089" y="9371"/>
                </a:lnTo>
                <a:lnTo>
                  <a:pt x="14919" y="10795"/>
                </a:lnTo>
                <a:lnTo>
                  <a:pt x="14748" y="12222"/>
                </a:lnTo>
                <a:lnTo>
                  <a:pt x="14577" y="13654"/>
                </a:lnTo>
                <a:lnTo>
                  <a:pt x="14406" y="15093"/>
                </a:lnTo>
                <a:lnTo>
                  <a:pt x="14233" y="16535"/>
                </a:lnTo>
                <a:lnTo>
                  <a:pt x="14060" y="17987"/>
                </a:lnTo>
                <a:lnTo>
                  <a:pt x="13886" y="19447"/>
                </a:lnTo>
                <a:lnTo>
                  <a:pt x="13122" y="18381"/>
                </a:lnTo>
                <a:lnTo>
                  <a:pt x="12354" y="17308"/>
                </a:lnTo>
                <a:lnTo>
                  <a:pt x="11582" y="16232"/>
                </a:lnTo>
                <a:lnTo>
                  <a:pt x="10800" y="15140"/>
                </a:lnTo>
                <a:lnTo>
                  <a:pt x="9174" y="14780"/>
                </a:lnTo>
                <a:lnTo>
                  <a:pt x="8017" y="14565"/>
                </a:lnTo>
                <a:lnTo>
                  <a:pt x="7154" y="14492"/>
                </a:lnTo>
                <a:lnTo>
                  <a:pt x="6417" y="14565"/>
                </a:lnTo>
                <a:lnTo>
                  <a:pt x="5631" y="14780"/>
                </a:lnTo>
                <a:lnTo>
                  <a:pt x="4629" y="15140"/>
                </a:lnTo>
                <a:lnTo>
                  <a:pt x="3735" y="16111"/>
                </a:lnTo>
                <a:lnTo>
                  <a:pt x="2925" y="17106"/>
                </a:lnTo>
                <a:lnTo>
                  <a:pt x="2174" y="18140"/>
                </a:lnTo>
                <a:lnTo>
                  <a:pt x="1453" y="19223"/>
                </a:lnTo>
                <a:lnTo>
                  <a:pt x="737" y="20373"/>
                </a:lnTo>
                <a:lnTo>
                  <a:pt x="0" y="21600"/>
                </a:lnTo>
                <a:lnTo>
                  <a:pt x="268" y="19031"/>
                </a:lnTo>
                <a:lnTo>
                  <a:pt x="494" y="16949"/>
                </a:lnTo>
                <a:lnTo>
                  <a:pt x="693" y="15274"/>
                </a:lnTo>
                <a:lnTo>
                  <a:pt x="881" y="13923"/>
                </a:lnTo>
                <a:lnTo>
                  <a:pt x="1075" y="12819"/>
                </a:lnTo>
                <a:lnTo>
                  <a:pt x="1291" y="11878"/>
                </a:lnTo>
                <a:lnTo>
                  <a:pt x="1546" y="11021"/>
                </a:lnTo>
                <a:lnTo>
                  <a:pt x="1855" y="10166"/>
                </a:lnTo>
                <a:lnTo>
                  <a:pt x="2234" y="9233"/>
                </a:lnTo>
                <a:lnTo>
                  <a:pt x="2700" y="8142"/>
                </a:lnTo>
                <a:lnTo>
                  <a:pt x="3635" y="7429"/>
                </a:lnTo>
                <a:lnTo>
                  <a:pt x="4564" y="6854"/>
                </a:lnTo>
                <a:lnTo>
                  <a:pt x="5496" y="6391"/>
                </a:lnTo>
                <a:lnTo>
                  <a:pt x="6438" y="6019"/>
                </a:lnTo>
                <a:lnTo>
                  <a:pt x="7396" y="5715"/>
                </a:lnTo>
                <a:lnTo>
                  <a:pt x="8379" y="5457"/>
                </a:lnTo>
                <a:lnTo>
                  <a:pt x="9393" y="5222"/>
                </a:lnTo>
                <a:lnTo>
                  <a:pt x="10445" y="4987"/>
                </a:lnTo>
                <a:lnTo>
                  <a:pt x="11605" y="4531"/>
                </a:lnTo>
                <a:lnTo>
                  <a:pt x="12653" y="3973"/>
                </a:lnTo>
                <a:lnTo>
                  <a:pt x="13616" y="3353"/>
                </a:lnTo>
                <a:lnTo>
                  <a:pt x="14523" y="2698"/>
                </a:lnTo>
                <a:lnTo>
                  <a:pt x="15401" y="2048"/>
                </a:lnTo>
                <a:lnTo>
                  <a:pt x="16277" y="1432"/>
                </a:lnTo>
                <a:lnTo>
                  <a:pt x="17178" y="885"/>
                </a:lnTo>
                <a:lnTo>
                  <a:pt x="18135" y="441"/>
                </a:lnTo>
                <a:lnTo>
                  <a:pt x="19172" y="136"/>
                </a:lnTo>
                <a:lnTo>
                  <a:pt x="20318" y="0"/>
                </a:lnTo>
                <a:lnTo>
                  <a:pt x="21600" y="67"/>
                </a:lnTo>
                <a:close/>
              </a:path>
            </a:pathLst>
          </a:custGeom>
          <a:solidFill>
            <a:srgbClr val="4A4D4C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4" name="contour_05802"/>
          <p:cNvSpPr/>
          <p:nvPr/>
        </p:nvSpPr>
        <p:spPr>
          <a:xfrm>
            <a:off x="1262269" y="1851580"/>
            <a:ext cx="74520" cy="651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73"/>
                </a:moveTo>
                <a:lnTo>
                  <a:pt x="21600" y="3708"/>
                </a:lnTo>
                <a:lnTo>
                  <a:pt x="21600" y="5148"/>
                </a:lnTo>
                <a:lnTo>
                  <a:pt x="21600" y="6593"/>
                </a:lnTo>
                <a:lnTo>
                  <a:pt x="21600" y="8050"/>
                </a:lnTo>
                <a:lnTo>
                  <a:pt x="21600" y="9521"/>
                </a:lnTo>
                <a:lnTo>
                  <a:pt x="20206" y="9787"/>
                </a:lnTo>
                <a:lnTo>
                  <a:pt x="18809" y="10052"/>
                </a:lnTo>
                <a:lnTo>
                  <a:pt x="17413" y="10318"/>
                </a:lnTo>
                <a:lnTo>
                  <a:pt x="16013" y="10586"/>
                </a:lnTo>
                <a:lnTo>
                  <a:pt x="14608" y="10854"/>
                </a:lnTo>
                <a:lnTo>
                  <a:pt x="13197" y="11123"/>
                </a:lnTo>
                <a:lnTo>
                  <a:pt x="11781" y="11393"/>
                </a:lnTo>
                <a:lnTo>
                  <a:pt x="10357" y="11664"/>
                </a:lnTo>
                <a:lnTo>
                  <a:pt x="8925" y="11937"/>
                </a:lnTo>
                <a:lnTo>
                  <a:pt x="8925" y="13531"/>
                </a:lnTo>
                <a:lnTo>
                  <a:pt x="8925" y="15128"/>
                </a:lnTo>
                <a:lnTo>
                  <a:pt x="8925" y="16732"/>
                </a:lnTo>
                <a:lnTo>
                  <a:pt x="8925" y="18343"/>
                </a:lnTo>
                <a:lnTo>
                  <a:pt x="8925" y="19964"/>
                </a:lnTo>
                <a:lnTo>
                  <a:pt x="8925" y="21600"/>
                </a:lnTo>
                <a:lnTo>
                  <a:pt x="7430" y="21431"/>
                </a:lnTo>
                <a:lnTo>
                  <a:pt x="5983" y="21211"/>
                </a:lnTo>
                <a:lnTo>
                  <a:pt x="4571" y="20911"/>
                </a:lnTo>
                <a:lnTo>
                  <a:pt x="3190" y="20496"/>
                </a:lnTo>
                <a:lnTo>
                  <a:pt x="1829" y="19931"/>
                </a:lnTo>
                <a:lnTo>
                  <a:pt x="475" y="19184"/>
                </a:lnTo>
                <a:lnTo>
                  <a:pt x="152" y="17508"/>
                </a:lnTo>
                <a:lnTo>
                  <a:pt x="6" y="15940"/>
                </a:lnTo>
                <a:lnTo>
                  <a:pt x="0" y="14420"/>
                </a:lnTo>
                <a:lnTo>
                  <a:pt x="101" y="12886"/>
                </a:lnTo>
                <a:lnTo>
                  <a:pt x="273" y="11272"/>
                </a:lnTo>
                <a:lnTo>
                  <a:pt x="475" y="9521"/>
                </a:lnTo>
                <a:lnTo>
                  <a:pt x="1730" y="9521"/>
                </a:lnTo>
                <a:lnTo>
                  <a:pt x="2989" y="9521"/>
                </a:lnTo>
                <a:lnTo>
                  <a:pt x="4252" y="9521"/>
                </a:lnTo>
                <a:lnTo>
                  <a:pt x="5526" y="9521"/>
                </a:lnTo>
                <a:lnTo>
                  <a:pt x="6813" y="9521"/>
                </a:lnTo>
                <a:lnTo>
                  <a:pt x="6735" y="9011"/>
                </a:lnTo>
                <a:lnTo>
                  <a:pt x="6599" y="8110"/>
                </a:lnTo>
                <a:lnTo>
                  <a:pt x="6285" y="6047"/>
                </a:lnTo>
                <a:lnTo>
                  <a:pt x="6363" y="5494"/>
                </a:lnTo>
                <a:lnTo>
                  <a:pt x="6498" y="4515"/>
                </a:lnTo>
                <a:lnTo>
                  <a:pt x="6813" y="2273"/>
                </a:lnTo>
                <a:lnTo>
                  <a:pt x="8376" y="1568"/>
                </a:lnTo>
                <a:lnTo>
                  <a:pt x="9891" y="969"/>
                </a:lnTo>
                <a:lnTo>
                  <a:pt x="11369" y="495"/>
                </a:lnTo>
                <a:lnTo>
                  <a:pt x="12821" y="167"/>
                </a:lnTo>
                <a:lnTo>
                  <a:pt x="14255" y="0"/>
                </a:lnTo>
                <a:lnTo>
                  <a:pt x="15687" y="17"/>
                </a:lnTo>
                <a:lnTo>
                  <a:pt x="17126" y="232"/>
                </a:lnTo>
                <a:lnTo>
                  <a:pt x="18583" y="669"/>
                </a:lnTo>
                <a:lnTo>
                  <a:pt x="20071" y="1343"/>
                </a:lnTo>
                <a:lnTo>
                  <a:pt x="21600" y="2273"/>
                </a:lnTo>
                <a:close/>
              </a:path>
            </a:pathLst>
          </a:custGeom>
          <a:solidFill>
            <a:srgbClr val="44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5" name="contour_05803"/>
          <p:cNvSpPr/>
          <p:nvPr/>
        </p:nvSpPr>
        <p:spPr>
          <a:xfrm>
            <a:off x="2116604" y="1778948"/>
            <a:ext cx="138472" cy="867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05" y="626"/>
                </a:moveTo>
                <a:lnTo>
                  <a:pt x="21099" y="1132"/>
                </a:lnTo>
                <a:lnTo>
                  <a:pt x="21600" y="1645"/>
                </a:lnTo>
                <a:lnTo>
                  <a:pt x="21126" y="2110"/>
                </a:lnTo>
                <a:lnTo>
                  <a:pt x="20645" y="2581"/>
                </a:lnTo>
                <a:lnTo>
                  <a:pt x="19356" y="3964"/>
                </a:lnTo>
                <a:lnTo>
                  <a:pt x="18425" y="5003"/>
                </a:lnTo>
                <a:lnTo>
                  <a:pt x="17785" y="5814"/>
                </a:lnTo>
                <a:lnTo>
                  <a:pt x="17368" y="6507"/>
                </a:lnTo>
                <a:lnTo>
                  <a:pt x="17106" y="7193"/>
                </a:lnTo>
                <a:lnTo>
                  <a:pt x="16932" y="7987"/>
                </a:lnTo>
                <a:lnTo>
                  <a:pt x="16778" y="9000"/>
                </a:lnTo>
                <a:lnTo>
                  <a:pt x="16757" y="9484"/>
                </a:lnTo>
                <a:lnTo>
                  <a:pt x="16697" y="10942"/>
                </a:lnTo>
                <a:lnTo>
                  <a:pt x="16439" y="12065"/>
                </a:lnTo>
                <a:lnTo>
                  <a:pt x="16180" y="13197"/>
                </a:lnTo>
                <a:lnTo>
                  <a:pt x="15916" y="14344"/>
                </a:lnTo>
                <a:lnTo>
                  <a:pt x="15177" y="14618"/>
                </a:lnTo>
                <a:lnTo>
                  <a:pt x="14442" y="14846"/>
                </a:lnTo>
                <a:lnTo>
                  <a:pt x="13708" y="15037"/>
                </a:lnTo>
                <a:lnTo>
                  <a:pt x="12974" y="15195"/>
                </a:lnTo>
                <a:lnTo>
                  <a:pt x="12237" y="15327"/>
                </a:lnTo>
                <a:lnTo>
                  <a:pt x="11496" y="15443"/>
                </a:lnTo>
                <a:lnTo>
                  <a:pt x="10748" y="15546"/>
                </a:lnTo>
                <a:lnTo>
                  <a:pt x="9992" y="15648"/>
                </a:lnTo>
                <a:lnTo>
                  <a:pt x="9142" y="15909"/>
                </a:lnTo>
                <a:lnTo>
                  <a:pt x="8373" y="16245"/>
                </a:lnTo>
                <a:lnTo>
                  <a:pt x="7669" y="16657"/>
                </a:lnTo>
                <a:lnTo>
                  <a:pt x="7018" y="17141"/>
                </a:lnTo>
                <a:lnTo>
                  <a:pt x="6404" y="17700"/>
                </a:lnTo>
                <a:lnTo>
                  <a:pt x="5814" y="18331"/>
                </a:lnTo>
                <a:lnTo>
                  <a:pt x="5234" y="19039"/>
                </a:lnTo>
                <a:lnTo>
                  <a:pt x="4650" y="19819"/>
                </a:lnTo>
                <a:lnTo>
                  <a:pt x="4046" y="20671"/>
                </a:lnTo>
                <a:lnTo>
                  <a:pt x="3411" y="21600"/>
                </a:lnTo>
                <a:lnTo>
                  <a:pt x="3692" y="20477"/>
                </a:lnTo>
                <a:lnTo>
                  <a:pt x="3973" y="19352"/>
                </a:lnTo>
                <a:lnTo>
                  <a:pt x="4256" y="18228"/>
                </a:lnTo>
                <a:lnTo>
                  <a:pt x="4539" y="17098"/>
                </a:lnTo>
                <a:lnTo>
                  <a:pt x="4822" y="15966"/>
                </a:lnTo>
                <a:lnTo>
                  <a:pt x="5108" y="14826"/>
                </a:lnTo>
                <a:lnTo>
                  <a:pt x="5395" y="13682"/>
                </a:lnTo>
                <a:lnTo>
                  <a:pt x="5684" y="12530"/>
                </a:lnTo>
                <a:lnTo>
                  <a:pt x="4880" y="12530"/>
                </a:lnTo>
                <a:lnTo>
                  <a:pt x="4076" y="12530"/>
                </a:lnTo>
                <a:lnTo>
                  <a:pt x="3268" y="12530"/>
                </a:lnTo>
                <a:lnTo>
                  <a:pt x="2458" y="12530"/>
                </a:lnTo>
                <a:lnTo>
                  <a:pt x="1644" y="12530"/>
                </a:lnTo>
                <a:lnTo>
                  <a:pt x="825" y="12530"/>
                </a:lnTo>
                <a:lnTo>
                  <a:pt x="0" y="12530"/>
                </a:lnTo>
                <a:lnTo>
                  <a:pt x="743" y="11583"/>
                </a:lnTo>
                <a:lnTo>
                  <a:pt x="1460" y="10785"/>
                </a:lnTo>
                <a:lnTo>
                  <a:pt x="2161" y="10124"/>
                </a:lnTo>
                <a:lnTo>
                  <a:pt x="2859" y="9593"/>
                </a:lnTo>
                <a:lnTo>
                  <a:pt x="3569" y="9179"/>
                </a:lnTo>
                <a:lnTo>
                  <a:pt x="4302" y="8874"/>
                </a:lnTo>
                <a:lnTo>
                  <a:pt x="5070" y="8668"/>
                </a:lnTo>
                <a:lnTo>
                  <a:pt x="5889" y="8548"/>
                </a:lnTo>
                <a:lnTo>
                  <a:pt x="6769" y="8506"/>
                </a:lnTo>
                <a:lnTo>
                  <a:pt x="7723" y="8533"/>
                </a:lnTo>
                <a:lnTo>
                  <a:pt x="8555" y="8816"/>
                </a:lnTo>
                <a:lnTo>
                  <a:pt x="9296" y="9194"/>
                </a:lnTo>
                <a:lnTo>
                  <a:pt x="9972" y="9665"/>
                </a:lnTo>
                <a:lnTo>
                  <a:pt x="10606" y="10235"/>
                </a:lnTo>
                <a:lnTo>
                  <a:pt x="11223" y="10901"/>
                </a:lnTo>
                <a:lnTo>
                  <a:pt x="11848" y="11664"/>
                </a:lnTo>
                <a:lnTo>
                  <a:pt x="12505" y="12530"/>
                </a:lnTo>
                <a:lnTo>
                  <a:pt x="12505" y="11331"/>
                </a:lnTo>
                <a:lnTo>
                  <a:pt x="12505" y="10124"/>
                </a:lnTo>
                <a:lnTo>
                  <a:pt x="12505" y="8902"/>
                </a:lnTo>
                <a:lnTo>
                  <a:pt x="13257" y="8902"/>
                </a:lnTo>
                <a:lnTo>
                  <a:pt x="14013" y="8902"/>
                </a:lnTo>
                <a:lnTo>
                  <a:pt x="14779" y="8902"/>
                </a:lnTo>
                <a:lnTo>
                  <a:pt x="15156" y="7989"/>
                </a:lnTo>
                <a:lnTo>
                  <a:pt x="15401" y="7320"/>
                </a:lnTo>
                <a:lnTo>
                  <a:pt x="15619" y="6561"/>
                </a:lnTo>
                <a:lnTo>
                  <a:pt x="15916" y="5386"/>
                </a:lnTo>
                <a:lnTo>
                  <a:pt x="16247" y="4118"/>
                </a:lnTo>
                <a:lnTo>
                  <a:pt x="16577" y="3057"/>
                </a:lnTo>
                <a:lnTo>
                  <a:pt x="16962" y="2128"/>
                </a:lnTo>
                <a:lnTo>
                  <a:pt x="17456" y="1263"/>
                </a:lnTo>
                <a:lnTo>
                  <a:pt x="18118" y="392"/>
                </a:lnTo>
                <a:lnTo>
                  <a:pt x="18836" y="80"/>
                </a:lnTo>
                <a:lnTo>
                  <a:pt x="19335" y="0"/>
                </a:lnTo>
                <a:lnTo>
                  <a:pt x="19847" y="174"/>
                </a:lnTo>
                <a:lnTo>
                  <a:pt x="20605" y="626"/>
                </a:lnTo>
                <a:close/>
              </a:path>
            </a:pathLst>
          </a:custGeom>
          <a:solidFill>
            <a:srgbClr val="A2A4A2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6" name="contour_05804"/>
          <p:cNvSpPr/>
          <p:nvPr/>
        </p:nvSpPr>
        <p:spPr>
          <a:xfrm>
            <a:off x="7349382" y="1800746"/>
            <a:ext cx="73784" cy="504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35" y="1106"/>
                </a:moveTo>
                <a:lnTo>
                  <a:pt x="15483" y="1424"/>
                </a:lnTo>
                <a:lnTo>
                  <a:pt x="16842" y="1743"/>
                </a:lnTo>
                <a:lnTo>
                  <a:pt x="18218" y="2068"/>
                </a:lnTo>
                <a:lnTo>
                  <a:pt x="19249" y="2330"/>
                </a:lnTo>
                <a:lnTo>
                  <a:pt x="20284" y="2592"/>
                </a:lnTo>
                <a:lnTo>
                  <a:pt x="21335" y="2861"/>
                </a:lnTo>
                <a:lnTo>
                  <a:pt x="21513" y="5078"/>
                </a:lnTo>
                <a:lnTo>
                  <a:pt x="21600" y="6674"/>
                </a:lnTo>
                <a:lnTo>
                  <a:pt x="21600" y="8098"/>
                </a:lnTo>
                <a:lnTo>
                  <a:pt x="21513" y="9801"/>
                </a:lnTo>
                <a:lnTo>
                  <a:pt x="21335" y="12230"/>
                </a:lnTo>
                <a:lnTo>
                  <a:pt x="20087" y="13302"/>
                </a:lnTo>
                <a:lnTo>
                  <a:pt x="19159" y="14020"/>
                </a:lnTo>
                <a:lnTo>
                  <a:pt x="18267" y="14554"/>
                </a:lnTo>
                <a:lnTo>
                  <a:pt x="17130" y="15073"/>
                </a:lnTo>
                <a:lnTo>
                  <a:pt x="15468" y="15744"/>
                </a:lnTo>
                <a:lnTo>
                  <a:pt x="14305" y="16228"/>
                </a:lnTo>
                <a:lnTo>
                  <a:pt x="13136" y="16715"/>
                </a:lnTo>
                <a:lnTo>
                  <a:pt x="11952" y="17209"/>
                </a:lnTo>
                <a:lnTo>
                  <a:pt x="10823" y="17627"/>
                </a:lnTo>
                <a:lnTo>
                  <a:pt x="9686" y="18049"/>
                </a:lnTo>
                <a:lnTo>
                  <a:pt x="8534" y="18477"/>
                </a:lnTo>
                <a:lnTo>
                  <a:pt x="7169" y="19008"/>
                </a:lnTo>
                <a:lnTo>
                  <a:pt x="5784" y="19551"/>
                </a:lnTo>
                <a:lnTo>
                  <a:pt x="4342" y="20085"/>
                </a:lnTo>
                <a:lnTo>
                  <a:pt x="2897" y="20601"/>
                </a:lnTo>
                <a:lnTo>
                  <a:pt x="1449" y="21107"/>
                </a:lnTo>
                <a:lnTo>
                  <a:pt x="0" y="21600"/>
                </a:lnTo>
                <a:lnTo>
                  <a:pt x="149" y="19764"/>
                </a:lnTo>
                <a:lnTo>
                  <a:pt x="305" y="17927"/>
                </a:lnTo>
                <a:lnTo>
                  <a:pt x="465" y="16094"/>
                </a:lnTo>
                <a:lnTo>
                  <a:pt x="632" y="14257"/>
                </a:lnTo>
                <a:lnTo>
                  <a:pt x="800" y="12424"/>
                </a:lnTo>
                <a:lnTo>
                  <a:pt x="949" y="10722"/>
                </a:lnTo>
                <a:lnTo>
                  <a:pt x="1099" y="9004"/>
                </a:lnTo>
                <a:lnTo>
                  <a:pt x="1250" y="7268"/>
                </a:lnTo>
                <a:lnTo>
                  <a:pt x="1788" y="4685"/>
                </a:lnTo>
                <a:lnTo>
                  <a:pt x="2240" y="3129"/>
                </a:lnTo>
                <a:lnTo>
                  <a:pt x="2853" y="1983"/>
                </a:lnTo>
                <a:lnTo>
                  <a:pt x="3868" y="615"/>
                </a:lnTo>
                <a:lnTo>
                  <a:pt x="5387" y="200"/>
                </a:lnTo>
                <a:lnTo>
                  <a:pt x="6849" y="6"/>
                </a:lnTo>
                <a:lnTo>
                  <a:pt x="8278" y="0"/>
                </a:lnTo>
                <a:lnTo>
                  <a:pt x="9699" y="141"/>
                </a:lnTo>
                <a:lnTo>
                  <a:pt x="11133" y="397"/>
                </a:lnTo>
                <a:lnTo>
                  <a:pt x="12603" y="731"/>
                </a:lnTo>
                <a:lnTo>
                  <a:pt x="14135" y="1106"/>
                </a:lnTo>
                <a:close/>
              </a:path>
            </a:pathLst>
          </a:custGeom>
          <a:solidFill>
            <a:srgbClr val="A996C7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7" name="contour_05805"/>
          <p:cNvSpPr/>
          <p:nvPr/>
        </p:nvSpPr>
        <p:spPr>
          <a:xfrm>
            <a:off x="3741826" y="1778853"/>
            <a:ext cx="72880" cy="650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12" y="3487"/>
                </a:moveTo>
                <a:lnTo>
                  <a:pt x="18254" y="4349"/>
                </a:lnTo>
                <a:lnTo>
                  <a:pt x="19380" y="5238"/>
                </a:lnTo>
                <a:lnTo>
                  <a:pt x="20494" y="6148"/>
                </a:lnTo>
                <a:lnTo>
                  <a:pt x="21600" y="7071"/>
                </a:lnTo>
                <a:lnTo>
                  <a:pt x="20218" y="6819"/>
                </a:lnTo>
                <a:lnTo>
                  <a:pt x="18827" y="6570"/>
                </a:lnTo>
                <a:lnTo>
                  <a:pt x="17416" y="6315"/>
                </a:lnTo>
                <a:lnTo>
                  <a:pt x="15636" y="6315"/>
                </a:lnTo>
                <a:lnTo>
                  <a:pt x="14481" y="6511"/>
                </a:lnTo>
                <a:lnTo>
                  <a:pt x="12960" y="7071"/>
                </a:lnTo>
                <a:lnTo>
                  <a:pt x="12569" y="8601"/>
                </a:lnTo>
                <a:lnTo>
                  <a:pt x="12271" y="10124"/>
                </a:lnTo>
                <a:lnTo>
                  <a:pt x="12042" y="11645"/>
                </a:lnTo>
                <a:lnTo>
                  <a:pt x="11861" y="13180"/>
                </a:lnTo>
                <a:lnTo>
                  <a:pt x="11703" y="14735"/>
                </a:lnTo>
                <a:lnTo>
                  <a:pt x="11552" y="16323"/>
                </a:lnTo>
                <a:lnTo>
                  <a:pt x="11085" y="17994"/>
                </a:lnTo>
                <a:lnTo>
                  <a:pt x="10640" y="18990"/>
                </a:lnTo>
                <a:lnTo>
                  <a:pt x="9953" y="19699"/>
                </a:lnTo>
                <a:lnTo>
                  <a:pt x="8767" y="20522"/>
                </a:lnTo>
                <a:lnTo>
                  <a:pt x="7551" y="20830"/>
                </a:lnTo>
                <a:lnTo>
                  <a:pt x="6601" y="21041"/>
                </a:lnTo>
                <a:lnTo>
                  <a:pt x="5597" y="21203"/>
                </a:lnTo>
                <a:lnTo>
                  <a:pt x="4223" y="21372"/>
                </a:lnTo>
                <a:lnTo>
                  <a:pt x="2160" y="21600"/>
                </a:lnTo>
                <a:lnTo>
                  <a:pt x="1830" y="19907"/>
                </a:lnTo>
                <a:lnTo>
                  <a:pt x="1516" y="18222"/>
                </a:lnTo>
                <a:lnTo>
                  <a:pt x="1223" y="16541"/>
                </a:lnTo>
                <a:lnTo>
                  <a:pt x="950" y="14861"/>
                </a:lnTo>
                <a:lnTo>
                  <a:pt x="704" y="13178"/>
                </a:lnTo>
                <a:lnTo>
                  <a:pt x="488" y="11493"/>
                </a:lnTo>
                <a:lnTo>
                  <a:pt x="307" y="9800"/>
                </a:lnTo>
                <a:lnTo>
                  <a:pt x="162" y="8095"/>
                </a:lnTo>
                <a:lnTo>
                  <a:pt x="58" y="6378"/>
                </a:lnTo>
                <a:lnTo>
                  <a:pt x="0" y="4649"/>
                </a:lnTo>
                <a:lnTo>
                  <a:pt x="1248" y="3092"/>
                </a:lnTo>
                <a:lnTo>
                  <a:pt x="2542" y="1879"/>
                </a:lnTo>
                <a:lnTo>
                  <a:pt x="3875" y="988"/>
                </a:lnTo>
                <a:lnTo>
                  <a:pt x="5244" y="392"/>
                </a:lnTo>
                <a:lnTo>
                  <a:pt x="6646" y="73"/>
                </a:lnTo>
                <a:lnTo>
                  <a:pt x="8081" y="0"/>
                </a:lnTo>
                <a:lnTo>
                  <a:pt x="9539" y="153"/>
                </a:lnTo>
                <a:lnTo>
                  <a:pt x="11020" y="511"/>
                </a:lnTo>
                <a:lnTo>
                  <a:pt x="12524" y="1046"/>
                </a:lnTo>
                <a:lnTo>
                  <a:pt x="14040" y="1736"/>
                </a:lnTo>
                <a:lnTo>
                  <a:pt x="15571" y="2557"/>
                </a:lnTo>
                <a:lnTo>
                  <a:pt x="17112" y="3487"/>
                </a:lnTo>
                <a:close/>
              </a:path>
            </a:pathLst>
          </a:custGeom>
          <a:solidFill>
            <a:srgbClr val="B1A1D0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8" name="contour_05806"/>
          <p:cNvSpPr/>
          <p:nvPr/>
        </p:nvSpPr>
        <p:spPr>
          <a:xfrm>
            <a:off x="8078181" y="1748717"/>
            <a:ext cx="72880" cy="587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10973" y="220"/>
                </a:lnTo>
                <a:lnTo>
                  <a:pt x="12433" y="464"/>
                </a:lnTo>
                <a:lnTo>
                  <a:pt x="13848" y="754"/>
                </a:lnTo>
                <a:lnTo>
                  <a:pt x="15239" y="1116"/>
                </a:lnTo>
                <a:lnTo>
                  <a:pt x="16621" y="1566"/>
                </a:lnTo>
                <a:lnTo>
                  <a:pt x="18017" y="2129"/>
                </a:lnTo>
                <a:lnTo>
                  <a:pt x="19440" y="2829"/>
                </a:lnTo>
                <a:lnTo>
                  <a:pt x="20088" y="4529"/>
                </a:lnTo>
                <a:lnTo>
                  <a:pt x="20576" y="6141"/>
                </a:lnTo>
                <a:lnTo>
                  <a:pt x="20928" y="7704"/>
                </a:lnTo>
                <a:lnTo>
                  <a:pt x="21174" y="9262"/>
                </a:lnTo>
                <a:lnTo>
                  <a:pt x="21336" y="10855"/>
                </a:lnTo>
                <a:lnTo>
                  <a:pt x="21444" y="12523"/>
                </a:lnTo>
                <a:lnTo>
                  <a:pt x="21524" y="14303"/>
                </a:lnTo>
                <a:lnTo>
                  <a:pt x="21600" y="16237"/>
                </a:lnTo>
                <a:lnTo>
                  <a:pt x="20073" y="16237"/>
                </a:lnTo>
                <a:lnTo>
                  <a:pt x="18544" y="16237"/>
                </a:lnTo>
                <a:lnTo>
                  <a:pt x="17010" y="16237"/>
                </a:lnTo>
                <a:lnTo>
                  <a:pt x="15470" y="16237"/>
                </a:lnTo>
                <a:lnTo>
                  <a:pt x="13923" y="16237"/>
                </a:lnTo>
                <a:lnTo>
                  <a:pt x="12368" y="16237"/>
                </a:lnTo>
                <a:lnTo>
                  <a:pt x="10800" y="16237"/>
                </a:lnTo>
                <a:lnTo>
                  <a:pt x="10800" y="18009"/>
                </a:lnTo>
                <a:lnTo>
                  <a:pt x="10800" y="19793"/>
                </a:lnTo>
                <a:lnTo>
                  <a:pt x="10800" y="21600"/>
                </a:lnTo>
                <a:lnTo>
                  <a:pt x="9372" y="21600"/>
                </a:lnTo>
                <a:lnTo>
                  <a:pt x="7936" y="21600"/>
                </a:lnTo>
                <a:lnTo>
                  <a:pt x="6480" y="21600"/>
                </a:lnTo>
                <a:lnTo>
                  <a:pt x="6480" y="19830"/>
                </a:lnTo>
                <a:lnTo>
                  <a:pt x="6480" y="18044"/>
                </a:lnTo>
                <a:lnTo>
                  <a:pt x="6480" y="16237"/>
                </a:lnTo>
                <a:lnTo>
                  <a:pt x="4873" y="15411"/>
                </a:lnTo>
                <a:lnTo>
                  <a:pt x="3732" y="14859"/>
                </a:lnTo>
                <a:lnTo>
                  <a:pt x="2748" y="14451"/>
                </a:lnTo>
                <a:lnTo>
                  <a:pt x="1607" y="14059"/>
                </a:lnTo>
                <a:lnTo>
                  <a:pt x="0" y="13555"/>
                </a:lnTo>
                <a:lnTo>
                  <a:pt x="503" y="12255"/>
                </a:lnTo>
                <a:lnTo>
                  <a:pt x="1009" y="10957"/>
                </a:lnTo>
                <a:lnTo>
                  <a:pt x="1516" y="9656"/>
                </a:lnTo>
                <a:lnTo>
                  <a:pt x="2024" y="8358"/>
                </a:lnTo>
                <a:lnTo>
                  <a:pt x="2590" y="6910"/>
                </a:lnTo>
                <a:lnTo>
                  <a:pt x="3164" y="5436"/>
                </a:lnTo>
                <a:lnTo>
                  <a:pt x="4136" y="3355"/>
                </a:lnTo>
                <a:lnTo>
                  <a:pt x="5059" y="1850"/>
                </a:lnTo>
                <a:lnTo>
                  <a:pt x="6124" y="845"/>
                </a:lnTo>
                <a:lnTo>
                  <a:pt x="7523" y="255"/>
                </a:lnTo>
                <a:lnTo>
                  <a:pt x="9450" y="0"/>
                </a:lnTo>
                <a:close/>
              </a:path>
            </a:pathLst>
          </a:custGeom>
          <a:solidFill>
            <a:srgbClr val="8E5F63"/>
          </a:solidFill>
          <a:ln>
            <a:noFill/>
          </a:ln>
        </p:spPr>
        <p:txBody>
          <a:bodyPr/>
          <a:lstStyle/>
          <a:p/>
        </p:txBody>
      </p:sp>
      <p:sp>
        <p:nvSpPr>
          <p:cNvPr id="5809" name="contour_05807"/>
          <p:cNvSpPr/>
          <p:nvPr/>
        </p:nvSpPr>
        <p:spPr>
          <a:xfrm>
            <a:off x="4674689" y="1719966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EC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0" name="contour_05808"/>
          <p:cNvSpPr/>
          <p:nvPr/>
        </p:nvSpPr>
        <p:spPr>
          <a:xfrm>
            <a:off x="11649297" y="1632510"/>
            <a:ext cx="35595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68" y="0"/>
                </a:moveTo>
                <a:lnTo>
                  <a:pt x="15461" y="0"/>
                </a:lnTo>
                <a:lnTo>
                  <a:pt x="17690" y="0"/>
                </a:lnTo>
                <a:lnTo>
                  <a:pt x="18164" y="753"/>
                </a:lnTo>
                <a:lnTo>
                  <a:pt x="18610" y="1502"/>
                </a:lnTo>
                <a:lnTo>
                  <a:pt x="19030" y="2250"/>
                </a:lnTo>
                <a:lnTo>
                  <a:pt x="19429" y="2995"/>
                </a:lnTo>
                <a:lnTo>
                  <a:pt x="19791" y="3738"/>
                </a:lnTo>
                <a:lnTo>
                  <a:pt x="20127" y="4480"/>
                </a:lnTo>
                <a:lnTo>
                  <a:pt x="20432" y="5220"/>
                </a:lnTo>
                <a:lnTo>
                  <a:pt x="20702" y="5959"/>
                </a:lnTo>
                <a:lnTo>
                  <a:pt x="20941" y="6699"/>
                </a:lnTo>
                <a:lnTo>
                  <a:pt x="21149" y="7438"/>
                </a:lnTo>
                <a:lnTo>
                  <a:pt x="21313" y="8178"/>
                </a:lnTo>
                <a:lnTo>
                  <a:pt x="21445" y="8918"/>
                </a:lnTo>
                <a:lnTo>
                  <a:pt x="21538" y="9658"/>
                </a:lnTo>
                <a:lnTo>
                  <a:pt x="21587" y="10401"/>
                </a:lnTo>
                <a:lnTo>
                  <a:pt x="21600" y="11145"/>
                </a:lnTo>
                <a:lnTo>
                  <a:pt x="21569" y="11891"/>
                </a:lnTo>
                <a:lnTo>
                  <a:pt x="21494" y="12638"/>
                </a:lnTo>
                <a:lnTo>
                  <a:pt x="21374" y="13389"/>
                </a:lnTo>
                <a:lnTo>
                  <a:pt x="21206" y="14143"/>
                </a:lnTo>
                <a:lnTo>
                  <a:pt x="20994" y="14900"/>
                </a:lnTo>
                <a:lnTo>
                  <a:pt x="20733" y="15660"/>
                </a:lnTo>
                <a:lnTo>
                  <a:pt x="20499" y="16363"/>
                </a:lnTo>
                <a:lnTo>
                  <a:pt x="20264" y="17077"/>
                </a:lnTo>
                <a:lnTo>
                  <a:pt x="19972" y="17730"/>
                </a:lnTo>
                <a:lnTo>
                  <a:pt x="19676" y="18393"/>
                </a:lnTo>
                <a:lnTo>
                  <a:pt x="19548" y="18683"/>
                </a:lnTo>
                <a:lnTo>
                  <a:pt x="19172" y="19560"/>
                </a:lnTo>
                <a:lnTo>
                  <a:pt x="18380" y="20037"/>
                </a:lnTo>
                <a:lnTo>
                  <a:pt x="17443" y="20382"/>
                </a:lnTo>
                <a:lnTo>
                  <a:pt x="15873" y="20692"/>
                </a:lnTo>
                <a:lnTo>
                  <a:pt x="13175" y="21065"/>
                </a:lnTo>
                <a:lnTo>
                  <a:pt x="8845" y="21600"/>
                </a:lnTo>
                <a:lnTo>
                  <a:pt x="8261" y="20887"/>
                </a:lnTo>
                <a:lnTo>
                  <a:pt x="7678" y="20174"/>
                </a:lnTo>
                <a:lnTo>
                  <a:pt x="7094" y="19461"/>
                </a:lnTo>
                <a:lnTo>
                  <a:pt x="6510" y="18747"/>
                </a:lnTo>
                <a:lnTo>
                  <a:pt x="5922" y="18032"/>
                </a:lnTo>
                <a:lnTo>
                  <a:pt x="5338" y="17317"/>
                </a:lnTo>
                <a:lnTo>
                  <a:pt x="4750" y="16600"/>
                </a:lnTo>
                <a:lnTo>
                  <a:pt x="4162" y="15881"/>
                </a:lnTo>
                <a:lnTo>
                  <a:pt x="3573" y="15161"/>
                </a:lnTo>
                <a:lnTo>
                  <a:pt x="2981" y="14440"/>
                </a:lnTo>
                <a:lnTo>
                  <a:pt x="2388" y="13717"/>
                </a:lnTo>
                <a:lnTo>
                  <a:pt x="1796" y="12991"/>
                </a:lnTo>
                <a:lnTo>
                  <a:pt x="1199" y="12263"/>
                </a:lnTo>
                <a:lnTo>
                  <a:pt x="601" y="11533"/>
                </a:lnTo>
                <a:lnTo>
                  <a:pt x="0" y="10800"/>
                </a:lnTo>
                <a:lnTo>
                  <a:pt x="2923" y="10800"/>
                </a:lnTo>
                <a:lnTo>
                  <a:pt x="5864" y="10800"/>
                </a:lnTo>
                <a:lnTo>
                  <a:pt x="8845" y="10800"/>
                </a:lnTo>
                <a:lnTo>
                  <a:pt x="8359" y="10087"/>
                </a:lnTo>
                <a:lnTo>
                  <a:pt x="7872" y="9373"/>
                </a:lnTo>
                <a:lnTo>
                  <a:pt x="7386" y="8659"/>
                </a:lnTo>
                <a:lnTo>
                  <a:pt x="6895" y="7943"/>
                </a:lnTo>
                <a:lnTo>
                  <a:pt x="6404" y="7225"/>
                </a:lnTo>
                <a:lnTo>
                  <a:pt x="5913" y="6504"/>
                </a:lnTo>
                <a:lnTo>
                  <a:pt x="5418" y="5780"/>
                </a:lnTo>
                <a:lnTo>
                  <a:pt x="4922" y="5052"/>
                </a:lnTo>
                <a:lnTo>
                  <a:pt x="4423" y="4320"/>
                </a:lnTo>
                <a:lnTo>
                  <a:pt x="7346" y="4320"/>
                </a:lnTo>
                <a:lnTo>
                  <a:pt x="10287" y="4320"/>
                </a:lnTo>
                <a:lnTo>
                  <a:pt x="13268" y="4320"/>
                </a:lnTo>
                <a:lnTo>
                  <a:pt x="13268" y="3607"/>
                </a:lnTo>
                <a:lnTo>
                  <a:pt x="13268" y="2893"/>
                </a:lnTo>
                <a:lnTo>
                  <a:pt x="13268" y="2176"/>
                </a:lnTo>
                <a:lnTo>
                  <a:pt x="13268" y="1456"/>
                </a:lnTo>
                <a:lnTo>
                  <a:pt x="13268" y="731"/>
                </a:lnTo>
                <a:lnTo>
                  <a:pt x="13268" y="0"/>
                </a:lnTo>
                <a:close/>
              </a:path>
            </a:pathLst>
          </a:custGeom>
          <a:solidFill>
            <a:srgbClr val="D6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1" name="contour_05809"/>
          <p:cNvSpPr/>
          <p:nvPr/>
        </p:nvSpPr>
        <p:spPr>
          <a:xfrm>
            <a:off x="1584581" y="1654374"/>
            <a:ext cx="123896" cy="446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82" y="2375"/>
                </a:lnTo>
                <a:lnTo>
                  <a:pt x="21539" y="4662"/>
                </a:lnTo>
                <a:lnTo>
                  <a:pt x="21463" y="6881"/>
                </a:lnTo>
                <a:lnTo>
                  <a:pt x="21345" y="9055"/>
                </a:lnTo>
                <a:lnTo>
                  <a:pt x="21181" y="11197"/>
                </a:lnTo>
                <a:lnTo>
                  <a:pt x="20961" y="13332"/>
                </a:lnTo>
                <a:lnTo>
                  <a:pt x="20680" y="15474"/>
                </a:lnTo>
                <a:lnTo>
                  <a:pt x="20329" y="17644"/>
                </a:lnTo>
                <a:lnTo>
                  <a:pt x="19515" y="18837"/>
                </a:lnTo>
                <a:lnTo>
                  <a:pt x="18674" y="19790"/>
                </a:lnTo>
                <a:lnTo>
                  <a:pt x="17807" y="20520"/>
                </a:lnTo>
                <a:lnTo>
                  <a:pt x="16920" y="21050"/>
                </a:lnTo>
                <a:lnTo>
                  <a:pt x="16017" y="21392"/>
                </a:lnTo>
                <a:lnTo>
                  <a:pt x="15098" y="21568"/>
                </a:lnTo>
                <a:lnTo>
                  <a:pt x="14168" y="21600"/>
                </a:lnTo>
                <a:lnTo>
                  <a:pt x="13232" y="21501"/>
                </a:lnTo>
                <a:lnTo>
                  <a:pt x="12292" y="21289"/>
                </a:lnTo>
                <a:lnTo>
                  <a:pt x="11350" y="20990"/>
                </a:lnTo>
                <a:lnTo>
                  <a:pt x="10411" y="20615"/>
                </a:lnTo>
                <a:lnTo>
                  <a:pt x="9479" y="20188"/>
                </a:lnTo>
                <a:lnTo>
                  <a:pt x="8555" y="19726"/>
                </a:lnTo>
                <a:lnTo>
                  <a:pt x="7645" y="19246"/>
                </a:lnTo>
                <a:lnTo>
                  <a:pt x="6751" y="18766"/>
                </a:lnTo>
                <a:lnTo>
                  <a:pt x="5876" y="18308"/>
                </a:lnTo>
                <a:lnTo>
                  <a:pt x="5442" y="18089"/>
                </a:lnTo>
                <a:lnTo>
                  <a:pt x="4132" y="17429"/>
                </a:lnTo>
                <a:lnTo>
                  <a:pt x="3729" y="17189"/>
                </a:lnTo>
                <a:lnTo>
                  <a:pt x="2512" y="16473"/>
                </a:lnTo>
                <a:lnTo>
                  <a:pt x="1784" y="16049"/>
                </a:lnTo>
                <a:lnTo>
                  <a:pt x="1046" y="15622"/>
                </a:lnTo>
                <a:lnTo>
                  <a:pt x="527" y="14874"/>
                </a:lnTo>
                <a:lnTo>
                  <a:pt x="0" y="14115"/>
                </a:lnTo>
                <a:lnTo>
                  <a:pt x="0" y="11783"/>
                </a:lnTo>
                <a:lnTo>
                  <a:pt x="0" y="9436"/>
                </a:lnTo>
                <a:lnTo>
                  <a:pt x="0" y="7058"/>
                </a:lnTo>
                <a:lnTo>
                  <a:pt x="898" y="7058"/>
                </a:lnTo>
                <a:lnTo>
                  <a:pt x="1798" y="7058"/>
                </a:lnTo>
                <a:lnTo>
                  <a:pt x="2696" y="7058"/>
                </a:lnTo>
                <a:lnTo>
                  <a:pt x="3597" y="7058"/>
                </a:lnTo>
                <a:lnTo>
                  <a:pt x="4498" y="7058"/>
                </a:lnTo>
                <a:lnTo>
                  <a:pt x="5401" y="7058"/>
                </a:lnTo>
                <a:lnTo>
                  <a:pt x="6306" y="7058"/>
                </a:lnTo>
                <a:lnTo>
                  <a:pt x="7212" y="7058"/>
                </a:lnTo>
                <a:lnTo>
                  <a:pt x="8120" y="7058"/>
                </a:lnTo>
                <a:lnTo>
                  <a:pt x="9031" y="7058"/>
                </a:lnTo>
                <a:lnTo>
                  <a:pt x="9945" y="7058"/>
                </a:lnTo>
                <a:lnTo>
                  <a:pt x="10862" y="7058"/>
                </a:lnTo>
                <a:lnTo>
                  <a:pt x="11782" y="7058"/>
                </a:lnTo>
                <a:lnTo>
                  <a:pt x="12706" y="7058"/>
                </a:lnTo>
                <a:lnTo>
                  <a:pt x="12706" y="9390"/>
                </a:lnTo>
                <a:lnTo>
                  <a:pt x="12706" y="11737"/>
                </a:lnTo>
                <a:lnTo>
                  <a:pt x="12706" y="14115"/>
                </a:lnTo>
                <a:lnTo>
                  <a:pt x="13546" y="14115"/>
                </a:lnTo>
                <a:lnTo>
                  <a:pt x="14391" y="14115"/>
                </a:lnTo>
                <a:lnTo>
                  <a:pt x="15247" y="14115"/>
                </a:lnTo>
                <a:lnTo>
                  <a:pt x="15509" y="12005"/>
                </a:lnTo>
                <a:lnTo>
                  <a:pt x="15767" y="9891"/>
                </a:lnTo>
                <a:lnTo>
                  <a:pt x="16021" y="7774"/>
                </a:lnTo>
                <a:lnTo>
                  <a:pt x="16271" y="5653"/>
                </a:lnTo>
                <a:lnTo>
                  <a:pt x="16518" y="3529"/>
                </a:lnTo>
                <a:lnTo>
                  <a:pt x="17371" y="1959"/>
                </a:lnTo>
                <a:lnTo>
                  <a:pt x="18127" y="939"/>
                </a:lnTo>
                <a:lnTo>
                  <a:pt x="18857" y="349"/>
                </a:lnTo>
                <a:lnTo>
                  <a:pt x="19632" y="78"/>
                </a:lnTo>
                <a:lnTo>
                  <a:pt x="20523" y="0"/>
                </a:lnTo>
                <a:lnTo>
                  <a:pt x="21600" y="0"/>
                </a:lnTo>
                <a:close/>
              </a:path>
            </a:pathLst>
          </a:custGeom>
          <a:solidFill>
            <a:srgbClr val="7F807F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2" name="contour_05810"/>
          <p:cNvSpPr/>
          <p:nvPr/>
        </p:nvSpPr>
        <p:spPr>
          <a:xfrm>
            <a:off x="1792740" y="1578637"/>
            <a:ext cx="90648" cy="459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63" y="1343"/>
                </a:moveTo>
                <a:lnTo>
                  <a:pt x="20466" y="3925"/>
                </a:lnTo>
                <a:lnTo>
                  <a:pt x="20858" y="5747"/>
                </a:lnTo>
                <a:lnTo>
                  <a:pt x="21122" y="7308"/>
                </a:lnTo>
                <a:lnTo>
                  <a:pt x="21341" y="9103"/>
                </a:lnTo>
                <a:lnTo>
                  <a:pt x="21600" y="11617"/>
                </a:lnTo>
                <a:lnTo>
                  <a:pt x="20454" y="11617"/>
                </a:lnTo>
                <a:lnTo>
                  <a:pt x="19306" y="11617"/>
                </a:lnTo>
                <a:lnTo>
                  <a:pt x="18153" y="11617"/>
                </a:lnTo>
                <a:lnTo>
                  <a:pt x="16995" y="11617"/>
                </a:lnTo>
                <a:lnTo>
                  <a:pt x="15829" y="11617"/>
                </a:lnTo>
                <a:lnTo>
                  <a:pt x="14654" y="11617"/>
                </a:lnTo>
                <a:lnTo>
                  <a:pt x="14654" y="13881"/>
                </a:lnTo>
                <a:lnTo>
                  <a:pt x="14654" y="16158"/>
                </a:lnTo>
                <a:lnTo>
                  <a:pt x="14654" y="18466"/>
                </a:lnTo>
                <a:lnTo>
                  <a:pt x="13518" y="19388"/>
                </a:lnTo>
                <a:lnTo>
                  <a:pt x="12366" y="20131"/>
                </a:lnTo>
                <a:lnTo>
                  <a:pt x="11203" y="20713"/>
                </a:lnTo>
                <a:lnTo>
                  <a:pt x="10025" y="21141"/>
                </a:lnTo>
                <a:lnTo>
                  <a:pt x="8841" y="21425"/>
                </a:lnTo>
                <a:lnTo>
                  <a:pt x="7646" y="21573"/>
                </a:lnTo>
                <a:lnTo>
                  <a:pt x="6446" y="21600"/>
                </a:lnTo>
                <a:lnTo>
                  <a:pt x="5241" y="21511"/>
                </a:lnTo>
                <a:lnTo>
                  <a:pt x="4032" y="21319"/>
                </a:lnTo>
                <a:lnTo>
                  <a:pt x="2824" y="21035"/>
                </a:lnTo>
                <a:lnTo>
                  <a:pt x="1619" y="19473"/>
                </a:lnTo>
                <a:lnTo>
                  <a:pt x="924" y="18172"/>
                </a:lnTo>
                <a:lnTo>
                  <a:pt x="472" y="16429"/>
                </a:lnTo>
                <a:lnTo>
                  <a:pt x="0" y="13542"/>
                </a:lnTo>
                <a:lnTo>
                  <a:pt x="392" y="10898"/>
                </a:lnTo>
                <a:lnTo>
                  <a:pt x="769" y="9086"/>
                </a:lnTo>
                <a:lnTo>
                  <a:pt x="1297" y="7654"/>
                </a:lnTo>
                <a:lnTo>
                  <a:pt x="2143" y="6151"/>
                </a:lnTo>
                <a:lnTo>
                  <a:pt x="3473" y="4123"/>
                </a:lnTo>
                <a:lnTo>
                  <a:pt x="4562" y="3274"/>
                </a:lnTo>
                <a:lnTo>
                  <a:pt x="5680" y="2517"/>
                </a:lnTo>
                <a:lnTo>
                  <a:pt x="6823" y="1860"/>
                </a:lnTo>
                <a:lnTo>
                  <a:pt x="7988" y="1298"/>
                </a:lnTo>
                <a:lnTo>
                  <a:pt x="9171" y="836"/>
                </a:lnTo>
                <a:lnTo>
                  <a:pt x="10366" y="473"/>
                </a:lnTo>
                <a:lnTo>
                  <a:pt x="11569" y="212"/>
                </a:lnTo>
                <a:lnTo>
                  <a:pt x="12776" y="55"/>
                </a:lnTo>
                <a:lnTo>
                  <a:pt x="13983" y="0"/>
                </a:lnTo>
                <a:lnTo>
                  <a:pt x="15185" y="55"/>
                </a:lnTo>
                <a:lnTo>
                  <a:pt x="16380" y="212"/>
                </a:lnTo>
                <a:lnTo>
                  <a:pt x="17559" y="479"/>
                </a:lnTo>
                <a:lnTo>
                  <a:pt x="18722" y="856"/>
                </a:lnTo>
                <a:lnTo>
                  <a:pt x="19863" y="1343"/>
                </a:lnTo>
                <a:close/>
              </a:path>
            </a:pathLst>
          </a:custGeom>
          <a:solidFill>
            <a:srgbClr val="716D63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3" name="contour_05811"/>
          <p:cNvSpPr/>
          <p:nvPr/>
        </p:nvSpPr>
        <p:spPr>
          <a:xfrm>
            <a:off x="1081709" y="1501326"/>
            <a:ext cx="102032" cy="650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5034" y="455"/>
                </a:lnTo>
                <a:lnTo>
                  <a:pt x="15848" y="808"/>
                </a:lnTo>
                <a:lnTo>
                  <a:pt x="16552" y="1176"/>
                </a:lnTo>
                <a:lnTo>
                  <a:pt x="17366" y="1674"/>
                </a:lnTo>
                <a:lnTo>
                  <a:pt x="18514" y="2419"/>
                </a:lnTo>
                <a:lnTo>
                  <a:pt x="18514" y="4018"/>
                </a:lnTo>
                <a:lnTo>
                  <a:pt x="18514" y="5626"/>
                </a:lnTo>
                <a:lnTo>
                  <a:pt x="18514" y="7256"/>
                </a:lnTo>
                <a:lnTo>
                  <a:pt x="19534" y="7256"/>
                </a:lnTo>
                <a:lnTo>
                  <a:pt x="20560" y="7256"/>
                </a:lnTo>
                <a:lnTo>
                  <a:pt x="21600" y="7256"/>
                </a:lnTo>
                <a:lnTo>
                  <a:pt x="21170" y="9044"/>
                </a:lnTo>
                <a:lnTo>
                  <a:pt x="20734" y="10703"/>
                </a:lnTo>
                <a:lnTo>
                  <a:pt x="20278" y="12246"/>
                </a:lnTo>
                <a:lnTo>
                  <a:pt x="19784" y="13681"/>
                </a:lnTo>
                <a:lnTo>
                  <a:pt x="19238" y="15018"/>
                </a:lnTo>
                <a:lnTo>
                  <a:pt x="18621" y="16267"/>
                </a:lnTo>
                <a:lnTo>
                  <a:pt x="17919" y="17435"/>
                </a:lnTo>
                <a:lnTo>
                  <a:pt x="17116" y="18533"/>
                </a:lnTo>
                <a:lnTo>
                  <a:pt x="16194" y="19573"/>
                </a:lnTo>
                <a:lnTo>
                  <a:pt x="15139" y="20560"/>
                </a:lnTo>
                <a:lnTo>
                  <a:pt x="13971" y="21131"/>
                </a:lnTo>
                <a:lnTo>
                  <a:pt x="12912" y="21477"/>
                </a:lnTo>
                <a:lnTo>
                  <a:pt x="11925" y="21600"/>
                </a:lnTo>
                <a:lnTo>
                  <a:pt x="10968" y="21501"/>
                </a:lnTo>
                <a:lnTo>
                  <a:pt x="10004" y="21184"/>
                </a:lnTo>
                <a:lnTo>
                  <a:pt x="8993" y="20649"/>
                </a:lnTo>
                <a:lnTo>
                  <a:pt x="7895" y="19900"/>
                </a:lnTo>
                <a:lnTo>
                  <a:pt x="6985" y="19109"/>
                </a:lnTo>
                <a:lnTo>
                  <a:pt x="6085" y="18293"/>
                </a:lnTo>
                <a:lnTo>
                  <a:pt x="5196" y="17459"/>
                </a:lnTo>
                <a:lnTo>
                  <a:pt x="4315" y="16605"/>
                </a:lnTo>
                <a:lnTo>
                  <a:pt x="3442" y="15732"/>
                </a:lnTo>
                <a:lnTo>
                  <a:pt x="2575" y="14844"/>
                </a:lnTo>
                <a:lnTo>
                  <a:pt x="1714" y="13940"/>
                </a:lnTo>
                <a:lnTo>
                  <a:pt x="856" y="13023"/>
                </a:lnTo>
                <a:lnTo>
                  <a:pt x="0" y="12094"/>
                </a:lnTo>
                <a:lnTo>
                  <a:pt x="1564" y="10594"/>
                </a:lnTo>
                <a:lnTo>
                  <a:pt x="2816" y="9431"/>
                </a:lnTo>
                <a:lnTo>
                  <a:pt x="3823" y="8575"/>
                </a:lnTo>
                <a:lnTo>
                  <a:pt x="4661" y="7985"/>
                </a:lnTo>
                <a:lnTo>
                  <a:pt x="5403" y="7631"/>
                </a:lnTo>
                <a:lnTo>
                  <a:pt x="6122" y="7477"/>
                </a:lnTo>
                <a:lnTo>
                  <a:pt x="6892" y="7486"/>
                </a:lnTo>
                <a:lnTo>
                  <a:pt x="7784" y="7627"/>
                </a:lnTo>
                <a:lnTo>
                  <a:pt x="8871" y="7861"/>
                </a:lnTo>
                <a:lnTo>
                  <a:pt x="9509" y="8461"/>
                </a:lnTo>
                <a:lnTo>
                  <a:pt x="10150" y="9063"/>
                </a:lnTo>
                <a:lnTo>
                  <a:pt x="10800" y="9675"/>
                </a:lnTo>
                <a:lnTo>
                  <a:pt x="10800" y="11274"/>
                </a:lnTo>
                <a:lnTo>
                  <a:pt x="10800" y="12883"/>
                </a:lnTo>
                <a:lnTo>
                  <a:pt x="10800" y="14513"/>
                </a:lnTo>
                <a:lnTo>
                  <a:pt x="11716" y="14513"/>
                </a:lnTo>
                <a:lnTo>
                  <a:pt x="12636" y="14513"/>
                </a:lnTo>
                <a:lnTo>
                  <a:pt x="13559" y="14513"/>
                </a:lnTo>
                <a:lnTo>
                  <a:pt x="14489" y="14513"/>
                </a:lnTo>
                <a:lnTo>
                  <a:pt x="15429" y="14513"/>
                </a:lnTo>
                <a:lnTo>
                  <a:pt x="15259" y="12916"/>
                </a:lnTo>
                <a:lnTo>
                  <a:pt x="15089" y="11318"/>
                </a:lnTo>
                <a:lnTo>
                  <a:pt x="14919" y="9719"/>
                </a:lnTo>
                <a:lnTo>
                  <a:pt x="14748" y="8115"/>
                </a:lnTo>
                <a:lnTo>
                  <a:pt x="14577" y="6507"/>
                </a:lnTo>
                <a:lnTo>
                  <a:pt x="14406" y="4891"/>
                </a:lnTo>
                <a:lnTo>
                  <a:pt x="14233" y="3270"/>
                </a:lnTo>
                <a:lnTo>
                  <a:pt x="14060" y="1640"/>
                </a:lnTo>
                <a:lnTo>
                  <a:pt x="13886" y="0"/>
                </a:lnTo>
                <a:close/>
              </a:path>
            </a:pathLst>
          </a:custGeom>
          <a:solidFill>
            <a:srgbClr val="676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4" name="contour_05812"/>
          <p:cNvSpPr/>
          <p:nvPr/>
        </p:nvSpPr>
        <p:spPr>
          <a:xfrm>
            <a:off x="4767779" y="1435734"/>
            <a:ext cx="2351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930"/>
                </a:lnTo>
                <a:lnTo>
                  <a:pt x="21600" y="1859"/>
                </a:lnTo>
                <a:lnTo>
                  <a:pt x="21600" y="2789"/>
                </a:lnTo>
                <a:lnTo>
                  <a:pt x="21600" y="3721"/>
                </a:lnTo>
                <a:lnTo>
                  <a:pt x="21600" y="4651"/>
                </a:lnTo>
                <a:lnTo>
                  <a:pt x="21600" y="5582"/>
                </a:lnTo>
                <a:lnTo>
                  <a:pt x="21600" y="6514"/>
                </a:lnTo>
                <a:lnTo>
                  <a:pt x="21600" y="7447"/>
                </a:lnTo>
                <a:lnTo>
                  <a:pt x="21600" y="8381"/>
                </a:lnTo>
                <a:lnTo>
                  <a:pt x="21600" y="9315"/>
                </a:lnTo>
                <a:lnTo>
                  <a:pt x="21600" y="10251"/>
                </a:lnTo>
                <a:lnTo>
                  <a:pt x="21600" y="11187"/>
                </a:lnTo>
                <a:lnTo>
                  <a:pt x="21600" y="12126"/>
                </a:lnTo>
                <a:lnTo>
                  <a:pt x="21600" y="13065"/>
                </a:lnTo>
                <a:lnTo>
                  <a:pt x="21600" y="14006"/>
                </a:lnTo>
                <a:lnTo>
                  <a:pt x="21600" y="14949"/>
                </a:lnTo>
                <a:lnTo>
                  <a:pt x="21600" y="15892"/>
                </a:lnTo>
                <a:lnTo>
                  <a:pt x="21600" y="16839"/>
                </a:lnTo>
                <a:lnTo>
                  <a:pt x="21600" y="17786"/>
                </a:lnTo>
                <a:lnTo>
                  <a:pt x="21600" y="18737"/>
                </a:lnTo>
                <a:lnTo>
                  <a:pt x="21600" y="19688"/>
                </a:lnTo>
                <a:lnTo>
                  <a:pt x="21600" y="20643"/>
                </a:lnTo>
                <a:lnTo>
                  <a:pt x="21600" y="21600"/>
                </a:lnTo>
                <a:lnTo>
                  <a:pt x="17624" y="21600"/>
                </a:lnTo>
                <a:lnTo>
                  <a:pt x="13635" y="21600"/>
                </a:lnTo>
                <a:lnTo>
                  <a:pt x="9632" y="21600"/>
                </a:lnTo>
                <a:lnTo>
                  <a:pt x="5596" y="21600"/>
                </a:lnTo>
                <a:lnTo>
                  <a:pt x="1519" y="21600"/>
                </a:lnTo>
                <a:lnTo>
                  <a:pt x="1406" y="20671"/>
                </a:lnTo>
                <a:lnTo>
                  <a:pt x="1305" y="19744"/>
                </a:lnTo>
                <a:lnTo>
                  <a:pt x="1205" y="18815"/>
                </a:lnTo>
                <a:lnTo>
                  <a:pt x="1118" y="17888"/>
                </a:lnTo>
                <a:lnTo>
                  <a:pt x="1031" y="16959"/>
                </a:lnTo>
                <a:lnTo>
                  <a:pt x="957" y="16031"/>
                </a:lnTo>
                <a:lnTo>
                  <a:pt x="884" y="15104"/>
                </a:lnTo>
                <a:lnTo>
                  <a:pt x="810" y="14175"/>
                </a:lnTo>
                <a:lnTo>
                  <a:pt x="743" y="13248"/>
                </a:lnTo>
                <a:lnTo>
                  <a:pt x="683" y="12319"/>
                </a:lnTo>
                <a:lnTo>
                  <a:pt x="569" y="11439"/>
                </a:lnTo>
                <a:lnTo>
                  <a:pt x="455" y="10553"/>
                </a:lnTo>
                <a:lnTo>
                  <a:pt x="341" y="9655"/>
                </a:lnTo>
                <a:lnTo>
                  <a:pt x="301" y="8810"/>
                </a:lnTo>
                <a:lnTo>
                  <a:pt x="254" y="7960"/>
                </a:lnTo>
                <a:lnTo>
                  <a:pt x="214" y="7098"/>
                </a:lnTo>
                <a:lnTo>
                  <a:pt x="141" y="6319"/>
                </a:lnTo>
                <a:lnTo>
                  <a:pt x="74" y="5536"/>
                </a:lnTo>
                <a:lnTo>
                  <a:pt x="0" y="4741"/>
                </a:lnTo>
                <a:lnTo>
                  <a:pt x="1058" y="3672"/>
                </a:lnTo>
                <a:lnTo>
                  <a:pt x="2644" y="2681"/>
                </a:lnTo>
                <a:lnTo>
                  <a:pt x="4853" y="1800"/>
                </a:lnTo>
                <a:lnTo>
                  <a:pt x="7764" y="1060"/>
                </a:lnTo>
                <a:lnTo>
                  <a:pt x="11466" y="491"/>
                </a:lnTo>
                <a:lnTo>
                  <a:pt x="16051" y="128"/>
                </a:lnTo>
                <a:lnTo>
                  <a:pt x="21600" y="0"/>
                </a:lnTo>
                <a:close/>
              </a:path>
            </a:pathLst>
          </a:custGeom>
          <a:solidFill>
            <a:srgbClr val="424A4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5" name="contour_05813"/>
          <p:cNvSpPr/>
          <p:nvPr/>
        </p:nvSpPr>
        <p:spPr>
          <a:xfrm>
            <a:off x="8602917" y="1471190"/>
            <a:ext cx="51016" cy="97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18"/>
                </a:moveTo>
                <a:lnTo>
                  <a:pt x="2203" y="73"/>
                </a:lnTo>
                <a:lnTo>
                  <a:pt x="3786" y="0"/>
                </a:lnTo>
                <a:lnTo>
                  <a:pt x="5193" y="0"/>
                </a:lnTo>
                <a:lnTo>
                  <a:pt x="6869" y="73"/>
                </a:lnTo>
                <a:lnTo>
                  <a:pt x="9257" y="218"/>
                </a:lnTo>
                <a:lnTo>
                  <a:pt x="10300" y="1421"/>
                </a:lnTo>
                <a:lnTo>
                  <a:pt x="10982" y="2275"/>
                </a:lnTo>
                <a:lnTo>
                  <a:pt x="11451" y="3012"/>
                </a:lnTo>
                <a:lnTo>
                  <a:pt x="11855" y="3866"/>
                </a:lnTo>
                <a:lnTo>
                  <a:pt x="12343" y="5069"/>
                </a:lnTo>
                <a:lnTo>
                  <a:pt x="13870" y="4668"/>
                </a:lnTo>
                <a:lnTo>
                  <a:pt x="15407" y="4267"/>
                </a:lnTo>
                <a:lnTo>
                  <a:pt x="16950" y="3861"/>
                </a:lnTo>
                <a:lnTo>
                  <a:pt x="18514" y="3452"/>
                </a:lnTo>
                <a:lnTo>
                  <a:pt x="18854" y="4519"/>
                </a:lnTo>
                <a:lnTo>
                  <a:pt x="19193" y="5588"/>
                </a:lnTo>
                <a:lnTo>
                  <a:pt x="19533" y="6656"/>
                </a:lnTo>
                <a:lnTo>
                  <a:pt x="19875" y="7728"/>
                </a:lnTo>
                <a:lnTo>
                  <a:pt x="20218" y="8803"/>
                </a:lnTo>
                <a:lnTo>
                  <a:pt x="20560" y="9883"/>
                </a:lnTo>
                <a:lnTo>
                  <a:pt x="20906" y="10967"/>
                </a:lnTo>
                <a:lnTo>
                  <a:pt x="21251" y="12056"/>
                </a:lnTo>
                <a:lnTo>
                  <a:pt x="21600" y="13152"/>
                </a:lnTo>
                <a:lnTo>
                  <a:pt x="19560" y="13152"/>
                </a:lnTo>
                <a:lnTo>
                  <a:pt x="17508" y="13152"/>
                </a:lnTo>
                <a:lnTo>
                  <a:pt x="15429" y="13152"/>
                </a:lnTo>
                <a:lnTo>
                  <a:pt x="14469" y="14210"/>
                </a:lnTo>
                <a:lnTo>
                  <a:pt x="13846" y="14984"/>
                </a:lnTo>
                <a:lnTo>
                  <a:pt x="13293" y="15852"/>
                </a:lnTo>
                <a:lnTo>
                  <a:pt x="12534" y="17194"/>
                </a:lnTo>
                <a:lnTo>
                  <a:pt x="11636" y="18518"/>
                </a:lnTo>
                <a:lnTo>
                  <a:pt x="10994" y="19382"/>
                </a:lnTo>
                <a:lnTo>
                  <a:pt x="10303" y="20161"/>
                </a:lnTo>
                <a:lnTo>
                  <a:pt x="9257" y="21236"/>
                </a:lnTo>
                <a:lnTo>
                  <a:pt x="6776" y="21479"/>
                </a:lnTo>
                <a:lnTo>
                  <a:pt x="5054" y="21600"/>
                </a:lnTo>
                <a:lnTo>
                  <a:pt x="3647" y="21600"/>
                </a:lnTo>
                <a:lnTo>
                  <a:pt x="2111" y="21479"/>
                </a:lnTo>
                <a:lnTo>
                  <a:pt x="0" y="21236"/>
                </a:lnTo>
                <a:lnTo>
                  <a:pt x="765" y="20235"/>
                </a:lnTo>
                <a:lnTo>
                  <a:pt x="1527" y="19235"/>
                </a:lnTo>
                <a:lnTo>
                  <a:pt x="2296" y="18231"/>
                </a:lnTo>
                <a:lnTo>
                  <a:pt x="3064" y="17225"/>
                </a:lnTo>
                <a:lnTo>
                  <a:pt x="3832" y="16215"/>
                </a:lnTo>
                <a:lnTo>
                  <a:pt x="4607" y="15199"/>
                </a:lnTo>
                <a:lnTo>
                  <a:pt x="5388" y="14179"/>
                </a:lnTo>
                <a:lnTo>
                  <a:pt x="6171" y="13152"/>
                </a:lnTo>
                <a:lnTo>
                  <a:pt x="4641" y="13152"/>
                </a:lnTo>
                <a:lnTo>
                  <a:pt x="3086" y="13152"/>
                </a:lnTo>
                <a:lnTo>
                  <a:pt x="3218" y="12797"/>
                </a:lnTo>
                <a:lnTo>
                  <a:pt x="3450" y="12169"/>
                </a:lnTo>
                <a:lnTo>
                  <a:pt x="3977" y="10734"/>
                </a:lnTo>
                <a:lnTo>
                  <a:pt x="4320" y="9697"/>
                </a:lnTo>
                <a:lnTo>
                  <a:pt x="4666" y="8653"/>
                </a:lnTo>
                <a:lnTo>
                  <a:pt x="5014" y="7594"/>
                </a:lnTo>
                <a:lnTo>
                  <a:pt x="5372" y="6561"/>
                </a:lnTo>
                <a:lnTo>
                  <a:pt x="5733" y="5521"/>
                </a:lnTo>
                <a:lnTo>
                  <a:pt x="6100" y="4469"/>
                </a:lnTo>
                <a:lnTo>
                  <a:pt x="6122" y="3599"/>
                </a:lnTo>
                <a:lnTo>
                  <a:pt x="6147" y="2723"/>
                </a:lnTo>
                <a:lnTo>
                  <a:pt x="6171" y="1835"/>
                </a:lnTo>
                <a:lnTo>
                  <a:pt x="4379" y="1153"/>
                </a:lnTo>
                <a:lnTo>
                  <a:pt x="3138" y="757"/>
                </a:lnTo>
                <a:lnTo>
                  <a:pt x="1873" y="495"/>
                </a:lnTo>
                <a:lnTo>
                  <a:pt x="0" y="218"/>
                </a:lnTo>
                <a:close/>
              </a:path>
            </a:pathLst>
          </a:custGeom>
          <a:solidFill>
            <a:srgbClr val="DEE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6" name="contour_05814"/>
          <p:cNvSpPr/>
          <p:nvPr/>
        </p:nvSpPr>
        <p:spPr>
          <a:xfrm>
            <a:off x="11314050" y="1397625"/>
            <a:ext cx="80168" cy="526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84"/>
                </a:moveTo>
                <a:lnTo>
                  <a:pt x="1331" y="466"/>
                </a:lnTo>
                <a:lnTo>
                  <a:pt x="2647" y="278"/>
                </a:lnTo>
                <a:lnTo>
                  <a:pt x="3953" y="128"/>
                </a:lnTo>
                <a:lnTo>
                  <a:pt x="5251" y="33"/>
                </a:lnTo>
                <a:lnTo>
                  <a:pt x="6547" y="0"/>
                </a:lnTo>
                <a:lnTo>
                  <a:pt x="7845" y="39"/>
                </a:lnTo>
                <a:lnTo>
                  <a:pt x="9147" y="158"/>
                </a:lnTo>
                <a:lnTo>
                  <a:pt x="10458" y="371"/>
                </a:lnTo>
                <a:lnTo>
                  <a:pt x="11782" y="684"/>
                </a:lnTo>
                <a:lnTo>
                  <a:pt x="12648" y="2447"/>
                </a:lnTo>
                <a:lnTo>
                  <a:pt x="13331" y="4195"/>
                </a:lnTo>
                <a:lnTo>
                  <a:pt x="13889" y="5988"/>
                </a:lnTo>
                <a:lnTo>
                  <a:pt x="14380" y="7891"/>
                </a:lnTo>
                <a:lnTo>
                  <a:pt x="14857" y="9974"/>
                </a:lnTo>
                <a:lnTo>
                  <a:pt x="15281" y="11295"/>
                </a:lnTo>
                <a:lnTo>
                  <a:pt x="15709" y="12636"/>
                </a:lnTo>
                <a:lnTo>
                  <a:pt x="17288" y="12995"/>
                </a:lnTo>
                <a:lnTo>
                  <a:pt x="18384" y="13174"/>
                </a:lnTo>
                <a:lnTo>
                  <a:pt x="19279" y="13174"/>
                </a:lnTo>
                <a:lnTo>
                  <a:pt x="20257" y="12995"/>
                </a:lnTo>
                <a:lnTo>
                  <a:pt x="21600" y="12636"/>
                </a:lnTo>
                <a:lnTo>
                  <a:pt x="21600" y="14611"/>
                </a:lnTo>
                <a:lnTo>
                  <a:pt x="21600" y="16598"/>
                </a:lnTo>
                <a:lnTo>
                  <a:pt x="21600" y="18612"/>
                </a:lnTo>
                <a:lnTo>
                  <a:pt x="20972" y="18720"/>
                </a:lnTo>
                <a:lnTo>
                  <a:pt x="20396" y="18815"/>
                </a:lnTo>
                <a:lnTo>
                  <a:pt x="19831" y="18911"/>
                </a:lnTo>
                <a:lnTo>
                  <a:pt x="19222" y="19015"/>
                </a:lnTo>
                <a:lnTo>
                  <a:pt x="18525" y="19132"/>
                </a:lnTo>
                <a:lnTo>
                  <a:pt x="17688" y="19272"/>
                </a:lnTo>
                <a:lnTo>
                  <a:pt x="16667" y="19446"/>
                </a:lnTo>
                <a:lnTo>
                  <a:pt x="15411" y="19658"/>
                </a:lnTo>
                <a:lnTo>
                  <a:pt x="13873" y="19918"/>
                </a:lnTo>
                <a:lnTo>
                  <a:pt x="12004" y="20234"/>
                </a:lnTo>
                <a:lnTo>
                  <a:pt x="9755" y="20614"/>
                </a:lnTo>
                <a:lnTo>
                  <a:pt x="7079" y="21068"/>
                </a:lnTo>
                <a:lnTo>
                  <a:pt x="3927" y="21600"/>
                </a:lnTo>
                <a:lnTo>
                  <a:pt x="4316" y="19825"/>
                </a:lnTo>
                <a:lnTo>
                  <a:pt x="4707" y="18044"/>
                </a:lnTo>
                <a:lnTo>
                  <a:pt x="5098" y="16258"/>
                </a:lnTo>
                <a:lnTo>
                  <a:pt x="5492" y="14456"/>
                </a:lnTo>
                <a:lnTo>
                  <a:pt x="5891" y="12636"/>
                </a:lnTo>
                <a:lnTo>
                  <a:pt x="4687" y="11286"/>
                </a:lnTo>
                <a:lnTo>
                  <a:pt x="3790" y="10300"/>
                </a:lnTo>
                <a:lnTo>
                  <a:pt x="3036" y="9508"/>
                </a:lnTo>
                <a:lnTo>
                  <a:pt x="2262" y="8749"/>
                </a:lnTo>
                <a:lnTo>
                  <a:pt x="1306" y="7855"/>
                </a:lnTo>
                <a:lnTo>
                  <a:pt x="0" y="6660"/>
                </a:lnTo>
                <a:lnTo>
                  <a:pt x="0" y="4685"/>
                </a:lnTo>
                <a:lnTo>
                  <a:pt x="0" y="2698"/>
                </a:lnTo>
                <a:lnTo>
                  <a:pt x="0" y="684"/>
                </a:lnTo>
                <a:close/>
              </a:path>
            </a:pathLst>
          </a:custGeom>
          <a:solidFill>
            <a:srgbClr val="BBD0DE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7" name="contour_05815"/>
          <p:cNvSpPr/>
          <p:nvPr/>
        </p:nvSpPr>
        <p:spPr>
          <a:xfrm>
            <a:off x="4266562" y="1369916"/>
            <a:ext cx="174912" cy="300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2"/>
                </a:moveTo>
                <a:lnTo>
                  <a:pt x="640" y="105"/>
                </a:lnTo>
                <a:lnTo>
                  <a:pt x="1279" y="58"/>
                </a:lnTo>
                <a:lnTo>
                  <a:pt x="1918" y="26"/>
                </a:lnTo>
                <a:lnTo>
                  <a:pt x="2555" y="5"/>
                </a:lnTo>
                <a:lnTo>
                  <a:pt x="3193" y="0"/>
                </a:lnTo>
                <a:lnTo>
                  <a:pt x="3830" y="5"/>
                </a:lnTo>
                <a:lnTo>
                  <a:pt x="4467" y="26"/>
                </a:lnTo>
                <a:lnTo>
                  <a:pt x="5102" y="58"/>
                </a:lnTo>
                <a:lnTo>
                  <a:pt x="5738" y="99"/>
                </a:lnTo>
                <a:lnTo>
                  <a:pt x="6374" y="157"/>
                </a:lnTo>
                <a:lnTo>
                  <a:pt x="7008" y="225"/>
                </a:lnTo>
                <a:lnTo>
                  <a:pt x="7643" y="309"/>
                </a:lnTo>
                <a:lnTo>
                  <a:pt x="8277" y="408"/>
                </a:lnTo>
                <a:lnTo>
                  <a:pt x="8912" y="513"/>
                </a:lnTo>
                <a:lnTo>
                  <a:pt x="9545" y="638"/>
                </a:lnTo>
                <a:lnTo>
                  <a:pt x="10180" y="769"/>
                </a:lnTo>
                <a:lnTo>
                  <a:pt x="10813" y="916"/>
                </a:lnTo>
                <a:lnTo>
                  <a:pt x="11447" y="1078"/>
                </a:lnTo>
                <a:lnTo>
                  <a:pt x="12081" y="1251"/>
                </a:lnTo>
                <a:lnTo>
                  <a:pt x="12713" y="1439"/>
                </a:lnTo>
                <a:lnTo>
                  <a:pt x="13347" y="1638"/>
                </a:lnTo>
                <a:lnTo>
                  <a:pt x="13981" y="1847"/>
                </a:lnTo>
                <a:lnTo>
                  <a:pt x="14614" y="2072"/>
                </a:lnTo>
                <a:lnTo>
                  <a:pt x="15249" y="2308"/>
                </a:lnTo>
                <a:lnTo>
                  <a:pt x="15882" y="2559"/>
                </a:lnTo>
                <a:lnTo>
                  <a:pt x="16517" y="2826"/>
                </a:lnTo>
                <a:lnTo>
                  <a:pt x="17150" y="3098"/>
                </a:lnTo>
                <a:lnTo>
                  <a:pt x="17786" y="3391"/>
                </a:lnTo>
                <a:lnTo>
                  <a:pt x="18420" y="3689"/>
                </a:lnTo>
                <a:lnTo>
                  <a:pt x="19056" y="4008"/>
                </a:lnTo>
                <a:lnTo>
                  <a:pt x="19691" y="4333"/>
                </a:lnTo>
                <a:lnTo>
                  <a:pt x="20327" y="4673"/>
                </a:lnTo>
                <a:lnTo>
                  <a:pt x="20963" y="5028"/>
                </a:lnTo>
                <a:lnTo>
                  <a:pt x="21600" y="5395"/>
                </a:lnTo>
                <a:lnTo>
                  <a:pt x="21600" y="7990"/>
                </a:lnTo>
                <a:lnTo>
                  <a:pt x="21600" y="10627"/>
                </a:lnTo>
                <a:lnTo>
                  <a:pt x="20987" y="10952"/>
                </a:lnTo>
                <a:lnTo>
                  <a:pt x="20375" y="11276"/>
                </a:lnTo>
                <a:lnTo>
                  <a:pt x="19761" y="11601"/>
                </a:lnTo>
                <a:lnTo>
                  <a:pt x="19148" y="11925"/>
                </a:lnTo>
                <a:lnTo>
                  <a:pt x="18535" y="12249"/>
                </a:lnTo>
                <a:lnTo>
                  <a:pt x="17919" y="12574"/>
                </a:lnTo>
                <a:lnTo>
                  <a:pt x="17303" y="12898"/>
                </a:lnTo>
                <a:lnTo>
                  <a:pt x="16687" y="13223"/>
                </a:lnTo>
                <a:lnTo>
                  <a:pt x="16070" y="13552"/>
                </a:lnTo>
                <a:lnTo>
                  <a:pt x="15450" y="13877"/>
                </a:lnTo>
                <a:lnTo>
                  <a:pt x="14829" y="14206"/>
                </a:lnTo>
                <a:lnTo>
                  <a:pt x="14207" y="14536"/>
                </a:lnTo>
                <a:lnTo>
                  <a:pt x="13584" y="14866"/>
                </a:lnTo>
                <a:lnTo>
                  <a:pt x="12958" y="15195"/>
                </a:lnTo>
                <a:lnTo>
                  <a:pt x="12330" y="15525"/>
                </a:lnTo>
                <a:lnTo>
                  <a:pt x="11700" y="15860"/>
                </a:lnTo>
                <a:lnTo>
                  <a:pt x="11700" y="18455"/>
                </a:lnTo>
                <a:lnTo>
                  <a:pt x="11700" y="21092"/>
                </a:lnTo>
                <a:lnTo>
                  <a:pt x="11119" y="21160"/>
                </a:lnTo>
                <a:lnTo>
                  <a:pt x="10537" y="21223"/>
                </a:lnTo>
                <a:lnTo>
                  <a:pt x="9956" y="21281"/>
                </a:lnTo>
                <a:lnTo>
                  <a:pt x="9375" y="21328"/>
                </a:lnTo>
                <a:lnTo>
                  <a:pt x="8794" y="21375"/>
                </a:lnTo>
                <a:lnTo>
                  <a:pt x="8212" y="21417"/>
                </a:lnTo>
                <a:lnTo>
                  <a:pt x="7718" y="21485"/>
                </a:lnTo>
                <a:lnTo>
                  <a:pt x="7218" y="21553"/>
                </a:lnTo>
                <a:lnTo>
                  <a:pt x="6123" y="21600"/>
                </a:lnTo>
                <a:lnTo>
                  <a:pt x="5285" y="21563"/>
                </a:lnTo>
                <a:lnTo>
                  <a:pt x="4651" y="21375"/>
                </a:lnTo>
                <a:lnTo>
                  <a:pt x="4170" y="20972"/>
                </a:lnTo>
                <a:lnTo>
                  <a:pt x="3786" y="20287"/>
                </a:lnTo>
                <a:lnTo>
                  <a:pt x="3449" y="19251"/>
                </a:lnTo>
                <a:lnTo>
                  <a:pt x="3104" y="17796"/>
                </a:lnTo>
                <a:lnTo>
                  <a:pt x="2700" y="15860"/>
                </a:lnTo>
                <a:lnTo>
                  <a:pt x="2700" y="12401"/>
                </a:lnTo>
                <a:lnTo>
                  <a:pt x="2700" y="8922"/>
                </a:lnTo>
                <a:lnTo>
                  <a:pt x="2700" y="5395"/>
                </a:lnTo>
                <a:lnTo>
                  <a:pt x="2030" y="3783"/>
                </a:lnTo>
                <a:lnTo>
                  <a:pt x="1555" y="2705"/>
                </a:lnTo>
                <a:lnTo>
                  <a:pt x="1145" y="1910"/>
                </a:lnTo>
                <a:lnTo>
                  <a:pt x="670" y="1146"/>
                </a:lnTo>
                <a:lnTo>
                  <a:pt x="0" y="162"/>
                </a:lnTo>
                <a:close/>
              </a:path>
            </a:pathLst>
          </a:custGeom>
          <a:solidFill>
            <a:srgbClr val="C6D1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8" name="contour_05816"/>
          <p:cNvSpPr/>
          <p:nvPr/>
        </p:nvSpPr>
        <p:spPr>
          <a:xfrm>
            <a:off x="10257291" y="1354954"/>
            <a:ext cx="145760" cy="326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05"/>
                </a:moveTo>
                <a:lnTo>
                  <a:pt x="21600" y="3590"/>
                </a:lnTo>
                <a:lnTo>
                  <a:pt x="21600" y="6795"/>
                </a:lnTo>
                <a:lnTo>
                  <a:pt x="21600" y="10043"/>
                </a:lnTo>
                <a:lnTo>
                  <a:pt x="20917" y="10588"/>
                </a:lnTo>
                <a:lnTo>
                  <a:pt x="20236" y="11128"/>
                </a:lnTo>
                <a:lnTo>
                  <a:pt x="19553" y="11667"/>
                </a:lnTo>
                <a:lnTo>
                  <a:pt x="18871" y="12207"/>
                </a:lnTo>
                <a:lnTo>
                  <a:pt x="18188" y="12742"/>
                </a:lnTo>
                <a:lnTo>
                  <a:pt x="17506" y="13272"/>
                </a:lnTo>
                <a:lnTo>
                  <a:pt x="16823" y="13802"/>
                </a:lnTo>
                <a:lnTo>
                  <a:pt x="16140" y="14333"/>
                </a:lnTo>
                <a:lnTo>
                  <a:pt x="15457" y="14863"/>
                </a:lnTo>
                <a:lnTo>
                  <a:pt x="14883" y="15320"/>
                </a:lnTo>
                <a:lnTo>
                  <a:pt x="14307" y="15788"/>
                </a:lnTo>
                <a:lnTo>
                  <a:pt x="13721" y="16255"/>
                </a:lnTo>
                <a:lnTo>
                  <a:pt x="11986" y="17586"/>
                </a:lnTo>
                <a:lnTo>
                  <a:pt x="10478" y="18723"/>
                </a:lnTo>
                <a:lnTo>
                  <a:pt x="9176" y="19672"/>
                </a:lnTo>
                <a:lnTo>
                  <a:pt x="8060" y="20434"/>
                </a:lnTo>
                <a:lnTo>
                  <a:pt x="7110" y="21007"/>
                </a:lnTo>
                <a:lnTo>
                  <a:pt x="6304" y="21393"/>
                </a:lnTo>
                <a:lnTo>
                  <a:pt x="5622" y="21590"/>
                </a:lnTo>
                <a:lnTo>
                  <a:pt x="5046" y="21600"/>
                </a:lnTo>
                <a:lnTo>
                  <a:pt x="4551" y="21422"/>
                </a:lnTo>
                <a:lnTo>
                  <a:pt x="4120" y="21060"/>
                </a:lnTo>
                <a:lnTo>
                  <a:pt x="3731" y="20516"/>
                </a:lnTo>
                <a:lnTo>
                  <a:pt x="3365" y="19783"/>
                </a:lnTo>
                <a:lnTo>
                  <a:pt x="2999" y="18863"/>
                </a:lnTo>
                <a:lnTo>
                  <a:pt x="2616" y="17759"/>
                </a:lnTo>
                <a:lnTo>
                  <a:pt x="2191" y="16472"/>
                </a:lnTo>
                <a:lnTo>
                  <a:pt x="1738" y="14453"/>
                </a:lnTo>
                <a:lnTo>
                  <a:pt x="1398" y="12858"/>
                </a:lnTo>
                <a:lnTo>
                  <a:pt x="1064" y="11147"/>
                </a:lnTo>
                <a:lnTo>
                  <a:pt x="633" y="8786"/>
                </a:lnTo>
                <a:lnTo>
                  <a:pt x="0" y="5224"/>
                </a:lnTo>
                <a:lnTo>
                  <a:pt x="740" y="4578"/>
                </a:lnTo>
                <a:lnTo>
                  <a:pt x="1480" y="3986"/>
                </a:lnTo>
                <a:lnTo>
                  <a:pt x="2219" y="3446"/>
                </a:lnTo>
                <a:lnTo>
                  <a:pt x="2960" y="2954"/>
                </a:lnTo>
                <a:lnTo>
                  <a:pt x="3701" y="2506"/>
                </a:lnTo>
                <a:lnTo>
                  <a:pt x="4442" y="2106"/>
                </a:lnTo>
                <a:lnTo>
                  <a:pt x="5184" y="1745"/>
                </a:lnTo>
                <a:lnTo>
                  <a:pt x="5926" y="1427"/>
                </a:lnTo>
                <a:lnTo>
                  <a:pt x="6669" y="1147"/>
                </a:lnTo>
                <a:lnTo>
                  <a:pt x="7411" y="906"/>
                </a:lnTo>
                <a:lnTo>
                  <a:pt x="8155" y="694"/>
                </a:lnTo>
                <a:lnTo>
                  <a:pt x="8898" y="516"/>
                </a:lnTo>
                <a:lnTo>
                  <a:pt x="9642" y="371"/>
                </a:lnTo>
                <a:lnTo>
                  <a:pt x="10386" y="251"/>
                </a:lnTo>
                <a:lnTo>
                  <a:pt x="11132" y="154"/>
                </a:lnTo>
                <a:lnTo>
                  <a:pt x="11876" y="87"/>
                </a:lnTo>
                <a:lnTo>
                  <a:pt x="12622" y="39"/>
                </a:lnTo>
                <a:lnTo>
                  <a:pt x="13367" y="10"/>
                </a:lnTo>
                <a:lnTo>
                  <a:pt x="14113" y="0"/>
                </a:lnTo>
                <a:lnTo>
                  <a:pt x="14861" y="5"/>
                </a:lnTo>
                <a:lnTo>
                  <a:pt x="15608" y="19"/>
                </a:lnTo>
                <a:lnTo>
                  <a:pt x="16356" y="53"/>
                </a:lnTo>
                <a:lnTo>
                  <a:pt x="17103" y="92"/>
                </a:lnTo>
                <a:lnTo>
                  <a:pt x="17851" y="135"/>
                </a:lnTo>
                <a:lnTo>
                  <a:pt x="18601" y="188"/>
                </a:lnTo>
                <a:lnTo>
                  <a:pt x="19349" y="241"/>
                </a:lnTo>
                <a:lnTo>
                  <a:pt x="20099" y="299"/>
                </a:lnTo>
                <a:lnTo>
                  <a:pt x="20849" y="352"/>
                </a:lnTo>
                <a:lnTo>
                  <a:pt x="21600" y="405"/>
                </a:lnTo>
                <a:close/>
              </a:path>
            </a:pathLst>
          </a:custGeom>
          <a:solidFill>
            <a:srgbClr val="CBDE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819" name="contour_05817"/>
          <p:cNvSpPr/>
          <p:nvPr/>
        </p:nvSpPr>
        <p:spPr>
          <a:xfrm>
            <a:off x="4929769" y="1333702"/>
            <a:ext cx="182200" cy="378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44" y="0"/>
                </a:moveTo>
                <a:lnTo>
                  <a:pt x="18714" y="0"/>
                </a:lnTo>
                <a:lnTo>
                  <a:pt x="19285" y="0"/>
                </a:lnTo>
                <a:lnTo>
                  <a:pt x="19859" y="0"/>
                </a:lnTo>
                <a:lnTo>
                  <a:pt x="20435" y="0"/>
                </a:lnTo>
                <a:lnTo>
                  <a:pt x="21015" y="0"/>
                </a:lnTo>
                <a:lnTo>
                  <a:pt x="21600" y="0"/>
                </a:lnTo>
                <a:lnTo>
                  <a:pt x="21600" y="2751"/>
                </a:lnTo>
                <a:lnTo>
                  <a:pt x="21600" y="5519"/>
                </a:lnTo>
                <a:lnTo>
                  <a:pt x="21600" y="8324"/>
                </a:lnTo>
                <a:lnTo>
                  <a:pt x="21088" y="9689"/>
                </a:lnTo>
                <a:lnTo>
                  <a:pt x="20563" y="10962"/>
                </a:lnTo>
                <a:lnTo>
                  <a:pt x="20028" y="12144"/>
                </a:lnTo>
                <a:lnTo>
                  <a:pt x="19481" y="13239"/>
                </a:lnTo>
                <a:lnTo>
                  <a:pt x="18925" y="14250"/>
                </a:lnTo>
                <a:lnTo>
                  <a:pt x="18359" y="15178"/>
                </a:lnTo>
                <a:lnTo>
                  <a:pt x="17784" y="16031"/>
                </a:lnTo>
                <a:lnTo>
                  <a:pt x="17201" y="16810"/>
                </a:lnTo>
                <a:lnTo>
                  <a:pt x="16610" y="17513"/>
                </a:lnTo>
                <a:lnTo>
                  <a:pt x="16013" y="18150"/>
                </a:lnTo>
                <a:lnTo>
                  <a:pt x="15409" y="18720"/>
                </a:lnTo>
                <a:lnTo>
                  <a:pt x="14799" y="19228"/>
                </a:lnTo>
                <a:lnTo>
                  <a:pt x="14183" y="19677"/>
                </a:lnTo>
                <a:lnTo>
                  <a:pt x="13564" y="20073"/>
                </a:lnTo>
                <a:lnTo>
                  <a:pt x="12940" y="20414"/>
                </a:lnTo>
                <a:lnTo>
                  <a:pt x="12313" y="20701"/>
                </a:lnTo>
                <a:lnTo>
                  <a:pt x="11683" y="20947"/>
                </a:lnTo>
                <a:lnTo>
                  <a:pt x="11051" y="21146"/>
                </a:lnTo>
                <a:lnTo>
                  <a:pt x="10418" y="21305"/>
                </a:lnTo>
                <a:lnTo>
                  <a:pt x="9783" y="21425"/>
                </a:lnTo>
                <a:lnTo>
                  <a:pt x="9149" y="21513"/>
                </a:lnTo>
                <a:lnTo>
                  <a:pt x="8514" y="21571"/>
                </a:lnTo>
                <a:lnTo>
                  <a:pt x="7881" y="21600"/>
                </a:lnTo>
                <a:lnTo>
                  <a:pt x="7248" y="21600"/>
                </a:lnTo>
                <a:lnTo>
                  <a:pt x="6618" y="21583"/>
                </a:lnTo>
                <a:lnTo>
                  <a:pt x="5991" y="21542"/>
                </a:lnTo>
                <a:lnTo>
                  <a:pt x="5366" y="21488"/>
                </a:lnTo>
                <a:lnTo>
                  <a:pt x="4747" y="21425"/>
                </a:lnTo>
                <a:lnTo>
                  <a:pt x="4131" y="21346"/>
                </a:lnTo>
                <a:lnTo>
                  <a:pt x="3521" y="21263"/>
                </a:lnTo>
                <a:lnTo>
                  <a:pt x="2916" y="21180"/>
                </a:lnTo>
                <a:lnTo>
                  <a:pt x="2317" y="21092"/>
                </a:lnTo>
                <a:lnTo>
                  <a:pt x="1726" y="21009"/>
                </a:lnTo>
                <a:lnTo>
                  <a:pt x="1142" y="20934"/>
                </a:lnTo>
                <a:lnTo>
                  <a:pt x="567" y="20863"/>
                </a:lnTo>
                <a:lnTo>
                  <a:pt x="0" y="20809"/>
                </a:lnTo>
                <a:lnTo>
                  <a:pt x="0" y="18745"/>
                </a:lnTo>
                <a:lnTo>
                  <a:pt x="0" y="16647"/>
                </a:lnTo>
                <a:lnTo>
                  <a:pt x="540" y="15773"/>
                </a:lnTo>
                <a:lnTo>
                  <a:pt x="1075" y="14966"/>
                </a:lnTo>
                <a:lnTo>
                  <a:pt x="1608" y="14217"/>
                </a:lnTo>
                <a:lnTo>
                  <a:pt x="2144" y="13514"/>
                </a:lnTo>
                <a:lnTo>
                  <a:pt x="2687" y="12852"/>
                </a:lnTo>
                <a:lnTo>
                  <a:pt x="3240" y="12228"/>
                </a:lnTo>
                <a:lnTo>
                  <a:pt x="3495" y="11945"/>
                </a:lnTo>
                <a:lnTo>
                  <a:pt x="4266" y="11100"/>
                </a:lnTo>
                <a:lnTo>
                  <a:pt x="4863" y="10546"/>
                </a:lnTo>
                <a:lnTo>
                  <a:pt x="5461" y="10051"/>
                </a:lnTo>
                <a:lnTo>
                  <a:pt x="6061" y="9610"/>
                </a:lnTo>
                <a:lnTo>
                  <a:pt x="6661" y="9227"/>
                </a:lnTo>
                <a:lnTo>
                  <a:pt x="7261" y="8890"/>
                </a:lnTo>
                <a:lnTo>
                  <a:pt x="7862" y="8603"/>
                </a:lnTo>
                <a:lnTo>
                  <a:pt x="8465" y="8361"/>
                </a:lnTo>
                <a:lnTo>
                  <a:pt x="9067" y="8161"/>
                </a:lnTo>
                <a:lnTo>
                  <a:pt x="9670" y="7999"/>
                </a:lnTo>
                <a:lnTo>
                  <a:pt x="10274" y="7878"/>
                </a:lnTo>
                <a:lnTo>
                  <a:pt x="10878" y="7787"/>
                </a:lnTo>
                <a:lnTo>
                  <a:pt x="11482" y="7729"/>
                </a:lnTo>
                <a:lnTo>
                  <a:pt x="12086" y="7695"/>
                </a:lnTo>
                <a:lnTo>
                  <a:pt x="12691" y="7691"/>
                </a:lnTo>
                <a:lnTo>
                  <a:pt x="13297" y="7708"/>
                </a:lnTo>
                <a:lnTo>
                  <a:pt x="13903" y="7745"/>
                </a:lnTo>
                <a:lnTo>
                  <a:pt x="14508" y="7799"/>
                </a:lnTo>
                <a:lnTo>
                  <a:pt x="15114" y="7866"/>
                </a:lnTo>
                <a:lnTo>
                  <a:pt x="15720" y="7945"/>
                </a:lnTo>
                <a:lnTo>
                  <a:pt x="16326" y="8037"/>
                </a:lnTo>
                <a:lnTo>
                  <a:pt x="16932" y="8128"/>
                </a:lnTo>
                <a:lnTo>
                  <a:pt x="17538" y="8228"/>
                </a:lnTo>
                <a:lnTo>
                  <a:pt x="18144" y="8324"/>
                </a:lnTo>
                <a:lnTo>
                  <a:pt x="18144" y="5573"/>
                </a:lnTo>
                <a:lnTo>
                  <a:pt x="18144" y="2805"/>
                </a:lnTo>
                <a:lnTo>
                  <a:pt x="18144" y="0"/>
                </a:lnTo>
                <a:close/>
              </a:path>
            </a:pathLst>
          </a:custGeom>
          <a:solidFill>
            <a:srgbClr val="C6D4D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0" name="contour_05818"/>
          <p:cNvSpPr/>
          <p:nvPr/>
        </p:nvSpPr>
        <p:spPr>
          <a:xfrm>
            <a:off x="5418064" y="1311838"/>
            <a:ext cx="94744" cy="661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124"/>
                </a:lnTo>
                <a:lnTo>
                  <a:pt x="2251" y="248"/>
                </a:lnTo>
                <a:lnTo>
                  <a:pt x="3378" y="371"/>
                </a:lnTo>
                <a:lnTo>
                  <a:pt x="4504" y="498"/>
                </a:lnTo>
                <a:lnTo>
                  <a:pt x="5631" y="621"/>
                </a:lnTo>
                <a:lnTo>
                  <a:pt x="6759" y="745"/>
                </a:lnTo>
                <a:lnTo>
                  <a:pt x="7889" y="869"/>
                </a:lnTo>
                <a:lnTo>
                  <a:pt x="9020" y="995"/>
                </a:lnTo>
                <a:lnTo>
                  <a:pt x="10152" y="1119"/>
                </a:lnTo>
                <a:lnTo>
                  <a:pt x="11287" y="1245"/>
                </a:lnTo>
                <a:lnTo>
                  <a:pt x="12422" y="1369"/>
                </a:lnTo>
                <a:lnTo>
                  <a:pt x="13560" y="1495"/>
                </a:lnTo>
                <a:lnTo>
                  <a:pt x="14700" y="1621"/>
                </a:lnTo>
                <a:lnTo>
                  <a:pt x="15843" y="1745"/>
                </a:lnTo>
                <a:lnTo>
                  <a:pt x="16988" y="1871"/>
                </a:lnTo>
                <a:lnTo>
                  <a:pt x="18137" y="2000"/>
                </a:lnTo>
                <a:lnTo>
                  <a:pt x="19287" y="2126"/>
                </a:lnTo>
                <a:lnTo>
                  <a:pt x="20442" y="2252"/>
                </a:lnTo>
                <a:lnTo>
                  <a:pt x="21600" y="2381"/>
                </a:lnTo>
                <a:lnTo>
                  <a:pt x="21600" y="3562"/>
                </a:lnTo>
                <a:lnTo>
                  <a:pt x="21600" y="4761"/>
                </a:lnTo>
                <a:lnTo>
                  <a:pt x="20462" y="4761"/>
                </a:lnTo>
                <a:lnTo>
                  <a:pt x="19322" y="4761"/>
                </a:lnTo>
                <a:lnTo>
                  <a:pt x="18182" y="4761"/>
                </a:lnTo>
                <a:lnTo>
                  <a:pt x="17041" y="4761"/>
                </a:lnTo>
                <a:lnTo>
                  <a:pt x="15898" y="4761"/>
                </a:lnTo>
                <a:lnTo>
                  <a:pt x="14753" y="4761"/>
                </a:lnTo>
                <a:lnTo>
                  <a:pt x="13605" y="4761"/>
                </a:lnTo>
                <a:lnTo>
                  <a:pt x="12455" y="4761"/>
                </a:lnTo>
                <a:lnTo>
                  <a:pt x="11302" y="4761"/>
                </a:lnTo>
                <a:lnTo>
                  <a:pt x="10144" y="4761"/>
                </a:lnTo>
                <a:lnTo>
                  <a:pt x="8982" y="4761"/>
                </a:lnTo>
                <a:lnTo>
                  <a:pt x="7818" y="4761"/>
                </a:lnTo>
                <a:lnTo>
                  <a:pt x="6646" y="4761"/>
                </a:lnTo>
                <a:lnTo>
                  <a:pt x="6646" y="6335"/>
                </a:lnTo>
                <a:lnTo>
                  <a:pt x="6646" y="7918"/>
                </a:lnTo>
                <a:lnTo>
                  <a:pt x="6646" y="9523"/>
                </a:lnTo>
                <a:lnTo>
                  <a:pt x="7470" y="9916"/>
                </a:lnTo>
                <a:lnTo>
                  <a:pt x="8298" y="10311"/>
                </a:lnTo>
                <a:lnTo>
                  <a:pt x="9138" y="10713"/>
                </a:lnTo>
                <a:lnTo>
                  <a:pt x="9963" y="11106"/>
                </a:lnTo>
                <a:lnTo>
                  <a:pt x="10790" y="11501"/>
                </a:lnTo>
                <a:lnTo>
                  <a:pt x="11631" y="11903"/>
                </a:lnTo>
                <a:lnTo>
                  <a:pt x="11631" y="13477"/>
                </a:lnTo>
                <a:lnTo>
                  <a:pt x="11631" y="15060"/>
                </a:lnTo>
                <a:lnTo>
                  <a:pt x="11631" y="16665"/>
                </a:lnTo>
                <a:lnTo>
                  <a:pt x="12867" y="17398"/>
                </a:lnTo>
                <a:lnTo>
                  <a:pt x="13744" y="17889"/>
                </a:lnTo>
                <a:lnTo>
                  <a:pt x="14502" y="18250"/>
                </a:lnTo>
                <a:lnTo>
                  <a:pt x="15379" y="18598"/>
                </a:lnTo>
                <a:lnTo>
                  <a:pt x="16615" y="19046"/>
                </a:lnTo>
                <a:lnTo>
                  <a:pt x="15559" y="19891"/>
                </a:lnTo>
                <a:lnTo>
                  <a:pt x="14538" y="20531"/>
                </a:lnTo>
                <a:lnTo>
                  <a:pt x="13537" y="20995"/>
                </a:lnTo>
                <a:lnTo>
                  <a:pt x="12533" y="21307"/>
                </a:lnTo>
                <a:lnTo>
                  <a:pt x="11508" y="21493"/>
                </a:lnTo>
                <a:lnTo>
                  <a:pt x="10439" y="21581"/>
                </a:lnTo>
                <a:lnTo>
                  <a:pt x="9311" y="21600"/>
                </a:lnTo>
                <a:lnTo>
                  <a:pt x="8100" y="21574"/>
                </a:lnTo>
                <a:lnTo>
                  <a:pt x="7203" y="21552"/>
                </a:lnTo>
                <a:lnTo>
                  <a:pt x="6301" y="21531"/>
                </a:lnTo>
                <a:lnTo>
                  <a:pt x="5387" y="21510"/>
                </a:lnTo>
                <a:lnTo>
                  <a:pt x="4362" y="21469"/>
                </a:lnTo>
                <a:lnTo>
                  <a:pt x="3323" y="21426"/>
                </a:lnTo>
                <a:lnTo>
                  <a:pt x="4310" y="20955"/>
                </a:lnTo>
                <a:lnTo>
                  <a:pt x="5300" y="20481"/>
                </a:lnTo>
                <a:lnTo>
                  <a:pt x="6294" y="20007"/>
                </a:lnTo>
                <a:lnTo>
                  <a:pt x="7296" y="19529"/>
                </a:lnTo>
                <a:lnTo>
                  <a:pt x="8308" y="19046"/>
                </a:lnTo>
                <a:lnTo>
                  <a:pt x="7708" y="18269"/>
                </a:lnTo>
                <a:lnTo>
                  <a:pt x="7103" y="17486"/>
                </a:lnTo>
                <a:lnTo>
                  <a:pt x="6490" y="16693"/>
                </a:lnTo>
                <a:lnTo>
                  <a:pt x="5717" y="15653"/>
                </a:lnTo>
                <a:lnTo>
                  <a:pt x="4941" y="14603"/>
                </a:lnTo>
                <a:lnTo>
                  <a:pt x="4154" y="13541"/>
                </a:lnTo>
                <a:lnTo>
                  <a:pt x="3381" y="12518"/>
                </a:lnTo>
                <a:lnTo>
                  <a:pt x="2605" y="11487"/>
                </a:lnTo>
                <a:lnTo>
                  <a:pt x="1818" y="10444"/>
                </a:lnTo>
                <a:lnTo>
                  <a:pt x="1145" y="9201"/>
                </a:lnTo>
                <a:lnTo>
                  <a:pt x="663" y="8178"/>
                </a:lnTo>
                <a:lnTo>
                  <a:pt x="339" y="7197"/>
                </a:lnTo>
                <a:lnTo>
                  <a:pt x="143" y="6068"/>
                </a:lnTo>
                <a:lnTo>
                  <a:pt x="43" y="4616"/>
                </a:lnTo>
                <a:lnTo>
                  <a:pt x="5" y="2654"/>
                </a:lnTo>
                <a:lnTo>
                  <a:pt x="0" y="0"/>
                </a:lnTo>
                <a:close/>
              </a:path>
            </a:pathLst>
          </a:custGeom>
          <a:solidFill>
            <a:srgbClr val="BEC9D0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1" name="contour_05819"/>
          <p:cNvSpPr/>
          <p:nvPr/>
        </p:nvSpPr>
        <p:spPr>
          <a:xfrm>
            <a:off x="5600264" y="1303851"/>
            <a:ext cx="174912" cy="37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00"/>
                </a:moveTo>
                <a:lnTo>
                  <a:pt x="581" y="346"/>
                </a:lnTo>
                <a:lnTo>
                  <a:pt x="1163" y="296"/>
                </a:lnTo>
                <a:lnTo>
                  <a:pt x="1744" y="250"/>
                </a:lnTo>
                <a:lnTo>
                  <a:pt x="2325" y="213"/>
                </a:lnTo>
                <a:lnTo>
                  <a:pt x="2906" y="175"/>
                </a:lnTo>
                <a:lnTo>
                  <a:pt x="3488" y="142"/>
                </a:lnTo>
                <a:lnTo>
                  <a:pt x="3735" y="113"/>
                </a:lnTo>
                <a:lnTo>
                  <a:pt x="4482" y="33"/>
                </a:lnTo>
                <a:lnTo>
                  <a:pt x="5552" y="0"/>
                </a:lnTo>
                <a:lnTo>
                  <a:pt x="6300" y="54"/>
                </a:lnTo>
                <a:lnTo>
                  <a:pt x="6824" y="263"/>
                </a:lnTo>
                <a:lnTo>
                  <a:pt x="7222" y="696"/>
                </a:lnTo>
                <a:lnTo>
                  <a:pt x="7595" y="1417"/>
                </a:lnTo>
                <a:lnTo>
                  <a:pt x="8041" y="2501"/>
                </a:lnTo>
                <a:lnTo>
                  <a:pt x="8658" y="3635"/>
                </a:lnTo>
                <a:lnTo>
                  <a:pt x="9247" y="4340"/>
                </a:lnTo>
                <a:lnTo>
                  <a:pt x="9825" y="4707"/>
                </a:lnTo>
                <a:lnTo>
                  <a:pt x="10414" y="4828"/>
                </a:lnTo>
                <a:lnTo>
                  <a:pt x="11033" y="4790"/>
                </a:lnTo>
                <a:lnTo>
                  <a:pt x="11704" y="4682"/>
                </a:lnTo>
                <a:lnTo>
                  <a:pt x="12222" y="4632"/>
                </a:lnTo>
                <a:lnTo>
                  <a:pt x="12744" y="4582"/>
                </a:lnTo>
                <a:lnTo>
                  <a:pt x="13273" y="4528"/>
                </a:lnTo>
                <a:lnTo>
                  <a:pt x="13820" y="4453"/>
                </a:lnTo>
                <a:lnTo>
                  <a:pt x="14366" y="4378"/>
                </a:lnTo>
                <a:lnTo>
                  <a:pt x="14911" y="4298"/>
                </a:lnTo>
                <a:lnTo>
                  <a:pt x="15457" y="4215"/>
                </a:lnTo>
                <a:lnTo>
                  <a:pt x="16004" y="4127"/>
                </a:lnTo>
                <a:lnTo>
                  <a:pt x="16550" y="4040"/>
                </a:lnTo>
                <a:lnTo>
                  <a:pt x="17068" y="3994"/>
                </a:lnTo>
                <a:lnTo>
                  <a:pt x="17588" y="3948"/>
                </a:lnTo>
                <a:lnTo>
                  <a:pt x="18116" y="3902"/>
                </a:lnTo>
                <a:lnTo>
                  <a:pt x="18590" y="3831"/>
                </a:lnTo>
                <a:lnTo>
                  <a:pt x="19068" y="3761"/>
                </a:lnTo>
                <a:lnTo>
                  <a:pt x="19553" y="3690"/>
                </a:lnTo>
                <a:lnTo>
                  <a:pt x="19838" y="3911"/>
                </a:lnTo>
                <a:lnTo>
                  <a:pt x="20700" y="4569"/>
                </a:lnTo>
                <a:lnTo>
                  <a:pt x="20923" y="6633"/>
                </a:lnTo>
                <a:lnTo>
                  <a:pt x="21146" y="8709"/>
                </a:lnTo>
                <a:lnTo>
                  <a:pt x="21372" y="10794"/>
                </a:lnTo>
                <a:lnTo>
                  <a:pt x="21600" y="12907"/>
                </a:lnTo>
                <a:lnTo>
                  <a:pt x="20976" y="13320"/>
                </a:lnTo>
                <a:lnTo>
                  <a:pt x="20352" y="13733"/>
                </a:lnTo>
                <a:lnTo>
                  <a:pt x="19727" y="14146"/>
                </a:lnTo>
                <a:lnTo>
                  <a:pt x="19102" y="14563"/>
                </a:lnTo>
                <a:lnTo>
                  <a:pt x="18473" y="14975"/>
                </a:lnTo>
                <a:lnTo>
                  <a:pt x="17844" y="15392"/>
                </a:lnTo>
                <a:lnTo>
                  <a:pt x="17212" y="15809"/>
                </a:lnTo>
                <a:lnTo>
                  <a:pt x="16578" y="16230"/>
                </a:lnTo>
                <a:lnTo>
                  <a:pt x="15941" y="16651"/>
                </a:lnTo>
                <a:lnTo>
                  <a:pt x="15300" y="17077"/>
                </a:lnTo>
                <a:lnTo>
                  <a:pt x="15300" y="19144"/>
                </a:lnTo>
                <a:lnTo>
                  <a:pt x="15300" y="21246"/>
                </a:lnTo>
                <a:lnTo>
                  <a:pt x="14621" y="21450"/>
                </a:lnTo>
                <a:lnTo>
                  <a:pt x="13975" y="21571"/>
                </a:lnTo>
                <a:lnTo>
                  <a:pt x="13360" y="21600"/>
                </a:lnTo>
                <a:lnTo>
                  <a:pt x="12768" y="21517"/>
                </a:lnTo>
                <a:lnTo>
                  <a:pt x="12196" y="21304"/>
                </a:lnTo>
                <a:lnTo>
                  <a:pt x="11636" y="20954"/>
                </a:lnTo>
                <a:lnTo>
                  <a:pt x="11084" y="20445"/>
                </a:lnTo>
                <a:lnTo>
                  <a:pt x="10535" y="19766"/>
                </a:lnTo>
                <a:lnTo>
                  <a:pt x="9984" y="18894"/>
                </a:lnTo>
                <a:lnTo>
                  <a:pt x="9424" y="17823"/>
                </a:lnTo>
                <a:lnTo>
                  <a:pt x="8851" y="16535"/>
                </a:lnTo>
                <a:lnTo>
                  <a:pt x="8258" y="15009"/>
                </a:lnTo>
                <a:lnTo>
                  <a:pt x="7682" y="13975"/>
                </a:lnTo>
                <a:lnTo>
                  <a:pt x="7097" y="13133"/>
                </a:lnTo>
                <a:lnTo>
                  <a:pt x="6505" y="12449"/>
                </a:lnTo>
                <a:lnTo>
                  <a:pt x="5907" y="11907"/>
                </a:lnTo>
                <a:lnTo>
                  <a:pt x="5303" y="11477"/>
                </a:lnTo>
                <a:lnTo>
                  <a:pt x="4694" y="11136"/>
                </a:lnTo>
                <a:lnTo>
                  <a:pt x="4082" y="10860"/>
                </a:lnTo>
                <a:lnTo>
                  <a:pt x="3469" y="10623"/>
                </a:lnTo>
                <a:lnTo>
                  <a:pt x="2854" y="10402"/>
                </a:lnTo>
                <a:lnTo>
                  <a:pt x="2239" y="10173"/>
                </a:lnTo>
                <a:lnTo>
                  <a:pt x="1455" y="9276"/>
                </a:lnTo>
                <a:lnTo>
                  <a:pt x="988" y="8380"/>
                </a:lnTo>
                <a:lnTo>
                  <a:pt x="653" y="6946"/>
                </a:lnTo>
                <a:lnTo>
                  <a:pt x="264" y="4440"/>
                </a:lnTo>
                <a:lnTo>
                  <a:pt x="133" y="2435"/>
                </a:lnTo>
                <a:lnTo>
                  <a:pt x="0" y="400"/>
                </a:lnTo>
                <a:close/>
              </a:path>
            </a:pathLst>
          </a:custGeom>
          <a:solidFill>
            <a:srgbClr val="C7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2" name="contour_05820"/>
          <p:cNvSpPr/>
          <p:nvPr/>
        </p:nvSpPr>
        <p:spPr>
          <a:xfrm>
            <a:off x="5533149" y="1295623"/>
            <a:ext cx="96267" cy="61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7" y="581"/>
                </a:moveTo>
                <a:lnTo>
                  <a:pt x="3243" y="194"/>
                </a:lnTo>
                <a:lnTo>
                  <a:pt x="4131" y="0"/>
                </a:lnTo>
                <a:lnTo>
                  <a:pt x="4876" y="0"/>
                </a:lnTo>
                <a:lnTo>
                  <a:pt x="5715" y="194"/>
                </a:lnTo>
                <a:lnTo>
                  <a:pt x="6883" y="581"/>
                </a:lnTo>
                <a:lnTo>
                  <a:pt x="6883" y="2286"/>
                </a:lnTo>
                <a:lnTo>
                  <a:pt x="6883" y="4003"/>
                </a:lnTo>
                <a:lnTo>
                  <a:pt x="6883" y="5742"/>
                </a:lnTo>
                <a:lnTo>
                  <a:pt x="7816" y="6490"/>
                </a:lnTo>
                <a:lnTo>
                  <a:pt x="8511" y="6975"/>
                </a:lnTo>
                <a:lnTo>
                  <a:pt x="9311" y="7409"/>
                </a:lnTo>
                <a:lnTo>
                  <a:pt x="10562" y="8000"/>
                </a:lnTo>
                <a:lnTo>
                  <a:pt x="11735" y="8712"/>
                </a:lnTo>
                <a:lnTo>
                  <a:pt x="12833" y="9499"/>
                </a:lnTo>
                <a:lnTo>
                  <a:pt x="13865" y="10359"/>
                </a:lnTo>
                <a:lnTo>
                  <a:pt x="14840" y="11288"/>
                </a:lnTo>
                <a:lnTo>
                  <a:pt x="15767" y="12289"/>
                </a:lnTo>
                <a:lnTo>
                  <a:pt x="16652" y="13360"/>
                </a:lnTo>
                <a:lnTo>
                  <a:pt x="17505" y="14501"/>
                </a:lnTo>
                <a:lnTo>
                  <a:pt x="18336" y="15711"/>
                </a:lnTo>
                <a:lnTo>
                  <a:pt x="19152" y="16988"/>
                </a:lnTo>
                <a:lnTo>
                  <a:pt x="19963" y="18333"/>
                </a:lnTo>
                <a:lnTo>
                  <a:pt x="20776" y="19747"/>
                </a:lnTo>
                <a:lnTo>
                  <a:pt x="21600" y="21226"/>
                </a:lnTo>
                <a:lnTo>
                  <a:pt x="20401" y="21391"/>
                </a:lnTo>
                <a:lnTo>
                  <a:pt x="19206" y="21510"/>
                </a:lnTo>
                <a:lnTo>
                  <a:pt x="18016" y="21582"/>
                </a:lnTo>
                <a:lnTo>
                  <a:pt x="16830" y="21600"/>
                </a:lnTo>
                <a:lnTo>
                  <a:pt x="15649" y="21564"/>
                </a:lnTo>
                <a:lnTo>
                  <a:pt x="14477" y="21468"/>
                </a:lnTo>
                <a:lnTo>
                  <a:pt x="13313" y="21314"/>
                </a:lnTo>
                <a:lnTo>
                  <a:pt x="12156" y="21092"/>
                </a:lnTo>
                <a:lnTo>
                  <a:pt x="11012" y="20803"/>
                </a:lnTo>
                <a:lnTo>
                  <a:pt x="9877" y="20441"/>
                </a:lnTo>
                <a:lnTo>
                  <a:pt x="8755" y="20008"/>
                </a:lnTo>
                <a:lnTo>
                  <a:pt x="7646" y="19497"/>
                </a:lnTo>
                <a:lnTo>
                  <a:pt x="6552" y="18906"/>
                </a:lnTo>
                <a:lnTo>
                  <a:pt x="5473" y="18230"/>
                </a:lnTo>
                <a:lnTo>
                  <a:pt x="4410" y="17466"/>
                </a:lnTo>
                <a:lnTo>
                  <a:pt x="3364" y="16614"/>
                </a:lnTo>
                <a:lnTo>
                  <a:pt x="2337" y="15667"/>
                </a:lnTo>
                <a:lnTo>
                  <a:pt x="1329" y="14625"/>
                </a:lnTo>
                <a:lnTo>
                  <a:pt x="342" y="13484"/>
                </a:lnTo>
                <a:lnTo>
                  <a:pt x="96" y="11569"/>
                </a:lnTo>
                <a:lnTo>
                  <a:pt x="0" y="9868"/>
                </a:lnTo>
                <a:lnTo>
                  <a:pt x="41" y="8281"/>
                </a:lnTo>
                <a:lnTo>
                  <a:pt x="208" y="6705"/>
                </a:lnTo>
                <a:lnTo>
                  <a:pt x="494" y="5040"/>
                </a:lnTo>
                <a:lnTo>
                  <a:pt x="885" y="3182"/>
                </a:lnTo>
                <a:lnTo>
                  <a:pt x="1426" y="1892"/>
                </a:lnTo>
                <a:lnTo>
                  <a:pt x="1977" y="581"/>
                </a:lnTo>
                <a:close/>
              </a:path>
            </a:pathLst>
          </a:custGeom>
          <a:solidFill>
            <a:srgbClr val="D0DADF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3" name="contour_05821"/>
          <p:cNvSpPr/>
          <p:nvPr/>
        </p:nvSpPr>
        <p:spPr>
          <a:xfrm>
            <a:off x="10774738" y="1259992"/>
            <a:ext cx="233216" cy="24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47"/>
                </a:moveTo>
                <a:lnTo>
                  <a:pt x="431" y="688"/>
                </a:lnTo>
                <a:lnTo>
                  <a:pt x="863" y="629"/>
                </a:lnTo>
                <a:lnTo>
                  <a:pt x="1294" y="577"/>
                </a:lnTo>
                <a:lnTo>
                  <a:pt x="1725" y="531"/>
                </a:lnTo>
                <a:lnTo>
                  <a:pt x="2156" y="485"/>
                </a:lnTo>
                <a:lnTo>
                  <a:pt x="2587" y="446"/>
                </a:lnTo>
                <a:lnTo>
                  <a:pt x="3019" y="413"/>
                </a:lnTo>
                <a:lnTo>
                  <a:pt x="3450" y="374"/>
                </a:lnTo>
                <a:lnTo>
                  <a:pt x="3881" y="341"/>
                </a:lnTo>
                <a:lnTo>
                  <a:pt x="4246" y="282"/>
                </a:lnTo>
                <a:lnTo>
                  <a:pt x="4612" y="229"/>
                </a:lnTo>
                <a:lnTo>
                  <a:pt x="4984" y="170"/>
                </a:lnTo>
                <a:lnTo>
                  <a:pt x="5341" y="151"/>
                </a:lnTo>
                <a:lnTo>
                  <a:pt x="5700" y="131"/>
                </a:lnTo>
                <a:lnTo>
                  <a:pt x="6064" y="105"/>
                </a:lnTo>
                <a:lnTo>
                  <a:pt x="6390" y="72"/>
                </a:lnTo>
                <a:lnTo>
                  <a:pt x="6718" y="39"/>
                </a:lnTo>
                <a:lnTo>
                  <a:pt x="7050" y="0"/>
                </a:lnTo>
                <a:lnTo>
                  <a:pt x="7547" y="439"/>
                </a:lnTo>
                <a:lnTo>
                  <a:pt x="8016" y="1036"/>
                </a:lnTo>
                <a:lnTo>
                  <a:pt x="8473" y="1803"/>
                </a:lnTo>
                <a:lnTo>
                  <a:pt x="8934" y="2766"/>
                </a:lnTo>
                <a:lnTo>
                  <a:pt x="9413" y="3933"/>
                </a:lnTo>
                <a:lnTo>
                  <a:pt x="9858" y="5008"/>
                </a:lnTo>
                <a:lnTo>
                  <a:pt x="10300" y="5933"/>
                </a:lnTo>
                <a:lnTo>
                  <a:pt x="10741" y="6719"/>
                </a:lnTo>
                <a:lnTo>
                  <a:pt x="11181" y="7381"/>
                </a:lnTo>
                <a:lnTo>
                  <a:pt x="11623" y="7939"/>
                </a:lnTo>
                <a:lnTo>
                  <a:pt x="12068" y="8397"/>
                </a:lnTo>
                <a:lnTo>
                  <a:pt x="12515" y="8784"/>
                </a:lnTo>
                <a:lnTo>
                  <a:pt x="12968" y="9105"/>
                </a:lnTo>
                <a:lnTo>
                  <a:pt x="13426" y="9374"/>
                </a:lnTo>
                <a:lnTo>
                  <a:pt x="13781" y="9577"/>
                </a:lnTo>
                <a:lnTo>
                  <a:pt x="14141" y="9787"/>
                </a:lnTo>
                <a:lnTo>
                  <a:pt x="14587" y="10036"/>
                </a:lnTo>
                <a:lnTo>
                  <a:pt x="15032" y="10285"/>
                </a:lnTo>
                <a:lnTo>
                  <a:pt x="15478" y="10521"/>
                </a:lnTo>
                <a:lnTo>
                  <a:pt x="15923" y="10757"/>
                </a:lnTo>
                <a:lnTo>
                  <a:pt x="16369" y="10987"/>
                </a:lnTo>
                <a:lnTo>
                  <a:pt x="16750" y="11203"/>
                </a:lnTo>
                <a:lnTo>
                  <a:pt x="17131" y="11413"/>
                </a:lnTo>
                <a:lnTo>
                  <a:pt x="17512" y="11629"/>
                </a:lnTo>
                <a:lnTo>
                  <a:pt x="17893" y="11846"/>
                </a:lnTo>
                <a:lnTo>
                  <a:pt x="18356" y="12108"/>
                </a:lnTo>
                <a:lnTo>
                  <a:pt x="18820" y="12363"/>
                </a:lnTo>
                <a:lnTo>
                  <a:pt x="19283" y="12619"/>
                </a:lnTo>
                <a:lnTo>
                  <a:pt x="19746" y="12875"/>
                </a:lnTo>
                <a:lnTo>
                  <a:pt x="20210" y="13124"/>
                </a:lnTo>
                <a:lnTo>
                  <a:pt x="20673" y="13366"/>
                </a:lnTo>
                <a:lnTo>
                  <a:pt x="21136" y="13616"/>
                </a:lnTo>
                <a:lnTo>
                  <a:pt x="21600" y="13858"/>
                </a:lnTo>
                <a:lnTo>
                  <a:pt x="21600" y="17110"/>
                </a:lnTo>
                <a:lnTo>
                  <a:pt x="21600" y="20413"/>
                </a:lnTo>
                <a:lnTo>
                  <a:pt x="21150" y="20486"/>
                </a:lnTo>
                <a:lnTo>
                  <a:pt x="20700" y="20551"/>
                </a:lnTo>
                <a:lnTo>
                  <a:pt x="20250" y="20610"/>
                </a:lnTo>
                <a:lnTo>
                  <a:pt x="19800" y="20669"/>
                </a:lnTo>
                <a:lnTo>
                  <a:pt x="19350" y="20728"/>
                </a:lnTo>
                <a:lnTo>
                  <a:pt x="18901" y="20787"/>
                </a:lnTo>
                <a:lnTo>
                  <a:pt x="18450" y="20840"/>
                </a:lnTo>
                <a:lnTo>
                  <a:pt x="18000" y="20885"/>
                </a:lnTo>
                <a:lnTo>
                  <a:pt x="17551" y="20938"/>
                </a:lnTo>
                <a:lnTo>
                  <a:pt x="17100" y="20977"/>
                </a:lnTo>
                <a:lnTo>
                  <a:pt x="16651" y="21023"/>
                </a:lnTo>
                <a:lnTo>
                  <a:pt x="16201" y="21062"/>
                </a:lnTo>
                <a:lnTo>
                  <a:pt x="15751" y="21102"/>
                </a:lnTo>
                <a:lnTo>
                  <a:pt x="15301" y="21135"/>
                </a:lnTo>
                <a:lnTo>
                  <a:pt x="14874" y="21174"/>
                </a:lnTo>
                <a:lnTo>
                  <a:pt x="14447" y="21226"/>
                </a:lnTo>
                <a:lnTo>
                  <a:pt x="14020" y="21279"/>
                </a:lnTo>
                <a:lnTo>
                  <a:pt x="13593" y="21338"/>
                </a:lnTo>
                <a:lnTo>
                  <a:pt x="13167" y="21403"/>
                </a:lnTo>
                <a:lnTo>
                  <a:pt x="12686" y="21475"/>
                </a:lnTo>
                <a:lnTo>
                  <a:pt x="12206" y="21534"/>
                </a:lnTo>
                <a:lnTo>
                  <a:pt x="11727" y="21574"/>
                </a:lnTo>
                <a:lnTo>
                  <a:pt x="11248" y="21600"/>
                </a:lnTo>
                <a:lnTo>
                  <a:pt x="10771" y="21600"/>
                </a:lnTo>
                <a:lnTo>
                  <a:pt x="10294" y="21567"/>
                </a:lnTo>
                <a:lnTo>
                  <a:pt x="9819" y="21515"/>
                </a:lnTo>
                <a:lnTo>
                  <a:pt x="9343" y="21423"/>
                </a:lnTo>
                <a:lnTo>
                  <a:pt x="8869" y="21298"/>
                </a:lnTo>
                <a:lnTo>
                  <a:pt x="8396" y="21128"/>
                </a:lnTo>
                <a:lnTo>
                  <a:pt x="7922" y="20918"/>
                </a:lnTo>
                <a:lnTo>
                  <a:pt x="7451" y="20663"/>
                </a:lnTo>
                <a:lnTo>
                  <a:pt x="6979" y="20354"/>
                </a:lnTo>
                <a:lnTo>
                  <a:pt x="6509" y="19994"/>
                </a:lnTo>
                <a:lnTo>
                  <a:pt x="6039" y="19574"/>
                </a:lnTo>
                <a:lnTo>
                  <a:pt x="5571" y="19089"/>
                </a:lnTo>
                <a:lnTo>
                  <a:pt x="5102" y="18545"/>
                </a:lnTo>
                <a:lnTo>
                  <a:pt x="4635" y="17936"/>
                </a:lnTo>
                <a:lnTo>
                  <a:pt x="4168" y="17247"/>
                </a:lnTo>
                <a:lnTo>
                  <a:pt x="3702" y="16487"/>
                </a:lnTo>
                <a:lnTo>
                  <a:pt x="3237" y="15654"/>
                </a:lnTo>
                <a:lnTo>
                  <a:pt x="2772" y="14730"/>
                </a:lnTo>
                <a:lnTo>
                  <a:pt x="2309" y="13727"/>
                </a:lnTo>
                <a:lnTo>
                  <a:pt x="1845" y="12632"/>
                </a:lnTo>
                <a:lnTo>
                  <a:pt x="1383" y="11446"/>
                </a:lnTo>
                <a:lnTo>
                  <a:pt x="921" y="10167"/>
                </a:lnTo>
                <a:lnTo>
                  <a:pt x="460" y="8784"/>
                </a:lnTo>
                <a:lnTo>
                  <a:pt x="0" y="7303"/>
                </a:lnTo>
                <a:lnTo>
                  <a:pt x="0" y="4051"/>
                </a:lnTo>
                <a:lnTo>
                  <a:pt x="0" y="747"/>
                </a:lnTo>
                <a:close/>
              </a:path>
            </a:pathLst>
          </a:custGeom>
          <a:solidFill>
            <a:srgbClr val="DE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4" name="contour_05822"/>
          <p:cNvSpPr/>
          <p:nvPr/>
        </p:nvSpPr>
        <p:spPr>
          <a:xfrm>
            <a:off x="6591431" y="947439"/>
            <a:ext cx="72880" cy="233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134"/>
                </a:lnTo>
                <a:lnTo>
                  <a:pt x="2851" y="267"/>
                </a:lnTo>
                <a:lnTo>
                  <a:pt x="4279" y="401"/>
                </a:lnTo>
                <a:lnTo>
                  <a:pt x="5707" y="535"/>
                </a:lnTo>
                <a:lnTo>
                  <a:pt x="7137" y="669"/>
                </a:lnTo>
                <a:lnTo>
                  <a:pt x="8567" y="803"/>
                </a:lnTo>
                <a:lnTo>
                  <a:pt x="10001" y="938"/>
                </a:lnTo>
                <a:lnTo>
                  <a:pt x="11437" y="1073"/>
                </a:lnTo>
                <a:lnTo>
                  <a:pt x="12878" y="1207"/>
                </a:lnTo>
                <a:lnTo>
                  <a:pt x="14321" y="1343"/>
                </a:lnTo>
                <a:lnTo>
                  <a:pt x="15766" y="1478"/>
                </a:lnTo>
                <a:lnTo>
                  <a:pt x="17217" y="1614"/>
                </a:lnTo>
                <a:lnTo>
                  <a:pt x="18673" y="1751"/>
                </a:lnTo>
                <a:lnTo>
                  <a:pt x="20133" y="1887"/>
                </a:lnTo>
                <a:lnTo>
                  <a:pt x="21600" y="2025"/>
                </a:lnTo>
                <a:lnTo>
                  <a:pt x="20531" y="2248"/>
                </a:lnTo>
                <a:lnTo>
                  <a:pt x="19459" y="2471"/>
                </a:lnTo>
                <a:lnTo>
                  <a:pt x="18384" y="2695"/>
                </a:lnTo>
                <a:lnTo>
                  <a:pt x="17304" y="2920"/>
                </a:lnTo>
                <a:lnTo>
                  <a:pt x="16217" y="3147"/>
                </a:lnTo>
                <a:lnTo>
                  <a:pt x="15120" y="3375"/>
                </a:lnTo>
                <a:lnTo>
                  <a:pt x="14621" y="3884"/>
                </a:lnTo>
                <a:lnTo>
                  <a:pt x="14358" y="4244"/>
                </a:lnTo>
                <a:lnTo>
                  <a:pt x="14241" y="4626"/>
                </a:lnTo>
                <a:lnTo>
                  <a:pt x="14187" y="5202"/>
                </a:lnTo>
                <a:lnTo>
                  <a:pt x="14144" y="5567"/>
                </a:lnTo>
                <a:lnTo>
                  <a:pt x="14100" y="5934"/>
                </a:lnTo>
                <a:lnTo>
                  <a:pt x="14057" y="6307"/>
                </a:lnTo>
                <a:lnTo>
                  <a:pt x="14042" y="6699"/>
                </a:lnTo>
                <a:lnTo>
                  <a:pt x="14029" y="7094"/>
                </a:lnTo>
                <a:lnTo>
                  <a:pt x="14014" y="7494"/>
                </a:lnTo>
                <a:lnTo>
                  <a:pt x="13997" y="7673"/>
                </a:lnTo>
                <a:lnTo>
                  <a:pt x="13967" y="7989"/>
                </a:lnTo>
                <a:lnTo>
                  <a:pt x="13897" y="8714"/>
                </a:lnTo>
                <a:lnTo>
                  <a:pt x="13861" y="9142"/>
                </a:lnTo>
                <a:lnTo>
                  <a:pt x="13826" y="9571"/>
                </a:lnTo>
                <a:lnTo>
                  <a:pt x="13794" y="9999"/>
                </a:lnTo>
                <a:lnTo>
                  <a:pt x="13764" y="10428"/>
                </a:lnTo>
                <a:lnTo>
                  <a:pt x="13735" y="10857"/>
                </a:lnTo>
                <a:lnTo>
                  <a:pt x="13710" y="11285"/>
                </a:lnTo>
                <a:lnTo>
                  <a:pt x="13684" y="11714"/>
                </a:lnTo>
                <a:lnTo>
                  <a:pt x="13658" y="12143"/>
                </a:lnTo>
                <a:lnTo>
                  <a:pt x="13634" y="12572"/>
                </a:lnTo>
                <a:lnTo>
                  <a:pt x="13597" y="13008"/>
                </a:lnTo>
                <a:lnTo>
                  <a:pt x="13563" y="13444"/>
                </a:lnTo>
                <a:lnTo>
                  <a:pt x="13526" y="13879"/>
                </a:lnTo>
                <a:lnTo>
                  <a:pt x="13487" y="14315"/>
                </a:lnTo>
                <a:lnTo>
                  <a:pt x="13450" y="14751"/>
                </a:lnTo>
                <a:lnTo>
                  <a:pt x="13411" y="15188"/>
                </a:lnTo>
                <a:lnTo>
                  <a:pt x="13373" y="15645"/>
                </a:lnTo>
                <a:lnTo>
                  <a:pt x="13336" y="16103"/>
                </a:lnTo>
                <a:lnTo>
                  <a:pt x="13299" y="16561"/>
                </a:lnTo>
                <a:lnTo>
                  <a:pt x="13262" y="17019"/>
                </a:lnTo>
                <a:lnTo>
                  <a:pt x="13228" y="17477"/>
                </a:lnTo>
                <a:lnTo>
                  <a:pt x="13195" y="17935"/>
                </a:lnTo>
                <a:lnTo>
                  <a:pt x="13163" y="18394"/>
                </a:lnTo>
                <a:lnTo>
                  <a:pt x="13131" y="18851"/>
                </a:lnTo>
                <a:lnTo>
                  <a:pt x="13100" y="19310"/>
                </a:lnTo>
                <a:lnTo>
                  <a:pt x="13070" y="19767"/>
                </a:lnTo>
                <a:lnTo>
                  <a:pt x="13042" y="20226"/>
                </a:lnTo>
                <a:lnTo>
                  <a:pt x="13014" y="20684"/>
                </a:lnTo>
                <a:lnTo>
                  <a:pt x="12986" y="21142"/>
                </a:lnTo>
                <a:lnTo>
                  <a:pt x="12960" y="21600"/>
                </a:lnTo>
                <a:lnTo>
                  <a:pt x="11889" y="21600"/>
                </a:lnTo>
                <a:lnTo>
                  <a:pt x="10800" y="21600"/>
                </a:lnTo>
                <a:lnTo>
                  <a:pt x="10830" y="21233"/>
                </a:lnTo>
                <a:lnTo>
                  <a:pt x="10858" y="20862"/>
                </a:lnTo>
                <a:lnTo>
                  <a:pt x="10893" y="20403"/>
                </a:lnTo>
                <a:lnTo>
                  <a:pt x="10925" y="19944"/>
                </a:lnTo>
                <a:lnTo>
                  <a:pt x="10958" y="19485"/>
                </a:lnTo>
                <a:lnTo>
                  <a:pt x="10988" y="19026"/>
                </a:lnTo>
                <a:lnTo>
                  <a:pt x="11018" y="18567"/>
                </a:lnTo>
                <a:lnTo>
                  <a:pt x="11046" y="18108"/>
                </a:lnTo>
                <a:lnTo>
                  <a:pt x="11072" y="17649"/>
                </a:lnTo>
                <a:lnTo>
                  <a:pt x="11098" y="17190"/>
                </a:lnTo>
                <a:lnTo>
                  <a:pt x="11124" y="16732"/>
                </a:lnTo>
                <a:lnTo>
                  <a:pt x="11148" y="16273"/>
                </a:lnTo>
                <a:lnTo>
                  <a:pt x="11169" y="15814"/>
                </a:lnTo>
                <a:lnTo>
                  <a:pt x="11191" y="15355"/>
                </a:lnTo>
                <a:lnTo>
                  <a:pt x="11210" y="14896"/>
                </a:lnTo>
                <a:lnTo>
                  <a:pt x="11230" y="14437"/>
                </a:lnTo>
                <a:lnTo>
                  <a:pt x="11247" y="13978"/>
                </a:lnTo>
                <a:lnTo>
                  <a:pt x="11264" y="13536"/>
                </a:lnTo>
                <a:lnTo>
                  <a:pt x="11284" y="13093"/>
                </a:lnTo>
                <a:lnTo>
                  <a:pt x="11305" y="12651"/>
                </a:lnTo>
                <a:lnTo>
                  <a:pt x="11329" y="12209"/>
                </a:lnTo>
                <a:lnTo>
                  <a:pt x="11355" y="11766"/>
                </a:lnTo>
                <a:lnTo>
                  <a:pt x="11385" y="11324"/>
                </a:lnTo>
                <a:lnTo>
                  <a:pt x="11418" y="10882"/>
                </a:lnTo>
                <a:lnTo>
                  <a:pt x="11452" y="10440"/>
                </a:lnTo>
                <a:lnTo>
                  <a:pt x="11487" y="9987"/>
                </a:lnTo>
                <a:lnTo>
                  <a:pt x="11517" y="9536"/>
                </a:lnTo>
                <a:lnTo>
                  <a:pt x="11543" y="9084"/>
                </a:lnTo>
                <a:lnTo>
                  <a:pt x="11565" y="8632"/>
                </a:lnTo>
                <a:lnTo>
                  <a:pt x="11584" y="8180"/>
                </a:lnTo>
                <a:lnTo>
                  <a:pt x="11601" y="7728"/>
                </a:lnTo>
                <a:lnTo>
                  <a:pt x="11616" y="7277"/>
                </a:lnTo>
                <a:lnTo>
                  <a:pt x="11632" y="6825"/>
                </a:lnTo>
                <a:lnTo>
                  <a:pt x="11645" y="6373"/>
                </a:lnTo>
                <a:lnTo>
                  <a:pt x="11688" y="5947"/>
                </a:lnTo>
                <a:lnTo>
                  <a:pt x="11733" y="5519"/>
                </a:lnTo>
                <a:lnTo>
                  <a:pt x="11778" y="5086"/>
                </a:lnTo>
                <a:lnTo>
                  <a:pt x="11776" y="4629"/>
                </a:lnTo>
                <a:lnTo>
                  <a:pt x="11757" y="4186"/>
                </a:lnTo>
                <a:lnTo>
                  <a:pt x="11703" y="3754"/>
                </a:lnTo>
                <a:lnTo>
                  <a:pt x="11597" y="3326"/>
                </a:lnTo>
                <a:lnTo>
                  <a:pt x="11422" y="2898"/>
                </a:lnTo>
                <a:lnTo>
                  <a:pt x="11163" y="2466"/>
                </a:lnTo>
                <a:lnTo>
                  <a:pt x="10800" y="2025"/>
                </a:lnTo>
                <a:lnTo>
                  <a:pt x="9493" y="1800"/>
                </a:lnTo>
                <a:lnTo>
                  <a:pt x="8271" y="1648"/>
                </a:lnTo>
                <a:lnTo>
                  <a:pt x="7044" y="1553"/>
                </a:lnTo>
                <a:lnTo>
                  <a:pt x="5726" y="1501"/>
                </a:lnTo>
                <a:lnTo>
                  <a:pt x="4231" y="1477"/>
                </a:lnTo>
                <a:lnTo>
                  <a:pt x="3203" y="1414"/>
                </a:lnTo>
                <a:lnTo>
                  <a:pt x="2160" y="1350"/>
                </a:lnTo>
                <a:lnTo>
                  <a:pt x="1624" y="1016"/>
                </a:lnTo>
                <a:lnTo>
                  <a:pt x="1089" y="680"/>
                </a:lnTo>
                <a:lnTo>
                  <a:pt x="546" y="342"/>
                </a:lnTo>
                <a:lnTo>
                  <a:pt x="0" y="0"/>
                </a:lnTo>
                <a:close/>
              </a:path>
            </a:pathLst>
          </a:custGeom>
          <a:solidFill>
            <a:srgbClr val="B5B6B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5" name="contour_05823"/>
          <p:cNvSpPr/>
          <p:nvPr/>
        </p:nvSpPr>
        <p:spPr>
          <a:xfrm>
            <a:off x="11649297" y="1042183"/>
            <a:ext cx="5101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339"/>
                </a:lnTo>
                <a:lnTo>
                  <a:pt x="7162" y="679"/>
                </a:lnTo>
                <a:lnTo>
                  <a:pt x="9202" y="1020"/>
                </a:lnTo>
                <a:lnTo>
                  <a:pt x="11247" y="1361"/>
                </a:lnTo>
                <a:lnTo>
                  <a:pt x="13299" y="1702"/>
                </a:lnTo>
                <a:lnTo>
                  <a:pt x="15361" y="2046"/>
                </a:lnTo>
                <a:lnTo>
                  <a:pt x="17428" y="2390"/>
                </a:lnTo>
                <a:lnTo>
                  <a:pt x="19508" y="2737"/>
                </a:lnTo>
                <a:lnTo>
                  <a:pt x="21600" y="3086"/>
                </a:lnTo>
                <a:lnTo>
                  <a:pt x="21153" y="4294"/>
                </a:lnTo>
                <a:lnTo>
                  <a:pt x="20702" y="5469"/>
                </a:lnTo>
                <a:lnTo>
                  <a:pt x="20242" y="6617"/>
                </a:lnTo>
                <a:lnTo>
                  <a:pt x="19761" y="7734"/>
                </a:lnTo>
                <a:lnTo>
                  <a:pt x="19249" y="8824"/>
                </a:lnTo>
                <a:lnTo>
                  <a:pt x="18696" y="9887"/>
                </a:lnTo>
                <a:lnTo>
                  <a:pt x="18088" y="10922"/>
                </a:lnTo>
                <a:lnTo>
                  <a:pt x="17422" y="11931"/>
                </a:lnTo>
                <a:lnTo>
                  <a:pt x="16681" y="12917"/>
                </a:lnTo>
                <a:lnTo>
                  <a:pt x="15861" y="13878"/>
                </a:lnTo>
                <a:lnTo>
                  <a:pt x="14947" y="14816"/>
                </a:lnTo>
                <a:lnTo>
                  <a:pt x="13929" y="15733"/>
                </a:lnTo>
                <a:lnTo>
                  <a:pt x="12800" y="16627"/>
                </a:lnTo>
                <a:lnTo>
                  <a:pt x="11547" y="17502"/>
                </a:lnTo>
                <a:lnTo>
                  <a:pt x="10161" y="18357"/>
                </a:lnTo>
                <a:lnTo>
                  <a:pt x="8634" y="19193"/>
                </a:lnTo>
                <a:lnTo>
                  <a:pt x="6952" y="20012"/>
                </a:lnTo>
                <a:lnTo>
                  <a:pt x="5104" y="20815"/>
                </a:lnTo>
                <a:lnTo>
                  <a:pt x="3086" y="21600"/>
                </a:lnTo>
                <a:lnTo>
                  <a:pt x="2577" y="20582"/>
                </a:lnTo>
                <a:lnTo>
                  <a:pt x="2067" y="19562"/>
                </a:lnTo>
                <a:lnTo>
                  <a:pt x="1555" y="18537"/>
                </a:lnTo>
                <a:lnTo>
                  <a:pt x="1040" y="17508"/>
                </a:lnTo>
                <a:lnTo>
                  <a:pt x="521" y="16473"/>
                </a:lnTo>
                <a:lnTo>
                  <a:pt x="0" y="15429"/>
                </a:lnTo>
                <a:lnTo>
                  <a:pt x="2040" y="15429"/>
                </a:lnTo>
                <a:lnTo>
                  <a:pt x="4092" y="15429"/>
                </a:lnTo>
                <a:lnTo>
                  <a:pt x="6171" y="15429"/>
                </a:lnTo>
                <a:lnTo>
                  <a:pt x="5968" y="14410"/>
                </a:lnTo>
                <a:lnTo>
                  <a:pt x="5764" y="13392"/>
                </a:lnTo>
                <a:lnTo>
                  <a:pt x="5560" y="12372"/>
                </a:lnTo>
                <a:lnTo>
                  <a:pt x="5357" y="11352"/>
                </a:lnTo>
                <a:lnTo>
                  <a:pt x="5153" y="10331"/>
                </a:lnTo>
                <a:lnTo>
                  <a:pt x="4946" y="9310"/>
                </a:lnTo>
                <a:lnTo>
                  <a:pt x="4743" y="8285"/>
                </a:lnTo>
                <a:lnTo>
                  <a:pt x="4536" y="7259"/>
                </a:lnTo>
                <a:lnTo>
                  <a:pt x="4332" y="6230"/>
                </a:lnTo>
                <a:lnTo>
                  <a:pt x="4126" y="5199"/>
                </a:lnTo>
                <a:lnTo>
                  <a:pt x="3919" y="4167"/>
                </a:lnTo>
                <a:lnTo>
                  <a:pt x="3712" y="3130"/>
                </a:lnTo>
                <a:lnTo>
                  <a:pt x="3502" y="2091"/>
                </a:lnTo>
                <a:lnTo>
                  <a:pt x="3296" y="1048"/>
                </a:lnTo>
                <a:lnTo>
                  <a:pt x="3086" y="0"/>
                </a:lnTo>
                <a:close/>
              </a:path>
            </a:pathLst>
          </a:custGeom>
          <a:solidFill>
            <a:srgbClr val="E7E9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6" name="contour_05824"/>
          <p:cNvSpPr/>
          <p:nvPr/>
        </p:nvSpPr>
        <p:spPr>
          <a:xfrm>
            <a:off x="4193682" y="6253097"/>
            <a:ext cx="14576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39" y="359"/>
                </a:lnTo>
                <a:lnTo>
                  <a:pt x="1284" y="721"/>
                </a:lnTo>
                <a:lnTo>
                  <a:pt x="1936" y="1085"/>
                </a:lnTo>
                <a:lnTo>
                  <a:pt x="2555" y="1431"/>
                </a:lnTo>
                <a:lnTo>
                  <a:pt x="3184" y="1782"/>
                </a:lnTo>
                <a:lnTo>
                  <a:pt x="3853" y="2157"/>
                </a:lnTo>
                <a:lnTo>
                  <a:pt x="4523" y="2533"/>
                </a:lnTo>
                <a:lnTo>
                  <a:pt x="5194" y="2911"/>
                </a:lnTo>
                <a:lnTo>
                  <a:pt x="5863" y="3291"/>
                </a:lnTo>
                <a:lnTo>
                  <a:pt x="6561" y="3680"/>
                </a:lnTo>
                <a:lnTo>
                  <a:pt x="7260" y="4058"/>
                </a:lnTo>
                <a:lnTo>
                  <a:pt x="7957" y="4425"/>
                </a:lnTo>
                <a:lnTo>
                  <a:pt x="8656" y="4782"/>
                </a:lnTo>
                <a:lnTo>
                  <a:pt x="9355" y="5127"/>
                </a:lnTo>
                <a:lnTo>
                  <a:pt x="10055" y="5462"/>
                </a:lnTo>
                <a:lnTo>
                  <a:pt x="10756" y="5781"/>
                </a:lnTo>
                <a:lnTo>
                  <a:pt x="11458" y="6088"/>
                </a:lnTo>
                <a:lnTo>
                  <a:pt x="12161" y="6383"/>
                </a:lnTo>
                <a:lnTo>
                  <a:pt x="12865" y="6661"/>
                </a:lnTo>
                <a:lnTo>
                  <a:pt x="13572" y="6923"/>
                </a:lnTo>
                <a:lnTo>
                  <a:pt x="14281" y="7171"/>
                </a:lnTo>
                <a:lnTo>
                  <a:pt x="14698" y="7633"/>
                </a:lnTo>
                <a:lnTo>
                  <a:pt x="15120" y="8100"/>
                </a:lnTo>
                <a:lnTo>
                  <a:pt x="15120" y="9885"/>
                </a:lnTo>
                <a:lnTo>
                  <a:pt x="15120" y="11680"/>
                </a:lnTo>
                <a:lnTo>
                  <a:pt x="15120" y="13500"/>
                </a:lnTo>
                <a:lnTo>
                  <a:pt x="15446" y="13635"/>
                </a:lnTo>
                <a:lnTo>
                  <a:pt x="15745" y="13762"/>
                </a:lnTo>
                <a:lnTo>
                  <a:pt x="16073" y="13897"/>
                </a:lnTo>
                <a:lnTo>
                  <a:pt x="16481" y="14067"/>
                </a:lnTo>
                <a:lnTo>
                  <a:pt x="17023" y="14294"/>
                </a:lnTo>
                <a:lnTo>
                  <a:pt x="17753" y="14596"/>
                </a:lnTo>
                <a:lnTo>
                  <a:pt x="18723" y="15001"/>
                </a:lnTo>
                <a:lnTo>
                  <a:pt x="19988" y="15528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20842" y="21238"/>
                </a:lnTo>
                <a:lnTo>
                  <a:pt x="20087" y="20866"/>
                </a:lnTo>
                <a:lnTo>
                  <a:pt x="19334" y="20482"/>
                </a:lnTo>
                <a:lnTo>
                  <a:pt x="18584" y="20088"/>
                </a:lnTo>
                <a:lnTo>
                  <a:pt x="17835" y="19680"/>
                </a:lnTo>
                <a:lnTo>
                  <a:pt x="17089" y="19262"/>
                </a:lnTo>
                <a:lnTo>
                  <a:pt x="16345" y="18830"/>
                </a:lnTo>
                <a:lnTo>
                  <a:pt x="15602" y="18387"/>
                </a:lnTo>
                <a:lnTo>
                  <a:pt x="14861" y="17933"/>
                </a:lnTo>
                <a:lnTo>
                  <a:pt x="14122" y="17466"/>
                </a:lnTo>
                <a:lnTo>
                  <a:pt x="13384" y="16986"/>
                </a:lnTo>
                <a:lnTo>
                  <a:pt x="12648" y="16492"/>
                </a:lnTo>
                <a:lnTo>
                  <a:pt x="11912" y="15984"/>
                </a:lnTo>
                <a:lnTo>
                  <a:pt x="11178" y="15466"/>
                </a:lnTo>
                <a:lnTo>
                  <a:pt x="10445" y="14931"/>
                </a:lnTo>
                <a:lnTo>
                  <a:pt x="9712" y="14383"/>
                </a:lnTo>
                <a:lnTo>
                  <a:pt x="8981" y="13821"/>
                </a:lnTo>
                <a:lnTo>
                  <a:pt x="8251" y="13246"/>
                </a:lnTo>
                <a:lnTo>
                  <a:pt x="7521" y="12658"/>
                </a:lnTo>
                <a:lnTo>
                  <a:pt x="6791" y="12053"/>
                </a:lnTo>
                <a:lnTo>
                  <a:pt x="6062" y="11435"/>
                </a:lnTo>
                <a:lnTo>
                  <a:pt x="5333" y="10800"/>
                </a:lnTo>
                <a:lnTo>
                  <a:pt x="4804" y="10352"/>
                </a:lnTo>
                <a:lnTo>
                  <a:pt x="4272" y="9901"/>
                </a:lnTo>
                <a:lnTo>
                  <a:pt x="3732" y="9442"/>
                </a:lnTo>
                <a:lnTo>
                  <a:pt x="3245" y="8999"/>
                </a:lnTo>
                <a:lnTo>
                  <a:pt x="2754" y="8554"/>
                </a:lnTo>
                <a:lnTo>
                  <a:pt x="2257" y="8100"/>
                </a:lnTo>
                <a:lnTo>
                  <a:pt x="1929" y="7806"/>
                </a:lnTo>
                <a:lnTo>
                  <a:pt x="936" y="6917"/>
                </a:lnTo>
                <a:lnTo>
                  <a:pt x="472" y="6164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F1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7" name="contour_05825"/>
          <p:cNvSpPr/>
          <p:nvPr/>
        </p:nvSpPr>
        <p:spPr>
          <a:xfrm>
            <a:off x="9900179" y="5910561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20422" y="6789"/>
                </a:lnTo>
                <a:lnTo>
                  <a:pt x="19244" y="7406"/>
                </a:lnTo>
                <a:lnTo>
                  <a:pt x="18065" y="8023"/>
                </a:lnTo>
                <a:lnTo>
                  <a:pt x="16887" y="8640"/>
                </a:lnTo>
                <a:lnTo>
                  <a:pt x="15709" y="9257"/>
                </a:lnTo>
                <a:lnTo>
                  <a:pt x="15709" y="11297"/>
                </a:lnTo>
                <a:lnTo>
                  <a:pt x="15709" y="13349"/>
                </a:lnTo>
                <a:lnTo>
                  <a:pt x="15709" y="15429"/>
                </a:lnTo>
                <a:lnTo>
                  <a:pt x="14710" y="16984"/>
                </a:lnTo>
                <a:lnTo>
                  <a:pt x="13936" y="18101"/>
                </a:lnTo>
                <a:lnTo>
                  <a:pt x="13223" y="18949"/>
                </a:lnTo>
                <a:lnTo>
                  <a:pt x="12408" y="19702"/>
                </a:lnTo>
                <a:lnTo>
                  <a:pt x="11328" y="20526"/>
                </a:lnTo>
                <a:lnTo>
                  <a:pt x="9818" y="21600"/>
                </a:lnTo>
                <a:lnTo>
                  <a:pt x="8556" y="21415"/>
                </a:lnTo>
                <a:lnTo>
                  <a:pt x="7311" y="21162"/>
                </a:lnTo>
                <a:lnTo>
                  <a:pt x="6079" y="20844"/>
                </a:lnTo>
                <a:lnTo>
                  <a:pt x="4860" y="20471"/>
                </a:lnTo>
                <a:lnTo>
                  <a:pt x="3645" y="20045"/>
                </a:lnTo>
                <a:lnTo>
                  <a:pt x="2433" y="19573"/>
                </a:lnTo>
                <a:lnTo>
                  <a:pt x="1219" y="19060"/>
                </a:lnTo>
                <a:lnTo>
                  <a:pt x="0" y="18514"/>
                </a:lnTo>
                <a:lnTo>
                  <a:pt x="346" y="16706"/>
                </a:lnTo>
                <a:lnTo>
                  <a:pt x="691" y="14898"/>
                </a:lnTo>
                <a:lnTo>
                  <a:pt x="1035" y="13090"/>
                </a:lnTo>
                <a:lnTo>
                  <a:pt x="1380" y="11281"/>
                </a:lnTo>
                <a:lnTo>
                  <a:pt x="1726" y="9473"/>
                </a:lnTo>
                <a:lnTo>
                  <a:pt x="1826" y="7813"/>
                </a:lnTo>
                <a:lnTo>
                  <a:pt x="1787" y="6489"/>
                </a:lnTo>
                <a:lnTo>
                  <a:pt x="1524" y="5048"/>
                </a:lnTo>
                <a:lnTo>
                  <a:pt x="956" y="3039"/>
                </a:lnTo>
                <a:lnTo>
                  <a:pt x="0" y="0"/>
                </a:lnTo>
                <a:close/>
              </a:path>
            </a:pathLst>
          </a:custGeom>
          <a:solidFill>
            <a:srgbClr val="E9ED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8" name="contour_05826"/>
          <p:cNvSpPr/>
          <p:nvPr/>
        </p:nvSpPr>
        <p:spPr>
          <a:xfrm>
            <a:off x="1526277" y="5866833"/>
            <a:ext cx="5315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52" y="0"/>
                </a:lnTo>
                <a:lnTo>
                  <a:pt x="4108" y="0"/>
                </a:lnTo>
                <a:lnTo>
                  <a:pt x="6163" y="0"/>
                </a:lnTo>
                <a:lnTo>
                  <a:pt x="8222" y="0"/>
                </a:lnTo>
                <a:lnTo>
                  <a:pt x="10289" y="0"/>
                </a:lnTo>
                <a:lnTo>
                  <a:pt x="12359" y="0"/>
                </a:lnTo>
                <a:lnTo>
                  <a:pt x="14439" y="0"/>
                </a:lnTo>
                <a:lnTo>
                  <a:pt x="16527" y="0"/>
                </a:lnTo>
                <a:lnTo>
                  <a:pt x="18623" y="0"/>
                </a:lnTo>
                <a:lnTo>
                  <a:pt x="20732" y="0"/>
                </a:lnTo>
                <a:lnTo>
                  <a:pt x="21046" y="3434"/>
                </a:lnTo>
                <a:lnTo>
                  <a:pt x="21289" y="6209"/>
                </a:lnTo>
                <a:lnTo>
                  <a:pt x="21461" y="8426"/>
                </a:lnTo>
                <a:lnTo>
                  <a:pt x="21567" y="10188"/>
                </a:lnTo>
                <a:lnTo>
                  <a:pt x="21600" y="11592"/>
                </a:lnTo>
                <a:lnTo>
                  <a:pt x="21567" y="12742"/>
                </a:lnTo>
                <a:lnTo>
                  <a:pt x="21461" y="13735"/>
                </a:lnTo>
                <a:lnTo>
                  <a:pt x="21289" y="14676"/>
                </a:lnTo>
                <a:lnTo>
                  <a:pt x="21046" y="15665"/>
                </a:lnTo>
                <a:lnTo>
                  <a:pt x="20732" y="16800"/>
                </a:lnTo>
                <a:lnTo>
                  <a:pt x="19980" y="17105"/>
                </a:lnTo>
                <a:lnTo>
                  <a:pt x="19260" y="17398"/>
                </a:lnTo>
                <a:lnTo>
                  <a:pt x="18363" y="17760"/>
                </a:lnTo>
                <a:lnTo>
                  <a:pt x="17086" y="18278"/>
                </a:lnTo>
                <a:lnTo>
                  <a:pt x="15217" y="19034"/>
                </a:lnTo>
                <a:lnTo>
                  <a:pt x="12555" y="20114"/>
                </a:lnTo>
                <a:lnTo>
                  <a:pt x="8885" y="21600"/>
                </a:lnTo>
                <a:lnTo>
                  <a:pt x="8257" y="20074"/>
                </a:lnTo>
                <a:lnTo>
                  <a:pt x="7629" y="18545"/>
                </a:lnTo>
                <a:lnTo>
                  <a:pt x="6999" y="17016"/>
                </a:lnTo>
                <a:lnTo>
                  <a:pt x="6371" y="15485"/>
                </a:lnTo>
                <a:lnTo>
                  <a:pt x="5740" y="13954"/>
                </a:lnTo>
                <a:lnTo>
                  <a:pt x="5109" y="12418"/>
                </a:lnTo>
                <a:lnTo>
                  <a:pt x="4475" y="10882"/>
                </a:lnTo>
                <a:lnTo>
                  <a:pt x="3841" y="9341"/>
                </a:lnTo>
                <a:lnTo>
                  <a:pt x="3208" y="7795"/>
                </a:lnTo>
                <a:lnTo>
                  <a:pt x="2571" y="6247"/>
                </a:lnTo>
                <a:lnTo>
                  <a:pt x="1931" y="4694"/>
                </a:lnTo>
                <a:lnTo>
                  <a:pt x="1288" y="3134"/>
                </a:lnTo>
                <a:lnTo>
                  <a:pt x="646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58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5829" name="contour_05827"/>
          <p:cNvSpPr/>
          <p:nvPr/>
        </p:nvSpPr>
        <p:spPr>
          <a:xfrm>
            <a:off x="7946997" y="5801001"/>
            <a:ext cx="81378" cy="58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79" y="88"/>
                </a:moveTo>
                <a:lnTo>
                  <a:pt x="21426" y="1984"/>
                </a:lnTo>
                <a:lnTo>
                  <a:pt x="21538" y="3759"/>
                </a:lnTo>
                <a:lnTo>
                  <a:pt x="21600" y="5471"/>
                </a:lnTo>
                <a:lnTo>
                  <a:pt x="21588" y="7172"/>
                </a:lnTo>
                <a:lnTo>
                  <a:pt x="21488" y="8918"/>
                </a:lnTo>
                <a:lnTo>
                  <a:pt x="21279" y="10768"/>
                </a:lnTo>
                <a:lnTo>
                  <a:pt x="20223" y="12055"/>
                </a:lnTo>
                <a:lnTo>
                  <a:pt x="19240" y="13166"/>
                </a:lnTo>
                <a:lnTo>
                  <a:pt x="18277" y="14148"/>
                </a:lnTo>
                <a:lnTo>
                  <a:pt x="17282" y="15045"/>
                </a:lnTo>
                <a:lnTo>
                  <a:pt x="16205" y="15905"/>
                </a:lnTo>
                <a:lnTo>
                  <a:pt x="14992" y="16775"/>
                </a:lnTo>
                <a:lnTo>
                  <a:pt x="14118" y="17470"/>
                </a:lnTo>
                <a:lnTo>
                  <a:pt x="13232" y="18172"/>
                </a:lnTo>
                <a:lnTo>
                  <a:pt x="11891" y="19096"/>
                </a:lnTo>
                <a:lnTo>
                  <a:pt x="10599" y="19851"/>
                </a:lnTo>
                <a:lnTo>
                  <a:pt x="9334" y="20452"/>
                </a:lnTo>
                <a:lnTo>
                  <a:pt x="8084" y="20908"/>
                </a:lnTo>
                <a:lnTo>
                  <a:pt x="6832" y="21240"/>
                </a:lnTo>
                <a:lnTo>
                  <a:pt x="5563" y="21456"/>
                </a:lnTo>
                <a:lnTo>
                  <a:pt x="4262" y="21573"/>
                </a:lnTo>
                <a:lnTo>
                  <a:pt x="2911" y="21600"/>
                </a:lnTo>
                <a:lnTo>
                  <a:pt x="1495" y="21555"/>
                </a:lnTo>
                <a:lnTo>
                  <a:pt x="0" y="21448"/>
                </a:lnTo>
                <a:lnTo>
                  <a:pt x="516" y="19611"/>
                </a:lnTo>
                <a:lnTo>
                  <a:pt x="1105" y="17814"/>
                </a:lnTo>
                <a:lnTo>
                  <a:pt x="1762" y="16062"/>
                </a:lnTo>
                <a:lnTo>
                  <a:pt x="2486" y="14367"/>
                </a:lnTo>
                <a:lnTo>
                  <a:pt x="3275" y="12730"/>
                </a:lnTo>
                <a:lnTo>
                  <a:pt x="4126" y="11163"/>
                </a:lnTo>
                <a:lnTo>
                  <a:pt x="5037" y="9668"/>
                </a:lnTo>
                <a:lnTo>
                  <a:pt x="6006" y="8256"/>
                </a:lnTo>
                <a:lnTo>
                  <a:pt x="7032" y="6931"/>
                </a:lnTo>
                <a:lnTo>
                  <a:pt x="8109" y="5700"/>
                </a:lnTo>
                <a:lnTo>
                  <a:pt x="9237" y="4571"/>
                </a:lnTo>
                <a:lnTo>
                  <a:pt x="10413" y="3548"/>
                </a:lnTo>
                <a:lnTo>
                  <a:pt x="11634" y="2643"/>
                </a:lnTo>
                <a:lnTo>
                  <a:pt x="12901" y="1858"/>
                </a:lnTo>
                <a:lnTo>
                  <a:pt x="14207" y="1201"/>
                </a:lnTo>
                <a:lnTo>
                  <a:pt x="15553" y="681"/>
                </a:lnTo>
                <a:lnTo>
                  <a:pt x="16936" y="302"/>
                </a:lnTo>
                <a:lnTo>
                  <a:pt x="18352" y="72"/>
                </a:lnTo>
                <a:lnTo>
                  <a:pt x="19801" y="0"/>
                </a:lnTo>
                <a:lnTo>
                  <a:pt x="21279" y="88"/>
                </a:lnTo>
                <a:close/>
              </a:path>
            </a:pathLst>
          </a:custGeom>
          <a:solidFill>
            <a:srgbClr val="B4BAB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0" name="contour_05828"/>
          <p:cNvSpPr/>
          <p:nvPr/>
        </p:nvSpPr>
        <p:spPr>
          <a:xfrm>
            <a:off x="7903269" y="5750225"/>
            <a:ext cx="7747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27" y="0"/>
                </a:moveTo>
                <a:lnTo>
                  <a:pt x="9564" y="287"/>
                </a:lnTo>
                <a:lnTo>
                  <a:pt x="10974" y="591"/>
                </a:lnTo>
                <a:lnTo>
                  <a:pt x="12359" y="921"/>
                </a:lnTo>
                <a:lnTo>
                  <a:pt x="13723" y="1288"/>
                </a:lnTo>
                <a:lnTo>
                  <a:pt x="15068" y="1697"/>
                </a:lnTo>
                <a:lnTo>
                  <a:pt x="16397" y="2158"/>
                </a:lnTo>
                <a:lnTo>
                  <a:pt x="17713" y="2676"/>
                </a:lnTo>
                <a:lnTo>
                  <a:pt x="19020" y="3264"/>
                </a:lnTo>
                <a:lnTo>
                  <a:pt x="20318" y="3927"/>
                </a:lnTo>
                <a:lnTo>
                  <a:pt x="20927" y="5192"/>
                </a:lnTo>
                <a:lnTo>
                  <a:pt x="21324" y="6337"/>
                </a:lnTo>
                <a:lnTo>
                  <a:pt x="21539" y="7434"/>
                </a:lnTo>
                <a:lnTo>
                  <a:pt x="21600" y="8558"/>
                </a:lnTo>
                <a:lnTo>
                  <a:pt x="21537" y="9779"/>
                </a:lnTo>
                <a:lnTo>
                  <a:pt x="21381" y="11169"/>
                </a:lnTo>
                <a:lnTo>
                  <a:pt x="20757" y="12524"/>
                </a:lnTo>
                <a:lnTo>
                  <a:pt x="20044" y="13779"/>
                </a:lnTo>
                <a:lnTo>
                  <a:pt x="19249" y="14941"/>
                </a:lnTo>
                <a:lnTo>
                  <a:pt x="18371" y="16015"/>
                </a:lnTo>
                <a:lnTo>
                  <a:pt x="17415" y="17009"/>
                </a:lnTo>
                <a:lnTo>
                  <a:pt x="16380" y="17928"/>
                </a:lnTo>
                <a:lnTo>
                  <a:pt x="15275" y="18778"/>
                </a:lnTo>
                <a:lnTo>
                  <a:pt x="14097" y="19564"/>
                </a:lnTo>
                <a:lnTo>
                  <a:pt x="12849" y="20292"/>
                </a:lnTo>
                <a:lnTo>
                  <a:pt x="11537" y="20968"/>
                </a:lnTo>
                <a:lnTo>
                  <a:pt x="10159" y="21600"/>
                </a:lnTo>
                <a:lnTo>
                  <a:pt x="8802" y="21586"/>
                </a:lnTo>
                <a:lnTo>
                  <a:pt x="7493" y="21500"/>
                </a:lnTo>
                <a:lnTo>
                  <a:pt x="6223" y="21347"/>
                </a:lnTo>
                <a:lnTo>
                  <a:pt x="4978" y="21127"/>
                </a:lnTo>
                <a:lnTo>
                  <a:pt x="3747" y="20844"/>
                </a:lnTo>
                <a:lnTo>
                  <a:pt x="2515" y="20498"/>
                </a:lnTo>
                <a:lnTo>
                  <a:pt x="1270" y="20096"/>
                </a:lnTo>
                <a:lnTo>
                  <a:pt x="0" y="19636"/>
                </a:lnTo>
                <a:lnTo>
                  <a:pt x="1333" y="19497"/>
                </a:lnTo>
                <a:lnTo>
                  <a:pt x="2674" y="19356"/>
                </a:lnTo>
                <a:lnTo>
                  <a:pt x="4031" y="19214"/>
                </a:lnTo>
                <a:lnTo>
                  <a:pt x="5362" y="18884"/>
                </a:lnTo>
                <a:lnTo>
                  <a:pt x="6232" y="18613"/>
                </a:lnTo>
                <a:lnTo>
                  <a:pt x="7026" y="18258"/>
                </a:lnTo>
                <a:lnTo>
                  <a:pt x="8127" y="17673"/>
                </a:lnTo>
                <a:lnTo>
                  <a:pt x="8515" y="16402"/>
                </a:lnTo>
                <a:lnTo>
                  <a:pt x="8753" y="15140"/>
                </a:lnTo>
                <a:lnTo>
                  <a:pt x="8869" y="13877"/>
                </a:lnTo>
                <a:lnTo>
                  <a:pt x="8889" y="12610"/>
                </a:lnTo>
                <a:lnTo>
                  <a:pt x="8838" y="11332"/>
                </a:lnTo>
                <a:lnTo>
                  <a:pt x="8745" y="10036"/>
                </a:lnTo>
                <a:lnTo>
                  <a:pt x="8635" y="8715"/>
                </a:lnTo>
                <a:lnTo>
                  <a:pt x="8580" y="7460"/>
                </a:lnTo>
                <a:lnTo>
                  <a:pt x="8523" y="6185"/>
                </a:lnTo>
                <a:lnTo>
                  <a:pt x="8460" y="4948"/>
                </a:lnTo>
                <a:lnTo>
                  <a:pt x="8387" y="3709"/>
                </a:lnTo>
                <a:lnTo>
                  <a:pt x="8306" y="2472"/>
                </a:lnTo>
                <a:lnTo>
                  <a:pt x="8219" y="1237"/>
                </a:lnTo>
                <a:lnTo>
                  <a:pt x="8127" y="0"/>
                </a:lnTo>
                <a:close/>
              </a:path>
            </a:pathLst>
          </a:custGeom>
          <a:solidFill>
            <a:srgbClr val="D5D9D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1" name="contour_05829"/>
          <p:cNvSpPr/>
          <p:nvPr/>
        </p:nvSpPr>
        <p:spPr>
          <a:xfrm>
            <a:off x="7538870" y="5662769"/>
            <a:ext cx="10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563" y="0"/>
                </a:lnTo>
                <a:lnTo>
                  <a:pt x="3589" y="0"/>
                </a:lnTo>
                <a:lnTo>
                  <a:pt x="4629" y="0"/>
                </a:lnTo>
                <a:lnTo>
                  <a:pt x="4980" y="1743"/>
                </a:lnTo>
                <a:lnTo>
                  <a:pt x="5209" y="3005"/>
                </a:lnTo>
                <a:lnTo>
                  <a:pt x="5412" y="4406"/>
                </a:lnTo>
                <a:lnTo>
                  <a:pt x="5690" y="6557"/>
                </a:lnTo>
                <a:lnTo>
                  <a:pt x="6137" y="8615"/>
                </a:lnTo>
                <a:lnTo>
                  <a:pt x="6499" y="9902"/>
                </a:lnTo>
                <a:lnTo>
                  <a:pt x="6961" y="10964"/>
                </a:lnTo>
                <a:lnTo>
                  <a:pt x="7714" y="12343"/>
                </a:lnTo>
                <a:lnTo>
                  <a:pt x="8751" y="11899"/>
                </a:lnTo>
                <a:lnTo>
                  <a:pt x="9754" y="11405"/>
                </a:lnTo>
                <a:lnTo>
                  <a:pt x="10729" y="10856"/>
                </a:lnTo>
                <a:lnTo>
                  <a:pt x="11687" y="10235"/>
                </a:lnTo>
                <a:lnTo>
                  <a:pt x="12639" y="9544"/>
                </a:lnTo>
                <a:lnTo>
                  <a:pt x="13593" y="8773"/>
                </a:lnTo>
                <a:lnTo>
                  <a:pt x="14558" y="7909"/>
                </a:lnTo>
                <a:lnTo>
                  <a:pt x="15409" y="7230"/>
                </a:lnTo>
                <a:lnTo>
                  <a:pt x="16104" y="6823"/>
                </a:lnTo>
                <a:lnTo>
                  <a:pt x="17015" y="6526"/>
                </a:lnTo>
                <a:lnTo>
                  <a:pt x="18514" y="6171"/>
                </a:lnTo>
                <a:lnTo>
                  <a:pt x="18951" y="7918"/>
                </a:lnTo>
                <a:lnTo>
                  <a:pt x="19388" y="9664"/>
                </a:lnTo>
                <a:lnTo>
                  <a:pt x="19826" y="11417"/>
                </a:lnTo>
                <a:lnTo>
                  <a:pt x="20265" y="13176"/>
                </a:lnTo>
                <a:lnTo>
                  <a:pt x="20708" y="14944"/>
                </a:lnTo>
                <a:lnTo>
                  <a:pt x="21153" y="16721"/>
                </a:lnTo>
                <a:lnTo>
                  <a:pt x="21600" y="18514"/>
                </a:lnTo>
                <a:lnTo>
                  <a:pt x="20531" y="18669"/>
                </a:lnTo>
                <a:lnTo>
                  <a:pt x="19462" y="18820"/>
                </a:lnTo>
                <a:lnTo>
                  <a:pt x="18392" y="18974"/>
                </a:lnTo>
                <a:lnTo>
                  <a:pt x="17322" y="19125"/>
                </a:lnTo>
                <a:lnTo>
                  <a:pt x="16251" y="19280"/>
                </a:lnTo>
                <a:lnTo>
                  <a:pt x="15179" y="19431"/>
                </a:lnTo>
                <a:lnTo>
                  <a:pt x="14106" y="19585"/>
                </a:lnTo>
                <a:lnTo>
                  <a:pt x="13033" y="19739"/>
                </a:lnTo>
                <a:lnTo>
                  <a:pt x="11957" y="19891"/>
                </a:lnTo>
                <a:lnTo>
                  <a:pt x="10882" y="20045"/>
                </a:lnTo>
                <a:lnTo>
                  <a:pt x="9803" y="20199"/>
                </a:lnTo>
                <a:lnTo>
                  <a:pt x="8723" y="20353"/>
                </a:lnTo>
                <a:lnTo>
                  <a:pt x="7642" y="20508"/>
                </a:lnTo>
                <a:lnTo>
                  <a:pt x="6557" y="20662"/>
                </a:lnTo>
                <a:lnTo>
                  <a:pt x="5471" y="20819"/>
                </a:lnTo>
                <a:lnTo>
                  <a:pt x="4382" y="20974"/>
                </a:lnTo>
                <a:lnTo>
                  <a:pt x="3291" y="21131"/>
                </a:lnTo>
                <a:lnTo>
                  <a:pt x="2197" y="21285"/>
                </a:lnTo>
                <a:lnTo>
                  <a:pt x="1100" y="21443"/>
                </a:lnTo>
                <a:lnTo>
                  <a:pt x="0" y="21600"/>
                </a:lnTo>
                <a:lnTo>
                  <a:pt x="153" y="19462"/>
                </a:lnTo>
                <a:lnTo>
                  <a:pt x="305" y="17320"/>
                </a:lnTo>
                <a:lnTo>
                  <a:pt x="458" y="15179"/>
                </a:lnTo>
                <a:lnTo>
                  <a:pt x="613" y="13034"/>
                </a:lnTo>
                <a:lnTo>
                  <a:pt x="765" y="10880"/>
                </a:lnTo>
                <a:lnTo>
                  <a:pt x="920" y="8723"/>
                </a:lnTo>
                <a:lnTo>
                  <a:pt x="1074" y="6557"/>
                </a:lnTo>
                <a:lnTo>
                  <a:pt x="1230" y="4382"/>
                </a:lnTo>
                <a:lnTo>
                  <a:pt x="1385" y="2197"/>
                </a:lnTo>
                <a:lnTo>
                  <a:pt x="1543" y="0"/>
                </a:lnTo>
                <a:close/>
              </a:path>
            </a:pathLst>
          </a:custGeom>
          <a:solidFill>
            <a:srgbClr val="9A9A97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2" name="contour_05830"/>
          <p:cNvSpPr/>
          <p:nvPr/>
        </p:nvSpPr>
        <p:spPr>
          <a:xfrm>
            <a:off x="10512370" y="5655481"/>
            <a:ext cx="5843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70" y="0"/>
                </a:moveTo>
                <a:lnTo>
                  <a:pt x="15501" y="302"/>
                </a:lnTo>
                <a:lnTo>
                  <a:pt x="16934" y="578"/>
                </a:lnTo>
                <a:lnTo>
                  <a:pt x="18163" y="943"/>
                </a:lnTo>
                <a:lnTo>
                  <a:pt x="19574" y="1512"/>
                </a:lnTo>
                <a:lnTo>
                  <a:pt x="21552" y="2400"/>
                </a:lnTo>
                <a:lnTo>
                  <a:pt x="21600" y="4147"/>
                </a:lnTo>
                <a:lnTo>
                  <a:pt x="21578" y="5770"/>
                </a:lnTo>
                <a:lnTo>
                  <a:pt x="21481" y="7327"/>
                </a:lnTo>
                <a:lnTo>
                  <a:pt x="21306" y="8870"/>
                </a:lnTo>
                <a:lnTo>
                  <a:pt x="21050" y="10459"/>
                </a:lnTo>
                <a:lnTo>
                  <a:pt x="20711" y="12149"/>
                </a:lnTo>
                <a:lnTo>
                  <a:pt x="20460" y="13512"/>
                </a:lnTo>
                <a:lnTo>
                  <a:pt x="20210" y="14892"/>
                </a:lnTo>
                <a:lnTo>
                  <a:pt x="19889" y="16572"/>
                </a:lnTo>
                <a:lnTo>
                  <a:pt x="19555" y="18250"/>
                </a:lnTo>
                <a:lnTo>
                  <a:pt x="19210" y="19925"/>
                </a:lnTo>
                <a:lnTo>
                  <a:pt x="18858" y="21600"/>
                </a:lnTo>
                <a:lnTo>
                  <a:pt x="17004" y="21492"/>
                </a:lnTo>
                <a:lnTo>
                  <a:pt x="15175" y="21365"/>
                </a:lnTo>
                <a:lnTo>
                  <a:pt x="13362" y="21209"/>
                </a:lnTo>
                <a:lnTo>
                  <a:pt x="11565" y="21017"/>
                </a:lnTo>
                <a:lnTo>
                  <a:pt x="9779" y="20779"/>
                </a:lnTo>
                <a:lnTo>
                  <a:pt x="8001" y="20486"/>
                </a:lnTo>
                <a:lnTo>
                  <a:pt x="6231" y="20131"/>
                </a:lnTo>
                <a:lnTo>
                  <a:pt x="4464" y="19706"/>
                </a:lnTo>
                <a:lnTo>
                  <a:pt x="2694" y="19200"/>
                </a:lnTo>
                <a:lnTo>
                  <a:pt x="1665" y="17606"/>
                </a:lnTo>
                <a:lnTo>
                  <a:pt x="973" y="16130"/>
                </a:lnTo>
                <a:lnTo>
                  <a:pt x="539" y="14678"/>
                </a:lnTo>
                <a:lnTo>
                  <a:pt x="286" y="13164"/>
                </a:lnTo>
                <a:lnTo>
                  <a:pt x="132" y="11501"/>
                </a:lnTo>
                <a:lnTo>
                  <a:pt x="0" y="9600"/>
                </a:lnTo>
                <a:lnTo>
                  <a:pt x="1463" y="9466"/>
                </a:lnTo>
                <a:lnTo>
                  <a:pt x="2947" y="9329"/>
                </a:lnTo>
                <a:lnTo>
                  <a:pt x="4768" y="9091"/>
                </a:lnTo>
                <a:lnTo>
                  <a:pt x="6541" y="8832"/>
                </a:lnTo>
                <a:lnTo>
                  <a:pt x="8284" y="8532"/>
                </a:lnTo>
                <a:lnTo>
                  <a:pt x="10008" y="8172"/>
                </a:lnTo>
                <a:lnTo>
                  <a:pt x="11732" y="7735"/>
                </a:lnTo>
                <a:lnTo>
                  <a:pt x="13470" y="7200"/>
                </a:lnTo>
                <a:lnTo>
                  <a:pt x="13874" y="5342"/>
                </a:lnTo>
                <a:lnTo>
                  <a:pt x="14076" y="4039"/>
                </a:lnTo>
                <a:lnTo>
                  <a:pt x="14076" y="2945"/>
                </a:lnTo>
                <a:lnTo>
                  <a:pt x="13874" y="1714"/>
                </a:lnTo>
                <a:lnTo>
                  <a:pt x="13470" y="0"/>
                </a:lnTo>
                <a:close/>
              </a:path>
            </a:pathLst>
          </a:custGeom>
          <a:solidFill>
            <a:srgbClr val="939495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3" name="contour_05831"/>
          <p:cNvSpPr/>
          <p:nvPr/>
        </p:nvSpPr>
        <p:spPr>
          <a:xfrm>
            <a:off x="2225924" y="5640905"/>
            <a:ext cx="80168" cy="45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114" y="0"/>
                </a:lnTo>
                <a:lnTo>
                  <a:pt x="12412" y="0"/>
                </a:lnTo>
                <a:lnTo>
                  <a:pt x="13710" y="0"/>
                </a:lnTo>
                <a:lnTo>
                  <a:pt x="15012" y="0"/>
                </a:lnTo>
                <a:lnTo>
                  <a:pt x="16318" y="0"/>
                </a:lnTo>
                <a:lnTo>
                  <a:pt x="17630" y="0"/>
                </a:lnTo>
                <a:lnTo>
                  <a:pt x="18945" y="0"/>
                </a:lnTo>
                <a:lnTo>
                  <a:pt x="20269" y="0"/>
                </a:lnTo>
                <a:lnTo>
                  <a:pt x="21600" y="0"/>
                </a:lnTo>
                <a:lnTo>
                  <a:pt x="21086" y="4978"/>
                </a:lnTo>
                <a:lnTo>
                  <a:pt x="20665" y="8887"/>
                </a:lnTo>
                <a:lnTo>
                  <a:pt x="20310" y="11895"/>
                </a:lnTo>
                <a:lnTo>
                  <a:pt x="19982" y="14176"/>
                </a:lnTo>
                <a:lnTo>
                  <a:pt x="19654" y="15896"/>
                </a:lnTo>
                <a:lnTo>
                  <a:pt x="19291" y="17225"/>
                </a:lnTo>
                <a:lnTo>
                  <a:pt x="18861" y="18332"/>
                </a:lnTo>
                <a:lnTo>
                  <a:pt x="18333" y="19383"/>
                </a:lnTo>
                <a:lnTo>
                  <a:pt x="17673" y="20555"/>
                </a:lnTo>
                <a:lnTo>
                  <a:pt x="16261" y="20922"/>
                </a:lnTo>
                <a:lnTo>
                  <a:pt x="14833" y="21237"/>
                </a:lnTo>
                <a:lnTo>
                  <a:pt x="13396" y="21473"/>
                </a:lnTo>
                <a:lnTo>
                  <a:pt x="11959" y="21600"/>
                </a:lnTo>
                <a:lnTo>
                  <a:pt x="10531" y="21579"/>
                </a:lnTo>
                <a:lnTo>
                  <a:pt x="9117" y="21388"/>
                </a:lnTo>
                <a:lnTo>
                  <a:pt x="7731" y="20990"/>
                </a:lnTo>
                <a:lnTo>
                  <a:pt x="6378" y="20356"/>
                </a:lnTo>
                <a:lnTo>
                  <a:pt x="5066" y="19455"/>
                </a:lnTo>
                <a:lnTo>
                  <a:pt x="3806" y="18253"/>
                </a:lnTo>
                <a:lnTo>
                  <a:pt x="3008" y="16828"/>
                </a:lnTo>
                <a:lnTo>
                  <a:pt x="2413" y="15701"/>
                </a:lnTo>
                <a:lnTo>
                  <a:pt x="1834" y="14488"/>
                </a:lnTo>
                <a:lnTo>
                  <a:pt x="1092" y="12809"/>
                </a:lnTo>
                <a:lnTo>
                  <a:pt x="0" y="10278"/>
                </a:lnTo>
                <a:lnTo>
                  <a:pt x="1066" y="10024"/>
                </a:lnTo>
                <a:lnTo>
                  <a:pt x="2148" y="9771"/>
                </a:lnTo>
                <a:lnTo>
                  <a:pt x="2835" y="9575"/>
                </a:lnTo>
                <a:lnTo>
                  <a:pt x="4909" y="8993"/>
                </a:lnTo>
                <a:lnTo>
                  <a:pt x="6280" y="8633"/>
                </a:lnTo>
                <a:lnTo>
                  <a:pt x="7670" y="8270"/>
                </a:lnTo>
                <a:lnTo>
                  <a:pt x="8736" y="7564"/>
                </a:lnTo>
                <a:lnTo>
                  <a:pt x="9818" y="6852"/>
                </a:lnTo>
                <a:lnTo>
                  <a:pt x="9818" y="4587"/>
                </a:lnTo>
                <a:lnTo>
                  <a:pt x="9818" y="2309"/>
                </a:lnTo>
                <a:lnTo>
                  <a:pt x="9818" y="0"/>
                </a:lnTo>
                <a:close/>
              </a:path>
            </a:pathLst>
          </a:custGeom>
          <a:solidFill>
            <a:srgbClr val="80704F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4" name="contour_05832"/>
          <p:cNvSpPr/>
          <p:nvPr/>
        </p:nvSpPr>
        <p:spPr>
          <a:xfrm>
            <a:off x="11292186" y="5610201"/>
            <a:ext cx="65592" cy="537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4"/>
                </a:moveTo>
                <a:lnTo>
                  <a:pt x="21240" y="2688"/>
                </a:lnTo>
                <a:lnTo>
                  <a:pt x="20858" y="4714"/>
                </a:lnTo>
                <a:lnTo>
                  <a:pt x="20446" y="6708"/>
                </a:lnTo>
                <a:lnTo>
                  <a:pt x="19990" y="8670"/>
                </a:lnTo>
                <a:lnTo>
                  <a:pt x="19486" y="10608"/>
                </a:lnTo>
                <a:lnTo>
                  <a:pt x="18924" y="12523"/>
                </a:lnTo>
                <a:lnTo>
                  <a:pt x="18295" y="14423"/>
                </a:lnTo>
                <a:lnTo>
                  <a:pt x="17590" y="16312"/>
                </a:lnTo>
                <a:lnTo>
                  <a:pt x="16800" y="18192"/>
                </a:lnTo>
                <a:lnTo>
                  <a:pt x="15329" y="19272"/>
                </a:lnTo>
                <a:lnTo>
                  <a:pt x="13896" y="20148"/>
                </a:lnTo>
                <a:lnTo>
                  <a:pt x="12482" y="20815"/>
                </a:lnTo>
                <a:lnTo>
                  <a:pt x="11059" y="21278"/>
                </a:lnTo>
                <a:lnTo>
                  <a:pt x="9602" y="21539"/>
                </a:lnTo>
                <a:lnTo>
                  <a:pt x="8090" y="21600"/>
                </a:lnTo>
                <a:lnTo>
                  <a:pt x="6497" y="21459"/>
                </a:lnTo>
                <a:lnTo>
                  <a:pt x="4800" y="21120"/>
                </a:lnTo>
                <a:lnTo>
                  <a:pt x="3535" y="19688"/>
                </a:lnTo>
                <a:lnTo>
                  <a:pt x="2496" y="18233"/>
                </a:lnTo>
                <a:lnTo>
                  <a:pt x="1666" y="16722"/>
                </a:lnTo>
                <a:lnTo>
                  <a:pt x="1020" y="15120"/>
                </a:lnTo>
                <a:lnTo>
                  <a:pt x="540" y="13390"/>
                </a:lnTo>
                <a:lnTo>
                  <a:pt x="206" y="11498"/>
                </a:lnTo>
                <a:lnTo>
                  <a:pt x="0" y="9408"/>
                </a:lnTo>
                <a:lnTo>
                  <a:pt x="828" y="7171"/>
                </a:lnTo>
                <a:lnTo>
                  <a:pt x="1841" y="5306"/>
                </a:lnTo>
                <a:lnTo>
                  <a:pt x="3019" y="3777"/>
                </a:lnTo>
                <a:lnTo>
                  <a:pt x="4344" y="2556"/>
                </a:lnTo>
                <a:lnTo>
                  <a:pt x="5798" y="1610"/>
                </a:lnTo>
                <a:lnTo>
                  <a:pt x="7363" y="916"/>
                </a:lnTo>
                <a:lnTo>
                  <a:pt x="9017" y="436"/>
                </a:lnTo>
                <a:lnTo>
                  <a:pt x="10745" y="146"/>
                </a:lnTo>
                <a:lnTo>
                  <a:pt x="12528" y="9"/>
                </a:lnTo>
                <a:lnTo>
                  <a:pt x="14345" y="0"/>
                </a:lnTo>
                <a:lnTo>
                  <a:pt x="16181" y="88"/>
                </a:lnTo>
                <a:lnTo>
                  <a:pt x="18012" y="240"/>
                </a:lnTo>
                <a:lnTo>
                  <a:pt x="19826" y="430"/>
                </a:lnTo>
                <a:lnTo>
                  <a:pt x="21600" y="624"/>
                </a:lnTo>
                <a:close/>
              </a:path>
            </a:pathLst>
          </a:custGeom>
          <a:solidFill>
            <a:srgbClr val="C4BFC0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5" name="contour_05833"/>
          <p:cNvSpPr/>
          <p:nvPr/>
        </p:nvSpPr>
        <p:spPr>
          <a:xfrm>
            <a:off x="6970407" y="5589889"/>
            <a:ext cx="52051" cy="594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24" y="0"/>
                </a:moveTo>
                <a:lnTo>
                  <a:pt x="5196" y="387"/>
                </a:lnTo>
                <a:lnTo>
                  <a:pt x="7277" y="778"/>
                </a:lnTo>
                <a:lnTo>
                  <a:pt x="9285" y="1205"/>
                </a:lnTo>
                <a:lnTo>
                  <a:pt x="11242" y="1684"/>
                </a:lnTo>
                <a:lnTo>
                  <a:pt x="13162" y="2245"/>
                </a:lnTo>
                <a:lnTo>
                  <a:pt x="15067" y="2907"/>
                </a:lnTo>
                <a:lnTo>
                  <a:pt x="16976" y="3696"/>
                </a:lnTo>
                <a:lnTo>
                  <a:pt x="18902" y="4633"/>
                </a:lnTo>
                <a:lnTo>
                  <a:pt x="19940" y="6384"/>
                </a:lnTo>
                <a:lnTo>
                  <a:pt x="20690" y="8147"/>
                </a:lnTo>
                <a:lnTo>
                  <a:pt x="21189" y="9929"/>
                </a:lnTo>
                <a:lnTo>
                  <a:pt x="21479" y="11729"/>
                </a:lnTo>
                <a:lnTo>
                  <a:pt x="21600" y="13554"/>
                </a:lnTo>
                <a:lnTo>
                  <a:pt x="21588" y="15410"/>
                </a:lnTo>
                <a:lnTo>
                  <a:pt x="21488" y="17295"/>
                </a:lnTo>
                <a:lnTo>
                  <a:pt x="21334" y="19217"/>
                </a:lnTo>
                <a:lnTo>
                  <a:pt x="21171" y="21182"/>
                </a:lnTo>
                <a:lnTo>
                  <a:pt x="18984" y="21362"/>
                </a:lnTo>
                <a:lnTo>
                  <a:pt x="16822" y="21497"/>
                </a:lnTo>
                <a:lnTo>
                  <a:pt x="14674" y="21579"/>
                </a:lnTo>
                <a:lnTo>
                  <a:pt x="12536" y="21600"/>
                </a:lnTo>
                <a:lnTo>
                  <a:pt x="10392" y="21544"/>
                </a:lnTo>
                <a:lnTo>
                  <a:pt x="8232" y="21409"/>
                </a:lnTo>
                <a:lnTo>
                  <a:pt x="6049" y="21182"/>
                </a:lnTo>
                <a:lnTo>
                  <a:pt x="4289" y="19834"/>
                </a:lnTo>
                <a:lnTo>
                  <a:pt x="3052" y="18791"/>
                </a:lnTo>
                <a:lnTo>
                  <a:pt x="2175" y="17830"/>
                </a:lnTo>
                <a:lnTo>
                  <a:pt x="1485" y="16731"/>
                </a:lnTo>
                <a:lnTo>
                  <a:pt x="817" y="15275"/>
                </a:lnTo>
                <a:lnTo>
                  <a:pt x="0" y="13239"/>
                </a:lnTo>
                <a:lnTo>
                  <a:pt x="194" y="11536"/>
                </a:lnTo>
                <a:lnTo>
                  <a:pt x="451" y="9857"/>
                </a:lnTo>
                <a:lnTo>
                  <a:pt x="762" y="8200"/>
                </a:lnTo>
                <a:lnTo>
                  <a:pt x="1125" y="6553"/>
                </a:lnTo>
                <a:lnTo>
                  <a:pt x="1536" y="4917"/>
                </a:lnTo>
                <a:lnTo>
                  <a:pt x="1993" y="3281"/>
                </a:lnTo>
                <a:lnTo>
                  <a:pt x="2489" y="1644"/>
                </a:lnTo>
                <a:lnTo>
                  <a:pt x="3024" y="0"/>
                </a:lnTo>
                <a:close/>
              </a:path>
            </a:pathLst>
          </a:custGeom>
          <a:solidFill>
            <a:srgbClr val="B695B3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6" name="contour_05834"/>
          <p:cNvSpPr/>
          <p:nvPr/>
        </p:nvSpPr>
        <p:spPr>
          <a:xfrm>
            <a:off x="8333261" y="5566714"/>
            <a:ext cx="80168" cy="67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422"/>
                </a:moveTo>
                <a:lnTo>
                  <a:pt x="17288" y="141"/>
                </a:lnTo>
                <a:lnTo>
                  <a:pt x="18384" y="0"/>
                </a:lnTo>
                <a:lnTo>
                  <a:pt x="19279" y="0"/>
                </a:lnTo>
                <a:lnTo>
                  <a:pt x="20257" y="141"/>
                </a:lnTo>
                <a:lnTo>
                  <a:pt x="21600" y="422"/>
                </a:lnTo>
                <a:lnTo>
                  <a:pt x="21427" y="2066"/>
                </a:lnTo>
                <a:lnTo>
                  <a:pt x="21231" y="3691"/>
                </a:lnTo>
                <a:lnTo>
                  <a:pt x="21007" y="5296"/>
                </a:lnTo>
                <a:lnTo>
                  <a:pt x="20752" y="6879"/>
                </a:lnTo>
                <a:lnTo>
                  <a:pt x="20453" y="8439"/>
                </a:lnTo>
                <a:lnTo>
                  <a:pt x="20112" y="9976"/>
                </a:lnTo>
                <a:lnTo>
                  <a:pt x="19715" y="11489"/>
                </a:lnTo>
                <a:lnTo>
                  <a:pt x="19261" y="12974"/>
                </a:lnTo>
                <a:lnTo>
                  <a:pt x="18743" y="14435"/>
                </a:lnTo>
                <a:lnTo>
                  <a:pt x="18154" y="15866"/>
                </a:lnTo>
                <a:lnTo>
                  <a:pt x="17488" y="17269"/>
                </a:lnTo>
                <a:lnTo>
                  <a:pt x="16740" y="18642"/>
                </a:lnTo>
                <a:lnTo>
                  <a:pt x="15902" y="19984"/>
                </a:lnTo>
                <a:lnTo>
                  <a:pt x="14684" y="20703"/>
                </a:lnTo>
                <a:lnTo>
                  <a:pt x="13419" y="21195"/>
                </a:lnTo>
                <a:lnTo>
                  <a:pt x="12120" y="21485"/>
                </a:lnTo>
                <a:lnTo>
                  <a:pt x="10786" y="21600"/>
                </a:lnTo>
                <a:lnTo>
                  <a:pt x="9433" y="21565"/>
                </a:lnTo>
                <a:lnTo>
                  <a:pt x="8065" y="21401"/>
                </a:lnTo>
                <a:lnTo>
                  <a:pt x="6690" y="21139"/>
                </a:lnTo>
                <a:lnTo>
                  <a:pt x="5318" y="20797"/>
                </a:lnTo>
                <a:lnTo>
                  <a:pt x="3955" y="20403"/>
                </a:lnTo>
                <a:lnTo>
                  <a:pt x="2608" y="19984"/>
                </a:lnTo>
                <a:lnTo>
                  <a:pt x="1288" y="19560"/>
                </a:lnTo>
                <a:lnTo>
                  <a:pt x="0" y="19159"/>
                </a:lnTo>
                <a:lnTo>
                  <a:pt x="974" y="18724"/>
                </a:lnTo>
                <a:lnTo>
                  <a:pt x="1964" y="18281"/>
                </a:lnTo>
                <a:lnTo>
                  <a:pt x="2453" y="17918"/>
                </a:lnTo>
                <a:lnTo>
                  <a:pt x="3927" y="16817"/>
                </a:lnTo>
                <a:lnTo>
                  <a:pt x="3927" y="15269"/>
                </a:lnTo>
                <a:lnTo>
                  <a:pt x="3927" y="13711"/>
                </a:lnTo>
                <a:lnTo>
                  <a:pt x="3927" y="12133"/>
                </a:lnTo>
                <a:lnTo>
                  <a:pt x="5100" y="11854"/>
                </a:lnTo>
                <a:lnTo>
                  <a:pt x="6272" y="11578"/>
                </a:lnTo>
                <a:lnTo>
                  <a:pt x="7446" y="11304"/>
                </a:lnTo>
                <a:lnTo>
                  <a:pt x="8620" y="11034"/>
                </a:lnTo>
                <a:lnTo>
                  <a:pt x="9795" y="10770"/>
                </a:lnTo>
                <a:lnTo>
                  <a:pt x="11238" y="9999"/>
                </a:lnTo>
                <a:lnTo>
                  <a:pt x="12061" y="9167"/>
                </a:lnTo>
                <a:lnTo>
                  <a:pt x="12970" y="7568"/>
                </a:lnTo>
                <a:lnTo>
                  <a:pt x="13410" y="6284"/>
                </a:lnTo>
                <a:lnTo>
                  <a:pt x="13850" y="4998"/>
                </a:lnTo>
                <a:lnTo>
                  <a:pt x="14285" y="3712"/>
                </a:lnTo>
                <a:lnTo>
                  <a:pt x="14719" y="2424"/>
                </a:lnTo>
                <a:lnTo>
                  <a:pt x="15210" y="1431"/>
                </a:lnTo>
                <a:lnTo>
                  <a:pt x="15709" y="422"/>
                </a:lnTo>
                <a:close/>
              </a:path>
            </a:pathLst>
          </a:custGeom>
          <a:solidFill>
            <a:srgbClr val="262624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7" name="contour_05835"/>
          <p:cNvSpPr/>
          <p:nvPr/>
        </p:nvSpPr>
        <p:spPr>
          <a:xfrm>
            <a:off x="11291471" y="5560738"/>
            <a:ext cx="66306" cy="609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3" y="0"/>
                </a:moveTo>
                <a:lnTo>
                  <a:pt x="1643" y="0"/>
                </a:lnTo>
                <a:lnTo>
                  <a:pt x="3058" y="0"/>
                </a:lnTo>
                <a:lnTo>
                  <a:pt x="4478" y="0"/>
                </a:lnTo>
                <a:lnTo>
                  <a:pt x="5909" y="0"/>
                </a:lnTo>
                <a:lnTo>
                  <a:pt x="7355" y="0"/>
                </a:lnTo>
                <a:lnTo>
                  <a:pt x="7355" y="1705"/>
                </a:lnTo>
                <a:lnTo>
                  <a:pt x="7355" y="3414"/>
                </a:lnTo>
                <a:lnTo>
                  <a:pt x="7355" y="5129"/>
                </a:lnTo>
                <a:lnTo>
                  <a:pt x="7355" y="6853"/>
                </a:lnTo>
                <a:lnTo>
                  <a:pt x="7355" y="8587"/>
                </a:lnTo>
                <a:lnTo>
                  <a:pt x="7355" y="10336"/>
                </a:lnTo>
                <a:lnTo>
                  <a:pt x="8922" y="10052"/>
                </a:lnTo>
                <a:lnTo>
                  <a:pt x="10491" y="9768"/>
                </a:lnTo>
                <a:lnTo>
                  <a:pt x="12061" y="9483"/>
                </a:lnTo>
                <a:lnTo>
                  <a:pt x="13635" y="9197"/>
                </a:lnTo>
                <a:lnTo>
                  <a:pt x="15214" y="8910"/>
                </a:lnTo>
                <a:lnTo>
                  <a:pt x="16799" y="8623"/>
                </a:lnTo>
                <a:lnTo>
                  <a:pt x="18390" y="8334"/>
                </a:lnTo>
                <a:lnTo>
                  <a:pt x="19990" y="8044"/>
                </a:lnTo>
                <a:lnTo>
                  <a:pt x="21600" y="7752"/>
                </a:lnTo>
                <a:lnTo>
                  <a:pt x="21526" y="10752"/>
                </a:lnTo>
                <a:lnTo>
                  <a:pt x="21446" y="13055"/>
                </a:lnTo>
                <a:lnTo>
                  <a:pt x="21327" y="14809"/>
                </a:lnTo>
                <a:lnTo>
                  <a:pt x="21147" y="16168"/>
                </a:lnTo>
                <a:lnTo>
                  <a:pt x="20874" y="17282"/>
                </a:lnTo>
                <a:lnTo>
                  <a:pt x="20482" y="18303"/>
                </a:lnTo>
                <a:lnTo>
                  <a:pt x="19940" y="19383"/>
                </a:lnTo>
                <a:lnTo>
                  <a:pt x="19226" y="20672"/>
                </a:lnTo>
                <a:lnTo>
                  <a:pt x="17547" y="21044"/>
                </a:lnTo>
                <a:lnTo>
                  <a:pt x="15881" y="21316"/>
                </a:lnTo>
                <a:lnTo>
                  <a:pt x="14226" y="21497"/>
                </a:lnTo>
                <a:lnTo>
                  <a:pt x="12578" y="21587"/>
                </a:lnTo>
                <a:lnTo>
                  <a:pt x="10933" y="21600"/>
                </a:lnTo>
                <a:lnTo>
                  <a:pt x="9285" y="21538"/>
                </a:lnTo>
                <a:lnTo>
                  <a:pt x="7633" y="21406"/>
                </a:lnTo>
                <a:lnTo>
                  <a:pt x="5971" y="21215"/>
                </a:lnTo>
                <a:lnTo>
                  <a:pt x="4297" y="20967"/>
                </a:lnTo>
                <a:lnTo>
                  <a:pt x="2607" y="20672"/>
                </a:lnTo>
                <a:lnTo>
                  <a:pt x="1230" y="19112"/>
                </a:lnTo>
                <a:lnTo>
                  <a:pt x="501" y="17884"/>
                </a:lnTo>
                <a:lnTo>
                  <a:pt x="171" y="16352"/>
                </a:lnTo>
                <a:lnTo>
                  <a:pt x="0" y="13879"/>
                </a:lnTo>
                <a:lnTo>
                  <a:pt x="28" y="12228"/>
                </a:lnTo>
                <a:lnTo>
                  <a:pt x="57" y="10566"/>
                </a:lnTo>
                <a:lnTo>
                  <a:pt x="85" y="8884"/>
                </a:lnTo>
                <a:lnTo>
                  <a:pt x="107" y="7225"/>
                </a:lnTo>
                <a:lnTo>
                  <a:pt x="128" y="5556"/>
                </a:lnTo>
                <a:lnTo>
                  <a:pt x="150" y="3866"/>
                </a:lnTo>
                <a:lnTo>
                  <a:pt x="176" y="2589"/>
                </a:lnTo>
                <a:lnTo>
                  <a:pt x="204" y="1302"/>
                </a:lnTo>
                <a:lnTo>
                  <a:pt x="233" y="0"/>
                </a:lnTo>
                <a:close/>
              </a:path>
            </a:pathLst>
          </a:custGeom>
          <a:solidFill>
            <a:srgbClr val="981A14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8" name="contour_05836"/>
          <p:cNvSpPr/>
          <p:nvPr/>
        </p:nvSpPr>
        <p:spPr>
          <a:xfrm>
            <a:off x="4383170" y="5473282"/>
            <a:ext cx="1020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5398" y="1071"/>
                </a:lnTo>
                <a:lnTo>
                  <a:pt x="16354" y="1823"/>
                </a:lnTo>
                <a:lnTo>
                  <a:pt x="16941" y="2460"/>
                </a:lnTo>
                <a:lnTo>
                  <a:pt x="17343" y="3182"/>
                </a:lnTo>
                <a:lnTo>
                  <a:pt x="17746" y="4190"/>
                </a:lnTo>
                <a:lnTo>
                  <a:pt x="17880" y="4795"/>
                </a:lnTo>
                <a:lnTo>
                  <a:pt x="18286" y="6623"/>
                </a:lnTo>
                <a:lnTo>
                  <a:pt x="18584" y="7932"/>
                </a:lnTo>
                <a:lnTo>
                  <a:pt x="18888" y="9260"/>
                </a:lnTo>
                <a:lnTo>
                  <a:pt x="19181" y="10627"/>
                </a:lnTo>
                <a:lnTo>
                  <a:pt x="19479" y="12014"/>
                </a:lnTo>
                <a:lnTo>
                  <a:pt x="19790" y="13394"/>
                </a:lnTo>
                <a:lnTo>
                  <a:pt x="20105" y="14796"/>
                </a:lnTo>
                <a:lnTo>
                  <a:pt x="20409" y="16155"/>
                </a:lnTo>
                <a:lnTo>
                  <a:pt x="20711" y="17515"/>
                </a:lnTo>
                <a:lnTo>
                  <a:pt x="21009" y="18876"/>
                </a:lnTo>
                <a:lnTo>
                  <a:pt x="21307" y="20237"/>
                </a:lnTo>
                <a:lnTo>
                  <a:pt x="21600" y="21600"/>
                </a:lnTo>
                <a:lnTo>
                  <a:pt x="19619" y="20971"/>
                </a:lnTo>
                <a:lnTo>
                  <a:pt x="18112" y="20470"/>
                </a:lnTo>
                <a:lnTo>
                  <a:pt x="16985" y="20043"/>
                </a:lnTo>
                <a:lnTo>
                  <a:pt x="16155" y="19643"/>
                </a:lnTo>
                <a:lnTo>
                  <a:pt x="15527" y="19215"/>
                </a:lnTo>
                <a:lnTo>
                  <a:pt x="15017" y="18714"/>
                </a:lnTo>
                <a:lnTo>
                  <a:pt x="14531" y="18086"/>
                </a:lnTo>
                <a:lnTo>
                  <a:pt x="13981" y="17280"/>
                </a:lnTo>
                <a:lnTo>
                  <a:pt x="13108" y="16269"/>
                </a:lnTo>
                <a:lnTo>
                  <a:pt x="12224" y="15500"/>
                </a:lnTo>
                <a:lnTo>
                  <a:pt x="11320" y="14934"/>
                </a:lnTo>
                <a:lnTo>
                  <a:pt x="10388" y="14532"/>
                </a:lnTo>
                <a:lnTo>
                  <a:pt x="9419" y="14247"/>
                </a:lnTo>
                <a:lnTo>
                  <a:pt x="8405" y="14042"/>
                </a:lnTo>
                <a:lnTo>
                  <a:pt x="7336" y="13876"/>
                </a:lnTo>
                <a:lnTo>
                  <a:pt x="6207" y="13703"/>
                </a:lnTo>
                <a:lnTo>
                  <a:pt x="5425" y="13334"/>
                </a:lnTo>
                <a:lnTo>
                  <a:pt x="4629" y="12960"/>
                </a:lnTo>
                <a:lnTo>
                  <a:pt x="4629" y="11532"/>
                </a:lnTo>
                <a:lnTo>
                  <a:pt x="4629" y="10096"/>
                </a:lnTo>
                <a:lnTo>
                  <a:pt x="4629" y="8640"/>
                </a:lnTo>
                <a:lnTo>
                  <a:pt x="3481" y="7975"/>
                </a:lnTo>
                <a:lnTo>
                  <a:pt x="2666" y="7530"/>
                </a:lnTo>
                <a:lnTo>
                  <a:pt x="1963" y="7201"/>
                </a:lnTo>
                <a:lnTo>
                  <a:pt x="1148" y="6886"/>
                </a:lnTo>
                <a:lnTo>
                  <a:pt x="0" y="6480"/>
                </a:lnTo>
                <a:lnTo>
                  <a:pt x="1020" y="6480"/>
                </a:lnTo>
                <a:lnTo>
                  <a:pt x="2046" y="6480"/>
                </a:lnTo>
                <a:lnTo>
                  <a:pt x="3086" y="6480"/>
                </a:lnTo>
                <a:lnTo>
                  <a:pt x="3086" y="5052"/>
                </a:lnTo>
                <a:lnTo>
                  <a:pt x="3086" y="3616"/>
                </a:lnTo>
                <a:lnTo>
                  <a:pt x="3086" y="2160"/>
                </a:lnTo>
                <a:lnTo>
                  <a:pt x="4002" y="2160"/>
                </a:lnTo>
                <a:lnTo>
                  <a:pt x="4922" y="2160"/>
                </a:lnTo>
                <a:lnTo>
                  <a:pt x="5844" y="2160"/>
                </a:lnTo>
                <a:lnTo>
                  <a:pt x="6775" y="2160"/>
                </a:lnTo>
                <a:lnTo>
                  <a:pt x="7714" y="2160"/>
                </a:lnTo>
                <a:lnTo>
                  <a:pt x="7714" y="3586"/>
                </a:lnTo>
                <a:lnTo>
                  <a:pt x="7714" y="5013"/>
                </a:lnTo>
                <a:lnTo>
                  <a:pt x="7714" y="6448"/>
                </a:lnTo>
                <a:lnTo>
                  <a:pt x="7714" y="7888"/>
                </a:lnTo>
                <a:lnTo>
                  <a:pt x="7714" y="9338"/>
                </a:lnTo>
                <a:lnTo>
                  <a:pt x="7714" y="10800"/>
                </a:lnTo>
                <a:lnTo>
                  <a:pt x="8733" y="10800"/>
                </a:lnTo>
                <a:lnTo>
                  <a:pt x="9752" y="10800"/>
                </a:lnTo>
                <a:lnTo>
                  <a:pt x="10777" y="10800"/>
                </a:lnTo>
                <a:lnTo>
                  <a:pt x="11806" y="10800"/>
                </a:lnTo>
                <a:lnTo>
                  <a:pt x="12841" y="10800"/>
                </a:lnTo>
                <a:lnTo>
                  <a:pt x="13886" y="10800"/>
                </a:lnTo>
                <a:lnTo>
                  <a:pt x="13886" y="9273"/>
                </a:lnTo>
                <a:lnTo>
                  <a:pt x="13886" y="7744"/>
                </a:lnTo>
                <a:lnTo>
                  <a:pt x="13886" y="6210"/>
                </a:lnTo>
                <a:lnTo>
                  <a:pt x="13886" y="4670"/>
                </a:lnTo>
                <a:lnTo>
                  <a:pt x="13886" y="3123"/>
                </a:lnTo>
                <a:lnTo>
                  <a:pt x="13886" y="1568"/>
                </a:lnTo>
                <a:lnTo>
                  <a:pt x="13886" y="0"/>
                </a:lnTo>
                <a:close/>
              </a:path>
            </a:pathLst>
          </a:custGeom>
          <a:solidFill>
            <a:srgbClr val="3B3B3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39" name="contour_05837"/>
          <p:cNvSpPr/>
          <p:nvPr/>
        </p:nvSpPr>
        <p:spPr>
          <a:xfrm>
            <a:off x="10053446" y="5470673"/>
            <a:ext cx="101813" cy="536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14" y="103"/>
                </a:moveTo>
                <a:lnTo>
                  <a:pt x="4536" y="38"/>
                </a:lnTo>
                <a:lnTo>
                  <a:pt x="5554" y="6"/>
                </a:lnTo>
                <a:lnTo>
                  <a:pt x="6568" y="0"/>
                </a:lnTo>
                <a:lnTo>
                  <a:pt x="7581" y="23"/>
                </a:lnTo>
                <a:lnTo>
                  <a:pt x="8594" y="68"/>
                </a:lnTo>
                <a:lnTo>
                  <a:pt x="9608" y="132"/>
                </a:lnTo>
                <a:lnTo>
                  <a:pt x="10625" y="217"/>
                </a:lnTo>
                <a:lnTo>
                  <a:pt x="11647" y="317"/>
                </a:lnTo>
                <a:lnTo>
                  <a:pt x="12600" y="370"/>
                </a:lnTo>
                <a:lnTo>
                  <a:pt x="13558" y="423"/>
                </a:lnTo>
                <a:lnTo>
                  <a:pt x="14531" y="478"/>
                </a:lnTo>
                <a:lnTo>
                  <a:pt x="15541" y="540"/>
                </a:lnTo>
                <a:lnTo>
                  <a:pt x="16552" y="611"/>
                </a:lnTo>
                <a:lnTo>
                  <a:pt x="17561" y="684"/>
                </a:lnTo>
                <a:lnTo>
                  <a:pt x="18571" y="766"/>
                </a:lnTo>
                <a:lnTo>
                  <a:pt x="19581" y="854"/>
                </a:lnTo>
                <a:lnTo>
                  <a:pt x="20590" y="951"/>
                </a:lnTo>
                <a:lnTo>
                  <a:pt x="21600" y="1051"/>
                </a:lnTo>
                <a:lnTo>
                  <a:pt x="21142" y="2936"/>
                </a:lnTo>
                <a:lnTo>
                  <a:pt x="20678" y="4814"/>
                </a:lnTo>
                <a:lnTo>
                  <a:pt x="20212" y="6693"/>
                </a:lnTo>
                <a:lnTo>
                  <a:pt x="19823" y="8270"/>
                </a:lnTo>
                <a:lnTo>
                  <a:pt x="19429" y="9866"/>
                </a:lnTo>
                <a:lnTo>
                  <a:pt x="18798" y="11648"/>
                </a:lnTo>
                <a:lnTo>
                  <a:pt x="18126" y="13154"/>
                </a:lnTo>
                <a:lnTo>
                  <a:pt x="17402" y="14443"/>
                </a:lnTo>
                <a:lnTo>
                  <a:pt x="16621" y="15579"/>
                </a:lnTo>
                <a:lnTo>
                  <a:pt x="15777" y="16618"/>
                </a:lnTo>
                <a:lnTo>
                  <a:pt x="14862" y="17628"/>
                </a:lnTo>
                <a:lnTo>
                  <a:pt x="13869" y="18664"/>
                </a:lnTo>
                <a:lnTo>
                  <a:pt x="13869" y="16921"/>
                </a:lnTo>
                <a:lnTo>
                  <a:pt x="13869" y="15171"/>
                </a:lnTo>
                <a:lnTo>
                  <a:pt x="13869" y="13413"/>
                </a:lnTo>
                <a:lnTo>
                  <a:pt x="13869" y="11643"/>
                </a:lnTo>
                <a:lnTo>
                  <a:pt x="13869" y="9858"/>
                </a:lnTo>
                <a:lnTo>
                  <a:pt x="11596" y="10254"/>
                </a:lnTo>
                <a:lnTo>
                  <a:pt x="9763" y="10595"/>
                </a:lnTo>
                <a:lnTo>
                  <a:pt x="8304" y="10909"/>
                </a:lnTo>
                <a:lnTo>
                  <a:pt x="7159" y="11226"/>
                </a:lnTo>
                <a:lnTo>
                  <a:pt x="6262" y="11581"/>
                </a:lnTo>
                <a:lnTo>
                  <a:pt x="5551" y="12001"/>
                </a:lnTo>
                <a:lnTo>
                  <a:pt x="4962" y="12517"/>
                </a:lnTo>
                <a:lnTo>
                  <a:pt x="4430" y="13160"/>
                </a:lnTo>
                <a:lnTo>
                  <a:pt x="3893" y="13962"/>
                </a:lnTo>
                <a:lnTo>
                  <a:pt x="3287" y="14951"/>
                </a:lnTo>
                <a:lnTo>
                  <a:pt x="2797" y="16422"/>
                </a:lnTo>
                <a:lnTo>
                  <a:pt x="2448" y="17605"/>
                </a:lnTo>
                <a:lnTo>
                  <a:pt x="2072" y="19122"/>
                </a:lnTo>
                <a:lnTo>
                  <a:pt x="1500" y="21600"/>
                </a:lnTo>
                <a:lnTo>
                  <a:pt x="1039" y="19533"/>
                </a:lnTo>
                <a:lnTo>
                  <a:pt x="659" y="17537"/>
                </a:lnTo>
                <a:lnTo>
                  <a:pt x="362" y="15585"/>
                </a:lnTo>
                <a:lnTo>
                  <a:pt x="150" y="13656"/>
                </a:lnTo>
                <a:lnTo>
                  <a:pt x="29" y="11725"/>
                </a:lnTo>
                <a:lnTo>
                  <a:pt x="0" y="9770"/>
                </a:lnTo>
                <a:lnTo>
                  <a:pt x="65" y="7770"/>
                </a:lnTo>
                <a:lnTo>
                  <a:pt x="230" y="5698"/>
                </a:lnTo>
                <a:lnTo>
                  <a:pt x="496" y="3537"/>
                </a:lnTo>
                <a:lnTo>
                  <a:pt x="1109" y="2084"/>
                </a:lnTo>
                <a:lnTo>
                  <a:pt x="1627" y="1242"/>
                </a:lnTo>
                <a:lnTo>
                  <a:pt x="2335" y="690"/>
                </a:lnTo>
                <a:lnTo>
                  <a:pt x="3514" y="103"/>
                </a:lnTo>
                <a:close/>
              </a:path>
            </a:pathLst>
          </a:custGeom>
          <a:solidFill>
            <a:srgbClr val="6A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0" name="contour_05838"/>
          <p:cNvSpPr/>
          <p:nvPr/>
        </p:nvSpPr>
        <p:spPr>
          <a:xfrm>
            <a:off x="1125437" y="5413870"/>
            <a:ext cx="54325" cy="602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47" y="0"/>
                </a:moveTo>
                <a:lnTo>
                  <a:pt x="11261" y="295"/>
                </a:lnTo>
                <a:lnTo>
                  <a:pt x="13147" y="622"/>
                </a:lnTo>
                <a:lnTo>
                  <a:pt x="14950" y="1019"/>
                </a:lnTo>
                <a:lnTo>
                  <a:pt x="16709" y="1521"/>
                </a:lnTo>
                <a:lnTo>
                  <a:pt x="18473" y="2171"/>
                </a:lnTo>
                <a:lnTo>
                  <a:pt x="20284" y="3010"/>
                </a:lnTo>
                <a:lnTo>
                  <a:pt x="20989" y="4936"/>
                </a:lnTo>
                <a:lnTo>
                  <a:pt x="21420" y="6791"/>
                </a:lnTo>
                <a:lnTo>
                  <a:pt x="21600" y="8610"/>
                </a:lnTo>
                <a:lnTo>
                  <a:pt x="21554" y="10418"/>
                </a:lnTo>
                <a:lnTo>
                  <a:pt x="21304" y="12245"/>
                </a:lnTo>
                <a:lnTo>
                  <a:pt x="20873" y="14121"/>
                </a:lnTo>
                <a:lnTo>
                  <a:pt x="20284" y="16076"/>
                </a:lnTo>
                <a:lnTo>
                  <a:pt x="18723" y="17484"/>
                </a:lnTo>
                <a:lnTo>
                  <a:pt x="17239" y="18650"/>
                </a:lnTo>
                <a:lnTo>
                  <a:pt x="15761" y="19596"/>
                </a:lnTo>
                <a:lnTo>
                  <a:pt x="14214" y="20338"/>
                </a:lnTo>
                <a:lnTo>
                  <a:pt x="12527" y="20905"/>
                </a:lnTo>
                <a:lnTo>
                  <a:pt x="10623" y="21318"/>
                </a:lnTo>
                <a:lnTo>
                  <a:pt x="8433" y="21600"/>
                </a:lnTo>
                <a:lnTo>
                  <a:pt x="6746" y="21595"/>
                </a:lnTo>
                <a:lnTo>
                  <a:pt x="5057" y="21556"/>
                </a:lnTo>
                <a:lnTo>
                  <a:pt x="3370" y="21490"/>
                </a:lnTo>
                <a:lnTo>
                  <a:pt x="1687" y="21401"/>
                </a:lnTo>
                <a:lnTo>
                  <a:pt x="0" y="21302"/>
                </a:lnTo>
                <a:lnTo>
                  <a:pt x="249" y="19797"/>
                </a:lnTo>
                <a:lnTo>
                  <a:pt x="498" y="18294"/>
                </a:lnTo>
                <a:lnTo>
                  <a:pt x="753" y="16792"/>
                </a:lnTo>
                <a:lnTo>
                  <a:pt x="1008" y="15289"/>
                </a:lnTo>
                <a:lnTo>
                  <a:pt x="1266" y="13789"/>
                </a:lnTo>
                <a:lnTo>
                  <a:pt x="1374" y="13167"/>
                </a:lnTo>
                <a:lnTo>
                  <a:pt x="1559" y="12073"/>
                </a:lnTo>
                <a:lnTo>
                  <a:pt x="1979" y="9564"/>
                </a:lnTo>
                <a:lnTo>
                  <a:pt x="2767" y="6243"/>
                </a:lnTo>
                <a:lnTo>
                  <a:pt x="3428" y="3852"/>
                </a:lnTo>
                <a:lnTo>
                  <a:pt x="4086" y="2224"/>
                </a:lnTo>
                <a:lnTo>
                  <a:pt x="4868" y="1192"/>
                </a:lnTo>
                <a:lnTo>
                  <a:pt x="5906" y="588"/>
                </a:lnTo>
                <a:lnTo>
                  <a:pt x="7323" y="246"/>
                </a:lnTo>
                <a:lnTo>
                  <a:pt x="9247" y="0"/>
                </a:lnTo>
                <a:close/>
              </a:path>
            </a:pathLst>
          </a:custGeom>
          <a:solidFill>
            <a:srgbClr val="D0B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1" name="contour_05839"/>
          <p:cNvSpPr/>
          <p:nvPr/>
        </p:nvSpPr>
        <p:spPr>
          <a:xfrm>
            <a:off x="3982330" y="5377284"/>
            <a:ext cx="58304" cy="11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80" y="0"/>
                </a:moveTo>
                <a:lnTo>
                  <a:pt x="12477" y="140"/>
                </a:lnTo>
                <a:lnTo>
                  <a:pt x="15188" y="564"/>
                </a:lnTo>
                <a:lnTo>
                  <a:pt x="16999" y="823"/>
                </a:lnTo>
                <a:lnTo>
                  <a:pt x="18838" y="1085"/>
                </a:lnTo>
                <a:lnTo>
                  <a:pt x="20207" y="1324"/>
                </a:lnTo>
                <a:lnTo>
                  <a:pt x="21600" y="1565"/>
                </a:lnTo>
                <a:lnTo>
                  <a:pt x="21001" y="1798"/>
                </a:lnTo>
                <a:lnTo>
                  <a:pt x="19945" y="2208"/>
                </a:lnTo>
                <a:lnTo>
                  <a:pt x="17528" y="3145"/>
                </a:lnTo>
                <a:lnTo>
                  <a:pt x="16070" y="3892"/>
                </a:lnTo>
                <a:lnTo>
                  <a:pt x="14936" y="4576"/>
                </a:lnTo>
                <a:lnTo>
                  <a:pt x="14081" y="5282"/>
                </a:lnTo>
                <a:lnTo>
                  <a:pt x="13468" y="6099"/>
                </a:lnTo>
                <a:lnTo>
                  <a:pt x="13049" y="7112"/>
                </a:lnTo>
                <a:lnTo>
                  <a:pt x="13133" y="7986"/>
                </a:lnTo>
                <a:lnTo>
                  <a:pt x="13238" y="8857"/>
                </a:lnTo>
                <a:lnTo>
                  <a:pt x="13362" y="9726"/>
                </a:lnTo>
                <a:lnTo>
                  <a:pt x="13508" y="10594"/>
                </a:lnTo>
                <a:lnTo>
                  <a:pt x="13667" y="11462"/>
                </a:lnTo>
                <a:lnTo>
                  <a:pt x="13838" y="12333"/>
                </a:lnTo>
                <a:lnTo>
                  <a:pt x="13945" y="13286"/>
                </a:lnTo>
                <a:lnTo>
                  <a:pt x="14029" y="14231"/>
                </a:lnTo>
                <a:lnTo>
                  <a:pt x="14072" y="15172"/>
                </a:lnTo>
                <a:lnTo>
                  <a:pt x="14059" y="16111"/>
                </a:lnTo>
                <a:lnTo>
                  <a:pt x="13970" y="17047"/>
                </a:lnTo>
                <a:lnTo>
                  <a:pt x="13792" y="17986"/>
                </a:lnTo>
                <a:lnTo>
                  <a:pt x="13500" y="18929"/>
                </a:lnTo>
                <a:lnTo>
                  <a:pt x="11988" y="19609"/>
                </a:lnTo>
                <a:lnTo>
                  <a:pt x="10471" y="20158"/>
                </a:lnTo>
                <a:lnTo>
                  <a:pt x="8929" y="20594"/>
                </a:lnTo>
                <a:lnTo>
                  <a:pt x="7339" y="20931"/>
                </a:lnTo>
                <a:lnTo>
                  <a:pt x="5673" y="21185"/>
                </a:lnTo>
                <a:lnTo>
                  <a:pt x="3912" y="21372"/>
                </a:lnTo>
                <a:lnTo>
                  <a:pt x="2028" y="21504"/>
                </a:lnTo>
                <a:lnTo>
                  <a:pt x="0" y="21600"/>
                </a:lnTo>
                <a:lnTo>
                  <a:pt x="508" y="20606"/>
                </a:lnTo>
                <a:lnTo>
                  <a:pt x="902" y="19901"/>
                </a:lnTo>
                <a:lnTo>
                  <a:pt x="1312" y="19292"/>
                </a:lnTo>
                <a:lnTo>
                  <a:pt x="1868" y="18587"/>
                </a:lnTo>
                <a:lnTo>
                  <a:pt x="2700" y="17593"/>
                </a:lnTo>
                <a:lnTo>
                  <a:pt x="4485" y="17593"/>
                </a:lnTo>
                <a:lnTo>
                  <a:pt x="6280" y="17593"/>
                </a:lnTo>
                <a:lnTo>
                  <a:pt x="8100" y="17593"/>
                </a:lnTo>
                <a:lnTo>
                  <a:pt x="7646" y="16786"/>
                </a:lnTo>
                <a:lnTo>
                  <a:pt x="7190" y="15974"/>
                </a:lnTo>
                <a:lnTo>
                  <a:pt x="6728" y="15152"/>
                </a:lnTo>
                <a:lnTo>
                  <a:pt x="6313" y="14343"/>
                </a:lnTo>
                <a:lnTo>
                  <a:pt x="5894" y="13534"/>
                </a:lnTo>
                <a:lnTo>
                  <a:pt x="5478" y="12726"/>
                </a:lnTo>
                <a:lnTo>
                  <a:pt x="5062" y="11917"/>
                </a:lnTo>
                <a:lnTo>
                  <a:pt x="4836" y="11519"/>
                </a:lnTo>
                <a:lnTo>
                  <a:pt x="4144" y="10315"/>
                </a:lnTo>
                <a:lnTo>
                  <a:pt x="3672" y="9279"/>
                </a:lnTo>
                <a:lnTo>
                  <a:pt x="3324" y="8302"/>
                </a:lnTo>
                <a:lnTo>
                  <a:pt x="3116" y="7374"/>
                </a:lnTo>
                <a:lnTo>
                  <a:pt x="3054" y="6482"/>
                </a:lnTo>
                <a:lnTo>
                  <a:pt x="3151" y="5612"/>
                </a:lnTo>
                <a:lnTo>
                  <a:pt x="3415" y="4755"/>
                </a:lnTo>
                <a:lnTo>
                  <a:pt x="3858" y="3895"/>
                </a:lnTo>
                <a:lnTo>
                  <a:pt x="4493" y="3020"/>
                </a:lnTo>
                <a:lnTo>
                  <a:pt x="5324" y="2120"/>
                </a:lnTo>
                <a:lnTo>
                  <a:pt x="6369" y="1178"/>
                </a:lnTo>
                <a:lnTo>
                  <a:pt x="7717" y="502"/>
                </a:lnTo>
                <a:lnTo>
                  <a:pt x="9067" y="196"/>
                </a:lnTo>
                <a:lnTo>
                  <a:pt x="11580" y="0"/>
                </a:lnTo>
                <a:close/>
              </a:path>
            </a:pathLst>
          </a:custGeom>
          <a:solidFill>
            <a:srgbClr val="E4E3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2" name="contour_05840"/>
          <p:cNvSpPr/>
          <p:nvPr/>
        </p:nvSpPr>
        <p:spPr>
          <a:xfrm>
            <a:off x="5178953" y="5344860"/>
            <a:ext cx="56912" cy="919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1" y="120"/>
                </a:moveTo>
                <a:lnTo>
                  <a:pt x="9601" y="0"/>
                </a:lnTo>
                <a:lnTo>
                  <a:pt x="11255" y="5"/>
                </a:lnTo>
                <a:lnTo>
                  <a:pt x="12774" y="166"/>
                </a:lnTo>
                <a:lnTo>
                  <a:pt x="14323" y="510"/>
                </a:lnTo>
                <a:lnTo>
                  <a:pt x="16068" y="1063"/>
                </a:lnTo>
                <a:lnTo>
                  <a:pt x="17028" y="2083"/>
                </a:lnTo>
                <a:lnTo>
                  <a:pt x="17885" y="3111"/>
                </a:lnTo>
                <a:lnTo>
                  <a:pt x="18654" y="4154"/>
                </a:lnTo>
                <a:lnTo>
                  <a:pt x="19346" y="5210"/>
                </a:lnTo>
                <a:lnTo>
                  <a:pt x="19974" y="6281"/>
                </a:lnTo>
                <a:lnTo>
                  <a:pt x="20549" y="7373"/>
                </a:lnTo>
                <a:lnTo>
                  <a:pt x="21088" y="8485"/>
                </a:lnTo>
                <a:lnTo>
                  <a:pt x="21600" y="9620"/>
                </a:lnTo>
                <a:lnTo>
                  <a:pt x="19830" y="9478"/>
                </a:lnTo>
                <a:lnTo>
                  <a:pt x="18046" y="9336"/>
                </a:lnTo>
                <a:lnTo>
                  <a:pt x="16239" y="9192"/>
                </a:lnTo>
                <a:lnTo>
                  <a:pt x="14004" y="9194"/>
                </a:lnTo>
                <a:lnTo>
                  <a:pt x="12527" y="9305"/>
                </a:lnTo>
                <a:lnTo>
                  <a:pt x="10536" y="9620"/>
                </a:lnTo>
                <a:lnTo>
                  <a:pt x="9510" y="10695"/>
                </a:lnTo>
                <a:lnTo>
                  <a:pt x="8702" y="11780"/>
                </a:lnTo>
                <a:lnTo>
                  <a:pt x="8116" y="12889"/>
                </a:lnTo>
                <a:lnTo>
                  <a:pt x="7762" y="14032"/>
                </a:lnTo>
                <a:lnTo>
                  <a:pt x="7645" y="15221"/>
                </a:lnTo>
                <a:lnTo>
                  <a:pt x="7770" y="16466"/>
                </a:lnTo>
                <a:lnTo>
                  <a:pt x="9139" y="16890"/>
                </a:lnTo>
                <a:lnTo>
                  <a:pt x="10516" y="17315"/>
                </a:lnTo>
                <a:lnTo>
                  <a:pt x="11900" y="17744"/>
                </a:lnTo>
                <a:lnTo>
                  <a:pt x="13302" y="18177"/>
                </a:lnTo>
                <a:lnTo>
                  <a:pt x="12599" y="18394"/>
                </a:lnTo>
                <a:lnTo>
                  <a:pt x="11927" y="18603"/>
                </a:lnTo>
                <a:lnTo>
                  <a:pt x="11089" y="18862"/>
                </a:lnTo>
                <a:lnTo>
                  <a:pt x="9897" y="19231"/>
                </a:lnTo>
                <a:lnTo>
                  <a:pt x="8152" y="19770"/>
                </a:lnTo>
                <a:lnTo>
                  <a:pt x="5665" y="20541"/>
                </a:lnTo>
                <a:lnTo>
                  <a:pt x="2238" y="21600"/>
                </a:lnTo>
                <a:lnTo>
                  <a:pt x="1734" y="20361"/>
                </a:lnTo>
                <a:lnTo>
                  <a:pt x="1286" y="19149"/>
                </a:lnTo>
                <a:lnTo>
                  <a:pt x="899" y="17961"/>
                </a:lnTo>
                <a:lnTo>
                  <a:pt x="578" y="16794"/>
                </a:lnTo>
                <a:lnTo>
                  <a:pt x="324" y="15643"/>
                </a:lnTo>
                <a:lnTo>
                  <a:pt x="138" y="14504"/>
                </a:lnTo>
                <a:lnTo>
                  <a:pt x="30" y="13377"/>
                </a:lnTo>
                <a:lnTo>
                  <a:pt x="0" y="12252"/>
                </a:lnTo>
                <a:lnTo>
                  <a:pt x="50" y="11131"/>
                </a:lnTo>
                <a:lnTo>
                  <a:pt x="183" y="10008"/>
                </a:lnTo>
                <a:lnTo>
                  <a:pt x="407" y="8879"/>
                </a:lnTo>
                <a:lnTo>
                  <a:pt x="722" y="7741"/>
                </a:lnTo>
                <a:lnTo>
                  <a:pt x="1131" y="6591"/>
                </a:lnTo>
                <a:lnTo>
                  <a:pt x="1637" y="5422"/>
                </a:lnTo>
                <a:lnTo>
                  <a:pt x="2249" y="4234"/>
                </a:lnTo>
                <a:lnTo>
                  <a:pt x="2962" y="3021"/>
                </a:lnTo>
                <a:lnTo>
                  <a:pt x="4185" y="1874"/>
                </a:lnTo>
                <a:lnTo>
                  <a:pt x="5078" y="1189"/>
                </a:lnTo>
                <a:lnTo>
                  <a:pt x="6088" y="697"/>
                </a:lnTo>
                <a:lnTo>
                  <a:pt x="7651" y="120"/>
                </a:lnTo>
                <a:close/>
              </a:path>
            </a:pathLst>
          </a:custGeom>
          <a:solidFill>
            <a:srgbClr val="53504F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3" name="contour_05841"/>
          <p:cNvSpPr/>
          <p:nvPr/>
        </p:nvSpPr>
        <p:spPr>
          <a:xfrm>
            <a:off x="8559189" y="5210914"/>
            <a:ext cx="8745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69" y="346"/>
                </a:lnTo>
                <a:lnTo>
                  <a:pt x="7202" y="622"/>
                </a:lnTo>
                <a:lnTo>
                  <a:pt x="7933" y="974"/>
                </a:lnTo>
                <a:lnTo>
                  <a:pt x="9000" y="1543"/>
                </a:lnTo>
                <a:lnTo>
                  <a:pt x="9160" y="2627"/>
                </a:lnTo>
                <a:lnTo>
                  <a:pt x="9149" y="3454"/>
                </a:lnTo>
                <a:lnTo>
                  <a:pt x="8959" y="4730"/>
                </a:lnTo>
                <a:lnTo>
                  <a:pt x="8888" y="5199"/>
                </a:lnTo>
                <a:lnTo>
                  <a:pt x="8676" y="6614"/>
                </a:lnTo>
                <a:lnTo>
                  <a:pt x="8501" y="7591"/>
                </a:lnTo>
                <a:lnTo>
                  <a:pt x="8325" y="8581"/>
                </a:lnTo>
                <a:lnTo>
                  <a:pt x="8172" y="9567"/>
                </a:lnTo>
                <a:lnTo>
                  <a:pt x="8015" y="10569"/>
                </a:lnTo>
                <a:lnTo>
                  <a:pt x="7859" y="11541"/>
                </a:lnTo>
                <a:lnTo>
                  <a:pt x="7699" y="12514"/>
                </a:lnTo>
                <a:lnTo>
                  <a:pt x="7535" y="13486"/>
                </a:lnTo>
                <a:lnTo>
                  <a:pt x="7369" y="14457"/>
                </a:lnTo>
                <a:lnTo>
                  <a:pt x="7200" y="15429"/>
                </a:lnTo>
                <a:lnTo>
                  <a:pt x="8388" y="15557"/>
                </a:lnTo>
                <a:lnTo>
                  <a:pt x="9576" y="15683"/>
                </a:lnTo>
                <a:lnTo>
                  <a:pt x="10766" y="15811"/>
                </a:lnTo>
                <a:lnTo>
                  <a:pt x="11957" y="15938"/>
                </a:lnTo>
                <a:lnTo>
                  <a:pt x="13151" y="16066"/>
                </a:lnTo>
                <a:lnTo>
                  <a:pt x="14346" y="16194"/>
                </a:lnTo>
                <a:lnTo>
                  <a:pt x="15545" y="16322"/>
                </a:lnTo>
                <a:lnTo>
                  <a:pt x="16747" y="16451"/>
                </a:lnTo>
                <a:lnTo>
                  <a:pt x="17953" y="16581"/>
                </a:lnTo>
                <a:lnTo>
                  <a:pt x="19163" y="16711"/>
                </a:lnTo>
                <a:lnTo>
                  <a:pt x="20380" y="16840"/>
                </a:lnTo>
                <a:lnTo>
                  <a:pt x="21600" y="16971"/>
                </a:lnTo>
                <a:lnTo>
                  <a:pt x="21600" y="17737"/>
                </a:lnTo>
                <a:lnTo>
                  <a:pt x="21600" y="18514"/>
                </a:lnTo>
                <a:lnTo>
                  <a:pt x="20655" y="18460"/>
                </a:lnTo>
                <a:lnTo>
                  <a:pt x="19694" y="18406"/>
                </a:lnTo>
                <a:lnTo>
                  <a:pt x="18463" y="18365"/>
                </a:lnTo>
                <a:lnTo>
                  <a:pt x="17212" y="18321"/>
                </a:lnTo>
                <a:lnTo>
                  <a:pt x="16598" y="18294"/>
                </a:lnTo>
                <a:lnTo>
                  <a:pt x="14744" y="18213"/>
                </a:lnTo>
                <a:lnTo>
                  <a:pt x="13680" y="18363"/>
                </a:lnTo>
                <a:lnTo>
                  <a:pt x="12600" y="18514"/>
                </a:lnTo>
                <a:lnTo>
                  <a:pt x="11903" y="19437"/>
                </a:lnTo>
                <a:lnTo>
                  <a:pt x="11484" y="20066"/>
                </a:lnTo>
                <a:lnTo>
                  <a:pt x="11173" y="20691"/>
                </a:lnTo>
                <a:lnTo>
                  <a:pt x="10800" y="21600"/>
                </a:lnTo>
                <a:lnTo>
                  <a:pt x="10688" y="20835"/>
                </a:lnTo>
                <a:lnTo>
                  <a:pt x="10575" y="20066"/>
                </a:lnTo>
                <a:lnTo>
                  <a:pt x="10462" y="19286"/>
                </a:lnTo>
                <a:lnTo>
                  <a:pt x="9979" y="18520"/>
                </a:lnTo>
                <a:lnTo>
                  <a:pt x="9493" y="17752"/>
                </a:lnTo>
                <a:lnTo>
                  <a:pt x="9000" y="16971"/>
                </a:lnTo>
                <a:lnTo>
                  <a:pt x="7706" y="16819"/>
                </a:lnTo>
                <a:lnTo>
                  <a:pt x="6422" y="16734"/>
                </a:lnTo>
                <a:lnTo>
                  <a:pt x="5144" y="16705"/>
                </a:lnTo>
                <a:lnTo>
                  <a:pt x="3868" y="16723"/>
                </a:lnTo>
                <a:lnTo>
                  <a:pt x="2588" y="16780"/>
                </a:lnTo>
                <a:lnTo>
                  <a:pt x="1301" y="16867"/>
                </a:lnTo>
                <a:lnTo>
                  <a:pt x="0" y="16971"/>
                </a:lnTo>
                <a:lnTo>
                  <a:pt x="893" y="16780"/>
                </a:lnTo>
                <a:lnTo>
                  <a:pt x="1789" y="16589"/>
                </a:lnTo>
                <a:lnTo>
                  <a:pt x="2700" y="16393"/>
                </a:lnTo>
                <a:lnTo>
                  <a:pt x="3593" y="16075"/>
                </a:lnTo>
                <a:lnTo>
                  <a:pt x="4489" y="15753"/>
                </a:lnTo>
                <a:lnTo>
                  <a:pt x="5400" y="15429"/>
                </a:lnTo>
                <a:lnTo>
                  <a:pt x="5400" y="14409"/>
                </a:lnTo>
                <a:lnTo>
                  <a:pt x="5400" y="13383"/>
                </a:lnTo>
                <a:lnTo>
                  <a:pt x="5400" y="12343"/>
                </a:lnTo>
                <a:lnTo>
                  <a:pt x="4331" y="12343"/>
                </a:lnTo>
                <a:lnTo>
                  <a:pt x="3258" y="12343"/>
                </a:lnTo>
                <a:lnTo>
                  <a:pt x="2182" y="12343"/>
                </a:lnTo>
                <a:lnTo>
                  <a:pt x="1096" y="12343"/>
                </a:lnTo>
                <a:lnTo>
                  <a:pt x="0" y="12343"/>
                </a:lnTo>
                <a:lnTo>
                  <a:pt x="216" y="11153"/>
                </a:lnTo>
                <a:lnTo>
                  <a:pt x="446" y="10012"/>
                </a:lnTo>
                <a:lnTo>
                  <a:pt x="700" y="8912"/>
                </a:lnTo>
                <a:lnTo>
                  <a:pt x="983" y="7847"/>
                </a:lnTo>
                <a:lnTo>
                  <a:pt x="1305" y="6815"/>
                </a:lnTo>
                <a:lnTo>
                  <a:pt x="1676" y="5807"/>
                </a:lnTo>
                <a:lnTo>
                  <a:pt x="2104" y="4820"/>
                </a:lnTo>
                <a:lnTo>
                  <a:pt x="2597" y="3848"/>
                </a:lnTo>
                <a:lnTo>
                  <a:pt x="3166" y="2885"/>
                </a:lnTo>
                <a:lnTo>
                  <a:pt x="3816" y="1927"/>
                </a:lnTo>
                <a:lnTo>
                  <a:pt x="4558" y="967"/>
                </a:lnTo>
                <a:lnTo>
                  <a:pt x="5400" y="0"/>
                </a:lnTo>
                <a:close/>
              </a:path>
            </a:pathLst>
          </a:custGeom>
          <a:solidFill>
            <a:srgbClr val="3D3E41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4" name="contour_05842"/>
          <p:cNvSpPr/>
          <p:nvPr/>
        </p:nvSpPr>
        <p:spPr>
          <a:xfrm>
            <a:off x="7626326" y="5203670"/>
            <a:ext cx="87456" cy="655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2386"/>
                </a:moveTo>
                <a:lnTo>
                  <a:pt x="15309" y="3574"/>
                </a:lnTo>
                <a:lnTo>
                  <a:pt x="14416" y="4765"/>
                </a:lnTo>
                <a:lnTo>
                  <a:pt x="13523" y="5955"/>
                </a:lnTo>
                <a:lnTo>
                  <a:pt x="12627" y="7150"/>
                </a:lnTo>
                <a:lnTo>
                  <a:pt x="11727" y="8351"/>
                </a:lnTo>
                <a:lnTo>
                  <a:pt x="10823" y="9555"/>
                </a:lnTo>
                <a:lnTo>
                  <a:pt x="9914" y="10768"/>
                </a:lnTo>
                <a:lnTo>
                  <a:pt x="9000" y="11987"/>
                </a:lnTo>
                <a:lnTo>
                  <a:pt x="9574" y="11877"/>
                </a:lnTo>
                <a:lnTo>
                  <a:pt x="10098" y="11778"/>
                </a:lnTo>
                <a:lnTo>
                  <a:pt x="10651" y="11672"/>
                </a:lnTo>
                <a:lnTo>
                  <a:pt x="11304" y="11548"/>
                </a:lnTo>
                <a:lnTo>
                  <a:pt x="12134" y="11389"/>
                </a:lnTo>
                <a:lnTo>
                  <a:pt x="13219" y="11183"/>
                </a:lnTo>
                <a:lnTo>
                  <a:pt x="14632" y="10914"/>
                </a:lnTo>
                <a:lnTo>
                  <a:pt x="16448" y="10568"/>
                </a:lnTo>
                <a:lnTo>
                  <a:pt x="18747" y="10129"/>
                </a:lnTo>
                <a:lnTo>
                  <a:pt x="21600" y="9587"/>
                </a:lnTo>
                <a:lnTo>
                  <a:pt x="21397" y="12328"/>
                </a:lnTo>
                <a:lnTo>
                  <a:pt x="21220" y="14255"/>
                </a:lnTo>
                <a:lnTo>
                  <a:pt x="21022" y="15640"/>
                </a:lnTo>
                <a:lnTo>
                  <a:pt x="20754" y="16747"/>
                </a:lnTo>
                <a:lnTo>
                  <a:pt x="20363" y="17839"/>
                </a:lnTo>
                <a:lnTo>
                  <a:pt x="19800" y="19188"/>
                </a:lnTo>
                <a:lnTo>
                  <a:pt x="18698" y="19867"/>
                </a:lnTo>
                <a:lnTo>
                  <a:pt x="17608" y="20419"/>
                </a:lnTo>
                <a:lnTo>
                  <a:pt x="16520" y="20851"/>
                </a:lnTo>
                <a:lnTo>
                  <a:pt x="15428" y="21175"/>
                </a:lnTo>
                <a:lnTo>
                  <a:pt x="14317" y="21403"/>
                </a:lnTo>
                <a:lnTo>
                  <a:pt x="13181" y="21540"/>
                </a:lnTo>
                <a:lnTo>
                  <a:pt x="12013" y="21600"/>
                </a:lnTo>
                <a:lnTo>
                  <a:pt x="10800" y="21588"/>
                </a:lnTo>
                <a:lnTo>
                  <a:pt x="9416" y="20669"/>
                </a:lnTo>
                <a:lnTo>
                  <a:pt x="8579" y="19862"/>
                </a:lnTo>
                <a:lnTo>
                  <a:pt x="7952" y="18720"/>
                </a:lnTo>
                <a:lnTo>
                  <a:pt x="7200" y="16787"/>
                </a:lnTo>
                <a:lnTo>
                  <a:pt x="7234" y="15249"/>
                </a:lnTo>
                <a:lnTo>
                  <a:pt x="7283" y="13710"/>
                </a:lnTo>
                <a:lnTo>
                  <a:pt x="7348" y="12174"/>
                </a:lnTo>
                <a:lnTo>
                  <a:pt x="7425" y="10638"/>
                </a:lnTo>
                <a:lnTo>
                  <a:pt x="7492" y="8751"/>
                </a:lnTo>
                <a:lnTo>
                  <a:pt x="7492" y="7513"/>
                </a:lnTo>
                <a:lnTo>
                  <a:pt x="7402" y="6375"/>
                </a:lnTo>
                <a:lnTo>
                  <a:pt x="7200" y="4786"/>
                </a:lnTo>
                <a:lnTo>
                  <a:pt x="6055" y="3963"/>
                </a:lnTo>
                <a:lnTo>
                  <a:pt x="4905" y="3360"/>
                </a:lnTo>
                <a:lnTo>
                  <a:pt x="3739" y="2940"/>
                </a:lnTo>
                <a:lnTo>
                  <a:pt x="2542" y="2664"/>
                </a:lnTo>
                <a:lnTo>
                  <a:pt x="1300" y="2494"/>
                </a:lnTo>
                <a:lnTo>
                  <a:pt x="0" y="2386"/>
                </a:lnTo>
                <a:lnTo>
                  <a:pt x="2437" y="1704"/>
                </a:lnTo>
                <a:lnTo>
                  <a:pt x="4513" y="1135"/>
                </a:lnTo>
                <a:lnTo>
                  <a:pt x="6271" y="682"/>
                </a:lnTo>
                <a:lnTo>
                  <a:pt x="7760" y="341"/>
                </a:lnTo>
                <a:lnTo>
                  <a:pt x="9018" y="113"/>
                </a:lnTo>
                <a:lnTo>
                  <a:pt x="10094" y="0"/>
                </a:lnTo>
                <a:lnTo>
                  <a:pt x="11030" y="0"/>
                </a:lnTo>
                <a:lnTo>
                  <a:pt x="11873" y="113"/>
                </a:lnTo>
                <a:lnTo>
                  <a:pt x="12663" y="341"/>
                </a:lnTo>
                <a:lnTo>
                  <a:pt x="13446" y="682"/>
                </a:lnTo>
                <a:lnTo>
                  <a:pt x="14267" y="1135"/>
                </a:lnTo>
                <a:lnTo>
                  <a:pt x="15170" y="1704"/>
                </a:lnTo>
                <a:lnTo>
                  <a:pt x="16200" y="2386"/>
                </a:lnTo>
                <a:close/>
              </a:path>
            </a:pathLst>
          </a:custGeom>
          <a:solidFill>
            <a:srgbClr val="997F43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5" name="contour_05843"/>
          <p:cNvSpPr/>
          <p:nvPr/>
        </p:nvSpPr>
        <p:spPr>
          <a:xfrm>
            <a:off x="8209941" y="5160415"/>
            <a:ext cx="65016" cy="86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48" y="331"/>
                </a:moveTo>
                <a:lnTo>
                  <a:pt x="11288" y="1354"/>
                </a:lnTo>
                <a:lnTo>
                  <a:pt x="11951" y="2215"/>
                </a:lnTo>
                <a:lnTo>
                  <a:pt x="12302" y="3649"/>
                </a:lnTo>
                <a:lnTo>
                  <a:pt x="12184" y="4807"/>
                </a:lnTo>
                <a:lnTo>
                  <a:pt x="12065" y="5983"/>
                </a:lnTo>
                <a:lnTo>
                  <a:pt x="11966" y="8248"/>
                </a:lnTo>
                <a:lnTo>
                  <a:pt x="11922" y="9990"/>
                </a:lnTo>
                <a:lnTo>
                  <a:pt x="11963" y="11331"/>
                </a:lnTo>
                <a:lnTo>
                  <a:pt x="12111" y="12387"/>
                </a:lnTo>
                <a:lnTo>
                  <a:pt x="12397" y="13280"/>
                </a:lnTo>
                <a:lnTo>
                  <a:pt x="12845" y="14129"/>
                </a:lnTo>
                <a:lnTo>
                  <a:pt x="13484" y="15051"/>
                </a:lnTo>
                <a:lnTo>
                  <a:pt x="14336" y="16168"/>
                </a:lnTo>
                <a:lnTo>
                  <a:pt x="16210" y="16331"/>
                </a:lnTo>
                <a:lnTo>
                  <a:pt x="17525" y="16412"/>
                </a:lnTo>
                <a:lnTo>
                  <a:pt x="18629" y="16412"/>
                </a:lnTo>
                <a:lnTo>
                  <a:pt x="19871" y="16331"/>
                </a:lnTo>
                <a:lnTo>
                  <a:pt x="21600" y="16168"/>
                </a:lnTo>
                <a:lnTo>
                  <a:pt x="21121" y="17243"/>
                </a:lnTo>
                <a:lnTo>
                  <a:pt x="20641" y="18323"/>
                </a:lnTo>
                <a:lnTo>
                  <a:pt x="20157" y="19405"/>
                </a:lnTo>
                <a:lnTo>
                  <a:pt x="19670" y="20497"/>
                </a:lnTo>
                <a:lnTo>
                  <a:pt x="19179" y="21600"/>
                </a:lnTo>
                <a:lnTo>
                  <a:pt x="16012" y="21165"/>
                </a:lnTo>
                <a:lnTo>
                  <a:pt x="13399" y="20789"/>
                </a:lnTo>
                <a:lnTo>
                  <a:pt x="11266" y="20445"/>
                </a:lnTo>
                <a:lnTo>
                  <a:pt x="9535" y="20106"/>
                </a:lnTo>
                <a:lnTo>
                  <a:pt x="8133" y="19744"/>
                </a:lnTo>
                <a:lnTo>
                  <a:pt x="6983" y="19331"/>
                </a:lnTo>
                <a:lnTo>
                  <a:pt x="6010" y="18842"/>
                </a:lnTo>
                <a:lnTo>
                  <a:pt x="5133" y="18250"/>
                </a:lnTo>
                <a:lnTo>
                  <a:pt x="4283" y="17526"/>
                </a:lnTo>
                <a:lnTo>
                  <a:pt x="3382" y="16642"/>
                </a:lnTo>
                <a:lnTo>
                  <a:pt x="2351" y="15574"/>
                </a:lnTo>
                <a:lnTo>
                  <a:pt x="1697" y="14310"/>
                </a:lnTo>
                <a:lnTo>
                  <a:pt x="1121" y="13102"/>
                </a:lnTo>
                <a:lnTo>
                  <a:pt x="642" y="11929"/>
                </a:lnTo>
                <a:lnTo>
                  <a:pt x="281" y="10777"/>
                </a:lnTo>
                <a:lnTo>
                  <a:pt x="61" y="9628"/>
                </a:lnTo>
                <a:lnTo>
                  <a:pt x="0" y="8465"/>
                </a:lnTo>
                <a:lnTo>
                  <a:pt x="121" y="7274"/>
                </a:lnTo>
                <a:lnTo>
                  <a:pt x="446" y="6033"/>
                </a:lnTo>
                <a:lnTo>
                  <a:pt x="990" y="4731"/>
                </a:lnTo>
                <a:lnTo>
                  <a:pt x="2721" y="2843"/>
                </a:lnTo>
                <a:lnTo>
                  <a:pt x="4036" y="1501"/>
                </a:lnTo>
                <a:lnTo>
                  <a:pt x="5089" y="632"/>
                </a:lnTo>
                <a:lnTo>
                  <a:pt x="6034" y="158"/>
                </a:lnTo>
                <a:lnTo>
                  <a:pt x="7024" y="0"/>
                </a:lnTo>
                <a:lnTo>
                  <a:pt x="8210" y="83"/>
                </a:lnTo>
                <a:lnTo>
                  <a:pt x="9748" y="331"/>
                </a:lnTo>
                <a:close/>
              </a:path>
            </a:pathLst>
          </a:custGeom>
          <a:solidFill>
            <a:srgbClr val="E5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6" name="contour_05844"/>
          <p:cNvSpPr/>
          <p:nvPr/>
        </p:nvSpPr>
        <p:spPr>
          <a:xfrm>
            <a:off x="6358215" y="5152610"/>
            <a:ext cx="6559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079" y="1019"/>
                </a:lnTo>
                <a:lnTo>
                  <a:pt x="15758" y="2038"/>
                </a:lnTo>
                <a:lnTo>
                  <a:pt x="16440" y="3060"/>
                </a:lnTo>
                <a:lnTo>
                  <a:pt x="17124" y="4086"/>
                </a:lnTo>
                <a:lnTo>
                  <a:pt x="17813" y="5117"/>
                </a:lnTo>
                <a:lnTo>
                  <a:pt x="18504" y="6154"/>
                </a:lnTo>
                <a:lnTo>
                  <a:pt x="19200" y="7200"/>
                </a:lnTo>
                <a:lnTo>
                  <a:pt x="17503" y="7200"/>
                </a:lnTo>
                <a:lnTo>
                  <a:pt x="15804" y="7200"/>
                </a:lnTo>
                <a:lnTo>
                  <a:pt x="14100" y="7200"/>
                </a:lnTo>
                <a:lnTo>
                  <a:pt x="12389" y="7200"/>
                </a:lnTo>
                <a:lnTo>
                  <a:pt x="10670" y="7200"/>
                </a:lnTo>
                <a:lnTo>
                  <a:pt x="8942" y="7200"/>
                </a:lnTo>
                <a:lnTo>
                  <a:pt x="7200" y="7200"/>
                </a:lnTo>
                <a:lnTo>
                  <a:pt x="7200" y="8473"/>
                </a:lnTo>
                <a:lnTo>
                  <a:pt x="7200" y="9747"/>
                </a:lnTo>
                <a:lnTo>
                  <a:pt x="7200" y="11025"/>
                </a:lnTo>
                <a:lnTo>
                  <a:pt x="7200" y="12308"/>
                </a:lnTo>
                <a:lnTo>
                  <a:pt x="7200" y="13597"/>
                </a:lnTo>
                <a:lnTo>
                  <a:pt x="7200" y="14893"/>
                </a:lnTo>
                <a:lnTo>
                  <a:pt x="7200" y="16200"/>
                </a:lnTo>
                <a:lnTo>
                  <a:pt x="7925" y="16290"/>
                </a:lnTo>
                <a:lnTo>
                  <a:pt x="8590" y="16375"/>
                </a:lnTo>
                <a:lnTo>
                  <a:pt x="9317" y="16465"/>
                </a:lnTo>
                <a:lnTo>
                  <a:pt x="10224" y="16578"/>
                </a:lnTo>
                <a:lnTo>
                  <a:pt x="11429" y="16729"/>
                </a:lnTo>
                <a:lnTo>
                  <a:pt x="13051" y="16931"/>
                </a:lnTo>
                <a:lnTo>
                  <a:pt x="15206" y="17201"/>
                </a:lnTo>
                <a:lnTo>
                  <a:pt x="18017" y="17552"/>
                </a:lnTo>
                <a:lnTo>
                  <a:pt x="21600" y="18000"/>
                </a:lnTo>
                <a:lnTo>
                  <a:pt x="21600" y="19190"/>
                </a:lnTo>
                <a:lnTo>
                  <a:pt x="21600" y="20387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163" y="18801"/>
                </a:lnTo>
                <a:lnTo>
                  <a:pt x="314" y="16367"/>
                </a:lnTo>
                <a:lnTo>
                  <a:pt x="458" y="14269"/>
                </a:lnTo>
                <a:lnTo>
                  <a:pt x="610" y="12469"/>
                </a:lnTo>
                <a:lnTo>
                  <a:pt x="773" y="10937"/>
                </a:lnTo>
                <a:lnTo>
                  <a:pt x="960" y="9641"/>
                </a:lnTo>
                <a:lnTo>
                  <a:pt x="1181" y="8546"/>
                </a:lnTo>
                <a:lnTo>
                  <a:pt x="1442" y="7621"/>
                </a:lnTo>
                <a:lnTo>
                  <a:pt x="1757" y="6833"/>
                </a:lnTo>
                <a:lnTo>
                  <a:pt x="2129" y="6147"/>
                </a:lnTo>
                <a:lnTo>
                  <a:pt x="2573" y="5531"/>
                </a:lnTo>
                <a:lnTo>
                  <a:pt x="3096" y="4955"/>
                </a:lnTo>
                <a:lnTo>
                  <a:pt x="3708" y="4383"/>
                </a:lnTo>
                <a:lnTo>
                  <a:pt x="4416" y="3782"/>
                </a:lnTo>
                <a:lnTo>
                  <a:pt x="5232" y="3121"/>
                </a:lnTo>
                <a:lnTo>
                  <a:pt x="6730" y="2493"/>
                </a:lnTo>
                <a:lnTo>
                  <a:pt x="8213" y="1910"/>
                </a:lnTo>
                <a:lnTo>
                  <a:pt x="9703" y="1372"/>
                </a:lnTo>
                <a:lnTo>
                  <a:pt x="11220" y="875"/>
                </a:lnTo>
                <a:lnTo>
                  <a:pt x="12780" y="418"/>
                </a:lnTo>
                <a:lnTo>
                  <a:pt x="14400" y="0"/>
                </a:lnTo>
                <a:close/>
              </a:path>
            </a:pathLst>
          </a:custGeom>
          <a:solidFill>
            <a:srgbClr val="DEE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7" name="contour_05845"/>
          <p:cNvSpPr/>
          <p:nvPr/>
        </p:nvSpPr>
        <p:spPr>
          <a:xfrm>
            <a:off x="2173939" y="5174474"/>
            <a:ext cx="7384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15" y="0"/>
                </a:moveTo>
                <a:lnTo>
                  <a:pt x="3824" y="0"/>
                </a:lnTo>
                <a:lnTo>
                  <a:pt x="5242" y="0"/>
                </a:lnTo>
                <a:lnTo>
                  <a:pt x="6678" y="0"/>
                </a:lnTo>
                <a:lnTo>
                  <a:pt x="7538" y="1339"/>
                </a:lnTo>
                <a:lnTo>
                  <a:pt x="8409" y="2700"/>
                </a:lnTo>
                <a:lnTo>
                  <a:pt x="9742" y="3920"/>
                </a:lnTo>
                <a:lnTo>
                  <a:pt x="11097" y="4795"/>
                </a:lnTo>
                <a:lnTo>
                  <a:pt x="12483" y="5376"/>
                </a:lnTo>
                <a:lnTo>
                  <a:pt x="13900" y="5708"/>
                </a:lnTo>
                <a:lnTo>
                  <a:pt x="15354" y="5843"/>
                </a:lnTo>
                <a:lnTo>
                  <a:pt x="16846" y="5832"/>
                </a:lnTo>
                <a:lnTo>
                  <a:pt x="18383" y="5721"/>
                </a:lnTo>
                <a:lnTo>
                  <a:pt x="19965" y="5562"/>
                </a:lnTo>
                <a:lnTo>
                  <a:pt x="21600" y="5400"/>
                </a:lnTo>
                <a:lnTo>
                  <a:pt x="21327" y="7409"/>
                </a:lnTo>
                <a:lnTo>
                  <a:pt x="21080" y="8834"/>
                </a:lnTo>
                <a:lnTo>
                  <a:pt x="20756" y="10066"/>
                </a:lnTo>
                <a:lnTo>
                  <a:pt x="20253" y="11491"/>
                </a:lnTo>
                <a:lnTo>
                  <a:pt x="19468" y="13500"/>
                </a:lnTo>
                <a:lnTo>
                  <a:pt x="18008" y="13802"/>
                </a:lnTo>
                <a:lnTo>
                  <a:pt x="16610" y="13937"/>
                </a:lnTo>
                <a:lnTo>
                  <a:pt x="15241" y="13940"/>
                </a:lnTo>
                <a:lnTo>
                  <a:pt x="13864" y="13846"/>
                </a:lnTo>
                <a:lnTo>
                  <a:pt x="12442" y="13686"/>
                </a:lnTo>
                <a:lnTo>
                  <a:pt x="10942" y="13500"/>
                </a:lnTo>
                <a:lnTo>
                  <a:pt x="10942" y="15285"/>
                </a:lnTo>
                <a:lnTo>
                  <a:pt x="10942" y="17080"/>
                </a:lnTo>
                <a:lnTo>
                  <a:pt x="10942" y="18900"/>
                </a:lnTo>
                <a:lnTo>
                  <a:pt x="9595" y="19778"/>
                </a:lnTo>
                <a:lnTo>
                  <a:pt x="8524" y="20258"/>
                </a:lnTo>
                <a:lnTo>
                  <a:pt x="6811" y="20758"/>
                </a:lnTo>
                <a:lnTo>
                  <a:pt x="5660" y="21106"/>
                </a:lnTo>
                <a:lnTo>
                  <a:pt x="4489" y="21462"/>
                </a:lnTo>
                <a:lnTo>
                  <a:pt x="3973" y="21497"/>
                </a:lnTo>
                <a:lnTo>
                  <a:pt x="2415" y="21600"/>
                </a:lnTo>
                <a:lnTo>
                  <a:pt x="1179" y="19980"/>
                </a:lnTo>
                <a:lnTo>
                  <a:pt x="514" y="18773"/>
                </a:lnTo>
                <a:lnTo>
                  <a:pt x="198" y="17377"/>
                </a:lnTo>
                <a:lnTo>
                  <a:pt x="0" y="15188"/>
                </a:lnTo>
                <a:lnTo>
                  <a:pt x="6" y="13738"/>
                </a:lnTo>
                <a:lnTo>
                  <a:pt x="11" y="12280"/>
                </a:lnTo>
                <a:lnTo>
                  <a:pt x="17" y="10800"/>
                </a:lnTo>
                <a:lnTo>
                  <a:pt x="11" y="9350"/>
                </a:lnTo>
                <a:lnTo>
                  <a:pt x="6" y="7892"/>
                </a:lnTo>
                <a:lnTo>
                  <a:pt x="0" y="6412"/>
                </a:lnTo>
                <a:lnTo>
                  <a:pt x="198" y="4223"/>
                </a:lnTo>
                <a:lnTo>
                  <a:pt x="514" y="2827"/>
                </a:lnTo>
                <a:lnTo>
                  <a:pt x="1179" y="1620"/>
                </a:lnTo>
                <a:lnTo>
                  <a:pt x="2415" y="0"/>
                </a:lnTo>
                <a:close/>
              </a:path>
            </a:pathLst>
          </a:custGeom>
          <a:solidFill>
            <a:srgbClr val="4F4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8" name="contour_05846"/>
          <p:cNvSpPr/>
          <p:nvPr/>
        </p:nvSpPr>
        <p:spPr>
          <a:xfrm>
            <a:off x="11545844" y="5108882"/>
            <a:ext cx="7430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88" y="0"/>
                </a:moveTo>
                <a:lnTo>
                  <a:pt x="8888" y="1604"/>
                </a:lnTo>
                <a:lnTo>
                  <a:pt x="8888" y="3213"/>
                </a:lnTo>
                <a:lnTo>
                  <a:pt x="8888" y="4828"/>
                </a:lnTo>
                <a:lnTo>
                  <a:pt x="8888" y="6456"/>
                </a:lnTo>
                <a:lnTo>
                  <a:pt x="8888" y="8100"/>
                </a:lnTo>
                <a:lnTo>
                  <a:pt x="10146" y="8100"/>
                </a:lnTo>
                <a:lnTo>
                  <a:pt x="11409" y="8100"/>
                </a:lnTo>
                <a:lnTo>
                  <a:pt x="12676" y="8100"/>
                </a:lnTo>
                <a:lnTo>
                  <a:pt x="13954" y="8100"/>
                </a:lnTo>
                <a:lnTo>
                  <a:pt x="15244" y="8100"/>
                </a:lnTo>
                <a:lnTo>
                  <a:pt x="15244" y="6315"/>
                </a:lnTo>
                <a:lnTo>
                  <a:pt x="15244" y="4520"/>
                </a:lnTo>
                <a:lnTo>
                  <a:pt x="15244" y="2700"/>
                </a:lnTo>
                <a:lnTo>
                  <a:pt x="16502" y="3235"/>
                </a:lnTo>
                <a:lnTo>
                  <a:pt x="17765" y="3772"/>
                </a:lnTo>
                <a:lnTo>
                  <a:pt x="19032" y="4309"/>
                </a:lnTo>
                <a:lnTo>
                  <a:pt x="20310" y="4852"/>
                </a:lnTo>
                <a:lnTo>
                  <a:pt x="21600" y="5400"/>
                </a:lnTo>
                <a:lnTo>
                  <a:pt x="21367" y="7182"/>
                </a:lnTo>
                <a:lnTo>
                  <a:pt x="21134" y="8967"/>
                </a:lnTo>
                <a:lnTo>
                  <a:pt x="20901" y="10751"/>
                </a:lnTo>
                <a:lnTo>
                  <a:pt x="20666" y="12541"/>
                </a:lnTo>
                <a:lnTo>
                  <a:pt x="20430" y="14337"/>
                </a:lnTo>
                <a:lnTo>
                  <a:pt x="20195" y="16141"/>
                </a:lnTo>
                <a:lnTo>
                  <a:pt x="19958" y="17950"/>
                </a:lnTo>
                <a:lnTo>
                  <a:pt x="19721" y="19769"/>
                </a:lnTo>
                <a:lnTo>
                  <a:pt x="19481" y="21600"/>
                </a:lnTo>
                <a:lnTo>
                  <a:pt x="18956" y="20263"/>
                </a:lnTo>
                <a:lnTo>
                  <a:pt x="18430" y="18922"/>
                </a:lnTo>
                <a:lnTo>
                  <a:pt x="17899" y="17569"/>
                </a:lnTo>
                <a:lnTo>
                  <a:pt x="17363" y="16200"/>
                </a:lnTo>
                <a:lnTo>
                  <a:pt x="15886" y="16022"/>
                </a:lnTo>
                <a:lnTo>
                  <a:pt x="14458" y="15895"/>
                </a:lnTo>
                <a:lnTo>
                  <a:pt x="13053" y="15814"/>
                </a:lnTo>
                <a:lnTo>
                  <a:pt x="11649" y="15784"/>
                </a:lnTo>
                <a:lnTo>
                  <a:pt x="10225" y="15800"/>
                </a:lnTo>
                <a:lnTo>
                  <a:pt x="8757" y="15862"/>
                </a:lnTo>
                <a:lnTo>
                  <a:pt x="7553" y="15900"/>
                </a:lnTo>
                <a:lnTo>
                  <a:pt x="6335" y="15935"/>
                </a:lnTo>
                <a:lnTo>
                  <a:pt x="4854" y="15989"/>
                </a:lnTo>
                <a:lnTo>
                  <a:pt x="3373" y="16054"/>
                </a:lnTo>
                <a:lnTo>
                  <a:pt x="1892" y="16124"/>
                </a:lnTo>
                <a:lnTo>
                  <a:pt x="413" y="16200"/>
                </a:lnTo>
                <a:lnTo>
                  <a:pt x="333" y="14556"/>
                </a:lnTo>
                <a:lnTo>
                  <a:pt x="263" y="12909"/>
                </a:lnTo>
                <a:lnTo>
                  <a:pt x="201" y="11264"/>
                </a:lnTo>
                <a:lnTo>
                  <a:pt x="148" y="9617"/>
                </a:lnTo>
                <a:lnTo>
                  <a:pt x="74" y="7781"/>
                </a:lnTo>
                <a:lnTo>
                  <a:pt x="0" y="5916"/>
                </a:lnTo>
                <a:lnTo>
                  <a:pt x="360" y="3586"/>
                </a:lnTo>
                <a:lnTo>
                  <a:pt x="951" y="2292"/>
                </a:lnTo>
                <a:lnTo>
                  <a:pt x="2284" y="918"/>
                </a:lnTo>
                <a:lnTo>
                  <a:pt x="3473" y="470"/>
                </a:lnTo>
                <a:lnTo>
                  <a:pt x="4411" y="197"/>
                </a:lnTo>
                <a:lnTo>
                  <a:pt x="5415" y="59"/>
                </a:lnTo>
                <a:lnTo>
                  <a:pt x="6801" y="8"/>
                </a:lnTo>
                <a:lnTo>
                  <a:pt x="8888" y="0"/>
                </a:lnTo>
                <a:close/>
              </a:path>
            </a:pathLst>
          </a:custGeom>
          <a:solidFill>
            <a:srgbClr val="AE8C3E"/>
          </a:solidFill>
          <a:ln>
            <a:noFill/>
          </a:ln>
        </p:spPr>
        <p:txBody>
          <a:bodyPr/>
          <a:lstStyle/>
          <a:p/>
        </p:txBody>
      </p:sp>
      <p:sp>
        <p:nvSpPr>
          <p:cNvPr id="5849" name="contour_05847"/>
          <p:cNvSpPr/>
          <p:nvPr/>
        </p:nvSpPr>
        <p:spPr>
          <a:xfrm>
            <a:off x="8588333" y="5095268"/>
            <a:ext cx="51016" cy="72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55" y="390"/>
                </a:moveTo>
                <a:lnTo>
                  <a:pt x="18891" y="884"/>
                </a:lnTo>
                <a:lnTo>
                  <a:pt x="20236" y="1380"/>
                </a:lnTo>
                <a:lnTo>
                  <a:pt x="21600" y="1881"/>
                </a:lnTo>
                <a:lnTo>
                  <a:pt x="21180" y="3393"/>
                </a:lnTo>
                <a:lnTo>
                  <a:pt x="20711" y="4905"/>
                </a:lnTo>
                <a:lnTo>
                  <a:pt x="20187" y="6411"/>
                </a:lnTo>
                <a:lnTo>
                  <a:pt x="19604" y="7909"/>
                </a:lnTo>
                <a:lnTo>
                  <a:pt x="18952" y="9391"/>
                </a:lnTo>
                <a:lnTo>
                  <a:pt x="18233" y="10855"/>
                </a:lnTo>
                <a:lnTo>
                  <a:pt x="17437" y="12296"/>
                </a:lnTo>
                <a:lnTo>
                  <a:pt x="16558" y="13711"/>
                </a:lnTo>
                <a:lnTo>
                  <a:pt x="15592" y="15093"/>
                </a:lnTo>
                <a:lnTo>
                  <a:pt x="14534" y="16441"/>
                </a:lnTo>
                <a:lnTo>
                  <a:pt x="13377" y="17748"/>
                </a:lnTo>
                <a:lnTo>
                  <a:pt x="12115" y="19011"/>
                </a:lnTo>
                <a:lnTo>
                  <a:pt x="10744" y="20222"/>
                </a:lnTo>
                <a:lnTo>
                  <a:pt x="9257" y="21381"/>
                </a:lnTo>
                <a:lnTo>
                  <a:pt x="6813" y="21528"/>
                </a:lnTo>
                <a:lnTo>
                  <a:pt x="5110" y="21600"/>
                </a:lnTo>
                <a:lnTo>
                  <a:pt x="3703" y="21600"/>
                </a:lnTo>
                <a:lnTo>
                  <a:pt x="2148" y="21528"/>
                </a:lnTo>
                <a:lnTo>
                  <a:pt x="0" y="21381"/>
                </a:lnTo>
                <a:lnTo>
                  <a:pt x="346" y="18372"/>
                </a:lnTo>
                <a:lnTo>
                  <a:pt x="651" y="15778"/>
                </a:lnTo>
                <a:lnTo>
                  <a:pt x="938" y="13564"/>
                </a:lnTo>
                <a:lnTo>
                  <a:pt x="1219" y="11683"/>
                </a:lnTo>
                <a:lnTo>
                  <a:pt x="1512" y="10093"/>
                </a:lnTo>
                <a:lnTo>
                  <a:pt x="1836" y="8754"/>
                </a:lnTo>
                <a:lnTo>
                  <a:pt x="2200" y="7620"/>
                </a:lnTo>
                <a:lnTo>
                  <a:pt x="2626" y="6650"/>
                </a:lnTo>
                <a:lnTo>
                  <a:pt x="3126" y="5800"/>
                </a:lnTo>
                <a:lnTo>
                  <a:pt x="3721" y="5031"/>
                </a:lnTo>
                <a:lnTo>
                  <a:pt x="4422" y="4297"/>
                </a:lnTo>
                <a:lnTo>
                  <a:pt x="5246" y="3556"/>
                </a:lnTo>
                <a:lnTo>
                  <a:pt x="6212" y="2765"/>
                </a:lnTo>
                <a:lnTo>
                  <a:pt x="7335" y="1881"/>
                </a:lnTo>
                <a:lnTo>
                  <a:pt x="9822" y="830"/>
                </a:lnTo>
                <a:lnTo>
                  <a:pt x="11596" y="225"/>
                </a:lnTo>
                <a:lnTo>
                  <a:pt x="13148" y="0"/>
                </a:lnTo>
                <a:lnTo>
                  <a:pt x="14972" y="78"/>
                </a:lnTo>
                <a:lnTo>
                  <a:pt x="17555" y="390"/>
                </a:lnTo>
                <a:close/>
              </a:path>
            </a:pathLst>
          </a:custGeom>
          <a:solidFill>
            <a:srgbClr val="F2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0" name="contour_05848"/>
          <p:cNvSpPr/>
          <p:nvPr/>
        </p:nvSpPr>
        <p:spPr>
          <a:xfrm>
            <a:off x="4470625" y="5108051"/>
            <a:ext cx="72880" cy="66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0"/>
                </a:moveTo>
                <a:lnTo>
                  <a:pt x="20529" y="711"/>
                </a:lnTo>
                <a:lnTo>
                  <a:pt x="19440" y="1159"/>
                </a:lnTo>
                <a:lnTo>
                  <a:pt x="18369" y="1894"/>
                </a:lnTo>
                <a:lnTo>
                  <a:pt x="17280" y="2640"/>
                </a:lnTo>
                <a:lnTo>
                  <a:pt x="17280" y="4207"/>
                </a:lnTo>
                <a:lnTo>
                  <a:pt x="17280" y="5783"/>
                </a:lnTo>
                <a:lnTo>
                  <a:pt x="17280" y="7380"/>
                </a:lnTo>
                <a:lnTo>
                  <a:pt x="16276" y="7821"/>
                </a:lnTo>
                <a:lnTo>
                  <a:pt x="15254" y="8269"/>
                </a:lnTo>
                <a:lnTo>
                  <a:pt x="13612" y="9395"/>
                </a:lnTo>
                <a:lnTo>
                  <a:pt x="12817" y="10362"/>
                </a:lnTo>
                <a:lnTo>
                  <a:pt x="12193" y="11999"/>
                </a:lnTo>
                <a:lnTo>
                  <a:pt x="11886" y="13438"/>
                </a:lnTo>
                <a:lnTo>
                  <a:pt x="11597" y="14883"/>
                </a:lnTo>
                <a:lnTo>
                  <a:pt x="11323" y="16329"/>
                </a:lnTo>
                <a:lnTo>
                  <a:pt x="11059" y="17780"/>
                </a:lnTo>
                <a:lnTo>
                  <a:pt x="10800" y="19230"/>
                </a:lnTo>
                <a:lnTo>
                  <a:pt x="12226" y="19621"/>
                </a:lnTo>
                <a:lnTo>
                  <a:pt x="13653" y="20012"/>
                </a:lnTo>
                <a:lnTo>
                  <a:pt x="15088" y="20406"/>
                </a:lnTo>
                <a:lnTo>
                  <a:pt x="16528" y="20801"/>
                </a:lnTo>
                <a:lnTo>
                  <a:pt x="17978" y="21199"/>
                </a:lnTo>
                <a:lnTo>
                  <a:pt x="19440" y="21600"/>
                </a:lnTo>
                <a:lnTo>
                  <a:pt x="17913" y="21600"/>
                </a:lnTo>
                <a:lnTo>
                  <a:pt x="16384" y="21600"/>
                </a:lnTo>
                <a:lnTo>
                  <a:pt x="14850" y="21600"/>
                </a:lnTo>
                <a:lnTo>
                  <a:pt x="13310" y="21600"/>
                </a:lnTo>
                <a:lnTo>
                  <a:pt x="11763" y="21600"/>
                </a:lnTo>
                <a:lnTo>
                  <a:pt x="10208" y="21600"/>
                </a:lnTo>
                <a:lnTo>
                  <a:pt x="8640" y="21600"/>
                </a:lnTo>
                <a:lnTo>
                  <a:pt x="8640" y="20033"/>
                </a:lnTo>
                <a:lnTo>
                  <a:pt x="8640" y="18457"/>
                </a:lnTo>
                <a:lnTo>
                  <a:pt x="8640" y="16860"/>
                </a:lnTo>
                <a:lnTo>
                  <a:pt x="7214" y="16860"/>
                </a:lnTo>
                <a:lnTo>
                  <a:pt x="5787" y="16860"/>
                </a:lnTo>
                <a:lnTo>
                  <a:pt x="4352" y="16860"/>
                </a:lnTo>
                <a:lnTo>
                  <a:pt x="2912" y="16860"/>
                </a:lnTo>
                <a:lnTo>
                  <a:pt x="1462" y="16860"/>
                </a:lnTo>
                <a:lnTo>
                  <a:pt x="0" y="16860"/>
                </a:lnTo>
                <a:lnTo>
                  <a:pt x="292" y="14004"/>
                </a:lnTo>
                <a:lnTo>
                  <a:pt x="546" y="11691"/>
                </a:lnTo>
                <a:lnTo>
                  <a:pt x="795" y="9831"/>
                </a:lnTo>
                <a:lnTo>
                  <a:pt x="1067" y="8330"/>
                </a:lnTo>
                <a:lnTo>
                  <a:pt x="1387" y="7103"/>
                </a:lnTo>
                <a:lnTo>
                  <a:pt x="1784" y="6055"/>
                </a:lnTo>
                <a:lnTo>
                  <a:pt x="2290" y="5103"/>
                </a:lnTo>
                <a:lnTo>
                  <a:pt x="2929" y="4152"/>
                </a:lnTo>
                <a:lnTo>
                  <a:pt x="3732" y="3114"/>
                </a:lnTo>
                <a:lnTo>
                  <a:pt x="4726" y="1901"/>
                </a:lnTo>
                <a:lnTo>
                  <a:pt x="6255" y="1325"/>
                </a:lnTo>
                <a:lnTo>
                  <a:pt x="7770" y="870"/>
                </a:lnTo>
                <a:lnTo>
                  <a:pt x="9277" y="526"/>
                </a:lnTo>
                <a:lnTo>
                  <a:pt x="10783" y="277"/>
                </a:lnTo>
                <a:lnTo>
                  <a:pt x="12286" y="116"/>
                </a:lnTo>
                <a:lnTo>
                  <a:pt x="13798" y="26"/>
                </a:lnTo>
                <a:lnTo>
                  <a:pt x="15319" y="0"/>
                </a:lnTo>
                <a:lnTo>
                  <a:pt x="16854" y="21"/>
                </a:lnTo>
                <a:lnTo>
                  <a:pt x="18412" y="83"/>
                </a:lnTo>
                <a:lnTo>
                  <a:pt x="19991" y="168"/>
                </a:lnTo>
                <a:lnTo>
                  <a:pt x="21600" y="270"/>
                </a:lnTo>
                <a:close/>
              </a:path>
            </a:pathLst>
          </a:custGeom>
          <a:solidFill>
            <a:srgbClr val="8C8B8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1" name="contour_05849"/>
          <p:cNvSpPr/>
          <p:nvPr/>
        </p:nvSpPr>
        <p:spPr>
          <a:xfrm>
            <a:off x="4157242" y="5078207"/>
            <a:ext cx="72880" cy="671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490"/>
                </a:moveTo>
                <a:lnTo>
                  <a:pt x="20012" y="2012"/>
                </a:lnTo>
                <a:lnTo>
                  <a:pt x="20477" y="3542"/>
                </a:lnTo>
                <a:lnTo>
                  <a:pt x="20848" y="5085"/>
                </a:lnTo>
                <a:lnTo>
                  <a:pt x="21146" y="6650"/>
                </a:lnTo>
                <a:lnTo>
                  <a:pt x="21390" y="8245"/>
                </a:lnTo>
                <a:lnTo>
                  <a:pt x="21600" y="9872"/>
                </a:lnTo>
                <a:lnTo>
                  <a:pt x="20466" y="10259"/>
                </a:lnTo>
                <a:lnTo>
                  <a:pt x="19313" y="10651"/>
                </a:lnTo>
                <a:lnTo>
                  <a:pt x="16891" y="11573"/>
                </a:lnTo>
                <a:lnTo>
                  <a:pt x="14986" y="12330"/>
                </a:lnTo>
                <a:lnTo>
                  <a:pt x="13513" y="12987"/>
                </a:lnTo>
                <a:lnTo>
                  <a:pt x="12390" y="13606"/>
                </a:lnTo>
                <a:lnTo>
                  <a:pt x="11532" y="14254"/>
                </a:lnTo>
                <a:lnTo>
                  <a:pt x="10852" y="14990"/>
                </a:lnTo>
                <a:lnTo>
                  <a:pt x="10266" y="15879"/>
                </a:lnTo>
                <a:lnTo>
                  <a:pt x="9694" y="16986"/>
                </a:lnTo>
                <a:lnTo>
                  <a:pt x="9046" y="18375"/>
                </a:lnTo>
                <a:lnTo>
                  <a:pt x="8845" y="19977"/>
                </a:lnTo>
                <a:lnTo>
                  <a:pt x="8640" y="21600"/>
                </a:lnTo>
                <a:lnTo>
                  <a:pt x="8640" y="20050"/>
                </a:lnTo>
                <a:lnTo>
                  <a:pt x="8640" y="18490"/>
                </a:lnTo>
                <a:lnTo>
                  <a:pt x="8640" y="16909"/>
                </a:lnTo>
                <a:lnTo>
                  <a:pt x="7221" y="16208"/>
                </a:lnTo>
                <a:lnTo>
                  <a:pt x="6100" y="15828"/>
                </a:lnTo>
                <a:lnTo>
                  <a:pt x="4320" y="15443"/>
                </a:lnTo>
                <a:lnTo>
                  <a:pt x="3115" y="15178"/>
                </a:lnTo>
                <a:lnTo>
                  <a:pt x="1890" y="14911"/>
                </a:lnTo>
                <a:lnTo>
                  <a:pt x="953" y="14737"/>
                </a:lnTo>
                <a:lnTo>
                  <a:pt x="0" y="14563"/>
                </a:lnTo>
                <a:lnTo>
                  <a:pt x="559" y="12961"/>
                </a:lnTo>
                <a:lnTo>
                  <a:pt x="1132" y="11446"/>
                </a:lnTo>
                <a:lnTo>
                  <a:pt x="1734" y="10015"/>
                </a:lnTo>
                <a:lnTo>
                  <a:pt x="2391" y="8669"/>
                </a:lnTo>
                <a:lnTo>
                  <a:pt x="3117" y="7402"/>
                </a:lnTo>
                <a:lnTo>
                  <a:pt x="3936" y="6218"/>
                </a:lnTo>
                <a:lnTo>
                  <a:pt x="4864" y="5111"/>
                </a:lnTo>
                <a:lnTo>
                  <a:pt x="5923" y="4081"/>
                </a:lnTo>
                <a:lnTo>
                  <a:pt x="7130" y="3129"/>
                </a:lnTo>
                <a:lnTo>
                  <a:pt x="8506" y="2249"/>
                </a:lnTo>
                <a:lnTo>
                  <a:pt x="9893" y="1640"/>
                </a:lnTo>
                <a:lnTo>
                  <a:pt x="11238" y="1088"/>
                </a:lnTo>
                <a:lnTo>
                  <a:pt x="12558" y="624"/>
                </a:lnTo>
                <a:lnTo>
                  <a:pt x="13872" y="267"/>
                </a:lnTo>
                <a:lnTo>
                  <a:pt x="15198" y="52"/>
                </a:lnTo>
                <a:lnTo>
                  <a:pt x="16556" y="0"/>
                </a:lnTo>
                <a:lnTo>
                  <a:pt x="17963" y="136"/>
                </a:lnTo>
                <a:lnTo>
                  <a:pt x="19440" y="490"/>
                </a:lnTo>
                <a:close/>
              </a:path>
            </a:pathLst>
          </a:custGeom>
          <a:solidFill>
            <a:srgbClr val="3D3C3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2" name="contour_05850"/>
          <p:cNvSpPr/>
          <p:nvPr/>
        </p:nvSpPr>
        <p:spPr>
          <a:xfrm>
            <a:off x="7968861" y="5005779"/>
            <a:ext cx="87456" cy="60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25" y="57"/>
                </a:moveTo>
                <a:lnTo>
                  <a:pt x="10197" y="104"/>
                </a:lnTo>
                <a:lnTo>
                  <a:pt x="11174" y="151"/>
                </a:lnTo>
                <a:lnTo>
                  <a:pt x="12164" y="201"/>
                </a:lnTo>
                <a:lnTo>
                  <a:pt x="12721" y="245"/>
                </a:lnTo>
                <a:lnTo>
                  <a:pt x="14400" y="383"/>
                </a:lnTo>
                <a:lnTo>
                  <a:pt x="14326" y="1640"/>
                </a:lnTo>
                <a:lnTo>
                  <a:pt x="14251" y="2903"/>
                </a:lnTo>
                <a:lnTo>
                  <a:pt x="14175" y="4183"/>
                </a:lnTo>
                <a:lnTo>
                  <a:pt x="14209" y="4775"/>
                </a:lnTo>
                <a:lnTo>
                  <a:pt x="14267" y="5819"/>
                </a:lnTo>
                <a:lnTo>
                  <a:pt x="14400" y="8208"/>
                </a:lnTo>
                <a:lnTo>
                  <a:pt x="15583" y="9165"/>
                </a:lnTo>
                <a:lnTo>
                  <a:pt x="16517" y="9629"/>
                </a:lnTo>
                <a:lnTo>
                  <a:pt x="18000" y="9999"/>
                </a:lnTo>
                <a:lnTo>
                  <a:pt x="19004" y="10258"/>
                </a:lnTo>
                <a:lnTo>
                  <a:pt x="20025" y="10521"/>
                </a:lnTo>
                <a:lnTo>
                  <a:pt x="20808" y="10667"/>
                </a:lnTo>
                <a:lnTo>
                  <a:pt x="21600" y="10816"/>
                </a:lnTo>
                <a:lnTo>
                  <a:pt x="21028" y="10889"/>
                </a:lnTo>
                <a:lnTo>
                  <a:pt x="19301" y="11110"/>
                </a:lnTo>
                <a:lnTo>
                  <a:pt x="18054" y="11335"/>
                </a:lnTo>
                <a:lnTo>
                  <a:pt x="16828" y="11575"/>
                </a:lnTo>
                <a:lnTo>
                  <a:pt x="15615" y="11843"/>
                </a:lnTo>
                <a:lnTo>
                  <a:pt x="14411" y="12151"/>
                </a:lnTo>
                <a:lnTo>
                  <a:pt x="13210" y="12511"/>
                </a:lnTo>
                <a:lnTo>
                  <a:pt x="12008" y="12931"/>
                </a:lnTo>
                <a:lnTo>
                  <a:pt x="10800" y="13424"/>
                </a:lnTo>
                <a:lnTo>
                  <a:pt x="10192" y="15442"/>
                </a:lnTo>
                <a:lnTo>
                  <a:pt x="9794" y="16859"/>
                </a:lnTo>
                <a:lnTo>
                  <a:pt x="9520" y="18048"/>
                </a:lnTo>
                <a:lnTo>
                  <a:pt x="9284" y="19386"/>
                </a:lnTo>
                <a:lnTo>
                  <a:pt x="9000" y="21248"/>
                </a:lnTo>
                <a:lnTo>
                  <a:pt x="7607" y="21483"/>
                </a:lnTo>
                <a:lnTo>
                  <a:pt x="6629" y="21600"/>
                </a:lnTo>
                <a:lnTo>
                  <a:pt x="5809" y="21600"/>
                </a:lnTo>
                <a:lnTo>
                  <a:pt x="4885" y="21483"/>
                </a:lnTo>
                <a:lnTo>
                  <a:pt x="3600" y="21248"/>
                </a:lnTo>
                <a:lnTo>
                  <a:pt x="3663" y="19879"/>
                </a:lnTo>
                <a:lnTo>
                  <a:pt x="3726" y="18486"/>
                </a:lnTo>
                <a:lnTo>
                  <a:pt x="3775" y="16702"/>
                </a:lnTo>
                <a:lnTo>
                  <a:pt x="3825" y="14892"/>
                </a:lnTo>
                <a:lnTo>
                  <a:pt x="3888" y="13116"/>
                </a:lnTo>
                <a:lnTo>
                  <a:pt x="3951" y="11314"/>
                </a:lnTo>
                <a:lnTo>
                  <a:pt x="3776" y="9772"/>
                </a:lnTo>
                <a:lnTo>
                  <a:pt x="3600" y="8208"/>
                </a:lnTo>
                <a:lnTo>
                  <a:pt x="2524" y="7198"/>
                </a:lnTo>
                <a:lnTo>
                  <a:pt x="1789" y="6591"/>
                </a:lnTo>
                <a:lnTo>
                  <a:pt x="1060" y="6139"/>
                </a:lnTo>
                <a:lnTo>
                  <a:pt x="0" y="5600"/>
                </a:lnTo>
                <a:lnTo>
                  <a:pt x="1044" y="3860"/>
                </a:lnTo>
                <a:lnTo>
                  <a:pt x="2027" y="2506"/>
                </a:lnTo>
                <a:lnTo>
                  <a:pt x="2995" y="1492"/>
                </a:lnTo>
                <a:lnTo>
                  <a:pt x="3996" y="777"/>
                </a:lnTo>
                <a:lnTo>
                  <a:pt x="5074" y="318"/>
                </a:lnTo>
                <a:lnTo>
                  <a:pt x="6273" y="73"/>
                </a:lnTo>
                <a:lnTo>
                  <a:pt x="7643" y="0"/>
                </a:lnTo>
                <a:lnTo>
                  <a:pt x="9225" y="57"/>
                </a:lnTo>
                <a:close/>
              </a:path>
            </a:pathLst>
          </a:custGeom>
          <a:solidFill>
            <a:srgbClr val="4A4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3" name="contour_05851"/>
          <p:cNvSpPr/>
          <p:nvPr/>
        </p:nvSpPr>
        <p:spPr>
          <a:xfrm>
            <a:off x="10781414" y="4926682"/>
            <a:ext cx="88068" cy="508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75" y="0"/>
                </a:moveTo>
                <a:lnTo>
                  <a:pt x="10875" y="2041"/>
                </a:lnTo>
                <a:lnTo>
                  <a:pt x="10875" y="4086"/>
                </a:lnTo>
                <a:lnTo>
                  <a:pt x="10875" y="6139"/>
                </a:lnTo>
                <a:lnTo>
                  <a:pt x="10875" y="8202"/>
                </a:lnTo>
                <a:lnTo>
                  <a:pt x="10875" y="10277"/>
                </a:lnTo>
                <a:lnTo>
                  <a:pt x="10875" y="12371"/>
                </a:lnTo>
                <a:lnTo>
                  <a:pt x="12055" y="12371"/>
                </a:lnTo>
                <a:lnTo>
                  <a:pt x="13236" y="12371"/>
                </a:lnTo>
                <a:lnTo>
                  <a:pt x="14418" y="12371"/>
                </a:lnTo>
                <a:lnTo>
                  <a:pt x="15603" y="12371"/>
                </a:lnTo>
                <a:lnTo>
                  <a:pt x="16792" y="12371"/>
                </a:lnTo>
                <a:lnTo>
                  <a:pt x="17986" y="12371"/>
                </a:lnTo>
                <a:lnTo>
                  <a:pt x="19183" y="12371"/>
                </a:lnTo>
                <a:lnTo>
                  <a:pt x="20388" y="12371"/>
                </a:lnTo>
                <a:lnTo>
                  <a:pt x="21600" y="12371"/>
                </a:lnTo>
                <a:lnTo>
                  <a:pt x="21600" y="14415"/>
                </a:lnTo>
                <a:lnTo>
                  <a:pt x="21600" y="16472"/>
                </a:lnTo>
                <a:lnTo>
                  <a:pt x="21600" y="18557"/>
                </a:lnTo>
                <a:lnTo>
                  <a:pt x="20508" y="19800"/>
                </a:lnTo>
                <a:lnTo>
                  <a:pt x="19455" y="20675"/>
                </a:lnTo>
                <a:lnTo>
                  <a:pt x="18411" y="21235"/>
                </a:lnTo>
                <a:lnTo>
                  <a:pt x="17349" y="21529"/>
                </a:lnTo>
                <a:lnTo>
                  <a:pt x="16241" y="21600"/>
                </a:lnTo>
                <a:lnTo>
                  <a:pt x="15056" y="21498"/>
                </a:lnTo>
                <a:lnTo>
                  <a:pt x="13765" y="21275"/>
                </a:lnTo>
                <a:lnTo>
                  <a:pt x="12570" y="21049"/>
                </a:lnTo>
                <a:lnTo>
                  <a:pt x="11358" y="20821"/>
                </a:lnTo>
                <a:lnTo>
                  <a:pt x="10119" y="20561"/>
                </a:lnTo>
                <a:lnTo>
                  <a:pt x="8864" y="20295"/>
                </a:lnTo>
                <a:lnTo>
                  <a:pt x="8233" y="20174"/>
                </a:lnTo>
                <a:lnTo>
                  <a:pt x="6329" y="19806"/>
                </a:lnTo>
                <a:lnTo>
                  <a:pt x="5093" y="19565"/>
                </a:lnTo>
                <a:lnTo>
                  <a:pt x="3857" y="19318"/>
                </a:lnTo>
                <a:lnTo>
                  <a:pt x="2620" y="19070"/>
                </a:lnTo>
                <a:lnTo>
                  <a:pt x="1385" y="18813"/>
                </a:lnTo>
                <a:lnTo>
                  <a:pt x="150" y="18557"/>
                </a:lnTo>
                <a:lnTo>
                  <a:pt x="50" y="16410"/>
                </a:lnTo>
                <a:lnTo>
                  <a:pt x="0" y="14858"/>
                </a:lnTo>
                <a:lnTo>
                  <a:pt x="0" y="13447"/>
                </a:lnTo>
                <a:lnTo>
                  <a:pt x="50" y="11734"/>
                </a:lnTo>
                <a:lnTo>
                  <a:pt x="150" y="9278"/>
                </a:lnTo>
                <a:lnTo>
                  <a:pt x="1012" y="7546"/>
                </a:lnTo>
                <a:lnTo>
                  <a:pt x="1648" y="6424"/>
                </a:lnTo>
                <a:lnTo>
                  <a:pt x="2374" y="5425"/>
                </a:lnTo>
                <a:lnTo>
                  <a:pt x="3502" y="4058"/>
                </a:lnTo>
                <a:lnTo>
                  <a:pt x="4437" y="2889"/>
                </a:lnTo>
                <a:lnTo>
                  <a:pt x="5387" y="1704"/>
                </a:lnTo>
                <a:lnTo>
                  <a:pt x="6349" y="872"/>
                </a:lnTo>
                <a:lnTo>
                  <a:pt x="7116" y="368"/>
                </a:lnTo>
                <a:lnTo>
                  <a:pt x="7951" y="108"/>
                </a:lnTo>
                <a:lnTo>
                  <a:pt x="9114" y="12"/>
                </a:lnTo>
                <a:lnTo>
                  <a:pt x="10875" y="0"/>
                </a:lnTo>
                <a:close/>
              </a:path>
            </a:pathLst>
          </a:custGeom>
          <a:solidFill>
            <a:srgbClr val="F2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4" name="contour_05852"/>
          <p:cNvSpPr/>
          <p:nvPr/>
        </p:nvSpPr>
        <p:spPr>
          <a:xfrm>
            <a:off x="4762145" y="4919394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47" y="0"/>
                </a:lnTo>
                <a:lnTo>
                  <a:pt x="2497" y="0"/>
                </a:lnTo>
                <a:lnTo>
                  <a:pt x="3746" y="0"/>
                </a:lnTo>
                <a:lnTo>
                  <a:pt x="4997" y="0"/>
                </a:lnTo>
                <a:lnTo>
                  <a:pt x="6253" y="0"/>
                </a:lnTo>
                <a:lnTo>
                  <a:pt x="7511" y="0"/>
                </a:lnTo>
                <a:lnTo>
                  <a:pt x="8775" y="0"/>
                </a:lnTo>
                <a:lnTo>
                  <a:pt x="10044" y="0"/>
                </a:lnTo>
                <a:lnTo>
                  <a:pt x="11318" y="0"/>
                </a:lnTo>
                <a:lnTo>
                  <a:pt x="12600" y="0"/>
                </a:lnTo>
                <a:lnTo>
                  <a:pt x="12600" y="2040"/>
                </a:lnTo>
                <a:lnTo>
                  <a:pt x="12600" y="4092"/>
                </a:lnTo>
                <a:lnTo>
                  <a:pt x="12600" y="6171"/>
                </a:lnTo>
                <a:lnTo>
                  <a:pt x="13873" y="6171"/>
                </a:lnTo>
                <a:lnTo>
                  <a:pt x="15147" y="6171"/>
                </a:lnTo>
                <a:lnTo>
                  <a:pt x="16425" y="6171"/>
                </a:lnTo>
                <a:lnTo>
                  <a:pt x="17708" y="6171"/>
                </a:lnTo>
                <a:lnTo>
                  <a:pt x="18997" y="6171"/>
                </a:lnTo>
                <a:lnTo>
                  <a:pt x="20293" y="6171"/>
                </a:lnTo>
                <a:lnTo>
                  <a:pt x="21600" y="6171"/>
                </a:lnTo>
                <a:lnTo>
                  <a:pt x="21600" y="8211"/>
                </a:lnTo>
                <a:lnTo>
                  <a:pt x="21600" y="10263"/>
                </a:lnTo>
                <a:lnTo>
                  <a:pt x="21600" y="12343"/>
                </a:lnTo>
                <a:lnTo>
                  <a:pt x="20410" y="12343"/>
                </a:lnTo>
                <a:lnTo>
                  <a:pt x="19213" y="12343"/>
                </a:lnTo>
                <a:lnTo>
                  <a:pt x="18000" y="12343"/>
                </a:lnTo>
                <a:lnTo>
                  <a:pt x="18000" y="14383"/>
                </a:lnTo>
                <a:lnTo>
                  <a:pt x="18000" y="16435"/>
                </a:lnTo>
                <a:lnTo>
                  <a:pt x="18000" y="18514"/>
                </a:lnTo>
                <a:lnTo>
                  <a:pt x="16810" y="18514"/>
                </a:lnTo>
                <a:lnTo>
                  <a:pt x="15613" y="18514"/>
                </a:lnTo>
                <a:lnTo>
                  <a:pt x="14400" y="18514"/>
                </a:lnTo>
                <a:lnTo>
                  <a:pt x="14400" y="16475"/>
                </a:lnTo>
                <a:lnTo>
                  <a:pt x="14400" y="14423"/>
                </a:lnTo>
                <a:lnTo>
                  <a:pt x="14400" y="12343"/>
                </a:lnTo>
                <a:lnTo>
                  <a:pt x="13331" y="12343"/>
                </a:lnTo>
                <a:lnTo>
                  <a:pt x="12258" y="12343"/>
                </a:lnTo>
                <a:lnTo>
                  <a:pt x="11182" y="12343"/>
                </a:lnTo>
                <a:lnTo>
                  <a:pt x="10096" y="12343"/>
                </a:lnTo>
                <a:lnTo>
                  <a:pt x="9000" y="12343"/>
                </a:lnTo>
                <a:lnTo>
                  <a:pt x="9000" y="14383"/>
                </a:lnTo>
                <a:lnTo>
                  <a:pt x="9000" y="16435"/>
                </a:lnTo>
                <a:lnTo>
                  <a:pt x="9000" y="18514"/>
                </a:lnTo>
                <a:lnTo>
                  <a:pt x="10069" y="19647"/>
                </a:lnTo>
                <a:lnTo>
                  <a:pt x="10800" y="20347"/>
                </a:lnTo>
                <a:lnTo>
                  <a:pt x="11531" y="20900"/>
                </a:lnTo>
                <a:lnTo>
                  <a:pt x="12600" y="21600"/>
                </a:lnTo>
                <a:lnTo>
                  <a:pt x="11408" y="21507"/>
                </a:lnTo>
                <a:lnTo>
                  <a:pt x="10244" y="21375"/>
                </a:lnTo>
                <a:lnTo>
                  <a:pt x="9104" y="21183"/>
                </a:lnTo>
                <a:lnTo>
                  <a:pt x="7985" y="20909"/>
                </a:lnTo>
                <a:lnTo>
                  <a:pt x="6878" y="20526"/>
                </a:lnTo>
                <a:lnTo>
                  <a:pt x="5782" y="20014"/>
                </a:lnTo>
                <a:lnTo>
                  <a:pt x="4691" y="19351"/>
                </a:lnTo>
                <a:lnTo>
                  <a:pt x="3600" y="18514"/>
                </a:lnTo>
                <a:lnTo>
                  <a:pt x="3379" y="16453"/>
                </a:lnTo>
                <a:lnTo>
                  <a:pt x="3271" y="14503"/>
                </a:lnTo>
                <a:lnTo>
                  <a:pt x="3260" y="12602"/>
                </a:lnTo>
                <a:lnTo>
                  <a:pt x="3328" y="10695"/>
                </a:lnTo>
                <a:lnTo>
                  <a:pt x="3460" y="8733"/>
                </a:lnTo>
                <a:lnTo>
                  <a:pt x="3636" y="6653"/>
                </a:lnTo>
                <a:lnTo>
                  <a:pt x="3618" y="4882"/>
                </a:lnTo>
                <a:lnTo>
                  <a:pt x="3600" y="3086"/>
                </a:lnTo>
                <a:lnTo>
                  <a:pt x="2709" y="2320"/>
                </a:lnTo>
                <a:lnTo>
                  <a:pt x="1814" y="1555"/>
                </a:lnTo>
                <a:lnTo>
                  <a:pt x="913" y="781"/>
                </a:lnTo>
                <a:lnTo>
                  <a:pt x="0" y="0"/>
                </a:lnTo>
                <a:close/>
              </a:path>
            </a:pathLst>
          </a:custGeom>
          <a:solidFill>
            <a:srgbClr val="635562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5" name="contour_05853"/>
          <p:cNvSpPr/>
          <p:nvPr/>
        </p:nvSpPr>
        <p:spPr>
          <a:xfrm>
            <a:off x="5046377" y="4919394"/>
            <a:ext cx="94744" cy="38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3" y="0"/>
                </a:moveTo>
                <a:lnTo>
                  <a:pt x="4496" y="102"/>
                </a:lnTo>
                <a:lnTo>
                  <a:pt x="5669" y="221"/>
                </a:lnTo>
                <a:lnTo>
                  <a:pt x="6841" y="360"/>
                </a:lnTo>
                <a:lnTo>
                  <a:pt x="8012" y="512"/>
                </a:lnTo>
                <a:lnTo>
                  <a:pt x="9183" y="671"/>
                </a:lnTo>
                <a:lnTo>
                  <a:pt x="10356" y="843"/>
                </a:lnTo>
                <a:lnTo>
                  <a:pt x="11528" y="1024"/>
                </a:lnTo>
                <a:lnTo>
                  <a:pt x="12114" y="1069"/>
                </a:lnTo>
                <a:lnTo>
                  <a:pt x="13885" y="1200"/>
                </a:lnTo>
                <a:lnTo>
                  <a:pt x="14960" y="1404"/>
                </a:lnTo>
                <a:lnTo>
                  <a:pt x="15984" y="1658"/>
                </a:lnTo>
                <a:lnTo>
                  <a:pt x="16973" y="2006"/>
                </a:lnTo>
                <a:lnTo>
                  <a:pt x="17950" y="2497"/>
                </a:lnTo>
                <a:lnTo>
                  <a:pt x="18932" y="3177"/>
                </a:lnTo>
                <a:lnTo>
                  <a:pt x="19938" y="4094"/>
                </a:lnTo>
                <a:lnTo>
                  <a:pt x="20503" y="6812"/>
                </a:lnTo>
                <a:lnTo>
                  <a:pt x="20900" y="9379"/>
                </a:lnTo>
                <a:lnTo>
                  <a:pt x="21170" y="11905"/>
                </a:lnTo>
                <a:lnTo>
                  <a:pt x="21351" y="14517"/>
                </a:lnTo>
                <a:lnTo>
                  <a:pt x="21480" y="17334"/>
                </a:lnTo>
                <a:lnTo>
                  <a:pt x="21600" y="20470"/>
                </a:lnTo>
                <a:lnTo>
                  <a:pt x="20503" y="20585"/>
                </a:lnTo>
                <a:lnTo>
                  <a:pt x="19408" y="20687"/>
                </a:lnTo>
                <a:lnTo>
                  <a:pt x="18312" y="20785"/>
                </a:lnTo>
                <a:lnTo>
                  <a:pt x="17217" y="20871"/>
                </a:lnTo>
                <a:lnTo>
                  <a:pt x="16120" y="20953"/>
                </a:lnTo>
                <a:lnTo>
                  <a:pt x="15024" y="21031"/>
                </a:lnTo>
                <a:lnTo>
                  <a:pt x="13927" y="21105"/>
                </a:lnTo>
                <a:lnTo>
                  <a:pt x="12830" y="21174"/>
                </a:lnTo>
                <a:lnTo>
                  <a:pt x="11734" y="21240"/>
                </a:lnTo>
                <a:lnTo>
                  <a:pt x="10797" y="21342"/>
                </a:lnTo>
                <a:lnTo>
                  <a:pt x="9853" y="21444"/>
                </a:lnTo>
                <a:lnTo>
                  <a:pt x="8896" y="21551"/>
                </a:lnTo>
                <a:lnTo>
                  <a:pt x="7834" y="21592"/>
                </a:lnTo>
                <a:lnTo>
                  <a:pt x="6794" y="21600"/>
                </a:lnTo>
                <a:lnTo>
                  <a:pt x="5769" y="21563"/>
                </a:lnTo>
                <a:lnTo>
                  <a:pt x="4750" y="21453"/>
                </a:lnTo>
                <a:lnTo>
                  <a:pt x="3732" y="21248"/>
                </a:lnTo>
                <a:lnTo>
                  <a:pt x="2703" y="20924"/>
                </a:lnTo>
                <a:lnTo>
                  <a:pt x="1662" y="20470"/>
                </a:lnTo>
                <a:lnTo>
                  <a:pt x="947" y="17400"/>
                </a:lnTo>
                <a:lnTo>
                  <a:pt x="503" y="15226"/>
                </a:lnTo>
                <a:lnTo>
                  <a:pt x="251" y="13359"/>
                </a:lnTo>
                <a:lnTo>
                  <a:pt x="110" y="11209"/>
                </a:lnTo>
                <a:lnTo>
                  <a:pt x="0" y="8188"/>
                </a:lnTo>
                <a:lnTo>
                  <a:pt x="1098" y="8188"/>
                </a:lnTo>
                <a:lnTo>
                  <a:pt x="2203" y="8188"/>
                </a:lnTo>
                <a:lnTo>
                  <a:pt x="3323" y="8188"/>
                </a:lnTo>
                <a:lnTo>
                  <a:pt x="3323" y="5482"/>
                </a:lnTo>
                <a:lnTo>
                  <a:pt x="3323" y="2759"/>
                </a:lnTo>
                <a:lnTo>
                  <a:pt x="3323" y="0"/>
                </a:lnTo>
                <a:close/>
              </a:path>
            </a:pathLst>
          </a:custGeom>
          <a:solidFill>
            <a:srgbClr val="E7E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6" name="contour_05854"/>
          <p:cNvSpPr/>
          <p:nvPr/>
        </p:nvSpPr>
        <p:spPr>
          <a:xfrm>
            <a:off x="752329" y="4897530"/>
            <a:ext cx="59725" cy="587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5" y="0"/>
                </a:moveTo>
                <a:lnTo>
                  <a:pt x="7799" y="297"/>
                </a:lnTo>
                <a:lnTo>
                  <a:pt x="9644" y="803"/>
                </a:lnTo>
                <a:lnTo>
                  <a:pt x="11350" y="1497"/>
                </a:lnTo>
                <a:lnTo>
                  <a:pt x="12944" y="2362"/>
                </a:lnTo>
                <a:lnTo>
                  <a:pt x="14449" y="3377"/>
                </a:lnTo>
                <a:lnTo>
                  <a:pt x="15896" y="4518"/>
                </a:lnTo>
                <a:lnTo>
                  <a:pt x="17312" y="5771"/>
                </a:lnTo>
                <a:lnTo>
                  <a:pt x="18719" y="7115"/>
                </a:lnTo>
                <a:lnTo>
                  <a:pt x="20148" y="8526"/>
                </a:lnTo>
                <a:lnTo>
                  <a:pt x="20857" y="9635"/>
                </a:lnTo>
                <a:lnTo>
                  <a:pt x="21286" y="10583"/>
                </a:lnTo>
                <a:lnTo>
                  <a:pt x="21508" y="11729"/>
                </a:lnTo>
                <a:lnTo>
                  <a:pt x="21589" y="13435"/>
                </a:lnTo>
                <a:lnTo>
                  <a:pt x="21600" y="16067"/>
                </a:lnTo>
                <a:lnTo>
                  <a:pt x="20032" y="17323"/>
                </a:lnTo>
                <a:lnTo>
                  <a:pt x="18429" y="18387"/>
                </a:lnTo>
                <a:lnTo>
                  <a:pt x="16790" y="19270"/>
                </a:lnTo>
                <a:lnTo>
                  <a:pt x="15113" y="19991"/>
                </a:lnTo>
                <a:lnTo>
                  <a:pt x="13405" y="20561"/>
                </a:lnTo>
                <a:lnTo>
                  <a:pt x="11661" y="20989"/>
                </a:lnTo>
                <a:lnTo>
                  <a:pt x="9884" y="21297"/>
                </a:lnTo>
                <a:lnTo>
                  <a:pt x="8073" y="21490"/>
                </a:lnTo>
                <a:lnTo>
                  <a:pt x="6231" y="21587"/>
                </a:lnTo>
                <a:lnTo>
                  <a:pt x="4357" y="21600"/>
                </a:lnTo>
                <a:lnTo>
                  <a:pt x="2451" y="21541"/>
                </a:lnTo>
                <a:lnTo>
                  <a:pt x="514" y="21423"/>
                </a:lnTo>
                <a:lnTo>
                  <a:pt x="271" y="17918"/>
                </a:lnTo>
                <a:lnTo>
                  <a:pt x="98" y="15077"/>
                </a:lnTo>
                <a:lnTo>
                  <a:pt x="3" y="12792"/>
                </a:lnTo>
                <a:lnTo>
                  <a:pt x="0" y="10947"/>
                </a:lnTo>
                <a:lnTo>
                  <a:pt x="103" y="9437"/>
                </a:lnTo>
                <a:lnTo>
                  <a:pt x="324" y="8149"/>
                </a:lnTo>
                <a:lnTo>
                  <a:pt x="677" y="6973"/>
                </a:lnTo>
                <a:lnTo>
                  <a:pt x="1176" y="5798"/>
                </a:lnTo>
                <a:lnTo>
                  <a:pt x="1829" y="4515"/>
                </a:lnTo>
                <a:lnTo>
                  <a:pt x="2654" y="3013"/>
                </a:lnTo>
                <a:lnTo>
                  <a:pt x="3687" y="2019"/>
                </a:lnTo>
                <a:lnTo>
                  <a:pt x="4731" y="1015"/>
                </a:lnTo>
                <a:lnTo>
                  <a:pt x="5785" y="0"/>
                </a:lnTo>
                <a:close/>
              </a:path>
            </a:pathLst>
          </a:custGeom>
          <a:solidFill>
            <a:srgbClr val="E5E9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7" name="contour_05855"/>
          <p:cNvSpPr/>
          <p:nvPr/>
        </p:nvSpPr>
        <p:spPr>
          <a:xfrm>
            <a:off x="7613062" y="4889790"/>
            <a:ext cx="71568" cy="58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22" y="0"/>
                </a:moveTo>
                <a:lnTo>
                  <a:pt x="8209" y="348"/>
                </a:lnTo>
                <a:lnTo>
                  <a:pt x="9768" y="780"/>
                </a:lnTo>
                <a:lnTo>
                  <a:pt x="11216" y="1297"/>
                </a:lnTo>
                <a:lnTo>
                  <a:pt x="12564" y="1910"/>
                </a:lnTo>
                <a:lnTo>
                  <a:pt x="13827" y="2623"/>
                </a:lnTo>
                <a:lnTo>
                  <a:pt x="15023" y="3437"/>
                </a:lnTo>
                <a:lnTo>
                  <a:pt x="16165" y="4367"/>
                </a:lnTo>
                <a:lnTo>
                  <a:pt x="17269" y="5412"/>
                </a:lnTo>
                <a:lnTo>
                  <a:pt x="18349" y="6580"/>
                </a:lnTo>
                <a:lnTo>
                  <a:pt x="19422" y="7877"/>
                </a:lnTo>
                <a:lnTo>
                  <a:pt x="20500" y="9310"/>
                </a:lnTo>
                <a:lnTo>
                  <a:pt x="21600" y="10883"/>
                </a:lnTo>
                <a:lnTo>
                  <a:pt x="20146" y="10883"/>
                </a:lnTo>
                <a:lnTo>
                  <a:pt x="18692" y="10883"/>
                </a:lnTo>
                <a:lnTo>
                  <a:pt x="17234" y="10883"/>
                </a:lnTo>
                <a:lnTo>
                  <a:pt x="15767" y="10883"/>
                </a:lnTo>
                <a:lnTo>
                  <a:pt x="14289" y="10883"/>
                </a:lnTo>
                <a:lnTo>
                  <a:pt x="12802" y="10883"/>
                </a:lnTo>
                <a:lnTo>
                  <a:pt x="12802" y="12651"/>
                </a:lnTo>
                <a:lnTo>
                  <a:pt x="12802" y="14436"/>
                </a:lnTo>
                <a:lnTo>
                  <a:pt x="12802" y="16242"/>
                </a:lnTo>
                <a:lnTo>
                  <a:pt x="11363" y="17241"/>
                </a:lnTo>
                <a:lnTo>
                  <a:pt x="10309" y="17889"/>
                </a:lnTo>
                <a:lnTo>
                  <a:pt x="9128" y="18468"/>
                </a:lnTo>
                <a:lnTo>
                  <a:pt x="7303" y="19256"/>
                </a:lnTo>
                <a:lnTo>
                  <a:pt x="6280" y="19706"/>
                </a:lnTo>
                <a:lnTo>
                  <a:pt x="5250" y="20159"/>
                </a:lnTo>
                <a:lnTo>
                  <a:pt x="4210" y="20617"/>
                </a:lnTo>
                <a:lnTo>
                  <a:pt x="3016" y="21104"/>
                </a:lnTo>
                <a:lnTo>
                  <a:pt x="1804" y="21600"/>
                </a:lnTo>
                <a:lnTo>
                  <a:pt x="1335" y="19628"/>
                </a:lnTo>
                <a:lnTo>
                  <a:pt x="917" y="17747"/>
                </a:lnTo>
                <a:lnTo>
                  <a:pt x="559" y="15931"/>
                </a:lnTo>
                <a:lnTo>
                  <a:pt x="277" y="14160"/>
                </a:lnTo>
                <a:lnTo>
                  <a:pt x="86" y="12410"/>
                </a:lnTo>
                <a:lnTo>
                  <a:pt x="0" y="10658"/>
                </a:lnTo>
                <a:lnTo>
                  <a:pt x="31" y="8882"/>
                </a:lnTo>
                <a:lnTo>
                  <a:pt x="194" y="7060"/>
                </a:lnTo>
                <a:lnTo>
                  <a:pt x="506" y="5166"/>
                </a:lnTo>
                <a:lnTo>
                  <a:pt x="979" y="3180"/>
                </a:lnTo>
                <a:lnTo>
                  <a:pt x="2765" y="1436"/>
                </a:lnTo>
                <a:lnTo>
                  <a:pt x="3939" y="522"/>
                </a:lnTo>
                <a:lnTo>
                  <a:pt x="5017" y="142"/>
                </a:lnTo>
                <a:lnTo>
                  <a:pt x="6522" y="0"/>
                </a:lnTo>
                <a:close/>
              </a:path>
            </a:pathLst>
          </a:custGeom>
          <a:solidFill>
            <a:srgbClr val="C7B896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8" name="contour_05856"/>
          <p:cNvSpPr/>
          <p:nvPr/>
        </p:nvSpPr>
        <p:spPr>
          <a:xfrm>
            <a:off x="4375882" y="4866556"/>
            <a:ext cx="63602" cy="601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84" y="0"/>
                </a:moveTo>
                <a:lnTo>
                  <a:pt x="13140" y="89"/>
                </a:lnTo>
                <a:lnTo>
                  <a:pt x="14850" y="275"/>
                </a:lnTo>
                <a:lnTo>
                  <a:pt x="16296" y="649"/>
                </a:lnTo>
                <a:lnTo>
                  <a:pt x="17662" y="1296"/>
                </a:lnTo>
                <a:lnTo>
                  <a:pt x="19130" y="2307"/>
                </a:lnTo>
                <a:lnTo>
                  <a:pt x="20885" y="3765"/>
                </a:lnTo>
                <a:lnTo>
                  <a:pt x="21365" y="5797"/>
                </a:lnTo>
                <a:lnTo>
                  <a:pt x="21598" y="7703"/>
                </a:lnTo>
                <a:lnTo>
                  <a:pt x="21600" y="9512"/>
                </a:lnTo>
                <a:lnTo>
                  <a:pt x="21402" y="11250"/>
                </a:lnTo>
                <a:lnTo>
                  <a:pt x="21023" y="12942"/>
                </a:lnTo>
                <a:lnTo>
                  <a:pt x="20494" y="14612"/>
                </a:lnTo>
                <a:lnTo>
                  <a:pt x="19833" y="16288"/>
                </a:lnTo>
                <a:lnTo>
                  <a:pt x="19070" y="17995"/>
                </a:lnTo>
                <a:lnTo>
                  <a:pt x="18224" y="19757"/>
                </a:lnTo>
                <a:lnTo>
                  <a:pt x="17326" y="21600"/>
                </a:lnTo>
                <a:lnTo>
                  <a:pt x="15482" y="21186"/>
                </a:lnTo>
                <a:lnTo>
                  <a:pt x="14175" y="20843"/>
                </a:lnTo>
                <a:lnTo>
                  <a:pt x="13046" y="20445"/>
                </a:lnTo>
                <a:lnTo>
                  <a:pt x="11742" y="19867"/>
                </a:lnTo>
                <a:lnTo>
                  <a:pt x="9900" y="18982"/>
                </a:lnTo>
                <a:lnTo>
                  <a:pt x="9678" y="16955"/>
                </a:lnTo>
                <a:lnTo>
                  <a:pt x="9566" y="15534"/>
                </a:lnTo>
                <a:lnTo>
                  <a:pt x="9566" y="14340"/>
                </a:lnTo>
                <a:lnTo>
                  <a:pt x="9678" y="12997"/>
                </a:lnTo>
                <a:lnTo>
                  <a:pt x="9900" y="11127"/>
                </a:lnTo>
                <a:lnTo>
                  <a:pt x="8264" y="11559"/>
                </a:lnTo>
                <a:lnTo>
                  <a:pt x="6628" y="11991"/>
                </a:lnTo>
                <a:lnTo>
                  <a:pt x="4987" y="12426"/>
                </a:lnTo>
                <a:lnTo>
                  <a:pt x="3336" y="12863"/>
                </a:lnTo>
                <a:lnTo>
                  <a:pt x="1676" y="13303"/>
                </a:lnTo>
                <a:lnTo>
                  <a:pt x="0" y="13745"/>
                </a:lnTo>
                <a:lnTo>
                  <a:pt x="785" y="10104"/>
                </a:lnTo>
                <a:lnTo>
                  <a:pt x="1465" y="7184"/>
                </a:lnTo>
                <a:lnTo>
                  <a:pt x="2104" y="4906"/>
                </a:lnTo>
                <a:lnTo>
                  <a:pt x="2770" y="3189"/>
                </a:lnTo>
                <a:lnTo>
                  <a:pt x="3525" y="1948"/>
                </a:lnTo>
                <a:lnTo>
                  <a:pt x="4438" y="1100"/>
                </a:lnTo>
                <a:lnTo>
                  <a:pt x="5576" y="563"/>
                </a:lnTo>
                <a:lnTo>
                  <a:pt x="7002" y="257"/>
                </a:lnTo>
                <a:lnTo>
                  <a:pt x="8782" y="97"/>
                </a:lnTo>
                <a:lnTo>
                  <a:pt x="10984" y="0"/>
                </a:lnTo>
                <a:close/>
              </a:path>
            </a:pathLst>
          </a:custGeom>
          <a:solidFill>
            <a:srgbClr val="AB919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59" name="contour_05857"/>
          <p:cNvSpPr/>
          <p:nvPr/>
        </p:nvSpPr>
        <p:spPr>
          <a:xfrm>
            <a:off x="4120802" y="4853744"/>
            <a:ext cx="80168" cy="44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"/>
                </a:moveTo>
                <a:lnTo>
                  <a:pt x="21600" y="2525"/>
                </a:lnTo>
                <a:lnTo>
                  <a:pt x="21600" y="5026"/>
                </a:lnTo>
                <a:lnTo>
                  <a:pt x="21600" y="7533"/>
                </a:lnTo>
                <a:lnTo>
                  <a:pt x="21600" y="10051"/>
                </a:lnTo>
                <a:lnTo>
                  <a:pt x="21600" y="12580"/>
                </a:lnTo>
                <a:lnTo>
                  <a:pt x="21600" y="15123"/>
                </a:lnTo>
                <a:lnTo>
                  <a:pt x="21600" y="17687"/>
                </a:lnTo>
                <a:lnTo>
                  <a:pt x="18902" y="18813"/>
                </a:lnTo>
                <a:lnTo>
                  <a:pt x="16636" y="19742"/>
                </a:lnTo>
                <a:lnTo>
                  <a:pt x="14745" y="20477"/>
                </a:lnTo>
                <a:lnTo>
                  <a:pt x="13170" y="21024"/>
                </a:lnTo>
                <a:lnTo>
                  <a:pt x="11856" y="21392"/>
                </a:lnTo>
                <a:lnTo>
                  <a:pt x="10743" y="21582"/>
                </a:lnTo>
                <a:lnTo>
                  <a:pt x="9777" y="21600"/>
                </a:lnTo>
                <a:lnTo>
                  <a:pt x="8899" y="21455"/>
                </a:lnTo>
                <a:lnTo>
                  <a:pt x="8051" y="21151"/>
                </a:lnTo>
                <a:lnTo>
                  <a:pt x="7177" y="20692"/>
                </a:lnTo>
                <a:lnTo>
                  <a:pt x="6221" y="20088"/>
                </a:lnTo>
                <a:lnTo>
                  <a:pt x="5123" y="19343"/>
                </a:lnTo>
                <a:lnTo>
                  <a:pt x="3499" y="17277"/>
                </a:lnTo>
                <a:lnTo>
                  <a:pt x="2374" y="15780"/>
                </a:lnTo>
                <a:lnTo>
                  <a:pt x="1604" y="14607"/>
                </a:lnTo>
                <a:lnTo>
                  <a:pt x="1047" y="13516"/>
                </a:lnTo>
                <a:lnTo>
                  <a:pt x="560" y="12269"/>
                </a:lnTo>
                <a:lnTo>
                  <a:pt x="0" y="10623"/>
                </a:lnTo>
                <a:lnTo>
                  <a:pt x="245" y="8395"/>
                </a:lnTo>
                <a:lnTo>
                  <a:pt x="532" y="6919"/>
                </a:lnTo>
                <a:lnTo>
                  <a:pt x="1045" y="5527"/>
                </a:lnTo>
                <a:lnTo>
                  <a:pt x="1964" y="3560"/>
                </a:lnTo>
                <a:lnTo>
                  <a:pt x="3452" y="2840"/>
                </a:lnTo>
                <a:lnTo>
                  <a:pt x="4542" y="2366"/>
                </a:lnTo>
                <a:lnTo>
                  <a:pt x="5549" y="2031"/>
                </a:lnTo>
                <a:lnTo>
                  <a:pt x="6792" y="1727"/>
                </a:lnTo>
                <a:lnTo>
                  <a:pt x="8591" y="1353"/>
                </a:lnTo>
                <a:lnTo>
                  <a:pt x="9783" y="1088"/>
                </a:lnTo>
                <a:lnTo>
                  <a:pt x="10981" y="819"/>
                </a:lnTo>
                <a:lnTo>
                  <a:pt x="12196" y="551"/>
                </a:lnTo>
                <a:lnTo>
                  <a:pt x="13545" y="367"/>
                </a:lnTo>
                <a:lnTo>
                  <a:pt x="14888" y="222"/>
                </a:lnTo>
                <a:lnTo>
                  <a:pt x="16226" y="113"/>
                </a:lnTo>
                <a:lnTo>
                  <a:pt x="17565" y="42"/>
                </a:lnTo>
                <a:lnTo>
                  <a:pt x="18904" y="4"/>
                </a:lnTo>
                <a:lnTo>
                  <a:pt x="20249" y="0"/>
                </a:lnTo>
                <a:lnTo>
                  <a:pt x="21600" y="28"/>
                </a:ln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0" name="contour_05858"/>
          <p:cNvSpPr/>
          <p:nvPr/>
        </p:nvSpPr>
        <p:spPr>
          <a:xfrm>
            <a:off x="6469583" y="4817362"/>
            <a:ext cx="7871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8" y="0"/>
                </a:moveTo>
                <a:lnTo>
                  <a:pt x="2430" y="0"/>
                </a:lnTo>
                <a:lnTo>
                  <a:pt x="3438" y="0"/>
                </a:lnTo>
                <a:lnTo>
                  <a:pt x="3586" y="1369"/>
                </a:lnTo>
                <a:lnTo>
                  <a:pt x="3734" y="2758"/>
                </a:lnTo>
                <a:lnTo>
                  <a:pt x="3884" y="3944"/>
                </a:lnTo>
                <a:lnTo>
                  <a:pt x="4036" y="5136"/>
                </a:lnTo>
                <a:lnTo>
                  <a:pt x="4188" y="6346"/>
                </a:lnTo>
                <a:lnTo>
                  <a:pt x="4328" y="7525"/>
                </a:lnTo>
                <a:lnTo>
                  <a:pt x="4468" y="8711"/>
                </a:lnTo>
                <a:lnTo>
                  <a:pt x="4610" y="9914"/>
                </a:lnTo>
                <a:lnTo>
                  <a:pt x="5122" y="11699"/>
                </a:lnTo>
                <a:lnTo>
                  <a:pt x="5594" y="12766"/>
                </a:lnTo>
                <a:lnTo>
                  <a:pt x="6302" y="13541"/>
                </a:lnTo>
                <a:lnTo>
                  <a:pt x="7516" y="14453"/>
                </a:lnTo>
                <a:lnTo>
                  <a:pt x="8470" y="14783"/>
                </a:lnTo>
                <a:lnTo>
                  <a:pt x="9438" y="15120"/>
                </a:lnTo>
                <a:lnTo>
                  <a:pt x="9438" y="13837"/>
                </a:lnTo>
                <a:lnTo>
                  <a:pt x="9438" y="12550"/>
                </a:lnTo>
                <a:lnTo>
                  <a:pt x="9438" y="11258"/>
                </a:lnTo>
                <a:lnTo>
                  <a:pt x="9438" y="9955"/>
                </a:lnTo>
                <a:lnTo>
                  <a:pt x="9438" y="8640"/>
                </a:lnTo>
                <a:lnTo>
                  <a:pt x="10656" y="8599"/>
                </a:lnTo>
                <a:lnTo>
                  <a:pt x="11876" y="8564"/>
                </a:lnTo>
                <a:lnTo>
                  <a:pt x="13094" y="8534"/>
                </a:lnTo>
                <a:lnTo>
                  <a:pt x="14314" y="8506"/>
                </a:lnTo>
                <a:lnTo>
                  <a:pt x="14996" y="8487"/>
                </a:lnTo>
                <a:lnTo>
                  <a:pt x="17056" y="8428"/>
                </a:lnTo>
                <a:lnTo>
                  <a:pt x="18464" y="8584"/>
                </a:lnTo>
                <a:lnTo>
                  <a:pt x="19390" y="8884"/>
                </a:lnTo>
                <a:lnTo>
                  <a:pt x="20244" y="9547"/>
                </a:lnTo>
                <a:lnTo>
                  <a:pt x="21438" y="10800"/>
                </a:lnTo>
                <a:lnTo>
                  <a:pt x="21550" y="12334"/>
                </a:lnTo>
                <a:lnTo>
                  <a:pt x="21600" y="13420"/>
                </a:lnTo>
                <a:lnTo>
                  <a:pt x="21600" y="14582"/>
                </a:lnTo>
                <a:lnTo>
                  <a:pt x="21562" y="16334"/>
                </a:lnTo>
                <a:lnTo>
                  <a:pt x="21550" y="17075"/>
                </a:lnTo>
                <a:lnTo>
                  <a:pt x="21508" y="19313"/>
                </a:lnTo>
                <a:lnTo>
                  <a:pt x="21474" y="20449"/>
                </a:lnTo>
                <a:lnTo>
                  <a:pt x="21438" y="21600"/>
                </a:lnTo>
                <a:lnTo>
                  <a:pt x="18684" y="21416"/>
                </a:lnTo>
                <a:lnTo>
                  <a:pt x="16286" y="21250"/>
                </a:lnTo>
                <a:lnTo>
                  <a:pt x="14210" y="21095"/>
                </a:lnTo>
                <a:lnTo>
                  <a:pt x="12420" y="20943"/>
                </a:lnTo>
                <a:lnTo>
                  <a:pt x="10880" y="20786"/>
                </a:lnTo>
                <a:lnTo>
                  <a:pt x="9556" y="20617"/>
                </a:lnTo>
                <a:lnTo>
                  <a:pt x="8410" y="20429"/>
                </a:lnTo>
                <a:lnTo>
                  <a:pt x="7408" y="20213"/>
                </a:lnTo>
                <a:lnTo>
                  <a:pt x="6516" y="19961"/>
                </a:lnTo>
                <a:lnTo>
                  <a:pt x="5694" y="19667"/>
                </a:lnTo>
                <a:lnTo>
                  <a:pt x="4912" y="19321"/>
                </a:lnTo>
                <a:lnTo>
                  <a:pt x="4130" y="18917"/>
                </a:lnTo>
                <a:lnTo>
                  <a:pt x="3314" y="18449"/>
                </a:lnTo>
                <a:lnTo>
                  <a:pt x="2428" y="17904"/>
                </a:lnTo>
                <a:lnTo>
                  <a:pt x="1438" y="17280"/>
                </a:lnTo>
                <a:lnTo>
                  <a:pt x="868" y="15945"/>
                </a:lnTo>
                <a:lnTo>
                  <a:pt x="456" y="14565"/>
                </a:lnTo>
                <a:lnTo>
                  <a:pt x="186" y="13148"/>
                </a:lnTo>
                <a:lnTo>
                  <a:pt x="38" y="11703"/>
                </a:lnTo>
                <a:lnTo>
                  <a:pt x="0" y="10234"/>
                </a:lnTo>
                <a:lnTo>
                  <a:pt x="56" y="8752"/>
                </a:lnTo>
                <a:lnTo>
                  <a:pt x="188" y="7264"/>
                </a:lnTo>
                <a:lnTo>
                  <a:pt x="380" y="5778"/>
                </a:lnTo>
                <a:lnTo>
                  <a:pt x="618" y="4301"/>
                </a:lnTo>
                <a:lnTo>
                  <a:pt x="884" y="2840"/>
                </a:lnTo>
                <a:lnTo>
                  <a:pt x="1162" y="1404"/>
                </a:lnTo>
                <a:lnTo>
                  <a:pt x="1438" y="0"/>
                </a:lnTo>
                <a:close/>
              </a:path>
            </a:pathLst>
          </a:custGeom>
          <a:solidFill>
            <a:srgbClr val="E4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1" name="contour_05859"/>
          <p:cNvSpPr/>
          <p:nvPr/>
        </p:nvSpPr>
        <p:spPr>
          <a:xfrm>
            <a:off x="1487068" y="4802575"/>
            <a:ext cx="68740" cy="522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91" y="3100"/>
                </a:moveTo>
                <a:lnTo>
                  <a:pt x="20446" y="5161"/>
                </a:lnTo>
                <a:lnTo>
                  <a:pt x="21192" y="6661"/>
                </a:lnTo>
                <a:lnTo>
                  <a:pt x="21540" y="8034"/>
                </a:lnTo>
                <a:lnTo>
                  <a:pt x="21600" y="9715"/>
                </a:lnTo>
                <a:lnTo>
                  <a:pt x="21481" y="12138"/>
                </a:lnTo>
                <a:lnTo>
                  <a:pt x="20253" y="13632"/>
                </a:lnTo>
                <a:lnTo>
                  <a:pt x="18989" y="15018"/>
                </a:lnTo>
                <a:lnTo>
                  <a:pt x="17686" y="16292"/>
                </a:lnTo>
                <a:lnTo>
                  <a:pt x="16340" y="17449"/>
                </a:lnTo>
                <a:lnTo>
                  <a:pt x="14950" y="18482"/>
                </a:lnTo>
                <a:lnTo>
                  <a:pt x="13511" y="19386"/>
                </a:lnTo>
                <a:lnTo>
                  <a:pt x="12021" y="20154"/>
                </a:lnTo>
                <a:lnTo>
                  <a:pt x="10477" y="20784"/>
                </a:lnTo>
                <a:lnTo>
                  <a:pt x="8879" y="21269"/>
                </a:lnTo>
                <a:lnTo>
                  <a:pt x="7221" y="21600"/>
                </a:lnTo>
                <a:lnTo>
                  <a:pt x="5977" y="21368"/>
                </a:lnTo>
                <a:lnTo>
                  <a:pt x="5024" y="21073"/>
                </a:lnTo>
                <a:lnTo>
                  <a:pt x="4060" y="20552"/>
                </a:lnTo>
                <a:lnTo>
                  <a:pt x="2776" y="19636"/>
                </a:lnTo>
                <a:lnTo>
                  <a:pt x="870" y="18163"/>
                </a:lnTo>
                <a:lnTo>
                  <a:pt x="424" y="15936"/>
                </a:lnTo>
                <a:lnTo>
                  <a:pt x="135" y="13788"/>
                </a:lnTo>
                <a:lnTo>
                  <a:pt x="0" y="11683"/>
                </a:lnTo>
                <a:lnTo>
                  <a:pt x="9" y="9595"/>
                </a:lnTo>
                <a:lnTo>
                  <a:pt x="163" y="7489"/>
                </a:lnTo>
                <a:lnTo>
                  <a:pt x="451" y="5335"/>
                </a:lnTo>
                <a:lnTo>
                  <a:pt x="870" y="3100"/>
                </a:lnTo>
                <a:lnTo>
                  <a:pt x="2221" y="1973"/>
                </a:lnTo>
                <a:lnTo>
                  <a:pt x="3646" y="1121"/>
                </a:lnTo>
                <a:lnTo>
                  <a:pt x="5132" y="521"/>
                </a:lnTo>
                <a:lnTo>
                  <a:pt x="6669" y="154"/>
                </a:lnTo>
                <a:lnTo>
                  <a:pt x="8240" y="0"/>
                </a:lnTo>
                <a:lnTo>
                  <a:pt x="9834" y="36"/>
                </a:lnTo>
                <a:lnTo>
                  <a:pt x="11439" y="241"/>
                </a:lnTo>
                <a:lnTo>
                  <a:pt x="13042" y="596"/>
                </a:lnTo>
                <a:lnTo>
                  <a:pt x="14631" y="1082"/>
                </a:lnTo>
                <a:lnTo>
                  <a:pt x="16195" y="1675"/>
                </a:lnTo>
                <a:lnTo>
                  <a:pt x="17718" y="2353"/>
                </a:lnTo>
                <a:lnTo>
                  <a:pt x="19191" y="3100"/>
                </a:lnTo>
                <a:close/>
              </a:path>
            </a:pathLst>
          </a:custGeom>
          <a:solidFill>
            <a:srgbClr val="F4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2" name="contour_05860"/>
          <p:cNvSpPr/>
          <p:nvPr/>
        </p:nvSpPr>
        <p:spPr>
          <a:xfrm>
            <a:off x="1271197" y="4772723"/>
            <a:ext cx="94744" cy="66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92" y="0"/>
                </a:moveTo>
                <a:lnTo>
                  <a:pt x="17125" y="147"/>
                </a:lnTo>
                <a:lnTo>
                  <a:pt x="18277" y="296"/>
                </a:lnTo>
                <a:lnTo>
                  <a:pt x="18209" y="1420"/>
                </a:lnTo>
                <a:lnTo>
                  <a:pt x="18139" y="2552"/>
                </a:lnTo>
                <a:lnTo>
                  <a:pt x="18069" y="3697"/>
                </a:lnTo>
                <a:lnTo>
                  <a:pt x="18101" y="4242"/>
                </a:lnTo>
                <a:lnTo>
                  <a:pt x="18154" y="5201"/>
                </a:lnTo>
                <a:lnTo>
                  <a:pt x="18277" y="7397"/>
                </a:lnTo>
                <a:lnTo>
                  <a:pt x="19128" y="7911"/>
                </a:lnTo>
                <a:lnTo>
                  <a:pt x="19990" y="8432"/>
                </a:lnTo>
                <a:lnTo>
                  <a:pt x="20789" y="9094"/>
                </a:lnTo>
                <a:lnTo>
                  <a:pt x="21600" y="9764"/>
                </a:lnTo>
                <a:lnTo>
                  <a:pt x="21568" y="11445"/>
                </a:lnTo>
                <a:lnTo>
                  <a:pt x="21494" y="12638"/>
                </a:lnTo>
                <a:lnTo>
                  <a:pt x="21316" y="13909"/>
                </a:lnTo>
                <a:lnTo>
                  <a:pt x="20977" y="15831"/>
                </a:lnTo>
                <a:lnTo>
                  <a:pt x="20839" y="16641"/>
                </a:lnTo>
                <a:lnTo>
                  <a:pt x="20419" y="19093"/>
                </a:lnTo>
                <a:lnTo>
                  <a:pt x="20181" y="20338"/>
                </a:lnTo>
                <a:lnTo>
                  <a:pt x="19938" y="21600"/>
                </a:lnTo>
                <a:lnTo>
                  <a:pt x="19546" y="20424"/>
                </a:lnTo>
                <a:lnTo>
                  <a:pt x="19151" y="19240"/>
                </a:lnTo>
                <a:lnTo>
                  <a:pt x="18750" y="18040"/>
                </a:lnTo>
                <a:lnTo>
                  <a:pt x="17491" y="15985"/>
                </a:lnTo>
                <a:lnTo>
                  <a:pt x="16675" y="14887"/>
                </a:lnTo>
                <a:lnTo>
                  <a:pt x="15952" y="14371"/>
                </a:lnTo>
                <a:lnTo>
                  <a:pt x="14965" y="14065"/>
                </a:lnTo>
                <a:lnTo>
                  <a:pt x="13816" y="14127"/>
                </a:lnTo>
                <a:lnTo>
                  <a:pt x="12671" y="14217"/>
                </a:lnTo>
                <a:lnTo>
                  <a:pt x="11528" y="14333"/>
                </a:lnTo>
                <a:lnTo>
                  <a:pt x="10386" y="14473"/>
                </a:lnTo>
                <a:lnTo>
                  <a:pt x="9246" y="14629"/>
                </a:lnTo>
                <a:lnTo>
                  <a:pt x="8105" y="14802"/>
                </a:lnTo>
                <a:lnTo>
                  <a:pt x="6960" y="14984"/>
                </a:lnTo>
                <a:lnTo>
                  <a:pt x="5249" y="15140"/>
                </a:lnTo>
                <a:lnTo>
                  <a:pt x="4117" y="15192"/>
                </a:lnTo>
                <a:lnTo>
                  <a:pt x="3311" y="15119"/>
                </a:lnTo>
                <a:lnTo>
                  <a:pt x="2579" y="14896"/>
                </a:lnTo>
                <a:lnTo>
                  <a:pt x="1662" y="14499"/>
                </a:lnTo>
                <a:lnTo>
                  <a:pt x="1136" y="12979"/>
                </a:lnTo>
                <a:lnTo>
                  <a:pt x="739" y="11457"/>
                </a:lnTo>
                <a:lnTo>
                  <a:pt x="449" y="9916"/>
                </a:lnTo>
                <a:lnTo>
                  <a:pt x="243" y="8342"/>
                </a:lnTo>
                <a:lnTo>
                  <a:pt x="101" y="6718"/>
                </a:lnTo>
                <a:lnTo>
                  <a:pt x="0" y="5030"/>
                </a:lnTo>
                <a:lnTo>
                  <a:pt x="513" y="5073"/>
                </a:lnTo>
                <a:lnTo>
                  <a:pt x="2064" y="5196"/>
                </a:lnTo>
                <a:lnTo>
                  <a:pt x="2961" y="5238"/>
                </a:lnTo>
                <a:lnTo>
                  <a:pt x="3863" y="5281"/>
                </a:lnTo>
                <a:lnTo>
                  <a:pt x="4777" y="5326"/>
                </a:lnTo>
                <a:lnTo>
                  <a:pt x="5172" y="5352"/>
                </a:lnTo>
                <a:lnTo>
                  <a:pt x="5869" y="5395"/>
                </a:lnTo>
                <a:lnTo>
                  <a:pt x="7464" y="5492"/>
                </a:lnTo>
                <a:lnTo>
                  <a:pt x="8803" y="5063"/>
                </a:lnTo>
                <a:lnTo>
                  <a:pt x="9908" y="4386"/>
                </a:lnTo>
                <a:lnTo>
                  <a:pt x="10856" y="3548"/>
                </a:lnTo>
                <a:lnTo>
                  <a:pt x="11729" y="2635"/>
                </a:lnTo>
                <a:lnTo>
                  <a:pt x="12599" y="1735"/>
                </a:lnTo>
                <a:lnTo>
                  <a:pt x="13548" y="937"/>
                </a:lnTo>
                <a:lnTo>
                  <a:pt x="14653" y="331"/>
                </a:lnTo>
                <a:lnTo>
                  <a:pt x="15992" y="0"/>
                </a:lnTo>
                <a:close/>
              </a:path>
            </a:pathLst>
          </a:custGeom>
          <a:solidFill>
            <a:srgbClr val="534C44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3" name="contour_05861"/>
          <p:cNvSpPr/>
          <p:nvPr/>
        </p:nvSpPr>
        <p:spPr>
          <a:xfrm>
            <a:off x="979678" y="4700755"/>
            <a:ext cx="7288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708" y="0"/>
                </a:lnTo>
                <a:lnTo>
                  <a:pt x="20144" y="0"/>
                </a:lnTo>
                <a:lnTo>
                  <a:pt x="21600" y="0"/>
                </a:lnTo>
                <a:lnTo>
                  <a:pt x="21349" y="956"/>
                </a:lnTo>
                <a:lnTo>
                  <a:pt x="21097" y="1912"/>
                </a:lnTo>
                <a:lnTo>
                  <a:pt x="20844" y="2868"/>
                </a:lnTo>
                <a:lnTo>
                  <a:pt x="20591" y="3825"/>
                </a:lnTo>
                <a:lnTo>
                  <a:pt x="20339" y="4781"/>
                </a:lnTo>
                <a:lnTo>
                  <a:pt x="20084" y="5737"/>
                </a:lnTo>
                <a:lnTo>
                  <a:pt x="19829" y="6693"/>
                </a:lnTo>
                <a:lnTo>
                  <a:pt x="19574" y="7649"/>
                </a:lnTo>
                <a:lnTo>
                  <a:pt x="19492" y="7970"/>
                </a:lnTo>
                <a:lnTo>
                  <a:pt x="19343" y="8535"/>
                </a:lnTo>
                <a:lnTo>
                  <a:pt x="19006" y="9829"/>
                </a:lnTo>
                <a:lnTo>
                  <a:pt x="18732" y="10833"/>
                </a:lnTo>
                <a:lnTo>
                  <a:pt x="18453" y="11835"/>
                </a:lnTo>
                <a:lnTo>
                  <a:pt x="18166" y="12838"/>
                </a:lnTo>
                <a:lnTo>
                  <a:pt x="17876" y="13838"/>
                </a:lnTo>
                <a:lnTo>
                  <a:pt x="17580" y="14839"/>
                </a:lnTo>
                <a:lnTo>
                  <a:pt x="17280" y="15840"/>
                </a:lnTo>
                <a:lnTo>
                  <a:pt x="17036" y="16703"/>
                </a:lnTo>
                <a:lnTo>
                  <a:pt x="16788" y="17569"/>
                </a:lnTo>
                <a:lnTo>
                  <a:pt x="16537" y="18449"/>
                </a:lnTo>
                <a:lnTo>
                  <a:pt x="15662" y="19450"/>
                </a:lnTo>
                <a:lnTo>
                  <a:pt x="14856" y="20038"/>
                </a:lnTo>
                <a:lnTo>
                  <a:pt x="13658" y="20444"/>
                </a:lnTo>
                <a:lnTo>
                  <a:pt x="11601" y="20897"/>
                </a:lnTo>
                <a:lnTo>
                  <a:pt x="10988" y="20935"/>
                </a:lnTo>
                <a:lnTo>
                  <a:pt x="9906" y="21000"/>
                </a:lnTo>
                <a:lnTo>
                  <a:pt x="7426" y="21151"/>
                </a:lnTo>
                <a:lnTo>
                  <a:pt x="6039" y="21244"/>
                </a:lnTo>
                <a:lnTo>
                  <a:pt x="4644" y="21341"/>
                </a:lnTo>
                <a:lnTo>
                  <a:pt x="3231" y="21437"/>
                </a:lnTo>
                <a:lnTo>
                  <a:pt x="2164" y="21491"/>
                </a:lnTo>
                <a:lnTo>
                  <a:pt x="1089" y="21545"/>
                </a:lnTo>
                <a:lnTo>
                  <a:pt x="0" y="21600"/>
                </a:lnTo>
                <a:lnTo>
                  <a:pt x="521" y="20730"/>
                </a:lnTo>
                <a:lnTo>
                  <a:pt x="1052" y="19865"/>
                </a:lnTo>
                <a:lnTo>
                  <a:pt x="1592" y="19001"/>
                </a:lnTo>
                <a:lnTo>
                  <a:pt x="2143" y="18140"/>
                </a:lnTo>
                <a:lnTo>
                  <a:pt x="2700" y="17280"/>
                </a:lnTo>
                <a:lnTo>
                  <a:pt x="3201" y="16476"/>
                </a:lnTo>
                <a:lnTo>
                  <a:pt x="3707" y="15669"/>
                </a:lnTo>
                <a:lnTo>
                  <a:pt x="4218" y="14849"/>
                </a:lnTo>
                <a:lnTo>
                  <a:pt x="4551" y="14571"/>
                </a:lnTo>
                <a:lnTo>
                  <a:pt x="5139" y="14082"/>
                </a:lnTo>
                <a:lnTo>
                  <a:pt x="6480" y="12960"/>
                </a:lnTo>
                <a:lnTo>
                  <a:pt x="7906" y="12960"/>
                </a:lnTo>
                <a:lnTo>
                  <a:pt x="9333" y="12960"/>
                </a:lnTo>
                <a:lnTo>
                  <a:pt x="10768" y="12960"/>
                </a:lnTo>
                <a:lnTo>
                  <a:pt x="12208" y="12960"/>
                </a:lnTo>
                <a:lnTo>
                  <a:pt x="13658" y="12960"/>
                </a:lnTo>
                <a:lnTo>
                  <a:pt x="15120" y="12960"/>
                </a:lnTo>
                <a:lnTo>
                  <a:pt x="15284" y="11974"/>
                </a:lnTo>
                <a:lnTo>
                  <a:pt x="15448" y="10986"/>
                </a:lnTo>
                <a:lnTo>
                  <a:pt x="15615" y="9998"/>
                </a:lnTo>
                <a:lnTo>
                  <a:pt x="15779" y="9009"/>
                </a:lnTo>
                <a:lnTo>
                  <a:pt x="15943" y="8018"/>
                </a:lnTo>
                <a:lnTo>
                  <a:pt x="16109" y="7026"/>
                </a:lnTo>
                <a:lnTo>
                  <a:pt x="16276" y="6031"/>
                </a:lnTo>
                <a:lnTo>
                  <a:pt x="16442" y="5034"/>
                </a:lnTo>
                <a:lnTo>
                  <a:pt x="16608" y="4035"/>
                </a:lnTo>
                <a:lnTo>
                  <a:pt x="16775" y="3031"/>
                </a:lnTo>
                <a:lnTo>
                  <a:pt x="16943" y="2025"/>
                </a:lnTo>
                <a:lnTo>
                  <a:pt x="17112" y="1015"/>
                </a:lnTo>
                <a:lnTo>
                  <a:pt x="17280" y="0"/>
                </a:lnTo>
                <a:close/>
              </a:path>
            </a:pathLst>
          </a:custGeom>
          <a:solidFill>
            <a:srgbClr val="8A806E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4" name="contour_05862"/>
          <p:cNvSpPr/>
          <p:nvPr/>
        </p:nvSpPr>
        <p:spPr>
          <a:xfrm>
            <a:off x="4295714" y="4737194"/>
            <a:ext cx="8091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09" y="0"/>
                </a:moveTo>
                <a:lnTo>
                  <a:pt x="18732" y="290"/>
                </a:lnTo>
                <a:lnTo>
                  <a:pt x="19546" y="638"/>
                </a:lnTo>
                <a:lnTo>
                  <a:pt x="20312" y="1267"/>
                </a:lnTo>
                <a:lnTo>
                  <a:pt x="21400" y="2400"/>
                </a:lnTo>
                <a:lnTo>
                  <a:pt x="21536" y="4025"/>
                </a:lnTo>
                <a:lnTo>
                  <a:pt x="21598" y="5611"/>
                </a:lnTo>
                <a:lnTo>
                  <a:pt x="21600" y="7181"/>
                </a:lnTo>
                <a:lnTo>
                  <a:pt x="21557" y="8755"/>
                </a:lnTo>
                <a:lnTo>
                  <a:pt x="21485" y="10354"/>
                </a:lnTo>
                <a:lnTo>
                  <a:pt x="21400" y="12000"/>
                </a:lnTo>
                <a:lnTo>
                  <a:pt x="20244" y="12000"/>
                </a:lnTo>
                <a:lnTo>
                  <a:pt x="19085" y="12000"/>
                </a:lnTo>
                <a:lnTo>
                  <a:pt x="17921" y="12000"/>
                </a:lnTo>
                <a:lnTo>
                  <a:pt x="16748" y="12000"/>
                </a:lnTo>
                <a:lnTo>
                  <a:pt x="15563" y="12000"/>
                </a:lnTo>
                <a:lnTo>
                  <a:pt x="15563" y="13586"/>
                </a:lnTo>
                <a:lnTo>
                  <a:pt x="15563" y="15182"/>
                </a:lnTo>
                <a:lnTo>
                  <a:pt x="15563" y="16800"/>
                </a:lnTo>
                <a:lnTo>
                  <a:pt x="14291" y="17551"/>
                </a:lnTo>
                <a:lnTo>
                  <a:pt x="13351" y="18067"/>
                </a:lnTo>
                <a:lnTo>
                  <a:pt x="12464" y="18478"/>
                </a:lnTo>
                <a:lnTo>
                  <a:pt x="11350" y="18912"/>
                </a:lnTo>
                <a:lnTo>
                  <a:pt x="9727" y="19500"/>
                </a:lnTo>
                <a:lnTo>
                  <a:pt x="8642" y="19903"/>
                </a:lnTo>
                <a:lnTo>
                  <a:pt x="7550" y="20309"/>
                </a:lnTo>
                <a:lnTo>
                  <a:pt x="6443" y="20719"/>
                </a:lnTo>
                <a:lnTo>
                  <a:pt x="5177" y="21156"/>
                </a:lnTo>
                <a:lnTo>
                  <a:pt x="3891" y="21600"/>
                </a:lnTo>
                <a:lnTo>
                  <a:pt x="3408" y="20114"/>
                </a:lnTo>
                <a:lnTo>
                  <a:pt x="2928" y="18629"/>
                </a:lnTo>
                <a:lnTo>
                  <a:pt x="2443" y="17138"/>
                </a:lnTo>
                <a:lnTo>
                  <a:pt x="1961" y="15646"/>
                </a:lnTo>
                <a:lnTo>
                  <a:pt x="1475" y="14146"/>
                </a:lnTo>
                <a:lnTo>
                  <a:pt x="986" y="12638"/>
                </a:lnTo>
                <a:lnTo>
                  <a:pt x="494" y="11124"/>
                </a:lnTo>
                <a:lnTo>
                  <a:pt x="0" y="9600"/>
                </a:lnTo>
                <a:lnTo>
                  <a:pt x="1286" y="9600"/>
                </a:lnTo>
                <a:lnTo>
                  <a:pt x="2580" y="9600"/>
                </a:lnTo>
                <a:lnTo>
                  <a:pt x="3891" y="9600"/>
                </a:lnTo>
                <a:lnTo>
                  <a:pt x="3891" y="11186"/>
                </a:lnTo>
                <a:lnTo>
                  <a:pt x="3891" y="12782"/>
                </a:lnTo>
                <a:lnTo>
                  <a:pt x="3891" y="14400"/>
                </a:lnTo>
                <a:lnTo>
                  <a:pt x="5046" y="14400"/>
                </a:lnTo>
                <a:lnTo>
                  <a:pt x="6206" y="14400"/>
                </a:lnTo>
                <a:lnTo>
                  <a:pt x="7369" y="14400"/>
                </a:lnTo>
                <a:lnTo>
                  <a:pt x="8542" y="14400"/>
                </a:lnTo>
                <a:lnTo>
                  <a:pt x="9727" y="14400"/>
                </a:lnTo>
                <a:lnTo>
                  <a:pt x="9406" y="12816"/>
                </a:lnTo>
                <a:lnTo>
                  <a:pt x="9085" y="11230"/>
                </a:lnTo>
                <a:lnTo>
                  <a:pt x="8762" y="9636"/>
                </a:lnTo>
                <a:lnTo>
                  <a:pt x="8437" y="8035"/>
                </a:lnTo>
                <a:lnTo>
                  <a:pt x="8110" y="6425"/>
                </a:lnTo>
                <a:lnTo>
                  <a:pt x="7782" y="4800"/>
                </a:lnTo>
                <a:lnTo>
                  <a:pt x="8959" y="4471"/>
                </a:lnTo>
                <a:lnTo>
                  <a:pt x="10138" y="4142"/>
                </a:lnTo>
                <a:lnTo>
                  <a:pt x="11315" y="3816"/>
                </a:lnTo>
                <a:lnTo>
                  <a:pt x="12493" y="3487"/>
                </a:lnTo>
                <a:lnTo>
                  <a:pt x="13670" y="3158"/>
                </a:lnTo>
                <a:lnTo>
                  <a:pt x="14795" y="2683"/>
                </a:lnTo>
                <a:lnTo>
                  <a:pt x="15569" y="2194"/>
                </a:lnTo>
                <a:lnTo>
                  <a:pt x="16355" y="1399"/>
                </a:lnTo>
                <a:lnTo>
                  <a:pt x="17509" y="0"/>
                </a:lnTo>
                <a:close/>
              </a:path>
            </a:pathLst>
          </a:custGeom>
          <a:solidFill>
            <a:srgbClr val="C9B9E1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5" name="contour_05863"/>
          <p:cNvSpPr/>
          <p:nvPr/>
        </p:nvSpPr>
        <p:spPr>
          <a:xfrm>
            <a:off x="7662766" y="4737194"/>
            <a:ext cx="1093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2373" y="123"/>
                </a:lnTo>
                <a:lnTo>
                  <a:pt x="3040" y="305"/>
                </a:lnTo>
                <a:lnTo>
                  <a:pt x="3763" y="673"/>
                </a:lnTo>
                <a:lnTo>
                  <a:pt x="4860" y="1352"/>
                </a:lnTo>
                <a:lnTo>
                  <a:pt x="5996" y="1907"/>
                </a:lnTo>
                <a:lnTo>
                  <a:pt x="7040" y="2293"/>
                </a:lnTo>
                <a:lnTo>
                  <a:pt x="8018" y="2487"/>
                </a:lnTo>
                <a:lnTo>
                  <a:pt x="8960" y="2472"/>
                </a:lnTo>
                <a:lnTo>
                  <a:pt x="9897" y="2234"/>
                </a:lnTo>
                <a:lnTo>
                  <a:pt x="10856" y="1756"/>
                </a:lnTo>
                <a:lnTo>
                  <a:pt x="11867" y="1015"/>
                </a:lnTo>
                <a:lnTo>
                  <a:pt x="12960" y="0"/>
                </a:lnTo>
                <a:lnTo>
                  <a:pt x="13183" y="1435"/>
                </a:lnTo>
                <a:lnTo>
                  <a:pt x="13409" y="2894"/>
                </a:lnTo>
                <a:lnTo>
                  <a:pt x="14014" y="4808"/>
                </a:lnTo>
                <a:lnTo>
                  <a:pt x="14535" y="5906"/>
                </a:lnTo>
                <a:lnTo>
                  <a:pt x="15258" y="6610"/>
                </a:lnTo>
                <a:lnTo>
                  <a:pt x="16471" y="7329"/>
                </a:lnTo>
                <a:lnTo>
                  <a:pt x="17575" y="8353"/>
                </a:lnTo>
                <a:lnTo>
                  <a:pt x="18380" y="9322"/>
                </a:lnTo>
                <a:lnTo>
                  <a:pt x="18976" y="10383"/>
                </a:lnTo>
                <a:lnTo>
                  <a:pt x="19454" y="11689"/>
                </a:lnTo>
                <a:lnTo>
                  <a:pt x="19909" y="13386"/>
                </a:lnTo>
                <a:lnTo>
                  <a:pt x="20431" y="15620"/>
                </a:lnTo>
                <a:lnTo>
                  <a:pt x="20817" y="17595"/>
                </a:lnTo>
                <a:lnTo>
                  <a:pt x="21205" y="19585"/>
                </a:lnTo>
                <a:lnTo>
                  <a:pt x="21600" y="21600"/>
                </a:lnTo>
                <a:lnTo>
                  <a:pt x="20650" y="21344"/>
                </a:lnTo>
                <a:lnTo>
                  <a:pt x="19699" y="21091"/>
                </a:lnTo>
                <a:lnTo>
                  <a:pt x="18747" y="20835"/>
                </a:lnTo>
                <a:lnTo>
                  <a:pt x="17794" y="20582"/>
                </a:lnTo>
                <a:lnTo>
                  <a:pt x="16839" y="20326"/>
                </a:lnTo>
                <a:lnTo>
                  <a:pt x="15883" y="20069"/>
                </a:lnTo>
                <a:lnTo>
                  <a:pt x="14924" y="19813"/>
                </a:lnTo>
                <a:lnTo>
                  <a:pt x="13962" y="19554"/>
                </a:lnTo>
                <a:lnTo>
                  <a:pt x="12997" y="19295"/>
                </a:lnTo>
                <a:lnTo>
                  <a:pt x="12030" y="19036"/>
                </a:lnTo>
                <a:lnTo>
                  <a:pt x="11056" y="18777"/>
                </a:lnTo>
                <a:lnTo>
                  <a:pt x="10080" y="18514"/>
                </a:lnTo>
                <a:lnTo>
                  <a:pt x="10080" y="16475"/>
                </a:lnTo>
                <a:lnTo>
                  <a:pt x="10080" y="14423"/>
                </a:lnTo>
                <a:lnTo>
                  <a:pt x="10080" y="12343"/>
                </a:lnTo>
                <a:lnTo>
                  <a:pt x="9230" y="11618"/>
                </a:lnTo>
                <a:lnTo>
                  <a:pt x="8404" y="10964"/>
                </a:lnTo>
                <a:lnTo>
                  <a:pt x="7587" y="10374"/>
                </a:lnTo>
                <a:lnTo>
                  <a:pt x="6764" y="9834"/>
                </a:lnTo>
                <a:lnTo>
                  <a:pt x="5920" y="9337"/>
                </a:lnTo>
                <a:lnTo>
                  <a:pt x="5040" y="8871"/>
                </a:lnTo>
                <a:lnTo>
                  <a:pt x="4317" y="8470"/>
                </a:lnTo>
                <a:lnTo>
                  <a:pt x="3583" y="8063"/>
                </a:lnTo>
                <a:lnTo>
                  <a:pt x="2688" y="7579"/>
                </a:lnTo>
                <a:lnTo>
                  <a:pt x="1793" y="7103"/>
                </a:lnTo>
                <a:lnTo>
                  <a:pt x="897" y="6634"/>
                </a:lnTo>
                <a:lnTo>
                  <a:pt x="0" y="6171"/>
                </a:lnTo>
                <a:lnTo>
                  <a:pt x="308" y="4292"/>
                </a:lnTo>
                <a:lnTo>
                  <a:pt x="560" y="3024"/>
                </a:lnTo>
                <a:lnTo>
                  <a:pt x="893" y="1787"/>
                </a:lnTo>
                <a:lnTo>
                  <a:pt x="1440" y="0"/>
                </a:lnTo>
                <a:close/>
              </a:path>
            </a:pathLst>
          </a:custGeom>
          <a:solidFill>
            <a:srgbClr val="E8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6" name="contour_05864"/>
          <p:cNvSpPr/>
          <p:nvPr/>
        </p:nvSpPr>
        <p:spPr>
          <a:xfrm>
            <a:off x="1067133" y="4708043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98" y="3050"/>
                </a:lnTo>
                <a:lnTo>
                  <a:pt x="21399" y="5570"/>
                </a:lnTo>
                <a:lnTo>
                  <a:pt x="21276" y="7637"/>
                </a:lnTo>
                <a:lnTo>
                  <a:pt x="21116" y="9329"/>
                </a:lnTo>
                <a:lnTo>
                  <a:pt x="20894" y="10721"/>
                </a:lnTo>
                <a:lnTo>
                  <a:pt x="20593" y="11892"/>
                </a:lnTo>
                <a:lnTo>
                  <a:pt x="20192" y="12919"/>
                </a:lnTo>
                <a:lnTo>
                  <a:pt x="19671" y="13879"/>
                </a:lnTo>
                <a:lnTo>
                  <a:pt x="19012" y="14849"/>
                </a:lnTo>
                <a:lnTo>
                  <a:pt x="18194" y="15907"/>
                </a:lnTo>
                <a:lnTo>
                  <a:pt x="17196" y="17129"/>
                </a:lnTo>
                <a:lnTo>
                  <a:pt x="15993" y="18012"/>
                </a:lnTo>
                <a:lnTo>
                  <a:pt x="14833" y="18804"/>
                </a:lnTo>
                <a:lnTo>
                  <a:pt x="13686" y="19512"/>
                </a:lnTo>
                <a:lnTo>
                  <a:pt x="12522" y="20141"/>
                </a:lnTo>
                <a:lnTo>
                  <a:pt x="11312" y="20695"/>
                </a:lnTo>
                <a:lnTo>
                  <a:pt x="10029" y="21180"/>
                </a:lnTo>
                <a:lnTo>
                  <a:pt x="8640" y="21600"/>
                </a:lnTo>
                <a:lnTo>
                  <a:pt x="7230" y="21194"/>
                </a:lnTo>
                <a:lnTo>
                  <a:pt x="5912" y="20698"/>
                </a:lnTo>
                <a:lnTo>
                  <a:pt x="4670" y="20107"/>
                </a:lnTo>
                <a:lnTo>
                  <a:pt x="3480" y="19423"/>
                </a:lnTo>
                <a:lnTo>
                  <a:pt x="2318" y="18643"/>
                </a:lnTo>
                <a:lnTo>
                  <a:pt x="1166" y="17770"/>
                </a:lnTo>
                <a:lnTo>
                  <a:pt x="0" y="16800"/>
                </a:lnTo>
                <a:lnTo>
                  <a:pt x="469" y="15310"/>
                </a:lnTo>
                <a:lnTo>
                  <a:pt x="961" y="13865"/>
                </a:lnTo>
                <a:lnTo>
                  <a:pt x="1490" y="12461"/>
                </a:lnTo>
                <a:lnTo>
                  <a:pt x="2076" y="11098"/>
                </a:lnTo>
                <a:lnTo>
                  <a:pt x="2732" y="9768"/>
                </a:lnTo>
                <a:lnTo>
                  <a:pt x="3473" y="8470"/>
                </a:lnTo>
                <a:lnTo>
                  <a:pt x="4320" y="7200"/>
                </a:lnTo>
                <a:lnTo>
                  <a:pt x="5830" y="6847"/>
                </a:lnTo>
                <a:lnTo>
                  <a:pt x="7232" y="6684"/>
                </a:lnTo>
                <a:lnTo>
                  <a:pt x="8586" y="6672"/>
                </a:lnTo>
                <a:lnTo>
                  <a:pt x="9951" y="6778"/>
                </a:lnTo>
                <a:lnTo>
                  <a:pt x="11388" y="6965"/>
                </a:lnTo>
                <a:lnTo>
                  <a:pt x="12960" y="7200"/>
                </a:lnTo>
                <a:lnTo>
                  <a:pt x="12960" y="5614"/>
                </a:lnTo>
                <a:lnTo>
                  <a:pt x="12960" y="4018"/>
                </a:lnTo>
                <a:lnTo>
                  <a:pt x="12960" y="2400"/>
                </a:lnTo>
                <a:lnTo>
                  <a:pt x="14407" y="1363"/>
                </a:lnTo>
                <a:lnTo>
                  <a:pt x="15703" y="679"/>
                </a:lnTo>
                <a:lnTo>
                  <a:pt x="16960" y="271"/>
                </a:lnTo>
                <a:lnTo>
                  <a:pt x="18289" y="72"/>
                </a:lnTo>
                <a:lnTo>
                  <a:pt x="19799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1A191B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7" name="contour_05865"/>
          <p:cNvSpPr/>
          <p:nvPr/>
        </p:nvSpPr>
        <p:spPr>
          <a:xfrm>
            <a:off x="447654" y="4655205"/>
            <a:ext cx="44296" cy="97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36" y="0"/>
                </a:moveTo>
                <a:lnTo>
                  <a:pt x="18860" y="201"/>
                </a:lnTo>
                <a:lnTo>
                  <a:pt x="21323" y="404"/>
                </a:lnTo>
                <a:lnTo>
                  <a:pt x="21504" y="1739"/>
                </a:lnTo>
                <a:lnTo>
                  <a:pt x="21600" y="2973"/>
                </a:lnTo>
                <a:lnTo>
                  <a:pt x="21593" y="4121"/>
                </a:lnTo>
                <a:lnTo>
                  <a:pt x="21469" y="5202"/>
                </a:lnTo>
                <a:lnTo>
                  <a:pt x="21209" y="6231"/>
                </a:lnTo>
                <a:lnTo>
                  <a:pt x="20800" y="7222"/>
                </a:lnTo>
                <a:lnTo>
                  <a:pt x="20221" y="8196"/>
                </a:lnTo>
                <a:lnTo>
                  <a:pt x="19457" y="9166"/>
                </a:lnTo>
                <a:lnTo>
                  <a:pt x="18490" y="10150"/>
                </a:lnTo>
                <a:lnTo>
                  <a:pt x="17307" y="11162"/>
                </a:lnTo>
                <a:lnTo>
                  <a:pt x="15885" y="12222"/>
                </a:lnTo>
                <a:lnTo>
                  <a:pt x="14215" y="13344"/>
                </a:lnTo>
                <a:lnTo>
                  <a:pt x="13778" y="14425"/>
                </a:lnTo>
                <a:lnTo>
                  <a:pt x="13391" y="15500"/>
                </a:lnTo>
                <a:lnTo>
                  <a:pt x="13042" y="16578"/>
                </a:lnTo>
                <a:lnTo>
                  <a:pt x="12733" y="17657"/>
                </a:lnTo>
                <a:lnTo>
                  <a:pt x="12463" y="18742"/>
                </a:lnTo>
                <a:lnTo>
                  <a:pt x="12229" y="19834"/>
                </a:lnTo>
                <a:lnTo>
                  <a:pt x="11450" y="20626"/>
                </a:lnTo>
                <a:lnTo>
                  <a:pt x="10661" y="21432"/>
                </a:lnTo>
                <a:lnTo>
                  <a:pt x="7957" y="21545"/>
                </a:lnTo>
                <a:lnTo>
                  <a:pt x="6052" y="21600"/>
                </a:lnTo>
                <a:lnTo>
                  <a:pt x="4432" y="21600"/>
                </a:lnTo>
                <a:lnTo>
                  <a:pt x="2584" y="21545"/>
                </a:lnTo>
                <a:lnTo>
                  <a:pt x="0" y="21432"/>
                </a:lnTo>
                <a:lnTo>
                  <a:pt x="206" y="20285"/>
                </a:lnTo>
                <a:lnTo>
                  <a:pt x="423" y="19140"/>
                </a:lnTo>
                <a:lnTo>
                  <a:pt x="643" y="17993"/>
                </a:lnTo>
                <a:lnTo>
                  <a:pt x="867" y="16848"/>
                </a:lnTo>
                <a:lnTo>
                  <a:pt x="1098" y="15703"/>
                </a:lnTo>
                <a:lnTo>
                  <a:pt x="1333" y="14557"/>
                </a:lnTo>
                <a:lnTo>
                  <a:pt x="1500" y="13595"/>
                </a:lnTo>
                <a:lnTo>
                  <a:pt x="1667" y="12618"/>
                </a:lnTo>
                <a:lnTo>
                  <a:pt x="1923" y="11465"/>
                </a:lnTo>
                <a:lnTo>
                  <a:pt x="2221" y="10261"/>
                </a:lnTo>
                <a:lnTo>
                  <a:pt x="2598" y="9029"/>
                </a:lnTo>
                <a:lnTo>
                  <a:pt x="3070" y="7790"/>
                </a:lnTo>
                <a:lnTo>
                  <a:pt x="3671" y="6565"/>
                </a:lnTo>
                <a:lnTo>
                  <a:pt x="4432" y="5380"/>
                </a:lnTo>
                <a:lnTo>
                  <a:pt x="5373" y="4254"/>
                </a:lnTo>
                <a:lnTo>
                  <a:pt x="6528" y="3211"/>
                </a:lnTo>
                <a:lnTo>
                  <a:pt x="7921" y="2271"/>
                </a:lnTo>
                <a:lnTo>
                  <a:pt x="9581" y="1459"/>
                </a:lnTo>
                <a:lnTo>
                  <a:pt x="11532" y="794"/>
                </a:lnTo>
                <a:lnTo>
                  <a:pt x="13810" y="301"/>
                </a:lnTo>
                <a:lnTo>
                  <a:pt x="16436" y="0"/>
                </a:lnTo>
                <a:close/>
              </a:path>
            </a:pathLst>
          </a:custGeom>
          <a:solidFill>
            <a:srgbClr val="CDD0C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8" name="contour_05866"/>
          <p:cNvSpPr/>
          <p:nvPr/>
        </p:nvSpPr>
        <p:spPr>
          <a:xfrm>
            <a:off x="7218198" y="4657027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084" y="421"/>
                </a:lnTo>
                <a:lnTo>
                  <a:pt x="6240" y="851"/>
                </a:lnTo>
                <a:lnTo>
                  <a:pt x="7393" y="1291"/>
                </a:lnTo>
                <a:lnTo>
                  <a:pt x="8546" y="1739"/>
                </a:lnTo>
                <a:lnTo>
                  <a:pt x="9696" y="2192"/>
                </a:lnTo>
                <a:lnTo>
                  <a:pt x="10174" y="2376"/>
                </a:lnTo>
                <a:lnTo>
                  <a:pt x="11014" y="2695"/>
                </a:lnTo>
                <a:lnTo>
                  <a:pt x="12940" y="3429"/>
                </a:lnTo>
                <a:lnTo>
                  <a:pt x="14301" y="4423"/>
                </a:lnTo>
                <a:lnTo>
                  <a:pt x="15183" y="5235"/>
                </a:lnTo>
                <a:lnTo>
                  <a:pt x="15772" y="6156"/>
                </a:lnTo>
                <a:lnTo>
                  <a:pt x="16257" y="7474"/>
                </a:lnTo>
                <a:lnTo>
                  <a:pt x="16821" y="9482"/>
                </a:lnTo>
                <a:lnTo>
                  <a:pt x="17101" y="10811"/>
                </a:lnTo>
                <a:lnTo>
                  <a:pt x="17386" y="12145"/>
                </a:lnTo>
                <a:lnTo>
                  <a:pt x="17673" y="13500"/>
                </a:lnTo>
                <a:lnTo>
                  <a:pt x="18869" y="14442"/>
                </a:lnTo>
                <a:lnTo>
                  <a:pt x="19676" y="15039"/>
                </a:lnTo>
                <a:lnTo>
                  <a:pt x="20463" y="15538"/>
                </a:lnTo>
                <a:lnTo>
                  <a:pt x="21600" y="16200"/>
                </a:lnTo>
                <a:lnTo>
                  <a:pt x="20373" y="16589"/>
                </a:lnTo>
                <a:lnTo>
                  <a:pt x="19145" y="16975"/>
                </a:lnTo>
                <a:lnTo>
                  <a:pt x="17918" y="17361"/>
                </a:lnTo>
                <a:lnTo>
                  <a:pt x="16691" y="17747"/>
                </a:lnTo>
                <a:lnTo>
                  <a:pt x="15464" y="18133"/>
                </a:lnTo>
                <a:lnTo>
                  <a:pt x="14236" y="18517"/>
                </a:lnTo>
                <a:lnTo>
                  <a:pt x="13009" y="18900"/>
                </a:lnTo>
                <a:lnTo>
                  <a:pt x="11792" y="19286"/>
                </a:lnTo>
                <a:lnTo>
                  <a:pt x="10555" y="19680"/>
                </a:lnTo>
                <a:lnTo>
                  <a:pt x="9374" y="20047"/>
                </a:lnTo>
                <a:lnTo>
                  <a:pt x="8177" y="20417"/>
                </a:lnTo>
                <a:lnTo>
                  <a:pt x="7095" y="20758"/>
                </a:lnTo>
                <a:lnTo>
                  <a:pt x="5995" y="21103"/>
                </a:lnTo>
                <a:lnTo>
                  <a:pt x="4954" y="21346"/>
                </a:lnTo>
                <a:lnTo>
                  <a:pt x="4122" y="21492"/>
                </a:lnTo>
                <a:lnTo>
                  <a:pt x="3211" y="21568"/>
                </a:lnTo>
                <a:lnTo>
                  <a:pt x="1932" y="21597"/>
                </a:lnTo>
                <a:lnTo>
                  <a:pt x="0" y="21600"/>
                </a:lnTo>
                <a:lnTo>
                  <a:pt x="0" y="19815"/>
                </a:lnTo>
                <a:lnTo>
                  <a:pt x="0" y="18020"/>
                </a:lnTo>
                <a:lnTo>
                  <a:pt x="0" y="16200"/>
                </a:lnTo>
                <a:lnTo>
                  <a:pt x="1298" y="16200"/>
                </a:lnTo>
                <a:lnTo>
                  <a:pt x="2604" y="16200"/>
                </a:lnTo>
                <a:lnTo>
                  <a:pt x="3927" y="16200"/>
                </a:lnTo>
                <a:lnTo>
                  <a:pt x="3927" y="14415"/>
                </a:lnTo>
                <a:lnTo>
                  <a:pt x="3927" y="12620"/>
                </a:lnTo>
                <a:lnTo>
                  <a:pt x="3927" y="10800"/>
                </a:lnTo>
                <a:lnTo>
                  <a:pt x="2761" y="9809"/>
                </a:lnTo>
                <a:lnTo>
                  <a:pt x="1964" y="9196"/>
                </a:lnTo>
                <a:lnTo>
                  <a:pt x="1166" y="8713"/>
                </a:lnTo>
                <a:lnTo>
                  <a:pt x="0" y="8100"/>
                </a:lnTo>
                <a:lnTo>
                  <a:pt x="1298" y="8100"/>
                </a:lnTo>
                <a:lnTo>
                  <a:pt x="2604" y="8100"/>
                </a:lnTo>
                <a:lnTo>
                  <a:pt x="3927" y="8100"/>
                </a:lnTo>
                <a:lnTo>
                  <a:pt x="3927" y="6496"/>
                </a:lnTo>
                <a:lnTo>
                  <a:pt x="3927" y="4887"/>
                </a:lnTo>
                <a:lnTo>
                  <a:pt x="3927" y="3272"/>
                </a:lnTo>
                <a:lnTo>
                  <a:pt x="3927" y="1644"/>
                </a:lnTo>
                <a:lnTo>
                  <a:pt x="3927" y="0"/>
                </a:lnTo>
                <a:close/>
              </a:path>
            </a:pathLst>
          </a:custGeom>
          <a:solidFill>
            <a:srgbClr val="838285"/>
          </a:solidFill>
          <a:ln>
            <a:noFill/>
          </a:ln>
        </p:spPr>
        <p:txBody>
          <a:bodyPr/>
          <a:lstStyle/>
          <a:p/>
        </p:txBody>
      </p:sp>
      <p:sp>
        <p:nvSpPr>
          <p:cNvPr id="5869" name="contour_05867"/>
          <p:cNvSpPr/>
          <p:nvPr/>
        </p:nvSpPr>
        <p:spPr>
          <a:xfrm>
            <a:off x="870358" y="4591435"/>
            <a:ext cx="6559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4" y="0"/>
                </a:lnTo>
                <a:lnTo>
                  <a:pt x="15170" y="0"/>
                </a:lnTo>
                <a:lnTo>
                  <a:pt x="16764" y="0"/>
                </a:lnTo>
                <a:lnTo>
                  <a:pt x="18365" y="0"/>
                </a:lnTo>
                <a:lnTo>
                  <a:pt x="19975" y="0"/>
                </a:lnTo>
                <a:lnTo>
                  <a:pt x="21600" y="0"/>
                </a:lnTo>
                <a:lnTo>
                  <a:pt x="21533" y="950"/>
                </a:lnTo>
                <a:lnTo>
                  <a:pt x="21461" y="1901"/>
                </a:lnTo>
                <a:lnTo>
                  <a:pt x="21384" y="2851"/>
                </a:lnTo>
                <a:lnTo>
                  <a:pt x="21302" y="3802"/>
                </a:lnTo>
                <a:lnTo>
                  <a:pt x="21216" y="4752"/>
                </a:lnTo>
                <a:lnTo>
                  <a:pt x="21130" y="5701"/>
                </a:lnTo>
                <a:lnTo>
                  <a:pt x="21038" y="6651"/>
                </a:lnTo>
                <a:lnTo>
                  <a:pt x="20945" y="7600"/>
                </a:lnTo>
                <a:lnTo>
                  <a:pt x="20851" y="8551"/>
                </a:lnTo>
                <a:lnTo>
                  <a:pt x="20825" y="8912"/>
                </a:lnTo>
                <a:lnTo>
                  <a:pt x="20784" y="9549"/>
                </a:lnTo>
                <a:lnTo>
                  <a:pt x="20686" y="11010"/>
                </a:lnTo>
                <a:lnTo>
                  <a:pt x="20580" y="11933"/>
                </a:lnTo>
                <a:lnTo>
                  <a:pt x="20460" y="12839"/>
                </a:lnTo>
                <a:lnTo>
                  <a:pt x="20314" y="13732"/>
                </a:lnTo>
                <a:lnTo>
                  <a:pt x="20126" y="14616"/>
                </a:lnTo>
                <a:lnTo>
                  <a:pt x="19889" y="15499"/>
                </a:lnTo>
                <a:lnTo>
                  <a:pt x="19584" y="16386"/>
                </a:lnTo>
                <a:lnTo>
                  <a:pt x="19200" y="17280"/>
                </a:lnTo>
                <a:lnTo>
                  <a:pt x="17364" y="17813"/>
                </a:lnTo>
                <a:lnTo>
                  <a:pt x="16073" y="18154"/>
                </a:lnTo>
                <a:lnTo>
                  <a:pt x="14978" y="18373"/>
                </a:lnTo>
                <a:lnTo>
                  <a:pt x="13735" y="18539"/>
                </a:lnTo>
                <a:lnTo>
                  <a:pt x="12000" y="18720"/>
                </a:lnTo>
                <a:lnTo>
                  <a:pt x="12000" y="19672"/>
                </a:lnTo>
                <a:lnTo>
                  <a:pt x="12000" y="20629"/>
                </a:lnTo>
                <a:lnTo>
                  <a:pt x="12000" y="21600"/>
                </a:lnTo>
                <a:lnTo>
                  <a:pt x="10812" y="21243"/>
                </a:lnTo>
                <a:lnTo>
                  <a:pt x="9617" y="20886"/>
                </a:lnTo>
                <a:lnTo>
                  <a:pt x="8417" y="20524"/>
                </a:lnTo>
                <a:lnTo>
                  <a:pt x="7200" y="20160"/>
                </a:lnTo>
                <a:lnTo>
                  <a:pt x="7728" y="19210"/>
                </a:lnTo>
                <a:lnTo>
                  <a:pt x="8256" y="18258"/>
                </a:lnTo>
                <a:lnTo>
                  <a:pt x="8786" y="17306"/>
                </a:lnTo>
                <a:lnTo>
                  <a:pt x="9317" y="16351"/>
                </a:lnTo>
                <a:lnTo>
                  <a:pt x="9847" y="15394"/>
                </a:lnTo>
                <a:lnTo>
                  <a:pt x="10382" y="14432"/>
                </a:lnTo>
                <a:lnTo>
                  <a:pt x="10918" y="13467"/>
                </a:lnTo>
                <a:lnTo>
                  <a:pt x="11458" y="12496"/>
                </a:lnTo>
                <a:lnTo>
                  <a:pt x="12000" y="11520"/>
                </a:lnTo>
                <a:lnTo>
                  <a:pt x="10303" y="11520"/>
                </a:lnTo>
                <a:lnTo>
                  <a:pt x="8604" y="11520"/>
                </a:lnTo>
                <a:lnTo>
                  <a:pt x="6900" y="11520"/>
                </a:lnTo>
                <a:lnTo>
                  <a:pt x="5189" y="11520"/>
                </a:lnTo>
                <a:lnTo>
                  <a:pt x="3470" y="11520"/>
                </a:lnTo>
                <a:lnTo>
                  <a:pt x="1742" y="11520"/>
                </a:lnTo>
                <a:lnTo>
                  <a:pt x="0" y="11520"/>
                </a:lnTo>
                <a:lnTo>
                  <a:pt x="595" y="10807"/>
                </a:lnTo>
                <a:lnTo>
                  <a:pt x="1190" y="10092"/>
                </a:lnTo>
                <a:lnTo>
                  <a:pt x="1793" y="9370"/>
                </a:lnTo>
                <a:lnTo>
                  <a:pt x="2400" y="8640"/>
                </a:lnTo>
                <a:lnTo>
                  <a:pt x="4082" y="8503"/>
                </a:lnTo>
                <a:lnTo>
                  <a:pt x="5306" y="8427"/>
                </a:lnTo>
                <a:lnTo>
                  <a:pt x="6425" y="8400"/>
                </a:lnTo>
                <a:lnTo>
                  <a:pt x="7788" y="8412"/>
                </a:lnTo>
                <a:lnTo>
                  <a:pt x="9749" y="8460"/>
                </a:lnTo>
                <a:lnTo>
                  <a:pt x="10334" y="8472"/>
                </a:lnTo>
                <a:lnTo>
                  <a:pt x="11369" y="8492"/>
                </a:lnTo>
                <a:lnTo>
                  <a:pt x="13735" y="8539"/>
                </a:lnTo>
                <a:lnTo>
                  <a:pt x="15257" y="8590"/>
                </a:lnTo>
                <a:lnTo>
                  <a:pt x="16800" y="8640"/>
                </a:lnTo>
                <a:lnTo>
                  <a:pt x="16990" y="6880"/>
                </a:lnTo>
                <a:lnTo>
                  <a:pt x="17095" y="5531"/>
                </a:lnTo>
                <a:lnTo>
                  <a:pt x="17088" y="4503"/>
                </a:lnTo>
                <a:lnTo>
                  <a:pt x="16942" y="3708"/>
                </a:lnTo>
                <a:lnTo>
                  <a:pt x="16630" y="3056"/>
                </a:lnTo>
                <a:lnTo>
                  <a:pt x="16118" y="2460"/>
                </a:lnTo>
                <a:lnTo>
                  <a:pt x="15386" y="1830"/>
                </a:lnTo>
                <a:lnTo>
                  <a:pt x="14400" y="1080"/>
                </a:lnTo>
                <a:lnTo>
                  <a:pt x="13210" y="544"/>
                </a:lnTo>
                <a:lnTo>
                  <a:pt x="12000" y="0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0" name="contour_05868"/>
          <p:cNvSpPr/>
          <p:nvPr/>
        </p:nvSpPr>
        <p:spPr>
          <a:xfrm>
            <a:off x="8522399" y="4569571"/>
            <a:ext cx="51366" cy="869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77" y="0"/>
                </a:moveTo>
                <a:lnTo>
                  <a:pt x="7168" y="786"/>
                </a:lnTo>
                <a:lnTo>
                  <a:pt x="8072" y="1585"/>
                </a:lnTo>
                <a:lnTo>
                  <a:pt x="8673" y="2092"/>
                </a:lnTo>
                <a:lnTo>
                  <a:pt x="10490" y="3622"/>
                </a:lnTo>
                <a:lnTo>
                  <a:pt x="11664" y="4632"/>
                </a:lnTo>
                <a:lnTo>
                  <a:pt x="12859" y="5659"/>
                </a:lnTo>
                <a:lnTo>
                  <a:pt x="14156" y="6445"/>
                </a:lnTo>
                <a:lnTo>
                  <a:pt x="15471" y="7243"/>
                </a:lnTo>
                <a:lnTo>
                  <a:pt x="17496" y="7243"/>
                </a:lnTo>
                <a:lnTo>
                  <a:pt x="19534" y="7243"/>
                </a:lnTo>
                <a:lnTo>
                  <a:pt x="21600" y="7243"/>
                </a:lnTo>
                <a:lnTo>
                  <a:pt x="21431" y="8489"/>
                </a:lnTo>
                <a:lnTo>
                  <a:pt x="21251" y="9735"/>
                </a:lnTo>
                <a:lnTo>
                  <a:pt x="21058" y="10981"/>
                </a:lnTo>
                <a:lnTo>
                  <a:pt x="20855" y="12225"/>
                </a:lnTo>
                <a:lnTo>
                  <a:pt x="20644" y="13469"/>
                </a:lnTo>
                <a:lnTo>
                  <a:pt x="20463" y="14626"/>
                </a:lnTo>
                <a:lnTo>
                  <a:pt x="20285" y="15791"/>
                </a:lnTo>
                <a:lnTo>
                  <a:pt x="20104" y="16970"/>
                </a:lnTo>
                <a:lnTo>
                  <a:pt x="19305" y="18422"/>
                </a:lnTo>
                <a:lnTo>
                  <a:pt x="18609" y="19380"/>
                </a:lnTo>
                <a:lnTo>
                  <a:pt x="17738" y="20063"/>
                </a:lnTo>
                <a:lnTo>
                  <a:pt x="16421" y="20682"/>
                </a:lnTo>
                <a:lnTo>
                  <a:pt x="14383" y="21455"/>
                </a:lnTo>
                <a:lnTo>
                  <a:pt x="11879" y="21580"/>
                </a:lnTo>
                <a:lnTo>
                  <a:pt x="10089" y="21600"/>
                </a:lnTo>
                <a:lnTo>
                  <a:pt x="8514" y="21471"/>
                </a:lnTo>
                <a:lnTo>
                  <a:pt x="6653" y="21156"/>
                </a:lnTo>
                <a:lnTo>
                  <a:pt x="4015" y="20613"/>
                </a:lnTo>
                <a:lnTo>
                  <a:pt x="1778" y="19134"/>
                </a:lnTo>
                <a:lnTo>
                  <a:pt x="613" y="18172"/>
                </a:lnTo>
                <a:lnTo>
                  <a:pt x="144" y="17303"/>
                </a:lnTo>
                <a:lnTo>
                  <a:pt x="0" y="16106"/>
                </a:lnTo>
                <a:lnTo>
                  <a:pt x="340" y="14874"/>
                </a:lnTo>
                <a:lnTo>
                  <a:pt x="726" y="13656"/>
                </a:lnTo>
                <a:lnTo>
                  <a:pt x="1152" y="12446"/>
                </a:lnTo>
                <a:lnTo>
                  <a:pt x="1615" y="11242"/>
                </a:lnTo>
                <a:lnTo>
                  <a:pt x="2112" y="10038"/>
                </a:lnTo>
                <a:lnTo>
                  <a:pt x="2636" y="8828"/>
                </a:lnTo>
                <a:lnTo>
                  <a:pt x="2970" y="7979"/>
                </a:lnTo>
                <a:lnTo>
                  <a:pt x="3307" y="7126"/>
                </a:lnTo>
                <a:lnTo>
                  <a:pt x="3650" y="6260"/>
                </a:lnTo>
                <a:lnTo>
                  <a:pt x="4153" y="5005"/>
                </a:lnTo>
                <a:lnTo>
                  <a:pt x="4668" y="3752"/>
                </a:lnTo>
                <a:lnTo>
                  <a:pt x="5195" y="2499"/>
                </a:lnTo>
                <a:lnTo>
                  <a:pt x="5731" y="1249"/>
                </a:lnTo>
                <a:lnTo>
                  <a:pt x="6277" y="0"/>
                </a:lnTo>
                <a:close/>
              </a:path>
            </a:pathLst>
          </a:custGeom>
          <a:solidFill>
            <a:srgbClr val="EDE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1" name="contour_05869"/>
          <p:cNvSpPr/>
          <p:nvPr/>
        </p:nvSpPr>
        <p:spPr>
          <a:xfrm>
            <a:off x="6836927" y="4598905"/>
            <a:ext cx="97040" cy="43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77" y="347"/>
                </a:moveTo>
                <a:lnTo>
                  <a:pt x="8330" y="427"/>
                </a:lnTo>
                <a:lnTo>
                  <a:pt x="8955" y="560"/>
                </a:lnTo>
                <a:lnTo>
                  <a:pt x="10384" y="875"/>
                </a:lnTo>
                <a:lnTo>
                  <a:pt x="11208" y="1081"/>
                </a:lnTo>
                <a:lnTo>
                  <a:pt x="12039" y="1283"/>
                </a:lnTo>
                <a:lnTo>
                  <a:pt x="12881" y="1489"/>
                </a:lnTo>
                <a:lnTo>
                  <a:pt x="13252" y="1576"/>
                </a:lnTo>
                <a:lnTo>
                  <a:pt x="13911" y="1724"/>
                </a:lnTo>
                <a:lnTo>
                  <a:pt x="15416" y="2064"/>
                </a:lnTo>
                <a:lnTo>
                  <a:pt x="16446" y="2299"/>
                </a:lnTo>
                <a:lnTo>
                  <a:pt x="17478" y="2538"/>
                </a:lnTo>
                <a:lnTo>
                  <a:pt x="18508" y="2780"/>
                </a:lnTo>
                <a:lnTo>
                  <a:pt x="19538" y="3026"/>
                </a:lnTo>
                <a:lnTo>
                  <a:pt x="20568" y="3275"/>
                </a:lnTo>
                <a:lnTo>
                  <a:pt x="21600" y="3525"/>
                </a:lnTo>
                <a:lnTo>
                  <a:pt x="21600" y="5672"/>
                </a:lnTo>
                <a:lnTo>
                  <a:pt x="21600" y="7827"/>
                </a:lnTo>
                <a:lnTo>
                  <a:pt x="21600" y="9992"/>
                </a:lnTo>
                <a:lnTo>
                  <a:pt x="21600" y="12168"/>
                </a:lnTo>
                <a:lnTo>
                  <a:pt x="21600" y="14370"/>
                </a:lnTo>
                <a:lnTo>
                  <a:pt x="20529" y="14131"/>
                </a:lnTo>
                <a:lnTo>
                  <a:pt x="19457" y="13893"/>
                </a:lnTo>
                <a:lnTo>
                  <a:pt x="18386" y="13654"/>
                </a:lnTo>
                <a:lnTo>
                  <a:pt x="17314" y="13415"/>
                </a:lnTo>
                <a:lnTo>
                  <a:pt x="16240" y="13177"/>
                </a:lnTo>
                <a:lnTo>
                  <a:pt x="15165" y="12935"/>
                </a:lnTo>
                <a:lnTo>
                  <a:pt x="14087" y="12696"/>
                </a:lnTo>
                <a:lnTo>
                  <a:pt x="13009" y="12458"/>
                </a:lnTo>
                <a:lnTo>
                  <a:pt x="11928" y="12215"/>
                </a:lnTo>
                <a:lnTo>
                  <a:pt x="10845" y="11973"/>
                </a:lnTo>
                <a:lnTo>
                  <a:pt x="9758" y="11731"/>
                </a:lnTo>
                <a:lnTo>
                  <a:pt x="8668" y="11489"/>
                </a:lnTo>
                <a:lnTo>
                  <a:pt x="7574" y="11246"/>
                </a:lnTo>
                <a:lnTo>
                  <a:pt x="6478" y="11001"/>
                </a:lnTo>
                <a:lnTo>
                  <a:pt x="5378" y="10755"/>
                </a:lnTo>
                <a:lnTo>
                  <a:pt x="5378" y="12902"/>
                </a:lnTo>
                <a:lnTo>
                  <a:pt x="5378" y="15057"/>
                </a:lnTo>
                <a:lnTo>
                  <a:pt x="5378" y="17222"/>
                </a:lnTo>
                <a:lnTo>
                  <a:pt x="5378" y="19398"/>
                </a:lnTo>
                <a:lnTo>
                  <a:pt x="5378" y="21600"/>
                </a:lnTo>
                <a:lnTo>
                  <a:pt x="4171" y="21137"/>
                </a:lnTo>
                <a:lnTo>
                  <a:pt x="3314" y="20718"/>
                </a:lnTo>
                <a:lnTo>
                  <a:pt x="2574" y="20168"/>
                </a:lnTo>
                <a:lnTo>
                  <a:pt x="1718" y="19315"/>
                </a:lnTo>
                <a:lnTo>
                  <a:pt x="511" y="17985"/>
                </a:lnTo>
                <a:lnTo>
                  <a:pt x="235" y="15534"/>
                </a:lnTo>
                <a:lnTo>
                  <a:pt x="63" y="13126"/>
                </a:lnTo>
                <a:lnTo>
                  <a:pt x="0" y="10744"/>
                </a:lnTo>
                <a:lnTo>
                  <a:pt x="50" y="8362"/>
                </a:lnTo>
                <a:lnTo>
                  <a:pt x="219" y="5965"/>
                </a:lnTo>
                <a:lnTo>
                  <a:pt x="511" y="3525"/>
                </a:lnTo>
                <a:lnTo>
                  <a:pt x="1580" y="2111"/>
                </a:lnTo>
                <a:lnTo>
                  <a:pt x="2591" y="1103"/>
                </a:lnTo>
                <a:lnTo>
                  <a:pt x="3579" y="452"/>
                </a:lnTo>
                <a:lnTo>
                  <a:pt x="4578" y="101"/>
                </a:lnTo>
                <a:lnTo>
                  <a:pt x="5621" y="0"/>
                </a:lnTo>
                <a:lnTo>
                  <a:pt x="6742" y="101"/>
                </a:lnTo>
                <a:lnTo>
                  <a:pt x="7977" y="347"/>
                </a:lnTo>
                <a:close/>
              </a:path>
            </a:pathLst>
          </a:custGeom>
          <a:solidFill>
            <a:srgbClr val="C6C9CB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2" name="contour_05870"/>
          <p:cNvSpPr/>
          <p:nvPr/>
        </p:nvSpPr>
        <p:spPr>
          <a:xfrm>
            <a:off x="4405034" y="4525843"/>
            <a:ext cx="7449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80" y="0"/>
                </a:moveTo>
                <a:lnTo>
                  <a:pt x="12680" y="1586"/>
                </a:lnTo>
                <a:lnTo>
                  <a:pt x="12680" y="3182"/>
                </a:lnTo>
                <a:lnTo>
                  <a:pt x="12680" y="4800"/>
                </a:lnTo>
                <a:lnTo>
                  <a:pt x="13785" y="5448"/>
                </a:lnTo>
                <a:lnTo>
                  <a:pt x="14594" y="5866"/>
                </a:lnTo>
                <a:lnTo>
                  <a:pt x="15503" y="6240"/>
                </a:lnTo>
                <a:lnTo>
                  <a:pt x="16906" y="6749"/>
                </a:lnTo>
                <a:lnTo>
                  <a:pt x="18291" y="7442"/>
                </a:lnTo>
                <a:lnTo>
                  <a:pt x="19193" y="7970"/>
                </a:lnTo>
                <a:lnTo>
                  <a:pt x="20009" y="8602"/>
                </a:lnTo>
                <a:lnTo>
                  <a:pt x="21133" y="9600"/>
                </a:lnTo>
                <a:lnTo>
                  <a:pt x="21408" y="11378"/>
                </a:lnTo>
                <a:lnTo>
                  <a:pt x="21558" y="13075"/>
                </a:lnTo>
                <a:lnTo>
                  <a:pt x="21600" y="14726"/>
                </a:lnTo>
                <a:lnTo>
                  <a:pt x="21560" y="16366"/>
                </a:lnTo>
                <a:lnTo>
                  <a:pt x="21454" y="18034"/>
                </a:lnTo>
                <a:lnTo>
                  <a:pt x="21304" y="19766"/>
                </a:lnTo>
                <a:lnTo>
                  <a:pt x="21133" y="21600"/>
                </a:lnTo>
                <a:lnTo>
                  <a:pt x="19639" y="21600"/>
                </a:lnTo>
                <a:lnTo>
                  <a:pt x="18143" y="21600"/>
                </a:lnTo>
                <a:lnTo>
                  <a:pt x="16642" y="21600"/>
                </a:lnTo>
                <a:lnTo>
                  <a:pt x="15135" y="21600"/>
                </a:lnTo>
                <a:lnTo>
                  <a:pt x="13622" y="21600"/>
                </a:lnTo>
                <a:lnTo>
                  <a:pt x="12101" y="21600"/>
                </a:lnTo>
                <a:lnTo>
                  <a:pt x="10566" y="21600"/>
                </a:lnTo>
                <a:lnTo>
                  <a:pt x="10484" y="20078"/>
                </a:lnTo>
                <a:lnTo>
                  <a:pt x="10402" y="18535"/>
                </a:lnTo>
                <a:lnTo>
                  <a:pt x="10239" y="16846"/>
                </a:lnTo>
                <a:lnTo>
                  <a:pt x="10059" y="15202"/>
                </a:lnTo>
                <a:lnTo>
                  <a:pt x="9848" y="13591"/>
                </a:lnTo>
                <a:lnTo>
                  <a:pt x="9594" y="11998"/>
                </a:lnTo>
                <a:lnTo>
                  <a:pt x="9286" y="10411"/>
                </a:lnTo>
                <a:lnTo>
                  <a:pt x="8910" y="8815"/>
                </a:lnTo>
                <a:lnTo>
                  <a:pt x="8453" y="7200"/>
                </a:lnTo>
                <a:lnTo>
                  <a:pt x="7050" y="6283"/>
                </a:lnTo>
                <a:lnTo>
                  <a:pt x="5750" y="5666"/>
                </a:lnTo>
                <a:lnTo>
                  <a:pt x="4472" y="5280"/>
                </a:lnTo>
                <a:lnTo>
                  <a:pt x="3138" y="5054"/>
                </a:lnTo>
                <a:lnTo>
                  <a:pt x="1674" y="4918"/>
                </a:lnTo>
                <a:lnTo>
                  <a:pt x="0" y="4800"/>
                </a:lnTo>
                <a:lnTo>
                  <a:pt x="1317" y="3994"/>
                </a:lnTo>
                <a:lnTo>
                  <a:pt x="2637" y="3194"/>
                </a:lnTo>
                <a:lnTo>
                  <a:pt x="3962" y="2400"/>
                </a:lnTo>
                <a:lnTo>
                  <a:pt x="5068" y="1730"/>
                </a:lnTo>
                <a:lnTo>
                  <a:pt x="6192" y="1051"/>
                </a:lnTo>
                <a:lnTo>
                  <a:pt x="7329" y="538"/>
                </a:lnTo>
                <a:lnTo>
                  <a:pt x="8236" y="228"/>
                </a:lnTo>
                <a:lnTo>
                  <a:pt x="9222" y="67"/>
                </a:lnTo>
                <a:lnTo>
                  <a:pt x="10598" y="10"/>
                </a:lnTo>
                <a:lnTo>
                  <a:pt x="12680" y="0"/>
                </a:lnTo>
                <a:close/>
              </a:path>
            </a:pathLst>
          </a:custGeom>
          <a:solidFill>
            <a:srgbClr val="87754F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3" name="contour_05871"/>
          <p:cNvSpPr/>
          <p:nvPr/>
        </p:nvSpPr>
        <p:spPr>
          <a:xfrm>
            <a:off x="1941692" y="4503979"/>
            <a:ext cx="9638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99" y="0"/>
                </a:moveTo>
                <a:lnTo>
                  <a:pt x="15856" y="189"/>
                </a:lnTo>
                <a:lnTo>
                  <a:pt x="16975" y="435"/>
                </a:lnTo>
                <a:lnTo>
                  <a:pt x="18066" y="769"/>
                </a:lnTo>
                <a:lnTo>
                  <a:pt x="19134" y="1234"/>
                </a:lnTo>
                <a:lnTo>
                  <a:pt x="20186" y="1866"/>
                </a:lnTo>
                <a:lnTo>
                  <a:pt x="21233" y="2700"/>
                </a:lnTo>
                <a:lnTo>
                  <a:pt x="21482" y="4574"/>
                </a:lnTo>
                <a:lnTo>
                  <a:pt x="21595" y="6326"/>
                </a:lnTo>
                <a:lnTo>
                  <a:pt x="21600" y="8024"/>
                </a:lnTo>
                <a:lnTo>
                  <a:pt x="21522" y="9739"/>
                </a:lnTo>
                <a:lnTo>
                  <a:pt x="21389" y="11542"/>
                </a:lnTo>
                <a:lnTo>
                  <a:pt x="21233" y="13500"/>
                </a:lnTo>
                <a:lnTo>
                  <a:pt x="20078" y="13500"/>
                </a:lnTo>
                <a:lnTo>
                  <a:pt x="18921" y="13500"/>
                </a:lnTo>
                <a:lnTo>
                  <a:pt x="17762" y="13500"/>
                </a:lnTo>
                <a:lnTo>
                  <a:pt x="16597" y="13500"/>
                </a:lnTo>
                <a:lnTo>
                  <a:pt x="15428" y="13500"/>
                </a:lnTo>
                <a:lnTo>
                  <a:pt x="14252" y="13500"/>
                </a:lnTo>
                <a:lnTo>
                  <a:pt x="13066" y="13500"/>
                </a:lnTo>
                <a:lnTo>
                  <a:pt x="13066" y="15285"/>
                </a:lnTo>
                <a:lnTo>
                  <a:pt x="13066" y="17080"/>
                </a:lnTo>
                <a:lnTo>
                  <a:pt x="13066" y="18900"/>
                </a:lnTo>
                <a:lnTo>
                  <a:pt x="11987" y="18900"/>
                </a:lnTo>
                <a:lnTo>
                  <a:pt x="10900" y="18900"/>
                </a:lnTo>
                <a:lnTo>
                  <a:pt x="9800" y="18900"/>
                </a:lnTo>
                <a:lnTo>
                  <a:pt x="9800" y="17115"/>
                </a:lnTo>
                <a:lnTo>
                  <a:pt x="9800" y="15320"/>
                </a:lnTo>
                <a:lnTo>
                  <a:pt x="9800" y="13500"/>
                </a:lnTo>
                <a:lnTo>
                  <a:pt x="8803" y="13738"/>
                </a:lnTo>
                <a:lnTo>
                  <a:pt x="7807" y="13986"/>
                </a:lnTo>
                <a:lnTo>
                  <a:pt x="6812" y="14245"/>
                </a:lnTo>
                <a:lnTo>
                  <a:pt x="5818" y="14512"/>
                </a:lnTo>
                <a:lnTo>
                  <a:pt x="5261" y="14656"/>
                </a:lnTo>
                <a:lnTo>
                  <a:pt x="3578" y="15082"/>
                </a:lnTo>
                <a:lnTo>
                  <a:pt x="2616" y="15671"/>
                </a:lnTo>
                <a:lnTo>
                  <a:pt x="1948" y="16305"/>
                </a:lnTo>
                <a:lnTo>
                  <a:pt x="1405" y="17296"/>
                </a:lnTo>
                <a:lnTo>
                  <a:pt x="813" y="18957"/>
                </a:lnTo>
                <a:lnTo>
                  <a:pt x="0" y="21600"/>
                </a:lnTo>
                <a:lnTo>
                  <a:pt x="180" y="19818"/>
                </a:lnTo>
                <a:lnTo>
                  <a:pt x="359" y="18033"/>
                </a:lnTo>
                <a:lnTo>
                  <a:pt x="539" y="16249"/>
                </a:lnTo>
                <a:lnTo>
                  <a:pt x="720" y="14459"/>
                </a:lnTo>
                <a:lnTo>
                  <a:pt x="902" y="12663"/>
                </a:lnTo>
                <a:lnTo>
                  <a:pt x="1083" y="10859"/>
                </a:lnTo>
                <a:lnTo>
                  <a:pt x="1266" y="9050"/>
                </a:lnTo>
                <a:lnTo>
                  <a:pt x="1449" y="7231"/>
                </a:lnTo>
                <a:lnTo>
                  <a:pt x="1633" y="5400"/>
                </a:lnTo>
                <a:lnTo>
                  <a:pt x="2713" y="5400"/>
                </a:lnTo>
                <a:lnTo>
                  <a:pt x="3799" y="5400"/>
                </a:lnTo>
                <a:lnTo>
                  <a:pt x="4900" y="5400"/>
                </a:lnTo>
                <a:lnTo>
                  <a:pt x="4900" y="7185"/>
                </a:lnTo>
                <a:lnTo>
                  <a:pt x="4900" y="8980"/>
                </a:lnTo>
                <a:lnTo>
                  <a:pt x="4900" y="10800"/>
                </a:lnTo>
                <a:lnTo>
                  <a:pt x="5950" y="10606"/>
                </a:lnTo>
                <a:lnTo>
                  <a:pt x="6987" y="10390"/>
                </a:lnTo>
                <a:lnTo>
                  <a:pt x="8016" y="10144"/>
                </a:lnTo>
                <a:lnTo>
                  <a:pt x="9037" y="9855"/>
                </a:lnTo>
                <a:lnTo>
                  <a:pt x="10050" y="9517"/>
                </a:lnTo>
                <a:lnTo>
                  <a:pt x="11059" y="9118"/>
                </a:lnTo>
                <a:lnTo>
                  <a:pt x="12063" y="8648"/>
                </a:lnTo>
                <a:lnTo>
                  <a:pt x="13066" y="8100"/>
                </a:lnTo>
                <a:lnTo>
                  <a:pt x="13716" y="6010"/>
                </a:lnTo>
                <a:lnTo>
                  <a:pt x="14126" y="4544"/>
                </a:lnTo>
                <a:lnTo>
                  <a:pt x="14374" y="3313"/>
                </a:lnTo>
                <a:lnTo>
                  <a:pt x="14539" y="1928"/>
                </a:lnTo>
                <a:lnTo>
                  <a:pt x="14699" y="0"/>
                </a:lnTo>
                <a:close/>
              </a:path>
            </a:pathLst>
          </a:custGeom>
          <a:solidFill>
            <a:srgbClr val="B5985E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4" name="contour_05872"/>
          <p:cNvSpPr/>
          <p:nvPr/>
        </p:nvSpPr>
        <p:spPr>
          <a:xfrm>
            <a:off x="10191699" y="4438387"/>
            <a:ext cx="87456" cy="818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48" y="470"/>
                </a:lnTo>
                <a:lnTo>
                  <a:pt x="1773" y="826"/>
                </a:lnTo>
                <a:lnTo>
                  <a:pt x="2511" y="1251"/>
                </a:lnTo>
                <a:lnTo>
                  <a:pt x="3600" y="1924"/>
                </a:lnTo>
                <a:lnTo>
                  <a:pt x="3785" y="2879"/>
                </a:lnTo>
                <a:lnTo>
                  <a:pt x="3973" y="3837"/>
                </a:lnTo>
                <a:lnTo>
                  <a:pt x="4162" y="4811"/>
                </a:lnTo>
                <a:lnTo>
                  <a:pt x="4570" y="5766"/>
                </a:lnTo>
                <a:lnTo>
                  <a:pt x="4982" y="6724"/>
                </a:lnTo>
                <a:lnTo>
                  <a:pt x="5400" y="7698"/>
                </a:lnTo>
                <a:lnTo>
                  <a:pt x="6579" y="8040"/>
                </a:lnTo>
                <a:lnTo>
                  <a:pt x="7747" y="8323"/>
                </a:lnTo>
                <a:lnTo>
                  <a:pt x="8914" y="8552"/>
                </a:lnTo>
                <a:lnTo>
                  <a:pt x="10087" y="8741"/>
                </a:lnTo>
                <a:lnTo>
                  <a:pt x="11277" y="8897"/>
                </a:lnTo>
                <a:lnTo>
                  <a:pt x="12494" y="9028"/>
                </a:lnTo>
                <a:lnTo>
                  <a:pt x="13441" y="9322"/>
                </a:lnTo>
                <a:lnTo>
                  <a:pt x="14400" y="9622"/>
                </a:lnTo>
                <a:lnTo>
                  <a:pt x="14400" y="10894"/>
                </a:lnTo>
                <a:lnTo>
                  <a:pt x="14400" y="12174"/>
                </a:lnTo>
                <a:lnTo>
                  <a:pt x="14400" y="13471"/>
                </a:lnTo>
                <a:lnTo>
                  <a:pt x="14780" y="13594"/>
                </a:lnTo>
                <a:lnTo>
                  <a:pt x="15451" y="13814"/>
                </a:lnTo>
                <a:lnTo>
                  <a:pt x="16988" y="14314"/>
                </a:lnTo>
                <a:lnTo>
                  <a:pt x="17917" y="14670"/>
                </a:lnTo>
                <a:lnTo>
                  <a:pt x="18851" y="15032"/>
                </a:lnTo>
                <a:lnTo>
                  <a:pt x="19800" y="15396"/>
                </a:lnTo>
                <a:lnTo>
                  <a:pt x="20331" y="16860"/>
                </a:lnTo>
                <a:lnTo>
                  <a:pt x="20691" y="17892"/>
                </a:lnTo>
                <a:lnTo>
                  <a:pt x="20965" y="18769"/>
                </a:lnTo>
                <a:lnTo>
                  <a:pt x="21238" y="19770"/>
                </a:lnTo>
                <a:lnTo>
                  <a:pt x="21600" y="21169"/>
                </a:lnTo>
                <a:lnTo>
                  <a:pt x="20324" y="21294"/>
                </a:lnTo>
                <a:lnTo>
                  <a:pt x="19058" y="21406"/>
                </a:lnTo>
                <a:lnTo>
                  <a:pt x="17798" y="21496"/>
                </a:lnTo>
                <a:lnTo>
                  <a:pt x="16544" y="21562"/>
                </a:lnTo>
                <a:lnTo>
                  <a:pt x="15293" y="21598"/>
                </a:lnTo>
                <a:lnTo>
                  <a:pt x="14042" y="21600"/>
                </a:lnTo>
                <a:lnTo>
                  <a:pt x="12791" y="21563"/>
                </a:lnTo>
                <a:lnTo>
                  <a:pt x="11534" y="21483"/>
                </a:lnTo>
                <a:lnTo>
                  <a:pt x="10271" y="21352"/>
                </a:lnTo>
                <a:lnTo>
                  <a:pt x="9000" y="21169"/>
                </a:lnTo>
                <a:lnTo>
                  <a:pt x="8095" y="20082"/>
                </a:lnTo>
                <a:lnTo>
                  <a:pt x="7416" y="19033"/>
                </a:lnTo>
                <a:lnTo>
                  <a:pt x="6901" y="17944"/>
                </a:lnTo>
                <a:lnTo>
                  <a:pt x="6482" y="16739"/>
                </a:lnTo>
                <a:lnTo>
                  <a:pt x="6097" y="15344"/>
                </a:lnTo>
                <a:lnTo>
                  <a:pt x="5539" y="13995"/>
                </a:lnTo>
                <a:lnTo>
                  <a:pt x="4891" y="13290"/>
                </a:lnTo>
                <a:lnTo>
                  <a:pt x="3593" y="12628"/>
                </a:lnTo>
                <a:lnTo>
                  <a:pt x="2545" y="11960"/>
                </a:lnTo>
                <a:lnTo>
                  <a:pt x="1931" y="11343"/>
                </a:lnTo>
                <a:lnTo>
                  <a:pt x="1514" y="10419"/>
                </a:lnTo>
                <a:lnTo>
                  <a:pt x="1055" y="8833"/>
                </a:lnTo>
                <a:lnTo>
                  <a:pt x="929" y="7782"/>
                </a:lnTo>
                <a:lnTo>
                  <a:pt x="803" y="6726"/>
                </a:lnTo>
                <a:lnTo>
                  <a:pt x="675" y="5654"/>
                </a:lnTo>
                <a:lnTo>
                  <a:pt x="540" y="4598"/>
                </a:lnTo>
                <a:lnTo>
                  <a:pt x="403" y="3535"/>
                </a:lnTo>
                <a:lnTo>
                  <a:pt x="266" y="2458"/>
                </a:lnTo>
                <a:lnTo>
                  <a:pt x="133" y="1237"/>
                </a:lnTo>
                <a:lnTo>
                  <a:pt x="0" y="0"/>
                </a:lnTo>
                <a:close/>
              </a:path>
            </a:pathLst>
          </a:custGeom>
          <a:solidFill>
            <a:srgbClr val="F2E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5" name="contour_05873"/>
          <p:cNvSpPr/>
          <p:nvPr/>
        </p:nvSpPr>
        <p:spPr>
          <a:xfrm>
            <a:off x="9965771" y="4436966"/>
            <a:ext cx="167624" cy="45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8" y="680"/>
                </a:moveTo>
                <a:lnTo>
                  <a:pt x="2450" y="547"/>
                </a:lnTo>
                <a:lnTo>
                  <a:pt x="3023" y="432"/>
                </a:lnTo>
                <a:lnTo>
                  <a:pt x="3595" y="331"/>
                </a:lnTo>
                <a:lnTo>
                  <a:pt x="4168" y="244"/>
                </a:lnTo>
                <a:lnTo>
                  <a:pt x="4806" y="122"/>
                </a:lnTo>
                <a:lnTo>
                  <a:pt x="5455" y="0"/>
                </a:lnTo>
                <a:lnTo>
                  <a:pt x="6010" y="338"/>
                </a:lnTo>
                <a:lnTo>
                  <a:pt x="6574" y="680"/>
                </a:lnTo>
                <a:lnTo>
                  <a:pt x="6743" y="2409"/>
                </a:lnTo>
                <a:lnTo>
                  <a:pt x="6915" y="4167"/>
                </a:lnTo>
                <a:lnTo>
                  <a:pt x="7063" y="5035"/>
                </a:lnTo>
                <a:lnTo>
                  <a:pt x="7513" y="7653"/>
                </a:lnTo>
                <a:lnTo>
                  <a:pt x="8210" y="8040"/>
                </a:lnTo>
                <a:lnTo>
                  <a:pt x="8724" y="8267"/>
                </a:lnTo>
                <a:lnTo>
                  <a:pt x="9206" y="8372"/>
                </a:lnTo>
                <a:lnTo>
                  <a:pt x="9809" y="8382"/>
                </a:lnTo>
                <a:lnTo>
                  <a:pt x="10686" y="8333"/>
                </a:lnTo>
                <a:lnTo>
                  <a:pt x="10921" y="8326"/>
                </a:lnTo>
                <a:lnTo>
                  <a:pt x="11630" y="8305"/>
                </a:lnTo>
                <a:lnTo>
                  <a:pt x="12227" y="8277"/>
                </a:lnTo>
                <a:lnTo>
                  <a:pt x="12825" y="8239"/>
                </a:lnTo>
                <a:lnTo>
                  <a:pt x="13421" y="8190"/>
                </a:lnTo>
                <a:lnTo>
                  <a:pt x="14018" y="8141"/>
                </a:lnTo>
                <a:lnTo>
                  <a:pt x="14615" y="8089"/>
                </a:lnTo>
                <a:lnTo>
                  <a:pt x="15121" y="8065"/>
                </a:lnTo>
                <a:lnTo>
                  <a:pt x="15627" y="8040"/>
                </a:lnTo>
                <a:lnTo>
                  <a:pt x="16132" y="8016"/>
                </a:lnTo>
                <a:lnTo>
                  <a:pt x="16639" y="7995"/>
                </a:lnTo>
                <a:lnTo>
                  <a:pt x="17258" y="7964"/>
                </a:lnTo>
                <a:lnTo>
                  <a:pt x="17879" y="7929"/>
                </a:lnTo>
                <a:lnTo>
                  <a:pt x="18499" y="7890"/>
                </a:lnTo>
                <a:lnTo>
                  <a:pt x="19120" y="7849"/>
                </a:lnTo>
                <a:lnTo>
                  <a:pt x="19740" y="7803"/>
                </a:lnTo>
                <a:lnTo>
                  <a:pt x="20359" y="7758"/>
                </a:lnTo>
                <a:lnTo>
                  <a:pt x="20980" y="7706"/>
                </a:lnTo>
                <a:lnTo>
                  <a:pt x="21600" y="7653"/>
                </a:lnTo>
                <a:lnTo>
                  <a:pt x="21600" y="9958"/>
                </a:lnTo>
                <a:lnTo>
                  <a:pt x="21600" y="12277"/>
                </a:lnTo>
                <a:lnTo>
                  <a:pt x="21600" y="14627"/>
                </a:lnTo>
                <a:lnTo>
                  <a:pt x="21395" y="14665"/>
                </a:lnTo>
                <a:lnTo>
                  <a:pt x="21036" y="14735"/>
                </a:lnTo>
                <a:lnTo>
                  <a:pt x="20209" y="14892"/>
                </a:lnTo>
                <a:lnTo>
                  <a:pt x="19563" y="15017"/>
                </a:lnTo>
                <a:lnTo>
                  <a:pt x="18916" y="15143"/>
                </a:lnTo>
                <a:lnTo>
                  <a:pt x="18270" y="15272"/>
                </a:lnTo>
                <a:lnTo>
                  <a:pt x="17623" y="15401"/>
                </a:lnTo>
                <a:lnTo>
                  <a:pt x="16976" y="15530"/>
                </a:lnTo>
                <a:lnTo>
                  <a:pt x="16330" y="15662"/>
                </a:lnTo>
                <a:lnTo>
                  <a:pt x="15683" y="15791"/>
                </a:lnTo>
                <a:lnTo>
                  <a:pt x="15036" y="15924"/>
                </a:lnTo>
                <a:lnTo>
                  <a:pt x="14480" y="16035"/>
                </a:lnTo>
                <a:lnTo>
                  <a:pt x="13924" y="16147"/>
                </a:lnTo>
                <a:lnTo>
                  <a:pt x="13367" y="16255"/>
                </a:lnTo>
                <a:lnTo>
                  <a:pt x="12810" y="16360"/>
                </a:lnTo>
                <a:lnTo>
                  <a:pt x="12165" y="16485"/>
                </a:lnTo>
                <a:lnTo>
                  <a:pt x="11520" y="16611"/>
                </a:lnTo>
                <a:lnTo>
                  <a:pt x="10875" y="16743"/>
                </a:lnTo>
                <a:lnTo>
                  <a:pt x="10231" y="16876"/>
                </a:lnTo>
                <a:lnTo>
                  <a:pt x="9586" y="17012"/>
                </a:lnTo>
                <a:lnTo>
                  <a:pt x="9324" y="17064"/>
                </a:lnTo>
                <a:lnTo>
                  <a:pt x="8535" y="17228"/>
                </a:lnTo>
                <a:lnTo>
                  <a:pt x="7902" y="17399"/>
                </a:lnTo>
                <a:lnTo>
                  <a:pt x="7275" y="17611"/>
                </a:lnTo>
                <a:lnTo>
                  <a:pt x="6655" y="17862"/>
                </a:lnTo>
                <a:lnTo>
                  <a:pt x="6038" y="18159"/>
                </a:lnTo>
                <a:lnTo>
                  <a:pt x="5424" y="18497"/>
                </a:lnTo>
                <a:lnTo>
                  <a:pt x="4814" y="18884"/>
                </a:lnTo>
                <a:lnTo>
                  <a:pt x="4205" y="19320"/>
                </a:lnTo>
                <a:lnTo>
                  <a:pt x="3597" y="19808"/>
                </a:lnTo>
                <a:lnTo>
                  <a:pt x="2988" y="20345"/>
                </a:lnTo>
                <a:lnTo>
                  <a:pt x="2379" y="20938"/>
                </a:lnTo>
                <a:lnTo>
                  <a:pt x="1767" y="21586"/>
                </a:lnTo>
                <a:lnTo>
                  <a:pt x="1561" y="21590"/>
                </a:lnTo>
                <a:lnTo>
                  <a:pt x="939" y="21600"/>
                </a:lnTo>
                <a:lnTo>
                  <a:pt x="594" y="19571"/>
                </a:lnTo>
                <a:lnTo>
                  <a:pt x="381" y="18169"/>
                </a:lnTo>
                <a:lnTo>
                  <a:pt x="212" y="16740"/>
                </a:lnTo>
                <a:lnTo>
                  <a:pt x="0" y="14627"/>
                </a:lnTo>
                <a:lnTo>
                  <a:pt x="558" y="14627"/>
                </a:lnTo>
                <a:lnTo>
                  <a:pt x="1118" y="14627"/>
                </a:lnTo>
                <a:lnTo>
                  <a:pt x="1679" y="14627"/>
                </a:lnTo>
                <a:lnTo>
                  <a:pt x="2245" y="14627"/>
                </a:lnTo>
                <a:lnTo>
                  <a:pt x="2817" y="14627"/>
                </a:lnTo>
                <a:lnTo>
                  <a:pt x="2662" y="12325"/>
                </a:lnTo>
                <a:lnTo>
                  <a:pt x="2507" y="10021"/>
                </a:lnTo>
                <a:lnTo>
                  <a:pt x="2352" y="7706"/>
                </a:lnTo>
                <a:lnTo>
                  <a:pt x="2195" y="5380"/>
                </a:lnTo>
                <a:lnTo>
                  <a:pt x="2037" y="3040"/>
                </a:lnTo>
                <a:lnTo>
                  <a:pt x="1878" y="680"/>
                </a:lnTo>
                <a:close/>
              </a:path>
            </a:pathLst>
          </a:custGeom>
          <a:solidFill>
            <a:srgbClr val="6B6966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6" name="contour_05874"/>
          <p:cNvSpPr/>
          <p:nvPr/>
        </p:nvSpPr>
        <p:spPr>
          <a:xfrm>
            <a:off x="2327956" y="4278051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0" y="1188"/>
                </a:lnTo>
                <a:lnTo>
                  <a:pt x="1339" y="2381"/>
                </a:lnTo>
                <a:lnTo>
                  <a:pt x="2017" y="3583"/>
                </a:lnTo>
                <a:lnTo>
                  <a:pt x="2700" y="4800"/>
                </a:lnTo>
                <a:lnTo>
                  <a:pt x="4576" y="5220"/>
                </a:lnTo>
                <a:lnTo>
                  <a:pt x="5989" y="5518"/>
                </a:lnTo>
                <a:lnTo>
                  <a:pt x="7201" y="5734"/>
                </a:lnTo>
                <a:lnTo>
                  <a:pt x="8481" y="5906"/>
                </a:lnTo>
                <a:lnTo>
                  <a:pt x="10098" y="6082"/>
                </a:lnTo>
                <a:lnTo>
                  <a:pt x="12317" y="6300"/>
                </a:lnTo>
                <a:lnTo>
                  <a:pt x="14051" y="6480"/>
                </a:lnTo>
                <a:lnTo>
                  <a:pt x="15795" y="6662"/>
                </a:lnTo>
                <a:lnTo>
                  <a:pt x="17561" y="6845"/>
                </a:lnTo>
                <a:lnTo>
                  <a:pt x="18895" y="6962"/>
                </a:lnTo>
                <a:lnTo>
                  <a:pt x="20239" y="7080"/>
                </a:lnTo>
                <a:lnTo>
                  <a:pt x="21600" y="7200"/>
                </a:lnTo>
                <a:lnTo>
                  <a:pt x="20677" y="8652"/>
                </a:lnTo>
                <a:lnTo>
                  <a:pt x="19742" y="10097"/>
                </a:lnTo>
                <a:lnTo>
                  <a:pt x="18795" y="11534"/>
                </a:lnTo>
                <a:lnTo>
                  <a:pt x="17839" y="12970"/>
                </a:lnTo>
                <a:lnTo>
                  <a:pt x="16875" y="14400"/>
                </a:lnTo>
                <a:lnTo>
                  <a:pt x="15998" y="15739"/>
                </a:lnTo>
                <a:lnTo>
                  <a:pt x="15112" y="17086"/>
                </a:lnTo>
                <a:lnTo>
                  <a:pt x="14218" y="18451"/>
                </a:lnTo>
                <a:lnTo>
                  <a:pt x="13090" y="19490"/>
                </a:lnTo>
                <a:lnTo>
                  <a:pt x="11950" y="20539"/>
                </a:lnTo>
                <a:lnTo>
                  <a:pt x="10800" y="21600"/>
                </a:lnTo>
                <a:lnTo>
                  <a:pt x="9018" y="21600"/>
                </a:lnTo>
                <a:lnTo>
                  <a:pt x="7233" y="21600"/>
                </a:lnTo>
                <a:lnTo>
                  <a:pt x="5440" y="21600"/>
                </a:lnTo>
                <a:lnTo>
                  <a:pt x="3640" y="21600"/>
                </a:lnTo>
                <a:lnTo>
                  <a:pt x="1828" y="21600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CFC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7" name="contour_05875"/>
          <p:cNvSpPr/>
          <p:nvPr/>
        </p:nvSpPr>
        <p:spPr>
          <a:xfrm>
            <a:off x="9717979" y="4234323"/>
            <a:ext cx="8016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228" y="1019"/>
                </a:lnTo>
                <a:lnTo>
                  <a:pt x="18784" y="2038"/>
                </a:lnTo>
                <a:lnTo>
                  <a:pt x="19342" y="3060"/>
                </a:lnTo>
                <a:lnTo>
                  <a:pt x="19901" y="4086"/>
                </a:lnTo>
                <a:lnTo>
                  <a:pt x="20465" y="5117"/>
                </a:lnTo>
                <a:lnTo>
                  <a:pt x="21031" y="6154"/>
                </a:lnTo>
                <a:lnTo>
                  <a:pt x="21600" y="7200"/>
                </a:lnTo>
                <a:lnTo>
                  <a:pt x="20993" y="8464"/>
                </a:lnTo>
                <a:lnTo>
                  <a:pt x="20471" y="9286"/>
                </a:lnTo>
                <a:lnTo>
                  <a:pt x="19752" y="10028"/>
                </a:lnTo>
                <a:lnTo>
                  <a:pt x="18547" y="11054"/>
                </a:lnTo>
                <a:lnTo>
                  <a:pt x="17826" y="11680"/>
                </a:lnTo>
                <a:lnTo>
                  <a:pt x="17097" y="12312"/>
                </a:lnTo>
                <a:lnTo>
                  <a:pt x="16361" y="12951"/>
                </a:lnTo>
                <a:lnTo>
                  <a:pt x="15578" y="13577"/>
                </a:lnTo>
                <a:lnTo>
                  <a:pt x="14790" y="14209"/>
                </a:lnTo>
                <a:lnTo>
                  <a:pt x="13991" y="14850"/>
                </a:lnTo>
                <a:lnTo>
                  <a:pt x="13649" y="15142"/>
                </a:lnTo>
                <a:lnTo>
                  <a:pt x="13046" y="15656"/>
                </a:lnTo>
                <a:lnTo>
                  <a:pt x="11666" y="16834"/>
                </a:lnTo>
                <a:lnTo>
                  <a:pt x="10714" y="17638"/>
                </a:lnTo>
                <a:lnTo>
                  <a:pt x="9757" y="18439"/>
                </a:lnTo>
                <a:lnTo>
                  <a:pt x="8797" y="19235"/>
                </a:lnTo>
                <a:lnTo>
                  <a:pt x="7833" y="20027"/>
                </a:lnTo>
                <a:lnTo>
                  <a:pt x="6863" y="20815"/>
                </a:lnTo>
                <a:lnTo>
                  <a:pt x="5891" y="21600"/>
                </a:lnTo>
                <a:lnTo>
                  <a:pt x="5526" y="20763"/>
                </a:lnTo>
                <a:lnTo>
                  <a:pt x="5155" y="19912"/>
                </a:lnTo>
                <a:lnTo>
                  <a:pt x="4524" y="18965"/>
                </a:lnTo>
                <a:lnTo>
                  <a:pt x="3941" y="18297"/>
                </a:lnTo>
                <a:lnTo>
                  <a:pt x="3158" y="17734"/>
                </a:lnTo>
                <a:lnTo>
                  <a:pt x="1926" y="17093"/>
                </a:lnTo>
                <a:lnTo>
                  <a:pt x="0" y="16200"/>
                </a:lnTo>
                <a:lnTo>
                  <a:pt x="972" y="15309"/>
                </a:lnTo>
                <a:lnTo>
                  <a:pt x="1944" y="14418"/>
                </a:lnTo>
                <a:lnTo>
                  <a:pt x="2916" y="13527"/>
                </a:lnTo>
                <a:lnTo>
                  <a:pt x="3890" y="12634"/>
                </a:lnTo>
                <a:lnTo>
                  <a:pt x="4864" y="11741"/>
                </a:lnTo>
                <a:lnTo>
                  <a:pt x="5838" y="10849"/>
                </a:lnTo>
                <a:lnTo>
                  <a:pt x="6814" y="9954"/>
                </a:lnTo>
                <a:lnTo>
                  <a:pt x="7792" y="9058"/>
                </a:lnTo>
                <a:lnTo>
                  <a:pt x="8770" y="8161"/>
                </a:lnTo>
                <a:lnTo>
                  <a:pt x="9749" y="7263"/>
                </a:lnTo>
                <a:lnTo>
                  <a:pt x="10733" y="6361"/>
                </a:lnTo>
                <a:lnTo>
                  <a:pt x="11717" y="5459"/>
                </a:lnTo>
                <a:lnTo>
                  <a:pt x="12703" y="4556"/>
                </a:lnTo>
                <a:lnTo>
                  <a:pt x="13690" y="3650"/>
                </a:lnTo>
                <a:lnTo>
                  <a:pt x="14682" y="2741"/>
                </a:lnTo>
                <a:lnTo>
                  <a:pt x="15676" y="1831"/>
                </a:lnTo>
                <a:lnTo>
                  <a:pt x="16673" y="916"/>
                </a:lnTo>
                <a:lnTo>
                  <a:pt x="17673" y="0"/>
                </a:lnTo>
                <a:close/>
              </a:path>
            </a:pathLst>
          </a:custGeom>
          <a:solidFill>
            <a:srgbClr val="BFD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8" name="contour_05876"/>
          <p:cNvSpPr/>
          <p:nvPr/>
        </p:nvSpPr>
        <p:spPr>
          <a:xfrm>
            <a:off x="1941692" y="4227035"/>
            <a:ext cx="5830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20" y="786"/>
                </a:lnTo>
                <a:lnTo>
                  <a:pt x="8038" y="1575"/>
                </a:lnTo>
                <a:lnTo>
                  <a:pt x="9353" y="2364"/>
                </a:lnTo>
                <a:lnTo>
                  <a:pt x="10668" y="3155"/>
                </a:lnTo>
                <a:lnTo>
                  <a:pt x="11983" y="3946"/>
                </a:lnTo>
                <a:lnTo>
                  <a:pt x="13206" y="4679"/>
                </a:lnTo>
                <a:lnTo>
                  <a:pt x="14434" y="5418"/>
                </a:lnTo>
                <a:lnTo>
                  <a:pt x="15684" y="6166"/>
                </a:lnTo>
                <a:lnTo>
                  <a:pt x="16970" y="7047"/>
                </a:lnTo>
                <a:lnTo>
                  <a:pt x="18101" y="7887"/>
                </a:lnTo>
                <a:lnTo>
                  <a:pt x="19105" y="8730"/>
                </a:lnTo>
                <a:lnTo>
                  <a:pt x="20007" y="9610"/>
                </a:lnTo>
                <a:lnTo>
                  <a:pt x="20830" y="10564"/>
                </a:lnTo>
                <a:lnTo>
                  <a:pt x="21600" y="11631"/>
                </a:lnTo>
                <a:lnTo>
                  <a:pt x="19815" y="11631"/>
                </a:lnTo>
                <a:lnTo>
                  <a:pt x="18020" y="11631"/>
                </a:lnTo>
                <a:lnTo>
                  <a:pt x="16200" y="11631"/>
                </a:lnTo>
                <a:lnTo>
                  <a:pt x="15903" y="12727"/>
                </a:lnTo>
                <a:lnTo>
                  <a:pt x="15606" y="13826"/>
                </a:lnTo>
                <a:lnTo>
                  <a:pt x="15309" y="14924"/>
                </a:lnTo>
                <a:lnTo>
                  <a:pt x="15009" y="16026"/>
                </a:lnTo>
                <a:lnTo>
                  <a:pt x="14710" y="17130"/>
                </a:lnTo>
                <a:lnTo>
                  <a:pt x="14410" y="18240"/>
                </a:lnTo>
                <a:lnTo>
                  <a:pt x="14108" y="19354"/>
                </a:lnTo>
                <a:lnTo>
                  <a:pt x="13805" y="20473"/>
                </a:lnTo>
                <a:lnTo>
                  <a:pt x="13500" y="21600"/>
                </a:lnTo>
                <a:lnTo>
                  <a:pt x="11829" y="21394"/>
                </a:lnTo>
                <a:lnTo>
                  <a:pt x="10157" y="21188"/>
                </a:lnTo>
                <a:lnTo>
                  <a:pt x="8481" y="20982"/>
                </a:lnTo>
                <a:lnTo>
                  <a:pt x="6801" y="20776"/>
                </a:lnTo>
                <a:lnTo>
                  <a:pt x="5114" y="20568"/>
                </a:lnTo>
                <a:lnTo>
                  <a:pt x="3418" y="20359"/>
                </a:lnTo>
                <a:lnTo>
                  <a:pt x="1714" y="20149"/>
                </a:lnTo>
                <a:lnTo>
                  <a:pt x="0" y="19938"/>
                </a:lnTo>
                <a:lnTo>
                  <a:pt x="397" y="19573"/>
                </a:lnTo>
                <a:lnTo>
                  <a:pt x="1096" y="18927"/>
                </a:lnTo>
                <a:lnTo>
                  <a:pt x="2700" y="17446"/>
                </a:lnTo>
                <a:lnTo>
                  <a:pt x="3521" y="16361"/>
                </a:lnTo>
                <a:lnTo>
                  <a:pt x="4199" y="15256"/>
                </a:lnTo>
                <a:lnTo>
                  <a:pt x="4744" y="14131"/>
                </a:lnTo>
                <a:lnTo>
                  <a:pt x="5171" y="12993"/>
                </a:lnTo>
                <a:lnTo>
                  <a:pt x="5489" y="11838"/>
                </a:lnTo>
                <a:lnTo>
                  <a:pt x="5711" y="10674"/>
                </a:lnTo>
                <a:lnTo>
                  <a:pt x="5848" y="9499"/>
                </a:lnTo>
                <a:lnTo>
                  <a:pt x="5916" y="8316"/>
                </a:lnTo>
                <a:lnTo>
                  <a:pt x="5921" y="7128"/>
                </a:lnTo>
                <a:lnTo>
                  <a:pt x="5883" y="5937"/>
                </a:lnTo>
                <a:lnTo>
                  <a:pt x="5808" y="4744"/>
                </a:lnTo>
                <a:lnTo>
                  <a:pt x="5711" y="3551"/>
                </a:lnTo>
                <a:lnTo>
                  <a:pt x="5602" y="2361"/>
                </a:lnTo>
                <a:lnTo>
                  <a:pt x="5495" y="1178"/>
                </a:lnTo>
                <a:lnTo>
                  <a:pt x="5400" y="0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879" name="contour_05877"/>
          <p:cNvSpPr/>
          <p:nvPr/>
        </p:nvSpPr>
        <p:spPr>
          <a:xfrm>
            <a:off x="5396200" y="4205171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262" y="0"/>
                </a:lnTo>
                <a:lnTo>
                  <a:pt x="4567" y="0"/>
                </a:lnTo>
                <a:lnTo>
                  <a:pt x="5891" y="0"/>
                </a:lnTo>
                <a:lnTo>
                  <a:pt x="6256" y="1071"/>
                </a:lnTo>
                <a:lnTo>
                  <a:pt x="6627" y="2160"/>
                </a:lnTo>
                <a:lnTo>
                  <a:pt x="7236" y="3231"/>
                </a:lnTo>
                <a:lnTo>
                  <a:pt x="7855" y="4320"/>
                </a:lnTo>
                <a:lnTo>
                  <a:pt x="9182" y="4478"/>
                </a:lnTo>
                <a:lnTo>
                  <a:pt x="10480" y="4547"/>
                </a:lnTo>
                <a:lnTo>
                  <a:pt x="11766" y="4549"/>
                </a:lnTo>
                <a:lnTo>
                  <a:pt x="13054" y="4499"/>
                </a:lnTo>
                <a:lnTo>
                  <a:pt x="14364" y="4417"/>
                </a:lnTo>
                <a:lnTo>
                  <a:pt x="15709" y="4320"/>
                </a:lnTo>
                <a:lnTo>
                  <a:pt x="15587" y="5702"/>
                </a:lnTo>
                <a:lnTo>
                  <a:pt x="15464" y="7096"/>
                </a:lnTo>
                <a:lnTo>
                  <a:pt x="15340" y="8506"/>
                </a:lnTo>
                <a:lnTo>
                  <a:pt x="15340" y="10262"/>
                </a:lnTo>
                <a:lnTo>
                  <a:pt x="15434" y="11418"/>
                </a:lnTo>
                <a:lnTo>
                  <a:pt x="15709" y="12960"/>
                </a:lnTo>
                <a:lnTo>
                  <a:pt x="17170" y="13755"/>
                </a:lnTo>
                <a:lnTo>
                  <a:pt x="18207" y="14265"/>
                </a:lnTo>
                <a:lnTo>
                  <a:pt x="19102" y="14593"/>
                </a:lnTo>
                <a:lnTo>
                  <a:pt x="20139" y="14844"/>
                </a:lnTo>
                <a:lnTo>
                  <a:pt x="21600" y="15120"/>
                </a:lnTo>
                <a:lnTo>
                  <a:pt x="21311" y="15595"/>
                </a:lnTo>
                <a:lnTo>
                  <a:pt x="21023" y="16073"/>
                </a:lnTo>
                <a:lnTo>
                  <a:pt x="20624" y="16731"/>
                </a:lnTo>
                <a:lnTo>
                  <a:pt x="20004" y="17753"/>
                </a:lnTo>
                <a:lnTo>
                  <a:pt x="19057" y="19315"/>
                </a:lnTo>
                <a:lnTo>
                  <a:pt x="17673" y="21600"/>
                </a:lnTo>
                <a:lnTo>
                  <a:pt x="16418" y="20848"/>
                </a:lnTo>
                <a:lnTo>
                  <a:pt x="15491" y="20272"/>
                </a:lnTo>
                <a:lnTo>
                  <a:pt x="14727" y="19745"/>
                </a:lnTo>
                <a:lnTo>
                  <a:pt x="13963" y="19151"/>
                </a:lnTo>
                <a:lnTo>
                  <a:pt x="13037" y="18369"/>
                </a:lnTo>
                <a:lnTo>
                  <a:pt x="11782" y="17280"/>
                </a:lnTo>
                <a:lnTo>
                  <a:pt x="11605" y="15543"/>
                </a:lnTo>
                <a:lnTo>
                  <a:pt x="11517" y="14338"/>
                </a:lnTo>
                <a:lnTo>
                  <a:pt x="11517" y="13353"/>
                </a:lnTo>
                <a:lnTo>
                  <a:pt x="11605" y="12277"/>
                </a:lnTo>
                <a:lnTo>
                  <a:pt x="11782" y="10800"/>
                </a:lnTo>
                <a:lnTo>
                  <a:pt x="10525" y="10711"/>
                </a:lnTo>
                <a:lnTo>
                  <a:pt x="9259" y="10621"/>
                </a:lnTo>
                <a:lnTo>
                  <a:pt x="7976" y="10530"/>
                </a:lnTo>
                <a:lnTo>
                  <a:pt x="6916" y="10454"/>
                </a:lnTo>
                <a:lnTo>
                  <a:pt x="5838" y="10379"/>
                </a:lnTo>
                <a:lnTo>
                  <a:pt x="4889" y="10588"/>
                </a:lnTo>
                <a:lnTo>
                  <a:pt x="3927" y="10800"/>
                </a:lnTo>
                <a:lnTo>
                  <a:pt x="3203" y="12092"/>
                </a:lnTo>
                <a:lnTo>
                  <a:pt x="2755" y="12973"/>
                </a:lnTo>
                <a:lnTo>
                  <a:pt x="2403" y="13848"/>
                </a:lnTo>
                <a:lnTo>
                  <a:pt x="1964" y="15120"/>
                </a:lnTo>
                <a:lnTo>
                  <a:pt x="1738" y="13852"/>
                </a:lnTo>
                <a:lnTo>
                  <a:pt x="1514" y="12584"/>
                </a:lnTo>
                <a:lnTo>
                  <a:pt x="1294" y="11314"/>
                </a:lnTo>
                <a:lnTo>
                  <a:pt x="1076" y="10044"/>
                </a:lnTo>
                <a:lnTo>
                  <a:pt x="860" y="8774"/>
                </a:lnTo>
                <a:lnTo>
                  <a:pt x="654" y="7595"/>
                </a:lnTo>
                <a:lnTo>
                  <a:pt x="448" y="6409"/>
                </a:lnTo>
                <a:lnTo>
                  <a:pt x="238" y="5206"/>
                </a:lnTo>
                <a:lnTo>
                  <a:pt x="120" y="3694"/>
                </a:lnTo>
                <a:lnTo>
                  <a:pt x="0" y="2160"/>
                </a:lnTo>
                <a:lnTo>
                  <a:pt x="974" y="1089"/>
                </a:lnTo>
                <a:lnTo>
                  <a:pt x="1964" y="0"/>
                </a:lnTo>
                <a:close/>
              </a:path>
            </a:pathLst>
          </a:custGeom>
          <a:solidFill>
            <a:srgbClr val="CB9D9A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0" name="contour_05878"/>
          <p:cNvSpPr/>
          <p:nvPr/>
        </p:nvSpPr>
        <p:spPr>
          <a:xfrm>
            <a:off x="1868813" y="4190595"/>
            <a:ext cx="8016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2320" y="984"/>
                </a:lnTo>
                <a:lnTo>
                  <a:pt x="14376" y="1801"/>
                </a:lnTo>
                <a:lnTo>
                  <a:pt x="16039" y="2475"/>
                </a:lnTo>
                <a:lnTo>
                  <a:pt x="17364" y="3039"/>
                </a:lnTo>
                <a:lnTo>
                  <a:pt x="18403" y="3518"/>
                </a:lnTo>
                <a:lnTo>
                  <a:pt x="19208" y="3939"/>
                </a:lnTo>
                <a:lnTo>
                  <a:pt x="19835" y="4332"/>
                </a:lnTo>
                <a:lnTo>
                  <a:pt x="20333" y="4724"/>
                </a:lnTo>
                <a:lnTo>
                  <a:pt x="20758" y="5142"/>
                </a:lnTo>
                <a:lnTo>
                  <a:pt x="21162" y="5616"/>
                </a:lnTo>
                <a:lnTo>
                  <a:pt x="21600" y="6171"/>
                </a:lnTo>
                <a:lnTo>
                  <a:pt x="21492" y="7305"/>
                </a:lnTo>
                <a:lnTo>
                  <a:pt x="21282" y="8384"/>
                </a:lnTo>
                <a:lnTo>
                  <a:pt x="20972" y="9418"/>
                </a:lnTo>
                <a:lnTo>
                  <a:pt x="20567" y="10417"/>
                </a:lnTo>
                <a:lnTo>
                  <a:pt x="20066" y="11392"/>
                </a:lnTo>
                <a:lnTo>
                  <a:pt x="19477" y="12354"/>
                </a:lnTo>
                <a:lnTo>
                  <a:pt x="18802" y="13310"/>
                </a:lnTo>
                <a:lnTo>
                  <a:pt x="18042" y="14271"/>
                </a:lnTo>
                <a:lnTo>
                  <a:pt x="16658" y="14899"/>
                </a:lnTo>
                <a:lnTo>
                  <a:pt x="15552" y="15245"/>
                </a:lnTo>
                <a:lnTo>
                  <a:pt x="14513" y="15373"/>
                </a:lnTo>
                <a:lnTo>
                  <a:pt x="13327" y="15348"/>
                </a:lnTo>
                <a:lnTo>
                  <a:pt x="11782" y="15236"/>
                </a:lnTo>
                <a:lnTo>
                  <a:pt x="10266" y="15171"/>
                </a:lnTo>
                <a:lnTo>
                  <a:pt x="9247" y="15220"/>
                </a:lnTo>
                <a:lnTo>
                  <a:pt x="7855" y="15429"/>
                </a:lnTo>
                <a:lnTo>
                  <a:pt x="7087" y="16245"/>
                </a:lnTo>
                <a:lnTo>
                  <a:pt x="6411" y="17079"/>
                </a:lnTo>
                <a:lnTo>
                  <a:pt x="5814" y="17934"/>
                </a:lnTo>
                <a:lnTo>
                  <a:pt x="5282" y="18811"/>
                </a:lnTo>
                <a:lnTo>
                  <a:pt x="4801" y="19713"/>
                </a:lnTo>
                <a:lnTo>
                  <a:pt x="4353" y="20642"/>
                </a:lnTo>
                <a:lnTo>
                  <a:pt x="3927" y="21600"/>
                </a:lnTo>
                <a:lnTo>
                  <a:pt x="2955" y="21217"/>
                </a:lnTo>
                <a:lnTo>
                  <a:pt x="1977" y="20835"/>
                </a:lnTo>
                <a:lnTo>
                  <a:pt x="996" y="20447"/>
                </a:lnTo>
                <a:lnTo>
                  <a:pt x="0" y="20057"/>
                </a:lnTo>
                <a:lnTo>
                  <a:pt x="134" y="18956"/>
                </a:lnTo>
                <a:lnTo>
                  <a:pt x="302" y="18164"/>
                </a:lnTo>
                <a:lnTo>
                  <a:pt x="601" y="17461"/>
                </a:lnTo>
                <a:lnTo>
                  <a:pt x="1123" y="16623"/>
                </a:lnTo>
                <a:lnTo>
                  <a:pt x="1964" y="15429"/>
                </a:lnTo>
                <a:lnTo>
                  <a:pt x="3271" y="15142"/>
                </a:lnTo>
                <a:lnTo>
                  <a:pt x="4565" y="14898"/>
                </a:lnTo>
                <a:lnTo>
                  <a:pt x="5854" y="14691"/>
                </a:lnTo>
                <a:lnTo>
                  <a:pt x="7142" y="14515"/>
                </a:lnTo>
                <a:lnTo>
                  <a:pt x="8432" y="14364"/>
                </a:lnTo>
                <a:lnTo>
                  <a:pt x="9734" y="14233"/>
                </a:lnTo>
                <a:lnTo>
                  <a:pt x="11049" y="14113"/>
                </a:lnTo>
                <a:lnTo>
                  <a:pt x="12385" y="13998"/>
                </a:lnTo>
                <a:lnTo>
                  <a:pt x="13745" y="13886"/>
                </a:lnTo>
                <a:lnTo>
                  <a:pt x="13447" y="12829"/>
                </a:lnTo>
                <a:lnTo>
                  <a:pt x="13147" y="11770"/>
                </a:lnTo>
                <a:lnTo>
                  <a:pt x="12848" y="10712"/>
                </a:lnTo>
                <a:lnTo>
                  <a:pt x="12548" y="9652"/>
                </a:lnTo>
                <a:lnTo>
                  <a:pt x="12247" y="8591"/>
                </a:lnTo>
                <a:lnTo>
                  <a:pt x="11947" y="7528"/>
                </a:lnTo>
                <a:lnTo>
                  <a:pt x="11646" y="6461"/>
                </a:lnTo>
                <a:lnTo>
                  <a:pt x="11344" y="5394"/>
                </a:lnTo>
                <a:lnTo>
                  <a:pt x="11042" y="4323"/>
                </a:lnTo>
                <a:lnTo>
                  <a:pt x="10737" y="3248"/>
                </a:lnTo>
                <a:lnTo>
                  <a:pt x="10431" y="2169"/>
                </a:lnTo>
                <a:lnTo>
                  <a:pt x="10126" y="1088"/>
                </a:lnTo>
                <a:lnTo>
                  <a:pt x="9818" y="0"/>
                </a:lnTo>
                <a:close/>
              </a:path>
            </a:pathLst>
          </a:custGeom>
          <a:solidFill>
            <a:srgbClr val="7A6D9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1" name="contour_05879"/>
          <p:cNvSpPr/>
          <p:nvPr/>
        </p:nvSpPr>
        <p:spPr>
          <a:xfrm>
            <a:off x="1810509" y="4183307"/>
            <a:ext cx="65592" cy="677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349" y="1104"/>
                </a:lnTo>
                <a:lnTo>
                  <a:pt x="7500" y="2216"/>
                </a:lnTo>
                <a:lnTo>
                  <a:pt x="7651" y="3343"/>
                </a:lnTo>
                <a:lnTo>
                  <a:pt x="8822" y="5459"/>
                </a:lnTo>
                <a:lnTo>
                  <a:pt x="9710" y="6642"/>
                </a:lnTo>
                <a:lnTo>
                  <a:pt x="10764" y="7333"/>
                </a:lnTo>
                <a:lnTo>
                  <a:pt x="12432" y="7956"/>
                </a:lnTo>
                <a:lnTo>
                  <a:pt x="13956" y="8230"/>
                </a:lnTo>
                <a:lnTo>
                  <a:pt x="15478" y="8486"/>
                </a:lnTo>
                <a:lnTo>
                  <a:pt x="17002" y="8720"/>
                </a:lnTo>
                <a:lnTo>
                  <a:pt x="18528" y="8934"/>
                </a:lnTo>
                <a:lnTo>
                  <a:pt x="20059" y="9127"/>
                </a:lnTo>
                <a:lnTo>
                  <a:pt x="21600" y="9299"/>
                </a:lnTo>
                <a:lnTo>
                  <a:pt x="21528" y="10841"/>
                </a:lnTo>
                <a:lnTo>
                  <a:pt x="21427" y="12343"/>
                </a:lnTo>
                <a:lnTo>
                  <a:pt x="21276" y="13814"/>
                </a:lnTo>
                <a:lnTo>
                  <a:pt x="21062" y="15263"/>
                </a:lnTo>
                <a:lnTo>
                  <a:pt x="20765" y="16690"/>
                </a:lnTo>
                <a:lnTo>
                  <a:pt x="20366" y="18106"/>
                </a:lnTo>
                <a:lnTo>
                  <a:pt x="19853" y="19515"/>
                </a:lnTo>
                <a:lnTo>
                  <a:pt x="19200" y="20923"/>
                </a:lnTo>
                <a:lnTo>
                  <a:pt x="17410" y="21326"/>
                </a:lnTo>
                <a:lnTo>
                  <a:pt x="15722" y="21540"/>
                </a:lnTo>
                <a:lnTo>
                  <a:pt x="14093" y="21600"/>
                </a:lnTo>
                <a:lnTo>
                  <a:pt x="12473" y="21535"/>
                </a:lnTo>
                <a:lnTo>
                  <a:pt x="10817" y="21379"/>
                </a:lnTo>
                <a:lnTo>
                  <a:pt x="9074" y="21165"/>
                </a:lnTo>
                <a:lnTo>
                  <a:pt x="7200" y="20923"/>
                </a:lnTo>
                <a:lnTo>
                  <a:pt x="7200" y="19280"/>
                </a:lnTo>
                <a:lnTo>
                  <a:pt x="7200" y="17634"/>
                </a:lnTo>
                <a:lnTo>
                  <a:pt x="7200" y="15983"/>
                </a:lnTo>
                <a:lnTo>
                  <a:pt x="7200" y="14326"/>
                </a:lnTo>
                <a:lnTo>
                  <a:pt x="7200" y="12661"/>
                </a:lnTo>
                <a:lnTo>
                  <a:pt x="7200" y="10987"/>
                </a:lnTo>
                <a:lnTo>
                  <a:pt x="7200" y="9299"/>
                </a:lnTo>
                <a:lnTo>
                  <a:pt x="5774" y="9299"/>
                </a:lnTo>
                <a:lnTo>
                  <a:pt x="4344" y="9299"/>
                </a:lnTo>
                <a:lnTo>
                  <a:pt x="2909" y="9299"/>
                </a:lnTo>
                <a:lnTo>
                  <a:pt x="1462" y="9299"/>
                </a:lnTo>
                <a:lnTo>
                  <a:pt x="0" y="9299"/>
                </a:lnTo>
                <a:lnTo>
                  <a:pt x="0" y="7763"/>
                </a:lnTo>
                <a:lnTo>
                  <a:pt x="0" y="6217"/>
                </a:lnTo>
                <a:lnTo>
                  <a:pt x="0" y="4650"/>
                </a:lnTo>
                <a:lnTo>
                  <a:pt x="1534" y="3538"/>
                </a:lnTo>
                <a:lnTo>
                  <a:pt x="2666" y="2734"/>
                </a:lnTo>
                <a:lnTo>
                  <a:pt x="3600" y="2106"/>
                </a:lnTo>
                <a:lnTo>
                  <a:pt x="4534" y="1527"/>
                </a:lnTo>
                <a:lnTo>
                  <a:pt x="5666" y="869"/>
                </a:lnTo>
                <a:lnTo>
                  <a:pt x="7200" y="0"/>
                </a:lnTo>
                <a:close/>
              </a:path>
            </a:pathLst>
          </a:custGeom>
          <a:solidFill>
            <a:srgbClr val="BCAB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2" name="contour_05880"/>
          <p:cNvSpPr/>
          <p:nvPr/>
        </p:nvSpPr>
        <p:spPr>
          <a:xfrm>
            <a:off x="8398853" y="4154155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23" y="685"/>
                </a:lnTo>
                <a:lnTo>
                  <a:pt x="2608" y="1389"/>
                </a:lnTo>
                <a:lnTo>
                  <a:pt x="3857" y="2110"/>
                </a:lnTo>
                <a:lnTo>
                  <a:pt x="5072" y="2853"/>
                </a:lnTo>
                <a:lnTo>
                  <a:pt x="6260" y="3620"/>
                </a:lnTo>
                <a:lnTo>
                  <a:pt x="7423" y="4415"/>
                </a:lnTo>
                <a:lnTo>
                  <a:pt x="8565" y="5238"/>
                </a:lnTo>
                <a:lnTo>
                  <a:pt x="9693" y="6093"/>
                </a:lnTo>
                <a:lnTo>
                  <a:pt x="10806" y="6983"/>
                </a:lnTo>
                <a:lnTo>
                  <a:pt x="11911" y="7910"/>
                </a:lnTo>
                <a:lnTo>
                  <a:pt x="13013" y="8875"/>
                </a:lnTo>
                <a:lnTo>
                  <a:pt x="14115" y="9882"/>
                </a:lnTo>
                <a:lnTo>
                  <a:pt x="15218" y="10934"/>
                </a:lnTo>
                <a:lnTo>
                  <a:pt x="15686" y="11372"/>
                </a:lnTo>
                <a:lnTo>
                  <a:pt x="17097" y="12694"/>
                </a:lnTo>
                <a:lnTo>
                  <a:pt x="18018" y="13589"/>
                </a:lnTo>
                <a:lnTo>
                  <a:pt x="18926" y="14496"/>
                </a:lnTo>
                <a:lnTo>
                  <a:pt x="19825" y="15416"/>
                </a:lnTo>
                <a:lnTo>
                  <a:pt x="20714" y="16345"/>
                </a:lnTo>
                <a:lnTo>
                  <a:pt x="21600" y="17280"/>
                </a:lnTo>
                <a:lnTo>
                  <a:pt x="21600" y="18351"/>
                </a:lnTo>
                <a:lnTo>
                  <a:pt x="21600" y="19440"/>
                </a:lnTo>
                <a:lnTo>
                  <a:pt x="20388" y="19401"/>
                </a:lnTo>
                <a:lnTo>
                  <a:pt x="19161" y="19364"/>
                </a:lnTo>
                <a:lnTo>
                  <a:pt x="18101" y="19345"/>
                </a:lnTo>
                <a:lnTo>
                  <a:pt x="17035" y="19326"/>
                </a:lnTo>
                <a:lnTo>
                  <a:pt x="15955" y="19306"/>
                </a:lnTo>
                <a:lnTo>
                  <a:pt x="14906" y="19280"/>
                </a:lnTo>
                <a:lnTo>
                  <a:pt x="13850" y="19254"/>
                </a:lnTo>
                <a:lnTo>
                  <a:pt x="12779" y="19228"/>
                </a:lnTo>
                <a:lnTo>
                  <a:pt x="11436" y="19362"/>
                </a:lnTo>
                <a:lnTo>
                  <a:pt x="10250" y="19570"/>
                </a:lnTo>
                <a:lnTo>
                  <a:pt x="9164" y="19874"/>
                </a:lnTo>
                <a:lnTo>
                  <a:pt x="8116" y="20300"/>
                </a:lnTo>
                <a:lnTo>
                  <a:pt x="7046" y="20866"/>
                </a:lnTo>
                <a:lnTo>
                  <a:pt x="5891" y="21600"/>
                </a:lnTo>
                <a:lnTo>
                  <a:pt x="5447" y="20172"/>
                </a:lnTo>
                <a:lnTo>
                  <a:pt x="5005" y="18744"/>
                </a:lnTo>
                <a:lnTo>
                  <a:pt x="4569" y="17317"/>
                </a:lnTo>
                <a:lnTo>
                  <a:pt x="4139" y="15889"/>
                </a:lnTo>
                <a:lnTo>
                  <a:pt x="3715" y="14461"/>
                </a:lnTo>
                <a:lnTo>
                  <a:pt x="3299" y="13031"/>
                </a:lnTo>
                <a:lnTo>
                  <a:pt x="2890" y="11599"/>
                </a:lnTo>
                <a:lnTo>
                  <a:pt x="2490" y="10165"/>
                </a:lnTo>
                <a:lnTo>
                  <a:pt x="2099" y="8726"/>
                </a:lnTo>
                <a:lnTo>
                  <a:pt x="1718" y="7286"/>
                </a:lnTo>
                <a:lnTo>
                  <a:pt x="1349" y="5838"/>
                </a:lnTo>
                <a:lnTo>
                  <a:pt x="992" y="4389"/>
                </a:lnTo>
                <a:lnTo>
                  <a:pt x="648" y="2931"/>
                </a:lnTo>
                <a:lnTo>
                  <a:pt x="316" y="1469"/>
                </a:lnTo>
                <a:lnTo>
                  <a:pt x="0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3" name="contour_05881"/>
          <p:cNvSpPr/>
          <p:nvPr/>
        </p:nvSpPr>
        <p:spPr>
          <a:xfrm>
            <a:off x="1067133" y="4070977"/>
            <a:ext cx="153048" cy="83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57" y="782"/>
                </a:moveTo>
                <a:lnTo>
                  <a:pt x="17030" y="1637"/>
                </a:lnTo>
                <a:lnTo>
                  <a:pt x="17584" y="2513"/>
                </a:lnTo>
                <a:lnTo>
                  <a:pt x="18124" y="3410"/>
                </a:lnTo>
                <a:lnTo>
                  <a:pt x="18649" y="4328"/>
                </a:lnTo>
                <a:lnTo>
                  <a:pt x="19161" y="5265"/>
                </a:lnTo>
                <a:lnTo>
                  <a:pt x="19663" y="6221"/>
                </a:lnTo>
                <a:lnTo>
                  <a:pt x="20156" y="7197"/>
                </a:lnTo>
                <a:lnTo>
                  <a:pt x="20642" y="8195"/>
                </a:lnTo>
                <a:lnTo>
                  <a:pt x="21123" y="9209"/>
                </a:lnTo>
                <a:lnTo>
                  <a:pt x="21600" y="10245"/>
                </a:lnTo>
                <a:lnTo>
                  <a:pt x="20942" y="9972"/>
                </a:lnTo>
                <a:lnTo>
                  <a:pt x="20278" y="9696"/>
                </a:lnTo>
                <a:lnTo>
                  <a:pt x="19607" y="9416"/>
                </a:lnTo>
                <a:lnTo>
                  <a:pt x="19051" y="9185"/>
                </a:lnTo>
                <a:lnTo>
                  <a:pt x="18487" y="8950"/>
                </a:lnTo>
                <a:lnTo>
                  <a:pt x="17892" y="8575"/>
                </a:lnTo>
                <a:lnTo>
                  <a:pt x="17483" y="8189"/>
                </a:lnTo>
                <a:lnTo>
                  <a:pt x="17067" y="7563"/>
                </a:lnTo>
                <a:lnTo>
                  <a:pt x="16457" y="6459"/>
                </a:lnTo>
                <a:lnTo>
                  <a:pt x="15760" y="6249"/>
                </a:lnTo>
                <a:lnTo>
                  <a:pt x="15071" y="6088"/>
                </a:lnTo>
                <a:lnTo>
                  <a:pt x="14388" y="5981"/>
                </a:lnTo>
                <a:lnTo>
                  <a:pt x="13709" y="5924"/>
                </a:lnTo>
                <a:lnTo>
                  <a:pt x="13032" y="5922"/>
                </a:lnTo>
                <a:lnTo>
                  <a:pt x="12353" y="5973"/>
                </a:lnTo>
                <a:lnTo>
                  <a:pt x="11671" y="6079"/>
                </a:lnTo>
                <a:lnTo>
                  <a:pt x="10982" y="6242"/>
                </a:lnTo>
                <a:lnTo>
                  <a:pt x="10286" y="6459"/>
                </a:lnTo>
                <a:lnTo>
                  <a:pt x="9690" y="7373"/>
                </a:lnTo>
                <a:lnTo>
                  <a:pt x="9171" y="8339"/>
                </a:lnTo>
                <a:lnTo>
                  <a:pt x="8712" y="9357"/>
                </a:lnTo>
                <a:lnTo>
                  <a:pt x="8300" y="10432"/>
                </a:lnTo>
                <a:lnTo>
                  <a:pt x="7920" y="11566"/>
                </a:lnTo>
                <a:lnTo>
                  <a:pt x="7558" y="12764"/>
                </a:lnTo>
                <a:lnTo>
                  <a:pt x="7200" y="14030"/>
                </a:lnTo>
                <a:lnTo>
                  <a:pt x="6883" y="15116"/>
                </a:lnTo>
                <a:lnTo>
                  <a:pt x="6561" y="16218"/>
                </a:lnTo>
                <a:lnTo>
                  <a:pt x="6266" y="17283"/>
                </a:lnTo>
                <a:lnTo>
                  <a:pt x="5978" y="18356"/>
                </a:lnTo>
                <a:lnTo>
                  <a:pt x="5696" y="19433"/>
                </a:lnTo>
                <a:lnTo>
                  <a:pt x="5417" y="20516"/>
                </a:lnTo>
                <a:lnTo>
                  <a:pt x="5143" y="21600"/>
                </a:lnTo>
                <a:lnTo>
                  <a:pt x="5143" y="20349"/>
                </a:lnTo>
                <a:lnTo>
                  <a:pt x="5143" y="19090"/>
                </a:lnTo>
                <a:lnTo>
                  <a:pt x="5143" y="17815"/>
                </a:lnTo>
                <a:lnTo>
                  <a:pt x="4506" y="18050"/>
                </a:lnTo>
                <a:lnTo>
                  <a:pt x="3869" y="18284"/>
                </a:lnTo>
                <a:lnTo>
                  <a:pt x="3231" y="18519"/>
                </a:lnTo>
                <a:lnTo>
                  <a:pt x="2591" y="18754"/>
                </a:lnTo>
                <a:lnTo>
                  <a:pt x="1948" y="18990"/>
                </a:lnTo>
                <a:lnTo>
                  <a:pt x="1302" y="19229"/>
                </a:lnTo>
                <a:lnTo>
                  <a:pt x="653" y="19467"/>
                </a:lnTo>
                <a:lnTo>
                  <a:pt x="0" y="19707"/>
                </a:lnTo>
                <a:lnTo>
                  <a:pt x="255" y="18771"/>
                </a:lnTo>
                <a:lnTo>
                  <a:pt x="510" y="17830"/>
                </a:lnTo>
                <a:lnTo>
                  <a:pt x="768" y="16882"/>
                </a:lnTo>
                <a:lnTo>
                  <a:pt x="1029" y="15922"/>
                </a:lnTo>
                <a:lnTo>
                  <a:pt x="1517" y="16040"/>
                </a:lnTo>
                <a:lnTo>
                  <a:pt x="2009" y="16159"/>
                </a:lnTo>
                <a:lnTo>
                  <a:pt x="2508" y="16278"/>
                </a:lnTo>
                <a:lnTo>
                  <a:pt x="2743" y="16225"/>
                </a:lnTo>
                <a:lnTo>
                  <a:pt x="3160" y="16134"/>
                </a:lnTo>
                <a:lnTo>
                  <a:pt x="4114" y="15922"/>
                </a:lnTo>
                <a:lnTo>
                  <a:pt x="4397" y="14789"/>
                </a:lnTo>
                <a:lnTo>
                  <a:pt x="4585" y="13956"/>
                </a:lnTo>
                <a:lnTo>
                  <a:pt x="4763" y="13011"/>
                </a:lnTo>
                <a:lnTo>
                  <a:pt x="5014" y="11547"/>
                </a:lnTo>
                <a:lnTo>
                  <a:pt x="5317" y="10072"/>
                </a:lnTo>
                <a:lnTo>
                  <a:pt x="5644" y="8763"/>
                </a:lnTo>
                <a:lnTo>
                  <a:pt x="6003" y="7599"/>
                </a:lnTo>
                <a:lnTo>
                  <a:pt x="6399" y="6558"/>
                </a:lnTo>
                <a:lnTo>
                  <a:pt x="6839" y="5621"/>
                </a:lnTo>
                <a:lnTo>
                  <a:pt x="7329" y="4766"/>
                </a:lnTo>
                <a:lnTo>
                  <a:pt x="7876" y="3973"/>
                </a:lnTo>
                <a:lnTo>
                  <a:pt x="8486" y="3219"/>
                </a:lnTo>
                <a:lnTo>
                  <a:pt x="9166" y="2485"/>
                </a:lnTo>
                <a:lnTo>
                  <a:pt x="9921" y="1751"/>
                </a:lnTo>
                <a:lnTo>
                  <a:pt x="10676" y="1243"/>
                </a:lnTo>
                <a:lnTo>
                  <a:pt x="11404" y="804"/>
                </a:lnTo>
                <a:lnTo>
                  <a:pt x="12112" y="447"/>
                </a:lnTo>
                <a:lnTo>
                  <a:pt x="12811" y="185"/>
                </a:lnTo>
                <a:lnTo>
                  <a:pt x="13508" y="32"/>
                </a:lnTo>
                <a:lnTo>
                  <a:pt x="14213" y="0"/>
                </a:lnTo>
                <a:lnTo>
                  <a:pt x="14934" y="106"/>
                </a:lnTo>
                <a:lnTo>
                  <a:pt x="15679" y="361"/>
                </a:lnTo>
                <a:lnTo>
                  <a:pt x="16457" y="782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4" name="contour_05882"/>
          <p:cNvSpPr/>
          <p:nvPr/>
        </p:nvSpPr>
        <p:spPr>
          <a:xfrm>
            <a:off x="4638249" y="4030259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536" y="1413"/>
                </a:lnTo>
                <a:lnTo>
                  <a:pt x="21087" y="2456"/>
                </a:lnTo>
                <a:lnTo>
                  <a:pt x="21386" y="3441"/>
                </a:lnTo>
                <a:lnTo>
                  <a:pt x="21525" y="4679"/>
                </a:lnTo>
                <a:lnTo>
                  <a:pt x="21600" y="6480"/>
                </a:lnTo>
                <a:lnTo>
                  <a:pt x="20459" y="7387"/>
                </a:lnTo>
                <a:lnTo>
                  <a:pt x="19297" y="8219"/>
                </a:lnTo>
                <a:lnTo>
                  <a:pt x="18111" y="8994"/>
                </a:lnTo>
                <a:lnTo>
                  <a:pt x="16905" y="9733"/>
                </a:lnTo>
                <a:lnTo>
                  <a:pt x="15678" y="10452"/>
                </a:lnTo>
                <a:lnTo>
                  <a:pt x="14429" y="11172"/>
                </a:lnTo>
                <a:lnTo>
                  <a:pt x="13304" y="11992"/>
                </a:lnTo>
                <a:lnTo>
                  <a:pt x="12269" y="12865"/>
                </a:lnTo>
                <a:lnTo>
                  <a:pt x="11313" y="13792"/>
                </a:lnTo>
                <a:lnTo>
                  <a:pt x="10425" y="14766"/>
                </a:lnTo>
                <a:lnTo>
                  <a:pt x="9592" y="15792"/>
                </a:lnTo>
                <a:lnTo>
                  <a:pt x="8807" y="16863"/>
                </a:lnTo>
                <a:lnTo>
                  <a:pt x="8055" y="17982"/>
                </a:lnTo>
                <a:lnTo>
                  <a:pt x="7324" y="19144"/>
                </a:lnTo>
                <a:lnTo>
                  <a:pt x="6608" y="20352"/>
                </a:lnTo>
                <a:lnTo>
                  <a:pt x="5891" y="21600"/>
                </a:lnTo>
                <a:lnTo>
                  <a:pt x="5891" y="20172"/>
                </a:lnTo>
                <a:lnTo>
                  <a:pt x="5891" y="18736"/>
                </a:lnTo>
                <a:lnTo>
                  <a:pt x="5891" y="17280"/>
                </a:lnTo>
                <a:lnTo>
                  <a:pt x="4430" y="16615"/>
                </a:lnTo>
                <a:lnTo>
                  <a:pt x="3393" y="16170"/>
                </a:lnTo>
                <a:lnTo>
                  <a:pt x="2498" y="15841"/>
                </a:lnTo>
                <a:lnTo>
                  <a:pt x="1461" y="15526"/>
                </a:lnTo>
                <a:lnTo>
                  <a:pt x="0" y="15120"/>
                </a:lnTo>
                <a:lnTo>
                  <a:pt x="567" y="13411"/>
                </a:lnTo>
                <a:lnTo>
                  <a:pt x="1149" y="11882"/>
                </a:lnTo>
                <a:lnTo>
                  <a:pt x="1761" y="10508"/>
                </a:lnTo>
                <a:lnTo>
                  <a:pt x="2421" y="9275"/>
                </a:lnTo>
                <a:lnTo>
                  <a:pt x="3148" y="8154"/>
                </a:lnTo>
                <a:lnTo>
                  <a:pt x="3955" y="7130"/>
                </a:lnTo>
                <a:lnTo>
                  <a:pt x="4862" y="6180"/>
                </a:lnTo>
                <a:lnTo>
                  <a:pt x="5885" y="5283"/>
                </a:lnTo>
                <a:lnTo>
                  <a:pt x="7040" y="4417"/>
                </a:lnTo>
                <a:lnTo>
                  <a:pt x="8345" y="3564"/>
                </a:lnTo>
                <a:lnTo>
                  <a:pt x="9818" y="2700"/>
                </a:lnTo>
                <a:lnTo>
                  <a:pt x="11138" y="2033"/>
                </a:lnTo>
                <a:lnTo>
                  <a:pt x="12336" y="1467"/>
                </a:lnTo>
                <a:lnTo>
                  <a:pt x="13461" y="1000"/>
                </a:lnTo>
                <a:lnTo>
                  <a:pt x="14560" y="629"/>
                </a:lnTo>
                <a:lnTo>
                  <a:pt x="15682" y="348"/>
                </a:lnTo>
                <a:lnTo>
                  <a:pt x="16870" y="151"/>
                </a:lnTo>
                <a:lnTo>
                  <a:pt x="18171" y="37"/>
                </a:lnTo>
                <a:lnTo>
                  <a:pt x="19636" y="0"/>
                </a:lnTo>
                <a:close/>
              </a:path>
            </a:pathLst>
          </a:custGeom>
          <a:solidFill>
            <a:srgbClr val="F1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5" name="contour_05883"/>
          <p:cNvSpPr/>
          <p:nvPr/>
        </p:nvSpPr>
        <p:spPr>
          <a:xfrm>
            <a:off x="10577962" y="3731452"/>
            <a:ext cx="11660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0" y="0"/>
                </a:lnTo>
                <a:lnTo>
                  <a:pt x="1350" y="0"/>
                </a:lnTo>
                <a:lnTo>
                  <a:pt x="1350" y="2182"/>
                </a:lnTo>
                <a:lnTo>
                  <a:pt x="1350" y="4366"/>
                </a:lnTo>
                <a:lnTo>
                  <a:pt x="1350" y="6557"/>
                </a:lnTo>
                <a:lnTo>
                  <a:pt x="1350" y="8757"/>
                </a:lnTo>
                <a:lnTo>
                  <a:pt x="1350" y="10967"/>
                </a:lnTo>
                <a:lnTo>
                  <a:pt x="1350" y="13188"/>
                </a:lnTo>
                <a:lnTo>
                  <a:pt x="1350" y="15429"/>
                </a:lnTo>
                <a:lnTo>
                  <a:pt x="2261" y="15290"/>
                </a:lnTo>
                <a:lnTo>
                  <a:pt x="3172" y="15151"/>
                </a:lnTo>
                <a:lnTo>
                  <a:pt x="4084" y="15012"/>
                </a:lnTo>
                <a:lnTo>
                  <a:pt x="4996" y="14873"/>
                </a:lnTo>
                <a:lnTo>
                  <a:pt x="5909" y="14734"/>
                </a:lnTo>
                <a:lnTo>
                  <a:pt x="6822" y="14595"/>
                </a:lnTo>
                <a:lnTo>
                  <a:pt x="7736" y="14457"/>
                </a:lnTo>
                <a:lnTo>
                  <a:pt x="8649" y="14318"/>
                </a:lnTo>
                <a:lnTo>
                  <a:pt x="9565" y="14176"/>
                </a:lnTo>
                <a:lnTo>
                  <a:pt x="10481" y="14037"/>
                </a:lnTo>
                <a:lnTo>
                  <a:pt x="11399" y="13898"/>
                </a:lnTo>
                <a:lnTo>
                  <a:pt x="12317" y="13756"/>
                </a:lnTo>
                <a:lnTo>
                  <a:pt x="13238" y="13617"/>
                </a:lnTo>
                <a:lnTo>
                  <a:pt x="14160" y="13475"/>
                </a:lnTo>
                <a:lnTo>
                  <a:pt x="15084" y="13336"/>
                </a:lnTo>
                <a:lnTo>
                  <a:pt x="16008" y="13195"/>
                </a:lnTo>
                <a:lnTo>
                  <a:pt x="16934" y="13053"/>
                </a:lnTo>
                <a:lnTo>
                  <a:pt x="17863" y="12914"/>
                </a:lnTo>
                <a:lnTo>
                  <a:pt x="18795" y="12772"/>
                </a:lnTo>
                <a:lnTo>
                  <a:pt x="19728" y="12627"/>
                </a:lnTo>
                <a:lnTo>
                  <a:pt x="20662" y="12485"/>
                </a:lnTo>
                <a:lnTo>
                  <a:pt x="21600" y="12343"/>
                </a:lnTo>
                <a:lnTo>
                  <a:pt x="21600" y="14176"/>
                </a:lnTo>
                <a:lnTo>
                  <a:pt x="21600" y="16015"/>
                </a:lnTo>
                <a:lnTo>
                  <a:pt x="21600" y="17860"/>
                </a:lnTo>
                <a:lnTo>
                  <a:pt x="21600" y="19721"/>
                </a:lnTo>
                <a:lnTo>
                  <a:pt x="21600" y="21600"/>
                </a:lnTo>
                <a:lnTo>
                  <a:pt x="20670" y="21600"/>
                </a:lnTo>
                <a:lnTo>
                  <a:pt x="19741" y="21600"/>
                </a:lnTo>
                <a:lnTo>
                  <a:pt x="18811" y="21600"/>
                </a:lnTo>
                <a:lnTo>
                  <a:pt x="17879" y="21600"/>
                </a:lnTo>
                <a:lnTo>
                  <a:pt x="16949" y="21600"/>
                </a:lnTo>
                <a:lnTo>
                  <a:pt x="16018" y="21600"/>
                </a:lnTo>
                <a:lnTo>
                  <a:pt x="15086" y="21600"/>
                </a:lnTo>
                <a:lnTo>
                  <a:pt x="14153" y="21600"/>
                </a:lnTo>
                <a:lnTo>
                  <a:pt x="13219" y="21600"/>
                </a:lnTo>
                <a:lnTo>
                  <a:pt x="12285" y="21600"/>
                </a:lnTo>
                <a:lnTo>
                  <a:pt x="11349" y="21600"/>
                </a:lnTo>
                <a:lnTo>
                  <a:pt x="10413" y="21600"/>
                </a:lnTo>
                <a:lnTo>
                  <a:pt x="9474" y="21600"/>
                </a:lnTo>
                <a:lnTo>
                  <a:pt x="8535" y="21600"/>
                </a:lnTo>
                <a:lnTo>
                  <a:pt x="7594" y="21600"/>
                </a:lnTo>
                <a:lnTo>
                  <a:pt x="6651" y="21600"/>
                </a:lnTo>
                <a:lnTo>
                  <a:pt x="5708" y="21600"/>
                </a:lnTo>
                <a:lnTo>
                  <a:pt x="4761" y="21600"/>
                </a:lnTo>
                <a:lnTo>
                  <a:pt x="3814" y="21600"/>
                </a:lnTo>
                <a:lnTo>
                  <a:pt x="2863" y="21600"/>
                </a:lnTo>
                <a:lnTo>
                  <a:pt x="1912" y="21600"/>
                </a:lnTo>
                <a:lnTo>
                  <a:pt x="957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C2DB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6" name="contour_05884"/>
          <p:cNvSpPr/>
          <p:nvPr/>
        </p:nvSpPr>
        <p:spPr>
          <a:xfrm>
            <a:off x="7654377" y="3643996"/>
            <a:ext cx="90342" cy="524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3" y="0"/>
                </a:moveTo>
                <a:lnTo>
                  <a:pt x="559" y="1442"/>
                </a:lnTo>
                <a:lnTo>
                  <a:pt x="863" y="2905"/>
                </a:lnTo>
                <a:lnTo>
                  <a:pt x="1554" y="4717"/>
                </a:lnTo>
                <a:lnTo>
                  <a:pt x="2107" y="5756"/>
                </a:lnTo>
                <a:lnTo>
                  <a:pt x="2814" y="6420"/>
                </a:lnTo>
                <a:lnTo>
                  <a:pt x="3962" y="7099"/>
                </a:lnTo>
                <a:lnTo>
                  <a:pt x="4562" y="7222"/>
                </a:lnTo>
                <a:lnTo>
                  <a:pt x="6369" y="7592"/>
                </a:lnTo>
                <a:lnTo>
                  <a:pt x="7230" y="7805"/>
                </a:lnTo>
                <a:lnTo>
                  <a:pt x="8094" y="8018"/>
                </a:lnTo>
                <a:lnTo>
                  <a:pt x="8972" y="8231"/>
                </a:lnTo>
                <a:lnTo>
                  <a:pt x="10066" y="8469"/>
                </a:lnTo>
                <a:lnTo>
                  <a:pt x="11161" y="8700"/>
                </a:lnTo>
                <a:lnTo>
                  <a:pt x="12255" y="8931"/>
                </a:lnTo>
                <a:lnTo>
                  <a:pt x="13349" y="9160"/>
                </a:lnTo>
                <a:lnTo>
                  <a:pt x="14445" y="9382"/>
                </a:lnTo>
                <a:lnTo>
                  <a:pt x="16369" y="9869"/>
                </a:lnTo>
                <a:lnTo>
                  <a:pt x="17723" y="10238"/>
                </a:lnTo>
                <a:lnTo>
                  <a:pt x="18694" y="10566"/>
                </a:lnTo>
                <a:lnTo>
                  <a:pt x="19467" y="10923"/>
                </a:lnTo>
                <a:lnTo>
                  <a:pt x="20232" y="11380"/>
                </a:lnTo>
                <a:lnTo>
                  <a:pt x="21173" y="12017"/>
                </a:lnTo>
                <a:lnTo>
                  <a:pt x="21457" y="14348"/>
                </a:lnTo>
                <a:lnTo>
                  <a:pt x="21600" y="15982"/>
                </a:lnTo>
                <a:lnTo>
                  <a:pt x="21600" y="17352"/>
                </a:lnTo>
                <a:lnTo>
                  <a:pt x="21457" y="18890"/>
                </a:lnTo>
                <a:lnTo>
                  <a:pt x="21173" y="21029"/>
                </a:lnTo>
                <a:lnTo>
                  <a:pt x="19960" y="21101"/>
                </a:lnTo>
                <a:lnTo>
                  <a:pt x="18746" y="21164"/>
                </a:lnTo>
                <a:lnTo>
                  <a:pt x="17533" y="21221"/>
                </a:lnTo>
                <a:lnTo>
                  <a:pt x="16320" y="21273"/>
                </a:lnTo>
                <a:lnTo>
                  <a:pt x="15106" y="21321"/>
                </a:lnTo>
                <a:lnTo>
                  <a:pt x="13893" y="21363"/>
                </a:lnTo>
                <a:lnTo>
                  <a:pt x="12678" y="21405"/>
                </a:lnTo>
                <a:lnTo>
                  <a:pt x="12074" y="21441"/>
                </a:lnTo>
                <a:lnTo>
                  <a:pt x="10248" y="21558"/>
                </a:lnTo>
                <a:lnTo>
                  <a:pt x="8298" y="21600"/>
                </a:lnTo>
                <a:lnTo>
                  <a:pt x="6797" y="21594"/>
                </a:lnTo>
                <a:lnTo>
                  <a:pt x="5644" y="21501"/>
                </a:lnTo>
                <a:lnTo>
                  <a:pt x="4733" y="21285"/>
                </a:lnTo>
                <a:lnTo>
                  <a:pt x="3961" y="20912"/>
                </a:lnTo>
                <a:lnTo>
                  <a:pt x="3229" y="20347"/>
                </a:lnTo>
                <a:lnTo>
                  <a:pt x="2429" y="19554"/>
                </a:lnTo>
                <a:lnTo>
                  <a:pt x="1462" y="18494"/>
                </a:lnTo>
                <a:lnTo>
                  <a:pt x="849" y="16541"/>
                </a:lnTo>
                <a:lnTo>
                  <a:pt x="423" y="14769"/>
                </a:lnTo>
                <a:lnTo>
                  <a:pt x="160" y="13056"/>
                </a:lnTo>
                <a:lnTo>
                  <a:pt x="28" y="11293"/>
                </a:lnTo>
                <a:lnTo>
                  <a:pt x="0" y="9355"/>
                </a:lnTo>
                <a:lnTo>
                  <a:pt x="45" y="7135"/>
                </a:lnTo>
                <a:lnTo>
                  <a:pt x="92" y="5119"/>
                </a:lnTo>
                <a:lnTo>
                  <a:pt x="141" y="3073"/>
                </a:lnTo>
                <a:lnTo>
                  <a:pt x="202" y="1550"/>
                </a:lnTo>
                <a:lnTo>
                  <a:pt x="263" y="0"/>
                </a:lnTo>
                <a:close/>
              </a:path>
            </a:pathLst>
          </a:custGeom>
          <a:solidFill>
            <a:srgbClr val="A2C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7" name="contour_05885"/>
          <p:cNvSpPr/>
          <p:nvPr/>
        </p:nvSpPr>
        <p:spPr>
          <a:xfrm>
            <a:off x="6584143" y="3512812"/>
            <a:ext cx="14576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85" y="254"/>
                </a:lnTo>
                <a:lnTo>
                  <a:pt x="1558" y="516"/>
                </a:lnTo>
                <a:lnTo>
                  <a:pt x="2320" y="794"/>
                </a:lnTo>
                <a:lnTo>
                  <a:pt x="3069" y="1096"/>
                </a:lnTo>
                <a:lnTo>
                  <a:pt x="3809" y="1431"/>
                </a:lnTo>
                <a:lnTo>
                  <a:pt x="4539" y="1801"/>
                </a:lnTo>
                <a:lnTo>
                  <a:pt x="5260" y="2219"/>
                </a:lnTo>
                <a:lnTo>
                  <a:pt x="5973" y="2692"/>
                </a:lnTo>
                <a:lnTo>
                  <a:pt x="6679" y="3224"/>
                </a:lnTo>
                <a:lnTo>
                  <a:pt x="7377" y="3823"/>
                </a:lnTo>
                <a:lnTo>
                  <a:pt x="8071" y="4498"/>
                </a:lnTo>
                <a:lnTo>
                  <a:pt x="8759" y="5257"/>
                </a:lnTo>
                <a:lnTo>
                  <a:pt x="9442" y="6105"/>
                </a:lnTo>
                <a:lnTo>
                  <a:pt x="10123" y="7050"/>
                </a:lnTo>
                <a:lnTo>
                  <a:pt x="10800" y="8100"/>
                </a:lnTo>
                <a:lnTo>
                  <a:pt x="10800" y="9885"/>
                </a:lnTo>
                <a:lnTo>
                  <a:pt x="10800" y="11680"/>
                </a:lnTo>
                <a:lnTo>
                  <a:pt x="10800" y="13500"/>
                </a:lnTo>
                <a:lnTo>
                  <a:pt x="11490" y="13632"/>
                </a:lnTo>
                <a:lnTo>
                  <a:pt x="12185" y="13765"/>
                </a:lnTo>
                <a:lnTo>
                  <a:pt x="12889" y="13900"/>
                </a:lnTo>
                <a:lnTo>
                  <a:pt x="13565" y="14051"/>
                </a:lnTo>
                <a:lnTo>
                  <a:pt x="14241" y="14205"/>
                </a:lnTo>
                <a:lnTo>
                  <a:pt x="14917" y="14359"/>
                </a:lnTo>
                <a:lnTo>
                  <a:pt x="15593" y="14512"/>
                </a:lnTo>
                <a:lnTo>
                  <a:pt x="16276" y="14639"/>
                </a:lnTo>
                <a:lnTo>
                  <a:pt x="16970" y="14766"/>
                </a:lnTo>
                <a:lnTo>
                  <a:pt x="17625" y="14923"/>
                </a:lnTo>
                <a:lnTo>
                  <a:pt x="18289" y="15082"/>
                </a:lnTo>
                <a:lnTo>
                  <a:pt x="18591" y="15147"/>
                </a:lnTo>
                <a:lnTo>
                  <a:pt x="19505" y="15339"/>
                </a:lnTo>
                <a:lnTo>
                  <a:pt x="20245" y="16046"/>
                </a:lnTo>
                <a:lnTo>
                  <a:pt x="20684" y="16988"/>
                </a:lnTo>
                <a:lnTo>
                  <a:pt x="21199" y="18970"/>
                </a:lnTo>
                <a:lnTo>
                  <a:pt x="21398" y="20274"/>
                </a:lnTo>
                <a:lnTo>
                  <a:pt x="21600" y="21600"/>
                </a:lnTo>
                <a:lnTo>
                  <a:pt x="20853" y="21441"/>
                </a:lnTo>
                <a:lnTo>
                  <a:pt x="20109" y="21265"/>
                </a:lnTo>
                <a:lnTo>
                  <a:pt x="19368" y="21074"/>
                </a:lnTo>
                <a:lnTo>
                  <a:pt x="18630" y="20868"/>
                </a:lnTo>
                <a:lnTo>
                  <a:pt x="17895" y="20644"/>
                </a:lnTo>
                <a:lnTo>
                  <a:pt x="17161" y="20404"/>
                </a:lnTo>
                <a:lnTo>
                  <a:pt x="16430" y="20147"/>
                </a:lnTo>
                <a:lnTo>
                  <a:pt x="15701" y="19872"/>
                </a:lnTo>
                <a:lnTo>
                  <a:pt x="14974" y="19580"/>
                </a:lnTo>
                <a:lnTo>
                  <a:pt x="14248" y="19273"/>
                </a:lnTo>
                <a:lnTo>
                  <a:pt x="13524" y="18946"/>
                </a:lnTo>
                <a:lnTo>
                  <a:pt x="12800" y="18603"/>
                </a:lnTo>
                <a:lnTo>
                  <a:pt x="12077" y="18241"/>
                </a:lnTo>
                <a:lnTo>
                  <a:pt x="11355" y="17861"/>
                </a:lnTo>
                <a:lnTo>
                  <a:pt x="10633" y="17461"/>
                </a:lnTo>
                <a:lnTo>
                  <a:pt x="9911" y="17045"/>
                </a:lnTo>
                <a:lnTo>
                  <a:pt x="9189" y="16610"/>
                </a:lnTo>
                <a:lnTo>
                  <a:pt x="8466" y="16154"/>
                </a:lnTo>
                <a:lnTo>
                  <a:pt x="7744" y="15682"/>
                </a:lnTo>
                <a:lnTo>
                  <a:pt x="7020" y="15188"/>
                </a:lnTo>
                <a:lnTo>
                  <a:pt x="6657" y="14955"/>
                </a:lnTo>
                <a:lnTo>
                  <a:pt x="5563" y="14256"/>
                </a:lnTo>
                <a:lnTo>
                  <a:pt x="4837" y="13713"/>
                </a:lnTo>
                <a:lnTo>
                  <a:pt x="4143" y="13146"/>
                </a:lnTo>
                <a:lnTo>
                  <a:pt x="3472" y="12504"/>
                </a:lnTo>
                <a:lnTo>
                  <a:pt x="2814" y="11740"/>
                </a:lnTo>
                <a:lnTo>
                  <a:pt x="2160" y="10800"/>
                </a:lnTo>
                <a:lnTo>
                  <a:pt x="2079" y="8740"/>
                </a:lnTo>
                <a:lnTo>
                  <a:pt x="2039" y="7290"/>
                </a:lnTo>
                <a:lnTo>
                  <a:pt x="2039" y="6059"/>
                </a:lnTo>
                <a:lnTo>
                  <a:pt x="2079" y="4658"/>
                </a:lnTo>
                <a:lnTo>
                  <a:pt x="2160" y="2700"/>
                </a:lnTo>
                <a:lnTo>
                  <a:pt x="1518" y="1612"/>
                </a:lnTo>
                <a:lnTo>
                  <a:pt x="1080" y="969"/>
                </a:lnTo>
                <a:lnTo>
                  <a:pt x="642" y="516"/>
                </a:lnTo>
                <a:lnTo>
                  <a:pt x="0" y="0"/>
                </a:lnTo>
                <a:close/>
              </a:path>
            </a:pathLst>
          </a:custGeom>
          <a:solidFill>
            <a:srgbClr val="F2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8" name="contour_05886"/>
          <p:cNvSpPr/>
          <p:nvPr/>
        </p:nvSpPr>
        <p:spPr>
          <a:xfrm>
            <a:off x="5571112" y="3475978"/>
            <a:ext cx="167624" cy="601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60"/>
                </a:moveTo>
                <a:lnTo>
                  <a:pt x="21069" y="3998"/>
                </a:lnTo>
                <a:lnTo>
                  <a:pt x="20538" y="5166"/>
                </a:lnTo>
                <a:lnTo>
                  <a:pt x="20003" y="6269"/>
                </a:lnTo>
                <a:lnTo>
                  <a:pt x="19464" y="7306"/>
                </a:lnTo>
                <a:lnTo>
                  <a:pt x="18923" y="8285"/>
                </a:lnTo>
                <a:lnTo>
                  <a:pt x="18374" y="9209"/>
                </a:lnTo>
                <a:lnTo>
                  <a:pt x="17820" y="10081"/>
                </a:lnTo>
                <a:lnTo>
                  <a:pt x="17257" y="10909"/>
                </a:lnTo>
                <a:lnTo>
                  <a:pt x="16687" y="11692"/>
                </a:lnTo>
                <a:lnTo>
                  <a:pt x="16108" y="12440"/>
                </a:lnTo>
                <a:lnTo>
                  <a:pt x="15519" y="13150"/>
                </a:lnTo>
                <a:lnTo>
                  <a:pt x="14918" y="13834"/>
                </a:lnTo>
                <a:lnTo>
                  <a:pt x="14306" y="14491"/>
                </a:lnTo>
                <a:lnTo>
                  <a:pt x="13679" y="15124"/>
                </a:lnTo>
                <a:lnTo>
                  <a:pt x="13040" y="15742"/>
                </a:lnTo>
                <a:lnTo>
                  <a:pt x="12385" y="16345"/>
                </a:lnTo>
                <a:lnTo>
                  <a:pt x="12165" y="16549"/>
                </a:lnTo>
                <a:lnTo>
                  <a:pt x="11775" y="16905"/>
                </a:lnTo>
                <a:lnTo>
                  <a:pt x="10884" y="17727"/>
                </a:lnTo>
                <a:lnTo>
                  <a:pt x="10231" y="18282"/>
                </a:lnTo>
                <a:lnTo>
                  <a:pt x="9588" y="18801"/>
                </a:lnTo>
                <a:lnTo>
                  <a:pt x="8951" y="19277"/>
                </a:lnTo>
                <a:lnTo>
                  <a:pt x="8319" y="19715"/>
                </a:lnTo>
                <a:lnTo>
                  <a:pt x="7692" y="20110"/>
                </a:lnTo>
                <a:lnTo>
                  <a:pt x="7068" y="20464"/>
                </a:lnTo>
                <a:lnTo>
                  <a:pt x="6445" y="20770"/>
                </a:lnTo>
                <a:lnTo>
                  <a:pt x="5823" y="21032"/>
                </a:lnTo>
                <a:lnTo>
                  <a:pt x="5199" y="21247"/>
                </a:lnTo>
                <a:lnTo>
                  <a:pt x="4573" y="21411"/>
                </a:lnTo>
                <a:lnTo>
                  <a:pt x="3942" y="21527"/>
                </a:lnTo>
                <a:lnTo>
                  <a:pt x="3307" y="21590"/>
                </a:lnTo>
                <a:lnTo>
                  <a:pt x="2664" y="21600"/>
                </a:lnTo>
                <a:lnTo>
                  <a:pt x="2013" y="21558"/>
                </a:lnTo>
                <a:lnTo>
                  <a:pt x="1354" y="21459"/>
                </a:lnTo>
                <a:lnTo>
                  <a:pt x="683" y="21304"/>
                </a:lnTo>
                <a:lnTo>
                  <a:pt x="0" y="21089"/>
                </a:lnTo>
                <a:lnTo>
                  <a:pt x="567" y="20272"/>
                </a:lnTo>
                <a:lnTo>
                  <a:pt x="1135" y="19466"/>
                </a:lnTo>
                <a:lnTo>
                  <a:pt x="1706" y="18675"/>
                </a:lnTo>
                <a:lnTo>
                  <a:pt x="2278" y="17897"/>
                </a:lnTo>
                <a:lnTo>
                  <a:pt x="2852" y="17130"/>
                </a:lnTo>
                <a:lnTo>
                  <a:pt x="3428" y="16373"/>
                </a:lnTo>
                <a:lnTo>
                  <a:pt x="4005" y="15627"/>
                </a:lnTo>
                <a:lnTo>
                  <a:pt x="4584" y="14894"/>
                </a:lnTo>
                <a:lnTo>
                  <a:pt x="5164" y="14166"/>
                </a:lnTo>
                <a:lnTo>
                  <a:pt x="5747" y="13449"/>
                </a:lnTo>
                <a:lnTo>
                  <a:pt x="6329" y="12739"/>
                </a:lnTo>
                <a:lnTo>
                  <a:pt x="6914" y="12035"/>
                </a:lnTo>
                <a:lnTo>
                  <a:pt x="7499" y="11338"/>
                </a:lnTo>
                <a:lnTo>
                  <a:pt x="8086" y="10647"/>
                </a:lnTo>
                <a:lnTo>
                  <a:pt x="8674" y="9961"/>
                </a:lnTo>
                <a:lnTo>
                  <a:pt x="9263" y="9280"/>
                </a:lnTo>
                <a:lnTo>
                  <a:pt x="9852" y="8602"/>
                </a:lnTo>
                <a:lnTo>
                  <a:pt x="10327" y="8049"/>
                </a:lnTo>
                <a:lnTo>
                  <a:pt x="10801" y="7494"/>
                </a:lnTo>
                <a:lnTo>
                  <a:pt x="11274" y="6934"/>
                </a:lnTo>
                <a:lnTo>
                  <a:pt x="11748" y="6368"/>
                </a:lnTo>
                <a:lnTo>
                  <a:pt x="12960" y="4918"/>
                </a:lnTo>
                <a:lnTo>
                  <a:pt x="14017" y="3669"/>
                </a:lnTo>
                <a:lnTo>
                  <a:pt x="14935" y="2613"/>
                </a:lnTo>
                <a:lnTo>
                  <a:pt x="15734" y="1747"/>
                </a:lnTo>
                <a:lnTo>
                  <a:pt x="16431" y="1060"/>
                </a:lnTo>
                <a:lnTo>
                  <a:pt x="17041" y="550"/>
                </a:lnTo>
                <a:lnTo>
                  <a:pt x="17585" y="207"/>
                </a:lnTo>
                <a:lnTo>
                  <a:pt x="18078" y="26"/>
                </a:lnTo>
                <a:lnTo>
                  <a:pt x="18539" y="0"/>
                </a:lnTo>
                <a:lnTo>
                  <a:pt x="18985" y="126"/>
                </a:lnTo>
                <a:lnTo>
                  <a:pt x="19433" y="393"/>
                </a:lnTo>
                <a:lnTo>
                  <a:pt x="19901" y="796"/>
                </a:lnTo>
                <a:lnTo>
                  <a:pt x="20406" y="1328"/>
                </a:lnTo>
                <a:lnTo>
                  <a:pt x="20967" y="1985"/>
                </a:lnTo>
                <a:lnTo>
                  <a:pt x="21600" y="2760"/>
                </a:lnTo>
                <a:close/>
              </a:path>
            </a:pathLst>
          </a:custGeom>
          <a:solidFill>
            <a:srgbClr val="9D9E9E"/>
          </a:solidFill>
          <a:ln>
            <a:noFill/>
          </a:ln>
        </p:spPr>
        <p:txBody>
          <a:bodyPr/>
          <a:lstStyle/>
          <a:p/>
        </p:txBody>
      </p:sp>
      <p:sp>
        <p:nvSpPr>
          <p:cNvPr id="5889" name="contour_05887"/>
          <p:cNvSpPr/>
          <p:nvPr/>
        </p:nvSpPr>
        <p:spPr>
          <a:xfrm>
            <a:off x="7349382" y="3414424"/>
            <a:ext cx="72880" cy="619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70" y="0"/>
                </a:moveTo>
                <a:lnTo>
                  <a:pt x="10033" y="315"/>
                </a:lnTo>
                <a:lnTo>
                  <a:pt x="11547" y="849"/>
                </a:lnTo>
                <a:lnTo>
                  <a:pt x="12936" y="1573"/>
                </a:lnTo>
                <a:lnTo>
                  <a:pt x="14226" y="2470"/>
                </a:lnTo>
                <a:lnTo>
                  <a:pt x="15438" y="3514"/>
                </a:lnTo>
                <a:lnTo>
                  <a:pt x="16600" y="4683"/>
                </a:lnTo>
                <a:lnTo>
                  <a:pt x="17731" y="5954"/>
                </a:lnTo>
                <a:lnTo>
                  <a:pt x="18863" y="7306"/>
                </a:lnTo>
                <a:lnTo>
                  <a:pt x="20015" y="8716"/>
                </a:lnTo>
                <a:lnTo>
                  <a:pt x="20788" y="10083"/>
                </a:lnTo>
                <a:lnTo>
                  <a:pt x="21257" y="11174"/>
                </a:lnTo>
                <a:lnTo>
                  <a:pt x="21498" y="12360"/>
                </a:lnTo>
                <a:lnTo>
                  <a:pt x="21587" y="14015"/>
                </a:lnTo>
                <a:lnTo>
                  <a:pt x="21600" y="16518"/>
                </a:lnTo>
                <a:lnTo>
                  <a:pt x="20123" y="17377"/>
                </a:lnTo>
                <a:lnTo>
                  <a:pt x="19047" y="17938"/>
                </a:lnTo>
                <a:lnTo>
                  <a:pt x="18062" y="18324"/>
                </a:lnTo>
                <a:lnTo>
                  <a:pt x="16857" y="18657"/>
                </a:lnTo>
                <a:lnTo>
                  <a:pt x="15120" y="19059"/>
                </a:lnTo>
                <a:lnTo>
                  <a:pt x="13610" y="18393"/>
                </a:lnTo>
                <a:lnTo>
                  <a:pt x="12658" y="17905"/>
                </a:lnTo>
                <a:lnTo>
                  <a:pt x="11856" y="17361"/>
                </a:lnTo>
                <a:lnTo>
                  <a:pt x="10800" y="16518"/>
                </a:lnTo>
                <a:lnTo>
                  <a:pt x="10800" y="18197"/>
                </a:lnTo>
                <a:lnTo>
                  <a:pt x="10800" y="19887"/>
                </a:lnTo>
                <a:lnTo>
                  <a:pt x="10800" y="21600"/>
                </a:lnTo>
                <a:lnTo>
                  <a:pt x="9517" y="21600"/>
                </a:lnTo>
                <a:lnTo>
                  <a:pt x="8230" y="21600"/>
                </a:lnTo>
                <a:lnTo>
                  <a:pt x="6938" y="21600"/>
                </a:lnTo>
                <a:lnTo>
                  <a:pt x="5635" y="21600"/>
                </a:lnTo>
                <a:lnTo>
                  <a:pt x="4320" y="21600"/>
                </a:lnTo>
                <a:lnTo>
                  <a:pt x="4588" y="20027"/>
                </a:lnTo>
                <a:lnTo>
                  <a:pt x="4856" y="18454"/>
                </a:lnTo>
                <a:lnTo>
                  <a:pt x="5124" y="16876"/>
                </a:lnTo>
                <a:lnTo>
                  <a:pt x="5391" y="15295"/>
                </a:lnTo>
                <a:lnTo>
                  <a:pt x="5661" y="13707"/>
                </a:lnTo>
                <a:lnTo>
                  <a:pt x="5934" y="12111"/>
                </a:lnTo>
                <a:lnTo>
                  <a:pt x="6206" y="10508"/>
                </a:lnTo>
                <a:lnTo>
                  <a:pt x="6480" y="8894"/>
                </a:lnTo>
                <a:lnTo>
                  <a:pt x="5197" y="9397"/>
                </a:lnTo>
                <a:lnTo>
                  <a:pt x="3910" y="9903"/>
                </a:lnTo>
                <a:lnTo>
                  <a:pt x="2618" y="10409"/>
                </a:lnTo>
                <a:lnTo>
                  <a:pt x="1315" y="10919"/>
                </a:lnTo>
                <a:lnTo>
                  <a:pt x="0" y="11435"/>
                </a:lnTo>
                <a:lnTo>
                  <a:pt x="838" y="8549"/>
                </a:lnTo>
                <a:lnTo>
                  <a:pt x="1540" y="6287"/>
                </a:lnTo>
                <a:lnTo>
                  <a:pt x="2173" y="4554"/>
                </a:lnTo>
                <a:lnTo>
                  <a:pt x="2804" y="3255"/>
                </a:lnTo>
                <a:lnTo>
                  <a:pt x="3504" y="2300"/>
                </a:lnTo>
                <a:lnTo>
                  <a:pt x="4342" y="1588"/>
                </a:lnTo>
                <a:lnTo>
                  <a:pt x="5387" y="1032"/>
                </a:lnTo>
                <a:lnTo>
                  <a:pt x="6707" y="534"/>
                </a:lnTo>
                <a:lnTo>
                  <a:pt x="8370" y="0"/>
                </a:lnTo>
                <a:close/>
              </a:path>
            </a:pathLst>
          </a:custGeom>
          <a:solidFill>
            <a:srgbClr val="C9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0" name="contour_05888"/>
          <p:cNvSpPr/>
          <p:nvPr/>
        </p:nvSpPr>
        <p:spPr>
          <a:xfrm>
            <a:off x="9643802" y="3388916"/>
            <a:ext cx="45025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2" y="0"/>
                </a:moveTo>
                <a:lnTo>
                  <a:pt x="3105" y="125"/>
                </a:lnTo>
                <a:lnTo>
                  <a:pt x="4895" y="262"/>
                </a:lnTo>
                <a:lnTo>
                  <a:pt x="6489" y="481"/>
                </a:lnTo>
                <a:lnTo>
                  <a:pt x="8391" y="851"/>
                </a:lnTo>
                <a:lnTo>
                  <a:pt x="11111" y="1440"/>
                </a:lnTo>
                <a:lnTo>
                  <a:pt x="11933" y="2382"/>
                </a:lnTo>
                <a:lnTo>
                  <a:pt x="12615" y="3331"/>
                </a:lnTo>
                <a:lnTo>
                  <a:pt x="13184" y="4288"/>
                </a:lnTo>
                <a:lnTo>
                  <a:pt x="13656" y="5253"/>
                </a:lnTo>
                <a:lnTo>
                  <a:pt x="14059" y="6224"/>
                </a:lnTo>
                <a:lnTo>
                  <a:pt x="14412" y="7203"/>
                </a:lnTo>
                <a:lnTo>
                  <a:pt x="14730" y="8188"/>
                </a:lnTo>
                <a:lnTo>
                  <a:pt x="15044" y="9180"/>
                </a:lnTo>
                <a:lnTo>
                  <a:pt x="15352" y="10032"/>
                </a:lnTo>
                <a:lnTo>
                  <a:pt x="15663" y="10885"/>
                </a:lnTo>
                <a:lnTo>
                  <a:pt x="15974" y="11739"/>
                </a:lnTo>
                <a:lnTo>
                  <a:pt x="16286" y="12591"/>
                </a:lnTo>
                <a:lnTo>
                  <a:pt x="16600" y="13444"/>
                </a:lnTo>
                <a:lnTo>
                  <a:pt x="16964" y="14445"/>
                </a:lnTo>
                <a:lnTo>
                  <a:pt x="17328" y="15461"/>
                </a:lnTo>
                <a:lnTo>
                  <a:pt x="17751" y="16367"/>
                </a:lnTo>
                <a:lnTo>
                  <a:pt x="18240" y="17258"/>
                </a:lnTo>
                <a:lnTo>
                  <a:pt x="18792" y="18138"/>
                </a:lnTo>
                <a:lnTo>
                  <a:pt x="19408" y="19008"/>
                </a:lnTo>
                <a:lnTo>
                  <a:pt x="20079" y="19873"/>
                </a:lnTo>
                <a:lnTo>
                  <a:pt x="20813" y="20736"/>
                </a:lnTo>
                <a:lnTo>
                  <a:pt x="21600" y="21600"/>
                </a:lnTo>
                <a:lnTo>
                  <a:pt x="19411" y="21185"/>
                </a:lnTo>
                <a:lnTo>
                  <a:pt x="17226" y="20765"/>
                </a:lnTo>
                <a:lnTo>
                  <a:pt x="15044" y="20340"/>
                </a:lnTo>
                <a:lnTo>
                  <a:pt x="13216" y="19989"/>
                </a:lnTo>
                <a:lnTo>
                  <a:pt x="11356" y="19632"/>
                </a:lnTo>
                <a:lnTo>
                  <a:pt x="9097" y="19076"/>
                </a:lnTo>
                <a:lnTo>
                  <a:pt x="7136" y="18557"/>
                </a:lnTo>
                <a:lnTo>
                  <a:pt x="5384" y="18026"/>
                </a:lnTo>
                <a:lnTo>
                  <a:pt x="3765" y="17430"/>
                </a:lnTo>
                <a:lnTo>
                  <a:pt x="2206" y="16718"/>
                </a:lnTo>
                <a:lnTo>
                  <a:pt x="622" y="15840"/>
                </a:lnTo>
                <a:lnTo>
                  <a:pt x="346" y="14826"/>
                </a:lnTo>
                <a:lnTo>
                  <a:pt x="161" y="13815"/>
                </a:lnTo>
                <a:lnTo>
                  <a:pt x="49" y="12806"/>
                </a:lnTo>
                <a:lnTo>
                  <a:pt x="0" y="11796"/>
                </a:lnTo>
                <a:lnTo>
                  <a:pt x="0" y="10787"/>
                </a:lnTo>
                <a:lnTo>
                  <a:pt x="42" y="9775"/>
                </a:lnTo>
                <a:lnTo>
                  <a:pt x="105" y="8760"/>
                </a:lnTo>
                <a:lnTo>
                  <a:pt x="185" y="7740"/>
                </a:lnTo>
                <a:lnTo>
                  <a:pt x="217" y="6997"/>
                </a:lnTo>
                <a:lnTo>
                  <a:pt x="248" y="6248"/>
                </a:lnTo>
                <a:lnTo>
                  <a:pt x="280" y="5489"/>
                </a:lnTo>
                <a:lnTo>
                  <a:pt x="325" y="4575"/>
                </a:lnTo>
                <a:lnTo>
                  <a:pt x="374" y="3659"/>
                </a:lnTo>
                <a:lnTo>
                  <a:pt x="430" y="2745"/>
                </a:lnTo>
                <a:lnTo>
                  <a:pt x="489" y="1830"/>
                </a:lnTo>
                <a:lnTo>
                  <a:pt x="552" y="914"/>
                </a:lnTo>
                <a:lnTo>
                  <a:pt x="622" y="0"/>
                </a:lnTo>
                <a:close/>
              </a:path>
            </a:pathLst>
          </a:custGeom>
          <a:solidFill>
            <a:srgbClr val="CC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1" name="contour_05889"/>
          <p:cNvSpPr/>
          <p:nvPr/>
        </p:nvSpPr>
        <p:spPr>
          <a:xfrm>
            <a:off x="11095410" y="3266849"/>
            <a:ext cx="138472" cy="29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50"/>
                </a:moveTo>
                <a:lnTo>
                  <a:pt x="21052" y="7341"/>
                </a:lnTo>
                <a:lnTo>
                  <a:pt x="20534" y="10352"/>
                </a:lnTo>
                <a:lnTo>
                  <a:pt x="20018" y="13004"/>
                </a:lnTo>
                <a:lnTo>
                  <a:pt x="19479" y="15304"/>
                </a:lnTo>
                <a:lnTo>
                  <a:pt x="18891" y="17260"/>
                </a:lnTo>
                <a:lnTo>
                  <a:pt x="18228" y="18900"/>
                </a:lnTo>
                <a:lnTo>
                  <a:pt x="17466" y="20224"/>
                </a:lnTo>
                <a:lnTo>
                  <a:pt x="16577" y="21247"/>
                </a:lnTo>
                <a:lnTo>
                  <a:pt x="15853" y="21400"/>
                </a:lnTo>
                <a:lnTo>
                  <a:pt x="15130" y="21505"/>
                </a:lnTo>
                <a:lnTo>
                  <a:pt x="14409" y="21568"/>
                </a:lnTo>
                <a:lnTo>
                  <a:pt x="13689" y="21600"/>
                </a:lnTo>
                <a:lnTo>
                  <a:pt x="12969" y="21595"/>
                </a:lnTo>
                <a:lnTo>
                  <a:pt x="12247" y="21563"/>
                </a:lnTo>
                <a:lnTo>
                  <a:pt x="11525" y="21500"/>
                </a:lnTo>
                <a:lnTo>
                  <a:pt x="10800" y="21415"/>
                </a:lnTo>
                <a:lnTo>
                  <a:pt x="10506" y="21426"/>
                </a:lnTo>
                <a:lnTo>
                  <a:pt x="9986" y="21437"/>
                </a:lnTo>
                <a:lnTo>
                  <a:pt x="8797" y="21468"/>
                </a:lnTo>
                <a:lnTo>
                  <a:pt x="7914" y="21400"/>
                </a:lnTo>
                <a:lnTo>
                  <a:pt x="7076" y="21284"/>
                </a:lnTo>
                <a:lnTo>
                  <a:pt x="6278" y="21073"/>
                </a:lnTo>
                <a:lnTo>
                  <a:pt x="5515" y="20740"/>
                </a:lnTo>
                <a:lnTo>
                  <a:pt x="4779" y="20250"/>
                </a:lnTo>
                <a:lnTo>
                  <a:pt x="4069" y="19554"/>
                </a:lnTo>
                <a:lnTo>
                  <a:pt x="3376" y="18631"/>
                </a:lnTo>
                <a:lnTo>
                  <a:pt x="2697" y="17434"/>
                </a:lnTo>
                <a:lnTo>
                  <a:pt x="2025" y="15931"/>
                </a:lnTo>
                <a:lnTo>
                  <a:pt x="1355" y="14085"/>
                </a:lnTo>
                <a:lnTo>
                  <a:pt x="682" y="11865"/>
                </a:lnTo>
                <a:lnTo>
                  <a:pt x="0" y="9223"/>
                </a:lnTo>
                <a:lnTo>
                  <a:pt x="821" y="7926"/>
                </a:lnTo>
                <a:lnTo>
                  <a:pt x="1636" y="6745"/>
                </a:lnTo>
                <a:lnTo>
                  <a:pt x="2444" y="5669"/>
                </a:lnTo>
                <a:lnTo>
                  <a:pt x="3247" y="4693"/>
                </a:lnTo>
                <a:lnTo>
                  <a:pt x="4045" y="3823"/>
                </a:lnTo>
                <a:lnTo>
                  <a:pt x="4840" y="3053"/>
                </a:lnTo>
                <a:lnTo>
                  <a:pt x="5630" y="2373"/>
                </a:lnTo>
                <a:lnTo>
                  <a:pt x="6417" y="1788"/>
                </a:lnTo>
                <a:lnTo>
                  <a:pt x="7202" y="1292"/>
                </a:lnTo>
                <a:lnTo>
                  <a:pt x="7985" y="881"/>
                </a:lnTo>
                <a:lnTo>
                  <a:pt x="8767" y="554"/>
                </a:lnTo>
                <a:lnTo>
                  <a:pt x="9549" y="301"/>
                </a:lnTo>
                <a:lnTo>
                  <a:pt x="10330" y="132"/>
                </a:lnTo>
                <a:lnTo>
                  <a:pt x="11113" y="32"/>
                </a:lnTo>
                <a:lnTo>
                  <a:pt x="11896" y="0"/>
                </a:lnTo>
                <a:lnTo>
                  <a:pt x="12680" y="37"/>
                </a:lnTo>
                <a:lnTo>
                  <a:pt x="13468" y="137"/>
                </a:lnTo>
                <a:lnTo>
                  <a:pt x="14258" y="295"/>
                </a:lnTo>
                <a:lnTo>
                  <a:pt x="15052" y="517"/>
                </a:lnTo>
                <a:lnTo>
                  <a:pt x="15850" y="786"/>
                </a:lnTo>
                <a:lnTo>
                  <a:pt x="16652" y="1113"/>
                </a:lnTo>
                <a:lnTo>
                  <a:pt x="17460" y="1482"/>
                </a:lnTo>
                <a:lnTo>
                  <a:pt x="18274" y="1898"/>
                </a:lnTo>
                <a:lnTo>
                  <a:pt x="19094" y="2357"/>
                </a:lnTo>
                <a:lnTo>
                  <a:pt x="19922" y="2853"/>
                </a:lnTo>
                <a:lnTo>
                  <a:pt x="20756" y="3386"/>
                </a:lnTo>
                <a:lnTo>
                  <a:pt x="21600" y="3950"/>
                </a:lnTo>
                <a:close/>
              </a:path>
            </a:pathLst>
          </a:custGeom>
          <a:solidFill>
            <a:srgbClr val="CEE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2" name="contour_05890"/>
          <p:cNvSpPr/>
          <p:nvPr/>
        </p:nvSpPr>
        <p:spPr>
          <a:xfrm>
            <a:off x="10826257" y="3182345"/>
            <a:ext cx="181697" cy="41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7" y="1308"/>
                </a:moveTo>
                <a:lnTo>
                  <a:pt x="1381" y="753"/>
                </a:lnTo>
                <a:lnTo>
                  <a:pt x="1956" y="373"/>
                </a:lnTo>
                <a:lnTo>
                  <a:pt x="2532" y="141"/>
                </a:lnTo>
                <a:lnTo>
                  <a:pt x="3108" y="23"/>
                </a:lnTo>
                <a:lnTo>
                  <a:pt x="3686" y="0"/>
                </a:lnTo>
                <a:lnTo>
                  <a:pt x="4268" y="38"/>
                </a:lnTo>
                <a:lnTo>
                  <a:pt x="4852" y="110"/>
                </a:lnTo>
                <a:lnTo>
                  <a:pt x="5440" y="194"/>
                </a:lnTo>
                <a:lnTo>
                  <a:pt x="5901" y="209"/>
                </a:lnTo>
                <a:lnTo>
                  <a:pt x="6365" y="228"/>
                </a:lnTo>
                <a:lnTo>
                  <a:pt x="6835" y="243"/>
                </a:lnTo>
                <a:lnTo>
                  <a:pt x="7388" y="270"/>
                </a:lnTo>
                <a:lnTo>
                  <a:pt x="7940" y="304"/>
                </a:lnTo>
                <a:lnTo>
                  <a:pt x="8493" y="346"/>
                </a:lnTo>
                <a:lnTo>
                  <a:pt x="9046" y="388"/>
                </a:lnTo>
                <a:lnTo>
                  <a:pt x="9599" y="437"/>
                </a:lnTo>
                <a:lnTo>
                  <a:pt x="10152" y="487"/>
                </a:lnTo>
                <a:lnTo>
                  <a:pt x="10704" y="540"/>
                </a:lnTo>
                <a:lnTo>
                  <a:pt x="11257" y="593"/>
                </a:lnTo>
                <a:lnTo>
                  <a:pt x="11856" y="627"/>
                </a:lnTo>
                <a:lnTo>
                  <a:pt x="12454" y="662"/>
                </a:lnTo>
                <a:lnTo>
                  <a:pt x="13054" y="692"/>
                </a:lnTo>
                <a:lnTo>
                  <a:pt x="13653" y="723"/>
                </a:lnTo>
                <a:lnTo>
                  <a:pt x="14251" y="753"/>
                </a:lnTo>
                <a:lnTo>
                  <a:pt x="14864" y="787"/>
                </a:lnTo>
                <a:lnTo>
                  <a:pt x="15476" y="821"/>
                </a:lnTo>
                <a:lnTo>
                  <a:pt x="16088" y="859"/>
                </a:lnTo>
                <a:lnTo>
                  <a:pt x="16701" y="901"/>
                </a:lnTo>
                <a:lnTo>
                  <a:pt x="17313" y="943"/>
                </a:lnTo>
                <a:lnTo>
                  <a:pt x="17926" y="989"/>
                </a:lnTo>
                <a:lnTo>
                  <a:pt x="18538" y="1034"/>
                </a:lnTo>
                <a:lnTo>
                  <a:pt x="19151" y="1084"/>
                </a:lnTo>
                <a:lnTo>
                  <a:pt x="19763" y="1137"/>
                </a:lnTo>
                <a:lnTo>
                  <a:pt x="20375" y="1194"/>
                </a:lnTo>
                <a:lnTo>
                  <a:pt x="20987" y="1251"/>
                </a:lnTo>
                <a:lnTo>
                  <a:pt x="21600" y="1308"/>
                </a:lnTo>
                <a:lnTo>
                  <a:pt x="21600" y="3194"/>
                </a:lnTo>
                <a:lnTo>
                  <a:pt x="21600" y="5111"/>
                </a:lnTo>
                <a:lnTo>
                  <a:pt x="21131" y="5168"/>
                </a:lnTo>
                <a:lnTo>
                  <a:pt x="20660" y="5221"/>
                </a:lnTo>
                <a:lnTo>
                  <a:pt x="20183" y="5278"/>
                </a:lnTo>
                <a:lnTo>
                  <a:pt x="19605" y="5354"/>
                </a:lnTo>
                <a:lnTo>
                  <a:pt x="19027" y="5434"/>
                </a:lnTo>
                <a:lnTo>
                  <a:pt x="18450" y="5522"/>
                </a:lnTo>
                <a:lnTo>
                  <a:pt x="17872" y="5609"/>
                </a:lnTo>
                <a:lnTo>
                  <a:pt x="17295" y="5704"/>
                </a:lnTo>
                <a:lnTo>
                  <a:pt x="16717" y="5799"/>
                </a:lnTo>
                <a:lnTo>
                  <a:pt x="16140" y="5902"/>
                </a:lnTo>
                <a:lnTo>
                  <a:pt x="15562" y="6005"/>
                </a:lnTo>
                <a:lnTo>
                  <a:pt x="14985" y="6107"/>
                </a:lnTo>
                <a:lnTo>
                  <a:pt x="14422" y="6199"/>
                </a:lnTo>
                <a:lnTo>
                  <a:pt x="13859" y="6282"/>
                </a:lnTo>
                <a:lnTo>
                  <a:pt x="13297" y="6358"/>
                </a:lnTo>
                <a:lnTo>
                  <a:pt x="12733" y="6427"/>
                </a:lnTo>
                <a:lnTo>
                  <a:pt x="12194" y="6495"/>
                </a:lnTo>
                <a:lnTo>
                  <a:pt x="11656" y="6575"/>
                </a:lnTo>
                <a:lnTo>
                  <a:pt x="11117" y="6666"/>
                </a:lnTo>
                <a:lnTo>
                  <a:pt x="10579" y="6761"/>
                </a:lnTo>
                <a:lnTo>
                  <a:pt x="10040" y="6860"/>
                </a:lnTo>
                <a:lnTo>
                  <a:pt x="9501" y="6967"/>
                </a:lnTo>
                <a:lnTo>
                  <a:pt x="9247" y="6986"/>
                </a:lnTo>
                <a:lnTo>
                  <a:pt x="8481" y="7043"/>
                </a:lnTo>
                <a:lnTo>
                  <a:pt x="8007" y="7168"/>
                </a:lnTo>
                <a:lnTo>
                  <a:pt x="7642" y="7328"/>
                </a:lnTo>
                <a:lnTo>
                  <a:pt x="7265" y="7609"/>
                </a:lnTo>
                <a:lnTo>
                  <a:pt x="6760" y="8111"/>
                </a:lnTo>
                <a:lnTo>
                  <a:pt x="6005" y="8914"/>
                </a:lnTo>
                <a:lnTo>
                  <a:pt x="5716" y="11758"/>
                </a:lnTo>
                <a:lnTo>
                  <a:pt x="5525" y="13774"/>
                </a:lnTo>
                <a:lnTo>
                  <a:pt x="5393" y="15508"/>
                </a:lnTo>
                <a:lnTo>
                  <a:pt x="5279" y="17508"/>
                </a:lnTo>
                <a:lnTo>
                  <a:pt x="5139" y="20322"/>
                </a:lnTo>
                <a:lnTo>
                  <a:pt x="4542" y="21117"/>
                </a:lnTo>
                <a:lnTo>
                  <a:pt x="4117" y="21505"/>
                </a:lnTo>
                <a:lnTo>
                  <a:pt x="3661" y="21600"/>
                </a:lnTo>
                <a:lnTo>
                  <a:pt x="2973" y="21509"/>
                </a:lnTo>
                <a:lnTo>
                  <a:pt x="2395" y="21490"/>
                </a:lnTo>
                <a:lnTo>
                  <a:pt x="1808" y="21467"/>
                </a:lnTo>
                <a:lnTo>
                  <a:pt x="1219" y="20756"/>
                </a:lnTo>
                <a:lnTo>
                  <a:pt x="854" y="20071"/>
                </a:lnTo>
                <a:lnTo>
                  <a:pt x="560" y="19006"/>
                </a:lnTo>
                <a:lnTo>
                  <a:pt x="184" y="17158"/>
                </a:lnTo>
                <a:lnTo>
                  <a:pt x="44" y="14044"/>
                </a:lnTo>
                <a:lnTo>
                  <a:pt x="0" y="11367"/>
                </a:lnTo>
                <a:lnTo>
                  <a:pt x="52" y="8944"/>
                </a:lnTo>
                <a:lnTo>
                  <a:pt x="202" y="6586"/>
                </a:lnTo>
                <a:lnTo>
                  <a:pt x="453" y="4103"/>
                </a:lnTo>
                <a:lnTo>
                  <a:pt x="807" y="1308"/>
                </a:lnTo>
                <a:close/>
              </a:path>
            </a:pathLst>
          </a:custGeom>
          <a:solidFill>
            <a:srgbClr val="C9E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3" name="contour_05891"/>
          <p:cNvSpPr/>
          <p:nvPr/>
        </p:nvSpPr>
        <p:spPr>
          <a:xfrm>
            <a:off x="2342532" y="3141124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548" y="0"/>
                </a:lnTo>
                <a:lnTo>
                  <a:pt x="17984" y="0"/>
                </a:lnTo>
                <a:lnTo>
                  <a:pt x="19440" y="0"/>
                </a:lnTo>
                <a:lnTo>
                  <a:pt x="19604" y="1480"/>
                </a:lnTo>
                <a:lnTo>
                  <a:pt x="19768" y="2961"/>
                </a:lnTo>
                <a:lnTo>
                  <a:pt x="19935" y="4443"/>
                </a:lnTo>
                <a:lnTo>
                  <a:pt x="20099" y="5927"/>
                </a:lnTo>
                <a:lnTo>
                  <a:pt x="20263" y="7413"/>
                </a:lnTo>
                <a:lnTo>
                  <a:pt x="20429" y="8901"/>
                </a:lnTo>
                <a:lnTo>
                  <a:pt x="20596" y="10394"/>
                </a:lnTo>
                <a:lnTo>
                  <a:pt x="20762" y="11889"/>
                </a:lnTo>
                <a:lnTo>
                  <a:pt x="20928" y="13388"/>
                </a:lnTo>
                <a:lnTo>
                  <a:pt x="21095" y="14893"/>
                </a:lnTo>
                <a:lnTo>
                  <a:pt x="21263" y="16403"/>
                </a:lnTo>
                <a:lnTo>
                  <a:pt x="21432" y="17917"/>
                </a:lnTo>
                <a:lnTo>
                  <a:pt x="21600" y="19440"/>
                </a:lnTo>
                <a:lnTo>
                  <a:pt x="20263" y="19708"/>
                </a:lnTo>
                <a:lnTo>
                  <a:pt x="18926" y="19976"/>
                </a:lnTo>
                <a:lnTo>
                  <a:pt x="17585" y="20244"/>
                </a:lnTo>
                <a:lnTo>
                  <a:pt x="16241" y="20511"/>
                </a:lnTo>
                <a:lnTo>
                  <a:pt x="14891" y="20781"/>
                </a:lnTo>
                <a:lnTo>
                  <a:pt x="13535" y="21054"/>
                </a:lnTo>
                <a:lnTo>
                  <a:pt x="12172" y="21326"/>
                </a:lnTo>
                <a:lnTo>
                  <a:pt x="10800" y="21600"/>
                </a:lnTo>
                <a:lnTo>
                  <a:pt x="10742" y="21015"/>
                </a:lnTo>
                <a:lnTo>
                  <a:pt x="10666" y="20256"/>
                </a:lnTo>
                <a:lnTo>
                  <a:pt x="10521" y="18820"/>
                </a:lnTo>
                <a:lnTo>
                  <a:pt x="10260" y="16200"/>
                </a:lnTo>
                <a:lnTo>
                  <a:pt x="9917" y="14431"/>
                </a:lnTo>
                <a:lnTo>
                  <a:pt x="9634" y="13278"/>
                </a:lnTo>
                <a:lnTo>
                  <a:pt x="9258" y="12236"/>
                </a:lnTo>
                <a:lnTo>
                  <a:pt x="8640" y="10800"/>
                </a:lnTo>
                <a:lnTo>
                  <a:pt x="7126" y="10377"/>
                </a:lnTo>
                <a:lnTo>
                  <a:pt x="5739" y="10184"/>
                </a:lnTo>
                <a:lnTo>
                  <a:pt x="4406" y="10176"/>
                </a:lnTo>
                <a:lnTo>
                  <a:pt x="3054" y="10308"/>
                </a:lnTo>
                <a:lnTo>
                  <a:pt x="1609" y="10530"/>
                </a:lnTo>
                <a:lnTo>
                  <a:pt x="0" y="10800"/>
                </a:lnTo>
                <a:lnTo>
                  <a:pt x="451" y="9513"/>
                </a:lnTo>
                <a:lnTo>
                  <a:pt x="827" y="8634"/>
                </a:lnTo>
                <a:lnTo>
                  <a:pt x="1328" y="7757"/>
                </a:lnTo>
                <a:lnTo>
                  <a:pt x="2160" y="6480"/>
                </a:lnTo>
                <a:lnTo>
                  <a:pt x="3648" y="6372"/>
                </a:lnTo>
                <a:lnTo>
                  <a:pt x="4709" y="6350"/>
                </a:lnTo>
                <a:lnTo>
                  <a:pt x="5843" y="6428"/>
                </a:lnTo>
                <a:lnTo>
                  <a:pt x="7560" y="6614"/>
                </a:lnTo>
                <a:lnTo>
                  <a:pt x="9301" y="6694"/>
                </a:lnTo>
                <a:lnTo>
                  <a:pt x="10444" y="6705"/>
                </a:lnTo>
                <a:lnTo>
                  <a:pt x="11493" y="6640"/>
                </a:lnTo>
                <a:lnTo>
                  <a:pt x="12960" y="6480"/>
                </a:lnTo>
                <a:lnTo>
                  <a:pt x="13690" y="4873"/>
                </a:lnTo>
                <a:lnTo>
                  <a:pt x="14167" y="3732"/>
                </a:lnTo>
                <a:lnTo>
                  <a:pt x="14496" y="2748"/>
                </a:lnTo>
                <a:lnTo>
                  <a:pt x="14779" y="1607"/>
                </a:lnTo>
                <a:lnTo>
                  <a:pt x="15120" y="0"/>
                </a:lnTo>
                <a:close/>
              </a:path>
            </a:pathLst>
          </a:custGeom>
          <a:solidFill>
            <a:srgbClr val="A89B9C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4" name="contour_05892"/>
          <p:cNvSpPr/>
          <p:nvPr/>
        </p:nvSpPr>
        <p:spPr>
          <a:xfrm>
            <a:off x="5680432" y="3133836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285" y="0"/>
                </a:lnTo>
                <a:lnTo>
                  <a:pt x="17080" y="0"/>
                </a:lnTo>
                <a:lnTo>
                  <a:pt x="18900" y="0"/>
                </a:lnTo>
                <a:lnTo>
                  <a:pt x="19197" y="1426"/>
                </a:lnTo>
                <a:lnTo>
                  <a:pt x="19494" y="2853"/>
                </a:lnTo>
                <a:lnTo>
                  <a:pt x="19791" y="4281"/>
                </a:lnTo>
                <a:lnTo>
                  <a:pt x="20091" y="5713"/>
                </a:lnTo>
                <a:lnTo>
                  <a:pt x="20390" y="7150"/>
                </a:lnTo>
                <a:lnTo>
                  <a:pt x="20690" y="8592"/>
                </a:lnTo>
                <a:lnTo>
                  <a:pt x="20992" y="10040"/>
                </a:lnTo>
                <a:lnTo>
                  <a:pt x="21295" y="11496"/>
                </a:lnTo>
                <a:lnTo>
                  <a:pt x="21600" y="12960"/>
                </a:lnTo>
                <a:lnTo>
                  <a:pt x="19691" y="12960"/>
                </a:lnTo>
                <a:lnTo>
                  <a:pt x="17780" y="12960"/>
                </a:lnTo>
                <a:lnTo>
                  <a:pt x="15862" y="12960"/>
                </a:lnTo>
                <a:lnTo>
                  <a:pt x="13937" y="12960"/>
                </a:lnTo>
                <a:lnTo>
                  <a:pt x="12004" y="12960"/>
                </a:lnTo>
                <a:lnTo>
                  <a:pt x="10060" y="12960"/>
                </a:lnTo>
                <a:lnTo>
                  <a:pt x="8100" y="12960"/>
                </a:lnTo>
                <a:lnTo>
                  <a:pt x="8100" y="14388"/>
                </a:lnTo>
                <a:lnTo>
                  <a:pt x="8100" y="15824"/>
                </a:lnTo>
                <a:lnTo>
                  <a:pt x="8100" y="17280"/>
                </a:lnTo>
                <a:lnTo>
                  <a:pt x="9874" y="17926"/>
                </a:lnTo>
                <a:lnTo>
                  <a:pt x="11275" y="18276"/>
                </a:lnTo>
                <a:lnTo>
                  <a:pt x="13500" y="18630"/>
                </a:lnTo>
                <a:lnTo>
                  <a:pt x="15285" y="18898"/>
                </a:lnTo>
                <a:lnTo>
                  <a:pt x="17080" y="19168"/>
                </a:lnTo>
                <a:lnTo>
                  <a:pt x="18900" y="19440"/>
                </a:lnTo>
                <a:lnTo>
                  <a:pt x="17229" y="19708"/>
                </a:lnTo>
                <a:lnTo>
                  <a:pt x="15557" y="19976"/>
                </a:lnTo>
                <a:lnTo>
                  <a:pt x="13881" y="20244"/>
                </a:lnTo>
                <a:lnTo>
                  <a:pt x="12201" y="20511"/>
                </a:lnTo>
                <a:lnTo>
                  <a:pt x="10514" y="20781"/>
                </a:lnTo>
                <a:lnTo>
                  <a:pt x="8818" y="21054"/>
                </a:lnTo>
                <a:lnTo>
                  <a:pt x="7114" y="21326"/>
                </a:lnTo>
                <a:lnTo>
                  <a:pt x="5400" y="21600"/>
                </a:lnTo>
                <a:lnTo>
                  <a:pt x="4955" y="20174"/>
                </a:lnTo>
                <a:lnTo>
                  <a:pt x="4509" y="18749"/>
                </a:lnTo>
                <a:lnTo>
                  <a:pt x="4063" y="17321"/>
                </a:lnTo>
                <a:lnTo>
                  <a:pt x="3615" y="15891"/>
                </a:lnTo>
                <a:lnTo>
                  <a:pt x="3170" y="14459"/>
                </a:lnTo>
                <a:lnTo>
                  <a:pt x="2722" y="13025"/>
                </a:lnTo>
                <a:lnTo>
                  <a:pt x="2271" y="11586"/>
                </a:lnTo>
                <a:lnTo>
                  <a:pt x="1820" y="10143"/>
                </a:lnTo>
                <a:lnTo>
                  <a:pt x="1369" y="8696"/>
                </a:lnTo>
                <a:lnTo>
                  <a:pt x="913" y="7245"/>
                </a:lnTo>
                <a:lnTo>
                  <a:pt x="459" y="5784"/>
                </a:lnTo>
                <a:lnTo>
                  <a:pt x="0" y="4320"/>
                </a:lnTo>
                <a:lnTo>
                  <a:pt x="3426" y="3415"/>
                </a:lnTo>
                <a:lnTo>
                  <a:pt x="5818" y="2836"/>
                </a:lnTo>
                <a:lnTo>
                  <a:pt x="7490" y="2549"/>
                </a:lnTo>
                <a:lnTo>
                  <a:pt x="8751" y="2521"/>
                </a:lnTo>
                <a:lnTo>
                  <a:pt x="9920" y="2717"/>
                </a:lnTo>
                <a:lnTo>
                  <a:pt x="11308" y="3106"/>
                </a:lnTo>
                <a:lnTo>
                  <a:pt x="12396" y="3709"/>
                </a:lnTo>
                <a:lnTo>
                  <a:pt x="13500" y="4320"/>
                </a:lnTo>
                <a:lnTo>
                  <a:pt x="13500" y="2892"/>
                </a:lnTo>
                <a:lnTo>
                  <a:pt x="13500" y="1456"/>
                </a:lnTo>
                <a:lnTo>
                  <a:pt x="13500" y="0"/>
                </a:lnTo>
                <a:close/>
              </a:path>
            </a:pathLst>
          </a:custGeom>
          <a:solidFill>
            <a:srgbClr val="8D6F70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5" name="contour_05893"/>
          <p:cNvSpPr/>
          <p:nvPr/>
        </p:nvSpPr>
        <p:spPr>
          <a:xfrm>
            <a:off x="10694570" y="3104684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299" y="194"/>
                </a:lnTo>
                <a:lnTo>
                  <a:pt x="4626" y="404"/>
                </a:lnTo>
                <a:lnTo>
                  <a:pt x="5944" y="642"/>
                </a:lnTo>
                <a:lnTo>
                  <a:pt x="7256" y="916"/>
                </a:lnTo>
                <a:lnTo>
                  <a:pt x="8561" y="1231"/>
                </a:lnTo>
                <a:lnTo>
                  <a:pt x="9863" y="1598"/>
                </a:lnTo>
                <a:lnTo>
                  <a:pt x="11159" y="2024"/>
                </a:lnTo>
                <a:lnTo>
                  <a:pt x="12453" y="2518"/>
                </a:lnTo>
                <a:lnTo>
                  <a:pt x="13745" y="3086"/>
                </a:lnTo>
                <a:lnTo>
                  <a:pt x="14409" y="5381"/>
                </a:lnTo>
                <a:lnTo>
                  <a:pt x="14843" y="7011"/>
                </a:lnTo>
                <a:lnTo>
                  <a:pt x="15142" y="8418"/>
                </a:lnTo>
                <a:lnTo>
                  <a:pt x="15399" y="10047"/>
                </a:lnTo>
                <a:lnTo>
                  <a:pt x="15709" y="12343"/>
                </a:lnTo>
                <a:lnTo>
                  <a:pt x="17229" y="13386"/>
                </a:lnTo>
                <a:lnTo>
                  <a:pt x="18295" y="14068"/>
                </a:lnTo>
                <a:lnTo>
                  <a:pt x="19191" y="14537"/>
                </a:lnTo>
                <a:lnTo>
                  <a:pt x="20198" y="14941"/>
                </a:lnTo>
                <a:lnTo>
                  <a:pt x="21600" y="15429"/>
                </a:lnTo>
                <a:lnTo>
                  <a:pt x="21298" y="17302"/>
                </a:lnTo>
                <a:lnTo>
                  <a:pt x="20991" y="18567"/>
                </a:lnTo>
                <a:lnTo>
                  <a:pt x="20500" y="19807"/>
                </a:lnTo>
                <a:lnTo>
                  <a:pt x="19636" y="21600"/>
                </a:lnTo>
                <a:lnTo>
                  <a:pt x="18254" y="21548"/>
                </a:lnTo>
                <a:lnTo>
                  <a:pt x="16923" y="21443"/>
                </a:lnTo>
                <a:lnTo>
                  <a:pt x="15621" y="21282"/>
                </a:lnTo>
                <a:lnTo>
                  <a:pt x="14325" y="21063"/>
                </a:lnTo>
                <a:lnTo>
                  <a:pt x="13013" y="20785"/>
                </a:lnTo>
                <a:lnTo>
                  <a:pt x="11660" y="20443"/>
                </a:lnTo>
                <a:lnTo>
                  <a:pt x="10545" y="20181"/>
                </a:lnTo>
                <a:lnTo>
                  <a:pt x="9416" y="19912"/>
                </a:lnTo>
                <a:lnTo>
                  <a:pt x="8043" y="19576"/>
                </a:lnTo>
                <a:lnTo>
                  <a:pt x="6670" y="19230"/>
                </a:lnTo>
                <a:lnTo>
                  <a:pt x="5298" y="18875"/>
                </a:lnTo>
                <a:lnTo>
                  <a:pt x="3927" y="18514"/>
                </a:lnTo>
                <a:lnTo>
                  <a:pt x="3927" y="16475"/>
                </a:lnTo>
                <a:lnTo>
                  <a:pt x="3927" y="14423"/>
                </a:lnTo>
                <a:lnTo>
                  <a:pt x="3927" y="12343"/>
                </a:lnTo>
                <a:lnTo>
                  <a:pt x="2629" y="12343"/>
                </a:lnTo>
                <a:lnTo>
                  <a:pt x="1323" y="12343"/>
                </a:lnTo>
                <a:lnTo>
                  <a:pt x="0" y="12343"/>
                </a:lnTo>
                <a:lnTo>
                  <a:pt x="324" y="10306"/>
                </a:lnTo>
                <a:lnTo>
                  <a:pt x="648" y="8267"/>
                </a:lnTo>
                <a:lnTo>
                  <a:pt x="974" y="6218"/>
                </a:lnTo>
                <a:lnTo>
                  <a:pt x="1302" y="4160"/>
                </a:lnTo>
                <a:lnTo>
                  <a:pt x="1632" y="2089"/>
                </a:lnTo>
                <a:lnTo>
                  <a:pt x="1964" y="0"/>
                </a:lnTo>
                <a:close/>
              </a:path>
            </a:pathLst>
          </a:custGeom>
          <a:solidFill>
            <a:srgbClr val="BFD3DC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6" name="contour_05894"/>
          <p:cNvSpPr/>
          <p:nvPr/>
        </p:nvSpPr>
        <p:spPr>
          <a:xfrm>
            <a:off x="4520854" y="3060956"/>
            <a:ext cx="67749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92" y="0"/>
                </a:moveTo>
                <a:lnTo>
                  <a:pt x="15496" y="703"/>
                </a:lnTo>
                <a:lnTo>
                  <a:pt x="16737" y="1404"/>
                </a:lnTo>
                <a:lnTo>
                  <a:pt x="17889" y="2128"/>
                </a:lnTo>
                <a:lnTo>
                  <a:pt x="18935" y="2894"/>
                </a:lnTo>
                <a:lnTo>
                  <a:pt x="19848" y="3722"/>
                </a:lnTo>
                <a:lnTo>
                  <a:pt x="20612" y="4636"/>
                </a:lnTo>
                <a:lnTo>
                  <a:pt x="21203" y="5653"/>
                </a:lnTo>
                <a:lnTo>
                  <a:pt x="21600" y="6796"/>
                </a:lnTo>
                <a:lnTo>
                  <a:pt x="21382" y="7977"/>
                </a:lnTo>
                <a:lnTo>
                  <a:pt x="21082" y="8971"/>
                </a:lnTo>
                <a:lnTo>
                  <a:pt x="20615" y="9856"/>
                </a:lnTo>
                <a:lnTo>
                  <a:pt x="19897" y="10715"/>
                </a:lnTo>
                <a:lnTo>
                  <a:pt x="18840" y="11631"/>
                </a:lnTo>
                <a:lnTo>
                  <a:pt x="17273" y="11804"/>
                </a:lnTo>
                <a:lnTo>
                  <a:pt x="15724" y="11918"/>
                </a:lnTo>
                <a:lnTo>
                  <a:pt x="14183" y="11983"/>
                </a:lnTo>
                <a:lnTo>
                  <a:pt x="12647" y="12003"/>
                </a:lnTo>
                <a:lnTo>
                  <a:pt x="11111" y="11985"/>
                </a:lnTo>
                <a:lnTo>
                  <a:pt x="9573" y="11932"/>
                </a:lnTo>
                <a:lnTo>
                  <a:pt x="8028" y="11852"/>
                </a:lnTo>
                <a:lnTo>
                  <a:pt x="6471" y="11749"/>
                </a:lnTo>
                <a:lnTo>
                  <a:pt x="4898" y="11631"/>
                </a:lnTo>
                <a:lnTo>
                  <a:pt x="4794" y="12839"/>
                </a:lnTo>
                <a:lnTo>
                  <a:pt x="4740" y="13703"/>
                </a:lnTo>
                <a:lnTo>
                  <a:pt x="4740" y="14460"/>
                </a:lnTo>
                <a:lnTo>
                  <a:pt x="4794" y="15351"/>
                </a:lnTo>
                <a:lnTo>
                  <a:pt x="4898" y="16615"/>
                </a:lnTo>
                <a:lnTo>
                  <a:pt x="6627" y="17077"/>
                </a:lnTo>
                <a:lnTo>
                  <a:pt x="7854" y="17395"/>
                </a:lnTo>
                <a:lnTo>
                  <a:pt x="8913" y="17647"/>
                </a:lnTo>
                <a:lnTo>
                  <a:pt x="10140" y="17915"/>
                </a:lnTo>
                <a:lnTo>
                  <a:pt x="11869" y="18277"/>
                </a:lnTo>
                <a:lnTo>
                  <a:pt x="11869" y="19375"/>
                </a:lnTo>
                <a:lnTo>
                  <a:pt x="11869" y="20480"/>
                </a:lnTo>
                <a:lnTo>
                  <a:pt x="11869" y="21600"/>
                </a:lnTo>
                <a:lnTo>
                  <a:pt x="10333" y="21600"/>
                </a:lnTo>
                <a:lnTo>
                  <a:pt x="8788" y="21600"/>
                </a:lnTo>
                <a:lnTo>
                  <a:pt x="7222" y="21600"/>
                </a:lnTo>
                <a:lnTo>
                  <a:pt x="7222" y="20502"/>
                </a:lnTo>
                <a:lnTo>
                  <a:pt x="7222" y="19397"/>
                </a:lnTo>
                <a:lnTo>
                  <a:pt x="7222" y="18277"/>
                </a:lnTo>
                <a:lnTo>
                  <a:pt x="5686" y="18277"/>
                </a:lnTo>
                <a:lnTo>
                  <a:pt x="4141" y="18277"/>
                </a:lnTo>
                <a:lnTo>
                  <a:pt x="2575" y="18277"/>
                </a:lnTo>
                <a:lnTo>
                  <a:pt x="1703" y="15947"/>
                </a:lnTo>
                <a:lnTo>
                  <a:pt x="1018" y="14063"/>
                </a:lnTo>
                <a:lnTo>
                  <a:pt x="511" y="12553"/>
                </a:lnTo>
                <a:lnTo>
                  <a:pt x="177" y="11345"/>
                </a:lnTo>
                <a:lnTo>
                  <a:pt x="9" y="10371"/>
                </a:lnTo>
                <a:lnTo>
                  <a:pt x="0" y="9560"/>
                </a:lnTo>
                <a:lnTo>
                  <a:pt x="142" y="8843"/>
                </a:lnTo>
                <a:lnTo>
                  <a:pt x="428" y="8147"/>
                </a:lnTo>
                <a:lnTo>
                  <a:pt x="850" y="7400"/>
                </a:lnTo>
                <a:lnTo>
                  <a:pt x="1403" y="6536"/>
                </a:lnTo>
                <a:lnTo>
                  <a:pt x="2691" y="5599"/>
                </a:lnTo>
                <a:lnTo>
                  <a:pt x="3899" y="4845"/>
                </a:lnTo>
                <a:lnTo>
                  <a:pt x="5096" y="4250"/>
                </a:lnTo>
                <a:lnTo>
                  <a:pt x="6348" y="3792"/>
                </a:lnTo>
                <a:lnTo>
                  <a:pt x="7728" y="3449"/>
                </a:lnTo>
                <a:lnTo>
                  <a:pt x="9304" y="3195"/>
                </a:lnTo>
                <a:lnTo>
                  <a:pt x="11144" y="3011"/>
                </a:lnTo>
                <a:lnTo>
                  <a:pt x="12657" y="3165"/>
                </a:lnTo>
                <a:lnTo>
                  <a:pt x="14192" y="3323"/>
                </a:lnTo>
                <a:lnTo>
                  <a:pt x="14192" y="2225"/>
                </a:lnTo>
                <a:lnTo>
                  <a:pt x="14192" y="1120"/>
                </a:lnTo>
                <a:lnTo>
                  <a:pt x="14192" y="0"/>
                </a:lnTo>
                <a:close/>
              </a:path>
            </a:pathLst>
          </a:custGeom>
          <a:solidFill>
            <a:srgbClr val="9896B0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7" name="contour_05895"/>
          <p:cNvSpPr/>
          <p:nvPr/>
        </p:nvSpPr>
        <p:spPr>
          <a:xfrm>
            <a:off x="8318685" y="2995904"/>
            <a:ext cx="65592" cy="492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45" y="2037"/>
                </a:moveTo>
                <a:lnTo>
                  <a:pt x="19754" y="2267"/>
                </a:lnTo>
                <a:lnTo>
                  <a:pt x="21600" y="2961"/>
                </a:lnTo>
                <a:lnTo>
                  <a:pt x="21168" y="6373"/>
                </a:lnTo>
                <a:lnTo>
                  <a:pt x="20798" y="9075"/>
                </a:lnTo>
                <a:lnTo>
                  <a:pt x="20446" y="11214"/>
                </a:lnTo>
                <a:lnTo>
                  <a:pt x="20066" y="12922"/>
                </a:lnTo>
                <a:lnTo>
                  <a:pt x="19613" y="14345"/>
                </a:lnTo>
                <a:lnTo>
                  <a:pt x="19046" y="15617"/>
                </a:lnTo>
                <a:lnTo>
                  <a:pt x="18317" y="16883"/>
                </a:lnTo>
                <a:lnTo>
                  <a:pt x="17383" y="18281"/>
                </a:lnTo>
                <a:lnTo>
                  <a:pt x="16200" y="19950"/>
                </a:lnTo>
                <a:lnTo>
                  <a:pt x="14472" y="20733"/>
                </a:lnTo>
                <a:lnTo>
                  <a:pt x="12818" y="21255"/>
                </a:lnTo>
                <a:lnTo>
                  <a:pt x="11220" y="21533"/>
                </a:lnTo>
                <a:lnTo>
                  <a:pt x="9660" y="21600"/>
                </a:lnTo>
                <a:lnTo>
                  <a:pt x="8117" y="21478"/>
                </a:lnTo>
                <a:lnTo>
                  <a:pt x="6571" y="21194"/>
                </a:lnTo>
                <a:lnTo>
                  <a:pt x="5006" y="20772"/>
                </a:lnTo>
                <a:lnTo>
                  <a:pt x="3401" y="20241"/>
                </a:lnTo>
                <a:lnTo>
                  <a:pt x="1740" y="19624"/>
                </a:lnTo>
                <a:lnTo>
                  <a:pt x="0" y="18949"/>
                </a:lnTo>
                <a:lnTo>
                  <a:pt x="1430" y="14786"/>
                </a:lnTo>
                <a:lnTo>
                  <a:pt x="2683" y="11227"/>
                </a:lnTo>
                <a:lnTo>
                  <a:pt x="3802" y="8234"/>
                </a:lnTo>
                <a:lnTo>
                  <a:pt x="4826" y="5769"/>
                </a:lnTo>
                <a:lnTo>
                  <a:pt x="5798" y="3796"/>
                </a:lnTo>
                <a:lnTo>
                  <a:pt x="6763" y="2274"/>
                </a:lnTo>
                <a:lnTo>
                  <a:pt x="7757" y="1174"/>
                </a:lnTo>
                <a:lnTo>
                  <a:pt x="8827" y="451"/>
                </a:lnTo>
                <a:lnTo>
                  <a:pt x="10013" y="70"/>
                </a:lnTo>
                <a:lnTo>
                  <a:pt x="11357" y="0"/>
                </a:lnTo>
                <a:lnTo>
                  <a:pt x="12900" y="198"/>
                </a:lnTo>
                <a:lnTo>
                  <a:pt x="14683" y="627"/>
                </a:lnTo>
                <a:lnTo>
                  <a:pt x="16752" y="1253"/>
                </a:lnTo>
                <a:lnTo>
                  <a:pt x="19145" y="2037"/>
                </a:lnTo>
                <a:close/>
              </a:path>
            </a:pathLst>
          </a:custGeom>
          <a:solidFill>
            <a:srgbClr val="CDD8E1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8" name="contour_05896"/>
          <p:cNvSpPr/>
          <p:nvPr/>
        </p:nvSpPr>
        <p:spPr>
          <a:xfrm>
            <a:off x="5396200" y="3015807"/>
            <a:ext cx="58144" cy="609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03"/>
                </a:moveTo>
                <a:lnTo>
                  <a:pt x="1557" y="423"/>
                </a:lnTo>
                <a:lnTo>
                  <a:pt x="3114" y="354"/>
                </a:lnTo>
                <a:lnTo>
                  <a:pt x="4670" y="289"/>
                </a:lnTo>
                <a:lnTo>
                  <a:pt x="6227" y="232"/>
                </a:lnTo>
                <a:lnTo>
                  <a:pt x="7784" y="181"/>
                </a:lnTo>
                <a:lnTo>
                  <a:pt x="9230" y="121"/>
                </a:lnTo>
                <a:lnTo>
                  <a:pt x="10686" y="62"/>
                </a:lnTo>
                <a:lnTo>
                  <a:pt x="12162" y="0"/>
                </a:lnTo>
                <a:lnTo>
                  <a:pt x="14182" y="263"/>
                </a:lnTo>
                <a:lnTo>
                  <a:pt x="15573" y="529"/>
                </a:lnTo>
                <a:lnTo>
                  <a:pt x="16697" y="924"/>
                </a:lnTo>
                <a:lnTo>
                  <a:pt x="17902" y="1572"/>
                </a:lnTo>
                <a:lnTo>
                  <a:pt x="19545" y="2599"/>
                </a:lnTo>
                <a:lnTo>
                  <a:pt x="20766" y="4432"/>
                </a:lnTo>
                <a:lnTo>
                  <a:pt x="21386" y="5769"/>
                </a:lnTo>
                <a:lnTo>
                  <a:pt x="21600" y="7261"/>
                </a:lnTo>
                <a:lnTo>
                  <a:pt x="21597" y="9558"/>
                </a:lnTo>
                <a:lnTo>
                  <a:pt x="21457" y="10173"/>
                </a:lnTo>
                <a:lnTo>
                  <a:pt x="21210" y="11254"/>
                </a:lnTo>
                <a:lnTo>
                  <a:pt x="20644" y="13732"/>
                </a:lnTo>
                <a:lnTo>
                  <a:pt x="20344" y="15126"/>
                </a:lnTo>
                <a:lnTo>
                  <a:pt x="20041" y="16528"/>
                </a:lnTo>
                <a:lnTo>
                  <a:pt x="19735" y="17948"/>
                </a:lnTo>
                <a:lnTo>
                  <a:pt x="19347" y="19540"/>
                </a:lnTo>
                <a:lnTo>
                  <a:pt x="18952" y="21153"/>
                </a:lnTo>
                <a:lnTo>
                  <a:pt x="16995" y="21329"/>
                </a:lnTo>
                <a:lnTo>
                  <a:pt x="15059" y="21474"/>
                </a:lnTo>
                <a:lnTo>
                  <a:pt x="13134" y="21569"/>
                </a:lnTo>
                <a:lnTo>
                  <a:pt x="11214" y="21600"/>
                </a:lnTo>
                <a:lnTo>
                  <a:pt x="9292" y="21551"/>
                </a:lnTo>
                <a:lnTo>
                  <a:pt x="7362" y="21409"/>
                </a:lnTo>
                <a:lnTo>
                  <a:pt x="5415" y="21153"/>
                </a:lnTo>
                <a:lnTo>
                  <a:pt x="4337" y="19233"/>
                </a:lnTo>
                <a:lnTo>
                  <a:pt x="3658" y="17870"/>
                </a:lnTo>
                <a:lnTo>
                  <a:pt x="3246" y="16693"/>
                </a:lnTo>
                <a:lnTo>
                  <a:pt x="2973" y="15330"/>
                </a:lnTo>
                <a:lnTo>
                  <a:pt x="2707" y="13410"/>
                </a:lnTo>
                <a:lnTo>
                  <a:pt x="4497" y="13410"/>
                </a:lnTo>
                <a:lnTo>
                  <a:pt x="6298" y="13410"/>
                </a:lnTo>
                <a:lnTo>
                  <a:pt x="8122" y="13410"/>
                </a:lnTo>
                <a:lnTo>
                  <a:pt x="8122" y="11876"/>
                </a:lnTo>
                <a:lnTo>
                  <a:pt x="8122" y="10338"/>
                </a:lnTo>
                <a:lnTo>
                  <a:pt x="8122" y="8794"/>
                </a:lnTo>
                <a:lnTo>
                  <a:pt x="8122" y="7238"/>
                </a:lnTo>
                <a:lnTo>
                  <a:pt x="8122" y="5666"/>
                </a:lnTo>
                <a:lnTo>
                  <a:pt x="6514" y="5666"/>
                </a:lnTo>
                <a:lnTo>
                  <a:pt x="4900" y="5666"/>
                </a:lnTo>
                <a:lnTo>
                  <a:pt x="3281" y="5666"/>
                </a:lnTo>
                <a:lnTo>
                  <a:pt x="1649" y="5666"/>
                </a:lnTo>
                <a:lnTo>
                  <a:pt x="0" y="5666"/>
                </a:lnTo>
                <a:lnTo>
                  <a:pt x="0" y="3960"/>
                </a:lnTo>
                <a:lnTo>
                  <a:pt x="0" y="2243"/>
                </a:lnTo>
                <a:lnTo>
                  <a:pt x="0" y="503"/>
                </a:lnTo>
                <a:close/>
              </a:path>
            </a:pathLst>
          </a:custGeom>
          <a:solidFill>
            <a:srgbClr val="85393D"/>
          </a:solidFill>
          <a:ln>
            <a:noFill/>
          </a:ln>
        </p:spPr>
        <p:txBody>
          <a:bodyPr/>
          <a:lstStyle/>
          <a:p/>
        </p:txBody>
      </p:sp>
      <p:sp>
        <p:nvSpPr>
          <p:cNvPr id="5899" name="contour_05897"/>
          <p:cNvSpPr/>
          <p:nvPr/>
        </p:nvSpPr>
        <p:spPr>
          <a:xfrm>
            <a:off x="1161877" y="3009226"/>
            <a:ext cx="50484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71" y="0"/>
                </a:moveTo>
                <a:lnTo>
                  <a:pt x="11157" y="53"/>
                </a:lnTo>
                <a:lnTo>
                  <a:pt x="13044" y="107"/>
                </a:lnTo>
                <a:lnTo>
                  <a:pt x="14933" y="157"/>
                </a:lnTo>
                <a:lnTo>
                  <a:pt x="16820" y="211"/>
                </a:lnTo>
                <a:lnTo>
                  <a:pt x="18709" y="261"/>
                </a:lnTo>
                <a:lnTo>
                  <a:pt x="19071" y="1792"/>
                </a:lnTo>
                <a:lnTo>
                  <a:pt x="19427" y="3326"/>
                </a:lnTo>
                <a:lnTo>
                  <a:pt x="19776" y="4860"/>
                </a:lnTo>
                <a:lnTo>
                  <a:pt x="20122" y="6394"/>
                </a:lnTo>
                <a:lnTo>
                  <a:pt x="20465" y="7930"/>
                </a:lnTo>
                <a:lnTo>
                  <a:pt x="20789" y="9354"/>
                </a:lnTo>
                <a:lnTo>
                  <a:pt x="21117" y="10789"/>
                </a:lnTo>
                <a:lnTo>
                  <a:pt x="21450" y="12243"/>
                </a:lnTo>
                <a:lnTo>
                  <a:pt x="21594" y="13963"/>
                </a:lnTo>
                <a:lnTo>
                  <a:pt x="21600" y="15273"/>
                </a:lnTo>
                <a:lnTo>
                  <a:pt x="21391" y="16431"/>
                </a:lnTo>
                <a:lnTo>
                  <a:pt x="20889" y="17698"/>
                </a:lnTo>
                <a:lnTo>
                  <a:pt x="20019" y="19335"/>
                </a:lnTo>
                <a:lnTo>
                  <a:pt x="18709" y="21600"/>
                </a:lnTo>
                <a:lnTo>
                  <a:pt x="16651" y="21013"/>
                </a:lnTo>
                <a:lnTo>
                  <a:pt x="14590" y="20426"/>
                </a:lnTo>
                <a:lnTo>
                  <a:pt x="12526" y="19840"/>
                </a:lnTo>
                <a:lnTo>
                  <a:pt x="10459" y="19250"/>
                </a:lnTo>
                <a:lnTo>
                  <a:pt x="8385" y="18658"/>
                </a:lnTo>
                <a:lnTo>
                  <a:pt x="6305" y="18063"/>
                </a:lnTo>
                <a:lnTo>
                  <a:pt x="4213" y="17468"/>
                </a:lnTo>
                <a:lnTo>
                  <a:pt x="2114" y="16868"/>
                </a:lnTo>
                <a:lnTo>
                  <a:pt x="0" y="16265"/>
                </a:lnTo>
                <a:lnTo>
                  <a:pt x="901" y="11998"/>
                </a:lnTo>
                <a:lnTo>
                  <a:pt x="1659" y="8575"/>
                </a:lnTo>
                <a:lnTo>
                  <a:pt x="2332" y="5903"/>
                </a:lnTo>
                <a:lnTo>
                  <a:pt x="2972" y="3884"/>
                </a:lnTo>
                <a:lnTo>
                  <a:pt x="3636" y="2419"/>
                </a:lnTo>
                <a:lnTo>
                  <a:pt x="4381" y="1411"/>
                </a:lnTo>
                <a:lnTo>
                  <a:pt x="5260" y="763"/>
                </a:lnTo>
                <a:lnTo>
                  <a:pt x="6333" y="376"/>
                </a:lnTo>
                <a:lnTo>
                  <a:pt x="7649" y="155"/>
                </a:lnTo>
                <a:lnTo>
                  <a:pt x="9271" y="0"/>
                </a:lnTo>
                <a:close/>
              </a:path>
            </a:pathLst>
          </a:custGeom>
          <a:solidFill>
            <a:srgbClr val="9281B5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0" name="contour_05898"/>
          <p:cNvSpPr/>
          <p:nvPr/>
        </p:nvSpPr>
        <p:spPr>
          <a:xfrm>
            <a:off x="8092757" y="2907909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01" y="0"/>
                </a:lnTo>
                <a:lnTo>
                  <a:pt x="3199" y="0"/>
                </a:lnTo>
                <a:lnTo>
                  <a:pt x="4800" y="0"/>
                </a:lnTo>
                <a:lnTo>
                  <a:pt x="6401" y="0"/>
                </a:lnTo>
                <a:lnTo>
                  <a:pt x="7999" y="0"/>
                </a:lnTo>
                <a:lnTo>
                  <a:pt x="9600" y="0"/>
                </a:lnTo>
                <a:lnTo>
                  <a:pt x="11201" y="0"/>
                </a:lnTo>
                <a:lnTo>
                  <a:pt x="12799" y="0"/>
                </a:lnTo>
                <a:lnTo>
                  <a:pt x="14400" y="0"/>
                </a:lnTo>
                <a:lnTo>
                  <a:pt x="15110" y="1363"/>
                </a:lnTo>
                <a:lnTo>
                  <a:pt x="15598" y="2376"/>
                </a:lnTo>
                <a:lnTo>
                  <a:pt x="15984" y="3346"/>
                </a:lnTo>
                <a:lnTo>
                  <a:pt x="16394" y="4579"/>
                </a:lnTo>
                <a:lnTo>
                  <a:pt x="16949" y="6382"/>
                </a:lnTo>
                <a:lnTo>
                  <a:pt x="17342" y="7631"/>
                </a:lnTo>
                <a:lnTo>
                  <a:pt x="17738" y="8889"/>
                </a:lnTo>
                <a:lnTo>
                  <a:pt x="18142" y="10164"/>
                </a:lnTo>
                <a:lnTo>
                  <a:pt x="18295" y="10690"/>
                </a:lnTo>
                <a:lnTo>
                  <a:pt x="18571" y="11619"/>
                </a:lnTo>
                <a:lnTo>
                  <a:pt x="19200" y="13745"/>
                </a:lnTo>
                <a:lnTo>
                  <a:pt x="19406" y="14407"/>
                </a:lnTo>
                <a:lnTo>
                  <a:pt x="20035" y="16406"/>
                </a:lnTo>
                <a:lnTo>
                  <a:pt x="20436" y="17702"/>
                </a:lnTo>
                <a:lnTo>
                  <a:pt x="20830" y="19000"/>
                </a:lnTo>
                <a:lnTo>
                  <a:pt x="21216" y="20300"/>
                </a:lnTo>
                <a:lnTo>
                  <a:pt x="21600" y="21600"/>
                </a:lnTo>
                <a:lnTo>
                  <a:pt x="19927" y="21284"/>
                </a:lnTo>
                <a:lnTo>
                  <a:pt x="18276" y="20956"/>
                </a:lnTo>
                <a:lnTo>
                  <a:pt x="16644" y="20606"/>
                </a:lnTo>
                <a:lnTo>
                  <a:pt x="15031" y="20229"/>
                </a:lnTo>
                <a:lnTo>
                  <a:pt x="13435" y="19817"/>
                </a:lnTo>
                <a:lnTo>
                  <a:pt x="11856" y="19363"/>
                </a:lnTo>
                <a:lnTo>
                  <a:pt x="10289" y="18859"/>
                </a:lnTo>
                <a:lnTo>
                  <a:pt x="8738" y="18297"/>
                </a:lnTo>
                <a:lnTo>
                  <a:pt x="7200" y="17673"/>
                </a:lnTo>
                <a:lnTo>
                  <a:pt x="6569" y="16408"/>
                </a:lnTo>
                <a:lnTo>
                  <a:pt x="6211" y="15265"/>
                </a:lnTo>
                <a:lnTo>
                  <a:pt x="6072" y="14146"/>
                </a:lnTo>
                <a:lnTo>
                  <a:pt x="6096" y="12952"/>
                </a:lnTo>
                <a:lnTo>
                  <a:pt x="6226" y="11589"/>
                </a:lnTo>
                <a:lnTo>
                  <a:pt x="6739" y="10710"/>
                </a:lnTo>
                <a:lnTo>
                  <a:pt x="7296" y="10075"/>
                </a:lnTo>
                <a:lnTo>
                  <a:pt x="8174" y="9508"/>
                </a:lnTo>
                <a:lnTo>
                  <a:pt x="9650" y="8827"/>
                </a:lnTo>
                <a:lnTo>
                  <a:pt x="12000" y="7855"/>
                </a:lnTo>
                <a:lnTo>
                  <a:pt x="10303" y="7855"/>
                </a:lnTo>
                <a:lnTo>
                  <a:pt x="8604" y="7855"/>
                </a:lnTo>
                <a:lnTo>
                  <a:pt x="6900" y="7855"/>
                </a:lnTo>
                <a:lnTo>
                  <a:pt x="5189" y="7855"/>
                </a:lnTo>
                <a:lnTo>
                  <a:pt x="3470" y="7855"/>
                </a:lnTo>
                <a:lnTo>
                  <a:pt x="1742" y="7855"/>
                </a:lnTo>
                <a:lnTo>
                  <a:pt x="0" y="7855"/>
                </a:lnTo>
                <a:lnTo>
                  <a:pt x="0" y="6559"/>
                </a:lnTo>
                <a:lnTo>
                  <a:pt x="0" y="5261"/>
                </a:lnTo>
                <a:lnTo>
                  <a:pt x="0" y="3957"/>
                </a:lnTo>
                <a:lnTo>
                  <a:pt x="0" y="2647"/>
                </a:lnTo>
                <a:lnTo>
                  <a:pt x="0" y="1329"/>
                </a:lnTo>
                <a:lnTo>
                  <a:pt x="0" y="0"/>
                </a:lnTo>
                <a:close/>
              </a:path>
            </a:pathLst>
          </a:custGeom>
          <a:solidFill>
            <a:srgbClr val="DCE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1" name="contour_05899"/>
          <p:cNvSpPr/>
          <p:nvPr/>
        </p:nvSpPr>
        <p:spPr>
          <a:xfrm>
            <a:off x="5563824" y="2937061"/>
            <a:ext cx="74163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04" y="0"/>
                </a:moveTo>
                <a:lnTo>
                  <a:pt x="20157" y="0"/>
                </a:lnTo>
                <a:lnTo>
                  <a:pt x="21226" y="0"/>
                </a:lnTo>
                <a:lnTo>
                  <a:pt x="21392" y="1159"/>
                </a:lnTo>
                <a:lnTo>
                  <a:pt x="21511" y="2268"/>
                </a:lnTo>
                <a:lnTo>
                  <a:pt x="21581" y="3331"/>
                </a:lnTo>
                <a:lnTo>
                  <a:pt x="21600" y="4352"/>
                </a:lnTo>
                <a:lnTo>
                  <a:pt x="21564" y="5337"/>
                </a:lnTo>
                <a:lnTo>
                  <a:pt x="21468" y="6288"/>
                </a:lnTo>
                <a:lnTo>
                  <a:pt x="21311" y="7213"/>
                </a:lnTo>
                <a:lnTo>
                  <a:pt x="21091" y="8114"/>
                </a:lnTo>
                <a:lnTo>
                  <a:pt x="20800" y="8997"/>
                </a:lnTo>
                <a:lnTo>
                  <a:pt x="20439" y="9867"/>
                </a:lnTo>
                <a:lnTo>
                  <a:pt x="20004" y="10728"/>
                </a:lnTo>
                <a:lnTo>
                  <a:pt x="19490" y="11585"/>
                </a:lnTo>
                <a:lnTo>
                  <a:pt x="18896" y="12443"/>
                </a:lnTo>
                <a:lnTo>
                  <a:pt x="18217" y="13306"/>
                </a:lnTo>
                <a:lnTo>
                  <a:pt x="17450" y="14178"/>
                </a:lnTo>
                <a:lnTo>
                  <a:pt x="16593" y="15065"/>
                </a:lnTo>
                <a:lnTo>
                  <a:pt x="15642" y="15972"/>
                </a:lnTo>
                <a:lnTo>
                  <a:pt x="14593" y="16903"/>
                </a:lnTo>
                <a:lnTo>
                  <a:pt x="13687" y="17813"/>
                </a:lnTo>
                <a:lnTo>
                  <a:pt x="13137" y="18511"/>
                </a:lnTo>
                <a:lnTo>
                  <a:pt x="12855" y="19225"/>
                </a:lnTo>
                <a:lnTo>
                  <a:pt x="12751" y="20180"/>
                </a:lnTo>
                <a:lnTo>
                  <a:pt x="12736" y="21600"/>
                </a:lnTo>
                <a:lnTo>
                  <a:pt x="11335" y="21600"/>
                </a:lnTo>
                <a:lnTo>
                  <a:pt x="9932" y="21600"/>
                </a:lnTo>
                <a:lnTo>
                  <a:pt x="8529" y="21600"/>
                </a:lnTo>
                <a:lnTo>
                  <a:pt x="7121" y="21600"/>
                </a:lnTo>
                <a:lnTo>
                  <a:pt x="5710" y="21600"/>
                </a:lnTo>
                <a:lnTo>
                  <a:pt x="4292" y="21600"/>
                </a:lnTo>
                <a:lnTo>
                  <a:pt x="2870" y="21600"/>
                </a:lnTo>
                <a:lnTo>
                  <a:pt x="1439" y="21600"/>
                </a:lnTo>
                <a:lnTo>
                  <a:pt x="0" y="21600"/>
                </a:lnTo>
                <a:lnTo>
                  <a:pt x="316" y="21336"/>
                </a:lnTo>
                <a:lnTo>
                  <a:pt x="726" y="20997"/>
                </a:lnTo>
                <a:lnTo>
                  <a:pt x="1503" y="20350"/>
                </a:lnTo>
                <a:lnTo>
                  <a:pt x="2919" y="19169"/>
                </a:lnTo>
                <a:lnTo>
                  <a:pt x="3840" y="18317"/>
                </a:lnTo>
                <a:lnTo>
                  <a:pt x="4678" y="17473"/>
                </a:lnTo>
                <a:lnTo>
                  <a:pt x="5442" y="16628"/>
                </a:lnTo>
                <a:lnTo>
                  <a:pt x="6143" y="15774"/>
                </a:lnTo>
                <a:lnTo>
                  <a:pt x="6790" y="14898"/>
                </a:lnTo>
                <a:lnTo>
                  <a:pt x="7391" y="13994"/>
                </a:lnTo>
                <a:lnTo>
                  <a:pt x="7954" y="13052"/>
                </a:lnTo>
                <a:lnTo>
                  <a:pt x="8491" y="12060"/>
                </a:lnTo>
                <a:lnTo>
                  <a:pt x="9112" y="11012"/>
                </a:lnTo>
                <a:lnTo>
                  <a:pt x="9779" y="10119"/>
                </a:lnTo>
                <a:lnTo>
                  <a:pt x="10505" y="9351"/>
                </a:lnTo>
                <a:lnTo>
                  <a:pt x="11307" y="8682"/>
                </a:lnTo>
                <a:lnTo>
                  <a:pt x="12199" y="8080"/>
                </a:lnTo>
                <a:lnTo>
                  <a:pt x="13196" y="7515"/>
                </a:lnTo>
                <a:lnTo>
                  <a:pt x="14315" y="6961"/>
                </a:lnTo>
                <a:lnTo>
                  <a:pt x="15572" y="6385"/>
                </a:lnTo>
                <a:lnTo>
                  <a:pt x="16981" y="5760"/>
                </a:lnTo>
                <a:lnTo>
                  <a:pt x="17465" y="4812"/>
                </a:lnTo>
                <a:lnTo>
                  <a:pt x="17871" y="3866"/>
                </a:lnTo>
                <a:lnTo>
                  <a:pt x="18217" y="2917"/>
                </a:lnTo>
                <a:lnTo>
                  <a:pt x="18526" y="1960"/>
                </a:lnTo>
                <a:lnTo>
                  <a:pt x="18815" y="989"/>
                </a:lnTo>
                <a:lnTo>
                  <a:pt x="19104" y="0"/>
                </a:lnTo>
                <a:close/>
              </a:path>
            </a:pathLst>
          </a:custGeom>
          <a:solidFill>
            <a:srgbClr val="C0C8CD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2" name="contour_05900"/>
          <p:cNvSpPr/>
          <p:nvPr/>
        </p:nvSpPr>
        <p:spPr>
          <a:xfrm>
            <a:off x="7881027" y="2865981"/>
            <a:ext cx="73259" cy="56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51" y="2098"/>
                </a:moveTo>
                <a:lnTo>
                  <a:pt x="18385" y="3480"/>
                </a:lnTo>
                <a:lnTo>
                  <a:pt x="17302" y="4884"/>
                </a:lnTo>
                <a:lnTo>
                  <a:pt x="18366" y="6263"/>
                </a:lnTo>
                <a:lnTo>
                  <a:pt x="19436" y="7650"/>
                </a:lnTo>
                <a:lnTo>
                  <a:pt x="20511" y="9043"/>
                </a:lnTo>
                <a:lnTo>
                  <a:pt x="21600" y="10456"/>
                </a:lnTo>
                <a:lnTo>
                  <a:pt x="20652" y="12089"/>
                </a:lnTo>
                <a:lnTo>
                  <a:pt x="19698" y="13654"/>
                </a:lnTo>
                <a:lnTo>
                  <a:pt x="18723" y="15150"/>
                </a:lnTo>
                <a:lnTo>
                  <a:pt x="17711" y="16582"/>
                </a:lnTo>
                <a:lnTo>
                  <a:pt x="16647" y="17942"/>
                </a:lnTo>
                <a:lnTo>
                  <a:pt x="15519" y="19235"/>
                </a:lnTo>
                <a:lnTo>
                  <a:pt x="14309" y="20452"/>
                </a:lnTo>
                <a:lnTo>
                  <a:pt x="13005" y="21600"/>
                </a:lnTo>
                <a:lnTo>
                  <a:pt x="11449" y="21405"/>
                </a:lnTo>
                <a:lnTo>
                  <a:pt x="9996" y="21057"/>
                </a:lnTo>
                <a:lnTo>
                  <a:pt x="8623" y="20561"/>
                </a:lnTo>
                <a:lnTo>
                  <a:pt x="7312" y="19920"/>
                </a:lnTo>
                <a:lnTo>
                  <a:pt x="6040" y="19143"/>
                </a:lnTo>
                <a:lnTo>
                  <a:pt x="4788" y="18232"/>
                </a:lnTo>
                <a:lnTo>
                  <a:pt x="3535" y="17193"/>
                </a:lnTo>
                <a:lnTo>
                  <a:pt x="2261" y="16028"/>
                </a:lnTo>
                <a:lnTo>
                  <a:pt x="1083" y="14039"/>
                </a:lnTo>
                <a:lnTo>
                  <a:pt x="382" y="12610"/>
                </a:lnTo>
                <a:lnTo>
                  <a:pt x="56" y="11339"/>
                </a:lnTo>
                <a:lnTo>
                  <a:pt x="0" y="9826"/>
                </a:lnTo>
                <a:lnTo>
                  <a:pt x="112" y="7670"/>
                </a:lnTo>
                <a:lnTo>
                  <a:pt x="1524" y="5987"/>
                </a:lnTo>
                <a:lnTo>
                  <a:pt x="2912" y="4511"/>
                </a:lnTo>
                <a:lnTo>
                  <a:pt x="4289" y="3237"/>
                </a:lnTo>
                <a:lnTo>
                  <a:pt x="5664" y="2176"/>
                </a:lnTo>
                <a:lnTo>
                  <a:pt x="7046" y="1318"/>
                </a:lnTo>
                <a:lnTo>
                  <a:pt x="8443" y="671"/>
                </a:lnTo>
                <a:lnTo>
                  <a:pt x="9865" y="237"/>
                </a:lnTo>
                <a:lnTo>
                  <a:pt x="11324" y="11"/>
                </a:lnTo>
                <a:lnTo>
                  <a:pt x="12824" y="0"/>
                </a:lnTo>
                <a:lnTo>
                  <a:pt x="14378" y="201"/>
                </a:lnTo>
                <a:lnTo>
                  <a:pt x="15994" y="618"/>
                </a:lnTo>
                <a:lnTo>
                  <a:pt x="17683" y="1248"/>
                </a:lnTo>
                <a:lnTo>
                  <a:pt x="19451" y="2098"/>
                </a:lnTo>
                <a:close/>
              </a:path>
            </a:pathLst>
          </a:custGeom>
          <a:solidFill>
            <a:srgbClr val="E1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3" name="contour_05901"/>
          <p:cNvSpPr/>
          <p:nvPr/>
        </p:nvSpPr>
        <p:spPr>
          <a:xfrm>
            <a:off x="7050574" y="2805877"/>
            <a:ext cx="86720" cy="806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68" y="0"/>
                </a:moveTo>
                <a:lnTo>
                  <a:pt x="20524" y="1472"/>
                </a:lnTo>
                <a:lnTo>
                  <a:pt x="20968" y="2821"/>
                </a:lnTo>
                <a:lnTo>
                  <a:pt x="21299" y="4094"/>
                </a:lnTo>
                <a:lnTo>
                  <a:pt x="21511" y="5334"/>
                </a:lnTo>
                <a:lnTo>
                  <a:pt x="21600" y="6587"/>
                </a:lnTo>
                <a:lnTo>
                  <a:pt x="21558" y="7897"/>
                </a:lnTo>
                <a:lnTo>
                  <a:pt x="21386" y="9308"/>
                </a:lnTo>
                <a:lnTo>
                  <a:pt x="21074" y="10866"/>
                </a:lnTo>
                <a:lnTo>
                  <a:pt x="20558" y="12188"/>
                </a:lnTo>
                <a:lnTo>
                  <a:pt x="20048" y="13438"/>
                </a:lnTo>
                <a:lnTo>
                  <a:pt x="19520" y="14613"/>
                </a:lnTo>
                <a:lnTo>
                  <a:pt x="18957" y="15716"/>
                </a:lnTo>
                <a:lnTo>
                  <a:pt x="18340" y="16747"/>
                </a:lnTo>
                <a:lnTo>
                  <a:pt x="17648" y="17707"/>
                </a:lnTo>
                <a:lnTo>
                  <a:pt x="16860" y="18595"/>
                </a:lnTo>
                <a:lnTo>
                  <a:pt x="15958" y="19413"/>
                </a:lnTo>
                <a:lnTo>
                  <a:pt x="14923" y="20163"/>
                </a:lnTo>
                <a:lnTo>
                  <a:pt x="13734" y="20843"/>
                </a:lnTo>
                <a:lnTo>
                  <a:pt x="12467" y="21112"/>
                </a:lnTo>
                <a:lnTo>
                  <a:pt x="11237" y="21340"/>
                </a:lnTo>
                <a:lnTo>
                  <a:pt x="10035" y="21508"/>
                </a:lnTo>
                <a:lnTo>
                  <a:pt x="8859" y="21600"/>
                </a:lnTo>
                <a:lnTo>
                  <a:pt x="7702" y="21598"/>
                </a:lnTo>
                <a:lnTo>
                  <a:pt x="6560" y="21491"/>
                </a:lnTo>
                <a:lnTo>
                  <a:pt x="5429" y="21256"/>
                </a:lnTo>
                <a:lnTo>
                  <a:pt x="4302" y="20882"/>
                </a:lnTo>
                <a:lnTo>
                  <a:pt x="3175" y="20351"/>
                </a:lnTo>
                <a:lnTo>
                  <a:pt x="2042" y="19644"/>
                </a:lnTo>
                <a:lnTo>
                  <a:pt x="1369" y="18959"/>
                </a:lnTo>
                <a:lnTo>
                  <a:pt x="688" y="18269"/>
                </a:lnTo>
                <a:lnTo>
                  <a:pt x="0" y="17570"/>
                </a:lnTo>
                <a:lnTo>
                  <a:pt x="383" y="17660"/>
                </a:lnTo>
                <a:lnTo>
                  <a:pt x="1060" y="17818"/>
                </a:lnTo>
                <a:lnTo>
                  <a:pt x="2610" y="18180"/>
                </a:lnTo>
                <a:lnTo>
                  <a:pt x="3547" y="17979"/>
                </a:lnTo>
                <a:lnTo>
                  <a:pt x="4489" y="17775"/>
                </a:lnTo>
                <a:lnTo>
                  <a:pt x="5446" y="17570"/>
                </a:lnTo>
                <a:lnTo>
                  <a:pt x="5671" y="16313"/>
                </a:lnTo>
                <a:lnTo>
                  <a:pt x="5803" y="15398"/>
                </a:lnTo>
                <a:lnTo>
                  <a:pt x="5900" y="14379"/>
                </a:lnTo>
                <a:lnTo>
                  <a:pt x="6012" y="12811"/>
                </a:lnTo>
                <a:lnTo>
                  <a:pt x="6212" y="11202"/>
                </a:lnTo>
                <a:lnTo>
                  <a:pt x="6408" y="10144"/>
                </a:lnTo>
                <a:lnTo>
                  <a:pt x="6718" y="9170"/>
                </a:lnTo>
                <a:lnTo>
                  <a:pt x="7261" y="7809"/>
                </a:lnTo>
                <a:lnTo>
                  <a:pt x="8463" y="7423"/>
                </a:lnTo>
                <a:lnTo>
                  <a:pt x="9646" y="7120"/>
                </a:lnTo>
                <a:lnTo>
                  <a:pt x="10825" y="6886"/>
                </a:lnTo>
                <a:lnTo>
                  <a:pt x="12006" y="6704"/>
                </a:lnTo>
                <a:lnTo>
                  <a:pt x="13203" y="6562"/>
                </a:lnTo>
                <a:lnTo>
                  <a:pt x="14421" y="6444"/>
                </a:lnTo>
                <a:lnTo>
                  <a:pt x="15671" y="6337"/>
                </a:lnTo>
                <a:lnTo>
                  <a:pt x="16902" y="6099"/>
                </a:lnTo>
                <a:lnTo>
                  <a:pt x="18153" y="5857"/>
                </a:lnTo>
                <a:lnTo>
                  <a:pt x="18930" y="4346"/>
                </a:lnTo>
                <a:lnTo>
                  <a:pt x="19413" y="3286"/>
                </a:lnTo>
                <a:lnTo>
                  <a:pt x="19689" y="2395"/>
                </a:lnTo>
                <a:lnTo>
                  <a:pt x="19845" y="1394"/>
                </a:lnTo>
                <a:lnTo>
                  <a:pt x="19968" y="0"/>
                </a:lnTo>
                <a:close/>
              </a:path>
            </a:pathLst>
          </a:custGeom>
          <a:solidFill>
            <a:srgbClr val="D4D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4" name="contour_05902"/>
          <p:cNvSpPr/>
          <p:nvPr/>
        </p:nvSpPr>
        <p:spPr>
          <a:xfrm>
            <a:off x="4871465" y="2805877"/>
            <a:ext cx="44719" cy="894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81" y="0"/>
                </a:moveTo>
                <a:lnTo>
                  <a:pt x="16408" y="0"/>
                </a:lnTo>
                <a:lnTo>
                  <a:pt x="18749" y="0"/>
                </a:lnTo>
                <a:lnTo>
                  <a:pt x="21121" y="0"/>
                </a:lnTo>
                <a:lnTo>
                  <a:pt x="21273" y="2934"/>
                </a:lnTo>
                <a:lnTo>
                  <a:pt x="21399" y="5529"/>
                </a:lnTo>
                <a:lnTo>
                  <a:pt x="21501" y="7809"/>
                </a:lnTo>
                <a:lnTo>
                  <a:pt x="21568" y="9799"/>
                </a:lnTo>
                <a:lnTo>
                  <a:pt x="21600" y="11527"/>
                </a:lnTo>
                <a:lnTo>
                  <a:pt x="21593" y="13017"/>
                </a:lnTo>
                <a:lnTo>
                  <a:pt x="21540" y="14296"/>
                </a:lnTo>
                <a:lnTo>
                  <a:pt x="21438" y="15388"/>
                </a:lnTo>
                <a:lnTo>
                  <a:pt x="21283" y="16321"/>
                </a:lnTo>
                <a:lnTo>
                  <a:pt x="21068" y="17119"/>
                </a:lnTo>
                <a:lnTo>
                  <a:pt x="20794" y="17809"/>
                </a:lnTo>
                <a:lnTo>
                  <a:pt x="20452" y="18416"/>
                </a:lnTo>
                <a:lnTo>
                  <a:pt x="20041" y="18965"/>
                </a:lnTo>
                <a:lnTo>
                  <a:pt x="19555" y="19484"/>
                </a:lnTo>
                <a:lnTo>
                  <a:pt x="18988" y="19997"/>
                </a:lnTo>
                <a:lnTo>
                  <a:pt x="18337" y="20530"/>
                </a:lnTo>
                <a:lnTo>
                  <a:pt x="17601" y="21111"/>
                </a:lnTo>
                <a:lnTo>
                  <a:pt x="15038" y="21384"/>
                </a:lnTo>
                <a:lnTo>
                  <a:pt x="12532" y="21542"/>
                </a:lnTo>
                <a:lnTo>
                  <a:pt x="10057" y="21600"/>
                </a:lnTo>
                <a:lnTo>
                  <a:pt x="7590" y="21570"/>
                </a:lnTo>
                <a:lnTo>
                  <a:pt x="5108" y="21470"/>
                </a:lnTo>
                <a:lnTo>
                  <a:pt x="2587" y="21311"/>
                </a:lnTo>
                <a:lnTo>
                  <a:pt x="0" y="21111"/>
                </a:lnTo>
                <a:lnTo>
                  <a:pt x="356" y="19821"/>
                </a:lnTo>
                <a:lnTo>
                  <a:pt x="771" y="18581"/>
                </a:lnTo>
                <a:lnTo>
                  <a:pt x="1250" y="17383"/>
                </a:lnTo>
                <a:lnTo>
                  <a:pt x="1802" y="16222"/>
                </a:lnTo>
                <a:lnTo>
                  <a:pt x="2422" y="15094"/>
                </a:lnTo>
                <a:lnTo>
                  <a:pt x="3122" y="13991"/>
                </a:lnTo>
                <a:lnTo>
                  <a:pt x="3900" y="12911"/>
                </a:lnTo>
                <a:lnTo>
                  <a:pt x="4763" y="11845"/>
                </a:lnTo>
                <a:lnTo>
                  <a:pt x="5713" y="10791"/>
                </a:lnTo>
                <a:lnTo>
                  <a:pt x="6752" y="9739"/>
                </a:lnTo>
                <a:lnTo>
                  <a:pt x="7889" y="8689"/>
                </a:lnTo>
                <a:lnTo>
                  <a:pt x="9121" y="7632"/>
                </a:lnTo>
                <a:lnTo>
                  <a:pt x="10455" y="6562"/>
                </a:lnTo>
                <a:lnTo>
                  <a:pt x="11895" y="5477"/>
                </a:lnTo>
                <a:lnTo>
                  <a:pt x="12961" y="4493"/>
                </a:lnTo>
                <a:lnTo>
                  <a:pt x="13609" y="3716"/>
                </a:lnTo>
                <a:lnTo>
                  <a:pt x="13940" y="2883"/>
                </a:lnTo>
                <a:lnTo>
                  <a:pt x="14063" y="1733"/>
                </a:lnTo>
                <a:lnTo>
                  <a:pt x="14081" y="0"/>
                </a:lnTo>
                <a:close/>
              </a:path>
            </a:pathLst>
          </a:custGeom>
          <a:solidFill>
            <a:srgbClr val="8E7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5" name="contour_05903"/>
          <p:cNvSpPr/>
          <p:nvPr/>
        </p:nvSpPr>
        <p:spPr>
          <a:xfrm>
            <a:off x="4957398" y="2827741"/>
            <a:ext cx="81691" cy="461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3" y="0"/>
                </a:moveTo>
                <a:lnTo>
                  <a:pt x="1738" y="0"/>
                </a:lnTo>
                <a:lnTo>
                  <a:pt x="3076" y="0"/>
                </a:lnTo>
                <a:lnTo>
                  <a:pt x="4413" y="0"/>
                </a:lnTo>
                <a:lnTo>
                  <a:pt x="5752" y="0"/>
                </a:lnTo>
                <a:lnTo>
                  <a:pt x="7097" y="0"/>
                </a:lnTo>
                <a:lnTo>
                  <a:pt x="8444" y="0"/>
                </a:lnTo>
                <a:lnTo>
                  <a:pt x="9797" y="0"/>
                </a:lnTo>
                <a:lnTo>
                  <a:pt x="11156" y="0"/>
                </a:lnTo>
                <a:lnTo>
                  <a:pt x="12520" y="0"/>
                </a:lnTo>
                <a:lnTo>
                  <a:pt x="13892" y="0"/>
                </a:lnTo>
                <a:lnTo>
                  <a:pt x="13510" y="2024"/>
                </a:lnTo>
                <a:lnTo>
                  <a:pt x="13127" y="4056"/>
                </a:lnTo>
                <a:lnTo>
                  <a:pt x="12743" y="6094"/>
                </a:lnTo>
                <a:lnTo>
                  <a:pt x="12356" y="8149"/>
                </a:lnTo>
                <a:lnTo>
                  <a:pt x="11965" y="10224"/>
                </a:lnTo>
                <a:lnTo>
                  <a:pt x="13158" y="9801"/>
                </a:lnTo>
                <a:lnTo>
                  <a:pt x="14351" y="9379"/>
                </a:lnTo>
                <a:lnTo>
                  <a:pt x="15547" y="8956"/>
                </a:lnTo>
                <a:lnTo>
                  <a:pt x="16746" y="8534"/>
                </a:lnTo>
                <a:lnTo>
                  <a:pt x="17950" y="8108"/>
                </a:lnTo>
                <a:lnTo>
                  <a:pt x="19160" y="7678"/>
                </a:lnTo>
                <a:lnTo>
                  <a:pt x="20376" y="7249"/>
                </a:lnTo>
                <a:lnTo>
                  <a:pt x="21600" y="6816"/>
                </a:lnTo>
                <a:lnTo>
                  <a:pt x="20918" y="10313"/>
                </a:lnTo>
                <a:lnTo>
                  <a:pt x="20390" y="12893"/>
                </a:lnTo>
                <a:lnTo>
                  <a:pt x="19952" y="14801"/>
                </a:lnTo>
                <a:lnTo>
                  <a:pt x="19538" y="16270"/>
                </a:lnTo>
                <a:lnTo>
                  <a:pt x="19076" y="17544"/>
                </a:lnTo>
                <a:lnTo>
                  <a:pt x="18501" y="18857"/>
                </a:lnTo>
                <a:lnTo>
                  <a:pt x="17746" y="20448"/>
                </a:lnTo>
                <a:lnTo>
                  <a:pt x="16449" y="21034"/>
                </a:lnTo>
                <a:lnTo>
                  <a:pt x="15150" y="21413"/>
                </a:lnTo>
                <a:lnTo>
                  <a:pt x="13851" y="21597"/>
                </a:lnTo>
                <a:lnTo>
                  <a:pt x="12555" y="21600"/>
                </a:lnTo>
                <a:lnTo>
                  <a:pt x="11262" y="21443"/>
                </a:lnTo>
                <a:lnTo>
                  <a:pt x="9974" y="21133"/>
                </a:lnTo>
                <a:lnTo>
                  <a:pt x="8693" y="20693"/>
                </a:lnTo>
                <a:lnTo>
                  <a:pt x="7417" y="20131"/>
                </a:lnTo>
                <a:lnTo>
                  <a:pt x="6153" y="19470"/>
                </a:lnTo>
                <a:lnTo>
                  <a:pt x="4898" y="18717"/>
                </a:lnTo>
                <a:lnTo>
                  <a:pt x="3656" y="17892"/>
                </a:lnTo>
                <a:lnTo>
                  <a:pt x="2285" y="16508"/>
                </a:lnTo>
                <a:lnTo>
                  <a:pt x="1441" y="15404"/>
                </a:lnTo>
                <a:lnTo>
                  <a:pt x="403" y="13632"/>
                </a:lnTo>
                <a:lnTo>
                  <a:pt x="139" y="11243"/>
                </a:lnTo>
                <a:lnTo>
                  <a:pt x="12" y="9031"/>
                </a:lnTo>
                <a:lnTo>
                  <a:pt x="0" y="6898"/>
                </a:lnTo>
                <a:lnTo>
                  <a:pt x="77" y="4744"/>
                </a:lnTo>
                <a:lnTo>
                  <a:pt x="220" y="2478"/>
                </a:lnTo>
                <a:lnTo>
                  <a:pt x="403" y="0"/>
                </a:lnTo>
                <a:close/>
              </a:path>
            </a:pathLst>
          </a:custGeom>
          <a:solidFill>
            <a:srgbClr val="DF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6" name="contour_05904"/>
          <p:cNvSpPr/>
          <p:nvPr/>
        </p:nvSpPr>
        <p:spPr>
          <a:xfrm>
            <a:off x="702734" y="2718421"/>
            <a:ext cx="87456" cy="60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104" y="291"/>
                </a:lnTo>
                <a:lnTo>
                  <a:pt x="13576" y="564"/>
                </a:lnTo>
                <a:lnTo>
                  <a:pt x="14119" y="876"/>
                </a:lnTo>
                <a:lnTo>
                  <a:pt x="14839" y="1294"/>
                </a:lnTo>
                <a:lnTo>
                  <a:pt x="15842" y="1871"/>
                </a:lnTo>
                <a:lnTo>
                  <a:pt x="17231" y="2674"/>
                </a:lnTo>
                <a:lnTo>
                  <a:pt x="19116" y="3763"/>
                </a:lnTo>
                <a:lnTo>
                  <a:pt x="21600" y="5197"/>
                </a:lnTo>
                <a:lnTo>
                  <a:pt x="20531" y="5712"/>
                </a:lnTo>
                <a:lnTo>
                  <a:pt x="19458" y="6229"/>
                </a:lnTo>
                <a:lnTo>
                  <a:pt x="18382" y="6746"/>
                </a:lnTo>
                <a:lnTo>
                  <a:pt x="17296" y="7268"/>
                </a:lnTo>
                <a:lnTo>
                  <a:pt x="16200" y="7796"/>
                </a:lnTo>
                <a:lnTo>
                  <a:pt x="16427" y="8880"/>
                </a:lnTo>
                <a:lnTo>
                  <a:pt x="16657" y="9979"/>
                </a:lnTo>
                <a:lnTo>
                  <a:pt x="16933" y="11395"/>
                </a:lnTo>
                <a:lnTo>
                  <a:pt x="17212" y="12832"/>
                </a:lnTo>
                <a:lnTo>
                  <a:pt x="17494" y="14235"/>
                </a:lnTo>
                <a:lnTo>
                  <a:pt x="17782" y="15662"/>
                </a:lnTo>
                <a:lnTo>
                  <a:pt x="17890" y="16917"/>
                </a:lnTo>
                <a:lnTo>
                  <a:pt x="18000" y="18191"/>
                </a:lnTo>
                <a:lnTo>
                  <a:pt x="16835" y="19721"/>
                </a:lnTo>
                <a:lnTo>
                  <a:pt x="15827" y="20670"/>
                </a:lnTo>
                <a:lnTo>
                  <a:pt x="14807" y="21192"/>
                </a:lnTo>
                <a:lnTo>
                  <a:pt x="13601" y="21449"/>
                </a:lnTo>
                <a:lnTo>
                  <a:pt x="12038" y="21600"/>
                </a:lnTo>
                <a:lnTo>
                  <a:pt x="10555" y="21504"/>
                </a:lnTo>
                <a:lnTo>
                  <a:pt x="9259" y="21247"/>
                </a:lnTo>
                <a:lnTo>
                  <a:pt x="8107" y="20815"/>
                </a:lnTo>
                <a:lnTo>
                  <a:pt x="7058" y="20197"/>
                </a:lnTo>
                <a:lnTo>
                  <a:pt x="6068" y="19378"/>
                </a:lnTo>
                <a:lnTo>
                  <a:pt x="5098" y="18346"/>
                </a:lnTo>
                <a:lnTo>
                  <a:pt x="4100" y="17089"/>
                </a:lnTo>
                <a:lnTo>
                  <a:pt x="3038" y="15592"/>
                </a:lnTo>
                <a:lnTo>
                  <a:pt x="2264" y="14311"/>
                </a:lnTo>
                <a:lnTo>
                  <a:pt x="1498" y="13019"/>
                </a:lnTo>
                <a:lnTo>
                  <a:pt x="743" y="11715"/>
                </a:lnTo>
                <a:lnTo>
                  <a:pt x="0" y="10395"/>
                </a:lnTo>
                <a:lnTo>
                  <a:pt x="1190" y="10395"/>
                </a:lnTo>
                <a:lnTo>
                  <a:pt x="2387" y="10395"/>
                </a:lnTo>
                <a:lnTo>
                  <a:pt x="3600" y="10395"/>
                </a:lnTo>
                <a:lnTo>
                  <a:pt x="4261" y="8851"/>
                </a:lnTo>
                <a:lnTo>
                  <a:pt x="4669" y="7796"/>
                </a:lnTo>
                <a:lnTo>
                  <a:pt x="4991" y="6741"/>
                </a:lnTo>
                <a:lnTo>
                  <a:pt x="5400" y="5197"/>
                </a:lnTo>
                <a:lnTo>
                  <a:pt x="5400" y="6915"/>
                </a:lnTo>
                <a:lnTo>
                  <a:pt x="5400" y="8643"/>
                </a:lnTo>
                <a:lnTo>
                  <a:pt x="5400" y="10395"/>
                </a:lnTo>
                <a:lnTo>
                  <a:pt x="6651" y="10148"/>
                </a:lnTo>
                <a:lnTo>
                  <a:pt x="7875" y="9862"/>
                </a:lnTo>
                <a:lnTo>
                  <a:pt x="9079" y="9511"/>
                </a:lnTo>
                <a:lnTo>
                  <a:pt x="10265" y="9067"/>
                </a:lnTo>
                <a:lnTo>
                  <a:pt x="11437" y="8505"/>
                </a:lnTo>
                <a:lnTo>
                  <a:pt x="12600" y="7796"/>
                </a:lnTo>
                <a:lnTo>
                  <a:pt x="12816" y="5785"/>
                </a:lnTo>
                <a:lnTo>
                  <a:pt x="12924" y="4374"/>
                </a:lnTo>
                <a:lnTo>
                  <a:pt x="12924" y="3189"/>
                </a:lnTo>
                <a:lnTo>
                  <a:pt x="12816" y="1855"/>
                </a:lnTo>
                <a:lnTo>
                  <a:pt x="12600" y="0"/>
                </a:lnTo>
                <a:close/>
              </a:path>
            </a:pathLst>
          </a:custGeom>
          <a:solidFill>
            <a:srgbClr val="938B7E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7" name="contour_05905"/>
          <p:cNvSpPr/>
          <p:nvPr/>
        </p:nvSpPr>
        <p:spPr>
          <a:xfrm>
            <a:off x="5737468" y="2609101"/>
            <a:ext cx="29597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63" y="0"/>
                </a:moveTo>
                <a:lnTo>
                  <a:pt x="14201" y="0"/>
                </a:lnTo>
                <a:lnTo>
                  <a:pt x="16882" y="0"/>
                </a:lnTo>
                <a:lnTo>
                  <a:pt x="17595" y="642"/>
                </a:lnTo>
                <a:lnTo>
                  <a:pt x="18244" y="1281"/>
                </a:lnTo>
                <a:lnTo>
                  <a:pt x="18829" y="1916"/>
                </a:lnTo>
                <a:lnTo>
                  <a:pt x="19355" y="2550"/>
                </a:lnTo>
                <a:lnTo>
                  <a:pt x="19818" y="3182"/>
                </a:lnTo>
                <a:lnTo>
                  <a:pt x="20222" y="3812"/>
                </a:lnTo>
                <a:lnTo>
                  <a:pt x="20573" y="4442"/>
                </a:lnTo>
                <a:lnTo>
                  <a:pt x="20871" y="5070"/>
                </a:lnTo>
                <a:lnTo>
                  <a:pt x="21111" y="5698"/>
                </a:lnTo>
                <a:lnTo>
                  <a:pt x="21307" y="6326"/>
                </a:lnTo>
                <a:lnTo>
                  <a:pt x="21446" y="6954"/>
                </a:lnTo>
                <a:lnTo>
                  <a:pt x="21541" y="7583"/>
                </a:lnTo>
                <a:lnTo>
                  <a:pt x="21595" y="8212"/>
                </a:lnTo>
                <a:lnTo>
                  <a:pt x="21600" y="8843"/>
                </a:lnTo>
                <a:lnTo>
                  <a:pt x="21563" y="9477"/>
                </a:lnTo>
                <a:lnTo>
                  <a:pt x="21483" y="10112"/>
                </a:lnTo>
                <a:lnTo>
                  <a:pt x="21366" y="10749"/>
                </a:lnTo>
                <a:lnTo>
                  <a:pt x="21212" y="11389"/>
                </a:lnTo>
                <a:lnTo>
                  <a:pt x="21020" y="12033"/>
                </a:lnTo>
                <a:lnTo>
                  <a:pt x="20797" y="12680"/>
                </a:lnTo>
                <a:lnTo>
                  <a:pt x="20542" y="13331"/>
                </a:lnTo>
                <a:lnTo>
                  <a:pt x="20355" y="13838"/>
                </a:lnTo>
                <a:lnTo>
                  <a:pt x="20169" y="14349"/>
                </a:lnTo>
                <a:lnTo>
                  <a:pt x="19978" y="14866"/>
                </a:lnTo>
                <a:lnTo>
                  <a:pt x="19744" y="15350"/>
                </a:lnTo>
                <a:lnTo>
                  <a:pt x="19510" y="15837"/>
                </a:lnTo>
                <a:lnTo>
                  <a:pt x="19270" y="16330"/>
                </a:lnTo>
                <a:lnTo>
                  <a:pt x="19068" y="16762"/>
                </a:lnTo>
                <a:lnTo>
                  <a:pt x="18866" y="17195"/>
                </a:lnTo>
                <a:lnTo>
                  <a:pt x="18664" y="17634"/>
                </a:lnTo>
                <a:lnTo>
                  <a:pt x="17568" y="18286"/>
                </a:lnTo>
                <a:lnTo>
                  <a:pt x="16217" y="18887"/>
                </a:lnTo>
                <a:lnTo>
                  <a:pt x="14627" y="19451"/>
                </a:lnTo>
                <a:lnTo>
                  <a:pt x="12813" y="19991"/>
                </a:lnTo>
                <a:lnTo>
                  <a:pt x="10803" y="20520"/>
                </a:lnTo>
                <a:lnTo>
                  <a:pt x="8606" y="21052"/>
                </a:lnTo>
                <a:lnTo>
                  <a:pt x="6244" y="21600"/>
                </a:lnTo>
                <a:lnTo>
                  <a:pt x="5962" y="20998"/>
                </a:lnTo>
                <a:lnTo>
                  <a:pt x="5686" y="20396"/>
                </a:lnTo>
                <a:lnTo>
                  <a:pt x="5415" y="19794"/>
                </a:lnTo>
                <a:lnTo>
                  <a:pt x="5149" y="19192"/>
                </a:lnTo>
                <a:lnTo>
                  <a:pt x="4883" y="18589"/>
                </a:lnTo>
                <a:lnTo>
                  <a:pt x="4627" y="17987"/>
                </a:lnTo>
                <a:lnTo>
                  <a:pt x="4372" y="17384"/>
                </a:lnTo>
                <a:lnTo>
                  <a:pt x="4117" y="16782"/>
                </a:lnTo>
                <a:lnTo>
                  <a:pt x="3872" y="16180"/>
                </a:lnTo>
                <a:lnTo>
                  <a:pt x="3627" y="15577"/>
                </a:lnTo>
                <a:lnTo>
                  <a:pt x="3388" y="14975"/>
                </a:lnTo>
                <a:lnTo>
                  <a:pt x="3154" y="14413"/>
                </a:lnTo>
                <a:lnTo>
                  <a:pt x="2909" y="13852"/>
                </a:lnTo>
                <a:lnTo>
                  <a:pt x="2654" y="13290"/>
                </a:lnTo>
                <a:lnTo>
                  <a:pt x="2393" y="12729"/>
                </a:lnTo>
                <a:lnTo>
                  <a:pt x="1814" y="11486"/>
                </a:lnTo>
                <a:lnTo>
                  <a:pt x="1298" y="10364"/>
                </a:lnTo>
                <a:lnTo>
                  <a:pt x="862" y="9355"/>
                </a:lnTo>
                <a:lnTo>
                  <a:pt x="505" y="8446"/>
                </a:lnTo>
                <a:lnTo>
                  <a:pt x="239" y="7631"/>
                </a:lnTo>
                <a:lnTo>
                  <a:pt x="69" y="6899"/>
                </a:lnTo>
                <a:lnTo>
                  <a:pt x="0" y="6240"/>
                </a:lnTo>
                <a:lnTo>
                  <a:pt x="37" y="5644"/>
                </a:lnTo>
                <a:lnTo>
                  <a:pt x="197" y="5103"/>
                </a:lnTo>
                <a:lnTo>
                  <a:pt x="473" y="4606"/>
                </a:lnTo>
                <a:lnTo>
                  <a:pt x="888" y="4145"/>
                </a:lnTo>
                <a:lnTo>
                  <a:pt x="1431" y="3709"/>
                </a:lnTo>
                <a:lnTo>
                  <a:pt x="2122" y="3289"/>
                </a:lnTo>
                <a:lnTo>
                  <a:pt x="2963" y="2876"/>
                </a:lnTo>
                <a:lnTo>
                  <a:pt x="3963" y="2461"/>
                </a:lnTo>
                <a:lnTo>
                  <a:pt x="5127" y="2031"/>
                </a:lnTo>
                <a:lnTo>
                  <a:pt x="6462" y="1580"/>
                </a:lnTo>
                <a:lnTo>
                  <a:pt x="7973" y="1098"/>
                </a:lnTo>
                <a:lnTo>
                  <a:pt x="9675" y="574"/>
                </a:lnTo>
                <a:lnTo>
                  <a:pt x="11563" y="0"/>
                </a:lnTo>
                <a:close/>
              </a:path>
            </a:pathLst>
          </a:custGeom>
          <a:solidFill>
            <a:srgbClr val="AEB6BC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8" name="contour_05906"/>
          <p:cNvSpPr/>
          <p:nvPr/>
        </p:nvSpPr>
        <p:spPr>
          <a:xfrm>
            <a:off x="4616385" y="2696557"/>
            <a:ext cx="8229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3" y="0"/>
                </a:moveTo>
                <a:lnTo>
                  <a:pt x="3022" y="556"/>
                </a:lnTo>
                <a:lnTo>
                  <a:pt x="3801" y="1004"/>
                </a:lnTo>
                <a:lnTo>
                  <a:pt x="4623" y="1585"/>
                </a:lnTo>
                <a:lnTo>
                  <a:pt x="5857" y="2533"/>
                </a:lnTo>
                <a:lnTo>
                  <a:pt x="6900" y="3321"/>
                </a:lnTo>
                <a:lnTo>
                  <a:pt x="7957" y="4123"/>
                </a:lnTo>
                <a:lnTo>
                  <a:pt x="8755" y="4757"/>
                </a:lnTo>
                <a:lnTo>
                  <a:pt x="9564" y="5400"/>
                </a:lnTo>
                <a:lnTo>
                  <a:pt x="9920" y="4061"/>
                </a:lnTo>
                <a:lnTo>
                  <a:pt x="10282" y="2700"/>
                </a:lnTo>
                <a:lnTo>
                  <a:pt x="10875" y="1361"/>
                </a:lnTo>
                <a:lnTo>
                  <a:pt x="11477" y="0"/>
                </a:lnTo>
                <a:lnTo>
                  <a:pt x="12742" y="0"/>
                </a:lnTo>
                <a:lnTo>
                  <a:pt x="14014" y="0"/>
                </a:lnTo>
                <a:lnTo>
                  <a:pt x="15303" y="0"/>
                </a:lnTo>
                <a:lnTo>
                  <a:pt x="15303" y="1604"/>
                </a:lnTo>
                <a:lnTo>
                  <a:pt x="15303" y="3213"/>
                </a:lnTo>
                <a:lnTo>
                  <a:pt x="15303" y="4828"/>
                </a:lnTo>
                <a:lnTo>
                  <a:pt x="15303" y="6456"/>
                </a:lnTo>
                <a:lnTo>
                  <a:pt x="15303" y="8100"/>
                </a:lnTo>
                <a:lnTo>
                  <a:pt x="16567" y="8100"/>
                </a:lnTo>
                <a:lnTo>
                  <a:pt x="17839" y="8100"/>
                </a:lnTo>
                <a:lnTo>
                  <a:pt x="19129" y="8100"/>
                </a:lnTo>
                <a:lnTo>
                  <a:pt x="19718" y="6091"/>
                </a:lnTo>
                <a:lnTo>
                  <a:pt x="20112" y="4666"/>
                </a:lnTo>
                <a:lnTo>
                  <a:pt x="20403" y="3434"/>
                </a:lnTo>
                <a:lnTo>
                  <a:pt x="20682" y="2009"/>
                </a:lnTo>
                <a:lnTo>
                  <a:pt x="21041" y="0"/>
                </a:lnTo>
                <a:lnTo>
                  <a:pt x="21351" y="2943"/>
                </a:lnTo>
                <a:lnTo>
                  <a:pt x="21537" y="5027"/>
                </a:lnTo>
                <a:lnTo>
                  <a:pt x="21600" y="6556"/>
                </a:lnTo>
                <a:lnTo>
                  <a:pt x="21537" y="7827"/>
                </a:lnTo>
                <a:lnTo>
                  <a:pt x="21351" y="9142"/>
                </a:lnTo>
                <a:lnTo>
                  <a:pt x="21041" y="10800"/>
                </a:lnTo>
                <a:lnTo>
                  <a:pt x="20062" y="11864"/>
                </a:lnTo>
                <a:lnTo>
                  <a:pt x="19052" y="12801"/>
                </a:lnTo>
                <a:lnTo>
                  <a:pt x="18011" y="13627"/>
                </a:lnTo>
                <a:lnTo>
                  <a:pt x="16944" y="14369"/>
                </a:lnTo>
                <a:lnTo>
                  <a:pt x="15850" y="15042"/>
                </a:lnTo>
                <a:lnTo>
                  <a:pt x="14733" y="15671"/>
                </a:lnTo>
                <a:lnTo>
                  <a:pt x="13593" y="16276"/>
                </a:lnTo>
                <a:lnTo>
                  <a:pt x="12434" y="16875"/>
                </a:lnTo>
                <a:lnTo>
                  <a:pt x="11198" y="17577"/>
                </a:lnTo>
                <a:lnTo>
                  <a:pt x="9945" y="18287"/>
                </a:lnTo>
                <a:lnTo>
                  <a:pt x="8726" y="18970"/>
                </a:lnTo>
                <a:lnTo>
                  <a:pt x="7506" y="19642"/>
                </a:lnTo>
                <a:lnTo>
                  <a:pt x="6282" y="20304"/>
                </a:lnTo>
                <a:lnTo>
                  <a:pt x="5056" y="20957"/>
                </a:lnTo>
                <a:lnTo>
                  <a:pt x="3826" y="21600"/>
                </a:lnTo>
                <a:lnTo>
                  <a:pt x="3481" y="20056"/>
                </a:lnTo>
                <a:lnTo>
                  <a:pt x="3141" y="18511"/>
                </a:lnTo>
                <a:lnTo>
                  <a:pt x="2800" y="16964"/>
                </a:lnTo>
                <a:lnTo>
                  <a:pt x="2464" y="15417"/>
                </a:lnTo>
                <a:lnTo>
                  <a:pt x="2127" y="13867"/>
                </a:lnTo>
                <a:lnTo>
                  <a:pt x="1794" y="12317"/>
                </a:lnTo>
                <a:lnTo>
                  <a:pt x="1496" y="10997"/>
                </a:lnTo>
                <a:lnTo>
                  <a:pt x="1192" y="9655"/>
                </a:lnTo>
                <a:lnTo>
                  <a:pt x="849" y="7933"/>
                </a:lnTo>
                <a:lnTo>
                  <a:pt x="543" y="6197"/>
                </a:lnTo>
                <a:lnTo>
                  <a:pt x="264" y="4450"/>
                </a:lnTo>
                <a:lnTo>
                  <a:pt x="0" y="2700"/>
                </a:lnTo>
                <a:lnTo>
                  <a:pt x="949" y="1361"/>
                </a:lnTo>
                <a:lnTo>
                  <a:pt x="1913" y="0"/>
                </a:lnTo>
                <a:close/>
              </a:path>
            </a:pathLst>
          </a:custGeom>
          <a:solidFill>
            <a:srgbClr val="393836"/>
          </a:solidFill>
          <a:ln>
            <a:noFill/>
          </a:ln>
        </p:spPr>
        <p:txBody>
          <a:bodyPr/>
          <a:lstStyle/>
          <a:p/>
        </p:txBody>
      </p:sp>
      <p:sp>
        <p:nvSpPr>
          <p:cNvPr id="5909" name="contour_05907"/>
          <p:cNvSpPr/>
          <p:nvPr/>
        </p:nvSpPr>
        <p:spPr>
          <a:xfrm>
            <a:off x="2182196" y="2637998"/>
            <a:ext cx="53960" cy="658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21" y="84"/>
                </a:moveTo>
                <a:lnTo>
                  <a:pt x="20766" y="1815"/>
                </a:lnTo>
                <a:lnTo>
                  <a:pt x="21066" y="3512"/>
                </a:lnTo>
                <a:lnTo>
                  <a:pt x="21314" y="5185"/>
                </a:lnTo>
                <a:lnTo>
                  <a:pt x="21495" y="6837"/>
                </a:lnTo>
                <a:lnTo>
                  <a:pt x="21594" y="8482"/>
                </a:lnTo>
                <a:lnTo>
                  <a:pt x="21600" y="10122"/>
                </a:lnTo>
                <a:lnTo>
                  <a:pt x="21498" y="11769"/>
                </a:lnTo>
                <a:lnTo>
                  <a:pt x="21276" y="13429"/>
                </a:lnTo>
                <a:lnTo>
                  <a:pt x="20923" y="15109"/>
                </a:lnTo>
                <a:lnTo>
                  <a:pt x="20421" y="16819"/>
                </a:lnTo>
                <a:lnTo>
                  <a:pt x="18639" y="17617"/>
                </a:lnTo>
                <a:lnTo>
                  <a:pt x="16859" y="18315"/>
                </a:lnTo>
                <a:lnTo>
                  <a:pt x="15071" y="18922"/>
                </a:lnTo>
                <a:lnTo>
                  <a:pt x="13277" y="19446"/>
                </a:lnTo>
                <a:lnTo>
                  <a:pt x="11465" y="19895"/>
                </a:lnTo>
                <a:lnTo>
                  <a:pt x="9636" y="20283"/>
                </a:lnTo>
                <a:lnTo>
                  <a:pt x="7778" y="20615"/>
                </a:lnTo>
                <a:lnTo>
                  <a:pt x="5893" y="20904"/>
                </a:lnTo>
                <a:lnTo>
                  <a:pt x="3971" y="21158"/>
                </a:lnTo>
                <a:lnTo>
                  <a:pt x="2007" y="21387"/>
                </a:lnTo>
                <a:lnTo>
                  <a:pt x="0" y="21600"/>
                </a:lnTo>
                <a:lnTo>
                  <a:pt x="0" y="19910"/>
                </a:lnTo>
                <a:lnTo>
                  <a:pt x="0" y="18217"/>
                </a:lnTo>
                <a:lnTo>
                  <a:pt x="0" y="16520"/>
                </a:lnTo>
                <a:lnTo>
                  <a:pt x="0" y="14815"/>
                </a:lnTo>
                <a:lnTo>
                  <a:pt x="0" y="13103"/>
                </a:lnTo>
                <a:lnTo>
                  <a:pt x="0" y="11382"/>
                </a:lnTo>
                <a:lnTo>
                  <a:pt x="0" y="9646"/>
                </a:lnTo>
                <a:lnTo>
                  <a:pt x="1928" y="9646"/>
                </a:lnTo>
                <a:lnTo>
                  <a:pt x="3868" y="9646"/>
                </a:lnTo>
                <a:lnTo>
                  <a:pt x="5835" y="9646"/>
                </a:lnTo>
                <a:lnTo>
                  <a:pt x="5715" y="8511"/>
                </a:lnTo>
                <a:lnTo>
                  <a:pt x="5593" y="7368"/>
                </a:lnTo>
                <a:lnTo>
                  <a:pt x="5470" y="6209"/>
                </a:lnTo>
                <a:lnTo>
                  <a:pt x="5590" y="4975"/>
                </a:lnTo>
                <a:lnTo>
                  <a:pt x="5712" y="3734"/>
                </a:lnTo>
                <a:lnTo>
                  <a:pt x="5835" y="2474"/>
                </a:lnTo>
                <a:lnTo>
                  <a:pt x="7500" y="1492"/>
                </a:lnTo>
                <a:lnTo>
                  <a:pt x="9195" y="803"/>
                </a:lnTo>
                <a:lnTo>
                  <a:pt x="10928" y="359"/>
                </a:lnTo>
                <a:lnTo>
                  <a:pt x="12705" y="110"/>
                </a:lnTo>
                <a:lnTo>
                  <a:pt x="14537" y="7"/>
                </a:lnTo>
                <a:lnTo>
                  <a:pt x="16428" y="0"/>
                </a:lnTo>
                <a:lnTo>
                  <a:pt x="18385" y="43"/>
                </a:lnTo>
                <a:lnTo>
                  <a:pt x="20421" y="84"/>
                </a:lnTo>
                <a:close/>
              </a:path>
            </a:pathLst>
          </a:custGeom>
          <a:solidFill>
            <a:srgbClr val="3E3B38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0" name="contour_05908"/>
          <p:cNvSpPr/>
          <p:nvPr/>
        </p:nvSpPr>
        <p:spPr>
          <a:xfrm>
            <a:off x="10024075" y="2613000"/>
            <a:ext cx="65592" cy="55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4" y="0"/>
                </a:moveTo>
                <a:lnTo>
                  <a:pt x="12451" y="51"/>
                </a:lnTo>
                <a:lnTo>
                  <a:pt x="13992" y="139"/>
                </a:lnTo>
                <a:lnTo>
                  <a:pt x="15514" y="274"/>
                </a:lnTo>
                <a:lnTo>
                  <a:pt x="17026" y="456"/>
                </a:lnTo>
                <a:lnTo>
                  <a:pt x="18540" y="688"/>
                </a:lnTo>
                <a:lnTo>
                  <a:pt x="20062" y="973"/>
                </a:lnTo>
                <a:lnTo>
                  <a:pt x="21600" y="1316"/>
                </a:lnTo>
                <a:lnTo>
                  <a:pt x="21389" y="3000"/>
                </a:lnTo>
                <a:lnTo>
                  <a:pt x="21166" y="4678"/>
                </a:lnTo>
                <a:lnTo>
                  <a:pt x="20935" y="6359"/>
                </a:lnTo>
                <a:lnTo>
                  <a:pt x="20700" y="8037"/>
                </a:lnTo>
                <a:lnTo>
                  <a:pt x="20448" y="9913"/>
                </a:lnTo>
                <a:lnTo>
                  <a:pt x="20194" y="11817"/>
                </a:lnTo>
                <a:lnTo>
                  <a:pt x="19560" y="13894"/>
                </a:lnTo>
                <a:lnTo>
                  <a:pt x="18869" y="15629"/>
                </a:lnTo>
                <a:lnTo>
                  <a:pt x="18062" y="17123"/>
                </a:lnTo>
                <a:lnTo>
                  <a:pt x="17086" y="18470"/>
                </a:lnTo>
                <a:lnTo>
                  <a:pt x="15883" y="19772"/>
                </a:lnTo>
                <a:lnTo>
                  <a:pt x="14400" y="21125"/>
                </a:lnTo>
                <a:lnTo>
                  <a:pt x="12602" y="21393"/>
                </a:lnTo>
                <a:lnTo>
                  <a:pt x="11314" y="21546"/>
                </a:lnTo>
                <a:lnTo>
                  <a:pt x="10174" y="21600"/>
                </a:lnTo>
                <a:lnTo>
                  <a:pt x="8822" y="21572"/>
                </a:lnTo>
                <a:lnTo>
                  <a:pt x="6900" y="21478"/>
                </a:lnTo>
                <a:lnTo>
                  <a:pt x="5606" y="21427"/>
                </a:lnTo>
                <a:lnTo>
                  <a:pt x="4301" y="21376"/>
                </a:lnTo>
                <a:lnTo>
                  <a:pt x="2981" y="21323"/>
                </a:lnTo>
                <a:lnTo>
                  <a:pt x="2239" y="21275"/>
                </a:lnTo>
                <a:lnTo>
                  <a:pt x="0" y="21125"/>
                </a:lnTo>
                <a:lnTo>
                  <a:pt x="998" y="17089"/>
                </a:lnTo>
                <a:lnTo>
                  <a:pt x="1860" y="13665"/>
                </a:lnTo>
                <a:lnTo>
                  <a:pt x="2616" y="10799"/>
                </a:lnTo>
                <a:lnTo>
                  <a:pt x="3295" y="8430"/>
                </a:lnTo>
                <a:lnTo>
                  <a:pt x="3929" y="6500"/>
                </a:lnTo>
                <a:lnTo>
                  <a:pt x="4546" y="4955"/>
                </a:lnTo>
                <a:lnTo>
                  <a:pt x="5174" y="3733"/>
                </a:lnTo>
                <a:lnTo>
                  <a:pt x="5846" y="2779"/>
                </a:lnTo>
                <a:lnTo>
                  <a:pt x="6590" y="2035"/>
                </a:lnTo>
                <a:lnTo>
                  <a:pt x="7438" y="1443"/>
                </a:lnTo>
                <a:lnTo>
                  <a:pt x="8414" y="945"/>
                </a:lnTo>
                <a:lnTo>
                  <a:pt x="9554" y="484"/>
                </a:lnTo>
                <a:lnTo>
                  <a:pt x="10884" y="0"/>
                </a:lnTo>
                <a:close/>
              </a:path>
            </a:pathLst>
          </a:custGeom>
          <a:solidFill>
            <a:srgbClr val="564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1" name="contour_05909"/>
          <p:cNvSpPr/>
          <p:nvPr/>
        </p:nvSpPr>
        <p:spPr>
          <a:xfrm>
            <a:off x="7283790" y="2550797"/>
            <a:ext cx="65592" cy="511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882" y="527"/>
                </a:lnTo>
                <a:lnTo>
                  <a:pt x="10106" y="939"/>
                </a:lnTo>
                <a:lnTo>
                  <a:pt x="11225" y="1377"/>
                </a:lnTo>
                <a:lnTo>
                  <a:pt x="12588" y="1980"/>
                </a:lnTo>
                <a:lnTo>
                  <a:pt x="14549" y="2889"/>
                </a:lnTo>
                <a:lnTo>
                  <a:pt x="15866" y="3487"/>
                </a:lnTo>
                <a:lnTo>
                  <a:pt x="17191" y="4093"/>
                </a:lnTo>
                <a:lnTo>
                  <a:pt x="18535" y="4703"/>
                </a:lnTo>
                <a:lnTo>
                  <a:pt x="20057" y="5427"/>
                </a:lnTo>
                <a:lnTo>
                  <a:pt x="21600" y="6160"/>
                </a:lnTo>
                <a:lnTo>
                  <a:pt x="21329" y="9662"/>
                </a:lnTo>
                <a:lnTo>
                  <a:pt x="21096" y="12129"/>
                </a:lnTo>
                <a:lnTo>
                  <a:pt x="20832" y="13903"/>
                </a:lnTo>
                <a:lnTo>
                  <a:pt x="20472" y="15323"/>
                </a:lnTo>
                <a:lnTo>
                  <a:pt x="19951" y="16737"/>
                </a:lnTo>
                <a:lnTo>
                  <a:pt x="19200" y="18480"/>
                </a:lnTo>
                <a:lnTo>
                  <a:pt x="17736" y="19376"/>
                </a:lnTo>
                <a:lnTo>
                  <a:pt x="16286" y="20100"/>
                </a:lnTo>
                <a:lnTo>
                  <a:pt x="14837" y="20667"/>
                </a:lnTo>
                <a:lnTo>
                  <a:pt x="13378" y="21089"/>
                </a:lnTo>
                <a:lnTo>
                  <a:pt x="11897" y="21375"/>
                </a:lnTo>
                <a:lnTo>
                  <a:pt x="10382" y="21541"/>
                </a:lnTo>
                <a:lnTo>
                  <a:pt x="8820" y="21600"/>
                </a:lnTo>
                <a:lnTo>
                  <a:pt x="7200" y="21560"/>
                </a:lnTo>
                <a:lnTo>
                  <a:pt x="5772" y="20762"/>
                </a:lnTo>
                <a:lnTo>
                  <a:pt x="4522" y="19909"/>
                </a:lnTo>
                <a:lnTo>
                  <a:pt x="3389" y="18976"/>
                </a:lnTo>
                <a:lnTo>
                  <a:pt x="2299" y="17932"/>
                </a:lnTo>
                <a:lnTo>
                  <a:pt x="1193" y="16749"/>
                </a:lnTo>
                <a:lnTo>
                  <a:pt x="0" y="15400"/>
                </a:lnTo>
                <a:lnTo>
                  <a:pt x="559" y="13906"/>
                </a:lnTo>
                <a:lnTo>
                  <a:pt x="1121" y="12412"/>
                </a:lnTo>
                <a:lnTo>
                  <a:pt x="1685" y="10922"/>
                </a:lnTo>
                <a:lnTo>
                  <a:pt x="2251" y="9431"/>
                </a:lnTo>
                <a:lnTo>
                  <a:pt x="2880" y="7768"/>
                </a:lnTo>
                <a:lnTo>
                  <a:pt x="3516" y="6077"/>
                </a:lnTo>
                <a:lnTo>
                  <a:pt x="4296" y="4297"/>
                </a:lnTo>
                <a:lnTo>
                  <a:pt x="4939" y="3071"/>
                </a:lnTo>
                <a:lnTo>
                  <a:pt x="5794" y="1826"/>
                </a:lnTo>
                <a:lnTo>
                  <a:pt x="7200" y="0"/>
                </a:lnTo>
                <a:close/>
              </a:path>
            </a:pathLst>
          </a:custGeom>
          <a:solidFill>
            <a:srgbClr val="C3AF75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2" name="contour_05910"/>
          <p:cNvSpPr/>
          <p:nvPr/>
        </p:nvSpPr>
        <p:spPr>
          <a:xfrm>
            <a:off x="11233882" y="2477917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75" y="0"/>
                </a:lnTo>
                <a:lnTo>
                  <a:pt x="2351" y="0"/>
                </a:lnTo>
                <a:lnTo>
                  <a:pt x="3526" y="0"/>
                </a:lnTo>
                <a:lnTo>
                  <a:pt x="4704" y="0"/>
                </a:lnTo>
                <a:lnTo>
                  <a:pt x="5882" y="0"/>
                </a:lnTo>
                <a:lnTo>
                  <a:pt x="7063" y="0"/>
                </a:lnTo>
                <a:lnTo>
                  <a:pt x="8246" y="0"/>
                </a:lnTo>
                <a:lnTo>
                  <a:pt x="9431" y="0"/>
                </a:lnTo>
                <a:lnTo>
                  <a:pt x="10619" y="0"/>
                </a:lnTo>
                <a:lnTo>
                  <a:pt x="11810" y="0"/>
                </a:lnTo>
                <a:lnTo>
                  <a:pt x="13005" y="0"/>
                </a:lnTo>
                <a:lnTo>
                  <a:pt x="14204" y="0"/>
                </a:lnTo>
                <a:lnTo>
                  <a:pt x="15407" y="0"/>
                </a:lnTo>
                <a:lnTo>
                  <a:pt x="16615" y="0"/>
                </a:lnTo>
                <a:lnTo>
                  <a:pt x="16255" y="259"/>
                </a:lnTo>
                <a:lnTo>
                  <a:pt x="15790" y="598"/>
                </a:lnTo>
                <a:lnTo>
                  <a:pt x="14906" y="1236"/>
                </a:lnTo>
                <a:lnTo>
                  <a:pt x="13292" y="2400"/>
                </a:lnTo>
                <a:lnTo>
                  <a:pt x="13621" y="3826"/>
                </a:lnTo>
                <a:lnTo>
                  <a:pt x="13952" y="5256"/>
                </a:lnTo>
                <a:lnTo>
                  <a:pt x="14283" y="6691"/>
                </a:lnTo>
                <a:lnTo>
                  <a:pt x="14617" y="8138"/>
                </a:lnTo>
                <a:lnTo>
                  <a:pt x="14954" y="9600"/>
                </a:lnTo>
                <a:lnTo>
                  <a:pt x="15776" y="8412"/>
                </a:lnTo>
                <a:lnTo>
                  <a:pt x="16604" y="7217"/>
                </a:lnTo>
                <a:lnTo>
                  <a:pt x="17435" y="6017"/>
                </a:lnTo>
                <a:lnTo>
                  <a:pt x="18277" y="4800"/>
                </a:lnTo>
                <a:lnTo>
                  <a:pt x="18209" y="5940"/>
                </a:lnTo>
                <a:lnTo>
                  <a:pt x="18139" y="7087"/>
                </a:lnTo>
                <a:lnTo>
                  <a:pt x="18069" y="8251"/>
                </a:lnTo>
                <a:lnTo>
                  <a:pt x="18101" y="8801"/>
                </a:lnTo>
                <a:lnTo>
                  <a:pt x="18154" y="9773"/>
                </a:lnTo>
                <a:lnTo>
                  <a:pt x="18277" y="12000"/>
                </a:lnTo>
                <a:lnTo>
                  <a:pt x="19271" y="12845"/>
                </a:lnTo>
                <a:lnTo>
                  <a:pt x="19948" y="13378"/>
                </a:lnTo>
                <a:lnTo>
                  <a:pt x="20621" y="13819"/>
                </a:lnTo>
                <a:lnTo>
                  <a:pt x="21600" y="14400"/>
                </a:lnTo>
                <a:lnTo>
                  <a:pt x="20728" y="14578"/>
                </a:lnTo>
                <a:lnTo>
                  <a:pt x="19840" y="14755"/>
                </a:lnTo>
                <a:lnTo>
                  <a:pt x="18704" y="15026"/>
                </a:lnTo>
                <a:lnTo>
                  <a:pt x="17549" y="15300"/>
                </a:lnTo>
                <a:lnTo>
                  <a:pt x="16983" y="15427"/>
                </a:lnTo>
                <a:lnTo>
                  <a:pt x="15271" y="15806"/>
                </a:lnTo>
                <a:lnTo>
                  <a:pt x="14110" y="16421"/>
                </a:lnTo>
                <a:lnTo>
                  <a:pt x="13402" y="16987"/>
                </a:lnTo>
                <a:lnTo>
                  <a:pt x="12860" y="17837"/>
                </a:lnTo>
                <a:lnTo>
                  <a:pt x="12196" y="19294"/>
                </a:lnTo>
                <a:lnTo>
                  <a:pt x="11915" y="20438"/>
                </a:lnTo>
                <a:lnTo>
                  <a:pt x="11631" y="21600"/>
                </a:lnTo>
                <a:lnTo>
                  <a:pt x="11631" y="20014"/>
                </a:lnTo>
                <a:lnTo>
                  <a:pt x="11631" y="18418"/>
                </a:lnTo>
                <a:lnTo>
                  <a:pt x="11631" y="16800"/>
                </a:lnTo>
                <a:lnTo>
                  <a:pt x="10534" y="16800"/>
                </a:lnTo>
                <a:lnTo>
                  <a:pt x="9436" y="16800"/>
                </a:lnTo>
                <a:lnTo>
                  <a:pt x="8333" y="16800"/>
                </a:lnTo>
                <a:lnTo>
                  <a:pt x="7224" y="16800"/>
                </a:lnTo>
                <a:lnTo>
                  <a:pt x="6109" y="16800"/>
                </a:lnTo>
                <a:lnTo>
                  <a:pt x="4985" y="16800"/>
                </a:lnTo>
                <a:lnTo>
                  <a:pt x="5362" y="15374"/>
                </a:lnTo>
                <a:lnTo>
                  <a:pt x="5659" y="14400"/>
                </a:lnTo>
                <a:lnTo>
                  <a:pt x="6036" y="13426"/>
                </a:lnTo>
                <a:lnTo>
                  <a:pt x="6646" y="12000"/>
                </a:lnTo>
                <a:lnTo>
                  <a:pt x="7744" y="12000"/>
                </a:lnTo>
                <a:lnTo>
                  <a:pt x="8849" y="12000"/>
                </a:lnTo>
                <a:lnTo>
                  <a:pt x="9969" y="12000"/>
                </a:lnTo>
                <a:lnTo>
                  <a:pt x="9969" y="10574"/>
                </a:lnTo>
                <a:lnTo>
                  <a:pt x="9969" y="9144"/>
                </a:lnTo>
                <a:lnTo>
                  <a:pt x="9969" y="7709"/>
                </a:lnTo>
                <a:lnTo>
                  <a:pt x="9969" y="6262"/>
                </a:lnTo>
                <a:lnTo>
                  <a:pt x="9969" y="4800"/>
                </a:lnTo>
                <a:lnTo>
                  <a:pt x="8873" y="4800"/>
                </a:lnTo>
                <a:lnTo>
                  <a:pt x="7774" y="4800"/>
                </a:lnTo>
                <a:lnTo>
                  <a:pt x="6676" y="4800"/>
                </a:lnTo>
                <a:lnTo>
                  <a:pt x="5574" y="4800"/>
                </a:lnTo>
                <a:lnTo>
                  <a:pt x="4470" y="4800"/>
                </a:lnTo>
                <a:lnTo>
                  <a:pt x="3360" y="4800"/>
                </a:lnTo>
                <a:lnTo>
                  <a:pt x="2246" y="4800"/>
                </a:lnTo>
                <a:lnTo>
                  <a:pt x="1127" y="4800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93999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3" name="contour_05911"/>
          <p:cNvSpPr/>
          <p:nvPr/>
        </p:nvSpPr>
        <p:spPr>
          <a:xfrm>
            <a:off x="7552695" y="2492493"/>
            <a:ext cx="8091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" y="0"/>
                </a:moveTo>
                <a:lnTo>
                  <a:pt x="842" y="933"/>
                </a:lnTo>
                <a:lnTo>
                  <a:pt x="1490" y="1871"/>
                </a:lnTo>
                <a:lnTo>
                  <a:pt x="2146" y="2824"/>
                </a:lnTo>
                <a:lnTo>
                  <a:pt x="3161" y="3768"/>
                </a:lnTo>
                <a:lnTo>
                  <a:pt x="4253" y="4575"/>
                </a:lnTo>
                <a:lnTo>
                  <a:pt x="5410" y="5257"/>
                </a:lnTo>
                <a:lnTo>
                  <a:pt x="6626" y="5824"/>
                </a:lnTo>
                <a:lnTo>
                  <a:pt x="7893" y="6288"/>
                </a:lnTo>
                <a:lnTo>
                  <a:pt x="9204" y="6661"/>
                </a:lnTo>
                <a:lnTo>
                  <a:pt x="10548" y="6955"/>
                </a:lnTo>
                <a:lnTo>
                  <a:pt x="11920" y="7181"/>
                </a:lnTo>
                <a:lnTo>
                  <a:pt x="13311" y="7352"/>
                </a:lnTo>
                <a:lnTo>
                  <a:pt x="14711" y="7478"/>
                </a:lnTo>
                <a:lnTo>
                  <a:pt x="16116" y="7572"/>
                </a:lnTo>
                <a:lnTo>
                  <a:pt x="17515" y="7644"/>
                </a:lnTo>
                <a:lnTo>
                  <a:pt x="18900" y="7707"/>
                </a:lnTo>
                <a:lnTo>
                  <a:pt x="20265" y="7774"/>
                </a:lnTo>
                <a:lnTo>
                  <a:pt x="21600" y="7855"/>
                </a:lnTo>
                <a:lnTo>
                  <a:pt x="21118" y="8827"/>
                </a:lnTo>
                <a:lnTo>
                  <a:pt x="20635" y="9804"/>
                </a:lnTo>
                <a:lnTo>
                  <a:pt x="20147" y="10786"/>
                </a:lnTo>
                <a:lnTo>
                  <a:pt x="19655" y="11782"/>
                </a:lnTo>
                <a:lnTo>
                  <a:pt x="18692" y="11295"/>
                </a:lnTo>
                <a:lnTo>
                  <a:pt x="17723" y="10808"/>
                </a:lnTo>
                <a:lnTo>
                  <a:pt x="16750" y="10315"/>
                </a:lnTo>
                <a:lnTo>
                  <a:pt x="15764" y="9818"/>
                </a:lnTo>
                <a:lnTo>
                  <a:pt x="15550" y="11114"/>
                </a:lnTo>
                <a:lnTo>
                  <a:pt x="15336" y="12412"/>
                </a:lnTo>
                <a:lnTo>
                  <a:pt x="15122" y="13710"/>
                </a:lnTo>
                <a:lnTo>
                  <a:pt x="14906" y="15012"/>
                </a:lnTo>
                <a:lnTo>
                  <a:pt x="14690" y="16318"/>
                </a:lnTo>
                <a:lnTo>
                  <a:pt x="14474" y="17630"/>
                </a:lnTo>
                <a:lnTo>
                  <a:pt x="14256" y="18945"/>
                </a:lnTo>
                <a:lnTo>
                  <a:pt x="14038" y="20269"/>
                </a:lnTo>
                <a:lnTo>
                  <a:pt x="13818" y="21600"/>
                </a:lnTo>
                <a:lnTo>
                  <a:pt x="12532" y="21600"/>
                </a:lnTo>
                <a:lnTo>
                  <a:pt x="11239" y="21600"/>
                </a:lnTo>
                <a:lnTo>
                  <a:pt x="9927" y="21600"/>
                </a:lnTo>
                <a:lnTo>
                  <a:pt x="9927" y="20434"/>
                </a:lnTo>
                <a:lnTo>
                  <a:pt x="9927" y="19263"/>
                </a:lnTo>
                <a:lnTo>
                  <a:pt x="9927" y="18089"/>
                </a:lnTo>
                <a:lnTo>
                  <a:pt x="9927" y="16905"/>
                </a:lnTo>
                <a:lnTo>
                  <a:pt x="9927" y="15709"/>
                </a:lnTo>
                <a:lnTo>
                  <a:pt x="8599" y="15892"/>
                </a:lnTo>
                <a:lnTo>
                  <a:pt x="7253" y="16078"/>
                </a:lnTo>
                <a:lnTo>
                  <a:pt x="5690" y="15880"/>
                </a:lnTo>
                <a:lnTo>
                  <a:pt x="4626" y="15640"/>
                </a:lnTo>
                <a:lnTo>
                  <a:pt x="3794" y="15228"/>
                </a:lnTo>
                <a:lnTo>
                  <a:pt x="2934" y="14517"/>
                </a:lnTo>
                <a:lnTo>
                  <a:pt x="1780" y="13376"/>
                </a:lnTo>
                <a:lnTo>
                  <a:pt x="1230" y="12015"/>
                </a:lnTo>
                <a:lnTo>
                  <a:pt x="798" y="10692"/>
                </a:lnTo>
                <a:lnTo>
                  <a:pt x="471" y="9394"/>
                </a:lnTo>
                <a:lnTo>
                  <a:pt x="239" y="8108"/>
                </a:lnTo>
                <a:lnTo>
                  <a:pt x="91" y="6824"/>
                </a:lnTo>
                <a:lnTo>
                  <a:pt x="16" y="5528"/>
                </a:lnTo>
                <a:lnTo>
                  <a:pt x="0" y="4208"/>
                </a:lnTo>
                <a:lnTo>
                  <a:pt x="33" y="2855"/>
                </a:lnTo>
                <a:lnTo>
                  <a:pt x="105" y="1457"/>
                </a:lnTo>
                <a:lnTo>
                  <a:pt x="200" y="0"/>
                </a:lnTo>
                <a:close/>
              </a:path>
            </a:pathLst>
          </a:custGeom>
          <a:solidFill>
            <a:srgbClr val="D9E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4" name="contour_05912"/>
          <p:cNvSpPr/>
          <p:nvPr/>
        </p:nvSpPr>
        <p:spPr>
          <a:xfrm>
            <a:off x="9738830" y="2485205"/>
            <a:ext cx="3725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13" y="0"/>
                </a:moveTo>
                <a:lnTo>
                  <a:pt x="7373" y="296"/>
                </a:lnTo>
                <a:lnTo>
                  <a:pt x="9106" y="555"/>
                </a:lnTo>
                <a:lnTo>
                  <a:pt x="10804" y="923"/>
                </a:lnTo>
                <a:lnTo>
                  <a:pt x="13263" y="1543"/>
                </a:lnTo>
                <a:lnTo>
                  <a:pt x="14569" y="2590"/>
                </a:lnTo>
                <a:lnTo>
                  <a:pt x="15304" y="3390"/>
                </a:lnTo>
                <a:lnTo>
                  <a:pt x="16086" y="4622"/>
                </a:lnTo>
                <a:lnTo>
                  <a:pt x="16648" y="5536"/>
                </a:lnTo>
                <a:lnTo>
                  <a:pt x="17218" y="6463"/>
                </a:lnTo>
                <a:lnTo>
                  <a:pt x="17746" y="7420"/>
                </a:lnTo>
                <a:lnTo>
                  <a:pt x="18283" y="8390"/>
                </a:lnTo>
                <a:lnTo>
                  <a:pt x="18883" y="9336"/>
                </a:lnTo>
                <a:lnTo>
                  <a:pt x="19496" y="10297"/>
                </a:lnTo>
                <a:lnTo>
                  <a:pt x="20485" y="12003"/>
                </a:lnTo>
                <a:lnTo>
                  <a:pt x="21156" y="13269"/>
                </a:lnTo>
                <a:lnTo>
                  <a:pt x="21524" y="14211"/>
                </a:lnTo>
                <a:lnTo>
                  <a:pt x="21600" y="14953"/>
                </a:lnTo>
                <a:lnTo>
                  <a:pt x="21397" y="15615"/>
                </a:lnTo>
                <a:lnTo>
                  <a:pt x="20928" y="16316"/>
                </a:lnTo>
                <a:lnTo>
                  <a:pt x="20201" y="17177"/>
                </a:lnTo>
                <a:lnTo>
                  <a:pt x="18854" y="17840"/>
                </a:lnTo>
                <a:lnTo>
                  <a:pt x="17489" y="18514"/>
                </a:lnTo>
                <a:lnTo>
                  <a:pt x="14696" y="18514"/>
                </a:lnTo>
                <a:lnTo>
                  <a:pt x="11886" y="18514"/>
                </a:lnTo>
                <a:lnTo>
                  <a:pt x="9038" y="18514"/>
                </a:lnTo>
                <a:lnTo>
                  <a:pt x="7487" y="19431"/>
                </a:lnTo>
                <a:lnTo>
                  <a:pt x="6528" y="20057"/>
                </a:lnTo>
                <a:lnTo>
                  <a:pt x="5772" y="20684"/>
                </a:lnTo>
                <a:lnTo>
                  <a:pt x="4813" y="21600"/>
                </a:lnTo>
                <a:lnTo>
                  <a:pt x="4094" y="20583"/>
                </a:lnTo>
                <a:lnTo>
                  <a:pt x="3448" y="19568"/>
                </a:lnTo>
                <a:lnTo>
                  <a:pt x="2869" y="18557"/>
                </a:lnTo>
                <a:lnTo>
                  <a:pt x="2349" y="17548"/>
                </a:lnTo>
                <a:lnTo>
                  <a:pt x="1893" y="16539"/>
                </a:lnTo>
                <a:lnTo>
                  <a:pt x="1492" y="15530"/>
                </a:lnTo>
                <a:lnTo>
                  <a:pt x="1149" y="14520"/>
                </a:lnTo>
                <a:lnTo>
                  <a:pt x="858" y="13506"/>
                </a:lnTo>
                <a:lnTo>
                  <a:pt x="613" y="12491"/>
                </a:lnTo>
                <a:lnTo>
                  <a:pt x="418" y="11471"/>
                </a:lnTo>
                <a:lnTo>
                  <a:pt x="270" y="10445"/>
                </a:lnTo>
                <a:lnTo>
                  <a:pt x="161" y="9415"/>
                </a:lnTo>
                <a:lnTo>
                  <a:pt x="93" y="8375"/>
                </a:lnTo>
                <a:lnTo>
                  <a:pt x="59" y="7329"/>
                </a:lnTo>
                <a:lnTo>
                  <a:pt x="30" y="6509"/>
                </a:lnTo>
                <a:lnTo>
                  <a:pt x="0" y="5678"/>
                </a:lnTo>
                <a:lnTo>
                  <a:pt x="51" y="4008"/>
                </a:lnTo>
                <a:lnTo>
                  <a:pt x="220" y="2839"/>
                </a:lnTo>
                <a:lnTo>
                  <a:pt x="651" y="2010"/>
                </a:lnTo>
                <a:lnTo>
                  <a:pt x="1466" y="1367"/>
                </a:lnTo>
                <a:lnTo>
                  <a:pt x="2810" y="748"/>
                </a:lnTo>
                <a:lnTo>
                  <a:pt x="4813" y="0"/>
                </a:lnTo>
                <a:close/>
              </a:path>
            </a:pathLst>
          </a:custGeom>
          <a:solidFill>
            <a:srgbClr val="CBD9E5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5" name="contour_05913"/>
          <p:cNvSpPr/>
          <p:nvPr/>
        </p:nvSpPr>
        <p:spPr>
          <a:xfrm>
            <a:off x="8718810" y="2390461"/>
            <a:ext cx="29575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" y="0"/>
                </a:moveTo>
                <a:lnTo>
                  <a:pt x="3785" y="729"/>
                </a:lnTo>
                <a:lnTo>
                  <a:pt x="6696" y="1418"/>
                </a:lnTo>
                <a:lnTo>
                  <a:pt x="9278" y="2080"/>
                </a:lnTo>
                <a:lnTo>
                  <a:pt x="11561" y="2730"/>
                </a:lnTo>
                <a:lnTo>
                  <a:pt x="13557" y="3384"/>
                </a:lnTo>
                <a:lnTo>
                  <a:pt x="15292" y="4053"/>
                </a:lnTo>
                <a:lnTo>
                  <a:pt x="16799" y="4752"/>
                </a:lnTo>
                <a:lnTo>
                  <a:pt x="18082" y="5495"/>
                </a:lnTo>
                <a:lnTo>
                  <a:pt x="19178" y="6298"/>
                </a:lnTo>
                <a:lnTo>
                  <a:pt x="20104" y="7172"/>
                </a:lnTo>
                <a:lnTo>
                  <a:pt x="20887" y="8134"/>
                </a:lnTo>
                <a:lnTo>
                  <a:pt x="21541" y="9197"/>
                </a:lnTo>
                <a:lnTo>
                  <a:pt x="21600" y="10092"/>
                </a:lnTo>
                <a:lnTo>
                  <a:pt x="21568" y="10987"/>
                </a:lnTo>
                <a:lnTo>
                  <a:pt x="21456" y="11877"/>
                </a:lnTo>
                <a:lnTo>
                  <a:pt x="21259" y="12766"/>
                </a:lnTo>
                <a:lnTo>
                  <a:pt x="20993" y="13652"/>
                </a:lnTo>
                <a:lnTo>
                  <a:pt x="20663" y="14538"/>
                </a:lnTo>
                <a:lnTo>
                  <a:pt x="20275" y="15422"/>
                </a:lnTo>
                <a:lnTo>
                  <a:pt x="19833" y="16305"/>
                </a:lnTo>
                <a:lnTo>
                  <a:pt x="19348" y="17189"/>
                </a:lnTo>
                <a:lnTo>
                  <a:pt x="18827" y="18070"/>
                </a:lnTo>
                <a:lnTo>
                  <a:pt x="18273" y="18952"/>
                </a:lnTo>
                <a:lnTo>
                  <a:pt x="17693" y="19834"/>
                </a:lnTo>
                <a:lnTo>
                  <a:pt x="17097" y="20717"/>
                </a:lnTo>
                <a:lnTo>
                  <a:pt x="16490" y="21600"/>
                </a:lnTo>
                <a:lnTo>
                  <a:pt x="13515" y="21357"/>
                </a:lnTo>
                <a:lnTo>
                  <a:pt x="11412" y="21144"/>
                </a:lnTo>
                <a:lnTo>
                  <a:pt x="9193" y="20841"/>
                </a:lnTo>
                <a:lnTo>
                  <a:pt x="5844" y="20329"/>
                </a:lnTo>
                <a:lnTo>
                  <a:pt x="4418" y="19454"/>
                </a:lnTo>
                <a:lnTo>
                  <a:pt x="3220" y="18601"/>
                </a:lnTo>
                <a:lnTo>
                  <a:pt x="2236" y="17762"/>
                </a:lnTo>
                <a:lnTo>
                  <a:pt x="1458" y="16927"/>
                </a:lnTo>
                <a:lnTo>
                  <a:pt x="857" y="16088"/>
                </a:lnTo>
                <a:lnTo>
                  <a:pt x="431" y="15238"/>
                </a:lnTo>
                <a:lnTo>
                  <a:pt x="154" y="14368"/>
                </a:lnTo>
                <a:lnTo>
                  <a:pt x="16" y="13468"/>
                </a:lnTo>
                <a:lnTo>
                  <a:pt x="0" y="12532"/>
                </a:lnTo>
                <a:lnTo>
                  <a:pt x="21" y="11799"/>
                </a:lnTo>
                <a:lnTo>
                  <a:pt x="37" y="11059"/>
                </a:lnTo>
                <a:lnTo>
                  <a:pt x="53" y="10311"/>
                </a:lnTo>
                <a:lnTo>
                  <a:pt x="96" y="9554"/>
                </a:lnTo>
                <a:lnTo>
                  <a:pt x="144" y="8792"/>
                </a:lnTo>
                <a:lnTo>
                  <a:pt x="192" y="8020"/>
                </a:lnTo>
                <a:lnTo>
                  <a:pt x="213" y="7249"/>
                </a:lnTo>
                <a:lnTo>
                  <a:pt x="240" y="6472"/>
                </a:lnTo>
                <a:lnTo>
                  <a:pt x="261" y="5686"/>
                </a:lnTo>
                <a:lnTo>
                  <a:pt x="287" y="4874"/>
                </a:lnTo>
                <a:lnTo>
                  <a:pt x="319" y="4061"/>
                </a:lnTo>
                <a:lnTo>
                  <a:pt x="357" y="3249"/>
                </a:lnTo>
                <a:lnTo>
                  <a:pt x="394" y="2437"/>
                </a:lnTo>
                <a:lnTo>
                  <a:pt x="431" y="1625"/>
                </a:lnTo>
                <a:lnTo>
                  <a:pt x="474" y="812"/>
                </a:lnTo>
                <a:lnTo>
                  <a:pt x="522" y="0"/>
                </a:lnTo>
                <a:close/>
              </a:path>
            </a:pathLst>
          </a:custGeom>
          <a:solidFill>
            <a:srgbClr val="C5D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6" name="contour_05914"/>
          <p:cNvSpPr/>
          <p:nvPr/>
        </p:nvSpPr>
        <p:spPr>
          <a:xfrm>
            <a:off x="5643992" y="2332157"/>
            <a:ext cx="43786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81" y="0"/>
                </a:moveTo>
                <a:lnTo>
                  <a:pt x="16549" y="488"/>
                </a:lnTo>
                <a:lnTo>
                  <a:pt x="18023" y="847"/>
                </a:lnTo>
                <a:lnTo>
                  <a:pt x="19472" y="1252"/>
                </a:lnTo>
                <a:lnTo>
                  <a:pt x="21571" y="1878"/>
                </a:lnTo>
                <a:lnTo>
                  <a:pt x="21600" y="2589"/>
                </a:lnTo>
                <a:lnTo>
                  <a:pt x="21345" y="3100"/>
                </a:lnTo>
                <a:lnTo>
                  <a:pt x="20575" y="3852"/>
                </a:lnTo>
                <a:lnTo>
                  <a:pt x="20025" y="4422"/>
                </a:lnTo>
                <a:lnTo>
                  <a:pt x="19464" y="5002"/>
                </a:lnTo>
                <a:lnTo>
                  <a:pt x="19152" y="5305"/>
                </a:lnTo>
                <a:lnTo>
                  <a:pt x="18199" y="6222"/>
                </a:lnTo>
                <a:lnTo>
                  <a:pt x="17588" y="6912"/>
                </a:lnTo>
                <a:lnTo>
                  <a:pt x="17048" y="7585"/>
                </a:lnTo>
                <a:lnTo>
                  <a:pt x="16581" y="8245"/>
                </a:lnTo>
                <a:lnTo>
                  <a:pt x="16186" y="8891"/>
                </a:lnTo>
                <a:lnTo>
                  <a:pt x="15862" y="9527"/>
                </a:lnTo>
                <a:lnTo>
                  <a:pt x="15614" y="10155"/>
                </a:lnTo>
                <a:lnTo>
                  <a:pt x="15434" y="10777"/>
                </a:lnTo>
                <a:lnTo>
                  <a:pt x="15330" y="11396"/>
                </a:lnTo>
                <a:lnTo>
                  <a:pt x="15298" y="12014"/>
                </a:lnTo>
                <a:lnTo>
                  <a:pt x="15337" y="12633"/>
                </a:lnTo>
                <a:lnTo>
                  <a:pt x="15449" y="13257"/>
                </a:lnTo>
                <a:lnTo>
                  <a:pt x="15632" y="13885"/>
                </a:lnTo>
                <a:lnTo>
                  <a:pt x="15887" y="14522"/>
                </a:lnTo>
                <a:lnTo>
                  <a:pt x="16218" y="15169"/>
                </a:lnTo>
                <a:lnTo>
                  <a:pt x="16617" y="15828"/>
                </a:lnTo>
                <a:lnTo>
                  <a:pt x="17092" y="16502"/>
                </a:lnTo>
                <a:lnTo>
                  <a:pt x="17638" y="17195"/>
                </a:lnTo>
                <a:lnTo>
                  <a:pt x="17778" y="17982"/>
                </a:lnTo>
                <a:lnTo>
                  <a:pt x="17703" y="18544"/>
                </a:lnTo>
                <a:lnTo>
                  <a:pt x="17282" y="19034"/>
                </a:lnTo>
                <a:lnTo>
                  <a:pt x="16376" y="19607"/>
                </a:lnTo>
                <a:lnTo>
                  <a:pt x="14859" y="20419"/>
                </a:lnTo>
                <a:lnTo>
                  <a:pt x="13514" y="20808"/>
                </a:lnTo>
                <a:lnTo>
                  <a:pt x="12159" y="21202"/>
                </a:lnTo>
                <a:lnTo>
                  <a:pt x="10786" y="21600"/>
                </a:lnTo>
                <a:lnTo>
                  <a:pt x="7895" y="21452"/>
                </a:lnTo>
                <a:lnTo>
                  <a:pt x="5889" y="21329"/>
                </a:lnTo>
                <a:lnTo>
                  <a:pt x="4250" y="21186"/>
                </a:lnTo>
                <a:lnTo>
                  <a:pt x="2459" y="20978"/>
                </a:lnTo>
                <a:lnTo>
                  <a:pt x="0" y="20661"/>
                </a:lnTo>
                <a:lnTo>
                  <a:pt x="928" y="20477"/>
                </a:lnTo>
                <a:lnTo>
                  <a:pt x="3721" y="19920"/>
                </a:lnTo>
                <a:lnTo>
                  <a:pt x="5411" y="19354"/>
                </a:lnTo>
                <a:lnTo>
                  <a:pt x="6410" y="18937"/>
                </a:lnTo>
                <a:lnTo>
                  <a:pt x="6867" y="18547"/>
                </a:lnTo>
                <a:lnTo>
                  <a:pt x="6924" y="18059"/>
                </a:lnTo>
                <a:lnTo>
                  <a:pt x="6727" y="17352"/>
                </a:lnTo>
                <a:lnTo>
                  <a:pt x="6213" y="16778"/>
                </a:lnTo>
                <a:lnTo>
                  <a:pt x="5695" y="16199"/>
                </a:lnTo>
                <a:lnTo>
                  <a:pt x="5170" y="15613"/>
                </a:lnTo>
                <a:lnTo>
                  <a:pt x="4738" y="14943"/>
                </a:lnTo>
                <a:lnTo>
                  <a:pt x="4419" y="14277"/>
                </a:lnTo>
                <a:lnTo>
                  <a:pt x="4206" y="13612"/>
                </a:lnTo>
                <a:lnTo>
                  <a:pt x="4091" y="12949"/>
                </a:lnTo>
                <a:lnTo>
                  <a:pt x="4073" y="12289"/>
                </a:lnTo>
                <a:lnTo>
                  <a:pt x="4142" y="11629"/>
                </a:lnTo>
                <a:lnTo>
                  <a:pt x="4293" y="10972"/>
                </a:lnTo>
                <a:lnTo>
                  <a:pt x="4523" y="10317"/>
                </a:lnTo>
                <a:lnTo>
                  <a:pt x="4828" y="9664"/>
                </a:lnTo>
                <a:lnTo>
                  <a:pt x="5199" y="9011"/>
                </a:lnTo>
                <a:lnTo>
                  <a:pt x="5630" y="8361"/>
                </a:lnTo>
                <a:lnTo>
                  <a:pt x="6119" y="7712"/>
                </a:lnTo>
                <a:lnTo>
                  <a:pt x="6658" y="7064"/>
                </a:lnTo>
                <a:lnTo>
                  <a:pt x="7244" y="6417"/>
                </a:lnTo>
                <a:lnTo>
                  <a:pt x="7866" y="5772"/>
                </a:lnTo>
                <a:lnTo>
                  <a:pt x="8528" y="5128"/>
                </a:lnTo>
                <a:lnTo>
                  <a:pt x="9215" y="4484"/>
                </a:lnTo>
                <a:lnTo>
                  <a:pt x="9926" y="3842"/>
                </a:lnTo>
                <a:lnTo>
                  <a:pt x="10656" y="3200"/>
                </a:lnTo>
                <a:lnTo>
                  <a:pt x="11397" y="2559"/>
                </a:lnTo>
                <a:lnTo>
                  <a:pt x="12145" y="1919"/>
                </a:lnTo>
                <a:lnTo>
                  <a:pt x="12896" y="1278"/>
                </a:lnTo>
                <a:lnTo>
                  <a:pt x="13644" y="640"/>
                </a:lnTo>
                <a:lnTo>
                  <a:pt x="14381" y="0"/>
                </a:lnTo>
                <a:close/>
              </a:path>
            </a:pathLst>
          </a:custGeom>
          <a:solidFill>
            <a:srgbClr val="C4CCD1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7" name="contour_05915"/>
          <p:cNvSpPr/>
          <p:nvPr/>
        </p:nvSpPr>
        <p:spPr>
          <a:xfrm>
            <a:off x="5330608" y="2375754"/>
            <a:ext cx="65592" cy="584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48"/>
                </a:moveTo>
                <a:lnTo>
                  <a:pt x="4147" y="0"/>
                </a:lnTo>
                <a:lnTo>
                  <a:pt x="5770" y="22"/>
                </a:lnTo>
                <a:lnTo>
                  <a:pt x="7327" y="119"/>
                </a:lnTo>
                <a:lnTo>
                  <a:pt x="8870" y="294"/>
                </a:lnTo>
                <a:lnTo>
                  <a:pt x="10459" y="550"/>
                </a:lnTo>
                <a:lnTo>
                  <a:pt x="12149" y="889"/>
                </a:lnTo>
                <a:lnTo>
                  <a:pt x="13512" y="1140"/>
                </a:lnTo>
                <a:lnTo>
                  <a:pt x="14892" y="1390"/>
                </a:lnTo>
                <a:lnTo>
                  <a:pt x="16572" y="1711"/>
                </a:lnTo>
                <a:lnTo>
                  <a:pt x="18250" y="2045"/>
                </a:lnTo>
                <a:lnTo>
                  <a:pt x="19925" y="2390"/>
                </a:lnTo>
                <a:lnTo>
                  <a:pt x="21600" y="2742"/>
                </a:lnTo>
                <a:lnTo>
                  <a:pt x="21403" y="4776"/>
                </a:lnTo>
                <a:lnTo>
                  <a:pt x="21185" y="6611"/>
                </a:lnTo>
                <a:lnTo>
                  <a:pt x="20897" y="8324"/>
                </a:lnTo>
                <a:lnTo>
                  <a:pt x="20498" y="9995"/>
                </a:lnTo>
                <a:lnTo>
                  <a:pt x="19949" y="11700"/>
                </a:lnTo>
                <a:lnTo>
                  <a:pt x="19200" y="13518"/>
                </a:lnTo>
                <a:lnTo>
                  <a:pt x="17945" y="14593"/>
                </a:lnTo>
                <a:lnTo>
                  <a:pt x="16673" y="15606"/>
                </a:lnTo>
                <a:lnTo>
                  <a:pt x="15379" y="16568"/>
                </a:lnTo>
                <a:lnTo>
                  <a:pt x="14066" y="17484"/>
                </a:lnTo>
                <a:lnTo>
                  <a:pt x="12732" y="18359"/>
                </a:lnTo>
                <a:lnTo>
                  <a:pt x="11381" y="19202"/>
                </a:lnTo>
                <a:lnTo>
                  <a:pt x="10008" y="20021"/>
                </a:lnTo>
                <a:lnTo>
                  <a:pt x="8614" y="20816"/>
                </a:lnTo>
                <a:lnTo>
                  <a:pt x="7200" y="21600"/>
                </a:lnTo>
                <a:lnTo>
                  <a:pt x="6902" y="19876"/>
                </a:lnTo>
                <a:lnTo>
                  <a:pt x="6605" y="18138"/>
                </a:lnTo>
                <a:lnTo>
                  <a:pt x="6300" y="16379"/>
                </a:lnTo>
                <a:lnTo>
                  <a:pt x="5719" y="13788"/>
                </a:lnTo>
                <a:lnTo>
                  <a:pt x="5218" y="12096"/>
                </a:lnTo>
                <a:lnTo>
                  <a:pt x="4601" y="10945"/>
                </a:lnTo>
                <a:lnTo>
                  <a:pt x="3677" y="9968"/>
                </a:lnTo>
                <a:lnTo>
                  <a:pt x="2251" y="8804"/>
                </a:lnTo>
                <a:lnTo>
                  <a:pt x="1133" y="8470"/>
                </a:lnTo>
                <a:lnTo>
                  <a:pt x="0" y="8130"/>
                </a:lnTo>
                <a:lnTo>
                  <a:pt x="302" y="6099"/>
                </a:lnTo>
                <a:lnTo>
                  <a:pt x="578" y="4666"/>
                </a:lnTo>
                <a:lnTo>
                  <a:pt x="943" y="3437"/>
                </a:lnTo>
                <a:lnTo>
                  <a:pt x="1512" y="2026"/>
                </a:lnTo>
                <a:lnTo>
                  <a:pt x="2400" y="48"/>
                </a:lnTo>
                <a:close/>
              </a:path>
            </a:pathLst>
          </a:custGeom>
          <a:solidFill>
            <a:srgbClr val="44423E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8" name="contour_05916"/>
          <p:cNvSpPr/>
          <p:nvPr/>
        </p:nvSpPr>
        <p:spPr>
          <a:xfrm>
            <a:off x="5403488" y="2317428"/>
            <a:ext cx="58304" cy="730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45"/>
                </a:moveTo>
                <a:lnTo>
                  <a:pt x="9901" y="0"/>
                </a:lnTo>
                <a:lnTo>
                  <a:pt x="11640" y="67"/>
                </a:lnTo>
                <a:lnTo>
                  <a:pt x="13327" y="233"/>
                </a:lnTo>
                <a:lnTo>
                  <a:pt x="14982" y="491"/>
                </a:lnTo>
                <a:lnTo>
                  <a:pt x="16624" y="828"/>
                </a:lnTo>
                <a:lnTo>
                  <a:pt x="18260" y="1233"/>
                </a:lnTo>
                <a:lnTo>
                  <a:pt x="19915" y="1694"/>
                </a:lnTo>
                <a:lnTo>
                  <a:pt x="21600" y="2201"/>
                </a:lnTo>
                <a:lnTo>
                  <a:pt x="21141" y="3496"/>
                </a:lnTo>
                <a:lnTo>
                  <a:pt x="20674" y="4792"/>
                </a:lnTo>
                <a:lnTo>
                  <a:pt x="20201" y="6085"/>
                </a:lnTo>
                <a:lnTo>
                  <a:pt x="19721" y="7376"/>
                </a:lnTo>
                <a:lnTo>
                  <a:pt x="19238" y="8667"/>
                </a:lnTo>
                <a:lnTo>
                  <a:pt x="18800" y="9870"/>
                </a:lnTo>
                <a:lnTo>
                  <a:pt x="18357" y="11079"/>
                </a:lnTo>
                <a:lnTo>
                  <a:pt x="17909" y="12306"/>
                </a:lnTo>
                <a:lnTo>
                  <a:pt x="17345" y="13239"/>
                </a:lnTo>
                <a:lnTo>
                  <a:pt x="16775" y="14181"/>
                </a:lnTo>
                <a:lnTo>
                  <a:pt x="16200" y="15134"/>
                </a:lnTo>
                <a:lnTo>
                  <a:pt x="14415" y="15134"/>
                </a:lnTo>
                <a:lnTo>
                  <a:pt x="12620" y="15134"/>
                </a:lnTo>
                <a:lnTo>
                  <a:pt x="10800" y="15134"/>
                </a:lnTo>
                <a:lnTo>
                  <a:pt x="10800" y="16414"/>
                </a:lnTo>
                <a:lnTo>
                  <a:pt x="10800" y="17699"/>
                </a:lnTo>
                <a:lnTo>
                  <a:pt x="10800" y="18988"/>
                </a:lnTo>
                <a:lnTo>
                  <a:pt x="10800" y="20287"/>
                </a:lnTo>
                <a:lnTo>
                  <a:pt x="10800" y="21600"/>
                </a:lnTo>
                <a:lnTo>
                  <a:pt x="9018" y="21600"/>
                </a:lnTo>
                <a:lnTo>
                  <a:pt x="7233" y="21600"/>
                </a:lnTo>
                <a:lnTo>
                  <a:pt x="5440" y="21600"/>
                </a:lnTo>
                <a:lnTo>
                  <a:pt x="3640" y="21600"/>
                </a:lnTo>
                <a:lnTo>
                  <a:pt x="1828" y="21600"/>
                </a:lnTo>
                <a:lnTo>
                  <a:pt x="0" y="21600"/>
                </a:lnTo>
                <a:lnTo>
                  <a:pt x="284" y="20242"/>
                </a:lnTo>
                <a:lnTo>
                  <a:pt x="586" y="18888"/>
                </a:lnTo>
                <a:lnTo>
                  <a:pt x="902" y="17539"/>
                </a:lnTo>
                <a:lnTo>
                  <a:pt x="1237" y="16194"/>
                </a:lnTo>
                <a:lnTo>
                  <a:pt x="1582" y="14849"/>
                </a:lnTo>
                <a:lnTo>
                  <a:pt x="1944" y="13506"/>
                </a:lnTo>
                <a:lnTo>
                  <a:pt x="2317" y="12165"/>
                </a:lnTo>
                <a:lnTo>
                  <a:pt x="2700" y="10823"/>
                </a:lnTo>
                <a:lnTo>
                  <a:pt x="3000" y="9769"/>
                </a:lnTo>
                <a:lnTo>
                  <a:pt x="3302" y="8708"/>
                </a:lnTo>
                <a:lnTo>
                  <a:pt x="3607" y="7633"/>
                </a:lnTo>
                <a:lnTo>
                  <a:pt x="4150" y="6193"/>
                </a:lnTo>
                <a:lnTo>
                  <a:pt x="4701" y="4861"/>
                </a:lnTo>
                <a:lnTo>
                  <a:pt x="5316" y="3608"/>
                </a:lnTo>
                <a:lnTo>
                  <a:pt x="6051" y="2408"/>
                </a:lnTo>
                <a:lnTo>
                  <a:pt x="6958" y="1229"/>
                </a:lnTo>
                <a:lnTo>
                  <a:pt x="8100" y="45"/>
                </a:lnTo>
                <a:close/>
              </a:path>
            </a:pathLst>
          </a:custGeom>
          <a:solidFill>
            <a:srgbClr val="16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5919" name="contour_05917"/>
          <p:cNvSpPr/>
          <p:nvPr/>
        </p:nvSpPr>
        <p:spPr>
          <a:xfrm>
            <a:off x="4842313" y="2303005"/>
            <a:ext cx="94489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28" y="0"/>
                </a:moveTo>
                <a:lnTo>
                  <a:pt x="14429" y="0"/>
                </a:lnTo>
                <a:lnTo>
                  <a:pt x="15537" y="0"/>
                </a:lnTo>
                <a:lnTo>
                  <a:pt x="16660" y="0"/>
                </a:lnTo>
                <a:lnTo>
                  <a:pt x="16660" y="1020"/>
                </a:lnTo>
                <a:lnTo>
                  <a:pt x="16660" y="2046"/>
                </a:lnTo>
                <a:lnTo>
                  <a:pt x="16660" y="3086"/>
                </a:lnTo>
                <a:lnTo>
                  <a:pt x="17650" y="3652"/>
                </a:lnTo>
                <a:lnTo>
                  <a:pt x="18326" y="4002"/>
                </a:lnTo>
                <a:lnTo>
                  <a:pt x="19003" y="4278"/>
                </a:lnTo>
                <a:lnTo>
                  <a:pt x="19992" y="4629"/>
                </a:lnTo>
                <a:lnTo>
                  <a:pt x="18891" y="4629"/>
                </a:lnTo>
                <a:lnTo>
                  <a:pt x="17783" y="4629"/>
                </a:lnTo>
                <a:lnTo>
                  <a:pt x="16660" y="4629"/>
                </a:lnTo>
                <a:lnTo>
                  <a:pt x="16660" y="5648"/>
                </a:lnTo>
                <a:lnTo>
                  <a:pt x="16660" y="6674"/>
                </a:lnTo>
                <a:lnTo>
                  <a:pt x="16660" y="7714"/>
                </a:lnTo>
                <a:lnTo>
                  <a:pt x="17761" y="7714"/>
                </a:lnTo>
                <a:lnTo>
                  <a:pt x="18869" y="7714"/>
                </a:lnTo>
                <a:lnTo>
                  <a:pt x="19992" y="7714"/>
                </a:lnTo>
                <a:lnTo>
                  <a:pt x="20497" y="8728"/>
                </a:lnTo>
                <a:lnTo>
                  <a:pt x="20910" y="9765"/>
                </a:lnTo>
                <a:lnTo>
                  <a:pt x="21232" y="10823"/>
                </a:lnTo>
                <a:lnTo>
                  <a:pt x="21455" y="11895"/>
                </a:lnTo>
                <a:lnTo>
                  <a:pt x="21580" y="12980"/>
                </a:lnTo>
                <a:lnTo>
                  <a:pt x="21600" y="14068"/>
                </a:lnTo>
                <a:lnTo>
                  <a:pt x="21515" y="15157"/>
                </a:lnTo>
                <a:lnTo>
                  <a:pt x="21322" y="16240"/>
                </a:lnTo>
                <a:lnTo>
                  <a:pt x="21014" y="17315"/>
                </a:lnTo>
                <a:lnTo>
                  <a:pt x="20552" y="18156"/>
                </a:lnTo>
                <a:lnTo>
                  <a:pt x="20181" y="18800"/>
                </a:lnTo>
                <a:lnTo>
                  <a:pt x="19772" y="19451"/>
                </a:lnTo>
                <a:lnTo>
                  <a:pt x="19198" y="20316"/>
                </a:lnTo>
                <a:lnTo>
                  <a:pt x="18326" y="21600"/>
                </a:lnTo>
                <a:lnTo>
                  <a:pt x="18463" y="20867"/>
                </a:lnTo>
                <a:lnTo>
                  <a:pt x="18603" y="20130"/>
                </a:lnTo>
                <a:lnTo>
                  <a:pt x="18743" y="19381"/>
                </a:lnTo>
                <a:lnTo>
                  <a:pt x="18681" y="19028"/>
                </a:lnTo>
                <a:lnTo>
                  <a:pt x="18575" y="18403"/>
                </a:lnTo>
                <a:lnTo>
                  <a:pt x="18326" y="16971"/>
                </a:lnTo>
                <a:lnTo>
                  <a:pt x="17250" y="16550"/>
                </a:lnTo>
                <a:lnTo>
                  <a:pt x="16165" y="16217"/>
                </a:lnTo>
                <a:lnTo>
                  <a:pt x="15068" y="15953"/>
                </a:lnTo>
                <a:lnTo>
                  <a:pt x="13953" y="15745"/>
                </a:lnTo>
                <a:lnTo>
                  <a:pt x="12820" y="15575"/>
                </a:lnTo>
                <a:lnTo>
                  <a:pt x="11662" y="15429"/>
                </a:lnTo>
                <a:lnTo>
                  <a:pt x="12762" y="15429"/>
                </a:lnTo>
                <a:lnTo>
                  <a:pt x="13863" y="15429"/>
                </a:lnTo>
                <a:lnTo>
                  <a:pt x="14969" y="15429"/>
                </a:lnTo>
                <a:lnTo>
                  <a:pt x="16080" y="15429"/>
                </a:lnTo>
                <a:lnTo>
                  <a:pt x="17198" y="15429"/>
                </a:lnTo>
                <a:lnTo>
                  <a:pt x="18326" y="15429"/>
                </a:lnTo>
                <a:lnTo>
                  <a:pt x="18166" y="14265"/>
                </a:lnTo>
                <a:lnTo>
                  <a:pt x="18000" y="13444"/>
                </a:lnTo>
                <a:lnTo>
                  <a:pt x="17746" y="12741"/>
                </a:lnTo>
                <a:lnTo>
                  <a:pt x="17327" y="11932"/>
                </a:lnTo>
                <a:lnTo>
                  <a:pt x="16660" y="10800"/>
                </a:lnTo>
                <a:lnTo>
                  <a:pt x="15592" y="10689"/>
                </a:lnTo>
                <a:lnTo>
                  <a:pt x="14534" y="10649"/>
                </a:lnTo>
                <a:lnTo>
                  <a:pt x="13483" y="10669"/>
                </a:lnTo>
                <a:lnTo>
                  <a:pt x="12437" y="10737"/>
                </a:lnTo>
                <a:lnTo>
                  <a:pt x="11389" y="10845"/>
                </a:lnTo>
                <a:lnTo>
                  <a:pt x="10341" y="10977"/>
                </a:lnTo>
                <a:lnTo>
                  <a:pt x="9288" y="11127"/>
                </a:lnTo>
                <a:lnTo>
                  <a:pt x="8227" y="11281"/>
                </a:lnTo>
                <a:lnTo>
                  <a:pt x="7875" y="11325"/>
                </a:lnTo>
                <a:lnTo>
                  <a:pt x="7257" y="11399"/>
                </a:lnTo>
                <a:lnTo>
                  <a:pt x="5841" y="11568"/>
                </a:lnTo>
                <a:lnTo>
                  <a:pt x="4672" y="11713"/>
                </a:lnTo>
                <a:lnTo>
                  <a:pt x="3502" y="11863"/>
                </a:lnTo>
                <a:lnTo>
                  <a:pt x="2334" y="12019"/>
                </a:lnTo>
                <a:lnTo>
                  <a:pt x="1166" y="12178"/>
                </a:lnTo>
                <a:lnTo>
                  <a:pt x="0" y="12343"/>
                </a:lnTo>
                <a:lnTo>
                  <a:pt x="770" y="11764"/>
                </a:lnTo>
                <a:lnTo>
                  <a:pt x="1544" y="11189"/>
                </a:lnTo>
                <a:lnTo>
                  <a:pt x="2319" y="10616"/>
                </a:lnTo>
                <a:lnTo>
                  <a:pt x="3097" y="10047"/>
                </a:lnTo>
                <a:lnTo>
                  <a:pt x="3963" y="9405"/>
                </a:lnTo>
                <a:lnTo>
                  <a:pt x="4840" y="8756"/>
                </a:lnTo>
                <a:lnTo>
                  <a:pt x="5908" y="8217"/>
                </a:lnTo>
                <a:lnTo>
                  <a:pt x="6929" y="7842"/>
                </a:lnTo>
                <a:lnTo>
                  <a:pt x="7927" y="7605"/>
                </a:lnTo>
                <a:lnTo>
                  <a:pt x="8923" y="7484"/>
                </a:lnTo>
                <a:lnTo>
                  <a:pt x="9939" y="7457"/>
                </a:lnTo>
                <a:lnTo>
                  <a:pt x="10999" y="7501"/>
                </a:lnTo>
                <a:lnTo>
                  <a:pt x="12120" y="7595"/>
                </a:lnTo>
                <a:lnTo>
                  <a:pt x="13328" y="7714"/>
                </a:lnTo>
                <a:lnTo>
                  <a:pt x="13328" y="6623"/>
                </a:lnTo>
                <a:lnTo>
                  <a:pt x="13328" y="5531"/>
                </a:lnTo>
                <a:lnTo>
                  <a:pt x="13328" y="4436"/>
                </a:lnTo>
                <a:lnTo>
                  <a:pt x="13328" y="3336"/>
                </a:lnTo>
                <a:lnTo>
                  <a:pt x="13328" y="2231"/>
                </a:lnTo>
                <a:lnTo>
                  <a:pt x="13328" y="1120"/>
                </a:lnTo>
                <a:lnTo>
                  <a:pt x="13328" y="0"/>
                </a:lnTo>
                <a:close/>
              </a:path>
            </a:pathLst>
          </a:custGeom>
          <a:solidFill>
            <a:srgbClr val="71909F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0" name="contour_05918"/>
          <p:cNvSpPr/>
          <p:nvPr/>
        </p:nvSpPr>
        <p:spPr>
          <a:xfrm>
            <a:off x="7203622" y="2317581"/>
            <a:ext cx="8051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53" y="0"/>
                </a:moveTo>
                <a:lnTo>
                  <a:pt x="20478" y="2462"/>
                </a:lnTo>
                <a:lnTo>
                  <a:pt x="21090" y="4226"/>
                </a:lnTo>
                <a:lnTo>
                  <a:pt x="21444" y="5554"/>
                </a:lnTo>
                <a:lnTo>
                  <a:pt x="21596" y="6715"/>
                </a:lnTo>
                <a:lnTo>
                  <a:pt x="21600" y="7975"/>
                </a:lnTo>
                <a:lnTo>
                  <a:pt x="21508" y="9600"/>
                </a:lnTo>
                <a:lnTo>
                  <a:pt x="20575" y="10994"/>
                </a:lnTo>
                <a:lnTo>
                  <a:pt x="19606" y="12290"/>
                </a:lnTo>
                <a:lnTo>
                  <a:pt x="18601" y="13488"/>
                </a:lnTo>
                <a:lnTo>
                  <a:pt x="17558" y="14594"/>
                </a:lnTo>
                <a:lnTo>
                  <a:pt x="16481" y="15607"/>
                </a:lnTo>
                <a:lnTo>
                  <a:pt x="15369" y="16534"/>
                </a:lnTo>
                <a:lnTo>
                  <a:pt x="14219" y="17376"/>
                </a:lnTo>
                <a:lnTo>
                  <a:pt x="13034" y="18134"/>
                </a:lnTo>
                <a:lnTo>
                  <a:pt x="11814" y="18816"/>
                </a:lnTo>
                <a:lnTo>
                  <a:pt x="10559" y="19421"/>
                </a:lnTo>
                <a:lnTo>
                  <a:pt x="9268" y="19954"/>
                </a:lnTo>
                <a:lnTo>
                  <a:pt x="7940" y="20414"/>
                </a:lnTo>
                <a:lnTo>
                  <a:pt x="6580" y="20810"/>
                </a:lnTo>
                <a:lnTo>
                  <a:pt x="5181" y="21142"/>
                </a:lnTo>
                <a:lnTo>
                  <a:pt x="3750" y="21413"/>
                </a:lnTo>
                <a:lnTo>
                  <a:pt x="3304" y="21461"/>
                </a:lnTo>
                <a:lnTo>
                  <a:pt x="1955" y="21600"/>
                </a:lnTo>
                <a:lnTo>
                  <a:pt x="1568" y="20174"/>
                </a:lnTo>
                <a:lnTo>
                  <a:pt x="1179" y="18744"/>
                </a:lnTo>
                <a:lnTo>
                  <a:pt x="790" y="17309"/>
                </a:lnTo>
                <a:lnTo>
                  <a:pt x="397" y="15862"/>
                </a:lnTo>
                <a:lnTo>
                  <a:pt x="0" y="14400"/>
                </a:lnTo>
                <a:lnTo>
                  <a:pt x="1335" y="14772"/>
                </a:lnTo>
                <a:lnTo>
                  <a:pt x="2689" y="15149"/>
                </a:lnTo>
                <a:lnTo>
                  <a:pt x="3738" y="14902"/>
                </a:lnTo>
                <a:lnTo>
                  <a:pt x="4794" y="14652"/>
                </a:lnTo>
                <a:lnTo>
                  <a:pt x="5866" y="14400"/>
                </a:lnTo>
                <a:lnTo>
                  <a:pt x="6507" y="12965"/>
                </a:lnTo>
                <a:lnTo>
                  <a:pt x="7088" y="11510"/>
                </a:lnTo>
                <a:lnTo>
                  <a:pt x="7618" y="10037"/>
                </a:lnTo>
                <a:lnTo>
                  <a:pt x="8105" y="8546"/>
                </a:lnTo>
                <a:lnTo>
                  <a:pt x="8556" y="7037"/>
                </a:lnTo>
                <a:lnTo>
                  <a:pt x="8981" y="5510"/>
                </a:lnTo>
                <a:lnTo>
                  <a:pt x="9383" y="3965"/>
                </a:lnTo>
                <a:lnTo>
                  <a:pt x="9776" y="2400"/>
                </a:lnTo>
                <a:lnTo>
                  <a:pt x="10185" y="2573"/>
                </a:lnTo>
                <a:lnTo>
                  <a:pt x="11419" y="3094"/>
                </a:lnTo>
                <a:lnTo>
                  <a:pt x="12655" y="3550"/>
                </a:lnTo>
                <a:lnTo>
                  <a:pt x="13869" y="3962"/>
                </a:lnTo>
                <a:lnTo>
                  <a:pt x="15085" y="4318"/>
                </a:lnTo>
                <a:lnTo>
                  <a:pt x="16321" y="4603"/>
                </a:lnTo>
                <a:lnTo>
                  <a:pt x="17598" y="4800"/>
                </a:lnTo>
                <a:lnTo>
                  <a:pt x="18454" y="3458"/>
                </a:lnTo>
                <a:lnTo>
                  <a:pt x="18943" y="2510"/>
                </a:lnTo>
                <a:lnTo>
                  <a:pt x="19248" y="1510"/>
                </a:lnTo>
                <a:lnTo>
                  <a:pt x="19553" y="0"/>
                </a:lnTo>
                <a:close/>
              </a:path>
            </a:pathLst>
          </a:custGeom>
          <a:solidFill>
            <a:srgbClr val="DB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1" name="contour_05919"/>
          <p:cNvSpPr/>
          <p:nvPr/>
        </p:nvSpPr>
        <p:spPr>
          <a:xfrm>
            <a:off x="10242715" y="2251989"/>
            <a:ext cx="94744" cy="66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3546" y="645"/>
                </a:lnTo>
                <a:lnTo>
                  <a:pt x="5038" y="1162"/>
                </a:lnTo>
                <a:lnTo>
                  <a:pt x="6212" y="1581"/>
                </a:lnTo>
                <a:lnTo>
                  <a:pt x="7145" y="1936"/>
                </a:lnTo>
                <a:lnTo>
                  <a:pt x="7909" y="2256"/>
                </a:lnTo>
                <a:lnTo>
                  <a:pt x="8582" y="2572"/>
                </a:lnTo>
                <a:lnTo>
                  <a:pt x="9238" y="2920"/>
                </a:lnTo>
                <a:lnTo>
                  <a:pt x="9953" y="3325"/>
                </a:lnTo>
                <a:lnTo>
                  <a:pt x="10800" y="3824"/>
                </a:lnTo>
                <a:lnTo>
                  <a:pt x="11995" y="4193"/>
                </a:lnTo>
                <a:lnTo>
                  <a:pt x="12980" y="4372"/>
                </a:lnTo>
                <a:lnTo>
                  <a:pt x="13859" y="4367"/>
                </a:lnTo>
                <a:lnTo>
                  <a:pt x="14726" y="4193"/>
                </a:lnTo>
                <a:lnTo>
                  <a:pt x="15682" y="3861"/>
                </a:lnTo>
                <a:lnTo>
                  <a:pt x="16823" y="3384"/>
                </a:lnTo>
                <a:lnTo>
                  <a:pt x="17852" y="3042"/>
                </a:lnTo>
                <a:lnTo>
                  <a:pt x="18888" y="2701"/>
                </a:lnTo>
                <a:lnTo>
                  <a:pt x="19938" y="2353"/>
                </a:lnTo>
                <a:lnTo>
                  <a:pt x="20666" y="3668"/>
                </a:lnTo>
                <a:lnTo>
                  <a:pt x="21082" y="4598"/>
                </a:lnTo>
                <a:lnTo>
                  <a:pt x="21341" y="5579"/>
                </a:lnTo>
                <a:lnTo>
                  <a:pt x="21600" y="7059"/>
                </a:lnTo>
                <a:lnTo>
                  <a:pt x="20783" y="7454"/>
                </a:lnTo>
                <a:lnTo>
                  <a:pt x="19952" y="7859"/>
                </a:lnTo>
                <a:lnTo>
                  <a:pt x="19121" y="8631"/>
                </a:lnTo>
                <a:lnTo>
                  <a:pt x="18277" y="9412"/>
                </a:lnTo>
                <a:lnTo>
                  <a:pt x="18091" y="11082"/>
                </a:lnTo>
                <a:lnTo>
                  <a:pt x="18008" y="12268"/>
                </a:lnTo>
                <a:lnTo>
                  <a:pt x="18008" y="13532"/>
                </a:lnTo>
                <a:lnTo>
                  <a:pt x="18069" y="15440"/>
                </a:lnTo>
                <a:lnTo>
                  <a:pt x="18092" y="16247"/>
                </a:lnTo>
                <a:lnTo>
                  <a:pt x="18161" y="18685"/>
                </a:lnTo>
                <a:lnTo>
                  <a:pt x="18219" y="19922"/>
                </a:lnTo>
                <a:lnTo>
                  <a:pt x="18277" y="21176"/>
                </a:lnTo>
                <a:lnTo>
                  <a:pt x="17091" y="21459"/>
                </a:lnTo>
                <a:lnTo>
                  <a:pt x="16238" y="21600"/>
                </a:lnTo>
                <a:lnTo>
                  <a:pt x="15481" y="21600"/>
                </a:lnTo>
                <a:lnTo>
                  <a:pt x="14578" y="21459"/>
                </a:lnTo>
                <a:lnTo>
                  <a:pt x="13292" y="21176"/>
                </a:lnTo>
                <a:lnTo>
                  <a:pt x="13231" y="20529"/>
                </a:lnTo>
                <a:lnTo>
                  <a:pt x="13124" y="19384"/>
                </a:lnTo>
                <a:lnTo>
                  <a:pt x="12877" y="16765"/>
                </a:lnTo>
                <a:lnTo>
                  <a:pt x="12701" y="15228"/>
                </a:lnTo>
                <a:lnTo>
                  <a:pt x="12511" y="14195"/>
                </a:lnTo>
                <a:lnTo>
                  <a:pt x="12194" y="13198"/>
                </a:lnTo>
                <a:lnTo>
                  <a:pt x="11631" y="11765"/>
                </a:lnTo>
                <a:lnTo>
                  <a:pt x="10601" y="11151"/>
                </a:lnTo>
                <a:lnTo>
                  <a:pt x="9567" y="10586"/>
                </a:lnTo>
                <a:lnTo>
                  <a:pt x="8530" y="10071"/>
                </a:lnTo>
                <a:lnTo>
                  <a:pt x="7490" y="9598"/>
                </a:lnTo>
                <a:lnTo>
                  <a:pt x="6443" y="9162"/>
                </a:lnTo>
                <a:lnTo>
                  <a:pt x="5392" y="8758"/>
                </a:lnTo>
                <a:lnTo>
                  <a:pt x="4332" y="8381"/>
                </a:lnTo>
                <a:lnTo>
                  <a:pt x="3263" y="8028"/>
                </a:lnTo>
                <a:lnTo>
                  <a:pt x="2187" y="7694"/>
                </a:lnTo>
                <a:lnTo>
                  <a:pt x="1098" y="7372"/>
                </a:lnTo>
                <a:lnTo>
                  <a:pt x="0" y="7059"/>
                </a:lnTo>
                <a:lnTo>
                  <a:pt x="329" y="5661"/>
                </a:lnTo>
                <a:lnTo>
                  <a:pt x="660" y="4259"/>
                </a:lnTo>
                <a:lnTo>
                  <a:pt x="990" y="2852"/>
                </a:lnTo>
                <a:lnTo>
                  <a:pt x="1324" y="1433"/>
                </a:lnTo>
                <a:lnTo>
                  <a:pt x="1662" y="0"/>
                </a:lnTo>
                <a:close/>
              </a:path>
            </a:pathLst>
          </a:custGeom>
          <a:solidFill>
            <a:srgbClr val="B1B6B7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2" name="contour_05920"/>
          <p:cNvSpPr/>
          <p:nvPr/>
        </p:nvSpPr>
        <p:spPr>
          <a:xfrm>
            <a:off x="2087452" y="2193685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2037"/>
                </a:lnTo>
                <a:lnTo>
                  <a:pt x="21600" y="4076"/>
                </a:lnTo>
                <a:lnTo>
                  <a:pt x="21600" y="6125"/>
                </a:lnTo>
                <a:lnTo>
                  <a:pt x="21600" y="8183"/>
                </a:lnTo>
                <a:lnTo>
                  <a:pt x="21600" y="10254"/>
                </a:lnTo>
                <a:lnTo>
                  <a:pt x="21600" y="12343"/>
                </a:lnTo>
                <a:lnTo>
                  <a:pt x="20510" y="12494"/>
                </a:lnTo>
                <a:lnTo>
                  <a:pt x="19413" y="12645"/>
                </a:lnTo>
                <a:lnTo>
                  <a:pt x="18301" y="12800"/>
                </a:lnTo>
                <a:lnTo>
                  <a:pt x="17223" y="12972"/>
                </a:lnTo>
                <a:lnTo>
                  <a:pt x="16147" y="13148"/>
                </a:lnTo>
                <a:lnTo>
                  <a:pt x="15069" y="13324"/>
                </a:lnTo>
                <a:lnTo>
                  <a:pt x="13991" y="13500"/>
                </a:lnTo>
                <a:lnTo>
                  <a:pt x="12913" y="13645"/>
                </a:lnTo>
                <a:lnTo>
                  <a:pt x="11821" y="13790"/>
                </a:lnTo>
                <a:lnTo>
                  <a:pt x="10085" y="14126"/>
                </a:lnTo>
                <a:lnTo>
                  <a:pt x="8664" y="14524"/>
                </a:lnTo>
                <a:lnTo>
                  <a:pt x="7474" y="15040"/>
                </a:lnTo>
                <a:lnTo>
                  <a:pt x="6425" y="15737"/>
                </a:lnTo>
                <a:lnTo>
                  <a:pt x="5437" y="16681"/>
                </a:lnTo>
                <a:lnTo>
                  <a:pt x="4420" y="17931"/>
                </a:lnTo>
                <a:lnTo>
                  <a:pt x="3291" y="19548"/>
                </a:lnTo>
                <a:lnTo>
                  <a:pt x="1964" y="21600"/>
                </a:lnTo>
                <a:lnTo>
                  <a:pt x="1769" y="19462"/>
                </a:lnTo>
                <a:lnTo>
                  <a:pt x="1575" y="17320"/>
                </a:lnTo>
                <a:lnTo>
                  <a:pt x="1380" y="15179"/>
                </a:lnTo>
                <a:lnTo>
                  <a:pt x="1184" y="13034"/>
                </a:lnTo>
                <a:lnTo>
                  <a:pt x="990" y="10880"/>
                </a:lnTo>
                <a:lnTo>
                  <a:pt x="793" y="8723"/>
                </a:lnTo>
                <a:lnTo>
                  <a:pt x="597" y="6557"/>
                </a:lnTo>
                <a:lnTo>
                  <a:pt x="399" y="4382"/>
                </a:lnTo>
                <a:lnTo>
                  <a:pt x="20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17765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3" name="contour_05921"/>
          <p:cNvSpPr/>
          <p:nvPr/>
        </p:nvSpPr>
        <p:spPr>
          <a:xfrm>
            <a:off x="6773383" y="2186397"/>
            <a:ext cx="3931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41" y="0"/>
                </a:moveTo>
                <a:lnTo>
                  <a:pt x="6788" y="0"/>
                </a:lnTo>
                <a:lnTo>
                  <a:pt x="9451" y="0"/>
                </a:lnTo>
                <a:lnTo>
                  <a:pt x="12149" y="0"/>
                </a:lnTo>
                <a:lnTo>
                  <a:pt x="12394" y="762"/>
                </a:lnTo>
                <a:lnTo>
                  <a:pt x="12638" y="1531"/>
                </a:lnTo>
                <a:lnTo>
                  <a:pt x="12886" y="2308"/>
                </a:lnTo>
                <a:lnTo>
                  <a:pt x="13219" y="3297"/>
                </a:lnTo>
                <a:lnTo>
                  <a:pt x="13559" y="4294"/>
                </a:lnTo>
                <a:lnTo>
                  <a:pt x="13903" y="5304"/>
                </a:lnTo>
                <a:lnTo>
                  <a:pt x="14228" y="6290"/>
                </a:lnTo>
                <a:lnTo>
                  <a:pt x="14556" y="7282"/>
                </a:lnTo>
                <a:lnTo>
                  <a:pt x="14889" y="8287"/>
                </a:lnTo>
                <a:lnTo>
                  <a:pt x="15537" y="9526"/>
                </a:lnTo>
                <a:lnTo>
                  <a:pt x="16138" y="10356"/>
                </a:lnTo>
                <a:lnTo>
                  <a:pt x="16939" y="10973"/>
                </a:lnTo>
                <a:lnTo>
                  <a:pt x="18192" y="11570"/>
                </a:lnTo>
                <a:lnTo>
                  <a:pt x="20158" y="12343"/>
                </a:lnTo>
                <a:lnTo>
                  <a:pt x="20791" y="13475"/>
                </a:lnTo>
                <a:lnTo>
                  <a:pt x="21264" y="14582"/>
                </a:lnTo>
                <a:lnTo>
                  <a:pt x="21540" y="15672"/>
                </a:lnTo>
                <a:lnTo>
                  <a:pt x="21600" y="16755"/>
                </a:lnTo>
                <a:lnTo>
                  <a:pt x="21408" y="17842"/>
                </a:lnTo>
                <a:lnTo>
                  <a:pt x="20935" y="18939"/>
                </a:lnTo>
                <a:lnTo>
                  <a:pt x="20158" y="20057"/>
                </a:lnTo>
                <a:lnTo>
                  <a:pt x="17728" y="20472"/>
                </a:lnTo>
                <a:lnTo>
                  <a:pt x="15301" y="20802"/>
                </a:lnTo>
                <a:lnTo>
                  <a:pt x="12862" y="21058"/>
                </a:lnTo>
                <a:lnTo>
                  <a:pt x="10404" y="21250"/>
                </a:lnTo>
                <a:lnTo>
                  <a:pt x="7913" y="21390"/>
                </a:lnTo>
                <a:lnTo>
                  <a:pt x="5378" y="21487"/>
                </a:lnTo>
                <a:lnTo>
                  <a:pt x="2791" y="21554"/>
                </a:lnTo>
                <a:lnTo>
                  <a:pt x="136" y="21600"/>
                </a:lnTo>
                <a:lnTo>
                  <a:pt x="76" y="20495"/>
                </a:lnTo>
                <a:lnTo>
                  <a:pt x="36" y="19397"/>
                </a:lnTo>
                <a:lnTo>
                  <a:pt x="8" y="18304"/>
                </a:lnTo>
                <a:lnTo>
                  <a:pt x="0" y="17217"/>
                </a:lnTo>
                <a:lnTo>
                  <a:pt x="16" y="16132"/>
                </a:lnTo>
                <a:lnTo>
                  <a:pt x="52" y="15052"/>
                </a:lnTo>
                <a:lnTo>
                  <a:pt x="116" y="13975"/>
                </a:lnTo>
                <a:lnTo>
                  <a:pt x="204" y="12901"/>
                </a:lnTo>
                <a:lnTo>
                  <a:pt x="324" y="11828"/>
                </a:lnTo>
                <a:lnTo>
                  <a:pt x="477" y="10757"/>
                </a:lnTo>
                <a:lnTo>
                  <a:pt x="657" y="9688"/>
                </a:lnTo>
                <a:lnTo>
                  <a:pt x="877" y="8617"/>
                </a:lnTo>
                <a:lnTo>
                  <a:pt x="1133" y="7548"/>
                </a:lnTo>
                <a:lnTo>
                  <a:pt x="1430" y="6475"/>
                </a:lnTo>
                <a:lnTo>
                  <a:pt x="1766" y="5403"/>
                </a:lnTo>
                <a:lnTo>
                  <a:pt x="2146" y="4329"/>
                </a:lnTo>
                <a:lnTo>
                  <a:pt x="2571" y="3252"/>
                </a:lnTo>
                <a:lnTo>
                  <a:pt x="3043" y="2172"/>
                </a:lnTo>
                <a:lnTo>
                  <a:pt x="3568" y="1088"/>
                </a:lnTo>
                <a:lnTo>
                  <a:pt x="4141" y="0"/>
                </a:lnTo>
                <a:close/>
              </a:path>
            </a:pathLst>
          </a:custGeom>
          <a:solidFill>
            <a:srgbClr val="C7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4" name="contour_05922"/>
          <p:cNvSpPr/>
          <p:nvPr/>
        </p:nvSpPr>
        <p:spPr>
          <a:xfrm>
            <a:off x="8311397" y="2149957"/>
            <a:ext cx="6598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28" y="0"/>
                </a:moveTo>
                <a:lnTo>
                  <a:pt x="13484" y="695"/>
                </a:lnTo>
                <a:lnTo>
                  <a:pt x="14968" y="1410"/>
                </a:lnTo>
                <a:lnTo>
                  <a:pt x="16385" y="2160"/>
                </a:lnTo>
                <a:lnTo>
                  <a:pt x="17740" y="2965"/>
                </a:lnTo>
                <a:lnTo>
                  <a:pt x="19038" y="3845"/>
                </a:lnTo>
                <a:lnTo>
                  <a:pt x="20278" y="4813"/>
                </a:lnTo>
                <a:lnTo>
                  <a:pt x="21471" y="5891"/>
                </a:lnTo>
                <a:lnTo>
                  <a:pt x="21600" y="7258"/>
                </a:lnTo>
                <a:lnTo>
                  <a:pt x="21579" y="8601"/>
                </a:lnTo>
                <a:lnTo>
                  <a:pt x="21419" y="9918"/>
                </a:lnTo>
                <a:lnTo>
                  <a:pt x="21125" y="11214"/>
                </a:lnTo>
                <a:lnTo>
                  <a:pt x="20710" y="12483"/>
                </a:lnTo>
                <a:lnTo>
                  <a:pt x="20181" y="13726"/>
                </a:lnTo>
                <a:lnTo>
                  <a:pt x="19544" y="14943"/>
                </a:lnTo>
                <a:lnTo>
                  <a:pt x="18809" y="16129"/>
                </a:lnTo>
                <a:lnTo>
                  <a:pt x="17986" y="17288"/>
                </a:lnTo>
                <a:lnTo>
                  <a:pt x="17082" y="18417"/>
                </a:lnTo>
                <a:lnTo>
                  <a:pt x="16103" y="19515"/>
                </a:lnTo>
                <a:lnTo>
                  <a:pt x="14701" y="20512"/>
                </a:lnTo>
                <a:lnTo>
                  <a:pt x="13617" y="21052"/>
                </a:lnTo>
                <a:lnTo>
                  <a:pt x="11928" y="21600"/>
                </a:lnTo>
                <a:lnTo>
                  <a:pt x="10323" y="21294"/>
                </a:lnTo>
                <a:lnTo>
                  <a:pt x="8772" y="20926"/>
                </a:lnTo>
                <a:lnTo>
                  <a:pt x="7262" y="20500"/>
                </a:lnTo>
                <a:lnTo>
                  <a:pt x="5785" y="20023"/>
                </a:lnTo>
                <a:lnTo>
                  <a:pt x="4330" y="19495"/>
                </a:lnTo>
                <a:lnTo>
                  <a:pt x="2889" y="18926"/>
                </a:lnTo>
                <a:lnTo>
                  <a:pt x="1448" y="18317"/>
                </a:lnTo>
                <a:lnTo>
                  <a:pt x="0" y="17673"/>
                </a:lnTo>
                <a:lnTo>
                  <a:pt x="995" y="16991"/>
                </a:lnTo>
                <a:lnTo>
                  <a:pt x="2004" y="16300"/>
                </a:lnTo>
                <a:lnTo>
                  <a:pt x="3485" y="15165"/>
                </a:lnTo>
                <a:lnTo>
                  <a:pt x="4821" y="14056"/>
                </a:lnTo>
                <a:lnTo>
                  <a:pt x="6017" y="12964"/>
                </a:lnTo>
                <a:lnTo>
                  <a:pt x="7083" y="11872"/>
                </a:lnTo>
                <a:lnTo>
                  <a:pt x="8023" y="10769"/>
                </a:lnTo>
                <a:lnTo>
                  <a:pt x="8846" y="9643"/>
                </a:lnTo>
                <a:lnTo>
                  <a:pt x="9559" y="8479"/>
                </a:lnTo>
                <a:lnTo>
                  <a:pt x="10170" y="7265"/>
                </a:lnTo>
                <a:lnTo>
                  <a:pt x="10685" y="5989"/>
                </a:lnTo>
                <a:lnTo>
                  <a:pt x="11113" y="4638"/>
                </a:lnTo>
                <a:lnTo>
                  <a:pt x="11456" y="3197"/>
                </a:lnTo>
                <a:lnTo>
                  <a:pt x="11726" y="1655"/>
                </a:lnTo>
                <a:lnTo>
                  <a:pt x="11928" y="0"/>
                </a:lnTo>
                <a:close/>
              </a:path>
            </a:pathLst>
          </a:custGeom>
          <a:solidFill>
            <a:srgbClr val="EB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5" name="contour_05923"/>
          <p:cNvSpPr/>
          <p:nvPr/>
        </p:nvSpPr>
        <p:spPr>
          <a:xfrm>
            <a:off x="6737191" y="2113518"/>
            <a:ext cx="531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62" y="0"/>
                </a:moveTo>
                <a:lnTo>
                  <a:pt x="5039" y="167"/>
                </a:lnTo>
                <a:lnTo>
                  <a:pt x="6549" y="311"/>
                </a:lnTo>
                <a:lnTo>
                  <a:pt x="7930" y="491"/>
                </a:lnTo>
                <a:lnTo>
                  <a:pt x="9612" y="761"/>
                </a:lnTo>
                <a:lnTo>
                  <a:pt x="12032" y="1183"/>
                </a:lnTo>
                <a:lnTo>
                  <a:pt x="13658" y="1455"/>
                </a:lnTo>
                <a:lnTo>
                  <a:pt x="15294" y="1733"/>
                </a:lnTo>
                <a:lnTo>
                  <a:pt x="16952" y="2014"/>
                </a:lnTo>
                <a:lnTo>
                  <a:pt x="18830" y="2354"/>
                </a:lnTo>
                <a:lnTo>
                  <a:pt x="20735" y="2700"/>
                </a:lnTo>
                <a:lnTo>
                  <a:pt x="21005" y="4541"/>
                </a:lnTo>
                <a:lnTo>
                  <a:pt x="21239" y="6356"/>
                </a:lnTo>
                <a:lnTo>
                  <a:pt x="21428" y="8151"/>
                </a:lnTo>
                <a:lnTo>
                  <a:pt x="21553" y="9936"/>
                </a:lnTo>
                <a:lnTo>
                  <a:pt x="21600" y="11713"/>
                </a:lnTo>
                <a:lnTo>
                  <a:pt x="21559" y="13489"/>
                </a:lnTo>
                <a:lnTo>
                  <a:pt x="21410" y="15277"/>
                </a:lnTo>
                <a:lnTo>
                  <a:pt x="21141" y="17077"/>
                </a:lnTo>
                <a:lnTo>
                  <a:pt x="20735" y="18900"/>
                </a:lnTo>
                <a:lnTo>
                  <a:pt x="18946" y="19713"/>
                </a:lnTo>
                <a:lnTo>
                  <a:pt x="17163" y="20345"/>
                </a:lnTo>
                <a:lnTo>
                  <a:pt x="15374" y="20814"/>
                </a:lnTo>
                <a:lnTo>
                  <a:pt x="13567" y="21149"/>
                </a:lnTo>
                <a:lnTo>
                  <a:pt x="11730" y="21371"/>
                </a:lnTo>
                <a:lnTo>
                  <a:pt x="9849" y="21505"/>
                </a:lnTo>
                <a:lnTo>
                  <a:pt x="7918" y="21573"/>
                </a:lnTo>
                <a:lnTo>
                  <a:pt x="5924" y="21600"/>
                </a:lnTo>
                <a:lnTo>
                  <a:pt x="5391" y="20056"/>
                </a:lnTo>
                <a:lnTo>
                  <a:pt x="4864" y="18511"/>
                </a:lnTo>
                <a:lnTo>
                  <a:pt x="4337" y="16964"/>
                </a:lnTo>
                <a:lnTo>
                  <a:pt x="3815" y="15417"/>
                </a:lnTo>
                <a:lnTo>
                  <a:pt x="3294" y="13867"/>
                </a:lnTo>
                <a:lnTo>
                  <a:pt x="2778" y="12317"/>
                </a:lnTo>
                <a:lnTo>
                  <a:pt x="2316" y="10997"/>
                </a:lnTo>
                <a:lnTo>
                  <a:pt x="1845" y="9655"/>
                </a:lnTo>
                <a:lnTo>
                  <a:pt x="1315" y="7933"/>
                </a:lnTo>
                <a:lnTo>
                  <a:pt x="841" y="6197"/>
                </a:lnTo>
                <a:lnTo>
                  <a:pt x="409" y="4450"/>
                </a:lnTo>
                <a:lnTo>
                  <a:pt x="0" y="2700"/>
                </a:lnTo>
                <a:lnTo>
                  <a:pt x="1469" y="1361"/>
                </a:lnTo>
                <a:lnTo>
                  <a:pt x="2962" y="0"/>
                </a:lnTo>
                <a:close/>
              </a:path>
            </a:pathLst>
          </a:custGeom>
          <a:solidFill>
            <a:srgbClr val="983B37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6" name="contour_05924"/>
          <p:cNvSpPr/>
          <p:nvPr/>
        </p:nvSpPr>
        <p:spPr>
          <a:xfrm>
            <a:off x="4339442" y="2112300"/>
            <a:ext cx="87456" cy="52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03"/>
                </a:moveTo>
                <a:lnTo>
                  <a:pt x="1269" y="356"/>
                </a:lnTo>
                <a:lnTo>
                  <a:pt x="2533" y="229"/>
                </a:lnTo>
                <a:lnTo>
                  <a:pt x="3793" y="121"/>
                </a:lnTo>
                <a:lnTo>
                  <a:pt x="5049" y="45"/>
                </a:lnTo>
                <a:lnTo>
                  <a:pt x="6304" y="3"/>
                </a:lnTo>
                <a:lnTo>
                  <a:pt x="7558" y="0"/>
                </a:lnTo>
                <a:lnTo>
                  <a:pt x="8815" y="42"/>
                </a:lnTo>
                <a:lnTo>
                  <a:pt x="10071" y="139"/>
                </a:lnTo>
                <a:lnTo>
                  <a:pt x="11333" y="289"/>
                </a:lnTo>
                <a:lnTo>
                  <a:pt x="12600" y="503"/>
                </a:lnTo>
                <a:lnTo>
                  <a:pt x="13554" y="2351"/>
                </a:lnTo>
                <a:lnTo>
                  <a:pt x="14233" y="3728"/>
                </a:lnTo>
                <a:lnTo>
                  <a:pt x="14738" y="4885"/>
                </a:lnTo>
                <a:lnTo>
                  <a:pt x="15167" y="6073"/>
                </a:lnTo>
                <a:lnTo>
                  <a:pt x="15620" y="7541"/>
                </a:lnTo>
                <a:lnTo>
                  <a:pt x="16200" y="9545"/>
                </a:lnTo>
                <a:lnTo>
                  <a:pt x="17167" y="10042"/>
                </a:lnTo>
                <a:lnTo>
                  <a:pt x="18139" y="10542"/>
                </a:lnTo>
                <a:lnTo>
                  <a:pt x="19125" y="11052"/>
                </a:lnTo>
                <a:lnTo>
                  <a:pt x="19942" y="11549"/>
                </a:lnTo>
                <a:lnTo>
                  <a:pt x="20767" y="12049"/>
                </a:lnTo>
                <a:lnTo>
                  <a:pt x="21600" y="12559"/>
                </a:lnTo>
                <a:lnTo>
                  <a:pt x="21600" y="14349"/>
                </a:lnTo>
                <a:lnTo>
                  <a:pt x="21600" y="16145"/>
                </a:lnTo>
                <a:lnTo>
                  <a:pt x="21600" y="17947"/>
                </a:lnTo>
                <a:lnTo>
                  <a:pt x="21600" y="19765"/>
                </a:lnTo>
                <a:lnTo>
                  <a:pt x="21600" y="21600"/>
                </a:lnTo>
                <a:lnTo>
                  <a:pt x="20412" y="21600"/>
                </a:lnTo>
                <a:lnTo>
                  <a:pt x="19222" y="21600"/>
                </a:lnTo>
                <a:lnTo>
                  <a:pt x="18032" y="21600"/>
                </a:lnTo>
                <a:lnTo>
                  <a:pt x="16839" y="21600"/>
                </a:lnTo>
                <a:lnTo>
                  <a:pt x="15642" y="21600"/>
                </a:lnTo>
                <a:lnTo>
                  <a:pt x="14440" y="21600"/>
                </a:lnTo>
                <a:lnTo>
                  <a:pt x="13234" y="21600"/>
                </a:lnTo>
                <a:lnTo>
                  <a:pt x="12020" y="21600"/>
                </a:lnTo>
                <a:lnTo>
                  <a:pt x="10800" y="21600"/>
                </a:lnTo>
                <a:lnTo>
                  <a:pt x="10800" y="19810"/>
                </a:lnTo>
                <a:lnTo>
                  <a:pt x="10800" y="18014"/>
                </a:lnTo>
                <a:lnTo>
                  <a:pt x="10800" y="16211"/>
                </a:lnTo>
                <a:lnTo>
                  <a:pt x="10800" y="14394"/>
                </a:lnTo>
                <a:lnTo>
                  <a:pt x="10800" y="12559"/>
                </a:lnTo>
                <a:lnTo>
                  <a:pt x="9623" y="11579"/>
                </a:lnTo>
                <a:lnTo>
                  <a:pt x="8753" y="10922"/>
                </a:lnTo>
                <a:lnTo>
                  <a:pt x="7933" y="10434"/>
                </a:lnTo>
                <a:lnTo>
                  <a:pt x="6901" y="9964"/>
                </a:lnTo>
                <a:lnTo>
                  <a:pt x="5400" y="9358"/>
                </a:lnTo>
                <a:lnTo>
                  <a:pt x="3899" y="8740"/>
                </a:lnTo>
                <a:lnTo>
                  <a:pt x="2867" y="8285"/>
                </a:lnTo>
                <a:lnTo>
                  <a:pt x="2047" y="7854"/>
                </a:lnTo>
                <a:lnTo>
                  <a:pt x="1177" y="7315"/>
                </a:lnTo>
                <a:lnTo>
                  <a:pt x="0" y="6531"/>
                </a:lnTo>
                <a:lnTo>
                  <a:pt x="0" y="4539"/>
                </a:lnTo>
                <a:lnTo>
                  <a:pt x="0" y="2535"/>
                </a:lnTo>
                <a:lnTo>
                  <a:pt x="0" y="503"/>
                </a:lnTo>
                <a:close/>
              </a:path>
            </a:pathLst>
          </a:custGeom>
          <a:solidFill>
            <a:srgbClr val="98C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7" name="contour_05925"/>
          <p:cNvSpPr/>
          <p:nvPr/>
        </p:nvSpPr>
        <p:spPr>
          <a:xfrm>
            <a:off x="10691050" y="2004198"/>
            <a:ext cx="6182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07" y="0"/>
                </a:moveTo>
                <a:lnTo>
                  <a:pt x="18109" y="435"/>
                </a:lnTo>
                <a:lnTo>
                  <a:pt x="19171" y="754"/>
                </a:lnTo>
                <a:lnTo>
                  <a:pt x="20177" y="1110"/>
                </a:lnTo>
                <a:lnTo>
                  <a:pt x="21600" y="1662"/>
                </a:lnTo>
                <a:lnTo>
                  <a:pt x="20643" y="3925"/>
                </a:lnTo>
                <a:lnTo>
                  <a:pt x="19828" y="5824"/>
                </a:lnTo>
                <a:lnTo>
                  <a:pt x="19122" y="7400"/>
                </a:lnTo>
                <a:lnTo>
                  <a:pt x="18496" y="8698"/>
                </a:lnTo>
                <a:lnTo>
                  <a:pt x="17918" y="9765"/>
                </a:lnTo>
                <a:lnTo>
                  <a:pt x="17353" y="10644"/>
                </a:lnTo>
                <a:lnTo>
                  <a:pt x="16772" y="11377"/>
                </a:lnTo>
                <a:lnTo>
                  <a:pt x="16146" y="12011"/>
                </a:lnTo>
                <a:lnTo>
                  <a:pt x="15438" y="12589"/>
                </a:lnTo>
                <a:lnTo>
                  <a:pt x="14621" y="13156"/>
                </a:lnTo>
                <a:lnTo>
                  <a:pt x="13663" y="13758"/>
                </a:lnTo>
                <a:lnTo>
                  <a:pt x="12530" y="14435"/>
                </a:lnTo>
                <a:lnTo>
                  <a:pt x="10982" y="15368"/>
                </a:lnTo>
                <a:lnTo>
                  <a:pt x="9900" y="16074"/>
                </a:lnTo>
                <a:lnTo>
                  <a:pt x="9149" y="16693"/>
                </a:lnTo>
                <a:lnTo>
                  <a:pt x="8581" y="17366"/>
                </a:lnTo>
                <a:lnTo>
                  <a:pt x="8056" y="18229"/>
                </a:lnTo>
                <a:lnTo>
                  <a:pt x="7438" y="19420"/>
                </a:lnTo>
                <a:lnTo>
                  <a:pt x="6883" y="20502"/>
                </a:lnTo>
                <a:lnTo>
                  <a:pt x="6322" y="21600"/>
                </a:lnTo>
                <a:lnTo>
                  <a:pt x="4639" y="21600"/>
                </a:lnTo>
                <a:lnTo>
                  <a:pt x="2946" y="21600"/>
                </a:lnTo>
                <a:lnTo>
                  <a:pt x="1230" y="21600"/>
                </a:lnTo>
                <a:lnTo>
                  <a:pt x="815" y="19503"/>
                </a:lnTo>
                <a:lnTo>
                  <a:pt x="479" y="17717"/>
                </a:lnTo>
                <a:lnTo>
                  <a:pt x="224" y="16202"/>
                </a:lnTo>
                <a:lnTo>
                  <a:pt x="64" y="14917"/>
                </a:lnTo>
                <a:lnTo>
                  <a:pt x="0" y="13827"/>
                </a:lnTo>
                <a:lnTo>
                  <a:pt x="46" y="12890"/>
                </a:lnTo>
                <a:lnTo>
                  <a:pt x="204" y="12069"/>
                </a:lnTo>
                <a:lnTo>
                  <a:pt x="484" y="11327"/>
                </a:lnTo>
                <a:lnTo>
                  <a:pt x="894" y="10621"/>
                </a:lnTo>
                <a:lnTo>
                  <a:pt x="1441" y="9914"/>
                </a:lnTo>
                <a:lnTo>
                  <a:pt x="2131" y="9170"/>
                </a:lnTo>
                <a:lnTo>
                  <a:pt x="2974" y="8346"/>
                </a:lnTo>
                <a:lnTo>
                  <a:pt x="3975" y="7405"/>
                </a:lnTo>
                <a:lnTo>
                  <a:pt x="5179" y="6644"/>
                </a:lnTo>
                <a:lnTo>
                  <a:pt x="6394" y="5900"/>
                </a:lnTo>
                <a:lnTo>
                  <a:pt x="7616" y="5167"/>
                </a:lnTo>
                <a:lnTo>
                  <a:pt x="8853" y="4448"/>
                </a:lnTo>
                <a:lnTo>
                  <a:pt x="10104" y="3738"/>
                </a:lnTo>
                <a:lnTo>
                  <a:pt x="11369" y="3039"/>
                </a:lnTo>
                <a:lnTo>
                  <a:pt x="12655" y="2346"/>
                </a:lnTo>
                <a:lnTo>
                  <a:pt x="13961" y="1662"/>
                </a:lnTo>
                <a:lnTo>
                  <a:pt x="15224" y="837"/>
                </a:lnTo>
                <a:lnTo>
                  <a:pt x="16507" y="0"/>
                </a:lnTo>
                <a:close/>
              </a:path>
            </a:pathLst>
          </a:custGeom>
          <a:solidFill>
            <a:srgbClr val="ED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8" name="contour_05926"/>
          <p:cNvSpPr/>
          <p:nvPr/>
        </p:nvSpPr>
        <p:spPr>
          <a:xfrm>
            <a:off x="8216653" y="2018774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59" y="204"/>
                </a:lnTo>
                <a:lnTo>
                  <a:pt x="5532" y="389"/>
                </a:lnTo>
                <a:lnTo>
                  <a:pt x="7752" y="564"/>
                </a:lnTo>
                <a:lnTo>
                  <a:pt x="9657" y="734"/>
                </a:lnTo>
                <a:lnTo>
                  <a:pt x="11277" y="913"/>
                </a:lnTo>
                <a:lnTo>
                  <a:pt x="12650" y="1107"/>
                </a:lnTo>
                <a:lnTo>
                  <a:pt x="13812" y="1325"/>
                </a:lnTo>
                <a:lnTo>
                  <a:pt x="14794" y="1577"/>
                </a:lnTo>
                <a:lnTo>
                  <a:pt x="15634" y="1871"/>
                </a:lnTo>
                <a:lnTo>
                  <a:pt x="16369" y="2217"/>
                </a:lnTo>
                <a:lnTo>
                  <a:pt x="17029" y="2623"/>
                </a:lnTo>
                <a:lnTo>
                  <a:pt x="17649" y="3099"/>
                </a:lnTo>
                <a:lnTo>
                  <a:pt x="18268" y="3652"/>
                </a:lnTo>
                <a:lnTo>
                  <a:pt x="18920" y="4294"/>
                </a:lnTo>
                <a:lnTo>
                  <a:pt x="19636" y="5031"/>
                </a:lnTo>
                <a:lnTo>
                  <a:pt x="20284" y="5964"/>
                </a:lnTo>
                <a:lnTo>
                  <a:pt x="20938" y="6902"/>
                </a:lnTo>
                <a:lnTo>
                  <a:pt x="21600" y="7855"/>
                </a:lnTo>
                <a:lnTo>
                  <a:pt x="20198" y="8453"/>
                </a:lnTo>
                <a:lnTo>
                  <a:pt x="18857" y="8899"/>
                </a:lnTo>
                <a:lnTo>
                  <a:pt x="17559" y="9204"/>
                </a:lnTo>
                <a:lnTo>
                  <a:pt x="16296" y="9384"/>
                </a:lnTo>
                <a:lnTo>
                  <a:pt x="15055" y="9449"/>
                </a:lnTo>
                <a:lnTo>
                  <a:pt x="13820" y="9416"/>
                </a:lnTo>
                <a:lnTo>
                  <a:pt x="12583" y="9296"/>
                </a:lnTo>
                <a:lnTo>
                  <a:pt x="11328" y="9101"/>
                </a:lnTo>
                <a:lnTo>
                  <a:pt x="10044" y="8846"/>
                </a:lnTo>
                <a:lnTo>
                  <a:pt x="8719" y="8546"/>
                </a:lnTo>
                <a:lnTo>
                  <a:pt x="7338" y="8210"/>
                </a:lnTo>
                <a:lnTo>
                  <a:pt x="5891" y="7855"/>
                </a:lnTo>
                <a:lnTo>
                  <a:pt x="6378" y="9070"/>
                </a:lnTo>
                <a:lnTo>
                  <a:pt x="6863" y="10286"/>
                </a:lnTo>
                <a:lnTo>
                  <a:pt x="7352" y="11505"/>
                </a:lnTo>
                <a:lnTo>
                  <a:pt x="7841" y="12726"/>
                </a:lnTo>
                <a:lnTo>
                  <a:pt x="8330" y="13954"/>
                </a:lnTo>
                <a:lnTo>
                  <a:pt x="8823" y="15187"/>
                </a:lnTo>
                <a:lnTo>
                  <a:pt x="9319" y="16426"/>
                </a:lnTo>
                <a:lnTo>
                  <a:pt x="9818" y="17673"/>
                </a:lnTo>
                <a:lnTo>
                  <a:pt x="8520" y="17673"/>
                </a:lnTo>
                <a:lnTo>
                  <a:pt x="7214" y="17673"/>
                </a:lnTo>
                <a:lnTo>
                  <a:pt x="5891" y="17673"/>
                </a:lnTo>
                <a:lnTo>
                  <a:pt x="5891" y="18971"/>
                </a:lnTo>
                <a:lnTo>
                  <a:pt x="5891" y="20277"/>
                </a:lnTo>
                <a:lnTo>
                  <a:pt x="5891" y="21600"/>
                </a:lnTo>
                <a:lnTo>
                  <a:pt x="4754" y="21176"/>
                </a:lnTo>
                <a:lnTo>
                  <a:pt x="3967" y="20828"/>
                </a:lnTo>
                <a:lnTo>
                  <a:pt x="3158" y="20377"/>
                </a:lnTo>
                <a:lnTo>
                  <a:pt x="1964" y="19636"/>
                </a:lnTo>
                <a:lnTo>
                  <a:pt x="1598" y="18427"/>
                </a:lnTo>
                <a:lnTo>
                  <a:pt x="1392" y="17557"/>
                </a:lnTo>
                <a:lnTo>
                  <a:pt x="1269" y="16605"/>
                </a:lnTo>
                <a:lnTo>
                  <a:pt x="1151" y="15149"/>
                </a:lnTo>
                <a:lnTo>
                  <a:pt x="1037" y="13826"/>
                </a:lnTo>
                <a:lnTo>
                  <a:pt x="921" y="12483"/>
                </a:lnTo>
                <a:lnTo>
                  <a:pt x="829" y="11100"/>
                </a:lnTo>
                <a:lnTo>
                  <a:pt x="736" y="9696"/>
                </a:lnTo>
                <a:lnTo>
                  <a:pt x="660" y="8768"/>
                </a:lnTo>
                <a:lnTo>
                  <a:pt x="583" y="7833"/>
                </a:lnTo>
                <a:lnTo>
                  <a:pt x="507" y="6885"/>
                </a:lnTo>
                <a:lnTo>
                  <a:pt x="397" y="5508"/>
                </a:lnTo>
                <a:lnTo>
                  <a:pt x="293" y="4131"/>
                </a:lnTo>
                <a:lnTo>
                  <a:pt x="190" y="2755"/>
                </a:lnTo>
                <a:lnTo>
                  <a:pt x="94" y="1377"/>
                </a:lnTo>
                <a:lnTo>
                  <a:pt x="0" y="0"/>
                </a:lnTo>
                <a:close/>
              </a:path>
            </a:pathLst>
          </a:custGeom>
          <a:solidFill>
            <a:srgbClr val="E8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929" name="contour_05927"/>
          <p:cNvSpPr/>
          <p:nvPr/>
        </p:nvSpPr>
        <p:spPr>
          <a:xfrm>
            <a:off x="5381624" y="2018774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6115" y="149"/>
                </a:lnTo>
                <a:lnTo>
                  <a:pt x="17228" y="475"/>
                </a:lnTo>
                <a:lnTo>
                  <a:pt x="18312" y="934"/>
                </a:lnTo>
                <a:lnTo>
                  <a:pt x="19388" y="1488"/>
                </a:lnTo>
                <a:lnTo>
                  <a:pt x="20478" y="2090"/>
                </a:lnTo>
                <a:lnTo>
                  <a:pt x="21600" y="2700"/>
                </a:lnTo>
                <a:lnTo>
                  <a:pt x="21436" y="4571"/>
                </a:lnTo>
                <a:lnTo>
                  <a:pt x="21271" y="6445"/>
                </a:lnTo>
                <a:lnTo>
                  <a:pt x="21107" y="8319"/>
                </a:lnTo>
                <a:lnTo>
                  <a:pt x="20940" y="10195"/>
                </a:lnTo>
                <a:lnTo>
                  <a:pt x="20776" y="12080"/>
                </a:lnTo>
                <a:lnTo>
                  <a:pt x="20610" y="13967"/>
                </a:lnTo>
                <a:lnTo>
                  <a:pt x="20444" y="15862"/>
                </a:lnTo>
                <a:lnTo>
                  <a:pt x="20276" y="17766"/>
                </a:lnTo>
                <a:lnTo>
                  <a:pt x="20108" y="19678"/>
                </a:lnTo>
                <a:lnTo>
                  <a:pt x="19938" y="21600"/>
                </a:lnTo>
                <a:lnTo>
                  <a:pt x="19046" y="20652"/>
                </a:lnTo>
                <a:lnTo>
                  <a:pt x="18149" y="19699"/>
                </a:lnTo>
                <a:lnTo>
                  <a:pt x="17238" y="18733"/>
                </a:lnTo>
                <a:lnTo>
                  <a:pt x="16074" y="17874"/>
                </a:lnTo>
                <a:lnTo>
                  <a:pt x="14922" y="17248"/>
                </a:lnTo>
                <a:lnTo>
                  <a:pt x="13777" y="16829"/>
                </a:lnTo>
                <a:lnTo>
                  <a:pt x="12639" y="16597"/>
                </a:lnTo>
                <a:lnTo>
                  <a:pt x="11503" y="16532"/>
                </a:lnTo>
                <a:lnTo>
                  <a:pt x="10365" y="16608"/>
                </a:lnTo>
                <a:lnTo>
                  <a:pt x="9222" y="16810"/>
                </a:lnTo>
                <a:lnTo>
                  <a:pt x="8072" y="17110"/>
                </a:lnTo>
                <a:lnTo>
                  <a:pt x="6910" y="17493"/>
                </a:lnTo>
                <a:lnTo>
                  <a:pt x="5734" y="17933"/>
                </a:lnTo>
                <a:lnTo>
                  <a:pt x="4539" y="18409"/>
                </a:lnTo>
                <a:lnTo>
                  <a:pt x="3323" y="18900"/>
                </a:lnTo>
                <a:lnTo>
                  <a:pt x="3391" y="17617"/>
                </a:lnTo>
                <a:lnTo>
                  <a:pt x="3461" y="16327"/>
                </a:lnTo>
                <a:lnTo>
                  <a:pt x="3531" y="15017"/>
                </a:lnTo>
                <a:lnTo>
                  <a:pt x="3463" y="13624"/>
                </a:lnTo>
                <a:lnTo>
                  <a:pt x="3393" y="12223"/>
                </a:lnTo>
                <a:lnTo>
                  <a:pt x="3323" y="10800"/>
                </a:lnTo>
                <a:lnTo>
                  <a:pt x="2336" y="9712"/>
                </a:lnTo>
                <a:lnTo>
                  <a:pt x="1662" y="9069"/>
                </a:lnTo>
                <a:lnTo>
                  <a:pt x="987" y="8616"/>
                </a:lnTo>
                <a:lnTo>
                  <a:pt x="0" y="8100"/>
                </a:lnTo>
                <a:lnTo>
                  <a:pt x="942" y="7968"/>
                </a:lnTo>
                <a:lnTo>
                  <a:pt x="1889" y="7835"/>
                </a:lnTo>
                <a:lnTo>
                  <a:pt x="2850" y="7700"/>
                </a:lnTo>
                <a:lnTo>
                  <a:pt x="3773" y="7549"/>
                </a:lnTo>
                <a:lnTo>
                  <a:pt x="4697" y="7395"/>
                </a:lnTo>
                <a:lnTo>
                  <a:pt x="5619" y="7241"/>
                </a:lnTo>
                <a:lnTo>
                  <a:pt x="6543" y="7088"/>
                </a:lnTo>
                <a:lnTo>
                  <a:pt x="7010" y="7025"/>
                </a:lnTo>
                <a:lnTo>
                  <a:pt x="8421" y="6834"/>
                </a:lnTo>
                <a:lnTo>
                  <a:pt x="9325" y="6672"/>
                </a:lnTo>
                <a:lnTo>
                  <a:pt x="10029" y="6515"/>
                </a:lnTo>
                <a:lnTo>
                  <a:pt x="10770" y="6296"/>
                </a:lnTo>
                <a:lnTo>
                  <a:pt x="11780" y="5948"/>
                </a:lnTo>
                <a:lnTo>
                  <a:pt x="13292" y="5400"/>
                </a:lnTo>
                <a:lnTo>
                  <a:pt x="13902" y="3702"/>
                </a:lnTo>
                <a:lnTo>
                  <a:pt x="14279" y="2576"/>
                </a:lnTo>
                <a:lnTo>
                  <a:pt x="14577" y="1509"/>
                </a:lnTo>
                <a:lnTo>
                  <a:pt x="14954" y="0"/>
                </a:lnTo>
                <a:close/>
              </a:path>
            </a:pathLst>
          </a:custGeom>
          <a:solidFill>
            <a:srgbClr val="DEE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0" name="contour_05928"/>
          <p:cNvSpPr/>
          <p:nvPr/>
        </p:nvSpPr>
        <p:spPr>
          <a:xfrm>
            <a:off x="4244698" y="1953182"/>
            <a:ext cx="9474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583" y="678"/>
                </a:lnTo>
                <a:lnTo>
                  <a:pt x="8520" y="1359"/>
                </a:lnTo>
                <a:lnTo>
                  <a:pt x="9454" y="2040"/>
                </a:lnTo>
                <a:lnTo>
                  <a:pt x="10390" y="2723"/>
                </a:lnTo>
                <a:lnTo>
                  <a:pt x="11323" y="3406"/>
                </a:lnTo>
                <a:lnTo>
                  <a:pt x="12256" y="4091"/>
                </a:lnTo>
                <a:lnTo>
                  <a:pt x="13189" y="4777"/>
                </a:lnTo>
                <a:lnTo>
                  <a:pt x="14121" y="5450"/>
                </a:lnTo>
                <a:lnTo>
                  <a:pt x="15067" y="6133"/>
                </a:lnTo>
                <a:lnTo>
                  <a:pt x="15961" y="6794"/>
                </a:lnTo>
                <a:lnTo>
                  <a:pt x="16868" y="7464"/>
                </a:lnTo>
                <a:lnTo>
                  <a:pt x="17282" y="7766"/>
                </a:lnTo>
                <a:lnTo>
                  <a:pt x="18529" y="8677"/>
                </a:lnTo>
                <a:lnTo>
                  <a:pt x="19364" y="9516"/>
                </a:lnTo>
                <a:lnTo>
                  <a:pt x="20043" y="10361"/>
                </a:lnTo>
                <a:lnTo>
                  <a:pt x="20613" y="11247"/>
                </a:lnTo>
                <a:lnTo>
                  <a:pt x="21116" y="12212"/>
                </a:lnTo>
                <a:lnTo>
                  <a:pt x="21600" y="13292"/>
                </a:lnTo>
                <a:lnTo>
                  <a:pt x="19693" y="14063"/>
                </a:lnTo>
                <a:lnTo>
                  <a:pt x="18343" y="14553"/>
                </a:lnTo>
                <a:lnTo>
                  <a:pt x="17356" y="14789"/>
                </a:lnTo>
                <a:lnTo>
                  <a:pt x="16539" y="14796"/>
                </a:lnTo>
                <a:lnTo>
                  <a:pt x="15698" y="14600"/>
                </a:lnTo>
                <a:lnTo>
                  <a:pt x="14641" y="14226"/>
                </a:lnTo>
                <a:lnTo>
                  <a:pt x="13972" y="13763"/>
                </a:lnTo>
                <a:lnTo>
                  <a:pt x="13292" y="13292"/>
                </a:lnTo>
                <a:lnTo>
                  <a:pt x="13292" y="14391"/>
                </a:lnTo>
                <a:lnTo>
                  <a:pt x="13292" y="15496"/>
                </a:lnTo>
                <a:lnTo>
                  <a:pt x="13292" y="16615"/>
                </a:lnTo>
                <a:lnTo>
                  <a:pt x="12274" y="17202"/>
                </a:lnTo>
                <a:lnTo>
                  <a:pt x="11524" y="17581"/>
                </a:lnTo>
                <a:lnTo>
                  <a:pt x="10672" y="17918"/>
                </a:lnTo>
                <a:lnTo>
                  <a:pt x="9346" y="18380"/>
                </a:lnTo>
                <a:lnTo>
                  <a:pt x="8354" y="18734"/>
                </a:lnTo>
                <a:lnTo>
                  <a:pt x="7374" y="19094"/>
                </a:lnTo>
                <a:lnTo>
                  <a:pt x="6404" y="19465"/>
                </a:lnTo>
                <a:lnTo>
                  <a:pt x="5443" y="19849"/>
                </a:lnTo>
                <a:lnTo>
                  <a:pt x="4489" y="20249"/>
                </a:lnTo>
                <a:lnTo>
                  <a:pt x="3542" y="20673"/>
                </a:lnTo>
                <a:lnTo>
                  <a:pt x="2600" y="21121"/>
                </a:lnTo>
                <a:lnTo>
                  <a:pt x="1662" y="21600"/>
                </a:lnTo>
                <a:lnTo>
                  <a:pt x="1333" y="20613"/>
                </a:lnTo>
                <a:lnTo>
                  <a:pt x="1002" y="19623"/>
                </a:lnTo>
                <a:lnTo>
                  <a:pt x="671" y="18629"/>
                </a:lnTo>
                <a:lnTo>
                  <a:pt x="337" y="17627"/>
                </a:lnTo>
                <a:lnTo>
                  <a:pt x="0" y="16615"/>
                </a:lnTo>
                <a:lnTo>
                  <a:pt x="1175" y="16615"/>
                </a:lnTo>
                <a:lnTo>
                  <a:pt x="2351" y="16615"/>
                </a:lnTo>
                <a:lnTo>
                  <a:pt x="3531" y="16615"/>
                </a:lnTo>
                <a:lnTo>
                  <a:pt x="4715" y="16615"/>
                </a:lnTo>
                <a:lnTo>
                  <a:pt x="5905" y="16615"/>
                </a:lnTo>
                <a:lnTo>
                  <a:pt x="7101" y="16615"/>
                </a:lnTo>
                <a:lnTo>
                  <a:pt x="8308" y="16615"/>
                </a:lnTo>
                <a:lnTo>
                  <a:pt x="8359" y="15494"/>
                </a:lnTo>
                <a:lnTo>
                  <a:pt x="8404" y="14372"/>
                </a:lnTo>
                <a:lnTo>
                  <a:pt x="8446" y="13251"/>
                </a:lnTo>
                <a:lnTo>
                  <a:pt x="8482" y="12129"/>
                </a:lnTo>
                <a:lnTo>
                  <a:pt x="8515" y="11008"/>
                </a:lnTo>
                <a:lnTo>
                  <a:pt x="8554" y="9966"/>
                </a:lnTo>
                <a:lnTo>
                  <a:pt x="8592" y="8917"/>
                </a:lnTo>
                <a:lnTo>
                  <a:pt x="8632" y="7854"/>
                </a:lnTo>
                <a:lnTo>
                  <a:pt x="8461" y="6437"/>
                </a:lnTo>
                <a:lnTo>
                  <a:pt x="8271" y="5475"/>
                </a:lnTo>
                <a:lnTo>
                  <a:pt x="7967" y="4727"/>
                </a:lnTo>
                <a:lnTo>
                  <a:pt x="7452" y="3964"/>
                </a:lnTo>
                <a:lnTo>
                  <a:pt x="6633" y="2946"/>
                </a:lnTo>
                <a:lnTo>
                  <a:pt x="5815" y="2308"/>
                </a:lnTo>
                <a:lnTo>
                  <a:pt x="4985" y="1662"/>
                </a:lnTo>
                <a:lnTo>
                  <a:pt x="5809" y="837"/>
                </a:lnTo>
                <a:lnTo>
                  <a:pt x="6646" y="0"/>
                </a:lnTo>
                <a:close/>
              </a:path>
            </a:pathLst>
          </a:custGeom>
          <a:solidFill>
            <a:srgbClr val="CDE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1" name="contour_05929"/>
          <p:cNvSpPr/>
          <p:nvPr/>
        </p:nvSpPr>
        <p:spPr>
          <a:xfrm>
            <a:off x="4711129" y="1981547"/>
            <a:ext cx="145760" cy="304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58"/>
                </a:moveTo>
                <a:lnTo>
                  <a:pt x="21365" y="3552"/>
                </a:lnTo>
                <a:lnTo>
                  <a:pt x="21174" y="5627"/>
                </a:lnTo>
                <a:lnTo>
                  <a:pt x="20926" y="7749"/>
                </a:lnTo>
                <a:lnTo>
                  <a:pt x="20520" y="10883"/>
                </a:lnTo>
                <a:lnTo>
                  <a:pt x="19864" y="11791"/>
                </a:lnTo>
                <a:lnTo>
                  <a:pt x="19394" y="12302"/>
                </a:lnTo>
                <a:lnTo>
                  <a:pt x="18877" y="12586"/>
                </a:lnTo>
                <a:lnTo>
                  <a:pt x="18090" y="12839"/>
                </a:lnTo>
                <a:lnTo>
                  <a:pt x="17370" y="13102"/>
                </a:lnTo>
                <a:lnTo>
                  <a:pt x="16638" y="13371"/>
                </a:lnTo>
                <a:lnTo>
                  <a:pt x="16260" y="13474"/>
                </a:lnTo>
                <a:lnTo>
                  <a:pt x="15120" y="13784"/>
                </a:lnTo>
                <a:lnTo>
                  <a:pt x="14377" y="14021"/>
                </a:lnTo>
                <a:lnTo>
                  <a:pt x="13635" y="14264"/>
                </a:lnTo>
                <a:lnTo>
                  <a:pt x="12892" y="14517"/>
                </a:lnTo>
                <a:lnTo>
                  <a:pt x="12150" y="14775"/>
                </a:lnTo>
                <a:lnTo>
                  <a:pt x="11818" y="14868"/>
                </a:lnTo>
                <a:lnTo>
                  <a:pt x="10817" y="15147"/>
                </a:lnTo>
                <a:lnTo>
                  <a:pt x="10166" y="15746"/>
                </a:lnTo>
                <a:lnTo>
                  <a:pt x="9722" y="16577"/>
                </a:lnTo>
                <a:lnTo>
                  <a:pt x="9282" y="18208"/>
                </a:lnTo>
                <a:lnTo>
                  <a:pt x="8640" y="21208"/>
                </a:lnTo>
                <a:lnTo>
                  <a:pt x="7903" y="21373"/>
                </a:lnTo>
                <a:lnTo>
                  <a:pt x="7173" y="21492"/>
                </a:lnTo>
                <a:lnTo>
                  <a:pt x="6445" y="21569"/>
                </a:lnTo>
                <a:lnTo>
                  <a:pt x="5719" y="21600"/>
                </a:lnTo>
                <a:lnTo>
                  <a:pt x="4989" y="21585"/>
                </a:lnTo>
                <a:lnTo>
                  <a:pt x="4253" y="21528"/>
                </a:lnTo>
                <a:lnTo>
                  <a:pt x="3640" y="21492"/>
                </a:lnTo>
                <a:lnTo>
                  <a:pt x="3019" y="21461"/>
                </a:lnTo>
                <a:lnTo>
                  <a:pt x="2264" y="21409"/>
                </a:lnTo>
                <a:lnTo>
                  <a:pt x="1510" y="21347"/>
                </a:lnTo>
                <a:lnTo>
                  <a:pt x="755" y="21280"/>
                </a:lnTo>
                <a:lnTo>
                  <a:pt x="0" y="21208"/>
                </a:lnTo>
                <a:lnTo>
                  <a:pt x="269" y="20728"/>
                </a:lnTo>
                <a:lnTo>
                  <a:pt x="1080" y="19272"/>
                </a:lnTo>
                <a:lnTo>
                  <a:pt x="1616" y="17671"/>
                </a:lnTo>
                <a:lnTo>
                  <a:pt x="2160" y="16045"/>
                </a:lnTo>
                <a:lnTo>
                  <a:pt x="2160" y="12633"/>
                </a:lnTo>
                <a:lnTo>
                  <a:pt x="2160" y="9200"/>
                </a:lnTo>
                <a:lnTo>
                  <a:pt x="2160" y="5720"/>
                </a:lnTo>
                <a:lnTo>
                  <a:pt x="2897" y="4899"/>
                </a:lnTo>
                <a:lnTo>
                  <a:pt x="3634" y="4151"/>
                </a:lnTo>
                <a:lnTo>
                  <a:pt x="4374" y="3485"/>
                </a:lnTo>
                <a:lnTo>
                  <a:pt x="5115" y="2886"/>
                </a:lnTo>
                <a:lnTo>
                  <a:pt x="5857" y="2359"/>
                </a:lnTo>
                <a:lnTo>
                  <a:pt x="6600" y="1895"/>
                </a:lnTo>
                <a:lnTo>
                  <a:pt x="7344" y="1492"/>
                </a:lnTo>
                <a:lnTo>
                  <a:pt x="8089" y="1146"/>
                </a:lnTo>
                <a:lnTo>
                  <a:pt x="8835" y="852"/>
                </a:lnTo>
                <a:lnTo>
                  <a:pt x="9583" y="609"/>
                </a:lnTo>
                <a:lnTo>
                  <a:pt x="10330" y="413"/>
                </a:lnTo>
                <a:lnTo>
                  <a:pt x="11079" y="263"/>
                </a:lnTo>
                <a:lnTo>
                  <a:pt x="11828" y="150"/>
                </a:lnTo>
                <a:lnTo>
                  <a:pt x="12578" y="67"/>
                </a:lnTo>
                <a:lnTo>
                  <a:pt x="13328" y="21"/>
                </a:lnTo>
                <a:lnTo>
                  <a:pt x="14080" y="0"/>
                </a:lnTo>
                <a:lnTo>
                  <a:pt x="14831" y="10"/>
                </a:lnTo>
                <a:lnTo>
                  <a:pt x="15582" y="36"/>
                </a:lnTo>
                <a:lnTo>
                  <a:pt x="16335" y="77"/>
                </a:lnTo>
                <a:lnTo>
                  <a:pt x="17087" y="134"/>
                </a:lnTo>
                <a:lnTo>
                  <a:pt x="17839" y="201"/>
                </a:lnTo>
                <a:lnTo>
                  <a:pt x="18591" y="274"/>
                </a:lnTo>
                <a:lnTo>
                  <a:pt x="19344" y="351"/>
                </a:lnTo>
                <a:lnTo>
                  <a:pt x="20096" y="423"/>
                </a:lnTo>
                <a:lnTo>
                  <a:pt x="20848" y="496"/>
                </a:lnTo>
                <a:lnTo>
                  <a:pt x="21600" y="558"/>
                </a:lnTo>
                <a:close/>
              </a:path>
            </a:pathLst>
          </a:custGeom>
          <a:solidFill>
            <a:srgbClr val="6CC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2" name="contour_05930"/>
          <p:cNvSpPr/>
          <p:nvPr/>
        </p:nvSpPr>
        <p:spPr>
          <a:xfrm>
            <a:off x="4215546" y="1935982"/>
            <a:ext cx="73492" cy="62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2" y="905"/>
                </a:moveTo>
                <a:lnTo>
                  <a:pt x="3671" y="302"/>
                </a:lnTo>
                <a:lnTo>
                  <a:pt x="4770" y="0"/>
                </a:lnTo>
                <a:lnTo>
                  <a:pt x="5747" y="0"/>
                </a:lnTo>
                <a:lnTo>
                  <a:pt x="6910" y="302"/>
                </a:lnTo>
                <a:lnTo>
                  <a:pt x="8568" y="905"/>
                </a:lnTo>
                <a:lnTo>
                  <a:pt x="9256" y="2404"/>
                </a:lnTo>
                <a:lnTo>
                  <a:pt x="9879" y="3918"/>
                </a:lnTo>
                <a:lnTo>
                  <a:pt x="10455" y="5455"/>
                </a:lnTo>
                <a:lnTo>
                  <a:pt x="11008" y="7011"/>
                </a:lnTo>
                <a:lnTo>
                  <a:pt x="11556" y="8588"/>
                </a:lnTo>
                <a:lnTo>
                  <a:pt x="12548" y="10296"/>
                </a:lnTo>
                <a:lnTo>
                  <a:pt x="13445" y="11161"/>
                </a:lnTo>
                <a:lnTo>
                  <a:pt x="15020" y="11928"/>
                </a:lnTo>
                <a:lnTo>
                  <a:pt x="16202" y="12152"/>
                </a:lnTo>
                <a:lnTo>
                  <a:pt x="17404" y="12378"/>
                </a:lnTo>
                <a:lnTo>
                  <a:pt x="17993" y="12542"/>
                </a:lnTo>
                <a:lnTo>
                  <a:pt x="19036" y="12826"/>
                </a:lnTo>
                <a:lnTo>
                  <a:pt x="21420" y="13480"/>
                </a:lnTo>
                <a:lnTo>
                  <a:pt x="21540" y="15383"/>
                </a:lnTo>
                <a:lnTo>
                  <a:pt x="21600" y="16726"/>
                </a:lnTo>
                <a:lnTo>
                  <a:pt x="21600" y="17873"/>
                </a:lnTo>
                <a:lnTo>
                  <a:pt x="21540" y="19186"/>
                </a:lnTo>
                <a:lnTo>
                  <a:pt x="21420" y="21024"/>
                </a:lnTo>
                <a:lnTo>
                  <a:pt x="19968" y="21208"/>
                </a:lnTo>
                <a:lnTo>
                  <a:pt x="18533" y="21366"/>
                </a:lnTo>
                <a:lnTo>
                  <a:pt x="17108" y="21489"/>
                </a:lnTo>
                <a:lnTo>
                  <a:pt x="15690" y="21570"/>
                </a:lnTo>
                <a:lnTo>
                  <a:pt x="14276" y="21600"/>
                </a:lnTo>
                <a:lnTo>
                  <a:pt x="12863" y="21567"/>
                </a:lnTo>
                <a:lnTo>
                  <a:pt x="11443" y="21467"/>
                </a:lnTo>
                <a:lnTo>
                  <a:pt x="10012" y="21288"/>
                </a:lnTo>
                <a:lnTo>
                  <a:pt x="8568" y="21024"/>
                </a:lnTo>
                <a:lnTo>
                  <a:pt x="7568" y="19538"/>
                </a:lnTo>
                <a:lnTo>
                  <a:pt x="6794" y="18084"/>
                </a:lnTo>
                <a:lnTo>
                  <a:pt x="6180" y="16590"/>
                </a:lnTo>
                <a:lnTo>
                  <a:pt x="5666" y="14978"/>
                </a:lnTo>
                <a:lnTo>
                  <a:pt x="5188" y="13165"/>
                </a:lnTo>
                <a:lnTo>
                  <a:pt x="4738" y="12074"/>
                </a:lnTo>
                <a:lnTo>
                  <a:pt x="4284" y="10965"/>
                </a:lnTo>
                <a:lnTo>
                  <a:pt x="2868" y="10965"/>
                </a:lnTo>
                <a:lnTo>
                  <a:pt x="1444" y="10965"/>
                </a:lnTo>
                <a:lnTo>
                  <a:pt x="0" y="10965"/>
                </a:lnTo>
                <a:lnTo>
                  <a:pt x="206" y="9217"/>
                </a:lnTo>
                <a:lnTo>
                  <a:pt x="448" y="7509"/>
                </a:lnTo>
                <a:lnTo>
                  <a:pt x="741" y="5829"/>
                </a:lnTo>
                <a:lnTo>
                  <a:pt x="1110" y="4175"/>
                </a:lnTo>
                <a:lnTo>
                  <a:pt x="1570" y="2537"/>
                </a:lnTo>
                <a:lnTo>
                  <a:pt x="2142" y="905"/>
                </a:lnTo>
                <a:close/>
              </a:path>
            </a:pathLst>
          </a:custGeom>
          <a:solidFill>
            <a:srgbClr val="C3C0D4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3" name="contour_05931"/>
          <p:cNvSpPr/>
          <p:nvPr/>
        </p:nvSpPr>
        <p:spPr>
          <a:xfrm>
            <a:off x="826630" y="1938606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88" y="0"/>
                </a:lnTo>
                <a:lnTo>
                  <a:pt x="5024" y="0"/>
                </a:lnTo>
                <a:lnTo>
                  <a:pt x="6480" y="0"/>
                </a:lnTo>
                <a:lnTo>
                  <a:pt x="6480" y="1188"/>
                </a:lnTo>
                <a:lnTo>
                  <a:pt x="6480" y="2378"/>
                </a:lnTo>
                <a:lnTo>
                  <a:pt x="6480" y="3573"/>
                </a:lnTo>
                <a:lnTo>
                  <a:pt x="6480" y="4774"/>
                </a:lnTo>
                <a:lnTo>
                  <a:pt x="6480" y="5981"/>
                </a:lnTo>
                <a:lnTo>
                  <a:pt x="6480" y="7200"/>
                </a:lnTo>
                <a:lnTo>
                  <a:pt x="7774" y="7052"/>
                </a:lnTo>
                <a:lnTo>
                  <a:pt x="9074" y="6901"/>
                </a:lnTo>
                <a:lnTo>
                  <a:pt x="10394" y="6750"/>
                </a:lnTo>
                <a:lnTo>
                  <a:pt x="12079" y="6775"/>
                </a:lnTo>
                <a:lnTo>
                  <a:pt x="13440" y="6914"/>
                </a:lnTo>
                <a:lnTo>
                  <a:pt x="14636" y="7232"/>
                </a:lnTo>
                <a:lnTo>
                  <a:pt x="15816" y="7798"/>
                </a:lnTo>
                <a:lnTo>
                  <a:pt x="17137" y="8676"/>
                </a:lnTo>
                <a:lnTo>
                  <a:pt x="18228" y="9866"/>
                </a:lnTo>
                <a:lnTo>
                  <a:pt x="19157" y="10939"/>
                </a:lnTo>
                <a:lnTo>
                  <a:pt x="19926" y="11952"/>
                </a:lnTo>
                <a:lnTo>
                  <a:pt x="20544" y="12958"/>
                </a:lnTo>
                <a:lnTo>
                  <a:pt x="21015" y="14011"/>
                </a:lnTo>
                <a:lnTo>
                  <a:pt x="21343" y="15165"/>
                </a:lnTo>
                <a:lnTo>
                  <a:pt x="21537" y="16477"/>
                </a:lnTo>
                <a:lnTo>
                  <a:pt x="21600" y="18000"/>
                </a:lnTo>
                <a:lnTo>
                  <a:pt x="20172" y="18000"/>
                </a:lnTo>
                <a:lnTo>
                  <a:pt x="18736" y="18000"/>
                </a:lnTo>
                <a:lnTo>
                  <a:pt x="17280" y="18000"/>
                </a:lnTo>
                <a:lnTo>
                  <a:pt x="16487" y="19069"/>
                </a:lnTo>
                <a:lnTo>
                  <a:pt x="15997" y="19800"/>
                </a:lnTo>
                <a:lnTo>
                  <a:pt x="15610" y="20531"/>
                </a:lnTo>
                <a:lnTo>
                  <a:pt x="15120" y="21600"/>
                </a:lnTo>
                <a:lnTo>
                  <a:pt x="15079" y="21105"/>
                </a:lnTo>
                <a:lnTo>
                  <a:pt x="15010" y="20228"/>
                </a:lnTo>
                <a:lnTo>
                  <a:pt x="14850" y="18225"/>
                </a:lnTo>
                <a:lnTo>
                  <a:pt x="14511" y="17050"/>
                </a:lnTo>
                <a:lnTo>
                  <a:pt x="14202" y="16259"/>
                </a:lnTo>
                <a:lnTo>
                  <a:pt x="13744" y="15496"/>
                </a:lnTo>
                <a:lnTo>
                  <a:pt x="12960" y="14400"/>
                </a:lnTo>
                <a:lnTo>
                  <a:pt x="11547" y="13835"/>
                </a:lnTo>
                <a:lnTo>
                  <a:pt x="10146" y="13334"/>
                </a:lnTo>
                <a:lnTo>
                  <a:pt x="8746" y="12888"/>
                </a:lnTo>
                <a:lnTo>
                  <a:pt x="7342" y="12487"/>
                </a:lnTo>
                <a:lnTo>
                  <a:pt x="5925" y="12118"/>
                </a:lnTo>
                <a:lnTo>
                  <a:pt x="4491" y="11776"/>
                </a:lnTo>
                <a:lnTo>
                  <a:pt x="3030" y="11448"/>
                </a:lnTo>
                <a:lnTo>
                  <a:pt x="1536" y="11126"/>
                </a:lnTo>
                <a:lnTo>
                  <a:pt x="0" y="10800"/>
                </a:lnTo>
                <a:lnTo>
                  <a:pt x="238" y="9612"/>
                </a:lnTo>
                <a:lnTo>
                  <a:pt x="475" y="8422"/>
                </a:lnTo>
                <a:lnTo>
                  <a:pt x="713" y="7232"/>
                </a:lnTo>
                <a:lnTo>
                  <a:pt x="953" y="6039"/>
                </a:lnTo>
                <a:lnTo>
                  <a:pt x="1192" y="4842"/>
                </a:lnTo>
                <a:lnTo>
                  <a:pt x="1432" y="3640"/>
                </a:lnTo>
                <a:lnTo>
                  <a:pt x="1674" y="2434"/>
                </a:lnTo>
                <a:lnTo>
                  <a:pt x="1916" y="1220"/>
                </a:lnTo>
                <a:lnTo>
                  <a:pt x="2160" y="0"/>
                </a:lnTo>
                <a:close/>
              </a:path>
            </a:pathLst>
          </a:custGeom>
          <a:solidFill>
            <a:srgbClr val="818484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4" name="contour_05932"/>
          <p:cNvSpPr/>
          <p:nvPr/>
        </p:nvSpPr>
        <p:spPr>
          <a:xfrm>
            <a:off x="5097393" y="1908033"/>
            <a:ext cx="51016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47" y="0"/>
                </a:moveTo>
                <a:lnTo>
                  <a:pt x="11806" y="96"/>
                </a:lnTo>
                <a:lnTo>
                  <a:pt x="13765" y="195"/>
                </a:lnTo>
                <a:lnTo>
                  <a:pt x="15725" y="291"/>
                </a:lnTo>
                <a:lnTo>
                  <a:pt x="17684" y="390"/>
                </a:lnTo>
                <a:lnTo>
                  <a:pt x="19641" y="486"/>
                </a:lnTo>
                <a:lnTo>
                  <a:pt x="21600" y="585"/>
                </a:lnTo>
                <a:lnTo>
                  <a:pt x="21600" y="2666"/>
                </a:lnTo>
                <a:lnTo>
                  <a:pt x="21600" y="4746"/>
                </a:lnTo>
                <a:lnTo>
                  <a:pt x="21600" y="6833"/>
                </a:lnTo>
                <a:lnTo>
                  <a:pt x="21600" y="8919"/>
                </a:lnTo>
                <a:lnTo>
                  <a:pt x="21600" y="11012"/>
                </a:lnTo>
                <a:lnTo>
                  <a:pt x="21600" y="13113"/>
                </a:lnTo>
                <a:lnTo>
                  <a:pt x="21600" y="15221"/>
                </a:lnTo>
                <a:lnTo>
                  <a:pt x="21600" y="17337"/>
                </a:lnTo>
                <a:lnTo>
                  <a:pt x="21600" y="19463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3" y="21600"/>
                </a:lnTo>
                <a:lnTo>
                  <a:pt x="15182" y="21600"/>
                </a:lnTo>
                <a:lnTo>
                  <a:pt x="13034" y="21600"/>
                </a:lnTo>
                <a:lnTo>
                  <a:pt x="10883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5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904" y="16854"/>
                </a:lnTo>
                <a:lnTo>
                  <a:pt x="1676" y="12894"/>
                </a:lnTo>
                <a:lnTo>
                  <a:pt x="2354" y="9643"/>
                </a:lnTo>
                <a:lnTo>
                  <a:pt x="2972" y="7031"/>
                </a:lnTo>
                <a:lnTo>
                  <a:pt x="3564" y="4977"/>
                </a:lnTo>
                <a:lnTo>
                  <a:pt x="4166" y="3407"/>
                </a:lnTo>
                <a:lnTo>
                  <a:pt x="4808" y="2252"/>
                </a:lnTo>
                <a:lnTo>
                  <a:pt x="5527" y="1429"/>
                </a:lnTo>
                <a:lnTo>
                  <a:pt x="6353" y="868"/>
                </a:lnTo>
                <a:lnTo>
                  <a:pt x="7329" y="492"/>
                </a:lnTo>
                <a:lnTo>
                  <a:pt x="8483" y="228"/>
                </a:lnTo>
                <a:lnTo>
                  <a:pt x="9847" y="0"/>
                </a:lnTo>
                <a:close/>
              </a:path>
            </a:pathLst>
          </a:custGeom>
          <a:solidFill>
            <a:srgbClr val="BFD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5" name="contour_05933"/>
          <p:cNvSpPr/>
          <p:nvPr/>
        </p:nvSpPr>
        <p:spPr>
          <a:xfrm>
            <a:off x="11102698" y="1821014"/>
            <a:ext cx="58304" cy="88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240"/>
                </a:moveTo>
                <a:lnTo>
                  <a:pt x="12728" y="80"/>
                </a:lnTo>
                <a:lnTo>
                  <a:pt x="14113" y="0"/>
                </a:lnTo>
                <a:lnTo>
                  <a:pt x="15344" y="0"/>
                </a:lnTo>
                <a:lnTo>
                  <a:pt x="16810" y="80"/>
                </a:lnTo>
                <a:lnTo>
                  <a:pt x="18900" y="240"/>
                </a:lnTo>
                <a:lnTo>
                  <a:pt x="19813" y="1565"/>
                </a:lnTo>
                <a:lnTo>
                  <a:pt x="20409" y="2504"/>
                </a:lnTo>
                <a:lnTo>
                  <a:pt x="20820" y="3316"/>
                </a:lnTo>
                <a:lnTo>
                  <a:pt x="21173" y="4256"/>
                </a:lnTo>
                <a:lnTo>
                  <a:pt x="21600" y="5580"/>
                </a:lnTo>
                <a:lnTo>
                  <a:pt x="19818" y="5874"/>
                </a:lnTo>
                <a:lnTo>
                  <a:pt x="18033" y="6168"/>
                </a:lnTo>
                <a:lnTo>
                  <a:pt x="16241" y="6463"/>
                </a:lnTo>
                <a:lnTo>
                  <a:pt x="14440" y="6760"/>
                </a:lnTo>
                <a:lnTo>
                  <a:pt x="12628" y="7059"/>
                </a:lnTo>
                <a:lnTo>
                  <a:pt x="10800" y="7360"/>
                </a:lnTo>
                <a:lnTo>
                  <a:pt x="11580" y="8090"/>
                </a:lnTo>
                <a:lnTo>
                  <a:pt x="12366" y="8827"/>
                </a:lnTo>
                <a:lnTo>
                  <a:pt x="13162" y="9571"/>
                </a:lnTo>
                <a:lnTo>
                  <a:pt x="13611" y="9998"/>
                </a:lnTo>
                <a:lnTo>
                  <a:pt x="14396" y="10753"/>
                </a:lnTo>
                <a:lnTo>
                  <a:pt x="16200" y="12478"/>
                </a:lnTo>
                <a:lnTo>
                  <a:pt x="17204" y="13428"/>
                </a:lnTo>
                <a:lnTo>
                  <a:pt x="18214" y="14386"/>
                </a:lnTo>
                <a:lnTo>
                  <a:pt x="19238" y="15356"/>
                </a:lnTo>
                <a:lnTo>
                  <a:pt x="20234" y="16504"/>
                </a:lnTo>
                <a:lnTo>
                  <a:pt x="20901" y="17376"/>
                </a:lnTo>
                <a:lnTo>
                  <a:pt x="21306" y="18150"/>
                </a:lnTo>
                <a:lnTo>
                  <a:pt x="21514" y="18996"/>
                </a:lnTo>
                <a:lnTo>
                  <a:pt x="21589" y="20087"/>
                </a:lnTo>
                <a:lnTo>
                  <a:pt x="21600" y="21600"/>
                </a:lnTo>
                <a:lnTo>
                  <a:pt x="19591" y="21319"/>
                </a:lnTo>
                <a:lnTo>
                  <a:pt x="18166" y="21086"/>
                </a:lnTo>
                <a:lnTo>
                  <a:pt x="16934" y="20815"/>
                </a:lnTo>
                <a:lnTo>
                  <a:pt x="15509" y="20422"/>
                </a:lnTo>
                <a:lnTo>
                  <a:pt x="13500" y="19820"/>
                </a:lnTo>
                <a:lnTo>
                  <a:pt x="13257" y="18442"/>
                </a:lnTo>
                <a:lnTo>
                  <a:pt x="13136" y="17476"/>
                </a:lnTo>
                <a:lnTo>
                  <a:pt x="13136" y="16664"/>
                </a:lnTo>
                <a:lnTo>
                  <a:pt x="13257" y="15751"/>
                </a:lnTo>
                <a:lnTo>
                  <a:pt x="13500" y="14480"/>
                </a:lnTo>
                <a:lnTo>
                  <a:pt x="11896" y="14480"/>
                </a:lnTo>
                <a:lnTo>
                  <a:pt x="10287" y="14480"/>
                </a:lnTo>
                <a:lnTo>
                  <a:pt x="8672" y="14480"/>
                </a:lnTo>
                <a:lnTo>
                  <a:pt x="7044" y="14480"/>
                </a:lnTo>
                <a:lnTo>
                  <a:pt x="5400" y="14480"/>
                </a:lnTo>
                <a:lnTo>
                  <a:pt x="5935" y="15537"/>
                </a:lnTo>
                <a:lnTo>
                  <a:pt x="6472" y="16598"/>
                </a:lnTo>
                <a:lnTo>
                  <a:pt x="7009" y="17663"/>
                </a:lnTo>
                <a:lnTo>
                  <a:pt x="7552" y="18736"/>
                </a:lnTo>
                <a:lnTo>
                  <a:pt x="8100" y="19820"/>
                </a:lnTo>
                <a:lnTo>
                  <a:pt x="6496" y="19468"/>
                </a:lnTo>
                <a:lnTo>
                  <a:pt x="4887" y="19113"/>
                </a:lnTo>
                <a:lnTo>
                  <a:pt x="3272" y="18759"/>
                </a:lnTo>
                <a:lnTo>
                  <a:pt x="1644" y="18401"/>
                </a:lnTo>
                <a:lnTo>
                  <a:pt x="0" y="18040"/>
                </a:lnTo>
                <a:lnTo>
                  <a:pt x="383" y="17027"/>
                </a:lnTo>
                <a:lnTo>
                  <a:pt x="770" y="16014"/>
                </a:lnTo>
                <a:lnTo>
                  <a:pt x="1158" y="15002"/>
                </a:lnTo>
                <a:lnTo>
                  <a:pt x="1547" y="13989"/>
                </a:lnTo>
                <a:lnTo>
                  <a:pt x="1941" y="12978"/>
                </a:lnTo>
                <a:lnTo>
                  <a:pt x="2309" y="11954"/>
                </a:lnTo>
                <a:lnTo>
                  <a:pt x="2657" y="10925"/>
                </a:lnTo>
                <a:lnTo>
                  <a:pt x="2984" y="9895"/>
                </a:lnTo>
                <a:lnTo>
                  <a:pt x="3291" y="8862"/>
                </a:lnTo>
                <a:lnTo>
                  <a:pt x="3591" y="7887"/>
                </a:lnTo>
                <a:lnTo>
                  <a:pt x="3853" y="7136"/>
                </a:lnTo>
                <a:lnTo>
                  <a:pt x="4172" y="6367"/>
                </a:lnTo>
                <a:lnTo>
                  <a:pt x="4655" y="5336"/>
                </a:lnTo>
                <a:lnTo>
                  <a:pt x="5400" y="3800"/>
                </a:lnTo>
                <a:lnTo>
                  <a:pt x="7185" y="3800"/>
                </a:lnTo>
                <a:lnTo>
                  <a:pt x="8980" y="3800"/>
                </a:lnTo>
                <a:lnTo>
                  <a:pt x="10800" y="3800"/>
                </a:lnTo>
                <a:lnTo>
                  <a:pt x="10800" y="2624"/>
                </a:lnTo>
                <a:lnTo>
                  <a:pt x="10800" y="1440"/>
                </a:lnTo>
                <a:lnTo>
                  <a:pt x="10800" y="240"/>
                </a:lnTo>
                <a:close/>
              </a:path>
            </a:pathLst>
          </a:custGeom>
          <a:solidFill>
            <a:srgbClr val="B4B8B9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6" name="contour_05934"/>
          <p:cNvSpPr/>
          <p:nvPr/>
        </p:nvSpPr>
        <p:spPr>
          <a:xfrm>
            <a:off x="8428005" y="1778270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186" y="0"/>
                </a:lnTo>
                <a:lnTo>
                  <a:pt x="12782" y="0"/>
                </a:lnTo>
                <a:lnTo>
                  <a:pt x="14400" y="0"/>
                </a:lnTo>
                <a:lnTo>
                  <a:pt x="14638" y="1361"/>
                </a:lnTo>
                <a:lnTo>
                  <a:pt x="14875" y="2724"/>
                </a:lnTo>
                <a:lnTo>
                  <a:pt x="15113" y="4086"/>
                </a:lnTo>
                <a:lnTo>
                  <a:pt x="15353" y="5451"/>
                </a:lnTo>
                <a:lnTo>
                  <a:pt x="15590" y="6822"/>
                </a:lnTo>
                <a:lnTo>
                  <a:pt x="15830" y="8194"/>
                </a:lnTo>
                <a:lnTo>
                  <a:pt x="16070" y="9573"/>
                </a:lnTo>
                <a:lnTo>
                  <a:pt x="16313" y="10957"/>
                </a:lnTo>
                <a:lnTo>
                  <a:pt x="16555" y="12347"/>
                </a:lnTo>
                <a:lnTo>
                  <a:pt x="16800" y="13745"/>
                </a:lnTo>
                <a:lnTo>
                  <a:pt x="18386" y="13745"/>
                </a:lnTo>
                <a:lnTo>
                  <a:pt x="19982" y="13745"/>
                </a:lnTo>
                <a:lnTo>
                  <a:pt x="21600" y="13745"/>
                </a:lnTo>
                <a:lnTo>
                  <a:pt x="21600" y="14912"/>
                </a:lnTo>
                <a:lnTo>
                  <a:pt x="21600" y="16082"/>
                </a:lnTo>
                <a:lnTo>
                  <a:pt x="21600" y="17256"/>
                </a:lnTo>
                <a:lnTo>
                  <a:pt x="21600" y="18441"/>
                </a:lnTo>
                <a:lnTo>
                  <a:pt x="21600" y="19636"/>
                </a:lnTo>
                <a:lnTo>
                  <a:pt x="20832" y="19707"/>
                </a:lnTo>
                <a:lnTo>
                  <a:pt x="20129" y="19770"/>
                </a:lnTo>
                <a:lnTo>
                  <a:pt x="19438" y="19833"/>
                </a:lnTo>
                <a:lnTo>
                  <a:pt x="18694" y="19901"/>
                </a:lnTo>
                <a:lnTo>
                  <a:pt x="17842" y="19978"/>
                </a:lnTo>
                <a:lnTo>
                  <a:pt x="16819" y="20070"/>
                </a:lnTo>
                <a:lnTo>
                  <a:pt x="15571" y="20184"/>
                </a:lnTo>
                <a:lnTo>
                  <a:pt x="14035" y="20324"/>
                </a:lnTo>
                <a:lnTo>
                  <a:pt x="12156" y="20494"/>
                </a:lnTo>
                <a:lnTo>
                  <a:pt x="9871" y="20703"/>
                </a:lnTo>
                <a:lnTo>
                  <a:pt x="7123" y="20952"/>
                </a:lnTo>
                <a:lnTo>
                  <a:pt x="3852" y="21250"/>
                </a:lnTo>
                <a:lnTo>
                  <a:pt x="0" y="21600"/>
                </a:lnTo>
                <a:lnTo>
                  <a:pt x="0" y="20434"/>
                </a:lnTo>
                <a:lnTo>
                  <a:pt x="0" y="19263"/>
                </a:lnTo>
                <a:lnTo>
                  <a:pt x="0" y="18089"/>
                </a:lnTo>
                <a:lnTo>
                  <a:pt x="0" y="16905"/>
                </a:lnTo>
                <a:lnTo>
                  <a:pt x="0" y="15709"/>
                </a:lnTo>
                <a:lnTo>
                  <a:pt x="1454" y="15216"/>
                </a:lnTo>
                <a:lnTo>
                  <a:pt x="2911" y="14835"/>
                </a:lnTo>
                <a:lnTo>
                  <a:pt x="4370" y="14551"/>
                </a:lnTo>
                <a:lnTo>
                  <a:pt x="5846" y="14335"/>
                </a:lnTo>
                <a:lnTo>
                  <a:pt x="7339" y="14168"/>
                </a:lnTo>
                <a:lnTo>
                  <a:pt x="8858" y="14028"/>
                </a:lnTo>
                <a:lnTo>
                  <a:pt x="10409" y="13895"/>
                </a:lnTo>
                <a:lnTo>
                  <a:pt x="12000" y="13745"/>
                </a:lnTo>
                <a:lnTo>
                  <a:pt x="11762" y="12385"/>
                </a:lnTo>
                <a:lnTo>
                  <a:pt x="11525" y="11022"/>
                </a:lnTo>
                <a:lnTo>
                  <a:pt x="11287" y="9659"/>
                </a:lnTo>
                <a:lnTo>
                  <a:pt x="11047" y="8294"/>
                </a:lnTo>
                <a:lnTo>
                  <a:pt x="10810" y="6924"/>
                </a:lnTo>
                <a:lnTo>
                  <a:pt x="10570" y="5551"/>
                </a:lnTo>
                <a:lnTo>
                  <a:pt x="10330" y="4173"/>
                </a:lnTo>
                <a:lnTo>
                  <a:pt x="10087" y="2788"/>
                </a:lnTo>
                <a:lnTo>
                  <a:pt x="9845" y="1398"/>
                </a:lnTo>
                <a:lnTo>
                  <a:pt x="9600" y="0"/>
                </a:lnTo>
                <a:close/>
              </a:path>
            </a:pathLst>
          </a:custGeom>
          <a:solidFill>
            <a:srgbClr val="4C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7" name="contour_05935"/>
          <p:cNvSpPr/>
          <p:nvPr/>
        </p:nvSpPr>
        <p:spPr>
          <a:xfrm>
            <a:off x="4886041" y="1770982"/>
            <a:ext cx="87456" cy="47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247" y="332"/>
                </a:lnTo>
                <a:lnTo>
                  <a:pt x="11497" y="663"/>
                </a:lnTo>
                <a:lnTo>
                  <a:pt x="12746" y="995"/>
                </a:lnTo>
                <a:lnTo>
                  <a:pt x="13997" y="1330"/>
                </a:lnTo>
                <a:lnTo>
                  <a:pt x="15253" y="1661"/>
                </a:lnTo>
                <a:lnTo>
                  <a:pt x="16511" y="1996"/>
                </a:lnTo>
                <a:lnTo>
                  <a:pt x="17775" y="2331"/>
                </a:lnTo>
                <a:lnTo>
                  <a:pt x="19044" y="2669"/>
                </a:lnTo>
                <a:lnTo>
                  <a:pt x="20318" y="3008"/>
                </a:lnTo>
                <a:lnTo>
                  <a:pt x="21600" y="3349"/>
                </a:lnTo>
                <a:lnTo>
                  <a:pt x="20761" y="6809"/>
                </a:lnTo>
                <a:lnTo>
                  <a:pt x="20086" y="9546"/>
                </a:lnTo>
                <a:lnTo>
                  <a:pt x="19530" y="11699"/>
                </a:lnTo>
                <a:lnTo>
                  <a:pt x="19049" y="13407"/>
                </a:lnTo>
                <a:lnTo>
                  <a:pt x="18598" y="14811"/>
                </a:lnTo>
                <a:lnTo>
                  <a:pt x="18130" y="16040"/>
                </a:lnTo>
                <a:lnTo>
                  <a:pt x="17606" y="17242"/>
                </a:lnTo>
                <a:lnTo>
                  <a:pt x="16976" y="18545"/>
                </a:lnTo>
                <a:lnTo>
                  <a:pt x="16200" y="20096"/>
                </a:lnTo>
                <a:lnTo>
                  <a:pt x="14956" y="20726"/>
                </a:lnTo>
                <a:lnTo>
                  <a:pt x="13748" y="21181"/>
                </a:lnTo>
                <a:lnTo>
                  <a:pt x="12564" y="21469"/>
                </a:lnTo>
                <a:lnTo>
                  <a:pt x="11392" y="21600"/>
                </a:lnTo>
                <a:lnTo>
                  <a:pt x="10228" y="21577"/>
                </a:lnTo>
                <a:lnTo>
                  <a:pt x="9054" y="21406"/>
                </a:lnTo>
                <a:lnTo>
                  <a:pt x="7866" y="21098"/>
                </a:lnTo>
                <a:lnTo>
                  <a:pt x="6651" y="20659"/>
                </a:lnTo>
                <a:lnTo>
                  <a:pt x="5400" y="20096"/>
                </a:lnTo>
                <a:lnTo>
                  <a:pt x="4273" y="18629"/>
                </a:lnTo>
                <a:lnTo>
                  <a:pt x="3308" y="17155"/>
                </a:lnTo>
                <a:lnTo>
                  <a:pt x="2452" y="15618"/>
                </a:lnTo>
                <a:lnTo>
                  <a:pt x="1649" y="13960"/>
                </a:lnTo>
                <a:lnTo>
                  <a:pt x="850" y="12125"/>
                </a:lnTo>
                <a:lnTo>
                  <a:pt x="0" y="10048"/>
                </a:lnTo>
                <a:lnTo>
                  <a:pt x="977" y="9800"/>
                </a:lnTo>
                <a:lnTo>
                  <a:pt x="1969" y="9552"/>
                </a:lnTo>
                <a:lnTo>
                  <a:pt x="2599" y="9361"/>
                </a:lnTo>
                <a:lnTo>
                  <a:pt x="4500" y="8792"/>
                </a:lnTo>
                <a:lnTo>
                  <a:pt x="5756" y="8440"/>
                </a:lnTo>
                <a:lnTo>
                  <a:pt x="7031" y="8085"/>
                </a:lnTo>
                <a:lnTo>
                  <a:pt x="8008" y="7395"/>
                </a:lnTo>
                <a:lnTo>
                  <a:pt x="9000" y="6699"/>
                </a:lnTo>
                <a:lnTo>
                  <a:pt x="9000" y="4485"/>
                </a:lnTo>
                <a:lnTo>
                  <a:pt x="9000" y="2257"/>
                </a:lnTo>
                <a:lnTo>
                  <a:pt x="9000" y="0"/>
                </a:lnTo>
                <a:close/>
              </a:path>
            </a:pathLst>
          </a:custGeom>
          <a:solidFill>
            <a:srgbClr val="E2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8" name="contour_05936"/>
          <p:cNvSpPr/>
          <p:nvPr/>
        </p:nvSpPr>
        <p:spPr>
          <a:xfrm>
            <a:off x="2007284" y="1731867"/>
            <a:ext cx="87456" cy="391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24" y="4793"/>
                </a:moveTo>
                <a:lnTo>
                  <a:pt x="20745" y="6846"/>
                </a:lnTo>
                <a:lnTo>
                  <a:pt x="21163" y="8572"/>
                </a:lnTo>
                <a:lnTo>
                  <a:pt x="21415" y="10444"/>
                </a:lnTo>
                <a:lnTo>
                  <a:pt x="21544" y="12931"/>
                </a:lnTo>
                <a:lnTo>
                  <a:pt x="21593" y="16493"/>
                </a:lnTo>
                <a:lnTo>
                  <a:pt x="21600" y="21600"/>
                </a:lnTo>
                <a:lnTo>
                  <a:pt x="20342" y="21367"/>
                </a:lnTo>
                <a:lnTo>
                  <a:pt x="19084" y="21133"/>
                </a:lnTo>
                <a:lnTo>
                  <a:pt x="17825" y="20896"/>
                </a:lnTo>
                <a:lnTo>
                  <a:pt x="16565" y="20662"/>
                </a:lnTo>
                <a:lnTo>
                  <a:pt x="15305" y="20429"/>
                </a:lnTo>
                <a:lnTo>
                  <a:pt x="14042" y="20191"/>
                </a:lnTo>
                <a:lnTo>
                  <a:pt x="12780" y="19958"/>
                </a:lnTo>
                <a:lnTo>
                  <a:pt x="11515" y="19721"/>
                </a:lnTo>
                <a:lnTo>
                  <a:pt x="10246" y="19487"/>
                </a:lnTo>
                <a:lnTo>
                  <a:pt x="8977" y="19250"/>
                </a:lnTo>
                <a:lnTo>
                  <a:pt x="7704" y="19012"/>
                </a:lnTo>
                <a:lnTo>
                  <a:pt x="6430" y="18775"/>
                </a:lnTo>
                <a:lnTo>
                  <a:pt x="5150" y="18537"/>
                </a:lnTo>
                <a:lnTo>
                  <a:pt x="3868" y="18296"/>
                </a:lnTo>
                <a:lnTo>
                  <a:pt x="2583" y="18058"/>
                </a:lnTo>
                <a:lnTo>
                  <a:pt x="1292" y="17817"/>
                </a:lnTo>
                <a:lnTo>
                  <a:pt x="0" y="17575"/>
                </a:lnTo>
                <a:lnTo>
                  <a:pt x="0" y="15185"/>
                </a:lnTo>
                <a:lnTo>
                  <a:pt x="0" y="12786"/>
                </a:lnTo>
                <a:lnTo>
                  <a:pt x="0" y="10379"/>
                </a:lnTo>
                <a:lnTo>
                  <a:pt x="0" y="7953"/>
                </a:lnTo>
                <a:lnTo>
                  <a:pt x="0" y="5502"/>
                </a:lnTo>
                <a:lnTo>
                  <a:pt x="1091" y="4532"/>
                </a:lnTo>
                <a:lnTo>
                  <a:pt x="2259" y="3618"/>
                </a:lnTo>
                <a:lnTo>
                  <a:pt x="3492" y="2773"/>
                </a:lnTo>
                <a:lnTo>
                  <a:pt x="4777" y="2012"/>
                </a:lnTo>
                <a:lnTo>
                  <a:pt x="6102" y="1356"/>
                </a:lnTo>
                <a:lnTo>
                  <a:pt x="7459" y="809"/>
                </a:lnTo>
                <a:lnTo>
                  <a:pt x="8833" y="390"/>
                </a:lnTo>
                <a:lnTo>
                  <a:pt x="10213" y="117"/>
                </a:lnTo>
                <a:lnTo>
                  <a:pt x="11590" y="0"/>
                </a:lnTo>
                <a:lnTo>
                  <a:pt x="12951" y="52"/>
                </a:lnTo>
                <a:lnTo>
                  <a:pt x="14283" y="294"/>
                </a:lnTo>
                <a:lnTo>
                  <a:pt x="15575" y="737"/>
                </a:lnTo>
                <a:lnTo>
                  <a:pt x="16817" y="1393"/>
                </a:lnTo>
                <a:lnTo>
                  <a:pt x="17996" y="2278"/>
                </a:lnTo>
                <a:lnTo>
                  <a:pt x="19103" y="3405"/>
                </a:lnTo>
                <a:lnTo>
                  <a:pt x="20124" y="4793"/>
                </a:lnTo>
                <a:close/>
              </a:path>
            </a:pathLst>
          </a:custGeom>
          <a:solidFill>
            <a:srgbClr val="717172"/>
          </a:solidFill>
          <a:ln>
            <a:noFill/>
          </a:ln>
        </p:spPr>
        <p:txBody>
          <a:bodyPr/>
          <a:lstStyle/>
          <a:p/>
        </p:txBody>
      </p:sp>
      <p:sp>
        <p:nvSpPr>
          <p:cNvPr id="5939" name="contour_05937"/>
          <p:cNvSpPr/>
          <p:nvPr/>
        </p:nvSpPr>
        <p:spPr>
          <a:xfrm>
            <a:off x="1460685" y="1703451"/>
            <a:ext cx="109320" cy="47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887"/>
                </a:moveTo>
                <a:lnTo>
                  <a:pt x="7438" y="394"/>
                </a:lnTo>
                <a:lnTo>
                  <a:pt x="8616" y="97"/>
                </a:lnTo>
                <a:lnTo>
                  <a:pt x="9452" y="0"/>
                </a:lnTo>
                <a:lnTo>
                  <a:pt x="10109" y="97"/>
                </a:lnTo>
                <a:lnTo>
                  <a:pt x="10744" y="394"/>
                </a:lnTo>
                <a:lnTo>
                  <a:pt x="11520" y="887"/>
                </a:lnTo>
                <a:lnTo>
                  <a:pt x="11807" y="3116"/>
                </a:lnTo>
                <a:lnTo>
                  <a:pt x="11946" y="4847"/>
                </a:lnTo>
                <a:lnTo>
                  <a:pt x="12060" y="7559"/>
                </a:lnTo>
                <a:lnTo>
                  <a:pt x="12233" y="10271"/>
                </a:lnTo>
                <a:lnTo>
                  <a:pt x="12466" y="12003"/>
                </a:lnTo>
                <a:lnTo>
                  <a:pt x="12960" y="14231"/>
                </a:lnTo>
                <a:lnTo>
                  <a:pt x="13928" y="14598"/>
                </a:lnTo>
                <a:lnTo>
                  <a:pt x="14888" y="14838"/>
                </a:lnTo>
                <a:lnTo>
                  <a:pt x="15843" y="14972"/>
                </a:lnTo>
                <a:lnTo>
                  <a:pt x="16796" y="15012"/>
                </a:lnTo>
                <a:lnTo>
                  <a:pt x="17748" y="14965"/>
                </a:lnTo>
                <a:lnTo>
                  <a:pt x="18703" y="14851"/>
                </a:lnTo>
                <a:lnTo>
                  <a:pt x="19660" y="14681"/>
                </a:lnTo>
                <a:lnTo>
                  <a:pt x="20625" y="14471"/>
                </a:lnTo>
                <a:lnTo>
                  <a:pt x="21600" y="14231"/>
                </a:lnTo>
                <a:lnTo>
                  <a:pt x="21334" y="16189"/>
                </a:lnTo>
                <a:lnTo>
                  <a:pt x="21095" y="17537"/>
                </a:lnTo>
                <a:lnTo>
                  <a:pt x="20748" y="18898"/>
                </a:lnTo>
                <a:lnTo>
                  <a:pt x="20160" y="20903"/>
                </a:lnTo>
                <a:lnTo>
                  <a:pt x="19156" y="21273"/>
                </a:lnTo>
                <a:lnTo>
                  <a:pt x="18418" y="21490"/>
                </a:lnTo>
                <a:lnTo>
                  <a:pt x="17726" y="21590"/>
                </a:lnTo>
                <a:lnTo>
                  <a:pt x="16864" y="21600"/>
                </a:lnTo>
                <a:lnTo>
                  <a:pt x="15610" y="21553"/>
                </a:lnTo>
                <a:lnTo>
                  <a:pt x="15206" y="21543"/>
                </a:lnTo>
                <a:lnTo>
                  <a:pt x="14496" y="21527"/>
                </a:lnTo>
                <a:lnTo>
                  <a:pt x="12868" y="21490"/>
                </a:lnTo>
                <a:lnTo>
                  <a:pt x="11917" y="21433"/>
                </a:lnTo>
                <a:lnTo>
                  <a:pt x="10960" y="21376"/>
                </a:lnTo>
                <a:lnTo>
                  <a:pt x="9991" y="21320"/>
                </a:lnTo>
                <a:lnTo>
                  <a:pt x="9026" y="21286"/>
                </a:lnTo>
                <a:lnTo>
                  <a:pt x="8061" y="21256"/>
                </a:lnTo>
                <a:lnTo>
                  <a:pt x="7096" y="21230"/>
                </a:lnTo>
                <a:lnTo>
                  <a:pt x="6083" y="21193"/>
                </a:lnTo>
                <a:lnTo>
                  <a:pt x="5069" y="21153"/>
                </a:lnTo>
                <a:lnTo>
                  <a:pt x="4055" y="21110"/>
                </a:lnTo>
                <a:lnTo>
                  <a:pt x="3041" y="21063"/>
                </a:lnTo>
                <a:lnTo>
                  <a:pt x="2028" y="21013"/>
                </a:lnTo>
                <a:lnTo>
                  <a:pt x="1014" y="20960"/>
                </a:lnTo>
                <a:lnTo>
                  <a:pt x="0" y="20903"/>
                </a:lnTo>
                <a:lnTo>
                  <a:pt x="0" y="18698"/>
                </a:lnTo>
                <a:lnTo>
                  <a:pt x="0" y="16479"/>
                </a:lnTo>
                <a:lnTo>
                  <a:pt x="0" y="14231"/>
                </a:lnTo>
                <a:lnTo>
                  <a:pt x="950" y="14231"/>
                </a:lnTo>
                <a:lnTo>
                  <a:pt x="1902" y="14231"/>
                </a:lnTo>
                <a:lnTo>
                  <a:pt x="2858" y="14231"/>
                </a:lnTo>
                <a:lnTo>
                  <a:pt x="3819" y="14231"/>
                </a:lnTo>
                <a:lnTo>
                  <a:pt x="4785" y="14231"/>
                </a:lnTo>
                <a:lnTo>
                  <a:pt x="5760" y="14231"/>
                </a:lnTo>
                <a:lnTo>
                  <a:pt x="5760" y="12029"/>
                </a:lnTo>
                <a:lnTo>
                  <a:pt x="5760" y="9824"/>
                </a:lnTo>
                <a:lnTo>
                  <a:pt x="5760" y="7609"/>
                </a:lnTo>
                <a:lnTo>
                  <a:pt x="5760" y="5384"/>
                </a:lnTo>
                <a:lnTo>
                  <a:pt x="5760" y="3146"/>
                </a:lnTo>
                <a:lnTo>
                  <a:pt x="5760" y="887"/>
                </a:lnTo>
                <a:close/>
              </a:path>
            </a:pathLst>
          </a:custGeom>
          <a:solidFill>
            <a:srgbClr val="45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0" name="contour_05938"/>
          <p:cNvSpPr/>
          <p:nvPr/>
        </p:nvSpPr>
        <p:spPr>
          <a:xfrm>
            <a:off x="1030694" y="1690814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143"/>
                </a:lnTo>
                <a:lnTo>
                  <a:pt x="2851" y="285"/>
                </a:lnTo>
                <a:lnTo>
                  <a:pt x="4279" y="428"/>
                </a:lnTo>
                <a:lnTo>
                  <a:pt x="5707" y="570"/>
                </a:lnTo>
                <a:lnTo>
                  <a:pt x="7137" y="713"/>
                </a:lnTo>
                <a:lnTo>
                  <a:pt x="8567" y="858"/>
                </a:lnTo>
                <a:lnTo>
                  <a:pt x="10001" y="1000"/>
                </a:lnTo>
                <a:lnTo>
                  <a:pt x="11437" y="1145"/>
                </a:lnTo>
                <a:lnTo>
                  <a:pt x="12878" y="1287"/>
                </a:lnTo>
                <a:lnTo>
                  <a:pt x="14321" y="1432"/>
                </a:lnTo>
                <a:lnTo>
                  <a:pt x="15766" y="1577"/>
                </a:lnTo>
                <a:lnTo>
                  <a:pt x="17217" y="1722"/>
                </a:lnTo>
                <a:lnTo>
                  <a:pt x="18673" y="1868"/>
                </a:lnTo>
                <a:lnTo>
                  <a:pt x="20133" y="2013"/>
                </a:lnTo>
                <a:lnTo>
                  <a:pt x="21600" y="2160"/>
                </a:lnTo>
                <a:lnTo>
                  <a:pt x="21110" y="3607"/>
                </a:lnTo>
                <a:lnTo>
                  <a:pt x="20602" y="5039"/>
                </a:lnTo>
                <a:lnTo>
                  <a:pt x="20071" y="6452"/>
                </a:lnTo>
                <a:lnTo>
                  <a:pt x="19513" y="7845"/>
                </a:lnTo>
                <a:lnTo>
                  <a:pt x="18922" y="9215"/>
                </a:lnTo>
                <a:lnTo>
                  <a:pt x="18291" y="10556"/>
                </a:lnTo>
                <a:lnTo>
                  <a:pt x="17617" y="11863"/>
                </a:lnTo>
                <a:lnTo>
                  <a:pt x="16891" y="13135"/>
                </a:lnTo>
                <a:lnTo>
                  <a:pt x="16111" y="14368"/>
                </a:lnTo>
                <a:lnTo>
                  <a:pt x="15271" y="15558"/>
                </a:lnTo>
                <a:lnTo>
                  <a:pt x="14364" y="16703"/>
                </a:lnTo>
                <a:lnTo>
                  <a:pt x="13383" y="17796"/>
                </a:lnTo>
                <a:lnTo>
                  <a:pt x="12327" y="18837"/>
                </a:lnTo>
                <a:lnTo>
                  <a:pt x="11189" y="19820"/>
                </a:lnTo>
                <a:lnTo>
                  <a:pt x="9962" y="20742"/>
                </a:lnTo>
                <a:lnTo>
                  <a:pt x="8640" y="21600"/>
                </a:lnTo>
                <a:lnTo>
                  <a:pt x="7206" y="21084"/>
                </a:lnTo>
                <a:lnTo>
                  <a:pt x="6277" y="20686"/>
                </a:lnTo>
                <a:lnTo>
                  <a:pt x="5450" y="20205"/>
                </a:lnTo>
                <a:lnTo>
                  <a:pt x="4320" y="19440"/>
                </a:lnTo>
                <a:lnTo>
                  <a:pt x="4856" y="18034"/>
                </a:lnTo>
                <a:lnTo>
                  <a:pt x="5400" y="16606"/>
                </a:lnTo>
                <a:lnTo>
                  <a:pt x="5851" y="15049"/>
                </a:lnTo>
                <a:lnTo>
                  <a:pt x="6223" y="13617"/>
                </a:lnTo>
                <a:lnTo>
                  <a:pt x="6506" y="12256"/>
                </a:lnTo>
                <a:lnTo>
                  <a:pt x="6685" y="10914"/>
                </a:lnTo>
                <a:lnTo>
                  <a:pt x="6750" y="9539"/>
                </a:lnTo>
                <a:lnTo>
                  <a:pt x="6685" y="8078"/>
                </a:lnTo>
                <a:lnTo>
                  <a:pt x="6480" y="6480"/>
                </a:lnTo>
                <a:lnTo>
                  <a:pt x="5411" y="5411"/>
                </a:lnTo>
                <a:lnTo>
                  <a:pt x="4339" y="4339"/>
                </a:lnTo>
                <a:lnTo>
                  <a:pt x="3264" y="3264"/>
                </a:lnTo>
                <a:lnTo>
                  <a:pt x="2184" y="2184"/>
                </a:lnTo>
                <a:lnTo>
                  <a:pt x="1097" y="1097"/>
                </a:lnTo>
                <a:lnTo>
                  <a:pt x="0" y="0"/>
                </a:lnTo>
                <a:close/>
              </a:path>
            </a:pathLst>
          </a:custGeom>
          <a:solidFill>
            <a:srgbClr val="7F8080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1" name="contour_05939"/>
          <p:cNvSpPr/>
          <p:nvPr/>
        </p:nvSpPr>
        <p:spPr>
          <a:xfrm>
            <a:off x="1642885" y="1559630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88" y="0"/>
                </a:lnTo>
                <a:lnTo>
                  <a:pt x="9576" y="0"/>
                </a:lnTo>
                <a:lnTo>
                  <a:pt x="10766" y="0"/>
                </a:lnTo>
                <a:lnTo>
                  <a:pt x="11957" y="0"/>
                </a:lnTo>
                <a:lnTo>
                  <a:pt x="13151" y="0"/>
                </a:lnTo>
                <a:lnTo>
                  <a:pt x="14346" y="0"/>
                </a:lnTo>
                <a:lnTo>
                  <a:pt x="15545" y="0"/>
                </a:lnTo>
                <a:lnTo>
                  <a:pt x="16747" y="0"/>
                </a:lnTo>
                <a:lnTo>
                  <a:pt x="17953" y="0"/>
                </a:lnTo>
                <a:lnTo>
                  <a:pt x="19163" y="0"/>
                </a:lnTo>
                <a:lnTo>
                  <a:pt x="20380" y="0"/>
                </a:lnTo>
                <a:lnTo>
                  <a:pt x="21600" y="0"/>
                </a:lnTo>
                <a:lnTo>
                  <a:pt x="21589" y="3362"/>
                </a:lnTo>
                <a:lnTo>
                  <a:pt x="21539" y="6224"/>
                </a:lnTo>
                <a:lnTo>
                  <a:pt x="21424" y="8698"/>
                </a:lnTo>
                <a:lnTo>
                  <a:pt x="21222" y="10894"/>
                </a:lnTo>
                <a:lnTo>
                  <a:pt x="20903" y="12924"/>
                </a:lnTo>
                <a:lnTo>
                  <a:pt x="20448" y="14897"/>
                </a:lnTo>
                <a:lnTo>
                  <a:pt x="19829" y="16927"/>
                </a:lnTo>
                <a:lnTo>
                  <a:pt x="19021" y="19127"/>
                </a:lnTo>
                <a:lnTo>
                  <a:pt x="18000" y="21600"/>
                </a:lnTo>
                <a:lnTo>
                  <a:pt x="16810" y="21600"/>
                </a:lnTo>
                <a:lnTo>
                  <a:pt x="15613" y="21600"/>
                </a:lnTo>
                <a:lnTo>
                  <a:pt x="14400" y="21600"/>
                </a:lnTo>
                <a:lnTo>
                  <a:pt x="14400" y="19220"/>
                </a:lnTo>
                <a:lnTo>
                  <a:pt x="14400" y="16826"/>
                </a:lnTo>
                <a:lnTo>
                  <a:pt x="14400" y="14400"/>
                </a:lnTo>
                <a:lnTo>
                  <a:pt x="13212" y="14796"/>
                </a:lnTo>
                <a:lnTo>
                  <a:pt x="12022" y="15192"/>
                </a:lnTo>
                <a:lnTo>
                  <a:pt x="10832" y="15588"/>
                </a:lnTo>
                <a:lnTo>
                  <a:pt x="9639" y="15988"/>
                </a:lnTo>
                <a:lnTo>
                  <a:pt x="8442" y="16387"/>
                </a:lnTo>
                <a:lnTo>
                  <a:pt x="7240" y="16787"/>
                </a:lnTo>
                <a:lnTo>
                  <a:pt x="6034" y="17190"/>
                </a:lnTo>
                <a:lnTo>
                  <a:pt x="4820" y="17593"/>
                </a:lnTo>
                <a:lnTo>
                  <a:pt x="3600" y="18000"/>
                </a:lnTo>
                <a:lnTo>
                  <a:pt x="3600" y="15620"/>
                </a:lnTo>
                <a:lnTo>
                  <a:pt x="3600" y="13226"/>
                </a:lnTo>
                <a:lnTo>
                  <a:pt x="3600" y="10800"/>
                </a:lnTo>
                <a:lnTo>
                  <a:pt x="2531" y="9479"/>
                </a:lnTo>
                <a:lnTo>
                  <a:pt x="1800" y="8662"/>
                </a:lnTo>
                <a:lnTo>
                  <a:pt x="1069" y="8017"/>
                </a:lnTo>
                <a:lnTo>
                  <a:pt x="0" y="7200"/>
                </a:lnTo>
                <a:lnTo>
                  <a:pt x="1188" y="7200"/>
                </a:lnTo>
                <a:lnTo>
                  <a:pt x="2378" y="7200"/>
                </a:lnTo>
                <a:lnTo>
                  <a:pt x="3573" y="7200"/>
                </a:lnTo>
                <a:lnTo>
                  <a:pt x="4774" y="7200"/>
                </a:lnTo>
                <a:lnTo>
                  <a:pt x="5981" y="7200"/>
                </a:lnTo>
                <a:lnTo>
                  <a:pt x="7200" y="7200"/>
                </a:lnTo>
                <a:lnTo>
                  <a:pt x="7200" y="4820"/>
                </a:lnTo>
                <a:lnTo>
                  <a:pt x="7200" y="2426"/>
                </a:lnTo>
                <a:lnTo>
                  <a:pt x="7200" y="0"/>
                </a:lnTo>
                <a:close/>
              </a:path>
            </a:pathLst>
          </a:custGeom>
          <a:solidFill>
            <a:srgbClr val="9A8F7C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2" name="contour_05940"/>
          <p:cNvSpPr/>
          <p:nvPr/>
        </p:nvSpPr>
        <p:spPr>
          <a:xfrm>
            <a:off x="5601831" y="1464886"/>
            <a:ext cx="3404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30" y="0"/>
                </a:moveTo>
                <a:lnTo>
                  <a:pt x="6377" y="550"/>
                </a:lnTo>
                <a:lnTo>
                  <a:pt x="8254" y="983"/>
                </a:lnTo>
                <a:lnTo>
                  <a:pt x="10132" y="1524"/>
                </a:lnTo>
                <a:lnTo>
                  <a:pt x="12879" y="2400"/>
                </a:lnTo>
                <a:lnTo>
                  <a:pt x="13059" y="3198"/>
                </a:lnTo>
                <a:lnTo>
                  <a:pt x="13170" y="3972"/>
                </a:lnTo>
                <a:lnTo>
                  <a:pt x="13207" y="4732"/>
                </a:lnTo>
                <a:lnTo>
                  <a:pt x="13170" y="5490"/>
                </a:lnTo>
                <a:lnTo>
                  <a:pt x="13064" y="6259"/>
                </a:lnTo>
                <a:lnTo>
                  <a:pt x="12879" y="7050"/>
                </a:lnTo>
                <a:lnTo>
                  <a:pt x="12749" y="7890"/>
                </a:lnTo>
                <a:lnTo>
                  <a:pt x="12666" y="8705"/>
                </a:lnTo>
                <a:lnTo>
                  <a:pt x="12657" y="9497"/>
                </a:lnTo>
                <a:lnTo>
                  <a:pt x="12763" y="10271"/>
                </a:lnTo>
                <a:lnTo>
                  <a:pt x="13017" y="11033"/>
                </a:lnTo>
                <a:lnTo>
                  <a:pt x="13457" y="11784"/>
                </a:lnTo>
                <a:lnTo>
                  <a:pt x="14118" y="12529"/>
                </a:lnTo>
                <a:lnTo>
                  <a:pt x="15038" y="13274"/>
                </a:lnTo>
                <a:lnTo>
                  <a:pt x="16250" y="14021"/>
                </a:lnTo>
                <a:lnTo>
                  <a:pt x="17790" y="14774"/>
                </a:lnTo>
                <a:lnTo>
                  <a:pt x="19898" y="15779"/>
                </a:lnTo>
                <a:lnTo>
                  <a:pt x="21114" y="16492"/>
                </a:lnTo>
                <a:lnTo>
                  <a:pt x="21600" y="17108"/>
                </a:lnTo>
                <a:lnTo>
                  <a:pt x="21498" y="17821"/>
                </a:lnTo>
                <a:lnTo>
                  <a:pt x="20971" y="18826"/>
                </a:lnTo>
                <a:lnTo>
                  <a:pt x="19177" y="19578"/>
                </a:lnTo>
                <a:lnTo>
                  <a:pt x="17489" y="20142"/>
                </a:lnTo>
                <a:lnTo>
                  <a:pt x="15727" y="20572"/>
                </a:lnTo>
                <a:lnTo>
                  <a:pt x="13720" y="20922"/>
                </a:lnTo>
                <a:lnTo>
                  <a:pt x="11288" y="21246"/>
                </a:lnTo>
                <a:lnTo>
                  <a:pt x="8254" y="21600"/>
                </a:lnTo>
                <a:lnTo>
                  <a:pt x="6964" y="20754"/>
                </a:lnTo>
                <a:lnTo>
                  <a:pt x="5803" y="19914"/>
                </a:lnTo>
                <a:lnTo>
                  <a:pt x="4763" y="19080"/>
                </a:lnTo>
                <a:lnTo>
                  <a:pt x="3838" y="18252"/>
                </a:lnTo>
                <a:lnTo>
                  <a:pt x="3029" y="17429"/>
                </a:lnTo>
                <a:lnTo>
                  <a:pt x="2326" y="16610"/>
                </a:lnTo>
                <a:lnTo>
                  <a:pt x="1725" y="15794"/>
                </a:lnTo>
                <a:lnTo>
                  <a:pt x="1221" y="14982"/>
                </a:lnTo>
                <a:lnTo>
                  <a:pt x="809" y="14171"/>
                </a:lnTo>
                <a:lnTo>
                  <a:pt x="490" y="13361"/>
                </a:lnTo>
                <a:lnTo>
                  <a:pt x="254" y="12551"/>
                </a:lnTo>
                <a:lnTo>
                  <a:pt x="97" y="11742"/>
                </a:lnTo>
                <a:lnTo>
                  <a:pt x="14" y="10931"/>
                </a:lnTo>
                <a:lnTo>
                  <a:pt x="0" y="10120"/>
                </a:lnTo>
                <a:lnTo>
                  <a:pt x="55" y="9306"/>
                </a:lnTo>
                <a:lnTo>
                  <a:pt x="166" y="8489"/>
                </a:lnTo>
                <a:lnTo>
                  <a:pt x="338" y="7668"/>
                </a:lnTo>
                <a:lnTo>
                  <a:pt x="560" y="6842"/>
                </a:lnTo>
                <a:lnTo>
                  <a:pt x="828" y="6012"/>
                </a:lnTo>
                <a:lnTo>
                  <a:pt x="1142" y="5177"/>
                </a:lnTo>
                <a:lnTo>
                  <a:pt x="1489" y="4334"/>
                </a:lnTo>
                <a:lnTo>
                  <a:pt x="1868" y="3485"/>
                </a:lnTo>
                <a:lnTo>
                  <a:pt x="2280" y="2627"/>
                </a:lnTo>
                <a:lnTo>
                  <a:pt x="2710" y="1760"/>
                </a:lnTo>
                <a:lnTo>
                  <a:pt x="3163" y="886"/>
                </a:lnTo>
                <a:lnTo>
                  <a:pt x="3630" y="0"/>
                </a:lnTo>
                <a:close/>
              </a:path>
            </a:pathLst>
          </a:custGeom>
          <a:solidFill>
            <a:srgbClr val="D2DBE0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3" name="contour_05941"/>
          <p:cNvSpPr/>
          <p:nvPr/>
        </p:nvSpPr>
        <p:spPr>
          <a:xfrm>
            <a:off x="4915193" y="1435734"/>
            <a:ext cx="65592" cy="525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247" y="659"/>
                </a:lnTo>
                <a:lnTo>
                  <a:pt x="20894" y="1320"/>
                </a:lnTo>
                <a:lnTo>
                  <a:pt x="20407" y="2233"/>
                </a:lnTo>
                <a:lnTo>
                  <a:pt x="19649" y="3649"/>
                </a:lnTo>
                <a:lnTo>
                  <a:pt x="18492" y="5814"/>
                </a:lnTo>
                <a:lnTo>
                  <a:pt x="16800" y="8981"/>
                </a:lnTo>
                <a:lnTo>
                  <a:pt x="16296" y="10610"/>
                </a:lnTo>
                <a:lnTo>
                  <a:pt x="15802" y="12244"/>
                </a:lnTo>
                <a:lnTo>
                  <a:pt x="15319" y="13885"/>
                </a:lnTo>
                <a:lnTo>
                  <a:pt x="14851" y="15532"/>
                </a:lnTo>
                <a:lnTo>
                  <a:pt x="14158" y="17346"/>
                </a:lnTo>
                <a:lnTo>
                  <a:pt x="13630" y="18516"/>
                </a:lnTo>
                <a:lnTo>
                  <a:pt x="12998" y="19549"/>
                </a:lnTo>
                <a:lnTo>
                  <a:pt x="12000" y="20956"/>
                </a:lnTo>
                <a:lnTo>
                  <a:pt x="10219" y="21331"/>
                </a:lnTo>
                <a:lnTo>
                  <a:pt x="8522" y="21537"/>
                </a:lnTo>
                <a:lnTo>
                  <a:pt x="6871" y="21600"/>
                </a:lnTo>
                <a:lnTo>
                  <a:pt x="5232" y="21546"/>
                </a:lnTo>
                <a:lnTo>
                  <a:pt x="3564" y="21402"/>
                </a:lnTo>
                <a:lnTo>
                  <a:pt x="1831" y="21196"/>
                </a:lnTo>
                <a:lnTo>
                  <a:pt x="0" y="20956"/>
                </a:lnTo>
                <a:lnTo>
                  <a:pt x="0" y="18882"/>
                </a:lnTo>
                <a:lnTo>
                  <a:pt x="0" y="16804"/>
                </a:lnTo>
                <a:lnTo>
                  <a:pt x="0" y="14726"/>
                </a:lnTo>
                <a:lnTo>
                  <a:pt x="0" y="12646"/>
                </a:lnTo>
                <a:lnTo>
                  <a:pt x="0" y="10556"/>
                </a:lnTo>
                <a:lnTo>
                  <a:pt x="0" y="8463"/>
                </a:lnTo>
                <a:lnTo>
                  <a:pt x="0" y="6362"/>
                </a:lnTo>
                <a:lnTo>
                  <a:pt x="0" y="4251"/>
                </a:lnTo>
                <a:lnTo>
                  <a:pt x="0" y="2132"/>
                </a:lnTo>
                <a:lnTo>
                  <a:pt x="0" y="0"/>
                </a:lnTo>
                <a:close/>
              </a:path>
            </a:pathLst>
          </a:custGeom>
          <a:solidFill>
            <a:srgbClr val="DFF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4" name="contour_05942"/>
          <p:cNvSpPr/>
          <p:nvPr/>
        </p:nvSpPr>
        <p:spPr>
          <a:xfrm>
            <a:off x="7939709" y="1413870"/>
            <a:ext cx="204064" cy="24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5" y="0"/>
                </a:lnTo>
                <a:lnTo>
                  <a:pt x="1091" y="0"/>
                </a:lnTo>
                <a:lnTo>
                  <a:pt x="1637" y="0"/>
                </a:lnTo>
                <a:lnTo>
                  <a:pt x="2183" y="0"/>
                </a:lnTo>
                <a:lnTo>
                  <a:pt x="2729" y="0"/>
                </a:lnTo>
                <a:lnTo>
                  <a:pt x="3275" y="0"/>
                </a:lnTo>
                <a:lnTo>
                  <a:pt x="3823" y="0"/>
                </a:lnTo>
                <a:lnTo>
                  <a:pt x="4370" y="0"/>
                </a:lnTo>
                <a:lnTo>
                  <a:pt x="4919" y="0"/>
                </a:lnTo>
                <a:lnTo>
                  <a:pt x="5468" y="0"/>
                </a:lnTo>
                <a:lnTo>
                  <a:pt x="6017" y="0"/>
                </a:lnTo>
                <a:lnTo>
                  <a:pt x="6568" y="0"/>
                </a:lnTo>
                <a:lnTo>
                  <a:pt x="7119" y="0"/>
                </a:lnTo>
                <a:lnTo>
                  <a:pt x="7671" y="0"/>
                </a:lnTo>
                <a:lnTo>
                  <a:pt x="8225" y="0"/>
                </a:lnTo>
                <a:lnTo>
                  <a:pt x="8780" y="0"/>
                </a:lnTo>
                <a:lnTo>
                  <a:pt x="9335" y="0"/>
                </a:lnTo>
                <a:lnTo>
                  <a:pt x="9892" y="0"/>
                </a:lnTo>
                <a:lnTo>
                  <a:pt x="10451" y="0"/>
                </a:lnTo>
                <a:lnTo>
                  <a:pt x="11010" y="0"/>
                </a:lnTo>
                <a:lnTo>
                  <a:pt x="11571" y="0"/>
                </a:lnTo>
                <a:lnTo>
                  <a:pt x="11571" y="3188"/>
                </a:lnTo>
                <a:lnTo>
                  <a:pt x="11571" y="6427"/>
                </a:lnTo>
                <a:lnTo>
                  <a:pt x="12094" y="6761"/>
                </a:lnTo>
                <a:lnTo>
                  <a:pt x="12617" y="7095"/>
                </a:lnTo>
                <a:lnTo>
                  <a:pt x="13140" y="7429"/>
                </a:lnTo>
                <a:lnTo>
                  <a:pt x="13663" y="7770"/>
                </a:lnTo>
                <a:lnTo>
                  <a:pt x="14186" y="8104"/>
                </a:lnTo>
                <a:lnTo>
                  <a:pt x="14710" y="8438"/>
                </a:lnTo>
                <a:lnTo>
                  <a:pt x="15234" y="8772"/>
                </a:lnTo>
                <a:lnTo>
                  <a:pt x="15760" y="9113"/>
                </a:lnTo>
                <a:lnTo>
                  <a:pt x="16285" y="9447"/>
                </a:lnTo>
                <a:lnTo>
                  <a:pt x="16812" y="9788"/>
                </a:lnTo>
                <a:lnTo>
                  <a:pt x="17339" y="10122"/>
                </a:lnTo>
                <a:lnTo>
                  <a:pt x="17867" y="10463"/>
                </a:lnTo>
                <a:lnTo>
                  <a:pt x="18396" y="10803"/>
                </a:lnTo>
                <a:lnTo>
                  <a:pt x="18927" y="11137"/>
                </a:lnTo>
                <a:lnTo>
                  <a:pt x="19459" y="11478"/>
                </a:lnTo>
                <a:lnTo>
                  <a:pt x="19992" y="11825"/>
                </a:lnTo>
                <a:lnTo>
                  <a:pt x="20526" y="12166"/>
                </a:lnTo>
                <a:lnTo>
                  <a:pt x="21062" y="12506"/>
                </a:lnTo>
                <a:lnTo>
                  <a:pt x="21600" y="12853"/>
                </a:lnTo>
                <a:lnTo>
                  <a:pt x="21600" y="16041"/>
                </a:lnTo>
                <a:lnTo>
                  <a:pt x="21600" y="19280"/>
                </a:lnTo>
                <a:lnTo>
                  <a:pt x="21059" y="19376"/>
                </a:lnTo>
                <a:lnTo>
                  <a:pt x="20518" y="19466"/>
                </a:lnTo>
                <a:lnTo>
                  <a:pt x="19978" y="19556"/>
                </a:lnTo>
                <a:lnTo>
                  <a:pt x="19437" y="19640"/>
                </a:lnTo>
                <a:lnTo>
                  <a:pt x="18896" y="19723"/>
                </a:lnTo>
                <a:lnTo>
                  <a:pt x="18355" y="19801"/>
                </a:lnTo>
                <a:lnTo>
                  <a:pt x="17815" y="19871"/>
                </a:lnTo>
                <a:lnTo>
                  <a:pt x="17274" y="19942"/>
                </a:lnTo>
                <a:lnTo>
                  <a:pt x="16733" y="20006"/>
                </a:lnTo>
                <a:lnTo>
                  <a:pt x="16192" y="20070"/>
                </a:lnTo>
                <a:lnTo>
                  <a:pt x="15652" y="20128"/>
                </a:lnTo>
                <a:lnTo>
                  <a:pt x="15110" y="20186"/>
                </a:lnTo>
                <a:lnTo>
                  <a:pt x="14569" y="20244"/>
                </a:lnTo>
                <a:lnTo>
                  <a:pt x="14028" y="20295"/>
                </a:lnTo>
                <a:lnTo>
                  <a:pt x="13488" y="20340"/>
                </a:lnTo>
                <a:lnTo>
                  <a:pt x="13028" y="20392"/>
                </a:lnTo>
                <a:lnTo>
                  <a:pt x="12568" y="20450"/>
                </a:lnTo>
                <a:lnTo>
                  <a:pt x="12108" y="20507"/>
                </a:lnTo>
                <a:lnTo>
                  <a:pt x="11648" y="20578"/>
                </a:lnTo>
                <a:lnTo>
                  <a:pt x="11188" y="20649"/>
                </a:lnTo>
                <a:lnTo>
                  <a:pt x="10728" y="20732"/>
                </a:lnTo>
                <a:lnTo>
                  <a:pt x="10232" y="20816"/>
                </a:lnTo>
                <a:lnTo>
                  <a:pt x="9736" y="20887"/>
                </a:lnTo>
                <a:lnTo>
                  <a:pt x="9240" y="20951"/>
                </a:lnTo>
                <a:lnTo>
                  <a:pt x="8743" y="21002"/>
                </a:lnTo>
                <a:lnTo>
                  <a:pt x="8247" y="21054"/>
                </a:lnTo>
                <a:lnTo>
                  <a:pt x="7751" y="21092"/>
                </a:lnTo>
                <a:lnTo>
                  <a:pt x="7255" y="21131"/>
                </a:lnTo>
                <a:lnTo>
                  <a:pt x="6759" y="21163"/>
                </a:lnTo>
                <a:lnTo>
                  <a:pt x="6349" y="21259"/>
                </a:lnTo>
                <a:lnTo>
                  <a:pt x="5935" y="21362"/>
                </a:lnTo>
                <a:lnTo>
                  <a:pt x="5517" y="21465"/>
                </a:lnTo>
                <a:lnTo>
                  <a:pt x="5131" y="21465"/>
                </a:lnTo>
                <a:lnTo>
                  <a:pt x="4741" y="21465"/>
                </a:lnTo>
                <a:lnTo>
                  <a:pt x="4347" y="21471"/>
                </a:lnTo>
                <a:lnTo>
                  <a:pt x="3840" y="21536"/>
                </a:lnTo>
                <a:lnTo>
                  <a:pt x="3325" y="21600"/>
                </a:lnTo>
                <a:lnTo>
                  <a:pt x="2987" y="20797"/>
                </a:lnTo>
                <a:lnTo>
                  <a:pt x="2705" y="19955"/>
                </a:lnTo>
                <a:lnTo>
                  <a:pt x="2439" y="18830"/>
                </a:lnTo>
                <a:lnTo>
                  <a:pt x="2152" y="17159"/>
                </a:lnTo>
                <a:lnTo>
                  <a:pt x="1803" y="14698"/>
                </a:lnTo>
                <a:lnTo>
                  <a:pt x="1354" y="11182"/>
                </a:lnTo>
                <a:lnTo>
                  <a:pt x="766" y="6369"/>
                </a:lnTo>
                <a:lnTo>
                  <a:pt x="0" y="0"/>
                </a:lnTo>
                <a:close/>
              </a:path>
            </a:pathLst>
          </a:custGeom>
          <a:solidFill>
            <a:srgbClr val="ACC0CA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5" name="contour_05943"/>
          <p:cNvSpPr/>
          <p:nvPr/>
        </p:nvSpPr>
        <p:spPr>
          <a:xfrm>
            <a:off x="7057862" y="1362854"/>
            <a:ext cx="138472" cy="369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4" y="0"/>
                </a:moveTo>
                <a:lnTo>
                  <a:pt x="6439" y="179"/>
                </a:lnTo>
                <a:lnTo>
                  <a:pt x="7195" y="370"/>
                </a:lnTo>
                <a:lnTo>
                  <a:pt x="7950" y="562"/>
                </a:lnTo>
                <a:lnTo>
                  <a:pt x="8705" y="762"/>
                </a:lnTo>
                <a:lnTo>
                  <a:pt x="9460" y="966"/>
                </a:lnTo>
                <a:lnTo>
                  <a:pt x="10213" y="1171"/>
                </a:lnTo>
                <a:lnTo>
                  <a:pt x="10968" y="1384"/>
                </a:lnTo>
                <a:lnTo>
                  <a:pt x="11723" y="1596"/>
                </a:lnTo>
                <a:lnTo>
                  <a:pt x="12293" y="1728"/>
                </a:lnTo>
                <a:lnTo>
                  <a:pt x="12865" y="1860"/>
                </a:lnTo>
                <a:lnTo>
                  <a:pt x="13444" y="1997"/>
                </a:lnTo>
                <a:lnTo>
                  <a:pt x="14338" y="2286"/>
                </a:lnTo>
                <a:lnTo>
                  <a:pt x="15179" y="2635"/>
                </a:lnTo>
                <a:lnTo>
                  <a:pt x="15973" y="3061"/>
                </a:lnTo>
                <a:lnTo>
                  <a:pt x="16729" y="3597"/>
                </a:lnTo>
                <a:lnTo>
                  <a:pt x="17454" y="4270"/>
                </a:lnTo>
                <a:lnTo>
                  <a:pt x="18157" y="5108"/>
                </a:lnTo>
                <a:lnTo>
                  <a:pt x="18844" y="6143"/>
                </a:lnTo>
                <a:lnTo>
                  <a:pt x="19524" y="7399"/>
                </a:lnTo>
                <a:lnTo>
                  <a:pt x="20205" y="8901"/>
                </a:lnTo>
                <a:lnTo>
                  <a:pt x="20895" y="10685"/>
                </a:lnTo>
                <a:lnTo>
                  <a:pt x="21600" y="12771"/>
                </a:lnTo>
                <a:lnTo>
                  <a:pt x="21082" y="15300"/>
                </a:lnTo>
                <a:lnTo>
                  <a:pt x="20672" y="17032"/>
                </a:lnTo>
                <a:lnTo>
                  <a:pt x="20158" y="18761"/>
                </a:lnTo>
                <a:lnTo>
                  <a:pt x="19326" y="21285"/>
                </a:lnTo>
                <a:lnTo>
                  <a:pt x="18557" y="21468"/>
                </a:lnTo>
                <a:lnTo>
                  <a:pt x="17817" y="21574"/>
                </a:lnTo>
                <a:lnTo>
                  <a:pt x="17094" y="21600"/>
                </a:lnTo>
                <a:lnTo>
                  <a:pt x="16372" y="21545"/>
                </a:lnTo>
                <a:lnTo>
                  <a:pt x="15637" y="21404"/>
                </a:lnTo>
                <a:lnTo>
                  <a:pt x="14877" y="21187"/>
                </a:lnTo>
                <a:lnTo>
                  <a:pt x="14237" y="21025"/>
                </a:lnTo>
                <a:lnTo>
                  <a:pt x="13586" y="20864"/>
                </a:lnTo>
                <a:lnTo>
                  <a:pt x="12909" y="20685"/>
                </a:lnTo>
                <a:lnTo>
                  <a:pt x="12231" y="20497"/>
                </a:lnTo>
                <a:lnTo>
                  <a:pt x="11554" y="20302"/>
                </a:lnTo>
                <a:lnTo>
                  <a:pt x="10876" y="20097"/>
                </a:lnTo>
                <a:lnTo>
                  <a:pt x="10199" y="19893"/>
                </a:lnTo>
                <a:lnTo>
                  <a:pt x="9521" y="19689"/>
                </a:lnTo>
                <a:lnTo>
                  <a:pt x="8831" y="19506"/>
                </a:lnTo>
                <a:lnTo>
                  <a:pt x="8140" y="19318"/>
                </a:lnTo>
                <a:lnTo>
                  <a:pt x="7450" y="19135"/>
                </a:lnTo>
                <a:lnTo>
                  <a:pt x="6759" y="18956"/>
                </a:lnTo>
                <a:lnTo>
                  <a:pt x="6007" y="18756"/>
                </a:lnTo>
                <a:lnTo>
                  <a:pt x="5257" y="18552"/>
                </a:lnTo>
                <a:lnTo>
                  <a:pt x="4505" y="18343"/>
                </a:lnTo>
                <a:lnTo>
                  <a:pt x="3754" y="18131"/>
                </a:lnTo>
                <a:lnTo>
                  <a:pt x="3004" y="17918"/>
                </a:lnTo>
                <a:lnTo>
                  <a:pt x="2252" y="17696"/>
                </a:lnTo>
                <a:lnTo>
                  <a:pt x="1502" y="17479"/>
                </a:lnTo>
                <a:lnTo>
                  <a:pt x="750" y="17254"/>
                </a:lnTo>
                <a:lnTo>
                  <a:pt x="0" y="17028"/>
                </a:lnTo>
                <a:lnTo>
                  <a:pt x="0" y="14917"/>
                </a:lnTo>
                <a:lnTo>
                  <a:pt x="0" y="12771"/>
                </a:lnTo>
                <a:lnTo>
                  <a:pt x="750" y="12303"/>
                </a:lnTo>
                <a:lnTo>
                  <a:pt x="1502" y="11834"/>
                </a:lnTo>
                <a:lnTo>
                  <a:pt x="2253" y="11366"/>
                </a:lnTo>
                <a:lnTo>
                  <a:pt x="3007" y="10894"/>
                </a:lnTo>
                <a:lnTo>
                  <a:pt x="3763" y="10421"/>
                </a:lnTo>
                <a:lnTo>
                  <a:pt x="4522" y="9949"/>
                </a:lnTo>
                <a:lnTo>
                  <a:pt x="5284" y="9472"/>
                </a:lnTo>
                <a:lnTo>
                  <a:pt x="6050" y="8995"/>
                </a:lnTo>
                <a:lnTo>
                  <a:pt x="6821" y="8514"/>
                </a:lnTo>
                <a:lnTo>
                  <a:pt x="6539" y="6407"/>
                </a:lnTo>
                <a:lnTo>
                  <a:pt x="6257" y="4287"/>
                </a:lnTo>
                <a:lnTo>
                  <a:pt x="5972" y="2158"/>
                </a:lnTo>
                <a:lnTo>
                  <a:pt x="5684" y="0"/>
                </a:lnTo>
                <a:close/>
              </a:path>
            </a:pathLst>
          </a:custGeom>
          <a:solidFill>
            <a:srgbClr val="C6D2D8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6" name="contour_05944"/>
          <p:cNvSpPr/>
          <p:nvPr/>
        </p:nvSpPr>
        <p:spPr>
          <a:xfrm>
            <a:off x="5592976" y="1272913"/>
            <a:ext cx="116608" cy="38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79"/>
                </a:moveTo>
                <a:lnTo>
                  <a:pt x="869" y="1278"/>
                </a:lnTo>
                <a:lnTo>
                  <a:pt x="1739" y="1185"/>
                </a:lnTo>
                <a:lnTo>
                  <a:pt x="2607" y="1096"/>
                </a:lnTo>
                <a:lnTo>
                  <a:pt x="3476" y="1015"/>
                </a:lnTo>
                <a:lnTo>
                  <a:pt x="4346" y="938"/>
                </a:lnTo>
                <a:lnTo>
                  <a:pt x="5214" y="870"/>
                </a:lnTo>
                <a:lnTo>
                  <a:pt x="6083" y="801"/>
                </a:lnTo>
                <a:lnTo>
                  <a:pt x="6952" y="740"/>
                </a:lnTo>
                <a:lnTo>
                  <a:pt x="7822" y="679"/>
                </a:lnTo>
                <a:lnTo>
                  <a:pt x="8691" y="619"/>
                </a:lnTo>
                <a:lnTo>
                  <a:pt x="9517" y="518"/>
                </a:lnTo>
                <a:lnTo>
                  <a:pt x="10349" y="417"/>
                </a:lnTo>
                <a:lnTo>
                  <a:pt x="11193" y="311"/>
                </a:lnTo>
                <a:lnTo>
                  <a:pt x="11544" y="295"/>
                </a:lnTo>
                <a:lnTo>
                  <a:pt x="12163" y="263"/>
                </a:lnTo>
                <a:lnTo>
                  <a:pt x="13580" y="194"/>
                </a:lnTo>
                <a:lnTo>
                  <a:pt x="13904" y="166"/>
                </a:lnTo>
                <a:lnTo>
                  <a:pt x="14475" y="113"/>
                </a:lnTo>
                <a:lnTo>
                  <a:pt x="15786" y="0"/>
                </a:lnTo>
                <a:lnTo>
                  <a:pt x="16662" y="683"/>
                </a:lnTo>
                <a:lnTo>
                  <a:pt x="17550" y="1379"/>
                </a:lnTo>
                <a:lnTo>
                  <a:pt x="17923" y="4182"/>
                </a:lnTo>
                <a:lnTo>
                  <a:pt x="18179" y="6212"/>
                </a:lnTo>
                <a:lnTo>
                  <a:pt x="18384" y="8056"/>
                </a:lnTo>
                <a:lnTo>
                  <a:pt x="18603" y="10296"/>
                </a:lnTo>
                <a:lnTo>
                  <a:pt x="18900" y="13512"/>
                </a:lnTo>
                <a:lnTo>
                  <a:pt x="19749" y="16343"/>
                </a:lnTo>
                <a:lnTo>
                  <a:pt x="20313" y="18126"/>
                </a:lnTo>
                <a:lnTo>
                  <a:pt x="20845" y="19626"/>
                </a:lnTo>
                <a:lnTo>
                  <a:pt x="21600" y="21600"/>
                </a:lnTo>
                <a:lnTo>
                  <a:pt x="20646" y="21313"/>
                </a:lnTo>
                <a:lnTo>
                  <a:pt x="19692" y="21018"/>
                </a:lnTo>
                <a:lnTo>
                  <a:pt x="18739" y="20718"/>
                </a:lnTo>
                <a:lnTo>
                  <a:pt x="17786" y="20415"/>
                </a:lnTo>
                <a:lnTo>
                  <a:pt x="16833" y="20104"/>
                </a:lnTo>
                <a:lnTo>
                  <a:pt x="15880" y="19788"/>
                </a:lnTo>
                <a:lnTo>
                  <a:pt x="14927" y="19469"/>
                </a:lnTo>
                <a:lnTo>
                  <a:pt x="13975" y="19141"/>
                </a:lnTo>
                <a:lnTo>
                  <a:pt x="13022" y="18810"/>
                </a:lnTo>
                <a:lnTo>
                  <a:pt x="12293" y="18567"/>
                </a:lnTo>
                <a:lnTo>
                  <a:pt x="11563" y="18332"/>
                </a:lnTo>
                <a:lnTo>
                  <a:pt x="10834" y="18102"/>
                </a:lnTo>
                <a:lnTo>
                  <a:pt x="10103" y="17883"/>
                </a:lnTo>
                <a:lnTo>
                  <a:pt x="9264" y="17625"/>
                </a:lnTo>
                <a:lnTo>
                  <a:pt x="8425" y="17350"/>
                </a:lnTo>
                <a:lnTo>
                  <a:pt x="7587" y="17062"/>
                </a:lnTo>
                <a:lnTo>
                  <a:pt x="6750" y="16767"/>
                </a:lnTo>
                <a:lnTo>
                  <a:pt x="5912" y="16464"/>
                </a:lnTo>
                <a:lnTo>
                  <a:pt x="5069" y="16189"/>
                </a:lnTo>
                <a:lnTo>
                  <a:pt x="4221" y="15910"/>
                </a:lnTo>
                <a:lnTo>
                  <a:pt x="3362" y="15631"/>
                </a:lnTo>
                <a:lnTo>
                  <a:pt x="2697" y="14931"/>
                </a:lnTo>
                <a:lnTo>
                  <a:pt x="2029" y="14227"/>
                </a:lnTo>
                <a:lnTo>
                  <a:pt x="1350" y="13512"/>
                </a:lnTo>
                <a:lnTo>
                  <a:pt x="879" y="10414"/>
                </a:lnTo>
                <a:lnTo>
                  <a:pt x="572" y="8234"/>
                </a:lnTo>
                <a:lnTo>
                  <a:pt x="367" y="6390"/>
                </a:lnTo>
                <a:lnTo>
                  <a:pt x="198" y="4299"/>
                </a:lnTo>
                <a:lnTo>
                  <a:pt x="0" y="1379"/>
                </a:lnTo>
                <a:close/>
              </a:path>
            </a:pathLst>
          </a:custGeom>
          <a:solidFill>
            <a:srgbClr val="E1EDF2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7" name="contour_05945"/>
          <p:cNvSpPr/>
          <p:nvPr/>
        </p:nvSpPr>
        <p:spPr>
          <a:xfrm>
            <a:off x="4849601" y="1129639"/>
            <a:ext cx="2413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54" y="1243"/>
                </a:lnTo>
                <a:lnTo>
                  <a:pt x="9267" y="2292"/>
                </a:lnTo>
                <a:lnTo>
                  <a:pt x="12717" y="3178"/>
                </a:lnTo>
                <a:lnTo>
                  <a:pt x="15470" y="3931"/>
                </a:lnTo>
                <a:lnTo>
                  <a:pt x="17602" y="4584"/>
                </a:lnTo>
                <a:lnTo>
                  <a:pt x="19193" y="5168"/>
                </a:lnTo>
                <a:lnTo>
                  <a:pt x="20315" y="5713"/>
                </a:lnTo>
                <a:lnTo>
                  <a:pt x="21039" y="6250"/>
                </a:lnTo>
                <a:lnTo>
                  <a:pt x="21443" y="6810"/>
                </a:lnTo>
                <a:lnTo>
                  <a:pt x="21600" y="7426"/>
                </a:lnTo>
                <a:lnTo>
                  <a:pt x="21587" y="8126"/>
                </a:lnTo>
                <a:lnTo>
                  <a:pt x="21476" y="8944"/>
                </a:lnTo>
                <a:lnTo>
                  <a:pt x="21411" y="9688"/>
                </a:lnTo>
                <a:lnTo>
                  <a:pt x="21352" y="10435"/>
                </a:lnTo>
                <a:lnTo>
                  <a:pt x="21287" y="11194"/>
                </a:lnTo>
                <a:lnTo>
                  <a:pt x="21124" y="11956"/>
                </a:lnTo>
                <a:lnTo>
                  <a:pt x="20954" y="12722"/>
                </a:lnTo>
                <a:lnTo>
                  <a:pt x="20791" y="13500"/>
                </a:lnTo>
                <a:lnTo>
                  <a:pt x="20752" y="13848"/>
                </a:lnTo>
                <a:lnTo>
                  <a:pt x="20680" y="14460"/>
                </a:lnTo>
                <a:lnTo>
                  <a:pt x="20517" y="15863"/>
                </a:lnTo>
                <a:lnTo>
                  <a:pt x="20413" y="16682"/>
                </a:lnTo>
                <a:lnTo>
                  <a:pt x="20302" y="17502"/>
                </a:lnTo>
                <a:lnTo>
                  <a:pt x="20172" y="18322"/>
                </a:lnTo>
                <a:lnTo>
                  <a:pt x="20035" y="19141"/>
                </a:lnTo>
                <a:lnTo>
                  <a:pt x="19891" y="19961"/>
                </a:lnTo>
                <a:lnTo>
                  <a:pt x="19735" y="20780"/>
                </a:lnTo>
                <a:lnTo>
                  <a:pt x="19565" y="21600"/>
                </a:lnTo>
                <a:lnTo>
                  <a:pt x="15691" y="21600"/>
                </a:lnTo>
                <a:lnTo>
                  <a:pt x="11804" y="21600"/>
                </a:lnTo>
                <a:lnTo>
                  <a:pt x="7904" y="21600"/>
                </a:lnTo>
                <a:lnTo>
                  <a:pt x="3972" y="21600"/>
                </a:lnTo>
                <a:lnTo>
                  <a:pt x="0" y="21600"/>
                </a:lnTo>
                <a:lnTo>
                  <a:pt x="0" y="20778"/>
                </a:lnTo>
                <a:lnTo>
                  <a:pt x="0" y="19955"/>
                </a:lnTo>
                <a:lnTo>
                  <a:pt x="0" y="19133"/>
                </a:lnTo>
                <a:lnTo>
                  <a:pt x="0" y="18310"/>
                </a:lnTo>
                <a:lnTo>
                  <a:pt x="0" y="17486"/>
                </a:lnTo>
                <a:lnTo>
                  <a:pt x="0" y="16662"/>
                </a:lnTo>
                <a:lnTo>
                  <a:pt x="0" y="15839"/>
                </a:lnTo>
                <a:lnTo>
                  <a:pt x="0" y="15014"/>
                </a:lnTo>
                <a:lnTo>
                  <a:pt x="0" y="14189"/>
                </a:lnTo>
                <a:lnTo>
                  <a:pt x="0" y="13363"/>
                </a:lnTo>
                <a:lnTo>
                  <a:pt x="0" y="12536"/>
                </a:lnTo>
                <a:lnTo>
                  <a:pt x="0" y="11710"/>
                </a:lnTo>
                <a:lnTo>
                  <a:pt x="0" y="10880"/>
                </a:lnTo>
                <a:lnTo>
                  <a:pt x="0" y="10052"/>
                </a:lnTo>
                <a:lnTo>
                  <a:pt x="0" y="9222"/>
                </a:lnTo>
                <a:lnTo>
                  <a:pt x="0" y="8390"/>
                </a:lnTo>
                <a:lnTo>
                  <a:pt x="0" y="7558"/>
                </a:lnTo>
                <a:lnTo>
                  <a:pt x="0" y="6724"/>
                </a:lnTo>
                <a:lnTo>
                  <a:pt x="0" y="5888"/>
                </a:lnTo>
                <a:lnTo>
                  <a:pt x="0" y="5052"/>
                </a:lnTo>
                <a:lnTo>
                  <a:pt x="0" y="4214"/>
                </a:lnTo>
                <a:lnTo>
                  <a:pt x="0" y="3374"/>
                </a:lnTo>
                <a:lnTo>
                  <a:pt x="0" y="2534"/>
                </a:lnTo>
                <a:lnTo>
                  <a:pt x="0" y="1691"/>
                </a:lnTo>
                <a:lnTo>
                  <a:pt x="0" y="846"/>
                </a:lnTo>
                <a:lnTo>
                  <a:pt x="0" y="0"/>
                </a:lnTo>
                <a:close/>
              </a:path>
            </a:pathLst>
          </a:custGeom>
          <a:solidFill>
            <a:srgbClr val="909293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8" name="contour_05946"/>
          <p:cNvSpPr/>
          <p:nvPr/>
        </p:nvSpPr>
        <p:spPr>
          <a:xfrm>
            <a:off x="4441226" y="441572"/>
            <a:ext cx="103118" cy="394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37" y="36"/>
                </a:moveTo>
                <a:lnTo>
                  <a:pt x="4757" y="0"/>
                </a:lnTo>
                <a:lnTo>
                  <a:pt x="5801" y="4"/>
                </a:lnTo>
                <a:lnTo>
                  <a:pt x="6868" y="52"/>
                </a:lnTo>
                <a:lnTo>
                  <a:pt x="7951" y="156"/>
                </a:lnTo>
                <a:lnTo>
                  <a:pt x="9047" y="319"/>
                </a:lnTo>
                <a:lnTo>
                  <a:pt x="10149" y="555"/>
                </a:lnTo>
                <a:lnTo>
                  <a:pt x="11253" y="858"/>
                </a:lnTo>
                <a:lnTo>
                  <a:pt x="12356" y="1249"/>
                </a:lnTo>
                <a:lnTo>
                  <a:pt x="13452" y="1724"/>
                </a:lnTo>
                <a:lnTo>
                  <a:pt x="14538" y="2299"/>
                </a:lnTo>
                <a:lnTo>
                  <a:pt x="15607" y="2978"/>
                </a:lnTo>
                <a:lnTo>
                  <a:pt x="16655" y="3768"/>
                </a:lnTo>
                <a:lnTo>
                  <a:pt x="17678" y="4674"/>
                </a:lnTo>
                <a:lnTo>
                  <a:pt x="18670" y="5704"/>
                </a:lnTo>
                <a:lnTo>
                  <a:pt x="19629" y="6870"/>
                </a:lnTo>
                <a:lnTo>
                  <a:pt x="20550" y="8171"/>
                </a:lnTo>
                <a:lnTo>
                  <a:pt x="21424" y="9624"/>
                </a:lnTo>
                <a:lnTo>
                  <a:pt x="21542" y="12738"/>
                </a:lnTo>
                <a:lnTo>
                  <a:pt x="21600" y="14918"/>
                </a:lnTo>
                <a:lnTo>
                  <a:pt x="21600" y="16738"/>
                </a:lnTo>
                <a:lnTo>
                  <a:pt x="21542" y="18774"/>
                </a:lnTo>
                <a:lnTo>
                  <a:pt x="21424" y="21600"/>
                </a:lnTo>
                <a:lnTo>
                  <a:pt x="20399" y="21165"/>
                </a:lnTo>
                <a:lnTo>
                  <a:pt x="19373" y="20730"/>
                </a:lnTo>
                <a:lnTo>
                  <a:pt x="18347" y="20291"/>
                </a:lnTo>
                <a:lnTo>
                  <a:pt x="17321" y="19856"/>
                </a:lnTo>
                <a:lnTo>
                  <a:pt x="16486" y="19504"/>
                </a:lnTo>
                <a:lnTo>
                  <a:pt x="15645" y="19153"/>
                </a:lnTo>
                <a:lnTo>
                  <a:pt x="14793" y="18794"/>
                </a:lnTo>
                <a:lnTo>
                  <a:pt x="13833" y="18319"/>
                </a:lnTo>
                <a:lnTo>
                  <a:pt x="12882" y="17812"/>
                </a:lnTo>
                <a:lnTo>
                  <a:pt x="11935" y="17269"/>
                </a:lnTo>
                <a:lnTo>
                  <a:pt x="10992" y="16702"/>
                </a:lnTo>
                <a:lnTo>
                  <a:pt x="10051" y="16107"/>
                </a:lnTo>
                <a:lnTo>
                  <a:pt x="9108" y="15492"/>
                </a:lnTo>
                <a:lnTo>
                  <a:pt x="8161" y="14866"/>
                </a:lnTo>
                <a:lnTo>
                  <a:pt x="7051" y="14275"/>
                </a:lnTo>
                <a:lnTo>
                  <a:pt x="6079" y="13912"/>
                </a:lnTo>
                <a:lnTo>
                  <a:pt x="5160" y="13872"/>
                </a:lnTo>
                <a:lnTo>
                  <a:pt x="4209" y="14251"/>
                </a:lnTo>
                <a:lnTo>
                  <a:pt x="3140" y="15145"/>
                </a:lnTo>
                <a:lnTo>
                  <a:pt x="2374" y="16490"/>
                </a:lnTo>
                <a:lnTo>
                  <a:pt x="1797" y="17612"/>
                </a:lnTo>
                <a:lnTo>
                  <a:pt x="1119" y="19113"/>
                </a:lnTo>
                <a:lnTo>
                  <a:pt x="52" y="21600"/>
                </a:lnTo>
                <a:lnTo>
                  <a:pt x="5" y="16031"/>
                </a:lnTo>
                <a:lnTo>
                  <a:pt x="0" y="11672"/>
                </a:lnTo>
                <a:lnTo>
                  <a:pt x="69" y="8339"/>
                </a:lnTo>
                <a:lnTo>
                  <a:pt x="243" y="5860"/>
                </a:lnTo>
                <a:lnTo>
                  <a:pt x="551" y="4056"/>
                </a:lnTo>
                <a:lnTo>
                  <a:pt x="1024" y="2750"/>
                </a:lnTo>
                <a:lnTo>
                  <a:pt x="1693" y="1760"/>
                </a:lnTo>
                <a:lnTo>
                  <a:pt x="2588" y="914"/>
                </a:lnTo>
                <a:lnTo>
                  <a:pt x="3737" y="36"/>
                </a:lnTo>
                <a:close/>
              </a:path>
            </a:pathLst>
          </a:custGeom>
          <a:solidFill>
            <a:srgbClr val="C1C1C1"/>
          </a:solidFill>
          <a:ln>
            <a:noFill/>
          </a:ln>
        </p:spPr>
        <p:txBody>
          <a:bodyPr/>
          <a:lstStyle/>
          <a:p/>
        </p:txBody>
      </p:sp>
      <p:sp>
        <p:nvSpPr>
          <p:cNvPr id="5949" name="contour_05947"/>
          <p:cNvSpPr/>
          <p:nvPr/>
        </p:nvSpPr>
        <p:spPr>
          <a:xfrm>
            <a:off x="4303002" y="6311335"/>
            <a:ext cx="109320" cy="37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38"/>
                </a:moveTo>
                <a:lnTo>
                  <a:pt x="2369" y="0"/>
                </a:lnTo>
                <a:lnTo>
                  <a:pt x="3253" y="42"/>
                </a:lnTo>
                <a:lnTo>
                  <a:pt x="4113" y="173"/>
                </a:lnTo>
                <a:lnTo>
                  <a:pt x="4969" y="389"/>
                </a:lnTo>
                <a:lnTo>
                  <a:pt x="5842" y="697"/>
                </a:lnTo>
                <a:lnTo>
                  <a:pt x="6751" y="1094"/>
                </a:lnTo>
                <a:lnTo>
                  <a:pt x="7137" y="1259"/>
                </a:lnTo>
                <a:lnTo>
                  <a:pt x="8303" y="1762"/>
                </a:lnTo>
                <a:lnTo>
                  <a:pt x="10189" y="2645"/>
                </a:lnTo>
                <a:lnTo>
                  <a:pt x="11815" y="3418"/>
                </a:lnTo>
                <a:lnTo>
                  <a:pt x="13211" y="4102"/>
                </a:lnTo>
                <a:lnTo>
                  <a:pt x="14403" y="4723"/>
                </a:lnTo>
                <a:lnTo>
                  <a:pt x="15422" y="5306"/>
                </a:lnTo>
                <a:lnTo>
                  <a:pt x="16298" y="5872"/>
                </a:lnTo>
                <a:lnTo>
                  <a:pt x="17058" y="6447"/>
                </a:lnTo>
                <a:lnTo>
                  <a:pt x="17732" y="7055"/>
                </a:lnTo>
                <a:lnTo>
                  <a:pt x="18348" y="7718"/>
                </a:lnTo>
                <a:lnTo>
                  <a:pt x="18939" y="8462"/>
                </a:lnTo>
                <a:lnTo>
                  <a:pt x="19529" y="9307"/>
                </a:lnTo>
                <a:lnTo>
                  <a:pt x="20150" y="10282"/>
                </a:lnTo>
                <a:lnTo>
                  <a:pt x="20831" y="11410"/>
                </a:lnTo>
                <a:lnTo>
                  <a:pt x="21600" y="12712"/>
                </a:lnTo>
                <a:lnTo>
                  <a:pt x="21600" y="15504"/>
                </a:lnTo>
                <a:lnTo>
                  <a:pt x="21600" y="18313"/>
                </a:lnTo>
                <a:lnTo>
                  <a:pt x="21600" y="21161"/>
                </a:lnTo>
                <a:lnTo>
                  <a:pt x="20490" y="21393"/>
                </a:lnTo>
                <a:lnTo>
                  <a:pt x="19405" y="21541"/>
                </a:lnTo>
                <a:lnTo>
                  <a:pt x="18347" y="21600"/>
                </a:lnTo>
                <a:lnTo>
                  <a:pt x="17310" y="21575"/>
                </a:lnTo>
                <a:lnTo>
                  <a:pt x="16295" y="21469"/>
                </a:lnTo>
                <a:lnTo>
                  <a:pt x="15297" y="21279"/>
                </a:lnTo>
                <a:lnTo>
                  <a:pt x="14315" y="21013"/>
                </a:lnTo>
                <a:lnTo>
                  <a:pt x="13347" y="20666"/>
                </a:lnTo>
                <a:lnTo>
                  <a:pt x="12391" y="20244"/>
                </a:lnTo>
                <a:lnTo>
                  <a:pt x="11445" y="19745"/>
                </a:lnTo>
                <a:lnTo>
                  <a:pt x="10505" y="19171"/>
                </a:lnTo>
                <a:lnTo>
                  <a:pt x="9570" y="18529"/>
                </a:lnTo>
                <a:lnTo>
                  <a:pt x="8637" y="17815"/>
                </a:lnTo>
                <a:lnTo>
                  <a:pt x="7705" y="17033"/>
                </a:lnTo>
                <a:lnTo>
                  <a:pt x="6772" y="16184"/>
                </a:lnTo>
                <a:lnTo>
                  <a:pt x="5835" y="15267"/>
                </a:lnTo>
                <a:lnTo>
                  <a:pt x="4890" y="14287"/>
                </a:lnTo>
                <a:lnTo>
                  <a:pt x="3938" y="13248"/>
                </a:lnTo>
                <a:lnTo>
                  <a:pt x="2975" y="12146"/>
                </a:lnTo>
                <a:lnTo>
                  <a:pt x="1999" y="10984"/>
                </a:lnTo>
                <a:lnTo>
                  <a:pt x="1008" y="9763"/>
                </a:lnTo>
                <a:lnTo>
                  <a:pt x="0" y="8487"/>
                </a:lnTo>
                <a:lnTo>
                  <a:pt x="242" y="5940"/>
                </a:lnTo>
                <a:lnTo>
                  <a:pt x="471" y="4212"/>
                </a:lnTo>
                <a:lnTo>
                  <a:pt x="827" y="2509"/>
                </a:lnTo>
                <a:lnTo>
                  <a:pt x="1440" y="38"/>
                </a:lnTo>
                <a:close/>
              </a:path>
            </a:pathLst>
          </a:custGeom>
          <a:solidFill>
            <a:srgbClr val="B9D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0" name="contour_05948"/>
          <p:cNvSpPr/>
          <p:nvPr/>
        </p:nvSpPr>
        <p:spPr>
          <a:xfrm>
            <a:off x="4055210" y="6058121"/>
            <a:ext cx="87456" cy="447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47"/>
                </a:moveTo>
                <a:lnTo>
                  <a:pt x="21470" y="5294"/>
                </a:lnTo>
                <a:lnTo>
                  <a:pt x="21292" y="7747"/>
                </a:lnTo>
                <a:lnTo>
                  <a:pt x="21042" y="10039"/>
                </a:lnTo>
                <a:lnTo>
                  <a:pt x="20702" y="12204"/>
                </a:lnTo>
                <a:lnTo>
                  <a:pt x="20246" y="14275"/>
                </a:lnTo>
                <a:lnTo>
                  <a:pt x="19660" y="16278"/>
                </a:lnTo>
                <a:lnTo>
                  <a:pt x="18918" y="18250"/>
                </a:lnTo>
                <a:lnTo>
                  <a:pt x="18000" y="20222"/>
                </a:lnTo>
                <a:lnTo>
                  <a:pt x="16744" y="20700"/>
                </a:lnTo>
                <a:lnTo>
                  <a:pt x="15476" y="21066"/>
                </a:lnTo>
                <a:lnTo>
                  <a:pt x="14200" y="21329"/>
                </a:lnTo>
                <a:lnTo>
                  <a:pt x="12913" y="21498"/>
                </a:lnTo>
                <a:lnTo>
                  <a:pt x="11621" y="21586"/>
                </a:lnTo>
                <a:lnTo>
                  <a:pt x="10325" y="21600"/>
                </a:lnTo>
                <a:lnTo>
                  <a:pt x="9025" y="21547"/>
                </a:lnTo>
                <a:lnTo>
                  <a:pt x="7724" y="21445"/>
                </a:lnTo>
                <a:lnTo>
                  <a:pt x="6424" y="21294"/>
                </a:lnTo>
                <a:lnTo>
                  <a:pt x="5126" y="21111"/>
                </a:lnTo>
                <a:lnTo>
                  <a:pt x="3834" y="20901"/>
                </a:lnTo>
                <a:lnTo>
                  <a:pt x="2547" y="20679"/>
                </a:lnTo>
                <a:lnTo>
                  <a:pt x="1269" y="20447"/>
                </a:lnTo>
                <a:lnTo>
                  <a:pt x="0" y="20222"/>
                </a:lnTo>
                <a:lnTo>
                  <a:pt x="0" y="18134"/>
                </a:lnTo>
                <a:lnTo>
                  <a:pt x="0" y="16039"/>
                </a:lnTo>
                <a:lnTo>
                  <a:pt x="0" y="13937"/>
                </a:lnTo>
                <a:lnTo>
                  <a:pt x="0" y="11818"/>
                </a:lnTo>
                <a:lnTo>
                  <a:pt x="0" y="9677"/>
                </a:lnTo>
                <a:lnTo>
                  <a:pt x="544" y="9853"/>
                </a:lnTo>
                <a:lnTo>
                  <a:pt x="1042" y="10018"/>
                </a:lnTo>
                <a:lnTo>
                  <a:pt x="1588" y="10194"/>
                </a:lnTo>
                <a:lnTo>
                  <a:pt x="2268" y="10415"/>
                </a:lnTo>
                <a:lnTo>
                  <a:pt x="3172" y="10710"/>
                </a:lnTo>
                <a:lnTo>
                  <a:pt x="4388" y="11104"/>
                </a:lnTo>
                <a:lnTo>
                  <a:pt x="6005" y="11631"/>
                </a:lnTo>
                <a:lnTo>
                  <a:pt x="8113" y="12317"/>
                </a:lnTo>
                <a:lnTo>
                  <a:pt x="10800" y="13192"/>
                </a:lnTo>
                <a:lnTo>
                  <a:pt x="10800" y="10869"/>
                </a:lnTo>
                <a:lnTo>
                  <a:pt x="10800" y="8531"/>
                </a:lnTo>
                <a:lnTo>
                  <a:pt x="10800" y="6162"/>
                </a:lnTo>
                <a:lnTo>
                  <a:pt x="9461" y="5079"/>
                </a:lnTo>
                <a:lnTo>
                  <a:pt x="8510" y="4355"/>
                </a:lnTo>
                <a:lnTo>
                  <a:pt x="7690" y="3821"/>
                </a:lnTo>
                <a:lnTo>
                  <a:pt x="6739" y="3308"/>
                </a:lnTo>
                <a:lnTo>
                  <a:pt x="5400" y="2647"/>
                </a:lnTo>
                <a:lnTo>
                  <a:pt x="6750" y="1828"/>
                </a:lnTo>
                <a:lnTo>
                  <a:pt x="8046" y="1171"/>
                </a:lnTo>
                <a:lnTo>
                  <a:pt x="9297" y="664"/>
                </a:lnTo>
                <a:lnTo>
                  <a:pt x="10514" y="302"/>
                </a:lnTo>
                <a:lnTo>
                  <a:pt x="11705" y="84"/>
                </a:lnTo>
                <a:lnTo>
                  <a:pt x="12884" y="0"/>
                </a:lnTo>
                <a:lnTo>
                  <a:pt x="14060" y="42"/>
                </a:lnTo>
                <a:lnTo>
                  <a:pt x="15241" y="204"/>
                </a:lnTo>
                <a:lnTo>
                  <a:pt x="16439" y="485"/>
                </a:lnTo>
                <a:lnTo>
                  <a:pt x="17663" y="875"/>
                </a:lnTo>
                <a:lnTo>
                  <a:pt x="18925" y="1371"/>
                </a:lnTo>
                <a:lnTo>
                  <a:pt x="20234" y="1961"/>
                </a:lnTo>
                <a:lnTo>
                  <a:pt x="21600" y="2647"/>
                </a:lnTo>
                <a:close/>
              </a:path>
            </a:pathLst>
          </a:custGeom>
          <a:solidFill>
            <a:srgbClr val="DC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1" name="contour_05949"/>
          <p:cNvSpPr/>
          <p:nvPr/>
        </p:nvSpPr>
        <p:spPr>
          <a:xfrm>
            <a:off x="833918" y="6041745"/>
            <a:ext cx="167624" cy="638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2" y="224"/>
                </a:lnTo>
                <a:lnTo>
                  <a:pt x="812" y="899"/>
                </a:lnTo>
                <a:lnTo>
                  <a:pt x="1427" y="1555"/>
                </a:lnTo>
                <a:lnTo>
                  <a:pt x="2044" y="2195"/>
                </a:lnTo>
                <a:lnTo>
                  <a:pt x="2661" y="2824"/>
                </a:lnTo>
                <a:lnTo>
                  <a:pt x="3279" y="3435"/>
                </a:lnTo>
                <a:lnTo>
                  <a:pt x="3898" y="4036"/>
                </a:lnTo>
                <a:lnTo>
                  <a:pt x="4519" y="4623"/>
                </a:lnTo>
                <a:lnTo>
                  <a:pt x="5141" y="5199"/>
                </a:lnTo>
                <a:lnTo>
                  <a:pt x="5764" y="5766"/>
                </a:lnTo>
                <a:lnTo>
                  <a:pt x="6389" y="6323"/>
                </a:lnTo>
                <a:lnTo>
                  <a:pt x="7015" y="6870"/>
                </a:lnTo>
                <a:lnTo>
                  <a:pt x="7643" y="7409"/>
                </a:lnTo>
                <a:lnTo>
                  <a:pt x="8272" y="7939"/>
                </a:lnTo>
                <a:lnTo>
                  <a:pt x="8901" y="8464"/>
                </a:lnTo>
                <a:lnTo>
                  <a:pt x="9533" y="8984"/>
                </a:lnTo>
                <a:lnTo>
                  <a:pt x="10166" y="9499"/>
                </a:lnTo>
                <a:lnTo>
                  <a:pt x="10800" y="10009"/>
                </a:lnTo>
                <a:lnTo>
                  <a:pt x="11322" y="10438"/>
                </a:lnTo>
                <a:lnTo>
                  <a:pt x="11848" y="10869"/>
                </a:lnTo>
                <a:lnTo>
                  <a:pt x="12381" y="11305"/>
                </a:lnTo>
                <a:lnTo>
                  <a:pt x="13024" y="11818"/>
                </a:lnTo>
                <a:lnTo>
                  <a:pt x="13665" y="12315"/>
                </a:lnTo>
                <a:lnTo>
                  <a:pt x="14306" y="12801"/>
                </a:lnTo>
                <a:lnTo>
                  <a:pt x="14945" y="13269"/>
                </a:lnTo>
                <a:lnTo>
                  <a:pt x="15586" y="13722"/>
                </a:lnTo>
                <a:lnTo>
                  <a:pt x="16227" y="14156"/>
                </a:lnTo>
                <a:lnTo>
                  <a:pt x="16871" y="14575"/>
                </a:lnTo>
                <a:lnTo>
                  <a:pt x="17515" y="14972"/>
                </a:lnTo>
                <a:lnTo>
                  <a:pt x="18162" y="15349"/>
                </a:lnTo>
                <a:lnTo>
                  <a:pt x="18813" y="15706"/>
                </a:lnTo>
                <a:lnTo>
                  <a:pt x="19466" y="16039"/>
                </a:lnTo>
                <a:lnTo>
                  <a:pt x="20125" y="16352"/>
                </a:lnTo>
                <a:lnTo>
                  <a:pt x="20788" y="16637"/>
                </a:lnTo>
                <a:lnTo>
                  <a:pt x="21191" y="16940"/>
                </a:lnTo>
                <a:lnTo>
                  <a:pt x="21600" y="17248"/>
                </a:lnTo>
                <a:lnTo>
                  <a:pt x="21600" y="18471"/>
                </a:lnTo>
                <a:lnTo>
                  <a:pt x="21600" y="19713"/>
                </a:lnTo>
                <a:lnTo>
                  <a:pt x="20233" y="20060"/>
                </a:lnTo>
                <a:lnTo>
                  <a:pt x="18968" y="20380"/>
                </a:lnTo>
                <a:lnTo>
                  <a:pt x="17801" y="20666"/>
                </a:lnTo>
                <a:lnTo>
                  <a:pt x="16727" y="20917"/>
                </a:lnTo>
                <a:lnTo>
                  <a:pt x="15738" y="21134"/>
                </a:lnTo>
                <a:lnTo>
                  <a:pt x="14829" y="21312"/>
                </a:lnTo>
                <a:lnTo>
                  <a:pt x="13995" y="21450"/>
                </a:lnTo>
                <a:lnTo>
                  <a:pt x="13230" y="21546"/>
                </a:lnTo>
                <a:lnTo>
                  <a:pt x="12526" y="21598"/>
                </a:lnTo>
                <a:lnTo>
                  <a:pt x="11880" y="21600"/>
                </a:lnTo>
                <a:lnTo>
                  <a:pt x="11285" y="21556"/>
                </a:lnTo>
                <a:lnTo>
                  <a:pt x="10734" y="21462"/>
                </a:lnTo>
                <a:lnTo>
                  <a:pt x="10223" y="21314"/>
                </a:lnTo>
                <a:lnTo>
                  <a:pt x="9746" y="21112"/>
                </a:lnTo>
                <a:lnTo>
                  <a:pt x="9296" y="20853"/>
                </a:lnTo>
                <a:lnTo>
                  <a:pt x="8868" y="20536"/>
                </a:lnTo>
                <a:lnTo>
                  <a:pt x="8457" y="20156"/>
                </a:lnTo>
                <a:lnTo>
                  <a:pt x="8055" y="19715"/>
                </a:lnTo>
                <a:lnTo>
                  <a:pt x="7658" y="19207"/>
                </a:lnTo>
                <a:lnTo>
                  <a:pt x="7259" y="18633"/>
                </a:lnTo>
                <a:lnTo>
                  <a:pt x="6852" y="17990"/>
                </a:lnTo>
                <a:lnTo>
                  <a:pt x="6432" y="17276"/>
                </a:lnTo>
                <a:lnTo>
                  <a:pt x="5994" y="16487"/>
                </a:lnTo>
                <a:lnTo>
                  <a:pt x="5530" y="15625"/>
                </a:lnTo>
                <a:lnTo>
                  <a:pt x="5036" y="14683"/>
                </a:lnTo>
                <a:lnTo>
                  <a:pt x="4505" y="13663"/>
                </a:lnTo>
                <a:lnTo>
                  <a:pt x="3604" y="11680"/>
                </a:lnTo>
                <a:lnTo>
                  <a:pt x="2877" y="10068"/>
                </a:lnTo>
                <a:lnTo>
                  <a:pt x="2293" y="8762"/>
                </a:lnTo>
                <a:lnTo>
                  <a:pt x="1828" y="7690"/>
                </a:lnTo>
                <a:lnTo>
                  <a:pt x="1454" y="6789"/>
                </a:lnTo>
                <a:lnTo>
                  <a:pt x="1143" y="5988"/>
                </a:lnTo>
                <a:lnTo>
                  <a:pt x="870" y="5221"/>
                </a:lnTo>
                <a:lnTo>
                  <a:pt x="606" y="4425"/>
                </a:lnTo>
                <a:lnTo>
                  <a:pt x="325" y="3529"/>
                </a:lnTo>
                <a:lnTo>
                  <a:pt x="0" y="2464"/>
                </a:lnTo>
                <a:lnTo>
                  <a:pt x="0" y="1242"/>
                </a:lnTo>
                <a:lnTo>
                  <a:pt x="0" y="0"/>
                </a:lnTo>
                <a:close/>
              </a:path>
            </a:pathLst>
          </a:custGeom>
          <a:solidFill>
            <a:srgbClr val="C7CCD4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2" name="contour_05950"/>
          <p:cNvSpPr/>
          <p:nvPr/>
        </p:nvSpPr>
        <p:spPr>
          <a:xfrm>
            <a:off x="4572512" y="6034457"/>
            <a:ext cx="65738" cy="67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16" y="0"/>
                </a:moveTo>
                <a:lnTo>
                  <a:pt x="15522" y="1509"/>
                </a:lnTo>
                <a:lnTo>
                  <a:pt x="16226" y="2898"/>
                </a:lnTo>
                <a:lnTo>
                  <a:pt x="16617" y="4272"/>
                </a:lnTo>
                <a:lnTo>
                  <a:pt x="16784" y="5729"/>
                </a:lnTo>
                <a:lnTo>
                  <a:pt x="16820" y="7375"/>
                </a:lnTo>
                <a:lnTo>
                  <a:pt x="16811" y="9312"/>
                </a:lnTo>
                <a:lnTo>
                  <a:pt x="18233" y="10858"/>
                </a:lnTo>
                <a:lnTo>
                  <a:pt x="19205" y="11859"/>
                </a:lnTo>
                <a:lnTo>
                  <a:pt x="20178" y="12751"/>
                </a:lnTo>
                <a:lnTo>
                  <a:pt x="21600" y="13969"/>
                </a:lnTo>
                <a:lnTo>
                  <a:pt x="20118" y="14257"/>
                </a:lnTo>
                <a:lnTo>
                  <a:pt x="18635" y="14546"/>
                </a:lnTo>
                <a:lnTo>
                  <a:pt x="17148" y="14835"/>
                </a:lnTo>
                <a:lnTo>
                  <a:pt x="15659" y="15123"/>
                </a:lnTo>
                <a:lnTo>
                  <a:pt x="14162" y="15414"/>
                </a:lnTo>
                <a:lnTo>
                  <a:pt x="12658" y="15708"/>
                </a:lnTo>
                <a:lnTo>
                  <a:pt x="11147" y="16001"/>
                </a:lnTo>
                <a:lnTo>
                  <a:pt x="9627" y="16297"/>
                </a:lnTo>
                <a:lnTo>
                  <a:pt x="11109" y="16548"/>
                </a:lnTo>
                <a:lnTo>
                  <a:pt x="12598" y="16802"/>
                </a:lnTo>
                <a:lnTo>
                  <a:pt x="14097" y="17058"/>
                </a:lnTo>
                <a:lnTo>
                  <a:pt x="15613" y="17316"/>
                </a:lnTo>
                <a:lnTo>
                  <a:pt x="17601" y="17659"/>
                </a:lnTo>
                <a:lnTo>
                  <a:pt x="18887" y="17910"/>
                </a:lnTo>
                <a:lnTo>
                  <a:pt x="20034" y="18189"/>
                </a:lnTo>
                <a:lnTo>
                  <a:pt x="21600" y="18625"/>
                </a:lnTo>
                <a:lnTo>
                  <a:pt x="21600" y="19779"/>
                </a:lnTo>
                <a:lnTo>
                  <a:pt x="21600" y="20953"/>
                </a:lnTo>
                <a:lnTo>
                  <a:pt x="19890" y="21144"/>
                </a:lnTo>
                <a:lnTo>
                  <a:pt x="18202" y="21311"/>
                </a:lnTo>
                <a:lnTo>
                  <a:pt x="16528" y="21446"/>
                </a:lnTo>
                <a:lnTo>
                  <a:pt x="14864" y="21544"/>
                </a:lnTo>
                <a:lnTo>
                  <a:pt x="13204" y="21598"/>
                </a:lnTo>
                <a:lnTo>
                  <a:pt x="11547" y="21600"/>
                </a:lnTo>
                <a:lnTo>
                  <a:pt x="9888" y="21542"/>
                </a:lnTo>
                <a:lnTo>
                  <a:pt x="8219" y="21421"/>
                </a:lnTo>
                <a:lnTo>
                  <a:pt x="6535" y="21225"/>
                </a:lnTo>
                <a:lnTo>
                  <a:pt x="4837" y="20953"/>
                </a:lnTo>
                <a:lnTo>
                  <a:pt x="3712" y="19609"/>
                </a:lnTo>
                <a:lnTo>
                  <a:pt x="2771" y="18217"/>
                </a:lnTo>
                <a:lnTo>
                  <a:pt x="2000" y="16776"/>
                </a:lnTo>
                <a:lnTo>
                  <a:pt x="1379" y="15293"/>
                </a:lnTo>
                <a:lnTo>
                  <a:pt x="898" y="13771"/>
                </a:lnTo>
                <a:lnTo>
                  <a:pt x="539" y="12213"/>
                </a:lnTo>
                <a:lnTo>
                  <a:pt x="285" y="10625"/>
                </a:lnTo>
                <a:lnTo>
                  <a:pt x="120" y="9007"/>
                </a:lnTo>
                <a:lnTo>
                  <a:pt x="31" y="7364"/>
                </a:lnTo>
                <a:lnTo>
                  <a:pt x="0" y="5701"/>
                </a:lnTo>
                <a:lnTo>
                  <a:pt x="10" y="4021"/>
                </a:lnTo>
                <a:lnTo>
                  <a:pt x="48" y="2328"/>
                </a:lnTo>
                <a:lnTo>
                  <a:pt x="1451" y="2023"/>
                </a:lnTo>
                <a:lnTo>
                  <a:pt x="2857" y="1727"/>
                </a:lnTo>
                <a:lnTo>
                  <a:pt x="4265" y="1436"/>
                </a:lnTo>
                <a:lnTo>
                  <a:pt x="5673" y="1152"/>
                </a:lnTo>
                <a:lnTo>
                  <a:pt x="7083" y="873"/>
                </a:lnTo>
                <a:lnTo>
                  <a:pt x="8391" y="603"/>
                </a:lnTo>
                <a:lnTo>
                  <a:pt x="9706" y="331"/>
                </a:lnTo>
                <a:lnTo>
                  <a:pt x="11039" y="54"/>
                </a:lnTo>
                <a:lnTo>
                  <a:pt x="12716" y="28"/>
                </a:lnTo>
                <a:lnTo>
                  <a:pt x="14416" y="0"/>
                </a:lnTo>
                <a:close/>
              </a:path>
            </a:pathLst>
          </a:custGeom>
          <a:solidFill>
            <a:srgbClr val="5A564C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3" name="contour_05951"/>
          <p:cNvSpPr/>
          <p:nvPr/>
        </p:nvSpPr>
        <p:spPr>
          <a:xfrm>
            <a:off x="10854906" y="6017942"/>
            <a:ext cx="74819" cy="67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4" y="620"/>
                </a:moveTo>
                <a:lnTo>
                  <a:pt x="3737" y="317"/>
                </a:lnTo>
                <a:lnTo>
                  <a:pt x="4930" y="135"/>
                </a:lnTo>
                <a:lnTo>
                  <a:pt x="6028" y="47"/>
                </a:lnTo>
                <a:lnTo>
                  <a:pt x="7383" y="23"/>
                </a:lnTo>
                <a:lnTo>
                  <a:pt x="9338" y="37"/>
                </a:lnTo>
                <a:lnTo>
                  <a:pt x="9916" y="30"/>
                </a:lnTo>
                <a:lnTo>
                  <a:pt x="10937" y="21"/>
                </a:lnTo>
                <a:lnTo>
                  <a:pt x="13274" y="0"/>
                </a:lnTo>
                <a:lnTo>
                  <a:pt x="15031" y="319"/>
                </a:lnTo>
                <a:lnTo>
                  <a:pt x="16226" y="613"/>
                </a:lnTo>
                <a:lnTo>
                  <a:pt x="17152" y="1012"/>
                </a:lnTo>
                <a:lnTo>
                  <a:pt x="18103" y="1636"/>
                </a:lnTo>
                <a:lnTo>
                  <a:pt x="19372" y="2613"/>
                </a:lnTo>
                <a:lnTo>
                  <a:pt x="20220" y="4082"/>
                </a:lnTo>
                <a:lnTo>
                  <a:pt x="20824" y="5408"/>
                </a:lnTo>
                <a:lnTo>
                  <a:pt x="21221" y="6690"/>
                </a:lnTo>
                <a:lnTo>
                  <a:pt x="21453" y="8028"/>
                </a:lnTo>
                <a:lnTo>
                  <a:pt x="21554" y="9516"/>
                </a:lnTo>
                <a:lnTo>
                  <a:pt x="21566" y="11255"/>
                </a:lnTo>
                <a:lnTo>
                  <a:pt x="21583" y="12779"/>
                </a:lnTo>
                <a:lnTo>
                  <a:pt x="21600" y="14325"/>
                </a:lnTo>
                <a:lnTo>
                  <a:pt x="21135" y="16217"/>
                </a:lnTo>
                <a:lnTo>
                  <a:pt x="20491" y="17266"/>
                </a:lnTo>
                <a:lnTo>
                  <a:pt x="19117" y="18376"/>
                </a:lnTo>
                <a:lnTo>
                  <a:pt x="17893" y="18854"/>
                </a:lnTo>
                <a:lnTo>
                  <a:pt x="16668" y="19325"/>
                </a:lnTo>
                <a:lnTo>
                  <a:pt x="15444" y="19793"/>
                </a:lnTo>
                <a:lnTo>
                  <a:pt x="14215" y="20255"/>
                </a:lnTo>
                <a:lnTo>
                  <a:pt x="12986" y="20712"/>
                </a:lnTo>
                <a:lnTo>
                  <a:pt x="11755" y="21159"/>
                </a:lnTo>
                <a:lnTo>
                  <a:pt x="10520" y="21600"/>
                </a:lnTo>
                <a:lnTo>
                  <a:pt x="10752" y="20061"/>
                </a:lnTo>
                <a:lnTo>
                  <a:pt x="10983" y="18521"/>
                </a:lnTo>
                <a:lnTo>
                  <a:pt x="11214" y="16980"/>
                </a:lnTo>
                <a:lnTo>
                  <a:pt x="11448" y="15434"/>
                </a:lnTo>
                <a:lnTo>
                  <a:pt x="11682" y="13884"/>
                </a:lnTo>
                <a:lnTo>
                  <a:pt x="11915" y="12327"/>
                </a:lnTo>
                <a:lnTo>
                  <a:pt x="12151" y="10765"/>
                </a:lnTo>
                <a:lnTo>
                  <a:pt x="12386" y="9194"/>
                </a:lnTo>
                <a:lnTo>
                  <a:pt x="12624" y="7613"/>
                </a:lnTo>
                <a:lnTo>
                  <a:pt x="11989" y="7497"/>
                </a:lnTo>
                <a:lnTo>
                  <a:pt x="11406" y="7387"/>
                </a:lnTo>
                <a:lnTo>
                  <a:pt x="10768" y="7271"/>
                </a:lnTo>
                <a:lnTo>
                  <a:pt x="9973" y="7124"/>
                </a:lnTo>
                <a:lnTo>
                  <a:pt x="8917" y="6928"/>
                </a:lnTo>
                <a:lnTo>
                  <a:pt x="7495" y="6667"/>
                </a:lnTo>
                <a:lnTo>
                  <a:pt x="5605" y="6317"/>
                </a:lnTo>
                <a:lnTo>
                  <a:pt x="3141" y="5863"/>
                </a:lnTo>
                <a:lnTo>
                  <a:pt x="0" y="5282"/>
                </a:lnTo>
                <a:lnTo>
                  <a:pt x="522" y="4128"/>
                </a:lnTo>
                <a:lnTo>
                  <a:pt x="1044" y="2970"/>
                </a:lnTo>
                <a:lnTo>
                  <a:pt x="1572" y="1802"/>
                </a:lnTo>
                <a:lnTo>
                  <a:pt x="2104" y="620"/>
                </a:lnTo>
                <a:close/>
              </a:path>
            </a:pathLst>
          </a:custGeom>
          <a:solidFill>
            <a:srgbClr val="F9F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4" name="contour_05952"/>
          <p:cNvSpPr/>
          <p:nvPr/>
        </p:nvSpPr>
        <p:spPr>
          <a:xfrm>
            <a:off x="2422700" y="5976153"/>
            <a:ext cx="7304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50" y="0"/>
                </a:moveTo>
                <a:lnTo>
                  <a:pt x="21585" y="2163"/>
                </a:lnTo>
                <a:lnTo>
                  <a:pt x="21600" y="3981"/>
                </a:lnTo>
                <a:lnTo>
                  <a:pt x="21581" y="5496"/>
                </a:lnTo>
                <a:lnTo>
                  <a:pt x="21518" y="6757"/>
                </a:lnTo>
                <a:lnTo>
                  <a:pt x="21400" y="7808"/>
                </a:lnTo>
                <a:lnTo>
                  <a:pt x="21208" y="8693"/>
                </a:lnTo>
                <a:lnTo>
                  <a:pt x="20934" y="9459"/>
                </a:lnTo>
                <a:lnTo>
                  <a:pt x="20566" y="10152"/>
                </a:lnTo>
                <a:lnTo>
                  <a:pt x="20087" y="10817"/>
                </a:lnTo>
                <a:lnTo>
                  <a:pt x="19488" y="11498"/>
                </a:lnTo>
                <a:lnTo>
                  <a:pt x="18753" y="12242"/>
                </a:lnTo>
                <a:lnTo>
                  <a:pt x="17872" y="13095"/>
                </a:lnTo>
                <a:lnTo>
                  <a:pt x="16924" y="13786"/>
                </a:lnTo>
                <a:lnTo>
                  <a:pt x="15962" y="14459"/>
                </a:lnTo>
                <a:lnTo>
                  <a:pt x="14990" y="15117"/>
                </a:lnTo>
                <a:lnTo>
                  <a:pt x="14003" y="15761"/>
                </a:lnTo>
                <a:lnTo>
                  <a:pt x="13004" y="16399"/>
                </a:lnTo>
                <a:lnTo>
                  <a:pt x="11986" y="17031"/>
                </a:lnTo>
                <a:lnTo>
                  <a:pt x="10973" y="17700"/>
                </a:lnTo>
                <a:lnTo>
                  <a:pt x="9946" y="18380"/>
                </a:lnTo>
                <a:lnTo>
                  <a:pt x="8273" y="19443"/>
                </a:lnTo>
                <a:lnTo>
                  <a:pt x="6956" y="20241"/>
                </a:lnTo>
                <a:lnTo>
                  <a:pt x="5879" y="20814"/>
                </a:lnTo>
                <a:lnTo>
                  <a:pt x="4924" y="21198"/>
                </a:lnTo>
                <a:lnTo>
                  <a:pt x="3974" y="21431"/>
                </a:lnTo>
                <a:lnTo>
                  <a:pt x="2916" y="21550"/>
                </a:lnTo>
                <a:lnTo>
                  <a:pt x="1629" y="21593"/>
                </a:lnTo>
                <a:lnTo>
                  <a:pt x="0" y="21600"/>
                </a:lnTo>
                <a:lnTo>
                  <a:pt x="267" y="20289"/>
                </a:lnTo>
                <a:lnTo>
                  <a:pt x="625" y="19066"/>
                </a:lnTo>
                <a:lnTo>
                  <a:pt x="1069" y="17921"/>
                </a:lnTo>
                <a:lnTo>
                  <a:pt x="1595" y="16845"/>
                </a:lnTo>
                <a:lnTo>
                  <a:pt x="2202" y="15829"/>
                </a:lnTo>
                <a:lnTo>
                  <a:pt x="2886" y="14866"/>
                </a:lnTo>
                <a:lnTo>
                  <a:pt x="3644" y="13945"/>
                </a:lnTo>
                <a:lnTo>
                  <a:pt x="4472" y="13058"/>
                </a:lnTo>
                <a:lnTo>
                  <a:pt x="5368" y="12197"/>
                </a:lnTo>
                <a:lnTo>
                  <a:pt x="6327" y="11352"/>
                </a:lnTo>
                <a:lnTo>
                  <a:pt x="7349" y="10514"/>
                </a:lnTo>
                <a:lnTo>
                  <a:pt x="8428" y="9675"/>
                </a:lnTo>
                <a:lnTo>
                  <a:pt x="9564" y="8826"/>
                </a:lnTo>
                <a:lnTo>
                  <a:pt x="10752" y="7957"/>
                </a:lnTo>
                <a:lnTo>
                  <a:pt x="11986" y="7062"/>
                </a:lnTo>
                <a:lnTo>
                  <a:pt x="12902" y="6379"/>
                </a:lnTo>
                <a:lnTo>
                  <a:pt x="13827" y="5689"/>
                </a:lnTo>
                <a:lnTo>
                  <a:pt x="14762" y="4991"/>
                </a:lnTo>
                <a:lnTo>
                  <a:pt x="15725" y="4273"/>
                </a:lnTo>
                <a:lnTo>
                  <a:pt x="16693" y="3557"/>
                </a:lnTo>
                <a:lnTo>
                  <a:pt x="17661" y="2843"/>
                </a:lnTo>
                <a:lnTo>
                  <a:pt x="18630" y="2130"/>
                </a:lnTo>
                <a:lnTo>
                  <a:pt x="19602" y="1419"/>
                </a:lnTo>
                <a:lnTo>
                  <a:pt x="20574" y="709"/>
                </a:lnTo>
                <a:lnTo>
                  <a:pt x="21550" y="0"/>
                </a:lnTo>
                <a:close/>
              </a:path>
            </a:pathLst>
          </a:custGeom>
          <a:solidFill>
            <a:srgbClr val="A4BDDE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5" name="contour_05953"/>
          <p:cNvSpPr/>
          <p:nvPr/>
        </p:nvSpPr>
        <p:spPr>
          <a:xfrm>
            <a:off x="4347378" y="5990729"/>
            <a:ext cx="8680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2" y="0"/>
                </a:moveTo>
                <a:lnTo>
                  <a:pt x="8365" y="221"/>
                </a:lnTo>
                <a:lnTo>
                  <a:pt x="9608" y="459"/>
                </a:lnTo>
                <a:lnTo>
                  <a:pt x="10817" y="734"/>
                </a:lnTo>
                <a:lnTo>
                  <a:pt x="11998" y="1064"/>
                </a:lnTo>
                <a:lnTo>
                  <a:pt x="13148" y="1471"/>
                </a:lnTo>
                <a:lnTo>
                  <a:pt x="14268" y="1971"/>
                </a:lnTo>
                <a:lnTo>
                  <a:pt x="15358" y="2587"/>
                </a:lnTo>
                <a:lnTo>
                  <a:pt x="16423" y="3335"/>
                </a:lnTo>
                <a:lnTo>
                  <a:pt x="17456" y="4239"/>
                </a:lnTo>
                <a:lnTo>
                  <a:pt x="18465" y="5314"/>
                </a:lnTo>
                <a:lnTo>
                  <a:pt x="19446" y="6583"/>
                </a:lnTo>
                <a:lnTo>
                  <a:pt x="20352" y="8384"/>
                </a:lnTo>
                <a:lnTo>
                  <a:pt x="20962" y="9750"/>
                </a:lnTo>
                <a:lnTo>
                  <a:pt x="21330" y="10948"/>
                </a:lnTo>
                <a:lnTo>
                  <a:pt x="21520" y="12244"/>
                </a:lnTo>
                <a:lnTo>
                  <a:pt x="21591" y="13905"/>
                </a:lnTo>
                <a:lnTo>
                  <a:pt x="21600" y="16200"/>
                </a:lnTo>
                <a:lnTo>
                  <a:pt x="21087" y="16151"/>
                </a:lnTo>
                <a:lnTo>
                  <a:pt x="19538" y="16011"/>
                </a:lnTo>
                <a:lnTo>
                  <a:pt x="18200" y="15962"/>
                </a:lnTo>
                <a:lnTo>
                  <a:pt x="16907" y="15968"/>
                </a:lnTo>
                <a:lnTo>
                  <a:pt x="15650" y="16022"/>
                </a:lnTo>
                <a:lnTo>
                  <a:pt x="14426" y="16133"/>
                </a:lnTo>
                <a:lnTo>
                  <a:pt x="13231" y="16300"/>
                </a:lnTo>
                <a:lnTo>
                  <a:pt x="12058" y="16527"/>
                </a:lnTo>
                <a:lnTo>
                  <a:pt x="10902" y="16816"/>
                </a:lnTo>
                <a:lnTo>
                  <a:pt x="9760" y="17167"/>
                </a:lnTo>
                <a:lnTo>
                  <a:pt x="8623" y="17585"/>
                </a:lnTo>
                <a:lnTo>
                  <a:pt x="7488" y="18071"/>
                </a:lnTo>
                <a:lnTo>
                  <a:pt x="6349" y="18627"/>
                </a:lnTo>
                <a:lnTo>
                  <a:pt x="5201" y="19256"/>
                </a:lnTo>
                <a:lnTo>
                  <a:pt x="4039" y="19958"/>
                </a:lnTo>
                <a:lnTo>
                  <a:pt x="2858" y="20741"/>
                </a:lnTo>
                <a:lnTo>
                  <a:pt x="1652" y="21600"/>
                </a:lnTo>
                <a:lnTo>
                  <a:pt x="1021" y="19886"/>
                </a:lnTo>
                <a:lnTo>
                  <a:pt x="551" y="18422"/>
                </a:lnTo>
                <a:lnTo>
                  <a:pt x="232" y="17056"/>
                </a:lnTo>
                <a:lnTo>
                  <a:pt x="53" y="15628"/>
                </a:lnTo>
                <a:lnTo>
                  <a:pt x="0" y="13989"/>
                </a:lnTo>
                <a:lnTo>
                  <a:pt x="65" y="11983"/>
                </a:lnTo>
                <a:lnTo>
                  <a:pt x="1016" y="9720"/>
                </a:lnTo>
                <a:lnTo>
                  <a:pt x="1723" y="8446"/>
                </a:lnTo>
                <a:lnTo>
                  <a:pt x="2533" y="7690"/>
                </a:lnTo>
                <a:lnTo>
                  <a:pt x="3799" y="6982"/>
                </a:lnTo>
                <a:lnTo>
                  <a:pt x="4949" y="6656"/>
                </a:lnTo>
                <a:lnTo>
                  <a:pt x="6099" y="6353"/>
                </a:lnTo>
                <a:lnTo>
                  <a:pt x="7247" y="6075"/>
                </a:lnTo>
                <a:lnTo>
                  <a:pt x="8398" y="5824"/>
                </a:lnTo>
                <a:lnTo>
                  <a:pt x="9555" y="5600"/>
                </a:lnTo>
                <a:lnTo>
                  <a:pt x="10719" y="5400"/>
                </a:lnTo>
                <a:lnTo>
                  <a:pt x="9822" y="4063"/>
                </a:lnTo>
                <a:lnTo>
                  <a:pt x="8920" y="2722"/>
                </a:lnTo>
                <a:lnTo>
                  <a:pt x="8012" y="1369"/>
                </a:lnTo>
                <a:lnTo>
                  <a:pt x="7092" y="0"/>
                </a:lnTo>
                <a:close/>
              </a:path>
            </a:pathLst>
          </a:custGeom>
          <a:solidFill>
            <a:srgbClr val="867044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6" name="contour_05954"/>
          <p:cNvSpPr/>
          <p:nvPr/>
        </p:nvSpPr>
        <p:spPr>
          <a:xfrm>
            <a:off x="1708477" y="5925137"/>
            <a:ext cx="61700" cy="964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06" y="0"/>
                </a:moveTo>
                <a:lnTo>
                  <a:pt x="13206" y="8"/>
                </a:lnTo>
                <a:lnTo>
                  <a:pt x="15308" y="60"/>
                </a:lnTo>
                <a:lnTo>
                  <a:pt x="16796" y="204"/>
                </a:lnTo>
                <a:lnTo>
                  <a:pt x="17954" y="483"/>
                </a:lnTo>
                <a:lnTo>
                  <a:pt x="19064" y="945"/>
                </a:lnTo>
                <a:lnTo>
                  <a:pt x="20411" y="1632"/>
                </a:lnTo>
                <a:lnTo>
                  <a:pt x="20768" y="2775"/>
                </a:lnTo>
                <a:lnTo>
                  <a:pt x="21069" y="3934"/>
                </a:lnTo>
                <a:lnTo>
                  <a:pt x="21309" y="5105"/>
                </a:lnTo>
                <a:lnTo>
                  <a:pt x="21480" y="6285"/>
                </a:lnTo>
                <a:lnTo>
                  <a:pt x="21580" y="7472"/>
                </a:lnTo>
                <a:lnTo>
                  <a:pt x="21600" y="8660"/>
                </a:lnTo>
                <a:lnTo>
                  <a:pt x="21536" y="9845"/>
                </a:lnTo>
                <a:lnTo>
                  <a:pt x="21383" y="11025"/>
                </a:lnTo>
                <a:lnTo>
                  <a:pt x="21138" y="12192"/>
                </a:lnTo>
                <a:lnTo>
                  <a:pt x="20791" y="13348"/>
                </a:lnTo>
                <a:lnTo>
                  <a:pt x="20340" y="14484"/>
                </a:lnTo>
                <a:lnTo>
                  <a:pt x="19778" y="15599"/>
                </a:lnTo>
                <a:lnTo>
                  <a:pt x="19102" y="16687"/>
                </a:lnTo>
                <a:lnTo>
                  <a:pt x="18304" y="17745"/>
                </a:lnTo>
                <a:lnTo>
                  <a:pt x="17380" y="18770"/>
                </a:lnTo>
                <a:lnTo>
                  <a:pt x="16140" y="19594"/>
                </a:lnTo>
                <a:lnTo>
                  <a:pt x="15002" y="20231"/>
                </a:lnTo>
                <a:lnTo>
                  <a:pt x="13862" y="20715"/>
                </a:lnTo>
                <a:lnTo>
                  <a:pt x="12619" y="21083"/>
                </a:lnTo>
                <a:lnTo>
                  <a:pt x="11167" y="21365"/>
                </a:lnTo>
                <a:lnTo>
                  <a:pt x="9409" y="21600"/>
                </a:lnTo>
                <a:lnTo>
                  <a:pt x="7817" y="21600"/>
                </a:lnTo>
                <a:lnTo>
                  <a:pt x="6248" y="21576"/>
                </a:lnTo>
                <a:lnTo>
                  <a:pt x="4692" y="21527"/>
                </a:lnTo>
                <a:lnTo>
                  <a:pt x="3136" y="21451"/>
                </a:lnTo>
                <a:lnTo>
                  <a:pt x="1577" y="21349"/>
                </a:lnTo>
                <a:lnTo>
                  <a:pt x="0" y="21218"/>
                </a:lnTo>
                <a:lnTo>
                  <a:pt x="952" y="20369"/>
                </a:lnTo>
                <a:lnTo>
                  <a:pt x="1911" y="19516"/>
                </a:lnTo>
                <a:lnTo>
                  <a:pt x="2881" y="18649"/>
                </a:lnTo>
                <a:lnTo>
                  <a:pt x="4957" y="16718"/>
                </a:lnTo>
                <a:lnTo>
                  <a:pt x="6715" y="15071"/>
                </a:lnTo>
                <a:lnTo>
                  <a:pt x="8185" y="13674"/>
                </a:lnTo>
                <a:lnTo>
                  <a:pt x="9392" y="12489"/>
                </a:lnTo>
                <a:lnTo>
                  <a:pt x="10364" y="11481"/>
                </a:lnTo>
                <a:lnTo>
                  <a:pt x="11129" y="10616"/>
                </a:lnTo>
                <a:lnTo>
                  <a:pt x="11716" y="9853"/>
                </a:lnTo>
                <a:lnTo>
                  <a:pt x="12152" y="9161"/>
                </a:lnTo>
                <a:lnTo>
                  <a:pt x="12466" y="8502"/>
                </a:lnTo>
                <a:lnTo>
                  <a:pt x="12683" y="7839"/>
                </a:lnTo>
                <a:lnTo>
                  <a:pt x="12831" y="7139"/>
                </a:lnTo>
                <a:lnTo>
                  <a:pt x="12938" y="6362"/>
                </a:lnTo>
                <a:lnTo>
                  <a:pt x="13035" y="5476"/>
                </a:lnTo>
                <a:lnTo>
                  <a:pt x="12614" y="4325"/>
                </a:lnTo>
                <a:lnTo>
                  <a:pt x="12145" y="3220"/>
                </a:lnTo>
                <a:lnTo>
                  <a:pt x="11601" y="2141"/>
                </a:lnTo>
                <a:lnTo>
                  <a:pt x="10963" y="1074"/>
                </a:lnTo>
                <a:lnTo>
                  <a:pt x="10206" y="0"/>
                </a:lnTo>
                <a:close/>
              </a:path>
            </a:pathLst>
          </a:custGeom>
          <a:solidFill>
            <a:srgbClr val="947C44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7" name="contour_05955"/>
          <p:cNvSpPr/>
          <p:nvPr/>
        </p:nvSpPr>
        <p:spPr>
          <a:xfrm>
            <a:off x="10920338" y="5917849"/>
            <a:ext cx="8032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3" y="0"/>
                </a:moveTo>
                <a:lnTo>
                  <a:pt x="3196" y="219"/>
                </a:lnTo>
                <a:lnTo>
                  <a:pt x="4366" y="454"/>
                </a:lnTo>
                <a:lnTo>
                  <a:pt x="5522" y="701"/>
                </a:lnTo>
                <a:lnTo>
                  <a:pt x="6671" y="967"/>
                </a:lnTo>
                <a:lnTo>
                  <a:pt x="7821" y="1253"/>
                </a:lnTo>
                <a:lnTo>
                  <a:pt x="8983" y="1559"/>
                </a:lnTo>
                <a:lnTo>
                  <a:pt x="9955" y="1806"/>
                </a:lnTo>
                <a:lnTo>
                  <a:pt x="10941" y="2060"/>
                </a:lnTo>
                <a:lnTo>
                  <a:pt x="12137" y="2371"/>
                </a:lnTo>
                <a:lnTo>
                  <a:pt x="13332" y="2687"/>
                </a:lnTo>
                <a:lnTo>
                  <a:pt x="14527" y="3004"/>
                </a:lnTo>
                <a:lnTo>
                  <a:pt x="15721" y="3323"/>
                </a:lnTo>
                <a:lnTo>
                  <a:pt x="14765" y="4310"/>
                </a:lnTo>
                <a:lnTo>
                  <a:pt x="14037" y="4985"/>
                </a:lnTo>
                <a:lnTo>
                  <a:pt x="13171" y="5659"/>
                </a:lnTo>
                <a:lnTo>
                  <a:pt x="11801" y="6646"/>
                </a:lnTo>
                <a:lnTo>
                  <a:pt x="10637" y="6646"/>
                </a:lnTo>
                <a:lnTo>
                  <a:pt x="9469" y="6646"/>
                </a:lnTo>
                <a:lnTo>
                  <a:pt x="8297" y="6646"/>
                </a:lnTo>
                <a:lnTo>
                  <a:pt x="7116" y="6646"/>
                </a:lnTo>
                <a:lnTo>
                  <a:pt x="5922" y="6646"/>
                </a:lnTo>
                <a:lnTo>
                  <a:pt x="5922" y="7798"/>
                </a:lnTo>
                <a:lnTo>
                  <a:pt x="5922" y="8951"/>
                </a:lnTo>
                <a:lnTo>
                  <a:pt x="5922" y="10104"/>
                </a:lnTo>
                <a:lnTo>
                  <a:pt x="5922" y="11259"/>
                </a:lnTo>
                <a:lnTo>
                  <a:pt x="5922" y="12418"/>
                </a:lnTo>
                <a:lnTo>
                  <a:pt x="5922" y="13580"/>
                </a:lnTo>
                <a:lnTo>
                  <a:pt x="5922" y="14746"/>
                </a:lnTo>
                <a:lnTo>
                  <a:pt x="5922" y="15918"/>
                </a:lnTo>
                <a:lnTo>
                  <a:pt x="5922" y="17094"/>
                </a:lnTo>
                <a:lnTo>
                  <a:pt x="5922" y="18277"/>
                </a:lnTo>
                <a:lnTo>
                  <a:pt x="7216" y="18277"/>
                </a:lnTo>
                <a:lnTo>
                  <a:pt x="8509" y="18277"/>
                </a:lnTo>
                <a:lnTo>
                  <a:pt x="9804" y="18277"/>
                </a:lnTo>
                <a:lnTo>
                  <a:pt x="11102" y="18277"/>
                </a:lnTo>
                <a:lnTo>
                  <a:pt x="12401" y="18277"/>
                </a:lnTo>
                <a:lnTo>
                  <a:pt x="13702" y="18277"/>
                </a:lnTo>
                <a:lnTo>
                  <a:pt x="15008" y="18277"/>
                </a:lnTo>
                <a:lnTo>
                  <a:pt x="16317" y="18277"/>
                </a:lnTo>
                <a:lnTo>
                  <a:pt x="17630" y="18277"/>
                </a:lnTo>
                <a:lnTo>
                  <a:pt x="18947" y="18277"/>
                </a:lnTo>
                <a:lnTo>
                  <a:pt x="20271" y="18277"/>
                </a:lnTo>
                <a:lnTo>
                  <a:pt x="21600" y="18277"/>
                </a:lnTo>
                <a:lnTo>
                  <a:pt x="21600" y="19101"/>
                </a:lnTo>
                <a:lnTo>
                  <a:pt x="21600" y="19938"/>
                </a:lnTo>
                <a:lnTo>
                  <a:pt x="20307" y="20048"/>
                </a:lnTo>
                <a:lnTo>
                  <a:pt x="19013" y="20158"/>
                </a:lnTo>
                <a:lnTo>
                  <a:pt x="17718" y="20267"/>
                </a:lnTo>
                <a:lnTo>
                  <a:pt x="16422" y="20377"/>
                </a:lnTo>
                <a:lnTo>
                  <a:pt x="15125" y="20487"/>
                </a:lnTo>
                <a:lnTo>
                  <a:pt x="13828" y="20598"/>
                </a:lnTo>
                <a:lnTo>
                  <a:pt x="12527" y="20708"/>
                </a:lnTo>
                <a:lnTo>
                  <a:pt x="11223" y="20819"/>
                </a:lnTo>
                <a:lnTo>
                  <a:pt x="9916" y="20929"/>
                </a:lnTo>
                <a:lnTo>
                  <a:pt x="8607" y="21040"/>
                </a:lnTo>
                <a:lnTo>
                  <a:pt x="7296" y="21151"/>
                </a:lnTo>
                <a:lnTo>
                  <a:pt x="5979" y="21263"/>
                </a:lnTo>
                <a:lnTo>
                  <a:pt x="4658" y="21376"/>
                </a:lnTo>
                <a:lnTo>
                  <a:pt x="3333" y="21487"/>
                </a:lnTo>
                <a:lnTo>
                  <a:pt x="2003" y="21600"/>
                </a:lnTo>
                <a:lnTo>
                  <a:pt x="1877" y="20503"/>
                </a:lnTo>
                <a:lnTo>
                  <a:pt x="1752" y="19408"/>
                </a:lnTo>
                <a:lnTo>
                  <a:pt x="1629" y="18312"/>
                </a:lnTo>
                <a:lnTo>
                  <a:pt x="1505" y="17215"/>
                </a:lnTo>
                <a:lnTo>
                  <a:pt x="1382" y="16119"/>
                </a:lnTo>
                <a:lnTo>
                  <a:pt x="1260" y="15024"/>
                </a:lnTo>
                <a:lnTo>
                  <a:pt x="1141" y="13927"/>
                </a:lnTo>
                <a:lnTo>
                  <a:pt x="1021" y="12830"/>
                </a:lnTo>
                <a:lnTo>
                  <a:pt x="901" y="11734"/>
                </a:lnTo>
                <a:lnTo>
                  <a:pt x="851" y="11317"/>
                </a:lnTo>
                <a:lnTo>
                  <a:pt x="764" y="10582"/>
                </a:lnTo>
                <a:lnTo>
                  <a:pt x="568" y="8896"/>
                </a:lnTo>
                <a:lnTo>
                  <a:pt x="472" y="8000"/>
                </a:lnTo>
                <a:lnTo>
                  <a:pt x="376" y="7098"/>
                </a:lnTo>
                <a:lnTo>
                  <a:pt x="280" y="6186"/>
                </a:lnTo>
                <a:lnTo>
                  <a:pt x="188" y="5358"/>
                </a:lnTo>
                <a:lnTo>
                  <a:pt x="94" y="4524"/>
                </a:lnTo>
                <a:lnTo>
                  <a:pt x="0" y="3680"/>
                </a:lnTo>
                <a:lnTo>
                  <a:pt x="55" y="2487"/>
                </a:lnTo>
                <a:lnTo>
                  <a:pt x="282" y="1706"/>
                </a:lnTo>
                <a:lnTo>
                  <a:pt x="870" y="992"/>
                </a:lnTo>
                <a:lnTo>
                  <a:pt x="2003" y="0"/>
                </a:lnTo>
                <a:close/>
              </a:path>
            </a:pathLst>
          </a:custGeom>
          <a:solidFill>
            <a:srgbClr val="DBD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8" name="contour_05956"/>
          <p:cNvSpPr/>
          <p:nvPr/>
        </p:nvSpPr>
        <p:spPr>
          <a:xfrm>
            <a:off x="810399" y="5852257"/>
            <a:ext cx="8182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32" y="0"/>
                </a:moveTo>
                <a:lnTo>
                  <a:pt x="8132" y="1428"/>
                </a:lnTo>
                <a:lnTo>
                  <a:pt x="8132" y="2864"/>
                </a:lnTo>
                <a:lnTo>
                  <a:pt x="8132" y="4320"/>
                </a:lnTo>
                <a:lnTo>
                  <a:pt x="6861" y="4320"/>
                </a:lnTo>
                <a:lnTo>
                  <a:pt x="5581" y="4320"/>
                </a:lnTo>
                <a:lnTo>
                  <a:pt x="4285" y="4320"/>
                </a:lnTo>
                <a:lnTo>
                  <a:pt x="4527" y="5882"/>
                </a:lnTo>
                <a:lnTo>
                  <a:pt x="4748" y="7001"/>
                </a:lnTo>
                <a:lnTo>
                  <a:pt x="5041" y="7986"/>
                </a:lnTo>
                <a:lnTo>
                  <a:pt x="5497" y="9148"/>
                </a:lnTo>
                <a:lnTo>
                  <a:pt x="6209" y="10800"/>
                </a:lnTo>
                <a:lnTo>
                  <a:pt x="7567" y="11202"/>
                </a:lnTo>
                <a:lnTo>
                  <a:pt x="8852" y="11532"/>
                </a:lnTo>
                <a:lnTo>
                  <a:pt x="10101" y="11798"/>
                </a:lnTo>
                <a:lnTo>
                  <a:pt x="11353" y="12010"/>
                </a:lnTo>
                <a:lnTo>
                  <a:pt x="12648" y="12169"/>
                </a:lnTo>
                <a:lnTo>
                  <a:pt x="14024" y="12286"/>
                </a:lnTo>
                <a:lnTo>
                  <a:pt x="15116" y="12396"/>
                </a:lnTo>
                <a:lnTo>
                  <a:pt x="16223" y="12509"/>
                </a:lnTo>
                <a:lnTo>
                  <a:pt x="17566" y="12636"/>
                </a:lnTo>
                <a:lnTo>
                  <a:pt x="18910" y="12750"/>
                </a:lnTo>
                <a:lnTo>
                  <a:pt x="20255" y="12858"/>
                </a:lnTo>
                <a:lnTo>
                  <a:pt x="21600" y="12960"/>
                </a:lnTo>
                <a:lnTo>
                  <a:pt x="20257" y="14733"/>
                </a:lnTo>
                <a:lnTo>
                  <a:pt x="19264" y="15936"/>
                </a:lnTo>
                <a:lnTo>
                  <a:pt x="18445" y="16703"/>
                </a:lnTo>
                <a:lnTo>
                  <a:pt x="17623" y="17166"/>
                </a:lnTo>
                <a:lnTo>
                  <a:pt x="16625" y="17455"/>
                </a:lnTo>
                <a:lnTo>
                  <a:pt x="15272" y="17701"/>
                </a:lnTo>
                <a:lnTo>
                  <a:pt x="13997" y="17626"/>
                </a:lnTo>
                <a:lnTo>
                  <a:pt x="12702" y="17550"/>
                </a:lnTo>
                <a:lnTo>
                  <a:pt x="11411" y="17492"/>
                </a:lnTo>
                <a:lnTo>
                  <a:pt x="10101" y="17431"/>
                </a:lnTo>
                <a:lnTo>
                  <a:pt x="9612" y="17394"/>
                </a:lnTo>
                <a:lnTo>
                  <a:pt x="8132" y="17280"/>
                </a:lnTo>
                <a:lnTo>
                  <a:pt x="8132" y="18708"/>
                </a:lnTo>
                <a:lnTo>
                  <a:pt x="8132" y="20144"/>
                </a:lnTo>
                <a:lnTo>
                  <a:pt x="8132" y="21600"/>
                </a:lnTo>
                <a:lnTo>
                  <a:pt x="6863" y="21600"/>
                </a:lnTo>
                <a:lnTo>
                  <a:pt x="5591" y="21600"/>
                </a:lnTo>
                <a:lnTo>
                  <a:pt x="4313" y="21600"/>
                </a:lnTo>
                <a:lnTo>
                  <a:pt x="3030" y="21600"/>
                </a:lnTo>
                <a:lnTo>
                  <a:pt x="1739" y="21600"/>
                </a:lnTo>
                <a:lnTo>
                  <a:pt x="437" y="21600"/>
                </a:lnTo>
                <a:lnTo>
                  <a:pt x="394" y="20231"/>
                </a:lnTo>
                <a:lnTo>
                  <a:pt x="354" y="18861"/>
                </a:lnTo>
                <a:lnTo>
                  <a:pt x="317" y="17492"/>
                </a:lnTo>
                <a:lnTo>
                  <a:pt x="283" y="16122"/>
                </a:lnTo>
                <a:lnTo>
                  <a:pt x="252" y="14755"/>
                </a:lnTo>
                <a:lnTo>
                  <a:pt x="223" y="13383"/>
                </a:lnTo>
                <a:lnTo>
                  <a:pt x="196" y="12014"/>
                </a:lnTo>
                <a:lnTo>
                  <a:pt x="148" y="10649"/>
                </a:lnTo>
                <a:lnTo>
                  <a:pt x="98" y="9260"/>
                </a:lnTo>
                <a:lnTo>
                  <a:pt x="79" y="7951"/>
                </a:lnTo>
                <a:lnTo>
                  <a:pt x="62" y="6623"/>
                </a:lnTo>
                <a:lnTo>
                  <a:pt x="31" y="5417"/>
                </a:lnTo>
                <a:lnTo>
                  <a:pt x="0" y="4190"/>
                </a:lnTo>
                <a:lnTo>
                  <a:pt x="371" y="2711"/>
                </a:lnTo>
                <a:lnTo>
                  <a:pt x="925" y="1832"/>
                </a:lnTo>
                <a:lnTo>
                  <a:pt x="2143" y="801"/>
                </a:lnTo>
                <a:lnTo>
                  <a:pt x="3219" y="410"/>
                </a:lnTo>
                <a:lnTo>
                  <a:pt x="4069" y="173"/>
                </a:lnTo>
                <a:lnTo>
                  <a:pt x="4979" y="52"/>
                </a:lnTo>
                <a:lnTo>
                  <a:pt x="6237" y="6"/>
                </a:lnTo>
                <a:lnTo>
                  <a:pt x="8132" y="0"/>
                </a:lnTo>
                <a:close/>
              </a:path>
            </a:pathLst>
          </a:custGeom>
          <a:solidFill>
            <a:srgbClr val="9A9C9A"/>
          </a:solidFill>
          <a:ln>
            <a:noFill/>
          </a:ln>
        </p:spPr>
        <p:txBody>
          <a:bodyPr/>
          <a:lstStyle/>
          <a:p/>
        </p:txBody>
      </p:sp>
      <p:sp>
        <p:nvSpPr>
          <p:cNvPr id="5959" name="contour_05957"/>
          <p:cNvSpPr/>
          <p:nvPr/>
        </p:nvSpPr>
        <p:spPr>
          <a:xfrm>
            <a:off x="8034453" y="5858124"/>
            <a:ext cx="87456" cy="45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26" y="0"/>
                </a:moveTo>
                <a:lnTo>
                  <a:pt x="17381" y="134"/>
                </a:lnTo>
                <a:lnTo>
                  <a:pt x="18436" y="267"/>
                </a:lnTo>
                <a:lnTo>
                  <a:pt x="19490" y="401"/>
                </a:lnTo>
                <a:lnTo>
                  <a:pt x="20545" y="535"/>
                </a:lnTo>
                <a:lnTo>
                  <a:pt x="21600" y="669"/>
                </a:lnTo>
                <a:lnTo>
                  <a:pt x="21407" y="2760"/>
                </a:lnTo>
                <a:lnTo>
                  <a:pt x="21213" y="4848"/>
                </a:lnTo>
                <a:lnTo>
                  <a:pt x="21013" y="6939"/>
                </a:lnTo>
                <a:lnTo>
                  <a:pt x="20812" y="9027"/>
                </a:lnTo>
                <a:lnTo>
                  <a:pt x="20592" y="11359"/>
                </a:lnTo>
                <a:lnTo>
                  <a:pt x="20369" y="13728"/>
                </a:lnTo>
                <a:lnTo>
                  <a:pt x="20012" y="16142"/>
                </a:lnTo>
                <a:lnTo>
                  <a:pt x="19647" y="17729"/>
                </a:lnTo>
                <a:lnTo>
                  <a:pt x="19049" y="19193"/>
                </a:lnTo>
                <a:lnTo>
                  <a:pt x="18000" y="21240"/>
                </a:lnTo>
                <a:lnTo>
                  <a:pt x="16891" y="21463"/>
                </a:lnTo>
                <a:lnTo>
                  <a:pt x="16094" y="21573"/>
                </a:lnTo>
                <a:lnTo>
                  <a:pt x="15221" y="21600"/>
                </a:lnTo>
                <a:lnTo>
                  <a:pt x="13887" y="21576"/>
                </a:lnTo>
                <a:lnTo>
                  <a:pt x="12676" y="21559"/>
                </a:lnTo>
                <a:lnTo>
                  <a:pt x="11443" y="21542"/>
                </a:lnTo>
                <a:lnTo>
                  <a:pt x="10175" y="21497"/>
                </a:lnTo>
                <a:lnTo>
                  <a:pt x="8887" y="21456"/>
                </a:lnTo>
                <a:lnTo>
                  <a:pt x="8037" y="21439"/>
                </a:lnTo>
                <a:lnTo>
                  <a:pt x="7178" y="21422"/>
                </a:lnTo>
                <a:lnTo>
                  <a:pt x="6311" y="21408"/>
                </a:lnTo>
                <a:lnTo>
                  <a:pt x="5049" y="21381"/>
                </a:lnTo>
                <a:lnTo>
                  <a:pt x="3787" y="21350"/>
                </a:lnTo>
                <a:lnTo>
                  <a:pt x="2524" y="21319"/>
                </a:lnTo>
                <a:lnTo>
                  <a:pt x="1262" y="21281"/>
                </a:lnTo>
                <a:lnTo>
                  <a:pt x="0" y="21240"/>
                </a:lnTo>
                <a:lnTo>
                  <a:pt x="0" y="18974"/>
                </a:lnTo>
                <a:lnTo>
                  <a:pt x="0" y="16694"/>
                </a:lnTo>
                <a:lnTo>
                  <a:pt x="0" y="14383"/>
                </a:lnTo>
                <a:lnTo>
                  <a:pt x="1114" y="13430"/>
                </a:lnTo>
                <a:lnTo>
                  <a:pt x="1942" y="12775"/>
                </a:lnTo>
                <a:lnTo>
                  <a:pt x="2729" y="12254"/>
                </a:lnTo>
                <a:lnTo>
                  <a:pt x="3722" y="11702"/>
                </a:lnTo>
                <a:lnTo>
                  <a:pt x="5175" y="10954"/>
                </a:lnTo>
                <a:lnTo>
                  <a:pt x="6449" y="10131"/>
                </a:lnTo>
                <a:lnTo>
                  <a:pt x="7645" y="9075"/>
                </a:lnTo>
                <a:lnTo>
                  <a:pt x="8777" y="7848"/>
                </a:lnTo>
                <a:lnTo>
                  <a:pt x="9862" y="6514"/>
                </a:lnTo>
                <a:lnTo>
                  <a:pt x="10917" y="5143"/>
                </a:lnTo>
                <a:lnTo>
                  <a:pt x="11959" y="3795"/>
                </a:lnTo>
                <a:lnTo>
                  <a:pt x="13005" y="2544"/>
                </a:lnTo>
                <a:lnTo>
                  <a:pt x="14071" y="1447"/>
                </a:lnTo>
                <a:lnTo>
                  <a:pt x="15172" y="579"/>
                </a:lnTo>
                <a:lnTo>
                  <a:pt x="16326" y="0"/>
                </a:lnTo>
                <a:close/>
              </a:path>
            </a:pathLst>
          </a:custGeom>
          <a:solidFill>
            <a:srgbClr val="E4E7E6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0" name="contour_05958"/>
          <p:cNvSpPr/>
          <p:nvPr/>
        </p:nvSpPr>
        <p:spPr>
          <a:xfrm>
            <a:off x="5243153" y="5852031"/>
            <a:ext cx="145760" cy="366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"/>
                </a:moveTo>
                <a:lnTo>
                  <a:pt x="775" y="69"/>
                </a:lnTo>
                <a:lnTo>
                  <a:pt x="1549" y="26"/>
                </a:lnTo>
                <a:lnTo>
                  <a:pt x="2319" y="0"/>
                </a:lnTo>
                <a:lnTo>
                  <a:pt x="3086" y="0"/>
                </a:lnTo>
                <a:lnTo>
                  <a:pt x="3851" y="21"/>
                </a:lnTo>
                <a:lnTo>
                  <a:pt x="4615" y="64"/>
                </a:lnTo>
                <a:lnTo>
                  <a:pt x="5376" y="133"/>
                </a:lnTo>
                <a:lnTo>
                  <a:pt x="6138" y="228"/>
                </a:lnTo>
                <a:lnTo>
                  <a:pt x="6897" y="343"/>
                </a:lnTo>
                <a:lnTo>
                  <a:pt x="7655" y="485"/>
                </a:lnTo>
                <a:lnTo>
                  <a:pt x="8414" y="657"/>
                </a:lnTo>
                <a:lnTo>
                  <a:pt x="9172" y="854"/>
                </a:lnTo>
                <a:lnTo>
                  <a:pt x="9931" y="1078"/>
                </a:lnTo>
                <a:lnTo>
                  <a:pt x="10690" y="1331"/>
                </a:lnTo>
                <a:lnTo>
                  <a:pt x="11450" y="1614"/>
                </a:lnTo>
                <a:lnTo>
                  <a:pt x="12212" y="1923"/>
                </a:lnTo>
                <a:lnTo>
                  <a:pt x="12974" y="2267"/>
                </a:lnTo>
                <a:lnTo>
                  <a:pt x="13738" y="2640"/>
                </a:lnTo>
                <a:lnTo>
                  <a:pt x="14504" y="3048"/>
                </a:lnTo>
                <a:lnTo>
                  <a:pt x="15272" y="3486"/>
                </a:lnTo>
                <a:lnTo>
                  <a:pt x="15983" y="3787"/>
                </a:lnTo>
                <a:lnTo>
                  <a:pt x="16687" y="4027"/>
                </a:lnTo>
                <a:lnTo>
                  <a:pt x="17386" y="4212"/>
                </a:lnTo>
                <a:lnTo>
                  <a:pt x="18084" y="4341"/>
                </a:lnTo>
                <a:lnTo>
                  <a:pt x="18779" y="4426"/>
                </a:lnTo>
                <a:lnTo>
                  <a:pt x="19478" y="4474"/>
                </a:lnTo>
                <a:lnTo>
                  <a:pt x="20179" y="4482"/>
                </a:lnTo>
                <a:lnTo>
                  <a:pt x="20885" y="4465"/>
                </a:lnTo>
                <a:lnTo>
                  <a:pt x="21600" y="4426"/>
                </a:lnTo>
                <a:lnTo>
                  <a:pt x="21600" y="7264"/>
                </a:lnTo>
                <a:lnTo>
                  <a:pt x="21600" y="10119"/>
                </a:lnTo>
                <a:lnTo>
                  <a:pt x="21600" y="13013"/>
                </a:lnTo>
                <a:lnTo>
                  <a:pt x="20886" y="13013"/>
                </a:lnTo>
                <a:lnTo>
                  <a:pt x="20168" y="13013"/>
                </a:lnTo>
                <a:lnTo>
                  <a:pt x="19440" y="13013"/>
                </a:lnTo>
                <a:lnTo>
                  <a:pt x="19440" y="15851"/>
                </a:lnTo>
                <a:lnTo>
                  <a:pt x="19440" y="18706"/>
                </a:lnTo>
                <a:lnTo>
                  <a:pt x="19440" y="21600"/>
                </a:lnTo>
                <a:lnTo>
                  <a:pt x="18705" y="21334"/>
                </a:lnTo>
                <a:lnTo>
                  <a:pt x="17970" y="21068"/>
                </a:lnTo>
                <a:lnTo>
                  <a:pt x="17234" y="20801"/>
                </a:lnTo>
                <a:lnTo>
                  <a:pt x="16498" y="20535"/>
                </a:lnTo>
                <a:lnTo>
                  <a:pt x="15762" y="20269"/>
                </a:lnTo>
                <a:lnTo>
                  <a:pt x="15023" y="20003"/>
                </a:lnTo>
                <a:lnTo>
                  <a:pt x="14284" y="19737"/>
                </a:lnTo>
                <a:lnTo>
                  <a:pt x="13544" y="19470"/>
                </a:lnTo>
                <a:lnTo>
                  <a:pt x="12803" y="19200"/>
                </a:lnTo>
                <a:lnTo>
                  <a:pt x="12060" y="18934"/>
                </a:lnTo>
                <a:lnTo>
                  <a:pt x="11315" y="18663"/>
                </a:lnTo>
                <a:lnTo>
                  <a:pt x="10569" y="18393"/>
                </a:lnTo>
                <a:lnTo>
                  <a:pt x="9820" y="18122"/>
                </a:lnTo>
                <a:lnTo>
                  <a:pt x="9070" y="17852"/>
                </a:lnTo>
                <a:lnTo>
                  <a:pt x="8316" y="17581"/>
                </a:lnTo>
                <a:lnTo>
                  <a:pt x="7560" y="17307"/>
                </a:lnTo>
                <a:lnTo>
                  <a:pt x="7560" y="14469"/>
                </a:lnTo>
                <a:lnTo>
                  <a:pt x="7560" y="11614"/>
                </a:lnTo>
                <a:lnTo>
                  <a:pt x="7560" y="8720"/>
                </a:lnTo>
                <a:lnTo>
                  <a:pt x="6875" y="8870"/>
                </a:lnTo>
                <a:lnTo>
                  <a:pt x="6181" y="9020"/>
                </a:lnTo>
                <a:lnTo>
                  <a:pt x="5917" y="9055"/>
                </a:lnTo>
                <a:lnTo>
                  <a:pt x="5452" y="9115"/>
                </a:lnTo>
                <a:lnTo>
                  <a:pt x="4387" y="9257"/>
                </a:lnTo>
                <a:lnTo>
                  <a:pt x="3797" y="9355"/>
                </a:lnTo>
                <a:lnTo>
                  <a:pt x="3204" y="9454"/>
                </a:lnTo>
                <a:lnTo>
                  <a:pt x="2603" y="9557"/>
                </a:lnTo>
                <a:lnTo>
                  <a:pt x="1847" y="9141"/>
                </a:lnTo>
                <a:lnTo>
                  <a:pt x="1080" y="8720"/>
                </a:lnTo>
                <a:lnTo>
                  <a:pt x="644" y="6152"/>
                </a:lnTo>
                <a:lnTo>
                  <a:pt x="386" y="4401"/>
                </a:lnTo>
                <a:lnTo>
                  <a:pt x="204" y="2662"/>
                </a:lnTo>
                <a:lnTo>
                  <a:pt x="0" y="133"/>
                </a:lnTo>
                <a:close/>
              </a:path>
            </a:pathLst>
          </a:custGeom>
          <a:solidFill>
            <a:srgbClr val="E5E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1" name="contour_05959"/>
          <p:cNvSpPr/>
          <p:nvPr/>
        </p:nvSpPr>
        <p:spPr>
          <a:xfrm>
            <a:off x="790190" y="5814564"/>
            <a:ext cx="87456" cy="74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5"/>
                </a:moveTo>
                <a:lnTo>
                  <a:pt x="19796" y="2724"/>
                </a:lnTo>
                <a:lnTo>
                  <a:pt x="18259" y="4725"/>
                </a:lnTo>
                <a:lnTo>
                  <a:pt x="16947" y="6396"/>
                </a:lnTo>
                <a:lnTo>
                  <a:pt x="15829" y="7772"/>
                </a:lnTo>
                <a:lnTo>
                  <a:pt x="14868" y="8885"/>
                </a:lnTo>
                <a:lnTo>
                  <a:pt x="14029" y="9766"/>
                </a:lnTo>
                <a:lnTo>
                  <a:pt x="13273" y="10448"/>
                </a:lnTo>
                <a:lnTo>
                  <a:pt x="12569" y="10964"/>
                </a:lnTo>
                <a:lnTo>
                  <a:pt x="11880" y="11346"/>
                </a:lnTo>
                <a:lnTo>
                  <a:pt x="11169" y="11626"/>
                </a:lnTo>
                <a:lnTo>
                  <a:pt x="10400" y="11836"/>
                </a:lnTo>
                <a:lnTo>
                  <a:pt x="9538" y="12008"/>
                </a:lnTo>
                <a:lnTo>
                  <a:pt x="8550" y="12176"/>
                </a:lnTo>
                <a:lnTo>
                  <a:pt x="7510" y="12484"/>
                </a:lnTo>
                <a:lnTo>
                  <a:pt x="6462" y="12792"/>
                </a:lnTo>
                <a:lnTo>
                  <a:pt x="5400" y="13106"/>
                </a:lnTo>
                <a:lnTo>
                  <a:pt x="4867" y="14512"/>
                </a:lnTo>
                <a:lnTo>
                  <a:pt x="4469" y="15869"/>
                </a:lnTo>
                <a:lnTo>
                  <a:pt x="4174" y="17213"/>
                </a:lnTo>
                <a:lnTo>
                  <a:pt x="3953" y="18591"/>
                </a:lnTo>
                <a:lnTo>
                  <a:pt x="3773" y="20039"/>
                </a:lnTo>
                <a:lnTo>
                  <a:pt x="3600" y="21600"/>
                </a:lnTo>
                <a:lnTo>
                  <a:pt x="3089" y="20258"/>
                </a:lnTo>
                <a:lnTo>
                  <a:pt x="2603" y="18937"/>
                </a:lnTo>
                <a:lnTo>
                  <a:pt x="2146" y="17629"/>
                </a:lnTo>
                <a:lnTo>
                  <a:pt x="1719" y="16325"/>
                </a:lnTo>
                <a:lnTo>
                  <a:pt x="1332" y="15021"/>
                </a:lnTo>
                <a:lnTo>
                  <a:pt x="983" y="13707"/>
                </a:lnTo>
                <a:lnTo>
                  <a:pt x="680" y="12376"/>
                </a:lnTo>
                <a:lnTo>
                  <a:pt x="427" y="11019"/>
                </a:lnTo>
                <a:lnTo>
                  <a:pt x="227" y="9632"/>
                </a:lnTo>
                <a:lnTo>
                  <a:pt x="83" y="8207"/>
                </a:lnTo>
                <a:lnTo>
                  <a:pt x="0" y="6736"/>
                </a:lnTo>
                <a:lnTo>
                  <a:pt x="918" y="5606"/>
                </a:lnTo>
                <a:lnTo>
                  <a:pt x="1895" y="4602"/>
                </a:lnTo>
                <a:lnTo>
                  <a:pt x="2929" y="3716"/>
                </a:lnTo>
                <a:lnTo>
                  <a:pt x="4010" y="2943"/>
                </a:lnTo>
                <a:lnTo>
                  <a:pt x="5137" y="2276"/>
                </a:lnTo>
                <a:lnTo>
                  <a:pt x="6302" y="1709"/>
                </a:lnTo>
                <a:lnTo>
                  <a:pt x="7502" y="1236"/>
                </a:lnTo>
                <a:lnTo>
                  <a:pt x="8734" y="852"/>
                </a:lnTo>
                <a:lnTo>
                  <a:pt x="9990" y="546"/>
                </a:lnTo>
                <a:lnTo>
                  <a:pt x="11264" y="314"/>
                </a:lnTo>
                <a:lnTo>
                  <a:pt x="12555" y="151"/>
                </a:lnTo>
                <a:lnTo>
                  <a:pt x="13856" y="49"/>
                </a:lnTo>
                <a:lnTo>
                  <a:pt x="15163" y="0"/>
                </a:lnTo>
                <a:lnTo>
                  <a:pt x="16468" y="2"/>
                </a:lnTo>
                <a:lnTo>
                  <a:pt x="17771" y="47"/>
                </a:lnTo>
                <a:lnTo>
                  <a:pt x="19064" y="125"/>
                </a:lnTo>
                <a:lnTo>
                  <a:pt x="20342" y="234"/>
                </a:lnTo>
                <a:lnTo>
                  <a:pt x="21600" y="365"/>
                </a:lnTo>
                <a:close/>
              </a:path>
            </a:pathLst>
          </a:custGeom>
          <a:solidFill>
            <a:srgbClr val="232422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2" name="contour_05960"/>
          <p:cNvSpPr/>
          <p:nvPr/>
        </p:nvSpPr>
        <p:spPr>
          <a:xfrm>
            <a:off x="4768092" y="5823105"/>
            <a:ext cx="5366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06" y="0"/>
                </a:moveTo>
                <a:lnTo>
                  <a:pt x="6647" y="1140"/>
                </a:lnTo>
                <a:lnTo>
                  <a:pt x="6893" y="2287"/>
                </a:lnTo>
                <a:lnTo>
                  <a:pt x="7139" y="3451"/>
                </a:lnTo>
                <a:lnTo>
                  <a:pt x="7867" y="4690"/>
                </a:lnTo>
                <a:lnTo>
                  <a:pt x="8597" y="5935"/>
                </a:lnTo>
                <a:lnTo>
                  <a:pt x="9339" y="7200"/>
                </a:lnTo>
                <a:lnTo>
                  <a:pt x="11434" y="7750"/>
                </a:lnTo>
                <a:lnTo>
                  <a:pt x="13003" y="8062"/>
                </a:lnTo>
                <a:lnTo>
                  <a:pt x="15388" y="8400"/>
                </a:lnTo>
                <a:lnTo>
                  <a:pt x="17716" y="8738"/>
                </a:lnTo>
                <a:lnTo>
                  <a:pt x="19189" y="9050"/>
                </a:lnTo>
                <a:lnTo>
                  <a:pt x="21072" y="9600"/>
                </a:lnTo>
                <a:lnTo>
                  <a:pt x="21424" y="11458"/>
                </a:lnTo>
                <a:lnTo>
                  <a:pt x="21600" y="12761"/>
                </a:lnTo>
                <a:lnTo>
                  <a:pt x="21600" y="13855"/>
                </a:lnTo>
                <a:lnTo>
                  <a:pt x="21424" y="15086"/>
                </a:lnTo>
                <a:lnTo>
                  <a:pt x="21072" y="16800"/>
                </a:lnTo>
                <a:lnTo>
                  <a:pt x="19133" y="16800"/>
                </a:lnTo>
                <a:lnTo>
                  <a:pt x="17183" y="16800"/>
                </a:lnTo>
                <a:lnTo>
                  <a:pt x="15206" y="16800"/>
                </a:lnTo>
                <a:lnTo>
                  <a:pt x="15206" y="18386"/>
                </a:lnTo>
                <a:lnTo>
                  <a:pt x="15206" y="19982"/>
                </a:lnTo>
                <a:lnTo>
                  <a:pt x="15206" y="21600"/>
                </a:lnTo>
                <a:lnTo>
                  <a:pt x="13132" y="21600"/>
                </a:lnTo>
                <a:lnTo>
                  <a:pt x="11055" y="21600"/>
                </a:lnTo>
                <a:lnTo>
                  <a:pt x="8973" y="21600"/>
                </a:lnTo>
                <a:lnTo>
                  <a:pt x="6881" y="21600"/>
                </a:lnTo>
                <a:lnTo>
                  <a:pt x="4781" y="21600"/>
                </a:lnTo>
                <a:lnTo>
                  <a:pt x="2669" y="21600"/>
                </a:lnTo>
                <a:lnTo>
                  <a:pt x="540" y="21600"/>
                </a:lnTo>
                <a:lnTo>
                  <a:pt x="463" y="20026"/>
                </a:lnTo>
                <a:lnTo>
                  <a:pt x="393" y="18449"/>
                </a:lnTo>
                <a:lnTo>
                  <a:pt x="331" y="16874"/>
                </a:lnTo>
                <a:lnTo>
                  <a:pt x="273" y="15300"/>
                </a:lnTo>
                <a:lnTo>
                  <a:pt x="220" y="13726"/>
                </a:lnTo>
                <a:lnTo>
                  <a:pt x="173" y="12149"/>
                </a:lnTo>
                <a:lnTo>
                  <a:pt x="100" y="10802"/>
                </a:lnTo>
                <a:lnTo>
                  <a:pt x="23" y="9437"/>
                </a:lnTo>
                <a:lnTo>
                  <a:pt x="0" y="8131"/>
                </a:lnTo>
                <a:lnTo>
                  <a:pt x="18" y="7114"/>
                </a:lnTo>
                <a:lnTo>
                  <a:pt x="94" y="6043"/>
                </a:lnTo>
                <a:lnTo>
                  <a:pt x="261" y="4584"/>
                </a:lnTo>
                <a:lnTo>
                  <a:pt x="540" y="2400"/>
                </a:lnTo>
                <a:lnTo>
                  <a:pt x="2294" y="1344"/>
                </a:lnTo>
                <a:lnTo>
                  <a:pt x="3490" y="742"/>
                </a:lnTo>
                <a:lnTo>
                  <a:pt x="4678" y="370"/>
                </a:lnTo>
                <a:lnTo>
                  <a:pt x="6406" y="0"/>
                </a:lnTo>
                <a:close/>
              </a:path>
            </a:pathLst>
          </a:custGeom>
          <a:solidFill>
            <a:srgbClr val="DDE6F1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3" name="contour_05961"/>
          <p:cNvSpPr/>
          <p:nvPr/>
        </p:nvSpPr>
        <p:spPr>
          <a:xfrm>
            <a:off x="855782" y="5793953"/>
            <a:ext cx="94744" cy="668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545" y="777"/>
                </a:lnTo>
                <a:lnTo>
                  <a:pt x="13460" y="1555"/>
                </a:lnTo>
                <a:lnTo>
                  <a:pt x="14376" y="2335"/>
                </a:lnTo>
                <a:lnTo>
                  <a:pt x="15293" y="3117"/>
                </a:lnTo>
                <a:lnTo>
                  <a:pt x="16215" y="3899"/>
                </a:lnTo>
                <a:lnTo>
                  <a:pt x="17139" y="4686"/>
                </a:lnTo>
                <a:lnTo>
                  <a:pt x="18068" y="5475"/>
                </a:lnTo>
                <a:lnTo>
                  <a:pt x="19000" y="6269"/>
                </a:lnTo>
                <a:lnTo>
                  <a:pt x="19938" y="7068"/>
                </a:lnTo>
                <a:lnTo>
                  <a:pt x="19526" y="8234"/>
                </a:lnTo>
                <a:lnTo>
                  <a:pt x="19114" y="9405"/>
                </a:lnTo>
                <a:lnTo>
                  <a:pt x="18697" y="10586"/>
                </a:lnTo>
                <a:lnTo>
                  <a:pt x="18277" y="11780"/>
                </a:lnTo>
                <a:lnTo>
                  <a:pt x="17454" y="11196"/>
                </a:lnTo>
                <a:lnTo>
                  <a:pt x="16627" y="10612"/>
                </a:lnTo>
                <a:lnTo>
                  <a:pt x="15796" y="10020"/>
                </a:lnTo>
                <a:lnTo>
                  <a:pt x="14954" y="9424"/>
                </a:lnTo>
                <a:lnTo>
                  <a:pt x="14625" y="10824"/>
                </a:lnTo>
                <a:lnTo>
                  <a:pt x="14294" y="12228"/>
                </a:lnTo>
                <a:lnTo>
                  <a:pt x="13964" y="13637"/>
                </a:lnTo>
                <a:lnTo>
                  <a:pt x="13630" y="15057"/>
                </a:lnTo>
                <a:lnTo>
                  <a:pt x="13292" y="16492"/>
                </a:lnTo>
                <a:lnTo>
                  <a:pt x="14467" y="16492"/>
                </a:lnTo>
                <a:lnTo>
                  <a:pt x="15643" y="16492"/>
                </a:lnTo>
                <a:lnTo>
                  <a:pt x="16823" y="16492"/>
                </a:lnTo>
                <a:lnTo>
                  <a:pt x="18008" y="16492"/>
                </a:lnTo>
                <a:lnTo>
                  <a:pt x="19197" y="16492"/>
                </a:lnTo>
                <a:lnTo>
                  <a:pt x="20394" y="16492"/>
                </a:lnTo>
                <a:lnTo>
                  <a:pt x="21600" y="16492"/>
                </a:lnTo>
                <a:lnTo>
                  <a:pt x="21600" y="17661"/>
                </a:lnTo>
                <a:lnTo>
                  <a:pt x="21600" y="18848"/>
                </a:lnTo>
                <a:lnTo>
                  <a:pt x="20460" y="19103"/>
                </a:lnTo>
                <a:lnTo>
                  <a:pt x="19319" y="19345"/>
                </a:lnTo>
                <a:lnTo>
                  <a:pt x="18177" y="19581"/>
                </a:lnTo>
                <a:lnTo>
                  <a:pt x="17034" y="19809"/>
                </a:lnTo>
                <a:lnTo>
                  <a:pt x="15893" y="20033"/>
                </a:lnTo>
                <a:lnTo>
                  <a:pt x="14749" y="20252"/>
                </a:lnTo>
                <a:lnTo>
                  <a:pt x="13605" y="20469"/>
                </a:lnTo>
                <a:lnTo>
                  <a:pt x="13038" y="20596"/>
                </a:lnTo>
                <a:lnTo>
                  <a:pt x="11328" y="20987"/>
                </a:lnTo>
                <a:lnTo>
                  <a:pt x="9275" y="21341"/>
                </a:lnTo>
                <a:lnTo>
                  <a:pt x="7758" y="21553"/>
                </a:lnTo>
                <a:lnTo>
                  <a:pt x="6638" y="21600"/>
                </a:lnTo>
                <a:lnTo>
                  <a:pt x="5776" y="21456"/>
                </a:lnTo>
                <a:lnTo>
                  <a:pt x="5029" y="21105"/>
                </a:lnTo>
                <a:lnTo>
                  <a:pt x="4264" y="20516"/>
                </a:lnTo>
                <a:lnTo>
                  <a:pt x="3333" y="19673"/>
                </a:lnTo>
                <a:lnTo>
                  <a:pt x="2645" y="18690"/>
                </a:lnTo>
                <a:lnTo>
                  <a:pt x="2127" y="17910"/>
                </a:lnTo>
                <a:lnTo>
                  <a:pt x="1620" y="17069"/>
                </a:lnTo>
                <a:lnTo>
                  <a:pt x="965" y="15898"/>
                </a:lnTo>
                <a:lnTo>
                  <a:pt x="0" y="14136"/>
                </a:lnTo>
                <a:lnTo>
                  <a:pt x="822" y="13359"/>
                </a:lnTo>
                <a:lnTo>
                  <a:pt x="1647" y="12579"/>
                </a:lnTo>
                <a:lnTo>
                  <a:pt x="2474" y="11799"/>
                </a:lnTo>
                <a:lnTo>
                  <a:pt x="3305" y="11012"/>
                </a:lnTo>
                <a:lnTo>
                  <a:pt x="4141" y="10220"/>
                </a:lnTo>
                <a:lnTo>
                  <a:pt x="4985" y="9424"/>
                </a:lnTo>
                <a:lnTo>
                  <a:pt x="4985" y="10824"/>
                </a:lnTo>
                <a:lnTo>
                  <a:pt x="4985" y="12228"/>
                </a:lnTo>
                <a:lnTo>
                  <a:pt x="4985" y="13637"/>
                </a:lnTo>
                <a:lnTo>
                  <a:pt x="4985" y="15057"/>
                </a:lnTo>
                <a:lnTo>
                  <a:pt x="4985" y="16492"/>
                </a:lnTo>
                <a:lnTo>
                  <a:pt x="5972" y="16492"/>
                </a:lnTo>
                <a:lnTo>
                  <a:pt x="6962" y="16492"/>
                </a:lnTo>
                <a:lnTo>
                  <a:pt x="7955" y="16492"/>
                </a:lnTo>
                <a:lnTo>
                  <a:pt x="8957" y="16492"/>
                </a:lnTo>
                <a:lnTo>
                  <a:pt x="9969" y="16492"/>
                </a:lnTo>
                <a:lnTo>
                  <a:pt x="10134" y="14859"/>
                </a:lnTo>
                <a:lnTo>
                  <a:pt x="10298" y="13224"/>
                </a:lnTo>
                <a:lnTo>
                  <a:pt x="10463" y="11589"/>
                </a:lnTo>
                <a:lnTo>
                  <a:pt x="10629" y="9952"/>
                </a:lnTo>
                <a:lnTo>
                  <a:pt x="10793" y="8307"/>
                </a:lnTo>
                <a:lnTo>
                  <a:pt x="10960" y="6660"/>
                </a:lnTo>
                <a:lnTo>
                  <a:pt x="11126" y="5007"/>
                </a:lnTo>
                <a:lnTo>
                  <a:pt x="11293" y="3346"/>
                </a:lnTo>
                <a:lnTo>
                  <a:pt x="11461" y="1677"/>
                </a:lnTo>
                <a:lnTo>
                  <a:pt x="11631" y="0"/>
                </a:lnTo>
                <a:close/>
              </a:path>
            </a:pathLst>
          </a:custGeom>
          <a:solidFill>
            <a:srgbClr val="7A6A47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4" name="contour_05962"/>
          <p:cNvSpPr/>
          <p:nvPr/>
        </p:nvSpPr>
        <p:spPr>
          <a:xfrm>
            <a:off x="8272836" y="5778925"/>
            <a:ext cx="89584" cy="95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71" y="0"/>
                </a:moveTo>
                <a:lnTo>
                  <a:pt x="19906" y="33"/>
                </a:lnTo>
                <a:lnTo>
                  <a:pt x="20748" y="68"/>
                </a:lnTo>
                <a:lnTo>
                  <a:pt x="21600" y="103"/>
                </a:lnTo>
                <a:lnTo>
                  <a:pt x="21600" y="1194"/>
                </a:lnTo>
                <a:lnTo>
                  <a:pt x="21600" y="2295"/>
                </a:lnTo>
                <a:lnTo>
                  <a:pt x="21600" y="3410"/>
                </a:lnTo>
                <a:lnTo>
                  <a:pt x="20400" y="3717"/>
                </a:lnTo>
                <a:lnTo>
                  <a:pt x="19180" y="4030"/>
                </a:lnTo>
                <a:lnTo>
                  <a:pt x="17797" y="4564"/>
                </a:lnTo>
                <a:lnTo>
                  <a:pt x="16813" y="5050"/>
                </a:lnTo>
                <a:lnTo>
                  <a:pt x="16109" y="5583"/>
                </a:lnTo>
                <a:lnTo>
                  <a:pt x="15562" y="6252"/>
                </a:lnTo>
                <a:lnTo>
                  <a:pt x="15053" y="7150"/>
                </a:lnTo>
                <a:lnTo>
                  <a:pt x="14460" y="8371"/>
                </a:lnTo>
                <a:lnTo>
                  <a:pt x="14102" y="9242"/>
                </a:lnTo>
                <a:lnTo>
                  <a:pt x="13738" y="10127"/>
                </a:lnTo>
                <a:lnTo>
                  <a:pt x="13040" y="11126"/>
                </a:lnTo>
                <a:lnTo>
                  <a:pt x="12297" y="11858"/>
                </a:lnTo>
                <a:lnTo>
                  <a:pt x="11459" y="12412"/>
                </a:lnTo>
                <a:lnTo>
                  <a:pt x="10475" y="12874"/>
                </a:lnTo>
                <a:lnTo>
                  <a:pt x="9299" y="13332"/>
                </a:lnTo>
                <a:lnTo>
                  <a:pt x="9733" y="14150"/>
                </a:lnTo>
                <a:lnTo>
                  <a:pt x="10169" y="14972"/>
                </a:lnTo>
                <a:lnTo>
                  <a:pt x="10610" y="15801"/>
                </a:lnTo>
                <a:lnTo>
                  <a:pt x="11057" y="16639"/>
                </a:lnTo>
                <a:lnTo>
                  <a:pt x="9967" y="16537"/>
                </a:lnTo>
                <a:lnTo>
                  <a:pt x="8871" y="16434"/>
                </a:lnTo>
                <a:lnTo>
                  <a:pt x="7758" y="16328"/>
                </a:lnTo>
                <a:lnTo>
                  <a:pt x="6331" y="16327"/>
                </a:lnTo>
                <a:lnTo>
                  <a:pt x="5363" y="16408"/>
                </a:lnTo>
                <a:lnTo>
                  <a:pt x="4028" y="16639"/>
                </a:lnTo>
                <a:lnTo>
                  <a:pt x="3095" y="17694"/>
                </a:lnTo>
                <a:lnTo>
                  <a:pt x="2432" y="18476"/>
                </a:lnTo>
                <a:lnTo>
                  <a:pt x="1940" y="19120"/>
                </a:lnTo>
                <a:lnTo>
                  <a:pt x="1522" y="19761"/>
                </a:lnTo>
                <a:lnTo>
                  <a:pt x="1077" y="20543"/>
                </a:lnTo>
                <a:lnTo>
                  <a:pt x="513" y="21600"/>
                </a:lnTo>
                <a:lnTo>
                  <a:pt x="300" y="19300"/>
                </a:lnTo>
                <a:lnTo>
                  <a:pt x="141" y="17439"/>
                </a:lnTo>
                <a:lnTo>
                  <a:pt x="40" y="15949"/>
                </a:lnTo>
                <a:lnTo>
                  <a:pt x="0" y="14760"/>
                </a:lnTo>
                <a:lnTo>
                  <a:pt x="30" y="13805"/>
                </a:lnTo>
                <a:lnTo>
                  <a:pt x="132" y="13011"/>
                </a:lnTo>
                <a:lnTo>
                  <a:pt x="313" y="12311"/>
                </a:lnTo>
                <a:lnTo>
                  <a:pt x="576" y="11638"/>
                </a:lnTo>
                <a:lnTo>
                  <a:pt x="930" y="10921"/>
                </a:lnTo>
                <a:lnTo>
                  <a:pt x="1378" y="10089"/>
                </a:lnTo>
                <a:lnTo>
                  <a:pt x="2263" y="9267"/>
                </a:lnTo>
                <a:lnTo>
                  <a:pt x="3195" y="8492"/>
                </a:lnTo>
                <a:lnTo>
                  <a:pt x="4163" y="7759"/>
                </a:lnTo>
                <a:lnTo>
                  <a:pt x="5166" y="7063"/>
                </a:lnTo>
                <a:lnTo>
                  <a:pt x="6198" y="6401"/>
                </a:lnTo>
                <a:lnTo>
                  <a:pt x="7252" y="5765"/>
                </a:lnTo>
                <a:lnTo>
                  <a:pt x="8322" y="5153"/>
                </a:lnTo>
                <a:lnTo>
                  <a:pt x="9403" y="4557"/>
                </a:lnTo>
                <a:lnTo>
                  <a:pt x="10491" y="3975"/>
                </a:lnTo>
                <a:lnTo>
                  <a:pt x="11578" y="3400"/>
                </a:lnTo>
                <a:lnTo>
                  <a:pt x="12663" y="2829"/>
                </a:lnTo>
                <a:lnTo>
                  <a:pt x="14749" y="1660"/>
                </a:lnTo>
                <a:lnTo>
                  <a:pt x="16189" y="875"/>
                </a:lnTo>
                <a:lnTo>
                  <a:pt x="17165" y="395"/>
                </a:lnTo>
                <a:lnTo>
                  <a:pt x="17852" y="142"/>
                </a:lnTo>
                <a:lnTo>
                  <a:pt x="18428" y="36"/>
                </a:lnTo>
                <a:lnTo>
                  <a:pt x="19071" y="0"/>
                </a:lnTo>
                <a:close/>
              </a:path>
            </a:pathLst>
          </a:custGeom>
          <a:solidFill>
            <a:srgbClr val="E4E9ED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5" name="contour_05963"/>
          <p:cNvSpPr/>
          <p:nvPr/>
        </p:nvSpPr>
        <p:spPr>
          <a:xfrm>
            <a:off x="7582598" y="5726991"/>
            <a:ext cx="58304" cy="47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0"/>
                </a:moveTo>
                <a:lnTo>
                  <a:pt x="15376" y="127"/>
                </a:lnTo>
                <a:lnTo>
                  <a:pt x="16918" y="250"/>
                </a:lnTo>
                <a:lnTo>
                  <a:pt x="18465" y="377"/>
                </a:lnTo>
                <a:lnTo>
                  <a:pt x="20026" y="500"/>
                </a:lnTo>
                <a:lnTo>
                  <a:pt x="21600" y="627"/>
                </a:lnTo>
                <a:lnTo>
                  <a:pt x="21600" y="2830"/>
                </a:lnTo>
                <a:lnTo>
                  <a:pt x="21600" y="5029"/>
                </a:lnTo>
                <a:lnTo>
                  <a:pt x="21600" y="7236"/>
                </a:lnTo>
                <a:lnTo>
                  <a:pt x="21600" y="9445"/>
                </a:lnTo>
                <a:lnTo>
                  <a:pt x="21600" y="11662"/>
                </a:lnTo>
                <a:lnTo>
                  <a:pt x="21600" y="13885"/>
                </a:lnTo>
                <a:lnTo>
                  <a:pt x="21600" y="16121"/>
                </a:lnTo>
                <a:lnTo>
                  <a:pt x="21600" y="18367"/>
                </a:lnTo>
                <a:lnTo>
                  <a:pt x="21600" y="20623"/>
                </a:lnTo>
                <a:lnTo>
                  <a:pt x="19745" y="20777"/>
                </a:lnTo>
                <a:lnTo>
                  <a:pt x="17890" y="20913"/>
                </a:lnTo>
                <a:lnTo>
                  <a:pt x="16033" y="21037"/>
                </a:lnTo>
                <a:lnTo>
                  <a:pt x="14178" y="21147"/>
                </a:lnTo>
                <a:lnTo>
                  <a:pt x="12320" y="21250"/>
                </a:lnTo>
                <a:lnTo>
                  <a:pt x="11551" y="21300"/>
                </a:lnTo>
                <a:lnTo>
                  <a:pt x="10198" y="21390"/>
                </a:lnTo>
                <a:lnTo>
                  <a:pt x="7098" y="21600"/>
                </a:lnTo>
                <a:lnTo>
                  <a:pt x="5646" y="21277"/>
                </a:lnTo>
                <a:lnTo>
                  <a:pt x="4182" y="20953"/>
                </a:lnTo>
                <a:lnTo>
                  <a:pt x="2700" y="20623"/>
                </a:lnTo>
                <a:lnTo>
                  <a:pt x="1696" y="18294"/>
                </a:lnTo>
                <a:lnTo>
                  <a:pt x="1053" y="16607"/>
                </a:lnTo>
                <a:lnTo>
                  <a:pt x="643" y="15088"/>
                </a:lnTo>
                <a:lnTo>
                  <a:pt x="335" y="13255"/>
                </a:lnTo>
                <a:lnTo>
                  <a:pt x="0" y="10625"/>
                </a:lnTo>
                <a:lnTo>
                  <a:pt x="913" y="7689"/>
                </a:lnTo>
                <a:lnTo>
                  <a:pt x="1917" y="5349"/>
                </a:lnTo>
                <a:lnTo>
                  <a:pt x="3038" y="3533"/>
                </a:lnTo>
                <a:lnTo>
                  <a:pt x="4304" y="2176"/>
                </a:lnTo>
                <a:lnTo>
                  <a:pt x="5746" y="1216"/>
                </a:lnTo>
                <a:lnTo>
                  <a:pt x="7393" y="587"/>
                </a:lnTo>
                <a:lnTo>
                  <a:pt x="9269" y="217"/>
                </a:lnTo>
                <a:lnTo>
                  <a:pt x="11407" y="43"/>
                </a:lnTo>
                <a:lnTo>
                  <a:pt x="13838" y="0"/>
                </a:lnTo>
                <a:close/>
              </a:path>
            </a:pathLst>
          </a:custGeom>
          <a:solidFill>
            <a:srgbClr val="DBDBD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6" name="contour_05964"/>
          <p:cNvSpPr/>
          <p:nvPr/>
        </p:nvSpPr>
        <p:spPr>
          <a:xfrm>
            <a:off x="4153000" y="5706155"/>
            <a:ext cx="71255" cy="50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69" y="146"/>
                </a:moveTo>
                <a:lnTo>
                  <a:pt x="21238" y="1971"/>
                </a:lnTo>
                <a:lnTo>
                  <a:pt x="21297" y="3798"/>
                </a:lnTo>
                <a:lnTo>
                  <a:pt x="21353" y="5623"/>
                </a:lnTo>
                <a:lnTo>
                  <a:pt x="21401" y="7451"/>
                </a:lnTo>
                <a:lnTo>
                  <a:pt x="21445" y="9278"/>
                </a:lnTo>
                <a:lnTo>
                  <a:pt x="21496" y="10976"/>
                </a:lnTo>
                <a:lnTo>
                  <a:pt x="21547" y="12682"/>
                </a:lnTo>
                <a:lnTo>
                  <a:pt x="21600" y="14413"/>
                </a:lnTo>
                <a:lnTo>
                  <a:pt x="21324" y="16984"/>
                </a:lnTo>
                <a:lnTo>
                  <a:pt x="21008" y="18532"/>
                </a:lnTo>
                <a:lnTo>
                  <a:pt x="20449" y="19691"/>
                </a:lnTo>
                <a:lnTo>
                  <a:pt x="19444" y="21078"/>
                </a:lnTo>
                <a:lnTo>
                  <a:pt x="17899" y="21441"/>
                </a:lnTo>
                <a:lnTo>
                  <a:pt x="16344" y="21600"/>
                </a:lnTo>
                <a:lnTo>
                  <a:pt x="14784" y="21569"/>
                </a:lnTo>
                <a:lnTo>
                  <a:pt x="13222" y="21370"/>
                </a:lnTo>
                <a:lnTo>
                  <a:pt x="11667" y="21016"/>
                </a:lnTo>
                <a:lnTo>
                  <a:pt x="10121" y="20525"/>
                </a:lnTo>
                <a:lnTo>
                  <a:pt x="8585" y="19915"/>
                </a:lnTo>
                <a:lnTo>
                  <a:pt x="7070" y="19207"/>
                </a:lnTo>
                <a:lnTo>
                  <a:pt x="5578" y="18411"/>
                </a:lnTo>
                <a:lnTo>
                  <a:pt x="4114" y="17547"/>
                </a:lnTo>
                <a:lnTo>
                  <a:pt x="2680" y="16633"/>
                </a:lnTo>
                <a:lnTo>
                  <a:pt x="1286" y="15688"/>
                </a:lnTo>
                <a:lnTo>
                  <a:pt x="555" y="13646"/>
                </a:lnTo>
                <a:lnTo>
                  <a:pt x="141" y="11871"/>
                </a:lnTo>
                <a:lnTo>
                  <a:pt x="0" y="10146"/>
                </a:lnTo>
                <a:lnTo>
                  <a:pt x="86" y="8265"/>
                </a:lnTo>
                <a:lnTo>
                  <a:pt x="353" y="6012"/>
                </a:lnTo>
                <a:lnTo>
                  <a:pt x="932" y="4380"/>
                </a:lnTo>
                <a:lnTo>
                  <a:pt x="1480" y="3307"/>
                </a:lnTo>
                <a:lnTo>
                  <a:pt x="2320" y="2313"/>
                </a:lnTo>
                <a:lnTo>
                  <a:pt x="3771" y="923"/>
                </a:lnTo>
                <a:lnTo>
                  <a:pt x="5223" y="675"/>
                </a:lnTo>
                <a:lnTo>
                  <a:pt x="6672" y="469"/>
                </a:lnTo>
                <a:lnTo>
                  <a:pt x="8119" y="308"/>
                </a:lnTo>
                <a:lnTo>
                  <a:pt x="9564" y="183"/>
                </a:lnTo>
                <a:lnTo>
                  <a:pt x="11009" y="93"/>
                </a:lnTo>
                <a:lnTo>
                  <a:pt x="12454" y="37"/>
                </a:lnTo>
                <a:lnTo>
                  <a:pt x="13901" y="6"/>
                </a:lnTo>
                <a:lnTo>
                  <a:pt x="15348" y="0"/>
                </a:lnTo>
                <a:lnTo>
                  <a:pt x="16797" y="12"/>
                </a:lnTo>
                <a:lnTo>
                  <a:pt x="18251" y="44"/>
                </a:lnTo>
                <a:lnTo>
                  <a:pt x="19707" y="90"/>
                </a:lnTo>
                <a:lnTo>
                  <a:pt x="21169" y="146"/>
                </a:lnTo>
                <a:close/>
              </a:path>
            </a:pathLst>
          </a:custGeom>
          <a:solidFill>
            <a:srgbClr val="D6D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7" name="contour_05965"/>
          <p:cNvSpPr/>
          <p:nvPr/>
        </p:nvSpPr>
        <p:spPr>
          <a:xfrm>
            <a:off x="10015891" y="5684633"/>
            <a:ext cx="102928" cy="50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" y="0"/>
                </a:moveTo>
                <a:lnTo>
                  <a:pt x="1199" y="0"/>
                </a:lnTo>
                <a:lnTo>
                  <a:pt x="2216" y="0"/>
                </a:lnTo>
                <a:lnTo>
                  <a:pt x="3247" y="0"/>
                </a:lnTo>
                <a:lnTo>
                  <a:pt x="3247" y="2043"/>
                </a:lnTo>
                <a:lnTo>
                  <a:pt x="3247" y="4099"/>
                </a:lnTo>
                <a:lnTo>
                  <a:pt x="3247" y="6183"/>
                </a:lnTo>
                <a:lnTo>
                  <a:pt x="4316" y="6362"/>
                </a:lnTo>
                <a:lnTo>
                  <a:pt x="5385" y="6542"/>
                </a:lnTo>
                <a:lnTo>
                  <a:pt x="6454" y="6724"/>
                </a:lnTo>
                <a:lnTo>
                  <a:pt x="7525" y="6903"/>
                </a:lnTo>
                <a:lnTo>
                  <a:pt x="8595" y="7083"/>
                </a:lnTo>
                <a:lnTo>
                  <a:pt x="9667" y="7265"/>
                </a:lnTo>
                <a:lnTo>
                  <a:pt x="10741" y="7444"/>
                </a:lnTo>
                <a:lnTo>
                  <a:pt x="11816" y="7627"/>
                </a:lnTo>
                <a:lnTo>
                  <a:pt x="12893" y="7809"/>
                </a:lnTo>
                <a:lnTo>
                  <a:pt x="13973" y="7988"/>
                </a:lnTo>
                <a:lnTo>
                  <a:pt x="15054" y="8171"/>
                </a:lnTo>
                <a:lnTo>
                  <a:pt x="16137" y="8353"/>
                </a:lnTo>
                <a:lnTo>
                  <a:pt x="17223" y="8539"/>
                </a:lnTo>
                <a:lnTo>
                  <a:pt x="18313" y="8721"/>
                </a:lnTo>
                <a:lnTo>
                  <a:pt x="19405" y="8903"/>
                </a:lnTo>
                <a:lnTo>
                  <a:pt x="20500" y="9089"/>
                </a:lnTo>
                <a:lnTo>
                  <a:pt x="21600" y="9274"/>
                </a:lnTo>
                <a:lnTo>
                  <a:pt x="21600" y="10808"/>
                </a:lnTo>
                <a:lnTo>
                  <a:pt x="21600" y="12366"/>
                </a:lnTo>
                <a:lnTo>
                  <a:pt x="20646" y="13055"/>
                </a:lnTo>
                <a:lnTo>
                  <a:pt x="19685" y="13701"/>
                </a:lnTo>
                <a:lnTo>
                  <a:pt x="18720" y="14317"/>
                </a:lnTo>
                <a:lnTo>
                  <a:pt x="17750" y="14901"/>
                </a:lnTo>
                <a:lnTo>
                  <a:pt x="16776" y="15460"/>
                </a:lnTo>
                <a:lnTo>
                  <a:pt x="15799" y="15998"/>
                </a:lnTo>
                <a:lnTo>
                  <a:pt x="14820" y="16521"/>
                </a:lnTo>
                <a:lnTo>
                  <a:pt x="13840" y="17034"/>
                </a:lnTo>
                <a:lnTo>
                  <a:pt x="12858" y="17538"/>
                </a:lnTo>
                <a:lnTo>
                  <a:pt x="11876" y="18042"/>
                </a:lnTo>
                <a:lnTo>
                  <a:pt x="10894" y="18549"/>
                </a:lnTo>
                <a:lnTo>
                  <a:pt x="10132" y="18978"/>
                </a:lnTo>
                <a:lnTo>
                  <a:pt x="9365" y="19411"/>
                </a:lnTo>
                <a:lnTo>
                  <a:pt x="8588" y="19853"/>
                </a:lnTo>
                <a:lnTo>
                  <a:pt x="6837" y="20731"/>
                </a:lnTo>
                <a:lnTo>
                  <a:pt x="5532" y="21316"/>
                </a:lnTo>
                <a:lnTo>
                  <a:pt x="4548" y="21600"/>
                </a:lnTo>
                <a:lnTo>
                  <a:pt x="3756" y="21585"/>
                </a:lnTo>
                <a:lnTo>
                  <a:pt x="3027" y="21266"/>
                </a:lnTo>
                <a:lnTo>
                  <a:pt x="2230" y="20642"/>
                </a:lnTo>
                <a:lnTo>
                  <a:pt x="1240" y="19708"/>
                </a:lnTo>
                <a:lnTo>
                  <a:pt x="777" y="17569"/>
                </a:lnTo>
                <a:lnTo>
                  <a:pt x="436" y="15436"/>
                </a:lnTo>
                <a:lnTo>
                  <a:pt x="205" y="13306"/>
                </a:lnTo>
                <a:lnTo>
                  <a:pt x="66" y="11166"/>
                </a:lnTo>
                <a:lnTo>
                  <a:pt x="3" y="9009"/>
                </a:lnTo>
                <a:lnTo>
                  <a:pt x="0" y="6820"/>
                </a:lnTo>
                <a:lnTo>
                  <a:pt x="40" y="4597"/>
                </a:lnTo>
                <a:lnTo>
                  <a:pt x="109" y="2328"/>
                </a:lnTo>
                <a:lnTo>
                  <a:pt x="188" y="0"/>
                </a:lnTo>
                <a:close/>
              </a:path>
            </a:pathLst>
          </a:custGeom>
          <a:solidFill>
            <a:srgbClr val="A18951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8" name="contour_05966"/>
          <p:cNvSpPr/>
          <p:nvPr/>
        </p:nvSpPr>
        <p:spPr>
          <a:xfrm>
            <a:off x="3910084" y="5604465"/>
            <a:ext cx="2851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40" y="0"/>
                </a:moveTo>
                <a:lnTo>
                  <a:pt x="8236" y="194"/>
                </a:lnTo>
                <a:lnTo>
                  <a:pt x="10455" y="385"/>
                </a:lnTo>
                <a:lnTo>
                  <a:pt x="12724" y="683"/>
                </a:lnTo>
                <a:lnTo>
                  <a:pt x="16080" y="1200"/>
                </a:lnTo>
                <a:lnTo>
                  <a:pt x="16720" y="1981"/>
                </a:lnTo>
                <a:lnTo>
                  <a:pt x="17239" y="2740"/>
                </a:lnTo>
                <a:lnTo>
                  <a:pt x="17659" y="3485"/>
                </a:lnTo>
                <a:lnTo>
                  <a:pt x="17979" y="4232"/>
                </a:lnTo>
                <a:lnTo>
                  <a:pt x="18211" y="4992"/>
                </a:lnTo>
                <a:lnTo>
                  <a:pt x="18365" y="5779"/>
                </a:lnTo>
                <a:lnTo>
                  <a:pt x="18448" y="6120"/>
                </a:lnTo>
                <a:lnTo>
                  <a:pt x="18691" y="7147"/>
                </a:lnTo>
                <a:lnTo>
                  <a:pt x="18851" y="7868"/>
                </a:lnTo>
                <a:lnTo>
                  <a:pt x="19000" y="8590"/>
                </a:lnTo>
                <a:lnTo>
                  <a:pt x="19138" y="9311"/>
                </a:lnTo>
                <a:lnTo>
                  <a:pt x="19271" y="10032"/>
                </a:lnTo>
                <a:lnTo>
                  <a:pt x="19403" y="10753"/>
                </a:lnTo>
                <a:lnTo>
                  <a:pt x="19530" y="11474"/>
                </a:lnTo>
                <a:lnTo>
                  <a:pt x="19690" y="12208"/>
                </a:lnTo>
                <a:lnTo>
                  <a:pt x="19850" y="12941"/>
                </a:lnTo>
                <a:lnTo>
                  <a:pt x="20010" y="13674"/>
                </a:lnTo>
                <a:lnTo>
                  <a:pt x="20176" y="14407"/>
                </a:lnTo>
                <a:lnTo>
                  <a:pt x="20352" y="15206"/>
                </a:lnTo>
                <a:lnTo>
                  <a:pt x="20518" y="16006"/>
                </a:lnTo>
                <a:lnTo>
                  <a:pt x="20684" y="16805"/>
                </a:lnTo>
                <a:lnTo>
                  <a:pt x="20844" y="17604"/>
                </a:lnTo>
                <a:lnTo>
                  <a:pt x="21004" y="18403"/>
                </a:lnTo>
                <a:lnTo>
                  <a:pt x="21158" y="19202"/>
                </a:lnTo>
                <a:lnTo>
                  <a:pt x="21307" y="20002"/>
                </a:lnTo>
                <a:lnTo>
                  <a:pt x="21456" y="20801"/>
                </a:lnTo>
                <a:lnTo>
                  <a:pt x="21600" y="21600"/>
                </a:lnTo>
                <a:lnTo>
                  <a:pt x="18321" y="21600"/>
                </a:lnTo>
                <a:lnTo>
                  <a:pt x="15031" y="21600"/>
                </a:lnTo>
                <a:lnTo>
                  <a:pt x="11730" y="21600"/>
                </a:lnTo>
                <a:lnTo>
                  <a:pt x="8402" y="21600"/>
                </a:lnTo>
                <a:lnTo>
                  <a:pt x="5040" y="21600"/>
                </a:lnTo>
                <a:lnTo>
                  <a:pt x="4030" y="20779"/>
                </a:lnTo>
                <a:lnTo>
                  <a:pt x="3152" y="19957"/>
                </a:lnTo>
                <a:lnTo>
                  <a:pt x="2390" y="19134"/>
                </a:lnTo>
                <a:lnTo>
                  <a:pt x="1750" y="18310"/>
                </a:lnTo>
                <a:lnTo>
                  <a:pt x="1214" y="17483"/>
                </a:lnTo>
                <a:lnTo>
                  <a:pt x="784" y="16656"/>
                </a:lnTo>
                <a:lnTo>
                  <a:pt x="458" y="15828"/>
                </a:lnTo>
                <a:lnTo>
                  <a:pt x="221" y="15000"/>
                </a:lnTo>
                <a:lnTo>
                  <a:pt x="66" y="14170"/>
                </a:lnTo>
                <a:lnTo>
                  <a:pt x="0" y="13339"/>
                </a:lnTo>
                <a:lnTo>
                  <a:pt x="0" y="12508"/>
                </a:lnTo>
                <a:lnTo>
                  <a:pt x="77" y="11676"/>
                </a:lnTo>
                <a:lnTo>
                  <a:pt x="210" y="10843"/>
                </a:lnTo>
                <a:lnTo>
                  <a:pt x="408" y="10010"/>
                </a:lnTo>
                <a:lnTo>
                  <a:pt x="651" y="9176"/>
                </a:lnTo>
                <a:lnTo>
                  <a:pt x="944" y="8342"/>
                </a:lnTo>
                <a:lnTo>
                  <a:pt x="1270" y="7508"/>
                </a:lnTo>
                <a:lnTo>
                  <a:pt x="1634" y="6674"/>
                </a:lnTo>
                <a:lnTo>
                  <a:pt x="2026" y="5839"/>
                </a:lnTo>
                <a:lnTo>
                  <a:pt x="2440" y="5005"/>
                </a:lnTo>
                <a:lnTo>
                  <a:pt x="2865" y="4170"/>
                </a:lnTo>
                <a:lnTo>
                  <a:pt x="3307" y="3336"/>
                </a:lnTo>
                <a:lnTo>
                  <a:pt x="3748" y="2502"/>
                </a:lnTo>
                <a:lnTo>
                  <a:pt x="4190" y="1667"/>
                </a:lnTo>
                <a:lnTo>
                  <a:pt x="4620" y="834"/>
                </a:lnTo>
                <a:lnTo>
                  <a:pt x="5040" y="0"/>
                </a:lnTo>
                <a:close/>
              </a:path>
            </a:pathLst>
          </a:custGeom>
          <a:solidFill>
            <a:srgbClr val="F0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69" name="contour_05967"/>
          <p:cNvSpPr/>
          <p:nvPr/>
        </p:nvSpPr>
        <p:spPr>
          <a:xfrm>
            <a:off x="7378534" y="5546162"/>
            <a:ext cx="5101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96" y="290"/>
                </a:lnTo>
                <a:lnTo>
                  <a:pt x="3925" y="515"/>
                </a:lnTo>
                <a:lnTo>
                  <a:pt x="5332" y="750"/>
                </a:lnTo>
                <a:lnTo>
                  <a:pt x="6961" y="1068"/>
                </a:lnTo>
                <a:lnTo>
                  <a:pt x="9257" y="1543"/>
                </a:lnTo>
                <a:lnTo>
                  <a:pt x="9257" y="2563"/>
                </a:lnTo>
                <a:lnTo>
                  <a:pt x="9257" y="3589"/>
                </a:lnTo>
                <a:lnTo>
                  <a:pt x="9257" y="4629"/>
                </a:lnTo>
                <a:lnTo>
                  <a:pt x="11284" y="5090"/>
                </a:lnTo>
                <a:lnTo>
                  <a:pt x="12886" y="5340"/>
                </a:lnTo>
                <a:lnTo>
                  <a:pt x="15429" y="5593"/>
                </a:lnTo>
                <a:lnTo>
                  <a:pt x="17150" y="5767"/>
                </a:lnTo>
                <a:lnTo>
                  <a:pt x="18900" y="5943"/>
                </a:lnTo>
                <a:lnTo>
                  <a:pt x="20239" y="6057"/>
                </a:lnTo>
                <a:lnTo>
                  <a:pt x="21600" y="6171"/>
                </a:lnTo>
                <a:lnTo>
                  <a:pt x="21483" y="7151"/>
                </a:lnTo>
                <a:lnTo>
                  <a:pt x="21356" y="8129"/>
                </a:lnTo>
                <a:lnTo>
                  <a:pt x="21224" y="9107"/>
                </a:lnTo>
                <a:lnTo>
                  <a:pt x="21085" y="10086"/>
                </a:lnTo>
                <a:lnTo>
                  <a:pt x="20940" y="11062"/>
                </a:lnTo>
                <a:lnTo>
                  <a:pt x="20792" y="12040"/>
                </a:lnTo>
                <a:lnTo>
                  <a:pt x="20637" y="13019"/>
                </a:lnTo>
                <a:lnTo>
                  <a:pt x="20532" y="13994"/>
                </a:lnTo>
                <a:lnTo>
                  <a:pt x="20424" y="14986"/>
                </a:lnTo>
                <a:lnTo>
                  <a:pt x="20341" y="15453"/>
                </a:lnTo>
                <a:lnTo>
                  <a:pt x="20094" y="16870"/>
                </a:lnTo>
                <a:lnTo>
                  <a:pt x="19971" y="17731"/>
                </a:lnTo>
                <a:lnTo>
                  <a:pt x="19847" y="18607"/>
                </a:lnTo>
                <a:lnTo>
                  <a:pt x="19517" y="18968"/>
                </a:lnTo>
                <a:lnTo>
                  <a:pt x="18514" y="20057"/>
                </a:lnTo>
                <a:lnTo>
                  <a:pt x="16681" y="20363"/>
                </a:lnTo>
                <a:lnTo>
                  <a:pt x="14842" y="20670"/>
                </a:lnTo>
                <a:lnTo>
                  <a:pt x="12997" y="20977"/>
                </a:lnTo>
                <a:lnTo>
                  <a:pt x="11136" y="21287"/>
                </a:lnTo>
                <a:lnTo>
                  <a:pt x="9257" y="21600"/>
                </a:lnTo>
                <a:lnTo>
                  <a:pt x="9257" y="20509"/>
                </a:lnTo>
                <a:lnTo>
                  <a:pt x="9257" y="19417"/>
                </a:lnTo>
                <a:lnTo>
                  <a:pt x="9257" y="18326"/>
                </a:lnTo>
                <a:lnTo>
                  <a:pt x="9257" y="17232"/>
                </a:lnTo>
                <a:lnTo>
                  <a:pt x="9257" y="16138"/>
                </a:lnTo>
                <a:lnTo>
                  <a:pt x="9257" y="15041"/>
                </a:lnTo>
                <a:lnTo>
                  <a:pt x="9257" y="13944"/>
                </a:lnTo>
                <a:lnTo>
                  <a:pt x="9257" y="12843"/>
                </a:lnTo>
                <a:lnTo>
                  <a:pt x="9257" y="11740"/>
                </a:lnTo>
                <a:lnTo>
                  <a:pt x="9257" y="10633"/>
                </a:lnTo>
                <a:lnTo>
                  <a:pt x="9257" y="9524"/>
                </a:lnTo>
                <a:lnTo>
                  <a:pt x="9257" y="8410"/>
                </a:lnTo>
                <a:lnTo>
                  <a:pt x="9257" y="7293"/>
                </a:lnTo>
                <a:lnTo>
                  <a:pt x="9257" y="6171"/>
                </a:lnTo>
                <a:lnTo>
                  <a:pt x="7424" y="6171"/>
                </a:lnTo>
                <a:lnTo>
                  <a:pt x="5585" y="6171"/>
                </a:lnTo>
                <a:lnTo>
                  <a:pt x="3740" y="6171"/>
                </a:lnTo>
                <a:lnTo>
                  <a:pt x="1879" y="6171"/>
                </a:lnTo>
                <a:lnTo>
                  <a:pt x="0" y="6171"/>
                </a:lnTo>
                <a:lnTo>
                  <a:pt x="0" y="5153"/>
                </a:lnTo>
                <a:lnTo>
                  <a:pt x="0" y="4133"/>
                </a:lnTo>
                <a:lnTo>
                  <a:pt x="0" y="3109"/>
                </a:lnTo>
                <a:lnTo>
                  <a:pt x="0" y="2080"/>
                </a:lnTo>
                <a:lnTo>
                  <a:pt x="0" y="1045"/>
                </a:lnTo>
                <a:lnTo>
                  <a:pt x="0" y="0"/>
                </a:lnTo>
                <a:close/>
              </a:path>
            </a:pathLst>
          </a:custGeom>
          <a:solidFill>
            <a:srgbClr val="6C6C69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0" name="contour_05968"/>
          <p:cNvSpPr/>
          <p:nvPr/>
        </p:nvSpPr>
        <p:spPr>
          <a:xfrm>
            <a:off x="4871465" y="5553450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0"/>
                </a:lnTo>
                <a:lnTo>
                  <a:pt x="8694" y="0"/>
                </a:lnTo>
                <a:lnTo>
                  <a:pt x="11250" y="0"/>
                </a:lnTo>
                <a:lnTo>
                  <a:pt x="13817" y="0"/>
                </a:lnTo>
                <a:lnTo>
                  <a:pt x="16394" y="0"/>
                </a:lnTo>
                <a:lnTo>
                  <a:pt x="18986" y="0"/>
                </a:lnTo>
                <a:lnTo>
                  <a:pt x="21600" y="0"/>
                </a:lnTo>
                <a:lnTo>
                  <a:pt x="21362" y="1426"/>
                </a:lnTo>
                <a:lnTo>
                  <a:pt x="21125" y="2851"/>
                </a:lnTo>
                <a:lnTo>
                  <a:pt x="20887" y="4279"/>
                </a:lnTo>
                <a:lnTo>
                  <a:pt x="20650" y="5707"/>
                </a:lnTo>
                <a:lnTo>
                  <a:pt x="20412" y="7137"/>
                </a:lnTo>
                <a:lnTo>
                  <a:pt x="20171" y="8567"/>
                </a:lnTo>
                <a:lnTo>
                  <a:pt x="19933" y="10001"/>
                </a:lnTo>
                <a:lnTo>
                  <a:pt x="19692" y="11437"/>
                </a:lnTo>
                <a:lnTo>
                  <a:pt x="19454" y="12878"/>
                </a:lnTo>
                <a:lnTo>
                  <a:pt x="19213" y="14321"/>
                </a:lnTo>
                <a:lnTo>
                  <a:pt x="18972" y="15766"/>
                </a:lnTo>
                <a:lnTo>
                  <a:pt x="18731" y="17217"/>
                </a:lnTo>
                <a:lnTo>
                  <a:pt x="18486" y="18673"/>
                </a:lnTo>
                <a:lnTo>
                  <a:pt x="18245" y="20133"/>
                </a:lnTo>
                <a:lnTo>
                  <a:pt x="18000" y="21600"/>
                </a:lnTo>
                <a:lnTo>
                  <a:pt x="15455" y="21600"/>
                </a:lnTo>
                <a:lnTo>
                  <a:pt x="12906" y="21600"/>
                </a:lnTo>
                <a:lnTo>
                  <a:pt x="10350" y="21600"/>
                </a:lnTo>
                <a:lnTo>
                  <a:pt x="7783" y="21600"/>
                </a:lnTo>
                <a:lnTo>
                  <a:pt x="5206" y="21600"/>
                </a:lnTo>
                <a:lnTo>
                  <a:pt x="2614" y="21600"/>
                </a:lnTo>
                <a:lnTo>
                  <a:pt x="0" y="21600"/>
                </a:lnTo>
                <a:lnTo>
                  <a:pt x="1786" y="21332"/>
                </a:lnTo>
                <a:lnTo>
                  <a:pt x="3578" y="21064"/>
                </a:lnTo>
                <a:lnTo>
                  <a:pt x="5400" y="20790"/>
                </a:lnTo>
                <a:lnTo>
                  <a:pt x="7186" y="20345"/>
                </a:lnTo>
                <a:lnTo>
                  <a:pt x="8978" y="19894"/>
                </a:lnTo>
                <a:lnTo>
                  <a:pt x="10800" y="19440"/>
                </a:lnTo>
                <a:lnTo>
                  <a:pt x="10800" y="18012"/>
                </a:lnTo>
                <a:lnTo>
                  <a:pt x="10800" y="16576"/>
                </a:lnTo>
                <a:lnTo>
                  <a:pt x="10800" y="15120"/>
                </a:lnTo>
                <a:lnTo>
                  <a:pt x="8122" y="14455"/>
                </a:lnTo>
                <a:lnTo>
                  <a:pt x="6221" y="14010"/>
                </a:lnTo>
                <a:lnTo>
                  <a:pt x="4579" y="13681"/>
                </a:lnTo>
                <a:lnTo>
                  <a:pt x="2678" y="13366"/>
                </a:lnTo>
                <a:lnTo>
                  <a:pt x="0" y="12960"/>
                </a:lnTo>
                <a:lnTo>
                  <a:pt x="396" y="11534"/>
                </a:lnTo>
                <a:lnTo>
                  <a:pt x="792" y="10107"/>
                </a:lnTo>
                <a:lnTo>
                  <a:pt x="1188" y="8679"/>
                </a:lnTo>
                <a:lnTo>
                  <a:pt x="1588" y="7247"/>
                </a:lnTo>
                <a:lnTo>
                  <a:pt x="1987" y="5810"/>
                </a:lnTo>
                <a:lnTo>
                  <a:pt x="2387" y="4368"/>
                </a:lnTo>
                <a:lnTo>
                  <a:pt x="2790" y="2920"/>
                </a:lnTo>
                <a:lnTo>
                  <a:pt x="3193" y="1464"/>
                </a:lnTo>
                <a:lnTo>
                  <a:pt x="3600" y="0"/>
                </a:lnTo>
                <a:close/>
              </a:path>
            </a:pathLst>
          </a:custGeom>
          <a:solidFill>
            <a:srgbClr val="A070B4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1" name="contour_05969"/>
          <p:cNvSpPr/>
          <p:nvPr/>
        </p:nvSpPr>
        <p:spPr>
          <a:xfrm>
            <a:off x="1016118" y="5522570"/>
            <a:ext cx="87456" cy="746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0"/>
                </a:moveTo>
                <a:lnTo>
                  <a:pt x="21186" y="713"/>
                </a:lnTo>
                <a:lnTo>
                  <a:pt x="20457" y="1089"/>
                </a:lnTo>
                <a:lnTo>
                  <a:pt x="18788" y="1952"/>
                </a:lnTo>
                <a:lnTo>
                  <a:pt x="18407" y="2359"/>
                </a:lnTo>
                <a:lnTo>
                  <a:pt x="17735" y="3076"/>
                </a:lnTo>
                <a:lnTo>
                  <a:pt x="16200" y="4720"/>
                </a:lnTo>
                <a:lnTo>
                  <a:pt x="16256" y="6092"/>
                </a:lnTo>
                <a:lnTo>
                  <a:pt x="16373" y="7436"/>
                </a:lnTo>
                <a:lnTo>
                  <a:pt x="16546" y="8759"/>
                </a:lnTo>
                <a:lnTo>
                  <a:pt x="16765" y="10065"/>
                </a:lnTo>
                <a:lnTo>
                  <a:pt x="17028" y="11362"/>
                </a:lnTo>
                <a:lnTo>
                  <a:pt x="17327" y="12660"/>
                </a:lnTo>
                <a:lnTo>
                  <a:pt x="17653" y="13960"/>
                </a:lnTo>
                <a:lnTo>
                  <a:pt x="18000" y="15270"/>
                </a:lnTo>
                <a:lnTo>
                  <a:pt x="16574" y="15779"/>
                </a:lnTo>
                <a:lnTo>
                  <a:pt x="15257" y="16211"/>
                </a:lnTo>
                <a:lnTo>
                  <a:pt x="14020" y="16557"/>
                </a:lnTo>
                <a:lnTo>
                  <a:pt x="12839" y="16798"/>
                </a:lnTo>
                <a:lnTo>
                  <a:pt x="11686" y="16920"/>
                </a:lnTo>
                <a:lnTo>
                  <a:pt x="10532" y="16912"/>
                </a:lnTo>
                <a:lnTo>
                  <a:pt x="9355" y="16755"/>
                </a:lnTo>
                <a:lnTo>
                  <a:pt x="8123" y="16439"/>
                </a:lnTo>
                <a:lnTo>
                  <a:pt x="6815" y="15949"/>
                </a:lnTo>
                <a:lnTo>
                  <a:pt x="5400" y="15270"/>
                </a:lnTo>
                <a:lnTo>
                  <a:pt x="5400" y="16523"/>
                </a:lnTo>
                <a:lnTo>
                  <a:pt x="5400" y="17781"/>
                </a:lnTo>
                <a:lnTo>
                  <a:pt x="5400" y="19043"/>
                </a:lnTo>
                <a:lnTo>
                  <a:pt x="5400" y="20315"/>
                </a:lnTo>
                <a:lnTo>
                  <a:pt x="5400" y="21600"/>
                </a:lnTo>
                <a:lnTo>
                  <a:pt x="4331" y="21182"/>
                </a:lnTo>
                <a:lnTo>
                  <a:pt x="3258" y="20762"/>
                </a:lnTo>
                <a:lnTo>
                  <a:pt x="2182" y="20342"/>
                </a:lnTo>
                <a:lnTo>
                  <a:pt x="1096" y="19918"/>
                </a:lnTo>
                <a:lnTo>
                  <a:pt x="0" y="19490"/>
                </a:lnTo>
                <a:lnTo>
                  <a:pt x="1190" y="19490"/>
                </a:lnTo>
                <a:lnTo>
                  <a:pt x="2387" y="19490"/>
                </a:lnTo>
                <a:lnTo>
                  <a:pt x="3600" y="19490"/>
                </a:lnTo>
                <a:lnTo>
                  <a:pt x="3886" y="18285"/>
                </a:lnTo>
                <a:lnTo>
                  <a:pt x="4054" y="17388"/>
                </a:lnTo>
                <a:lnTo>
                  <a:pt x="4162" y="16357"/>
                </a:lnTo>
                <a:lnTo>
                  <a:pt x="4275" y="14743"/>
                </a:lnTo>
                <a:lnTo>
                  <a:pt x="4547" y="13101"/>
                </a:lnTo>
                <a:lnTo>
                  <a:pt x="4880" y="11597"/>
                </a:lnTo>
                <a:lnTo>
                  <a:pt x="5281" y="10206"/>
                </a:lnTo>
                <a:lnTo>
                  <a:pt x="5756" y="8911"/>
                </a:lnTo>
                <a:lnTo>
                  <a:pt x="6311" y="7691"/>
                </a:lnTo>
                <a:lnTo>
                  <a:pt x="6950" y="6526"/>
                </a:lnTo>
                <a:lnTo>
                  <a:pt x="7679" y="5395"/>
                </a:lnTo>
                <a:lnTo>
                  <a:pt x="8503" y="4279"/>
                </a:lnTo>
                <a:lnTo>
                  <a:pt x="9428" y="3157"/>
                </a:lnTo>
                <a:lnTo>
                  <a:pt x="10462" y="2009"/>
                </a:lnTo>
                <a:lnTo>
                  <a:pt x="11662" y="1262"/>
                </a:lnTo>
                <a:lnTo>
                  <a:pt x="12856" y="709"/>
                </a:lnTo>
                <a:lnTo>
                  <a:pt x="14053" y="327"/>
                </a:lnTo>
                <a:lnTo>
                  <a:pt x="15255" y="99"/>
                </a:lnTo>
                <a:lnTo>
                  <a:pt x="16472" y="0"/>
                </a:lnTo>
                <a:lnTo>
                  <a:pt x="17708" y="13"/>
                </a:lnTo>
                <a:lnTo>
                  <a:pt x="18970" y="114"/>
                </a:lnTo>
                <a:lnTo>
                  <a:pt x="20266" y="283"/>
                </a:lnTo>
                <a:lnTo>
                  <a:pt x="21600" y="500"/>
                </a:lnTo>
                <a:close/>
              </a:path>
            </a:pathLst>
          </a:custGeom>
          <a:solidFill>
            <a:srgbClr val="8E7C83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2" name="contour_05970"/>
          <p:cNvSpPr/>
          <p:nvPr/>
        </p:nvSpPr>
        <p:spPr>
          <a:xfrm>
            <a:off x="10818466" y="5551839"/>
            <a:ext cx="109320" cy="61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561"/>
                </a:moveTo>
                <a:lnTo>
                  <a:pt x="15444" y="206"/>
                </a:lnTo>
                <a:lnTo>
                  <a:pt x="16461" y="30"/>
                </a:lnTo>
                <a:lnTo>
                  <a:pt x="17463" y="0"/>
                </a:lnTo>
                <a:lnTo>
                  <a:pt x="18467" y="76"/>
                </a:lnTo>
                <a:lnTo>
                  <a:pt x="19480" y="221"/>
                </a:lnTo>
                <a:lnTo>
                  <a:pt x="20521" y="396"/>
                </a:lnTo>
                <a:lnTo>
                  <a:pt x="21600" y="561"/>
                </a:lnTo>
                <a:lnTo>
                  <a:pt x="21283" y="2238"/>
                </a:lnTo>
                <a:lnTo>
                  <a:pt x="20966" y="3918"/>
                </a:lnTo>
                <a:lnTo>
                  <a:pt x="20648" y="5597"/>
                </a:lnTo>
                <a:lnTo>
                  <a:pt x="20330" y="7281"/>
                </a:lnTo>
                <a:lnTo>
                  <a:pt x="20012" y="8971"/>
                </a:lnTo>
                <a:lnTo>
                  <a:pt x="19691" y="10668"/>
                </a:lnTo>
                <a:lnTo>
                  <a:pt x="19369" y="12370"/>
                </a:lnTo>
                <a:lnTo>
                  <a:pt x="19045" y="14082"/>
                </a:lnTo>
                <a:lnTo>
                  <a:pt x="18720" y="15805"/>
                </a:lnTo>
                <a:lnTo>
                  <a:pt x="17865" y="15302"/>
                </a:lnTo>
                <a:lnTo>
                  <a:pt x="17006" y="14796"/>
                </a:lnTo>
                <a:lnTo>
                  <a:pt x="16145" y="14291"/>
                </a:lnTo>
                <a:lnTo>
                  <a:pt x="15277" y="13780"/>
                </a:lnTo>
                <a:lnTo>
                  <a:pt x="14400" y="13264"/>
                </a:lnTo>
                <a:lnTo>
                  <a:pt x="14355" y="13821"/>
                </a:lnTo>
                <a:lnTo>
                  <a:pt x="14275" y="14801"/>
                </a:lnTo>
                <a:lnTo>
                  <a:pt x="14090" y="17045"/>
                </a:lnTo>
                <a:lnTo>
                  <a:pt x="13717" y="18315"/>
                </a:lnTo>
                <a:lnTo>
                  <a:pt x="13342" y="19590"/>
                </a:lnTo>
                <a:lnTo>
                  <a:pt x="12960" y="20886"/>
                </a:lnTo>
                <a:lnTo>
                  <a:pt x="12025" y="21249"/>
                </a:lnTo>
                <a:lnTo>
                  <a:pt x="11094" y="21473"/>
                </a:lnTo>
                <a:lnTo>
                  <a:pt x="10162" y="21582"/>
                </a:lnTo>
                <a:lnTo>
                  <a:pt x="9229" y="21600"/>
                </a:lnTo>
                <a:lnTo>
                  <a:pt x="8292" y="21552"/>
                </a:lnTo>
                <a:lnTo>
                  <a:pt x="7347" y="21465"/>
                </a:lnTo>
                <a:lnTo>
                  <a:pt x="6391" y="21364"/>
                </a:lnTo>
                <a:lnTo>
                  <a:pt x="5471" y="21310"/>
                </a:lnTo>
                <a:lnTo>
                  <a:pt x="4536" y="21257"/>
                </a:lnTo>
                <a:lnTo>
                  <a:pt x="3629" y="21199"/>
                </a:lnTo>
                <a:lnTo>
                  <a:pt x="2722" y="21130"/>
                </a:lnTo>
                <a:lnTo>
                  <a:pt x="1814" y="21054"/>
                </a:lnTo>
                <a:lnTo>
                  <a:pt x="907" y="20972"/>
                </a:lnTo>
                <a:lnTo>
                  <a:pt x="0" y="20886"/>
                </a:lnTo>
                <a:lnTo>
                  <a:pt x="816" y="19905"/>
                </a:lnTo>
                <a:lnTo>
                  <a:pt x="1637" y="18965"/>
                </a:lnTo>
                <a:lnTo>
                  <a:pt x="2460" y="18064"/>
                </a:lnTo>
                <a:lnTo>
                  <a:pt x="3288" y="17195"/>
                </a:lnTo>
                <a:lnTo>
                  <a:pt x="4121" y="16361"/>
                </a:lnTo>
                <a:lnTo>
                  <a:pt x="4961" y="15553"/>
                </a:lnTo>
                <a:lnTo>
                  <a:pt x="5808" y="14771"/>
                </a:lnTo>
                <a:lnTo>
                  <a:pt x="6661" y="14011"/>
                </a:lnTo>
                <a:lnTo>
                  <a:pt x="7524" y="13269"/>
                </a:lnTo>
                <a:lnTo>
                  <a:pt x="8397" y="12543"/>
                </a:lnTo>
                <a:lnTo>
                  <a:pt x="9279" y="11826"/>
                </a:lnTo>
                <a:lnTo>
                  <a:pt x="10174" y="11120"/>
                </a:lnTo>
                <a:lnTo>
                  <a:pt x="11081" y="10416"/>
                </a:lnTo>
                <a:lnTo>
                  <a:pt x="12004" y="9293"/>
                </a:lnTo>
                <a:lnTo>
                  <a:pt x="12601" y="8407"/>
                </a:lnTo>
                <a:lnTo>
                  <a:pt x="13002" y="7457"/>
                </a:lnTo>
                <a:lnTo>
                  <a:pt x="13329" y="6138"/>
                </a:lnTo>
                <a:lnTo>
                  <a:pt x="13709" y="4154"/>
                </a:lnTo>
                <a:lnTo>
                  <a:pt x="13936" y="2967"/>
                </a:lnTo>
                <a:lnTo>
                  <a:pt x="14167" y="1773"/>
                </a:lnTo>
                <a:lnTo>
                  <a:pt x="14400" y="561"/>
                </a:lnTo>
                <a:close/>
              </a:path>
            </a:pathLst>
          </a:custGeom>
          <a:solidFill>
            <a:srgbClr val="FA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3" name="contour_05971"/>
          <p:cNvSpPr/>
          <p:nvPr/>
        </p:nvSpPr>
        <p:spPr>
          <a:xfrm>
            <a:off x="1829406" y="5465010"/>
            <a:ext cx="46694" cy="110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43" y="193"/>
                </a:moveTo>
                <a:lnTo>
                  <a:pt x="7353" y="64"/>
                </a:lnTo>
                <a:lnTo>
                  <a:pt x="9183" y="0"/>
                </a:lnTo>
                <a:lnTo>
                  <a:pt x="10721" y="0"/>
                </a:lnTo>
                <a:lnTo>
                  <a:pt x="12450" y="64"/>
                </a:lnTo>
                <a:lnTo>
                  <a:pt x="14857" y="193"/>
                </a:lnTo>
                <a:lnTo>
                  <a:pt x="14803" y="832"/>
                </a:lnTo>
                <a:lnTo>
                  <a:pt x="14749" y="1480"/>
                </a:lnTo>
                <a:lnTo>
                  <a:pt x="14685" y="2440"/>
                </a:lnTo>
                <a:lnTo>
                  <a:pt x="14625" y="3399"/>
                </a:lnTo>
                <a:lnTo>
                  <a:pt x="14574" y="4360"/>
                </a:lnTo>
                <a:lnTo>
                  <a:pt x="14527" y="5319"/>
                </a:lnTo>
                <a:lnTo>
                  <a:pt x="14480" y="6279"/>
                </a:lnTo>
                <a:lnTo>
                  <a:pt x="14436" y="7240"/>
                </a:lnTo>
                <a:lnTo>
                  <a:pt x="14352" y="8245"/>
                </a:lnTo>
                <a:lnTo>
                  <a:pt x="14264" y="9265"/>
                </a:lnTo>
                <a:lnTo>
                  <a:pt x="14234" y="10227"/>
                </a:lnTo>
                <a:lnTo>
                  <a:pt x="14200" y="11203"/>
                </a:lnTo>
                <a:lnTo>
                  <a:pt x="14146" y="12091"/>
                </a:lnTo>
                <a:lnTo>
                  <a:pt x="14092" y="12993"/>
                </a:lnTo>
                <a:lnTo>
                  <a:pt x="14473" y="13722"/>
                </a:lnTo>
                <a:lnTo>
                  <a:pt x="14857" y="14464"/>
                </a:lnTo>
                <a:lnTo>
                  <a:pt x="16526" y="14818"/>
                </a:lnTo>
                <a:lnTo>
                  <a:pt x="18205" y="15172"/>
                </a:lnTo>
                <a:lnTo>
                  <a:pt x="19891" y="15530"/>
                </a:lnTo>
                <a:lnTo>
                  <a:pt x="21600" y="15891"/>
                </a:lnTo>
                <a:lnTo>
                  <a:pt x="20646" y="16699"/>
                </a:lnTo>
                <a:lnTo>
                  <a:pt x="19692" y="17507"/>
                </a:lnTo>
                <a:lnTo>
                  <a:pt x="18734" y="18318"/>
                </a:lnTo>
                <a:lnTo>
                  <a:pt x="17774" y="19131"/>
                </a:lnTo>
                <a:lnTo>
                  <a:pt x="16806" y="19949"/>
                </a:lnTo>
                <a:lnTo>
                  <a:pt x="15835" y="20771"/>
                </a:lnTo>
                <a:lnTo>
                  <a:pt x="14857" y="21600"/>
                </a:lnTo>
                <a:lnTo>
                  <a:pt x="11432" y="21092"/>
                </a:lnTo>
                <a:lnTo>
                  <a:pt x="8900" y="20699"/>
                </a:lnTo>
                <a:lnTo>
                  <a:pt x="7026" y="20376"/>
                </a:lnTo>
                <a:lnTo>
                  <a:pt x="5573" y="20067"/>
                </a:lnTo>
                <a:lnTo>
                  <a:pt x="4302" y="19726"/>
                </a:lnTo>
                <a:lnTo>
                  <a:pt x="2980" y="19302"/>
                </a:lnTo>
                <a:lnTo>
                  <a:pt x="1372" y="18746"/>
                </a:lnTo>
                <a:lnTo>
                  <a:pt x="718" y="17741"/>
                </a:lnTo>
                <a:lnTo>
                  <a:pt x="297" y="16746"/>
                </a:lnTo>
                <a:lnTo>
                  <a:pt x="71" y="15754"/>
                </a:lnTo>
                <a:lnTo>
                  <a:pt x="0" y="14761"/>
                </a:lnTo>
                <a:lnTo>
                  <a:pt x="44" y="13758"/>
                </a:lnTo>
                <a:lnTo>
                  <a:pt x="165" y="12739"/>
                </a:lnTo>
                <a:lnTo>
                  <a:pt x="320" y="11698"/>
                </a:lnTo>
                <a:lnTo>
                  <a:pt x="367" y="10749"/>
                </a:lnTo>
                <a:lnTo>
                  <a:pt x="418" y="9785"/>
                </a:lnTo>
                <a:lnTo>
                  <a:pt x="570" y="7951"/>
                </a:lnTo>
                <a:lnTo>
                  <a:pt x="715" y="6464"/>
                </a:lnTo>
                <a:lnTo>
                  <a:pt x="880" y="5268"/>
                </a:lnTo>
                <a:lnTo>
                  <a:pt x="1089" y="4306"/>
                </a:lnTo>
                <a:lnTo>
                  <a:pt x="1369" y="3518"/>
                </a:lnTo>
                <a:lnTo>
                  <a:pt x="1746" y="2847"/>
                </a:lnTo>
                <a:lnTo>
                  <a:pt x="2245" y="2238"/>
                </a:lnTo>
                <a:lnTo>
                  <a:pt x="2896" y="1630"/>
                </a:lnTo>
                <a:lnTo>
                  <a:pt x="3719" y="968"/>
                </a:lnTo>
                <a:lnTo>
                  <a:pt x="4743" y="193"/>
                </a:lnTo>
                <a:close/>
              </a:path>
            </a:pathLst>
          </a:custGeom>
          <a:solidFill>
            <a:srgbClr val="E0E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4" name="contour_05972"/>
          <p:cNvSpPr/>
          <p:nvPr/>
        </p:nvSpPr>
        <p:spPr>
          <a:xfrm>
            <a:off x="1227469" y="5526462"/>
            <a:ext cx="87456" cy="780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50" y="1166"/>
                </a:moveTo>
                <a:lnTo>
                  <a:pt x="19681" y="1501"/>
                </a:lnTo>
                <a:lnTo>
                  <a:pt x="20264" y="2089"/>
                </a:lnTo>
                <a:lnTo>
                  <a:pt x="21600" y="3437"/>
                </a:lnTo>
                <a:lnTo>
                  <a:pt x="20741" y="4248"/>
                </a:lnTo>
                <a:lnTo>
                  <a:pt x="19870" y="5070"/>
                </a:lnTo>
                <a:lnTo>
                  <a:pt x="19024" y="6260"/>
                </a:lnTo>
                <a:lnTo>
                  <a:pt x="18391" y="7382"/>
                </a:lnTo>
                <a:lnTo>
                  <a:pt x="17926" y="8484"/>
                </a:lnTo>
                <a:lnTo>
                  <a:pt x="17586" y="9614"/>
                </a:lnTo>
                <a:lnTo>
                  <a:pt x="17327" y="10819"/>
                </a:lnTo>
                <a:lnTo>
                  <a:pt x="17104" y="12151"/>
                </a:lnTo>
                <a:lnTo>
                  <a:pt x="16875" y="13655"/>
                </a:lnTo>
                <a:lnTo>
                  <a:pt x="16450" y="15257"/>
                </a:lnTo>
                <a:lnTo>
                  <a:pt x="16108" y="16367"/>
                </a:lnTo>
                <a:lnTo>
                  <a:pt x="15732" y="17267"/>
                </a:lnTo>
                <a:lnTo>
                  <a:pt x="15203" y="18244"/>
                </a:lnTo>
                <a:lnTo>
                  <a:pt x="14400" y="19582"/>
                </a:lnTo>
                <a:lnTo>
                  <a:pt x="13270" y="20072"/>
                </a:lnTo>
                <a:lnTo>
                  <a:pt x="12114" y="20476"/>
                </a:lnTo>
                <a:lnTo>
                  <a:pt x="10937" y="20801"/>
                </a:lnTo>
                <a:lnTo>
                  <a:pt x="9743" y="21055"/>
                </a:lnTo>
                <a:lnTo>
                  <a:pt x="8536" y="21249"/>
                </a:lnTo>
                <a:lnTo>
                  <a:pt x="7319" y="21388"/>
                </a:lnTo>
                <a:lnTo>
                  <a:pt x="6095" y="21483"/>
                </a:lnTo>
                <a:lnTo>
                  <a:pt x="4867" y="21543"/>
                </a:lnTo>
                <a:lnTo>
                  <a:pt x="3641" y="21576"/>
                </a:lnTo>
                <a:lnTo>
                  <a:pt x="2419" y="21592"/>
                </a:lnTo>
                <a:lnTo>
                  <a:pt x="1204" y="21596"/>
                </a:lnTo>
                <a:lnTo>
                  <a:pt x="0" y="21600"/>
                </a:lnTo>
                <a:lnTo>
                  <a:pt x="873" y="21170"/>
                </a:lnTo>
                <a:lnTo>
                  <a:pt x="1759" y="20732"/>
                </a:lnTo>
                <a:lnTo>
                  <a:pt x="2833" y="20032"/>
                </a:lnTo>
                <a:lnTo>
                  <a:pt x="3454" y="19443"/>
                </a:lnTo>
                <a:lnTo>
                  <a:pt x="3856" y="18641"/>
                </a:lnTo>
                <a:lnTo>
                  <a:pt x="4275" y="17311"/>
                </a:lnTo>
                <a:lnTo>
                  <a:pt x="4833" y="16436"/>
                </a:lnTo>
                <a:lnTo>
                  <a:pt x="5400" y="15546"/>
                </a:lnTo>
                <a:lnTo>
                  <a:pt x="6640" y="15727"/>
                </a:lnTo>
                <a:lnTo>
                  <a:pt x="7853" y="15988"/>
                </a:lnTo>
                <a:lnTo>
                  <a:pt x="9049" y="16315"/>
                </a:lnTo>
                <a:lnTo>
                  <a:pt x="10233" y="16694"/>
                </a:lnTo>
                <a:lnTo>
                  <a:pt x="11416" y="17116"/>
                </a:lnTo>
                <a:lnTo>
                  <a:pt x="12600" y="17564"/>
                </a:lnTo>
                <a:lnTo>
                  <a:pt x="11983" y="16793"/>
                </a:lnTo>
                <a:lnTo>
                  <a:pt x="11356" y="16010"/>
                </a:lnTo>
                <a:lnTo>
                  <a:pt x="9974" y="14147"/>
                </a:lnTo>
                <a:lnTo>
                  <a:pt x="8939" y="12696"/>
                </a:lnTo>
                <a:lnTo>
                  <a:pt x="8199" y="11542"/>
                </a:lnTo>
                <a:lnTo>
                  <a:pt x="7711" y="10571"/>
                </a:lnTo>
                <a:lnTo>
                  <a:pt x="7425" y="9667"/>
                </a:lnTo>
                <a:lnTo>
                  <a:pt x="7295" y="8716"/>
                </a:lnTo>
                <a:lnTo>
                  <a:pt x="7272" y="7602"/>
                </a:lnTo>
                <a:lnTo>
                  <a:pt x="7312" y="6212"/>
                </a:lnTo>
                <a:lnTo>
                  <a:pt x="8267" y="4745"/>
                </a:lnTo>
                <a:lnTo>
                  <a:pt x="9263" y="3437"/>
                </a:lnTo>
                <a:lnTo>
                  <a:pt x="10305" y="2309"/>
                </a:lnTo>
                <a:lnTo>
                  <a:pt x="11398" y="1378"/>
                </a:lnTo>
                <a:lnTo>
                  <a:pt x="12548" y="672"/>
                </a:lnTo>
                <a:lnTo>
                  <a:pt x="13761" y="204"/>
                </a:lnTo>
                <a:lnTo>
                  <a:pt x="15043" y="0"/>
                </a:lnTo>
                <a:lnTo>
                  <a:pt x="16398" y="79"/>
                </a:lnTo>
                <a:lnTo>
                  <a:pt x="17833" y="460"/>
                </a:lnTo>
                <a:lnTo>
                  <a:pt x="19350" y="1166"/>
                </a:lnTo>
                <a:close/>
              </a:path>
            </a:pathLst>
          </a:custGeom>
          <a:solidFill>
            <a:srgbClr val="C2ADD4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5" name="contour_05973"/>
          <p:cNvSpPr/>
          <p:nvPr/>
        </p:nvSpPr>
        <p:spPr>
          <a:xfrm>
            <a:off x="7145318" y="5465994"/>
            <a:ext cx="72880" cy="664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786"/>
                </a:lnTo>
                <a:lnTo>
                  <a:pt x="9340" y="1409"/>
                </a:lnTo>
                <a:lnTo>
                  <a:pt x="10936" y="1923"/>
                </a:lnTo>
                <a:lnTo>
                  <a:pt x="12083" y="2388"/>
                </a:lnTo>
                <a:lnTo>
                  <a:pt x="12900" y="2859"/>
                </a:lnTo>
                <a:lnTo>
                  <a:pt x="13509" y="3392"/>
                </a:lnTo>
                <a:lnTo>
                  <a:pt x="14029" y="4050"/>
                </a:lnTo>
                <a:lnTo>
                  <a:pt x="14580" y="4884"/>
                </a:lnTo>
                <a:lnTo>
                  <a:pt x="14848" y="5988"/>
                </a:lnTo>
                <a:lnTo>
                  <a:pt x="15120" y="7106"/>
                </a:lnTo>
                <a:lnTo>
                  <a:pt x="13692" y="7106"/>
                </a:lnTo>
                <a:lnTo>
                  <a:pt x="12256" y="7106"/>
                </a:lnTo>
                <a:lnTo>
                  <a:pt x="10800" y="7106"/>
                </a:lnTo>
                <a:lnTo>
                  <a:pt x="10800" y="8513"/>
                </a:lnTo>
                <a:lnTo>
                  <a:pt x="10800" y="9925"/>
                </a:lnTo>
                <a:lnTo>
                  <a:pt x="10800" y="11341"/>
                </a:lnTo>
                <a:lnTo>
                  <a:pt x="10800" y="12770"/>
                </a:lnTo>
                <a:lnTo>
                  <a:pt x="10800" y="14212"/>
                </a:lnTo>
                <a:lnTo>
                  <a:pt x="12327" y="14212"/>
                </a:lnTo>
                <a:lnTo>
                  <a:pt x="13856" y="14212"/>
                </a:lnTo>
                <a:lnTo>
                  <a:pt x="15390" y="14212"/>
                </a:lnTo>
                <a:lnTo>
                  <a:pt x="16930" y="14212"/>
                </a:lnTo>
                <a:lnTo>
                  <a:pt x="18477" y="14212"/>
                </a:lnTo>
                <a:lnTo>
                  <a:pt x="20032" y="14212"/>
                </a:lnTo>
                <a:lnTo>
                  <a:pt x="21600" y="14212"/>
                </a:lnTo>
                <a:lnTo>
                  <a:pt x="21600" y="15778"/>
                </a:lnTo>
                <a:lnTo>
                  <a:pt x="21600" y="17353"/>
                </a:lnTo>
                <a:lnTo>
                  <a:pt x="21600" y="18949"/>
                </a:lnTo>
                <a:lnTo>
                  <a:pt x="20233" y="19617"/>
                </a:lnTo>
                <a:lnTo>
                  <a:pt x="18848" y="20167"/>
                </a:lnTo>
                <a:lnTo>
                  <a:pt x="17451" y="20610"/>
                </a:lnTo>
                <a:lnTo>
                  <a:pt x="16040" y="20958"/>
                </a:lnTo>
                <a:lnTo>
                  <a:pt x="14617" y="21216"/>
                </a:lnTo>
                <a:lnTo>
                  <a:pt x="13182" y="21401"/>
                </a:lnTo>
                <a:lnTo>
                  <a:pt x="11740" y="21519"/>
                </a:lnTo>
                <a:lnTo>
                  <a:pt x="10288" y="21583"/>
                </a:lnTo>
                <a:lnTo>
                  <a:pt x="8830" y="21600"/>
                </a:lnTo>
                <a:lnTo>
                  <a:pt x="7366" y="21581"/>
                </a:lnTo>
                <a:lnTo>
                  <a:pt x="5897" y="21538"/>
                </a:lnTo>
                <a:lnTo>
                  <a:pt x="4424" y="21479"/>
                </a:lnTo>
                <a:lnTo>
                  <a:pt x="2951" y="21418"/>
                </a:lnTo>
                <a:lnTo>
                  <a:pt x="1475" y="21361"/>
                </a:lnTo>
                <a:lnTo>
                  <a:pt x="0" y="21318"/>
                </a:lnTo>
                <a:lnTo>
                  <a:pt x="328" y="19696"/>
                </a:lnTo>
                <a:lnTo>
                  <a:pt x="659" y="18071"/>
                </a:lnTo>
                <a:lnTo>
                  <a:pt x="987" y="16446"/>
                </a:lnTo>
                <a:lnTo>
                  <a:pt x="1318" y="14818"/>
                </a:lnTo>
                <a:lnTo>
                  <a:pt x="1648" y="13189"/>
                </a:lnTo>
                <a:lnTo>
                  <a:pt x="1979" y="11557"/>
                </a:lnTo>
                <a:lnTo>
                  <a:pt x="2309" y="9920"/>
                </a:lnTo>
                <a:lnTo>
                  <a:pt x="2642" y="8281"/>
                </a:lnTo>
                <a:lnTo>
                  <a:pt x="2974" y="6637"/>
                </a:lnTo>
                <a:lnTo>
                  <a:pt x="3309" y="4986"/>
                </a:lnTo>
                <a:lnTo>
                  <a:pt x="3646" y="3330"/>
                </a:lnTo>
                <a:lnTo>
                  <a:pt x="3981" y="1670"/>
                </a:lnTo>
                <a:lnTo>
                  <a:pt x="4320" y="0"/>
                </a:lnTo>
                <a:close/>
              </a:path>
            </a:pathLst>
          </a:custGeom>
          <a:solidFill>
            <a:srgbClr val="50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6" name="contour_05974"/>
          <p:cNvSpPr/>
          <p:nvPr/>
        </p:nvSpPr>
        <p:spPr>
          <a:xfrm>
            <a:off x="1723053" y="5422266"/>
            <a:ext cx="73033" cy="74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44" y="0"/>
                </a:moveTo>
                <a:lnTo>
                  <a:pt x="18539" y="1075"/>
                </a:lnTo>
                <a:lnTo>
                  <a:pt x="19419" y="1875"/>
                </a:lnTo>
                <a:lnTo>
                  <a:pt x="20289" y="2796"/>
                </a:lnTo>
                <a:lnTo>
                  <a:pt x="21555" y="4234"/>
                </a:lnTo>
                <a:lnTo>
                  <a:pt x="21600" y="5639"/>
                </a:lnTo>
                <a:lnTo>
                  <a:pt x="21544" y="7045"/>
                </a:lnTo>
                <a:lnTo>
                  <a:pt x="21384" y="8442"/>
                </a:lnTo>
                <a:lnTo>
                  <a:pt x="21126" y="9826"/>
                </a:lnTo>
                <a:lnTo>
                  <a:pt x="20774" y="11192"/>
                </a:lnTo>
                <a:lnTo>
                  <a:pt x="20330" y="12532"/>
                </a:lnTo>
                <a:lnTo>
                  <a:pt x="19798" y="13842"/>
                </a:lnTo>
                <a:lnTo>
                  <a:pt x="19179" y="15114"/>
                </a:lnTo>
                <a:lnTo>
                  <a:pt x="18477" y="16344"/>
                </a:lnTo>
                <a:lnTo>
                  <a:pt x="17696" y="17527"/>
                </a:lnTo>
                <a:lnTo>
                  <a:pt x="16839" y="18653"/>
                </a:lnTo>
                <a:lnTo>
                  <a:pt x="15575" y="19619"/>
                </a:lnTo>
                <a:lnTo>
                  <a:pt x="14271" y="20355"/>
                </a:lnTo>
                <a:lnTo>
                  <a:pt x="12931" y="20893"/>
                </a:lnTo>
                <a:lnTo>
                  <a:pt x="11553" y="21259"/>
                </a:lnTo>
                <a:lnTo>
                  <a:pt x="10139" y="21479"/>
                </a:lnTo>
                <a:lnTo>
                  <a:pt x="8693" y="21585"/>
                </a:lnTo>
                <a:lnTo>
                  <a:pt x="7214" y="21600"/>
                </a:lnTo>
                <a:lnTo>
                  <a:pt x="5706" y="21556"/>
                </a:lnTo>
                <a:lnTo>
                  <a:pt x="4167" y="21475"/>
                </a:lnTo>
                <a:lnTo>
                  <a:pt x="2602" y="21390"/>
                </a:lnTo>
                <a:lnTo>
                  <a:pt x="1311" y="21280"/>
                </a:lnTo>
                <a:lnTo>
                  <a:pt x="0" y="21168"/>
                </a:lnTo>
                <a:lnTo>
                  <a:pt x="1011" y="20758"/>
                </a:lnTo>
                <a:lnTo>
                  <a:pt x="2037" y="20340"/>
                </a:lnTo>
                <a:lnTo>
                  <a:pt x="3395" y="19411"/>
                </a:lnTo>
                <a:lnTo>
                  <a:pt x="4440" y="18372"/>
                </a:lnTo>
                <a:lnTo>
                  <a:pt x="5259" y="17222"/>
                </a:lnTo>
                <a:lnTo>
                  <a:pt x="5940" y="15961"/>
                </a:lnTo>
                <a:lnTo>
                  <a:pt x="6570" y="14587"/>
                </a:lnTo>
                <a:lnTo>
                  <a:pt x="7240" y="13099"/>
                </a:lnTo>
                <a:lnTo>
                  <a:pt x="7990" y="11799"/>
                </a:lnTo>
                <a:lnTo>
                  <a:pt x="8790" y="10533"/>
                </a:lnTo>
                <a:lnTo>
                  <a:pt x="9633" y="9295"/>
                </a:lnTo>
                <a:lnTo>
                  <a:pt x="10512" y="8084"/>
                </a:lnTo>
                <a:lnTo>
                  <a:pt x="11424" y="6892"/>
                </a:lnTo>
                <a:lnTo>
                  <a:pt x="12362" y="5722"/>
                </a:lnTo>
                <a:lnTo>
                  <a:pt x="13321" y="4564"/>
                </a:lnTo>
                <a:lnTo>
                  <a:pt x="14293" y="3417"/>
                </a:lnTo>
                <a:lnTo>
                  <a:pt x="15276" y="2276"/>
                </a:lnTo>
                <a:lnTo>
                  <a:pt x="16261" y="1139"/>
                </a:lnTo>
                <a:lnTo>
                  <a:pt x="17244" y="0"/>
                </a:lnTo>
                <a:close/>
              </a:path>
            </a:pathLst>
          </a:custGeom>
          <a:solidFill>
            <a:srgbClr val="836F47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7" name="contour_05975"/>
          <p:cNvSpPr/>
          <p:nvPr/>
        </p:nvSpPr>
        <p:spPr>
          <a:xfrm>
            <a:off x="5046377" y="5377663"/>
            <a:ext cx="87456" cy="446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482"/>
                </a:moveTo>
                <a:lnTo>
                  <a:pt x="21551" y="10013"/>
                </a:lnTo>
                <a:lnTo>
                  <a:pt x="21386" y="12413"/>
                </a:lnTo>
                <a:lnTo>
                  <a:pt x="21116" y="14725"/>
                </a:lnTo>
                <a:lnTo>
                  <a:pt x="20752" y="16998"/>
                </a:lnTo>
                <a:lnTo>
                  <a:pt x="20309" y="19274"/>
                </a:lnTo>
                <a:lnTo>
                  <a:pt x="19800" y="21600"/>
                </a:lnTo>
                <a:lnTo>
                  <a:pt x="19355" y="21469"/>
                </a:lnTo>
                <a:lnTo>
                  <a:pt x="18572" y="21236"/>
                </a:lnTo>
                <a:lnTo>
                  <a:pt x="16776" y="20704"/>
                </a:lnTo>
                <a:lnTo>
                  <a:pt x="15790" y="20432"/>
                </a:lnTo>
                <a:lnTo>
                  <a:pt x="14801" y="20160"/>
                </a:lnTo>
                <a:lnTo>
                  <a:pt x="13813" y="19888"/>
                </a:lnTo>
                <a:lnTo>
                  <a:pt x="12825" y="19616"/>
                </a:lnTo>
                <a:lnTo>
                  <a:pt x="11837" y="19316"/>
                </a:lnTo>
                <a:lnTo>
                  <a:pt x="10836" y="19016"/>
                </a:lnTo>
                <a:lnTo>
                  <a:pt x="9466" y="18678"/>
                </a:lnTo>
                <a:lnTo>
                  <a:pt x="8278" y="18466"/>
                </a:lnTo>
                <a:lnTo>
                  <a:pt x="7214" y="18416"/>
                </a:lnTo>
                <a:lnTo>
                  <a:pt x="6221" y="18558"/>
                </a:lnTo>
                <a:lnTo>
                  <a:pt x="5238" y="18918"/>
                </a:lnTo>
                <a:lnTo>
                  <a:pt x="4210" y="19525"/>
                </a:lnTo>
                <a:lnTo>
                  <a:pt x="3083" y="20411"/>
                </a:lnTo>
                <a:lnTo>
                  <a:pt x="1800" y="21600"/>
                </a:lnTo>
                <a:lnTo>
                  <a:pt x="1577" y="19415"/>
                </a:lnTo>
                <a:lnTo>
                  <a:pt x="1354" y="17231"/>
                </a:lnTo>
                <a:lnTo>
                  <a:pt x="1130" y="15039"/>
                </a:lnTo>
                <a:lnTo>
                  <a:pt x="907" y="12844"/>
                </a:lnTo>
                <a:lnTo>
                  <a:pt x="682" y="10638"/>
                </a:lnTo>
                <a:lnTo>
                  <a:pt x="455" y="8421"/>
                </a:lnTo>
                <a:lnTo>
                  <a:pt x="229" y="6194"/>
                </a:lnTo>
                <a:lnTo>
                  <a:pt x="0" y="3953"/>
                </a:lnTo>
                <a:lnTo>
                  <a:pt x="2729" y="2993"/>
                </a:lnTo>
                <a:lnTo>
                  <a:pt x="5143" y="2160"/>
                </a:lnTo>
                <a:lnTo>
                  <a:pt x="7270" y="1454"/>
                </a:lnTo>
                <a:lnTo>
                  <a:pt x="9135" y="879"/>
                </a:lnTo>
                <a:lnTo>
                  <a:pt x="10766" y="445"/>
                </a:lnTo>
                <a:lnTo>
                  <a:pt x="12186" y="148"/>
                </a:lnTo>
                <a:lnTo>
                  <a:pt x="13426" y="0"/>
                </a:lnTo>
                <a:lnTo>
                  <a:pt x="14510" y="4"/>
                </a:lnTo>
                <a:lnTo>
                  <a:pt x="15464" y="159"/>
                </a:lnTo>
                <a:lnTo>
                  <a:pt x="16315" y="473"/>
                </a:lnTo>
                <a:lnTo>
                  <a:pt x="17089" y="949"/>
                </a:lnTo>
                <a:lnTo>
                  <a:pt x="17813" y="1595"/>
                </a:lnTo>
                <a:lnTo>
                  <a:pt x="18513" y="2414"/>
                </a:lnTo>
                <a:lnTo>
                  <a:pt x="19215" y="3406"/>
                </a:lnTo>
                <a:lnTo>
                  <a:pt x="19946" y="4578"/>
                </a:lnTo>
                <a:lnTo>
                  <a:pt x="20732" y="5936"/>
                </a:lnTo>
                <a:lnTo>
                  <a:pt x="21600" y="7482"/>
                </a:lnTo>
                <a:close/>
              </a:path>
            </a:pathLst>
          </a:custGeom>
          <a:solidFill>
            <a:srgbClr val="6C5E59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8" name="contour_05976"/>
          <p:cNvSpPr/>
          <p:nvPr/>
        </p:nvSpPr>
        <p:spPr>
          <a:xfrm>
            <a:off x="2305480" y="5349386"/>
            <a:ext cx="589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4" y="0"/>
                </a:moveTo>
                <a:lnTo>
                  <a:pt x="1777" y="655"/>
                </a:lnTo>
                <a:lnTo>
                  <a:pt x="3319" y="1318"/>
                </a:lnTo>
                <a:lnTo>
                  <a:pt x="4850" y="1987"/>
                </a:lnTo>
                <a:lnTo>
                  <a:pt x="6373" y="2671"/>
                </a:lnTo>
                <a:lnTo>
                  <a:pt x="7888" y="3365"/>
                </a:lnTo>
                <a:lnTo>
                  <a:pt x="9400" y="4075"/>
                </a:lnTo>
                <a:lnTo>
                  <a:pt x="10912" y="4800"/>
                </a:lnTo>
                <a:lnTo>
                  <a:pt x="12539" y="5587"/>
                </a:lnTo>
                <a:lnTo>
                  <a:pt x="14191" y="6384"/>
                </a:lnTo>
                <a:lnTo>
                  <a:pt x="15650" y="7207"/>
                </a:lnTo>
                <a:lnTo>
                  <a:pt x="16999" y="8011"/>
                </a:lnTo>
                <a:lnTo>
                  <a:pt x="18252" y="8846"/>
                </a:lnTo>
                <a:lnTo>
                  <a:pt x="19428" y="9756"/>
                </a:lnTo>
                <a:lnTo>
                  <a:pt x="20537" y="10790"/>
                </a:lnTo>
                <a:lnTo>
                  <a:pt x="21600" y="12000"/>
                </a:lnTo>
                <a:lnTo>
                  <a:pt x="21197" y="13567"/>
                </a:lnTo>
                <a:lnTo>
                  <a:pt x="20654" y="15031"/>
                </a:lnTo>
                <a:lnTo>
                  <a:pt x="19981" y="16411"/>
                </a:lnTo>
                <a:lnTo>
                  <a:pt x="19193" y="17736"/>
                </a:lnTo>
                <a:lnTo>
                  <a:pt x="18300" y="19025"/>
                </a:lnTo>
                <a:lnTo>
                  <a:pt x="17317" y="20304"/>
                </a:lnTo>
                <a:lnTo>
                  <a:pt x="16256" y="21600"/>
                </a:lnTo>
                <a:lnTo>
                  <a:pt x="14626" y="21041"/>
                </a:lnTo>
                <a:lnTo>
                  <a:pt x="12996" y="20479"/>
                </a:lnTo>
                <a:lnTo>
                  <a:pt x="11369" y="19915"/>
                </a:lnTo>
                <a:lnTo>
                  <a:pt x="9742" y="19349"/>
                </a:lnTo>
                <a:lnTo>
                  <a:pt x="8532" y="18931"/>
                </a:lnTo>
                <a:lnTo>
                  <a:pt x="7316" y="18511"/>
                </a:lnTo>
                <a:lnTo>
                  <a:pt x="6079" y="18084"/>
                </a:lnTo>
                <a:lnTo>
                  <a:pt x="4198" y="17304"/>
                </a:lnTo>
                <a:lnTo>
                  <a:pt x="2961" y="16661"/>
                </a:lnTo>
                <a:lnTo>
                  <a:pt x="1820" y="15806"/>
                </a:lnTo>
                <a:lnTo>
                  <a:pt x="224" y="14400"/>
                </a:lnTo>
                <a:lnTo>
                  <a:pt x="96" y="12718"/>
                </a:lnTo>
                <a:lnTo>
                  <a:pt x="24" y="11494"/>
                </a:lnTo>
                <a:lnTo>
                  <a:pt x="0" y="10375"/>
                </a:lnTo>
                <a:lnTo>
                  <a:pt x="13" y="9012"/>
                </a:lnTo>
                <a:lnTo>
                  <a:pt x="59" y="7051"/>
                </a:lnTo>
                <a:lnTo>
                  <a:pt x="83" y="5734"/>
                </a:lnTo>
                <a:lnTo>
                  <a:pt x="107" y="4409"/>
                </a:lnTo>
                <a:lnTo>
                  <a:pt x="131" y="3065"/>
                </a:lnTo>
                <a:lnTo>
                  <a:pt x="176" y="1543"/>
                </a:lnTo>
                <a:lnTo>
                  <a:pt x="224" y="0"/>
                </a:lnTo>
                <a:close/>
              </a:path>
            </a:pathLst>
          </a:custGeom>
          <a:solidFill>
            <a:srgbClr val="D8D7CC"/>
          </a:solidFill>
          <a:ln>
            <a:noFill/>
          </a:ln>
        </p:spPr>
        <p:txBody>
          <a:bodyPr/>
          <a:lstStyle/>
          <a:p/>
        </p:txBody>
      </p:sp>
      <p:sp>
        <p:nvSpPr>
          <p:cNvPr id="5979" name="contour_05977"/>
          <p:cNvSpPr/>
          <p:nvPr/>
        </p:nvSpPr>
        <p:spPr>
          <a:xfrm>
            <a:off x="6767217" y="5319111"/>
            <a:ext cx="64717" cy="52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1" y="465"/>
                </a:moveTo>
                <a:lnTo>
                  <a:pt x="3812" y="151"/>
                </a:lnTo>
                <a:lnTo>
                  <a:pt x="5405" y="6"/>
                </a:lnTo>
                <a:lnTo>
                  <a:pt x="6966" y="0"/>
                </a:lnTo>
                <a:lnTo>
                  <a:pt x="8535" y="94"/>
                </a:lnTo>
                <a:lnTo>
                  <a:pt x="10155" y="260"/>
                </a:lnTo>
                <a:lnTo>
                  <a:pt x="11870" y="465"/>
                </a:lnTo>
                <a:lnTo>
                  <a:pt x="11870" y="2258"/>
                </a:lnTo>
                <a:lnTo>
                  <a:pt x="11870" y="4058"/>
                </a:lnTo>
                <a:lnTo>
                  <a:pt x="11870" y="5863"/>
                </a:lnTo>
                <a:lnTo>
                  <a:pt x="11870" y="7684"/>
                </a:lnTo>
                <a:lnTo>
                  <a:pt x="11870" y="9523"/>
                </a:lnTo>
                <a:lnTo>
                  <a:pt x="13476" y="9025"/>
                </a:lnTo>
                <a:lnTo>
                  <a:pt x="15084" y="8526"/>
                </a:lnTo>
                <a:lnTo>
                  <a:pt x="16699" y="8025"/>
                </a:lnTo>
                <a:lnTo>
                  <a:pt x="18321" y="7521"/>
                </a:lnTo>
                <a:lnTo>
                  <a:pt x="19953" y="7014"/>
                </a:lnTo>
                <a:lnTo>
                  <a:pt x="21600" y="6504"/>
                </a:lnTo>
                <a:lnTo>
                  <a:pt x="21500" y="9994"/>
                </a:lnTo>
                <a:lnTo>
                  <a:pt x="21366" y="12449"/>
                </a:lnTo>
                <a:lnTo>
                  <a:pt x="21135" y="14197"/>
                </a:lnTo>
                <a:lnTo>
                  <a:pt x="20736" y="15580"/>
                </a:lnTo>
                <a:lnTo>
                  <a:pt x="20104" y="16929"/>
                </a:lnTo>
                <a:lnTo>
                  <a:pt x="19168" y="18581"/>
                </a:lnTo>
                <a:lnTo>
                  <a:pt x="17484" y="19163"/>
                </a:lnTo>
                <a:lnTo>
                  <a:pt x="15801" y="19662"/>
                </a:lnTo>
                <a:lnTo>
                  <a:pt x="14118" y="20084"/>
                </a:lnTo>
                <a:lnTo>
                  <a:pt x="12430" y="20438"/>
                </a:lnTo>
                <a:lnTo>
                  <a:pt x="10737" y="20733"/>
                </a:lnTo>
                <a:lnTo>
                  <a:pt x="9039" y="20978"/>
                </a:lnTo>
                <a:lnTo>
                  <a:pt x="7331" y="21177"/>
                </a:lnTo>
                <a:lnTo>
                  <a:pt x="5614" y="21343"/>
                </a:lnTo>
                <a:lnTo>
                  <a:pt x="3885" y="21479"/>
                </a:lnTo>
                <a:lnTo>
                  <a:pt x="2141" y="21600"/>
                </a:lnTo>
                <a:lnTo>
                  <a:pt x="1635" y="19547"/>
                </a:lnTo>
                <a:lnTo>
                  <a:pt x="1185" y="17608"/>
                </a:lnTo>
                <a:lnTo>
                  <a:pt x="793" y="15749"/>
                </a:lnTo>
                <a:lnTo>
                  <a:pt x="474" y="13931"/>
                </a:lnTo>
                <a:lnTo>
                  <a:pt x="229" y="12119"/>
                </a:lnTo>
                <a:lnTo>
                  <a:pt x="68" y="10281"/>
                </a:lnTo>
                <a:lnTo>
                  <a:pt x="0" y="8379"/>
                </a:lnTo>
                <a:lnTo>
                  <a:pt x="29" y="6377"/>
                </a:lnTo>
                <a:lnTo>
                  <a:pt x="165" y="4239"/>
                </a:lnTo>
                <a:lnTo>
                  <a:pt x="817" y="2992"/>
                </a:lnTo>
                <a:lnTo>
                  <a:pt x="1474" y="1736"/>
                </a:lnTo>
                <a:lnTo>
                  <a:pt x="2141" y="465"/>
                </a:lnTo>
                <a:close/>
              </a:path>
            </a:pathLst>
          </a:custGeom>
          <a:solidFill>
            <a:srgbClr val="BC9D58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0" name="contour_05978"/>
          <p:cNvSpPr/>
          <p:nvPr/>
        </p:nvSpPr>
        <p:spPr>
          <a:xfrm>
            <a:off x="4681977" y="5334096"/>
            <a:ext cx="87456" cy="334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9" y="0"/>
                </a:moveTo>
                <a:lnTo>
                  <a:pt x="9094" y="24"/>
                </a:lnTo>
                <a:lnTo>
                  <a:pt x="10316" y="47"/>
                </a:lnTo>
                <a:lnTo>
                  <a:pt x="11561" y="108"/>
                </a:lnTo>
                <a:lnTo>
                  <a:pt x="12825" y="165"/>
                </a:lnTo>
                <a:lnTo>
                  <a:pt x="14092" y="197"/>
                </a:lnTo>
                <a:lnTo>
                  <a:pt x="15377" y="230"/>
                </a:lnTo>
                <a:lnTo>
                  <a:pt x="16623" y="268"/>
                </a:lnTo>
                <a:lnTo>
                  <a:pt x="17867" y="310"/>
                </a:lnTo>
                <a:lnTo>
                  <a:pt x="19111" y="353"/>
                </a:lnTo>
                <a:lnTo>
                  <a:pt x="20356" y="404"/>
                </a:lnTo>
                <a:lnTo>
                  <a:pt x="21600" y="461"/>
                </a:lnTo>
                <a:lnTo>
                  <a:pt x="21397" y="5887"/>
                </a:lnTo>
                <a:lnTo>
                  <a:pt x="21222" y="9695"/>
                </a:lnTo>
                <a:lnTo>
                  <a:pt x="21026" y="12417"/>
                </a:lnTo>
                <a:lnTo>
                  <a:pt x="20756" y="14576"/>
                </a:lnTo>
                <a:lnTo>
                  <a:pt x="20363" y="16682"/>
                </a:lnTo>
                <a:lnTo>
                  <a:pt x="19800" y="19268"/>
                </a:lnTo>
                <a:lnTo>
                  <a:pt x="18688" y="20213"/>
                </a:lnTo>
                <a:lnTo>
                  <a:pt x="17579" y="20876"/>
                </a:lnTo>
                <a:lnTo>
                  <a:pt x="16474" y="21299"/>
                </a:lnTo>
                <a:lnTo>
                  <a:pt x="15363" y="21529"/>
                </a:lnTo>
                <a:lnTo>
                  <a:pt x="14243" y="21600"/>
                </a:lnTo>
                <a:lnTo>
                  <a:pt x="13113" y="21562"/>
                </a:lnTo>
                <a:lnTo>
                  <a:pt x="11966" y="21459"/>
                </a:lnTo>
                <a:lnTo>
                  <a:pt x="10800" y="21323"/>
                </a:lnTo>
                <a:lnTo>
                  <a:pt x="9544" y="21374"/>
                </a:lnTo>
                <a:lnTo>
                  <a:pt x="8269" y="21426"/>
                </a:lnTo>
                <a:lnTo>
                  <a:pt x="7141" y="21351"/>
                </a:lnTo>
                <a:lnTo>
                  <a:pt x="6055" y="21214"/>
                </a:lnTo>
                <a:lnTo>
                  <a:pt x="4995" y="20975"/>
                </a:lnTo>
                <a:lnTo>
                  <a:pt x="3944" y="20599"/>
                </a:lnTo>
                <a:lnTo>
                  <a:pt x="2885" y="20044"/>
                </a:lnTo>
                <a:lnTo>
                  <a:pt x="1800" y="19268"/>
                </a:lnTo>
                <a:lnTo>
                  <a:pt x="1084" y="15709"/>
                </a:lnTo>
                <a:lnTo>
                  <a:pt x="632" y="13193"/>
                </a:lnTo>
                <a:lnTo>
                  <a:pt x="358" y="11049"/>
                </a:lnTo>
                <a:lnTo>
                  <a:pt x="176" y="8600"/>
                </a:lnTo>
                <a:lnTo>
                  <a:pt x="0" y="5163"/>
                </a:lnTo>
                <a:lnTo>
                  <a:pt x="1138" y="3555"/>
                </a:lnTo>
                <a:lnTo>
                  <a:pt x="2214" y="2294"/>
                </a:lnTo>
                <a:lnTo>
                  <a:pt x="3263" y="1345"/>
                </a:lnTo>
                <a:lnTo>
                  <a:pt x="4320" y="672"/>
                </a:lnTo>
                <a:lnTo>
                  <a:pt x="5420" y="244"/>
                </a:lnTo>
                <a:lnTo>
                  <a:pt x="6597" y="33"/>
                </a:lnTo>
                <a:lnTo>
                  <a:pt x="7889" y="0"/>
                </a:lnTo>
                <a:close/>
              </a:path>
            </a:pathLst>
          </a:custGeom>
          <a:solidFill>
            <a:srgbClr val="46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1" name="contour_05979"/>
          <p:cNvSpPr/>
          <p:nvPr/>
        </p:nvSpPr>
        <p:spPr>
          <a:xfrm>
            <a:off x="1948980" y="5298370"/>
            <a:ext cx="94744" cy="666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0"/>
                </a:moveTo>
                <a:lnTo>
                  <a:pt x="10956" y="0"/>
                </a:lnTo>
                <a:lnTo>
                  <a:pt x="11946" y="0"/>
                </a:lnTo>
                <a:lnTo>
                  <a:pt x="12940" y="0"/>
                </a:lnTo>
                <a:lnTo>
                  <a:pt x="13942" y="0"/>
                </a:lnTo>
                <a:lnTo>
                  <a:pt x="14954" y="0"/>
                </a:lnTo>
                <a:lnTo>
                  <a:pt x="14896" y="624"/>
                </a:lnTo>
                <a:lnTo>
                  <a:pt x="14720" y="2502"/>
                </a:lnTo>
                <a:lnTo>
                  <a:pt x="14630" y="4118"/>
                </a:lnTo>
                <a:lnTo>
                  <a:pt x="14538" y="5760"/>
                </a:lnTo>
                <a:lnTo>
                  <a:pt x="14480" y="6565"/>
                </a:lnTo>
                <a:lnTo>
                  <a:pt x="14304" y="8999"/>
                </a:lnTo>
                <a:lnTo>
                  <a:pt x="14627" y="10395"/>
                </a:lnTo>
                <a:lnTo>
                  <a:pt x="14954" y="11812"/>
                </a:lnTo>
                <a:lnTo>
                  <a:pt x="16036" y="12403"/>
                </a:lnTo>
                <a:lnTo>
                  <a:pt x="17122" y="12892"/>
                </a:lnTo>
                <a:lnTo>
                  <a:pt x="18220" y="13296"/>
                </a:lnTo>
                <a:lnTo>
                  <a:pt x="19330" y="13634"/>
                </a:lnTo>
                <a:lnTo>
                  <a:pt x="20455" y="13920"/>
                </a:lnTo>
                <a:lnTo>
                  <a:pt x="21600" y="14175"/>
                </a:lnTo>
                <a:lnTo>
                  <a:pt x="20563" y="14775"/>
                </a:lnTo>
                <a:lnTo>
                  <a:pt x="19526" y="15370"/>
                </a:lnTo>
                <a:lnTo>
                  <a:pt x="18488" y="15961"/>
                </a:lnTo>
                <a:lnTo>
                  <a:pt x="17449" y="16549"/>
                </a:lnTo>
                <a:lnTo>
                  <a:pt x="16409" y="17135"/>
                </a:lnTo>
                <a:lnTo>
                  <a:pt x="15369" y="17718"/>
                </a:lnTo>
                <a:lnTo>
                  <a:pt x="14500" y="18226"/>
                </a:lnTo>
                <a:lnTo>
                  <a:pt x="13616" y="18744"/>
                </a:lnTo>
                <a:lnTo>
                  <a:pt x="12506" y="19339"/>
                </a:lnTo>
                <a:lnTo>
                  <a:pt x="11425" y="19878"/>
                </a:lnTo>
                <a:lnTo>
                  <a:pt x="10365" y="20353"/>
                </a:lnTo>
                <a:lnTo>
                  <a:pt x="9316" y="20761"/>
                </a:lnTo>
                <a:lnTo>
                  <a:pt x="8274" y="21094"/>
                </a:lnTo>
                <a:lnTo>
                  <a:pt x="7228" y="21347"/>
                </a:lnTo>
                <a:lnTo>
                  <a:pt x="6169" y="21520"/>
                </a:lnTo>
                <a:lnTo>
                  <a:pt x="5093" y="21600"/>
                </a:lnTo>
                <a:lnTo>
                  <a:pt x="3988" y="21588"/>
                </a:lnTo>
                <a:lnTo>
                  <a:pt x="2846" y="21477"/>
                </a:lnTo>
                <a:lnTo>
                  <a:pt x="1662" y="21262"/>
                </a:lnTo>
                <a:lnTo>
                  <a:pt x="1333" y="19859"/>
                </a:lnTo>
                <a:lnTo>
                  <a:pt x="1002" y="18451"/>
                </a:lnTo>
                <a:lnTo>
                  <a:pt x="671" y="17038"/>
                </a:lnTo>
                <a:lnTo>
                  <a:pt x="337" y="15614"/>
                </a:lnTo>
                <a:lnTo>
                  <a:pt x="0" y="14175"/>
                </a:lnTo>
                <a:lnTo>
                  <a:pt x="530" y="14066"/>
                </a:lnTo>
                <a:lnTo>
                  <a:pt x="1014" y="13969"/>
                </a:lnTo>
                <a:lnTo>
                  <a:pt x="1524" y="13865"/>
                </a:lnTo>
                <a:lnTo>
                  <a:pt x="2127" y="13742"/>
                </a:lnTo>
                <a:lnTo>
                  <a:pt x="2893" y="13587"/>
                </a:lnTo>
                <a:lnTo>
                  <a:pt x="3895" y="13383"/>
                </a:lnTo>
                <a:lnTo>
                  <a:pt x="5199" y="13119"/>
                </a:lnTo>
                <a:lnTo>
                  <a:pt x="6875" y="12779"/>
                </a:lnTo>
                <a:lnTo>
                  <a:pt x="8997" y="12346"/>
                </a:lnTo>
                <a:lnTo>
                  <a:pt x="11631" y="11812"/>
                </a:lnTo>
                <a:lnTo>
                  <a:pt x="11425" y="10350"/>
                </a:lnTo>
                <a:lnTo>
                  <a:pt x="11219" y="8888"/>
                </a:lnTo>
                <a:lnTo>
                  <a:pt x="11013" y="7420"/>
                </a:lnTo>
                <a:lnTo>
                  <a:pt x="10807" y="5951"/>
                </a:lnTo>
                <a:lnTo>
                  <a:pt x="10599" y="4475"/>
                </a:lnTo>
                <a:lnTo>
                  <a:pt x="10390" y="2991"/>
                </a:lnTo>
                <a:lnTo>
                  <a:pt x="10180" y="1500"/>
                </a:lnTo>
                <a:lnTo>
                  <a:pt x="9969" y="0"/>
                </a:lnTo>
                <a:close/>
              </a:path>
            </a:pathLst>
          </a:custGeom>
          <a:solidFill>
            <a:srgbClr val="685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2" name="contour_05980"/>
          <p:cNvSpPr/>
          <p:nvPr/>
        </p:nvSpPr>
        <p:spPr>
          <a:xfrm>
            <a:off x="586126" y="5239774"/>
            <a:ext cx="38940" cy="96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5"/>
                </a:moveTo>
                <a:lnTo>
                  <a:pt x="2814" y="13"/>
                </a:lnTo>
                <a:lnTo>
                  <a:pt x="5490" y="0"/>
                </a:lnTo>
                <a:lnTo>
                  <a:pt x="8057" y="42"/>
                </a:lnTo>
                <a:lnTo>
                  <a:pt x="10543" y="160"/>
                </a:lnTo>
                <a:lnTo>
                  <a:pt x="12973" y="365"/>
                </a:lnTo>
                <a:lnTo>
                  <a:pt x="15374" y="680"/>
                </a:lnTo>
                <a:lnTo>
                  <a:pt x="17780" y="1117"/>
                </a:lnTo>
                <a:lnTo>
                  <a:pt x="20213" y="1696"/>
                </a:lnTo>
                <a:lnTo>
                  <a:pt x="20731" y="2795"/>
                </a:lnTo>
                <a:lnTo>
                  <a:pt x="21119" y="3885"/>
                </a:lnTo>
                <a:lnTo>
                  <a:pt x="21386" y="4970"/>
                </a:lnTo>
                <a:lnTo>
                  <a:pt x="21539" y="6049"/>
                </a:lnTo>
                <a:lnTo>
                  <a:pt x="21600" y="7127"/>
                </a:lnTo>
                <a:lnTo>
                  <a:pt x="21572" y="8203"/>
                </a:lnTo>
                <a:lnTo>
                  <a:pt x="21467" y="9280"/>
                </a:lnTo>
                <a:lnTo>
                  <a:pt x="21301" y="10360"/>
                </a:lnTo>
                <a:lnTo>
                  <a:pt x="21078" y="11444"/>
                </a:lnTo>
                <a:lnTo>
                  <a:pt x="20816" y="12533"/>
                </a:lnTo>
                <a:lnTo>
                  <a:pt x="20525" y="13632"/>
                </a:lnTo>
                <a:lnTo>
                  <a:pt x="20213" y="14739"/>
                </a:lnTo>
                <a:lnTo>
                  <a:pt x="20007" y="15887"/>
                </a:lnTo>
                <a:lnTo>
                  <a:pt x="19801" y="17051"/>
                </a:lnTo>
                <a:lnTo>
                  <a:pt x="19409" y="18109"/>
                </a:lnTo>
                <a:lnTo>
                  <a:pt x="18899" y="18900"/>
                </a:lnTo>
                <a:lnTo>
                  <a:pt x="17933" y="19820"/>
                </a:lnTo>
                <a:lnTo>
                  <a:pt x="16171" y="21261"/>
                </a:lnTo>
                <a:lnTo>
                  <a:pt x="13353" y="21486"/>
                </a:lnTo>
                <a:lnTo>
                  <a:pt x="10725" y="21590"/>
                </a:lnTo>
                <a:lnTo>
                  <a:pt x="8186" y="21600"/>
                </a:lnTo>
                <a:lnTo>
                  <a:pt x="5623" y="21533"/>
                </a:lnTo>
                <a:lnTo>
                  <a:pt x="2931" y="21412"/>
                </a:lnTo>
                <a:lnTo>
                  <a:pt x="0" y="21261"/>
                </a:lnTo>
                <a:lnTo>
                  <a:pt x="0" y="20108"/>
                </a:lnTo>
                <a:lnTo>
                  <a:pt x="0" y="18954"/>
                </a:lnTo>
                <a:lnTo>
                  <a:pt x="0" y="17796"/>
                </a:lnTo>
                <a:lnTo>
                  <a:pt x="0" y="16634"/>
                </a:lnTo>
                <a:lnTo>
                  <a:pt x="0" y="15466"/>
                </a:lnTo>
                <a:lnTo>
                  <a:pt x="0" y="14292"/>
                </a:lnTo>
                <a:lnTo>
                  <a:pt x="0" y="13109"/>
                </a:lnTo>
                <a:lnTo>
                  <a:pt x="2401" y="13109"/>
                </a:lnTo>
                <a:lnTo>
                  <a:pt x="4811" y="13109"/>
                </a:lnTo>
                <a:lnTo>
                  <a:pt x="7228" y="13109"/>
                </a:lnTo>
                <a:lnTo>
                  <a:pt x="9666" y="13109"/>
                </a:lnTo>
                <a:lnTo>
                  <a:pt x="12128" y="13109"/>
                </a:lnTo>
                <a:lnTo>
                  <a:pt x="11772" y="12114"/>
                </a:lnTo>
                <a:lnTo>
                  <a:pt x="11400" y="11120"/>
                </a:lnTo>
                <a:lnTo>
                  <a:pt x="11012" y="10127"/>
                </a:lnTo>
                <a:lnTo>
                  <a:pt x="10612" y="9134"/>
                </a:lnTo>
                <a:lnTo>
                  <a:pt x="10188" y="8025"/>
                </a:lnTo>
                <a:lnTo>
                  <a:pt x="9759" y="6898"/>
                </a:lnTo>
                <a:lnTo>
                  <a:pt x="8724" y="5762"/>
                </a:lnTo>
                <a:lnTo>
                  <a:pt x="7770" y="5090"/>
                </a:lnTo>
                <a:lnTo>
                  <a:pt x="6339" y="4619"/>
                </a:lnTo>
                <a:lnTo>
                  <a:pt x="3885" y="4084"/>
                </a:lnTo>
                <a:lnTo>
                  <a:pt x="1957" y="3708"/>
                </a:lnTo>
                <a:lnTo>
                  <a:pt x="0" y="3326"/>
                </a:lnTo>
                <a:lnTo>
                  <a:pt x="0" y="2248"/>
                </a:lnTo>
                <a:lnTo>
                  <a:pt x="0" y="1164"/>
                </a:lnTo>
                <a:lnTo>
                  <a:pt x="0" y="65"/>
                </a:lnTo>
                <a:close/>
              </a:path>
            </a:pathLst>
          </a:custGeom>
          <a:solidFill>
            <a:srgbClr val="BC9B51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3" name="contour_05981"/>
          <p:cNvSpPr/>
          <p:nvPr/>
        </p:nvSpPr>
        <p:spPr>
          <a:xfrm>
            <a:off x="3282683" y="5196338"/>
            <a:ext cx="130681" cy="51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79" y="0"/>
                </a:moveTo>
                <a:lnTo>
                  <a:pt x="21034" y="3461"/>
                </a:lnTo>
                <a:lnTo>
                  <a:pt x="21390" y="5906"/>
                </a:lnTo>
                <a:lnTo>
                  <a:pt x="21571" y="7675"/>
                </a:lnTo>
                <a:lnTo>
                  <a:pt x="21600" y="9112"/>
                </a:lnTo>
                <a:lnTo>
                  <a:pt x="21498" y="10561"/>
                </a:lnTo>
                <a:lnTo>
                  <a:pt x="21287" y="12366"/>
                </a:lnTo>
                <a:lnTo>
                  <a:pt x="20676" y="14242"/>
                </a:lnTo>
                <a:lnTo>
                  <a:pt x="20085" y="15456"/>
                </a:lnTo>
                <a:lnTo>
                  <a:pt x="19440" y="16211"/>
                </a:lnTo>
                <a:lnTo>
                  <a:pt x="18674" y="16708"/>
                </a:lnTo>
                <a:lnTo>
                  <a:pt x="17716" y="17149"/>
                </a:lnTo>
                <a:lnTo>
                  <a:pt x="16878" y="17533"/>
                </a:lnTo>
                <a:lnTo>
                  <a:pt x="16026" y="17922"/>
                </a:lnTo>
                <a:lnTo>
                  <a:pt x="15432" y="18163"/>
                </a:lnTo>
                <a:lnTo>
                  <a:pt x="14835" y="18403"/>
                </a:lnTo>
                <a:lnTo>
                  <a:pt x="14229" y="18647"/>
                </a:lnTo>
                <a:lnTo>
                  <a:pt x="13630" y="18906"/>
                </a:lnTo>
                <a:lnTo>
                  <a:pt x="13028" y="19168"/>
                </a:lnTo>
                <a:lnTo>
                  <a:pt x="12416" y="19429"/>
                </a:lnTo>
                <a:lnTo>
                  <a:pt x="11584" y="19761"/>
                </a:lnTo>
                <a:lnTo>
                  <a:pt x="10754" y="20075"/>
                </a:lnTo>
                <a:lnTo>
                  <a:pt x="9927" y="20361"/>
                </a:lnTo>
                <a:lnTo>
                  <a:pt x="9105" y="20623"/>
                </a:lnTo>
                <a:lnTo>
                  <a:pt x="8282" y="20860"/>
                </a:lnTo>
                <a:lnTo>
                  <a:pt x="7460" y="21067"/>
                </a:lnTo>
                <a:lnTo>
                  <a:pt x="6640" y="21241"/>
                </a:lnTo>
                <a:lnTo>
                  <a:pt x="5818" y="21384"/>
                </a:lnTo>
                <a:lnTo>
                  <a:pt x="4996" y="21493"/>
                </a:lnTo>
                <a:lnTo>
                  <a:pt x="4172" y="21567"/>
                </a:lnTo>
                <a:lnTo>
                  <a:pt x="3345" y="21600"/>
                </a:lnTo>
                <a:lnTo>
                  <a:pt x="2515" y="21591"/>
                </a:lnTo>
                <a:lnTo>
                  <a:pt x="1682" y="21542"/>
                </a:lnTo>
                <a:lnTo>
                  <a:pt x="843" y="21451"/>
                </a:lnTo>
                <a:lnTo>
                  <a:pt x="0" y="21311"/>
                </a:lnTo>
                <a:lnTo>
                  <a:pt x="342" y="19149"/>
                </a:lnTo>
                <a:lnTo>
                  <a:pt x="697" y="17408"/>
                </a:lnTo>
                <a:lnTo>
                  <a:pt x="1130" y="15953"/>
                </a:lnTo>
                <a:lnTo>
                  <a:pt x="1703" y="14659"/>
                </a:lnTo>
                <a:lnTo>
                  <a:pt x="2480" y="13401"/>
                </a:lnTo>
                <a:lnTo>
                  <a:pt x="3284" y="12741"/>
                </a:lnTo>
                <a:lnTo>
                  <a:pt x="4087" y="12126"/>
                </a:lnTo>
                <a:lnTo>
                  <a:pt x="4893" y="11557"/>
                </a:lnTo>
                <a:lnTo>
                  <a:pt x="5698" y="11027"/>
                </a:lnTo>
                <a:lnTo>
                  <a:pt x="6505" y="10537"/>
                </a:lnTo>
                <a:lnTo>
                  <a:pt x="7313" y="10086"/>
                </a:lnTo>
                <a:lnTo>
                  <a:pt x="8123" y="9669"/>
                </a:lnTo>
                <a:lnTo>
                  <a:pt x="8933" y="9282"/>
                </a:lnTo>
                <a:lnTo>
                  <a:pt x="9745" y="8929"/>
                </a:lnTo>
                <a:lnTo>
                  <a:pt x="10560" y="8603"/>
                </a:lnTo>
                <a:lnTo>
                  <a:pt x="11374" y="8302"/>
                </a:lnTo>
                <a:lnTo>
                  <a:pt x="12192" y="8028"/>
                </a:lnTo>
                <a:lnTo>
                  <a:pt x="13011" y="7772"/>
                </a:lnTo>
                <a:lnTo>
                  <a:pt x="13831" y="7538"/>
                </a:lnTo>
                <a:lnTo>
                  <a:pt x="14654" y="7319"/>
                </a:lnTo>
                <a:lnTo>
                  <a:pt x="15479" y="7118"/>
                </a:lnTo>
                <a:lnTo>
                  <a:pt x="16306" y="6926"/>
                </a:lnTo>
                <a:lnTo>
                  <a:pt x="17136" y="6746"/>
                </a:lnTo>
                <a:lnTo>
                  <a:pt x="17968" y="6576"/>
                </a:lnTo>
                <a:lnTo>
                  <a:pt x="18802" y="6412"/>
                </a:lnTo>
                <a:lnTo>
                  <a:pt x="19639" y="6250"/>
                </a:lnTo>
                <a:lnTo>
                  <a:pt x="20479" y="6089"/>
                </a:lnTo>
                <a:lnTo>
                  <a:pt x="20479" y="4076"/>
                </a:lnTo>
                <a:lnTo>
                  <a:pt x="20479" y="2052"/>
                </a:lnTo>
                <a:lnTo>
                  <a:pt x="20479" y="0"/>
                </a:lnTo>
                <a:close/>
              </a:path>
            </a:pathLst>
          </a:custGeom>
          <a:solidFill>
            <a:srgbClr val="E3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4" name="contour_05982"/>
          <p:cNvSpPr/>
          <p:nvPr/>
        </p:nvSpPr>
        <p:spPr>
          <a:xfrm>
            <a:off x="5265017" y="5145322"/>
            <a:ext cx="72297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37" y="1515"/>
                </a:lnTo>
                <a:lnTo>
                  <a:pt x="2517" y="2700"/>
                </a:lnTo>
                <a:lnTo>
                  <a:pt x="3292" y="3650"/>
                </a:lnTo>
                <a:lnTo>
                  <a:pt x="3810" y="4466"/>
                </a:lnTo>
                <a:lnTo>
                  <a:pt x="4126" y="5240"/>
                </a:lnTo>
                <a:lnTo>
                  <a:pt x="4287" y="6075"/>
                </a:lnTo>
                <a:lnTo>
                  <a:pt x="4346" y="7065"/>
                </a:lnTo>
                <a:lnTo>
                  <a:pt x="4355" y="8308"/>
                </a:lnTo>
                <a:lnTo>
                  <a:pt x="5430" y="8369"/>
                </a:lnTo>
                <a:lnTo>
                  <a:pt x="6515" y="8432"/>
                </a:lnTo>
                <a:lnTo>
                  <a:pt x="7612" y="8495"/>
                </a:lnTo>
                <a:lnTo>
                  <a:pt x="9008" y="8605"/>
                </a:lnTo>
                <a:lnTo>
                  <a:pt x="10415" y="8715"/>
                </a:lnTo>
                <a:lnTo>
                  <a:pt x="11841" y="8826"/>
                </a:lnTo>
                <a:lnTo>
                  <a:pt x="13232" y="8924"/>
                </a:lnTo>
                <a:lnTo>
                  <a:pt x="14632" y="9020"/>
                </a:lnTo>
                <a:lnTo>
                  <a:pt x="16050" y="9119"/>
                </a:lnTo>
                <a:lnTo>
                  <a:pt x="17796" y="9552"/>
                </a:lnTo>
                <a:lnTo>
                  <a:pt x="18948" y="9934"/>
                </a:lnTo>
                <a:lnTo>
                  <a:pt x="19762" y="10420"/>
                </a:lnTo>
                <a:lnTo>
                  <a:pt x="20500" y="11159"/>
                </a:lnTo>
                <a:lnTo>
                  <a:pt x="21417" y="12305"/>
                </a:lnTo>
                <a:lnTo>
                  <a:pt x="21600" y="13867"/>
                </a:lnTo>
                <a:lnTo>
                  <a:pt x="21537" y="14866"/>
                </a:lnTo>
                <a:lnTo>
                  <a:pt x="21119" y="15731"/>
                </a:lnTo>
                <a:lnTo>
                  <a:pt x="20235" y="16895"/>
                </a:lnTo>
                <a:lnTo>
                  <a:pt x="19440" y="17454"/>
                </a:lnTo>
                <a:lnTo>
                  <a:pt x="18639" y="18018"/>
                </a:lnTo>
                <a:lnTo>
                  <a:pt x="17829" y="18589"/>
                </a:lnTo>
                <a:lnTo>
                  <a:pt x="17049" y="19161"/>
                </a:lnTo>
                <a:lnTo>
                  <a:pt x="16265" y="19737"/>
                </a:lnTo>
                <a:lnTo>
                  <a:pt x="15471" y="20321"/>
                </a:lnTo>
                <a:lnTo>
                  <a:pt x="14262" y="20945"/>
                </a:lnTo>
                <a:lnTo>
                  <a:pt x="13306" y="21324"/>
                </a:lnTo>
                <a:lnTo>
                  <a:pt x="12278" y="21519"/>
                </a:lnTo>
                <a:lnTo>
                  <a:pt x="10854" y="21590"/>
                </a:lnTo>
                <a:lnTo>
                  <a:pt x="8710" y="21600"/>
                </a:lnTo>
                <a:lnTo>
                  <a:pt x="8272" y="20547"/>
                </a:lnTo>
                <a:lnTo>
                  <a:pt x="8011" y="19774"/>
                </a:lnTo>
                <a:lnTo>
                  <a:pt x="7830" y="18902"/>
                </a:lnTo>
                <a:lnTo>
                  <a:pt x="7621" y="17549"/>
                </a:lnTo>
                <a:lnTo>
                  <a:pt x="7412" y="16202"/>
                </a:lnTo>
                <a:lnTo>
                  <a:pt x="7231" y="15308"/>
                </a:lnTo>
                <a:lnTo>
                  <a:pt x="6970" y="14472"/>
                </a:lnTo>
                <a:lnTo>
                  <a:pt x="6532" y="13292"/>
                </a:lnTo>
                <a:lnTo>
                  <a:pt x="5461" y="12932"/>
                </a:lnTo>
                <a:lnTo>
                  <a:pt x="4372" y="12565"/>
                </a:lnTo>
                <a:lnTo>
                  <a:pt x="3284" y="12101"/>
                </a:lnTo>
                <a:lnTo>
                  <a:pt x="2177" y="11631"/>
                </a:lnTo>
                <a:lnTo>
                  <a:pt x="1796" y="10476"/>
                </a:lnTo>
                <a:lnTo>
                  <a:pt x="1526" y="9607"/>
                </a:lnTo>
                <a:lnTo>
                  <a:pt x="1330" y="8861"/>
                </a:lnTo>
                <a:lnTo>
                  <a:pt x="1174" y="8073"/>
                </a:lnTo>
                <a:lnTo>
                  <a:pt x="1015" y="7078"/>
                </a:lnTo>
                <a:lnTo>
                  <a:pt x="817" y="5712"/>
                </a:lnTo>
                <a:lnTo>
                  <a:pt x="653" y="4646"/>
                </a:lnTo>
                <a:lnTo>
                  <a:pt x="488" y="3572"/>
                </a:lnTo>
                <a:lnTo>
                  <a:pt x="322" y="2486"/>
                </a:lnTo>
                <a:lnTo>
                  <a:pt x="216" y="1665"/>
                </a:lnTo>
                <a:lnTo>
                  <a:pt x="109" y="837"/>
                </a:lnTo>
                <a:lnTo>
                  <a:pt x="0" y="0"/>
                </a:lnTo>
                <a:close/>
              </a:path>
            </a:pathLst>
          </a:custGeom>
          <a:solidFill>
            <a:srgbClr val="E9ECF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5" name="contour_05983"/>
          <p:cNvSpPr/>
          <p:nvPr/>
        </p:nvSpPr>
        <p:spPr>
          <a:xfrm>
            <a:off x="8296821" y="5129026"/>
            <a:ext cx="116608" cy="75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89"/>
                </a:moveTo>
                <a:lnTo>
                  <a:pt x="1012" y="274"/>
                </a:lnTo>
                <a:lnTo>
                  <a:pt x="1993" y="106"/>
                </a:lnTo>
                <a:lnTo>
                  <a:pt x="2944" y="8"/>
                </a:lnTo>
                <a:lnTo>
                  <a:pt x="3876" y="0"/>
                </a:lnTo>
                <a:lnTo>
                  <a:pt x="4790" y="104"/>
                </a:lnTo>
                <a:lnTo>
                  <a:pt x="5694" y="340"/>
                </a:lnTo>
                <a:lnTo>
                  <a:pt x="6593" y="727"/>
                </a:lnTo>
                <a:lnTo>
                  <a:pt x="7494" y="1289"/>
                </a:lnTo>
                <a:lnTo>
                  <a:pt x="8401" y="2043"/>
                </a:lnTo>
                <a:lnTo>
                  <a:pt x="9115" y="3061"/>
                </a:lnTo>
                <a:lnTo>
                  <a:pt x="9786" y="4061"/>
                </a:lnTo>
                <a:lnTo>
                  <a:pt x="10404" y="5071"/>
                </a:lnTo>
                <a:lnTo>
                  <a:pt x="10963" y="6115"/>
                </a:lnTo>
                <a:lnTo>
                  <a:pt x="11459" y="7219"/>
                </a:lnTo>
                <a:lnTo>
                  <a:pt x="11881" y="8415"/>
                </a:lnTo>
                <a:lnTo>
                  <a:pt x="12224" y="9722"/>
                </a:lnTo>
                <a:lnTo>
                  <a:pt x="12482" y="11173"/>
                </a:lnTo>
                <a:lnTo>
                  <a:pt x="12479" y="12541"/>
                </a:lnTo>
                <a:lnTo>
                  <a:pt x="12444" y="13610"/>
                </a:lnTo>
                <a:lnTo>
                  <a:pt x="12344" y="14934"/>
                </a:lnTo>
                <a:lnTo>
                  <a:pt x="12150" y="17066"/>
                </a:lnTo>
                <a:lnTo>
                  <a:pt x="13711" y="17294"/>
                </a:lnTo>
                <a:lnTo>
                  <a:pt x="14808" y="17431"/>
                </a:lnTo>
                <a:lnTo>
                  <a:pt x="15590" y="17476"/>
                </a:lnTo>
                <a:lnTo>
                  <a:pt x="16208" y="17431"/>
                </a:lnTo>
                <a:lnTo>
                  <a:pt x="16812" y="17294"/>
                </a:lnTo>
                <a:lnTo>
                  <a:pt x="17550" y="17066"/>
                </a:lnTo>
                <a:lnTo>
                  <a:pt x="18047" y="15524"/>
                </a:lnTo>
                <a:lnTo>
                  <a:pt x="18365" y="14430"/>
                </a:lnTo>
                <a:lnTo>
                  <a:pt x="18571" y="13485"/>
                </a:lnTo>
                <a:lnTo>
                  <a:pt x="18727" y="12391"/>
                </a:lnTo>
                <a:lnTo>
                  <a:pt x="18900" y="10850"/>
                </a:lnTo>
                <a:lnTo>
                  <a:pt x="19568" y="11875"/>
                </a:lnTo>
                <a:lnTo>
                  <a:pt x="20241" y="12905"/>
                </a:lnTo>
                <a:lnTo>
                  <a:pt x="20916" y="13943"/>
                </a:lnTo>
                <a:lnTo>
                  <a:pt x="21600" y="14994"/>
                </a:lnTo>
                <a:lnTo>
                  <a:pt x="20829" y="16086"/>
                </a:lnTo>
                <a:lnTo>
                  <a:pt x="20083" y="17091"/>
                </a:lnTo>
                <a:lnTo>
                  <a:pt x="19348" y="18005"/>
                </a:lnTo>
                <a:lnTo>
                  <a:pt x="18614" y="18827"/>
                </a:lnTo>
                <a:lnTo>
                  <a:pt x="17867" y="19551"/>
                </a:lnTo>
                <a:lnTo>
                  <a:pt x="17098" y="20170"/>
                </a:lnTo>
                <a:lnTo>
                  <a:pt x="16292" y="20686"/>
                </a:lnTo>
                <a:lnTo>
                  <a:pt x="15441" y="21090"/>
                </a:lnTo>
                <a:lnTo>
                  <a:pt x="14530" y="21380"/>
                </a:lnTo>
                <a:lnTo>
                  <a:pt x="13550" y="21552"/>
                </a:lnTo>
                <a:lnTo>
                  <a:pt x="12488" y="21600"/>
                </a:lnTo>
                <a:lnTo>
                  <a:pt x="11736" y="21503"/>
                </a:lnTo>
                <a:lnTo>
                  <a:pt x="10980" y="21407"/>
                </a:lnTo>
                <a:lnTo>
                  <a:pt x="10219" y="21310"/>
                </a:lnTo>
                <a:lnTo>
                  <a:pt x="9450" y="21210"/>
                </a:lnTo>
                <a:lnTo>
                  <a:pt x="9617" y="19928"/>
                </a:lnTo>
                <a:lnTo>
                  <a:pt x="9785" y="18645"/>
                </a:lnTo>
                <a:lnTo>
                  <a:pt x="9952" y="17358"/>
                </a:lnTo>
                <a:lnTo>
                  <a:pt x="10120" y="16069"/>
                </a:lnTo>
                <a:lnTo>
                  <a:pt x="10288" y="14774"/>
                </a:lnTo>
                <a:lnTo>
                  <a:pt x="10458" y="13473"/>
                </a:lnTo>
                <a:lnTo>
                  <a:pt x="10629" y="12166"/>
                </a:lnTo>
                <a:lnTo>
                  <a:pt x="10800" y="10850"/>
                </a:lnTo>
                <a:lnTo>
                  <a:pt x="9846" y="10850"/>
                </a:lnTo>
                <a:lnTo>
                  <a:pt x="8890" y="10850"/>
                </a:lnTo>
                <a:lnTo>
                  <a:pt x="7931" y="10850"/>
                </a:lnTo>
                <a:lnTo>
                  <a:pt x="6969" y="10850"/>
                </a:lnTo>
                <a:lnTo>
                  <a:pt x="6002" y="10850"/>
                </a:lnTo>
                <a:lnTo>
                  <a:pt x="5030" y="10850"/>
                </a:lnTo>
                <a:lnTo>
                  <a:pt x="4050" y="10850"/>
                </a:lnTo>
                <a:lnTo>
                  <a:pt x="4088" y="10259"/>
                </a:lnTo>
                <a:lnTo>
                  <a:pt x="4153" y="9217"/>
                </a:lnTo>
                <a:lnTo>
                  <a:pt x="4304" y="6834"/>
                </a:lnTo>
                <a:lnTo>
                  <a:pt x="4304" y="5149"/>
                </a:lnTo>
                <a:lnTo>
                  <a:pt x="4239" y="4041"/>
                </a:lnTo>
                <a:lnTo>
                  <a:pt x="4050" y="2561"/>
                </a:lnTo>
                <a:lnTo>
                  <a:pt x="3046" y="1799"/>
                </a:lnTo>
                <a:lnTo>
                  <a:pt x="2333" y="1310"/>
                </a:lnTo>
                <a:lnTo>
                  <a:pt x="1717" y="995"/>
                </a:lnTo>
                <a:lnTo>
                  <a:pt x="1004" y="754"/>
                </a:lnTo>
                <a:lnTo>
                  <a:pt x="0" y="489"/>
                </a:lnTo>
                <a:close/>
              </a:path>
            </a:pathLst>
          </a:custGeom>
          <a:solidFill>
            <a:srgbClr val="B9847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6" name="contour_05984"/>
          <p:cNvSpPr/>
          <p:nvPr/>
        </p:nvSpPr>
        <p:spPr>
          <a:xfrm>
            <a:off x="4062498" y="5050578"/>
            <a:ext cx="109466" cy="733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95" y="0"/>
                </a:moveTo>
                <a:lnTo>
                  <a:pt x="19561" y="481"/>
                </a:lnTo>
                <a:lnTo>
                  <a:pt x="20149" y="865"/>
                </a:lnTo>
                <a:lnTo>
                  <a:pt x="20730" y="1354"/>
                </a:lnTo>
                <a:lnTo>
                  <a:pt x="21571" y="2145"/>
                </a:lnTo>
                <a:lnTo>
                  <a:pt x="21600" y="3653"/>
                </a:lnTo>
                <a:lnTo>
                  <a:pt x="21509" y="4803"/>
                </a:lnTo>
                <a:lnTo>
                  <a:pt x="21223" y="6577"/>
                </a:lnTo>
                <a:lnTo>
                  <a:pt x="21013" y="7877"/>
                </a:lnTo>
                <a:lnTo>
                  <a:pt x="20802" y="9196"/>
                </a:lnTo>
                <a:lnTo>
                  <a:pt x="20680" y="9879"/>
                </a:lnTo>
                <a:lnTo>
                  <a:pt x="20313" y="11932"/>
                </a:lnTo>
                <a:lnTo>
                  <a:pt x="20087" y="13302"/>
                </a:lnTo>
                <a:lnTo>
                  <a:pt x="19858" y="14695"/>
                </a:lnTo>
                <a:lnTo>
                  <a:pt x="19631" y="16048"/>
                </a:lnTo>
                <a:lnTo>
                  <a:pt x="19401" y="17400"/>
                </a:lnTo>
                <a:lnTo>
                  <a:pt x="19167" y="18751"/>
                </a:lnTo>
                <a:lnTo>
                  <a:pt x="18932" y="20103"/>
                </a:lnTo>
                <a:lnTo>
                  <a:pt x="18695" y="21452"/>
                </a:lnTo>
                <a:lnTo>
                  <a:pt x="18338" y="20390"/>
                </a:lnTo>
                <a:lnTo>
                  <a:pt x="17982" y="19324"/>
                </a:lnTo>
                <a:lnTo>
                  <a:pt x="17621" y="18249"/>
                </a:lnTo>
                <a:lnTo>
                  <a:pt x="17257" y="17162"/>
                </a:lnTo>
                <a:lnTo>
                  <a:pt x="16470" y="17627"/>
                </a:lnTo>
                <a:lnTo>
                  <a:pt x="15672" y="18101"/>
                </a:lnTo>
                <a:lnTo>
                  <a:pt x="14671" y="18633"/>
                </a:lnTo>
                <a:lnTo>
                  <a:pt x="13686" y="19120"/>
                </a:lnTo>
                <a:lnTo>
                  <a:pt x="12716" y="19558"/>
                </a:lnTo>
                <a:lnTo>
                  <a:pt x="11755" y="19952"/>
                </a:lnTo>
                <a:lnTo>
                  <a:pt x="10803" y="20302"/>
                </a:lnTo>
                <a:lnTo>
                  <a:pt x="9855" y="20609"/>
                </a:lnTo>
                <a:lnTo>
                  <a:pt x="8909" y="20873"/>
                </a:lnTo>
                <a:lnTo>
                  <a:pt x="7963" y="21094"/>
                </a:lnTo>
                <a:lnTo>
                  <a:pt x="7012" y="21274"/>
                </a:lnTo>
                <a:lnTo>
                  <a:pt x="6054" y="21413"/>
                </a:lnTo>
                <a:lnTo>
                  <a:pt x="5086" y="21514"/>
                </a:lnTo>
                <a:lnTo>
                  <a:pt x="4107" y="21576"/>
                </a:lnTo>
                <a:lnTo>
                  <a:pt x="3111" y="21600"/>
                </a:lnTo>
                <a:lnTo>
                  <a:pt x="2097" y="21587"/>
                </a:lnTo>
                <a:lnTo>
                  <a:pt x="1060" y="21538"/>
                </a:lnTo>
                <a:lnTo>
                  <a:pt x="0" y="21452"/>
                </a:lnTo>
                <a:lnTo>
                  <a:pt x="0" y="20388"/>
                </a:lnTo>
                <a:lnTo>
                  <a:pt x="0" y="19307"/>
                </a:lnTo>
                <a:lnTo>
                  <a:pt x="897" y="18839"/>
                </a:lnTo>
                <a:lnTo>
                  <a:pt x="1631" y="18541"/>
                </a:lnTo>
                <a:lnTo>
                  <a:pt x="2832" y="18159"/>
                </a:lnTo>
                <a:lnTo>
                  <a:pt x="3710" y="17878"/>
                </a:lnTo>
                <a:lnTo>
                  <a:pt x="4600" y="17593"/>
                </a:lnTo>
                <a:lnTo>
                  <a:pt x="5529" y="17312"/>
                </a:lnTo>
                <a:lnTo>
                  <a:pt x="6471" y="17029"/>
                </a:lnTo>
                <a:lnTo>
                  <a:pt x="7400" y="16735"/>
                </a:lnTo>
                <a:lnTo>
                  <a:pt x="8342" y="16437"/>
                </a:lnTo>
                <a:lnTo>
                  <a:pt x="9261" y="16149"/>
                </a:lnTo>
                <a:lnTo>
                  <a:pt x="10182" y="15864"/>
                </a:lnTo>
                <a:lnTo>
                  <a:pt x="11102" y="15578"/>
                </a:lnTo>
                <a:lnTo>
                  <a:pt x="12022" y="15297"/>
                </a:lnTo>
                <a:lnTo>
                  <a:pt x="12943" y="15016"/>
                </a:lnTo>
                <a:lnTo>
                  <a:pt x="12705" y="13601"/>
                </a:lnTo>
                <a:lnTo>
                  <a:pt x="12468" y="12183"/>
                </a:lnTo>
                <a:lnTo>
                  <a:pt x="12229" y="10758"/>
                </a:lnTo>
                <a:lnTo>
                  <a:pt x="11989" y="9327"/>
                </a:lnTo>
                <a:lnTo>
                  <a:pt x="11748" y="7888"/>
                </a:lnTo>
                <a:lnTo>
                  <a:pt x="11505" y="6436"/>
                </a:lnTo>
                <a:lnTo>
                  <a:pt x="12521" y="6436"/>
                </a:lnTo>
                <a:lnTo>
                  <a:pt x="13540" y="6436"/>
                </a:lnTo>
                <a:lnTo>
                  <a:pt x="14561" y="6436"/>
                </a:lnTo>
                <a:lnTo>
                  <a:pt x="15586" y="6436"/>
                </a:lnTo>
                <a:lnTo>
                  <a:pt x="16616" y="6436"/>
                </a:lnTo>
                <a:lnTo>
                  <a:pt x="17651" y="6436"/>
                </a:lnTo>
                <a:lnTo>
                  <a:pt x="18695" y="6436"/>
                </a:lnTo>
                <a:lnTo>
                  <a:pt x="18695" y="5161"/>
                </a:lnTo>
                <a:lnTo>
                  <a:pt x="18695" y="3883"/>
                </a:lnTo>
                <a:lnTo>
                  <a:pt x="18695" y="2600"/>
                </a:lnTo>
                <a:lnTo>
                  <a:pt x="18695" y="1306"/>
                </a:lnTo>
                <a:lnTo>
                  <a:pt x="18695" y="0"/>
                </a:lnTo>
                <a:close/>
              </a:path>
            </a:pathLst>
          </a:custGeom>
          <a:solidFill>
            <a:srgbClr val="4C4C4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7" name="contour_05985"/>
          <p:cNvSpPr/>
          <p:nvPr/>
        </p:nvSpPr>
        <p:spPr>
          <a:xfrm>
            <a:off x="6321775" y="4992274"/>
            <a:ext cx="4303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2" y="143"/>
                </a:lnTo>
                <a:lnTo>
                  <a:pt x="5136" y="293"/>
                </a:lnTo>
                <a:lnTo>
                  <a:pt x="7513" y="470"/>
                </a:lnTo>
                <a:lnTo>
                  <a:pt x="9847" y="693"/>
                </a:lnTo>
                <a:lnTo>
                  <a:pt x="12199" y="979"/>
                </a:lnTo>
                <a:lnTo>
                  <a:pt x="14632" y="1350"/>
                </a:lnTo>
                <a:lnTo>
                  <a:pt x="15901" y="2213"/>
                </a:lnTo>
                <a:lnTo>
                  <a:pt x="16936" y="2993"/>
                </a:lnTo>
                <a:lnTo>
                  <a:pt x="17788" y="3739"/>
                </a:lnTo>
                <a:lnTo>
                  <a:pt x="18498" y="4498"/>
                </a:lnTo>
                <a:lnTo>
                  <a:pt x="19105" y="5318"/>
                </a:lnTo>
                <a:lnTo>
                  <a:pt x="19661" y="6244"/>
                </a:lnTo>
                <a:lnTo>
                  <a:pt x="20100" y="6961"/>
                </a:lnTo>
                <a:lnTo>
                  <a:pt x="20543" y="7688"/>
                </a:lnTo>
                <a:lnTo>
                  <a:pt x="20978" y="8656"/>
                </a:lnTo>
                <a:lnTo>
                  <a:pt x="21300" y="9620"/>
                </a:lnTo>
                <a:lnTo>
                  <a:pt x="21509" y="10580"/>
                </a:lnTo>
                <a:lnTo>
                  <a:pt x="21600" y="11533"/>
                </a:lnTo>
                <a:lnTo>
                  <a:pt x="21578" y="12482"/>
                </a:lnTo>
                <a:lnTo>
                  <a:pt x="21435" y="13426"/>
                </a:lnTo>
                <a:lnTo>
                  <a:pt x="21176" y="14363"/>
                </a:lnTo>
                <a:lnTo>
                  <a:pt x="20792" y="15293"/>
                </a:lnTo>
                <a:lnTo>
                  <a:pt x="20290" y="16218"/>
                </a:lnTo>
                <a:lnTo>
                  <a:pt x="19661" y="17134"/>
                </a:lnTo>
                <a:lnTo>
                  <a:pt x="18911" y="18044"/>
                </a:lnTo>
                <a:lnTo>
                  <a:pt x="18034" y="18946"/>
                </a:lnTo>
                <a:lnTo>
                  <a:pt x="17028" y="19838"/>
                </a:lnTo>
                <a:lnTo>
                  <a:pt x="15894" y="20724"/>
                </a:lnTo>
                <a:lnTo>
                  <a:pt x="14632" y="21600"/>
                </a:lnTo>
                <a:lnTo>
                  <a:pt x="12214" y="21600"/>
                </a:lnTo>
                <a:lnTo>
                  <a:pt x="9781" y="21600"/>
                </a:lnTo>
                <a:lnTo>
                  <a:pt x="7316" y="21600"/>
                </a:lnTo>
                <a:lnTo>
                  <a:pt x="7177" y="20905"/>
                </a:lnTo>
                <a:lnTo>
                  <a:pt x="7038" y="20199"/>
                </a:lnTo>
                <a:lnTo>
                  <a:pt x="6855" y="19290"/>
                </a:lnTo>
                <a:lnTo>
                  <a:pt x="6668" y="18382"/>
                </a:lnTo>
                <a:lnTo>
                  <a:pt x="6478" y="17473"/>
                </a:lnTo>
                <a:lnTo>
                  <a:pt x="6288" y="16563"/>
                </a:lnTo>
                <a:lnTo>
                  <a:pt x="6098" y="15655"/>
                </a:lnTo>
                <a:lnTo>
                  <a:pt x="5908" y="14746"/>
                </a:lnTo>
                <a:lnTo>
                  <a:pt x="5714" y="13838"/>
                </a:lnTo>
                <a:lnTo>
                  <a:pt x="5571" y="13109"/>
                </a:lnTo>
                <a:lnTo>
                  <a:pt x="5425" y="12375"/>
                </a:lnTo>
                <a:lnTo>
                  <a:pt x="5278" y="11633"/>
                </a:lnTo>
                <a:lnTo>
                  <a:pt x="5070" y="10710"/>
                </a:lnTo>
                <a:lnTo>
                  <a:pt x="4839" y="9796"/>
                </a:lnTo>
                <a:lnTo>
                  <a:pt x="4583" y="8890"/>
                </a:lnTo>
                <a:lnTo>
                  <a:pt x="4302" y="7989"/>
                </a:lnTo>
                <a:lnTo>
                  <a:pt x="3987" y="7096"/>
                </a:lnTo>
                <a:lnTo>
                  <a:pt x="3640" y="6206"/>
                </a:lnTo>
                <a:lnTo>
                  <a:pt x="3256" y="5320"/>
                </a:lnTo>
                <a:lnTo>
                  <a:pt x="2831" y="4436"/>
                </a:lnTo>
                <a:lnTo>
                  <a:pt x="2367" y="3552"/>
                </a:lnTo>
                <a:lnTo>
                  <a:pt x="1851" y="2668"/>
                </a:lnTo>
                <a:lnTo>
                  <a:pt x="1288" y="1782"/>
                </a:lnTo>
                <a:lnTo>
                  <a:pt x="673" y="892"/>
                </a:lnTo>
                <a:lnTo>
                  <a:pt x="0" y="0"/>
                </a:lnTo>
                <a:close/>
              </a:path>
            </a:pathLst>
          </a:custGeom>
          <a:solidFill>
            <a:srgbClr val="CCE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8" name="contour_05986"/>
          <p:cNvSpPr/>
          <p:nvPr/>
        </p:nvSpPr>
        <p:spPr>
          <a:xfrm>
            <a:off x="446029" y="4990554"/>
            <a:ext cx="67217" cy="60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9"/>
                </a:moveTo>
                <a:lnTo>
                  <a:pt x="20448" y="860"/>
                </a:lnTo>
                <a:lnTo>
                  <a:pt x="19291" y="1102"/>
                </a:lnTo>
                <a:lnTo>
                  <a:pt x="18115" y="1345"/>
                </a:lnTo>
                <a:lnTo>
                  <a:pt x="17593" y="1626"/>
                </a:lnTo>
                <a:lnTo>
                  <a:pt x="16675" y="2116"/>
                </a:lnTo>
                <a:lnTo>
                  <a:pt x="14574" y="3242"/>
                </a:lnTo>
                <a:lnTo>
                  <a:pt x="14242" y="5366"/>
                </a:lnTo>
                <a:lnTo>
                  <a:pt x="14052" y="6916"/>
                </a:lnTo>
                <a:lnTo>
                  <a:pt x="13984" y="8335"/>
                </a:lnTo>
                <a:lnTo>
                  <a:pt x="14019" y="10076"/>
                </a:lnTo>
                <a:lnTo>
                  <a:pt x="14134" y="12583"/>
                </a:lnTo>
                <a:lnTo>
                  <a:pt x="14199" y="14267"/>
                </a:lnTo>
                <a:lnTo>
                  <a:pt x="14263" y="15961"/>
                </a:lnTo>
                <a:lnTo>
                  <a:pt x="14328" y="17677"/>
                </a:lnTo>
                <a:lnTo>
                  <a:pt x="14408" y="18972"/>
                </a:lnTo>
                <a:lnTo>
                  <a:pt x="14490" y="20278"/>
                </a:lnTo>
                <a:lnTo>
                  <a:pt x="14574" y="21600"/>
                </a:lnTo>
                <a:lnTo>
                  <a:pt x="13028" y="21600"/>
                </a:lnTo>
                <a:lnTo>
                  <a:pt x="11480" y="21600"/>
                </a:lnTo>
                <a:lnTo>
                  <a:pt x="9932" y="21600"/>
                </a:lnTo>
                <a:lnTo>
                  <a:pt x="8380" y="21600"/>
                </a:lnTo>
                <a:lnTo>
                  <a:pt x="6822" y="21600"/>
                </a:lnTo>
                <a:lnTo>
                  <a:pt x="5258" y="21600"/>
                </a:lnTo>
                <a:lnTo>
                  <a:pt x="3689" y="21600"/>
                </a:lnTo>
                <a:lnTo>
                  <a:pt x="2110" y="21600"/>
                </a:lnTo>
                <a:lnTo>
                  <a:pt x="522" y="21600"/>
                </a:lnTo>
                <a:lnTo>
                  <a:pt x="272" y="18073"/>
                </a:lnTo>
                <a:lnTo>
                  <a:pt x="91" y="15219"/>
                </a:lnTo>
                <a:lnTo>
                  <a:pt x="0" y="12930"/>
                </a:lnTo>
                <a:lnTo>
                  <a:pt x="14" y="11099"/>
                </a:lnTo>
                <a:lnTo>
                  <a:pt x="145" y="9620"/>
                </a:lnTo>
                <a:lnTo>
                  <a:pt x="415" y="8385"/>
                </a:lnTo>
                <a:lnTo>
                  <a:pt x="834" y="7286"/>
                </a:lnTo>
                <a:lnTo>
                  <a:pt x="1419" y="6216"/>
                </a:lnTo>
                <a:lnTo>
                  <a:pt x="2190" y="5067"/>
                </a:lnTo>
                <a:lnTo>
                  <a:pt x="3157" y="3735"/>
                </a:lnTo>
                <a:lnTo>
                  <a:pt x="4490" y="2607"/>
                </a:lnTo>
                <a:lnTo>
                  <a:pt x="5883" y="1718"/>
                </a:lnTo>
                <a:lnTo>
                  <a:pt x="7330" y="1044"/>
                </a:lnTo>
                <a:lnTo>
                  <a:pt x="8822" y="559"/>
                </a:lnTo>
                <a:lnTo>
                  <a:pt x="10354" y="239"/>
                </a:lnTo>
                <a:lnTo>
                  <a:pt x="11918" y="60"/>
                </a:lnTo>
                <a:lnTo>
                  <a:pt x="13506" y="0"/>
                </a:lnTo>
                <a:lnTo>
                  <a:pt x="15115" y="31"/>
                </a:lnTo>
                <a:lnTo>
                  <a:pt x="16736" y="136"/>
                </a:lnTo>
                <a:lnTo>
                  <a:pt x="18361" y="283"/>
                </a:lnTo>
                <a:lnTo>
                  <a:pt x="19984" y="451"/>
                </a:lnTo>
                <a:lnTo>
                  <a:pt x="21600" y="619"/>
                </a:lnTo>
                <a:close/>
              </a:path>
            </a:pathLst>
          </a:custGeom>
          <a:solidFill>
            <a:srgbClr val="A89470"/>
          </a:solidFill>
          <a:ln>
            <a:noFill/>
          </a:ln>
        </p:spPr>
        <p:txBody>
          <a:bodyPr/>
          <a:lstStyle/>
          <a:p/>
        </p:txBody>
      </p:sp>
      <p:sp>
        <p:nvSpPr>
          <p:cNvPr id="5989" name="contour_05987"/>
          <p:cNvSpPr/>
          <p:nvPr/>
        </p:nvSpPr>
        <p:spPr>
          <a:xfrm>
            <a:off x="7800276" y="4976714"/>
            <a:ext cx="73842" cy="81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04" y="262"/>
                </a:moveTo>
                <a:lnTo>
                  <a:pt x="16854" y="87"/>
                </a:lnTo>
                <a:lnTo>
                  <a:pt x="18012" y="0"/>
                </a:lnTo>
                <a:lnTo>
                  <a:pt x="18984" y="0"/>
                </a:lnTo>
                <a:lnTo>
                  <a:pt x="20078" y="87"/>
                </a:lnTo>
                <a:lnTo>
                  <a:pt x="21600" y="262"/>
                </a:lnTo>
                <a:lnTo>
                  <a:pt x="21319" y="1550"/>
                </a:lnTo>
                <a:lnTo>
                  <a:pt x="21020" y="2840"/>
                </a:lnTo>
                <a:lnTo>
                  <a:pt x="20696" y="4130"/>
                </a:lnTo>
                <a:lnTo>
                  <a:pt x="20349" y="5418"/>
                </a:lnTo>
                <a:lnTo>
                  <a:pt x="19971" y="6698"/>
                </a:lnTo>
                <a:lnTo>
                  <a:pt x="19562" y="7971"/>
                </a:lnTo>
                <a:lnTo>
                  <a:pt x="19119" y="9232"/>
                </a:lnTo>
                <a:lnTo>
                  <a:pt x="18639" y="10481"/>
                </a:lnTo>
                <a:lnTo>
                  <a:pt x="18117" y="11713"/>
                </a:lnTo>
                <a:lnTo>
                  <a:pt x="17552" y="12925"/>
                </a:lnTo>
                <a:lnTo>
                  <a:pt x="16938" y="14116"/>
                </a:lnTo>
                <a:lnTo>
                  <a:pt x="16277" y="15284"/>
                </a:lnTo>
                <a:lnTo>
                  <a:pt x="15563" y="16425"/>
                </a:lnTo>
                <a:lnTo>
                  <a:pt x="14793" y="17536"/>
                </a:lnTo>
                <a:lnTo>
                  <a:pt x="13964" y="18615"/>
                </a:lnTo>
                <a:lnTo>
                  <a:pt x="13073" y="19660"/>
                </a:lnTo>
                <a:lnTo>
                  <a:pt x="11661" y="20130"/>
                </a:lnTo>
                <a:lnTo>
                  <a:pt x="10265" y="20521"/>
                </a:lnTo>
                <a:lnTo>
                  <a:pt x="8875" y="20840"/>
                </a:lnTo>
                <a:lnTo>
                  <a:pt x="7487" y="21092"/>
                </a:lnTo>
                <a:lnTo>
                  <a:pt x="6091" y="21286"/>
                </a:lnTo>
                <a:lnTo>
                  <a:pt x="4679" y="21425"/>
                </a:lnTo>
                <a:lnTo>
                  <a:pt x="3245" y="21520"/>
                </a:lnTo>
                <a:lnTo>
                  <a:pt x="1782" y="21577"/>
                </a:lnTo>
                <a:lnTo>
                  <a:pt x="281" y="21600"/>
                </a:lnTo>
                <a:lnTo>
                  <a:pt x="94" y="20302"/>
                </a:lnTo>
                <a:lnTo>
                  <a:pt x="0" y="19350"/>
                </a:lnTo>
                <a:lnTo>
                  <a:pt x="0" y="18465"/>
                </a:lnTo>
                <a:lnTo>
                  <a:pt x="94" y="17369"/>
                </a:lnTo>
                <a:lnTo>
                  <a:pt x="281" y="15781"/>
                </a:lnTo>
                <a:lnTo>
                  <a:pt x="1303" y="14869"/>
                </a:lnTo>
                <a:lnTo>
                  <a:pt x="2302" y="14019"/>
                </a:lnTo>
                <a:lnTo>
                  <a:pt x="3304" y="13216"/>
                </a:lnTo>
                <a:lnTo>
                  <a:pt x="4332" y="12446"/>
                </a:lnTo>
                <a:lnTo>
                  <a:pt x="5404" y="11689"/>
                </a:lnTo>
                <a:lnTo>
                  <a:pt x="6545" y="10931"/>
                </a:lnTo>
                <a:lnTo>
                  <a:pt x="7905" y="10011"/>
                </a:lnTo>
                <a:lnTo>
                  <a:pt x="9118" y="9119"/>
                </a:lnTo>
                <a:lnTo>
                  <a:pt x="10201" y="8233"/>
                </a:lnTo>
                <a:lnTo>
                  <a:pt x="11167" y="7327"/>
                </a:lnTo>
                <a:lnTo>
                  <a:pt x="12026" y="6380"/>
                </a:lnTo>
                <a:lnTo>
                  <a:pt x="12791" y="5371"/>
                </a:lnTo>
                <a:lnTo>
                  <a:pt x="13480" y="4279"/>
                </a:lnTo>
                <a:lnTo>
                  <a:pt x="14102" y="3077"/>
                </a:lnTo>
                <a:lnTo>
                  <a:pt x="14674" y="1746"/>
                </a:lnTo>
                <a:lnTo>
                  <a:pt x="15204" y="262"/>
                </a:lnTo>
                <a:close/>
              </a:path>
            </a:pathLst>
          </a:custGeom>
          <a:solidFill>
            <a:srgbClr val="A0A0A1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0" name="contour_05988"/>
          <p:cNvSpPr/>
          <p:nvPr/>
        </p:nvSpPr>
        <p:spPr>
          <a:xfrm>
            <a:off x="1817797" y="4977552"/>
            <a:ext cx="102032" cy="73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43"/>
                </a:moveTo>
                <a:lnTo>
                  <a:pt x="2663" y="0"/>
                </a:lnTo>
                <a:lnTo>
                  <a:pt x="3475" y="39"/>
                </a:lnTo>
                <a:lnTo>
                  <a:pt x="4369" y="211"/>
                </a:lnTo>
                <a:lnTo>
                  <a:pt x="5744" y="565"/>
                </a:lnTo>
                <a:lnTo>
                  <a:pt x="6576" y="774"/>
                </a:lnTo>
                <a:lnTo>
                  <a:pt x="7412" y="985"/>
                </a:lnTo>
                <a:lnTo>
                  <a:pt x="8260" y="1196"/>
                </a:lnTo>
                <a:lnTo>
                  <a:pt x="9131" y="1438"/>
                </a:lnTo>
                <a:lnTo>
                  <a:pt x="10007" y="1681"/>
                </a:lnTo>
                <a:lnTo>
                  <a:pt x="10896" y="1929"/>
                </a:lnTo>
                <a:lnTo>
                  <a:pt x="11286" y="2029"/>
                </a:lnTo>
                <a:lnTo>
                  <a:pt x="11974" y="2205"/>
                </a:lnTo>
                <a:lnTo>
                  <a:pt x="13551" y="2611"/>
                </a:lnTo>
                <a:lnTo>
                  <a:pt x="14481" y="2852"/>
                </a:lnTo>
                <a:lnTo>
                  <a:pt x="15412" y="3098"/>
                </a:lnTo>
                <a:lnTo>
                  <a:pt x="16342" y="3343"/>
                </a:lnTo>
                <a:lnTo>
                  <a:pt x="17271" y="3594"/>
                </a:lnTo>
                <a:lnTo>
                  <a:pt x="18200" y="3846"/>
                </a:lnTo>
                <a:lnTo>
                  <a:pt x="19128" y="4098"/>
                </a:lnTo>
                <a:lnTo>
                  <a:pt x="20057" y="4354"/>
                </a:lnTo>
                <a:lnTo>
                  <a:pt x="19298" y="4617"/>
                </a:lnTo>
                <a:lnTo>
                  <a:pt x="18536" y="4885"/>
                </a:lnTo>
                <a:lnTo>
                  <a:pt x="17761" y="5154"/>
                </a:lnTo>
                <a:lnTo>
                  <a:pt x="16990" y="5603"/>
                </a:lnTo>
                <a:lnTo>
                  <a:pt x="16215" y="6053"/>
                </a:lnTo>
                <a:lnTo>
                  <a:pt x="15429" y="6510"/>
                </a:lnTo>
                <a:lnTo>
                  <a:pt x="15117" y="8073"/>
                </a:lnTo>
                <a:lnTo>
                  <a:pt x="15041" y="9226"/>
                </a:lnTo>
                <a:lnTo>
                  <a:pt x="15139" y="10955"/>
                </a:lnTo>
                <a:lnTo>
                  <a:pt x="15234" y="12335"/>
                </a:lnTo>
                <a:lnTo>
                  <a:pt x="15331" y="13725"/>
                </a:lnTo>
                <a:lnTo>
                  <a:pt x="15429" y="15133"/>
                </a:lnTo>
                <a:lnTo>
                  <a:pt x="16161" y="14999"/>
                </a:lnTo>
                <a:lnTo>
                  <a:pt x="16899" y="14863"/>
                </a:lnTo>
                <a:lnTo>
                  <a:pt x="17647" y="14728"/>
                </a:lnTo>
                <a:lnTo>
                  <a:pt x="18443" y="14861"/>
                </a:lnTo>
                <a:lnTo>
                  <a:pt x="19244" y="14997"/>
                </a:lnTo>
                <a:lnTo>
                  <a:pt x="20057" y="15133"/>
                </a:lnTo>
                <a:lnTo>
                  <a:pt x="20579" y="16737"/>
                </a:lnTo>
                <a:lnTo>
                  <a:pt x="20920" y="17875"/>
                </a:lnTo>
                <a:lnTo>
                  <a:pt x="21154" y="18858"/>
                </a:lnTo>
                <a:lnTo>
                  <a:pt x="21356" y="19996"/>
                </a:lnTo>
                <a:lnTo>
                  <a:pt x="21600" y="21600"/>
                </a:lnTo>
                <a:lnTo>
                  <a:pt x="20528" y="21537"/>
                </a:lnTo>
                <a:lnTo>
                  <a:pt x="19474" y="21451"/>
                </a:lnTo>
                <a:lnTo>
                  <a:pt x="18436" y="21331"/>
                </a:lnTo>
                <a:lnTo>
                  <a:pt x="17408" y="21169"/>
                </a:lnTo>
                <a:lnTo>
                  <a:pt x="16390" y="20955"/>
                </a:lnTo>
                <a:lnTo>
                  <a:pt x="15378" y="20686"/>
                </a:lnTo>
                <a:lnTo>
                  <a:pt x="14369" y="20350"/>
                </a:lnTo>
                <a:lnTo>
                  <a:pt x="13358" y="19938"/>
                </a:lnTo>
                <a:lnTo>
                  <a:pt x="12343" y="19444"/>
                </a:lnTo>
                <a:lnTo>
                  <a:pt x="11848" y="18116"/>
                </a:lnTo>
                <a:lnTo>
                  <a:pt x="11439" y="16797"/>
                </a:lnTo>
                <a:lnTo>
                  <a:pt x="11095" y="15469"/>
                </a:lnTo>
                <a:lnTo>
                  <a:pt x="10794" y="14115"/>
                </a:lnTo>
                <a:lnTo>
                  <a:pt x="10515" y="12725"/>
                </a:lnTo>
                <a:lnTo>
                  <a:pt x="10234" y="11276"/>
                </a:lnTo>
                <a:lnTo>
                  <a:pt x="9620" y="9864"/>
                </a:lnTo>
                <a:lnTo>
                  <a:pt x="8966" y="8784"/>
                </a:lnTo>
                <a:lnTo>
                  <a:pt x="8253" y="7965"/>
                </a:lnTo>
                <a:lnTo>
                  <a:pt x="7461" y="7331"/>
                </a:lnTo>
                <a:lnTo>
                  <a:pt x="6574" y="6814"/>
                </a:lnTo>
                <a:lnTo>
                  <a:pt x="5571" y="6340"/>
                </a:lnTo>
                <a:lnTo>
                  <a:pt x="4436" y="5838"/>
                </a:lnTo>
                <a:lnTo>
                  <a:pt x="3553" y="5519"/>
                </a:lnTo>
                <a:lnTo>
                  <a:pt x="2668" y="5210"/>
                </a:lnTo>
                <a:lnTo>
                  <a:pt x="1780" y="4911"/>
                </a:lnTo>
                <a:lnTo>
                  <a:pt x="892" y="4626"/>
                </a:lnTo>
                <a:lnTo>
                  <a:pt x="0" y="4354"/>
                </a:lnTo>
                <a:lnTo>
                  <a:pt x="310" y="3057"/>
                </a:lnTo>
                <a:lnTo>
                  <a:pt x="575" y="2175"/>
                </a:lnTo>
                <a:lnTo>
                  <a:pt x="937" y="1304"/>
                </a:lnTo>
                <a:lnTo>
                  <a:pt x="1543" y="43"/>
                </a:lnTo>
                <a:close/>
              </a:path>
            </a:pathLst>
          </a:custGeom>
          <a:solidFill>
            <a:srgbClr val="E9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1" name="contour_05989"/>
          <p:cNvSpPr/>
          <p:nvPr/>
        </p:nvSpPr>
        <p:spPr>
          <a:xfrm>
            <a:off x="10782026" y="4970410"/>
            <a:ext cx="1020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1" y="130"/>
                </a:lnTo>
                <a:lnTo>
                  <a:pt x="984" y="248"/>
                </a:lnTo>
                <a:lnTo>
                  <a:pt x="1436" y="356"/>
                </a:lnTo>
                <a:lnTo>
                  <a:pt x="1884" y="470"/>
                </a:lnTo>
                <a:lnTo>
                  <a:pt x="2342" y="583"/>
                </a:lnTo>
                <a:lnTo>
                  <a:pt x="2828" y="707"/>
                </a:lnTo>
                <a:lnTo>
                  <a:pt x="3359" y="837"/>
                </a:lnTo>
                <a:lnTo>
                  <a:pt x="3948" y="988"/>
                </a:lnTo>
                <a:lnTo>
                  <a:pt x="4615" y="1156"/>
                </a:lnTo>
                <a:lnTo>
                  <a:pt x="5374" y="1345"/>
                </a:lnTo>
                <a:lnTo>
                  <a:pt x="6239" y="1561"/>
                </a:lnTo>
                <a:lnTo>
                  <a:pt x="7231" y="1809"/>
                </a:lnTo>
                <a:lnTo>
                  <a:pt x="8364" y="2090"/>
                </a:lnTo>
                <a:lnTo>
                  <a:pt x="9654" y="2414"/>
                </a:lnTo>
                <a:lnTo>
                  <a:pt x="11118" y="2781"/>
                </a:lnTo>
                <a:lnTo>
                  <a:pt x="12770" y="3191"/>
                </a:lnTo>
                <a:lnTo>
                  <a:pt x="14628" y="3656"/>
                </a:lnTo>
                <a:lnTo>
                  <a:pt x="16709" y="4180"/>
                </a:lnTo>
                <a:lnTo>
                  <a:pt x="19027" y="4757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0520" y="21600"/>
                </a:lnTo>
                <a:lnTo>
                  <a:pt x="19440" y="21600"/>
                </a:lnTo>
                <a:lnTo>
                  <a:pt x="18360" y="21600"/>
                </a:lnTo>
                <a:lnTo>
                  <a:pt x="17280" y="21600"/>
                </a:lnTo>
                <a:lnTo>
                  <a:pt x="16200" y="21600"/>
                </a:lnTo>
                <a:lnTo>
                  <a:pt x="15120" y="21600"/>
                </a:lnTo>
                <a:lnTo>
                  <a:pt x="14040" y="21600"/>
                </a:lnTo>
                <a:lnTo>
                  <a:pt x="12960" y="21600"/>
                </a:lnTo>
                <a:lnTo>
                  <a:pt x="11880" y="21600"/>
                </a:lnTo>
                <a:lnTo>
                  <a:pt x="10800" y="21600"/>
                </a:lnTo>
                <a:lnTo>
                  <a:pt x="9720" y="21600"/>
                </a:lnTo>
                <a:lnTo>
                  <a:pt x="8640" y="21600"/>
                </a:lnTo>
                <a:lnTo>
                  <a:pt x="7560" y="21600"/>
                </a:lnTo>
                <a:lnTo>
                  <a:pt x="6480" y="21600"/>
                </a:lnTo>
                <a:lnTo>
                  <a:pt x="5400" y="21600"/>
                </a:lnTo>
                <a:lnTo>
                  <a:pt x="4320" y="21600"/>
                </a:lnTo>
                <a:lnTo>
                  <a:pt x="3240" y="21600"/>
                </a:lnTo>
                <a:lnTo>
                  <a:pt x="2160" y="21600"/>
                </a:lnTo>
                <a:lnTo>
                  <a:pt x="108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3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2" name="contour_05990"/>
          <p:cNvSpPr/>
          <p:nvPr/>
        </p:nvSpPr>
        <p:spPr>
          <a:xfrm>
            <a:off x="818212" y="4970410"/>
            <a:ext cx="9620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45" y="0"/>
                </a:moveTo>
                <a:lnTo>
                  <a:pt x="14611" y="488"/>
                </a:lnTo>
                <a:lnTo>
                  <a:pt x="15500" y="892"/>
                </a:lnTo>
                <a:lnTo>
                  <a:pt x="16246" y="1361"/>
                </a:lnTo>
                <a:lnTo>
                  <a:pt x="17085" y="2043"/>
                </a:lnTo>
                <a:lnTo>
                  <a:pt x="18254" y="3086"/>
                </a:lnTo>
                <a:lnTo>
                  <a:pt x="18254" y="5125"/>
                </a:lnTo>
                <a:lnTo>
                  <a:pt x="18254" y="7177"/>
                </a:lnTo>
                <a:lnTo>
                  <a:pt x="18254" y="9257"/>
                </a:lnTo>
                <a:lnTo>
                  <a:pt x="19065" y="9927"/>
                </a:lnTo>
                <a:lnTo>
                  <a:pt x="19890" y="10609"/>
                </a:lnTo>
                <a:lnTo>
                  <a:pt x="20702" y="11470"/>
                </a:lnTo>
                <a:lnTo>
                  <a:pt x="21526" y="12343"/>
                </a:lnTo>
                <a:lnTo>
                  <a:pt x="21575" y="14691"/>
                </a:lnTo>
                <a:lnTo>
                  <a:pt x="21600" y="16345"/>
                </a:lnTo>
                <a:lnTo>
                  <a:pt x="21600" y="17752"/>
                </a:lnTo>
                <a:lnTo>
                  <a:pt x="21575" y="19357"/>
                </a:lnTo>
                <a:lnTo>
                  <a:pt x="21526" y="21600"/>
                </a:lnTo>
                <a:lnTo>
                  <a:pt x="19289" y="21041"/>
                </a:lnTo>
                <a:lnTo>
                  <a:pt x="17363" y="20560"/>
                </a:lnTo>
                <a:lnTo>
                  <a:pt x="15712" y="20140"/>
                </a:lnTo>
                <a:lnTo>
                  <a:pt x="14307" y="19773"/>
                </a:lnTo>
                <a:lnTo>
                  <a:pt x="13109" y="19449"/>
                </a:lnTo>
                <a:lnTo>
                  <a:pt x="12089" y="19153"/>
                </a:lnTo>
                <a:lnTo>
                  <a:pt x="11212" y="18878"/>
                </a:lnTo>
                <a:lnTo>
                  <a:pt x="10445" y="18613"/>
                </a:lnTo>
                <a:lnTo>
                  <a:pt x="9756" y="18345"/>
                </a:lnTo>
                <a:lnTo>
                  <a:pt x="9108" y="18064"/>
                </a:lnTo>
                <a:lnTo>
                  <a:pt x="8471" y="17758"/>
                </a:lnTo>
                <a:lnTo>
                  <a:pt x="7812" y="17416"/>
                </a:lnTo>
                <a:lnTo>
                  <a:pt x="7095" y="17030"/>
                </a:lnTo>
                <a:lnTo>
                  <a:pt x="6289" y="16586"/>
                </a:lnTo>
                <a:lnTo>
                  <a:pt x="4924" y="16033"/>
                </a:lnTo>
                <a:lnTo>
                  <a:pt x="3993" y="15765"/>
                </a:lnTo>
                <a:lnTo>
                  <a:pt x="3261" y="15796"/>
                </a:lnTo>
                <a:lnTo>
                  <a:pt x="2502" y="16129"/>
                </a:lnTo>
                <a:lnTo>
                  <a:pt x="1481" y="16780"/>
                </a:lnTo>
                <a:lnTo>
                  <a:pt x="1175" y="17209"/>
                </a:lnTo>
                <a:lnTo>
                  <a:pt x="254" y="18514"/>
                </a:lnTo>
                <a:lnTo>
                  <a:pt x="85" y="16323"/>
                </a:lnTo>
                <a:lnTo>
                  <a:pt x="0" y="14744"/>
                </a:lnTo>
                <a:lnTo>
                  <a:pt x="0" y="13336"/>
                </a:lnTo>
                <a:lnTo>
                  <a:pt x="85" y="11658"/>
                </a:lnTo>
                <a:lnTo>
                  <a:pt x="254" y="9257"/>
                </a:lnTo>
                <a:lnTo>
                  <a:pt x="1299" y="8347"/>
                </a:lnTo>
                <a:lnTo>
                  <a:pt x="2095" y="7699"/>
                </a:lnTo>
                <a:lnTo>
                  <a:pt x="2793" y="7214"/>
                </a:lnTo>
                <a:lnTo>
                  <a:pt x="3553" y="6798"/>
                </a:lnTo>
                <a:lnTo>
                  <a:pt x="4529" y="6353"/>
                </a:lnTo>
                <a:lnTo>
                  <a:pt x="5879" y="5786"/>
                </a:lnTo>
                <a:lnTo>
                  <a:pt x="8000" y="4857"/>
                </a:lnTo>
                <a:lnTo>
                  <a:pt x="9551" y="4132"/>
                </a:lnTo>
                <a:lnTo>
                  <a:pt x="10664" y="3508"/>
                </a:lnTo>
                <a:lnTo>
                  <a:pt x="11469" y="2882"/>
                </a:lnTo>
                <a:lnTo>
                  <a:pt x="12098" y="2157"/>
                </a:lnTo>
                <a:lnTo>
                  <a:pt x="12679" y="1231"/>
                </a:lnTo>
                <a:lnTo>
                  <a:pt x="13345" y="0"/>
                </a:lnTo>
                <a:close/>
              </a:path>
            </a:pathLst>
          </a:custGeom>
          <a:solidFill>
            <a:srgbClr val="DF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3" name="contour_05991"/>
          <p:cNvSpPr/>
          <p:nvPr/>
        </p:nvSpPr>
        <p:spPr>
          <a:xfrm>
            <a:off x="4186394" y="4926682"/>
            <a:ext cx="65730" cy="670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60" y="0"/>
                </a:moveTo>
                <a:lnTo>
                  <a:pt x="20225" y="2457"/>
                </a:lnTo>
                <a:lnTo>
                  <a:pt x="20937" y="4209"/>
                </a:lnTo>
                <a:lnTo>
                  <a:pt x="21358" y="5519"/>
                </a:lnTo>
                <a:lnTo>
                  <a:pt x="21557" y="6644"/>
                </a:lnTo>
                <a:lnTo>
                  <a:pt x="21600" y="7849"/>
                </a:lnTo>
                <a:lnTo>
                  <a:pt x="21554" y="9394"/>
                </a:lnTo>
                <a:lnTo>
                  <a:pt x="20515" y="10747"/>
                </a:lnTo>
                <a:lnTo>
                  <a:pt x="19425" y="12027"/>
                </a:lnTo>
                <a:lnTo>
                  <a:pt x="18288" y="13246"/>
                </a:lnTo>
                <a:lnTo>
                  <a:pt x="17105" y="14413"/>
                </a:lnTo>
                <a:lnTo>
                  <a:pt x="15878" y="15541"/>
                </a:lnTo>
                <a:lnTo>
                  <a:pt x="14614" y="16637"/>
                </a:lnTo>
                <a:lnTo>
                  <a:pt x="13311" y="17718"/>
                </a:lnTo>
                <a:lnTo>
                  <a:pt x="11975" y="18789"/>
                </a:lnTo>
                <a:lnTo>
                  <a:pt x="13555" y="19176"/>
                </a:lnTo>
                <a:lnTo>
                  <a:pt x="15138" y="19564"/>
                </a:lnTo>
                <a:lnTo>
                  <a:pt x="16729" y="19954"/>
                </a:lnTo>
                <a:lnTo>
                  <a:pt x="18326" y="20346"/>
                </a:lnTo>
                <a:lnTo>
                  <a:pt x="19933" y="20740"/>
                </a:lnTo>
                <a:lnTo>
                  <a:pt x="21554" y="21137"/>
                </a:lnTo>
                <a:lnTo>
                  <a:pt x="18302" y="21321"/>
                </a:lnTo>
                <a:lnTo>
                  <a:pt x="15577" y="21464"/>
                </a:lnTo>
                <a:lnTo>
                  <a:pt x="13306" y="21560"/>
                </a:lnTo>
                <a:lnTo>
                  <a:pt x="11429" y="21600"/>
                </a:lnTo>
                <a:lnTo>
                  <a:pt x="9879" y="21579"/>
                </a:lnTo>
                <a:lnTo>
                  <a:pt x="8593" y="21487"/>
                </a:lnTo>
                <a:lnTo>
                  <a:pt x="7501" y="21318"/>
                </a:lnTo>
                <a:lnTo>
                  <a:pt x="6541" y="21067"/>
                </a:lnTo>
                <a:lnTo>
                  <a:pt x="5645" y="20724"/>
                </a:lnTo>
                <a:lnTo>
                  <a:pt x="4749" y="20285"/>
                </a:lnTo>
                <a:lnTo>
                  <a:pt x="3786" y="19740"/>
                </a:lnTo>
                <a:lnTo>
                  <a:pt x="2694" y="19082"/>
                </a:lnTo>
                <a:lnTo>
                  <a:pt x="1806" y="18211"/>
                </a:lnTo>
                <a:lnTo>
                  <a:pt x="908" y="17330"/>
                </a:lnTo>
                <a:lnTo>
                  <a:pt x="0" y="16440"/>
                </a:lnTo>
                <a:lnTo>
                  <a:pt x="0" y="14888"/>
                </a:lnTo>
                <a:lnTo>
                  <a:pt x="0" y="13326"/>
                </a:lnTo>
                <a:lnTo>
                  <a:pt x="0" y="11743"/>
                </a:lnTo>
                <a:lnTo>
                  <a:pt x="1138" y="11936"/>
                </a:lnTo>
                <a:lnTo>
                  <a:pt x="2282" y="12133"/>
                </a:lnTo>
                <a:lnTo>
                  <a:pt x="3444" y="12330"/>
                </a:lnTo>
                <a:lnTo>
                  <a:pt x="4680" y="12138"/>
                </a:lnTo>
                <a:lnTo>
                  <a:pt x="5923" y="11940"/>
                </a:lnTo>
                <a:lnTo>
                  <a:pt x="7185" y="11743"/>
                </a:lnTo>
                <a:lnTo>
                  <a:pt x="7511" y="10320"/>
                </a:lnTo>
                <a:lnTo>
                  <a:pt x="7827" y="8894"/>
                </a:lnTo>
                <a:lnTo>
                  <a:pt x="8128" y="7466"/>
                </a:lnTo>
                <a:lnTo>
                  <a:pt x="8409" y="6034"/>
                </a:lnTo>
                <a:lnTo>
                  <a:pt x="8663" y="4596"/>
                </a:lnTo>
                <a:lnTo>
                  <a:pt x="9393" y="2971"/>
                </a:lnTo>
                <a:lnTo>
                  <a:pt x="10217" y="2093"/>
                </a:lnTo>
                <a:lnTo>
                  <a:pt x="11843" y="1202"/>
                </a:lnTo>
                <a:lnTo>
                  <a:pt x="13187" y="897"/>
                </a:lnTo>
                <a:lnTo>
                  <a:pt x="14238" y="683"/>
                </a:lnTo>
                <a:lnTo>
                  <a:pt x="15349" y="500"/>
                </a:lnTo>
                <a:lnTo>
                  <a:pt x="16872" y="291"/>
                </a:lnTo>
                <a:lnTo>
                  <a:pt x="19160" y="0"/>
                </a:lnTo>
                <a:close/>
              </a:path>
            </a:pathLst>
          </a:custGeom>
          <a:solidFill>
            <a:srgbClr val="38373C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4" name="contour_05992"/>
          <p:cNvSpPr/>
          <p:nvPr/>
        </p:nvSpPr>
        <p:spPr>
          <a:xfrm>
            <a:off x="5716632" y="4882954"/>
            <a:ext cx="73120" cy="88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24" y="0"/>
                </a:moveTo>
                <a:lnTo>
                  <a:pt x="3292" y="0"/>
                </a:lnTo>
                <a:lnTo>
                  <a:pt x="4377" y="0"/>
                </a:lnTo>
                <a:lnTo>
                  <a:pt x="4805" y="1038"/>
                </a:lnTo>
                <a:lnTo>
                  <a:pt x="5212" y="2072"/>
                </a:lnTo>
                <a:lnTo>
                  <a:pt x="5600" y="3103"/>
                </a:lnTo>
                <a:lnTo>
                  <a:pt x="5968" y="4138"/>
                </a:lnTo>
                <a:lnTo>
                  <a:pt x="6323" y="5183"/>
                </a:lnTo>
                <a:lnTo>
                  <a:pt x="6663" y="6241"/>
                </a:lnTo>
                <a:lnTo>
                  <a:pt x="6812" y="6690"/>
                </a:lnTo>
                <a:lnTo>
                  <a:pt x="7257" y="8045"/>
                </a:lnTo>
                <a:lnTo>
                  <a:pt x="7619" y="9152"/>
                </a:lnTo>
                <a:lnTo>
                  <a:pt x="7976" y="10262"/>
                </a:lnTo>
                <a:lnTo>
                  <a:pt x="8330" y="11372"/>
                </a:lnTo>
                <a:lnTo>
                  <a:pt x="8683" y="12481"/>
                </a:lnTo>
                <a:lnTo>
                  <a:pt x="10104" y="12285"/>
                </a:lnTo>
                <a:lnTo>
                  <a:pt x="11527" y="12089"/>
                </a:lnTo>
                <a:lnTo>
                  <a:pt x="12950" y="11893"/>
                </a:lnTo>
                <a:lnTo>
                  <a:pt x="14377" y="11695"/>
                </a:lnTo>
                <a:lnTo>
                  <a:pt x="15809" y="11497"/>
                </a:lnTo>
                <a:lnTo>
                  <a:pt x="17247" y="11299"/>
                </a:lnTo>
                <a:lnTo>
                  <a:pt x="18689" y="11100"/>
                </a:lnTo>
                <a:lnTo>
                  <a:pt x="20140" y="10900"/>
                </a:lnTo>
                <a:lnTo>
                  <a:pt x="21600" y="10698"/>
                </a:lnTo>
                <a:lnTo>
                  <a:pt x="21413" y="12679"/>
                </a:lnTo>
                <a:lnTo>
                  <a:pt x="21253" y="14202"/>
                </a:lnTo>
                <a:lnTo>
                  <a:pt x="21096" y="15375"/>
                </a:lnTo>
                <a:lnTo>
                  <a:pt x="20915" y="16299"/>
                </a:lnTo>
                <a:lnTo>
                  <a:pt x="20683" y="17082"/>
                </a:lnTo>
                <a:lnTo>
                  <a:pt x="20379" y="17825"/>
                </a:lnTo>
                <a:lnTo>
                  <a:pt x="19975" y="18633"/>
                </a:lnTo>
                <a:lnTo>
                  <a:pt x="19447" y="19614"/>
                </a:lnTo>
                <a:lnTo>
                  <a:pt x="18136" y="20277"/>
                </a:lnTo>
                <a:lnTo>
                  <a:pt x="16855" y="20792"/>
                </a:lnTo>
                <a:lnTo>
                  <a:pt x="15585" y="21172"/>
                </a:lnTo>
                <a:lnTo>
                  <a:pt x="14306" y="21427"/>
                </a:lnTo>
                <a:lnTo>
                  <a:pt x="12997" y="21566"/>
                </a:lnTo>
                <a:lnTo>
                  <a:pt x="11636" y="21600"/>
                </a:lnTo>
                <a:lnTo>
                  <a:pt x="10205" y="21539"/>
                </a:lnTo>
                <a:lnTo>
                  <a:pt x="8683" y="21397"/>
                </a:lnTo>
                <a:lnTo>
                  <a:pt x="7139" y="20773"/>
                </a:lnTo>
                <a:lnTo>
                  <a:pt x="5770" y="20108"/>
                </a:lnTo>
                <a:lnTo>
                  <a:pt x="4553" y="19384"/>
                </a:lnTo>
                <a:lnTo>
                  <a:pt x="3470" y="18581"/>
                </a:lnTo>
                <a:lnTo>
                  <a:pt x="2502" y="17686"/>
                </a:lnTo>
                <a:lnTo>
                  <a:pt x="1625" y="16681"/>
                </a:lnTo>
                <a:lnTo>
                  <a:pt x="822" y="15545"/>
                </a:lnTo>
                <a:lnTo>
                  <a:pt x="71" y="14264"/>
                </a:lnTo>
                <a:lnTo>
                  <a:pt x="2" y="13059"/>
                </a:lnTo>
                <a:lnTo>
                  <a:pt x="0" y="11857"/>
                </a:lnTo>
                <a:lnTo>
                  <a:pt x="56" y="10659"/>
                </a:lnTo>
                <a:lnTo>
                  <a:pt x="164" y="9463"/>
                </a:lnTo>
                <a:lnTo>
                  <a:pt x="321" y="8270"/>
                </a:lnTo>
                <a:lnTo>
                  <a:pt x="519" y="7079"/>
                </a:lnTo>
                <a:lnTo>
                  <a:pt x="751" y="5893"/>
                </a:lnTo>
                <a:lnTo>
                  <a:pt x="1012" y="4707"/>
                </a:lnTo>
                <a:lnTo>
                  <a:pt x="1296" y="3527"/>
                </a:lnTo>
                <a:lnTo>
                  <a:pt x="1597" y="2348"/>
                </a:lnTo>
                <a:lnTo>
                  <a:pt x="1907" y="1173"/>
                </a:lnTo>
                <a:lnTo>
                  <a:pt x="2224" y="0"/>
                </a:lnTo>
                <a:close/>
              </a:path>
            </a:pathLst>
          </a:custGeom>
          <a:solidFill>
            <a:srgbClr val="9C8F91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5" name="contour_05993"/>
          <p:cNvSpPr/>
          <p:nvPr/>
        </p:nvSpPr>
        <p:spPr>
          <a:xfrm>
            <a:off x="2087452" y="4861090"/>
            <a:ext cx="80168" cy="88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5043" y="0"/>
                </a:lnTo>
                <a:lnTo>
                  <a:pt x="16349" y="0"/>
                </a:lnTo>
                <a:lnTo>
                  <a:pt x="17673" y="0"/>
                </a:lnTo>
                <a:lnTo>
                  <a:pt x="17592" y="841"/>
                </a:lnTo>
                <a:lnTo>
                  <a:pt x="17510" y="1687"/>
                </a:lnTo>
                <a:lnTo>
                  <a:pt x="17427" y="2546"/>
                </a:lnTo>
                <a:lnTo>
                  <a:pt x="17465" y="2951"/>
                </a:lnTo>
                <a:lnTo>
                  <a:pt x="17527" y="3668"/>
                </a:lnTo>
                <a:lnTo>
                  <a:pt x="17673" y="5311"/>
                </a:lnTo>
                <a:lnTo>
                  <a:pt x="18839" y="6024"/>
                </a:lnTo>
                <a:lnTo>
                  <a:pt x="19636" y="6446"/>
                </a:lnTo>
                <a:lnTo>
                  <a:pt x="20434" y="6743"/>
                </a:lnTo>
                <a:lnTo>
                  <a:pt x="21600" y="7081"/>
                </a:lnTo>
                <a:lnTo>
                  <a:pt x="20302" y="7081"/>
                </a:lnTo>
                <a:lnTo>
                  <a:pt x="18996" y="7081"/>
                </a:lnTo>
                <a:lnTo>
                  <a:pt x="17673" y="7081"/>
                </a:lnTo>
                <a:lnTo>
                  <a:pt x="17777" y="7949"/>
                </a:lnTo>
                <a:lnTo>
                  <a:pt x="17879" y="8830"/>
                </a:lnTo>
                <a:lnTo>
                  <a:pt x="17963" y="10118"/>
                </a:lnTo>
                <a:lnTo>
                  <a:pt x="18016" y="11357"/>
                </a:lnTo>
                <a:lnTo>
                  <a:pt x="18014" y="12552"/>
                </a:lnTo>
                <a:lnTo>
                  <a:pt x="17932" y="13711"/>
                </a:lnTo>
                <a:lnTo>
                  <a:pt x="17747" y="14837"/>
                </a:lnTo>
                <a:lnTo>
                  <a:pt x="17431" y="15938"/>
                </a:lnTo>
                <a:lnTo>
                  <a:pt x="16964" y="17018"/>
                </a:lnTo>
                <a:lnTo>
                  <a:pt x="16316" y="18084"/>
                </a:lnTo>
                <a:lnTo>
                  <a:pt x="15464" y="19141"/>
                </a:lnTo>
                <a:lnTo>
                  <a:pt x="14289" y="19938"/>
                </a:lnTo>
                <a:lnTo>
                  <a:pt x="13086" y="20550"/>
                </a:lnTo>
                <a:lnTo>
                  <a:pt x="11849" y="20996"/>
                </a:lnTo>
                <a:lnTo>
                  <a:pt x="10582" y="21304"/>
                </a:lnTo>
                <a:lnTo>
                  <a:pt x="9286" y="21490"/>
                </a:lnTo>
                <a:lnTo>
                  <a:pt x="7961" y="21582"/>
                </a:lnTo>
                <a:lnTo>
                  <a:pt x="6604" y="21600"/>
                </a:lnTo>
                <a:lnTo>
                  <a:pt x="5221" y="21565"/>
                </a:lnTo>
                <a:lnTo>
                  <a:pt x="3809" y="21501"/>
                </a:lnTo>
                <a:lnTo>
                  <a:pt x="2370" y="21430"/>
                </a:lnTo>
                <a:lnTo>
                  <a:pt x="1194" y="21338"/>
                </a:lnTo>
                <a:lnTo>
                  <a:pt x="0" y="21244"/>
                </a:lnTo>
                <a:lnTo>
                  <a:pt x="974" y="20915"/>
                </a:lnTo>
                <a:lnTo>
                  <a:pt x="1964" y="20580"/>
                </a:lnTo>
                <a:lnTo>
                  <a:pt x="2938" y="20031"/>
                </a:lnTo>
                <a:lnTo>
                  <a:pt x="3927" y="19474"/>
                </a:lnTo>
                <a:lnTo>
                  <a:pt x="3927" y="18304"/>
                </a:lnTo>
                <a:lnTo>
                  <a:pt x="3927" y="17126"/>
                </a:lnTo>
                <a:lnTo>
                  <a:pt x="3927" y="15933"/>
                </a:lnTo>
                <a:lnTo>
                  <a:pt x="4840" y="15549"/>
                </a:lnTo>
                <a:lnTo>
                  <a:pt x="5769" y="15158"/>
                </a:lnTo>
                <a:lnTo>
                  <a:pt x="6991" y="14542"/>
                </a:lnTo>
                <a:lnTo>
                  <a:pt x="7717" y="13956"/>
                </a:lnTo>
                <a:lnTo>
                  <a:pt x="8235" y="13058"/>
                </a:lnTo>
                <a:lnTo>
                  <a:pt x="8836" y="11507"/>
                </a:lnTo>
                <a:lnTo>
                  <a:pt x="9160" y="10629"/>
                </a:lnTo>
                <a:lnTo>
                  <a:pt x="9486" y="9748"/>
                </a:lnTo>
                <a:lnTo>
                  <a:pt x="9818" y="8852"/>
                </a:lnTo>
                <a:lnTo>
                  <a:pt x="10853" y="8468"/>
                </a:lnTo>
                <a:lnTo>
                  <a:pt x="11904" y="8076"/>
                </a:lnTo>
                <a:lnTo>
                  <a:pt x="12819" y="7582"/>
                </a:lnTo>
                <a:lnTo>
                  <a:pt x="13745" y="7081"/>
                </a:lnTo>
                <a:lnTo>
                  <a:pt x="13885" y="5885"/>
                </a:lnTo>
                <a:lnTo>
                  <a:pt x="13948" y="4714"/>
                </a:lnTo>
                <a:lnTo>
                  <a:pt x="13950" y="3555"/>
                </a:lnTo>
                <a:lnTo>
                  <a:pt x="13906" y="2392"/>
                </a:lnTo>
                <a:lnTo>
                  <a:pt x="13832" y="1213"/>
                </a:lnTo>
                <a:lnTo>
                  <a:pt x="13745" y="0"/>
                </a:lnTo>
                <a:close/>
              </a:path>
            </a:pathLst>
          </a:custGeom>
          <a:solidFill>
            <a:srgbClr val="816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6" name="contour_05994"/>
          <p:cNvSpPr/>
          <p:nvPr/>
        </p:nvSpPr>
        <p:spPr>
          <a:xfrm>
            <a:off x="10818466" y="4882954"/>
            <a:ext cx="116608" cy="53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597" y="1393"/>
                </a:lnTo>
                <a:lnTo>
                  <a:pt x="9102" y="2806"/>
                </a:lnTo>
                <a:lnTo>
                  <a:pt x="9949" y="4158"/>
                </a:lnTo>
                <a:lnTo>
                  <a:pt x="10796" y="5203"/>
                </a:lnTo>
                <a:lnTo>
                  <a:pt x="11652" y="5988"/>
                </a:lnTo>
                <a:lnTo>
                  <a:pt x="12524" y="6561"/>
                </a:lnTo>
                <a:lnTo>
                  <a:pt x="13424" y="6966"/>
                </a:lnTo>
                <a:lnTo>
                  <a:pt x="14359" y="7255"/>
                </a:lnTo>
                <a:lnTo>
                  <a:pt x="15337" y="7472"/>
                </a:lnTo>
                <a:lnTo>
                  <a:pt x="16369" y="7664"/>
                </a:lnTo>
                <a:lnTo>
                  <a:pt x="17125" y="7834"/>
                </a:lnTo>
                <a:lnTo>
                  <a:pt x="17893" y="8006"/>
                </a:lnTo>
                <a:lnTo>
                  <a:pt x="18819" y="8207"/>
                </a:lnTo>
                <a:lnTo>
                  <a:pt x="19745" y="8397"/>
                </a:lnTo>
                <a:lnTo>
                  <a:pt x="20673" y="8581"/>
                </a:lnTo>
                <a:lnTo>
                  <a:pt x="21600" y="8759"/>
                </a:lnTo>
                <a:lnTo>
                  <a:pt x="21129" y="10686"/>
                </a:lnTo>
                <a:lnTo>
                  <a:pt x="20643" y="12505"/>
                </a:lnTo>
                <a:lnTo>
                  <a:pt x="20127" y="14234"/>
                </a:lnTo>
                <a:lnTo>
                  <a:pt x="19572" y="15880"/>
                </a:lnTo>
                <a:lnTo>
                  <a:pt x="18966" y="17457"/>
                </a:lnTo>
                <a:lnTo>
                  <a:pt x="18295" y="18972"/>
                </a:lnTo>
                <a:lnTo>
                  <a:pt x="17550" y="20438"/>
                </a:lnTo>
                <a:lnTo>
                  <a:pt x="16625" y="20888"/>
                </a:lnTo>
                <a:lnTo>
                  <a:pt x="15718" y="21232"/>
                </a:lnTo>
                <a:lnTo>
                  <a:pt x="14824" y="21466"/>
                </a:lnTo>
                <a:lnTo>
                  <a:pt x="13939" y="21588"/>
                </a:lnTo>
                <a:lnTo>
                  <a:pt x="13057" y="21600"/>
                </a:lnTo>
                <a:lnTo>
                  <a:pt x="12172" y="21492"/>
                </a:lnTo>
                <a:lnTo>
                  <a:pt x="11279" y="21264"/>
                </a:lnTo>
                <a:lnTo>
                  <a:pt x="10373" y="20914"/>
                </a:lnTo>
                <a:lnTo>
                  <a:pt x="9450" y="20438"/>
                </a:lnTo>
                <a:lnTo>
                  <a:pt x="9331" y="19667"/>
                </a:lnTo>
                <a:lnTo>
                  <a:pt x="9202" y="18826"/>
                </a:lnTo>
                <a:lnTo>
                  <a:pt x="8996" y="17495"/>
                </a:lnTo>
                <a:lnTo>
                  <a:pt x="8651" y="15253"/>
                </a:lnTo>
                <a:lnTo>
                  <a:pt x="8100" y="11679"/>
                </a:lnTo>
                <a:lnTo>
                  <a:pt x="7195" y="11439"/>
                </a:lnTo>
                <a:lnTo>
                  <a:pt x="6295" y="11279"/>
                </a:lnTo>
                <a:lnTo>
                  <a:pt x="5399" y="11194"/>
                </a:lnTo>
                <a:lnTo>
                  <a:pt x="4502" y="11168"/>
                </a:lnTo>
                <a:lnTo>
                  <a:pt x="3607" y="11197"/>
                </a:lnTo>
                <a:lnTo>
                  <a:pt x="2709" y="11273"/>
                </a:lnTo>
                <a:lnTo>
                  <a:pt x="1810" y="11384"/>
                </a:lnTo>
                <a:lnTo>
                  <a:pt x="907" y="11521"/>
                </a:lnTo>
                <a:lnTo>
                  <a:pt x="0" y="11679"/>
                </a:lnTo>
                <a:lnTo>
                  <a:pt x="0" y="10231"/>
                </a:lnTo>
                <a:lnTo>
                  <a:pt x="0" y="8759"/>
                </a:lnTo>
                <a:lnTo>
                  <a:pt x="891" y="8759"/>
                </a:lnTo>
                <a:lnTo>
                  <a:pt x="1783" y="8759"/>
                </a:lnTo>
                <a:lnTo>
                  <a:pt x="2676" y="8759"/>
                </a:lnTo>
                <a:lnTo>
                  <a:pt x="3571" y="8759"/>
                </a:lnTo>
                <a:lnTo>
                  <a:pt x="4468" y="8759"/>
                </a:lnTo>
                <a:lnTo>
                  <a:pt x="5370" y="8759"/>
                </a:lnTo>
                <a:lnTo>
                  <a:pt x="6275" y="8759"/>
                </a:lnTo>
                <a:lnTo>
                  <a:pt x="7185" y="8759"/>
                </a:lnTo>
                <a:lnTo>
                  <a:pt x="8100" y="8759"/>
                </a:lnTo>
                <a:lnTo>
                  <a:pt x="8100" y="7025"/>
                </a:lnTo>
                <a:lnTo>
                  <a:pt x="8100" y="5285"/>
                </a:lnTo>
                <a:lnTo>
                  <a:pt x="8100" y="3539"/>
                </a:lnTo>
                <a:lnTo>
                  <a:pt x="8100" y="1778"/>
                </a:lnTo>
                <a:lnTo>
                  <a:pt x="8100" y="0"/>
                </a:lnTo>
                <a:close/>
              </a:path>
            </a:pathLst>
          </a:custGeom>
          <a:solidFill>
            <a:srgbClr val="404043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7" name="contour_05995"/>
          <p:cNvSpPr/>
          <p:nvPr/>
        </p:nvSpPr>
        <p:spPr>
          <a:xfrm>
            <a:off x="11088122" y="4846514"/>
            <a:ext cx="123896" cy="454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88" y="0"/>
                </a:moveTo>
                <a:lnTo>
                  <a:pt x="18543" y="686"/>
                </a:lnTo>
                <a:lnTo>
                  <a:pt x="19300" y="1376"/>
                </a:lnTo>
                <a:lnTo>
                  <a:pt x="20060" y="2066"/>
                </a:lnTo>
                <a:lnTo>
                  <a:pt x="20826" y="2763"/>
                </a:lnTo>
                <a:lnTo>
                  <a:pt x="21600" y="3467"/>
                </a:lnTo>
                <a:lnTo>
                  <a:pt x="21235" y="5714"/>
                </a:lnTo>
                <a:lnTo>
                  <a:pt x="20864" y="7954"/>
                </a:lnTo>
                <a:lnTo>
                  <a:pt x="20488" y="10186"/>
                </a:lnTo>
                <a:lnTo>
                  <a:pt x="20178" y="12059"/>
                </a:lnTo>
                <a:lnTo>
                  <a:pt x="19863" y="13962"/>
                </a:lnTo>
                <a:lnTo>
                  <a:pt x="19299" y="16115"/>
                </a:lnTo>
                <a:lnTo>
                  <a:pt x="18751" y="17703"/>
                </a:lnTo>
                <a:lnTo>
                  <a:pt x="18150" y="18899"/>
                </a:lnTo>
                <a:lnTo>
                  <a:pt x="17429" y="19873"/>
                </a:lnTo>
                <a:lnTo>
                  <a:pt x="16518" y="20803"/>
                </a:lnTo>
                <a:lnTo>
                  <a:pt x="15610" y="21087"/>
                </a:lnTo>
                <a:lnTo>
                  <a:pt x="14959" y="21264"/>
                </a:lnTo>
                <a:lnTo>
                  <a:pt x="14379" y="21364"/>
                </a:lnTo>
                <a:lnTo>
                  <a:pt x="13689" y="21416"/>
                </a:lnTo>
                <a:lnTo>
                  <a:pt x="12706" y="21454"/>
                </a:lnTo>
                <a:lnTo>
                  <a:pt x="12050" y="21503"/>
                </a:lnTo>
                <a:lnTo>
                  <a:pt x="11390" y="21551"/>
                </a:lnTo>
                <a:lnTo>
                  <a:pt x="10721" y="21600"/>
                </a:lnTo>
                <a:lnTo>
                  <a:pt x="9716" y="20993"/>
                </a:lnTo>
                <a:lnTo>
                  <a:pt x="8925" y="20144"/>
                </a:lnTo>
                <a:lnTo>
                  <a:pt x="8268" y="19034"/>
                </a:lnTo>
                <a:lnTo>
                  <a:pt x="7671" y="17634"/>
                </a:lnTo>
                <a:lnTo>
                  <a:pt x="7058" y="15921"/>
                </a:lnTo>
                <a:lnTo>
                  <a:pt x="6353" y="13868"/>
                </a:lnTo>
                <a:lnTo>
                  <a:pt x="5380" y="13026"/>
                </a:lnTo>
                <a:lnTo>
                  <a:pt x="4708" y="12520"/>
                </a:lnTo>
                <a:lnTo>
                  <a:pt x="4025" y="12145"/>
                </a:lnTo>
                <a:lnTo>
                  <a:pt x="3018" y="11701"/>
                </a:lnTo>
                <a:lnTo>
                  <a:pt x="2165" y="11310"/>
                </a:lnTo>
                <a:lnTo>
                  <a:pt x="1300" y="10914"/>
                </a:lnTo>
                <a:lnTo>
                  <a:pt x="656" y="10658"/>
                </a:lnTo>
                <a:lnTo>
                  <a:pt x="0" y="10401"/>
                </a:lnTo>
                <a:lnTo>
                  <a:pt x="233" y="8297"/>
                </a:lnTo>
                <a:lnTo>
                  <a:pt x="442" y="6875"/>
                </a:lnTo>
                <a:lnTo>
                  <a:pt x="748" y="5481"/>
                </a:lnTo>
                <a:lnTo>
                  <a:pt x="1271" y="3467"/>
                </a:lnTo>
                <a:lnTo>
                  <a:pt x="2189" y="3516"/>
                </a:lnTo>
                <a:lnTo>
                  <a:pt x="2864" y="3609"/>
                </a:lnTo>
                <a:lnTo>
                  <a:pt x="3492" y="3807"/>
                </a:lnTo>
                <a:lnTo>
                  <a:pt x="4270" y="4171"/>
                </a:lnTo>
                <a:lnTo>
                  <a:pt x="5400" y="4767"/>
                </a:lnTo>
                <a:lnTo>
                  <a:pt x="6242" y="5159"/>
                </a:lnTo>
                <a:lnTo>
                  <a:pt x="7082" y="5540"/>
                </a:lnTo>
                <a:lnTo>
                  <a:pt x="7920" y="5908"/>
                </a:lnTo>
                <a:lnTo>
                  <a:pt x="8756" y="6255"/>
                </a:lnTo>
                <a:lnTo>
                  <a:pt x="9593" y="6574"/>
                </a:lnTo>
                <a:lnTo>
                  <a:pt x="10430" y="6861"/>
                </a:lnTo>
                <a:lnTo>
                  <a:pt x="11271" y="7114"/>
                </a:lnTo>
                <a:lnTo>
                  <a:pt x="12115" y="7323"/>
                </a:lnTo>
                <a:lnTo>
                  <a:pt x="12964" y="7482"/>
                </a:lnTo>
                <a:lnTo>
                  <a:pt x="13818" y="7586"/>
                </a:lnTo>
                <a:lnTo>
                  <a:pt x="14561" y="7659"/>
                </a:lnTo>
                <a:lnTo>
                  <a:pt x="15317" y="7732"/>
                </a:lnTo>
                <a:lnTo>
                  <a:pt x="16191" y="7042"/>
                </a:lnTo>
                <a:lnTo>
                  <a:pt x="16712" y="5925"/>
                </a:lnTo>
                <a:lnTo>
                  <a:pt x="17322" y="3425"/>
                </a:lnTo>
                <a:lnTo>
                  <a:pt x="17553" y="1727"/>
                </a:lnTo>
                <a:lnTo>
                  <a:pt x="17788" y="0"/>
                </a:lnTo>
                <a:close/>
              </a:path>
            </a:pathLst>
          </a:custGeom>
          <a:solidFill>
            <a:srgbClr val="C8CED7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8" name="contour_05996"/>
          <p:cNvSpPr/>
          <p:nvPr/>
        </p:nvSpPr>
        <p:spPr>
          <a:xfrm>
            <a:off x="489283" y="4839051"/>
            <a:ext cx="67691" cy="52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49" y="72"/>
                </a:moveTo>
                <a:lnTo>
                  <a:pt x="16853" y="1495"/>
                </a:lnTo>
                <a:lnTo>
                  <a:pt x="16756" y="2926"/>
                </a:lnTo>
                <a:lnTo>
                  <a:pt x="16658" y="4379"/>
                </a:lnTo>
                <a:lnTo>
                  <a:pt x="16702" y="5065"/>
                </a:lnTo>
                <a:lnTo>
                  <a:pt x="16777" y="6278"/>
                </a:lnTo>
                <a:lnTo>
                  <a:pt x="16949" y="9057"/>
                </a:lnTo>
                <a:lnTo>
                  <a:pt x="18340" y="10111"/>
                </a:lnTo>
                <a:lnTo>
                  <a:pt x="19288" y="10773"/>
                </a:lnTo>
                <a:lnTo>
                  <a:pt x="20230" y="11327"/>
                </a:lnTo>
                <a:lnTo>
                  <a:pt x="21600" y="12052"/>
                </a:lnTo>
                <a:lnTo>
                  <a:pt x="20272" y="13630"/>
                </a:lnTo>
                <a:lnTo>
                  <a:pt x="18986" y="15083"/>
                </a:lnTo>
                <a:lnTo>
                  <a:pt x="17721" y="16404"/>
                </a:lnTo>
                <a:lnTo>
                  <a:pt x="16456" y="17593"/>
                </a:lnTo>
                <a:lnTo>
                  <a:pt x="15170" y="18638"/>
                </a:lnTo>
                <a:lnTo>
                  <a:pt x="13844" y="19533"/>
                </a:lnTo>
                <a:lnTo>
                  <a:pt x="12456" y="20279"/>
                </a:lnTo>
                <a:lnTo>
                  <a:pt x="10991" y="20863"/>
                </a:lnTo>
                <a:lnTo>
                  <a:pt x="9421" y="21283"/>
                </a:lnTo>
                <a:lnTo>
                  <a:pt x="7733" y="21531"/>
                </a:lnTo>
                <a:lnTo>
                  <a:pt x="5902" y="21600"/>
                </a:lnTo>
                <a:lnTo>
                  <a:pt x="4593" y="21486"/>
                </a:lnTo>
                <a:lnTo>
                  <a:pt x="3284" y="21357"/>
                </a:lnTo>
                <a:lnTo>
                  <a:pt x="1977" y="21211"/>
                </a:lnTo>
                <a:lnTo>
                  <a:pt x="670" y="21037"/>
                </a:lnTo>
                <a:lnTo>
                  <a:pt x="460" y="18994"/>
                </a:lnTo>
                <a:lnTo>
                  <a:pt x="277" y="16982"/>
                </a:lnTo>
                <a:lnTo>
                  <a:pt x="133" y="14990"/>
                </a:lnTo>
                <a:lnTo>
                  <a:pt x="37" y="13013"/>
                </a:lnTo>
                <a:lnTo>
                  <a:pt x="0" y="11043"/>
                </a:lnTo>
                <a:lnTo>
                  <a:pt x="35" y="9072"/>
                </a:lnTo>
                <a:lnTo>
                  <a:pt x="151" y="7089"/>
                </a:lnTo>
                <a:lnTo>
                  <a:pt x="358" y="5092"/>
                </a:lnTo>
                <a:lnTo>
                  <a:pt x="670" y="3067"/>
                </a:lnTo>
                <a:lnTo>
                  <a:pt x="2179" y="2061"/>
                </a:lnTo>
                <a:lnTo>
                  <a:pt x="3728" y="1297"/>
                </a:lnTo>
                <a:lnTo>
                  <a:pt x="5314" y="743"/>
                </a:lnTo>
                <a:lnTo>
                  <a:pt x="6928" y="371"/>
                </a:lnTo>
                <a:lnTo>
                  <a:pt x="8567" y="144"/>
                </a:lnTo>
                <a:lnTo>
                  <a:pt x="10226" y="33"/>
                </a:lnTo>
                <a:lnTo>
                  <a:pt x="11898" y="0"/>
                </a:lnTo>
                <a:lnTo>
                  <a:pt x="13579" y="18"/>
                </a:lnTo>
                <a:lnTo>
                  <a:pt x="15265" y="54"/>
                </a:lnTo>
                <a:lnTo>
                  <a:pt x="16949" y="72"/>
                </a:lnTo>
                <a:close/>
              </a:path>
            </a:pathLst>
          </a:custGeom>
          <a:solidFill>
            <a:srgbClr val="222121"/>
          </a:solidFill>
          <a:ln>
            <a:noFill/>
          </a:ln>
        </p:spPr>
        <p:txBody>
          <a:bodyPr/>
          <a:lstStyle/>
          <a:p/>
        </p:txBody>
      </p:sp>
      <p:sp>
        <p:nvSpPr>
          <p:cNvPr id="5999" name="contour_05997"/>
          <p:cNvSpPr/>
          <p:nvPr/>
        </p:nvSpPr>
        <p:spPr>
          <a:xfrm>
            <a:off x="10614402" y="4839226"/>
            <a:ext cx="102032" cy="66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565" y="0"/>
                </a:lnTo>
                <a:lnTo>
                  <a:pt x="12343" y="0"/>
                </a:lnTo>
                <a:lnTo>
                  <a:pt x="12343" y="1646"/>
                </a:lnTo>
                <a:lnTo>
                  <a:pt x="12343" y="3294"/>
                </a:lnTo>
                <a:lnTo>
                  <a:pt x="12343" y="4943"/>
                </a:lnTo>
                <a:lnTo>
                  <a:pt x="12343" y="6594"/>
                </a:lnTo>
                <a:lnTo>
                  <a:pt x="12343" y="8251"/>
                </a:lnTo>
                <a:lnTo>
                  <a:pt x="12343" y="9912"/>
                </a:lnTo>
                <a:lnTo>
                  <a:pt x="12343" y="11579"/>
                </a:lnTo>
                <a:lnTo>
                  <a:pt x="12343" y="13254"/>
                </a:lnTo>
                <a:lnTo>
                  <a:pt x="12343" y="14935"/>
                </a:lnTo>
                <a:lnTo>
                  <a:pt x="12343" y="16626"/>
                </a:lnTo>
                <a:lnTo>
                  <a:pt x="13361" y="16626"/>
                </a:lnTo>
                <a:lnTo>
                  <a:pt x="14381" y="16626"/>
                </a:lnTo>
                <a:lnTo>
                  <a:pt x="15401" y="16626"/>
                </a:lnTo>
                <a:lnTo>
                  <a:pt x="16424" y="16626"/>
                </a:lnTo>
                <a:lnTo>
                  <a:pt x="17450" y="16626"/>
                </a:lnTo>
                <a:lnTo>
                  <a:pt x="18480" y="16626"/>
                </a:lnTo>
                <a:lnTo>
                  <a:pt x="19514" y="16626"/>
                </a:lnTo>
                <a:lnTo>
                  <a:pt x="20554" y="16626"/>
                </a:lnTo>
                <a:lnTo>
                  <a:pt x="21600" y="16626"/>
                </a:lnTo>
                <a:lnTo>
                  <a:pt x="21600" y="17804"/>
                </a:lnTo>
                <a:lnTo>
                  <a:pt x="21600" y="19002"/>
                </a:lnTo>
                <a:lnTo>
                  <a:pt x="20552" y="19225"/>
                </a:lnTo>
                <a:lnTo>
                  <a:pt x="19505" y="19441"/>
                </a:lnTo>
                <a:lnTo>
                  <a:pt x="18457" y="19650"/>
                </a:lnTo>
                <a:lnTo>
                  <a:pt x="17408" y="19854"/>
                </a:lnTo>
                <a:lnTo>
                  <a:pt x="16359" y="20054"/>
                </a:lnTo>
                <a:lnTo>
                  <a:pt x="15310" y="20251"/>
                </a:lnTo>
                <a:lnTo>
                  <a:pt x="14261" y="20443"/>
                </a:lnTo>
                <a:lnTo>
                  <a:pt x="13210" y="20636"/>
                </a:lnTo>
                <a:lnTo>
                  <a:pt x="12855" y="20712"/>
                </a:lnTo>
                <a:lnTo>
                  <a:pt x="12230" y="20847"/>
                </a:lnTo>
                <a:lnTo>
                  <a:pt x="10797" y="21158"/>
                </a:lnTo>
                <a:lnTo>
                  <a:pt x="9746" y="21332"/>
                </a:lnTo>
                <a:lnTo>
                  <a:pt x="8722" y="21476"/>
                </a:lnTo>
                <a:lnTo>
                  <a:pt x="7710" y="21571"/>
                </a:lnTo>
                <a:lnTo>
                  <a:pt x="6701" y="21600"/>
                </a:lnTo>
                <a:lnTo>
                  <a:pt x="5676" y="21541"/>
                </a:lnTo>
                <a:lnTo>
                  <a:pt x="4629" y="21377"/>
                </a:lnTo>
                <a:lnTo>
                  <a:pt x="4038" y="19681"/>
                </a:lnTo>
                <a:lnTo>
                  <a:pt x="3663" y="18462"/>
                </a:lnTo>
                <a:lnTo>
                  <a:pt x="3428" y="17379"/>
                </a:lnTo>
                <a:lnTo>
                  <a:pt x="3260" y="16090"/>
                </a:lnTo>
                <a:lnTo>
                  <a:pt x="3086" y="14251"/>
                </a:lnTo>
                <a:lnTo>
                  <a:pt x="2115" y="13294"/>
                </a:lnTo>
                <a:lnTo>
                  <a:pt x="1472" y="12729"/>
                </a:lnTo>
                <a:lnTo>
                  <a:pt x="862" y="12330"/>
                </a:lnTo>
                <a:lnTo>
                  <a:pt x="0" y="11876"/>
                </a:lnTo>
                <a:lnTo>
                  <a:pt x="926" y="10498"/>
                </a:lnTo>
                <a:lnTo>
                  <a:pt x="1622" y="9769"/>
                </a:lnTo>
                <a:lnTo>
                  <a:pt x="2436" y="9439"/>
                </a:lnTo>
                <a:lnTo>
                  <a:pt x="3718" y="9268"/>
                </a:lnTo>
                <a:lnTo>
                  <a:pt x="4561" y="9297"/>
                </a:lnTo>
                <a:lnTo>
                  <a:pt x="5408" y="9325"/>
                </a:lnTo>
                <a:lnTo>
                  <a:pt x="6267" y="9354"/>
                </a:lnTo>
                <a:lnTo>
                  <a:pt x="7114" y="9375"/>
                </a:lnTo>
                <a:lnTo>
                  <a:pt x="7966" y="9396"/>
                </a:lnTo>
                <a:lnTo>
                  <a:pt x="8830" y="9418"/>
                </a:lnTo>
                <a:lnTo>
                  <a:pt x="9808" y="9458"/>
                </a:lnTo>
                <a:lnTo>
                  <a:pt x="10800" y="9501"/>
                </a:lnTo>
                <a:lnTo>
                  <a:pt x="10800" y="7933"/>
                </a:lnTo>
                <a:lnTo>
                  <a:pt x="10800" y="6363"/>
                </a:lnTo>
                <a:lnTo>
                  <a:pt x="10800" y="4786"/>
                </a:lnTo>
                <a:lnTo>
                  <a:pt x="10800" y="3202"/>
                </a:lnTo>
                <a:lnTo>
                  <a:pt x="10800" y="1608"/>
                </a:lnTo>
                <a:lnTo>
                  <a:pt x="10800" y="0"/>
                </a:lnTo>
                <a:close/>
              </a:path>
            </a:pathLst>
          </a:custGeom>
          <a:solidFill>
            <a:srgbClr val="ADB1B5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0" name="contour_05998"/>
          <p:cNvSpPr/>
          <p:nvPr/>
        </p:nvSpPr>
        <p:spPr>
          <a:xfrm>
            <a:off x="7159894" y="4789180"/>
            <a:ext cx="74775" cy="72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32" y="1345"/>
                </a:moveTo>
                <a:lnTo>
                  <a:pt x="9046" y="2702"/>
                </a:lnTo>
                <a:lnTo>
                  <a:pt x="9926" y="3707"/>
                </a:lnTo>
                <a:lnTo>
                  <a:pt x="10425" y="4660"/>
                </a:lnTo>
                <a:lnTo>
                  <a:pt x="10705" y="5860"/>
                </a:lnTo>
                <a:lnTo>
                  <a:pt x="10920" y="7610"/>
                </a:lnTo>
                <a:lnTo>
                  <a:pt x="10726" y="9099"/>
                </a:lnTo>
                <a:lnTo>
                  <a:pt x="10526" y="10607"/>
                </a:lnTo>
                <a:lnTo>
                  <a:pt x="12015" y="10607"/>
                </a:lnTo>
                <a:lnTo>
                  <a:pt x="13505" y="10607"/>
                </a:lnTo>
                <a:lnTo>
                  <a:pt x="15000" y="10607"/>
                </a:lnTo>
                <a:lnTo>
                  <a:pt x="16501" y="10607"/>
                </a:lnTo>
                <a:lnTo>
                  <a:pt x="18008" y="10607"/>
                </a:lnTo>
                <a:lnTo>
                  <a:pt x="19524" y="10607"/>
                </a:lnTo>
                <a:lnTo>
                  <a:pt x="21053" y="10607"/>
                </a:lnTo>
                <a:lnTo>
                  <a:pt x="21356" y="13081"/>
                </a:lnTo>
                <a:lnTo>
                  <a:pt x="21539" y="14824"/>
                </a:lnTo>
                <a:lnTo>
                  <a:pt x="21600" y="16077"/>
                </a:lnTo>
                <a:lnTo>
                  <a:pt x="21539" y="17084"/>
                </a:lnTo>
                <a:lnTo>
                  <a:pt x="21356" y="18085"/>
                </a:lnTo>
                <a:lnTo>
                  <a:pt x="21053" y="19325"/>
                </a:lnTo>
                <a:lnTo>
                  <a:pt x="19728" y="20236"/>
                </a:lnTo>
                <a:lnTo>
                  <a:pt x="18415" y="20892"/>
                </a:lnTo>
                <a:lnTo>
                  <a:pt x="17078" y="21319"/>
                </a:lnTo>
                <a:lnTo>
                  <a:pt x="15688" y="21548"/>
                </a:lnTo>
                <a:lnTo>
                  <a:pt x="14217" y="21600"/>
                </a:lnTo>
                <a:lnTo>
                  <a:pt x="12632" y="21504"/>
                </a:lnTo>
                <a:lnTo>
                  <a:pt x="11352" y="20726"/>
                </a:lnTo>
                <a:lnTo>
                  <a:pt x="10198" y="19863"/>
                </a:lnTo>
                <a:lnTo>
                  <a:pt x="9164" y="18915"/>
                </a:lnTo>
                <a:lnTo>
                  <a:pt x="8248" y="17875"/>
                </a:lnTo>
                <a:lnTo>
                  <a:pt x="7440" y="16742"/>
                </a:lnTo>
                <a:lnTo>
                  <a:pt x="6735" y="15511"/>
                </a:lnTo>
                <a:lnTo>
                  <a:pt x="6126" y="14177"/>
                </a:lnTo>
                <a:lnTo>
                  <a:pt x="5608" y="12736"/>
                </a:lnTo>
                <a:lnTo>
                  <a:pt x="5373" y="11612"/>
                </a:lnTo>
                <a:lnTo>
                  <a:pt x="5131" y="10472"/>
                </a:lnTo>
                <a:lnTo>
                  <a:pt x="4720" y="8759"/>
                </a:lnTo>
                <a:lnTo>
                  <a:pt x="4276" y="7331"/>
                </a:lnTo>
                <a:lnTo>
                  <a:pt x="3756" y="6118"/>
                </a:lnTo>
                <a:lnTo>
                  <a:pt x="3114" y="5041"/>
                </a:lnTo>
                <a:lnTo>
                  <a:pt x="2303" y="4025"/>
                </a:lnTo>
                <a:lnTo>
                  <a:pt x="1280" y="3001"/>
                </a:lnTo>
                <a:lnTo>
                  <a:pt x="0" y="1890"/>
                </a:lnTo>
                <a:lnTo>
                  <a:pt x="1406" y="848"/>
                </a:lnTo>
                <a:lnTo>
                  <a:pt x="2558" y="229"/>
                </a:lnTo>
                <a:lnTo>
                  <a:pt x="3604" y="0"/>
                </a:lnTo>
                <a:lnTo>
                  <a:pt x="4697" y="131"/>
                </a:lnTo>
                <a:lnTo>
                  <a:pt x="5987" y="588"/>
                </a:lnTo>
                <a:lnTo>
                  <a:pt x="7632" y="1345"/>
                </a:lnTo>
                <a:close/>
              </a:path>
            </a:pathLst>
          </a:custGeom>
          <a:solidFill>
            <a:srgbClr val="726643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1" name="contour_05999"/>
          <p:cNvSpPr/>
          <p:nvPr/>
        </p:nvSpPr>
        <p:spPr>
          <a:xfrm>
            <a:off x="8194796" y="4802335"/>
            <a:ext cx="59995" cy="733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15" y="0"/>
                </a:moveTo>
                <a:lnTo>
                  <a:pt x="18462" y="43"/>
                </a:lnTo>
                <a:lnTo>
                  <a:pt x="19719" y="88"/>
                </a:lnTo>
                <a:lnTo>
                  <a:pt x="20991" y="133"/>
                </a:lnTo>
                <a:lnTo>
                  <a:pt x="21178" y="1586"/>
                </a:lnTo>
                <a:lnTo>
                  <a:pt x="21343" y="3025"/>
                </a:lnTo>
                <a:lnTo>
                  <a:pt x="21477" y="4454"/>
                </a:lnTo>
                <a:lnTo>
                  <a:pt x="21566" y="5875"/>
                </a:lnTo>
                <a:lnTo>
                  <a:pt x="21600" y="7294"/>
                </a:lnTo>
                <a:lnTo>
                  <a:pt x="21571" y="8713"/>
                </a:lnTo>
                <a:lnTo>
                  <a:pt x="21466" y="10137"/>
                </a:lnTo>
                <a:lnTo>
                  <a:pt x="21277" y="11569"/>
                </a:lnTo>
                <a:lnTo>
                  <a:pt x="20991" y="13013"/>
                </a:lnTo>
                <a:lnTo>
                  <a:pt x="19362" y="13732"/>
                </a:lnTo>
                <a:lnTo>
                  <a:pt x="17829" y="14205"/>
                </a:lnTo>
                <a:lnTo>
                  <a:pt x="16292" y="14488"/>
                </a:lnTo>
                <a:lnTo>
                  <a:pt x="14644" y="14640"/>
                </a:lnTo>
                <a:lnTo>
                  <a:pt x="12786" y="14724"/>
                </a:lnTo>
                <a:lnTo>
                  <a:pt x="11650" y="14939"/>
                </a:lnTo>
                <a:lnTo>
                  <a:pt x="10496" y="15160"/>
                </a:lnTo>
                <a:lnTo>
                  <a:pt x="10496" y="16577"/>
                </a:lnTo>
                <a:lnTo>
                  <a:pt x="10496" y="18006"/>
                </a:lnTo>
                <a:lnTo>
                  <a:pt x="10496" y="19453"/>
                </a:lnTo>
                <a:lnTo>
                  <a:pt x="8766" y="20095"/>
                </a:lnTo>
                <a:lnTo>
                  <a:pt x="7407" y="20445"/>
                </a:lnTo>
                <a:lnTo>
                  <a:pt x="5248" y="20795"/>
                </a:lnTo>
                <a:lnTo>
                  <a:pt x="3781" y="21035"/>
                </a:lnTo>
                <a:lnTo>
                  <a:pt x="2291" y="21280"/>
                </a:lnTo>
                <a:lnTo>
                  <a:pt x="1721" y="21362"/>
                </a:lnTo>
                <a:lnTo>
                  <a:pt x="0" y="21600"/>
                </a:lnTo>
                <a:lnTo>
                  <a:pt x="0" y="20181"/>
                </a:lnTo>
                <a:lnTo>
                  <a:pt x="0" y="18762"/>
                </a:lnTo>
                <a:lnTo>
                  <a:pt x="0" y="17339"/>
                </a:lnTo>
                <a:lnTo>
                  <a:pt x="0" y="15907"/>
                </a:lnTo>
                <a:lnTo>
                  <a:pt x="0" y="14467"/>
                </a:lnTo>
                <a:lnTo>
                  <a:pt x="0" y="13013"/>
                </a:lnTo>
                <a:lnTo>
                  <a:pt x="1244" y="13234"/>
                </a:lnTo>
                <a:lnTo>
                  <a:pt x="2498" y="13458"/>
                </a:lnTo>
                <a:lnTo>
                  <a:pt x="3771" y="13683"/>
                </a:lnTo>
                <a:lnTo>
                  <a:pt x="5124" y="13462"/>
                </a:lnTo>
                <a:lnTo>
                  <a:pt x="6489" y="13239"/>
                </a:lnTo>
                <a:lnTo>
                  <a:pt x="7872" y="13013"/>
                </a:lnTo>
                <a:lnTo>
                  <a:pt x="8410" y="11661"/>
                </a:lnTo>
                <a:lnTo>
                  <a:pt x="8843" y="10321"/>
                </a:lnTo>
                <a:lnTo>
                  <a:pt x="9194" y="8980"/>
                </a:lnTo>
                <a:lnTo>
                  <a:pt x="9480" y="7627"/>
                </a:lnTo>
                <a:lnTo>
                  <a:pt x="9724" y="6251"/>
                </a:lnTo>
                <a:lnTo>
                  <a:pt x="9942" y="4839"/>
                </a:lnTo>
                <a:lnTo>
                  <a:pt x="10441" y="3070"/>
                </a:lnTo>
                <a:lnTo>
                  <a:pt x="11110" y="1801"/>
                </a:lnTo>
                <a:lnTo>
                  <a:pt x="12036" y="947"/>
                </a:lnTo>
                <a:lnTo>
                  <a:pt x="13306" y="416"/>
                </a:lnTo>
                <a:lnTo>
                  <a:pt x="15003" y="131"/>
                </a:lnTo>
                <a:lnTo>
                  <a:pt x="17215" y="0"/>
                </a:lnTo>
                <a:close/>
              </a:path>
            </a:pathLst>
          </a:custGeom>
          <a:solidFill>
            <a:srgbClr val="E1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2" name="contour_06000"/>
          <p:cNvSpPr/>
          <p:nvPr/>
        </p:nvSpPr>
        <p:spPr>
          <a:xfrm>
            <a:off x="5075529" y="4810074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20531" y="12100"/>
                </a:lnTo>
                <a:lnTo>
                  <a:pt x="19729" y="12892"/>
                </a:lnTo>
                <a:lnTo>
                  <a:pt x="18803" y="13489"/>
                </a:lnTo>
                <a:lnTo>
                  <a:pt x="17347" y="14216"/>
                </a:lnTo>
                <a:lnTo>
                  <a:pt x="16027" y="14897"/>
                </a:lnTo>
                <a:lnTo>
                  <a:pt x="14690" y="15588"/>
                </a:lnTo>
                <a:lnTo>
                  <a:pt x="13990" y="15908"/>
                </a:lnTo>
                <a:lnTo>
                  <a:pt x="11880" y="16877"/>
                </a:lnTo>
                <a:lnTo>
                  <a:pt x="11180" y="17226"/>
                </a:lnTo>
                <a:lnTo>
                  <a:pt x="9070" y="18288"/>
                </a:lnTo>
                <a:lnTo>
                  <a:pt x="7692" y="18968"/>
                </a:lnTo>
                <a:lnTo>
                  <a:pt x="6312" y="19642"/>
                </a:lnTo>
                <a:lnTo>
                  <a:pt x="4929" y="20300"/>
                </a:lnTo>
                <a:lnTo>
                  <a:pt x="3545" y="20952"/>
                </a:lnTo>
                <a:lnTo>
                  <a:pt x="2160" y="21600"/>
                </a:lnTo>
                <a:lnTo>
                  <a:pt x="1922" y="19224"/>
                </a:lnTo>
                <a:lnTo>
                  <a:pt x="1685" y="16844"/>
                </a:lnTo>
                <a:lnTo>
                  <a:pt x="1447" y="14465"/>
                </a:lnTo>
                <a:lnTo>
                  <a:pt x="1207" y="12078"/>
                </a:lnTo>
                <a:lnTo>
                  <a:pt x="968" y="9684"/>
                </a:lnTo>
                <a:lnTo>
                  <a:pt x="728" y="7279"/>
                </a:lnTo>
                <a:lnTo>
                  <a:pt x="486" y="4867"/>
                </a:lnTo>
                <a:lnTo>
                  <a:pt x="244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0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3" name="contour_06001"/>
          <p:cNvSpPr/>
          <p:nvPr/>
        </p:nvSpPr>
        <p:spPr>
          <a:xfrm>
            <a:off x="7823102" y="4797532"/>
            <a:ext cx="72880" cy="579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06" y="315"/>
                </a:moveTo>
                <a:lnTo>
                  <a:pt x="19662" y="859"/>
                </a:lnTo>
                <a:lnTo>
                  <a:pt x="20624" y="1405"/>
                </a:lnTo>
                <a:lnTo>
                  <a:pt x="21600" y="1959"/>
                </a:lnTo>
                <a:lnTo>
                  <a:pt x="21300" y="4051"/>
                </a:lnTo>
                <a:lnTo>
                  <a:pt x="20971" y="6048"/>
                </a:lnTo>
                <a:lnTo>
                  <a:pt x="20600" y="7958"/>
                </a:lnTo>
                <a:lnTo>
                  <a:pt x="20164" y="9789"/>
                </a:lnTo>
                <a:lnTo>
                  <a:pt x="19645" y="11547"/>
                </a:lnTo>
                <a:lnTo>
                  <a:pt x="19027" y="13243"/>
                </a:lnTo>
                <a:lnTo>
                  <a:pt x="18293" y="14881"/>
                </a:lnTo>
                <a:lnTo>
                  <a:pt x="17418" y="16473"/>
                </a:lnTo>
                <a:lnTo>
                  <a:pt x="16390" y="18024"/>
                </a:lnTo>
                <a:lnTo>
                  <a:pt x="15187" y="19546"/>
                </a:lnTo>
                <a:lnTo>
                  <a:pt x="13764" y="20331"/>
                </a:lnTo>
                <a:lnTo>
                  <a:pt x="12301" y="20902"/>
                </a:lnTo>
                <a:lnTo>
                  <a:pt x="10809" y="21288"/>
                </a:lnTo>
                <a:lnTo>
                  <a:pt x="9288" y="21510"/>
                </a:lnTo>
                <a:lnTo>
                  <a:pt x="7750" y="21600"/>
                </a:lnTo>
                <a:lnTo>
                  <a:pt x="6201" y="21581"/>
                </a:lnTo>
                <a:lnTo>
                  <a:pt x="4644" y="21483"/>
                </a:lnTo>
                <a:lnTo>
                  <a:pt x="3087" y="21331"/>
                </a:lnTo>
                <a:lnTo>
                  <a:pt x="1538" y="21154"/>
                </a:lnTo>
                <a:lnTo>
                  <a:pt x="0" y="20978"/>
                </a:lnTo>
                <a:lnTo>
                  <a:pt x="555" y="19280"/>
                </a:lnTo>
                <a:lnTo>
                  <a:pt x="1184" y="17514"/>
                </a:lnTo>
                <a:lnTo>
                  <a:pt x="1888" y="15704"/>
                </a:lnTo>
                <a:lnTo>
                  <a:pt x="2663" y="13873"/>
                </a:lnTo>
                <a:lnTo>
                  <a:pt x="3510" y="12050"/>
                </a:lnTo>
                <a:lnTo>
                  <a:pt x="4426" y="10262"/>
                </a:lnTo>
                <a:lnTo>
                  <a:pt x="5413" y="8531"/>
                </a:lnTo>
                <a:lnTo>
                  <a:pt x="6465" y="6890"/>
                </a:lnTo>
                <a:lnTo>
                  <a:pt x="7582" y="5361"/>
                </a:lnTo>
                <a:lnTo>
                  <a:pt x="8763" y="3970"/>
                </a:lnTo>
                <a:lnTo>
                  <a:pt x="10007" y="2741"/>
                </a:lnTo>
                <a:lnTo>
                  <a:pt x="11312" y="1706"/>
                </a:lnTo>
                <a:lnTo>
                  <a:pt x="12677" y="888"/>
                </a:lnTo>
                <a:lnTo>
                  <a:pt x="14100" y="315"/>
                </a:lnTo>
                <a:lnTo>
                  <a:pt x="15580" y="8"/>
                </a:lnTo>
                <a:lnTo>
                  <a:pt x="17116" y="0"/>
                </a:lnTo>
                <a:lnTo>
                  <a:pt x="18706" y="315"/>
                </a:lnTo>
                <a:close/>
              </a:path>
            </a:pathLst>
          </a:custGeom>
          <a:solidFill>
            <a:srgbClr val="E1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4" name="contour_06002"/>
          <p:cNvSpPr/>
          <p:nvPr/>
        </p:nvSpPr>
        <p:spPr>
          <a:xfrm>
            <a:off x="10731010" y="4742478"/>
            <a:ext cx="80168" cy="44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66"/>
                </a:moveTo>
                <a:lnTo>
                  <a:pt x="21298" y="4955"/>
                </a:lnTo>
                <a:lnTo>
                  <a:pt x="21040" y="8013"/>
                </a:lnTo>
                <a:lnTo>
                  <a:pt x="20787" y="10333"/>
                </a:lnTo>
                <a:lnTo>
                  <a:pt x="20496" y="12114"/>
                </a:lnTo>
                <a:lnTo>
                  <a:pt x="20131" y="13548"/>
                </a:lnTo>
                <a:lnTo>
                  <a:pt x="19648" y="14838"/>
                </a:lnTo>
                <a:lnTo>
                  <a:pt x="19008" y="16181"/>
                </a:lnTo>
                <a:lnTo>
                  <a:pt x="18171" y="17769"/>
                </a:lnTo>
                <a:lnTo>
                  <a:pt x="16775" y="19238"/>
                </a:lnTo>
                <a:lnTo>
                  <a:pt x="15487" y="20338"/>
                </a:lnTo>
                <a:lnTo>
                  <a:pt x="14248" y="21090"/>
                </a:lnTo>
                <a:lnTo>
                  <a:pt x="13001" y="21505"/>
                </a:lnTo>
                <a:lnTo>
                  <a:pt x="11690" y="21600"/>
                </a:lnTo>
                <a:lnTo>
                  <a:pt x="10256" y="21396"/>
                </a:lnTo>
                <a:lnTo>
                  <a:pt x="8644" y="20901"/>
                </a:lnTo>
                <a:lnTo>
                  <a:pt x="7387" y="20141"/>
                </a:lnTo>
                <a:lnTo>
                  <a:pt x="6140" y="19358"/>
                </a:lnTo>
                <a:lnTo>
                  <a:pt x="4901" y="18549"/>
                </a:lnTo>
                <a:lnTo>
                  <a:pt x="3670" y="17716"/>
                </a:lnTo>
                <a:lnTo>
                  <a:pt x="2443" y="16852"/>
                </a:lnTo>
                <a:lnTo>
                  <a:pt x="1221" y="15956"/>
                </a:lnTo>
                <a:lnTo>
                  <a:pt x="0" y="15024"/>
                </a:lnTo>
                <a:lnTo>
                  <a:pt x="791" y="12079"/>
                </a:lnTo>
                <a:lnTo>
                  <a:pt x="1657" y="9528"/>
                </a:lnTo>
                <a:lnTo>
                  <a:pt x="2596" y="7345"/>
                </a:lnTo>
                <a:lnTo>
                  <a:pt x="3599" y="5507"/>
                </a:lnTo>
                <a:lnTo>
                  <a:pt x="4671" y="3982"/>
                </a:lnTo>
                <a:lnTo>
                  <a:pt x="5805" y="2748"/>
                </a:lnTo>
                <a:lnTo>
                  <a:pt x="6996" y="1778"/>
                </a:lnTo>
                <a:lnTo>
                  <a:pt x="8247" y="1047"/>
                </a:lnTo>
                <a:lnTo>
                  <a:pt x="9551" y="531"/>
                </a:lnTo>
                <a:lnTo>
                  <a:pt x="10906" y="200"/>
                </a:lnTo>
                <a:lnTo>
                  <a:pt x="12310" y="32"/>
                </a:lnTo>
                <a:lnTo>
                  <a:pt x="13761" y="0"/>
                </a:lnTo>
                <a:lnTo>
                  <a:pt x="15254" y="77"/>
                </a:lnTo>
                <a:lnTo>
                  <a:pt x="16787" y="235"/>
                </a:lnTo>
                <a:lnTo>
                  <a:pt x="18358" y="457"/>
                </a:lnTo>
                <a:lnTo>
                  <a:pt x="19962" y="706"/>
                </a:lnTo>
                <a:lnTo>
                  <a:pt x="21600" y="966"/>
                </a:lnTo>
                <a:close/>
              </a:path>
            </a:pathLst>
          </a:custGeom>
          <a:solidFill>
            <a:srgbClr val="F3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5" name="contour_06003"/>
          <p:cNvSpPr/>
          <p:nvPr/>
        </p:nvSpPr>
        <p:spPr>
          <a:xfrm>
            <a:off x="10298912" y="4649739"/>
            <a:ext cx="5312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6" y="0"/>
                </a:moveTo>
                <a:lnTo>
                  <a:pt x="2617" y="0"/>
                </a:lnTo>
                <a:lnTo>
                  <a:pt x="4383" y="0"/>
                </a:lnTo>
                <a:lnTo>
                  <a:pt x="6155" y="0"/>
                </a:lnTo>
                <a:lnTo>
                  <a:pt x="7942" y="0"/>
                </a:lnTo>
                <a:lnTo>
                  <a:pt x="9747" y="0"/>
                </a:lnTo>
                <a:lnTo>
                  <a:pt x="9504" y="1026"/>
                </a:lnTo>
                <a:lnTo>
                  <a:pt x="9255" y="2058"/>
                </a:lnTo>
                <a:lnTo>
                  <a:pt x="9006" y="3106"/>
                </a:lnTo>
                <a:lnTo>
                  <a:pt x="9249" y="4221"/>
                </a:lnTo>
                <a:lnTo>
                  <a:pt x="9498" y="5342"/>
                </a:lnTo>
                <a:lnTo>
                  <a:pt x="9747" y="6480"/>
                </a:lnTo>
                <a:lnTo>
                  <a:pt x="11690" y="7078"/>
                </a:lnTo>
                <a:lnTo>
                  <a:pt x="13602" y="7534"/>
                </a:lnTo>
                <a:lnTo>
                  <a:pt x="15513" y="7884"/>
                </a:lnTo>
                <a:lnTo>
                  <a:pt x="17460" y="8160"/>
                </a:lnTo>
                <a:lnTo>
                  <a:pt x="19475" y="8402"/>
                </a:lnTo>
                <a:lnTo>
                  <a:pt x="21600" y="8640"/>
                </a:lnTo>
                <a:lnTo>
                  <a:pt x="21274" y="10066"/>
                </a:lnTo>
                <a:lnTo>
                  <a:pt x="20948" y="11493"/>
                </a:lnTo>
                <a:lnTo>
                  <a:pt x="20622" y="12921"/>
                </a:lnTo>
                <a:lnTo>
                  <a:pt x="20293" y="14353"/>
                </a:lnTo>
                <a:lnTo>
                  <a:pt x="19964" y="15790"/>
                </a:lnTo>
                <a:lnTo>
                  <a:pt x="19635" y="17232"/>
                </a:lnTo>
                <a:lnTo>
                  <a:pt x="19303" y="18680"/>
                </a:lnTo>
                <a:lnTo>
                  <a:pt x="18971" y="20136"/>
                </a:lnTo>
                <a:lnTo>
                  <a:pt x="18637" y="21600"/>
                </a:lnTo>
                <a:lnTo>
                  <a:pt x="17902" y="20531"/>
                </a:lnTo>
                <a:lnTo>
                  <a:pt x="17167" y="19457"/>
                </a:lnTo>
                <a:lnTo>
                  <a:pt x="16423" y="18375"/>
                </a:lnTo>
                <a:lnTo>
                  <a:pt x="15673" y="17280"/>
                </a:lnTo>
                <a:lnTo>
                  <a:pt x="13569" y="17070"/>
                </a:lnTo>
                <a:lnTo>
                  <a:pt x="12076" y="16958"/>
                </a:lnTo>
                <a:lnTo>
                  <a:pt x="10484" y="16904"/>
                </a:lnTo>
                <a:lnTo>
                  <a:pt x="8081" y="16874"/>
                </a:lnTo>
                <a:lnTo>
                  <a:pt x="5702" y="16610"/>
                </a:lnTo>
                <a:lnTo>
                  <a:pt x="4155" y="16338"/>
                </a:lnTo>
                <a:lnTo>
                  <a:pt x="2765" y="15898"/>
                </a:lnTo>
                <a:lnTo>
                  <a:pt x="856" y="15120"/>
                </a:lnTo>
                <a:lnTo>
                  <a:pt x="489" y="13593"/>
                </a:lnTo>
                <a:lnTo>
                  <a:pt x="228" y="12079"/>
                </a:lnTo>
                <a:lnTo>
                  <a:pt x="71" y="10573"/>
                </a:lnTo>
                <a:lnTo>
                  <a:pt x="0" y="9074"/>
                </a:lnTo>
                <a:lnTo>
                  <a:pt x="9" y="7577"/>
                </a:lnTo>
                <a:lnTo>
                  <a:pt x="86" y="6078"/>
                </a:lnTo>
                <a:lnTo>
                  <a:pt x="219" y="4575"/>
                </a:lnTo>
                <a:lnTo>
                  <a:pt x="400" y="3063"/>
                </a:lnTo>
                <a:lnTo>
                  <a:pt x="616" y="1540"/>
                </a:lnTo>
                <a:lnTo>
                  <a:pt x="856" y="0"/>
                </a:lnTo>
                <a:close/>
              </a:path>
            </a:pathLst>
          </a:custGeom>
          <a:solidFill>
            <a:srgbClr val="303234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6" name="contour_06004"/>
          <p:cNvSpPr/>
          <p:nvPr/>
        </p:nvSpPr>
        <p:spPr>
          <a:xfrm>
            <a:off x="8260381" y="4677892"/>
            <a:ext cx="102032" cy="447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06" y="14"/>
                </a:moveTo>
                <a:lnTo>
                  <a:pt x="5411" y="11"/>
                </a:lnTo>
                <a:lnTo>
                  <a:pt x="6937" y="0"/>
                </a:lnTo>
                <a:lnTo>
                  <a:pt x="7466" y="11"/>
                </a:lnTo>
                <a:lnTo>
                  <a:pt x="9064" y="42"/>
                </a:lnTo>
                <a:lnTo>
                  <a:pt x="10103" y="21"/>
                </a:lnTo>
                <a:lnTo>
                  <a:pt x="11156" y="0"/>
                </a:lnTo>
                <a:lnTo>
                  <a:pt x="13093" y="18"/>
                </a:lnTo>
                <a:lnTo>
                  <a:pt x="14663" y="56"/>
                </a:lnTo>
                <a:lnTo>
                  <a:pt x="15932" y="141"/>
                </a:lnTo>
                <a:lnTo>
                  <a:pt x="16959" y="292"/>
                </a:lnTo>
                <a:lnTo>
                  <a:pt x="17811" y="539"/>
                </a:lnTo>
                <a:lnTo>
                  <a:pt x="18547" y="901"/>
                </a:lnTo>
                <a:lnTo>
                  <a:pt x="19232" y="1404"/>
                </a:lnTo>
                <a:lnTo>
                  <a:pt x="19926" y="2073"/>
                </a:lnTo>
                <a:lnTo>
                  <a:pt x="20694" y="2932"/>
                </a:lnTo>
                <a:lnTo>
                  <a:pt x="21600" y="4002"/>
                </a:lnTo>
                <a:lnTo>
                  <a:pt x="21600" y="6328"/>
                </a:lnTo>
                <a:lnTo>
                  <a:pt x="21600" y="8669"/>
                </a:lnTo>
                <a:lnTo>
                  <a:pt x="21600" y="11041"/>
                </a:lnTo>
                <a:lnTo>
                  <a:pt x="20562" y="10858"/>
                </a:lnTo>
                <a:lnTo>
                  <a:pt x="19509" y="10668"/>
                </a:lnTo>
                <a:lnTo>
                  <a:pt x="18257" y="10569"/>
                </a:lnTo>
                <a:lnTo>
                  <a:pt x="17062" y="10545"/>
                </a:lnTo>
                <a:lnTo>
                  <a:pt x="15919" y="10598"/>
                </a:lnTo>
                <a:lnTo>
                  <a:pt x="14822" y="10731"/>
                </a:lnTo>
                <a:lnTo>
                  <a:pt x="13764" y="10964"/>
                </a:lnTo>
                <a:lnTo>
                  <a:pt x="12741" y="11291"/>
                </a:lnTo>
                <a:lnTo>
                  <a:pt x="11744" y="11724"/>
                </a:lnTo>
                <a:lnTo>
                  <a:pt x="10771" y="12273"/>
                </a:lnTo>
                <a:lnTo>
                  <a:pt x="9814" y="12942"/>
                </a:lnTo>
                <a:lnTo>
                  <a:pt x="8867" y="13741"/>
                </a:lnTo>
                <a:lnTo>
                  <a:pt x="7926" y="14673"/>
                </a:lnTo>
                <a:lnTo>
                  <a:pt x="6983" y="15747"/>
                </a:lnTo>
                <a:lnTo>
                  <a:pt x="6033" y="16968"/>
                </a:lnTo>
                <a:lnTo>
                  <a:pt x="5071" y="18348"/>
                </a:lnTo>
                <a:lnTo>
                  <a:pt x="4090" y="19889"/>
                </a:lnTo>
                <a:lnTo>
                  <a:pt x="3086" y="21600"/>
                </a:lnTo>
                <a:lnTo>
                  <a:pt x="2669" y="19460"/>
                </a:lnTo>
                <a:lnTo>
                  <a:pt x="2259" y="17317"/>
                </a:lnTo>
                <a:lnTo>
                  <a:pt x="1851" y="15170"/>
                </a:lnTo>
                <a:lnTo>
                  <a:pt x="1447" y="13019"/>
                </a:lnTo>
                <a:lnTo>
                  <a:pt x="1142" y="11425"/>
                </a:lnTo>
                <a:lnTo>
                  <a:pt x="835" y="9820"/>
                </a:lnTo>
                <a:lnTo>
                  <a:pt x="525" y="8194"/>
                </a:lnTo>
                <a:lnTo>
                  <a:pt x="264" y="6114"/>
                </a:lnTo>
                <a:lnTo>
                  <a:pt x="0" y="4002"/>
                </a:lnTo>
                <a:lnTo>
                  <a:pt x="983" y="1950"/>
                </a:lnTo>
                <a:lnTo>
                  <a:pt x="1797" y="760"/>
                </a:lnTo>
                <a:lnTo>
                  <a:pt x="2612" y="197"/>
                </a:lnTo>
                <a:lnTo>
                  <a:pt x="3592" y="28"/>
                </a:lnTo>
                <a:lnTo>
                  <a:pt x="4906" y="14"/>
                </a:lnTo>
                <a:close/>
              </a:path>
            </a:pathLst>
          </a:custGeom>
          <a:solidFill>
            <a:srgbClr val="3C3A37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7" name="contour_06005"/>
          <p:cNvSpPr/>
          <p:nvPr/>
        </p:nvSpPr>
        <p:spPr>
          <a:xfrm>
            <a:off x="9878315" y="4590363"/>
            <a:ext cx="72880" cy="61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90" y="56"/>
                </a:moveTo>
                <a:lnTo>
                  <a:pt x="11439" y="125"/>
                </a:lnTo>
                <a:lnTo>
                  <a:pt x="12910" y="196"/>
                </a:lnTo>
                <a:lnTo>
                  <a:pt x="13459" y="239"/>
                </a:lnTo>
                <a:lnTo>
                  <a:pt x="15120" y="374"/>
                </a:lnTo>
                <a:lnTo>
                  <a:pt x="14768" y="746"/>
                </a:lnTo>
                <a:lnTo>
                  <a:pt x="13703" y="1865"/>
                </a:lnTo>
                <a:lnTo>
                  <a:pt x="12798" y="2860"/>
                </a:lnTo>
                <a:lnTo>
                  <a:pt x="11880" y="3873"/>
                </a:lnTo>
                <a:lnTo>
                  <a:pt x="10975" y="4850"/>
                </a:lnTo>
                <a:lnTo>
                  <a:pt x="10057" y="5840"/>
                </a:lnTo>
                <a:lnTo>
                  <a:pt x="9366" y="6939"/>
                </a:lnTo>
                <a:lnTo>
                  <a:pt x="8947" y="7865"/>
                </a:lnTo>
                <a:lnTo>
                  <a:pt x="8731" y="8967"/>
                </a:lnTo>
                <a:lnTo>
                  <a:pt x="8651" y="10595"/>
                </a:lnTo>
                <a:lnTo>
                  <a:pt x="8640" y="13096"/>
                </a:lnTo>
                <a:lnTo>
                  <a:pt x="10066" y="13096"/>
                </a:lnTo>
                <a:lnTo>
                  <a:pt x="11493" y="13096"/>
                </a:lnTo>
                <a:lnTo>
                  <a:pt x="12921" y="13096"/>
                </a:lnTo>
                <a:lnTo>
                  <a:pt x="14353" y="13096"/>
                </a:lnTo>
                <a:lnTo>
                  <a:pt x="15790" y="13096"/>
                </a:lnTo>
                <a:lnTo>
                  <a:pt x="17232" y="13096"/>
                </a:lnTo>
                <a:lnTo>
                  <a:pt x="18680" y="13096"/>
                </a:lnTo>
                <a:lnTo>
                  <a:pt x="20136" y="13096"/>
                </a:lnTo>
                <a:lnTo>
                  <a:pt x="21600" y="13096"/>
                </a:lnTo>
                <a:lnTo>
                  <a:pt x="21600" y="14608"/>
                </a:lnTo>
                <a:lnTo>
                  <a:pt x="21600" y="16124"/>
                </a:lnTo>
                <a:lnTo>
                  <a:pt x="21600" y="17646"/>
                </a:lnTo>
                <a:lnTo>
                  <a:pt x="21600" y="19180"/>
                </a:lnTo>
                <a:lnTo>
                  <a:pt x="21600" y="20730"/>
                </a:lnTo>
                <a:lnTo>
                  <a:pt x="20120" y="20944"/>
                </a:lnTo>
                <a:lnTo>
                  <a:pt x="18660" y="21134"/>
                </a:lnTo>
                <a:lnTo>
                  <a:pt x="17217" y="21302"/>
                </a:lnTo>
                <a:lnTo>
                  <a:pt x="15785" y="21437"/>
                </a:lnTo>
                <a:lnTo>
                  <a:pt x="14364" y="21536"/>
                </a:lnTo>
                <a:lnTo>
                  <a:pt x="12945" y="21592"/>
                </a:lnTo>
                <a:lnTo>
                  <a:pt x="11528" y="21600"/>
                </a:lnTo>
                <a:lnTo>
                  <a:pt x="10107" y="21557"/>
                </a:lnTo>
                <a:lnTo>
                  <a:pt x="8679" y="21452"/>
                </a:lnTo>
                <a:lnTo>
                  <a:pt x="7242" y="21282"/>
                </a:lnTo>
                <a:lnTo>
                  <a:pt x="5789" y="21045"/>
                </a:lnTo>
                <a:lnTo>
                  <a:pt x="4320" y="20730"/>
                </a:lnTo>
                <a:lnTo>
                  <a:pt x="3311" y="19185"/>
                </a:lnTo>
                <a:lnTo>
                  <a:pt x="2449" y="17628"/>
                </a:lnTo>
                <a:lnTo>
                  <a:pt x="1726" y="16048"/>
                </a:lnTo>
                <a:lnTo>
                  <a:pt x="1138" y="14432"/>
                </a:lnTo>
                <a:lnTo>
                  <a:pt x="678" y="12773"/>
                </a:lnTo>
                <a:lnTo>
                  <a:pt x="339" y="11058"/>
                </a:lnTo>
                <a:lnTo>
                  <a:pt x="117" y="9275"/>
                </a:lnTo>
                <a:lnTo>
                  <a:pt x="6" y="7412"/>
                </a:lnTo>
                <a:lnTo>
                  <a:pt x="0" y="5463"/>
                </a:lnTo>
                <a:lnTo>
                  <a:pt x="1043" y="3814"/>
                </a:lnTo>
                <a:lnTo>
                  <a:pt x="2069" y="2514"/>
                </a:lnTo>
                <a:lnTo>
                  <a:pt x="3115" y="1524"/>
                </a:lnTo>
                <a:lnTo>
                  <a:pt x="4221" y="812"/>
                </a:lnTo>
                <a:lnTo>
                  <a:pt x="5422" y="344"/>
                </a:lnTo>
                <a:lnTo>
                  <a:pt x="6759" y="84"/>
                </a:lnTo>
                <a:lnTo>
                  <a:pt x="8268" y="0"/>
                </a:lnTo>
                <a:lnTo>
                  <a:pt x="9990" y="56"/>
                </a:lnTo>
                <a:close/>
              </a:path>
            </a:pathLst>
          </a:custGeom>
          <a:solidFill>
            <a:srgbClr val="C7CED2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8" name="contour_06006"/>
          <p:cNvSpPr/>
          <p:nvPr/>
        </p:nvSpPr>
        <p:spPr>
          <a:xfrm>
            <a:off x="9594084" y="4547707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93" y="376"/>
                </a:lnTo>
                <a:lnTo>
                  <a:pt x="15055" y="689"/>
                </a:lnTo>
                <a:lnTo>
                  <a:pt x="15949" y="1107"/>
                </a:lnTo>
                <a:lnTo>
                  <a:pt x="17280" y="1800"/>
                </a:lnTo>
                <a:lnTo>
                  <a:pt x="17801" y="3008"/>
                </a:lnTo>
                <a:lnTo>
                  <a:pt x="18116" y="3879"/>
                </a:lnTo>
                <a:lnTo>
                  <a:pt x="18356" y="4838"/>
                </a:lnTo>
                <a:lnTo>
                  <a:pt x="18647" y="6307"/>
                </a:lnTo>
                <a:lnTo>
                  <a:pt x="18829" y="7196"/>
                </a:lnTo>
                <a:lnTo>
                  <a:pt x="19010" y="8089"/>
                </a:lnTo>
                <a:lnTo>
                  <a:pt x="19196" y="8996"/>
                </a:lnTo>
                <a:lnTo>
                  <a:pt x="19364" y="9927"/>
                </a:lnTo>
                <a:lnTo>
                  <a:pt x="19537" y="10863"/>
                </a:lnTo>
                <a:lnTo>
                  <a:pt x="19710" y="11812"/>
                </a:lnTo>
                <a:lnTo>
                  <a:pt x="19896" y="12749"/>
                </a:lnTo>
                <a:lnTo>
                  <a:pt x="20086" y="13694"/>
                </a:lnTo>
                <a:lnTo>
                  <a:pt x="20276" y="14650"/>
                </a:lnTo>
                <a:lnTo>
                  <a:pt x="20503" y="15808"/>
                </a:lnTo>
                <a:lnTo>
                  <a:pt x="20727" y="16965"/>
                </a:lnTo>
                <a:lnTo>
                  <a:pt x="20950" y="18124"/>
                </a:lnTo>
                <a:lnTo>
                  <a:pt x="21170" y="19282"/>
                </a:lnTo>
                <a:lnTo>
                  <a:pt x="21386" y="20441"/>
                </a:lnTo>
                <a:lnTo>
                  <a:pt x="21600" y="21600"/>
                </a:lnTo>
                <a:lnTo>
                  <a:pt x="20256" y="21204"/>
                </a:lnTo>
                <a:lnTo>
                  <a:pt x="18917" y="20801"/>
                </a:lnTo>
                <a:lnTo>
                  <a:pt x="17578" y="20394"/>
                </a:lnTo>
                <a:lnTo>
                  <a:pt x="16243" y="19984"/>
                </a:lnTo>
                <a:lnTo>
                  <a:pt x="15247" y="19683"/>
                </a:lnTo>
                <a:lnTo>
                  <a:pt x="14245" y="19381"/>
                </a:lnTo>
                <a:lnTo>
                  <a:pt x="13228" y="19073"/>
                </a:lnTo>
                <a:lnTo>
                  <a:pt x="12023" y="18540"/>
                </a:lnTo>
                <a:lnTo>
                  <a:pt x="10800" y="18000"/>
                </a:lnTo>
                <a:lnTo>
                  <a:pt x="10476" y="16553"/>
                </a:lnTo>
                <a:lnTo>
                  <a:pt x="10314" y="15548"/>
                </a:lnTo>
                <a:lnTo>
                  <a:pt x="10314" y="14728"/>
                </a:lnTo>
                <a:lnTo>
                  <a:pt x="10476" y="13831"/>
                </a:lnTo>
                <a:lnTo>
                  <a:pt x="10800" y="12600"/>
                </a:lnTo>
                <a:lnTo>
                  <a:pt x="9463" y="12823"/>
                </a:lnTo>
                <a:lnTo>
                  <a:pt x="8126" y="13046"/>
                </a:lnTo>
                <a:lnTo>
                  <a:pt x="6785" y="13270"/>
                </a:lnTo>
                <a:lnTo>
                  <a:pt x="5441" y="13493"/>
                </a:lnTo>
                <a:lnTo>
                  <a:pt x="4091" y="13718"/>
                </a:lnTo>
                <a:lnTo>
                  <a:pt x="2735" y="13945"/>
                </a:lnTo>
                <a:lnTo>
                  <a:pt x="1372" y="14171"/>
                </a:lnTo>
                <a:lnTo>
                  <a:pt x="0" y="14400"/>
                </a:lnTo>
                <a:lnTo>
                  <a:pt x="276" y="13115"/>
                </a:lnTo>
                <a:lnTo>
                  <a:pt x="527" y="12191"/>
                </a:lnTo>
                <a:lnTo>
                  <a:pt x="855" y="11371"/>
                </a:lnTo>
                <a:lnTo>
                  <a:pt x="1365" y="10393"/>
                </a:lnTo>
                <a:lnTo>
                  <a:pt x="2160" y="9000"/>
                </a:lnTo>
                <a:lnTo>
                  <a:pt x="3648" y="8633"/>
                </a:lnTo>
                <a:lnTo>
                  <a:pt x="4767" y="8429"/>
                </a:lnTo>
                <a:lnTo>
                  <a:pt x="6480" y="8212"/>
                </a:lnTo>
                <a:lnTo>
                  <a:pt x="8193" y="7960"/>
                </a:lnTo>
                <a:lnTo>
                  <a:pt x="9312" y="7697"/>
                </a:lnTo>
                <a:lnTo>
                  <a:pt x="10800" y="7200"/>
                </a:lnTo>
                <a:lnTo>
                  <a:pt x="11452" y="6010"/>
                </a:lnTo>
                <a:lnTo>
                  <a:pt x="11932" y="4864"/>
                </a:lnTo>
                <a:lnTo>
                  <a:pt x="12282" y="3724"/>
                </a:lnTo>
                <a:lnTo>
                  <a:pt x="12543" y="2556"/>
                </a:lnTo>
                <a:lnTo>
                  <a:pt x="12755" y="1327"/>
                </a:lnTo>
                <a:lnTo>
                  <a:pt x="12960" y="0"/>
                </a:lnTo>
                <a:close/>
              </a:path>
            </a:pathLst>
          </a:custGeom>
          <a:solidFill>
            <a:srgbClr val="F9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09" name="contour_06007"/>
          <p:cNvSpPr/>
          <p:nvPr/>
        </p:nvSpPr>
        <p:spPr>
          <a:xfrm>
            <a:off x="6868375" y="4524596"/>
            <a:ext cx="73827" cy="533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61" y="505"/>
                </a:moveTo>
                <a:lnTo>
                  <a:pt x="12195" y="218"/>
                </a:lnTo>
                <a:lnTo>
                  <a:pt x="13715" y="56"/>
                </a:lnTo>
                <a:lnTo>
                  <a:pt x="15229" y="0"/>
                </a:lnTo>
                <a:lnTo>
                  <a:pt x="16741" y="35"/>
                </a:lnTo>
                <a:lnTo>
                  <a:pt x="18257" y="142"/>
                </a:lnTo>
                <a:lnTo>
                  <a:pt x="19783" y="304"/>
                </a:lnTo>
                <a:lnTo>
                  <a:pt x="21323" y="505"/>
                </a:lnTo>
                <a:lnTo>
                  <a:pt x="21491" y="4083"/>
                </a:lnTo>
                <a:lnTo>
                  <a:pt x="21589" y="6823"/>
                </a:lnTo>
                <a:lnTo>
                  <a:pt x="21600" y="8902"/>
                </a:lnTo>
                <a:lnTo>
                  <a:pt x="21504" y="10493"/>
                </a:lnTo>
                <a:lnTo>
                  <a:pt x="21280" y="11771"/>
                </a:lnTo>
                <a:lnTo>
                  <a:pt x="20909" y="12917"/>
                </a:lnTo>
                <a:lnTo>
                  <a:pt x="20372" y="14104"/>
                </a:lnTo>
                <a:lnTo>
                  <a:pt x="19649" y="15509"/>
                </a:lnTo>
                <a:lnTo>
                  <a:pt x="18419" y="16699"/>
                </a:lnTo>
                <a:lnTo>
                  <a:pt x="17225" y="17659"/>
                </a:lnTo>
                <a:lnTo>
                  <a:pt x="16043" y="18429"/>
                </a:lnTo>
                <a:lnTo>
                  <a:pt x="14849" y="19043"/>
                </a:lnTo>
                <a:lnTo>
                  <a:pt x="13619" y="19530"/>
                </a:lnTo>
                <a:lnTo>
                  <a:pt x="12327" y="19935"/>
                </a:lnTo>
                <a:lnTo>
                  <a:pt x="10949" y="20283"/>
                </a:lnTo>
                <a:lnTo>
                  <a:pt x="9463" y="20617"/>
                </a:lnTo>
                <a:lnTo>
                  <a:pt x="8872" y="20762"/>
                </a:lnTo>
                <a:lnTo>
                  <a:pt x="7834" y="21015"/>
                </a:lnTo>
                <a:lnTo>
                  <a:pt x="5457" y="21600"/>
                </a:lnTo>
                <a:lnTo>
                  <a:pt x="4358" y="21458"/>
                </a:lnTo>
                <a:lnTo>
                  <a:pt x="3252" y="21317"/>
                </a:lnTo>
                <a:lnTo>
                  <a:pt x="2132" y="21172"/>
                </a:lnTo>
                <a:lnTo>
                  <a:pt x="1324" y="19096"/>
                </a:lnTo>
                <a:lnTo>
                  <a:pt x="808" y="17599"/>
                </a:lnTo>
                <a:lnTo>
                  <a:pt x="484" y="16253"/>
                </a:lnTo>
                <a:lnTo>
                  <a:pt x="249" y="14632"/>
                </a:lnTo>
                <a:lnTo>
                  <a:pt x="0" y="12315"/>
                </a:lnTo>
                <a:lnTo>
                  <a:pt x="1192" y="10251"/>
                </a:lnTo>
                <a:lnTo>
                  <a:pt x="2032" y="8946"/>
                </a:lnTo>
                <a:lnTo>
                  <a:pt x="2923" y="7851"/>
                </a:lnTo>
                <a:lnTo>
                  <a:pt x="4265" y="6410"/>
                </a:lnTo>
                <a:lnTo>
                  <a:pt x="4265" y="8361"/>
                </a:lnTo>
                <a:lnTo>
                  <a:pt x="4265" y="10325"/>
                </a:lnTo>
                <a:lnTo>
                  <a:pt x="4265" y="12315"/>
                </a:lnTo>
                <a:lnTo>
                  <a:pt x="5457" y="11751"/>
                </a:lnTo>
                <a:lnTo>
                  <a:pt x="6297" y="11255"/>
                </a:lnTo>
                <a:lnTo>
                  <a:pt x="7188" y="10552"/>
                </a:lnTo>
                <a:lnTo>
                  <a:pt x="8529" y="9362"/>
                </a:lnTo>
                <a:lnTo>
                  <a:pt x="8749" y="7839"/>
                </a:lnTo>
                <a:lnTo>
                  <a:pt x="8971" y="6303"/>
                </a:lnTo>
                <a:lnTo>
                  <a:pt x="9194" y="4750"/>
                </a:lnTo>
                <a:lnTo>
                  <a:pt x="9678" y="3348"/>
                </a:lnTo>
                <a:lnTo>
                  <a:pt x="10167" y="1937"/>
                </a:lnTo>
                <a:lnTo>
                  <a:pt x="10661" y="505"/>
                </a:lnTo>
                <a:close/>
              </a:path>
            </a:pathLst>
          </a:custGeom>
          <a:solidFill>
            <a:srgbClr val="888B8A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0" name="contour_06008"/>
          <p:cNvSpPr/>
          <p:nvPr/>
        </p:nvSpPr>
        <p:spPr>
          <a:xfrm>
            <a:off x="1416957" y="4494329"/>
            <a:ext cx="80168" cy="606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41"/>
                </a:moveTo>
                <a:lnTo>
                  <a:pt x="20610" y="1329"/>
                </a:lnTo>
                <a:lnTo>
                  <a:pt x="19605" y="1824"/>
                </a:lnTo>
                <a:lnTo>
                  <a:pt x="18647" y="2623"/>
                </a:lnTo>
                <a:lnTo>
                  <a:pt x="17673" y="3436"/>
                </a:lnTo>
                <a:lnTo>
                  <a:pt x="17745" y="4175"/>
                </a:lnTo>
                <a:lnTo>
                  <a:pt x="17871" y="5480"/>
                </a:lnTo>
                <a:lnTo>
                  <a:pt x="18164" y="8465"/>
                </a:lnTo>
                <a:lnTo>
                  <a:pt x="18232" y="10528"/>
                </a:lnTo>
                <a:lnTo>
                  <a:pt x="18105" y="11916"/>
                </a:lnTo>
                <a:lnTo>
                  <a:pt x="17673" y="13815"/>
                </a:lnTo>
                <a:lnTo>
                  <a:pt x="16422" y="14661"/>
                </a:lnTo>
                <a:lnTo>
                  <a:pt x="15157" y="15406"/>
                </a:lnTo>
                <a:lnTo>
                  <a:pt x="13875" y="16065"/>
                </a:lnTo>
                <a:lnTo>
                  <a:pt x="12579" y="16654"/>
                </a:lnTo>
                <a:lnTo>
                  <a:pt x="11267" y="17183"/>
                </a:lnTo>
                <a:lnTo>
                  <a:pt x="9942" y="17669"/>
                </a:lnTo>
                <a:lnTo>
                  <a:pt x="8605" y="18123"/>
                </a:lnTo>
                <a:lnTo>
                  <a:pt x="7254" y="18564"/>
                </a:lnTo>
                <a:lnTo>
                  <a:pt x="5891" y="19005"/>
                </a:lnTo>
                <a:lnTo>
                  <a:pt x="4709" y="19514"/>
                </a:lnTo>
                <a:lnTo>
                  <a:pt x="3531" y="20025"/>
                </a:lnTo>
                <a:lnTo>
                  <a:pt x="2350" y="20544"/>
                </a:lnTo>
                <a:lnTo>
                  <a:pt x="1174" y="21068"/>
                </a:lnTo>
                <a:lnTo>
                  <a:pt x="0" y="21600"/>
                </a:lnTo>
                <a:lnTo>
                  <a:pt x="273" y="19701"/>
                </a:lnTo>
                <a:lnTo>
                  <a:pt x="571" y="17848"/>
                </a:lnTo>
                <a:lnTo>
                  <a:pt x="907" y="16042"/>
                </a:lnTo>
                <a:lnTo>
                  <a:pt x="1284" y="14275"/>
                </a:lnTo>
                <a:lnTo>
                  <a:pt x="1712" y="12544"/>
                </a:lnTo>
                <a:lnTo>
                  <a:pt x="2195" y="10849"/>
                </a:lnTo>
                <a:lnTo>
                  <a:pt x="2741" y="9189"/>
                </a:lnTo>
                <a:lnTo>
                  <a:pt x="3358" y="7554"/>
                </a:lnTo>
                <a:lnTo>
                  <a:pt x="4051" y="5942"/>
                </a:lnTo>
                <a:lnTo>
                  <a:pt x="4829" y="4357"/>
                </a:lnTo>
                <a:lnTo>
                  <a:pt x="5698" y="2787"/>
                </a:lnTo>
                <a:lnTo>
                  <a:pt x="6875" y="1863"/>
                </a:lnTo>
                <a:lnTo>
                  <a:pt x="8104" y="1155"/>
                </a:lnTo>
                <a:lnTo>
                  <a:pt x="9376" y="636"/>
                </a:lnTo>
                <a:lnTo>
                  <a:pt x="10684" y="285"/>
                </a:lnTo>
                <a:lnTo>
                  <a:pt x="12023" y="80"/>
                </a:lnTo>
                <a:lnTo>
                  <a:pt x="13384" y="0"/>
                </a:lnTo>
                <a:lnTo>
                  <a:pt x="14759" y="18"/>
                </a:lnTo>
                <a:lnTo>
                  <a:pt x="16141" y="117"/>
                </a:lnTo>
                <a:lnTo>
                  <a:pt x="17523" y="270"/>
                </a:lnTo>
                <a:lnTo>
                  <a:pt x="18900" y="457"/>
                </a:lnTo>
                <a:lnTo>
                  <a:pt x="20261" y="654"/>
                </a:lnTo>
                <a:lnTo>
                  <a:pt x="21600" y="841"/>
                </a:lnTo>
                <a:close/>
              </a:path>
            </a:pathLst>
          </a:custGeom>
          <a:solidFill>
            <a:srgbClr val="DFC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1" name="contour_06009"/>
          <p:cNvSpPr/>
          <p:nvPr/>
        </p:nvSpPr>
        <p:spPr>
          <a:xfrm>
            <a:off x="4244698" y="4452963"/>
            <a:ext cx="1311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992" y="2814"/>
                </a:lnTo>
                <a:lnTo>
                  <a:pt x="20587" y="5014"/>
                </a:lnTo>
                <a:lnTo>
                  <a:pt x="21014" y="6779"/>
                </a:lnTo>
                <a:lnTo>
                  <a:pt x="21300" y="8294"/>
                </a:lnTo>
                <a:lnTo>
                  <a:pt x="21474" y="9732"/>
                </a:lnTo>
                <a:lnTo>
                  <a:pt x="21563" y="11281"/>
                </a:lnTo>
                <a:lnTo>
                  <a:pt x="21595" y="13120"/>
                </a:lnTo>
                <a:lnTo>
                  <a:pt x="21600" y="15429"/>
                </a:lnTo>
                <a:lnTo>
                  <a:pt x="21218" y="15373"/>
                </a:lnTo>
                <a:lnTo>
                  <a:pt x="20068" y="15213"/>
                </a:lnTo>
                <a:lnTo>
                  <a:pt x="19409" y="15157"/>
                </a:lnTo>
                <a:lnTo>
                  <a:pt x="18746" y="15101"/>
                </a:lnTo>
                <a:lnTo>
                  <a:pt x="18074" y="15043"/>
                </a:lnTo>
                <a:lnTo>
                  <a:pt x="17419" y="14972"/>
                </a:lnTo>
                <a:lnTo>
                  <a:pt x="16760" y="14901"/>
                </a:lnTo>
                <a:lnTo>
                  <a:pt x="16092" y="14827"/>
                </a:lnTo>
                <a:lnTo>
                  <a:pt x="15671" y="14975"/>
                </a:lnTo>
                <a:lnTo>
                  <a:pt x="14400" y="15429"/>
                </a:lnTo>
                <a:lnTo>
                  <a:pt x="13915" y="17274"/>
                </a:lnTo>
                <a:lnTo>
                  <a:pt x="13628" y="18533"/>
                </a:lnTo>
                <a:lnTo>
                  <a:pt x="13427" y="19783"/>
                </a:lnTo>
                <a:lnTo>
                  <a:pt x="13200" y="21600"/>
                </a:lnTo>
                <a:lnTo>
                  <a:pt x="13200" y="19560"/>
                </a:lnTo>
                <a:lnTo>
                  <a:pt x="13200" y="17508"/>
                </a:lnTo>
                <a:lnTo>
                  <a:pt x="13200" y="15429"/>
                </a:lnTo>
                <a:lnTo>
                  <a:pt x="12383" y="15429"/>
                </a:lnTo>
                <a:lnTo>
                  <a:pt x="11567" y="15429"/>
                </a:lnTo>
                <a:lnTo>
                  <a:pt x="10748" y="15429"/>
                </a:lnTo>
                <a:lnTo>
                  <a:pt x="9931" y="15429"/>
                </a:lnTo>
                <a:lnTo>
                  <a:pt x="9113" y="15429"/>
                </a:lnTo>
                <a:lnTo>
                  <a:pt x="8292" y="15429"/>
                </a:lnTo>
                <a:lnTo>
                  <a:pt x="7471" y="15429"/>
                </a:lnTo>
                <a:lnTo>
                  <a:pt x="6649" y="15429"/>
                </a:lnTo>
                <a:lnTo>
                  <a:pt x="5826" y="15429"/>
                </a:lnTo>
                <a:lnTo>
                  <a:pt x="5000" y="15429"/>
                </a:lnTo>
                <a:lnTo>
                  <a:pt x="4172" y="15429"/>
                </a:lnTo>
                <a:lnTo>
                  <a:pt x="3343" y="15429"/>
                </a:lnTo>
                <a:lnTo>
                  <a:pt x="2512" y="15429"/>
                </a:lnTo>
                <a:lnTo>
                  <a:pt x="1678" y="15429"/>
                </a:lnTo>
                <a:lnTo>
                  <a:pt x="840" y="15429"/>
                </a:lnTo>
                <a:lnTo>
                  <a:pt x="0" y="15429"/>
                </a:lnTo>
                <a:lnTo>
                  <a:pt x="0" y="13389"/>
                </a:lnTo>
                <a:lnTo>
                  <a:pt x="0" y="11337"/>
                </a:lnTo>
                <a:lnTo>
                  <a:pt x="0" y="9257"/>
                </a:lnTo>
                <a:lnTo>
                  <a:pt x="253" y="9316"/>
                </a:lnTo>
                <a:lnTo>
                  <a:pt x="701" y="9415"/>
                </a:lnTo>
                <a:lnTo>
                  <a:pt x="1726" y="9643"/>
                </a:lnTo>
                <a:lnTo>
                  <a:pt x="2000" y="9584"/>
                </a:lnTo>
                <a:lnTo>
                  <a:pt x="2486" y="9485"/>
                </a:lnTo>
                <a:lnTo>
                  <a:pt x="3600" y="9257"/>
                </a:lnTo>
                <a:lnTo>
                  <a:pt x="3860" y="7631"/>
                </a:lnTo>
                <a:lnTo>
                  <a:pt x="4126" y="5980"/>
                </a:lnTo>
                <a:lnTo>
                  <a:pt x="4460" y="4542"/>
                </a:lnTo>
                <a:lnTo>
                  <a:pt x="4800" y="3086"/>
                </a:lnTo>
                <a:lnTo>
                  <a:pt x="5648" y="3194"/>
                </a:lnTo>
                <a:lnTo>
                  <a:pt x="6476" y="3434"/>
                </a:lnTo>
                <a:lnTo>
                  <a:pt x="7285" y="3832"/>
                </a:lnTo>
                <a:lnTo>
                  <a:pt x="8074" y="4406"/>
                </a:lnTo>
                <a:lnTo>
                  <a:pt x="8845" y="5181"/>
                </a:lnTo>
                <a:lnTo>
                  <a:pt x="9600" y="6171"/>
                </a:lnTo>
                <a:lnTo>
                  <a:pt x="9600" y="8211"/>
                </a:lnTo>
                <a:lnTo>
                  <a:pt x="9600" y="10263"/>
                </a:lnTo>
                <a:lnTo>
                  <a:pt x="9600" y="12343"/>
                </a:lnTo>
                <a:lnTo>
                  <a:pt x="10392" y="12343"/>
                </a:lnTo>
                <a:lnTo>
                  <a:pt x="11185" y="12343"/>
                </a:lnTo>
                <a:lnTo>
                  <a:pt x="11978" y="12343"/>
                </a:lnTo>
                <a:lnTo>
                  <a:pt x="12774" y="12343"/>
                </a:lnTo>
                <a:lnTo>
                  <a:pt x="13572" y="12343"/>
                </a:lnTo>
                <a:lnTo>
                  <a:pt x="14374" y="12343"/>
                </a:lnTo>
                <a:lnTo>
                  <a:pt x="15178" y="12343"/>
                </a:lnTo>
                <a:lnTo>
                  <a:pt x="15986" y="12343"/>
                </a:lnTo>
                <a:lnTo>
                  <a:pt x="16800" y="12343"/>
                </a:lnTo>
                <a:lnTo>
                  <a:pt x="16800" y="10510"/>
                </a:lnTo>
                <a:lnTo>
                  <a:pt x="16800" y="8671"/>
                </a:lnTo>
                <a:lnTo>
                  <a:pt x="16800" y="6826"/>
                </a:lnTo>
                <a:lnTo>
                  <a:pt x="16800" y="4965"/>
                </a:lnTo>
                <a:lnTo>
                  <a:pt x="16800" y="3086"/>
                </a:lnTo>
                <a:lnTo>
                  <a:pt x="17513" y="1842"/>
                </a:lnTo>
                <a:lnTo>
                  <a:pt x="18000" y="1108"/>
                </a:lnTo>
                <a:lnTo>
                  <a:pt x="18487" y="589"/>
                </a:lnTo>
                <a:lnTo>
                  <a:pt x="19200" y="0"/>
                </a:lnTo>
                <a:close/>
              </a:path>
            </a:pathLst>
          </a:custGeom>
          <a:solidFill>
            <a:srgbClr val="575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2" name="contour_06010"/>
          <p:cNvSpPr/>
          <p:nvPr/>
        </p:nvSpPr>
        <p:spPr>
          <a:xfrm>
            <a:off x="4135378" y="4365507"/>
            <a:ext cx="65592" cy="731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3" y="0"/>
                </a:lnTo>
                <a:lnTo>
                  <a:pt x="3329" y="0"/>
                </a:lnTo>
                <a:lnTo>
                  <a:pt x="4994" y="0"/>
                </a:lnTo>
                <a:lnTo>
                  <a:pt x="6662" y="0"/>
                </a:lnTo>
                <a:lnTo>
                  <a:pt x="8338" y="0"/>
                </a:lnTo>
                <a:lnTo>
                  <a:pt x="10015" y="0"/>
                </a:lnTo>
                <a:lnTo>
                  <a:pt x="11700" y="0"/>
                </a:lnTo>
                <a:lnTo>
                  <a:pt x="13392" y="0"/>
                </a:lnTo>
                <a:lnTo>
                  <a:pt x="15091" y="0"/>
                </a:lnTo>
                <a:lnTo>
                  <a:pt x="16800" y="0"/>
                </a:lnTo>
                <a:lnTo>
                  <a:pt x="16800" y="1422"/>
                </a:lnTo>
                <a:lnTo>
                  <a:pt x="16800" y="2852"/>
                </a:lnTo>
                <a:lnTo>
                  <a:pt x="16800" y="4302"/>
                </a:lnTo>
                <a:lnTo>
                  <a:pt x="18226" y="5091"/>
                </a:lnTo>
                <a:lnTo>
                  <a:pt x="19200" y="5579"/>
                </a:lnTo>
                <a:lnTo>
                  <a:pt x="20174" y="5964"/>
                </a:lnTo>
                <a:lnTo>
                  <a:pt x="21600" y="6452"/>
                </a:lnTo>
                <a:lnTo>
                  <a:pt x="20381" y="6781"/>
                </a:lnTo>
                <a:lnTo>
                  <a:pt x="19145" y="7117"/>
                </a:lnTo>
                <a:lnTo>
                  <a:pt x="17981" y="7855"/>
                </a:lnTo>
                <a:lnTo>
                  <a:pt x="16800" y="8603"/>
                </a:lnTo>
                <a:lnTo>
                  <a:pt x="16834" y="10111"/>
                </a:lnTo>
                <a:lnTo>
                  <a:pt x="16898" y="11208"/>
                </a:lnTo>
                <a:lnTo>
                  <a:pt x="17035" y="12210"/>
                </a:lnTo>
                <a:lnTo>
                  <a:pt x="17287" y="13431"/>
                </a:lnTo>
                <a:lnTo>
                  <a:pt x="17700" y="15189"/>
                </a:lnTo>
                <a:lnTo>
                  <a:pt x="17966" y="16369"/>
                </a:lnTo>
                <a:lnTo>
                  <a:pt x="18235" y="17557"/>
                </a:lnTo>
                <a:lnTo>
                  <a:pt x="18506" y="18761"/>
                </a:lnTo>
                <a:lnTo>
                  <a:pt x="18850" y="20125"/>
                </a:lnTo>
                <a:lnTo>
                  <a:pt x="19200" y="21508"/>
                </a:lnTo>
                <a:lnTo>
                  <a:pt x="17530" y="21578"/>
                </a:lnTo>
                <a:lnTo>
                  <a:pt x="15938" y="21600"/>
                </a:lnTo>
                <a:lnTo>
                  <a:pt x="14410" y="21551"/>
                </a:lnTo>
                <a:lnTo>
                  <a:pt x="12931" y="21402"/>
                </a:lnTo>
                <a:lnTo>
                  <a:pt x="11484" y="21131"/>
                </a:lnTo>
                <a:lnTo>
                  <a:pt x="10056" y="20718"/>
                </a:lnTo>
                <a:lnTo>
                  <a:pt x="8635" y="20133"/>
                </a:lnTo>
                <a:lnTo>
                  <a:pt x="7200" y="19357"/>
                </a:lnTo>
                <a:lnTo>
                  <a:pt x="7025" y="17935"/>
                </a:lnTo>
                <a:lnTo>
                  <a:pt x="6905" y="16550"/>
                </a:lnTo>
                <a:lnTo>
                  <a:pt x="6835" y="15193"/>
                </a:lnTo>
                <a:lnTo>
                  <a:pt x="6816" y="13847"/>
                </a:lnTo>
                <a:lnTo>
                  <a:pt x="6847" y="12504"/>
                </a:lnTo>
                <a:lnTo>
                  <a:pt x="6926" y="11147"/>
                </a:lnTo>
                <a:lnTo>
                  <a:pt x="7051" y="9769"/>
                </a:lnTo>
                <a:lnTo>
                  <a:pt x="7224" y="8351"/>
                </a:lnTo>
                <a:lnTo>
                  <a:pt x="7346" y="7196"/>
                </a:lnTo>
                <a:lnTo>
                  <a:pt x="7406" y="6295"/>
                </a:lnTo>
                <a:lnTo>
                  <a:pt x="7404" y="5353"/>
                </a:lnTo>
                <a:lnTo>
                  <a:pt x="7334" y="4071"/>
                </a:lnTo>
                <a:lnTo>
                  <a:pt x="7200" y="2151"/>
                </a:lnTo>
                <a:lnTo>
                  <a:pt x="5774" y="1725"/>
                </a:lnTo>
                <a:lnTo>
                  <a:pt x="4344" y="1297"/>
                </a:lnTo>
                <a:lnTo>
                  <a:pt x="2909" y="869"/>
                </a:lnTo>
                <a:lnTo>
                  <a:pt x="1462" y="437"/>
                </a:lnTo>
                <a:lnTo>
                  <a:pt x="0" y="0"/>
                </a:lnTo>
                <a:close/>
              </a:path>
            </a:pathLst>
          </a:custGeom>
          <a:solidFill>
            <a:srgbClr val="48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3" name="contour_06011"/>
          <p:cNvSpPr/>
          <p:nvPr/>
        </p:nvSpPr>
        <p:spPr>
          <a:xfrm>
            <a:off x="4354018" y="4270763"/>
            <a:ext cx="8040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16" y="0"/>
                </a:moveTo>
                <a:lnTo>
                  <a:pt x="5175" y="259"/>
                </a:lnTo>
                <a:lnTo>
                  <a:pt x="6434" y="520"/>
                </a:lnTo>
                <a:lnTo>
                  <a:pt x="7693" y="782"/>
                </a:lnTo>
                <a:lnTo>
                  <a:pt x="8952" y="1045"/>
                </a:lnTo>
                <a:lnTo>
                  <a:pt x="10211" y="1310"/>
                </a:lnTo>
                <a:lnTo>
                  <a:pt x="11470" y="1575"/>
                </a:lnTo>
                <a:lnTo>
                  <a:pt x="12727" y="1842"/>
                </a:lnTo>
                <a:lnTo>
                  <a:pt x="13991" y="2099"/>
                </a:lnTo>
                <a:lnTo>
                  <a:pt x="15274" y="2358"/>
                </a:lnTo>
                <a:lnTo>
                  <a:pt x="15873" y="2488"/>
                </a:lnTo>
                <a:lnTo>
                  <a:pt x="17682" y="2877"/>
                </a:lnTo>
                <a:lnTo>
                  <a:pt x="18792" y="3108"/>
                </a:lnTo>
                <a:lnTo>
                  <a:pt x="19920" y="3344"/>
                </a:lnTo>
                <a:lnTo>
                  <a:pt x="20723" y="3633"/>
                </a:lnTo>
                <a:lnTo>
                  <a:pt x="21537" y="3927"/>
                </a:lnTo>
                <a:lnTo>
                  <a:pt x="21537" y="4901"/>
                </a:lnTo>
                <a:lnTo>
                  <a:pt x="21537" y="5891"/>
                </a:lnTo>
                <a:lnTo>
                  <a:pt x="20257" y="6258"/>
                </a:lnTo>
                <a:lnTo>
                  <a:pt x="19319" y="6494"/>
                </a:lnTo>
                <a:lnTo>
                  <a:pt x="18268" y="6706"/>
                </a:lnTo>
                <a:lnTo>
                  <a:pt x="16642" y="6994"/>
                </a:lnTo>
                <a:lnTo>
                  <a:pt x="15732" y="7159"/>
                </a:lnTo>
                <a:lnTo>
                  <a:pt x="14818" y="7326"/>
                </a:lnTo>
                <a:lnTo>
                  <a:pt x="13890" y="7493"/>
                </a:lnTo>
                <a:lnTo>
                  <a:pt x="12826" y="7674"/>
                </a:lnTo>
                <a:lnTo>
                  <a:pt x="11748" y="7855"/>
                </a:lnTo>
                <a:lnTo>
                  <a:pt x="12298" y="8106"/>
                </a:lnTo>
                <a:lnTo>
                  <a:pt x="13958" y="8868"/>
                </a:lnTo>
                <a:lnTo>
                  <a:pt x="15139" y="9482"/>
                </a:lnTo>
                <a:lnTo>
                  <a:pt x="16276" y="10097"/>
                </a:lnTo>
                <a:lnTo>
                  <a:pt x="17379" y="10727"/>
                </a:lnTo>
                <a:lnTo>
                  <a:pt x="18448" y="11393"/>
                </a:lnTo>
                <a:lnTo>
                  <a:pt x="19493" y="12108"/>
                </a:lnTo>
                <a:lnTo>
                  <a:pt x="20521" y="12885"/>
                </a:lnTo>
                <a:lnTo>
                  <a:pt x="21537" y="13745"/>
                </a:lnTo>
                <a:lnTo>
                  <a:pt x="21600" y="15240"/>
                </a:lnTo>
                <a:lnTo>
                  <a:pt x="21477" y="16544"/>
                </a:lnTo>
                <a:lnTo>
                  <a:pt x="21191" y="17743"/>
                </a:lnTo>
                <a:lnTo>
                  <a:pt x="20764" y="18929"/>
                </a:lnTo>
                <a:lnTo>
                  <a:pt x="20220" y="20184"/>
                </a:lnTo>
                <a:lnTo>
                  <a:pt x="19579" y="21600"/>
                </a:lnTo>
                <a:lnTo>
                  <a:pt x="19579" y="20302"/>
                </a:lnTo>
                <a:lnTo>
                  <a:pt x="19579" y="18996"/>
                </a:lnTo>
                <a:lnTo>
                  <a:pt x="19579" y="17673"/>
                </a:lnTo>
                <a:lnTo>
                  <a:pt x="18299" y="17127"/>
                </a:lnTo>
                <a:lnTo>
                  <a:pt x="17353" y="16752"/>
                </a:lnTo>
                <a:lnTo>
                  <a:pt x="16460" y="16453"/>
                </a:lnTo>
                <a:lnTo>
                  <a:pt x="15339" y="16137"/>
                </a:lnTo>
                <a:lnTo>
                  <a:pt x="13706" y="15709"/>
                </a:lnTo>
                <a:lnTo>
                  <a:pt x="12073" y="15281"/>
                </a:lnTo>
                <a:lnTo>
                  <a:pt x="10951" y="14965"/>
                </a:lnTo>
                <a:lnTo>
                  <a:pt x="10058" y="14666"/>
                </a:lnTo>
                <a:lnTo>
                  <a:pt x="9112" y="14291"/>
                </a:lnTo>
                <a:lnTo>
                  <a:pt x="7832" y="13745"/>
                </a:lnTo>
                <a:lnTo>
                  <a:pt x="7832" y="12447"/>
                </a:lnTo>
                <a:lnTo>
                  <a:pt x="7832" y="11142"/>
                </a:lnTo>
                <a:lnTo>
                  <a:pt x="7832" y="9818"/>
                </a:lnTo>
                <a:lnTo>
                  <a:pt x="6540" y="9818"/>
                </a:lnTo>
                <a:lnTo>
                  <a:pt x="5245" y="9818"/>
                </a:lnTo>
                <a:lnTo>
                  <a:pt x="3945" y="9818"/>
                </a:lnTo>
                <a:lnTo>
                  <a:pt x="2639" y="9818"/>
                </a:lnTo>
                <a:lnTo>
                  <a:pt x="1326" y="9818"/>
                </a:lnTo>
                <a:lnTo>
                  <a:pt x="0" y="9818"/>
                </a:lnTo>
                <a:lnTo>
                  <a:pt x="486" y="8603"/>
                </a:lnTo>
                <a:lnTo>
                  <a:pt x="969" y="7387"/>
                </a:lnTo>
                <a:lnTo>
                  <a:pt x="1457" y="6168"/>
                </a:lnTo>
                <a:lnTo>
                  <a:pt x="1942" y="4946"/>
                </a:lnTo>
                <a:lnTo>
                  <a:pt x="2432" y="3719"/>
                </a:lnTo>
                <a:lnTo>
                  <a:pt x="2923" y="2486"/>
                </a:lnTo>
                <a:lnTo>
                  <a:pt x="3419" y="1247"/>
                </a:lnTo>
                <a:lnTo>
                  <a:pt x="3916" y="0"/>
                </a:lnTo>
                <a:close/>
              </a:path>
            </a:pathLst>
          </a:custGeom>
          <a:solidFill>
            <a:srgbClr val="403F36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4" name="contour_06012"/>
          <p:cNvSpPr/>
          <p:nvPr/>
        </p:nvSpPr>
        <p:spPr>
          <a:xfrm>
            <a:off x="4804809" y="4270049"/>
            <a:ext cx="88520" cy="380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54" y="0"/>
                </a:moveTo>
                <a:lnTo>
                  <a:pt x="9244" y="21"/>
                </a:lnTo>
                <a:lnTo>
                  <a:pt x="10451" y="41"/>
                </a:lnTo>
                <a:lnTo>
                  <a:pt x="11682" y="95"/>
                </a:lnTo>
                <a:lnTo>
                  <a:pt x="12930" y="145"/>
                </a:lnTo>
                <a:lnTo>
                  <a:pt x="14182" y="174"/>
                </a:lnTo>
                <a:lnTo>
                  <a:pt x="15452" y="203"/>
                </a:lnTo>
                <a:lnTo>
                  <a:pt x="16683" y="236"/>
                </a:lnTo>
                <a:lnTo>
                  <a:pt x="17912" y="273"/>
                </a:lnTo>
                <a:lnTo>
                  <a:pt x="19141" y="310"/>
                </a:lnTo>
                <a:lnTo>
                  <a:pt x="20371" y="356"/>
                </a:lnTo>
                <a:lnTo>
                  <a:pt x="21600" y="405"/>
                </a:lnTo>
                <a:lnTo>
                  <a:pt x="21600" y="3138"/>
                </a:lnTo>
                <a:lnTo>
                  <a:pt x="21600" y="5888"/>
                </a:lnTo>
                <a:lnTo>
                  <a:pt x="21600" y="8675"/>
                </a:lnTo>
                <a:lnTo>
                  <a:pt x="20506" y="10225"/>
                </a:lnTo>
                <a:lnTo>
                  <a:pt x="19400" y="11689"/>
                </a:lnTo>
                <a:lnTo>
                  <a:pt x="18285" y="13062"/>
                </a:lnTo>
                <a:lnTo>
                  <a:pt x="17159" y="14348"/>
                </a:lnTo>
                <a:lnTo>
                  <a:pt x="16023" y="15538"/>
                </a:lnTo>
                <a:lnTo>
                  <a:pt x="14876" y="16630"/>
                </a:lnTo>
                <a:lnTo>
                  <a:pt x="13718" y="17622"/>
                </a:lnTo>
                <a:lnTo>
                  <a:pt x="12550" y="18511"/>
                </a:lnTo>
                <a:lnTo>
                  <a:pt x="11371" y="19293"/>
                </a:lnTo>
                <a:lnTo>
                  <a:pt x="10181" y="19967"/>
                </a:lnTo>
                <a:lnTo>
                  <a:pt x="8979" y="20529"/>
                </a:lnTo>
                <a:lnTo>
                  <a:pt x="7768" y="20976"/>
                </a:lnTo>
                <a:lnTo>
                  <a:pt x="6544" y="21306"/>
                </a:lnTo>
                <a:lnTo>
                  <a:pt x="5310" y="21513"/>
                </a:lnTo>
                <a:lnTo>
                  <a:pt x="4064" y="21600"/>
                </a:lnTo>
                <a:lnTo>
                  <a:pt x="2806" y="21555"/>
                </a:lnTo>
                <a:lnTo>
                  <a:pt x="1538" y="21385"/>
                </a:lnTo>
                <a:lnTo>
                  <a:pt x="260" y="21079"/>
                </a:lnTo>
                <a:lnTo>
                  <a:pt x="116" y="15787"/>
                </a:lnTo>
                <a:lnTo>
                  <a:pt x="28" y="12123"/>
                </a:lnTo>
                <a:lnTo>
                  <a:pt x="0" y="9622"/>
                </a:lnTo>
                <a:lnTo>
                  <a:pt x="28" y="7831"/>
                </a:lnTo>
                <a:lnTo>
                  <a:pt x="116" y="6293"/>
                </a:lnTo>
                <a:lnTo>
                  <a:pt x="260" y="4540"/>
                </a:lnTo>
                <a:lnTo>
                  <a:pt x="1359" y="3043"/>
                </a:lnTo>
                <a:lnTo>
                  <a:pt x="2417" y="1902"/>
                </a:lnTo>
                <a:lnTo>
                  <a:pt x="3459" y="1071"/>
                </a:lnTo>
                <a:lnTo>
                  <a:pt x="4515" y="509"/>
                </a:lnTo>
                <a:lnTo>
                  <a:pt x="5614" y="174"/>
                </a:lnTo>
                <a:lnTo>
                  <a:pt x="6784" y="17"/>
                </a:lnTo>
                <a:lnTo>
                  <a:pt x="8054" y="0"/>
                </a:lnTo>
                <a:close/>
              </a:path>
            </a:pathLst>
          </a:custGeom>
          <a:solidFill>
            <a:srgbClr val="FC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5" name="contour_06013"/>
          <p:cNvSpPr/>
          <p:nvPr/>
        </p:nvSpPr>
        <p:spPr>
          <a:xfrm>
            <a:off x="4966209" y="4212459"/>
            <a:ext cx="110632" cy="42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44" y="0"/>
                </a:moveTo>
                <a:lnTo>
                  <a:pt x="21515" y="2632"/>
                </a:lnTo>
                <a:lnTo>
                  <a:pt x="21600" y="4524"/>
                </a:lnTo>
                <a:lnTo>
                  <a:pt x="21600" y="6205"/>
                </a:lnTo>
                <a:lnTo>
                  <a:pt x="21515" y="8206"/>
                </a:lnTo>
                <a:lnTo>
                  <a:pt x="21344" y="11060"/>
                </a:lnTo>
                <a:lnTo>
                  <a:pt x="20116" y="12077"/>
                </a:lnTo>
                <a:lnTo>
                  <a:pt x="19289" y="12726"/>
                </a:lnTo>
                <a:lnTo>
                  <a:pt x="18669" y="13143"/>
                </a:lnTo>
                <a:lnTo>
                  <a:pt x="18057" y="13456"/>
                </a:lnTo>
                <a:lnTo>
                  <a:pt x="17259" y="13795"/>
                </a:lnTo>
                <a:lnTo>
                  <a:pt x="16294" y="14496"/>
                </a:lnTo>
                <a:lnTo>
                  <a:pt x="15453" y="15370"/>
                </a:lnTo>
                <a:lnTo>
                  <a:pt x="14677" y="16424"/>
                </a:lnTo>
                <a:lnTo>
                  <a:pt x="13905" y="17674"/>
                </a:lnTo>
                <a:lnTo>
                  <a:pt x="13074" y="19126"/>
                </a:lnTo>
                <a:lnTo>
                  <a:pt x="12028" y="20417"/>
                </a:lnTo>
                <a:lnTo>
                  <a:pt x="11045" y="21220"/>
                </a:lnTo>
                <a:lnTo>
                  <a:pt x="10097" y="21593"/>
                </a:lnTo>
                <a:lnTo>
                  <a:pt x="9149" y="21600"/>
                </a:lnTo>
                <a:lnTo>
                  <a:pt x="8175" y="21298"/>
                </a:lnTo>
                <a:lnTo>
                  <a:pt x="7137" y="20741"/>
                </a:lnTo>
                <a:lnTo>
                  <a:pt x="6010" y="19993"/>
                </a:lnTo>
                <a:lnTo>
                  <a:pt x="5144" y="19296"/>
                </a:lnTo>
                <a:lnTo>
                  <a:pt x="4282" y="18581"/>
                </a:lnTo>
                <a:lnTo>
                  <a:pt x="3421" y="17847"/>
                </a:lnTo>
                <a:lnTo>
                  <a:pt x="2563" y="17095"/>
                </a:lnTo>
                <a:lnTo>
                  <a:pt x="1706" y="16328"/>
                </a:lnTo>
                <a:lnTo>
                  <a:pt x="852" y="15547"/>
                </a:lnTo>
                <a:lnTo>
                  <a:pt x="0" y="14747"/>
                </a:lnTo>
                <a:lnTo>
                  <a:pt x="832" y="13135"/>
                </a:lnTo>
                <a:lnTo>
                  <a:pt x="1658" y="11701"/>
                </a:lnTo>
                <a:lnTo>
                  <a:pt x="2483" y="10422"/>
                </a:lnTo>
                <a:lnTo>
                  <a:pt x="3310" y="9290"/>
                </a:lnTo>
                <a:lnTo>
                  <a:pt x="4142" y="8288"/>
                </a:lnTo>
                <a:lnTo>
                  <a:pt x="4985" y="7403"/>
                </a:lnTo>
                <a:lnTo>
                  <a:pt x="5841" y="6618"/>
                </a:lnTo>
                <a:lnTo>
                  <a:pt x="6713" y="5917"/>
                </a:lnTo>
                <a:lnTo>
                  <a:pt x="7608" y="5290"/>
                </a:lnTo>
                <a:lnTo>
                  <a:pt x="8528" y="4723"/>
                </a:lnTo>
                <a:lnTo>
                  <a:pt x="9475" y="4199"/>
                </a:lnTo>
                <a:lnTo>
                  <a:pt x="10456" y="3705"/>
                </a:lnTo>
                <a:lnTo>
                  <a:pt x="11472" y="3226"/>
                </a:lnTo>
                <a:lnTo>
                  <a:pt x="12428" y="2747"/>
                </a:lnTo>
                <a:lnTo>
                  <a:pt x="13398" y="2260"/>
                </a:lnTo>
                <a:lnTo>
                  <a:pt x="14409" y="1781"/>
                </a:lnTo>
                <a:lnTo>
                  <a:pt x="15399" y="1346"/>
                </a:lnTo>
                <a:lnTo>
                  <a:pt x="16375" y="959"/>
                </a:lnTo>
                <a:lnTo>
                  <a:pt x="17348" y="630"/>
                </a:lnTo>
                <a:lnTo>
                  <a:pt x="18323" y="365"/>
                </a:lnTo>
                <a:lnTo>
                  <a:pt x="19308" y="166"/>
                </a:lnTo>
                <a:lnTo>
                  <a:pt x="20312" y="44"/>
                </a:lnTo>
                <a:lnTo>
                  <a:pt x="21344" y="0"/>
                </a:lnTo>
                <a:close/>
              </a:path>
            </a:pathLst>
          </a:custGeom>
          <a:solidFill>
            <a:srgbClr val="EF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6" name="contour_06014"/>
          <p:cNvSpPr/>
          <p:nvPr/>
        </p:nvSpPr>
        <p:spPr>
          <a:xfrm>
            <a:off x="11190154" y="4030259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3" y="0"/>
                </a:moveTo>
                <a:lnTo>
                  <a:pt x="5724" y="1255"/>
                </a:lnTo>
                <a:lnTo>
                  <a:pt x="7861" y="2378"/>
                </a:lnTo>
                <a:lnTo>
                  <a:pt x="9750" y="3384"/>
                </a:lnTo>
                <a:lnTo>
                  <a:pt x="11413" y="4286"/>
                </a:lnTo>
                <a:lnTo>
                  <a:pt x="12865" y="5102"/>
                </a:lnTo>
                <a:lnTo>
                  <a:pt x="14126" y="5846"/>
                </a:lnTo>
                <a:lnTo>
                  <a:pt x="15211" y="6533"/>
                </a:lnTo>
                <a:lnTo>
                  <a:pt x="16142" y="7176"/>
                </a:lnTo>
                <a:lnTo>
                  <a:pt x="16934" y="7793"/>
                </a:lnTo>
                <a:lnTo>
                  <a:pt x="17607" y="8398"/>
                </a:lnTo>
                <a:lnTo>
                  <a:pt x="18177" y="9005"/>
                </a:lnTo>
                <a:lnTo>
                  <a:pt x="18664" y="9631"/>
                </a:lnTo>
                <a:lnTo>
                  <a:pt x="19084" y="10289"/>
                </a:lnTo>
                <a:lnTo>
                  <a:pt x="19457" y="10994"/>
                </a:lnTo>
                <a:lnTo>
                  <a:pt x="19799" y="11762"/>
                </a:lnTo>
                <a:lnTo>
                  <a:pt x="20130" y="12610"/>
                </a:lnTo>
                <a:lnTo>
                  <a:pt x="20467" y="13550"/>
                </a:lnTo>
                <a:lnTo>
                  <a:pt x="20827" y="14597"/>
                </a:lnTo>
                <a:lnTo>
                  <a:pt x="21055" y="15926"/>
                </a:lnTo>
                <a:lnTo>
                  <a:pt x="21208" y="16956"/>
                </a:lnTo>
                <a:lnTo>
                  <a:pt x="21326" y="18022"/>
                </a:lnTo>
                <a:lnTo>
                  <a:pt x="21444" y="19457"/>
                </a:lnTo>
                <a:lnTo>
                  <a:pt x="21600" y="21600"/>
                </a:lnTo>
                <a:lnTo>
                  <a:pt x="20472" y="21130"/>
                </a:lnTo>
                <a:lnTo>
                  <a:pt x="19360" y="20635"/>
                </a:lnTo>
                <a:lnTo>
                  <a:pt x="18264" y="20117"/>
                </a:lnTo>
                <a:lnTo>
                  <a:pt x="17184" y="19577"/>
                </a:lnTo>
                <a:lnTo>
                  <a:pt x="16115" y="19010"/>
                </a:lnTo>
                <a:lnTo>
                  <a:pt x="15060" y="18422"/>
                </a:lnTo>
                <a:lnTo>
                  <a:pt x="14017" y="17813"/>
                </a:lnTo>
                <a:lnTo>
                  <a:pt x="12983" y="17182"/>
                </a:lnTo>
                <a:lnTo>
                  <a:pt x="11960" y="16529"/>
                </a:lnTo>
                <a:lnTo>
                  <a:pt x="10945" y="15854"/>
                </a:lnTo>
                <a:lnTo>
                  <a:pt x="9936" y="15161"/>
                </a:lnTo>
                <a:lnTo>
                  <a:pt x="8932" y="14446"/>
                </a:lnTo>
                <a:lnTo>
                  <a:pt x="7936" y="13714"/>
                </a:lnTo>
                <a:lnTo>
                  <a:pt x="6942" y="12960"/>
                </a:lnTo>
                <a:lnTo>
                  <a:pt x="5950" y="12190"/>
                </a:lnTo>
                <a:lnTo>
                  <a:pt x="4961" y="11400"/>
                </a:lnTo>
                <a:lnTo>
                  <a:pt x="3971" y="10594"/>
                </a:lnTo>
                <a:lnTo>
                  <a:pt x="2982" y="9770"/>
                </a:lnTo>
                <a:lnTo>
                  <a:pt x="1991" y="8928"/>
                </a:lnTo>
                <a:lnTo>
                  <a:pt x="997" y="8071"/>
                </a:lnTo>
                <a:lnTo>
                  <a:pt x="0" y="7200"/>
                </a:lnTo>
                <a:lnTo>
                  <a:pt x="414" y="6977"/>
                </a:lnTo>
                <a:lnTo>
                  <a:pt x="1662" y="6300"/>
                </a:lnTo>
                <a:lnTo>
                  <a:pt x="2486" y="5556"/>
                </a:lnTo>
                <a:lnTo>
                  <a:pt x="3323" y="4800"/>
                </a:lnTo>
                <a:lnTo>
                  <a:pt x="3323" y="3214"/>
                </a:lnTo>
                <a:lnTo>
                  <a:pt x="3323" y="1618"/>
                </a:lnTo>
                <a:lnTo>
                  <a:pt x="3323" y="0"/>
                </a:lnTo>
                <a:close/>
              </a:path>
            </a:pathLst>
          </a:custGeom>
          <a:solidFill>
            <a:srgbClr val="C8D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7" name="contour_06015"/>
          <p:cNvSpPr/>
          <p:nvPr/>
        </p:nvSpPr>
        <p:spPr>
          <a:xfrm>
            <a:off x="10774738" y="3672317"/>
            <a:ext cx="233216" cy="37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62" y="0"/>
                </a:moveTo>
                <a:lnTo>
                  <a:pt x="3542" y="0"/>
                </a:lnTo>
                <a:lnTo>
                  <a:pt x="3861" y="0"/>
                </a:lnTo>
                <a:lnTo>
                  <a:pt x="4591" y="0"/>
                </a:lnTo>
                <a:lnTo>
                  <a:pt x="4785" y="13"/>
                </a:lnTo>
                <a:lnTo>
                  <a:pt x="5127" y="30"/>
                </a:lnTo>
                <a:lnTo>
                  <a:pt x="5912" y="68"/>
                </a:lnTo>
                <a:lnTo>
                  <a:pt x="6364" y="76"/>
                </a:lnTo>
                <a:lnTo>
                  <a:pt x="6815" y="80"/>
                </a:lnTo>
                <a:lnTo>
                  <a:pt x="7268" y="84"/>
                </a:lnTo>
                <a:lnTo>
                  <a:pt x="7713" y="93"/>
                </a:lnTo>
                <a:lnTo>
                  <a:pt x="8158" y="106"/>
                </a:lnTo>
                <a:lnTo>
                  <a:pt x="8604" y="114"/>
                </a:lnTo>
                <a:lnTo>
                  <a:pt x="9048" y="127"/>
                </a:lnTo>
                <a:lnTo>
                  <a:pt x="9494" y="144"/>
                </a:lnTo>
                <a:lnTo>
                  <a:pt x="9939" y="156"/>
                </a:lnTo>
                <a:lnTo>
                  <a:pt x="10384" y="173"/>
                </a:lnTo>
                <a:lnTo>
                  <a:pt x="10830" y="190"/>
                </a:lnTo>
                <a:lnTo>
                  <a:pt x="11285" y="207"/>
                </a:lnTo>
                <a:lnTo>
                  <a:pt x="11740" y="220"/>
                </a:lnTo>
                <a:lnTo>
                  <a:pt x="12194" y="232"/>
                </a:lnTo>
                <a:lnTo>
                  <a:pt x="12649" y="241"/>
                </a:lnTo>
                <a:lnTo>
                  <a:pt x="13104" y="253"/>
                </a:lnTo>
                <a:lnTo>
                  <a:pt x="13558" y="262"/>
                </a:lnTo>
                <a:lnTo>
                  <a:pt x="14013" y="270"/>
                </a:lnTo>
                <a:lnTo>
                  <a:pt x="14468" y="275"/>
                </a:lnTo>
                <a:lnTo>
                  <a:pt x="14943" y="287"/>
                </a:lnTo>
                <a:lnTo>
                  <a:pt x="15419" y="296"/>
                </a:lnTo>
                <a:lnTo>
                  <a:pt x="15894" y="304"/>
                </a:lnTo>
                <a:lnTo>
                  <a:pt x="16370" y="317"/>
                </a:lnTo>
                <a:lnTo>
                  <a:pt x="16845" y="329"/>
                </a:lnTo>
                <a:lnTo>
                  <a:pt x="17321" y="342"/>
                </a:lnTo>
                <a:lnTo>
                  <a:pt x="17796" y="355"/>
                </a:lnTo>
                <a:lnTo>
                  <a:pt x="18272" y="367"/>
                </a:lnTo>
                <a:lnTo>
                  <a:pt x="18747" y="384"/>
                </a:lnTo>
                <a:lnTo>
                  <a:pt x="19223" y="397"/>
                </a:lnTo>
                <a:lnTo>
                  <a:pt x="19698" y="414"/>
                </a:lnTo>
                <a:lnTo>
                  <a:pt x="20174" y="431"/>
                </a:lnTo>
                <a:lnTo>
                  <a:pt x="20649" y="448"/>
                </a:lnTo>
                <a:lnTo>
                  <a:pt x="21125" y="465"/>
                </a:lnTo>
                <a:lnTo>
                  <a:pt x="21600" y="482"/>
                </a:lnTo>
                <a:lnTo>
                  <a:pt x="21600" y="2581"/>
                </a:lnTo>
                <a:lnTo>
                  <a:pt x="21600" y="4705"/>
                </a:lnTo>
                <a:lnTo>
                  <a:pt x="21266" y="4743"/>
                </a:lnTo>
                <a:lnTo>
                  <a:pt x="20926" y="4777"/>
                </a:lnTo>
                <a:lnTo>
                  <a:pt x="20462" y="4836"/>
                </a:lnTo>
                <a:lnTo>
                  <a:pt x="19998" y="4891"/>
                </a:lnTo>
                <a:lnTo>
                  <a:pt x="19533" y="4950"/>
                </a:lnTo>
                <a:lnTo>
                  <a:pt x="19069" y="5014"/>
                </a:lnTo>
                <a:lnTo>
                  <a:pt x="18604" y="5077"/>
                </a:lnTo>
                <a:lnTo>
                  <a:pt x="18140" y="5144"/>
                </a:lnTo>
                <a:lnTo>
                  <a:pt x="17676" y="5212"/>
                </a:lnTo>
                <a:lnTo>
                  <a:pt x="17212" y="5280"/>
                </a:lnTo>
                <a:lnTo>
                  <a:pt x="16747" y="5351"/>
                </a:lnTo>
                <a:lnTo>
                  <a:pt x="16283" y="5427"/>
                </a:lnTo>
                <a:lnTo>
                  <a:pt x="15819" y="5499"/>
                </a:lnTo>
                <a:lnTo>
                  <a:pt x="15354" y="5575"/>
                </a:lnTo>
                <a:lnTo>
                  <a:pt x="14890" y="5656"/>
                </a:lnTo>
                <a:lnTo>
                  <a:pt x="14426" y="5732"/>
                </a:lnTo>
                <a:lnTo>
                  <a:pt x="13962" y="5812"/>
                </a:lnTo>
                <a:lnTo>
                  <a:pt x="13529" y="5884"/>
                </a:lnTo>
                <a:lnTo>
                  <a:pt x="13096" y="5947"/>
                </a:lnTo>
                <a:lnTo>
                  <a:pt x="12664" y="6006"/>
                </a:lnTo>
                <a:lnTo>
                  <a:pt x="12231" y="6065"/>
                </a:lnTo>
                <a:lnTo>
                  <a:pt x="11798" y="6120"/>
                </a:lnTo>
                <a:lnTo>
                  <a:pt x="11365" y="6167"/>
                </a:lnTo>
                <a:lnTo>
                  <a:pt x="10897" y="6226"/>
                </a:lnTo>
                <a:lnTo>
                  <a:pt x="10430" y="6289"/>
                </a:lnTo>
                <a:lnTo>
                  <a:pt x="9962" y="6361"/>
                </a:lnTo>
                <a:lnTo>
                  <a:pt x="9495" y="6433"/>
                </a:lnTo>
                <a:lnTo>
                  <a:pt x="9028" y="6513"/>
                </a:lnTo>
                <a:lnTo>
                  <a:pt x="8560" y="6593"/>
                </a:lnTo>
                <a:lnTo>
                  <a:pt x="8093" y="6682"/>
                </a:lnTo>
                <a:lnTo>
                  <a:pt x="7625" y="6766"/>
                </a:lnTo>
                <a:lnTo>
                  <a:pt x="7454" y="6779"/>
                </a:lnTo>
                <a:lnTo>
                  <a:pt x="7152" y="6800"/>
                </a:lnTo>
                <a:lnTo>
                  <a:pt x="6460" y="6847"/>
                </a:lnTo>
                <a:lnTo>
                  <a:pt x="5900" y="7028"/>
                </a:lnTo>
                <a:lnTo>
                  <a:pt x="5372" y="7315"/>
                </a:lnTo>
                <a:lnTo>
                  <a:pt x="4874" y="7721"/>
                </a:lnTo>
                <a:lnTo>
                  <a:pt x="4400" y="8262"/>
                </a:lnTo>
                <a:lnTo>
                  <a:pt x="3949" y="8950"/>
                </a:lnTo>
                <a:lnTo>
                  <a:pt x="3517" y="9803"/>
                </a:lnTo>
                <a:lnTo>
                  <a:pt x="3098" y="10838"/>
                </a:lnTo>
                <a:lnTo>
                  <a:pt x="2689" y="12063"/>
                </a:lnTo>
                <a:lnTo>
                  <a:pt x="2288" y="13495"/>
                </a:lnTo>
                <a:lnTo>
                  <a:pt x="1889" y="15150"/>
                </a:lnTo>
                <a:lnTo>
                  <a:pt x="1490" y="17047"/>
                </a:lnTo>
                <a:lnTo>
                  <a:pt x="1087" y="19188"/>
                </a:lnTo>
                <a:lnTo>
                  <a:pt x="675" y="21600"/>
                </a:lnTo>
                <a:lnTo>
                  <a:pt x="397" y="16194"/>
                </a:lnTo>
                <a:lnTo>
                  <a:pt x="211" y="12451"/>
                </a:lnTo>
                <a:lnTo>
                  <a:pt x="96" y="9896"/>
                </a:lnTo>
                <a:lnTo>
                  <a:pt x="35" y="8071"/>
                </a:lnTo>
                <a:lnTo>
                  <a:pt x="9" y="6496"/>
                </a:lnTo>
                <a:lnTo>
                  <a:pt x="0" y="4705"/>
                </a:lnTo>
                <a:lnTo>
                  <a:pt x="406" y="3159"/>
                </a:lnTo>
                <a:lnTo>
                  <a:pt x="805" y="1989"/>
                </a:lnTo>
                <a:lnTo>
                  <a:pt x="1203" y="1149"/>
                </a:lnTo>
                <a:lnTo>
                  <a:pt x="1604" y="583"/>
                </a:lnTo>
                <a:lnTo>
                  <a:pt x="2015" y="241"/>
                </a:lnTo>
                <a:lnTo>
                  <a:pt x="2441" y="63"/>
                </a:lnTo>
                <a:lnTo>
                  <a:pt x="2888" y="4"/>
                </a:lnTo>
                <a:lnTo>
                  <a:pt x="3362" y="0"/>
                </a:lnTo>
                <a:close/>
              </a:path>
            </a:pathLst>
          </a:custGeom>
          <a:solidFill>
            <a:srgbClr val="F6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8" name="contour_06016"/>
          <p:cNvSpPr/>
          <p:nvPr/>
        </p:nvSpPr>
        <p:spPr>
          <a:xfrm>
            <a:off x="7727643" y="3583192"/>
            <a:ext cx="66306" cy="468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3" y="1152"/>
                </a:moveTo>
                <a:lnTo>
                  <a:pt x="1873" y="769"/>
                </a:lnTo>
                <a:lnTo>
                  <a:pt x="3473" y="447"/>
                </a:lnTo>
                <a:lnTo>
                  <a:pt x="5045" y="202"/>
                </a:lnTo>
                <a:lnTo>
                  <a:pt x="6600" y="47"/>
                </a:lnTo>
                <a:lnTo>
                  <a:pt x="8148" y="0"/>
                </a:lnTo>
                <a:lnTo>
                  <a:pt x="9698" y="71"/>
                </a:lnTo>
                <a:lnTo>
                  <a:pt x="11263" y="279"/>
                </a:lnTo>
                <a:lnTo>
                  <a:pt x="12854" y="635"/>
                </a:lnTo>
                <a:lnTo>
                  <a:pt x="14478" y="1152"/>
                </a:lnTo>
                <a:lnTo>
                  <a:pt x="15472" y="3013"/>
                </a:lnTo>
                <a:lnTo>
                  <a:pt x="16382" y="4897"/>
                </a:lnTo>
                <a:lnTo>
                  <a:pt x="17210" y="6815"/>
                </a:lnTo>
                <a:lnTo>
                  <a:pt x="17972" y="8766"/>
                </a:lnTo>
                <a:lnTo>
                  <a:pt x="18673" y="10755"/>
                </a:lnTo>
                <a:lnTo>
                  <a:pt x="19323" y="12777"/>
                </a:lnTo>
                <a:lnTo>
                  <a:pt x="19933" y="14842"/>
                </a:lnTo>
                <a:lnTo>
                  <a:pt x="20508" y="16952"/>
                </a:lnTo>
                <a:lnTo>
                  <a:pt x="21061" y="19104"/>
                </a:lnTo>
                <a:lnTo>
                  <a:pt x="21600" y="21304"/>
                </a:lnTo>
                <a:lnTo>
                  <a:pt x="20043" y="21348"/>
                </a:lnTo>
                <a:lnTo>
                  <a:pt x="18483" y="21388"/>
                </a:lnTo>
                <a:lnTo>
                  <a:pt x="16925" y="21425"/>
                </a:lnTo>
                <a:lnTo>
                  <a:pt x="15368" y="21456"/>
                </a:lnTo>
                <a:lnTo>
                  <a:pt x="13808" y="21486"/>
                </a:lnTo>
                <a:lnTo>
                  <a:pt x="12251" y="21513"/>
                </a:lnTo>
                <a:lnTo>
                  <a:pt x="10919" y="21556"/>
                </a:lnTo>
                <a:lnTo>
                  <a:pt x="9568" y="21600"/>
                </a:lnTo>
                <a:lnTo>
                  <a:pt x="8174" y="21597"/>
                </a:lnTo>
                <a:lnTo>
                  <a:pt x="6783" y="21560"/>
                </a:lnTo>
                <a:lnTo>
                  <a:pt x="5389" y="21493"/>
                </a:lnTo>
                <a:lnTo>
                  <a:pt x="3998" y="21405"/>
                </a:lnTo>
                <a:lnTo>
                  <a:pt x="2607" y="21304"/>
                </a:lnTo>
                <a:lnTo>
                  <a:pt x="1230" y="19299"/>
                </a:lnTo>
                <a:lnTo>
                  <a:pt x="501" y="17865"/>
                </a:lnTo>
                <a:lnTo>
                  <a:pt x="171" y="16310"/>
                </a:lnTo>
                <a:lnTo>
                  <a:pt x="0" y="13945"/>
                </a:lnTo>
                <a:lnTo>
                  <a:pt x="43" y="11658"/>
                </a:lnTo>
                <a:lnTo>
                  <a:pt x="85" y="9341"/>
                </a:lnTo>
                <a:lnTo>
                  <a:pt x="116" y="7040"/>
                </a:lnTo>
                <a:lnTo>
                  <a:pt x="150" y="4709"/>
                </a:lnTo>
                <a:lnTo>
                  <a:pt x="190" y="2942"/>
                </a:lnTo>
                <a:lnTo>
                  <a:pt x="233" y="1152"/>
                </a:lnTo>
                <a:close/>
              </a:path>
            </a:pathLst>
          </a:custGeom>
          <a:solidFill>
            <a:srgbClr val="ADC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019" name="contour_06017"/>
          <p:cNvSpPr/>
          <p:nvPr/>
        </p:nvSpPr>
        <p:spPr>
          <a:xfrm>
            <a:off x="10045946" y="3579176"/>
            <a:ext cx="145760" cy="35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06" y="1187"/>
                </a:moveTo>
                <a:lnTo>
                  <a:pt x="11683" y="1276"/>
                </a:lnTo>
                <a:lnTo>
                  <a:pt x="12173" y="1426"/>
                </a:lnTo>
                <a:lnTo>
                  <a:pt x="13295" y="1774"/>
                </a:lnTo>
                <a:lnTo>
                  <a:pt x="14090" y="2061"/>
                </a:lnTo>
                <a:lnTo>
                  <a:pt x="14868" y="2374"/>
                </a:lnTo>
                <a:lnTo>
                  <a:pt x="15633" y="2736"/>
                </a:lnTo>
                <a:lnTo>
                  <a:pt x="16388" y="3147"/>
                </a:lnTo>
                <a:lnTo>
                  <a:pt x="17133" y="3619"/>
                </a:lnTo>
                <a:lnTo>
                  <a:pt x="17874" y="4166"/>
                </a:lnTo>
                <a:lnTo>
                  <a:pt x="18613" y="4793"/>
                </a:lnTo>
                <a:lnTo>
                  <a:pt x="19351" y="5517"/>
                </a:lnTo>
                <a:lnTo>
                  <a:pt x="20093" y="6347"/>
                </a:lnTo>
                <a:lnTo>
                  <a:pt x="20842" y="7291"/>
                </a:lnTo>
                <a:lnTo>
                  <a:pt x="21600" y="8359"/>
                </a:lnTo>
                <a:lnTo>
                  <a:pt x="20885" y="8359"/>
                </a:lnTo>
                <a:lnTo>
                  <a:pt x="20167" y="8359"/>
                </a:lnTo>
                <a:lnTo>
                  <a:pt x="19440" y="8359"/>
                </a:lnTo>
                <a:lnTo>
                  <a:pt x="19440" y="11277"/>
                </a:lnTo>
                <a:lnTo>
                  <a:pt x="19440" y="14212"/>
                </a:lnTo>
                <a:lnTo>
                  <a:pt x="19440" y="17186"/>
                </a:lnTo>
                <a:lnTo>
                  <a:pt x="20080" y="18806"/>
                </a:lnTo>
                <a:lnTo>
                  <a:pt x="20520" y="19808"/>
                </a:lnTo>
                <a:lnTo>
                  <a:pt x="20958" y="20598"/>
                </a:lnTo>
                <a:lnTo>
                  <a:pt x="21600" y="21600"/>
                </a:lnTo>
                <a:lnTo>
                  <a:pt x="20855" y="21313"/>
                </a:lnTo>
                <a:lnTo>
                  <a:pt x="20110" y="21026"/>
                </a:lnTo>
                <a:lnTo>
                  <a:pt x="19365" y="20735"/>
                </a:lnTo>
                <a:lnTo>
                  <a:pt x="18621" y="20439"/>
                </a:lnTo>
                <a:lnTo>
                  <a:pt x="17876" y="20144"/>
                </a:lnTo>
                <a:lnTo>
                  <a:pt x="17132" y="19843"/>
                </a:lnTo>
                <a:lnTo>
                  <a:pt x="16388" y="19543"/>
                </a:lnTo>
                <a:lnTo>
                  <a:pt x="15644" y="19239"/>
                </a:lnTo>
                <a:lnTo>
                  <a:pt x="14900" y="18934"/>
                </a:lnTo>
                <a:lnTo>
                  <a:pt x="14156" y="18625"/>
                </a:lnTo>
                <a:lnTo>
                  <a:pt x="13411" y="18312"/>
                </a:lnTo>
                <a:lnTo>
                  <a:pt x="12716" y="18029"/>
                </a:lnTo>
                <a:lnTo>
                  <a:pt x="12019" y="17751"/>
                </a:lnTo>
                <a:lnTo>
                  <a:pt x="11324" y="17478"/>
                </a:lnTo>
                <a:lnTo>
                  <a:pt x="10627" y="17209"/>
                </a:lnTo>
                <a:lnTo>
                  <a:pt x="9960" y="16948"/>
                </a:lnTo>
                <a:lnTo>
                  <a:pt x="9292" y="16683"/>
                </a:lnTo>
                <a:lnTo>
                  <a:pt x="8625" y="16410"/>
                </a:lnTo>
                <a:lnTo>
                  <a:pt x="7957" y="16132"/>
                </a:lnTo>
                <a:lnTo>
                  <a:pt x="7290" y="15849"/>
                </a:lnTo>
                <a:lnTo>
                  <a:pt x="6621" y="15567"/>
                </a:lnTo>
                <a:lnTo>
                  <a:pt x="6310" y="15456"/>
                </a:lnTo>
                <a:lnTo>
                  <a:pt x="5367" y="15121"/>
                </a:lnTo>
                <a:lnTo>
                  <a:pt x="4585" y="14728"/>
                </a:lnTo>
                <a:lnTo>
                  <a:pt x="3882" y="14260"/>
                </a:lnTo>
                <a:lnTo>
                  <a:pt x="3236" y="13638"/>
                </a:lnTo>
                <a:lnTo>
                  <a:pt x="2627" y="12791"/>
                </a:lnTo>
                <a:lnTo>
                  <a:pt x="2031" y="11647"/>
                </a:lnTo>
                <a:lnTo>
                  <a:pt x="1430" y="10138"/>
                </a:lnTo>
                <a:lnTo>
                  <a:pt x="800" y="8183"/>
                </a:lnTo>
                <a:lnTo>
                  <a:pt x="403" y="6082"/>
                </a:lnTo>
                <a:lnTo>
                  <a:pt x="0" y="3946"/>
                </a:lnTo>
                <a:lnTo>
                  <a:pt x="774" y="2979"/>
                </a:lnTo>
                <a:lnTo>
                  <a:pt x="1539" y="2163"/>
                </a:lnTo>
                <a:lnTo>
                  <a:pt x="2295" y="1501"/>
                </a:lnTo>
                <a:lnTo>
                  <a:pt x="3045" y="971"/>
                </a:lnTo>
                <a:lnTo>
                  <a:pt x="3790" y="565"/>
                </a:lnTo>
                <a:lnTo>
                  <a:pt x="4532" y="278"/>
                </a:lnTo>
                <a:lnTo>
                  <a:pt x="5274" y="93"/>
                </a:lnTo>
                <a:lnTo>
                  <a:pt x="6017" y="4"/>
                </a:lnTo>
                <a:lnTo>
                  <a:pt x="6762" y="0"/>
                </a:lnTo>
                <a:lnTo>
                  <a:pt x="7512" y="71"/>
                </a:lnTo>
                <a:lnTo>
                  <a:pt x="8270" y="207"/>
                </a:lnTo>
                <a:lnTo>
                  <a:pt x="9036" y="397"/>
                </a:lnTo>
                <a:lnTo>
                  <a:pt x="9813" y="631"/>
                </a:lnTo>
                <a:lnTo>
                  <a:pt x="10602" y="896"/>
                </a:lnTo>
                <a:lnTo>
                  <a:pt x="11406" y="1187"/>
                </a:lnTo>
                <a:close/>
              </a:path>
            </a:pathLst>
          </a:custGeom>
          <a:solidFill>
            <a:srgbClr val="8BA6B8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0" name="contour_06018"/>
          <p:cNvSpPr/>
          <p:nvPr/>
        </p:nvSpPr>
        <p:spPr>
          <a:xfrm>
            <a:off x="8747408" y="3525325"/>
            <a:ext cx="96012" cy="45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73"/>
                </a:moveTo>
                <a:lnTo>
                  <a:pt x="21352" y="3472"/>
                </a:lnTo>
                <a:lnTo>
                  <a:pt x="21144" y="5260"/>
                </a:lnTo>
                <a:lnTo>
                  <a:pt x="20895" y="6828"/>
                </a:lnTo>
                <a:lnTo>
                  <a:pt x="20526" y="8670"/>
                </a:lnTo>
                <a:lnTo>
                  <a:pt x="19960" y="11286"/>
                </a:lnTo>
                <a:lnTo>
                  <a:pt x="18775" y="12029"/>
                </a:lnTo>
                <a:lnTo>
                  <a:pt x="17904" y="12500"/>
                </a:lnTo>
                <a:lnTo>
                  <a:pt x="17094" y="12796"/>
                </a:lnTo>
                <a:lnTo>
                  <a:pt x="16089" y="13002"/>
                </a:lnTo>
                <a:lnTo>
                  <a:pt x="14632" y="13219"/>
                </a:lnTo>
                <a:lnTo>
                  <a:pt x="13428" y="13497"/>
                </a:lnTo>
                <a:lnTo>
                  <a:pt x="12256" y="13830"/>
                </a:lnTo>
                <a:lnTo>
                  <a:pt x="11113" y="14216"/>
                </a:lnTo>
                <a:lnTo>
                  <a:pt x="9993" y="14659"/>
                </a:lnTo>
                <a:lnTo>
                  <a:pt x="8893" y="15164"/>
                </a:lnTo>
                <a:lnTo>
                  <a:pt x="7808" y="15728"/>
                </a:lnTo>
                <a:lnTo>
                  <a:pt x="6734" y="16357"/>
                </a:lnTo>
                <a:lnTo>
                  <a:pt x="5666" y="17052"/>
                </a:lnTo>
                <a:lnTo>
                  <a:pt x="4602" y="17815"/>
                </a:lnTo>
                <a:lnTo>
                  <a:pt x="3537" y="18650"/>
                </a:lnTo>
                <a:lnTo>
                  <a:pt x="2464" y="19558"/>
                </a:lnTo>
                <a:lnTo>
                  <a:pt x="1382" y="20541"/>
                </a:lnTo>
                <a:lnTo>
                  <a:pt x="285" y="21600"/>
                </a:lnTo>
                <a:lnTo>
                  <a:pt x="90" y="19111"/>
                </a:lnTo>
                <a:lnTo>
                  <a:pt x="0" y="16835"/>
                </a:lnTo>
                <a:lnTo>
                  <a:pt x="41" y="14690"/>
                </a:lnTo>
                <a:lnTo>
                  <a:pt x="241" y="12603"/>
                </a:lnTo>
                <a:lnTo>
                  <a:pt x="626" y="10503"/>
                </a:lnTo>
                <a:lnTo>
                  <a:pt x="1226" y="8306"/>
                </a:lnTo>
                <a:lnTo>
                  <a:pt x="2171" y="6590"/>
                </a:lnTo>
                <a:lnTo>
                  <a:pt x="3153" y="5116"/>
                </a:lnTo>
                <a:lnTo>
                  <a:pt x="4169" y="3864"/>
                </a:lnTo>
                <a:lnTo>
                  <a:pt x="5217" y="2826"/>
                </a:lnTo>
                <a:lnTo>
                  <a:pt x="6294" y="1977"/>
                </a:lnTo>
                <a:lnTo>
                  <a:pt x="7398" y="1303"/>
                </a:lnTo>
                <a:lnTo>
                  <a:pt x="8524" y="787"/>
                </a:lnTo>
                <a:lnTo>
                  <a:pt x="9672" y="416"/>
                </a:lnTo>
                <a:lnTo>
                  <a:pt x="10836" y="172"/>
                </a:lnTo>
                <a:lnTo>
                  <a:pt x="12013" y="41"/>
                </a:lnTo>
                <a:lnTo>
                  <a:pt x="13202" y="0"/>
                </a:lnTo>
                <a:lnTo>
                  <a:pt x="14401" y="38"/>
                </a:lnTo>
                <a:lnTo>
                  <a:pt x="15604" y="138"/>
                </a:lnTo>
                <a:lnTo>
                  <a:pt x="16809" y="278"/>
                </a:lnTo>
                <a:lnTo>
                  <a:pt x="18014" y="450"/>
                </a:lnTo>
                <a:lnTo>
                  <a:pt x="19218" y="636"/>
                </a:lnTo>
                <a:lnTo>
                  <a:pt x="20413" y="815"/>
                </a:lnTo>
                <a:lnTo>
                  <a:pt x="21600" y="973"/>
                </a:lnTo>
                <a:close/>
              </a:path>
            </a:pathLst>
          </a:custGeom>
          <a:solidFill>
            <a:srgbClr val="F4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1" name="contour_06019"/>
          <p:cNvSpPr/>
          <p:nvPr/>
        </p:nvSpPr>
        <p:spPr>
          <a:xfrm>
            <a:off x="11598281" y="3498236"/>
            <a:ext cx="131184" cy="712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986" y="519"/>
                </a:lnTo>
                <a:lnTo>
                  <a:pt x="20497" y="923"/>
                </a:lnTo>
                <a:lnTo>
                  <a:pt x="20960" y="1416"/>
                </a:lnTo>
                <a:lnTo>
                  <a:pt x="21600" y="2209"/>
                </a:lnTo>
                <a:lnTo>
                  <a:pt x="21200" y="3780"/>
                </a:lnTo>
                <a:lnTo>
                  <a:pt x="20798" y="5282"/>
                </a:lnTo>
                <a:lnTo>
                  <a:pt x="20387" y="6714"/>
                </a:lnTo>
                <a:lnTo>
                  <a:pt x="19958" y="8077"/>
                </a:lnTo>
                <a:lnTo>
                  <a:pt x="19504" y="9365"/>
                </a:lnTo>
                <a:lnTo>
                  <a:pt x="19015" y="10585"/>
                </a:lnTo>
                <a:lnTo>
                  <a:pt x="18485" y="11729"/>
                </a:lnTo>
                <a:lnTo>
                  <a:pt x="17905" y="12800"/>
                </a:lnTo>
                <a:lnTo>
                  <a:pt x="17268" y="13799"/>
                </a:lnTo>
                <a:lnTo>
                  <a:pt x="16565" y="14723"/>
                </a:lnTo>
                <a:lnTo>
                  <a:pt x="15787" y="15571"/>
                </a:lnTo>
                <a:lnTo>
                  <a:pt x="14929" y="16344"/>
                </a:lnTo>
                <a:lnTo>
                  <a:pt x="14242" y="16795"/>
                </a:lnTo>
                <a:lnTo>
                  <a:pt x="13553" y="17237"/>
                </a:lnTo>
                <a:lnTo>
                  <a:pt x="12862" y="17668"/>
                </a:lnTo>
                <a:lnTo>
                  <a:pt x="12169" y="18089"/>
                </a:lnTo>
                <a:lnTo>
                  <a:pt x="11474" y="18503"/>
                </a:lnTo>
                <a:lnTo>
                  <a:pt x="10901" y="18894"/>
                </a:lnTo>
                <a:lnTo>
                  <a:pt x="10324" y="19287"/>
                </a:lnTo>
                <a:lnTo>
                  <a:pt x="9738" y="19685"/>
                </a:lnTo>
                <a:lnTo>
                  <a:pt x="8834" y="20230"/>
                </a:lnTo>
                <a:lnTo>
                  <a:pt x="7980" y="20690"/>
                </a:lnTo>
                <a:lnTo>
                  <a:pt x="7166" y="21059"/>
                </a:lnTo>
                <a:lnTo>
                  <a:pt x="6383" y="21335"/>
                </a:lnTo>
                <a:lnTo>
                  <a:pt x="5618" y="21516"/>
                </a:lnTo>
                <a:lnTo>
                  <a:pt x="4865" y="21600"/>
                </a:lnTo>
                <a:lnTo>
                  <a:pt x="4111" y="21582"/>
                </a:lnTo>
                <a:lnTo>
                  <a:pt x="3348" y="21461"/>
                </a:lnTo>
                <a:lnTo>
                  <a:pt x="2564" y="21233"/>
                </a:lnTo>
                <a:lnTo>
                  <a:pt x="1752" y="20897"/>
                </a:lnTo>
                <a:lnTo>
                  <a:pt x="901" y="20447"/>
                </a:lnTo>
                <a:lnTo>
                  <a:pt x="0" y="19883"/>
                </a:lnTo>
                <a:lnTo>
                  <a:pt x="310" y="19667"/>
                </a:lnTo>
                <a:lnTo>
                  <a:pt x="1246" y="19009"/>
                </a:lnTo>
                <a:lnTo>
                  <a:pt x="1954" y="18505"/>
                </a:lnTo>
                <a:lnTo>
                  <a:pt x="2662" y="17997"/>
                </a:lnTo>
                <a:lnTo>
                  <a:pt x="3368" y="17486"/>
                </a:lnTo>
                <a:lnTo>
                  <a:pt x="4075" y="16974"/>
                </a:lnTo>
                <a:lnTo>
                  <a:pt x="4782" y="16461"/>
                </a:lnTo>
                <a:lnTo>
                  <a:pt x="5488" y="15946"/>
                </a:lnTo>
                <a:lnTo>
                  <a:pt x="6194" y="15430"/>
                </a:lnTo>
                <a:lnTo>
                  <a:pt x="6900" y="14913"/>
                </a:lnTo>
                <a:lnTo>
                  <a:pt x="7548" y="14460"/>
                </a:lnTo>
                <a:lnTo>
                  <a:pt x="8200" y="14002"/>
                </a:lnTo>
                <a:lnTo>
                  <a:pt x="8860" y="13541"/>
                </a:lnTo>
                <a:lnTo>
                  <a:pt x="9690" y="12909"/>
                </a:lnTo>
                <a:lnTo>
                  <a:pt x="10482" y="12270"/>
                </a:lnTo>
                <a:lnTo>
                  <a:pt x="11240" y="11619"/>
                </a:lnTo>
                <a:lnTo>
                  <a:pt x="11966" y="10945"/>
                </a:lnTo>
                <a:lnTo>
                  <a:pt x="12665" y="10242"/>
                </a:lnTo>
                <a:lnTo>
                  <a:pt x="13337" y="9504"/>
                </a:lnTo>
                <a:lnTo>
                  <a:pt x="13987" y="8724"/>
                </a:lnTo>
                <a:lnTo>
                  <a:pt x="14620" y="7896"/>
                </a:lnTo>
                <a:lnTo>
                  <a:pt x="15234" y="7010"/>
                </a:lnTo>
                <a:lnTo>
                  <a:pt x="15836" y="6062"/>
                </a:lnTo>
                <a:lnTo>
                  <a:pt x="16429" y="5046"/>
                </a:lnTo>
                <a:lnTo>
                  <a:pt x="17015" y="3950"/>
                </a:lnTo>
                <a:lnTo>
                  <a:pt x="17597" y="2773"/>
                </a:lnTo>
                <a:lnTo>
                  <a:pt x="18179" y="1505"/>
                </a:lnTo>
                <a:lnTo>
                  <a:pt x="18433" y="1129"/>
                </a:lnTo>
                <a:lnTo>
                  <a:pt x="19200" y="0"/>
                </a:lnTo>
                <a:close/>
              </a:path>
            </a:pathLst>
          </a:custGeom>
          <a:solidFill>
            <a:srgbClr val="E9ECEF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2" name="contour_06020"/>
          <p:cNvSpPr/>
          <p:nvPr/>
        </p:nvSpPr>
        <p:spPr>
          <a:xfrm>
            <a:off x="4558081" y="3365660"/>
            <a:ext cx="80168" cy="535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17" y="0"/>
                </a:moveTo>
                <a:lnTo>
                  <a:pt x="16821" y="9"/>
                </a:lnTo>
                <a:lnTo>
                  <a:pt x="17679" y="44"/>
                </a:lnTo>
                <a:lnTo>
                  <a:pt x="18572" y="129"/>
                </a:lnTo>
                <a:lnTo>
                  <a:pt x="19786" y="291"/>
                </a:lnTo>
                <a:lnTo>
                  <a:pt x="21600" y="562"/>
                </a:lnTo>
                <a:lnTo>
                  <a:pt x="21427" y="2311"/>
                </a:lnTo>
                <a:lnTo>
                  <a:pt x="21245" y="4058"/>
                </a:lnTo>
                <a:lnTo>
                  <a:pt x="21056" y="5802"/>
                </a:lnTo>
                <a:lnTo>
                  <a:pt x="20864" y="7546"/>
                </a:lnTo>
                <a:lnTo>
                  <a:pt x="20657" y="9496"/>
                </a:lnTo>
                <a:lnTo>
                  <a:pt x="20449" y="11475"/>
                </a:lnTo>
                <a:lnTo>
                  <a:pt x="19933" y="13672"/>
                </a:lnTo>
                <a:lnTo>
                  <a:pt x="19383" y="15489"/>
                </a:lnTo>
                <a:lnTo>
                  <a:pt x="18743" y="17036"/>
                </a:lnTo>
                <a:lnTo>
                  <a:pt x="17955" y="18421"/>
                </a:lnTo>
                <a:lnTo>
                  <a:pt x="16964" y="19756"/>
                </a:lnTo>
                <a:lnTo>
                  <a:pt x="15709" y="21147"/>
                </a:lnTo>
                <a:lnTo>
                  <a:pt x="14319" y="21335"/>
                </a:lnTo>
                <a:lnTo>
                  <a:pt x="12972" y="21476"/>
                </a:lnTo>
                <a:lnTo>
                  <a:pt x="11650" y="21565"/>
                </a:lnTo>
                <a:lnTo>
                  <a:pt x="10331" y="21600"/>
                </a:lnTo>
                <a:lnTo>
                  <a:pt x="8990" y="21582"/>
                </a:lnTo>
                <a:lnTo>
                  <a:pt x="7609" y="21515"/>
                </a:lnTo>
                <a:lnTo>
                  <a:pt x="7057" y="21494"/>
                </a:lnTo>
                <a:lnTo>
                  <a:pt x="5392" y="21435"/>
                </a:lnTo>
                <a:lnTo>
                  <a:pt x="4043" y="21377"/>
                </a:lnTo>
                <a:lnTo>
                  <a:pt x="2696" y="21309"/>
                </a:lnTo>
                <a:lnTo>
                  <a:pt x="1347" y="21229"/>
                </a:lnTo>
                <a:lnTo>
                  <a:pt x="0" y="21147"/>
                </a:lnTo>
                <a:lnTo>
                  <a:pt x="0" y="19203"/>
                </a:lnTo>
                <a:lnTo>
                  <a:pt x="0" y="17248"/>
                </a:lnTo>
                <a:lnTo>
                  <a:pt x="0" y="15266"/>
                </a:lnTo>
                <a:lnTo>
                  <a:pt x="1204" y="14351"/>
                </a:lnTo>
                <a:lnTo>
                  <a:pt x="2091" y="13757"/>
                </a:lnTo>
                <a:lnTo>
                  <a:pt x="3099" y="13231"/>
                </a:lnTo>
                <a:lnTo>
                  <a:pt x="4664" y="12510"/>
                </a:lnTo>
                <a:lnTo>
                  <a:pt x="6490" y="11540"/>
                </a:lnTo>
                <a:lnTo>
                  <a:pt x="7843" y="10746"/>
                </a:lnTo>
                <a:lnTo>
                  <a:pt x="8846" y="9993"/>
                </a:lnTo>
                <a:lnTo>
                  <a:pt x="9628" y="9140"/>
                </a:lnTo>
                <a:lnTo>
                  <a:pt x="10313" y="8049"/>
                </a:lnTo>
                <a:lnTo>
                  <a:pt x="11030" y="6584"/>
                </a:lnTo>
                <a:lnTo>
                  <a:pt x="11906" y="4605"/>
                </a:lnTo>
                <a:lnTo>
                  <a:pt x="12999" y="2259"/>
                </a:lnTo>
                <a:lnTo>
                  <a:pt x="13761" y="997"/>
                </a:lnTo>
                <a:lnTo>
                  <a:pt x="14549" y="385"/>
                </a:lnTo>
                <a:lnTo>
                  <a:pt x="15717" y="0"/>
                </a:lnTo>
                <a:close/>
              </a:path>
            </a:pathLst>
          </a:custGeom>
          <a:solidFill>
            <a:srgbClr val="574D71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3" name="contour_06021"/>
          <p:cNvSpPr/>
          <p:nvPr/>
        </p:nvSpPr>
        <p:spPr>
          <a:xfrm>
            <a:off x="4820449" y="3387918"/>
            <a:ext cx="123896" cy="301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63"/>
                </a:moveTo>
                <a:lnTo>
                  <a:pt x="12273" y="31"/>
                </a:lnTo>
                <a:lnTo>
                  <a:pt x="13123" y="0"/>
                </a:lnTo>
                <a:lnTo>
                  <a:pt x="14016" y="16"/>
                </a:lnTo>
                <a:lnTo>
                  <a:pt x="14896" y="73"/>
                </a:lnTo>
                <a:lnTo>
                  <a:pt x="15763" y="198"/>
                </a:lnTo>
                <a:lnTo>
                  <a:pt x="16619" y="428"/>
                </a:lnTo>
                <a:lnTo>
                  <a:pt x="17466" y="799"/>
                </a:lnTo>
                <a:lnTo>
                  <a:pt x="18304" y="1342"/>
                </a:lnTo>
                <a:lnTo>
                  <a:pt x="19135" y="2094"/>
                </a:lnTo>
                <a:lnTo>
                  <a:pt x="19961" y="3086"/>
                </a:lnTo>
                <a:lnTo>
                  <a:pt x="20782" y="4354"/>
                </a:lnTo>
                <a:lnTo>
                  <a:pt x="21600" y="5936"/>
                </a:lnTo>
                <a:lnTo>
                  <a:pt x="21600" y="9388"/>
                </a:lnTo>
                <a:lnTo>
                  <a:pt x="21600" y="12860"/>
                </a:lnTo>
                <a:lnTo>
                  <a:pt x="21600" y="16379"/>
                </a:lnTo>
                <a:lnTo>
                  <a:pt x="21172" y="16483"/>
                </a:lnTo>
                <a:lnTo>
                  <a:pt x="20770" y="16577"/>
                </a:lnTo>
                <a:lnTo>
                  <a:pt x="20388" y="16671"/>
                </a:lnTo>
                <a:lnTo>
                  <a:pt x="20016" y="16760"/>
                </a:lnTo>
                <a:lnTo>
                  <a:pt x="19641" y="16854"/>
                </a:lnTo>
                <a:lnTo>
                  <a:pt x="19258" y="16943"/>
                </a:lnTo>
                <a:lnTo>
                  <a:pt x="18856" y="17042"/>
                </a:lnTo>
                <a:lnTo>
                  <a:pt x="18424" y="17146"/>
                </a:lnTo>
                <a:lnTo>
                  <a:pt x="17955" y="17261"/>
                </a:lnTo>
                <a:lnTo>
                  <a:pt x="17439" y="17387"/>
                </a:lnTo>
                <a:lnTo>
                  <a:pt x="16866" y="17522"/>
                </a:lnTo>
                <a:lnTo>
                  <a:pt x="16227" y="17679"/>
                </a:lnTo>
                <a:lnTo>
                  <a:pt x="15513" y="17851"/>
                </a:lnTo>
                <a:lnTo>
                  <a:pt x="14713" y="18044"/>
                </a:lnTo>
                <a:lnTo>
                  <a:pt x="13820" y="18258"/>
                </a:lnTo>
                <a:lnTo>
                  <a:pt x="12824" y="18499"/>
                </a:lnTo>
                <a:lnTo>
                  <a:pt x="11715" y="18770"/>
                </a:lnTo>
                <a:lnTo>
                  <a:pt x="10482" y="19068"/>
                </a:lnTo>
                <a:lnTo>
                  <a:pt x="9119" y="19397"/>
                </a:lnTo>
                <a:lnTo>
                  <a:pt x="7615" y="19757"/>
                </a:lnTo>
                <a:lnTo>
                  <a:pt x="5960" y="20159"/>
                </a:lnTo>
                <a:lnTo>
                  <a:pt x="4146" y="20598"/>
                </a:lnTo>
                <a:lnTo>
                  <a:pt x="2163" y="21078"/>
                </a:lnTo>
                <a:lnTo>
                  <a:pt x="0" y="21600"/>
                </a:lnTo>
                <a:lnTo>
                  <a:pt x="475" y="15789"/>
                </a:lnTo>
                <a:lnTo>
                  <a:pt x="845" y="11560"/>
                </a:lnTo>
                <a:lnTo>
                  <a:pt x="1159" y="8578"/>
                </a:lnTo>
                <a:lnTo>
                  <a:pt x="1468" y="6506"/>
                </a:lnTo>
                <a:lnTo>
                  <a:pt x="1819" y="5007"/>
                </a:lnTo>
                <a:lnTo>
                  <a:pt x="2267" y="3749"/>
                </a:lnTo>
                <a:lnTo>
                  <a:pt x="2859" y="2386"/>
                </a:lnTo>
                <a:lnTo>
                  <a:pt x="3722" y="1791"/>
                </a:lnTo>
                <a:lnTo>
                  <a:pt x="4578" y="1300"/>
                </a:lnTo>
                <a:lnTo>
                  <a:pt x="5430" y="908"/>
                </a:lnTo>
                <a:lnTo>
                  <a:pt x="6282" y="600"/>
                </a:lnTo>
                <a:lnTo>
                  <a:pt x="7132" y="371"/>
                </a:lnTo>
                <a:lnTo>
                  <a:pt x="7983" y="209"/>
                </a:lnTo>
                <a:lnTo>
                  <a:pt x="8837" y="110"/>
                </a:lnTo>
                <a:lnTo>
                  <a:pt x="9696" y="57"/>
                </a:lnTo>
                <a:lnTo>
                  <a:pt x="10561" y="42"/>
                </a:lnTo>
                <a:lnTo>
                  <a:pt x="11435" y="63"/>
                </a:lnTo>
                <a:close/>
              </a:path>
            </a:pathLst>
          </a:custGeom>
          <a:solidFill>
            <a:srgbClr val="C4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4" name="contour_06022"/>
          <p:cNvSpPr/>
          <p:nvPr/>
        </p:nvSpPr>
        <p:spPr>
          <a:xfrm>
            <a:off x="1409669" y="3308748"/>
            <a:ext cx="75154" cy="748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63" y="0"/>
                </a:moveTo>
                <a:lnTo>
                  <a:pt x="16625" y="1568"/>
                </a:lnTo>
                <a:lnTo>
                  <a:pt x="18110" y="2796"/>
                </a:lnTo>
                <a:lnTo>
                  <a:pt x="19202" y="3791"/>
                </a:lnTo>
                <a:lnTo>
                  <a:pt x="19975" y="4658"/>
                </a:lnTo>
                <a:lnTo>
                  <a:pt x="20511" y="5500"/>
                </a:lnTo>
                <a:lnTo>
                  <a:pt x="20894" y="6422"/>
                </a:lnTo>
                <a:lnTo>
                  <a:pt x="21200" y="7528"/>
                </a:lnTo>
                <a:lnTo>
                  <a:pt x="21512" y="8925"/>
                </a:lnTo>
                <a:lnTo>
                  <a:pt x="21579" y="11185"/>
                </a:lnTo>
                <a:lnTo>
                  <a:pt x="21600" y="12927"/>
                </a:lnTo>
                <a:lnTo>
                  <a:pt x="21546" y="14270"/>
                </a:lnTo>
                <a:lnTo>
                  <a:pt x="21388" y="15334"/>
                </a:lnTo>
                <a:lnTo>
                  <a:pt x="21104" y="16241"/>
                </a:lnTo>
                <a:lnTo>
                  <a:pt x="20662" y="17110"/>
                </a:lnTo>
                <a:lnTo>
                  <a:pt x="20037" y="18065"/>
                </a:lnTo>
                <a:lnTo>
                  <a:pt x="19204" y="19225"/>
                </a:lnTo>
                <a:lnTo>
                  <a:pt x="17945" y="20079"/>
                </a:lnTo>
                <a:lnTo>
                  <a:pt x="16787" y="20699"/>
                </a:lnTo>
                <a:lnTo>
                  <a:pt x="15670" y="21122"/>
                </a:lnTo>
                <a:lnTo>
                  <a:pt x="14539" y="21383"/>
                </a:lnTo>
                <a:lnTo>
                  <a:pt x="13332" y="21520"/>
                </a:lnTo>
                <a:lnTo>
                  <a:pt x="11998" y="21568"/>
                </a:lnTo>
                <a:lnTo>
                  <a:pt x="10473" y="21566"/>
                </a:lnTo>
                <a:lnTo>
                  <a:pt x="9991" y="21573"/>
                </a:lnTo>
                <a:lnTo>
                  <a:pt x="9143" y="21581"/>
                </a:lnTo>
                <a:lnTo>
                  <a:pt x="7201" y="21600"/>
                </a:lnTo>
                <a:lnTo>
                  <a:pt x="5538" y="21219"/>
                </a:lnTo>
                <a:lnTo>
                  <a:pt x="4181" y="20731"/>
                </a:lnTo>
                <a:lnTo>
                  <a:pt x="3037" y="20094"/>
                </a:lnTo>
                <a:lnTo>
                  <a:pt x="2019" y="19262"/>
                </a:lnTo>
                <a:lnTo>
                  <a:pt x="1037" y="18189"/>
                </a:lnTo>
                <a:lnTo>
                  <a:pt x="0" y="16832"/>
                </a:lnTo>
                <a:lnTo>
                  <a:pt x="394" y="15141"/>
                </a:lnTo>
                <a:lnTo>
                  <a:pt x="700" y="13967"/>
                </a:lnTo>
                <a:lnTo>
                  <a:pt x="1018" y="13007"/>
                </a:lnTo>
                <a:lnTo>
                  <a:pt x="1449" y="11959"/>
                </a:lnTo>
                <a:lnTo>
                  <a:pt x="2095" y="10520"/>
                </a:lnTo>
                <a:lnTo>
                  <a:pt x="2095" y="11911"/>
                </a:lnTo>
                <a:lnTo>
                  <a:pt x="2095" y="13310"/>
                </a:lnTo>
                <a:lnTo>
                  <a:pt x="2095" y="14728"/>
                </a:lnTo>
                <a:lnTo>
                  <a:pt x="3506" y="14703"/>
                </a:lnTo>
                <a:lnTo>
                  <a:pt x="4868" y="14642"/>
                </a:lnTo>
                <a:lnTo>
                  <a:pt x="6192" y="14526"/>
                </a:lnTo>
                <a:lnTo>
                  <a:pt x="7486" y="14345"/>
                </a:lnTo>
                <a:lnTo>
                  <a:pt x="8762" y="14078"/>
                </a:lnTo>
                <a:lnTo>
                  <a:pt x="10027" y="13714"/>
                </a:lnTo>
                <a:lnTo>
                  <a:pt x="11292" y="13234"/>
                </a:lnTo>
                <a:lnTo>
                  <a:pt x="12568" y="12624"/>
                </a:lnTo>
                <a:lnTo>
                  <a:pt x="13064" y="11244"/>
                </a:lnTo>
                <a:lnTo>
                  <a:pt x="13475" y="9870"/>
                </a:lnTo>
                <a:lnTo>
                  <a:pt x="13804" y="8494"/>
                </a:lnTo>
                <a:lnTo>
                  <a:pt x="14066" y="7112"/>
                </a:lnTo>
                <a:lnTo>
                  <a:pt x="14267" y="5723"/>
                </a:lnTo>
                <a:lnTo>
                  <a:pt x="14417" y="4322"/>
                </a:lnTo>
                <a:lnTo>
                  <a:pt x="14526" y="2904"/>
                </a:lnTo>
                <a:lnTo>
                  <a:pt x="14606" y="1464"/>
                </a:lnTo>
                <a:lnTo>
                  <a:pt x="14663" y="0"/>
                </a:lnTo>
                <a:close/>
              </a:path>
            </a:pathLst>
          </a:custGeom>
          <a:solidFill>
            <a:srgbClr val="948F8E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5" name="contour_06023"/>
          <p:cNvSpPr/>
          <p:nvPr/>
        </p:nvSpPr>
        <p:spPr>
          <a:xfrm>
            <a:off x="6715327" y="3236692"/>
            <a:ext cx="116608" cy="57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2429"/>
                </a:moveTo>
                <a:lnTo>
                  <a:pt x="9153" y="3032"/>
                </a:lnTo>
                <a:lnTo>
                  <a:pt x="8855" y="3637"/>
                </a:lnTo>
                <a:lnTo>
                  <a:pt x="8443" y="4472"/>
                </a:lnTo>
                <a:lnTo>
                  <a:pt x="7804" y="5768"/>
                </a:lnTo>
                <a:lnTo>
                  <a:pt x="6828" y="7748"/>
                </a:lnTo>
                <a:lnTo>
                  <a:pt x="5400" y="10645"/>
                </a:lnTo>
                <a:lnTo>
                  <a:pt x="5835" y="10566"/>
                </a:lnTo>
                <a:lnTo>
                  <a:pt x="6233" y="10492"/>
                </a:lnTo>
                <a:lnTo>
                  <a:pt x="6618" y="10421"/>
                </a:lnTo>
                <a:lnTo>
                  <a:pt x="7011" y="10349"/>
                </a:lnTo>
                <a:lnTo>
                  <a:pt x="7433" y="10270"/>
                </a:lnTo>
                <a:lnTo>
                  <a:pt x="7906" y="10182"/>
                </a:lnTo>
                <a:lnTo>
                  <a:pt x="8452" y="10081"/>
                </a:lnTo>
                <a:lnTo>
                  <a:pt x="9094" y="9963"/>
                </a:lnTo>
                <a:lnTo>
                  <a:pt x="9852" y="9824"/>
                </a:lnTo>
                <a:lnTo>
                  <a:pt x="10749" y="9659"/>
                </a:lnTo>
                <a:lnTo>
                  <a:pt x="11804" y="9465"/>
                </a:lnTo>
                <a:lnTo>
                  <a:pt x="13044" y="9235"/>
                </a:lnTo>
                <a:lnTo>
                  <a:pt x="14486" y="8969"/>
                </a:lnTo>
                <a:lnTo>
                  <a:pt x="16153" y="8662"/>
                </a:lnTo>
                <a:lnTo>
                  <a:pt x="18067" y="8309"/>
                </a:lnTo>
                <a:lnTo>
                  <a:pt x="20250" y="7907"/>
                </a:lnTo>
                <a:lnTo>
                  <a:pt x="20417" y="9602"/>
                </a:lnTo>
                <a:lnTo>
                  <a:pt x="20585" y="11297"/>
                </a:lnTo>
                <a:lnTo>
                  <a:pt x="20752" y="12998"/>
                </a:lnTo>
                <a:lnTo>
                  <a:pt x="20920" y="14701"/>
                </a:lnTo>
                <a:lnTo>
                  <a:pt x="21088" y="16413"/>
                </a:lnTo>
                <a:lnTo>
                  <a:pt x="21258" y="18133"/>
                </a:lnTo>
                <a:lnTo>
                  <a:pt x="21429" y="19861"/>
                </a:lnTo>
                <a:lnTo>
                  <a:pt x="21600" y="21600"/>
                </a:lnTo>
                <a:lnTo>
                  <a:pt x="20708" y="21600"/>
                </a:lnTo>
                <a:lnTo>
                  <a:pt x="19810" y="21600"/>
                </a:lnTo>
                <a:lnTo>
                  <a:pt x="18900" y="21600"/>
                </a:lnTo>
                <a:lnTo>
                  <a:pt x="18900" y="19790"/>
                </a:lnTo>
                <a:lnTo>
                  <a:pt x="18900" y="17969"/>
                </a:lnTo>
                <a:lnTo>
                  <a:pt x="18900" y="16123"/>
                </a:lnTo>
                <a:lnTo>
                  <a:pt x="18453" y="16057"/>
                </a:lnTo>
                <a:lnTo>
                  <a:pt x="18039" y="15997"/>
                </a:lnTo>
                <a:lnTo>
                  <a:pt x="17643" y="15942"/>
                </a:lnTo>
                <a:lnTo>
                  <a:pt x="17252" y="15884"/>
                </a:lnTo>
                <a:lnTo>
                  <a:pt x="16851" y="15827"/>
                </a:lnTo>
                <a:lnTo>
                  <a:pt x="16425" y="15764"/>
                </a:lnTo>
                <a:lnTo>
                  <a:pt x="15961" y="15698"/>
                </a:lnTo>
                <a:lnTo>
                  <a:pt x="15445" y="15621"/>
                </a:lnTo>
                <a:lnTo>
                  <a:pt x="14862" y="15537"/>
                </a:lnTo>
                <a:lnTo>
                  <a:pt x="14199" y="15441"/>
                </a:lnTo>
                <a:lnTo>
                  <a:pt x="13441" y="15331"/>
                </a:lnTo>
                <a:lnTo>
                  <a:pt x="12573" y="15205"/>
                </a:lnTo>
                <a:lnTo>
                  <a:pt x="11582" y="15063"/>
                </a:lnTo>
                <a:lnTo>
                  <a:pt x="10453" y="14898"/>
                </a:lnTo>
                <a:lnTo>
                  <a:pt x="9172" y="14712"/>
                </a:lnTo>
                <a:lnTo>
                  <a:pt x="7726" y="14504"/>
                </a:lnTo>
                <a:lnTo>
                  <a:pt x="6101" y="14269"/>
                </a:lnTo>
                <a:lnTo>
                  <a:pt x="4279" y="14003"/>
                </a:lnTo>
                <a:lnTo>
                  <a:pt x="2252" y="13710"/>
                </a:lnTo>
                <a:lnTo>
                  <a:pt x="0" y="13384"/>
                </a:lnTo>
                <a:lnTo>
                  <a:pt x="448" y="9763"/>
                </a:lnTo>
                <a:lnTo>
                  <a:pt x="798" y="7017"/>
                </a:lnTo>
                <a:lnTo>
                  <a:pt x="1079" y="4987"/>
                </a:lnTo>
                <a:lnTo>
                  <a:pt x="1318" y="3522"/>
                </a:lnTo>
                <a:lnTo>
                  <a:pt x="1547" y="2465"/>
                </a:lnTo>
                <a:lnTo>
                  <a:pt x="1791" y="1662"/>
                </a:lnTo>
                <a:lnTo>
                  <a:pt x="2082" y="961"/>
                </a:lnTo>
                <a:lnTo>
                  <a:pt x="2446" y="205"/>
                </a:lnTo>
                <a:lnTo>
                  <a:pt x="3375" y="5"/>
                </a:lnTo>
                <a:lnTo>
                  <a:pt x="4266" y="0"/>
                </a:lnTo>
                <a:lnTo>
                  <a:pt x="5131" y="159"/>
                </a:lnTo>
                <a:lnTo>
                  <a:pt x="5982" y="455"/>
                </a:lnTo>
                <a:lnTo>
                  <a:pt x="6827" y="857"/>
                </a:lnTo>
                <a:lnTo>
                  <a:pt x="7680" y="1339"/>
                </a:lnTo>
                <a:lnTo>
                  <a:pt x="8551" y="1873"/>
                </a:lnTo>
                <a:lnTo>
                  <a:pt x="9450" y="2429"/>
                </a:lnTo>
                <a:close/>
              </a:path>
            </a:pathLst>
          </a:custGeom>
          <a:solidFill>
            <a:srgbClr val="A4B8C4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6" name="contour_06024"/>
          <p:cNvSpPr/>
          <p:nvPr/>
        </p:nvSpPr>
        <p:spPr>
          <a:xfrm>
            <a:off x="8223948" y="3222174"/>
            <a:ext cx="65592" cy="501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46" y="600"/>
                </a:moveTo>
                <a:lnTo>
                  <a:pt x="20162" y="1674"/>
                </a:lnTo>
                <a:lnTo>
                  <a:pt x="21600" y="2760"/>
                </a:lnTo>
                <a:lnTo>
                  <a:pt x="21341" y="4675"/>
                </a:lnTo>
                <a:lnTo>
                  <a:pt x="21079" y="6588"/>
                </a:lnTo>
                <a:lnTo>
                  <a:pt x="20815" y="8500"/>
                </a:lnTo>
                <a:lnTo>
                  <a:pt x="20546" y="10415"/>
                </a:lnTo>
                <a:lnTo>
                  <a:pt x="20256" y="12551"/>
                </a:lnTo>
                <a:lnTo>
                  <a:pt x="19956" y="14717"/>
                </a:lnTo>
                <a:lnTo>
                  <a:pt x="19481" y="16931"/>
                </a:lnTo>
                <a:lnTo>
                  <a:pt x="18994" y="18385"/>
                </a:lnTo>
                <a:lnTo>
                  <a:pt x="18199" y="19729"/>
                </a:lnTo>
                <a:lnTo>
                  <a:pt x="16800" y="21600"/>
                </a:lnTo>
                <a:lnTo>
                  <a:pt x="15130" y="21437"/>
                </a:lnTo>
                <a:lnTo>
                  <a:pt x="13877" y="21295"/>
                </a:lnTo>
                <a:lnTo>
                  <a:pt x="12797" y="21142"/>
                </a:lnTo>
                <a:lnTo>
                  <a:pt x="11659" y="20937"/>
                </a:lnTo>
                <a:lnTo>
                  <a:pt x="10222" y="20645"/>
                </a:lnTo>
                <a:lnTo>
                  <a:pt x="8249" y="20225"/>
                </a:lnTo>
                <a:lnTo>
                  <a:pt x="6708" y="19904"/>
                </a:lnTo>
                <a:lnTo>
                  <a:pt x="5160" y="19584"/>
                </a:lnTo>
                <a:lnTo>
                  <a:pt x="3588" y="19254"/>
                </a:lnTo>
                <a:lnTo>
                  <a:pt x="3060" y="19141"/>
                </a:lnTo>
                <a:lnTo>
                  <a:pt x="2131" y="18934"/>
                </a:lnTo>
                <a:lnTo>
                  <a:pt x="0" y="18460"/>
                </a:lnTo>
                <a:lnTo>
                  <a:pt x="437" y="16259"/>
                </a:lnTo>
                <a:lnTo>
                  <a:pt x="888" y="14274"/>
                </a:lnTo>
                <a:lnTo>
                  <a:pt x="1397" y="12456"/>
                </a:lnTo>
                <a:lnTo>
                  <a:pt x="2016" y="10764"/>
                </a:lnTo>
                <a:lnTo>
                  <a:pt x="2791" y="9147"/>
                </a:lnTo>
                <a:lnTo>
                  <a:pt x="3770" y="7555"/>
                </a:lnTo>
                <a:lnTo>
                  <a:pt x="5002" y="5947"/>
                </a:lnTo>
                <a:lnTo>
                  <a:pt x="7519" y="4000"/>
                </a:lnTo>
                <a:lnTo>
                  <a:pt x="9523" y="2496"/>
                </a:lnTo>
                <a:lnTo>
                  <a:pt x="11129" y="1385"/>
                </a:lnTo>
                <a:lnTo>
                  <a:pt x="12451" y="631"/>
                </a:lnTo>
                <a:lnTo>
                  <a:pt x="13601" y="182"/>
                </a:lnTo>
                <a:lnTo>
                  <a:pt x="14693" y="0"/>
                </a:lnTo>
                <a:lnTo>
                  <a:pt x="15840" y="38"/>
                </a:lnTo>
                <a:lnTo>
                  <a:pt x="17153" y="254"/>
                </a:lnTo>
                <a:lnTo>
                  <a:pt x="18746" y="600"/>
                </a:lnTo>
                <a:close/>
              </a:path>
            </a:pathLst>
          </a:custGeom>
          <a:solidFill>
            <a:srgbClr val="B5C7D5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7" name="contour_06025"/>
          <p:cNvSpPr/>
          <p:nvPr/>
        </p:nvSpPr>
        <p:spPr>
          <a:xfrm>
            <a:off x="5629416" y="3215170"/>
            <a:ext cx="94744" cy="364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38" y="1200"/>
                </a:moveTo>
                <a:lnTo>
                  <a:pt x="15054" y="1369"/>
                </a:lnTo>
                <a:lnTo>
                  <a:pt x="16609" y="1883"/>
                </a:lnTo>
                <a:lnTo>
                  <a:pt x="17607" y="2215"/>
                </a:lnTo>
                <a:lnTo>
                  <a:pt x="18606" y="2561"/>
                </a:lnTo>
                <a:lnTo>
                  <a:pt x="19604" y="2915"/>
                </a:lnTo>
                <a:lnTo>
                  <a:pt x="20601" y="3269"/>
                </a:lnTo>
                <a:lnTo>
                  <a:pt x="21600" y="3627"/>
                </a:lnTo>
                <a:lnTo>
                  <a:pt x="21600" y="6482"/>
                </a:lnTo>
                <a:lnTo>
                  <a:pt x="21600" y="9353"/>
                </a:lnTo>
                <a:lnTo>
                  <a:pt x="21600" y="12264"/>
                </a:lnTo>
                <a:lnTo>
                  <a:pt x="20558" y="14544"/>
                </a:lnTo>
                <a:lnTo>
                  <a:pt x="19543" y="16435"/>
                </a:lnTo>
                <a:lnTo>
                  <a:pt x="18543" y="17977"/>
                </a:lnTo>
                <a:lnTo>
                  <a:pt x="17544" y="19195"/>
                </a:lnTo>
                <a:lnTo>
                  <a:pt x="16537" y="20127"/>
                </a:lnTo>
                <a:lnTo>
                  <a:pt x="15510" y="20801"/>
                </a:lnTo>
                <a:lnTo>
                  <a:pt x="14452" y="21250"/>
                </a:lnTo>
                <a:lnTo>
                  <a:pt x="13349" y="21505"/>
                </a:lnTo>
                <a:lnTo>
                  <a:pt x="12189" y="21600"/>
                </a:lnTo>
                <a:lnTo>
                  <a:pt x="10963" y="21570"/>
                </a:lnTo>
                <a:lnTo>
                  <a:pt x="9657" y="21440"/>
                </a:lnTo>
                <a:lnTo>
                  <a:pt x="8738" y="21380"/>
                </a:lnTo>
                <a:lnTo>
                  <a:pt x="7804" y="21324"/>
                </a:lnTo>
                <a:lnTo>
                  <a:pt x="6684" y="21237"/>
                </a:lnTo>
                <a:lnTo>
                  <a:pt x="5563" y="21138"/>
                </a:lnTo>
                <a:lnTo>
                  <a:pt x="4443" y="21021"/>
                </a:lnTo>
                <a:lnTo>
                  <a:pt x="3323" y="20900"/>
                </a:lnTo>
                <a:lnTo>
                  <a:pt x="3358" y="18823"/>
                </a:lnTo>
                <a:lnTo>
                  <a:pt x="3391" y="16729"/>
                </a:lnTo>
                <a:lnTo>
                  <a:pt x="3426" y="14609"/>
                </a:lnTo>
                <a:lnTo>
                  <a:pt x="3393" y="12406"/>
                </a:lnTo>
                <a:lnTo>
                  <a:pt x="3358" y="10191"/>
                </a:lnTo>
                <a:lnTo>
                  <a:pt x="3323" y="7946"/>
                </a:lnTo>
                <a:lnTo>
                  <a:pt x="2336" y="6205"/>
                </a:lnTo>
                <a:lnTo>
                  <a:pt x="1662" y="5178"/>
                </a:lnTo>
                <a:lnTo>
                  <a:pt x="987" y="4452"/>
                </a:lnTo>
                <a:lnTo>
                  <a:pt x="0" y="3627"/>
                </a:lnTo>
                <a:lnTo>
                  <a:pt x="1178" y="2729"/>
                </a:lnTo>
                <a:lnTo>
                  <a:pt x="2321" y="1973"/>
                </a:lnTo>
                <a:lnTo>
                  <a:pt x="3436" y="1343"/>
                </a:lnTo>
                <a:lnTo>
                  <a:pt x="4528" y="842"/>
                </a:lnTo>
                <a:lnTo>
                  <a:pt x="5606" y="462"/>
                </a:lnTo>
                <a:lnTo>
                  <a:pt x="6676" y="199"/>
                </a:lnTo>
                <a:lnTo>
                  <a:pt x="7744" y="43"/>
                </a:lnTo>
                <a:lnTo>
                  <a:pt x="8821" y="0"/>
                </a:lnTo>
                <a:lnTo>
                  <a:pt x="9909" y="52"/>
                </a:lnTo>
                <a:lnTo>
                  <a:pt x="11019" y="207"/>
                </a:lnTo>
                <a:lnTo>
                  <a:pt x="12156" y="453"/>
                </a:lnTo>
                <a:lnTo>
                  <a:pt x="13327" y="782"/>
                </a:lnTo>
                <a:lnTo>
                  <a:pt x="14538" y="1200"/>
                </a:lnTo>
                <a:close/>
              </a:path>
            </a:pathLst>
          </a:custGeom>
          <a:solidFill>
            <a:srgbClr val="E5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8" name="contour_06026"/>
          <p:cNvSpPr/>
          <p:nvPr/>
        </p:nvSpPr>
        <p:spPr>
          <a:xfrm>
            <a:off x="4696553" y="3161152"/>
            <a:ext cx="58304" cy="674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588"/>
                </a:moveTo>
                <a:lnTo>
                  <a:pt x="4887" y="257"/>
                </a:lnTo>
                <a:lnTo>
                  <a:pt x="6483" y="68"/>
                </a:lnTo>
                <a:lnTo>
                  <a:pt x="7943" y="0"/>
                </a:lnTo>
                <a:lnTo>
                  <a:pt x="9736" y="35"/>
                </a:lnTo>
                <a:lnTo>
                  <a:pt x="12317" y="149"/>
                </a:lnTo>
                <a:lnTo>
                  <a:pt x="14051" y="215"/>
                </a:lnTo>
                <a:lnTo>
                  <a:pt x="15795" y="278"/>
                </a:lnTo>
                <a:lnTo>
                  <a:pt x="17561" y="343"/>
                </a:lnTo>
                <a:lnTo>
                  <a:pt x="18895" y="423"/>
                </a:lnTo>
                <a:lnTo>
                  <a:pt x="20239" y="504"/>
                </a:lnTo>
                <a:lnTo>
                  <a:pt x="21600" y="588"/>
                </a:lnTo>
                <a:lnTo>
                  <a:pt x="21533" y="2276"/>
                </a:lnTo>
                <a:lnTo>
                  <a:pt x="21441" y="3943"/>
                </a:lnTo>
                <a:lnTo>
                  <a:pt x="21314" y="5594"/>
                </a:lnTo>
                <a:lnTo>
                  <a:pt x="21149" y="7230"/>
                </a:lnTo>
                <a:lnTo>
                  <a:pt x="20936" y="8855"/>
                </a:lnTo>
                <a:lnTo>
                  <a:pt x="20668" y="10471"/>
                </a:lnTo>
                <a:lnTo>
                  <a:pt x="20336" y="12084"/>
                </a:lnTo>
                <a:lnTo>
                  <a:pt x="19937" y="13695"/>
                </a:lnTo>
                <a:lnTo>
                  <a:pt x="19462" y="15311"/>
                </a:lnTo>
                <a:lnTo>
                  <a:pt x="18900" y="16931"/>
                </a:lnTo>
                <a:lnTo>
                  <a:pt x="17361" y="17986"/>
                </a:lnTo>
                <a:lnTo>
                  <a:pt x="15814" y="18887"/>
                </a:lnTo>
                <a:lnTo>
                  <a:pt x="14240" y="19646"/>
                </a:lnTo>
                <a:lnTo>
                  <a:pt x="12625" y="20269"/>
                </a:lnTo>
                <a:lnTo>
                  <a:pt x="10948" y="20767"/>
                </a:lnTo>
                <a:lnTo>
                  <a:pt x="9196" y="21149"/>
                </a:lnTo>
                <a:lnTo>
                  <a:pt x="7355" y="21423"/>
                </a:lnTo>
                <a:lnTo>
                  <a:pt x="5400" y="21600"/>
                </a:lnTo>
                <a:lnTo>
                  <a:pt x="3553" y="21112"/>
                </a:lnTo>
                <a:lnTo>
                  <a:pt x="2376" y="20706"/>
                </a:lnTo>
                <a:lnTo>
                  <a:pt x="1361" y="20164"/>
                </a:lnTo>
                <a:lnTo>
                  <a:pt x="0" y="19265"/>
                </a:lnTo>
                <a:lnTo>
                  <a:pt x="0" y="17722"/>
                </a:lnTo>
                <a:lnTo>
                  <a:pt x="0" y="16170"/>
                </a:lnTo>
                <a:lnTo>
                  <a:pt x="0" y="14596"/>
                </a:lnTo>
                <a:lnTo>
                  <a:pt x="1256" y="14089"/>
                </a:lnTo>
                <a:lnTo>
                  <a:pt x="2533" y="13574"/>
                </a:lnTo>
                <a:lnTo>
                  <a:pt x="4217" y="12759"/>
                </a:lnTo>
                <a:lnTo>
                  <a:pt x="5252" y="11970"/>
                </a:lnTo>
                <a:lnTo>
                  <a:pt x="6067" y="10744"/>
                </a:lnTo>
                <a:lnTo>
                  <a:pt x="7088" y="8615"/>
                </a:lnTo>
                <a:lnTo>
                  <a:pt x="7422" y="7506"/>
                </a:lnTo>
                <a:lnTo>
                  <a:pt x="7757" y="6390"/>
                </a:lnTo>
                <a:lnTo>
                  <a:pt x="8100" y="5258"/>
                </a:lnTo>
                <a:lnTo>
                  <a:pt x="6496" y="5720"/>
                </a:lnTo>
                <a:lnTo>
                  <a:pt x="4887" y="6184"/>
                </a:lnTo>
                <a:lnTo>
                  <a:pt x="3272" y="6649"/>
                </a:lnTo>
                <a:lnTo>
                  <a:pt x="1644" y="7118"/>
                </a:lnTo>
                <a:lnTo>
                  <a:pt x="0" y="7592"/>
                </a:lnTo>
                <a:lnTo>
                  <a:pt x="381" y="5869"/>
                </a:lnTo>
                <a:lnTo>
                  <a:pt x="710" y="4644"/>
                </a:lnTo>
                <a:lnTo>
                  <a:pt x="1120" y="3579"/>
                </a:lnTo>
                <a:lnTo>
                  <a:pt x="1741" y="2339"/>
                </a:lnTo>
                <a:lnTo>
                  <a:pt x="2700" y="588"/>
                </a:lnTo>
                <a:close/>
              </a:path>
            </a:pathLst>
          </a:custGeom>
          <a:solidFill>
            <a:srgbClr val="8B7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6029" name="contour_06027"/>
          <p:cNvSpPr/>
          <p:nvPr/>
        </p:nvSpPr>
        <p:spPr>
          <a:xfrm>
            <a:off x="7495142" y="3184852"/>
            <a:ext cx="116608" cy="229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30" y="0"/>
                </a:lnTo>
                <a:lnTo>
                  <a:pt x="1859" y="0"/>
                </a:lnTo>
                <a:lnTo>
                  <a:pt x="2789" y="0"/>
                </a:lnTo>
                <a:lnTo>
                  <a:pt x="3721" y="0"/>
                </a:lnTo>
                <a:lnTo>
                  <a:pt x="4651" y="0"/>
                </a:lnTo>
                <a:lnTo>
                  <a:pt x="5582" y="0"/>
                </a:lnTo>
                <a:lnTo>
                  <a:pt x="6514" y="0"/>
                </a:lnTo>
                <a:lnTo>
                  <a:pt x="7447" y="0"/>
                </a:lnTo>
                <a:lnTo>
                  <a:pt x="8381" y="0"/>
                </a:lnTo>
                <a:lnTo>
                  <a:pt x="9315" y="0"/>
                </a:lnTo>
                <a:lnTo>
                  <a:pt x="10251" y="0"/>
                </a:lnTo>
                <a:lnTo>
                  <a:pt x="11187" y="0"/>
                </a:lnTo>
                <a:lnTo>
                  <a:pt x="12126" y="0"/>
                </a:lnTo>
                <a:lnTo>
                  <a:pt x="13065" y="0"/>
                </a:lnTo>
                <a:lnTo>
                  <a:pt x="14006" y="0"/>
                </a:lnTo>
                <a:lnTo>
                  <a:pt x="14949" y="0"/>
                </a:lnTo>
                <a:lnTo>
                  <a:pt x="15892" y="0"/>
                </a:lnTo>
                <a:lnTo>
                  <a:pt x="16839" y="0"/>
                </a:lnTo>
                <a:lnTo>
                  <a:pt x="17786" y="0"/>
                </a:lnTo>
                <a:lnTo>
                  <a:pt x="18737" y="0"/>
                </a:lnTo>
                <a:lnTo>
                  <a:pt x="19688" y="0"/>
                </a:lnTo>
                <a:lnTo>
                  <a:pt x="20643" y="0"/>
                </a:lnTo>
                <a:lnTo>
                  <a:pt x="21600" y="0"/>
                </a:lnTo>
                <a:lnTo>
                  <a:pt x="21600" y="4543"/>
                </a:lnTo>
                <a:lnTo>
                  <a:pt x="21600" y="9113"/>
                </a:lnTo>
                <a:lnTo>
                  <a:pt x="21600" y="13745"/>
                </a:lnTo>
                <a:lnTo>
                  <a:pt x="20775" y="15511"/>
                </a:lnTo>
                <a:lnTo>
                  <a:pt x="19923" y="17002"/>
                </a:lnTo>
                <a:lnTo>
                  <a:pt x="19048" y="18233"/>
                </a:lnTo>
                <a:lnTo>
                  <a:pt x="18152" y="19243"/>
                </a:lnTo>
                <a:lnTo>
                  <a:pt x="17238" y="20033"/>
                </a:lnTo>
                <a:lnTo>
                  <a:pt x="16311" y="20638"/>
                </a:lnTo>
                <a:lnTo>
                  <a:pt x="15372" y="21078"/>
                </a:lnTo>
                <a:lnTo>
                  <a:pt x="14426" y="21366"/>
                </a:lnTo>
                <a:lnTo>
                  <a:pt x="13477" y="21538"/>
                </a:lnTo>
                <a:lnTo>
                  <a:pt x="12527" y="21600"/>
                </a:lnTo>
                <a:lnTo>
                  <a:pt x="11580" y="21586"/>
                </a:lnTo>
                <a:lnTo>
                  <a:pt x="10639" y="21511"/>
                </a:lnTo>
                <a:lnTo>
                  <a:pt x="9708" y="21394"/>
                </a:lnTo>
                <a:lnTo>
                  <a:pt x="8788" y="21263"/>
                </a:lnTo>
                <a:lnTo>
                  <a:pt x="7887" y="21140"/>
                </a:lnTo>
                <a:lnTo>
                  <a:pt x="7004" y="21043"/>
                </a:lnTo>
                <a:lnTo>
                  <a:pt x="6701" y="21030"/>
                </a:lnTo>
                <a:lnTo>
                  <a:pt x="6168" y="21009"/>
                </a:lnTo>
                <a:lnTo>
                  <a:pt x="4949" y="20954"/>
                </a:lnTo>
                <a:lnTo>
                  <a:pt x="4124" y="20913"/>
                </a:lnTo>
                <a:lnTo>
                  <a:pt x="3299" y="20865"/>
                </a:lnTo>
                <a:lnTo>
                  <a:pt x="2475" y="20810"/>
                </a:lnTo>
                <a:lnTo>
                  <a:pt x="1650" y="20748"/>
                </a:lnTo>
                <a:lnTo>
                  <a:pt x="825" y="20686"/>
                </a:lnTo>
                <a:lnTo>
                  <a:pt x="0" y="20617"/>
                </a:lnTo>
                <a:lnTo>
                  <a:pt x="0" y="16535"/>
                </a:lnTo>
                <a:lnTo>
                  <a:pt x="0" y="12439"/>
                </a:lnTo>
                <a:lnTo>
                  <a:pt x="0" y="8329"/>
                </a:lnTo>
                <a:lnTo>
                  <a:pt x="0" y="4185"/>
                </a:lnTo>
                <a:lnTo>
                  <a:pt x="0" y="0"/>
                </a:lnTo>
                <a:close/>
              </a:path>
            </a:pathLst>
          </a:custGeom>
          <a:solidFill>
            <a:srgbClr val="D9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0" name="contour_06028"/>
          <p:cNvSpPr/>
          <p:nvPr/>
        </p:nvSpPr>
        <p:spPr>
          <a:xfrm>
            <a:off x="9958483" y="3087886"/>
            <a:ext cx="87456" cy="605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793"/>
                </a:moveTo>
                <a:lnTo>
                  <a:pt x="17194" y="2099"/>
                </a:lnTo>
                <a:lnTo>
                  <a:pt x="18088" y="3449"/>
                </a:lnTo>
                <a:lnTo>
                  <a:pt x="18896" y="4851"/>
                </a:lnTo>
                <a:lnTo>
                  <a:pt x="19636" y="6317"/>
                </a:lnTo>
                <a:lnTo>
                  <a:pt x="20324" y="7860"/>
                </a:lnTo>
                <a:lnTo>
                  <a:pt x="20972" y="9483"/>
                </a:lnTo>
                <a:lnTo>
                  <a:pt x="21600" y="11197"/>
                </a:lnTo>
                <a:lnTo>
                  <a:pt x="20412" y="11197"/>
                </a:lnTo>
                <a:lnTo>
                  <a:pt x="19222" y="11197"/>
                </a:lnTo>
                <a:lnTo>
                  <a:pt x="18027" y="11197"/>
                </a:lnTo>
                <a:lnTo>
                  <a:pt x="16826" y="11197"/>
                </a:lnTo>
                <a:lnTo>
                  <a:pt x="15619" y="11197"/>
                </a:lnTo>
                <a:lnTo>
                  <a:pt x="14400" y="11197"/>
                </a:lnTo>
                <a:lnTo>
                  <a:pt x="14846" y="12484"/>
                </a:lnTo>
                <a:lnTo>
                  <a:pt x="15293" y="13779"/>
                </a:lnTo>
                <a:lnTo>
                  <a:pt x="15745" y="15080"/>
                </a:lnTo>
                <a:lnTo>
                  <a:pt x="16200" y="16398"/>
                </a:lnTo>
                <a:lnTo>
                  <a:pt x="15010" y="16398"/>
                </a:lnTo>
                <a:lnTo>
                  <a:pt x="13813" y="16398"/>
                </a:lnTo>
                <a:lnTo>
                  <a:pt x="12600" y="16398"/>
                </a:lnTo>
                <a:lnTo>
                  <a:pt x="12600" y="18117"/>
                </a:lnTo>
                <a:lnTo>
                  <a:pt x="12600" y="19847"/>
                </a:lnTo>
                <a:lnTo>
                  <a:pt x="12600" y="21600"/>
                </a:lnTo>
                <a:lnTo>
                  <a:pt x="11410" y="21600"/>
                </a:lnTo>
                <a:lnTo>
                  <a:pt x="10213" y="21600"/>
                </a:lnTo>
                <a:lnTo>
                  <a:pt x="9000" y="21600"/>
                </a:lnTo>
                <a:lnTo>
                  <a:pt x="9000" y="19881"/>
                </a:lnTo>
                <a:lnTo>
                  <a:pt x="9000" y="18151"/>
                </a:lnTo>
                <a:lnTo>
                  <a:pt x="9000" y="16398"/>
                </a:lnTo>
                <a:lnTo>
                  <a:pt x="7810" y="16398"/>
                </a:lnTo>
                <a:lnTo>
                  <a:pt x="6613" y="16398"/>
                </a:lnTo>
                <a:lnTo>
                  <a:pt x="5400" y="16398"/>
                </a:lnTo>
                <a:lnTo>
                  <a:pt x="5697" y="14682"/>
                </a:lnTo>
                <a:lnTo>
                  <a:pt x="5994" y="12963"/>
                </a:lnTo>
                <a:lnTo>
                  <a:pt x="6293" y="11236"/>
                </a:lnTo>
                <a:lnTo>
                  <a:pt x="6593" y="9501"/>
                </a:lnTo>
                <a:lnTo>
                  <a:pt x="6896" y="7756"/>
                </a:lnTo>
                <a:lnTo>
                  <a:pt x="7200" y="5995"/>
                </a:lnTo>
                <a:lnTo>
                  <a:pt x="6012" y="5566"/>
                </a:lnTo>
                <a:lnTo>
                  <a:pt x="4822" y="5137"/>
                </a:lnTo>
                <a:lnTo>
                  <a:pt x="3627" y="4705"/>
                </a:lnTo>
                <a:lnTo>
                  <a:pt x="2426" y="4271"/>
                </a:lnTo>
                <a:lnTo>
                  <a:pt x="1219" y="3834"/>
                </a:lnTo>
                <a:lnTo>
                  <a:pt x="0" y="3394"/>
                </a:lnTo>
                <a:lnTo>
                  <a:pt x="1188" y="2679"/>
                </a:lnTo>
                <a:lnTo>
                  <a:pt x="2392" y="2044"/>
                </a:lnTo>
                <a:lnTo>
                  <a:pt x="3611" y="1495"/>
                </a:lnTo>
                <a:lnTo>
                  <a:pt x="4842" y="1030"/>
                </a:lnTo>
                <a:lnTo>
                  <a:pt x="6084" y="648"/>
                </a:lnTo>
                <a:lnTo>
                  <a:pt x="7337" y="354"/>
                </a:lnTo>
                <a:lnTo>
                  <a:pt x="8595" y="148"/>
                </a:lnTo>
                <a:lnTo>
                  <a:pt x="9860" y="29"/>
                </a:lnTo>
                <a:lnTo>
                  <a:pt x="11128" y="0"/>
                </a:lnTo>
                <a:lnTo>
                  <a:pt x="12398" y="60"/>
                </a:lnTo>
                <a:lnTo>
                  <a:pt x="13667" y="213"/>
                </a:lnTo>
                <a:lnTo>
                  <a:pt x="14936" y="458"/>
                </a:lnTo>
                <a:lnTo>
                  <a:pt x="16200" y="793"/>
                </a:lnTo>
                <a:close/>
              </a:path>
            </a:pathLst>
          </a:custGeom>
          <a:solidFill>
            <a:srgbClr val="C1D4E1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1" name="contour_06029"/>
          <p:cNvSpPr/>
          <p:nvPr/>
        </p:nvSpPr>
        <p:spPr>
          <a:xfrm>
            <a:off x="8566477" y="3090108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504" y="445"/>
                </a:lnTo>
                <a:lnTo>
                  <a:pt x="7714" y="804"/>
                </a:lnTo>
                <a:lnTo>
                  <a:pt x="9002" y="1268"/>
                </a:lnTo>
                <a:lnTo>
                  <a:pt x="10949" y="2026"/>
                </a:lnTo>
                <a:lnTo>
                  <a:pt x="12043" y="2445"/>
                </a:lnTo>
                <a:lnTo>
                  <a:pt x="13145" y="2871"/>
                </a:lnTo>
                <a:lnTo>
                  <a:pt x="14258" y="3298"/>
                </a:lnTo>
                <a:lnTo>
                  <a:pt x="15521" y="3806"/>
                </a:lnTo>
                <a:lnTo>
                  <a:pt x="16800" y="4320"/>
                </a:lnTo>
                <a:lnTo>
                  <a:pt x="15610" y="4722"/>
                </a:lnTo>
                <a:lnTo>
                  <a:pt x="14400" y="5130"/>
                </a:lnTo>
                <a:lnTo>
                  <a:pt x="13210" y="5800"/>
                </a:lnTo>
                <a:lnTo>
                  <a:pt x="12000" y="6480"/>
                </a:lnTo>
                <a:lnTo>
                  <a:pt x="12000" y="7908"/>
                </a:lnTo>
                <a:lnTo>
                  <a:pt x="12000" y="9344"/>
                </a:lnTo>
                <a:lnTo>
                  <a:pt x="12000" y="10800"/>
                </a:lnTo>
                <a:lnTo>
                  <a:pt x="13584" y="10444"/>
                </a:lnTo>
                <a:lnTo>
                  <a:pt x="15170" y="10087"/>
                </a:lnTo>
                <a:lnTo>
                  <a:pt x="16764" y="9729"/>
                </a:lnTo>
                <a:lnTo>
                  <a:pt x="18365" y="9368"/>
                </a:lnTo>
                <a:lnTo>
                  <a:pt x="19975" y="9005"/>
                </a:lnTo>
                <a:lnTo>
                  <a:pt x="21600" y="8640"/>
                </a:lnTo>
                <a:lnTo>
                  <a:pt x="21389" y="9958"/>
                </a:lnTo>
                <a:lnTo>
                  <a:pt x="21168" y="11275"/>
                </a:lnTo>
                <a:lnTo>
                  <a:pt x="20938" y="12591"/>
                </a:lnTo>
                <a:lnTo>
                  <a:pt x="20700" y="13906"/>
                </a:lnTo>
                <a:lnTo>
                  <a:pt x="20448" y="15375"/>
                </a:lnTo>
                <a:lnTo>
                  <a:pt x="20194" y="16867"/>
                </a:lnTo>
                <a:lnTo>
                  <a:pt x="19579" y="18377"/>
                </a:lnTo>
                <a:lnTo>
                  <a:pt x="19013" y="19297"/>
                </a:lnTo>
                <a:lnTo>
                  <a:pt x="18163" y="20002"/>
                </a:lnTo>
                <a:lnTo>
                  <a:pt x="16706" y="20866"/>
                </a:lnTo>
                <a:lnTo>
                  <a:pt x="15562" y="21231"/>
                </a:lnTo>
                <a:lnTo>
                  <a:pt x="14400" y="21600"/>
                </a:lnTo>
                <a:lnTo>
                  <a:pt x="14597" y="20574"/>
                </a:lnTo>
                <a:lnTo>
                  <a:pt x="14798" y="19542"/>
                </a:lnTo>
                <a:lnTo>
                  <a:pt x="15000" y="18494"/>
                </a:lnTo>
                <a:lnTo>
                  <a:pt x="14803" y="17379"/>
                </a:lnTo>
                <a:lnTo>
                  <a:pt x="14602" y="16258"/>
                </a:lnTo>
                <a:lnTo>
                  <a:pt x="14400" y="15120"/>
                </a:lnTo>
                <a:lnTo>
                  <a:pt x="12768" y="14647"/>
                </a:lnTo>
                <a:lnTo>
                  <a:pt x="11186" y="14226"/>
                </a:lnTo>
                <a:lnTo>
                  <a:pt x="9631" y="13852"/>
                </a:lnTo>
                <a:lnTo>
                  <a:pt x="8066" y="13522"/>
                </a:lnTo>
                <a:lnTo>
                  <a:pt x="6466" y="13226"/>
                </a:lnTo>
                <a:lnTo>
                  <a:pt x="4800" y="12960"/>
                </a:lnTo>
                <a:lnTo>
                  <a:pt x="2954" y="12547"/>
                </a:lnTo>
                <a:lnTo>
                  <a:pt x="1838" y="12185"/>
                </a:lnTo>
                <a:lnTo>
                  <a:pt x="1003" y="11670"/>
                </a:lnTo>
                <a:lnTo>
                  <a:pt x="0" y="10800"/>
                </a:lnTo>
                <a:lnTo>
                  <a:pt x="173" y="9225"/>
                </a:lnTo>
                <a:lnTo>
                  <a:pt x="425" y="7728"/>
                </a:lnTo>
                <a:lnTo>
                  <a:pt x="780" y="6301"/>
                </a:lnTo>
                <a:lnTo>
                  <a:pt x="1258" y="4938"/>
                </a:lnTo>
                <a:lnTo>
                  <a:pt x="1877" y="3633"/>
                </a:lnTo>
                <a:lnTo>
                  <a:pt x="2662" y="2378"/>
                </a:lnTo>
                <a:lnTo>
                  <a:pt x="3629" y="1171"/>
                </a:lnTo>
                <a:lnTo>
                  <a:pt x="4800" y="0"/>
                </a:lnTo>
                <a:close/>
              </a:path>
            </a:pathLst>
          </a:custGeom>
          <a:solidFill>
            <a:srgbClr val="C0D1DE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2" name="contour_06030"/>
          <p:cNvSpPr/>
          <p:nvPr/>
        </p:nvSpPr>
        <p:spPr>
          <a:xfrm>
            <a:off x="4951633" y="3075890"/>
            <a:ext cx="109320" cy="41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6" y="9379"/>
                </a:moveTo>
                <a:lnTo>
                  <a:pt x="19669" y="10911"/>
                </a:lnTo>
                <a:lnTo>
                  <a:pt x="20445" y="12469"/>
                </a:lnTo>
                <a:lnTo>
                  <a:pt x="20732" y="13058"/>
                </a:lnTo>
                <a:lnTo>
                  <a:pt x="21600" y="14834"/>
                </a:lnTo>
                <a:lnTo>
                  <a:pt x="20657" y="15349"/>
                </a:lnTo>
                <a:lnTo>
                  <a:pt x="19712" y="15859"/>
                </a:lnTo>
                <a:lnTo>
                  <a:pt x="18768" y="16362"/>
                </a:lnTo>
                <a:lnTo>
                  <a:pt x="17823" y="16862"/>
                </a:lnTo>
                <a:lnTo>
                  <a:pt x="16877" y="17357"/>
                </a:lnTo>
                <a:lnTo>
                  <a:pt x="15932" y="17849"/>
                </a:lnTo>
                <a:lnTo>
                  <a:pt x="14986" y="18337"/>
                </a:lnTo>
                <a:lnTo>
                  <a:pt x="14040" y="18825"/>
                </a:lnTo>
                <a:lnTo>
                  <a:pt x="13332" y="19212"/>
                </a:lnTo>
                <a:lnTo>
                  <a:pt x="12619" y="19606"/>
                </a:lnTo>
                <a:lnTo>
                  <a:pt x="11897" y="20004"/>
                </a:lnTo>
                <a:lnTo>
                  <a:pt x="10806" y="20522"/>
                </a:lnTo>
                <a:lnTo>
                  <a:pt x="9763" y="20950"/>
                </a:lnTo>
                <a:lnTo>
                  <a:pt x="8760" y="21277"/>
                </a:lnTo>
                <a:lnTo>
                  <a:pt x="7786" y="21495"/>
                </a:lnTo>
                <a:lnTo>
                  <a:pt x="6834" y="21600"/>
                </a:lnTo>
                <a:lnTo>
                  <a:pt x="5894" y="21585"/>
                </a:lnTo>
                <a:lnTo>
                  <a:pt x="4956" y="21442"/>
                </a:lnTo>
                <a:lnTo>
                  <a:pt x="4015" y="21164"/>
                </a:lnTo>
                <a:lnTo>
                  <a:pt x="3056" y="20748"/>
                </a:lnTo>
                <a:lnTo>
                  <a:pt x="2074" y="20185"/>
                </a:lnTo>
                <a:lnTo>
                  <a:pt x="1058" y="19467"/>
                </a:lnTo>
                <a:lnTo>
                  <a:pt x="0" y="18589"/>
                </a:lnTo>
                <a:lnTo>
                  <a:pt x="684" y="18900"/>
                </a:lnTo>
                <a:lnTo>
                  <a:pt x="1372" y="19212"/>
                </a:lnTo>
                <a:lnTo>
                  <a:pt x="2071" y="19527"/>
                </a:lnTo>
                <a:lnTo>
                  <a:pt x="2814" y="19220"/>
                </a:lnTo>
                <a:lnTo>
                  <a:pt x="3561" y="18904"/>
                </a:lnTo>
                <a:lnTo>
                  <a:pt x="4320" y="18589"/>
                </a:lnTo>
                <a:lnTo>
                  <a:pt x="4651" y="16178"/>
                </a:lnTo>
                <a:lnTo>
                  <a:pt x="4837" y="14294"/>
                </a:lnTo>
                <a:lnTo>
                  <a:pt x="5040" y="11316"/>
                </a:lnTo>
                <a:lnTo>
                  <a:pt x="5257" y="8271"/>
                </a:lnTo>
                <a:lnTo>
                  <a:pt x="5445" y="6263"/>
                </a:lnTo>
                <a:lnTo>
                  <a:pt x="5760" y="3571"/>
                </a:lnTo>
                <a:lnTo>
                  <a:pt x="6831" y="2061"/>
                </a:lnTo>
                <a:lnTo>
                  <a:pt x="7898" y="984"/>
                </a:lnTo>
                <a:lnTo>
                  <a:pt x="8960" y="308"/>
                </a:lnTo>
                <a:lnTo>
                  <a:pt x="10014" y="0"/>
                </a:lnTo>
                <a:lnTo>
                  <a:pt x="11059" y="41"/>
                </a:lnTo>
                <a:lnTo>
                  <a:pt x="12093" y="398"/>
                </a:lnTo>
                <a:lnTo>
                  <a:pt x="13116" y="1040"/>
                </a:lnTo>
                <a:lnTo>
                  <a:pt x="14125" y="1945"/>
                </a:lnTo>
                <a:lnTo>
                  <a:pt x="15117" y="3079"/>
                </a:lnTo>
                <a:lnTo>
                  <a:pt x="16093" y="4419"/>
                </a:lnTo>
                <a:lnTo>
                  <a:pt x="17052" y="5936"/>
                </a:lnTo>
                <a:lnTo>
                  <a:pt x="17990" y="7595"/>
                </a:lnTo>
                <a:lnTo>
                  <a:pt x="18906" y="9379"/>
                </a:lnTo>
                <a:close/>
              </a:path>
            </a:pathLst>
          </a:custGeom>
          <a:solidFill>
            <a:srgbClr val="DDE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3" name="contour_06031"/>
          <p:cNvSpPr/>
          <p:nvPr/>
        </p:nvSpPr>
        <p:spPr>
          <a:xfrm>
            <a:off x="8260381" y="3061751"/>
            <a:ext cx="51016" cy="58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04"/>
                </a:moveTo>
                <a:lnTo>
                  <a:pt x="21060" y="5643"/>
                </a:lnTo>
                <a:lnTo>
                  <a:pt x="20606" y="8266"/>
                </a:lnTo>
                <a:lnTo>
                  <a:pt x="20202" y="10379"/>
                </a:lnTo>
                <a:lnTo>
                  <a:pt x="19820" y="12082"/>
                </a:lnTo>
                <a:lnTo>
                  <a:pt x="19418" y="13480"/>
                </a:lnTo>
                <a:lnTo>
                  <a:pt x="18968" y="14673"/>
                </a:lnTo>
                <a:lnTo>
                  <a:pt x="18437" y="15763"/>
                </a:lnTo>
                <a:lnTo>
                  <a:pt x="17789" y="16850"/>
                </a:lnTo>
                <a:lnTo>
                  <a:pt x="16990" y="18043"/>
                </a:lnTo>
                <a:lnTo>
                  <a:pt x="16009" y="19438"/>
                </a:lnTo>
                <a:lnTo>
                  <a:pt x="14003" y="20329"/>
                </a:lnTo>
                <a:lnTo>
                  <a:pt x="12077" y="20950"/>
                </a:lnTo>
                <a:lnTo>
                  <a:pt x="10189" y="21341"/>
                </a:lnTo>
                <a:lnTo>
                  <a:pt x="8301" y="21543"/>
                </a:lnTo>
                <a:lnTo>
                  <a:pt x="6375" y="21600"/>
                </a:lnTo>
                <a:lnTo>
                  <a:pt x="4376" y="21549"/>
                </a:lnTo>
                <a:lnTo>
                  <a:pt x="2262" y="21433"/>
                </a:lnTo>
                <a:lnTo>
                  <a:pt x="0" y="21295"/>
                </a:lnTo>
                <a:lnTo>
                  <a:pt x="216" y="19438"/>
                </a:lnTo>
                <a:lnTo>
                  <a:pt x="441" y="17582"/>
                </a:lnTo>
                <a:lnTo>
                  <a:pt x="673" y="15725"/>
                </a:lnTo>
                <a:lnTo>
                  <a:pt x="910" y="13871"/>
                </a:lnTo>
                <a:lnTo>
                  <a:pt x="1157" y="12017"/>
                </a:lnTo>
                <a:lnTo>
                  <a:pt x="1373" y="10293"/>
                </a:lnTo>
                <a:lnTo>
                  <a:pt x="1589" y="8557"/>
                </a:lnTo>
                <a:lnTo>
                  <a:pt x="1808" y="6801"/>
                </a:lnTo>
                <a:lnTo>
                  <a:pt x="2592" y="4229"/>
                </a:lnTo>
                <a:lnTo>
                  <a:pt x="3277" y="2701"/>
                </a:lnTo>
                <a:lnTo>
                  <a:pt x="4246" y="1619"/>
                </a:lnTo>
                <a:lnTo>
                  <a:pt x="5881" y="381"/>
                </a:lnTo>
                <a:lnTo>
                  <a:pt x="7989" y="76"/>
                </a:lnTo>
                <a:lnTo>
                  <a:pt x="9992" y="0"/>
                </a:lnTo>
                <a:lnTo>
                  <a:pt x="11917" y="124"/>
                </a:lnTo>
                <a:lnTo>
                  <a:pt x="13805" y="405"/>
                </a:lnTo>
                <a:lnTo>
                  <a:pt x="15682" y="810"/>
                </a:lnTo>
                <a:lnTo>
                  <a:pt x="17585" y="1303"/>
                </a:lnTo>
                <a:lnTo>
                  <a:pt x="19548" y="1846"/>
                </a:lnTo>
                <a:lnTo>
                  <a:pt x="21600" y="2404"/>
                </a:lnTo>
                <a:close/>
              </a:path>
            </a:pathLst>
          </a:custGeom>
          <a:solidFill>
            <a:srgbClr val="C8D6E0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4" name="contour_06032"/>
          <p:cNvSpPr/>
          <p:nvPr/>
        </p:nvSpPr>
        <p:spPr>
          <a:xfrm>
            <a:off x="10147971" y="3054193"/>
            <a:ext cx="72304" cy="438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24" y="1464"/>
                </a:moveTo>
                <a:lnTo>
                  <a:pt x="18667" y="2627"/>
                </a:lnTo>
                <a:lnTo>
                  <a:pt x="19549" y="3744"/>
                </a:lnTo>
                <a:lnTo>
                  <a:pt x="20363" y="5481"/>
                </a:lnTo>
                <a:lnTo>
                  <a:pt x="21500" y="8489"/>
                </a:lnTo>
                <a:lnTo>
                  <a:pt x="21600" y="11166"/>
                </a:lnTo>
                <a:lnTo>
                  <a:pt x="21589" y="13381"/>
                </a:lnTo>
                <a:lnTo>
                  <a:pt x="21424" y="15319"/>
                </a:lnTo>
                <a:lnTo>
                  <a:pt x="21062" y="17157"/>
                </a:lnTo>
                <a:lnTo>
                  <a:pt x="20468" y="19084"/>
                </a:lnTo>
                <a:lnTo>
                  <a:pt x="19595" y="21277"/>
                </a:lnTo>
                <a:lnTo>
                  <a:pt x="18064" y="21600"/>
                </a:lnTo>
                <a:lnTo>
                  <a:pt x="16897" y="21575"/>
                </a:lnTo>
                <a:lnTo>
                  <a:pt x="15097" y="21191"/>
                </a:lnTo>
                <a:lnTo>
                  <a:pt x="14435" y="21051"/>
                </a:lnTo>
                <a:lnTo>
                  <a:pt x="12438" y="20631"/>
                </a:lnTo>
                <a:lnTo>
                  <a:pt x="11060" y="20283"/>
                </a:lnTo>
                <a:lnTo>
                  <a:pt x="9660" y="19931"/>
                </a:lnTo>
                <a:lnTo>
                  <a:pt x="8271" y="19626"/>
                </a:lnTo>
                <a:lnTo>
                  <a:pt x="6858" y="19314"/>
                </a:lnTo>
                <a:lnTo>
                  <a:pt x="5487" y="19005"/>
                </a:lnTo>
                <a:lnTo>
                  <a:pt x="4113" y="18686"/>
                </a:lnTo>
                <a:lnTo>
                  <a:pt x="2741" y="18355"/>
                </a:lnTo>
                <a:lnTo>
                  <a:pt x="1372" y="18025"/>
                </a:lnTo>
                <a:lnTo>
                  <a:pt x="0" y="17688"/>
                </a:lnTo>
                <a:lnTo>
                  <a:pt x="13" y="14160"/>
                </a:lnTo>
                <a:lnTo>
                  <a:pt x="98" y="11859"/>
                </a:lnTo>
                <a:lnTo>
                  <a:pt x="329" y="10283"/>
                </a:lnTo>
                <a:lnTo>
                  <a:pt x="779" y="8937"/>
                </a:lnTo>
                <a:lnTo>
                  <a:pt x="1522" y="7326"/>
                </a:lnTo>
                <a:lnTo>
                  <a:pt x="2959" y="5488"/>
                </a:lnTo>
                <a:lnTo>
                  <a:pt x="4326" y="3919"/>
                </a:lnTo>
                <a:lnTo>
                  <a:pt x="5648" y="2613"/>
                </a:lnTo>
                <a:lnTo>
                  <a:pt x="6945" y="1576"/>
                </a:lnTo>
                <a:lnTo>
                  <a:pt x="8245" y="797"/>
                </a:lnTo>
                <a:lnTo>
                  <a:pt x="9567" y="276"/>
                </a:lnTo>
                <a:lnTo>
                  <a:pt x="10934" y="11"/>
                </a:lnTo>
                <a:lnTo>
                  <a:pt x="12371" y="0"/>
                </a:lnTo>
                <a:lnTo>
                  <a:pt x="13899" y="240"/>
                </a:lnTo>
                <a:lnTo>
                  <a:pt x="15543" y="732"/>
                </a:lnTo>
                <a:lnTo>
                  <a:pt x="17324" y="1464"/>
                </a:lnTo>
                <a:close/>
              </a:path>
            </a:pathLst>
          </a:custGeom>
          <a:solidFill>
            <a:srgbClr val="C7D2D9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5" name="contour_06033"/>
          <p:cNvSpPr/>
          <p:nvPr/>
        </p:nvSpPr>
        <p:spPr>
          <a:xfrm>
            <a:off x="4732993" y="3031804"/>
            <a:ext cx="10932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80" y="0"/>
                </a:moveTo>
                <a:lnTo>
                  <a:pt x="11151" y="406"/>
                </a:lnTo>
                <a:lnTo>
                  <a:pt x="11912" y="721"/>
                </a:lnTo>
                <a:lnTo>
                  <a:pt x="12568" y="1050"/>
                </a:lnTo>
                <a:lnTo>
                  <a:pt x="13329" y="1495"/>
                </a:lnTo>
                <a:lnTo>
                  <a:pt x="14400" y="2160"/>
                </a:lnTo>
                <a:lnTo>
                  <a:pt x="14400" y="3588"/>
                </a:lnTo>
                <a:lnTo>
                  <a:pt x="14400" y="5024"/>
                </a:lnTo>
                <a:lnTo>
                  <a:pt x="14400" y="6480"/>
                </a:lnTo>
                <a:lnTo>
                  <a:pt x="15418" y="6480"/>
                </a:lnTo>
                <a:lnTo>
                  <a:pt x="16438" y="6480"/>
                </a:lnTo>
                <a:lnTo>
                  <a:pt x="17460" y="6480"/>
                </a:lnTo>
                <a:lnTo>
                  <a:pt x="18487" y="6480"/>
                </a:lnTo>
                <a:lnTo>
                  <a:pt x="19518" y="6480"/>
                </a:lnTo>
                <a:lnTo>
                  <a:pt x="20555" y="6480"/>
                </a:lnTo>
                <a:lnTo>
                  <a:pt x="21600" y="6480"/>
                </a:lnTo>
                <a:lnTo>
                  <a:pt x="21190" y="6579"/>
                </a:lnTo>
                <a:lnTo>
                  <a:pt x="20465" y="6754"/>
                </a:lnTo>
                <a:lnTo>
                  <a:pt x="18809" y="7154"/>
                </a:lnTo>
                <a:lnTo>
                  <a:pt x="17855" y="7510"/>
                </a:lnTo>
                <a:lnTo>
                  <a:pt x="17227" y="7782"/>
                </a:lnTo>
                <a:lnTo>
                  <a:pt x="16649" y="8113"/>
                </a:lnTo>
                <a:lnTo>
                  <a:pt x="15840" y="8640"/>
                </a:lnTo>
                <a:lnTo>
                  <a:pt x="15543" y="9932"/>
                </a:lnTo>
                <a:lnTo>
                  <a:pt x="15251" y="11226"/>
                </a:lnTo>
                <a:lnTo>
                  <a:pt x="14963" y="12522"/>
                </a:lnTo>
                <a:lnTo>
                  <a:pt x="14679" y="13820"/>
                </a:lnTo>
                <a:lnTo>
                  <a:pt x="14400" y="15120"/>
                </a:lnTo>
                <a:lnTo>
                  <a:pt x="13650" y="16049"/>
                </a:lnTo>
                <a:lnTo>
                  <a:pt x="12891" y="16854"/>
                </a:lnTo>
                <a:lnTo>
                  <a:pt x="12113" y="17552"/>
                </a:lnTo>
                <a:lnTo>
                  <a:pt x="11310" y="18148"/>
                </a:lnTo>
                <a:lnTo>
                  <a:pt x="10470" y="18654"/>
                </a:lnTo>
                <a:lnTo>
                  <a:pt x="9583" y="19081"/>
                </a:lnTo>
                <a:lnTo>
                  <a:pt x="8640" y="19440"/>
                </a:lnTo>
                <a:lnTo>
                  <a:pt x="7659" y="19226"/>
                </a:lnTo>
                <a:lnTo>
                  <a:pt x="6705" y="18967"/>
                </a:lnTo>
                <a:lnTo>
                  <a:pt x="5766" y="18665"/>
                </a:lnTo>
                <a:lnTo>
                  <a:pt x="4834" y="18315"/>
                </a:lnTo>
                <a:lnTo>
                  <a:pt x="3900" y="17922"/>
                </a:lnTo>
                <a:lnTo>
                  <a:pt x="2953" y="17483"/>
                </a:lnTo>
                <a:lnTo>
                  <a:pt x="2202" y="17382"/>
                </a:lnTo>
                <a:lnTo>
                  <a:pt x="1440" y="17280"/>
                </a:lnTo>
                <a:lnTo>
                  <a:pt x="896" y="18524"/>
                </a:lnTo>
                <a:lnTo>
                  <a:pt x="563" y="19390"/>
                </a:lnTo>
                <a:lnTo>
                  <a:pt x="310" y="20280"/>
                </a:lnTo>
                <a:lnTo>
                  <a:pt x="0" y="21600"/>
                </a:lnTo>
                <a:lnTo>
                  <a:pt x="0" y="20317"/>
                </a:lnTo>
                <a:lnTo>
                  <a:pt x="0" y="19030"/>
                </a:lnTo>
                <a:lnTo>
                  <a:pt x="0" y="17738"/>
                </a:lnTo>
                <a:lnTo>
                  <a:pt x="0" y="16435"/>
                </a:lnTo>
                <a:lnTo>
                  <a:pt x="0" y="15120"/>
                </a:lnTo>
                <a:lnTo>
                  <a:pt x="459" y="15021"/>
                </a:lnTo>
                <a:lnTo>
                  <a:pt x="878" y="14932"/>
                </a:lnTo>
                <a:lnTo>
                  <a:pt x="1320" y="14837"/>
                </a:lnTo>
                <a:lnTo>
                  <a:pt x="1843" y="14725"/>
                </a:lnTo>
                <a:lnTo>
                  <a:pt x="2507" y="14582"/>
                </a:lnTo>
                <a:lnTo>
                  <a:pt x="3375" y="14396"/>
                </a:lnTo>
                <a:lnTo>
                  <a:pt x="4506" y="14154"/>
                </a:lnTo>
                <a:lnTo>
                  <a:pt x="5959" y="13843"/>
                </a:lnTo>
                <a:lnTo>
                  <a:pt x="7798" y="13448"/>
                </a:lnTo>
                <a:lnTo>
                  <a:pt x="10080" y="12960"/>
                </a:lnTo>
                <a:lnTo>
                  <a:pt x="10080" y="11534"/>
                </a:lnTo>
                <a:lnTo>
                  <a:pt x="10080" y="10107"/>
                </a:lnTo>
                <a:lnTo>
                  <a:pt x="10080" y="8679"/>
                </a:lnTo>
                <a:lnTo>
                  <a:pt x="10080" y="7247"/>
                </a:lnTo>
                <a:lnTo>
                  <a:pt x="10080" y="5810"/>
                </a:lnTo>
                <a:lnTo>
                  <a:pt x="10080" y="4368"/>
                </a:lnTo>
                <a:lnTo>
                  <a:pt x="10080" y="2920"/>
                </a:lnTo>
                <a:lnTo>
                  <a:pt x="10080" y="1464"/>
                </a:lnTo>
                <a:lnTo>
                  <a:pt x="10080" y="0"/>
                </a:lnTo>
                <a:close/>
              </a:path>
            </a:pathLst>
          </a:custGeom>
          <a:solidFill>
            <a:srgbClr val="413C2E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6" name="contour_06034"/>
          <p:cNvSpPr/>
          <p:nvPr/>
        </p:nvSpPr>
        <p:spPr>
          <a:xfrm>
            <a:off x="3632506" y="2900621"/>
            <a:ext cx="49660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23" y="231"/>
                </a:lnTo>
                <a:lnTo>
                  <a:pt x="3091" y="417"/>
                </a:lnTo>
                <a:lnTo>
                  <a:pt x="4400" y="650"/>
                </a:lnTo>
                <a:lnTo>
                  <a:pt x="6340" y="1029"/>
                </a:lnTo>
                <a:lnTo>
                  <a:pt x="7170" y="1737"/>
                </a:lnTo>
                <a:lnTo>
                  <a:pt x="7602" y="2280"/>
                </a:lnTo>
                <a:lnTo>
                  <a:pt x="8010" y="3126"/>
                </a:lnTo>
                <a:lnTo>
                  <a:pt x="8337" y="3764"/>
                </a:lnTo>
                <a:lnTo>
                  <a:pt x="8670" y="4412"/>
                </a:lnTo>
                <a:lnTo>
                  <a:pt x="8990" y="5093"/>
                </a:lnTo>
                <a:lnTo>
                  <a:pt x="9313" y="5786"/>
                </a:lnTo>
                <a:lnTo>
                  <a:pt x="9706" y="6504"/>
                </a:lnTo>
                <a:lnTo>
                  <a:pt x="10122" y="7209"/>
                </a:lnTo>
                <a:lnTo>
                  <a:pt x="10565" y="7901"/>
                </a:lnTo>
                <a:lnTo>
                  <a:pt x="11041" y="8583"/>
                </a:lnTo>
                <a:lnTo>
                  <a:pt x="11542" y="9255"/>
                </a:lnTo>
                <a:lnTo>
                  <a:pt x="12077" y="9919"/>
                </a:lnTo>
                <a:lnTo>
                  <a:pt x="12648" y="10575"/>
                </a:lnTo>
                <a:lnTo>
                  <a:pt x="13254" y="11225"/>
                </a:lnTo>
                <a:lnTo>
                  <a:pt x="13900" y="11870"/>
                </a:lnTo>
                <a:lnTo>
                  <a:pt x="14582" y="12512"/>
                </a:lnTo>
                <a:lnTo>
                  <a:pt x="15308" y="13150"/>
                </a:lnTo>
                <a:lnTo>
                  <a:pt x="16078" y="13788"/>
                </a:lnTo>
                <a:lnTo>
                  <a:pt x="16893" y="14426"/>
                </a:lnTo>
                <a:lnTo>
                  <a:pt x="17755" y="15064"/>
                </a:lnTo>
                <a:lnTo>
                  <a:pt x="18665" y="15705"/>
                </a:lnTo>
                <a:lnTo>
                  <a:pt x="19628" y="16350"/>
                </a:lnTo>
                <a:lnTo>
                  <a:pt x="20643" y="16999"/>
                </a:lnTo>
                <a:lnTo>
                  <a:pt x="21293" y="17758"/>
                </a:lnTo>
                <a:lnTo>
                  <a:pt x="21600" y="18429"/>
                </a:lnTo>
                <a:lnTo>
                  <a:pt x="21594" y="19043"/>
                </a:lnTo>
                <a:lnTo>
                  <a:pt x="21305" y="19633"/>
                </a:lnTo>
                <a:lnTo>
                  <a:pt x="20760" y="20235"/>
                </a:lnTo>
                <a:lnTo>
                  <a:pt x="19986" y="20879"/>
                </a:lnTo>
                <a:lnTo>
                  <a:pt x="19020" y="21600"/>
                </a:lnTo>
                <a:lnTo>
                  <a:pt x="18097" y="21060"/>
                </a:lnTo>
                <a:lnTo>
                  <a:pt x="17162" y="20511"/>
                </a:lnTo>
                <a:lnTo>
                  <a:pt x="16335" y="20042"/>
                </a:lnTo>
                <a:lnTo>
                  <a:pt x="15504" y="19571"/>
                </a:lnTo>
                <a:lnTo>
                  <a:pt x="14661" y="19092"/>
                </a:lnTo>
                <a:lnTo>
                  <a:pt x="14300" y="18886"/>
                </a:lnTo>
                <a:lnTo>
                  <a:pt x="13666" y="18519"/>
                </a:lnTo>
                <a:lnTo>
                  <a:pt x="12211" y="17682"/>
                </a:lnTo>
                <a:lnTo>
                  <a:pt x="10597" y="16968"/>
                </a:lnTo>
                <a:lnTo>
                  <a:pt x="9440" y="16563"/>
                </a:lnTo>
                <a:lnTo>
                  <a:pt x="8178" y="16318"/>
                </a:lnTo>
                <a:lnTo>
                  <a:pt x="6254" y="16084"/>
                </a:lnTo>
                <a:lnTo>
                  <a:pt x="4457" y="15681"/>
                </a:lnTo>
                <a:lnTo>
                  <a:pt x="3430" y="15319"/>
                </a:lnTo>
                <a:lnTo>
                  <a:pt x="2793" y="14792"/>
                </a:lnTo>
                <a:lnTo>
                  <a:pt x="2159" y="13896"/>
                </a:lnTo>
                <a:lnTo>
                  <a:pt x="2114" y="13610"/>
                </a:lnTo>
                <a:lnTo>
                  <a:pt x="2035" y="13106"/>
                </a:lnTo>
                <a:lnTo>
                  <a:pt x="1858" y="11953"/>
                </a:lnTo>
                <a:lnTo>
                  <a:pt x="1766" y="11441"/>
                </a:lnTo>
                <a:lnTo>
                  <a:pt x="1671" y="10919"/>
                </a:lnTo>
                <a:lnTo>
                  <a:pt x="1563" y="10266"/>
                </a:lnTo>
                <a:lnTo>
                  <a:pt x="1461" y="9612"/>
                </a:lnTo>
                <a:lnTo>
                  <a:pt x="1366" y="8959"/>
                </a:lnTo>
                <a:lnTo>
                  <a:pt x="1277" y="8305"/>
                </a:lnTo>
                <a:lnTo>
                  <a:pt x="1189" y="7651"/>
                </a:lnTo>
                <a:lnTo>
                  <a:pt x="1097" y="7096"/>
                </a:lnTo>
                <a:lnTo>
                  <a:pt x="1005" y="6542"/>
                </a:lnTo>
                <a:lnTo>
                  <a:pt x="913" y="5988"/>
                </a:lnTo>
                <a:lnTo>
                  <a:pt x="818" y="5434"/>
                </a:lnTo>
                <a:lnTo>
                  <a:pt x="707" y="4755"/>
                </a:lnTo>
                <a:lnTo>
                  <a:pt x="596" y="4076"/>
                </a:lnTo>
                <a:lnTo>
                  <a:pt x="491" y="3397"/>
                </a:lnTo>
                <a:lnTo>
                  <a:pt x="387" y="2717"/>
                </a:lnTo>
                <a:lnTo>
                  <a:pt x="288" y="2039"/>
                </a:lnTo>
                <a:lnTo>
                  <a:pt x="190" y="1359"/>
                </a:lnTo>
                <a:lnTo>
                  <a:pt x="95" y="680"/>
                </a:lnTo>
                <a:lnTo>
                  <a:pt x="0" y="0"/>
                </a:lnTo>
                <a:close/>
              </a:path>
            </a:pathLst>
          </a:custGeom>
          <a:solidFill>
            <a:srgbClr val="959EA4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7" name="contour_06035"/>
          <p:cNvSpPr/>
          <p:nvPr/>
        </p:nvSpPr>
        <p:spPr>
          <a:xfrm>
            <a:off x="8449869" y="2929773"/>
            <a:ext cx="109320" cy="602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21" y="1617"/>
                </a:lnTo>
                <a:lnTo>
                  <a:pt x="21243" y="3233"/>
                </a:lnTo>
                <a:lnTo>
                  <a:pt x="21064" y="4855"/>
                </a:lnTo>
                <a:lnTo>
                  <a:pt x="20886" y="6480"/>
                </a:lnTo>
                <a:lnTo>
                  <a:pt x="20706" y="8112"/>
                </a:lnTo>
                <a:lnTo>
                  <a:pt x="20524" y="9753"/>
                </a:lnTo>
                <a:lnTo>
                  <a:pt x="20343" y="11401"/>
                </a:lnTo>
                <a:lnTo>
                  <a:pt x="20160" y="13059"/>
                </a:lnTo>
                <a:lnTo>
                  <a:pt x="19297" y="12594"/>
                </a:lnTo>
                <a:lnTo>
                  <a:pt x="18422" y="12122"/>
                </a:lnTo>
                <a:lnTo>
                  <a:pt x="17417" y="11691"/>
                </a:lnTo>
                <a:lnTo>
                  <a:pt x="16440" y="11307"/>
                </a:lnTo>
                <a:lnTo>
                  <a:pt x="15479" y="10980"/>
                </a:lnTo>
                <a:lnTo>
                  <a:pt x="14518" y="10722"/>
                </a:lnTo>
                <a:lnTo>
                  <a:pt x="13548" y="10539"/>
                </a:lnTo>
                <a:lnTo>
                  <a:pt x="12552" y="10445"/>
                </a:lnTo>
                <a:lnTo>
                  <a:pt x="11520" y="10447"/>
                </a:lnTo>
                <a:lnTo>
                  <a:pt x="10848" y="11672"/>
                </a:lnTo>
                <a:lnTo>
                  <a:pt x="10266" y="12921"/>
                </a:lnTo>
                <a:lnTo>
                  <a:pt x="9750" y="14211"/>
                </a:lnTo>
                <a:lnTo>
                  <a:pt x="9274" y="15556"/>
                </a:lnTo>
                <a:lnTo>
                  <a:pt x="8810" y="16974"/>
                </a:lnTo>
                <a:lnTo>
                  <a:pt x="8336" y="18476"/>
                </a:lnTo>
                <a:lnTo>
                  <a:pt x="7651" y="19887"/>
                </a:lnTo>
                <a:lnTo>
                  <a:pt x="7111" y="20681"/>
                </a:lnTo>
                <a:lnTo>
                  <a:pt x="6435" y="21153"/>
                </a:lnTo>
                <a:lnTo>
                  <a:pt x="5344" y="21600"/>
                </a:lnTo>
                <a:lnTo>
                  <a:pt x="4444" y="21563"/>
                </a:lnTo>
                <a:lnTo>
                  <a:pt x="3551" y="21498"/>
                </a:lnTo>
                <a:lnTo>
                  <a:pt x="2665" y="21404"/>
                </a:lnTo>
                <a:lnTo>
                  <a:pt x="1780" y="21274"/>
                </a:lnTo>
                <a:lnTo>
                  <a:pt x="893" y="21104"/>
                </a:lnTo>
                <a:lnTo>
                  <a:pt x="0" y="20895"/>
                </a:lnTo>
                <a:lnTo>
                  <a:pt x="0" y="19343"/>
                </a:lnTo>
                <a:lnTo>
                  <a:pt x="0" y="17787"/>
                </a:lnTo>
                <a:lnTo>
                  <a:pt x="0" y="16225"/>
                </a:lnTo>
                <a:lnTo>
                  <a:pt x="0" y="14650"/>
                </a:lnTo>
                <a:lnTo>
                  <a:pt x="0" y="13059"/>
                </a:lnTo>
                <a:lnTo>
                  <a:pt x="952" y="13059"/>
                </a:lnTo>
                <a:lnTo>
                  <a:pt x="1909" y="13059"/>
                </a:lnTo>
                <a:lnTo>
                  <a:pt x="2880" y="13059"/>
                </a:lnTo>
                <a:lnTo>
                  <a:pt x="2880" y="14786"/>
                </a:lnTo>
                <a:lnTo>
                  <a:pt x="2880" y="16523"/>
                </a:lnTo>
                <a:lnTo>
                  <a:pt x="2880" y="18283"/>
                </a:lnTo>
                <a:lnTo>
                  <a:pt x="3832" y="18283"/>
                </a:lnTo>
                <a:lnTo>
                  <a:pt x="4789" y="18283"/>
                </a:lnTo>
                <a:lnTo>
                  <a:pt x="5760" y="18283"/>
                </a:lnTo>
                <a:lnTo>
                  <a:pt x="5581" y="16666"/>
                </a:lnTo>
                <a:lnTo>
                  <a:pt x="5403" y="15049"/>
                </a:lnTo>
                <a:lnTo>
                  <a:pt x="5224" y="13428"/>
                </a:lnTo>
                <a:lnTo>
                  <a:pt x="5046" y="11803"/>
                </a:lnTo>
                <a:lnTo>
                  <a:pt x="4866" y="10171"/>
                </a:lnTo>
                <a:lnTo>
                  <a:pt x="4684" y="8530"/>
                </a:lnTo>
                <a:lnTo>
                  <a:pt x="4503" y="6882"/>
                </a:lnTo>
                <a:lnTo>
                  <a:pt x="4320" y="5224"/>
                </a:lnTo>
                <a:lnTo>
                  <a:pt x="5322" y="4848"/>
                </a:lnTo>
                <a:lnTo>
                  <a:pt x="6326" y="4474"/>
                </a:lnTo>
                <a:lnTo>
                  <a:pt x="7328" y="4101"/>
                </a:lnTo>
                <a:lnTo>
                  <a:pt x="8332" y="3727"/>
                </a:lnTo>
                <a:lnTo>
                  <a:pt x="9334" y="3354"/>
                </a:lnTo>
                <a:lnTo>
                  <a:pt x="10338" y="2983"/>
                </a:lnTo>
                <a:lnTo>
                  <a:pt x="11340" y="2612"/>
                </a:lnTo>
                <a:lnTo>
                  <a:pt x="11840" y="2424"/>
                </a:lnTo>
                <a:lnTo>
                  <a:pt x="13349" y="1857"/>
                </a:lnTo>
                <a:lnTo>
                  <a:pt x="14311" y="1502"/>
                </a:lnTo>
                <a:lnTo>
                  <a:pt x="15288" y="1144"/>
                </a:lnTo>
                <a:lnTo>
                  <a:pt x="16174" y="815"/>
                </a:lnTo>
                <a:lnTo>
                  <a:pt x="17071" y="481"/>
                </a:lnTo>
                <a:lnTo>
                  <a:pt x="17899" y="246"/>
                </a:lnTo>
                <a:lnTo>
                  <a:pt x="18549" y="104"/>
                </a:lnTo>
                <a:lnTo>
                  <a:pt x="19237" y="31"/>
                </a:lnTo>
                <a:lnTo>
                  <a:pt x="20182" y="3"/>
                </a:lnTo>
                <a:lnTo>
                  <a:pt x="21600" y="0"/>
                </a:lnTo>
                <a:close/>
              </a:path>
            </a:pathLst>
          </a:custGeom>
          <a:solidFill>
            <a:srgbClr val="6F7777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8" name="contour_06036"/>
          <p:cNvSpPr/>
          <p:nvPr/>
        </p:nvSpPr>
        <p:spPr>
          <a:xfrm>
            <a:off x="10045939" y="2864181"/>
            <a:ext cx="11660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8" y="166"/>
                </a:lnTo>
                <a:lnTo>
                  <a:pt x="1547" y="331"/>
                </a:lnTo>
                <a:lnTo>
                  <a:pt x="2419" y="515"/>
                </a:lnTo>
                <a:lnTo>
                  <a:pt x="3291" y="702"/>
                </a:lnTo>
                <a:lnTo>
                  <a:pt x="4162" y="886"/>
                </a:lnTo>
                <a:lnTo>
                  <a:pt x="5034" y="1069"/>
                </a:lnTo>
                <a:lnTo>
                  <a:pt x="5906" y="1253"/>
                </a:lnTo>
                <a:lnTo>
                  <a:pt x="6778" y="1436"/>
                </a:lnTo>
                <a:lnTo>
                  <a:pt x="7649" y="1616"/>
                </a:lnTo>
                <a:lnTo>
                  <a:pt x="8521" y="1800"/>
                </a:lnTo>
                <a:lnTo>
                  <a:pt x="9326" y="1973"/>
                </a:lnTo>
                <a:lnTo>
                  <a:pt x="10134" y="2146"/>
                </a:lnTo>
                <a:lnTo>
                  <a:pt x="10955" y="2322"/>
                </a:lnTo>
                <a:lnTo>
                  <a:pt x="11736" y="2484"/>
                </a:lnTo>
                <a:lnTo>
                  <a:pt x="12520" y="2646"/>
                </a:lnTo>
                <a:lnTo>
                  <a:pt x="13315" y="2812"/>
                </a:lnTo>
                <a:lnTo>
                  <a:pt x="14031" y="2963"/>
                </a:lnTo>
                <a:lnTo>
                  <a:pt x="14750" y="3114"/>
                </a:lnTo>
                <a:lnTo>
                  <a:pt x="15479" y="3269"/>
                </a:lnTo>
                <a:lnTo>
                  <a:pt x="16355" y="3395"/>
                </a:lnTo>
                <a:lnTo>
                  <a:pt x="17229" y="3488"/>
                </a:lnTo>
                <a:lnTo>
                  <a:pt x="18102" y="3553"/>
                </a:lnTo>
                <a:lnTo>
                  <a:pt x="18976" y="3596"/>
                </a:lnTo>
                <a:lnTo>
                  <a:pt x="19848" y="3618"/>
                </a:lnTo>
                <a:lnTo>
                  <a:pt x="20722" y="3618"/>
                </a:lnTo>
                <a:lnTo>
                  <a:pt x="21600" y="3600"/>
                </a:lnTo>
                <a:lnTo>
                  <a:pt x="21265" y="5828"/>
                </a:lnTo>
                <a:lnTo>
                  <a:pt x="20932" y="8057"/>
                </a:lnTo>
                <a:lnTo>
                  <a:pt x="20596" y="10292"/>
                </a:lnTo>
                <a:lnTo>
                  <a:pt x="20259" y="12532"/>
                </a:lnTo>
                <a:lnTo>
                  <a:pt x="19923" y="14782"/>
                </a:lnTo>
                <a:lnTo>
                  <a:pt x="19584" y="17042"/>
                </a:lnTo>
                <a:lnTo>
                  <a:pt x="19243" y="19314"/>
                </a:lnTo>
                <a:lnTo>
                  <a:pt x="18900" y="21600"/>
                </a:lnTo>
                <a:lnTo>
                  <a:pt x="18232" y="20707"/>
                </a:lnTo>
                <a:lnTo>
                  <a:pt x="17559" y="19814"/>
                </a:lnTo>
                <a:lnTo>
                  <a:pt x="16884" y="18911"/>
                </a:lnTo>
                <a:lnTo>
                  <a:pt x="16200" y="18000"/>
                </a:lnTo>
                <a:lnTo>
                  <a:pt x="15355" y="17762"/>
                </a:lnTo>
                <a:lnTo>
                  <a:pt x="14769" y="17647"/>
                </a:lnTo>
                <a:lnTo>
                  <a:pt x="14168" y="17622"/>
                </a:lnTo>
                <a:lnTo>
                  <a:pt x="13279" y="17647"/>
                </a:lnTo>
                <a:lnTo>
                  <a:pt x="12467" y="17665"/>
                </a:lnTo>
                <a:lnTo>
                  <a:pt x="11644" y="17683"/>
                </a:lnTo>
                <a:lnTo>
                  <a:pt x="10807" y="17730"/>
                </a:lnTo>
                <a:lnTo>
                  <a:pt x="9956" y="17777"/>
                </a:lnTo>
                <a:lnTo>
                  <a:pt x="9528" y="17788"/>
                </a:lnTo>
                <a:lnTo>
                  <a:pt x="8238" y="17824"/>
                </a:lnTo>
                <a:lnTo>
                  <a:pt x="7401" y="17852"/>
                </a:lnTo>
                <a:lnTo>
                  <a:pt x="6562" y="17885"/>
                </a:lnTo>
                <a:lnTo>
                  <a:pt x="5725" y="17921"/>
                </a:lnTo>
                <a:lnTo>
                  <a:pt x="4887" y="17960"/>
                </a:lnTo>
                <a:lnTo>
                  <a:pt x="4050" y="18000"/>
                </a:lnTo>
                <a:lnTo>
                  <a:pt x="4050" y="15620"/>
                </a:lnTo>
                <a:lnTo>
                  <a:pt x="4050" y="13226"/>
                </a:lnTo>
                <a:lnTo>
                  <a:pt x="4050" y="10800"/>
                </a:lnTo>
                <a:lnTo>
                  <a:pt x="3248" y="10800"/>
                </a:lnTo>
                <a:lnTo>
                  <a:pt x="2443" y="10800"/>
                </a:lnTo>
                <a:lnTo>
                  <a:pt x="1636" y="10800"/>
                </a:lnTo>
                <a:lnTo>
                  <a:pt x="822" y="1080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81817A"/>
          </a:solidFill>
          <a:ln>
            <a:noFill/>
          </a:ln>
        </p:spPr>
        <p:txBody>
          <a:bodyPr/>
          <a:lstStyle/>
          <a:p/>
        </p:txBody>
      </p:sp>
      <p:sp>
        <p:nvSpPr>
          <p:cNvPr id="6039" name="contour_06037"/>
          <p:cNvSpPr/>
          <p:nvPr/>
        </p:nvSpPr>
        <p:spPr>
          <a:xfrm>
            <a:off x="5031801" y="2856893"/>
            <a:ext cx="72880" cy="588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0"/>
                </a:lnTo>
                <a:lnTo>
                  <a:pt x="15813" y="0"/>
                </a:lnTo>
                <a:lnTo>
                  <a:pt x="17248" y="0"/>
                </a:lnTo>
                <a:lnTo>
                  <a:pt x="18688" y="0"/>
                </a:lnTo>
                <a:lnTo>
                  <a:pt x="20138" y="0"/>
                </a:lnTo>
                <a:lnTo>
                  <a:pt x="21600" y="0"/>
                </a:lnTo>
                <a:lnTo>
                  <a:pt x="21600" y="1767"/>
                </a:lnTo>
                <a:lnTo>
                  <a:pt x="21600" y="3544"/>
                </a:lnTo>
                <a:lnTo>
                  <a:pt x="21600" y="5346"/>
                </a:lnTo>
                <a:lnTo>
                  <a:pt x="20172" y="5346"/>
                </a:lnTo>
                <a:lnTo>
                  <a:pt x="18736" y="5346"/>
                </a:lnTo>
                <a:lnTo>
                  <a:pt x="17280" y="5346"/>
                </a:lnTo>
                <a:lnTo>
                  <a:pt x="17319" y="6749"/>
                </a:lnTo>
                <a:lnTo>
                  <a:pt x="17356" y="8177"/>
                </a:lnTo>
                <a:lnTo>
                  <a:pt x="17371" y="9093"/>
                </a:lnTo>
                <a:lnTo>
                  <a:pt x="17414" y="11862"/>
                </a:lnTo>
                <a:lnTo>
                  <a:pt x="17453" y="13680"/>
                </a:lnTo>
                <a:lnTo>
                  <a:pt x="17492" y="15527"/>
                </a:lnTo>
                <a:lnTo>
                  <a:pt x="17336" y="17409"/>
                </a:lnTo>
                <a:lnTo>
                  <a:pt x="17036" y="18646"/>
                </a:lnTo>
                <a:lnTo>
                  <a:pt x="16373" y="19788"/>
                </a:lnTo>
                <a:lnTo>
                  <a:pt x="15120" y="21383"/>
                </a:lnTo>
                <a:lnTo>
                  <a:pt x="13586" y="21533"/>
                </a:lnTo>
                <a:lnTo>
                  <a:pt x="12500" y="21600"/>
                </a:lnTo>
                <a:lnTo>
                  <a:pt x="11338" y="21600"/>
                </a:lnTo>
                <a:lnTo>
                  <a:pt x="9586" y="21549"/>
                </a:lnTo>
                <a:lnTo>
                  <a:pt x="8845" y="21533"/>
                </a:lnTo>
                <a:lnTo>
                  <a:pt x="6607" y="21477"/>
                </a:lnTo>
                <a:lnTo>
                  <a:pt x="5471" y="21432"/>
                </a:lnTo>
                <a:lnTo>
                  <a:pt x="4320" y="21383"/>
                </a:lnTo>
                <a:lnTo>
                  <a:pt x="4409" y="19673"/>
                </a:lnTo>
                <a:lnTo>
                  <a:pt x="4499" y="17949"/>
                </a:lnTo>
                <a:lnTo>
                  <a:pt x="4590" y="16203"/>
                </a:lnTo>
                <a:lnTo>
                  <a:pt x="4592" y="14017"/>
                </a:lnTo>
                <a:lnTo>
                  <a:pt x="4521" y="12587"/>
                </a:lnTo>
                <a:lnTo>
                  <a:pt x="4320" y="10692"/>
                </a:lnTo>
                <a:lnTo>
                  <a:pt x="3037" y="9711"/>
                </a:lnTo>
                <a:lnTo>
                  <a:pt x="2160" y="9104"/>
                </a:lnTo>
                <a:lnTo>
                  <a:pt x="1283" y="8626"/>
                </a:lnTo>
                <a:lnTo>
                  <a:pt x="0" y="8019"/>
                </a:lnTo>
                <a:lnTo>
                  <a:pt x="0" y="6252"/>
                </a:lnTo>
                <a:lnTo>
                  <a:pt x="0" y="4474"/>
                </a:lnTo>
                <a:lnTo>
                  <a:pt x="0" y="2673"/>
                </a:lnTo>
                <a:lnTo>
                  <a:pt x="2760" y="3472"/>
                </a:lnTo>
                <a:lnTo>
                  <a:pt x="4942" y="4116"/>
                </a:lnTo>
                <a:lnTo>
                  <a:pt x="6653" y="4654"/>
                </a:lnTo>
                <a:lnTo>
                  <a:pt x="7996" y="5121"/>
                </a:lnTo>
                <a:lnTo>
                  <a:pt x="9081" y="5570"/>
                </a:lnTo>
                <a:lnTo>
                  <a:pt x="10012" y="6038"/>
                </a:lnTo>
                <a:lnTo>
                  <a:pt x="10897" y="6575"/>
                </a:lnTo>
                <a:lnTo>
                  <a:pt x="11845" y="7220"/>
                </a:lnTo>
                <a:lnTo>
                  <a:pt x="12960" y="8019"/>
                </a:lnTo>
                <a:lnTo>
                  <a:pt x="12960" y="6431"/>
                </a:lnTo>
                <a:lnTo>
                  <a:pt x="12960" y="4838"/>
                </a:lnTo>
                <a:lnTo>
                  <a:pt x="12960" y="3240"/>
                </a:lnTo>
                <a:lnTo>
                  <a:pt x="12960" y="1628"/>
                </a:lnTo>
                <a:lnTo>
                  <a:pt x="12960" y="0"/>
                </a:lnTo>
                <a:close/>
              </a:path>
            </a:pathLst>
          </a:custGeom>
          <a:solidFill>
            <a:srgbClr val="444340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0" name="contour_06038"/>
          <p:cNvSpPr/>
          <p:nvPr/>
        </p:nvSpPr>
        <p:spPr>
          <a:xfrm>
            <a:off x="3690810" y="2776725"/>
            <a:ext cx="7374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38" y="0"/>
                </a:moveTo>
                <a:lnTo>
                  <a:pt x="9826" y="612"/>
                </a:lnTo>
                <a:lnTo>
                  <a:pt x="11108" y="1236"/>
                </a:lnTo>
                <a:lnTo>
                  <a:pt x="12389" y="1867"/>
                </a:lnTo>
                <a:lnTo>
                  <a:pt x="13666" y="2506"/>
                </a:lnTo>
                <a:lnTo>
                  <a:pt x="14942" y="3149"/>
                </a:lnTo>
                <a:lnTo>
                  <a:pt x="15472" y="3410"/>
                </a:lnTo>
                <a:lnTo>
                  <a:pt x="16404" y="3869"/>
                </a:lnTo>
                <a:lnTo>
                  <a:pt x="18545" y="4922"/>
                </a:lnTo>
                <a:lnTo>
                  <a:pt x="18957" y="5256"/>
                </a:lnTo>
                <a:lnTo>
                  <a:pt x="19683" y="5846"/>
                </a:lnTo>
                <a:lnTo>
                  <a:pt x="21346" y="7200"/>
                </a:lnTo>
                <a:lnTo>
                  <a:pt x="21545" y="9060"/>
                </a:lnTo>
                <a:lnTo>
                  <a:pt x="21600" y="10721"/>
                </a:lnTo>
                <a:lnTo>
                  <a:pt x="21517" y="12252"/>
                </a:lnTo>
                <a:lnTo>
                  <a:pt x="21299" y="13730"/>
                </a:lnTo>
                <a:lnTo>
                  <a:pt x="20949" y="15233"/>
                </a:lnTo>
                <a:lnTo>
                  <a:pt x="20475" y="16831"/>
                </a:lnTo>
                <a:lnTo>
                  <a:pt x="19877" y="18600"/>
                </a:lnTo>
                <a:lnTo>
                  <a:pt x="18221" y="20335"/>
                </a:lnTo>
                <a:lnTo>
                  <a:pt x="17122" y="21226"/>
                </a:lnTo>
                <a:lnTo>
                  <a:pt x="16093" y="21552"/>
                </a:lnTo>
                <a:lnTo>
                  <a:pt x="14641" y="21600"/>
                </a:lnTo>
                <a:lnTo>
                  <a:pt x="13241" y="21278"/>
                </a:lnTo>
                <a:lnTo>
                  <a:pt x="11860" y="20923"/>
                </a:lnTo>
                <a:lnTo>
                  <a:pt x="10492" y="20537"/>
                </a:lnTo>
                <a:lnTo>
                  <a:pt x="9130" y="20122"/>
                </a:lnTo>
                <a:lnTo>
                  <a:pt x="7770" y="19675"/>
                </a:lnTo>
                <a:lnTo>
                  <a:pt x="6404" y="19200"/>
                </a:lnTo>
                <a:lnTo>
                  <a:pt x="5125" y="18754"/>
                </a:lnTo>
                <a:lnTo>
                  <a:pt x="3840" y="18305"/>
                </a:lnTo>
                <a:lnTo>
                  <a:pt x="2536" y="17851"/>
                </a:lnTo>
                <a:lnTo>
                  <a:pt x="1904" y="17590"/>
                </a:lnTo>
                <a:lnTo>
                  <a:pt x="0" y="16800"/>
                </a:lnTo>
                <a:lnTo>
                  <a:pt x="687" y="15204"/>
                </a:lnTo>
                <a:lnTo>
                  <a:pt x="1225" y="14035"/>
                </a:lnTo>
                <a:lnTo>
                  <a:pt x="1733" y="13090"/>
                </a:lnTo>
                <a:lnTo>
                  <a:pt x="2333" y="12168"/>
                </a:lnTo>
                <a:lnTo>
                  <a:pt x="3138" y="11071"/>
                </a:lnTo>
                <a:lnTo>
                  <a:pt x="4269" y="9600"/>
                </a:lnTo>
                <a:lnTo>
                  <a:pt x="5806" y="9720"/>
                </a:lnTo>
                <a:lnTo>
                  <a:pt x="7230" y="9977"/>
                </a:lnTo>
                <a:lnTo>
                  <a:pt x="8592" y="10356"/>
                </a:lnTo>
                <a:lnTo>
                  <a:pt x="9943" y="10834"/>
                </a:lnTo>
                <a:lnTo>
                  <a:pt x="11330" y="11388"/>
                </a:lnTo>
                <a:lnTo>
                  <a:pt x="12808" y="12000"/>
                </a:lnTo>
                <a:lnTo>
                  <a:pt x="12808" y="10414"/>
                </a:lnTo>
                <a:lnTo>
                  <a:pt x="12808" y="8818"/>
                </a:lnTo>
                <a:lnTo>
                  <a:pt x="12808" y="7200"/>
                </a:lnTo>
                <a:lnTo>
                  <a:pt x="11219" y="6461"/>
                </a:lnTo>
                <a:lnTo>
                  <a:pt x="10092" y="5966"/>
                </a:lnTo>
                <a:lnTo>
                  <a:pt x="9119" y="5602"/>
                </a:lnTo>
                <a:lnTo>
                  <a:pt x="7992" y="5251"/>
                </a:lnTo>
                <a:lnTo>
                  <a:pt x="6404" y="4800"/>
                </a:lnTo>
                <a:lnTo>
                  <a:pt x="6933" y="3612"/>
                </a:lnTo>
                <a:lnTo>
                  <a:pt x="7463" y="2417"/>
                </a:lnTo>
                <a:lnTo>
                  <a:pt x="7998" y="1217"/>
                </a:lnTo>
                <a:lnTo>
                  <a:pt x="8538" y="0"/>
                </a:lnTo>
                <a:close/>
              </a:path>
            </a:pathLst>
          </a:custGeom>
          <a:solidFill>
            <a:srgbClr val="625C4A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1" name="contour_06039"/>
          <p:cNvSpPr/>
          <p:nvPr/>
        </p:nvSpPr>
        <p:spPr>
          <a:xfrm>
            <a:off x="10782026" y="2784013"/>
            <a:ext cx="131184" cy="512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493" y="485"/>
                </a:lnTo>
                <a:lnTo>
                  <a:pt x="5126" y="887"/>
                </a:lnTo>
                <a:lnTo>
                  <a:pt x="5674" y="1353"/>
                </a:lnTo>
                <a:lnTo>
                  <a:pt x="6307" y="2032"/>
                </a:lnTo>
                <a:lnTo>
                  <a:pt x="7200" y="3069"/>
                </a:lnTo>
                <a:lnTo>
                  <a:pt x="7200" y="4910"/>
                </a:lnTo>
                <a:lnTo>
                  <a:pt x="7200" y="6752"/>
                </a:lnTo>
                <a:lnTo>
                  <a:pt x="7200" y="8593"/>
                </a:lnTo>
                <a:lnTo>
                  <a:pt x="7200" y="10435"/>
                </a:lnTo>
                <a:lnTo>
                  <a:pt x="7200" y="12276"/>
                </a:lnTo>
                <a:lnTo>
                  <a:pt x="8093" y="13314"/>
                </a:lnTo>
                <a:lnTo>
                  <a:pt x="8726" y="13992"/>
                </a:lnTo>
                <a:lnTo>
                  <a:pt x="9274" y="14458"/>
                </a:lnTo>
                <a:lnTo>
                  <a:pt x="9907" y="14860"/>
                </a:lnTo>
                <a:lnTo>
                  <a:pt x="10800" y="15345"/>
                </a:lnTo>
                <a:lnTo>
                  <a:pt x="10800" y="13320"/>
                </a:lnTo>
                <a:lnTo>
                  <a:pt x="10800" y="11291"/>
                </a:lnTo>
                <a:lnTo>
                  <a:pt x="10800" y="9253"/>
                </a:lnTo>
                <a:lnTo>
                  <a:pt x="10800" y="7206"/>
                </a:lnTo>
                <a:lnTo>
                  <a:pt x="10800" y="5147"/>
                </a:lnTo>
                <a:lnTo>
                  <a:pt x="10800" y="3069"/>
                </a:lnTo>
                <a:lnTo>
                  <a:pt x="11622" y="3302"/>
                </a:lnTo>
                <a:lnTo>
                  <a:pt x="12445" y="3536"/>
                </a:lnTo>
                <a:lnTo>
                  <a:pt x="13268" y="3772"/>
                </a:lnTo>
                <a:lnTo>
                  <a:pt x="14093" y="4005"/>
                </a:lnTo>
                <a:lnTo>
                  <a:pt x="14918" y="4238"/>
                </a:lnTo>
                <a:lnTo>
                  <a:pt x="15745" y="4475"/>
                </a:lnTo>
                <a:lnTo>
                  <a:pt x="16574" y="4711"/>
                </a:lnTo>
                <a:lnTo>
                  <a:pt x="17405" y="4947"/>
                </a:lnTo>
                <a:lnTo>
                  <a:pt x="18238" y="5184"/>
                </a:lnTo>
                <a:lnTo>
                  <a:pt x="19074" y="5420"/>
                </a:lnTo>
                <a:lnTo>
                  <a:pt x="19913" y="5659"/>
                </a:lnTo>
                <a:lnTo>
                  <a:pt x="20754" y="5899"/>
                </a:lnTo>
                <a:lnTo>
                  <a:pt x="21600" y="6138"/>
                </a:lnTo>
                <a:lnTo>
                  <a:pt x="21600" y="7660"/>
                </a:lnTo>
                <a:lnTo>
                  <a:pt x="21600" y="9207"/>
                </a:lnTo>
                <a:lnTo>
                  <a:pt x="21020" y="9321"/>
                </a:lnTo>
                <a:lnTo>
                  <a:pt x="20438" y="9437"/>
                </a:lnTo>
                <a:lnTo>
                  <a:pt x="19847" y="9554"/>
                </a:lnTo>
                <a:lnTo>
                  <a:pt x="19000" y="9784"/>
                </a:lnTo>
                <a:lnTo>
                  <a:pt x="18161" y="10030"/>
                </a:lnTo>
                <a:lnTo>
                  <a:pt x="17329" y="10300"/>
                </a:lnTo>
                <a:lnTo>
                  <a:pt x="16502" y="10597"/>
                </a:lnTo>
                <a:lnTo>
                  <a:pt x="15677" y="10938"/>
                </a:lnTo>
                <a:lnTo>
                  <a:pt x="14854" y="11325"/>
                </a:lnTo>
                <a:lnTo>
                  <a:pt x="14028" y="11767"/>
                </a:lnTo>
                <a:lnTo>
                  <a:pt x="13200" y="12276"/>
                </a:lnTo>
                <a:lnTo>
                  <a:pt x="12804" y="13924"/>
                </a:lnTo>
                <a:lnTo>
                  <a:pt x="12404" y="15582"/>
                </a:lnTo>
                <a:lnTo>
                  <a:pt x="12000" y="17263"/>
                </a:lnTo>
                <a:lnTo>
                  <a:pt x="11604" y="18657"/>
                </a:lnTo>
                <a:lnTo>
                  <a:pt x="11204" y="20062"/>
                </a:lnTo>
                <a:lnTo>
                  <a:pt x="10800" y="21483"/>
                </a:lnTo>
                <a:lnTo>
                  <a:pt x="9991" y="21566"/>
                </a:lnTo>
                <a:lnTo>
                  <a:pt x="9167" y="21600"/>
                </a:lnTo>
                <a:lnTo>
                  <a:pt x="8330" y="21572"/>
                </a:lnTo>
                <a:lnTo>
                  <a:pt x="7490" y="21471"/>
                </a:lnTo>
                <a:lnTo>
                  <a:pt x="6650" y="21278"/>
                </a:lnTo>
                <a:lnTo>
                  <a:pt x="5819" y="20977"/>
                </a:lnTo>
                <a:lnTo>
                  <a:pt x="5000" y="20557"/>
                </a:lnTo>
                <a:lnTo>
                  <a:pt x="4200" y="20001"/>
                </a:lnTo>
                <a:lnTo>
                  <a:pt x="3427" y="19295"/>
                </a:lnTo>
                <a:lnTo>
                  <a:pt x="2684" y="18424"/>
                </a:lnTo>
                <a:lnTo>
                  <a:pt x="1979" y="17371"/>
                </a:lnTo>
                <a:lnTo>
                  <a:pt x="1318" y="16125"/>
                </a:lnTo>
                <a:lnTo>
                  <a:pt x="935" y="14609"/>
                </a:lnTo>
                <a:lnTo>
                  <a:pt x="671" y="13381"/>
                </a:lnTo>
                <a:lnTo>
                  <a:pt x="400" y="11797"/>
                </a:lnTo>
                <a:lnTo>
                  <a:pt x="0" y="9207"/>
                </a:lnTo>
                <a:lnTo>
                  <a:pt x="713" y="9207"/>
                </a:lnTo>
                <a:lnTo>
                  <a:pt x="1428" y="9207"/>
                </a:lnTo>
                <a:lnTo>
                  <a:pt x="2146" y="9207"/>
                </a:lnTo>
                <a:lnTo>
                  <a:pt x="2869" y="9207"/>
                </a:lnTo>
                <a:lnTo>
                  <a:pt x="3600" y="9207"/>
                </a:lnTo>
                <a:lnTo>
                  <a:pt x="3600" y="7384"/>
                </a:lnTo>
                <a:lnTo>
                  <a:pt x="3600" y="5555"/>
                </a:lnTo>
                <a:lnTo>
                  <a:pt x="3600" y="3720"/>
                </a:lnTo>
                <a:lnTo>
                  <a:pt x="3600" y="1869"/>
                </a:lnTo>
                <a:lnTo>
                  <a:pt x="3600" y="0"/>
                </a:lnTo>
                <a:close/>
              </a:path>
            </a:pathLst>
          </a:custGeom>
          <a:solidFill>
            <a:srgbClr val="888471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2" name="contour_06040"/>
          <p:cNvSpPr/>
          <p:nvPr/>
        </p:nvSpPr>
        <p:spPr>
          <a:xfrm>
            <a:off x="4718417" y="2791301"/>
            <a:ext cx="11660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0"/>
                </a:moveTo>
                <a:lnTo>
                  <a:pt x="4905" y="173"/>
                </a:lnTo>
                <a:lnTo>
                  <a:pt x="5750" y="364"/>
                </a:lnTo>
                <a:lnTo>
                  <a:pt x="6589" y="580"/>
                </a:lnTo>
                <a:lnTo>
                  <a:pt x="7428" y="815"/>
                </a:lnTo>
                <a:lnTo>
                  <a:pt x="8267" y="1072"/>
                </a:lnTo>
                <a:lnTo>
                  <a:pt x="9112" y="1350"/>
                </a:lnTo>
                <a:lnTo>
                  <a:pt x="10125" y="1636"/>
                </a:lnTo>
                <a:lnTo>
                  <a:pt x="11115" y="1868"/>
                </a:lnTo>
                <a:lnTo>
                  <a:pt x="12085" y="2049"/>
                </a:lnTo>
                <a:lnTo>
                  <a:pt x="13041" y="2171"/>
                </a:lnTo>
                <a:lnTo>
                  <a:pt x="13986" y="2230"/>
                </a:lnTo>
                <a:lnTo>
                  <a:pt x="14924" y="2225"/>
                </a:lnTo>
                <a:lnTo>
                  <a:pt x="15858" y="2149"/>
                </a:lnTo>
                <a:lnTo>
                  <a:pt x="16793" y="1998"/>
                </a:lnTo>
                <a:lnTo>
                  <a:pt x="17732" y="1768"/>
                </a:lnTo>
                <a:lnTo>
                  <a:pt x="18677" y="1461"/>
                </a:lnTo>
                <a:lnTo>
                  <a:pt x="19636" y="1064"/>
                </a:lnTo>
                <a:lnTo>
                  <a:pt x="20608" y="578"/>
                </a:lnTo>
                <a:lnTo>
                  <a:pt x="21600" y="0"/>
                </a:lnTo>
                <a:lnTo>
                  <a:pt x="21009" y="1598"/>
                </a:lnTo>
                <a:lnTo>
                  <a:pt x="20411" y="3113"/>
                </a:lnTo>
                <a:lnTo>
                  <a:pt x="19795" y="4555"/>
                </a:lnTo>
                <a:lnTo>
                  <a:pt x="19157" y="5924"/>
                </a:lnTo>
                <a:lnTo>
                  <a:pt x="18486" y="7228"/>
                </a:lnTo>
                <a:lnTo>
                  <a:pt x="17774" y="8470"/>
                </a:lnTo>
                <a:lnTo>
                  <a:pt x="17015" y="9661"/>
                </a:lnTo>
                <a:lnTo>
                  <a:pt x="16200" y="10800"/>
                </a:lnTo>
                <a:lnTo>
                  <a:pt x="15283" y="11013"/>
                </a:lnTo>
                <a:lnTo>
                  <a:pt x="14384" y="11156"/>
                </a:lnTo>
                <a:lnTo>
                  <a:pt x="13497" y="11237"/>
                </a:lnTo>
                <a:lnTo>
                  <a:pt x="12616" y="11262"/>
                </a:lnTo>
                <a:lnTo>
                  <a:pt x="11734" y="11235"/>
                </a:lnTo>
                <a:lnTo>
                  <a:pt x="10845" y="11164"/>
                </a:lnTo>
                <a:lnTo>
                  <a:pt x="9944" y="11057"/>
                </a:lnTo>
                <a:lnTo>
                  <a:pt x="9023" y="10916"/>
                </a:lnTo>
                <a:lnTo>
                  <a:pt x="8015" y="10911"/>
                </a:lnTo>
                <a:lnTo>
                  <a:pt x="7083" y="11008"/>
                </a:lnTo>
                <a:lnTo>
                  <a:pt x="6202" y="11221"/>
                </a:lnTo>
                <a:lnTo>
                  <a:pt x="5347" y="11567"/>
                </a:lnTo>
                <a:lnTo>
                  <a:pt x="4496" y="12053"/>
                </a:lnTo>
                <a:lnTo>
                  <a:pt x="3621" y="12693"/>
                </a:lnTo>
                <a:lnTo>
                  <a:pt x="2700" y="13500"/>
                </a:lnTo>
                <a:lnTo>
                  <a:pt x="2578" y="15590"/>
                </a:lnTo>
                <a:lnTo>
                  <a:pt x="2518" y="17056"/>
                </a:lnTo>
                <a:lnTo>
                  <a:pt x="2518" y="18287"/>
                </a:lnTo>
                <a:lnTo>
                  <a:pt x="2578" y="19672"/>
                </a:lnTo>
                <a:lnTo>
                  <a:pt x="2700" y="21600"/>
                </a:lnTo>
                <a:lnTo>
                  <a:pt x="2032" y="20930"/>
                </a:lnTo>
                <a:lnTo>
                  <a:pt x="1361" y="20261"/>
                </a:lnTo>
                <a:lnTo>
                  <a:pt x="684" y="19583"/>
                </a:lnTo>
                <a:lnTo>
                  <a:pt x="0" y="18900"/>
                </a:lnTo>
                <a:lnTo>
                  <a:pt x="251" y="17312"/>
                </a:lnTo>
                <a:lnTo>
                  <a:pt x="504" y="15725"/>
                </a:lnTo>
                <a:lnTo>
                  <a:pt x="756" y="14140"/>
                </a:lnTo>
                <a:lnTo>
                  <a:pt x="1011" y="12552"/>
                </a:lnTo>
                <a:lnTo>
                  <a:pt x="1266" y="10967"/>
                </a:lnTo>
                <a:lnTo>
                  <a:pt x="1501" y="9493"/>
                </a:lnTo>
                <a:lnTo>
                  <a:pt x="1737" y="8011"/>
                </a:lnTo>
                <a:lnTo>
                  <a:pt x="1978" y="6507"/>
                </a:lnTo>
                <a:lnTo>
                  <a:pt x="2341" y="4628"/>
                </a:lnTo>
                <a:lnTo>
                  <a:pt x="2630" y="3351"/>
                </a:lnTo>
                <a:lnTo>
                  <a:pt x="2946" y="2360"/>
                </a:lnTo>
                <a:lnTo>
                  <a:pt x="3386" y="1347"/>
                </a:lnTo>
                <a:lnTo>
                  <a:pt x="4050" y="0"/>
                </a:lnTo>
                <a:close/>
              </a:path>
            </a:pathLst>
          </a:custGeom>
          <a:solidFill>
            <a:srgbClr val="79776A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3" name="contour_06041"/>
          <p:cNvSpPr/>
          <p:nvPr/>
        </p:nvSpPr>
        <p:spPr>
          <a:xfrm>
            <a:off x="4186394" y="2769437"/>
            <a:ext cx="80168" cy="60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971" y="0"/>
                </a:lnTo>
                <a:lnTo>
                  <a:pt x="20277" y="0"/>
                </a:lnTo>
                <a:lnTo>
                  <a:pt x="21600" y="0"/>
                </a:lnTo>
                <a:lnTo>
                  <a:pt x="21357" y="1989"/>
                </a:lnTo>
                <a:lnTo>
                  <a:pt x="21066" y="3858"/>
                </a:lnTo>
                <a:lnTo>
                  <a:pt x="20720" y="5620"/>
                </a:lnTo>
                <a:lnTo>
                  <a:pt x="20314" y="7291"/>
                </a:lnTo>
                <a:lnTo>
                  <a:pt x="19845" y="8880"/>
                </a:lnTo>
                <a:lnTo>
                  <a:pt x="19303" y="10407"/>
                </a:lnTo>
                <a:lnTo>
                  <a:pt x="18684" y="11878"/>
                </a:lnTo>
                <a:lnTo>
                  <a:pt x="17983" y="13313"/>
                </a:lnTo>
                <a:lnTo>
                  <a:pt x="17194" y="14725"/>
                </a:lnTo>
                <a:lnTo>
                  <a:pt x="16312" y="16126"/>
                </a:lnTo>
                <a:lnTo>
                  <a:pt x="15330" y="17530"/>
                </a:lnTo>
                <a:lnTo>
                  <a:pt x="14244" y="18952"/>
                </a:lnTo>
                <a:lnTo>
                  <a:pt x="13015" y="19822"/>
                </a:lnTo>
                <a:lnTo>
                  <a:pt x="11774" y="20494"/>
                </a:lnTo>
                <a:lnTo>
                  <a:pt x="10519" y="20986"/>
                </a:lnTo>
                <a:lnTo>
                  <a:pt x="9253" y="21323"/>
                </a:lnTo>
                <a:lnTo>
                  <a:pt x="7972" y="21522"/>
                </a:lnTo>
                <a:lnTo>
                  <a:pt x="6680" y="21600"/>
                </a:lnTo>
                <a:lnTo>
                  <a:pt x="5373" y="21582"/>
                </a:lnTo>
                <a:lnTo>
                  <a:pt x="4053" y="21482"/>
                </a:lnTo>
                <a:lnTo>
                  <a:pt x="2716" y="21326"/>
                </a:lnTo>
                <a:lnTo>
                  <a:pt x="1367" y="21129"/>
                </a:lnTo>
                <a:lnTo>
                  <a:pt x="0" y="20913"/>
                </a:lnTo>
                <a:lnTo>
                  <a:pt x="0" y="19185"/>
                </a:lnTo>
                <a:lnTo>
                  <a:pt x="0" y="17446"/>
                </a:lnTo>
                <a:lnTo>
                  <a:pt x="0" y="15684"/>
                </a:lnTo>
                <a:lnTo>
                  <a:pt x="1298" y="15684"/>
                </a:lnTo>
                <a:lnTo>
                  <a:pt x="2604" y="15684"/>
                </a:lnTo>
                <a:lnTo>
                  <a:pt x="3927" y="15684"/>
                </a:lnTo>
                <a:lnTo>
                  <a:pt x="3927" y="14132"/>
                </a:lnTo>
                <a:lnTo>
                  <a:pt x="3927" y="12574"/>
                </a:lnTo>
                <a:lnTo>
                  <a:pt x="3927" y="11010"/>
                </a:lnTo>
                <a:lnTo>
                  <a:pt x="3927" y="9434"/>
                </a:lnTo>
                <a:lnTo>
                  <a:pt x="3927" y="7842"/>
                </a:lnTo>
                <a:lnTo>
                  <a:pt x="5225" y="7842"/>
                </a:lnTo>
                <a:lnTo>
                  <a:pt x="6531" y="7842"/>
                </a:lnTo>
                <a:lnTo>
                  <a:pt x="7855" y="7842"/>
                </a:lnTo>
                <a:lnTo>
                  <a:pt x="8575" y="6289"/>
                </a:lnTo>
                <a:lnTo>
                  <a:pt x="9021" y="5228"/>
                </a:lnTo>
                <a:lnTo>
                  <a:pt x="9372" y="4167"/>
                </a:lnTo>
                <a:lnTo>
                  <a:pt x="9818" y="2614"/>
                </a:lnTo>
                <a:lnTo>
                  <a:pt x="9818" y="4342"/>
                </a:lnTo>
                <a:lnTo>
                  <a:pt x="9818" y="6080"/>
                </a:lnTo>
                <a:lnTo>
                  <a:pt x="9818" y="7842"/>
                </a:lnTo>
                <a:lnTo>
                  <a:pt x="11114" y="7842"/>
                </a:lnTo>
                <a:lnTo>
                  <a:pt x="12412" y="7842"/>
                </a:lnTo>
                <a:lnTo>
                  <a:pt x="13716" y="7842"/>
                </a:lnTo>
                <a:lnTo>
                  <a:pt x="15026" y="7842"/>
                </a:lnTo>
                <a:lnTo>
                  <a:pt x="16343" y="7842"/>
                </a:lnTo>
                <a:lnTo>
                  <a:pt x="17673" y="7842"/>
                </a:lnTo>
                <a:lnTo>
                  <a:pt x="17673" y="6289"/>
                </a:lnTo>
                <a:lnTo>
                  <a:pt x="17673" y="4731"/>
                </a:lnTo>
                <a:lnTo>
                  <a:pt x="17673" y="3168"/>
                </a:lnTo>
                <a:lnTo>
                  <a:pt x="17673" y="1592"/>
                </a:lnTo>
                <a:lnTo>
                  <a:pt x="17673" y="0"/>
                </a:lnTo>
                <a:close/>
              </a:path>
            </a:pathLst>
          </a:custGeom>
          <a:solidFill>
            <a:srgbClr val="B2B6B9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4" name="contour_06042"/>
          <p:cNvSpPr/>
          <p:nvPr/>
        </p:nvSpPr>
        <p:spPr>
          <a:xfrm>
            <a:off x="10818466" y="2719478"/>
            <a:ext cx="80168" cy="718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29" y="2593"/>
                </a:moveTo>
                <a:lnTo>
                  <a:pt x="12728" y="3323"/>
                </a:lnTo>
                <a:lnTo>
                  <a:pt x="13745" y="4066"/>
                </a:lnTo>
                <a:lnTo>
                  <a:pt x="13804" y="5696"/>
                </a:lnTo>
                <a:lnTo>
                  <a:pt x="13834" y="6854"/>
                </a:lnTo>
                <a:lnTo>
                  <a:pt x="13834" y="7853"/>
                </a:lnTo>
                <a:lnTo>
                  <a:pt x="13804" y="9010"/>
                </a:lnTo>
                <a:lnTo>
                  <a:pt x="13745" y="10641"/>
                </a:lnTo>
                <a:lnTo>
                  <a:pt x="14798" y="11445"/>
                </a:lnTo>
                <a:lnTo>
                  <a:pt x="15874" y="12169"/>
                </a:lnTo>
                <a:lnTo>
                  <a:pt x="16974" y="12824"/>
                </a:lnTo>
                <a:lnTo>
                  <a:pt x="18097" y="13425"/>
                </a:lnTo>
                <a:lnTo>
                  <a:pt x="19242" y="13984"/>
                </a:lnTo>
                <a:lnTo>
                  <a:pt x="20410" y="14512"/>
                </a:lnTo>
                <a:lnTo>
                  <a:pt x="21600" y="15025"/>
                </a:lnTo>
                <a:lnTo>
                  <a:pt x="20628" y="16110"/>
                </a:lnTo>
                <a:lnTo>
                  <a:pt x="19654" y="17197"/>
                </a:lnTo>
                <a:lnTo>
                  <a:pt x="18676" y="18288"/>
                </a:lnTo>
                <a:lnTo>
                  <a:pt x="17694" y="19384"/>
                </a:lnTo>
                <a:lnTo>
                  <a:pt x="16705" y="20487"/>
                </a:lnTo>
                <a:lnTo>
                  <a:pt x="15709" y="21600"/>
                </a:lnTo>
                <a:lnTo>
                  <a:pt x="15709" y="20151"/>
                </a:lnTo>
                <a:lnTo>
                  <a:pt x="15709" y="18694"/>
                </a:lnTo>
                <a:lnTo>
                  <a:pt x="15709" y="17216"/>
                </a:lnTo>
                <a:lnTo>
                  <a:pt x="15293" y="17256"/>
                </a:lnTo>
                <a:lnTo>
                  <a:pt x="14562" y="17326"/>
                </a:lnTo>
                <a:lnTo>
                  <a:pt x="12887" y="17490"/>
                </a:lnTo>
                <a:lnTo>
                  <a:pt x="11872" y="17401"/>
                </a:lnTo>
                <a:lnTo>
                  <a:pt x="10853" y="17308"/>
                </a:lnTo>
                <a:lnTo>
                  <a:pt x="9818" y="17216"/>
                </a:lnTo>
                <a:lnTo>
                  <a:pt x="9308" y="16132"/>
                </a:lnTo>
                <a:lnTo>
                  <a:pt x="8813" y="15038"/>
                </a:lnTo>
                <a:lnTo>
                  <a:pt x="8328" y="13938"/>
                </a:lnTo>
                <a:lnTo>
                  <a:pt x="7855" y="12833"/>
                </a:lnTo>
                <a:lnTo>
                  <a:pt x="6335" y="12158"/>
                </a:lnTo>
                <a:lnTo>
                  <a:pt x="5268" y="11706"/>
                </a:lnTo>
                <a:lnTo>
                  <a:pt x="4373" y="11373"/>
                </a:lnTo>
                <a:lnTo>
                  <a:pt x="3366" y="11053"/>
                </a:lnTo>
                <a:lnTo>
                  <a:pt x="1964" y="10641"/>
                </a:lnTo>
                <a:lnTo>
                  <a:pt x="2938" y="9554"/>
                </a:lnTo>
                <a:lnTo>
                  <a:pt x="3927" y="8449"/>
                </a:lnTo>
                <a:lnTo>
                  <a:pt x="2951" y="8042"/>
                </a:lnTo>
                <a:lnTo>
                  <a:pt x="1964" y="7627"/>
                </a:lnTo>
                <a:lnTo>
                  <a:pt x="988" y="6948"/>
                </a:lnTo>
                <a:lnTo>
                  <a:pt x="0" y="6258"/>
                </a:lnTo>
                <a:lnTo>
                  <a:pt x="0" y="4809"/>
                </a:lnTo>
                <a:lnTo>
                  <a:pt x="0" y="3351"/>
                </a:lnTo>
                <a:lnTo>
                  <a:pt x="0" y="1874"/>
                </a:lnTo>
                <a:lnTo>
                  <a:pt x="1322" y="879"/>
                </a:lnTo>
                <a:lnTo>
                  <a:pt x="2612" y="272"/>
                </a:lnTo>
                <a:lnTo>
                  <a:pt x="3880" y="0"/>
                </a:lnTo>
                <a:lnTo>
                  <a:pt x="5141" y="13"/>
                </a:lnTo>
                <a:lnTo>
                  <a:pt x="6405" y="263"/>
                </a:lnTo>
                <a:lnTo>
                  <a:pt x="7684" y="695"/>
                </a:lnTo>
                <a:lnTo>
                  <a:pt x="8990" y="1260"/>
                </a:lnTo>
                <a:lnTo>
                  <a:pt x="10333" y="1911"/>
                </a:lnTo>
                <a:lnTo>
                  <a:pt x="11729" y="2593"/>
                </a:lnTo>
                <a:close/>
              </a:path>
            </a:pathLst>
          </a:custGeom>
          <a:solidFill>
            <a:srgbClr val="676A6D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5" name="contour_06043"/>
          <p:cNvSpPr/>
          <p:nvPr/>
        </p:nvSpPr>
        <p:spPr>
          <a:xfrm>
            <a:off x="877646" y="2718421"/>
            <a:ext cx="879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48" y="114"/>
                </a:lnTo>
                <a:lnTo>
                  <a:pt x="2495" y="238"/>
                </a:lnTo>
                <a:lnTo>
                  <a:pt x="3741" y="370"/>
                </a:lnTo>
                <a:lnTo>
                  <a:pt x="4987" y="509"/>
                </a:lnTo>
                <a:lnTo>
                  <a:pt x="6233" y="657"/>
                </a:lnTo>
                <a:lnTo>
                  <a:pt x="7480" y="808"/>
                </a:lnTo>
                <a:lnTo>
                  <a:pt x="8726" y="963"/>
                </a:lnTo>
                <a:lnTo>
                  <a:pt x="9965" y="1068"/>
                </a:lnTo>
                <a:lnTo>
                  <a:pt x="11223" y="1176"/>
                </a:lnTo>
                <a:lnTo>
                  <a:pt x="13246" y="1463"/>
                </a:lnTo>
                <a:lnTo>
                  <a:pt x="14802" y="1747"/>
                </a:lnTo>
                <a:lnTo>
                  <a:pt x="15995" y="2101"/>
                </a:lnTo>
                <a:lnTo>
                  <a:pt x="16933" y="2598"/>
                </a:lnTo>
                <a:lnTo>
                  <a:pt x="17723" y="3314"/>
                </a:lnTo>
                <a:lnTo>
                  <a:pt x="18467" y="4326"/>
                </a:lnTo>
                <a:lnTo>
                  <a:pt x="19275" y="5702"/>
                </a:lnTo>
                <a:lnTo>
                  <a:pt x="20249" y="7523"/>
                </a:lnTo>
                <a:lnTo>
                  <a:pt x="20746" y="9631"/>
                </a:lnTo>
                <a:lnTo>
                  <a:pt x="21120" y="11590"/>
                </a:lnTo>
                <a:lnTo>
                  <a:pt x="21382" y="13472"/>
                </a:lnTo>
                <a:lnTo>
                  <a:pt x="21539" y="15345"/>
                </a:lnTo>
                <a:lnTo>
                  <a:pt x="21600" y="17280"/>
                </a:lnTo>
                <a:lnTo>
                  <a:pt x="21579" y="19341"/>
                </a:lnTo>
                <a:lnTo>
                  <a:pt x="21480" y="21600"/>
                </a:lnTo>
                <a:lnTo>
                  <a:pt x="20299" y="21600"/>
                </a:lnTo>
                <a:lnTo>
                  <a:pt x="19115" y="21600"/>
                </a:lnTo>
                <a:lnTo>
                  <a:pt x="17927" y="21600"/>
                </a:lnTo>
                <a:lnTo>
                  <a:pt x="16733" y="21600"/>
                </a:lnTo>
                <a:lnTo>
                  <a:pt x="15532" y="21600"/>
                </a:lnTo>
                <a:lnTo>
                  <a:pt x="14320" y="21600"/>
                </a:lnTo>
                <a:lnTo>
                  <a:pt x="14320" y="19767"/>
                </a:lnTo>
                <a:lnTo>
                  <a:pt x="14320" y="17928"/>
                </a:lnTo>
                <a:lnTo>
                  <a:pt x="14320" y="16083"/>
                </a:lnTo>
                <a:lnTo>
                  <a:pt x="14320" y="14222"/>
                </a:lnTo>
                <a:lnTo>
                  <a:pt x="14320" y="12343"/>
                </a:lnTo>
                <a:lnTo>
                  <a:pt x="13880" y="12398"/>
                </a:lnTo>
                <a:lnTo>
                  <a:pt x="12552" y="12559"/>
                </a:lnTo>
                <a:lnTo>
                  <a:pt x="10405" y="12707"/>
                </a:lnTo>
                <a:lnTo>
                  <a:pt x="8707" y="12793"/>
                </a:lnTo>
                <a:lnTo>
                  <a:pt x="7369" y="12793"/>
                </a:lnTo>
                <a:lnTo>
                  <a:pt x="6308" y="12682"/>
                </a:lnTo>
                <a:lnTo>
                  <a:pt x="5434" y="12439"/>
                </a:lnTo>
                <a:lnTo>
                  <a:pt x="4667" y="12037"/>
                </a:lnTo>
                <a:lnTo>
                  <a:pt x="3917" y="11451"/>
                </a:lnTo>
                <a:lnTo>
                  <a:pt x="3099" y="10661"/>
                </a:lnTo>
                <a:lnTo>
                  <a:pt x="2127" y="9643"/>
                </a:lnTo>
                <a:lnTo>
                  <a:pt x="1425" y="8495"/>
                </a:lnTo>
                <a:lnTo>
                  <a:pt x="716" y="734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B7B7B7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6" name="contour_06044"/>
          <p:cNvSpPr/>
          <p:nvPr/>
        </p:nvSpPr>
        <p:spPr>
          <a:xfrm>
            <a:off x="5090105" y="2719769"/>
            <a:ext cx="65592" cy="715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94"/>
                </a:moveTo>
                <a:lnTo>
                  <a:pt x="20014" y="1794"/>
                </a:lnTo>
                <a:lnTo>
                  <a:pt x="18418" y="1794"/>
                </a:lnTo>
                <a:lnTo>
                  <a:pt x="16800" y="1794"/>
                </a:lnTo>
                <a:lnTo>
                  <a:pt x="17376" y="2676"/>
                </a:lnTo>
                <a:lnTo>
                  <a:pt x="17962" y="3574"/>
                </a:lnTo>
                <a:lnTo>
                  <a:pt x="18545" y="4947"/>
                </a:lnTo>
                <a:lnTo>
                  <a:pt x="19013" y="6345"/>
                </a:lnTo>
                <a:lnTo>
                  <a:pt x="19373" y="7762"/>
                </a:lnTo>
                <a:lnTo>
                  <a:pt x="19630" y="9195"/>
                </a:lnTo>
                <a:lnTo>
                  <a:pt x="19795" y="10640"/>
                </a:lnTo>
                <a:lnTo>
                  <a:pt x="19874" y="12097"/>
                </a:lnTo>
                <a:lnTo>
                  <a:pt x="19872" y="13561"/>
                </a:lnTo>
                <a:lnTo>
                  <a:pt x="19795" y="15024"/>
                </a:lnTo>
                <a:lnTo>
                  <a:pt x="19654" y="16490"/>
                </a:lnTo>
                <a:lnTo>
                  <a:pt x="19454" y="17949"/>
                </a:lnTo>
                <a:lnTo>
                  <a:pt x="19200" y="19399"/>
                </a:lnTo>
                <a:lnTo>
                  <a:pt x="17414" y="20341"/>
                </a:lnTo>
                <a:lnTo>
                  <a:pt x="16147" y="20927"/>
                </a:lnTo>
                <a:lnTo>
                  <a:pt x="15053" y="21261"/>
                </a:lnTo>
                <a:lnTo>
                  <a:pt x="13786" y="21450"/>
                </a:lnTo>
                <a:lnTo>
                  <a:pt x="12000" y="21600"/>
                </a:lnTo>
                <a:lnTo>
                  <a:pt x="12000" y="20148"/>
                </a:lnTo>
                <a:lnTo>
                  <a:pt x="12000" y="18693"/>
                </a:lnTo>
                <a:lnTo>
                  <a:pt x="12000" y="17238"/>
                </a:lnTo>
                <a:lnTo>
                  <a:pt x="12000" y="15779"/>
                </a:lnTo>
                <a:lnTo>
                  <a:pt x="12000" y="14316"/>
                </a:lnTo>
                <a:lnTo>
                  <a:pt x="12000" y="12846"/>
                </a:lnTo>
                <a:lnTo>
                  <a:pt x="12000" y="11371"/>
                </a:lnTo>
                <a:lnTo>
                  <a:pt x="12000" y="9888"/>
                </a:lnTo>
                <a:lnTo>
                  <a:pt x="12000" y="8396"/>
                </a:lnTo>
                <a:lnTo>
                  <a:pt x="11479" y="8633"/>
                </a:lnTo>
                <a:lnTo>
                  <a:pt x="10807" y="8944"/>
                </a:lnTo>
                <a:lnTo>
                  <a:pt x="9530" y="9529"/>
                </a:lnTo>
                <a:lnTo>
                  <a:pt x="7200" y="10596"/>
                </a:lnTo>
                <a:lnTo>
                  <a:pt x="6804" y="11732"/>
                </a:lnTo>
                <a:lnTo>
                  <a:pt x="6406" y="12876"/>
                </a:lnTo>
                <a:lnTo>
                  <a:pt x="6000" y="14034"/>
                </a:lnTo>
                <a:lnTo>
                  <a:pt x="5604" y="15079"/>
                </a:lnTo>
                <a:lnTo>
                  <a:pt x="5206" y="16131"/>
                </a:lnTo>
                <a:lnTo>
                  <a:pt x="4800" y="17199"/>
                </a:lnTo>
                <a:lnTo>
                  <a:pt x="3214" y="17199"/>
                </a:lnTo>
                <a:lnTo>
                  <a:pt x="1618" y="17199"/>
                </a:lnTo>
                <a:lnTo>
                  <a:pt x="0" y="17199"/>
                </a:lnTo>
                <a:lnTo>
                  <a:pt x="149" y="15577"/>
                </a:lnTo>
                <a:lnTo>
                  <a:pt x="329" y="13994"/>
                </a:lnTo>
                <a:lnTo>
                  <a:pt x="562" y="12447"/>
                </a:lnTo>
                <a:lnTo>
                  <a:pt x="871" y="10938"/>
                </a:lnTo>
                <a:lnTo>
                  <a:pt x="1279" y="9465"/>
                </a:lnTo>
                <a:lnTo>
                  <a:pt x="1810" y="8026"/>
                </a:lnTo>
                <a:lnTo>
                  <a:pt x="2484" y="6622"/>
                </a:lnTo>
                <a:lnTo>
                  <a:pt x="3326" y="5253"/>
                </a:lnTo>
                <a:lnTo>
                  <a:pt x="4358" y="3917"/>
                </a:lnTo>
                <a:lnTo>
                  <a:pt x="5993" y="2724"/>
                </a:lnTo>
                <a:lnTo>
                  <a:pt x="7526" y="1761"/>
                </a:lnTo>
                <a:lnTo>
                  <a:pt x="8990" y="1015"/>
                </a:lnTo>
                <a:lnTo>
                  <a:pt x="10409" y="480"/>
                </a:lnTo>
                <a:lnTo>
                  <a:pt x="11815" y="145"/>
                </a:lnTo>
                <a:lnTo>
                  <a:pt x="13236" y="0"/>
                </a:lnTo>
                <a:lnTo>
                  <a:pt x="14702" y="35"/>
                </a:lnTo>
                <a:lnTo>
                  <a:pt x="16243" y="242"/>
                </a:lnTo>
                <a:lnTo>
                  <a:pt x="17887" y="612"/>
                </a:lnTo>
                <a:lnTo>
                  <a:pt x="19663" y="1131"/>
                </a:lnTo>
                <a:lnTo>
                  <a:pt x="21600" y="1794"/>
                </a:lnTo>
                <a:close/>
              </a:path>
            </a:pathLst>
          </a:custGeom>
          <a:solidFill>
            <a:srgbClr val="A097A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7" name="contour_06045"/>
          <p:cNvSpPr/>
          <p:nvPr/>
        </p:nvSpPr>
        <p:spPr>
          <a:xfrm>
            <a:off x="8624781" y="2718428"/>
            <a:ext cx="67669" cy="437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1" y="1473"/>
                </a:moveTo>
                <a:lnTo>
                  <a:pt x="19713" y="2528"/>
                </a:lnTo>
                <a:lnTo>
                  <a:pt x="20937" y="3597"/>
                </a:lnTo>
                <a:lnTo>
                  <a:pt x="21330" y="6287"/>
                </a:lnTo>
                <a:lnTo>
                  <a:pt x="21542" y="8818"/>
                </a:lnTo>
                <a:lnTo>
                  <a:pt x="21600" y="11263"/>
                </a:lnTo>
                <a:lnTo>
                  <a:pt x="21540" y="13689"/>
                </a:lnTo>
                <a:lnTo>
                  <a:pt x="21388" y="16174"/>
                </a:lnTo>
                <a:lnTo>
                  <a:pt x="21177" y="18784"/>
                </a:lnTo>
                <a:lnTo>
                  <a:pt x="20937" y="21600"/>
                </a:lnTo>
                <a:lnTo>
                  <a:pt x="19343" y="21600"/>
                </a:lnTo>
                <a:lnTo>
                  <a:pt x="17748" y="21600"/>
                </a:lnTo>
                <a:lnTo>
                  <a:pt x="16152" y="21600"/>
                </a:lnTo>
                <a:lnTo>
                  <a:pt x="14554" y="21600"/>
                </a:lnTo>
                <a:lnTo>
                  <a:pt x="12953" y="21600"/>
                </a:lnTo>
                <a:lnTo>
                  <a:pt x="11350" y="21600"/>
                </a:lnTo>
                <a:lnTo>
                  <a:pt x="9743" y="21600"/>
                </a:lnTo>
                <a:lnTo>
                  <a:pt x="8133" y="21600"/>
                </a:lnTo>
                <a:lnTo>
                  <a:pt x="6518" y="21600"/>
                </a:lnTo>
                <a:lnTo>
                  <a:pt x="4897" y="21600"/>
                </a:lnTo>
                <a:lnTo>
                  <a:pt x="3271" y="21600"/>
                </a:lnTo>
                <a:lnTo>
                  <a:pt x="1640" y="21600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399"/>
                </a:lnTo>
                <a:lnTo>
                  <a:pt x="1538" y="14399"/>
                </a:lnTo>
                <a:lnTo>
                  <a:pt x="3085" y="14399"/>
                </a:lnTo>
                <a:lnTo>
                  <a:pt x="4653" y="14399"/>
                </a:lnTo>
                <a:lnTo>
                  <a:pt x="4557" y="12689"/>
                </a:lnTo>
                <a:lnTo>
                  <a:pt x="4460" y="10967"/>
                </a:lnTo>
                <a:lnTo>
                  <a:pt x="4362" y="9221"/>
                </a:lnTo>
                <a:lnTo>
                  <a:pt x="4457" y="7363"/>
                </a:lnTo>
                <a:lnTo>
                  <a:pt x="4555" y="5495"/>
                </a:lnTo>
                <a:lnTo>
                  <a:pt x="4653" y="3597"/>
                </a:lnTo>
                <a:lnTo>
                  <a:pt x="6146" y="2146"/>
                </a:lnTo>
                <a:lnTo>
                  <a:pt x="7626" y="1109"/>
                </a:lnTo>
                <a:lnTo>
                  <a:pt x="9101" y="436"/>
                </a:lnTo>
                <a:lnTo>
                  <a:pt x="10582" y="83"/>
                </a:lnTo>
                <a:lnTo>
                  <a:pt x="12085" y="0"/>
                </a:lnTo>
                <a:lnTo>
                  <a:pt x="13618" y="148"/>
                </a:lnTo>
                <a:lnTo>
                  <a:pt x="15193" y="472"/>
                </a:lnTo>
                <a:lnTo>
                  <a:pt x="16819" y="929"/>
                </a:lnTo>
                <a:lnTo>
                  <a:pt x="18511" y="1473"/>
                </a:lnTo>
                <a:close/>
              </a:path>
            </a:pathLst>
          </a:custGeom>
          <a:solidFill>
            <a:srgbClr val="A87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8" name="contour_06046"/>
          <p:cNvSpPr/>
          <p:nvPr/>
        </p:nvSpPr>
        <p:spPr>
          <a:xfrm>
            <a:off x="1154589" y="2635258"/>
            <a:ext cx="109320" cy="61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1055"/>
                </a:moveTo>
                <a:lnTo>
                  <a:pt x="6745" y="573"/>
                </a:lnTo>
                <a:lnTo>
                  <a:pt x="7707" y="247"/>
                </a:lnTo>
                <a:lnTo>
                  <a:pt x="8653" y="59"/>
                </a:lnTo>
                <a:lnTo>
                  <a:pt x="9590" y="0"/>
                </a:lnTo>
                <a:lnTo>
                  <a:pt x="10528" y="51"/>
                </a:lnTo>
                <a:lnTo>
                  <a:pt x="11470" y="198"/>
                </a:lnTo>
                <a:lnTo>
                  <a:pt x="12424" y="424"/>
                </a:lnTo>
                <a:lnTo>
                  <a:pt x="13399" y="716"/>
                </a:lnTo>
                <a:lnTo>
                  <a:pt x="14400" y="1055"/>
                </a:lnTo>
                <a:lnTo>
                  <a:pt x="14077" y="2568"/>
                </a:lnTo>
                <a:lnTo>
                  <a:pt x="13820" y="3608"/>
                </a:lnTo>
                <a:lnTo>
                  <a:pt x="13491" y="4656"/>
                </a:lnTo>
                <a:lnTo>
                  <a:pt x="12960" y="6192"/>
                </a:lnTo>
                <a:lnTo>
                  <a:pt x="11916" y="6538"/>
                </a:lnTo>
                <a:lnTo>
                  <a:pt x="11146" y="6620"/>
                </a:lnTo>
                <a:lnTo>
                  <a:pt x="9991" y="6513"/>
                </a:lnTo>
                <a:lnTo>
                  <a:pt x="9069" y="6407"/>
                </a:lnTo>
                <a:lnTo>
                  <a:pt x="8140" y="6299"/>
                </a:lnTo>
                <a:lnTo>
                  <a:pt x="7200" y="6192"/>
                </a:lnTo>
                <a:lnTo>
                  <a:pt x="7200" y="7889"/>
                </a:lnTo>
                <a:lnTo>
                  <a:pt x="7200" y="9597"/>
                </a:lnTo>
                <a:lnTo>
                  <a:pt x="7200" y="11328"/>
                </a:lnTo>
                <a:lnTo>
                  <a:pt x="8120" y="11269"/>
                </a:lnTo>
                <a:lnTo>
                  <a:pt x="9046" y="11210"/>
                </a:lnTo>
                <a:lnTo>
                  <a:pt x="9985" y="11148"/>
                </a:lnTo>
                <a:lnTo>
                  <a:pt x="10886" y="11112"/>
                </a:lnTo>
                <a:lnTo>
                  <a:pt x="11788" y="11076"/>
                </a:lnTo>
                <a:lnTo>
                  <a:pt x="12689" y="11043"/>
                </a:lnTo>
                <a:lnTo>
                  <a:pt x="13591" y="11007"/>
                </a:lnTo>
                <a:lnTo>
                  <a:pt x="14047" y="10976"/>
                </a:lnTo>
                <a:lnTo>
                  <a:pt x="15427" y="10876"/>
                </a:lnTo>
                <a:lnTo>
                  <a:pt x="16299" y="10853"/>
                </a:lnTo>
                <a:lnTo>
                  <a:pt x="17185" y="10827"/>
                </a:lnTo>
                <a:lnTo>
                  <a:pt x="17990" y="10786"/>
                </a:lnTo>
                <a:lnTo>
                  <a:pt x="18806" y="10745"/>
                </a:lnTo>
                <a:lnTo>
                  <a:pt x="19143" y="10889"/>
                </a:lnTo>
                <a:lnTo>
                  <a:pt x="20160" y="11328"/>
                </a:lnTo>
                <a:lnTo>
                  <a:pt x="20517" y="12599"/>
                </a:lnTo>
                <a:lnTo>
                  <a:pt x="20874" y="13878"/>
                </a:lnTo>
                <a:lnTo>
                  <a:pt x="21236" y="15162"/>
                </a:lnTo>
                <a:lnTo>
                  <a:pt x="21600" y="16464"/>
                </a:lnTo>
                <a:lnTo>
                  <a:pt x="20619" y="16464"/>
                </a:lnTo>
                <a:lnTo>
                  <a:pt x="19640" y="16464"/>
                </a:lnTo>
                <a:lnTo>
                  <a:pt x="18658" y="16464"/>
                </a:lnTo>
                <a:lnTo>
                  <a:pt x="17677" y="16464"/>
                </a:lnTo>
                <a:lnTo>
                  <a:pt x="16695" y="16464"/>
                </a:lnTo>
                <a:lnTo>
                  <a:pt x="15710" y="16464"/>
                </a:lnTo>
                <a:lnTo>
                  <a:pt x="14725" y="16464"/>
                </a:lnTo>
                <a:lnTo>
                  <a:pt x="13739" y="16464"/>
                </a:lnTo>
                <a:lnTo>
                  <a:pt x="12751" y="16464"/>
                </a:lnTo>
                <a:lnTo>
                  <a:pt x="11760" y="16464"/>
                </a:lnTo>
                <a:lnTo>
                  <a:pt x="10767" y="16464"/>
                </a:lnTo>
                <a:lnTo>
                  <a:pt x="9772" y="16464"/>
                </a:lnTo>
                <a:lnTo>
                  <a:pt x="8774" y="16464"/>
                </a:lnTo>
                <a:lnTo>
                  <a:pt x="7773" y="16464"/>
                </a:lnTo>
                <a:lnTo>
                  <a:pt x="6768" y="16464"/>
                </a:lnTo>
                <a:lnTo>
                  <a:pt x="5760" y="16464"/>
                </a:lnTo>
                <a:lnTo>
                  <a:pt x="5760" y="18161"/>
                </a:lnTo>
                <a:lnTo>
                  <a:pt x="5760" y="19869"/>
                </a:lnTo>
                <a:lnTo>
                  <a:pt x="5760" y="21600"/>
                </a:lnTo>
                <a:lnTo>
                  <a:pt x="4810" y="21176"/>
                </a:lnTo>
                <a:lnTo>
                  <a:pt x="3858" y="20753"/>
                </a:lnTo>
                <a:lnTo>
                  <a:pt x="2902" y="20326"/>
                </a:lnTo>
                <a:lnTo>
                  <a:pt x="1941" y="19897"/>
                </a:lnTo>
                <a:lnTo>
                  <a:pt x="975" y="19466"/>
                </a:lnTo>
                <a:lnTo>
                  <a:pt x="0" y="19032"/>
                </a:lnTo>
                <a:lnTo>
                  <a:pt x="952" y="19032"/>
                </a:lnTo>
                <a:lnTo>
                  <a:pt x="1909" y="19032"/>
                </a:lnTo>
                <a:lnTo>
                  <a:pt x="2880" y="19032"/>
                </a:lnTo>
                <a:lnTo>
                  <a:pt x="3138" y="17352"/>
                </a:lnTo>
                <a:lnTo>
                  <a:pt x="3325" y="16079"/>
                </a:lnTo>
                <a:lnTo>
                  <a:pt x="3470" y="14959"/>
                </a:lnTo>
                <a:lnTo>
                  <a:pt x="3606" y="13747"/>
                </a:lnTo>
                <a:lnTo>
                  <a:pt x="3758" y="12193"/>
                </a:lnTo>
                <a:lnTo>
                  <a:pt x="3960" y="10044"/>
                </a:lnTo>
                <a:lnTo>
                  <a:pt x="4255" y="7925"/>
                </a:lnTo>
                <a:lnTo>
                  <a:pt x="4484" y="6387"/>
                </a:lnTo>
                <a:lnTo>
                  <a:pt x="4700" y="5182"/>
                </a:lnTo>
                <a:lnTo>
                  <a:pt x="4951" y="4058"/>
                </a:lnTo>
                <a:lnTo>
                  <a:pt x="5288" y="2766"/>
                </a:lnTo>
                <a:lnTo>
                  <a:pt x="5760" y="1055"/>
                </a:lnTo>
                <a:close/>
              </a:path>
            </a:pathLst>
          </a:custGeom>
          <a:solidFill>
            <a:srgbClr val="736A58"/>
          </a:solidFill>
          <a:ln>
            <a:noFill/>
          </a:ln>
        </p:spPr>
        <p:txBody>
          <a:bodyPr/>
          <a:lstStyle/>
          <a:p/>
        </p:txBody>
      </p:sp>
      <p:sp>
        <p:nvSpPr>
          <p:cNvPr id="6049" name="contour_06047"/>
          <p:cNvSpPr/>
          <p:nvPr/>
        </p:nvSpPr>
        <p:spPr>
          <a:xfrm>
            <a:off x="2341585" y="2609101"/>
            <a:ext cx="88403" cy="595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39" y="0"/>
                </a:moveTo>
                <a:lnTo>
                  <a:pt x="18705" y="1383"/>
                </a:lnTo>
                <a:lnTo>
                  <a:pt x="19134" y="2396"/>
                </a:lnTo>
                <a:lnTo>
                  <a:pt x="19518" y="3533"/>
                </a:lnTo>
                <a:lnTo>
                  <a:pt x="20042" y="5290"/>
                </a:lnTo>
                <a:lnTo>
                  <a:pt x="20491" y="6765"/>
                </a:lnTo>
                <a:lnTo>
                  <a:pt x="20946" y="8265"/>
                </a:lnTo>
                <a:lnTo>
                  <a:pt x="21271" y="9413"/>
                </a:lnTo>
                <a:lnTo>
                  <a:pt x="21600" y="10579"/>
                </a:lnTo>
                <a:lnTo>
                  <a:pt x="20665" y="11061"/>
                </a:lnTo>
                <a:lnTo>
                  <a:pt x="19714" y="11550"/>
                </a:lnTo>
                <a:lnTo>
                  <a:pt x="18902" y="11994"/>
                </a:lnTo>
                <a:lnTo>
                  <a:pt x="18087" y="12441"/>
                </a:lnTo>
                <a:lnTo>
                  <a:pt x="17259" y="12893"/>
                </a:lnTo>
                <a:lnTo>
                  <a:pt x="16452" y="13322"/>
                </a:lnTo>
                <a:lnTo>
                  <a:pt x="15642" y="13756"/>
                </a:lnTo>
                <a:lnTo>
                  <a:pt x="14817" y="14195"/>
                </a:lnTo>
                <a:lnTo>
                  <a:pt x="13578" y="15208"/>
                </a:lnTo>
                <a:lnTo>
                  <a:pt x="12857" y="16012"/>
                </a:lnTo>
                <a:lnTo>
                  <a:pt x="12378" y="17027"/>
                </a:lnTo>
                <a:lnTo>
                  <a:pt x="11861" y="18678"/>
                </a:lnTo>
                <a:lnTo>
                  <a:pt x="11393" y="19910"/>
                </a:lnTo>
                <a:lnTo>
                  <a:pt x="10916" y="21158"/>
                </a:lnTo>
                <a:lnTo>
                  <a:pt x="9667" y="21410"/>
                </a:lnTo>
                <a:lnTo>
                  <a:pt x="8759" y="21550"/>
                </a:lnTo>
                <a:lnTo>
                  <a:pt x="7929" y="21600"/>
                </a:lnTo>
                <a:lnTo>
                  <a:pt x="6918" y="21576"/>
                </a:lnTo>
                <a:lnTo>
                  <a:pt x="5463" y="21489"/>
                </a:lnTo>
                <a:lnTo>
                  <a:pt x="4486" y="21441"/>
                </a:lnTo>
                <a:lnTo>
                  <a:pt x="3503" y="21394"/>
                </a:lnTo>
                <a:lnTo>
                  <a:pt x="2505" y="21343"/>
                </a:lnTo>
                <a:lnTo>
                  <a:pt x="1376" y="21251"/>
                </a:lnTo>
                <a:lnTo>
                  <a:pt x="231" y="21158"/>
                </a:lnTo>
                <a:lnTo>
                  <a:pt x="78" y="19315"/>
                </a:lnTo>
                <a:lnTo>
                  <a:pt x="0" y="17982"/>
                </a:lnTo>
                <a:lnTo>
                  <a:pt x="0" y="16776"/>
                </a:lnTo>
                <a:lnTo>
                  <a:pt x="78" y="15316"/>
                </a:lnTo>
                <a:lnTo>
                  <a:pt x="231" y="13224"/>
                </a:lnTo>
                <a:lnTo>
                  <a:pt x="1334" y="12076"/>
                </a:lnTo>
                <a:lnTo>
                  <a:pt x="2151" y="11285"/>
                </a:lnTo>
                <a:lnTo>
                  <a:pt x="2929" y="10659"/>
                </a:lnTo>
                <a:lnTo>
                  <a:pt x="3914" y="9992"/>
                </a:lnTo>
                <a:lnTo>
                  <a:pt x="5351" y="9093"/>
                </a:lnTo>
                <a:lnTo>
                  <a:pt x="7304" y="7847"/>
                </a:lnTo>
                <a:lnTo>
                  <a:pt x="8745" y="6892"/>
                </a:lnTo>
                <a:lnTo>
                  <a:pt x="9803" y="6112"/>
                </a:lnTo>
                <a:lnTo>
                  <a:pt x="10608" y="5390"/>
                </a:lnTo>
                <a:lnTo>
                  <a:pt x="11293" y="4610"/>
                </a:lnTo>
                <a:lnTo>
                  <a:pt x="11988" y="3655"/>
                </a:lnTo>
                <a:lnTo>
                  <a:pt x="12821" y="2407"/>
                </a:lnTo>
                <a:lnTo>
                  <a:pt x="13658" y="1232"/>
                </a:lnTo>
                <a:lnTo>
                  <a:pt x="14347" y="521"/>
                </a:lnTo>
                <a:lnTo>
                  <a:pt x="15140" y="153"/>
                </a:lnTo>
                <a:lnTo>
                  <a:pt x="16288" y="19"/>
                </a:lnTo>
                <a:lnTo>
                  <a:pt x="18039" y="0"/>
                </a:lnTo>
                <a:close/>
              </a:path>
            </a:pathLst>
          </a:custGeom>
          <a:solidFill>
            <a:srgbClr val="181819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0" name="contour_06048"/>
          <p:cNvSpPr/>
          <p:nvPr/>
        </p:nvSpPr>
        <p:spPr>
          <a:xfrm>
            <a:off x="8457157" y="2639528"/>
            <a:ext cx="66583" cy="71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1" y="1950"/>
                </a:moveTo>
                <a:lnTo>
                  <a:pt x="20420" y="3410"/>
                </a:lnTo>
                <a:lnTo>
                  <a:pt x="20888" y="4892"/>
                </a:lnTo>
                <a:lnTo>
                  <a:pt x="21222" y="6393"/>
                </a:lnTo>
                <a:lnTo>
                  <a:pt x="21442" y="7915"/>
                </a:lnTo>
                <a:lnTo>
                  <a:pt x="21562" y="9449"/>
                </a:lnTo>
                <a:lnTo>
                  <a:pt x="21600" y="10992"/>
                </a:lnTo>
                <a:lnTo>
                  <a:pt x="21574" y="12544"/>
                </a:lnTo>
                <a:lnTo>
                  <a:pt x="21501" y="14099"/>
                </a:lnTo>
                <a:lnTo>
                  <a:pt x="21397" y="15653"/>
                </a:lnTo>
                <a:lnTo>
                  <a:pt x="21278" y="17203"/>
                </a:lnTo>
                <a:lnTo>
                  <a:pt x="19716" y="17203"/>
                </a:lnTo>
                <a:lnTo>
                  <a:pt x="18143" y="17203"/>
                </a:lnTo>
                <a:lnTo>
                  <a:pt x="16550" y="17203"/>
                </a:lnTo>
                <a:lnTo>
                  <a:pt x="16550" y="18656"/>
                </a:lnTo>
                <a:lnTo>
                  <a:pt x="16550" y="20118"/>
                </a:lnTo>
                <a:lnTo>
                  <a:pt x="16550" y="21600"/>
                </a:lnTo>
                <a:lnTo>
                  <a:pt x="15146" y="21600"/>
                </a:lnTo>
                <a:lnTo>
                  <a:pt x="13736" y="21600"/>
                </a:lnTo>
                <a:lnTo>
                  <a:pt x="12323" y="21600"/>
                </a:lnTo>
                <a:lnTo>
                  <a:pt x="10897" y="21600"/>
                </a:lnTo>
                <a:lnTo>
                  <a:pt x="9457" y="21600"/>
                </a:lnTo>
                <a:lnTo>
                  <a:pt x="9847" y="20149"/>
                </a:lnTo>
                <a:lnTo>
                  <a:pt x="10237" y="18696"/>
                </a:lnTo>
                <a:lnTo>
                  <a:pt x="10630" y="17236"/>
                </a:lnTo>
                <a:lnTo>
                  <a:pt x="11025" y="15772"/>
                </a:lnTo>
                <a:lnTo>
                  <a:pt x="11422" y="14294"/>
                </a:lnTo>
                <a:lnTo>
                  <a:pt x="11821" y="12806"/>
                </a:lnTo>
                <a:lnTo>
                  <a:pt x="10358" y="12536"/>
                </a:lnTo>
                <a:lnTo>
                  <a:pt x="8894" y="12263"/>
                </a:lnTo>
                <a:lnTo>
                  <a:pt x="7426" y="11988"/>
                </a:lnTo>
                <a:lnTo>
                  <a:pt x="5956" y="11716"/>
                </a:lnTo>
                <a:lnTo>
                  <a:pt x="4478" y="11441"/>
                </a:lnTo>
                <a:lnTo>
                  <a:pt x="2993" y="11164"/>
                </a:lnTo>
                <a:lnTo>
                  <a:pt x="1501" y="10887"/>
                </a:lnTo>
                <a:lnTo>
                  <a:pt x="0" y="10608"/>
                </a:lnTo>
                <a:lnTo>
                  <a:pt x="378" y="9062"/>
                </a:lnTo>
                <a:lnTo>
                  <a:pt x="690" y="7947"/>
                </a:lnTo>
                <a:lnTo>
                  <a:pt x="1050" y="6945"/>
                </a:lnTo>
                <a:lnTo>
                  <a:pt x="1570" y="5738"/>
                </a:lnTo>
                <a:lnTo>
                  <a:pt x="2364" y="4012"/>
                </a:lnTo>
                <a:lnTo>
                  <a:pt x="3903" y="3146"/>
                </a:lnTo>
                <a:lnTo>
                  <a:pt x="5471" y="2330"/>
                </a:lnTo>
                <a:lnTo>
                  <a:pt x="7064" y="1592"/>
                </a:lnTo>
                <a:lnTo>
                  <a:pt x="8672" y="961"/>
                </a:lnTo>
                <a:lnTo>
                  <a:pt x="10292" y="466"/>
                </a:lnTo>
                <a:lnTo>
                  <a:pt x="11911" y="136"/>
                </a:lnTo>
                <a:lnTo>
                  <a:pt x="13526" y="0"/>
                </a:lnTo>
                <a:lnTo>
                  <a:pt x="15131" y="84"/>
                </a:lnTo>
                <a:lnTo>
                  <a:pt x="16715" y="418"/>
                </a:lnTo>
                <a:lnTo>
                  <a:pt x="18276" y="1031"/>
                </a:lnTo>
                <a:lnTo>
                  <a:pt x="19801" y="1950"/>
                </a:lnTo>
                <a:close/>
              </a:path>
            </a:pathLst>
          </a:custGeom>
          <a:solidFill>
            <a:srgbClr val="D5E0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1" name="contour_06049"/>
          <p:cNvSpPr/>
          <p:nvPr/>
        </p:nvSpPr>
        <p:spPr>
          <a:xfrm>
            <a:off x="4776721" y="2587237"/>
            <a:ext cx="67013" cy="58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46" y="0"/>
                </a:moveTo>
                <a:lnTo>
                  <a:pt x="13298" y="0"/>
                </a:lnTo>
                <a:lnTo>
                  <a:pt x="14860" y="0"/>
                </a:lnTo>
                <a:lnTo>
                  <a:pt x="16444" y="0"/>
                </a:lnTo>
                <a:lnTo>
                  <a:pt x="16444" y="1768"/>
                </a:lnTo>
                <a:lnTo>
                  <a:pt x="16444" y="3546"/>
                </a:lnTo>
                <a:lnTo>
                  <a:pt x="16444" y="5349"/>
                </a:lnTo>
                <a:lnTo>
                  <a:pt x="17996" y="5349"/>
                </a:lnTo>
                <a:lnTo>
                  <a:pt x="19559" y="5349"/>
                </a:lnTo>
                <a:lnTo>
                  <a:pt x="21142" y="5349"/>
                </a:lnTo>
                <a:lnTo>
                  <a:pt x="21231" y="6977"/>
                </a:lnTo>
                <a:lnTo>
                  <a:pt x="21309" y="8608"/>
                </a:lnTo>
                <a:lnTo>
                  <a:pt x="21377" y="10237"/>
                </a:lnTo>
                <a:lnTo>
                  <a:pt x="21436" y="11868"/>
                </a:lnTo>
                <a:lnTo>
                  <a:pt x="21518" y="13687"/>
                </a:lnTo>
                <a:lnTo>
                  <a:pt x="21600" y="15535"/>
                </a:lnTo>
                <a:lnTo>
                  <a:pt x="21210" y="17840"/>
                </a:lnTo>
                <a:lnTo>
                  <a:pt x="20616" y="19121"/>
                </a:lnTo>
                <a:lnTo>
                  <a:pt x="19307" y="20474"/>
                </a:lnTo>
                <a:lnTo>
                  <a:pt x="17670" y="20931"/>
                </a:lnTo>
                <a:lnTo>
                  <a:pt x="16061" y="21247"/>
                </a:lnTo>
                <a:lnTo>
                  <a:pt x="14468" y="21450"/>
                </a:lnTo>
                <a:lnTo>
                  <a:pt x="12873" y="21560"/>
                </a:lnTo>
                <a:lnTo>
                  <a:pt x="11262" y="21600"/>
                </a:lnTo>
                <a:lnTo>
                  <a:pt x="9620" y="21592"/>
                </a:lnTo>
                <a:lnTo>
                  <a:pt x="7928" y="21560"/>
                </a:lnTo>
                <a:lnTo>
                  <a:pt x="6444" y="21536"/>
                </a:lnTo>
                <a:lnTo>
                  <a:pt x="4947" y="21512"/>
                </a:lnTo>
                <a:lnTo>
                  <a:pt x="3432" y="21488"/>
                </a:lnTo>
                <a:lnTo>
                  <a:pt x="2297" y="21458"/>
                </a:lnTo>
                <a:lnTo>
                  <a:pt x="1158" y="21426"/>
                </a:lnTo>
                <a:lnTo>
                  <a:pt x="0" y="21394"/>
                </a:lnTo>
                <a:lnTo>
                  <a:pt x="0" y="19806"/>
                </a:lnTo>
                <a:lnTo>
                  <a:pt x="0" y="18212"/>
                </a:lnTo>
                <a:lnTo>
                  <a:pt x="0" y="16613"/>
                </a:lnTo>
                <a:lnTo>
                  <a:pt x="0" y="15000"/>
                </a:lnTo>
                <a:lnTo>
                  <a:pt x="0" y="13371"/>
                </a:lnTo>
                <a:lnTo>
                  <a:pt x="1553" y="13371"/>
                </a:lnTo>
                <a:lnTo>
                  <a:pt x="3115" y="13371"/>
                </a:lnTo>
                <a:lnTo>
                  <a:pt x="4698" y="13371"/>
                </a:lnTo>
                <a:lnTo>
                  <a:pt x="5560" y="11783"/>
                </a:lnTo>
                <a:lnTo>
                  <a:pt x="6094" y="10697"/>
                </a:lnTo>
                <a:lnTo>
                  <a:pt x="6514" y="9611"/>
                </a:lnTo>
                <a:lnTo>
                  <a:pt x="7047" y="8023"/>
                </a:lnTo>
                <a:lnTo>
                  <a:pt x="7047" y="9790"/>
                </a:lnTo>
                <a:lnTo>
                  <a:pt x="7047" y="11569"/>
                </a:lnTo>
                <a:lnTo>
                  <a:pt x="7047" y="13371"/>
                </a:lnTo>
                <a:lnTo>
                  <a:pt x="8600" y="13371"/>
                </a:lnTo>
                <a:lnTo>
                  <a:pt x="10162" y="13371"/>
                </a:lnTo>
                <a:lnTo>
                  <a:pt x="11746" y="13371"/>
                </a:lnTo>
                <a:lnTo>
                  <a:pt x="11746" y="11481"/>
                </a:lnTo>
                <a:lnTo>
                  <a:pt x="11746" y="9587"/>
                </a:lnTo>
                <a:lnTo>
                  <a:pt x="11746" y="7688"/>
                </a:lnTo>
                <a:lnTo>
                  <a:pt x="11746" y="5782"/>
                </a:lnTo>
                <a:lnTo>
                  <a:pt x="11746" y="3867"/>
                </a:lnTo>
                <a:lnTo>
                  <a:pt x="11746" y="1942"/>
                </a:lnTo>
                <a:lnTo>
                  <a:pt x="11746" y="0"/>
                </a:lnTo>
                <a:close/>
              </a:path>
            </a:pathLst>
          </a:custGeom>
          <a:solidFill>
            <a:srgbClr val="22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2" name="contour_06050"/>
          <p:cNvSpPr/>
          <p:nvPr/>
        </p:nvSpPr>
        <p:spPr>
          <a:xfrm>
            <a:off x="11386929" y="2558085"/>
            <a:ext cx="1093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22" y="105"/>
                </a:lnTo>
                <a:lnTo>
                  <a:pt x="16148" y="238"/>
                </a:lnTo>
                <a:lnTo>
                  <a:pt x="16921" y="494"/>
                </a:lnTo>
                <a:lnTo>
                  <a:pt x="18089" y="963"/>
                </a:lnTo>
                <a:lnTo>
                  <a:pt x="19076" y="1330"/>
                </a:lnTo>
                <a:lnTo>
                  <a:pt x="20075" y="1700"/>
                </a:lnTo>
                <a:lnTo>
                  <a:pt x="20832" y="2388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20748" y="9816"/>
                </a:lnTo>
                <a:lnTo>
                  <a:pt x="20117" y="10140"/>
                </a:lnTo>
                <a:lnTo>
                  <a:pt x="19395" y="10365"/>
                </a:lnTo>
                <a:lnTo>
                  <a:pt x="18271" y="10609"/>
                </a:lnTo>
                <a:lnTo>
                  <a:pt x="17122" y="11022"/>
                </a:lnTo>
                <a:lnTo>
                  <a:pt x="16111" y="11507"/>
                </a:lnTo>
                <a:lnTo>
                  <a:pt x="15204" y="12124"/>
                </a:lnTo>
                <a:lnTo>
                  <a:pt x="14370" y="12935"/>
                </a:lnTo>
                <a:lnTo>
                  <a:pt x="13573" y="14003"/>
                </a:lnTo>
                <a:lnTo>
                  <a:pt x="12784" y="15392"/>
                </a:lnTo>
                <a:lnTo>
                  <a:pt x="11969" y="17163"/>
                </a:lnTo>
                <a:lnTo>
                  <a:pt x="11346" y="18628"/>
                </a:lnTo>
                <a:lnTo>
                  <a:pt x="10716" y="20103"/>
                </a:lnTo>
                <a:lnTo>
                  <a:pt x="10080" y="21600"/>
                </a:lnTo>
                <a:lnTo>
                  <a:pt x="9128" y="21600"/>
                </a:lnTo>
                <a:lnTo>
                  <a:pt x="8171" y="21600"/>
                </a:lnTo>
                <a:lnTo>
                  <a:pt x="7200" y="21600"/>
                </a:lnTo>
                <a:lnTo>
                  <a:pt x="7200" y="19767"/>
                </a:lnTo>
                <a:lnTo>
                  <a:pt x="7200" y="17928"/>
                </a:lnTo>
                <a:lnTo>
                  <a:pt x="7200" y="16083"/>
                </a:lnTo>
                <a:lnTo>
                  <a:pt x="7200" y="14222"/>
                </a:lnTo>
                <a:lnTo>
                  <a:pt x="7200" y="12343"/>
                </a:lnTo>
                <a:lnTo>
                  <a:pt x="6182" y="12343"/>
                </a:lnTo>
                <a:lnTo>
                  <a:pt x="5162" y="12343"/>
                </a:lnTo>
                <a:lnTo>
                  <a:pt x="4140" y="12343"/>
                </a:lnTo>
                <a:lnTo>
                  <a:pt x="3113" y="12343"/>
                </a:lnTo>
                <a:lnTo>
                  <a:pt x="2082" y="12343"/>
                </a:lnTo>
                <a:lnTo>
                  <a:pt x="1045" y="12343"/>
                </a:lnTo>
                <a:lnTo>
                  <a:pt x="0" y="12343"/>
                </a:lnTo>
                <a:lnTo>
                  <a:pt x="357" y="10815"/>
                </a:lnTo>
                <a:lnTo>
                  <a:pt x="714" y="9279"/>
                </a:lnTo>
                <a:lnTo>
                  <a:pt x="1076" y="7736"/>
                </a:lnTo>
                <a:lnTo>
                  <a:pt x="1440" y="6171"/>
                </a:lnTo>
                <a:lnTo>
                  <a:pt x="2416" y="5755"/>
                </a:lnTo>
                <a:lnTo>
                  <a:pt x="3370" y="5394"/>
                </a:lnTo>
                <a:lnTo>
                  <a:pt x="4313" y="5085"/>
                </a:lnTo>
                <a:lnTo>
                  <a:pt x="5257" y="4826"/>
                </a:lnTo>
                <a:lnTo>
                  <a:pt x="6215" y="4610"/>
                </a:lnTo>
                <a:lnTo>
                  <a:pt x="7200" y="4437"/>
                </a:lnTo>
                <a:lnTo>
                  <a:pt x="9048" y="4107"/>
                </a:lnTo>
                <a:lnTo>
                  <a:pt x="10456" y="3814"/>
                </a:lnTo>
                <a:lnTo>
                  <a:pt x="11510" y="3512"/>
                </a:lnTo>
                <a:lnTo>
                  <a:pt x="12292" y="3144"/>
                </a:lnTo>
                <a:lnTo>
                  <a:pt x="12888" y="2663"/>
                </a:lnTo>
                <a:lnTo>
                  <a:pt x="13380" y="2012"/>
                </a:lnTo>
                <a:lnTo>
                  <a:pt x="13857" y="1142"/>
                </a:lnTo>
                <a:lnTo>
                  <a:pt x="14400" y="0"/>
                </a:lnTo>
                <a:close/>
              </a:path>
            </a:pathLst>
          </a:custGeom>
          <a:solidFill>
            <a:srgbClr val="A6ABA8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3" name="contour_06051"/>
          <p:cNvSpPr/>
          <p:nvPr/>
        </p:nvSpPr>
        <p:spPr>
          <a:xfrm>
            <a:off x="8464445" y="2492493"/>
            <a:ext cx="6878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20" y="0"/>
                </a:moveTo>
                <a:lnTo>
                  <a:pt x="17320" y="810"/>
                </a:lnTo>
                <a:lnTo>
                  <a:pt x="18391" y="1527"/>
                </a:lnTo>
                <a:lnTo>
                  <a:pt x="19270" y="2216"/>
                </a:lnTo>
                <a:lnTo>
                  <a:pt x="19993" y="2933"/>
                </a:lnTo>
                <a:lnTo>
                  <a:pt x="20598" y="3743"/>
                </a:lnTo>
                <a:lnTo>
                  <a:pt x="21122" y="4704"/>
                </a:lnTo>
                <a:lnTo>
                  <a:pt x="21600" y="5881"/>
                </a:lnTo>
                <a:lnTo>
                  <a:pt x="21412" y="6992"/>
                </a:lnTo>
                <a:lnTo>
                  <a:pt x="21032" y="8018"/>
                </a:lnTo>
                <a:lnTo>
                  <a:pt x="20481" y="8970"/>
                </a:lnTo>
                <a:lnTo>
                  <a:pt x="19778" y="9857"/>
                </a:lnTo>
                <a:lnTo>
                  <a:pt x="18943" y="10692"/>
                </a:lnTo>
                <a:lnTo>
                  <a:pt x="17995" y="11483"/>
                </a:lnTo>
                <a:lnTo>
                  <a:pt x="16959" y="12243"/>
                </a:lnTo>
                <a:lnTo>
                  <a:pt x="15851" y="12979"/>
                </a:lnTo>
                <a:lnTo>
                  <a:pt x="14693" y="13704"/>
                </a:lnTo>
                <a:lnTo>
                  <a:pt x="13505" y="14429"/>
                </a:lnTo>
                <a:lnTo>
                  <a:pt x="12310" y="15163"/>
                </a:lnTo>
                <a:lnTo>
                  <a:pt x="11116" y="15844"/>
                </a:lnTo>
                <a:lnTo>
                  <a:pt x="9917" y="16516"/>
                </a:lnTo>
                <a:lnTo>
                  <a:pt x="8710" y="17181"/>
                </a:lnTo>
                <a:lnTo>
                  <a:pt x="7498" y="17839"/>
                </a:lnTo>
                <a:lnTo>
                  <a:pt x="6278" y="18488"/>
                </a:lnTo>
                <a:lnTo>
                  <a:pt x="5046" y="19130"/>
                </a:lnTo>
                <a:lnTo>
                  <a:pt x="3804" y="19761"/>
                </a:lnTo>
                <a:lnTo>
                  <a:pt x="2550" y="20384"/>
                </a:lnTo>
                <a:lnTo>
                  <a:pt x="1282" y="20997"/>
                </a:lnTo>
                <a:lnTo>
                  <a:pt x="0" y="21600"/>
                </a:lnTo>
                <a:lnTo>
                  <a:pt x="380" y="20414"/>
                </a:lnTo>
                <a:lnTo>
                  <a:pt x="790" y="19261"/>
                </a:lnTo>
                <a:lnTo>
                  <a:pt x="1231" y="18142"/>
                </a:lnTo>
                <a:lnTo>
                  <a:pt x="1705" y="17055"/>
                </a:lnTo>
                <a:lnTo>
                  <a:pt x="2211" y="15995"/>
                </a:lnTo>
                <a:lnTo>
                  <a:pt x="2746" y="14960"/>
                </a:lnTo>
                <a:lnTo>
                  <a:pt x="3318" y="13949"/>
                </a:lnTo>
                <a:lnTo>
                  <a:pt x="3920" y="12958"/>
                </a:lnTo>
                <a:lnTo>
                  <a:pt x="4557" y="11988"/>
                </a:lnTo>
                <a:lnTo>
                  <a:pt x="5227" y="11033"/>
                </a:lnTo>
                <a:lnTo>
                  <a:pt x="5932" y="10092"/>
                </a:lnTo>
                <a:lnTo>
                  <a:pt x="6671" y="9163"/>
                </a:lnTo>
                <a:lnTo>
                  <a:pt x="7445" y="8243"/>
                </a:lnTo>
                <a:lnTo>
                  <a:pt x="8253" y="7332"/>
                </a:lnTo>
                <a:lnTo>
                  <a:pt x="9097" y="6423"/>
                </a:lnTo>
                <a:lnTo>
                  <a:pt x="9976" y="5517"/>
                </a:lnTo>
                <a:lnTo>
                  <a:pt x="10892" y="4612"/>
                </a:lnTo>
                <a:lnTo>
                  <a:pt x="11844" y="3703"/>
                </a:lnTo>
                <a:lnTo>
                  <a:pt x="12832" y="2791"/>
                </a:lnTo>
                <a:lnTo>
                  <a:pt x="13858" y="1870"/>
                </a:lnTo>
                <a:lnTo>
                  <a:pt x="14920" y="941"/>
                </a:lnTo>
                <a:lnTo>
                  <a:pt x="16020" y="0"/>
                </a:lnTo>
                <a:close/>
              </a:path>
            </a:pathLst>
          </a:custGeom>
          <a:solidFill>
            <a:srgbClr val="E4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4" name="contour_06052"/>
          <p:cNvSpPr/>
          <p:nvPr/>
        </p:nvSpPr>
        <p:spPr>
          <a:xfrm>
            <a:off x="7138030" y="2456053"/>
            <a:ext cx="131184" cy="592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040" y="1268"/>
                </a:lnTo>
                <a:lnTo>
                  <a:pt x="17282" y="2555"/>
                </a:lnTo>
                <a:lnTo>
                  <a:pt x="17726" y="4176"/>
                </a:lnTo>
                <a:lnTo>
                  <a:pt x="18144" y="5179"/>
                </a:lnTo>
                <a:lnTo>
                  <a:pt x="18780" y="5974"/>
                </a:lnTo>
                <a:lnTo>
                  <a:pt x="19874" y="6978"/>
                </a:lnTo>
                <a:lnTo>
                  <a:pt x="20444" y="7308"/>
                </a:lnTo>
                <a:lnTo>
                  <a:pt x="21018" y="7640"/>
                </a:lnTo>
                <a:lnTo>
                  <a:pt x="21600" y="7975"/>
                </a:lnTo>
                <a:lnTo>
                  <a:pt x="20951" y="9323"/>
                </a:lnTo>
                <a:lnTo>
                  <a:pt x="20279" y="10589"/>
                </a:lnTo>
                <a:lnTo>
                  <a:pt x="19584" y="11769"/>
                </a:lnTo>
                <a:lnTo>
                  <a:pt x="18869" y="12867"/>
                </a:lnTo>
                <a:lnTo>
                  <a:pt x="18133" y="13888"/>
                </a:lnTo>
                <a:lnTo>
                  <a:pt x="17381" y="14832"/>
                </a:lnTo>
                <a:lnTo>
                  <a:pt x="16610" y="15704"/>
                </a:lnTo>
                <a:lnTo>
                  <a:pt x="15823" y="16504"/>
                </a:lnTo>
                <a:lnTo>
                  <a:pt x="15023" y="17235"/>
                </a:lnTo>
                <a:lnTo>
                  <a:pt x="14209" y="17899"/>
                </a:lnTo>
                <a:lnTo>
                  <a:pt x="13384" y="18500"/>
                </a:lnTo>
                <a:lnTo>
                  <a:pt x="12546" y="19040"/>
                </a:lnTo>
                <a:lnTo>
                  <a:pt x="11700" y="19521"/>
                </a:lnTo>
                <a:lnTo>
                  <a:pt x="10846" y="19944"/>
                </a:lnTo>
                <a:lnTo>
                  <a:pt x="9985" y="20313"/>
                </a:lnTo>
                <a:lnTo>
                  <a:pt x="9119" y="20630"/>
                </a:lnTo>
                <a:lnTo>
                  <a:pt x="8248" y="20898"/>
                </a:lnTo>
                <a:lnTo>
                  <a:pt x="7373" y="21119"/>
                </a:lnTo>
                <a:lnTo>
                  <a:pt x="6497" y="21294"/>
                </a:lnTo>
                <a:lnTo>
                  <a:pt x="5621" y="21430"/>
                </a:lnTo>
                <a:lnTo>
                  <a:pt x="4745" y="21523"/>
                </a:lnTo>
                <a:lnTo>
                  <a:pt x="3870" y="21579"/>
                </a:lnTo>
                <a:lnTo>
                  <a:pt x="3000" y="21600"/>
                </a:lnTo>
                <a:lnTo>
                  <a:pt x="2250" y="21534"/>
                </a:lnTo>
                <a:lnTo>
                  <a:pt x="1499" y="21459"/>
                </a:lnTo>
                <a:lnTo>
                  <a:pt x="749" y="21371"/>
                </a:lnTo>
                <a:lnTo>
                  <a:pt x="0" y="21268"/>
                </a:lnTo>
                <a:lnTo>
                  <a:pt x="0" y="19689"/>
                </a:lnTo>
                <a:lnTo>
                  <a:pt x="0" y="18104"/>
                </a:lnTo>
                <a:lnTo>
                  <a:pt x="0" y="16514"/>
                </a:lnTo>
                <a:lnTo>
                  <a:pt x="0" y="14911"/>
                </a:lnTo>
                <a:lnTo>
                  <a:pt x="0" y="13292"/>
                </a:lnTo>
                <a:lnTo>
                  <a:pt x="792" y="13513"/>
                </a:lnTo>
                <a:lnTo>
                  <a:pt x="1584" y="13731"/>
                </a:lnTo>
                <a:lnTo>
                  <a:pt x="2377" y="13952"/>
                </a:lnTo>
                <a:lnTo>
                  <a:pt x="3172" y="14170"/>
                </a:lnTo>
                <a:lnTo>
                  <a:pt x="3967" y="14390"/>
                </a:lnTo>
                <a:lnTo>
                  <a:pt x="4764" y="14611"/>
                </a:lnTo>
                <a:lnTo>
                  <a:pt x="5563" y="14832"/>
                </a:lnTo>
                <a:lnTo>
                  <a:pt x="6365" y="15055"/>
                </a:lnTo>
                <a:lnTo>
                  <a:pt x="7169" y="15278"/>
                </a:lnTo>
                <a:lnTo>
                  <a:pt x="7975" y="15501"/>
                </a:lnTo>
                <a:lnTo>
                  <a:pt x="8786" y="15725"/>
                </a:lnTo>
                <a:lnTo>
                  <a:pt x="9600" y="15951"/>
                </a:lnTo>
                <a:lnTo>
                  <a:pt x="9600" y="14194"/>
                </a:lnTo>
                <a:lnTo>
                  <a:pt x="9600" y="12426"/>
                </a:lnTo>
                <a:lnTo>
                  <a:pt x="9600" y="10634"/>
                </a:lnTo>
                <a:lnTo>
                  <a:pt x="10343" y="10852"/>
                </a:lnTo>
                <a:lnTo>
                  <a:pt x="11092" y="11075"/>
                </a:lnTo>
                <a:lnTo>
                  <a:pt x="11850" y="11298"/>
                </a:lnTo>
                <a:lnTo>
                  <a:pt x="12826" y="11301"/>
                </a:lnTo>
                <a:lnTo>
                  <a:pt x="13487" y="11131"/>
                </a:lnTo>
                <a:lnTo>
                  <a:pt x="14400" y="10634"/>
                </a:lnTo>
                <a:lnTo>
                  <a:pt x="14870" y="9228"/>
                </a:lnTo>
                <a:lnTo>
                  <a:pt x="15282" y="7789"/>
                </a:lnTo>
                <a:lnTo>
                  <a:pt x="15647" y="6317"/>
                </a:lnTo>
                <a:lnTo>
                  <a:pt x="15972" y="4806"/>
                </a:lnTo>
                <a:lnTo>
                  <a:pt x="16266" y="3251"/>
                </a:lnTo>
                <a:lnTo>
                  <a:pt x="16540" y="1651"/>
                </a:lnTo>
                <a:lnTo>
                  <a:pt x="16800" y="0"/>
                </a:lnTo>
                <a:close/>
              </a:path>
            </a:pathLst>
          </a:custGeom>
          <a:solidFill>
            <a:srgbClr val="3E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5" name="contour_06053"/>
          <p:cNvSpPr/>
          <p:nvPr/>
        </p:nvSpPr>
        <p:spPr>
          <a:xfrm>
            <a:off x="914086" y="2445398"/>
            <a:ext cx="87456" cy="49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80"/>
                </a:moveTo>
                <a:lnTo>
                  <a:pt x="1222" y="1314"/>
                </a:lnTo>
                <a:lnTo>
                  <a:pt x="2446" y="1163"/>
                </a:lnTo>
                <a:lnTo>
                  <a:pt x="3668" y="1025"/>
                </a:lnTo>
                <a:lnTo>
                  <a:pt x="4892" y="900"/>
                </a:lnTo>
                <a:lnTo>
                  <a:pt x="6115" y="785"/>
                </a:lnTo>
                <a:lnTo>
                  <a:pt x="7339" y="676"/>
                </a:lnTo>
                <a:lnTo>
                  <a:pt x="8563" y="577"/>
                </a:lnTo>
                <a:lnTo>
                  <a:pt x="9788" y="481"/>
                </a:lnTo>
                <a:lnTo>
                  <a:pt x="10719" y="346"/>
                </a:lnTo>
                <a:lnTo>
                  <a:pt x="11655" y="211"/>
                </a:lnTo>
                <a:lnTo>
                  <a:pt x="12604" y="74"/>
                </a:lnTo>
                <a:lnTo>
                  <a:pt x="13891" y="10"/>
                </a:lnTo>
                <a:lnTo>
                  <a:pt x="15098" y="0"/>
                </a:lnTo>
                <a:lnTo>
                  <a:pt x="16261" y="96"/>
                </a:lnTo>
                <a:lnTo>
                  <a:pt x="17411" y="346"/>
                </a:lnTo>
                <a:lnTo>
                  <a:pt x="18580" y="791"/>
                </a:lnTo>
                <a:lnTo>
                  <a:pt x="19800" y="1480"/>
                </a:lnTo>
                <a:lnTo>
                  <a:pt x="20299" y="3434"/>
                </a:lnTo>
                <a:lnTo>
                  <a:pt x="20695" y="5376"/>
                </a:lnTo>
                <a:lnTo>
                  <a:pt x="21001" y="7317"/>
                </a:lnTo>
                <a:lnTo>
                  <a:pt x="21227" y="9275"/>
                </a:lnTo>
                <a:lnTo>
                  <a:pt x="21389" y="11261"/>
                </a:lnTo>
                <a:lnTo>
                  <a:pt x="21497" y="13283"/>
                </a:lnTo>
                <a:lnTo>
                  <a:pt x="21564" y="15359"/>
                </a:lnTo>
                <a:lnTo>
                  <a:pt x="21600" y="17499"/>
                </a:lnTo>
                <a:lnTo>
                  <a:pt x="19143" y="18505"/>
                </a:lnTo>
                <a:lnTo>
                  <a:pt x="17050" y="19354"/>
                </a:lnTo>
                <a:lnTo>
                  <a:pt x="15275" y="20053"/>
                </a:lnTo>
                <a:lnTo>
                  <a:pt x="13777" y="20610"/>
                </a:lnTo>
                <a:lnTo>
                  <a:pt x="12512" y="21036"/>
                </a:lnTo>
                <a:lnTo>
                  <a:pt x="11432" y="21334"/>
                </a:lnTo>
                <a:lnTo>
                  <a:pt x="10496" y="21520"/>
                </a:lnTo>
                <a:lnTo>
                  <a:pt x="9657" y="21600"/>
                </a:lnTo>
                <a:lnTo>
                  <a:pt x="8874" y="21581"/>
                </a:lnTo>
                <a:lnTo>
                  <a:pt x="8102" y="21472"/>
                </a:lnTo>
                <a:lnTo>
                  <a:pt x="7294" y="21283"/>
                </a:lnTo>
                <a:lnTo>
                  <a:pt x="6408" y="21027"/>
                </a:lnTo>
                <a:lnTo>
                  <a:pt x="5400" y="20703"/>
                </a:lnTo>
                <a:lnTo>
                  <a:pt x="4513" y="19005"/>
                </a:lnTo>
                <a:lnTo>
                  <a:pt x="3731" y="17275"/>
                </a:lnTo>
                <a:lnTo>
                  <a:pt x="3047" y="15510"/>
                </a:lnTo>
                <a:lnTo>
                  <a:pt x="2448" y="13703"/>
                </a:lnTo>
                <a:lnTo>
                  <a:pt x="1922" y="11841"/>
                </a:lnTo>
                <a:lnTo>
                  <a:pt x="1460" y="9919"/>
                </a:lnTo>
                <a:lnTo>
                  <a:pt x="1048" y="7929"/>
                </a:lnTo>
                <a:lnTo>
                  <a:pt x="673" y="5866"/>
                </a:lnTo>
                <a:lnTo>
                  <a:pt x="329" y="3720"/>
                </a:lnTo>
                <a:lnTo>
                  <a:pt x="0" y="1480"/>
                </a:lnTo>
                <a:close/>
              </a:path>
            </a:pathLst>
          </a:custGeom>
          <a:solidFill>
            <a:srgbClr val="1B1C1A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6" name="contour_06054"/>
          <p:cNvSpPr/>
          <p:nvPr/>
        </p:nvSpPr>
        <p:spPr>
          <a:xfrm>
            <a:off x="7065150" y="2410219"/>
            <a:ext cx="65592" cy="779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583"/>
                </a:moveTo>
                <a:lnTo>
                  <a:pt x="4082" y="188"/>
                </a:lnTo>
                <a:lnTo>
                  <a:pt x="5623" y="8"/>
                </a:lnTo>
                <a:lnTo>
                  <a:pt x="7104" y="0"/>
                </a:lnTo>
                <a:lnTo>
                  <a:pt x="8606" y="123"/>
                </a:lnTo>
                <a:lnTo>
                  <a:pt x="10212" y="331"/>
                </a:lnTo>
                <a:lnTo>
                  <a:pt x="12000" y="583"/>
                </a:lnTo>
                <a:lnTo>
                  <a:pt x="12000" y="1917"/>
                </a:lnTo>
                <a:lnTo>
                  <a:pt x="12000" y="3260"/>
                </a:lnTo>
                <a:lnTo>
                  <a:pt x="12000" y="4620"/>
                </a:lnTo>
                <a:lnTo>
                  <a:pt x="13577" y="5223"/>
                </a:lnTo>
                <a:lnTo>
                  <a:pt x="14822" y="5550"/>
                </a:lnTo>
                <a:lnTo>
                  <a:pt x="16800" y="5881"/>
                </a:lnTo>
                <a:lnTo>
                  <a:pt x="18139" y="6109"/>
                </a:lnTo>
                <a:lnTo>
                  <a:pt x="19500" y="6340"/>
                </a:lnTo>
                <a:lnTo>
                  <a:pt x="20542" y="6489"/>
                </a:lnTo>
                <a:lnTo>
                  <a:pt x="21600" y="6638"/>
                </a:lnTo>
                <a:lnTo>
                  <a:pt x="21058" y="7980"/>
                </a:lnTo>
                <a:lnTo>
                  <a:pt x="20508" y="9310"/>
                </a:lnTo>
                <a:lnTo>
                  <a:pt x="19946" y="10628"/>
                </a:lnTo>
                <a:lnTo>
                  <a:pt x="19368" y="11936"/>
                </a:lnTo>
                <a:lnTo>
                  <a:pt x="18768" y="13230"/>
                </a:lnTo>
                <a:lnTo>
                  <a:pt x="18137" y="14514"/>
                </a:lnTo>
                <a:lnTo>
                  <a:pt x="17477" y="15785"/>
                </a:lnTo>
                <a:lnTo>
                  <a:pt x="16776" y="17047"/>
                </a:lnTo>
                <a:lnTo>
                  <a:pt x="16034" y="18298"/>
                </a:lnTo>
                <a:lnTo>
                  <a:pt x="15245" y="19537"/>
                </a:lnTo>
                <a:lnTo>
                  <a:pt x="14400" y="20766"/>
                </a:lnTo>
                <a:lnTo>
                  <a:pt x="12646" y="21303"/>
                </a:lnTo>
                <a:lnTo>
                  <a:pt x="11131" y="21566"/>
                </a:lnTo>
                <a:lnTo>
                  <a:pt x="9722" y="21600"/>
                </a:lnTo>
                <a:lnTo>
                  <a:pt x="8287" y="21449"/>
                </a:lnTo>
                <a:lnTo>
                  <a:pt x="6691" y="21156"/>
                </a:lnTo>
                <a:lnTo>
                  <a:pt x="4800" y="20766"/>
                </a:lnTo>
                <a:lnTo>
                  <a:pt x="5510" y="19529"/>
                </a:lnTo>
                <a:lnTo>
                  <a:pt x="6230" y="18304"/>
                </a:lnTo>
                <a:lnTo>
                  <a:pt x="6962" y="17093"/>
                </a:lnTo>
                <a:lnTo>
                  <a:pt x="7709" y="15896"/>
                </a:lnTo>
                <a:lnTo>
                  <a:pt x="8470" y="14707"/>
                </a:lnTo>
                <a:lnTo>
                  <a:pt x="9247" y="13531"/>
                </a:lnTo>
                <a:lnTo>
                  <a:pt x="10046" y="12362"/>
                </a:lnTo>
                <a:lnTo>
                  <a:pt x="10867" y="11204"/>
                </a:lnTo>
                <a:lnTo>
                  <a:pt x="11710" y="10053"/>
                </a:lnTo>
                <a:lnTo>
                  <a:pt x="12578" y="8909"/>
                </a:lnTo>
                <a:lnTo>
                  <a:pt x="13474" y="7771"/>
                </a:lnTo>
                <a:lnTo>
                  <a:pt x="14400" y="6638"/>
                </a:lnTo>
                <a:lnTo>
                  <a:pt x="12816" y="7082"/>
                </a:lnTo>
                <a:lnTo>
                  <a:pt x="11230" y="7526"/>
                </a:lnTo>
                <a:lnTo>
                  <a:pt x="9643" y="7972"/>
                </a:lnTo>
                <a:lnTo>
                  <a:pt x="8052" y="8418"/>
                </a:lnTo>
                <a:lnTo>
                  <a:pt x="6456" y="8864"/>
                </a:lnTo>
                <a:lnTo>
                  <a:pt x="4853" y="9315"/>
                </a:lnTo>
                <a:lnTo>
                  <a:pt x="3245" y="9765"/>
                </a:lnTo>
                <a:lnTo>
                  <a:pt x="1627" y="10219"/>
                </a:lnTo>
                <a:lnTo>
                  <a:pt x="0" y="10675"/>
                </a:lnTo>
                <a:lnTo>
                  <a:pt x="281" y="8322"/>
                </a:lnTo>
                <a:lnTo>
                  <a:pt x="514" y="6517"/>
                </a:lnTo>
                <a:lnTo>
                  <a:pt x="720" y="5143"/>
                </a:lnTo>
                <a:lnTo>
                  <a:pt x="934" y="4081"/>
                </a:lnTo>
                <a:lnTo>
                  <a:pt x="1181" y="3211"/>
                </a:lnTo>
                <a:lnTo>
                  <a:pt x="1488" y="2418"/>
                </a:lnTo>
                <a:lnTo>
                  <a:pt x="1884" y="1580"/>
                </a:lnTo>
                <a:lnTo>
                  <a:pt x="2400" y="583"/>
                </a:lnTo>
                <a:close/>
              </a:path>
            </a:pathLst>
          </a:custGeom>
          <a:solidFill>
            <a:srgbClr val="A5976C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7" name="contour_06055"/>
          <p:cNvSpPr/>
          <p:nvPr/>
        </p:nvSpPr>
        <p:spPr>
          <a:xfrm>
            <a:off x="8223941" y="2354021"/>
            <a:ext cx="58304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126"/>
                </a:lnTo>
                <a:lnTo>
                  <a:pt x="6445" y="252"/>
                </a:lnTo>
                <a:lnTo>
                  <a:pt x="8319" y="377"/>
                </a:lnTo>
                <a:lnTo>
                  <a:pt x="10195" y="504"/>
                </a:lnTo>
                <a:lnTo>
                  <a:pt x="12080" y="630"/>
                </a:lnTo>
                <a:lnTo>
                  <a:pt x="13967" y="757"/>
                </a:lnTo>
                <a:lnTo>
                  <a:pt x="15862" y="884"/>
                </a:lnTo>
                <a:lnTo>
                  <a:pt x="17766" y="1013"/>
                </a:lnTo>
                <a:lnTo>
                  <a:pt x="19678" y="1141"/>
                </a:lnTo>
                <a:lnTo>
                  <a:pt x="21600" y="1271"/>
                </a:lnTo>
                <a:lnTo>
                  <a:pt x="21600" y="2110"/>
                </a:lnTo>
                <a:lnTo>
                  <a:pt x="21600" y="2955"/>
                </a:lnTo>
                <a:lnTo>
                  <a:pt x="21600" y="3812"/>
                </a:lnTo>
                <a:lnTo>
                  <a:pt x="20318" y="3708"/>
                </a:lnTo>
                <a:lnTo>
                  <a:pt x="19027" y="3601"/>
                </a:lnTo>
                <a:lnTo>
                  <a:pt x="17717" y="3494"/>
                </a:lnTo>
                <a:lnTo>
                  <a:pt x="17099" y="3541"/>
                </a:lnTo>
                <a:lnTo>
                  <a:pt x="16006" y="3622"/>
                </a:lnTo>
                <a:lnTo>
                  <a:pt x="13500" y="3812"/>
                </a:lnTo>
                <a:lnTo>
                  <a:pt x="12593" y="4619"/>
                </a:lnTo>
                <a:lnTo>
                  <a:pt x="11850" y="5432"/>
                </a:lnTo>
                <a:lnTo>
                  <a:pt x="11286" y="6259"/>
                </a:lnTo>
                <a:lnTo>
                  <a:pt x="10916" y="7108"/>
                </a:lnTo>
                <a:lnTo>
                  <a:pt x="10749" y="7984"/>
                </a:lnTo>
                <a:lnTo>
                  <a:pt x="10800" y="8894"/>
                </a:lnTo>
                <a:lnTo>
                  <a:pt x="12385" y="9363"/>
                </a:lnTo>
                <a:lnTo>
                  <a:pt x="13476" y="9653"/>
                </a:lnTo>
                <a:lnTo>
                  <a:pt x="14577" y="9880"/>
                </a:lnTo>
                <a:lnTo>
                  <a:pt x="16200" y="10165"/>
                </a:lnTo>
                <a:lnTo>
                  <a:pt x="15625" y="11002"/>
                </a:lnTo>
                <a:lnTo>
                  <a:pt x="15042" y="11837"/>
                </a:lnTo>
                <a:lnTo>
                  <a:pt x="14453" y="12670"/>
                </a:lnTo>
                <a:lnTo>
                  <a:pt x="13859" y="13504"/>
                </a:lnTo>
                <a:lnTo>
                  <a:pt x="13262" y="14336"/>
                </a:lnTo>
                <a:lnTo>
                  <a:pt x="12658" y="15168"/>
                </a:lnTo>
                <a:lnTo>
                  <a:pt x="12180" y="15881"/>
                </a:lnTo>
                <a:lnTo>
                  <a:pt x="11691" y="16604"/>
                </a:lnTo>
                <a:lnTo>
                  <a:pt x="11089" y="17393"/>
                </a:lnTo>
                <a:lnTo>
                  <a:pt x="10462" y="18150"/>
                </a:lnTo>
                <a:lnTo>
                  <a:pt x="9777" y="18885"/>
                </a:lnTo>
                <a:lnTo>
                  <a:pt x="9002" y="19609"/>
                </a:lnTo>
                <a:lnTo>
                  <a:pt x="8100" y="20329"/>
                </a:lnTo>
                <a:lnTo>
                  <a:pt x="5956" y="20800"/>
                </a:lnTo>
                <a:lnTo>
                  <a:pt x="4460" y="21101"/>
                </a:lnTo>
                <a:lnTo>
                  <a:pt x="3229" y="21294"/>
                </a:lnTo>
                <a:lnTo>
                  <a:pt x="1874" y="21440"/>
                </a:lnTo>
                <a:lnTo>
                  <a:pt x="0" y="21600"/>
                </a:lnTo>
                <a:lnTo>
                  <a:pt x="634" y="21016"/>
                </a:lnTo>
                <a:lnTo>
                  <a:pt x="1277" y="20423"/>
                </a:lnTo>
                <a:lnTo>
                  <a:pt x="2025" y="19542"/>
                </a:lnTo>
                <a:lnTo>
                  <a:pt x="2678" y="18662"/>
                </a:lnTo>
                <a:lnTo>
                  <a:pt x="3243" y="17784"/>
                </a:lnTo>
                <a:lnTo>
                  <a:pt x="3718" y="16908"/>
                </a:lnTo>
                <a:lnTo>
                  <a:pt x="4115" y="16032"/>
                </a:lnTo>
                <a:lnTo>
                  <a:pt x="4433" y="15157"/>
                </a:lnTo>
                <a:lnTo>
                  <a:pt x="4679" y="14283"/>
                </a:lnTo>
                <a:lnTo>
                  <a:pt x="4860" y="13407"/>
                </a:lnTo>
                <a:lnTo>
                  <a:pt x="4979" y="12532"/>
                </a:lnTo>
                <a:lnTo>
                  <a:pt x="5038" y="11656"/>
                </a:lnTo>
                <a:lnTo>
                  <a:pt x="5044" y="10778"/>
                </a:lnTo>
                <a:lnTo>
                  <a:pt x="5003" y="9899"/>
                </a:lnTo>
                <a:lnTo>
                  <a:pt x="4917" y="9017"/>
                </a:lnTo>
                <a:lnTo>
                  <a:pt x="4793" y="8133"/>
                </a:lnTo>
                <a:lnTo>
                  <a:pt x="4636" y="7246"/>
                </a:lnTo>
                <a:lnTo>
                  <a:pt x="4447" y="6357"/>
                </a:lnTo>
                <a:lnTo>
                  <a:pt x="4234" y="5462"/>
                </a:lnTo>
                <a:lnTo>
                  <a:pt x="4001" y="4564"/>
                </a:lnTo>
                <a:lnTo>
                  <a:pt x="3753" y="3662"/>
                </a:lnTo>
                <a:lnTo>
                  <a:pt x="3494" y="2755"/>
                </a:lnTo>
                <a:lnTo>
                  <a:pt x="3229" y="1842"/>
                </a:lnTo>
                <a:lnTo>
                  <a:pt x="2962" y="924"/>
                </a:lnTo>
                <a:lnTo>
                  <a:pt x="2700" y="0"/>
                </a:lnTo>
                <a:close/>
              </a:path>
            </a:pathLst>
          </a:custGeom>
          <a:solidFill>
            <a:srgbClr val="7F807E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8" name="contour_06056"/>
          <p:cNvSpPr/>
          <p:nvPr/>
        </p:nvSpPr>
        <p:spPr>
          <a:xfrm>
            <a:off x="3763690" y="2339445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3776" y="1238"/>
                </a:lnTo>
                <a:lnTo>
                  <a:pt x="14226" y="2452"/>
                </a:lnTo>
                <a:lnTo>
                  <a:pt x="14645" y="3661"/>
                </a:lnTo>
                <a:lnTo>
                  <a:pt x="15040" y="4884"/>
                </a:lnTo>
                <a:lnTo>
                  <a:pt x="15419" y="6132"/>
                </a:lnTo>
                <a:lnTo>
                  <a:pt x="15785" y="7426"/>
                </a:lnTo>
                <a:lnTo>
                  <a:pt x="16549" y="10163"/>
                </a:lnTo>
                <a:lnTo>
                  <a:pt x="17137" y="12152"/>
                </a:lnTo>
                <a:lnTo>
                  <a:pt x="17627" y="13552"/>
                </a:lnTo>
                <a:lnTo>
                  <a:pt x="18091" y="14522"/>
                </a:lnTo>
                <a:lnTo>
                  <a:pt x="18608" y="15217"/>
                </a:lnTo>
                <a:lnTo>
                  <a:pt x="19251" y="15794"/>
                </a:lnTo>
                <a:lnTo>
                  <a:pt x="20095" y="16412"/>
                </a:lnTo>
                <a:lnTo>
                  <a:pt x="20468" y="16628"/>
                </a:lnTo>
                <a:lnTo>
                  <a:pt x="21600" y="17280"/>
                </a:lnTo>
                <a:lnTo>
                  <a:pt x="21600" y="18708"/>
                </a:lnTo>
                <a:lnTo>
                  <a:pt x="21600" y="20144"/>
                </a:lnTo>
                <a:lnTo>
                  <a:pt x="21600" y="21600"/>
                </a:lnTo>
                <a:lnTo>
                  <a:pt x="20518" y="21488"/>
                </a:lnTo>
                <a:lnTo>
                  <a:pt x="19453" y="21352"/>
                </a:lnTo>
                <a:lnTo>
                  <a:pt x="18405" y="21181"/>
                </a:lnTo>
                <a:lnTo>
                  <a:pt x="17370" y="20965"/>
                </a:lnTo>
                <a:lnTo>
                  <a:pt x="16345" y="20695"/>
                </a:lnTo>
                <a:lnTo>
                  <a:pt x="15324" y="20358"/>
                </a:lnTo>
                <a:lnTo>
                  <a:pt x="14308" y="19943"/>
                </a:lnTo>
                <a:lnTo>
                  <a:pt x="13292" y="19440"/>
                </a:lnTo>
                <a:lnTo>
                  <a:pt x="12895" y="18116"/>
                </a:lnTo>
                <a:lnTo>
                  <a:pt x="12614" y="16824"/>
                </a:lnTo>
                <a:lnTo>
                  <a:pt x="12417" y="15526"/>
                </a:lnTo>
                <a:lnTo>
                  <a:pt x="12267" y="14189"/>
                </a:lnTo>
                <a:lnTo>
                  <a:pt x="12131" y="12774"/>
                </a:lnTo>
                <a:lnTo>
                  <a:pt x="11883" y="11794"/>
                </a:lnTo>
                <a:lnTo>
                  <a:pt x="11631" y="10800"/>
                </a:lnTo>
                <a:lnTo>
                  <a:pt x="10096" y="10139"/>
                </a:lnTo>
                <a:lnTo>
                  <a:pt x="9075" y="9720"/>
                </a:lnTo>
                <a:lnTo>
                  <a:pt x="8331" y="9461"/>
                </a:lnTo>
                <a:lnTo>
                  <a:pt x="7630" y="9284"/>
                </a:lnTo>
                <a:lnTo>
                  <a:pt x="6738" y="9104"/>
                </a:lnTo>
                <a:lnTo>
                  <a:pt x="5614" y="8724"/>
                </a:lnTo>
                <a:lnTo>
                  <a:pt x="4588" y="8217"/>
                </a:lnTo>
                <a:lnTo>
                  <a:pt x="3630" y="7597"/>
                </a:lnTo>
                <a:lnTo>
                  <a:pt x="2718" y="6884"/>
                </a:lnTo>
                <a:lnTo>
                  <a:pt x="1828" y="6089"/>
                </a:lnTo>
                <a:lnTo>
                  <a:pt x="929" y="5229"/>
                </a:lnTo>
                <a:lnTo>
                  <a:pt x="0" y="4320"/>
                </a:lnTo>
                <a:lnTo>
                  <a:pt x="954" y="3884"/>
                </a:lnTo>
                <a:lnTo>
                  <a:pt x="1909" y="3450"/>
                </a:lnTo>
                <a:lnTo>
                  <a:pt x="2864" y="3020"/>
                </a:lnTo>
                <a:lnTo>
                  <a:pt x="3822" y="2588"/>
                </a:lnTo>
                <a:lnTo>
                  <a:pt x="4777" y="2160"/>
                </a:lnTo>
                <a:lnTo>
                  <a:pt x="5664" y="1758"/>
                </a:lnTo>
                <a:lnTo>
                  <a:pt x="6558" y="1354"/>
                </a:lnTo>
                <a:lnTo>
                  <a:pt x="7464" y="946"/>
                </a:lnTo>
                <a:lnTo>
                  <a:pt x="8713" y="484"/>
                </a:lnTo>
                <a:lnTo>
                  <a:pt x="9640" y="205"/>
                </a:lnTo>
                <a:lnTo>
                  <a:pt x="10526" y="60"/>
                </a:lnTo>
                <a:lnTo>
                  <a:pt x="11651" y="9"/>
                </a:lnTo>
                <a:lnTo>
                  <a:pt x="13292" y="0"/>
                </a:lnTo>
                <a:close/>
              </a:path>
            </a:pathLst>
          </a:custGeom>
          <a:solidFill>
            <a:srgbClr val="28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6059" name="contour_06057"/>
          <p:cNvSpPr/>
          <p:nvPr/>
        </p:nvSpPr>
        <p:spPr>
          <a:xfrm>
            <a:off x="855782" y="2279480"/>
            <a:ext cx="80168" cy="826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34"/>
                </a:moveTo>
                <a:lnTo>
                  <a:pt x="1390" y="312"/>
                </a:lnTo>
                <a:lnTo>
                  <a:pt x="2773" y="202"/>
                </a:lnTo>
                <a:lnTo>
                  <a:pt x="4147" y="111"/>
                </a:lnTo>
                <a:lnTo>
                  <a:pt x="5516" y="44"/>
                </a:lnTo>
                <a:lnTo>
                  <a:pt x="6883" y="6"/>
                </a:lnTo>
                <a:lnTo>
                  <a:pt x="8247" y="0"/>
                </a:lnTo>
                <a:lnTo>
                  <a:pt x="9614" y="36"/>
                </a:lnTo>
                <a:lnTo>
                  <a:pt x="10985" y="116"/>
                </a:lnTo>
                <a:lnTo>
                  <a:pt x="12361" y="248"/>
                </a:lnTo>
                <a:lnTo>
                  <a:pt x="13745" y="434"/>
                </a:lnTo>
                <a:lnTo>
                  <a:pt x="14655" y="1549"/>
                </a:lnTo>
                <a:lnTo>
                  <a:pt x="15261" y="2586"/>
                </a:lnTo>
                <a:lnTo>
                  <a:pt x="15640" y="3643"/>
                </a:lnTo>
                <a:lnTo>
                  <a:pt x="15866" y="4830"/>
                </a:lnTo>
                <a:lnTo>
                  <a:pt x="16015" y="6248"/>
                </a:lnTo>
                <a:lnTo>
                  <a:pt x="15864" y="7145"/>
                </a:lnTo>
                <a:lnTo>
                  <a:pt x="15709" y="8056"/>
                </a:lnTo>
                <a:lnTo>
                  <a:pt x="14611" y="8755"/>
                </a:lnTo>
                <a:lnTo>
                  <a:pt x="13838" y="9188"/>
                </a:lnTo>
                <a:lnTo>
                  <a:pt x="13017" y="9529"/>
                </a:lnTo>
                <a:lnTo>
                  <a:pt x="11782" y="9962"/>
                </a:lnTo>
                <a:lnTo>
                  <a:pt x="11782" y="11221"/>
                </a:lnTo>
                <a:lnTo>
                  <a:pt x="11782" y="12488"/>
                </a:lnTo>
                <a:lnTo>
                  <a:pt x="11782" y="13772"/>
                </a:lnTo>
                <a:lnTo>
                  <a:pt x="13066" y="14155"/>
                </a:lnTo>
                <a:lnTo>
                  <a:pt x="14007" y="14382"/>
                </a:lnTo>
                <a:lnTo>
                  <a:pt x="15061" y="14542"/>
                </a:lnTo>
                <a:lnTo>
                  <a:pt x="16691" y="14725"/>
                </a:lnTo>
                <a:lnTo>
                  <a:pt x="18321" y="14908"/>
                </a:lnTo>
                <a:lnTo>
                  <a:pt x="19375" y="15068"/>
                </a:lnTo>
                <a:lnTo>
                  <a:pt x="20316" y="15295"/>
                </a:lnTo>
                <a:lnTo>
                  <a:pt x="21600" y="15678"/>
                </a:lnTo>
                <a:lnTo>
                  <a:pt x="21600" y="16937"/>
                </a:lnTo>
                <a:lnTo>
                  <a:pt x="21600" y="18205"/>
                </a:lnTo>
                <a:lnTo>
                  <a:pt x="21600" y="19489"/>
                </a:lnTo>
                <a:lnTo>
                  <a:pt x="18847" y="20203"/>
                </a:lnTo>
                <a:lnTo>
                  <a:pt x="16620" y="20765"/>
                </a:lnTo>
                <a:lnTo>
                  <a:pt x="14835" y="21181"/>
                </a:lnTo>
                <a:lnTo>
                  <a:pt x="13408" y="21455"/>
                </a:lnTo>
                <a:lnTo>
                  <a:pt x="12257" y="21592"/>
                </a:lnTo>
                <a:lnTo>
                  <a:pt x="11299" y="21600"/>
                </a:lnTo>
                <a:lnTo>
                  <a:pt x="10450" y="21484"/>
                </a:lnTo>
                <a:lnTo>
                  <a:pt x="9628" y="21249"/>
                </a:lnTo>
                <a:lnTo>
                  <a:pt x="8746" y="20903"/>
                </a:lnTo>
                <a:lnTo>
                  <a:pt x="7725" y="20449"/>
                </a:lnTo>
                <a:lnTo>
                  <a:pt x="6617" y="19394"/>
                </a:lnTo>
                <a:lnTo>
                  <a:pt x="5726" y="18403"/>
                </a:lnTo>
                <a:lnTo>
                  <a:pt x="5023" y="17421"/>
                </a:lnTo>
                <a:lnTo>
                  <a:pt x="4481" y="16394"/>
                </a:lnTo>
                <a:lnTo>
                  <a:pt x="4077" y="15263"/>
                </a:lnTo>
                <a:lnTo>
                  <a:pt x="3776" y="13971"/>
                </a:lnTo>
                <a:lnTo>
                  <a:pt x="3558" y="12462"/>
                </a:lnTo>
                <a:lnTo>
                  <a:pt x="3741" y="11221"/>
                </a:lnTo>
                <a:lnTo>
                  <a:pt x="3927" y="9962"/>
                </a:lnTo>
                <a:lnTo>
                  <a:pt x="5225" y="9962"/>
                </a:lnTo>
                <a:lnTo>
                  <a:pt x="6531" y="9962"/>
                </a:lnTo>
                <a:lnTo>
                  <a:pt x="7855" y="9962"/>
                </a:lnTo>
                <a:lnTo>
                  <a:pt x="8090" y="8658"/>
                </a:lnTo>
                <a:lnTo>
                  <a:pt x="8208" y="7709"/>
                </a:lnTo>
                <a:lnTo>
                  <a:pt x="8208" y="6841"/>
                </a:lnTo>
                <a:lnTo>
                  <a:pt x="8090" y="5777"/>
                </a:lnTo>
                <a:lnTo>
                  <a:pt x="7855" y="4245"/>
                </a:lnTo>
                <a:lnTo>
                  <a:pt x="6800" y="3550"/>
                </a:lnTo>
                <a:lnTo>
                  <a:pt x="5722" y="2923"/>
                </a:lnTo>
                <a:lnTo>
                  <a:pt x="4622" y="2351"/>
                </a:lnTo>
                <a:lnTo>
                  <a:pt x="3501" y="1829"/>
                </a:lnTo>
                <a:lnTo>
                  <a:pt x="2356" y="1341"/>
                </a:lnTo>
                <a:lnTo>
                  <a:pt x="1190" y="880"/>
                </a:lnTo>
                <a:lnTo>
                  <a:pt x="0" y="434"/>
                </a:lnTo>
                <a:close/>
              </a:path>
            </a:pathLst>
          </a:custGeom>
          <a:solidFill>
            <a:srgbClr val="141616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0" name="contour_06058"/>
          <p:cNvSpPr/>
          <p:nvPr/>
        </p:nvSpPr>
        <p:spPr>
          <a:xfrm>
            <a:off x="1409669" y="2288429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438" y="119"/>
                </a:lnTo>
                <a:lnTo>
                  <a:pt x="9677" y="246"/>
                </a:lnTo>
                <a:lnTo>
                  <a:pt x="10915" y="382"/>
                </a:lnTo>
                <a:lnTo>
                  <a:pt x="12152" y="525"/>
                </a:lnTo>
                <a:lnTo>
                  <a:pt x="13388" y="674"/>
                </a:lnTo>
                <a:lnTo>
                  <a:pt x="13900" y="732"/>
                </a:lnTo>
                <a:lnTo>
                  <a:pt x="14801" y="829"/>
                </a:lnTo>
                <a:lnTo>
                  <a:pt x="16868" y="1054"/>
                </a:lnTo>
                <a:lnTo>
                  <a:pt x="17836" y="1419"/>
                </a:lnTo>
                <a:lnTo>
                  <a:pt x="18812" y="1786"/>
                </a:lnTo>
                <a:lnTo>
                  <a:pt x="19800" y="2160"/>
                </a:lnTo>
                <a:lnTo>
                  <a:pt x="20439" y="3812"/>
                </a:lnTo>
                <a:lnTo>
                  <a:pt x="20853" y="4974"/>
                </a:lnTo>
                <a:lnTo>
                  <a:pt x="21127" y="5959"/>
                </a:lnTo>
                <a:lnTo>
                  <a:pt x="21346" y="7078"/>
                </a:lnTo>
                <a:lnTo>
                  <a:pt x="21600" y="8640"/>
                </a:lnTo>
                <a:lnTo>
                  <a:pt x="20745" y="8551"/>
                </a:lnTo>
                <a:lnTo>
                  <a:pt x="19885" y="8461"/>
                </a:lnTo>
                <a:lnTo>
                  <a:pt x="19012" y="8370"/>
                </a:lnTo>
                <a:lnTo>
                  <a:pt x="18599" y="8411"/>
                </a:lnTo>
                <a:lnTo>
                  <a:pt x="17870" y="8480"/>
                </a:lnTo>
                <a:lnTo>
                  <a:pt x="16200" y="8640"/>
                </a:lnTo>
                <a:lnTo>
                  <a:pt x="16004" y="9193"/>
                </a:lnTo>
                <a:lnTo>
                  <a:pt x="15412" y="10867"/>
                </a:lnTo>
                <a:lnTo>
                  <a:pt x="15161" y="11388"/>
                </a:lnTo>
                <a:lnTo>
                  <a:pt x="14400" y="12960"/>
                </a:lnTo>
                <a:lnTo>
                  <a:pt x="13122" y="12919"/>
                </a:lnTo>
                <a:lnTo>
                  <a:pt x="12215" y="12822"/>
                </a:lnTo>
                <a:lnTo>
                  <a:pt x="11248" y="12591"/>
                </a:lnTo>
                <a:lnTo>
                  <a:pt x="9788" y="12150"/>
                </a:lnTo>
                <a:lnTo>
                  <a:pt x="8555" y="11789"/>
                </a:lnTo>
                <a:lnTo>
                  <a:pt x="7306" y="11424"/>
                </a:lnTo>
                <a:lnTo>
                  <a:pt x="6831" y="11269"/>
                </a:lnTo>
                <a:lnTo>
                  <a:pt x="5400" y="10800"/>
                </a:lnTo>
                <a:lnTo>
                  <a:pt x="5400" y="12327"/>
                </a:lnTo>
                <a:lnTo>
                  <a:pt x="5400" y="13856"/>
                </a:lnTo>
                <a:lnTo>
                  <a:pt x="5400" y="15390"/>
                </a:lnTo>
                <a:lnTo>
                  <a:pt x="5400" y="16930"/>
                </a:lnTo>
                <a:lnTo>
                  <a:pt x="5400" y="18477"/>
                </a:lnTo>
                <a:lnTo>
                  <a:pt x="5400" y="20032"/>
                </a:lnTo>
                <a:lnTo>
                  <a:pt x="5400" y="21600"/>
                </a:lnTo>
                <a:lnTo>
                  <a:pt x="5189" y="20250"/>
                </a:lnTo>
                <a:lnTo>
                  <a:pt x="4979" y="18900"/>
                </a:lnTo>
                <a:lnTo>
                  <a:pt x="4766" y="17550"/>
                </a:lnTo>
                <a:lnTo>
                  <a:pt x="4556" y="16200"/>
                </a:lnTo>
                <a:lnTo>
                  <a:pt x="4345" y="14850"/>
                </a:lnTo>
                <a:lnTo>
                  <a:pt x="3974" y="13913"/>
                </a:lnTo>
                <a:lnTo>
                  <a:pt x="3600" y="12960"/>
                </a:lnTo>
                <a:lnTo>
                  <a:pt x="2410" y="12960"/>
                </a:lnTo>
                <a:lnTo>
                  <a:pt x="1213" y="12960"/>
                </a:lnTo>
                <a:lnTo>
                  <a:pt x="0" y="12960"/>
                </a:lnTo>
                <a:lnTo>
                  <a:pt x="0" y="11532"/>
                </a:lnTo>
                <a:lnTo>
                  <a:pt x="0" y="10096"/>
                </a:lnTo>
                <a:lnTo>
                  <a:pt x="0" y="8640"/>
                </a:lnTo>
                <a:lnTo>
                  <a:pt x="1188" y="8640"/>
                </a:lnTo>
                <a:lnTo>
                  <a:pt x="2378" y="8640"/>
                </a:lnTo>
                <a:lnTo>
                  <a:pt x="3573" y="8640"/>
                </a:lnTo>
                <a:lnTo>
                  <a:pt x="4774" y="8640"/>
                </a:lnTo>
                <a:lnTo>
                  <a:pt x="5981" y="8640"/>
                </a:lnTo>
                <a:lnTo>
                  <a:pt x="7200" y="8640"/>
                </a:lnTo>
                <a:lnTo>
                  <a:pt x="7200" y="7214"/>
                </a:lnTo>
                <a:lnTo>
                  <a:pt x="7200" y="5787"/>
                </a:lnTo>
                <a:lnTo>
                  <a:pt x="7200" y="4352"/>
                </a:lnTo>
                <a:lnTo>
                  <a:pt x="7200" y="2912"/>
                </a:lnTo>
                <a:lnTo>
                  <a:pt x="7200" y="1462"/>
                </a:lnTo>
                <a:lnTo>
                  <a:pt x="7200" y="0"/>
                </a:lnTo>
                <a:close/>
              </a:path>
            </a:pathLst>
          </a:custGeom>
          <a:solidFill>
            <a:srgbClr val="8F8B80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1" name="contour_06059"/>
          <p:cNvSpPr/>
          <p:nvPr/>
        </p:nvSpPr>
        <p:spPr>
          <a:xfrm>
            <a:off x="7487854" y="2164388"/>
            <a:ext cx="73128" cy="61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21" y="51"/>
                </a:moveTo>
                <a:lnTo>
                  <a:pt x="17221" y="1748"/>
                </a:lnTo>
                <a:lnTo>
                  <a:pt x="17221" y="3456"/>
                </a:lnTo>
                <a:lnTo>
                  <a:pt x="17221" y="5186"/>
                </a:lnTo>
                <a:lnTo>
                  <a:pt x="15934" y="5715"/>
                </a:lnTo>
                <a:lnTo>
                  <a:pt x="14645" y="6236"/>
                </a:lnTo>
                <a:lnTo>
                  <a:pt x="13353" y="6750"/>
                </a:lnTo>
                <a:lnTo>
                  <a:pt x="12059" y="7256"/>
                </a:lnTo>
                <a:lnTo>
                  <a:pt x="10763" y="7754"/>
                </a:lnTo>
                <a:lnTo>
                  <a:pt x="10230" y="9025"/>
                </a:lnTo>
                <a:lnTo>
                  <a:pt x="9696" y="10303"/>
                </a:lnTo>
                <a:lnTo>
                  <a:pt x="9155" y="11587"/>
                </a:lnTo>
                <a:lnTo>
                  <a:pt x="8611" y="12889"/>
                </a:lnTo>
                <a:lnTo>
                  <a:pt x="10031" y="12324"/>
                </a:lnTo>
                <a:lnTo>
                  <a:pt x="11454" y="11759"/>
                </a:lnTo>
                <a:lnTo>
                  <a:pt x="12877" y="11192"/>
                </a:lnTo>
                <a:lnTo>
                  <a:pt x="14305" y="10624"/>
                </a:lnTo>
                <a:lnTo>
                  <a:pt x="15736" y="10057"/>
                </a:lnTo>
                <a:lnTo>
                  <a:pt x="17174" y="9484"/>
                </a:lnTo>
                <a:lnTo>
                  <a:pt x="18616" y="8912"/>
                </a:lnTo>
                <a:lnTo>
                  <a:pt x="20067" y="8334"/>
                </a:lnTo>
                <a:lnTo>
                  <a:pt x="21527" y="7754"/>
                </a:lnTo>
                <a:lnTo>
                  <a:pt x="21585" y="10747"/>
                </a:lnTo>
                <a:lnTo>
                  <a:pt x="21600" y="13043"/>
                </a:lnTo>
                <a:lnTo>
                  <a:pt x="21546" y="14791"/>
                </a:lnTo>
                <a:lnTo>
                  <a:pt x="21400" y="16142"/>
                </a:lnTo>
                <a:lnTo>
                  <a:pt x="21135" y="17248"/>
                </a:lnTo>
                <a:lnTo>
                  <a:pt x="20726" y="18257"/>
                </a:lnTo>
                <a:lnTo>
                  <a:pt x="20147" y="19323"/>
                </a:lnTo>
                <a:lnTo>
                  <a:pt x="19374" y="20591"/>
                </a:lnTo>
                <a:lnTo>
                  <a:pt x="17930" y="20974"/>
                </a:lnTo>
                <a:lnTo>
                  <a:pt x="16466" y="21256"/>
                </a:lnTo>
                <a:lnTo>
                  <a:pt x="14985" y="21446"/>
                </a:lnTo>
                <a:lnTo>
                  <a:pt x="13491" y="21559"/>
                </a:lnTo>
                <a:lnTo>
                  <a:pt x="11988" y="21600"/>
                </a:lnTo>
                <a:lnTo>
                  <a:pt x="10477" y="21582"/>
                </a:lnTo>
                <a:lnTo>
                  <a:pt x="8964" y="21513"/>
                </a:lnTo>
                <a:lnTo>
                  <a:pt x="7450" y="21405"/>
                </a:lnTo>
                <a:lnTo>
                  <a:pt x="5941" y="21264"/>
                </a:lnTo>
                <a:lnTo>
                  <a:pt x="4437" y="21102"/>
                </a:lnTo>
                <a:lnTo>
                  <a:pt x="2943" y="20930"/>
                </a:lnTo>
                <a:lnTo>
                  <a:pt x="1464" y="20755"/>
                </a:lnTo>
                <a:lnTo>
                  <a:pt x="0" y="20591"/>
                </a:lnTo>
                <a:lnTo>
                  <a:pt x="534" y="19320"/>
                </a:lnTo>
                <a:lnTo>
                  <a:pt x="1068" y="18042"/>
                </a:lnTo>
                <a:lnTo>
                  <a:pt x="1608" y="16758"/>
                </a:lnTo>
                <a:lnTo>
                  <a:pt x="2153" y="15456"/>
                </a:lnTo>
                <a:lnTo>
                  <a:pt x="3218" y="16093"/>
                </a:lnTo>
                <a:lnTo>
                  <a:pt x="4290" y="16730"/>
                </a:lnTo>
                <a:lnTo>
                  <a:pt x="5367" y="17374"/>
                </a:lnTo>
                <a:lnTo>
                  <a:pt x="6458" y="18024"/>
                </a:lnTo>
                <a:lnTo>
                  <a:pt x="6221" y="16329"/>
                </a:lnTo>
                <a:lnTo>
                  <a:pt x="5984" y="14632"/>
                </a:lnTo>
                <a:lnTo>
                  <a:pt x="5748" y="12935"/>
                </a:lnTo>
                <a:lnTo>
                  <a:pt x="5509" y="11233"/>
                </a:lnTo>
                <a:lnTo>
                  <a:pt x="5270" y="9525"/>
                </a:lnTo>
                <a:lnTo>
                  <a:pt x="5031" y="7810"/>
                </a:lnTo>
                <a:lnTo>
                  <a:pt x="4790" y="6090"/>
                </a:lnTo>
                <a:lnTo>
                  <a:pt x="4549" y="4360"/>
                </a:lnTo>
                <a:lnTo>
                  <a:pt x="4305" y="2619"/>
                </a:lnTo>
                <a:lnTo>
                  <a:pt x="5773" y="1985"/>
                </a:lnTo>
                <a:lnTo>
                  <a:pt x="7194" y="1440"/>
                </a:lnTo>
                <a:lnTo>
                  <a:pt x="8585" y="983"/>
                </a:lnTo>
                <a:lnTo>
                  <a:pt x="9958" y="619"/>
                </a:lnTo>
                <a:lnTo>
                  <a:pt x="11336" y="336"/>
                </a:lnTo>
                <a:lnTo>
                  <a:pt x="12735" y="141"/>
                </a:lnTo>
                <a:lnTo>
                  <a:pt x="14171" y="31"/>
                </a:lnTo>
                <a:lnTo>
                  <a:pt x="15661" y="0"/>
                </a:lnTo>
                <a:lnTo>
                  <a:pt x="17221" y="51"/>
                </a:lnTo>
                <a:close/>
              </a:path>
            </a:pathLst>
          </a:custGeom>
          <a:solidFill>
            <a:srgbClr val="917291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2" name="contour_06060"/>
          <p:cNvSpPr/>
          <p:nvPr/>
        </p:nvSpPr>
        <p:spPr>
          <a:xfrm>
            <a:off x="1293061" y="2157245"/>
            <a:ext cx="80168" cy="590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5605" y="1401"/>
                </a:lnTo>
                <a:lnTo>
                  <a:pt x="15503" y="2825"/>
                </a:lnTo>
                <a:lnTo>
                  <a:pt x="15430" y="4620"/>
                </a:lnTo>
                <a:lnTo>
                  <a:pt x="15385" y="6370"/>
                </a:lnTo>
                <a:lnTo>
                  <a:pt x="15377" y="8096"/>
                </a:lnTo>
                <a:lnTo>
                  <a:pt x="15420" y="9820"/>
                </a:lnTo>
                <a:lnTo>
                  <a:pt x="15526" y="11562"/>
                </a:lnTo>
                <a:lnTo>
                  <a:pt x="15709" y="13338"/>
                </a:lnTo>
                <a:lnTo>
                  <a:pt x="17170" y="14400"/>
                </a:lnTo>
                <a:lnTo>
                  <a:pt x="18207" y="15070"/>
                </a:lnTo>
                <a:lnTo>
                  <a:pt x="19102" y="15475"/>
                </a:lnTo>
                <a:lnTo>
                  <a:pt x="20139" y="15744"/>
                </a:lnTo>
                <a:lnTo>
                  <a:pt x="21600" y="16006"/>
                </a:lnTo>
                <a:lnTo>
                  <a:pt x="20339" y="17356"/>
                </a:lnTo>
                <a:lnTo>
                  <a:pt x="19112" y="18484"/>
                </a:lnTo>
                <a:lnTo>
                  <a:pt x="17906" y="19405"/>
                </a:lnTo>
                <a:lnTo>
                  <a:pt x="16709" y="20138"/>
                </a:lnTo>
                <a:lnTo>
                  <a:pt x="15505" y="20701"/>
                </a:lnTo>
                <a:lnTo>
                  <a:pt x="14285" y="21112"/>
                </a:lnTo>
                <a:lnTo>
                  <a:pt x="13037" y="21387"/>
                </a:lnTo>
                <a:lnTo>
                  <a:pt x="11745" y="21544"/>
                </a:lnTo>
                <a:lnTo>
                  <a:pt x="10395" y="21600"/>
                </a:lnTo>
                <a:lnTo>
                  <a:pt x="8980" y="21573"/>
                </a:lnTo>
                <a:lnTo>
                  <a:pt x="7481" y="21483"/>
                </a:lnTo>
                <a:lnTo>
                  <a:pt x="5891" y="21341"/>
                </a:lnTo>
                <a:lnTo>
                  <a:pt x="6280" y="19757"/>
                </a:lnTo>
                <a:lnTo>
                  <a:pt x="6670" y="18167"/>
                </a:lnTo>
                <a:lnTo>
                  <a:pt x="7061" y="16571"/>
                </a:lnTo>
                <a:lnTo>
                  <a:pt x="7456" y="14963"/>
                </a:lnTo>
                <a:lnTo>
                  <a:pt x="7855" y="13338"/>
                </a:lnTo>
                <a:lnTo>
                  <a:pt x="6922" y="13504"/>
                </a:lnTo>
                <a:lnTo>
                  <a:pt x="5983" y="13672"/>
                </a:lnTo>
                <a:lnTo>
                  <a:pt x="5031" y="13840"/>
                </a:lnTo>
                <a:lnTo>
                  <a:pt x="4018" y="13674"/>
                </a:lnTo>
                <a:lnTo>
                  <a:pt x="2998" y="13506"/>
                </a:lnTo>
                <a:lnTo>
                  <a:pt x="1964" y="13338"/>
                </a:lnTo>
                <a:lnTo>
                  <a:pt x="1384" y="11338"/>
                </a:lnTo>
                <a:lnTo>
                  <a:pt x="992" y="9921"/>
                </a:lnTo>
                <a:lnTo>
                  <a:pt x="693" y="8705"/>
                </a:lnTo>
                <a:lnTo>
                  <a:pt x="395" y="7304"/>
                </a:lnTo>
                <a:lnTo>
                  <a:pt x="0" y="5335"/>
                </a:lnTo>
                <a:lnTo>
                  <a:pt x="1127" y="4796"/>
                </a:lnTo>
                <a:lnTo>
                  <a:pt x="2256" y="4260"/>
                </a:lnTo>
                <a:lnTo>
                  <a:pt x="3385" y="3729"/>
                </a:lnTo>
                <a:lnTo>
                  <a:pt x="4516" y="3196"/>
                </a:lnTo>
                <a:lnTo>
                  <a:pt x="5645" y="2668"/>
                </a:lnTo>
                <a:lnTo>
                  <a:pt x="6694" y="2171"/>
                </a:lnTo>
                <a:lnTo>
                  <a:pt x="7750" y="1673"/>
                </a:lnTo>
                <a:lnTo>
                  <a:pt x="8821" y="1168"/>
                </a:lnTo>
                <a:lnTo>
                  <a:pt x="10297" y="598"/>
                </a:lnTo>
                <a:lnTo>
                  <a:pt x="11393" y="253"/>
                </a:lnTo>
                <a:lnTo>
                  <a:pt x="12440" y="75"/>
                </a:lnTo>
                <a:lnTo>
                  <a:pt x="13769" y="11"/>
                </a:lnTo>
                <a:lnTo>
                  <a:pt x="15709" y="0"/>
                </a:lnTo>
                <a:close/>
              </a:path>
            </a:pathLst>
          </a:custGeom>
          <a:solidFill>
            <a:srgbClr val="040404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3" name="contour_06061"/>
          <p:cNvSpPr/>
          <p:nvPr/>
        </p:nvSpPr>
        <p:spPr>
          <a:xfrm>
            <a:off x="6751767" y="2128094"/>
            <a:ext cx="74155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14" y="0"/>
                </a:moveTo>
                <a:lnTo>
                  <a:pt x="10965" y="950"/>
                </a:lnTo>
                <a:lnTo>
                  <a:pt x="11315" y="1902"/>
                </a:lnTo>
                <a:lnTo>
                  <a:pt x="11667" y="2858"/>
                </a:lnTo>
                <a:lnTo>
                  <a:pt x="12022" y="3819"/>
                </a:lnTo>
                <a:lnTo>
                  <a:pt x="12378" y="4785"/>
                </a:lnTo>
                <a:lnTo>
                  <a:pt x="12737" y="5760"/>
                </a:lnTo>
                <a:lnTo>
                  <a:pt x="14138" y="5522"/>
                </a:lnTo>
                <a:lnTo>
                  <a:pt x="15541" y="5285"/>
                </a:lnTo>
                <a:lnTo>
                  <a:pt x="16951" y="5046"/>
                </a:lnTo>
                <a:lnTo>
                  <a:pt x="18367" y="4805"/>
                </a:lnTo>
                <a:lnTo>
                  <a:pt x="19791" y="4563"/>
                </a:lnTo>
                <a:lnTo>
                  <a:pt x="21229" y="4320"/>
                </a:lnTo>
                <a:lnTo>
                  <a:pt x="21373" y="5360"/>
                </a:lnTo>
                <a:lnTo>
                  <a:pt x="21494" y="6391"/>
                </a:lnTo>
                <a:lnTo>
                  <a:pt x="21572" y="7415"/>
                </a:lnTo>
                <a:lnTo>
                  <a:pt x="21600" y="8436"/>
                </a:lnTo>
                <a:lnTo>
                  <a:pt x="21560" y="9458"/>
                </a:lnTo>
                <a:lnTo>
                  <a:pt x="21441" y="10485"/>
                </a:lnTo>
                <a:lnTo>
                  <a:pt x="21229" y="11520"/>
                </a:lnTo>
                <a:lnTo>
                  <a:pt x="20176" y="11727"/>
                </a:lnTo>
                <a:lnTo>
                  <a:pt x="19118" y="11938"/>
                </a:lnTo>
                <a:lnTo>
                  <a:pt x="18044" y="12151"/>
                </a:lnTo>
                <a:lnTo>
                  <a:pt x="16991" y="12417"/>
                </a:lnTo>
                <a:lnTo>
                  <a:pt x="15934" y="12688"/>
                </a:lnTo>
                <a:lnTo>
                  <a:pt x="14860" y="12960"/>
                </a:lnTo>
                <a:lnTo>
                  <a:pt x="14686" y="13925"/>
                </a:lnTo>
                <a:lnTo>
                  <a:pt x="14571" y="14885"/>
                </a:lnTo>
                <a:lnTo>
                  <a:pt x="14508" y="15843"/>
                </a:lnTo>
                <a:lnTo>
                  <a:pt x="14491" y="16798"/>
                </a:lnTo>
                <a:lnTo>
                  <a:pt x="14512" y="17754"/>
                </a:lnTo>
                <a:lnTo>
                  <a:pt x="14565" y="18710"/>
                </a:lnTo>
                <a:lnTo>
                  <a:pt x="14646" y="19669"/>
                </a:lnTo>
                <a:lnTo>
                  <a:pt x="14745" y="20632"/>
                </a:lnTo>
                <a:lnTo>
                  <a:pt x="14860" y="21600"/>
                </a:lnTo>
                <a:lnTo>
                  <a:pt x="13807" y="21600"/>
                </a:lnTo>
                <a:lnTo>
                  <a:pt x="12737" y="21600"/>
                </a:lnTo>
                <a:lnTo>
                  <a:pt x="12737" y="20602"/>
                </a:lnTo>
                <a:lnTo>
                  <a:pt x="12737" y="19603"/>
                </a:lnTo>
                <a:lnTo>
                  <a:pt x="12737" y="18603"/>
                </a:lnTo>
                <a:lnTo>
                  <a:pt x="12737" y="17603"/>
                </a:lnTo>
                <a:lnTo>
                  <a:pt x="12737" y="16597"/>
                </a:lnTo>
                <a:lnTo>
                  <a:pt x="12737" y="15591"/>
                </a:lnTo>
                <a:lnTo>
                  <a:pt x="12737" y="14580"/>
                </a:lnTo>
                <a:lnTo>
                  <a:pt x="12737" y="13565"/>
                </a:lnTo>
                <a:lnTo>
                  <a:pt x="12737" y="12545"/>
                </a:lnTo>
                <a:lnTo>
                  <a:pt x="12737" y="11520"/>
                </a:lnTo>
                <a:lnTo>
                  <a:pt x="11336" y="11520"/>
                </a:lnTo>
                <a:lnTo>
                  <a:pt x="9933" y="11520"/>
                </a:lnTo>
                <a:lnTo>
                  <a:pt x="8530" y="11520"/>
                </a:lnTo>
                <a:lnTo>
                  <a:pt x="7122" y="11520"/>
                </a:lnTo>
                <a:lnTo>
                  <a:pt x="5710" y="11520"/>
                </a:lnTo>
                <a:lnTo>
                  <a:pt x="4292" y="11520"/>
                </a:lnTo>
                <a:lnTo>
                  <a:pt x="2870" y="11520"/>
                </a:lnTo>
                <a:lnTo>
                  <a:pt x="1439" y="11520"/>
                </a:lnTo>
                <a:lnTo>
                  <a:pt x="0" y="11520"/>
                </a:lnTo>
                <a:lnTo>
                  <a:pt x="1019" y="11097"/>
                </a:lnTo>
                <a:lnTo>
                  <a:pt x="2042" y="10672"/>
                </a:lnTo>
                <a:lnTo>
                  <a:pt x="3072" y="10243"/>
                </a:lnTo>
                <a:lnTo>
                  <a:pt x="4114" y="9809"/>
                </a:lnTo>
                <a:lnTo>
                  <a:pt x="5439" y="9111"/>
                </a:lnTo>
                <a:lnTo>
                  <a:pt x="6545" y="8436"/>
                </a:lnTo>
                <a:lnTo>
                  <a:pt x="7458" y="7754"/>
                </a:lnTo>
                <a:lnTo>
                  <a:pt x="8207" y="7043"/>
                </a:lnTo>
                <a:lnTo>
                  <a:pt x="8816" y="6271"/>
                </a:lnTo>
                <a:lnTo>
                  <a:pt x="9315" y="5414"/>
                </a:lnTo>
                <a:lnTo>
                  <a:pt x="9729" y="4442"/>
                </a:lnTo>
                <a:lnTo>
                  <a:pt x="10084" y="3329"/>
                </a:lnTo>
                <a:lnTo>
                  <a:pt x="10239" y="2498"/>
                </a:lnTo>
                <a:lnTo>
                  <a:pt x="10381" y="1668"/>
                </a:lnTo>
                <a:lnTo>
                  <a:pt x="10506" y="834"/>
                </a:lnTo>
                <a:lnTo>
                  <a:pt x="10614" y="0"/>
                </a:lnTo>
                <a:close/>
              </a:path>
            </a:pathLst>
          </a:custGeom>
          <a:solidFill>
            <a:srgbClr val="BDC5C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4" name="contour_06062"/>
          <p:cNvSpPr/>
          <p:nvPr/>
        </p:nvSpPr>
        <p:spPr>
          <a:xfrm>
            <a:off x="1154589" y="2121957"/>
            <a:ext cx="67115" cy="49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51" y="1080"/>
                </a:moveTo>
                <a:lnTo>
                  <a:pt x="18497" y="2248"/>
                </a:lnTo>
                <a:lnTo>
                  <a:pt x="19358" y="3132"/>
                </a:lnTo>
                <a:lnTo>
                  <a:pt x="20106" y="4174"/>
                </a:lnTo>
                <a:lnTo>
                  <a:pt x="21110" y="5815"/>
                </a:lnTo>
                <a:lnTo>
                  <a:pt x="21394" y="8164"/>
                </a:lnTo>
                <a:lnTo>
                  <a:pt x="21548" y="10396"/>
                </a:lnTo>
                <a:lnTo>
                  <a:pt x="21600" y="12565"/>
                </a:lnTo>
                <a:lnTo>
                  <a:pt x="21560" y="14718"/>
                </a:lnTo>
                <a:lnTo>
                  <a:pt x="21455" y="16909"/>
                </a:lnTo>
                <a:lnTo>
                  <a:pt x="21297" y="19185"/>
                </a:lnTo>
                <a:lnTo>
                  <a:pt x="21110" y="21600"/>
                </a:lnTo>
                <a:lnTo>
                  <a:pt x="19484" y="21600"/>
                </a:lnTo>
                <a:lnTo>
                  <a:pt x="17857" y="21600"/>
                </a:lnTo>
                <a:lnTo>
                  <a:pt x="16229" y="21600"/>
                </a:lnTo>
                <a:lnTo>
                  <a:pt x="14596" y="21600"/>
                </a:lnTo>
                <a:lnTo>
                  <a:pt x="12961" y="21600"/>
                </a:lnTo>
                <a:lnTo>
                  <a:pt x="11322" y="21600"/>
                </a:lnTo>
                <a:lnTo>
                  <a:pt x="9675" y="21600"/>
                </a:lnTo>
                <a:lnTo>
                  <a:pt x="8022" y="21600"/>
                </a:lnTo>
                <a:lnTo>
                  <a:pt x="6361" y="21600"/>
                </a:lnTo>
                <a:lnTo>
                  <a:pt x="4691" y="21600"/>
                </a:lnTo>
                <a:lnTo>
                  <a:pt x="4691" y="19513"/>
                </a:lnTo>
                <a:lnTo>
                  <a:pt x="4691" y="17414"/>
                </a:lnTo>
                <a:lnTo>
                  <a:pt x="4691" y="15286"/>
                </a:lnTo>
                <a:lnTo>
                  <a:pt x="3143" y="15286"/>
                </a:lnTo>
                <a:lnTo>
                  <a:pt x="1583" y="15286"/>
                </a:lnTo>
                <a:lnTo>
                  <a:pt x="0" y="15286"/>
                </a:lnTo>
                <a:lnTo>
                  <a:pt x="0" y="13199"/>
                </a:lnTo>
                <a:lnTo>
                  <a:pt x="0" y="11100"/>
                </a:lnTo>
                <a:lnTo>
                  <a:pt x="0" y="8972"/>
                </a:lnTo>
                <a:lnTo>
                  <a:pt x="1330" y="7305"/>
                </a:lnTo>
                <a:lnTo>
                  <a:pt x="2707" y="5727"/>
                </a:lnTo>
                <a:lnTo>
                  <a:pt x="4128" y="4271"/>
                </a:lnTo>
                <a:lnTo>
                  <a:pt x="5596" y="2971"/>
                </a:lnTo>
                <a:lnTo>
                  <a:pt x="7109" y="1863"/>
                </a:lnTo>
                <a:lnTo>
                  <a:pt x="8669" y="979"/>
                </a:lnTo>
                <a:lnTo>
                  <a:pt x="10276" y="350"/>
                </a:lnTo>
                <a:lnTo>
                  <a:pt x="11927" y="13"/>
                </a:lnTo>
                <a:lnTo>
                  <a:pt x="13623" y="0"/>
                </a:lnTo>
                <a:lnTo>
                  <a:pt x="15366" y="344"/>
                </a:lnTo>
                <a:lnTo>
                  <a:pt x="17151" y="1080"/>
                </a:lnTo>
                <a:close/>
              </a:path>
            </a:pathLst>
          </a:custGeom>
          <a:solidFill>
            <a:srgbClr val="070807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5" name="contour_06063"/>
          <p:cNvSpPr/>
          <p:nvPr/>
        </p:nvSpPr>
        <p:spPr>
          <a:xfrm>
            <a:off x="1802689" y="2040638"/>
            <a:ext cx="7341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01" y="0"/>
                </a:moveTo>
                <a:lnTo>
                  <a:pt x="3806" y="184"/>
                </a:lnTo>
                <a:lnTo>
                  <a:pt x="5284" y="479"/>
                </a:lnTo>
                <a:lnTo>
                  <a:pt x="6733" y="886"/>
                </a:lnTo>
                <a:lnTo>
                  <a:pt x="8159" y="1397"/>
                </a:lnTo>
                <a:lnTo>
                  <a:pt x="9564" y="2002"/>
                </a:lnTo>
                <a:lnTo>
                  <a:pt x="10949" y="2696"/>
                </a:lnTo>
                <a:lnTo>
                  <a:pt x="12317" y="3478"/>
                </a:lnTo>
                <a:lnTo>
                  <a:pt x="13670" y="4338"/>
                </a:lnTo>
                <a:lnTo>
                  <a:pt x="15010" y="5267"/>
                </a:lnTo>
                <a:lnTo>
                  <a:pt x="16342" y="6268"/>
                </a:lnTo>
                <a:lnTo>
                  <a:pt x="17663" y="7322"/>
                </a:lnTo>
                <a:lnTo>
                  <a:pt x="18977" y="8435"/>
                </a:lnTo>
                <a:lnTo>
                  <a:pt x="20290" y="9598"/>
                </a:lnTo>
                <a:lnTo>
                  <a:pt x="21600" y="10800"/>
                </a:lnTo>
                <a:lnTo>
                  <a:pt x="21126" y="10998"/>
                </a:lnTo>
                <a:lnTo>
                  <a:pt x="20292" y="11347"/>
                </a:lnTo>
                <a:lnTo>
                  <a:pt x="18383" y="12150"/>
                </a:lnTo>
                <a:lnTo>
                  <a:pt x="17320" y="12892"/>
                </a:lnTo>
                <a:lnTo>
                  <a:pt x="16252" y="13644"/>
                </a:lnTo>
                <a:lnTo>
                  <a:pt x="15167" y="14400"/>
                </a:lnTo>
                <a:lnTo>
                  <a:pt x="15167" y="16780"/>
                </a:lnTo>
                <a:lnTo>
                  <a:pt x="15167" y="19174"/>
                </a:lnTo>
                <a:lnTo>
                  <a:pt x="15167" y="21600"/>
                </a:lnTo>
                <a:lnTo>
                  <a:pt x="13681" y="21244"/>
                </a:lnTo>
                <a:lnTo>
                  <a:pt x="12193" y="20887"/>
                </a:lnTo>
                <a:lnTo>
                  <a:pt x="10705" y="20531"/>
                </a:lnTo>
                <a:lnTo>
                  <a:pt x="9214" y="20171"/>
                </a:lnTo>
                <a:lnTo>
                  <a:pt x="7718" y="19814"/>
                </a:lnTo>
                <a:lnTo>
                  <a:pt x="6219" y="19454"/>
                </a:lnTo>
                <a:lnTo>
                  <a:pt x="4713" y="19094"/>
                </a:lnTo>
                <a:lnTo>
                  <a:pt x="3202" y="18731"/>
                </a:lnTo>
                <a:lnTo>
                  <a:pt x="1683" y="18367"/>
                </a:lnTo>
                <a:lnTo>
                  <a:pt x="157" y="18000"/>
                </a:lnTo>
                <a:lnTo>
                  <a:pt x="69" y="13392"/>
                </a:lnTo>
                <a:lnTo>
                  <a:pt x="17" y="10202"/>
                </a:lnTo>
                <a:lnTo>
                  <a:pt x="0" y="8028"/>
                </a:lnTo>
                <a:lnTo>
                  <a:pt x="17" y="6469"/>
                </a:lnTo>
                <a:lnTo>
                  <a:pt x="69" y="5126"/>
                </a:lnTo>
                <a:lnTo>
                  <a:pt x="157" y="3600"/>
                </a:lnTo>
                <a:lnTo>
                  <a:pt x="1220" y="1814"/>
                </a:lnTo>
                <a:lnTo>
                  <a:pt x="2301" y="0"/>
                </a:lnTo>
                <a:close/>
              </a:path>
            </a:pathLst>
          </a:custGeom>
          <a:solidFill>
            <a:srgbClr val="818282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6" name="contour_06064"/>
          <p:cNvSpPr/>
          <p:nvPr/>
        </p:nvSpPr>
        <p:spPr>
          <a:xfrm>
            <a:off x="11633774" y="1945894"/>
            <a:ext cx="37387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01" y="805"/>
                </a:lnTo>
                <a:lnTo>
                  <a:pt x="20994" y="1611"/>
                </a:lnTo>
                <a:lnTo>
                  <a:pt x="20691" y="2416"/>
                </a:lnTo>
                <a:lnTo>
                  <a:pt x="20379" y="3222"/>
                </a:lnTo>
                <a:lnTo>
                  <a:pt x="20067" y="4027"/>
                </a:lnTo>
                <a:lnTo>
                  <a:pt x="19756" y="4832"/>
                </a:lnTo>
                <a:lnTo>
                  <a:pt x="19634" y="5170"/>
                </a:lnTo>
                <a:lnTo>
                  <a:pt x="19255" y="6195"/>
                </a:lnTo>
                <a:lnTo>
                  <a:pt x="18947" y="6937"/>
                </a:lnTo>
                <a:lnTo>
                  <a:pt x="18615" y="7673"/>
                </a:lnTo>
                <a:lnTo>
                  <a:pt x="18248" y="8402"/>
                </a:lnTo>
                <a:lnTo>
                  <a:pt x="17840" y="9127"/>
                </a:lnTo>
                <a:lnTo>
                  <a:pt x="17385" y="9848"/>
                </a:lnTo>
                <a:lnTo>
                  <a:pt x="16880" y="10568"/>
                </a:lnTo>
                <a:lnTo>
                  <a:pt x="16316" y="11288"/>
                </a:lnTo>
                <a:lnTo>
                  <a:pt x="15688" y="12008"/>
                </a:lnTo>
                <a:lnTo>
                  <a:pt x="14989" y="12731"/>
                </a:lnTo>
                <a:lnTo>
                  <a:pt x="14126" y="13744"/>
                </a:lnTo>
                <a:lnTo>
                  <a:pt x="13722" y="14450"/>
                </a:lnTo>
                <a:lnTo>
                  <a:pt x="13806" y="15031"/>
                </a:lnTo>
                <a:lnTo>
                  <a:pt x="14404" y="15671"/>
                </a:lnTo>
                <a:lnTo>
                  <a:pt x="15545" y="16555"/>
                </a:lnTo>
                <a:lnTo>
                  <a:pt x="16156" y="17095"/>
                </a:lnTo>
                <a:lnTo>
                  <a:pt x="16766" y="17638"/>
                </a:lnTo>
                <a:lnTo>
                  <a:pt x="17389" y="18189"/>
                </a:lnTo>
                <a:lnTo>
                  <a:pt x="15705" y="19005"/>
                </a:lnTo>
                <a:lnTo>
                  <a:pt x="14446" y="19595"/>
                </a:lnTo>
                <a:lnTo>
                  <a:pt x="13373" y="20055"/>
                </a:lnTo>
                <a:lnTo>
                  <a:pt x="12261" y="20479"/>
                </a:lnTo>
                <a:lnTo>
                  <a:pt x="10872" y="20962"/>
                </a:lnTo>
                <a:lnTo>
                  <a:pt x="8968" y="21600"/>
                </a:lnTo>
                <a:lnTo>
                  <a:pt x="6476" y="21403"/>
                </a:lnTo>
                <a:lnTo>
                  <a:pt x="4766" y="21219"/>
                </a:lnTo>
                <a:lnTo>
                  <a:pt x="3053" y="20942"/>
                </a:lnTo>
                <a:lnTo>
                  <a:pt x="547" y="20463"/>
                </a:lnTo>
                <a:lnTo>
                  <a:pt x="206" y="19584"/>
                </a:lnTo>
                <a:lnTo>
                  <a:pt x="29" y="18938"/>
                </a:lnTo>
                <a:lnTo>
                  <a:pt x="0" y="18327"/>
                </a:lnTo>
                <a:lnTo>
                  <a:pt x="109" y="17564"/>
                </a:lnTo>
                <a:lnTo>
                  <a:pt x="349" y="16454"/>
                </a:lnTo>
                <a:lnTo>
                  <a:pt x="480" y="15857"/>
                </a:lnTo>
                <a:lnTo>
                  <a:pt x="611" y="15251"/>
                </a:lnTo>
                <a:lnTo>
                  <a:pt x="758" y="14621"/>
                </a:lnTo>
                <a:lnTo>
                  <a:pt x="914" y="13990"/>
                </a:lnTo>
                <a:lnTo>
                  <a:pt x="1078" y="13360"/>
                </a:lnTo>
                <a:lnTo>
                  <a:pt x="1251" y="12730"/>
                </a:lnTo>
                <a:lnTo>
                  <a:pt x="1448" y="11962"/>
                </a:lnTo>
                <a:lnTo>
                  <a:pt x="1629" y="11192"/>
                </a:lnTo>
                <a:lnTo>
                  <a:pt x="1798" y="10423"/>
                </a:lnTo>
                <a:lnTo>
                  <a:pt x="1958" y="9653"/>
                </a:lnTo>
                <a:lnTo>
                  <a:pt x="2109" y="8883"/>
                </a:lnTo>
                <a:lnTo>
                  <a:pt x="2257" y="8272"/>
                </a:lnTo>
                <a:lnTo>
                  <a:pt x="2408" y="7659"/>
                </a:lnTo>
                <a:lnTo>
                  <a:pt x="2564" y="7047"/>
                </a:lnTo>
                <a:lnTo>
                  <a:pt x="2720" y="6435"/>
                </a:lnTo>
                <a:lnTo>
                  <a:pt x="2905" y="5691"/>
                </a:lnTo>
                <a:lnTo>
                  <a:pt x="3091" y="4942"/>
                </a:lnTo>
                <a:lnTo>
                  <a:pt x="3280" y="4184"/>
                </a:lnTo>
                <a:lnTo>
                  <a:pt x="4278" y="3096"/>
                </a:lnTo>
                <a:lnTo>
                  <a:pt x="5491" y="2195"/>
                </a:lnTo>
                <a:lnTo>
                  <a:pt x="6998" y="1470"/>
                </a:lnTo>
                <a:lnTo>
                  <a:pt x="8872" y="906"/>
                </a:lnTo>
                <a:lnTo>
                  <a:pt x="11192" y="490"/>
                </a:lnTo>
                <a:lnTo>
                  <a:pt x="14034" y="209"/>
                </a:lnTo>
                <a:lnTo>
                  <a:pt x="17478" y="50"/>
                </a:lnTo>
                <a:lnTo>
                  <a:pt x="21600" y="0"/>
                </a:lnTo>
                <a:close/>
              </a:path>
            </a:pathLst>
          </a:custGeom>
          <a:solidFill>
            <a:srgbClr val="D8E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7" name="contour_06065"/>
          <p:cNvSpPr/>
          <p:nvPr/>
        </p:nvSpPr>
        <p:spPr>
          <a:xfrm>
            <a:off x="4281138" y="1916742"/>
            <a:ext cx="7297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29" y="0"/>
                </a:moveTo>
                <a:lnTo>
                  <a:pt x="8629" y="1586"/>
                </a:lnTo>
                <a:lnTo>
                  <a:pt x="8629" y="3182"/>
                </a:lnTo>
                <a:lnTo>
                  <a:pt x="8629" y="4800"/>
                </a:lnTo>
                <a:lnTo>
                  <a:pt x="9996" y="5182"/>
                </a:lnTo>
                <a:lnTo>
                  <a:pt x="11000" y="5405"/>
                </a:lnTo>
                <a:lnTo>
                  <a:pt x="12132" y="5549"/>
                </a:lnTo>
                <a:lnTo>
                  <a:pt x="13888" y="5700"/>
                </a:lnTo>
                <a:lnTo>
                  <a:pt x="15646" y="6014"/>
                </a:lnTo>
                <a:lnTo>
                  <a:pt x="16809" y="6274"/>
                </a:lnTo>
                <a:lnTo>
                  <a:pt x="17892" y="6624"/>
                </a:lnTo>
                <a:lnTo>
                  <a:pt x="19415" y="7200"/>
                </a:lnTo>
                <a:lnTo>
                  <a:pt x="20228" y="8719"/>
                </a:lnTo>
                <a:lnTo>
                  <a:pt x="20832" y="10236"/>
                </a:lnTo>
                <a:lnTo>
                  <a:pt x="21251" y="11777"/>
                </a:lnTo>
                <a:lnTo>
                  <a:pt x="21499" y="13366"/>
                </a:lnTo>
                <a:lnTo>
                  <a:pt x="21600" y="15031"/>
                </a:lnTo>
                <a:lnTo>
                  <a:pt x="21572" y="16800"/>
                </a:lnTo>
                <a:lnTo>
                  <a:pt x="20942" y="18398"/>
                </a:lnTo>
                <a:lnTo>
                  <a:pt x="20506" y="19433"/>
                </a:lnTo>
                <a:lnTo>
                  <a:pt x="20064" y="20350"/>
                </a:lnTo>
                <a:lnTo>
                  <a:pt x="19415" y="21600"/>
                </a:lnTo>
                <a:lnTo>
                  <a:pt x="17704" y="21034"/>
                </a:lnTo>
                <a:lnTo>
                  <a:pt x="16099" y="20417"/>
                </a:lnTo>
                <a:lnTo>
                  <a:pt x="14591" y="19740"/>
                </a:lnTo>
                <a:lnTo>
                  <a:pt x="13174" y="19008"/>
                </a:lnTo>
                <a:lnTo>
                  <a:pt x="11834" y="18214"/>
                </a:lnTo>
                <a:lnTo>
                  <a:pt x="10568" y="17359"/>
                </a:lnTo>
                <a:lnTo>
                  <a:pt x="9364" y="16435"/>
                </a:lnTo>
                <a:lnTo>
                  <a:pt x="8217" y="15446"/>
                </a:lnTo>
                <a:lnTo>
                  <a:pt x="7117" y="14386"/>
                </a:lnTo>
                <a:lnTo>
                  <a:pt x="6053" y="13253"/>
                </a:lnTo>
                <a:lnTo>
                  <a:pt x="5018" y="12046"/>
                </a:lnTo>
                <a:lnTo>
                  <a:pt x="4006" y="10762"/>
                </a:lnTo>
                <a:lnTo>
                  <a:pt x="3007" y="9396"/>
                </a:lnTo>
                <a:lnTo>
                  <a:pt x="2011" y="7949"/>
                </a:lnTo>
                <a:lnTo>
                  <a:pt x="1012" y="6418"/>
                </a:lnTo>
                <a:lnTo>
                  <a:pt x="0" y="4800"/>
                </a:lnTo>
                <a:lnTo>
                  <a:pt x="1413" y="3022"/>
                </a:lnTo>
                <a:lnTo>
                  <a:pt x="2513" y="1750"/>
                </a:lnTo>
                <a:lnTo>
                  <a:pt x="3454" y="895"/>
                </a:lnTo>
                <a:lnTo>
                  <a:pt x="4383" y="377"/>
                </a:lnTo>
                <a:lnTo>
                  <a:pt x="5456" y="113"/>
                </a:lnTo>
                <a:lnTo>
                  <a:pt x="6821" y="14"/>
                </a:lnTo>
                <a:lnTo>
                  <a:pt x="8629" y="0"/>
                </a:lnTo>
                <a:close/>
              </a:path>
            </a:pathLst>
          </a:custGeom>
          <a:solidFill>
            <a:srgbClr val="C6E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8" name="contour_06066"/>
          <p:cNvSpPr/>
          <p:nvPr/>
        </p:nvSpPr>
        <p:spPr>
          <a:xfrm>
            <a:off x="1198317" y="1836574"/>
            <a:ext cx="8016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31" y="2081"/>
                </a:lnTo>
                <a:lnTo>
                  <a:pt x="20952" y="3544"/>
                </a:lnTo>
                <a:lnTo>
                  <a:pt x="20707" y="4586"/>
                </a:lnTo>
                <a:lnTo>
                  <a:pt x="20441" y="5411"/>
                </a:lnTo>
                <a:lnTo>
                  <a:pt x="20104" y="6215"/>
                </a:lnTo>
                <a:lnTo>
                  <a:pt x="19636" y="7200"/>
                </a:lnTo>
                <a:lnTo>
                  <a:pt x="18117" y="7862"/>
                </a:lnTo>
                <a:lnTo>
                  <a:pt x="17050" y="8287"/>
                </a:lnTo>
                <a:lnTo>
                  <a:pt x="16155" y="8561"/>
                </a:lnTo>
                <a:lnTo>
                  <a:pt x="15147" y="8770"/>
                </a:lnTo>
                <a:lnTo>
                  <a:pt x="13745" y="9000"/>
                </a:lnTo>
                <a:lnTo>
                  <a:pt x="13926" y="9495"/>
                </a:lnTo>
                <a:lnTo>
                  <a:pt x="14244" y="10372"/>
                </a:lnTo>
                <a:lnTo>
                  <a:pt x="14973" y="12375"/>
                </a:lnTo>
                <a:lnTo>
                  <a:pt x="15373" y="13504"/>
                </a:lnTo>
                <a:lnTo>
                  <a:pt x="15583" y="14278"/>
                </a:lnTo>
                <a:lnTo>
                  <a:pt x="15672" y="15057"/>
                </a:lnTo>
                <a:lnTo>
                  <a:pt x="15709" y="16200"/>
                </a:lnTo>
                <a:lnTo>
                  <a:pt x="14723" y="17377"/>
                </a:lnTo>
                <a:lnTo>
                  <a:pt x="13771" y="18308"/>
                </a:lnTo>
                <a:lnTo>
                  <a:pt x="12777" y="19039"/>
                </a:lnTo>
                <a:lnTo>
                  <a:pt x="11670" y="19622"/>
                </a:lnTo>
                <a:lnTo>
                  <a:pt x="10376" y="20108"/>
                </a:lnTo>
                <a:lnTo>
                  <a:pt x="8821" y="20545"/>
                </a:lnTo>
                <a:lnTo>
                  <a:pt x="7772" y="20671"/>
                </a:lnTo>
                <a:lnTo>
                  <a:pt x="6716" y="20797"/>
                </a:lnTo>
                <a:lnTo>
                  <a:pt x="5645" y="20925"/>
                </a:lnTo>
                <a:lnTo>
                  <a:pt x="4585" y="21060"/>
                </a:lnTo>
                <a:lnTo>
                  <a:pt x="3519" y="21197"/>
                </a:lnTo>
                <a:lnTo>
                  <a:pt x="2439" y="21334"/>
                </a:lnTo>
                <a:lnTo>
                  <a:pt x="1832" y="21400"/>
                </a:lnTo>
                <a:lnTo>
                  <a:pt x="0" y="21600"/>
                </a:lnTo>
                <a:lnTo>
                  <a:pt x="0" y="20410"/>
                </a:lnTo>
                <a:lnTo>
                  <a:pt x="0" y="19213"/>
                </a:lnTo>
                <a:lnTo>
                  <a:pt x="0" y="18000"/>
                </a:lnTo>
                <a:lnTo>
                  <a:pt x="416" y="17883"/>
                </a:lnTo>
                <a:lnTo>
                  <a:pt x="1151" y="17674"/>
                </a:lnTo>
                <a:lnTo>
                  <a:pt x="2830" y="17199"/>
                </a:lnTo>
                <a:lnTo>
                  <a:pt x="3841" y="16870"/>
                </a:lnTo>
                <a:lnTo>
                  <a:pt x="4860" y="16537"/>
                </a:lnTo>
                <a:lnTo>
                  <a:pt x="5891" y="16200"/>
                </a:lnTo>
                <a:lnTo>
                  <a:pt x="6462" y="15032"/>
                </a:lnTo>
                <a:lnTo>
                  <a:pt x="6843" y="14177"/>
                </a:lnTo>
                <a:lnTo>
                  <a:pt x="7122" y="13390"/>
                </a:lnTo>
                <a:lnTo>
                  <a:pt x="7389" y="12424"/>
                </a:lnTo>
                <a:lnTo>
                  <a:pt x="7733" y="11025"/>
                </a:lnTo>
                <a:lnTo>
                  <a:pt x="8210" y="9599"/>
                </a:lnTo>
                <a:lnTo>
                  <a:pt x="8715" y="8316"/>
                </a:lnTo>
                <a:lnTo>
                  <a:pt x="9262" y="7157"/>
                </a:lnTo>
                <a:lnTo>
                  <a:pt x="9871" y="6098"/>
                </a:lnTo>
                <a:lnTo>
                  <a:pt x="10557" y="5125"/>
                </a:lnTo>
                <a:lnTo>
                  <a:pt x="11336" y="4214"/>
                </a:lnTo>
                <a:lnTo>
                  <a:pt x="12224" y="3344"/>
                </a:lnTo>
                <a:lnTo>
                  <a:pt x="13237" y="2500"/>
                </a:lnTo>
                <a:lnTo>
                  <a:pt x="14393" y="1660"/>
                </a:lnTo>
                <a:lnTo>
                  <a:pt x="15709" y="801"/>
                </a:lnTo>
                <a:lnTo>
                  <a:pt x="16699" y="410"/>
                </a:lnTo>
                <a:lnTo>
                  <a:pt x="17500" y="173"/>
                </a:lnTo>
                <a:lnTo>
                  <a:pt x="18395" y="50"/>
                </a:lnTo>
                <a:lnTo>
                  <a:pt x="19668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AFB0AE"/>
          </a:solidFill>
          <a:ln>
            <a:noFill/>
          </a:ln>
        </p:spPr>
        <p:txBody>
          <a:bodyPr/>
          <a:lstStyle/>
          <a:p/>
        </p:txBody>
      </p:sp>
      <p:sp>
        <p:nvSpPr>
          <p:cNvPr id="6069" name="contour_06067"/>
          <p:cNvSpPr/>
          <p:nvPr/>
        </p:nvSpPr>
        <p:spPr>
          <a:xfrm>
            <a:off x="6881296" y="1814710"/>
            <a:ext cx="5995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21" y="0"/>
                </a:moveTo>
                <a:lnTo>
                  <a:pt x="4757" y="607"/>
                </a:lnTo>
                <a:lnTo>
                  <a:pt x="6293" y="1215"/>
                </a:lnTo>
                <a:lnTo>
                  <a:pt x="7824" y="1828"/>
                </a:lnTo>
                <a:lnTo>
                  <a:pt x="9355" y="2443"/>
                </a:lnTo>
                <a:lnTo>
                  <a:pt x="10883" y="3061"/>
                </a:lnTo>
                <a:lnTo>
                  <a:pt x="12411" y="3682"/>
                </a:lnTo>
                <a:lnTo>
                  <a:pt x="13729" y="4196"/>
                </a:lnTo>
                <a:lnTo>
                  <a:pt x="15068" y="4717"/>
                </a:lnTo>
                <a:lnTo>
                  <a:pt x="16325" y="5239"/>
                </a:lnTo>
                <a:lnTo>
                  <a:pt x="17294" y="5663"/>
                </a:lnTo>
                <a:lnTo>
                  <a:pt x="18287" y="6140"/>
                </a:lnTo>
                <a:lnTo>
                  <a:pt x="19618" y="6822"/>
                </a:lnTo>
                <a:lnTo>
                  <a:pt x="21600" y="7855"/>
                </a:lnTo>
                <a:lnTo>
                  <a:pt x="21600" y="9153"/>
                </a:lnTo>
                <a:lnTo>
                  <a:pt x="21600" y="10458"/>
                </a:lnTo>
                <a:lnTo>
                  <a:pt x="21600" y="11782"/>
                </a:lnTo>
                <a:lnTo>
                  <a:pt x="20353" y="12025"/>
                </a:lnTo>
                <a:lnTo>
                  <a:pt x="19098" y="12271"/>
                </a:lnTo>
                <a:lnTo>
                  <a:pt x="17825" y="12518"/>
                </a:lnTo>
                <a:lnTo>
                  <a:pt x="15435" y="13257"/>
                </a:lnTo>
                <a:lnTo>
                  <a:pt x="14099" y="13826"/>
                </a:lnTo>
                <a:lnTo>
                  <a:pt x="13319" y="14513"/>
                </a:lnTo>
                <a:lnTo>
                  <a:pt x="12616" y="15609"/>
                </a:lnTo>
                <a:lnTo>
                  <a:pt x="12258" y="16799"/>
                </a:lnTo>
                <a:lnTo>
                  <a:pt x="11933" y="17995"/>
                </a:lnTo>
                <a:lnTo>
                  <a:pt x="11639" y="19195"/>
                </a:lnTo>
                <a:lnTo>
                  <a:pt x="11361" y="20396"/>
                </a:lnTo>
                <a:lnTo>
                  <a:pt x="11098" y="21600"/>
                </a:lnTo>
                <a:lnTo>
                  <a:pt x="9423" y="21209"/>
                </a:lnTo>
                <a:lnTo>
                  <a:pt x="7821" y="20791"/>
                </a:lnTo>
                <a:lnTo>
                  <a:pt x="6283" y="20330"/>
                </a:lnTo>
                <a:lnTo>
                  <a:pt x="4799" y="19805"/>
                </a:lnTo>
                <a:lnTo>
                  <a:pt x="3363" y="19198"/>
                </a:lnTo>
                <a:lnTo>
                  <a:pt x="1964" y="18494"/>
                </a:lnTo>
                <a:lnTo>
                  <a:pt x="596" y="17673"/>
                </a:lnTo>
                <a:lnTo>
                  <a:pt x="263" y="16249"/>
                </a:lnTo>
                <a:lnTo>
                  <a:pt x="68" y="14851"/>
                </a:lnTo>
                <a:lnTo>
                  <a:pt x="0" y="13465"/>
                </a:lnTo>
                <a:lnTo>
                  <a:pt x="34" y="12082"/>
                </a:lnTo>
                <a:lnTo>
                  <a:pt x="158" y="10694"/>
                </a:lnTo>
                <a:lnTo>
                  <a:pt x="349" y="9288"/>
                </a:lnTo>
                <a:lnTo>
                  <a:pt x="596" y="7855"/>
                </a:lnTo>
                <a:lnTo>
                  <a:pt x="2156" y="8243"/>
                </a:lnTo>
                <a:lnTo>
                  <a:pt x="3720" y="8634"/>
                </a:lnTo>
                <a:lnTo>
                  <a:pt x="5290" y="9025"/>
                </a:lnTo>
                <a:lnTo>
                  <a:pt x="6874" y="9420"/>
                </a:lnTo>
                <a:lnTo>
                  <a:pt x="8472" y="9818"/>
                </a:lnTo>
                <a:lnTo>
                  <a:pt x="7821" y="8603"/>
                </a:lnTo>
                <a:lnTo>
                  <a:pt x="7173" y="7387"/>
                </a:lnTo>
                <a:lnTo>
                  <a:pt x="6519" y="6168"/>
                </a:lnTo>
                <a:lnTo>
                  <a:pt x="5868" y="4946"/>
                </a:lnTo>
                <a:lnTo>
                  <a:pt x="5212" y="3719"/>
                </a:lnTo>
                <a:lnTo>
                  <a:pt x="4553" y="2486"/>
                </a:lnTo>
                <a:lnTo>
                  <a:pt x="3888" y="1247"/>
                </a:lnTo>
                <a:lnTo>
                  <a:pt x="3221" y="0"/>
                </a:lnTo>
                <a:close/>
              </a:path>
            </a:pathLst>
          </a:custGeom>
          <a:solidFill>
            <a:srgbClr val="3F4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0" name="contour_06068"/>
          <p:cNvSpPr/>
          <p:nvPr/>
        </p:nvSpPr>
        <p:spPr>
          <a:xfrm>
            <a:off x="5133833" y="1751363"/>
            <a:ext cx="109320" cy="114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0" y="0"/>
                </a:moveTo>
                <a:lnTo>
                  <a:pt x="15708" y="70"/>
                </a:lnTo>
                <a:lnTo>
                  <a:pt x="16700" y="162"/>
                </a:lnTo>
                <a:lnTo>
                  <a:pt x="17680" y="277"/>
                </a:lnTo>
                <a:lnTo>
                  <a:pt x="18657" y="413"/>
                </a:lnTo>
                <a:lnTo>
                  <a:pt x="19633" y="571"/>
                </a:lnTo>
                <a:lnTo>
                  <a:pt x="20612" y="752"/>
                </a:lnTo>
                <a:lnTo>
                  <a:pt x="21600" y="953"/>
                </a:lnTo>
                <a:lnTo>
                  <a:pt x="21388" y="1995"/>
                </a:lnTo>
                <a:lnTo>
                  <a:pt x="21208" y="2730"/>
                </a:lnTo>
                <a:lnTo>
                  <a:pt x="20989" y="3357"/>
                </a:lnTo>
                <a:lnTo>
                  <a:pt x="20663" y="4076"/>
                </a:lnTo>
                <a:lnTo>
                  <a:pt x="20160" y="5082"/>
                </a:lnTo>
                <a:lnTo>
                  <a:pt x="19068" y="5039"/>
                </a:lnTo>
                <a:lnTo>
                  <a:pt x="18269" y="4986"/>
                </a:lnTo>
                <a:lnTo>
                  <a:pt x="17531" y="4895"/>
                </a:lnTo>
                <a:lnTo>
                  <a:pt x="16619" y="4735"/>
                </a:lnTo>
                <a:lnTo>
                  <a:pt x="15300" y="4480"/>
                </a:lnTo>
                <a:lnTo>
                  <a:pt x="14126" y="4417"/>
                </a:lnTo>
                <a:lnTo>
                  <a:pt x="13267" y="4398"/>
                </a:lnTo>
                <a:lnTo>
                  <a:pt x="12577" y="4438"/>
                </a:lnTo>
                <a:lnTo>
                  <a:pt x="11913" y="4553"/>
                </a:lnTo>
                <a:lnTo>
                  <a:pt x="11130" y="4763"/>
                </a:lnTo>
                <a:lnTo>
                  <a:pt x="10080" y="5082"/>
                </a:lnTo>
                <a:lnTo>
                  <a:pt x="9618" y="5885"/>
                </a:lnTo>
                <a:lnTo>
                  <a:pt x="9213" y="6706"/>
                </a:lnTo>
                <a:lnTo>
                  <a:pt x="8859" y="7543"/>
                </a:lnTo>
                <a:lnTo>
                  <a:pt x="8549" y="8397"/>
                </a:lnTo>
                <a:lnTo>
                  <a:pt x="8279" y="9262"/>
                </a:lnTo>
                <a:lnTo>
                  <a:pt x="8041" y="10138"/>
                </a:lnTo>
                <a:lnTo>
                  <a:pt x="7831" y="11023"/>
                </a:lnTo>
                <a:lnTo>
                  <a:pt x="7638" y="11915"/>
                </a:lnTo>
                <a:lnTo>
                  <a:pt x="7461" y="12811"/>
                </a:lnTo>
                <a:lnTo>
                  <a:pt x="7289" y="13710"/>
                </a:lnTo>
                <a:lnTo>
                  <a:pt x="6931" y="15455"/>
                </a:lnTo>
                <a:lnTo>
                  <a:pt x="6637" y="16734"/>
                </a:lnTo>
                <a:lnTo>
                  <a:pt x="6358" y="17652"/>
                </a:lnTo>
                <a:lnTo>
                  <a:pt x="6041" y="18321"/>
                </a:lnTo>
                <a:lnTo>
                  <a:pt x="5638" y="18846"/>
                </a:lnTo>
                <a:lnTo>
                  <a:pt x="5095" y="19337"/>
                </a:lnTo>
                <a:lnTo>
                  <a:pt x="4360" y="19903"/>
                </a:lnTo>
                <a:lnTo>
                  <a:pt x="3502" y="20298"/>
                </a:lnTo>
                <a:lnTo>
                  <a:pt x="2647" y="20665"/>
                </a:lnTo>
                <a:lnTo>
                  <a:pt x="1784" y="21003"/>
                </a:lnTo>
                <a:lnTo>
                  <a:pt x="904" y="21315"/>
                </a:lnTo>
                <a:lnTo>
                  <a:pt x="0" y="21600"/>
                </a:lnTo>
                <a:lnTo>
                  <a:pt x="341" y="20785"/>
                </a:lnTo>
                <a:lnTo>
                  <a:pt x="683" y="19970"/>
                </a:lnTo>
                <a:lnTo>
                  <a:pt x="1024" y="19154"/>
                </a:lnTo>
                <a:lnTo>
                  <a:pt x="1367" y="18339"/>
                </a:lnTo>
                <a:lnTo>
                  <a:pt x="1709" y="17526"/>
                </a:lnTo>
                <a:lnTo>
                  <a:pt x="2051" y="16711"/>
                </a:lnTo>
                <a:lnTo>
                  <a:pt x="2369" y="15943"/>
                </a:lnTo>
                <a:lnTo>
                  <a:pt x="2683" y="15173"/>
                </a:lnTo>
                <a:lnTo>
                  <a:pt x="2994" y="14404"/>
                </a:lnTo>
                <a:lnTo>
                  <a:pt x="3302" y="13631"/>
                </a:lnTo>
                <a:lnTo>
                  <a:pt x="3606" y="12859"/>
                </a:lnTo>
                <a:lnTo>
                  <a:pt x="4440" y="10763"/>
                </a:lnTo>
                <a:lnTo>
                  <a:pt x="5183" y="8911"/>
                </a:lnTo>
                <a:lnTo>
                  <a:pt x="5849" y="7291"/>
                </a:lnTo>
                <a:lnTo>
                  <a:pt x="6453" y="5886"/>
                </a:lnTo>
                <a:lnTo>
                  <a:pt x="7006" y="4680"/>
                </a:lnTo>
                <a:lnTo>
                  <a:pt x="7523" y="3656"/>
                </a:lnTo>
                <a:lnTo>
                  <a:pt x="8016" y="2800"/>
                </a:lnTo>
                <a:lnTo>
                  <a:pt x="8503" y="2096"/>
                </a:lnTo>
                <a:lnTo>
                  <a:pt x="8993" y="1528"/>
                </a:lnTo>
                <a:lnTo>
                  <a:pt x="9501" y="1081"/>
                </a:lnTo>
                <a:lnTo>
                  <a:pt x="10040" y="738"/>
                </a:lnTo>
                <a:lnTo>
                  <a:pt x="10626" y="485"/>
                </a:lnTo>
                <a:lnTo>
                  <a:pt x="11268" y="303"/>
                </a:lnTo>
                <a:lnTo>
                  <a:pt x="11984" y="180"/>
                </a:lnTo>
                <a:lnTo>
                  <a:pt x="12786" y="99"/>
                </a:lnTo>
                <a:lnTo>
                  <a:pt x="13687" y="44"/>
                </a:lnTo>
                <a:lnTo>
                  <a:pt x="14700" y="0"/>
                </a:lnTo>
                <a:close/>
              </a:path>
            </a:pathLst>
          </a:custGeom>
          <a:solidFill>
            <a:srgbClr val="B8E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1" name="contour_06069"/>
          <p:cNvSpPr/>
          <p:nvPr/>
        </p:nvSpPr>
        <p:spPr>
          <a:xfrm>
            <a:off x="1300349" y="1610646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190"/>
                </a:lnTo>
                <a:lnTo>
                  <a:pt x="21600" y="2387"/>
                </a:lnTo>
                <a:lnTo>
                  <a:pt x="21600" y="3600"/>
                </a:lnTo>
                <a:lnTo>
                  <a:pt x="20181" y="4138"/>
                </a:lnTo>
                <a:lnTo>
                  <a:pt x="19060" y="4430"/>
                </a:lnTo>
                <a:lnTo>
                  <a:pt x="17280" y="4725"/>
                </a:lnTo>
                <a:lnTo>
                  <a:pt x="16675" y="4826"/>
                </a:lnTo>
                <a:lnTo>
                  <a:pt x="14850" y="5134"/>
                </a:lnTo>
                <a:lnTo>
                  <a:pt x="13913" y="5267"/>
                </a:lnTo>
                <a:lnTo>
                  <a:pt x="12960" y="5400"/>
                </a:lnTo>
                <a:lnTo>
                  <a:pt x="14031" y="5735"/>
                </a:lnTo>
                <a:lnTo>
                  <a:pt x="15120" y="6075"/>
                </a:lnTo>
                <a:lnTo>
                  <a:pt x="16191" y="6633"/>
                </a:lnTo>
                <a:lnTo>
                  <a:pt x="17280" y="7200"/>
                </a:lnTo>
                <a:lnTo>
                  <a:pt x="17280" y="8390"/>
                </a:lnTo>
                <a:lnTo>
                  <a:pt x="17280" y="9587"/>
                </a:lnTo>
                <a:lnTo>
                  <a:pt x="17280" y="10800"/>
                </a:lnTo>
                <a:lnTo>
                  <a:pt x="15854" y="10800"/>
                </a:lnTo>
                <a:lnTo>
                  <a:pt x="14427" y="10800"/>
                </a:lnTo>
                <a:lnTo>
                  <a:pt x="12992" y="10800"/>
                </a:lnTo>
                <a:lnTo>
                  <a:pt x="11552" y="10800"/>
                </a:lnTo>
                <a:lnTo>
                  <a:pt x="10102" y="10800"/>
                </a:lnTo>
                <a:lnTo>
                  <a:pt x="8640" y="10800"/>
                </a:lnTo>
                <a:lnTo>
                  <a:pt x="8493" y="12101"/>
                </a:lnTo>
                <a:lnTo>
                  <a:pt x="8372" y="13388"/>
                </a:lnTo>
                <a:lnTo>
                  <a:pt x="8292" y="14668"/>
                </a:lnTo>
                <a:lnTo>
                  <a:pt x="8266" y="15944"/>
                </a:lnTo>
                <a:lnTo>
                  <a:pt x="8307" y="17222"/>
                </a:lnTo>
                <a:lnTo>
                  <a:pt x="8426" y="18506"/>
                </a:lnTo>
                <a:lnTo>
                  <a:pt x="8640" y="19800"/>
                </a:lnTo>
                <a:lnTo>
                  <a:pt x="10247" y="20516"/>
                </a:lnTo>
                <a:lnTo>
                  <a:pt x="11388" y="20968"/>
                </a:lnTo>
                <a:lnTo>
                  <a:pt x="12372" y="21242"/>
                </a:lnTo>
                <a:lnTo>
                  <a:pt x="13513" y="21424"/>
                </a:lnTo>
                <a:lnTo>
                  <a:pt x="15120" y="21600"/>
                </a:lnTo>
                <a:lnTo>
                  <a:pt x="13694" y="21600"/>
                </a:lnTo>
                <a:lnTo>
                  <a:pt x="12267" y="21600"/>
                </a:lnTo>
                <a:lnTo>
                  <a:pt x="10832" y="21600"/>
                </a:lnTo>
                <a:lnTo>
                  <a:pt x="9392" y="21600"/>
                </a:lnTo>
                <a:lnTo>
                  <a:pt x="7942" y="21600"/>
                </a:lnTo>
                <a:lnTo>
                  <a:pt x="6480" y="21600"/>
                </a:lnTo>
                <a:lnTo>
                  <a:pt x="6480" y="20410"/>
                </a:lnTo>
                <a:lnTo>
                  <a:pt x="6480" y="19213"/>
                </a:lnTo>
                <a:lnTo>
                  <a:pt x="6480" y="18000"/>
                </a:lnTo>
                <a:lnTo>
                  <a:pt x="5197" y="18000"/>
                </a:lnTo>
                <a:lnTo>
                  <a:pt x="3910" y="18000"/>
                </a:lnTo>
                <a:lnTo>
                  <a:pt x="2618" y="18000"/>
                </a:lnTo>
                <a:lnTo>
                  <a:pt x="1315" y="18000"/>
                </a:lnTo>
                <a:lnTo>
                  <a:pt x="0" y="18000"/>
                </a:lnTo>
                <a:lnTo>
                  <a:pt x="402" y="16785"/>
                </a:lnTo>
                <a:lnTo>
                  <a:pt x="806" y="15568"/>
                </a:lnTo>
                <a:lnTo>
                  <a:pt x="1212" y="14353"/>
                </a:lnTo>
                <a:lnTo>
                  <a:pt x="1618" y="13140"/>
                </a:lnTo>
                <a:lnTo>
                  <a:pt x="2026" y="11925"/>
                </a:lnTo>
                <a:lnTo>
                  <a:pt x="2402" y="10796"/>
                </a:lnTo>
                <a:lnTo>
                  <a:pt x="2780" y="9661"/>
                </a:lnTo>
                <a:lnTo>
                  <a:pt x="3164" y="8509"/>
                </a:lnTo>
                <a:lnTo>
                  <a:pt x="3961" y="6376"/>
                </a:lnTo>
                <a:lnTo>
                  <a:pt x="4538" y="4896"/>
                </a:lnTo>
                <a:lnTo>
                  <a:pt x="4985" y="3886"/>
                </a:lnTo>
                <a:lnTo>
                  <a:pt x="5396" y="3157"/>
                </a:lnTo>
                <a:lnTo>
                  <a:pt x="5864" y="2524"/>
                </a:lnTo>
                <a:lnTo>
                  <a:pt x="6480" y="1800"/>
                </a:lnTo>
                <a:lnTo>
                  <a:pt x="7925" y="1363"/>
                </a:lnTo>
                <a:lnTo>
                  <a:pt x="8953" y="1100"/>
                </a:lnTo>
                <a:lnTo>
                  <a:pt x="10063" y="905"/>
                </a:lnTo>
                <a:lnTo>
                  <a:pt x="11746" y="675"/>
                </a:lnTo>
                <a:lnTo>
                  <a:pt x="13148" y="472"/>
                </a:lnTo>
                <a:lnTo>
                  <a:pt x="14571" y="266"/>
                </a:lnTo>
                <a:lnTo>
                  <a:pt x="15928" y="137"/>
                </a:lnTo>
                <a:lnTo>
                  <a:pt x="16971" y="58"/>
                </a:lnTo>
                <a:lnTo>
                  <a:pt x="18040" y="16"/>
                </a:lnTo>
                <a:lnTo>
                  <a:pt x="19470" y="2"/>
                </a:lnTo>
                <a:lnTo>
                  <a:pt x="21600" y="0"/>
                </a:lnTo>
                <a:close/>
              </a:path>
            </a:pathLst>
          </a:custGeom>
          <a:solidFill>
            <a:srgbClr val="656665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2" name="contour_06070"/>
          <p:cNvSpPr/>
          <p:nvPr/>
        </p:nvSpPr>
        <p:spPr>
          <a:xfrm>
            <a:off x="6727017" y="1596070"/>
            <a:ext cx="3932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88" y="0"/>
                </a:moveTo>
                <a:lnTo>
                  <a:pt x="8566" y="92"/>
                </a:lnTo>
                <a:lnTo>
                  <a:pt x="10680" y="208"/>
                </a:lnTo>
                <a:lnTo>
                  <a:pt x="12505" y="413"/>
                </a:lnTo>
                <a:lnTo>
                  <a:pt x="14619" y="772"/>
                </a:lnTo>
                <a:lnTo>
                  <a:pt x="17597" y="1350"/>
                </a:lnTo>
                <a:lnTo>
                  <a:pt x="18049" y="2279"/>
                </a:lnTo>
                <a:lnTo>
                  <a:pt x="18430" y="3235"/>
                </a:lnTo>
                <a:lnTo>
                  <a:pt x="18710" y="4208"/>
                </a:lnTo>
                <a:lnTo>
                  <a:pt x="18862" y="5189"/>
                </a:lnTo>
                <a:lnTo>
                  <a:pt x="18850" y="6169"/>
                </a:lnTo>
                <a:lnTo>
                  <a:pt x="18646" y="7141"/>
                </a:lnTo>
                <a:lnTo>
                  <a:pt x="18217" y="8095"/>
                </a:lnTo>
                <a:lnTo>
                  <a:pt x="17537" y="9019"/>
                </a:lnTo>
                <a:lnTo>
                  <a:pt x="16576" y="9909"/>
                </a:lnTo>
                <a:lnTo>
                  <a:pt x="15299" y="10753"/>
                </a:lnTo>
                <a:lnTo>
                  <a:pt x="14427" y="11698"/>
                </a:lnTo>
                <a:lnTo>
                  <a:pt x="14118" y="12594"/>
                </a:lnTo>
                <a:lnTo>
                  <a:pt x="14271" y="13465"/>
                </a:lnTo>
                <a:lnTo>
                  <a:pt x="14775" y="14325"/>
                </a:lnTo>
                <a:lnTo>
                  <a:pt x="15523" y="15196"/>
                </a:lnTo>
                <a:lnTo>
                  <a:pt x="16416" y="16096"/>
                </a:lnTo>
                <a:lnTo>
                  <a:pt x="17349" y="17044"/>
                </a:lnTo>
                <a:lnTo>
                  <a:pt x="17945" y="17704"/>
                </a:lnTo>
                <a:lnTo>
                  <a:pt x="18558" y="18372"/>
                </a:lnTo>
                <a:lnTo>
                  <a:pt x="19306" y="19181"/>
                </a:lnTo>
                <a:lnTo>
                  <a:pt x="20063" y="19988"/>
                </a:lnTo>
                <a:lnTo>
                  <a:pt x="20831" y="20794"/>
                </a:lnTo>
                <a:lnTo>
                  <a:pt x="21600" y="21600"/>
                </a:lnTo>
                <a:lnTo>
                  <a:pt x="18658" y="21474"/>
                </a:lnTo>
                <a:lnTo>
                  <a:pt x="15900" y="21315"/>
                </a:lnTo>
                <a:lnTo>
                  <a:pt x="13306" y="21110"/>
                </a:lnTo>
                <a:lnTo>
                  <a:pt x="10832" y="20844"/>
                </a:lnTo>
                <a:lnTo>
                  <a:pt x="8458" y="20502"/>
                </a:lnTo>
                <a:lnTo>
                  <a:pt x="6145" y="20075"/>
                </a:lnTo>
                <a:lnTo>
                  <a:pt x="3863" y="19545"/>
                </a:lnTo>
                <a:lnTo>
                  <a:pt x="1585" y="18900"/>
                </a:lnTo>
                <a:lnTo>
                  <a:pt x="1117" y="17974"/>
                </a:lnTo>
                <a:lnTo>
                  <a:pt x="733" y="17040"/>
                </a:lnTo>
                <a:lnTo>
                  <a:pt x="432" y="16097"/>
                </a:lnTo>
                <a:lnTo>
                  <a:pt x="212" y="15150"/>
                </a:lnTo>
                <a:lnTo>
                  <a:pt x="68" y="14198"/>
                </a:lnTo>
                <a:lnTo>
                  <a:pt x="0" y="13241"/>
                </a:lnTo>
                <a:lnTo>
                  <a:pt x="4" y="12281"/>
                </a:lnTo>
                <a:lnTo>
                  <a:pt x="80" y="11318"/>
                </a:lnTo>
                <a:lnTo>
                  <a:pt x="224" y="10356"/>
                </a:lnTo>
                <a:lnTo>
                  <a:pt x="432" y="9393"/>
                </a:lnTo>
                <a:lnTo>
                  <a:pt x="705" y="8432"/>
                </a:lnTo>
                <a:lnTo>
                  <a:pt x="1037" y="7472"/>
                </a:lnTo>
                <a:lnTo>
                  <a:pt x="1429" y="6516"/>
                </a:lnTo>
                <a:lnTo>
                  <a:pt x="1873" y="5565"/>
                </a:lnTo>
                <a:lnTo>
                  <a:pt x="2374" y="4618"/>
                </a:lnTo>
                <a:lnTo>
                  <a:pt x="2926" y="3677"/>
                </a:lnTo>
                <a:lnTo>
                  <a:pt x="3523" y="2745"/>
                </a:lnTo>
                <a:lnTo>
                  <a:pt x="4167" y="1820"/>
                </a:lnTo>
                <a:lnTo>
                  <a:pt x="4860" y="904"/>
                </a:lnTo>
                <a:lnTo>
                  <a:pt x="5588" y="0"/>
                </a:lnTo>
                <a:close/>
              </a:path>
            </a:pathLst>
          </a:custGeom>
          <a:solidFill>
            <a:srgbClr val="C0CCD3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3" name="contour_06071"/>
          <p:cNvSpPr/>
          <p:nvPr/>
        </p:nvSpPr>
        <p:spPr>
          <a:xfrm>
            <a:off x="4565369" y="1588782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256"/>
                </a:lnTo>
                <a:lnTo>
                  <a:pt x="3564" y="509"/>
                </a:lnTo>
                <a:lnTo>
                  <a:pt x="5349" y="765"/>
                </a:lnTo>
                <a:lnTo>
                  <a:pt x="7136" y="1018"/>
                </a:lnTo>
                <a:lnTo>
                  <a:pt x="8926" y="1274"/>
                </a:lnTo>
                <a:lnTo>
                  <a:pt x="10719" y="1531"/>
                </a:lnTo>
                <a:lnTo>
                  <a:pt x="12517" y="1787"/>
                </a:lnTo>
                <a:lnTo>
                  <a:pt x="14321" y="2046"/>
                </a:lnTo>
                <a:lnTo>
                  <a:pt x="16130" y="2305"/>
                </a:lnTo>
                <a:lnTo>
                  <a:pt x="17944" y="2564"/>
                </a:lnTo>
                <a:lnTo>
                  <a:pt x="19769" y="2823"/>
                </a:lnTo>
                <a:lnTo>
                  <a:pt x="21600" y="3086"/>
                </a:lnTo>
                <a:lnTo>
                  <a:pt x="21600" y="5267"/>
                </a:lnTo>
                <a:lnTo>
                  <a:pt x="21600" y="7452"/>
                </a:lnTo>
                <a:lnTo>
                  <a:pt x="21600" y="9643"/>
                </a:lnTo>
                <a:lnTo>
                  <a:pt x="21600" y="11843"/>
                </a:lnTo>
                <a:lnTo>
                  <a:pt x="21600" y="14052"/>
                </a:lnTo>
                <a:lnTo>
                  <a:pt x="21600" y="16274"/>
                </a:lnTo>
                <a:lnTo>
                  <a:pt x="21600" y="18514"/>
                </a:lnTo>
                <a:lnTo>
                  <a:pt x="19729" y="18820"/>
                </a:lnTo>
                <a:lnTo>
                  <a:pt x="17855" y="19125"/>
                </a:lnTo>
                <a:lnTo>
                  <a:pt x="15981" y="19431"/>
                </a:lnTo>
                <a:lnTo>
                  <a:pt x="14105" y="19739"/>
                </a:lnTo>
                <a:lnTo>
                  <a:pt x="12220" y="20045"/>
                </a:lnTo>
                <a:lnTo>
                  <a:pt x="10333" y="20353"/>
                </a:lnTo>
                <a:lnTo>
                  <a:pt x="8438" y="20662"/>
                </a:lnTo>
                <a:lnTo>
                  <a:pt x="6534" y="20974"/>
                </a:lnTo>
                <a:lnTo>
                  <a:pt x="4622" y="21285"/>
                </a:lnTo>
                <a:lnTo>
                  <a:pt x="2700" y="21600"/>
                </a:lnTo>
                <a:lnTo>
                  <a:pt x="2160" y="19298"/>
                </a:lnTo>
                <a:lnTo>
                  <a:pt x="1685" y="17123"/>
                </a:lnTo>
                <a:lnTo>
                  <a:pt x="1272" y="15037"/>
                </a:lnTo>
                <a:lnTo>
                  <a:pt x="923" y="13009"/>
                </a:lnTo>
                <a:lnTo>
                  <a:pt x="632" y="11004"/>
                </a:lnTo>
                <a:lnTo>
                  <a:pt x="400" y="8979"/>
                </a:lnTo>
                <a:lnTo>
                  <a:pt x="221" y="6903"/>
                </a:lnTo>
                <a:lnTo>
                  <a:pt x="97" y="4737"/>
                </a:lnTo>
                <a:lnTo>
                  <a:pt x="24" y="2450"/>
                </a:lnTo>
                <a:lnTo>
                  <a:pt x="0" y="0"/>
                </a:lnTo>
                <a:close/>
              </a:path>
            </a:pathLst>
          </a:custGeom>
          <a:solidFill>
            <a:srgbClr val="E8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4" name="contour_06072"/>
          <p:cNvSpPr/>
          <p:nvPr/>
        </p:nvSpPr>
        <p:spPr>
          <a:xfrm>
            <a:off x="7568022" y="1448889"/>
            <a:ext cx="103140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57" y="0"/>
                </a:moveTo>
                <a:lnTo>
                  <a:pt x="8175" y="25"/>
                </a:lnTo>
                <a:lnTo>
                  <a:pt x="8997" y="54"/>
                </a:lnTo>
                <a:lnTo>
                  <a:pt x="9831" y="83"/>
                </a:lnTo>
                <a:lnTo>
                  <a:pt x="10681" y="150"/>
                </a:lnTo>
                <a:lnTo>
                  <a:pt x="11536" y="220"/>
                </a:lnTo>
                <a:lnTo>
                  <a:pt x="12401" y="291"/>
                </a:lnTo>
                <a:lnTo>
                  <a:pt x="13262" y="328"/>
                </a:lnTo>
                <a:lnTo>
                  <a:pt x="14129" y="366"/>
                </a:lnTo>
                <a:lnTo>
                  <a:pt x="15006" y="407"/>
                </a:lnTo>
                <a:lnTo>
                  <a:pt x="16067" y="457"/>
                </a:lnTo>
                <a:lnTo>
                  <a:pt x="17126" y="516"/>
                </a:lnTo>
                <a:lnTo>
                  <a:pt x="18187" y="578"/>
                </a:lnTo>
                <a:lnTo>
                  <a:pt x="19248" y="649"/>
                </a:lnTo>
                <a:lnTo>
                  <a:pt x="20307" y="728"/>
                </a:lnTo>
                <a:lnTo>
                  <a:pt x="21368" y="811"/>
                </a:lnTo>
                <a:lnTo>
                  <a:pt x="21524" y="3738"/>
                </a:lnTo>
                <a:lnTo>
                  <a:pt x="21600" y="5854"/>
                </a:lnTo>
                <a:lnTo>
                  <a:pt x="21600" y="7750"/>
                </a:lnTo>
                <a:lnTo>
                  <a:pt x="21524" y="10025"/>
                </a:lnTo>
                <a:lnTo>
                  <a:pt x="21368" y="13284"/>
                </a:lnTo>
                <a:lnTo>
                  <a:pt x="20416" y="14698"/>
                </a:lnTo>
                <a:lnTo>
                  <a:pt x="19691" y="15704"/>
                </a:lnTo>
                <a:lnTo>
                  <a:pt x="19053" y="16465"/>
                </a:lnTo>
                <a:lnTo>
                  <a:pt x="18355" y="17122"/>
                </a:lnTo>
                <a:lnTo>
                  <a:pt x="17458" y="17829"/>
                </a:lnTo>
                <a:lnTo>
                  <a:pt x="16217" y="18744"/>
                </a:lnTo>
                <a:lnTo>
                  <a:pt x="15791" y="19080"/>
                </a:lnTo>
                <a:lnTo>
                  <a:pt x="15038" y="19675"/>
                </a:lnTo>
                <a:lnTo>
                  <a:pt x="13318" y="21035"/>
                </a:lnTo>
                <a:lnTo>
                  <a:pt x="12448" y="21222"/>
                </a:lnTo>
                <a:lnTo>
                  <a:pt x="11572" y="21409"/>
                </a:lnTo>
                <a:lnTo>
                  <a:pt x="10684" y="21600"/>
                </a:lnTo>
                <a:lnTo>
                  <a:pt x="9724" y="19322"/>
                </a:lnTo>
                <a:lnTo>
                  <a:pt x="9086" y="17696"/>
                </a:lnTo>
                <a:lnTo>
                  <a:pt x="8485" y="15945"/>
                </a:lnTo>
                <a:lnTo>
                  <a:pt x="7631" y="13284"/>
                </a:lnTo>
                <a:lnTo>
                  <a:pt x="6462" y="12274"/>
                </a:lnTo>
                <a:lnTo>
                  <a:pt x="5655" y="11667"/>
                </a:lnTo>
                <a:lnTo>
                  <a:pt x="4835" y="11218"/>
                </a:lnTo>
                <a:lnTo>
                  <a:pt x="3625" y="10686"/>
                </a:lnTo>
                <a:lnTo>
                  <a:pt x="2602" y="10220"/>
                </a:lnTo>
                <a:lnTo>
                  <a:pt x="1561" y="9746"/>
                </a:lnTo>
                <a:lnTo>
                  <a:pt x="788" y="9438"/>
                </a:lnTo>
                <a:lnTo>
                  <a:pt x="0" y="9126"/>
                </a:lnTo>
                <a:lnTo>
                  <a:pt x="844" y="6511"/>
                </a:lnTo>
                <a:lnTo>
                  <a:pt x="1630" y="4420"/>
                </a:lnTo>
                <a:lnTo>
                  <a:pt x="2398" y="2794"/>
                </a:lnTo>
                <a:lnTo>
                  <a:pt x="3188" y="1592"/>
                </a:lnTo>
                <a:lnTo>
                  <a:pt x="4040" y="761"/>
                </a:lnTo>
                <a:lnTo>
                  <a:pt x="4994" y="254"/>
                </a:lnTo>
                <a:lnTo>
                  <a:pt x="6085" y="12"/>
                </a:lnTo>
                <a:lnTo>
                  <a:pt x="7357" y="0"/>
                </a:lnTo>
                <a:close/>
              </a:path>
            </a:pathLst>
          </a:custGeom>
          <a:solidFill>
            <a:srgbClr val="EF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5" name="contour_06073"/>
          <p:cNvSpPr/>
          <p:nvPr/>
        </p:nvSpPr>
        <p:spPr>
          <a:xfrm>
            <a:off x="3742067" y="1421158"/>
            <a:ext cx="30238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40" y="0"/>
                </a:moveTo>
                <a:lnTo>
                  <a:pt x="13307" y="517"/>
                </a:lnTo>
                <a:lnTo>
                  <a:pt x="15415" y="940"/>
                </a:lnTo>
                <a:lnTo>
                  <a:pt x="17539" y="1493"/>
                </a:lnTo>
                <a:lnTo>
                  <a:pt x="20652" y="2400"/>
                </a:lnTo>
                <a:lnTo>
                  <a:pt x="21121" y="3193"/>
                </a:lnTo>
                <a:lnTo>
                  <a:pt x="21413" y="3984"/>
                </a:lnTo>
                <a:lnTo>
                  <a:pt x="21564" y="4774"/>
                </a:lnTo>
                <a:lnTo>
                  <a:pt x="21600" y="5563"/>
                </a:lnTo>
                <a:lnTo>
                  <a:pt x="21548" y="6354"/>
                </a:lnTo>
                <a:lnTo>
                  <a:pt x="21439" y="7150"/>
                </a:lnTo>
                <a:lnTo>
                  <a:pt x="21303" y="7950"/>
                </a:lnTo>
                <a:lnTo>
                  <a:pt x="21230" y="8708"/>
                </a:lnTo>
                <a:lnTo>
                  <a:pt x="21163" y="9478"/>
                </a:lnTo>
                <a:lnTo>
                  <a:pt x="21079" y="10223"/>
                </a:lnTo>
                <a:lnTo>
                  <a:pt x="20986" y="10967"/>
                </a:lnTo>
                <a:lnTo>
                  <a:pt x="20882" y="11711"/>
                </a:lnTo>
                <a:lnTo>
                  <a:pt x="20767" y="12456"/>
                </a:lnTo>
                <a:lnTo>
                  <a:pt x="20652" y="13200"/>
                </a:lnTo>
                <a:lnTo>
                  <a:pt x="17211" y="13200"/>
                </a:lnTo>
                <a:lnTo>
                  <a:pt x="13749" y="13200"/>
                </a:lnTo>
                <a:lnTo>
                  <a:pt x="10240" y="13200"/>
                </a:lnTo>
                <a:lnTo>
                  <a:pt x="10240" y="14032"/>
                </a:lnTo>
                <a:lnTo>
                  <a:pt x="10240" y="14864"/>
                </a:lnTo>
                <a:lnTo>
                  <a:pt x="10240" y="15697"/>
                </a:lnTo>
                <a:lnTo>
                  <a:pt x="10240" y="16531"/>
                </a:lnTo>
                <a:lnTo>
                  <a:pt x="10240" y="17369"/>
                </a:lnTo>
                <a:lnTo>
                  <a:pt x="10240" y="18208"/>
                </a:lnTo>
                <a:lnTo>
                  <a:pt x="10240" y="19050"/>
                </a:lnTo>
                <a:lnTo>
                  <a:pt x="10240" y="19896"/>
                </a:lnTo>
                <a:lnTo>
                  <a:pt x="10240" y="20746"/>
                </a:lnTo>
                <a:lnTo>
                  <a:pt x="10240" y="21600"/>
                </a:lnTo>
                <a:lnTo>
                  <a:pt x="7658" y="21600"/>
                </a:lnTo>
                <a:lnTo>
                  <a:pt x="5034" y="21600"/>
                </a:lnTo>
                <a:lnTo>
                  <a:pt x="4685" y="20791"/>
                </a:lnTo>
                <a:lnTo>
                  <a:pt x="4342" y="19981"/>
                </a:lnTo>
                <a:lnTo>
                  <a:pt x="4003" y="19171"/>
                </a:lnTo>
                <a:lnTo>
                  <a:pt x="3675" y="18361"/>
                </a:lnTo>
                <a:lnTo>
                  <a:pt x="3348" y="17551"/>
                </a:lnTo>
                <a:lnTo>
                  <a:pt x="3030" y="16741"/>
                </a:lnTo>
                <a:lnTo>
                  <a:pt x="2712" y="15931"/>
                </a:lnTo>
                <a:lnTo>
                  <a:pt x="2400" y="15121"/>
                </a:lnTo>
                <a:lnTo>
                  <a:pt x="2088" y="14310"/>
                </a:lnTo>
                <a:lnTo>
                  <a:pt x="1780" y="13500"/>
                </a:lnTo>
                <a:lnTo>
                  <a:pt x="1447" y="12738"/>
                </a:lnTo>
                <a:lnTo>
                  <a:pt x="1109" y="11971"/>
                </a:lnTo>
                <a:lnTo>
                  <a:pt x="765" y="11194"/>
                </a:lnTo>
                <a:lnTo>
                  <a:pt x="443" y="10248"/>
                </a:lnTo>
                <a:lnTo>
                  <a:pt x="198" y="9349"/>
                </a:lnTo>
                <a:lnTo>
                  <a:pt x="42" y="8490"/>
                </a:lnTo>
                <a:lnTo>
                  <a:pt x="0" y="7664"/>
                </a:lnTo>
                <a:lnTo>
                  <a:pt x="94" y="6868"/>
                </a:lnTo>
                <a:lnTo>
                  <a:pt x="338" y="6094"/>
                </a:lnTo>
                <a:lnTo>
                  <a:pt x="760" y="5336"/>
                </a:lnTo>
                <a:lnTo>
                  <a:pt x="1374" y="4589"/>
                </a:lnTo>
                <a:lnTo>
                  <a:pt x="2202" y="3847"/>
                </a:lnTo>
                <a:lnTo>
                  <a:pt x="3264" y="3103"/>
                </a:lnTo>
                <a:lnTo>
                  <a:pt x="4576" y="2353"/>
                </a:lnTo>
                <a:lnTo>
                  <a:pt x="6164" y="1590"/>
                </a:lnTo>
                <a:lnTo>
                  <a:pt x="8043" y="808"/>
                </a:lnTo>
                <a:lnTo>
                  <a:pt x="10240" y="0"/>
                </a:lnTo>
                <a:close/>
              </a:path>
            </a:pathLst>
          </a:custGeom>
          <a:solidFill>
            <a:srgbClr val="BBC3C9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6" name="contour_06074"/>
          <p:cNvSpPr/>
          <p:nvPr/>
        </p:nvSpPr>
        <p:spPr>
          <a:xfrm>
            <a:off x="10213563" y="1393245"/>
            <a:ext cx="225928" cy="36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74" y="5629"/>
                </a:moveTo>
                <a:lnTo>
                  <a:pt x="5243" y="7160"/>
                </a:lnTo>
                <a:lnTo>
                  <a:pt x="5702" y="8486"/>
                </a:lnTo>
                <a:lnTo>
                  <a:pt x="6157" y="9625"/>
                </a:lnTo>
                <a:lnTo>
                  <a:pt x="6607" y="10589"/>
                </a:lnTo>
                <a:lnTo>
                  <a:pt x="7058" y="11395"/>
                </a:lnTo>
                <a:lnTo>
                  <a:pt x="7511" y="12056"/>
                </a:lnTo>
                <a:lnTo>
                  <a:pt x="7969" y="12589"/>
                </a:lnTo>
                <a:lnTo>
                  <a:pt x="8436" y="13007"/>
                </a:lnTo>
                <a:lnTo>
                  <a:pt x="8913" y="13327"/>
                </a:lnTo>
                <a:lnTo>
                  <a:pt x="9405" y="13561"/>
                </a:lnTo>
                <a:lnTo>
                  <a:pt x="9913" y="13728"/>
                </a:lnTo>
                <a:lnTo>
                  <a:pt x="10440" y="13834"/>
                </a:lnTo>
                <a:lnTo>
                  <a:pt x="10923" y="13958"/>
                </a:lnTo>
                <a:lnTo>
                  <a:pt x="11412" y="14086"/>
                </a:lnTo>
                <a:lnTo>
                  <a:pt x="11848" y="14192"/>
                </a:lnTo>
                <a:lnTo>
                  <a:pt x="12283" y="14291"/>
                </a:lnTo>
                <a:lnTo>
                  <a:pt x="12718" y="14384"/>
                </a:lnTo>
                <a:lnTo>
                  <a:pt x="13153" y="14478"/>
                </a:lnTo>
                <a:lnTo>
                  <a:pt x="13588" y="14563"/>
                </a:lnTo>
                <a:lnTo>
                  <a:pt x="14023" y="14649"/>
                </a:lnTo>
                <a:lnTo>
                  <a:pt x="14458" y="14734"/>
                </a:lnTo>
                <a:lnTo>
                  <a:pt x="14873" y="14832"/>
                </a:lnTo>
                <a:lnTo>
                  <a:pt x="15289" y="14930"/>
                </a:lnTo>
                <a:lnTo>
                  <a:pt x="15704" y="15033"/>
                </a:lnTo>
                <a:lnTo>
                  <a:pt x="16119" y="15131"/>
                </a:lnTo>
                <a:lnTo>
                  <a:pt x="16534" y="15233"/>
                </a:lnTo>
                <a:lnTo>
                  <a:pt x="16995" y="15344"/>
                </a:lnTo>
                <a:lnTo>
                  <a:pt x="17456" y="15451"/>
                </a:lnTo>
                <a:lnTo>
                  <a:pt x="17916" y="15557"/>
                </a:lnTo>
                <a:lnTo>
                  <a:pt x="18377" y="15659"/>
                </a:lnTo>
                <a:lnTo>
                  <a:pt x="18837" y="15762"/>
                </a:lnTo>
                <a:lnTo>
                  <a:pt x="19297" y="15860"/>
                </a:lnTo>
                <a:lnTo>
                  <a:pt x="19758" y="15958"/>
                </a:lnTo>
                <a:lnTo>
                  <a:pt x="20218" y="16056"/>
                </a:lnTo>
                <a:lnTo>
                  <a:pt x="20679" y="16150"/>
                </a:lnTo>
                <a:lnTo>
                  <a:pt x="21139" y="16244"/>
                </a:lnTo>
                <a:lnTo>
                  <a:pt x="21600" y="16333"/>
                </a:lnTo>
                <a:lnTo>
                  <a:pt x="21600" y="18448"/>
                </a:lnTo>
                <a:lnTo>
                  <a:pt x="21600" y="20598"/>
                </a:lnTo>
                <a:lnTo>
                  <a:pt x="21109" y="20645"/>
                </a:lnTo>
                <a:lnTo>
                  <a:pt x="20618" y="20687"/>
                </a:lnTo>
                <a:lnTo>
                  <a:pt x="20126" y="20730"/>
                </a:lnTo>
                <a:lnTo>
                  <a:pt x="19635" y="20768"/>
                </a:lnTo>
                <a:lnTo>
                  <a:pt x="19144" y="20807"/>
                </a:lnTo>
                <a:lnTo>
                  <a:pt x="18653" y="20841"/>
                </a:lnTo>
                <a:lnTo>
                  <a:pt x="18161" y="20875"/>
                </a:lnTo>
                <a:lnTo>
                  <a:pt x="17670" y="20909"/>
                </a:lnTo>
                <a:lnTo>
                  <a:pt x="17179" y="20939"/>
                </a:lnTo>
                <a:lnTo>
                  <a:pt x="16688" y="20969"/>
                </a:lnTo>
                <a:lnTo>
                  <a:pt x="16197" y="20994"/>
                </a:lnTo>
                <a:lnTo>
                  <a:pt x="15705" y="21020"/>
                </a:lnTo>
                <a:lnTo>
                  <a:pt x="15214" y="21046"/>
                </a:lnTo>
                <a:lnTo>
                  <a:pt x="14723" y="21067"/>
                </a:lnTo>
                <a:lnTo>
                  <a:pt x="14257" y="21093"/>
                </a:lnTo>
                <a:lnTo>
                  <a:pt x="13790" y="21127"/>
                </a:lnTo>
                <a:lnTo>
                  <a:pt x="13324" y="21161"/>
                </a:lnTo>
                <a:lnTo>
                  <a:pt x="12857" y="21199"/>
                </a:lnTo>
                <a:lnTo>
                  <a:pt x="12390" y="21242"/>
                </a:lnTo>
                <a:lnTo>
                  <a:pt x="11332" y="21340"/>
                </a:lnTo>
                <a:lnTo>
                  <a:pt x="10355" y="21425"/>
                </a:lnTo>
                <a:lnTo>
                  <a:pt x="9454" y="21498"/>
                </a:lnTo>
                <a:lnTo>
                  <a:pt x="8624" y="21553"/>
                </a:lnTo>
                <a:lnTo>
                  <a:pt x="7862" y="21591"/>
                </a:lnTo>
                <a:lnTo>
                  <a:pt x="7164" y="21600"/>
                </a:lnTo>
                <a:lnTo>
                  <a:pt x="6525" y="21587"/>
                </a:lnTo>
                <a:lnTo>
                  <a:pt x="5940" y="21540"/>
                </a:lnTo>
                <a:lnTo>
                  <a:pt x="5407" y="21464"/>
                </a:lnTo>
                <a:lnTo>
                  <a:pt x="4920" y="21348"/>
                </a:lnTo>
                <a:lnTo>
                  <a:pt x="4475" y="21195"/>
                </a:lnTo>
                <a:lnTo>
                  <a:pt x="4068" y="21003"/>
                </a:lnTo>
                <a:lnTo>
                  <a:pt x="3695" y="20760"/>
                </a:lnTo>
                <a:lnTo>
                  <a:pt x="3352" y="20470"/>
                </a:lnTo>
                <a:lnTo>
                  <a:pt x="3034" y="20129"/>
                </a:lnTo>
                <a:lnTo>
                  <a:pt x="2737" y="19732"/>
                </a:lnTo>
                <a:lnTo>
                  <a:pt x="2458" y="19280"/>
                </a:lnTo>
                <a:lnTo>
                  <a:pt x="2190" y="18764"/>
                </a:lnTo>
                <a:lnTo>
                  <a:pt x="1931" y="18184"/>
                </a:lnTo>
                <a:lnTo>
                  <a:pt x="1676" y="17540"/>
                </a:lnTo>
                <a:lnTo>
                  <a:pt x="1422" y="16824"/>
                </a:lnTo>
                <a:lnTo>
                  <a:pt x="1163" y="16030"/>
                </a:lnTo>
                <a:lnTo>
                  <a:pt x="895" y="15165"/>
                </a:lnTo>
                <a:lnTo>
                  <a:pt x="615" y="14218"/>
                </a:lnTo>
                <a:lnTo>
                  <a:pt x="318" y="13186"/>
                </a:lnTo>
                <a:lnTo>
                  <a:pt x="0" y="12069"/>
                </a:lnTo>
                <a:lnTo>
                  <a:pt x="0" y="9250"/>
                </a:lnTo>
                <a:lnTo>
                  <a:pt x="0" y="6414"/>
                </a:lnTo>
                <a:lnTo>
                  <a:pt x="0" y="3540"/>
                </a:lnTo>
                <a:lnTo>
                  <a:pt x="530" y="2017"/>
                </a:lnTo>
                <a:lnTo>
                  <a:pt x="1029" y="930"/>
                </a:lnTo>
                <a:lnTo>
                  <a:pt x="1506" y="264"/>
                </a:lnTo>
                <a:lnTo>
                  <a:pt x="1968" y="0"/>
                </a:lnTo>
                <a:lnTo>
                  <a:pt x="2419" y="111"/>
                </a:lnTo>
                <a:lnTo>
                  <a:pt x="2869" y="580"/>
                </a:lnTo>
                <a:lnTo>
                  <a:pt x="3323" y="1386"/>
                </a:lnTo>
                <a:lnTo>
                  <a:pt x="3787" y="2512"/>
                </a:lnTo>
                <a:lnTo>
                  <a:pt x="4268" y="3932"/>
                </a:lnTo>
                <a:lnTo>
                  <a:pt x="4774" y="5629"/>
                </a:lnTo>
                <a:close/>
              </a:path>
            </a:pathLst>
          </a:custGeom>
          <a:solidFill>
            <a:srgbClr val="DBEA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7" name="contour_06075"/>
          <p:cNvSpPr/>
          <p:nvPr/>
        </p:nvSpPr>
        <p:spPr>
          <a:xfrm>
            <a:off x="3574203" y="1340990"/>
            <a:ext cx="4372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339"/>
                </a:lnTo>
                <a:lnTo>
                  <a:pt x="4756" y="679"/>
                </a:lnTo>
                <a:lnTo>
                  <a:pt x="7135" y="1020"/>
                </a:lnTo>
                <a:lnTo>
                  <a:pt x="9522" y="1361"/>
                </a:lnTo>
                <a:lnTo>
                  <a:pt x="11916" y="1702"/>
                </a:lnTo>
                <a:lnTo>
                  <a:pt x="14321" y="2046"/>
                </a:lnTo>
                <a:lnTo>
                  <a:pt x="16733" y="2390"/>
                </a:lnTo>
                <a:lnTo>
                  <a:pt x="19159" y="2737"/>
                </a:lnTo>
                <a:lnTo>
                  <a:pt x="21600" y="3086"/>
                </a:lnTo>
                <a:lnTo>
                  <a:pt x="21218" y="4135"/>
                </a:lnTo>
                <a:lnTo>
                  <a:pt x="20833" y="5186"/>
                </a:lnTo>
                <a:lnTo>
                  <a:pt x="20444" y="6233"/>
                </a:lnTo>
                <a:lnTo>
                  <a:pt x="20052" y="7282"/>
                </a:lnTo>
                <a:lnTo>
                  <a:pt x="19656" y="8331"/>
                </a:lnTo>
                <a:lnTo>
                  <a:pt x="19256" y="9379"/>
                </a:lnTo>
                <a:lnTo>
                  <a:pt x="18853" y="10428"/>
                </a:lnTo>
                <a:lnTo>
                  <a:pt x="18450" y="11476"/>
                </a:lnTo>
                <a:lnTo>
                  <a:pt x="18166" y="12273"/>
                </a:lnTo>
                <a:lnTo>
                  <a:pt x="17881" y="13076"/>
                </a:lnTo>
                <a:lnTo>
                  <a:pt x="17593" y="13889"/>
                </a:lnTo>
                <a:lnTo>
                  <a:pt x="17460" y="14227"/>
                </a:lnTo>
                <a:lnTo>
                  <a:pt x="17222" y="14825"/>
                </a:lnTo>
                <a:lnTo>
                  <a:pt x="16679" y="16194"/>
                </a:lnTo>
                <a:lnTo>
                  <a:pt x="16279" y="17251"/>
                </a:lnTo>
                <a:lnTo>
                  <a:pt x="15880" y="18325"/>
                </a:lnTo>
                <a:lnTo>
                  <a:pt x="14965" y="19341"/>
                </a:lnTo>
                <a:lnTo>
                  <a:pt x="14116" y="19968"/>
                </a:lnTo>
                <a:lnTo>
                  <a:pt x="12845" y="20457"/>
                </a:lnTo>
                <a:lnTo>
                  <a:pt x="10656" y="21069"/>
                </a:lnTo>
                <a:lnTo>
                  <a:pt x="8942" y="21333"/>
                </a:lnTo>
                <a:lnTo>
                  <a:pt x="7200" y="21600"/>
                </a:lnTo>
                <a:lnTo>
                  <a:pt x="5893" y="20551"/>
                </a:lnTo>
                <a:lnTo>
                  <a:pt x="4860" y="19534"/>
                </a:lnTo>
                <a:lnTo>
                  <a:pt x="4064" y="18528"/>
                </a:lnTo>
                <a:lnTo>
                  <a:pt x="3463" y="17508"/>
                </a:lnTo>
                <a:lnTo>
                  <a:pt x="3024" y="16456"/>
                </a:lnTo>
                <a:lnTo>
                  <a:pt x="2704" y="15348"/>
                </a:lnTo>
                <a:lnTo>
                  <a:pt x="2462" y="14163"/>
                </a:lnTo>
                <a:lnTo>
                  <a:pt x="2311" y="13336"/>
                </a:lnTo>
                <a:lnTo>
                  <a:pt x="2160" y="12505"/>
                </a:lnTo>
                <a:lnTo>
                  <a:pt x="2005" y="11662"/>
                </a:lnTo>
                <a:lnTo>
                  <a:pt x="1861" y="10803"/>
                </a:lnTo>
                <a:lnTo>
                  <a:pt x="1721" y="9939"/>
                </a:lnTo>
                <a:lnTo>
                  <a:pt x="1577" y="9064"/>
                </a:lnTo>
                <a:lnTo>
                  <a:pt x="1418" y="8194"/>
                </a:lnTo>
                <a:lnTo>
                  <a:pt x="1264" y="7318"/>
                </a:lnTo>
                <a:lnTo>
                  <a:pt x="1105" y="6431"/>
                </a:lnTo>
                <a:lnTo>
                  <a:pt x="914" y="5358"/>
                </a:lnTo>
                <a:lnTo>
                  <a:pt x="731" y="4288"/>
                </a:lnTo>
                <a:lnTo>
                  <a:pt x="544" y="3215"/>
                </a:lnTo>
                <a:lnTo>
                  <a:pt x="360" y="2143"/>
                </a:lnTo>
                <a:lnTo>
                  <a:pt x="180" y="1072"/>
                </a:lnTo>
                <a:lnTo>
                  <a:pt x="0" y="0"/>
                </a:lnTo>
                <a:close/>
              </a:path>
            </a:pathLst>
          </a:custGeom>
          <a:solidFill>
            <a:srgbClr val="80898C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8" name="contour_06076"/>
          <p:cNvSpPr/>
          <p:nvPr/>
        </p:nvSpPr>
        <p:spPr>
          <a:xfrm>
            <a:off x="7356670" y="1362228"/>
            <a:ext cx="174912" cy="30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" y="443"/>
                </a:moveTo>
                <a:lnTo>
                  <a:pt x="1486" y="139"/>
                </a:lnTo>
                <a:lnTo>
                  <a:pt x="2023" y="0"/>
                </a:lnTo>
                <a:lnTo>
                  <a:pt x="2535" y="21"/>
                </a:lnTo>
                <a:lnTo>
                  <a:pt x="3044" y="196"/>
                </a:lnTo>
                <a:lnTo>
                  <a:pt x="3573" y="526"/>
                </a:lnTo>
                <a:lnTo>
                  <a:pt x="4145" y="1005"/>
                </a:lnTo>
                <a:lnTo>
                  <a:pt x="4634" y="1366"/>
                </a:lnTo>
                <a:lnTo>
                  <a:pt x="5131" y="1733"/>
                </a:lnTo>
                <a:lnTo>
                  <a:pt x="5759" y="2217"/>
                </a:lnTo>
                <a:lnTo>
                  <a:pt x="6387" y="2723"/>
                </a:lnTo>
                <a:lnTo>
                  <a:pt x="7015" y="3243"/>
                </a:lnTo>
                <a:lnTo>
                  <a:pt x="7642" y="3774"/>
                </a:lnTo>
                <a:lnTo>
                  <a:pt x="8269" y="4311"/>
                </a:lnTo>
                <a:lnTo>
                  <a:pt x="8784" y="4708"/>
                </a:lnTo>
                <a:lnTo>
                  <a:pt x="9300" y="5105"/>
                </a:lnTo>
                <a:lnTo>
                  <a:pt x="9815" y="5497"/>
                </a:lnTo>
                <a:lnTo>
                  <a:pt x="10331" y="5883"/>
                </a:lnTo>
                <a:lnTo>
                  <a:pt x="10959" y="6368"/>
                </a:lnTo>
                <a:lnTo>
                  <a:pt x="11587" y="6863"/>
                </a:lnTo>
                <a:lnTo>
                  <a:pt x="12214" y="7368"/>
                </a:lnTo>
                <a:lnTo>
                  <a:pt x="12841" y="7879"/>
                </a:lnTo>
                <a:lnTo>
                  <a:pt x="13469" y="8400"/>
                </a:lnTo>
                <a:lnTo>
                  <a:pt x="14095" y="8931"/>
                </a:lnTo>
                <a:lnTo>
                  <a:pt x="14721" y="9472"/>
                </a:lnTo>
                <a:lnTo>
                  <a:pt x="15348" y="10019"/>
                </a:lnTo>
                <a:lnTo>
                  <a:pt x="15974" y="10576"/>
                </a:lnTo>
                <a:lnTo>
                  <a:pt x="16600" y="11138"/>
                </a:lnTo>
                <a:lnTo>
                  <a:pt x="17226" y="11710"/>
                </a:lnTo>
                <a:lnTo>
                  <a:pt x="17851" y="12288"/>
                </a:lnTo>
                <a:lnTo>
                  <a:pt x="18476" y="12875"/>
                </a:lnTo>
                <a:lnTo>
                  <a:pt x="19102" y="13468"/>
                </a:lnTo>
                <a:lnTo>
                  <a:pt x="19726" y="14072"/>
                </a:lnTo>
                <a:lnTo>
                  <a:pt x="20351" y="14675"/>
                </a:lnTo>
                <a:lnTo>
                  <a:pt x="20975" y="15294"/>
                </a:lnTo>
                <a:lnTo>
                  <a:pt x="21600" y="15913"/>
                </a:lnTo>
                <a:lnTo>
                  <a:pt x="21600" y="18470"/>
                </a:lnTo>
                <a:lnTo>
                  <a:pt x="21600" y="21069"/>
                </a:lnTo>
                <a:lnTo>
                  <a:pt x="20255" y="21162"/>
                </a:lnTo>
                <a:lnTo>
                  <a:pt x="18987" y="21244"/>
                </a:lnTo>
                <a:lnTo>
                  <a:pt x="17795" y="21322"/>
                </a:lnTo>
                <a:lnTo>
                  <a:pt x="16673" y="21394"/>
                </a:lnTo>
                <a:lnTo>
                  <a:pt x="15621" y="21450"/>
                </a:lnTo>
                <a:lnTo>
                  <a:pt x="14634" y="21502"/>
                </a:lnTo>
                <a:lnTo>
                  <a:pt x="13708" y="21543"/>
                </a:lnTo>
                <a:lnTo>
                  <a:pt x="12840" y="21574"/>
                </a:lnTo>
                <a:lnTo>
                  <a:pt x="12029" y="21595"/>
                </a:lnTo>
                <a:lnTo>
                  <a:pt x="11268" y="21600"/>
                </a:lnTo>
                <a:lnTo>
                  <a:pt x="10556" y="21590"/>
                </a:lnTo>
                <a:lnTo>
                  <a:pt x="9890" y="21569"/>
                </a:lnTo>
                <a:lnTo>
                  <a:pt x="9265" y="21533"/>
                </a:lnTo>
                <a:lnTo>
                  <a:pt x="8680" y="21481"/>
                </a:lnTo>
                <a:lnTo>
                  <a:pt x="8129" y="21409"/>
                </a:lnTo>
                <a:lnTo>
                  <a:pt x="7610" y="21327"/>
                </a:lnTo>
                <a:lnTo>
                  <a:pt x="7121" y="21218"/>
                </a:lnTo>
                <a:lnTo>
                  <a:pt x="6656" y="21100"/>
                </a:lnTo>
                <a:lnTo>
                  <a:pt x="6214" y="20955"/>
                </a:lnTo>
                <a:lnTo>
                  <a:pt x="5791" y="20790"/>
                </a:lnTo>
                <a:lnTo>
                  <a:pt x="5383" y="20605"/>
                </a:lnTo>
                <a:lnTo>
                  <a:pt x="4988" y="20399"/>
                </a:lnTo>
                <a:lnTo>
                  <a:pt x="4602" y="20172"/>
                </a:lnTo>
                <a:lnTo>
                  <a:pt x="4221" y="19919"/>
                </a:lnTo>
                <a:lnTo>
                  <a:pt x="3842" y="19641"/>
                </a:lnTo>
                <a:lnTo>
                  <a:pt x="3463" y="19336"/>
                </a:lnTo>
                <a:lnTo>
                  <a:pt x="3080" y="19006"/>
                </a:lnTo>
                <a:lnTo>
                  <a:pt x="2688" y="18651"/>
                </a:lnTo>
                <a:lnTo>
                  <a:pt x="2287" y="18269"/>
                </a:lnTo>
                <a:lnTo>
                  <a:pt x="1871" y="17856"/>
                </a:lnTo>
                <a:lnTo>
                  <a:pt x="1437" y="17418"/>
                </a:lnTo>
                <a:lnTo>
                  <a:pt x="984" y="16949"/>
                </a:lnTo>
                <a:lnTo>
                  <a:pt x="505" y="16444"/>
                </a:lnTo>
                <a:lnTo>
                  <a:pt x="0" y="15913"/>
                </a:lnTo>
                <a:lnTo>
                  <a:pt x="126" y="12061"/>
                </a:lnTo>
                <a:lnTo>
                  <a:pt x="236" y="9328"/>
                </a:lnTo>
                <a:lnTo>
                  <a:pt x="373" y="6977"/>
                </a:lnTo>
                <a:lnTo>
                  <a:pt x="580" y="4264"/>
                </a:lnTo>
                <a:lnTo>
                  <a:pt x="900" y="443"/>
                </a:lnTo>
                <a:close/>
              </a:path>
            </a:pathLst>
          </a:custGeom>
          <a:solidFill>
            <a:srgbClr val="D9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079" name="contour_06077"/>
          <p:cNvSpPr/>
          <p:nvPr/>
        </p:nvSpPr>
        <p:spPr>
          <a:xfrm>
            <a:off x="5607552" y="1342433"/>
            <a:ext cx="131184" cy="49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47"/>
                </a:moveTo>
                <a:lnTo>
                  <a:pt x="21041" y="4474"/>
                </a:lnTo>
                <a:lnTo>
                  <a:pt x="20604" y="5776"/>
                </a:lnTo>
                <a:lnTo>
                  <a:pt x="20065" y="7053"/>
                </a:lnTo>
                <a:lnTo>
                  <a:pt x="19200" y="8898"/>
                </a:lnTo>
                <a:lnTo>
                  <a:pt x="18317" y="8863"/>
                </a:lnTo>
                <a:lnTo>
                  <a:pt x="17657" y="8806"/>
                </a:lnTo>
                <a:lnTo>
                  <a:pt x="17102" y="8695"/>
                </a:lnTo>
                <a:lnTo>
                  <a:pt x="16530" y="8498"/>
                </a:lnTo>
                <a:lnTo>
                  <a:pt x="15820" y="8177"/>
                </a:lnTo>
                <a:lnTo>
                  <a:pt x="14850" y="7707"/>
                </a:lnTo>
                <a:lnTo>
                  <a:pt x="14512" y="7551"/>
                </a:lnTo>
                <a:lnTo>
                  <a:pt x="13916" y="7275"/>
                </a:lnTo>
                <a:lnTo>
                  <a:pt x="12553" y="6640"/>
                </a:lnTo>
                <a:lnTo>
                  <a:pt x="11974" y="6338"/>
                </a:lnTo>
                <a:lnTo>
                  <a:pt x="11392" y="6030"/>
                </a:lnTo>
                <a:lnTo>
                  <a:pt x="10800" y="5722"/>
                </a:lnTo>
                <a:lnTo>
                  <a:pt x="10728" y="7990"/>
                </a:lnTo>
                <a:lnTo>
                  <a:pt x="10692" y="9619"/>
                </a:lnTo>
                <a:lnTo>
                  <a:pt x="10692" y="11067"/>
                </a:lnTo>
                <a:lnTo>
                  <a:pt x="10728" y="12791"/>
                </a:lnTo>
                <a:lnTo>
                  <a:pt x="10800" y="15249"/>
                </a:lnTo>
                <a:lnTo>
                  <a:pt x="11394" y="16036"/>
                </a:lnTo>
                <a:lnTo>
                  <a:pt x="11990" y="16824"/>
                </a:lnTo>
                <a:lnTo>
                  <a:pt x="12592" y="17621"/>
                </a:lnTo>
                <a:lnTo>
                  <a:pt x="13200" y="18424"/>
                </a:lnTo>
                <a:lnTo>
                  <a:pt x="12383" y="18621"/>
                </a:lnTo>
                <a:lnTo>
                  <a:pt x="11567" y="18818"/>
                </a:lnTo>
                <a:lnTo>
                  <a:pt x="10748" y="19015"/>
                </a:lnTo>
                <a:lnTo>
                  <a:pt x="9931" y="19212"/>
                </a:lnTo>
                <a:lnTo>
                  <a:pt x="9113" y="19409"/>
                </a:lnTo>
                <a:lnTo>
                  <a:pt x="8292" y="19606"/>
                </a:lnTo>
                <a:lnTo>
                  <a:pt x="7471" y="19803"/>
                </a:lnTo>
                <a:lnTo>
                  <a:pt x="6649" y="20000"/>
                </a:lnTo>
                <a:lnTo>
                  <a:pt x="5826" y="20200"/>
                </a:lnTo>
                <a:lnTo>
                  <a:pt x="5000" y="20396"/>
                </a:lnTo>
                <a:lnTo>
                  <a:pt x="4172" y="20597"/>
                </a:lnTo>
                <a:lnTo>
                  <a:pt x="3343" y="20797"/>
                </a:lnTo>
                <a:lnTo>
                  <a:pt x="2512" y="20997"/>
                </a:lnTo>
                <a:lnTo>
                  <a:pt x="1678" y="21197"/>
                </a:lnTo>
                <a:lnTo>
                  <a:pt x="840" y="21397"/>
                </a:lnTo>
                <a:lnTo>
                  <a:pt x="0" y="21600"/>
                </a:lnTo>
                <a:lnTo>
                  <a:pt x="679" y="20254"/>
                </a:lnTo>
                <a:lnTo>
                  <a:pt x="1358" y="18904"/>
                </a:lnTo>
                <a:lnTo>
                  <a:pt x="2040" y="17551"/>
                </a:lnTo>
                <a:lnTo>
                  <a:pt x="2724" y="16192"/>
                </a:lnTo>
                <a:lnTo>
                  <a:pt x="3412" y="14830"/>
                </a:lnTo>
                <a:lnTo>
                  <a:pt x="4103" y="13455"/>
                </a:lnTo>
                <a:lnTo>
                  <a:pt x="4800" y="12073"/>
                </a:lnTo>
                <a:lnTo>
                  <a:pt x="4502" y="10501"/>
                </a:lnTo>
                <a:lnTo>
                  <a:pt x="4205" y="8920"/>
                </a:lnTo>
                <a:lnTo>
                  <a:pt x="3904" y="7332"/>
                </a:lnTo>
                <a:lnTo>
                  <a:pt x="3600" y="5722"/>
                </a:lnTo>
                <a:lnTo>
                  <a:pt x="4386" y="5287"/>
                </a:lnTo>
                <a:lnTo>
                  <a:pt x="5173" y="4855"/>
                </a:lnTo>
                <a:lnTo>
                  <a:pt x="5960" y="4430"/>
                </a:lnTo>
                <a:lnTo>
                  <a:pt x="6748" y="4008"/>
                </a:lnTo>
                <a:lnTo>
                  <a:pt x="7536" y="3592"/>
                </a:lnTo>
                <a:lnTo>
                  <a:pt x="8323" y="3176"/>
                </a:lnTo>
                <a:lnTo>
                  <a:pt x="9112" y="2763"/>
                </a:lnTo>
                <a:lnTo>
                  <a:pt x="9900" y="2350"/>
                </a:lnTo>
                <a:lnTo>
                  <a:pt x="10490" y="2020"/>
                </a:lnTo>
                <a:lnTo>
                  <a:pt x="11083" y="1686"/>
                </a:lnTo>
                <a:lnTo>
                  <a:pt x="11686" y="1350"/>
                </a:lnTo>
                <a:lnTo>
                  <a:pt x="12595" y="911"/>
                </a:lnTo>
                <a:lnTo>
                  <a:pt x="13464" y="549"/>
                </a:lnTo>
                <a:lnTo>
                  <a:pt x="14300" y="273"/>
                </a:lnTo>
                <a:lnTo>
                  <a:pt x="15112" y="89"/>
                </a:lnTo>
                <a:lnTo>
                  <a:pt x="15905" y="0"/>
                </a:lnTo>
                <a:lnTo>
                  <a:pt x="16688" y="13"/>
                </a:lnTo>
                <a:lnTo>
                  <a:pt x="17468" y="133"/>
                </a:lnTo>
                <a:lnTo>
                  <a:pt x="18254" y="368"/>
                </a:lnTo>
                <a:lnTo>
                  <a:pt x="19054" y="721"/>
                </a:lnTo>
                <a:lnTo>
                  <a:pt x="19872" y="1197"/>
                </a:lnTo>
                <a:lnTo>
                  <a:pt x="20718" y="1804"/>
                </a:lnTo>
                <a:lnTo>
                  <a:pt x="21600" y="2547"/>
                </a:lnTo>
                <a:close/>
              </a:path>
            </a:pathLst>
          </a:custGeom>
          <a:solidFill>
            <a:srgbClr val="53656C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0" name="contour_06078"/>
          <p:cNvSpPr/>
          <p:nvPr/>
        </p:nvSpPr>
        <p:spPr>
          <a:xfrm>
            <a:off x="3587467" y="1326414"/>
            <a:ext cx="1033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4" y="0"/>
                </a:moveTo>
                <a:lnTo>
                  <a:pt x="1228" y="180"/>
                </a:lnTo>
                <a:lnTo>
                  <a:pt x="2180" y="364"/>
                </a:lnTo>
                <a:lnTo>
                  <a:pt x="3132" y="551"/>
                </a:lnTo>
                <a:lnTo>
                  <a:pt x="4084" y="745"/>
                </a:lnTo>
                <a:lnTo>
                  <a:pt x="5034" y="943"/>
                </a:lnTo>
                <a:lnTo>
                  <a:pt x="5986" y="1145"/>
                </a:lnTo>
                <a:lnTo>
                  <a:pt x="6939" y="1350"/>
                </a:lnTo>
                <a:lnTo>
                  <a:pt x="7883" y="1519"/>
                </a:lnTo>
                <a:lnTo>
                  <a:pt x="8843" y="1688"/>
                </a:lnTo>
                <a:lnTo>
                  <a:pt x="10582" y="2095"/>
                </a:lnTo>
                <a:lnTo>
                  <a:pt x="11866" y="2459"/>
                </a:lnTo>
                <a:lnTo>
                  <a:pt x="12817" y="2866"/>
                </a:lnTo>
                <a:lnTo>
                  <a:pt x="13553" y="3402"/>
                </a:lnTo>
                <a:lnTo>
                  <a:pt x="14192" y="4158"/>
                </a:lnTo>
                <a:lnTo>
                  <a:pt x="14856" y="5216"/>
                </a:lnTo>
                <a:lnTo>
                  <a:pt x="15662" y="6667"/>
                </a:lnTo>
                <a:lnTo>
                  <a:pt x="16115" y="8032"/>
                </a:lnTo>
                <a:lnTo>
                  <a:pt x="16569" y="9407"/>
                </a:lnTo>
                <a:lnTo>
                  <a:pt x="17030" y="10800"/>
                </a:lnTo>
                <a:lnTo>
                  <a:pt x="17644" y="12272"/>
                </a:lnTo>
                <a:lnTo>
                  <a:pt x="18261" y="13738"/>
                </a:lnTo>
                <a:lnTo>
                  <a:pt x="18882" y="15196"/>
                </a:lnTo>
                <a:lnTo>
                  <a:pt x="19506" y="16650"/>
                </a:lnTo>
                <a:lnTo>
                  <a:pt x="20197" y="18284"/>
                </a:lnTo>
                <a:lnTo>
                  <a:pt x="20895" y="19930"/>
                </a:lnTo>
                <a:lnTo>
                  <a:pt x="21600" y="21600"/>
                </a:lnTo>
                <a:lnTo>
                  <a:pt x="20566" y="21424"/>
                </a:lnTo>
                <a:lnTo>
                  <a:pt x="19531" y="21240"/>
                </a:lnTo>
                <a:lnTo>
                  <a:pt x="18497" y="21053"/>
                </a:lnTo>
                <a:lnTo>
                  <a:pt x="17464" y="20855"/>
                </a:lnTo>
                <a:lnTo>
                  <a:pt x="16432" y="20657"/>
                </a:lnTo>
                <a:lnTo>
                  <a:pt x="15397" y="20455"/>
                </a:lnTo>
                <a:lnTo>
                  <a:pt x="14364" y="20250"/>
                </a:lnTo>
                <a:lnTo>
                  <a:pt x="13856" y="20167"/>
                </a:lnTo>
                <a:lnTo>
                  <a:pt x="12317" y="19912"/>
                </a:lnTo>
                <a:lnTo>
                  <a:pt x="11243" y="19678"/>
                </a:lnTo>
                <a:lnTo>
                  <a:pt x="10169" y="19411"/>
                </a:lnTo>
                <a:lnTo>
                  <a:pt x="9097" y="19091"/>
                </a:lnTo>
                <a:lnTo>
                  <a:pt x="8034" y="18702"/>
                </a:lnTo>
                <a:lnTo>
                  <a:pt x="6981" y="18223"/>
                </a:lnTo>
                <a:lnTo>
                  <a:pt x="5944" y="17636"/>
                </a:lnTo>
                <a:lnTo>
                  <a:pt x="4926" y="16924"/>
                </a:lnTo>
                <a:lnTo>
                  <a:pt x="3932" y="16063"/>
                </a:lnTo>
                <a:lnTo>
                  <a:pt x="2966" y="15041"/>
                </a:lnTo>
                <a:lnTo>
                  <a:pt x="2031" y="13835"/>
                </a:lnTo>
                <a:lnTo>
                  <a:pt x="1133" y="12427"/>
                </a:lnTo>
                <a:lnTo>
                  <a:pt x="274" y="10800"/>
                </a:lnTo>
                <a:lnTo>
                  <a:pt x="91" y="7906"/>
                </a:lnTo>
                <a:lnTo>
                  <a:pt x="0" y="5897"/>
                </a:lnTo>
                <a:lnTo>
                  <a:pt x="0" y="4255"/>
                </a:lnTo>
                <a:lnTo>
                  <a:pt x="91" y="2462"/>
                </a:lnTo>
                <a:lnTo>
                  <a:pt x="274" y="0"/>
                </a:lnTo>
                <a:close/>
              </a:path>
            </a:pathLst>
          </a:custGeom>
          <a:solidFill>
            <a:srgbClr val="3B4F56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1" name="contour_06079"/>
          <p:cNvSpPr/>
          <p:nvPr/>
        </p:nvSpPr>
        <p:spPr>
          <a:xfrm>
            <a:off x="7159894" y="1246247"/>
            <a:ext cx="109320" cy="43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72" y="161"/>
                </a:lnTo>
                <a:lnTo>
                  <a:pt x="1944" y="323"/>
                </a:lnTo>
                <a:lnTo>
                  <a:pt x="2916" y="484"/>
                </a:lnTo>
                <a:lnTo>
                  <a:pt x="3889" y="646"/>
                </a:lnTo>
                <a:lnTo>
                  <a:pt x="4863" y="807"/>
                </a:lnTo>
                <a:lnTo>
                  <a:pt x="5836" y="968"/>
                </a:lnTo>
                <a:lnTo>
                  <a:pt x="6811" y="1130"/>
                </a:lnTo>
                <a:lnTo>
                  <a:pt x="7786" y="1291"/>
                </a:lnTo>
                <a:lnTo>
                  <a:pt x="8762" y="1456"/>
                </a:lnTo>
                <a:lnTo>
                  <a:pt x="9740" y="1618"/>
                </a:lnTo>
                <a:lnTo>
                  <a:pt x="10719" y="1779"/>
                </a:lnTo>
                <a:lnTo>
                  <a:pt x="11699" y="1944"/>
                </a:lnTo>
                <a:lnTo>
                  <a:pt x="12681" y="2105"/>
                </a:lnTo>
                <a:lnTo>
                  <a:pt x="13664" y="2270"/>
                </a:lnTo>
                <a:lnTo>
                  <a:pt x="14649" y="2432"/>
                </a:lnTo>
                <a:lnTo>
                  <a:pt x="15636" y="2597"/>
                </a:lnTo>
                <a:lnTo>
                  <a:pt x="16623" y="2762"/>
                </a:lnTo>
                <a:lnTo>
                  <a:pt x="17614" y="2923"/>
                </a:lnTo>
                <a:lnTo>
                  <a:pt x="18608" y="3088"/>
                </a:lnTo>
                <a:lnTo>
                  <a:pt x="19603" y="3257"/>
                </a:lnTo>
                <a:lnTo>
                  <a:pt x="20599" y="3422"/>
                </a:lnTo>
                <a:lnTo>
                  <a:pt x="21600" y="3587"/>
                </a:lnTo>
                <a:lnTo>
                  <a:pt x="20013" y="6550"/>
                </a:lnTo>
                <a:lnTo>
                  <a:pt x="18596" y="9179"/>
                </a:lnTo>
                <a:lnTo>
                  <a:pt x="17333" y="11499"/>
                </a:lnTo>
                <a:lnTo>
                  <a:pt x="16204" y="13526"/>
                </a:lnTo>
                <a:lnTo>
                  <a:pt x="15196" y="15276"/>
                </a:lnTo>
                <a:lnTo>
                  <a:pt x="14291" y="16769"/>
                </a:lnTo>
                <a:lnTo>
                  <a:pt x="13473" y="18020"/>
                </a:lnTo>
                <a:lnTo>
                  <a:pt x="12722" y="19050"/>
                </a:lnTo>
                <a:lnTo>
                  <a:pt x="12025" y="19878"/>
                </a:lnTo>
                <a:lnTo>
                  <a:pt x="11363" y="20520"/>
                </a:lnTo>
                <a:lnTo>
                  <a:pt x="10722" y="20997"/>
                </a:lnTo>
                <a:lnTo>
                  <a:pt x="10083" y="21324"/>
                </a:lnTo>
                <a:lnTo>
                  <a:pt x="9429" y="21518"/>
                </a:lnTo>
                <a:lnTo>
                  <a:pt x="8745" y="21600"/>
                </a:lnTo>
                <a:lnTo>
                  <a:pt x="8014" y="21586"/>
                </a:lnTo>
                <a:lnTo>
                  <a:pt x="7217" y="21496"/>
                </a:lnTo>
                <a:lnTo>
                  <a:pt x="6342" y="21345"/>
                </a:lnTo>
                <a:lnTo>
                  <a:pt x="5367" y="21155"/>
                </a:lnTo>
                <a:lnTo>
                  <a:pt x="4573" y="20660"/>
                </a:lnTo>
                <a:lnTo>
                  <a:pt x="3973" y="20244"/>
                </a:lnTo>
                <a:lnTo>
                  <a:pt x="3377" y="19753"/>
                </a:lnTo>
                <a:lnTo>
                  <a:pt x="2595" y="19035"/>
                </a:lnTo>
                <a:lnTo>
                  <a:pt x="1440" y="17934"/>
                </a:lnTo>
                <a:lnTo>
                  <a:pt x="1646" y="16439"/>
                </a:lnTo>
                <a:lnTo>
                  <a:pt x="1856" y="14921"/>
                </a:lnTo>
                <a:lnTo>
                  <a:pt x="2097" y="12966"/>
                </a:lnTo>
                <a:lnTo>
                  <a:pt x="2340" y="10983"/>
                </a:lnTo>
                <a:lnTo>
                  <a:pt x="2591" y="9046"/>
                </a:lnTo>
                <a:lnTo>
                  <a:pt x="2847" y="7077"/>
                </a:lnTo>
                <a:lnTo>
                  <a:pt x="2854" y="6209"/>
                </a:lnTo>
                <a:lnTo>
                  <a:pt x="2880" y="3587"/>
                </a:lnTo>
                <a:lnTo>
                  <a:pt x="2167" y="2697"/>
                </a:lnTo>
                <a:lnTo>
                  <a:pt x="1452" y="1808"/>
                </a:lnTo>
                <a:lnTo>
                  <a:pt x="730" y="907"/>
                </a:lnTo>
                <a:lnTo>
                  <a:pt x="0" y="0"/>
                </a:lnTo>
                <a:close/>
              </a:path>
            </a:pathLst>
          </a:custGeom>
          <a:solidFill>
            <a:srgbClr val="DB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2" name="contour_06080"/>
          <p:cNvSpPr/>
          <p:nvPr/>
        </p:nvSpPr>
        <p:spPr>
          <a:xfrm>
            <a:off x="7291078" y="1042183"/>
            <a:ext cx="233216" cy="207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" y="0"/>
                </a:lnTo>
                <a:lnTo>
                  <a:pt x="950" y="0"/>
                </a:lnTo>
                <a:lnTo>
                  <a:pt x="1426" y="0"/>
                </a:lnTo>
                <a:lnTo>
                  <a:pt x="1901" y="0"/>
                </a:lnTo>
                <a:lnTo>
                  <a:pt x="2376" y="0"/>
                </a:lnTo>
                <a:lnTo>
                  <a:pt x="2852" y="0"/>
                </a:lnTo>
                <a:lnTo>
                  <a:pt x="3327" y="0"/>
                </a:lnTo>
                <a:lnTo>
                  <a:pt x="3803" y="0"/>
                </a:lnTo>
                <a:lnTo>
                  <a:pt x="4279" y="0"/>
                </a:lnTo>
                <a:lnTo>
                  <a:pt x="4755" y="0"/>
                </a:lnTo>
                <a:lnTo>
                  <a:pt x="5231" y="0"/>
                </a:lnTo>
                <a:lnTo>
                  <a:pt x="5706" y="0"/>
                </a:lnTo>
                <a:lnTo>
                  <a:pt x="6183" y="0"/>
                </a:lnTo>
                <a:lnTo>
                  <a:pt x="6660" y="0"/>
                </a:lnTo>
                <a:lnTo>
                  <a:pt x="7136" y="0"/>
                </a:lnTo>
                <a:lnTo>
                  <a:pt x="7613" y="0"/>
                </a:lnTo>
                <a:lnTo>
                  <a:pt x="8090" y="0"/>
                </a:lnTo>
                <a:lnTo>
                  <a:pt x="8567" y="0"/>
                </a:lnTo>
                <a:lnTo>
                  <a:pt x="9045" y="0"/>
                </a:lnTo>
                <a:lnTo>
                  <a:pt x="9523" y="0"/>
                </a:lnTo>
                <a:lnTo>
                  <a:pt x="10001" y="0"/>
                </a:lnTo>
                <a:lnTo>
                  <a:pt x="10479" y="0"/>
                </a:lnTo>
                <a:lnTo>
                  <a:pt x="10959" y="0"/>
                </a:lnTo>
                <a:lnTo>
                  <a:pt x="11438" y="0"/>
                </a:lnTo>
                <a:lnTo>
                  <a:pt x="11917" y="0"/>
                </a:lnTo>
                <a:lnTo>
                  <a:pt x="12397" y="0"/>
                </a:lnTo>
                <a:lnTo>
                  <a:pt x="12877" y="0"/>
                </a:lnTo>
                <a:lnTo>
                  <a:pt x="13358" y="0"/>
                </a:lnTo>
                <a:lnTo>
                  <a:pt x="13839" y="0"/>
                </a:lnTo>
                <a:lnTo>
                  <a:pt x="14320" y="0"/>
                </a:lnTo>
                <a:lnTo>
                  <a:pt x="14802" y="0"/>
                </a:lnTo>
                <a:lnTo>
                  <a:pt x="15284" y="0"/>
                </a:lnTo>
                <a:lnTo>
                  <a:pt x="15767" y="0"/>
                </a:lnTo>
                <a:lnTo>
                  <a:pt x="16250" y="0"/>
                </a:lnTo>
                <a:lnTo>
                  <a:pt x="16734" y="0"/>
                </a:lnTo>
                <a:lnTo>
                  <a:pt x="17218" y="0"/>
                </a:lnTo>
                <a:lnTo>
                  <a:pt x="17703" y="0"/>
                </a:lnTo>
                <a:lnTo>
                  <a:pt x="18188" y="0"/>
                </a:lnTo>
                <a:lnTo>
                  <a:pt x="18673" y="0"/>
                </a:lnTo>
                <a:lnTo>
                  <a:pt x="19160" y="0"/>
                </a:lnTo>
                <a:lnTo>
                  <a:pt x="19647" y="0"/>
                </a:lnTo>
                <a:lnTo>
                  <a:pt x="20134" y="0"/>
                </a:lnTo>
                <a:lnTo>
                  <a:pt x="20622" y="0"/>
                </a:lnTo>
                <a:lnTo>
                  <a:pt x="21111" y="0"/>
                </a:lnTo>
                <a:lnTo>
                  <a:pt x="21600" y="0"/>
                </a:lnTo>
                <a:lnTo>
                  <a:pt x="21600" y="3760"/>
                </a:lnTo>
                <a:lnTo>
                  <a:pt x="21600" y="7582"/>
                </a:lnTo>
                <a:lnTo>
                  <a:pt x="20685" y="8567"/>
                </a:lnTo>
                <a:lnTo>
                  <a:pt x="19840" y="9469"/>
                </a:lnTo>
                <a:lnTo>
                  <a:pt x="19059" y="10303"/>
                </a:lnTo>
                <a:lnTo>
                  <a:pt x="18338" y="11069"/>
                </a:lnTo>
                <a:lnTo>
                  <a:pt x="17675" y="11759"/>
                </a:lnTo>
                <a:lnTo>
                  <a:pt x="17063" y="12388"/>
                </a:lnTo>
                <a:lnTo>
                  <a:pt x="16500" y="12949"/>
                </a:lnTo>
                <a:lnTo>
                  <a:pt x="15981" y="13450"/>
                </a:lnTo>
                <a:lnTo>
                  <a:pt x="15501" y="13897"/>
                </a:lnTo>
                <a:lnTo>
                  <a:pt x="15057" y="14284"/>
                </a:lnTo>
                <a:lnTo>
                  <a:pt x="14645" y="14617"/>
                </a:lnTo>
                <a:lnTo>
                  <a:pt x="14260" y="14898"/>
                </a:lnTo>
                <a:lnTo>
                  <a:pt x="13898" y="15133"/>
                </a:lnTo>
                <a:lnTo>
                  <a:pt x="13555" y="15322"/>
                </a:lnTo>
                <a:lnTo>
                  <a:pt x="13227" y="15466"/>
                </a:lnTo>
                <a:lnTo>
                  <a:pt x="12911" y="15573"/>
                </a:lnTo>
                <a:lnTo>
                  <a:pt x="12600" y="15633"/>
                </a:lnTo>
                <a:lnTo>
                  <a:pt x="12292" y="15664"/>
                </a:lnTo>
                <a:lnTo>
                  <a:pt x="11981" y="15656"/>
                </a:lnTo>
                <a:lnTo>
                  <a:pt x="11665" y="15618"/>
                </a:lnTo>
                <a:lnTo>
                  <a:pt x="11339" y="15557"/>
                </a:lnTo>
                <a:lnTo>
                  <a:pt x="10999" y="15466"/>
                </a:lnTo>
                <a:lnTo>
                  <a:pt x="10641" y="15345"/>
                </a:lnTo>
                <a:lnTo>
                  <a:pt x="10259" y="15209"/>
                </a:lnTo>
                <a:lnTo>
                  <a:pt x="9851" y="15057"/>
                </a:lnTo>
                <a:lnTo>
                  <a:pt x="9412" y="14883"/>
                </a:lnTo>
                <a:lnTo>
                  <a:pt x="8910" y="14822"/>
                </a:lnTo>
                <a:lnTo>
                  <a:pt x="8424" y="14959"/>
                </a:lnTo>
                <a:lnTo>
                  <a:pt x="7951" y="15307"/>
                </a:lnTo>
                <a:lnTo>
                  <a:pt x="7483" y="15899"/>
                </a:lnTo>
                <a:lnTo>
                  <a:pt x="7017" y="16755"/>
                </a:lnTo>
                <a:lnTo>
                  <a:pt x="6545" y="17900"/>
                </a:lnTo>
                <a:lnTo>
                  <a:pt x="6064" y="19371"/>
                </a:lnTo>
                <a:lnTo>
                  <a:pt x="5602" y="20592"/>
                </a:lnTo>
                <a:lnTo>
                  <a:pt x="5164" y="21319"/>
                </a:lnTo>
                <a:lnTo>
                  <a:pt x="4742" y="21600"/>
                </a:lnTo>
                <a:lnTo>
                  <a:pt x="4330" y="21471"/>
                </a:lnTo>
                <a:lnTo>
                  <a:pt x="3922" y="20978"/>
                </a:lnTo>
                <a:lnTo>
                  <a:pt x="3511" y="20152"/>
                </a:lnTo>
                <a:lnTo>
                  <a:pt x="3090" y="19037"/>
                </a:lnTo>
                <a:lnTo>
                  <a:pt x="2653" y="17680"/>
                </a:lnTo>
                <a:lnTo>
                  <a:pt x="2194" y="16111"/>
                </a:lnTo>
                <a:lnTo>
                  <a:pt x="1779" y="14723"/>
                </a:lnTo>
                <a:lnTo>
                  <a:pt x="1361" y="13321"/>
                </a:lnTo>
                <a:lnTo>
                  <a:pt x="939" y="11903"/>
                </a:lnTo>
                <a:lnTo>
                  <a:pt x="628" y="10478"/>
                </a:lnTo>
                <a:lnTo>
                  <a:pt x="317" y="9037"/>
                </a:lnTo>
                <a:lnTo>
                  <a:pt x="0" y="7582"/>
                </a:lnTo>
                <a:lnTo>
                  <a:pt x="0" y="3821"/>
                </a:lnTo>
                <a:lnTo>
                  <a:pt x="0" y="0"/>
                </a:lnTo>
                <a:close/>
              </a:path>
            </a:pathLst>
          </a:custGeom>
          <a:solidFill>
            <a:srgbClr val="FC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3" name="contour_06081"/>
          <p:cNvSpPr/>
          <p:nvPr/>
        </p:nvSpPr>
        <p:spPr>
          <a:xfrm>
            <a:off x="8158349" y="830605"/>
            <a:ext cx="204064" cy="243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00"/>
                </a:moveTo>
                <a:lnTo>
                  <a:pt x="544" y="136"/>
                </a:lnTo>
                <a:lnTo>
                  <a:pt x="1088" y="90"/>
                </a:lnTo>
                <a:lnTo>
                  <a:pt x="1631" y="45"/>
                </a:lnTo>
                <a:lnTo>
                  <a:pt x="2173" y="19"/>
                </a:lnTo>
                <a:lnTo>
                  <a:pt x="2715" y="6"/>
                </a:lnTo>
                <a:lnTo>
                  <a:pt x="3257" y="0"/>
                </a:lnTo>
                <a:lnTo>
                  <a:pt x="3799" y="6"/>
                </a:lnTo>
                <a:lnTo>
                  <a:pt x="4339" y="19"/>
                </a:lnTo>
                <a:lnTo>
                  <a:pt x="4879" y="52"/>
                </a:lnTo>
                <a:lnTo>
                  <a:pt x="5420" y="90"/>
                </a:lnTo>
                <a:lnTo>
                  <a:pt x="5960" y="142"/>
                </a:lnTo>
                <a:lnTo>
                  <a:pt x="6499" y="207"/>
                </a:lnTo>
                <a:lnTo>
                  <a:pt x="7039" y="284"/>
                </a:lnTo>
                <a:lnTo>
                  <a:pt x="7578" y="368"/>
                </a:lnTo>
                <a:lnTo>
                  <a:pt x="8117" y="465"/>
                </a:lnTo>
                <a:lnTo>
                  <a:pt x="8656" y="575"/>
                </a:lnTo>
                <a:lnTo>
                  <a:pt x="9195" y="697"/>
                </a:lnTo>
                <a:lnTo>
                  <a:pt x="9733" y="827"/>
                </a:lnTo>
                <a:lnTo>
                  <a:pt x="10272" y="975"/>
                </a:lnTo>
                <a:lnTo>
                  <a:pt x="10810" y="1130"/>
                </a:lnTo>
                <a:lnTo>
                  <a:pt x="11348" y="1298"/>
                </a:lnTo>
                <a:lnTo>
                  <a:pt x="11886" y="1472"/>
                </a:lnTo>
                <a:lnTo>
                  <a:pt x="12425" y="1666"/>
                </a:lnTo>
                <a:lnTo>
                  <a:pt x="12963" y="1866"/>
                </a:lnTo>
                <a:lnTo>
                  <a:pt x="13502" y="2079"/>
                </a:lnTo>
                <a:lnTo>
                  <a:pt x="14040" y="2299"/>
                </a:lnTo>
                <a:lnTo>
                  <a:pt x="14578" y="2538"/>
                </a:lnTo>
                <a:lnTo>
                  <a:pt x="15117" y="2783"/>
                </a:lnTo>
                <a:lnTo>
                  <a:pt x="15656" y="3041"/>
                </a:lnTo>
                <a:lnTo>
                  <a:pt x="16195" y="3313"/>
                </a:lnTo>
                <a:lnTo>
                  <a:pt x="16734" y="3597"/>
                </a:lnTo>
                <a:lnTo>
                  <a:pt x="17274" y="3894"/>
                </a:lnTo>
                <a:lnTo>
                  <a:pt x="17813" y="4197"/>
                </a:lnTo>
                <a:lnTo>
                  <a:pt x="18353" y="4514"/>
                </a:lnTo>
                <a:lnTo>
                  <a:pt x="18893" y="4843"/>
                </a:lnTo>
                <a:lnTo>
                  <a:pt x="19434" y="5179"/>
                </a:lnTo>
                <a:lnTo>
                  <a:pt x="19975" y="5534"/>
                </a:lnTo>
                <a:lnTo>
                  <a:pt x="20516" y="5896"/>
                </a:lnTo>
                <a:lnTo>
                  <a:pt x="21058" y="6270"/>
                </a:lnTo>
                <a:lnTo>
                  <a:pt x="21600" y="6658"/>
                </a:lnTo>
                <a:lnTo>
                  <a:pt x="21600" y="9860"/>
                </a:lnTo>
                <a:lnTo>
                  <a:pt x="21600" y="13115"/>
                </a:lnTo>
                <a:lnTo>
                  <a:pt x="21068" y="13606"/>
                </a:lnTo>
                <a:lnTo>
                  <a:pt x="20538" y="14090"/>
                </a:lnTo>
                <a:lnTo>
                  <a:pt x="20006" y="14555"/>
                </a:lnTo>
                <a:lnTo>
                  <a:pt x="19475" y="15013"/>
                </a:lnTo>
                <a:lnTo>
                  <a:pt x="18944" y="15459"/>
                </a:lnTo>
                <a:lnTo>
                  <a:pt x="18412" y="15885"/>
                </a:lnTo>
                <a:lnTo>
                  <a:pt x="17882" y="16298"/>
                </a:lnTo>
                <a:lnTo>
                  <a:pt x="17350" y="16705"/>
                </a:lnTo>
                <a:lnTo>
                  <a:pt x="16819" y="17093"/>
                </a:lnTo>
                <a:lnTo>
                  <a:pt x="16287" y="17461"/>
                </a:lnTo>
                <a:lnTo>
                  <a:pt x="15756" y="17822"/>
                </a:lnTo>
                <a:lnTo>
                  <a:pt x="15224" y="18165"/>
                </a:lnTo>
                <a:lnTo>
                  <a:pt x="14693" y="18488"/>
                </a:lnTo>
                <a:lnTo>
                  <a:pt x="14160" y="18804"/>
                </a:lnTo>
                <a:lnTo>
                  <a:pt x="13628" y="19095"/>
                </a:lnTo>
                <a:lnTo>
                  <a:pt x="13097" y="19372"/>
                </a:lnTo>
                <a:lnTo>
                  <a:pt x="12563" y="19637"/>
                </a:lnTo>
                <a:lnTo>
                  <a:pt x="12031" y="19882"/>
                </a:lnTo>
                <a:lnTo>
                  <a:pt x="11498" y="20108"/>
                </a:lnTo>
                <a:lnTo>
                  <a:pt x="10966" y="20315"/>
                </a:lnTo>
                <a:lnTo>
                  <a:pt x="10432" y="20509"/>
                </a:lnTo>
                <a:lnTo>
                  <a:pt x="9899" y="20683"/>
                </a:lnTo>
                <a:lnTo>
                  <a:pt x="9365" y="20838"/>
                </a:lnTo>
                <a:lnTo>
                  <a:pt x="8831" y="20974"/>
                </a:lnTo>
                <a:lnTo>
                  <a:pt x="8297" y="21090"/>
                </a:lnTo>
                <a:lnTo>
                  <a:pt x="7762" y="21187"/>
                </a:lnTo>
                <a:lnTo>
                  <a:pt x="7343" y="21322"/>
                </a:lnTo>
                <a:lnTo>
                  <a:pt x="6921" y="21464"/>
                </a:lnTo>
                <a:lnTo>
                  <a:pt x="6493" y="21600"/>
                </a:lnTo>
                <a:lnTo>
                  <a:pt x="5857" y="21555"/>
                </a:lnTo>
                <a:lnTo>
                  <a:pt x="5260" y="21316"/>
                </a:lnTo>
                <a:lnTo>
                  <a:pt x="4700" y="20857"/>
                </a:lnTo>
                <a:lnTo>
                  <a:pt x="4169" y="20160"/>
                </a:lnTo>
                <a:lnTo>
                  <a:pt x="3664" y="19211"/>
                </a:lnTo>
                <a:lnTo>
                  <a:pt x="3181" y="17990"/>
                </a:lnTo>
                <a:lnTo>
                  <a:pt x="2714" y="16473"/>
                </a:lnTo>
                <a:lnTo>
                  <a:pt x="2260" y="14645"/>
                </a:lnTo>
                <a:lnTo>
                  <a:pt x="1811" y="12495"/>
                </a:lnTo>
                <a:lnTo>
                  <a:pt x="1366" y="9990"/>
                </a:lnTo>
                <a:lnTo>
                  <a:pt x="920" y="7116"/>
                </a:lnTo>
                <a:lnTo>
                  <a:pt x="465" y="3862"/>
                </a:lnTo>
                <a:lnTo>
                  <a:pt x="0" y="200"/>
                </a:lnTo>
                <a:close/>
              </a:path>
            </a:pathLst>
          </a:custGeom>
          <a:solidFill>
            <a:srgbClr val="E4E6E8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4" name="contour_06082"/>
          <p:cNvSpPr/>
          <p:nvPr/>
        </p:nvSpPr>
        <p:spPr>
          <a:xfrm>
            <a:off x="2029148" y="6108037"/>
            <a:ext cx="262368" cy="306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01" y="1780"/>
                </a:moveTo>
                <a:lnTo>
                  <a:pt x="21349" y="3202"/>
                </a:lnTo>
                <a:lnTo>
                  <a:pt x="21600" y="4638"/>
                </a:lnTo>
                <a:lnTo>
                  <a:pt x="21182" y="6752"/>
                </a:lnTo>
                <a:lnTo>
                  <a:pt x="20772" y="8702"/>
                </a:lnTo>
                <a:lnTo>
                  <a:pt x="20369" y="10487"/>
                </a:lnTo>
                <a:lnTo>
                  <a:pt x="19971" y="12124"/>
                </a:lnTo>
                <a:lnTo>
                  <a:pt x="19577" y="13601"/>
                </a:lnTo>
                <a:lnTo>
                  <a:pt x="19186" y="14940"/>
                </a:lnTo>
                <a:lnTo>
                  <a:pt x="18796" y="16141"/>
                </a:lnTo>
                <a:lnTo>
                  <a:pt x="18405" y="17203"/>
                </a:lnTo>
                <a:lnTo>
                  <a:pt x="18013" y="18137"/>
                </a:lnTo>
                <a:lnTo>
                  <a:pt x="17618" y="18947"/>
                </a:lnTo>
                <a:lnTo>
                  <a:pt x="17220" y="19635"/>
                </a:lnTo>
                <a:lnTo>
                  <a:pt x="16815" y="20215"/>
                </a:lnTo>
                <a:lnTo>
                  <a:pt x="16404" y="20687"/>
                </a:lnTo>
                <a:lnTo>
                  <a:pt x="15984" y="21051"/>
                </a:lnTo>
                <a:lnTo>
                  <a:pt x="15554" y="21323"/>
                </a:lnTo>
                <a:lnTo>
                  <a:pt x="15113" y="21503"/>
                </a:lnTo>
                <a:lnTo>
                  <a:pt x="14660" y="21590"/>
                </a:lnTo>
                <a:lnTo>
                  <a:pt x="14193" y="21600"/>
                </a:lnTo>
                <a:lnTo>
                  <a:pt x="13711" y="21533"/>
                </a:lnTo>
                <a:lnTo>
                  <a:pt x="13535" y="21523"/>
                </a:lnTo>
                <a:lnTo>
                  <a:pt x="13225" y="21508"/>
                </a:lnTo>
                <a:lnTo>
                  <a:pt x="12515" y="21467"/>
                </a:lnTo>
                <a:lnTo>
                  <a:pt x="12127" y="21441"/>
                </a:lnTo>
                <a:lnTo>
                  <a:pt x="11739" y="21405"/>
                </a:lnTo>
                <a:lnTo>
                  <a:pt x="11350" y="21364"/>
                </a:lnTo>
                <a:lnTo>
                  <a:pt x="10962" y="21318"/>
                </a:lnTo>
                <a:lnTo>
                  <a:pt x="10574" y="21267"/>
                </a:lnTo>
                <a:lnTo>
                  <a:pt x="10186" y="21210"/>
                </a:lnTo>
                <a:lnTo>
                  <a:pt x="9797" y="21149"/>
                </a:lnTo>
                <a:lnTo>
                  <a:pt x="9409" y="21087"/>
                </a:lnTo>
                <a:lnTo>
                  <a:pt x="9010" y="21030"/>
                </a:lnTo>
                <a:lnTo>
                  <a:pt x="8612" y="20984"/>
                </a:lnTo>
                <a:lnTo>
                  <a:pt x="8214" y="20943"/>
                </a:lnTo>
                <a:lnTo>
                  <a:pt x="7816" y="20902"/>
                </a:lnTo>
                <a:lnTo>
                  <a:pt x="7417" y="20871"/>
                </a:lnTo>
                <a:lnTo>
                  <a:pt x="7019" y="20841"/>
                </a:lnTo>
                <a:lnTo>
                  <a:pt x="6621" y="20810"/>
                </a:lnTo>
                <a:lnTo>
                  <a:pt x="6223" y="20779"/>
                </a:lnTo>
                <a:lnTo>
                  <a:pt x="5808" y="20748"/>
                </a:lnTo>
                <a:lnTo>
                  <a:pt x="5393" y="20712"/>
                </a:lnTo>
                <a:lnTo>
                  <a:pt x="4978" y="20671"/>
                </a:lnTo>
                <a:lnTo>
                  <a:pt x="4563" y="20630"/>
                </a:lnTo>
                <a:lnTo>
                  <a:pt x="4148" y="20589"/>
                </a:lnTo>
                <a:lnTo>
                  <a:pt x="3734" y="20543"/>
                </a:lnTo>
                <a:lnTo>
                  <a:pt x="3319" y="20492"/>
                </a:lnTo>
                <a:lnTo>
                  <a:pt x="2904" y="20440"/>
                </a:lnTo>
                <a:lnTo>
                  <a:pt x="2489" y="20389"/>
                </a:lnTo>
                <a:lnTo>
                  <a:pt x="2074" y="20333"/>
                </a:lnTo>
                <a:lnTo>
                  <a:pt x="1660" y="20276"/>
                </a:lnTo>
                <a:lnTo>
                  <a:pt x="1244" y="20220"/>
                </a:lnTo>
                <a:lnTo>
                  <a:pt x="830" y="20158"/>
                </a:lnTo>
                <a:lnTo>
                  <a:pt x="415" y="20097"/>
                </a:lnTo>
                <a:lnTo>
                  <a:pt x="0" y="20030"/>
                </a:lnTo>
                <a:lnTo>
                  <a:pt x="0" y="17485"/>
                </a:lnTo>
                <a:lnTo>
                  <a:pt x="0" y="14899"/>
                </a:lnTo>
                <a:lnTo>
                  <a:pt x="304" y="14838"/>
                </a:lnTo>
                <a:lnTo>
                  <a:pt x="614" y="14771"/>
                </a:lnTo>
                <a:lnTo>
                  <a:pt x="1038" y="14684"/>
                </a:lnTo>
                <a:lnTo>
                  <a:pt x="1463" y="14592"/>
                </a:lnTo>
                <a:lnTo>
                  <a:pt x="1887" y="14499"/>
                </a:lnTo>
                <a:lnTo>
                  <a:pt x="2312" y="14402"/>
                </a:lnTo>
                <a:lnTo>
                  <a:pt x="2736" y="14309"/>
                </a:lnTo>
                <a:lnTo>
                  <a:pt x="3160" y="14212"/>
                </a:lnTo>
                <a:lnTo>
                  <a:pt x="3585" y="14109"/>
                </a:lnTo>
                <a:lnTo>
                  <a:pt x="4009" y="14012"/>
                </a:lnTo>
                <a:lnTo>
                  <a:pt x="4433" y="13909"/>
                </a:lnTo>
                <a:lnTo>
                  <a:pt x="4858" y="13807"/>
                </a:lnTo>
                <a:lnTo>
                  <a:pt x="5282" y="13699"/>
                </a:lnTo>
                <a:lnTo>
                  <a:pt x="5707" y="13596"/>
                </a:lnTo>
                <a:lnTo>
                  <a:pt x="6131" y="13488"/>
                </a:lnTo>
                <a:lnTo>
                  <a:pt x="6556" y="13381"/>
                </a:lnTo>
                <a:lnTo>
                  <a:pt x="6980" y="13273"/>
                </a:lnTo>
                <a:lnTo>
                  <a:pt x="7375" y="13175"/>
                </a:lnTo>
                <a:lnTo>
                  <a:pt x="7770" y="13083"/>
                </a:lnTo>
                <a:lnTo>
                  <a:pt x="8165" y="12991"/>
                </a:lnTo>
                <a:lnTo>
                  <a:pt x="8560" y="12904"/>
                </a:lnTo>
                <a:lnTo>
                  <a:pt x="8956" y="12816"/>
                </a:lnTo>
                <a:lnTo>
                  <a:pt x="9350" y="12734"/>
                </a:lnTo>
                <a:lnTo>
                  <a:pt x="9778" y="12642"/>
                </a:lnTo>
                <a:lnTo>
                  <a:pt x="10206" y="12544"/>
                </a:lnTo>
                <a:lnTo>
                  <a:pt x="10634" y="12447"/>
                </a:lnTo>
                <a:lnTo>
                  <a:pt x="11062" y="12339"/>
                </a:lnTo>
                <a:lnTo>
                  <a:pt x="11490" y="12231"/>
                </a:lnTo>
                <a:lnTo>
                  <a:pt x="11918" y="12119"/>
                </a:lnTo>
                <a:lnTo>
                  <a:pt x="12346" y="12006"/>
                </a:lnTo>
                <a:lnTo>
                  <a:pt x="12773" y="11893"/>
                </a:lnTo>
                <a:lnTo>
                  <a:pt x="13123" y="11831"/>
                </a:lnTo>
                <a:lnTo>
                  <a:pt x="13474" y="11775"/>
                </a:lnTo>
                <a:lnTo>
                  <a:pt x="13831" y="11713"/>
                </a:lnTo>
                <a:lnTo>
                  <a:pt x="14279" y="11539"/>
                </a:lnTo>
                <a:lnTo>
                  <a:pt x="14716" y="11287"/>
                </a:lnTo>
                <a:lnTo>
                  <a:pt x="15144" y="10959"/>
                </a:lnTo>
                <a:lnTo>
                  <a:pt x="15564" y="10549"/>
                </a:lnTo>
                <a:lnTo>
                  <a:pt x="15977" y="10046"/>
                </a:lnTo>
                <a:lnTo>
                  <a:pt x="16386" y="9461"/>
                </a:lnTo>
                <a:lnTo>
                  <a:pt x="16790" y="8784"/>
                </a:lnTo>
                <a:lnTo>
                  <a:pt x="17193" y="8009"/>
                </a:lnTo>
                <a:lnTo>
                  <a:pt x="17594" y="7132"/>
                </a:lnTo>
                <a:lnTo>
                  <a:pt x="17996" y="6157"/>
                </a:lnTo>
                <a:lnTo>
                  <a:pt x="18400" y="5079"/>
                </a:lnTo>
                <a:lnTo>
                  <a:pt x="18807" y="3889"/>
                </a:lnTo>
                <a:lnTo>
                  <a:pt x="19219" y="2591"/>
                </a:lnTo>
                <a:lnTo>
                  <a:pt x="19637" y="1175"/>
                </a:lnTo>
                <a:lnTo>
                  <a:pt x="20089" y="246"/>
                </a:lnTo>
                <a:lnTo>
                  <a:pt x="20392" y="0"/>
                </a:lnTo>
                <a:lnTo>
                  <a:pt x="20684" y="493"/>
                </a:lnTo>
                <a:lnTo>
                  <a:pt x="21101" y="1780"/>
                </a:lnTo>
                <a:close/>
              </a:path>
            </a:pathLst>
          </a:custGeom>
          <a:solidFill>
            <a:srgbClr val="DF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5" name="contour_06083"/>
          <p:cNvSpPr/>
          <p:nvPr/>
        </p:nvSpPr>
        <p:spPr>
          <a:xfrm>
            <a:off x="943238" y="6113838"/>
            <a:ext cx="94744" cy="45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6"/>
                </a:moveTo>
                <a:lnTo>
                  <a:pt x="1328" y="181"/>
                </a:lnTo>
                <a:lnTo>
                  <a:pt x="2614" y="56"/>
                </a:lnTo>
                <a:lnTo>
                  <a:pt x="3858" y="0"/>
                </a:lnTo>
                <a:lnTo>
                  <a:pt x="5069" y="14"/>
                </a:lnTo>
                <a:lnTo>
                  <a:pt x="6247" y="105"/>
                </a:lnTo>
                <a:lnTo>
                  <a:pt x="7397" y="275"/>
                </a:lnTo>
                <a:lnTo>
                  <a:pt x="8524" y="523"/>
                </a:lnTo>
                <a:lnTo>
                  <a:pt x="9630" y="857"/>
                </a:lnTo>
                <a:lnTo>
                  <a:pt x="10720" y="1276"/>
                </a:lnTo>
                <a:lnTo>
                  <a:pt x="11799" y="1785"/>
                </a:lnTo>
                <a:lnTo>
                  <a:pt x="12869" y="2388"/>
                </a:lnTo>
                <a:lnTo>
                  <a:pt x="13935" y="3081"/>
                </a:lnTo>
                <a:lnTo>
                  <a:pt x="15000" y="3876"/>
                </a:lnTo>
                <a:lnTo>
                  <a:pt x="16069" y="4768"/>
                </a:lnTo>
                <a:lnTo>
                  <a:pt x="17144" y="5765"/>
                </a:lnTo>
                <a:lnTo>
                  <a:pt x="18232" y="6867"/>
                </a:lnTo>
                <a:lnTo>
                  <a:pt x="19334" y="8076"/>
                </a:lnTo>
                <a:lnTo>
                  <a:pt x="20455" y="9397"/>
                </a:lnTo>
                <a:lnTo>
                  <a:pt x="21600" y="10833"/>
                </a:lnTo>
                <a:lnTo>
                  <a:pt x="19812" y="13639"/>
                </a:lnTo>
                <a:lnTo>
                  <a:pt x="18327" y="15936"/>
                </a:lnTo>
                <a:lnTo>
                  <a:pt x="17094" y="17762"/>
                </a:lnTo>
                <a:lnTo>
                  <a:pt x="16059" y="19174"/>
                </a:lnTo>
                <a:lnTo>
                  <a:pt x="15170" y="20213"/>
                </a:lnTo>
                <a:lnTo>
                  <a:pt x="14376" y="20927"/>
                </a:lnTo>
                <a:lnTo>
                  <a:pt x="13621" y="21366"/>
                </a:lnTo>
                <a:lnTo>
                  <a:pt x="12855" y="21572"/>
                </a:lnTo>
                <a:lnTo>
                  <a:pt x="12028" y="21600"/>
                </a:lnTo>
                <a:lnTo>
                  <a:pt x="11082" y="21488"/>
                </a:lnTo>
                <a:lnTo>
                  <a:pt x="9969" y="21290"/>
                </a:lnTo>
                <a:lnTo>
                  <a:pt x="8974" y="20265"/>
                </a:lnTo>
                <a:lnTo>
                  <a:pt x="7997" y="19202"/>
                </a:lnTo>
                <a:lnTo>
                  <a:pt x="7038" y="18097"/>
                </a:lnTo>
                <a:lnTo>
                  <a:pt x="6098" y="16950"/>
                </a:lnTo>
                <a:lnTo>
                  <a:pt x="5174" y="15755"/>
                </a:lnTo>
                <a:lnTo>
                  <a:pt x="4268" y="14510"/>
                </a:lnTo>
                <a:lnTo>
                  <a:pt x="3381" y="13207"/>
                </a:lnTo>
                <a:lnTo>
                  <a:pt x="2511" y="11840"/>
                </a:lnTo>
                <a:lnTo>
                  <a:pt x="1657" y="10415"/>
                </a:lnTo>
                <a:lnTo>
                  <a:pt x="819" y="8916"/>
                </a:lnTo>
                <a:lnTo>
                  <a:pt x="0" y="7348"/>
                </a:lnTo>
                <a:lnTo>
                  <a:pt x="0" y="5044"/>
                </a:lnTo>
                <a:lnTo>
                  <a:pt x="0" y="2726"/>
                </a:lnTo>
                <a:lnTo>
                  <a:pt x="0" y="376"/>
                </a:lnTo>
                <a:close/>
              </a:path>
            </a:pathLst>
          </a:custGeom>
          <a:solidFill>
            <a:srgbClr val="DADFE7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6" name="contour_06084"/>
          <p:cNvSpPr/>
          <p:nvPr/>
        </p:nvSpPr>
        <p:spPr>
          <a:xfrm>
            <a:off x="8391565" y="6072158"/>
            <a:ext cx="80168" cy="716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88" y="323"/>
                </a:moveTo>
                <a:lnTo>
                  <a:pt x="17072" y="1000"/>
                </a:lnTo>
                <a:lnTo>
                  <a:pt x="18228" y="1703"/>
                </a:lnTo>
                <a:lnTo>
                  <a:pt x="19363" y="2438"/>
                </a:lnTo>
                <a:lnTo>
                  <a:pt x="20487" y="3205"/>
                </a:lnTo>
                <a:lnTo>
                  <a:pt x="21600" y="4016"/>
                </a:lnTo>
                <a:lnTo>
                  <a:pt x="20650" y="4998"/>
                </a:lnTo>
                <a:lnTo>
                  <a:pt x="19699" y="5979"/>
                </a:lnTo>
                <a:lnTo>
                  <a:pt x="18745" y="6957"/>
                </a:lnTo>
                <a:lnTo>
                  <a:pt x="17791" y="7935"/>
                </a:lnTo>
                <a:lnTo>
                  <a:pt x="16836" y="8911"/>
                </a:lnTo>
                <a:lnTo>
                  <a:pt x="15880" y="9887"/>
                </a:lnTo>
                <a:lnTo>
                  <a:pt x="14924" y="10860"/>
                </a:lnTo>
                <a:lnTo>
                  <a:pt x="13967" y="11834"/>
                </a:lnTo>
                <a:lnTo>
                  <a:pt x="13009" y="12808"/>
                </a:lnTo>
                <a:lnTo>
                  <a:pt x="12198" y="13648"/>
                </a:lnTo>
                <a:lnTo>
                  <a:pt x="11381" y="14492"/>
                </a:lnTo>
                <a:lnTo>
                  <a:pt x="10555" y="15349"/>
                </a:lnTo>
                <a:lnTo>
                  <a:pt x="9769" y="16142"/>
                </a:lnTo>
                <a:lnTo>
                  <a:pt x="8978" y="16942"/>
                </a:lnTo>
                <a:lnTo>
                  <a:pt x="8177" y="17753"/>
                </a:lnTo>
                <a:lnTo>
                  <a:pt x="7456" y="18490"/>
                </a:lnTo>
                <a:lnTo>
                  <a:pt x="6731" y="19233"/>
                </a:lnTo>
                <a:lnTo>
                  <a:pt x="5995" y="19987"/>
                </a:lnTo>
                <a:lnTo>
                  <a:pt x="4954" y="20774"/>
                </a:lnTo>
                <a:lnTo>
                  <a:pt x="4124" y="21251"/>
                </a:lnTo>
                <a:lnTo>
                  <a:pt x="3213" y="21497"/>
                </a:lnTo>
                <a:lnTo>
                  <a:pt x="1934" y="21587"/>
                </a:lnTo>
                <a:lnTo>
                  <a:pt x="0" y="21600"/>
                </a:lnTo>
                <a:lnTo>
                  <a:pt x="43" y="19897"/>
                </a:lnTo>
                <a:lnTo>
                  <a:pt x="153" y="18296"/>
                </a:lnTo>
                <a:lnTo>
                  <a:pt x="340" y="16782"/>
                </a:lnTo>
                <a:lnTo>
                  <a:pt x="607" y="15338"/>
                </a:lnTo>
                <a:lnTo>
                  <a:pt x="968" y="13949"/>
                </a:lnTo>
                <a:lnTo>
                  <a:pt x="1428" y="12599"/>
                </a:lnTo>
                <a:lnTo>
                  <a:pt x="1997" y="11274"/>
                </a:lnTo>
                <a:lnTo>
                  <a:pt x="2682" y="9955"/>
                </a:lnTo>
                <a:lnTo>
                  <a:pt x="3495" y="8629"/>
                </a:lnTo>
                <a:lnTo>
                  <a:pt x="4440" y="7280"/>
                </a:lnTo>
                <a:lnTo>
                  <a:pt x="5445" y="6223"/>
                </a:lnTo>
                <a:lnTo>
                  <a:pt x="6460" y="5181"/>
                </a:lnTo>
                <a:lnTo>
                  <a:pt x="7485" y="4154"/>
                </a:lnTo>
                <a:lnTo>
                  <a:pt x="8220" y="3374"/>
                </a:lnTo>
                <a:lnTo>
                  <a:pt x="8964" y="2585"/>
                </a:lnTo>
                <a:lnTo>
                  <a:pt x="10083" y="1607"/>
                </a:lnTo>
                <a:lnTo>
                  <a:pt x="11138" y="831"/>
                </a:lnTo>
                <a:lnTo>
                  <a:pt x="12188" y="286"/>
                </a:lnTo>
                <a:lnTo>
                  <a:pt x="13290" y="0"/>
                </a:lnTo>
                <a:lnTo>
                  <a:pt x="14505" y="2"/>
                </a:lnTo>
                <a:lnTo>
                  <a:pt x="15888" y="323"/>
                </a:lnTo>
                <a:close/>
              </a:path>
            </a:pathLst>
          </a:custGeom>
          <a:solidFill>
            <a:srgbClr val="BFD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7" name="contour_06085"/>
          <p:cNvSpPr/>
          <p:nvPr/>
        </p:nvSpPr>
        <p:spPr>
          <a:xfrm>
            <a:off x="2306092" y="6057319"/>
            <a:ext cx="102032" cy="590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00"/>
                </a:moveTo>
                <a:lnTo>
                  <a:pt x="19989" y="5165"/>
                </a:lnTo>
                <a:lnTo>
                  <a:pt x="18553" y="7713"/>
                </a:lnTo>
                <a:lnTo>
                  <a:pt x="17274" y="9965"/>
                </a:lnTo>
                <a:lnTo>
                  <a:pt x="16137" y="11937"/>
                </a:lnTo>
                <a:lnTo>
                  <a:pt x="15126" y="13653"/>
                </a:lnTo>
                <a:lnTo>
                  <a:pt x="14227" y="15135"/>
                </a:lnTo>
                <a:lnTo>
                  <a:pt x="13421" y="16395"/>
                </a:lnTo>
                <a:lnTo>
                  <a:pt x="12696" y="17459"/>
                </a:lnTo>
                <a:lnTo>
                  <a:pt x="12036" y="18346"/>
                </a:lnTo>
                <a:lnTo>
                  <a:pt x="11423" y="19074"/>
                </a:lnTo>
                <a:lnTo>
                  <a:pt x="10843" y="19665"/>
                </a:lnTo>
                <a:lnTo>
                  <a:pt x="10279" y="20137"/>
                </a:lnTo>
                <a:lnTo>
                  <a:pt x="9717" y="20510"/>
                </a:lnTo>
                <a:lnTo>
                  <a:pt x="9140" y="20806"/>
                </a:lnTo>
                <a:lnTo>
                  <a:pt x="8534" y="21043"/>
                </a:lnTo>
                <a:lnTo>
                  <a:pt x="7881" y="21240"/>
                </a:lnTo>
                <a:lnTo>
                  <a:pt x="7168" y="21419"/>
                </a:lnTo>
                <a:lnTo>
                  <a:pt x="6377" y="21600"/>
                </a:lnTo>
                <a:lnTo>
                  <a:pt x="5415" y="21272"/>
                </a:lnTo>
                <a:lnTo>
                  <a:pt x="4484" y="20910"/>
                </a:lnTo>
                <a:lnTo>
                  <a:pt x="3575" y="20507"/>
                </a:lnTo>
                <a:lnTo>
                  <a:pt x="2678" y="20052"/>
                </a:lnTo>
                <a:lnTo>
                  <a:pt x="1790" y="19537"/>
                </a:lnTo>
                <a:lnTo>
                  <a:pt x="899" y="18954"/>
                </a:lnTo>
                <a:lnTo>
                  <a:pt x="0" y="18290"/>
                </a:lnTo>
                <a:lnTo>
                  <a:pt x="0" y="16528"/>
                </a:lnTo>
                <a:lnTo>
                  <a:pt x="0" y="14756"/>
                </a:lnTo>
                <a:lnTo>
                  <a:pt x="0" y="12960"/>
                </a:lnTo>
                <a:lnTo>
                  <a:pt x="975" y="12299"/>
                </a:lnTo>
                <a:lnTo>
                  <a:pt x="1750" y="11955"/>
                </a:lnTo>
                <a:lnTo>
                  <a:pt x="2990" y="11627"/>
                </a:lnTo>
                <a:lnTo>
                  <a:pt x="4227" y="11300"/>
                </a:lnTo>
                <a:lnTo>
                  <a:pt x="5053" y="10956"/>
                </a:lnTo>
                <a:lnTo>
                  <a:pt x="6171" y="10295"/>
                </a:lnTo>
                <a:lnTo>
                  <a:pt x="6489" y="9029"/>
                </a:lnTo>
                <a:lnTo>
                  <a:pt x="6810" y="7745"/>
                </a:lnTo>
                <a:lnTo>
                  <a:pt x="7370" y="6111"/>
                </a:lnTo>
                <a:lnTo>
                  <a:pt x="7903" y="5090"/>
                </a:lnTo>
                <a:lnTo>
                  <a:pt x="8716" y="4256"/>
                </a:lnTo>
                <a:lnTo>
                  <a:pt x="10120" y="3185"/>
                </a:lnTo>
                <a:lnTo>
                  <a:pt x="11078" y="2729"/>
                </a:lnTo>
                <a:lnTo>
                  <a:pt x="12042" y="2265"/>
                </a:lnTo>
                <a:lnTo>
                  <a:pt x="13019" y="1799"/>
                </a:lnTo>
                <a:lnTo>
                  <a:pt x="13443" y="1588"/>
                </a:lnTo>
                <a:lnTo>
                  <a:pt x="14191" y="1213"/>
                </a:lnTo>
                <a:lnTo>
                  <a:pt x="15905" y="354"/>
                </a:lnTo>
                <a:lnTo>
                  <a:pt x="17137" y="69"/>
                </a:lnTo>
                <a:lnTo>
                  <a:pt x="18105" y="0"/>
                </a:lnTo>
                <a:lnTo>
                  <a:pt x="18926" y="165"/>
                </a:lnTo>
                <a:lnTo>
                  <a:pt x="19708" y="592"/>
                </a:lnTo>
                <a:lnTo>
                  <a:pt x="20563" y="1295"/>
                </a:lnTo>
                <a:lnTo>
                  <a:pt x="21600" y="2300"/>
                </a:lnTo>
                <a:close/>
              </a:path>
            </a:pathLst>
          </a:custGeom>
          <a:solidFill>
            <a:srgbClr val="E5E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8" name="contour_06086"/>
          <p:cNvSpPr/>
          <p:nvPr/>
        </p:nvSpPr>
        <p:spPr>
          <a:xfrm>
            <a:off x="3953178" y="6063609"/>
            <a:ext cx="12389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41" y="0"/>
                </a:moveTo>
                <a:lnTo>
                  <a:pt x="3385" y="878"/>
                </a:lnTo>
                <a:lnTo>
                  <a:pt x="3931" y="1546"/>
                </a:lnTo>
                <a:lnTo>
                  <a:pt x="4418" y="2342"/>
                </a:lnTo>
                <a:lnTo>
                  <a:pt x="5082" y="3600"/>
                </a:lnTo>
                <a:lnTo>
                  <a:pt x="5082" y="4790"/>
                </a:lnTo>
                <a:lnTo>
                  <a:pt x="5082" y="5987"/>
                </a:lnTo>
                <a:lnTo>
                  <a:pt x="5082" y="7200"/>
                </a:lnTo>
                <a:lnTo>
                  <a:pt x="5920" y="7866"/>
                </a:lnTo>
                <a:lnTo>
                  <a:pt x="6544" y="8332"/>
                </a:lnTo>
                <a:lnTo>
                  <a:pt x="7147" y="8726"/>
                </a:lnTo>
                <a:lnTo>
                  <a:pt x="7921" y="9169"/>
                </a:lnTo>
                <a:lnTo>
                  <a:pt x="9053" y="9788"/>
                </a:lnTo>
                <a:lnTo>
                  <a:pt x="9866" y="10251"/>
                </a:lnTo>
                <a:lnTo>
                  <a:pt x="10678" y="10714"/>
                </a:lnTo>
                <a:lnTo>
                  <a:pt x="11490" y="11180"/>
                </a:lnTo>
                <a:lnTo>
                  <a:pt x="12111" y="11531"/>
                </a:lnTo>
                <a:lnTo>
                  <a:pt x="12743" y="11887"/>
                </a:lnTo>
                <a:lnTo>
                  <a:pt x="13553" y="12362"/>
                </a:lnTo>
                <a:lnTo>
                  <a:pt x="14359" y="12848"/>
                </a:lnTo>
                <a:lnTo>
                  <a:pt x="15161" y="13343"/>
                </a:lnTo>
                <a:lnTo>
                  <a:pt x="15960" y="13849"/>
                </a:lnTo>
                <a:lnTo>
                  <a:pt x="16757" y="14362"/>
                </a:lnTo>
                <a:lnTo>
                  <a:pt x="17551" y="14884"/>
                </a:lnTo>
                <a:lnTo>
                  <a:pt x="18345" y="15412"/>
                </a:lnTo>
                <a:lnTo>
                  <a:pt x="18972" y="15824"/>
                </a:lnTo>
                <a:lnTo>
                  <a:pt x="19604" y="16238"/>
                </a:lnTo>
                <a:lnTo>
                  <a:pt x="20246" y="16657"/>
                </a:lnTo>
                <a:lnTo>
                  <a:pt x="20918" y="17323"/>
                </a:lnTo>
                <a:lnTo>
                  <a:pt x="21600" y="18000"/>
                </a:lnTo>
                <a:lnTo>
                  <a:pt x="21600" y="19190"/>
                </a:lnTo>
                <a:lnTo>
                  <a:pt x="21600" y="20387"/>
                </a:lnTo>
                <a:lnTo>
                  <a:pt x="21600" y="21600"/>
                </a:lnTo>
                <a:lnTo>
                  <a:pt x="19592" y="20828"/>
                </a:lnTo>
                <a:lnTo>
                  <a:pt x="17758" y="20119"/>
                </a:lnTo>
                <a:lnTo>
                  <a:pt x="16086" y="19471"/>
                </a:lnTo>
                <a:lnTo>
                  <a:pt x="14569" y="18877"/>
                </a:lnTo>
                <a:lnTo>
                  <a:pt x="13196" y="18331"/>
                </a:lnTo>
                <a:lnTo>
                  <a:pt x="11960" y="17829"/>
                </a:lnTo>
                <a:lnTo>
                  <a:pt x="10850" y="17365"/>
                </a:lnTo>
                <a:lnTo>
                  <a:pt x="9855" y="16934"/>
                </a:lnTo>
                <a:lnTo>
                  <a:pt x="8968" y="16531"/>
                </a:lnTo>
                <a:lnTo>
                  <a:pt x="8179" y="16150"/>
                </a:lnTo>
                <a:lnTo>
                  <a:pt x="7477" y="15786"/>
                </a:lnTo>
                <a:lnTo>
                  <a:pt x="6856" y="15433"/>
                </a:lnTo>
                <a:lnTo>
                  <a:pt x="6303" y="15088"/>
                </a:lnTo>
                <a:lnTo>
                  <a:pt x="5812" y="14742"/>
                </a:lnTo>
                <a:lnTo>
                  <a:pt x="5370" y="14393"/>
                </a:lnTo>
                <a:lnTo>
                  <a:pt x="4971" y="14033"/>
                </a:lnTo>
                <a:lnTo>
                  <a:pt x="4602" y="13660"/>
                </a:lnTo>
                <a:lnTo>
                  <a:pt x="4256" y="13264"/>
                </a:lnTo>
                <a:lnTo>
                  <a:pt x="3925" y="12845"/>
                </a:lnTo>
                <a:lnTo>
                  <a:pt x="3597" y="12393"/>
                </a:lnTo>
                <a:lnTo>
                  <a:pt x="3263" y="11905"/>
                </a:lnTo>
                <a:lnTo>
                  <a:pt x="2915" y="11376"/>
                </a:lnTo>
                <a:lnTo>
                  <a:pt x="2541" y="10800"/>
                </a:lnTo>
                <a:lnTo>
                  <a:pt x="2394" y="9558"/>
                </a:lnTo>
                <a:lnTo>
                  <a:pt x="2328" y="8381"/>
                </a:lnTo>
                <a:lnTo>
                  <a:pt x="2325" y="7232"/>
                </a:lnTo>
                <a:lnTo>
                  <a:pt x="2371" y="6077"/>
                </a:lnTo>
                <a:lnTo>
                  <a:pt x="2448" y="4878"/>
                </a:lnTo>
                <a:lnTo>
                  <a:pt x="2541" y="3600"/>
                </a:lnTo>
                <a:lnTo>
                  <a:pt x="1786" y="2812"/>
                </a:lnTo>
                <a:lnTo>
                  <a:pt x="1271" y="2362"/>
                </a:lnTo>
                <a:lnTo>
                  <a:pt x="755" y="2081"/>
                </a:lnTo>
                <a:lnTo>
                  <a:pt x="0" y="1800"/>
                </a:lnTo>
                <a:lnTo>
                  <a:pt x="665" y="1139"/>
                </a:lnTo>
                <a:lnTo>
                  <a:pt x="1151" y="731"/>
                </a:lnTo>
                <a:lnTo>
                  <a:pt x="1698" y="409"/>
                </a:lnTo>
                <a:lnTo>
                  <a:pt x="2541" y="0"/>
                </a:lnTo>
                <a:close/>
              </a:path>
            </a:pathLst>
          </a:custGeom>
          <a:solidFill>
            <a:srgbClr val="EA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089" name="contour_06087"/>
          <p:cNvSpPr/>
          <p:nvPr/>
        </p:nvSpPr>
        <p:spPr>
          <a:xfrm>
            <a:off x="10723722" y="6024181"/>
            <a:ext cx="109320" cy="394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80" y="48"/>
                </a:moveTo>
                <a:lnTo>
                  <a:pt x="6600" y="36"/>
                </a:lnTo>
                <a:lnTo>
                  <a:pt x="7620" y="68"/>
                </a:lnTo>
                <a:lnTo>
                  <a:pt x="8640" y="140"/>
                </a:lnTo>
                <a:lnTo>
                  <a:pt x="9410" y="68"/>
                </a:lnTo>
                <a:lnTo>
                  <a:pt x="10192" y="0"/>
                </a:lnTo>
                <a:lnTo>
                  <a:pt x="10950" y="36"/>
                </a:lnTo>
                <a:lnTo>
                  <a:pt x="11547" y="136"/>
                </a:lnTo>
                <a:lnTo>
                  <a:pt x="12187" y="387"/>
                </a:lnTo>
                <a:lnTo>
                  <a:pt x="13071" y="858"/>
                </a:lnTo>
                <a:lnTo>
                  <a:pt x="14400" y="1637"/>
                </a:lnTo>
                <a:lnTo>
                  <a:pt x="15051" y="4017"/>
                </a:lnTo>
                <a:lnTo>
                  <a:pt x="15528" y="5801"/>
                </a:lnTo>
                <a:lnTo>
                  <a:pt x="15908" y="7322"/>
                </a:lnTo>
                <a:lnTo>
                  <a:pt x="16273" y="8908"/>
                </a:lnTo>
                <a:lnTo>
                  <a:pt x="16704" y="10896"/>
                </a:lnTo>
                <a:lnTo>
                  <a:pt x="17280" y="13615"/>
                </a:lnTo>
                <a:lnTo>
                  <a:pt x="17993" y="14932"/>
                </a:lnTo>
                <a:lnTo>
                  <a:pt x="18707" y="16250"/>
                </a:lnTo>
                <a:lnTo>
                  <a:pt x="19424" y="17575"/>
                </a:lnTo>
                <a:lnTo>
                  <a:pt x="20144" y="18905"/>
                </a:lnTo>
                <a:lnTo>
                  <a:pt x="20868" y="20247"/>
                </a:lnTo>
                <a:lnTo>
                  <a:pt x="21600" y="21600"/>
                </a:lnTo>
                <a:lnTo>
                  <a:pt x="20614" y="21600"/>
                </a:lnTo>
                <a:lnTo>
                  <a:pt x="19626" y="21600"/>
                </a:lnTo>
                <a:lnTo>
                  <a:pt x="18638" y="21600"/>
                </a:lnTo>
                <a:lnTo>
                  <a:pt x="17649" y="21600"/>
                </a:lnTo>
                <a:lnTo>
                  <a:pt x="16658" y="21600"/>
                </a:lnTo>
                <a:lnTo>
                  <a:pt x="15666" y="21600"/>
                </a:lnTo>
                <a:lnTo>
                  <a:pt x="14671" y="21600"/>
                </a:lnTo>
                <a:lnTo>
                  <a:pt x="13674" y="21600"/>
                </a:lnTo>
                <a:lnTo>
                  <a:pt x="12675" y="21600"/>
                </a:lnTo>
                <a:lnTo>
                  <a:pt x="11671" y="21600"/>
                </a:lnTo>
                <a:lnTo>
                  <a:pt x="10665" y="21600"/>
                </a:lnTo>
                <a:lnTo>
                  <a:pt x="9655" y="21600"/>
                </a:lnTo>
                <a:lnTo>
                  <a:pt x="8640" y="21600"/>
                </a:lnTo>
                <a:lnTo>
                  <a:pt x="8640" y="18961"/>
                </a:lnTo>
                <a:lnTo>
                  <a:pt x="8640" y="16306"/>
                </a:lnTo>
                <a:lnTo>
                  <a:pt x="8640" y="13615"/>
                </a:lnTo>
                <a:lnTo>
                  <a:pt x="7690" y="13615"/>
                </a:lnTo>
                <a:lnTo>
                  <a:pt x="6738" y="13615"/>
                </a:lnTo>
                <a:lnTo>
                  <a:pt x="5786" y="13615"/>
                </a:lnTo>
                <a:lnTo>
                  <a:pt x="4831" y="13615"/>
                </a:lnTo>
                <a:lnTo>
                  <a:pt x="3874" y="13615"/>
                </a:lnTo>
                <a:lnTo>
                  <a:pt x="2912" y="13615"/>
                </a:lnTo>
                <a:lnTo>
                  <a:pt x="1947" y="13615"/>
                </a:lnTo>
                <a:lnTo>
                  <a:pt x="976" y="13615"/>
                </a:lnTo>
                <a:lnTo>
                  <a:pt x="0" y="13615"/>
                </a:lnTo>
                <a:lnTo>
                  <a:pt x="543" y="10696"/>
                </a:lnTo>
                <a:lnTo>
                  <a:pt x="1043" y="8225"/>
                </a:lnTo>
                <a:lnTo>
                  <a:pt x="1542" y="6149"/>
                </a:lnTo>
                <a:lnTo>
                  <a:pt x="2088" y="4428"/>
                </a:lnTo>
                <a:lnTo>
                  <a:pt x="2720" y="3002"/>
                </a:lnTo>
                <a:lnTo>
                  <a:pt x="3483" y="1833"/>
                </a:lnTo>
                <a:lnTo>
                  <a:pt x="4422" y="862"/>
                </a:lnTo>
                <a:lnTo>
                  <a:pt x="5580" y="48"/>
                </a:lnTo>
                <a:close/>
              </a:path>
            </a:pathLst>
          </a:custGeom>
          <a:solidFill>
            <a:srgbClr val="F2F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0" name="contour_06088"/>
          <p:cNvSpPr/>
          <p:nvPr/>
        </p:nvSpPr>
        <p:spPr>
          <a:xfrm>
            <a:off x="1256621" y="5947001"/>
            <a:ext cx="96165" cy="66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81" y="0"/>
                </a:moveTo>
                <a:lnTo>
                  <a:pt x="21343" y="1325"/>
                </a:lnTo>
                <a:lnTo>
                  <a:pt x="21397" y="2653"/>
                </a:lnTo>
                <a:lnTo>
                  <a:pt x="21444" y="3978"/>
                </a:lnTo>
                <a:lnTo>
                  <a:pt x="21485" y="5305"/>
                </a:lnTo>
                <a:lnTo>
                  <a:pt x="21543" y="6786"/>
                </a:lnTo>
                <a:lnTo>
                  <a:pt x="21600" y="8290"/>
                </a:lnTo>
                <a:lnTo>
                  <a:pt x="21441" y="9926"/>
                </a:lnTo>
                <a:lnTo>
                  <a:pt x="21258" y="11516"/>
                </a:lnTo>
                <a:lnTo>
                  <a:pt x="21035" y="13053"/>
                </a:lnTo>
                <a:lnTo>
                  <a:pt x="20757" y="14541"/>
                </a:lnTo>
                <a:lnTo>
                  <a:pt x="20408" y="15979"/>
                </a:lnTo>
                <a:lnTo>
                  <a:pt x="19974" y="17365"/>
                </a:lnTo>
                <a:lnTo>
                  <a:pt x="19439" y="18702"/>
                </a:lnTo>
                <a:lnTo>
                  <a:pt x="18789" y="19987"/>
                </a:lnTo>
                <a:lnTo>
                  <a:pt x="18007" y="21220"/>
                </a:lnTo>
                <a:lnTo>
                  <a:pt x="16835" y="21470"/>
                </a:lnTo>
                <a:lnTo>
                  <a:pt x="15681" y="21591"/>
                </a:lnTo>
                <a:lnTo>
                  <a:pt x="14536" y="21600"/>
                </a:lnTo>
                <a:lnTo>
                  <a:pt x="13400" y="21517"/>
                </a:lnTo>
                <a:lnTo>
                  <a:pt x="12263" y="21362"/>
                </a:lnTo>
                <a:lnTo>
                  <a:pt x="11120" y="21150"/>
                </a:lnTo>
                <a:lnTo>
                  <a:pt x="9968" y="20900"/>
                </a:lnTo>
                <a:lnTo>
                  <a:pt x="8799" y="20631"/>
                </a:lnTo>
                <a:lnTo>
                  <a:pt x="7954" y="20475"/>
                </a:lnTo>
                <a:lnTo>
                  <a:pt x="7103" y="20320"/>
                </a:lnTo>
                <a:lnTo>
                  <a:pt x="6240" y="20162"/>
                </a:lnTo>
                <a:lnTo>
                  <a:pt x="5197" y="19964"/>
                </a:lnTo>
                <a:lnTo>
                  <a:pt x="4156" y="19759"/>
                </a:lnTo>
                <a:lnTo>
                  <a:pt x="3117" y="19544"/>
                </a:lnTo>
                <a:lnTo>
                  <a:pt x="2077" y="19325"/>
                </a:lnTo>
                <a:lnTo>
                  <a:pt x="1039" y="19096"/>
                </a:lnTo>
                <a:lnTo>
                  <a:pt x="0" y="18863"/>
                </a:lnTo>
                <a:lnTo>
                  <a:pt x="182" y="17085"/>
                </a:lnTo>
                <a:lnTo>
                  <a:pt x="358" y="15830"/>
                </a:lnTo>
                <a:lnTo>
                  <a:pt x="607" y="14755"/>
                </a:lnTo>
                <a:lnTo>
                  <a:pt x="1007" y="13520"/>
                </a:lnTo>
                <a:lnTo>
                  <a:pt x="1637" y="11789"/>
                </a:lnTo>
                <a:lnTo>
                  <a:pt x="2719" y="11605"/>
                </a:lnTo>
                <a:lnTo>
                  <a:pt x="3790" y="11558"/>
                </a:lnTo>
                <a:lnTo>
                  <a:pt x="4850" y="11626"/>
                </a:lnTo>
                <a:lnTo>
                  <a:pt x="5908" y="11780"/>
                </a:lnTo>
                <a:lnTo>
                  <a:pt x="6967" y="11999"/>
                </a:lnTo>
                <a:lnTo>
                  <a:pt x="8031" y="12254"/>
                </a:lnTo>
                <a:lnTo>
                  <a:pt x="9105" y="12525"/>
                </a:lnTo>
                <a:lnTo>
                  <a:pt x="9630" y="12636"/>
                </a:lnTo>
                <a:lnTo>
                  <a:pt x="11213" y="12963"/>
                </a:lnTo>
                <a:lnTo>
                  <a:pt x="12246" y="13185"/>
                </a:lnTo>
                <a:lnTo>
                  <a:pt x="13278" y="13418"/>
                </a:lnTo>
                <a:lnTo>
                  <a:pt x="14309" y="13657"/>
                </a:lnTo>
                <a:lnTo>
                  <a:pt x="15340" y="13899"/>
                </a:lnTo>
                <a:lnTo>
                  <a:pt x="16370" y="14147"/>
                </a:lnTo>
                <a:lnTo>
                  <a:pt x="16313" y="12909"/>
                </a:lnTo>
                <a:lnTo>
                  <a:pt x="16255" y="11650"/>
                </a:lnTo>
                <a:lnTo>
                  <a:pt x="16232" y="10841"/>
                </a:lnTo>
                <a:lnTo>
                  <a:pt x="16165" y="8399"/>
                </a:lnTo>
                <a:lnTo>
                  <a:pt x="16108" y="6795"/>
                </a:lnTo>
                <a:lnTo>
                  <a:pt x="16051" y="5166"/>
                </a:lnTo>
                <a:lnTo>
                  <a:pt x="16209" y="3773"/>
                </a:lnTo>
                <a:lnTo>
                  <a:pt x="16370" y="2358"/>
                </a:lnTo>
                <a:lnTo>
                  <a:pt x="17347" y="1438"/>
                </a:lnTo>
                <a:lnTo>
                  <a:pt x="18239" y="769"/>
                </a:lnTo>
                <a:lnTo>
                  <a:pt x="19135" y="323"/>
                </a:lnTo>
                <a:lnTo>
                  <a:pt x="20120" y="75"/>
                </a:lnTo>
                <a:lnTo>
                  <a:pt x="21281" y="0"/>
                </a:lnTo>
                <a:close/>
              </a:path>
            </a:pathLst>
          </a:custGeom>
          <a:solidFill>
            <a:srgbClr val="9BA1A9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1" name="contour_06089"/>
          <p:cNvSpPr/>
          <p:nvPr/>
        </p:nvSpPr>
        <p:spPr>
          <a:xfrm>
            <a:off x="768326" y="5910561"/>
            <a:ext cx="10203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74" y="341"/>
                </a:lnTo>
                <a:lnTo>
                  <a:pt x="1942" y="690"/>
                </a:lnTo>
                <a:lnTo>
                  <a:pt x="2910" y="1043"/>
                </a:lnTo>
                <a:lnTo>
                  <a:pt x="3873" y="1401"/>
                </a:lnTo>
                <a:lnTo>
                  <a:pt x="4835" y="1765"/>
                </a:lnTo>
                <a:lnTo>
                  <a:pt x="5797" y="2133"/>
                </a:lnTo>
                <a:lnTo>
                  <a:pt x="6756" y="2506"/>
                </a:lnTo>
                <a:lnTo>
                  <a:pt x="7714" y="2880"/>
                </a:lnTo>
                <a:lnTo>
                  <a:pt x="8111" y="3025"/>
                </a:lnTo>
                <a:lnTo>
                  <a:pt x="8811" y="3282"/>
                </a:lnTo>
                <a:lnTo>
                  <a:pt x="10414" y="3871"/>
                </a:lnTo>
                <a:lnTo>
                  <a:pt x="11220" y="4732"/>
                </a:lnTo>
                <a:lnTo>
                  <a:pt x="11809" y="5527"/>
                </a:lnTo>
                <a:lnTo>
                  <a:pt x="12221" y="6290"/>
                </a:lnTo>
                <a:lnTo>
                  <a:pt x="12491" y="7057"/>
                </a:lnTo>
                <a:lnTo>
                  <a:pt x="12659" y="7865"/>
                </a:lnTo>
                <a:lnTo>
                  <a:pt x="12761" y="8749"/>
                </a:lnTo>
                <a:lnTo>
                  <a:pt x="12837" y="9746"/>
                </a:lnTo>
                <a:lnTo>
                  <a:pt x="12921" y="10889"/>
                </a:lnTo>
                <a:lnTo>
                  <a:pt x="13059" y="12230"/>
                </a:lnTo>
                <a:lnTo>
                  <a:pt x="13179" y="13159"/>
                </a:lnTo>
                <a:lnTo>
                  <a:pt x="13326" y="13910"/>
                </a:lnTo>
                <a:lnTo>
                  <a:pt x="13545" y="14725"/>
                </a:lnTo>
                <a:lnTo>
                  <a:pt x="13886" y="15840"/>
                </a:lnTo>
                <a:lnTo>
                  <a:pt x="14824" y="16298"/>
                </a:lnTo>
                <a:lnTo>
                  <a:pt x="15749" y="16652"/>
                </a:lnTo>
                <a:lnTo>
                  <a:pt x="16675" y="16916"/>
                </a:lnTo>
                <a:lnTo>
                  <a:pt x="17607" y="17100"/>
                </a:lnTo>
                <a:lnTo>
                  <a:pt x="18557" y="17215"/>
                </a:lnTo>
                <a:lnTo>
                  <a:pt x="19533" y="17277"/>
                </a:lnTo>
                <a:lnTo>
                  <a:pt x="20545" y="17294"/>
                </a:lnTo>
                <a:lnTo>
                  <a:pt x="21600" y="17280"/>
                </a:lnTo>
                <a:lnTo>
                  <a:pt x="21373" y="17597"/>
                </a:lnTo>
                <a:lnTo>
                  <a:pt x="21146" y="17915"/>
                </a:lnTo>
                <a:lnTo>
                  <a:pt x="20832" y="18354"/>
                </a:lnTo>
                <a:lnTo>
                  <a:pt x="20346" y="19035"/>
                </a:lnTo>
                <a:lnTo>
                  <a:pt x="19602" y="20076"/>
                </a:lnTo>
                <a:lnTo>
                  <a:pt x="18514" y="21600"/>
                </a:lnTo>
                <a:lnTo>
                  <a:pt x="17454" y="21286"/>
                </a:lnTo>
                <a:lnTo>
                  <a:pt x="16505" y="20981"/>
                </a:lnTo>
                <a:lnTo>
                  <a:pt x="15637" y="20658"/>
                </a:lnTo>
                <a:lnTo>
                  <a:pt x="14818" y="20297"/>
                </a:lnTo>
                <a:lnTo>
                  <a:pt x="14017" y="19869"/>
                </a:lnTo>
                <a:lnTo>
                  <a:pt x="13202" y="19352"/>
                </a:lnTo>
                <a:lnTo>
                  <a:pt x="12343" y="18720"/>
                </a:lnTo>
                <a:lnTo>
                  <a:pt x="11892" y="17875"/>
                </a:lnTo>
                <a:lnTo>
                  <a:pt x="11468" y="17035"/>
                </a:lnTo>
                <a:lnTo>
                  <a:pt x="11067" y="16196"/>
                </a:lnTo>
                <a:lnTo>
                  <a:pt x="10686" y="15355"/>
                </a:lnTo>
                <a:lnTo>
                  <a:pt x="10320" y="14509"/>
                </a:lnTo>
                <a:lnTo>
                  <a:pt x="9968" y="13656"/>
                </a:lnTo>
                <a:lnTo>
                  <a:pt x="9627" y="12793"/>
                </a:lnTo>
                <a:lnTo>
                  <a:pt x="9293" y="11916"/>
                </a:lnTo>
                <a:lnTo>
                  <a:pt x="8962" y="11025"/>
                </a:lnTo>
                <a:lnTo>
                  <a:pt x="8399" y="10048"/>
                </a:lnTo>
                <a:lnTo>
                  <a:pt x="7816" y="9230"/>
                </a:lnTo>
                <a:lnTo>
                  <a:pt x="7199" y="8539"/>
                </a:lnTo>
                <a:lnTo>
                  <a:pt x="6532" y="7937"/>
                </a:lnTo>
                <a:lnTo>
                  <a:pt x="5803" y="7393"/>
                </a:lnTo>
                <a:lnTo>
                  <a:pt x="4994" y="6872"/>
                </a:lnTo>
                <a:lnTo>
                  <a:pt x="4093" y="6339"/>
                </a:lnTo>
                <a:lnTo>
                  <a:pt x="3086" y="5760"/>
                </a:lnTo>
                <a:lnTo>
                  <a:pt x="2424" y="4846"/>
                </a:lnTo>
                <a:lnTo>
                  <a:pt x="2012" y="4222"/>
                </a:lnTo>
                <a:lnTo>
                  <a:pt x="1679" y="3603"/>
                </a:lnTo>
                <a:lnTo>
                  <a:pt x="1253" y="2700"/>
                </a:lnTo>
                <a:lnTo>
                  <a:pt x="886" y="1935"/>
                </a:lnTo>
                <a:lnTo>
                  <a:pt x="512" y="1159"/>
                </a:lnTo>
                <a:lnTo>
                  <a:pt x="258" y="583"/>
                </a:lnTo>
                <a:lnTo>
                  <a:pt x="0" y="0"/>
                </a:lnTo>
                <a:close/>
              </a:path>
            </a:pathLst>
          </a:custGeom>
          <a:solidFill>
            <a:srgbClr val="B09C6F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2" name="contour_06090"/>
          <p:cNvSpPr/>
          <p:nvPr/>
        </p:nvSpPr>
        <p:spPr>
          <a:xfrm>
            <a:off x="4623673" y="5793953"/>
            <a:ext cx="8067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10" y="0"/>
                </a:moveTo>
                <a:lnTo>
                  <a:pt x="16656" y="1132"/>
                </a:lnTo>
                <a:lnTo>
                  <a:pt x="17635" y="2253"/>
                </a:lnTo>
                <a:lnTo>
                  <a:pt x="18539" y="3385"/>
                </a:lnTo>
                <a:lnTo>
                  <a:pt x="19352" y="4547"/>
                </a:lnTo>
                <a:lnTo>
                  <a:pt x="20062" y="5761"/>
                </a:lnTo>
                <a:lnTo>
                  <a:pt x="20656" y="7048"/>
                </a:lnTo>
                <a:lnTo>
                  <a:pt x="21118" y="8426"/>
                </a:lnTo>
                <a:lnTo>
                  <a:pt x="21438" y="9919"/>
                </a:lnTo>
                <a:lnTo>
                  <a:pt x="21600" y="11543"/>
                </a:lnTo>
                <a:lnTo>
                  <a:pt x="21204" y="13234"/>
                </a:lnTo>
                <a:lnTo>
                  <a:pt x="20771" y="14664"/>
                </a:lnTo>
                <a:lnTo>
                  <a:pt x="20248" y="15913"/>
                </a:lnTo>
                <a:lnTo>
                  <a:pt x="19575" y="17070"/>
                </a:lnTo>
                <a:lnTo>
                  <a:pt x="18699" y="18217"/>
                </a:lnTo>
                <a:lnTo>
                  <a:pt x="17561" y="19440"/>
                </a:lnTo>
                <a:lnTo>
                  <a:pt x="16254" y="19868"/>
                </a:lnTo>
                <a:lnTo>
                  <a:pt x="14933" y="20228"/>
                </a:lnTo>
                <a:lnTo>
                  <a:pt x="13600" y="20533"/>
                </a:lnTo>
                <a:lnTo>
                  <a:pt x="12258" y="20784"/>
                </a:lnTo>
                <a:lnTo>
                  <a:pt x="10905" y="20987"/>
                </a:lnTo>
                <a:lnTo>
                  <a:pt x="9549" y="21146"/>
                </a:lnTo>
                <a:lnTo>
                  <a:pt x="8185" y="21274"/>
                </a:lnTo>
                <a:lnTo>
                  <a:pt x="6820" y="21369"/>
                </a:lnTo>
                <a:lnTo>
                  <a:pt x="5452" y="21440"/>
                </a:lnTo>
                <a:lnTo>
                  <a:pt x="4084" y="21494"/>
                </a:lnTo>
                <a:lnTo>
                  <a:pt x="2718" y="21533"/>
                </a:lnTo>
                <a:lnTo>
                  <a:pt x="1356" y="21568"/>
                </a:lnTo>
                <a:lnTo>
                  <a:pt x="0" y="21600"/>
                </a:lnTo>
                <a:lnTo>
                  <a:pt x="0" y="20172"/>
                </a:lnTo>
                <a:lnTo>
                  <a:pt x="0" y="18736"/>
                </a:lnTo>
                <a:lnTo>
                  <a:pt x="0" y="17280"/>
                </a:lnTo>
                <a:lnTo>
                  <a:pt x="1288" y="17280"/>
                </a:lnTo>
                <a:lnTo>
                  <a:pt x="2578" y="17280"/>
                </a:lnTo>
                <a:lnTo>
                  <a:pt x="3867" y="17280"/>
                </a:lnTo>
                <a:lnTo>
                  <a:pt x="5161" y="17280"/>
                </a:lnTo>
                <a:lnTo>
                  <a:pt x="6459" y="17280"/>
                </a:lnTo>
                <a:lnTo>
                  <a:pt x="7762" y="17280"/>
                </a:lnTo>
                <a:lnTo>
                  <a:pt x="9069" y="17280"/>
                </a:lnTo>
                <a:lnTo>
                  <a:pt x="10384" y="17280"/>
                </a:lnTo>
                <a:lnTo>
                  <a:pt x="11707" y="17280"/>
                </a:lnTo>
                <a:lnTo>
                  <a:pt x="11707" y="15852"/>
                </a:lnTo>
                <a:lnTo>
                  <a:pt x="11707" y="14416"/>
                </a:lnTo>
                <a:lnTo>
                  <a:pt x="11707" y="12960"/>
                </a:lnTo>
                <a:lnTo>
                  <a:pt x="10418" y="12960"/>
                </a:lnTo>
                <a:lnTo>
                  <a:pt x="9120" y="12960"/>
                </a:lnTo>
                <a:lnTo>
                  <a:pt x="7805" y="12960"/>
                </a:lnTo>
                <a:lnTo>
                  <a:pt x="8172" y="11353"/>
                </a:lnTo>
                <a:lnTo>
                  <a:pt x="8457" y="10212"/>
                </a:lnTo>
                <a:lnTo>
                  <a:pt x="8753" y="9228"/>
                </a:lnTo>
                <a:lnTo>
                  <a:pt x="9155" y="8087"/>
                </a:lnTo>
                <a:lnTo>
                  <a:pt x="9756" y="6480"/>
                </a:lnTo>
                <a:lnTo>
                  <a:pt x="11046" y="6480"/>
                </a:lnTo>
                <a:lnTo>
                  <a:pt x="12343" y="6480"/>
                </a:lnTo>
                <a:lnTo>
                  <a:pt x="13659" y="6480"/>
                </a:lnTo>
                <a:lnTo>
                  <a:pt x="14260" y="4873"/>
                </a:lnTo>
                <a:lnTo>
                  <a:pt x="14661" y="3732"/>
                </a:lnTo>
                <a:lnTo>
                  <a:pt x="14958" y="2748"/>
                </a:lnTo>
                <a:lnTo>
                  <a:pt x="15243" y="1607"/>
                </a:lnTo>
                <a:lnTo>
                  <a:pt x="15610" y="0"/>
                </a:lnTo>
                <a:close/>
              </a:path>
            </a:pathLst>
          </a:custGeom>
          <a:solidFill>
            <a:srgbClr val="E7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3" name="contour_06091"/>
          <p:cNvSpPr/>
          <p:nvPr/>
        </p:nvSpPr>
        <p:spPr>
          <a:xfrm>
            <a:off x="8136485" y="5793953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52" y="108"/>
                </a:lnTo>
                <a:lnTo>
                  <a:pt x="1251" y="210"/>
                </a:lnTo>
                <a:lnTo>
                  <a:pt x="1905" y="318"/>
                </a:lnTo>
                <a:lnTo>
                  <a:pt x="2722" y="454"/>
                </a:lnTo>
                <a:lnTo>
                  <a:pt x="3806" y="635"/>
                </a:lnTo>
                <a:lnTo>
                  <a:pt x="5266" y="877"/>
                </a:lnTo>
                <a:lnTo>
                  <a:pt x="7206" y="1201"/>
                </a:lnTo>
                <a:lnTo>
                  <a:pt x="9735" y="1622"/>
                </a:lnTo>
                <a:lnTo>
                  <a:pt x="12960" y="2160"/>
                </a:lnTo>
                <a:lnTo>
                  <a:pt x="12532" y="3443"/>
                </a:lnTo>
                <a:lnTo>
                  <a:pt x="12102" y="4730"/>
                </a:lnTo>
                <a:lnTo>
                  <a:pt x="11673" y="6022"/>
                </a:lnTo>
                <a:lnTo>
                  <a:pt x="11238" y="7325"/>
                </a:lnTo>
                <a:lnTo>
                  <a:pt x="10800" y="8640"/>
                </a:lnTo>
                <a:lnTo>
                  <a:pt x="12083" y="8640"/>
                </a:lnTo>
                <a:lnTo>
                  <a:pt x="13370" y="8640"/>
                </a:lnTo>
                <a:lnTo>
                  <a:pt x="14662" y="8640"/>
                </a:lnTo>
                <a:lnTo>
                  <a:pt x="15965" y="8640"/>
                </a:lnTo>
                <a:lnTo>
                  <a:pt x="17280" y="8640"/>
                </a:lnTo>
                <a:lnTo>
                  <a:pt x="17191" y="9666"/>
                </a:lnTo>
                <a:lnTo>
                  <a:pt x="17101" y="10698"/>
                </a:lnTo>
                <a:lnTo>
                  <a:pt x="17010" y="11746"/>
                </a:lnTo>
                <a:lnTo>
                  <a:pt x="17051" y="12241"/>
                </a:lnTo>
                <a:lnTo>
                  <a:pt x="17120" y="13116"/>
                </a:lnTo>
                <a:lnTo>
                  <a:pt x="17280" y="15120"/>
                </a:lnTo>
                <a:lnTo>
                  <a:pt x="18563" y="15990"/>
                </a:lnTo>
                <a:lnTo>
                  <a:pt x="19440" y="16505"/>
                </a:lnTo>
                <a:lnTo>
                  <a:pt x="20317" y="16867"/>
                </a:lnTo>
                <a:lnTo>
                  <a:pt x="21600" y="17280"/>
                </a:lnTo>
                <a:lnTo>
                  <a:pt x="21064" y="18349"/>
                </a:lnTo>
                <a:lnTo>
                  <a:pt x="20529" y="19423"/>
                </a:lnTo>
                <a:lnTo>
                  <a:pt x="19986" y="20505"/>
                </a:lnTo>
                <a:lnTo>
                  <a:pt x="19440" y="21600"/>
                </a:lnTo>
                <a:lnTo>
                  <a:pt x="17833" y="21194"/>
                </a:lnTo>
                <a:lnTo>
                  <a:pt x="16692" y="20879"/>
                </a:lnTo>
                <a:lnTo>
                  <a:pt x="15708" y="20550"/>
                </a:lnTo>
                <a:lnTo>
                  <a:pt x="14567" y="20105"/>
                </a:lnTo>
                <a:lnTo>
                  <a:pt x="12960" y="19440"/>
                </a:lnTo>
                <a:lnTo>
                  <a:pt x="12960" y="18012"/>
                </a:lnTo>
                <a:lnTo>
                  <a:pt x="12960" y="16576"/>
                </a:lnTo>
                <a:lnTo>
                  <a:pt x="12960" y="15120"/>
                </a:lnTo>
                <a:lnTo>
                  <a:pt x="11532" y="15120"/>
                </a:lnTo>
                <a:lnTo>
                  <a:pt x="10096" y="15120"/>
                </a:lnTo>
                <a:lnTo>
                  <a:pt x="8640" y="15120"/>
                </a:lnTo>
                <a:lnTo>
                  <a:pt x="8640" y="16548"/>
                </a:lnTo>
                <a:lnTo>
                  <a:pt x="8640" y="17984"/>
                </a:lnTo>
                <a:lnTo>
                  <a:pt x="8640" y="19440"/>
                </a:lnTo>
                <a:lnTo>
                  <a:pt x="7357" y="19440"/>
                </a:lnTo>
                <a:lnTo>
                  <a:pt x="6070" y="19440"/>
                </a:lnTo>
                <a:lnTo>
                  <a:pt x="4778" y="19440"/>
                </a:lnTo>
                <a:lnTo>
                  <a:pt x="3475" y="19440"/>
                </a:lnTo>
                <a:lnTo>
                  <a:pt x="2160" y="19440"/>
                </a:lnTo>
                <a:lnTo>
                  <a:pt x="2605" y="18235"/>
                </a:lnTo>
                <a:lnTo>
                  <a:pt x="3054" y="17023"/>
                </a:lnTo>
                <a:lnTo>
                  <a:pt x="3510" y="15794"/>
                </a:lnTo>
                <a:lnTo>
                  <a:pt x="3847" y="14176"/>
                </a:lnTo>
                <a:lnTo>
                  <a:pt x="3998" y="12638"/>
                </a:lnTo>
                <a:lnTo>
                  <a:pt x="3983" y="11167"/>
                </a:lnTo>
                <a:lnTo>
                  <a:pt x="3819" y="9748"/>
                </a:lnTo>
                <a:lnTo>
                  <a:pt x="3523" y="8364"/>
                </a:lnTo>
                <a:lnTo>
                  <a:pt x="3115" y="7003"/>
                </a:lnTo>
                <a:lnTo>
                  <a:pt x="2609" y="5646"/>
                </a:lnTo>
                <a:lnTo>
                  <a:pt x="2028" y="4283"/>
                </a:lnTo>
                <a:lnTo>
                  <a:pt x="1387" y="2899"/>
                </a:lnTo>
                <a:lnTo>
                  <a:pt x="706" y="1475"/>
                </a:lnTo>
                <a:lnTo>
                  <a:pt x="0" y="0"/>
                </a:lnTo>
                <a:close/>
              </a:path>
            </a:pathLst>
          </a:custGeom>
          <a:solidFill>
            <a:srgbClr val="646460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4" name="contour_06092"/>
          <p:cNvSpPr/>
          <p:nvPr/>
        </p:nvSpPr>
        <p:spPr>
          <a:xfrm>
            <a:off x="3814706" y="5750225"/>
            <a:ext cx="74301" cy="514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49" y="0"/>
                </a:moveTo>
                <a:lnTo>
                  <a:pt x="18350" y="0"/>
                </a:lnTo>
                <a:lnTo>
                  <a:pt x="19759" y="0"/>
                </a:lnTo>
                <a:lnTo>
                  <a:pt x="21187" y="0"/>
                </a:lnTo>
                <a:lnTo>
                  <a:pt x="21267" y="1814"/>
                </a:lnTo>
                <a:lnTo>
                  <a:pt x="21337" y="3630"/>
                </a:lnTo>
                <a:lnTo>
                  <a:pt x="21399" y="5447"/>
                </a:lnTo>
                <a:lnTo>
                  <a:pt x="21452" y="7263"/>
                </a:lnTo>
                <a:lnTo>
                  <a:pt x="21526" y="9291"/>
                </a:lnTo>
                <a:lnTo>
                  <a:pt x="21600" y="11349"/>
                </a:lnTo>
                <a:lnTo>
                  <a:pt x="21333" y="13685"/>
                </a:lnTo>
                <a:lnTo>
                  <a:pt x="21022" y="15245"/>
                </a:lnTo>
                <a:lnTo>
                  <a:pt x="20460" y="16741"/>
                </a:lnTo>
                <a:lnTo>
                  <a:pt x="19450" y="18875"/>
                </a:lnTo>
                <a:lnTo>
                  <a:pt x="17922" y="20254"/>
                </a:lnTo>
                <a:lnTo>
                  <a:pt x="16564" y="21111"/>
                </a:lnTo>
                <a:lnTo>
                  <a:pt x="15263" y="21533"/>
                </a:lnTo>
                <a:lnTo>
                  <a:pt x="13907" y="21600"/>
                </a:lnTo>
                <a:lnTo>
                  <a:pt x="12388" y="21404"/>
                </a:lnTo>
                <a:lnTo>
                  <a:pt x="10593" y="21025"/>
                </a:lnTo>
                <a:lnTo>
                  <a:pt x="8168" y="20319"/>
                </a:lnTo>
                <a:lnTo>
                  <a:pt x="6473" y="19728"/>
                </a:lnTo>
                <a:lnTo>
                  <a:pt x="5280" y="19098"/>
                </a:lnTo>
                <a:lnTo>
                  <a:pt x="4364" y="18270"/>
                </a:lnTo>
                <a:lnTo>
                  <a:pt x="3502" y="17089"/>
                </a:lnTo>
                <a:lnTo>
                  <a:pt x="2466" y="15398"/>
                </a:lnTo>
                <a:lnTo>
                  <a:pt x="1869" y="13569"/>
                </a:lnTo>
                <a:lnTo>
                  <a:pt x="1324" y="11756"/>
                </a:lnTo>
                <a:lnTo>
                  <a:pt x="833" y="9924"/>
                </a:lnTo>
                <a:lnTo>
                  <a:pt x="392" y="8055"/>
                </a:lnTo>
                <a:lnTo>
                  <a:pt x="0" y="6116"/>
                </a:lnTo>
                <a:lnTo>
                  <a:pt x="655" y="6171"/>
                </a:lnTo>
                <a:lnTo>
                  <a:pt x="2631" y="6330"/>
                </a:lnTo>
                <a:lnTo>
                  <a:pt x="3775" y="6386"/>
                </a:lnTo>
                <a:lnTo>
                  <a:pt x="4926" y="6441"/>
                </a:lnTo>
                <a:lnTo>
                  <a:pt x="6091" y="6499"/>
                </a:lnTo>
                <a:lnTo>
                  <a:pt x="6595" y="6532"/>
                </a:lnTo>
                <a:lnTo>
                  <a:pt x="7483" y="6587"/>
                </a:lnTo>
                <a:lnTo>
                  <a:pt x="9517" y="6713"/>
                </a:lnTo>
                <a:lnTo>
                  <a:pt x="11248" y="6242"/>
                </a:lnTo>
                <a:lnTo>
                  <a:pt x="12604" y="5551"/>
                </a:lnTo>
                <a:lnTo>
                  <a:pt x="13718" y="4606"/>
                </a:lnTo>
                <a:lnTo>
                  <a:pt x="14723" y="3382"/>
                </a:lnTo>
                <a:lnTo>
                  <a:pt x="15757" y="1856"/>
                </a:lnTo>
                <a:lnTo>
                  <a:pt x="16949" y="0"/>
                </a:lnTo>
                <a:close/>
              </a:path>
            </a:pathLst>
          </a:custGeom>
          <a:solidFill>
            <a:srgbClr val="262625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5" name="contour_06093"/>
          <p:cNvSpPr/>
          <p:nvPr/>
        </p:nvSpPr>
        <p:spPr>
          <a:xfrm>
            <a:off x="7676628" y="5742937"/>
            <a:ext cx="5901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1" y="0"/>
                </a:moveTo>
                <a:lnTo>
                  <a:pt x="2147" y="0"/>
                </a:lnTo>
                <a:lnTo>
                  <a:pt x="4036" y="0"/>
                </a:lnTo>
                <a:lnTo>
                  <a:pt x="5929" y="0"/>
                </a:lnTo>
                <a:lnTo>
                  <a:pt x="7831" y="0"/>
                </a:lnTo>
                <a:lnTo>
                  <a:pt x="9741" y="0"/>
                </a:lnTo>
                <a:lnTo>
                  <a:pt x="11662" y="0"/>
                </a:lnTo>
                <a:lnTo>
                  <a:pt x="13598" y="0"/>
                </a:lnTo>
                <a:lnTo>
                  <a:pt x="13598" y="1785"/>
                </a:lnTo>
                <a:lnTo>
                  <a:pt x="13598" y="3580"/>
                </a:lnTo>
                <a:lnTo>
                  <a:pt x="13598" y="5400"/>
                </a:lnTo>
                <a:lnTo>
                  <a:pt x="15182" y="4865"/>
                </a:lnTo>
                <a:lnTo>
                  <a:pt x="16772" y="4328"/>
                </a:lnTo>
                <a:lnTo>
                  <a:pt x="18367" y="3791"/>
                </a:lnTo>
                <a:lnTo>
                  <a:pt x="19976" y="3248"/>
                </a:lnTo>
                <a:lnTo>
                  <a:pt x="21600" y="2700"/>
                </a:lnTo>
                <a:lnTo>
                  <a:pt x="20797" y="4722"/>
                </a:lnTo>
                <a:lnTo>
                  <a:pt x="19965" y="6566"/>
                </a:lnTo>
                <a:lnTo>
                  <a:pt x="19095" y="8251"/>
                </a:lnTo>
                <a:lnTo>
                  <a:pt x="18175" y="9798"/>
                </a:lnTo>
                <a:lnTo>
                  <a:pt x="17196" y="11224"/>
                </a:lnTo>
                <a:lnTo>
                  <a:pt x="16148" y="12547"/>
                </a:lnTo>
                <a:lnTo>
                  <a:pt x="15014" y="13786"/>
                </a:lnTo>
                <a:lnTo>
                  <a:pt x="13793" y="14958"/>
                </a:lnTo>
                <a:lnTo>
                  <a:pt x="12464" y="16084"/>
                </a:lnTo>
                <a:lnTo>
                  <a:pt x="11027" y="17177"/>
                </a:lnTo>
                <a:lnTo>
                  <a:pt x="9461" y="18263"/>
                </a:lnTo>
                <a:lnTo>
                  <a:pt x="7762" y="19354"/>
                </a:lnTo>
                <a:lnTo>
                  <a:pt x="5919" y="20471"/>
                </a:lnTo>
                <a:lnTo>
                  <a:pt x="5175" y="20752"/>
                </a:lnTo>
                <a:lnTo>
                  <a:pt x="2929" y="21600"/>
                </a:lnTo>
                <a:lnTo>
                  <a:pt x="1382" y="19969"/>
                </a:lnTo>
                <a:lnTo>
                  <a:pt x="563" y="18687"/>
                </a:lnTo>
                <a:lnTo>
                  <a:pt x="192" y="17086"/>
                </a:lnTo>
                <a:lnTo>
                  <a:pt x="0" y="14502"/>
                </a:lnTo>
                <a:lnTo>
                  <a:pt x="32" y="12776"/>
                </a:lnTo>
                <a:lnTo>
                  <a:pt x="64" y="11040"/>
                </a:lnTo>
                <a:lnTo>
                  <a:pt x="96" y="9283"/>
                </a:lnTo>
                <a:lnTo>
                  <a:pt x="120" y="7549"/>
                </a:lnTo>
                <a:lnTo>
                  <a:pt x="144" y="5805"/>
                </a:lnTo>
                <a:lnTo>
                  <a:pt x="168" y="4039"/>
                </a:lnTo>
                <a:lnTo>
                  <a:pt x="197" y="2705"/>
                </a:lnTo>
                <a:lnTo>
                  <a:pt x="229" y="1361"/>
                </a:lnTo>
                <a:lnTo>
                  <a:pt x="261" y="0"/>
                </a:lnTo>
                <a:close/>
              </a:path>
            </a:pathLst>
          </a:custGeom>
          <a:solidFill>
            <a:srgbClr val="484642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6" name="contour_06094"/>
          <p:cNvSpPr/>
          <p:nvPr/>
        </p:nvSpPr>
        <p:spPr>
          <a:xfrm>
            <a:off x="8260381" y="5677345"/>
            <a:ext cx="72880" cy="65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708" y="0"/>
                </a:lnTo>
                <a:lnTo>
                  <a:pt x="20144" y="0"/>
                </a:lnTo>
                <a:lnTo>
                  <a:pt x="21600" y="0"/>
                </a:lnTo>
                <a:lnTo>
                  <a:pt x="21313" y="3387"/>
                </a:lnTo>
                <a:lnTo>
                  <a:pt x="21056" y="6268"/>
                </a:lnTo>
                <a:lnTo>
                  <a:pt x="20809" y="8700"/>
                </a:lnTo>
                <a:lnTo>
                  <a:pt x="20561" y="10739"/>
                </a:lnTo>
                <a:lnTo>
                  <a:pt x="20287" y="12441"/>
                </a:lnTo>
                <a:lnTo>
                  <a:pt x="19974" y="13861"/>
                </a:lnTo>
                <a:lnTo>
                  <a:pt x="19604" y="15060"/>
                </a:lnTo>
                <a:lnTo>
                  <a:pt x="19157" y="16090"/>
                </a:lnTo>
                <a:lnTo>
                  <a:pt x="18619" y="17012"/>
                </a:lnTo>
                <a:lnTo>
                  <a:pt x="17969" y="17878"/>
                </a:lnTo>
                <a:lnTo>
                  <a:pt x="17194" y="18747"/>
                </a:lnTo>
                <a:lnTo>
                  <a:pt x="16271" y="19679"/>
                </a:lnTo>
                <a:lnTo>
                  <a:pt x="15187" y="20724"/>
                </a:lnTo>
                <a:lnTo>
                  <a:pt x="13701" y="21227"/>
                </a:lnTo>
                <a:lnTo>
                  <a:pt x="12191" y="21509"/>
                </a:lnTo>
                <a:lnTo>
                  <a:pt x="10666" y="21600"/>
                </a:lnTo>
                <a:lnTo>
                  <a:pt x="9130" y="21525"/>
                </a:lnTo>
                <a:lnTo>
                  <a:pt x="7588" y="21318"/>
                </a:lnTo>
                <a:lnTo>
                  <a:pt x="6048" y="21005"/>
                </a:lnTo>
                <a:lnTo>
                  <a:pt x="4512" y="20613"/>
                </a:lnTo>
                <a:lnTo>
                  <a:pt x="2989" y="20173"/>
                </a:lnTo>
                <a:lnTo>
                  <a:pt x="1484" y="19710"/>
                </a:lnTo>
                <a:lnTo>
                  <a:pt x="0" y="19258"/>
                </a:lnTo>
                <a:lnTo>
                  <a:pt x="428" y="17722"/>
                </a:lnTo>
                <a:lnTo>
                  <a:pt x="886" y="16251"/>
                </a:lnTo>
                <a:lnTo>
                  <a:pt x="1393" y="14838"/>
                </a:lnTo>
                <a:lnTo>
                  <a:pt x="1968" y="13476"/>
                </a:lnTo>
                <a:lnTo>
                  <a:pt x="2635" y="12159"/>
                </a:lnTo>
                <a:lnTo>
                  <a:pt x="3413" y="10878"/>
                </a:lnTo>
                <a:lnTo>
                  <a:pt x="4320" y="9629"/>
                </a:lnTo>
                <a:lnTo>
                  <a:pt x="5750" y="9513"/>
                </a:lnTo>
                <a:lnTo>
                  <a:pt x="7147" y="9492"/>
                </a:lnTo>
                <a:lnTo>
                  <a:pt x="8530" y="9540"/>
                </a:lnTo>
                <a:lnTo>
                  <a:pt x="9914" y="9643"/>
                </a:lnTo>
                <a:lnTo>
                  <a:pt x="11312" y="9781"/>
                </a:lnTo>
                <a:lnTo>
                  <a:pt x="12740" y="9930"/>
                </a:lnTo>
                <a:lnTo>
                  <a:pt x="13332" y="9855"/>
                </a:lnTo>
                <a:lnTo>
                  <a:pt x="15120" y="9629"/>
                </a:lnTo>
                <a:lnTo>
                  <a:pt x="15757" y="8139"/>
                </a:lnTo>
                <a:lnTo>
                  <a:pt x="16191" y="6709"/>
                </a:lnTo>
                <a:lnTo>
                  <a:pt x="16474" y="5269"/>
                </a:lnTo>
                <a:lnTo>
                  <a:pt x="16649" y="3758"/>
                </a:lnTo>
                <a:lnTo>
                  <a:pt x="16766" y="2106"/>
                </a:lnTo>
                <a:lnTo>
                  <a:pt x="17021" y="1062"/>
                </a:lnTo>
                <a:lnTo>
                  <a:pt x="17280" y="0"/>
                </a:lnTo>
                <a:close/>
              </a:path>
            </a:pathLst>
          </a:custGeom>
          <a:solidFill>
            <a:srgbClr val="848889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7" name="contour_06095"/>
          <p:cNvSpPr/>
          <p:nvPr/>
        </p:nvSpPr>
        <p:spPr>
          <a:xfrm>
            <a:off x="1008830" y="5654060"/>
            <a:ext cx="87040" cy="104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52" y="294"/>
                </a:moveTo>
                <a:lnTo>
                  <a:pt x="11953" y="237"/>
                </a:lnTo>
                <a:lnTo>
                  <a:pt x="13056" y="187"/>
                </a:lnTo>
                <a:lnTo>
                  <a:pt x="14158" y="143"/>
                </a:lnTo>
                <a:lnTo>
                  <a:pt x="15261" y="106"/>
                </a:lnTo>
                <a:lnTo>
                  <a:pt x="16491" y="53"/>
                </a:lnTo>
                <a:lnTo>
                  <a:pt x="17740" y="0"/>
                </a:lnTo>
                <a:lnTo>
                  <a:pt x="19005" y="191"/>
                </a:lnTo>
                <a:lnTo>
                  <a:pt x="19777" y="428"/>
                </a:lnTo>
                <a:lnTo>
                  <a:pt x="20370" y="868"/>
                </a:lnTo>
                <a:lnTo>
                  <a:pt x="21103" y="1666"/>
                </a:lnTo>
                <a:lnTo>
                  <a:pt x="21446" y="2653"/>
                </a:lnTo>
                <a:lnTo>
                  <a:pt x="21600" y="3398"/>
                </a:lnTo>
                <a:lnTo>
                  <a:pt x="21598" y="4276"/>
                </a:lnTo>
                <a:lnTo>
                  <a:pt x="21477" y="5663"/>
                </a:lnTo>
                <a:lnTo>
                  <a:pt x="20954" y="6379"/>
                </a:lnTo>
                <a:lnTo>
                  <a:pt x="20428" y="7100"/>
                </a:lnTo>
                <a:lnTo>
                  <a:pt x="19894" y="7831"/>
                </a:lnTo>
                <a:lnTo>
                  <a:pt x="18618" y="8010"/>
                </a:lnTo>
                <a:lnTo>
                  <a:pt x="17710" y="8118"/>
                </a:lnTo>
                <a:lnTo>
                  <a:pt x="16735" y="8201"/>
                </a:lnTo>
                <a:lnTo>
                  <a:pt x="15261" y="8301"/>
                </a:lnTo>
                <a:lnTo>
                  <a:pt x="13809" y="8462"/>
                </a:lnTo>
                <a:lnTo>
                  <a:pt x="12865" y="8625"/>
                </a:lnTo>
                <a:lnTo>
                  <a:pt x="12016" y="8884"/>
                </a:lnTo>
                <a:lnTo>
                  <a:pt x="10852" y="9338"/>
                </a:lnTo>
                <a:lnTo>
                  <a:pt x="10606" y="10355"/>
                </a:lnTo>
                <a:lnTo>
                  <a:pt x="10441" y="11361"/>
                </a:lnTo>
                <a:lnTo>
                  <a:pt x="10351" y="12359"/>
                </a:lnTo>
                <a:lnTo>
                  <a:pt x="10325" y="13352"/>
                </a:lnTo>
                <a:lnTo>
                  <a:pt x="10354" y="14344"/>
                </a:lnTo>
                <a:lnTo>
                  <a:pt x="10430" y="15339"/>
                </a:lnTo>
                <a:lnTo>
                  <a:pt x="10544" y="16341"/>
                </a:lnTo>
                <a:lnTo>
                  <a:pt x="10687" y="17354"/>
                </a:lnTo>
                <a:lnTo>
                  <a:pt x="10852" y="18382"/>
                </a:lnTo>
                <a:lnTo>
                  <a:pt x="9656" y="18382"/>
                </a:lnTo>
                <a:lnTo>
                  <a:pt x="8453" y="18382"/>
                </a:lnTo>
                <a:lnTo>
                  <a:pt x="7234" y="18382"/>
                </a:lnTo>
                <a:lnTo>
                  <a:pt x="7234" y="19378"/>
                </a:lnTo>
                <a:lnTo>
                  <a:pt x="7234" y="20381"/>
                </a:lnTo>
                <a:lnTo>
                  <a:pt x="7234" y="21397"/>
                </a:lnTo>
                <a:lnTo>
                  <a:pt x="5943" y="21532"/>
                </a:lnTo>
                <a:lnTo>
                  <a:pt x="5015" y="21600"/>
                </a:lnTo>
                <a:lnTo>
                  <a:pt x="4191" y="21600"/>
                </a:lnTo>
                <a:lnTo>
                  <a:pt x="3208" y="21532"/>
                </a:lnTo>
                <a:lnTo>
                  <a:pt x="1809" y="21397"/>
                </a:lnTo>
                <a:lnTo>
                  <a:pt x="1197" y="20275"/>
                </a:lnTo>
                <a:lnTo>
                  <a:pt x="798" y="19479"/>
                </a:lnTo>
                <a:lnTo>
                  <a:pt x="523" y="18792"/>
                </a:lnTo>
                <a:lnTo>
                  <a:pt x="286" y="17996"/>
                </a:lnTo>
                <a:lnTo>
                  <a:pt x="0" y="16875"/>
                </a:lnTo>
                <a:lnTo>
                  <a:pt x="1279" y="16875"/>
                </a:lnTo>
                <a:lnTo>
                  <a:pt x="2559" y="16875"/>
                </a:lnTo>
                <a:lnTo>
                  <a:pt x="3843" y="16875"/>
                </a:lnTo>
                <a:lnTo>
                  <a:pt x="5133" y="16875"/>
                </a:lnTo>
                <a:lnTo>
                  <a:pt x="6428" y="16875"/>
                </a:lnTo>
                <a:lnTo>
                  <a:pt x="7730" y="16875"/>
                </a:lnTo>
                <a:lnTo>
                  <a:pt x="9043" y="16875"/>
                </a:lnTo>
                <a:lnTo>
                  <a:pt x="8864" y="15830"/>
                </a:lnTo>
                <a:lnTo>
                  <a:pt x="8685" y="14784"/>
                </a:lnTo>
                <a:lnTo>
                  <a:pt x="8506" y="13738"/>
                </a:lnTo>
                <a:lnTo>
                  <a:pt x="8325" y="12690"/>
                </a:lnTo>
                <a:lnTo>
                  <a:pt x="8146" y="11638"/>
                </a:lnTo>
                <a:lnTo>
                  <a:pt x="7965" y="10584"/>
                </a:lnTo>
                <a:lnTo>
                  <a:pt x="7784" y="9526"/>
                </a:lnTo>
                <a:lnTo>
                  <a:pt x="7602" y="8464"/>
                </a:lnTo>
                <a:lnTo>
                  <a:pt x="7419" y="7396"/>
                </a:lnTo>
                <a:lnTo>
                  <a:pt x="7234" y="6323"/>
                </a:lnTo>
                <a:lnTo>
                  <a:pt x="8428" y="6323"/>
                </a:lnTo>
                <a:lnTo>
                  <a:pt x="9624" y="6323"/>
                </a:lnTo>
                <a:lnTo>
                  <a:pt x="10819" y="6323"/>
                </a:lnTo>
                <a:lnTo>
                  <a:pt x="12018" y="6323"/>
                </a:lnTo>
                <a:lnTo>
                  <a:pt x="13221" y="6323"/>
                </a:lnTo>
                <a:lnTo>
                  <a:pt x="14429" y="6323"/>
                </a:lnTo>
                <a:lnTo>
                  <a:pt x="15641" y="6323"/>
                </a:lnTo>
                <a:lnTo>
                  <a:pt x="16860" y="6323"/>
                </a:lnTo>
                <a:lnTo>
                  <a:pt x="18086" y="6323"/>
                </a:lnTo>
                <a:lnTo>
                  <a:pt x="18086" y="5327"/>
                </a:lnTo>
                <a:lnTo>
                  <a:pt x="18086" y="4325"/>
                </a:lnTo>
                <a:lnTo>
                  <a:pt x="18086" y="3309"/>
                </a:lnTo>
                <a:lnTo>
                  <a:pt x="16892" y="3309"/>
                </a:lnTo>
                <a:lnTo>
                  <a:pt x="15697" y="3309"/>
                </a:lnTo>
                <a:lnTo>
                  <a:pt x="14496" y="3309"/>
                </a:lnTo>
                <a:lnTo>
                  <a:pt x="13290" y="3309"/>
                </a:lnTo>
                <a:lnTo>
                  <a:pt x="12076" y="3309"/>
                </a:lnTo>
                <a:lnTo>
                  <a:pt x="10852" y="3309"/>
                </a:lnTo>
                <a:lnTo>
                  <a:pt x="10852" y="2312"/>
                </a:lnTo>
                <a:lnTo>
                  <a:pt x="10852" y="1310"/>
                </a:lnTo>
                <a:lnTo>
                  <a:pt x="10852" y="294"/>
                </a:lnTo>
                <a:close/>
              </a:path>
            </a:pathLst>
          </a:custGeom>
          <a:solidFill>
            <a:srgbClr val="3E3A3F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8" name="contour_06096"/>
          <p:cNvSpPr/>
          <p:nvPr/>
        </p:nvSpPr>
        <p:spPr>
          <a:xfrm>
            <a:off x="1008830" y="5618327"/>
            <a:ext cx="109320" cy="45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55" y="0"/>
                </a:moveTo>
                <a:lnTo>
                  <a:pt x="4136" y="63"/>
                </a:lnTo>
                <a:lnTo>
                  <a:pt x="5129" y="122"/>
                </a:lnTo>
                <a:lnTo>
                  <a:pt x="5625" y="146"/>
                </a:lnTo>
                <a:lnTo>
                  <a:pt x="7115" y="215"/>
                </a:lnTo>
                <a:lnTo>
                  <a:pt x="7872" y="278"/>
                </a:lnTo>
                <a:lnTo>
                  <a:pt x="8640" y="340"/>
                </a:lnTo>
                <a:lnTo>
                  <a:pt x="8640" y="2636"/>
                </a:lnTo>
                <a:lnTo>
                  <a:pt x="8640" y="4946"/>
                </a:lnTo>
                <a:lnTo>
                  <a:pt x="8640" y="7287"/>
                </a:lnTo>
                <a:lnTo>
                  <a:pt x="9628" y="7554"/>
                </a:lnTo>
                <a:lnTo>
                  <a:pt x="10616" y="7818"/>
                </a:lnTo>
                <a:lnTo>
                  <a:pt x="11604" y="8082"/>
                </a:lnTo>
                <a:lnTo>
                  <a:pt x="12593" y="8346"/>
                </a:lnTo>
                <a:lnTo>
                  <a:pt x="13582" y="8614"/>
                </a:lnTo>
                <a:lnTo>
                  <a:pt x="14576" y="8878"/>
                </a:lnTo>
                <a:lnTo>
                  <a:pt x="15569" y="9145"/>
                </a:lnTo>
                <a:lnTo>
                  <a:pt x="16566" y="9412"/>
                </a:lnTo>
                <a:lnTo>
                  <a:pt x="17567" y="9680"/>
                </a:lnTo>
                <a:lnTo>
                  <a:pt x="18569" y="9947"/>
                </a:lnTo>
                <a:lnTo>
                  <a:pt x="19575" y="10218"/>
                </a:lnTo>
                <a:lnTo>
                  <a:pt x="20586" y="10489"/>
                </a:lnTo>
                <a:lnTo>
                  <a:pt x="21600" y="10760"/>
                </a:lnTo>
                <a:lnTo>
                  <a:pt x="21600" y="12486"/>
                </a:lnTo>
                <a:lnTo>
                  <a:pt x="21600" y="14233"/>
                </a:lnTo>
                <a:lnTo>
                  <a:pt x="20686" y="14726"/>
                </a:lnTo>
                <a:lnTo>
                  <a:pt x="19770" y="15209"/>
                </a:lnTo>
                <a:lnTo>
                  <a:pt x="18852" y="15682"/>
                </a:lnTo>
                <a:lnTo>
                  <a:pt x="17935" y="16147"/>
                </a:lnTo>
                <a:lnTo>
                  <a:pt x="17018" y="16602"/>
                </a:lnTo>
                <a:lnTo>
                  <a:pt x="16099" y="17050"/>
                </a:lnTo>
                <a:lnTo>
                  <a:pt x="15180" y="17491"/>
                </a:lnTo>
                <a:lnTo>
                  <a:pt x="14262" y="17929"/>
                </a:lnTo>
                <a:lnTo>
                  <a:pt x="13342" y="18363"/>
                </a:lnTo>
                <a:lnTo>
                  <a:pt x="12420" y="18790"/>
                </a:lnTo>
                <a:lnTo>
                  <a:pt x="12033" y="19005"/>
                </a:lnTo>
                <a:lnTo>
                  <a:pt x="11350" y="19381"/>
                </a:lnTo>
                <a:lnTo>
                  <a:pt x="9786" y="20235"/>
                </a:lnTo>
                <a:lnTo>
                  <a:pt x="8760" y="20683"/>
                </a:lnTo>
                <a:lnTo>
                  <a:pt x="7775" y="21069"/>
                </a:lnTo>
                <a:lnTo>
                  <a:pt x="6814" y="21364"/>
                </a:lnTo>
                <a:lnTo>
                  <a:pt x="5864" y="21551"/>
                </a:lnTo>
                <a:lnTo>
                  <a:pt x="4902" y="21600"/>
                </a:lnTo>
                <a:lnTo>
                  <a:pt x="3914" y="21485"/>
                </a:lnTo>
                <a:lnTo>
                  <a:pt x="2880" y="21180"/>
                </a:lnTo>
                <a:lnTo>
                  <a:pt x="2232" y="19221"/>
                </a:lnTo>
                <a:lnTo>
                  <a:pt x="1679" y="17231"/>
                </a:lnTo>
                <a:lnTo>
                  <a:pt x="1215" y="15199"/>
                </a:lnTo>
                <a:lnTo>
                  <a:pt x="835" y="13104"/>
                </a:lnTo>
                <a:lnTo>
                  <a:pt x="530" y="10937"/>
                </a:lnTo>
                <a:lnTo>
                  <a:pt x="294" y="8676"/>
                </a:lnTo>
                <a:lnTo>
                  <a:pt x="120" y="6307"/>
                </a:lnTo>
                <a:lnTo>
                  <a:pt x="0" y="3814"/>
                </a:lnTo>
                <a:lnTo>
                  <a:pt x="860" y="1803"/>
                </a:lnTo>
                <a:lnTo>
                  <a:pt x="1475" y="733"/>
                </a:lnTo>
                <a:lnTo>
                  <a:pt x="2141" y="254"/>
                </a:lnTo>
                <a:lnTo>
                  <a:pt x="3155" y="0"/>
                </a:lnTo>
                <a:close/>
              </a:path>
            </a:pathLst>
          </a:custGeom>
          <a:solidFill>
            <a:srgbClr val="918CA0"/>
          </a:solidFill>
          <a:ln>
            <a:noFill/>
          </a:ln>
        </p:spPr>
        <p:txBody>
          <a:bodyPr/>
          <a:lstStyle/>
          <a:p/>
        </p:txBody>
      </p:sp>
      <p:sp>
        <p:nvSpPr>
          <p:cNvPr id="6099" name="contour_06097"/>
          <p:cNvSpPr/>
          <p:nvPr/>
        </p:nvSpPr>
        <p:spPr>
          <a:xfrm>
            <a:off x="8289533" y="5619041"/>
            <a:ext cx="820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" y="0"/>
                </a:moveTo>
                <a:lnTo>
                  <a:pt x="3192" y="232"/>
                </a:lnTo>
                <a:lnTo>
                  <a:pt x="4465" y="467"/>
                </a:lnTo>
                <a:lnTo>
                  <a:pt x="5736" y="702"/>
                </a:lnTo>
                <a:lnTo>
                  <a:pt x="7007" y="942"/>
                </a:lnTo>
                <a:lnTo>
                  <a:pt x="8278" y="1183"/>
                </a:lnTo>
                <a:lnTo>
                  <a:pt x="8804" y="1280"/>
                </a:lnTo>
                <a:lnTo>
                  <a:pt x="9733" y="1453"/>
                </a:lnTo>
                <a:lnTo>
                  <a:pt x="11856" y="1847"/>
                </a:lnTo>
                <a:lnTo>
                  <a:pt x="14021" y="2376"/>
                </a:lnTo>
                <a:lnTo>
                  <a:pt x="15680" y="2800"/>
                </a:lnTo>
                <a:lnTo>
                  <a:pt x="16945" y="3156"/>
                </a:lnTo>
                <a:lnTo>
                  <a:pt x="17920" y="3488"/>
                </a:lnTo>
                <a:lnTo>
                  <a:pt x="18717" y="3837"/>
                </a:lnTo>
                <a:lnTo>
                  <a:pt x="19442" y="4244"/>
                </a:lnTo>
                <a:lnTo>
                  <a:pt x="20206" y="4752"/>
                </a:lnTo>
                <a:lnTo>
                  <a:pt x="21116" y="5400"/>
                </a:lnTo>
                <a:lnTo>
                  <a:pt x="21389" y="7293"/>
                </a:lnTo>
                <a:lnTo>
                  <a:pt x="21544" y="8670"/>
                </a:lnTo>
                <a:lnTo>
                  <a:pt x="21600" y="9928"/>
                </a:lnTo>
                <a:lnTo>
                  <a:pt x="21571" y="11462"/>
                </a:lnTo>
                <a:lnTo>
                  <a:pt x="21477" y="13667"/>
                </a:lnTo>
                <a:lnTo>
                  <a:pt x="21423" y="15150"/>
                </a:lnTo>
                <a:lnTo>
                  <a:pt x="21372" y="16640"/>
                </a:lnTo>
                <a:lnTo>
                  <a:pt x="21318" y="18152"/>
                </a:lnTo>
                <a:lnTo>
                  <a:pt x="21218" y="19864"/>
                </a:lnTo>
                <a:lnTo>
                  <a:pt x="21116" y="21600"/>
                </a:lnTo>
                <a:lnTo>
                  <a:pt x="19847" y="21600"/>
                </a:lnTo>
                <a:lnTo>
                  <a:pt x="18571" y="21600"/>
                </a:lnTo>
                <a:lnTo>
                  <a:pt x="17277" y="21600"/>
                </a:lnTo>
                <a:lnTo>
                  <a:pt x="17206" y="20831"/>
                </a:lnTo>
                <a:lnTo>
                  <a:pt x="17083" y="19472"/>
                </a:lnTo>
                <a:lnTo>
                  <a:pt x="16797" y="16367"/>
                </a:lnTo>
                <a:lnTo>
                  <a:pt x="16559" y="14602"/>
                </a:lnTo>
                <a:lnTo>
                  <a:pt x="16331" y="13435"/>
                </a:lnTo>
                <a:lnTo>
                  <a:pt x="15975" y="12342"/>
                </a:lnTo>
                <a:lnTo>
                  <a:pt x="15357" y="10800"/>
                </a:lnTo>
                <a:lnTo>
                  <a:pt x="14098" y="10228"/>
                </a:lnTo>
                <a:lnTo>
                  <a:pt x="12839" y="9747"/>
                </a:lnTo>
                <a:lnTo>
                  <a:pt x="11576" y="9347"/>
                </a:lnTo>
                <a:lnTo>
                  <a:pt x="10310" y="9021"/>
                </a:lnTo>
                <a:lnTo>
                  <a:pt x="9038" y="8753"/>
                </a:lnTo>
                <a:lnTo>
                  <a:pt x="7755" y="8537"/>
                </a:lnTo>
                <a:lnTo>
                  <a:pt x="6463" y="8365"/>
                </a:lnTo>
                <a:lnTo>
                  <a:pt x="5158" y="8221"/>
                </a:lnTo>
                <a:lnTo>
                  <a:pt x="3839" y="8100"/>
                </a:lnTo>
                <a:lnTo>
                  <a:pt x="3459" y="9704"/>
                </a:lnTo>
                <a:lnTo>
                  <a:pt x="3077" y="11313"/>
                </a:lnTo>
                <a:lnTo>
                  <a:pt x="2695" y="12928"/>
                </a:lnTo>
                <a:lnTo>
                  <a:pt x="2309" y="14556"/>
                </a:lnTo>
                <a:lnTo>
                  <a:pt x="1920" y="16200"/>
                </a:lnTo>
                <a:lnTo>
                  <a:pt x="1282" y="14977"/>
                </a:lnTo>
                <a:lnTo>
                  <a:pt x="872" y="14008"/>
                </a:lnTo>
                <a:lnTo>
                  <a:pt x="503" y="12782"/>
                </a:lnTo>
                <a:lnTo>
                  <a:pt x="0" y="10800"/>
                </a:lnTo>
                <a:lnTo>
                  <a:pt x="228" y="8951"/>
                </a:lnTo>
                <a:lnTo>
                  <a:pt x="505" y="7144"/>
                </a:lnTo>
                <a:lnTo>
                  <a:pt x="820" y="5362"/>
                </a:lnTo>
                <a:lnTo>
                  <a:pt x="1165" y="3588"/>
                </a:lnTo>
                <a:lnTo>
                  <a:pt x="1536" y="1806"/>
                </a:lnTo>
                <a:lnTo>
                  <a:pt x="1920" y="0"/>
                </a:lnTo>
                <a:close/>
              </a:path>
            </a:pathLst>
          </a:custGeom>
          <a:solidFill>
            <a:srgbClr val="808381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0" name="contour_06098"/>
          <p:cNvSpPr/>
          <p:nvPr/>
        </p:nvSpPr>
        <p:spPr>
          <a:xfrm>
            <a:off x="1961720" y="5589889"/>
            <a:ext cx="60141" cy="577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0" y="0"/>
                </a:moveTo>
                <a:lnTo>
                  <a:pt x="2387" y="0"/>
                </a:lnTo>
                <a:lnTo>
                  <a:pt x="4117" y="0"/>
                </a:lnTo>
                <a:lnTo>
                  <a:pt x="5855" y="0"/>
                </a:lnTo>
                <a:lnTo>
                  <a:pt x="7601" y="0"/>
                </a:lnTo>
                <a:lnTo>
                  <a:pt x="9358" y="0"/>
                </a:lnTo>
                <a:lnTo>
                  <a:pt x="11130" y="0"/>
                </a:lnTo>
                <a:lnTo>
                  <a:pt x="11130" y="1801"/>
                </a:lnTo>
                <a:lnTo>
                  <a:pt x="11130" y="3613"/>
                </a:lnTo>
                <a:lnTo>
                  <a:pt x="11130" y="5450"/>
                </a:lnTo>
                <a:lnTo>
                  <a:pt x="12850" y="6125"/>
                </a:lnTo>
                <a:lnTo>
                  <a:pt x="14208" y="6477"/>
                </a:lnTo>
                <a:lnTo>
                  <a:pt x="16365" y="6812"/>
                </a:lnTo>
                <a:lnTo>
                  <a:pt x="18522" y="7147"/>
                </a:lnTo>
                <a:lnTo>
                  <a:pt x="19880" y="7499"/>
                </a:lnTo>
                <a:lnTo>
                  <a:pt x="21600" y="8175"/>
                </a:lnTo>
                <a:lnTo>
                  <a:pt x="21600" y="9976"/>
                </a:lnTo>
                <a:lnTo>
                  <a:pt x="21600" y="11788"/>
                </a:lnTo>
                <a:lnTo>
                  <a:pt x="21600" y="13624"/>
                </a:lnTo>
                <a:lnTo>
                  <a:pt x="20310" y="14821"/>
                </a:lnTo>
                <a:lnTo>
                  <a:pt x="19352" y="15660"/>
                </a:lnTo>
                <a:lnTo>
                  <a:pt x="18430" y="16357"/>
                </a:lnTo>
                <a:lnTo>
                  <a:pt x="17260" y="17139"/>
                </a:lnTo>
                <a:lnTo>
                  <a:pt x="15548" y="18224"/>
                </a:lnTo>
                <a:lnTo>
                  <a:pt x="14423" y="18965"/>
                </a:lnTo>
                <a:lnTo>
                  <a:pt x="13289" y="19712"/>
                </a:lnTo>
                <a:lnTo>
                  <a:pt x="12143" y="20469"/>
                </a:lnTo>
                <a:lnTo>
                  <a:pt x="10337" y="21115"/>
                </a:lnTo>
                <a:lnTo>
                  <a:pt x="9020" y="21477"/>
                </a:lnTo>
                <a:lnTo>
                  <a:pt x="7808" y="21600"/>
                </a:lnTo>
                <a:lnTo>
                  <a:pt x="6321" y="21516"/>
                </a:lnTo>
                <a:lnTo>
                  <a:pt x="4178" y="21268"/>
                </a:lnTo>
                <a:lnTo>
                  <a:pt x="3015" y="20543"/>
                </a:lnTo>
                <a:lnTo>
                  <a:pt x="1845" y="19812"/>
                </a:lnTo>
                <a:lnTo>
                  <a:pt x="660" y="19074"/>
                </a:lnTo>
                <a:lnTo>
                  <a:pt x="288" y="16867"/>
                </a:lnTo>
                <a:lnTo>
                  <a:pt x="76" y="15257"/>
                </a:lnTo>
                <a:lnTo>
                  <a:pt x="0" y="13782"/>
                </a:lnTo>
                <a:lnTo>
                  <a:pt x="39" y="11973"/>
                </a:lnTo>
                <a:lnTo>
                  <a:pt x="168" y="9368"/>
                </a:lnTo>
                <a:lnTo>
                  <a:pt x="241" y="7619"/>
                </a:lnTo>
                <a:lnTo>
                  <a:pt x="311" y="5858"/>
                </a:lnTo>
                <a:lnTo>
                  <a:pt x="385" y="4076"/>
                </a:lnTo>
                <a:lnTo>
                  <a:pt x="474" y="2730"/>
                </a:lnTo>
                <a:lnTo>
                  <a:pt x="565" y="1373"/>
                </a:lnTo>
                <a:lnTo>
                  <a:pt x="660" y="0"/>
                </a:lnTo>
                <a:close/>
              </a:path>
            </a:pathLst>
          </a:custGeom>
          <a:solidFill>
            <a:srgbClr val="58416F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1" name="contour_06099"/>
          <p:cNvSpPr/>
          <p:nvPr/>
        </p:nvSpPr>
        <p:spPr>
          <a:xfrm>
            <a:off x="4273850" y="5480570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76" y="0"/>
                </a:lnTo>
                <a:lnTo>
                  <a:pt x="8356" y="0"/>
                </a:lnTo>
                <a:lnTo>
                  <a:pt x="10746" y="0"/>
                </a:lnTo>
                <a:lnTo>
                  <a:pt x="13147" y="0"/>
                </a:lnTo>
                <a:lnTo>
                  <a:pt x="15563" y="0"/>
                </a:lnTo>
                <a:lnTo>
                  <a:pt x="18000" y="0"/>
                </a:lnTo>
                <a:lnTo>
                  <a:pt x="18299" y="1584"/>
                </a:lnTo>
                <a:lnTo>
                  <a:pt x="18594" y="3168"/>
                </a:lnTo>
                <a:lnTo>
                  <a:pt x="18893" y="4754"/>
                </a:lnTo>
                <a:lnTo>
                  <a:pt x="19188" y="6343"/>
                </a:lnTo>
                <a:lnTo>
                  <a:pt x="19487" y="7934"/>
                </a:lnTo>
                <a:lnTo>
                  <a:pt x="19786" y="9528"/>
                </a:lnTo>
                <a:lnTo>
                  <a:pt x="20084" y="11126"/>
                </a:lnTo>
                <a:lnTo>
                  <a:pt x="20387" y="12730"/>
                </a:lnTo>
                <a:lnTo>
                  <a:pt x="20689" y="14338"/>
                </a:lnTo>
                <a:lnTo>
                  <a:pt x="20992" y="15950"/>
                </a:lnTo>
                <a:lnTo>
                  <a:pt x="21294" y="17573"/>
                </a:lnTo>
                <a:lnTo>
                  <a:pt x="21600" y="19200"/>
                </a:lnTo>
                <a:lnTo>
                  <a:pt x="19224" y="19464"/>
                </a:lnTo>
                <a:lnTo>
                  <a:pt x="16844" y="19728"/>
                </a:lnTo>
                <a:lnTo>
                  <a:pt x="14465" y="19992"/>
                </a:lnTo>
                <a:lnTo>
                  <a:pt x="12078" y="20258"/>
                </a:lnTo>
                <a:lnTo>
                  <a:pt x="9684" y="20525"/>
                </a:lnTo>
                <a:lnTo>
                  <a:pt x="7279" y="20791"/>
                </a:lnTo>
                <a:lnTo>
                  <a:pt x="4867" y="21060"/>
                </a:lnTo>
                <a:lnTo>
                  <a:pt x="2441" y="21329"/>
                </a:lnTo>
                <a:lnTo>
                  <a:pt x="0" y="21600"/>
                </a:lnTo>
                <a:lnTo>
                  <a:pt x="274" y="19956"/>
                </a:lnTo>
                <a:lnTo>
                  <a:pt x="547" y="18310"/>
                </a:lnTo>
                <a:lnTo>
                  <a:pt x="824" y="16663"/>
                </a:lnTo>
                <a:lnTo>
                  <a:pt x="1098" y="15014"/>
                </a:lnTo>
                <a:lnTo>
                  <a:pt x="1372" y="13363"/>
                </a:lnTo>
                <a:lnTo>
                  <a:pt x="1649" y="11710"/>
                </a:lnTo>
                <a:lnTo>
                  <a:pt x="1926" y="10051"/>
                </a:lnTo>
                <a:lnTo>
                  <a:pt x="2203" y="8390"/>
                </a:lnTo>
                <a:lnTo>
                  <a:pt x="2480" y="6725"/>
                </a:lnTo>
                <a:lnTo>
                  <a:pt x="2758" y="5052"/>
                </a:lnTo>
                <a:lnTo>
                  <a:pt x="3038" y="3374"/>
                </a:lnTo>
                <a:lnTo>
                  <a:pt x="3319" y="1692"/>
                </a:lnTo>
                <a:lnTo>
                  <a:pt x="3600" y="0"/>
                </a:lnTo>
                <a:close/>
              </a:path>
            </a:pathLst>
          </a:custGeom>
          <a:solidFill>
            <a:srgbClr val="977F4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2" name="contour_06100"/>
          <p:cNvSpPr/>
          <p:nvPr/>
        </p:nvSpPr>
        <p:spPr>
          <a:xfrm>
            <a:off x="7196334" y="5487858"/>
            <a:ext cx="72880" cy="73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4657" y="166"/>
                </a:lnTo>
                <a:lnTo>
                  <a:pt x="6413" y="329"/>
                </a:lnTo>
                <a:lnTo>
                  <a:pt x="7664" y="548"/>
                </a:lnTo>
                <a:lnTo>
                  <a:pt x="8653" y="883"/>
                </a:lnTo>
                <a:lnTo>
                  <a:pt x="9618" y="1391"/>
                </a:lnTo>
                <a:lnTo>
                  <a:pt x="10800" y="2134"/>
                </a:lnTo>
                <a:lnTo>
                  <a:pt x="11256" y="3536"/>
                </a:lnTo>
                <a:lnTo>
                  <a:pt x="11638" y="4935"/>
                </a:lnTo>
                <a:lnTo>
                  <a:pt x="11958" y="6337"/>
                </a:lnTo>
                <a:lnTo>
                  <a:pt x="12221" y="7746"/>
                </a:lnTo>
                <a:lnTo>
                  <a:pt x="12435" y="9160"/>
                </a:lnTo>
                <a:lnTo>
                  <a:pt x="12608" y="10583"/>
                </a:lnTo>
                <a:lnTo>
                  <a:pt x="12748" y="12019"/>
                </a:lnTo>
                <a:lnTo>
                  <a:pt x="12863" y="13468"/>
                </a:lnTo>
                <a:lnTo>
                  <a:pt x="12960" y="14936"/>
                </a:lnTo>
                <a:lnTo>
                  <a:pt x="14386" y="14936"/>
                </a:lnTo>
                <a:lnTo>
                  <a:pt x="15813" y="14936"/>
                </a:lnTo>
                <a:lnTo>
                  <a:pt x="17248" y="14936"/>
                </a:lnTo>
                <a:lnTo>
                  <a:pt x="18688" y="14936"/>
                </a:lnTo>
                <a:lnTo>
                  <a:pt x="20138" y="14936"/>
                </a:lnTo>
                <a:lnTo>
                  <a:pt x="21600" y="14936"/>
                </a:lnTo>
                <a:lnTo>
                  <a:pt x="21324" y="16528"/>
                </a:lnTo>
                <a:lnTo>
                  <a:pt x="21073" y="17657"/>
                </a:lnTo>
                <a:lnTo>
                  <a:pt x="20745" y="18630"/>
                </a:lnTo>
                <a:lnTo>
                  <a:pt x="20235" y="19754"/>
                </a:lnTo>
                <a:lnTo>
                  <a:pt x="19440" y="21338"/>
                </a:lnTo>
                <a:lnTo>
                  <a:pt x="17876" y="21495"/>
                </a:lnTo>
                <a:lnTo>
                  <a:pt x="16444" y="21583"/>
                </a:lnTo>
                <a:lnTo>
                  <a:pt x="15083" y="21600"/>
                </a:lnTo>
                <a:lnTo>
                  <a:pt x="13731" y="21545"/>
                </a:lnTo>
                <a:lnTo>
                  <a:pt x="12323" y="21412"/>
                </a:lnTo>
                <a:lnTo>
                  <a:pt x="10800" y="21205"/>
                </a:lnTo>
                <a:lnTo>
                  <a:pt x="9603" y="21043"/>
                </a:lnTo>
                <a:lnTo>
                  <a:pt x="8387" y="20879"/>
                </a:lnTo>
                <a:lnTo>
                  <a:pt x="5975" y="20441"/>
                </a:lnTo>
                <a:lnTo>
                  <a:pt x="4294" y="20068"/>
                </a:lnTo>
                <a:lnTo>
                  <a:pt x="3128" y="19656"/>
                </a:lnTo>
                <a:lnTo>
                  <a:pt x="2259" y="19099"/>
                </a:lnTo>
                <a:lnTo>
                  <a:pt x="1469" y="18293"/>
                </a:lnTo>
                <a:lnTo>
                  <a:pt x="540" y="17136"/>
                </a:lnTo>
                <a:lnTo>
                  <a:pt x="276" y="15965"/>
                </a:lnTo>
                <a:lnTo>
                  <a:pt x="117" y="15043"/>
                </a:lnTo>
                <a:lnTo>
                  <a:pt x="35" y="14059"/>
                </a:lnTo>
                <a:lnTo>
                  <a:pt x="4" y="12704"/>
                </a:lnTo>
                <a:lnTo>
                  <a:pt x="0" y="10669"/>
                </a:lnTo>
                <a:lnTo>
                  <a:pt x="1283" y="10669"/>
                </a:lnTo>
                <a:lnTo>
                  <a:pt x="2570" y="10669"/>
                </a:lnTo>
                <a:lnTo>
                  <a:pt x="3862" y="10669"/>
                </a:lnTo>
                <a:lnTo>
                  <a:pt x="5165" y="10669"/>
                </a:lnTo>
                <a:lnTo>
                  <a:pt x="6480" y="10669"/>
                </a:lnTo>
                <a:lnTo>
                  <a:pt x="5944" y="9348"/>
                </a:lnTo>
                <a:lnTo>
                  <a:pt x="5411" y="8027"/>
                </a:lnTo>
                <a:lnTo>
                  <a:pt x="4873" y="6702"/>
                </a:lnTo>
                <a:lnTo>
                  <a:pt x="4337" y="5375"/>
                </a:lnTo>
                <a:lnTo>
                  <a:pt x="3797" y="4041"/>
                </a:lnTo>
                <a:lnTo>
                  <a:pt x="3255" y="2701"/>
                </a:lnTo>
                <a:lnTo>
                  <a:pt x="2709" y="1355"/>
                </a:lnTo>
                <a:lnTo>
                  <a:pt x="2160" y="0"/>
                </a:lnTo>
                <a:close/>
              </a:path>
            </a:pathLst>
          </a:custGeom>
          <a:solidFill>
            <a:srgbClr val="282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3" name="contour_06101"/>
          <p:cNvSpPr/>
          <p:nvPr/>
        </p:nvSpPr>
        <p:spPr>
          <a:xfrm>
            <a:off x="7021423" y="5393850"/>
            <a:ext cx="72880" cy="79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86" y="418"/>
                </a:moveTo>
                <a:lnTo>
                  <a:pt x="18978" y="870"/>
                </a:lnTo>
                <a:lnTo>
                  <a:pt x="20280" y="1324"/>
                </a:lnTo>
                <a:lnTo>
                  <a:pt x="21600" y="1782"/>
                </a:lnTo>
                <a:lnTo>
                  <a:pt x="21218" y="3147"/>
                </a:lnTo>
                <a:lnTo>
                  <a:pt x="20796" y="4396"/>
                </a:lnTo>
                <a:lnTo>
                  <a:pt x="20317" y="5549"/>
                </a:lnTo>
                <a:lnTo>
                  <a:pt x="19762" y="6627"/>
                </a:lnTo>
                <a:lnTo>
                  <a:pt x="19105" y="7648"/>
                </a:lnTo>
                <a:lnTo>
                  <a:pt x="18328" y="8633"/>
                </a:lnTo>
                <a:lnTo>
                  <a:pt x="17412" y="9602"/>
                </a:lnTo>
                <a:lnTo>
                  <a:pt x="16334" y="10577"/>
                </a:lnTo>
                <a:lnTo>
                  <a:pt x="15247" y="11552"/>
                </a:lnTo>
                <a:lnTo>
                  <a:pt x="14271" y="12547"/>
                </a:lnTo>
                <a:lnTo>
                  <a:pt x="13388" y="13564"/>
                </a:lnTo>
                <a:lnTo>
                  <a:pt x="12584" y="14606"/>
                </a:lnTo>
                <a:lnTo>
                  <a:pt x="11848" y="15676"/>
                </a:lnTo>
                <a:lnTo>
                  <a:pt x="11161" y="16780"/>
                </a:lnTo>
                <a:lnTo>
                  <a:pt x="10513" y="17922"/>
                </a:lnTo>
                <a:lnTo>
                  <a:pt x="9884" y="19103"/>
                </a:lnTo>
                <a:lnTo>
                  <a:pt x="9264" y="20328"/>
                </a:lnTo>
                <a:lnTo>
                  <a:pt x="8640" y="21600"/>
                </a:lnTo>
                <a:lnTo>
                  <a:pt x="7556" y="21178"/>
                </a:lnTo>
                <a:lnTo>
                  <a:pt x="6474" y="20746"/>
                </a:lnTo>
                <a:lnTo>
                  <a:pt x="5396" y="20308"/>
                </a:lnTo>
                <a:lnTo>
                  <a:pt x="4320" y="19866"/>
                </a:lnTo>
                <a:lnTo>
                  <a:pt x="3115" y="19382"/>
                </a:lnTo>
                <a:lnTo>
                  <a:pt x="1890" y="18891"/>
                </a:lnTo>
                <a:lnTo>
                  <a:pt x="953" y="18269"/>
                </a:lnTo>
                <a:lnTo>
                  <a:pt x="0" y="17636"/>
                </a:lnTo>
                <a:lnTo>
                  <a:pt x="0" y="16328"/>
                </a:lnTo>
                <a:lnTo>
                  <a:pt x="0" y="15008"/>
                </a:lnTo>
                <a:lnTo>
                  <a:pt x="0" y="13673"/>
                </a:lnTo>
                <a:lnTo>
                  <a:pt x="1426" y="13673"/>
                </a:lnTo>
                <a:lnTo>
                  <a:pt x="2853" y="13673"/>
                </a:lnTo>
                <a:lnTo>
                  <a:pt x="4288" y="13673"/>
                </a:lnTo>
                <a:lnTo>
                  <a:pt x="5728" y="13673"/>
                </a:lnTo>
                <a:lnTo>
                  <a:pt x="7178" y="13673"/>
                </a:lnTo>
                <a:lnTo>
                  <a:pt x="8640" y="13673"/>
                </a:lnTo>
                <a:lnTo>
                  <a:pt x="8150" y="12486"/>
                </a:lnTo>
                <a:lnTo>
                  <a:pt x="7655" y="11291"/>
                </a:lnTo>
                <a:lnTo>
                  <a:pt x="7154" y="10082"/>
                </a:lnTo>
                <a:lnTo>
                  <a:pt x="6795" y="8667"/>
                </a:lnTo>
                <a:lnTo>
                  <a:pt x="6597" y="7460"/>
                </a:lnTo>
                <a:lnTo>
                  <a:pt x="6612" y="6334"/>
                </a:lnTo>
                <a:lnTo>
                  <a:pt x="6888" y="5165"/>
                </a:lnTo>
                <a:lnTo>
                  <a:pt x="7476" y="3827"/>
                </a:lnTo>
                <a:lnTo>
                  <a:pt x="8636" y="2652"/>
                </a:lnTo>
                <a:lnTo>
                  <a:pt x="9739" y="1694"/>
                </a:lnTo>
                <a:lnTo>
                  <a:pt x="10832" y="951"/>
                </a:lnTo>
                <a:lnTo>
                  <a:pt x="11958" y="422"/>
                </a:lnTo>
                <a:lnTo>
                  <a:pt x="13163" y="105"/>
                </a:lnTo>
                <a:lnTo>
                  <a:pt x="14487" y="0"/>
                </a:lnTo>
                <a:lnTo>
                  <a:pt x="15980" y="105"/>
                </a:lnTo>
                <a:lnTo>
                  <a:pt x="17686" y="418"/>
                </a:lnTo>
                <a:close/>
              </a:path>
            </a:pathLst>
          </a:custGeom>
          <a:solidFill>
            <a:srgbClr val="30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4" name="contour_06102"/>
          <p:cNvSpPr/>
          <p:nvPr/>
        </p:nvSpPr>
        <p:spPr>
          <a:xfrm>
            <a:off x="4864177" y="5325328"/>
            <a:ext cx="83812" cy="677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87" y="0"/>
                </a:moveTo>
                <a:lnTo>
                  <a:pt x="5214" y="16"/>
                </a:lnTo>
                <a:lnTo>
                  <a:pt x="6587" y="98"/>
                </a:lnTo>
                <a:lnTo>
                  <a:pt x="7913" y="246"/>
                </a:lnTo>
                <a:lnTo>
                  <a:pt x="9200" y="471"/>
                </a:lnTo>
                <a:lnTo>
                  <a:pt x="10453" y="773"/>
                </a:lnTo>
                <a:lnTo>
                  <a:pt x="11681" y="1154"/>
                </a:lnTo>
                <a:lnTo>
                  <a:pt x="12889" y="1621"/>
                </a:lnTo>
                <a:lnTo>
                  <a:pt x="14083" y="2176"/>
                </a:lnTo>
                <a:lnTo>
                  <a:pt x="15274" y="2824"/>
                </a:lnTo>
                <a:lnTo>
                  <a:pt x="16465" y="3567"/>
                </a:lnTo>
                <a:lnTo>
                  <a:pt x="17663" y="4408"/>
                </a:lnTo>
                <a:lnTo>
                  <a:pt x="18878" y="5353"/>
                </a:lnTo>
                <a:lnTo>
                  <a:pt x="19831" y="6695"/>
                </a:lnTo>
                <a:lnTo>
                  <a:pt x="20520" y="7933"/>
                </a:lnTo>
                <a:lnTo>
                  <a:pt x="20991" y="9164"/>
                </a:lnTo>
                <a:lnTo>
                  <a:pt x="21298" y="10481"/>
                </a:lnTo>
                <a:lnTo>
                  <a:pt x="21484" y="11981"/>
                </a:lnTo>
                <a:lnTo>
                  <a:pt x="21600" y="13762"/>
                </a:lnTo>
                <a:lnTo>
                  <a:pt x="21440" y="15539"/>
                </a:lnTo>
                <a:lnTo>
                  <a:pt x="21290" y="16705"/>
                </a:lnTo>
                <a:lnTo>
                  <a:pt x="21059" y="17777"/>
                </a:lnTo>
                <a:lnTo>
                  <a:pt x="20661" y="19278"/>
                </a:lnTo>
                <a:lnTo>
                  <a:pt x="19432" y="20341"/>
                </a:lnTo>
                <a:lnTo>
                  <a:pt x="18525" y="20994"/>
                </a:lnTo>
                <a:lnTo>
                  <a:pt x="17669" y="21347"/>
                </a:lnTo>
                <a:lnTo>
                  <a:pt x="16593" y="21512"/>
                </a:lnTo>
                <a:lnTo>
                  <a:pt x="15026" y="21600"/>
                </a:lnTo>
                <a:lnTo>
                  <a:pt x="13679" y="20913"/>
                </a:lnTo>
                <a:lnTo>
                  <a:pt x="12705" y="20362"/>
                </a:lnTo>
                <a:lnTo>
                  <a:pt x="11944" y="19821"/>
                </a:lnTo>
                <a:lnTo>
                  <a:pt x="11243" y="19159"/>
                </a:lnTo>
                <a:lnTo>
                  <a:pt x="10445" y="18247"/>
                </a:lnTo>
                <a:lnTo>
                  <a:pt x="9391" y="16955"/>
                </a:lnTo>
                <a:lnTo>
                  <a:pt x="9386" y="15241"/>
                </a:lnTo>
                <a:lnTo>
                  <a:pt x="9446" y="14001"/>
                </a:lnTo>
                <a:lnTo>
                  <a:pt x="9626" y="12164"/>
                </a:lnTo>
                <a:lnTo>
                  <a:pt x="9549" y="10678"/>
                </a:lnTo>
                <a:lnTo>
                  <a:pt x="9470" y="9182"/>
                </a:lnTo>
                <a:lnTo>
                  <a:pt x="9391" y="7666"/>
                </a:lnTo>
                <a:lnTo>
                  <a:pt x="8247" y="7106"/>
                </a:lnTo>
                <a:lnTo>
                  <a:pt x="7102" y="6651"/>
                </a:lnTo>
                <a:lnTo>
                  <a:pt x="5950" y="6287"/>
                </a:lnTo>
                <a:lnTo>
                  <a:pt x="4790" y="5999"/>
                </a:lnTo>
                <a:lnTo>
                  <a:pt x="3616" y="5773"/>
                </a:lnTo>
                <a:lnTo>
                  <a:pt x="2429" y="5599"/>
                </a:lnTo>
                <a:lnTo>
                  <a:pt x="1225" y="5460"/>
                </a:lnTo>
                <a:lnTo>
                  <a:pt x="0" y="5344"/>
                </a:lnTo>
                <a:lnTo>
                  <a:pt x="661" y="3170"/>
                </a:lnTo>
                <a:lnTo>
                  <a:pt x="1189" y="1804"/>
                </a:lnTo>
                <a:lnTo>
                  <a:pt x="1766" y="994"/>
                </a:lnTo>
                <a:lnTo>
                  <a:pt x="2569" y="476"/>
                </a:lnTo>
                <a:lnTo>
                  <a:pt x="3787" y="0"/>
                </a:lnTo>
                <a:close/>
              </a:path>
            </a:pathLst>
          </a:custGeom>
          <a:solidFill>
            <a:srgbClr val="23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5" name="contour_06103"/>
          <p:cNvSpPr/>
          <p:nvPr/>
        </p:nvSpPr>
        <p:spPr>
          <a:xfrm>
            <a:off x="2408124" y="5327522"/>
            <a:ext cx="9474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3" y="0"/>
                </a:moveTo>
                <a:lnTo>
                  <a:pt x="3584" y="779"/>
                </a:lnTo>
                <a:lnTo>
                  <a:pt x="3848" y="1570"/>
                </a:lnTo>
                <a:lnTo>
                  <a:pt x="4657" y="2624"/>
                </a:lnTo>
                <a:lnTo>
                  <a:pt x="5495" y="3355"/>
                </a:lnTo>
                <a:lnTo>
                  <a:pt x="6399" y="3851"/>
                </a:lnTo>
                <a:lnTo>
                  <a:pt x="7404" y="4195"/>
                </a:lnTo>
                <a:lnTo>
                  <a:pt x="8549" y="4476"/>
                </a:lnTo>
                <a:lnTo>
                  <a:pt x="9866" y="4777"/>
                </a:lnTo>
                <a:lnTo>
                  <a:pt x="11622" y="5302"/>
                </a:lnTo>
                <a:lnTo>
                  <a:pt x="12912" y="5717"/>
                </a:lnTo>
                <a:lnTo>
                  <a:pt x="13844" y="6086"/>
                </a:lnTo>
                <a:lnTo>
                  <a:pt x="14530" y="6470"/>
                </a:lnTo>
                <a:lnTo>
                  <a:pt x="15083" y="6930"/>
                </a:lnTo>
                <a:lnTo>
                  <a:pt x="15613" y="7532"/>
                </a:lnTo>
                <a:lnTo>
                  <a:pt x="16233" y="8334"/>
                </a:lnTo>
                <a:lnTo>
                  <a:pt x="16703" y="9428"/>
                </a:lnTo>
                <a:lnTo>
                  <a:pt x="16999" y="10169"/>
                </a:lnTo>
                <a:lnTo>
                  <a:pt x="17248" y="10898"/>
                </a:lnTo>
                <a:lnTo>
                  <a:pt x="17576" y="11955"/>
                </a:lnTo>
                <a:lnTo>
                  <a:pt x="17925" y="12619"/>
                </a:lnTo>
                <a:lnTo>
                  <a:pt x="18277" y="13292"/>
                </a:lnTo>
                <a:lnTo>
                  <a:pt x="19375" y="13292"/>
                </a:lnTo>
                <a:lnTo>
                  <a:pt x="20480" y="13292"/>
                </a:lnTo>
                <a:lnTo>
                  <a:pt x="21600" y="13292"/>
                </a:lnTo>
                <a:lnTo>
                  <a:pt x="21387" y="14429"/>
                </a:lnTo>
                <a:lnTo>
                  <a:pt x="21195" y="15256"/>
                </a:lnTo>
                <a:lnTo>
                  <a:pt x="20942" y="16014"/>
                </a:lnTo>
                <a:lnTo>
                  <a:pt x="20550" y="16941"/>
                </a:lnTo>
                <a:lnTo>
                  <a:pt x="19938" y="18277"/>
                </a:lnTo>
                <a:lnTo>
                  <a:pt x="19033" y="18857"/>
                </a:lnTo>
                <a:lnTo>
                  <a:pt x="18114" y="19392"/>
                </a:lnTo>
                <a:lnTo>
                  <a:pt x="17180" y="19885"/>
                </a:lnTo>
                <a:lnTo>
                  <a:pt x="16233" y="20347"/>
                </a:lnTo>
                <a:lnTo>
                  <a:pt x="15270" y="20783"/>
                </a:lnTo>
                <a:lnTo>
                  <a:pt x="14289" y="21198"/>
                </a:lnTo>
                <a:lnTo>
                  <a:pt x="13292" y="21600"/>
                </a:lnTo>
                <a:lnTo>
                  <a:pt x="13105" y="20633"/>
                </a:lnTo>
                <a:lnTo>
                  <a:pt x="12915" y="19653"/>
                </a:lnTo>
                <a:lnTo>
                  <a:pt x="12575" y="18368"/>
                </a:lnTo>
                <a:lnTo>
                  <a:pt x="12219" y="17179"/>
                </a:lnTo>
                <a:lnTo>
                  <a:pt x="11838" y="16074"/>
                </a:lnTo>
                <a:lnTo>
                  <a:pt x="11428" y="15045"/>
                </a:lnTo>
                <a:lnTo>
                  <a:pt x="10974" y="14083"/>
                </a:lnTo>
                <a:lnTo>
                  <a:pt x="10469" y="13178"/>
                </a:lnTo>
                <a:lnTo>
                  <a:pt x="9906" y="12322"/>
                </a:lnTo>
                <a:lnTo>
                  <a:pt x="9275" y="11504"/>
                </a:lnTo>
                <a:lnTo>
                  <a:pt x="8565" y="10717"/>
                </a:lnTo>
                <a:lnTo>
                  <a:pt x="7771" y="9951"/>
                </a:lnTo>
                <a:lnTo>
                  <a:pt x="6880" y="9197"/>
                </a:lnTo>
                <a:lnTo>
                  <a:pt x="5885" y="8444"/>
                </a:lnTo>
                <a:lnTo>
                  <a:pt x="4777" y="7685"/>
                </a:lnTo>
                <a:lnTo>
                  <a:pt x="3830" y="7131"/>
                </a:lnTo>
                <a:lnTo>
                  <a:pt x="2879" y="6581"/>
                </a:lnTo>
                <a:lnTo>
                  <a:pt x="1924" y="6041"/>
                </a:lnTo>
                <a:lnTo>
                  <a:pt x="965" y="5508"/>
                </a:lnTo>
                <a:lnTo>
                  <a:pt x="0" y="4985"/>
                </a:lnTo>
                <a:lnTo>
                  <a:pt x="414" y="4830"/>
                </a:lnTo>
                <a:lnTo>
                  <a:pt x="1662" y="4362"/>
                </a:lnTo>
                <a:lnTo>
                  <a:pt x="2486" y="3846"/>
                </a:lnTo>
                <a:lnTo>
                  <a:pt x="3323" y="3323"/>
                </a:lnTo>
                <a:lnTo>
                  <a:pt x="3323" y="2225"/>
                </a:lnTo>
                <a:lnTo>
                  <a:pt x="3323" y="1120"/>
                </a:lnTo>
                <a:lnTo>
                  <a:pt x="3323" y="0"/>
                </a:lnTo>
                <a:close/>
              </a:path>
            </a:pathLst>
          </a:custGeom>
          <a:solidFill>
            <a:srgbClr val="D2DB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6" name="contour_06104"/>
          <p:cNvSpPr/>
          <p:nvPr/>
        </p:nvSpPr>
        <p:spPr>
          <a:xfrm>
            <a:off x="4507065" y="5327055"/>
            <a:ext cx="58821" cy="587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1"/>
                </a:moveTo>
                <a:lnTo>
                  <a:pt x="4017" y="86"/>
                </a:lnTo>
                <a:lnTo>
                  <a:pt x="7378" y="24"/>
                </a:lnTo>
                <a:lnTo>
                  <a:pt x="10162" y="0"/>
                </a:lnTo>
                <a:lnTo>
                  <a:pt x="12439" y="16"/>
                </a:lnTo>
                <a:lnTo>
                  <a:pt x="14288" y="88"/>
                </a:lnTo>
                <a:lnTo>
                  <a:pt x="15779" y="222"/>
                </a:lnTo>
                <a:lnTo>
                  <a:pt x="16989" y="426"/>
                </a:lnTo>
                <a:lnTo>
                  <a:pt x="17990" y="712"/>
                </a:lnTo>
                <a:lnTo>
                  <a:pt x="18860" y="1087"/>
                </a:lnTo>
                <a:lnTo>
                  <a:pt x="19670" y="1564"/>
                </a:lnTo>
                <a:lnTo>
                  <a:pt x="20495" y="2148"/>
                </a:lnTo>
                <a:lnTo>
                  <a:pt x="21410" y="2850"/>
                </a:lnTo>
                <a:lnTo>
                  <a:pt x="21600" y="4821"/>
                </a:lnTo>
                <a:lnTo>
                  <a:pt x="21520" y="6686"/>
                </a:lnTo>
                <a:lnTo>
                  <a:pt x="21180" y="8467"/>
                </a:lnTo>
                <a:lnTo>
                  <a:pt x="20594" y="10189"/>
                </a:lnTo>
                <a:lnTo>
                  <a:pt x="19775" y="11879"/>
                </a:lnTo>
                <a:lnTo>
                  <a:pt x="18734" y="13564"/>
                </a:lnTo>
                <a:lnTo>
                  <a:pt x="17018" y="14124"/>
                </a:lnTo>
                <a:lnTo>
                  <a:pt x="15338" y="14563"/>
                </a:lnTo>
                <a:lnTo>
                  <a:pt x="13665" y="14904"/>
                </a:lnTo>
                <a:lnTo>
                  <a:pt x="11979" y="15161"/>
                </a:lnTo>
                <a:lnTo>
                  <a:pt x="10247" y="15356"/>
                </a:lnTo>
                <a:lnTo>
                  <a:pt x="8446" y="15512"/>
                </a:lnTo>
                <a:lnTo>
                  <a:pt x="6910" y="15873"/>
                </a:lnTo>
                <a:lnTo>
                  <a:pt x="5352" y="16243"/>
                </a:lnTo>
                <a:lnTo>
                  <a:pt x="4689" y="17569"/>
                </a:lnTo>
                <a:lnTo>
                  <a:pt x="4025" y="18900"/>
                </a:lnTo>
                <a:lnTo>
                  <a:pt x="3353" y="20242"/>
                </a:lnTo>
                <a:lnTo>
                  <a:pt x="2676" y="21600"/>
                </a:lnTo>
                <a:lnTo>
                  <a:pt x="2454" y="19832"/>
                </a:lnTo>
                <a:lnTo>
                  <a:pt x="2235" y="18064"/>
                </a:lnTo>
                <a:lnTo>
                  <a:pt x="2013" y="16294"/>
                </a:lnTo>
                <a:lnTo>
                  <a:pt x="1793" y="14521"/>
                </a:lnTo>
                <a:lnTo>
                  <a:pt x="1571" y="12745"/>
                </a:lnTo>
                <a:lnTo>
                  <a:pt x="1349" y="10966"/>
                </a:lnTo>
                <a:lnTo>
                  <a:pt x="1127" y="9182"/>
                </a:lnTo>
                <a:lnTo>
                  <a:pt x="902" y="7393"/>
                </a:lnTo>
                <a:lnTo>
                  <a:pt x="677" y="5598"/>
                </a:lnTo>
                <a:lnTo>
                  <a:pt x="452" y="3798"/>
                </a:lnTo>
                <a:lnTo>
                  <a:pt x="227" y="1987"/>
                </a:lnTo>
                <a:lnTo>
                  <a:pt x="0" y="171"/>
                </a:lnTo>
                <a:close/>
              </a:path>
            </a:pathLst>
          </a:custGeom>
          <a:solidFill>
            <a:srgbClr val="3A3836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7" name="contour_06105"/>
          <p:cNvSpPr/>
          <p:nvPr/>
        </p:nvSpPr>
        <p:spPr>
          <a:xfrm>
            <a:off x="4558081" y="5291009"/>
            <a:ext cx="102032" cy="729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"/>
                </a:moveTo>
                <a:lnTo>
                  <a:pt x="21600" y="1448"/>
                </a:lnTo>
                <a:lnTo>
                  <a:pt x="21600" y="2883"/>
                </a:lnTo>
                <a:lnTo>
                  <a:pt x="21600" y="4337"/>
                </a:lnTo>
                <a:lnTo>
                  <a:pt x="20725" y="4318"/>
                </a:lnTo>
                <a:lnTo>
                  <a:pt x="19846" y="4298"/>
                </a:lnTo>
                <a:lnTo>
                  <a:pt x="18954" y="4279"/>
                </a:lnTo>
                <a:lnTo>
                  <a:pt x="17808" y="4331"/>
                </a:lnTo>
                <a:lnTo>
                  <a:pt x="16698" y="4411"/>
                </a:lnTo>
                <a:lnTo>
                  <a:pt x="15618" y="4525"/>
                </a:lnTo>
                <a:lnTo>
                  <a:pt x="14558" y="4687"/>
                </a:lnTo>
                <a:lnTo>
                  <a:pt x="13511" y="4903"/>
                </a:lnTo>
                <a:lnTo>
                  <a:pt x="12465" y="5183"/>
                </a:lnTo>
                <a:lnTo>
                  <a:pt x="11414" y="5535"/>
                </a:lnTo>
                <a:lnTo>
                  <a:pt x="10346" y="5969"/>
                </a:lnTo>
                <a:lnTo>
                  <a:pt x="9257" y="6495"/>
                </a:lnTo>
                <a:lnTo>
                  <a:pt x="8807" y="7984"/>
                </a:lnTo>
                <a:lnTo>
                  <a:pt x="8446" y="9462"/>
                </a:lnTo>
                <a:lnTo>
                  <a:pt x="8163" y="10932"/>
                </a:lnTo>
                <a:lnTo>
                  <a:pt x="7952" y="12401"/>
                </a:lnTo>
                <a:lnTo>
                  <a:pt x="7804" y="13877"/>
                </a:lnTo>
                <a:lnTo>
                  <a:pt x="7710" y="15368"/>
                </a:lnTo>
                <a:lnTo>
                  <a:pt x="7663" y="16879"/>
                </a:lnTo>
                <a:lnTo>
                  <a:pt x="7654" y="18417"/>
                </a:lnTo>
                <a:lnTo>
                  <a:pt x="7673" y="19988"/>
                </a:lnTo>
                <a:lnTo>
                  <a:pt x="7714" y="21600"/>
                </a:lnTo>
                <a:lnTo>
                  <a:pt x="6765" y="21117"/>
                </a:lnTo>
                <a:lnTo>
                  <a:pt x="5844" y="20607"/>
                </a:lnTo>
                <a:lnTo>
                  <a:pt x="4946" y="20064"/>
                </a:lnTo>
                <a:lnTo>
                  <a:pt x="4070" y="19470"/>
                </a:lnTo>
                <a:lnTo>
                  <a:pt x="3214" y="18819"/>
                </a:lnTo>
                <a:lnTo>
                  <a:pt x="2371" y="18094"/>
                </a:lnTo>
                <a:lnTo>
                  <a:pt x="1543" y="17284"/>
                </a:lnTo>
                <a:lnTo>
                  <a:pt x="1100" y="15845"/>
                </a:lnTo>
                <a:lnTo>
                  <a:pt x="764" y="14464"/>
                </a:lnTo>
                <a:lnTo>
                  <a:pt x="511" y="13098"/>
                </a:lnTo>
                <a:lnTo>
                  <a:pt x="315" y="11702"/>
                </a:lnTo>
                <a:lnTo>
                  <a:pt x="153" y="10235"/>
                </a:lnTo>
                <a:lnTo>
                  <a:pt x="0" y="8653"/>
                </a:lnTo>
                <a:lnTo>
                  <a:pt x="916" y="8653"/>
                </a:lnTo>
                <a:lnTo>
                  <a:pt x="1836" y="8653"/>
                </a:lnTo>
                <a:lnTo>
                  <a:pt x="2759" y="8653"/>
                </a:lnTo>
                <a:lnTo>
                  <a:pt x="3689" y="8653"/>
                </a:lnTo>
                <a:lnTo>
                  <a:pt x="4629" y="8653"/>
                </a:lnTo>
                <a:lnTo>
                  <a:pt x="4629" y="7371"/>
                </a:lnTo>
                <a:lnTo>
                  <a:pt x="4629" y="6085"/>
                </a:lnTo>
                <a:lnTo>
                  <a:pt x="4629" y="4795"/>
                </a:lnTo>
                <a:lnTo>
                  <a:pt x="4629" y="3494"/>
                </a:lnTo>
                <a:lnTo>
                  <a:pt x="4629" y="2179"/>
                </a:lnTo>
                <a:lnTo>
                  <a:pt x="5608" y="1998"/>
                </a:lnTo>
                <a:lnTo>
                  <a:pt x="6590" y="1817"/>
                </a:lnTo>
                <a:lnTo>
                  <a:pt x="7569" y="1638"/>
                </a:lnTo>
                <a:lnTo>
                  <a:pt x="8549" y="1457"/>
                </a:lnTo>
                <a:lnTo>
                  <a:pt x="9530" y="1280"/>
                </a:lnTo>
                <a:lnTo>
                  <a:pt x="10510" y="1100"/>
                </a:lnTo>
                <a:lnTo>
                  <a:pt x="11337" y="945"/>
                </a:lnTo>
                <a:lnTo>
                  <a:pt x="12178" y="788"/>
                </a:lnTo>
                <a:lnTo>
                  <a:pt x="13228" y="609"/>
                </a:lnTo>
                <a:lnTo>
                  <a:pt x="14275" y="449"/>
                </a:lnTo>
                <a:lnTo>
                  <a:pt x="15316" y="313"/>
                </a:lnTo>
                <a:lnTo>
                  <a:pt x="16356" y="199"/>
                </a:lnTo>
                <a:lnTo>
                  <a:pt x="17396" y="108"/>
                </a:lnTo>
                <a:lnTo>
                  <a:pt x="18439" y="43"/>
                </a:lnTo>
                <a:lnTo>
                  <a:pt x="19485" y="9"/>
                </a:lnTo>
                <a:lnTo>
                  <a:pt x="20539" y="0"/>
                </a:lnTo>
                <a:lnTo>
                  <a:pt x="21600" y="22"/>
                </a:lnTo>
                <a:close/>
              </a:path>
            </a:pathLst>
          </a:custGeom>
          <a:solidFill>
            <a:srgbClr val="181818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8" name="contour_06106"/>
          <p:cNvSpPr/>
          <p:nvPr/>
        </p:nvSpPr>
        <p:spPr>
          <a:xfrm>
            <a:off x="10045939" y="5283801"/>
            <a:ext cx="87456" cy="437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3597"/>
                </a:moveTo>
                <a:lnTo>
                  <a:pt x="18932" y="5239"/>
                </a:lnTo>
                <a:lnTo>
                  <a:pt x="19649" y="6784"/>
                </a:lnTo>
                <a:lnTo>
                  <a:pt x="20214" y="8350"/>
                </a:lnTo>
                <a:lnTo>
                  <a:pt x="20686" y="10060"/>
                </a:lnTo>
                <a:lnTo>
                  <a:pt x="21128" y="12037"/>
                </a:lnTo>
                <a:lnTo>
                  <a:pt x="21600" y="14399"/>
                </a:lnTo>
                <a:lnTo>
                  <a:pt x="20709" y="15587"/>
                </a:lnTo>
                <a:lnTo>
                  <a:pt x="19816" y="16779"/>
                </a:lnTo>
                <a:lnTo>
                  <a:pt x="18920" y="17971"/>
                </a:lnTo>
                <a:lnTo>
                  <a:pt x="18020" y="19173"/>
                </a:lnTo>
                <a:lnTo>
                  <a:pt x="17114" y="20383"/>
                </a:lnTo>
                <a:lnTo>
                  <a:pt x="16200" y="21600"/>
                </a:lnTo>
                <a:lnTo>
                  <a:pt x="16200" y="19220"/>
                </a:lnTo>
                <a:lnTo>
                  <a:pt x="16200" y="16826"/>
                </a:lnTo>
                <a:lnTo>
                  <a:pt x="16200" y="14399"/>
                </a:lnTo>
                <a:lnTo>
                  <a:pt x="15331" y="14701"/>
                </a:lnTo>
                <a:lnTo>
                  <a:pt x="14458" y="15007"/>
                </a:lnTo>
                <a:lnTo>
                  <a:pt x="13570" y="15313"/>
                </a:lnTo>
                <a:lnTo>
                  <a:pt x="12433" y="15681"/>
                </a:lnTo>
                <a:lnTo>
                  <a:pt x="11286" y="16051"/>
                </a:lnTo>
                <a:lnTo>
                  <a:pt x="10125" y="16422"/>
                </a:lnTo>
                <a:lnTo>
                  <a:pt x="8996" y="16800"/>
                </a:lnTo>
                <a:lnTo>
                  <a:pt x="7861" y="17178"/>
                </a:lnTo>
                <a:lnTo>
                  <a:pt x="6709" y="17564"/>
                </a:lnTo>
                <a:lnTo>
                  <a:pt x="5326" y="17711"/>
                </a:lnTo>
                <a:lnTo>
                  <a:pt x="4165" y="17683"/>
                </a:lnTo>
                <a:lnTo>
                  <a:pt x="3139" y="17405"/>
                </a:lnTo>
                <a:lnTo>
                  <a:pt x="2160" y="16811"/>
                </a:lnTo>
                <a:lnTo>
                  <a:pt x="1143" y="15832"/>
                </a:lnTo>
                <a:lnTo>
                  <a:pt x="0" y="14399"/>
                </a:lnTo>
                <a:lnTo>
                  <a:pt x="563" y="10139"/>
                </a:lnTo>
                <a:lnTo>
                  <a:pt x="997" y="7201"/>
                </a:lnTo>
                <a:lnTo>
                  <a:pt x="1395" y="5217"/>
                </a:lnTo>
                <a:lnTo>
                  <a:pt x="1847" y="3827"/>
                </a:lnTo>
                <a:lnTo>
                  <a:pt x="2443" y="2672"/>
                </a:lnTo>
                <a:lnTo>
                  <a:pt x="3276" y="1390"/>
                </a:lnTo>
                <a:lnTo>
                  <a:pt x="4469" y="731"/>
                </a:lnTo>
                <a:lnTo>
                  <a:pt x="5683" y="295"/>
                </a:lnTo>
                <a:lnTo>
                  <a:pt x="6912" y="58"/>
                </a:lnTo>
                <a:lnTo>
                  <a:pt x="8154" y="0"/>
                </a:lnTo>
                <a:lnTo>
                  <a:pt x="9403" y="101"/>
                </a:lnTo>
                <a:lnTo>
                  <a:pt x="10656" y="342"/>
                </a:lnTo>
                <a:lnTo>
                  <a:pt x="11909" y="706"/>
                </a:lnTo>
                <a:lnTo>
                  <a:pt x="13156" y="1167"/>
                </a:lnTo>
                <a:lnTo>
                  <a:pt x="14393" y="1703"/>
                </a:lnTo>
                <a:lnTo>
                  <a:pt x="15615" y="2304"/>
                </a:lnTo>
                <a:lnTo>
                  <a:pt x="16819" y="2942"/>
                </a:lnTo>
                <a:lnTo>
                  <a:pt x="18000" y="3597"/>
                </a:lnTo>
                <a:close/>
              </a:path>
            </a:pathLst>
          </a:custGeom>
          <a:solidFill>
            <a:srgbClr val="D7D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6109" name="contour_06107"/>
          <p:cNvSpPr/>
          <p:nvPr/>
        </p:nvSpPr>
        <p:spPr>
          <a:xfrm>
            <a:off x="9907467" y="5298370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6836" y="248"/>
                </a:lnTo>
                <a:lnTo>
                  <a:pt x="8736" y="472"/>
                </a:lnTo>
                <a:lnTo>
                  <a:pt x="10359" y="688"/>
                </a:lnTo>
                <a:lnTo>
                  <a:pt x="11737" y="914"/>
                </a:lnTo>
                <a:lnTo>
                  <a:pt x="12898" y="1166"/>
                </a:lnTo>
                <a:lnTo>
                  <a:pt x="13878" y="1458"/>
                </a:lnTo>
                <a:lnTo>
                  <a:pt x="14703" y="1800"/>
                </a:lnTo>
                <a:lnTo>
                  <a:pt x="15409" y="2218"/>
                </a:lnTo>
                <a:lnTo>
                  <a:pt x="16023" y="2718"/>
                </a:lnTo>
                <a:lnTo>
                  <a:pt x="16578" y="3319"/>
                </a:lnTo>
                <a:lnTo>
                  <a:pt x="17104" y="4036"/>
                </a:lnTo>
                <a:lnTo>
                  <a:pt x="17632" y="4889"/>
                </a:lnTo>
                <a:lnTo>
                  <a:pt x="18195" y="5886"/>
                </a:lnTo>
                <a:lnTo>
                  <a:pt x="18821" y="7045"/>
                </a:lnTo>
                <a:lnTo>
                  <a:pt x="19462" y="9166"/>
                </a:lnTo>
                <a:lnTo>
                  <a:pt x="20057" y="11286"/>
                </a:lnTo>
                <a:lnTo>
                  <a:pt x="20609" y="13435"/>
                </a:lnTo>
                <a:lnTo>
                  <a:pt x="21123" y="15664"/>
                </a:lnTo>
                <a:lnTo>
                  <a:pt x="21600" y="18000"/>
                </a:lnTo>
                <a:lnTo>
                  <a:pt x="20684" y="18713"/>
                </a:lnTo>
                <a:lnTo>
                  <a:pt x="19764" y="19429"/>
                </a:lnTo>
                <a:lnTo>
                  <a:pt x="18841" y="20146"/>
                </a:lnTo>
                <a:lnTo>
                  <a:pt x="17911" y="20869"/>
                </a:lnTo>
                <a:lnTo>
                  <a:pt x="16971" y="21600"/>
                </a:lnTo>
                <a:lnTo>
                  <a:pt x="16971" y="19220"/>
                </a:lnTo>
                <a:lnTo>
                  <a:pt x="16971" y="16826"/>
                </a:lnTo>
                <a:lnTo>
                  <a:pt x="16971" y="14400"/>
                </a:lnTo>
                <a:lnTo>
                  <a:pt x="16134" y="14785"/>
                </a:lnTo>
                <a:lnTo>
                  <a:pt x="15290" y="15174"/>
                </a:lnTo>
                <a:lnTo>
                  <a:pt x="14433" y="15566"/>
                </a:lnTo>
                <a:lnTo>
                  <a:pt x="12241" y="16459"/>
                </a:lnTo>
                <a:lnTo>
                  <a:pt x="10433" y="17176"/>
                </a:lnTo>
                <a:lnTo>
                  <a:pt x="8956" y="17716"/>
                </a:lnTo>
                <a:lnTo>
                  <a:pt x="7759" y="18079"/>
                </a:lnTo>
                <a:lnTo>
                  <a:pt x="6789" y="18270"/>
                </a:lnTo>
                <a:lnTo>
                  <a:pt x="5991" y="18292"/>
                </a:lnTo>
                <a:lnTo>
                  <a:pt x="5317" y="18137"/>
                </a:lnTo>
                <a:lnTo>
                  <a:pt x="4710" y="17813"/>
                </a:lnTo>
                <a:lnTo>
                  <a:pt x="4119" y="17320"/>
                </a:lnTo>
                <a:lnTo>
                  <a:pt x="3493" y="16661"/>
                </a:lnTo>
                <a:lnTo>
                  <a:pt x="2779" y="15833"/>
                </a:lnTo>
                <a:lnTo>
                  <a:pt x="2163" y="14321"/>
                </a:lnTo>
                <a:lnTo>
                  <a:pt x="1711" y="13115"/>
                </a:lnTo>
                <a:lnTo>
                  <a:pt x="1288" y="11801"/>
                </a:lnTo>
                <a:lnTo>
                  <a:pt x="762" y="9968"/>
                </a:lnTo>
                <a:lnTo>
                  <a:pt x="0" y="7200"/>
                </a:lnTo>
                <a:lnTo>
                  <a:pt x="916" y="7200"/>
                </a:lnTo>
                <a:lnTo>
                  <a:pt x="1836" y="7200"/>
                </a:lnTo>
                <a:lnTo>
                  <a:pt x="2759" y="7200"/>
                </a:lnTo>
                <a:lnTo>
                  <a:pt x="3689" y="7200"/>
                </a:lnTo>
                <a:lnTo>
                  <a:pt x="4629" y="7200"/>
                </a:lnTo>
                <a:lnTo>
                  <a:pt x="4629" y="4820"/>
                </a:lnTo>
                <a:lnTo>
                  <a:pt x="4629" y="2426"/>
                </a:lnTo>
                <a:lnTo>
                  <a:pt x="4629" y="0"/>
                </a:lnTo>
                <a:close/>
              </a:path>
            </a:pathLst>
          </a:custGeom>
          <a:solidFill>
            <a:srgbClr val="F0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0" name="contour_06108"/>
          <p:cNvSpPr/>
          <p:nvPr/>
        </p:nvSpPr>
        <p:spPr>
          <a:xfrm>
            <a:off x="855468" y="5246640"/>
            <a:ext cx="51942" cy="533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" y="289"/>
                </a:moveTo>
                <a:lnTo>
                  <a:pt x="1909" y="245"/>
                </a:lnTo>
                <a:lnTo>
                  <a:pt x="3691" y="204"/>
                </a:lnTo>
                <a:lnTo>
                  <a:pt x="5470" y="168"/>
                </a:lnTo>
                <a:lnTo>
                  <a:pt x="7253" y="136"/>
                </a:lnTo>
                <a:lnTo>
                  <a:pt x="9035" y="106"/>
                </a:lnTo>
                <a:lnTo>
                  <a:pt x="9771" y="91"/>
                </a:lnTo>
                <a:lnTo>
                  <a:pt x="11068" y="62"/>
                </a:lnTo>
                <a:lnTo>
                  <a:pt x="14041" y="0"/>
                </a:lnTo>
                <a:lnTo>
                  <a:pt x="16560" y="212"/>
                </a:lnTo>
                <a:lnTo>
                  <a:pt x="18160" y="623"/>
                </a:lnTo>
                <a:lnTo>
                  <a:pt x="19527" y="1529"/>
                </a:lnTo>
                <a:lnTo>
                  <a:pt x="21345" y="3240"/>
                </a:lnTo>
                <a:lnTo>
                  <a:pt x="21491" y="5309"/>
                </a:lnTo>
                <a:lnTo>
                  <a:pt x="21573" y="6814"/>
                </a:lnTo>
                <a:lnTo>
                  <a:pt x="21600" y="8190"/>
                </a:lnTo>
                <a:lnTo>
                  <a:pt x="21585" y="9866"/>
                </a:lnTo>
                <a:lnTo>
                  <a:pt x="21533" y="12277"/>
                </a:lnTo>
                <a:lnTo>
                  <a:pt x="21506" y="13897"/>
                </a:lnTo>
                <a:lnTo>
                  <a:pt x="21479" y="15526"/>
                </a:lnTo>
                <a:lnTo>
                  <a:pt x="21451" y="17179"/>
                </a:lnTo>
                <a:lnTo>
                  <a:pt x="21400" y="19050"/>
                </a:lnTo>
                <a:lnTo>
                  <a:pt x="21345" y="20948"/>
                </a:lnTo>
                <a:lnTo>
                  <a:pt x="19136" y="21222"/>
                </a:lnTo>
                <a:lnTo>
                  <a:pt x="16966" y="21435"/>
                </a:lnTo>
                <a:lnTo>
                  <a:pt x="14823" y="21565"/>
                </a:lnTo>
                <a:lnTo>
                  <a:pt x="12690" y="21600"/>
                </a:lnTo>
                <a:lnTo>
                  <a:pt x="10550" y="21520"/>
                </a:lnTo>
                <a:lnTo>
                  <a:pt x="8389" y="21308"/>
                </a:lnTo>
                <a:lnTo>
                  <a:pt x="6192" y="20948"/>
                </a:lnTo>
                <a:lnTo>
                  <a:pt x="4707" y="19336"/>
                </a:lnTo>
                <a:lnTo>
                  <a:pt x="3473" y="17681"/>
                </a:lnTo>
                <a:lnTo>
                  <a:pt x="2470" y="15972"/>
                </a:lnTo>
                <a:lnTo>
                  <a:pt x="1670" y="14207"/>
                </a:lnTo>
                <a:lnTo>
                  <a:pt x="1058" y="12377"/>
                </a:lnTo>
                <a:lnTo>
                  <a:pt x="606" y="10480"/>
                </a:lnTo>
                <a:lnTo>
                  <a:pt x="294" y="8508"/>
                </a:lnTo>
                <a:lnTo>
                  <a:pt x="100" y="6454"/>
                </a:lnTo>
                <a:lnTo>
                  <a:pt x="0" y="4312"/>
                </a:lnTo>
                <a:lnTo>
                  <a:pt x="64" y="2317"/>
                </a:lnTo>
                <a:lnTo>
                  <a:pt x="130" y="289"/>
                </a:lnTo>
                <a:close/>
              </a:path>
            </a:pathLst>
          </a:custGeom>
          <a:solidFill>
            <a:srgbClr val="D6B76B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1" name="contour_06109"/>
          <p:cNvSpPr/>
          <p:nvPr/>
        </p:nvSpPr>
        <p:spPr>
          <a:xfrm>
            <a:off x="5089449" y="5224061"/>
            <a:ext cx="73536" cy="597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" y="517"/>
                </a:moveTo>
                <a:lnTo>
                  <a:pt x="1850" y="242"/>
                </a:lnTo>
                <a:lnTo>
                  <a:pt x="3421" y="69"/>
                </a:lnTo>
                <a:lnTo>
                  <a:pt x="4922" y="0"/>
                </a:lnTo>
                <a:lnTo>
                  <a:pt x="6358" y="42"/>
                </a:lnTo>
                <a:lnTo>
                  <a:pt x="7749" y="203"/>
                </a:lnTo>
                <a:lnTo>
                  <a:pt x="9105" y="488"/>
                </a:lnTo>
                <a:lnTo>
                  <a:pt x="10436" y="901"/>
                </a:lnTo>
                <a:lnTo>
                  <a:pt x="11757" y="1449"/>
                </a:lnTo>
                <a:lnTo>
                  <a:pt x="13080" y="2140"/>
                </a:lnTo>
                <a:lnTo>
                  <a:pt x="14418" y="2981"/>
                </a:lnTo>
                <a:lnTo>
                  <a:pt x="15781" y="3974"/>
                </a:lnTo>
                <a:lnTo>
                  <a:pt x="17186" y="5129"/>
                </a:lnTo>
                <a:lnTo>
                  <a:pt x="18504" y="6560"/>
                </a:lnTo>
                <a:lnTo>
                  <a:pt x="19395" y="7585"/>
                </a:lnTo>
                <a:lnTo>
                  <a:pt x="20065" y="8486"/>
                </a:lnTo>
                <a:lnTo>
                  <a:pt x="20731" y="9548"/>
                </a:lnTo>
                <a:lnTo>
                  <a:pt x="21600" y="11058"/>
                </a:lnTo>
                <a:lnTo>
                  <a:pt x="21442" y="12900"/>
                </a:lnTo>
                <a:lnTo>
                  <a:pt x="21138" y="14590"/>
                </a:lnTo>
                <a:lnTo>
                  <a:pt x="20682" y="16147"/>
                </a:lnTo>
                <a:lnTo>
                  <a:pt x="20074" y="17602"/>
                </a:lnTo>
                <a:lnTo>
                  <a:pt x="19312" y="18978"/>
                </a:lnTo>
                <a:lnTo>
                  <a:pt x="18395" y="20303"/>
                </a:lnTo>
                <a:lnTo>
                  <a:pt x="17319" y="21600"/>
                </a:lnTo>
                <a:lnTo>
                  <a:pt x="15212" y="21582"/>
                </a:lnTo>
                <a:lnTo>
                  <a:pt x="13825" y="21458"/>
                </a:lnTo>
                <a:lnTo>
                  <a:pt x="12849" y="21123"/>
                </a:lnTo>
                <a:lnTo>
                  <a:pt x="11975" y="20467"/>
                </a:lnTo>
                <a:lnTo>
                  <a:pt x="10896" y="19386"/>
                </a:lnTo>
                <a:lnTo>
                  <a:pt x="10190" y="18432"/>
                </a:lnTo>
                <a:lnTo>
                  <a:pt x="9477" y="17468"/>
                </a:lnTo>
                <a:lnTo>
                  <a:pt x="8756" y="16493"/>
                </a:lnTo>
                <a:lnTo>
                  <a:pt x="7112" y="14297"/>
                </a:lnTo>
                <a:lnTo>
                  <a:pt x="5928" y="12777"/>
                </a:lnTo>
                <a:lnTo>
                  <a:pt x="5018" y="11743"/>
                </a:lnTo>
                <a:lnTo>
                  <a:pt x="4196" y="11006"/>
                </a:lnTo>
                <a:lnTo>
                  <a:pt x="3280" y="10373"/>
                </a:lnTo>
                <a:lnTo>
                  <a:pt x="2083" y="9659"/>
                </a:lnTo>
                <a:lnTo>
                  <a:pt x="1612" y="9351"/>
                </a:lnTo>
                <a:lnTo>
                  <a:pt x="193" y="8423"/>
                </a:lnTo>
                <a:lnTo>
                  <a:pt x="64" y="6383"/>
                </a:lnTo>
                <a:lnTo>
                  <a:pt x="0" y="4952"/>
                </a:lnTo>
                <a:lnTo>
                  <a:pt x="0" y="3750"/>
                </a:lnTo>
                <a:lnTo>
                  <a:pt x="64" y="2398"/>
                </a:lnTo>
                <a:lnTo>
                  <a:pt x="193" y="517"/>
                </a:lnTo>
                <a:close/>
              </a:path>
            </a:pathLst>
          </a:custGeom>
          <a:solidFill>
            <a:srgbClr val="CAD0D4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2" name="contour_06110"/>
          <p:cNvSpPr/>
          <p:nvPr/>
        </p:nvSpPr>
        <p:spPr>
          <a:xfrm>
            <a:off x="877646" y="5145322"/>
            <a:ext cx="8016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413" y="184"/>
                </a:lnTo>
                <a:lnTo>
                  <a:pt x="4444" y="364"/>
                </a:lnTo>
                <a:lnTo>
                  <a:pt x="5339" y="616"/>
                </a:lnTo>
                <a:lnTo>
                  <a:pt x="6382" y="1022"/>
                </a:lnTo>
                <a:lnTo>
                  <a:pt x="7855" y="1662"/>
                </a:lnTo>
                <a:lnTo>
                  <a:pt x="8135" y="2740"/>
                </a:lnTo>
                <a:lnTo>
                  <a:pt x="8308" y="3815"/>
                </a:lnTo>
                <a:lnTo>
                  <a:pt x="8393" y="4890"/>
                </a:lnTo>
                <a:lnTo>
                  <a:pt x="8406" y="5967"/>
                </a:lnTo>
                <a:lnTo>
                  <a:pt x="8369" y="7048"/>
                </a:lnTo>
                <a:lnTo>
                  <a:pt x="8302" y="8138"/>
                </a:lnTo>
                <a:lnTo>
                  <a:pt x="8224" y="9241"/>
                </a:lnTo>
                <a:lnTo>
                  <a:pt x="8182" y="10303"/>
                </a:lnTo>
                <a:lnTo>
                  <a:pt x="8141" y="11382"/>
                </a:lnTo>
                <a:lnTo>
                  <a:pt x="8096" y="12428"/>
                </a:lnTo>
                <a:lnTo>
                  <a:pt x="8043" y="13475"/>
                </a:lnTo>
                <a:lnTo>
                  <a:pt x="7984" y="14522"/>
                </a:lnTo>
                <a:lnTo>
                  <a:pt x="7921" y="15569"/>
                </a:lnTo>
                <a:lnTo>
                  <a:pt x="7855" y="16615"/>
                </a:lnTo>
                <a:lnTo>
                  <a:pt x="8978" y="16213"/>
                </a:lnTo>
                <a:lnTo>
                  <a:pt x="9761" y="15906"/>
                </a:lnTo>
                <a:lnTo>
                  <a:pt x="10572" y="15539"/>
                </a:lnTo>
                <a:lnTo>
                  <a:pt x="11782" y="14954"/>
                </a:lnTo>
                <a:lnTo>
                  <a:pt x="12387" y="13668"/>
                </a:lnTo>
                <a:lnTo>
                  <a:pt x="12791" y="12766"/>
                </a:lnTo>
                <a:lnTo>
                  <a:pt x="13090" y="12008"/>
                </a:lnTo>
                <a:lnTo>
                  <a:pt x="13376" y="11156"/>
                </a:lnTo>
                <a:lnTo>
                  <a:pt x="13745" y="9969"/>
                </a:lnTo>
                <a:lnTo>
                  <a:pt x="15041" y="10243"/>
                </a:lnTo>
                <a:lnTo>
                  <a:pt x="16339" y="10518"/>
                </a:lnTo>
                <a:lnTo>
                  <a:pt x="17643" y="10793"/>
                </a:lnTo>
                <a:lnTo>
                  <a:pt x="18953" y="11071"/>
                </a:lnTo>
                <a:lnTo>
                  <a:pt x="20271" y="11350"/>
                </a:lnTo>
                <a:lnTo>
                  <a:pt x="21600" y="11631"/>
                </a:lnTo>
                <a:lnTo>
                  <a:pt x="20434" y="11631"/>
                </a:lnTo>
                <a:lnTo>
                  <a:pt x="19263" y="11631"/>
                </a:lnTo>
                <a:lnTo>
                  <a:pt x="18089" y="11631"/>
                </a:lnTo>
                <a:lnTo>
                  <a:pt x="16905" y="11631"/>
                </a:lnTo>
                <a:lnTo>
                  <a:pt x="15709" y="11631"/>
                </a:lnTo>
                <a:lnTo>
                  <a:pt x="15709" y="12727"/>
                </a:lnTo>
                <a:lnTo>
                  <a:pt x="15709" y="13826"/>
                </a:lnTo>
                <a:lnTo>
                  <a:pt x="15709" y="14924"/>
                </a:lnTo>
                <a:lnTo>
                  <a:pt x="15709" y="16026"/>
                </a:lnTo>
                <a:lnTo>
                  <a:pt x="15709" y="17130"/>
                </a:lnTo>
                <a:lnTo>
                  <a:pt x="15709" y="18240"/>
                </a:lnTo>
                <a:lnTo>
                  <a:pt x="15709" y="19354"/>
                </a:lnTo>
                <a:lnTo>
                  <a:pt x="15709" y="20473"/>
                </a:lnTo>
                <a:lnTo>
                  <a:pt x="15709" y="21600"/>
                </a:lnTo>
                <a:lnTo>
                  <a:pt x="15116" y="21517"/>
                </a:lnTo>
                <a:lnTo>
                  <a:pt x="14572" y="21439"/>
                </a:lnTo>
                <a:lnTo>
                  <a:pt x="13977" y="21356"/>
                </a:lnTo>
                <a:lnTo>
                  <a:pt x="13235" y="21251"/>
                </a:lnTo>
                <a:lnTo>
                  <a:pt x="12249" y="21112"/>
                </a:lnTo>
                <a:lnTo>
                  <a:pt x="10922" y="20925"/>
                </a:lnTo>
                <a:lnTo>
                  <a:pt x="9158" y="20676"/>
                </a:lnTo>
                <a:lnTo>
                  <a:pt x="6859" y="20352"/>
                </a:lnTo>
                <a:lnTo>
                  <a:pt x="3927" y="19938"/>
                </a:lnTo>
                <a:lnTo>
                  <a:pt x="3927" y="18952"/>
                </a:lnTo>
                <a:lnTo>
                  <a:pt x="3927" y="17961"/>
                </a:lnTo>
                <a:lnTo>
                  <a:pt x="3927" y="16968"/>
                </a:lnTo>
                <a:lnTo>
                  <a:pt x="3927" y="15966"/>
                </a:lnTo>
                <a:lnTo>
                  <a:pt x="3927" y="14954"/>
                </a:lnTo>
                <a:lnTo>
                  <a:pt x="2761" y="13792"/>
                </a:lnTo>
                <a:lnTo>
                  <a:pt x="1964" y="13058"/>
                </a:lnTo>
                <a:lnTo>
                  <a:pt x="1166" y="12442"/>
                </a:lnTo>
                <a:lnTo>
                  <a:pt x="0" y="11631"/>
                </a:lnTo>
                <a:lnTo>
                  <a:pt x="1035" y="11064"/>
                </a:lnTo>
                <a:lnTo>
                  <a:pt x="2085" y="10488"/>
                </a:lnTo>
                <a:lnTo>
                  <a:pt x="3148" y="9195"/>
                </a:lnTo>
                <a:lnTo>
                  <a:pt x="3674" y="8321"/>
                </a:lnTo>
                <a:lnTo>
                  <a:pt x="3823" y="7469"/>
                </a:lnTo>
                <a:lnTo>
                  <a:pt x="3751" y="6237"/>
                </a:lnTo>
                <a:lnTo>
                  <a:pt x="3487" y="5187"/>
                </a:lnTo>
                <a:lnTo>
                  <a:pt x="3213" y="4144"/>
                </a:lnTo>
                <a:lnTo>
                  <a:pt x="2922" y="3104"/>
                </a:lnTo>
                <a:lnTo>
                  <a:pt x="2619" y="2069"/>
                </a:lnTo>
                <a:lnTo>
                  <a:pt x="2299" y="1033"/>
                </a:lnTo>
                <a:lnTo>
                  <a:pt x="1964" y="0"/>
                </a:lnTo>
                <a:close/>
              </a:path>
            </a:pathLst>
          </a:custGeom>
          <a:solidFill>
            <a:srgbClr val="555553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3" name="contour_06111"/>
          <p:cNvSpPr/>
          <p:nvPr/>
        </p:nvSpPr>
        <p:spPr>
          <a:xfrm>
            <a:off x="6693463" y="5210768"/>
            <a:ext cx="123896" cy="511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95" y="0"/>
                </a:moveTo>
                <a:lnTo>
                  <a:pt x="3563" y="348"/>
                </a:lnTo>
                <a:lnTo>
                  <a:pt x="4395" y="726"/>
                </a:lnTo>
                <a:lnTo>
                  <a:pt x="5207" y="1166"/>
                </a:lnTo>
                <a:lnTo>
                  <a:pt x="6007" y="1695"/>
                </a:lnTo>
                <a:lnTo>
                  <a:pt x="6809" y="2345"/>
                </a:lnTo>
                <a:lnTo>
                  <a:pt x="7624" y="3138"/>
                </a:lnTo>
                <a:lnTo>
                  <a:pt x="8071" y="4902"/>
                </a:lnTo>
                <a:lnTo>
                  <a:pt x="8353" y="6148"/>
                </a:lnTo>
                <a:lnTo>
                  <a:pt x="8587" y="7477"/>
                </a:lnTo>
                <a:lnTo>
                  <a:pt x="8894" y="9483"/>
                </a:lnTo>
                <a:lnTo>
                  <a:pt x="9202" y="11437"/>
                </a:lnTo>
                <a:lnTo>
                  <a:pt x="9437" y="12708"/>
                </a:lnTo>
                <a:lnTo>
                  <a:pt x="9717" y="13858"/>
                </a:lnTo>
                <a:lnTo>
                  <a:pt x="10165" y="15446"/>
                </a:lnTo>
                <a:lnTo>
                  <a:pt x="11088" y="15994"/>
                </a:lnTo>
                <a:lnTo>
                  <a:pt x="11997" y="16366"/>
                </a:lnTo>
                <a:lnTo>
                  <a:pt x="12896" y="16560"/>
                </a:lnTo>
                <a:lnTo>
                  <a:pt x="13792" y="16572"/>
                </a:lnTo>
                <a:lnTo>
                  <a:pt x="14689" y="16394"/>
                </a:lnTo>
                <a:lnTo>
                  <a:pt x="15596" y="16022"/>
                </a:lnTo>
                <a:lnTo>
                  <a:pt x="16518" y="15446"/>
                </a:lnTo>
                <a:lnTo>
                  <a:pt x="17003" y="13578"/>
                </a:lnTo>
                <a:lnTo>
                  <a:pt x="17298" y="12314"/>
                </a:lnTo>
                <a:lnTo>
                  <a:pt x="17520" y="11080"/>
                </a:lnTo>
                <a:lnTo>
                  <a:pt x="17788" y="9292"/>
                </a:lnTo>
                <a:lnTo>
                  <a:pt x="18600" y="10443"/>
                </a:lnTo>
                <a:lnTo>
                  <a:pt x="19200" y="11317"/>
                </a:lnTo>
                <a:lnTo>
                  <a:pt x="19694" y="12083"/>
                </a:lnTo>
                <a:lnTo>
                  <a:pt x="20188" y="12911"/>
                </a:lnTo>
                <a:lnTo>
                  <a:pt x="20788" y="13975"/>
                </a:lnTo>
                <a:lnTo>
                  <a:pt x="21600" y="15446"/>
                </a:lnTo>
                <a:lnTo>
                  <a:pt x="21600" y="17480"/>
                </a:lnTo>
                <a:lnTo>
                  <a:pt x="21600" y="19526"/>
                </a:lnTo>
                <a:lnTo>
                  <a:pt x="21600" y="21600"/>
                </a:lnTo>
                <a:lnTo>
                  <a:pt x="20766" y="21471"/>
                </a:lnTo>
                <a:lnTo>
                  <a:pt x="19932" y="21332"/>
                </a:lnTo>
                <a:lnTo>
                  <a:pt x="19098" y="21194"/>
                </a:lnTo>
                <a:lnTo>
                  <a:pt x="18263" y="21049"/>
                </a:lnTo>
                <a:lnTo>
                  <a:pt x="17430" y="20902"/>
                </a:lnTo>
                <a:lnTo>
                  <a:pt x="16596" y="20751"/>
                </a:lnTo>
                <a:lnTo>
                  <a:pt x="15763" y="20600"/>
                </a:lnTo>
                <a:lnTo>
                  <a:pt x="14929" y="20446"/>
                </a:lnTo>
                <a:lnTo>
                  <a:pt x="14306" y="20351"/>
                </a:lnTo>
                <a:lnTo>
                  <a:pt x="13677" y="20255"/>
                </a:lnTo>
                <a:lnTo>
                  <a:pt x="13039" y="20157"/>
                </a:lnTo>
                <a:lnTo>
                  <a:pt x="12120" y="19963"/>
                </a:lnTo>
                <a:lnTo>
                  <a:pt x="11236" y="19732"/>
                </a:lnTo>
                <a:lnTo>
                  <a:pt x="10379" y="19458"/>
                </a:lnTo>
                <a:lnTo>
                  <a:pt x="9548" y="19129"/>
                </a:lnTo>
                <a:lnTo>
                  <a:pt x="8738" y="18742"/>
                </a:lnTo>
                <a:lnTo>
                  <a:pt x="7945" y="18283"/>
                </a:lnTo>
                <a:lnTo>
                  <a:pt x="7165" y="17748"/>
                </a:lnTo>
                <a:lnTo>
                  <a:pt x="6394" y="17123"/>
                </a:lnTo>
                <a:lnTo>
                  <a:pt x="5629" y="16400"/>
                </a:lnTo>
                <a:lnTo>
                  <a:pt x="4865" y="15575"/>
                </a:lnTo>
                <a:lnTo>
                  <a:pt x="4098" y="14634"/>
                </a:lnTo>
                <a:lnTo>
                  <a:pt x="3325" y="13566"/>
                </a:lnTo>
                <a:lnTo>
                  <a:pt x="2541" y="12369"/>
                </a:lnTo>
                <a:lnTo>
                  <a:pt x="2541" y="10338"/>
                </a:lnTo>
                <a:lnTo>
                  <a:pt x="2541" y="8292"/>
                </a:lnTo>
                <a:lnTo>
                  <a:pt x="2541" y="6215"/>
                </a:lnTo>
                <a:lnTo>
                  <a:pt x="1786" y="5086"/>
                </a:lnTo>
                <a:lnTo>
                  <a:pt x="1271" y="4391"/>
                </a:lnTo>
                <a:lnTo>
                  <a:pt x="755" y="3837"/>
                </a:lnTo>
                <a:lnTo>
                  <a:pt x="0" y="3138"/>
                </a:lnTo>
                <a:lnTo>
                  <a:pt x="757" y="1360"/>
                </a:lnTo>
                <a:lnTo>
                  <a:pt x="1290" y="440"/>
                </a:lnTo>
                <a:lnTo>
                  <a:pt x="1851" y="86"/>
                </a:lnTo>
                <a:lnTo>
                  <a:pt x="2695" y="0"/>
                </a:lnTo>
                <a:close/>
              </a:path>
            </a:pathLst>
          </a:custGeom>
          <a:solidFill>
            <a:srgbClr val="D0BD84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4" name="contour_06112"/>
          <p:cNvSpPr/>
          <p:nvPr/>
        </p:nvSpPr>
        <p:spPr>
          <a:xfrm>
            <a:off x="3953178" y="5181762"/>
            <a:ext cx="80168" cy="46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2447" y="884"/>
                </a:lnTo>
                <a:lnTo>
                  <a:pt x="14523" y="1603"/>
                </a:lnTo>
                <a:lnTo>
                  <a:pt x="16137" y="2216"/>
                </a:lnTo>
                <a:lnTo>
                  <a:pt x="17388" y="2778"/>
                </a:lnTo>
                <a:lnTo>
                  <a:pt x="18374" y="3344"/>
                </a:lnTo>
                <a:lnTo>
                  <a:pt x="19191" y="3974"/>
                </a:lnTo>
                <a:lnTo>
                  <a:pt x="19937" y="4716"/>
                </a:lnTo>
                <a:lnTo>
                  <a:pt x="20707" y="5631"/>
                </a:lnTo>
                <a:lnTo>
                  <a:pt x="21600" y="6776"/>
                </a:lnTo>
                <a:lnTo>
                  <a:pt x="21600" y="9016"/>
                </a:lnTo>
                <a:lnTo>
                  <a:pt x="21600" y="11269"/>
                </a:lnTo>
                <a:lnTo>
                  <a:pt x="21600" y="13553"/>
                </a:lnTo>
                <a:lnTo>
                  <a:pt x="20520" y="15291"/>
                </a:lnTo>
                <a:lnTo>
                  <a:pt x="19454" y="16748"/>
                </a:lnTo>
                <a:lnTo>
                  <a:pt x="18387" y="17951"/>
                </a:lnTo>
                <a:lnTo>
                  <a:pt x="17309" y="18930"/>
                </a:lnTo>
                <a:lnTo>
                  <a:pt x="16200" y="19709"/>
                </a:lnTo>
                <a:lnTo>
                  <a:pt x="15047" y="20319"/>
                </a:lnTo>
                <a:lnTo>
                  <a:pt x="13834" y="20783"/>
                </a:lnTo>
                <a:lnTo>
                  <a:pt x="12550" y="21136"/>
                </a:lnTo>
                <a:lnTo>
                  <a:pt x="11175" y="21397"/>
                </a:lnTo>
                <a:lnTo>
                  <a:pt x="9696" y="21600"/>
                </a:lnTo>
                <a:lnTo>
                  <a:pt x="8165" y="21525"/>
                </a:lnTo>
                <a:lnTo>
                  <a:pt x="7101" y="21424"/>
                </a:lnTo>
                <a:lnTo>
                  <a:pt x="6223" y="21231"/>
                </a:lnTo>
                <a:lnTo>
                  <a:pt x="5259" y="20885"/>
                </a:lnTo>
                <a:lnTo>
                  <a:pt x="3927" y="20329"/>
                </a:lnTo>
                <a:lnTo>
                  <a:pt x="3063" y="18574"/>
                </a:lnTo>
                <a:lnTo>
                  <a:pt x="2331" y="16792"/>
                </a:lnTo>
                <a:lnTo>
                  <a:pt x="1714" y="14966"/>
                </a:lnTo>
                <a:lnTo>
                  <a:pt x="1192" y="13068"/>
                </a:lnTo>
                <a:lnTo>
                  <a:pt x="746" y="11086"/>
                </a:lnTo>
                <a:lnTo>
                  <a:pt x="355" y="8996"/>
                </a:lnTo>
                <a:lnTo>
                  <a:pt x="0" y="6776"/>
                </a:lnTo>
                <a:lnTo>
                  <a:pt x="1188" y="6312"/>
                </a:lnTo>
                <a:lnTo>
                  <a:pt x="2378" y="5848"/>
                </a:lnTo>
                <a:lnTo>
                  <a:pt x="3566" y="5387"/>
                </a:lnTo>
                <a:lnTo>
                  <a:pt x="4756" y="4923"/>
                </a:lnTo>
                <a:lnTo>
                  <a:pt x="5944" y="4459"/>
                </a:lnTo>
                <a:lnTo>
                  <a:pt x="7079" y="3788"/>
                </a:lnTo>
                <a:lnTo>
                  <a:pt x="7860" y="3097"/>
                </a:lnTo>
                <a:lnTo>
                  <a:pt x="8654" y="1975"/>
                </a:lnTo>
                <a:lnTo>
                  <a:pt x="9818" y="0"/>
                </a:lnTo>
                <a:close/>
              </a:path>
            </a:pathLst>
          </a:custGeom>
          <a:solidFill>
            <a:srgbClr val="353433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5" name="contour_06113"/>
          <p:cNvSpPr/>
          <p:nvPr/>
        </p:nvSpPr>
        <p:spPr>
          <a:xfrm>
            <a:off x="4980785" y="5159898"/>
            <a:ext cx="15304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43" y="0"/>
                </a:moveTo>
                <a:lnTo>
                  <a:pt x="5270" y="1256"/>
                </a:lnTo>
                <a:lnTo>
                  <a:pt x="5400" y="2533"/>
                </a:lnTo>
                <a:lnTo>
                  <a:pt x="5940" y="4223"/>
                </a:lnTo>
                <a:lnTo>
                  <a:pt x="6500" y="5389"/>
                </a:lnTo>
                <a:lnTo>
                  <a:pt x="7098" y="6164"/>
                </a:lnTo>
                <a:lnTo>
                  <a:pt x="7754" y="6677"/>
                </a:lnTo>
                <a:lnTo>
                  <a:pt x="8489" y="7058"/>
                </a:lnTo>
                <a:lnTo>
                  <a:pt x="9321" y="7436"/>
                </a:lnTo>
                <a:lnTo>
                  <a:pt x="9895" y="7862"/>
                </a:lnTo>
                <a:lnTo>
                  <a:pt x="10294" y="8354"/>
                </a:lnTo>
                <a:lnTo>
                  <a:pt x="10704" y="9229"/>
                </a:lnTo>
                <a:lnTo>
                  <a:pt x="11314" y="10800"/>
                </a:lnTo>
                <a:lnTo>
                  <a:pt x="11948" y="11124"/>
                </a:lnTo>
                <a:lnTo>
                  <a:pt x="12404" y="11321"/>
                </a:lnTo>
                <a:lnTo>
                  <a:pt x="12902" y="11472"/>
                </a:lnTo>
                <a:lnTo>
                  <a:pt x="13665" y="11653"/>
                </a:lnTo>
                <a:lnTo>
                  <a:pt x="14012" y="11740"/>
                </a:lnTo>
                <a:lnTo>
                  <a:pt x="15061" y="11996"/>
                </a:lnTo>
                <a:lnTo>
                  <a:pt x="15424" y="12077"/>
                </a:lnTo>
                <a:lnTo>
                  <a:pt x="16521" y="12317"/>
                </a:lnTo>
                <a:lnTo>
                  <a:pt x="17007" y="12436"/>
                </a:lnTo>
                <a:lnTo>
                  <a:pt x="17497" y="12552"/>
                </a:lnTo>
                <a:lnTo>
                  <a:pt x="17994" y="12671"/>
                </a:lnTo>
                <a:lnTo>
                  <a:pt x="18715" y="12844"/>
                </a:lnTo>
                <a:lnTo>
                  <a:pt x="19436" y="13011"/>
                </a:lnTo>
                <a:lnTo>
                  <a:pt x="20157" y="13176"/>
                </a:lnTo>
                <a:lnTo>
                  <a:pt x="20879" y="13341"/>
                </a:lnTo>
                <a:lnTo>
                  <a:pt x="21600" y="13500"/>
                </a:lnTo>
                <a:lnTo>
                  <a:pt x="21600" y="14839"/>
                </a:lnTo>
                <a:lnTo>
                  <a:pt x="21600" y="16200"/>
                </a:lnTo>
                <a:lnTo>
                  <a:pt x="21268" y="16267"/>
                </a:lnTo>
                <a:lnTo>
                  <a:pt x="20961" y="16330"/>
                </a:lnTo>
                <a:lnTo>
                  <a:pt x="20667" y="16389"/>
                </a:lnTo>
                <a:lnTo>
                  <a:pt x="20375" y="16448"/>
                </a:lnTo>
                <a:lnTo>
                  <a:pt x="20073" y="16508"/>
                </a:lnTo>
                <a:lnTo>
                  <a:pt x="19749" y="16573"/>
                </a:lnTo>
                <a:lnTo>
                  <a:pt x="19392" y="16645"/>
                </a:lnTo>
                <a:lnTo>
                  <a:pt x="18988" y="16727"/>
                </a:lnTo>
                <a:lnTo>
                  <a:pt x="18529" y="16821"/>
                </a:lnTo>
                <a:lnTo>
                  <a:pt x="18000" y="16926"/>
                </a:lnTo>
                <a:lnTo>
                  <a:pt x="17392" y="17051"/>
                </a:lnTo>
                <a:lnTo>
                  <a:pt x="16692" y="17191"/>
                </a:lnTo>
                <a:lnTo>
                  <a:pt x="15887" y="17353"/>
                </a:lnTo>
                <a:lnTo>
                  <a:pt x="14967" y="17539"/>
                </a:lnTo>
                <a:lnTo>
                  <a:pt x="13921" y="17750"/>
                </a:lnTo>
                <a:lnTo>
                  <a:pt x="12735" y="17990"/>
                </a:lnTo>
                <a:lnTo>
                  <a:pt x="11399" y="18260"/>
                </a:lnTo>
                <a:lnTo>
                  <a:pt x="9901" y="18562"/>
                </a:lnTo>
                <a:lnTo>
                  <a:pt x="8229" y="18900"/>
                </a:lnTo>
                <a:lnTo>
                  <a:pt x="8229" y="17296"/>
                </a:lnTo>
                <a:lnTo>
                  <a:pt x="8229" y="15687"/>
                </a:lnTo>
                <a:lnTo>
                  <a:pt x="8229" y="14072"/>
                </a:lnTo>
                <a:lnTo>
                  <a:pt x="8229" y="12444"/>
                </a:lnTo>
                <a:lnTo>
                  <a:pt x="8229" y="10800"/>
                </a:lnTo>
                <a:lnTo>
                  <a:pt x="7935" y="11183"/>
                </a:lnTo>
                <a:lnTo>
                  <a:pt x="7668" y="11534"/>
                </a:lnTo>
                <a:lnTo>
                  <a:pt x="7405" y="11883"/>
                </a:lnTo>
                <a:lnTo>
                  <a:pt x="7121" y="12253"/>
                </a:lnTo>
                <a:lnTo>
                  <a:pt x="6797" y="12679"/>
                </a:lnTo>
                <a:lnTo>
                  <a:pt x="6407" y="13189"/>
                </a:lnTo>
                <a:lnTo>
                  <a:pt x="5932" y="13816"/>
                </a:lnTo>
                <a:lnTo>
                  <a:pt x="5347" y="14583"/>
                </a:lnTo>
                <a:lnTo>
                  <a:pt x="4631" y="15522"/>
                </a:lnTo>
                <a:lnTo>
                  <a:pt x="3760" y="16664"/>
                </a:lnTo>
                <a:lnTo>
                  <a:pt x="2713" y="18039"/>
                </a:lnTo>
                <a:lnTo>
                  <a:pt x="1468" y="19675"/>
                </a:lnTo>
                <a:lnTo>
                  <a:pt x="0" y="21600"/>
                </a:lnTo>
                <a:lnTo>
                  <a:pt x="0" y="19815"/>
                </a:lnTo>
                <a:lnTo>
                  <a:pt x="0" y="18020"/>
                </a:lnTo>
                <a:lnTo>
                  <a:pt x="0" y="16200"/>
                </a:lnTo>
                <a:lnTo>
                  <a:pt x="680" y="16200"/>
                </a:lnTo>
                <a:lnTo>
                  <a:pt x="1364" y="16200"/>
                </a:lnTo>
                <a:lnTo>
                  <a:pt x="2057" y="16200"/>
                </a:lnTo>
                <a:lnTo>
                  <a:pt x="2057" y="14415"/>
                </a:lnTo>
                <a:lnTo>
                  <a:pt x="2057" y="12620"/>
                </a:lnTo>
                <a:lnTo>
                  <a:pt x="2057" y="10800"/>
                </a:lnTo>
                <a:lnTo>
                  <a:pt x="2535" y="10214"/>
                </a:lnTo>
                <a:lnTo>
                  <a:pt x="3022" y="9617"/>
                </a:lnTo>
                <a:lnTo>
                  <a:pt x="3664" y="8675"/>
                </a:lnTo>
                <a:lnTo>
                  <a:pt x="4058" y="7762"/>
                </a:lnTo>
                <a:lnTo>
                  <a:pt x="4368" y="6345"/>
                </a:lnTo>
                <a:lnTo>
                  <a:pt x="4757" y="3883"/>
                </a:lnTo>
                <a:lnTo>
                  <a:pt x="4885" y="2600"/>
                </a:lnTo>
                <a:lnTo>
                  <a:pt x="5012" y="1310"/>
                </a:lnTo>
                <a:lnTo>
                  <a:pt x="5143" y="0"/>
                </a:lnTo>
                <a:close/>
              </a:path>
            </a:pathLst>
          </a:custGeom>
          <a:solidFill>
            <a:srgbClr val="6A6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6" name="contour_06114"/>
          <p:cNvSpPr/>
          <p:nvPr/>
        </p:nvSpPr>
        <p:spPr>
          <a:xfrm>
            <a:off x="7640902" y="5043290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0"/>
                </a:moveTo>
                <a:lnTo>
                  <a:pt x="11074" y="869"/>
                </a:lnTo>
                <a:lnTo>
                  <a:pt x="11883" y="1550"/>
                </a:lnTo>
                <a:lnTo>
                  <a:pt x="12538" y="2192"/>
                </a:lnTo>
                <a:lnTo>
                  <a:pt x="13176" y="2951"/>
                </a:lnTo>
                <a:lnTo>
                  <a:pt x="13935" y="3969"/>
                </a:lnTo>
                <a:lnTo>
                  <a:pt x="14954" y="5400"/>
                </a:lnTo>
                <a:lnTo>
                  <a:pt x="14871" y="7344"/>
                </a:lnTo>
                <a:lnTo>
                  <a:pt x="14693" y="9145"/>
                </a:lnTo>
                <a:lnTo>
                  <a:pt x="14430" y="10867"/>
                </a:lnTo>
                <a:lnTo>
                  <a:pt x="14100" y="12577"/>
                </a:lnTo>
                <a:lnTo>
                  <a:pt x="13716" y="14332"/>
                </a:lnTo>
                <a:lnTo>
                  <a:pt x="13292" y="16200"/>
                </a:lnTo>
                <a:lnTo>
                  <a:pt x="14195" y="16446"/>
                </a:lnTo>
                <a:lnTo>
                  <a:pt x="15110" y="16697"/>
                </a:lnTo>
                <a:lnTo>
                  <a:pt x="15883" y="16921"/>
                </a:lnTo>
                <a:lnTo>
                  <a:pt x="16659" y="17150"/>
                </a:lnTo>
                <a:lnTo>
                  <a:pt x="17446" y="17383"/>
                </a:lnTo>
                <a:lnTo>
                  <a:pt x="18606" y="17712"/>
                </a:lnTo>
                <a:lnTo>
                  <a:pt x="19782" y="18047"/>
                </a:lnTo>
                <a:lnTo>
                  <a:pt x="20684" y="18471"/>
                </a:lnTo>
                <a:lnTo>
                  <a:pt x="21600" y="18900"/>
                </a:lnTo>
                <a:lnTo>
                  <a:pt x="21600" y="20239"/>
                </a:lnTo>
                <a:lnTo>
                  <a:pt x="21600" y="21600"/>
                </a:lnTo>
                <a:lnTo>
                  <a:pt x="20462" y="21600"/>
                </a:lnTo>
                <a:lnTo>
                  <a:pt x="19322" y="21600"/>
                </a:lnTo>
                <a:lnTo>
                  <a:pt x="18182" y="21600"/>
                </a:lnTo>
                <a:lnTo>
                  <a:pt x="17041" y="21600"/>
                </a:lnTo>
                <a:lnTo>
                  <a:pt x="15898" y="21600"/>
                </a:lnTo>
                <a:lnTo>
                  <a:pt x="14753" y="21600"/>
                </a:lnTo>
                <a:lnTo>
                  <a:pt x="13605" y="21600"/>
                </a:lnTo>
                <a:lnTo>
                  <a:pt x="12455" y="21600"/>
                </a:lnTo>
                <a:lnTo>
                  <a:pt x="11302" y="21600"/>
                </a:lnTo>
                <a:lnTo>
                  <a:pt x="10144" y="21600"/>
                </a:lnTo>
                <a:lnTo>
                  <a:pt x="8982" y="21600"/>
                </a:lnTo>
                <a:lnTo>
                  <a:pt x="7818" y="21600"/>
                </a:lnTo>
                <a:lnTo>
                  <a:pt x="6646" y="21600"/>
                </a:lnTo>
                <a:lnTo>
                  <a:pt x="6646" y="19815"/>
                </a:lnTo>
                <a:lnTo>
                  <a:pt x="6646" y="18020"/>
                </a:lnTo>
                <a:lnTo>
                  <a:pt x="6646" y="16200"/>
                </a:lnTo>
                <a:lnTo>
                  <a:pt x="5555" y="15393"/>
                </a:lnTo>
                <a:lnTo>
                  <a:pt x="4692" y="14955"/>
                </a:lnTo>
                <a:lnTo>
                  <a:pt x="3323" y="14512"/>
                </a:lnTo>
                <a:lnTo>
                  <a:pt x="2396" y="14207"/>
                </a:lnTo>
                <a:lnTo>
                  <a:pt x="1454" y="13900"/>
                </a:lnTo>
                <a:lnTo>
                  <a:pt x="731" y="13700"/>
                </a:lnTo>
                <a:lnTo>
                  <a:pt x="0" y="13500"/>
                </a:lnTo>
                <a:lnTo>
                  <a:pt x="1082" y="13055"/>
                </a:lnTo>
                <a:lnTo>
                  <a:pt x="2180" y="12604"/>
                </a:lnTo>
                <a:lnTo>
                  <a:pt x="3107" y="12174"/>
                </a:lnTo>
                <a:lnTo>
                  <a:pt x="4039" y="11745"/>
                </a:lnTo>
                <a:lnTo>
                  <a:pt x="4985" y="11308"/>
                </a:lnTo>
                <a:lnTo>
                  <a:pt x="5397" y="11124"/>
                </a:lnTo>
                <a:lnTo>
                  <a:pt x="6123" y="10805"/>
                </a:lnTo>
                <a:lnTo>
                  <a:pt x="7789" y="10071"/>
                </a:lnTo>
                <a:lnTo>
                  <a:pt x="8509" y="9420"/>
                </a:lnTo>
                <a:lnTo>
                  <a:pt x="9235" y="8764"/>
                </a:lnTo>
                <a:lnTo>
                  <a:pt x="9969" y="8100"/>
                </a:lnTo>
                <a:lnTo>
                  <a:pt x="10119" y="5994"/>
                </a:lnTo>
                <a:lnTo>
                  <a:pt x="10194" y="4522"/>
                </a:lnTo>
                <a:lnTo>
                  <a:pt x="10194" y="3291"/>
                </a:lnTo>
                <a:lnTo>
                  <a:pt x="10119" y="1912"/>
                </a:lnTo>
                <a:lnTo>
                  <a:pt x="9969" y="0"/>
                </a:lnTo>
                <a:close/>
              </a:path>
            </a:pathLst>
          </a:custGeom>
          <a:solidFill>
            <a:srgbClr val="7B7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7" name="contour_06115"/>
          <p:cNvSpPr/>
          <p:nvPr/>
        </p:nvSpPr>
        <p:spPr>
          <a:xfrm>
            <a:off x="1890677" y="4999562"/>
            <a:ext cx="116608" cy="530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02" y="0"/>
                </a:lnTo>
                <a:lnTo>
                  <a:pt x="1606" y="0"/>
                </a:lnTo>
                <a:lnTo>
                  <a:pt x="2414" y="0"/>
                </a:lnTo>
                <a:lnTo>
                  <a:pt x="3228" y="0"/>
                </a:lnTo>
                <a:lnTo>
                  <a:pt x="4050" y="0"/>
                </a:lnTo>
                <a:lnTo>
                  <a:pt x="4050" y="1962"/>
                </a:lnTo>
                <a:lnTo>
                  <a:pt x="4050" y="3936"/>
                </a:lnTo>
                <a:lnTo>
                  <a:pt x="4050" y="5937"/>
                </a:lnTo>
                <a:lnTo>
                  <a:pt x="4845" y="6595"/>
                </a:lnTo>
                <a:lnTo>
                  <a:pt x="5621" y="7189"/>
                </a:lnTo>
                <a:lnTo>
                  <a:pt x="6390" y="7726"/>
                </a:lnTo>
                <a:lnTo>
                  <a:pt x="7163" y="8216"/>
                </a:lnTo>
                <a:lnTo>
                  <a:pt x="7954" y="8667"/>
                </a:lnTo>
                <a:lnTo>
                  <a:pt x="8775" y="9089"/>
                </a:lnTo>
                <a:lnTo>
                  <a:pt x="9571" y="9507"/>
                </a:lnTo>
                <a:lnTo>
                  <a:pt x="10361" y="9944"/>
                </a:lnTo>
                <a:lnTo>
                  <a:pt x="11147" y="10398"/>
                </a:lnTo>
                <a:lnTo>
                  <a:pt x="11930" y="10867"/>
                </a:lnTo>
                <a:lnTo>
                  <a:pt x="12714" y="11360"/>
                </a:lnTo>
                <a:lnTo>
                  <a:pt x="13500" y="11873"/>
                </a:lnTo>
                <a:lnTo>
                  <a:pt x="13500" y="13345"/>
                </a:lnTo>
                <a:lnTo>
                  <a:pt x="13500" y="14841"/>
                </a:lnTo>
                <a:lnTo>
                  <a:pt x="13908" y="14990"/>
                </a:lnTo>
                <a:lnTo>
                  <a:pt x="14282" y="15129"/>
                </a:lnTo>
                <a:lnTo>
                  <a:pt x="14691" y="15278"/>
                </a:lnTo>
                <a:lnTo>
                  <a:pt x="15201" y="15465"/>
                </a:lnTo>
                <a:lnTo>
                  <a:pt x="15879" y="15714"/>
                </a:lnTo>
                <a:lnTo>
                  <a:pt x="16791" y="16046"/>
                </a:lnTo>
                <a:lnTo>
                  <a:pt x="18004" y="16492"/>
                </a:lnTo>
                <a:lnTo>
                  <a:pt x="19584" y="17070"/>
                </a:lnTo>
                <a:lnTo>
                  <a:pt x="21600" y="17810"/>
                </a:lnTo>
                <a:lnTo>
                  <a:pt x="21600" y="19282"/>
                </a:lnTo>
                <a:lnTo>
                  <a:pt x="21600" y="20778"/>
                </a:lnTo>
                <a:lnTo>
                  <a:pt x="20709" y="20861"/>
                </a:lnTo>
                <a:lnTo>
                  <a:pt x="19819" y="20935"/>
                </a:lnTo>
                <a:lnTo>
                  <a:pt x="18928" y="21006"/>
                </a:lnTo>
                <a:lnTo>
                  <a:pt x="18039" y="21069"/>
                </a:lnTo>
                <a:lnTo>
                  <a:pt x="17148" y="21128"/>
                </a:lnTo>
                <a:lnTo>
                  <a:pt x="16257" y="21184"/>
                </a:lnTo>
                <a:lnTo>
                  <a:pt x="15366" y="21238"/>
                </a:lnTo>
                <a:lnTo>
                  <a:pt x="14475" y="21288"/>
                </a:lnTo>
                <a:lnTo>
                  <a:pt x="13584" y="21336"/>
                </a:lnTo>
                <a:lnTo>
                  <a:pt x="12822" y="21410"/>
                </a:lnTo>
                <a:lnTo>
                  <a:pt x="12056" y="21484"/>
                </a:lnTo>
                <a:lnTo>
                  <a:pt x="11278" y="21561"/>
                </a:lnTo>
                <a:lnTo>
                  <a:pt x="10417" y="21591"/>
                </a:lnTo>
                <a:lnTo>
                  <a:pt x="9571" y="21600"/>
                </a:lnTo>
                <a:lnTo>
                  <a:pt x="8739" y="21570"/>
                </a:lnTo>
                <a:lnTo>
                  <a:pt x="7910" y="21490"/>
                </a:lnTo>
                <a:lnTo>
                  <a:pt x="7082" y="21342"/>
                </a:lnTo>
                <a:lnTo>
                  <a:pt x="6246" y="21110"/>
                </a:lnTo>
                <a:lnTo>
                  <a:pt x="5400" y="20778"/>
                </a:lnTo>
                <a:lnTo>
                  <a:pt x="4883" y="18569"/>
                </a:lnTo>
                <a:lnTo>
                  <a:pt x="4555" y="17002"/>
                </a:lnTo>
                <a:lnTo>
                  <a:pt x="4350" y="15649"/>
                </a:lnTo>
                <a:lnTo>
                  <a:pt x="4203" y="14081"/>
                </a:lnTo>
                <a:lnTo>
                  <a:pt x="4050" y="11873"/>
                </a:lnTo>
                <a:lnTo>
                  <a:pt x="3005" y="11606"/>
                </a:lnTo>
                <a:lnTo>
                  <a:pt x="2272" y="11472"/>
                </a:lnTo>
                <a:lnTo>
                  <a:pt x="1656" y="11472"/>
                </a:lnTo>
                <a:lnTo>
                  <a:pt x="964" y="11606"/>
                </a:lnTo>
                <a:lnTo>
                  <a:pt x="0" y="11873"/>
                </a:lnTo>
                <a:lnTo>
                  <a:pt x="0" y="9914"/>
                </a:lnTo>
                <a:lnTo>
                  <a:pt x="0" y="7952"/>
                </a:lnTo>
                <a:lnTo>
                  <a:pt x="0" y="5981"/>
                </a:lnTo>
                <a:lnTo>
                  <a:pt x="0" y="4001"/>
                </a:lnTo>
                <a:lnTo>
                  <a:pt x="0" y="2010"/>
                </a:lnTo>
                <a:lnTo>
                  <a:pt x="0" y="0"/>
                </a:lnTo>
                <a:close/>
              </a:path>
            </a:pathLst>
          </a:custGeom>
          <a:solidFill>
            <a:srgbClr val="F7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8" name="contour_06116"/>
          <p:cNvSpPr/>
          <p:nvPr/>
        </p:nvSpPr>
        <p:spPr>
          <a:xfrm>
            <a:off x="4281138" y="4953728"/>
            <a:ext cx="80168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0"/>
                </a:moveTo>
                <a:lnTo>
                  <a:pt x="2973" y="784"/>
                </a:lnTo>
                <a:lnTo>
                  <a:pt x="5502" y="461"/>
                </a:lnTo>
                <a:lnTo>
                  <a:pt x="7635" y="221"/>
                </a:lnTo>
                <a:lnTo>
                  <a:pt x="9422" y="65"/>
                </a:lnTo>
                <a:lnTo>
                  <a:pt x="10910" y="0"/>
                </a:lnTo>
                <a:lnTo>
                  <a:pt x="12153" y="37"/>
                </a:lnTo>
                <a:lnTo>
                  <a:pt x="13198" y="176"/>
                </a:lnTo>
                <a:lnTo>
                  <a:pt x="14093" y="429"/>
                </a:lnTo>
                <a:lnTo>
                  <a:pt x="14888" y="805"/>
                </a:lnTo>
                <a:lnTo>
                  <a:pt x="15634" y="1303"/>
                </a:lnTo>
                <a:lnTo>
                  <a:pt x="16379" y="1936"/>
                </a:lnTo>
                <a:lnTo>
                  <a:pt x="17172" y="2704"/>
                </a:lnTo>
                <a:lnTo>
                  <a:pt x="18063" y="3622"/>
                </a:lnTo>
                <a:lnTo>
                  <a:pt x="18847" y="5223"/>
                </a:lnTo>
                <a:lnTo>
                  <a:pt x="19422" y="6534"/>
                </a:lnTo>
                <a:lnTo>
                  <a:pt x="19960" y="8025"/>
                </a:lnTo>
                <a:lnTo>
                  <a:pt x="20630" y="10169"/>
                </a:lnTo>
                <a:lnTo>
                  <a:pt x="21600" y="13432"/>
                </a:lnTo>
                <a:lnTo>
                  <a:pt x="21600" y="16132"/>
                </a:lnTo>
                <a:lnTo>
                  <a:pt x="21600" y="18847"/>
                </a:lnTo>
                <a:lnTo>
                  <a:pt x="21600" y="21600"/>
                </a:lnTo>
                <a:lnTo>
                  <a:pt x="20255" y="21600"/>
                </a:lnTo>
                <a:lnTo>
                  <a:pt x="18908" y="21600"/>
                </a:lnTo>
                <a:lnTo>
                  <a:pt x="17561" y="21600"/>
                </a:lnTo>
                <a:lnTo>
                  <a:pt x="16212" y="21600"/>
                </a:lnTo>
                <a:lnTo>
                  <a:pt x="14861" y="21600"/>
                </a:lnTo>
                <a:lnTo>
                  <a:pt x="13508" y="21600"/>
                </a:lnTo>
                <a:lnTo>
                  <a:pt x="12151" y="21600"/>
                </a:lnTo>
                <a:lnTo>
                  <a:pt x="10792" y="21600"/>
                </a:lnTo>
                <a:lnTo>
                  <a:pt x="9429" y="21600"/>
                </a:lnTo>
                <a:lnTo>
                  <a:pt x="8061" y="21600"/>
                </a:lnTo>
                <a:lnTo>
                  <a:pt x="6688" y="21600"/>
                </a:lnTo>
                <a:lnTo>
                  <a:pt x="5312" y="21600"/>
                </a:lnTo>
                <a:lnTo>
                  <a:pt x="3927" y="21600"/>
                </a:lnTo>
                <a:lnTo>
                  <a:pt x="3927" y="19174"/>
                </a:lnTo>
                <a:lnTo>
                  <a:pt x="3927" y="16740"/>
                </a:lnTo>
                <a:lnTo>
                  <a:pt x="3927" y="14298"/>
                </a:lnTo>
                <a:lnTo>
                  <a:pt x="3927" y="11835"/>
                </a:lnTo>
                <a:lnTo>
                  <a:pt x="3927" y="9348"/>
                </a:lnTo>
                <a:lnTo>
                  <a:pt x="2629" y="9348"/>
                </a:lnTo>
                <a:lnTo>
                  <a:pt x="1323" y="9348"/>
                </a:lnTo>
                <a:lnTo>
                  <a:pt x="0" y="9348"/>
                </a:lnTo>
                <a:lnTo>
                  <a:pt x="0" y="6649"/>
                </a:lnTo>
                <a:lnTo>
                  <a:pt x="0" y="3933"/>
                </a:lnTo>
                <a:lnTo>
                  <a:pt x="0" y="1180"/>
                </a:lnTo>
                <a:close/>
              </a:path>
            </a:pathLst>
          </a:custGeom>
          <a:solidFill>
            <a:srgbClr val="877C6C"/>
          </a:solidFill>
          <a:ln>
            <a:noFill/>
          </a:ln>
        </p:spPr>
        <p:txBody>
          <a:bodyPr/>
          <a:lstStyle/>
          <a:p/>
        </p:txBody>
      </p:sp>
      <p:sp>
        <p:nvSpPr>
          <p:cNvPr id="6119" name="contour_06117"/>
          <p:cNvSpPr/>
          <p:nvPr/>
        </p:nvSpPr>
        <p:spPr>
          <a:xfrm>
            <a:off x="10636266" y="4941258"/>
            <a:ext cx="116608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23" y="1981"/>
                </a:lnTo>
                <a:lnTo>
                  <a:pt x="11245" y="3966"/>
                </a:lnTo>
                <a:lnTo>
                  <a:pt x="11470" y="5959"/>
                </a:lnTo>
                <a:lnTo>
                  <a:pt x="11695" y="7962"/>
                </a:lnTo>
                <a:lnTo>
                  <a:pt x="11922" y="9976"/>
                </a:lnTo>
                <a:lnTo>
                  <a:pt x="12150" y="12008"/>
                </a:lnTo>
                <a:lnTo>
                  <a:pt x="12581" y="11870"/>
                </a:lnTo>
                <a:lnTo>
                  <a:pt x="12973" y="11747"/>
                </a:lnTo>
                <a:lnTo>
                  <a:pt x="13388" y="11615"/>
                </a:lnTo>
                <a:lnTo>
                  <a:pt x="13878" y="11459"/>
                </a:lnTo>
                <a:lnTo>
                  <a:pt x="14500" y="11261"/>
                </a:lnTo>
                <a:lnTo>
                  <a:pt x="15314" y="11003"/>
                </a:lnTo>
                <a:lnTo>
                  <a:pt x="16374" y="10666"/>
                </a:lnTo>
                <a:lnTo>
                  <a:pt x="17736" y="10234"/>
                </a:lnTo>
                <a:lnTo>
                  <a:pt x="19460" y="9685"/>
                </a:lnTo>
                <a:lnTo>
                  <a:pt x="21600" y="9006"/>
                </a:lnTo>
                <a:lnTo>
                  <a:pt x="21600" y="10988"/>
                </a:lnTo>
                <a:lnTo>
                  <a:pt x="21600" y="12972"/>
                </a:lnTo>
                <a:lnTo>
                  <a:pt x="21600" y="14965"/>
                </a:lnTo>
                <a:lnTo>
                  <a:pt x="21600" y="16968"/>
                </a:lnTo>
                <a:lnTo>
                  <a:pt x="21600" y="18982"/>
                </a:lnTo>
                <a:lnTo>
                  <a:pt x="21600" y="21015"/>
                </a:lnTo>
                <a:lnTo>
                  <a:pt x="20824" y="21108"/>
                </a:lnTo>
                <a:lnTo>
                  <a:pt x="20047" y="21189"/>
                </a:lnTo>
                <a:lnTo>
                  <a:pt x="19271" y="21264"/>
                </a:lnTo>
                <a:lnTo>
                  <a:pt x="18495" y="21330"/>
                </a:lnTo>
                <a:lnTo>
                  <a:pt x="17719" y="21390"/>
                </a:lnTo>
                <a:lnTo>
                  <a:pt x="17397" y="21423"/>
                </a:lnTo>
                <a:lnTo>
                  <a:pt x="16832" y="21477"/>
                </a:lnTo>
                <a:lnTo>
                  <a:pt x="15536" y="21600"/>
                </a:lnTo>
                <a:lnTo>
                  <a:pt x="14338" y="21216"/>
                </a:lnTo>
                <a:lnTo>
                  <a:pt x="13590" y="20720"/>
                </a:lnTo>
                <a:lnTo>
                  <a:pt x="12978" y="19787"/>
                </a:lnTo>
                <a:lnTo>
                  <a:pt x="12186" y="18082"/>
                </a:lnTo>
                <a:lnTo>
                  <a:pt x="11451" y="16674"/>
                </a:lnTo>
                <a:lnTo>
                  <a:pt x="10673" y="15590"/>
                </a:lnTo>
                <a:lnTo>
                  <a:pt x="9859" y="14779"/>
                </a:lnTo>
                <a:lnTo>
                  <a:pt x="9011" y="14200"/>
                </a:lnTo>
                <a:lnTo>
                  <a:pt x="8135" y="13807"/>
                </a:lnTo>
                <a:lnTo>
                  <a:pt x="7233" y="13554"/>
                </a:lnTo>
                <a:lnTo>
                  <a:pt x="6310" y="13395"/>
                </a:lnTo>
                <a:lnTo>
                  <a:pt x="5370" y="13287"/>
                </a:lnTo>
                <a:lnTo>
                  <a:pt x="4417" y="13185"/>
                </a:lnTo>
                <a:lnTo>
                  <a:pt x="3455" y="13041"/>
                </a:lnTo>
                <a:lnTo>
                  <a:pt x="2759" y="12699"/>
                </a:lnTo>
                <a:lnTo>
                  <a:pt x="2059" y="12357"/>
                </a:lnTo>
                <a:lnTo>
                  <a:pt x="1350" y="12008"/>
                </a:lnTo>
                <a:lnTo>
                  <a:pt x="1015" y="10522"/>
                </a:lnTo>
                <a:lnTo>
                  <a:pt x="680" y="9030"/>
                </a:lnTo>
                <a:lnTo>
                  <a:pt x="342" y="7526"/>
                </a:lnTo>
                <a:lnTo>
                  <a:pt x="0" y="6004"/>
                </a:lnTo>
                <a:lnTo>
                  <a:pt x="891" y="6004"/>
                </a:lnTo>
                <a:lnTo>
                  <a:pt x="1782" y="6004"/>
                </a:lnTo>
                <a:lnTo>
                  <a:pt x="2674" y="6004"/>
                </a:lnTo>
                <a:lnTo>
                  <a:pt x="3568" y="6004"/>
                </a:lnTo>
                <a:lnTo>
                  <a:pt x="4463" y="6004"/>
                </a:lnTo>
                <a:lnTo>
                  <a:pt x="5360" y="6004"/>
                </a:lnTo>
                <a:lnTo>
                  <a:pt x="6259" y="6004"/>
                </a:lnTo>
                <a:lnTo>
                  <a:pt x="7160" y="6004"/>
                </a:lnTo>
                <a:lnTo>
                  <a:pt x="8065" y="6004"/>
                </a:lnTo>
                <a:lnTo>
                  <a:pt x="8972" y="6004"/>
                </a:lnTo>
                <a:lnTo>
                  <a:pt x="9885" y="6004"/>
                </a:lnTo>
                <a:lnTo>
                  <a:pt x="10800" y="6004"/>
                </a:lnTo>
                <a:lnTo>
                  <a:pt x="10800" y="4020"/>
                </a:lnTo>
                <a:lnTo>
                  <a:pt x="10800" y="2023"/>
                </a:lnTo>
                <a:lnTo>
                  <a:pt x="10800" y="0"/>
                </a:lnTo>
                <a:close/>
              </a:path>
            </a:pathLst>
          </a:custGeom>
          <a:solidFill>
            <a:srgbClr val="353531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0" name="contour_06118"/>
          <p:cNvSpPr/>
          <p:nvPr/>
        </p:nvSpPr>
        <p:spPr>
          <a:xfrm>
            <a:off x="6554991" y="4865383"/>
            <a:ext cx="66124" cy="540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52" y="117"/>
                </a:moveTo>
                <a:lnTo>
                  <a:pt x="7492" y="29"/>
                </a:lnTo>
                <a:lnTo>
                  <a:pt x="9285" y="0"/>
                </a:lnTo>
                <a:lnTo>
                  <a:pt x="10958" y="67"/>
                </a:lnTo>
                <a:lnTo>
                  <a:pt x="12534" y="277"/>
                </a:lnTo>
                <a:lnTo>
                  <a:pt x="14046" y="665"/>
                </a:lnTo>
                <a:lnTo>
                  <a:pt x="15515" y="1274"/>
                </a:lnTo>
                <a:lnTo>
                  <a:pt x="16967" y="2145"/>
                </a:lnTo>
                <a:lnTo>
                  <a:pt x="18434" y="3323"/>
                </a:lnTo>
                <a:lnTo>
                  <a:pt x="19938" y="4841"/>
                </a:lnTo>
                <a:lnTo>
                  <a:pt x="20472" y="6817"/>
                </a:lnTo>
                <a:lnTo>
                  <a:pt x="20888" y="8685"/>
                </a:lnTo>
                <a:lnTo>
                  <a:pt x="21200" y="10475"/>
                </a:lnTo>
                <a:lnTo>
                  <a:pt x="21414" y="12227"/>
                </a:lnTo>
                <a:lnTo>
                  <a:pt x="21545" y="13970"/>
                </a:lnTo>
                <a:lnTo>
                  <a:pt x="21600" y="15745"/>
                </a:lnTo>
                <a:lnTo>
                  <a:pt x="21590" y="17587"/>
                </a:lnTo>
                <a:lnTo>
                  <a:pt x="21531" y="19525"/>
                </a:lnTo>
                <a:lnTo>
                  <a:pt x="21426" y="21600"/>
                </a:lnTo>
                <a:lnTo>
                  <a:pt x="19829" y="21148"/>
                </a:lnTo>
                <a:lnTo>
                  <a:pt x="18250" y="20664"/>
                </a:lnTo>
                <a:lnTo>
                  <a:pt x="16686" y="20154"/>
                </a:lnTo>
                <a:lnTo>
                  <a:pt x="15136" y="19612"/>
                </a:lnTo>
                <a:lnTo>
                  <a:pt x="13599" y="19047"/>
                </a:lnTo>
                <a:lnTo>
                  <a:pt x="12072" y="18452"/>
                </a:lnTo>
                <a:lnTo>
                  <a:pt x="10554" y="17834"/>
                </a:lnTo>
                <a:lnTo>
                  <a:pt x="9042" y="17190"/>
                </a:lnTo>
                <a:lnTo>
                  <a:pt x="7533" y="16523"/>
                </a:lnTo>
                <a:lnTo>
                  <a:pt x="6028" y="15832"/>
                </a:lnTo>
                <a:lnTo>
                  <a:pt x="4526" y="15118"/>
                </a:lnTo>
                <a:lnTo>
                  <a:pt x="3019" y="14383"/>
                </a:lnTo>
                <a:lnTo>
                  <a:pt x="1512" y="13629"/>
                </a:lnTo>
                <a:lnTo>
                  <a:pt x="0" y="12856"/>
                </a:lnTo>
                <a:lnTo>
                  <a:pt x="38" y="10268"/>
                </a:lnTo>
                <a:lnTo>
                  <a:pt x="174" y="7904"/>
                </a:lnTo>
                <a:lnTo>
                  <a:pt x="500" y="5785"/>
                </a:lnTo>
                <a:lnTo>
                  <a:pt x="1109" y="3926"/>
                </a:lnTo>
                <a:lnTo>
                  <a:pt x="2093" y="2349"/>
                </a:lnTo>
                <a:lnTo>
                  <a:pt x="3542" y="1073"/>
                </a:lnTo>
                <a:lnTo>
                  <a:pt x="5552" y="117"/>
                </a:lnTo>
                <a:close/>
              </a:path>
            </a:pathLst>
          </a:custGeom>
          <a:solidFill>
            <a:srgbClr val="C67673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1" name="contour_06119"/>
          <p:cNvSpPr/>
          <p:nvPr/>
        </p:nvSpPr>
        <p:spPr>
          <a:xfrm>
            <a:off x="564262" y="4868765"/>
            <a:ext cx="94744" cy="579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12" y="207"/>
                </a:moveTo>
                <a:lnTo>
                  <a:pt x="16152" y="1027"/>
                </a:lnTo>
                <a:lnTo>
                  <a:pt x="17169" y="1867"/>
                </a:lnTo>
                <a:lnTo>
                  <a:pt x="18109" y="2805"/>
                </a:lnTo>
                <a:lnTo>
                  <a:pt x="19018" y="3919"/>
                </a:lnTo>
                <a:lnTo>
                  <a:pt x="19938" y="5292"/>
                </a:lnTo>
                <a:lnTo>
                  <a:pt x="20271" y="7083"/>
                </a:lnTo>
                <a:lnTo>
                  <a:pt x="20557" y="8872"/>
                </a:lnTo>
                <a:lnTo>
                  <a:pt x="20797" y="10660"/>
                </a:lnTo>
                <a:lnTo>
                  <a:pt x="21002" y="12451"/>
                </a:lnTo>
                <a:lnTo>
                  <a:pt x="21171" y="14251"/>
                </a:lnTo>
                <a:lnTo>
                  <a:pt x="21311" y="16063"/>
                </a:lnTo>
                <a:lnTo>
                  <a:pt x="21427" y="17887"/>
                </a:lnTo>
                <a:lnTo>
                  <a:pt x="21522" y="19733"/>
                </a:lnTo>
                <a:lnTo>
                  <a:pt x="21600" y="21600"/>
                </a:lnTo>
                <a:lnTo>
                  <a:pt x="20586" y="21361"/>
                </a:lnTo>
                <a:lnTo>
                  <a:pt x="19573" y="21111"/>
                </a:lnTo>
                <a:lnTo>
                  <a:pt x="18561" y="20850"/>
                </a:lnTo>
                <a:lnTo>
                  <a:pt x="17549" y="20581"/>
                </a:lnTo>
                <a:lnTo>
                  <a:pt x="16419" y="20295"/>
                </a:lnTo>
                <a:lnTo>
                  <a:pt x="15271" y="20007"/>
                </a:lnTo>
                <a:lnTo>
                  <a:pt x="14289" y="19450"/>
                </a:lnTo>
                <a:lnTo>
                  <a:pt x="13292" y="18882"/>
                </a:lnTo>
                <a:lnTo>
                  <a:pt x="12932" y="17534"/>
                </a:lnTo>
                <a:lnTo>
                  <a:pt x="12565" y="16164"/>
                </a:lnTo>
                <a:lnTo>
                  <a:pt x="12101" y="14816"/>
                </a:lnTo>
                <a:lnTo>
                  <a:pt x="11631" y="13446"/>
                </a:lnTo>
                <a:lnTo>
                  <a:pt x="10476" y="12970"/>
                </a:lnTo>
                <a:lnTo>
                  <a:pt x="9607" y="12633"/>
                </a:lnTo>
                <a:lnTo>
                  <a:pt x="8861" y="12389"/>
                </a:lnTo>
                <a:lnTo>
                  <a:pt x="8072" y="12193"/>
                </a:lnTo>
                <a:lnTo>
                  <a:pt x="7076" y="11995"/>
                </a:lnTo>
                <a:lnTo>
                  <a:pt x="5711" y="11747"/>
                </a:lnTo>
                <a:lnTo>
                  <a:pt x="4646" y="11543"/>
                </a:lnTo>
                <a:lnTo>
                  <a:pt x="3572" y="11340"/>
                </a:lnTo>
                <a:lnTo>
                  <a:pt x="2486" y="11133"/>
                </a:lnTo>
                <a:lnTo>
                  <a:pt x="1665" y="11000"/>
                </a:lnTo>
                <a:lnTo>
                  <a:pt x="837" y="10864"/>
                </a:lnTo>
                <a:lnTo>
                  <a:pt x="0" y="10728"/>
                </a:lnTo>
                <a:lnTo>
                  <a:pt x="0" y="9380"/>
                </a:lnTo>
                <a:lnTo>
                  <a:pt x="0" y="8010"/>
                </a:lnTo>
                <a:lnTo>
                  <a:pt x="1028" y="7336"/>
                </a:lnTo>
                <a:lnTo>
                  <a:pt x="1791" y="6858"/>
                </a:lnTo>
                <a:lnTo>
                  <a:pt x="2517" y="6444"/>
                </a:lnTo>
                <a:lnTo>
                  <a:pt x="3436" y="5966"/>
                </a:lnTo>
                <a:lnTo>
                  <a:pt x="4777" y="5292"/>
                </a:lnTo>
                <a:lnTo>
                  <a:pt x="6623" y="4357"/>
                </a:lnTo>
                <a:lnTo>
                  <a:pt x="7982" y="3653"/>
                </a:lnTo>
                <a:lnTo>
                  <a:pt x="8976" y="3104"/>
                </a:lnTo>
                <a:lnTo>
                  <a:pt x="9727" y="2636"/>
                </a:lnTo>
                <a:lnTo>
                  <a:pt x="10356" y="2172"/>
                </a:lnTo>
                <a:lnTo>
                  <a:pt x="10988" y="1634"/>
                </a:lnTo>
                <a:lnTo>
                  <a:pt x="11740" y="949"/>
                </a:lnTo>
                <a:lnTo>
                  <a:pt x="12897" y="193"/>
                </a:lnTo>
                <a:lnTo>
                  <a:pt x="13744" y="0"/>
                </a:lnTo>
                <a:lnTo>
                  <a:pt x="15012" y="207"/>
                </a:lnTo>
                <a:close/>
              </a:path>
            </a:pathLst>
          </a:custGeom>
          <a:solidFill>
            <a:srgbClr val="E0E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2" name="contour_06120"/>
          <p:cNvSpPr/>
          <p:nvPr/>
        </p:nvSpPr>
        <p:spPr>
          <a:xfrm>
            <a:off x="4281138" y="4868699"/>
            <a:ext cx="102032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04"/>
                </a:moveTo>
                <a:lnTo>
                  <a:pt x="21592" y="8715"/>
                </a:lnTo>
                <a:lnTo>
                  <a:pt x="21543" y="12084"/>
                </a:lnTo>
                <a:lnTo>
                  <a:pt x="21407" y="14469"/>
                </a:lnTo>
                <a:lnTo>
                  <a:pt x="21143" y="16319"/>
                </a:lnTo>
                <a:lnTo>
                  <a:pt x="20707" y="18092"/>
                </a:lnTo>
                <a:lnTo>
                  <a:pt x="20057" y="20240"/>
                </a:lnTo>
                <a:lnTo>
                  <a:pt x="19014" y="20685"/>
                </a:lnTo>
                <a:lnTo>
                  <a:pt x="17965" y="21040"/>
                </a:lnTo>
                <a:lnTo>
                  <a:pt x="16910" y="21306"/>
                </a:lnTo>
                <a:lnTo>
                  <a:pt x="15848" y="21486"/>
                </a:lnTo>
                <a:lnTo>
                  <a:pt x="14782" y="21584"/>
                </a:lnTo>
                <a:lnTo>
                  <a:pt x="13714" y="21600"/>
                </a:lnTo>
                <a:lnTo>
                  <a:pt x="12644" y="21539"/>
                </a:lnTo>
                <a:lnTo>
                  <a:pt x="11571" y="21408"/>
                </a:lnTo>
                <a:lnTo>
                  <a:pt x="10501" y="21208"/>
                </a:lnTo>
                <a:lnTo>
                  <a:pt x="9428" y="20942"/>
                </a:lnTo>
                <a:lnTo>
                  <a:pt x="8361" y="20616"/>
                </a:lnTo>
                <a:lnTo>
                  <a:pt x="7295" y="20228"/>
                </a:lnTo>
                <a:lnTo>
                  <a:pt x="6232" y="19787"/>
                </a:lnTo>
                <a:lnTo>
                  <a:pt x="5175" y="19293"/>
                </a:lnTo>
                <a:lnTo>
                  <a:pt x="4124" y="18749"/>
                </a:lnTo>
                <a:lnTo>
                  <a:pt x="3080" y="18161"/>
                </a:lnTo>
                <a:lnTo>
                  <a:pt x="2044" y="17528"/>
                </a:lnTo>
                <a:lnTo>
                  <a:pt x="1017" y="16859"/>
                </a:lnTo>
                <a:lnTo>
                  <a:pt x="0" y="16156"/>
                </a:lnTo>
                <a:lnTo>
                  <a:pt x="346" y="13820"/>
                </a:lnTo>
                <a:lnTo>
                  <a:pt x="622" y="12191"/>
                </a:lnTo>
                <a:lnTo>
                  <a:pt x="974" y="10504"/>
                </a:lnTo>
                <a:lnTo>
                  <a:pt x="1543" y="7988"/>
                </a:lnTo>
                <a:lnTo>
                  <a:pt x="2438" y="6996"/>
                </a:lnTo>
                <a:lnTo>
                  <a:pt x="3066" y="6400"/>
                </a:lnTo>
                <a:lnTo>
                  <a:pt x="3729" y="5958"/>
                </a:lnTo>
                <a:lnTo>
                  <a:pt x="4724" y="5436"/>
                </a:lnTo>
                <a:lnTo>
                  <a:pt x="5712" y="4929"/>
                </a:lnTo>
                <a:lnTo>
                  <a:pt x="6707" y="4423"/>
                </a:lnTo>
                <a:lnTo>
                  <a:pt x="7714" y="3904"/>
                </a:lnTo>
                <a:lnTo>
                  <a:pt x="7714" y="6604"/>
                </a:lnTo>
                <a:lnTo>
                  <a:pt x="7714" y="9320"/>
                </a:lnTo>
                <a:lnTo>
                  <a:pt x="7714" y="12072"/>
                </a:lnTo>
                <a:lnTo>
                  <a:pt x="8287" y="9965"/>
                </a:lnTo>
                <a:lnTo>
                  <a:pt x="8865" y="7841"/>
                </a:lnTo>
                <a:lnTo>
                  <a:pt x="9450" y="5693"/>
                </a:lnTo>
                <a:lnTo>
                  <a:pt x="10340" y="3586"/>
                </a:lnTo>
                <a:lnTo>
                  <a:pt x="11260" y="2022"/>
                </a:lnTo>
                <a:lnTo>
                  <a:pt x="12207" y="935"/>
                </a:lnTo>
                <a:lnTo>
                  <a:pt x="13181" y="282"/>
                </a:lnTo>
                <a:lnTo>
                  <a:pt x="14176" y="0"/>
                </a:lnTo>
                <a:lnTo>
                  <a:pt x="15193" y="41"/>
                </a:lnTo>
                <a:lnTo>
                  <a:pt x="16228" y="343"/>
                </a:lnTo>
                <a:lnTo>
                  <a:pt x="17278" y="858"/>
                </a:lnTo>
                <a:lnTo>
                  <a:pt x="18343" y="1523"/>
                </a:lnTo>
                <a:lnTo>
                  <a:pt x="19420" y="2291"/>
                </a:lnTo>
                <a:lnTo>
                  <a:pt x="20506" y="3104"/>
                </a:lnTo>
                <a:lnTo>
                  <a:pt x="21600" y="3904"/>
                </a:lnTo>
                <a:close/>
              </a:path>
            </a:pathLst>
          </a:custGeom>
          <a:solidFill>
            <a:srgbClr val="DFD1EF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3" name="contour_06121"/>
          <p:cNvSpPr/>
          <p:nvPr/>
        </p:nvSpPr>
        <p:spPr>
          <a:xfrm>
            <a:off x="3938602" y="4853453"/>
            <a:ext cx="94744" cy="39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69" y="948"/>
                </a:moveTo>
                <a:lnTo>
                  <a:pt x="13686" y="1137"/>
                </a:lnTo>
                <a:lnTo>
                  <a:pt x="14720" y="1334"/>
                </a:lnTo>
                <a:lnTo>
                  <a:pt x="15821" y="1659"/>
                </a:lnTo>
                <a:lnTo>
                  <a:pt x="16870" y="2049"/>
                </a:lnTo>
                <a:lnTo>
                  <a:pt x="17888" y="2567"/>
                </a:lnTo>
                <a:lnTo>
                  <a:pt x="18903" y="3267"/>
                </a:lnTo>
                <a:lnTo>
                  <a:pt x="19938" y="4211"/>
                </a:lnTo>
                <a:lnTo>
                  <a:pt x="20568" y="7296"/>
                </a:lnTo>
                <a:lnTo>
                  <a:pt x="20970" y="9466"/>
                </a:lnTo>
                <a:lnTo>
                  <a:pt x="21223" y="11298"/>
                </a:lnTo>
                <a:lnTo>
                  <a:pt x="21406" y="13371"/>
                </a:lnTo>
                <a:lnTo>
                  <a:pt x="21600" y="16264"/>
                </a:lnTo>
                <a:lnTo>
                  <a:pt x="20490" y="16931"/>
                </a:lnTo>
                <a:lnTo>
                  <a:pt x="19380" y="17546"/>
                </a:lnTo>
                <a:lnTo>
                  <a:pt x="18272" y="18113"/>
                </a:lnTo>
                <a:lnTo>
                  <a:pt x="17164" y="18631"/>
                </a:lnTo>
                <a:lnTo>
                  <a:pt x="16055" y="19101"/>
                </a:lnTo>
                <a:lnTo>
                  <a:pt x="14946" y="19523"/>
                </a:lnTo>
                <a:lnTo>
                  <a:pt x="13832" y="19900"/>
                </a:lnTo>
                <a:lnTo>
                  <a:pt x="12716" y="20234"/>
                </a:lnTo>
                <a:lnTo>
                  <a:pt x="11596" y="20523"/>
                </a:lnTo>
                <a:lnTo>
                  <a:pt x="10471" y="20772"/>
                </a:lnTo>
                <a:lnTo>
                  <a:pt x="9341" y="20981"/>
                </a:lnTo>
                <a:lnTo>
                  <a:pt x="8205" y="21154"/>
                </a:lnTo>
                <a:lnTo>
                  <a:pt x="7062" y="21287"/>
                </a:lnTo>
                <a:lnTo>
                  <a:pt x="6075" y="21391"/>
                </a:lnTo>
                <a:lnTo>
                  <a:pt x="5083" y="21496"/>
                </a:lnTo>
                <a:lnTo>
                  <a:pt x="4076" y="21600"/>
                </a:lnTo>
                <a:lnTo>
                  <a:pt x="2886" y="20913"/>
                </a:lnTo>
                <a:lnTo>
                  <a:pt x="2089" y="20210"/>
                </a:lnTo>
                <a:lnTo>
                  <a:pt x="1497" y="19157"/>
                </a:lnTo>
                <a:lnTo>
                  <a:pt x="922" y="17429"/>
                </a:lnTo>
                <a:lnTo>
                  <a:pt x="181" y="14697"/>
                </a:lnTo>
                <a:lnTo>
                  <a:pt x="121" y="12560"/>
                </a:lnTo>
                <a:lnTo>
                  <a:pt x="61" y="10406"/>
                </a:lnTo>
                <a:lnTo>
                  <a:pt x="0" y="8229"/>
                </a:lnTo>
                <a:lnTo>
                  <a:pt x="1037" y="5854"/>
                </a:lnTo>
                <a:lnTo>
                  <a:pt x="2074" y="3950"/>
                </a:lnTo>
                <a:lnTo>
                  <a:pt x="3119" y="2475"/>
                </a:lnTo>
                <a:lnTo>
                  <a:pt x="4179" y="1386"/>
                </a:lnTo>
                <a:lnTo>
                  <a:pt x="5262" y="639"/>
                </a:lnTo>
                <a:lnTo>
                  <a:pt x="6377" y="189"/>
                </a:lnTo>
                <a:lnTo>
                  <a:pt x="7528" y="0"/>
                </a:lnTo>
                <a:lnTo>
                  <a:pt x="8726" y="24"/>
                </a:lnTo>
                <a:lnTo>
                  <a:pt x="9978" y="217"/>
                </a:lnTo>
                <a:lnTo>
                  <a:pt x="11290" y="538"/>
                </a:lnTo>
                <a:lnTo>
                  <a:pt x="12669" y="948"/>
                </a:lnTo>
                <a:close/>
              </a:path>
            </a:pathLst>
          </a:custGeom>
          <a:solidFill>
            <a:srgbClr val="E6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4" name="contour_06122"/>
          <p:cNvSpPr/>
          <p:nvPr/>
        </p:nvSpPr>
        <p:spPr>
          <a:xfrm>
            <a:off x="11168290" y="4766346"/>
            <a:ext cx="12389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0"/>
                </a:moveTo>
                <a:lnTo>
                  <a:pt x="1349" y="933"/>
                </a:lnTo>
                <a:lnTo>
                  <a:pt x="1429" y="1871"/>
                </a:lnTo>
                <a:lnTo>
                  <a:pt x="1509" y="2824"/>
                </a:lnTo>
                <a:lnTo>
                  <a:pt x="1850" y="3837"/>
                </a:lnTo>
                <a:lnTo>
                  <a:pt x="2193" y="4856"/>
                </a:lnTo>
                <a:lnTo>
                  <a:pt x="2541" y="5891"/>
                </a:lnTo>
                <a:lnTo>
                  <a:pt x="3309" y="6219"/>
                </a:lnTo>
                <a:lnTo>
                  <a:pt x="4076" y="6486"/>
                </a:lnTo>
                <a:lnTo>
                  <a:pt x="4843" y="6708"/>
                </a:lnTo>
                <a:lnTo>
                  <a:pt x="5616" y="6896"/>
                </a:lnTo>
                <a:lnTo>
                  <a:pt x="6396" y="7067"/>
                </a:lnTo>
                <a:lnTo>
                  <a:pt x="7186" y="7234"/>
                </a:lnTo>
                <a:lnTo>
                  <a:pt x="8082" y="7629"/>
                </a:lnTo>
                <a:lnTo>
                  <a:pt x="8922" y="8131"/>
                </a:lnTo>
                <a:lnTo>
                  <a:pt x="9715" y="8730"/>
                </a:lnTo>
                <a:lnTo>
                  <a:pt x="10471" y="9416"/>
                </a:lnTo>
                <a:lnTo>
                  <a:pt x="11196" y="10178"/>
                </a:lnTo>
                <a:lnTo>
                  <a:pt x="11900" y="11000"/>
                </a:lnTo>
                <a:lnTo>
                  <a:pt x="12593" y="11878"/>
                </a:lnTo>
                <a:lnTo>
                  <a:pt x="13283" y="12797"/>
                </a:lnTo>
                <a:lnTo>
                  <a:pt x="13976" y="13745"/>
                </a:lnTo>
                <a:lnTo>
                  <a:pt x="14292" y="12773"/>
                </a:lnTo>
                <a:lnTo>
                  <a:pt x="14607" y="11798"/>
                </a:lnTo>
                <a:lnTo>
                  <a:pt x="14926" y="10814"/>
                </a:lnTo>
                <a:lnTo>
                  <a:pt x="15247" y="9818"/>
                </a:lnTo>
                <a:lnTo>
                  <a:pt x="15247" y="11116"/>
                </a:lnTo>
                <a:lnTo>
                  <a:pt x="15247" y="12422"/>
                </a:lnTo>
                <a:lnTo>
                  <a:pt x="15247" y="13745"/>
                </a:lnTo>
                <a:lnTo>
                  <a:pt x="16145" y="13745"/>
                </a:lnTo>
                <a:lnTo>
                  <a:pt x="17045" y="13745"/>
                </a:lnTo>
                <a:lnTo>
                  <a:pt x="17947" y="13745"/>
                </a:lnTo>
                <a:lnTo>
                  <a:pt x="18853" y="13745"/>
                </a:lnTo>
                <a:lnTo>
                  <a:pt x="19763" y="13745"/>
                </a:lnTo>
                <a:lnTo>
                  <a:pt x="20678" y="13745"/>
                </a:lnTo>
                <a:lnTo>
                  <a:pt x="21600" y="13745"/>
                </a:lnTo>
                <a:lnTo>
                  <a:pt x="20845" y="14134"/>
                </a:lnTo>
                <a:lnTo>
                  <a:pt x="20088" y="14525"/>
                </a:lnTo>
                <a:lnTo>
                  <a:pt x="19328" y="14916"/>
                </a:lnTo>
                <a:lnTo>
                  <a:pt x="18562" y="15310"/>
                </a:lnTo>
                <a:lnTo>
                  <a:pt x="17788" y="15709"/>
                </a:lnTo>
                <a:lnTo>
                  <a:pt x="18040" y="16875"/>
                </a:lnTo>
                <a:lnTo>
                  <a:pt x="18293" y="18046"/>
                </a:lnTo>
                <a:lnTo>
                  <a:pt x="18546" y="19220"/>
                </a:lnTo>
                <a:lnTo>
                  <a:pt x="18801" y="20404"/>
                </a:lnTo>
                <a:lnTo>
                  <a:pt x="19059" y="21600"/>
                </a:lnTo>
                <a:lnTo>
                  <a:pt x="18327" y="21262"/>
                </a:lnTo>
                <a:lnTo>
                  <a:pt x="17595" y="20923"/>
                </a:lnTo>
                <a:lnTo>
                  <a:pt x="16866" y="20579"/>
                </a:lnTo>
                <a:lnTo>
                  <a:pt x="16135" y="20231"/>
                </a:lnTo>
                <a:lnTo>
                  <a:pt x="15406" y="19882"/>
                </a:lnTo>
                <a:lnTo>
                  <a:pt x="14727" y="19564"/>
                </a:lnTo>
                <a:lnTo>
                  <a:pt x="14044" y="19242"/>
                </a:lnTo>
                <a:lnTo>
                  <a:pt x="13351" y="18916"/>
                </a:lnTo>
                <a:lnTo>
                  <a:pt x="12406" y="18293"/>
                </a:lnTo>
                <a:lnTo>
                  <a:pt x="11766" y="17810"/>
                </a:lnTo>
                <a:lnTo>
                  <a:pt x="11275" y="17311"/>
                </a:lnTo>
                <a:lnTo>
                  <a:pt x="10780" y="16638"/>
                </a:lnTo>
                <a:lnTo>
                  <a:pt x="10125" y="15633"/>
                </a:lnTo>
                <a:lnTo>
                  <a:pt x="9424" y="14694"/>
                </a:lnTo>
                <a:lnTo>
                  <a:pt x="8712" y="13995"/>
                </a:lnTo>
                <a:lnTo>
                  <a:pt x="7983" y="13492"/>
                </a:lnTo>
                <a:lnTo>
                  <a:pt x="7230" y="13143"/>
                </a:lnTo>
                <a:lnTo>
                  <a:pt x="6446" y="12907"/>
                </a:lnTo>
                <a:lnTo>
                  <a:pt x="5624" y="12742"/>
                </a:lnTo>
                <a:lnTo>
                  <a:pt x="4758" y="12607"/>
                </a:lnTo>
                <a:lnTo>
                  <a:pt x="3841" y="12457"/>
                </a:lnTo>
                <a:lnTo>
                  <a:pt x="3197" y="12122"/>
                </a:lnTo>
                <a:lnTo>
                  <a:pt x="2541" y="11782"/>
                </a:lnTo>
                <a:lnTo>
                  <a:pt x="2541" y="10484"/>
                </a:lnTo>
                <a:lnTo>
                  <a:pt x="2541" y="9178"/>
                </a:lnTo>
                <a:lnTo>
                  <a:pt x="2541" y="7855"/>
                </a:lnTo>
                <a:lnTo>
                  <a:pt x="1786" y="7134"/>
                </a:lnTo>
                <a:lnTo>
                  <a:pt x="1271" y="6688"/>
                </a:lnTo>
                <a:lnTo>
                  <a:pt x="755" y="6337"/>
                </a:lnTo>
                <a:lnTo>
                  <a:pt x="0" y="5891"/>
                </a:lnTo>
                <a:lnTo>
                  <a:pt x="252" y="4725"/>
                </a:lnTo>
                <a:lnTo>
                  <a:pt x="504" y="3554"/>
                </a:lnTo>
                <a:lnTo>
                  <a:pt x="757" y="2380"/>
                </a:lnTo>
                <a:lnTo>
                  <a:pt x="1013" y="1196"/>
                </a:lnTo>
                <a:lnTo>
                  <a:pt x="1271" y="0"/>
                </a:lnTo>
                <a:close/>
              </a:path>
            </a:pathLst>
          </a:custGeom>
          <a:solidFill>
            <a:srgbClr val="A7AAAA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5" name="contour_06123"/>
          <p:cNvSpPr/>
          <p:nvPr/>
        </p:nvSpPr>
        <p:spPr>
          <a:xfrm>
            <a:off x="629854" y="4788210"/>
            <a:ext cx="65592" cy="520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42" y="333"/>
                </a:lnTo>
                <a:lnTo>
                  <a:pt x="6509" y="626"/>
                </a:lnTo>
                <a:lnTo>
                  <a:pt x="8966" y="899"/>
                </a:lnTo>
                <a:lnTo>
                  <a:pt x="10982" y="1171"/>
                </a:lnTo>
                <a:lnTo>
                  <a:pt x="12622" y="1465"/>
                </a:lnTo>
                <a:lnTo>
                  <a:pt x="13949" y="1794"/>
                </a:lnTo>
                <a:lnTo>
                  <a:pt x="15036" y="2185"/>
                </a:lnTo>
                <a:lnTo>
                  <a:pt x="15946" y="2651"/>
                </a:lnTo>
                <a:lnTo>
                  <a:pt x="16747" y="3220"/>
                </a:lnTo>
                <a:lnTo>
                  <a:pt x="17503" y="3904"/>
                </a:lnTo>
                <a:lnTo>
                  <a:pt x="18283" y="4730"/>
                </a:lnTo>
                <a:lnTo>
                  <a:pt x="19152" y="5710"/>
                </a:lnTo>
                <a:lnTo>
                  <a:pt x="20352" y="8470"/>
                </a:lnTo>
                <a:lnTo>
                  <a:pt x="21079" y="10343"/>
                </a:lnTo>
                <a:lnTo>
                  <a:pt x="21451" y="11774"/>
                </a:lnTo>
                <a:lnTo>
                  <a:pt x="21586" y="13218"/>
                </a:lnTo>
                <a:lnTo>
                  <a:pt x="21600" y="15130"/>
                </a:lnTo>
                <a:lnTo>
                  <a:pt x="20477" y="17134"/>
                </a:lnTo>
                <a:lnTo>
                  <a:pt x="19601" y="18432"/>
                </a:lnTo>
                <a:lnTo>
                  <a:pt x="18526" y="19591"/>
                </a:lnTo>
                <a:lnTo>
                  <a:pt x="16800" y="21182"/>
                </a:lnTo>
                <a:lnTo>
                  <a:pt x="15185" y="21400"/>
                </a:lnTo>
                <a:lnTo>
                  <a:pt x="13584" y="21533"/>
                </a:lnTo>
                <a:lnTo>
                  <a:pt x="11995" y="21597"/>
                </a:lnTo>
                <a:lnTo>
                  <a:pt x="10414" y="21600"/>
                </a:lnTo>
                <a:lnTo>
                  <a:pt x="8832" y="21558"/>
                </a:lnTo>
                <a:lnTo>
                  <a:pt x="7246" y="21479"/>
                </a:lnTo>
                <a:lnTo>
                  <a:pt x="5647" y="21385"/>
                </a:lnTo>
                <a:lnTo>
                  <a:pt x="4034" y="21279"/>
                </a:lnTo>
                <a:lnTo>
                  <a:pt x="2400" y="21182"/>
                </a:lnTo>
                <a:lnTo>
                  <a:pt x="2162" y="19085"/>
                </a:lnTo>
                <a:lnTo>
                  <a:pt x="1925" y="16985"/>
                </a:lnTo>
                <a:lnTo>
                  <a:pt x="1687" y="14885"/>
                </a:lnTo>
                <a:lnTo>
                  <a:pt x="1447" y="12782"/>
                </a:lnTo>
                <a:lnTo>
                  <a:pt x="1210" y="10670"/>
                </a:lnTo>
                <a:lnTo>
                  <a:pt x="970" y="8555"/>
                </a:lnTo>
                <a:lnTo>
                  <a:pt x="730" y="6430"/>
                </a:lnTo>
                <a:lnTo>
                  <a:pt x="487" y="4297"/>
                </a:lnTo>
                <a:lnTo>
                  <a:pt x="245" y="2155"/>
                </a:lnTo>
                <a:lnTo>
                  <a:pt x="0" y="0"/>
                </a:lnTo>
                <a:close/>
              </a:path>
            </a:pathLst>
          </a:custGeom>
          <a:solidFill>
            <a:srgbClr val="272726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6" name="contour_06124"/>
          <p:cNvSpPr/>
          <p:nvPr/>
        </p:nvSpPr>
        <p:spPr>
          <a:xfrm>
            <a:off x="4813161" y="4686179"/>
            <a:ext cx="64375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72" y="0"/>
                </a:moveTo>
                <a:lnTo>
                  <a:pt x="15885" y="0"/>
                </a:lnTo>
                <a:lnTo>
                  <a:pt x="17118" y="0"/>
                </a:lnTo>
                <a:lnTo>
                  <a:pt x="17267" y="676"/>
                </a:lnTo>
                <a:lnTo>
                  <a:pt x="17416" y="1356"/>
                </a:lnTo>
                <a:lnTo>
                  <a:pt x="17568" y="2044"/>
                </a:lnTo>
                <a:lnTo>
                  <a:pt x="17722" y="2724"/>
                </a:lnTo>
                <a:lnTo>
                  <a:pt x="17876" y="3405"/>
                </a:lnTo>
                <a:lnTo>
                  <a:pt x="18032" y="4085"/>
                </a:lnTo>
                <a:lnTo>
                  <a:pt x="18189" y="4765"/>
                </a:lnTo>
                <a:lnTo>
                  <a:pt x="18348" y="5470"/>
                </a:lnTo>
                <a:lnTo>
                  <a:pt x="18511" y="6185"/>
                </a:lnTo>
                <a:lnTo>
                  <a:pt x="18724" y="7052"/>
                </a:lnTo>
                <a:lnTo>
                  <a:pt x="18954" y="7908"/>
                </a:lnTo>
                <a:lnTo>
                  <a:pt x="19208" y="8756"/>
                </a:lnTo>
                <a:lnTo>
                  <a:pt x="19492" y="9597"/>
                </a:lnTo>
                <a:lnTo>
                  <a:pt x="19817" y="10435"/>
                </a:lnTo>
                <a:lnTo>
                  <a:pt x="20187" y="11270"/>
                </a:lnTo>
                <a:lnTo>
                  <a:pt x="20607" y="12106"/>
                </a:lnTo>
                <a:lnTo>
                  <a:pt x="21091" y="12945"/>
                </a:lnTo>
                <a:lnTo>
                  <a:pt x="21392" y="13861"/>
                </a:lnTo>
                <a:lnTo>
                  <a:pt x="21556" y="14748"/>
                </a:lnTo>
                <a:lnTo>
                  <a:pt x="21600" y="15613"/>
                </a:lnTo>
                <a:lnTo>
                  <a:pt x="21534" y="16462"/>
                </a:lnTo>
                <a:lnTo>
                  <a:pt x="21373" y="17302"/>
                </a:lnTo>
                <a:lnTo>
                  <a:pt x="21128" y="18140"/>
                </a:lnTo>
                <a:lnTo>
                  <a:pt x="20813" y="18981"/>
                </a:lnTo>
                <a:lnTo>
                  <a:pt x="20436" y="19835"/>
                </a:lnTo>
                <a:lnTo>
                  <a:pt x="20015" y="20706"/>
                </a:lnTo>
                <a:lnTo>
                  <a:pt x="19563" y="21600"/>
                </a:lnTo>
                <a:lnTo>
                  <a:pt x="19135" y="21389"/>
                </a:lnTo>
                <a:lnTo>
                  <a:pt x="18382" y="21019"/>
                </a:lnTo>
                <a:lnTo>
                  <a:pt x="16658" y="20171"/>
                </a:lnTo>
                <a:lnTo>
                  <a:pt x="15171" y="19652"/>
                </a:lnTo>
                <a:lnTo>
                  <a:pt x="14022" y="19364"/>
                </a:lnTo>
                <a:lnTo>
                  <a:pt x="12227" y="19059"/>
                </a:lnTo>
                <a:lnTo>
                  <a:pt x="10610" y="19280"/>
                </a:lnTo>
                <a:lnTo>
                  <a:pt x="9033" y="19534"/>
                </a:lnTo>
                <a:lnTo>
                  <a:pt x="7488" y="19820"/>
                </a:lnTo>
                <a:lnTo>
                  <a:pt x="5969" y="20134"/>
                </a:lnTo>
                <a:lnTo>
                  <a:pt x="4468" y="20470"/>
                </a:lnTo>
                <a:lnTo>
                  <a:pt x="2978" y="20830"/>
                </a:lnTo>
                <a:lnTo>
                  <a:pt x="1492" y="21207"/>
                </a:lnTo>
                <a:lnTo>
                  <a:pt x="0" y="21600"/>
                </a:lnTo>
                <a:lnTo>
                  <a:pt x="976" y="21177"/>
                </a:lnTo>
                <a:lnTo>
                  <a:pt x="1969" y="20746"/>
                </a:lnTo>
                <a:lnTo>
                  <a:pt x="3257" y="20033"/>
                </a:lnTo>
                <a:lnTo>
                  <a:pt x="4441" y="19302"/>
                </a:lnTo>
                <a:lnTo>
                  <a:pt x="5527" y="18551"/>
                </a:lnTo>
                <a:lnTo>
                  <a:pt x="6517" y="17782"/>
                </a:lnTo>
                <a:lnTo>
                  <a:pt x="7422" y="16995"/>
                </a:lnTo>
                <a:lnTo>
                  <a:pt x="8241" y="16192"/>
                </a:lnTo>
                <a:lnTo>
                  <a:pt x="8984" y="15375"/>
                </a:lnTo>
                <a:lnTo>
                  <a:pt x="9654" y="14543"/>
                </a:lnTo>
                <a:lnTo>
                  <a:pt x="10256" y="13698"/>
                </a:lnTo>
                <a:lnTo>
                  <a:pt x="10796" y="12839"/>
                </a:lnTo>
                <a:lnTo>
                  <a:pt x="11278" y="11970"/>
                </a:lnTo>
                <a:lnTo>
                  <a:pt x="11706" y="11090"/>
                </a:lnTo>
                <a:lnTo>
                  <a:pt x="12090" y="10199"/>
                </a:lnTo>
                <a:lnTo>
                  <a:pt x="12430" y="9299"/>
                </a:lnTo>
                <a:lnTo>
                  <a:pt x="12736" y="8391"/>
                </a:lnTo>
                <a:lnTo>
                  <a:pt x="13007" y="7476"/>
                </a:lnTo>
                <a:lnTo>
                  <a:pt x="13254" y="6555"/>
                </a:lnTo>
                <a:lnTo>
                  <a:pt x="13479" y="5627"/>
                </a:lnTo>
                <a:lnTo>
                  <a:pt x="13687" y="4696"/>
                </a:lnTo>
                <a:lnTo>
                  <a:pt x="13885" y="3761"/>
                </a:lnTo>
                <a:lnTo>
                  <a:pt x="14078" y="2822"/>
                </a:lnTo>
                <a:lnTo>
                  <a:pt x="14269" y="1882"/>
                </a:lnTo>
                <a:lnTo>
                  <a:pt x="14467" y="942"/>
                </a:lnTo>
                <a:lnTo>
                  <a:pt x="14672" y="0"/>
                </a:lnTo>
                <a:close/>
              </a:path>
            </a:pathLst>
          </a:custGeom>
          <a:solidFill>
            <a:srgbClr val="D2CEE4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7" name="contour_06125"/>
          <p:cNvSpPr/>
          <p:nvPr/>
        </p:nvSpPr>
        <p:spPr>
          <a:xfrm>
            <a:off x="688158" y="4693467"/>
            <a:ext cx="5176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41" y="0"/>
                </a:moveTo>
                <a:lnTo>
                  <a:pt x="6666" y="482"/>
                </a:lnTo>
                <a:lnTo>
                  <a:pt x="9448" y="895"/>
                </a:lnTo>
                <a:lnTo>
                  <a:pt x="11580" y="1298"/>
                </a:lnTo>
                <a:lnTo>
                  <a:pt x="13246" y="1754"/>
                </a:lnTo>
                <a:lnTo>
                  <a:pt x="14636" y="2330"/>
                </a:lnTo>
                <a:lnTo>
                  <a:pt x="15935" y="3089"/>
                </a:lnTo>
                <a:lnTo>
                  <a:pt x="17327" y="4090"/>
                </a:lnTo>
                <a:lnTo>
                  <a:pt x="19006" y="5400"/>
                </a:lnTo>
                <a:lnTo>
                  <a:pt x="19815" y="7039"/>
                </a:lnTo>
                <a:lnTo>
                  <a:pt x="20451" y="8642"/>
                </a:lnTo>
                <a:lnTo>
                  <a:pt x="20925" y="10219"/>
                </a:lnTo>
                <a:lnTo>
                  <a:pt x="21262" y="11786"/>
                </a:lnTo>
                <a:lnTo>
                  <a:pt x="21475" y="13351"/>
                </a:lnTo>
                <a:lnTo>
                  <a:pt x="21582" y="14928"/>
                </a:lnTo>
                <a:lnTo>
                  <a:pt x="21600" y="16529"/>
                </a:lnTo>
                <a:lnTo>
                  <a:pt x="21545" y="18168"/>
                </a:lnTo>
                <a:lnTo>
                  <a:pt x="21433" y="19853"/>
                </a:lnTo>
                <a:lnTo>
                  <a:pt x="21287" y="21600"/>
                </a:lnTo>
                <a:lnTo>
                  <a:pt x="19280" y="21600"/>
                </a:lnTo>
                <a:lnTo>
                  <a:pt x="17270" y="21600"/>
                </a:lnTo>
                <a:lnTo>
                  <a:pt x="15250" y="21600"/>
                </a:lnTo>
                <a:lnTo>
                  <a:pt x="13222" y="21600"/>
                </a:lnTo>
                <a:lnTo>
                  <a:pt x="11182" y="21600"/>
                </a:lnTo>
                <a:lnTo>
                  <a:pt x="9123" y="21600"/>
                </a:lnTo>
                <a:lnTo>
                  <a:pt x="9123" y="20014"/>
                </a:lnTo>
                <a:lnTo>
                  <a:pt x="9123" y="18418"/>
                </a:lnTo>
                <a:lnTo>
                  <a:pt x="9123" y="16800"/>
                </a:lnTo>
                <a:lnTo>
                  <a:pt x="7317" y="16800"/>
                </a:lnTo>
                <a:lnTo>
                  <a:pt x="5504" y="16800"/>
                </a:lnTo>
                <a:lnTo>
                  <a:pt x="3686" y="16800"/>
                </a:lnTo>
                <a:lnTo>
                  <a:pt x="1852" y="16800"/>
                </a:lnTo>
                <a:lnTo>
                  <a:pt x="0" y="16800"/>
                </a:lnTo>
                <a:lnTo>
                  <a:pt x="222" y="16162"/>
                </a:lnTo>
                <a:lnTo>
                  <a:pt x="617" y="15034"/>
                </a:lnTo>
                <a:lnTo>
                  <a:pt x="1520" y="12451"/>
                </a:lnTo>
                <a:lnTo>
                  <a:pt x="1986" y="10879"/>
                </a:lnTo>
                <a:lnTo>
                  <a:pt x="2369" y="9334"/>
                </a:lnTo>
                <a:lnTo>
                  <a:pt x="2670" y="7805"/>
                </a:lnTo>
                <a:lnTo>
                  <a:pt x="2892" y="6283"/>
                </a:lnTo>
                <a:lnTo>
                  <a:pt x="3038" y="4752"/>
                </a:lnTo>
                <a:lnTo>
                  <a:pt x="3111" y="3202"/>
                </a:lnTo>
                <a:lnTo>
                  <a:pt x="3111" y="1622"/>
                </a:lnTo>
                <a:lnTo>
                  <a:pt x="3041" y="0"/>
                </a:lnTo>
                <a:close/>
              </a:path>
            </a:pathLst>
          </a:custGeom>
          <a:solidFill>
            <a:srgbClr val="DBD1B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8" name="contour_06126"/>
          <p:cNvSpPr/>
          <p:nvPr/>
        </p:nvSpPr>
        <p:spPr>
          <a:xfrm>
            <a:off x="10650850" y="4650132"/>
            <a:ext cx="87456" cy="797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10" y="16"/>
                </a:moveTo>
                <a:lnTo>
                  <a:pt x="9308" y="870"/>
                </a:lnTo>
                <a:lnTo>
                  <a:pt x="10267" y="1756"/>
                </a:lnTo>
                <a:lnTo>
                  <a:pt x="11104" y="2690"/>
                </a:lnTo>
                <a:lnTo>
                  <a:pt x="11833" y="3676"/>
                </a:lnTo>
                <a:lnTo>
                  <a:pt x="12470" y="4728"/>
                </a:lnTo>
                <a:lnTo>
                  <a:pt x="13030" y="5853"/>
                </a:lnTo>
                <a:lnTo>
                  <a:pt x="13527" y="7061"/>
                </a:lnTo>
                <a:lnTo>
                  <a:pt x="13979" y="8359"/>
                </a:lnTo>
                <a:lnTo>
                  <a:pt x="14400" y="9760"/>
                </a:lnTo>
                <a:lnTo>
                  <a:pt x="14324" y="10859"/>
                </a:lnTo>
                <a:lnTo>
                  <a:pt x="14249" y="11968"/>
                </a:lnTo>
                <a:lnTo>
                  <a:pt x="14171" y="13091"/>
                </a:lnTo>
                <a:lnTo>
                  <a:pt x="14229" y="13734"/>
                </a:lnTo>
                <a:lnTo>
                  <a:pt x="14400" y="15680"/>
                </a:lnTo>
                <a:lnTo>
                  <a:pt x="15514" y="16100"/>
                </a:lnTo>
                <a:lnTo>
                  <a:pt x="16616" y="16428"/>
                </a:lnTo>
                <a:lnTo>
                  <a:pt x="17721" y="16682"/>
                </a:lnTo>
                <a:lnTo>
                  <a:pt x="18851" y="16882"/>
                </a:lnTo>
                <a:lnTo>
                  <a:pt x="20021" y="17046"/>
                </a:lnTo>
                <a:lnTo>
                  <a:pt x="20804" y="17347"/>
                </a:lnTo>
                <a:lnTo>
                  <a:pt x="21600" y="17653"/>
                </a:lnTo>
                <a:lnTo>
                  <a:pt x="21600" y="18958"/>
                </a:lnTo>
                <a:lnTo>
                  <a:pt x="21600" y="20270"/>
                </a:lnTo>
                <a:lnTo>
                  <a:pt x="21600" y="21600"/>
                </a:lnTo>
                <a:lnTo>
                  <a:pt x="20529" y="21389"/>
                </a:lnTo>
                <a:lnTo>
                  <a:pt x="19460" y="21174"/>
                </a:lnTo>
                <a:lnTo>
                  <a:pt x="18391" y="20957"/>
                </a:lnTo>
                <a:lnTo>
                  <a:pt x="17321" y="20736"/>
                </a:lnTo>
                <a:lnTo>
                  <a:pt x="16130" y="20497"/>
                </a:lnTo>
                <a:lnTo>
                  <a:pt x="14920" y="20252"/>
                </a:lnTo>
                <a:lnTo>
                  <a:pt x="12870" y="19692"/>
                </a:lnTo>
                <a:lnTo>
                  <a:pt x="11536" y="19277"/>
                </a:lnTo>
                <a:lnTo>
                  <a:pt x="10636" y="18883"/>
                </a:lnTo>
                <a:lnTo>
                  <a:pt x="9886" y="18383"/>
                </a:lnTo>
                <a:lnTo>
                  <a:pt x="9000" y="17653"/>
                </a:lnTo>
                <a:lnTo>
                  <a:pt x="9061" y="16377"/>
                </a:lnTo>
                <a:lnTo>
                  <a:pt x="9196" y="15127"/>
                </a:lnTo>
                <a:lnTo>
                  <a:pt x="9387" y="13902"/>
                </a:lnTo>
                <a:lnTo>
                  <a:pt x="9626" y="12686"/>
                </a:lnTo>
                <a:lnTo>
                  <a:pt x="9900" y="11477"/>
                </a:lnTo>
                <a:lnTo>
                  <a:pt x="10193" y="10263"/>
                </a:lnTo>
                <a:lnTo>
                  <a:pt x="10498" y="9036"/>
                </a:lnTo>
                <a:lnTo>
                  <a:pt x="10800" y="7787"/>
                </a:lnTo>
                <a:lnTo>
                  <a:pt x="9610" y="8004"/>
                </a:lnTo>
                <a:lnTo>
                  <a:pt x="8420" y="8221"/>
                </a:lnTo>
                <a:lnTo>
                  <a:pt x="7231" y="8440"/>
                </a:lnTo>
                <a:lnTo>
                  <a:pt x="6035" y="8657"/>
                </a:lnTo>
                <a:lnTo>
                  <a:pt x="4838" y="8876"/>
                </a:lnTo>
                <a:lnTo>
                  <a:pt x="3638" y="9095"/>
                </a:lnTo>
                <a:lnTo>
                  <a:pt x="2432" y="9316"/>
                </a:lnTo>
                <a:lnTo>
                  <a:pt x="1219" y="9537"/>
                </a:lnTo>
                <a:lnTo>
                  <a:pt x="0" y="9760"/>
                </a:lnTo>
                <a:lnTo>
                  <a:pt x="11" y="7830"/>
                </a:lnTo>
                <a:lnTo>
                  <a:pt x="86" y="6455"/>
                </a:lnTo>
                <a:lnTo>
                  <a:pt x="295" y="5435"/>
                </a:lnTo>
                <a:lnTo>
                  <a:pt x="698" y="4568"/>
                </a:lnTo>
                <a:lnTo>
                  <a:pt x="1366" y="3653"/>
                </a:lnTo>
                <a:lnTo>
                  <a:pt x="2360" y="2482"/>
                </a:lnTo>
                <a:lnTo>
                  <a:pt x="3528" y="1334"/>
                </a:lnTo>
                <a:lnTo>
                  <a:pt x="4471" y="586"/>
                </a:lnTo>
                <a:lnTo>
                  <a:pt x="5414" y="164"/>
                </a:lnTo>
                <a:lnTo>
                  <a:pt x="6586" y="0"/>
                </a:lnTo>
                <a:lnTo>
                  <a:pt x="8210" y="16"/>
                </a:lnTo>
                <a:close/>
              </a:path>
            </a:pathLst>
          </a:custGeom>
          <a:solidFill>
            <a:srgbClr val="959593"/>
          </a:solidFill>
          <a:ln>
            <a:noFill/>
          </a:ln>
        </p:spPr>
        <p:txBody>
          <a:bodyPr/>
          <a:lstStyle/>
          <a:p/>
        </p:txBody>
      </p:sp>
      <p:sp>
        <p:nvSpPr>
          <p:cNvPr id="6129" name="contour_06127"/>
          <p:cNvSpPr/>
          <p:nvPr/>
        </p:nvSpPr>
        <p:spPr>
          <a:xfrm>
            <a:off x="7757510" y="4693467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396" y="1771"/>
                </a:lnTo>
                <a:lnTo>
                  <a:pt x="16830" y="3005"/>
                </a:lnTo>
                <a:lnTo>
                  <a:pt x="17194" y="4280"/>
                </a:lnTo>
                <a:lnTo>
                  <a:pt x="17673" y="6171"/>
                </a:lnTo>
                <a:lnTo>
                  <a:pt x="18971" y="6171"/>
                </a:lnTo>
                <a:lnTo>
                  <a:pt x="20277" y="6171"/>
                </a:lnTo>
                <a:lnTo>
                  <a:pt x="21600" y="6171"/>
                </a:lnTo>
                <a:lnTo>
                  <a:pt x="21600" y="8211"/>
                </a:lnTo>
                <a:lnTo>
                  <a:pt x="21600" y="10263"/>
                </a:lnTo>
                <a:lnTo>
                  <a:pt x="21600" y="12343"/>
                </a:lnTo>
                <a:lnTo>
                  <a:pt x="20410" y="13256"/>
                </a:lnTo>
                <a:lnTo>
                  <a:pt x="19522" y="13833"/>
                </a:lnTo>
                <a:lnTo>
                  <a:pt x="18492" y="14324"/>
                </a:lnTo>
                <a:lnTo>
                  <a:pt x="16875" y="14972"/>
                </a:lnTo>
                <a:lnTo>
                  <a:pt x="15900" y="15367"/>
                </a:lnTo>
                <a:lnTo>
                  <a:pt x="14918" y="15768"/>
                </a:lnTo>
                <a:lnTo>
                  <a:pt x="13922" y="16175"/>
                </a:lnTo>
                <a:lnTo>
                  <a:pt x="12891" y="16567"/>
                </a:lnTo>
                <a:lnTo>
                  <a:pt x="11853" y="16959"/>
                </a:lnTo>
                <a:lnTo>
                  <a:pt x="10800" y="17357"/>
                </a:lnTo>
                <a:lnTo>
                  <a:pt x="9769" y="17771"/>
                </a:lnTo>
                <a:lnTo>
                  <a:pt x="8730" y="18187"/>
                </a:lnTo>
                <a:lnTo>
                  <a:pt x="7678" y="18610"/>
                </a:lnTo>
                <a:lnTo>
                  <a:pt x="6399" y="19119"/>
                </a:lnTo>
                <a:lnTo>
                  <a:pt x="5121" y="19625"/>
                </a:lnTo>
                <a:lnTo>
                  <a:pt x="3843" y="20125"/>
                </a:lnTo>
                <a:lnTo>
                  <a:pt x="2563" y="20622"/>
                </a:lnTo>
                <a:lnTo>
                  <a:pt x="1282" y="21112"/>
                </a:lnTo>
                <a:lnTo>
                  <a:pt x="0" y="21600"/>
                </a:lnTo>
                <a:lnTo>
                  <a:pt x="126" y="19607"/>
                </a:lnTo>
                <a:lnTo>
                  <a:pt x="273" y="17641"/>
                </a:lnTo>
                <a:lnTo>
                  <a:pt x="448" y="15697"/>
                </a:lnTo>
                <a:lnTo>
                  <a:pt x="656" y="13775"/>
                </a:lnTo>
                <a:lnTo>
                  <a:pt x="905" y="11868"/>
                </a:lnTo>
                <a:lnTo>
                  <a:pt x="1204" y="9967"/>
                </a:lnTo>
                <a:lnTo>
                  <a:pt x="1553" y="8069"/>
                </a:lnTo>
                <a:lnTo>
                  <a:pt x="1964" y="6171"/>
                </a:lnTo>
                <a:lnTo>
                  <a:pt x="3299" y="4869"/>
                </a:lnTo>
                <a:lnTo>
                  <a:pt x="4304" y="3959"/>
                </a:lnTo>
                <a:lnTo>
                  <a:pt x="5170" y="3311"/>
                </a:lnTo>
                <a:lnTo>
                  <a:pt x="6087" y="2808"/>
                </a:lnTo>
                <a:lnTo>
                  <a:pt x="7246" y="2324"/>
                </a:lnTo>
                <a:lnTo>
                  <a:pt x="8836" y="1734"/>
                </a:lnTo>
                <a:lnTo>
                  <a:pt x="9388" y="1512"/>
                </a:lnTo>
                <a:lnTo>
                  <a:pt x="10358" y="1114"/>
                </a:lnTo>
                <a:lnTo>
                  <a:pt x="12579" y="204"/>
                </a:lnTo>
                <a:lnTo>
                  <a:pt x="13614" y="136"/>
                </a:lnTo>
                <a:lnTo>
                  <a:pt x="14655" y="68"/>
                </a:lnTo>
                <a:lnTo>
                  <a:pt x="15709" y="0"/>
                </a:lnTo>
                <a:close/>
              </a:path>
            </a:pathLst>
          </a:custGeom>
          <a:solidFill>
            <a:srgbClr val="AE9E7B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0" name="contour_06128"/>
          <p:cNvSpPr/>
          <p:nvPr/>
        </p:nvSpPr>
        <p:spPr>
          <a:xfrm>
            <a:off x="9732555" y="4649739"/>
            <a:ext cx="874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669" y="475"/>
                </a:lnTo>
                <a:lnTo>
                  <a:pt x="14742" y="953"/>
                </a:lnTo>
                <a:lnTo>
                  <a:pt x="15818" y="1430"/>
                </a:lnTo>
                <a:lnTo>
                  <a:pt x="16904" y="1913"/>
                </a:lnTo>
                <a:lnTo>
                  <a:pt x="18000" y="2400"/>
                </a:lnTo>
                <a:lnTo>
                  <a:pt x="17644" y="3826"/>
                </a:lnTo>
                <a:lnTo>
                  <a:pt x="17285" y="5256"/>
                </a:lnTo>
                <a:lnTo>
                  <a:pt x="16927" y="6691"/>
                </a:lnTo>
                <a:lnTo>
                  <a:pt x="16565" y="8138"/>
                </a:lnTo>
                <a:lnTo>
                  <a:pt x="16200" y="9600"/>
                </a:lnTo>
                <a:lnTo>
                  <a:pt x="17269" y="9600"/>
                </a:lnTo>
                <a:lnTo>
                  <a:pt x="18342" y="9600"/>
                </a:lnTo>
                <a:lnTo>
                  <a:pt x="19418" y="9600"/>
                </a:lnTo>
                <a:lnTo>
                  <a:pt x="20504" y="9600"/>
                </a:lnTo>
                <a:lnTo>
                  <a:pt x="21600" y="9600"/>
                </a:lnTo>
                <a:lnTo>
                  <a:pt x="21377" y="11086"/>
                </a:lnTo>
                <a:lnTo>
                  <a:pt x="21154" y="12571"/>
                </a:lnTo>
                <a:lnTo>
                  <a:pt x="20930" y="14062"/>
                </a:lnTo>
                <a:lnTo>
                  <a:pt x="20707" y="15554"/>
                </a:lnTo>
                <a:lnTo>
                  <a:pt x="20482" y="17054"/>
                </a:lnTo>
                <a:lnTo>
                  <a:pt x="20255" y="18562"/>
                </a:lnTo>
                <a:lnTo>
                  <a:pt x="20029" y="20076"/>
                </a:lnTo>
                <a:lnTo>
                  <a:pt x="19800" y="21600"/>
                </a:lnTo>
                <a:lnTo>
                  <a:pt x="17476" y="21134"/>
                </a:lnTo>
                <a:lnTo>
                  <a:pt x="15705" y="20772"/>
                </a:lnTo>
                <a:lnTo>
                  <a:pt x="14382" y="20484"/>
                </a:lnTo>
                <a:lnTo>
                  <a:pt x="13403" y="20246"/>
                </a:lnTo>
                <a:lnTo>
                  <a:pt x="12659" y="20026"/>
                </a:lnTo>
                <a:lnTo>
                  <a:pt x="12049" y="19798"/>
                </a:lnTo>
                <a:lnTo>
                  <a:pt x="11464" y="19531"/>
                </a:lnTo>
                <a:lnTo>
                  <a:pt x="10800" y="19200"/>
                </a:lnTo>
                <a:lnTo>
                  <a:pt x="10800" y="17614"/>
                </a:lnTo>
                <a:lnTo>
                  <a:pt x="10800" y="16018"/>
                </a:lnTo>
                <a:lnTo>
                  <a:pt x="10800" y="14400"/>
                </a:lnTo>
                <a:lnTo>
                  <a:pt x="9612" y="14400"/>
                </a:lnTo>
                <a:lnTo>
                  <a:pt x="8422" y="14400"/>
                </a:lnTo>
                <a:lnTo>
                  <a:pt x="7232" y="14400"/>
                </a:lnTo>
                <a:lnTo>
                  <a:pt x="6039" y="14400"/>
                </a:lnTo>
                <a:lnTo>
                  <a:pt x="4842" y="14400"/>
                </a:lnTo>
                <a:lnTo>
                  <a:pt x="3640" y="14400"/>
                </a:lnTo>
                <a:lnTo>
                  <a:pt x="2434" y="14400"/>
                </a:lnTo>
                <a:lnTo>
                  <a:pt x="1220" y="14400"/>
                </a:lnTo>
                <a:lnTo>
                  <a:pt x="0" y="14400"/>
                </a:lnTo>
                <a:lnTo>
                  <a:pt x="0" y="13210"/>
                </a:lnTo>
                <a:lnTo>
                  <a:pt x="0" y="12000"/>
                </a:lnTo>
                <a:lnTo>
                  <a:pt x="1247" y="12000"/>
                </a:lnTo>
                <a:lnTo>
                  <a:pt x="2497" y="12000"/>
                </a:lnTo>
                <a:lnTo>
                  <a:pt x="3746" y="12000"/>
                </a:lnTo>
                <a:lnTo>
                  <a:pt x="4997" y="12000"/>
                </a:lnTo>
                <a:lnTo>
                  <a:pt x="6253" y="12000"/>
                </a:lnTo>
                <a:lnTo>
                  <a:pt x="7511" y="12000"/>
                </a:lnTo>
                <a:lnTo>
                  <a:pt x="8775" y="12000"/>
                </a:lnTo>
                <a:lnTo>
                  <a:pt x="10044" y="12000"/>
                </a:lnTo>
                <a:lnTo>
                  <a:pt x="11318" y="12000"/>
                </a:lnTo>
                <a:lnTo>
                  <a:pt x="12600" y="12000"/>
                </a:lnTo>
                <a:lnTo>
                  <a:pt x="12600" y="10303"/>
                </a:lnTo>
                <a:lnTo>
                  <a:pt x="12600" y="8604"/>
                </a:lnTo>
                <a:lnTo>
                  <a:pt x="12600" y="6900"/>
                </a:lnTo>
                <a:lnTo>
                  <a:pt x="12600" y="5189"/>
                </a:lnTo>
                <a:lnTo>
                  <a:pt x="12600" y="3470"/>
                </a:lnTo>
                <a:lnTo>
                  <a:pt x="12600" y="1742"/>
                </a:lnTo>
                <a:lnTo>
                  <a:pt x="12600" y="0"/>
                </a:lnTo>
                <a:close/>
              </a:path>
            </a:pathLst>
          </a:custGeom>
          <a:solidFill>
            <a:srgbClr val="4A494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1" name="contour_06129"/>
          <p:cNvSpPr/>
          <p:nvPr/>
        </p:nvSpPr>
        <p:spPr>
          <a:xfrm>
            <a:off x="7254638" y="4657027"/>
            <a:ext cx="116608" cy="36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53" y="69"/>
                </a:lnTo>
                <a:lnTo>
                  <a:pt x="1906" y="142"/>
                </a:lnTo>
                <a:lnTo>
                  <a:pt x="2859" y="228"/>
                </a:lnTo>
                <a:lnTo>
                  <a:pt x="3812" y="318"/>
                </a:lnTo>
                <a:lnTo>
                  <a:pt x="4765" y="417"/>
                </a:lnTo>
                <a:lnTo>
                  <a:pt x="5719" y="524"/>
                </a:lnTo>
                <a:lnTo>
                  <a:pt x="6672" y="640"/>
                </a:lnTo>
                <a:lnTo>
                  <a:pt x="7625" y="765"/>
                </a:lnTo>
                <a:lnTo>
                  <a:pt x="8578" y="894"/>
                </a:lnTo>
                <a:lnTo>
                  <a:pt x="9307" y="980"/>
                </a:lnTo>
                <a:lnTo>
                  <a:pt x="10037" y="1053"/>
                </a:lnTo>
                <a:lnTo>
                  <a:pt x="10766" y="1113"/>
                </a:lnTo>
                <a:lnTo>
                  <a:pt x="11497" y="1165"/>
                </a:lnTo>
                <a:lnTo>
                  <a:pt x="12389" y="1229"/>
                </a:lnTo>
                <a:lnTo>
                  <a:pt x="13276" y="1315"/>
                </a:lnTo>
                <a:lnTo>
                  <a:pt x="14157" y="1435"/>
                </a:lnTo>
                <a:lnTo>
                  <a:pt x="15035" y="1599"/>
                </a:lnTo>
                <a:lnTo>
                  <a:pt x="15910" y="1822"/>
                </a:lnTo>
                <a:lnTo>
                  <a:pt x="16780" y="2123"/>
                </a:lnTo>
                <a:lnTo>
                  <a:pt x="17650" y="2506"/>
                </a:lnTo>
                <a:lnTo>
                  <a:pt x="18517" y="2987"/>
                </a:lnTo>
                <a:lnTo>
                  <a:pt x="19383" y="3580"/>
                </a:lnTo>
                <a:lnTo>
                  <a:pt x="20250" y="4298"/>
                </a:lnTo>
                <a:lnTo>
                  <a:pt x="20841" y="7147"/>
                </a:lnTo>
                <a:lnTo>
                  <a:pt x="21225" y="9730"/>
                </a:lnTo>
                <a:lnTo>
                  <a:pt x="21445" y="12248"/>
                </a:lnTo>
                <a:lnTo>
                  <a:pt x="21551" y="14913"/>
                </a:lnTo>
                <a:lnTo>
                  <a:pt x="21587" y="17921"/>
                </a:lnTo>
                <a:lnTo>
                  <a:pt x="21600" y="21488"/>
                </a:lnTo>
                <a:lnTo>
                  <a:pt x="20673" y="21574"/>
                </a:lnTo>
                <a:lnTo>
                  <a:pt x="19769" y="21600"/>
                </a:lnTo>
                <a:lnTo>
                  <a:pt x="18882" y="21566"/>
                </a:lnTo>
                <a:lnTo>
                  <a:pt x="18008" y="21458"/>
                </a:lnTo>
                <a:lnTo>
                  <a:pt x="17141" y="21282"/>
                </a:lnTo>
                <a:lnTo>
                  <a:pt x="16277" y="21024"/>
                </a:lnTo>
                <a:lnTo>
                  <a:pt x="15410" y="20680"/>
                </a:lnTo>
                <a:lnTo>
                  <a:pt x="14535" y="20242"/>
                </a:lnTo>
                <a:lnTo>
                  <a:pt x="13647" y="19709"/>
                </a:lnTo>
                <a:lnTo>
                  <a:pt x="12741" y="19073"/>
                </a:lnTo>
                <a:lnTo>
                  <a:pt x="11719" y="18433"/>
                </a:lnTo>
                <a:lnTo>
                  <a:pt x="10773" y="18029"/>
                </a:lnTo>
                <a:lnTo>
                  <a:pt x="9879" y="17878"/>
                </a:lnTo>
                <a:lnTo>
                  <a:pt x="9015" y="17999"/>
                </a:lnTo>
                <a:lnTo>
                  <a:pt x="8159" y="18403"/>
                </a:lnTo>
                <a:lnTo>
                  <a:pt x="7286" y="19107"/>
                </a:lnTo>
                <a:lnTo>
                  <a:pt x="6375" y="20130"/>
                </a:lnTo>
                <a:lnTo>
                  <a:pt x="5400" y="21488"/>
                </a:lnTo>
                <a:lnTo>
                  <a:pt x="5191" y="19490"/>
                </a:lnTo>
                <a:lnTo>
                  <a:pt x="4979" y="17457"/>
                </a:lnTo>
                <a:lnTo>
                  <a:pt x="4409" y="14784"/>
                </a:lnTo>
                <a:lnTo>
                  <a:pt x="3903" y="13194"/>
                </a:lnTo>
                <a:lnTo>
                  <a:pt x="3175" y="12059"/>
                </a:lnTo>
                <a:lnTo>
                  <a:pt x="1941" y="10744"/>
                </a:lnTo>
                <a:lnTo>
                  <a:pt x="1300" y="10035"/>
                </a:lnTo>
                <a:lnTo>
                  <a:pt x="655" y="9322"/>
                </a:lnTo>
                <a:lnTo>
                  <a:pt x="0" y="8595"/>
                </a:lnTo>
                <a:lnTo>
                  <a:pt x="0" y="5755"/>
                </a:lnTo>
                <a:lnTo>
                  <a:pt x="0" y="2897"/>
                </a:lnTo>
                <a:lnTo>
                  <a:pt x="0" y="0"/>
                </a:lnTo>
                <a:close/>
              </a:path>
            </a:pathLst>
          </a:custGeom>
          <a:solidFill>
            <a:srgbClr val="494743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2" name="contour_06130"/>
          <p:cNvSpPr/>
          <p:nvPr/>
        </p:nvSpPr>
        <p:spPr>
          <a:xfrm>
            <a:off x="4215546" y="4620587"/>
            <a:ext cx="5830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5" y="57"/>
                </a:lnTo>
                <a:lnTo>
                  <a:pt x="3518" y="140"/>
                </a:lnTo>
                <a:lnTo>
                  <a:pt x="5216" y="256"/>
                </a:lnTo>
                <a:lnTo>
                  <a:pt x="6885" y="412"/>
                </a:lnTo>
                <a:lnTo>
                  <a:pt x="8537" y="613"/>
                </a:lnTo>
                <a:lnTo>
                  <a:pt x="10182" y="862"/>
                </a:lnTo>
                <a:lnTo>
                  <a:pt x="11834" y="1171"/>
                </a:lnTo>
                <a:lnTo>
                  <a:pt x="13500" y="1543"/>
                </a:lnTo>
                <a:lnTo>
                  <a:pt x="14629" y="2337"/>
                </a:lnTo>
                <a:lnTo>
                  <a:pt x="15679" y="3146"/>
                </a:lnTo>
                <a:lnTo>
                  <a:pt x="16662" y="3968"/>
                </a:lnTo>
                <a:lnTo>
                  <a:pt x="17585" y="4806"/>
                </a:lnTo>
                <a:lnTo>
                  <a:pt x="18457" y="5661"/>
                </a:lnTo>
                <a:lnTo>
                  <a:pt x="19286" y="6531"/>
                </a:lnTo>
                <a:lnTo>
                  <a:pt x="20080" y="7420"/>
                </a:lnTo>
                <a:lnTo>
                  <a:pt x="20849" y="8328"/>
                </a:lnTo>
                <a:lnTo>
                  <a:pt x="21600" y="9257"/>
                </a:lnTo>
                <a:lnTo>
                  <a:pt x="20272" y="9470"/>
                </a:lnTo>
                <a:lnTo>
                  <a:pt x="18922" y="9685"/>
                </a:lnTo>
                <a:lnTo>
                  <a:pt x="18247" y="9962"/>
                </a:lnTo>
                <a:lnTo>
                  <a:pt x="16200" y="10800"/>
                </a:lnTo>
                <a:lnTo>
                  <a:pt x="15943" y="12050"/>
                </a:lnTo>
                <a:lnTo>
                  <a:pt x="15800" y="12962"/>
                </a:lnTo>
                <a:lnTo>
                  <a:pt x="15749" y="13796"/>
                </a:lnTo>
                <a:lnTo>
                  <a:pt x="15773" y="14821"/>
                </a:lnTo>
                <a:lnTo>
                  <a:pt x="15862" y="16296"/>
                </a:lnTo>
                <a:lnTo>
                  <a:pt x="15911" y="17286"/>
                </a:lnTo>
                <a:lnTo>
                  <a:pt x="15960" y="18283"/>
                </a:lnTo>
                <a:lnTo>
                  <a:pt x="16011" y="19292"/>
                </a:lnTo>
                <a:lnTo>
                  <a:pt x="16073" y="20054"/>
                </a:lnTo>
                <a:lnTo>
                  <a:pt x="16135" y="20822"/>
                </a:lnTo>
                <a:lnTo>
                  <a:pt x="16200" y="21600"/>
                </a:lnTo>
                <a:lnTo>
                  <a:pt x="14415" y="21600"/>
                </a:lnTo>
                <a:lnTo>
                  <a:pt x="12620" y="21600"/>
                </a:lnTo>
                <a:lnTo>
                  <a:pt x="10800" y="21600"/>
                </a:lnTo>
                <a:lnTo>
                  <a:pt x="10495" y="20506"/>
                </a:lnTo>
                <a:lnTo>
                  <a:pt x="10198" y="19415"/>
                </a:lnTo>
                <a:lnTo>
                  <a:pt x="9912" y="18329"/>
                </a:lnTo>
                <a:lnTo>
                  <a:pt x="9639" y="17243"/>
                </a:lnTo>
                <a:lnTo>
                  <a:pt x="9383" y="16160"/>
                </a:lnTo>
                <a:lnTo>
                  <a:pt x="9139" y="15078"/>
                </a:lnTo>
                <a:lnTo>
                  <a:pt x="8918" y="13997"/>
                </a:lnTo>
                <a:lnTo>
                  <a:pt x="8713" y="12917"/>
                </a:lnTo>
                <a:lnTo>
                  <a:pt x="8532" y="11834"/>
                </a:lnTo>
                <a:lnTo>
                  <a:pt x="8375" y="10751"/>
                </a:lnTo>
                <a:lnTo>
                  <a:pt x="8246" y="9666"/>
                </a:lnTo>
                <a:lnTo>
                  <a:pt x="8140" y="8578"/>
                </a:lnTo>
                <a:lnTo>
                  <a:pt x="8068" y="7489"/>
                </a:lnTo>
                <a:lnTo>
                  <a:pt x="8024" y="6395"/>
                </a:lnTo>
                <a:lnTo>
                  <a:pt x="8014" y="5297"/>
                </a:lnTo>
                <a:lnTo>
                  <a:pt x="8038" y="4193"/>
                </a:lnTo>
                <a:lnTo>
                  <a:pt x="8100" y="3086"/>
                </a:lnTo>
                <a:lnTo>
                  <a:pt x="6496" y="3086"/>
                </a:lnTo>
                <a:lnTo>
                  <a:pt x="4887" y="3086"/>
                </a:lnTo>
                <a:lnTo>
                  <a:pt x="3272" y="3086"/>
                </a:lnTo>
                <a:lnTo>
                  <a:pt x="1644" y="3086"/>
                </a:lnTo>
                <a:lnTo>
                  <a:pt x="0" y="3086"/>
                </a:lnTo>
                <a:lnTo>
                  <a:pt x="0" y="2066"/>
                </a:lnTo>
                <a:lnTo>
                  <a:pt x="0" y="1040"/>
                </a:lnTo>
                <a:lnTo>
                  <a:pt x="0" y="0"/>
                </a:lnTo>
                <a:close/>
              </a:path>
            </a:pathLst>
          </a:custGeom>
          <a:solidFill>
            <a:srgbClr val="C2B0D4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3" name="contour_06131"/>
          <p:cNvSpPr/>
          <p:nvPr/>
        </p:nvSpPr>
        <p:spPr>
          <a:xfrm>
            <a:off x="1679325" y="4591435"/>
            <a:ext cx="116608" cy="80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49" y="748"/>
                </a:lnTo>
                <a:lnTo>
                  <a:pt x="6697" y="1501"/>
                </a:lnTo>
                <a:lnTo>
                  <a:pt x="7344" y="2253"/>
                </a:lnTo>
                <a:lnTo>
                  <a:pt x="7991" y="3005"/>
                </a:lnTo>
                <a:lnTo>
                  <a:pt x="8636" y="3761"/>
                </a:lnTo>
                <a:lnTo>
                  <a:pt x="9281" y="4517"/>
                </a:lnTo>
                <a:lnTo>
                  <a:pt x="9828" y="5145"/>
                </a:lnTo>
                <a:lnTo>
                  <a:pt x="10383" y="5781"/>
                </a:lnTo>
                <a:lnTo>
                  <a:pt x="11101" y="6667"/>
                </a:lnTo>
                <a:lnTo>
                  <a:pt x="11769" y="7560"/>
                </a:lnTo>
                <a:lnTo>
                  <a:pt x="12396" y="8470"/>
                </a:lnTo>
                <a:lnTo>
                  <a:pt x="12987" y="9398"/>
                </a:lnTo>
                <a:lnTo>
                  <a:pt x="13551" y="10352"/>
                </a:lnTo>
                <a:lnTo>
                  <a:pt x="14095" y="11332"/>
                </a:lnTo>
                <a:lnTo>
                  <a:pt x="14625" y="12346"/>
                </a:lnTo>
                <a:lnTo>
                  <a:pt x="15147" y="13398"/>
                </a:lnTo>
                <a:lnTo>
                  <a:pt x="15669" y="14492"/>
                </a:lnTo>
                <a:lnTo>
                  <a:pt x="16200" y="15631"/>
                </a:lnTo>
                <a:lnTo>
                  <a:pt x="17057" y="16469"/>
                </a:lnTo>
                <a:lnTo>
                  <a:pt x="17642" y="16991"/>
                </a:lnTo>
                <a:lnTo>
                  <a:pt x="18222" y="17413"/>
                </a:lnTo>
                <a:lnTo>
                  <a:pt x="19069" y="17952"/>
                </a:lnTo>
                <a:lnTo>
                  <a:pt x="19786" y="18417"/>
                </a:lnTo>
                <a:lnTo>
                  <a:pt x="20513" y="18890"/>
                </a:lnTo>
                <a:lnTo>
                  <a:pt x="21053" y="19212"/>
                </a:lnTo>
                <a:lnTo>
                  <a:pt x="21600" y="19539"/>
                </a:lnTo>
                <a:lnTo>
                  <a:pt x="20750" y="20092"/>
                </a:lnTo>
                <a:lnTo>
                  <a:pt x="19929" y="20568"/>
                </a:lnTo>
                <a:lnTo>
                  <a:pt x="19121" y="20963"/>
                </a:lnTo>
                <a:lnTo>
                  <a:pt x="18317" y="21270"/>
                </a:lnTo>
                <a:lnTo>
                  <a:pt x="17501" y="21483"/>
                </a:lnTo>
                <a:lnTo>
                  <a:pt x="16660" y="21594"/>
                </a:lnTo>
                <a:lnTo>
                  <a:pt x="15780" y="21600"/>
                </a:lnTo>
                <a:lnTo>
                  <a:pt x="14850" y="21493"/>
                </a:lnTo>
                <a:lnTo>
                  <a:pt x="14172" y="20580"/>
                </a:lnTo>
                <a:lnTo>
                  <a:pt x="13531" y="19654"/>
                </a:lnTo>
                <a:lnTo>
                  <a:pt x="12919" y="18710"/>
                </a:lnTo>
                <a:lnTo>
                  <a:pt x="12334" y="17749"/>
                </a:lnTo>
                <a:lnTo>
                  <a:pt x="11768" y="16768"/>
                </a:lnTo>
                <a:lnTo>
                  <a:pt x="11217" y="15764"/>
                </a:lnTo>
                <a:lnTo>
                  <a:pt x="10676" y="14734"/>
                </a:lnTo>
                <a:lnTo>
                  <a:pt x="10140" y="13679"/>
                </a:lnTo>
                <a:lnTo>
                  <a:pt x="9603" y="12593"/>
                </a:lnTo>
                <a:lnTo>
                  <a:pt x="8957" y="11395"/>
                </a:lnTo>
                <a:lnTo>
                  <a:pt x="8446" y="10533"/>
                </a:lnTo>
                <a:lnTo>
                  <a:pt x="7950" y="9879"/>
                </a:lnTo>
                <a:lnTo>
                  <a:pt x="7356" y="9295"/>
                </a:lnTo>
                <a:lnTo>
                  <a:pt x="6545" y="8652"/>
                </a:lnTo>
                <a:lnTo>
                  <a:pt x="5400" y="7815"/>
                </a:lnTo>
                <a:lnTo>
                  <a:pt x="5400" y="9105"/>
                </a:lnTo>
                <a:lnTo>
                  <a:pt x="5400" y="10397"/>
                </a:lnTo>
                <a:lnTo>
                  <a:pt x="5400" y="11688"/>
                </a:lnTo>
                <a:lnTo>
                  <a:pt x="5400" y="12983"/>
                </a:lnTo>
                <a:lnTo>
                  <a:pt x="5400" y="14283"/>
                </a:lnTo>
                <a:lnTo>
                  <a:pt x="5400" y="15588"/>
                </a:lnTo>
                <a:lnTo>
                  <a:pt x="5400" y="16897"/>
                </a:lnTo>
                <a:lnTo>
                  <a:pt x="5400" y="18214"/>
                </a:lnTo>
                <a:lnTo>
                  <a:pt x="5400" y="19539"/>
                </a:lnTo>
                <a:lnTo>
                  <a:pt x="4436" y="19230"/>
                </a:lnTo>
                <a:lnTo>
                  <a:pt x="3744" y="18974"/>
                </a:lnTo>
                <a:lnTo>
                  <a:pt x="3128" y="18677"/>
                </a:lnTo>
                <a:lnTo>
                  <a:pt x="2395" y="18245"/>
                </a:lnTo>
                <a:lnTo>
                  <a:pt x="1350" y="17585"/>
                </a:lnTo>
                <a:lnTo>
                  <a:pt x="894" y="16073"/>
                </a:lnTo>
                <a:lnTo>
                  <a:pt x="595" y="15012"/>
                </a:lnTo>
                <a:lnTo>
                  <a:pt x="390" y="14121"/>
                </a:lnTo>
                <a:lnTo>
                  <a:pt x="213" y="13118"/>
                </a:lnTo>
                <a:lnTo>
                  <a:pt x="0" y="11723"/>
                </a:lnTo>
                <a:lnTo>
                  <a:pt x="892" y="11723"/>
                </a:lnTo>
                <a:lnTo>
                  <a:pt x="1790" y="11723"/>
                </a:lnTo>
                <a:lnTo>
                  <a:pt x="2700" y="11723"/>
                </a:lnTo>
                <a:lnTo>
                  <a:pt x="3123" y="10445"/>
                </a:lnTo>
                <a:lnTo>
                  <a:pt x="3413" y="9502"/>
                </a:lnTo>
                <a:lnTo>
                  <a:pt x="3644" y="8611"/>
                </a:lnTo>
                <a:lnTo>
                  <a:pt x="3888" y="7491"/>
                </a:lnTo>
                <a:lnTo>
                  <a:pt x="4219" y="5862"/>
                </a:lnTo>
                <a:lnTo>
                  <a:pt x="4446" y="4771"/>
                </a:lnTo>
                <a:lnTo>
                  <a:pt x="4674" y="3675"/>
                </a:lnTo>
                <a:lnTo>
                  <a:pt x="4905" y="2563"/>
                </a:lnTo>
                <a:lnTo>
                  <a:pt x="5150" y="1292"/>
                </a:lnTo>
                <a:lnTo>
                  <a:pt x="5400" y="0"/>
                </a:lnTo>
                <a:close/>
              </a:path>
            </a:pathLst>
          </a:custGeom>
          <a:solidFill>
            <a:srgbClr val="5D5D5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4" name="contour_06132"/>
          <p:cNvSpPr/>
          <p:nvPr/>
        </p:nvSpPr>
        <p:spPr>
          <a:xfrm>
            <a:off x="4915193" y="4598723"/>
            <a:ext cx="1093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46" y="151"/>
                </a:lnTo>
                <a:lnTo>
                  <a:pt x="1891" y="313"/>
                </a:lnTo>
                <a:lnTo>
                  <a:pt x="2835" y="475"/>
                </a:lnTo>
                <a:lnTo>
                  <a:pt x="3780" y="644"/>
                </a:lnTo>
                <a:lnTo>
                  <a:pt x="4726" y="817"/>
                </a:lnTo>
                <a:lnTo>
                  <a:pt x="5671" y="990"/>
                </a:lnTo>
                <a:lnTo>
                  <a:pt x="6615" y="1170"/>
                </a:lnTo>
                <a:lnTo>
                  <a:pt x="7560" y="1350"/>
                </a:lnTo>
                <a:lnTo>
                  <a:pt x="8268" y="1462"/>
                </a:lnTo>
                <a:lnTo>
                  <a:pt x="8980" y="1573"/>
                </a:lnTo>
                <a:lnTo>
                  <a:pt x="9703" y="1688"/>
                </a:lnTo>
                <a:lnTo>
                  <a:pt x="10750" y="1926"/>
                </a:lnTo>
                <a:lnTo>
                  <a:pt x="11752" y="2221"/>
                </a:lnTo>
                <a:lnTo>
                  <a:pt x="12718" y="2574"/>
                </a:lnTo>
                <a:lnTo>
                  <a:pt x="13651" y="2995"/>
                </a:lnTo>
                <a:lnTo>
                  <a:pt x="14558" y="3492"/>
                </a:lnTo>
                <a:lnTo>
                  <a:pt x="15445" y="4064"/>
                </a:lnTo>
                <a:lnTo>
                  <a:pt x="16318" y="4723"/>
                </a:lnTo>
                <a:lnTo>
                  <a:pt x="17184" y="5472"/>
                </a:lnTo>
                <a:lnTo>
                  <a:pt x="18048" y="6318"/>
                </a:lnTo>
                <a:lnTo>
                  <a:pt x="18914" y="7268"/>
                </a:lnTo>
                <a:lnTo>
                  <a:pt x="19791" y="8330"/>
                </a:lnTo>
                <a:lnTo>
                  <a:pt x="20684" y="9504"/>
                </a:lnTo>
                <a:lnTo>
                  <a:pt x="21600" y="10800"/>
                </a:lnTo>
                <a:lnTo>
                  <a:pt x="19816" y="12751"/>
                </a:lnTo>
                <a:lnTo>
                  <a:pt x="18262" y="14447"/>
                </a:lnTo>
                <a:lnTo>
                  <a:pt x="16910" y="15898"/>
                </a:lnTo>
                <a:lnTo>
                  <a:pt x="15735" y="17132"/>
                </a:lnTo>
                <a:lnTo>
                  <a:pt x="14712" y="18162"/>
                </a:lnTo>
                <a:lnTo>
                  <a:pt x="13815" y="19012"/>
                </a:lnTo>
                <a:lnTo>
                  <a:pt x="13020" y="19696"/>
                </a:lnTo>
                <a:lnTo>
                  <a:pt x="12299" y="20236"/>
                </a:lnTo>
                <a:lnTo>
                  <a:pt x="11627" y="20653"/>
                </a:lnTo>
                <a:lnTo>
                  <a:pt x="10979" y="20963"/>
                </a:lnTo>
                <a:lnTo>
                  <a:pt x="10329" y="21186"/>
                </a:lnTo>
                <a:lnTo>
                  <a:pt x="9652" y="21341"/>
                </a:lnTo>
                <a:lnTo>
                  <a:pt x="8922" y="21452"/>
                </a:lnTo>
                <a:lnTo>
                  <a:pt x="8113" y="21532"/>
                </a:lnTo>
                <a:lnTo>
                  <a:pt x="7200" y="21600"/>
                </a:lnTo>
                <a:lnTo>
                  <a:pt x="6093" y="19969"/>
                </a:lnTo>
                <a:lnTo>
                  <a:pt x="5423" y="18677"/>
                </a:lnTo>
                <a:lnTo>
                  <a:pt x="4922" y="17042"/>
                </a:lnTo>
                <a:lnTo>
                  <a:pt x="4320" y="14400"/>
                </a:lnTo>
                <a:lnTo>
                  <a:pt x="4350" y="12542"/>
                </a:lnTo>
                <a:lnTo>
                  <a:pt x="4379" y="10670"/>
                </a:lnTo>
                <a:lnTo>
                  <a:pt x="4409" y="8777"/>
                </a:lnTo>
                <a:lnTo>
                  <a:pt x="4380" y="7067"/>
                </a:lnTo>
                <a:lnTo>
                  <a:pt x="4350" y="5346"/>
                </a:lnTo>
                <a:lnTo>
                  <a:pt x="4320" y="3600"/>
                </a:lnTo>
                <a:lnTo>
                  <a:pt x="3246" y="2552"/>
                </a:lnTo>
                <a:lnTo>
                  <a:pt x="2484" y="1840"/>
                </a:lnTo>
                <a:lnTo>
                  <a:pt x="1827" y="1292"/>
                </a:lnTo>
                <a:lnTo>
                  <a:pt x="1068" y="738"/>
                </a:lnTo>
                <a:lnTo>
                  <a:pt x="0" y="0"/>
                </a:lnTo>
                <a:close/>
              </a:path>
            </a:pathLst>
          </a:custGeom>
          <a:solidFill>
            <a:srgbClr val="9C9076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5" name="contour_06133"/>
          <p:cNvSpPr/>
          <p:nvPr/>
        </p:nvSpPr>
        <p:spPr>
          <a:xfrm>
            <a:off x="10701858" y="4581756"/>
            <a:ext cx="80168" cy="534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64" y="230"/>
                </a:moveTo>
                <a:lnTo>
                  <a:pt x="14001" y="153"/>
                </a:lnTo>
                <a:lnTo>
                  <a:pt x="15246" y="77"/>
                </a:lnTo>
                <a:lnTo>
                  <a:pt x="16506" y="0"/>
                </a:lnTo>
                <a:lnTo>
                  <a:pt x="16966" y="141"/>
                </a:lnTo>
                <a:lnTo>
                  <a:pt x="17779" y="392"/>
                </a:lnTo>
                <a:lnTo>
                  <a:pt x="19636" y="967"/>
                </a:lnTo>
                <a:lnTo>
                  <a:pt x="20388" y="3092"/>
                </a:lnTo>
                <a:lnTo>
                  <a:pt x="20866" y="4616"/>
                </a:lnTo>
                <a:lnTo>
                  <a:pt x="21164" y="5960"/>
                </a:lnTo>
                <a:lnTo>
                  <a:pt x="21378" y="7549"/>
                </a:lnTo>
                <a:lnTo>
                  <a:pt x="21600" y="9810"/>
                </a:lnTo>
                <a:lnTo>
                  <a:pt x="20626" y="11272"/>
                </a:lnTo>
                <a:lnTo>
                  <a:pt x="19636" y="12757"/>
                </a:lnTo>
                <a:lnTo>
                  <a:pt x="18456" y="12734"/>
                </a:lnTo>
                <a:lnTo>
                  <a:pt x="17278" y="12681"/>
                </a:lnTo>
                <a:lnTo>
                  <a:pt x="16100" y="12604"/>
                </a:lnTo>
                <a:lnTo>
                  <a:pt x="14922" y="12507"/>
                </a:lnTo>
                <a:lnTo>
                  <a:pt x="13745" y="12389"/>
                </a:lnTo>
                <a:lnTo>
                  <a:pt x="12159" y="12336"/>
                </a:lnTo>
                <a:lnTo>
                  <a:pt x="11059" y="12330"/>
                </a:lnTo>
                <a:lnTo>
                  <a:pt x="10164" y="12386"/>
                </a:lnTo>
                <a:lnTo>
                  <a:pt x="9190" y="12521"/>
                </a:lnTo>
                <a:lnTo>
                  <a:pt x="7855" y="12757"/>
                </a:lnTo>
                <a:lnTo>
                  <a:pt x="7014" y="14950"/>
                </a:lnTo>
                <a:lnTo>
                  <a:pt x="6492" y="16507"/>
                </a:lnTo>
                <a:lnTo>
                  <a:pt x="6193" y="17851"/>
                </a:lnTo>
                <a:lnTo>
                  <a:pt x="6024" y="19407"/>
                </a:lnTo>
                <a:lnTo>
                  <a:pt x="5891" y="21600"/>
                </a:lnTo>
                <a:lnTo>
                  <a:pt x="4919" y="20627"/>
                </a:lnTo>
                <a:lnTo>
                  <a:pt x="3945" y="19652"/>
                </a:lnTo>
                <a:lnTo>
                  <a:pt x="2967" y="18676"/>
                </a:lnTo>
                <a:lnTo>
                  <a:pt x="1985" y="17691"/>
                </a:lnTo>
                <a:lnTo>
                  <a:pt x="998" y="16701"/>
                </a:lnTo>
                <a:lnTo>
                  <a:pt x="0" y="15705"/>
                </a:lnTo>
                <a:lnTo>
                  <a:pt x="458" y="14275"/>
                </a:lnTo>
                <a:lnTo>
                  <a:pt x="917" y="12846"/>
                </a:lnTo>
                <a:lnTo>
                  <a:pt x="1378" y="11419"/>
                </a:lnTo>
                <a:lnTo>
                  <a:pt x="1842" y="9992"/>
                </a:lnTo>
                <a:lnTo>
                  <a:pt x="2356" y="8401"/>
                </a:lnTo>
                <a:lnTo>
                  <a:pt x="2877" y="6782"/>
                </a:lnTo>
                <a:lnTo>
                  <a:pt x="3815" y="4557"/>
                </a:lnTo>
                <a:lnTo>
                  <a:pt x="4783" y="2915"/>
                </a:lnTo>
                <a:lnTo>
                  <a:pt x="5808" y="1769"/>
                </a:lnTo>
                <a:lnTo>
                  <a:pt x="6918" y="1023"/>
                </a:lnTo>
                <a:lnTo>
                  <a:pt x="8139" y="590"/>
                </a:lnTo>
                <a:lnTo>
                  <a:pt x="9502" y="374"/>
                </a:lnTo>
                <a:lnTo>
                  <a:pt x="11034" y="283"/>
                </a:lnTo>
                <a:lnTo>
                  <a:pt x="12764" y="230"/>
                </a:lnTo>
                <a:close/>
              </a:path>
            </a:pathLst>
          </a:custGeom>
          <a:solidFill>
            <a:srgbClr val="EA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6" name="contour_06134"/>
          <p:cNvSpPr/>
          <p:nvPr/>
        </p:nvSpPr>
        <p:spPr>
          <a:xfrm>
            <a:off x="1074421" y="4576144"/>
            <a:ext cx="51016" cy="808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60" y="0"/>
                </a:moveTo>
                <a:lnTo>
                  <a:pt x="14126" y="39"/>
                </a:lnTo>
                <a:lnTo>
                  <a:pt x="15993" y="78"/>
                </a:lnTo>
                <a:lnTo>
                  <a:pt x="17863" y="115"/>
                </a:lnTo>
                <a:lnTo>
                  <a:pt x="19730" y="154"/>
                </a:lnTo>
                <a:lnTo>
                  <a:pt x="21600" y="191"/>
                </a:lnTo>
                <a:lnTo>
                  <a:pt x="21082" y="1434"/>
                </a:lnTo>
                <a:lnTo>
                  <a:pt x="20560" y="2686"/>
                </a:lnTo>
                <a:lnTo>
                  <a:pt x="20036" y="3953"/>
                </a:lnTo>
                <a:lnTo>
                  <a:pt x="19557" y="5171"/>
                </a:lnTo>
                <a:lnTo>
                  <a:pt x="19079" y="6390"/>
                </a:lnTo>
                <a:lnTo>
                  <a:pt x="18604" y="7608"/>
                </a:lnTo>
                <a:lnTo>
                  <a:pt x="18129" y="8826"/>
                </a:lnTo>
                <a:lnTo>
                  <a:pt x="17866" y="9445"/>
                </a:lnTo>
                <a:lnTo>
                  <a:pt x="17079" y="11310"/>
                </a:lnTo>
                <a:lnTo>
                  <a:pt x="16632" y="12487"/>
                </a:lnTo>
                <a:lnTo>
                  <a:pt x="16178" y="13684"/>
                </a:lnTo>
                <a:lnTo>
                  <a:pt x="15737" y="14774"/>
                </a:lnTo>
                <a:lnTo>
                  <a:pt x="15296" y="15878"/>
                </a:lnTo>
                <a:lnTo>
                  <a:pt x="15361" y="16787"/>
                </a:lnTo>
                <a:lnTo>
                  <a:pt x="15429" y="17707"/>
                </a:lnTo>
                <a:lnTo>
                  <a:pt x="17234" y="18428"/>
                </a:lnTo>
                <a:lnTo>
                  <a:pt x="18477" y="18869"/>
                </a:lnTo>
                <a:lnTo>
                  <a:pt x="19739" y="19218"/>
                </a:lnTo>
                <a:lnTo>
                  <a:pt x="21600" y="19654"/>
                </a:lnTo>
                <a:lnTo>
                  <a:pt x="20051" y="20296"/>
                </a:lnTo>
                <a:lnTo>
                  <a:pt x="18894" y="20712"/>
                </a:lnTo>
                <a:lnTo>
                  <a:pt x="17545" y="21086"/>
                </a:lnTo>
                <a:lnTo>
                  <a:pt x="15429" y="21600"/>
                </a:lnTo>
                <a:lnTo>
                  <a:pt x="13065" y="21199"/>
                </a:lnTo>
                <a:lnTo>
                  <a:pt x="11433" y="20876"/>
                </a:lnTo>
                <a:lnTo>
                  <a:pt x="9772" y="20458"/>
                </a:lnTo>
                <a:lnTo>
                  <a:pt x="7329" y="19774"/>
                </a:lnTo>
                <a:lnTo>
                  <a:pt x="5949" y="19397"/>
                </a:lnTo>
                <a:lnTo>
                  <a:pt x="4564" y="19015"/>
                </a:lnTo>
                <a:lnTo>
                  <a:pt x="3160" y="18626"/>
                </a:lnTo>
                <a:lnTo>
                  <a:pt x="1589" y="18171"/>
                </a:lnTo>
                <a:lnTo>
                  <a:pt x="0" y="17707"/>
                </a:lnTo>
                <a:lnTo>
                  <a:pt x="1524" y="17435"/>
                </a:lnTo>
                <a:lnTo>
                  <a:pt x="3073" y="17159"/>
                </a:lnTo>
                <a:lnTo>
                  <a:pt x="4610" y="16466"/>
                </a:lnTo>
                <a:lnTo>
                  <a:pt x="6171" y="15761"/>
                </a:lnTo>
                <a:lnTo>
                  <a:pt x="6409" y="14218"/>
                </a:lnTo>
                <a:lnTo>
                  <a:pt x="6542" y="13093"/>
                </a:lnTo>
                <a:lnTo>
                  <a:pt x="6569" y="12057"/>
                </a:lnTo>
                <a:lnTo>
                  <a:pt x="6508" y="10784"/>
                </a:lnTo>
                <a:lnTo>
                  <a:pt x="6366" y="8949"/>
                </a:lnTo>
                <a:lnTo>
                  <a:pt x="6273" y="7589"/>
                </a:lnTo>
                <a:lnTo>
                  <a:pt x="6205" y="6224"/>
                </a:lnTo>
                <a:lnTo>
                  <a:pt x="6162" y="4862"/>
                </a:lnTo>
                <a:lnTo>
                  <a:pt x="6150" y="3499"/>
                </a:lnTo>
                <a:lnTo>
                  <a:pt x="6171" y="2137"/>
                </a:lnTo>
                <a:lnTo>
                  <a:pt x="8001" y="1010"/>
                </a:lnTo>
                <a:lnTo>
                  <a:pt x="9245" y="411"/>
                </a:lnTo>
                <a:lnTo>
                  <a:pt x="10476" y="142"/>
                </a:lnTo>
                <a:lnTo>
                  <a:pt x="12260" y="0"/>
                </a:lnTo>
                <a:close/>
              </a:path>
            </a:pathLst>
          </a:custGeom>
          <a:solidFill>
            <a:srgbClr val="515253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7" name="contour_06135"/>
          <p:cNvSpPr/>
          <p:nvPr/>
        </p:nvSpPr>
        <p:spPr>
          <a:xfrm>
            <a:off x="5272305" y="4459252"/>
            <a:ext cx="81808" cy="66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40" y="0"/>
                </a:moveTo>
                <a:lnTo>
                  <a:pt x="7116" y="322"/>
                </a:lnTo>
                <a:lnTo>
                  <a:pt x="8278" y="704"/>
                </a:lnTo>
                <a:lnTo>
                  <a:pt x="9371" y="1196"/>
                </a:lnTo>
                <a:lnTo>
                  <a:pt x="10445" y="1842"/>
                </a:lnTo>
                <a:lnTo>
                  <a:pt x="11546" y="2688"/>
                </a:lnTo>
                <a:lnTo>
                  <a:pt x="11505" y="3811"/>
                </a:lnTo>
                <a:lnTo>
                  <a:pt x="11467" y="4941"/>
                </a:lnTo>
                <a:lnTo>
                  <a:pt x="11424" y="6085"/>
                </a:lnTo>
                <a:lnTo>
                  <a:pt x="11444" y="6629"/>
                </a:lnTo>
                <a:lnTo>
                  <a:pt x="11474" y="7586"/>
                </a:lnTo>
                <a:lnTo>
                  <a:pt x="11546" y="9780"/>
                </a:lnTo>
                <a:lnTo>
                  <a:pt x="12808" y="10529"/>
                </a:lnTo>
                <a:lnTo>
                  <a:pt x="13730" y="11026"/>
                </a:lnTo>
                <a:lnTo>
                  <a:pt x="14763" y="11489"/>
                </a:lnTo>
                <a:lnTo>
                  <a:pt x="16356" y="12144"/>
                </a:lnTo>
                <a:lnTo>
                  <a:pt x="17932" y="12794"/>
                </a:lnTo>
                <a:lnTo>
                  <a:pt x="18960" y="13257"/>
                </a:lnTo>
                <a:lnTo>
                  <a:pt x="19887" y="13754"/>
                </a:lnTo>
                <a:lnTo>
                  <a:pt x="21167" y="14508"/>
                </a:lnTo>
                <a:lnTo>
                  <a:pt x="21456" y="16409"/>
                </a:lnTo>
                <a:lnTo>
                  <a:pt x="21600" y="17728"/>
                </a:lnTo>
                <a:lnTo>
                  <a:pt x="21600" y="18806"/>
                </a:lnTo>
                <a:lnTo>
                  <a:pt x="21456" y="19983"/>
                </a:lnTo>
                <a:lnTo>
                  <a:pt x="21167" y="21600"/>
                </a:lnTo>
                <a:lnTo>
                  <a:pt x="19895" y="21600"/>
                </a:lnTo>
                <a:lnTo>
                  <a:pt x="18615" y="21600"/>
                </a:lnTo>
                <a:lnTo>
                  <a:pt x="17318" y="21600"/>
                </a:lnTo>
                <a:lnTo>
                  <a:pt x="16864" y="20423"/>
                </a:lnTo>
                <a:lnTo>
                  <a:pt x="16401" y="19227"/>
                </a:lnTo>
                <a:lnTo>
                  <a:pt x="15902" y="18059"/>
                </a:lnTo>
                <a:lnTo>
                  <a:pt x="15394" y="16872"/>
                </a:lnTo>
                <a:lnTo>
                  <a:pt x="14147" y="16756"/>
                </a:lnTo>
                <a:lnTo>
                  <a:pt x="13256" y="16732"/>
                </a:lnTo>
                <a:lnTo>
                  <a:pt x="12290" y="16815"/>
                </a:lnTo>
                <a:lnTo>
                  <a:pt x="10824" y="17019"/>
                </a:lnTo>
                <a:lnTo>
                  <a:pt x="9310" y="17061"/>
                </a:lnTo>
                <a:lnTo>
                  <a:pt x="7953" y="17007"/>
                </a:lnTo>
                <a:lnTo>
                  <a:pt x="6712" y="16820"/>
                </a:lnTo>
                <a:lnTo>
                  <a:pt x="5544" y="16456"/>
                </a:lnTo>
                <a:lnTo>
                  <a:pt x="4405" y="15879"/>
                </a:lnTo>
                <a:lnTo>
                  <a:pt x="3254" y="15047"/>
                </a:lnTo>
                <a:lnTo>
                  <a:pt x="2044" y="13917"/>
                </a:lnTo>
                <a:lnTo>
                  <a:pt x="1087" y="12482"/>
                </a:lnTo>
                <a:lnTo>
                  <a:pt x="556" y="11411"/>
                </a:lnTo>
                <a:lnTo>
                  <a:pt x="0" y="9780"/>
                </a:lnTo>
                <a:lnTo>
                  <a:pt x="204" y="8054"/>
                </a:lnTo>
                <a:lnTo>
                  <a:pt x="512" y="6388"/>
                </a:lnTo>
                <a:lnTo>
                  <a:pt x="949" y="4823"/>
                </a:lnTo>
                <a:lnTo>
                  <a:pt x="1536" y="3399"/>
                </a:lnTo>
                <a:lnTo>
                  <a:pt x="2296" y="2165"/>
                </a:lnTo>
                <a:lnTo>
                  <a:pt x="3252" y="1158"/>
                </a:lnTo>
                <a:lnTo>
                  <a:pt x="4426" y="421"/>
                </a:lnTo>
                <a:lnTo>
                  <a:pt x="5840" y="0"/>
                </a:lnTo>
                <a:close/>
              </a:path>
            </a:pathLst>
          </a:custGeom>
          <a:solidFill>
            <a:srgbClr val="443F3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8" name="contour_06136"/>
          <p:cNvSpPr/>
          <p:nvPr/>
        </p:nvSpPr>
        <p:spPr>
          <a:xfrm>
            <a:off x="3873010" y="4474827"/>
            <a:ext cx="58304" cy="608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35" y="1872"/>
                </a:lnTo>
                <a:lnTo>
                  <a:pt x="21446" y="3718"/>
                </a:lnTo>
                <a:lnTo>
                  <a:pt x="21325" y="5545"/>
                </a:lnTo>
                <a:lnTo>
                  <a:pt x="21165" y="7358"/>
                </a:lnTo>
                <a:lnTo>
                  <a:pt x="20957" y="9160"/>
                </a:lnTo>
                <a:lnTo>
                  <a:pt x="20693" y="10951"/>
                </a:lnTo>
                <a:lnTo>
                  <a:pt x="20363" y="12735"/>
                </a:lnTo>
                <a:lnTo>
                  <a:pt x="19961" y="14522"/>
                </a:lnTo>
                <a:lnTo>
                  <a:pt x="19475" y="16305"/>
                </a:lnTo>
                <a:lnTo>
                  <a:pt x="18900" y="18097"/>
                </a:lnTo>
                <a:lnTo>
                  <a:pt x="17221" y="19250"/>
                </a:lnTo>
                <a:lnTo>
                  <a:pt x="15663" y="20106"/>
                </a:lnTo>
                <a:lnTo>
                  <a:pt x="14124" y="20713"/>
                </a:lnTo>
                <a:lnTo>
                  <a:pt x="12512" y="21132"/>
                </a:lnTo>
                <a:lnTo>
                  <a:pt x="10724" y="21409"/>
                </a:lnTo>
                <a:lnTo>
                  <a:pt x="8670" y="21600"/>
                </a:lnTo>
                <a:lnTo>
                  <a:pt x="6747" y="21026"/>
                </a:lnTo>
                <a:lnTo>
                  <a:pt x="5548" y="20450"/>
                </a:lnTo>
                <a:lnTo>
                  <a:pt x="4571" y="19524"/>
                </a:lnTo>
                <a:lnTo>
                  <a:pt x="3313" y="17906"/>
                </a:lnTo>
                <a:lnTo>
                  <a:pt x="2646" y="16233"/>
                </a:lnTo>
                <a:lnTo>
                  <a:pt x="2025" y="14563"/>
                </a:lnTo>
                <a:lnTo>
                  <a:pt x="1455" y="12890"/>
                </a:lnTo>
                <a:lnTo>
                  <a:pt x="929" y="11205"/>
                </a:lnTo>
                <a:lnTo>
                  <a:pt x="445" y="9496"/>
                </a:lnTo>
                <a:lnTo>
                  <a:pt x="0" y="7756"/>
                </a:lnTo>
                <a:lnTo>
                  <a:pt x="1785" y="7756"/>
                </a:lnTo>
                <a:lnTo>
                  <a:pt x="3580" y="7756"/>
                </a:lnTo>
                <a:lnTo>
                  <a:pt x="5400" y="7756"/>
                </a:lnTo>
                <a:lnTo>
                  <a:pt x="5400" y="6047"/>
                </a:lnTo>
                <a:lnTo>
                  <a:pt x="5400" y="4328"/>
                </a:lnTo>
                <a:lnTo>
                  <a:pt x="5400" y="2585"/>
                </a:lnTo>
                <a:lnTo>
                  <a:pt x="7287" y="2006"/>
                </a:lnTo>
                <a:lnTo>
                  <a:pt x="9086" y="1510"/>
                </a:lnTo>
                <a:lnTo>
                  <a:pt x="10822" y="1088"/>
                </a:lnTo>
                <a:lnTo>
                  <a:pt x="12528" y="742"/>
                </a:lnTo>
                <a:lnTo>
                  <a:pt x="14232" y="465"/>
                </a:lnTo>
                <a:lnTo>
                  <a:pt x="15962" y="256"/>
                </a:lnTo>
                <a:lnTo>
                  <a:pt x="17747" y="111"/>
                </a:lnTo>
                <a:lnTo>
                  <a:pt x="19618" y="28"/>
                </a:lnTo>
                <a:lnTo>
                  <a:pt x="21600" y="0"/>
                </a:lnTo>
                <a:close/>
              </a:path>
            </a:pathLst>
          </a:custGeom>
          <a:solidFill>
            <a:srgbClr val="BCAAB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39" name="contour_06137"/>
          <p:cNvSpPr/>
          <p:nvPr/>
        </p:nvSpPr>
        <p:spPr>
          <a:xfrm>
            <a:off x="5658568" y="4489403"/>
            <a:ext cx="8016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260" y="0"/>
                </a:lnTo>
                <a:lnTo>
                  <a:pt x="4558" y="0"/>
                </a:lnTo>
                <a:lnTo>
                  <a:pt x="5861" y="0"/>
                </a:lnTo>
                <a:lnTo>
                  <a:pt x="7171" y="0"/>
                </a:lnTo>
                <a:lnTo>
                  <a:pt x="8489" y="0"/>
                </a:lnTo>
                <a:lnTo>
                  <a:pt x="9818" y="0"/>
                </a:lnTo>
                <a:lnTo>
                  <a:pt x="9818" y="1190"/>
                </a:lnTo>
                <a:lnTo>
                  <a:pt x="9818" y="2387"/>
                </a:lnTo>
                <a:lnTo>
                  <a:pt x="9818" y="3600"/>
                </a:lnTo>
                <a:lnTo>
                  <a:pt x="11114" y="3303"/>
                </a:lnTo>
                <a:lnTo>
                  <a:pt x="12412" y="3006"/>
                </a:lnTo>
                <a:lnTo>
                  <a:pt x="13716" y="2707"/>
                </a:lnTo>
                <a:lnTo>
                  <a:pt x="15026" y="2407"/>
                </a:lnTo>
                <a:lnTo>
                  <a:pt x="16343" y="2104"/>
                </a:lnTo>
                <a:lnTo>
                  <a:pt x="17673" y="1800"/>
                </a:lnTo>
                <a:lnTo>
                  <a:pt x="18160" y="2914"/>
                </a:lnTo>
                <a:lnTo>
                  <a:pt x="18645" y="4028"/>
                </a:lnTo>
                <a:lnTo>
                  <a:pt x="19134" y="5146"/>
                </a:lnTo>
                <a:lnTo>
                  <a:pt x="19621" y="6266"/>
                </a:lnTo>
                <a:lnTo>
                  <a:pt x="20112" y="7391"/>
                </a:lnTo>
                <a:lnTo>
                  <a:pt x="20604" y="8521"/>
                </a:lnTo>
                <a:lnTo>
                  <a:pt x="21101" y="9657"/>
                </a:lnTo>
                <a:lnTo>
                  <a:pt x="21600" y="10800"/>
                </a:lnTo>
                <a:lnTo>
                  <a:pt x="21007" y="10710"/>
                </a:lnTo>
                <a:lnTo>
                  <a:pt x="20463" y="10625"/>
                </a:lnTo>
                <a:lnTo>
                  <a:pt x="19868" y="10535"/>
                </a:lnTo>
                <a:lnTo>
                  <a:pt x="19126" y="10422"/>
                </a:lnTo>
                <a:lnTo>
                  <a:pt x="18140" y="10271"/>
                </a:lnTo>
                <a:lnTo>
                  <a:pt x="16813" y="10069"/>
                </a:lnTo>
                <a:lnTo>
                  <a:pt x="15049" y="9799"/>
                </a:lnTo>
                <a:lnTo>
                  <a:pt x="12750" y="9448"/>
                </a:lnTo>
                <a:lnTo>
                  <a:pt x="9818" y="9000"/>
                </a:lnTo>
                <a:lnTo>
                  <a:pt x="9465" y="10134"/>
                </a:lnTo>
                <a:lnTo>
                  <a:pt x="9111" y="11268"/>
                </a:lnTo>
                <a:lnTo>
                  <a:pt x="8758" y="12404"/>
                </a:lnTo>
                <a:lnTo>
                  <a:pt x="8402" y="13541"/>
                </a:lnTo>
                <a:lnTo>
                  <a:pt x="8047" y="14683"/>
                </a:lnTo>
                <a:lnTo>
                  <a:pt x="7692" y="15824"/>
                </a:lnTo>
                <a:lnTo>
                  <a:pt x="7334" y="16970"/>
                </a:lnTo>
                <a:lnTo>
                  <a:pt x="6975" y="18121"/>
                </a:lnTo>
                <a:lnTo>
                  <a:pt x="6615" y="19274"/>
                </a:lnTo>
                <a:lnTo>
                  <a:pt x="6254" y="20435"/>
                </a:lnTo>
                <a:lnTo>
                  <a:pt x="5891" y="21600"/>
                </a:lnTo>
                <a:lnTo>
                  <a:pt x="4725" y="21244"/>
                </a:lnTo>
                <a:lnTo>
                  <a:pt x="3554" y="20885"/>
                </a:lnTo>
                <a:lnTo>
                  <a:pt x="2380" y="20527"/>
                </a:lnTo>
                <a:lnTo>
                  <a:pt x="1196" y="20165"/>
                </a:lnTo>
                <a:lnTo>
                  <a:pt x="0" y="19800"/>
                </a:lnTo>
                <a:lnTo>
                  <a:pt x="1298" y="19800"/>
                </a:lnTo>
                <a:lnTo>
                  <a:pt x="2604" y="19800"/>
                </a:lnTo>
                <a:lnTo>
                  <a:pt x="3927" y="19800"/>
                </a:lnTo>
                <a:lnTo>
                  <a:pt x="3963" y="18520"/>
                </a:lnTo>
                <a:lnTo>
                  <a:pt x="3984" y="17253"/>
                </a:lnTo>
                <a:lnTo>
                  <a:pt x="3986" y="15997"/>
                </a:lnTo>
                <a:lnTo>
                  <a:pt x="3972" y="14749"/>
                </a:lnTo>
                <a:lnTo>
                  <a:pt x="3937" y="13511"/>
                </a:lnTo>
                <a:lnTo>
                  <a:pt x="3884" y="12280"/>
                </a:lnTo>
                <a:lnTo>
                  <a:pt x="3807" y="11052"/>
                </a:lnTo>
                <a:lnTo>
                  <a:pt x="3709" y="9830"/>
                </a:lnTo>
                <a:lnTo>
                  <a:pt x="3586" y="8608"/>
                </a:lnTo>
                <a:lnTo>
                  <a:pt x="3438" y="7387"/>
                </a:lnTo>
                <a:lnTo>
                  <a:pt x="3266" y="6167"/>
                </a:lnTo>
                <a:lnTo>
                  <a:pt x="3065" y="4945"/>
                </a:lnTo>
                <a:lnTo>
                  <a:pt x="2835" y="3717"/>
                </a:lnTo>
                <a:lnTo>
                  <a:pt x="2576" y="2486"/>
                </a:lnTo>
                <a:lnTo>
                  <a:pt x="2286" y="1247"/>
                </a:lnTo>
                <a:lnTo>
                  <a:pt x="1964" y="0"/>
                </a:lnTo>
                <a:close/>
              </a:path>
            </a:pathLst>
          </a:custGeom>
          <a:solidFill>
            <a:srgbClr val="F3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0" name="contour_06138"/>
          <p:cNvSpPr/>
          <p:nvPr/>
        </p:nvSpPr>
        <p:spPr>
          <a:xfrm>
            <a:off x="4886041" y="4452963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470" y="3811"/>
                </a:lnTo>
                <a:lnTo>
                  <a:pt x="21355" y="6829"/>
                </a:lnTo>
                <a:lnTo>
                  <a:pt x="21230" y="9202"/>
                </a:lnTo>
                <a:lnTo>
                  <a:pt x="21077" y="11087"/>
                </a:lnTo>
                <a:lnTo>
                  <a:pt x="20875" y="12636"/>
                </a:lnTo>
                <a:lnTo>
                  <a:pt x="20606" y="14003"/>
                </a:lnTo>
                <a:lnTo>
                  <a:pt x="20251" y="15336"/>
                </a:lnTo>
                <a:lnTo>
                  <a:pt x="19790" y="16789"/>
                </a:lnTo>
                <a:lnTo>
                  <a:pt x="19200" y="18514"/>
                </a:lnTo>
                <a:lnTo>
                  <a:pt x="17575" y="19357"/>
                </a:lnTo>
                <a:lnTo>
                  <a:pt x="16013" y="20014"/>
                </a:lnTo>
                <a:lnTo>
                  <a:pt x="14486" y="20508"/>
                </a:lnTo>
                <a:lnTo>
                  <a:pt x="12974" y="20869"/>
                </a:lnTo>
                <a:lnTo>
                  <a:pt x="11450" y="21122"/>
                </a:lnTo>
                <a:lnTo>
                  <a:pt x="9898" y="21295"/>
                </a:lnTo>
                <a:lnTo>
                  <a:pt x="8285" y="21415"/>
                </a:lnTo>
                <a:lnTo>
                  <a:pt x="6595" y="21507"/>
                </a:lnTo>
                <a:lnTo>
                  <a:pt x="4800" y="21600"/>
                </a:lnTo>
                <a:lnTo>
                  <a:pt x="4368" y="19656"/>
                </a:lnTo>
                <a:lnTo>
                  <a:pt x="3936" y="17712"/>
                </a:lnTo>
                <a:lnTo>
                  <a:pt x="3504" y="15765"/>
                </a:lnTo>
                <a:lnTo>
                  <a:pt x="3070" y="13815"/>
                </a:lnTo>
                <a:lnTo>
                  <a:pt x="2635" y="11858"/>
                </a:lnTo>
                <a:lnTo>
                  <a:pt x="2201" y="9902"/>
                </a:lnTo>
                <a:lnTo>
                  <a:pt x="1764" y="7936"/>
                </a:lnTo>
                <a:lnTo>
                  <a:pt x="1325" y="5965"/>
                </a:lnTo>
                <a:lnTo>
                  <a:pt x="886" y="3987"/>
                </a:lnTo>
                <a:lnTo>
                  <a:pt x="444" y="1996"/>
                </a:lnTo>
                <a:lnTo>
                  <a:pt x="0" y="0"/>
                </a:lnTo>
                <a:close/>
              </a:path>
            </a:pathLst>
          </a:custGeom>
          <a:solidFill>
            <a:srgbClr val="6B5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1" name="contour_06139"/>
          <p:cNvSpPr/>
          <p:nvPr/>
        </p:nvSpPr>
        <p:spPr>
          <a:xfrm>
            <a:off x="7291078" y="4305920"/>
            <a:ext cx="110632" cy="52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30"/>
                </a:moveTo>
                <a:lnTo>
                  <a:pt x="904" y="452"/>
                </a:lnTo>
                <a:lnTo>
                  <a:pt x="1809" y="379"/>
                </a:lnTo>
                <a:lnTo>
                  <a:pt x="2712" y="316"/>
                </a:lnTo>
                <a:lnTo>
                  <a:pt x="3616" y="256"/>
                </a:lnTo>
                <a:lnTo>
                  <a:pt x="4519" y="202"/>
                </a:lnTo>
                <a:lnTo>
                  <a:pt x="5424" y="154"/>
                </a:lnTo>
                <a:lnTo>
                  <a:pt x="6187" y="78"/>
                </a:lnTo>
                <a:lnTo>
                  <a:pt x="6962" y="0"/>
                </a:lnTo>
                <a:lnTo>
                  <a:pt x="8037" y="15"/>
                </a:lnTo>
                <a:lnTo>
                  <a:pt x="9016" y="151"/>
                </a:lnTo>
                <a:lnTo>
                  <a:pt x="9919" y="418"/>
                </a:lnTo>
                <a:lnTo>
                  <a:pt x="10764" y="819"/>
                </a:lnTo>
                <a:lnTo>
                  <a:pt x="11570" y="1367"/>
                </a:lnTo>
                <a:lnTo>
                  <a:pt x="12355" y="2068"/>
                </a:lnTo>
                <a:lnTo>
                  <a:pt x="13138" y="2929"/>
                </a:lnTo>
                <a:lnTo>
                  <a:pt x="13935" y="3958"/>
                </a:lnTo>
                <a:lnTo>
                  <a:pt x="14767" y="5162"/>
                </a:lnTo>
                <a:lnTo>
                  <a:pt x="15652" y="6550"/>
                </a:lnTo>
                <a:lnTo>
                  <a:pt x="16425" y="7278"/>
                </a:lnTo>
                <a:lnTo>
                  <a:pt x="17202" y="7995"/>
                </a:lnTo>
                <a:lnTo>
                  <a:pt x="17982" y="8693"/>
                </a:lnTo>
                <a:lnTo>
                  <a:pt x="18766" y="9373"/>
                </a:lnTo>
                <a:lnTo>
                  <a:pt x="19836" y="10472"/>
                </a:lnTo>
                <a:lnTo>
                  <a:pt x="20504" y="11300"/>
                </a:lnTo>
                <a:lnTo>
                  <a:pt x="21344" y="12570"/>
                </a:lnTo>
                <a:lnTo>
                  <a:pt x="21515" y="14990"/>
                </a:lnTo>
                <a:lnTo>
                  <a:pt x="21600" y="16670"/>
                </a:lnTo>
                <a:lnTo>
                  <a:pt x="21600" y="18042"/>
                </a:lnTo>
                <a:lnTo>
                  <a:pt x="21515" y="19541"/>
                </a:lnTo>
                <a:lnTo>
                  <a:pt x="21344" y="21600"/>
                </a:lnTo>
                <a:lnTo>
                  <a:pt x="20339" y="21145"/>
                </a:lnTo>
                <a:lnTo>
                  <a:pt x="19352" y="20637"/>
                </a:lnTo>
                <a:lnTo>
                  <a:pt x="18378" y="20080"/>
                </a:lnTo>
                <a:lnTo>
                  <a:pt x="17418" y="19475"/>
                </a:lnTo>
                <a:lnTo>
                  <a:pt x="16468" y="18831"/>
                </a:lnTo>
                <a:lnTo>
                  <a:pt x="15526" y="18144"/>
                </a:lnTo>
                <a:lnTo>
                  <a:pt x="14592" y="17422"/>
                </a:lnTo>
                <a:lnTo>
                  <a:pt x="13662" y="16670"/>
                </a:lnTo>
                <a:lnTo>
                  <a:pt x="12735" y="15884"/>
                </a:lnTo>
                <a:lnTo>
                  <a:pt x="11810" y="15074"/>
                </a:lnTo>
                <a:lnTo>
                  <a:pt x="10885" y="14243"/>
                </a:lnTo>
                <a:lnTo>
                  <a:pt x="9958" y="13389"/>
                </a:lnTo>
                <a:lnTo>
                  <a:pt x="9026" y="12522"/>
                </a:lnTo>
                <a:lnTo>
                  <a:pt x="8088" y="11640"/>
                </a:lnTo>
                <a:lnTo>
                  <a:pt x="7247" y="10932"/>
                </a:lnTo>
                <a:lnTo>
                  <a:pt x="6422" y="10288"/>
                </a:lnTo>
                <a:lnTo>
                  <a:pt x="5605" y="9704"/>
                </a:lnTo>
                <a:lnTo>
                  <a:pt x="4785" y="9172"/>
                </a:lnTo>
                <a:lnTo>
                  <a:pt x="3956" y="8693"/>
                </a:lnTo>
                <a:lnTo>
                  <a:pt x="3103" y="8260"/>
                </a:lnTo>
                <a:lnTo>
                  <a:pt x="2223" y="7868"/>
                </a:lnTo>
                <a:lnTo>
                  <a:pt x="1488" y="7432"/>
                </a:lnTo>
                <a:lnTo>
                  <a:pt x="750" y="6995"/>
                </a:lnTo>
                <a:lnTo>
                  <a:pt x="0" y="6550"/>
                </a:lnTo>
                <a:lnTo>
                  <a:pt x="0" y="4560"/>
                </a:lnTo>
                <a:lnTo>
                  <a:pt x="0" y="2559"/>
                </a:lnTo>
                <a:lnTo>
                  <a:pt x="0" y="530"/>
                </a:lnTo>
                <a:close/>
              </a:path>
            </a:pathLst>
          </a:custGeom>
          <a:solidFill>
            <a:srgbClr val="5C54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2" name="contour_06140"/>
          <p:cNvSpPr/>
          <p:nvPr/>
        </p:nvSpPr>
        <p:spPr>
          <a:xfrm>
            <a:off x="1883389" y="4241611"/>
            <a:ext cx="6769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03" y="0"/>
                </a:moveTo>
                <a:lnTo>
                  <a:pt x="19756" y="0"/>
                </a:lnTo>
                <a:lnTo>
                  <a:pt x="20928" y="0"/>
                </a:lnTo>
                <a:lnTo>
                  <a:pt x="21202" y="2853"/>
                </a:lnTo>
                <a:lnTo>
                  <a:pt x="21412" y="5253"/>
                </a:lnTo>
                <a:lnTo>
                  <a:pt x="21549" y="7260"/>
                </a:lnTo>
                <a:lnTo>
                  <a:pt x="21600" y="8940"/>
                </a:lnTo>
                <a:lnTo>
                  <a:pt x="21551" y="10353"/>
                </a:lnTo>
                <a:lnTo>
                  <a:pt x="21393" y="11565"/>
                </a:lnTo>
                <a:lnTo>
                  <a:pt x="21112" y="12636"/>
                </a:lnTo>
                <a:lnTo>
                  <a:pt x="20695" y="13630"/>
                </a:lnTo>
                <a:lnTo>
                  <a:pt x="20133" y="14610"/>
                </a:lnTo>
                <a:lnTo>
                  <a:pt x="19410" y="15638"/>
                </a:lnTo>
                <a:lnTo>
                  <a:pt x="18517" y="16777"/>
                </a:lnTo>
                <a:lnTo>
                  <a:pt x="17440" y="18090"/>
                </a:lnTo>
                <a:lnTo>
                  <a:pt x="16587" y="18984"/>
                </a:lnTo>
                <a:lnTo>
                  <a:pt x="15724" y="19870"/>
                </a:lnTo>
                <a:lnTo>
                  <a:pt x="14847" y="20742"/>
                </a:lnTo>
                <a:lnTo>
                  <a:pt x="13952" y="21600"/>
                </a:lnTo>
                <a:lnTo>
                  <a:pt x="13808" y="20529"/>
                </a:lnTo>
                <a:lnTo>
                  <a:pt x="13661" y="19453"/>
                </a:lnTo>
                <a:lnTo>
                  <a:pt x="13515" y="18360"/>
                </a:lnTo>
                <a:lnTo>
                  <a:pt x="12892" y="17289"/>
                </a:lnTo>
                <a:lnTo>
                  <a:pt x="12264" y="16213"/>
                </a:lnTo>
                <a:lnTo>
                  <a:pt x="11627" y="15120"/>
                </a:lnTo>
                <a:lnTo>
                  <a:pt x="9955" y="14906"/>
                </a:lnTo>
                <a:lnTo>
                  <a:pt x="8297" y="14787"/>
                </a:lnTo>
                <a:lnTo>
                  <a:pt x="6646" y="14746"/>
                </a:lnTo>
                <a:lnTo>
                  <a:pt x="4997" y="14772"/>
                </a:lnTo>
                <a:lnTo>
                  <a:pt x="3344" y="14852"/>
                </a:lnTo>
                <a:lnTo>
                  <a:pt x="1681" y="14973"/>
                </a:lnTo>
                <a:lnTo>
                  <a:pt x="0" y="15120"/>
                </a:lnTo>
                <a:lnTo>
                  <a:pt x="1028" y="12530"/>
                </a:lnTo>
                <a:lnTo>
                  <a:pt x="1856" y="10556"/>
                </a:lnTo>
                <a:lnTo>
                  <a:pt x="2567" y="9081"/>
                </a:lnTo>
                <a:lnTo>
                  <a:pt x="3251" y="7983"/>
                </a:lnTo>
                <a:lnTo>
                  <a:pt x="3995" y="7147"/>
                </a:lnTo>
                <a:lnTo>
                  <a:pt x="4888" y="6454"/>
                </a:lnTo>
                <a:lnTo>
                  <a:pt x="6016" y="5784"/>
                </a:lnTo>
                <a:lnTo>
                  <a:pt x="7467" y="5020"/>
                </a:lnTo>
                <a:lnTo>
                  <a:pt x="9006" y="4488"/>
                </a:lnTo>
                <a:lnTo>
                  <a:pt x="10555" y="3977"/>
                </a:lnTo>
                <a:lnTo>
                  <a:pt x="12108" y="3486"/>
                </a:lnTo>
                <a:lnTo>
                  <a:pt x="13671" y="3013"/>
                </a:lnTo>
                <a:lnTo>
                  <a:pt x="15215" y="2486"/>
                </a:lnTo>
                <a:lnTo>
                  <a:pt x="16242" y="1996"/>
                </a:lnTo>
                <a:lnTo>
                  <a:pt x="17217" y="1261"/>
                </a:lnTo>
                <a:lnTo>
                  <a:pt x="18603" y="0"/>
                </a:lnTo>
                <a:close/>
              </a:path>
            </a:pathLst>
          </a:custGeom>
          <a:solidFill>
            <a:srgbClr val="62587B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3" name="contour_06141"/>
          <p:cNvSpPr/>
          <p:nvPr/>
        </p:nvSpPr>
        <p:spPr>
          <a:xfrm>
            <a:off x="4949359" y="4154155"/>
            <a:ext cx="75154" cy="798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27" y="0"/>
                </a:moveTo>
                <a:lnTo>
                  <a:pt x="12076" y="1217"/>
                </a:lnTo>
                <a:lnTo>
                  <a:pt x="12939" y="2389"/>
                </a:lnTo>
                <a:lnTo>
                  <a:pt x="13714" y="3543"/>
                </a:lnTo>
                <a:lnTo>
                  <a:pt x="14403" y="4707"/>
                </a:lnTo>
                <a:lnTo>
                  <a:pt x="15012" y="5906"/>
                </a:lnTo>
                <a:lnTo>
                  <a:pt x="15540" y="7166"/>
                </a:lnTo>
                <a:lnTo>
                  <a:pt x="15991" y="8518"/>
                </a:lnTo>
                <a:lnTo>
                  <a:pt x="16363" y="9985"/>
                </a:lnTo>
                <a:lnTo>
                  <a:pt x="16745" y="11429"/>
                </a:lnTo>
                <a:lnTo>
                  <a:pt x="17210" y="12692"/>
                </a:lnTo>
                <a:lnTo>
                  <a:pt x="17781" y="13818"/>
                </a:lnTo>
                <a:lnTo>
                  <a:pt x="18483" y="14846"/>
                </a:lnTo>
                <a:lnTo>
                  <a:pt x="19340" y="15816"/>
                </a:lnTo>
                <a:lnTo>
                  <a:pt x="20370" y="16773"/>
                </a:lnTo>
                <a:lnTo>
                  <a:pt x="21600" y="17753"/>
                </a:lnTo>
                <a:lnTo>
                  <a:pt x="20138" y="18446"/>
                </a:lnTo>
                <a:lnTo>
                  <a:pt x="18703" y="19087"/>
                </a:lnTo>
                <a:lnTo>
                  <a:pt x="17289" y="19669"/>
                </a:lnTo>
                <a:lnTo>
                  <a:pt x="15890" y="20186"/>
                </a:lnTo>
                <a:lnTo>
                  <a:pt x="14495" y="20631"/>
                </a:lnTo>
                <a:lnTo>
                  <a:pt x="13098" y="21002"/>
                </a:lnTo>
                <a:lnTo>
                  <a:pt x="11690" y="21288"/>
                </a:lnTo>
                <a:lnTo>
                  <a:pt x="10266" y="21490"/>
                </a:lnTo>
                <a:lnTo>
                  <a:pt x="8818" y="21594"/>
                </a:lnTo>
                <a:lnTo>
                  <a:pt x="7335" y="21600"/>
                </a:lnTo>
                <a:lnTo>
                  <a:pt x="5815" y="21499"/>
                </a:lnTo>
                <a:lnTo>
                  <a:pt x="4244" y="21288"/>
                </a:lnTo>
                <a:lnTo>
                  <a:pt x="2618" y="20959"/>
                </a:lnTo>
                <a:lnTo>
                  <a:pt x="1473" y="20209"/>
                </a:lnTo>
                <a:lnTo>
                  <a:pt x="817" y="19588"/>
                </a:lnTo>
                <a:lnTo>
                  <a:pt x="408" y="18757"/>
                </a:lnTo>
                <a:lnTo>
                  <a:pt x="0" y="17383"/>
                </a:lnTo>
                <a:lnTo>
                  <a:pt x="17" y="16108"/>
                </a:lnTo>
                <a:lnTo>
                  <a:pt x="69" y="14854"/>
                </a:lnTo>
                <a:lnTo>
                  <a:pt x="159" y="13609"/>
                </a:lnTo>
                <a:lnTo>
                  <a:pt x="285" y="12368"/>
                </a:lnTo>
                <a:lnTo>
                  <a:pt x="450" y="11124"/>
                </a:lnTo>
                <a:lnTo>
                  <a:pt x="654" y="9863"/>
                </a:lnTo>
                <a:lnTo>
                  <a:pt x="1039" y="10834"/>
                </a:lnTo>
                <a:lnTo>
                  <a:pt x="1431" y="11820"/>
                </a:lnTo>
                <a:lnTo>
                  <a:pt x="2084" y="12806"/>
                </a:lnTo>
                <a:lnTo>
                  <a:pt x="2748" y="13808"/>
                </a:lnTo>
                <a:lnTo>
                  <a:pt x="4267" y="14075"/>
                </a:lnTo>
                <a:lnTo>
                  <a:pt x="5387" y="14138"/>
                </a:lnTo>
                <a:lnTo>
                  <a:pt x="7067" y="14055"/>
                </a:lnTo>
                <a:lnTo>
                  <a:pt x="8408" y="13974"/>
                </a:lnTo>
                <a:lnTo>
                  <a:pt x="9759" y="13891"/>
                </a:lnTo>
                <a:lnTo>
                  <a:pt x="11127" y="13808"/>
                </a:lnTo>
                <a:lnTo>
                  <a:pt x="11127" y="12441"/>
                </a:lnTo>
                <a:lnTo>
                  <a:pt x="11127" y="11072"/>
                </a:lnTo>
                <a:lnTo>
                  <a:pt x="11127" y="9703"/>
                </a:lnTo>
                <a:lnTo>
                  <a:pt x="11127" y="8332"/>
                </a:lnTo>
                <a:lnTo>
                  <a:pt x="11127" y="6955"/>
                </a:lnTo>
                <a:lnTo>
                  <a:pt x="11127" y="5577"/>
                </a:lnTo>
                <a:lnTo>
                  <a:pt x="11127" y="4192"/>
                </a:lnTo>
                <a:lnTo>
                  <a:pt x="11127" y="2801"/>
                </a:lnTo>
                <a:lnTo>
                  <a:pt x="11127" y="1404"/>
                </a:lnTo>
                <a:lnTo>
                  <a:pt x="11127" y="0"/>
                </a:lnTo>
                <a:close/>
              </a:path>
            </a:pathLst>
          </a:custGeom>
          <a:solidFill>
            <a:srgbClr val="98969A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4" name="contour_06142"/>
          <p:cNvSpPr/>
          <p:nvPr/>
        </p:nvSpPr>
        <p:spPr>
          <a:xfrm>
            <a:off x="4958921" y="3949202"/>
            <a:ext cx="74862" cy="591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24"/>
                </a:moveTo>
                <a:lnTo>
                  <a:pt x="1451" y="194"/>
                </a:lnTo>
                <a:lnTo>
                  <a:pt x="2919" y="90"/>
                </a:lnTo>
                <a:lnTo>
                  <a:pt x="4395" y="21"/>
                </a:lnTo>
                <a:lnTo>
                  <a:pt x="5877" y="0"/>
                </a:lnTo>
                <a:lnTo>
                  <a:pt x="7358" y="32"/>
                </a:lnTo>
                <a:lnTo>
                  <a:pt x="8834" y="130"/>
                </a:lnTo>
                <a:lnTo>
                  <a:pt x="10302" y="306"/>
                </a:lnTo>
                <a:lnTo>
                  <a:pt x="11750" y="569"/>
                </a:lnTo>
                <a:lnTo>
                  <a:pt x="13180" y="925"/>
                </a:lnTo>
                <a:lnTo>
                  <a:pt x="14583" y="1388"/>
                </a:lnTo>
                <a:lnTo>
                  <a:pt x="15956" y="1968"/>
                </a:lnTo>
                <a:lnTo>
                  <a:pt x="17291" y="2673"/>
                </a:lnTo>
                <a:lnTo>
                  <a:pt x="18585" y="3513"/>
                </a:lnTo>
                <a:lnTo>
                  <a:pt x="19834" y="4500"/>
                </a:lnTo>
                <a:lnTo>
                  <a:pt x="21028" y="5643"/>
                </a:lnTo>
                <a:lnTo>
                  <a:pt x="21360" y="7646"/>
                </a:lnTo>
                <a:lnTo>
                  <a:pt x="21543" y="9518"/>
                </a:lnTo>
                <a:lnTo>
                  <a:pt x="21600" y="11319"/>
                </a:lnTo>
                <a:lnTo>
                  <a:pt x="21554" y="13103"/>
                </a:lnTo>
                <a:lnTo>
                  <a:pt x="21428" y="14930"/>
                </a:lnTo>
                <a:lnTo>
                  <a:pt x="21245" y="16856"/>
                </a:lnTo>
                <a:lnTo>
                  <a:pt x="21028" y="18941"/>
                </a:lnTo>
                <a:lnTo>
                  <a:pt x="19571" y="19204"/>
                </a:lnTo>
                <a:lnTo>
                  <a:pt x="18111" y="19467"/>
                </a:lnTo>
                <a:lnTo>
                  <a:pt x="16652" y="19730"/>
                </a:lnTo>
                <a:lnTo>
                  <a:pt x="15191" y="19996"/>
                </a:lnTo>
                <a:lnTo>
                  <a:pt x="13723" y="20260"/>
                </a:lnTo>
                <a:lnTo>
                  <a:pt x="12253" y="20526"/>
                </a:lnTo>
                <a:lnTo>
                  <a:pt x="10777" y="20792"/>
                </a:lnTo>
                <a:lnTo>
                  <a:pt x="9294" y="21060"/>
                </a:lnTo>
                <a:lnTo>
                  <a:pt x="7806" y="21329"/>
                </a:lnTo>
                <a:lnTo>
                  <a:pt x="6308" y="21600"/>
                </a:lnTo>
                <a:lnTo>
                  <a:pt x="6517" y="19757"/>
                </a:lnTo>
                <a:lnTo>
                  <a:pt x="6725" y="17911"/>
                </a:lnTo>
                <a:lnTo>
                  <a:pt x="6933" y="16066"/>
                </a:lnTo>
                <a:lnTo>
                  <a:pt x="7143" y="14217"/>
                </a:lnTo>
                <a:lnTo>
                  <a:pt x="7351" y="12361"/>
                </a:lnTo>
                <a:lnTo>
                  <a:pt x="7562" y="10502"/>
                </a:lnTo>
                <a:lnTo>
                  <a:pt x="7772" y="8635"/>
                </a:lnTo>
                <a:lnTo>
                  <a:pt x="7984" y="6760"/>
                </a:lnTo>
                <a:lnTo>
                  <a:pt x="8197" y="4877"/>
                </a:lnTo>
                <a:lnTo>
                  <a:pt x="8411" y="2984"/>
                </a:lnTo>
                <a:lnTo>
                  <a:pt x="7023" y="2545"/>
                </a:lnTo>
                <a:lnTo>
                  <a:pt x="5633" y="2106"/>
                </a:lnTo>
                <a:lnTo>
                  <a:pt x="4237" y="1665"/>
                </a:lnTo>
                <a:lnTo>
                  <a:pt x="2835" y="1221"/>
                </a:lnTo>
                <a:lnTo>
                  <a:pt x="1424" y="774"/>
                </a:lnTo>
                <a:lnTo>
                  <a:pt x="0" y="324"/>
                </a:lnTo>
                <a:close/>
              </a:path>
            </a:pathLst>
          </a:custGeom>
          <a:solidFill>
            <a:srgbClr val="FC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5" name="contour_06143"/>
          <p:cNvSpPr/>
          <p:nvPr/>
        </p:nvSpPr>
        <p:spPr>
          <a:xfrm>
            <a:off x="7852254" y="3935515"/>
            <a:ext cx="138472" cy="364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74" y="164"/>
                </a:lnTo>
                <a:lnTo>
                  <a:pt x="1548" y="332"/>
                </a:lnTo>
                <a:lnTo>
                  <a:pt x="2321" y="505"/>
                </a:lnTo>
                <a:lnTo>
                  <a:pt x="3096" y="686"/>
                </a:lnTo>
                <a:lnTo>
                  <a:pt x="3869" y="868"/>
                </a:lnTo>
                <a:lnTo>
                  <a:pt x="4643" y="1053"/>
                </a:lnTo>
                <a:lnTo>
                  <a:pt x="5416" y="1239"/>
                </a:lnTo>
                <a:lnTo>
                  <a:pt x="6190" y="1429"/>
                </a:lnTo>
                <a:lnTo>
                  <a:pt x="6963" y="1619"/>
                </a:lnTo>
                <a:lnTo>
                  <a:pt x="7612" y="1753"/>
                </a:lnTo>
                <a:lnTo>
                  <a:pt x="8265" y="1887"/>
                </a:lnTo>
                <a:lnTo>
                  <a:pt x="8926" y="2025"/>
                </a:lnTo>
                <a:lnTo>
                  <a:pt x="9719" y="2258"/>
                </a:lnTo>
                <a:lnTo>
                  <a:pt x="10500" y="2534"/>
                </a:lnTo>
                <a:lnTo>
                  <a:pt x="11271" y="2867"/>
                </a:lnTo>
                <a:lnTo>
                  <a:pt x="12032" y="3247"/>
                </a:lnTo>
                <a:lnTo>
                  <a:pt x="12786" y="3678"/>
                </a:lnTo>
                <a:lnTo>
                  <a:pt x="13532" y="4158"/>
                </a:lnTo>
                <a:lnTo>
                  <a:pt x="14273" y="4693"/>
                </a:lnTo>
                <a:lnTo>
                  <a:pt x="15009" y="5280"/>
                </a:lnTo>
                <a:lnTo>
                  <a:pt x="15741" y="5915"/>
                </a:lnTo>
                <a:lnTo>
                  <a:pt x="16471" y="6606"/>
                </a:lnTo>
                <a:lnTo>
                  <a:pt x="17198" y="7353"/>
                </a:lnTo>
                <a:lnTo>
                  <a:pt x="17926" y="8147"/>
                </a:lnTo>
                <a:lnTo>
                  <a:pt x="18654" y="8997"/>
                </a:lnTo>
                <a:lnTo>
                  <a:pt x="19385" y="9904"/>
                </a:lnTo>
                <a:lnTo>
                  <a:pt x="20119" y="10867"/>
                </a:lnTo>
                <a:lnTo>
                  <a:pt x="20857" y="11882"/>
                </a:lnTo>
                <a:lnTo>
                  <a:pt x="21600" y="12952"/>
                </a:lnTo>
                <a:lnTo>
                  <a:pt x="20992" y="15512"/>
                </a:lnTo>
                <a:lnTo>
                  <a:pt x="20552" y="17265"/>
                </a:lnTo>
                <a:lnTo>
                  <a:pt x="20068" y="19023"/>
                </a:lnTo>
                <a:lnTo>
                  <a:pt x="19326" y="21587"/>
                </a:lnTo>
                <a:lnTo>
                  <a:pt x="18391" y="21600"/>
                </a:lnTo>
                <a:lnTo>
                  <a:pt x="17717" y="21540"/>
                </a:lnTo>
                <a:lnTo>
                  <a:pt x="17112" y="21332"/>
                </a:lnTo>
                <a:lnTo>
                  <a:pt x="16385" y="20922"/>
                </a:lnTo>
                <a:lnTo>
                  <a:pt x="15347" y="20240"/>
                </a:lnTo>
                <a:lnTo>
                  <a:pt x="14655" y="19808"/>
                </a:lnTo>
                <a:lnTo>
                  <a:pt x="13958" y="19377"/>
                </a:lnTo>
                <a:lnTo>
                  <a:pt x="13251" y="18940"/>
                </a:lnTo>
                <a:lnTo>
                  <a:pt x="12322" y="18103"/>
                </a:lnTo>
                <a:lnTo>
                  <a:pt x="11691" y="17464"/>
                </a:lnTo>
                <a:lnTo>
                  <a:pt x="11205" y="16812"/>
                </a:lnTo>
                <a:lnTo>
                  <a:pt x="10710" y="15944"/>
                </a:lnTo>
                <a:lnTo>
                  <a:pt x="10054" y="14658"/>
                </a:lnTo>
                <a:lnTo>
                  <a:pt x="9578" y="13811"/>
                </a:lnTo>
                <a:lnTo>
                  <a:pt x="9095" y="12952"/>
                </a:lnTo>
                <a:lnTo>
                  <a:pt x="8531" y="15094"/>
                </a:lnTo>
                <a:lnTo>
                  <a:pt x="7958" y="17270"/>
                </a:lnTo>
                <a:lnTo>
                  <a:pt x="7463" y="16199"/>
                </a:lnTo>
                <a:lnTo>
                  <a:pt x="6963" y="15111"/>
                </a:lnTo>
                <a:lnTo>
                  <a:pt x="6195" y="13893"/>
                </a:lnTo>
                <a:lnTo>
                  <a:pt x="5614" y="13457"/>
                </a:lnTo>
                <a:lnTo>
                  <a:pt x="4925" y="13785"/>
                </a:lnTo>
                <a:lnTo>
                  <a:pt x="3837" y="14843"/>
                </a:lnTo>
                <a:lnTo>
                  <a:pt x="3607" y="15197"/>
                </a:lnTo>
                <a:lnTo>
                  <a:pt x="3201" y="15828"/>
                </a:lnTo>
                <a:lnTo>
                  <a:pt x="2274" y="17270"/>
                </a:lnTo>
                <a:lnTo>
                  <a:pt x="1952" y="14826"/>
                </a:lnTo>
                <a:lnTo>
                  <a:pt x="1630" y="12382"/>
                </a:lnTo>
                <a:lnTo>
                  <a:pt x="1307" y="9930"/>
                </a:lnTo>
                <a:lnTo>
                  <a:pt x="983" y="7469"/>
                </a:lnTo>
                <a:lnTo>
                  <a:pt x="657" y="4995"/>
                </a:lnTo>
                <a:lnTo>
                  <a:pt x="330" y="2508"/>
                </a:lnTo>
                <a:lnTo>
                  <a:pt x="0" y="0"/>
                </a:lnTo>
                <a:close/>
              </a:path>
            </a:pathLst>
          </a:custGeom>
          <a:solidFill>
            <a:srgbClr val="FC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6" name="contour_06144"/>
          <p:cNvSpPr/>
          <p:nvPr/>
        </p:nvSpPr>
        <p:spPr>
          <a:xfrm>
            <a:off x="1526277" y="3724164"/>
            <a:ext cx="131184" cy="519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00" y="0"/>
                </a:moveTo>
                <a:lnTo>
                  <a:pt x="20995" y="0"/>
                </a:lnTo>
                <a:lnTo>
                  <a:pt x="21600" y="0"/>
                </a:lnTo>
                <a:lnTo>
                  <a:pt x="21600" y="2099"/>
                </a:lnTo>
                <a:lnTo>
                  <a:pt x="21600" y="4201"/>
                </a:lnTo>
                <a:lnTo>
                  <a:pt x="21600" y="6303"/>
                </a:lnTo>
                <a:lnTo>
                  <a:pt x="21600" y="8409"/>
                </a:lnTo>
                <a:lnTo>
                  <a:pt x="21600" y="10523"/>
                </a:lnTo>
                <a:lnTo>
                  <a:pt x="21600" y="12640"/>
                </a:lnTo>
                <a:lnTo>
                  <a:pt x="21600" y="14767"/>
                </a:lnTo>
                <a:lnTo>
                  <a:pt x="21600" y="16902"/>
                </a:lnTo>
                <a:lnTo>
                  <a:pt x="21600" y="19047"/>
                </a:lnTo>
                <a:lnTo>
                  <a:pt x="21600" y="21203"/>
                </a:lnTo>
                <a:lnTo>
                  <a:pt x="19603" y="21294"/>
                </a:lnTo>
                <a:lnTo>
                  <a:pt x="17772" y="21376"/>
                </a:lnTo>
                <a:lnTo>
                  <a:pt x="16096" y="21446"/>
                </a:lnTo>
                <a:lnTo>
                  <a:pt x="14567" y="21506"/>
                </a:lnTo>
                <a:lnTo>
                  <a:pt x="13176" y="21552"/>
                </a:lnTo>
                <a:lnTo>
                  <a:pt x="11915" y="21585"/>
                </a:lnTo>
                <a:lnTo>
                  <a:pt x="10772" y="21600"/>
                </a:lnTo>
                <a:lnTo>
                  <a:pt x="9743" y="21597"/>
                </a:lnTo>
                <a:lnTo>
                  <a:pt x="8815" y="21579"/>
                </a:lnTo>
                <a:lnTo>
                  <a:pt x="7982" y="21539"/>
                </a:lnTo>
                <a:lnTo>
                  <a:pt x="7234" y="21479"/>
                </a:lnTo>
                <a:lnTo>
                  <a:pt x="6560" y="21394"/>
                </a:lnTo>
                <a:lnTo>
                  <a:pt x="5956" y="21288"/>
                </a:lnTo>
                <a:lnTo>
                  <a:pt x="5408" y="21158"/>
                </a:lnTo>
                <a:lnTo>
                  <a:pt x="4910" y="20997"/>
                </a:lnTo>
                <a:lnTo>
                  <a:pt x="4454" y="20812"/>
                </a:lnTo>
                <a:lnTo>
                  <a:pt x="4028" y="20597"/>
                </a:lnTo>
                <a:lnTo>
                  <a:pt x="3626" y="20352"/>
                </a:lnTo>
                <a:lnTo>
                  <a:pt x="3239" y="20076"/>
                </a:lnTo>
                <a:lnTo>
                  <a:pt x="2856" y="19767"/>
                </a:lnTo>
                <a:lnTo>
                  <a:pt x="2470" y="19422"/>
                </a:lnTo>
                <a:lnTo>
                  <a:pt x="2071" y="19044"/>
                </a:lnTo>
                <a:lnTo>
                  <a:pt x="1650" y="18629"/>
                </a:lnTo>
                <a:lnTo>
                  <a:pt x="1200" y="18174"/>
                </a:lnTo>
                <a:lnTo>
                  <a:pt x="962" y="16375"/>
                </a:lnTo>
                <a:lnTo>
                  <a:pt x="724" y="14570"/>
                </a:lnTo>
                <a:lnTo>
                  <a:pt x="485" y="12758"/>
                </a:lnTo>
                <a:lnTo>
                  <a:pt x="244" y="10932"/>
                </a:lnTo>
                <a:lnTo>
                  <a:pt x="0" y="9087"/>
                </a:lnTo>
                <a:lnTo>
                  <a:pt x="841" y="9338"/>
                </a:lnTo>
                <a:lnTo>
                  <a:pt x="1684" y="9587"/>
                </a:lnTo>
                <a:lnTo>
                  <a:pt x="2525" y="9838"/>
                </a:lnTo>
                <a:lnTo>
                  <a:pt x="3367" y="10087"/>
                </a:lnTo>
                <a:lnTo>
                  <a:pt x="4210" y="10338"/>
                </a:lnTo>
                <a:lnTo>
                  <a:pt x="5052" y="10586"/>
                </a:lnTo>
                <a:lnTo>
                  <a:pt x="5896" y="10838"/>
                </a:lnTo>
                <a:lnTo>
                  <a:pt x="6739" y="11089"/>
                </a:lnTo>
                <a:lnTo>
                  <a:pt x="7584" y="11341"/>
                </a:lnTo>
                <a:lnTo>
                  <a:pt x="8430" y="11589"/>
                </a:lnTo>
                <a:lnTo>
                  <a:pt x="9276" y="11840"/>
                </a:lnTo>
                <a:lnTo>
                  <a:pt x="10123" y="12092"/>
                </a:lnTo>
                <a:lnTo>
                  <a:pt x="10972" y="12346"/>
                </a:lnTo>
                <a:lnTo>
                  <a:pt x="11821" y="12598"/>
                </a:lnTo>
                <a:lnTo>
                  <a:pt x="12672" y="12849"/>
                </a:lnTo>
                <a:lnTo>
                  <a:pt x="13524" y="13104"/>
                </a:lnTo>
                <a:lnTo>
                  <a:pt x="14378" y="13358"/>
                </a:lnTo>
                <a:lnTo>
                  <a:pt x="15233" y="13609"/>
                </a:lnTo>
                <a:lnTo>
                  <a:pt x="16090" y="13864"/>
                </a:lnTo>
                <a:lnTo>
                  <a:pt x="16948" y="14121"/>
                </a:lnTo>
                <a:lnTo>
                  <a:pt x="17808" y="14376"/>
                </a:lnTo>
                <a:lnTo>
                  <a:pt x="18670" y="14630"/>
                </a:lnTo>
                <a:lnTo>
                  <a:pt x="19534" y="14888"/>
                </a:lnTo>
                <a:lnTo>
                  <a:pt x="20400" y="15145"/>
                </a:lnTo>
                <a:lnTo>
                  <a:pt x="20400" y="13004"/>
                </a:lnTo>
                <a:lnTo>
                  <a:pt x="20400" y="10859"/>
                </a:lnTo>
                <a:lnTo>
                  <a:pt x="20400" y="8708"/>
                </a:lnTo>
                <a:lnTo>
                  <a:pt x="20400" y="6549"/>
                </a:lnTo>
                <a:lnTo>
                  <a:pt x="20400" y="4380"/>
                </a:lnTo>
                <a:lnTo>
                  <a:pt x="20400" y="2199"/>
                </a:lnTo>
                <a:lnTo>
                  <a:pt x="20400" y="0"/>
                </a:lnTo>
                <a:close/>
              </a:path>
            </a:pathLst>
          </a:custGeom>
          <a:solidFill>
            <a:srgbClr val="CCE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7" name="contour_06145"/>
          <p:cNvSpPr/>
          <p:nvPr/>
        </p:nvSpPr>
        <p:spPr>
          <a:xfrm>
            <a:off x="4536217" y="3673148"/>
            <a:ext cx="102032" cy="449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391" y="2083"/>
                </a:lnTo>
                <a:lnTo>
                  <a:pt x="3698" y="4172"/>
                </a:lnTo>
                <a:lnTo>
                  <a:pt x="4005" y="6269"/>
                </a:lnTo>
                <a:lnTo>
                  <a:pt x="4315" y="8383"/>
                </a:lnTo>
                <a:lnTo>
                  <a:pt x="4629" y="10518"/>
                </a:lnTo>
                <a:lnTo>
                  <a:pt x="5304" y="9757"/>
                </a:lnTo>
                <a:lnTo>
                  <a:pt x="5991" y="8982"/>
                </a:lnTo>
                <a:lnTo>
                  <a:pt x="7046" y="7948"/>
                </a:lnTo>
                <a:lnTo>
                  <a:pt x="8081" y="7029"/>
                </a:lnTo>
                <a:lnTo>
                  <a:pt x="9103" y="6230"/>
                </a:lnTo>
                <a:lnTo>
                  <a:pt x="10113" y="5536"/>
                </a:lnTo>
                <a:lnTo>
                  <a:pt x="11116" y="4943"/>
                </a:lnTo>
                <a:lnTo>
                  <a:pt x="12116" y="4449"/>
                </a:lnTo>
                <a:lnTo>
                  <a:pt x="13116" y="4049"/>
                </a:lnTo>
                <a:lnTo>
                  <a:pt x="14120" y="3734"/>
                </a:lnTo>
                <a:lnTo>
                  <a:pt x="15132" y="3502"/>
                </a:lnTo>
                <a:lnTo>
                  <a:pt x="16158" y="3345"/>
                </a:lnTo>
                <a:lnTo>
                  <a:pt x="17198" y="3257"/>
                </a:lnTo>
                <a:lnTo>
                  <a:pt x="18260" y="3236"/>
                </a:lnTo>
                <a:lnTo>
                  <a:pt x="19344" y="3275"/>
                </a:lnTo>
                <a:lnTo>
                  <a:pt x="20457" y="3366"/>
                </a:lnTo>
                <a:lnTo>
                  <a:pt x="21600" y="3506"/>
                </a:lnTo>
                <a:lnTo>
                  <a:pt x="20849" y="4803"/>
                </a:lnTo>
                <a:lnTo>
                  <a:pt x="20096" y="6097"/>
                </a:lnTo>
                <a:lnTo>
                  <a:pt x="19341" y="7383"/>
                </a:lnTo>
                <a:lnTo>
                  <a:pt x="18585" y="8667"/>
                </a:lnTo>
                <a:lnTo>
                  <a:pt x="17828" y="9946"/>
                </a:lnTo>
                <a:lnTo>
                  <a:pt x="17067" y="11215"/>
                </a:lnTo>
                <a:lnTo>
                  <a:pt x="16251" y="12618"/>
                </a:lnTo>
                <a:lnTo>
                  <a:pt x="15652" y="13684"/>
                </a:lnTo>
                <a:lnTo>
                  <a:pt x="15097" y="14742"/>
                </a:lnTo>
                <a:lnTo>
                  <a:pt x="14406" y="16134"/>
                </a:lnTo>
                <a:lnTo>
                  <a:pt x="13404" y="18189"/>
                </a:lnTo>
                <a:lnTo>
                  <a:pt x="12415" y="19163"/>
                </a:lnTo>
                <a:lnTo>
                  <a:pt x="11420" y="19945"/>
                </a:lnTo>
                <a:lnTo>
                  <a:pt x="10416" y="20548"/>
                </a:lnTo>
                <a:lnTo>
                  <a:pt x="9405" y="20997"/>
                </a:lnTo>
                <a:lnTo>
                  <a:pt x="8387" y="21309"/>
                </a:lnTo>
                <a:lnTo>
                  <a:pt x="7363" y="21502"/>
                </a:lnTo>
                <a:lnTo>
                  <a:pt x="6330" y="21593"/>
                </a:lnTo>
                <a:lnTo>
                  <a:pt x="5292" y="21600"/>
                </a:lnTo>
                <a:lnTo>
                  <a:pt x="4246" y="21540"/>
                </a:lnTo>
                <a:lnTo>
                  <a:pt x="3194" y="21439"/>
                </a:lnTo>
                <a:lnTo>
                  <a:pt x="2135" y="21306"/>
                </a:lnTo>
                <a:lnTo>
                  <a:pt x="1071" y="21165"/>
                </a:lnTo>
                <a:lnTo>
                  <a:pt x="0" y="21036"/>
                </a:lnTo>
                <a:lnTo>
                  <a:pt x="165" y="18897"/>
                </a:lnTo>
                <a:lnTo>
                  <a:pt x="333" y="16762"/>
                </a:lnTo>
                <a:lnTo>
                  <a:pt x="503" y="14623"/>
                </a:lnTo>
                <a:lnTo>
                  <a:pt x="676" y="12488"/>
                </a:lnTo>
                <a:lnTo>
                  <a:pt x="864" y="10104"/>
                </a:lnTo>
                <a:lnTo>
                  <a:pt x="1055" y="7681"/>
                </a:lnTo>
                <a:lnTo>
                  <a:pt x="1361" y="5213"/>
                </a:lnTo>
                <a:lnTo>
                  <a:pt x="1676" y="3590"/>
                </a:lnTo>
                <a:lnTo>
                  <a:pt x="2186" y="2093"/>
                </a:lnTo>
                <a:lnTo>
                  <a:pt x="3086" y="0"/>
                </a:lnTo>
                <a:close/>
              </a:path>
            </a:pathLst>
          </a:custGeom>
          <a:solidFill>
            <a:srgbClr val="DEE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8" name="contour_06146"/>
          <p:cNvSpPr/>
          <p:nvPr/>
        </p:nvSpPr>
        <p:spPr>
          <a:xfrm>
            <a:off x="10920498" y="3592105"/>
            <a:ext cx="196776" cy="241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83"/>
                </a:moveTo>
                <a:lnTo>
                  <a:pt x="546" y="744"/>
                </a:lnTo>
                <a:lnTo>
                  <a:pt x="1090" y="712"/>
                </a:lnTo>
                <a:lnTo>
                  <a:pt x="1636" y="679"/>
                </a:lnTo>
                <a:lnTo>
                  <a:pt x="2182" y="646"/>
                </a:lnTo>
                <a:lnTo>
                  <a:pt x="2726" y="614"/>
                </a:lnTo>
                <a:lnTo>
                  <a:pt x="3272" y="587"/>
                </a:lnTo>
                <a:lnTo>
                  <a:pt x="3818" y="561"/>
                </a:lnTo>
                <a:lnTo>
                  <a:pt x="4363" y="535"/>
                </a:lnTo>
                <a:lnTo>
                  <a:pt x="4908" y="509"/>
                </a:lnTo>
                <a:lnTo>
                  <a:pt x="5454" y="483"/>
                </a:lnTo>
                <a:lnTo>
                  <a:pt x="5999" y="463"/>
                </a:lnTo>
                <a:lnTo>
                  <a:pt x="6544" y="444"/>
                </a:lnTo>
                <a:lnTo>
                  <a:pt x="7090" y="424"/>
                </a:lnTo>
                <a:lnTo>
                  <a:pt x="7572" y="405"/>
                </a:lnTo>
                <a:lnTo>
                  <a:pt x="8054" y="379"/>
                </a:lnTo>
                <a:lnTo>
                  <a:pt x="8537" y="352"/>
                </a:lnTo>
                <a:lnTo>
                  <a:pt x="9019" y="326"/>
                </a:lnTo>
                <a:lnTo>
                  <a:pt x="9502" y="294"/>
                </a:lnTo>
                <a:lnTo>
                  <a:pt x="9997" y="261"/>
                </a:lnTo>
                <a:lnTo>
                  <a:pt x="10492" y="235"/>
                </a:lnTo>
                <a:lnTo>
                  <a:pt x="10987" y="209"/>
                </a:lnTo>
                <a:lnTo>
                  <a:pt x="11483" y="189"/>
                </a:lnTo>
                <a:lnTo>
                  <a:pt x="11978" y="170"/>
                </a:lnTo>
                <a:lnTo>
                  <a:pt x="12474" y="157"/>
                </a:lnTo>
                <a:lnTo>
                  <a:pt x="12969" y="144"/>
                </a:lnTo>
                <a:lnTo>
                  <a:pt x="13509" y="91"/>
                </a:lnTo>
                <a:lnTo>
                  <a:pt x="14058" y="46"/>
                </a:lnTo>
                <a:lnTo>
                  <a:pt x="14563" y="46"/>
                </a:lnTo>
                <a:lnTo>
                  <a:pt x="15076" y="39"/>
                </a:lnTo>
                <a:lnTo>
                  <a:pt x="15519" y="20"/>
                </a:lnTo>
                <a:lnTo>
                  <a:pt x="15970" y="0"/>
                </a:lnTo>
                <a:lnTo>
                  <a:pt x="16510" y="744"/>
                </a:lnTo>
                <a:lnTo>
                  <a:pt x="16997" y="1880"/>
                </a:lnTo>
                <a:lnTo>
                  <a:pt x="17458" y="3368"/>
                </a:lnTo>
                <a:lnTo>
                  <a:pt x="17917" y="5189"/>
                </a:lnTo>
                <a:lnTo>
                  <a:pt x="18400" y="7311"/>
                </a:lnTo>
                <a:lnTo>
                  <a:pt x="18822" y="8303"/>
                </a:lnTo>
                <a:lnTo>
                  <a:pt x="19246" y="9250"/>
                </a:lnTo>
                <a:lnTo>
                  <a:pt x="19673" y="10137"/>
                </a:lnTo>
                <a:lnTo>
                  <a:pt x="20100" y="10980"/>
                </a:lnTo>
                <a:lnTo>
                  <a:pt x="20320" y="11404"/>
                </a:lnTo>
                <a:lnTo>
                  <a:pt x="20710" y="12141"/>
                </a:lnTo>
                <a:lnTo>
                  <a:pt x="21600" y="13839"/>
                </a:lnTo>
                <a:lnTo>
                  <a:pt x="21072" y="15484"/>
                </a:lnTo>
                <a:lnTo>
                  <a:pt x="20552" y="16881"/>
                </a:lnTo>
                <a:lnTo>
                  <a:pt x="20036" y="18049"/>
                </a:lnTo>
                <a:lnTo>
                  <a:pt x="19524" y="19009"/>
                </a:lnTo>
                <a:lnTo>
                  <a:pt x="19013" y="19779"/>
                </a:lnTo>
                <a:lnTo>
                  <a:pt x="18501" y="20386"/>
                </a:lnTo>
                <a:lnTo>
                  <a:pt x="17986" y="20843"/>
                </a:lnTo>
                <a:lnTo>
                  <a:pt x="17466" y="21169"/>
                </a:lnTo>
                <a:lnTo>
                  <a:pt x="16940" y="21391"/>
                </a:lnTo>
                <a:lnTo>
                  <a:pt x="16405" y="21522"/>
                </a:lnTo>
                <a:lnTo>
                  <a:pt x="15858" y="21580"/>
                </a:lnTo>
                <a:lnTo>
                  <a:pt x="15300" y="21593"/>
                </a:lnTo>
                <a:lnTo>
                  <a:pt x="14735" y="21593"/>
                </a:lnTo>
                <a:lnTo>
                  <a:pt x="14162" y="21600"/>
                </a:lnTo>
                <a:lnTo>
                  <a:pt x="13589" y="21502"/>
                </a:lnTo>
                <a:lnTo>
                  <a:pt x="13016" y="21352"/>
                </a:lnTo>
                <a:lnTo>
                  <a:pt x="12445" y="21137"/>
                </a:lnTo>
                <a:lnTo>
                  <a:pt x="11874" y="20875"/>
                </a:lnTo>
                <a:lnTo>
                  <a:pt x="11304" y="20562"/>
                </a:lnTo>
                <a:lnTo>
                  <a:pt x="10734" y="20203"/>
                </a:lnTo>
                <a:lnTo>
                  <a:pt x="10166" y="19792"/>
                </a:lnTo>
                <a:lnTo>
                  <a:pt x="9598" y="19341"/>
                </a:lnTo>
                <a:lnTo>
                  <a:pt x="9030" y="18852"/>
                </a:lnTo>
                <a:lnTo>
                  <a:pt x="8463" y="18317"/>
                </a:lnTo>
                <a:lnTo>
                  <a:pt x="7897" y="17749"/>
                </a:lnTo>
                <a:lnTo>
                  <a:pt x="7331" y="17148"/>
                </a:lnTo>
                <a:lnTo>
                  <a:pt x="6766" y="16515"/>
                </a:lnTo>
                <a:lnTo>
                  <a:pt x="6201" y="15849"/>
                </a:lnTo>
                <a:lnTo>
                  <a:pt x="5636" y="15164"/>
                </a:lnTo>
                <a:lnTo>
                  <a:pt x="5071" y="14446"/>
                </a:lnTo>
                <a:lnTo>
                  <a:pt x="4507" y="13708"/>
                </a:lnTo>
                <a:lnTo>
                  <a:pt x="3943" y="12957"/>
                </a:lnTo>
                <a:lnTo>
                  <a:pt x="3380" y="12181"/>
                </a:lnTo>
                <a:lnTo>
                  <a:pt x="2816" y="11391"/>
                </a:lnTo>
                <a:lnTo>
                  <a:pt x="2253" y="10594"/>
                </a:lnTo>
                <a:lnTo>
                  <a:pt x="1690" y="9778"/>
                </a:lnTo>
                <a:lnTo>
                  <a:pt x="1126" y="8962"/>
                </a:lnTo>
                <a:lnTo>
                  <a:pt x="563" y="8140"/>
                </a:lnTo>
                <a:lnTo>
                  <a:pt x="0" y="7311"/>
                </a:lnTo>
                <a:lnTo>
                  <a:pt x="0" y="4073"/>
                </a:lnTo>
                <a:lnTo>
                  <a:pt x="0" y="783"/>
                </a:lnTo>
                <a:close/>
              </a:path>
            </a:pathLst>
          </a:custGeom>
          <a:solidFill>
            <a:srgbClr val="9DBAC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49" name="contour_06147"/>
          <p:cNvSpPr/>
          <p:nvPr/>
        </p:nvSpPr>
        <p:spPr>
          <a:xfrm>
            <a:off x="3843858" y="3556540"/>
            <a:ext cx="2405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1" y="436"/>
                </a:lnTo>
                <a:lnTo>
                  <a:pt x="705" y="875"/>
                </a:lnTo>
                <a:lnTo>
                  <a:pt x="1064" y="1321"/>
                </a:lnTo>
                <a:lnTo>
                  <a:pt x="1509" y="1847"/>
                </a:lnTo>
                <a:lnTo>
                  <a:pt x="1954" y="2354"/>
                </a:lnTo>
                <a:lnTo>
                  <a:pt x="2400" y="2851"/>
                </a:lnTo>
                <a:lnTo>
                  <a:pt x="2845" y="3334"/>
                </a:lnTo>
                <a:lnTo>
                  <a:pt x="3292" y="3805"/>
                </a:lnTo>
                <a:lnTo>
                  <a:pt x="3737" y="4262"/>
                </a:lnTo>
                <a:lnTo>
                  <a:pt x="4184" y="4712"/>
                </a:lnTo>
                <a:lnTo>
                  <a:pt x="4630" y="5144"/>
                </a:lnTo>
                <a:lnTo>
                  <a:pt x="5077" y="5569"/>
                </a:lnTo>
                <a:lnTo>
                  <a:pt x="5524" y="5983"/>
                </a:lnTo>
                <a:lnTo>
                  <a:pt x="5971" y="6390"/>
                </a:lnTo>
                <a:lnTo>
                  <a:pt x="6418" y="6782"/>
                </a:lnTo>
                <a:lnTo>
                  <a:pt x="6866" y="7168"/>
                </a:lnTo>
                <a:lnTo>
                  <a:pt x="7314" y="7546"/>
                </a:lnTo>
                <a:lnTo>
                  <a:pt x="7762" y="7913"/>
                </a:lnTo>
                <a:lnTo>
                  <a:pt x="8210" y="8273"/>
                </a:lnTo>
                <a:lnTo>
                  <a:pt x="8658" y="8626"/>
                </a:lnTo>
                <a:lnTo>
                  <a:pt x="9107" y="8971"/>
                </a:lnTo>
                <a:lnTo>
                  <a:pt x="9556" y="9310"/>
                </a:lnTo>
                <a:lnTo>
                  <a:pt x="10005" y="9641"/>
                </a:lnTo>
                <a:lnTo>
                  <a:pt x="10454" y="9968"/>
                </a:lnTo>
                <a:lnTo>
                  <a:pt x="10904" y="10292"/>
                </a:lnTo>
                <a:lnTo>
                  <a:pt x="11354" y="10609"/>
                </a:lnTo>
                <a:lnTo>
                  <a:pt x="11804" y="10919"/>
                </a:lnTo>
                <a:lnTo>
                  <a:pt x="12254" y="11228"/>
                </a:lnTo>
                <a:lnTo>
                  <a:pt x="12705" y="11534"/>
                </a:lnTo>
                <a:lnTo>
                  <a:pt x="13156" y="11837"/>
                </a:lnTo>
                <a:lnTo>
                  <a:pt x="13607" y="12136"/>
                </a:lnTo>
                <a:lnTo>
                  <a:pt x="14058" y="12431"/>
                </a:lnTo>
                <a:lnTo>
                  <a:pt x="14510" y="12726"/>
                </a:lnTo>
                <a:lnTo>
                  <a:pt x="14954" y="13018"/>
                </a:lnTo>
                <a:lnTo>
                  <a:pt x="15398" y="13316"/>
                </a:lnTo>
                <a:lnTo>
                  <a:pt x="15842" y="13622"/>
                </a:lnTo>
                <a:lnTo>
                  <a:pt x="16286" y="13932"/>
                </a:lnTo>
                <a:lnTo>
                  <a:pt x="16729" y="14249"/>
                </a:lnTo>
                <a:lnTo>
                  <a:pt x="17172" y="14569"/>
                </a:lnTo>
                <a:lnTo>
                  <a:pt x="17615" y="14893"/>
                </a:lnTo>
                <a:lnTo>
                  <a:pt x="18058" y="15221"/>
                </a:lnTo>
                <a:lnTo>
                  <a:pt x="18501" y="15556"/>
                </a:lnTo>
                <a:lnTo>
                  <a:pt x="18945" y="15894"/>
                </a:lnTo>
                <a:lnTo>
                  <a:pt x="19387" y="16236"/>
                </a:lnTo>
                <a:lnTo>
                  <a:pt x="19829" y="16585"/>
                </a:lnTo>
                <a:lnTo>
                  <a:pt x="20273" y="16934"/>
                </a:lnTo>
                <a:lnTo>
                  <a:pt x="20715" y="17287"/>
                </a:lnTo>
                <a:lnTo>
                  <a:pt x="21158" y="17640"/>
                </a:lnTo>
                <a:lnTo>
                  <a:pt x="21600" y="18000"/>
                </a:lnTo>
                <a:lnTo>
                  <a:pt x="21600" y="19786"/>
                </a:lnTo>
                <a:lnTo>
                  <a:pt x="21600" y="21600"/>
                </a:lnTo>
                <a:lnTo>
                  <a:pt x="20633" y="21456"/>
                </a:lnTo>
                <a:lnTo>
                  <a:pt x="19716" y="21319"/>
                </a:lnTo>
                <a:lnTo>
                  <a:pt x="18846" y="21190"/>
                </a:lnTo>
                <a:lnTo>
                  <a:pt x="18021" y="21064"/>
                </a:lnTo>
                <a:lnTo>
                  <a:pt x="17240" y="20941"/>
                </a:lnTo>
                <a:lnTo>
                  <a:pt x="16500" y="20826"/>
                </a:lnTo>
                <a:lnTo>
                  <a:pt x="15801" y="20707"/>
                </a:lnTo>
                <a:lnTo>
                  <a:pt x="15140" y="20592"/>
                </a:lnTo>
                <a:lnTo>
                  <a:pt x="14516" y="20477"/>
                </a:lnTo>
                <a:lnTo>
                  <a:pt x="13926" y="20362"/>
                </a:lnTo>
                <a:lnTo>
                  <a:pt x="13369" y="20246"/>
                </a:lnTo>
                <a:lnTo>
                  <a:pt x="12843" y="20128"/>
                </a:lnTo>
                <a:lnTo>
                  <a:pt x="12346" y="20005"/>
                </a:lnTo>
                <a:lnTo>
                  <a:pt x="11877" y="19879"/>
                </a:lnTo>
                <a:lnTo>
                  <a:pt x="11434" y="19750"/>
                </a:lnTo>
                <a:lnTo>
                  <a:pt x="11014" y="19613"/>
                </a:lnTo>
                <a:lnTo>
                  <a:pt x="10616" y="19469"/>
                </a:lnTo>
                <a:lnTo>
                  <a:pt x="10238" y="19318"/>
                </a:lnTo>
                <a:lnTo>
                  <a:pt x="9880" y="19159"/>
                </a:lnTo>
                <a:lnTo>
                  <a:pt x="9537" y="18990"/>
                </a:lnTo>
                <a:lnTo>
                  <a:pt x="9210" y="18810"/>
                </a:lnTo>
                <a:lnTo>
                  <a:pt x="8895" y="18619"/>
                </a:lnTo>
                <a:lnTo>
                  <a:pt x="8592" y="18418"/>
                </a:lnTo>
                <a:lnTo>
                  <a:pt x="8299" y="18202"/>
                </a:lnTo>
                <a:lnTo>
                  <a:pt x="8013" y="17975"/>
                </a:lnTo>
                <a:lnTo>
                  <a:pt x="7733" y="17730"/>
                </a:lnTo>
                <a:lnTo>
                  <a:pt x="7457" y="17471"/>
                </a:lnTo>
                <a:lnTo>
                  <a:pt x="7182" y="17194"/>
                </a:lnTo>
                <a:lnTo>
                  <a:pt x="6909" y="16902"/>
                </a:lnTo>
                <a:lnTo>
                  <a:pt x="6634" y="16592"/>
                </a:lnTo>
                <a:lnTo>
                  <a:pt x="6356" y="16261"/>
                </a:lnTo>
                <a:lnTo>
                  <a:pt x="6074" y="15912"/>
                </a:lnTo>
                <a:lnTo>
                  <a:pt x="5784" y="15538"/>
                </a:lnTo>
                <a:lnTo>
                  <a:pt x="5486" y="15145"/>
                </a:lnTo>
                <a:lnTo>
                  <a:pt x="5177" y="14731"/>
                </a:lnTo>
                <a:lnTo>
                  <a:pt x="4857" y="14292"/>
                </a:lnTo>
                <a:lnTo>
                  <a:pt x="4522" y="13828"/>
                </a:lnTo>
                <a:lnTo>
                  <a:pt x="4172" y="13338"/>
                </a:lnTo>
                <a:lnTo>
                  <a:pt x="3804" y="12823"/>
                </a:lnTo>
                <a:lnTo>
                  <a:pt x="3486" y="12384"/>
                </a:lnTo>
                <a:lnTo>
                  <a:pt x="3166" y="11941"/>
                </a:lnTo>
                <a:lnTo>
                  <a:pt x="2841" y="11491"/>
                </a:lnTo>
                <a:lnTo>
                  <a:pt x="2072" y="10278"/>
                </a:lnTo>
                <a:lnTo>
                  <a:pt x="1511" y="9320"/>
                </a:lnTo>
                <a:lnTo>
                  <a:pt x="1114" y="8474"/>
                </a:lnTo>
                <a:lnTo>
                  <a:pt x="834" y="7603"/>
                </a:lnTo>
                <a:lnTo>
                  <a:pt x="626" y="6566"/>
                </a:lnTo>
                <a:lnTo>
                  <a:pt x="444" y="5216"/>
                </a:lnTo>
                <a:lnTo>
                  <a:pt x="245" y="3416"/>
                </a:lnTo>
                <a:lnTo>
                  <a:pt x="123" y="1721"/>
                </a:lnTo>
                <a:lnTo>
                  <a:pt x="0" y="0"/>
                </a:lnTo>
                <a:close/>
              </a:path>
            </a:pathLst>
          </a:custGeom>
          <a:solidFill>
            <a:srgbClr val="E3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0" name="contour_06148"/>
          <p:cNvSpPr/>
          <p:nvPr/>
        </p:nvSpPr>
        <p:spPr>
          <a:xfrm>
            <a:off x="8566477" y="3476292"/>
            <a:ext cx="160336" cy="671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71"/>
                </a:moveTo>
                <a:lnTo>
                  <a:pt x="20295" y="4139"/>
                </a:lnTo>
                <a:lnTo>
                  <a:pt x="19068" y="5799"/>
                </a:lnTo>
                <a:lnTo>
                  <a:pt x="17915" y="7356"/>
                </a:lnTo>
                <a:lnTo>
                  <a:pt x="16833" y="8813"/>
                </a:lnTo>
                <a:lnTo>
                  <a:pt x="15819" y="10170"/>
                </a:lnTo>
                <a:lnTo>
                  <a:pt x="14868" y="11434"/>
                </a:lnTo>
                <a:lnTo>
                  <a:pt x="13976" y="12604"/>
                </a:lnTo>
                <a:lnTo>
                  <a:pt x="13141" y="13688"/>
                </a:lnTo>
                <a:lnTo>
                  <a:pt x="12358" y="14685"/>
                </a:lnTo>
                <a:lnTo>
                  <a:pt x="11625" y="15599"/>
                </a:lnTo>
                <a:lnTo>
                  <a:pt x="10936" y="16436"/>
                </a:lnTo>
                <a:lnTo>
                  <a:pt x="10290" y="17196"/>
                </a:lnTo>
                <a:lnTo>
                  <a:pt x="9683" y="17881"/>
                </a:lnTo>
                <a:lnTo>
                  <a:pt x="9109" y="18500"/>
                </a:lnTo>
                <a:lnTo>
                  <a:pt x="8567" y="19049"/>
                </a:lnTo>
                <a:lnTo>
                  <a:pt x="8052" y="19536"/>
                </a:lnTo>
                <a:lnTo>
                  <a:pt x="7561" y="19963"/>
                </a:lnTo>
                <a:lnTo>
                  <a:pt x="7090" y="20331"/>
                </a:lnTo>
                <a:lnTo>
                  <a:pt x="6636" y="20648"/>
                </a:lnTo>
                <a:lnTo>
                  <a:pt x="6194" y="20911"/>
                </a:lnTo>
                <a:lnTo>
                  <a:pt x="5762" y="21129"/>
                </a:lnTo>
                <a:lnTo>
                  <a:pt x="5336" y="21300"/>
                </a:lnTo>
                <a:lnTo>
                  <a:pt x="4913" y="21429"/>
                </a:lnTo>
                <a:lnTo>
                  <a:pt x="4488" y="21520"/>
                </a:lnTo>
                <a:lnTo>
                  <a:pt x="4057" y="21577"/>
                </a:lnTo>
                <a:lnTo>
                  <a:pt x="3618" y="21600"/>
                </a:lnTo>
                <a:lnTo>
                  <a:pt x="3166" y="21595"/>
                </a:lnTo>
                <a:lnTo>
                  <a:pt x="2700" y="21565"/>
                </a:lnTo>
                <a:lnTo>
                  <a:pt x="2213" y="21511"/>
                </a:lnTo>
                <a:lnTo>
                  <a:pt x="1703" y="21438"/>
                </a:lnTo>
                <a:lnTo>
                  <a:pt x="1167" y="21349"/>
                </a:lnTo>
                <a:lnTo>
                  <a:pt x="601" y="21244"/>
                </a:lnTo>
                <a:lnTo>
                  <a:pt x="0" y="21131"/>
                </a:lnTo>
                <a:lnTo>
                  <a:pt x="576" y="20146"/>
                </a:lnTo>
                <a:lnTo>
                  <a:pt x="1161" y="19206"/>
                </a:lnTo>
                <a:lnTo>
                  <a:pt x="1754" y="18303"/>
                </a:lnTo>
                <a:lnTo>
                  <a:pt x="2352" y="17435"/>
                </a:lnTo>
                <a:lnTo>
                  <a:pt x="2959" y="16600"/>
                </a:lnTo>
                <a:lnTo>
                  <a:pt x="3571" y="15796"/>
                </a:lnTo>
                <a:lnTo>
                  <a:pt x="4188" y="15015"/>
                </a:lnTo>
                <a:lnTo>
                  <a:pt x="4811" y="14255"/>
                </a:lnTo>
                <a:lnTo>
                  <a:pt x="5438" y="13514"/>
                </a:lnTo>
                <a:lnTo>
                  <a:pt x="6070" y="12787"/>
                </a:lnTo>
                <a:lnTo>
                  <a:pt x="6704" y="12075"/>
                </a:lnTo>
                <a:lnTo>
                  <a:pt x="7341" y="11366"/>
                </a:lnTo>
                <a:lnTo>
                  <a:pt x="7981" y="10665"/>
                </a:lnTo>
                <a:lnTo>
                  <a:pt x="8623" y="9964"/>
                </a:lnTo>
                <a:lnTo>
                  <a:pt x="9266" y="9260"/>
                </a:lnTo>
                <a:lnTo>
                  <a:pt x="9829" y="8630"/>
                </a:lnTo>
                <a:lnTo>
                  <a:pt x="10395" y="7994"/>
                </a:lnTo>
                <a:lnTo>
                  <a:pt x="10971" y="7349"/>
                </a:lnTo>
                <a:lnTo>
                  <a:pt x="12365" y="5816"/>
                </a:lnTo>
                <a:lnTo>
                  <a:pt x="13588" y="4477"/>
                </a:lnTo>
                <a:lnTo>
                  <a:pt x="14659" y="3330"/>
                </a:lnTo>
                <a:lnTo>
                  <a:pt x="15589" y="2364"/>
                </a:lnTo>
                <a:lnTo>
                  <a:pt x="16397" y="1576"/>
                </a:lnTo>
                <a:lnTo>
                  <a:pt x="17096" y="952"/>
                </a:lnTo>
                <a:lnTo>
                  <a:pt x="17705" y="492"/>
                </a:lnTo>
                <a:lnTo>
                  <a:pt x="18236" y="185"/>
                </a:lnTo>
                <a:lnTo>
                  <a:pt x="18707" y="23"/>
                </a:lnTo>
                <a:lnTo>
                  <a:pt x="19132" y="0"/>
                </a:lnTo>
                <a:lnTo>
                  <a:pt x="19526" y="108"/>
                </a:lnTo>
                <a:lnTo>
                  <a:pt x="19907" y="342"/>
                </a:lnTo>
                <a:lnTo>
                  <a:pt x="20289" y="692"/>
                </a:lnTo>
                <a:lnTo>
                  <a:pt x="20689" y="1151"/>
                </a:lnTo>
                <a:lnTo>
                  <a:pt x="21120" y="1714"/>
                </a:lnTo>
                <a:lnTo>
                  <a:pt x="21600" y="2371"/>
                </a:lnTo>
                <a:close/>
              </a:path>
            </a:pathLst>
          </a:custGeom>
          <a:solidFill>
            <a:srgbClr val="9D9EA0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1" name="contour_06149"/>
          <p:cNvSpPr/>
          <p:nvPr/>
        </p:nvSpPr>
        <p:spPr>
          <a:xfrm>
            <a:off x="5582496" y="3308748"/>
            <a:ext cx="97936" cy="682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48" y="0"/>
                </a:moveTo>
                <a:lnTo>
                  <a:pt x="10348" y="1630"/>
                </a:lnTo>
                <a:lnTo>
                  <a:pt x="10348" y="3263"/>
                </a:lnTo>
                <a:lnTo>
                  <a:pt x="10348" y="4901"/>
                </a:lnTo>
                <a:lnTo>
                  <a:pt x="10348" y="6545"/>
                </a:lnTo>
                <a:lnTo>
                  <a:pt x="10348" y="8196"/>
                </a:lnTo>
                <a:lnTo>
                  <a:pt x="10348" y="9857"/>
                </a:lnTo>
                <a:lnTo>
                  <a:pt x="10348" y="11531"/>
                </a:lnTo>
                <a:lnTo>
                  <a:pt x="9394" y="11531"/>
                </a:lnTo>
                <a:lnTo>
                  <a:pt x="8436" y="11531"/>
                </a:lnTo>
                <a:lnTo>
                  <a:pt x="7474" y="11531"/>
                </a:lnTo>
                <a:lnTo>
                  <a:pt x="6505" y="11531"/>
                </a:lnTo>
                <a:lnTo>
                  <a:pt x="5526" y="11531"/>
                </a:lnTo>
                <a:lnTo>
                  <a:pt x="5526" y="12901"/>
                </a:lnTo>
                <a:lnTo>
                  <a:pt x="5526" y="14275"/>
                </a:lnTo>
                <a:lnTo>
                  <a:pt x="5526" y="15655"/>
                </a:lnTo>
                <a:lnTo>
                  <a:pt x="5526" y="17045"/>
                </a:lnTo>
                <a:lnTo>
                  <a:pt x="5526" y="18450"/>
                </a:lnTo>
                <a:lnTo>
                  <a:pt x="6462" y="18120"/>
                </a:lnTo>
                <a:lnTo>
                  <a:pt x="7410" y="17783"/>
                </a:lnTo>
                <a:lnTo>
                  <a:pt x="8247" y="17527"/>
                </a:lnTo>
                <a:lnTo>
                  <a:pt x="9091" y="17269"/>
                </a:lnTo>
                <a:lnTo>
                  <a:pt x="9946" y="17008"/>
                </a:lnTo>
                <a:lnTo>
                  <a:pt x="10768" y="16741"/>
                </a:lnTo>
                <a:lnTo>
                  <a:pt x="11594" y="16471"/>
                </a:lnTo>
                <a:lnTo>
                  <a:pt x="12433" y="16197"/>
                </a:lnTo>
                <a:lnTo>
                  <a:pt x="13615" y="16247"/>
                </a:lnTo>
                <a:lnTo>
                  <a:pt x="14716" y="16439"/>
                </a:lnTo>
                <a:lnTo>
                  <a:pt x="15754" y="16759"/>
                </a:lnTo>
                <a:lnTo>
                  <a:pt x="16746" y="17197"/>
                </a:lnTo>
                <a:lnTo>
                  <a:pt x="17709" y="17742"/>
                </a:lnTo>
                <a:lnTo>
                  <a:pt x="18658" y="18383"/>
                </a:lnTo>
                <a:lnTo>
                  <a:pt x="19612" y="19105"/>
                </a:lnTo>
                <a:lnTo>
                  <a:pt x="20587" y="19900"/>
                </a:lnTo>
                <a:lnTo>
                  <a:pt x="21600" y="20756"/>
                </a:lnTo>
                <a:lnTo>
                  <a:pt x="20520" y="20850"/>
                </a:lnTo>
                <a:lnTo>
                  <a:pt x="19441" y="20938"/>
                </a:lnTo>
                <a:lnTo>
                  <a:pt x="18361" y="21017"/>
                </a:lnTo>
                <a:lnTo>
                  <a:pt x="17283" y="21090"/>
                </a:lnTo>
                <a:lnTo>
                  <a:pt x="16202" y="21157"/>
                </a:lnTo>
                <a:lnTo>
                  <a:pt x="15122" y="21219"/>
                </a:lnTo>
                <a:lnTo>
                  <a:pt x="14042" y="21277"/>
                </a:lnTo>
                <a:lnTo>
                  <a:pt x="12960" y="21332"/>
                </a:lnTo>
                <a:lnTo>
                  <a:pt x="12597" y="21367"/>
                </a:lnTo>
                <a:lnTo>
                  <a:pt x="11956" y="21429"/>
                </a:lnTo>
                <a:lnTo>
                  <a:pt x="10487" y="21568"/>
                </a:lnTo>
                <a:lnTo>
                  <a:pt x="9342" y="21600"/>
                </a:lnTo>
                <a:lnTo>
                  <a:pt x="8244" y="21593"/>
                </a:lnTo>
                <a:lnTo>
                  <a:pt x="7174" y="21526"/>
                </a:lnTo>
                <a:lnTo>
                  <a:pt x="6108" y="21379"/>
                </a:lnTo>
                <a:lnTo>
                  <a:pt x="5029" y="21130"/>
                </a:lnTo>
                <a:lnTo>
                  <a:pt x="3919" y="20756"/>
                </a:lnTo>
                <a:lnTo>
                  <a:pt x="3183" y="19485"/>
                </a:lnTo>
                <a:lnTo>
                  <a:pt x="2562" y="18164"/>
                </a:lnTo>
                <a:lnTo>
                  <a:pt x="2038" y="16798"/>
                </a:lnTo>
                <a:lnTo>
                  <a:pt x="1595" y="15387"/>
                </a:lnTo>
                <a:lnTo>
                  <a:pt x="1217" y="13936"/>
                </a:lnTo>
                <a:lnTo>
                  <a:pt x="884" y="12449"/>
                </a:lnTo>
                <a:lnTo>
                  <a:pt x="582" y="10925"/>
                </a:lnTo>
                <a:lnTo>
                  <a:pt x="293" y="9370"/>
                </a:lnTo>
                <a:lnTo>
                  <a:pt x="0" y="7783"/>
                </a:lnTo>
                <a:lnTo>
                  <a:pt x="434" y="5927"/>
                </a:lnTo>
                <a:lnTo>
                  <a:pt x="834" y="4827"/>
                </a:lnTo>
                <a:lnTo>
                  <a:pt x="1429" y="4050"/>
                </a:lnTo>
                <a:lnTo>
                  <a:pt x="2450" y="3162"/>
                </a:lnTo>
                <a:lnTo>
                  <a:pt x="4215" y="2117"/>
                </a:lnTo>
                <a:lnTo>
                  <a:pt x="5573" y="1333"/>
                </a:lnTo>
                <a:lnTo>
                  <a:pt x="6614" y="773"/>
                </a:lnTo>
                <a:lnTo>
                  <a:pt x="7436" y="394"/>
                </a:lnTo>
                <a:lnTo>
                  <a:pt x="8127" y="166"/>
                </a:lnTo>
                <a:lnTo>
                  <a:pt x="8781" y="48"/>
                </a:lnTo>
                <a:lnTo>
                  <a:pt x="9490" y="7"/>
                </a:lnTo>
                <a:lnTo>
                  <a:pt x="10348" y="0"/>
                </a:lnTo>
                <a:close/>
              </a:path>
            </a:pathLst>
          </a:custGeom>
          <a:solidFill>
            <a:srgbClr val="818D96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2" name="contour_06150"/>
          <p:cNvSpPr/>
          <p:nvPr/>
        </p:nvSpPr>
        <p:spPr>
          <a:xfrm>
            <a:off x="3507816" y="3221292"/>
            <a:ext cx="66386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86" y="0"/>
                </a:moveTo>
                <a:lnTo>
                  <a:pt x="15662" y="0"/>
                </a:lnTo>
                <a:lnTo>
                  <a:pt x="16857" y="0"/>
                </a:lnTo>
                <a:lnTo>
                  <a:pt x="17014" y="792"/>
                </a:lnTo>
                <a:lnTo>
                  <a:pt x="17170" y="1584"/>
                </a:lnTo>
                <a:lnTo>
                  <a:pt x="17327" y="2377"/>
                </a:lnTo>
                <a:lnTo>
                  <a:pt x="17483" y="3170"/>
                </a:lnTo>
                <a:lnTo>
                  <a:pt x="17640" y="3965"/>
                </a:lnTo>
                <a:lnTo>
                  <a:pt x="17799" y="4759"/>
                </a:lnTo>
                <a:lnTo>
                  <a:pt x="17955" y="5556"/>
                </a:lnTo>
                <a:lnTo>
                  <a:pt x="18114" y="6354"/>
                </a:lnTo>
                <a:lnTo>
                  <a:pt x="18271" y="7154"/>
                </a:lnTo>
                <a:lnTo>
                  <a:pt x="18430" y="7956"/>
                </a:lnTo>
                <a:lnTo>
                  <a:pt x="18588" y="8759"/>
                </a:lnTo>
                <a:lnTo>
                  <a:pt x="18747" y="9565"/>
                </a:lnTo>
                <a:lnTo>
                  <a:pt x="18909" y="10374"/>
                </a:lnTo>
                <a:lnTo>
                  <a:pt x="19067" y="11185"/>
                </a:lnTo>
                <a:lnTo>
                  <a:pt x="19229" y="12000"/>
                </a:lnTo>
                <a:lnTo>
                  <a:pt x="20405" y="12000"/>
                </a:lnTo>
                <a:lnTo>
                  <a:pt x="21600" y="12000"/>
                </a:lnTo>
                <a:lnTo>
                  <a:pt x="21600" y="12848"/>
                </a:lnTo>
                <a:lnTo>
                  <a:pt x="21600" y="13698"/>
                </a:lnTo>
                <a:lnTo>
                  <a:pt x="21600" y="14550"/>
                </a:lnTo>
                <a:lnTo>
                  <a:pt x="21600" y="15406"/>
                </a:lnTo>
                <a:lnTo>
                  <a:pt x="21600" y="16265"/>
                </a:lnTo>
                <a:lnTo>
                  <a:pt x="21600" y="17129"/>
                </a:lnTo>
                <a:lnTo>
                  <a:pt x="21600" y="18000"/>
                </a:lnTo>
                <a:lnTo>
                  <a:pt x="21012" y="17406"/>
                </a:lnTo>
                <a:lnTo>
                  <a:pt x="20424" y="16808"/>
                </a:lnTo>
                <a:lnTo>
                  <a:pt x="19829" y="16208"/>
                </a:lnTo>
                <a:lnTo>
                  <a:pt x="19229" y="15600"/>
                </a:lnTo>
                <a:lnTo>
                  <a:pt x="17863" y="15928"/>
                </a:lnTo>
                <a:lnTo>
                  <a:pt x="16497" y="16256"/>
                </a:lnTo>
                <a:lnTo>
                  <a:pt x="15134" y="16586"/>
                </a:lnTo>
                <a:lnTo>
                  <a:pt x="13772" y="16918"/>
                </a:lnTo>
                <a:lnTo>
                  <a:pt x="12411" y="17250"/>
                </a:lnTo>
                <a:lnTo>
                  <a:pt x="11145" y="17556"/>
                </a:lnTo>
                <a:lnTo>
                  <a:pt x="9869" y="17864"/>
                </a:lnTo>
                <a:lnTo>
                  <a:pt x="8577" y="18178"/>
                </a:lnTo>
                <a:lnTo>
                  <a:pt x="7178" y="18598"/>
                </a:lnTo>
                <a:lnTo>
                  <a:pt x="5888" y="19026"/>
                </a:lnTo>
                <a:lnTo>
                  <a:pt x="4688" y="19471"/>
                </a:lnTo>
                <a:lnTo>
                  <a:pt x="3550" y="19943"/>
                </a:lnTo>
                <a:lnTo>
                  <a:pt x="2450" y="20449"/>
                </a:lnTo>
                <a:lnTo>
                  <a:pt x="1359" y="20999"/>
                </a:lnTo>
                <a:lnTo>
                  <a:pt x="258" y="21600"/>
                </a:lnTo>
                <a:lnTo>
                  <a:pt x="85" y="20774"/>
                </a:lnTo>
                <a:lnTo>
                  <a:pt x="0" y="20174"/>
                </a:lnTo>
                <a:lnTo>
                  <a:pt x="0" y="19627"/>
                </a:lnTo>
                <a:lnTo>
                  <a:pt x="85" y="18960"/>
                </a:lnTo>
                <a:lnTo>
                  <a:pt x="258" y="18000"/>
                </a:lnTo>
                <a:lnTo>
                  <a:pt x="1511" y="17411"/>
                </a:lnTo>
                <a:lnTo>
                  <a:pt x="2438" y="16999"/>
                </a:lnTo>
                <a:lnTo>
                  <a:pt x="3315" y="16657"/>
                </a:lnTo>
                <a:lnTo>
                  <a:pt x="4425" y="16277"/>
                </a:lnTo>
                <a:lnTo>
                  <a:pt x="6040" y="15750"/>
                </a:lnTo>
                <a:lnTo>
                  <a:pt x="7545" y="15181"/>
                </a:lnTo>
                <a:lnTo>
                  <a:pt x="8861" y="14641"/>
                </a:lnTo>
                <a:lnTo>
                  <a:pt x="10007" y="14110"/>
                </a:lnTo>
                <a:lnTo>
                  <a:pt x="10993" y="13565"/>
                </a:lnTo>
                <a:lnTo>
                  <a:pt x="11835" y="12986"/>
                </a:lnTo>
                <a:lnTo>
                  <a:pt x="12546" y="12352"/>
                </a:lnTo>
                <a:lnTo>
                  <a:pt x="13142" y="11640"/>
                </a:lnTo>
                <a:lnTo>
                  <a:pt x="13635" y="10830"/>
                </a:lnTo>
                <a:lnTo>
                  <a:pt x="14040" y="9900"/>
                </a:lnTo>
                <a:lnTo>
                  <a:pt x="14183" y="9227"/>
                </a:lnTo>
                <a:lnTo>
                  <a:pt x="14308" y="8552"/>
                </a:lnTo>
                <a:lnTo>
                  <a:pt x="14410" y="7877"/>
                </a:lnTo>
                <a:lnTo>
                  <a:pt x="14486" y="7200"/>
                </a:lnTo>
                <a:lnTo>
                  <a:pt x="13078" y="6962"/>
                </a:lnTo>
                <a:lnTo>
                  <a:pt x="11664" y="6724"/>
                </a:lnTo>
                <a:lnTo>
                  <a:pt x="10246" y="6485"/>
                </a:lnTo>
                <a:lnTo>
                  <a:pt x="8816" y="6244"/>
                </a:lnTo>
                <a:lnTo>
                  <a:pt x="7372" y="6000"/>
                </a:lnTo>
                <a:lnTo>
                  <a:pt x="7911" y="5287"/>
                </a:lnTo>
                <a:lnTo>
                  <a:pt x="8335" y="4800"/>
                </a:lnTo>
                <a:lnTo>
                  <a:pt x="8873" y="4313"/>
                </a:lnTo>
                <a:lnTo>
                  <a:pt x="9744" y="3600"/>
                </a:lnTo>
                <a:lnTo>
                  <a:pt x="11311" y="3600"/>
                </a:lnTo>
                <a:lnTo>
                  <a:pt x="12888" y="3600"/>
                </a:lnTo>
                <a:lnTo>
                  <a:pt x="14486" y="3600"/>
                </a:lnTo>
                <a:lnTo>
                  <a:pt x="14486" y="2887"/>
                </a:lnTo>
                <a:lnTo>
                  <a:pt x="14486" y="2172"/>
                </a:lnTo>
                <a:lnTo>
                  <a:pt x="14486" y="1454"/>
                </a:lnTo>
                <a:lnTo>
                  <a:pt x="14486" y="731"/>
                </a:lnTo>
                <a:lnTo>
                  <a:pt x="14486" y="0"/>
                </a:lnTo>
                <a:close/>
              </a:path>
            </a:pathLst>
          </a:custGeom>
          <a:solidFill>
            <a:srgbClr val="E8E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3" name="contour_06151"/>
          <p:cNvSpPr/>
          <p:nvPr/>
        </p:nvSpPr>
        <p:spPr>
          <a:xfrm>
            <a:off x="11372353" y="3272308"/>
            <a:ext cx="81888" cy="661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7" y="0"/>
                </a:moveTo>
                <a:lnTo>
                  <a:pt x="6874" y="409"/>
                </a:lnTo>
                <a:lnTo>
                  <a:pt x="7982" y="821"/>
                </a:lnTo>
                <a:lnTo>
                  <a:pt x="9085" y="1238"/>
                </a:lnTo>
                <a:lnTo>
                  <a:pt x="10191" y="1659"/>
                </a:lnTo>
                <a:lnTo>
                  <a:pt x="11294" y="2083"/>
                </a:lnTo>
                <a:lnTo>
                  <a:pt x="12321" y="2469"/>
                </a:lnTo>
                <a:lnTo>
                  <a:pt x="13355" y="2859"/>
                </a:lnTo>
                <a:lnTo>
                  <a:pt x="14403" y="3254"/>
                </a:lnTo>
                <a:lnTo>
                  <a:pt x="15660" y="3935"/>
                </a:lnTo>
                <a:lnTo>
                  <a:pt x="16765" y="4611"/>
                </a:lnTo>
                <a:lnTo>
                  <a:pt x="17749" y="5330"/>
                </a:lnTo>
                <a:lnTo>
                  <a:pt x="18645" y="6134"/>
                </a:lnTo>
                <a:lnTo>
                  <a:pt x="19489" y="7070"/>
                </a:lnTo>
                <a:lnTo>
                  <a:pt x="20312" y="8184"/>
                </a:lnTo>
                <a:lnTo>
                  <a:pt x="21146" y="9522"/>
                </a:lnTo>
                <a:lnTo>
                  <a:pt x="21448" y="11350"/>
                </a:lnTo>
                <a:lnTo>
                  <a:pt x="21600" y="12638"/>
                </a:lnTo>
                <a:lnTo>
                  <a:pt x="21600" y="13723"/>
                </a:lnTo>
                <a:lnTo>
                  <a:pt x="21448" y="14949"/>
                </a:lnTo>
                <a:lnTo>
                  <a:pt x="21146" y="16663"/>
                </a:lnTo>
                <a:lnTo>
                  <a:pt x="19941" y="17403"/>
                </a:lnTo>
                <a:lnTo>
                  <a:pt x="18707" y="18082"/>
                </a:lnTo>
                <a:lnTo>
                  <a:pt x="17448" y="18696"/>
                </a:lnTo>
                <a:lnTo>
                  <a:pt x="16163" y="19248"/>
                </a:lnTo>
                <a:lnTo>
                  <a:pt x="14860" y="19739"/>
                </a:lnTo>
                <a:lnTo>
                  <a:pt x="13541" y="20169"/>
                </a:lnTo>
                <a:lnTo>
                  <a:pt x="12205" y="20541"/>
                </a:lnTo>
                <a:lnTo>
                  <a:pt x="10860" y="20855"/>
                </a:lnTo>
                <a:lnTo>
                  <a:pt x="9502" y="21114"/>
                </a:lnTo>
                <a:lnTo>
                  <a:pt x="8141" y="21314"/>
                </a:lnTo>
                <a:lnTo>
                  <a:pt x="6776" y="21464"/>
                </a:lnTo>
                <a:lnTo>
                  <a:pt x="5410" y="21557"/>
                </a:lnTo>
                <a:lnTo>
                  <a:pt x="4047" y="21600"/>
                </a:lnTo>
                <a:lnTo>
                  <a:pt x="2689" y="21590"/>
                </a:lnTo>
                <a:lnTo>
                  <a:pt x="1340" y="21531"/>
                </a:lnTo>
                <a:lnTo>
                  <a:pt x="0" y="21424"/>
                </a:lnTo>
                <a:lnTo>
                  <a:pt x="0" y="19850"/>
                </a:lnTo>
                <a:lnTo>
                  <a:pt x="0" y="18267"/>
                </a:lnTo>
                <a:lnTo>
                  <a:pt x="0" y="16663"/>
                </a:lnTo>
                <a:lnTo>
                  <a:pt x="1121" y="15911"/>
                </a:lnTo>
                <a:lnTo>
                  <a:pt x="2220" y="15216"/>
                </a:lnTo>
                <a:lnTo>
                  <a:pt x="3312" y="14566"/>
                </a:lnTo>
                <a:lnTo>
                  <a:pt x="4418" y="13952"/>
                </a:lnTo>
                <a:lnTo>
                  <a:pt x="5550" y="13366"/>
                </a:lnTo>
                <a:lnTo>
                  <a:pt x="6728" y="12795"/>
                </a:lnTo>
                <a:lnTo>
                  <a:pt x="7693" y="12314"/>
                </a:lnTo>
                <a:lnTo>
                  <a:pt x="8674" y="11828"/>
                </a:lnTo>
                <a:lnTo>
                  <a:pt x="9866" y="11243"/>
                </a:lnTo>
                <a:lnTo>
                  <a:pt x="11061" y="10664"/>
                </a:lnTo>
                <a:lnTo>
                  <a:pt x="12259" y="10091"/>
                </a:lnTo>
                <a:lnTo>
                  <a:pt x="13457" y="9522"/>
                </a:lnTo>
                <a:lnTo>
                  <a:pt x="12505" y="8343"/>
                </a:lnTo>
                <a:lnTo>
                  <a:pt x="11552" y="7163"/>
                </a:lnTo>
                <a:lnTo>
                  <a:pt x="10598" y="5982"/>
                </a:lnTo>
                <a:lnTo>
                  <a:pt x="9641" y="4797"/>
                </a:lnTo>
                <a:lnTo>
                  <a:pt x="8680" y="3606"/>
                </a:lnTo>
                <a:lnTo>
                  <a:pt x="7715" y="2411"/>
                </a:lnTo>
                <a:lnTo>
                  <a:pt x="6744" y="1209"/>
                </a:lnTo>
                <a:lnTo>
                  <a:pt x="5767" y="0"/>
                </a:lnTo>
                <a:close/>
              </a:path>
            </a:pathLst>
          </a:custGeom>
          <a:solidFill>
            <a:srgbClr val="C3D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4" name="contour_06152"/>
          <p:cNvSpPr/>
          <p:nvPr/>
        </p:nvSpPr>
        <p:spPr>
          <a:xfrm>
            <a:off x="5432640" y="3264969"/>
            <a:ext cx="87456" cy="448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75" y="6822"/>
                </a:moveTo>
                <a:lnTo>
                  <a:pt x="19642" y="8054"/>
                </a:lnTo>
                <a:lnTo>
                  <a:pt x="20614" y="9292"/>
                </a:lnTo>
                <a:lnTo>
                  <a:pt x="21600" y="10547"/>
                </a:lnTo>
                <a:lnTo>
                  <a:pt x="21600" y="12866"/>
                </a:lnTo>
                <a:lnTo>
                  <a:pt x="21600" y="15199"/>
                </a:lnTo>
                <a:lnTo>
                  <a:pt x="21600" y="17563"/>
                </a:lnTo>
                <a:lnTo>
                  <a:pt x="19219" y="18668"/>
                </a:lnTo>
                <a:lnTo>
                  <a:pt x="17161" y="19604"/>
                </a:lnTo>
                <a:lnTo>
                  <a:pt x="15394" y="20362"/>
                </a:lnTo>
                <a:lnTo>
                  <a:pt x="13873" y="20944"/>
                </a:lnTo>
                <a:lnTo>
                  <a:pt x="12562" y="21344"/>
                </a:lnTo>
                <a:lnTo>
                  <a:pt x="11421" y="21565"/>
                </a:lnTo>
                <a:lnTo>
                  <a:pt x="10409" y="21600"/>
                </a:lnTo>
                <a:lnTo>
                  <a:pt x="9491" y="21446"/>
                </a:lnTo>
                <a:lnTo>
                  <a:pt x="8624" y="21105"/>
                </a:lnTo>
                <a:lnTo>
                  <a:pt x="7772" y="20569"/>
                </a:lnTo>
                <a:lnTo>
                  <a:pt x="6894" y="19843"/>
                </a:lnTo>
                <a:lnTo>
                  <a:pt x="5951" y="18917"/>
                </a:lnTo>
                <a:lnTo>
                  <a:pt x="4903" y="17791"/>
                </a:lnTo>
                <a:lnTo>
                  <a:pt x="3713" y="16468"/>
                </a:lnTo>
                <a:lnTo>
                  <a:pt x="2425" y="14795"/>
                </a:lnTo>
                <a:lnTo>
                  <a:pt x="1609" y="13620"/>
                </a:lnTo>
                <a:lnTo>
                  <a:pt x="916" y="12389"/>
                </a:lnTo>
                <a:lnTo>
                  <a:pt x="0" y="10547"/>
                </a:lnTo>
                <a:lnTo>
                  <a:pt x="0" y="8229"/>
                </a:lnTo>
                <a:lnTo>
                  <a:pt x="0" y="5896"/>
                </a:lnTo>
                <a:lnTo>
                  <a:pt x="0" y="3532"/>
                </a:lnTo>
                <a:lnTo>
                  <a:pt x="1039" y="2192"/>
                </a:lnTo>
                <a:lnTo>
                  <a:pt x="2158" y="1200"/>
                </a:lnTo>
                <a:lnTo>
                  <a:pt x="3350" y="519"/>
                </a:lnTo>
                <a:lnTo>
                  <a:pt x="4599" y="130"/>
                </a:lnTo>
                <a:lnTo>
                  <a:pt x="5895" y="0"/>
                </a:lnTo>
                <a:lnTo>
                  <a:pt x="7225" y="102"/>
                </a:lnTo>
                <a:lnTo>
                  <a:pt x="8577" y="407"/>
                </a:lnTo>
                <a:lnTo>
                  <a:pt x="9936" y="887"/>
                </a:lnTo>
                <a:lnTo>
                  <a:pt x="11293" y="1515"/>
                </a:lnTo>
                <a:lnTo>
                  <a:pt x="12634" y="2262"/>
                </a:lnTo>
                <a:lnTo>
                  <a:pt x="13948" y="3104"/>
                </a:lnTo>
                <a:lnTo>
                  <a:pt x="15221" y="4006"/>
                </a:lnTo>
                <a:lnTo>
                  <a:pt x="16441" y="4946"/>
                </a:lnTo>
                <a:lnTo>
                  <a:pt x="17597" y="5893"/>
                </a:lnTo>
                <a:lnTo>
                  <a:pt x="18675" y="6822"/>
                </a:lnTo>
                <a:close/>
              </a:path>
            </a:pathLst>
          </a:custGeom>
          <a:solidFill>
            <a:srgbClr val="D7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5" name="contour_06153"/>
          <p:cNvSpPr/>
          <p:nvPr/>
        </p:nvSpPr>
        <p:spPr>
          <a:xfrm>
            <a:off x="5017225" y="3278146"/>
            <a:ext cx="174912" cy="30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18" y="46"/>
                </a:moveTo>
                <a:lnTo>
                  <a:pt x="4787" y="51"/>
                </a:lnTo>
                <a:lnTo>
                  <a:pt x="5259" y="57"/>
                </a:lnTo>
                <a:lnTo>
                  <a:pt x="5738" y="57"/>
                </a:lnTo>
                <a:lnTo>
                  <a:pt x="6215" y="57"/>
                </a:lnTo>
                <a:lnTo>
                  <a:pt x="6698" y="57"/>
                </a:lnTo>
                <a:lnTo>
                  <a:pt x="7186" y="57"/>
                </a:lnTo>
                <a:lnTo>
                  <a:pt x="7829" y="129"/>
                </a:lnTo>
                <a:lnTo>
                  <a:pt x="8470" y="242"/>
                </a:lnTo>
                <a:lnTo>
                  <a:pt x="9109" y="391"/>
                </a:lnTo>
                <a:lnTo>
                  <a:pt x="9745" y="581"/>
                </a:lnTo>
                <a:lnTo>
                  <a:pt x="10381" y="813"/>
                </a:lnTo>
                <a:lnTo>
                  <a:pt x="11013" y="1080"/>
                </a:lnTo>
                <a:lnTo>
                  <a:pt x="11645" y="1389"/>
                </a:lnTo>
                <a:lnTo>
                  <a:pt x="12276" y="1734"/>
                </a:lnTo>
                <a:lnTo>
                  <a:pt x="12907" y="2114"/>
                </a:lnTo>
                <a:lnTo>
                  <a:pt x="13537" y="2536"/>
                </a:lnTo>
                <a:lnTo>
                  <a:pt x="14167" y="2994"/>
                </a:lnTo>
                <a:lnTo>
                  <a:pt x="14797" y="3493"/>
                </a:lnTo>
                <a:lnTo>
                  <a:pt x="15428" y="4023"/>
                </a:lnTo>
                <a:lnTo>
                  <a:pt x="16059" y="4594"/>
                </a:lnTo>
                <a:lnTo>
                  <a:pt x="16691" y="5201"/>
                </a:lnTo>
                <a:lnTo>
                  <a:pt x="17325" y="5844"/>
                </a:lnTo>
                <a:lnTo>
                  <a:pt x="17755" y="6291"/>
                </a:lnTo>
                <a:lnTo>
                  <a:pt x="18188" y="6744"/>
                </a:lnTo>
                <a:lnTo>
                  <a:pt x="18627" y="7197"/>
                </a:lnTo>
                <a:lnTo>
                  <a:pt x="19712" y="8447"/>
                </a:lnTo>
                <a:lnTo>
                  <a:pt x="20409" y="9285"/>
                </a:lnTo>
                <a:lnTo>
                  <a:pt x="20861" y="9913"/>
                </a:lnTo>
                <a:lnTo>
                  <a:pt x="21210" y="10525"/>
                </a:lnTo>
                <a:lnTo>
                  <a:pt x="21600" y="11312"/>
                </a:lnTo>
                <a:lnTo>
                  <a:pt x="21600" y="13868"/>
                </a:lnTo>
                <a:lnTo>
                  <a:pt x="21600" y="16456"/>
                </a:lnTo>
                <a:lnTo>
                  <a:pt x="20966" y="16528"/>
                </a:lnTo>
                <a:lnTo>
                  <a:pt x="20335" y="16590"/>
                </a:lnTo>
                <a:lnTo>
                  <a:pt x="19705" y="16641"/>
                </a:lnTo>
                <a:lnTo>
                  <a:pt x="19078" y="16672"/>
                </a:lnTo>
                <a:lnTo>
                  <a:pt x="18452" y="16687"/>
                </a:lnTo>
                <a:lnTo>
                  <a:pt x="17827" y="16682"/>
                </a:lnTo>
                <a:lnTo>
                  <a:pt x="17204" y="16651"/>
                </a:lnTo>
                <a:lnTo>
                  <a:pt x="16581" y="16590"/>
                </a:lnTo>
                <a:lnTo>
                  <a:pt x="15959" y="16502"/>
                </a:lnTo>
                <a:lnTo>
                  <a:pt x="15338" y="16379"/>
                </a:lnTo>
                <a:lnTo>
                  <a:pt x="14716" y="16214"/>
                </a:lnTo>
                <a:lnTo>
                  <a:pt x="14095" y="16014"/>
                </a:lnTo>
                <a:lnTo>
                  <a:pt x="13474" y="15772"/>
                </a:lnTo>
                <a:lnTo>
                  <a:pt x="12852" y="15484"/>
                </a:lnTo>
                <a:lnTo>
                  <a:pt x="12230" y="15144"/>
                </a:lnTo>
                <a:lnTo>
                  <a:pt x="11607" y="14753"/>
                </a:lnTo>
                <a:lnTo>
                  <a:pt x="10984" y="14311"/>
                </a:lnTo>
                <a:lnTo>
                  <a:pt x="10358" y="13807"/>
                </a:lnTo>
                <a:lnTo>
                  <a:pt x="9732" y="13241"/>
                </a:lnTo>
                <a:lnTo>
                  <a:pt x="9028" y="12732"/>
                </a:lnTo>
                <a:lnTo>
                  <a:pt x="8348" y="12402"/>
                </a:lnTo>
                <a:lnTo>
                  <a:pt x="7690" y="12253"/>
                </a:lnTo>
                <a:lnTo>
                  <a:pt x="7051" y="12274"/>
                </a:lnTo>
                <a:lnTo>
                  <a:pt x="6425" y="12469"/>
                </a:lnTo>
                <a:lnTo>
                  <a:pt x="5811" y="12834"/>
                </a:lnTo>
                <a:lnTo>
                  <a:pt x="5205" y="13369"/>
                </a:lnTo>
                <a:lnTo>
                  <a:pt x="4604" y="14069"/>
                </a:lnTo>
                <a:lnTo>
                  <a:pt x="4003" y="14933"/>
                </a:lnTo>
                <a:lnTo>
                  <a:pt x="3400" y="15957"/>
                </a:lnTo>
                <a:lnTo>
                  <a:pt x="2792" y="17135"/>
                </a:lnTo>
                <a:lnTo>
                  <a:pt x="2175" y="18472"/>
                </a:lnTo>
                <a:lnTo>
                  <a:pt x="1545" y="19964"/>
                </a:lnTo>
                <a:lnTo>
                  <a:pt x="900" y="21600"/>
                </a:lnTo>
                <a:lnTo>
                  <a:pt x="650" y="17927"/>
                </a:lnTo>
                <a:lnTo>
                  <a:pt x="478" y="15288"/>
                </a:lnTo>
                <a:lnTo>
                  <a:pt x="341" y="12943"/>
                </a:lnTo>
                <a:lnTo>
                  <a:pt x="196" y="10149"/>
                </a:lnTo>
                <a:lnTo>
                  <a:pt x="0" y="6168"/>
                </a:lnTo>
                <a:lnTo>
                  <a:pt x="562" y="3452"/>
                </a:lnTo>
                <a:lnTo>
                  <a:pt x="1119" y="1667"/>
                </a:lnTo>
                <a:lnTo>
                  <a:pt x="1684" y="622"/>
                </a:lnTo>
                <a:lnTo>
                  <a:pt x="2273" y="134"/>
                </a:lnTo>
                <a:lnTo>
                  <a:pt x="2899" y="0"/>
                </a:lnTo>
                <a:lnTo>
                  <a:pt x="3576" y="36"/>
                </a:lnTo>
                <a:lnTo>
                  <a:pt x="4318" y="46"/>
                </a:lnTo>
                <a:close/>
              </a:path>
            </a:pathLst>
          </a:custGeom>
          <a:solidFill>
            <a:srgbClr val="C0CED6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6" name="contour_06154"/>
          <p:cNvSpPr/>
          <p:nvPr/>
        </p:nvSpPr>
        <p:spPr>
          <a:xfrm>
            <a:off x="5767888" y="3192140"/>
            <a:ext cx="66875" cy="844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32" y="0"/>
                </a:moveTo>
                <a:lnTo>
                  <a:pt x="19999" y="0"/>
                </a:lnTo>
                <a:lnTo>
                  <a:pt x="21186" y="0"/>
                </a:lnTo>
                <a:lnTo>
                  <a:pt x="21247" y="1183"/>
                </a:lnTo>
                <a:lnTo>
                  <a:pt x="21303" y="2368"/>
                </a:lnTo>
                <a:lnTo>
                  <a:pt x="21353" y="3551"/>
                </a:lnTo>
                <a:lnTo>
                  <a:pt x="21400" y="4734"/>
                </a:lnTo>
                <a:lnTo>
                  <a:pt x="21442" y="5918"/>
                </a:lnTo>
                <a:lnTo>
                  <a:pt x="21480" y="7102"/>
                </a:lnTo>
                <a:lnTo>
                  <a:pt x="21508" y="7604"/>
                </a:lnTo>
                <a:lnTo>
                  <a:pt x="21600" y="9117"/>
                </a:lnTo>
                <a:lnTo>
                  <a:pt x="21598" y="10505"/>
                </a:lnTo>
                <a:lnTo>
                  <a:pt x="21515" y="11792"/>
                </a:lnTo>
                <a:lnTo>
                  <a:pt x="21341" y="12996"/>
                </a:lnTo>
                <a:lnTo>
                  <a:pt x="21061" y="14130"/>
                </a:lnTo>
                <a:lnTo>
                  <a:pt x="20663" y="15217"/>
                </a:lnTo>
                <a:lnTo>
                  <a:pt x="20136" y="16271"/>
                </a:lnTo>
                <a:lnTo>
                  <a:pt x="19467" y="17307"/>
                </a:lnTo>
                <a:lnTo>
                  <a:pt x="18641" y="18347"/>
                </a:lnTo>
                <a:lnTo>
                  <a:pt x="17650" y="19403"/>
                </a:lnTo>
                <a:lnTo>
                  <a:pt x="16478" y="20495"/>
                </a:lnTo>
                <a:lnTo>
                  <a:pt x="14919" y="20981"/>
                </a:lnTo>
                <a:lnTo>
                  <a:pt x="13476" y="21307"/>
                </a:lnTo>
                <a:lnTo>
                  <a:pt x="12083" y="21501"/>
                </a:lnTo>
                <a:lnTo>
                  <a:pt x="10666" y="21589"/>
                </a:lnTo>
                <a:lnTo>
                  <a:pt x="9152" y="21600"/>
                </a:lnTo>
                <a:lnTo>
                  <a:pt x="7476" y="21557"/>
                </a:lnTo>
                <a:lnTo>
                  <a:pt x="6111" y="21015"/>
                </a:lnTo>
                <a:lnTo>
                  <a:pt x="5190" y="20538"/>
                </a:lnTo>
                <a:lnTo>
                  <a:pt x="4494" y="19931"/>
                </a:lnTo>
                <a:lnTo>
                  <a:pt x="3802" y="19006"/>
                </a:lnTo>
                <a:lnTo>
                  <a:pt x="2895" y="17570"/>
                </a:lnTo>
                <a:lnTo>
                  <a:pt x="2425" y="16322"/>
                </a:lnTo>
                <a:lnTo>
                  <a:pt x="1996" y="15070"/>
                </a:lnTo>
                <a:lnTo>
                  <a:pt x="1601" y="13812"/>
                </a:lnTo>
                <a:lnTo>
                  <a:pt x="1236" y="12550"/>
                </a:lnTo>
                <a:lnTo>
                  <a:pt x="897" y="11283"/>
                </a:lnTo>
                <a:lnTo>
                  <a:pt x="581" y="10013"/>
                </a:lnTo>
                <a:lnTo>
                  <a:pt x="282" y="8735"/>
                </a:lnTo>
                <a:lnTo>
                  <a:pt x="0" y="7453"/>
                </a:lnTo>
                <a:lnTo>
                  <a:pt x="1554" y="7453"/>
                </a:lnTo>
                <a:lnTo>
                  <a:pt x="3110" y="7453"/>
                </a:lnTo>
                <a:lnTo>
                  <a:pt x="4673" y="7453"/>
                </a:lnTo>
                <a:lnTo>
                  <a:pt x="6243" y="7453"/>
                </a:lnTo>
                <a:lnTo>
                  <a:pt x="7822" y="7453"/>
                </a:lnTo>
                <a:lnTo>
                  <a:pt x="9416" y="7453"/>
                </a:lnTo>
                <a:lnTo>
                  <a:pt x="9027" y="8682"/>
                </a:lnTo>
                <a:lnTo>
                  <a:pt x="8639" y="9914"/>
                </a:lnTo>
                <a:lnTo>
                  <a:pt x="8248" y="11151"/>
                </a:lnTo>
                <a:lnTo>
                  <a:pt x="7855" y="12394"/>
                </a:lnTo>
                <a:lnTo>
                  <a:pt x="7460" y="13644"/>
                </a:lnTo>
                <a:lnTo>
                  <a:pt x="7062" y="14906"/>
                </a:lnTo>
                <a:lnTo>
                  <a:pt x="8616" y="14906"/>
                </a:lnTo>
                <a:lnTo>
                  <a:pt x="10171" y="14906"/>
                </a:lnTo>
                <a:lnTo>
                  <a:pt x="11735" y="14906"/>
                </a:lnTo>
                <a:lnTo>
                  <a:pt x="13305" y="14906"/>
                </a:lnTo>
                <a:lnTo>
                  <a:pt x="14884" y="14906"/>
                </a:lnTo>
                <a:lnTo>
                  <a:pt x="16478" y="14906"/>
                </a:lnTo>
                <a:lnTo>
                  <a:pt x="16673" y="13676"/>
                </a:lnTo>
                <a:lnTo>
                  <a:pt x="16866" y="12446"/>
                </a:lnTo>
                <a:lnTo>
                  <a:pt x="17062" y="11215"/>
                </a:lnTo>
                <a:lnTo>
                  <a:pt x="17255" y="9981"/>
                </a:lnTo>
                <a:lnTo>
                  <a:pt x="17450" y="8746"/>
                </a:lnTo>
                <a:lnTo>
                  <a:pt x="17645" y="7509"/>
                </a:lnTo>
                <a:lnTo>
                  <a:pt x="17841" y="6268"/>
                </a:lnTo>
                <a:lnTo>
                  <a:pt x="18038" y="5023"/>
                </a:lnTo>
                <a:lnTo>
                  <a:pt x="18236" y="3775"/>
                </a:lnTo>
                <a:lnTo>
                  <a:pt x="18434" y="2523"/>
                </a:lnTo>
                <a:lnTo>
                  <a:pt x="18632" y="1263"/>
                </a:lnTo>
                <a:lnTo>
                  <a:pt x="18832" y="0"/>
                </a:lnTo>
                <a:close/>
              </a:path>
            </a:pathLst>
          </a:custGeom>
          <a:solidFill>
            <a:srgbClr val="ACBBC2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7" name="contour_06155"/>
          <p:cNvSpPr/>
          <p:nvPr/>
        </p:nvSpPr>
        <p:spPr>
          <a:xfrm>
            <a:off x="11146426" y="3207270"/>
            <a:ext cx="145760" cy="43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844"/>
                </a:moveTo>
                <a:lnTo>
                  <a:pt x="15461" y="1424"/>
                </a:lnTo>
                <a:lnTo>
                  <a:pt x="16070" y="2022"/>
                </a:lnTo>
                <a:lnTo>
                  <a:pt x="16677" y="2648"/>
                </a:lnTo>
                <a:lnTo>
                  <a:pt x="17280" y="3306"/>
                </a:lnTo>
                <a:lnTo>
                  <a:pt x="16744" y="3972"/>
                </a:lnTo>
                <a:lnTo>
                  <a:pt x="16200" y="4648"/>
                </a:lnTo>
                <a:lnTo>
                  <a:pt x="15664" y="5757"/>
                </a:lnTo>
                <a:lnTo>
                  <a:pt x="15120" y="6884"/>
                </a:lnTo>
                <a:lnTo>
                  <a:pt x="15120" y="9249"/>
                </a:lnTo>
                <a:lnTo>
                  <a:pt x="15120" y="11628"/>
                </a:lnTo>
                <a:lnTo>
                  <a:pt x="15120" y="14040"/>
                </a:lnTo>
                <a:lnTo>
                  <a:pt x="15833" y="14040"/>
                </a:lnTo>
                <a:lnTo>
                  <a:pt x="16547" y="14040"/>
                </a:lnTo>
                <a:lnTo>
                  <a:pt x="17261" y="14040"/>
                </a:lnTo>
                <a:lnTo>
                  <a:pt x="17977" y="14040"/>
                </a:lnTo>
                <a:lnTo>
                  <a:pt x="18695" y="14040"/>
                </a:lnTo>
                <a:lnTo>
                  <a:pt x="19416" y="14040"/>
                </a:lnTo>
                <a:lnTo>
                  <a:pt x="20140" y="14040"/>
                </a:lnTo>
                <a:lnTo>
                  <a:pt x="20868" y="14040"/>
                </a:lnTo>
                <a:lnTo>
                  <a:pt x="21600" y="14040"/>
                </a:lnTo>
                <a:lnTo>
                  <a:pt x="21600" y="15814"/>
                </a:lnTo>
                <a:lnTo>
                  <a:pt x="21600" y="17618"/>
                </a:lnTo>
                <a:lnTo>
                  <a:pt x="20865" y="17822"/>
                </a:lnTo>
                <a:lnTo>
                  <a:pt x="20128" y="18018"/>
                </a:lnTo>
                <a:lnTo>
                  <a:pt x="19392" y="18215"/>
                </a:lnTo>
                <a:lnTo>
                  <a:pt x="18656" y="18408"/>
                </a:lnTo>
                <a:lnTo>
                  <a:pt x="17920" y="18598"/>
                </a:lnTo>
                <a:lnTo>
                  <a:pt x="17184" y="18788"/>
                </a:lnTo>
                <a:lnTo>
                  <a:pt x="16447" y="18974"/>
                </a:lnTo>
                <a:lnTo>
                  <a:pt x="15712" y="19160"/>
                </a:lnTo>
                <a:lnTo>
                  <a:pt x="14975" y="19346"/>
                </a:lnTo>
                <a:lnTo>
                  <a:pt x="14226" y="19536"/>
                </a:lnTo>
                <a:lnTo>
                  <a:pt x="13477" y="19732"/>
                </a:lnTo>
                <a:lnTo>
                  <a:pt x="12729" y="19940"/>
                </a:lnTo>
                <a:lnTo>
                  <a:pt x="11210" y="20355"/>
                </a:lnTo>
                <a:lnTo>
                  <a:pt x="9865" y="20716"/>
                </a:lnTo>
                <a:lnTo>
                  <a:pt x="8679" y="21020"/>
                </a:lnTo>
                <a:lnTo>
                  <a:pt x="7636" y="21264"/>
                </a:lnTo>
                <a:lnTo>
                  <a:pt x="6719" y="21443"/>
                </a:lnTo>
                <a:lnTo>
                  <a:pt x="5914" y="21557"/>
                </a:lnTo>
                <a:lnTo>
                  <a:pt x="5207" y="21600"/>
                </a:lnTo>
                <a:lnTo>
                  <a:pt x="4579" y="21575"/>
                </a:lnTo>
                <a:lnTo>
                  <a:pt x="4017" y="21471"/>
                </a:lnTo>
                <a:lnTo>
                  <a:pt x="3505" y="21292"/>
                </a:lnTo>
                <a:lnTo>
                  <a:pt x="3026" y="21031"/>
                </a:lnTo>
                <a:lnTo>
                  <a:pt x="2566" y="20688"/>
                </a:lnTo>
                <a:lnTo>
                  <a:pt x="2109" y="20258"/>
                </a:lnTo>
                <a:lnTo>
                  <a:pt x="1639" y="19739"/>
                </a:lnTo>
                <a:lnTo>
                  <a:pt x="1142" y="19128"/>
                </a:lnTo>
                <a:lnTo>
                  <a:pt x="600" y="18423"/>
                </a:lnTo>
                <a:lnTo>
                  <a:pt x="0" y="17618"/>
                </a:lnTo>
                <a:lnTo>
                  <a:pt x="0" y="15843"/>
                </a:lnTo>
                <a:lnTo>
                  <a:pt x="0" y="14040"/>
                </a:lnTo>
                <a:lnTo>
                  <a:pt x="745" y="13839"/>
                </a:lnTo>
                <a:lnTo>
                  <a:pt x="1502" y="13636"/>
                </a:lnTo>
                <a:lnTo>
                  <a:pt x="2899" y="13135"/>
                </a:lnTo>
                <a:lnTo>
                  <a:pt x="4072" y="12695"/>
                </a:lnTo>
                <a:lnTo>
                  <a:pt x="5049" y="12283"/>
                </a:lnTo>
                <a:lnTo>
                  <a:pt x="5861" y="11864"/>
                </a:lnTo>
                <a:lnTo>
                  <a:pt x="6535" y="11414"/>
                </a:lnTo>
                <a:lnTo>
                  <a:pt x="7102" y="10895"/>
                </a:lnTo>
                <a:lnTo>
                  <a:pt x="7589" y="10279"/>
                </a:lnTo>
                <a:lnTo>
                  <a:pt x="8027" y="9535"/>
                </a:lnTo>
                <a:lnTo>
                  <a:pt x="8442" y="8630"/>
                </a:lnTo>
                <a:lnTo>
                  <a:pt x="8867" y="7535"/>
                </a:lnTo>
                <a:lnTo>
                  <a:pt x="9328" y="6218"/>
                </a:lnTo>
                <a:lnTo>
                  <a:pt x="9855" y="4648"/>
                </a:lnTo>
                <a:lnTo>
                  <a:pt x="10565" y="2701"/>
                </a:lnTo>
                <a:lnTo>
                  <a:pt x="11210" y="1327"/>
                </a:lnTo>
                <a:lnTo>
                  <a:pt x="11831" y="458"/>
                </a:lnTo>
                <a:lnTo>
                  <a:pt x="12468" y="36"/>
                </a:lnTo>
                <a:lnTo>
                  <a:pt x="13157" y="0"/>
                </a:lnTo>
                <a:lnTo>
                  <a:pt x="13937" y="290"/>
                </a:lnTo>
                <a:lnTo>
                  <a:pt x="14850" y="844"/>
                </a:lnTo>
                <a:close/>
              </a:path>
            </a:pathLst>
          </a:custGeom>
          <a:solidFill>
            <a:srgbClr val="C9E0EF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8" name="contour_06156"/>
          <p:cNvSpPr/>
          <p:nvPr/>
        </p:nvSpPr>
        <p:spPr>
          <a:xfrm>
            <a:off x="6897527" y="3206716"/>
            <a:ext cx="10891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36" y="0"/>
                </a:moveTo>
                <a:lnTo>
                  <a:pt x="20636" y="2092"/>
                </a:lnTo>
                <a:lnTo>
                  <a:pt x="20965" y="4073"/>
                </a:lnTo>
                <a:lnTo>
                  <a:pt x="21226" y="6002"/>
                </a:lnTo>
                <a:lnTo>
                  <a:pt x="21418" y="7927"/>
                </a:lnTo>
                <a:lnTo>
                  <a:pt x="21544" y="9911"/>
                </a:lnTo>
                <a:lnTo>
                  <a:pt x="21600" y="12007"/>
                </a:lnTo>
                <a:lnTo>
                  <a:pt x="21591" y="14271"/>
                </a:lnTo>
                <a:lnTo>
                  <a:pt x="20913" y="16351"/>
                </a:lnTo>
                <a:lnTo>
                  <a:pt x="20399" y="17678"/>
                </a:lnTo>
                <a:lnTo>
                  <a:pt x="19883" y="18517"/>
                </a:lnTo>
                <a:lnTo>
                  <a:pt x="19206" y="19128"/>
                </a:lnTo>
                <a:lnTo>
                  <a:pt x="18203" y="19779"/>
                </a:lnTo>
                <a:lnTo>
                  <a:pt x="17257" y="20107"/>
                </a:lnTo>
                <a:lnTo>
                  <a:pt x="16310" y="20412"/>
                </a:lnTo>
                <a:lnTo>
                  <a:pt x="15365" y="20696"/>
                </a:lnTo>
                <a:lnTo>
                  <a:pt x="14418" y="20955"/>
                </a:lnTo>
                <a:lnTo>
                  <a:pt x="13470" y="21193"/>
                </a:lnTo>
                <a:lnTo>
                  <a:pt x="12519" y="21409"/>
                </a:lnTo>
                <a:lnTo>
                  <a:pt x="11563" y="21600"/>
                </a:lnTo>
                <a:lnTo>
                  <a:pt x="11325" y="19563"/>
                </a:lnTo>
                <a:lnTo>
                  <a:pt x="11086" y="17524"/>
                </a:lnTo>
                <a:lnTo>
                  <a:pt x="10846" y="15475"/>
                </a:lnTo>
                <a:lnTo>
                  <a:pt x="10605" y="13417"/>
                </a:lnTo>
                <a:lnTo>
                  <a:pt x="10362" y="11346"/>
                </a:lnTo>
                <a:lnTo>
                  <a:pt x="10118" y="9257"/>
                </a:lnTo>
                <a:lnTo>
                  <a:pt x="9116" y="9563"/>
                </a:lnTo>
                <a:lnTo>
                  <a:pt x="8113" y="9868"/>
                </a:lnTo>
                <a:lnTo>
                  <a:pt x="7110" y="10174"/>
                </a:lnTo>
                <a:lnTo>
                  <a:pt x="6105" y="10482"/>
                </a:lnTo>
                <a:lnTo>
                  <a:pt x="5096" y="10788"/>
                </a:lnTo>
                <a:lnTo>
                  <a:pt x="4086" y="11096"/>
                </a:lnTo>
                <a:lnTo>
                  <a:pt x="3071" y="11405"/>
                </a:lnTo>
                <a:lnTo>
                  <a:pt x="2052" y="11716"/>
                </a:lnTo>
                <a:lnTo>
                  <a:pt x="1029" y="12028"/>
                </a:lnTo>
                <a:lnTo>
                  <a:pt x="0" y="12343"/>
                </a:lnTo>
                <a:lnTo>
                  <a:pt x="0" y="10303"/>
                </a:lnTo>
                <a:lnTo>
                  <a:pt x="0" y="8251"/>
                </a:lnTo>
                <a:lnTo>
                  <a:pt x="0" y="6171"/>
                </a:lnTo>
                <a:lnTo>
                  <a:pt x="424" y="6113"/>
                </a:lnTo>
                <a:lnTo>
                  <a:pt x="1701" y="5937"/>
                </a:lnTo>
                <a:lnTo>
                  <a:pt x="2652" y="5801"/>
                </a:lnTo>
                <a:lnTo>
                  <a:pt x="3602" y="5665"/>
                </a:lnTo>
                <a:lnTo>
                  <a:pt x="4553" y="5527"/>
                </a:lnTo>
                <a:lnTo>
                  <a:pt x="5504" y="5388"/>
                </a:lnTo>
                <a:lnTo>
                  <a:pt x="6454" y="5246"/>
                </a:lnTo>
                <a:lnTo>
                  <a:pt x="7405" y="5104"/>
                </a:lnTo>
                <a:lnTo>
                  <a:pt x="8354" y="4962"/>
                </a:lnTo>
                <a:lnTo>
                  <a:pt x="9305" y="4820"/>
                </a:lnTo>
                <a:lnTo>
                  <a:pt x="10190" y="4700"/>
                </a:lnTo>
                <a:lnTo>
                  <a:pt x="11080" y="4576"/>
                </a:lnTo>
                <a:lnTo>
                  <a:pt x="11984" y="4453"/>
                </a:lnTo>
                <a:lnTo>
                  <a:pt x="12360" y="4394"/>
                </a:lnTo>
                <a:lnTo>
                  <a:pt x="13023" y="4292"/>
                </a:lnTo>
                <a:lnTo>
                  <a:pt x="14539" y="4061"/>
                </a:lnTo>
                <a:lnTo>
                  <a:pt x="14886" y="4011"/>
                </a:lnTo>
                <a:lnTo>
                  <a:pt x="15498" y="3922"/>
                </a:lnTo>
                <a:lnTo>
                  <a:pt x="16901" y="3718"/>
                </a:lnTo>
                <a:lnTo>
                  <a:pt x="18015" y="3305"/>
                </a:lnTo>
                <a:lnTo>
                  <a:pt x="18735" y="2780"/>
                </a:lnTo>
                <a:lnTo>
                  <a:pt x="19370" y="1793"/>
                </a:lnTo>
                <a:lnTo>
                  <a:pt x="20236" y="0"/>
                </a:lnTo>
                <a:close/>
              </a:path>
            </a:pathLst>
          </a:custGeom>
          <a:solidFill>
            <a:srgbClr val="BCD7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159" name="contour_06157"/>
          <p:cNvSpPr/>
          <p:nvPr/>
        </p:nvSpPr>
        <p:spPr>
          <a:xfrm>
            <a:off x="4106226" y="3206716"/>
            <a:ext cx="131184" cy="24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22" y="0"/>
                </a:lnTo>
                <a:lnTo>
                  <a:pt x="1645" y="0"/>
                </a:lnTo>
                <a:lnTo>
                  <a:pt x="2467" y="0"/>
                </a:lnTo>
                <a:lnTo>
                  <a:pt x="3290" y="0"/>
                </a:lnTo>
                <a:lnTo>
                  <a:pt x="4114" y="0"/>
                </a:lnTo>
                <a:lnTo>
                  <a:pt x="4938" y="0"/>
                </a:lnTo>
                <a:lnTo>
                  <a:pt x="5761" y="0"/>
                </a:lnTo>
                <a:lnTo>
                  <a:pt x="6586" y="0"/>
                </a:lnTo>
                <a:lnTo>
                  <a:pt x="7411" y="0"/>
                </a:lnTo>
                <a:lnTo>
                  <a:pt x="8237" y="0"/>
                </a:lnTo>
                <a:lnTo>
                  <a:pt x="9064" y="0"/>
                </a:lnTo>
                <a:lnTo>
                  <a:pt x="9890" y="0"/>
                </a:lnTo>
                <a:lnTo>
                  <a:pt x="10720" y="0"/>
                </a:lnTo>
                <a:lnTo>
                  <a:pt x="11548" y="0"/>
                </a:lnTo>
                <a:lnTo>
                  <a:pt x="12378" y="0"/>
                </a:lnTo>
                <a:lnTo>
                  <a:pt x="13210" y="0"/>
                </a:lnTo>
                <a:lnTo>
                  <a:pt x="14042" y="0"/>
                </a:lnTo>
                <a:lnTo>
                  <a:pt x="14876" y="0"/>
                </a:lnTo>
                <a:lnTo>
                  <a:pt x="15712" y="0"/>
                </a:lnTo>
                <a:lnTo>
                  <a:pt x="16548" y="0"/>
                </a:lnTo>
                <a:lnTo>
                  <a:pt x="17386" y="0"/>
                </a:lnTo>
                <a:lnTo>
                  <a:pt x="18226" y="0"/>
                </a:lnTo>
                <a:lnTo>
                  <a:pt x="19066" y="0"/>
                </a:lnTo>
                <a:lnTo>
                  <a:pt x="19909" y="0"/>
                </a:lnTo>
                <a:lnTo>
                  <a:pt x="20754" y="0"/>
                </a:lnTo>
                <a:lnTo>
                  <a:pt x="21600" y="0"/>
                </a:lnTo>
                <a:lnTo>
                  <a:pt x="21362" y="3763"/>
                </a:lnTo>
                <a:lnTo>
                  <a:pt x="21124" y="7538"/>
                </a:lnTo>
                <a:lnTo>
                  <a:pt x="20885" y="11326"/>
                </a:lnTo>
                <a:lnTo>
                  <a:pt x="20644" y="15145"/>
                </a:lnTo>
                <a:lnTo>
                  <a:pt x="20400" y="19003"/>
                </a:lnTo>
                <a:lnTo>
                  <a:pt x="19592" y="20200"/>
                </a:lnTo>
                <a:lnTo>
                  <a:pt x="18998" y="20935"/>
                </a:lnTo>
                <a:lnTo>
                  <a:pt x="18440" y="21315"/>
                </a:lnTo>
                <a:lnTo>
                  <a:pt x="17744" y="21473"/>
                </a:lnTo>
                <a:lnTo>
                  <a:pt x="16734" y="21524"/>
                </a:lnTo>
                <a:lnTo>
                  <a:pt x="16405" y="21537"/>
                </a:lnTo>
                <a:lnTo>
                  <a:pt x="15826" y="21556"/>
                </a:lnTo>
                <a:lnTo>
                  <a:pt x="14498" y="21600"/>
                </a:lnTo>
                <a:lnTo>
                  <a:pt x="13722" y="21530"/>
                </a:lnTo>
                <a:lnTo>
                  <a:pt x="12941" y="21454"/>
                </a:lnTo>
                <a:lnTo>
                  <a:pt x="12150" y="21378"/>
                </a:lnTo>
                <a:lnTo>
                  <a:pt x="11809" y="21410"/>
                </a:lnTo>
                <a:lnTo>
                  <a:pt x="11207" y="21467"/>
                </a:lnTo>
                <a:lnTo>
                  <a:pt x="9829" y="21600"/>
                </a:lnTo>
                <a:lnTo>
                  <a:pt x="9088" y="21575"/>
                </a:lnTo>
                <a:lnTo>
                  <a:pt x="8341" y="21549"/>
                </a:lnTo>
                <a:lnTo>
                  <a:pt x="7584" y="21524"/>
                </a:lnTo>
                <a:lnTo>
                  <a:pt x="6906" y="21505"/>
                </a:lnTo>
                <a:lnTo>
                  <a:pt x="6223" y="21486"/>
                </a:lnTo>
                <a:lnTo>
                  <a:pt x="5532" y="21461"/>
                </a:lnTo>
                <a:lnTo>
                  <a:pt x="4952" y="20701"/>
                </a:lnTo>
                <a:lnTo>
                  <a:pt x="4470" y="19953"/>
                </a:lnTo>
                <a:lnTo>
                  <a:pt x="4039" y="19028"/>
                </a:lnTo>
                <a:lnTo>
                  <a:pt x="3616" y="17755"/>
                </a:lnTo>
                <a:lnTo>
                  <a:pt x="3152" y="15962"/>
                </a:lnTo>
                <a:lnTo>
                  <a:pt x="2605" y="13460"/>
                </a:lnTo>
                <a:lnTo>
                  <a:pt x="1927" y="10091"/>
                </a:lnTo>
                <a:lnTo>
                  <a:pt x="1074" y="5663"/>
                </a:lnTo>
                <a:lnTo>
                  <a:pt x="0" y="0"/>
                </a:lnTo>
                <a:close/>
              </a:path>
            </a:pathLst>
          </a:custGeom>
          <a:solidFill>
            <a:srgbClr val="CF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0" name="contour_06158"/>
          <p:cNvSpPr/>
          <p:nvPr/>
        </p:nvSpPr>
        <p:spPr>
          <a:xfrm>
            <a:off x="9980347" y="3198707"/>
            <a:ext cx="123896" cy="29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75" y="5"/>
                </a:moveTo>
                <a:lnTo>
                  <a:pt x="8866" y="21"/>
                </a:lnTo>
                <a:lnTo>
                  <a:pt x="9663" y="42"/>
                </a:lnTo>
                <a:lnTo>
                  <a:pt x="10470" y="58"/>
                </a:lnTo>
                <a:lnTo>
                  <a:pt x="10834" y="80"/>
                </a:lnTo>
                <a:lnTo>
                  <a:pt x="11475" y="111"/>
                </a:lnTo>
                <a:lnTo>
                  <a:pt x="12943" y="191"/>
                </a:lnTo>
                <a:lnTo>
                  <a:pt x="13776" y="217"/>
                </a:lnTo>
                <a:lnTo>
                  <a:pt x="14613" y="244"/>
                </a:lnTo>
                <a:lnTo>
                  <a:pt x="15462" y="265"/>
                </a:lnTo>
                <a:lnTo>
                  <a:pt x="16340" y="297"/>
                </a:lnTo>
                <a:lnTo>
                  <a:pt x="17216" y="329"/>
                </a:lnTo>
                <a:lnTo>
                  <a:pt x="18093" y="360"/>
                </a:lnTo>
                <a:lnTo>
                  <a:pt x="18970" y="398"/>
                </a:lnTo>
                <a:lnTo>
                  <a:pt x="19847" y="440"/>
                </a:lnTo>
                <a:lnTo>
                  <a:pt x="20723" y="482"/>
                </a:lnTo>
                <a:lnTo>
                  <a:pt x="21600" y="525"/>
                </a:lnTo>
                <a:lnTo>
                  <a:pt x="20888" y="3816"/>
                </a:lnTo>
                <a:lnTo>
                  <a:pt x="20205" y="6530"/>
                </a:lnTo>
                <a:lnTo>
                  <a:pt x="19525" y="8730"/>
                </a:lnTo>
                <a:lnTo>
                  <a:pt x="18822" y="10495"/>
                </a:lnTo>
                <a:lnTo>
                  <a:pt x="18074" y="11895"/>
                </a:lnTo>
                <a:lnTo>
                  <a:pt x="17252" y="13013"/>
                </a:lnTo>
                <a:lnTo>
                  <a:pt x="16331" y="13909"/>
                </a:lnTo>
                <a:lnTo>
                  <a:pt x="15286" y="14667"/>
                </a:lnTo>
                <a:lnTo>
                  <a:pt x="14964" y="14879"/>
                </a:lnTo>
                <a:lnTo>
                  <a:pt x="14393" y="15245"/>
                </a:lnTo>
                <a:lnTo>
                  <a:pt x="13087" y="16082"/>
                </a:lnTo>
                <a:lnTo>
                  <a:pt x="12752" y="16283"/>
                </a:lnTo>
                <a:lnTo>
                  <a:pt x="12158" y="16628"/>
                </a:lnTo>
                <a:lnTo>
                  <a:pt x="10800" y="17418"/>
                </a:lnTo>
                <a:lnTo>
                  <a:pt x="10044" y="17921"/>
                </a:lnTo>
                <a:lnTo>
                  <a:pt x="9283" y="18430"/>
                </a:lnTo>
                <a:lnTo>
                  <a:pt x="8512" y="18939"/>
                </a:lnTo>
                <a:lnTo>
                  <a:pt x="6875" y="19946"/>
                </a:lnTo>
                <a:lnTo>
                  <a:pt x="5582" y="20709"/>
                </a:lnTo>
                <a:lnTo>
                  <a:pt x="4574" y="21234"/>
                </a:lnTo>
                <a:lnTo>
                  <a:pt x="3788" y="21526"/>
                </a:lnTo>
                <a:lnTo>
                  <a:pt x="3161" y="21600"/>
                </a:lnTo>
                <a:lnTo>
                  <a:pt x="2635" y="21462"/>
                </a:lnTo>
                <a:lnTo>
                  <a:pt x="2146" y="21118"/>
                </a:lnTo>
                <a:lnTo>
                  <a:pt x="1633" y="20572"/>
                </a:lnTo>
                <a:lnTo>
                  <a:pt x="1034" y="19830"/>
                </a:lnTo>
                <a:lnTo>
                  <a:pt x="521" y="18144"/>
                </a:lnTo>
                <a:lnTo>
                  <a:pt x="0" y="16427"/>
                </a:lnTo>
                <a:lnTo>
                  <a:pt x="0" y="12928"/>
                </a:lnTo>
                <a:lnTo>
                  <a:pt x="0" y="9398"/>
                </a:lnTo>
                <a:lnTo>
                  <a:pt x="0" y="5825"/>
                </a:lnTo>
                <a:lnTo>
                  <a:pt x="799" y="4357"/>
                </a:lnTo>
                <a:lnTo>
                  <a:pt x="1588" y="3149"/>
                </a:lnTo>
                <a:lnTo>
                  <a:pt x="2372" y="2179"/>
                </a:lnTo>
                <a:lnTo>
                  <a:pt x="3155" y="1426"/>
                </a:lnTo>
                <a:lnTo>
                  <a:pt x="3941" y="859"/>
                </a:lnTo>
                <a:lnTo>
                  <a:pt x="4735" y="461"/>
                </a:lnTo>
                <a:lnTo>
                  <a:pt x="5541" y="201"/>
                </a:lnTo>
                <a:lnTo>
                  <a:pt x="6363" y="53"/>
                </a:lnTo>
                <a:lnTo>
                  <a:pt x="7207" y="0"/>
                </a:lnTo>
                <a:lnTo>
                  <a:pt x="8075" y="5"/>
                </a:lnTo>
                <a:close/>
              </a:path>
            </a:pathLst>
          </a:custGeom>
          <a:solidFill>
            <a:srgbClr val="C1D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1" name="contour_06159"/>
          <p:cNvSpPr/>
          <p:nvPr/>
        </p:nvSpPr>
        <p:spPr>
          <a:xfrm>
            <a:off x="5199425" y="3162988"/>
            <a:ext cx="10932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2367" y="227"/>
                </a:lnTo>
                <a:lnTo>
                  <a:pt x="3295" y="454"/>
                </a:lnTo>
                <a:lnTo>
                  <a:pt x="4222" y="686"/>
                </a:lnTo>
                <a:lnTo>
                  <a:pt x="5149" y="921"/>
                </a:lnTo>
                <a:lnTo>
                  <a:pt x="6077" y="1156"/>
                </a:lnTo>
                <a:lnTo>
                  <a:pt x="7004" y="1396"/>
                </a:lnTo>
                <a:lnTo>
                  <a:pt x="7930" y="1636"/>
                </a:lnTo>
                <a:lnTo>
                  <a:pt x="8857" y="1876"/>
                </a:lnTo>
                <a:lnTo>
                  <a:pt x="9783" y="2120"/>
                </a:lnTo>
                <a:lnTo>
                  <a:pt x="10711" y="2362"/>
                </a:lnTo>
                <a:lnTo>
                  <a:pt x="11592" y="2576"/>
                </a:lnTo>
                <a:lnTo>
                  <a:pt x="12479" y="2789"/>
                </a:lnTo>
                <a:lnTo>
                  <a:pt x="13379" y="3005"/>
                </a:lnTo>
                <a:lnTo>
                  <a:pt x="13753" y="3105"/>
                </a:lnTo>
                <a:lnTo>
                  <a:pt x="14414" y="3283"/>
                </a:lnTo>
                <a:lnTo>
                  <a:pt x="15925" y="3691"/>
                </a:lnTo>
                <a:lnTo>
                  <a:pt x="16703" y="3891"/>
                </a:lnTo>
                <a:lnTo>
                  <a:pt x="17484" y="4090"/>
                </a:lnTo>
                <a:lnTo>
                  <a:pt x="18278" y="4290"/>
                </a:lnTo>
                <a:lnTo>
                  <a:pt x="19381" y="4976"/>
                </a:lnTo>
                <a:lnTo>
                  <a:pt x="20048" y="5613"/>
                </a:lnTo>
                <a:lnTo>
                  <a:pt x="20546" y="6566"/>
                </a:lnTo>
                <a:lnTo>
                  <a:pt x="21145" y="8208"/>
                </a:lnTo>
                <a:lnTo>
                  <a:pt x="21259" y="8853"/>
                </a:lnTo>
                <a:lnTo>
                  <a:pt x="21600" y="10800"/>
                </a:lnTo>
                <a:lnTo>
                  <a:pt x="20680" y="10676"/>
                </a:lnTo>
                <a:lnTo>
                  <a:pt x="19754" y="10549"/>
                </a:lnTo>
                <a:lnTo>
                  <a:pt x="18815" y="10419"/>
                </a:lnTo>
                <a:lnTo>
                  <a:pt x="17914" y="10344"/>
                </a:lnTo>
                <a:lnTo>
                  <a:pt x="17012" y="10271"/>
                </a:lnTo>
                <a:lnTo>
                  <a:pt x="16111" y="10198"/>
                </a:lnTo>
                <a:lnTo>
                  <a:pt x="15209" y="10125"/>
                </a:lnTo>
                <a:lnTo>
                  <a:pt x="14753" y="10055"/>
                </a:lnTo>
                <a:lnTo>
                  <a:pt x="13373" y="9850"/>
                </a:lnTo>
                <a:lnTo>
                  <a:pt x="12368" y="9804"/>
                </a:lnTo>
                <a:lnTo>
                  <a:pt x="11428" y="9823"/>
                </a:lnTo>
                <a:lnTo>
                  <a:pt x="10516" y="9958"/>
                </a:lnTo>
                <a:lnTo>
                  <a:pt x="9599" y="10268"/>
                </a:lnTo>
                <a:lnTo>
                  <a:pt x="8640" y="10800"/>
                </a:lnTo>
                <a:lnTo>
                  <a:pt x="8168" y="12582"/>
                </a:lnTo>
                <a:lnTo>
                  <a:pt x="7832" y="14283"/>
                </a:lnTo>
                <a:lnTo>
                  <a:pt x="7600" y="15968"/>
                </a:lnTo>
                <a:lnTo>
                  <a:pt x="7439" y="17707"/>
                </a:lnTo>
                <a:lnTo>
                  <a:pt x="7317" y="19562"/>
                </a:lnTo>
                <a:lnTo>
                  <a:pt x="7200" y="21600"/>
                </a:lnTo>
                <a:lnTo>
                  <a:pt x="7200" y="19996"/>
                </a:lnTo>
                <a:lnTo>
                  <a:pt x="7200" y="18387"/>
                </a:lnTo>
                <a:lnTo>
                  <a:pt x="7200" y="16772"/>
                </a:lnTo>
                <a:lnTo>
                  <a:pt x="7200" y="15144"/>
                </a:lnTo>
                <a:lnTo>
                  <a:pt x="7200" y="13500"/>
                </a:lnTo>
                <a:lnTo>
                  <a:pt x="6182" y="13500"/>
                </a:lnTo>
                <a:lnTo>
                  <a:pt x="5162" y="13500"/>
                </a:lnTo>
                <a:lnTo>
                  <a:pt x="4140" y="13500"/>
                </a:lnTo>
                <a:lnTo>
                  <a:pt x="3113" y="13500"/>
                </a:lnTo>
                <a:lnTo>
                  <a:pt x="2082" y="13500"/>
                </a:lnTo>
                <a:lnTo>
                  <a:pt x="1045" y="13500"/>
                </a:lnTo>
                <a:lnTo>
                  <a:pt x="0" y="13500"/>
                </a:lnTo>
                <a:lnTo>
                  <a:pt x="179" y="11829"/>
                </a:lnTo>
                <a:lnTo>
                  <a:pt x="357" y="10157"/>
                </a:lnTo>
                <a:lnTo>
                  <a:pt x="536" y="8481"/>
                </a:lnTo>
                <a:lnTo>
                  <a:pt x="714" y="6801"/>
                </a:lnTo>
                <a:lnTo>
                  <a:pt x="894" y="5114"/>
                </a:lnTo>
                <a:lnTo>
                  <a:pt x="1076" y="3418"/>
                </a:lnTo>
                <a:lnTo>
                  <a:pt x="1257" y="1714"/>
                </a:lnTo>
                <a:lnTo>
                  <a:pt x="1440" y="0"/>
                </a:lnTo>
                <a:close/>
              </a:path>
            </a:pathLst>
          </a:custGeom>
          <a:solidFill>
            <a:srgbClr val="97AEC0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2" name="contour_06160"/>
          <p:cNvSpPr/>
          <p:nvPr/>
        </p:nvSpPr>
        <p:spPr>
          <a:xfrm>
            <a:off x="3865722" y="3133887"/>
            <a:ext cx="65716" cy="588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72" y="1006"/>
                </a:moveTo>
                <a:lnTo>
                  <a:pt x="18093" y="2007"/>
                </a:lnTo>
                <a:lnTo>
                  <a:pt x="19022" y="2823"/>
                </a:lnTo>
                <a:lnTo>
                  <a:pt x="19744" y="3891"/>
                </a:lnTo>
                <a:lnTo>
                  <a:pt x="20632" y="5647"/>
                </a:lnTo>
                <a:lnTo>
                  <a:pt x="21044" y="7609"/>
                </a:lnTo>
                <a:lnTo>
                  <a:pt x="21360" y="9426"/>
                </a:lnTo>
                <a:lnTo>
                  <a:pt x="21554" y="11136"/>
                </a:lnTo>
                <a:lnTo>
                  <a:pt x="21600" y="12784"/>
                </a:lnTo>
                <a:lnTo>
                  <a:pt x="21471" y="14409"/>
                </a:lnTo>
                <a:lnTo>
                  <a:pt x="21138" y="16052"/>
                </a:lnTo>
                <a:lnTo>
                  <a:pt x="20577" y="17752"/>
                </a:lnTo>
                <a:lnTo>
                  <a:pt x="19763" y="19553"/>
                </a:lnTo>
                <a:lnTo>
                  <a:pt x="18265" y="20382"/>
                </a:lnTo>
                <a:lnTo>
                  <a:pt x="16867" y="20968"/>
                </a:lnTo>
                <a:lnTo>
                  <a:pt x="15515" y="21348"/>
                </a:lnTo>
                <a:lnTo>
                  <a:pt x="14162" y="21546"/>
                </a:lnTo>
                <a:lnTo>
                  <a:pt x="12756" y="21600"/>
                </a:lnTo>
                <a:lnTo>
                  <a:pt x="11247" y="21538"/>
                </a:lnTo>
                <a:lnTo>
                  <a:pt x="9582" y="21391"/>
                </a:lnTo>
                <a:lnTo>
                  <a:pt x="9582" y="19499"/>
                </a:lnTo>
                <a:lnTo>
                  <a:pt x="9582" y="17602"/>
                </a:lnTo>
                <a:lnTo>
                  <a:pt x="9582" y="15702"/>
                </a:lnTo>
                <a:lnTo>
                  <a:pt x="9582" y="13796"/>
                </a:lnTo>
                <a:lnTo>
                  <a:pt x="9582" y="11880"/>
                </a:lnTo>
                <a:lnTo>
                  <a:pt x="9582" y="9950"/>
                </a:lnTo>
                <a:lnTo>
                  <a:pt x="9582" y="8010"/>
                </a:lnTo>
                <a:lnTo>
                  <a:pt x="8001" y="8452"/>
                </a:lnTo>
                <a:lnTo>
                  <a:pt x="6415" y="8893"/>
                </a:lnTo>
                <a:lnTo>
                  <a:pt x="4827" y="9337"/>
                </a:lnTo>
                <a:lnTo>
                  <a:pt x="3229" y="9784"/>
                </a:lnTo>
                <a:lnTo>
                  <a:pt x="1622" y="10234"/>
                </a:lnTo>
                <a:lnTo>
                  <a:pt x="0" y="10686"/>
                </a:lnTo>
                <a:lnTo>
                  <a:pt x="22" y="8047"/>
                </a:lnTo>
                <a:lnTo>
                  <a:pt x="182" y="6287"/>
                </a:lnTo>
                <a:lnTo>
                  <a:pt x="616" y="4989"/>
                </a:lnTo>
                <a:lnTo>
                  <a:pt x="1456" y="3749"/>
                </a:lnTo>
                <a:lnTo>
                  <a:pt x="2846" y="2157"/>
                </a:lnTo>
                <a:lnTo>
                  <a:pt x="4508" y="1378"/>
                </a:lnTo>
                <a:lnTo>
                  <a:pt x="6049" y="784"/>
                </a:lnTo>
                <a:lnTo>
                  <a:pt x="7503" y="361"/>
                </a:lnTo>
                <a:lnTo>
                  <a:pt x="8909" y="102"/>
                </a:lnTo>
                <a:lnTo>
                  <a:pt x="10308" y="0"/>
                </a:lnTo>
                <a:lnTo>
                  <a:pt x="11735" y="48"/>
                </a:lnTo>
                <a:lnTo>
                  <a:pt x="13228" y="238"/>
                </a:lnTo>
                <a:lnTo>
                  <a:pt x="14828" y="559"/>
                </a:lnTo>
                <a:lnTo>
                  <a:pt x="16572" y="1006"/>
                </a:lnTo>
                <a:close/>
              </a:path>
            </a:pathLst>
          </a:custGeom>
          <a:solidFill>
            <a:srgbClr val="8D2F39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3" name="contour_06161"/>
          <p:cNvSpPr/>
          <p:nvPr/>
        </p:nvSpPr>
        <p:spPr>
          <a:xfrm>
            <a:off x="7487854" y="3141124"/>
            <a:ext cx="1238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88" y="0"/>
                </a:moveTo>
                <a:lnTo>
                  <a:pt x="18772" y="673"/>
                </a:lnTo>
                <a:lnTo>
                  <a:pt x="19462" y="1169"/>
                </a:lnTo>
                <a:lnTo>
                  <a:pt x="20041" y="1639"/>
                </a:lnTo>
                <a:lnTo>
                  <a:pt x="20693" y="2228"/>
                </a:lnTo>
                <a:lnTo>
                  <a:pt x="21600" y="3086"/>
                </a:lnTo>
                <a:lnTo>
                  <a:pt x="21348" y="5057"/>
                </a:lnTo>
                <a:lnTo>
                  <a:pt x="21075" y="6934"/>
                </a:lnTo>
                <a:lnTo>
                  <a:pt x="20772" y="8729"/>
                </a:lnTo>
                <a:lnTo>
                  <a:pt x="20427" y="10464"/>
                </a:lnTo>
                <a:lnTo>
                  <a:pt x="20033" y="12148"/>
                </a:lnTo>
                <a:lnTo>
                  <a:pt x="19580" y="13796"/>
                </a:lnTo>
                <a:lnTo>
                  <a:pt x="19059" y="15429"/>
                </a:lnTo>
                <a:lnTo>
                  <a:pt x="18218" y="16080"/>
                </a:lnTo>
                <a:lnTo>
                  <a:pt x="17378" y="16573"/>
                </a:lnTo>
                <a:lnTo>
                  <a:pt x="16537" y="16934"/>
                </a:lnTo>
                <a:lnTo>
                  <a:pt x="15692" y="17184"/>
                </a:lnTo>
                <a:lnTo>
                  <a:pt x="14840" y="17348"/>
                </a:lnTo>
                <a:lnTo>
                  <a:pt x="13982" y="17447"/>
                </a:lnTo>
                <a:lnTo>
                  <a:pt x="13111" y="17508"/>
                </a:lnTo>
                <a:lnTo>
                  <a:pt x="12229" y="17552"/>
                </a:lnTo>
                <a:lnTo>
                  <a:pt x="11492" y="17632"/>
                </a:lnTo>
                <a:lnTo>
                  <a:pt x="10757" y="17712"/>
                </a:lnTo>
                <a:lnTo>
                  <a:pt x="10020" y="17795"/>
                </a:lnTo>
                <a:lnTo>
                  <a:pt x="9284" y="17882"/>
                </a:lnTo>
                <a:lnTo>
                  <a:pt x="8547" y="17971"/>
                </a:lnTo>
                <a:lnTo>
                  <a:pt x="7665" y="18070"/>
                </a:lnTo>
                <a:lnTo>
                  <a:pt x="6771" y="18169"/>
                </a:lnTo>
                <a:lnTo>
                  <a:pt x="5896" y="18388"/>
                </a:lnTo>
                <a:lnTo>
                  <a:pt x="5037" y="18684"/>
                </a:lnTo>
                <a:lnTo>
                  <a:pt x="4190" y="19042"/>
                </a:lnTo>
                <a:lnTo>
                  <a:pt x="3352" y="19465"/>
                </a:lnTo>
                <a:lnTo>
                  <a:pt x="2518" y="19937"/>
                </a:lnTo>
                <a:lnTo>
                  <a:pt x="1685" y="20455"/>
                </a:lnTo>
                <a:lnTo>
                  <a:pt x="846" y="21011"/>
                </a:lnTo>
                <a:lnTo>
                  <a:pt x="0" y="21600"/>
                </a:lnTo>
                <a:lnTo>
                  <a:pt x="86" y="19455"/>
                </a:lnTo>
                <a:lnTo>
                  <a:pt x="196" y="17900"/>
                </a:lnTo>
                <a:lnTo>
                  <a:pt x="389" y="16493"/>
                </a:lnTo>
                <a:lnTo>
                  <a:pt x="727" y="14790"/>
                </a:lnTo>
                <a:lnTo>
                  <a:pt x="1271" y="12343"/>
                </a:lnTo>
                <a:lnTo>
                  <a:pt x="2091" y="11537"/>
                </a:lnTo>
                <a:lnTo>
                  <a:pt x="2921" y="10825"/>
                </a:lnTo>
                <a:lnTo>
                  <a:pt x="3757" y="10189"/>
                </a:lnTo>
                <a:lnTo>
                  <a:pt x="4600" y="9618"/>
                </a:lnTo>
                <a:lnTo>
                  <a:pt x="5448" y="9103"/>
                </a:lnTo>
                <a:lnTo>
                  <a:pt x="6303" y="8631"/>
                </a:lnTo>
                <a:lnTo>
                  <a:pt x="7162" y="8183"/>
                </a:lnTo>
                <a:lnTo>
                  <a:pt x="8026" y="7754"/>
                </a:lnTo>
                <a:lnTo>
                  <a:pt x="8894" y="7329"/>
                </a:lnTo>
                <a:lnTo>
                  <a:pt x="9737" y="6884"/>
                </a:lnTo>
                <a:lnTo>
                  <a:pt x="10579" y="6440"/>
                </a:lnTo>
                <a:lnTo>
                  <a:pt x="11420" y="5989"/>
                </a:lnTo>
                <a:lnTo>
                  <a:pt x="12261" y="5539"/>
                </a:lnTo>
                <a:lnTo>
                  <a:pt x="13102" y="5085"/>
                </a:lnTo>
                <a:lnTo>
                  <a:pt x="13727" y="4774"/>
                </a:lnTo>
                <a:lnTo>
                  <a:pt x="14356" y="4459"/>
                </a:lnTo>
                <a:lnTo>
                  <a:pt x="14994" y="4138"/>
                </a:lnTo>
                <a:lnTo>
                  <a:pt x="15895" y="3481"/>
                </a:lnTo>
                <a:lnTo>
                  <a:pt x="16486" y="2833"/>
                </a:lnTo>
                <a:lnTo>
                  <a:pt x="17030" y="1799"/>
                </a:lnTo>
                <a:lnTo>
                  <a:pt x="17788" y="0"/>
                </a:lnTo>
                <a:close/>
              </a:path>
            </a:pathLst>
          </a:custGeom>
          <a:solidFill>
            <a:srgbClr val="BDCDD4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4" name="contour_06162"/>
          <p:cNvSpPr/>
          <p:nvPr/>
        </p:nvSpPr>
        <p:spPr>
          <a:xfrm>
            <a:off x="3661658" y="3075081"/>
            <a:ext cx="43728" cy="1170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3" y="0"/>
                </a:moveTo>
                <a:lnTo>
                  <a:pt x="14533" y="27"/>
                </a:lnTo>
                <a:lnTo>
                  <a:pt x="16258" y="55"/>
                </a:lnTo>
                <a:lnTo>
                  <a:pt x="18000" y="83"/>
                </a:lnTo>
                <a:lnTo>
                  <a:pt x="17780" y="992"/>
                </a:lnTo>
                <a:lnTo>
                  <a:pt x="17557" y="1914"/>
                </a:lnTo>
                <a:lnTo>
                  <a:pt x="17359" y="2753"/>
                </a:lnTo>
                <a:lnTo>
                  <a:pt x="17168" y="3592"/>
                </a:lnTo>
                <a:lnTo>
                  <a:pt x="16978" y="4431"/>
                </a:lnTo>
                <a:lnTo>
                  <a:pt x="16790" y="5270"/>
                </a:lnTo>
                <a:lnTo>
                  <a:pt x="16607" y="6109"/>
                </a:lnTo>
                <a:lnTo>
                  <a:pt x="16423" y="6949"/>
                </a:lnTo>
                <a:lnTo>
                  <a:pt x="16243" y="7788"/>
                </a:lnTo>
                <a:lnTo>
                  <a:pt x="16063" y="8627"/>
                </a:lnTo>
                <a:lnTo>
                  <a:pt x="15905" y="9354"/>
                </a:lnTo>
                <a:lnTo>
                  <a:pt x="15743" y="10082"/>
                </a:lnTo>
                <a:lnTo>
                  <a:pt x="15570" y="10808"/>
                </a:lnTo>
                <a:lnTo>
                  <a:pt x="15394" y="11534"/>
                </a:lnTo>
                <a:lnTo>
                  <a:pt x="15199" y="12371"/>
                </a:lnTo>
                <a:lnTo>
                  <a:pt x="15008" y="13206"/>
                </a:lnTo>
                <a:lnTo>
                  <a:pt x="14828" y="14041"/>
                </a:lnTo>
                <a:lnTo>
                  <a:pt x="14656" y="14876"/>
                </a:lnTo>
                <a:lnTo>
                  <a:pt x="14486" y="15713"/>
                </a:lnTo>
                <a:lnTo>
                  <a:pt x="14296" y="16550"/>
                </a:lnTo>
                <a:lnTo>
                  <a:pt x="14105" y="17395"/>
                </a:lnTo>
                <a:lnTo>
                  <a:pt x="13914" y="18251"/>
                </a:lnTo>
                <a:lnTo>
                  <a:pt x="13986" y="18546"/>
                </a:lnTo>
                <a:lnTo>
                  <a:pt x="14112" y="19065"/>
                </a:lnTo>
                <a:lnTo>
                  <a:pt x="14400" y="20255"/>
                </a:lnTo>
                <a:lnTo>
                  <a:pt x="16186" y="20587"/>
                </a:lnTo>
                <a:lnTo>
                  <a:pt x="17975" y="20922"/>
                </a:lnTo>
                <a:lnTo>
                  <a:pt x="19778" y="21260"/>
                </a:lnTo>
                <a:lnTo>
                  <a:pt x="21600" y="21600"/>
                </a:lnTo>
                <a:lnTo>
                  <a:pt x="20516" y="21531"/>
                </a:lnTo>
                <a:lnTo>
                  <a:pt x="19516" y="21470"/>
                </a:lnTo>
                <a:lnTo>
                  <a:pt x="18425" y="21401"/>
                </a:lnTo>
                <a:lnTo>
                  <a:pt x="17064" y="21316"/>
                </a:lnTo>
                <a:lnTo>
                  <a:pt x="15257" y="21205"/>
                </a:lnTo>
                <a:lnTo>
                  <a:pt x="12823" y="21053"/>
                </a:lnTo>
                <a:lnTo>
                  <a:pt x="9590" y="20851"/>
                </a:lnTo>
                <a:lnTo>
                  <a:pt x="5375" y="20589"/>
                </a:lnTo>
                <a:lnTo>
                  <a:pt x="0" y="20255"/>
                </a:lnTo>
                <a:lnTo>
                  <a:pt x="0" y="19366"/>
                </a:lnTo>
                <a:lnTo>
                  <a:pt x="0" y="18472"/>
                </a:lnTo>
                <a:lnTo>
                  <a:pt x="0" y="17566"/>
                </a:lnTo>
                <a:lnTo>
                  <a:pt x="1793" y="17251"/>
                </a:lnTo>
                <a:lnTo>
                  <a:pt x="3611" y="16932"/>
                </a:lnTo>
                <a:lnTo>
                  <a:pt x="5393" y="16579"/>
                </a:lnTo>
                <a:lnTo>
                  <a:pt x="7200" y="16221"/>
                </a:lnTo>
                <a:lnTo>
                  <a:pt x="7441" y="15331"/>
                </a:lnTo>
                <a:lnTo>
                  <a:pt x="7495" y="14689"/>
                </a:lnTo>
                <a:lnTo>
                  <a:pt x="7355" y="13983"/>
                </a:lnTo>
                <a:lnTo>
                  <a:pt x="6991" y="12901"/>
                </a:lnTo>
                <a:lnTo>
                  <a:pt x="6786" y="12243"/>
                </a:lnTo>
                <a:lnTo>
                  <a:pt x="6584" y="11581"/>
                </a:lnTo>
                <a:lnTo>
                  <a:pt x="6379" y="10909"/>
                </a:lnTo>
                <a:lnTo>
                  <a:pt x="6127" y="10222"/>
                </a:lnTo>
                <a:lnTo>
                  <a:pt x="5879" y="9528"/>
                </a:lnTo>
                <a:lnTo>
                  <a:pt x="5623" y="8825"/>
                </a:lnTo>
                <a:lnTo>
                  <a:pt x="5350" y="8010"/>
                </a:lnTo>
                <a:lnTo>
                  <a:pt x="5080" y="7195"/>
                </a:lnTo>
                <a:lnTo>
                  <a:pt x="4813" y="6380"/>
                </a:lnTo>
                <a:lnTo>
                  <a:pt x="4547" y="5563"/>
                </a:lnTo>
                <a:lnTo>
                  <a:pt x="4291" y="4748"/>
                </a:lnTo>
                <a:lnTo>
                  <a:pt x="4126" y="4293"/>
                </a:lnTo>
                <a:lnTo>
                  <a:pt x="3636" y="2918"/>
                </a:lnTo>
                <a:lnTo>
                  <a:pt x="3629" y="2547"/>
                </a:lnTo>
                <a:lnTo>
                  <a:pt x="3600" y="1428"/>
                </a:lnTo>
                <a:lnTo>
                  <a:pt x="5771" y="648"/>
                </a:lnTo>
                <a:lnTo>
                  <a:pt x="7456" y="241"/>
                </a:lnTo>
                <a:lnTo>
                  <a:pt x="9518" y="69"/>
                </a:lnTo>
                <a:lnTo>
                  <a:pt x="12823" y="0"/>
                </a:lnTo>
                <a:close/>
              </a:path>
            </a:pathLst>
          </a:custGeom>
          <a:solidFill>
            <a:srgbClr val="979EA4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5" name="contour_06163"/>
          <p:cNvSpPr/>
          <p:nvPr/>
        </p:nvSpPr>
        <p:spPr>
          <a:xfrm>
            <a:off x="5291866" y="3126548"/>
            <a:ext cx="67895" cy="57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3" y="0"/>
                </a:moveTo>
                <a:lnTo>
                  <a:pt x="1642" y="909"/>
                </a:lnTo>
                <a:lnTo>
                  <a:pt x="2560" y="1827"/>
                </a:lnTo>
                <a:lnTo>
                  <a:pt x="3487" y="2755"/>
                </a:lnTo>
                <a:lnTo>
                  <a:pt x="4969" y="3860"/>
                </a:lnTo>
                <a:lnTo>
                  <a:pt x="6353" y="4618"/>
                </a:lnTo>
                <a:lnTo>
                  <a:pt x="7693" y="5080"/>
                </a:lnTo>
                <a:lnTo>
                  <a:pt x="9049" y="5298"/>
                </a:lnTo>
                <a:lnTo>
                  <a:pt x="10475" y="5320"/>
                </a:lnTo>
                <a:lnTo>
                  <a:pt x="12033" y="5202"/>
                </a:lnTo>
                <a:lnTo>
                  <a:pt x="13775" y="4992"/>
                </a:lnTo>
                <a:lnTo>
                  <a:pt x="15558" y="4885"/>
                </a:lnTo>
                <a:lnTo>
                  <a:pt x="16726" y="4904"/>
                </a:lnTo>
                <a:lnTo>
                  <a:pt x="17795" y="5097"/>
                </a:lnTo>
                <a:lnTo>
                  <a:pt x="19281" y="5510"/>
                </a:lnTo>
                <a:lnTo>
                  <a:pt x="19905" y="7183"/>
                </a:lnTo>
                <a:lnTo>
                  <a:pt x="20399" y="8855"/>
                </a:lnTo>
                <a:lnTo>
                  <a:pt x="20784" y="10533"/>
                </a:lnTo>
                <a:lnTo>
                  <a:pt x="21071" y="12224"/>
                </a:lnTo>
                <a:lnTo>
                  <a:pt x="21282" y="13938"/>
                </a:lnTo>
                <a:lnTo>
                  <a:pt x="21428" y="15682"/>
                </a:lnTo>
                <a:lnTo>
                  <a:pt x="21530" y="17462"/>
                </a:lnTo>
                <a:lnTo>
                  <a:pt x="21600" y="19286"/>
                </a:lnTo>
                <a:lnTo>
                  <a:pt x="19910" y="19988"/>
                </a:lnTo>
                <a:lnTo>
                  <a:pt x="18291" y="20567"/>
                </a:lnTo>
                <a:lnTo>
                  <a:pt x="16733" y="21021"/>
                </a:lnTo>
                <a:lnTo>
                  <a:pt x="15222" y="21347"/>
                </a:lnTo>
                <a:lnTo>
                  <a:pt x="13738" y="21542"/>
                </a:lnTo>
                <a:lnTo>
                  <a:pt x="12270" y="21600"/>
                </a:lnTo>
                <a:lnTo>
                  <a:pt x="10805" y="21523"/>
                </a:lnTo>
                <a:lnTo>
                  <a:pt x="9325" y="21302"/>
                </a:lnTo>
                <a:lnTo>
                  <a:pt x="7818" y="20939"/>
                </a:lnTo>
                <a:lnTo>
                  <a:pt x="6269" y="20426"/>
                </a:lnTo>
                <a:lnTo>
                  <a:pt x="4665" y="19768"/>
                </a:lnTo>
                <a:lnTo>
                  <a:pt x="2989" y="18952"/>
                </a:lnTo>
                <a:lnTo>
                  <a:pt x="1674" y="17489"/>
                </a:lnTo>
                <a:lnTo>
                  <a:pt x="923" y="16327"/>
                </a:lnTo>
                <a:lnTo>
                  <a:pt x="459" y="14856"/>
                </a:lnTo>
                <a:lnTo>
                  <a:pt x="0" y="12472"/>
                </a:lnTo>
                <a:lnTo>
                  <a:pt x="16" y="10668"/>
                </a:lnTo>
                <a:lnTo>
                  <a:pt x="60" y="8880"/>
                </a:lnTo>
                <a:lnTo>
                  <a:pt x="134" y="7105"/>
                </a:lnTo>
                <a:lnTo>
                  <a:pt x="236" y="5334"/>
                </a:lnTo>
                <a:lnTo>
                  <a:pt x="371" y="3565"/>
                </a:lnTo>
                <a:lnTo>
                  <a:pt x="536" y="1788"/>
                </a:lnTo>
                <a:lnTo>
                  <a:pt x="733" y="0"/>
                </a:lnTo>
                <a:close/>
              </a:path>
            </a:pathLst>
          </a:custGeom>
          <a:solidFill>
            <a:srgbClr val="B1D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6" name="contour_06164"/>
          <p:cNvSpPr/>
          <p:nvPr/>
        </p:nvSpPr>
        <p:spPr>
          <a:xfrm>
            <a:off x="4258304" y="3067530"/>
            <a:ext cx="51985" cy="522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37" y="0"/>
                </a:moveTo>
                <a:lnTo>
                  <a:pt x="9100" y="54"/>
                </a:lnTo>
                <a:lnTo>
                  <a:pt x="11189" y="105"/>
                </a:lnTo>
                <a:lnTo>
                  <a:pt x="11992" y="127"/>
                </a:lnTo>
                <a:lnTo>
                  <a:pt x="13027" y="154"/>
                </a:lnTo>
                <a:lnTo>
                  <a:pt x="14989" y="205"/>
                </a:lnTo>
                <a:lnTo>
                  <a:pt x="18572" y="295"/>
                </a:lnTo>
                <a:lnTo>
                  <a:pt x="18872" y="2383"/>
                </a:lnTo>
                <a:lnTo>
                  <a:pt x="19171" y="4474"/>
                </a:lnTo>
                <a:lnTo>
                  <a:pt x="19474" y="6564"/>
                </a:lnTo>
                <a:lnTo>
                  <a:pt x="19774" y="8661"/>
                </a:lnTo>
                <a:lnTo>
                  <a:pt x="20077" y="10761"/>
                </a:lnTo>
                <a:lnTo>
                  <a:pt x="20380" y="12867"/>
                </a:lnTo>
                <a:lnTo>
                  <a:pt x="20682" y="14981"/>
                </a:lnTo>
                <a:lnTo>
                  <a:pt x="20988" y="17105"/>
                </a:lnTo>
                <a:lnTo>
                  <a:pt x="21294" y="19238"/>
                </a:lnTo>
                <a:lnTo>
                  <a:pt x="21600" y="21383"/>
                </a:lnTo>
                <a:lnTo>
                  <a:pt x="17457" y="21470"/>
                </a:lnTo>
                <a:lnTo>
                  <a:pt x="14196" y="21537"/>
                </a:lnTo>
                <a:lnTo>
                  <a:pt x="11662" y="21579"/>
                </a:lnTo>
                <a:lnTo>
                  <a:pt x="9711" y="21600"/>
                </a:lnTo>
                <a:lnTo>
                  <a:pt x="8191" y="21600"/>
                </a:lnTo>
                <a:lnTo>
                  <a:pt x="6953" y="21579"/>
                </a:lnTo>
                <a:lnTo>
                  <a:pt x="5844" y="21537"/>
                </a:lnTo>
                <a:lnTo>
                  <a:pt x="4721" y="21470"/>
                </a:lnTo>
                <a:lnTo>
                  <a:pt x="3431" y="21383"/>
                </a:lnTo>
                <a:lnTo>
                  <a:pt x="1675" y="19588"/>
                </a:lnTo>
                <a:lnTo>
                  <a:pt x="733" y="18313"/>
                </a:lnTo>
                <a:lnTo>
                  <a:pt x="282" y="16949"/>
                </a:lnTo>
                <a:lnTo>
                  <a:pt x="0" y="14885"/>
                </a:lnTo>
                <a:lnTo>
                  <a:pt x="12" y="12879"/>
                </a:lnTo>
                <a:lnTo>
                  <a:pt x="24" y="10839"/>
                </a:lnTo>
                <a:lnTo>
                  <a:pt x="12" y="8830"/>
                </a:lnTo>
                <a:lnTo>
                  <a:pt x="0" y="6790"/>
                </a:lnTo>
                <a:lnTo>
                  <a:pt x="472" y="4215"/>
                </a:lnTo>
                <a:lnTo>
                  <a:pt x="1281" y="2368"/>
                </a:lnTo>
                <a:lnTo>
                  <a:pt x="2559" y="1136"/>
                </a:lnTo>
                <a:lnTo>
                  <a:pt x="4436" y="386"/>
                </a:lnTo>
                <a:lnTo>
                  <a:pt x="7037" y="0"/>
                </a:lnTo>
                <a:close/>
              </a:path>
            </a:pathLst>
          </a:custGeom>
          <a:solidFill>
            <a:srgbClr val="918355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7" name="contour_06165"/>
          <p:cNvSpPr/>
          <p:nvPr/>
        </p:nvSpPr>
        <p:spPr>
          <a:xfrm>
            <a:off x="5695008" y="3031804"/>
            <a:ext cx="4372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600" y="1226"/>
                </a:lnTo>
                <a:lnTo>
                  <a:pt x="21600" y="2450"/>
                </a:lnTo>
                <a:lnTo>
                  <a:pt x="21600" y="3677"/>
                </a:lnTo>
                <a:lnTo>
                  <a:pt x="21600" y="4903"/>
                </a:lnTo>
                <a:lnTo>
                  <a:pt x="21600" y="6131"/>
                </a:lnTo>
                <a:lnTo>
                  <a:pt x="21600" y="7362"/>
                </a:lnTo>
                <a:lnTo>
                  <a:pt x="21600" y="8593"/>
                </a:lnTo>
                <a:lnTo>
                  <a:pt x="21600" y="9826"/>
                </a:lnTo>
                <a:lnTo>
                  <a:pt x="21600" y="11061"/>
                </a:lnTo>
                <a:lnTo>
                  <a:pt x="21600" y="12299"/>
                </a:lnTo>
                <a:lnTo>
                  <a:pt x="21600" y="13541"/>
                </a:lnTo>
                <a:lnTo>
                  <a:pt x="21600" y="14785"/>
                </a:lnTo>
                <a:lnTo>
                  <a:pt x="21600" y="16033"/>
                </a:lnTo>
                <a:lnTo>
                  <a:pt x="21600" y="17284"/>
                </a:lnTo>
                <a:lnTo>
                  <a:pt x="21600" y="18540"/>
                </a:lnTo>
                <a:lnTo>
                  <a:pt x="21600" y="19800"/>
                </a:lnTo>
                <a:lnTo>
                  <a:pt x="19224" y="19998"/>
                </a:lnTo>
                <a:lnTo>
                  <a:pt x="16844" y="20196"/>
                </a:lnTo>
                <a:lnTo>
                  <a:pt x="14465" y="20394"/>
                </a:lnTo>
                <a:lnTo>
                  <a:pt x="12078" y="20594"/>
                </a:lnTo>
                <a:lnTo>
                  <a:pt x="9684" y="20794"/>
                </a:lnTo>
                <a:lnTo>
                  <a:pt x="7279" y="20993"/>
                </a:lnTo>
                <a:lnTo>
                  <a:pt x="4867" y="21195"/>
                </a:lnTo>
                <a:lnTo>
                  <a:pt x="2441" y="21397"/>
                </a:lnTo>
                <a:lnTo>
                  <a:pt x="0" y="21600"/>
                </a:lnTo>
                <a:lnTo>
                  <a:pt x="670" y="20619"/>
                </a:lnTo>
                <a:lnTo>
                  <a:pt x="1339" y="19636"/>
                </a:lnTo>
                <a:lnTo>
                  <a:pt x="2012" y="18648"/>
                </a:lnTo>
                <a:lnTo>
                  <a:pt x="2693" y="17654"/>
                </a:lnTo>
                <a:lnTo>
                  <a:pt x="3377" y="16650"/>
                </a:lnTo>
                <a:lnTo>
                  <a:pt x="4104" y="15557"/>
                </a:lnTo>
                <a:lnTo>
                  <a:pt x="4817" y="14465"/>
                </a:lnTo>
                <a:lnTo>
                  <a:pt x="5519" y="13374"/>
                </a:lnTo>
                <a:lnTo>
                  <a:pt x="6199" y="12281"/>
                </a:lnTo>
                <a:lnTo>
                  <a:pt x="6858" y="11185"/>
                </a:lnTo>
                <a:lnTo>
                  <a:pt x="7492" y="10085"/>
                </a:lnTo>
                <a:lnTo>
                  <a:pt x="8100" y="8980"/>
                </a:lnTo>
                <a:lnTo>
                  <a:pt x="8680" y="7870"/>
                </a:lnTo>
                <a:lnTo>
                  <a:pt x="9223" y="6750"/>
                </a:lnTo>
                <a:lnTo>
                  <a:pt x="10278" y="4657"/>
                </a:lnTo>
                <a:lnTo>
                  <a:pt x="11066" y="3200"/>
                </a:lnTo>
                <a:lnTo>
                  <a:pt x="11729" y="2194"/>
                </a:lnTo>
                <a:lnTo>
                  <a:pt x="12409" y="1451"/>
                </a:lnTo>
                <a:lnTo>
                  <a:pt x="13252" y="781"/>
                </a:lnTo>
                <a:lnTo>
                  <a:pt x="14400" y="0"/>
                </a:lnTo>
                <a:close/>
              </a:path>
            </a:pathLst>
          </a:custGeom>
          <a:solidFill>
            <a:srgbClr val="ACB6BB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8" name="contour_06166"/>
          <p:cNvSpPr/>
          <p:nvPr/>
        </p:nvSpPr>
        <p:spPr>
          <a:xfrm>
            <a:off x="5206713" y="2966213"/>
            <a:ext cx="7288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871" y="0"/>
                </a:lnTo>
                <a:lnTo>
                  <a:pt x="12960" y="0"/>
                </a:lnTo>
                <a:lnTo>
                  <a:pt x="13103" y="792"/>
                </a:lnTo>
                <a:lnTo>
                  <a:pt x="13245" y="1584"/>
                </a:lnTo>
                <a:lnTo>
                  <a:pt x="13388" y="2377"/>
                </a:lnTo>
                <a:lnTo>
                  <a:pt x="13530" y="3170"/>
                </a:lnTo>
                <a:lnTo>
                  <a:pt x="13673" y="3965"/>
                </a:lnTo>
                <a:lnTo>
                  <a:pt x="13818" y="4759"/>
                </a:lnTo>
                <a:lnTo>
                  <a:pt x="13960" y="5556"/>
                </a:lnTo>
                <a:lnTo>
                  <a:pt x="14105" y="6354"/>
                </a:lnTo>
                <a:lnTo>
                  <a:pt x="14247" y="7154"/>
                </a:lnTo>
                <a:lnTo>
                  <a:pt x="14392" y="7956"/>
                </a:lnTo>
                <a:lnTo>
                  <a:pt x="14537" y="8759"/>
                </a:lnTo>
                <a:lnTo>
                  <a:pt x="14682" y="9565"/>
                </a:lnTo>
                <a:lnTo>
                  <a:pt x="14828" y="10374"/>
                </a:lnTo>
                <a:lnTo>
                  <a:pt x="14973" y="11185"/>
                </a:lnTo>
                <a:lnTo>
                  <a:pt x="15120" y="12000"/>
                </a:lnTo>
                <a:lnTo>
                  <a:pt x="16548" y="12000"/>
                </a:lnTo>
                <a:lnTo>
                  <a:pt x="17984" y="12000"/>
                </a:lnTo>
                <a:lnTo>
                  <a:pt x="19440" y="12000"/>
                </a:lnTo>
                <a:lnTo>
                  <a:pt x="19619" y="12792"/>
                </a:lnTo>
                <a:lnTo>
                  <a:pt x="19796" y="13584"/>
                </a:lnTo>
                <a:lnTo>
                  <a:pt x="19976" y="14377"/>
                </a:lnTo>
                <a:lnTo>
                  <a:pt x="20153" y="15172"/>
                </a:lnTo>
                <a:lnTo>
                  <a:pt x="20332" y="15967"/>
                </a:lnTo>
                <a:lnTo>
                  <a:pt x="20511" y="16764"/>
                </a:lnTo>
                <a:lnTo>
                  <a:pt x="20691" y="17563"/>
                </a:lnTo>
                <a:lnTo>
                  <a:pt x="20872" y="18365"/>
                </a:lnTo>
                <a:lnTo>
                  <a:pt x="21054" y="19169"/>
                </a:lnTo>
                <a:lnTo>
                  <a:pt x="21235" y="19975"/>
                </a:lnTo>
                <a:lnTo>
                  <a:pt x="21416" y="20786"/>
                </a:lnTo>
                <a:lnTo>
                  <a:pt x="21600" y="21600"/>
                </a:lnTo>
                <a:lnTo>
                  <a:pt x="20172" y="21600"/>
                </a:lnTo>
                <a:lnTo>
                  <a:pt x="18736" y="21600"/>
                </a:lnTo>
                <a:lnTo>
                  <a:pt x="17280" y="21600"/>
                </a:lnTo>
                <a:lnTo>
                  <a:pt x="17220" y="21218"/>
                </a:lnTo>
                <a:lnTo>
                  <a:pt x="17036" y="20068"/>
                </a:lnTo>
                <a:lnTo>
                  <a:pt x="16850" y="19236"/>
                </a:lnTo>
                <a:lnTo>
                  <a:pt x="16651" y="18419"/>
                </a:lnTo>
                <a:lnTo>
                  <a:pt x="16429" y="17610"/>
                </a:lnTo>
                <a:lnTo>
                  <a:pt x="16174" y="16807"/>
                </a:lnTo>
                <a:lnTo>
                  <a:pt x="15876" y="16007"/>
                </a:lnTo>
                <a:lnTo>
                  <a:pt x="15528" y="15205"/>
                </a:lnTo>
                <a:lnTo>
                  <a:pt x="15120" y="14400"/>
                </a:lnTo>
                <a:lnTo>
                  <a:pt x="13448" y="13994"/>
                </a:lnTo>
                <a:lnTo>
                  <a:pt x="12275" y="13729"/>
                </a:lnTo>
                <a:lnTo>
                  <a:pt x="11290" y="13547"/>
                </a:lnTo>
                <a:lnTo>
                  <a:pt x="10182" y="13390"/>
                </a:lnTo>
                <a:lnTo>
                  <a:pt x="8640" y="13200"/>
                </a:lnTo>
                <a:lnTo>
                  <a:pt x="8685" y="12605"/>
                </a:lnTo>
                <a:lnTo>
                  <a:pt x="8729" y="12007"/>
                </a:lnTo>
                <a:lnTo>
                  <a:pt x="8774" y="11400"/>
                </a:lnTo>
                <a:lnTo>
                  <a:pt x="8731" y="10805"/>
                </a:lnTo>
                <a:lnTo>
                  <a:pt x="8685" y="10207"/>
                </a:lnTo>
                <a:lnTo>
                  <a:pt x="8640" y="9600"/>
                </a:lnTo>
                <a:lnTo>
                  <a:pt x="7247" y="9271"/>
                </a:lnTo>
                <a:lnTo>
                  <a:pt x="5841" y="9012"/>
                </a:lnTo>
                <a:lnTo>
                  <a:pt x="4417" y="8807"/>
                </a:lnTo>
                <a:lnTo>
                  <a:pt x="2970" y="8645"/>
                </a:lnTo>
                <a:lnTo>
                  <a:pt x="1501" y="8514"/>
                </a:lnTo>
                <a:lnTo>
                  <a:pt x="0" y="8400"/>
                </a:lnTo>
                <a:lnTo>
                  <a:pt x="1382" y="8351"/>
                </a:lnTo>
                <a:lnTo>
                  <a:pt x="2776" y="8300"/>
                </a:lnTo>
                <a:lnTo>
                  <a:pt x="4186" y="8250"/>
                </a:lnTo>
                <a:lnTo>
                  <a:pt x="5599" y="8062"/>
                </a:lnTo>
                <a:lnTo>
                  <a:pt x="6532" y="7890"/>
                </a:lnTo>
                <a:lnTo>
                  <a:pt x="7407" y="7636"/>
                </a:lnTo>
                <a:lnTo>
                  <a:pt x="8640" y="7200"/>
                </a:lnTo>
                <a:lnTo>
                  <a:pt x="9096" y="6412"/>
                </a:lnTo>
                <a:lnTo>
                  <a:pt x="9478" y="5624"/>
                </a:lnTo>
                <a:lnTo>
                  <a:pt x="9798" y="4836"/>
                </a:lnTo>
                <a:lnTo>
                  <a:pt x="10061" y="4044"/>
                </a:lnTo>
                <a:lnTo>
                  <a:pt x="10275" y="3248"/>
                </a:lnTo>
                <a:lnTo>
                  <a:pt x="10448" y="2448"/>
                </a:lnTo>
                <a:lnTo>
                  <a:pt x="10588" y="1640"/>
                </a:lnTo>
                <a:lnTo>
                  <a:pt x="10703" y="826"/>
                </a:lnTo>
                <a:lnTo>
                  <a:pt x="10800" y="0"/>
                </a:lnTo>
                <a:close/>
              </a:path>
            </a:pathLst>
          </a:custGeom>
          <a:solidFill>
            <a:srgbClr val="D9E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169" name="contour_06167"/>
          <p:cNvSpPr/>
          <p:nvPr/>
        </p:nvSpPr>
        <p:spPr>
          <a:xfrm>
            <a:off x="4915193" y="2988077"/>
            <a:ext cx="72880" cy="595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0"/>
                </a:lnTo>
                <a:lnTo>
                  <a:pt x="15813" y="0"/>
                </a:lnTo>
                <a:lnTo>
                  <a:pt x="17248" y="0"/>
                </a:lnTo>
                <a:lnTo>
                  <a:pt x="18688" y="0"/>
                </a:lnTo>
                <a:lnTo>
                  <a:pt x="20138" y="0"/>
                </a:lnTo>
                <a:lnTo>
                  <a:pt x="21600" y="0"/>
                </a:lnTo>
                <a:lnTo>
                  <a:pt x="21408" y="1960"/>
                </a:lnTo>
                <a:lnTo>
                  <a:pt x="21196" y="3856"/>
                </a:lnTo>
                <a:lnTo>
                  <a:pt x="20952" y="5694"/>
                </a:lnTo>
                <a:lnTo>
                  <a:pt x="20658" y="7473"/>
                </a:lnTo>
                <a:lnTo>
                  <a:pt x="20302" y="9195"/>
                </a:lnTo>
                <a:lnTo>
                  <a:pt x="19872" y="10863"/>
                </a:lnTo>
                <a:lnTo>
                  <a:pt x="19349" y="12479"/>
                </a:lnTo>
                <a:lnTo>
                  <a:pt x="18725" y="14047"/>
                </a:lnTo>
                <a:lnTo>
                  <a:pt x="17980" y="15565"/>
                </a:lnTo>
                <a:lnTo>
                  <a:pt x="17105" y="17038"/>
                </a:lnTo>
                <a:lnTo>
                  <a:pt x="16081" y="18466"/>
                </a:lnTo>
                <a:lnTo>
                  <a:pt x="14900" y="19855"/>
                </a:lnTo>
                <a:lnTo>
                  <a:pt x="13405" y="20701"/>
                </a:lnTo>
                <a:lnTo>
                  <a:pt x="11943" y="21238"/>
                </a:lnTo>
                <a:lnTo>
                  <a:pt x="10491" y="21521"/>
                </a:lnTo>
                <a:lnTo>
                  <a:pt x="9024" y="21600"/>
                </a:lnTo>
                <a:lnTo>
                  <a:pt x="7523" y="21531"/>
                </a:lnTo>
                <a:lnTo>
                  <a:pt x="5964" y="21365"/>
                </a:lnTo>
                <a:lnTo>
                  <a:pt x="4320" y="21156"/>
                </a:lnTo>
                <a:lnTo>
                  <a:pt x="4320" y="19408"/>
                </a:lnTo>
                <a:lnTo>
                  <a:pt x="4320" y="17649"/>
                </a:lnTo>
                <a:lnTo>
                  <a:pt x="4320" y="15867"/>
                </a:lnTo>
                <a:lnTo>
                  <a:pt x="3037" y="14896"/>
                </a:lnTo>
                <a:lnTo>
                  <a:pt x="2160" y="14296"/>
                </a:lnTo>
                <a:lnTo>
                  <a:pt x="1283" y="13823"/>
                </a:lnTo>
                <a:lnTo>
                  <a:pt x="0" y="13222"/>
                </a:lnTo>
                <a:lnTo>
                  <a:pt x="696" y="11464"/>
                </a:lnTo>
                <a:lnTo>
                  <a:pt x="1240" y="10176"/>
                </a:lnTo>
                <a:lnTo>
                  <a:pt x="1754" y="9134"/>
                </a:lnTo>
                <a:lnTo>
                  <a:pt x="2361" y="8119"/>
                </a:lnTo>
                <a:lnTo>
                  <a:pt x="3175" y="6910"/>
                </a:lnTo>
                <a:lnTo>
                  <a:pt x="4320" y="5289"/>
                </a:lnTo>
                <a:lnTo>
                  <a:pt x="5875" y="5421"/>
                </a:lnTo>
                <a:lnTo>
                  <a:pt x="7316" y="5704"/>
                </a:lnTo>
                <a:lnTo>
                  <a:pt x="8694" y="6122"/>
                </a:lnTo>
                <a:lnTo>
                  <a:pt x="10061" y="6648"/>
                </a:lnTo>
                <a:lnTo>
                  <a:pt x="11465" y="7259"/>
                </a:lnTo>
                <a:lnTo>
                  <a:pt x="12960" y="7933"/>
                </a:lnTo>
                <a:lnTo>
                  <a:pt x="12960" y="6363"/>
                </a:lnTo>
                <a:lnTo>
                  <a:pt x="12960" y="4786"/>
                </a:lnTo>
                <a:lnTo>
                  <a:pt x="12960" y="3205"/>
                </a:lnTo>
                <a:lnTo>
                  <a:pt x="12960" y="1610"/>
                </a:lnTo>
                <a:lnTo>
                  <a:pt x="12960" y="0"/>
                </a:lnTo>
                <a:close/>
              </a:path>
            </a:pathLst>
          </a:custGeom>
          <a:solidFill>
            <a:srgbClr val="41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0" name="contour_06168"/>
          <p:cNvSpPr/>
          <p:nvPr/>
        </p:nvSpPr>
        <p:spPr>
          <a:xfrm>
            <a:off x="3623739" y="2752587"/>
            <a:ext cx="37919" cy="140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92" y="0"/>
                </a:moveTo>
                <a:lnTo>
                  <a:pt x="17312" y="86"/>
                </a:lnTo>
                <a:lnTo>
                  <a:pt x="21600" y="349"/>
                </a:lnTo>
                <a:lnTo>
                  <a:pt x="21110" y="1096"/>
                </a:lnTo>
                <a:lnTo>
                  <a:pt x="20591" y="1842"/>
                </a:lnTo>
                <a:lnTo>
                  <a:pt x="20043" y="2586"/>
                </a:lnTo>
                <a:lnTo>
                  <a:pt x="19607" y="3210"/>
                </a:lnTo>
                <a:lnTo>
                  <a:pt x="19167" y="3844"/>
                </a:lnTo>
                <a:lnTo>
                  <a:pt x="18316" y="4330"/>
                </a:lnTo>
                <a:lnTo>
                  <a:pt x="17449" y="4823"/>
                </a:lnTo>
                <a:lnTo>
                  <a:pt x="14704" y="4823"/>
                </a:lnTo>
                <a:lnTo>
                  <a:pt x="11944" y="4823"/>
                </a:lnTo>
                <a:lnTo>
                  <a:pt x="9146" y="4823"/>
                </a:lnTo>
                <a:lnTo>
                  <a:pt x="9146" y="5561"/>
                </a:lnTo>
                <a:lnTo>
                  <a:pt x="9146" y="6300"/>
                </a:lnTo>
                <a:lnTo>
                  <a:pt x="9146" y="7040"/>
                </a:lnTo>
                <a:lnTo>
                  <a:pt x="9146" y="7781"/>
                </a:lnTo>
                <a:lnTo>
                  <a:pt x="9146" y="8525"/>
                </a:lnTo>
                <a:lnTo>
                  <a:pt x="9146" y="9272"/>
                </a:lnTo>
                <a:lnTo>
                  <a:pt x="9146" y="10022"/>
                </a:lnTo>
                <a:lnTo>
                  <a:pt x="9146" y="10775"/>
                </a:lnTo>
                <a:lnTo>
                  <a:pt x="9146" y="11534"/>
                </a:lnTo>
                <a:lnTo>
                  <a:pt x="11890" y="11534"/>
                </a:lnTo>
                <a:lnTo>
                  <a:pt x="14650" y="11534"/>
                </a:lnTo>
                <a:lnTo>
                  <a:pt x="17449" y="11534"/>
                </a:lnTo>
                <a:lnTo>
                  <a:pt x="16606" y="12253"/>
                </a:lnTo>
                <a:lnTo>
                  <a:pt x="15759" y="12973"/>
                </a:lnTo>
                <a:lnTo>
                  <a:pt x="14908" y="13692"/>
                </a:lnTo>
                <a:lnTo>
                  <a:pt x="14057" y="14412"/>
                </a:lnTo>
                <a:lnTo>
                  <a:pt x="13202" y="15130"/>
                </a:lnTo>
                <a:lnTo>
                  <a:pt x="12342" y="15848"/>
                </a:lnTo>
                <a:lnTo>
                  <a:pt x="11483" y="16567"/>
                </a:lnTo>
                <a:lnTo>
                  <a:pt x="10640" y="17288"/>
                </a:lnTo>
                <a:lnTo>
                  <a:pt x="9785" y="18021"/>
                </a:lnTo>
                <a:lnTo>
                  <a:pt x="8959" y="18704"/>
                </a:lnTo>
                <a:lnTo>
                  <a:pt x="8124" y="19398"/>
                </a:lnTo>
                <a:lnTo>
                  <a:pt x="7373" y="20032"/>
                </a:lnTo>
                <a:lnTo>
                  <a:pt x="6609" y="20675"/>
                </a:lnTo>
                <a:lnTo>
                  <a:pt x="5808" y="21135"/>
                </a:lnTo>
                <a:lnTo>
                  <a:pt x="4994" y="21600"/>
                </a:lnTo>
                <a:lnTo>
                  <a:pt x="2935" y="21600"/>
                </a:lnTo>
                <a:lnTo>
                  <a:pt x="843" y="21600"/>
                </a:lnTo>
                <a:lnTo>
                  <a:pt x="772" y="20852"/>
                </a:lnTo>
                <a:lnTo>
                  <a:pt x="706" y="20103"/>
                </a:lnTo>
                <a:lnTo>
                  <a:pt x="648" y="19356"/>
                </a:lnTo>
                <a:lnTo>
                  <a:pt x="590" y="18608"/>
                </a:lnTo>
                <a:lnTo>
                  <a:pt x="540" y="17860"/>
                </a:lnTo>
                <a:lnTo>
                  <a:pt x="490" y="17113"/>
                </a:lnTo>
                <a:lnTo>
                  <a:pt x="448" y="16364"/>
                </a:lnTo>
                <a:lnTo>
                  <a:pt x="403" y="15616"/>
                </a:lnTo>
                <a:lnTo>
                  <a:pt x="361" y="14868"/>
                </a:lnTo>
                <a:lnTo>
                  <a:pt x="324" y="14120"/>
                </a:lnTo>
                <a:lnTo>
                  <a:pt x="253" y="13419"/>
                </a:lnTo>
                <a:lnTo>
                  <a:pt x="183" y="12714"/>
                </a:lnTo>
                <a:lnTo>
                  <a:pt x="112" y="11999"/>
                </a:lnTo>
                <a:lnTo>
                  <a:pt x="42" y="10035"/>
                </a:lnTo>
                <a:lnTo>
                  <a:pt x="0" y="8315"/>
                </a:lnTo>
                <a:lnTo>
                  <a:pt x="21" y="6820"/>
                </a:lnTo>
                <a:lnTo>
                  <a:pt x="116" y="5534"/>
                </a:lnTo>
                <a:lnTo>
                  <a:pt x="316" y="4440"/>
                </a:lnTo>
                <a:lnTo>
                  <a:pt x="639" y="3520"/>
                </a:lnTo>
                <a:lnTo>
                  <a:pt x="1117" y="2755"/>
                </a:lnTo>
                <a:lnTo>
                  <a:pt x="1760" y="2130"/>
                </a:lnTo>
                <a:lnTo>
                  <a:pt x="2603" y="1624"/>
                </a:lnTo>
                <a:lnTo>
                  <a:pt x="3662" y="1222"/>
                </a:lnTo>
                <a:lnTo>
                  <a:pt x="4961" y="907"/>
                </a:lnTo>
                <a:lnTo>
                  <a:pt x="6526" y="660"/>
                </a:lnTo>
                <a:lnTo>
                  <a:pt x="8378" y="462"/>
                </a:lnTo>
                <a:lnTo>
                  <a:pt x="10541" y="299"/>
                </a:lnTo>
                <a:lnTo>
                  <a:pt x="13040" y="150"/>
                </a:lnTo>
                <a:lnTo>
                  <a:pt x="15892" y="0"/>
                </a:lnTo>
                <a:close/>
              </a:path>
            </a:pathLst>
          </a:custGeom>
          <a:solidFill>
            <a:srgbClr val="949DA1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1" name="contour_06169"/>
          <p:cNvSpPr/>
          <p:nvPr/>
        </p:nvSpPr>
        <p:spPr>
          <a:xfrm>
            <a:off x="4951633" y="2784013"/>
            <a:ext cx="8795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09" y="0"/>
                </a:moveTo>
                <a:lnTo>
                  <a:pt x="17252" y="1074"/>
                </a:lnTo>
                <a:lnTo>
                  <a:pt x="18097" y="1898"/>
                </a:lnTo>
                <a:lnTo>
                  <a:pt x="18794" y="2651"/>
                </a:lnTo>
                <a:lnTo>
                  <a:pt x="19490" y="3499"/>
                </a:lnTo>
                <a:lnTo>
                  <a:pt x="20335" y="4616"/>
                </a:lnTo>
                <a:lnTo>
                  <a:pt x="21478" y="6171"/>
                </a:lnTo>
                <a:lnTo>
                  <a:pt x="21559" y="8578"/>
                </a:lnTo>
                <a:lnTo>
                  <a:pt x="21600" y="10260"/>
                </a:lnTo>
                <a:lnTo>
                  <a:pt x="21600" y="11667"/>
                </a:lnTo>
                <a:lnTo>
                  <a:pt x="21559" y="13244"/>
                </a:lnTo>
                <a:lnTo>
                  <a:pt x="21478" y="15429"/>
                </a:lnTo>
                <a:lnTo>
                  <a:pt x="21085" y="15487"/>
                </a:lnTo>
                <a:lnTo>
                  <a:pt x="19892" y="15663"/>
                </a:lnTo>
                <a:lnTo>
                  <a:pt x="18702" y="15845"/>
                </a:lnTo>
                <a:lnTo>
                  <a:pt x="17512" y="16027"/>
                </a:lnTo>
                <a:lnTo>
                  <a:pt x="16322" y="16212"/>
                </a:lnTo>
                <a:lnTo>
                  <a:pt x="15131" y="16401"/>
                </a:lnTo>
                <a:lnTo>
                  <a:pt x="13943" y="16592"/>
                </a:lnTo>
                <a:lnTo>
                  <a:pt x="12753" y="16780"/>
                </a:lnTo>
                <a:lnTo>
                  <a:pt x="11514" y="16962"/>
                </a:lnTo>
                <a:lnTo>
                  <a:pt x="10256" y="17147"/>
                </a:lnTo>
                <a:lnTo>
                  <a:pt x="9656" y="17246"/>
                </a:lnTo>
                <a:lnTo>
                  <a:pt x="7845" y="17539"/>
                </a:lnTo>
                <a:lnTo>
                  <a:pt x="7294" y="17623"/>
                </a:lnTo>
                <a:lnTo>
                  <a:pt x="5629" y="17882"/>
                </a:lnTo>
                <a:lnTo>
                  <a:pt x="4398" y="18348"/>
                </a:lnTo>
                <a:lnTo>
                  <a:pt x="3263" y="18946"/>
                </a:lnTo>
                <a:lnTo>
                  <a:pt x="2180" y="19687"/>
                </a:lnTo>
                <a:lnTo>
                  <a:pt x="1108" y="20569"/>
                </a:lnTo>
                <a:lnTo>
                  <a:pt x="0" y="21600"/>
                </a:lnTo>
                <a:lnTo>
                  <a:pt x="322" y="18308"/>
                </a:lnTo>
                <a:lnTo>
                  <a:pt x="598" y="15697"/>
                </a:lnTo>
                <a:lnTo>
                  <a:pt x="861" y="13636"/>
                </a:lnTo>
                <a:lnTo>
                  <a:pt x="1144" y="11988"/>
                </a:lnTo>
                <a:lnTo>
                  <a:pt x="1480" y="10615"/>
                </a:lnTo>
                <a:lnTo>
                  <a:pt x="1904" y="9387"/>
                </a:lnTo>
                <a:lnTo>
                  <a:pt x="2449" y="8165"/>
                </a:lnTo>
                <a:lnTo>
                  <a:pt x="3145" y="6819"/>
                </a:lnTo>
                <a:lnTo>
                  <a:pt x="4027" y="5209"/>
                </a:lnTo>
                <a:lnTo>
                  <a:pt x="5316" y="4450"/>
                </a:lnTo>
                <a:lnTo>
                  <a:pt x="6549" y="3950"/>
                </a:lnTo>
                <a:lnTo>
                  <a:pt x="7741" y="3678"/>
                </a:lnTo>
                <a:lnTo>
                  <a:pt x="8905" y="3613"/>
                </a:lnTo>
                <a:lnTo>
                  <a:pt x="10055" y="3731"/>
                </a:lnTo>
                <a:lnTo>
                  <a:pt x="11208" y="4005"/>
                </a:lnTo>
                <a:lnTo>
                  <a:pt x="12375" y="4413"/>
                </a:lnTo>
                <a:lnTo>
                  <a:pt x="13572" y="4925"/>
                </a:lnTo>
                <a:lnTo>
                  <a:pt x="14811" y="5520"/>
                </a:lnTo>
                <a:lnTo>
                  <a:pt x="16109" y="6171"/>
                </a:lnTo>
                <a:lnTo>
                  <a:pt x="16109" y="4132"/>
                </a:lnTo>
                <a:lnTo>
                  <a:pt x="16109" y="2080"/>
                </a:lnTo>
                <a:lnTo>
                  <a:pt x="16109" y="0"/>
                </a:lnTo>
                <a:close/>
              </a:path>
            </a:pathLst>
          </a:custGeom>
          <a:solidFill>
            <a:srgbClr val="272729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2" name="contour_06170"/>
          <p:cNvSpPr/>
          <p:nvPr/>
        </p:nvSpPr>
        <p:spPr>
          <a:xfrm>
            <a:off x="2200868" y="2798246"/>
            <a:ext cx="76072" cy="51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61" y="144"/>
                </a:moveTo>
                <a:lnTo>
                  <a:pt x="17461" y="2170"/>
                </a:lnTo>
                <a:lnTo>
                  <a:pt x="17461" y="4208"/>
                </a:lnTo>
                <a:lnTo>
                  <a:pt x="17461" y="6274"/>
                </a:lnTo>
                <a:lnTo>
                  <a:pt x="18829" y="6274"/>
                </a:lnTo>
                <a:lnTo>
                  <a:pt x="20205" y="6274"/>
                </a:lnTo>
                <a:lnTo>
                  <a:pt x="21600" y="6274"/>
                </a:lnTo>
                <a:lnTo>
                  <a:pt x="21600" y="8300"/>
                </a:lnTo>
                <a:lnTo>
                  <a:pt x="21600" y="10339"/>
                </a:lnTo>
                <a:lnTo>
                  <a:pt x="21600" y="12405"/>
                </a:lnTo>
                <a:lnTo>
                  <a:pt x="20137" y="12405"/>
                </a:lnTo>
                <a:lnTo>
                  <a:pt x="18672" y="12405"/>
                </a:lnTo>
                <a:lnTo>
                  <a:pt x="17203" y="12405"/>
                </a:lnTo>
                <a:lnTo>
                  <a:pt x="15727" y="12405"/>
                </a:lnTo>
                <a:lnTo>
                  <a:pt x="14245" y="12405"/>
                </a:lnTo>
                <a:lnTo>
                  <a:pt x="12756" y="12405"/>
                </a:lnTo>
                <a:lnTo>
                  <a:pt x="11253" y="12405"/>
                </a:lnTo>
                <a:lnTo>
                  <a:pt x="11253" y="14431"/>
                </a:lnTo>
                <a:lnTo>
                  <a:pt x="11253" y="16469"/>
                </a:lnTo>
                <a:lnTo>
                  <a:pt x="11253" y="18535"/>
                </a:lnTo>
                <a:lnTo>
                  <a:pt x="12482" y="19660"/>
                </a:lnTo>
                <a:lnTo>
                  <a:pt x="13323" y="20356"/>
                </a:lnTo>
                <a:lnTo>
                  <a:pt x="14163" y="20904"/>
                </a:lnTo>
                <a:lnTo>
                  <a:pt x="15392" y="21600"/>
                </a:lnTo>
                <a:lnTo>
                  <a:pt x="12880" y="21057"/>
                </a:lnTo>
                <a:lnTo>
                  <a:pt x="10843" y="20598"/>
                </a:lnTo>
                <a:lnTo>
                  <a:pt x="9209" y="20193"/>
                </a:lnTo>
                <a:lnTo>
                  <a:pt x="7890" y="19801"/>
                </a:lnTo>
                <a:lnTo>
                  <a:pt x="6816" y="19390"/>
                </a:lnTo>
                <a:lnTo>
                  <a:pt x="5906" y="18927"/>
                </a:lnTo>
                <a:lnTo>
                  <a:pt x="5080" y="18375"/>
                </a:lnTo>
                <a:lnTo>
                  <a:pt x="4261" y="17701"/>
                </a:lnTo>
                <a:lnTo>
                  <a:pt x="3371" y="16874"/>
                </a:lnTo>
                <a:lnTo>
                  <a:pt x="2330" y="15853"/>
                </a:lnTo>
                <a:lnTo>
                  <a:pt x="1629" y="14133"/>
                </a:lnTo>
                <a:lnTo>
                  <a:pt x="1157" y="12843"/>
                </a:lnTo>
                <a:lnTo>
                  <a:pt x="801" y="11592"/>
                </a:lnTo>
                <a:lnTo>
                  <a:pt x="453" y="9980"/>
                </a:lnTo>
                <a:lnTo>
                  <a:pt x="0" y="7617"/>
                </a:lnTo>
                <a:lnTo>
                  <a:pt x="300" y="6161"/>
                </a:lnTo>
                <a:lnTo>
                  <a:pt x="600" y="4696"/>
                </a:lnTo>
                <a:lnTo>
                  <a:pt x="906" y="3209"/>
                </a:lnTo>
                <a:lnTo>
                  <a:pt x="2214" y="2483"/>
                </a:lnTo>
                <a:lnTo>
                  <a:pt x="3545" y="1867"/>
                </a:lnTo>
                <a:lnTo>
                  <a:pt x="4898" y="1352"/>
                </a:lnTo>
                <a:lnTo>
                  <a:pt x="6270" y="929"/>
                </a:lnTo>
                <a:lnTo>
                  <a:pt x="7655" y="595"/>
                </a:lnTo>
                <a:lnTo>
                  <a:pt x="9051" y="343"/>
                </a:lnTo>
                <a:lnTo>
                  <a:pt x="10454" y="162"/>
                </a:lnTo>
                <a:lnTo>
                  <a:pt x="11862" y="52"/>
                </a:lnTo>
                <a:lnTo>
                  <a:pt x="13269" y="0"/>
                </a:lnTo>
                <a:lnTo>
                  <a:pt x="14674" y="3"/>
                </a:lnTo>
                <a:lnTo>
                  <a:pt x="16073" y="55"/>
                </a:lnTo>
                <a:lnTo>
                  <a:pt x="17461" y="144"/>
                </a:lnTo>
                <a:close/>
              </a:path>
            </a:pathLst>
          </a:custGeom>
          <a:solidFill>
            <a:srgbClr val="65573E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3" name="contour_06171"/>
          <p:cNvSpPr/>
          <p:nvPr/>
        </p:nvSpPr>
        <p:spPr>
          <a:xfrm>
            <a:off x="1526277" y="2774451"/>
            <a:ext cx="65592" cy="53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51" y="0"/>
                </a:moveTo>
                <a:lnTo>
                  <a:pt x="12571" y="32"/>
                </a:lnTo>
                <a:lnTo>
                  <a:pt x="13853" y="142"/>
                </a:lnTo>
                <a:lnTo>
                  <a:pt x="15070" y="408"/>
                </a:lnTo>
                <a:lnTo>
                  <a:pt x="16800" y="922"/>
                </a:lnTo>
                <a:lnTo>
                  <a:pt x="17798" y="2464"/>
                </a:lnTo>
                <a:lnTo>
                  <a:pt x="18658" y="4041"/>
                </a:lnTo>
                <a:lnTo>
                  <a:pt x="19399" y="5657"/>
                </a:lnTo>
                <a:lnTo>
                  <a:pt x="20042" y="7323"/>
                </a:lnTo>
                <a:lnTo>
                  <a:pt x="20609" y="9051"/>
                </a:lnTo>
                <a:lnTo>
                  <a:pt x="21120" y="10853"/>
                </a:lnTo>
                <a:lnTo>
                  <a:pt x="21600" y="12738"/>
                </a:lnTo>
                <a:lnTo>
                  <a:pt x="21077" y="12847"/>
                </a:lnTo>
                <a:lnTo>
                  <a:pt x="19500" y="13178"/>
                </a:lnTo>
                <a:lnTo>
                  <a:pt x="18161" y="13509"/>
                </a:lnTo>
                <a:lnTo>
                  <a:pt x="16800" y="13846"/>
                </a:lnTo>
                <a:lnTo>
                  <a:pt x="15461" y="14156"/>
                </a:lnTo>
                <a:lnTo>
                  <a:pt x="14100" y="14469"/>
                </a:lnTo>
                <a:lnTo>
                  <a:pt x="13577" y="14773"/>
                </a:lnTo>
                <a:lnTo>
                  <a:pt x="12000" y="15692"/>
                </a:lnTo>
                <a:lnTo>
                  <a:pt x="12000" y="17645"/>
                </a:lnTo>
                <a:lnTo>
                  <a:pt x="12000" y="19609"/>
                </a:lnTo>
                <a:lnTo>
                  <a:pt x="12000" y="21600"/>
                </a:lnTo>
                <a:lnTo>
                  <a:pt x="10301" y="21600"/>
                </a:lnTo>
                <a:lnTo>
                  <a:pt x="8602" y="21600"/>
                </a:lnTo>
                <a:lnTo>
                  <a:pt x="6898" y="21600"/>
                </a:lnTo>
                <a:lnTo>
                  <a:pt x="5189" y="21600"/>
                </a:lnTo>
                <a:lnTo>
                  <a:pt x="3470" y="21600"/>
                </a:lnTo>
                <a:lnTo>
                  <a:pt x="1740" y="21600"/>
                </a:lnTo>
                <a:lnTo>
                  <a:pt x="0" y="21600"/>
                </a:lnTo>
                <a:lnTo>
                  <a:pt x="204" y="19863"/>
                </a:lnTo>
                <a:lnTo>
                  <a:pt x="410" y="18129"/>
                </a:lnTo>
                <a:lnTo>
                  <a:pt x="622" y="16392"/>
                </a:lnTo>
                <a:lnTo>
                  <a:pt x="835" y="14658"/>
                </a:lnTo>
                <a:lnTo>
                  <a:pt x="1051" y="12921"/>
                </a:lnTo>
                <a:lnTo>
                  <a:pt x="1246" y="11311"/>
                </a:lnTo>
                <a:lnTo>
                  <a:pt x="1440" y="9686"/>
                </a:lnTo>
                <a:lnTo>
                  <a:pt x="1642" y="8044"/>
                </a:lnTo>
                <a:lnTo>
                  <a:pt x="2256" y="5427"/>
                </a:lnTo>
                <a:lnTo>
                  <a:pt x="3041" y="3474"/>
                </a:lnTo>
                <a:lnTo>
                  <a:pt x="4025" y="2077"/>
                </a:lnTo>
                <a:lnTo>
                  <a:pt x="5244" y="1131"/>
                </a:lnTo>
                <a:lnTo>
                  <a:pt x="6734" y="541"/>
                </a:lnTo>
                <a:lnTo>
                  <a:pt x="8525" y="198"/>
                </a:lnTo>
                <a:lnTo>
                  <a:pt x="10651" y="0"/>
                </a:lnTo>
                <a:close/>
              </a:path>
            </a:pathLst>
          </a:custGeom>
          <a:solidFill>
            <a:srgbClr val="7D7F80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4" name="contour_06172"/>
          <p:cNvSpPr/>
          <p:nvPr/>
        </p:nvSpPr>
        <p:spPr>
          <a:xfrm>
            <a:off x="1260834" y="2762149"/>
            <a:ext cx="6866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52" y="0"/>
                </a:moveTo>
                <a:lnTo>
                  <a:pt x="7189" y="212"/>
                </a:lnTo>
                <a:lnTo>
                  <a:pt x="8365" y="430"/>
                </a:lnTo>
                <a:lnTo>
                  <a:pt x="9411" y="758"/>
                </a:lnTo>
                <a:lnTo>
                  <a:pt x="10656" y="1300"/>
                </a:lnTo>
                <a:lnTo>
                  <a:pt x="12430" y="2160"/>
                </a:lnTo>
                <a:lnTo>
                  <a:pt x="12799" y="3540"/>
                </a:lnTo>
                <a:lnTo>
                  <a:pt x="13106" y="4916"/>
                </a:lnTo>
                <a:lnTo>
                  <a:pt x="13365" y="6294"/>
                </a:lnTo>
                <a:lnTo>
                  <a:pt x="13590" y="7681"/>
                </a:lnTo>
                <a:lnTo>
                  <a:pt x="13796" y="9076"/>
                </a:lnTo>
                <a:lnTo>
                  <a:pt x="13998" y="10487"/>
                </a:lnTo>
                <a:lnTo>
                  <a:pt x="14356" y="11714"/>
                </a:lnTo>
                <a:lnTo>
                  <a:pt x="14722" y="12960"/>
                </a:lnTo>
                <a:lnTo>
                  <a:pt x="16497" y="13820"/>
                </a:lnTo>
                <a:lnTo>
                  <a:pt x="17742" y="14362"/>
                </a:lnTo>
                <a:lnTo>
                  <a:pt x="18787" y="14690"/>
                </a:lnTo>
                <a:lnTo>
                  <a:pt x="19963" y="14908"/>
                </a:lnTo>
                <a:lnTo>
                  <a:pt x="21600" y="15120"/>
                </a:lnTo>
                <a:lnTo>
                  <a:pt x="20087" y="15120"/>
                </a:lnTo>
                <a:lnTo>
                  <a:pt x="18572" y="15120"/>
                </a:lnTo>
                <a:lnTo>
                  <a:pt x="17049" y="15120"/>
                </a:lnTo>
                <a:lnTo>
                  <a:pt x="15520" y="15120"/>
                </a:lnTo>
                <a:lnTo>
                  <a:pt x="13982" y="15120"/>
                </a:lnTo>
                <a:lnTo>
                  <a:pt x="12430" y="15120"/>
                </a:lnTo>
                <a:lnTo>
                  <a:pt x="12430" y="16403"/>
                </a:lnTo>
                <a:lnTo>
                  <a:pt x="12430" y="17690"/>
                </a:lnTo>
                <a:lnTo>
                  <a:pt x="12430" y="18982"/>
                </a:lnTo>
                <a:lnTo>
                  <a:pt x="12430" y="20285"/>
                </a:lnTo>
                <a:lnTo>
                  <a:pt x="12430" y="21600"/>
                </a:lnTo>
                <a:lnTo>
                  <a:pt x="10878" y="21237"/>
                </a:lnTo>
                <a:lnTo>
                  <a:pt x="9369" y="20853"/>
                </a:lnTo>
                <a:lnTo>
                  <a:pt x="7900" y="20429"/>
                </a:lnTo>
                <a:lnTo>
                  <a:pt x="6465" y="19956"/>
                </a:lnTo>
                <a:lnTo>
                  <a:pt x="5057" y="19418"/>
                </a:lnTo>
                <a:lnTo>
                  <a:pt x="3675" y="18801"/>
                </a:lnTo>
                <a:lnTo>
                  <a:pt x="2313" y="18094"/>
                </a:lnTo>
                <a:lnTo>
                  <a:pt x="967" y="17280"/>
                </a:lnTo>
                <a:lnTo>
                  <a:pt x="484" y="15701"/>
                </a:lnTo>
                <a:lnTo>
                  <a:pt x="160" y="14159"/>
                </a:lnTo>
                <a:lnTo>
                  <a:pt x="0" y="12638"/>
                </a:lnTo>
                <a:lnTo>
                  <a:pt x="0" y="11124"/>
                </a:lnTo>
                <a:lnTo>
                  <a:pt x="163" y="9603"/>
                </a:lnTo>
                <a:lnTo>
                  <a:pt x="484" y="8059"/>
                </a:lnTo>
                <a:lnTo>
                  <a:pt x="967" y="6480"/>
                </a:lnTo>
                <a:lnTo>
                  <a:pt x="2109" y="5931"/>
                </a:lnTo>
                <a:lnTo>
                  <a:pt x="3253" y="5389"/>
                </a:lnTo>
                <a:lnTo>
                  <a:pt x="4402" y="4851"/>
                </a:lnTo>
                <a:lnTo>
                  <a:pt x="5552" y="4320"/>
                </a:lnTo>
                <a:lnTo>
                  <a:pt x="5552" y="2892"/>
                </a:lnTo>
                <a:lnTo>
                  <a:pt x="5552" y="1456"/>
                </a:lnTo>
                <a:lnTo>
                  <a:pt x="5552" y="0"/>
                </a:lnTo>
                <a:close/>
              </a:path>
            </a:pathLst>
          </a:custGeom>
          <a:solidFill>
            <a:srgbClr val="4E4A42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5" name="contour_06173"/>
          <p:cNvSpPr/>
          <p:nvPr/>
        </p:nvSpPr>
        <p:spPr>
          <a:xfrm>
            <a:off x="812054" y="2740285"/>
            <a:ext cx="8688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47" y="0"/>
                </a:moveTo>
                <a:lnTo>
                  <a:pt x="8494" y="149"/>
                </a:lnTo>
                <a:lnTo>
                  <a:pt x="9740" y="308"/>
                </a:lnTo>
                <a:lnTo>
                  <a:pt x="10987" y="478"/>
                </a:lnTo>
                <a:lnTo>
                  <a:pt x="12231" y="656"/>
                </a:lnTo>
                <a:lnTo>
                  <a:pt x="13476" y="842"/>
                </a:lnTo>
                <a:lnTo>
                  <a:pt x="13991" y="915"/>
                </a:lnTo>
                <a:lnTo>
                  <a:pt x="14898" y="1037"/>
                </a:lnTo>
                <a:lnTo>
                  <a:pt x="16978" y="1318"/>
                </a:lnTo>
                <a:lnTo>
                  <a:pt x="18431" y="2022"/>
                </a:lnTo>
                <a:lnTo>
                  <a:pt x="19390" y="2643"/>
                </a:lnTo>
                <a:lnTo>
                  <a:pt x="20071" y="3432"/>
                </a:lnTo>
                <a:lnTo>
                  <a:pt x="20689" y="4633"/>
                </a:lnTo>
                <a:lnTo>
                  <a:pt x="21459" y="6496"/>
                </a:lnTo>
                <a:lnTo>
                  <a:pt x="21600" y="9034"/>
                </a:lnTo>
                <a:lnTo>
                  <a:pt x="21529" y="10657"/>
                </a:lnTo>
                <a:lnTo>
                  <a:pt x="21143" y="12064"/>
                </a:lnTo>
                <a:lnTo>
                  <a:pt x="20334" y="13954"/>
                </a:lnTo>
                <a:lnTo>
                  <a:pt x="19640" y="14863"/>
                </a:lnTo>
                <a:lnTo>
                  <a:pt x="18939" y="15779"/>
                </a:lnTo>
                <a:lnTo>
                  <a:pt x="18230" y="16708"/>
                </a:lnTo>
                <a:lnTo>
                  <a:pt x="17924" y="17121"/>
                </a:lnTo>
                <a:lnTo>
                  <a:pt x="17382" y="17850"/>
                </a:lnTo>
                <a:lnTo>
                  <a:pt x="16143" y="19521"/>
                </a:lnTo>
                <a:lnTo>
                  <a:pt x="15324" y="20552"/>
                </a:lnTo>
                <a:lnTo>
                  <a:pt x="14494" y="21600"/>
                </a:lnTo>
                <a:lnTo>
                  <a:pt x="14244" y="20272"/>
                </a:lnTo>
                <a:lnTo>
                  <a:pt x="13992" y="18922"/>
                </a:lnTo>
                <a:lnTo>
                  <a:pt x="13342" y="17572"/>
                </a:lnTo>
                <a:lnTo>
                  <a:pt x="12682" y="16200"/>
                </a:lnTo>
                <a:lnTo>
                  <a:pt x="11215" y="15943"/>
                </a:lnTo>
                <a:lnTo>
                  <a:pt x="10144" y="15800"/>
                </a:lnTo>
                <a:lnTo>
                  <a:pt x="9164" y="15749"/>
                </a:lnTo>
                <a:lnTo>
                  <a:pt x="7961" y="15773"/>
                </a:lnTo>
                <a:lnTo>
                  <a:pt x="6229" y="15862"/>
                </a:lnTo>
                <a:lnTo>
                  <a:pt x="5711" y="15884"/>
                </a:lnTo>
                <a:lnTo>
                  <a:pt x="4799" y="15922"/>
                </a:lnTo>
                <a:lnTo>
                  <a:pt x="2710" y="16011"/>
                </a:lnTo>
                <a:lnTo>
                  <a:pt x="1815" y="16073"/>
                </a:lnTo>
                <a:lnTo>
                  <a:pt x="913" y="16135"/>
                </a:lnTo>
                <a:lnTo>
                  <a:pt x="0" y="16200"/>
                </a:lnTo>
                <a:lnTo>
                  <a:pt x="0" y="14861"/>
                </a:lnTo>
                <a:lnTo>
                  <a:pt x="0" y="13500"/>
                </a:lnTo>
                <a:lnTo>
                  <a:pt x="1196" y="13500"/>
                </a:lnTo>
                <a:lnTo>
                  <a:pt x="2393" y="13500"/>
                </a:lnTo>
                <a:lnTo>
                  <a:pt x="3591" y="13500"/>
                </a:lnTo>
                <a:lnTo>
                  <a:pt x="4792" y="13500"/>
                </a:lnTo>
                <a:lnTo>
                  <a:pt x="5997" y="13500"/>
                </a:lnTo>
                <a:lnTo>
                  <a:pt x="7207" y="13500"/>
                </a:lnTo>
                <a:lnTo>
                  <a:pt x="8421" y="13500"/>
                </a:lnTo>
                <a:lnTo>
                  <a:pt x="9642" y="13500"/>
                </a:lnTo>
                <a:lnTo>
                  <a:pt x="10871" y="13500"/>
                </a:lnTo>
                <a:lnTo>
                  <a:pt x="10421" y="11829"/>
                </a:lnTo>
                <a:lnTo>
                  <a:pt x="9974" y="10157"/>
                </a:lnTo>
                <a:lnTo>
                  <a:pt x="9523" y="8481"/>
                </a:lnTo>
                <a:lnTo>
                  <a:pt x="9072" y="6801"/>
                </a:lnTo>
                <a:lnTo>
                  <a:pt x="8620" y="5114"/>
                </a:lnTo>
                <a:lnTo>
                  <a:pt x="8166" y="3418"/>
                </a:lnTo>
                <a:lnTo>
                  <a:pt x="7707" y="1714"/>
                </a:lnTo>
                <a:lnTo>
                  <a:pt x="7247" y="0"/>
                </a:lnTo>
                <a:close/>
              </a:path>
            </a:pathLst>
          </a:custGeom>
          <a:solidFill>
            <a:srgbClr val="BFA76E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6" name="contour_06174"/>
          <p:cNvSpPr/>
          <p:nvPr/>
        </p:nvSpPr>
        <p:spPr>
          <a:xfrm>
            <a:off x="6671599" y="2652829"/>
            <a:ext cx="30755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687" y="617"/>
                </a:lnTo>
                <a:lnTo>
                  <a:pt x="9787" y="1075"/>
                </a:lnTo>
                <a:lnTo>
                  <a:pt x="12576" y="1416"/>
                </a:lnTo>
                <a:lnTo>
                  <a:pt x="14352" y="1684"/>
                </a:lnTo>
                <a:lnTo>
                  <a:pt x="15402" y="1922"/>
                </a:lnTo>
                <a:lnTo>
                  <a:pt x="16011" y="2175"/>
                </a:lnTo>
                <a:lnTo>
                  <a:pt x="16466" y="2484"/>
                </a:lnTo>
                <a:lnTo>
                  <a:pt x="16195" y="2698"/>
                </a:lnTo>
                <a:lnTo>
                  <a:pt x="15376" y="3342"/>
                </a:lnTo>
                <a:lnTo>
                  <a:pt x="14885" y="3819"/>
                </a:lnTo>
                <a:lnTo>
                  <a:pt x="14388" y="4303"/>
                </a:lnTo>
                <a:lnTo>
                  <a:pt x="14071" y="4550"/>
                </a:lnTo>
                <a:lnTo>
                  <a:pt x="13114" y="5296"/>
                </a:lnTo>
                <a:lnTo>
                  <a:pt x="12310" y="5979"/>
                </a:lnTo>
                <a:lnTo>
                  <a:pt x="11685" y="6609"/>
                </a:lnTo>
                <a:lnTo>
                  <a:pt x="11266" y="7195"/>
                </a:lnTo>
                <a:lnTo>
                  <a:pt x="11071" y="7749"/>
                </a:lnTo>
                <a:lnTo>
                  <a:pt x="11133" y="8279"/>
                </a:lnTo>
                <a:lnTo>
                  <a:pt x="11460" y="8797"/>
                </a:lnTo>
                <a:lnTo>
                  <a:pt x="12090" y="9312"/>
                </a:lnTo>
                <a:lnTo>
                  <a:pt x="13037" y="9835"/>
                </a:lnTo>
                <a:lnTo>
                  <a:pt x="14332" y="10378"/>
                </a:lnTo>
                <a:lnTo>
                  <a:pt x="15995" y="10948"/>
                </a:lnTo>
                <a:lnTo>
                  <a:pt x="18048" y="11557"/>
                </a:lnTo>
                <a:lnTo>
                  <a:pt x="19317" y="12101"/>
                </a:lnTo>
                <a:lnTo>
                  <a:pt x="20259" y="12654"/>
                </a:lnTo>
                <a:lnTo>
                  <a:pt x="20914" y="13213"/>
                </a:lnTo>
                <a:lnTo>
                  <a:pt x="21329" y="13779"/>
                </a:lnTo>
                <a:lnTo>
                  <a:pt x="21544" y="14350"/>
                </a:lnTo>
                <a:lnTo>
                  <a:pt x="21600" y="14925"/>
                </a:lnTo>
                <a:lnTo>
                  <a:pt x="21544" y="15501"/>
                </a:lnTo>
                <a:lnTo>
                  <a:pt x="21416" y="16080"/>
                </a:lnTo>
                <a:lnTo>
                  <a:pt x="21257" y="16659"/>
                </a:lnTo>
                <a:lnTo>
                  <a:pt x="21114" y="17238"/>
                </a:lnTo>
                <a:lnTo>
                  <a:pt x="21068" y="17660"/>
                </a:lnTo>
                <a:lnTo>
                  <a:pt x="21022" y="18084"/>
                </a:lnTo>
                <a:lnTo>
                  <a:pt x="20976" y="18514"/>
                </a:lnTo>
                <a:lnTo>
                  <a:pt x="20909" y="19028"/>
                </a:lnTo>
                <a:lnTo>
                  <a:pt x="20837" y="19543"/>
                </a:lnTo>
                <a:lnTo>
                  <a:pt x="20761" y="20057"/>
                </a:lnTo>
                <a:lnTo>
                  <a:pt x="20674" y="20572"/>
                </a:lnTo>
                <a:lnTo>
                  <a:pt x="20576" y="21086"/>
                </a:lnTo>
                <a:lnTo>
                  <a:pt x="20474" y="21600"/>
                </a:lnTo>
                <a:lnTo>
                  <a:pt x="17935" y="21600"/>
                </a:lnTo>
                <a:lnTo>
                  <a:pt x="15355" y="21600"/>
                </a:lnTo>
                <a:lnTo>
                  <a:pt x="15059" y="21019"/>
                </a:lnTo>
                <a:lnTo>
                  <a:pt x="14762" y="20439"/>
                </a:lnTo>
                <a:lnTo>
                  <a:pt x="14460" y="19858"/>
                </a:lnTo>
                <a:lnTo>
                  <a:pt x="14163" y="19276"/>
                </a:lnTo>
                <a:lnTo>
                  <a:pt x="13866" y="18695"/>
                </a:lnTo>
                <a:lnTo>
                  <a:pt x="13564" y="18112"/>
                </a:lnTo>
                <a:lnTo>
                  <a:pt x="13267" y="17529"/>
                </a:lnTo>
                <a:lnTo>
                  <a:pt x="12965" y="16945"/>
                </a:lnTo>
                <a:lnTo>
                  <a:pt x="12663" y="16360"/>
                </a:lnTo>
                <a:lnTo>
                  <a:pt x="12366" y="15774"/>
                </a:lnTo>
                <a:lnTo>
                  <a:pt x="12064" y="15186"/>
                </a:lnTo>
                <a:lnTo>
                  <a:pt x="11762" y="14598"/>
                </a:lnTo>
                <a:lnTo>
                  <a:pt x="11455" y="14008"/>
                </a:lnTo>
                <a:lnTo>
                  <a:pt x="11153" y="13416"/>
                </a:lnTo>
                <a:lnTo>
                  <a:pt x="10851" y="12823"/>
                </a:lnTo>
                <a:lnTo>
                  <a:pt x="10544" y="12228"/>
                </a:lnTo>
                <a:lnTo>
                  <a:pt x="10237" y="11631"/>
                </a:lnTo>
                <a:lnTo>
                  <a:pt x="6854" y="11631"/>
                </a:lnTo>
                <a:lnTo>
                  <a:pt x="3450" y="11631"/>
                </a:lnTo>
                <a:lnTo>
                  <a:pt x="0" y="11631"/>
                </a:lnTo>
                <a:lnTo>
                  <a:pt x="0" y="11055"/>
                </a:lnTo>
                <a:lnTo>
                  <a:pt x="0" y="10479"/>
                </a:lnTo>
                <a:lnTo>
                  <a:pt x="0" y="9904"/>
                </a:lnTo>
                <a:lnTo>
                  <a:pt x="0" y="9327"/>
                </a:lnTo>
                <a:lnTo>
                  <a:pt x="0" y="8750"/>
                </a:lnTo>
                <a:lnTo>
                  <a:pt x="0" y="8173"/>
                </a:lnTo>
                <a:lnTo>
                  <a:pt x="0" y="7596"/>
                </a:lnTo>
                <a:lnTo>
                  <a:pt x="0" y="7018"/>
                </a:lnTo>
                <a:lnTo>
                  <a:pt x="0" y="6438"/>
                </a:lnTo>
                <a:lnTo>
                  <a:pt x="0" y="5859"/>
                </a:lnTo>
                <a:lnTo>
                  <a:pt x="0" y="5279"/>
                </a:lnTo>
                <a:lnTo>
                  <a:pt x="0" y="4697"/>
                </a:lnTo>
                <a:lnTo>
                  <a:pt x="0" y="4115"/>
                </a:lnTo>
                <a:lnTo>
                  <a:pt x="0" y="3531"/>
                </a:lnTo>
                <a:lnTo>
                  <a:pt x="0" y="2946"/>
                </a:lnTo>
                <a:lnTo>
                  <a:pt x="0" y="2359"/>
                </a:lnTo>
                <a:lnTo>
                  <a:pt x="0" y="1772"/>
                </a:lnTo>
                <a:lnTo>
                  <a:pt x="0" y="1183"/>
                </a:lnTo>
                <a:lnTo>
                  <a:pt x="0" y="592"/>
                </a:lnTo>
                <a:lnTo>
                  <a:pt x="0" y="0"/>
                </a:lnTo>
                <a:close/>
              </a:path>
            </a:pathLst>
          </a:custGeom>
          <a:solidFill>
            <a:srgbClr val="ADBFCA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7" name="contour_06175"/>
          <p:cNvSpPr/>
          <p:nvPr/>
        </p:nvSpPr>
        <p:spPr>
          <a:xfrm>
            <a:off x="7233911" y="2667405"/>
            <a:ext cx="5008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53" y="0"/>
                </a:moveTo>
                <a:lnTo>
                  <a:pt x="5746" y="17"/>
                </a:lnTo>
                <a:lnTo>
                  <a:pt x="7795" y="138"/>
                </a:lnTo>
                <a:lnTo>
                  <a:pt x="9257" y="467"/>
                </a:lnTo>
                <a:lnTo>
                  <a:pt x="10599" y="1106"/>
                </a:lnTo>
                <a:lnTo>
                  <a:pt x="12277" y="2160"/>
                </a:lnTo>
                <a:lnTo>
                  <a:pt x="13742" y="3231"/>
                </a:lnTo>
                <a:lnTo>
                  <a:pt x="15226" y="4320"/>
                </a:lnTo>
                <a:lnTo>
                  <a:pt x="16785" y="4320"/>
                </a:lnTo>
                <a:lnTo>
                  <a:pt x="18369" y="4320"/>
                </a:lnTo>
                <a:lnTo>
                  <a:pt x="19023" y="5761"/>
                </a:lnTo>
                <a:lnTo>
                  <a:pt x="19636" y="7184"/>
                </a:lnTo>
                <a:lnTo>
                  <a:pt x="20189" y="8597"/>
                </a:lnTo>
                <a:lnTo>
                  <a:pt x="20673" y="10005"/>
                </a:lnTo>
                <a:lnTo>
                  <a:pt x="21069" y="11420"/>
                </a:lnTo>
                <a:lnTo>
                  <a:pt x="21364" y="12846"/>
                </a:lnTo>
                <a:lnTo>
                  <a:pt x="21547" y="14293"/>
                </a:lnTo>
                <a:lnTo>
                  <a:pt x="21600" y="15768"/>
                </a:lnTo>
                <a:lnTo>
                  <a:pt x="21512" y="17280"/>
                </a:lnTo>
                <a:lnTo>
                  <a:pt x="19714" y="18187"/>
                </a:lnTo>
                <a:lnTo>
                  <a:pt x="17885" y="18950"/>
                </a:lnTo>
                <a:lnTo>
                  <a:pt x="16011" y="19587"/>
                </a:lnTo>
                <a:lnTo>
                  <a:pt x="14091" y="20120"/>
                </a:lnTo>
                <a:lnTo>
                  <a:pt x="12117" y="20568"/>
                </a:lnTo>
                <a:lnTo>
                  <a:pt x="10080" y="20950"/>
                </a:lnTo>
                <a:lnTo>
                  <a:pt x="7977" y="21287"/>
                </a:lnTo>
                <a:lnTo>
                  <a:pt x="5796" y="21600"/>
                </a:lnTo>
                <a:lnTo>
                  <a:pt x="4416" y="20103"/>
                </a:lnTo>
                <a:lnTo>
                  <a:pt x="3231" y="18706"/>
                </a:lnTo>
                <a:lnTo>
                  <a:pt x="2238" y="17377"/>
                </a:lnTo>
                <a:lnTo>
                  <a:pt x="1433" y="16092"/>
                </a:lnTo>
                <a:lnTo>
                  <a:pt x="811" y="14820"/>
                </a:lnTo>
                <a:lnTo>
                  <a:pt x="368" y="13535"/>
                </a:lnTo>
                <a:lnTo>
                  <a:pt x="97" y="12208"/>
                </a:lnTo>
                <a:lnTo>
                  <a:pt x="0" y="10815"/>
                </a:lnTo>
                <a:lnTo>
                  <a:pt x="69" y="9323"/>
                </a:lnTo>
                <a:lnTo>
                  <a:pt x="299" y="7707"/>
                </a:lnTo>
                <a:lnTo>
                  <a:pt x="688" y="5940"/>
                </a:lnTo>
                <a:lnTo>
                  <a:pt x="1157" y="4452"/>
                </a:lnTo>
                <a:lnTo>
                  <a:pt x="1638" y="2966"/>
                </a:lnTo>
                <a:lnTo>
                  <a:pt x="2134" y="1482"/>
                </a:lnTo>
                <a:lnTo>
                  <a:pt x="2653" y="0"/>
                </a:lnTo>
                <a:close/>
              </a:path>
            </a:pathLst>
          </a:custGeom>
          <a:solidFill>
            <a:srgbClr val="E9F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8" name="contour_06176"/>
          <p:cNvSpPr/>
          <p:nvPr/>
        </p:nvSpPr>
        <p:spPr>
          <a:xfrm>
            <a:off x="8245805" y="2601813"/>
            <a:ext cx="72880" cy="81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767" y="362"/>
                </a:lnTo>
                <a:lnTo>
                  <a:pt x="4908" y="643"/>
                </a:lnTo>
                <a:lnTo>
                  <a:pt x="5892" y="935"/>
                </a:lnTo>
                <a:lnTo>
                  <a:pt x="7033" y="1332"/>
                </a:lnTo>
                <a:lnTo>
                  <a:pt x="8640" y="1924"/>
                </a:lnTo>
                <a:lnTo>
                  <a:pt x="8640" y="3196"/>
                </a:lnTo>
                <a:lnTo>
                  <a:pt x="8640" y="4476"/>
                </a:lnTo>
                <a:lnTo>
                  <a:pt x="8640" y="5773"/>
                </a:lnTo>
                <a:lnTo>
                  <a:pt x="9923" y="5773"/>
                </a:lnTo>
                <a:lnTo>
                  <a:pt x="11210" y="5773"/>
                </a:lnTo>
                <a:lnTo>
                  <a:pt x="12502" y="5773"/>
                </a:lnTo>
                <a:lnTo>
                  <a:pt x="13805" y="5773"/>
                </a:lnTo>
                <a:lnTo>
                  <a:pt x="15120" y="5773"/>
                </a:lnTo>
                <a:lnTo>
                  <a:pt x="14986" y="6687"/>
                </a:lnTo>
                <a:lnTo>
                  <a:pt x="14850" y="7607"/>
                </a:lnTo>
                <a:lnTo>
                  <a:pt x="14714" y="8540"/>
                </a:lnTo>
                <a:lnTo>
                  <a:pt x="14848" y="9533"/>
                </a:lnTo>
                <a:lnTo>
                  <a:pt x="14984" y="10532"/>
                </a:lnTo>
                <a:lnTo>
                  <a:pt x="15120" y="11546"/>
                </a:lnTo>
                <a:lnTo>
                  <a:pt x="16727" y="12196"/>
                </a:lnTo>
                <a:lnTo>
                  <a:pt x="17868" y="12621"/>
                </a:lnTo>
                <a:lnTo>
                  <a:pt x="18852" y="12914"/>
                </a:lnTo>
                <a:lnTo>
                  <a:pt x="19993" y="13166"/>
                </a:lnTo>
                <a:lnTo>
                  <a:pt x="21600" y="13470"/>
                </a:lnTo>
                <a:lnTo>
                  <a:pt x="21449" y="14832"/>
                </a:lnTo>
                <a:lnTo>
                  <a:pt x="21252" y="16150"/>
                </a:lnTo>
                <a:lnTo>
                  <a:pt x="20984" y="17436"/>
                </a:lnTo>
                <a:lnTo>
                  <a:pt x="20613" y="18694"/>
                </a:lnTo>
                <a:lnTo>
                  <a:pt x="20107" y="19934"/>
                </a:lnTo>
                <a:lnTo>
                  <a:pt x="19440" y="21167"/>
                </a:lnTo>
                <a:lnTo>
                  <a:pt x="17941" y="21461"/>
                </a:lnTo>
                <a:lnTo>
                  <a:pt x="16539" y="21594"/>
                </a:lnTo>
                <a:lnTo>
                  <a:pt x="15180" y="21600"/>
                </a:lnTo>
                <a:lnTo>
                  <a:pt x="13809" y="21508"/>
                </a:lnTo>
                <a:lnTo>
                  <a:pt x="12366" y="21352"/>
                </a:lnTo>
                <a:lnTo>
                  <a:pt x="10800" y="21167"/>
                </a:lnTo>
                <a:lnTo>
                  <a:pt x="11290" y="20014"/>
                </a:lnTo>
                <a:lnTo>
                  <a:pt x="11785" y="18856"/>
                </a:lnTo>
                <a:lnTo>
                  <a:pt x="12286" y="17680"/>
                </a:lnTo>
                <a:lnTo>
                  <a:pt x="12655" y="16293"/>
                </a:lnTo>
                <a:lnTo>
                  <a:pt x="12854" y="15121"/>
                </a:lnTo>
                <a:lnTo>
                  <a:pt x="12828" y="14034"/>
                </a:lnTo>
                <a:lnTo>
                  <a:pt x="12526" y="12904"/>
                </a:lnTo>
                <a:lnTo>
                  <a:pt x="11889" y="11605"/>
                </a:lnTo>
                <a:lnTo>
                  <a:pt x="10889" y="10643"/>
                </a:lnTo>
                <a:lnTo>
                  <a:pt x="9906" y="9793"/>
                </a:lnTo>
                <a:lnTo>
                  <a:pt x="8880" y="9033"/>
                </a:lnTo>
                <a:lnTo>
                  <a:pt x="7759" y="8340"/>
                </a:lnTo>
                <a:lnTo>
                  <a:pt x="6480" y="7697"/>
                </a:lnTo>
                <a:lnTo>
                  <a:pt x="4679" y="8001"/>
                </a:lnTo>
                <a:lnTo>
                  <a:pt x="3441" y="8253"/>
                </a:lnTo>
                <a:lnTo>
                  <a:pt x="2456" y="8546"/>
                </a:lnTo>
                <a:lnTo>
                  <a:pt x="1413" y="8971"/>
                </a:lnTo>
                <a:lnTo>
                  <a:pt x="0" y="9621"/>
                </a:lnTo>
                <a:lnTo>
                  <a:pt x="268" y="8430"/>
                </a:lnTo>
                <a:lnTo>
                  <a:pt x="536" y="7239"/>
                </a:lnTo>
                <a:lnTo>
                  <a:pt x="804" y="6044"/>
                </a:lnTo>
                <a:lnTo>
                  <a:pt x="1071" y="4847"/>
                </a:lnTo>
                <a:lnTo>
                  <a:pt x="1341" y="3645"/>
                </a:lnTo>
                <a:lnTo>
                  <a:pt x="1614" y="2436"/>
                </a:lnTo>
                <a:lnTo>
                  <a:pt x="1886" y="1222"/>
                </a:lnTo>
                <a:lnTo>
                  <a:pt x="2160" y="0"/>
                </a:lnTo>
                <a:close/>
              </a:path>
            </a:pathLst>
          </a:custGeom>
          <a:solidFill>
            <a:srgbClr val="E2E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179" name="contour_06177"/>
          <p:cNvSpPr/>
          <p:nvPr/>
        </p:nvSpPr>
        <p:spPr>
          <a:xfrm>
            <a:off x="710022" y="2565373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90" y="0"/>
                </a:lnTo>
                <a:lnTo>
                  <a:pt x="6130" y="0"/>
                </a:lnTo>
                <a:lnTo>
                  <a:pt x="7677" y="0"/>
                </a:lnTo>
                <a:lnTo>
                  <a:pt x="9232" y="0"/>
                </a:lnTo>
                <a:lnTo>
                  <a:pt x="10800" y="0"/>
                </a:lnTo>
                <a:lnTo>
                  <a:pt x="10411" y="1361"/>
                </a:lnTo>
                <a:lnTo>
                  <a:pt x="10022" y="2722"/>
                </a:lnTo>
                <a:lnTo>
                  <a:pt x="9634" y="4085"/>
                </a:lnTo>
                <a:lnTo>
                  <a:pt x="9243" y="5450"/>
                </a:lnTo>
                <a:lnTo>
                  <a:pt x="8852" y="6819"/>
                </a:lnTo>
                <a:lnTo>
                  <a:pt x="8461" y="8189"/>
                </a:lnTo>
                <a:lnTo>
                  <a:pt x="8068" y="9564"/>
                </a:lnTo>
                <a:lnTo>
                  <a:pt x="7672" y="10945"/>
                </a:lnTo>
                <a:lnTo>
                  <a:pt x="7277" y="12329"/>
                </a:lnTo>
                <a:lnTo>
                  <a:pt x="6880" y="13722"/>
                </a:lnTo>
                <a:lnTo>
                  <a:pt x="6480" y="15120"/>
                </a:lnTo>
                <a:lnTo>
                  <a:pt x="7169" y="15021"/>
                </a:lnTo>
                <a:lnTo>
                  <a:pt x="7798" y="14932"/>
                </a:lnTo>
                <a:lnTo>
                  <a:pt x="8461" y="14837"/>
                </a:lnTo>
                <a:lnTo>
                  <a:pt x="9245" y="14725"/>
                </a:lnTo>
                <a:lnTo>
                  <a:pt x="10241" y="14582"/>
                </a:lnTo>
                <a:lnTo>
                  <a:pt x="11543" y="14396"/>
                </a:lnTo>
                <a:lnTo>
                  <a:pt x="13239" y="14154"/>
                </a:lnTo>
                <a:lnTo>
                  <a:pt x="15418" y="13843"/>
                </a:lnTo>
                <a:lnTo>
                  <a:pt x="18176" y="13448"/>
                </a:lnTo>
                <a:lnTo>
                  <a:pt x="21600" y="12960"/>
                </a:lnTo>
                <a:lnTo>
                  <a:pt x="21002" y="14316"/>
                </a:lnTo>
                <a:lnTo>
                  <a:pt x="20440" y="15487"/>
                </a:lnTo>
                <a:lnTo>
                  <a:pt x="19850" y="16526"/>
                </a:lnTo>
                <a:lnTo>
                  <a:pt x="19170" y="17496"/>
                </a:lnTo>
                <a:lnTo>
                  <a:pt x="18334" y="18449"/>
                </a:lnTo>
                <a:lnTo>
                  <a:pt x="17280" y="19440"/>
                </a:lnTo>
                <a:lnTo>
                  <a:pt x="15854" y="19824"/>
                </a:lnTo>
                <a:lnTo>
                  <a:pt x="14431" y="20161"/>
                </a:lnTo>
                <a:lnTo>
                  <a:pt x="13003" y="20455"/>
                </a:lnTo>
                <a:lnTo>
                  <a:pt x="11571" y="20712"/>
                </a:lnTo>
                <a:lnTo>
                  <a:pt x="10137" y="20937"/>
                </a:lnTo>
                <a:lnTo>
                  <a:pt x="8696" y="21133"/>
                </a:lnTo>
                <a:lnTo>
                  <a:pt x="7247" y="21306"/>
                </a:lnTo>
                <a:lnTo>
                  <a:pt x="5789" y="21460"/>
                </a:lnTo>
                <a:lnTo>
                  <a:pt x="4320" y="21600"/>
                </a:lnTo>
                <a:lnTo>
                  <a:pt x="3318" y="19120"/>
                </a:lnTo>
                <a:lnTo>
                  <a:pt x="2681" y="17366"/>
                </a:lnTo>
                <a:lnTo>
                  <a:pt x="2374" y="16081"/>
                </a:lnTo>
                <a:lnTo>
                  <a:pt x="2365" y="15021"/>
                </a:lnTo>
                <a:lnTo>
                  <a:pt x="2620" y="13928"/>
                </a:lnTo>
                <a:lnTo>
                  <a:pt x="3106" y="12554"/>
                </a:lnTo>
                <a:lnTo>
                  <a:pt x="3709" y="11683"/>
                </a:lnTo>
                <a:lnTo>
                  <a:pt x="4320" y="10800"/>
                </a:lnTo>
                <a:lnTo>
                  <a:pt x="2892" y="10800"/>
                </a:lnTo>
                <a:lnTo>
                  <a:pt x="1456" y="10800"/>
                </a:lnTo>
                <a:lnTo>
                  <a:pt x="0" y="10800"/>
                </a:lnTo>
                <a:lnTo>
                  <a:pt x="0" y="9273"/>
                </a:lnTo>
                <a:lnTo>
                  <a:pt x="0" y="7744"/>
                </a:lnTo>
                <a:lnTo>
                  <a:pt x="0" y="6210"/>
                </a:lnTo>
                <a:lnTo>
                  <a:pt x="0" y="4670"/>
                </a:lnTo>
                <a:lnTo>
                  <a:pt x="0" y="3123"/>
                </a:lnTo>
                <a:lnTo>
                  <a:pt x="0" y="1568"/>
                </a:lnTo>
                <a:lnTo>
                  <a:pt x="0" y="0"/>
                </a:lnTo>
                <a:close/>
              </a:path>
            </a:pathLst>
          </a:custGeom>
          <a:solidFill>
            <a:srgbClr val="948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0" name="contour_06178"/>
          <p:cNvSpPr/>
          <p:nvPr/>
        </p:nvSpPr>
        <p:spPr>
          <a:xfrm>
            <a:off x="10373899" y="2562851"/>
            <a:ext cx="94817" cy="826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23" y="659"/>
                </a:moveTo>
                <a:lnTo>
                  <a:pt x="20609" y="1856"/>
                </a:lnTo>
                <a:lnTo>
                  <a:pt x="21085" y="3044"/>
                </a:lnTo>
                <a:lnTo>
                  <a:pt x="21386" y="4253"/>
                </a:lnTo>
                <a:lnTo>
                  <a:pt x="21545" y="5508"/>
                </a:lnTo>
                <a:lnTo>
                  <a:pt x="21600" y="6840"/>
                </a:lnTo>
                <a:lnTo>
                  <a:pt x="21583" y="8274"/>
                </a:lnTo>
                <a:lnTo>
                  <a:pt x="21323" y="7362"/>
                </a:lnTo>
                <a:lnTo>
                  <a:pt x="21059" y="6437"/>
                </a:lnTo>
                <a:lnTo>
                  <a:pt x="20368" y="5285"/>
                </a:lnTo>
                <a:lnTo>
                  <a:pt x="19787" y="4607"/>
                </a:lnTo>
                <a:lnTo>
                  <a:pt x="19002" y="4143"/>
                </a:lnTo>
                <a:lnTo>
                  <a:pt x="17698" y="3627"/>
                </a:lnTo>
                <a:lnTo>
                  <a:pt x="16490" y="3530"/>
                </a:lnTo>
                <a:lnTo>
                  <a:pt x="15366" y="3474"/>
                </a:lnTo>
                <a:lnTo>
                  <a:pt x="14295" y="3478"/>
                </a:lnTo>
                <a:lnTo>
                  <a:pt x="13249" y="3560"/>
                </a:lnTo>
                <a:lnTo>
                  <a:pt x="12198" y="3739"/>
                </a:lnTo>
                <a:lnTo>
                  <a:pt x="11112" y="4034"/>
                </a:lnTo>
                <a:lnTo>
                  <a:pt x="9962" y="4466"/>
                </a:lnTo>
                <a:lnTo>
                  <a:pt x="9442" y="5704"/>
                </a:lnTo>
                <a:lnTo>
                  <a:pt x="8999" y="6924"/>
                </a:lnTo>
                <a:lnTo>
                  <a:pt x="8622" y="8137"/>
                </a:lnTo>
                <a:lnTo>
                  <a:pt x="8300" y="9353"/>
                </a:lnTo>
                <a:lnTo>
                  <a:pt x="8021" y="10587"/>
                </a:lnTo>
                <a:lnTo>
                  <a:pt x="7775" y="11849"/>
                </a:lnTo>
                <a:lnTo>
                  <a:pt x="7553" y="13151"/>
                </a:lnTo>
                <a:lnTo>
                  <a:pt x="7342" y="14505"/>
                </a:lnTo>
                <a:lnTo>
                  <a:pt x="7008" y="15898"/>
                </a:lnTo>
                <a:lnTo>
                  <a:pt x="6639" y="17069"/>
                </a:lnTo>
                <a:lnTo>
                  <a:pt x="6209" y="18074"/>
                </a:lnTo>
                <a:lnTo>
                  <a:pt x="5688" y="18975"/>
                </a:lnTo>
                <a:lnTo>
                  <a:pt x="5051" y="19822"/>
                </a:lnTo>
                <a:lnTo>
                  <a:pt x="4270" y="20679"/>
                </a:lnTo>
                <a:lnTo>
                  <a:pt x="3321" y="21600"/>
                </a:lnTo>
                <a:lnTo>
                  <a:pt x="2741" y="20446"/>
                </a:lnTo>
                <a:lnTo>
                  <a:pt x="2205" y="19306"/>
                </a:lnTo>
                <a:lnTo>
                  <a:pt x="1712" y="18166"/>
                </a:lnTo>
                <a:lnTo>
                  <a:pt x="1267" y="17014"/>
                </a:lnTo>
                <a:lnTo>
                  <a:pt x="870" y="15841"/>
                </a:lnTo>
                <a:lnTo>
                  <a:pt x="525" y="14636"/>
                </a:lnTo>
                <a:lnTo>
                  <a:pt x="234" y="13385"/>
                </a:lnTo>
                <a:lnTo>
                  <a:pt x="0" y="12081"/>
                </a:lnTo>
                <a:lnTo>
                  <a:pt x="392" y="10811"/>
                </a:lnTo>
                <a:lnTo>
                  <a:pt x="830" y="9576"/>
                </a:lnTo>
                <a:lnTo>
                  <a:pt x="1320" y="8377"/>
                </a:lnTo>
                <a:lnTo>
                  <a:pt x="1864" y="7219"/>
                </a:lnTo>
                <a:lnTo>
                  <a:pt x="2465" y="6107"/>
                </a:lnTo>
                <a:lnTo>
                  <a:pt x="3128" y="5045"/>
                </a:lnTo>
                <a:lnTo>
                  <a:pt x="3855" y="4038"/>
                </a:lnTo>
                <a:lnTo>
                  <a:pt x="4649" y="3088"/>
                </a:lnTo>
                <a:lnTo>
                  <a:pt x="5514" y="2201"/>
                </a:lnTo>
                <a:lnTo>
                  <a:pt x="6453" y="1380"/>
                </a:lnTo>
                <a:lnTo>
                  <a:pt x="7539" y="994"/>
                </a:lnTo>
                <a:lnTo>
                  <a:pt x="8638" y="674"/>
                </a:lnTo>
                <a:lnTo>
                  <a:pt x="9751" y="421"/>
                </a:lnTo>
                <a:lnTo>
                  <a:pt x="10875" y="227"/>
                </a:lnTo>
                <a:lnTo>
                  <a:pt x="12005" y="95"/>
                </a:lnTo>
                <a:lnTo>
                  <a:pt x="13141" y="19"/>
                </a:lnTo>
                <a:lnTo>
                  <a:pt x="14278" y="0"/>
                </a:lnTo>
                <a:lnTo>
                  <a:pt x="15417" y="34"/>
                </a:lnTo>
                <a:lnTo>
                  <a:pt x="16553" y="120"/>
                </a:lnTo>
                <a:lnTo>
                  <a:pt x="17685" y="253"/>
                </a:lnTo>
                <a:lnTo>
                  <a:pt x="18809" y="434"/>
                </a:lnTo>
                <a:lnTo>
                  <a:pt x="19923" y="659"/>
                </a:lnTo>
                <a:close/>
              </a:path>
            </a:pathLst>
          </a:custGeom>
          <a:solidFill>
            <a:srgbClr val="E7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1" name="contour_06179"/>
          <p:cNvSpPr/>
          <p:nvPr/>
        </p:nvSpPr>
        <p:spPr>
          <a:xfrm>
            <a:off x="3632506" y="2507069"/>
            <a:ext cx="23635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04" y="0"/>
                </a:lnTo>
                <a:lnTo>
                  <a:pt x="6660" y="0"/>
                </a:lnTo>
                <a:lnTo>
                  <a:pt x="7067" y="427"/>
                </a:lnTo>
                <a:lnTo>
                  <a:pt x="7473" y="857"/>
                </a:lnTo>
                <a:lnTo>
                  <a:pt x="7886" y="1293"/>
                </a:lnTo>
                <a:lnTo>
                  <a:pt x="8439" y="1846"/>
                </a:lnTo>
                <a:lnTo>
                  <a:pt x="9005" y="2405"/>
                </a:lnTo>
                <a:lnTo>
                  <a:pt x="9578" y="2970"/>
                </a:lnTo>
                <a:lnTo>
                  <a:pt x="10117" y="3523"/>
                </a:lnTo>
                <a:lnTo>
                  <a:pt x="10663" y="4078"/>
                </a:lnTo>
                <a:lnTo>
                  <a:pt x="11216" y="4641"/>
                </a:lnTo>
                <a:lnTo>
                  <a:pt x="12295" y="5334"/>
                </a:lnTo>
                <a:lnTo>
                  <a:pt x="13294" y="5799"/>
                </a:lnTo>
                <a:lnTo>
                  <a:pt x="14626" y="6145"/>
                </a:lnTo>
                <a:lnTo>
                  <a:pt x="16711" y="6479"/>
                </a:lnTo>
                <a:lnTo>
                  <a:pt x="19981" y="6912"/>
                </a:lnTo>
                <a:lnTo>
                  <a:pt x="20394" y="7523"/>
                </a:lnTo>
                <a:lnTo>
                  <a:pt x="20707" y="8134"/>
                </a:lnTo>
                <a:lnTo>
                  <a:pt x="20927" y="8745"/>
                </a:lnTo>
                <a:lnTo>
                  <a:pt x="21074" y="9356"/>
                </a:lnTo>
                <a:lnTo>
                  <a:pt x="21167" y="9969"/>
                </a:lnTo>
                <a:lnTo>
                  <a:pt x="21207" y="10581"/>
                </a:lnTo>
                <a:lnTo>
                  <a:pt x="21220" y="11194"/>
                </a:lnTo>
                <a:lnTo>
                  <a:pt x="21220" y="11807"/>
                </a:lnTo>
                <a:lnTo>
                  <a:pt x="21214" y="12419"/>
                </a:lnTo>
                <a:lnTo>
                  <a:pt x="21234" y="12966"/>
                </a:lnTo>
                <a:lnTo>
                  <a:pt x="21274" y="13514"/>
                </a:lnTo>
                <a:lnTo>
                  <a:pt x="21334" y="14061"/>
                </a:lnTo>
                <a:lnTo>
                  <a:pt x="21407" y="14609"/>
                </a:lnTo>
                <a:lnTo>
                  <a:pt x="21480" y="15155"/>
                </a:lnTo>
                <a:lnTo>
                  <a:pt x="21500" y="15737"/>
                </a:lnTo>
                <a:lnTo>
                  <a:pt x="21507" y="16318"/>
                </a:lnTo>
                <a:lnTo>
                  <a:pt x="21513" y="16899"/>
                </a:lnTo>
                <a:lnTo>
                  <a:pt x="21547" y="17428"/>
                </a:lnTo>
                <a:lnTo>
                  <a:pt x="21573" y="17960"/>
                </a:lnTo>
                <a:lnTo>
                  <a:pt x="21600" y="18500"/>
                </a:lnTo>
                <a:lnTo>
                  <a:pt x="20854" y="19086"/>
                </a:lnTo>
                <a:lnTo>
                  <a:pt x="19968" y="19530"/>
                </a:lnTo>
                <a:lnTo>
                  <a:pt x="18516" y="19916"/>
                </a:lnTo>
                <a:lnTo>
                  <a:pt x="16092" y="20333"/>
                </a:lnTo>
                <a:lnTo>
                  <a:pt x="12282" y="20866"/>
                </a:lnTo>
                <a:lnTo>
                  <a:pt x="6660" y="21600"/>
                </a:lnTo>
                <a:lnTo>
                  <a:pt x="6474" y="21006"/>
                </a:lnTo>
                <a:lnTo>
                  <a:pt x="6294" y="20412"/>
                </a:lnTo>
                <a:lnTo>
                  <a:pt x="6108" y="19818"/>
                </a:lnTo>
                <a:lnTo>
                  <a:pt x="5928" y="19224"/>
                </a:lnTo>
                <a:lnTo>
                  <a:pt x="5741" y="18630"/>
                </a:lnTo>
                <a:lnTo>
                  <a:pt x="5562" y="18035"/>
                </a:lnTo>
                <a:lnTo>
                  <a:pt x="5375" y="17441"/>
                </a:lnTo>
                <a:lnTo>
                  <a:pt x="5195" y="16845"/>
                </a:lnTo>
                <a:lnTo>
                  <a:pt x="5009" y="16251"/>
                </a:lnTo>
                <a:lnTo>
                  <a:pt x="4829" y="15656"/>
                </a:lnTo>
                <a:lnTo>
                  <a:pt x="4642" y="15060"/>
                </a:lnTo>
                <a:lnTo>
                  <a:pt x="4463" y="14464"/>
                </a:lnTo>
                <a:lnTo>
                  <a:pt x="4276" y="13868"/>
                </a:lnTo>
                <a:lnTo>
                  <a:pt x="4090" y="13271"/>
                </a:lnTo>
                <a:lnTo>
                  <a:pt x="3910" y="12674"/>
                </a:lnTo>
                <a:lnTo>
                  <a:pt x="3723" y="12077"/>
                </a:lnTo>
                <a:lnTo>
                  <a:pt x="3537" y="11479"/>
                </a:lnTo>
                <a:lnTo>
                  <a:pt x="3357" y="10881"/>
                </a:lnTo>
                <a:lnTo>
                  <a:pt x="3170" y="10282"/>
                </a:lnTo>
                <a:lnTo>
                  <a:pt x="2984" y="9683"/>
                </a:lnTo>
                <a:lnTo>
                  <a:pt x="2804" y="9083"/>
                </a:lnTo>
                <a:lnTo>
                  <a:pt x="2618" y="8483"/>
                </a:lnTo>
                <a:lnTo>
                  <a:pt x="2431" y="7881"/>
                </a:lnTo>
                <a:lnTo>
                  <a:pt x="2245" y="7280"/>
                </a:lnTo>
                <a:lnTo>
                  <a:pt x="2058" y="6678"/>
                </a:lnTo>
                <a:lnTo>
                  <a:pt x="1872" y="6075"/>
                </a:lnTo>
                <a:lnTo>
                  <a:pt x="1685" y="5471"/>
                </a:lnTo>
                <a:lnTo>
                  <a:pt x="1499" y="4866"/>
                </a:lnTo>
                <a:lnTo>
                  <a:pt x="1312" y="4261"/>
                </a:lnTo>
                <a:lnTo>
                  <a:pt x="1126" y="3655"/>
                </a:lnTo>
                <a:lnTo>
                  <a:pt x="939" y="3048"/>
                </a:lnTo>
                <a:lnTo>
                  <a:pt x="753" y="2440"/>
                </a:lnTo>
                <a:lnTo>
                  <a:pt x="566" y="1832"/>
                </a:lnTo>
                <a:lnTo>
                  <a:pt x="380" y="1222"/>
                </a:lnTo>
                <a:lnTo>
                  <a:pt x="186" y="612"/>
                </a:lnTo>
                <a:lnTo>
                  <a:pt x="0" y="0"/>
                </a:lnTo>
                <a:close/>
              </a:path>
            </a:pathLst>
          </a:custGeom>
          <a:solidFill>
            <a:srgbClr val="9AA2A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2" name="contour_06180"/>
          <p:cNvSpPr/>
          <p:nvPr/>
        </p:nvSpPr>
        <p:spPr>
          <a:xfrm>
            <a:off x="1176453" y="2558085"/>
            <a:ext cx="73463" cy="44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36" y="114"/>
                </a:lnTo>
                <a:lnTo>
                  <a:pt x="5619" y="218"/>
                </a:lnTo>
                <a:lnTo>
                  <a:pt x="7804" y="325"/>
                </a:lnTo>
                <a:lnTo>
                  <a:pt x="9643" y="440"/>
                </a:lnTo>
                <a:lnTo>
                  <a:pt x="11186" y="576"/>
                </a:lnTo>
                <a:lnTo>
                  <a:pt x="12491" y="744"/>
                </a:lnTo>
                <a:lnTo>
                  <a:pt x="13605" y="951"/>
                </a:lnTo>
                <a:lnTo>
                  <a:pt x="14584" y="1205"/>
                </a:lnTo>
                <a:lnTo>
                  <a:pt x="15480" y="1523"/>
                </a:lnTo>
                <a:lnTo>
                  <a:pt x="16346" y="1905"/>
                </a:lnTo>
                <a:lnTo>
                  <a:pt x="17233" y="2370"/>
                </a:lnTo>
                <a:lnTo>
                  <a:pt x="18195" y="2924"/>
                </a:lnTo>
                <a:lnTo>
                  <a:pt x="19286" y="3575"/>
                </a:lnTo>
                <a:lnTo>
                  <a:pt x="20094" y="5738"/>
                </a:lnTo>
                <a:lnTo>
                  <a:pt x="20704" y="7854"/>
                </a:lnTo>
                <a:lnTo>
                  <a:pt x="21137" y="9960"/>
                </a:lnTo>
                <a:lnTo>
                  <a:pt x="21418" y="12087"/>
                </a:lnTo>
                <a:lnTo>
                  <a:pt x="21564" y="14264"/>
                </a:lnTo>
                <a:lnTo>
                  <a:pt x="21600" y="16531"/>
                </a:lnTo>
                <a:lnTo>
                  <a:pt x="21546" y="18915"/>
                </a:lnTo>
                <a:lnTo>
                  <a:pt x="21429" y="21450"/>
                </a:lnTo>
                <a:lnTo>
                  <a:pt x="19826" y="21536"/>
                </a:lnTo>
                <a:lnTo>
                  <a:pt x="18266" y="21596"/>
                </a:lnTo>
                <a:lnTo>
                  <a:pt x="16738" y="21600"/>
                </a:lnTo>
                <a:lnTo>
                  <a:pt x="15240" y="21521"/>
                </a:lnTo>
                <a:lnTo>
                  <a:pt x="13761" y="21335"/>
                </a:lnTo>
                <a:lnTo>
                  <a:pt x="12296" y="21014"/>
                </a:lnTo>
                <a:lnTo>
                  <a:pt x="10839" y="20535"/>
                </a:lnTo>
                <a:lnTo>
                  <a:pt x="9377" y="19870"/>
                </a:lnTo>
                <a:lnTo>
                  <a:pt x="7911" y="18990"/>
                </a:lnTo>
                <a:lnTo>
                  <a:pt x="6429" y="17875"/>
                </a:lnTo>
                <a:lnTo>
                  <a:pt x="6429" y="15512"/>
                </a:lnTo>
                <a:lnTo>
                  <a:pt x="6429" y="13134"/>
                </a:lnTo>
                <a:lnTo>
                  <a:pt x="6429" y="10725"/>
                </a:lnTo>
                <a:lnTo>
                  <a:pt x="5156" y="10725"/>
                </a:lnTo>
                <a:lnTo>
                  <a:pt x="3879" y="10725"/>
                </a:lnTo>
                <a:lnTo>
                  <a:pt x="2597" y="10725"/>
                </a:lnTo>
                <a:lnTo>
                  <a:pt x="1305" y="10725"/>
                </a:lnTo>
                <a:lnTo>
                  <a:pt x="0" y="10725"/>
                </a:lnTo>
                <a:lnTo>
                  <a:pt x="0" y="8601"/>
                </a:lnTo>
                <a:lnTo>
                  <a:pt x="0" y="6471"/>
                </a:lnTo>
                <a:lnTo>
                  <a:pt x="0" y="4333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060505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3" name="contour_06181"/>
          <p:cNvSpPr/>
          <p:nvPr/>
        </p:nvSpPr>
        <p:spPr>
          <a:xfrm>
            <a:off x="1101999" y="2411094"/>
            <a:ext cx="67166" cy="520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6" y="511"/>
                </a:moveTo>
                <a:lnTo>
                  <a:pt x="2084" y="351"/>
                </a:lnTo>
                <a:lnTo>
                  <a:pt x="3649" y="212"/>
                </a:lnTo>
                <a:lnTo>
                  <a:pt x="5210" y="100"/>
                </a:lnTo>
                <a:lnTo>
                  <a:pt x="6766" y="27"/>
                </a:lnTo>
                <a:lnTo>
                  <a:pt x="8320" y="0"/>
                </a:lnTo>
                <a:lnTo>
                  <a:pt x="9877" y="27"/>
                </a:lnTo>
                <a:lnTo>
                  <a:pt x="11433" y="115"/>
                </a:lnTo>
                <a:lnTo>
                  <a:pt x="12996" y="275"/>
                </a:lnTo>
                <a:lnTo>
                  <a:pt x="14569" y="511"/>
                </a:lnTo>
                <a:lnTo>
                  <a:pt x="15431" y="2581"/>
                </a:lnTo>
                <a:lnTo>
                  <a:pt x="15984" y="4087"/>
                </a:lnTo>
                <a:lnTo>
                  <a:pt x="16341" y="5467"/>
                </a:lnTo>
                <a:lnTo>
                  <a:pt x="16613" y="7155"/>
                </a:lnTo>
                <a:lnTo>
                  <a:pt x="16913" y="9587"/>
                </a:lnTo>
                <a:lnTo>
                  <a:pt x="18387" y="11705"/>
                </a:lnTo>
                <a:lnTo>
                  <a:pt x="19366" y="13039"/>
                </a:lnTo>
                <a:lnTo>
                  <a:pt x="20290" y="14161"/>
                </a:lnTo>
                <a:lnTo>
                  <a:pt x="21600" y="15637"/>
                </a:lnTo>
                <a:lnTo>
                  <a:pt x="19073" y="17371"/>
                </a:lnTo>
                <a:lnTo>
                  <a:pt x="17018" y="18753"/>
                </a:lnTo>
                <a:lnTo>
                  <a:pt x="15345" y="19821"/>
                </a:lnTo>
                <a:lnTo>
                  <a:pt x="13966" y="20605"/>
                </a:lnTo>
                <a:lnTo>
                  <a:pt x="12799" y="21140"/>
                </a:lnTo>
                <a:lnTo>
                  <a:pt x="11749" y="21461"/>
                </a:lnTo>
                <a:lnTo>
                  <a:pt x="10734" y="21600"/>
                </a:lnTo>
                <a:lnTo>
                  <a:pt x="9666" y="21594"/>
                </a:lnTo>
                <a:lnTo>
                  <a:pt x="8456" y="21473"/>
                </a:lnTo>
                <a:lnTo>
                  <a:pt x="7015" y="21273"/>
                </a:lnTo>
                <a:lnTo>
                  <a:pt x="5426" y="20423"/>
                </a:lnTo>
                <a:lnTo>
                  <a:pt x="4057" y="19543"/>
                </a:lnTo>
                <a:lnTo>
                  <a:pt x="2831" y="18526"/>
                </a:lnTo>
                <a:lnTo>
                  <a:pt x="1673" y="17259"/>
                </a:lnTo>
                <a:lnTo>
                  <a:pt x="506" y="15637"/>
                </a:lnTo>
                <a:lnTo>
                  <a:pt x="230" y="13441"/>
                </a:lnTo>
                <a:lnTo>
                  <a:pt x="66" y="11284"/>
                </a:lnTo>
                <a:lnTo>
                  <a:pt x="0" y="9148"/>
                </a:lnTo>
                <a:lnTo>
                  <a:pt x="26" y="7022"/>
                </a:lnTo>
                <a:lnTo>
                  <a:pt x="127" y="4883"/>
                </a:lnTo>
                <a:lnTo>
                  <a:pt x="291" y="2720"/>
                </a:lnTo>
                <a:lnTo>
                  <a:pt x="506" y="511"/>
                </a:lnTo>
                <a:close/>
              </a:path>
            </a:pathLst>
          </a:custGeom>
          <a:solidFill>
            <a:srgbClr val="26231F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4" name="contour_06182"/>
          <p:cNvSpPr/>
          <p:nvPr/>
        </p:nvSpPr>
        <p:spPr>
          <a:xfrm>
            <a:off x="5410776" y="2368597"/>
            <a:ext cx="72880" cy="56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066" y="0"/>
                </a:lnTo>
                <a:lnTo>
                  <a:pt x="11493" y="0"/>
                </a:lnTo>
                <a:lnTo>
                  <a:pt x="12921" y="0"/>
                </a:lnTo>
                <a:lnTo>
                  <a:pt x="14353" y="0"/>
                </a:lnTo>
                <a:lnTo>
                  <a:pt x="15790" y="0"/>
                </a:lnTo>
                <a:lnTo>
                  <a:pt x="17232" y="0"/>
                </a:lnTo>
                <a:lnTo>
                  <a:pt x="18680" y="0"/>
                </a:lnTo>
                <a:lnTo>
                  <a:pt x="20136" y="0"/>
                </a:lnTo>
                <a:lnTo>
                  <a:pt x="21600" y="0"/>
                </a:lnTo>
                <a:lnTo>
                  <a:pt x="21304" y="3512"/>
                </a:lnTo>
                <a:lnTo>
                  <a:pt x="21043" y="6462"/>
                </a:lnTo>
                <a:lnTo>
                  <a:pt x="20805" y="8920"/>
                </a:lnTo>
                <a:lnTo>
                  <a:pt x="20570" y="10962"/>
                </a:lnTo>
                <a:lnTo>
                  <a:pt x="20323" y="12663"/>
                </a:lnTo>
                <a:lnTo>
                  <a:pt x="20047" y="14094"/>
                </a:lnTo>
                <a:lnTo>
                  <a:pt x="19727" y="15328"/>
                </a:lnTo>
                <a:lnTo>
                  <a:pt x="19345" y="16440"/>
                </a:lnTo>
                <a:lnTo>
                  <a:pt x="18885" y="17502"/>
                </a:lnTo>
                <a:lnTo>
                  <a:pt x="18330" y="18589"/>
                </a:lnTo>
                <a:lnTo>
                  <a:pt x="17667" y="19770"/>
                </a:lnTo>
                <a:lnTo>
                  <a:pt x="16874" y="21125"/>
                </a:lnTo>
                <a:lnTo>
                  <a:pt x="15280" y="21494"/>
                </a:lnTo>
                <a:lnTo>
                  <a:pt x="13746" y="21600"/>
                </a:lnTo>
                <a:lnTo>
                  <a:pt x="12267" y="21469"/>
                </a:lnTo>
                <a:lnTo>
                  <a:pt x="10832" y="21128"/>
                </a:lnTo>
                <a:lnTo>
                  <a:pt x="9433" y="20603"/>
                </a:lnTo>
                <a:lnTo>
                  <a:pt x="8065" y="19921"/>
                </a:lnTo>
                <a:lnTo>
                  <a:pt x="6715" y="19105"/>
                </a:lnTo>
                <a:lnTo>
                  <a:pt x="5381" y="18186"/>
                </a:lnTo>
                <a:lnTo>
                  <a:pt x="4048" y="17186"/>
                </a:lnTo>
                <a:lnTo>
                  <a:pt x="2713" y="16130"/>
                </a:lnTo>
                <a:lnTo>
                  <a:pt x="1367" y="15049"/>
                </a:lnTo>
                <a:lnTo>
                  <a:pt x="0" y="13968"/>
                </a:lnTo>
                <a:lnTo>
                  <a:pt x="469" y="13915"/>
                </a:lnTo>
                <a:lnTo>
                  <a:pt x="1890" y="13750"/>
                </a:lnTo>
                <a:lnTo>
                  <a:pt x="3350" y="13443"/>
                </a:lnTo>
                <a:lnTo>
                  <a:pt x="4711" y="13088"/>
                </a:lnTo>
                <a:lnTo>
                  <a:pt x="6020" y="12627"/>
                </a:lnTo>
                <a:lnTo>
                  <a:pt x="7314" y="12010"/>
                </a:lnTo>
                <a:lnTo>
                  <a:pt x="8640" y="11174"/>
                </a:lnTo>
                <a:lnTo>
                  <a:pt x="8970" y="9236"/>
                </a:lnTo>
                <a:lnTo>
                  <a:pt x="9120" y="7423"/>
                </a:lnTo>
                <a:lnTo>
                  <a:pt x="9126" y="5665"/>
                </a:lnTo>
                <a:lnTo>
                  <a:pt x="9022" y="3891"/>
                </a:lnTo>
                <a:lnTo>
                  <a:pt x="8847" y="2025"/>
                </a:lnTo>
                <a:lnTo>
                  <a:pt x="8640" y="0"/>
                </a:lnTo>
                <a:close/>
              </a:path>
            </a:pathLst>
          </a:custGeom>
          <a:solidFill>
            <a:srgbClr val="8E8679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5" name="contour_06183"/>
          <p:cNvSpPr/>
          <p:nvPr/>
        </p:nvSpPr>
        <p:spPr>
          <a:xfrm>
            <a:off x="5104681" y="2339445"/>
            <a:ext cx="72880" cy="642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949" y="154"/>
                </a:lnTo>
                <a:lnTo>
                  <a:pt x="9409" y="321"/>
                </a:lnTo>
                <a:lnTo>
                  <a:pt x="10858" y="510"/>
                </a:lnTo>
                <a:lnTo>
                  <a:pt x="12301" y="725"/>
                </a:lnTo>
                <a:lnTo>
                  <a:pt x="13738" y="975"/>
                </a:lnTo>
                <a:lnTo>
                  <a:pt x="15170" y="1266"/>
                </a:lnTo>
                <a:lnTo>
                  <a:pt x="16595" y="1604"/>
                </a:lnTo>
                <a:lnTo>
                  <a:pt x="18019" y="1996"/>
                </a:lnTo>
                <a:lnTo>
                  <a:pt x="19440" y="2450"/>
                </a:lnTo>
                <a:lnTo>
                  <a:pt x="20364" y="4345"/>
                </a:lnTo>
                <a:lnTo>
                  <a:pt x="20939" y="5676"/>
                </a:lnTo>
                <a:lnTo>
                  <a:pt x="21267" y="6793"/>
                </a:lnTo>
                <a:lnTo>
                  <a:pt x="21453" y="8049"/>
                </a:lnTo>
                <a:lnTo>
                  <a:pt x="21600" y="9798"/>
                </a:lnTo>
                <a:lnTo>
                  <a:pt x="20317" y="9798"/>
                </a:lnTo>
                <a:lnTo>
                  <a:pt x="19030" y="9798"/>
                </a:lnTo>
                <a:lnTo>
                  <a:pt x="17738" y="9798"/>
                </a:lnTo>
                <a:lnTo>
                  <a:pt x="16435" y="9798"/>
                </a:lnTo>
                <a:lnTo>
                  <a:pt x="15120" y="9798"/>
                </a:lnTo>
                <a:lnTo>
                  <a:pt x="15388" y="11471"/>
                </a:lnTo>
                <a:lnTo>
                  <a:pt x="15660" y="13166"/>
                </a:lnTo>
                <a:lnTo>
                  <a:pt x="15321" y="15493"/>
                </a:lnTo>
                <a:lnTo>
                  <a:pt x="14975" y="16858"/>
                </a:lnTo>
                <a:lnTo>
                  <a:pt x="14414" y="17786"/>
                </a:lnTo>
                <a:lnTo>
                  <a:pt x="13424" y="18812"/>
                </a:lnTo>
                <a:lnTo>
                  <a:pt x="11990" y="19692"/>
                </a:lnTo>
                <a:lnTo>
                  <a:pt x="10690" y="20410"/>
                </a:lnTo>
                <a:lnTo>
                  <a:pt x="9474" y="20963"/>
                </a:lnTo>
                <a:lnTo>
                  <a:pt x="8281" y="21350"/>
                </a:lnTo>
                <a:lnTo>
                  <a:pt x="7063" y="21563"/>
                </a:lnTo>
                <a:lnTo>
                  <a:pt x="5763" y="21600"/>
                </a:lnTo>
                <a:lnTo>
                  <a:pt x="4326" y="21455"/>
                </a:lnTo>
                <a:lnTo>
                  <a:pt x="2700" y="21127"/>
                </a:lnTo>
                <a:lnTo>
                  <a:pt x="1361" y="20368"/>
                </a:lnTo>
                <a:lnTo>
                  <a:pt x="0" y="19596"/>
                </a:lnTo>
                <a:lnTo>
                  <a:pt x="352" y="19148"/>
                </a:lnTo>
                <a:lnTo>
                  <a:pt x="1417" y="17798"/>
                </a:lnTo>
                <a:lnTo>
                  <a:pt x="2462" y="16363"/>
                </a:lnTo>
                <a:lnTo>
                  <a:pt x="3424" y="14989"/>
                </a:lnTo>
                <a:lnTo>
                  <a:pt x="4290" y="13641"/>
                </a:lnTo>
                <a:lnTo>
                  <a:pt x="5052" y="12292"/>
                </a:lnTo>
                <a:lnTo>
                  <a:pt x="5696" y="10900"/>
                </a:lnTo>
                <a:lnTo>
                  <a:pt x="6214" y="9438"/>
                </a:lnTo>
                <a:lnTo>
                  <a:pt x="6592" y="7870"/>
                </a:lnTo>
                <a:lnTo>
                  <a:pt x="6819" y="6165"/>
                </a:lnTo>
                <a:lnTo>
                  <a:pt x="6886" y="4287"/>
                </a:lnTo>
                <a:lnTo>
                  <a:pt x="6752" y="2871"/>
                </a:lnTo>
                <a:lnTo>
                  <a:pt x="6616" y="1445"/>
                </a:lnTo>
                <a:lnTo>
                  <a:pt x="6480" y="0"/>
                </a:lnTo>
                <a:close/>
              </a:path>
            </a:pathLst>
          </a:custGeom>
          <a:solidFill>
            <a:srgbClr val="585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6" name="contour_06184"/>
          <p:cNvSpPr/>
          <p:nvPr/>
        </p:nvSpPr>
        <p:spPr>
          <a:xfrm>
            <a:off x="3049467" y="2303005"/>
            <a:ext cx="51016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77" y="130"/>
                </a:lnTo>
                <a:lnTo>
                  <a:pt x="3897" y="248"/>
                </a:lnTo>
                <a:lnTo>
                  <a:pt x="5304" y="404"/>
                </a:lnTo>
                <a:lnTo>
                  <a:pt x="6943" y="648"/>
                </a:lnTo>
                <a:lnTo>
                  <a:pt x="9257" y="1029"/>
                </a:lnTo>
                <a:lnTo>
                  <a:pt x="9575" y="1767"/>
                </a:lnTo>
                <a:lnTo>
                  <a:pt x="9800" y="2457"/>
                </a:lnTo>
                <a:lnTo>
                  <a:pt x="9936" y="3124"/>
                </a:lnTo>
                <a:lnTo>
                  <a:pt x="9985" y="3789"/>
                </a:lnTo>
                <a:lnTo>
                  <a:pt x="9951" y="4475"/>
                </a:lnTo>
                <a:lnTo>
                  <a:pt x="9837" y="5207"/>
                </a:lnTo>
                <a:lnTo>
                  <a:pt x="9772" y="5791"/>
                </a:lnTo>
                <a:lnTo>
                  <a:pt x="9708" y="6382"/>
                </a:lnTo>
                <a:lnTo>
                  <a:pt x="9615" y="7101"/>
                </a:lnTo>
                <a:lnTo>
                  <a:pt x="9507" y="7820"/>
                </a:lnTo>
                <a:lnTo>
                  <a:pt x="9387" y="8539"/>
                </a:lnTo>
                <a:lnTo>
                  <a:pt x="9257" y="9257"/>
                </a:lnTo>
                <a:lnTo>
                  <a:pt x="11297" y="9257"/>
                </a:lnTo>
                <a:lnTo>
                  <a:pt x="13349" y="9257"/>
                </a:lnTo>
                <a:lnTo>
                  <a:pt x="15429" y="9257"/>
                </a:lnTo>
                <a:lnTo>
                  <a:pt x="15768" y="9936"/>
                </a:lnTo>
                <a:lnTo>
                  <a:pt x="16107" y="10615"/>
                </a:lnTo>
                <a:lnTo>
                  <a:pt x="16447" y="11295"/>
                </a:lnTo>
                <a:lnTo>
                  <a:pt x="16786" y="11974"/>
                </a:lnTo>
                <a:lnTo>
                  <a:pt x="17126" y="12655"/>
                </a:lnTo>
                <a:lnTo>
                  <a:pt x="17468" y="13334"/>
                </a:lnTo>
                <a:lnTo>
                  <a:pt x="17808" y="14016"/>
                </a:lnTo>
                <a:lnTo>
                  <a:pt x="18150" y="14699"/>
                </a:lnTo>
                <a:lnTo>
                  <a:pt x="18493" y="15382"/>
                </a:lnTo>
                <a:lnTo>
                  <a:pt x="18832" y="16067"/>
                </a:lnTo>
                <a:lnTo>
                  <a:pt x="19178" y="16752"/>
                </a:lnTo>
                <a:lnTo>
                  <a:pt x="19520" y="17440"/>
                </a:lnTo>
                <a:lnTo>
                  <a:pt x="19866" y="18129"/>
                </a:lnTo>
                <a:lnTo>
                  <a:pt x="20208" y="18819"/>
                </a:lnTo>
                <a:lnTo>
                  <a:pt x="20557" y="19511"/>
                </a:lnTo>
                <a:lnTo>
                  <a:pt x="20903" y="20205"/>
                </a:lnTo>
                <a:lnTo>
                  <a:pt x="21251" y="20902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1507" y="20905"/>
                </a:lnTo>
                <a:lnTo>
                  <a:pt x="10803" y="20246"/>
                </a:lnTo>
                <a:lnTo>
                  <a:pt x="10211" y="19604"/>
                </a:lnTo>
                <a:lnTo>
                  <a:pt x="9708" y="18955"/>
                </a:lnTo>
                <a:lnTo>
                  <a:pt x="9266" y="18277"/>
                </a:lnTo>
                <a:lnTo>
                  <a:pt x="8871" y="17549"/>
                </a:lnTo>
                <a:lnTo>
                  <a:pt x="8689" y="17239"/>
                </a:lnTo>
                <a:lnTo>
                  <a:pt x="8137" y="16298"/>
                </a:lnTo>
                <a:lnTo>
                  <a:pt x="7745" y="15580"/>
                </a:lnTo>
                <a:lnTo>
                  <a:pt x="7372" y="14861"/>
                </a:lnTo>
                <a:lnTo>
                  <a:pt x="7014" y="14142"/>
                </a:lnTo>
                <a:lnTo>
                  <a:pt x="6677" y="13421"/>
                </a:lnTo>
                <a:lnTo>
                  <a:pt x="6357" y="12700"/>
                </a:lnTo>
                <a:lnTo>
                  <a:pt x="6051" y="11979"/>
                </a:lnTo>
                <a:lnTo>
                  <a:pt x="5764" y="11256"/>
                </a:lnTo>
                <a:lnTo>
                  <a:pt x="5489" y="10533"/>
                </a:lnTo>
                <a:lnTo>
                  <a:pt x="5230" y="9808"/>
                </a:lnTo>
                <a:lnTo>
                  <a:pt x="4987" y="9084"/>
                </a:lnTo>
                <a:lnTo>
                  <a:pt x="4755" y="8358"/>
                </a:lnTo>
                <a:lnTo>
                  <a:pt x="4536" y="7633"/>
                </a:lnTo>
                <a:lnTo>
                  <a:pt x="4332" y="6907"/>
                </a:lnTo>
                <a:lnTo>
                  <a:pt x="4138" y="6180"/>
                </a:lnTo>
                <a:lnTo>
                  <a:pt x="3919" y="5457"/>
                </a:lnTo>
                <a:lnTo>
                  <a:pt x="3650" y="4751"/>
                </a:lnTo>
                <a:lnTo>
                  <a:pt x="3326" y="4060"/>
                </a:lnTo>
                <a:lnTo>
                  <a:pt x="2944" y="3378"/>
                </a:lnTo>
                <a:lnTo>
                  <a:pt x="2499" y="2702"/>
                </a:lnTo>
                <a:lnTo>
                  <a:pt x="1987" y="2030"/>
                </a:lnTo>
                <a:lnTo>
                  <a:pt x="1404" y="1359"/>
                </a:lnTo>
                <a:lnTo>
                  <a:pt x="744" y="683"/>
                </a:lnTo>
                <a:lnTo>
                  <a:pt x="0" y="0"/>
                </a:lnTo>
                <a:close/>
              </a:path>
            </a:pathLst>
          </a:custGeom>
          <a:solidFill>
            <a:srgbClr val="A5BBD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7" name="contour_06185"/>
          <p:cNvSpPr/>
          <p:nvPr/>
        </p:nvSpPr>
        <p:spPr>
          <a:xfrm>
            <a:off x="10598456" y="2324869"/>
            <a:ext cx="74250" cy="67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60" y="0"/>
                </a:moveTo>
                <a:lnTo>
                  <a:pt x="18490" y="1661"/>
                </a:lnTo>
                <a:lnTo>
                  <a:pt x="19404" y="3109"/>
                </a:lnTo>
                <a:lnTo>
                  <a:pt x="20122" y="4419"/>
                </a:lnTo>
                <a:lnTo>
                  <a:pt x="20667" y="5675"/>
                </a:lnTo>
                <a:lnTo>
                  <a:pt x="21064" y="6957"/>
                </a:lnTo>
                <a:lnTo>
                  <a:pt x="21333" y="8346"/>
                </a:lnTo>
                <a:lnTo>
                  <a:pt x="21496" y="9924"/>
                </a:lnTo>
                <a:lnTo>
                  <a:pt x="21579" y="11767"/>
                </a:lnTo>
                <a:lnTo>
                  <a:pt x="21600" y="13961"/>
                </a:lnTo>
                <a:lnTo>
                  <a:pt x="20131" y="13731"/>
                </a:lnTo>
                <a:lnTo>
                  <a:pt x="18659" y="13500"/>
                </a:lnTo>
                <a:lnTo>
                  <a:pt x="17188" y="13270"/>
                </a:lnTo>
                <a:lnTo>
                  <a:pt x="15714" y="13037"/>
                </a:lnTo>
                <a:lnTo>
                  <a:pt x="14235" y="12807"/>
                </a:lnTo>
                <a:lnTo>
                  <a:pt x="12753" y="12574"/>
                </a:lnTo>
                <a:lnTo>
                  <a:pt x="11264" y="12342"/>
                </a:lnTo>
                <a:lnTo>
                  <a:pt x="9770" y="12107"/>
                </a:lnTo>
                <a:lnTo>
                  <a:pt x="8269" y="11872"/>
                </a:lnTo>
                <a:lnTo>
                  <a:pt x="6759" y="11634"/>
                </a:lnTo>
                <a:lnTo>
                  <a:pt x="6759" y="13172"/>
                </a:lnTo>
                <a:lnTo>
                  <a:pt x="6759" y="14720"/>
                </a:lnTo>
                <a:lnTo>
                  <a:pt x="6759" y="16288"/>
                </a:lnTo>
                <a:lnTo>
                  <a:pt x="8146" y="16804"/>
                </a:lnTo>
                <a:lnTo>
                  <a:pt x="9161" y="17112"/>
                </a:lnTo>
                <a:lnTo>
                  <a:pt x="10300" y="17335"/>
                </a:lnTo>
                <a:lnTo>
                  <a:pt x="12059" y="17596"/>
                </a:lnTo>
                <a:lnTo>
                  <a:pt x="13819" y="17863"/>
                </a:lnTo>
                <a:lnTo>
                  <a:pt x="14958" y="18059"/>
                </a:lnTo>
                <a:lnTo>
                  <a:pt x="15973" y="18277"/>
                </a:lnTo>
                <a:lnTo>
                  <a:pt x="17360" y="18615"/>
                </a:lnTo>
                <a:lnTo>
                  <a:pt x="17360" y="19769"/>
                </a:lnTo>
                <a:lnTo>
                  <a:pt x="17360" y="20942"/>
                </a:lnTo>
                <a:lnTo>
                  <a:pt x="14701" y="21249"/>
                </a:lnTo>
                <a:lnTo>
                  <a:pt x="12600" y="21470"/>
                </a:lnTo>
                <a:lnTo>
                  <a:pt x="10948" y="21591"/>
                </a:lnTo>
                <a:lnTo>
                  <a:pt x="9642" y="21600"/>
                </a:lnTo>
                <a:lnTo>
                  <a:pt x="8578" y="21491"/>
                </a:lnTo>
                <a:lnTo>
                  <a:pt x="7649" y="21251"/>
                </a:lnTo>
                <a:lnTo>
                  <a:pt x="6755" y="20867"/>
                </a:lnTo>
                <a:lnTo>
                  <a:pt x="5786" y="20332"/>
                </a:lnTo>
                <a:lnTo>
                  <a:pt x="4639" y="19634"/>
                </a:lnTo>
                <a:lnTo>
                  <a:pt x="3426" y="18356"/>
                </a:lnTo>
                <a:lnTo>
                  <a:pt x="2440" y="17174"/>
                </a:lnTo>
                <a:lnTo>
                  <a:pt x="1656" y="16016"/>
                </a:lnTo>
                <a:lnTo>
                  <a:pt x="1047" y="14799"/>
                </a:lnTo>
                <a:lnTo>
                  <a:pt x="585" y="13447"/>
                </a:lnTo>
                <a:lnTo>
                  <a:pt x="244" y="11883"/>
                </a:lnTo>
                <a:lnTo>
                  <a:pt x="0" y="10033"/>
                </a:lnTo>
                <a:lnTo>
                  <a:pt x="197" y="8519"/>
                </a:lnTo>
                <a:lnTo>
                  <a:pt x="399" y="6981"/>
                </a:lnTo>
                <a:lnTo>
                  <a:pt x="920" y="7001"/>
                </a:lnTo>
                <a:lnTo>
                  <a:pt x="2493" y="7062"/>
                </a:lnTo>
                <a:lnTo>
                  <a:pt x="5288" y="7122"/>
                </a:lnTo>
                <a:lnTo>
                  <a:pt x="7552" y="7155"/>
                </a:lnTo>
                <a:lnTo>
                  <a:pt x="9380" y="7143"/>
                </a:lnTo>
                <a:lnTo>
                  <a:pt x="10855" y="7076"/>
                </a:lnTo>
                <a:lnTo>
                  <a:pt x="12072" y="6936"/>
                </a:lnTo>
                <a:lnTo>
                  <a:pt x="13115" y="6708"/>
                </a:lnTo>
                <a:lnTo>
                  <a:pt x="14078" y="6383"/>
                </a:lnTo>
                <a:lnTo>
                  <a:pt x="15047" y="5940"/>
                </a:lnTo>
                <a:lnTo>
                  <a:pt x="16111" y="5368"/>
                </a:lnTo>
                <a:lnTo>
                  <a:pt x="17360" y="4654"/>
                </a:lnTo>
                <a:lnTo>
                  <a:pt x="17360" y="3116"/>
                </a:lnTo>
                <a:lnTo>
                  <a:pt x="17360" y="1568"/>
                </a:lnTo>
                <a:lnTo>
                  <a:pt x="17360" y="0"/>
                </a:lnTo>
                <a:close/>
              </a:path>
            </a:pathLst>
          </a:custGeom>
          <a:solidFill>
            <a:srgbClr val="89827A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8" name="contour_06186"/>
          <p:cNvSpPr/>
          <p:nvPr/>
        </p:nvSpPr>
        <p:spPr>
          <a:xfrm>
            <a:off x="3698098" y="2266565"/>
            <a:ext cx="9474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7602" y="329"/>
                </a:lnTo>
                <a:lnTo>
                  <a:pt x="18593" y="660"/>
                </a:lnTo>
                <a:lnTo>
                  <a:pt x="19586" y="990"/>
                </a:lnTo>
                <a:lnTo>
                  <a:pt x="20588" y="1324"/>
                </a:lnTo>
                <a:lnTo>
                  <a:pt x="21600" y="1662"/>
                </a:lnTo>
                <a:lnTo>
                  <a:pt x="20502" y="1662"/>
                </a:lnTo>
                <a:lnTo>
                  <a:pt x="19397" y="1662"/>
                </a:lnTo>
                <a:lnTo>
                  <a:pt x="18277" y="1662"/>
                </a:lnTo>
                <a:lnTo>
                  <a:pt x="18441" y="2813"/>
                </a:lnTo>
                <a:lnTo>
                  <a:pt x="18606" y="3966"/>
                </a:lnTo>
                <a:lnTo>
                  <a:pt x="18770" y="5119"/>
                </a:lnTo>
                <a:lnTo>
                  <a:pt x="18937" y="6274"/>
                </a:lnTo>
                <a:lnTo>
                  <a:pt x="19101" y="7434"/>
                </a:lnTo>
                <a:lnTo>
                  <a:pt x="19267" y="8595"/>
                </a:lnTo>
                <a:lnTo>
                  <a:pt x="19433" y="9762"/>
                </a:lnTo>
                <a:lnTo>
                  <a:pt x="19601" y="10933"/>
                </a:lnTo>
                <a:lnTo>
                  <a:pt x="19769" y="12109"/>
                </a:lnTo>
                <a:lnTo>
                  <a:pt x="19938" y="13292"/>
                </a:lnTo>
                <a:lnTo>
                  <a:pt x="18840" y="13292"/>
                </a:lnTo>
                <a:lnTo>
                  <a:pt x="17735" y="13292"/>
                </a:lnTo>
                <a:lnTo>
                  <a:pt x="16615" y="13292"/>
                </a:lnTo>
                <a:lnTo>
                  <a:pt x="16306" y="12520"/>
                </a:lnTo>
                <a:lnTo>
                  <a:pt x="15992" y="11734"/>
                </a:lnTo>
                <a:lnTo>
                  <a:pt x="15203" y="10471"/>
                </a:lnTo>
                <a:lnTo>
                  <a:pt x="14525" y="9860"/>
                </a:lnTo>
                <a:lnTo>
                  <a:pt x="13377" y="9379"/>
                </a:lnTo>
                <a:lnTo>
                  <a:pt x="12368" y="9143"/>
                </a:lnTo>
                <a:lnTo>
                  <a:pt x="11355" y="8921"/>
                </a:lnTo>
                <a:lnTo>
                  <a:pt x="10341" y="8710"/>
                </a:lnTo>
                <a:lnTo>
                  <a:pt x="9325" y="8507"/>
                </a:lnTo>
                <a:lnTo>
                  <a:pt x="8308" y="8308"/>
                </a:lnTo>
                <a:lnTo>
                  <a:pt x="8308" y="9404"/>
                </a:lnTo>
                <a:lnTo>
                  <a:pt x="8308" y="10501"/>
                </a:lnTo>
                <a:lnTo>
                  <a:pt x="8308" y="11599"/>
                </a:lnTo>
                <a:lnTo>
                  <a:pt x="8308" y="12699"/>
                </a:lnTo>
                <a:lnTo>
                  <a:pt x="8308" y="13801"/>
                </a:lnTo>
                <a:lnTo>
                  <a:pt x="8308" y="14904"/>
                </a:lnTo>
                <a:lnTo>
                  <a:pt x="8308" y="16011"/>
                </a:lnTo>
                <a:lnTo>
                  <a:pt x="8308" y="17120"/>
                </a:lnTo>
                <a:lnTo>
                  <a:pt x="8308" y="18234"/>
                </a:lnTo>
                <a:lnTo>
                  <a:pt x="8308" y="19350"/>
                </a:lnTo>
                <a:lnTo>
                  <a:pt x="8308" y="20473"/>
                </a:lnTo>
                <a:lnTo>
                  <a:pt x="8308" y="21600"/>
                </a:lnTo>
                <a:lnTo>
                  <a:pt x="6163" y="21278"/>
                </a:lnTo>
                <a:lnTo>
                  <a:pt x="4528" y="21027"/>
                </a:lnTo>
                <a:lnTo>
                  <a:pt x="3306" y="20827"/>
                </a:lnTo>
                <a:lnTo>
                  <a:pt x="2401" y="20661"/>
                </a:lnTo>
                <a:lnTo>
                  <a:pt x="1716" y="20510"/>
                </a:lnTo>
                <a:lnTo>
                  <a:pt x="1151" y="20351"/>
                </a:lnTo>
                <a:lnTo>
                  <a:pt x="613" y="20168"/>
                </a:lnTo>
                <a:lnTo>
                  <a:pt x="0" y="19938"/>
                </a:lnTo>
                <a:lnTo>
                  <a:pt x="0" y="18840"/>
                </a:lnTo>
                <a:lnTo>
                  <a:pt x="0" y="17735"/>
                </a:lnTo>
                <a:lnTo>
                  <a:pt x="0" y="16615"/>
                </a:lnTo>
                <a:lnTo>
                  <a:pt x="1097" y="16615"/>
                </a:lnTo>
                <a:lnTo>
                  <a:pt x="2195" y="16615"/>
                </a:lnTo>
                <a:lnTo>
                  <a:pt x="3298" y="16615"/>
                </a:lnTo>
                <a:lnTo>
                  <a:pt x="4406" y="16615"/>
                </a:lnTo>
                <a:lnTo>
                  <a:pt x="5521" y="16615"/>
                </a:lnTo>
                <a:lnTo>
                  <a:pt x="6646" y="16615"/>
                </a:lnTo>
                <a:lnTo>
                  <a:pt x="6646" y="15519"/>
                </a:lnTo>
                <a:lnTo>
                  <a:pt x="6646" y="14420"/>
                </a:lnTo>
                <a:lnTo>
                  <a:pt x="6646" y="13322"/>
                </a:lnTo>
                <a:lnTo>
                  <a:pt x="6646" y="12221"/>
                </a:lnTo>
                <a:lnTo>
                  <a:pt x="6646" y="11116"/>
                </a:lnTo>
                <a:lnTo>
                  <a:pt x="6646" y="10006"/>
                </a:lnTo>
                <a:lnTo>
                  <a:pt x="6646" y="8893"/>
                </a:lnTo>
                <a:lnTo>
                  <a:pt x="6646" y="7773"/>
                </a:lnTo>
                <a:lnTo>
                  <a:pt x="6646" y="6646"/>
                </a:lnTo>
                <a:lnTo>
                  <a:pt x="7743" y="6646"/>
                </a:lnTo>
                <a:lnTo>
                  <a:pt x="8841" y="6646"/>
                </a:lnTo>
                <a:lnTo>
                  <a:pt x="9944" y="6646"/>
                </a:lnTo>
                <a:lnTo>
                  <a:pt x="11053" y="6646"/>
                </a:lnTo>
                <a:lnTo>
                  <a:pt x="12167" y="6646"/>
                </a:lnTo>
                <a:lnTo>
                  <a:pt x="13292" y="6646"/>
                </a:lnTo>
                <a:lnTo>
                  <a:pt x="13292" y="5548"/>
                </a:lnTo>
                <a:lnTo>
                  <a:pt x="13292" y="4443"/>
                </a:lnTo>
                <a:lnTo>
                  <a:pt x="13292" y="3323"/>
                </a:lnTo>
                <a:lnTo>
                  <a:pt x="14391" y="3323"/>
                </a:lnTo>
                <a:lnTo>
                  <a:pt x="15496" y="3323"/>
                </a:lnTo>
                <a:lnTo>
                  <a:pt x="16615" y="3323"/>
                </a:lnTo>
                <a:lnTo>
                  <a:pt x="16615" y="2225"/>
                </a:lnTo>
                <a:lnTo>
                  <a:pt x="16615" y="1120"/>
                </a:lnTo>
                <a:lnTo>
                  <a:pt x="16615" y="0"/>
                </a:lnTo>
                <a:close/>
              </a:path>
            </a:pathLst>
          </a:custGeom>
          <a:solidFill>
            <a:srgbClr val="524F4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89" name="contour_06187"/>
          <p:cNvSpPr/>
          <p:nvPr/>
        </p:nvSpPr>
        <p:spPr>
          <a:xfrm>
            <a:off x="811398" y="2281141"/>
            <a:ext cx="5167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4" y="0"/>
                </a:moveTo>
                <a:lnTo>
                  <a:pt x="2285" y="0"/>
                </a:lnTo>
                <a:lnTo>
                  <a:pt x="4299" y="0"/>
                </a:lnTo>
                <a:lnTo>
                  <a:pt x="6322" y="0"/>
                </a:lnTo>
                <a:lnTo>
                  <a:pt x="8354" y="0"/>
                </a:lnTo>
                <a:lnTo>
                  <a:pt x="10398" y="0"/>
                </a:lnTo>
                <a:lnTo>
                  <a:pt x="12460" y="0"/>
                </a:lnTo>
                <a:lnTo>
                  <a:pt x="12762" y="1361"/>
                </a:lnTo>
                <a:lnTo>
                  <a:pt x="13064" y="2724"/>
                </a:lnTo>
                <a:lnTo>
                  <a:pt x="13365" y="4086"/>
                </a:lnTo>
                <a:lnTo>
                  <a:pt x="13670" y="5451"/>
                </a:lnTo>
                <a:lnTo>
                  <a:pt x="13971" y="6822"/>
                </a:lnTo>
                <a:lnTo>
                  <a:pt x="14276" y="8194"/>
                </a:lnTo>
                <a:lnTo>
                  <a:pt x="14581" y="9573"/>
                </a:lnTo>
                <a:lnTo>
                  <a:pt x="14888" y="10957"/>
                </a:lnTo>
                <a:lnTo>
                  <a:pt x="15196" y="12347"/>
                </a:lnTo>
                <a:lnTo>
                  <a:pt x="15507" y="13745"/>
                </a:lnTo>
                <a:lnTo>
                  <a:pt x="17521" y="13745"/>
                </a:lnTo>
                <a:lnTo>
                  <a:pt x="19547" y="13745"/>
                </a:lnTo>
                <a:lnTo>
                  <a:pt x="21600" y="13745"/>
                </a:lnTo>
                <a:lnTo>
                  <a:pt x="21600" y="15041"/>
                </a:lnTo>
                <a:lnTo>
                  <a:pt x="21600" y="16339"/>
                </a:lnTo>
                <a:lnTo>
                  <a:pt x="21600" y="17643"/>
                </a:lnTo>
                <a:lnTo>
                  <a:pt x="21600" y="18953"/>
                </a:lnTo>
                <a:lnTo>
                  <a:pt x="21600" y="20271"/>
                </a:lnTo>
                <a:lnTo>
                  <a:pt x="21600" y="21600"/>
                </a:lnTo>
                <a:lnTo>
                  <a:pt x="20680" y="21502"/>
                </a:lnTo>
                <a:lnTo>
                  <a:pt x="19836" y="21410"/>
                </a:lnTo>
                <a:lnTo>
                  <a:pt x="18913" y="21311"/>
                </a:lnTo>
                <a:lnTo>
                  <a:pt x="17761" y="21188"/>
                </a:lnTo>
                <a:lnTo>
                  <a:pt x="16232" y="21023"/>
                </a:lnTo>
                <a:lnTo>
                  <a:pt x="14173" y="20803"/>
                </a:lnTo>
                <a:lnTo>
                  <a:pt x="11437" y="20508"/>
                </a:lnTo>
                <a:lnTo>
                  <a:pt x="7869" y="20125"/>
                </a:lnTo>
                <a:lnTo>
                  <a:pt x="3321" y="19636"/>
                </a:lnTo>
                <a:lnTo>
                  <a:pt x="3528" y="19130"/>
                </a:lnTo>
                <a:lnTo>
                  <a:pt x="3793" y="18476"/>
                </a:lnTo>
                <a:lnTo>
                  <a:pt x="4302" y="17237"/>
                </a:lnTo>
                <a:lnTo>
                  <a:pt x="5225" y="14973"/>
                </a:lnTo>
                <a:lnTo>
                  <a:pt x="5731" y="13357"/>
                </a:lnTo>
                <a:lnTo>
                  <a:pt x="6020" y="12281"/>
                </a:lnTo>
                <a:lnTo>
                  <a:pt x="6197" y="11261"/>
                </a:lnTo>
                <a:lnTo>
                  <a:pt x="6367" y="9818"/>
                </a:lnTo>
                <a:lnTo>
                  <a:pt x="4664" y="8514"/>
                </a:lnTo>
                <a:lnTo>
                  <a:pt x="3461" y="7670"/>
                </a:lnTo>
                <a:lnTo>
                  <a:pt x="2190" y="6918"/>
                </a:lnTo>
                <a:lnTo>
                  <a:pt x="274" y="5891"/>
                </a:lnTo>
                <a:lnTo>
                  <a:pt x="91" y="4312"/>
                </a:lnTo>
                <a:lnTo>
                  <a:pt x="0" y="3216"/>
                </a:lnTo>
                <a:lnTo>
                  <a:pt x="0" y="2321"/>
                </a:lnTo>
                <a:lnTo>
                  <a:pt x="91" y="1343"/>
                </a:lnTo>
                <a:lnTo>
                  <a:pt x="274" y="0"/>
                </a:lnTo>
                <a:close/>
              </a:path>
            </a:pathLst>
          </a:custGeom>
          <a:solidFill>
            <a:srgbClr val="69686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0" name="contour_06188"/>
          <p:cNvSpPr/>
          <p:nvPr/>
        </p:nvSpPr>
        <p:spPr>
          <a:xfrm>
            <a:off x="8734101" y="2266565"/>
            <a:ext cx="37052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49" y="0"/>
                </a:moveTo>
                <a:lnTo>
                  <a:pt x="6377" y="553"/>
                </a:lnTo>
                <a:lnTo>
                  <a:pt x="8191" y="1111"/>
                </a:lnTo>
                <a:lnTo>
                  <a:pt x="9712" y="1676"/>
                </a:lnTo>
                <a:lnTo>
                  <a:pt x="10970" y="2249"/>
                </a:lnTo>
                <a:lnTo>
                  <a:pt x="11994" y="2830"/>
                </a:lnTo>
                <a:lnTo>
                  <a:pt x="12814" y="3423"/>
                </a:lnTo>
                <a:lnTo>
                  <a:pt x="13447" y="4024"/>
                </a:lnTo>
                <a:lnTo>
                  <a:pt x="13931" y="4638"/>
                </a:lnTo>
                <a:lnTo>
                  <a:pt x="14288" y="5263"/>
                </a:lnTo>
                <a:lnTo>
                  <a:pt x="14543" y="5901"/>
                </a:lnTo>
                <a:lnTo>
                  <a:pt x="14730" y="6555"/>
                </a:lnTo>
                <a:lnTo>
                  <a:pt x="14874" y="7222"/>
                </a:lnTo>
                <a:lnTo>
                  <a:pt x="14998" y="7906"/>
                </a:lnTo>
                <a:lnTo>
                  <a:pt x="15134" y="8606"/>
                </a:lnTo>
                <a:lnTo>
                  <a:pt x="15291" y="9237"/>
                </a:lnTo>
                <a:lnTo>
                  <a:pt x="15448" y="9868"/>
                </a:lnTo>
                <a:lnTo>
                  <a:pt x="15614" y="10499"/>
                </a:lnTo>
                <a:lnTo>
                  <a:pt x="15779" y="11129"/>
                </a:lnTo>
                <a:lnTo>
                  <a:pt x="15949" y="11759"/>
                </a:lnTo>
                <a:lnTo>
                  <a:pt x="15996" y="11966"/>
                </a:lnTo>
                <a:lnTo>
                  <a:pt x="16073" y="12331"/>
                </a:lnTo>
                <a:lnTo>
                  <a:pt x="16255" y="13164"/>
                </a:lnTo>
                <a:lnTo>
                  <a:pt x="16689" y="13741"/>
                </a:lnTo>
                <a:lnTo>
                  <a:pt x="17266" y="14259"/>
                </a:lnTo>
                <a:lnTo>
                  <a:pt x="17997" y="14739"/>
                </a:lnTo>
                <a:lnTo>
                  <a:pt x="18898" y="15208"/>
                </a:lnTo>
                <a:lnTo>
                  <a:pt x="19973" y="15687"/>
                </a:lnTo>
                <a:lnTo>
                  <a:pt x="21243" y="16200"/>
                </a:lnTo>
                <a:lnTo>
                  <a:pt x="21447" y="16874"/>
                </a:lnTo>
                <a:lnTo>
                  <a:pt x="21562" y="17357"/>
                </a:lnTo>
                <a:lnTo>
                  <a:pt x="21600" y="17785"/>
                </a:lnTo>
                <a:lnTo>
                  <a:pt x="21579" y="18292"/>
                </a:lnTo>
                <a:lnTo>
                  <a:pt x="21507" y="19012"/>
                </a:lnTo>
                <a:lnTo>
                  <a:pt x="21468" y="19499"/>
                </a:lnTo>
                <a:lnTo>
                  <a:pt x="21430" y="19987"/>
                </a:lnTo>
                <a:lnTo>
                  <a:pt x="21392" y="20482"/>
                </a:lnTo>
                <a:lnTo>
                  <a:pt x="21354" y="20760"/>
                </a:lnTo>
                <a:lnTo>
                  <a:pt x="21243" y="21600"/>
                </a:lnTo>
                <a:lnTo>
                  <a:pt x="20104" y="21061"/>
                </a:lnTo>
                <a:lnTo>
                  <a:pt x="18957" y="20519"/>
                </a:lnTo>
                <a:lnTo>
                  <a:pt x="17793" y="19969"/>
                </a:lnTo>
                <a:lnTo>
                  <a:pt x="16395" y="19389"/>
                </a:lnTo>
                <a:lnTo>
                  <a:pt x="14964" y="18868"/>
                </a:lnTo>
                <a:lnTo>
                  <a:pt x="13455" y="18394"/>
                </a:lnTo>
                <a:lnTo>
                  <a:pt x="11811" y="17954"/>
                </a:lnTo>
                <a:lnTo>
                  <a:pt x="9984" y="17535"/>
                </a:lnTo>
                <a:lnTo>
                  <a:pt x="7924" y="17122"/>
                </a:lnTo>
                <a:lnTo>
                  <a:pt x="5574" y="16706"/>
                </a:lnTo>
                <a:lnTo>
                  <a:pt x="3284" y="16242"/>
                </a:lnTo>
                <a:lnTo>
                  <a:pt x="1840" y="15878"/>
                </a:lnTo>
                <a:lnTo>
                  <a:pt x="0" y="15300"/>
                </a:lnTo>
                <a:lnTo>
                  <a:pt x="238" y="14751"/>
                </a:lnTo>
                <a:lnTo>
                  <a:pt x="501" y="14361"/>
                </a:lnTo>
                <a:lnTo>
                  <a:pt x="952" y="13946"/>
                </a:lnTo>
                <a:lnTo>
                  <a:pt x="1759" y="13317"/>
                </a:lnTo>
                <a:lnTo>
                  <a:pt x="2405" y="12685"/>
                </a:lnTo>
                <a:lnTo>
                  <a:pt x="2949" y="12055"/>
                </a:lnTo>
                <a:lnTo>
                  <a:pt x="3399" y="11427"/>
                </a:lnTo>
                <a:lnTo>
                  <a:pt x="3764" y="10803"/>
                </a:lnTo>
                <a:lnTo>
                  <a:pt x="4049" y="10178"/>
                </a:lnTo>
                <a:lnTo>
                  <a:pt x="4266" y="9554"/>
                </a:lnTo>
                <a:lnTo>
                  <a:pt x="4423" y="8929"/>
                </a:lnTo>
                <a:lnTo>
                  <a:pt x="4525" y="8303"/>
                </a:lnTo>
                <a:lnTo>
                  <a:pt x="4580" y="7673"/>
                </a:lnTo>
                <a:lnTo>
                  <a:pt x="4601" y="7042"/>
                </a:lnTo>
                <a:lnTo>
                  <a:pt x="4589" y="6405"/>
                </a:lnTo>
                <a:lnTo>
                  <a:pt x="4559" y="5765"/>
                </a:lnTo>
                <a:lnTo>
                  <a:pt x="4512" y="5119"/>
                </a:lnTo>
                <a:lnTo>
                  <a:pt x="4495" y="4623"/>
                </a:lnTo>
                <a:lnTo>
                  <a:pt x="4474" y="4125"/>
                </a:lnTo>
                <a:lnTo>
                  <a:pt x="4457" y="3619"/>
                </a:lnTo>
                <a:lnTo>
                  <a:pt x="4431" y="3016"/>
                </a:lnTo>
                <a:lnTo>
                  <a:pt x="4402" y="2413"/>
                </a:lnTo>
                <a:lnTo>
                  <a:pt x="4368" y="1809"/>
                </a:lnTo>
                <a:lnTo>
                  <a:pt x="4329" y="1206"/>
                </a:lnTo>
                <a:lnTo>
                  <a:pt x="4291" y="603"/>
                </a:lnTo>
                <a:lnTo>
                  <a:pt x="4249" y="0"/>
                </a:lnTo>
                <a:close/>
              </a:path>
            </a:pathLst>
          </a:custGeom>
          <a:solidFill>
            <a:srgbClr val="C7DE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1" name="contour_06189"/>
          <p:cNvSpPr/>
          <p:nvPr/>
        </p:nvSpPr>
        <p:spPr>
          <a:xfrm>
            <a:off x="3617078" y="2273853"/>
            <a:ext cx="51869" cy="666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5" y="0"/>
                </a:moveTo>
                <a:lnTo>
                  <a:pt x="2267" y="425"/>
                </a:lnTo>
                <a:lnTo>
                  <a:pt x="4179" y="850"/>
                </a:lnTo>
                <a:lnTo>
                  <a:pt x="6094" y="1275"/>
                </a:lnTo>
                <a:lnTo>
                  <a:pt x="8012" y="1703"/>
                </a:lnTo>
                <a:lnTo>
                  <a:pt x="9937" y="2130"/>
                </a:lnTo>
                <a:lnTo>
                  <a:pt x="11861" y="2557"/>
                </a:lnTo>
                <a:lnTo>
                  <a:pt x="13794" y="2987"/>
                </a:lnTo>
                <a:lnTo>
                  <a:pt x="15733" y="3419"/>
                </a:lnTo>
                <a:lnTo>
                  <a:pt x="17679" y="3851"/>
                </a:lnTo>
                <a:lnTo>
                  <a:pt x="19636" y="4286"/>
                </a:lnTo>
                <a:lnTo>
                  <a:pt x="21600" y="4723"/>
                </a:lnTo>
                <a:lnTo>
                  <a:pt x="21300" y="6359"/>
                </a:lnTo>
                <a:lnTo>
                  <a:pt x="20999" y="7998"/>
                </a:lnTo>
                <a:lnTo>
                  <a:pt x="20699" y="9637"/>
                </a:lnTo>
                <a:lnTo>
                  <a:pt x="20395" y="11278"/>
                </a:lnTo>
                <a:lnTo>
                  <a:pt x="20095" y="12926"/>
                </a:lnTo>
                <a:lnTo>
                  <a:pt x="19791" y="14577"/>
                </a:lnTo>
                <a:lnTo>
                  <a:pt x="19488" y="16235"/>
                </a:lnTo>
                <a:lnTo>
                  <a:pt x="19181" y="17900"/>
                </a:lnTo>
                <a:lnTo>
                  <a:pt x="18875" y="19572"/>
                </a:lnTo>
                <a:lnTo>
                  <a:pt x="18565" y="21253"/>
                </a:lnTo>
                <a:lnTo>
                  <a:pt x="16425" y="21413"/>
                </a:lnTo>
                <a:lnTo>
                  <a:pt x="14407" y="21534"/>
                </a:lnTo>
                <a:lnTo>
                  <a:pt x="12453" y="21600"/>
                </a:lnTo>
                <a:lnTo>
                  <a:pt x="10507" y="21586"/>
                </a:lnTo>
                <a:lnTo>
                  <a:pt x="8519" y="21477"/>
                </a:lnTo>
                <a:lnTo>
                  <a:pt x="6425" y="21253"/>
                </a:lnTo>
                <a:lnTo>
                  <a:pt x="4725" y="19997"/>
                </a:lnTo>
                <a:lnTo>
                  <a:pt x="3372" y="18830"/>
                </a:lnTo>
                <a:lnTo>
                  <a:pt x="2319" y="17697"/>
                </a:lnTo>
                <a:lnTo>
                  <a:pt x="1521" y="16539"/>
                </a:lnTo>
                <a:lnTo>
                  <a:pt x="932" y="15302"/>
                </a:lnTo>
                <a:lnTo>
                  <a:pt x="513" y="13928"/>
                </a:lnTo>
                <a:lnTo>
                  <a:pt x="219" y="12360"/>
                </a:lnTo>
                <a:lnTo>
                  <a:pt x="0" y="10544"/>
                </a:lnTo>
                <a:lnTo>
                  <a:pt x="3" y="9037"/>
                </a:lnTo>
                <a:lnTo>
                  <a:pt x="27" y="7531"/>
                </a:lnTo>
                <a:lnTo>
                  <a:pt x="67" y="6024"/>
                </a:lnTo>
                <a:lnTo>
                  <a:pt x="124" y="4517"/>
                </a:lnTo>
                <a:lnTo>
                  <a:pt x="194" y="3011"/>
                </a:lnTo>
                <a:lnTo>
                  <a:pt x="270" y="1504"/>
                </a:lnTo>
                <a:lnTo>
                  <a:pt x="355" y="0"/>
                </a:lnTo>
                <a:close/>
              </a:path>
            </a:pathLst>
          </a:custGeom>
          <a:solidFill>
            <a:srgbClr val="989B94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2" name="contour_06190"/>
          <p:cNvSpPr/>
          <p:nvPr/>
        </p:nvSpPr>
        <p:spPr>
          <a:xfrm>
            <a:off x="9878315" y="2120806"/>
            <a:ext cx="94744" cy="49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7612" y="1646"/>
                </a:lnTo>
                <a:lnTo>
                  <a:pt x="18441" y="3288"/>
                </a:lnTo>
                <a:lnTo>
                  <a:pt x="19124" y="4949"/>
                </a:lnTo>
                <a:lnTo>
                  <a:pt x="19683" y="6651"/>
                </a:lnTo>
                <a:lnTo>
                  <a:pt x="20138" y="8420"/>
                </a:lnTo>
                <a:lnTo>
                  <a:pt x="20510" y="10271"/>
                </a:lnTo>
                <a:lnTo>
                  <a:pt x="20822" y="12226"/>
                </a:lnTo>
                <a:lnTo>
                  <a:pt x="21093" y="14311"/>
                </a:lnTo>
                <a:lnTo>
                  <a:pt x="21346" y="16547"/>
                </a:lnTo>
                <a:lnTo>
                  <a:pt x="21600" y="18950"/>
                </a:lnTo>
                <a:lnTo>
                  <a:pt x="20405" y="19787"/>
                </a:lnTo>
                <a:lnTo>
                  <a:pt x="19247" y="20457"/>
                </a:lnTo>
                <a:lnTo>
                  <a:pt x="18121" y="20965"/>
                </a:lnTo>
                <a:lnTo>
                  <a:pt x="17021" y="21319"/>
                </a:lnTo>
                <a:lnTo>
                  <a:pt x="15941" y="21531"/>
                </a:lnTo>
                <a:lnTo>
                  <a:pt x="14874" y="21600"/>
                </a:lnTo>
                <a:lnTo>
                  <a:pt x="13816" y="21537"/>
                </a:lnTo>
                <a:lnTo>
                  <a:pt x="12759" y="21347"/>
                </a:lnTo>
                <a:lnTo>
                  <a:pt x="11697" y="21041"/>
                </a:lnTo>
                <a:lnTo>
                  <a:pt x="10627" y="20621"/>
                </a:lnTo>
                <a:lnTo>
                  <a:pt x="9541" y="20097"/>
                </a:lnTo>
                <a:lnTo>
                  <a:pt x="8432" y="19474"/>
                </a:lnTo>
                <a:lnTo>
                  <a:pt x="7297" y="18761"/>
                </a:lnTo>
                <a:lnTo>
                  <a:pt x="6128" y="17965"/>
                </a:lnTo>
                <a:lnTo>
                  <a:pt x="5674" y="17655"/>
                </a:lnTo>
                <a:lnTo>
                  <a:pt x="4307" y="16720"/>
                </a:lnTo>
                <a:lnTo>
                  <a:pt x="3461" y="16070"/>
                </a:lnTo>
                <a:lnTo>
                  <a:pt x="2813" y="15533"/>
                </a:lnTo>
                <a:lnTo>
                  <a:pt x="2158" y="14911"/>
                </a:lnTo>
                <a:lnTo>
                  <a:pt x="1289" y="14010"/>
                </a:lnTo>
                <a:lnTo>
                  <a:pt x="0" y="12633"/>
                </a:lnTo>
                <a:lnTo>
                  <a:pt x="0" y="10546"/>
                </a:lnTo>
                <a:lnTo>
                  <a:pt x="0" y="8445"/>
                </a:lnTo>
                <a:lnTo>
                  <a:pt x="0" y="6317"/>
                </a:lnTo>
                <a:lnTo>
                  <a:pt x="1062" y="6389"/>
                </a:lnTo>
                <a:lnTo>
                  <a:pt x="2130" y="6462"/>
                </a:lnTo>
                <a:lnTo>
                  <a:pt x="3213" y="6538"/>
                </a:lnTo>
                <a:lnTo>
                  <a:pt x="4254" y="6582"/>
                </a:lnTo>
                <a:lnTo>
                  <a:pt x="5294" y="6626"/>
                </a:lnTo>
                <a:lnTo>
                  <a:pt x="6334" y="6667"/>
                </a:lnTo>
                <a:lnTo>
                  <a:pt x="7374" y="6712"/>
                </a:lnTo>
                <a:lnTo>
                  <a:pt x="8424" y="6794"/>
                </a:lnTo>
                <a:lnTo>
                  <a:pt x="9492" y="6873"/>
                </a:lnTo>
                <a:lnTo>
                  <a:pt x="10499" y="6901"/>
                </a:lnTo>
                <a:lnTo>
                  <a:pt x="11521" y="6933"/>
                </a:lnTo>
                <a:lnTo>
                  <a:pt x="11986" y="6961"/>
                </a:lnTo>
                <a:lnTo>
                  <a:pt x="13392" y="7034"/>
                </a:lnTo>
                <a:lnTo>
                  <a:pt x="14530" y="6411"/>
                </a:lnTo>
                <a:lnTo>
                  <a:pt x="15206" y="5398"/>
                </a:lnTo>
                <a:lnTo>
                  <a:pt x="15999" y="3120"/>
                </a:lnTo>
                <a:lnTo>
                  <a:pt x="16305" y="1573"/>
                </a:lnTo>
                <a:lnTo>
                  <a:pt x="16615" y="0"/>
                </a:lnTo>
                <a:close/>
              </a:path>
            </a:pathLst>
          </a:custGeom>
          <a:solidFill>
            <a:srgbClr val="8D7E54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3" name="contour_06191"/>
          <p:cNvSpPr/>
          <p:nvPr/>
        </p:nvSpPr>
        <p:spPr>
          <a:xfrm>
            <a:off x="5060953" y="2069075"/>
            <a:ext cx="94744" cy="654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76" y="0"/>
                </a:moveTo>
                <a:lnTo>
                  <a:pt x="13738" y="29"/>
                </a:lnTo>
                <a:lnTo>
                  <a:pt x="14806" y="58"/>
                </a:lnTo>
                <a:lnTo>
                  <a:pt x="15889" y="84"/>
                </a:lnTo>
                <a:lnTo>
                  <a:pt x="16363" y="96"/>
                </a:lnTo>
                <a:lnTo>
                  <a:pt x="17199" y="113"/>
                </a:lnTo>
                <a:lnTo>
                  <a:pt x="19114" y="149"/>
                </a:lnTo>
                <a:lnTo>
                  <a:pt x="19480" y="164"/>
                </a:lnTo>
                <a:lnTo>
                  <a:pt x="20125" y="185"/>
                </a:lnTo>
                <a:lnTo>
                  <a:pt x="21600" y="236"/>
                </a:lnTo>
                <a:lnTo>
                  <a:pt x="20783" y="1461"/>
                </a:lnTo>
                <a:lnTo>
                  <a:pt x="19963" y="2684"/>
                </a:lnTo>
                <a:lnTo>
                  <a:pt x="19143" y="3902"/>
                </a:lnTo>
                <a:lnTo>
                  <a:pt x="18317" y="5115"/>
                </a:lnTo>
                <a:lnTo>
                  <a:pt x="17489" y="6323"/>
                </a:lnTo>
                <a:lnTo>
                  <a:pt x="16657" y="7524"/>
                </a:lnTo>
                <a:lnTo>
                  <a:pt x="15820" y="8720"/>
                </a:lnTo>
                <a:lnTo>
                  <a:pt x="14979" y="9909"/>
                </a:lnTo>
                <a:lnTo>
                  <a:pt x="14133" y="11091"/>
                </a:lnTo>
                <a:lnTo>
                  <a:pt x="13282" y="12263"/>
                </a:lnTo>
                <a:lnTo>
                  <a:pt x="12425" y="13428"/>
                </a:lnTo>
                <a:lnTo>
                  <a:pt x="11561" y="14584"/>
                </a:lnTo>
                <a:lnTo>
                  <a:pt x="10692" y="15729"/>
                </a:lnTo>
                <a:lnTo>
                  <a:pt x="9815" y="16863"/>
                </a:lnTo>
                <a:lnTo>
                  <a:pt x="8931" y="17987"/>
                </a:lnTo>
                <a:lnTo>
                  <a:pt x="8291" y="18801"/>
                </a:lnTo>
                <a:lnTo>
                  <a:pt x="7648" y="19619"/>
                </a:lnTo>
                <a:lnTo>
                  <a:pt x="6997" y="20449"/>
                </a:lnTo>
                <a:lnTo>
                  <a:pt x="5993" y="21150"/>
                </a:lnTo>
                <a:lnTo>
                  <a:pt x="5244" y="21525"/>
                </a:lnTo>
                <a:lnTo>
                  <a:pt x="4521" y="21600"/>
                </a:lnTo>
                <a:lnTo>
                  <a:pt x="3599" y="21395"/>
                </a:lnTo>
                <a:lnTo>
                  <a:pt x="2246" y="20938"/>
                </a:lnTo>
                <a:lnTo>
                  <a:pt x="1504" y="20462"/>
                </a:lnTo>
                <a:lnTo>
                  <a:pt x="758" y="19980"/>
                </a:lnTo>
                <a:lnTo>
                  <a:pt x="0" y="19492"/>
                </a:lnTo>
                <a:lnTo>
                  <a:pt x="693" y="19179"/>
                </a:lnTo>
                <a:lnTo>
                  <a:pt x="1396" y="18861"/>
                </a:lnTo>
                <a:lnTo>
                  <a:pt x="2371" y="18295"/>
                </a:lnTo>
                <a:lnTo>
                  <a:pt x="3282" y="17713"/>
                </a:lnTo>
                <a:lnTo>
                  <a:pt x="4146" y="17089"/>
                </a:lnTo>
                <a:lnTo>
                  <a:pt x="4983" y="16394"/>
                </a:lnTo>
                <a:lnTo>
                  <a:pt x="5810" y="15599"/>
                </a:lnTo>
                <a:lnTo>
                  <a:pt x="6646" y="14678"/>
                </a:lnTo>
                <a:lnTo>
                  <a:pt x="7013" y="13123"/>
                </a:lnTo>
                <a:lnTo>
                  <a:pt x="7311" y="11597"/>
                </a:lnTo>
                <a:lnTo>
                  <a:pt x="7547" y="10080"/>
                </a:lnTo>
                <a:lnTo>
                  <a:pt x="7734" y="8547"/>
                </a:lnTo>
                <a:lnTo>
                  <a:pt x="7887" y="6975"/>
                </a:lnTo>
                <a:lnTo>
                  <a:pt x="8015" y="5341"/>
                </a:lnTo>
                <a:lnTo>
                  <a:pt x="8318" y="3367"/>
                </a:lnTo>
                <a:lnTo>
                  <a:pt x="8753" y="1971"/>
                </a:lnTo>
                <a:lnTo>
                  <a:pt x="9366" y="1047"/>
                </a:lnTo>
                <a:lnTo>
                  <a:pt x="10195" y="484"/>
                </a:lnTo>
                <a:lnTo>
                  <a:pt x="11285" y="171"/>
                </a:lnTo>
                <a:lnTo>
                  <a:pt x="12676" y="0"/>
                </a:lnTo>
                <a:close/>
              </a:path>
            </a:pathLst>
          </a:custGeom>
          <a:solidFill>
            <a:srgbClr val="CCE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4" name="contour_06192"/>
          <p:cNvSpPr/>
          <p:nvPr/>
        </p:nvSpPr>
        <p:spPr>
          <a:xfrm>
            <a:off x="7757510" y="2004198"/>
            <a:ext cx="5101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0"/>
                </a:lnTo>
                <a:lnTo>
                  <a:pt x="16015" y="0"/>
                </a:lnTo>
                <a:lnTo>
                  <a:pt x="17860" y="0"/>
                </a:lnTo>
                <a:lnTo>
                  <a:pt x="19721" y="0"/>
                </a:lnTo>
                <a:lnTo>
                  <a:pt x="21600" y="0"/>
                </a:lnTo>
                <a:lnTo>
                  <a:pt x="21128" y="935"/>
                </a:lnTo>
                <a:lnTo>
                  <a:pt x="20650" y="1876"/>
                </a:lnTo>
                <a:lnTo>
                  <a:pt x="20165" y="2830"/>
                </a:lnTo>
                <a:lnTo>
                  <a:pt x="19653" y="3993"/>
                </a:lnTo>
                <a:lnTo>
                  <a:pt x="19193" y="5154"/>
                </a:lnTo>
                <a:lnTo>
                  <a:pt x="18780" y="6317"/>
                </a:lnTo>
                <a:lnTo>
                  <a:pt x="18406" y="7482"/>
                </a:lnTo>
                <a:lnTo>
                  <a:pt x="18073" y="8648"/>
                </a:lnTo>
                <a:lnTo>
                  <a:pt x="17771" y="9818"/>
                </a:lnTo>
                <a:lnTo>
                  <a:pt x="17493" y="10991"/>
                </a:lnTo>
                <a:lnTo>
                  <a:pt x="17240" y="12167"/>
                </a:lnTo>
                <a:lnTo>
                  <a:pt x="17005" y="13350"/>
                </a:lnTo>
                <a:lnTo>
                  <a:pt x="16780" y="14538"/>
                </a:lnTo>
                <a:lnTo>
                  <a:pt x="16576" y="15565"/>
                </a:lnTo>
                <a:lnTo>
                  <a:pt x="16376" y="16609"/>
                </a:lnTo>
                <a:lnTo>
                  <a:pt x="16181" y="17607"/>
                </a:lnTo>
                <a:lnTo>
                  <a:pt x="15993" y="18606"/>
                </a:lnTo>
                <a:lnTo>
                  <a:pt x="15802" y="19603"/>
                </a:lnTo>
                <a:lnTo>
                  <a:pt x="15617" y="20601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9257" y="20502"/>
                </a:lnTo>
                <a:lnTo>
                  <a:pt x="9257" y="19397"/>
                </a:lnTo>
                <a:lnTo>
                  <a:pt x="9257" y="18277"/>
                </a:lnTo>
                <a:lnTo>
                  <a:pt x="6961" y="17765"/>
                </a:lnTo>
                <a:lnTo>
                  <a:pt x="5332" y="17423"/>
                </a:lnTo>
                <a:lnTo>
                  <a:pt x="3925" y="17170"/>
                </a:lnTo>
                <a:lnTo>
                  <a:pt x="2296" y="16928"/>
                </a:lnTo>
                <a:lnTo>
                  <a:pt x="0" y="16615"/>
                </a:lnTo>
                <a:lnTo>
                  <a:pt x="222" y="15547"/>
                </a:lnTo>
                <a:lnTo>
                  <a:pt x="466" y="14490"/>
                </a:lnTo>
                <a:lnTo>
                  <a:pt x="744" y="13444"/>
                </a:lnTo>
                <a:lnTo>
                  <a:pt x="1071" y="12405"/>
                </a:lnTo>
                <a:lnTo>
                  <a:pt x="1456" y="11373"/>
                </a:lnTo>
                <a:lnTo>
                  <a:pt x="1913" y="10348"/>
                </a:lnTo>
                <a:lnTo>
                  <a:pt x="2453" y="9326"/>
                </a:lnTo>
                <a:lnTo>
                  <a:pt x="3086" y="8308"/>
                </a:lnTo>
                <a:lnTo>
                  <a:pt x="4925" y="7955"/>
                </a:lnTo>
                <a:lnTo>
                  <a:pt x="6770" y="7613"/>
                </a:lnTo>
                <a:lnTo>
                  <a:pt x="8621" y="7281"/>
                </a:lnTo>
                <a:lnTo>
                  <a:pt x="10479" y="6959"/>
                </a:lnTo>
                <a:lnTo>
                  <a:pt x="12343" y="6646"/>
                </a:lnTo>
                <a:lnTo>
                  <a:pt x="12688" y="5510"/>
                </a:lnTo>
                <a:lnTo>
                  <a:pt x="12843" y="4420"/>
                </a:lnTo>
                <a:lnTo>
                  <a:pt x="12846" y="3351"/>
                </a:lnTo>
                <a:lnTo>
                  <a:pt x="12738" y="2275"/>
                </a:lnTo>
                <a:lnTo>
                  <a:pt x="12556" y="1168"/>
                </a:lnTo>
                <a:lnTo>
                  <a:pt x="12343" y="0"/>
                </a:lnTo>
                <a:close/>
              </a:path>
            </a:pathLst>
          </a:custGeom>
          <a:solidFill>
            <a:srgbClr val="D9D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5" name="contour_06193"/>
          <p:cNvSpPr/>
          <p:nvPr/>
        </p:nvSpPr>
        <p:spPr>
          <a:xfrm>
            <a:off x="1723053" y="1996910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362" y="2138"/>
                </a:lnTo>
                <a:lnTo>
                  <a:pt x="21125" y="4280"/>
                </a:lnTo>
                <a:lnTo>
                  <a:pt x="20887" y="6421"/>
                </a:lnTo>
                <a:lnTo>
                  <a:pt x="20647" y="8566"/>
                </a:lnTo>
                <a:lnTo>
                  <a:pt x="20410" y="10720"/>
                </a:lnTo>
                <a:lnTo>
                  <a:pt x="20170" y="12877"/>
                </a:lnTo>
                <a:lnTo>
                  <a:pt x="19930" y="15043"/>
                </a:lnTo>
                <a:lnTo>
                  <a:pt x="19687" y="17218"/>
                </a:lnTo>
                <a:lnTo>
                  <a:pt x="19445" y="19403"/>
                </a:lnTo>
                <a:lnTo>
                  <a:pt x="19200" y="21600"/>
                </a:lnTo>
                <a:lnTo>
                  <a:pt x="16399" y="21236"/>
                </a:lnTo>
                <a:lnTo>
                  <a:pt x="14249" y="20940"/>
                </a:lnTo>
                <a:lnTo>
                  <a:pt x="12614" y="20671"/>
                </a:lnTo>
                <a:lnTo>
                  <a:pt x="11350" y="20397"/>
                </a:lnTo>
                <a:lnTo>
                  <a:pt x="10318" y="20082"/>
                </a:lnTo>
                <a:lnTo>
                  <a:pt x="9374" y="19687"/>
                </a:lnTo>
                <a:lnTo>
                  <a:pt x="8383" y="19175"/>
                </a:lnTo>
                <a:lnTo>
                  <a:pt x="7200" y="18514"/>
                </a:lnTo>
                <a:lnTo>
                  <a:pt x="6919" y="16543"/>
                </a:lnTo>
                <a:lnTo>
                  <a:pt x="6830" y="14688"/>
                </a:lnTo>
                <a:lnTo>
                  <a:pt x="6888" y="12867"/>
                </a:lnTo>
                <a:lnTo>
                  <a:pt x="7044" y="11001"/>
                </a:lnTo>
                <a:lnTo>
                  <a:pt x="7255" y="9004"/>
                </a:lnTo>
                <a:lnTo>
                  <a:pt x="7229" y="7597"/>
                </a:lnTo>
                <a:lnTo>
                  <a:pt x="7200" y="6171"/>
                </a:lnTo>
                <a:lnTo>
                  <a:pt x="5414" y="5128"/>
                </a:lnTo>
                <a:lnTo>
                  <a:pt x="4147" y="4447"/>
                </a:lnTo>
                <a:lnTo>
                  <a:pt x="3053" y="3977"/>
                </a:lnTo>
                <a:lnTo>
                  <a:pt x="1786" y="3573"/>
                </a:lnTo>
                <a:lnTo>
                  <a:pt x="0" y="3086"/>
                </a:lnTo>
                <a:lnTo>
                  <a:pt x="0" y="1555"/>
                </a:lnTo>
                <a:lnTo>
                  <a:pt x="0" y="0"/>
                </a:lnTo>
                <a:close/>
              </a:path>
            </a:pathLst>
          </a:custGeom>
          <a:solidFill>
            <a:srgbClr val="CDC39D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6" name="contour_06194"/>
          <p:cNvSpPr/>
          <p:nvPr/>
        </p:nvSpPr>
        <p:spPr>
          <a:xfrm>
            <a:off x="7662766" y="1938606"/>
            <a:ext cx="4641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74" y="0"/>
                </a:moveTo>
                <a:lnTo>
                  <a:pt x="12189" y="0"/>
                </a:lnTo>
                <a:lnTo>
                  <a:pt x="14210" y="0"/>
                </a:lnTo>
                <a:lnTo>
                  <a:pt x="16238" y="0"/>
                </a:lnTo>
                <a:lnTo>
                  <a:pt x="18283" y="0"/>
                </a:lnTo>
                <a:lnTo>
                  <a:pt x="20349" y="0"/>
                </a:lnTo>
                <a:lnTo>
                  <a:pt x="20508" y="1384"/>
                </a:lnTo>
                <a:lnTo>
                  <a:pt x="20650" y="2769"/>
                </a:lnTo>
                <a:lnTo>
                  <a:pt x="20779" y="4153"/>
                </a:lnTo>
                <a:lnTo>
                  <a:pt x="20898" y="5537"/>
                </a:lnTo>
                <a:lnTo>
                  <a:pt x="21003" y="6924"/>
                </a:lnTo>
                <a:lnTo>
                  <a:pt x="21101" y="8310"/>
                </a:lnTo>
                <a:lnTo>
                  <a:pt x="21196" y="9696"/>
                </a:lnTo>
                <a:lnTo>
                  <a:pt x="21369" y="11079"/>
                </a:lnTo>
                <a:lnTo>
                  <a:pt x="21542" y="12483"/>
                </a:lnTo>
                <a:lnTo>
                  <a:pt x="21597" y="13745"/>
                </a:lnTo>
                <a:lnTo>
                  <a:pt x="21600" y="14943"/>
                </a:lnTo>
                <a:lnTo>
                  <a:pt x="21515" y="16106"/>
                </a:lnTo>
                <a:lnTo>
                  <a:pt x="21302" y="17258"/>
                </a:lnTo>
                <a:lnTo>
                  <a:pt x="20928" y="18427"/>
                </a:lnTo>
                <a:lnTo>
                  <a:pt x="20349" y="19636"/>
                </a:lnTo>
                <a:lnTo>
                  <a:pt x="18107" y="20320"/>
                </a:lnTo>
                <a:lnTo>
                  <a:pt x="15991" y="20793"/>
                </a:lnTo>
                <a:lnTo>
                  <a:pt x="13895" y="21109"/>
                </a:lnTo>
                <a:lnTo>
                  <a:pt x="11728" y="21315"/>
                </a:lnTo>
                <a:lnTo>
                  <a:pt x="9391" y="21463"/>
                </a:lnTo>
                <a:lnTo>
                  <a:pt x="6783" y="21600"/>
                </a:lnTo>
                <a:lnTo>
                  <a:pt x="6630" y="21099"/>
                </a:lnTo>
                <a:lnTo>
                  <a:pt x="6159" y="19591"/>
                </a:lnTo>
                <a:lnTo>
                  <a:pt x="5732" y="18274"/>
                </a:lnTo>
                <a:lnTo>
                  <a:pt x="5297" y="16936"/>
                </a:lnTo>
                <a:lnTo>
                  <a:pt x="4884" y="15634"/>
                </a:lnTo>
                <a:lnTo>
                  <a:pt x="4463" y="14313"/>
                </a:lnTo>
                <a:lnTo>
                  <a:pt x="3805" y="12925"/>
                </a:lnTo>
                <a:lnTo>
                  <a:pt x="3049" y="11621"/>
                </a:lnTo>
                <a:lnTo>
                  <a:pt x="2171" y="10366"/>
                </a:lnTo>
                <a:lnTo>
                  <a:pt x="1160" y="9123"/>
                </a:lnTo>
                <a:lnTo>
                  <a:pt x="0" y="7855"/>
                </a:lnTo>
                <a:lnTo>
                  <a:pt x="2015" y="7855"/>
                </a:lnTo>
                <a:lnTo>
                  <a:pt x="4036" y="7855"/>
                </a:lnTo>
                <a:lnTo>
                  <a:pt x="6064" y="7855"/>
                </a:lnTo>
                <a:lnTo>
                  <a:pt x="8109" y="7855"/>
                </a:lnTo>
                <a:lnTo>
                  <a:pt x="10174" y="7855"/>
                </a:lnTo>
                <a:lnTo>
                  <a:pt x="10174" y="6559"/>
                </a:lnTo>
                <a:lnTo>
                  <a:pt x="10174" y="5261"/>
                </a:lnTo>
                <a:lnTo>
                  <a:pt x="10174" y="3957"/>
                </a:lnTo>
                <a:lnTo>
                  <a:pt x="10174" y="2647"/>
                </a:lnTo>
                <a:lnTo>
                  <a:pt x="10174" y="1329"/>
                </a:lnTo>
                <a:lnTo>
                  <a:pt x="10174" y="0"/>
                </a:lnTo>
                <a:close/>
              </a:path>
            </a:pathLst>
          </a:custGeom>
          <a:solidFill>
            <a:srgbClr val="F1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7" name="contour_06195"/>
          <p:cNvSpPr/>
          <p:nvPr/>
        </p:nvSpPr>
        <p:spPr>
          <a:xfrm>
            <a:off x="2247788" y="1931318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411" y="135"/>
                </a:lnTo>
                <a:lnTo>
                  <a:pt x="10955" y="262"/>
                </a:lnTo>
                <a:lnTo>
                  <a:pt x="11550" y="397"/>
                </a:lnTo>
                <a:lnTo>
                  <a:pt x="12292" y="567"/>
                </a:lnTo>
                <a:lnTo>
                  <a:pt x="13278" y="794"/>
                </a:lnTo>
                <a:lnTo>
                  <a:pt x="14606" y="1096"/>
                </a:lnTo>
                <a:lnTo>
                  <a:pt x="16369" y="1501"/>
                </a:lnTo>
                <a:lnTo>
                  <a:pt x="18668" y="2028"/>
                </a:lnTo>
                <a:lnTo>
                  <a:pt x="21600" y="2700"/>
                </a:lnTo>
                <a:lnTo>
                  <a:pt x="21600" y="4609"/>
                </a:lnTo>
                <a:lnTo>
                  <a:pt x="21600" y="6521"/>
                </a:lnTo>
                <a:lnTo>
                  <a:pt x="21600" y="8438"/>
                </a:lnTo>
                <a:lnTo>
                  <a:pt x="21600" y="10363"/>
                </a:lnTo>
                <a:lnTo>
                  <a:pt x="21600" y="12296"/>
                </a:lnTo>
                <a:lnTo>
                  <a:pt x="21600" y="14240"/>
                </a:lnTo>
                <a:lnTo>
                  <a:pt x="21600" y="16200"/>
                </a:lnTo>
                <a:lnTo>
                  <a:pt x="20304" y="15606"/>
                </a:lnTo>
                <a:lnTo>
                  <a:pt x="19006" y="15012"/>
                </a:lnTo>
                <a:lnTo>
                  <a:pt x="17708" y="14415"/>
                </a:lnTo>
                <a:lnTo>
                  <a:pt x="16406" y="13819"/>
                </a:lnTo>
                <a:lnTo>
                  <a:pt x="15100" y="13222"/>
                </a:lnTo>
                <a:lnTo>
                  <a:pt x="13789" y="12620"/>
                </a:lnTo>
                <a:lnTo>
                  <a:pt x="12473" y="12018"/>
                </a:lnTo>
                <a:lnTo>
                  <a:pt x="11150" y="11410"/>
                </a:lnTo>
                <a:lnTo>
                  <a:pt x="9818" y="10800"/>
                </a:lnTo>
                <a:lnTo>
                  <a:pt x="9818" y="12404"/>
                </a:lnTo>
                <a:lnTo>
                  <a:pt x="9818" y="14013"/>
                </a:lnTo>
                <a:lnTo>
                  <a:pt x="9818" y="15628"/>
                </a:lnTo>
                <a:lnTo>
                  <a:pt x="9818" y="17256"/>
                </a:lnTo>
                <a:lnTo>
                  <a:pt x="9818" y="18900"/>
                </a:lnTo>
                <a:lnTo>
                  <a:pt x="8534" y="19707"/>
                </a:lnTo>
                <a:lnTo>
                  <a:pt x="7593" y="20169"/>
                </a:lnTo>
                <a:lnTo>
                  <a:pt x="6539" y="20461"/>
                </a:lnTo>
                <a:lnTo>
                  <a:pt x="4909" y="20758"/>
                </a:lnTo>
                <a:lnTo>
                  <a:pt x="3538" y="21022"/>
                </a:lnTo>
                <a:lnTo>
                  <a:pt x="2148" y="21295"/>
                </a:lnTo>
                <a:lnTo>
                  <a:pt x="1082" y="21446"/>
                </a:lnTo>
                <a:lnTo>
                  <a:pt x="0" y="21600"/>
                </a:lnTo>
                <a:lnTo>
                  <a:pt x="300" y="18454"/>
                </a:lnTo>
                <a:lnTo>
                  <a:pt x="538" y="16249"/>
                </a:lnTo>
                <a:lnTo>
                  <a:pt x="768" y="14680"/>
                </a:lnTo>
                <a:lnTo>
                  <a:pt x="1047" y="13449"/>
                </a:lnTo>
                <a:lnTo>
                  <a:pt x="1428" y="12255"/>
                </a:lnTo>
                <a:lnTo>
                  <a:pt x="1964" y="10800"/>
                </a:lnTo>
                <a:lnTo>
                  <a:pt x="3366" y="10055"/>
                </a:lnTo>
                <a:lnTo>
                  <a:pt x="4416" y="9661"/>
                </a:lnTo>
                <a:lnTo>
                  <a:pt x="6013" y="9283"/>
                </a:lnTo>
                <a:lnTo>
                  <a:pt x="7269" y="8891"/>
                </a:lnTo>
                <a:lnTo>
                  <a:pt x="8536" y="8500"/>
                </a:lnTo>
                <a:lnTo>
                  <a:pt x="9818" y="8100"/>
                </a:lnTo>
                <a:lnTo>
                  <a:pt x="9818" y="6496"/>
                </a:lnTo>
                <a:lnTo>
                  <a:pt x="9818" y="4887"/>
                </a:lnTo>
                <a:lnTo>
                  <a:pt x="9818" y="3272"/>
                </a:lnTo>
                <a:lnTo>
                  <a:pt x="9818" y="1644"/>
                </a:lnTo>
                <a:lnTo>
                  <a:pt x="9818" y="0"/>
                </a:lnTo>
                <a:close/>
              </a:path>
            </a:pathLst>
          </a:custGeom>
          <a:solidFill>
            <a:srgbClr val="151412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8" name="contour_06196"/>
          <p:cNvSpPr/>
          <p:nvPr/>
        </p:nvSpPr>
        <p:spPr>
          <a:xfrm>
            <a:off x="7801362" y="1900030"/>
            <a:ext cx="43604" cy="823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22" y="0"/>
                </a:moveTo>
                <a:lnTo>
                  <a:pt x="12914" y="101"/>
                </a:lnTo>
                <a:lnTo>
                  <a:pt x="14831" y="201"/>
                </a:lnTo>
                <a:lnTo>
                  <a:pt x="17066" y="319"/>
                </a:lnTo>
                <a:lnTo>
                  <a:pt x="19318" y="440"/>
                </a:lnTo>
                <a:lnTo>
                  <a:pt x="21600" y="560"/>
                </a:lnTo>
                <a:lnTo>
                  <a:pt x="21322" y="3162"/>
                </a:lnTo>
                <a:lnTo>
                  <a:pt x="21062" y="5401"/>
                </a:lnTo>
                <a:lnTo>
                  <a:pt x="20795" y="7322"/>
                </a:lnTo>
                <a:lnTo>
                  <a:pt x="20495" y="8963"/>
                </a:lnTo>
                <a:lnTo>
                  <a:pt x="20145" y="10361"/>
                </a:lnTo>
                <a:lnTo>
                  <a:pt x="19715" y="11558"/>
                </a:lnTo>
                <a:lnTo>
                  <a:pt x="19181" y="12593"/>
                </a:lnTo>
                <a:lnTo>
                  <a:pt x="18520" y="13505"/>
                </a:lnTo>
                <a:lnTo>
                  <a:pt x="17712" y="14334"/>
                </a:lnTo>
                <a:lnTo>
                  <a:pt x="16726" y="15120"/>
                </a:lnTo>
                <a:lnTo>
                  <a:pt x="15538" y="15900"/>
                </a:lnTo>
                <a:lnTo>
                  <a:pt x="14130" y="16715"/>
                </a:lnTo>
                <a:lnTo>
                  <a:pt x="12473" y="17606"/>
                </a:lnTo>
                <a:lnTo>
                  <a:pt x="10542" y="18610"/>
                </a:lnTo>
                <a:lnTo>
                  <a:pt x="8823" y="19377"/>
                </a:lnTo>
                <a:lnTo>
                  <a:pt x="7090" y="20135"/>
                </a:lnTo>
                <a:lnTo>
                  <a:pt x="5332" y="20877"/>
                </a:lnTo>
                <a:lnTo>
                  <a:pt x="3549" y="21600"/>
                </a:lnTo>
                <a:lnTo>
                  <a:pt x="3152" y="20385"/>
                </a:lnTo>
                <a:lnTo>
                  <a:pt x="2762" y="19171"/>
                </a:lnTo>
                <a:lnTo>
                  <a:pt x="2383" y="17956"/>
                </a:lnTo>
                <a:lnTo>
                  <a:pt x="2015" y="16742"/>
                </a:lnTo>
                <a:lnTo>
                  <a:pt x="1650" y="15525"/>
                </a:lnTo>
                <a:lnTo>
                  <a:pt x="1292" y="14307"/>
                </a:lnTo>
                <a:lnTo>
                  <a:pt x="942" y="13284"/>
                </a:lnTo>
                <a:lnTo>
                  <a:pt x="585" y="12241"/>
                </a:lnTo>
                <a:lnTo>
                  <a:pt x="202" y="10686"/>
                </a:lnTo>
                <a:lnTo>
                  <a:pt x="0" y="9332"/>
                </a:lnTo>
                <a:lnTo>
                  <a:pt x="18" y="8102"/>
                </a:lnTo>
                <a:lnTo>
                  <a:pt x="289" y="6924"/>
                </a:lnTo>
                <a:lnTo>
                  <a:pt x="848" y="5723"/>
                </a:lnTo>
                <a:lnTo>
                  <a:pt x="1737" y="4422"/>
                </a:lnTo>
                <a:lnTo>
                  <a:pt x="2982" y="2951"/>
                </a:lnTo>
                <a:lnTo>
                  <a:pt x="5459" y="1561"/>
                </a:lnTo>
                <a:lnTo>
                  <a:pt x="7119" y="790"/>
                </a:lnTo>
                <a:lnTo>
                  <a:pt x="8726" y="361"/>
                </a:lnTo>
                <a:lnTo>
                  <a:pt x="11022" y="0"/>
                </a:lnTo>
                <a:close/>
              </a:path>
            </a:pathLst>
          </a:custGeom>
          <a:solidFill>
            <a:srgbClr val="F0F2F3"/>
          </a:solidFill>
          <a:ln>
            <a:noFill/>
          </a:ln>
        </p:spPr>
        <p:txBody>
          <a:bodyPr/>
          <a:lstStyle/>
          <a:p/>
        </p:txBody>
      </p:sp>
      <p:sp>
        <p:nvSpPr>
          <p:cNvPr id="6199" name="contour_06197"/>
          <p:cNvSpPr/>
          <p:nvPr/>
        </p:nvSpPr>
        <p:spPr>
          <a:xfrm>
            <a:off x="10905922" y="1880302"/>
            <a:ext cx="102032" cy="595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0"/>
                </a:moveTo>
                <a:lnTo>
                  <a:pt x="8631" y="0"/>
                </a:lnTo>
                <a:lnTo>
                  <a:pt x="9550" y="0"/>
                </a:lnTo>
                <a:lnTo>
                  <a:pt x="10473" y="0"/>
                </a:lnTo>
                <a:lnTo>
                  <a:pt x="11403" y="0"/>
                </a:lnTo>
                <a:lnTo>
                  <a:pt x="12343" y="0"/>
                </a:lnTo>
                <a:lnTo>
                  <a:pt x="12343" y="1747"/>
                </a:lnTo>
                <a:lnTo>
                  <a:pt x="12343" y="3505"/>
                </a:lnTo>
                <a:lnTo>
                  <a:pt x="12343" y="5286"/>
                </a:lnTo>
                <a:lnTo>
                  <a:pt x="11323" y="5286"/>
                </a:lnTo>
                <a:lnTo>
                  <a:pt x="10297" y="5286"/>
                </a:lnTo>
                <a:lnTo>
                  <a:pt x="9257" y="5286"/>
                </a:lnTo>
                <a:lnTo>
                  <a:pt x="9257" y="7033"/>
                </a:lnTo>
                <a:lnTo>
                  <a:pt x="9257" y="8791"/>
                </a:lnTo>
                <a:lnTo>
                  <a:pt x="9257" y="10573"/>
                </a:lnTo>
                <a:lnTo>
                  <a:pt x="10275" y="10573"/>
                </a:lnTo>
                <a:lnTo>
                  <a:pt x="11294" y="10573"/>
                </a:lnTo>
                <a:lnTo>
                  <a:pt x="12314" y="10573"/>
                </a:lnTo>
                <a:lnTo>
                  <a:pt x="13335" y="10573"/>
                </a:lnTo>
                <a:lnTo>
                  <a:pt x="14358" y="10573"/>
                </a:lnTo>
                <a:lnTo>
                  <a:pt x="15382" y="10573"/>
                </a:lnTo>
                <a:lnTo>
                  <a:pt x="16410" y="10573"/>
                </a:lnTo>
                <a:lnTo>
                  <a:pt x="17440" y="10573"/>
                </a:lnTo>
                <a:lnTo>
                  <a:pt x="18474" y="10573"/>
                </a:lnTo>
                <a:lnTo>
                  <a:pt x="19511" y="10573"/>
                </a:lnTo>
                <a:lnTo>
                  <a:pt x="20554" y="10573"/>
                </a:lnTo>
                <a:lnTo>
                  <a:pt x="21600" y="10573"/>
                </a:lnTo>
                <a:lnTo>
                  <a:pt x="21217" y="11881"/>
                </a:lnTo>
                <a:lnTo>
                  <a:pt x="20835" y="13197"/>
                </a:lnTo>
                <a:lnTo>
                  <a:pt x="20447" y="14519"/>
                </a:lnTo>
                <a:lnTo>
                  <a:pt x="20057" y="15859"/>
                </a:lnTo>
                <a:lnTo>
                  <a:pt x="18863" y="16018"/>
                </a:lnTo>
                <a:lnTo>
                  <a:pt x="18025" y="16097"/>
                </a:lnTo>
                <a:lnTo>
                  <a:pt x="17322" y="16097"/>
                </a:lnTo>
                <a:lnTo>
                  <a:pt x="16530" y="16018"/>
                </a:lnTo>
                <a:lnTo>
                  <a:pt x="15429" y="15859"/>
                </a:lnTo>
                <a:lnTo>
                  <a:pt x="15429" y="17606"/>
                </a:lnTo>
                <a:lnTo>
                  <a:pt x="15429" y="19364"/>
                </a:lnTo>
                <a:lnTo>
                  <a:pt x="15429" y="21145"/>
                </a:lnTo>
                <a:lnTo>
                  <a:pt x="14315" y="21325"/>
                </a:lnTo>
                <a:lnTo>
                  <a:pt x="13210" y="21470"/>
                </a:lnTo>
                <a:lnTo>
                  <a:pt x="12113" y="21568"/>
                </a:lnTo>
                <a:lnTo>
                  <a:pt x="11019" y="21600"/>
                </a:lnTo>
                <a:lnTo>
                  <a:pt x="9924" y="21550"/>
                </a:lnTo>
                <a:lnTo>
                  <a:pt x="8824" y="21404"/>
                </a:lnTo>
                <a:lnTo>
                  <a:pt x="7714" y="21145"/>
                </a:lnTo>
                <a:lnTo>
                  <a:pt x="7285" y="19258"/>
                </a:lnTo>
                <a:lnTo>
                  <a:pt x="6991" y="17902"/>
                </a:lnTo>
                <a:lnTo>
                  <a:pt x="6756" y="16697"/>
                </a:lnTo>
                <a:lnTo>
                  <a:pt x="6508" y="15262"/>
                </a:lnTo>
                <a:lnTo>
                  <a:pt x="6171" y="13216"/>
                </a:lnTo>
                <a:lnTo>
                  <a:pt x="5156" y="12513"/>
                </a:lnTo>
                <a:lnTo>
                  <a:pt x="4158" y="11963"/>
                </a:lnTo>
                <a:lnTo>
                  <a:pt x="3160" y="11532"/>
                </a:lnTo>
                <a:lnTo>
                  <a:pt x="2145" y="11183"/>
                </a:lnTo>
                <a:lnTo>
                  <a:pt x="1097" y="10874"/>
                </a:lnTo>
                <a:lnTo>
                  <a:pt x="0" y="10573"/>
                </a:lnTo>
                <a:lnTo>
                  <a:pt x="1091" y="10573"/>
                </a:lnTo>
                <a:lnTo>
                  <a:pt x="2183" y="10573"/>
                </a:lnTo>
                <a:lnTo>
                  <a:pt x="3279" y="10573"/>
                </a:lnTo>
                <a:lnTo>
                  <a:pt x="4379" y="10573"/>
                </a:lnTo>
                <a:lnTo>
                  <a:pt x="5483" y="10573"/>
                </a:lnTo>
                <a:lnTo>
                  <a:pt x="6594" y="10573"/>
                </a:lnTo>
                <a:lnTo>
                  <a:pt x="7714" y="10573"/>
                </a:lnTo>
                <a:lnTo>
                  <a:pt x="7714" y="8828"/>
                </a:lnTo>
                <a:lnTo>
                  <a:pt x="7714" y="7081"/>
                </a:lnTo>
                <a:lnTo>
                  <a:pt x="7714" y="5326"/>
                </a:lnTo>
                <a:lnTo>
                  <a:pt x="7714" y="3563"/>
                </a:lnTo>
                <a:lnTo>
                  <a:pt x="7714" y="1789"/>
                </a:lnTo>
                <a:lnTo>
                  <a:pt x="7714" y="0"/>
                </a:lnTo>
                <a:close/>
              </a:path>
            </a:pathLst>
          </a:custGeom>
          <a:solidFill>
            <a:srgbClr val="9E8C60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0" name="contour_06198"/>
          <p:cNvSpPr/>
          <p:nvPr/>
        </p:nvSpPr>
        <p:spPr>
          <a:xfrm>
            <a:off x="372092" y="1902166"/>
            <a:ext cx="3912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05" y="0"/>
                </a:moveTo>
                <a:lnTo>
                  <a:pt x="8160" y="0"/>
                </a:lnTo>
                <a:lnTo>
                  <a:pt x="10820" y="0"/>
                </a:lnTo>
                <a:lnTo>
                  <a:pt x="13492" y="0"/>
                </a:lnTo>
                <a:lnTo>
                  <a:pt x="16176" y="0"/>
                </a:lnTo>
                <a:lnTo>
                  <a:pt x="18876" y="0"/>
                </a:lnTo>
                <a:lnTo>
                  <a:pt x="21600" y="0"/>
                </a:lnTo>
                <a:lnTo>
                  <a:pt x="21351" y="1337"/>
                </a:lnTo>
                <a:lnTo>
                  <a:pt x="21101" y="2673"/>
                </a:lnTo>
                <a:lnTo>
                  <a:pt x="20852" y="4012"/>
                </a:lnTo>
                <a:lnTo>
                  <a:pt x="20602" y="5349"/>
                </a:lnTo>
                <a:lnTo>
                  <a:pt x="20353" y="6688"/>
                </a:lnTo>
                <a:lnTo>
                  <a:pt x="20103" y="8031"/>
                </a:lnTo>
                <a:lnTo>
                  <a:pt x="19854" y="9374"/>
                </a:lnTo>
                <a:lnTo>
                  <a:pt x="19604" y="10719"/>
                </a:lnTo>
                <a:lnTo>
                  <a:pt x="19351" y="12067"/>
                </a:lnTo>
                <a:lnTo>
                  <a:pt x="19101" y="13418"/>
                </a:lnTo>
                <a:lnTo>
                  <a:pt x="18848" y="14772"/>
                </a:lnTo>
                <a:lnTo>
                  <a:pt x="18594" y="16129"/>
                </a:lnTo>
                <a:lnTo>
                  <a:pt x="18341" y="17490"/>
                </a:lnTo>
                <a:lnTo>
                  <a:pt x="18087" y="18855"/>
                </a:lnTo>
                <a:lnTo>
                  <a:pt x="17834" y="20225"/>
                </a:lnTo>
                <a:lnTo>
                  <a:pt x="17576" y="21600"/>
                </a:lnTo>
                <a:lnTo>
                  <a:pt x="14920" y="21276"/>
                </a:lnTo>
                <a:lnTo>
                  <a:pt x="12261" y="20952"/>
                </a:lnTo>
                <a:lnTo>
                  <a:pt x="9589" y="20626"/>
                </a:lnTo>
                <a:lnTo>
                  <a:pt x="6905" y="20298"/>
                </a:lnTo>
                <a:lnTo>
                  <a:pt x="4205" y="19968"/>
                </a:lnTo>
                <a:lnTo>
                  <a:pt x="1481" y="19636"/>
                </a:lnTo>
                <a:lnTo>
                  <a:pt x="837" y="18221"/>
                </a:lnTo>
                <a:lnTo>
                  <a:pt x="386" y="16952"/>
                </a:lnTo>
                <a:lnTo>
                  <a:pt x="113" y="15760"/>
                </a:lnTo>
                <a:lnTo>
                  <a:pt x="0" y="14570"/>
                </a:lnTo>
                <a:lnTo>
                  <a:pt x="44" y="13308"/>
                </a:lnTo>
                <a:lnTo>
                  <a:pt x="225" y="11904"/>
                </a:lnTo>
                <a:lnTo>
                  <a:pt x="282" y="10841"/>
                </a:lnTo>
                <a:lnTo>
                  <a:pt x="342" y="9761"/>
                </a:lnTo>
                <a:lnTo>
                  <a:pt x="567" y="7277"/>
                </a:lnTo>
                <a:lnTo>
                  <a:pt x="789" y="5382"/>
                </a:lnTo>
                <a:lnTo>
                  <a:pt x="1074" y="3965"/>
                </a:lnTo>
                <a:lnTo>
                  <a:pt x="1477" y="2906"/>
                </a:lnTo>
                <a:lnTo>
                  <a:pt x="2060" y="2095"/>
                </a:lnTo>
                <a:lnTo>
                  <a:pt x="2885" y="1418"/>
                </a:lnTo>
                <a:lnTo>
                  <a:pt x="4016" y="756"/>
                </a:lnTo>
                <a:lnTo>
                  <a:pt x="5505" y="0"/>
                </a:lnTo>
                <a:close/>
              </a:path>
            </a:pathLst>
          </a:custGeom>
          <a:solidFill>
            <a:srgbClr val="F2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1" name="contour_06199"/>
          <p:cNvSpPr/>
          <p:nvPr/>
        </p:nvSpPr>
        <p:spPr>
          <a:xfrm>
            <a:off x="1407556" y="1873014"/>
            <a:ext cx="6041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83" y="0"/>
                </a:moveTo>
                <a:lnTo>
                  <a:pt x="15448" y="808"/>
                </a:lnTo>
                <a:lnTo>
                  <a:pt x="16678" y="1419"/>
                </a:lnTo>
                <a:lnTo>
                  <a:pt x="17692" y="1957"/>
                </a:lnTo>
                <a:lnTo>
                  <a:pt x="18705" y="2540"/>
                </a:lnTo>
                <a:lnTo>
                  <a:pt x="19935" y="3288"/>
                </a:lnTo>
                <a:lnTo>
                  <a:pt x="21600" y="4320"/>
                </a:lnTo>
                <a:lnTo>
                  <a:pt x="21600" y="5748"/>
                </a:lnTo>
                <a:lnTo>
                  <a:pt x="21600" y="7184"/>
                </a:lnTo>
                <a:lnTo>
                  <a:pt x="21600" y="8640"/>
                </a:lnTo>
                <a:lnTo>
                  <a:pt x="19880" y="8640"/>
                </a:lnTo>
                <a:lnTo>
                  <a:pt x="18158" y="8640"/>
                </a:lnTo>
                <a:lnTo>
                  <a:pt x="16428" y="8640"/>
                </a:lnTo>
                <a:lnTo>
                  <a:pt x="14690" y="8640"/>
                </a:lnTo>
                <a:lnTo>
                  <a:pt x="12942" y="8640"/>
                </a:lnTo>
                <a:lnTo>
                  <a:pt x="11178" y="8640"/>
                </a:lnTo>
                <a:lnTo>
                  <a:pt x="11464" y="10066"/>
                </a:lnTo>
                <a:lnTo>
                  <a:pt x="11751" y="11493"/>
                </a:lnTo>
                <a:lnTo>
                  <a:pt x="12038" y="12921"/>
                </a:lnTo>
                <a:lnTo>
                  <a:pt x="12327" y="14353"/>
                </a:lnTo>
                <a:lnTo>
                  <a:pt x="12616" y="15790"/>
                </a:lnTo>
                <a:lnTo>
                  <a:pt x="12905" y="17232"/>
                </a:lnTo>
                <a:lnTo>
                  <a:pt x="13197" y="18680"/>
                </a:lnTo>
                <a:lnTo>
                  <a:pt x="13489" y="20136"/>
                </a:lnTo>
                <a:lnTo>
                  <a:pt x="13783" y="21600"/>
                </a:lnTo>
                <a:lnTo>
                  <a:pt x="10745" y="21533"/>
                </a:lnTo>
                <a:lnTo>
                  <a:pt x="8416" y="21460"/>
                </a:lnTo>
                <a:lnTo>
                  <a:pt x="6642" y="21352"/>
                </a:lnTo>
                <a:lnTo>
                  <a:pt x="5271" y="21187"/>
                </a:lnTo>
                <a:lnTo>
                  <a:pt x="4148" y="20939"/>
                </a:lnTo>
                <a:lnTo>
                  <a:pt x="3124" y="20583"/>
                </a:lnTo>
                <a:lnTo>
                  <a:pt x="2043" y="20090"/>
                </a:lnTo>
                <a:lnTo>
                  <a:pt x="756" y="19440"/>
                </a:lnTo>
                <a:lnTo>
                  <a:pt x="430" y="17913"/>
                </a:lnTo>
                <a:lnTo>
                  <a:pt x="201" y="16399"/>
                </a:lnTo>
                <a:lnTo>
                  <a:pt x="60" y="14893"/>
                </a:lnTo>
                <a:lnTo>
                  <a:pt x="0" y="13394"/>
                </a:lnTo>
                <a:lnTo>
                  <a:pt x="8" y="11895"/>
                </a:lnTo>
                <a:lnTo>
                  <a:pt x="76" y="10398"/>
                </a:lnTo>
                <a:lnTo>
                  <a:pt x="195" y="8895"/>
                </a:lnTo>
                <a:lnTo>
                  <a:pt x="354" y="7383"/>
                </a:lnTo>
                <a:lnTo>
                  <a:pt x="545" y="5860"/>
                </a:lnTo>
                <a:lnTo>
                  <a:pt x="756" y="4320"/>
                </a:lnTo>
                <a:lnTo>
                  <a:pt x="2598" y="4320"/>
                </a:lnTo>
                <a:lnTo>
                  <a:pt x="4442" y="4320"/>
                </a:lnTo>
                <a:lnTo>
                  <a:pt x="6292" y="4320"/>
                </a:lnTo>
                <a:lnTo>
                  <a:pt x="8150" y="4320"/>
                </a:lnTo>
                <a:lnTo>
                  <a:pt x="10016" y="4320"/>
                </a:lnTo>
                <a:lnTo>
                  <a:pt x="11892" y="4320"/>
                </a:lnTo>
                <a:lnTo>
                  <a:pt x="13783" y="4320"/>
                </a:lnTo>
                <a:lnTo>
                  <a:pt x="13783" y="2892"/>
                </a:lnTo>
                <a:lnTo>
                  <a:pt x="13783" y="1456"/>
                </a:lnTo>
                <a:lnTo>
                  <a:pt x="13783" y="0"/>
                </a:lnTo>
                <a:close/>
              </a:path>
            </a:pathLst>
          </a:custGeom>
          <a:solidFill>
            <a:srgbClr val="4A4A48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2" name="contour_06200"/>
          <p:cNvSpPr/>
          <p:nvPr/>
        </p:nvSpPr>
        <p:spPr>
          <a:xfrm>
            <a:off x="1642885" y="1849729"/>
            <a:ext cx="87456" cy="691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444"/>
                </a:moveTo>
                <a:lnTo>
                  <a:pt x="11896" y="357"/>
                </a:lnTo>
                <a:lnTo>
                  <a:pt x="12994" y="282"/>
                </a:lnTo>
                <a:lnTo>
                  <a:pt x="14090" y="216"/>
                </a:lnTo>
                <a:lnTo>
                  <a:pt x="15188" y="159"/>
                </a:lnTo>
                <a:lnTo>
                  <a:pt x="16412" y="80"/>
                </a:lnTo>
                <a:lnTo>
                  <a:pt x="17656" y="0"/>
                </a:lnTo>
                <a:lnTo>
                  <a:pt x="18720" y="221"/>
                </a:lnTo>
                <a:lnTo>
                  <a:pt x="19800" y="444"/>
                </a:lnTo>
                <a:lnTo>
                  <a:pt x="20497" y="1805"/>
                </a:lnTo>
                <a:lnTo>
                  <a:pt x="20916" y="2734"/>
                </a:lnTo>
                <a:lnTo>
                  <a:pt x="21227" y="3656"/>
                </a:lnTo>
                <a:lnTo>
                  <a:pt x="21600" y="4997"/>
                </a:lnTo>
                <a:lnTo>
                  <a:pt x="21271" y="5254"/>
                </a:lnTo>
                <a:lnTo>
                  <a:pt x="20691" y="5710"/>
                </a:lnTo>
                <a:lnTo>
                  <a:pt x="19364" y="6750"/>
                </a:lnTo>
                <a:lnTo>
                  <a:pt x="18392" y="7533"/>
                </a:lnTo>
                <a:lnTo>
                  <a:pt x="17415" y="8323"/>
                </a:lnTo>
                <a:lnTo>
                  <a:pt x="16425" y="9122"/>
                </a:lnTo>
                <a:lnTo>
                  <a:pt x="15464" y="9889"/>
                </a:lnTo>
                <a:lnTo>
                  <a:pt x="14495" y="10661"/>
                </a:lnTo>
                <a:lnTo>
                  <a:pt x="13514" y="11444"/>
                </a:lnTo>
                <a:lnTo>
                  <a:pt x="12362" y="12583"/>
                </a:lnTo>
                <a:lnTo>
                  <a:pt x="11533" y="13452"/>
                </a:lnTo>
                <a:lnTo>
                  <a:pt x="10901" y="14233"/>
                </a:lnTo>
                <a:lnTo>
                  <a:pt x="10334" y="15100"/>
                </a:lnTo>
                <a:lnTo>
                  <a:pt x="9706" y="16232"/>
                </a:lnTo>
                <a:lnTo>
                  <a:pt x="8888" y="17803"/>
                </a:lnTo>
                <a:lnTo>
                  <a:pt x="7882" y="19624"/>
                </a:lnTo>
                <a:lnTo>
                  <a:pt x="7169" y="20626"/>
                </a:lnTo>
                <a:lnTo>
                  <a:pt x="6413" y="21165"/>
                </a:lnTo>
                <a:lnTo>
                  <a:pt x="5274" y="21600"/>
                </a:lnTo>
                <a:lnTo>
                  <a:pt x="4333" y="21479"/>
                </a:lnTo>
                <a:lnTo>
                  <a:pt x="3375" y="21361"/>
                </a:lnTo>
                <a:lnTo>
                  <a:pt x="2259" y="21220"/>
                </a:lnTo>
                <a:lnTo>
                  <a:pt x="1138" y="21076"/>
                </a:lnTo>
                <a:lnTo>
                  <a:pt x="0" y="20933"/>
                </a:lnTo>
                <a:lnTo>
                  <a:pt x="212" y="19412"/>
                </a:lnTo>
                <a:lnTo>
                  <a:pt x="437" y="17894"/>
                </a:lnTo>
                <a:lnTo>
                  <a:pt x="675" y="16380"/>
                </a:lnTo>
                <a:lnTo>
                  <a:pt x="864" y="15110"/>
                </a:lnTo>
                <a:lnTo>
                  <a:pt x="1055" y="13819"/>
                </a:lnTo>
                <a:lnTo>
                  <a:pt x="1424" y="12831"/>
                </a:lnTo>
                <a:lnTo>
                  <a:pt x="1800" y="11827"/>
                </a:lnTo>
                <a:lnTo>
                  <a:pt x="2990" y="11827"/>
                </a:lnTo>
                <a:lnTo>
                  <a:pt x="4187" y="11827"/>
                </a:lnTo>
                <a:lnTo>
                  <a:pt x="5400" y="11827"/>
                </a:lnTo>
                <a:lnTo>
                  <a:pt x="5400" y="10322"/>
                </a:lnTo>
                <a:lnTo>
                  <a:pt x="5400" y="8808"/>
                </a:lnTo>
                <a:lnTo>
                  <a:pt x="5400" y="7274"/>
                </a:lnTo>
                <a:lnTo>
                  <a:pt x="6469" y="7274"/>
                </a:lnTo>
                <a:lnTo>
                  <a:pt x="7542" y="7274"/>
                </a:lnTo>
                <a:lnTo>
                  <a:pt x="8618" y="7274"/>
                </a:lnTo>
                <a:lnTo>
                  <a:pt x="9704" y="7274"/>
                </a:lnTo>
                <a:lnTo>
                  <a:pt x="10800" y="7274"/>
                </a:lnTo>
                <a:lnTo>
                  <a:pt x="10800" y="5921"/>
                </a:lnTo>
                <a:lnTo>
                  <a:pt x="10800" y="4565"/>
                </a:lnTo>
                <a:lnTo>
                  <a:pt x="10800" y="3203"/>
                </a:lnTo>
                <a:lnTo>
                  <a:pt x="10800" y="1830"/>
                </a:lnTo>
                <a:lnTo>
                  <a:pt x="10800" y="444"/>
                </a:lnTo>
                <a:close/>
              </a:path>
            </a:pathLst>
          </a:custGeom>
          <a:solidFill>
            <a:srgbClr val="8D8E8E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3" name="contour_06201"/>
          <p:cNvSpPr/>
          <p:nvPr/>
        </p:nvSpPr>
        <p:spPr>
          <a:xfrm>
            <a:off x="2131180" y="1858438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2374" y="466"/>
                </a:lnTo>
                <a:lnTo>
                  <a:pt x="14326" y="839"/>
                </a:lnTo>
                <a:lnTo>
                  <a:pt x="15715" y="1200"/>
                </a:lnTo>
                <a:lnTo>
                  <a:pt x="16814" y="1639"/>
                </a:lnTo>
                <a:lnTo>
                  <a:pt x="17887" y="2237"/>
                </a:lnTo>
                <a:lnTo>
                  <a:pt x="19200" y="3086"/>
                </a:lnTo>
                <a:lnTo>
                  <a:pt x="19925" y="5128"/>
                </a:lnTo>
                <a:lnTo>
                  <a:pt x="20458" y="7094"/>
                </a:lnTo>
                <a:lnTo>
                  <a:pt x="20846" y="9044"/>
                </a:lnTo>
                <a:lnTo>
                  <a:pt x="21137" y="11044"/>
                </a:lnTo>
                <a:lnTo>
                  <a:pt x="21372" y="13148"/>
                </a:lnTo>
                <a:lnTo>
                  <a:pt x="21600" y="15429"/>
                </a:lnTo>
                <a:lnTo>
                  <a:pt x="20174" y="15429"/>
                </a:lnTo>
                <a:lnTo>
                  <a:pt x="18744" y="15429"/>
                </a:lnTo>
                <a:lnTo>
                  <a:pt x="17309" y="15429"/>
                </a:lnTo>
                <a:lnTo>
                  <a:pt x="15862" y="15429"/>
                </a:lnTo>
                <a:lnTo>
                  <a:pt x="14400" y="15429"/>
                </a:lnTo>
                <a:lnTo>
                  <a:pt x="14400" y="17468"/>
                </a:lnTo>
                <a:lnTo>
                  <a:pt x="14400" y="19520"/>
                </a:lnTo>
                <a:lnTo>
                  <a:pt x="14400" y="21600"/>
                </a:lnTo>
                <a:lnTo>
                  <a:pt x="12816" y="21600"/>
                </a:lnTo>
                <a:lnTo>
                  <a:pt x="11230" y="21600"/>
                </a:lnTo>
                <a:lnTo>
                  <a:pt x="9643" y="21600"/>
                </a:lnTo>
                <a:lnTo>
                  <a:pt x="8052" y="21600"/>
                </a:lnTo>
                <a:lnTo>
                  <a:pt x="6456" y="21600"/>
                </a:lnTo>
                <a:lnTo>
                  <a:pt x="4853" y="21600"/>
                </a:lnTo>
                <a:lnTo>
                  <a:pt x="3245" y="21600"/>
                </a:lnTo>
                <a:lnTo>
                  <a:pt x="1627" y="21600"/>
                </a:lnTo>
                <a:lnTo>
                  <a:pt x="0" y="21600"/>
                </a:lnTo>
                <a:lnTo>
                  <a:pt x="0" y="19563"/>
                </a:lnTo>
                <a:lnTo>
                  <a:pt x="0" y="17524"/>
                </a:lnTo>
                <a:lnTo>
                  <a:pt x="0" y="15475"/>
                </a:lnTo>
                <a:lnTo>
                  <a:pt x="0" y="13417"/>
                </a:lnTo>
                <a:lnTo>
                  <a:pt x="0" y="11346"/>
                </a:lnTo>
                <a:lnTo>
                  <a:pt x="0" y="9257"/>
                </a:lnTo>
                <a:lnTo>
                  <a:pt x="1584" y="9257"/>
                </a:lnTo>
                <a:lnTo>
                  <a:pt x="3170" y="9257"/>
                </a:lnTo>
                <a:lnTo>
                  <a:pt x="4764" y="9257"/>
                </a:lnTo>
                <a:lnTo>
                  <a:pt x="6365" y="9257"/>
                </a:lnTo>
                <a:lnTo>
                  <a:pt x="7975" y="9257"/>
                </a:lnTo>
                <a:lnTo>
                  <a:pt x="9600" y="9257"/>
                </a:lnTo>
                <a:lnTo>
                  <a:pt x="9600" y="7424"/>
                </a:lnTo>
                <a:lnTo>
                  <a:pt x="9600" y="5585"/>
                </a:lnTo>
                <a:lnTo>
                  <a:pt x="9600" y="3740"/>
                </a:lnTo>
                <a:lnTo>
                  <a:pt x="9600" y="1879"/>
                </a:lnTo>
                <a:lnTo>
                  <a:pt x="9600" y="0"/>
                </a:lnTo>
                <a:close/>
              </a:path>
            </a:pathLst>
          </a:custGeom>
          <a:solidFill>
            <a:srgbClr val="4F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4" name="contour_06202"/>
          <p:cNvSpPr/>
          <p:nvPr/>
        </p:nvSpPr>
        <p:spPr>
          <a:xfrm>
            <a:off x="972390" y="1865726"/>
            <a:ext cx="65592" cy="52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978" y="4225"/>
                </a:lnTo>
                <a:lnTo>
                  <a:pt x="20460" y="7703"/>
                </a:lnTo>
                <a:lnTo>
                  <a:pt x="20021" y="10527"/>
                </a:lnTo>
                <a:lnTo>
                  <a:pt x="19639" y="12797"/>
                </a:lnTo>
                <a:lnTo>
                  <a:pt x="19296" y="14605"/>
                </a:lnTo>
                <a:lnTo>
                  <a:pt x="18967" y="16049"/>
                </a:lnTo>
                <a:lnTo>
                  <a:pt x="18634" y="17221"/>
                </a:lnTo>
                <a:lnTo>
                  <a:pt x="18271" y="18215"/>
                </a:lnTo>
                <a:lnTo>
                  <a:pt x="17858" y="19129"/>
                </a:lnTo>
                <a:lnTo>
                  <a:pt x="17376" y="20060"/>
                </a:lnTo>
                <a:lnTo>
                  <a:pt x="16800" y="21097"/>
                </a:lnTo>
                <a:lnTo>
                  <a:pt x="15060" y="21504"/>
                </a:lnTo>
                <a:lnTo>
                  <a:pt x="13776" y="21600"/>
                </a:lnTo>
                <a:lnTo>
                  <a:pt x="11851" y="21473"/>
                </a:lnTo>
                <a:lnTo>
                  <a:pt x="10315" y="21350"/>
                </a:lnTo>
                <a:lnTo>
                  <a:pt x="8767" y="21223"/>
                </a:lnTo>
                <a:lnTo>
                  <a:pt x="7200" y="21097"/>
                </a:lnTo>
                <a:lnTo>
                  <a:pt x="7200" y="18966"/>
                </a:lnTo>
                <a:lnTo>
                  <a:pt x="7200" y="16832"/>
                </a:lnTo>
                <a:lnTo>
                  <a:pt x="7200" y="14692"/>
                </a:lnTo>
                <a:lnTo>
                  <a:pt x="7200" y="12543"/>
                </a:lnTo>
                <a:lnTo>
                  <a:pt x="7200" y="10386"/>
                </a:lnTo>
                <a:lnTo>
                  <a:pt x="7200" y="8216"/>
                </a:lnTo>
                <a:lnTo>
                  <a:pt x="7200" y="6028"/>
                </a:lnTo>
                <a:lnTo>
                  <a:pt x="5774" y="6028"/>
                </a:lnTo>
                <a:lnTo>
                  <a:pt x="4344" y="6028"/>
                </a:lnTo>
                <a:lnTo>
                  <a:pt x="2909" y="6028"/>
                </a:lnTo>
                <a:lnTo>
                  <a:pt x="1462" y="6028"/>
                </a:lnTo>
                <a:lnTo>
                  <a:pt x="0" y="6028"/>
                </a:lnTo>
                <a:lnTo>
                  <a:pt x="0" y="4035"/>
                </a:lnTo>
                <a:lnTo>
                  <a:pt x="0" y="2031"/>
                </a:lnTo>
                <a:lnTo>
                  <a:pt x="0" y="0"/>
                </a:lnTo>
                <a:close/>
              </a:path>
            </a:pathLst>
          </a:custGeom>
          <a:solidFill>
            <a:srgbClr val="C1B590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5" name="contour_06203"/>
          <p:cNvSpPr/>
          <p:nvPr/>
        </p:nvSpPr>
        <p:spPr>
          <a:xfrm>
            <a:off x="5628826" y="1763694"/>
            <a:ext cx="5259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2" y="0"/>
                </a:moveTo>
                <a:lnTo>
                  <a:pt x="805" y="588"/>
                </a:lnTo>
                <a:lnTo>
                  <a:pt x="1377" y="1186"/>
                </a:lnTo>
                <a:lnTo>
                  <a:pt x="2299" y="1788"/>
                </a:lnTo>
                <a:lnTo>
                  <a:pt x="3236" y="2400"/>
                </a:lnTo>
                <a:lnTo>
                  <a:pt x="4089" y="2434"/>
                </a:lnTo>
                <a:lnTo>
                  <a:pt x="5595" y="2491"/>
                </a:lnTo>
                <a:lnTo>
                  <a:pt x="9037" y="2626"/>
                </a:lnTo>
                <a:lnTo>
                  <a:pt x="10941" y="2794"/>
                </a:lnTo>
                <a:lnTo>
                  <a:pt x="12219" y="2951"/>
                </a:lnTo>
                <a:lnTo>
                  <a:pt x="13449" y="3190"/>
                </a:lnTo>
                <a:lnTo>
                  <a:pt x="15209" y="3600"/>
                </a:lnTo>
                <a:lnTo>
                  <a:pt x="16161" y="4362"/>
                </a:lnTo>
                <a:lnTo>
                  <a:pt x="17017" y="5132"/>
                </a:lnTo>
                <a:lnTo>
                  <a:pt x="17783" y="5912"/>
                </a:lnTo>
                <a:lnTo>
                  <a:pt x="18463" y="6701"/>
                </a:lnTo>
                <a:lnTo>
                  <a:pt x="19065" y="7496"/>
                </a:lnTo>
                <a:lnTo>
                  <a:pt x="19588" y="8299"/>
                </a:lnTo>
                <a:lnTo>
                  <a:pt x="20040" y="9109"/>
                </a:lnTo>
                <a:lnTo>
                  <a:pt x="20424" y="9924"/>
                </a:lnTo>
                <a:lnTo>
                  <a:pt x="20747" y="10744"/>
                </a:lnTo>
                <a:lnTo>
                  <a:pt x="21007" y="11568"/>
                </a:lnTo>
                <a:lnTo>
                  <a:pt x="21217" y="12397"/>
                </a:lnTo>
                <a:lnTo>
                  <a:pt x="21375" y="13229"/>
                </a:lnTo>
                <a:lnTo>
                  <a:pt x="21489" y="14064"/>
                </a:lnTo>
                <a:lnTo>
                  <a:pt x="21561" y="14900"/>
                </a:lnTo>
                <a:lnTo>
                  <a:pt x="21597" y="15739"/>
                </a:lnTo>
                <a:lnTo>
                  <a:pt x="21600" y="16578"/>
                </a:lnTo>
                <a:lnTo>
                  <a:pt x="21576" y="17418"/>
                </a:lnTo>
                <a:lnTo>
                  <a:pt x="21528" y="18258"/>
                </a:lnTo>
                <a:lnTo>
                  <a:pt x="21462" y="19096"/>
                </a:lnTo>
                <a:lnTo>
                  <a:pt x="21381" y="19933"/>
                </a:lnTo>
                <a:lnTo>
                  <a:pt x="21292" y="20768"/>
                </a:lnTo>
                <a:lnTo>
                  <a:pt x="21196" y="21600"/>
                </a:lnTo>
                <a:lnTo>
                  <a:pt x="19448" y="21002"/>
                </a:lnTo>
                <a:lnTo>
                  <a:pt x="17891" y="20399"/>
                </a:lnTo>
                <a:lnTo>
                  <a:pt x="16505" y="19776"/>
                </a:lnTo>
                <a:lnTo>
                  <a:pt x="15266" y="19120"/>
                </a:lnTo>
                <a:lnTo>
                  <a:pt x="14156" y="18414"/>
                </a:lnTo>
                <a:lnTo>
                  <a:pt x="13144" y="17646"/>
                </a:lnTo>
                <a:lnTo>
                  <a:pt x="12216" y="16800"/>
                </a:lnTo>
                <a:lnTo>
                  <a:pt x="12168" y="15964"/>
                </a:lnTo>
                <a:lnTo>
                  <a:pt x="12189" y="15128"/>
                </a:lnTo>
                <a:lnTo>
                  <a:pt x="12276" y="14293"/>
                </a:lnTo>
                <a:lnTo>
                  <a:pt x="12419" y="13458"/>
                </a:lnTo>
                <a:lnTo>
                  <a:pt x="12611" y="12624"/>
                </a:lnTo>
                <a:lnTo>
                  <a:pt x="12850" y="11790"/>
                </a:lnTo>
                <a:lnTo>
                  <a:pt x="13126" y="10958"/>
                </a:lnTo>
                <a:lnTo>
                  <a:pt x="13434" y="10127"/>
                </a:lnTo>
                <a:lnTo>
                  <a:pt x="13766" y="9298"/>
                </a:lnTo>
                <a:lnTo>
                  <a:pt x="14117" y="8471"/>
                </a:lnTo>
                <a:lnTo>
                  <a:pt x="14476" y="7645"/>
                </a:lnTo>
                <a:lnTo>
                  <a:pt x="14844" y="6821"/>
                </a:lnTo>
                <a:lnTo>
                  <a:pt x="15209" y="6000"/>
                </a:lnTo>
                <a:lnTo>
                  <a:pt x="13231" y="6000"/>
                </a:lnTo>
                <a:lnTo>
                  <a:pt x="11240" y="6000"/>
                </a:lnTo>
                <a:lnTo>
                  <a:pt x="9223" y="6000"/>
                </a:lnTo>
                <a:lnTo>
                  <a:pt x="9223" y="6793"/>
                </a:lnTo>
                <a:lnTo>
                  <a:pt x="9223" y="7591"/>
                </a:lnTo>
                <a:lnTo>
                  <a:pt x="9223" y="8400"/>
                </a:lnTo>
                <a:lnTo>
                  <a:pt x="7477" y="8064"/>
                </a:lnTo>
                <a:lnTo>
                  <a:pt x="5903" y="7730"/>
                </a:lnTo>
                <a:lnTo>
                  <a:pt x="4442" y="7380"/>
                </a:lnTo>
                <a:lnTo>
                  <a:pt x="3047" y="6989"/>
                </a:lnTo>
                <a:lnTo>
                  <a:pt x="1664" y="6536"/>
                </a:lnTo>
                <a:lnTo>
                  <a:pt x="242" y="6000"/>
                </a:lnTo>
                <a:lnTo>
                  <a:pt x="75" y="5148"/>
                </a:lnTo>
                <a:lnTo>
                  <a:pt x="0" y="4543"/>
                </a:lnTo>
                <a:lnTo>
                  <a:pt x="0" y="3899"/>
                </a:lnTo>
                <a:lnTo>
                  <a:pt x="57" y="2926"/>
                </a:lnTo>
                <a:lnTo>
                  <a:pt x="99" y="2104"/>
                </a:lnTo>
                <a:lnTo>
                  <a:pt x="138" y="1271"/>
                </a:lnTo>
                <a:lnTo>
                  <a:pt x="189" y="640"/>
                </a:lnTo>
                <a:lnTo>
                  <a:pt x="242" y="0"/>
                </a:lnTo>
                <a:close/>
              </a:path>
            </a:pathLst>
          </a:custGeom>
          <a:solidFill>
            <a:srgbClr val="C6CFD3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6" name="contour_06204"/>
          <p:cNvSpPr/>
          <p:nvPr/>
        </p:nvSpPr>
        <p:spPr>
          <a:xfrm>
            <a:off x="8755964" y="1719966"/>
            <a:ext cx="22600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55" y="0"/>
                </a:lnTo>
                <a:lnTo>
                  <a:pt x="6965" y="0"/>
                </a:lnTo>
                <a:lnTo>
                  <a:pt x="7230" y="478"/>
                </a:lnTo>
                <a:lnTo>
                  <a:pt x="7495" y="963"/>
                </a:lnTo>
                <a:lnTo>
                  <a:pt x="7843" y="1581"/>
                </a:lnTo>
                <a:lnTo>
                  <a:pt x="8198" y="2199"/>
                </a:lnTo>
                <a:lnTo>
                  <a:pt x="8554" y="2816"/>
                </a:lnTo>
                <a:lnTo>
                  <a:pt x="8916" y="3434"/>
                </a:lnTo>
                <a:lnTo>
                  <a:pt x="9285" y="4052"/>
                </a:lnTo>
                <a:lnTo>
                  <a:pt x="9647" y="4669"/>
                </a:lnTo>
                <a:lnTo>
                  <a:pt x="10016" y="5288"/>
                </a:lnTo>
                <a:lnTo>
                  <a:pt x="10288" y="5788"/>
                </a:lnTo>
                <a:lnTo>
                  <a:pt x="10567" y="6292"/>
                </a:lnTo>
                <a:lnTo>
                  <a:pt x="10845" y="6803"/>
                </a:lnTo>
                <a:lnTo>
                  <a:pt x="11138" y="7285"/>
                </a:lnTo>
                <a:lnTo>
                  <a:pt x="11430" y="7771"/>
                </a:lnTo>
                <a:lnTo>
                  <a:pt x="11730" y="8262"/>
                </a:lnTo>
                <a:lnTo>
                  <a:pt x="11841" y="8459"/>
                </a:lnTo>
                <a:lnTo>
                  <a:pt x="12043" y="8807"/>
                </a:lnTo>
                <a:lnTo>
                  <a:pt x="12503" y="9604"/>
                </a:lnTo>
                <a:lnTo>
                  <a:pt x="13388" y="10310"/>
                </a:lnTo>
                <a:lnTo>
                  <a:pt x="14203" y="10766"/>
                </a:lnTo>
                <a:lnTo>
                  <a:pt x="15422" y="11171"/>
                </a:lnTo>
                <a:lnTo>
                  <a:pt x="17511" y="11724"/>
                </a:lnTo>
                <a:lnTo>
                  <a:pt x="19538" y="12336"/>
                </a:lnTo>
                <a:lnTo>
                  <a:pt x="20771" y="12907"/>
                </a:lnTo>
                <a:lnTo>
                  <a:pt x="21391" y="13475"/>
                </a:lnTo>
                <a:lnTo>
                  <a:pt x="21600" y="14075"/>
                </a:lnTo>
                <a:lnTo>
                  <a:pt x="21579" y="14745"/>
                </a:lnTo>
                <a:lnTo>
                  <a:pt x="21544" y="15347"/>
                </a:lnTo>
                <a:lnTo>
                  <a:pt x="21509" y="15957"/>
                </a:lnTo>
                <a:lnTo>
                  <a:pt x="21419" y="16581"/>
                </a:lnTo>
                <a:lnTo>
                  <a:pt x="21328" y="17212"/>
                </a:lnTo>
                <a:lnTo>
                  <a:pt x="21280" y="17846"/>
                </a:lnTo>
                <a:lnTo>
                  <a:pt x="21238" y="18489"/>
                </a:lnTo>
                <a:lnTo>
                  <a:pt x="21182" y="19111"/>
                </a:lnTo>
                <a:lnTo>
                  <a:pt x="21126" y="19733"/>
                </a:lnTo>
                <a:lnTo>
                  <a:pt x="21057" y="20355"/>
                </a:lnTo>
                <a:lnTo>
                  <a:pt x="20980" y="20978"/>
                </a:lnTo>
                <a:lnTo>
                  <a:pt x="20896" y="21600"/>
                </a:lnTo>
                <a:lnTo>
                  <a:pt x="19601" y="21154"/>
                </a:lnTo>
                <a:lnTo>
                  <a:pt x="18284" y="20700"/>
                </a:lnTo>
                <a:lnTo>
                  <a:pt x="16125" y="20254"/>
                </a:lnTo>
                <a:lnTo>
                  <a:pt x="13931" y="19800"/>
                </a:lnTo>
                <a:lnTo>
                  <a:pt x="9327" y="19800"/>
                </a:lnTo>
                <a:lnTo>
                  <a:pt x="4695" y="19800"/>
                </a:lnTo>
                <a:lnTo>
                  <a:pt x="0" y="19800"/>
                </a:lnTo>
                <a:lnTo>
                  <a:pt x="0" y="19167"/>
                </a:lnTo>
                <a:lnTo>
                  <a:pt x="0" y="18536"/>
                </a:lnTo>
                <a:lnTo>
                  <a:pt x="0" y="17903"/>
                </a:lnTo>
                <a:lnTo>
                  <a:pt x="0" y="17270"/>
                </a:lnTo>
                <a:lnTo>
                  <a:pt x="0" y="16637"/>
                </a:lnTo>
                <a:lnTo>
                  <a:pt x="0" y="16005"/>
                </a:lnTo>
                <a:lnTo>
                  <a:pt x="0" y="15371"/>
                </a:lnTo>
                <a:lnTo>
                  <a:pt x="0" y="14738"/>
                </a:lnTo>
                <a:lnTo>
                  <a:pt x="0" y="14104"/>
                </a:lnTo>
                <a:lnTo>
                  <a:pt x="0" y="13470"/>
                </a:lnTo>
                <a:lnTo>
                  <a:pt x="0" y="12836"/>
                </a:lnTo>
                <a:lnTo>
                  <a:pt x="0" y="12200"/>
                </a:lnTo>
                <a:lnTo>
                  <a:pt x="0" y="11565"/>
                </a:lnTo>
                <a:lnTo>
                  <a:pt x="0" y="10930"/>
                </a:lnTo>
                <a:lnTo>
                  <a:pt x="0" y="10292"/>
                </a:lnTo>
                <a:lnTo>
                  <a:pt x="0" y="9655"/>
                </a:lnTo>
                <a:lnTo>
                  <a:pt x="0" y="9018"/>
                </a:lnTo>
                <a:lnTo>
                  <a:pt x="0" y="8379"/>
                </a:lnTo>
                <a:lnTo>
                  <a:pt x="0" y="7740"/>
                </a:lnTo>
                <a:lnTo>
                  <a:pt x="0" y="7100"/>
                </a:lnTo>
                <a:lnTo>
                  <a:pt x="0" y="6459"/>
                </a:lnTo>
                <a:lnTo>
                  <a:pt x="0" y="5819"/>
                </a:lnTo>
                <a:lnTo>
                  <a:pt x="0" y="5176"/>
                </a:lnTo>
                <a:lnTo>
                  <a:pt x="0" y="4532"/>
                </a:lnTo>
                <a:lnTo>
                  <a:pt x="0" y="3888"/>
                </a:lnTo>
                <a:lnTo>
                  <a:pt x="0" y="3243"/>
                </a:lnTo>
                <a:lnTo>
                  <a:pt x="0" y="2596"/>
                </a:lnTo>
                <a:lnTo>
                  <a:pt x="0" y="1949"/>
                </a:lnTo>
                <a:lnTo>
                  <a:pt x="0" y="1300"/>
                </a:lnTo>
                <a:lnTo>
                  <a:pt x="0" y="651"/>
                </a:lnTo>
                <a:lnTo>
                  <a:pt x="0" y="0"/>
                </a:lnTo>
                <a:close/>
              </a:path>
            </a:pathLst>
          </a:custGeom>
          <a:solidFill>
            <a:srgbClr val="B7C7D0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7" name="contour_06205"/>
          <p:cNvSpPr/>
          <p:nvPr/>
        </p:nvSpPr>
        <p:spPr>
          <a:xfrm>
            <a:off x="1897964" y="1792846"/>
            <a:ext cx="10932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88" y="378"/>
                </a:lnTo>
                <a:lnTo>
                  <a:pt x="9206" y="680"/>
                </a:lnTo>
                <a:lnTo>
                  <a:pt x="9863" y="1009"/>
                </a:lnTo>
                <a:lnTo>
                  <a:pt x="10565" y="1467"/>
                </a:lnTo>
                <a:lnTo>
                  <a:pt x="11520" y="2160"/>
                </a:lnTo>
                <a:lnTo>
                  <a:pt x="11163" y="3229"/>
                </a:lnTo>
                <a:lnTo>
                  <a:pt x="10806" y="4305"/>
                </a:lnTo>
                <a:lnTo>
                  <a:pt x="10444" y="5385"/>
                </a:lnTo>
                <a:lnTo>
                  <a:pt x="10080" y="6480"/>
                </a:lnTo>
                <a:lnTo>
                  <a:pt x="11002" y="6258"/>
                </a:lnTo>
                <a:lnTo>
                  <a:pt x="11930" y="6033"/>
                </a:lnTo>
                <a:lnTo>
                  <a:pt x="12871" y="5806"/>
                </a:lnTo>
                <a:lnTo>
                  <a:pt x="14053" y="5808"/>
                </a:lnTo>
                <a:lnTo>
                  <a:pt x="14823" y="5983"/>
                </a:lnTo>
                <a:lnTo>
                  <a:pt x="15840" y="6480"/>
                </a:lnTo>
                <a:lnTo>
                  <a:pt x="16128" y="7845"/>
                </a:lnTo>
                <a:lnTo>
                  <a:pt x="16350" y="9199"/>
                </a:lnTo>
                <a:lnTo>
                  <a:pt x="16520" y="10552"/>
                </a:lnTo>
                <a:lnTo>
                  <a:pt x="16654" y="11917"/>
                </a:lnTo>
                <a:lnTo>
                  <a:pt x="16767" y="13306"/>
                </a:lnTo>
                <a:lnTo>
                  <a:pt x="16875" y="14731"/>
                </a:lnTo>
                <a:lnTo>
                  <a:pt x="17076" y="15997"/>
                </a:lnTo>
                <a:lnTo>
                  <a:pt x="17280" y="17280"/>
                </a:lnTo>
                <a:lnTo>
                  <a:pt x="18395" y="18140"/>
                </a:lnTo>
                <a:lnTo>
                  <a:pt x="19176" y="18682"/>
                </a:lnTo>
                <a:lnTo>
                  <a:pt x="19833" y="19010"/>
                </a:lnTo>
                <a:lnTo>
                  <a:pt x="20572" y="19228"/>
                </a:lnTo>
                <a:lnTo>
                  <a:pt x="21600" y="19440"/>
                </a:lnTo>
                <a:lnTo>
                  <a:pt x="20650" y="19796"/>
                </a:lnTo>
                <a:lnTo>
                  <a:pt x="19698" y="20153"/>
                </a:lnTo>
                <a:lnTo>
                  <a:pt x="18742" y="20511"/>
                </a:lnTo>
                <a:lnTo>
                  <a:pt x="17781" y="20872"/>
                </a:lnTo>
                <a:lnTo>
                  <a:pt x="16815" y="21235"/>
                </a:lnTo>
                <a:lnTo>
                  <a:pt x="15840" y="21600"/>
                </a:lnTo>
                <a:lnTo>
                  <a:pt x="15752" y="20583"/>
                </a:lnTo>
                <a:lnTo>
                  <a:pt x="15664" y="19559"/>
                </a:lnTo>
                <a:lnTo>
                  <a:pt x="15575" y="18520"/>
                </a:lnTo>
                <a:lnTo>
                  <a:pt x="14872" y="16539"/>
                </a:lnTo>
                <a:lnTo>
                  <a:pt x="14363" y="15427"/>
                </a:lnTo>
                <a:lnTo>
                  <a:pt x="13798" y="14777"/>
                </a:lnTo>
                <a:lnTo>
                  <a:pt x="12931" y="14180"/>
                </a:lnTo>
                <a:lnTo>
                  <a:pt x="11965" y="13854"/>
                </a:lnTo>
                <a:lnTo>
                  <a:pt x="10999" y="13556"/>
                </a:lnTo>
                <a:lnTo>
                  <a:pt x="10031" y="13280"/>
                </a:lnTo>
                <a:lnTo>
                  <a:pt x="9062" y="13023"/>
                </a:lnTo>
                <a:lnTo>
                  <a:pt x="8090" y="12781"/>
                </a:lnTo>
                <a:lnTo>
                  <a:pt x="7111" y="12554"/>
                </a:lnTo>
                <a:lnTo>
                  <a:pt x="6430" y="12379"/>
                </a:lnTo>
                <a:lnTo>
                  <a:pt x="5744" y="12200"/>
                </a:lnTo>
                <a:lnTo>
                  <a:pt x="5049" y="12018"/>
                </a:lnTo>
                <a:lnTo>
                  <a:pt x="4041" y="11763"/>
                </a:lnTo>
                <a:lnTo>
                  <a:pt x="3031" y="11513"/>
                </a:lnTo>
                <a:lnTo>
                  <a:pt x="2022" y="11269"/>
                </a:lnTo>
                <a:lnTo>
                  <a:pt x="1011" y="11031"/>
                </a:lnTo>
                <a:lnTo>
                  <a:pt x="0" y="10800"/>
                </a:lnTo>
                <a:lnTo>
                  <a:pt x="658" y="9681"/>
                </a:lnTo>
                <a:lnTo>
                  <a:pt x="1320" y="8569"/>
                </a:lnTo>
                <a:lnTo>
                  <a:pt x="1987" y="7463"/>
                </a:lnTo>
                <a:lnTo>
                  <a:pt x="2657" y="6363"/>
                </a:lnTo>
                <a:lnTo>
                  <a:pt x="3329" y="5266"/>
                </a:lnTo>
                <a:lnTo>
                  <a:pt x="3948" y="4236"/>
                </a:lnTo>
                <a:lnTo>
                  <a:pt x="4572" y="3201"/>
                </a:lnTo>
                <a:lnTo>
                  <a:pt x="5203" y="2151"/>
                </a:lnTo>
                <a:lnTo>
                  <a:pt x="5862" y="1441"/>
                </a:lnTo>
                <a:lnTo>
                  <a:pt x="6528" y="726"/>
                </a:lnTo>
                <a:lnTo>
                  <a:pt x="7200" y="0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8" name="contour_06206"/>
          <p:cNvSpPr/>
          <p:nvPr/>
        </p:nvSpPr>
        <p:spPr>
          <a:xfrm>
            <a:off x="2131180" y="1770982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187" y="224"/>
                </a:lnTo>
                <a:lnTo>
                  <a:pt x="8483" y="445"/>
                </a:lnTo>
                <a:lnTo>
                  <a:pt x="9781" y="670"/>
                </a:lnTo>
                <a:lnTo>
                  <a:pt x="11081" y="891"/>
                </a:lnTo>
                <a:lnTo>
                  <a:pt x="12383" y="1115"/>
                </a:lnTo>
                <a:lnTo>
                  <a:pt x="13687" y="1339"/>
                </a:lnTo>
                <a:lnTo>
                  <a:pt x="14994" y="1563"/>
                </a:lnTo>
                <a:lnTo>
                  <a:pt x="16306" y="1790"/>
                </a:lnTo>
                <a:lnTo>
                  <a:pt x="17622" y="2017"/>
                </a:lnTo>
                <a:lnTo>
                  <a:pt x="18941" y="2244"/>
                </a:lnTo>
                <a:lnTo>
                  <a:pt x="20269" y="2470"/>
                </a:lnTo>
                <a:lnTo>
                  <a:pt x="21600" y="2700"/>
                </a:lnTo>
                <a:lnTo>
                  <a:pt x="20373" y="3437"/>
                </a:lnTo>
                <a:lnTo>
                  <a:pt x="19145" y="4177"/>
                </a:lnTo>
                <a:lnTo>
                  <a:pt x="17918" y="4914"/>
                </a:lnTo>
                <a:lnTo>
                  <a:pt x="16691" y="5654"/>
                </a:lnTo>
                <a:lnTo>
                  <a:pt x="15464" y="6391"/>
                </a:lnTo>
                <a:lnTo>
                  <a:pt x="15038" y="6818"/>
                </a:lnTo>
                <a:lnTo>
                  <a:pt x="13745" y="8100"/>
                </a:lnTo>
                <a:lnTo>
                  <a:pt x="13745" y="9885"/>
                </a:lnTo>
                <a:lnTo>
                  <a:pt x="13745" y="11680"/>
                </a:lnTo>
                <a:lnTo>
                  <a:pt x="13745" y="13500"/>
                </a:lnTo>
                <a:lnTo>
                  <a:pt x="14912" y="12965"/>
                </a:lnTo>
                <a:lnTo>
                  <a:pt x="16082" y="12428"/>
                </a:lnTo>
                <a:lnTo>
                  <a:pt x="17256" y="11891"/>
                </a:lnTo>
                <a:lnTo>
                  <a:pt x="18441" y="11348"/>
                </a:lnTo>
                <a:lnTo>
                  <a:pt x="19636" y="10800"/>
                </a:lnTo>
                <a:lnTo>
                  <a:pt x="19312" y="12582"/>
                </a:lnTo>
                <a:lnTo>
                  <a:pt x="18988" y="14367"/>
                </a:lnTo>
                <a:lnTo>
                  <a:pt x="18662" y="16160"/>
                </a:lnTo>
                <a:lnTo>
                  <a:pt x="18334" y="17960"/>
                </a:lnTo>
                <a:lnTo>
                  <a:pt x="18005" y="19772"/>
                </a:lnTo>
                <a:lnTo>
                  <a:pt x="17673" y="21600"/>
                </a:lnTo>
                <a:lnTo>
                  <a:pt x="17044" y="21408"/>
                </a:lnTo>
                <a:lnTo>
                  <a:pt x="16469" y="21233"/>
                </a:lnTo>
                <a:lnTo>
                  <a:pt x="15903" y="21060"/>
                </a:lnTo>
                <a:lnTo>
                  <a:pt x="15295" y="20874"/>
                </a:lnTo>
                <a:lnTo>
                  <a:pt x="14598" y="20660"/>
                </a:lnTo>
                <a:lnTo>
                  <a:pt x="13761" y="20404"/>
                </a:lnTo>
                <a:lnTo>
                  <a:pt x="12740" y="20093"/>
                </a:lnTo>
                <a:lnTo>
                  <a:pt x="11483" y="19710"/>
                </a:lnTo>
                <a:lnTo>
                  <a:pt x="9946" y="19238"/>
                </a:lnTo>
                <a:lnTo>
                  <a:pt x="8076" y="18668"/>
                </a:lnTo>
                <a:lnTo>
                  <a:pt x="5828" y="17979"/>
                </a:lnTo>
                <a:lnTo>
                  <a:pt x="3152" y="17164"/>
                </a:lnTo>
                <a:lnTo>
                  <a:pt x="0" y="16200"/>
                </a:lnTo>
                <a:lnTo>
                  <a:pt x="972" y="15530"/>
                </a:lnTo>
                <a:lnTo>
                  <a:pt x="1950" y="14861"/>
                </a:lnTo>
                <a:lnTo>
                  <a:pt x="2932" y="14183"/>
                </a:lnTo>
                <a:lnTo>
                  <a:pt x="3927" y="13500"/>
                </a:lnTo>
                <a:lnTo>
                  <a:pt x="4404" y="11583"/>
                </a:lnTo>
                <a:lnTo>
                  <a:pt x="4691" y="10222"/>
                </a:lnTo>
                <a:lnTo>
                  <a:pt x="4903" y="8772"/>
                </a:lnTo>
                <a:lnTo>
                  <a:pt x="5155" y="6583"/>
                </a:lnTo>
                <a:lnTo>
                  <a:pt x="5337" y="4952"/>
                </a:lnTo>
                <a:lnTo>
                  <a:pt x="5520" y="3316"/>
                </a:lnTo>
                <a:lnTo>
                  <a:pt x="5704" y="1666"/>
                </a:lnTo>
                <a:lnTo>
                  <a:pt x="5891" y="0"/>
                </a:lnTo>
                <a:close/>
              </a:path>
            </a:pathLst>
          </a:custGeom>
          <a:solidFill>
            <a:srgbClr val="6C6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6209" name="contour_06207"/>
          <p:cNvSpPr/>
          <p:nvPr/>
        </p:nvSpPr>
        <p:spPr>
          <a:xfrm>
            <a:off x="4397746" y="1727254"/>
            <a:ext cx="88768" cy="5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87" y="0"/>
                </a:moveTo>
                <a:lnTo>
                  <a:pt x="15262" y="630"/>
                </a:lnTo>
                <a:lnTo>
                  <a:pt x="16315" y="1282"/>
                </a:lnTo>
                <a:lnTo>
                  <a:pt x="17349" y="1971"/>
                </a:lnTo>
                <a:lnTo>
                  <a:pt x="18362" y="2708"/>
                </a:lnTo>
                <a:lnTo>
                  <a:pt x="19355" y="3516"/>
                </a:lnTo>
                <a:lnTo>
                  <a:pt x="20328" y="4402"/>
                </a:lnTo>
                <a:lnTo>
                  <a:pt x="21281" y="5385"/>
                </a:lnTo>
                <a:lnTo>
                  <a:pt x="21494" y="7549"/>
                </a:lnTo>
                <a:lnTo>
                  <a:pt x="21600" y="9051"/>
                </a:lnTo>
                <a:lnTo>
                  <a:pt x="21600" y="10279"/>
                </a:lnTo>
                <a:lnTo>
                  <a:pt x="21494" y="11620"/>
                </a:lnTo>
                <a:lnTo>
                  <a:pt x="21281" y="13461"/>
                </a:lnTo>
                <a:lnTo>
                  <a:pt x="20110" y="13017"/>
                </a:lnTo>
                <a:lnTo>
                  <a:pt x="18938" y="12573"/>
                </a:lnTo>
                <a:lnTo>
                  <a:pt x="17761" y="12126"/>
                </a:lnTo>
                <a:lnTo>
                  <a:pt x="16578" y="11676"/>
                </a:lnTo>
                <a:lnTo>
                  <a:pt x="15388" y="11224"/>
                </a:lnTo>
                <a:lnTo>
                  <a:pt x="14187" y="10769"/>
                </a:lnTo>
                <a:lnTo>
                  <a:pt x="14077" y="12048"/>
                </a:lnTo>
                <a:lnTo>
                  <a:pt x="13966" y="13335"/>
                </a:lnTo>
                <a:lnTo>
                  <a:pt x="13854" y="14641"/>
                </a:lnTo>
                <a:lnTo>
                  <a:pt x="12990" y="17093"/>
                </a:lnTo>
                <a:lnTo>
                  <a:pt x="12348" y="18499"/>
                </a:lnTo>
                <a:lnTo>
                  <a:pt x="11607" y="19379"/>
                </a:lnTo>
                <a:lnTo>
                  <a:pt x="10447" y="20265"/>
                </a:lnTo>
                <a:lnTo>
                  <a:pt x="9268" y="20712"/>
                </a:lnTo>
                <a:lnTo>
                  <a:pt x="8136" y="21083"/>
                </a:lnTo>
                <a:lnTo>
                  <a:pt x="7026" y="21360"/>
                </a:lnTo>
                <a:lnTo>
                  <a:pt x="5911" y="21538"/>
                </a:lnTo>
                <a:lnTo>
                  <a:pt x="4760" y="21600"/>
                </a:lnTo>
                <a:lnTo>
                  <a:pt x="3547" y="21538"/>
                </a:lnTo>
                <a:lnTo>
                  <a:pt x="2561" y="19888"/>
                </a:lnTo>
                <a:lnTo>
                  <a:pt x="1864" y="18657"/>
                </a:lnTo>
                <a:lnTo>
                  <a:pt x="1358" y="17626"/>
                </a:lnTo>
                <a:lnTo>
                  <a:pt x="945" y="16563"/>
                </a:lnTo>
                <a:lnTo>
                  <a:pt x="525" y="15252"/>
                </a:lnTo>
                <a:lnTo>
                  <a:pt x="0" y="13461"/>
                </a:lnTo>
                <a:lnTo>
                  <a:pt x="1172" y="13461"/>
                </a:lnTo>
                <a:lnTo>
                  <a:pt x="2352" y="13461"/>
                </a:lnTo>
                <a:lnTo>
                  <a:pt x="3547" y="13461"/>
                </a:lnTo>
                <a:lnTo>
                  <a:pt x="3547" y="11682"/>
                </a:lnTo>
                <a:lnTo>
                  <a:pt x="3547" y="9891"/>
                </a:lnTo>
                <a:lnTo>
                  <a:pt x="3547" y="8077"/>
                </a:lnTo>
                <a:lnTo>
                  <a:pt x="4717" y="8077"/>
                </a:lnTo>
                <a:lnTo>
                  <a:pt x="5889" y="8077"/>
                </a:lnTo>
                <a:lnTo>
                  <a:pt x="7062" y="8077"/>
                </a:lnTo>
                <a:lnTo>
                  <a:pt x="8237" y="8077"/>
                </a:lnTo>
                <a:lnTo>
                  <a:pt x="9417" y="8077"/>
                </a:lnTo>
                <a:lnTo>
                  <a:pt x="10601" y="8077"/>
                </a:lnTo>
                <a:lnTo>
                  <a:pt x="11790" y="8077"/>
                </a:lnTo>
                <a:lnTo>
                  <a:pt x="12985" y="8077"/>
                </a:lnTo>
                <a:lnTo>
                  <a:pt x="14187" y="8077"/>
                </a:lnTo>
                <a:lnTo>
                  <a:pt x="14187" y="6478"/>
                </a:lnTo>
                <a:lnTo>
                  <a:pt x="14187" y="4873"/>
                </a:lnTo>
                <a:lnTo>
                  <a:pt x="14187" y="3263"/>
                </a:lnTo>
                <a:lnTo>
                  <a:pt x="14187" y="1640"/>
                </a:lnTo>
                <a:lnTo>
                  <a:pt x="14187" y="0"/>
                </a:lnTo>
                <a:close/>
              </a:path>
            </a:pathLst>
          </a:custGeom>
          <a:solidFill>
            <a:srgbClr val="D2E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0" name="contour_06208"/>
          <p:cNvSpPr/>
          <p:nvPr/>
        </p:nvSpPr>
        <p:spPr>
          <a:xfrm>
            <a:off x="1220181" y="1697118"/>
            <a:ext cx="67013" cy="592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95" y="358"/>
                </a:moveTo>
                <a:lnTo>
                  <a:pt x="15983" y="119"/>
                </a:lnTo>
                <a:lnTo>
                  <a:pt x="17294" y="0"/>
                </a:lnTo>
                <a:lnTo>
                  <a:pt x="18365" y="0"/>
                </a:lnTo>
                <a:lnTo>
                  <a:pt x="19535" y="119"/>
                </a:lnTo>
                <a:lnTo>
                  <a:pt x="21142" y="358"/>
                </a:lnTo>
                <a:lnTo>
                  <a:pt x="21231" y="1933"/>
                </a:lnTo>
                <a:lnTo>
                  <a:pt x="21309" y="3510"/>
                </a:lnTo>
                <a:lnTo>
                  <a:pt x="21377" y="5087"/>
                </a:lnTo>
                <a:lnTo>
                  <a:pt x="21436" y="6665"/>
                </a:lnTo>
                <a:lnTo>
                  <a:pt x="21518" y="8425"/>
                </a:lnTo>
                <a:lnTo>
                  <a:pt x="21600" y="10212"/>
                </a:lnTo>
                <a:lnTo>
                  <a:pt x="21306" y="12238"/>
                </a:lnTo>
                <a:lnTo>
                  <a:pt x="20970" y="13581"/>
                </a:lnTo>
                <a:lnTo>
                  <a:pt x="20376" y="14840"/>
                </a:lnTo>
                <a:lnTo>
                  <a:pt x="19307" y="16622"/>
                </a:lnTo>
                <a:lnTo>
                  <a:pt x="17924" y="17646"/>
                </a:lnTo>
                <a:lnTo>
                  <a:pt x="16585" y="18454"/>
                </a:lnTo>
                <a:lnTo>
                  <a:pt x="15260" y="19075"/>
                </a:lnTo>
                <a:lnTo>
                  <a:pt x="13925" y="19545"/>
                </a:lnTo>
                <a:lnTo>
                  <a:pt x="12551" y="19898"/>
                </a:lnTo>
                <a:lnTo>
                  <a:pt x="11111" y="20169"/>
                </a:lnTo>
                <a:lnTo>
                  <a:pt x="9580" y="20392"/>
                </a:lnTo>
                <a:lnTo>
                  <a:pt x="7928" y="20604"/>
                </a:lnTo>
                <a:lnTo>
                  <a:pt x="6444" y="20803"/>
                </a:lnTo>
                <a:lnTo>
                  <a:pt x="4947" y="21005"/>
                </a:lnTo>
                <a:lnTo>
                  <a:pt x="3432" y="21207"/>
                </a:lnTo>
                <a:lnTo>
                  <a:pt x="2297" y="21337"/>
                </a:lnTo>
                <a:lnTo>
                  <a:pt x="1158" y="21467"/>
                </a:lnTo>
                <a:lnTo>
                  <a:pt x="0" y="21600"/>
                </a:lnTo>
                <a:lnTo>
                  <a:pt x="439" y="18544"/>
                </a:lnTo>
                <a:lnTo>
                  <a:pt x="773" y="16396"/>
                </a:lnTo>
                <a:lnTo>
                  <a:pt x="1064" y="14861"/>
                </a:lnTo>
                <a:lnTo>
                  <a:pt x="1381" y="13642"/>
                </a:lnTo>
                <a:lnTo>
                  <a:pt x="1788" y="12448"/>
                </a:lnTo>
                <a:lnTo>
                  <a:pt x="2349" y="10979"/>
                </a:lnTo>
                <a:lnTo>
                  <a:pt x="4026" y="10241"/>
                </a:lnTo>
                <a:lnTo>
                  <a:pt x="5231" y="9734"/>
                </a:lnTo>
                <a:lnTo>
                  <a:pt x="6303" y="9330"/>
                </a:lnTo>
                <a:lnTo>
                  <a:pt x="7578" y="8903"/>
                </a:lnTo>
                <a:lnTo>
                  <a:pt x="9396" y="8324"/>
                </a:lnTo>
                <a:lnTo>
                  <a:pt x="10172" y="6954"/>
                </a:lnTo>
                <a:lnTo>
                  <a:pt x="10954" y="5573"/>
                </a:lnTo>
                <a:lnTo>
                  <a:pt x="11746" y="4177"/>
                </a:lnTo>
                <a:lnTo>
                  <a:pt x="12521" y="2915"/>
                </a:lnTo>
                <a:lnTo>
                  <a:pt x="13303" y="1646"/>
                </a:lnTo>
                <a:lnTo>
                  <a:pt x="14095" y="358"/>
                </a:lnTo>
                <a:close/>
              </a:path>
            </a:pathLst>
          </a:custGeom>
          <a:solidFill>
            <a:srgbClr val="868785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1" name="contour_06209"/>
          <p:cNvSpPr/>
          <p:nvPr/>
        </p:nvSpPr>
        <p:spPr>
          <a:xfrm>
            <a:off x="3945890" y="1673964"/>
            <a:ext cx="58304" cy="67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0"/>
                </a:moveTo>
                <a:lnTo>
                  <a:pt x="18436" y="239"/>
                </a:lnTo>
                <a:lnTo>
                  <a:pt x="20007" y="478"/>
                </a:lnTo>
                <a:lnTo>
                  <a:pt x="21600" y="724"/>
                </a:lnTo>
                <a:lnTo>
                  <a:pt x="21300" y="2501"/>
                </a:lnTo>
                <a:lnTo>
                  <a:pt x="20879" y="4168"/>
                </a:lnTo>
                <a:lnTo>
                  <a:pt x="20344" y="5736"/>
                </a:lnTo>
                <a:lnTo>
                  <a:pt x="19696" y="7216"/>
                </a:lnTo>
                <a:lnTo>
                  <a:pt x="18946" y="8615"/>
                </a:lnTo>
                <a:lnTo>
                  <a:pt x="18098" y="9944"/>
                </a:lnTo>
                <a:lnTo>
                  <a:pt x="17156" y="11215"/>
                </a:lnTo>
                <a:lnTo>
                  <a:pt x="16124" y="12435"/>
                </a:lnTo>
                <a:lnTo>
                  <a:pt x="15015" y="13616"/>
                </a:lnTo>
                <a:lnTo>
                  <a:pt x="13824" y="14766"/>
                </a:lnTo>
                <a:lnTo>
                  <a:pt x="12566" y="15896"/>
                </a:lnTo>
                <a:lnTo>
                  <a:pt x="11240" y="17016"/>
                </a:lnTo>
                <a:lnTo>
                  <a:pt x="9858" y="18137"/>
                </a:lnTo>
                <a:lnTo>
                  <a:pt x="8419" y="19269"/>
                </a:lnTo>
                <a:lnTo>
                  <a:pt x="6931" y="20419"/>
                </a:lnTo>
                <a:lnTo>
                  <a:pt x="5400" y="21600"/>
                </a:lnTo>
                <a:lnTo>
                  <a:pt x="4244" y="20357"/>
                </a:lnTo>
                <a:lnTo>
                  <a:pt x="3213" y="19139"/>
                </a:lnTo>
                <a:lnTo>
                  <a:pt x="2306" y="17910"/>
                </a:lnTo>
                <a:lnTo>
                  <a:pt x="1528" y="16645"/>
                </a:lnTo>
                <a:lnTo>
                  <a:pt x="883" y="15312"/>
                </a:lnTo>
                <a:lnTo>
                  <a:pt x="373" y="13880"/>
                </a:lnTo>
                <a:lnTo>
                  <a:pt x="0" y="12322"/>
                </a:lnTo>
                <a:lnTo>
                  <a:pt x="853" y="10761"/>
                </a:lnTo>
                <a:lnTo>
                  <a:pt x="1787" y="9230"/>
                </a:lnTo>
                <a:lnTo>
                  <a:pt x="2805" y="7747"/>
                </a:lnTo>
                <a:lnTo>
                  <a:pt x="3918" y="6335"/>
                </a:lnTo>
                <a:lnTo>
                  <a:pt x="5127" y="5013"/>
                </a:lnTo>
                <a:lnTo>
                  <a:pt x="6439" y="3802"/>
                </a:lnTo>
                <a:lnTo>
                  <a:pt x="7865" y="2719"/>
                </a:lnTo>
                <a:lnTo>
                  <a:pt x="9410" y="1791"/>
                </a:lnTo>
                <a:lnTo>
                  <a:pt x="11073" y="1032"/>
                </a:lnTo>
                <a:lnTo>
                  <a:pt x="12868" y="469"/>
                </a:lnTo>
                <a:lnTo>
                  <a:pt x="14801" y="116"/>
                </a:lnTo>
                <a:lnTo>
                  <a:pt x="16875" y="0"/>
                </a:lnTo>
                <a:close/>
              </a:path>
            </a:pathLst>
          </a:custGeom>
          <a:solidFill>
            <a:srgbClr val="D8E0E7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2" name="contour_06210"/>
          <p:cNvSpPr/>
          <p:nvPr/>
        </p:nvSpPr>
        <p:spPr>
          <a:xfrm>
            <a:off x="1533565" y="1661662"/>
            <a:ext cx="10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566" y="1429"/>
                </a:lnTo>
                <a:lnTo>
                  <a:pt x="9877" y="2882"/>
                </a:lnTo>
                <a:lnTo>
                  <a:pt x="10450" y="4814"/>
                </a:lnTo>
                <a:lnTo>
                  <a:pt x="10999" y="5989"/>
                </a:lnTo>
                <a:lnTo>
                  <a:pt x="11846" y="6900"/>
                </a:lnTo>
                <a:lnTo>
                  <a:pt x="13313" y="8017"/>
                </a:lnTo>
                <a:lnTo>
                  <a:pt x="14299" y="8489"/>
                </a:lnTo>
                <a:lnTo>
                  <a:pt x="15291" y="8964"/>
                </a:lnTo>
                <a:lnTo>
                  <a:pt x="16296" y="9448"/>
                </a:lnTo>
                <a:lnTo>
                  <a:pt x="17363" y="9979"/>
                </a:lnTo>
                <a:lnTo>
                  <a:pt x="18428" y="10528"/>
                </a:lnTo>
                <a:lnTo>
                  <a:pt x="19489" y="11105"/>
                </a:lnTo>
                <a:lnTo>
                  <a:pt x="20548" y="11707"/>
                </a:lnTo>
                <a:lnTo>
                  <a:pt x="21600" y="12343"/>
                </a:lnTo>
                <a:lnTo>
                  <a:pt x="21600" y="13873"/>
                </a:lnTo>
                <a:lnTo>
                  <a:pt x="21600" y="15429"/>
                </a:lnTo>
                <a:lnTo>
                  <a:pt x="20614" y="15358"/>
                </a:lnTo>
                <a:lnTo>
                  <a:pt x="19622" y="15287"/>
                </a:lnTo>
                <a:lnTo>
                  <a:pt x="18616" y="15213"/>
                </a:lnTo>
                <a:lnTo>
                  <a:pt x="17650" y="15169"/>
                </a:lnTo>
                <a:lnTo>
                  <a:pt x="16684" y="15126"/>
                </a:lnTo>
                <a:lnTo>
                  <a:pt x="15719" y="15086"/>
                </a:lnTo>
                <a:lnTo>
                  <a:pt x="14753" y="15043"/>
                </a:lnTo>
                <a:lnTo>
                  <a:pt x="13778" y="14966"/>
                </a:lnTo>
                <a:lnTo>
                  <a:pt x="12786" y="14885"/>
                </a:lnTo>
                <a:lnTo>
                  <a:pt x="11851" y="14858"/>
                </a:lnTo>
                <a:lnTo>
                  <a:pt x="10902" y="14827"/>
                </a:lnTo>
                <a:lnTo>
                  <a:pt x="10039" y="14777"/>
                </a:lnTo>
                <a:lnTo>
                  <a:pt x="9165" y="14728"/>
                </a:lnTo>
                <a:lnTo>
                  <a:pt x="8444" y="15077"/>
                </a:lnTo>
                <a:lnTo>
                  <a:pt x="7714" y="15429"/>
                </a:lnTo>
                <a:lnTo>
                  <a:pt x="7197" y="17286"/>
                </a:lnTo>
                <a:lnTo>
                  <a:pt x="6864" y="18548"/>
                </a:lnTo>
                <a:lnTo>
                  <a:pt x="6571" y="19792"/>
                </a:lnTo>
                <a:lnTo>
                  <a:pt x="6171" y="21600"/>
                </a:lnTo>
                <a:lnTo>
                  <a:pt x="5053" y="21511"/>
                </a:lnTo>
                <a:lnTo>
                  <a:pt x="4227" y="21211"/>
                </a:lnTo>
                <a:lnTo>
                  <a:pt x="2990" y="20443"/>
                </a:lnTo>
                <a:lnTo>
                  <a:pt x="2149" y="19928"/>
                </a:lnTo>
                <a:lnTo>
                  <a:pt x="1296" y="19406"/>
                </a:lnTo>
                <a:lnTo>
                  <a:pt x="653" y="18965"/>
                </a:lnTo>
                <a:lnTo>
                  <a:pt x="0" y="18514"/>
                </a:lnTo>
                <a:lnTo>
                  <a:pt x="111" y="16530"/>
                </a:lnTo>
                <a:lnTo>
                  <a:pt x="236" y="14571"/>
                </a:lnTo>
                <a:lnTo>
                  <a:pt x="378" y="12630"/>
                </a:lnTo>
                <a:lnTo>
                  <a:pt x="545" y="10704"/>
                </a:lnTo>
                <a:lnTo>
                  <a:pt x="739" y="8788"/>
                </a:lnTo>
                <a:lnTo>
                  <a:pt x="967" y="6884"/>
                </a:lnTo>
                <a:lnTo>
                  <a:pt x="1233" y="4983"/>
                </a:lnTo>
                <a:lnTo>
                  <a:pt x="1543" y="3086"/>
                </a:lnTo>
                <a:lnTo>
                  <a:pt x="2544" y="2046"/>
                </a:lnTo>
                <a:lnTo>
                  <a:pt x="3475" y="1271"/>
                </a:lnTo>
                <a:lnTo>
                  <a:pt x="4363" y="722"/>
                </a:lnTo>
                <a:lnTo>
                  <a:pt x="5243" y="358"/>
                </a:lnTo>
                <a:lnTo>
                  <a:pt x="6141" y="145"/>
                </a:lnTo>
                <a:lnTo>
                  <a:pt x="7089" y="37"/>
                </a:lnTo>
                <a:lnTo>
                  <a:pt x="8119" y="3"/>
                </a:lnTo>
                <a:lnTo>
                  <a:pt x="9257" y="0"/>
                </a:lnTo>
                <a:close/>
              </a:path>
            </a:pathLst>
          </a:custGeom>
          <a:solidFill>
            <a:srgbClr val="4D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3" name="contour_06211"/>
          <p:cNvSpPr/>
          <p:nvPr/>
        </p:nvSpPr>
        <p:spPr>
          <a:xfrm>
            <a:off x="2320668" y="1646372"/>
            <a:ext cx="102032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8"/>
                </a:moveTo>
                <a:lnTo>
                  <a:pt x="940" y="240"/>
                </a:lnTo>
                <a:lnTo>
                  <a:pt x="1881" y="192"/>
                </a:lnTo>
                <a:lnTo>
                  <a:pt x="2820" y="149"/>
                </a:lnTo>
                <a:lnTo>
                  <a:pt x="3761" y="110"/>
                </a:lnTo>
                <a:lnTo>
                  <a:pt x="4811" y="55"/>
                </a:lnTo>
                <a:lnTo>
                  <a:pt x="5877" y="0"/>
                </a:lnTo>
                <a:lnTo>
                  <a:pt x="6963" y="219"/>
                </a:lnTo>
                <a:lnTo>
                  <a:pt x="7677" y="642"/>
                </a:lnTo>
                <a:lnTo>
                  <a:pt x="8336" y="1576"/>
                </a:lnTo>
                <a:lnTo>
                  <a:pt x="9257" y="3341"/>
                </a:lnTo>
                <a:lnTo>
                  <a:pt x="10305" y="3685"/>
                </a:lnTo>
                <a:lnTo>
                  <a:pt x="11346" y="4002"/>
                </a:lnTo>
                <a:lnTo>
                  <a:pt x="12386" y="4297"/>
                </a:lnTo>
                <a:lnTo>
                  <a:pt x="13426" y="4571"/>
                </a:lnTo>
                <a:lnTo>
                  <a:pt x="14472" y="4823"/>
                </a:lnTo>
                <a:lnTo>
                  <a:pt x="15524" y="5052"/>
                </a:lnTo>
                <a:lnTo>
                  <a:pt x="15964" y="5152"/>
                </a:lnTo>
                <a:lnTo>
                  <a:pt x="17288" y="5450"/>
                </a:lnTo>
                <a:lnTo>
                  <a:pt x="18365" y="5691"/>
                </a:lnTo>
                <a:lnTo>
                  <a:pt x="19443" y="5925"/>
                </a:lnTo>
                <a:lnTo>
                  <a:pt x="20522" y="6156"/>
                </a:lnTo>
                <a:lnTo>
                  <a:pt x="21600" y="6384"/>
                </a:lnTo>
                <a:lnTo>
                  <a:pt x="21466" y="8289"/>
                </a:lnTo>
                <a:lnTo>
                  <a:pt x="21322" y="10191"/>
                </a:lnTo>
                <a:lnTo>
                  <a:pt x="21174" y="12093"/>
                </a:lnTo>
                <a:lnTo>
                  <a:pt x="21021" y="13992"/>
                </a:lnTo>
                <a:lnTo>
                  <a:pt x="20859" y="16116"/>
                </a:lnTo>
                <a:lnTo>
                  <a:pt x="20696" y="18271"/>
                </a:lnTo>
                <a:lnTo>
                  <a:pt x="20380" y="19923"/>
                </a:lnTo>
                <a:lnTo>
                  <a:pt x="20057" y="21600"/>
                </a:lnTo>
                <a:lnTo>
                  <a:pt x="19037" y="21600"/>
                </a:lnTo>
                <a:lnTo>
                  <a:pt x="18011" y="21600"/>
                </a:lnTo>
                <a:lnTo>
                  <a:pt x="16971" y="21600"/>
                </a:lnTo>
                <a:lnTo>
                  <a:pt x="16971" y="19589"/>
                </a:lnTo>
                <a:lnTo>
                  <a:pt x="16971" y="17565"/>
                </a:lnTo>
                <a:lnTo>
                  <a:pt x="16971" y="15514"/>
                </a:lnTo>
                <a:lnTo>
                  <a:pt x="16161" y="15675"/>
                </a:lnTo>
                <a:lnTo>
                  <a:pt x="15338" y="15833"/>
                </a:lnTo>
                <a:lnTo>
                  <a:pt x="14301" y="15946"/>
                </a:lnTo>
                <a:lnTo>
                  <a:pt x="13289" y="16019"/>
                </a:lnTo>
                <a:lnTo>
                  <a:pt x="12289" y="16031"/>
                </a:lnTo>
                <a:lnTo>
                  <a:pt x="11291" y="15967"/>
                </a:lnTo>
                <a:lnTo>
                  <a:pt x="10285" y="15800"/>
                </a:lnTo>
                <a:lnTo>
                  <a:pt x="9257" y="15514"/>
                </a:lnTo>
                <a:lnTo>
                  <a:pt x="9121" y="14710"/>
                </a:lnTo>
                <a:lnTo>
                  <a:pt x="8973" y="13834"/>
                </a:lnTo>
                <a:lnTo>
                  <a:pt x="8739" y="12446"/>
                </a:lnTo>
                <a:lnTo>
                  <a:pt x="8344" y="10109"/>
                </a:lnTo>
                <a:lnTo>
                  <a:pt x="7714" y="6384"/>
                </a:lnTo>
                <a:lnTo>
                  <a:pt x="6605" y="6080"/>
                </a:lnTo>
                <a:lnTo>
                  <a:pt x="5505" y="5910"/>
                </a:lnTo>
                <a:lnTo>
                  <a:pt x="4409" y="5852"/>
                </a:lnTo>
                <a:lnTo>
                  <a:pt x="3316" y="5891"/>
                </a:lnTo>
                <a:lnTo>
                  <a:pt x="2219" y="6007"/>
                </a:lnTo>
                <a:lnTo>
                  <a:pt x="1114" y="6178"/>
                </a:lnTo>
                <a:lnTo>
                  <a:pt x="0" y="6384"/>
                </a:lnTo>
                <a:lnTo>
                  <a:pt x="0" y="4373"/>
                </a:lnTo>
                <a:lnTo>
                  <a:pt x="0" y="2349"/>
                </a:lnTo>
                <a:lnTo>
                  <a:pt x="0" y="298"/>
                </a:lnTo>
                <a:close/>
              </a:path>
            </a:pathLst>
          </a:custGeom>
          <a:solidFill>
            <a:srgbClr val="F9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4" name="contour_06212"/>
          <p:cNvSpPr/>
          <p:nvPr/>
        </p:nvSpPr>
        <p:spPr>
          <a:xfrm>
            <a:off x="914086" y="1594474"/>
            <a:ext cx="72880" cy="59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576"/>
                </a:moveTo>
                <a:lnTo>
                  <a:pt x="20300" y="2373"/>
                </a:lnTo>
                <a:lnTo>
                  <a:pt x="20842" y="3682"/>
                </a:lnTo>
                <a:lnTo>
                  <a:pt x="21170" y="4880"/>
                </a:lnTo>
                <a:lnTo>
                  <a:pt x="21388" y="6347"/>
                </a:lnTo>
                <a:lnTo>
                  <a:pt x="21600" y="8460"/>
                </a:lnTo>
                <a:lnTo>
                  <a:pt x="20622" y="10299"/>
                </a:lnTo>
                <a:lnTo>
                  <a:pt x="19846" y="11458"/>
                </a:lnTo>
                <a:lnTo>
                  <a:pt x="18865" y="12433"/>
                </a:lnTo>
                <a:lnTo>
                  <a:pt x="17280" y="13716"/>
                </a:lnTo>
                <a:lnTo>
                  <a:pt x="15543" y="13874"/>
                </a:lnTo>
                <a:lnTo>
                  <a:pt x="14338" y="13952"/>
                </a:lnTo>
                <a:lnTo>
                  <a:pt x="13353" y="13952"/>
                </a:lnTo>
                <a:lnTo>
                  <a:pt x="12277" y="13874"/>
                </a:lnTo>
                <a:lnTo>
                  <a:pt x="10800" y="13716"/>
                </a:lnTo>
                <a:lnTo>
                  <a:pt x="10800" y="15277"/>
                </a:lnTo>
                <a:lnTo>
                  <a:pt x="10800" y="16843"/>
                </a:lnTo>
                <a:lnTo>
                  <a:pt x="10800" y="18415"/>
                </a:lnTo>
                <a:lnTo>
                  <a:pt x="10800" y="20000"/>
                </a:lnTo>
                <a:lnTo>
                  <a:pt x="10800" y="21600"/>
                </a:lnTo>
                <a:lnTo>
                  <a:pt x="9463" y="21274"/>
                </a:lnTo>
                <a:lnTo>
                  <a:pt x="8126" y="20948"/>
                </a:lnTo>
                <a:lnTo>
                  <a:pt x="6785" y="20622"/>
                </a:lnTo>
                <a:lnTo>
                  <a:pt x="5441" y="20296"/>
                </a:lnTo>
                <a:lnTo>
                  <a:pt x="4091" y="19968"/>
                </a:lnTo>
                <a:lnTo>
                  <a:pt x="2735" y="19637"/>
                </a:lnTo>
                <a:lnTo>
                  <a:pt x="1372" y="19306"/>
                </a:lnTo>
                <a:lnTo>
                  <a:pt x="0" y="18972"/>
                </a:lnTo>
                <a:lnTo>
                  <a:pt x="635" y="17182"/>
                </a:lnTo>
                <a:lnTo>
                  <a:pt x="1348" y="15350"/>
                </a:lnTo>
                <a:lnTo>
                  <a:pt x="2134" y="13500"/>
                </a:lnTo>
                <a:lnTo>
                  <a:pt x="3000" y="11663"/>
                </a:lnTo>
                <a:lnTo>
                  <a:pt x="3940" y="9863"/>
                </a:lnTo>
                <a:lnTo>
                  <a:pt x="4959" y="8131"/>
                </a:lnTo>
                <a:lnTo>
                  <a:pt x="6054" y="6494"/>
                </a:lnTo>
                <a:lnTo>
                  <a:pt x="7227" y="4978"/>
                </a:lnTo>
                <a:lnTo>
                  <a:pt x="8478" y="3611"/>
                </a:lnTo>
                <a:lnTo>
                  <a:pt x="9809" y="2423"/>
                </a:lnTo>
                <a:lnTo>
                  <a:pt x="11215" y="1440"/>
                </a:lnTo>
                <a:lnTo>
                  <a:pt x="12703" y="689"/>
                </a:lnTo>
                <a:lnTo>
                  <a:pt x="14267" y="200"/>
                </a:lnTo>
                <a:lnTo>
                  <a:pt x="15913" y="0"/>
                </a:lnTo>
                <a:lnTo>
                  <a:pt x="17636" y="116"/>
                </a:lnTo>
                <a:lnTo>
                  <a:pt x="19440" y="576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5" name="contour_06213"/>
          <p:cNvSpPr/>
          <p:nvPr/>
        </p:nvSpPr>
        <p:spPr>
          <a:xfrm>
            <a:off x="1322213" y="1559630"/>
            <a:ext cx="94744" cy="58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467" y="0"/>
                </a:lnTo>
                <a:lnTo>
                  <a:pt x="15643" y="0"/>
                </a:lnTo>
                <a:lnTo>
                  <a:pt x="16823" y="0"/>
                </a:lnTo>
                <a:lnTo>
                  <a:pt x="18008" y="0"/>
                </a:lnTo>
                <a:lnTo>
                  <a:pt x="19197" y="0"/>
                </a:lnTo>
                <a:lnTo>
                  <a:pt x="20394" y="0"/>
                </a:lnTo>
                <a:lnTo>
                  <a:pt x="21600" y="0"/>
                </a:lnTo>
                <a:lnTo>
                  <a:pt x="21372" y="689"/>
                </a:lnTo>
                <a:lnTo>
                  <a:pt x="21123" y="1439"/>
                </a:lnTo>
                <a:lnTo>
                  <a:pt x="20728" y="2627"/>
                </a:lnTo>
                <a:lnTo>
                  <a:pt x="20063" y="4630"/>
                </a:lnTo>
                <a:lnTo>
                  <a:pt x="19005" y="7823"/>
                </a:lnTo>
                <a:lnTo>
                  <a:pt x="18649" y="9259"/>
                </a:lnTo>
                <a:lnTo>
                  <a:pt x="18435" y="10405"/>
                </a:lnTo>
                <a:lnTo>
                  <a:pt x="18323" y="11652"/>
                </a:lnTo>
                <a:lnTo>
                  <a:pt x="18284" y="13390"/>
                </a:lnTo>
                <a:lnTo>
                  <a:pt x="18277" y="16020"/>
                </a:lnTo>
                <a:lnTo>
                  <a:pt x="17212" y="16920"/>
                </a:lnTo>
                <a:lnTo>
                  <a:pt x="16132" y="17731"/>
                </a:lnTo>
                <a:lnTo>
                  <a:pt x="15037" y="18457"/>
                </a:lnTo>
                <a:lnTo>
                  <a:pt x="13932" y="19098"/>
                </a:lnTo>
                <a:lnTo>
                  <a:pt x="12814" y="19659"/>
                </a:lnTo>
                <a:lnTo>
                  <a:pt x="11686" y="20142"/>
                </a:lnTo>
                <a:lnTo>
                  <a:pt x="10546" y="20551"/>
                </a:lnTo>
                <a:lnTo>
                  <a:pt x="9399" y="20887"/>
                </a:lnTo>
                <a:lnTo>
                  <a:pt x="8243" y="21157"/>
                </a:lnTo>
                <a:lnTo>
                  <a:pt x="7080" y="21357"/>
                </a:lnTo>
                <a:lnTo>
                  <a:pt x="5912" y="21499"/>
                </a:lnTo>
                <a:lnTo>
                  <a:pt x="4737" y="21579"/>
                </a:lnTo>
                <a:lnTo>
                  <a:pt x="3557" y="21600"/>
                </a:lnTo>
                <a:lnTo>
                  <a:pt x="2374" y="21571"/>
                </a:lnTo>
                <a:lnTo>
                  <a:pt x="1188" y="21488"/>
                </a:lnTo>
                <a:lnTo>
                  <a:pt x="0" y="21360"/>
                </a:lnTo>
                <a:lnTo>
                  <a:pt x="0" y="19595"/>
                </a:lnTo>
                <a:lnTo>
                  <a:pt x="0" y="17819"/>
                </a:lnTo>
                <a:lnTo>
                  <a:pt x="0" y="16020"/>
                </a:lnTo>
                <a:lnTo>
                  <a:pt x="1097" y="16020"/>
                </a:lnTo>
                <a:lnTo>
                  <a:pt x="2195" y="16020"/>
                </a:lnTo>
                <a:lnTo>
                  <a:pt x="3298" y="16020"/>
                </a:lnTo>
                <a:lnTo>
                  <a:pt x="4406" y="16020"/>
                </a:lnTo>
                <a:lnTo>
                  <a:pt x="5521" y="16020"/>
                </a:lnTo>
                <a:lnTo>
                  <a:pt x="6646" y="16020"/>
                </a:lnTo>
                <a:lnTo>
                  <a:pt x="6646" y="14434"/>
                </a:lnTo>
                <a:lnTo>
                  <a:pt x="6646" y="12843"/>
                </a:lnTo>
                <a:lnTo>
                  <a:pt x="6646" y="11246"/>
                </a:lnTo>
                <a:lnTo>
                  <a:pt x="6646" y="9636"/>
                </a:lnTo>
                <a:lnTo>
                  <a:pt x="6646" y="8010"/>
                </a:lnTo>
                <a:lnTo>
                  <a:pt x="7743" y="8010"/>
                </a:lnTo>
                <a:lnTo>
                  <a:pt x="8841" y="8010"/>
                </a:lnTo>
                <a:lnTo>
                  <a:pt x="9944" y="8010"/>
                </a:lnTo>
                <a:lnTo>
                  <a:pt x="11053" y="8010"/>
                </a:lnTo>
                <a:lnTo>
                  <a:pt x="12167" y="8010"/>
                </a:lnTo>
                <a:lnTo>
                  <a:pt x="13292" y="8010"/>
                </a:lnTo>
                <a:lnTo>
                  <a:pt x="13292" y="6424"/>
                </a:lnTo>
                <a:lnTo>
                  <a:pt x="13292" y="4833"/>
                </a:lnTo>
                <a:lnTo>
                  <a:pt x="13292" y="3236"/>
                </a:lnTo>
                <a:lnTo>
                  <a:pt x="13292" y="1626"/>
                </a:lnTo>
                <a:lnTo>
                  <a:pt x="13292" y="0"/>
                </a:lnTo>
                <a:close/>
              </a:path>
            </a:pathLst>
          </a:custGeom>
          <a:solidFill>
            <a:srgbClr val="76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6" name="contour_06214"/>
          <p:cNvSpPr/>
          <p:nvPr/>
        </p:nvSpPr>
        <p:spPr>
          <a:xfrm>
            <a:off x="1766781" y="1566918"/>
            <a:ext cx="12389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1" y="0"/>
                </a:lnTo>
                <a:lnTo>
                  <a:pt x="1783" y="0"/>
                </a:lnTo>
                <a:lnTo>
                  <a:pt x="2673" y="0"/>
                </a:lnTo>
                <a:lnTo>
                  <a:pt x="3565" y="0"/>
                </a:lnTo>
                <a:lnTo>
                  <a:pt x="4457" y="0"/>
                </a:lnTo>
                <a:lnTo>
                  <a:pt x="5349" y="0"/>
                </a:lnTo>
                <a:lnTo>
                  <a:pt x="6242" y="0"/>
                </a:lnTo>
                <a:lnTo>
                  <a:pt x="7136" y="0"/>
                </a:lnTo>
                <a:lnTo>
                  <a:pt x="8030" y="0"/>
                </a:lnTo>
                <a:lnTo>
                  <a:pt x="8926" y="0"/>
                </a:lnTo>
                <a:lnTo>
                  <a:pt x="9822" y="0"/>
                </a:lnTo>
                <a:lnTo>
                  <a:pt x="10719" y="0"/>
                </a:lnTo>
                <a:lnTo>
                  <a:pt x="11617" y="0"/>
                </a:lnTo>
                <a:lnTo>
                  <a:pt x="12517" y="0"/>
                </a:lnTo>
                <a:lnTo>
                  <a:pt x="13417" y="0"/>
                </a:lnTo>
                <a:lnTo>
                  <a:pt x="14320" y="0"/>
                </a:lnTo>
                <a:lnTo>
                  <a:pt x="15224" y="0"/>
                </a:lnTo>
                <a:lnTo>
                  <a:pt x="16129" y="0"/>
                </a:lnTo>
                <a:lnTo>
                  <a:pt x="17036" y="0"/>
                </a:lnTo>
                <a:lnTo>
                  <a:pt x="17945" y="0"/>
                </a:lnTo>
                <a:lnTo>
                  <a:pt x="18856" y="0"/>
                </a:lnTo>
                <a:lnTo>
                  <a:pt x="19768" y="0"/>
                </a:lnTo>
                <a:lnTo>
                  <a:pt x="20683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20971" y="20529"/>
                </a:lnTo>
                <a:lnTo>
                  <a:pt x="20338" y="19457"/>
                </a:lnTo>
                <a:lnTo>
                  <a:pt x="19703" y="18373"/>
                </a:lnTo>
                <a:lnTo>
                  <a:pt x="19059" y="17280"/>
                </a:lnTo>
                <a:lnTo>
                  <a:pt x="19059" y="14424"/>
                </a:lnTo>
                <a:lnTo>
                  <a:pt x="19059" y="11552"/>
                </a:lnTo>
                <a:lnTo>
                  <a:pt x="19059" y="8640"/>
                </a:lnTo>
                <a:lnTo>
                  <a:pt x="17319" y="9422"/>
                </a:lnTo>
                <a:lnTo>
                  <a:pt x="15821" y="10100"/>
                </a:lnTo>
                <a:lnTo>
                  <a:pt x="14541" y="10688"/>
                </a:lnTo>
                <a:lnTo>
                  <a:pt x="13448" y="11202"/>
                </a:lnTo>
                <a:lnTo>
                  <a:pt x="12522" y="11655"/>
                </a:lnTo>
                <a:lnTo>
                  <a:pt x="11734" y="12070"/>
                </a:lnTo>
                <a:lnTo>
                  <a:pt x="11060" y="12455"/>
                </a:lnTo>
                <a:lnTo>
                  <a:pt x="10475" y="12826"/>
                </a:lnTo>
                <a:lnTo>
                  <a:pt x="9953" y="13202"/>
                </a:lnTo>
                <a:lnTo>
                  <a:pt x="9466" y="13595"/>
                </a:lnTo>
                <a:lnTo>
                  <a:pt x="8992" y="14023"/>
                </a:lnTo>
                <a:lnTo>
                  <a:pt x="8504" y="14498"/>
                </a:lnTo>
                <a:lnTo>
                  <a:pt x="7977" y="15038"/>
                </a:lnTo>
                <a:lnTo>
                  <a:pt x="7385" y="15660"/>
                </a:lnTo>
                <a:lnTo>
                  <a:pt x="6429" y="16265"/>
                </a:lnTo>
                <a:lnTo>
                  <a:pt x="5561" y="16654"/>
                </a:lnTo>
                <a:lnTo>
                  <a:pt x="4758" y="16822"/>
                </a:lnTo>
                <a:lnTo>
                  <a:pt x="3996" y="16770"/>
                </a:lnTo>
                <a:lnTo>
                  <a:pt x="3253" y="16485"/>
                </a:lnTo>
                <a:lnTo>
                  <a:pt x="2504" y="15971"/>
                </a:lnTo>
                <a:lnTo>
                  <a:pt x="1728" y="15215"/>
                </a:lnTo>
                <a:lnTo>
                  <a:pt x="901" y="14213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F5F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7" name="contour_06215"/>
          <p:cNvSpPr/>
          <p:nvPr/>
        </p:nvSpPr>
        <p:spPr>
          <a:xfrm>
            <a:off x="1212893" y="1493069"/>
            <a:ext cx="109320" cy="387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71" y="33"/>
                </a:moveTo>
                <a:lnTo>
                  <a:pt x="10130" y="20"/>
                </a:lnTo>
                <a:lnTo>
                  <a:pt x="10997" y="12"/>
                </a:lnTo>
                <a:lnTo>
                  <a:pt x="11874" y="0"/>
                </a:lnTo>
                <a:lnTo>
                  <a:pt x="12934" y="268"/>
                </a:lnTo>
                <a:lnTo>
                  <a:pt x="13939" y="626"/>
                </a:lnTo>
                <a:lnTo>
                  <a:pt x="14907" y="1098"/>
                </a:lnTo>
                <a:lnTo>
                  <a:pt x="15853" y="1703"/>
                </a:lnTo>
                <a:lnTo>
                  <a:pt x="16793" y="2476"/>
                </a:lnTo>
                <a:lnTo>
                  <a:pt x="17742" y="3435"/>
                </a:lnTo>
                <a:lnTo>
                  <a:pt x="18720" y="4606"/>
                </a:lnTo>
                <a:lnTo>
                  <a:pt x="18763" y="7631"/>
                </a:lnTo>
                <a:lnTo>
                  <a:pt x="18785" y="9778"/>
                </a:lnTo>
                <a:lnTo>
                  <a:pt x="18785" y="11631"/>
                </a:lnTo>
                <a:lnTo>
                  <a:pt x="18763" y="13778"/>
                </a:lnTo>
                <a:lnTo>
                  <a:pt x="18720" y="16803"/>
                </a:lnTo>
                <a:lnTo>
                  <a:pt x="19433" y="17811"/>
                </a:lnTo>
                <a:lnTo>
                  <a:pt x="20148" y="18819"/>
                </a:lnTo>
                <a:lnTo>
                  <a:pt x="20870" y="19840"/>
                </a:lnTo>
                <a:lnTo>
                  <a:pt x="21600" y="20868"/>
                </a:lnTo>
                <a:lnTo>
                  <a:pt x="20601" y="20466"/>
                </a:lnTo>
                <a:lnTo>
                  <a:pt x="19603" y="20063"/>
                </a:lnTo>
                <a:lnTo>
                  <a:pt x="18603" y="19661"/>
                </a:lnTo>
                <a:lnTo>
                  <a:pt x="17601" y="19254"/>
                </a:lnTo>
                <a:lnTo>
                  <a:pt x="16597" y="18852"/>
                </a:lnTo>
                <a:lnTo>
                  <a:pt x="15589" y="18445"/>
                </a:lnTo>
                <a:lnTo>
                  <a:pt x="14579" y="18039"/>
                </a:lnTo>
                <a:lnTo>
                  <a:pt x="13565" y="17628"/>
                </a:lnTo>
                <a:lnTo>
                  <a:pt x="12544" y="17217"/>
                </a:lnTo>
                <a:lnTo>
                  <a:pt x="11520" y="16803"/>
                </a:lnTo>
                <a:lnTo>
                  <a:pt x="11520" y="14388"/>
                </a:lnTo>
                <a:lnTo>
                  <a:pt x="11520" y="11965"/>
                </a:lnTo>
                <a:lnTo>
                  <a:pt x="11520" y="9534"/>
                </a:lnTo>
                <a:lnTo>
                  <a:pt x="11520" y="7082"/>
                </a:lnTo>
                <a:lnTo>
                  <a:pt x="11520" y="4606"/>
                </a:lnTo>
                <a:lnTo>
                  <a:pt x="10535" y="4118"/>
                </a:lnTo>
                <a:lnTo>
                  <a:pt x="9818" y="3874"/>
                </a:lnTo>
                <a:lnTo>
                  <a:pt x="9161" y="3874"/>
                </a:lnTo>
                <a:lnTo>
                  <a:pt x="8358" y="4118"/>
                </a:lnTo>
                <a:lnTo>
                  <a:pt x="7200" y="4606"/>
                </a:lnTo>
                <a:lnTo>
                  <a:pt x="6741" y="6769"/>
                </a:lnTo>
                <a:lnTo>
                  <a:pt x="6437" y="8338"/>
                </a:lnTo>
                <a:lnTo>
                  <a:pt x="6155" y="10074"/>
                </a:lnTo>
                <a:lnTo>
                  <a:pt x="5760" y="12737"/>
                </a:lnTo>
                <a:lnTo>
                  <a:pt x="5364" y="15400"/>
                </a:lnTo>
                <a:lnTo>
                  <a:pt x="5083" y="17136"/>
                </a:lnTo>
                <a:lnTo>
                  <a:pt x="4779" y="18705"/>
                </a:lnTo>
                <a:lnTo>
                  <a:pt x="4320" y="20868"/>
                </a:lnTo>
                <a:lnTo>
                  <a:pt x="3162" y="21356"/>
                </a:lnTo>
                <a:lnTo>
                  <a:pt x="2359" y="21600"/>
                </a:lnTo>
                <a:lnTo>
                  <a:pt x="1702" y="21600"/>
                </a:lnTo>
                <a:lnTo>
                  <a:pt x="985" y="21356"/>
                </a:lnTo>
                <a:lnTo>
                  <a:pt x="0" y="20868"/>
                </a:lnTo>
                <a:lnTo>
                  <a:pt x="396" y="15136"/>
                </a:lnTo>
                <a:lnTo>
                  <a:pt x="710" y="10969"/>
                </a:lnTo>
                <a:lnTo>
                  <a:pt x="985" y="8037"/>
                </a:lnTo>
                <a:lnTo>
                  <a:pt x="1269" y="6009"/>
                </a:lnTo>
                <a:lnTo>
                  <a:pt x="1606" y="4561"/>
                </a:lnTo>
                <a:lnTo>
                  <a:pt x="2043" y="3362"/>
                </a:lnTo>
                <a:lnTo>
                  <a:pt x="2628" y="2082"/>
                </a:lnTo>
                <a:lnTo>
                  <a:pt x="3583" y="1317"/>
                </a:lnTo>
                <a:lnTo>
                  <a:pt x="4519" y="768"/>
                </a:lnTo>
                <a:lnTo>
                  <a:pt x="5443" y="402"/>
                </a:lnTo>
                <a:lnTo>
                  <a:pt x="6371" y="179"/>
                </a:lnTo>
                <a:lnTo>
                  <a:pt x="7309" y="65"/>
                </a:lnTo>
                <a:lnTo>
                  <a:pt x="8273" y="28"/>
                </a:lnTo>
                <a:lnTo>
                  <a:pt x="9271" y="33"/>
                </a:lnTo>
                <a:close/>
              </a:path>
            </a:pathLst>
          </a:custGeom>
          <a:solidFill>
            <a:srgbClr val="E7E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8" name="contour_06216"/>
          <p:cNvSpPr/>
          <p:nvPr/>
        </p:nvSpPr>
        <p:spPr>
          <a:xfrm>
            <a:off x="5794715" y="1362854"/>
            <a:ext cx="31477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97" y="0"/>
                </a:moveTo>
                <a:lnTo>
                  <a:pt x="9567" y="0"/>
                </a:lnTo>
                <a:lnTo>
                  <a:pt x="12548" y="0"/>
                </a:lnTo>
                <a:lnTo>
                  <a:pt x="15539" y="0"/>
                </a:lnTo>
                <a:lnTo>
                  <a:pt x="18554" y="0"/>
                </a:lnTo>
                <a:lnTo>
                  <a:pt x="21600" y="0"/>
                </a:lnTo>
                <a:lnTo>
                  <a:pt x="21600" y="930"/>
                </a:lnTo>
                <a:lnTo>
                  <a:pt x="21600" y="1859"/>
                </a:lnTo>
                <a:lnTo>
                  <a:pt x="21600" y="2789"/>
                </a:lnTo>
                <a:lnTo>
                  <a:pt x="21600" y="3721"/>
                </a:lnTo>
                <a:lnTo>
                  <a:pt x="21600" y="4651"/>
                </a:lnTo>
                <a:lnTo>
                  <a:pt x="21600" y="5582"/>
                </a:lnTo>
                <a:lnTo>
                  <a:pt x="21600" y="6514"/>
                </a:lnTo>
                <a:lnTo>
                  <a:pt x="21600" y="7447"/>
                </a:lnTo>
                <a:lnTo>
                  <a:pt x="21600" y="8381"/>
                </a:lnTo>
                <a:lnTo>
                  <a:pt x="21600" y="9315"/>
                </a:lnTo>
                <a:lnTo>
                  <a:pt x="21600" y="10251"/>
                </a:lnTo>
                <a:lnTo>
                  <a:pt x="21600" y="11187"/>
                </a:lnTo>
                <a:lnTo>
                  <a:pt x="21600" y="12126"/>
                </a:lnTo>
                <a:lnTo>
                  <a:pt x="21600" y="13065"/>
                </a:lnTo>
                <a:lnTo>
                  <a:pt x="21600" y="14006"/>
                </a:lnTo>
                <a:lnTo>
                  <a:pt x="21600" y="14949"/>
                </a:lnTo>
                <a:lnTo>
                  <a:pt x="21600" y="15892"/>
                </a:lnTo>
                <a:lnTo>
                  <a:pt x="21600" y="16839"/>
                </a:lnTo>
                <a:lnTo>
                  <a:pt x="21600" y="17786"/>
                </a:lnTo>
                <a:lnTo>
                  <a:pt x="21600" y="18737"/>
                </a:lnTo>
                <a:lnTo>
                  <a:pt x="21600" y="19688"/>
                </a:lnTo>
                <a:lnTo>
                  <a:pt x="21600" y="20643"/>
                </a:lnTo>
                <a:lnTo>
                  <a:pt x="21600" y="21600"/>
                </a:lnTo>
                <a:lnTo>
                  <a:pt x="20610" y="20798"/>
                </a:lnTo>
                <a:lnTo>
                  <a:pt x="19615" y="19994"/>
                </a:lnTo>
                <a:lnTo>
                  <a:pt x="18619" y="19186"/>
                </a:lnTo>
                <a:lnTo>
                  <a:pt x="17614" y="18372"/>
                </a:lnTo>
                <a:lnTo>
                  <a:pt x="16599" y="17550"/>
                </a:lnTo>
                <a:lnTo>
                  <a:pt x="14043" y="17397"/>
                </a:lnTo>
                <a:lnTo>
                  <a:pt x="11473" y="17242"/>
                </a:lnTo>
                <a:lnTo>
                  <a:pt x="8862" y="17086"/>
                </a:lnTo>
                <a:lnTo>
                  <a:pt x="7792" y="16956"/>
                </a:lnTo>
                <a:lnTo>
                  <a:pt x="5906" y="16726"/>
                </a:lnTo>
                <a:lnTo>
                  <a:pt x="1595" y="16200"/>
                </a:lnTo>
                <a:lnTo>
                  <a:pt x="900" y="15275"/>
                </a:lnTo>
                <a:lnTo>
                  <a:pt x="425" y="14353"/>
                </a:lnTo>
                <a:lnTo>
                  <a:pt x="140" y="13431"/>
                </a:lnTo>
                <a:lnTo>
                  <a:pt x="10" y="12508"/>
                </a:lnTo>
                <a:lnTo>
                  <a:pt x="0" y="11582"/>
                </a:lnTo>
                <a:lnTo>
                  <a:pt x="75" y="10651"/>
                </a:lnTo>
                <a:lnTo>
                  <a:pt x="200" y="9717"/>
                </a:lnTo>
                <a:lnTo>
                  <a:pt x="345" y="8775"/>
                </a:lnTo>
                <a:lnTo>
                  <a:pt x="370" y="8082"/>
                </a:lnTo>
                <a:lnTo>
                  <a:pt x="395" y="7387"/>
                </a:lnTo>
                <a:lnTo>
                  <a:pt x="425" y="6681"/>
                </a:lnTo>
                <a:lnTo>
                  <a:pt x="570" y="4987"/>
                </a:lnTo>
                <a:lnTo>
                  <a:pt x="745" y="3695"/>
                </a:lnTo>
                <a:lnTo>
                  <a:pt x="1030" y="2727"/>
                </a:lnTo>
                <a:lnTo>
                  <a:pt x="1495" y="2003"/>
                </a:lnTo>
                <a:lnTo>
                  <a:pt x="2216" y="1447"/>
                </a:lnTo>
                <a:lnTo>
                  <a:pt x="3256" y="980"/>
                </a:lnTo>
                <a:lnTo>
                  <a:pt x="4691" y="524"/>
                </a:lnTo>
                <a:lnTo>
                  <a:pt x="6597" y="0"/>
                </a:lnTo>
                <a:close/>
              </a:path>
            </a:pathLst>
          </a:custGeom>
          <a:solidFill>
            <a:srgbClr val="9DA6A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19" name="contour_06217"/>
          <p:cNvSpPr/>
          <p:nvPr/>
        </p:nvSpPr>
        <p:spPr>
          <a:xfrm>
            <a:off x="8158349" y="1362854"/>
            <a:ext cx="138472" cy="447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63" y="0"/>
                </a:moveTo>
                <a:lnTo>
                  <a:pt x="20962" y="2012"/>
                </a:lnTo>
                <a:lnTo>
                  <a:pt x="21246" y="3416"/>
                </a:lnTo>
                <a:lnTo>
                  <a:pt x="21424" y="4872"/>
                </a:lnTo>
                <a:lnTo>
                  <a:pt x="21600" y="7036"/>
                </a:lnTo>
                <a:lnTo>
                  <a:pt x="20813" y="8330"/>
                </a:lnTo>
                <a:lnTo>
                  <a:pt x="20038" y="9558"/>
                </a:lnTo>
                <a:lnTo>
                  <a:pt x="19272" y="10719"/>
                </a:lnTo>
                <a:lnTo>
                  <a:pt x="18515" y="11817"/>
                </a:lnTo>
                <a:lnTo>
                  <a:pt x="17764" y="12851"/>
                </a:lnTo>
                <a:lnTo>
                  <a:pt x="17021" y="13822"/>
                </a:lnTo>
                <a:lnTo>
                  <a:pt x="16283" y="14733"/>
                </a:lnTo>
                <a:lnTo>
                  <a:pt x="15550" y="15581"/>
                </a:lnTo>
                <a:lnTo>
                  <a:pt x="14819" y="16372"/>
                </a:lnTo>
                <a:lnTo>
                  <a:pt x="14089" y="17101"/>
                </a:lnTo>
                <a:lnTo>
                  <a:pt x="13361" y="17773"/>
                </a:lnTo>
                <a:lnTo>
                  <a:pt x="12633" y="18388"/>
                </a:lnTo>
                <a:lnTo>
                  <a:pt x="11902" y="18944"/>
                </a:lnTo>
                <a:lnTo>
                  <a:pt x="11169" y="19447"/>
                </a:lnTo>
                <a:lnTo>
                  <a:pt x="10433" y="19894"/>
                </a:lnTo>
                <a:lnTo>
                  <a:pt x="9692" y="20288"/>
                </a:lnTo>
                <a:lnTo>
                  <a:pt x="8944" y="20626"/>
                </a:lnTo>
                <a:lnTo>
                  <a:pt x="8189" y="20914"/>
                </a:lnTo>
                <a:lnTo>
                  <a:pt x="7426" y="21150"/>
                </a:lnTo>
                <a:lnTo>
                  <a:pt x="6654" y="21336"/>
                </a:lnTo>
                <a:lnTo>
                  <a:pt x="5871" y="21473"/>
                </a:lnTo>
                <a:lnTo>
                  <a:pt x="5076" y="21561"/>
                </a:lnTo>
                <a:lnTo>
                  <a:pt x="4269" y="21600"/>
                </a:lnTo>
                <a:lnTo>
                  <a:pt x="3447" y="21593"/>
                </a:lnTo>
                <a:lnTo>
                  <a:pt x="2611" y="21537"/>
                </a:lnTo>
                <a:lnTo>
                  <a:pt x="1759" y="21438"/>
                </a:lnTo>
                <a:lnTo>
                  <a:pt x="888" y="21294"/>
                </a:lnTo>
                <a:lnTo>
                  <a:pt x="0" y="21107"/>
                </a:lnTo>
                <a:lnTo>
                  <a:pt x="0" y="18782"/>
                </a:lnTo>
                <a:lnTo>
                  <a:pt x="0" y="16443"/>
                </a:lnTo>
                <a:lnTo>
                  <a:pt x="0" y="14072"/>
                </a:lnTo>
                <a:lnTo>
                  <a:pt x="746" y="13224"/>
                </a:lnTo>
                <a:lnTo>
                  <a:pt x="1473" y="12464"/>
                </a:lnTo>
                <a:lnTo>
                  <a:pt x="2195" y="11781"/>
                </a:lnTo>
                <a:lnTo>
                  <a:pt x="2923" y="11162"/>
                </a:lnTo>
                <a:lnTo>
                  <a:pt x="3666" y="10592"/>
                </a:lnTo>
                <a:lnTo>
                  <a:pt x="4436" y="10058"/>
                </a:lnTo>
                <a:lnTo>
                  <a:pt x="5116" y="9579"/>
                </a:lnTo>
                <a:lnTo>
                  <a:pt x="5805" y="9094"/>
                </a:lnTo>
                <a:lnTo>
                  <a:pt x="6523" y="8594"/>
                </a:lnTo>
                <a:lnTo>
                  <a:pt x="7242" y="8105"/>
                </a:lnTo>
                <a:lnTo>
                  <a:pt x="7960" y="7620"/>
                </a:lnTo>
                <a:lnTo>
                  <a:pt x="8680" y="7141"/>
                </a:lnTo>
                <a:lnTo>
                  <a:pt x="9416" y="6645"/>
                </a:lnTo>
                <a:lnTo>
                  <a:pt x="10152" y="6139"/>
                </a:lnTo>
                <a:lnTo>
                  <a:pt x="10886" y="5622"/>
                </a:lnTo>
                <a:lnTo>
                  <a:pt x="11621" y="5097"/>
                </a:lnTo>
                <a:lnTo>
                  <a:pt x="12355" y="4570"/>
                </a:lnTo>
                <a:lnTo>
                  <a:pt x="13090" y="4039"/>
                </a:lnTo>
                <a:lnTo>
                  <a:pt x="13785" y="3564"/>
                </a:lnTo>
                <a:lnTo>
                  <a:pt x="14482" y="3089"/>
                </a:lnTo>
                <a:lnTo>
                  <a:pt x="15179" y="2614"/>
                </a:lnTo>
                <a:lnTo>
                  <a:pt x="15876" y="2142"/>
                </a:lnTo>
                <a:lnTo>
                  <a:pt x="16540" y="1660"/>
                </a:lnTo>
                <a:lnTo>
                  <a:pt x="17214" y="1168"/>
                </a:lnTo>
                <a:lnTo>
                  <a:pt x="17836" y="781"/>
                </a:lnTo>
                <a:lnTo>
                  <a:pt x="18316" y="524"/>
                </a:lnTo>
                <a:lnTo>
                  <a:pt x="18810" y="348"/>
                </a:lnTo>
                <a:lnTo>
                  <a:pt x="19473" y="190"/>
                </a:lnTo>
                <a:lnTo>
                  <a:pt x="20463" y="0"/>
                </a:lnTo>
                <a:close/>
              </a:path>
            </a:pathLst>
          </a:custGeom>
          <a:solidFill>
            <a:srgbClr val="CDDAE1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0" name="contour_06218"/>
          <p:cNvSpPr/>
          <p:nvPr/>
        </p:nvSpPr>
        <p:spPr>
          <a:xfrm>
            <a:off x="4966209" y="1253535"/>
            <a:ext cx="2040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43" y="0"/>
                </a:moveTo>
                <a:lnTo>
                  <a:pt x="7452" y="0"/>
                </a:lnTo>
                <a:lnTo>
                  <a:pt x="7961" y="0"/>
                </a:lnTo>
                <a:lnTo>
                  <a:pt x="8471" y="0"/>
                </a:lnTo>
                <a:lnTo>
                  <a:pt x="8982" y="0"/>
                </a:lnTo>
                <a:lnTo>
                  <a:pt x="9493" y="0"/>
                </a:lnTo>
                <a:lnTo>
                  <a:pt x="10005" y="0"/>
                </a:lnTo>
                <a:lnTo>
                  <a:pt x="10519" y="0"/>
                </a:lnTo>
                <a:lnTo>
                  <a:pt x="11035" y="0"/>
                </a:lnTo>
                <a:lnTo>
                  <a:pt x="11551" y="0"/>
                </a:lnTo>
                <a:lnTo>
                  <a:pt x="12070" y="0"/>
                </a:lnTo>
                <a:lnTo>
                  <a:pt x="12591" y="0"/>
                </a:lnTo>
                <a:lnTo>
                  <a:pt x="13114" y="0"/>
                </a:lnTo>
                <a:lnTo>
                  <a:pt x="13114" y="3569"/>
                </a:lnTo>
                <a:lnTo>
                  <a:pt x="13114" y="7160"/>
                </a:lnTo>
                <a:lnTo>
                  <a:pt x="13114" y="10800"/>
                </a:lnTo>
                <a:lnTo>
                  <a:pt x="13598" y="10676"/>
                </a:lnTo>
                <a:lnTo>
                  <a:pt x="14085" y="10552"/>
                </a:lnTo>
                <a:lnTo>
                  <a:pt x="14578" y="10422"/>
                </a:lnTo>
                <a:lnTo>
                  <a:pt x="15056" y="10346"/>
                </a:lnTo>
                <a:lnTo>
                  <a:pt x="15533" y="10271"/>
                </a:lnTo>
                <a:lnTo>
                  <a:pt x="16012" y="10201"/>
                </a:lnTo>
                <a:lnTo>
                  <a:pt x="16489" y="10125"/>
                </a:lnTo>
                <a:lnTo>
                  <a:pt x="16729" y="10060"/>
                </a:lnTo>
                <a:lnTo>
                  <a:pt x="17454" y="9850"/>
                </a:lnTo>
                <a:lnTo>
                  <a:pt x="17686" y="9823"/>
                </a:lnTo>
                <a:lnTo>
                  <a:pt x="18388" y="9747"/>
                </a:lnTo>
                <a:lnTo>
                  <a:pt x="18813" y="9661"/>
                </a:lnTo>
                <a:lnTo>
                  <a:pt x="19245" y="9574"/>
                </a:lnTo>
                <a:lnTo>
                  <a:pt x="19594" y="10141"/>
                </a:lnTo>
                <a:lnTo>
                  <a:pt x="19874" y="10838"/>
                </a:lnTo>
                <a:lnTo>
                  <a:pt x="20148" y="11999"/>
                </a:lnTo>
                <a:lnTo>
                  <a:pt x="20485" y="13954"/>
                </a:lnTo>
                <a:lnTo>
                  <a:pt x="20947" y="17042"/>
                </a:lnTo>
                <a:lnTo>
                  <a:pt x="21600" y="21600"/>
                </a:lnTo>
                <a:lnTo>
                  <a:pt x="21339" y="21535"/>
                </a:lnTo>
                <a:lnTo>
                  <a:pt x="21089" y="21470"/>
                </a:lnTo>
                <a:lnTo>
                  <a:pt x="20849" y="21411"/>
                </a:lnTo>
                <a:lnTo>
                  <a:pt x="20616" y="21352"/>
                </a:lnTo>
                <a:lnTo>
                  <a:pt x="20388" y="21298"/>
                </a:lnTo>
                <a:lnTo>
                  <a:pt x="20164" y="21244"/>
                </a:lnTo>
                <a:lnTo>
                  <a:pt x="19941" y="21184"/>
                </a:lnTo>
                <a:lnTo>
                  <a:pt x="19716" y="21130"/>
                </a:lnTo>
                <a:lnTo>
                  <a:pt x="19489" y="21071"/>
                </a:lnTo>
                <a:lnTo>
                  <a:pt x="19258" y="21017"/>
                </a:lnTo>
                <a:lnTo>
                  <a:pt x="19019" y="20957"/>
                </a:lnTo>
                <a:lnTo>
                  <a:pt x="18771" y="20893"/>
                </a:lnTo>
                <a:lnTo>
                  <a:pt x="18513" y="20828"/>
                </a:lnTo>
                <a:lnTo>
                  <a:pt x="18241" y="20763"/>
                </a:lnTo>
                <a:lnTo>
                  <a:pt x="17955" y="20687"/>
                </a:lnTo>
                <a:lnTo>
                  <a:pt x="17652" y="20612"/>
                </a:lnTo>
                <a:lnTo>
                  <a:pt x="17329" y="20531"/>
                </a:lnTo>
                <a:lnTo>
                  <a:pt x="16985" y="20444"/>
                </a:lnTo>
                <a:lnTo>
                  <a:pt x="16619" y="20353"/>
                </a:lnTo>
                <a:lnTo>
                  <a:pt x="16227" y="20255"/>
                </a:lnTo>
                <a:lnTo>
                  <a:pt x="15808" y="20153"/>
                </a:lnTo>
                <a:lnTo>
                  <a:pt x="15360" y="20039"/>
                </a:lnTo>
                <a:lnTo>
                  <a:pt x="14881" y="19921"/>
                </a:lnTo>
                <a:lnTo>
                  <a:pt x="14369" y="19791"/>
                </a:lnTo>
                <a:lnTo>
                  <a:pt x="13821" y="19656"/>
                </a:lnTo>
                <a:lnTo>
                  <a:pt x="13235" y="19510"/>
                </a:lnTo>
                <a:lnTo>
                  <a:pt x="12611" y="19354"/>
                </a:lnTo>
                <a:lnTo>
                  <a:pt x="11946" y="19186"/>
                </a:lnTo>
                <a:lnTo>
                  <a:pt x="11237" y="19008"/>
                </a:lnTo>
                <a:lnTo>
                  <a:pt x="10483" y="18819"/>
                </a:lnTo>
                <a:lnTo>
                  <a:pt x="9681" y="18619"/>
                </a:lnTo>
                <a:lnTo>
                  <a:pt x="8830" y="18409"/>
                </a:lnTo>
                <a:lnTo>
                  <a:pt x="7928" y="18182"/>
                </a:lnTo>
                <a:lnTo>
                  <a:pt x="6971" y="17944"/>
                </a:lnTo>
                <a:lnTo>
                  <a:pt x="5960" y="17690"/>
                </a:lnTo>
                <a:lnTo>
                  <a:pt x="4892" y="17420"/>
                </a:lnTo>
                <a:lnTo>
                  <a:pt x="3763" y="17140"/>
                </a:lnTo>
                <a:lnTo>
                  <a:pt x="2573" y="16843"/>
                </a:lnTo>
                <a:lnTo>
                  <a:pt x="1319" y="16529"/>
                </a:lnTo>
                <a:lnTo>
                  <a:pt x="0" y="16200"/>
                </a:lnTo>
                <a:lnTo>
                  <a:pt x="0" y="13522"/>
                </a:lnTo>
                <a:lnTo>
                  <a:pt x="0" y="10800"/>
                </a:lnTo>
                <a:lnTo>
                  <a:pt x="247" y="10606"/>
                </a:lnTo>
                <a:lnTo>
                  <a:pt x="473" y="10433"/>
                </a:lnTo>
                <a:lnTo>
                  <a:pt x="695" y="10260"/>
                </a:lnTo>
                <a:lnTo>
                  <a:pt x="934" y="10071"/>
                </a:lnTo>
                <a:lnTo>
                  <a:pt x="1208" y="9860"/>
                </a:lnTo>
                <a:lnTo>
                  <a:pt x="1537" y="9607"/>
                </a:lnTo>
                <a:lnTo>
                  <a:pt x="1938" y="9293"/>
                </a:lnTo>
                <a:lnTo>
                  <a:pt x="2432" y="8910"/>
                </a:lnTo>
                <a:lnTo>
                  <a:pt x="3036" y="8440"/>
                </a:lnTo>
                <a:lnTo>
                  <a:pt x="3770" y="7868"/>
                </a:lnTo>
                <a:lnTo>
                  <a:pt x="4653" y="7182"/>
                </a:lnTo>
                <a:lnTo>
                  <a:pt x="5705" y="6361"/>
                </a:lnTo>
                <a:lnTo>
                  <a:pt x="6943" y="5400"/>
                </a:lnTo>
                <a:lnTo>
                  <a:pt x="6943" y="2722"/>
                </a:lnTo>
                <a:lnTo>
                  <a:pt x="6943" y="0"/>
                </a:lnTo>
                <a:close/>
              </a:path>
            </a:pathLst>
          </a:custGeom>
          <a:solidFill>
            <a:srgbClr val="EE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1" name="contour_06219"/>
          <p:cNvSpPr/>
          <p:nvPr/>
        </p:nvSpPr>
        <p:spPr>
          <a:xfrm>
            <a:off x="4754857" y="68507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41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2" name="contour_06220"/>
          <p:cNvSpPr/>
          <p:nvPr/>
        </p:nvSpPr>
        <p:spPr>
          <a:xfrm>
            <a:off x="4565020" y="495583"/>
            <a:ext cx="23190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6" y="0"/>
                </a:moveTo>
                <a:lnTo>
                  <a:pt x="4419" y="459"/>
                </a:lnTo>
                <a:lnTo>
                  <a:pt x="7691" y="886"/>
                </a:lnTo>
                <a:lnTo>
                  <a:pt x="10264" y="1309"/>
                </a:lnTo>
                <a:lnTo>
                  <a:pt x="12273" y="1761"/>
                </a:lnTo>
                <a:lnTo>
                  <a:pt x="13861" y="2273"/>
                </a:lnTo>
                <a:lnTo>
                  <a:pt x="15151" y="2875"/>
                </a:lnTo>
                <a:lnTo>
                  <a:pt x="16285" y="3599"/>
                </a:lnTo>
                <a:lnTo>
                  <a:pt x="16550" y="4113"/>
                </a:lnTo>
                <a:lnTo>
                  <a:pt x="16787" y="4629"/>
                </a:lnTo>
                <a:lnTo>
                  <a:pt x="16998" y="5145"/>
                </a:lnTo>
                <a:lnTo>
                  <a:pt x="17188" y="5660"/>
                </a:lnTo>
                <a:lnTo>
                  <a:pt x="17432" y="6210"/>
                </a:lnTo>
                <a:lnTo>
                  <a:pt x="17683" y="6769"/>
                </a:lnTo>
                <a:lnTo>
                  <a:pt x="17928" y="7349"/>
                </a:lnTo>
                <a:lnTo>
                  <a:pt x="18152" y="7928"/>
                </a:lnTo>
                <a:lnTo>
                  <a:pt x="18369" y="8508"/>
                </a:lnTo>
                <a:lnTo>
                  <a:pt x="18572" y="9088"/>
                </a:lnTo>
                <a:lnTo>
                  <a:pt x="18796" y="9677"/>
                </a:lnTo>
                <a:lnTo>
                  <a:pt x="19034" y="10265"/>
                </a:lnTo>
                <a:lnTo>
                  <a:pt x="19292" y="10854"/>
                </a:lnTo>
                <a:lnTo>
                  <a:pt x="19564" y="11441"/>
                </a:lnTo>
                <a:lnTo>
                  <a:pt x="19849" y="12030"/>
                </a:lnTo>
                <a:lnTo>
                  <a:pt x="20134" y="12618"/>
                </a:lnTo>
                <a:lnTo>
                  <a:pt x="20358" y="13183"/>
                </a:lnTo>
                <a:lnTo>
                  <a:pt x="20575" y="13747"/>
                </a:lnTo>
                <a:lnTo>
                  <a:pt x="20792" y="14311"/>
                </a:lnTo>
                <a:lnTo>
                  <a:pt x="21009" y="14876"/>
                </a:lnTo>
                <a:lnTo>
                  <a:pt x="21274" y="15401"/>
                </a:lnTo>
                <a:lnTo>
                  <a:pt x="21539" y="15934"/>
                </a:lnTo>
                <a:lnTo>
                  <a:pt x="21600" y="16740"/>
                </a:lnTo>
                <a:lnTo>
                  <a:pt x="21301" y="17460"/>
                </a:lnTo>
                <a:lnTo>
                  <a:pt x="20609" y="18113"/>
                </a:lnTo>
                <a:lnTo>
                  <a:pt x="19509" y="18716"/>
                </a:lnTo>
                <a:lnTo>
                  <a:pt x="17975" y="19288"/>
                </a:lnTo>
                <a:lnTo>
                  <a:pt x="15993" y="19844"/>
                </a:lnTo>
                <a:lnTo>
                  <a:pt x="13536" y="20403"/>
                </a:lnTo>
                <a:lnTo>
                  <a:pt x="10583" y="20982"/>
                </a:lnTo>
                <a:lnTo>
                  <a:pt x="7114" y="21600"/>
                </a:lnTo>
                <a:lnTo>
                  <a:pt x="6435" y="20945"/>
                </a:lnTo>
                <a:lnTo>
                  <a:pt x="5797" y="20292"/>
                </a:lnTo>
                <a:lnTo>
                  <a:pt x="5200" y="19638"/>
                </a:lnTo>
                <a:lnTo>
                  <a:pt x="4650" y="18985"/>
                </a:lnTo>
                <a:lnTo>
                  <a:pt x="4127" y="18332"/>
                </a:lnTo>
                <a:lnTo>
                  <a:pt x="3652" y="17679"/>
                </a:lnTo>
                <a:lnTo>
                  <a:pt x="3204" y="17026"/>
                </a:lnTo>
                <a:lnTo>
                  <a:pt x="2797" y="16373"/>
                </a:lnTo>
                <a:lnTo>
                  <a:pt x="2423" y="15721"/>
                </a:lnTo>
                <a:lnTo>
                  <a:pt x="2077" y="15068"/>
                </a:lnTo>
                <a:lnTo>
                  <a:pt x="1772" y="14416"/>
                </a:lnTo>
                <a:lnTo>
                  <a:pt x="1487" y="13763"/>
                </a:lnTo>
                <a:lnTo>
                  <a:pt x="1235" y="13110"/>
                </a:lnTo>
                <a:lnTo>
                  <a:pt x="1011" y="12458"/>
                </a:lnTo>
                <a:lnTo>
                  <a:pt x="808" y="11805"/>
                </a:lnTo>
                <a:lnTo>
                  <a:pt x="638" y="11151"/>
                </a:lnTo>
                <a:lnTo>
                  <a:pt x="489" y="10499"/>
                </a:lnTo>
                <a:lnTo>
                  <a:pt x="360" y="9845"/>
                </a:lnTo>
                <a:lnTo>
                  <a:pt x="251" y="9191"/>
                </a:lnTo>
                <a:lnTo>
                  <a:pt x="170" y="8538"/>
                </a:lnTo>
                <a:lnTo>
                  <a:pt x="102" y="7883"/>
                </a:lnTo>
                <a:lnTo>
                  <a:pt x="48" y="7229"/>
                </a:lnTo>
                <a:lnTo>
                  <a:pt x="20" y="6574"/>
                </a:lnTo>
                <a:lnTo>
                  <a:pt x="0" y="5919"/>
                </a:lnTo>
                <a:lnTo>
                  <a:pt x="0" y="5264"/>
                </a:lnTo>
                <a:lnTo>
                  <a:pt x="7" y="4607"/>
                </a:lnTo>
                <a:lnTo>
                  <a:pt x="27" y="3951"/>
                </a:lnTo>
                <a:lnTo>
                  <a:pt x="61" y="3294"/>
                </a:lnTo>
                <a:lnTo>
                  <a:pt x="102" y="2636"/>
                </a:lnTo>
                <a:lnTo>
                  <a:pt x="149" y="1978"/>
                </a:lnTo>
                <a:lnTo>
                  <a:pt x="204" y="1319"/>
                </a:lnTo>
                <a:lnTo>
                  <a:pt x="265" y="660"/>
                </a:lnTo>
                <a:lnTo>
                  <a:pt x="326" y="0"/>
                </a:lnTo>
                <a:close/>
              </a:path>
            </a:pathLst>
          </a:custGeom>
          <a:solidFill>
            <a:srgbClr val="E0D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3" name="contour_06221"/>
          <p:cNvSpPr/>
          <p:nvPr/>
        </p:nvSpPr>
        <p:spPr>
          <a:xfrm>
            <a:off x="1948980" y="6239884"/>
            <a:ext cx="109320" cy="49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82"/>
                </a:moveTo>
                <a:lnTo>
                  <a:pt x="20975" y="3107"/>
                </a:lnTo>
                <a:lnTo>
                  <a:pt x="20340" y="3637"/>
                </a:lnTo>
                <a:lnTo>
                  <a:pt x="19382" y="4555"/>
                </a:lnTo>
                <a:lnTo>
                  <a:pt x="18464" y="5498"/>
                </a:lnTo>
                <a:lnTo>
                  <a:pt x="17572" y="6509"/>
                </a:lnTo>
                <a:lnTo>
                  <a:pt x="16701" y="7639"/>
                </a:lnTo>
                <a:lnTo>
                  <a:pt x="15840" y="8935"/>
                </a:lnTo>
                <a:lnTo>
                  <a:pt x="15870" y="10574"/>
                </a:lnTo>
                <a:lnTo>
                  <a:pt x="15899" y="12226"/>
                </a:lnTo>
                <a:lnTo>
                  <a:pt x="15929" y="13897"/>
                </a:lnTo>
                <a:lnTo>
                  <a:pt x="15900" y="15406"/>
                </a:lnTo>
                <a:lnTo>
                  <a:pt x="15870" y="16924"/>
                </a:lnTo>
                <a:lnTo>
                  <a:pt x="15840" y="18465"/>
                </a:lnTo>
                <a:lnTo>
                  <a:pt x="14892" y="19430"/>
                </a:lnTo>
                <a:lnTo>
                  <a:pt x="13935" y="20225"/>
                </a:lnTo>
                <a:lnTo>
                  <a:pt x="12967" y="20844"/>
                </a:lnTo>
                <a:lnTo>
                  <a:pt x="11989" y="21279"/>
                </a:lnTo>
                <a:lnTo>
                  <a:pt x="11003" y="21533"/>
                </a:lnTo>
                <a:lnTo>
                  <a:pt x="10008" y="21600"/>
                </a:lnTo>
                <a:lnTo>
                  <a:pt x="9006" y="21473"/>
                </a:lnTo>
                <a:lnTo>
                  <a:pt x="7996" y="21149"/>
                </a:lnTo>
                <a:lnTo>
                  <a:pt x="6981" y="20625"/>
                </a:lnTo>
                <a:lnTo>
                  <a:pt x="6075" y="19627"/>
                </a:lnTo>
                <a:lnTo>
                  <a:pt x="5211" y="18573"/>
                </a:lnTo>
                <a:lnTo>
                  <a:pt x="4383" y="17452"/>
                </a:lnTo>
                <a:lnTo>
                  <a:pt x="3590" y="16260"/>
                </a:lnTo>
                <a:lnTo>
                  <a:pt x="2825" y="14987"/>
                </a:lnTo>
                <a:lnTo>
                  <a:pt x="2088" y="13624"/>
                </a:lnTo>
                <a:lnTo>
                  <a:pt x="1374" y="12169"/>
                </a:lnTo>
                <a:lnTo>
                  <a:pt x="678" y="10606"/>
                </a:lnTo>
                <a:lnTo>
                  <a:pt x="0" y="8935"/>
                </a:lnTo>
                <a:lnTo>
                  <a:pt x="791" y="7414"/>
                </a:lnTo>
                <a:lnTo>
                  <a:pt x="1624" y="6197"/>
                </a:lnTo>
                <a:lnTo>
                  <a:pt x="2498" y="5241"/>
                </a:lnTo>
                <a:lnTo>
                  <a:pt x="3410" y="4492"/>
                </a:lnTo>
                <a:lnTo>
                  <a:pt x="4353" y="3904"/>
                </a:lnTo>
                <a:lnTo>
                  <a:pt x="5324" y="3427"/>
                </a:lnTo>
                <a:lnTo>
                  <a:pt x="6320" y="3014"/>
                </a:lnTo>
                <a:lnTo>
                  <a:pt x="7337" y="2617"/>
                </a:lnTo>
                <a:lnTo>
                  <a:pt x="8369" y="2185"/>
                </a:lnTo>
                <a:lnTo>
                  <a:pt x="8846" y="1947"/>
                </a:lnTo>
                <a:lnTo>
                  <a:pt x="10286" y="1229"/>
                </a:lnTo>
                <a:lnTo>
                  <a:pt x="11326" y="794"/>
                </a:lnTo>
                <a:lnTo>
                  <a:pt x="12318" y="451"/>
                </a:lnTo>
                <a:lnTo>
                  <a:pt x="13271" y="203"/>
                </a:lnTo>
                <a:lnTo>
                  <a:pt x="14194" y="51"/>
                </a:lnTo>
                <a:lnTo>
                  <a:pt x="15098" y="0"/>
                </a:lnTo>
                <a:lnTo>
                  <a:pt x="15990" y="48"/>
                </a:lnTo>
                <a:lnTo>
                  <a:pt x="16878" y="200"/>
                </a:lnTo>
                <a:lnTo>
                  <a:pt x="17774" y="461"/>
                </a:lnTo>
                <a:lnTo>
                  <a:pt x="18685" y="823"/>
                </a:lnTo>
                <a:lnTo>
                  <a:pt x="19620" y="1299"/>
                </a:lnTo>
                <a:lnTo>
                  <a:pt x="20589" y="1884"/>
                </a:lnTo>
                <a:lnTo>
                  <a:pt x="21600" y="2582"/>
                </a:lnTo>
                <a:close/>
              </a:path>
            </a:pathLst>
          </a:custGeom>
          <a:solidFill>
            <a:srgbClr val="EF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4" name="contour_06222"/>
          <p:cNvSpPr/>
          <p:nvPr/>
        </p:nvSpPr>
        <p:spPr>
          <a:xfrm>
            <a:off x="7065150" y="6202081"/>
            <a:ext cx="94744" cy="58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8" y="527"/>
                </a:lnTo>
                <a:lnTo>
                  <a:pt x="2240" y="1082"/>
                </a:lnTo>
                <a:lnTo>
                  <a:pt x="3336" y="1663"/>
                </a:lnTo>
                <a:lnTo>
                  <a:pt x="4416" y="2268"/>
                </a:lnTo>
                <a:lnTo>
                  <a:pt x="5485" y="2903"/>
                </a:lnTo>
                <a:lnTo>
                  <a:pt x="6540" y="3562"/>
                </a:lnTo>
                <a:lnTo>
                  <a:pt x="7583" y="4246"/>
                </a:lnTo>
                <a:lnTo>
                  <a:pt x="8617" y="4953"/>
                </a:lnTo>
                <a:lnTo>
                  <a:pt x="9640" y="5685"/>
                </a:lnTo>
                <a:lnTo>
                  <a:pt x="10655" y="6441"/>
                </a:lnTo>
                <a:lnTo>
                  <a:pt x="11664" y="7219"/>
                </a:lnTo>
                <a:lnTo>
                  <a:pt x="12668" y="8021"/>
                </a:lnTo>
                <a:lnTo>
                  <a:pt x="13664" y="8841"/>
                </a:lnTo>
                <a:lnTo>
                  <a:pt x="14658" y="9686"/>
                </a:lnTo>
                <a:lnTo>
                  <a:pt x="15650" y="10550"/>
                </a:lnTo>
                <a:lnTo>
                  <a:pt x="16639" y="11435"/>
                </a:lnTo>
                <a:lnTo>
                  <a:pt x="17629" y="12339"/>
                </a:lnTo>
                <a:lnTo>
                  <a:pt x="18618" y="13262"/>
                </a:lnTo>
                <a:lnTo>
                  <a:pt x="19609" y="14206"/>
                </a:lnTo>
                <a:lnTo>
                  <a:pt x="20603" y="15167"/>
                </a:lnTo>
                <a:lnTo>
                  <a:pt x="21600" y="16143"/>
                </a:lnTo>
                <a:lnTo>
                  <a:pt x="21234" y="17761"/>
                </a:lnTo>
                <a:lnTo>
                  <a:pt x="20940" y="18858"/>
                </a:lnTo>
                <a:lnTo>
                  <a:pt x="20560" y="19945"/>
                </a:lnTo>
                <a:lnTo>
                  <a:pt x="19938" y="21525"/>
                </a:lnTo>
                <a:lnTo>
                  <a:pt x="18860" y="21600"/>
                </a:lnTo>
                <a:lnTo>
                  <a:pt x="17757" y="21541"/>
                </a:lnTo>
                <a:lnTo>
                  <a:pt x="16632" y="21361"/>
                </a:lnTo>
                <a:lnTo>
                  <a:pt x="15491" y="21065"/>
                </a:lnTo>
                <a:lnTo>
                  <a:pt x="14341" y="20664"/>
                </a:lnTo>
                <a:lnTo>
                  <a:pt x="13184" y="20163"/>
                </a:lnTo>
                <a:lnTo>
                  <a:pt x="12030" y="19574"/>
                </a:lnTo>
                <a:lnTo>
                  <a:pt x="10880" y="18907"/>
                </a:lnTo>
                <a:lnTo>
                  <a:pt x="9742" y="18170"/>
                </a:lnTo>
                <a:lnTo>
                  <a:pt x="8618" y="17368"/>
                </a:lnTo>
                <a:lnTo>
                  <a:pt x="7518" y="16515"/>
                </a:lnTo>
                <a:lnTo>
                  <a:pt x="6443" y="15616"/>
                </a:lnTo>
                <a:lnTo>
                  <a:pt x="5402" y="14683"/>
                </a:lnTo>
                <a:lnTo>
                  <a:pt x="4398" y="13722"/>
                </a:lnTo>
                <a:lnTo>
                  <a:pt x="3436" y="12740"/>
                </a:lnTo>
                <a:lnTo>
                  <a:pt x="2522" y="11752"/>
                </a:lnTo>
                <a:lnTo>
                  <a:pt x="1662" y="10762"/>
                </a:lnTo>
                <a:lnTo>
                  <a:pt x="1090" y="8930"/>
                </a:lnTo>
                <a:lnTo>
                  <a:pt x="683" y="7251"/>
                </a:lnTo>
                <a:lnTo>
                  <a:pt x="405" y="5621"/>
                </a:lnTo>
                <a:lnTo>
                  <a:pt x="221" y="3936"/>
                </a:lnTo>
                <a:lnTo>
                  <a:pt x="98" y="2096"/>
                </a:lnTo>
                <a:lnTo>
                  <a:pt x="0" y="0"/>
                </a:lnTo>
                <a:close/>
              </a:path>
            </a:pathLst>
          </a:custGeom>
          <a:solidFill>
            <a:srgbClr val="B8D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5" name="contour_06223"/>
          <p:cNvSpPr/>
          <p:nvPr/>
        </p:nvSpPr>
        <p:spPr>
          <a:xfrm>
            <a:off x="7546158" y="6121913"/>
            <a:ext cx="4372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786" y="0"/>
                </a:lnTo>
                <a:lnTo>
                  <a:pt x="21600" y="0"/>
                </a:lnTo>
                <a:lnTo>
                  <a:pt x="21600" y="1097"/>
                </a:lnTo>
                <a:lnTo>
                  <a:pt x="21600" y="2193"/>
                </a:lnTo>
                <a:lnTo>
                  <a:pt x="21600" y="3292"/>
                </a:lnTo>
                <a:lnTo>
                  <a:pt x="21600" y="4391"/>
                </a:lnTo>
                <a:lnTo>
                  <a:pt x="21600" y="5493"/>
                </a:lnTo>
                <a:lnTo>
                  <a:pt x="21600" y="6596"/>
                </a:lnTo>
                <a:lnTo>
                  <a:pt x="21600" y="7703"/>
                </a:lnTo>
                <a:lnTo>
                  <a:pt x="21600" y="8813"/>
                </a:lnTo>
                <a:lnTo>
                  <a:pt x="21600" y="9926"/>
                </a:lnTo>
                <a:lnTo>
                  <a:pt x="21600" y="11043"/>
                </a:lnTo>
                <a:lnTo>
                  <a:pt x="21600" y="12166"/>
                </a:lnTo>
                <a:lnTo>
                  <a:pt x="21600" y="13292"/>
                </a:lnTo>
                <a:lnTo>
                  <a:pt x="19224" y="13292"/>
                </a:lnTo>
                <a:lnTo>
                  <a:pt x="16844" y="13292"/>
                </a:lnTo>
                <a:lnTo>
                  <a:pt x="14454" y="13292"/>
                </a:lnTo>
                <a:lnTo>
                  <a:pt x="12053" y="13292"/>
                </a:lnTo>
                <a:lnTo>
                  <a:pt x="9637" y="13292"/>
                </a:lnTo>
                <a:lnTo>
                  <a:pt x="7200" y="13292"/>
                </a:lnTo>
                <a:lnTo>
                  <a:pt x="5998" y="14379"/>
                </a:lnTo>
                <a:lnTo>
                  <a:pt x="5342" y="15175"/>
                </a:lnTo>
                <a:lnTo>
                  <a:pt x="4993" y="16067"/>
                </a:lnTo>
                <a:lnTo>
                  <a:pt x="4723" y="17446"/>
                </a:lnTo>
                <a:lnTo>
                  <a:pt x="4493" y="18488"/>
                </a:lnTo>
                <a:lnTo>
                  <a:pt x="4234" y="19528"/>
                </a:lnTo>
                <a:lnTo>
                  <a:pt x="3935" y="20565"/>
                </a:lnTo>
                <a:lnTo>
                  <a:pt x="3600" y="21600"/>
                </a:lnTo>
                <a:lnTo>
                  <a:pt x="1814" y="21600"/>
                </a:lnTo>
                <a:lnTo>
                  <a:pt x="0" y="21600"/>
                </a:lnTo>
                <a:lnTo>
                  <a:pt x="0" y="20468"/>
                </a:lnTo>
                <a:lnTo>
                  <a:pt x="0" y="19339"/>
                </a:lnTo>
                <a:lnTo>
                  <a:pt x="0" y="18205"/>
                </a:lnTo>
                <a:lnTo>
                  <a:pt x="0" y="17074"/>
                </a:lnTo>
                <a:lnTo>
                  <a:pt x="0" y="15941"/>
                </a:lnTo>
                <a:lnTo>
                  <a:pt x="0" y="14804"/>
                </a:lnTo>
                <a:lnTo>
                  <a:pt x="0" y="13668"/>
                </a:lnTo>
                <a:lnTo>
                  <a:pt x="0" y="12530"/>
                </a:lnTo>
                <a:lnTo>
                  <a:pt x="0" y="11390"/>
                </a:lnTo>
                <a:lnTo>
                  <a:pt x="0" y="10247"/>
                </a:lnTo>
                <a:lnTo>
                  <a:pt x="0" y="9100"/>
                </a:lnTo>
                <a:lnTo>
                  <a:pt x="0" y="7952"/>
                </a:lnTo>
                <a:lnTo>
                  <a:pt x="0" y="6801"/>
                </a:lnTo>
                <a:lnTo>
                  <a:pt x="0" y="5646"/>
                </a:lnTo>
                <a:lnTo>
                  <a:pt x="0" y="4486"/>
                </a:lnTo>
                <a:lnTo>
                  <a:pt x="0" y="3323"/>
                </a:lnTo>
                <a:lnTo>
                  <a:pt x="2545" y="3323"/>
                </a:lnTo>
                <a:lnTo>
                  <a:pt x="5094" y="3323"/>
                </a:lnTo>
                <a:lnTo>
                  <a:pt x="7650" y="3323"/>
                </a:lnTo>
                <a:lnTo>
                  <a:pt x="10217" y="3323"/>
                </a:lnTo>
                <a:lnTo>
                  <a:pt x="12794" y="3323"/>
                </a:lnTo>
                <a:lnTo>
                  <a:pt x="15386" y="3323"/>
                </a:lnTo>
                <a:lnTo>
                  <a:pt x="18000" y="3323"/>
                </a:lnTo>
                <a:lnTo>
                  <a:pt x="18000" y="2225"/>
                </a:lnTo>
                <a:lnTo>
                  <a:pt x="18000" y="1120"/>
                </a:lnTo>
                <a:lnTo>
                  <a:pt x="18000" y="0"/>
                </a:lnTo>
                <a:close/>
              </a:path>
            </a:pathLst>
          </a:custGeom>
          <a:solidFill>
            <a:srgbClr val="EE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6" name="contour_06224"/>
          <p:cNvSpPr/>
          <p:nvPr/>
        </p:nvSpPr>
        <p:spPr>
          <a:xfrm>
            <a:off x="10169835" y="6100049"/>
            <a:ext cx="102032" cy="475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72" y="596"/>
                </a:lnTo>
                <a:lnTo>
                  <a:pt x="1944" y="1193"/>
                </a:lnTo>
                <a:lnTo>
                  <a:pt x="2918" y="1789"/>
                </a:lnTo>
                <a:lnTo>
                  <a:pt x="3893" y="2389"/>
                </a:lnTo>
                <a:lnTo>
                  <a:pt x="4871" y="2988"/>
                </a:lnTo>
                <a:lnTo>
                  <a:pt x="5849" y="3588"/>
                </a:lnTo>
                <a:lnTo>
                  <a:pt x="6832" y="4191"/>
                </a:lnTo>
                <a:lnTo>
                  <a:pt x="7818" y="4797"/>
                </a:lnTo>
                <a:lnTo>
                  <a:pt x="8807" y="5403"/>
                </a:lnTo>
                <a:lnTo>
                  <a:pt x="9802" y="6013"/>
                </a:lnTo>
                <a:lnTo>
                  <a:pt x="10800" y="6626"/>
                </a:lnTo>
                <a:lnTo>
                  <a:pt x="10800" y="4436"/>
                </a:lnTo>
                <a:lnTo>
                  <a:pt x="10800" y="2233"/>
                </a:lnTo>
                <a:lnTo>
                  <a:pt x="10800" y="0"/>
                </a:lnTo>
                <a:lnTo>
                  <a:pt x="11716" y="656"/>
                </a:lnTo>
                <a:lnTo>
                  <a:pt x="12636" y="1315"/>
                </a:lnTo>
                <a:lnTo>
                  <a:pt x="13559" y="1974"/>
                </a:lnTo>
                <a:lnTo>
                  <a:pt x="14489" y="2640"/>
                </a:lnTo>
                <a:lnTo>
                  <a:pt x="15429" y="3313"/>
                </a:lnTo>
                <a:lnTo>
                  <a:pt x="15174" y="5499"/>
                </a:lnTo>
                <a:lnTo>
                  <a:pt x="14919" y="7689"/>
                </a:lnTo>
                <a:lnTo>
                  <a:pt x="14663" y="9889"/>
                </a:lnTo>
                <a:lnTo>
                  <a:pt x="14406" y="12099"/>
                </a:lnTo>
                <a:lnTo>
                  <a:pt x="14146" y="14322"/>
                </a:lnTo>
                <a:lnTo>
                  <a:pt x="13886" y="16564"/>
                </a:lnTo>
                <a:lnTo>
                  <a:pt x="14977" y="16564"/>
                </a:lnTo>
                <a:lnTo>
                  <a:pt x="16069" y="16564"/>
                </a:lnTo>
                <a:lnTo>
                  <a:pt x="17164" y="16564"/>
                </a:lnTo>
                <a:lnTo>
                  <a:pt x="18264" y="16564"/>
                </a:lnTo>
                <a:lnTo>
                  <a:pt x="19369" y="16564"/>
                </a:lnTo>
                <a:lnTo>
                  <a:pt x="20480" y="16564"/>
                </a:lnTo>
                <a:lnTo>
                  <a:pt x="21600" y="16564"/>
                </a:lnTo>
                <a:lnTo>
                  <a:pt x="21600" y="18208"/>
                </a:lnTo>
                <a:lnTo>
                  <a:pt x="21600" y="19877"/>
                </a:lnTo>
                <a:lnTo>
                  <a:pt x="19337" y="20328"/>
                </a:lnTo>
                <a:lnTo>
                  <a:pt x="17334" y="20715"/>
                </a:lnTo>
                <a:lnTo>
                  <a:pt x="15571" y="21040"/>
                </a:lnTo>
                <a:lnTo>
                  <a:pt x="14023" y="21295"/>
                </a:lnTo>
                <a:lnTo>
                  <a:pt x="12671" y="21477"/>
                </a:lnTo>
                <a:lnTo>
                  <a:pt x="11494" y="21580"/>
                </a:lnTo>
                <a:lnTo>
                  <a:pt x="10468" y="21600"/>
                </a:lnTo>
                <a:lnTo>
                  <a:pt x="9572" y="21534"/>
                </a:lnTo>
                <a:lnTo>
                  <a:pt x="8785" y="21375"/>
                </a:lnTo>
                <a:lnTo>
                  <a:pt x="8085" y="21123"/>
                </a:lnTo>
                <a:lnTo>
                  <a:pt x="7449" y="20768"/>
                </a:lnTo>
                <a:lnTo>
                  <a:pt x="6855" y="20311"/>
                </a:lnTo>
                <a:lnTo>
                  <a:pt x="6283" y="19745"/>
                </a:lnTo>
                <a:lnTo>
                  <a:pt x="5710" y="19066"/>
                </a:lnTo>
                <a:lnTo>
                  <a:pt x="5116" y="18271"/>
                </a:lnTo>
                <a:lnTo>
                  <a:pt x="4477" y="17350"/>
                </a:lnTo>
                <a:lnTo>
                  <a:pt x="3772" y="16306"/>
                </a:lnTo>
                <a:lnTo>
                  <a:pt x="2527" y="12897"/>
                </a:lnTo>
                <a:lnTo>
                  <a:pt x="1591" y="10263"/>
                </a:lnTo>
                <a:lnTo>
                  <a:pt x="921" y="8213"/>
                </a:lnTo>
                <a:lnTo>
                  <a:pt x="472" y="6550"/>
                </a:lnTo>
                <a:lnTo>
                  <a:pt x="199" y="5089"/>
                </a:lnTo>
                <a:lnTo>
                  <a:pt x="59" y="3638"/>
                </a:lnTo>
                <a:lnTo>
                  <a:pt x="8" y="2004"/>
                </a:lnTo>
                <a:lnTo>
                  <a:pt x="0" y="0"/>
                </a:lnTo>
                <a:close/>
              </a:path>
            </a:pathLst>
          </a:custGeom>
          <a:solidFill>
            <a:srgbClr val="887AA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7" name="contour_06225"/>
          <p:cNvSpPr/>
          <p:nvPr/>
        </p:nvSpPr>
        <p:spPr>
          <a:xfrm>
            <a:off x="4433573" y="6041745"/>
            <a:ext cx="73492" cy="518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" y="0"/>
                </a:moveTo>
                <a:lnTo>
                  <a:pt x="476" y="1448"/>
                </a:lnTo>
                <a:lnTo>
                  <a:pt x="773" y="2918"/>
                </a:lnTo>
                <a:lnTo>
                  <a:pt x="1722" y="4761"/>
                </a:lnTo>
                <a:lnTo>
                  <a:pt x="2564" y="5836"/>
                </a:lnTo>
                <a:lnTo>
                  <a:pt x="3770" y="6552"/>
                </a:lnTo>
                <a:lnTo>
                  <a:pt x="5811" y="7330"/>
                </a:lnTo>
                <a:lnTo>
                  <a:pt x="7180" y="7542"/>
                </a:lnTo>
                <a:lnTo>
                  <a:pt x="8557" y="7755"/>
                </a:lnTo>
                <a:lnTo>
                  <a:pt x="9952" y="7970"/>
                </a:lnTo>
                <a:lnTo>
                  <a:pt x="11327" y="8198"/>
                </a:lnTo>
                <a:lnTo>
                  <a:pt x="12711" y="8429"/>
                </a:lnTo>
                <a:lnTo>
                  <a:pt x="14112" y="8659"/>
                </a:lnTo>
                <a:lnTo>
                  <a:pt x="15170" y="8808"/>
                </a:lnTo>
                <a:lnTo>
                  <a:pt x="16236" y="8957"/>
                </a:lnTo>
                <a:lnTo>
                  <a:pt x="17316" y="9109"/>
                </a:lnTo>
                <a:lnTo>
                  <a:pt x="17316" y="11116"/>
                </a:lnTo>
                <a:lnTo>
                  <a:pt x="17316" y="13135"/>
                </a:lnTo>
                <a:lnTo>
                  <a:pt x="17316" y="15181"/>
                </a:lnTo>
                <a:lnTo>
                  <a:pt x="18732" y="15181"/>
                </a:lnTo>
                <a:lnTo>
                  <a:pt x="20156" y="15181"/>
                </a:lnTo>
                <a:lnTo>
                  <a:pt x="21600" y="15181"/>
                </a:lnTo>
                <a:lnTo>
                  <a:pt x="21600" y="17188"/>
                </a:lnTo>
                <a:lnTo>
                  <a:pt x="21600" y="19207"/>
                </a:lnTo>
                <a:lnTo>
                  <a:pt x="21600" y="21254"/>
                </a:lnTo>
                <a:lnTo>
                  <a:pt x="20242" y="21287"/>
                </a:lnTo>
                <a:lnTo>
                  <a:pt x="18884" y="21318"/>
                </a:lnTo>
                <a:lnTo>
                  <a:pt x="17526" y="21348"/>
                </a:lnTo>
                <a:lnTo>
                  <a:pt x="16168" y="21375"/>
                </a:lnTo>
                <a:lnTo>
                  <a:pt x="14810" y="21400"/>
                </a:lnTo>
                <a:lnTo>
                  <a:pt x="13452" y="21421"/>
                </a:lnTo>
                <a:lnTo>
                  <a:pt x="12094" y="21442"/>
                </a:lnTo>
                <a:lnTo>
                  <a:pt x="11415" y="21463"/>
                </a:lnTo>
                <a:lnTo>
                  <a:pt x="9363" y="21521"/>
                </a:lnTo>
                <a:lnTo>
                  <a:pt x="8065" y="21536"/>
                </a:lnTo>
                <a:lnTo>
                  <a:pt x="6747" y="21551"/>
                </a:lnTo>
                <a:lnTo>
                  <a:pt x="5552" y="21576"/>
                </a:lnTo>
                <a:lnTo>
                  <a:pt x="4335" y="21600"/>
                </a:lnTo>
                <a:lnTo>
                  <a:pt x="3138" y="21351"/>
                </a:lnTo>
                <a:lnTo>
                  <a:pt x="2305" y="20917"/>
                </a:lnTo>
                <a:lnTo>
                  <a:pt x="1450" y="19979"/>
                </a:lnTo>
                <a:lnTo>
                  <a:pt x="180" y="18218"/>
                </a:lnTo>
                <a:lnTo>
                  <a:pt x="77" y="16089"/>
                </a:lnTo>
                <a:lnTo>
                  <a:pt x="19" y="14541"/>
                </a:lnTo>
                <a:lnTo>
                  <a:pt x="0" y="13126"/>
                </a:lnTo>
                <a:lnTo>
                  <a:pt x="11" y="11401"/>
                </a:lnTo>
                <a:lnTo>
                  <a:pt x="47" y="8921"/>
                </a:lnTo>
                <a:lnTo>
                  <a:pt x="66" y="7254"/>
                </a:lnTo>
                <a:lnTo>
                  <a:pt x="86" y="5578"/>
                </a:lnTo>
                <a:lnTo>
                  <a:pt x="105" y="3877"/>
                </a:lnTo>
                <a:lnTo>
                  <a:pt x="141" y="1952"/>
                </a:lnTo>
                <a:lnTo>
                  <a:pt x="180" y="0"/>
                </a:lnTo>
                <a:close/>
              </a:path>
            </a:pathLst>
          </a:custGeom>
          <a:solidFill>
            <a:srgbClr val="3F3C36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8" name="contour_06226"/>
          <p:cNvSpPr/>
          <p:nvPr/>
        </p:nvSpPr>
        <p:spPr>
          <a:xfrm>
            <a:off x="4128090" y="5932425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983" y="166"/>
                </a:lnTo>
                <a:lnTo>
                  <a:pt x="5588" y="318"/>
                </a:lnTo>
                <a:lnTo>
                  <a:pt x="6193" y="469"/>
                </a:lnTo>
                <a:lnTo>
                  <a:pt x="6860" y="635"/>
                </a:lnTo>
                <a:lnTo>
                  <a:pt x="7649" y="832"/>
                </a:lnTo>
                <a:lnTo>
                  <a:pt x="8618" y="1074"/>
                </a:lnTo>
                <a:lnTo>
                  <a:pt x="9828" y="1378"/>
                </a:lnTo>
                <a:lnTo>
                  <a:pt x="11340" y="1756"/>
                </a:lnTo>
                <a:lnTo>
                  <a:pt x="13213" y="2223"/>
                </a:lnTo>
                <a:lnTo>
                  <a:pt x="15509" y="2797"/>
                </a:lnTo>
                <a:lnTo>
                  <a:pt x="18284" y="3491"/>
                </a:lnTo>
                <a:lnTo>
                  <a:pt x="21600" y="4320"/>
                </a:lnTo>
                <a:lnTo>
                  <a:pt x="21244" y="5746"/>
                </a:lnTo>
                <a:lnTo>
                  <a:pt x="20887" y="7173"/>
                </a:lnTo>
                <a:lnTo>
                  <a:pt x="20529" y="8608"/>
                </a:lnTo>
                <a:lnTo>
                  <a:pt x="20168" y="10048"/>
                </a:lnTo>
                <a:lnTo>
                  <a:pt x="19805" y="11498"/>
                </a:lnTo>
                <a:lnTo>
                  <a:pt x="19440" y="12960"/>
                </a:lnTo>
                <a:lnTo>
                  <a:pt x="17952" y="13265"/>
                </a:lnTo>
                <a:lnTo>
                  <a:pt x="16893" y="13366"/>
                </a:lnTo>
                <a:lnTo>
                  <a:pt x="15757" y="13265"/>
                </a:lnTo>
                <a:lnTo>
                  <a:pt x="14040" y="12960"/>
                </a:lnTo>
                <a:lnTo>
                  <a:pt x="12310" y="12809"/>
                </a:lnTo>
                <a:lnTo>
                  <a:pt x="11169" y="12757"/>
                </a:lnTo>
                <a:lnTo>
                  <a:pt x="10115" y="12809"/>
                </a:lnTo>
                <a:lnTo>
                  <a:pt x="8640" y="12960"/>
                </a:lnTo>
                <a:lnTo>
                  <a:pt x="7893" y="14329"/>
                </a:lnTo>
                <a:lnTo>
                  <a:pt x="7348" y="15708"/>
                </a:lnTo>
                <a:lnTo>
                  <a:pt x="6972" y="17109"/>
                </a:lnTo>
                <a:lnTo>
                  <a:pt x="6726" y="18548"/>
                </a:lnTo>
                <a:lnTo>
                  <a:pt x="6575" y="20040"/>
                </a:lnTo>
                <a:lnTo>
                  <a:pt x="6480" y="21600"/>
                </a:lnTo>
                <a:lnTo>
                  <a:pt x="5197" y="21172"/>
                </a:lnTo>
                <a:lnTo>
                  <a:pt x="3910" y="20742"/>
                </a:lnTo>
                <a:lnTo>
                  <a:pt x="2618" y="20313"/>
                </a:lnTo>
                <a:lnTo>
                  <a:pt x="1315" y="19878"/>
                </a:lnTo>
                <a:lnTo>
                  <a:pt x="0" y="19440"/>
                </a:lnTo>
                <a:lnTo>
                  <a:pt x="1428" y="19440"/>
                </a:lnTo>
                <a:lnTo>
                  <a:pt x="2864" y="19440"/>
                </a:lnTo>
                <a:lnTo>
                  <a:pt x="4320" y="19440"/>
                </a:lnTo>
                <a:lnTo>
                  <a:pt x="4320" y="17960"/>
                </a:lnTo>
                <a:lnTo>
                  <a:pt x="4320" y="16479"/>
                </a:lnTo>
                <a:lnTo>
                  <a:pt x="4320" y="14997"/>
                </a:lnTo>
                <a:lnTo>
                  <a:pt x="4320" y="13513"/>
                </a:lnTo>
                <a:lnTo>
                  <a:pt x="4320" y="12027"/>
                </a:lnTo>
                <a:lnTo>
                  <a:pt x="4320" y="10539"/>
                </a:lnTo>
                <a:lnTo>
                  <a:pt x="4320" y="9046"/>
                </a:lnTo>
                <a:lnTo>
                  <a:pt x="4320" y="7551"/>
                </a:lnTo>
                <a:lnTo>
                  <a:pt x="4320" y="6052"/>
                </a:lnTo>
                <a:lnTo>
                  <a:pt x="4320" y="4547"/>
                </a:lnTo>
                <a:lnTo>
                  <a:pt x="4320" y="3037"/>
                </a:lnTo>
                <a:lnTo>
                  <a:pt x="4320" y="1523"/>
                </a:lnTo>
                <a:lnTo>
                  <a:pt x="4320" y="0"/>
                </a:lnTo>
                <a:close/>
              </a:path>
            </a:pathLst>
          </a:custGeom>
          <a:solidFill>
            <a:srgbClr val="34332D"/>
          </a:solidFill>
          <a:ln>
            <a:noFill/>
          </a:ln>
        </p:spPr>
        <p:txBody>
          <a:bodyPr/>
          <a:lstStyle/>
          <a:p/>
        </p:txBody>
      </p:sp>
      <p:sp>
        <p:nvSpPr>
          <p:cNvPr id="6229" name="contour_06227"/>
          <p:cNvSpPr/>
          <p:nvPr/>
        </p:nvSpPr>
        <p:spPr>
          <a:xfrm>
            <a:off x="693704" y="5867088"/>
            <a:ext cx="46840" cy="799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59" y="53"/>
                </a:moveTo>
                <a:lnTo>
                  <a:pt x="19116" y="1152"/>
                </a:lnTo>
                <a:lnTo>
                  <a:pt x="20494" y="1909"/>
                </a:lnTo>
                <a:lnTo>
                  <a:pt x="21163" y="2677"/>
                </a:lnTo>
                <a:lnTo>
                  <a:pt x="21600" y="3808"/>
                </a:lnTo>
                <a:lnTo>
                  <a:pt x="21593" y="4891"/>
                </a:lnTo>
                <a:lnTo>
                  <a:pt x="21556" y="5742"/>
                </a:lnTo>
                <a:lnTo>
                  <a:pt x="21462" y="6650"/>
                </a:lnTo>
                <a:lnTo>
                  <a:pt x="21274" y="7901"/>
                </a:lnTo>
                <a:lnTo>
                  <a:pt x="20965" y="9781"/>
                </a:lnTo>
                <a:lnTo>
                  <a:pt x="18747" y="9781"/>
                </a:lnTo>
                <a:lnTo>
                  <a:pt x="16512" y="9781"/>
                </a:lnTo>
                <a:lnTo>
                  <a:pt x="14243" y="9781"/>
                </a:lnTo>
                <a:lnTo>
                  <a:pt x="14616" y="11083"/>
                </a:lnTo>
                <a:lnTo>
                  <a:pt x="14986" y="12383"/>
                </a:lnTo>
                <a:lnTo>
                  <a:pt x="15356" y="13687"/>
                </a:lnTo>
                <a:lnTo>
                  <a:pt x="15725" y="14993"/>
                </a:lnTo>
                <a:lnTo>
                  <a:pt x="16098" y="16303"/>
                </a:lnTo>
                <a:lnTo>
                  <a:pt x="16471" y="17617"/>
                </a:lnTo>
                <a:lnTo>
                  <a:pt x="16848" y="18939"/>
                </a:lnTo>
                <a:lnTo>
                  <a:pt x="17228" y="20266"/>
                </a:lnTo>
                <a:lnTo>
                  <a:pt x="17604" y="21600"/>
                </a:lnTo>
                <a:lnTo>
                  <a:pt x="15913" y="20698"/>
                </a:lnTo>
                <a:lnTo>
                  <a:pt x="14226" y="19790"/>
                </a:lnTo>
                <a:lnTo>
                  <a:pt x="12546" y="18878"/>
                </a:lnTo>
                <a:lnTo>
                  <a:pt x="10872" y="17964"/>
                </a:lnTo>
                <a:lnTo>
                  <a:pt x="9202" y="17046"/>
                </a:lnTo>
                <a:lnTo>
                  <a:pt x="7643" y="16199"/>
                </a:lnTo>
                <a:lnTo>
                  <a:pt x="6070" y="15346"/>
                </a:lnTo>
                <a:lnTo>
                  <a:pt x="4480" y="14481"/>
                </a:lnTo>
                <a:lnTo>
                  <a:pt x="2679" y="13125"/>
                </a:lnTo>
                <a:lnTo>
                  <a:pt x="1546" y="12144"/>
                </a:lnTo>
                <a:lnTo>
                  <a:pt x="864" y="11262"/>
                </a:lnTo>
                <a:lnTo>
                  <a:pt x="420" y="10200"/>
                </a:lnTo>
                <a:lnTo>
                  <a:pt x="0" y="8681"/>
                </a:lnTo>
                <a:lnTo>
                  <a:pt x="531" y="7188"/>
                </a:lnTo>
                <a:lnTo>
                  <a:pt x="1220" y="5925"/>
                </a:lnTo>
                <a:lnTo>
                  <a:pt x="2090" y="4830"/>
                </a:lnTo>
                <a:lnTo>
                  <a:pt x="3176" y="3843"/>
                </a:lnTo>
                <a:lnTo>
                  <a:pt x="4500" y="2906"/>
                </a:lnTo>
                <a:lnTo>
                  <a:pt x="6090" y="1958"/>
                </a:lnTo>
                <a:lnTo>
                  <a:pt x="7969" y="938"/>
                </a:lnTo>
                <a:lnTo>
                  <a:pt x="9743" y="359"/>
                </a:lnTo>
                <a:lnTo>
                  <a:pt x="11229" y="73"/>
                </a:lnTo>
                <a:lnTo>
                  <a:pt x="13232" y="0"/>
                </a:lnTo>
                <a:lnTo>
                  <a:pt x="16559" y="53"/>
                </a:lnTo>
                <a:close/>
              </a:path>
            </a:pathLst>
          </a:custGeom>
          <a:solidFill>
            <a:srgbClr val="7E8185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0" name="contour_06228"/>
          <p:cNvSpPr/>
          <p:nvPr/>
        </p:nvSpPr>
        <p:spPr>
          <a:xfrm>
            <a:off x="10651323" y="5808529"/>
            <a:ext cx="7995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08" y="0"/>
                </a:moveTo>
                <a:lnTo>
                  <a:pt x="4048" y="1181"/>
                </a:lnTo>
                <a:lnTo>
                  <a:pt x="4292" y="2381"/>
                </a:lnTo>
                <a:lnTo>
                  <a:pt x="5028" y="3581"/>
                </a:lnTo>
                <a:lnTo>
                  <a:pt x="5777" y="4800"/>
                </a:lnTo>
                <a:lnTo>
                  <a:pt x="7149" y="4958"/>
                </a:lnTo>
                <a:lnTo>
                  <a:pt x="8476" y="5071"/>
                </a:lnTo>
                <a:lnTo>
                  <a:pt x="9781" y="5143"/>
                </a:lnTo>
                <a:lnTo>
                  <a:pt x="11086" y="5170"/>
                </a:lnTo>
                <a:lnTo>
                  <a:pt x="12410" y="5155"/>
                </a:lnTo>
                <a:lnTo>
                  <a:pt x="13774" y="5100"/>
                </a:lnTo>
                <a:lnTo>
                  <a:pt x="14892" y="5066"/>
                </a:lnTo>
                <a:lnTo>
                  <a:pt x="16024" y="5035"/>
                </a:lnTo>
                <a:lnTo>
                  <a:pt x="17400" y="4987"/>
                </a:lnTo>
                <a:lnTo>
                  <a:pt x="18777" y="4930"/>
                </a:lnTo>
                <a:lnTo>
                  <a:pt x="20153" y="4867"/>
                </a:lnTo>
                <a:lnTo>
                  <a:pt x="21527" y="4800"/>
                </a:lnTo>
                <a:lnTo>
                  <a:pt x="21600" y="6691"/>
                </a:lnTo>
                <a:lnTo>
                  <a:pt x="21600" y="8398"/>
                </a:lnTo>
                <a:lnTo>
                  <a:pt x="21504" y="9962"/>
                </a:lnTo>
                <a:lnTo>
                  <a:pt x="21289" y="11431"/>
                </a:lnTo>
                <a:lnTo>
                  <a:pt x="20935" y="12850"/>
                </a:lnTo>
                <a:lnTo>
                  <a:pt x="20421" y="14263"/>
                </a:lnTo>
                <a:lnTo>
                  <a:pt x="19722" y="15715"/>
                </a:lnTo>
                <a:lnTo>
                  <a:pt x="18820" y="17251"/>
                </a:lnTo>
                <a:lnTo>
                  <a:pt x="18066" y="18492"/>
                </a:lnTo>
                <a:lnTo>
                  <a:pt x="17298" y="19752"/>
                </a:lnTo>
                <a:lnTo>
                  <a:pt x="16448" y="20654"/>
                </a:lnTo>
                <a:lnTo>
                  <a:pt x="15731" y="21202"/>
                </a:lnTo>
                <a:lnTo>
                  <a:pt x="14878" y="21482"/>
                </a:lnTo>
                <a:lnTo>
                  <a:pt x="13618" y="21586"/>
                </a:lnTo>
                <a:lnTo>
                  <a:pt x="11683" y="21600"/>
                </a:lnTo>
                <a:lnTo>
                  <a:pt x="11329" y="20050"/>
                </a:lnTo>
                <a:lnTo>
                  <a:pt x="11057" y="18504"/>
                </a:lnTo>
                <a:lnTo>
                  <a:pt x="10846" y="16961"/>
                </a:lnTo>
                <a:lnTo>
                  <a:pt x="10679" y="15403"/>
                </a:lnTo>
                <a:lnTo>
                  <a:pt x="10533" y="13829"/>
                </a:lnTo>
                <a:lnTo>
                  <a:pt x="10391" y="12226"/>
                </a:lnTo>
                <a:lnTo>
                  <a:pt x="10055" y="10922"/>
                </a:lnTo>
                <a:lnTo>
                  <a:pt x="9714" y="9600"/>
                </a:lnTo>
                <a:lnTo>
                  <a:pt x="8413" y="9600"/>
                </a:lnTo>
                <a:lnTo>
                  <a:pt x="7104" y="9600"/>
                </a:lnTo>
                <a:lnTo>
                  <a:pt x="5777" y="9600"/>
                </a:lnTo>
                <a:lnTo>
                  <a:pt x="5777" y="11184"/>
                </a:lnTo>
                <a:lnTo>
                  <a:pt x="5777" y="12770"/>
                </a:lnTo>
                <a:lnTo>
                  <a:pt x="5777" y="14364"/>
                </a:lnTo>
                <a:lnTo>
                  <a:pt x="5777" y="15965"/>
                </a:lnTo>
                <a:lnTo>
                  <a:pt x="5777" y="17575"/>
                </a:lnTo>
                <a:lnTo>
                  <a:pt x="5777" y="19200"/>
                </a:lnTo>
                <a:lnTo>
                  <a:pt x="4475" y="19200"/>
                </a:lnTo>
                <a:lnTo>
                  <a:pt x="3166" y="19200"/>
                </a:lnTo>
                <a:lnTo>
                  <a:pt x="1839" y="19200"/>
                </a:lnTo>
                <a:lnTo>
                  <a:pt x="1266" y="17537"/>
                </a:lnTo>
                <a:lnTo>
                  <a:pt x="776" y="15994"/>
                </a:lnTo>
                <a:lnTo>
                  <a:pt x="392" y="14527"/>
                </a:lnTo>
                <a:lnTo>
                  <a:pt x="126" y="13092"/>
                </a:lnTo>
                <a:lnTo>
                  <a:pt x="0" y="11650"/>
                </a:lnTo>
                <a:lnTo>
                  <a:pt x="32" y="10152"/>
                </a:lnTo>
                <a:lnTo>
                  <a:pt x="236" y="8558"/>
                </a:lnTo>
                <a:lnTo>
                  <a:pt x="632" y="6826"/>
                </a:lnTo>
                <a:lnTo>
                  <a:pt x="1225" y="5424"/>
                </a:lnTo>
                <a:lnTo>
                  <a:pt x="1833" y="4044"/>
                </a:lnTo>
                <a:lnTo>
                  <a:pt x="2463" y="2683"/>
                </a:lnTo>
                <a:lnTo>
                  <a:pt x="3121" y="1337"/>
                </a:lnTo>
                <a:lnTo>
                  <a:pt x="3808" y="0"/>
                </a:lnTo>
                <a:close/>
              </a:path>
            </a:pathLst>
          </a:custGeom>
          <a:solidFill>
            <a:srgbClr val="67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1" name="contour_06229"/>
          <p:cNvSpPr/>
          <p:nvPr/>
        </p:nvSpPr>
        <p:spPr>
          <a:xfrm>
            <a:off x="1970844" y="5779377"/>
            <a:ext cx="874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838" y="1143"/>
                </a:lnTo>
                <a:lnTo>
                  <a:pt x="10877" y="2301"/>
                </a:lnTo>
                <a:lnTo>
                  <a:pt x="11002" y="3725"/>
                </a:lnTo>
                <a:lnTo>
                  <a:pt x="11137" y="5070"/>
                </a:lnTo>
                <a:lnTo>
                  <a:pt x="11302" y="6350"/>
                </a:lnTo>
                <a:lnTo>
                  <a:pt x="11513" y="7572"/>
                </a:lnTo>
                <a:lnTo>
                  <a:pt x="11788" y="8750"/>
                </a:lnTo>
                <a:lnTo>
                  <a:pt x="12145" y="9891"/>
                </a:lnTo>
                <a:lnTo>
                  <a:pt x="12598" y="11006"/>
                </a:lnTo>
                <a:lnTo>
                  <a:pt x="13169" y="12110"/>
                </a:lnTo>
                <a:lnTo>
                  <a:pt x="13871" y="13207"/>
                </a:lnTo>
                <a:lnTo>
                  <a:pt x="14724" y="14313"/>
                </a:lnTo>
                <a:lnTo>
                  <a:pt x="15682" y="15124"/>
                </a:lnTo>
                <a:lnTo>
                  <a:pt x="16643" y="15917"/>
                </a:lnTo>
                <a:lnTo>
                  <a:pt x="17611" y="16693"/>
                </a:lnTo>
                <a:lnTo>
                  <a:pt x="18587" y="17453"/>
                </a:lnTo>
                <a:lnTo>
                  <a:pt x="19577" y="18195"/>
                </a:lnTo>
                <a:lnTo>
                  <a:pt x="20579" y="18924"/>
                </a:lnTo>
                <a:lnTo>
                  <a:pt x="21600" y="19636"/>
                </a:lnTo>
                <a:lnTo>
                  <a:pt x="20342" y="20169"/>
                </a:lnTo>
                <a:lnTo>
                  <a:pt x="19179" y="20628"/>
                </a:lnTo>
                <a:lnTo>
                  <a:pt x="18056" y="21005"/>
                </a:lnTo>
                <a:lnTo>
                  <a:pt x="16920" y="21298"/>
                </a:lnTo>
                <a:lnTo>
                  <a:pt x="15719" y="21498"/>
                </a:lnTo>
                <a:lnTo>
                  <a:pt x="14400" y="21600"/>
                </a:lnTo>
                <a:lnTo>
                  <a:pt x="13331" y="21036"/>
                </a:lnTo>
                <a:lnTo>
                  <a:pt x="12312" y="20416"/>
                </a:lnTo>
                <a:lnTo>
                  <a:pt x="11335" y="19744"/>
                </a:lnTo>
                <a:lnTo>
                  <a:pt x="10390" y="19026"/>
                </a:lnTo>
                <a:lnTo>
                  <a:pt x="9468" y="18270"/>
                </a:lnTo>
                <a:lnTo>
                  <a:pt x="8561" y="17480"/>
                </a:lnTo>
                <a:lnTo>
                  <a:pt x="7657" y="16665"/>
                </a:lnTo>
                <a:lnTo>
                  <a:pt x="6750" y="15831"/>
                </a:lnTo>
                <a:lnTo>
                  <a:pt x="5765" y="14973"/>
                </a:lnTo>
                <a:lnTo>
                  <a:pt x="4766" y="14103"/>
                </a:lnTo>
                <a:lnTo>
                  <a:pt x="3805" y="13257"/>
                </a:lnTo>
                <a:lnTo>
                  <a:pt x="2848" y="12404"/>
                </a:lnTo>
                <a:lnTo>
                  <a:pt x="1895" y="11546"/>
                </a:lnTo>
                <a:lnTo>
                  <a:pt x="945" y="10684"/>
                </a:lnTo>
                <a:lnTo>
                  <a:pt x="0" y="9818"/>
                </a:lnTo>
                <a:lnTo>
                  <a:pt x="893" y="9453"/>
                </a:lnTo>
                <a:lnTo>
                  <a:pt x="1800" y="9082"/>
                </a:lnTo>
                <a:lnTo>
                  <a:pt x="2248" y="8777"/>
                </a:lnTo>
                <a:lnTo>
                  <a:pt x="3600" y="7855"/>
                </a:lnTo>
                <a:lnTo>
                  <a:pt x="3600" y="6557"/>
                </a:lnTo>
                <a:lnTo>
                  <a:pt x="3600" y="5251"/>
                </a:lnTo>
                <a:lnTo>
                  <a:pt x="3600" y="3927"/>
                </a:lnTo>
                <a:lnTo>
                  <a:pt x="5312" y="2472"/>
                </a:lnTo>
                <a:lnTo>
                  <a:pt x="6584" y="1431"/>
                </a:lnTo>
                <a:lnTo>
                  <a:pt x="7547" y="732"/>
                </a:lnTo>
                <a:lnTo>
                  <a:pt x="8323" y="308"/>
                </a:lnTo>
                <a:lnTo>
                  <a:pt x="9041" y="92"/>
                </a:lnTo>
                <a:lnTo>
                  <a:pt x="9824" y="12"/>
                </a:lnTo>
                <a:lnTo>
                  <a:pt x="10800" y="0"/>
                </a:lnTo>
                <a:close/>
              </a:path>
            </a:pathLst>
          </a:custGeom>
          <a:solidFill>
            <a:srgbClr val="473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2" name="contour_06230"/>
          <p:cNvSpPr/>
          <p:nvPr/>
        </p:nvSpPr>
        <p:spPr>
          <a:xfrm>
            <a:off x="4018770" y="5772089"/>
            <a:ext cx="72880" cy="437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05" y="403"/>
                </a:lnTo>
                <a:lnTo>
                  <a:pt x="11971" y="781"/>
                </a:lnTo>
                <a:lnTo>
                  <a:pt x="12623" y="1212"/>
                </a:lnTo>
                <a:lnTo>
                  <a:pt x="13487" y="1788"/>
                </a:lnTo>
                <a:lnTo>
                  <a:pt x="14690" y="2590"/>
                </a:lnTo>
                <a:lnTo>
                  <a:pt x="16358" y="3702"/>
                </a:lnTo>
                <a:lnTo>
                  <a:pt x="18619" y="5209"/>
                </a:lnTo>
                <a:lnTo>
                  <a:pt x="21600" y="7195"/>
                </a:lnTo>
                <a:lnTo>
                  <a:pt x="21028" y="11081"/>
                </a:lnTo>
                <a:lnTo>
                  <a:pt x="20568" y="13934"/>
                </a:lnTo>
                <a:lnTo>
                  <a:pt x="20142" y="16013"/>
                </a:lnTo>
                <a:lnTo>
                  <a:pt x="19675" y="17563"/>
                </a:lnTo>
                <a:lnTo>
                  <a:pt x="19094" y="18844"/>
                </a:lnTo>
                <a:lnTo>
                  <a:pt x="18321" y="20100"/>
                </a:lnTo>
                <a:lnTo>
                  <a:pt x="17280" y="21586"/>
                </a:lnTo>
                <a:lnTo>
                  <a:pt x="15803" y="21600"/>
                </a:lnTo>
                <a:lnTo>
                  <a:pt x="14338" y="21539"/>
                </a:lnTo>
                <a:lnTo>
                  <a:pt x="12887" y="21409"/>
                </a:lnTo>
                <a:lnTo>
                  <a:pt x="11446" y="21211"/>
                </a:lnTo>
                <a:lnTo>
                  <a:pt x="10014" y="20956"/>
                </a:lnTo>
                <a:lnTo>
                  <a:pt x="8586" y="20647"/>
                </a:lnTo>
                <a:lnTo>
                  <a:pt x="7160" y="20287"/>
                </a:lnTo>
                <a:lnTo>
                  <a:pt x="5735" y="19888"/>
                </a:lnTo>
                <a:lnTo>
                  <a:pt x="4309" y="19452"/>
                </a:lnTo>
                <a:lnTo>
                  <a:pt x="2879" y="18988"/>
                </a:lnTo>
                <a:lnTo>
                  <a:pt x="1445" y="18495"/>
                </a:lnTo>
                <a:lnTo>
                  <a:pt x="0" y="17988"/>
                </a:lnTo>
                <a:lnTo>
                  <a:pt x="0" y="15614"/>
                </a:lnTo>
                <a:lnTo>
                  <a:pt x="0" y="13236"/>
                </a:lnTo>
                <a:lnTo>
                  <a:pt x="0" y="10847"/>
                </a:lnTo>
                <a:lnTo>
                  <a:pt x="0" y="8447"/>
                </a:lnTo>
                <a:lnTo>
                  <a:pt x="0" y="6033"/>
                </a:lnTo>
                <a:lnTo>
                  <a:pt x="0" y="3598"/>
                </a:lnTo>
                <a:lnTo>
                  <a:pt x="605" y="3799"/>
                </a:lnTo>
                <a:lnTo>
                  <a:pt x="1171" y="3986"/>
                </a:lnTo>
                <a:lnTo>
                  <a:pt x="1823" y="4206"/>
                </a:lnTo>
                <a:lnTo>
                  <a:pt x="2687" y="4493"/>
                </a:lnTo>
                <a:lnTo>
                  <a:pt x="3890" y="4893"/>
                </a:lnTo>
                <a:lnTo>
                  <a:pt x="5558" y="5450"/>
                </a:lnTo>
                <a:lnTo>
                  <a:pt x="7819" y="6202"/>
                </a:lnTo>
                <a:lnTo>
                  <a:pt x="10800" y="7195"/>
                </a:lnTo>
                <a:lnTo>
                  <a:pt x="10800" y="4817"/>
                </a:lnTo>
                <a:lnTo>
                  <a:pt x="10800" y="2425"/>
                </a:lnTo>
                <a:lnTo>
                  <a:pt x="10800" y="0"/>
                </a:lnTo>
                <a:close/>
              </a:path>
            </a:pathLst>
          </a:custGeom>
          <a:solidFill>
            <a:srgbClr val="454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3" name="contour_06231"/>
          <p:cNvSpPr/>
          <p:nvPr/>
        </p:nvSpPr>
        <p:spPr>
          <a:xfrm>
            <a:off x="5323321" y="5757513"/>
            <a:ext cx="52503" cy="742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90" y="0"/>
                </a:moveTo>
                <a:lnTo>
                  <a:pt x="19477" y="0"/>
                </a:lnTo>
                <a:lnTo>
                  <a:pt x="20988" y="0"/>
                </a:lnTo>
                <a:lnTo>
                  <a:pt x="21207" y="3147"/>
                </a:lnTo>
                <a:lnTo>
                  <a:pt x="21381" y="5823"/>
                </a:lnTo>
                <a:lnTo>
                  <a:pt x="21510" y="8080"/>
                </a:lnTo>
                <a:lnTo>
                  <a:pt x="21585" y="9968"/>
                </a:lnTo>
                <a:lnTo>
                  <a:pt x="21600" y="11541"/>
                </a:lnTo>
                <a:lnTo>
                  <a:pt x="21552" y="12848"/>
                </a:lnTo>
                <a:lnTo>
                  <a:pt x="21432" y="13944"/>
                </a:lnTo>
                <a:lnTo>
                  <a:pt x="21237" y="14878"/>
                </a:lnTo>
                <a:lnTo>
                  <a:pt x="20961" y="15703"/>
                </a:lnTo>
                <a:lnTo>
                  <a:pt x="20599" y="16470"/>
                </a:lnTo>
                <a:lnTo>
                  <a:pt x="20140" y="17230"/>
                </a:lnTo>
                <a:lnTo>
                  <a:pt x="19585" y="18036"/>
                </a:lnTo>
                <a:lnTo>
                  <a:pt x="18925" y="18941"/>
                </a:lnTo>
                <a:lnTo>
                  <a:pt x="16956" y="19930"/>
                </a:lnTo>
                <a:lnTo>
                  <a:pt x="14992" y="20655"/>
                </a:lnTo>
                <a:lnTo>
                  <a:pt x="13016" y="21153"/>
                </a:lnTo>
                <a:lnTo>
                  <a:pt x="11010" y="21452"/>
                </a:lnTo>
                <a:lnTo>
                  <a:pt x="8962" y="21592"/>
                </a:lnTo>
                <a:lnTo>
                  <a:pt x="6854" y="21600"/>
                </a:lnTo>
                <a:lnTo>
                  <a:pt x="4668" y="21515"/>
                </a:lnTo>
                <a:lnTo>
                  <a:pt x="2390" y="21367"/>
                </a:lnTo>
                <a:lnTo>
                  <a:pt x="0" y="21191"/>
                </a:lnTo>
                <a:lnTo>
                  <a:pt x="414" y="19667"/>
                </a:lnTo>
                <a:lnTo>
                  <a:pt x="882" y="18184"/>
                </a:lnTo>
                <a:lnTo>
                  <a:pt x="1412" y="16735"/>
                </a:lnTo>
                <a:lnTo>
                  <a:pt x="2015" y="15323"/>
                </a:lnTo>
                <a:lnTo>
                  <a:pt x="2696" y="13948"/>
                </a:lnTo>
                <a:lnTo>
                  <a:pt x="3466" y="12611"/>
                </a:lnTo>
                <a:lnTo>
                  <a:pt x="4330" y="11308"/>
                </a:lnTo>
                <a:lnTo>
                  <a:pt x="5298" y="10040"/>
                </a:lnTo>
                <a:lnTo>
                  <a:pt x="6380" y="8809"/>
                </a:lnTo>
                <a:lnTo>
                  <a:pt x="7580" y="7614"/>
                </a:lnTo>
                <a:lnTo>
                  <a:pt x="8911" y="6455"/>
                </a:lnTo>
                <a:lnTo>
                  <a:pt x="10380" y="5330"/>
                </a:lnTo>
                <a:lnTo>
                  <a:pt x="11993" y="4238"/>
                </a:lnTo>
                <a:lnTo>
                  <a:pt x="13975" y="4238"/>
                </a:lnTo>
                <a:lnTo>
                  <a:pt x="15969" y="4238"/>
                </a:lnTo>
                <a:lnTo>
                  <a:pt x="17990" y="4238"/>
                </a:lnTo>
                <a:lnTo>
                  <a:pt x="17990" y="2837"/>
                </a:lnTo>
                <a:lnTo>
                  <a:pt x="17990" y="1428"/>
                </a:lnTo>
                <a:lnTo>
                  <a:pt x="17990" y="0"/>
                </a:lnTo>
                <a:close/>
              </a:path>
            </a:pathLst>
          </a:custGeom>
          <a:solidFill>
            <a:srgbClr val="9A7E42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4" name="contour_06232"/>
          <p:cNvSpPr/>
          <p:nvPr/>
        </p:nvSpPr>
        <p:spPr>
          <a:xfrm>
            <a:off x="927838" y="5750123"/>
            <a:ext cx="73703" cy="729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"/>
                </a:moveTo>
                <a:lnTo>
                  <a:pt x="21391" y="1506"/>
                </a:lnTo>
                <a:lnTo>
                  <a:pt x="21175" y="2580"/>
                </a:lnTo>
                <a:lnTo>
                  <a:pt x="20850" y="3563"/>
                </a:lnTo>
                <a:lnTo>
                  <a:pt x="20314" y="4767"/>
                </a:lnTo>
                <a:lnTo>
                  <a:pt x="19464" y="6501"/>
                </a:lnTo>
                <a:lnTo>
                  <a:pt x="18005" y="7099"/>
                </a:lnTo>
                <a:lnTo>
                  <a:pt x="16963" y="7496"/>
                </a:lnTo>
                <a:lnTo>
                  <a:pt x="15835" y="7867"/>
                </a:lnTo>
                <a:lnTo>
                  <a:pt x="14124" y="8388"/>
                </a:lnTo>
                <a:lnTo>
                  <a:pt x="12414" y="8975"/>
                </a:lnTo>
                <a:lnTo>
                  <a:pt x="11286" y="9424"/>
                </a:lnTo>
                <a:lnTo>
                  <a:pt x="10244" y="9961"/>
                </a:lnTo>
                <a:lnTo>
                  <a:pt x="8785" y="10815"/>
                </a:lnTo>
                <a:lnTo>
                  <a:pt x="8249" y="12139"/>
                </a:lnTo>
                <a:lnTo>
                  <a:pt x="7813" y="13455"/>
                </a:lnTo>
                <a:lnTo>
                  <a:pt x="7463" y="14769"/>
                </a:lnTo>
                <a:lnTo>
                  <a:pt x="7189" y="16091"/>
                </a:lnTo>
                <a:lnTo>
                  <a:pt x="6982" y="17426"/>
                </a:lnTo>
                <a:lnTo>
                  <a:pt x="6830" y="18785"/>
                </a:lnTo>
                <a:lnTo>
                  <a:pt x="6722" y="20174"/>
                </a:lnTo>
                <a:lnTo>
                  <a:pt x="6649" y="21600"/>
                </a:lnTo>
                <a:lnTo>
                  <a:pt x="5229" y="21018"/>
                </a:lnTo>
                <a:lnTo>
                  <a:pt x="4188" y="20541"/>
                </a:lnTo>
                <a:lnTo>
                  <a:pt x="3345" y="20049"/>
                </a:lnTo>
                <a:lnTo>
                  <a:pt x="2527" y="19424"/>
                </a:lnTo>
                <a:lnTo>
                  <a:pt x="1551" y="18541"/>
                </a:lnTo>
                <a:lnTo>
                  <a:pt x="241" y="17286"/>
                </a:lnTo>
                <a:lnTo>
                  <a:pt x="75" y="15716"/>
                </a:lnTo>
                <a:lnTo>
                  <a:pt x="0" y="14210"/>
                </a:lnTo>
                <a:lnTo>
                  <a:pt x="23" y="12752"/>
                </a:lnTo>
                <a:lnTo>
                  <a:pt x="147" y="11333"/>
                </a:lnTo>
                <a:lnTo>
                  <a:pt x="374" y="9937"/>
                </a:lnTo>
                <a:lnTo>
                  <a:pt x="707" y="8552"/>
                </a:lnTo>
                <a:lnTo>
                  <a:pt x="1151" y="7168"/>
                </a:lnTo>
                <a:lnTo>
                  <a:pt x="1707" y="5770"/>
                </a:lnTo>
                <a:lnTo>
                  <a:pt x="2377" y="4344"/>
                </a:lnTo>
                <a:lnTo>
                  <a:pt x="3755" y="3516"/>
                </a:lnTo>
                <a:lnTo>
                  <a:pt x="5147" y="2791"/>
                </a:lnTo>
                <a:lnTo>
                  <a:pt x="6557" y="2168"/>
                </a:lnTo>
                <a:lnTo>
                  <a:pt x="7982" y="1635"/>
                </a:lnTo>
                <a:lnTo>
                  <a:pt x="9423" y="1191"/>
                </a:lnTo>
                <a:lnTo>
                  <a:pt x="10882" y="826"/>
                </a:lnTo>
                <a:lnTo>
                  <a:pt x="12360" y="537"/>
                </a:lnTo>
                <a:lnTo>
                  <a:pt x="13853" y="317"/>
                </a:lnTo>
                <a:lnTo>
                  <a:pt x="15365" y="160"/>
                </a:lnTo>
                <a:lnTo>
                  <a:pt x="16897" y="56"/>
                </a:lnTo>
                <a:lnTo>
                  <a:pt x="18445" y="6"/>
                </a:lnTo>
                <a:lnTo>
                  <a:pt x="20013" y="0"/>
                </a:lnTo>
                <a:lnTo>
                  <a:pt x="21600" y="30"/>
                </a:lnTo>
                <a:close/>
              </a:path>
            </a:pathLst>
          </a:custGeom>
          <a:solidFill>
            <a:srgbClr val="24211D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5" name="contour_06233"/>
          <p:cNvSpPr/>
          <p:nvPr/>
        </p:nvSpPr>
        <p:spPr>
          <a:xfrm>
            <a:off x="5060953" y="5742485"/>
            <a:ext cx="80168" cy="537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76" y="0"/>
                </a:moveTo>
                <a:lnTo>
                  <a:pt x="19709" y="59"/>
                </a:lnTo>
                <a:lnTo>
                  <a:pt x="20650" y="120"/>
                </a:lnTo>
                <a:lnTo>
                  <a:pt x="21600" y="182"/>
                </a:lnTo>
                <a:lnTo>
                  <a:pt x="21264" y="1903"/>
                </a:lnTo>
                <a:lnTo>
                  <a:pt x="20925" y="3627"/>
                </a:lnTo>
                <a:lnTo>
                  <a:pt x="20581" y="5346"/>
                </a:lnTo>
                <a:lnTo>
                  <a:pt x="20231" y="7064"/>
                </a:lnTo>
                <a:lnTo>
                  <a:pt x="19882" y="8783"/>
                </a:lnTo>
                <a:lnTo>
                  <a:pt x="19562" y="10378"/>
                </a:lnTo>
                <a:lnTo>
                  <a:pt x="19242" y="11989"/>
                </a:lnTo>
                <a:lnTo>
                  <a:pt x="18916" y="13619"/>
                </a:lnTo>
                <a:lnTo>
                  <a:pt x="18170" y="16035"/>
                </a:lnTo>
                <a:lnTo>
                  <a:pt x="17614" y="17475"/>
                </a:lnTo>
                <a:lnTo>
                  <a:pt x="16966" y="18511"/>
                </a:lnTo>
                <a:lnTo>
                  <a:pt x="15947" y="19715"/>
                </a:lnTo>
                <a:lnTo>
                  <a:pt x="14562" y="20271"/>
                </a:lnTo>
                <a:lnTo>
                  <a:pt x="13174" y="20736"/>
                </a:lnTo>
                <a:lnTo>
                  <a:pt x="11782" y="21108"/>
                </a:lnTo>
                <a:lnTo>
                  <a:pt x="10386" y="21378"/>
                </a:lnTo>
                <a:lnTo>
                  <a:pt x="8988" y="21541"/>
                </a:lnTo>
                <a:lnTo>
                  <a:pt x="7587" y="21600"/>
                </a:lnTo>
                <a:lnTo>
                  <a:pt x="6185" y="21544"/>
                </a:lnTo>
                <a:lnTo>
                  <a:pt x="4779" y="21375"/>
                </a:lnTo>
                <a:lnTo>
                  <a:pt x="3374" y="21085"/>
                </a:lnTo>
                <a:lnTo>
                  <a:pt x="1964" y="20675"/>
                </a:lnTo>
                <a:lnTo>
                  <a:pt x="1223" y="18819"/>
                </a:lnTo>
                <a:lnTo>
                  <a:pt x="697" y="16971"/>
                </a:lnTo>
                <a:lnTo>
                  <a:pt x="348" y="15095"/>
                </a:lnTo>
                <a:lnTo>
                  <a:pt x="139" y="13157"/>
                </a:lnTo>
                <a:lnTo>
                  <a:pt x="35" y="11122"/>
                </a:lnTo>
                <a:lnTo>
                  <a:pt x="0" y="8964"/>
                </a:lnTo>
                <a:lnTo>
                  <a:pt x="970" y="8575"/>
                </a:lnTo>
                <a:lnTo>
                  <a:pt x="1948" y="8183"/>
                </a:lnTo>
                <a:lnTo>
                  <a:pt x="2938" y="7785"/>
                </a:lnTo>
                <a:lnTo>
                  <a:pt x="4210" y="7263"/>
                </a:lnTo>
                <a:lnTo>
                  <a:pt x="5479" y="6742"/>
                </a:lnTo>
                <a:lnTo>
                  <a:pt x="6751" y="6218"/>
                </a:lnTo>
                <a:lnTo>
                  <a:pt x="7711" y="5838"/>
                </a:lnTo>
                <a:lnTo>
                  <a:pt x="8685" y="5445"/>
                </a:lnTo>
                <a:lnTo>
                  <a:pt x="10071" y="4763"/>
                </a:lnTo>
                <a:lnTo>
                  <a:pt x="11356" y="3952"/>
                </a:lnTo>
                <a:lnTo>
                  <a:pt x="12571" y="3080"/>
                </a:lnTo>
                <a:lnTo>
                  <a:pt x="13753" y="2207"/>
                </a:lnTo>
                <a:lnTo>
                  <a:pt x="14930" y="1399"/>
                </a:lnTo>
                <a:lnTo>
                  <a:pt x="16139" y="720"/>
                </a:lnTo>
                <a:lnTo>
                  <a:pt x="17410" y="231"/>
                </a:lnTo>
                <a:lnTo>
                  <a:pt x="18776" y="0"/>
                </a:lnTo>
                <a:close/>
              </a:path>
            </a:pathLst>
          </a:custGeom>
          <a:solidFill>
            <a:srgbClr val="D2C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6" name="contour_06234"/>
          <p:cNvSpPr/>
          <p:nvPr/>
        </p:nvSpPr>
        <p:spPr>
          <a:xfrm>
            <a:off x="5308745" y="5684633"/>
            <a:ext cx="5759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33" y="0"/>
                </a:moveTo>
                <a:lnTo>
                  <a:pt x="6118" y="443"/>
                </a:lnTo>
                <a:lnTo>
                  <a:pt x="8859" y="826"/>
                </a:lnTo>
                <a:lnTo>
                  <a:pt x="11065" y="1188"/>
                </a:lnTo>
                <a:lnTo>
                  <a:pt x="12839" y="1566"/>
                </a:lnTo>
                <a:lnTo>
                  <a:pt x="14285" y="1995"/>
                </a:lnTo>
                <a:lnTo>
                  <a:pt x="15513" y="2514"/>
                </a:lnTo>
                <a:lnTo>
                  <a:pt x="16625" y="3162"/>
                </a:lnTo>
                <a:lnTo>
                  <a:pt x="17729" y="3974"/>
                </a:lnTo>
                <a:lnTo>
                  <a:pt x="18929" y="4987"/>
                </a:lnTo>
                <a:lnTo>
                  <a:pt x="20332" y="6242"/>
                </a:lnTo>
                <a:lnTo>
                  <a:pt x="21010" y="8362"/>
                </a:lnTo>
                <a:lnTo>
                  <a:pt x="21433" y="10095"/>
                </a:lnTo>
                <a:lnTo>
                  <a:pt x="21600" y="11626"/>
                </a:lnTo>
                <a:lnTo>
                  <a:pt x="21504" y="13141"/>
                </a:lnTo>
                <a:lnTo>
                  <a:pt x="21141" y="14828"/>
                </a:lnTo>
                <a:lnTo>
                  <a:pt x="20501" y="16875"/>
                </a:lnTo>
                <a:lnTo>
                  <a:pt x="19536" y="18514"/>
                </a:lnTo>
                <a:lnTo>
                  <a:pt x="18787" y="19553"/>
                </a:lnTo>
                <a:lnTo>
                  <a:pt x="17872" y="20434"/>
                </a:lnTo>
                <a:lnTo>
                  <a:pt x="16401" y="21600"/>
                </a:lnTo>
                <a:lnTo>
                  <a:pt x="14466" y="21589"/>
                </a:lnTo>
                <a:lnTo>
                  <a:pt x="12607" y="21484"/>
                </a:lnTo>
                <a:lnTo>
                  <a:pt x="10805" y="21289"/>
                </a:lnTo>
                <a:lnTo>
                  <a:pt x="9040" y="21022"/>
                </a:lnTo>
                <a:lnTo>
                  <a:pt x="7287" y="20687"/>
                </a:lnTo>
                <a:lnTo>
                  <a:pt x="5527" y="20296"/>
                </a:lnTo>
                <a:lnTo>
                  <a:pt x="3742" y="19864"/>
                </a:lnTo>
                <a:lnTo>
                  <a:pt x="1905" y="19394"/>
                </a:lnTo>
                <a:lnTo>
                  <a:pt x="0" y="18900"/>
                </a:lnTo>
                <a:lnTo>
                  <a:pt x="271" y="17029"/>
                </a:lnTo>
                <a:lnTo>
                  <a:pt x="541" y="15155"/>
                </a:lnTo>
                <a:lnTo>
                  <a:pt x="812" y="13281"/>
                </a:lnTo>
                <a:lnTo>
                  <a:pt x="1085" y="11405"/>
                </a:lnTo>
                <a:lnTo>
                  <a:pt x="1356" y="9520"/>
                </a:lnTo>
                <a:lnTo>
                  <a:pt x="1629" y="7633"/>
                </a:lnTo>
                <a:lnTo>
                  <a:pt x="1903" y="5738"/>
                </a:lnTo>
                <a:lnTo>
                  <a:pt x="2179" y="3834"/>
                </a:lnTo>
                <a:lnTo>
                  <a:pt x="2455" y="1922"/>
                </a:lnTo>
                <a:lnTo>
                  <a:pt x="2733" y="0"/>
                </a:lnTo>
                <a:close/>
              </a:path>
            </a:pathLst>
          </a:custGeom>
          <a:solidFill>
            <a:srgbClr val="4F4E49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7" name="contour_06235"/>
          <p:cNvSpPr/>
          <p:nvPr/>
        </p:nvSpPr>
        <p:spPr>
          <a:xfrm>
            <a:off x="10126107" y="5582601"/>
            <a:ext cx="7452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3025" y="287"/>
                </a:lnTo>
                <a:lnTo>
                  <a:pt x="14914" y="516"/>
                </a:lnTo>
                <a:lnTo>
                  <a:pt x="16353" y="711"/>
                </a:lnTo>
                <a:lnTo>
                  <a:pt x="17464" y="893"/>
                </a:lnTo>
                <a:lnTo>
                  <a:pt x="18374" y="1088"/>
                </a:lnTo>
                <a:lnTo>
                  <a:pt x="19204" y="1314"/>
                </a:lnTo>
                <a:lnTo>
                  <a:pt x="20081" y="1598"/>
                </a:lnTo>
                <a:lnTo>
                  <a:pt x="21125" y="1964"/>
                </a:lnTo>
                <a:lnTo>
                  <a:pt x="21442" y="3483"/>
                </a:lnTo>
                <a:lnTo>
                  <a:pt x="21600" y="4550"/>
                </a:lnTo>
                <a:lnTo>
                  <a:pt x="21600" y="5445"/>
                </a:lnTo>
                <a:lnTo>
                  <a:pt x="21442" y="6453"/>
                </a:lnTo>
                <a:lnTo>
                  <a:pt x="21125" y="7855"/>
                </a:lnTo>
                <a:lnTo>
                  <a:pt x="19728" y="7855"/>
                </a:lnTo>
                <a:lnTo>
                  <a:pt x="18324" y="7855"/>
                </a:lnTo>
                <a:lnTo>
                  <a:pt x="16900" y="7855"/>
                </a:lnTo>
                <a:lnTo>
                  <a:pt x="16900" y="9021"/>
                </a:lnTo>
                <a:lnTo>
                  <a:pt x="16900" y="10191"/>
                </a:lnTo>
                <a:lnTo>
                  <a:pt x="16900" y="11366"/>
                </a:lnTo>
                <a:lnTo>
                  <a:pt x="16900" y="12550"/>
                </a:lnTo>
                <a:lnTo>
                  <a:pt x="16900" y="13745"/>
                </a:lnTo>
                <a:lnTo>
                  <a:pt x="15896" y="13584"/>
                </a:lnTo>
                <a:lnTo>
                  <a:pt x="14887" y="13419"/>
                </a:lnTo>
                <a:lnTo>
                  <a:pt x="13862" y="13255"/>
                </a:lnTo>
                <a:lnTo>
                  <a:pt x="12772" y="13416"/>
                </a:lnTo>
                <a:lnTo>
                  <a:pt x="11676" y="13581"/>
                </a:lnTo>
                <a:lnTo>
                  <a:pt x="10562" y="13745"/>
                </a:lnTo>
                <a:lnTo>
                  <a:pt x="9986" y="15014"/>
                </a:lnTo>
                <a:lnTo>
                  <a:pt x="9529" y="16292"/>
                </a:lnTo>
                <a:lnTo>
                  <a:pt x="9168" y="17586"/>
                </a:lnTo>
                <a:lnTo>
                  <a:pt x="8883" y="18900"/>
                </a:lnTo>
                <a:lnTo>
                  <a:pt x="8651" y="20235"/>
                </a:lnTo>
                <a:lnTo>
                  <a:pt x="8450" y="21600"/>
                </a:lnTo>
                <a:lnTo>
                  <a:pt x="8450" y="20302"/>
                </a:lnTo>
                <a:lnTo>
                  <a:pt x="8450" y="18996"/>
                </a:lnTo>
                <a:lnTo>
                  <a:pt x="8450" y="17673"/>
                </a:lnTo>
                <a:lnTo>
                  <a:pt x="7345" y="16938"/>
                </a:lnTo>
                <a:lnTo>
                  <a:pt x="6536" y="16465"/>
                </a:lnTo>
                <a:lnTo>
                  <a:pt x="5628" y="16041"/>
                </a:lnTo>
                <a:lnTo>
                  <a:pt x="4225" y="15464"/>
                </a:lnTo>
                <a:lnTo>
                  <a:pt x="3046" y="14969"/>
                </a:lnTo>
                <a:lnTo>
                  <a:pt x="1848" y="14466"/>
                </a:lnTo>
                <a:lnTo>
                  <a:pt x="929" y="14109"/>
                </a:lnTo>
                <a:lnTo>
                  <a:pt x="0" y="13745"/>
                </a:lnTo>
                <a:lnTo>
                  <a:pt x="473" y="12554"/>
                </a:lnTo>
                <a:lnTo>
                  <a:pt x="851" y="11748"/>
                </a:lnTo>
                <a:lnTo>
                  <a:pt x="1333" y="10959"/>
                </a:lnTo>
                <a:lnTo>
                  <a:pt x="2112" y="9818"/>
                </a:lnTo>
                <a:lnTo>
                  <a:pt x="3589" y="9926"/>
                </a:lnTo>
                <a:lnTo>
                  <a:pt x="5004" y="10164"/>
                </a:lnTo>
                <a:lnTo>
                  <a:pt x="6382" y="10498"/>
                </a:lnTo>
                <a:lnTo>
                  <a:pt x="7751" y="10900"/>
                </a:lnTo>
                <a:lnTo>
                  <a:pt x="9136" y="11338"/>
                </a:lnTo>
                <a:lnTo>
                  <a:pt x="10562" y="11782"/>
                </a:lnTo>
                <a:lnTo>
                  <a:pt x="10562" y="10486"/>
                </a:lnTo>
                <a:lnTo>
                  <a:pt x="10562" y="9188"/>
                </a:lnTo>
                <a:lnTo>
                  <a:pt x="10562" y="7890"/>
                </a:lnTo>
                <a:lnTo>
                  <a:pt x="10562" y="6588"/>
                </a:lnTo>
                <a:lnTo>
                  <a:pt x="10562" y="5282"/>
                </a:lnTo>
                <a:lnTo>
                  <a:pt x="10562" y="3970"/>
                </a:lnTo>
                <a:lnTo>
                  <a:pt x="10562" y="2655"/>
                </a:lnTo>
                <a:lnTo>
                  <a:pt x="10562" y="1331"/>
                </a:lnTo>
                <a:lnTo>
                  <a:pt x="10562" y="0"/>
                </a:lnTo>
                <a:close/>
              </a:path>
            </a:pathLst>
          </a:custGeom>
          <a:solidFill>
            <a:srgbClr val="78746C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8" name="contour_06236"/>
          <p:cNvSpPr/>
          <p:nvPr/>
        </p:nvSpPr>
        <p:spPr>
          <a:xfrm>
            <a:off x="7145318" y="5602192"/>
            <a:ext cx="87456" cy="546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88" y="0"/>
                </a:moveTo>
                <a:lnTo>
                  <a:pt x="6734" y="115"/>
                </a:lnTo>
                <a:lnTo>
                  <a:pt x="7695" y="348"/>
                </a:lnTo>
                <a:lnTo>
                  <a:pt x="9000" y="899"/>
                </a:lnTo>
                <a:lnTo>
                  <a:pt x="9599" y="2339"/>
                </a:lnTo>
                <a:lnTo>
                  <a:pt x="10199" y="3779"/>
                </a:lnTo>
                <a:lnTo>
                  <a:pt x="10800" y="5219"/>
                </a:lnTo>
                <a:lnTo>
                  <a:pt x="11399" y="6659"/>
                </a:lnTo>
                <a:lnTo>
                  <a:pt x="11999" y="8099"/>
                </a:lnTo>
                <a:lnTo>
                  <a:pt x="12600" y="9539"/>
                </a:lnTo>
                <a:lnTo>
                  <a:pt x="13905" y="9717"/>
                </a:lnTo>
                <a:lnTo>
                  <a:pt x="14866" y="9717"/>
                </a:lnTo>
                <a:lnTo>
                  <a:pt x="16312" y="9539"/>
                </a:lnTo>
                <a:lnTo>
                  <a:pt x="17464" y="9539"/>
                </a:lnTo>
                <a:lnTo>
                  <a:pt x="18625" y="9539"/>
                </a:lnTo>
                <a:lnTo>
                  <a:pt x="19800" y="9539"/>
                </a:lnTo>
                <a:lnTo>
                  <a:pt x="20351" y="11681"/>
                </a:lnTo>
                <a:lnTo>
                  <a:pt x="20720" y="13199"/>
                </a:lnTo>
                <a:lnTo>
                  <a:pt x="20993" y="14512"/>
                </a:lnTo>
                <a:lnTo>
                  <a:pt x="21258" y="16033"/>
                </a:lnTo>
                <a:lnTo>
                  <a:pt x="21600" y="18179"/>
                </a:lnTo>
                <a:lnTo>
                  <a:pt x="19341" y="19063"/>
                </a:lnTo>
                <a:lnTo>
                  <a:pt x="17442" y="19797"/>
                </a:lnTo>
                <a:lnTo>
                  <a:pt x="15851" y="20390"/>
                </a:lnTo>
                <a:lnTo>
                  <a:pt x="14521" y="20854"/>
                </a:lnTo>
                <a:lnTo>
                  <a:pt x="13397" y="21194"/>
                </a:lnTo>
                <a:lnTo>
                  <a:pt x="12434" y="21427"/>
                </a:lnTo>
                <a:lnTo>
                  <a:pt x="11581" y="21560"/>
                </a:lnTo>
                <a:lnTo>
                  <a:pt x="10786" y="21600"/>
                </a:lnTo>
                <a:lnTo>
                  <a:pt x="10001" y="21560"/>
                </a:lnTo>
                <a:lnTo>
                  <a:pt x="9175" y="21450"/>
                </a:lnTo>
                <a:lnTo>
                  <a:pt x="8257" y="21277"/>
                </a:lnTo>
                <a:lnTo>
                  <a:pt x="7200" y="21059"/>
                </a:lnTo>
                <a:lnTo>
                  <a:pt x="6079" y="19783"/>
                </a:lnTo>
                <a:lnTo>
                  <a:pt x="5051" y="18458"/>
                </a:lnTo>
                <a:lnTo>
                  <a:pt x="4108" y="17064"/>
                </a:lnTo>
                <a:lnTo>
                  <a:pt x="3245" y="15595"/>
                </a:lnTo>
                <a:lnTo>
                  <a:pt x="2461" y="14034"/>
                </a:lnTo>
                <a:lnTo>
                  <a:pt x="1748" y="12372"/>
                </a:lnTo>
                <a:lnTo>
                  <a:pt x="1103" y="10598"/>
                </a:lnTo>
                <a:lnTo>
                  <a:pt x="522" y="8695"/>
                </a:lnTo>
                <a:lnTo>
                  <a:pt x="0" y="6659"/>
                </a:lnTo>
                <a:lnTo>
                  <a:pt x="441" y="4236"/>
                </a:lnTo>
                <a:lnTo>
                  <a:pt x="927" y="2595"/>
                </a:lnTo>
                <a:lnTo>
                  <a:pt x="1557" y="1541"/>
                </a:lnTo>
                <a:lnTo>
                  <a:pt x="2428" y="884"/>
                </a:lnTo>
                <a:lnTo>
                  <a:pt x="3638" y="435"/>
                </a:lnTo>
                <a:lnTo>
                  <a:pt x="5288" y="0"/>
                </a:lnTo>
                <a:close/>
              </a:path>
            </a:pathLst>
          </a:custGeom>
          <a:solidFill>
            <a:srgbClr val="7F693E"/>
          </a:solidFill>
          <a:ln>
            <a:noFill/>
          </a:ln>
        </p:spPr>
        <p:txBody>
          <a:bodyPr/>
          <a:lstStyle/>
          <a:p/>
        </p:txBody>
      </p:sp>
      <p:sp>
        <p:nvSpPr>
          <p:cNvPr id="6239" name="contour_06237"/>
          <p:cNvSpPr/>
          <p:nvPr/>
        </p:nvSpPr>
        <p:spPr>
          <a:xfrm>
            <a:off x="4667401" y="5560738"/>
            <a:ext cx="8062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79" y="0"/>
                </a:moveTo>
                <a:lnTo>
                  <a:pt x="21559" y="1435"/>
                </a:lnTo>
                <a:lnTo>
                  <a:pt x="21600" y="2460"/>
                </a:lnTo>
                <a:lnTo>
                  <a:pt x="21600" y="3356"/>
                </a:lnTo>
                <a:lnTo>
                  <a:pt x="21559" y="4404"/>
                </a:lnTo>
                <a:lnTo>
                  <a:pt x="21479" y="5891"/>
                </a:lnTo>
                <a:lnTo>
                  <a:pt x="20592" y="6174"/>
                </a:lnTo>
                <a:lnTo>
                  <a:pt x="19698" y="6460"/>
                </a:lnTo>
                <a:lnTo>
                  <a:pt x="18794" y="6751"/>
                </a:lnTo>
                <a:lnTo>
                  <a:pt x="16945" y="7415"/>
                </a:lnTo>
                <a:lnTo>
                  <a:pt x="15894" y="7923"/>
                </a:lnTo>
                <a:lnTo>
                  <a:pt x="15256" y="8534"/>
                </a:lnTo>
                <a:lnTo>
                  <a:pt x="14637" y="9504"/>
                </a:lnTo>
                <a:lnTo>
                  <a:pt x="14217" y="10511"/>
                </a:lnTo>
                <a:lnTo>
                  <a:pt x="13789" y="11536"/>
                </a:lnTo>
                <a:lnTo>
                  <a:pt x="13213" y="12766"/>
                </a:lnTo>
                <a:lnTo>
                  <a:pt x="12579" y="13938"/>
                </a:lnTo>
                <a:lnTo>
                  <a:pt x="11880" y="15051"/>
                </a:lnTo>
                <a:lnTo>
                  <a:pt x="11118" y="16102"/>
                </a:lnTo>
                <a:lnTo>
                  <a:pt x="10290" y="17091"/>
                </a:lnTo>
                <a:lnTo>
                  <a:pt x="9400" y="18014"/>
                </a:lnTo>
                <a:lnTo>
                  <a:pt x="8439" y="18871"/>
                </a:lnTo>
                <a:lnTo>
                  <a:pt x="7412" y="19660"/>
                </a:lnTo>
                <a:lnTo>
                  <a:pt x="6315" y="20379"/>
                </a:lnTo>
                <a:lnTo>
                  <a:pt x="5145" y="21027"/>
                </a:lnTo>
                <a:lnTo>
                  <a:pt x="3905" y="21600"/>
                </a:lnTo>
                <a:lnTo>
                  <a:pt x="2609" y="21099"/>
                </a:lnTo>
                <a:lnTo>
                  <a:pt x="1769" y="20728"/>
                </a:lnTo>
                <a:lnTo>
                  <a:pt x="1021" y="20300"/>
                </a:lnTo>
                <a:lnTo>
                  <a:pt x="0" y="19636"/>
                </a:lnTo>
                <a:lnTo>
                  <a:pt x="1045" y="17258"/>
                </a:lnTo>
                <a:lnTo>
                  <a:pt x="1968" y="15173"/>
                </a:lnTo>
                <a:lnTo>
                  <a:pt x="2794" y="13355"/>
                </a:lnTo>
                <a:lnTo>
                  <a:pt x="3538" y="11778"/>
                </a:lnTo>
                <a:lnTo>
                  <a:pt x="4222" y="10419"/>
                </a:lnTo>
                <a:lnTo>
                  <a:pt x="4862" y="9255"/>
                </a:lnTo>
                <a:lnTo>
                  <a:pt x="5481" y="8259"/>
                </a:lnTo>
                <a:lnTo>
                  <a:pt x="6098" y="7407"/>
                </a:lnTo>
                <a:lnTo>
                  <a:pt x="6731" y="6672"/>
                </a:lnTo>
                <a:lnTo>
                  <a:pt x="7399" y="6036"/>
                </a:lnTo>
                <a:lnTo>
                  <a:pt x="8123" y="5467"/>
                </a:lnTo>
                <a:lnTo>
                  <a:pt x="8920" y="4944"/>
                </a:lnTo>
                <a:lnTo>
                  <a:pt x="9812" y="4444"/>
                </a:lnTo>
                <a:lnTo>
                  <a:pt x="10820" y="3939"/>
                </a:lnTo>
                <a:lnTo>
                  <a:pt x="11958" y="3405"/>
                </a:lnTo>
                <a:lnTo>
                  <a:pt x="13249" y="2818"/>
                </a:lnTo>
                <a:lnTo>
                  <a:pt x="14412" y="2374"/>
                </a:lnTo>
                <a:lnTo>
                  <a:pt x="15578" y="1944"/>
                </a:lnTo>
                <a:lnTo>
                  <a:pt x="16748" y="1528"/>
                </a:lnTo>
                <a:lnTo>
                  <a:pt x="17923" y="1125"/>
                </a:lnTo>
                <a:lnTo>
                  <a:pt x="19103" y="736"/>
                </a:lnTo>
                <a:lnTo>
                  <a:pt x="20288" y="361"/>
                </a:lnTo>
                <a:lnTo>
                  <a:pt x="21479" y="0"/>
                </a:lnTo>
                <a:close/>
              </a:path>
            </a:pathLst>
          </a:custGeom>
          <a:solidFill>
            <a:srgbClr val="6A5B87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0" name="contour_06238"/>
          <p:cNvSpPr/>
          <p:nvPr/>
        </p:nvSpPr>
        <p:spPr>
          <a:xfrm>
            <a:off x="8449869" y="5531586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5" y="1584"/>
                </a:lnTo>
                <a:lnTo>
                  <a:pt x="509" y="3170"/>
                </a:lnTo>
                <a:lnTo>
                  <a:pt x="765" y="4764"/>
                </a:lnTo>
                <a:lnTo>
                  <a:pt x="1023" y="6365"/>
                </a:lnTo>
                <a:lnTo>
                  <a:pt x="1282" y="7975"/>
                </a:lnTo>
                <a:lnTo>
                  <a:pt x="1543" y="9600"/>
                </a:lnTo>
                <a:lnTo>
                  <a:pt x="2459" y="9125"/>
                </a:lnTo>
                <a:lnTo>
                  <a:pt x="3379" y="8647"/>
                </a:lnTo>
                <a:lnTo>
                  <a:pt x="4301" y="8170"/>
                </a:lnTo>
                <a:lnTo>
                  <a:pt x="5232" y="7687"/>
                </a:lnTo>
                <a:lnTo>
                  <a:pt x="6171" y="7200"/>
                </a:lnTo>
                <a:lnTo>
                  <a:pt x="6171" y="8786"/>
                </a:lnTo>
                <a:lnTo>
                  <a:pt x="6171" y="10382"/>
                </a:lnTo>
                <a:lnTo>
                  <a:pt x="6171" y="12000"/>
                </a:lnTo>
                <a:lnTo>
                  <a:pt x="7296" y="11254"/>
                </a:lnTo>
                <a:lnTo>
                  <a:pt x="8259" y="10366"/>
                </a:lnTo>
                <a:lnTo>
                  <a:pt x="9091" y="9346"/>
                </a:lnTo>
                <a:lnTo>
                  <a:pt x="9820" y="8196"/>
                </a:lnTo>
                <a:lnTo>
                  <a:pt x="10479" y="6922"/>
                </a:lnTo>
                <a:lnTo>
                  <a:pt x="11099" y="5527"/>
                </a:lnTo>
                <a:lnTo>
                  <a:pt x="11710" y="4018"/>
                </a:lnTo>
                <a:lnTo>
                  <a:pt x="12343" y="2400"/>
                </a:lnTo>
                <a:lnTo>
                  <a:pt x="12343" y="3986"/>
                </a:lnTo>
                <a:lnTo>
                  <a:pt x="12343" y="5582"/>
                </a:lnTo>
                <a:lnTo>
                  <a:pt x="12343" y="7200"/>
                </a:lnTo>
                <a:lnTo>
                  <a:pt x="13363" y="7200"/>
                </a:lnTo>
                <a:lnTo>
                  <a:pt x="14389" y="7200"/>
                </a:lnTo>
                <a:lnTo>
                  <a:pt x="15429" y="7200"/>
                </a:lnTo>
                <a:lnTo>
                  <a:pt x="15429" y="8786"/>
                </a:lnTo>
                <a:lnTo>
                  <a:pt x="15429" y="10382"/>
                </a:lnTo>
                <a:lnTo>
                  <a:pt x="15429" y="12000"/>
                </a:lnTo>
                <a:lnTo>
                  <a:pt x="16442" y="12718"/>
                </a:lnTo>
                <a:lnTo>
                  <a:pt x="17243" y="13106"/>
                </a:lnTo>
                <a:lnTo>
                  <a:pt x="18514" y="13500"/>
                </a:lnTo>
                <a:lnTo>
                  <a:pt x="19375" y="13771"/>
                </a:lnTo>
                <a:lnTo>
                  <a:pt x="20250" y="14045"/>
                </a:lnTo>
                <a:lnTo>
                  <a:pt x="20921" y="14222"/>
                </a:lnTo>
                <a:lnTo>
                  <a:pt x="21600" y="14400"/>
                </a:lnTo>
                <a:lnTo>
                  <a:pt x="20816" y="14880"/>
                </a:lnTo>
                <a:lnTo>
                  <a:pt x="20022" y="15365"/>
                </a:lnTo>
                <a:lnTo>
                  <a:pt x="19332" y="15790"/>
                </a:lnTo>
                <a:lnTo>
                  <a:pt x="18639" y="16217"/>
                </a:lnTo>
                <a:lnTo>
                  <a:pt x="17936" y="16651"/>
                </a:lnTo>
                <a:lnTo>
                  <a:pt x="17255" y="17069"/>
                </a:lnTo>
                <a:lnTo>
                  <a:pt x="16569" y="17489"/>
                </a:lnTo>
                <a:lnTo>
                  <a:pt x="15874" y="17916"/>
                </a:lnTo>
                <a:lnTo>
                  <a:pt x="15012" y="18485"/>
                </a:lnTo>
                <a:lnTo>
                  <a:pt x="14157" y="19070"/>
                </a:lnTo>
                <a:lnTo>
                  <a:pt x="13312" y="19673"/>
                </a:lnTo>
                <a:lnTo>
                  <a:pt x="12471" y="20294"/>
                </a:lnTo>
                <a:lnTo>
                  <a:pt x="11635" y="20938"/>
                </a:lnTo>
                <a:lnTo>
                  <a:pt x="10800" y="21600"/>
                </a:lnTo>
                <a:lnTo>
                  <a:pt x="10800" y="20174"/>
                </a:lnTo>
                <a:lnTo>
                  <a:pt x="10800" y="18744"/>
                </a:lnTo>
                <a:lnTo>
                  <a:pt x="10800" y="17309"/>
                </a:lnTo>
                <a:lnTo>
                  <a:pt x="10800" y="15862"/>
                </a:lnTo>
                <a:lnTo>
                  <a:pt x="10800" y="14400"/>
                </a:lnTo>
                <a:lnTo>
                  <a:pt x="9731" y="14638"/>
                </a:lnTo>
                <a:lnTo>
                  <a:pt x="8660" y="14875"/>
                </a:lnTo>
                <a:lnTo>
                  <a:pt x="7589" y="15113"/>
                </a:lnTo>
                <a:lnTo>
                  <a:pt x="6517" y="15353"/>
                </a:lnTo>
                <a:lnTo>
                  <a:pt x="5440" y="15590"/>
                </a:lnTo>
                <a:lnTo>
                  <a:pt x="4362" y="15830"/>
                </a:lnTo>
                <a:lnTo>
                  <a:pt x="3279" y="16070"/>
                </a:lnTo>
                <a:lnTo>
                  <a:pt x="2191" y="16313"/>
                </a:lnTo>
                <a:lnTo>
                  <a:pt x="1099" y="16555"/>
                </a:lnTo>
                <a:lnTo>
                  <a:pt x="0" y="16800"/>
                </a:lnTo>
                <a:lnTo>
                  <a:pt x="0" y="15137"/>
                </a:lnTo>
                <a:lnTo>
                  <a:pt x="0" y="13471"/>
                </a:lnTo>
                <a:lnTo>
                  <a:pt x="0" y="11806"/>
                </a:lnTo>
                <a:lnTo>
                  <a:pt x="0" y="10138"/>
                </a:lnTo>
                <a:lnTo>
                  <a:pt x="0" y="8462"/>
                </a:lnTo>
                <a:lnTo>
                  <a:pt x="0" y="6785"/>
                </a:lnTo>
                <a:lnTo>
                  <a:pt x="0" y="5100"/>
                </a:lnTo>
                <a:lnTo>
                  <a:pt x="0" y="3408"/>
                </a:lnTo>
                <a:lnTo>
                  <a:pt x="0" y="1709"/>
                </a:lnTo>
                <a:lnTo>
                  <a:pt x="0" y="0"/>
                </a:lnTo>
                <a:close/>
              </a:path>
            </a:pathLst>
          </a:custGeom>
          <a:solidFill>
            <a:srgbClr val="414342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1" name="contour_06239"/>
          <p:cNvSpPr/>
          <p:nvPr/>
        </p:nvSpPr>
        <p:spPr>
          <a:xfrm>
            <a:off x="2072876" y="5543917"/>
            <a:ext cx="89088" cy="75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20" y="138"/>
                </a:moveTo>
                <a:lnTo>
                  <a:pt x="14313" y="398"/>
                </a:lnTo>
                <a:lnTo>
                  <a:pt x="15544" y="702"/>
                </a:lnTo>
                <a:lnTo>
                  <a:pt x="16651" y="1100"/>
                </a:lnTo>
                <a:lnTo>
                  <a:pt x="17663" y="1637"/>
                </a:lnTo>
                <a:lnTo>
                  <a:pt x="18614" y="2362"/>
                </a:lnTo>
                <a:lnTo>
                  <a:pt x="19534" y="3319"/>
                </a:lnTo>
                <a:lnTo>
                  <a:pt x="20460" y="4558"/>
                </a:lnTo>
                <a:lnTo>
                  <a:pt x="20837" y="5922"/>
                </a:lnTo>
                <a:lnTo>
                  <a:pt x="21128" y="7305"/>
                </a:lnTo>
                <a:lnTo>
                  <a:pt x="21342" y="8707"/>
                </a:lnTo>
                <a:lnTo>
                  <a:pt x="21485" y="10121"/>
                </a:lnTo>
                <a:lnTo>
                  <a:pt x="21568" y="11548"/>
                </a:lnTo>
                <a:lnTo>
                  <a:pt x="21600" y="12983"/>
                </a:lnTo>
                <a:lnTo>
                  <a:pt x="21589" y="14425"/>
                </a:lnTo>
                <a:lnTo>
                  <a:pt x="21545" y="15867"/>
                </a:lnTo>
                <a:lnTo>
                  <a:pt x="21476" y="17308"/>
                </a:lnTo>
                <a:lnTo>
                  <a:pt x="21390" y="18746"/>
                </a:lnTo>
                <a:lnTo>
                  <a:pt x="21296" y="20177"/>
                </a:lnTo>
                <a:lnTo>
                  <a:pt x="21204" y="21600"/>
                </a:lnTo>
                <a:lnTo>
                  <a:pt x="20328" y="21600"/>
                </a:lnTo>
                <a:lnTo>
                  <a:pt x="19437" y="21600"/>
                </a:lnTo>
                <a:lnTo>
                  <a:pt x="19437" y="20303"/>
                </a:lnTo>
                <a:lnTo>
                  <a:pt x="19437" y="19006"/>
                </a:lnTo>
                <a:lnTo>
                  <a:pt x="19437" y="17705"/>
                </a:lnTo>
                <a:lnTo>
                  <a:pt x="19437" y="16401"/>
                </a:lnTo>
                <a:lnTo>
                  <a:pt x="19437" y="15092"/>
                </a:lnTo>
                <a:lnTo>
                  <a:pt x="19437" y="13776"/>
                </a:lnTo>
                <a:lnTo>
                  <a:pt x="19437" y="12453"/>
                </a:lnTo>
                <a:lnTo>
                  <a:pt x="19437" y="11123"/>
                </a:lnTo>
                <a:lnTo>
                  <a:pt x="18437" y="10995"/>
                </a:lnTo>
                <a:lnTo>
                  <a:pt x="17428" y="10867"/>
                </a:lnTo>
                <a:lnTo>
                  <a:pt x="16409" y="10739"/>
                </a:lnTo>
                <a:lnTo>
                  <a:pt x="15426" y="10605"/>
                </a:lnTo>
                <a:lnTo>
                  <a:pt x="14444" y="10473"/>
                </a:lnTo>
                <a:lnTo>
                  <a:pt x="13461" y="10339"/>
                </a:lnTo>
                <a:lnTo>
                  <a:pt x="12479" y="10207"/>
                </a:lnTo>
                <a:lnTo>
                  <a:pt x="11982" y="10144"/>
                </a:lnTo>
                <a:lnTo>
                  <a:pt x="10482" y="9958"/>
                </a:lnTo>
                <a:lnTo>
                  <a:pt x="8374" y="9654"/>
                </a:lnTo>
                <a:lnTo>
                  <a:pt x="6904" y="9383"/>
                </a:lnTo>
                <a:lnTo>
                  <a:pt x="5879" y="9059"/>
                </a:lnTo>
                <a:lnTo>
                  <a:pt x="5103" y="8598"/>
                </a:lnTo>
                <a:lnTo>
                  <a:pt x="4386" y="7917"/>
                </a:lnTo>
                <a:lnTo>
                  <a:pt x="3534" y="6932"/>
                </a:lnTo>
                <a:lnTo>
                  <a:pt x="2659" y="6389"/>
                </a:lnTo>
                <a:lnTo>
                  <a:pt x="1779" y="5857"/>
                </a:lnTo>
                <a:lnTo>
                  <a:pt x="892" y="5339"/>
                </a:lnTo>
                <a:lnTo>
                  <a:pt x="0" y="4836"/>
                </a:lnTo>
                <a:lnTo>
                  <a:pt x="1009" y="3487"/>
                </a:lnTo>
                <a:lnTo>
                  <a:pt x="2023" y="2408"/>
                </a:lnTo>
                <a:lnTo>
                  <a:pt x="3052" y="1569"/>
                </a:lnTo>
                <a:lnTo>
                  <a:pt x="4107" y="943"/>
                </a:lnTo>
                <a:lnTo>
                  <a:pt x="5193" y="501"/>
                </a:lnTo>
                <a:lnTo>
                  <a:pt x="6322" y="216"/>
                </a:lnTo>
                <a:lnTo>
                  <a:pt x="7503" y="59"/>
                </a:lnTo>
                <a:lnTo>
                  <a:pt x="8745" y="0"/>
                </a:lnTo>
                <a:lnTo>
                  <a:pt x="10056" y="13"/>
                </a:lnTo>
                <a:lnTo>
                  <a:pt x="11445" y="67"/>
                </a:lnTo>
                <a:lnTo>
                  <a:pt x="12920" y="138"/>
                </a:lnTo>
                <a:close/>
              </a:path>
            </a:pathLst>
          </a:custGeom>
          <a:solidFill>
            <a:srgbClr val="9B8C6F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2" name="contour_06240"/>
          <p:cNvSpPr/>
          <p:nvPr/>
        </p:nvSpPr>
        <p:spPr>
          <a:xfrm>
            <a:off x="578838" y="5538582"/>
            <a:ext cx="62028" cy="658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03" y="2485"/>
                </a:moveTo>
                <a:lnTo>
                  <a:pt x="21014" y="4012"/>
                </a:lnTo>
                <a:lnTo>
                  <a:pt x="21430" y="5393"/>
                </a:lnTo>
                <a:lnTo>
                  <a:pt x="21600" y="6750"/>
                </a:lnTo>
                <a:lnTo>
                  <a:pt x="21575" y="8203"/>
                </a:lnTo>
                <a:lnTo>
                  <a:pt x="21405" y="9868"/>
                </a:lnTo>
                <a:lnTo>
                  <a:pt x="21130" y="10408"/>
                </a:lnTo>
                <a:lnTo>
                  <a:pt x="20303" y="12042"/>
                </a:lnTo>
                <a:lnTo>
                  <a:pt x="17958" y="12702"/>
                </a:lnTo>
                <a:lnTo>
                  <a:pt x="16392" y="13120"/>
                </a:lnTo>
                <a:lnTo>
                  <a:pt x="15240" y="13381"/>
                </a:lnTo>
                <a:lnTo>
                  <a:pt x="14141" y="13567"/>
                </a:lnTo>
                <a:lnTo>
                  <a:pt x="12730" y="13760"/>
                </a:lnTo>
                <a:lnTo>
                  <a:pt x="11088" y="14365"/>
                </a:lnTo>
                <a:lnTo>
                  <a:pt x="9743" y="15206"/>
                </a:lnTo>
                <a:lnTo>
                  <a:pt x="8629" y="16245"/>
                </a:lnTo>
                <a:lnTo>
                  <a:pt x="7672" y="17442"/>
                </a:lnTo>
                <a:lnTo>
                  <a:pt x="6809" y="18761"/>
                </a:lnTo>
                <a:lnTo>
                  <a:pt x="5967" y="20159"/>
                </a:lnTo>
                <a:lnTo>
                  <a:pt x="5076" y="21600"/>
                </a:lnTo>
                <a:lnTo>
                  <a:pt x="3398" y="21600"/>
                </a:lnTo>
                <a:lnTo>
                  <a:pt x="1711" y="21600"/>
                </a:lnTo>
                <a:lnTo>
                  <a:pt x="0" y="21600"/>
                </a:lnTo>
                <a:lnTo>
                  <a:pt x="0" y="20021"/>
                </a:lnTo>
                <a:lnTo>
                  <a:pt x="0" y="18432"/>
                </a:lnTo>
                <a:lnTo>
                  <a:pt x="0" y="16821"/>
                </a:lnTo>
                <a:lnTo>
                  <a:pt x="1678" y="16821"/>
                </a:lnTo>
                <a:lnTo>
                  <a:pt x="3365" y="16821"/>
                </a:lnTo>
                <a:lnTo>
                  <a:pt x="5076" y="16821"/>
                </a:lnTo>
                <a:lnTo>
                  <a:pt x="4713" y="15306"/>
                </a:lnTo>
                <a:lnTo>
                  <a:pt x="4342" y="13770"/>
                </a:lnTo>
                <a:lnTo>
                  <a:pt x="4061" y="12458"/>
                </a:lnTo>
                <a:lnTo>
                  <a:pt x="3776" y="11139"/>
                </a:lnTo>
                <a:lnTo>
                  <a:pt x="3490" y="9801"/>
                </a:lnTo>
                <a:lnTo>
                  <a:pt x="3195" y="8497"/>
                </a:lnTo>
                <a:lnTo>
                  <a:pt x="2898" y="7185"/>
                </a:lnTo>
                <a:lnTo>
                  <a:pt x="2596" y="5854"/>
                </a:lnTo>
                <a:lnTo>
                  <a:pt x="2568" y="4181"/>
                </a:lnTo>
                <a:lnTo>
                  <a:pt x="2538" y="2485"/>
                </a:lnTo>
                <a:lnTo>
                  <a:pt x="4096" y="1431"/>
                </a:lnTo>
                <a:lnTo>
                  <a:pt x="5769" y="683"/>
                </a:lnTo>
                <a:lnTo>
                  <a:pt x="7532" y="215"/>
                </a:lnTo>
                <a:lnTo>
                  <a:pt x="9357" y="0"/>
                </a:lnTo>
                <a:lnTo>
                  <a:pt x="11225" y="12"/>
                </a:lnTo>
                <a:lnTo>
                  <a:pt x="13108" y="220"/>
                </a:lnTo>
                <a:lnTo>
                  <a:pt x="14981" y="597"/>
                </a:lnTo>
                <a:lnTo>
                  <a:pt x="16821" y="1121"/>
                </a:lnTo>
                <a:lnTo>
                  <a:pt x="18603" y="1759"/>
                </a:lnTo>
                <a:lnTo>
                  <a:pt x="20303" y="2485"/>
                </a:lnTo>
                <a:close/>
              </a:path>
            </a:pathLst>
          </a:custGeom>
          <a:solidFill>
            <a:srgbClr val="4D483E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3" name="contour_06241"/>
          <p:cNvSpPr/>
          <p:nvPr/>
        </p:nvSpPr>
        <p:spPr>
          <a:xfrm>
            <a:off x="1290999" y="5522767"/>
            <a:ext cx="74942" cy="671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93"/>
                </a:moveTo>
                <a:lnTo>
                  <a:pt x="21600" y="1656"/>
                </a:lnTo>
                <a:lnTo>
                  <a:pt x="21600" y="2838"/>
                </a:lnTo>
                <a:lnTo>
                  <a:pt x="20115" y="2838"/>
                </a:lnTo>
                <a:lnTo>
                  <a:pt x="18628" y="2838"/>
                </a:lnTo>
                <a:lnTo>
                  <a:pt x="17136" y="2838"/>
                </a:lnTo>
                <a:lnTo>
                  <a:pt x="15639" y="2838"/>
                </a:lnTo>
                <a:lnTo>
                  <a:pt x="14135" y="2838"/>
                </a:lnTo>
                <a:lnTo>
                  <a:pt x="12622" y="2838"/>
                </a:lnTo>
                <a:lnTo>
                  <a:pt x="11097" y="2838"/>
                </a:lnTo>
                <a:lnTo>
                  <a:pt x="11305" y="4463"/>
                </a:lnTo>
                <a:lnTo>
                  <a:pt x="11513" y="6091"/>
                </a:lnTo>
                <a:lnTo>
                  <a:pt x="11721" y="7718"/>
                </a:lnTo>
                <a:lnTo>
                  <a:pt x="11931" y="9348"/>
                </a:lnTo>
                <a:lnTo>
                  <a:pt x="12139" y="10985"/>
                </a:lnTo>
                <a:lnTo>
                  <a:pt x="12349" y="12625"/>
                </a:lnTo>
                <a:lnTo>
                  <a:pt x="12559" y="14271"/>
                </a:lnTo>
                <a:lnTo>
                  <a:pt x="12771" y="15924"/>
                </a:lnTo>
                <a:lnTo>
                  <a:pt x="12984" y="17585"/>
                </a:lnTo>
                <a:lnTo>
                  <a:pt x="13198" y="19255"/>
                </a:lnTo>
                <a:lnTo>
                  <a:pt x="11811" y="19513"/>
                </a:lnTo>
                <a:lnTo>
                  <a:pt x="10423" y="19771"/>
                </a:lnTo>
                <a:lnTo>
                  <a:pt x="9034" y="20029"/>
                </a:lnTo>
                <a:lnTo>
                  <a:pt x="7642" y="20289"/>
                </a:lnTo>
                <a:lnTo>
                  <a:pt x="6245" y="20549"/>
                </a:lnTo>
                <a:lnTo>
                  <a:pt x="4842" y="20810"/>
                </a:lnTo>
                <a:lnTo>
                  <a:pt x="3434" y="21072"/>
                </a:lnTo>
                <a:lnTo>
                  <a:pt x="2019" y="21335"/>
                </a:lnTo>
                <a:lnTo>
                  <a:pt x="594" y="21600"/>
                </a:lnTo>
                <a:lnTo>
                  <a:pt x="309" y="18685"/>
                </a:lnTo>
                <a:lnTo>
                  <a:pt x="105" y="16372"/>
                </a:lnTo>
                <a:lnTo>
                  <a:pt x="0" y="14545"/>
                </a:lnTo>
                <a:lnTo>
                  <a:pt x="0" y="13080"/>
                </a:lnTo>
                <a:lnTo>
                  <a:pt x="120" y="11858"/>
                </a:lnTo>
                <a:lnTo>
                  <a:pt x="370" y="10760"/>
                </a:lnTo>
                <a:lnTo>
                  <a:pt x="763" y="9665"/>
                </a:lnTo>
                <a:lnTo>
                  <a:pt x="1309" y="8455"/>
                </a:lnTo>
                <a:lnTo>
                  <a:pt x="2023" y="7005"/>
                </a:lnTo>
                <a:lnTo>
                  <a:pt x="3250" y="5530"/>
                </a:lnTo>
                <a:lnTo>
                  <a:pt x="4474" y="4261"/>
                </a:lnTo>
                <a:lnTo>
                  <a:pt x="5703" y="3185"/>
                </a:lnTo>
                <a:lnTo>
                  <a:pt x="6947" y="2289"/>
                </a:lnTo>
                <a:lnTo>
                  <a:pt x="8209" y="1560"/>
                </a:lnTo>
                <a:lnTo>
                  <a:pt x="9497" y="987"/>
                </a:lnTo>
                <a:lnTo>
                  <a:pt x="10820" y="558"/>
                </a:lnTo>
                <a:lnTo>
                  <a:pt x="12183" y="258"/>
                </a:lnTo>
                <a:lnTo>
                  <a:pt x="13593" y="77"/>
                </a:lnTo>
                <a:lnTo>
                  <a:pt x="15057" y="0"/>
                </a:lnTo>
                <a:lnTo>
                  <a:pt x="16584" y="16"/>
                </a:lnTo>
                <a:lnTo>
                  <a:pt x="18178" y="113"/>
                </a:lnTo>
                <a:lnTo>
                  <a:pt x="19848" y="274"/>
                </a:lnTo>
                <a:lnTo>
                  <a:pt x="21600" y="493"/>
                </a:lnTo>
                <a:close/>
              </a:path>
            </a:pathLst>
          </a:custGeom>
          <a:solidFill>
            <a:srgbClr val="928174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4" name="contour_06242"/>
          <p:cNvSpPr/>
          <p:nvPr/>
        </p:nvSpPr>
        <p:spPr>
          <a:xfrm>
            <a:off x="5235865" y="5477647"/>
            <a:ext cx="80168" cy="483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1306"/>
                </a:moveTo>
                <a:lnTo>
                  <a:pt x="16620" y="2915"/>
                </a:lnTo>
                <a:lnTo>
                  <a:pt x="17500" y="4614"/>
                </a:lnTo>
                <a:lnTo>
                  <a:pt x="18334" y="6402"/>
                </a:lnTo>
                <a:lnTo>
                  <a:pt x="19108" y="8268"/>
                </a:lnTo>
                <a:lnTo>
                  <a:pt x="19805" y="10209"/>
                </a:lnTo>
                <a:lnTo>
                  <a:pt x="20410" y="12221"/>
                </a:lnTo>
                <a:lnTo>
                  <a:pt x="20907" y="14296"/>
                </a:lnTo>
                <a:lnTo>
                  <a:pt x="21282" y="16429"/>
                </a:lnTo>
                <a:lnTo>
                  <a:pt x="21518" y="18614"/>
                </a:lnTo>
                <a:lnTo>
                  <a:pt x="21600" y="20845"/>
                </a:lnTo>
                <a:lnTo>
                  <a:pt x="20271" y="21079"/>
                </a:lnTo>
                <a:lnTo>
                  <a:pt x="18955" y="21284"/>
                </a:lnTo>
                <a:lnTo>
                  <a:pt x="17647" y="21447"/>
                </a:lnTo>
                <a:lnTo>
                  <a:pt x="16347" y="21558"/>
                </a:lnTo>
                <a:lnTo>
                  <a:pt x="15049" y="21600"/>
                </a:lnTo>
                <a:lnTo>
                  <a:pt x="13751" y="21564"/>
                </a:lnTo>
                <a:lnTo>
                  <a:pt x="12449" y="21434"/>
                </a:lnTo>
                <a:lnTo>
                  <a:pt x="11140" y="21199"/>
                </a:lnTo>
                <a:lnTo>
                  <a:pt x="9818" y="20845"/>
                </a:lnTo>
                <a:lnTo>
                  <a:pt x="9037" y="18718"/>
                </a:lnTo>
                <a:lnTo>
                  <a:pt x="8524" y="16725"/>
                </a:lnTo>
                <a:lnTo>
                  <a:pt x="8212" y="14748"/>
                </a:lnTo>
                <a:lnTo>
                  <a:pt x="8041" y="12681"/>
                </a:lnTo>
                <a:lnTo>
                  <a:pt x="7943" y="10408"/>
                </a:lnTo>
                <a:lnTo>
                  <a:pt x="7855" y="7819"/>
                </a:lnTo>
                <a:lnTo>
                  <a:pt x="6559" y="8356"/>
                </a:lnTo>
                <a:lnTo>
                  <a:pt x="5261" y="8893"/>
                </a:lnTo>
                <a:lnTo>
                  <a:pt x="3957" y="9434"/>
                </a:lnTo>
                <a:lnTo>
                  <a:pt x="2647" y="9978"/>
                </a:lnTo>
                <a:lnTo>
                  <a:pt x="1329" y="10525"/>
                </a:lnTo>
                <a:lnTo>
                  <a:pt x="0" y="11075"/>
                </a:lnTo>
                <a:lnTo>
                  <a:pt x="0" y="8923"/>
                </a:lnTo>
                <a:lnTo>
                  <a:pt x="0" y="6757"/>
                </a:lnTo>
                <a:lnTo>
                  <a:pt x="0" y="4562"/>
                </a:lnTo>
                <a:lnTo>
                  <a:pt x="1137" y="3328"/>
                </a:lnTo>
                <a:lnTo>
                  <a:pt x="2337" y="2306"/>
                </a:lnTo>
                <a:lnTo>
                  <a:pt x="3593" y="1488"/>
                </a:lnTo>
                <a:lnTo>
                  <a:pt x="4893" y="860"/>
                </a:lnTo>
                <a:lnTo>
                  <a:pt x="6229" y="410"/>
                </a:lnTo>
                <a:lnTo>
                  <a:pt x="7589" y="127"/>
                </a:lnTo>
                <a:lnTo>
                  <a:pt x="8964" y="0"/>
                </a:lnTo>
                <a:lnTo>
                  <a:pt x="10342" y="20"/>
                </a:lnTo>
                <a:lnTo>
                  <a:pt x="11717" y="169"/>
                </a:lnTo>
                <a:lnTo>
                  <a:pt x="13076" y="443"/>
                </a:lnTo>
                <a:lnTo>
                  <a:pt x="14411" y="824"/>
                </a:lnTo>
                <a:lnTo>
                  <a:pt x="15709" y="1306"/>
                </a:lnTo>
                <a:close/>
              </a:path>
            </a:pathLst>
          </a:custGeom>
          <a:solidFill>
            <a:srgbClr val="7E6E51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5" name="contour_06243"/>
          <p:cNvSpPr/>
          <p:nvPr/>
        </p:nvSpPr>
        <p:spPr>
          <a:xfrm>
            <a:off x="782902" y="5436842"/>
            <a:ext cx="10203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937" y="0"/>
                </a:lnTo>
                <a:lnTo>
                  <a:pt x="7714" y="0"/>
                </a:lnTo>
                <a:lnTo>
                  <a:pt x="7918" y="1010"/>
                </a:lnTo>
                <a:lnTo>
                  <a:pt x="8115" y="2021"/>
                </a:lnTo>
                <a:lnTo>
                  <a:pt x="8307" y="3033"/>
                </a:lnTo>
                <a:lnTo>
                  <a:pt x="8495" y="4046"/>
                </a:lnTo>
                <a:lnTo>
                  <a:pt x="8679" y="5062"/>
                </a:lnTo>
                <a:lnTo>
                  <a:pt x="9053" y="6446"/>
                </a:lnTo>
                <a:lnTo>
                  <a:pt x="9422" y="7627"/>
                </a:lnTo>
                <a:lnTo>
                  <a:pt x="9820" y="8645"/>
                </a:lnTo>
                <a:lnTo>
                  <a:pt x="10279" y="9542"/>
                </a:lnTo>
                <a:lnTo>
                  <a:pt x="10834" y="10355"/>
                </a:lnTo>
                <a:lnTo>
                  <a:pt x="11516" y="11129"/>
                </a:lnTo>
                <a:lnTo>
                  <a:pt x="12363" y="11903"/>
                </a:lnTo>
                <a:lnTo>
                  <a:pt x="13404" y="12719"/>
                </a:lnTo>
                <a:lnTo>
                  <a:pt x="14407" y="13230"/>
                </a:lnTo>
                <a:lnTo>
                  <a:pt x="15418" y="13712"/>
                </a:lnTo>
                <a:lnTo>
                  <a:pt x="16433" y="14173"/>
                </a:lnTo>
                <a:lnTo>
                  <a:pt x="17454" y="14611"/>
                </a:lnTo>
                <a:lnTo>
                  <a:pt x="18482" y="15030"/>
                </a:lnTo>
                <a:lnTo>
                  <a:pt x="19516" y="15433"/>
                </a:lnTo>
                <a:lnTo>
                  <a:pt x="20554" y="15822"/>
                </a:lnTo>
                <a:lnTo>
                  <a:pt x="21600" y="16200"/>
                </a:lnTo>
                <a:lnTo>
                  <a:pt x="20824" y="17312"/>
                </a:lnTo>
                <a:lnTo>
                  <a:pt x="20102" y="18193"/>
                </a:lnTo>
                <a:lnTo>
                  <a:pt x="19384" y="18882"/>
                </a:lnTo>
                <a:lnTo>
                  <a:pt x="18618" y="19422"/>
                </a:lnTo>
                <a:lnTo>
                  <a:pt x="17752" y="19850"/>
                </a:lnTo>
                <a:lnTo>
                  <a:pt x="16734" y="20212"/>
                </a:lnTo>
                <a:lnTo>
                  <a:pt x="15513" y="20545"/>
                </a:lnTo>
                <a:lnTo>
                  <a:pt x="14673" y="20650"/>
                </a:lnTo>
                <a:lnTo>
                  <a:pt x="13832" y="20747"/>
                </a:lnTo>
                <a:lnTo>
                  <a:pt x="12991" y="20839"/>
                </a:lnTo>
                <a:lnTo>
                  <a:pt x="12150" y="20925"/>
                </a:lnTo>
                <a:lnTo>
                  <a:pt x="11286" y="21029"/>
                </a:lnTo>
                <a:lnTo>
                  <a:pt x="10408" y="21136"/>
                </a:lnTo>
                <a:lnTo>
                  <a:pt x="9350" y="21260"/>
                </a:lnTo>
                <a:lnTo>
                  <a:pt x="8291" y="21377"/>
                </a:lnTo>
                <a:lnTo>
                  <a:pt x="7231" y="21490"/>
                </a:lnTo>
                <a:lnTo>
                  <a:pt x="6171" y="21600"/>
                </a:lnTo>
                <a:lnTo>
                  <a:pt x="6171" y="20410"/>
                </a:lnTo>
                <a:lnTo>
                  <a:pt x="6171" y="19213"/>
                </a:lnTo>
                <a:lnTo>
                  <a:pt x="6171" y="18000"/>
                </a:lnTo>
                <a:lnTo>
                  <a:pt x="5365" y="17327"/>
                </a:lnTo>
                <a:lnTo>
                  <a:pt x="4774" y="16893"/>
                </a:lnTo>
                <a:lnTo>
                  <a:pt x="4110" y="16504"/>
                </a:lnTo>
                <a:lnTo>
                  <a:pt x="3086" y="15975"/>
                </a:lnTo>
                <a:lnTo>
                  <a:pt x="2751" y="15804"/>
                </a:lnTo>
                <a:lnTo>
                  <a:pt x="2317" y="15584"/>
                </a:lnTo>
                <a:lnTo>
                  <a:pt x="1498" y="15165"/>
                </a:lnTo>
                <a:lnTo>
                  <a:pt x="0" y="14400"/>
                </a:lnTo>
                <a:lnTo>
                  <a:pt x="955" y="14177"/>
                </a:lnTo>
                <a:lnTo>
                  <a:pt x="1910" y="13954"/>
                </a:lnTo>
                <a:lnTo>
                  <a:pt x="2868" y="13730"/>
                </a:lnTo>
                <a:lnTo>
                  <a:pt x="3828" y="13507"/>
                </a:lnTo>
                <a:lnTo>
                  <a:pt x="4792" y="13282"/>
                </a:lnTo>
                <a:lnTo>
                  <a:pt x="5761" y="13055"/>
                </a:lnTo>
                <a:lnTo>
                  <a:pt x="6735" y="12829"/>
                </a:lnTo>
                <a:lnTo>
                  <a:pt x="7714" y="12600"/>
                </a:lnTo>
                <a:lnTo>
                  <a:pt x="7173" y="11857"/>
                </a:lnTo>
                <a:lnTo>
                  <a:pt x="6628" y="11108"/>
                </a:lnTo>
                <a:lnTo>
                  <a:pt x="6076" y="10350"/>
                </a:lnTo>
                <a:lnTo>
                  <a:pt x="5434" y="8921"/>
                </a:lnTo>
                <a:lnTo>
                  <a:pt x="5005" y="7805"/>
                </a:lnTo>
                <a:lnTo>
                  <a:pt x="4774" y="6842"/>
                </a:lnTo>
                <a:lnTo>
                  <a:pt x="4724" y="5870"/>
                </a:lnTo>
                <a:lnTo>
                  <a:pt x="4841" y="4730"/>
                </a:lnTo>
                <a:lnTo>
                  <a:pt x="5110" y="3262"/>
                </a:lnTo>
                <a:lnTo>
                  <a:pt x="5266" y="2783"/>
                </a:lnTo>
                <a:lnTo>
                  <a:pt x="5542" y="1937"/>
                </a:lnTo>
                <a:lnTo>
                  <a:pt x="6171" y="0"/>
                </a:lnTo>
                <a:close/>
              </a:path>
            </a:pathLst>
          </a:custGeom>
          <a:solidFill>
            <a:srgbClr val="CCCED0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6" name="contour_06244"/>
          <p:cNvSpPr/>
          <p:nvPr/>
        </p:nvSpPr>
        <p:spPr>
          <a:xfrm>
            <a:off x="1621021" y="5473282"/>
            <a:ext cx="138472" cy="444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32" y="0"/>
                </a:moveTo>
                <a:lnTo>
                  <a:pt x="10420" y="545"/>
                </a:lnTo>
                <a:lnTo>
                  <a:pt x="10986" y="2198"/>
                </a:lnTo>
                <a:lnTo>
                  <a:pt x="11691" y="3967"/>
                </a:lnTo>
                <a:lnTo>
                  <a:pt x="12392" y="5545"/>
                </a:lnTo>
                <a:lnTo>
                  <a:pt x="13090" y="6939"/>
                </a:lnTo>
                <a:lnTo>
                  <a:pt x="13790" y="8164"/>
                </a:lnTo>
                <a:lnTo>
                  <a:pt x="14496" y="9236"/>
                </a:lnTo>
                <a:lnTo>
                  <a:pt x="15210" y="10167"/>
                </a:lnTo>
                <a:lnTo>
                  <a:pt x="15935" y="10973"/>
                </a:lnTo>
                <a:lnTo>
                  <a:pt x="16675" y="11663"/>
                </a:lnTo>
                <a:lnTo>
                  <a:pt x="17432" y="12251"/>
                </a:lnTo>
                <a:lnTo>
                  <a:pt x="18211" y="12753"/>
                </a:lnTo>
                <a:lnTo>
                  <a:pt x="19015" y="13182"/>
                </a:lnTo>
                <a:lnTo>
                  <a:pt x="19845" y="13546"/>
                </a:lnTo>
                <a:lnTo>
                  <a:pt x="20705" y="13868"/>
                </a:lnTo>
                <a:lnTo>
                  <a:pt x="21600" y="14155"/>
                </a:lnTo>
                <a:lnTo>
                  <a:pt x="21344" y="16253"/>
                </a:lnTo>
                <a:lnTo>
                  <a:pt x="21140" y="17690"/>
                </a:lnTo>
                <a:lnTo>
                  <a:pt x="20882" y="19130"/>
                </a:lnTo>
                <a:lnTo>
                  <a:pt x="20463" y="21232"/>
                </a:lnTo>
                <a:lnTo>
                  <a:pt x="19680" y="21589"/>
                </a:lnTo>
                <a:lnTo>
                  <a:pt x="19080" y="21600"/>
                </a:lnTo>
                <a:lnTo>
                  <a:pt x="18145" y="21274"/>
                </a:lnTo>
                <a:lnTo>
                  <a:pt x="17439" y="21027"/>
                </a:lnTo>
                <a:lnTo>
                  <a:pt x="16724" y="20775"/>
                </a:lnTo>
                <a:lnTo>
                  <a:pt x="15970" y="20453"/>
                </a:lnTo>
                <a:lnTo>
                  <a:pt x="15205" y="20128"/>
                </a:lnTo>
                <a:lnTo>
                  <a:pt x="14439" y="19834"/>
                </a:lnTo>
                <a:lnTo>
                  <a:pt x="13663" y="19537"/>
                </a:lnTo>
                <a:lnTo>
                  <a:pt x="12887" y="19233"/>
                </a:lnTo>
                <a:lnTo>
                  <a:pt x="12113" y="18925"/>
                </a:lnTo>
                <a:lnTo>
                  <a:pt x="11338" y="18613"/>
                </a:lnTo>
                <a:lnTo>
                  <a:pt x="10564" y="18291"/>
                </a:lnTo>
                <a:lnTo>
                  <a:pt x="9775" y="17980"/>
                </a:lnTo>
                <a:lnTo>
                  <a:pt x="8984" y="17686"/>
                </a:lnTo>
                <a:lnTo>
                  <a:pt x="8194" y="17407"/>
                </a:lnTo>
                <a:lnTo>
                  <a:pt x="7404" y="17145"/>
                </a:lnTo>
                <a:lnTo>
                  <a:pt x="6612" y="16890"/>
                </a:lnTo>
                <a:lnTo>
                  <a:pt x="5906" y="16646"/>
                </a:lnTo>
                <a:lnTo>
                  <a:pt x="5197" y="16395"/>
                </a:lnTo>
                <a:lnTo>
                  <a:pt x="4477" y="16143"/>
                </a:lnTo>
                <a:lnTo>
                  <a:pt x="3853" y="15931"/>
                </a:lnTo>
                <a:lnTo>
                  <a:pt x="3225" y="15715"/>
                </a:lnTo>
                <a:lnTo>
                  <a:pt x="2589" y="15496"/>
                </a:lnTo>
                <a:lnTo>
                  <a:pt x="1868" y="14831"/>
                </a:lnTo>
                <a:lnTo>
                  <a:pt x="1137" y="14155"/>
                </a:lnTo>
                <a:lnTo>
                  <a:pt x="855" y="12403"/>
                </a:lnTo>
                <a:lnTo>
                  <a:pt x="573" y="10644"/>
                </a:lnTo>
                <a:lnTo>
                  <a:pt x="288" y="8871"/>
                </a:lnTo>
                <a:lnTo>
                  <a:pt x="0" y="7077"/>
                </a:lnTo>
                <a:lnTo>
                  <a:pt x="779" y="7077"/>
                </a:lnTo>
                <a:lnTo>
                  <a:pt x="1559" y="7077"/>
                </a:lnTo>
                <a:lnTo>
                  <a:pt x="2338" y="7077"/>
                </a:lnTo>
                <a:lnTo>
                  <a:pt x="3119" y="7077"/>
                </a:lnTo>
                <a:lnTo>
                  <a:pt x="3902" y="7077"/>
                </a:lnTo>
                <a:lnTo>
                  <a:pt x="4685" y="7077"/>
                </a:lnTo>
                <a:lnTo>
                  <a:pt x="5470" y="7077"/>
                </a:lnTo>
                <a:lnTo>
                  <a:pt x="6257" y="7077"/>
                </a:lnTo>
                <a:lnTo>
                  <a:pt x="7046" y="7077"/>
                </a:lnTo>
                <a:lnTo>
                  <a:pt x="7839" y="7077"/>
                </a:lnTo>
                <a:lnTo>
                  <a:pt x="8633" y="7077"/>
                </a:lnTo>
                <a:lnTo>
                  <a:pt x="9430" y="7077"/>
                </a:lnTo>
                <a:lnTo>
                  <a:pt x="10232" y="7077"/>
                </a:lnTo>
                <a:lnTo>
                  <a:pt x="10232" y="4738"/>
                </a:lnTo>
                <a:lnTo>
                  <a:pt x="10232" y="2385"/>
                </a:lnTo>
                <a:lnTo>
                  <a:pt x="10232" y="0"/>
                </a:lnTo>
                <a:close/>
              </a:path>
            </a:pathLst>
          </a:custGeom>
          <a:solidFill>
            <a:srgbClr val="E0E0E7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7" name="contour_06245"/>
          <p:cNvSpPr/>
          <p:nvPr/>
        </p:nvSpPr>
        <p:spPr>
          <a:xfrm>
            <a:off x="5439928" y="5443918"/>
            <a:ext cx="102032" cy="80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57"/>
                </a:moveTo>
                <a:lnTo>
                  <a:pt x="12343" y="1220"/>
                </a:lnTo>
                <a:lnTo>
                  <a:pt x="12343" y="2387"/>
                </a:lnTo>
                <a:lnTo>
                  <a:pt x="12343" y="3559"/>
                </a:lnTo>
                <a:lnTo>
                  <a:pt x="12343" y="4740"/>
                </a:lnTo>
                <a:lnTo>
                  <a:pt x="12343" y="5932"/>
                </a:lnTo>
                <a:lnTo>
                  <a:pt x="13361" y="5932"/>
                </a:lnTo>
                <a:lnTo>
                  <a:pt x="14381" y="5932"/>
                </a:lnTo>
                <a:lnTo>
                  <a:pt x="15401" y="5932"/>
                </a:lnTo>
                <a:lnTo>
                  <a:pt x="16424" y="5932"/>
                </a:lnTo>
                <a:lnTo>
                  <a:pt x="17450" y="5932"/>
                </a:lnTo>
                <a:lnTo>
                  <a:pt x="18480" y="5932"/>
                </a:lnTo>
                <a:lnTo>
                  <a:pt x="19514" y="5932"/>
                </a:lnTo>
                <a:lnTo>
                  <a:pt x="20554" y="5932"/>
                </a:lnTo>
                <a:lnTo>
                  <a:pt x="21600" y="5932"/>
                </a:lnTo>
                <a:lnTo>
                  <a:pt x="21600" y="7227"/>
                </a:lnTo>
                <a:lnTo>
                  <a:pt x="21600" y="8529"/>
                </a:lnTo>
                <a:lnTo>
                  <a:pt x="21600" y="9849"/>
                </a:lnTo>
                <a:lnTo>
                  <a:pt x="20582" y="9849"/>
                </a:lnTo>
                <a:lnTo>
                  <a:pt x="19562" y="9849"/>
                </a:lnTo>
                <a:lnTo>
                  <a:pt x="18537" y="9849"/>
                </a:lnTo>
                <a:lnTo>
                  <a:pt x="17508" y="9849"/>
                </a:lnTo>
                <a:lnTo>
                  <a:pt x="16473" y="9849"/>
                </a:lnTo>
                <a:lnTo>
                  <a:pt x="15429" y="9849"/>
                </a:lnTo>
                <a:lnTo>
                  <a:pt x="15779" y="11061"/>
                </a:lnTo>
                <a:lnTo>
                  <a:pt x="16132" y="12284"/>
                </a:lnTo>
                <a:lnTo>
                  <a:pt x="16490" y="13521"/>
                </a:lnTo>
                <a:lnTo>
                  <a:pt x="16748" y="14800"/>
                </a:lnTo>
                <a:lnTo>
                  <a:pt x="16885" y="15660"/>
                </a:lnTo>
                <a:lnTo>
                  <a:pt x="16944" y="16490"/>
                </a:lnTo>
                <a:lnTo>
                  <a:pt x="16971" y="17683"/>
                </a:lnTo>
                <a:lnTo>
                  <a:pt x="16026" y="18721"/>
                </a:lnTo>
                <a:lnTo>
                  <a:pt x="15321" y="19459"/>
                </a:lnTo>
                <a:lnTo>
                  <a:pt x="14730" y="20010"/>
                </a:lnTo>
                <a:lnTo>
                  <a:pt x="14120" y="20476"/>
                </a:lnTo>
                <a:lnTo>
                  <a:pt x="13369" y="20969"/>
                </a:lnTo>
                <a:lnTo>
                  <a:pt x="12343" y="21600"/>
                </a:lnTo>
                <a:lnTo>
                  <a:pt x="12513" y="20307"/>
                </a:lnTo>
                <a:lnTo>
                  <a:pt x="12682" y="19013"/>
                </a:lnTo>
                <a:lnTo>
                  <a:pt x="12852" y="17718"/>
                </a:lnTo>
                <a:lnTo>
                  <a:pt x="13023" y="16420"/>
                </a:lnTo>
                <a:lnTo>
                  <a:pt x="13195" y="15117"/>
                </a:lnTo>
                <a:lnTo>
                  <a:pt x="13366" y="13809"/>
                </a:lnTo>
                <a:lnTo>
                  <a:pt x="13539" y="12497"/>
                </a:lnTo>
                <a:lnTo>
                  <a:pt x="13711" y="11177"/>
                </a:lnTo>
                <a:lnTo>
                  <a:pt x="13886" y="9849"/>
                </a:lnTo>
                <a:lnTo>
                  <a:pt x="13392" y="9710"/>
                </a:lnTo>
                <a:lnTo>
                  <a:pt x="12940" y="9583"/>
                </a:lnTo>
                <a:lnTo>
                  <a:pt x="12496" y="9457"/>
                </a:lnTo>
                <a:lnTo>
                  <a:pt x="12017" y="9322"/>
                </a:lnTo>
                <a:lnTo>
                  <a:pt x="11470" y="9168"/>
                </a:lnTo>
                <a:lnTo>
                  <a:pt x="10812" y="8982"/>
                </a:lnTo>
                <a:lnTo>
                  <a:pt x="10010" y="8756"/>
                </a:lnTo>
                <a:lnTo>
                  <a:pt x="9023" y="8478"/>
                </a:lnTo>
                <a:lnTo>
                  <a:pt x="7815" y="8135"/>
                </a:lnTo>
                <a:lnTo>
                  <a:pt x="6346" y="7722"/>
                </a:lnTo>
                <a:lnTo>
                  <a:pt x="4579" y="7223"/>
                </a:lnTo>
                <a:lnTo>
                  <a:pt x="2476" y="6631"/>
                </a:lnTo>
                <a:lnTo>
                  <a:pt x="0" y="5932"/>
                </a:lnTo>
                <a:lnTo>
                  <a:pt x="663" y="4277"/>
                </a:lnTo>
                <a:lnTo>
                  <a:pt x="1193" y="3130"/>
                </a:lnTo>
                <a:lnTo>
                  <a:pt x="1711" y="2352"/>
                </a:lnTo>
                <a:lnTo>
                  <a:pt x="2344" y="1798"/>
                </a:lnTo>
                <a:lnTo>
                  <a:pt x="3209" y="1326"/>
                </a:lnTo>
                <a:lnTo>
                  <a:pt x="4436" y="791"/>
                </a:lnTo>
                <a:lnTo>
                  <a:pt x="5428" y="550"/>
                </a:lnTo>
                <a:lnTo>
                  <a:pt x="6412" y="356"/>
                </a:lnTo>
                <a:lnTo>
                  <a:pt x="7390" y="204"/>
                </a:lnTo>
                <a:lnTo>
                  <a:pt x="8367" y="96"/>
                </a:lnTo>
                <a:lnTo>
                  <a:pt x="9347" y="27"/>
                </a:lnTo>
                <a:lnTo>
                  <a:pt x="10333" y="0"/>
                </a:lnTo>
                <a:lnTo>
                  <a:pt x="11331" y="10"/>
                </a:lnTo>
                <a:lnTo>
                  <a:pt x="12343" y="57"/>
                </a:lnTo>
                <a:close/>
              </a:path>
            </a:pathLst>
          </a:custGeom>
          <a:solidFill>
            <a:srgbClr val="515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8" name="contour_06246"/>
          <p:cNvSpPr/>
          <p:nvPr/>
        </p:nvSpPr>
        <p:spPr>
          <a:xfrm>
            <a:off x="2400836" y="5385826"/>
            <a:ext cx="8223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15" y="0"/>
                </a:moveTo>
                <a:lnTo>
                  <a:pt x="16265" y="0"/>
                </a:lnTo>
                <a:lnTo>
                  <a:pt x="17229" y="0"/>
                </a:lnTo>
                <a:lnTo>
                  <a:pt x="17229" y="1091"/>
                </a:lnTo>
                <a:lnTo>
                  <a:pt x="17229" y="2183"/>
                </a:lnTo>
                <a:lnTo>
                  <a:pt x="17229" y="3279"/>
                </a:lnTo>
                <a:lnTo>
                  <a:pt x="17229" y="4379"/>
                </a:lnTo>
                <a:lnTo>
                  <a:pt x="17229" y="5483"/>
                </a:lnTo>
                <a:lnTo>
                  <a:pt x="17229" y="6594"/>
                </a:lnTo>
                <a:lnTo>
                  <a:pt x="17229" y="7714"/>
                </a:lnTo>
                <a:lnTo>
                  <a:pt x="18495" y="7714"/>
                </a:lnTo>
                <a:lnTo>
                  <a:pt x="19768" y="7714"/>
                </a:lnTo>
                <a:lnTo>
                  <a:pt x="21058" y="7714"/>
                </a:lnTo>
                <a:lnTo>
                  <a:pt x="21238" y="8770"/>
                </a:lnTo>
                <a:lnTo>
                  <a:pt x="21389" y="9808"/>
                </a:lnTo>
                <a:lnTo>
                  <a:pt x="21504" y="10831"/>
                </a:lnTo>
                <a:lnTo>
                  <a:pt x="21577" y="11846"/>
                </a:lnTo>
                <a:lnTo>
                  <a:pt x="21600" y="12857"/>
                </a:lnTo>
                <a:lnTo>
                  <a:pt x="21566" y="13870"/>
                </a:lnTo>
                <a:lnTo>
                  <a:pt x="21468" y="14890"/>
                </a:lnTo>
                <a:lnTo>
                  <a:pt x="21301" y="15922"/>
                </a:lnTo>
                <a:lnTo>
                  <a:pt x="21058" y="16971"/>
                </a:lnTo>
                <a:lnTo>
                  <a:pt x="20099" y="17670"/>
                </a:lnTo>
                <a:lnTo>
                  <a:pt x="19121" y="18304"/>
                </a:lnTo>
                <a:lnTo>
                  <a:pt x="18120" y="18883"/>
                </a:lnTo>
                <a:lnTo>
                  <a:pt x="17092" y="19414"/>
                </a:lnTo>
                <a:lnTo>
                  <a:pt x="16037" y="19903"/>
                </a:lnTo>
                <a:lnTo>
                  <a:pt x="14949" y="20358"/>
                </a:lnTo>
                <a:lnTo>
                  <a:pt x="13831" y="20788"/>
                </a:lnTo>
                <a:lnTo>
                  <a:pt x="12677" y="21199"/>
                </a:lnTo>
                <a:lnTo>
                  <a:pt x="11486" y="21600"/>
                </a:lnTo>
                <a:lnTo>
                  <a:pt x="11325" y="21230"/>
                </a:lnTo>
                <a:lnTo>
                  <a:pt x="10835" y="20111"/>
                </a:lnTo>
                <a:lnTo>
                  <a:pt x="10070" y="19179"/>
                </a:lnTo>
                <a:lnTo>
                  <a:pt x="9446" y="18641"/>
                </a:lnTo>
                <a:lnTo>
                  <a:pt x="8630" y="18292"/>
                </a:lnTo>
                <a:lnTo>
                  <a:pt x="7292" y="17930"/>
                </a:lnTo>
                <a:lnTo>
                  <a:pt x="5988" y="17789"/>
                </a:lnTo>
                <a:lnTo>
                  <a:pt x="4667" y="17647"/>
                </a:lnTo>
                <a:lnTo>
                  <a:pt x="3109" y="17470"/>
                </a:lnTo>
                <a:lnTo>
                  <a:pt x="2104" y="17340"/>
                </a:lnTo>
                <a:lnTo>
                  <a:pt x="1214" y="17195"/>
                </a:lnTo>
                <a:lnTo>
                  <a:pt x="0" y="16971"/>
                </a:lnTo>
                <a:lnTo>
                  <a:pt x="0" y="16206"/>
                </a:lnTo>
                <a:lnTo>
                  <a:pt x="0" y="15429"/>
                </a:lnTo>
                <a:lnTo>
                  <a:pt x="1218" y="15046"/>
                </a:lnTo>
                <a:lnTo>
                  <a:pt x="2119" y="14774"/>
                </a:lnTo>
                <a:lnTo>
                  <a:pt x="2975" y="14540"/>
                </a:lnTo>
                <a:lnTo>
                  <a:pt x="4053" y="14268"/>
                </a:lnTo>
                <a:lnTo>
                  <a:pt x="5624" y="13886"/>
                </a:lnTo>
                <a:lnTo>
                  <a:pt x="7726" y="13369"/>
                </a:lnTo>
                <a:lnTo>
                  <a:pt x="9271" y="12968"/>
                </a:lnTo>
                <a:lnTo>
                  <a:pt x="10395" y="12628"/>
                </a:lnTo>
                <a:lnTo>
                  <a:pt x="11234" y="12295"/>
                </a:lnTo>
                <a:lnTo>
                  <a:pt x="11925" y="11915"/>
                </a:lnTo>
                <a:lnTo>
                  <a:pt x="12600" y="11436"/>
                </a:lnTo>
                <a:lnTo>
                  <a:pt x="13401" y="10800"/>
                </a:lnTo>
                <a:lnTo>
                  <a:pt x="13613" y="9888"/>
                </a:lnTo>
                <a:lnTo>
                  <a:pt x="13810" y="8975"/>
                </a:lnTo>
                <a:lnTo>
                  <a:pt x="13994" y="8058"/>
                </a:lnTo>
                <a:lnTo>
                  <a:pt x="14166" y="7142"/>
                </a:lnTo>
                <a:lnTo>
                  <a:pt x="14327" y="6224"/>
                </a:lnTo>
                <a:lnTo>
                  <a:pt x="14477" y="5304"/>
                </a:lnTo>
                <a:lnTo>
                  <a:pt x="14637" y="4314"/>
                </a:lnTo>
                <a:lnTo>
                  <a:pt x="14800" y="3317"/>
                </a:lnTo>
                <a:lnTo>
                  <a:pt x="14963" y="2308"/>
                </a:lnTo>
                <a:lnTo>
                  <a:pt x="15080" y="1546"/>
                </a:lnTo>
                <a:lnTo>
                  <a:pt x="15196" y="778"/>
                </a:lnTo>
                <a:lnTo>
                  <a:pt x="15315" y="0"/>
                </a:lnTo>
                <a:close/>
              </a:path>
            </a:pathLst>
          </a:custGeom>
          <a:solidFill>
            <a:srgbClr val="CFD6E0"/>
          </a:solidFill>
          <a:ln>
            <a:noFill/>
          </a:ln>
        </p:spPr>
        <p:txBody>
          <a:bodyPr/>
          <a:lstStyle/>
          <a:p/>
        </p:txBody>
      </p:sp>
      <p:sp>
        <p:nvSpPr>
          <p:cNvPr id="6249" name="contour_06247"/>
          <p:cNvSpPr/>
          <p:nvPr/>
        </p:nvSpPr>
        <p:spPr>
          <a:xfrm>
            <a:off x="7538870" y="5393114"/>
            <a:ext cx="109320" cy="456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80" y="0"/>
                </a:moveTo>
                <a:lnTo>
                  <a:pt x="10981" y="300"/>
                </a:lnTo>
                <a:lnTo>
                  <a:pt x="11881" y="620"/>
                </a:lnTo>
                <a:lnTo>
                  <a:pt x="12781" y="951"/>
                </a:lnTo>
                <a:lnTo>
                  <a:pt x="13680" y="1292"/>
                </a:lnTo>
                <a:lnTo>
                  <a:pt x="14685" y="1654"/>
                </a:lnTo>
                <a:lnTo>
                  <a:pt x="15705" y="2019"/>
                </a:lnTo>
                <a:lnTo>
                  <a:pt x="16487" y="2729"/>
                </a:lnTo>
                <a:lnTo>
                  <a:pt x="17280" y="3446"/>
                </a:lnTo>
                <a:lnTo>
                  <a:pt x="17280" y="5724"/>
                </a:lnTo>
                <a:lnTo>
                  <a:pt x="17280" y="8016"/>
                </a:lnTo>
                <a:lnTo>
                  <a:pt x="17280" y="10338"/>
                </a:lnTo>
                <a:lnTo>
                  <a:pt x="17994" y="10907"/>
                </a:lnTo>
                <a:lnTo>
                  <a:pt x="18711" y="11479"/>
                </a:lnTo>
                <a:lnTo>
                  <a:pt x="19440" y="12061"/>
                </a:lnTo>
                <a:lnTo>
                  <a:pt x="20154" y="12630"/>
                </a:lnTo>
                <a:lnTo>
                  <a:pt x="20871" y="13202"/>
                </a:lnTo>
                <a:lnTo>
                  <a:pt x="21600" y="13784"/>
                </a:lnTo>
                <a:lnTo>
                  <a:pt x="21600" y="16062"/>
                </a:lnTo>
                <a:lnTo>
                  <a:pt x="21600" y="18354"/>
                </a:lnTo>
                <a:lnTo>
                  <a:pt x="21600" y="20676"/>
                </a:lnTo>
                <a:lnTo>
                  <a:pt x="20655" y="20783"/>
                </a:lnTo>
                <a:lnTo>
                  <a:pt x="19711" y="20883"/>
                </a:lnTo>
                <a:lnTo>
                  <a:pt x="18766" y="20973"/>
                </a:lnTo>
                <a:lnTo>
                  <a:pt x="17820" y="21052"/>
                </a:lnTo>
                <a:lnTo>
                  <a:pt x="16875" y="21128"/>
                </a:lnTo>
                <a:lnTo>
                  <a:pt x="15931" y="21197"/>
                </a:lnTo>
                <a:lnTo>
                  <a:pt x="14986" y="21262"/>
                </a:lnTo>
                <a:lnTo>
                  <a:pt x="14040" y="21324"/>
                </a:lnTo>
                <a:lnTo>
                  <a:pt x="13725" y="21362"/>
                </a:lnTo>
                <a:lnTo>
                  <a:pt x="13169" y="21431"/>
                </a:lnTo>
                <a:lnTo>
                  <a:pt x="11897" y="21586"/>
                </a:lnTo>
                <a:lnTo>
                  <a:pt x="10757" y="21600"/>
                </a:lnTo>
                <a:lnTo>
                  <a:pt x="9694" y="21514"/>
                </a:lnTo>
                <a:lnTo>
                  <a:pt x="8699" y="21324"/>
                </a:lnTo>
                <a:lnTo>
                  <a:pt x="7760" y="21011"/>
                </a:lnTo>
                <a:lnTo>
                  <a:pt x="6867" y="20563"/>
                </a:lnTo>
                <a:lnTo>
                  <a:pt x="6009" y="19967"/>
                </a:lnTo>
                <a:lnTo>
                  <a:pt x="5174" y="19212"/>
                </a:lnTo>
                <a:lnTo>
                  <a:pt x="4352" y="18285"/>
                </a:lnTo>
                <a:lnTo>
                  <a:pt x="3531" y="17168"/>
                </a:lnTo>
                <a:lnTo>
                  <a:pt x="2701" y="15855"/>
                </a:lnTo>
                <a:lnTo>
                  <a:pt x="1850" y="14329"/>
                </a:lnTo>
                <a:lnTo>
                  <a:pt x="969" y="12578"/>
                </a:lnTo>
                <a:lnTo>
                  <a:pt x="488" y="11465"/>
                </a:lnTo>
                <a:lnTo>
                  <a:pt x="0" y="10338"/>
                </a:lnTo>
                <a:lnTo>
                  <a:pt x="1028" y="10276"/>
                </a:lnTo>
                <a:lnTo>
                  <a:pt x="2046" y="10225"/>
                </a:lnTo>
                <a:lnTo>
                  <a:pt x="3056" y="10187"/>
                </a:lnTo>
                <a:lnTo>
                  <a:pt x="4058" y="10166"/>
                </a:lnTo>
                <a:lnTo>
                  <a:pt x="5053" y="10173"/>
                </a:lnTo>
                <a:lnTo>
                  <a:pt x="6041" y="10214"/>
                </a:lnTo>
                <a:lnTo>
                  <a:pt x="7026" y="10293"/>
                </a:lnTo>
                <a:lnTo>
                  <a:pt x="8006" y="10417"/>
                </a:lnTo>
                <a:lnTo>
                  <a:pt x="8984" y="10593"/>
                </a:lnTo>
                <a:lnTo>
                  <a:pt x="9960" y="10828"/>
                </a:lnTo>
                <a:lnTo>
                  <a:pt x="10935" y="11124"/>
                </a:lnTo>
                <a:lnTo>
                  <a:pt x="11912" y="11493"/>
                </a:lnTo>
                <a:lnTo>
                  <a:pt x="12888" y="11934"/>
                </a:lnTo>
                <a:lnTo>
                  <a:pt x="13869" y="12461"/>
                </a:lnTo>
                <a:lnTo>
                  <a:pt x="14852" y="13074"/>
                </a:lnTo>
                <a:lnTo>
                  <a:pt x="15840" y="13784"/>
                </a:lnTo>
                <a:lnTo>
                  <a:pt x="15840" y="11506"/>
                </a:lnTo>
                <a:lnTo>
                  <a:pt x="15840" y="9215"/>
                </a:lnTo>
                <a:lnTo>
                  <a:pt x="15840" y="6892"/>
                </a:lnTo>
                <a:lnTo>
                  <a:pt x="14894" y="5951"/>
                </a:lnTo>
                <a:lnTo>
                  <a:pt x="14147" y="5448"/>
                </a:lnTo>
                <a:lnTo>
                  <a:pt x="12960" y="4955"/>
                </a:lnTo>
                <a:lnTo>
                  <a:pt x="11773" y="4459"/>
                </a:lnTo>
                <a:lnTo>
                  <a:pt x="11026" y="4066"/>
                </a:lnTo>
                <a:lnTo>
                  <a:pt x="10080" y="3446"/>
                </a:lnTo>
                <a:lnTo>
                  <a:pt x="10080" y="1737"/>
                </a:lnTo>
                <a:lnTo>
                  <a:pt x="10080" y="0"/>
                </a:lnTo>
                <a:close/>
              </a:path>
            </a:pathLst>
          </a:custGeom>
          <a:solidFill>
            <a:srgbClr val="C2D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0" name="contour_06248"/>
          <p:cNvSpPr/>
          <p:nvPr/>
        </p:nvSpPr>
        <p:spPr>
          <a:xfrm>
            <a:off x="1752205" y="5370885"/>
            <a:ext cx="81268" cy="513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08" y="153"/>
                </a:moveTo>
                <a:lnTo>
                  <a:pt x="21439" y="2313"/>
                </a:lnTo>
                <a:lnTo>
                  <a:pt x="21544" y="4354"/>
                </a:lnTo>
                <a:lnTo>
                  <a:pt x="21600" y="6327"/>
                </a:lnTo>
                <a:lnTo>
                  <a:pt x="21590" y="8288"/>
                </a:lnTo>
                <a:lnTo>
                  <a:pt x="21499" y="10298"/>
                </a:lnTo>
                <a:lnTo>
                  <a:pt x="21308" y="12409"/>
                </a:lnTo>
                <a:lnTo>
                  <a:pt x="20213" y="13931"/>
                </a:lnTo>
                <a:lnTo>
                  <a:pt x="19097" y="15255"/>
                </a:lnTo>
                <a:lnTo>
                  <a:pt x="17958" y="16395"/>
                </a:lnTo>
                <a:lnTo>
                  <a:pt x="16794" y="17381"/>
                </a:lnTo>
                <a:lnTo>
                  <a:pt x="15601" y="18227"/>
                </a:lnTo>
                <a:lnTo>
                  <a:pt x="14381" y="18956"/>
                </a:lnTo>
                <a:lnTo>
                  <a:pt x="13127" y="19590"/>
                </a:lnTo>
                <a:lnTo>
                  <a:pt x="11839" y="20151"/>
                </a:lnTo>
                <a:lnTo>
                  <a:pt x="10514" y="20659"/>
                </a:lnTo>
                <a:lnTo>
                  <a:pt x="9153" y="21134"/>
                </a:lnTo>
                <a:lnTo>
                  <a:pt x="7748" y="21600"/>
                </a:lnTo>
                <a:lnTo>
                  <a:pt x="7909" y="19703"/>
                </a:lnTo>
                <a:lnTo>
                  <a:pt x="8070" y="17792"/>
                </a:lnTo>
                <a:lnTo>
                  <a:pt x="8232" y="15855"/>
                </a:lnTo>
                <a:lnTo>
                  <a:pt x="8234" y="13364"/>
                </a:lnTo>
                <a:lnTo>
                  <a:pt x="8110" y="11676"/>
                </a:lnTo>
                <a:lnTo>
                  <a:pt x="7748" y="9345"/>
                </a:lnTo>
                <a:lnTo>
                  <a:pt x="6723" y="8144"/>
                </a:lnTo>
                <a:lnTo>
                  <a:pt x="5676" y="7093"/>
                </a:lnTo>
                <a:lnTo>
                  <a:pt x="4602" y="6161"/>
                </a:lnTo>
                <a:lnTo>
                  <a:pt x="3502" y="5331"/>
                </a:lnTo>
                <a:lnTo>
                  <a:pt x="2369" y="4580"/>
                </a:lnTo>
                <a:lnTo>
                  <a:pt x="1203" y="3882"/>
                </a:lnTo>
                <a:lnTo>
                  <a:pt x="0" y="3217"/>
                </a:lnTo>
                <a:lnTo>
                  <a:pt x="1329" y="2586"/>
                </a:lnTo>
                <a:lnTo>
                  <a:pt x="2652" y="2041"/>
                </a:lnTo>
                <a:lnTo>
                  <a:pt x="3971" y="1572"/>
                </a:lnTo>
                <a:lnTo>
                  <a:pt x="5284" y="1180"/>
                </a:lnTo>
                <a:lnTo>
                  <a:pt x="6598" y="852"/>
                </a:lnTo>
                <a:lnTo>
                  <a:pt x="7909" y="588"/>
                </a:lnTo>
                <a:lnTo>
                  <a:pt x="9222" y="380"/>
                </a:lnTo>
                <a:lnTo>
                  <a:pt x="10538" y="224"/>
                </a:lnTo>
                <a:lnTo>
                  <a:pt x="11857" y="113"/>
                </a:lnTo>
                <a:lnTo>
                  <a:pt x="13182" y="43"/>
                </a:lnTo>
                <a:lnTo>
                  <a:pt x="14510" y="6"/>
                </a:lnTo>
                <a:lnTo>
                  <a:pt x="15849" y="0"/>
                </a:lnTo>
                <a:lnTo>
                  <a:pt x="17197" y="18"/>
                </a:lnTo>
                <a:lnTo>
                  <a:pt x="18555" y="52"/>
                </a:lnTo>
                <a:lnTo>
                  <a:pt x="19924" y="98"/>
                </a:lnTo>
                <a:lnTo>
                  <a:pt x="21308" y="153"/>
                </a:lnTo>
                <a:close/>
              </a:path>
            </a:pathLst>
          </a:custGeom>
          <a:solidFill>
            <a:srgbClr val="474350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1" name="contour_06249"/>
          <p:cNvSpPr/>
          <p:nvPr/>
        </p:nvSpPr>
        <p:spPr>
          <a:xfrm>
            <a:off x="11583705" y="5356674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88" y="0"/>
                </a:lnTo>
                <a:lnTo>
                  <a:pt x="2378" y="0"/>
                </a:lnTo>
                <a:lnTo>
                  <a:pt x="3568" y="0"/>
                </a:lnTo>
                <a:lnTo>
                  <a:pt x="4761" y="0"/>
                </a:lnTo>
                <a:lnTo>
                  <a:pt x="5958" y="0"/>
                </a:lnTo>
                <a:lnTo>
                  <a:pt x="7160" y="0"/>
                </a:lnTo>
                <a:lnTo>
                  <a:pt x="8366" y="0"/>
                </a:lnTo>
                <a:lnTo>
                  <a:pt x="9580" y="0"/>
                </a:lnTo>
                <a:lnTo>
                  <a:pt x="10800" y="0"/>
                </a:lnTo>
                <a:lnTo>
                  <a:pt x="10800" y="1428"/>
                </a:lnTo>
                <a:lnTo>
                  <a:pt x="10800" y="2864"/>
                </a:lnTo>
                <a:lnTo>
                  <a:pt x="10800" y="4320"/>
                </a:lnTo>
                <a:lnTo>
                  <a:pt x="10424" y="4458"/>
                </a:lnTo>
                <a:lnTo>
                  <a:pt x="9758" y="4702"/>
                </a:lnTo>
                <a:lnTo>
                  <a:pt x="8233" y="5257"/>
                </a:lnTo>
                <a:lnTo>
                  <a:pt x="6840" y="5877"/>
                </a:lnTo>
                <a:lnTo>
                  <a:pt x="5927" y="6411"/>
                </a:lnTo>
                <a:lnTo>
                  <a:pt x="5297" y="7059"/>
                </a:lnTo>
                <a:lnTo>
                  <a:pt x="4750" y="8029"/>
                </a:lnTo>
                <a:lnTo>
                  <a:pt x="4086" y="9526"/>
                </a:lnTo>
                <a:lnTo>
                  <a:pt x="3964" y="10050"/>
                </a:lnTo>
                <a:lnTo>
                  <a:pt x="3751" y="10975"/>
                </a:lnTo>
                <a:lnTo>
                  <a:pt x="3262" y="13094"/>
                </a:lnTo>
                <a:lnTo>
                  <a:pt x="3136" y="13621"/>
                </a:lnTo>
                <a:lnTo>
                  <a:pt x="2911" y="14552"/>
                </a:lnTo>
                <a:lnTo>
                  <a:pt x="2398" y="16682"/>
                </a:lnTo>
                <a:lnTo>
                  <a:pt x="2101" y="18051"/>
                </a:lnTo>
                <a:lnTo>
                  <a:pt x="1800" y="19440"/>
                </a:lnTo>
                <a:lnTo>
                  <a:pt x="2815" y="18932"/>
                </a:lnTo>
                <a:lnTo>
                  <a:pt x="3847" y="18418"/>
                </a:lnTo>
                <a:lnTo>
                  <a:pt x="5164" y="17833"/>
                </a:lnTo>
                <a:lnTo>
                  <a:pt x="6435" y="17306"/>
                </a:lnTo>
                <a:lnTo>
                  <a:pt x="7666" y="16839"/>
                </a:lnTo>
                <a:lnTo>
                  <a:pt x="8870" y="16440"/>
                </a:lnTo>
                <a:lnTo>
                  <a:pt x="10055" y="16105"/>
                </a:lnTo>
                <a:lnTo>
                  <a:pt x="11230" y="15844"/>
                </a:lnTo>
                <a:lnTo>
                  <a:pt x="12406" y="15654"/>
                </a:lnTo>
                <a:lnTo>
                  <a:pt x="13592" y="15541"/>
                </a:lnTo>
                <a:lnTo>
                  <a:pt x="14796" y="15509"/>
                </a:lnTo>
                <a:lnTo>
                  <a:pt x="16033" y="15558"/>
                </a:lnTo>
                <a:lnTo>
                  <a:pt x="17305" y="15695"/>
                </a:lnTo>
                <a:lnTo>
                  <a:pt x="18628" y="15919"/>
                </a:lnTo>
                <a:lnTo>
                  <a:pt x="20011" y="16235"/>
                </a:lnTo>
                <a:lnTo>
                  <a:pt x="20799" y="16753"/>
                </a:lnTo>
                <a:lnTo>
                  <a:pt x="21600" y="17280"/>
                </a:lnTo>
                <a:lnTo>
                  <a:pt x="21600" y="18708"/>
                </a:lnTo>
                <a:lnTo>
                  <a:pt x="21600" y="20144"/>
                </a:lnTo>
                <a:lnTo>
                  <a:pt x="21600" y="21600"/>
                </a:lnTo>
                <a:lnTo>
                  <a:pt x="20342" y="21600"/>
                </a:lnTo>
                <a:lnTo>
                  <a:pt x="19084" y="21600"/>
                </a:lnTo>
                <a:lnTo>
                  <a:pt x="17825" y="21600"/>
                </a:lnTo>
                <a:lnTo>
                  <a:pt x="16565" y="21600"/>
                </a:lnTo>
                <a:lnTo>
                  <a:pt x="15305" y="21600"/>
                </a:lnTo>
                <a:lnTo>
                  <a:pt x="14044" y="21600"/>
                </a:lnTo>
                <a:lnTo>
                  <a:pt x="12780" y="21600"/>
                </a:lnTo>
                <a:lnTo>
                  <a:pt x="11515" y="21600"/>
                </a:lnTo>
                <a:lnTo>
                  <a:pt x="10247" y="21600"/>
                </a:lnTo>
                <a:lnTo>
                  <a:pt x="8977" y="21600"/>
                </a:lnTo>
                <a:lnTo>
                  <a:pt x="7704" y="21600"/>
                </a:lnTo>
                <a:lnTo>
                  <a:pt x="6430" y="21600"/>
                </a:lnTo>
                <a:lnTo>
                  <a:pt x="5152" y="21600"/>
                </a:lnTo>
                <a:lnTo>
                  <a:pt x="3868" y="21600"/>
                </a:lnTo>
                <a:lnTo>
                  <a:pt x="2583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0" y="20058"/>
                </a:lnTo>
                <a:lnTo>
                  <a:pt x="0" y="18516"/>
                </a:lnTo>
                <a:lnTo>
                  <a:pt x="0" y="16971"/>
                </a:lnTo>
                <a:lnTo>
                  <a:pt x="0" y="15429"/>
                </a:lnTo>
                <a:lnTo>
                  <a:pt x="0" y="13887"/>
                </a:lnTo>
                <a:lnTo>
                  <a:pt x="0" y="12342"/>
                </a:lnTo>
                <a:lnTo>
                  <a:pt x="0" y="10800"/>
                </a:lnTo>
                <a:lnTo>
                  <a:pt x="0" y="9258"/>
                </a:lnTo>
                <a:lnTo>
                  <a:pt x="0" y="7713"/>
                </a:lnTo>
                <a:lnTo>
                  <a:pt x="0" y="6171"/>
                </a:lnTo>
                <a:lnTo>
                  <a:pt x="0" y="4629"/>
                </a:lnTo>
                <a:lnTo>
                  <a:pt x="0" y="3084"/>
                </a:lnTo>
                <a:lnTo>
                  <a:pt x="0" y="1542"/>
                </a:lnTo>
                <a:lnTo>
                  <a:pt x="0" y="0"/>
                </a:lnTo>
                <a:close/>
              </a:path>
            </a:pathLst>
          </a:custGeom>
          <a:solidFill>
            <a:srgbClr val="9786B7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2" name="contour_06250"/>
          <p:cNvSpPr/>
          <p:nvPr/>
        </p:nvSpPr>
        <p:spPr>
          <a:xfrm>
            <a:off x="5068241" y="5247354"/>
            <a:ext cx="80168" cy="59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163" y="541"/>
                </a:lnTo>
                <a:lnTo>
                  <a:pt x="8422" y="1100"/>
                </a:lnTo>
                <a:lnTo>
                  <a:pt x="9669" y="1683"/>
                </a:lnTo>
                <a:lnTo>
                  <a:pt x="10902" y="2298"/>
                </a:lnTo>
                <a:lnTo>
                  <a:pt x="12123" y="2954"/>
                </a:lnTo>
                <a:lnTo>
                  <a:pt x="13331" y="3658"/>
                </a:lnTo>
                <a:lnTo>
                  <a:pt x="14527" y="4422"/>
                </a:lnTo>
                <a:lnTo>
                  <a:pt x="15709" y="5252"/>
                </a:lnTo>
                <a:lnTo>
                  <a:pt x="16373" y="7364"/>
                </a:lnTo>
                <a:lnTo>
                  <a:pt x="16807" y="8829"/>
                </a:lnTo>
                <a:lnTo>
                  <a:pt x="17105" y="10027"/>
                </a:lnTo>
                <a:lnTo>
                  <a:pt x="17362" y="11334"/>
                </a:lnTo>
                <a:lnTo>
                  <a:pt x="17673" y="13131"/>
                </a:lnTo>
                <a:lnTo>
                  <a:pt x="18971" y="13131"/>
                </a:lnTo>
                <a:lnTo>
                  <a:pt x="20277" y="13131"/>
                </a:lnTo>
                <a:lnTo>
                  <a:pt x="21600" y="13131"/>
                </a:lnTo>
                <a:lnTo>
                  <a:pt x="21600" y="14691"/>
                </a:lnTo>
                <a:lnTo>
                  <a:pt x="21600" y="16256"/>
                </a:lnTo>
                <a:lnTo>
                  <a:pt x="21600" y="17826"/>
                </a:lnTo>
                <a:lnTo>
                  <a:pt x="21600" y="19410"/>
                </a:lnTo>
                <a:lnTo>
                  <a:pt x="21600" y="21009"/>
                </a:lnTo>
                <a:lnTo>
                  <a:pt x="20198" y="21403"/>
                </a:lnTo>
                <a:lnTo>
                  <a:pt x="19191" y="21600"/>
                </a:lnTo>
                <a:lnTo>
                  <a:pt x="18295" y="21600"/>
                </a:lnTo>
                <a:lnTo>
                  <a:pt x="17229" y="21403"/>
                </a:lnTo>
                <a:lnTo>
                  <a:pt x="15709" y="21009"/>
                </a:lnTo>
                <a:lnTo>
                  <a:pt x="15344" y="19305"/>
                </a:lnTo>
                <a:lnTo>
                  <a:pt x="15051" y="17619"/>
                </a:lnTo>
                <a:lnTo>
                  <a:pt x="14820" y="15935"/>
                </a:lnTo>
                <a:lnTo>
                  <a:pt x="14633" y="14239"/>
                </a:lnTo>
                <a:lnTo>
                  <a:pt x="14482" y="12516"/>
                </a:lnTo>
                <a:lnTo>
                  <a:pt x="14352" y="10751"/>
                </a:lnTo>
                <a:lnTo>
                  <a:pt x="14052" y="9325"/>
                </a:lnTo>
                <a:lnTo>
                  <a:pt x="13745" y="7878"/>
                </a:lnTo>
                <a:lnTo>
                  <a:pt x="12447" y="7878"/>
                </a:lnTo>
                <a:lnTo>
                  <a:pt x="11142" y="7878"/>
                </a:lnTo>
                <a:lnTo>
                  <a:pt x="9818" y="7878"/>
                </a:lnTo>
                <a:lnTo>
                  <a:pt x="9818" y="9612"/>
                </a:lnTo>
                <a:lnTo>
                  <a:pt x="9818" y="11348"/>
                </a:lnTo>
                <a:lnTo>
                  <a:pt x="9818" y="13091"/>
                </a:lnTo>
                <a:lnTo>
                  <a:pt x="9818" y="14843"/>
                </a:lnTo>
                <a:lnTo>
                  <a:pt x="9818" y="16605"/>
                </a:lnTo>
                <a:lnTo>
                  <a:pt x="9818" y="18383"/>
                </a:lnTo>
                <a:lnTo>
                  <a:pt x="8603" y="18057"/>
                </a:lnTo>
                <a:lnTo>
                  <a:pt x="7387" y="17732"/>
                </a:lnTo>
                <a:lnTo>
                  <a:pt x="6168" y="17406"/>
                </a:lnTo>
                <a:lnTo>
                  <a:pt x="4946" y="17080"/>
                </a:lnTo>
                <a:lnTo>
                  <a:pt x="3719" y="16752"/>
                </a:lnTo>
                <a:lnTo>
                  <a:pt x="2486" y="16421"/>
                </a:lnTo>
                <a:lnTo>
                  <a:pt x="1247" y="16090"/>
                </a:lnTo>
                <a:lnTo>
                  <a:pt x="0" y="15757"/>
                </a:lnTo>
                <a:lnTo>
                  <a:pt x="589" y="14181"/>
                </a:lnTo>
                <a:lnTo>
                  <a:pt x="1178" y="12605"/>
                </a:lnTo>
                <a:lnTo>
                  <a:pt x="1767" y="11030"/>
                </a:lnTo>
                <a:lnTo>
                  <a:pt x="2356" y="9454"/>
                </a:lnTo>
                <a:lnTo>
                  <a:pt x="2945" y="7878"/>
                </a:lnTo>
                <a:lnTo>
                  <a:pt x="3535" y="6303"/>
                </a:lnTo>
                <a:lnTo>
                  <a:pt x="4124" y="4727"/>
                </a:lnTo>
                <a:lnTo>
                  <a:pt x="4713" y="3151"/>
                </a:lnTo>
                <a:lnTo>
                  <a:pt x="5302" y="1576"/>
                </a:lnTo>
                <a:lnTo>
                  <a:pt x="5891" y="0"/>
                </a:lnTo>
                <a:close/>
              </a:path>
            </a:pathLst>
          </a:custGeom>
          <a:solidFill>
            <a:srgbClr val="625F5B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3" name="contour_06251"/>
          <p:cNvSpPr/>
          <p:nvPr/>
        </p:nvSpPr>
        <p:spPr>
          <a:xfrm>
            <a:off x="6423807" y="5225490"/>
            <a:ext cx="5135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23" y="0"/>
                </a:lnTo>
                <a:lnTo>
                  <a:pt x="4049" y="0"/>
                </a:lnTo>
                <a:lnTo>
                  <a:pt x="6075" y="0"/>
                </a:lnTo>
                <a:lnTo>
                  <a:pt x="8107" y="0"/>
                </a:lnTo>
                <a:lnTo>
                  <a:pt x="10146" y="0"/>
                </a:lnTo>
                <a:lnTo>
                  <a:pt x="12193" y="0"/>
                </a:lnTo>
                <a:lnTo>
                  <a:pt x="14247" y="0"/>
                </a:lnTo>
                <a:lnTo>
                  <a:pt x="16313" y="0"/>
                </a:lnTo>
                <a:lnTo>
                  <a:pt x="18391" y="0"/>
                </a:lnTo>
                <a:lnTo>
                  <a:pt x="18771" y="963"/>
                </a:lnTo>
                <a:lnTo>
                  <a:pt x="19136" y="1925"/>
                </a:lnTo>
                <a:lnTo>
                  <a:pt x="19491" y="2888"/>
                </a:lnTo>
                <a:lnTo>
                  <a:pt x="19834" y="3853"/>
                </a:lnTo>
                <a:lnTo>
                  <a:pt x="20172" y="4818"/>
                </a:lnTo>
                <a:lnTo>
                  <a:pt x="20500" y="5786"/>
                </a:lnTo>
                <a:lnTo>
                  <a:pt x="20834" y="6593"/>
                </a:lnTo>
                <a:lnTo>
                  <a:pt x="21174" y="7413"/>
                </a:lnTo>
                <a:lnTo>
                  <a:pt x="21419" y="8233"/>
                </a:lnTo>
                <a:lnTo>
                  <a:pt x="21557" y="8899"/>
                </a:lnTo>
                <a:lnTo>
                  <a:pt x="21600" y="9649"/>
                </a:lnTo>
                <a:lnTo>
                  <a:pt x="21563" y="10718"/>
                </a:lnTo>
                <a:lnTo>
                  <a:pt x="21456" y="12343"/>
                </a:lnTo>
                <a:lnTo>
                  <a:pt x="20156" y="13216"/>
                </a:lnTo>
                <a:lnTo>
                  <a:pt x="18854" y="14089"/>
                </a:lnTo>
                <a:lnTo>
                  <a:pt x="17548" y="14966"/>
                </a:lnTo>
                <a:lnTo>
                  <a:pt x="16236" y="15845"/>
                </a:lnTo>
                <a:lnTo>
                  <a:pt x="14921" y="16729"/>
                </a:lnTo>
                <a:lnTo>
                  <a:pt x="13594" y="17618"/>
                </a:lnTo>
                <a:lnTo>
                  <a:pt x="12261" y="18514"/>
                </a:lnTo>
                <a:lnTo>
                  <a:pt x="12261" y="17464"/>
                </a:lnTo>
                <a:lnTo>
                  <a:pt x="12261" y="16414"/>
                </a:lnTo>
                <a:lnTo>
                  <a:pt x="12261" y="15362"/>
                </a:lnTo>
                <a:lnTo>
                  <a:pt x="12261" y="14312"/>
                </a:lnTo>
                <a:lnTo>
                  <a:pt x="12261" y="13259"/>
                </a:lnTo>
                <a:lnTo>
                  <a:pt x="12261" y="12204"/>
                </a:lnTo>
                <a:lnTo>
                  <a:pt x="12261" y="11149"/>
                </a:lnTo>
                <a:lnTo>
                  <a:pt x="12261" y="10092"/>
                </a:lnTo>
                <a:lnTo>
                  <a:pt x="12261" y="9033"/>
                </a:lnTo>
                <a:lnTo>
                  <a:pt x="12261" y="7972"/>
                </a:lnTo>
                <a:lnTo>
                  <a:pt x="12261" y="6907"/>
                </a:lnTo>
                <a:lnTo>
                  <a:pt x="12261" y="5841"/>
                </a:lnTo>
                <a:lnTo>
                  <a:pt x="12261" y="4772"/>
                </a:lnTo>
                <a:lnTo>
                  <a:pt x="12261" y="3700"/>
                </a:lnTo>
                <a:lnTo>
                  <a:pt x="12261" y="2623"/>
                </a:lnTo>
                <a:lnTo>
                  <a:pt x="12261" y="1543"/>
                </a:lnTo>
                <a:lnTo>
                  <a:pt x="11595" y="1709"/>
                </a:lnTo>
                <a:lnTo>
                  <a:pt x="10737" y="1927"/>
                </a:lnTo>
                <a:lnTo>
                  <a:pt x="9107" y="2337"/>
                </a:lnTo>
                <a:lnTo>
                  <a:pt x="6130" y="3086"/>
                </a:lnTo>
                <a:lnTo>
                  <a:pt x="5729" y="4206"/>
                </a:lnTo>
                <a:lnTo>
                  <a:pt x="5533" y="5017"/>
                </a:lnTo>
                <a:lnTo>
                  <a:pt x="5487" y="5912"/>
                </a:lnTo>
                <a:lnTo>
                  <a:pt x="5533" y="7287"/>
                </a:lnTo>
                <a:lnTo>
                  <a:pt x="5542" y="7657"/>
                </a:lnTo>
                <a:lnTo>
                  <a:pt x="5557" y="8310"/>
                </a:lnTo>
                <a:lnTo>
                  <a:pt x="5591" y="9803"/>
                </a:lnTo>
                <a:lnTo>
                  <a:pt x="5643" y="10673"/>
                </a:lnTo>
                <a:lnTo>
                  <a:pt x="5695" y="11550"/>
                </a:lnTo>
                <a:lnTo>
                  <a:pt x="5747" y="12439"/>
                </a:lnTo>
                <a:lnTo>
                  <a:pt x="5775" y="13316"/>
                </a:lnTo>
                <a:lnTo>
                  <a:pt x="5802" y="14199"/>
                </a:lnTo>
                <a:lnTo>
                  <a:pt x="5830" y="15094"/>
                </a:lnTo>
                <a:lnTo>
                  <a:pt x="5870" y="16178"/>
                </a:lnTo>
                <a:lnTo>
                  <a:pt x="5913" y="17263"/>
                </a:lnTo>
                <a:lnTo>
                  <a:pt x="5962" y="18346"/>
                </a:lnTo>
                <a:lnTo>
                  <a:pt x="6014" y="19431"/>
                </a:lnTo>
                <a:lnTo>
                  <a:pt x="6069" y="20515"/>
                </a:lnTo>
                <a:lnTo>
                  <a:pt x="6130" y="21600"/>
                </a:lnTo>
                <a:lnTo>
                  <a:pt x="4610" y="21600"/>
                </a:lnTo>
                <a:lnTo>
                  <a:pt x="3065" y="21600"/>
                </a:lnTo>
                <a:lnTo>
                  <a:pt x="2912" y="20531"/>
                </a:lnTo>
                <a:lnTo>
                  <a:pt x="2762" y="19462"/>
                </a:lnTo>
                <a:lnTo>
                  <a:pt x="2608" y="18392"/>
                </a:lnTo>
                <a:lnTo>
                  <a:pt x="2458" y="17322"/>
                </a:lnTo>
                <a:lnTo>
                  <a:pt x="2305" y="16251"/>
                </a:lnTo>
                <a:lnTo>
                  <a:pt x="2155" y="15179"/>
                </a:lnTo>
                <a:lnTo>
                  <a:pt x="2002" y="14106"/>
                </a:lnTo>
                <a:lnTo>
                  <a:pt x="1848" y="13033"/>
                </a:lnTo>
                <a:lnTo>
                  <a:pt x="1698" y="11957"/>
                </a:lnTo>
                <a:lnTo>
                  <a:pt x="1545" y="10882"/>
                </a:lnTo>
                <a:lnTo>
                  <a:pt x="1392" y="9803"/>
                </a:lnTo>
                <a:lnTo>
                  <a:pt x="1238" y="8723"/>
                </a:lnTo>
                <a:lnTo>
                  <a:pt x="1085" y="7642"/>
                </a:lnTo>
                <a:lnTo>
                  <a:pt x="932" y="6557"/>
                </a:lnTo>
                <a:lnTo>
                  <a:pt x="775" y="5471"/>
                </a:lnTo>
                <a:lnTo>
                  <a:pt x="622" y="4382"/>
                </a:lnTo>
                <a:lnTo>
                  <a:pt x="466" y="3291"/>
                </a:lnTo>
                <a:lnTo>
                  <a:pt x="313" y="2197"/>
                </a:lnTo>
                <a:lnTo>
                  <a:pt x="156" y="1100"/>
                </a:lnTo>
                <a:lnTo>
                  <a:pt x="0" y="0"/>
                </a:lnTo>
                <a:close/>
              </a:path>
            </a:pathLst>
          </a:custGeom>
          <a:solidFill>
            <a:srgbClr val="BED6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4" name="contour_06252"/>
          <p:cNvSpPr/>
          <p:nvPr/>
        </p:nvSpPr>
        <p:spPr>
          <a:xfrm>
            <a:off x="4062498" y="5180756"/>
            <a:ext cx="138472" cy="1024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2"/>
                </a:moveTo>
                <a:lnTo>
                  <a:pt x="21417" y="1088"/>
                </a:lnTo>
                <a:lnTo>
                  <a:pt x="21238" y="1700"/>
                </a:lnTo>
                <a:lnTo>
                  <a:pt x="20955" y="2336"/>
                </a:lnTo>
                <a:lnTo>
                  <a:pt x="20463" y="3286"/>
                </a:lnTo>
                <a:lnTo>
                  <a:pt x="19676" y="3518"/>
                </a:lnTo>
                <a:lnTo>
                  <a:pt x="18889" y="3736"/>
                </a:lnTo>
                <a:lnTo>
                  <a:pt x="18097" y="3934"/>
                </a:lnTo>
                <a:lnTo>
                  <a:pt x="17303" y="4102"/>
                </a:lnTo>
                <a:lnTo>
                  <a:pt x="16524" y="4259"/>
                </a:lnTo>
                <a:lnTo>
                  <a:pt x="15757" y="4434"/>
                </a:lnTo>
                <a:lnTo>
                  <a:pt x="14999" y="4634"/>
                </a:lnTo>
                <a:lnTo>
                  <a:pt x="14254" y="4870"/>
                </a:lnTo>
                <a:lnTo>
                  <a:pt x="13517" y="5151"/>
                </a:lnTo>
                <a:lnTo>
                  <a:pt x="12791" y="5488"/>
                </a:lnTo>
                <a:lnTo>
                  <a:pt x="12074" y="5888"/>
                </a:lnTo>
                <a:lnTo>
                  <a:pt x="11368" y="6359"/>
                </a:lnTo>
                <a:lnTo>
                  <a:pt x="10955" y="7238"/>
                </a:lnTo>
                <a:lnTo>
                  <a:pt x="10585" y="8110"/>
                </a:lnTo>
                <a:lnTo>
                  <a:pt x="10252" y="8981"/>
                </a:lnTo>
                <a:lnTo>
                  <a:pt x="9950" y="9857"/>
                </a:lnTo>
                <a:lnTo>
                  <a:pt x="9673" y="10744"/>
                </a:lnTo>
                <a:lnTo>
                  <a:pt x="9414" y="11648"/>
                </a:lnTo>
                <a:lnTo>
                  <a:pt x="9167" y="12574"/>
                </a:lnTo>
                <a:lnTo>
                  <a:pt x="8928" y="13529"/>
                </a:lnTo>
                <a:lnTo>
                  <a:pt x="8687" y="14518"/>
                </a:lnTo>
                <a:lnTo>
                  <a:pt x="8333" y="15669"/>
                </a:lnTo>
                <a:lnTo>
                  <a:pt x="7953" y="16681"/>
                </a:lnTo>
                <a:lnTo>
                  <a:pt x="7537" y="17578"/>
                </a:lnTo>
                <a:lnTo>
                  <a:pt x="7073" y="18383"/>
                </a:lnTo>
                <a:lnTo>
                  <a:pt x="6552" y="19123"/>
                </a:lnTo>
                <a:lnTo>
                  <a:pt x="5960" y="19820"/>
                </a:lnTo>
                <a:lnTo>
                  <a:pt x="5291" y="20498"/>
                </a:lnTo>
                <a:lnTo>
                  <a:pt x="4529" y="21182"/>
                </a:lnTo>
                <a:lnTo>
                  <a:pt x="3852" y="21489"/>
                </a:lnTo>
                <a:lnTo>
                  <a:pt x="3301" y="21600"/>
                </a:lnTo>
                <a:lnTo>
                  <a:pt x="2589" y="21517"/>
                </a:lnTo>
                <a:lnTo>
                  <a:pt x="1421" y="21248"/>
                </a:lnTo>
                <a:lnTo>
                  <a:pt x="716" y="20724"/>
                </a:lnTo>
                <a:lnTo>
                  <a:pt x="0" y="20191"/>
                </a:lnTo>
                <a:lnTo>
                  <a:pt x="470" y="19810"/>
                </a:lnTo>
                <a:lnTo>
                  <a:pt x="942" y="19427"/>
                </a:lnTo>
                <a:lnTo>
                  <a:pt x="1421" y="19038"/>
                </a:lnTo>
                <a:lnTo>
                  <a:pt x="2110" y="18396"/>
                </a:lnTo>
                <a:lnTo>
                  <a:pt x="2780" y="17744"/>
                </a:lnTo>
                <a:lnTo>
                  <a:pt x="3429" y="17080"/>
                </a:lnTo>
                <a:lnTo>
                  <a:pt x="4056" y="16399"/>
                </a:lnTo>
                <a:lnTo>
                  <a:pt x="4660" y="15702"/>
                </a:lnTo>
                <a:lnTo>
                  <a:pt x="5239" y="14979"/>
                </a:lnTo>
                <a:lnTo>
                  <a:pt x="5792" y="14232"/>
                </a:lnTo>
                <a:lnTo>
                  <a:pt x="6317" y="13456"/>
                </a:lnTo>
                <a:lnTo>
                  <a:pt x="6813" y="12648"/>
                </a:lnTo>
                <a:lnTo>
                  <a:pt x="7278" y="11804"/>
                </a:lnTo>
                <a:lnTo>
                  <a:pt x="7712" y="10922"/>
                </a:lnTo>
                <a:lnTo>
                  <a:pt x="8111" y="9997"/>
                </a:lnTo>
                <a:lnTo>
                  <a:pt x="8476" y="9026"/>
                </a:lnTo>
                <a:lnTo>
                  <a:pt x="8805" y="8007"/>
                </a:lnTo>
                <a:lnTo>
                  <a:pt x="9095" y="6936"/>
                </a:lnTo>
                <a:lnTo>
                  <a:pt x="9396" y="5841"/>
                </a:lnTo>
                <a:lnTo>
                  <a:pt x="9701" y="4878"/>
                </a:lnTo>
                <a:lnTo>
                  <a:pt x="10036" y="4023"/>
                </a:lnTo>
                <a:lnTo>
                  <a:pt x="10429" y="3258"/>
                </a:lnTo>
                <a:lnTo>
                  <a:pt x="10907" y="2557"/>
                </a:lnTo>
                <a:lnTo>
                  <a:pt x="11496" y="1901"/>
                </a:lnTo>
                <a:lnTo>
                  <a:pt x="12221" y="1269"/>
                </a:lnTo>
                <a:lnTo>
                  <a:pt x="12976" y="898"/>
                </a:lnTo>
                <a:lnTo>
                  <a:pt x="13738" y="601"/>
                </a:lnTo>
                <a:lnTo>
                  <a:pt x="14506" y="373"/>
                </a:lnTo>
                <a:lnTo>
                  <a:pt x="15280" y="206"/>
                </a:lnTo>
                <a:lnTo>
                  <a:pt x="16060" y="94"/>
                </a:lnTo>
                <a:lnTo>
                  <a:pt x="16845" y="26"/>
                </a:lnTo>
                <a:lnTo>
                  <a:pt x="17631" y="0"/>
                </a:lnTo>
                <a:lnTo>
                  <a:pt x="18423" y="6"/>
                </a:lnTo>
                <a:lnTo>
                  <a:pt x="19215" y="37"/>
                </a:lnTo>
                <a:lnTo>
                  <a:pt x="20010" y="86"/>
                </a:lnTo>
                <a:lnTo>
                  <a:pt x="20804" y="148"/>
                </a:lnTo>
                <a:lnTo>
                  <a:pt x="21600" y="212"/>
                </a:lnTo>
                <a:close/>
              </a:path>
            </a:pathLst>
          </a:custGeom>
          <a:solidFill>
            <a:srgbClr val="9A7C3D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5" name="contour_06253"/>
          <p:cNvSpPr/>
          <p:nvPr/>
        </p:nvSpPr>
        <p:spPr>
          <a:xfrm>
            <a:off x="7735646" y="5167186"/>
            <a:ext cx="87456" cy="498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739" y="404"/>
                </a:lnTo>
                <a:lnTo>
                  <a:pt x="16690" y="771"/>
                </a:lnTo>
                <a:lnTo>
                  <a:pt x="17510" y="1251"/>
                </a:lnTo>
                <a:lnTo>
                  <a:pt x="18461" y="1996"/>
                </a:lnTo>
                <a:lnTo>
                  <a:pt x="19800" y="3159"/>
                </a:lnTo>
                <a:lnTo>
                  <a:pt x="20516" y="5414"/>
                </a:lnTo>
                <a:lnTo>
                  <a:pt x="20968" y="7035"/>
                </a:lnTo>
                <a:lnTo>
                  <a:pt x="21242" y="8475"/>
                </a:lnTo>
                <a:lnTo>
                  <a:pt x="21424" y="10190"/>
                </a:lnTo>
                <a:lnTo>
                  <a:pt x="21600" y="12635"/>
                </a:lnTo>
                <a:lnTo>
                  <a:pt x="20891" y="14613"/>
                </a:lnTo>
                <a:lnTo>
                  <a:pt x="20140" y="16179"/>
                </a:lnTo>
                <a:lnTo>
                  <a:pt x="19318" y="17427"/>
                </a:lnTo>
                <a:lnTo>
                  <a:pt x="18387" y="18444"/>
                </a:lnTo>
                <a:lnTo>
                  <a:pt x="17314" y="19322"/>
                </a:lnTo>
                <a:lnTo>
                  <a:pt x="16067" y="20150"/>
                </a:lnTo>
                <a:lnTo>
                  <a:pt x="14762" y="20668"/>
                </a:lnTo>
                <a:lnTo>
                  <a:pt x="13487" y="21066"/>
                </a:lnTo>
                <a:lnTo>
                  <a:pt x="12240" y="21354"/>
                </a:lnTo>
                <a:lnTo>
                  <a:pt x="11012" y="21527"/>
                </a:lnTo>
                <a:lnTo>
                  <a:pt x="9801" y="21600"/>
                </a:lnTo>
                <a:lnTo>
                  <a:pt x="8599" y="21572"/>
                </a:lnTo>
                <a:lnTo>
                  <a:pt x="7402" y="21445"/>
                </a:lnTo>
                <a:lnTo>
                  <a:pt x="6203" y="21230"/>
                </a:lnTo>
                <a:lnTo>
                  <a:pt x="4997" y="20930"/>
                </a:lnTo>
                <a:lnTo>
                  <a:pt x="3780" y="20545"/>
                </a:lnTo>
                <a:lnTo>
                  <a:pt x="2545" y="20087"/>
                </a:lnTo>
                <a:lnTo>
                  <a:pt x="1287" y="19553"/>
                </a:lnTo>
                <a:lnTo>
                  <a:pt x="0" y="18953"/>
                </a:lnTo>
                <a:lnTo>
                  <a:pt x="893" y="18365"/>
                </a:lnTo>
                <a:lnTo>
                  <a:pt x="1800" y="17768"/>
                </a:lnTo>
                <a:lnTo>
                  <a:pt x="2248" y="17279"/>
                </a:lnTo>
                <a:lnTo>
                  <a:pt x="3600" y="15794"/>
                </a:lnTo>
                <a:lnTo>
                  <a:pt x="3600" y="13706"/>
                </a:lnTo>
                <a:lnTo>
                  <a:pt x="3600" y="11605"/>
                </a:lnTo>
                <a:lnTo>
                  <a:pt x="3600" y="9476"/>
                </a:lnTo>
                <a:lnTo>
                  <a:pt x="4741" y="8361"/>
                </a:lnTo>
                <a:lnTo>
                  <a:pt x="5578" y="7641"/>
                </a:lnTo>
                <a:lnTo>
                  <a:pt x="6523" y="7000"/>
                </a:lnTo>
                <a:lnTo>
                  <a:pt x="7988" y="6122"/>
                </a:lnTo>
                <a:lnTo>
                  <a:pt x="9877" y="4969"/>
                </a:lnTo>
                <a:lnTo>
                  <a:pt x="11201" y="4094"/>
                </a:lnTo>
                <a:lnTo>
                  <a:pt x="12137" y="3329"/>
                </a:lnTo>
                <a:lnTo>
                  <a:pt x="12863" y="2508"/>
                </a:lnTo>
                <a:lnTo>
                  <a:pt x="13558" y="1453"/>
                </a:lnTo>
                <a:lnTo>
                  <a:pt x="14400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6" name="contour_06254"/>
          <p:cNvSpPr/>
          <p:nvPr/>
        </p:nvSpPr>
        <p:spPr>
          <a:xfrm>
            <a:off x="682677" y="5116170"/>
            <a:ext cx="4920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6" y="0"/>
                </a:moveTo>
                <a:lnTo>
                  <a:pt x="5985" y="81"/>
                </a:lnTo>
                <a:lnTo>
                  <a:pt x="8513" y="189"/>
                </a:lnTo>
                <a:lnTo>
                  <a:pt x="10343" y="375"/>
                </a:lnTo>
                <a:lnTo>
                  <a:pt x="11833" y="697"/>
                </a:lnTo>
                <a:lnTo>
                  <a:pt x="13334" y="1208"/>
                </a:lnTo>
                <a:lnTo>
                  <a:pt x="15202" y="1964"/>
                </a:lnTo>
                <a:lnTo>
                  <a:pt x="16034" y="3183"/>
                </a:lnTo>
                <a:lnTo>
                  <a:pt x="16795" y="4404"/>
                </a:lnTo>
                <a:lnTo>
                  <a:pt x="17496" y="5630"/>
                </a:lnTo>
                <a:lnTo>
                  <a:pt x="18139" y="6859"/>
                </a:lnTo>
                <a:lnTo>
                  <a:pt x="18734" y="8096"/>
                </a:lnTo>
                <a:lnTo>
                  <a:pt x="19284" y="9339"/>
                </a:lnTo>
                <a:lnTo>
                  <a:pt x="19796" y="10592"/>
                </a:lnTo>
                <a:lnTo>
                  <a:pt x="20279" y="11853"/>
                </a:lnTo>
                <a:lnTo>
                  <a:pt x="20736" y="13125"/>
                </a:lnTo>
                <a:lnTo>
                  <a:pt x="21175" y="14411"/>
                </a:lnTo>
                <a:lnTo>
                  <a:pt x="21600" y="15709"/>
                </a:lnTo>
                <a:lnTo>
                  <a:pt x="19489" y="15709"/>
                </a:lnTo>
                <a:lnTo>
                  <a:pt x="17374" y="15709"/>
                </a:lnTo>
                <a:lnTo>
                  <a:pt x="15250" y="15709"/>
                </a:lnTo>
                <a:lnTo>
                  <a:pt x="13116" y="15709"/>
                </a:lnTo>
                <a:lnTo>
                  <a:pt x="10970" y="15709"/>
                </a:lnTo>
                <a:lnTo>
                  <a:pt x="8804" y="15709"/>
                </a:lnTo>
                <a:lnTo>
                  <a:pt x="9437" y="16875"/>
                </a:lnTo>
                <a:lnTo>
                  <a:pt x="10074" y="18046"/>
                </a:lnTo>
                <a:lnTo>
                  <a:pt x="10710" y="19220"/>
                </a:lnTo>
                <a:lnTo>
                  <a:pt x="11353" y="20404"/>
                </a:lnTo>
                <a:lnTo>
                  <a:pt x="12003" y="21600"/>
                </a:lnTo>
                <a:lnTo>
                  <a:pt x="10103" y="21600"/>
                </a:lnTo>
                <a:lnTo>
                  <a:pt x="8196" y="21600"/>
                </a:lnTo>
                <a:lnTo>
                  <a:pt x="6283" y="21600"/>
                </a:lnTo>
                <a:lnTo>
                  <a:pt x="4354" y="21600"/>
                </a:lnTo>
                <a:lnTo>
                  <a:pt x="2406" y="21600"/>
                </a:lnTo>
                <a:lnTo>
                  <a:pt x="1900" y="20165"/>
                </a:lnTo>
                <a:lnTo>
                  <a:pt x="1449" y="18763"/>
                </a:lnTo>
                <a:lnTo>
                  <a:pt x="1052" y="17386"/>
                </a:lnTo>
                <a:lnTo>
                  <a:pt x="710" y="16035"/>
                </a:lnTo>
                <a:lnTo>
                  <a:pt x="432" y="14702"/>
                </a:lnTo>
                <a:lnTo>
                  <a:pt x="218" y="13384"/>
                </a:lnTo>
                <a:lnTo>
                  <a:pt x="74" y="12074"/>
                </a:lnTo>
                <a:lnTo>
                  <a:pt x="0" y="10773"/>
                </a:lnTo>
                <a:lnTo>
                  <a:pt x="3" y="9469"/>
                </a:lnTo>
                <a:lnTo>
                  <a:pt x="83" y="8163"/>
                </a:lnTo>
                <a:lnTo>
                  <a:pt x="243" y="6849"/>
                </a:lnTo>
                <a:lnTo>
                  <a:pt x="493" y="5524"/>
                </a:lnTo>
                <a:lnTo>
                  <a:pt x="829" y="4179"/>
                </a:lnTo>
                <a:lnTo>
                  <a:pt x="1257" y="2814"/>
                </a:lnTo>
                <a:lnTo>
                  <a:pt x="1782" y="1422"/>
                </a:lnTo>
                <a:lnTo>
                  <a:pt x="2406" y="0"/>
                </a:lnTo>
                <a:close/>
              </a:path>
            </a:pathLst>
          </a:custGeom>
          <a:solidFill>
            <a:srgbClr val="5D5340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7" name="contour_06255"/>
          <p:cNvSpPr/>
          <p:nvPr/>
        </p:nvSpPr>
        <p:spPr>
          <a:xfrm>
            <a:off x="4346730" y="5121833"/>
            <a:ext cx="87456" cy="445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789"/>
                </a:moveTo>
                <a:lnTo>
                  <a:pt x="8516" y="449"/>
                </a:lnTo>
                <a:lnTo>
                  <a:pt x="9803" y="195"/>
                </a:lnTo>
                <a:lnTo>
                  <a:pt x="11074" y="35"/>
                </a:lnTo>
                <a:lnTo>
                  <a:pt x="12339" y="0"/>
                </a:lnTo>
                <a:lnTo>
                  <a:pt x="13608" y="99"/>
                </a:lnTo>
                <a:lnTo>
                  <a:pt x="14891" y="357"/>
                </a:lnTo>
                <a:lnTo>
                  <a:pt x="16200" y="789"/>
                </a:lnTo>
                <a:lnTo>
                  <a:pt x="17161" y="2586"/>
                </a:lnTo>
                <a:lnTo>
                  <a:pt x="18036" y="4450"/>
                </a:lnTo>
                <a:lnTo>
                  <a:pt x="18837" y="6385"/>
                </a:lnTo>
                <a:lnTo>
                  <a:pt x="19580" y="8398"/>
                </a:lnTo>
                <a:lnTo>
                  <a:pt x="20281" y="10489"/>
                </a:lnTo>
                <a:lnTo>
                  <a:pt x="20948" y="12668"/>
                </a:lnTo>
                <a:lnTo>
                  <a:pt x="21600" y="14939"/>
                </a:lnTo>
                <a:lnTo>
                  <a:pt x="20493" y="15487"/>
                </a:lnTo>
                <a:lnTo>
                  <a:pt x="19384" y="16032"/>
                </a:lnTo>
                <a:lnTo>
                  <a:pt x="18275" y="16573"/>
                </a:lnTo>
                <a:lnTo>
                  <a:pt x="17167" y="17107"/>
                </a:lnTo>
                <a:lnTo>
                  <a:pt x="16058" y="17642"/>
                </a:lnTo>
                <a:lnTo>
                  <a:pt x="14949" y="18169"/>
                </a:lnTo>
                <a:lnTo>
                  <a:pt x="13838" y="18696"/>
                </a:lnTo>
                <a:lnTo>
                  <a:pt x="12744" y="19248"/>
                </a:lnTo>
                <a:lnTo>
                  <a:pt x="11633" y="19810"/>
                </a:lnTo>
                <a:lnTo>
                  <a:pt x="10364" y="20383"/>
                </a:lnTo>
                <a:lnTo>
                  <a:pt x="9149" y="20878"/>
                </a:lnTo>
                <a:lnTo>
                  <a:pt x="7979" y="21267"/>
                </a:lnTo>
                <a:lnTo>
                  <a:pt x="6840" y="21515"/>
                </a:lnTo>
                <a:lnTo>
                  <a:pt x="5720" y="21600"/>
                </a:lnTo>
                <a:lnTo>
                  <a:pt x="4610" y="21487"/>
                </a:lnTo>
                <a:lnTo>
                  <a:pt x="3492" y="21147"/>
                </a:lnTo>
                <a:lnTo>
                  <a:pt x="2360" y="20553"/>
                </a:lnTo>
                <a:lnTo>
                  <a:pt x="1201" y="19672"/>
                </a:lnTo>
                <a:lnTo>
                  <a:pt x="0" y="18476"/>
                </a:lnTo>
                <a:lnTo>
                  <a:pt x="0" y="16138"/>
                </a:lnTo>
                <a:lnTo>
                  <a:pt x="0" y="13786"/>
                </a:lnTo>
                <a:lnTo>
                  <a:pt x="0" y="11401"/>
                </a:lnTo>
                <a:lnTo>
                  <a:pt x="1112" y="10658"/>
                </a:lnTo>
                <a:lnTo>
                  <a:pt x="2216" y="10117"/>
                </a:lnTo>
                <a:lnTo>
                  <a:pt x="3326" y="9718"/>
                </a:lnTo>
                <a:lnTo>
                  <a:pt x="4459" y="9392"/>
                </a:lnTo>
                <a:lnTo>
                  <a:pt x="5625" y="9081"/>
                </a:lnTo>
                <a:lnTo>
                  <a:pt x="6016" y="8777"/>
                </a:lnTo>
                <a:lnTo>
                  <a:pt x="7200" y="7864"/>
                </a:lnTo>
                <a:lnTo>
                  <a:pt x="7200" y="5526"/>
                </a:lnTo>
                <a:lnTo>
                  <a:pt x="7200" y="3173"/>
                </a:lnTo>
                <a:lnTo>
                  <a:pt x="7200" y="789"/>
                </a:lnTo>
                <a:close/>
              </a:path>
            </a:pathLst>
          </a:custGeom>
          <a:solidFill>
            <a:srgbClr val="1E1E1C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8" name="contour_06256"/>
          <p:cNvSpPr/>
          <p:nvPr/>
        </p:nvSpPr>
        <p:spPr>
          <a:xfrm>
            <a:off x="1584581" y="5072442"/>
            <a:ext cx="874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2400"/>
                </a:moveTo>
                <a:lnTo>
                  <a:pt x="13664" y="3434"/>
                </a:lnTo>
                <a:lnTo>
                  <a:pt x="14692" y="4486"/>
                </a:lnTo>
                <a:lnTo>
                  <a:pt x="15683" y="5558"/>
                </a:lnTo>
                <a:lnTo>
                  <a:pt x="16641" y="6662"/>
                </a:lnTo>
                <a:lnTo>
                  <a:pt x="17561" y="7807"/>
                </a:lnTo>
                <a:lnTo>
                  <a:pt x="18445" y="8998"/>
                </a:lnTo>
                <a:lnTo>
                  <a:pt x="19291" y="10243"/>
                </a:lnTo>
                <a:lnTo>
                  <a:pt x="20099" y="11554"/>
                </a:lnTo>
                <a:lnTo>
                  <a:pt x="20869" y="12938"/>
                </a:lnTo>
                <a:lnTo>
                  <a:pt x="21600" y="14400"/>
                </a:lnTo>
                <a:lnTo>
                  <a:pt x="21067" y="16246"/>
                </a:lnTo>
                <a:lnTo>
                  <a:pt x="20641" y="17566"/>
                </a:lnTo>
                <a:lnTo>
                  <a:pt x="20221" y="18562"/>
                </a:lnTo>
                <a:lnTo>
                  <a:pt x="19708" y="19433"/>
                </a:lnTo>
                <a:lnTo>
                  <a:pt x="19001" y="20378"/>
                </a:lnTo>
                <a:lnTo>
                  <a:pt x="18000" y="21600"/>
                </a:lnTo>
                <a:lnTo>
                  <a:pt x="17770" y="20988"/>
                </a:lnTo>
                <a:lnTo>
                  <a:pt x="17071" y="19145"/>
                </a:lnTo>
                <a:lnTo>
                  <a:pt x="16357" y="17436"/>
                </a:lnTo>
                <a:lnTo>
                  <a:pt x="15658" y="15864"/>
                </a:lnTo>
                <a:lnTo>
                  <a:pt x="14965" y="14424"/>
                </a:lnTo>
                <a:lnTo>
                  <a:pt x="14261" y="13102"/>
                </a:lnTo>
                <a:lnTo>
                  <a:pt x="13534" y="11890"/>
                </a:lnTo>
                <a:lnTo>
                  <a:pt x="12775" y="10774"/>
                </a:lnTo>
                <a:lnTo>
                  <a:pt x="11965" y="9744"/>
                </a:lnTo>
                <a:lnTo>
                  <a:pt x="11097" y="8791"/>
                </a:lnTo>
                <a:lnTo>
                  <a:pt x="10154" y="7903"/>
                </a:lnTo>
                <a:lnTo>
                  <a:pt x="9126" y="7070"/>
                </a:lnTo>
                <a:lnTo>
                  <a:pt x="8001" y="6283"/>
                </a:lnTo>
                <a:lnTo>
                  <a:pt x="6763" y="5530"/>
                </a:lnTo>
                <a:lnTo>
                  <a:pt x="5400" y="4800"/>
                </a:lnTo>
                <a:lnTo>
                  <a:pt x="5400" y="6386"/>
                </a:lnTo>
                <a:lnTo>
                  <a:pt x="5400" y="7982"/>
                </a:lnTo>
                <a:lnTo>
                  <a:pt x="5400" y="9600"/>
                </a:lnTo>
                <a:lnTo>
                  <a:pt x="6590" y="9600"/>
                </a:lnTo>
                <a:lnTo>
                  <a:pt x="7787" y="9600"/>
                </a:lnTo>
                <a:lnTo>
                  <a:pt x="9000" y="9600"/>
                </a:lnTo>
                <a:lnTo>
                  <a:pt x="9000" y="11186"/>
                </a:lnTo>
                <a:lnTo>
                  <a:pt x="9000" y="12782"/>
                </a:lnTo>
                <a:lnTo>
                  <a:pt x="9000" y="14400"/>
                </a:lnTo>
                <a:lnTo>
                  <a:pt x="7823" y="14983"/>
                </a:lnTo>
                <a:lnTo>
                  <a:pt x="6961" y="15334"/>
                </a:lnTo>
                <a:lnTo>
                  <a:pt x="5994" y="15593"/>
                </a:lnTo>
                <a:lnTo>
                  <a:pt x="4500" y="15900"/>
                </a:lnTo>
                <a:lnTo>
                  <a:pt x="3244" y="16171"/>
                </a:lnTo>
                <a:lnTo>
                  <a:pt x="1969" y="16445"/>
                </a:lnTo>
                <a:lnTo>
                  <a:pt x="1480" y="16534"/>
                </a:lnTo>
                <a:lnTo>
                  <a:pt x="0" y="16800"/>
                </a:lnTo>
                <a:lnTo>
                  <a:pt x="0" y="15199"/>
                </a:lnTo>
                <a:lnTo>
                  <a:pt x="0" y="13601"/>
                </a:lnTo>
                <a:lnTo>
                  <a:pt x="0" y="12000"/>
                </a:lnTo>
                <a:lnTo>
                  <a:pt x="0" y="10399"/>
                </a:lnTo>
                <a:lnTo>
                  <a:pt x="0" y="8801"/>
                </a:lnTo>
                <a:lnTo>
                  <a:pt x="0" y="7200"/>
                </a:lnTo>
                <a:lnTo>
                  <a:pt x="0" y="5599"/>
                </a:lnTo>
                <a:lnTo>
                  <a:pt x="0" y="4001"/>
                </a:lnTo>
                <a:lnTo>
                  <a:pt x="0" y="2400"/>
                </a:lnTo>
                <a:lnTo>
                  <a:pt x="1210" y="1375"/>
                </a:lnTo>
                <a:lnTo>
                  <a:pt x="2435" y="653"/>
                </a:lnTo>
                <a:lnTo>
                  <a:pt x="3674" y="204"/>
                </a:lnTo>
                <a:lnTo>
                  <a:pt x="4925" y="0"/>
                </a:lnTo>
                <a:lnTo>
                  <a:pt x="6187" y="17"/>
                </a:lnTo>
                <a:lnTo>
                  <a:pt x="7457" y="226"/>
                </a:lnTo>
                <a:lnTo>
                  <a:pt x="8735" y="595"/>
                </a:lnTo>
                <a:lnTo>
                  <a:pt x="10021" y="1099"/>
                </a:lnTo>
                <a:lnTo>
                  <a:pt x="11309" y="1711"/>
                </a:lnTo>
                <a:lnTo>
                  <a:pt x="12600" y="2400"/>
                </a:lnTo>
                <a:close/>
              </a:path>
            </a:pathLst>
          </a:custGeom>
          <a:solidFill>
            <a:srgbClr val="625270"/>
          </a:solidFill>
          <a:ln>
            <a:noFill/>
          </a:ln>
        </p:spPr>
        <p:txBody>
          <a:bodyPr/>
          <a:lstStyle/>
          <a:p/>
        </p:txBody>
      </p:sp>
      <p:sp>
        <p:nvSpPr>
          <p:cNvPr id="6259" name="contour_06257"/>
          <p:cNvSpPr/>
          <p:nvPr/>
        </p:nvSpPr>
        <p:spPr>
          <a:xfrm>
            <a:off x="8471733" y="5057866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8" y="0"/>
                </a:lnTo>
                <a:lnTo>
                  <a:pt x="7184" y="0"/>
                </a:lnTo>
                <a:lnTo>
                  <a:pt x="8640" y="0"/>
                </a:lnTo>
                <a:lnTo>
                  <a:pt x="8640" y="1586"/>
                </a:lnTo>
                <a:lnTo>
                  <a:pt x="8640" y="3182"/>
                </a:lnTo>
                <a:lnTo>
                  <a:pt x="8640" y="4800"/>
                </a:lnTo>
                <a:lnTo>
                  <a:pt x="10066" y="4800"/>
                </a:lnTo>
                <a:lnTo>
                  <a:pt x="11493" y="4800"/>
                </a:lnTo>
                <a:lnTo>
                  <a:pt x="12921" y="4800"/>
                </a:lnTo>
                <a:lnTo>
                  <a:pt x="14353" y="4800"/>
                </a:lnTo>
                <a:lnTo>
                  <a:pt x="15790" y="4800"/>
                </a:lnTo>
                <a:lnTo>
                  <a:pt x="17232" y="4800"/>
                </a:lnTo>
                <a:lnTo>
                  <a:pt x="18680" y="4800"/>
                </a:lnTo>
                <a:lnTo>
                  <a:pt x="20136" y="4800"/>
                </a:lnTo>
                <a:lnTo>
                  <a:pt x="21600" y="4800"/>
                </a:lnTo>
                <a:lnTo>
                  <a:pt x="20887" y="6187"/>
                </a:lnTo>
                <a:lnTo>
                  <a:pt x="20174" y="7572"/>
                </a:lnTo>
                <a:lnTo>
                  <a:pt x="19459" y="8962"/>
                </a:lnTo>
                <a:lnTo>
                  <a:pt x="18747" y="10351"/>
                </a:lnTo>
                <a:lnTo>
                  <a:pt x="18030" y="11743"/>
                </a:lnTo>
                <a:lnTo>
                  <a:pt x="17312" y="13138"/>
                </a:lnTo>
                <a:lnTo>
                  <a:pt x="16593" y="14534"/>
                </a:lnTo>
                <a:lnTo>
                  <a:pt x="15872" y="15938"/>
                </a:lnTo>
                <a:lnTo>
                  <a:pt x="15148" y="17345"/>
                </a:lnTo>
                <a:lnTo>
                  <a:pt x="14422" y="18758"/>
                </a:lnTo>
                <a:lnTo>
                  <a:pt x="13692" y="20174"/>
                </a:lnTo>
                <a:lnTo>
                  <a:pt x="12960" y="21600"/>
                </a:lnTo>
                <a:lnTo>
                  <a:pt x="11891" y="21005"/>
                </a:lnTo>
                <a:lnTo>
                  <a:pt x="10815" y="20410"/>
                </a:lnTo>
                <a:lnTo>
                  <a:pt x="9735" y="19807"/>
                </a:lnTo>
                <a:lnTo>
                  <a:pt x="8640" y="19200"/>
                </a:lnTo>
                <a:lnTo>
                  <a:pt x="9176" y="18012"/>
                </a:lnTo>
                <a:lnTo>
                  <a:pt x="9711" y="16819"/>
                </a:lnTo>
                <a:lnTo>
                  <a:pt x="10254" y="15617"/>
                </a:lnTo>
                <a:lnTo>
                  <a:pt x="10800" y="14400"/>
                </a:lnTo>
                <a:lnTo>
                  <a:pt x="9273" y="14400"/>
                </a:lnTo>
                <a:lnTo>
                  <a:pt x="7744" y="14400"/>
                </a:lnTo>
                <a:lnTo>
                  <a:pt x="6210" y="14400"/>
                </a:lnTo>
                <a:lnTo>
                  <a:pt x="4670" y="14400"/>
                </a:lnTo>
                <a:lnTo>
                  <a:pt x="3123" y="14400"/>
                </a:lnTo>
                <a:lnTo>
                  <a:pt x="1568" y="14400"/>
                </a:lnTo>
                <a:lnTo>
                  <a:pt x="0" y="14400"/>
                </a:lnTo>
                <a:lnTo>
                  <a:pt x="728" y="10939"/>
                </a:lnTo>
                <a:lnTo>
                  <a:pt x="1311" y="8220"/>
                </a:lnTo>
                <a:lnTo>
                  <a:pt x="1786" y="6125"/>
                </a:lnTo>
                <a:lnTo>
                  <a:pt x="2186" y="4534"/>
                </a:lnTo>
                <a:lnTo>
                  <a:pt x="2547" y="3329"/>
                </a:lnTo>
                <a:lnTo>
                  <a:pt x="2905" y="2390"/>
                </a:lnTo>
                <a:lnTo>
                  <a:pt x="3296" y="1603"/>
                </a:lnTo>
                <a:lnTo>
                  <a:pt x="3756" y="845"/>
                </a:lnTo>
                <a:lnTo>
                  <a:pt x="4320" y="0"/>
                </a:lnTo>
                <a:close/>
              </a:path>
            </a:pathLst>
          </a:custGeom>
          <a:solidFill>
            <a:srgbClr val="6D6A61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0" name="contour_06258"/>
          <p:cNvSpPr/>
          <p:nvPr/>
        </p:nvSpPr>
        <p:spPr>
          <a:xfrm>
            <a:off x="4548826" y="5036235"/>
            <a:ext cx="68216" cy="79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62" y="1906"/>
                </a:moveTo>
                <a:lnTo>
                  <a:pt x="12235" y="3267"/>
                </a:lnTo>
                <a:lnTo>
                  <a:pt x="12198" y="4289"/>
                </a:lnTo>
                <a:lnTo>
                  <a:pt x="12018" y="5845"/>
                </a:lnTo>
                <a:lnTo>
                  <a:pt x="11873" y="7423"/>
                </a:lnTo>
                <a:lnTo>
                  <a:pt x="11910" y="8443"/>
                </a:lnTo>
                <a:lnTo>
                  <a:pt x="12162" y="9784"/>
                </a:lnTo>
                <a:lnTo>
                  <a:pt x="13599" y="10247"/>
                </a:lnTo>
                <a:lnTo>
                  <a:pt x="14993" y="10572"/>
                </a:lnTo>
                <a:lnTo>
                  <a:pt x="16392" y="10788"/>
                </a:lnTo>
                <a:lnTo>
                  <a:pt x="17836" y="10928"/>
                </a:lnTo>
                <a:lnTo>
                  <a:pt x="19373" y="11023"/>
                </a:lnTo>
                <a:lnTo>
                  <a:pt x="20375" y="11385"/>
                </a:lnTo>
                <a:lnTo>
                  <a:pt x="21392" y="11753"/>
                </a:lnTo>
                <a:lnTo>
                  <a:pt x="21531" y="13244"/>
                </a:lnTo>
                <a:lnTo>
                  <a:pt x="21600" y="14296"/>
                </a:lnTo>
                <a:lnTo>
                  <a:pt x="21600" y="15194"/>
                </a:lnTo>
                <a:lnTo>
                  <a:pt x="21531" y="16222"/>
                </a:lnTo>
                <a:lnTo>
                  <a:pt x="21392" y="17661"/>
                </a:lnTo>
                <a:lnTo>
                  <a:pt x="19929" y="17592"/>
                </a:lnTo>
                <a:lnTo>
                  <a:pt x="18445" y="17523"/>
                </a:lnTo>
                <a:lnTo>
                  <a:pt x="17178" y="17488"/>
                </a:lnTo>
                <a:lnTo>
                  <a:pt x="15905" y="17453"/>
                </a:lnTo>
                <a:lnTo>
                  <a:pt x="14612" y="17415"/>
                </a:lnTo>
                <a:lnTo>
                  <a:pt x="13352" y="17370"/>
                </a:lnTo>
                <a:lnTo>
                  <a:pt x="12085" y="17325"/>
                </a:lnTo>
                <a:lnTo>
                  <a:pt x="10800" y="17277"/>
                </a:lnTo>
                <a:lnTo>
                  <a:pt x="9990" y="17372"/>
                </a:lnTo>
                <a:lnTo>
                  <a:pt x="7546" y="17661"/>
                </a:lnTo>
                <a:lnTo>
                  <a:pt x="6614" y="18839"/>
                </a:lnTo>
                <a:lnTo>
                  <a:pt x="6062" y="19642"/>
                </a:lnTo>
                <a:lnTo>
                  <a:pt x="5675" y="20440"/>
                </a:lnTo>
                <a:lnTo>
                  <a:pt x="5238" y="21600"/>
                </a:lnTo>
                <a:lnTo>
                  <a:pt x="5238" y="20430"/>
                </a:lnTo>
                <a:lnTo>
                  <a:pt x="5238" y="19256"/>
                </a:lnTo>
                <a:lnTo>
                  <a:pt x="5238" y="18079"/>
                </a:lnTo>
                <a:lnTo>
                  <a:pt x="5238" y="16891"/>
                </a:lnTo>
                <a:lnTo>
                  <a:pt x="5238" y="15692"/>
                </a:lnTo>
                <a:lnTo>
                  <a:pt x="6764" y="15692"/>
                </a:lnTo>
                <a:lnTo>
                  <a:pt x="8298" y="15692"/>
                </a:lnTo>
                <a:lnTo>
                  <a:pt x="9854" y="15692"/>
                </a:lnTo>
                <a:lnTo>
                  <a:pt x="9854" y="14390"/>
                </a:lnTo>
                <a:lnTo>
                  <a:pt x="9854" y="13081"/>
                </a:lnTo>
                <a:lnTo>
                  <a:pt x="9854" y="11753"/>
                </a:lnTo>
                <a:lnTo>
                  <a:pt x="8647" y="11141"/>
                </a:lnTo>
                <a:lnTo>
                  <a:pt x="7763" y="10743"/>
                </a:lnTo>
                <a:lnTo>
                  <a:pt x="6771" y="10390"/>
                </a:lnTo>
                <a:lnTo>
                  <a:pt x="5238" y="9906"/>
                </a:lnTo>
                <a:lnTo>
                  <a:pt x="3736" y="9329"/>
                </a:lnTo>
                <a:lnTo>
                  <a:pt x="2753" y="8917"/>
                </a:lnTo>
                <a:lnTo>
                  <a:pt x="1860" y="8478"/>
                </a:lnTo>
                <a:lnTo>
                  <a:pt x="623" y="7814"/>
                </a:lnTo>
                <a:lnTo>
                  <a:pt x="208" y="6290"/>
                </a:lnTo>
                <a:lnTo>
                  <a:pt x="0" y="5221"/>
                </a:lnTo>
                <a:lnTo>
                  <a:pt x="0" y="4323"/>
                </a:lnTo>
                <a:lnTo>
                  <a:pt x="208" y="3312"/>
                </a:lnTo>
                <a:lnTo>
                  <a:pt x="623" y="1906"/>
                </a:lnTo>
                <a:lnTo>
                  <a:pt x="2232" y="863"/>
                </a:lnTo>
                <a:lnTo>
                  <a:pt x="3831" y="242"/>
                </a:lnTo>
                <a:lnTo>
                  <a:pt x="5437" y="0"/>
                </a:lnTo>
                <a:lnTo>
                  <a:pt x="7062" y="93"/>
                </a:lnTo>
                <a:lnTo>
                  <a:pt x="8716" y="471"/>
                </a:lnTo>
                <a:lnTo>
                  <a:pt x="10412" y="1091"/>
                </a:lnTo>
                <a:lnTo>
                  <a:pt x="12162" y="1906"/>
                </a:lnTo>
                <a:close/>
              </a:path>
            </a:pathLst>
          </a:custGeom>
          <a:solidFill>
            <a:srgbClr val="6F6C6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1" name="contour_06259"/>
          <p:cNvSpPr/>
          <p:nvPr/>
        </p:nvSpPr>
        <p:spPr>
          <a:xfrm>
            <a:off x="1329501" y="5057866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215" y="267"/>
                </a:lnTo>
                <a:lnTo>
                  <a:pt x="10578" y="535"/>
                </a:lnTo>
                <a:lnTo>
                  <a:pt x="11941" y="802"/>
                </a:lnTo>
                <a:lnTo>
                  <a:pt x="13306" y="1072"/>
                </a:lnTo>
                <a:lnTo>
                  <a:pt x="14676" y="1339"/>
                </a:lnTo>
                <a:lnTo>
                  <a:pt x="16049" y="1609"/>
                </a:lnTo>
                <a:lnTo>
                  <a:pt x="17427" y="1879"/>
                </a:lnTo>
                <a:lnTo>
                  <a:pt x="18812" y="2152"/>
                </a:lnTo>
                <a:lnTo>
                  <a:pt x="20202" y="2425"/>
                </a:lnTo>
                <a:lnTo>
                  <a:pt x="21600" y="2700"/>
                </a:lnTo>
                <a:lnTo>
                  <a:pt x="21600" y="4304"/>
                </a:lnTo>
                <a:lnTo>
                  <a:pt x="21600" y="5913"/>
                </a:lnTo>
                <a:lnTo>
                  <a:pt x="21600" y="7528"/>
                </a:lnTo>
                <a:lnTo>
                  <a:pt x="21600" y="9156"/>
                </a:lnTo>
                <a:lnTo>
                  <a:pt x="21600" y="10800"/>
                </a:lnTo>
                <a:lnTo>
                  <a:pt x="20602" y="10611"/>
                </a:lnTo>
                <a:lnTo>
                  <a:pt x="19591" y="10419"/>
                </a:lnTo>
                <a:lnTo>
                  <a:pt x="18236" y="10284"/>
                </a:lnTo>
                <a:lnTo>
                  <a:pt x="16938" y="10203"/>
                </a:lnTo>
                <a:lnTo>
                  <a:pt x="15670" y="10192"/>
                </a:lnTo>
                <a:lnTo>
                  <a:pt x="14405" y="10276"/>
                </a:lnTo>
                <a:lnTo>
                  <a:pt x="13117" y="10473"/>
                </a:lnTo>
                <a:lnTo>
                  <a:pt x="11782" y="10800"/>
                </a:lnTo>
                <a:lnTo>
                  <a:pt x="10961" y="12207"/>
                </a:lnTo>
                <a:lnTo>
                  <a:pt x="10256" y="13646"/>
                </a:lnTo>
                <a:lnTo>
                  <a:pt x="9649" y="15123"/>
                </a:lnTo>
                <a:lnTo>
                  <a:pt x="9125" y="16648"/>
                </a:lnTo>
                <a:lnTo>
                  <a:pt x="8664" y="18230"/>
                </a:lnTo>
                <a:lnTo>
                  <a:pt x="8245" y="19877"/>
                </a:lnTo>
                <a:lnTo>
                  <a:pt x="7855" y="21600"/>
                </a:lnTo>
                <a:lnTo>
                  <a:pt x="8098" y="19756"/>
                </a:lnTo>
                <a:lnTo>
                  <a:pt x="8345" y="17888"/>
                </a:lnTo>
                <a:lnTo>
                  <a:pt x="8273" y="17242"/>
                </a:lnTo>
                <a:lnTo>
                  <a:pt x="8147" y="16106"/>
                </a:lnTo>
                <a:lnTo>
                  <a:pt x="7855" y="13500"/>
                </a:lnTo>
                <a:lnTo>
                  <a:pt x="6800" y="12514"/>
                </a:lnTo>
                <a:lnTo>
                  <a:pt x="5722" y="11626"/>
                </a:lnTo>
                <a:lnTo>
                  <a:pt x="4622" y="10816"/>
                </a:lnTo>
                <a:lnTo>
                  <a:pt x="3501" y="10076"/>
                </a:lnTo>
                <a:lnTo>
                  <a:pt x="2356" y="9385"/>
                </a:lnTo>
                <a:lnTo>
                  <a:pt x="1190" y="8732"/>
                </a:lnTo>
                <a:lnTo>
                  <a:pt x="0" y="8100"/>
                </a:lnTo>
                <a:lnTo>
                  <a:pt x="852" y="7900"/>
                </a:lnTo>
                <a:lnTo>
                  <a:pt x="1718" y="7700"/>
                </a:lnTo>
                <a:lnTo>
                  <a:pt x="2268" y="7546"/>
                </a:lnTo>
                <a:lnTo>
                  <a:pt x="3927" y="7088"/>
                </a:lnTo>
                <a:lnTo>
                  <a:pt x="5023" y="6804"/>
                </a:lnTo>
                <a:lnTo>
                  <a:pt x="6136" y="6518"/>
                </a:lnTo>
                <a:lnTo>
                  <a:pt x="6989" y="5962"/>
                </a:lnTo>
                <a:lnTo>
                  <a:pt x="7855" y="5400"/>
                </a:lnTo>
                <a:lnTo>
                  <a:pt x="7855" y="3615"/>
                </a:lnTo>
                <a:lnTo>
                  <a:pt x="7855" y="1820"/>
                </a:lnTo>
                <a:lnTo>
                  <a:pt x="7855" y="0"/>
                </a:lnTo>
                <a:close/>
              </a:path>
            </a:pathLst>
          </a:custGeom>
          <a:solidFill>
            <a:srgbClr val="535061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2" name="contour_06260"/>
          <p:cNvSpPr/>
          <p:nvPr/>
        </p:nvSpPr>
        <p:spPr>
          <a:xfrm>
            <a:off x="1023406" y="5032300"/>
            <a:ext cx="51096" cy="911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08" y="116"/>
                </a:moveTo>
                <a:lnTo>
                  <a:pt x="8777" y="26"/>
                </a:lnTo>
                <a:lnTo>
                  <a:pt x="10768" y="0"/>
                </a:lnTo>
                <a:lnTo>
                  <a:pt x="12656" y="55"/>
                </a:lnTo>
                <a:lnTo>
                  <a:pt x="14517" y="207"/>
                </a:lnTo>
                <a:lnTo>
                  <a:pt x="16433" y="475"/>
                </a:lnTo>
                <a:lnTo>
                  <a:pt x="18485" y="877"/>
                </a:lnTo>
                <a:lnTo>
                  <a:pt x="19576" y="2010"/>
                </a:lnTo>
                <a:lnTo>
                  <a:pt x="20408" y="3167"/>
                </a:lnTo>
                <a:lnTo>
                  <a:pt x="21002" y="4347"/>
                </a:lnTo>
                <a:lnTo>
                  <a:pt x="21384" y="5543"/>
                </a:lnTo>
                <a:lnTo>
                  <a:pt x="21575" y="6756"/>
                </a:lnTo>
                <a:lnTo>
                  <a:pt x="21600" y="7978"/>
                </a:lnTo>
                <a:lnTo>
                  <a:pt x="21480" y="9210"/>
                </a:lnTo>
                <a:lnTo>
                  <a:pt x="21240" y="10446"/>
                </a:lnTo>
                <a:lnTo>
                  <a:pt x="20904" y="11684"/>
                </a:lnTo>
                <a:lnTo>
                  <a:pt x="20488" y="12921"/>
                </a:lnTo>
                <a:lnTo>
                  <a:pt x="20026" y="14154"/>
                </a:lnTo>
                <a:lnTo>
                  <a:pt x="19502" y="15181"/>
                </a:lnTo>
                <a:lnTo>
                  <a:pt x="18969" y="16224"/>
                </a:lnTo>
                <a:lnTo>
                  <a:pt x="18799" y="17495"/>
                </a:lnTo>
                <a:lnTo>
                  <a:pt x="18994" y="18561"/>
                </a:lnTo>
                <a:lnTo>
                  <a:pt x="19530" y="19528"/>
                </a:lnTo>
                <a:lnTo>
                  <a:pt x="20392" y="20503"/>
                </a:lnTo>
                <a:lnTo>
                  <a:pt x="21566" y="21600"/>
                </a:lnTo>
                <a:lnTo>
                  <a:pt x="19336" y="21357"/>
                </a:lnTo>
                <a:lnTo>
                  <a:pt x="17740" y="21144"/>
                </a:lnTo>
                <a:lnTo>
                  <a:pt x="16335" y="20882"/>
                </a:lnTo>
                <a:lnTo>
                  <a:pt x="14677" y="20486"/>
                </a:lnTo>
                <a:lnTo>
                  <a:pt x="12323" y="19873"/>
                </a:lnTo>
                <a:lnTo>
                  <a:pt x="11655" y="18671"/>
                </a:lnTo>
                <a:lnTo>
                  <a:pt x="11193" y="17770"/>
                </a:lnTo>
                <a:lnTo>
                  <a:pt x="10875" y="16994"/>
                </a:lnTo>
                <a:lnTo>
                  <a:pt x="10644" y="16174"/>
                </a:lnTo>
                <a:lnTo>
                  <a:pt x="10441" y="15141"/>
                </a:lnTo>
                <a:lnTo>
                  <a:pt x="10207" y="13722"/>
                </a:lnTo>
                <a:lnTo>
                  <a:pt x="10001" y="12613"/>
                </a:lnTo>
                <a:lnTo>
                  <a:pt x="9797" y="11499"/>
                </a:lnTo>
                <a:lnTo>
                  <a:pt x="9594" y="10370"/>
                </a:lnTo>
                <a:lnTo>
                  <a:pt x="9477" y="9515"/>
                </a:lnTo>
                <a:lnTo>
                  <a:pt x="9360" y="8655"/>
                </a:lnTo>
                <a:lnTo>
                  <a:pt x="9243" y="7785"/>
                </a:lnTo>
                <a:lnTo>
                  <a:pt x="7409" y="7785"/>
                </a:lnTo>
                <a:lnTo>
                  <a:pt x="5576" y="7785"/>
                </a:lnTo>
                <a:lnTo>
                  <a:pt x="3731" y="7785"/>
                </a:lnTo>
                <a:lnTo>
                  <a:pt x="1873" y="7785"/>
                </a:lnTo>
                <a:lnTo>
                  <a:pt x="0" y="7785"/>
                </a:lnTo>
                <a:lnTo>
                  <a:pt x="222" y="5424"/>
                </a:lnTo>
                <a:lnTo>
                  <a:pt x="493" y="3711"/>
                </a:lnTo>
                <a:lnTo>
                  <a:pt x="927" y="2506"/>
                </a:lnTo>
                <a:lnTo>
                  <a:pt x="1642" y="1679"/>
                </a:lnTo>
                <a:lnTo>
                  <a:pt x="2748" y="1095"/>
                </a:lnTo>
                <a:lnTo>
                  <a:pt x="4366" y="618"/>
                </a:lnTo>
                <a:lnTo>
                  <a:pt x="6608" y="116"/>
                </a:lnTo>
                <a:close/>
              </a:path>
            </a:pathLst>
          </a:custGeom>
          <a:solidFill>
            <a:srgbClr val="55535E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3" name="contour_06261"/>
          <p:cNvSpPr/>
          <p:nvPr/>
        </p:nvSpPr>
        <p:spPr>
          <a:xfrm>
            <a:off x="2240500" y="5047962"/>
            <a:ext cx="73769" cy="46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81" y="622"/>
                </a:moveTo>
                <a:lnTo>
                  <a:pt x="20354" y="917"/>
                </a:lnTo>
                <a:lnTo>
                  <a:pt x="21340" y="1219"/>
                </a:lnTo>
                <a:lnTo>
                  <a:pt x="21519" y="3594"/>
                </a:lnTo>
                <a:lnTo>
                  <a:pt x="21600" y="5832"/>
                </a:lnTo>
                <a:lnTo>
                  <a:pt x="21559" y="7982"/>
                </a:lnTo>
                <a:lnTo>
                  <a:pt x="21367" y="10102"/>
                </a:lnTo>
                <a:lnTo>
                  <a:pt x="21002" y="12249"/>
                </a:lnTo>
                <a:lnTo>
                  <a:pt x="20439" y="14474"/>
                </a:lnTo>
                <a:lnTo>
                  <a:pt x="19460" y="16434"/>
                </a:lnTo>
                <a:lnTo>
                  <a:pt x="18519" y="18023"/>
                </a:lnTo>
                <a:lnTo>
                  <a:pt x="17520" y="19341"/>
                </a:lnTo>
                <a:lnTo>
                  <a:pt x="16359" y="20499"/>
                </a:lnTo>
                <a:lnTo>
                  <a:pt x="14938" y="21600"/>
                </a:lnTo>
                <a:lnTo>
                  <a:pt x="13410" y="21515"/>
                </a:lnTo>
                <a:lnTo>
                  <a:pt x="11897" y="21359"/>
                </a:lnTo>
                <a:lnTo>
                  <a:pt x="10395" y="21135"/>
                </a:lnTo>
                <a:lnTo>
                  <a:pt x="8903" y="20853"/>
                </a:lnTo>
                <a:lnTo>
                  <a:pt x="7418" y="20516"/>
                </a:lnTo>
                <a:lnTo>
                  <a:pt x="5937" y="20133"/>
                </a:lnTo>
                <a:lnTo>
                  <a:pt x="4458" y="19701"/>
                </a:lnTo>
                <a:lnTo>
                  <a:pt x="2977" y="19236"/>
                </a:lnTo>
                <a:lnTo>
                  <a:pt x="1492" y="18733"/>
                </a:lnTo>
                <a:lnTo>
                  <a:pt x="0" y="18203"/>
                </a:lnTo>
                <a:lnTo>
                  <a:pt x="1893" y="14620"/>
                </a:lnTo>
                <a:lnTo>
                  <a:pt x="3551" y="11515"/>
                </a:lnTo>
                <a:lnTo>
                  <a:pt x="5006" y="8862"/>
                </a:lnTo>
                <a:lnTo>
                  <a:pt x="6297" y="6624"/>
                </a:lnTo>
                <a:lnTo>
                  <a:pt x="7456" y="4772"/>
                </a:lnTo>
                <a:lnTo>
                  <a:pt x="8519" y="3274"/>
                </a:lnTo>
                <a:lnTo>
                  <a:pt x="9517" y="2103"/>
                </a:lnTo>
                <a:lnTo>
                  <a:pt x="10488" y="1223"/>
                </a:lnTo>
                <a:lnTo>
                  <a:pt x="11464" y="605"/>
                </a:lnTo>
                <a:lnTo>
                  <a:pt x="12482" y="214"/>
                </a:lnTo>
                <a:lnTo>
                  <a:pt x="13574" y="24"/>
                </a:lnTo>
                <a:lnTo>
                  <a:pt x="14776" y="0"/>
                </a:lnTo>
                <a:lnTo>
                  <a:pt x="16120" y="112"/>
                </a:lnTo>
                <a:lnTo>
                  <a:pt x="17644" y="329"/>
                </a:lnTo>
                <a:lnTo>
                  <a:pt x="19381" y="622"/>
                </a:lnTo>
                <a:close/>
              </a:path>
            </a:pathLst>
          </a:custGeom>
          <a:solidFill>
            <a:srgbClr val="C0AF94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4" name="contour_06262"/>
          <p:cNvSpPr/>
          <p:nvPr/>
        </p:nvSpPr>
        <p:spPr>
          <a:xfrm>
            <a:off x="5323321" y="4991028"/>
            <a:ext cx="72880" cy="47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67"/>
                </a:moveTo>
                <a:lnTo>
                  <a:pt x="21395" y="3028"/>
                </a:lnTo>
                <a:lnTo>
                  <a:pt x="21159" y="5401"/>
                </a:lnTo>
                <a:lnTo>
                  <a:pt x="20876" y="7694"/>
                </a:lnTo>
                <a:lnTo>
                  <a:pt x="20529" y="9920"/>
                </a:lnTo>
                <a:lnTo>
                  <a:pt x="20103" y="12091"/>
                </a:lnTo>
                <a:lnTo>
                  <a:pt x="19580" y="14214"/>
                </a:lnTo>
                <a:lnTo>
                  <a:pt x="18948" y="16309"/>
                </a:lnTo>
                <a:lnTo>
                  <a:pt x="18185" y="18383"/>
                </a:lnTo>
                <a:lnTo>
                  <a:pt x="17280" y="20447"/>
                </a:lnTo>
                <a:lnTo>
                  <a:pt x="15811" y="20864"/>
                </a:lnTo>
                <a:lnTo>
                  <a:pt x="14362" y="21183"/>
                </a:lnTo>
                <a:lnTo>
                  <a:pt x="12923" y="21405"/>
                </a:lnTo>
                <a:lnTo>
                  <a:pt x="11496" y="21540"/>
                </a:lnTo>
                <a:lnTo>
                  <a:pt x="10074" y="21600"/>
                </a:lnTo>
                <a:lnTo>
                  <a:pt x="8657" y="21583"/>
                </a:lnTo>
                <a:lnTo>
                  <a:pt x="7238" y="21507"/>
                </a:lnTo>
                <a:lnTo>
                  <a:pt x="5815" y="21375"/>
                </a:lnTo>
                <a:lnTo>
                  <a:pt x="4383" y="21196"/>
                </a:lnTo>
                <a:lnTo>
                  <a:pt x="2938" y="20977"/>
                </a:lnTo>
                <a:lnTo>
                  <a:pt x="1480" y="20725"/>
                </a:lnTo>
                <a:lnTo>
                  <a:pt x="0" y="20447"/>
                </a:lnTo>
                <a:lnTo>
                  <a:pt x="15" y="17183"/>
                </a:lnTo>
                <a:lnTo>
                  <a:pt x="127" y="15026"/>
                </a:lnTo>
                <a:lnTo>
                  <a:pt x="428" y="13479"/>
                </a:lnTo>
                <a:lnTo>
                  <a:pt x="1015" y="12057"/>
                </a:lnTo>
                <a:lnTo>
                  <a:pt x="1983" y="10275"/>
                </a:lnTo>
                <a:lnTo>
                  <a:pt x="3367" y="8549"/>
                </a:lnTo>
                <a:lnTo>
                  <a:pt x="4698" y="6981"/>
                </a:lnTo>
                <a:lnTo>
                  <a:pt x="5988" y="5570"/>
                </a:lnTo>
                <a:lnTo>
                  <a:pt x="7253" y="4317"/>
                </a:lnTo>
                <a:lnTo>
                  <a:pt x="8508" y="3221"/>
                </a:lnTo>
                <a:lnTo>
                  <a:pt x="9768" y="2283"/>
                </a:lnTo>
                <a:lnTo>
                  <a:pt x="11040" y="1508"/>
                </a:lnTo>
                <a:lnTo>
                  <a:pt x="12344" y="888"/>
                </a:lnTo>
                <a:lnTo>
                  <a:pt x="13694" y="431"/>
                </a:lnTo>
                <a:lnTo>
                  <a:pt x="15103" y="136"/>
                </a:lnTo>
                <a:lnTo>
                  <a:pt x="16582" y="0"/>
                </a:lnTo>
                <a:lnTo>
                  <a:pt x="18150" y="27"/>
                </a:lnTo>
                <a:lnTo>
                  <a:pt x="19818" y="215"/>
                </a:lnTo>
                <a:lnTo>
                  <a:pt x="21600" y="567"/>
                </a:lnTo>
                <a:close/>
              </a:path>
            </a:pathLst>
          </a:custGeom>
          <a:solidFill>
            <a:srgbClr val="958156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5" name="contour_06263"/>
          <p:cNvSpPr/>
          <p:nvPr/>
        </p:nvSpPr>
        <p:spPr>
          <a:xfrm>
            <a:off x="4739567" y="5014138"/>
            <a:ext cx="8817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0" y="0"/>
                </a:moveTo>
                <a:lnTo>
                  <a:pt x="3283" y="223"/>
                </a:lnTo>
                <a:lnTo>
                  <a:pt x="4251" y="414"/>
                </a:lnTo>
                <a:lnTo>
                  <a:pt x="5151" y="655"/>
                </a:lnTo>
                <a:lnTo>
                  <a:pt x="6263" y="1015"/>
                </a:lnTo>
                <a:lnTo>
                  <a:pt x="7874" y="1577"/>
                </a:lnTo>
                <a:lnTo>
                  <a:pt x="9141" y="1973"/>
                </a:lnTo>
                <a:lnTo>
                  <a:pt x="10395" y="2336"/>
                </a:lnTo>
                <a:lnTo>
                  <a:pt x="11637" y="2664"/>
                </a:lnTo>
                <a:lnTo>
                  <a:pt x="12871" y="2948"/>
                </a:lnTo>
                <a:lnTo>
                  <a:pt x="14103" y="3193"/>
                </a:lnTo>
                <a:lnTo>
                  <a:pt x="15335" y="3391"/>
                </a:lnTo>
                <a:lnTo>
                  <a:pt x="16569" y="3542"/>
                </a:lnTo>
                <a:lnTo>
                  <a:pt x="17808" y="3640"/>
                </a:lnTo>
                <a:lnTo>
                  <a:pt x="19058" y="3686"/>
                </a:lnTo>
                <a:lnTo>
                  <a:pt x="20322" y="3672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21091" y="10699"/>
                </a:lnTo>
                <a:lnTo>
                  <a:pt x="20193" y="10526"/>
                </a:lnTo>
                <a:lnTo>
                  <a:pt x="18140" y="10123"/>
                </a:lnTo>
                <a:lnTo>
                  <a:pt x="16679" y="10123"/>
                </a:lnTo>
                <a:lnTo>
                  <a:pt x="15724" y="10296"/>
                </a:lnTo>
                <a:lnTo>
                  <a:pt x="14458" y="10800"/>
                </a:lnTo>
                <a:lnTo>
                  <a:pt x="13908" y="13478"/>
                </a:lnTo>
                <a:lnTo>
                  <a:pt x="13541" y="15379"/>
                </a:lnTo>
                <a:lnTo>
                  <a:pt x="13269" y="17021"/>
                </a:lnTo>
                <a:lnTo>
                  <a:pt x="13009" y="18922"/>
                </a:lnTo>
                <a:lnTo>
                  <a:pt x="12673" y="21600"/>
                </a:lnTo>
                <a:lnTo>
                  <a:pt x="11493" y="21600"/>
                </a:lnTo>
                <a:lnTo>
                  <a:pt x="10305" y="21600"/>
                </a:lnTo>
                <a:lnTo>
                  <a:pt x="9102" y="21600"/>
                </a:lnTo>
                <a:lnTo>
                  <a:pt x="8659" y="19818"/>
                </a:lnTo>
                <a:lnTo>
                  <a:pt x="8216" y="18029"/>
                </a:lnTo>
                <a:lnTo>
                  <a:pt x="7768" y="16225"/>
                </a:lnTo>
                <a:lnTo>
                  <a:pt x="7317" y="14400"/>
                </a:lnTo>
                <a:lnTo>
                  <a:pt x="6863" y="14857"/>
                </a:lnTo>
                <a:lnTo>
                  <a:pt x="6429" y="15296"/>
                </a:lnTo>
                <a:lnTo>
                  <a:pt x="5888" y="15840"/>
                </a:lnTo>
                <a:lnTo>
                  <a:pt x="5119" y="16618"/>
                </a:lnTo>
                <a:lnTo>
                  <a:pt x="3992" y="17752"/>
                </a:lnTo>
                <a:lnTo>
                  <a:pt x="2387" y="19372"/>
                </a:lnTo>
                <a:lnTo>
                  <a:pt x="175" y="21600"/>
                </a:lnTo>
                <a:lnTo>
                  <a:pt x="141" y="19408"/>
                </a:lnTo>
                <a:lnTo>
                  <a:pt x="112" y="17212"/>
                </a:lnTo>
                <a:lnTo>
                  <a:pt x="87" y="15019"/>
                </a:lnTo>
                <a:lnTo>
                  <a:pt x="64" y="12823"/>
                </a:lnTo>
                <a:lnTo>
                  <a:pt x="32" y="10375"/>
                </a:lnTo>
                <a:lnTo>
                  <a:pt x="0" y="7888"/>
                </a:lnTo>
                <a:lnTo>
                  <a:pt x="129" y="5353"/>
                </a:lnTo>
                <a:lnTo>
                  <a:pt x="377" y="3686"/>
                </a:lnTo>
                <a:lnTo>
                  <a:pt x="925" y="2149"/>
                </a:lnTo>
                <a:lnTo>
                  <a:pt x="1960" y="0"/>
                </a:lnTo>
                <a:close/>
              </a:path>
            </a:pathLst>
          </a:custGeom>
          <a:solidFill>
            <a:srgbClr val="DDC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6" name="contour_06264"/>
          <p:cNvSpPr/>
          <p:nvPr/>
        </p:nvSpPr>
        <p:spPr>
          <a:xfrm>
            <a:off x="5313737" y="4956228"/>
            <a:ext cx="97040" cy="651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00" y="473"/>
                </a:moveTo>
                <a:lnTo>
                  <a:pt x="15332" y="717"/>
                </a:lnTo>
                <a:lnTo>
                  <a:pt x="16378" y="963"/>
                </a:lnTo>
                <a:lnTo>
                  <a:pt x="17465" y="1821"/>
                </a:lnTo>
                <a:lnTo>
                  <a:pt x="18369" y="2801"/>
                </a:lnTo>
                <a:lnTo>
                  <a:pt x="19129" y="3904"/>
                </a:lnTo>
                <a:lnTo>
                  <a:pt x="19791" y="5128"/>
                </a:lnTo>
                <a:lnTo>
                  <a:pt x="20395" y="6473"/>
                </a:lnTo>
                <a:lnTo>
                  <a:pt x="20984" y="7939"/>
                </a:lnTo>
                <a:lnTo>
                  <a:pt x="21600" y="9528"/>
                </a:lnTo>
                <a:lnTo>
                  <a:pt x="21261" y="9646"/>
                </a:lnTo>
                <a:lnTo>
                  <a:pt x="20661" y="9854"/>
                </a:lnTo>
                <a:lnTo>
                  <a:pt x="19287" y="10329"/>
                </a:lnTo>
                <a:lnTo>
                  <a:pt x="17157" y="11138"/>
                </a:lnTo>
                <a:lnTo>
                  <a:pt x="15372" y="11829"/>
                </a:lnTo>
                <a:lnTo>
                  <a:pt x="13890" y="12430"/>
                </a:lnTo>
                <a:lnTo>
                  <a:pt x="12670" y="12971"/>
                </a:lnTo>
                <a:lnTo>
                  <a:pt x="11672" y="13475"/>
                </a:lnTo>
                <a:lnTo>
                  <a:pt x="10853" y="13975"/>
                </a:lnTo>
                <a:lnTo>
                  <a:pt x="10173" y="14497"/>
                </a:lnTo>
                <a:lnTo>
                  <a:pt x="9591" y="15071"/>
                </a:lnTo>
                <a:lnTo>
                  <a:pt x="9063" y="15723"/>
                </a:lnTo>
                <a:lnTo>
                  <a:pt x="8551" y="16481"/>
                </a:lnTo>
                <a:lnTo>
                  <a:pt x="8012" y="17375"/>
                </a:lnTo>
                <a:lnTo>
                  <a:pt x="7405" y="18432"/>
                </a:lnTo>
                <a:lnTo>
                  <a:pt x="6736" y="19478"/>
                </a:lnTo>
                <a:lnTo>
                  <a:pt x="6061" y="20533"/>
                </a:lnTo>
                <a:lnTo>
                  <a:pt x="5378" y="21600"/>
                </a:lnTo>
                <a:lnTo>
                  <a:pt x="4025" y="21436"/>
                </a:lnTo>
                <a:lnTo>
                  <a:pt x="3095" y="21228"/>
                </a:lnTo>
                <a:lnTo>
                  <a:pt x="2355" y="20861"/>
                </a:lnTo>
                <a:lnTo>
                  <a:pt x="1572" y="20219"/>
                </a:lnTo>
                <a:lnTo>
                  <a:pt x="511" y="19186"/>
                </a:lnTo>
                <a:lnTo>
                  <a:pt x="170" y="17389"/>
                </a:lnTo>
                <a:lnTo>
                  <a:pt x="0" y="16114"/>
                </a:lnTo>
                <a:lnTo>
                  <a:pt x="0" y="15013"/>
                </a:lnTo>
                <a:lnTo>
                  <a:pt x="170" y="13738"/>
                </a:lnTo>
                <a:lnTo>
                  <a:pt x="511" y="11942"/>
                </a:lnTo>
                <a:lnTo>
                  <a:pt x="1512" y="11481"/>
                </a:lnTo>
                <a:lnTo>
                  <a:pt x="2511" y="11111"/>
                </a:lnTo>
                <a:lnTo>
                  <a:pt x="3515" y="10807"/>
                </a:lnTo>
                <a:lnTo>
                  <a:pt x="4533" y="10539"/>
                </a:lnTo>
                <a:lnTo>
                  <a:pt x="5567" y="10281"/>
                </a:lnTo>
                <a:lnTo>
                  <a:pt x="6280" y="9907"/>
                </a:lnTo>
                <a:lnTo>
                  <a:pt x="7000" y="9528"/>
                </a:lnTo>
                <a:lnTo>
                  <a:pt x="7097" y="7731"/>
                </a:lnTo>
                <a:lnTo>
                  <a:pt x="7146" y="6456"/>
                </a:lnTo>
                <a:lnTo>
                  <a:pt x="7146" y="5355"/>
                </a:lnTo>
                <a:lnTo>
                  <a:pt x="7097" y="4080"/>
                </a:lnTo>
                <a:lnTo>
                  <a:pt x="7000" y="2284"/>
                </a:lnTo>
                <a:lnTo>
                  <a:pt x="8032" y="1292"/>
                </a:lnTo>
                <a:lnTo>
                  <a:pt x="9018" y="606"/>
                </a:lnTo>
                <a:lnTo>
                  <a:pt x="9988" y="186"/>
                </a:lnTo>
                <a:lnTo>
                  <a:pt x="10971" y="0"/>
                </a:lnTo>
                <a:lnTo>
                  <a:pt x="11996" y="10"/>
                </a:lnTo>
                <a:lnTo>
                  <a:pt x="13096" y="179"/>
                </a:lnTo>
                <a:lnTo>
                  <a:pt x="14300" y="473"/>
                </a:lnTo>
                <a:close/>
              </a:path>
            </a:pathLst>
          </a:custGeom>
          <a:solidFill>
            <a:srgbClr val="E6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7" name="contour_06265"/>
          <p:cNvSpPr/>
          <p:nvPr/>
        </p:nvSpPr>
        <p:spPr>
          <a:xfrm>
            <a:off x="9419172" y="4868378"/>
            <a:ext cx="29152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1400" y="792"/>
                </a:lnTo>
                <a:lnTo>
                  <a:pt x="21206" y="1584"/>
                </a:lnTo>
                <a:lnTo>
                  <a:pt x="21006" y="2376"/>
                </a:lnTo>
                <a:lnTo>
                  <a:pt x="20806" y="3168"/>
                </a:lnTo>
                <a:lnTo>
                  <a:pt x="20612" y="3962"/>
                </a:lnTo>
                <a:lnTo>
                  <a:pt x="20412" y="4754"/>
                </a:lnTo>
                <a:lnTo>
                  <a:pt x="20212" y="5548"/>
                </a:lnTo>
                <a:lnTo>
                  <a:pt x="20012" y="6341"/>
                </a:lnTo>
                <a:lnTo>
                  <a:pt x="19818" y="7136"/>
                </a:lnTo>
                <a:lnTo>
                  <a:pt x="19618" y="7931"/>
                </a:lnTo>
                <a:lnTo>
                  <a:pt x="19418" y="8726"/>
                </a:lnTo>
                <a:lnTo>
                  <a:pt x="19219" y="9523"/>
                </a:lnTo>
                <a:lnTo>
                  <a:pt x="19019" y="10320"/>
                </a:lnTo>
                <a:lnTo>
                  <a:pt x="18819" y="11118"/>
                </a:lnTo>
                <a:lnTo>
                  <a:pt x="18619" y="11918"/>
                </a:lnTo>
                <a:lnTo>
                  <a:pt x="18419" y="12717"/>
                </a:lnTo>
                <a:lnTo>
                  <a:pt x="18220" y="13518"/>
                </a:lnTo>
                <a:lnTo>
                  <a:pt x="18020" y="14320"/>
                </a:lnTo>
                <a:lnTo>
                  <a:pt x="17820" y="15123"/>
                </a:lnTo>
                <a:lnTo>
                  <a:pt x="17620" y="15928"/>
                </a:lnTo>
                <a:lnTo>
                  <a:pt x="17415" y="16733"/>
                </a:lnTo>
                <a:lnTo>
                  <a:pt x="17215" y="17540"/>
                </a:lnTo>
                <a:lnTo>
                  <a:pt x="17010" y="18350"/>
                </a:lnTo>
                <a:lnTo>
                  <a:pt x="16810" y="19159"/>
                </a:lnTo>
                <a:lnTo>
                  <a:pt x="16605" y="19971"/>
                </a:lnTo>
                <a:lnTo>
                  <a:pt x="16405" y="20785"/>
                </a:lnTo>
                <a:lnTo>
                  <a:pt x="16200" y="21600"/>
                </a:lnTo>
                <a:lnTo>
                  <a:pt x="13522" y="21600"/>
                </a:lnTo>
                <a:lnTo>
                  <a:pt x="10800" y="21600"/>
                </a:lnTo>
                <a:lnTo>
                  <a:pt x="10800" y="20812"/>
                </a:lnTo>
                <a:lnTo>
                  <a:pt x="10800" y="20023"/>
                </a:lnTo>
                <a:lnTo>
                  <a:pt x="10800" y="19234"/>
                </a:lnTo>
                <a:lnTo>
                  <a:pt x="10800" y="18444"/>
                </a:lnTo>
                <a:lnTo>
                  <a:pt x="10800" y="17651"/>
                </a:lnTo>
                <a:lnTo>
                  <a:pt x="10800" y="16856"/>
                </a:lnTo>
                <a:lnTo>
                  <a:pt x="10800" y="16058"/>
                </a:lnTo>
                <a:lnTo>
                  <a:pt x="10800" y="15256"/>
                </a:lnTo>
                <a:lnTo>
                  <a:pt x="10800" y="14452"/>
                </a:lnTo>
                <a:lnTo>
                  <a:pt x="10800" y="13642"/>
                </a:lnTo>
                <a:lnTo>
                  <a:pt x="7231" y="13642"/>
                </a:lnTo>
                <a:lnTo>
                  <a:pt x="3640" y="13642"/>
                </a:lnTo>
                <a:lnTo>
                  <a:pt x="0" y="13642"/>
                </a:lnTo>
                <a:lnTo>
                  <a:pt x="313" y="12847"/>
                </a:lnTo>
                <a:lnTo>
                  <a:pt x="626" y="12053"/>
                </a:lnTo>
                <a:lnTo>
                  <a:pt x="945" y="11258"/>
                </a:lnTo>
                <a:lnTo>
                  <a:pt x="1258" y="10462"/>
                </a:lnTo>
                <a:lnTo>
                  <a:pt x="1571" y="9667"/>
                </a:lnTo>
                <a:lnTo>
                  <a:pt x="1890" y="8870"/>
                </a:lnTo>
                <a:lnTo>
                  <a:pt x="2203" y="8072"/>
                </a:lnTo>
                <a:lnTo>
                  <a:pt x="2522" y="7272"/>
                </a:lnTo>
                <a:lnTo>
                  <a:pt x="2840" y="6472"/>
                </a:lnTo>
                <a:lnTo>
                  <a:pt x="3154" y="5669"/>
                </a:lnTo>
                <a:lnTo>
                  <a:pt x="3472" y="4866"/>
                </a:lnTo>
                <a:lnTo>
                  <a:pt x="3791" y="4061"/>
                </a:lnTo>
                <a:lnTo>
                  <a:pt x="4115" y="3254"/>
                </a:lnTo>
                <a:lnTo>
                  <a:pt x="4433" y="2443"/>
                </a:lnTo>
                <a:lnTo>
                  <a:pt x="4752" y="1631"/>
                </a:lnTo>
                <a:lnTo>
                  <a:pt x="5076" y="817"/>
                </a:lnTo>
                <a:lnTo>
                  <a:pt x="5400" y="0"/>
                </a:lnTo>
                <a:close/>
              </a:path>
            </a:pathLst>
          </a:custGeom>
          <a:solidFill>
            <a:srgbClr val="B8D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8" name="contour_06266"/>
          <p:cNvSpPr/>
          <p:nvPr/>
        </p:nvSpPr>
        <p:spPr>
          <a:xfrm>
            <a:off x="7210910" y="4868378"/>
            <a:ext cx="10932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38" y="115"/>
                </a:lnTo>
                <a:lnTo>
                  <a:pt x="2046" y="242"/>
                </a:lnTo>
                <a:lnTo>
                  <a:pt x="3028" y="386"/>
                </a:lnTo>
                <a:lnTo>
                  <a:pt x="3982" y="560"/>
                </a:lnTo>
                <a:lnTo>
                  <a:pt x="4906" y="771"/>
                </a:lnTo>
                <a:lnTo>
                  <a:pt x="5805" y="1026"/>
                </a:lnTo>
                <a:lnTo>
                  <a:pt x="6676" y="1337"/>
                </a:lnTo>
                <a:lnTo>
                  <a:pt x="7520" y="1709"/>
                </a:lnTo>
                <a:lnTo>
                  <a:pt x="8336" y="2155"/>
                </a:lnTo>
                <a:lnTo>
                  <a:pt x="9128" y="2680"/>
                </a:lnTo>
                <a:lnTo>
                  <a:pt x="9893" y="3295"/>
                </a:lnTo>
                <a:lnTo>
                  <a:pt x="10632" y="4008"/>
                </a:lnTo>
                <a:lnTo>
                  <a:pt x="11120" y="4829"/>
                </a:lnTo>
                <a:lnTo>
                  <a:pt x="11553" y="5667"/>
                </a:lnTo>
                <a:lnTo>
                  <a:pt x="11938" y="6521"/>
                </a:lnTo>
                <a:lnTo>
                  <a:pt x="12280" y="7389"/>
                </a:lnTo>
                <a:lnTo>
                  <a:pt x="12591" y="8269"/>
                </a:lnTo>
                <a:lnTo>
                  <a:pt x="12875" y="9158"/>
                </a:lnTo>
                <a:lnTo>
                  <a:pt x="13140" y="10056"/>
                </a:lnTo>
                <a:lnTo>
                  <a:pt x="13392" y="10961"/>
                </a:lnTo>
                <a:lnTo>
                  <a:pt x="13641" y="11871"/>
                </a:lnTo>
                <a:lnTo>
                  <a:pt x="14018" y="12679"/>
                </a:lnTo>
                <a:lnTo>
                  <a:pt x="14400" y="13500"/>
                </a:lnTo>
                <a:lnTo>
                  <a:pt x="15352" y="13500"/>
                </a:lnTo>
                <a:lnTo>
                  <a:pt x="16309" y="13500"/>
                </a:lnTo>
                <a:lnTo>
                  <a:pt x="17280" y="13500"/>
                </a:lnTo>
                <a:lnTo>
                  <a:pt x="17280" y="14392"/>
                </a:lnTo>
                <a:lnTo>
                  <a:pt x="17280" y="15290"/>
                </a:lnTo>
                <a:lnTo>
                  <a:pt x="17280" y="16200"/>
                </a:lnTo>
                <a:lnTo>
                  <a:pt x="18135" y="15933"/>
                </a:lnTo>
                <a:lnTo>
                  <a:pt x="18994" y="15664"/>
                </a:lnTo>
                <a:lnTo>
                  <a:pt x="19855" y="15395"/>
                </a:lnTo>
                <a:lnTo>
                  <a:pt x="20723" y="15124"/>
                </a:lnTo>
                <a:lnTo>
                  <a:pt x="21600" y="14850"/>
                </a:lnTo>
                <a:lnTo>
                  <a:pt x="21600" y="15804"/>
                </a:lnTo>
                <a:lnTo>
                  <a:pt x="21600" y="16760"/>
                </a:lnTo>
                <a:lnTo>
                  <a:pt x="21600" y="17719"/>
                </a:lnTo>
                <a:lnTo>
                  <a:pt x="21600" y="18681"/>
                </a:lnTo>
                <a:lnTo>
                  <a:pt x="21600" y="19648"/>
                </a:lnTo>
                <a:lnTo>
                  <a:pt x="21600" y="20620"/>
                </a:lnTo>
                <a:lnTo>
                  <a:pt x="21600" y="21600"/>
                </a:lnTo>
                <a:lnTo>
                  <a:pt x="19930" y="20523"/>
                </a:lnTo>
                <a:lnTo>
                  <a:pt x="18710" y="19730"/>
                </a:lnTo>
                <a:lnTo>
                  <a:pt x="17840" y="19151"/>
                </a:lnTo>
                <a:lnTo>
                  <a:pt x="17220" y="18714"/>
                </a:lnTo>
                <a:lnTo>
                  <a:pt x="16746" y="18349"/>
                </a:lnTo>
                <a:lnTo>
                  <a:pt x="16320" y="17985"/>
                </a:lnTo>
                <a:lnTo>
                  <a:pt x="15840" y="17550"/>
                </a:lnTo>
                <a:lnTo>
                  <a:pt x="15840" y="16658"/>
                </a:lnTo>
                <a:lnTo>
                  <a:pt x="15840" y="15760"/>
                </a:lnTo>
                <a:lnTo>
                  <a:pt x="15840" y="14850"/>
                </a:lnTo>
                <a:lnTo>
                  <a:pt x="15008" y="14544"/>
                </a:lnTo>
                <a:lnTo>
                  <a:pt x="14170" y="14234"/>
                </a:lnTo>
                <a:lnTo>
                  <a:pt x="13320" y="13921"/>
                </a:lnTo>
                <a:lnTo>
                  <a:pt x="12352" y="13470"/>
                </a:lnTo>
                <a:lnTo>
                  <a:pt x="11488" y="12953"/>
                </a:lnTo>
                <a:lnTo>
                  <a:pt x="10718" y="12377"/>
                </a:lnTo>
                <a:lnTo>
                  <a:pt x="10028" y="11745"/>
                </a:lnTo>
                <a:lnTo>
                  <a:pt x="9408" y="11062"/>
                </a:lnTo>
                <a:lnTo>
                  <a:pt x="8843" y="10333"/>
                </a:lnTo>
                <a:lnTo>
                  <a:pt x="8323" y="9562"/>
                </a:lnTo>
                <a:lnTo>
                  <a:pt x="7836" y="8755"/>
                </a:lnTo>
                <a:lnTo>
                  <a:pt x="7371" y="7916"/>
                </a:lnTo>
                <a:lnTo>
                  <a:pt x="6915" y="7050"/>
                </a:lnTo>
                <a:lnTo>
                  <a:pt x="6456" y="6161"/>
                </a:lnTo>
                <a:lnTo>
                  <a:pt x="5894" y="5176"/>
                </a:lnTo>
                <a:lnTo>
                  <a:pt x="5327" y="4308"/>
                </a:lnTo>
                <a:lnTo>
                  <a:pt x="4739" y="3540"/>
                </a:lnTo>
                <a:lnTo>
                  <a:pt x="4117" y="2853"/>
                </a:lnTo>
                <a:lnTo>
                  <a:pt x="3446" y="2227"/>
                </a:lnTo>
                <a:lnTo>
                  <a:pt x="2713" y="1648"/>
                </a:lnTo>
                <a:lnTo>
                  <a:pt x="1904" y="1096"/>
                </a:lnTo>
                <a:lnTo>
                  <a:pt x="1004" y="553"/>
                </a:lnTo>
                <a:lnTo>
                  <a:pt x="0" y="0"/>
                </a:lnTo>
                <a:close/>
              </a:path>
            </a:pathLst>
          </a:custGeom>
          <a:solidFill>
            <a:srgbClr val="E4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269" name="contour_06267"/>
          <p:cNvSpPr/>
          <p:nvPr/>
        </p:nvSpPr>
        <p:spPr>
          <a:xfrm>
            <a:off x="4587233" y="4861090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643" y="146"/>
                </a:lnTo>
                <a:lnTo>
                  <a:pt x="8978" y="591"/>
                </a:lnTo>
                <a:lnTo>
                  <a:pt x="9572" y="780"/>
                </a:lnTo>
                <a:lnTo>
                  <a:pt x="11362" y="1350"/>
                </a:lnTo>
                <a:lnTo>
                  <a:pt x="12524" y="1728"/>
                </a:lnTo>
                <a:lnTo>
                  <a:pt x="13703" y="2109"/>
                </a:lnTo>
                <a:lnTo>
                  <a:pt x="14643" y="2327"/>
                </a:lnTo>
                <a:lnTo>
                  <a:pt x="15417" y="2484"/>
                </a:lnTo>
                <a:lnTo>
                  <a:pt x="16159" y="2589"/>
                </a:lnTo>
                <a:lnTo>
                  <a:pt x="17012" y="2654"/>
                </a:lnTo>
                <a:lnTo>
                  <a:pt x="18110" y="2687"/>
                </a:lnTo>
                <a:lnTo>
                  <a:pt x="19593" y="2697"/>
                </a:lnTo>
                <a:lnTo>
                  <a:pt x="21600" y="2700"/>
                </a:lnTo>
                <a:lnTo>
                  <a:pt x="21114" y="4401"/>
                </a:lnTo>
                <a:lnTo>
                  <a:pt x="20628" y="6102"/>
                </a:lnTo>
                <a:lnTo>
                  <a:pt x="20140" y="7806"/>
                </a:lnTo>
                <a:lnTo>
                  <a:pt x="19654" y="9512"/>
                </a:lnTo>
                <a:lnTo>
                  <a:pt x="19165" y="11224"/>
                </a:lnTo>
                <a:lnTo>
                  <a:pt x="18675" y="12936"/>
                </a:lnTo>
                <a:lnTo>
                  <a:pt x="18184" y="14656"/>
                </a:lnTo>
                <a:lnTo>
                  <a:pt x="17690" y="16381"/>
                </a:lnTo>
                <a:lnTo>
                  <a:pt x="17197" y="18112"/>
                </a:lnTo>
                <a:lnTo>
                  <a:pt x="16699" y="19853"/>
                </a:lnTo>
                <a:lnTo>
                  <a:pt x="16200" y="21600"/>
                </a:lnTo>
                <a:lnTo>
                  <a:pt x="14108" y="21190"/>
                </a:lnTo>
                <a:lnTo>
                  <a:pt x="12640" y="20863"/>
                </a:lnTo>
                <a:lnTo>
                  <a:pt x="11594" y="20547"/>
                </a:lnTo>
                <a:lnTo>
                  <a:pt x="10773" y="20164"/>
                </a:lnTo>
                <a:lnTo>
                  <a:pt x="9974" y="19640"/>
                </a:lnTo>
                <a:lnTo>
                  <a:pt x="9000" y="18900"/>
                </a:lnTo>
                <a:lnTo>
                  <a:pt x="8636" y="17250"/>
                </a:lnTo>
                <a:lnTo>
                  <a:pt x="8365" y="15619"/>
                </a:lnTo>
                <a:lnTo>
                  <a:pt x="8158" y="13983"/>
                </a:lnTo>
                <a:lnTo>
                  <a:pt x="7987" y="12312"/>
                </a:lnTo>
                <a:lnTo>
                  <a:pt x="7826" y="10589"/>
                </a:lnTo>
                <a:lnTo>
                  <a:pt x="7322" y="8788"/>
                </a:lnTo>
                <a:lnTo>
                  <a:pt x="6721" y="7806"/>
                </a:lnTo>
                <a:lnTo>
                  <a:pt x="5506" y="6793"/>
                </a:lnTo>
                <a:lnTo>
                  <a:pt x="4493" y="6437"/>
                </a:lnTo>
                <a:lnTo>
                  <a:pt x="3701" y="6186"/>
                </a:lnTo>
                <a:lnTo>
                  <a:pt x="2864" y="5975"/>
                </a:lnTo>
                <a:lnTo>
                  <a:pt x="1719" y="5735"/>
                </a:lnTo>
                <a:lnTo>
                  <a:pt x="0" y="5400"/>
                </a:lnTo>
                <a:lnTo>
                  <a:pt x="1188" y="5400"/>
                </a:lnTo>
                <a:lnTo>
                  <a:pt x="2378" y="5400"/>
                </a:lnTo>
                <a:lnTo>
                  <a:pt x="3573" y="5400"/>
                </a:lnTo>
                <a:lnTo>
                  <a:pt x="4774" y="5400"/>
                </a:lnTo>
                <a:lnTo>
                  <a:pt x="5981" y="5400"/>
                </a:lnTo>
                <a:lnTo>
                  <a:pt x="7200" y="5400"/>
                </a:lnTo>
                <a:lnTo>
                  <a:pt x="7200" y="3615"/>
                </a:lnTo>
                <a:lnTo>
                  <a:pt x="7200" y="1820"/>
                </a:lnTo>
                <a:lnTo>
                  <a:pt x="7200" y="0"/>
                </a:lnTo>
                <a:close/>
              </a:path>
            </a:pathLst>
          </a:custGeom>
          <a:solidFill>
            <a:srgbClr val="E8D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0" name="contour_06268"/>
          <p:cNvSpPr/>
          <p:nvPr/>
        </p:nvSpPr>
        <p:spPr>
          <a:xfrm>
            <a:off x="4667401" y="4853802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9091" y="1426"/>
                </a:lnTo>
                <a:lnTo>
                  <a:pt x="9704" y="2400"/>
                </a:lnTo>
                <a:lnTo>
                  <a:pt x="10187" y="3374"/>
                </a:lnTo>
                <a:lnTo>
                  <a:pt x="10800" y="4800"/>
                </a:lnTo>
                <a:lnTo>
                  <a:pt x="12137" y="4205"/>
                </a:lnTo>
                <a:lnTo>
                  <a:pt x="13478" y="3610"/>
                </a:lnTo>
                <a:lnTo>
                  <a:pt x="14831" y="3007"/>
                </a:lnTo>
                <a:lnTo>
                  <a:pt x="16200" y="2400"/>
                </a:lnTo>
                <a:lnTo>
                  <a:pt x="16645" y="3984"/>
                </a:lnTo>
                <a:lnTo>
                  <a:pt x="17091" y="5568"/>
                </a:lnTo>
                <a:lnTo>
                  <a:pt x="17537" y="7154"/>
                </a:lnTo>
                <a:lnTo>
                  <a:pt x="17985" y="8743"/>
                </a:lnTo>
                <a:lnTo>
                  <a:pt x="18430" y="10334"/>
                </a:lnTo>
                <a:lnTo>
                  <a:pt x="18878" y="11928"/>
                </a:lnTo>
                <a:lnTo>
                  <a:pt x="19329" y="13526"/>
                </a:lnTo>
                <a:lnTo>
                  <a:pt x="19780" y="15130"/>
                </a:lnTo>
                <a:lnTo>
                  <a:pt x="20231" y="16738"/>
                </a:lnTo>
                <a:lnTo>
                  <a:pt x="20687" y="18350"/>
                </a:lnTo>
                <a:lnTo>
                  <a:pt x="21141" y="19973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394" y="20114"/>
                </a:lnTo>
                <a:lnTo>
                  <a:pt x="791" y="18631"/>
                </a:lnTo>
                <a:lnTo>
                  <a:pt x="1185" y="17146"/>
                </a:lnTo>
                <a:lnTo>
                  <a:pt x="1582" y="15662"/>
                </a:lnTo>
                <a:lnTo>
                  <a:pt x="1976" y="14179"/>
                </a:lnTo>
                <a:lnTo>
                  <a:pt x="2373" y="12694"/>
                </a:lnTo>
                <a:lnTo>
                  <a:pt x="2452" y="10805"/>
                </a:lnTo>
                <a:lnTo>
                  <a:pt x="2249" y="9259"/>
                </a:lnTo>
                <a:lnTo>
                  <a:pt x="1768" y="7870"/>
                </a:lnTo>
                <a:lnTo>
                  <a:pt x="1015" y="6444"/>
                </a:lnTo>
                <a:lnTo>
                  <a:pt x="0" y="4800"/>
                </a:lnTo>
                <a:lnTo>
                  <a:pt x="516" y="3206"/>
                </a:lnTo>
                <a:lnTo>
                  <a:pt x="969" y="2174"/>
                </a:lnTo>
                <a:lnTo>
                  <a:pt x="1612" y="1255"/>
                </a:lnTo>
                <a:lnTo>
                  <a:pt x="2700" y="0"/>
                </a:lnTo>
                <a:close/>
              </a:path>
            </a:pathLst>
          </a:custGeom>
          <a:solidFill>
            <a:srgbClr val="DDC7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1" name="contour_06269"/>
          <p:cNvSpPr/>
          <p:nvPr/>
        </p:nvSpPr>
        <p:spPr>
          <a:xfrm>
            <a:off x="4921315" y="4855136"/>
            <a:ext cx="66758" cy="642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11" y="1695"/>
                </a:moveTo>
                <a:lnTo>
                  <a:pt x="14021" y="2604"/>
                </a:lnTo>
                <a:lnTo>
                  <a:pt x="15443" y="3523"/>
                </a:lnTo>
                <a:lnTo>
                  <a:pt x="16884" y="4451"/>
                </a:lnTo>
                <a:lnTo>
                  <a:pt x="16217" y="5838"/>
                </a:lnTo>
                <a:lnTo>
                  <a:pt x="15549" y="7224"/>
                </a:lnTo>
                <a:lnTo>
                  <a:pt x="14879" y="8616"/>
                </a:lnTo>
                <a:lnTo>
                  <a:pt x="14207" y="10012"/>
                </a:lnTo>
                <a:lnTo>
                  <a:pt x="13531" y="11416"/>
                </a:lnTo>
                <a:lnTo>
                  <a:pt x="12852" y="12827"/>
                </a:lnTo>
                <a:lnTo>
                  <a:pt x="12168" y="14251"/>
                </a:lnTo>
                <a:lnTo>
                  <a:pt x="13724" y="14655"/>
                </a:lnTo>
                <a:lnTo>
                  <a:pt x="15283" y="15059"/>
                </a:lnTo>
                <a:lnTo>
                  <a:pt x="16848" y="15466"/>
                </a:lnTo>
                <a:lnTo>
                  <a:pt x="18421" y="15875"/>
                </a:lnTo>
                <a:lnTo>
                  <a:pt x="20004" y="16286"/>
                </a:lnTo>
                <a:lnTo>
                  <a:pt x="21600" y="16700"/>
                </a:lnTo>
                <a:lnTo>
                  <a:pt x="20114" y="17141"/>
                </a:lnTo>
                <a:lnTo>
                  <a:pt x="18626" y="17582"/>
                </a:lnTo>
                <a:lnTo>
                  <a:pt x="17141" y="18023"/>
                </a:lnTo>
                <a:lnTo>
                  <a:pt x="15651" y="18467"/>
                </a:lnTo>
                <a:lnTo>
                  <a:pt x="14156" y="18910"/>
                </a:lnTo>
                <a:lnTo>
                  <a:pt x="12658" y="19354"/>
                </a:lnTo>
                <a:lnTo>
                  <a:pt x="11158" y="19799"/>
                </a:lnTo>
                <a:lnTo>
                  <a:pt x="9652" y="20248"/>
                </a:lnTo>
                <a:lnTo>
                  <a:pt x="8138" y="20696"/>
                </a:lnTo>
                <a:lnTo>
                  <a:pt x="6619" y="21147"/>
                </a:lnTo>
                <a:lnTo>
                  <a:pt x="5093" y="21600"/>
                </a:lnTo>
                <a:lnTo>
                  <a:pt x="5093" y="19981"/>
                </a:lnTo>
                <a:lnTo>
                  <a:pt x="5093" y="18352"/>
                </a:lnTo>
                <a:lnTo>
                  <a:pt x="5093" y="16700"/>
                </a:lnTo>
                <a:lnTo>
                  <a:pt x="3535" y="16700"/>
                </a:lnTo>
                <a:lnTo>
                  <a:pt x="1967" y="16700"/>
                </a:lnTo>
                <a:lnTo>
                  <a:pt x="377" y="16700"/>
                </a:lnTo>
                <a:lnTo>
                  <a:pt x="215" y="14929"/>
                </a:lnTo>
                <a:lnTo>
                  <a:pt x="94" y="13178"/>
                </a:lnTo>
                <a:lnTo>
                  <a:pt x="19" y="11438"/>
                </a:lnTo>
                <a:lnTo>
                  <a:pt x="0" y="9706"/>
                </a:lnTo>
                <a:lnTo>
                  <a:pt x="47" y="7969"/>
                </a:lnTo>
                <a:lnTo>
                  <a:pt x="170" y="6220"/>
                </a:lnTo>
                <a:lnTo>
                  <a:pt x="377" y="4451"/>
                </a:lnTo>
                <a:lnTo>
                  <a:pt x="1877" y="2781"/>
                </a:lnTo>
                <a:lnTo>
                  <a:pt x="3278" y="1512"/>
                </a:lnTo>
                <a:lnTo>
                  <a:pt x="4631" y="632"/>
                </a:lnTo>
                <a:lnTo>
                  <a:pt x="5992" y="132"/>
                </a:lnTo>
                <a:lnTo>
                  <a:pt x="7416" y="0"/>
                </a:lnTo>
                <a:lnTo>
                  <a:pt x="8956" y="225"/>
                </a:lnTo>
                <a:lnTo>
                  <a:pt x="10670" y="794"/>
                </a:lnTo>
                <a:lnTo>
                  <a:pt x="12611" y="1695"/>
                </a:lnTo>
                <a:close/>
              </a:path>
            </a:pathLst>
          </a:custGeom>
          <a:solidFill>
            <a:srgbClr val="E5E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2" name="contour_06270"/>
          <p:cNvSpPr/>
          <p:nvPr/>
        </p:nvSpPr>
        <p:spPr>
          <a:xfrm>
            <a:off x="3790109" y="4846682"/>
            <a:ext cx="61037" cy="604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5" y="0"/>
                </a:moveTo>
                <a:lnTo>
                  <a:pt x="11392" y="305"/>
                </a:lnTo>
                <a:lnTo>
                  <a:pt x="12779" y="609"/>
                </a:lnTo>
                <a:lnTo>
                  <a:pt x="14185" y="916"/>
                </a:lnTo>
                <a:lnTo>
                  <a:pt x="15575" y="1205"/>
                </a:lnTo>
                <a:lnTo>
                  <a:pt x="16978" y="1497"/>
                </a:lnTo>
                <a:lnTo>
                  <a:pt x="18397" y="1791"/>
                </a:lnTo>
                <a:lnTo>
                  <a:pt x="19985" y="2163"/>
                </a:lnTo>
                <a:lnTo>
                  <a:pt x="21600" y="2543"/>
                </a:lnTo>
                <a:lnTo>
                  <a:pt x="20849" y="4149"/>
                </a:lnTo>
                <a:lnTo>
                  <a:pt x="20094" y="5739"/>
                </a:lnTo>
                <a:lnTo>
                  <a:pt x="19328" y="7314"/>
                </a:lnTo>
                <a:lnTo>
                  <a:pt x="18549" y="8873"/>
                </a:lnTo>
                <a:lnTo>
                  <a:pt x="17752" y="10416"/>
                </a:lnTo>
                <a:lnTo>
                  <a:pt x="16932" y="11944"/>
                </a:lnTo>
                <a:lnTo>
                  <a:pt x="16083" y="13456"/>
                </a:lnTo>
                <a:lnTo>
                  <a:pt x="15204" y="14950"/>
                </a:lnTo>
                <a:lnTo>
                  <a:pt x="14288" y="16428"/>
                </a:lnTo>
                <a:lnTo>
                  <a:pt x="13334" y="17891"/>
                </a:lnTo>
                <a:lnTo>
                  <a:pt x="12333" y="19336"/>
                </a:lnTo>
                <a:lnTo>
                  <a:pt x="11284" y="20762"/>
                </a:lnTo>
                <a:lnTo>
                  <a:pt x="9362" y="21363"/>
                </a:lnTo>
                <a:lnTo>
                  <a:pt x="7776" y="21600"/>
                </a:lnTo>
                <a:lnTo>
                  <a:pt x="6314" y="21480"/>
                </a:lnTo>
                <a:lnTo>
                  <a:pt x="4766" y="21020"/>
                </a:lnTo>
                <a:lnTo>
                  <a:pt x="2922" y="20223"/>
                </a:lnTo>
                <a:lnTo>
                  <a:pt x="1620" y="18646"/>
                </a:lnTo>
                <a:lnTo>
                  <a:pt x="797" y="17160"/>
                </a:lnTo>
                <a:lnTo>
                  <a:pt x="338" y="15624"/>
                </a:lnTo>
                <a:lnTo>
                  <a:pt x="111" y="13891"/>
                </a:lnTo>
                <a:lnTo>
                  <a:pt x="0" y="11814"/>
                </a:lnTo>
                <a:lnTo>
                  <a:pt x="103" y="9857"/>
                </a:lnTo>
                <a:lnTo>
                  <a:pt x="320" y="8175"/>
                </a:lnTo>
                <a:lnTo>
                  <a:pt x="686" y="6660"/>
                </a:lnTo>
                <a:lnTo>
                  <a:pt x="1243" y="5208"/>
                </a:lnTo>
                <a:lnTo>
                  <a:pt x="2035" y="3711"/>
                </a:lnTo>
                <a:lnTo>
                  <a:pt x="3103" y="2064"/>
                </a:lnTo>
                <a:lnTo>
                  <a:pt x="4911" y="838"/>
                </a:lnTo>
                <a:lnTo>
                  <a:pt x="6234" y="213"/>
                </a:lnTo>
                <a:lnTo>
                  <a:pt x="7719" y="0"/>
                </a:lnTo>
                <a:lnTo>
                  <a:pt x="10015" y="0"/>
                </a:lnTo>
                <a:close/>
              </a:path>
            </a:pathLst>
          </a:custGeom>
          <a:solidFill>
            <a:srgbClr val="F3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3" name="contour_06271"/>
          <p:cNvSpPr/>
          <p:nvPr/>
        </p:nvSpPr>
        <p:spPr>
          <a:xfrm>
            <a:off x="1285773" y="4810074"/>
            <a:ext cx="60148" cy="43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27" y="0"/>
                </a:lnTo>
                <a:lnTo>
                  <a:pt x="3455" y="0"/>
                </a:lnTo>
                <a:lnTo>
                  <a:pt x="5185" y="0"/>
                </a:lnTo>
                <a:lnTo>
                  <a:pt x="6917" y="0"/>
                </a:lnTo>
                <a:lnTo>
                  <a:pt x="8653" y="0"/>
                </a:lnTo>
                <a:lnTo>
                  <a:pt x="10390" y="0"/>
                </a:lnTo>
                <a:lnTo>
                  <a:pt x="12133" y="0"/>
                </a:lnTo>
                <a:lnTo>
                  <a:pt x="13882" y="0"/>
                </a:lnTo>
                <a:lnTo>
                  <a:pt x="15635" y="0"/>
                </a:lnTo>
                <a:lnTo>
                  <a:pt x="17394" y="0"/>
                </a:lnTo>
                <a:lnTo>
                  <a:pt x="19163" y="0"/>
                </a:lnTo>
                <a:lnTo>
                  <a:pt x="20938" y="0"/>
                </a:lnTo>
                <a:lnTo>
                  <a:pt x="21270" y="4499"/>
                </a:lnTo>
                <a:lnTo>
                  <a:pt x="21490" y="7829"/>
                </a:lnTo>
                <a:lnTo>
                  <a:pt x="21600" y="10309"/>
                </a:lnTo>
                <a:lnTo>
                  <a:pt x="21600" y="12249"/>
                </a:lnTo>
                <a:lnTo>
                  <a:pt x="21490" y="13969"/>
                </a:lnTo>
                <a:lnTo>
                  <a:pt x="21270" y="15780"/>
                </a:lnTo>
                <a:lnTo>
                  <a:pt x="20938" y="17997"/>
                </a:lnTo>
                <a:lnTo>
                  <a:pt x="19095" y="19286"/>
                </a:lnTo>
                <a:lnTo>
                  <a:pt x="17431" y="20279"/>
                </a:lnTo>
                <a:lnTo>
                  <a:pt x="15876" y="20988"/>
                </a:lnTo>
                <a:lnTo>
                  <a:pt x="14366" y="21424"/>
                </a:lnTo>
                <a:lnTo>
                  <a:pt x="12835" y="21600"/>
                </a:lnTo>
                <a:lnTo>
                  <a:pt x="11215" y="21524"/>
                </a:lnTo>
                <a:lnTo>
                  <a:pt x="9440" y="21211"/>
                </a:lnTo>
                <a:lnTo>
                  <a:pt x="7443" y="20668"/>
                </a:lnTo>
                <a:lnTo>
                  <a:pt x="4816" y="19232"/>
                </a:lnTo>
                <a:lnTo>
                  <a:pt x="3115" y="18184"/>
                </a:lnTo>
                <a:lnTo>
                  <a:pt x="1981" y="17234"/>
                </a:lnTo>
                <a:lnTo>
                  <a:pt x="1063" y="16071"/>
                </a:lnTo>
                <a:lnTo>
                  <a:pt x="0" y="14398"/>
                </a:lnTo>
                <a:lnTo>
                  <a:pt x="0" y="12022"/>
                </a:lnTo>
                <a:lnTo>
                  <a:pt x="0" y="9643"/>
                </a:lnTo>
                <a:lnTo>
                  <a:pt x="0" y="7253"/>
                </a:lnTo>
                <a:lnTo>
                  <a:pt x="0" y="4852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EF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4" name="contour_06272"/>
          <p:cNvSpPr/>
          <p:nvPr/>
        </p:nvSpPr>
        <p:spPr>
          <a:xfrm>
            <a:off x="7196334" y="4780922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239" y="319"/>
                </a:lnTo>
                <a:lnTo>
                  <a:pt x="6549" y="656"/>
                </a:lnTo>
                <a:lnTo>
                  <a:pt x="7855" y="1012"/>
                </a:lnTo>
                <a:lnTo>
                  <a:pt x="8950" y="1296"/>
                </a:lnTo>
                <a:lnTo>
                  <a:pt x="10064" y="1582"/>
                </a:lnTo>
                <a:lnTo>
                  <a:pt x="10916" y="2138"/>
                </a:lnTo>
                <a:lnTo>
                  <a:pt x="11782" y="2700"/>
                </a:lnTo>
                <a:lnTo>
                  <a:pt x="11782" y="4485"/>
                </a:lnTo>
                <a:lnTo>
                  <a:pt x="11782" y="6280"/>
                </a:lnTo>
                <a:lnTo>
                  <a:pt x="11782" y="8100"/>
                </a:lnTo>
                <a:lnTo>
                  <a:pt x="13066" y="8756"/>
                </a:lnTo>
                <a:lnTo>
                  <a:pt x="14007" y="9150"/>
                </a:lnTo>
                <a:lnTo>
                  <a:pt x="15061" y="9442"/>
                </a:lnTo>
                <a:lnTo>
                  <a:pt x="16691" y="9788"/>
                </a:lnTo>
                <a:lnTo>
                  <a:pt x="18062" y="10093"/>
                </a:lnTo>
                <a:lnTo>
                  <a:pt x="19452" y="10400"/>
                </a:lnTo>
                <a:lnTo>
                  <a:pt x="20518" y="10600"/>
                </a:lnTo>
                <a:lnTo>
                  <a:pt x="21600" y="10800"/>
                </a:lnTo>
                <a:lnTo>
                  <a:pt x="21174" y="10900"/>
                </a:lnTo>
                <a:lnTo>
                  <a:pt x="19882" y="11200"/>
                </a:lnTo>
                <a:lnTo>
                  <a:pt x="18786" y="11505"/>
                </a:lnTo>
                <a:lnTo>
                  <a:pt x="17673" y="11812"/>
                </a:lnTo>
                <a:lnTo>
                  <a:pt x="16577" y="12096"/>
                </a:lnTo>
                <a:lnTo>
                  <a:pt x="15464" y="12382"/>
                </a:lnTo>
                <a:lnTo>
                  <a:pt x="15038" y="12660"/>
                </a:lnTo>
                <a:lnTo>
                  <a:pt x="13745" y="13500"/>
                </a:lnTo>
                <a:lnTo>
                  <a:pt x="13745" y="15285"/>
                </a:lnTo>
                <a:lnTo>
                  <a:pt x="13745" y="17080"/>
                </a:lnTo>
                <a:lnTo>
                  <a:pt x="13745" y="18900"/>
                </a:lnTo>
                <a:lnTo>
                  <a:pt x="15206" y="19732"/>
                </a:lnTo>
                <a:lnTo>
                  <a:pt x="16243" y="20288"/>
                </a:lnTo>
                <a:lnTo>
                  <a:pt x="17139" y="20698"/>
                </a:lnTo>
                <a:lnTo>
                  <a:pt x="18175" y="21092"/>
                </a:lnTo>
                <a:lnTo>
                  <a:pt x="19636" y="21600"/>
                </a:lnTo>
                <a:lnTo>
                  <a:pt x="18472" y="21279"/>
                </a:lnTo>
                <a:lnTo>
                  <a:pt x="17309" y="20957"/>
                </a:lnTo>
                <a:lnTo>
                  <a:pt x="16145" y="20636"/>
                </a:lnTo>
                <a:lnTo>
                  <a:pt x="14983" y="20312"/>
                </a:lnTo>
                <a:lnTo>
                  <a:pt x="13818" y="19988"/>
                </a:lnTo>
                <a:lnTo>
                  <a:pt x="12656" y="19659"/>
                </a:lnTo>
                <a:lnTo>
                  <a:pt x="11525" y="19362"/>
                </a:lnTo>
                <a:lnTo>
                  <a:pt x="10390" y="19081"/>
                </a:lnTo>
                <a:lnTo>
                  <a:pt x="9257" y="18811"/>
                </a:lnTo>
                <a:lnTo>
                  <a:pt x="8120" y="18552"/>
                </a:lnTo>
                <a:lnTo>
                  <a:pt x="6981" y="18309"/>
                </a:lnTo>
                <a:lnTo>
                  <a:pt x="5647" y="18017"/>
                </a:lnTo>
                <a:lnTo>
                  <a:pt x="4296" y="17717"/>
                </a:lnTo>
                <a:lnTo>
                  <a:pt x="3059" y="17472"/>
                </a:lnTo>
                <a:lnTo>
                  <a:pt x="1803" y="17223"/>
                </a:lnTo>
                <a:lnTo>
                  <a:pt x="907" y="16716"/>
                </a:lnTo>
                <a:lnTo>
                  <a:pt x="0" y="16200"/>
                </a:lnTo>
                <a:lnTo>
                  <a:pt x="0" y="14415"/>
                </a:lnTo>
                <a:lnTo>
                  <a:pt x="0" y="12620"/>
                </a:lnTo>
                <a:lnTo>
                  <a:pt x="0" y="10800"/>
                </a:lnTo>
                <a:lnTo>
                  <a:pt x="1298" y="10800"/>
                </a:lnTo>
                <a:lnTo>
                  <a:pt x="2604" y="10800"/>
                </a:lnTo>
                <a:lnTo>
                  <a:pt x="3927" y="10800"/>
                </a:lnTo>
                <a:lnTo>
                  <a:pt x="3927" y="9018"/>
                </a:lnTo>
                <a:lnTo>
                  <a:pt x="3927" y="7233"/>
                </a:lnTo>
                <a:lnTo>
                  <a:pt x="3927" y="5440"/>
                </a:lnTo>
                <a:lnTo>
                  <a:pt x="3927" y="3640"/>
                </a:lnTo>
                <a:lnTo>
                  <a:pt x="3927" y="1828"/>
                </a:lnTo>
                <a:lnTo>
                  <a:pt x="3927" y="0"/>
                </a:lnTo>
                <a:close/>
              </a:path>
            </a:pathLst>
          </a:custGeom>
          <a:solidFill>
            <a:srgbClr val="B7AC8C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5" name="contour_06273"/>
          <p:cNvSpPr/>
          <p:nvPr/>
        </p:nvSpPr>
        <p:spPr>
          <a:xfrm>
            <a:off x="4674689" y="4788050"/>
            <a:ext cx="116608" cy="372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22"/>
                </a:moveTo>
                <a:lnTo>
                  <a:pt x="21311" y="6719"/>
                </a:lnTo>
                <a:lnTo>
                  <a:pt x="21075" y="8398"/>
                </a:lnTo>
                <a:lnTo>
                  <a:pt x="20763" y="10153"/>
                </a:lnTo>
                <a:lnTo>
                  <a:pt x="20250" y="12779"/>
                </a:lnTo>
                <a:lnTo>
                  <a:pt x="19387" y="13887"/>
                </a:lnTo>
                <a:lnTo>
                  <a:pt x="18511" y="14826"/>
                </a:lnTo>
                <a:lnTo>
                  <a:pt x="17623" y="15633"/>
                </a:lnTo>
                <a:lnTo>
                  <a:pt x="16725" y="16327"/>
                </a:lnTo>
                <a:lnTo>
                  <a:pt x="15821" y="16944"/>
                </a:lnTo>
                <a:lnTo>
                  <a:pt x="14909" y="17507"/>
                </a:lnTo>
                <a:lnTo>
                  <a:pt x="13995" y="18048"/>
                </a:lnTo>
                <a:lnTo>
                  <a:pt x="13079" y="18593"/>
                </a:lnTo>
                <a:lnTo>
                  <a:pt x="12420" y="19101"/>
                </a:lnTo>
                <a:lnTo>
                  <a:pt x="11759" y="19613"/>
                </a:lnTo>
                <a:lnTo>
                  <a:pt x="11088" y="20128"/>
                </a:lnTo>
                <a:lnTo>
                  <a:pt x="10103" y="20704"/>
                </a:lnTo>
                <a:lnTo>
                  <a:pt x="9166" y="21156"/>
                </a:lnTo>
                <a:lnTo>
                  <a:pt x="8254" y="21465"/>
                </a:lnTo>
                <a:lnTo>
                  <a:pt x="7339" y="21600"/>
                </a:lnTo>
                <a:lnTo>
                  <a:pt x="6395" y="21532"/>
                </a:lnTo>
                <a:lnTo>
                  <a:pt x="5400" y="21236"/>
                </a:lnTo>
                <a:lnTo>
                  <a:pt x="4601" y="19426"/>
                </a:lnTo>
                <a:lnTo>
                  <a:pt x="3853" y="17536"/>
                </a:lnTo>
                <a:lnTo>
                  <a:pt x="3146" y="15566"/>
                </a:lnTo>
                <a:lnTo>
                  <a:pt x="2475" y="13502"/>
                </a:lnTo>
                <a:lnTo>
                  <a:pt x="1831" y="11354"/>
                </a:lnTo>
                <a:lnTo>
                  <a:pt x="1210" y="9109"/>
                </a:lnTo>
                <a:lnTo>
                  <a:pt x="601" y="6766"/>
                </a:lnTo>
                <a:lnTo>
                  <a:pt x="0" y="4322"/>
                </a:lnTo>
                <a:lnTo>
                  <a:pt x="880" y="4085"/>
                </a:lnTo>
                <a:lnTo>
                  <a:pt x="1762" y="3852"/>
                </a:lnTo>
                <a:lnTo>
                  <a:pt x="2642" y="3620"/>
                </a:lnTo>
                <a:lnTo>
                  <a:pt x="3522" y="3391"/>
                </a:lnTo>
                <a:lnTo>
                  <a:pt x="4404" y="3167"/>
                </a:lnTo>
                <a:lnTo>
                  <a:pt x="5284" y="2943"/>
                </a:lnTo>
                <a:lnTo>
                  <a:pt x="6165" y="2719"/>
                </a:lnTo>
                <a:lnTo>
                  <a:pt x="7046" y="2499"/>
                </a:lnTo>
                <a:lnTo>
                  <a:pt x="7927" y="2283"/>
                </a:lnTo>
                <a:lnTo>
                  <a:pt x="8730" y="2076"/>
                </a:lnTo>
                <a:lnTo>
                  <a:pt x="9534" y="1869"/>
                </a:lnTo>
                <a:lnTo>
                  <a:pt x="10338" y="1658"/>
                </a:lnTo>
                <a:lnTo>
                  <a:pt x="11142" y="1442"/>
                </a:lnTo>
                <a:lnTo>
                  <a:pt x="11945" y="1226"/>
                </a:lnTo>
                <a:lnTo>
                  <a:pt x="12790" y="1019"/>
                </a:lnTo>
                <a:lnTo>
                  <a:pt x="13640" y="812"/>
                </a:lnTo>
                <a:lnTo>
                  <a:pt x="14502" y="605"/>
                </a:lnTo>
                <a:lnTo>
                  <a:pt x="14849" y="516"/>
                </a:lnTo>
                <a:lnTo>
                  <a:pt x="15459" y="359"/>
                </a:lnTo>
                <a:lnTo>
                  <a:pt x="16859" y="0"/>
                </a:lnTo>
                <a:lnTo>
                  <a:pt x="17800" y="118"/>
                </a:lnTo>
                <a:lnTo>
                  <a:pt x="18618" y="410"/>
                </a:lnTo>
                <a:lnTo>
                  <a:pt x="19358" y="926"/>
                </a:lnTo>
                <a:lnTo>
                  <a:pt x="20070" y="1717"/>
                </a:lnTo>
                <a:lnTo>
                  <a:pt x="20802" y="2833"/>
                </a:lnTo>
                <a:lnTo>
                  <a:pt x="21600" y="4322"/>
                </a:lnTo>
                <a:close/>
              </a:path>
            </a:pathLst>
          </a:custGeom>
          <a:solidFill>
            <a:srgbClr val="52436B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6" name="contour_06274"/>
          <p:cNvSpPr/>
          <p:nvPr/>
        </p:nvSpPr>
        <p:spPr>
          <a:xfrm>
            <a:off x="4571841" y="4766346"/>
            <a:ext cx="5122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4" y="0"/>
                </a:moveTo>
                <a:lnTo>
                  <a:pt x="2376" y="0"/>
                </a:lnTo>
                <a:lnTo>
                  <a:pt x="4420" y="0"/>
                </a:lnTo>
                <a:lnTo>
                  <a:pt x="6491" y="0"/>
                </a:lnTo>
                <a:lnTo>
                  <a:pt x="6491" y="1298"/>
                </a:lnTo>
                <a:lnTo>
                  <a:pt x="6491" y="2604"/>
                </a:lnTo>
                <a:lnTo>
                  <a:pt x="6491" y="3927"/>
                </a:lnTo>
                <a:lnTo>
                  <a:pt x="8523" y="3927"/>
                </a:lnTo>
                <a:lnTo>
                  <a:pt x="10566" y="3927"/>
                </a:lnTo>
                <a:lnTo>
                  <a:pt x="12638" y="3927"/>
                </a:lnTo>
                <a:lnTo>
                  <a:pt x="13658" y="5031"/>
                </a:lnTo>
                <a:lnTo>
                  <a:pt x="14596" y="6109"/>
                </a:lnTo>
                <a:lnTo>
                  <a:pt x="15462" y="7179"/>
                </a:lnTo>
                <a:lnTo>
                  <a:pt x="16280" y="8263"/>
                </a:lnTo>
                <a:lnTo>
                  <a:pt x="17061" y="9382"/>
                </a:lnTo>
                <a:lnTo>
                  <a:pt x="17826" y="10555"/>
                </a:lnTo>
                <a:lnTo>
                  <a:pt x="18484" y="11491"/>
                </a:lnTo>
                <a:lnTo>
                  <a:pt x="19150" y="12442"/>
                </a:lnTo>
                <a:lnTo>
                  <a:pt x="20420" y="14403"/>
                </a:lnTo>
                <a:lnTo>
                  <a:pt x="21222" y="15807"/>
                </a:lnTo>
                <a:lnTo>
                  <a:pt x="21600" y="16866"/>
                </a:lnTo>
                <a:lnTo>
                  <a:pt x="21594" y="17789"/>
                </a:lnTo>
                <a:lnTo>
                  <a:pt x="21237" y="18790"/>
                </a:lnTo>
                <a:lnTo>
                  <a:pt x="20573" y="20082"/>
                </a:lnTo>
                <a:lnTo>
                  <a:pt x="19685" y="20836"/>
                </a:lnTo>
                <a:lnTo>
                  <a:pt x="18785" y="21600"/>
                </a:lnTo>
                <a:lnTo>
                  <a:pt x="16747" y="21107"/>
                </a:lnTo>
                <a:lnTo>
                  <a:pt x="14795" y="20601"/>
                </a:lnTo>
                <a:lnTo>
                  <a:pt x="12939" y="20062"/>
                </a:lnTo>
                <a:lnTo>
                  <a:pt x="11175" y="19479"/>
                </a:lnTo>
                <a:lnTo>
                  <a:pt x="9506" y="18833"/>
                </a:lnTo>
                <a:lnTo>
                  <a:pt x="7932" y="18111"/>
                </a:lnTo>
                <a:lnTo>
                  <a:pt x="6457" y="17292"/>
                </a:lnTo>
                <a:lnTo>
                  <a:pt x="5087" y="16365"/>
                </a:lnTo>
                <a:lnTo>
                  <a:pt x="3814" y="15310"/>
                </a:lnTo>
                <a:lnTo>
                  <a:pt x="2649" y="14115"/>
                </a:lnTo>
                <a:lnTo>
                  <a:pt x="1881" y="12856"/>
                </a:lnTo>
                <a:lnTo>
                  <a:pt x="1266" y="11597"/>
                </a:lnTo>
                <a:lnTo>
                  <a:pt x="790" y="10339"/>
                </a:lnTo>
                <a:lnTo>
                  <a:pt x="439" y="9078"/>
                </a:lnTo>
                <a:lnTo>
                  <a:pt x="200" y="7813"/>
                </a:lnTo>
                <a:lnTo>
                  <a:pt x="55" y="6541"/>
                </a:lnTo>
                <a:lnTo>
                  <a:pt x="0" y="5259"/>
                </a:lnTo>
                <a:lnTo>
                  <a:pt x="12" y="3967"/>
                </a:lnTo>
                <a:lnTo>
                  <a:pt x="83" y="2659"/>
                </a:lnTo>
                <a:lnTo>
                  <a:pt x="200" y="1339"/>
                </a:lnTo>
                <a:lnTo>
                  <a:pt x="344" y="0"/>
                </a:lnTo>
                <a:close/>
              </a:path>
            </a:pathLst>
          </a:custGeom>
          <a:solidFill>
            <a:srgbClr val="D4A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7" name="contour_06275"/>
          <p:cNvSpPr/>
          <p:nvPr/>
        </p:nvSpPr>
        <p:spPr>
          <a:xfrm>
            <a:off x="1992708" y="4766346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426"/>
                </a:lnTo>
                <a:lnTo>
                  <a:pt x="21600" y="2853"/>
                </a:lnTo>
                <a:lnTo>
                  <a:pt x="21600" y="4288"/>
                </a:lnTo>
                <a:lnTo>
                  <a:pt x="21600" y="5728"/>
                </a:lnTo>
                <a:lnTo>
                  <a:pt x="21600" y="7178"/>
                </a:lnTo>
                <a:lnTo>
                  <a:pt x="21600" y="8640"/>
                </a:lnTo>
                <a:lnTo>
                  <a:pt x="21072" y="8564"/>
                </a:lnTo>
                <a:lnTo>
                  <a:pt x="19478" y="8335"/>
                </a:lnTo>
                <a:lnTo>
                  <a:pt x="18322" y="8245"/>
                </a:lnTo>
                <a:lnTo>
                  <a:pt x="17195" y="8176"/>
                </a:lnTo>
                <a:lnTo>
                  <a:pt x="16089" y="8148"/>
                </a:lnTo>
                <a:lnTo>
                  <a:pt x="14990" y="8165"/>
                </a:lnTo>
                <a:lnTo>
                  <a:pt x="13889" y="8247"/>
                </a:lnTo>
                <a:lnTo>
                  <a:pt x="12774" y="8400"/>
                </a:lnTo>
                <a:lnTo>
                  <a:pt x="11631" y="8640"/>
                </a:lnTo>
                <a:lnTo>
                  <a:pt x="11074" y="9979"/>
                </a:lnTo>
                <a:lnTo>
                  <a:pt x="10709" y="11241"/>
                </a:lnTo>
                <a:lnTo>
                  <a:pt x="10489" y="12506"/>
                </a:lnTo>
                <a:lnTo>
                  <a:pt x="10371" y="13863"/>
                </a:lnTo>
                <a:lnTo>
                  <a:pt x="10307" y="15390"/>
                </a:lnTo>
                <a:lnTo>
                  <a:pt x="10139" y="16327"/>
                </a:lnTo>
                <a:lnTo>
                  <a:pt x="9969" y="17280"/>
                </a:lnTo>
                <a:lnTo>
                  <a:pt x="8871" y="17280"/>
                </a:lnTo>
                <a:lnTo>
                  <a:pt x="7766" y="17280"/>
                </a:lnTo>
                <a:lnTo>
                  <a:pt x="6646" y="17280"/>
                </a:lnTo>
                <a:lnTo>
                  <a:pt x="6036" y="18563"/>
                </a:lnTo>
                <a:lnTo>
                  <a:pt x="5659" y="19440"/>
                </a:lnTo>
                <a:lnTo>
                  <a:pt x="5362" y="20317"/>
                </a:lnTo>
                <a:lnTo>
                  <a:pt x="4985" y="21600"/>
                </a:lnTo>
                <a:lnTo>
                  <a:pt x="3998" y="21172"/>
                </a:lnTo>
                <a:lnTo>
                  <a:pt x="3007" y="20742"/>
                </a:lnTo>
                <a:lnTo>
                  <a:pt x="2014" y="20313"/>
                </a:lnTo>
                <a:lnTo>
                  <a:pt x="1012" y="19878"/>
                </a:lnTo>
                <a:lnTo>
                  <a:pt x="0" y="19440"/>
                </a:lnTo>
                <a:lnTo>
                  <a:pt x="824" y="19038"/>
                </a:lnTo>
                <a:lnTo>
                  <a:pt x="1662" y="18630"/>
                </a:lnTo>
                <a:lnTo>
                  <a:pt x="2486" y="17960"/>
                </a:lnTo>
                <a:lnTo>
                  <a:pt x="3323" y="17280"/>
                </a:lnTo>
                <a:lnTo>
                  <a:pt x="3323" y="15852"/>
                </a:lnTo>
                <a:lnTo>
                  <a:pt x="3323" y="14416"/>
                </a:lnTo>
                <a:lnTo>
                  <a:pt x="3323" y="12960"/>
                </a:lnTo>
                <a:lnTo>
                  <a:pt x="4421" y="12960"/>
                </a:lnTo>
                <a:lnTo>
                  <a:pt x="5526" y="12960"/>
                </a:lnTo>
                <a:lnTo>
                  <a:pt x="6646" y="12960"/>
                </a:lnTo>
                <a:lnTo>
                  <a:pt x="7203" y="11651"/>
                </a:lnTo>
                <a:lnTo>
                  <a:pt x="7552" y="10601"/>
                </a:lnTo>
                <a:lnTo>
                  <a:pt x="7995" y="8910"/>
                </a:lnTo>
                <a:lnTo>
                  <a:pt x="8617" y="7266"/>
                </a:lnTo>
                <a:lnTo>
                  <a:pt x="9266" y="5918"/>
                </a:lnTo>
                <a:lnTo>
                  <a:pt x="9978" y="4810"/>
                </a:lnTo>
                <a:lnTo>
                  <a:pt x="10785" y="3884"/>
                </a:lnTo>
                <a:lnTo>
                  <a:pt x="11724" y="3082"/>
                </a:lnTo>
                <a:lnTo>
                  <a:pt x="12824" y="2346"/>
                </a:lnTo>
                <a:lnTo>
                  <a:pt x="14123" y="1620"/>
                </a:lnTo>
                <a:lnTo>
                  <a:pt x="15253" y="1130"/>
                </a:lnTo>
                <a:lnTo>
                  <a:pt x="16291" y="741"/>
                </a:lnTo>
                <a:lnTo>
                  <a:pt x="17282" y="447"/>
                </a:lnTo>
                <a:lnTo>
                  <a:pt x="18267" y="235"/>
                </a:lnTo>
                <a:lnTo>
                  <a:pt x="19285" y="97"/>
                </a:lnTo>
                <a:lnTo>
                  <a:pt x="20384" y="24"/>
                </a:lnTo>
                <a:lnTo>
                  <a:pt x="21600" y="0"/>
                </a:lnTo>
                <a:close/>
              </a:path>
            </a:pathLst>
          </a:custGeom>
          <a:solidFill>
            <a:srgbClr val="272624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8" name="contour_06276"/>
          <p:cNvSpPr/>
          <p:nvPr/>
        </p:nvSpPr>
        <p:spPr>
          <a:xfrm>
            <a:off x="8047462" y="4758811"/>
            <a:ext cx="81735" cy="43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74" y="3701"/>
                </a:moveTo>
                <a:lnTo>
                  <a:pt x="20477" y="6086"/>
                </a:lnTo>
                <a:lnTo>
                  <a:pt x="21003" y="8255"/>
                </a:lnTo>
                <a:lnTo>
                  <a:pt x="21317" y="10370"/>
                </a:lnTo>
                <a:lnTo>
                  <a:pt x="21479" y="12597"/>
                </a:lnTo>
                <a:lnTo>
                  <a:pt x="21552" y="15092"/>
                </a:lnTo>
                <a:lnTo>
                  <a:pt x="21600" y="18020"/>
                </a:lnTo>
                <a:lnTo>
                  <a:pt x="20238" y="18020"/>
                </a:lnTo>
                <a:lnTo>
                  <a:pt x="18875" y="18020"/>
                </a:lnTo>
                <a:lnTo>
                  <a:pt x="17507" y="18020"/>
                </a:lnTo>
                <a:lnTo>
                  <a:pt x="16134" y="18020"/>
                </a:lnTo>
                <a:lnTo>
                  <a:pt x="14755" y="18020"/>
                </a:lnTo>
                <a:lnTo>
                  <a:pt x="13368" y="18020"/>
                </a:lnTo>
                <a:lnTo>
                  <a:pt x="11970" y="18020"/>
                </a:lnTo>
                <a:lnTo>
                  <a:pt x="11970" y="15654"/>
                </a:lnTo>
                <a:lnTo>
                  <a:pt x="11970" y="13274"/>
                </a:lnTo>
                <a:lnTo>
                  <a:pt x="11970" y="10861"/>
                </a:lnTo>
                <a:lnTo>
                  <a:pt x="10826" y="11924"/>
                </a:lnTo>
                <a:lnTo>
                  <a:pt x="9682" y="12987"/>
                </a:lnTo>
                <a:lnTo>
                  <a:pt x="8534" y="14054"/>
                </a:lnTo>
                <a:lnTo>
                  <a:pt x="7386" y="15121"/>
                </a:lnTo>
                <a:lnTo>
                  <a:pt x="6236" y="16191"/>
                </a:lnTo>
                <a:lnTo>
                  <a:pt x="5081" y="17261"/>
                </a:lnTo>
                <a:lnTo>
                  <a:pt x="3921" y="18339"/>
                </a:lnTo>
                <a:lnTo>
                  <a:pt x="2758" y="19420"/>
                </a:lnTo>
                <a:lnTo>
                  <a:pt x="1589" y="20508"/>
                </a:lnTo>
                <a:lnTo>
                  <a:pt x="414" y="21600"/>
                </a:lnTo>
                <a:lnTo>
                  <a:pt x="206" y="16538"/>
                </a:lnTo>
                <a:lnTo>
                  <a:pt x="69" y="12833"/>
                </a:lnTo>
                <a:lnTo>
                  <a:pt x="0" y="10174"/>
                </a:lnTo>
                <a:lnTo>
                  <a:pt x="0" y="8244"/>
                </a:lnTo>
                <a:lnTo>
                  <a:pt x="69" y="6730"/>
                </a:lnTo>
                <a:lnTo>
                  <a:pt x="206" y="5319"/>
                </a:lnTo>
                <a:lnTo>
                  <a:pt x="414" y="3701"/>
                </a:lnTo>
                <a:lnTo>
                  <a:pt x="1716" y="2567"/>
                </a:lnTo>
                <a:lnTo>
                  <a:pt x="3045" y="1657"/>
                </a:lnTo>
                <a:lnTo>
                  <a:pt x="4397" y="956"/>
                </a:lnTo>
                <a:lnTo>
                  <a:pt x="5768" y="455"/>
                </a:lnTo>
                <a:lnTo>
                  <a:pt x="7157" y="140"/>
                </a:lnTo>
                <a:lnTo>
                  <a:pt x="8555" y="0"/>
                </a:lnTo>
                <a:lnTo>
                  <a:pt x="9963" y="21"/>
                </a:lnTo>
                <a:lnTo>
                  <a:pt x="11373" y="193"/>
                </a:lnTo>
                <a:lnTo>
                  <a:pt x="12781" y="505"/>
                </a:lnTo>
                <a:lnTo>
                  <a:pt x="14185" y="941"/>
                </a:lnTo>
                <a:lnTo>
                  <a:pt x="15581" y="1489"/>
                </a:lnTo>
                <a:lnTo>
                  <a:pt x="16964" y="2141"/>
                </a:lnTo>
                <a:lnTo>
                  <a:pt x="18330" y="2882"/>
                </a:lnTo>
                <a:lnTo>
                  <a:pt x="19674" y="3701"/>
                </a:lnTo>
                <a:close/>
              </a:path>
            </a:pathLst>
          </a:custGeom>
          <a:solidFill>
            <a:srgbClr val="2C2C2B"/>
          </a:solidFill>
          <a:ln>
            <a:noFill/>
          </a:ln>
        </p:spPr>
        <p:txBody>
          <a:bodyPr/>
          <a:lstStyle/>
          <a:p/>
        </p:txBody>
      </p:sp>
      <p:sp>
        <p:nvSpPr>
          <p:cNvPr id="6279" name="contour_06277"/>
          <p:cNvSpPr/>
          <p:nvPr/>
        </p:nvSpPr>
        <p:spPr>
          <a:xfrm>
            <a:off x="7764798" y="4722276"/>
            <a:ext cx="73164" cy="440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16" y="168"/>
                </a:moveTo>
                <a:lnTo>
                  <a:pt x="21585" y="2658"/>
                </a:lnTo>
                <a:lnTo>
                  <a:pt x="21600" y="5019"/>
                </a:lnTo>
                <a:lnTo>
                  <a:pt x="21535" y="7280"/>
                </a:lnTo>
                <a:lnTo>
                  <a:pt x="21376" y="9469"/>
                </a:lnTo>
                <a:lnTo>
                  <a:pt x="21099" y="11609"/>
                </a:lnTo>
                <a:lnTo>
                  <a:pt x="20686" y="13731"/>
                </a:lnTo>
                <a:lnTo>
                  <a:pt x="20113" y="15860"/>
                </a:lnTo>
                <a:lnTo>
                  <a:pt x="19364" y="18028"/>
                </a:lnTo>
                <a:lnTo>
                  <a:pt x="17940" y="18692"/>
                </a:lnTo>
                <a:lnTo>
                  <a:pt x="16518" y="19264"/>
                </a:lnTo>
                <a:lnTo>
                  <a:pt x="15100" y="19753"/>
                </a:lnTo>
                <a:lnTo>
                  <a:pt x="13682" y="20164"/>
                </a:lnTo>
                <a:lnTo>
                  <a:pt x="12264" y="20507"/>
                </a:lnTo>
                <a:lnTo>
                  <a:pt x="10844" y="20789"/>
                </a:lnTo>
                <a:lnTo>
                  <a:pt x="9418" y="21018"/>
                </a:lnTo>
                <a:lnTo>
                  <a:pt x="7985" y="21196"/>
                </a:lnTo>
                <a:lnTo>
                  <a:pt x="6543" y="21339"/>
                </a:lnTo>
                <a:lnTo>
                  <a:pt x="5093" y="21446"/>
                </a:lnTo>
                <a:lnTo>
                  <a:pt x="3630" y="21532"/>
                </a:lnTo>
                <a:lnTo>
                  <a:pt x="2152" y="21600"/>
                </a:lnTo>
                <a:lnTo>
                  <a:pt x="1797" y="19242"/>
                </a:lnTo>
                <a:lnTo>
                  <a:pt x="1442" y="16881"/>
                </a:lnTo>
                <a:lnTo>
                  <a:pt x="1084" y="14510"/>
                </a:lnTo>
                <a:lnTo>
                  <a:pt x="725" y="12127"/>
                </a:lnTo>
                <a:lnTo>
                  <a:pt x="364" y="9730"/>
                </a:lnTo>
                <a:lnTo>
                  <a:pt x="0" y="7312"/>
                </a:lnTo>
                <a:lnTo>
                  <a:pt x="1459" y="6415"/>
                </a:lnTo>
                <a:lnTo>
                  <a:pt x="2892" y="5547"/>
                </a:lnTo>
                <a:lnTo>
                  <a:pt x="4305" y="4722"/>
                </a:lnTo>
                <a:lnTo>
                  <a:pt x="5704" y="3940"/>
                </a:lnTo>
                <a:lnTo>
                  <a:pt x="7094" y="3208"/>
                </a:lnTo>
                <a:lnTo>
                  <a:pt x="8479" y="2536"/>
                </a:lnTo>
                <a:lnTo>
                  <a:pt x="9863" y="1929"/>
                </a:lnTo>
                <a:lnTo>
                  <a:pt x="11253" y="1393"/>
                </a:lnTo>
                <a:lnTo>
                  <a:pt x="12651" y="932"/>
                </a:lnTo>
                <a:lnTo>
                  <a:pt x="14065" y="557"/>
                </a:lnTo>
                <a:lnTo>
                  <a:pt x="15496" y="275"/>
                </a:lnTo>
                <a:lnTo>
                  <a:pt x="16953" y="86"/>
                </a:lnTo>
                <a:lnTo>
                  <a:pt x="18439" y="0"/>
                </a:lnTo>
                <a:lnTo>
                  <a:pt x="19958" y="25"/>
                </a:lnTo>
                <a:lnTo>
                  <a:pt x="21516" y="168"/>
                </a:lnTo>
                <a:close/>
              </a:path>
            </a:pathLst>
          </a:custGeom>
          <a:solidFill>
            <a:srgbClr val="393024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0" name="contour_06278"/>
          <p:cNvSpPr/>
          <p:nvPr/>
        </p:nvSpPr>
        <p:spPr>
          <a:xfrm>
            <a:off x="10395763" y="4678891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784" y="164"/>
                </a:lnTo>
                <a:lnTo>
                  <a:pt x="8924" y="328"/>
                </a:lnTo>
                <a:lnTo>
                  <a:pt x="10064" y="495"/>
                </a:lnTo>
                <a:lnTo>
                  <a:pt x="11205" y="659"/>
                </a:lnTo>
                <a:lnTo>
                  <a:pt x="12349" y="823"/>
                </a:lnTo>
                <a:lnTo>
                  <a:pt x="13493" y="989"/>
                </a:lnTo>
                <a:lnTo>
                  <a:pt x="14641" y="1156"/>
                </a:lnTo>
                <a:lnTo>
                  <a:pt x="15791" y="1322"/>
                </a:lnTo>
                <a:lnTo>
                  <a:pt x="16944" y="1488"/>
                </a:lnTo>
                <a:lnTo>
                  <a:pt x="18102" y="1655"/>
                </a:lnTo>
                <a:lnTo>
                  <a:pt x="19264" y="1823"/>
                </a:lnTo>
                <a:lnTo>
                  <a:pt x="20429" y="1992"/>
                </a:lnTo>
                <a:lnTo>
                  <a:pt x="21600" y="2160"/>
                </a:lnTo>
                <a:lnTo>
                  <a:pt x="20613" y="2588"/>
                </a:lnTo>
                <a:lnTo>
                  <a:pt x="19623" y="3018"/>
                </a:lnTo>
                <a:lnTo>
                  <a:pt x="18629" y="3447"/>
                </a:lnTo>
                <a:lnTo>
                  <a:pt x="17627" y="3882"/>
                </a:lnTo>
                <a:lnTo>
                  <a:pt x="16615" y="4320"/>
                </a:lnTo>
                <a:lnTo>
                  <a:pt x="15946" y="5679"/>
                </a:lnTo>
                <a:lnTo>
                  <a:pt x="15550" y="6582"/>
                </a:lnTo>
                <a:lnTo>
                  <a:pt x="15271" y="7433"/>
                </a:lnTo>
                <a:lnTo>
                  <a:pt x="14954" y="8640"/>
                </a:lnTo>
                <a:lnTo>
                  <a:pt x="14131" y="7927"/>
                </a:lnTo>
                <a:lnTo>
                  <a:pt x="13307" y="7212"/>
                </a:lnTo>
                <a:lnTo>
                  <a:pt x="12480" y="6497"/>
                </a:lnTo>
                <a:lnTo>
                  <a:pt x="11649" y="5776"/>
                </a:lnTo>
                <a:lnTo>
                  <a:pt x="10813" y="5050"/>
                </a:lnTo>
                <a:lnTo>
                  <a:pt x="9969" y="4320"/>
                </a:lnTo>
                <a:lnTo>
                  <a:pt x="9969" y="5748"/>
                </a:lnTo>
                <a:lnTo>
                  <a:pt x="9969" y="7184"/>
                </a:lnTo>
                <a:lnTo>
                  <a:pt x="9969" y="8640"/>
                </a:lnTo>
                <a:lnTo>
                  <a:pt x="10792" y="9176"/>
                </a:lnTo>
                <a:lnTo>
                  <a:pt x="11619" y="9711"/>
                </a:lnTo>
                <a:lnTo>
                  <a:pt x="12450" y="10254"/>
                </a:lnTo>
                <a:lnTo>
                  <a:pt x="13292" y="10800"/>
                </a:lnTo>
                <a:lnTo>
                  <a:pt x="12118" y="10800"/>
                </a:lnTo>
                <a:lnTo>
                  <a:pt x="10941" y="10800"/>
                </a:lnTo>
                <a:lnTo>
                  <a:pt x="9762" y="10800"/>
                </a:lnTo>
                <a:lnTo>
                  <a:pt x="8577" y="10800"/>
                </a:lnTo>
                <a:lnTo>
                  <a:pt x="7387" y="10800"/>
                </a:lnTo>
                <a:lnTo>
                  <a:pt x="6191" y="10800"/>
                </a:lnTo>
                <a:lnTo>
                  <a:pt x="4985" y="10800"/>
                </a:lnTo>
                <a:lnTo>
                  <a:pt x="4985" y="12327"/>
                </a:lnTo>
                <a:lnTo>
                  <a:pt x="4985" y="13856"/>
                </a:lnTo>
                <a:lnTo>
                  <a:pt x="4985" y="15390"/>
                </a:lnTo>
                <a:lnTo>
                  <a:pt x="4985" y="16930"/>
                </a:lnTo>
                <a:lnTo>
                  <a:pt x="4985" y="18477"/>
                </a:lnTo>
                <a:lnTo>
                  <a:pt x="4985" y="20032"/>
                </a:lnTo>
                <a:lnTo>
                  <a:pt x="4985" y="21600"/>
                </a:lnTo>
                <a:lnTo>
                  <a:pt x="4408" y="20170"/>
                </a:lnTo>
                <a:lnTo>
                  <a:pt x="3863" y="18762"/>
                </a:lnTo>
                <a:lnTo>
                  <a:pt x="3351" y="17366"/>
                </a:lnTo>
                <a:lnTo>
                  <a:pt x="2871" y="15978"/>
                </a:lnTo>
                <a:lnTo>
                  <a:pt x="2419" y="14589"/>
                </a:lnTo>
                <a:lnTo>
                  <a:pt x="1996" y="13195"/>
                </a:lnTo>
                <a:lnTo>
                  <a:pt x="1602" y="11787"/>
                </a:lnTo>
                <a:lnTo>
                  <a:pt x="1233" y="10359"/>
                </a:lnTo>
                <a:lnTo>
                  <a:pt x="889" y="8906"/>
                </a:lnTo>
                <a:lnTo>
                  <a:pt x="570" y="7420"/>
                </a:lnTo>
                <a:lnTo>
                  <a:pt x="274" y="5892"/>
                </a:lnTo>
                <a:lnTo>
                  <a:pt x="0" y="4320"/>
                </a:lnTo>
                <a:lnTo>
                  <a:pt x="1097" y="4320"/>
                </a:lnTo>
                <a:lnTo>
                  <a:pt x="2195" y="4320"/>
                </a:lnTo>
                <a:lnTo>
                  <a:pt x="3298" y="4320"/>
                </a:lnTo>
                <a:lnTo>
                  <a:pt x="4406" y="4320"/>
                </a:lnTo>
                <a:lnTo>
                  <a:pt x="5521" y="4320"/>
                </a:lnTo>
                <a:lnTo>
                  <a:pt x="6646" y="4320"/>
                </a:lnTo>
                <a:lnTo>
                  <a:pt x="6646" y="2892"/>
                </a:lnTo>
                <a:lnTo>
                  <a:pt x="6646" y="1456"/>
                </a:lnTo>
                <a:lnTo>
                  <a:pt x="6646" y="0"/>
                </a:lnTo>
                <a:close/>
              </a:path>
            </a:pathLst>
          </a:custGeom>
          <a:solidFill>
            <a:srgbClr val="868B91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1" name="contour_06279"/>
          <p:cNvSpPr/>
          <p:nvPr/>
        </p:nvSpPr>
        <p:spPr>
          <a:xfrm>
            <a:off x="830609" y="4567676"/>
            <a:ext cx="76189" cy="674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6"/>
                </a:moveTo>
                <a:lnTo>
                  <a:pt x="21600" y="2148"/>
                </a:lnTo>
                <a:lnTo>
                  <a:pt x="21600" y="3700"/>
                </a:lnTo>
                <a:lnTo>
                  <a:pt x="21600" y="5272"/>
                </a:lnTo>
                <a:lnTo>
                  <a:pt x="20286" y="5920"/>
                </a:lnTo>
                <a:lnTo>
                  <a:pt x="19313" y="6366"/>
                </a:lnTo>
                <a:lnTo>
                  <a:pt x="18389" y="6720"/>
                </a:lnTo>
                <a:lnTo>
                  <a:pt x="17226" y="7096"/>
                </a:lnTo>
                <a:lnTo>
                  <a:pt x="15530" y="7604"/>
                </a:lnTo>
                <a:lnTo>
                  <a:pt x="12986" y="8376"/>
                </a:lnTo>
                <a:lnTo>
                  <a:pt x="11230" y="8983"/>
                </a:lnTo>
                <a:lnTo>
                  <a:pt x="10046" y="9557"/>
                </a:lnTo>
                <a:lnTo>
                  <a:pt x="9219" y="10231"/>
                </a:lnTo>
                <a:lnTo>
                  <a:pt x="8533" y="11138"/>
                </a:lnTo>
                <a:lnTo>
                  <a:pt x="7775" y="12414"/>
                </a:lnTo>
                <a:lnTo>
                  <a:pt x="7459" y="13501"/>
                </a:lnTo>
                <a:lnTo>
                  <a:pt x="7137" y="14602"/>
                </a:lnTo>
                <a:lnTo>
                  <a:pt x="8502" y="14602"/>
                </a:lnTo>
                <a:lnTo>
                  <a:pt x="9876" y="14602"/>
                </a:lnTo>
                <a:lnTo>
                  <a:pt x="11269" y="14602"/>
                </a:lnTo>
                <a:lnTo>
                  <a:pt x="11269" y="15988"/>
                </a:lnTo>
                <a:lnTo>
                  <a:pt x="11269" y="17378"/>
                </a:lnTo>
                <a:lnTo>
                  <a:pt x="11269" y="18773"/>
                </a:lnTo>
                <a:lnTo>
                  <a:pt x="11269" y="20179"/>
                </a:lnTo>
                <a:lnTo>
                  <a:pt x="11269" y="21600"/>
                </a:lnTo>
                <a:lnTo>
                  <a:pt x="9899" y="21528"/>
                </a:lnTo>
                <a:lnTo>
                  <a:pt x="8564" y="21425"/>
                </a:lnTo>
                <a:lnTo>
                  <a:pt x="7259" y="21273"/>
                </a:lnTo>
                <a:lnTo>
                  <a:pt x="5975" y="21061"/>
                </a:lnTo>
                <a:lnTo>
                  <a:pt x="4709" y="20767"/>
                </a:lnTo>
                <a:lnTo>
                  <a:pt x="3451" y="20382"/>
                </a:lnTo>
                <a:lnTo>
                  <a:pt x="2196" y="19888"/>
                </a:lnTo>
                <a:lnTo>
                  <a:pt x="938" y="19267"/>
                </a:lnTo>
                <a:lnTo>
                  <a:pt x="422" y="17555"/>
                </a:lnTo>
                <a:lnTo>
                  <a:pt x="116" y="15901"/>
                </a:lnTo>
                <a:lnTo>
                  <a:pt x="0" y="14280"/>
                </a:lnTo>
                <a:lnTo>
                  <a:pt x="50" y="12666"/>
                </a:lnTo>
                <a:lnTo>
                  <a:pt x="238" y="11033"/>
                </a:lnTo>
                <a:lnTo>
                  <a:pt x="543" y="9356"/>
                </a:lnTo>
                <a:lnTo>
                  <a:pt x="938" y="7604"/>
                </a:lnTo>
                <a:lnTo>
                  <a:pt x="1758" y="5839"/>
                </a:lnTo>
                <a:lnTo>
                  <a:pt x="2707" y="4357"/>
                </a:lnTo>
                <a:lnTo>
                  <a:pt x="3773" y="3135"/>
                </a:lnTo>
                <a:lnTo>
                  <a:pt x="4944" y="2153"/>
                </a:lnTo>
                <a:lnTo>
                  <a:pt x="6211" y="1386"/>
                </a:lnTo>
                <a:lnTo>
                  <a:pt x="7560" y="814"/>
                </a:lnTo>
                <a:lnTo>
                  <a:pt x="8982" y="411"/>
                </a:lnTo>
                <a:lnTo>
                  <a:pt x="10465" y="156"/>
                </a:lnTo>
                <a:lnTo>
                  <a:pt x="11998" y="26"/>
                </a:lnTo>
                <a:lnTo>
                  <a:pt x="13569" y="0"/>
                </a:lnTo>
                <a:lnTo>
                  <a:pt x="15166" y="51"/>
                </a:lnTo>
                <a:lnTo>
                  <a:pt x="16780" y="161"/>
                </a:lnTo>
                <a:lnTo>
                  <a:pt x="18397" y="306"/>
                </a:lnTo>
                <a:lnTo>
                  <a:pt x="20007" y="462"/>
                </a:lnTo>
                <a:lnTo>
                  <a:pt x="21600" y="606"/>
                </a:lnTo>
                <a:close/>
              </a:path>
            </a:pathLst>
          </a:custGeom>
          <a:solidFill>
            <a:srgbClr val="292728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2" name="contour_06280"/>
          <p:cNvSpPr/>
          <p:nvPr/>
        </p:nvSpPr>
        <p:spPr>
          <a:xfrm>
            <a:off x="2408124" y="4584147"/>
            <a:ext cx="5995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02" y="0"/>
                </a:moveTo>
                <a:lnTo>
                  <a:pt x="12177" y="478"/>
                </a:lnTo>
                <a:lnTo>
                  <a:pt x="13779" y="989"/>
                </a:lnTo>
                <a:lnTo>
                  <a:pt x="15317" y="1553"/>
                </a:lnTo>
                <a:lnTo>
                  <a:pt x="16801" y="2194"/>
                </a:lnTo>
                <a:lnTo>
                  <a:pt x="18237" y="2935"/>
                </a:lnTo>
                <a:lnTo>
                  <a:pt x="19636" y="3797"/>
                </a:lnTo>
                <a:lnTo>
                  <a:pt x="21004" y="4800"/>
                </a:lnTo>
                <a:lnTo>
                  <a:pt x="21337" y="6540"/>
                </a:lnTo>
                <a:lnTo>
                  <a:pt x="21532" y="8249"/>
                </a:lnTo>
                <a:lnTo>
                  <a:pt x="21600" y="9943"/>
                </a:lnTo>
                <a:lnTo>
                  <a:pt x="21566" y="11633"/>
                </a:lnTo>
                <a:lnTo>
                  <a:pt x="21442" y="13330"/>
                </a:lnTo>
                <a:lnTo>
                  <a:pt x="21251" y="15048"/>
                </a:lnTo>
                <a:lnTo>
                  <a:pt x="21004" y="16800"/>
                </a:lnTo>
                <a:lnTo>
                  <a:pt x="19269" y="16800"/>
                </a:lnTo>
                <a:lnTo>
                  <a:pt x="17523" y="16800"/>
                </a:lnTo>
                <a:lnTo>
                  <a:pt x="15753" y="16800"/>
                </a:lnTo>
                <a:lnTo>
                  <a:pt x="14789" y="18226"/>
                </a:lnTo>
                <a:lnTo>
                  <a:pt x="14193" y="19200"/>
                </a:lnTo>
                <a:lnTo>
                  <a:pt x="13723" y="20174"/>
                </a:lnTo>
                <a:lnTo>
                  <a:pt x="13128" y="21600"/>
                </a:lnTo>
                <a:lnTo>
                  <a:pt x="11174" y="21293"/>
                </a:lnTo>
                <a:lnTo>
                  <a:pt x="9788" y="21014"/>
                </a:lnTo>
                <a:lnTo>
                  <a:pt x="8591" y="20650"/>
                </a:lnTo>
                <a:lnTo>
                  <a:pt x="7204" y="20083"/>
                </a:lnTo>
                <a:lnTo>
                  <a:pt x="5251" y="19200"/>
                </a:lnTo>
                <a:lnTo>
                  <a:pt x="4957" y="17556"/>
                </a:lnTo>
                <a:lnTo>
                  <a:pt x="4826" y="15982"/>
                </a:lnTo>
                <a:lnTo>
                  <a:pt x="4823" y="14441"/>
                </a:lnTo>
                <a:lnTo>
                  <a:pt x="4915" y="12890"/>
                </a:lnTo>
                <a:lnTo>
                  <a:pt x="5070" y="11290"/>
                </a:lnTo>
                <a:lnTo>
                  <a:pt x="5251" y="9600"/>
                </a:lnTo>
                <a:lnTo>
                  <a:pt x="3516" y="9600"/>
                </a:lnTo>
                <a:lnTo>
                  <a:pt x="1770" y="9600"/>
                </a:lnTo>
                <a:lnTo>
                  <a:pt x="0" y="9600"/>
                </a:lnTo>
                <a:lnTo>
                  <a:pt x="0" y="8014"/>
                </a:lnTo>
                <a:lnTo>
                  <a:pt x="0" y="6418"/>
                </a:lnTo>
                <a:lnTo>
                  <a:pt x="0" y="4800"/>
                </a:lnTo>
                <a:lnTo>
                  <a:pt x="1733" y="4800"/>
                </a:lnTo>
                <a:lnTo>
                  <a:pt x="3468" y="4800"/>
                </a:lnTo>
                <a:lnTo>
                  <a:pt x="5212" y="4800"/>
                </a:lnTo>
                <a:lnTo>
                  <a:pt x="6963" y="4800"/>
                </a:lnTo>
                <a:lnTo>
                  <a:pt x="8725" y="4800"/>
                </a:lnTo>
                <a:lnTo>
                  <a:pt x="10502" y="4800"/>
                </a:lnTo>
                <a:lnTo>
                  <a:pt x="10502" y="3214"/>
                </a:lnTo>
                <a:lnTo>
                  <a:pt x="10502" y="1618"/>
                </a:lnTo>
                <a:lnTo>
                  <a:pt x="10502" y="0"/>
                </a:lnTo>
                <a:close/>
              </a:path>
            </a:pathLst>
          </a:custGeom>
          <a:solidFill>
            <a:srgbClr val="F2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3" name="contour_06281"/>
          <p:cNvSpPr/>
          <p:nvPr/>
        </p:nvSpPr>
        <p:spPr>
          <a:xfrm>
            <a:off x="9973066" y="4577318"/>
            <a:ext cx="80168" cy="799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65" y="1353"/>
                </a:moveTo>
                <a:lnTo>
                  <a:pt x="20037" y="2167"/>
                </a:lnTo>
                <a:lnTo>
                  <a:pt x="20813" y="2986"/>
                </a:lnTo>
                <a:lnTo>
                  <a:pt x="21600" y="3816"/>
                </a:lnTo>
                <a:lnTo>
                  <a:pt x="21465" y="5340"/>
                </a:lnTo>
                <a:lnTo>
                  <a:pt x="21296" y="6410"/>
                </a:lnTo>
                <a:lnTo>
                  <a:pt x="20997" y="7308"/>
                </a:lnTo>
                <a:lnTo>
                  <a:pt x="20475" y="8319"/>
                </a:lnTo>
                <a:lnTo>
                  <a:pt x="19636" y="9725"/>
                </a:lnTo>
                <a:lnTo>
                  <a:pt x="18702" y="9970"/>
                </a:lnTo>
                <a:lnTo>
                  <a:pt x="17763" y="10214"/>
                </a:lnTo>
                <a:lnTo>
                  <a:pt x="16811" y="10464"/>
                </a:lnTo>
                <a:lnTo>
                  <a:pt x="15797" y="10870"/>
                </a:lnTo>
                <a:lnTo>
                  <a:pt x="14778" y="11282"/>
                </a:lnTo>
                <a:lnTo>
                  <a:pt x="13745" y="11695"/>
                </a:lnTo>
                <a:lnTo>
                  <a:pt x="13203" y="13110"/>
                </a:lnTo>
                <a:lnTo>
                  <a:pt x="12844" y="14118"/>
                </a:lnTo>
                <a:lnTo>
                  <a:pt x="12504" y="15210"/>
                </a:lnTo>
                <a:lnTo>
                  <a:pt x="12023" y="16866"/>
                </a:lnTo>
                <a:lnTo>
                  <a:pt x="11489" y="18450"/>
                </a:lnTo>
                <a:lnTo>
                  <a:pt x="11081" y="19465"/>
                </a:lnTo>
                <a:lnTo>
                  <a:pt x="10594" y="20351"/>
                </a:lnTo>
                <a:lnTo>
                  <a:pt x="9818" y="21545"/>
                </a:lnTo>
                <a:lnTo>
                  <a:pt x="8508" y="21600"/>
                </a:lnTo>
                <a:lnTo>
                  <a:pt x="7244" y="21545"/>
                </a:lnTo>
                <a:lnTo>
                  <a:pt x="6015" y="21393"/>
                </a:lnTo>
                <a:lnTo>
                  <a:pt x="4811" y="21155"/>
                </a:lnTo>
                <a:lnTo>
                  <a:pt x="3617" y="20840"/>
                </a:lnTo>
                <a:lnTo>
                  <a:pt x="2425" y="20465"/>
                </a:lnTo>
                <a:lnTo>
                  <a:pt x="1223" y="20040"/>
                </a:lnTo>
                <a:lnTo>
                  <a:pt x="0" y="19575"/>
                </a:lnTo>
                <a:lnTo>
                  <a:pt x="251" y="18228"/>
                </a:lnTo>
                <a:lnTo>
                  <a:pt x="479" y="17247"/>
                </a:lnTo>
                <a:lnTo>
                  <a:pt x="778" y="16348"/>
                </a:lnTo>
                <a:lnTo>
                  <a:pt x="1239" y="15249"/>
                </a:lnTo>
                <a:lnTo>
                  <a:pt x="1964" y="13665"/>
                </a:lnTo>
                <a:lnTo>
                  <a:pt x="3124" y="13078"/>
                </a:lnTo>
                <a:lnTo>
                  <a:pt x="3945" y="12690"/>
                </a:lnTo>
                <a:lnTo>
                  <a:pt x="4819" y="12328"/>
                </a:lnTo>
                <a:lnTo>
                  <a:pt x="6132" y="11817"/>
                </a:lnTo>
                <a:lnTo>
                  <a:pt x="7391" y="11278"/>
                </a:lnTo>
                <a:lnTo>
                  <a:pt x="8194" y="10882"/>
                </a:lnTo>
                <a:lnTo>
                  <a:pt x="8887" y="10429"/>
                </a:lnTo>
                <a:lnTo>
                  <a:pt x="9818" y="9725"/>
                </a:lnTo>
                <a:lnTo>
                  <a:pt x="9791" y="8315"/>
                </a:lnTo>
                <a:lnTo>
                  <a:pt x="9618" y="6975"/>
                </a:lnTo>
                <a:lnTo>
                  <a:pt x="9315" y="5681"/>
                </a:lnTo>
                <a:lnTo>
                  <a:pt x="8907" y="4413"/>
                </a:lnTo>
                <a:lnTo>
                  <a:pt x="8412" y="3142"/>
                </a:lnTo>
                <a:lnTo>
                  <a:pt x="7855" y="1846"/>
                </a:lnTo>
                <a:lnTo>
                  <a:pt x="9907" y="1141"/>
                </a:lnTo>
                <a:lnTo>
                  <a:pt x="11542" y="607"/>
                </a:lnTo>
                <a:lnTo>
                  <a:pt x="12858" y="242"/>
                </a:lnTo>
                <a:lnTo>
                  <a:pt x="13946" y="41"/>
                </a:lnTo>
                <a:lnTo>
                  <a:pt x="14902" y="0"/>
                </a:lnTo>
                <a:lnTo>
                  <a:pt x="15817" y="114"/>
                </a:lnTo>
                <a:lnTo>
                  <a:pt x="16787" y="382"/>
                </a:lnTo>
                <a:lnTo>
                  <a:pt x="17904" y="796"/>
                </a:lnTo>
                <a:lnTo>
                  <a:pt x="19265" y="1353"/>
                </a:lnTo>
                <a:close/>
              </a:path>
            </a:pathLst>
          </a:custGeom>
          <a:solidFill>
            <a:srgbClr val="B3B8BA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4" name="contour_06282"/>
          <p:cNvSpPr/>
          <p:nvPr/>
        </p:nvSpPr>
        <p:spPr>
          <a:xfrm>
            <a:off x="3683522" y="4547707"/>
            <a:ext cx="7406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05" y="0"/>
                </a:moveTo>
                <a:lnTo>
                  <a:pt x="18256" y="447"/>
                </a:lnTo>
                <a:lnTo>
                  <a:pt x="19117" y="821"/>
                </a:lnTo>
                <a:lnTo>
                  <a:pt x="19985" y="1324"/>
                </a:lnTo>
                <a:lnTo>
                  <a:pt x="21256" y="2160"/>
                </a:lnTo>
                <a:lnTo>
                  <a:pt x="21494" y="3694"/>
                </a:lnTo>
                <a:lnTo>
                  <a:pt x="21600" y="4780"/>
                </a:lnTo>
                <a:lnTo>
                  <a:pt x="21600" y="5942"/>
                </a:lnTo>
                <a:lnTo>
                  <a:pt x="21521" y="7694"/>
                </a:lnTo>
                <a:lnTo>
                  <a:pt x="21464" y="9174"/>
                </a:lnTo>
                <a:lnTo>
                  <a:pt x="21404" y="10673"/>
                </a:lnTo>
                <a:lnTo>
                  <a:pt x="21368" y="11243"/>
                </a:lnTo>
                <a:lnTo>
                  <a:pt x="21256" y="12960"/>
                </a:lnTo>
                <a:lnTo>
                  <a:pt x="20580" y="13020"/>
                </a:lnTo>
                <a:lnTo>
                  <a:pt x="18541" y="13204"/>
                </a:lnTo>
                <a:lnTo>
                  <a:pt x="17068" y="13390"/>
                </a:lnTo>
                <a:lnTo>
                  <a:pt x="15621" y="13591"/>
                </a:lnTo>
                <a:lnTo>
                  <a:pt x="14188" y="13813"/>
                </a:lnTo>
                <a:lnTo>
                  <a:pt x="12766" y="14070"/>
                </a:lnTo>
                <a:lnTo>
                  <a:pt x="11348" y="14366"/>
                </a:lnTo>
                <a:lnTo>
                  <a:pt x="9931" y="14714"/>
                </a:lnTo>
                <a:lnTo>
                  <a:pt x="8502" y="15120"/>
                </a:lnTo>
                <a:lnTo>
                  <a:pt x="7593" y="16792"/>
                </a:lnTo>
                <a:lnTo>
                  <a:pt x="7027" y="17965"/>
                </a:lnTo>
                <a:lnTo>
                  <a:pt x="6704" y="18950"/>
                </a:lnTo>
                <a:lnTo>
                  <a:pt x="6521" y="20058"/>
                </a:lnTo>
                <a:lnTo>
                  <a:pt x="6377" y="21600"/>
                </a:lnTo>
                <a:lnTo>
                  <a:pt x="4649" y="19641"/>
                </a:lnTo>
                <a:lnTo>
                  <a:pt x="3265" y="18038"/>
                </a:lnTo>
                <a:lnTo>
                  <a:pt x="2187" y="16721"/>
                </a:lnTo>
                <a:lnTo>
                  <a:pt x="1377" y="15612"/>
                </a:lnTo>
                <a:lnTo>
                  <a:pt x="797" y="14638"/>
                </a:lnTo>
                <a:lnTo>
                  <a:pt x="408" y="13725"/>
                </a:lnTo>
                <a:lnTo>
                  <a:pt x="172" y="12796"/>
                </a:lnTo>
                <a:lnTo>
                  <a:pt x="51" y="11778"/>
                </a:lnTo>
                <a:lnTo>
                  <a:pt x="6" y="10599"/>
                </a:lnTo>
                <a:lnTo>
                  <a:pt x="0" y="9180"/>
                </a:lnTo>
                <a:lnTo>
                  <a:pt x="701" y="8288"/>
                </a:lnTo>
                <a:lnTo>
                  <a:pt x="1409" y="7389"/>
                </a:lnTo>
                <a:lnTo>
                  <a:pt x="2126" y="6480"/>
                </a:lnTo>
                <a:lnTo>
                  <a:pt x="3480" y="6415"/>
                </a:lnTo>
                <a:lnTo>
                  <a:pt x="4819" y="6404"/>
                </a:lnTo>
                <a:lnTo>
                  <a:pt x="6154" y="6437"/>
                </a:lnTo>
                <a:lnTo>
                  <a:pt x="7486" y="6502"/>
                </a:lnTo>
                <a:lnTo>
                  <a:pt x="8827" y="6588"/>
                </a:lnTo>
                <a:lnTo>
                  <a:pt x="10179" y="6683"/>
                </a:lnTo>
                <a:lnTo>
                  <a:pt x="11457" y="6558"/>
                </a:lnTo>
                <a:lnTo>
                  <a:pt x="12375" y="6316"/>
                </a:lnTo>
                <a:lnTo>
                  <a:pt x="13191" y="5793"/>
                </a:lnTo>
                <a:lnTo>
                  <a:pt x="14161" y="4823"/>
                </a:lnTo>
                <a:lnTo>
                  <a:pt x="15542" y="3240"/>
                </a:lnTo>
                <a:lnTo>
                  <a:pt x="16025" y="2169"/>
                </a:lnTo>
                <a:lnTo>
                  <a:pt x="16511" y="1093"/>
                </a:lnTo>
                <a:lnTo>
                  <a:pt x="17005" y="0"/>
                </a:lnTo>
                <a:close/>
              </a:path>
            </a:pathLst>
          </a:custGeom>
          <a:solidFill>
            <a:srgbClr val="9A9596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5" name="contour_06283"/>
          <p:cNvSpPr/>
          <p:nvPr/>
        </p:nvSpPr>
        <p:spPr>
          <a:xfrm>
            <a:off x="5483656" y="4501246"/>
            <a:ext cx="65592" cy="565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49" y="0"/>
                </a:moveTo>
                <a:lnTo>
                  <a:pt x="10435" y="153"/>
                </a:lnTo>
                <a:lnTo>
                  <a:pt x="11640" y="423"/>
                </a:lnTo>
                <a:lnTo>
                  <a:pt x="14400" y="1043"/>
                </a:lnTo>
                <a:lnTo>
                  <a:pt x="15139" y="3029"/>
                </a:lnTo>
                <a:lnTo>
                  <a:pt x="15634" y="4456"/>
                </a:lnTo>
                <a:lnTo>
                  <a:pt x="15998" y="5725"/>
                </a:lnTo>
                <a:lnTo>
                  <a:pt x="16349" y="7235"/>
                </a:lnTo>
                <a:lnTo>
                  <a:pt x="16800" y="9388"/>
                </a:lnTo>
                <a:lnTo>
                  <a:pt x="18310" y="10507"/>
                </a:lnTo>
                <a:lnTo>
                  <a:pt x="19313" y="11169"/>
                </a:lnTo>
                <a:lnTo>
                  <a:pt x="20261" y="11636"/>
                </a:lnTo>
                <a:lnTo>
                  <a:pt x="21600" y="12170"/>
                </a:lnTo>
                <a:lnTo>
                  <a:pt x="21437" y="14240"/>
                </a:lnTo>
                <a:lnTo>
                  <a:pt x="21230" y="15708"/>
                </a:lnTo>
                <a:lnTo>
                  <a:pt x="20866" y="16977"/>
                </a:lnTo>
                <a:lnTo>
                  <a:pt x="20227" y="18446"/>
                </a:lnTo>
                <a:lnTo>
                  <a:pt x="19200" y="20515"/>
                </a:lnTo>
                <a:lnTo>
                  <a:pt x="17554" y="20952"/>
                </a:lnTo>
                <a:lnTo>
                  <a:pt x="15943" y="21277"/>
                </a:lnTo>
                <a:lnTo>
                  <a:pt x="14357" y="21494"/>
                </a:lnTo>
                <a:lnTo>
                  <a:pt x="12785" y="21600"/>
                </a:lnTo>
                <a:lnTo>
                  <a:pt x="11218" y="21597"/>
                </a:lnTo>
                <a:lnTo>
                  <a:pt x="9646" y="21486"/>
                </a:lnTo>
                <a:lnTo>
                  <a:pt x="8059" y="21269"/>
                </a:lnTo>
                <a:lnTo>
                  <a:pt x="6449" y="20944"/>
                </a:lnTo>
                <a:lnTo>
                  <a:pt x="4800" y="20515"/>
                </a:lnTo>
                <a:lnTo>
                  <a:pt x="3559" y="19138"/>
                </a:lnTo>
                <a:lnTo>
                  <a:pt x="2539" y="17747"/>
                </a:lnTo>
                <a:lnTo>
                  <a:pt x="1718" y="16306"/>
                </a:lnTo>
                <a:lnTo>
                  <a:pt x="1078" y="14785"/>
                </a:lnTo>
                <a:lnTo>
                  <a:pt x="593" y="13149"/>
                </a:lnTo>
                <a:lnTo>
                  <a:pt x="242" y="11361"/>
                </a:lnTo>
                <a:lnTo>
                  <a:pt x="0" y="9388"/>
                </a:lnTo>
                <a:lnTo>
                  <a:pt x="744" y="7194"/>
                </a:lnTo>
                <a:lnTo>
                  <a:pt x="1541" y="5330"/>
                </a:lnTo>
                <a:lnTo>
                  <a:pt x="2434" y="3780"/>
                </a:lnTo>
                <a:lnTo>
                  <a:pt x="3461" y="2526"/>
                </a:lnTo>
                <a:lnTo>
                  <a:pt x="4663" y="1538"/>
                </a:lnTo>
                <a:lnTo>
                  <a:pt x="6086" y="804"/>
                </a:lnTo>
                <a:lnTo>
                  <a:pt x="7769" y="298"/>
                </a:lnTo>
                <a:lnTo>
                  <a:pt x="9749" y="0"/>
                </a:lnTo>
                <a:close/>
              </a:path>
            </a:pathLst>
          </a:custGeom>
          <a:solidFill>
            <a:srgbClr val="7C6D46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6" name="contour_06284"/>
          <p:cNvSpPr/>
          <p:nvPr/>
        </p:nvSpPr>
        <p:spPr>
          <a:xfrm>
            <a:off x="1686613" y="4495189"/>
            <a:ext cx="73448" cy="39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33" y="813"/>
                </a:moveTo>
                <a:lnTo>
                  <a:pt x="21546" y="5578"/>
                </a:lnTo>
                <a:lnTo>
                  <a:pt x="21600" y="9225"/>
                </a:lnTo>
                <a:lnTo>
                  <a:pt x="21570" y="11980"/>
                </a:lnTo>
                <a:lnTo>
                  <a:pt x="21433" y="14084"/>
                </a:lnTo>
                <a:lnTo>
                  <a:pt x="21161" y="15758"/>
                </a:lnTo>
                <a:lnTo>
                  <a:pt x="20730" y="17242"/>
                </a:lnTo>
                <a:lnTo>
                  <a:pt x="20115" y="18762"/>
                </a:lnTo>
                <a:lnTo>
                  <a:pt x="19290" y="20550"/>
                </a:lnTo>
                <a:lnTo>
                  <a:pt x="17626" y="21063"/>
                </a:lnTo>
                <a:lnTo>
                  <a:pt x="16411" y="21371"/>
                </a:lnTo>
                <a:lnTo>
                  <a:pt x="15292" y="21521"/>
                </a:lnTo>
                <a:lnTo>
                  <a:pt x="13912" y="21561"/>
                </a:lnTo>
                <a:lnTo>
                  <a:pt x="11921" y="21537"/>
                </a:lnTo>
                <a:lnTo>
                  <a:pt x="11332" y="21549"/>
                </a:lnTo>
                <a:lnTo>
                  <a:pt x="10292" y="21564"/>
                </a:lnTo>
                <a:lnTo>
                  <a:pt x="7911" y="21600"/>
                </a:lnTo>
                <a:lnTo>
                  <a:pt x="6308" y="21039"/>
                </a:lnTo>
                <a:lnTo>
                  <a:pt x="4985" y="20341"/>
                </a:lnTo>
                <a:lnTo>
                  <a:pt x="3866" y="19445"/>
                </a:lnTo>
                <a:lnTo>
                  <a:pt x="2883" y="18288"/>
                </a:lnTo>
                <a:lnTo>
                  <a:pt x="1959" y="16812"/>
                </a:lnTo>
                <a:lnTo>
                  <a:pt x="1022" y="14957"/>
                </a:lnTo>
                <a:lnTo>
                  <a:pt x="0" y="12655"/>
                </a:lnTo>
                <a:lnTo>
                  <a:pt x="1157" y="9888"/>
                </a:lnTo>
                <a:lnTo>
                  <a:pt x="2334" y="7536"/>
                </a:lnTo>
                <a:lnTo>
                  <a:pt x="3534" y="5566"/>
                </a:lnTo>
                <a:lnTo>
                  <a:pt x="4765" y="3955"/>
                </a:lnTo>
                <a:lnTo>
                  <a:pt x="6027" y="2664"/>
                </a:lnTo>
                <a:lnTo>
                  <a:pt x="7328" y="1670"/>
                </a:lnTo>
                <a:lnTo>
                  <a:pt x="8670" y="936"/>
                </a:lnTo>
                <a:lnTo>
                  <a:pt x="10058" y="430"/>
                </a:lnTo>
                <a:lnTo>
                  <a:pt x="11497" y="130"/>
                </a:lnTo>
                <a:lnTo>
                  <a:pt x="12990" y="0"/>
                </a:lnTo>
                <a:lnTo>
                  <a:pt x="14542" y="4"/>
                </a:lnTo>
                <a:lnTo>
                  <a:pt x="16158" y="122"/>
                </a:lnTo>
                <a:lnTo>
                  <a:pt x="17843" y="316"/>
                </a:lnTo>
                <a:lnTo>
                  <a:pt x="19600" y="557"/>
                </a:lnTo>
                <a:lnTo>
                  <a:pt x="21433" y="813"/>
                </a:lnTo>
                <a:close/>
              </a:path>
            </a:pathLst>
          </a:custGeom>
          <a:solidFill>
            <a:srgbClr val="E4CA89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7" name="contour_06285"/>
          <p:cNvSpPr/>
          <p:nvPr/>
        </p:nvSpPr>
        <p:spPr>
          <a:xfrm>
            <a:off x="4397746" y="4416523"/>
            <a:ext cx="73929" cy="51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88" y="0"/>
                </a:moveTo>
                <a:lnTo>
                  <a:pt x="7864" y="301"/>
                </a:lnTo>
                <a:lnTo>
                  <a:pt x="9341" y="602"/>
                </a:lnTo>
                <a:lnTo>
                  <a:pt x="10819" y="903"/>
                </a:lnTo>
                <a:lnTo>
                  <a:pt x="12299" y="1207"/>
                </a:lnTo>
                <a:lnTo>
                  <a:pt x="13785" y="1509"/>
                </a:lnTo>
                <a:lnTo>
                  <a:pt x="15274" y="1813"/>
                </a:lnTo>
                <a:lnTo>
                  <a:pt x="16769" y="2117"/>
                </a:lnTo>
                <a:lnTo>
                  <a:pt x="18270" y="2424"/>
                </a:lnTo>
                <a:lnTo>
                  <a:pt x="19777" y="2731"/>
                </a:lnTo>
                <a:lnTo>
                  <a:pt x="21293" y="3041"/>
                </a:lnTo>
                <a:lnTo>
                  <a:pt x="21436" y="5186"/>
                </a:lnTo>
                <a:lnTo>
                  <a:pt x="21545" y="7208"/>
                </a:lnTo>
                <a:lnTo>
                  <a:pt x="21600" y="9167"/>
                </a:lnTo>
                <a:lnTo>
                  <a:pt x="21589" y="11113"/>
                </a:lnTo>
                <a:lnTo>
                  <a:pt x="21491" y="13108"/>
                </a:lnTo>
                <a:lnTo>
                  <a:pt x="21293" y="15207"/>
                </a:lnTo>
                <a:lnTo>
                  <a:pt x="20235" y="16947"/>
                </a:lnTo>
                <a:lnTo>
                  <a:pt x="19341" y="18261"/>
                </a:lnTo>
                <a:lnTo>
                  <a:pt x="18485" y="19249"/>
                </a:lnTo>
                <a:lnTo>
                  <a:pt x="17544" y="20015"/>
                </a:lnTo>
                <a:lnTo>
                  <a:pt x="16394" y="20663"/>
                </a:lnTo>
                <a:lnTo>
                  <a:pt x="14905" y="21290"/>
                </a:lnTo>
                <a:lnTo>
                  <a:pt x="13411" y="21414"/>
                </a:lnTo>
                <a:lnTo>
                  <a:pt x="11918" y="21506"/>
                </a:lnTo>
                <a:lnTo>
                  <a:pt x="10429" y="21567"/>
                </a:lnTo>
                <a:lnTo>
                  <a:pt x="8941" y="21597"/>
                </a:lnTo>
                <a:lnTo>
                  <a:pt x="7453" y="21600"/>
                </a:lnTo>
                <a:lnTo>
                  <a:pt x="5966" y="21579"/>
                </a:lnTo>
                <a:lnTo>
                  <a:pt x="4478" y="21536"/>
                </a:lnTo>
                <a:lnTo>
                  <a:pt x="2987" y="21472"/>
                </a:lnTo>
                <a:lnTo>
                  <a:pt x="1497" y="21387"/>
                </a:lnTo>
                <a:lnTo>
                  <a:pt x="0" y="21290"/>
                </a:lnTo>
                <a:lnTo>
                  <a:pt x="0" y="19279"/>
                </a:lnTo>
                <a:lnTo>
                  <a:pt x="0" y="17257"/>
                </a:lnTo>
                <a:lnTo>
                  <a:pt x="0" y="15207"/>
                </a:lnTo>
                <a:lnTo>
                  <a:pt x="1376" y="14395"/>
                </a:lnTo>
                <a:lnTo>
                  <a:pt x="2760" y="13774"/>
                </a:lnTo>
                <a:lnTo>
                  <a:pt x="4161" y="13294"/>
                </a:lnTo>
                <a:lnTo>
                  <a:pt x="5585" y="12899"/>
                </a:lnTo>
                <a:lnTo>
                  <a:pt x="7035" y="12540"/>
                </a:lnTo>
                <a:lnTo>
                  <a:pt x="8517" y="12166"/>
                </a:lnTo>
                <a:lnTo>
                  <a:pt x="8166" y="10158"/>
                </a:lnTo>
                <a:lnTo>
                  <a:pt x="7815" y="8148"/>
                </a:lnTo>
                <a:lnTo>
                  <a:pt x="7461" y="6128"/>
                </a:lnTo>
                <a:lnTo>
                  <a:pt x="7106" y="4100"/>
                </a:lnTo>
                <a:lnTo>
                  <a:pt x="6748" y="2059"/>
                </a:lnTo>
                <a:lnTo>
                  <a:pt x="6388" y="0"/>
                </a:lnTo>
                <a:close/>
              </a:path>
            </a:pathLst>
          </a:custGeom>
          <a:solidFill>
            <a:srgbClr val="413F3C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8" name="contour_06286"/>
          <p:cNvSpPr/>
          <p:nvPr/>
        </p:nvSpPr>
        <p:spPr>
          <a:xfrm>
            <a:off x="9914762" y="4409898"/>
            <a:ext cx="65592" cy="503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46" y="303"/>
                </a:moveTo>
                <a:lnTo>
                  <a:pt x="15046" y="1576"/>
                </a:lnTo>
                <a:lnTo>
                  <a:pt x="16166" y="2573"/>
                </a:lnTo>
                <a:lnTo>
                  <a:pt x="16956" y="3630"/>
                </a:lnTo>
                <a:lnTo>
                  <a:pt x="17669" y="5077"/>
                </a:lnTo>
                <a:lnTo>
                  <a:pt x="18550" y="7250"/>
                </a:lnTo>
                <a:lnTo>
                  <a:pt x="18710" y="8010"/>
                </a:lnTo>
                <a:lnTo>
                  <a:pt x="18996" y="9348"/>
                </a:lnTo>
                <a:lnTo>
                  <a:pt x="19649" y="12415"/>
                </a:lnTo>
                <a:lnTo>
                  <a:pt x="20028" y="14131"/>
                </a:lnTo>
                <a:lnTo>
                  <a:pt x="20412" y="15857"/>
                </a:lnTo>
                <a:lnTo>
                  <a:pt x="20801" y="17605"/>
                </a:lnTo>
                <a:lnTo>
                  <a:pt x="21197" y="19587"/>
                </a:lnTo>
                <a:lnTo>
                  <a:pt x="21600" y="21600"/>
                </a:lnTo>
                <a:lnTo>
                  <a:pt x="19999" y="21600"/>
                </a:lnTo>
                <a:lnTo>
                  <a:pt x="18398" y="21600"/>
                </a:lnTo>
                <a:lnTo>
                  <a:pt x="16798" y="21600"/>
                </a:lnTo>
                <a:lnTo>
                  <a:pt x="15199" y="21600"/>
                </a:lnTo>
                <a:lnTo>
                  <a:pt x="13598" y="21600"/>
                </a:lnTo>
                <a:lnTo>
                  <a:pt x="11998" y="21600"/>
                </a:lnTo>
                <a:lnTo>
                  <a:pt x="10397" y="21600"/>
                </a:lnTo>
                <a:lnTo>
                  <a:pt x="8798" y="21600"/>
                </a:lnTo>
                <a:lnTo>
                  <a:pt x="7198" y="21600"/>
                </a:lnTo>
                <a:lnTo>
                  <a:pt x="5599" y="21600"/>
                </a:lnTo>
                <a:lnTo>
                  <a:pt x="3998" y="21600"/>
                </a:lnTo>
                <a:lnTo>
                  <a:pt x="2400" y="21600"/>
                </a:lnTo>
                <a:lnTo>
                  <a:pt x="2993" y="20052"/>
                </a:lnTo>
                <a:lnTo>
                  <a:pt x="3588" y="18496"/>
                </a:lnTo>
                <a:lnTo>
                  <a:pt x="4190" y="16929"/>
                </a:lnTo>
                <a:lnTo>
                  <a:pt x="4800" y="15347"/>
                </a:lnTo>
                <a:lnTo>
                  <a:pt x="3610" y="14572"/>
                </a:lnTo>
                <a:lnTo>
                  <a:pt x="2417" y="13797"/>
                </a:lnTo>
                <a:lnTo>
                  <a:pt x="1214" y="13012"/>
                </a:lnTo>
                <a:lnTo>
                  <a:pt x="0" y="12221"/>
                </a:lnTo>
                <a:lnTo>
                  <a:pt x="1068" y="10589"/>
                </a:lnTo>
                <a:lnTo>
                  <a:pt x="2153" y="8973"/>
                </a:lnTo>
                <a:lnTo>
                  <a:pt x="3245" y="7369"/>
                </a:lnTo>
                <a:lnTo>
                  <a:pt x="4346" y="5774"/>
                </a:lnTo>
                <a:lnTo>
                  <a:pt x="4706" y="5240"/>
                </a:lnTo>
                <a:lnTo>
                  <a:pt x="5342" y="4299"/>
                </a:lnTo>
                <a:lnTo>
                  <a:pt x="6794" y="2148"/>
                </a:lnTo>
                <a:lnTo>
                  <a:pt x="8474" y="750"/>
                </a:lnTo>
                <a:lnTo>
                  <a:pt x="9718" y="91"/>
                </a:lnTo>
                <a:lnTo>
                  <a:pt x="11136" y="0"/>
                </a:lnTo>
                <a:lnTo>
                  <a:pt x="13346" y="303"/>
                </a:lnTo>
                <a:close/>
              </a:path>
            </a:pathLst>
          </a:custGeom>
          <a:solidFill>
            <a:srgbClr val="FAF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289" name="contour_06287"/>
          <p:cNvSpPr/>
          <p:nvPr/>
        </p:nvSpPr>
        <p:spPr>
          <a:xfrm>
            <a:off x="7727643" y="4276768"/>
            <a:ext cx="51745" cy="523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" y="529"/>
                </a:moveTo>
                <a:lnTo>
                  <a:pt x="4329" y="262"/>
                </a:lnTo>
                <a:lnTo>
                  <a:pt x="7517" y="78"/>
                </a:lnTo>
                <a:lnTo>
                  <a:pt x="10024" y="0"/>
                </a:lnTo>
                <a:lnTo>
                  <a:pt x="12008" y="48"/>
                </a:lnTo>
                <a:lnTo>
                  <a:pt x="13632" y="238"/>
                </a:lnTo>
                <a:lnTo>
                  <a:pt x="15053" y="586"/>
                </a:lnTo>
                <a:lnTo>
                  <a:pt x="16428" y="1115"/>
                </a:lnTo>
                <a:lnTo>
                  <a:pt x="17922" y="1840"/>
                </a:lnTo>
                <a:lnTo>
                  <a:pt x="19693" y="2784"/>
                </a:lnTo>
                <a:lnTo>
                  <a:pt x="20602" y="4787"/>
                </a:lnTo>
                <a:lnTo>
                  <a:pt x="21208" y="6621"/>
                </a:lnTo>
                <a:lnTo>
                  <a:pt x="21533" y="8365"/>
                </a:lnTo>
                <a:lnTo>
                  <a:pt x="21600" y="10090"/>
                </a:lnTo>
                <a:lnTo>
                  <a:pt x="21424" y="11870"/>
                </a:lnTo>
                <a:lnTo>
                  <a:pt x="21031" y="13780"/>
                </a:lnTo>
                <a:lnTo>
                  <a:pt x="20441" y="15890"/>
                </a:lnTo>
                <a:lnTo>
                  <a:pt x="18862" y="17776"/>
                </a:lnTo>
                <a:lnTo>
                  <a:pt x="17240" y="19038"/>
                </a:lnTo>
                <a:lnTo>
                  <a:pt x="15458" y="19871"/>
                </a:lnTo>
                <a:lnTo>
                  <a:pt x="13398" y="20466"/>
                </a:lnTo>
                <a:lnTo>
                  <a:pt x="10946" y="21011"/>
                </a:lnTo>
                <a:lnTo>
                  <a:pt x="8527" y="21371"/>
                </a:lnTo>
                <a:lnTo>
                  <a:pt x="6927" y="21549"/>
                </a:lnTo>
                <a:lnTo>
                  <a:pt x="5437" y="21600"/>
                </a:lnTo>
                <a:lnTo>
                  <a:pt x="3340" y="21576"/>
                </a:lnTo>
                <a:lnTo>
                  <a:pt x="1576" y="19772"/>
                </a:lnTo>
                <a:lnTo>
                  <a:pt x="642" y="18416"/>
                </a:lnTo>
                <a:lnTo>
                  <a:pt x="219" y="16828"/>
                </a:lnTo>
                <a:lnTo>
                  <a:pt x="0" y="14330"/>
                </a:lnTo>
                <a:lnTo>
                  <a:pt x="37" y="12688"/>
                </a:lnTo>
                <a:lnTo>
                  <a:pt x="73" y="11038"/>
                </a:lnTo>
                <a:lnTo>
                  <a:pt x="110" y="9363"/>
                </a:lnTo>
                <a:lnTo>
                  <a:pt x="137" y="7712"/>
                </a:lnTo>
                <a:lnTo>
                  <a:pt x="164" y="6052"/>
                </a:lnTo>
                <a:lnTo>
                  <a:pt x="192" y="4369"/>
                </a:lnTo>
                <a:lnTo>
                  <a:pt x="243" y="2462"/>
                </a:lnTo>
                <a:lnTo>
                  <a:pt x="298" y="529"/>
                </a:lnTo>
                <a:close/>
              </a:path>
            </a:pathLst>
          </a:custGeom>
          <a:solidFill>
            <a:srgbClr val="E9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0" name="contour_06288"/>
          <p:cNvSpPr/>
          <p:nvPr/>
        </p:nvSpPr>
        <p:spPr>
          <a:xfrm>
            <a:off x="4047922" y="4285339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475"/>
                </a:lnTo>
                <a:lnTo>
                  <a:pt x="2851" y="950"/>
                </a:lnTo>
                <a:lnTo>
                  <a:pt x="4279" y="1426"/>
                </a:lnTo>
                <a:lnTo>
                  <a:pt x="5707" y="1903"/>
                </a:lnTo>
                <a:lnTo>
                  <a:pt x="7137" y="2378"/>
                </a:lnTo>
                <a:lnTo>
                  <a:pt x="8567" y="2856"/>
                </a:lnTo>
                <a:lnTo>
                  <a:pt x="10001" y="3334"/>
                </a:lnTo>
                <a:lnTo>
                  <a:pt x="11437" y="3814"/>
                </a:lnTo>
                <a:lnTo>
                  <a:pt x="12878" y="4291"/>
                </a:lnTo>
                <a:lnTo>
                  <a:pt x="14321" y="4774"/>
                </a:lnTo>
                <a:lnTo>
                  <a:pt x="15766" y="5256"/>
                </a:lnTo>
                <a:lnTo>
                  <a:pt x="17217" y="5738"/>
                </a:lnTo>
                <a:lnTo>
                  <a:pt x="18673" y="6226"/>
                </a:lnTo>
                <a:lnTo>
                  <a:pt x="20133" y="6710"/>
                </a:lnTo>
                <a:lnTo>
                  <a:pt x="21600" y="7200"/>
                </a:lnTo>
                <a:lnTo>
                  <a:pt x="20174" y="7596"/>
                </a:lnTo>
                <a:lnTo>
                  <a:pt x="18747" y="7992"/>
                </a:lnTo>
                <a:lnTo>
                  <a:pt x="17312" y="8390"/>
                </a:lnTo>
                <a:lnTo>
                  <a:pt x="15872" y="8791"/>
                </a:lnTo>
                <a:lnTo>
                  <a:pt x="14422" y="9194"/>
                </a:lnTo>
                <a:lnTo>
                  <a:pt x="12960" y="9600"/>
                </a:lnTo>
                <a:lnTo>
                  <a:pt x="12195" y="11304"/>
                </a:lnTo>
                <a:lnTo>
                  <a:pt x="11770" y="12511"/>
                </a:lnTo>
                <a:lnTo>
                  <a:pt x="11537" y="13802"/>
                </a:lnTo>
                <a:lnTo>
                  <a:pt x="11340" y="15749"/>
                </a:lnTo>
                <a:lnTo>
                  <a:pt x="11206" y="17198"/>
                </a:lnTo>
                <a:lnTo>
                  <a:pt x="11072" y="18653"/>
                </a:lnTo>
                <a:lnTo>
                  <a:pt x="10936" y="20119"/>
                </a:lnTo>
                <a:lnTo>
                  <a:pt x="10800" y="21600"/>
                </a:lnTo>
                <a:lnTo>
                  <a:pt x="9463" y="21302"/>
                </a:lnTo>
                <a:lnTo>
                  <a:pt x="8126" y="21005"/>
                </a:lnTo>
                <a:lnTo>
                  <a:pt x="6785" y="20707"/>
                </a:lnTo>
                <a:lnTo>
                  <a:pt x="5441" y="20410"/>
                </a:lnTo>
                <a:lnTo>
                  <a:pt x="4091" y="20110"/>
                </a:lnTo>
                <a:lnTo>
                  <a:pt x="2735" y="19807"/>
                </a:lnTo>
                <a:lnTo>
                  <a:pt x="1372" y="19505"/>
                </a:lnTo>
                <a:lnTo>
                  <a:pt x="0" y="19200"/>
                </a:lnTo>
                <a:lnTo>
                  <a:pt x="406" y="17414"/>
                </a:lnTo>
                <a:lnTo>
                  <a:pt x="721" y="16147"/>
                </a:lnTo>
                <a:lnTo>
                  <a:pt x="1050" y="15053"/>
                </a:lnTo>
                <a:lnTo>
                  <a:pt x="1495" y="13786"/>
                </a:lnTo>
                <a:lnTo>
                  <a:pt x="2160" y="12000"/>
                </a:lnTo>
                <a:lnTo>
                  <a:pt x="3588" y="12000"/>
                </a:lnTo>
                <a:lnTo>
                  <a:pt x="5024" y="12000"/>
                </a:lnTo>
                <a:lnTo>
                  <a:pt x="6480" y="12000"/>
                </a:lnTo>
                <a:lnTo>
                  <a:pt x="6480" y="10414"/>
                </a:lnTo>
                <a:lnTo>
                  <a:pt x="6480" y="8818"/>
                </a:lnTo>
                <a:lnTo>
                  <a:pt x="6480" y="7200"/>
                </a:lnTo>
                <a:lnTo>
                  <a:pt x="5409" y="6804"/>
                </a:lnTo>
                <a:lnTo>
                  <a:pt x="4333" y="6406"/>
                </a:lnTo>
                <a:lnTo>
                  <a:pt x="3240" y="6000"/>
                </a:lnTo>
                <a:lnTo>
                  <a:pt x="2169" y="5604"/>
                </a:lnTo>
                <a:lnTo>
                  <a:pt x="1093" y="5206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15181D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1" name="contour_06289"/>
          <p:cNvSpPr/>
          <p:nvPr/>
        </p:nvSpPr>
        <p:spPr>
          <a:xfrm>
            <a:off x="950526" y="4248899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0174" y="356"/>
                </a:lnTo>
                <a:lnTo>
                  <a:pt x="18747" y="713"/>
                </a:lnTo>
                <a:lnTo>
                  <a:pt x="17312" y="1071"/>
                </a:lnTo>
                <a:lnTo>
                  <a:pt x="15872" y="1432"/>
                </a:lnTo>
                <a:lnTo>
                  <a:pt x="14422" y="1795"/>
                </a:lnTo>
                <a:lnTo>
                  <a:pt x="12960" y="2160"/>
                </a:lnTo>
                <a:lnTo>
                  <a:pt x="13483" y="3028"/>
                </a:lnTo>
                <a:lnTo>
                  <a:pt x="14014" y="3907"/>
                </a:lnTo>
                <a:lnTo>
                  <a:pt x="14526" y="5238"/>
                </a:lnTo>
                <a:lnTo>
                  <a:pt x="14906" y="6517"/>
                </a:lnTo>
                <a:lnTo>
                  <a:pt x="15170" y="7772"/>
                </a:lnTo>
                <a:lnTo>
                  <a:pt x="15345" y="9029"/>
                </a:lnTo>
                <a:lnTo>
                  <a:pt x="15446" y="10316"/>
                </a:lnTo>
                <a:lnTo>
                  <a:pt x="15500" y="11662"/>
                </a:lnTo>
                <a:lnTo>
                  <a:pt x="15526" y="13094"/>
                </a:lnTo>
                <a:lnTo>
                  <a:pt x="15556" y="14234"/>
                </a:lnTo>
                <a:lnTo>
                  <a:pt x="15587" y="15384"/>
                </a:lnTo>
                <a:lnTo>
                  <a:pt x="15617" y="16546"/>
                </a:lnTo>
                <a:lnTo>
                  <a:pt x="15371" y="17982"/>
                </a:lnTo>
                <a:lnTo>
                  <a:pt x="15120" y="19440"/>
                </a:lnTo>
                <a:lnTo>
                  <a:pt x="13822" y="20304"/>
                </a:lnTo>
                <a:lnTo>
                  <a:pt x="12941" y="20818"/>
                </a:lnTo>
                <a:lnTo>
                  <a:pt x="12068" y="21183"/>
                </a:lnTo>
                <a:lnTo>
                  <a:pt x="10800" y="21600"/>
                </a:lnTo>
                <a:lnTo>
                  <a:pt x="10444" y="20503"/>
                </a:lnTo>
                <a:lnTo>
                  <a:pt x="10083" y="19390"/>
                </a:lnTo>
                <a:lnTo>
                  <a:pt x="9456" y="17693"/>
                </a:lnTo>
                <a:lnTo>
                  <a:pt x="8834" y="16170"/>
                </a:lnTo>
                <a:lnTo>
                  <a:pt x="8202" y="14802"/>
                </a:lnTo>
                <a:lnTo>
                  <a:pt x="7530" y="13563"/>
                </a:lnTo>
                <a:lnTo>
                  <a:pt x="6802" y="12429"/>
                </a:lnTo>
                <a:lnTo>
                  <a:pt x="5992" y="11377"/>
                </a:lnTo>
                <a:lnTo>
                  <a:pt x="5082" y="10381"/>
                </a:lnTo>
                <a:lnTo>
                  <a:pt x="4050" y="9418"/>
                </a:lnTo>
                <a:lnTo>
                  <a:pt x="2873" y="8461"/>
                </a:lnTo>
                <a:lnTo>
                  <a:pt x="1531" y="7491"/>
                </a:lnTo>
                <a:lnTo>
                  <a:pt x="0" y="6480"/>
                </a:lnTo>
                <a:lnTo>
                  <a:pt x="0" y="5197"/>
                </a:lnTo>
                <a:lnTo>
                  <a:pt x="0" y="3910"/>
                </a:lnTo>
                <a:lnTo>
                  <a:pt x="0" y="2618"/>
                </a:lnTo>
                <a:lnTo>
                  <a:pt x="0" y="1315"/>
                </a:lnTo>
                <a:lnTo>
                  <a:pt x="0" y="0"/>
                </a:lnTo>
                <a:close/>
              </a:path>
            </a:pathLst>
          </a:custGeom>
          <a:solidFill>
            <a:srgbClr val="A796C4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2" name="contour_06290"/>
          <p:cNvSpPr/>
          <p:nvPr/>
        </p:nvSpPr>
        <p:spPr>
          <a:xfrm>
            <a:off x="3931314" y="4240897"/>
            <a:ext cx="102032" cy="38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48" y="0"/>
                </a:moveTo>
                <a:lnTo>
                  <a:pt x="10880" y="21"/>
                </a:lnTo>
                <a:lnTo>
                  <a:pt x="11928" y="41"/>
                </a:lnTo>
                <a:lnTo>
                  <a:pt x="12995" y="94"/>
                </a:lnTo>
                <a:lnTo>
                  <a:pt x="14079" y="144"/>
                </a:lnTo>
                <a:lnTo>
                  <a:pt x="15165" y="172"/>
                </a:lnTo>
                <a:lnTo>
                  <a:pt x="16266" y="201"/>
                </a:lnTo>
                <a:lnTo>
                  <a:pt x="17334" y="234"/>
                </a:lnTo>
                <a:lnTo>
                  <a:pt x="18400" y="271"/>
                </a:lnTo>
                <a:lnTo>
                  <a:pt x="19466" y="308"/>
                </a:lnTo>
                <a:lnTo>
                  <a:pt x="20534" y="353"/>
                </a:lnTo>
                <a:lnTo>
                  <a:pt x="21600" y="402"/>
                </a:lnTo>
                <a:lnTo>
                  <a:pt x="21345" y="3116"/>
                </a:lnTo>
                <a:lnTo>
                  <a:pt x="21089" y="5830"/>
                </a:lnTo>
                <a:lnTo>
                  <a:pt x="20835" y="8552"/>
                </a:lnTo>
                <a:lnTo>
                  <a:pt x="20577" y="11291"/>
                </a:lnTo>
                <a:lnTo>
                  <a:pt x="20318" y="14046"/>
                </a:lnTo>
                <a:lnTo>
                  <a:pt x="20057" y="16825"/>
                </a:lnTo>
                <a:lnTo>
                  <a:pt x="19105" y="16238"/>
                </a:lnTo>
                <a:lnTo>
                  <a:pt x="18141" y="15639"/>
                </a:lnTo>
                <a:lnTo>
                  <a:pt x="17308" y="15183"/>
                </a:lnTo>
                <a:lnTo>
                  <a:pt x="16470" y="14723"/>
                </a:lnTo>
                <a:lnTo>
                  <a:pt x="15621" y="14259"/>
                </a:lnTo>
                <a:lnTo>
                  <a:pt x="14798" y="13783"/>
                </a:lnTo>
                <a:lnTo>
                  <a:pt x="13967" y="13302"/>
                </a:lnTo>
                <a:lnTo>
                  <a:pt x="13127" y="12814"/>
                </a:lnTo>
                <a:lnTo>
                  <a:pt x="11757" y="12822"/>
                </a:lnTo>
                <a:lnTo>
                  <a:pt x="10891" y="13229"/>
                </a:lnTo>
                <a:lnTo>
                  <a:pt x="10164" y="14399"/>
                </a:lnTo>
                <a:lnTo>
                  <a:pt x="9209" y="16694"/>
                </a:lnTo>
                <a:lnTo>
                  <a:pt x="8837" y="17753"/>
                </a:lnTo>
                <a:lnTo>
                  <a:pt x="7714" y="20931"/>
                </a:lnTo>
                <a:lnTo>
                  <a:pt x="6532" y="21391"/>
                </a:lnTo>
                <a:lnTo>
                  <a:pt x="5716" y="21596"/>
                </a:lnTo>
                <a:lnTo>
                  <a:pt x="4886" y="21600"/>
                </a:lnTo>
                <a:lnTo>
                  <a:pt x="3664" y="21444"/>
                </a:lnTo>
                <a:lnTo>
                  <a:pt x="2629" y="21333"/>
                </a:lnTo>
                <a:lnTo>
                  <a:pt x="1580" y="21218"/>
                </a:lnTo>
                <a:lnTo>
                  <a:pt x="1186" y="21148"/>
                </a:lnTo>
                <a:lnTo>
                  <a:pt x="0" y="20931"/>
                </a:lnTo>
                <a:lnTo>
                  <a:pt x="443" y="18270"/>
                </a:lnTo>
                <a:lnTo>
                  <a:pt x="893" y="15618"/>
                </a:lnTo>
                <a:lnTo>
                  <a:pt x="1350" y="12974"/>
                </a:lnTo>
                <a:lnTo>
                  <a:pt x="1726" y="10757"/>
                </a:lnTo>
                <a:lnTo>
                  <a:pt x="2109" y="8499"/>
                </a:lnTo>
                <a:lnTo>
                  <a:pt x="2851" y="5904"/>
                </a:lnTo>
                <a:lnTo>
                  <a:pt x="3653" y="3884"/>
                </a:lnTo>
                <a:lnTo>
                  <a:pt x="4521" y="2373"/>
                </a:lnTo>
                <a:lnTo>
                  <a:pt x="5451" y="1297"/>
                </a:lnTo>
                <a:lnTo>
                  <a:pt x="6448" y="595"/>
                </a:lnTo>
                <a:lnTo>
                  <a:pt x="7512" y="193"/>
                </a:lnTo>
                <a:lnTo>
                  <a:pt x="8645" y="16"/>
                </a:lnTo>
                <a:lnTo>
                  <a:pt x="9848" y="0"/>
                </a:lnTo>
                <a:close/>
              </a:path>
            </a:pathLst>
          </a:custGeom>
          <a:solidFill>
            <a:srgbClr val="171616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3" name="contour_06291"/>
          <p:cNvSpPr/>
          <p:nvPr/>
        </p:nvSpPr>
        <p:spPr>
          <a:xfrm>
            <a:off x="2226077" y="4167521"/>
            <a:ext cx="65439" cy="522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81" y="124"/>
                </a:moveTo>
                <a:lnTo>
                  <a:pt x="15001" y="178"/>
                </a:lnTo>
                <a:lnTo>
                  <a:pt x="16534" y="232"/>
                </a:lnTo>
                <a:lnTo>
                  <a:pt x="18085" y="289"/>
                </a:lnTo>
                <a:lnTo>
                  <a:pt x="18603" y="320"/>
                </a:lnTo>
                <a:lnTo>
                  <a:pt x="19514" y="374"/>
                </a:lnTo>
                <a:lnTo>
                  <a:pt x="21600" y="500"/>
                </a:lnTo>
                <a:lnTo>
                  <a:pt x="20428" y="1013"/>
                </a:lnTo>
                <a:lnTo>
                  <a:pt x="19242" y="1537"/>
                </a:lnTo>
                <a:lnTo>
                  <a:pt x="18631" y="2029"/>
                </a:lnTo>
                <a:lnTo>
                  <a:pt x="16789" y="3515"/>
                </a:lnTo>
                <a:lnTo>
                  <a:pt x="16454" y="5591"/>
                </a:lnTo>
                <a:lnTo>
                  <a:pt x="16264" y="7068"/>
                </a:lnTo>
                <a:lnTo>
                  <a:pt x="16149" y="8654"/>
                </a:lnTo>
                <a:lnTo>
                  <a:pt x="16036" y="11050"/>
                </a:lnTo>
                <a:lnTo>
                  <a:pt x="15735" y="13465"/>
                </a:lnTo>
                <a:lnTo>
                  <a:pt x="15463" y="15056"/>
                </a:lnTo>
                <a:lnTo>
                  <a:pt x="15064" y="16527"/>
                </a:lnTo>
                <a:lnTo>
                  <a:pt x="14383" y="18586"/>
                </a:lnTo>
                <a:lnTo>
                  <a:pt x="12916" y="19369"/>
                </a:lnTo>
                <a:lnTo>
                  <a:pt x="11453" y="20002"/>
                </a:lnTo>
                <a:lnTo>
                  <a:pt x="9988" y="20500"/>
                </a:lnTo>
                <a:lnTo>
                  <a:pt x="8511" y="20880"/>
                </a:lnTo>
                <a:lnTo>
                  <a:pt x="7020" y="21160"/>
                </a:lnTo>
                <a:lnTo>
                  <a:pt x="5499" y="21362"/>
                </a:lnTo>
                <a:lnTo>
                  <a:pt x="3948" y="21504"/>
                </a:lnTo>
                <a:lnTo>
                  <a:pt x="2355" y="21600"/>
                </a:lnTo>
                <a:lnTo>
                  <a:pt x="1961" y="19816"/>
                </a:lnTo>
                <a:lnTo>
                  <a:pt x="1580" y="18028"/>
                </a:lnTo>
                <a:lnTo>
                  <a:pt x="1210" y="16235"/>
                </a:lnTo>
                <a:lnTo>
                  <a:pt x="852" y="14441"/>
                </a:lnTo>
                <a:lnTo>
                  <a:pt x="431" y="12443"/>
                </a:lnTo>
                <a:lnTo>
                  <a:pt x="5" y="10414"/>
                </a:lnTo>
                <a:lnTo>
                  <a:pt x="0" y="8114"/>
                </a:lnTo>
                <a:lnTo>
                  <a:pt x="183" y="6580"/>
                </a:lnTo>
                <a:lnTo>
                  <a:pt x="712" y="5118"/>
                </a:lnTo>
                <a:lnTo>
                  <a:pt x="1754" y="3044"/>
                </a:lnTo>
                <a:lnTo>
                  <a:pt x="3430" y="1784"/>
                </a:lnTo>
                <a:lnTo>
                  <a:pt x="5008" y="916"/>
                </a:lnTo>
                <a:lnTo>
                  <a:pt x="6546" y="377"/>
                </a:lnTo>
                <a:lnTo>
                  <a:pt x="8102" y="93"/>
                </a:lnTo>
                <a:lnTo>
                  <a:pt x="9738" y="0"/>
                </a:lnTo>
                <a:lnTo>
                  <a:pt x="11511" y="33"/>
                </a:lnTo>
                <a:lnTo>
                  <a:pt x="13481" y="124"/>
                </a:lnTo>
                <a:close/>
              </a:path>
            </a:pathLst>
          </a:custGeom>
          <a:solidFill>
            <a:srgbClr val="D3D4D7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4" name="contour_06292"/>
          <p:cNvSpPr/>
          <p:nvPr/>
        </p:nvSpPr>
        <p:spPr>
          <a:xfrm>
            <a:off x="7699206" y="4081275"/>
            <a:ext cx="58304" cy="516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302"/>
                </a:lnTo>
                <a:lnTo>
                  <a:pt x="6445" y="604"/>
                </a:lnTo>
                <a:lnTo>
                  <a:pt x="8319" y="906"/>
                </a:lnTo>
                <a:lnTo>
                  <a:pt x="10195" y="1211"/>
                </a:lnTo>
                <a:lnTo>
                  <a:pt x="12080" y="1513"/>
                </a:lnTo>
                <a:lnTo>
                  <a:pt x="13967" y="1818"/>
                </a:lnTo>
                <a:lnTo>
                  <a:pt x="15862" y="2122"/>
                </a:lnTo>
                <a:lnTo>
                  <a:pt x="17766" y="2430"/>
                </a:lnTo>
                <a:lnTo>
                  <a:pt x="19678" y="2739"/>
                </a:lnTo>
                <a:lnTo>
                  <a:pt x="21600" y="3050"/>
                </a:lnTo>
                <a:lnTo>
                  <a:pt x="21109" y="6346"/>
                </a:lnTo>
                <a:lnTo>
                  <a:pt x="20685" y="8953"/>
                </a:lnTo>
                <a:lnTo>
                  <a:pt x="20282" y="11009"/>
                </a:lnTo>
                <a:lnTo>
                  <a:pt x="19845" y="12640"/>
                </a:lnTo>
                <a:lnTo>
                  <a:pt x="19321" y="13979"/>
                </a:lnTo>
                <a:lnTo>
                  <a:pt x="18662" y="15159"/>
                </a:lnTo>
                <a:lnTo>
                  <a:pt x="17817" y="16312"/>
                </a:lnTo>
                <a:lnTo>
                  <a:pt x="16732" y="17568"/>
                </a:lnTo>
                <a:lnTo>
                  <a:pt x="15358" y="19060"/>
                </a:lnTo>
                <a:lnTo>
                  <a:pt x="13538" y="19904"/>
                </a:lnTo>
                <a:lnTo>
                  <a:pt x="11839" y="20551"/>
                </a:lnTo>
                <a:lnTo>
                  <a:pt x="10220" y="21024"/>
                </a:lnTo>
                <a:lnTo>
                  <a:pt x="8640" y="21344"/>
                </a:lnTo>
                <a:lnTo>
                  <a:pt x="7063" y="21527"/>
                </a:lnTo>
                <a:lnTo>
                  <a:pt x="5451" y="21600"/>
                </a:lnTo>
                <a:lnTo>
                  <a:pt x="3761" y="21579"/>
                </a:lnTo>
                <a:lnTo>
                  <a:pt x="1957" y="21487"/>
                </a:lnTo>
                <a:lnTo>
                  <a:pt x="0" y="21347"/>
                </a:lnTo>
                <a:lnTo>
                  <a:pt x="267" y="19234"/>
                </a:lnTo>
                <a:lnTo>
                  <a:pt x="535" y="17117"/>
                </a:lnTo>
                <a:lnTo>
                  <a:pt x="802" y="15001"/>
                </a:lnTo>
                <a:lnTo>
                  <a:pt x="1072" y="12881"/>
                </a:lnTo>
                <a:lnTo>
                  <a:pt x="1339" y="10753"/>
                </a:lnTo>
                <a:lnTo>
                  <a:pt x="1609" y="8621"/>
                </a:lnTo>
                <a:lnTo>
                  <a:pt x="1879" y="6480"/>
                </a:lnTo>
                <a:lnTo>
                  <a:pt x="2152" y="4330"/>
                </a:lnTo>
                <a:lnTo>
                  <a:pt x="2425" y="2171"/>
                </a:lnTo>
                <a:lnTo>
                  <a:pt x="2700" y="0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5" name="contour_06293"/>
          <p:cNvSpPr/>
          <p:nvPr/>
        </p:nvSpPr>
        <p:spPr>
          <a:xfrm>
            <a:off x="4638249" y="3722575"/>
            <a:ext cx="118248" cy="31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00" y="1079"/>
                </a:moveTo>
                <a:lnTo>
                  <a:pt x="21500" y="4613"/>
                </a:lnTo>
                <a:lnTo>
                  <a:pt x="21600" y="7152"/>
                </a:lnTo>
                <a:lnTo>
                  <a:pt x="21600" y="9409"/>
                </a:lnTo>
                <a:lnTo>
                  <a:pt x="21500" y="12097"/>
                </a:lnTo>
                <a:lnTo>
                  <a:pt x="21300" y="15928"/>
                </a:lnTo>
                <a:lnTo>
                  <a:pt x="20480" y="17205"/>
                </a:lnTo>
                <a:lnTo>
                  <a:pt x="19636" y="18289"/>
                </a:lnTo>
                <a:lnTo>
                  <a:pt x="18771" y="19180"/>
                </a:lnTo>
                <a:lnTo>
                  <a:pt x="17887" y="19907"/>
                </a:lnTo>
                <a:lnTo>
                  <a:pt x="16988" y="20481"/>
                </a:lnTo>
                <a:lnTo>
                  <a:pt x="16077" y="20917"/>
                </a:lnTo>
                <a:lnTo>
                  <a:pt x="15154" y="21229"/>
                </a:lnTo>
                <a:lnTo>
                  <a:pt x="14226" y="21437"/>
                </a:lnTo>
                <a:lnTo>
                  <a:pt x="13294" y="21555"/>
                </a:lnTo>
                <a:lnTo>
                  <a:pt x="12361" y="21600"/>
                </a:lnTo>
                <a:lnTo>
                  <a:pt x="11429" y="21585"/>
                </a:lnTo>
                <a:lnTo>
                  <a:pt x="10502" y="21531"/>
                </a:lnTo>
                <a:lnTo>
                  <a:pt x="9585" y="21442"/>
                </a:lnTo>
                <a:lnTo>
                  <a:pt x="8677" y="21348"/>
                </a:lnTo>
                <a:lnTo>
                  <a:pt x="7784" y="21258"/>
                </a:lnTo>
                <a:lnTo>
                  <a:pt x="6907" y="21184"/>
                </a:lnTo>
                <a:lnTo>
                  <a:pt x="6608" y="21174"/>
                </a:lnTo>
                <a:lnTo>
                  <a:pt x="6083" y="21159"/>
                </a:lnTo>
                <a:lnTo>
                  <a:pt x="4880" y="21120"/>
                </a:lnTo>
                <a:lnTo>
                  <a:pt x="4067" y="21090"/>
                </a:lnTo>
                <a:lnTo>
                  <a:pt x="3254" y="21056"/>
                </a:lnTo>
                <a:lnTo>
                  <a:pt x="2440" y="21016"/>
                </a:lnTo>
                <a:lnTo>
                  <a:pt x="1627" y="20971"/>
                </a:lnTo>
                <a:lnTo>
                  <a:pt x="813" y="20927"/>
                </a:lnTo>
                <a:lnTo>
                  <a:pt x="0" y="20877"/>
                </a:lnTo>
                <a:lnTo>
                  <a:pt x="538" y="19902"/>
                </a:lnTo>
                <a:lnTo>
                  <a:pt x="1082" y="18907"/>
                </a:lnTo>
                <a:lnTo>
                  <a:pt x="1795" y="17601"/>
                </a:lnTo>
                <a:lnTo>
                  <a:pt x="2517" y="16274"/>
                </a:lnTo>
                <a:lnTo>
                  <a:pt x="3220" y="14992"/>
                </a:lnTo>
                <a:lnTo>
                  <a:pt x="3933" y="13686"/>
                </a:lnTo>
                <a:lnTo>
                  <a:pt x="4699" y="12141"/>
                </a:lnTo>
                <a:lnTo>
                  <a:pt x="5450" y="10543"/>
                </a:lnTo>
                <a:lnTo>
                  <a:pt x="6189" y="8885"/>
                </a:lnTo>
                <a:lnTo>
                  <a:pt x="6923" y="7172"/>
                </a:lnTo>
                <a:lnTo>
                  <a:pt x="7655" y="5410"/>
                </a:lnTo>
                <a:lnTo>
                  <a:pt x="8487" y="3979"/>
                </a:lnTo>
                <a:lnTo>
                  <a:pt x="9342" y="2806"/>
                </a:lnTo>
                <a:lnTo>
                  <a:pt x="10218" y="1871"/>
                </a:lnTo>
                <a:lnTo>
                  <a:pt x="11111" y="1158"/>
                </a:lnTo>
                <a:lnTo>
                  <a:pt x="12019" y="634"/>
                </a:lnTo>
                <a:lnTo>
                  <a:pt x="12940" y="282"/>
                </a:lnTo>
                <a:lnTo>
                  <a:pt x="13869" y="79"/>
                </a:lnTo>
                <a:lnTo>
                  <a:pt x="14806" y="0"/>
                </a:lnTo>
                <a:lnTo>
                  <a:pt x="15746" y="25"/>
                </a:lnTo>
                <a:lnTo>
                  <a:pt x="16686" y="134"/>
                </a:lnTo>
                <a:lnTo>
                  <a:pt x="17625" y="297"/>
                </a:lnTo>
                <a:lnTo>
                  <a:pt x="18558" y="495"/>
                </a:lnTo>
                <a:lnTo>
                  <a:pt x="19485" y="708"/>
                </a:lnTo>
                <a:lnTo>
                  <a:pt x="20399" y="911"/>
                </a:lnTo>
                <a:lnTo>
                  <a:pt x="21300" y="1079"/>
                </a:lnTo>
                <a:close/>
              </a:path>
            </a:pathLst>
          </a:custGeom>
          <a:solidFill>
            <a:srgbClr val="BAD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6" name="contour_06294"/>
          <p:cNvSpPr/>
          <p:nvPr/>
        </p:nvSpPr>
        <p:spPr>
          <a:xfrm>
            <a:off x="10607114" y="3610726"/>
            <a:ext cx="65592" cy="40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16" y="221"/>
                </a:moveTo>
                <a:lnTo>
                  <a:pt x="7958" y="74"/>
                </a:lnTo>
                <a:lnTo>
                  <a:pt x="9617" y="0"/>
                </a:lnTo>
                <a:lnTo>
                  <a:pt x="11220" y="16"/>
                </a:lnTo>
                <a:lnTo>
                  <a:pt x="12785" y="144"/>
                </a:lnTo>
                <a:lnTo>
                  <a:pt x="14342" y="408"/>
                </a:lnTo>
                <a:lnTo>
                  <a:pt x="15914" y="823"/>
                </a:lnTo>
                <a:lnTo>
                  <a:pt x="17525" y="1413"/>
                </a:lnTo>
                <a:lnTo>
                  <a:pt x="19200" y="2193"/>
                </a:lnTo>
                <a:lnTo>
                  <a:pt x="20023" y="4638"/>
                </a:lnTo>
                <a:lnTo>
                  <a:pt x="20623" y="6940"/>
                </a:lnTo>
                <a:lnTo>
                  <a:pt x="21038" y="9164"/>
                </a:lnTo>
                <a:lnTo>
                  <a:pt x="21302" y="11384"/>
                </a:lnTo>
                <a:lnTo>
                  <a:pt x="21451" y="13666"/>
                </a:lnTo>
                <a:lnTo>
                  <a:pt x="21528" y="16085"/>
                </a:lnTo>
                <a:lnTo>
                  <a:pt x="21564" y="18704"/>
                </a:lnTo>
                <a:lnTo>
                  <a:pt x="21600" y="21600"/>
                </a:lnTo>
                <a:lnTo>
                  <a:pt x="19954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0" y="21600"/>
                </a:lnTo>
                <a:lnTo>
                  <a:pt x="0" y="21600"/>
                </a:lnTo>
                <a:lnTo>
                  <a:pt x="91" y="16147"/>
                </a:lnTo>
                <a:lnTo>
                  <a:pt x="214" y="11869"/>
                </a:lnTo>
                <a:lnTo>
                  <a:pt x="418" y="8601"/>
                </a:lnTo>
                <a:lnTo>
                  <a:pt x="756" y="6160"/>
                </a:lnTo>
                <a:lnTo>
                  <a:pt x="1274" y="4370"/>
                </a:lnTo>
                <a:lnTo>
                  <a:pt x="2030" y="3059"/>
                </a:lnTo>
                <a:lnTo>
                  <a:pt x="3072" y="2045"/>
                </a:lnTo>
                <a:lnTo>
                  <a:pt x="4450" y="1161"/>
                </a:lnTo>
                <a:lnTo>
                  <a:pt x="6216" y="221"/>
                </a:lnTo>
                <a:close/>
              </a:path>
            </a:pathLst>
          </a:custGeom>
          <a:solidFill>
            <a:srgbClr val="8FB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7" name="contour_06295"/>
          <p:cNvSpPr/>
          <p:nvPr/>
        </p:nvSpPr>
        <p:spPr>
          <a:xfrm>
            <a:off x="5046377" y="3570839"/>
            <a:ext cx="145760" cy="297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490"/>
                </a:moveTo>
                <a:lnTo>
                  <a:pt x="20883" y="7098"/>
                </a:lnTo>
                <a:lnTo>
                  <a:pt x="20164" y="8605"/>
                </a:lnTo>
                <a:lnTo>
                  <a:pt x="19443" y="10001"/>
                </a:lnTo>
                <a:lnTo>
                  <a:pt x="18721" y="11302"/>
                </a:lnTo>
                <a:lnTo>
                  <a:pt x="17996" y="12508"/>
                </a:lnTo>
                <a:lnTo>
                  <a:pt x="17270" y="13619"/>
                </a:lnTo>
                <a:lnTo>
                  <a:pt x="16542" y="14640"/>
                </a:lnTo>
                <a:lnTo>
                  <a:pt x="15812" y="15571"/>
                </a:lnTo>
                <a:lnTo>
                  <a:pt x="15080" y="16422"/>
                </a:lnTo>
                <a:lnTo>
                  <a:pt x="14347" y="17194"/>
                </a:lnTo>
                <a:lnTo>
                  <a:pt x="13611" y="17892"/>
                </a:lnTo>
                <a:lnTo>
                  <a:pt x="12873" y="18517"/>
                </a:lnTo>
                <a:lnTo>
                  <a:pt x="12133" y="19072"/>
                </a:lnTo>
                <a:lnTo>
                  <a:pt x="11391" y="19558"/>
                </a:lnTo>
                <a:lnTo>
                  <a:pt x="10648" y="19987"/>
                </a:lnTo>
                <a:lnTo>
                  <a:pt x="9901" y="20357"/>
                </a:lnTo>
                <a:lnTo>
                  <a:pt x="9153" y="20669"/>
                </a:lnTo>
                <a:lnTo>
                  <a:pt x="8402" y="20928"/>
                </a:lnTo>
                <a:lnTo>
                  <a:pt x="7650" y="21140"/>
                </a:lnTo>
                <a:lnTo>
                  <a:pt x="6896" y="21309"/>
                </a:lnTo>
                <a:lnTo>
                  <a:pt x="6139" y="21436"/>
                </a:lnTo>
                <a:lnTo>
                  <a:pt x="5379" y="21521"/>
                </a:lnTo>
                <a:lnTo>
                  <a:pt x="4618" y="21574"/>
                </a:lnTo>
                <a:lnTo>
                  <a:pt x="3855" y="21600"/>
                </a:lnTo>
                <a:lnTo>
                  <a:pt x="3088" y="21589"/>
                </a:lnTo>
                <a:lnTo>
                  <a:pt x="2320" y="21563"/>
                </a:lnTo>
                <a:lnTo>
                  <a:pt x="1549" y="21510"/>
                </a:lnTo>
                <a:lnTo>
                  <a:pt x="775" y="21441"/>
                </a:lnTo>
                <a:lnTo>
                  <a:pt x="0" y="21357"/>
                </a:lnTo>
                <a:lnTo>
                  <a:pt x="0" y="17861"/>
                </a:lnTo>
                <a:lnTo>
                  <a:pt x="0" y="14344"/>
                </a:lnTo>
                <a:lnTo>
                  <a:pt x="0" y="10779"/>
                </a:lnTo>
                <a:lnTo>
                  <a:pt x="693" y="9309"/>
                </a:lnTo>
                <a:lnTo>
                  <a:pt x="1398" y="8050"/>
                </a:lnTo>
                <a:lnTo>
                  <a:pt x="2111" y="6987"/>
                </a:lnTo>
                <a:lnTo>
                  <a:pt x="2834" y="6098"/>
                </a:lnTo>
                <a:lnTo>
                  <a:pt x="3563" y="5368"/>
                </a:lnTo>
                <a:lnTo>
                  <a:pt x="4298" y="4771"/>
                </a:lnTo>
                <a:lnTo>
                  <a:pt x="5040" y="4289"/>
                </a:lnTo>
                <a:lnTo>
                  <a:pt x="5786" y="3909"/>
                </a:lnTo>
                <a:lnTo>
                  <a:pt x="6534" y="3602"/>
                </a:lnTo>
                <a:lnTo>
                  <a:pt x="7285" y="3353"/>
                </a:lnTo>
                <a:lnTo>
                  <a:pt x="8036" y="3142"/>
                </a:lnTo>
                <a:lnTo>
                  <a:pt x="8788" y="2951"/>
                </a:lnTo>
                <a:lnTo>
                  <a:pt x="9539" y="2756"/>
                </a:lnTo>
                <a:lnTo>
                  <a:pt x="10287" y="2539"/>
                </a:lnTo>
                <a:lnTo>
                  <a:pt x="10960" y="2322"/>
                </a:lnTo>
                <a:lnTo>
                  <a:pt x="11633" y="2089"/>
                </a:lnTo>
                <a:lnTo>
                  <a:pt x="12306" y="1851"/>
                </a:lnTo>
                <a:lnTo>
                  <a:pt x="12977" y="1608"/>
                </a:lnTo>
                <a:lnTo>
                  <a:pt x="13650" y="1359"/>
                </a:lnTo>
                <a:lnTo>
                  <a:pt x="14360" y="1127"/>
                </a:lnTo>
                <a:lnTo>
                  <a:pt x="15075" y="894"/>
                </a:lnTo>
                <a:lnTo>
                  <a:pt x="15799" y="656"/>
                </a:lnTo>
                <a:lnTo>
                  <a:pt x="16088" y="561"/>
                </a:lnTo>
                <a:lnTo>
                  <a:pt x="16595" y="391"/>
                </a:lnTo>
                <a:lnTo>
                  <a:pt x="17760" y="0"/>
                </a:lnTo>
                <a:lnTo>
                  <a:pt x="18521" y="175"/>
                </a:lnTo>
                <a:lnTo>
                  <a:pt x="19183" y="555"/>
                </a:lnTo>
                <a:lnTo>
                  <a:pt x="19783" y="1206"/>
                </a:lnTo>
                <a:lnTo>
                  <a:pt x="20361" y="2200"/>
                </a:lnTo>
                <a:lnTo>
                  <a:pt x="20954" y="3607"/>
                </a:lnTo>
                <a:lnTo>
                  <a:pt x="21600" y="5490"/>
                </a:lnTo>
                <a:close/>
              </a:path>
            </a:pathLst>
          </a:custGeom>
          <a:solidFill>
            <a:srgbClr val="99ADB2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8" name="contour_06296"/>
          <p:cNvSpPr/>
          <p:nvPr/>
        </p:nvSpPr>
        <p:spPr>
          <a:xfrm>
            <a:off x="8078181" y="3562421"/>
            <a:ext cx="182200" cy="239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70"/>
                </a:moveTo>
                <a:lnTo>
                  <a:pt x="21081" y="4171"/>
                </a:lnTo>
                <a:lnTo>
                  <a:pt x="20574" y="6750"/>
                </a:lnTo>
                <a:lnTo>
                  <a:pt x="20074" y="9033"/>
                </a:lnTo>
                <a:lnTo>
                  <a:pt x="19577" y="11020"/>
                </a:lnTo>
                <a:lnTo>
                  <a:pt x="19075" y="12751"/>
                </a:lnTo>
                <a:lnTo>
                  <a:pt x="18562" y="14225"/>
                </a:lnTo>
                <a:lnTo>
                  <a:pt x="18035" y="15475"/>
                </a:lnTo>
                <a:lnTo>
                  <a:pt x="17487" y="16514"/>
                </a:lnTo>
                <a:lnTo>
                  <a:pt x="16912" y="17356"/>
                </a:lnTo>
                <a:lnTo>
                  <a:pt x="16305" y="18027"/>
                </a:lnTo>
                <a:lnTo>
                  <a:pt x="15660" y="18541"/>
                </a:lnTo>
                <a:lnTo>
                  <a:pt x="15172" y="18916"/>
                </a:lnTo>
                <a:lnTo>
                  <a:pt x="14677" y="19297"/>
                </a:lnTo>
                <a:lnTo>
                  <a:pt x="14068" y="19685"/>
                </a:lnTo>
                <a:lnTo>
                  <a:pt x="13458" y="20028"/>
                </a:lnTo>
                <a:lnTo>
                  <a:pt x="12847" y="20330"/>
                </a:lnTo>
                <a:lnTo>
                  <a:pt x="12237" y="20593"/>
                </a:lnTo>
                <a:lnTo>
                  <a:pt x="11625" y="20824"/>
                </a:lnTo>
                <a:lnTo>
                  <a:pt x="11014" y="21021"/>
                </a:lnTo>
                <a:lnTo>
                  <a:pt x="10403" y="21186"/>
                </a:lnTo>
                <a:lnTo>
                  <a:pt x="9792" y="21317"/>
                </a:lnTo>
                <a:lnTo>
                  <a:pt x="9179" y="21422"/>
                </a:lnTo>
                <a:lnTo>
                  <a:pt x="8567" y="21501"/>
                </a:lnTo>
                <a:lnTo>
                  <a:pt x="7956" y="21554"/>
                </a:lnTo>
                <a:lnTo>
                  <a:pt x="7343" y="21587"/>
                </a:lnTo>
                <a:lnTo>
                  <a:pt x="6731" y="21600"/>
                </a:lnTo>
                <a:lnTo>
                  <a:pt x="6119" y="21593"/>
                </a:lnTo>
                <a:lnTo>
                  <a:pt x="5506" y="21574"/>
                </a:lnTo>
                <a:lnTo>
                  <a:pt x="4894" y="21541"/>
                </a:lnTo>
                <a:lnTo>
                  <a:pt x="4282" y="21495"/>
                </a:lnTo>
                <a:lnTo>
                  <a:pt x="3669" y="21436"/>
                </a:lnTo>
                <a:lnTo>
                  <a:pt x="3058" y="21370"/>
                </a:lnTo>
                <a:lnTo>
                  <a:pt x="2446" y="21304"/>
                </a:lnTo>
                <a:lnTo>
                  <a:pt x="1834" y="21232"/>
                </a:lnTo>
                <a:lnTo>
                  <a:pt x="1223" y="21153"/>
                </a:lnTo>
                <a:lnTo>
                  <a:pt x="611" y="21080"/>
                </a:lnTo>
                <a:lnTo>
                  <a:pt x="0" y="21008"/>
                </a:lnTo>
                <a:lnTo>
                  <a:pt x="556" y="18817"/>
                </a:lnTo>
                <a:lnTo>
                  <a:pt x="1117" y="16784"/>
                </a:lnTo>
                <a:lnTo>
                  <a:pt x="1682" y="14889"/>
                </a:lnTo>
                <a:lnTo>
                  <a:pt x="2252" y="13139"/>
                </a:lnTo>
                <a:lnTo>
                  <a:pt x="2824" y="11527"/>
                </a:lnTo>
                <a:lnTo>
                  <a:pt x="3400" y="10047"/>
                </a:lnTo>
                <a:lnTo>
                  <a:pt x="3980" y="8691"/>
                </a:lnTo>
                <a:lnTo>
                  <a:pt x="4562" y="7461"/>
                </a:lnTo>
                <a:lnTo>
                  <a:pt x="5149" y="6342"/>
                </a:lnTo>
                <a:lnTo>
                  <a:pt x="5737" y="5336"/>
                </a:lnTo>
                <a:lnTo>
                  <a:pt x="6329" y="4434"/>
                </a:lnTo>
                <a:lnTo>
                  <a:pt x="6923" y="3632"/>
                </a:lnTo>
                <a:lnTo>
                  <a:pt x="7520" y="2928"/>
                </a:lnTo>
                <a:lnTo>
                  <a:pt x="8120" y="2309"/>
                </a:lnTo>
                <a:lnTo>
                  <a:pt x="8721" y="1783"/>
                </a:lnTo>
                <a:lnTo>
                  <a:pt x="9325" y="1329"/>
                </a:lnTo>
                <a:lnTo>
                  <a:pt x="9931" y="961"/>
                </a:lnTo>
                <a:lnTo>
                  <a:pt x="10538" y="651"/>
                </a:lnTo>
                <a:lnTo>
                  <a:pt x="11146" y="414"/>
                </a:lnTo>
                <a:lnTo>
                  <a:pt x="11757" y="230"/>
                </a:lnTo>
                <a:lnTo>
                  <a:pt x="12369" y="105"/>
                </a:lnTo>
                <a:lnTo>
                  <a:pt x="12982" y="33"/>
                </a:lnTo>
                <a:lnTo>
                  <a:pt x="13596" y="0"/>
                </a:lnTo>
                <a:lnTo>
                  <a:pt x="14210" y="7"/>
                </a:lnTo>
                <a:lnTo>
                  <a:pt x="14826" y="46"/>
                </a:lnTo>
                <a:lnTo>
                  <a:pt x="15442" y="118"/>
                </a:lnTo>
                <a:lnTo>
                  <a:pt x="16058" y="211"/>
                </a:lnTo>
                <a:lnTo>
                  <a:pt x="16675" y="322"/>
                </a:lnTo>
                <a:lnTo>
                  <a:pt x="17292" y="447"/>
                </a:lnTo>
                <a:lnTo>
                  <a:pt x="17909" y="579"/>
                </a:lnTo>
                <a:lnTo>
                  <a:pt x="18525" y="717"/>
                </a:lnTo>
                <a:lnTo>
                  <a:pt x="19142" y="849"/>
                </a:lnTo>
                <a:lnTo>
                  <a:pt x="19757" y="980"/>
                </a:lnTo>
                <a:lnTo>
                  <a:pt x="20372" y="1092"/>
                </a:lnTo>
                <a:lnTo>
                  <a:pt x="20987" y="1191"/>
                </a:lnTo>
                <a:lnTo>
                  <a:pt x="21600" y="1270"/>
                </a:lnTo>
                <a:close/>
              </a:path>
            </a:pathLst>
          </a:custGeom>
          <a:solidFill>
            <a:srgbClr val="9EB0B8"/>
          </a:solidFill>
          <a:ln>
            <a:noFill/>
          </a:ln>
        </p:spPr>
        <p:txBody>
          <a:bodyPr/>
          <a:lstStyle/>
          <a:p/>
        </p:txBody>
      </p:sp>
      <p:sp>
        <p:nvSpPr>
          <p:cNvPr id="6299" name="contour_06297"/>
          <p:cNvSpPr/>
          <p:nvPr/>
        </p:nvSpPr>
        <p:spPr>
          <a:xfrm>
            <a:off x="10643554" y="3505524"/>
            <a:ext cx="182200" cy="38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6" y="965"/>
                </a:lnTo>
                <a:lnTo>
                  <a:pt x="757" y="1942"/>
                </a:lnTo>
                <a:lnTo>
                  <a:pt x="1342" y="3274"/>
                </a:lnTo>
                <a:lnTo>
                  <a:pt x="1928" y="4412"/>
                </a:lnTo>
                <a:lnTo>
                  <a:pt x="2518" y="5369"/>
                </a:lnTo>
                <a:lnTo>
                  <a:pt x="3108" y="6160"/>
                </a:lnTo>
                <a:lnTo>
                  <a:pt x="3701" y="6794"/>
                </a:lnTo>
                <a:lnTo>
                  <a:pt x="4295" y="7286"/>
                </a:lnTo>
                <a:lnTo>
                  <a:pt x="4892" y="7645"/>
                </a:lnTo>
                <a:lnTo>
                  <a:pt x="5492" y="7884"/>
                </a:lnTo>
                <a:lnTo>
                  <a:pt x="6093" y="8017"/>
                </a:lnTo>
                <a:lnTo>
                  <a:pt x="6697" y="8053"/>
                </a:lnTo>
                <a:lnTo>
                  <a:pt x="7303" y="8005"/>
                </a:lnTo>
                <a:lnTo>
                  <a:pt x="7913" y="7884"/>
                </a:lnTo>
                <a:lnTo>
                  <a:pt x="8525" y="7706"/>
                </a:lnTo>
                <a:lnTo>
                  <a:pt x="9139" y="7480"/>
                </a:lnTo>
                <a:lnTo>
                  <a:pt x="9757" y="7217"/>
                </a:lnTo>
                <a:lnTo>
                  <a:pt x="10378" y="6931"/>
                </a:lnTo>
                <a:lnTo>
                  <a:pt x="11001" y="6632"/>
                </a:lnTo>
                <a:lnTo>
                  <a:pt x="11629" y="6338"/>
                </a:lnTo>
                <a:lnTo>
                  <a:pt x="12258" y="6055"/>
                </a:lnTo>
                <a:lnTo>
                  <a:pt x="12857" y="5801"/>
                </a:lnTo>
                <a:lnTo>
                  <a:pt x="13456" y="5558"/>
                </a:lnTo>
                <a:lnTo>
                  <a:pt x="14056" y="5316"/>
                </a:lnTo>
                <a:lnTo>
                  <a:pt x="14654" y="5086"/>
                </a:lnTo>
                <a:lnTo>
                  <a:pt x="15254" y="4856"/>
                </a:lnTo>
                <a:lnTo>
                  <a:pt x="15854" y="4634"/>
                </a:lnTo>
                <a:lnTo>
                  <a:pt x="16453" y="4416"/>
                </a:lnTo>
                <a:lnTo>
                  <a:pt x="16931" y="4182"/>
                </a:lnTo>
                <a:lnTo>
                  <a:pt x="17416" y="3944"/>
                </a:lnTo>
                <a:lnTo>
                  <a:pt x="18136" y="3726"/>
                </a:lnTo>
                <a:lnTo>
                  <a:pt x="18751" y="3714"/>
                </a:lnTo>
                <a:lnTo>
                  <a:pt x="19301" y="4025"/>
                </a:lnTo>
                <a:lnTo>
                  <a:pt x="19824" y="4775"/>
                </a:lnTo>
                <a:lnTo>
                  <a:pt x="20360" y="6079"/>
                </a:lnTo>
                <a:lnTo>
                  <a:pt x="20949" y="8049"/>
                </a:lnTo>
                <a:lnTo>
                  <a:pt x="21112" y="9058"/>
                </a:lnTo>
                <a:lnTo>
                  <a:pt x="21600" y="12110"/>
                </a:lnTo>
                <a:lnTo>
                  <a:pt x="21001" y="12465"/>
                </a:lnTo>
                <a:lnTo>
                  <a:pt x="20402" y="12812"/>
                </a:lnTo>
                <a:lnTo>
                  <a:pt x="19803" y="13159"/>
                </a:lnTo>
                <a:lnTo>
                  <a:pt x="19203" y="13498"/>
                </a:lnTo>
                <a:lnTo>
                  <a:pt x="18604" y="13834"/>
                </a:lnTo>
                <a:lnTo>
                  <a:pt x="18005" y="14165"/>
                </a:lnTo>
                <a:lnTo>
                  <a:pt x="17404" y="14491"/>
                </a:lnTo>
                <a:lnTo>
                  <a:pt x="16805" y="14814"/>
                </a:lnTo>
                <a:lnTo>
                  <a:pt x="16205" y="15133"/>
                </a:lnTo>
                <a:lnTo>
                  <a:pt x="15606" y="15448"/>
                </a:lnTo>
                <a:lnTo>
                  <a:pt x="15005" y="15759"/>
                </a:lnTo>
                <a:lnTo>
                  <a:pt x="14405" y="16066"/>
                </a:lnTo>
                <a:lnTo>
                  <a:pt x="13805" y="16369"/>
                </a:lnTo>
                <a:lnTo>
                  <a:pt x="13205" y="16667"/>
                </a:lnTo>
                <a:lnTo>
                  <a:pt x="12633" y="16966"/>
                </a:lnTo>
                <a:lnTo>
                  <a:pt x="12061" y="17277"/>
                </a:lnTo>
                <a:lnTo>
                  <a:pt x="11490" y="17596"/>
                </a:lnTo>
                <a:lnTo>
                  <a:pt x="10919" y="17923"/>
                </a:lnTo>
                <a:lnTo>
                  <a:pt x="10349" y="18258"/>
                </a:lnTo>
                <a:lnTo>
                  <a:pt x="9763" y="18597"/>
                </a:lnTo>
                <a:lnTo>
                  <a:pt x="9177" y="18920"/>
                </a:lnTo>
                <a:lnTo>
                  <a:pt x="8591" y="19230"/>
                </a:lnTo>
                <a:lnTo>
                  <a:pt x="8005" y="19533"/>
                </a:lnTo>
                <a:lnTo>
                  <a:pt x="7418" y="19824"/>
                </a:lnTo>
                <a:lnTo>
                  <a:pt x="6832" y="20110"/>
                </a:lnTo>
                <a:lnTo>
                  <a:pt x="6244" y="20389"/>
                </a:lnTo>
                <a:lnTo>
                  <a:pt x="5817" y="20668"/>
                </a:lnTo>
                <a:lnTo>
                  <a:pt x="5389" y="20954"/>
                </a:lnTo>
                <a:lnTo>
                  <a:pt x="4953" y="21241"/>
                </a:lnTo>
                <a:lnTo>
                  <a:pt x="4373" y="21463"/>
                </a:lnTo>
                <a:lnTo>
                  <a:pt x="3834" y="21600"/>
                </a:lnTo>
                <a:lnTo>
                  <a:pt x="3319" y="21596"/>
                </a:lnTo>
                <a:lnTo>
                  <a:pt x="2808" y="21394"/>
                </a:lnTo>
                <a:lnTo>
                  <a:pt x="2284" y="20942"/>
                </a:lnTo>
                <a:lnTo>
                  <a:pt x="1728" y="20183"/>
                </a:lnTo>
                <a:lnTo>
                  <a:pt x="1402" y="17806"/>
                </a:lnTo>
                <a:lnTo>
                  <a:pt x="1118" y="15408"/>
                </a:lnTo>
                <a:lnTo>
                  <a:pt x="871" y="12978"/>
                </a:lnTo>
                <a:lnTo>
                  <a:pt x="654" y="10503"/>
                </a:lnTo>
                <a:lnTo>
                  <a:pt x="464" y="7980"/>
                </a:lnTo>
                <a:lnTo>
                  <a:pt x="295" y="5397"/>
                </a:lnTo>
                <a:lnTo>
                  <a:pt x="142" y="2741"/>
                </a:lnTo>
                <a:lnTo>
                  <a:pt x="0" y="0"/>
                </a:lnTo>
                <a:close/>
              </a:path>
            </a:pathLst>
          </a:custGeom>
          <a:solidFill>
            <a:srgbClr val="DBE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0" name="contour_06298"/>
          <p:cNvSpPr/>
          <p:nvPr/>
        </p:nvSpPr>
        <p:spPr>
          <a:xfrm>
            <a:off x="7152606" y="3496428"/>
            <a:ext cx="116608" cy="455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57"/>
                </a:moveTo>
                <a:lnTo>
                  <a:pt x="2022" y="622"/>
                </a:lnTo>
                <a:lnTo>
                  <a:pt x="3846" y="415"/>
                </a:lnTo>
                <a:lnTo>
                  <a:pt x="5485" y="245"/>
                </a:lnTo>
                <a:lnTo>
                  <a:pt x="6955" y="118"/>
                </a:lnTo>
                <a:lnTo>
                  <a:pt x="8267" y="31"/>
                </a:lnTo>
                <a:lnTo>
                  <a:pt x="9439" y="0"/>
                </a:lnTo>
                <a:lnTo>
                  <a:pt x="10484" y="21"/>
                </a:lnTo>
                <a:lnTo>
                  <a:pt x="11414" y="104"/>
                </a:lnTo>
                <a:lnTo>
                  <a:pt x="12246" y="256"/>
                </a:lnTo>
                <a:lnTo>
                  <a:pt x="12992" y="477"/>
                </a:lnTo>
                <a:lnTo>
                  <a:pt x="13669" y="774"/>
                </a:lnTo>
                <a:lnTo>
                  <a:pt x="14287" y="1155"/>
                </a:lnTo>
                <a:lnTo>
                  <a:pt x="14863" y="1625"/>
                </a:lnTo>
                <a:lnTo>
                  <a:pt x="15412" y="2185"/>
                </a:lnTo>
                <a:lnTo>
                  <a:pt x="15946" y="2842"/>
                </a:lnTo>
                <a:lnTo>
                  <a:pt x="16481" y="3602"/>
                </a:lnTo>
                <a:lnTo>
                  <a:pt x="17029" y="4470"/>
                </a:lnTo>
                <a:lnTo>
                  <a:pt x="17605" y="5448"/>
                </a:lnTo>
                <a:lnTo>
                  <a:pt x="18224" y="6548"/>
                </a:lnTo>
                <a:lnTo>
                  <a:pt x="18900" y="7772"/>
                </a:lnTo>
                <a:lnTo>
                  <a:pt x="18913" y="9846"/>
                </a:lnTo>
                <a:lnTo>
                  <a:pt x="18920" y="11920"/>
                </a:lnTo>
                <a:lnTo>
                  <a:pt x="18920" y="13994"/>
                </a:lnTo>
                <a:lnTo>
                  <a:pt x="18913" y="16069"/>
                </a:lnTo>
                <a:lnTo>
                  <a:pt x="18900" y="18143"/>
                </a:lnTo>
                <a:lnTo>
                  <a:pt x="19702" y="19536"/>
                </a:lnTo>
                <a:lnTo>
                  <a:pt x="20250" y="20359"/>
                </a:lnTo>
                <a:lnTo>
                  <a:pt x="20798" y="20940"/>
                </a:lnTo>
                <a:lnTo>
                  <a:pt x="21600" y="21600"/>
                </a:lnTo>
                <a:lnTo>
                  <a:pt x="20728" y="21355"/>
                </a:lnTo>
                <a:lnTo>
                  <a:pt x="19856" y="21106"/>
                </a:lnTo>
                <a:lnTo>
                  <a:pt x="18984" y="20853"/>
                </a:lnTo>
                <a:lnTo>
                  <a:pt x="18112" y="20601"/>
                </a:lnTo>
                <a:lnTo>
                  <a:pt x="17241" y="20345"/>
                </a:lnTo>
                <a:lnTo>
                  <a:pt x="16369" y="20086"/>
                </a:lnTo>
                <a:lnTo>
                  <a:pt x="15998" y="19986"/>
                </a:lnTo>
                <a:lnTo>
                  <a:pt x="14877" y="19674"/>
                </a:lnTo>
                <a:lnTo>
                  <a:pt x="13196" y="19159"/>
                </a:lnTo>
                <a:lnTo>
                  <a:pt x="11914" y="18734"/>
                </a:lnTo>
                <a:lnTo>
                  <a:pt x="10947" y="18333"/>
                </a:lnTo>
                <a:lnTo>
                  <a:pt x="10220" y="17901"/>
                </a:lnTo>
                <a:lnTo>
                  <a:pt x="9651" y="17379"/>
                </a:lnTo>
                <a:lnTo>
                  <a:pt x="9160" y="16705"/>
                </a:lnTo>
                <a:lnTo>
                  <a:pt x="8670" y="15830"/>
                </a:lnTo>
                <a:lnTo>
                  <a:pt x="8100" y="14686"/>
                </a:lnTo>
                <a:lnTo>
                  <a:pt x="8100" y="12401"/>
                </a:lnTo>
                <a:lnTo>
                  <a:pt x="8100" y="10102"/>
                </a:lnTo>
                <a:lnTo>
                  <a:pt x="8100" y="7772"/>
                </a:lnTo>
                <a:lnTo>
                  <a:pt x="7692" y="7599"/>
                </a:lnTo>
                <a:lnTo>
                  <a:pt x="7318" y="7436"/>
                </a:lnTo>
                <a:lnTo>
                  <a:pt x="6909" y="7263"/>
                </a:lnTo>
                <a:lnTo>
                  <a:pt x="6399" y="7046"/>
                </a:lnTo>
                <a:lnTo>
                  <a:pt x="5721" y="6755"/>
                </a:lnTo>
                <a:lnTo>
                  <a:pt x="4809" y="6368"/>
                </a:lnTo>
                <a:lnTo>
                  <a:pt x="3596" y="5849"/>
                </a:lnTo>
                <a:lnTo>
                  <a:pt x="2016" y="5175"/>
                </a:lnTo>
                <a:lnTo>
                  <a:pt x="0" y="4314"/>
                </a:lnTo>
                <a:lnTo>
                  <a:pt x="0" y="2600"/>
                </a:lnTo>
                <a:lnTo>
                  <a:pt x="0" y="857"/>
                </a:lnTo>
                <a:close/>
              </a:path>
            </a:pathLst>
          </a:custGeom>
          <a:solidFill>
            <a:srgbClr val="D4E5EF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1" name="contour_06299"/>
          <p:cNvSpPr/>
          <p:nvPr/>
        </p:nvSpPr>
        <p:spPr>
          <a:xfrm>
            <a:off x="7983437" y="3461249"/>
            <a:ext cx="167624" cy="442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7"/>
                </a:moveTo>
                <a:lnTo>
                  <a:pt x="21159" y="2229"/>
                </a:lnTo>
                <a:lnTo>
                  <a:pt x="20689" y="4021"/>
                </a:lnTo>
                <a:lnTo>
                  <a:pt x="20192" y="5650"/>
                </a:lnTo>
                <a:lnTo>
                  <a:pt x="19672" y="7122"/>
                </a:lnTo>
                <a:lnTo>
                  <a:pt x="19128" y="8452"/>
                </a:lnTo>
                <a:lnTo>
                  <a:pt x="18564" y="9646"/>
                </a:lnTo>
                <a:lnTo>
                  <a:pt x="17982" y="10716"/>
                </a:lnTo>
                <a:lnTo>
                  <a:pt x="17382" y="11669"/>
                </a:lnTo>
                <a:lnTo>
                  <a:pt x="16769" y="12516"/>
                </a:lnTo>
                <a:lnTo>
                  <a:pt x="16143" y="13266"/>
                </a:lnTo>
                <a:lnTo>
                  <a:pt x="15506" y="13931"/>
                </a:lnTo>
                <a:lnTo>
                  <a:pt x="14862" y="14514"/>
                </a:lnTo>
                <a:lnTo>
                  <a:pt x="14210" y="15029"/>
                </a:lnTo>
                <a:lnTo>
                  <a:pt x="13554" y="15484"/>
                </a:lnTo>
                <a:lnTo>
                  <a:pt x="12897" y="15890"/>
                </a:lnTo>
                <a:lnTo>
                  <a:pt x="12239" y="16256"/>
                </a:lnTo>
                <a:lnTo>
                  <a:pt x="11582" y="16590"/>
                </a:lnTo>
                <a:lnTo>
                  <a:pt x="10930" y="16900"/>
                </a:lnTo>
                <a:lnTo>
                  <a:pt x="10283" y="17202"/>
                </a:lnTo>
                <a:lnTo>
                  <a:pt x="9670" y="17465"/>
                </a:lnTo>
                <a:lnTo>
                  <a:pt x="9058" y="17724"/>
                </a:lnTo>
                <a:lnTo>
                  <a:pt x="8445" y="17984"/>
                </a:lnTo>
                <a:lnTo>
                  <a:pt x="7832" y="18236"/>
                </a:lnTo>
                <a:lnTo>
                  <a:pt x="7220" y="18489"/>
                </a:lnTo>
                <a:lnTo>
                  <a:pt x="6692" y="18720"/>
                </a:lnTo>
                <a:lnTo>
                  <a:pt x="6165" y="18955"/>
                </a:lnTo>
                <a:lnTo>
                  <a:pt x="5639" y="19186"/>
                </a:lnTo>
                <a:lnTo>
                  <a:pt x="5112" y="19420"/>
                </a:lnTo>
                <a:lnTo>
                  <a:pt x="4473" y="19701"/>
                </a:lnTo>
                <a:lnTo>
                  <a:pt x="3834" y="19979"/>
                </a:lnTo>
                <a:lnTo>
                  <a:pt x="3196" y="20252"/>
                </a:lnTo>
                <a:lnTo>
                  <a:pt x="2556" y="20526"/>
                </a:lnTo>
                <a:lnTo>
                  <a:pt x="1918" y="20800"/>
                </a:lnTo>
                <a:lnTo>
                  <a:pt x="1278" y="21067"/>
                </a:lnTo>
                <a:lnTo>
                  <a:pt x="640" y="21333"/>
                </a:lnTo>
                <a:lnTo>
                  <a:pt x="0" y="21600"/>
                </a:lnTo>
                <a:lnTo>
                  <a:pt x="534" y="19541"/>
                </a:lnTo>
                <a:lnTo>
                  <a:pt x="1058" y="17785"/>
                </a:lnTo>
                <a:lnTo>
                  <a:pt x="1581" y="16288"/>
                </a:lnTo>
                <a:lnTo>
                  <a:pt x="2115" y="15026"/>
                </a:lnTo>
                <a:lnTo>
                  <a:pt x="2667" y="13952"/>
                </a:lnTo>
                <a:lnTo>
                  <a:pt x="3250" y="13045"/>
                </a:lnTo>
                <a:lnTo>
                  <a:pt x="3873" y="12260"/>
                </a:lnTo>
                <a:lnTo>
                  <a:pt x="4547" y="11570"/>
                </a:lnTo>
                <a:lnTo>
                  <a:pt x="5283" y="10933"/>
                </a:lnTo>
                <a:lnTo>
                  <a:pt x="5788" y="10496"/>
                </a:lnTo>
                <a:lnTo>
                  <a:pt x="6293" y="10059"/>
                </a:lnTo>
                <a:lnTo>
                  <a:pt x="6798" y="9621"/>
                </a:lnTo>
                <a:lnTo>
                  <a:pt x="7304" y="9184"/>
                </a:lnTo>
                <a:lnTo>
                  <a:pt x="7823" y="8743"/>
                </a:lnTo>
                <a:lnTo>
                  <a:pt x="8349" y="8299"/>
                </a:lnTo>
                <a:lnTo>
                  <a:pt x="8960" y="7744"/>
                </a:lnTo>
                <a:lnTo>
                  <a:pt x="9570" y="7172"/>
                </a:lnTo>
                <a:lnTo>
                  <a:pt x="10177" y="6581"/>
                </a:lnTo>
                <a:lnTo>
                  <a:pt x="10784" y="5973"/>
                </a:lnTo>
                <a:lnTo>
                  <a:pt x="11391" y="5351"/>
                </a:lnTo>
                <a:lnTo>
                  <a:pt x="12031" y="4700"/>
                </a:lnTo>
                <a:lnTo>
                  <a:pt x="12667" y="4075"/>
                </a:lnTo>
                <a:lnTo>
                  <a:pt x="13299" y="3474"/>
                </a:lnTo>
                <a:lnTo>
                  <a:pt x="13928" y="2908"/>
                </a:lnTo>
                <a:lnTo>
                  <a:pt x="14556" y="2375"/>
                </a:lnTo>
                <a:lnTo>
                  <a:pt x="15183" y="1884"/>
                </a:lnTo>
                <a:lnTo>
                  <a:pt x="15809" y="1444"/>
                </a:lnTo>
                <a:lnTo>
                  <a:pt x="16438" y="1049"/>
                </a:lnTo>
                <a:lnTo>
                  <a:pt x="17067" y="711"/>
                </a:lnTo>
                <a:lnTo>
                  <a:pt x="17699" y="430"/>
                </a:lnTo>
                <a:lnTo>
                  <a:pt x="18335" y="217"/>
                </a:lnTo>
                <a:lnTo>
                  <a:pt x="18975" y="71"/>
                </a:lnTo>
                <a:lnTo>
                  <a:pt x="19621" y="0"/>
                </a:lnTo>
                <a:lnTo>
                  <a:pt x="20273" y="4"/>
                </a:lnTo>
                <a:lnTo>
                  <a:pt x="20932" y="92"/>
                </a:lnTo>
                <a:lnTo>
                  <a:pt x="21600" y="267"/>
                </a:lnTo>
                <a:close/>
              </a:path>
            </a:pathLst>
          </a:custGeom>
          <a:solidFill>
            <a:srgbClr val="D3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2" name="contour_06300"/>
          <p:cNvSpPr/>
          <p:nvPr/>
        </p:nvSpPr>
        <p:spPr>
          <a:xfrm>
            <a:off x="4907905" y="3454508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847" y="0"/>
                </a:lnTo>
                <a:lnTo>
                  <a:pt x="6097" y="0"/>
                </a:lnTo>
                <a:lnTo>
                  <a:pt x="7346" y="0"/>
                </a:lnTo>
                <a:lnTo>
                  <a:pt x="8597" y="0"/>
                </a:lnTo>
                <a:lnTo>
                  <a:pt x="9853" y="0"/>
                </a:lnTo>
                <a:lnTo>
                  <a:pt x="11111" y="0"/>
                </a:lnTo>
                <a:lnTo>
                  <a:pt x="12375" y="0"/>
                </a:lnTo>
                <a:lnTo>
                  <a:pt x="13644" y="0"/>
                </a:lnTo>
                <a:lnTo>
                  <a:pt x="14918" y="0"/>
                </a:lnTo>
                <a:lnTo>
                  <a:pt x="16200" y="0"/>
                </a:lnTo>
                <a:lnTo>
                  <a:pt x="15691" y="1747"/>
                </a:lnTo>
                <a:lnTo>
                  <a:pt x="15181" y="3493"/>
                </a:lnTo>
                <a:lnTo>
                  <a:pt x="14670" y="5246"/>
                </a:lnTo>
                <a:lnTo>
                  <a:pt x="14157" y="7005"/>
                </a:lnTo>
                <a:lnTo>
                  <a:pt x="13640" y="8773"/>
                </a:lnTo>
                <a:lnTo>
                  <a:pt x="13122" y="10550"/>
                </a:lnTo>
                <a:lnTo>
                  <a:pt x="12600" y="12343"/>
                </a:lnTo>
                <a:lnTo>
                  <a:pt x="13577" y="12624"/>
                </a:lnTo>
                <a:lnTo>
                  <a:pt x="14569" y="12911"/>
                </a:lnTo>
                <a:lnTo>
                  <a:pt x="15406" y="13167"/>
                </a:lnTo>
                <a:lnTo>
                  <a:pt x="16247" y="13429"/>
                </a:lnTo>
                <a:lnTo>
                  <a:pt x="17100" y="13694"/>
                </a:lnTo>
                <a:lnTo>
                  <a:pt x="18356" y="14071"/>
                </a:lnTo>
                <a:lnTo>
                  <a:pt x="19631" y="14453"/>
                </a:lnTo>
                <a:lnTo>
                  <a:pt x="20608" y="14938"/>
                </a:lnTo>
                <a:lnTo>
                  <a:pt x="21600" y="15429"/>
                </a:lnTo>
                <a:lnTo>
                  <a:pt x="21600" y="16959"/>
                </a:lnTo>
                <a:lnTo>
                  <a:pt x="21600" y="18514"/>
                </a:lnTo>
                <a:lnTo>
                  <a:pt x="21004" y="18601"/>
                </a:lnTo>
                <a:lnTo>
                  <a:pt x="20455" y="18678"/>
                </a:lnTo>
                <a:lnTo>
                  <a:pt x="19928" y="18752"/>
                </a:lnTo>
                <a:lnTo>
                  <a:pt x="19395" y="18829"/>
                </a:lnTo>
                <a:lnTo>
                  <a:pt x="18830" y="18909"/>
                </a:lnTo>
                <a:lnTo>
                  <a:pt x="18209" y="18999"/>
                </a:lnTo>
                <a:lnTo>
                  <a:pt x="17501" y="19101"/>
                </a:lnTo>
                <a:lnTo>
                  <a:pt x="16686" y="19218"/>
                </a:lnTo>
                <a:lnTo>
                  <a:pt x="15732" y="19354"/>
                </a:lnTo>
                <a:lnTo>
                  <a:pt x="14614" y="19511"/>
                </a:lnTo>
                <a:lnTo>
                  <a:pt x="13306" y="19699"/>
                </a:lnTo>
                <a:lnTo>
                  <a:pt x="11783" y="19915"/>
                </a:lnTo>
                <a:lnTo>
                  <a:pt x="10017" y="20168"/>
                </a:lnTo>
                <a:lnTo>
                  <a:pt x="7983" y="20458"/>
                </a:lnTo>
                <a:lnTo>
                  <a:pt x="5652" y="20792"/>
                </a:lnTo>
                <a:lnTo>
                  <a:pt x="3001" y="21171"/>
                </a:lnTo>
                <a:lnTo>
                  <a:pt x="0" y="21600"/>
                </a:lnTo>
                <a:lnTo>
                  <a:pt x="891" y="20835"/>
                </a:lnTo>
                <a:lnTo>
                  <a:pt x="1786" y="20069"/>
                </a:lnTo>
                <a:lnTo>
                  <a:pt x="2687" y="19295"/>
                </a:lnTo>
                <a:lnTo>
                  <a:pt x="3600" y="18514"/>
                </a:lnTo>
                <a:lnTo>
                  <a:pt x="3771" y="16351"/>
                </a:lnTo>
                <a:lnTo>
                  <a:pt x="3866" y="14777"/>
                </a:lnTo>
                <a:lnTo>
                  <a:pt x="3901" y="13340"/>
                </a:lnTo>
                <a:lnTo>
                  <a:pt x="3884" y="11587"/>
                </a:lnTo>
                <a:lnTo>
                  <a:pt x="3825" y="9066"/>
                </a:lnTo>
                <a:lnTo>
                  <a:pt x="3780" y="7270"/>
                </a:lnTo>
                <a:lnTo>
                  <a:pt x="3737" y="5468"/>
                </a:lnTo>
                <a:lnTo>
                  <a:pt x="3692" y="3660"/>
                </a:lnTo>
                <a:lnTo>
                  <a:pt x="3647" y="1839"/>
                </a:lnTo>
                <a:lnTo>
                  <a:pt x="3600" y="0"/>
                </a:lnTo>
                <a:close/>
              </a:path>
            </a:pathLst>
          </a:custGeom>
          <a:solidFill>
            <a:srgbClr val="AAB6BC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3" name="contour_06301"/>
          <p:cNvSpPr/>
          <p:nvPr/>
        </p:nvSpPr>
        <p:spPr>
          <a:xfrm>
            <a:off x="10577962" y="3446280"/>
            <a:ext cx="138472" cy="319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475"/>
                </a:moveTo>
                <a:lnTo>
                  <a:pt x="20883" y="12881"/>
                </a:lnTo>
                <a:lnTo>
                  <a:pt x="20186" y="14928"/>
                </a:lnTo>
                <a:lnTo>
                  <a:pt x="19503" y="16635"/>
                </a:lnTo>
                <a:lnTo>
                  <a:pt x="18825" y="18038"/>
                </a:lnTo>
                <a:lnTo>
                  <a:pt x="18146" y="19164"/>
                </a:lnTo>
                <a:lnTo>
                  <a:pt x="17458" y="20035"/>
                </a:lnTo>
                <a:lnTo>
                  <a:pt x="16755" y="20685"/>
                </a:lnTo>
                <a:lnTo>
                  <a:pt x="16026" y="21137"/>
                </a:lnTo>
                <a:lnTo>
                  <a:pt x="15266" y="21423"/>
                </a:lnTo>
                <a:lnTo>
                  <a:pt x="14466" y="21566"/>
                </a:lnTo>
                <a:lnTo>
                  <a:pt x="13619" y="21600"/>
                </a:lnTo>
                <a:lnTo>
                  <a:pt x="12719" y="21546"/>
                </a:lnTo>
                <a:lnTo>
                  <a:pt x="11965" y="21511"/>
                </a:lnTo>
                <a:lnTo>
                  <a:pt x="11200" y="21477"/>
                </a:lnTo>
                <a:lnTo>
                  <a:pt x="10415" y="21359"/>
                </a:lnTo>
                <a:lnTo>
                  <a:pt x="9635" y="21192"/>
                </a:lnTo>
                <a:lnTo>
                  <a:pt x="8859" y="20960"/>
                </a:lnTo>
                <a:lnTo>
                  <a:pt x="8090" y="20665"/>
                </a:lnTo>
                <a:lnTo>
                  <a:pt x="7325" y="20291"/>
                </a:lnTo>
                <a:lnTo>
                  <a:pt x="6565" y="19834"/>
                </a:lnTo>
                <a:lnTo>
                  <a:pt x="5812" y="19278"/>
                </a:lnTo>
                <a:lnTo>
                  <a:pt x="5063" y="18623"/>
                </a:lnTo>
                <a:lnTo>
                  <a:pt x="4322" y="17861"/>
                </a:lnTo>
                <a:lnTo>
                  <a:pt x="3586" y="16975"/>
                </a:lnTo>
                <a:lnTo>
                  <a:pt x="2856" y="15961"/>
                </a:lnTo>
                <a:lnTo>
                  <a:pt x="2133" y="14815"/>
                </a:lnTo>
                <a:lnTo>
                  <a:pt x="1415" y="13526"/>
                </a:lnTo>
                <a:lnTo>
                  <a:pt x="704" y="12079"/>
                </a:lnTo>
                <a:lnTo>
                  <a:pt x="0" y="10475"/>
                </a:lnTo>
                <a:lnTo>
                  <a:pt x="0" y="8035"/>
                </a:lnTo>
                <a:lnTo>
                  <a:pt x="0" y="5555"/>
                </a:lnTo>
                <a:lnTo>
                  <a:pt x="1638" y="4689"/>
                </a:lnTo>
                <a:lnTo>
                  <a:pt x="3157" y="3897"/>
                </a:lnTo>
                <a:lnTo>
                  <a:pt x="4562" y="3169"/>
                </a:lnTo>
                <a:lnTo>
                  <a:pt x="5863" y="2514"/>
                </a:lnTo>
                <a:lnTo>
                  <a:pt x="7062" y="1929"/>
                </a:lnTo>
                <a:lnTo>
                  <a:pt x="8169" y="1422"/>
                </a:lnTo>
                <a:lnTo>
                  <a:pt x="9190" y="984"/>
                </a:lnTo>
                <a:lnTo>
                  <a:pt x="10132" y="630"/>
                </a:lnTo>
                <a:lnTo>
                  <a:pt x="10999" y="349"/>
                </a:lnTo>
                <a:lnTo>
                  <a:pt x="11800" y="153"/>
                </a:lnTo>
                <a:lnTo>
                  <a:pt x="12541" y="34"/>
                </a:lnTo>
                <a:lnTo>
                  <a:pt x="13228" y="0"/>
                </a:lnTo>
                <a:lnTo>
                  <a:pt x="13869" y="54"/>
                </a:lnTo>
                <a:lnTo>
                  <a:pt x="14470" y="192"/>
                </a:lnTo>
                <a:lnTo>
                  <a:pt x="15036" y="413"/>
                </a:lnTo>
                <a:lnTo>
                  <a:pt x="15576" y="728"/>
                </a:lnTo>
                <a:lnTo>
                  <a:pt x="16094" y="1132"/>
                </a:lnTo>
                <a:lnTo>
                  <a:pt x="16599" y="1629"/>
                </a:lnTo>
                <a:lnTo>
                  <a:pt x="17097" y="2214"/>
                </a:lnTo>
                <a:lnTo>
                  <a:pt x="17593" y="2898"/>
                </a:lnTo>
                <a:lnTo>
                  <a:pt x="18095" y="3680"/>
                </a:lnTo>
                <a:lnTo>
                  <a:pt x="18610" y="4561"/>
                </a:lnTo>
                <a:lnTo>
                  <a:pt x="19144" y="5535"/>
                </a:lnTo>
                <a:lnTo>
                  <a:pt x="19704" y="6618"/>
                </a:lnTo>
                <a:lnTo>
                  <a:pt x="20295" y="7799"/>
                </a:lnTo>
                <a:lnTo>
                  <a:pt x="20925" y="9083"/>
                </a:lnTo>
                <a:lnTo>
                  <a:pt x="21600" y="10475"/>
                </a:lnTo>
                <a:close/>
              </a:path>
            </a:pathLst>
          </a:custGeom>
          <a:solidFill>
            <a:srgbClr val="D8EE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4" name="contour_06302"/>
          <p:cNvSpPr/>
          <p:nvPr/>
        </p:nvSpPr>
        <p:spPr>
          <a:xfrm>
            <a:off x="5687720" y="3389659"/>
            <a:ext cx="116608" cy="720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39" y="719"/>
                </a:moveTo>
                <a:lnTo>
                  <a:pt x="21015" y="1336"/>
                </a:lnTo>
                <a:lnTo>
                  <a:pt x="21600" y="1963"/>
                </a:lnTo>
                <a:lnTo>
                  <a:pt x="20957" y="2886"/>
                </a:lnTo>
                <a:lnTo>
                  <a:pt x="20315" y="3811"/>
                </a:lnTo>
                <a:lnTo>
                  <a:pt x="19672" y="4733"/>
                </a:lnTo>
                <a:lnTo>
                  <a:pt x="19030" y="5656"/>
                </a:lnTo>
                <a:lnTo>
                  <a:pt x="18386" y="6578"/>
                </a:lnTo>
                <a:lnTo>
                  <a:pt x="17742" y="7499"/>
                </a:lnTo>
                <a:lnTo>
                  <a:pt x="17096" y="8419"/>
                </a:lnTo>
                <a:lnTo>
                  <a:pt x="16452" y="9342"/>
                </a:lnTo>
                <a:lnTo>
                  <a:pt x="15972" y="10035"/>
                </a:lnTo>
                <a:lnTo>
                  <a:pt x="15487" y="10734"/>
                </a:lnTo>
                <a:lnTo>
                  <a:pt x="14994" y="11443"/>
                </a:lnTo>
                <a:lnTo>
                  <a:pt x="13462" y="13625"/>
                </a:lnTo>
                <a:lnTo>
                  <a:pt x="12158" y="15472"/>
                </a:lnTo>
                <a:lnTo>
                  <a:pt x="11052" y="17013"/>
                </a:lnTo>
                <a:lnTo>
                  <a:pt x="10118" y="18273"/>
                </a:lnTo>
                <a:lnTo>
                  <a:pt x="9328" y="19280"/>
                </a:lnTo>
                <a:lnTo>
                  <a:pt x="8655" y="20065"/>
                </a:lnTo>
                <a:lnTo>
                  <a:pt x="8069" y="20651"/>
                </a:lnTo>
                <a:lnTo>
                  <a:pt x="7547" y="21069"/>
                </a:lnTo>
                <a:lnTo>
                  <a:pt x="7055" y="21344"/>
                </a:lnTo>
                <a:lnTo>
                  <a:pt x="6572" y="21506"/>
                </a:lnTo>
                <a:lnTo>
                  <a:pt x="6066" y="21583"/>
                </a:lnTo>
                <a:lnTo>
                  <a:pt x="5511" y="21600"/>
                </a:lnTo>
                <a:lnTo>
                  <a:pt x="4878" y="21589"/>
                </a:lnTo>
                <a:lnTo>
                  <a:pt x="4065" y="21233"/>
                </a:lnTo>
                <a:lnTo>
                  <a:pt x="3252" y="20876"/>
                </a:lnTo>
                <a:lnTo>
                  <a:pt x="2439" y="20520"/>
                </a:lnTo>
                <a:lnTo>
                  <a:pt x="1625" y="20164"/>
                </a:lnTo>
                <a:lnTo>
                  <a:pt x="813" y="19809"/>
                </a:lnTo>
                <a:lnTo>
                  <a:pt x="0" y="19453"/>
                </a:lnTo>
                <a:lnTo>
                  <a:pt x="742" y="18524"/>
                </a:lnTo>
                <a:lnTo>
                  <a:pt x="1488" y="17606"/>
                </a:lnTo>
                <a:lnTo>
                  <a:pt x="2237" y="16701"/>
                </a:lnTo>
                <a:lnTo>
                  <a:pt x="2990" y="15806"/>
                </a:lnTo>
                <a:lnTo>
                  <a:pt x="3746" y="14925"/>
                </a:lnTo>
                <a:lnTo>
                  <a:pt x="4506" y="14051"/>
                </a:lnTo>
                <a:lnTo>
                  <a:pt x="5270" y="13190"/>
                </a:lnTo>
                <a:lnTo>
                  <a:pt x="6039" y="12337"/>
                </a:lnTo>
                <a:lnTo>
                  <a:pt x="6809" y="11491"/>
                </a:lnTo>
                <a:lnTo>
                  <a:pt x="7584" y="10656"/>
                </a:lnTo>
                <a:lnTo>
                  <a:pt x="8363" y="9827"/>
                </a:lnTo>
                <a:lnTo>
                  <a:pt x="9146" y="9007"/>
                </a:lnTo>
                <a:lnTo>
                  <a:pt x="9933" y="8192"/>
                </a:lnTo>
                <a:lnTo>
                  <a:pt x="10724" y="7385"/>
                </a:lnTo>
                <a:lnTo>
                  <a:pt x="11520" y="6585"/>
                </a:lnTo>
                <a:lnTo>
                  <a:pt x="12319" y="5789"/>
                </a:lnTo>
                <a:lnTo>
                  <a:pt x="12917" y="5173"/>
                </a:lnTo>
                <a:lnTo>
                  <a:pt x="13518" y="4554"/>
                </a:lnTo>
                <a:lnTo>
                  <a:pt x="14128" y="3929"/>
                </a:lnTo>
                <a:lnTo>
                  <a:pt x="14384" y="3675"/>
                </a:lnTo>
                <a:lnTo>
                  <a:pt x="14837" y="3227"/>
                </a:lnTo>
                <a:lnTo>
                  <a:pt x="15873" y="2204"/>
                </a:lnTo>
                <a:lnTo>
                  <a:pt x="16651" y="1421"/>
                </a:lnTo>
                <a:lnTo>
                  <a:pt x="17439" y="630"/>
                </a:lnTo>
                <a:lnTo>
                  <a:pt x="18307" y="151"/>
                </a:lnTo>
                <a:lnTo>
                  <a:pt x="18909" y="0"/>
                </a:lnTo>
                <a:lnTo>
                  <a:pt x="19526" y="188"/>
                </a:lnTo>
                <a:lnTo>
                  <a:pt x="20439" y="719"/>
                </a:lnTo>
                <a:close/>
              </a:path>
            </a:pathLst>
          </a:custGeom>
          <a:solidFill>
            <a:srgbClr val="919CA2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5" name="contour_06303"/>
          <p:cNvSpPr/>
          <p:nvPr/>
        </p:nvSpPr>
        <p:spPr>
          <a:xfrm>
            <a:off x="4470625" y="3396204"/>
            <a:ext cx="13847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32" y="0"/>
                </a:moveTo>
                <a:lnTo>
                  <a:pt x="10831" y="1674"/>
                </a:lnTo>
                <a:lnTo>
                  <a:pt x="11439" y="3377"/>
                </a:lnTo>
                <a:lnTo>
                  <a:pt x="12129" y="4730"/>
                </a:lnTo>
                <a:lnTo>
                  <a:pt x="12847" y="5879"/>
                </a:lnTo>
                <a:lnTo>
                  <a:pt x="13590" y="6840"/>
                </a:lnTo>
                <a:lnTo>
                  <a:pt x="14353" y="7636"/>
                </a:lnTo>
                <a:lnTo>
                  <a:pt x="15134" y="8291"/>
                </a:lnTo>
                <a:lnTo>
                  <a:pt x="15928" y="8820"/>
                </a:lnTo>
                <a:lnTo>
                  <a:pt x="16734" y="9245"/>
                </a:lnTo>
                <a:lnTo>
                  <a:pt x="17547" y="9590"/>
                </a:lnTo>
                <a:lnTo>
                  <a:pt x="18363" y="9871"/>
                </a:lnTo>
                <a:lnTo>
                  <a:pt x="19180" y="10112"/>
                </a:lnTo>
                <a:lnTo>
                  <a:pt x="19995" y="10336"/>
                </a:lnTo>
                <a:lnTo>
                  <a:pt x="20802" y="10555"/>
                </a:lnTo>
                <a:lnTo>
                  <a:pt x="21600" y="10800"/>
                </a:lnTo>
                <a:lnTo>
                  <a:pt x="21600" y="12586"/>
                </a:lnTo>
                <a:lnTo>
                  <a:pt x="21600" y="14400"/>
                </a:lnTo>
                <a:lnTo>
                  <a:pt x="20850" y="14400"/>
                </a:lnTo>
                <a:lnTo>
                  <a:pt x="20098" y="14400"/>
                </a:lnTo>
                <a:lnTo>
                  <a:pt x="19347" y="14400"/>
                </a:lnTo>
                <a:lnTo>
                  <a:pt x="18593" y="14400"/>
                </a:lnTo>
                <a:lnTo>
                  <a:pt x="17837" y="14400"/>
                </a:lnTo>
                <a:lnTo>
                  <a:pt x="17078" y="14400"/>
                </a:lnTo>
                <a:lnTo>
                  <a:pt x="16316" y="14400"/>
                </a:lnTo>
                <a:lnTo>
                  <a:pt x="15550" y="14400"/>
                </a:lnTo>
                <a:lnTo>
                  <a:pt x="14779" y="14400"/>
                </a:lnTo>
                <a:lnTo>
                  <a:pt x="14779" y="16780"/>
                </a:lnTo>
                <a:lnTo>
                  <a:pt x="14779" y="19174"/>
                </a:lnTo>
                <a:lnTo>
                  <a:pt x="14779" y="21600"/>
                </a:lnTo>
                <a:lnTo>
                  <a:pt x="14139" y="21049"/>
                </a:lnTo>
                <a:lnTo>
                  <a:pt x="13495" y="20491"/>
                </a:lnTo>
                <a:lnTo>
                  <a:pt x="12843" y="19926"/>
                </a:lnTo>
                <a:lnTo>
                  <a:pt x="12047" y="19328"/>
                </a:lnTo>
                <a:lnTo>
                  <a:pt x="11252" y="18792"/>
                </a:lnTo>
                <a:lnTo>
                  <a:pt x="10457" y="18310"/>
                </a:lnTo>
                <a:lnTo>
                  <a:pt x="9660" y="17874"/>
                </a:lnTo>
                <a:lnTo>
                  <a:pt x="8862" y="17485"/>
                </a:lnTo>
                <a:lnTo>
                  <a:pt x="8061" y="17132"/>
                </a:lnTo>
                <a:lnTo>
                  <a:pt x="7259" y="16808"/>
                </a:lnTo>
                <a:lnTo>
                  <a:pt x="6454" y="16513"/>
                </a:lnTo>
                <a:lnTo>
                  <a:pt x="5644" y="16240"/>
                </a:lnTo>
                <a:lnTo>
                  <a:pt x="4832" y="15977"/>
                </a:lnTo>
                <a:lnTo>
                  <a:pt x="4129" y="15743"/>
                </a:lnTo>
                <a:lnTo>
                  <a:pt x="3415" y="15505"/>
                </a:lnTo>
                <a:lnTo>
                  <a:pt x="2732" y="15278"/>
                </a:lnTo>
                <a:lnTo>
                  <a:pt x="2049" y="15059"/>
                </a:lnTo>
                <a:lnTo>
                  <a:pt x="1366" y="14836"/>
                </a:lnTo>
                <a:lnTo>
                  <a:pt x="683" y="14620"/>
                </a:lnTo>
                <a:lnTo>
                  <a:pt x="0" y="14400"/>
                </a:lnTo>
                <a:lnTo>
                  <a:pt x="0" y="12020"/>
                </a:lnTo>
                <a:lnTo>
                  <a:pt x="0" y="9626"/>
                </a:lnTo>
                <a:lnTo>
                  <a:pt x="0" y="7200"/>
                </a:lnTo>
                <a:lnTo>
                  <a:pt x="779" y="7200"/>
                </a:lnTo>
                <a:lnTo>
                  <a:pt x="1559" y="7200"/>
                </a:lnTo>
                <a:lnTo>
                  <a:pt x="2338" y="7200"/>
                </a:lnTo>
                <a:lnTo>
                  <a:pt x="3119" y="7200"/>
                </a:lnTo>
                <a:lnTo>
                  <a:pt x="3902" y="7200"/>
                </a:lnTo>
                <a:lnTo>
                  <a:pt x="4685" y="7200"/>
                </a:lnTo>
                <a:lnTo>
                  <a:pt x="5470" y="7200"/>
                </a:lnTo>
                <a:lnTo>
                  <a:pt x="6257" y="7200"/>
                </a:lnTo>
                <a:lnTo>
                  <a:pt x="7046" y="7200"/>
                </a:lnTo>
                <a:lnTo>
                  <a:pt x="7839" y="7200"/>
                </a:lnTo>
                <a:lnTo>
                  <a:pt x="8633" y="7200"/>
                </a:lnTo>
                <a:lnTo>
                  <a:pt x="9430" y="7200"/>
                </a:lnTo>
                <a:lnTo>
                  <a:pt x="10232" y="7200"/>
                </a:lnTo>
                <a:lnTo>
                  <a:pt x="10232" y="4820"/>
                </a:lnTo>
                <a:lnTo>
                  <a:pt x="10232" y="2426"/>
                </a:lnTo>
                <a:lnTo>
                  <a:pt x="10232" y="0"/>
                </a:lnTo>
                <a:close/>
              </a:path>
            </a:pathLst>
          </a:custGeom>
          <a:solidFill>
            <a:srgbClr val="AEB8BE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6" name="contour_06304"/>
          <p:cNvSpPr/>
          <p:nvPr/>
        </p:nvSpPr>
        <p:spPr>
          <a:xfrm>
            <a:off x="3865212" y="3402661"/>
            <a:ext cx="138982" cy="66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41" y="0"/>
                </a:moveTo>
                <a:lnTo>
                  <a:pt x="5049" y="5"/>
                </a:lnTo>
                <a:lnTo>
                  <a:pt x="5858" y="19"/>
                </a:lnTo>
                <a:lnTo>
                  <a:pt x="6667" y="38"/>
                </a:lnTo>
                <a:lnTo>
                  <a:pt x="6987" y="43"/>
                </a:lnTo>
                <a:lnTo>
                  <a:pt x="7957" y="47"/>
                </a:lnTo>
                <a:lnTo>
                  <a:pt x="8638" y="57"/>
                </a:lnTo>
                <a:lnTo>
                  <a:pt x="9320" y="66"/>
                </a:lnTo>
                <a:lnTo>
                  <a:pt x="10000" y="78"/>
                </a:lnTo>
                <a:lnTo>
                  <a:pt x="10681" y="92"/>
                </a:lnTo>
                <a:lnTo>
                  <a:pt x="11362" y="107"/>
                </a:lnTo>
                <a:lnTo>
                  <a:pt x="12043" y="121"/>
                </a:lnTo>
                <a:lnTo>
                  <a:pt x="12735" y="130"/>
                </a:lnTo>
                <a:lnTo>
                  <a:pt x="13427" y="140"/>
                </a:lnTo>
                <a:lnTo>
                  <a:pt x="14119" y="147"/>
                </a:lnTo>
                <a:lnTo>
                  <a:pt x="14811" y="154"/>
                </a:lnTo>
                <a:lnTo>
                  <a:pt x="15565" y="164"/>
                </a:lnTo>
                <a:lnTo>
                  <a:pt x="16319" y="175"/>
                </a:lnTo>
                <a:lnTo>
                  <a:pt x="17074" y="185"/>
                </a:lnTo>
                <a:lnTo>
                  <a:pt x="17828" y="199"/>
                </a:lnTo>
                <a:lnTo>
                  <a:pt x="18583" y="211"/>
                </a:lnTo>
                <a:lnTo>
                  <a:pt x="19337" y="225"/>
                </a:lnTo>
                <a:lnTo>
                  <a:pt x="20091" y="239"/>
                </a:lnTo>
                <a:lnTo>
                  <a:pt x="20846" y="256"/>
                </a:lnTo>
                <a:lnTo>
                  <a:pt x="21600" y="270"/>
                </a:lnTo>
                <a:lnTo>
                  <a:pt x="21600" y="1448"/>
                </a:lnTo>
                <a:lnTo>
                  <a:pt x="21600" y="2640"/>
                </a:lnTo>
                <a:lnTo>
                  <a:pt x="21008" y="2730"/>
                </a:lnTo>
                <a:lnTo>
                  <a:pt x="20406" y="2818"/>
                </a:lnTo>
                <a:lnTo>
                  <a:pt x="19636" y="2939"/>
                </a:lnTo>
                <a:lnTo>
                  <a:pt x="18866" y="3060"/>
                </a:lnTo>
                <a:lnTo>
                  <a:pt x="18096" y="3181"/>
                </a:lnTo>
                <a:lnTo>
                  <a:pt x="17325" y="3304"/>
                </a:lnTo>
                <a:lnTo>
                  <a:pt x="16556" y="3427"/>
                </a:lnTo>
                <a:lnTo>
                  <a:pt x="15786" y="3553"/>
                </a:lnTo>
                <a:lnTo>
                  <a:pt x="15016" y="3676"/>
                </a:lnTo>
                <a:lnTo>
                  <a:pt x="14395" y="3771"/>
                </a:lnTo>
                <a:lnTo>
                  <a:pt x="13771" y="3865"/>
                </a:lnTo>
                <a:lnTo>
                  <a:pt x="13138" y="3958"/>
                </a:lnTo>
                <a:lnTo>
                  <a:pt x="12869" y="4003"/>
                </a:lnTo>
                <a:lnTo>
                  <a:pt x="12396" y="4081"/>
                </a:lnTo>
                <a:lnTo>
                  <a:pt x="11313" y="4259"/>
                </a:lnTo>
                <a:lnTo>
                  <a:pt x="10761" y="4347"/>
                </a:lnTo>
                <a:lnTo>
                  <a:pt x="10205" y="4434"/>
                </a:lnTo>
                <a:lnTo>
                  <a:pt x="9641" y="4522"/>
                </a:lnTo>
                <a:lnTo>
                  <a:pt x="9026" y="4712"/>
                </a:lnTo>
                <a:lnTo>
                  <a:pt x="8524" y="4889"/>
                </a:lnTo>
                <a:lnTo>
                  <a:pt x="8045" y="5107"/>
                </a:lnTo>
                <a:lnTo>
                  <a:pt x="7503" y="5415"/>
                </a:lnTo>
                <a:lnTo>
                  <a:pt x="6807" y="5863"/>
                </a:lnTo>
                <a:lnTo>
                  <a:pt x="5873" y="6503"/>
                </a:lnTo>
                <a:lnTo>
                  <a:pt x="4610" y="7380"/>
                </a:lnTo>
                <a:lnTo>
                  <a:pt x="4859" y="8947"/>
                </a:lnTo>
                <a:lnTo>
                  <a:pt x="5108" y="10511"/>
                </a:lnTo>
                <a:lnTo>
                  <a:pt x="5359" y="12080"/>
                </a:lnTo>
                <a:lnTo>
                  <a:pt x="5609" y="13651"/>
                </a:lnTo>
                <a:lnTo>
                  <a:pt x="5860" y="15227"/>
                </a:lnTo>
                <a:lnTo>
                  <a:pt x="6112" y="16808"/>
                </a:lnTo>
                <a:lnTo>
                  <a:pt x="6364" y="18398"/>
                </a:lnTo>
                <a:lnTo>
                  <a:pt x="6619" y="19996"/>
                </a:lnTo>
                <a:lnTo>
                  <a:pt x="6875" y="21600"/>
                </a:lnTo>
                <a:lnTo>
                  <a:pt x="5892" y="21557"/>
                </a:lnTo>
                <a:lnTo>
                  <a:pt x="5120" y="21401"/>
                </a:lnTo>
                <a:lnTo>
                  <a:pt x="4492" y="21090"/>
                </a:lnTo>
                <a:lnTo>
                  <a:pt x="3945" y="20581"/>
                </a:lnTo>
                <a:lnTo>
                  <a:pt x="3413" y="19834"/>
                </a:lnTo>
                <a:lnTo>
                  <a:pt x="2829" y="18806"/>
                </a:lnTo>
                <a:lnTo>
                  <a:pt x="2132" y="17453"/>
                </a:lnTo>
                <a:lnTo>
                  <a:pt x="1278" y="15578"/>
                </a:lnTo>
                <a:lnTo>
                  <a:pt x="702" y="14218"/>
                </a:lnTo>
                <a:lnTo>
                  <a:pt x="347" y="13146"/>
                </a:lnTo>
                <a:lnTo>
                  <a:pt x="150" y="12146"/>
                </a:lnTo>
                <a:lnTo>
                  <a:pt x="54" y="10992"/>
                </a:lnTo>
                <a:lnTo>
                  <a:pt x="0" y="9461"/>
                </a:lnTo>
                <a:lnTo>
                  <a:pt x="255" y="7401"/>
                </a:lnTo>
                <a:lnTo>
                  <a:pt x="532" y="5588"/>
                </a:lnTo>
                <a:lnTo>
                  <a:pt x="861" y="4022"/>
                </a:lnTo>
                <a:lnTo>
                  <a:pt x="1269" y="2707"/>
                </a:lnTo>
                <a:lnTo>
                  <a:pt x="1783" y="1645"/>
                </a:lnTo>
                <a:lnTo>
                  <a:pt x="2431" y="837"/>
                </a:lnTo>
                <a:lnTo>
                  <a:pt x="3241" y="289"/>
                </a:lnTo>
                <a:lnTo>
                  <a:pt x="4241" y="0"/>
                </a:lnTo>
                <a:close/>
              </a:path>
            </a:pathLst>
          </a:custGeom>
          <a:solidFill>
            <a:srgbClr val="9DAEB6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7" name="contour_06305"/>
          <p:cNvSpPr/>
          <p:nvPr/>
        </p:nvSpPr>
        <p:spPr>
          <a:xfrm>
            <a:off x="8282245" y="3374340"/>
            <a:ext cx="109320" cy="574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80" y="0"/>
                </a:moveTo>
                <a:lnTo>
                  <a:pt x="10983" y="817"/>
                </a:lnTo>
                <a:lnTo>
                  <a:pt x="11867" y="1653"/>
                </a:lnTo>
                <a:lnTo>
                  <a:pt x="12734" y="2508"/>
                </a:lnTo>
                <a:lnTo>
                  <a:pt x="13585" y="3388"/>
                </a:lnTo>
                <a:lnTo>
                  <a:pt x="14422" y="4293"/>
                </a:lnTo>
                <a:lnTo>
                  <a:pt x="15247" y="5219"/>
                </a:lnTo>
                <a:lnTo>
                  <a:pt x="16062" y="6173"/>
                </a:lnTo>
                <a:lnTo>
                  <a:pt x="16867" y="7157"/>
                </a:lnTo>
                <a:lnTo>
                  <a:pt x="17664" y="8169"/>
                </a:lnTo>
                <a:lnTo>
                  <a:pt x="18456" y="9210"/>
                </a:lnTo>
                <a:lnTo>
                  <a:pt x="19244" y="10282"/>
                </a:lnTo>
                <a:lnTo>
                  <a:pt x="20030" y="11389"/>
                </a:lnTo>
                <a:lnTo>
                  <a:pt x="20815" y="12530"/>
                </a:lnTo>
                <a:lnTo>
                  <a:pt x="21600" y="13706"/>
                </a:lnTo>
                <a:lnTo>
                  <a:pt x="20678" y="14670"/>
                </a:lnTo>
                <a:lnTo>
                  <a:pt x="19761" y="15608"/>
                </a:lnTo>
                <a:lnTo>
                  <a:pt x="18845" y="16507"/>
                </a:lnTo>
                <a:lnTo>
                  <a:pt x="17929" y="17362"/>
                </a:lnTo>
                <a:lnTo>
                  <a:pt x="17012" y="18163"/>
                </a:lnTo>
                <a:lnTo>
                  <a:pt x="16089" y="18903"/>
                </a:lnTo>
                <a:lnTo>
                  <a:pt x="15162" y="19569"/>
                </a:lnTo>
                <a:lnTo>
                  <a:pt x="14227" y="20155"/>
                </a:lnTo>
                <a:lnTo>
                  <a:pt x="13284" y="20657"/>
                </a:lnTo>
                <a:lnTo>
                  <a:pt x="12328" y="21057"/>
                </a:lnTo>
                <a:lnTo>
                  <a:pt x="11360" y="21356"/>
                </a:lnTo>
                <a:lnTo>
                  <a:pt x="10377" y="21540"/>
                </a:lnTo>
                <a:lnTo>
                  <a:pt x="9377" y="21600"/>
                </a:lnTo>
                <a:lnTo>
                  <a:pt x="8359" y="21531"/>
                </a:lnTo>
                <a:lnTo>
                  <a:pt x="7321" y="21320"/>
                </a:lnTo>
                <a:lnTo>
                  <a:pt x="6261" y="20964"/>
                </a:lnTo>
                <a:lnTo>
                  <a:pt x="5338" y="20408"/>
                </a:lnTo>
                <a:lnTo>
                  <a:pt x="4427" y="19840"/>
                </a:lnTo>
                <a:lnTo>
                  <a:pt x="3527" y="19251"/>
                </a:lnTo>
                <a:lnTo>
                  <a:pt x="2635" y="18631"/>
                </a:lnTo>
                <a:lnTo>
                  <a:pt x="1751" y="17963"/>
                </a:lnTo>
                <a:lnTo>
                  <a:pt x="873" y="17239"/>
                </a:lnTo>
                <a:lnTo>
                  <a:pt x="0" y="16447"/>
                </a:lnTo>
                <a:lnTo>
                  <a:pt x="0" y="15087"/>
                </a:lnTo>
                <a:lnTo>
                  <a:pt x="0" y="13706"/>
                </a:lnTo>
                <a:lnTo>
                  <a:pt x="936" y="13127"/>
                </a:lnTo>
                <a:lnTo>
                  <a:pt x="1873" y="12579"/>
                </a:lnTo>
                <a:lnTo>
                  <a:pt x="2815" y="12058"/>
                </a:lnTo>
                <a:lnTo>
                  <a:pt x="3760" y="11559"/>
                </a:lnTo>
                <a:lnTo>
                  <a:pt x="4707" y="11074"/>
                </a:lnTo>
                <a:lnTo>
                  <a:pt x="5658" y="10600"/>
                </a:lnTo>
                <a:lnTo>
                  <a:pt x="6610" y="10128"/>
                </a:lnTo>
                <a:lnTo>
                  <a:pt x="7609" y="9164"/>
                </a:lnTo>
                <a:lnTo>
                  <a:pt x="8266" y="8360"/>
                </a:lnTo>
                <a:lnTo>
                  <a:pt x="8725" y="7415"/>
                </a:lnTo>
                <a:lnTo>
                  <a:pt x="9134" y="6036"/>
                </a:lnTo>
                <a:lnTo>
                  <a:pt x="9635" y="3920"/>
                </a:lnTo>
                <a:lnTo>
                  <a:pt x="9782" y="2623"/>
                </a:lnTo>
                <a:lnTo>
                  <a:pt x="9930" y="1321"/>
                </a:lnTo>
                <a:lnTo>
                  <a:pt x="10080" y="0"/>
                </a:lnTo>
                <a:close/>
              </a:path>
            </a:pathLst>
          </a:custGeom>
          <a:solidFill>
            <a:srgbClr val="B0C2CB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8" name="contour_06306"/>
          <p:cNvSpPr/>
          <p:nvPr/>
        </p:nvSpPr>
        <p:spPr>
          <a:xfrm>
            <a:off x="7631478" y="3359764"/>
            <a:ext cx="6043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86" y="0"/>
                </a:moveTo>
                <a:lnTo>
                  <a:pt x="15333" y="0"/>
                </a:lnTo>
                <a:lnTo>
                  <a:pt x="16886" y="0"/>
                </a:lnTo>
                <a:lnTo>
                  <a:pt x="18443" y="0"/>
                </a:lnTo>
                <a:lnTo>
                  <a:pt x="20014" y="0"/>
                </a:lnTo>
                <a:lnTo>
                  <a:pt x="21600" y="0"/>
                </a:lnTo>
                <a:lnTo>
                  <a:pt x="21600" y="1296"/>
                </a:lnTo>
                <a:lnTo>
                  <a:pt x="21600" y="2592"/>
                </a:lnTo>
                <a:lnTo>
                  <a:pt x="21600" y="3890"/>
                </a:lnTo>
                <a:lnTo>
                  <a:pt x="21600" y="5190"/>
                </a:lnTo>
                <a:lnTo>
                  <a:pt x="21600" y="6492"/>
                </a:lnTo>
                <a:lnTo>
                  <a:pt x="21600" y="7796"/>
                </a:lnTo>
                <a:lnTo>
                  <a:pt x="21600" y="9103"/>
                </a:lnTo>
                <a:lnTo>
                  <a:pt x="21600" y="10415"/>
                </a:lnTo>
                <a:lnTo>
                  <a:pt x="21600" y="11731"/>
                </a:lnTo>
                <a:lnTo>
                  <a:pt x="21600" y="13050"/>
                </a:lnTo>
                <a:lnTo>
                  <a:pt x="21600" y="14378"/>
                </a:lnTo>
                <a:lnTo>
                  <a:pt x="21600" y="15709"/>
                </a:lnTo>
                <a:lnTo>
                  <a:pt x="20308" y="15709"/>
                </a:lnTo>
                <a:lnTo>
                  <a:pt x="18995" y="15709"/>
                </a:lnTo>
                <a:lnTo>
                  <a:pt x="18709" y="14413"/>
                </a:lnTo>
                <a:lnTo>
                  <a:pt x="18422" y="13115"/>
                </a:lnTo>
                <a:lnTo>
                  <a:pt x="18136" y="11817"/>
                </a:lnTo>
                <a:lnTo>
                  <a:pt x="17847" y="10515"/>
                </a:lnTo>
                <a:lnTo>
                  <a:pt x="17558" y="9209"/>
                </a:lnTo>
                <a:lnTo>
                  <a:pt x="17269" y="7898"/>
                </a:lnTo>
                <a:lnTo>
                  <a:pt x="16977" y="6582"/>
                </a:lnTo>
                <a:lnTo>
                  <a:pt x="16685" y="5259"/>
                </a:lnTo>
                <a:lnTo>
                  <a:pt x="16391" y="3927"/>
                </a:lnTo>
                <a:lnTo>
                  <a:pt x="15839" y="5176"/>
                </a:lnTo>
                <a:lnTo>
                  <a:pt x="15286" y="6427"/>
                </a:lnTo>
                <a:lnTo>
                  <a:pt x="14732" y="7678"/>
                </a:lnTo>
                <a:lnTo>
                  <a:pt x="14179" y="8931"/>
                </a:lnTo>
                <a:lnTo>
                  <a:pt x="13625" y="10183"/>
                </a:lnTo>
                <a:lnTo>
                  <a:pt x="13070" y="11440"/>
                </a:lnTo>
                <a:lnTo>
                  <a:pt x="12513" y="12697"/>
                </a:lnTo>
                <a:lnTo>
                  <a:pt x="11955" y="13958"/>
                </a:lnTo>
                <a:lnTo>
                  <a:pt x="11398" y="15222"/>
                </a:lnTo>
                <a:lnTo>
                  <a:pt x="10838" y="16489"/>
                </a:lnTo>
                <a:lnTo>
                  <a:pt x="10275" y="17759"/>
                </a:lnTo>
                <a:lnTo>
                  <a:pt x="9710" y="19035"/>
                </a:lnTo>
                <a:lnTo>
                  <a:pt x="9145" y="20316"/>
                </a:lnTo>
                <a:lnTo>
                  <a:pt x="8577" y="21600"/>
                </a:lnTo>
                <a:lnTo>
                  <a:pt x="5996" y="19650"/>
                </a:lnTo>
                <a:lnTo>
                  <a:pt x="4048" y="18152"/>
                </a:lnTo>
                <a:lnTo>
                  <a:pt x="2631" y="17003"/>
                </a:lnTo>
                <a:lnTo>
                  <a:pt x="1644" y="16106"/>
                </a:lnTo>
                <a:lnTo>
                  <a:pt x="990" y="15356"/>
                </a:lnTo>
                <a:lnTo>
                  <a:pt x="563" y="14653"/>
                </a:lnTo>
                <a:lnTo>
                  <a:pt x="268" y="13897"/>
                </a:lnTo>
                <a:lnTo>
                  <a:pt x="0" y="12986"/>
                </a:lnTo>
                <a:lnTo>
                  <a:pt x="135" y="11719"/>
                </a:lnTo>
                <a:lnTo>
                  <a:pt x="273" y="10431"/>
                </a:lnTo>
                <a:lnTo>
                  <a:pt x="380" y="9143"/>
                </a:lnTo>
                <a:lnTo>
                  <a:pt x="490" y="7831"/>
                </a:lnTo>
                <a:lnTo>
                  <a:pt x="625" y="6869"/>
                </a:lnTo>
                <a:lnTo>
                  <a:pt x="763" y="5891"/>
                </a:lnTo>
                <a:lnTo>
                  <a:pt x="1505" y="5946"/>
                </a:lnTo>
                <a:lnTo>
                  <a:pt x="2816" y="6040"/>
                </a:lnTo>
                <a:lnTo>
                  <a:pt x="5811" y="6260"/>
                </a:lnTo>
                <a:lnTo>
                  <a:pt x="7949" y="6260"/>
                </a:lnTo>
                <a:lnTo>
                  <a:pt x="9343" y="6166"/>
                </a:lnTo>
                <a:lnTo>
                  <a:pt x="11182" y="5891"/>
                </a:lnTo>
                <a:lnTo>
                  <a:pt x="11906" y="4430"/>
                </a:lnTo>
                <a:lnTo>
                  <a:pt x="12403" y="3393"/>
                </a:lnTo>
                <a:lnTo>
                  <a:pt x="12799" y="2498"/>
                </a:lnTo>
                <a:lnTo>
                  <a:pt x="13218" y="1461"/>
                </a:lnTo>
                <a:lnTo>
                  <a:pt x="13786" y="0"/>
                </a:lnTo>
                <a:close/>
              </a:path>
            </a:pathLst>
          </a:custGeom>
          <a:solidFill>
            <a:srgbClr val="DC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309" name="contour_06307"/>
          <p:cNvSpPr/>
          <p:nvPr/>
        </p:nvSpPr>
        <p:spPr>
          <a:xfrm>
            <a:off x="3908736" y="3243156"/>
            <a:ext cx="88170" cy="755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46" y="0"/>
                </a:moveTo>
                <a:lnTo>
                  <a:pt x="4924" y="0"/>
                </a:lnTo>
                <a:lnTo>
                  <a:pt x="6103" y="0"/>
                </a:lnTo>
                <a:lnTo>
                  <a:pt x="7283" y="0"/>
                </a:lnTo>
                <a:lnTo>
                  <a:pt x="8465" y="0"/>
                </a:lnTo>
                <a:lnTo>
                  <a:pt x="9648" y="0"/>
                </a:lnTo>
                <a:lnTo>
                  <a:pt x="10834" y="0"/>
                </a:lnTo>
                <a:lnTo>
                  <a:pt x="12023" y="0"/>
                </a:lnTo>
                <a:lnTo>
                  <a:pt x="13216" y="0"/>
                </a:lnTo>
                <a:lnTo>
                  <a:pt x="14412" y="0"/>
                </a:lnTo>
                <a:lnTo>
                  <a:pt x="15612" y="0"/>
                </a:lnTo>
                <a:lnTo>
                  <a:pt x="16819" y="0"/>
                </a:lnTo>
                <a:lnTo>
                  <a:pt x="18029" y="0"/>
                </a:lnTo>
                <a:lnTo>
                  <a:pt x="18029" y="1034"/>
                </a:lnTo>
                <a:lnTo>
                  <a:pt x="18029" y="2084"/>
                </a:lnTo>
                <a:lnTo>
                  <a:pt x="16970" y="2203"/>
                </a:lnTo>
                <a:lnTo>
                  <a:pt x="15912" y="2305"/>
                </a:lnTo>
                <a:lnTo>
                  <a:pt x="14851" y="2394"/>
                </a:lnTo>
                <a:lnTo>
                  <a:pt x="13789" y="2475"/>
                </a:lnTo>
                <a:lnTo>
                  <a:pt x="12330" y="2767"/>
                </a:lnTo>
                <a:lnTo>
                  <a:pt x="11357" y="3040"/>
                </a:lnTo>
                <a:lnTo>
                  <a:pt x="10427" y="3455"/>
                </a:lnTo>
                <a:lnTo>
                  <a:pt x="9102" y="4167"/>
                </a:lnTo>
                <a:lnTo>
                  <a:pt x="8491" y="5530"/>
                </a:lnTo>
                <a:lnTo>
                  <a:pt x="7967" y="6872"/>
                </a:lnTo>
                <a:lnTo>
                  <a:pt x="7509" y="8208"/>
                </a:lnTo>
                <a:lnTo>
                  <a:pt x="7111" y="9544"/>
                </a:lnTo>
                <a:lnTo>
                  <a:pt x="6758" y="10896"/>
                </a:lnTo>
                <a:lnTo>
                  <a:pt x="6436" y="12271"/>
                </a:lnTo>
                <a:lnTo>
                  <a:pt x="6133" y="13686"/>
                </a:lnTo>
                <a:lnTo>
                  <a:pt x="5835" y="15149"/>
                </a:lnTo>
                <a:lnTo>
                  <a:pt x="5531" y="16670"/>
                </a:lnTo>
                <a:lnTo>
                  <a:pt x="6754" y="16828"/>
                </a:lnTo>
                <a:lnTo>
                  <a:pt x="7979" y="16987"/>
                </a:lnTo>
                <a:lnTo>
                  <a:pt x="9204" y="17147"/>
                </a:lnTo>
                <a:lnTo>
                  <a:pt x="10430" y="17305"/>
                </a:lnTo>
                <a:lnTo>
                  <a:pt x="11659" y="17464"/>
                </a:lnTo>
                <a:lnTo>
                  <a:pt x="12889" y="17624"/>
                </a:lnTo>
                <a:lnTo>
                  <a:pt x="14123" y="17785"/>
                </a:lnTo>
                <a:lnTo>
                  <a:pt x="15358" y="17945"/>
                </a:lnTo>
                <a:lnTo>
                  <a:pt x="16597" y="18106"/>
                </a:lnTo>
                <a:lnTo>
                  <a:pt x="17842" y="18266"/>
                </a:lnTo>
                <a:lnTo>
                  <a:pt x="19090" y="18429"/>
                </a:lnTo>
                <a:lnTo>
                  <a:pt x="20341" y="18591"/>
                </a:lnTo>
                <a:lnTo>
                  <a:pt x="21600" y="18754"/>
                </a:lnTo>
                <a:lnTo>
                  <a:pt x="21600" y="19787"/>
                </a:lnTo>
                <a:lnTo>
                  <a:pt x="21600" y="20837"/>
                </a:lnTo>
                <a:lnTo>
                  <a:pt x="20388" y="20923"/>
                </a:lnTo>
                <a:lnTo>
                  <a:pt x="19174" y="21002"/>
                </a:lnTo>
                <a:lnTo>
                  <a:pt x="17961" y="21073"/>
                </a:lnTo>
                <a:lnTo>
                  <a:pt x="16747" y="21139"/>
                </a:lnTo>
                <a:lnTo>
                  <a:pt x="15533" y="21200"/>
                </a:lnTo>
                <a:lnTo>
                  <a:pt x="14321" y="21256"/>
                </a:lnTo>
                <a:lnTo>
                  <a:pt x="13105" y="21308"/>
                </a:lnTo>
                <a:lnTo>
                  <a:pt x="11891" y="21358"/>
                </a:lnTo>
                <a:lnTo>
                  <a:pt x="11480" y="21390"/>
                </a:lnTo>
                <a:lnTo>
                  <a:pt x="10757" y="21446"/>
                </a:lnTo>
                <a:lnTo>
                  <a:pt x="9098" y="21571"/>
                </a:lnTo>
                <a:lnTo>
                  <a:pt x="7852" y="21600"/>
                </a:lnTo>
                <a:lnTo>
                  <a:pt x="6658" y="21600"/>
                </a:lnTo>
                <a:lnTo>
                  <a:pt x="5494" y="21544"/>
                </a:lnTo>
                <a:lnTo>
                  <a:pt x="4337" y="21412"/>
                </a:lnTo>
                <a:lnTo>
                  <a:pt x="3166" y="21185"/>
                </a:lnTo>
                <a:lnTo>
                  <a:pt x="1960" y="20837"/>
                </a:lnTo>
                <a:lnTo>
                  <a:pt x="1293" y="19518"/>
                </a:lnTo>
                <a:lnTo>
                  <a:pt x="823" y="18199"/>
                </a:lnTo>
                <a:lnTo>
                  <a:pt x="514" y="16860"/>
                </a:lnTo>
                <a:lnTo>
                  <a:pt x="329" y="15478"/>
                </a:lnTo>
                <a:lnTo>
                  <a:pt x="229" y="14034"/>
                </a:lnTo>
                <a:lnTo>
                  <a:pt x="175" y="12502"/>
                </a:lnTo>
                <a:lnTo>
                  <a:pt x="89" y="11194"/>
                </a:lnTo>
                <a:lnTo>
                  <a:pt x="0" y="9864"/>
                </a:lnTo>
                <a:lnTo>
                  <a:pt x="45" y="8441"/>
                </a:lnTo>
                <a:lnTo>
                  <a:pt x="87" y="7016"/>
                </a:lnTo>
                <a:lnTo>
                  <a:pt x="130" y="5591"/>
                </a:lnTo>
                <a:lnTo>
                  <a:pt x="175" y="4167"/>
                </a:lnTo>
                <a:lnTo>
                  <a:pt x="1355" y="4167"/>
                </a:lnTo>
                <a:lnTo>
                  <a:pt x="2542" y="4167"/>
                </a:lnTo>
                <a:lnTo>
                  <a:pt x="3746" y="4167"/>
                </a:lnTo>
                <a:lnTo>
                  <a:pt x="3746" y="2790"/>
                </a:lnTo>
                <a:lnTo>
                  <a:pt x="3746" y="1404"/>
                </a:lnTo>
                <a:lnTo>
                  <a:pt x="3746" y="0"/>
                </a:lnTo>
                <a:close/>
              </a:path>
            </a:pathLst>
          </a:custGeom>
          <a:solidFill>
            <a:srgbClr val="C3D5DF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0" name="contour_06308"/>
          <p:cNvSpPr/>
          <p:nvPr/>
        </p:nvSpPr>
        <p:spPr>
          <a:xfrm>
            <a:off x="3938602" y="3264321"/>
            <a:ext cx="87456" cy="45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6"/>
                </a:moveTo>
                <a:lnTo>
                  <a:pt x="21577" y="3251"/>
                </a:lnTo>
                <a:lnTo>
                  <a:pt x="21488" y="5590"/>
                </a:lnTo>
                <a:lnTo>
                  <a:pt x="21299" y="7530"/>
                </a:lnTo>
                <a:lnTo>
                  <a:pt x="20979" y="9257"/>
                </a:lnTo>
                <a:lnTo>
                  <a:pt x="20495" y="10949"/>
                </a:lnTo>
                <a:lnTo>
                  <a:pt x="19813" y="12794"/>
                </a:lnTo>
                <a:lnTo>
                  <a:pt x="18900" y="14976"/>
                </a:lnTo>
                <a:lnTo>
                  <a:pt x="17944" y="16748"/>
                </a:lnTo>
                <a:lnTo>
                  <a:pt x="17024" y="18272"/>
                </a:lnTo>
                <a:lnTo>
                  <a:pt x="16090" y="19531"/>
                </a:lnTo>
                <a:lnTo>
                  <a:pt x="15084" y="20516"/>
                </a:lnTo>
                <a:lnTo>
                  <a:pt x="13954" y="21208"/>
                </a:lnTo>
                <a:lnTo>
                  <a:pt x="12645" y="21600"/>
                </a:lnTo>
                <a:lnTo>
                  <a:pt x="11360" y="21453"/>
                </a:lnTo>
                <a:lnTo>
                  <a:pt x="10084" y="21240"/>
                </a:lnTo>
                <a:lnTo>
                  <a:pt x="8811" y="20964"/>
                </a:lnTo>
                <a:lnTo>
                  <a:pt x="7546" y="20632"/>
                </a:lnTo>
                <a:lnTo>
                  <a:pt x="6282" y="20251"/>
                </a:lnTo>
                <a:lnTo>
                  <a:pt x="5024" y="19824"/>
                </a:lnTo>
                <a:lnTo>
                  <a:pt x="3767" y="19363"/>
                </a:lnTo>
                <a:lnTo>
                  <a:pt x="2511" y="18870"/>
                </a:lnTo>
                <a:lnTo>
                  <a:pt x="1256" y="18352"/>
                </a:lnTo>
                <a:lnTo>
                  <a:pt x="0" y="17814"/>
                </a:lnTo>
                <a:lnTo>
                  <a:pt x="297" y="15339"/>
                </a:lnTo>
                <a:lnTo>
                  <a:pt x="540" y="13553"/>
                </a:lnTo>
                <a:lnTo>
                  <a:pt x="814" y="11959"/>
                </a:lnTo>
                <a:lnTo>
                  <a:pt x="1204" y="10054"/>
                </a:lnTo>
                <a:lnTo>
                  <a:pt x="1800" y="7327"/>
                </a:lnTo>
                <a:lnTo>
                  <a:pt x="2934" y="6104"/>
                </a:lnTo>
                <a:lnTo>
                  <a:pt x="4091" y="5006"/>
                </a:lnTo>
                <a:lnTo>
                  <a:pt x="5267" y="4034"/>
                </a:lnTo>
                <a:lnTo>
                  <a:pt x="6462" y="3185"/>
                </a:lnTo>
                <a:lnTo>
                  <a:pt x="7673" y="2444"/>
                </a:lnTo>
                <a:lnTo>
                  <a:pt x="8901" y="1814"/>
                </a:lnTo>
                <a:lnTo>
                  <a:pt x="10141" y="1286"/>
                </a:lnTo>
                <a:lnTo>
                  <a:pt x="11392" y="856"/>
                </a:lnTo>
                <a:lnTo>
                  <a:pt x="12652" y="517"/>
                </a:lnTo>
                <a:lnTo>
                  <a:pt x="13921" y="269"/>
                </a:lnTo>
                <a:lnTo>
                  <a:pt x="15196" y="105"/>
                </a:lnTo>
                <a:lnTo>
                  <a:pt x="16475" y="17"/>
                </a:lnTo>
                <a:lnTo>
                  <a:pt x="17757" y="0"/>
                </a:lnTo>
                <a:lnTo>
                  <a:pt x="19039" y="52"/>
                </a:lnTo>
                <a:lnTo>
                  <a:pt x="20320" y="164"/>
                </a:lnTo>
                <a:lnTo>
                  <a:pt x="21600" y="336"/>
                </a:lnTo>
                <a:close/>
              </a:path>
            </a:pathLst>
          </a:custGeom>
          <a:solidFill>
            <a:srgbClr val="DD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1" name="contour_06309"/>
          <p:cNvSpPr/>
          <p:nvPr/>
        </p:nvSpPr>
        <p:spPr>
          <a:xfrm>
            <a:off x="8325973" y="3224885"/>
            <a:ext cx="65592" cy="47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97" y="229"/>
                </a:moveTo>
                <a:lnTo>
                  <a:pt x="8731" y="70"/>
                </a:lnTo>
                <a:lnTo>
                  <a:pt x="11131" y="0"/>
                </a:lnTo>
                <a:lnTo>
                  <a:pt x="12953" y="70"/>
                </a:lnTo>
                <a:lnTo>
                  <a:pt x="14352" y="315"/>
                </a:lnTo>
                <a:lnTo>
                  <a:pt x="15482" y="783"/>
                </a:lnTo>
                <a:lnTo>
                  <a:pt x="16500" y="1517"/>
                </a:lnTo>
                <a:lnTo>
                  <a:pt x="17561" y="2566"/>
                </a:lnTo>
                <a:lnTo>
                  <a:pt x="18816" y="3967"/>
                </a:lnTo>
                <a:lnTo>
                  <a:pt x="19582" y="5603"/>
                </a:lnTo>
                <a:lnTo>
                  <a:pt x="20126" y="6948"/>
                </a:lnTo>
                <a:lnTo>
                  <a:pt x="20712" y="8724"/>
                </a:lnTo>
                <a:lnTo>
                  <a:pt x="21600" y="11641"/>
                </a:lnTo>
                <a:lnTo>
                  <a:pt x="20014" y="11641"/>
                </a:lnTo>
                <a:lnTo>
                  <a:pt x="18418" y="11641"/>
                </a:lnTo>
                <a:lnTo>
                  <a:pt x="16800" y="11641"/>
                </a:lnTo>
                <a:lnTo>
                  <a:pt x="16061" y="14115"/>
                </a:lnTo>
                <a:lnTo>
                  <a:pt x="15566" y="15864"/>
                </a:lnTo>
                <a:lnTo>
                  <a:pt x="15202" y="17378"/>
                </a:lnTo>
                <a:lnTo>
                  <a:pt x="14851" y="19134"/>
                </a:lnTo>
                <a:lnTo>
                  <a:pt x="14400" y="21600"/>
                </a:lnTo>
                <a:lnTo>
                  <a:pt x="13675" y="21434"/>
                </a:lnTo>
                <a:lnTo>
                  <a:pt x="13010" y="21278"/>
                </a:lnTo>
                <a:lnTo>
                  <a:pt x="12283" y="21112"/>
                </a:lnTo>
                <a:lnTo>
                  <a:pt x="11376" y="20903"/>
                </a:lnTo>
                <a:lnTo>
                  <a:pt x="10171" y="20624"/>
                </a:lnTo>
                <a:lnTo>
                  <a:pt x="8549" y="20252"/>
                </a:lnTo>
                <a:lnTo>
                  <a:pt x="6394" y="19754"/>
                </a:lnTo>
                <a:lnTo>
                  <a:pt x="3583" y="19107"/>
                </a:lnTo>
                <a:lnTo>
                  <a:pt x="0" y="18280"/>
                </a:lnTo>
                <a:lnTo>
                  <a:pt x="175" y="13587"/>
                </a:lnTo>
                <a:lnTo>
                  <a:pt x="358" y="9909"/>
                </a:lnTo>
                <a:lnTo>
                  <a:pt x="586" y="7100"/>
                </a:lnTo>
                <a:lnTo>
                  <a:pt x="912" y="5019"/>
                </a:lnTo>
                <a:lnTo>
                  <a:pt x="1380" y="3509"/>
                </a:lnTo>
                <a:lnTo>
                  <a:pt x="2038" y="2423"/>
                </a:lnTo>
                <a:lnTo>
                  <a:pt x="2928" y="1613"/>
                </a:lnTo>
                <a:lnTo>
                  <a:pt x="4099" y="933"/>
                </a:lnTo>
                <a:lnTo>
                  <a:pt x="5597" y="229"/>
                </a:lnTo>
                <a:close/>
              </a:path>
            </a:pathLst>
          </a:custGeom>
          <a:solidFill>
            <a:srgbClr val="B8C7D2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2" name="contour_06310"/>
          <p:cNvSpPr/>
          <p:nvPr/>
        </p:nvSpPr>
        <p:spPr>
          <a:xfrm>
            <a:off x="8406141" y="3226073"/>
            <a:ext cx="66022" cy="469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02" y="54"/>
                </a:moveTo>
                <a:lnTo>
                  <a:pt x="18341" y="928"/>
                </a:lnTo>
                <a:lnTo>
                  <a:pt x="19437" y="1934"/>
                </a:lnTo>
                <a:lnTo>
                  <a:pt x="20630" y="3928"/>
                </a:lnTo>
                <a:lnTo>
                  <a:pt x="21104" y="6133"/>
                </a:lnTo>
                <a:lnTo>
                  <a:pt x="21424" y="8178"/>
                </a:lnTo>
                <a:lnTo>
                  <a:pt x="21588" y="10182"/>
                </a:lnTo>
                <a:lnTo>
                  <a:pt x="21600" y="12266"/>
                </a:lnTo>
                <a:lnTo>
                  <a:pt x="21459" y="14559"/>
                </a:lnTo>
                <a:lnTo>
                  <a:pt x="20279" y="16462"/>
                </a:lnTo>
                <a:lnTo>
                  <a:pt x="19273" y="17903"/>
                </a:lnTo>
                <a:lnTo>
                  <a:pt x="18307" y="18989"/>
                </a:lnTo>
                <a:lnTo>
                  <a:pt x="17246" y="19840"/>
                </a:lnTo>
                <a:lnTo>
                  <a:pt x="15959" y="20558"/>
                </a:lnTo>
                <a:lnTo>
                  <a:pt x="14306" y="21262"/>
                </a:lnTo>
                <a:lnTo>
                  <a:pt x="12711" y="21409"/>
                </a:lnTo>
                <a:lnTo>
                  <a:pt x="11118" y="21513"/>
                </a:lnTo>
                <a:lnTo>
                  <a:pt x="9533" y="21577"/>
                </a:lnTo>
                <a:lnTo>
                  <a:pt x="7947" y="21600"/>
                </a:lnTo>
                <a:lnTo>
                  <a:pt x="6361" y="21590"/>
                </a:lnTo>
                <a:lnTo>
                  <a:pt x="4776" y="21550"/>
                </a:lnTo>
                <a:lnTo>
                  <a:pt x="3190" y="21479"/>
                </a:lnTo>
                <a:lnTo>
                  <a:pt x="1598" y="21382"/>
                </a:lnTo>
                <a:lnTo>
                  <a:pt x="0" y="21262"/>
                </a:lnTo>
                <a:lnTo>
                  <a:pt x="346" y="18855"/>
                </a:lnTo>
                <a:lnTo>
                  <a:pt x="701" y="16549"/>
                </a:lnTo>
                <a:lnTo>
                  <a:pt x="1085" y="14324"/>
                </a:lnTo>
                <a:lnTo>
                  <a:pt x="1516" y="12156"/>
                </a:lnTo>
                <a:lnTo>
                  <a:pt x="2022" y="10027"/>
                </a:lnTo>
                <a:lnTo>
                  <a:pt x="2618" y="7916"/>
                </a:lnTo>
                <a:lnTo>
                  <a:pt x="3329" y="5801"/>
                </a:lnTo>
                <a:lnTo>
                  <a:pt x="4173" y="3666"/>
                </a:lnTo>
                <a:lnTo>
                  <a:pt x="5680" y="2510"/>
                </a:lnTo>
                <a:lnTo>
                  <a:pt x="7144" y="1612"/>
                </a:lnTo>
                <a:lnTo>
                  <a:pt x="8593" y="945"/>
                </a:lnTo>
                <a:lnTo>
                  <a:pt x="10048" y="476"/>
                </a:lnTo>
                <a:lnTo>
                  <a:pt x="11533" y="181"/>
                </a:lnTo>
                <a:lnTo>
                  <a:pt x="13071" y="34"/>
                </a:lnTo>
                <a:lnTo>
                  <a:pt x="14688" y="0"/>
                </a:lnTo>
                <a:lnTo>
                  <a:pt x="16402" y="54"/>
                </a:lnTo>
                <a:close/>
              </a:path>
            </a:pathLst>
          </a:custGeom>
          <a:solidFill>
            <a:srgbClr val="BFD3DF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3" name="contour_06311"/>
          <p:cNvSpPr/>
          <p:nvPr/>
        </p:nvSpPr>
        <p:spPr>
          <a:xfrm>
            <a:off x="8508173" y="3162988"/>
            <a:ext cx="72909" cy="734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73" y="0"/>
                </a:moveTo>
                <a:lnTo>
                  <a:pt x="18579" y="1003"/>
                </a:lnTo>
                <a:lnTo>
                  <a:pt x="19465" y="1786"/>
                </a:lnTo>
                <a:lnTo>
                  <a:pt x="20335" y="2746"/>
                </a:lnTo>
                <a:lnTo>
                  <a:pt x="21591" y="4287"/>
                </a:lnTo>
                <a:lnTo>
                  <a:pt x="21600" y="5833"/>
                </a:lnTo>
                <a:lnTo>
                  <a:pt x="21583" y="6986"/>
                </a:lnTo>
                <a:lnTo>
                  <a:pt x="21527" y="7962"/>
                </a:lnTo>
                <a:lnTo>
                  <a:pt x="21410" y="8967"/>
                </a:lnTo>
                <a:lnTo>
                  <a:pt x="21211" y="10217"/>
                </a:lnTo>
                <a:lnTo>
                  <a:pt x="20918" y="11923"/>
                </a:lnTo>
                <a:lnTo>
                  <a:pt x="20702" y="13255"/>
                </a:lnTo>
                <a:lnTo>
                  <a:pt x="20486" y="14594"/>
                </a:lnTo>
                <a:lnTo>
                  <a:pt x="20268" y="15951"/>
                </a:lnTo>
                <a:lnTo>
                  <a:pt x="19842" y="17600"/>
                </a:lnTo>
                <a:lnTo>
                  <a:pt x="19475" y="18708"/>
                </a:lnTo>
                <a:lnTo>
                  <a:pt x="19020" y="19542"/>
                </a:lnTo>
                <a:lnTo>
                  <a:pt x="18333" y="20365"/>
                </a:lnTo>
                <a:lnTo>
                  <a:pt x="17273" y="21437"/>
                </a:lnTo>
                <a:lnTo>
                  <a:pt x="15801" y="21506"/>
                </a:lnTo>
                <a:lnTo>
                  <a:pt x="14341" y="21555"/>
                </a:lnTo>
                <a:lnTo>
                  <a:pt x="12886" y="21587"/>
                </a:lnTo>
                <a:lnTo>
                  <a:pt x="11433" y="21600"/>
                </a:lnTo>
                <a:lnTo>
                  <a:pt x="9973" y="21594"/>
                </a:lnTo>
                <a:lnTo>
                  <a:pt x="8503" y="21570"/>
                </a:lnTo>
                <a:lnTo>
                  <a:pt x="7276" y="21555"/>
                </a:lnTo>
                <a:lnTo>
                  <a:pt x="6035" y="21542"/>
                </a:lnTo>
                <a:lnTo>
                  <a:pt x="4526" y="21521"/>
                </a:lnTo>
                <a:lnTo>
                  <a:pt x="3018" y="21495"/>
                </a:lnTo>
                <a:lnTo>
                  <a:pt x="1509" y="21467"/>
                </a:lnTo>
                <a:lnTo>
                  <a:pt x="0" y="21437"/>
                </a:lnTo>
                <a:lnTo>
                  <a:pt x="1453" y="19096"/>
                </a:lnTo>
                <a:lnTo>
                  <a:pt x="2565" y="17400"/>
                </a:lnTo>
                <a:lnTo>
                  <a:pt x="3470" y="16219"/>
                </a:lnTo>
                <a:lnTo>
                  <a:pt x="4299" y="15424"/>
                </a:lnTo>
                <a:lnTo>
                  <a:pt x="5188" y="14886"/>
                </a:lnTo>
                <a:lnTo>
                  <a:pt x="6274" y="14476"/>
                </a:lnTo>
                <a:lnTo>
                  <a:pt x="7691" y="14067"/>
                </a:lnTo>
                <a:lnTo>
                  <a:pt x="8149" y="13891"/>
                </a:lnTo>
                <a:lnTo>
                  <a:pt x="8954" y="13578"/>
                </a:lnTo>
                <a:lnTo>
                  <a:pt x="10796" y="12862"/>
                </a:lnTo>
                <a:lnTo>
                  <a:pt x="11335" y="11349"/>
                </a:lnTo>
                <a:lnTo>
                  <a:pt x="11651" y="10202"/>
                </a:lnTo>
                <a:lnTo>
                  <a:pt x="12009" y="8442"/>
                </a:lnTo>
                <a:lnTo>
                  <a:pt x="12322" y="7070"/>
                </a:lnTo>
                <a:lnTo>
                  <a:pt x="12635" y="5687"/>
                </a:lnTo>
                <a:lnTo>
                  <a:pt x="12955" y="4287"/>
                </a:lnTo>
                <a:lnTo>
                  <a:pt x="14382" y="4287"/>
                </a:lnTo>
                <a:lnTo>
                  <a:pt x="15818" y="4287"/>
                </a:lnTo>
                <a:lnTo>
                  <a:pt x="17273" y="4287"/>
                </a:lnTo>
                <a:lnTo>
                  <a:pt x="17273" y="2870"/>
                </a:lnTo>
                <a:lnTo>
                  <a:pt x="17273" y="1445"/>
                </a:lnTo>
                <a:lnTo>
                  <a:pt x="17273" y="0"/>
                </a:lnTo>
                <a:close/>
              </a:path>
            </a:pathLst>
          </a:custGeom>
          <a:solidFill>
            <a:srgbClr val="93A1A3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4" name="contour_06312"/>
          <p:cNvSpPr/>
          <p:nvPr/>
        </p:nvSpPr>
        <p:spPr>
          <a:xfrm>
            <a:off x="6669711" y="3207059"/>
            <a:ext cx="96631" cy="43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76" y="1190"/>
                </a:moveTo>
                <a:lnTo>
                  <a:pt x="15683" y="1499"/>
                </a:lnTo>
                <a:lnTo>
                  <a:pt x="16706" y="1814"/>
                </a:lnTo>
                <a:lnTo>
                  <a:pt x="17687" y="2126"/>
                </a:lnTo>
                <a:lnTo>
                  <a:pt x="18666" y="2446"/>
                </a:lnTo>
                <a:lnTo>
                  <a:pt x="19643" y="2779"/>
                </a:lnTo>
                <a:lnTo>
                  <a:pt x="20623" y="3117"/>
                </a:lnTo>
                <a:lnTo>
                  <a:pt x="21600" y="3458"/>
                </a:lnTo>
                <a:lnTo>
                  <a:pt x="20740" y="5581"/>
                </a:lnTo>
                <a:lnTo>
                  <a:pt x="19888" y="7380"/>
                </a:lnTo>
                <a:lnTo>
                  <a:pt x="19031" y="8901"/>
                </a:lnTo>
                <a:lnTo>
                  <a:pt x="18151" y="10185"/>
                </a:lnTo>
                <a:lnTo>
                  <a:pt x="17232" y="11277"/>
                </a:lnTo>
                <a:lnTo>
                  <a:pt x="16258" y="12221"/>
                </a:lnTo>
                <a:lnTo>
                  <a:pt x="15214" y="13055"/>
                </a:lnTo>
                <a:lnTo>
                  <a:pt x="14080" y="13824"/>
                </a:lnTo>
                <a:lnTo>
                  <a:pt x="12844" y="14572"/>
                </a:lnTo>
                <a:lnTo>
                  <a:pt x="11837" y="15163"/>
                </a:lnTo>
                <a:lnTo>
                  <a:pt x="10824" y="15765"/>
                </a:lnTo>
                <a:lnTo>
                  <a:pt x="9796" y="16371"/>
                </a:lnTo>
                <a:lnTo>
                  <a:pt x="9375" y="16604"/>
                </a:lnTo>
                <a:lnTo>
                  <a:pt x="8636" y="17021"/>
                </a:lnTo>
                <a:lnTo>
                  <a:pt x="6938" y="17972"/>
                </a:lnTo>
                <a:lnTo>
                  <a:pt x="5848" y="18599"/>
                </a:lnTo>
                <a:lnTo>
                  <a:pt x="4742" y="19234"/>
                </a:lnTo>
                <a:lnTo>
                  <a:pt x="3664" y="19840"/>
                </a:lnTo>
                <a:lnTo>
                  <a:pt x="2584" y="20432"/>
                </a:lnTo>
                <a:lnTo>
                  <a:pt x="1504" y="21019"/>
                </a:lnTo>
                <a:lnTo>
                  <a:pt x="422" y="21600"/>
                </a:lnTo>
                <a:lnTo>
                  <a:pt x="187" y="17623"/>
                </a:lnTo>
                <a:lnTo>
                  <a:pt x="47" y="14808"/>
                </a:lnTo>
                <a:lnTo>
                  <a:pt x="0" y="12747"/>
                </a:lnTo>
                <a:lnTo>
                  <a:pt x="47" y="11045"/>
                </a:lnTo>
                <a:lnTo>
                  <a:pt x="187" y="9292"/>
                </a:lnTo>
                <a:lnTo>
                  <a:pt x="422" y="7086"/>
                </a:lnTo>
                <a:lnTo>
                  <a:pt x="1406" y="5294"/>
                </a:lnTo>
                <a:lnTo>
                  <a:pt x="2409" y="3806"/>
                </a:lnTo>
                <a:lnTo>
                  <a:pt x="3432" y="2598"/>
                </a:lnTo>
                <a:lnTo>
                  <a:pt x="4475" y="1647"/>
                </a:lnTo>
                <a:lnTo>
                  <a:pt x="5537" y="933"/>
                </a:lnTo>
                <a:lnTo>
                  <a:pt x="6617" y="435"/>
                </a:lnTo>
                <a:lnTo>
                  <a:pt x="7717" y="131"/>
                </a:lnTo>
                <a:lnTo>
                  <a:pt x="8833" y="0"/>
                </a:lnTo>
                <a:lnTo>
                  <a:pt x="9968" y="18"/>
                </a:lnTo>
                <a:lnTo>
                  <a:pt x="11120" y="171"/>
                </a:lnTo>
                <a:lnTo>
                  <a:pt x="12290" y="432"/>
                </a:lnTo>
                <a:lnTo>
                  <a:pt x="13474" y="776"/>
                </a:lnTo>
                <a:lnTo>
                  <a:pt x="14676" y="1190"/>
                </a:lnTo>
                <a:close/>
              </a:path>
            </a:pathLst>
          </a:custGeom>
          <a:solidFill>
            <a:srgbClr val="91A4AF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5" name="contour_06313"/>
          <p:cNvSpPr/>
          <p:nvPr/>
        </p:nvSpPr>
        <p:spPr>
          <a:xfrm>
            <a:off x="4754857" y="3184852"/>
            <a:ext cx="123896" cy="37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5" y="0"/>
                </a:lnTo>
                <a:lnTo>
                  <a:pt x="1729" y="0"/>
                </a:lnTo>
                <a:lnTo>
                  <a:pt x="2596" y="0"/>
                </a:lnTo>
                <a:lnTo>
                  <a:pt x="3461" y="0"/>
                </a:lnTo>
                <a:lnTo>
                  <a:pt x="4328" y="0"/>
                </a:lnTo>
                <a:lnTo>
                  <a:pt x="5197" y="0"/>
                </a:lnTo>
                <a:lnTo>
                  <a:pt x="6066" y="0"/>
                </a:lnTo>
                <a:lnTo>
                  <a:pt x="6936" y="0"/>
                </a:lnTo>
                <a:lnTo>
                  <a:pt x="7808" y="0"/>
                </a:lnTo>
                <a:lnTo>
                  <a:pt x="8682" y="0"/>
                </a:lnTo>
                <a:lnTo>
                  <a:pt x="9559" y="0"/>
                </a:lnTo>
                <a:lnTo>
                  <a:pt x="10437" y="0"/>
                </a:lnTo>
                <a:lnTo>
                  <a:pt x="11317" y="0"/>
                </a:lnTo>
                <a:lnTo>
                  <a:pt x="12200" y="0"/>
                </a:lnTo>
                <a:lnTo>
                  <a:pt x="13087" y="0"/>
                </a:lnTo>
                <a:lnTo>
                  <a:pt x="13976" y="0"/>
                </a:lnTo>
                <a:lnTo>
                  <a:pt x="13976" y="2061"/>
                </a:lnTo>
                <a:lnTo>
                  <a:pt x="13976" y="4155"/>
                </a:lnTo>
                <a:lnTo>
                  <a:pt x="14360" y="4362"/>
                </a:lnTo>
                <a:lnTo>
                  <a:pt x="14712" y="4558"/>
                </a:lnTo>
                <a:lnTo>
                  <a:pt x="15097" y="4765"/>
                </a:lnTo>
                <a:lnTo>
                  <a:pt x="15577" y="5027"/>
                </a:lnTo>
                <a:lnTo>
                  <a:pt x="16215" y="5376"/>
                </a:lnTo>
                <a:lnTo>
                  <a:pt x="17074" y="5841"/>
                </a:lnTo>
                <a:lnTo>
                  <a:pt x="18215" y="6465"/>
                </a:lnTo>
                <a:lnTo>
                  <a:pt x="19703" y="7275"/>
                </a:lnTo>
                <a:lnTo>
                  <a:pt x="21600" y="8309"/>
                </a:lnTo>
                <a:lnTo>
                  <a:pt x="20634" y="12277"/>
                </a:lnTo>
                <a:lnTo>
                  <a:pt x="19877" y="15277"/>
                </a:lnTo>
                <a:lnTo>
                  <a:pt x="19265" y="17458"/>
                </a:lnTo>
                <a:lnTo>
                  <a:pt x="18734" y="18983"/>
                </a:lnTo>
                <a:lnTo>
                  <a:pt x="18216" y="20000"/>
                </a:lnTo>
                <a:lnTo>
                  <a:pt x="17652" y="20674"/>
                </a:lnTo>
                <a:lnTo>
                  <a:pt x="16975" y="21155"/>
                </a:lnTo>
                <a:lnTo>
                  <a:pt x="16121" y="21600"/>
                </a:lnTo>
                <a:lnTo>
                  <a:pt x="15335" y="21563"/>
                </a:lnTo>
                <a:lnTo>
                  <a:pt x="14553" y="21488"/>
                </a:lnTo>
                <a:lnTo>
                  <a:pt x="13774" y="21376"/>
                </a:lnTo>
                <a:lnTo>
                  <a:pt x="12997" y="21222"/>
                </a:lnTo>
                <a:lnTo>
                  <a:pt x="12217" y="21023"/>
                </a:lnTo>
                <a:lnTo>
                  <a:pt x="11435" y="20773"/>
                </a:lnTo>
                <a:lnTo>
                  <a:pt x="11435" y="18713"/>
                </a:lnTo>
                <a:lnTo>
                  <a:pt x="11435" y="16619"/>
                </a:lnTo>
                <a:lnTo>
                  <a:pt x="10642" y="15813"/>
                </a:lnTo>
                <a:lnTo>
                  <a:pt x="9994" y="15314"/>
                </a:lnTo>
                <a:lnTo>
                  <a:pt x="8934" y="14687"/>
                </a:lnTo>
                <a:lnTo>
                  <a:pt x="8545" y="14442"/>
                </a:lnTo>
                <a:lnTo>
                  <a:pt x="7371" y="13706"/>
                </a:lnTo>
                <a:lnTo>
                  <a:pt x="6545" y="13216"/>
                </a:lnTo>
                <a:lnTo>
                  <a:pt x="5718" y="12734"/>
                </a:lnTo>
                <a:lnTo>
                  <a:pt x="4892" y="12260"/>
                </a:lnTo>
                <a:lnTo>
                  <a:pt x="4065" y="11791"/>
                </a:lnTo>
                <a:lnTo>
                  <a:pt x="3288" y="11296"/>
                </a:lnTo>
                <a:lnTo>
                  <a:pt x="2502" y="10794"/>
                </a:lnTo>
                <a:lnTo>
                  <a:pt x="1781" y="10374"/>
                </a:lnTo>
                <a:lnTo>
                  <a:pt x="1050" y="9950"/>
                </a:lnTo>
                <a:lnTo>
                  <a:pt x="789" y="9543"/>
                </a:lnTo>
                <a:lnTo>
                  <a:pt x="0" y="8309"/>
                </a:lnTo>
                <a:lnTo>
                  <a:pt x="0" y="5563"/>
                </a:lnTo>
                <a:lnTo>
                  <a:pt x="0" y="2800"/>
                </a:lnTo>
                <a:lnTo>
                  <a:pt x="0" y="0"/>
                </a:lnTo>
                <a:close/>
              </a:path>
            </a:pathLst>
          </a:custGeom>
          <a:solidFill>
            <a:srgbClr val="D3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6" name="contour_06314"/>
          <p:cNvSpPr/>
          <p:nvPr/>
        </p:nvSpPr>
        <p:spPr>
          <a:xfrm>
            <a:off x="7552877" y="3123269"/>
            <a:ext cx="117176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49" y="147"/>
                </a:moveTo>
                <a:lnTo>
                  <a:pt x="4361" y="59"/>
                </a:lnTo>
                <a:lnTo>
                  <a:pt x="5270" y="12"/>
                </a:lnTo>
                <a:lnTo>
                  <a:pt x="6176" y="0"/>
                </a:lnTo>
                <a:lnTo>
                  <a:pt x="7079" y="20"/>
                </a:lnTo>
                <a:lnTo>
                  <a:pt x="7981" y="71"/>
                </a:lnTo>
                <a:lnTo>
                  <a:pt x="8886" y="155"/>
                </a:lnTo>
                <a:lnTo>
                  <a:pt x="9790" y="262"/>
                </a:lnTo>
                <a:lnTo>
                  <a:pt x="10697" y="392"/>
                </a:lnTo>
                <a:lnTo>
                  <a:pt x="11609" y="543"/>
                </a:lnTo>
                <a:lnTo>
                  <a:pt x="12332" y="618"/>
                </a:lnTo>
                <a:lnTo>
                  <a:pt x="13056" y="686"/>
                </a:lnTo>
                <a:lnTo>
                  <a:pt x="13778" y="753"/>
                </a:lnTo>
                <a:lnTo>
                  <a:pt x="14503" y="812"/>
                </a:lnTo>
                <a:lnTo>
                  <a:pt x="15391" y="904"/>
                </a:lnTo>
                <a:lnTo>
                  <a:pt x="16279" y="1003"/>
                </a:lnTo>
                <a:lnTo>
                  <a:pt x="17165" y="1110"/>
                </a:lnTo>
                <a:lnTo>
                  <a:pt x="18052" y="1229"/>
                </a:lnTo>
                <a:lnTo>
                  <a:pt x="18940" y="1355"/>
                </a:lnTo>
                <a:lnTo>
                  <a:pt x="19827" y="1494"/>
                </a:lnTo>
                <a:lnTo>
                  <a:pt x="20713" y="1637"/>
                </a:lnTo>
                <a:lnTo>
                  <a:pt x="21600" y="1783"/>
                </a:lnTo>
                <a:lnTo>
                  <a:pt x="21600" y="4403"/>
                </a:lnTo>
                <a:lnTo>
                  <a:pt x="21600" y="7039"/>
                </a:lnTo>
                <a:lnTo>
                  <a:pt x="21600" y="9710"/>
                </a:lnTo>
                <a:lnTo>
                  <a:pt x="20979" y="9829"/>
                </a:lnTo>
                <a:lnTo>
                  <a:pt x="20351" y="9948"/>
                </a:lnTo>
                <a:lnTo>
                  <a:pt x="19397" y="10142"/>
                </a:lnTo>
                <a:lnTo>
                  <a:pt x="18443" y="10344"/>
                </a:lnTo>
                <a:lnTo>
                  <a:pt x="17490" y="10554"/>
                </a:lnTo>
                <a:lnTo>
                  <a:pt x="16538" y="10764"/>
                </a:lnTo>
                <a:lnTo>
                  <a:pt x="15584" y="10982"/>
                </a:lnTo>
                <a:lnTo>
                  <a:pt x="14632" y="11196"/>
                </a:lnTo>
                <a:lnTo>
                  <a:pt x="13981" y="11319"/>
                </a:lnTo>
                <a:lnTo>
                  <a:pt x="13328" y="11442"/>
                </a:lnTo>
                <a:lnTo>
                  <a:pt x="12666" y="11565"/>
                </a:lnTo>
                <a:lnTo>
                  <a:pt x="11692" y="11834"/>
                </a:lnTo>
                <a:lnTo>
                  <a:pt x="10741" y="12163"/>
                </a:lnTo>
                <a:lnTo>
                  <a:pt x="9810" y="12564"/>
                </a:lnTo>
                <a:lnTo>
                  <a:pt x="8895" y="13027"/>
                </a:lnTo>
                <a:lnTo>
                  <a:pt x="7995" y="13558"/>
                </a:lnTo>
                <a:lnTo>
                  <a:pt x="7107" y="14161"/>
                </a:lnTo>
                <a:lnTo>
                  <a:pt x="6227" y="14835"/>
                </a:lnTo>
                <a:lnTo>
                  <a:pt x="5354" y="15580"/>
                </a:lnTo>
                <a:lnTo>
                  <a:pt x="4486" y="16396"/>
                </a:lnTo>
                <a:lnTo>
                  <a:pt x="3618" y="17284"/>
                </a:lnTo>
                <a:lnTo>
                  <a:pt x="2747" y="18251"/>
                </a:lnTo>
                <a:lnTo>
                  <a:pt x="1874" y="19289"/>
                </a:lnTo>
                <a:lnTo>
                  <a:pt x="994" y="20407"/>
                </a:lnTo>
                <a:lnTo>
                  <a:pt x="105" y="21600"/>
                </a:lnTo>
                <a:lnTo>
                  <a:pt x="28" y="16091"/>
                </a:lnTo>
                <a:lnTo>
                  <a:pt x="0" y="11775"/>
                </a:lnTo>
                <a:lnTo>
                  <a:pt x="47" y="8478"/>
                </a:lnTo>
                <a:lnTo>
                  <a:pt x="196" y="6016"/>
                </a:lnTo>
                <a:lnTo>
                  <a:pt x="476" y="4221"/>
                </a:lnTo>
                <a:lnTo>
                  <a:pt x="914" y="2913"/>
                </a:lnTo>
                <a:lnTo>
                  <a:pt x="1537" y="1918"/>
                </a:lnTo>
                <a:lnTo>
                  <a:pt x="2373" y="1054"/>
                </a:lnTo>
                <a:lnTo>
                  <a:pt x="3449" y="147"/>
                </a:lnTo>
                <a:close/>
              </a:path>
            </a:pathLst>
          </a:custGeom>
          <a:solidFill>
            <a:srgbClr val="C1D5E3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7" name="contour_06315"/>
          <p:cNvSpPr/>
          <p:nvPr/>
        </p:nvSpPr>
        <p:spPr>
          <a:xfrm>
            <a:off x="10511379" y="3082777"/>
            <a:ext cx="59295" cy="45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01" y="1321"/>
                </a:moveTo>
                <a:lnTo>
                  <a:pt x="17724" y="2638"/>
                </a:lnTo>
                <a:lnTo>
                  <a:pt x="18757" y="3730"/>
                </a:lnTo>
                <a:lnTo>
                  <a:pt x="19511" y="5189"/>
                </a:lnTo>
                <a:lnTo>
                  <a:pt x="20397" y="7602"/>
                </a:lnTo>
                <a:lnTo>
                  <a:pt x="20705" y="9810"/>
                </a:lnTo>
                <a:lnTo>
                  <a:pt x="20971" y="12001"/>
                </a:lnTo>
                <a:lnTo>
                  <a:pt x="21191" y="14185"/>
                </a:lnTo>
                <a:lnTo>
                  <a:pt x="21372" y="16372"/>
                </a:lnTo>
                <a:lnTo>
                  <a:pt x="21507" y="18581"/>
                </a:lnTo>
                <a:lnTo>
                  <a:pt x="21600" y="20820"/>
                </a:lnTo>
                <a:lnTo>
                  <a:pt x="19718" y="21042"/>
                </a:lnTo>
                <a:lnTo>
                  <a:pt x="17851" y="21239"/>
                </a:lnTo>
                <a:lnTo>
                  <a:pt x="15993" y="21406"/>
                </a:lnTo>
                <a:lnTo>
                  <a:pt x="14142" y="21527"/>
                </a:lnTo>
                <a:lnTo>
                  <a:pt x="12295" y="21597"/>
                </a:lnTo>
                <a:lnTo>
                  <a:pt x="10450" y="21600"/>
                </a:lnTo>
                <a:lnTo>
                  <a:pt x="8602" y="21538"/>
                </a:lnTo>
                <a:lnTo>
                  <a:pt x="6749" y="21392"/>
                </a:lnTo>
                <a:lnTo>
                  <a:pt x="4888" y="21156"/>
                </a:lnTo>
                <a:lnTo>
                  <a:pt x="3016" y="20820"/>
                </a:lnTo>
                <a:lnTo>
                  <a:pt x="1773" y="18855"/>
                </a:lnTo>
                <a:lnTo>
                  <a:pt x="953" y="17035"/>
                </a:lnTo>
                <a:lnTo>
                  <a:pt x="451" y="15170"/>
                </a:lnTo>
                <a:lnTo>
                  <a:pt x="167" y="13058"/>
                </a:lnTo>
                <a:lnTo>
                  <a:pt x="0" y="10514"/>
                </a:lnTo>
                <a:lnTo>
                  <a:pt x="234" y="8386"/>
                </a:lnTo>
                <a:lnTo>
                  <a:pt x="523" y="6829"/>
                </a:lnTo>
                <a:lnTo>
                  <a:pt x="1054" y="5089"/>
                </a:lnTo>
                <a:lnTo>
                  <a:pt x="2020" y="2402"/>
                </a:lnTo>
                <a:lnTo>
                  <a:pt x="3847" y="1342"/>
                </a:lnTo>
                <a:lnTo>
                  <a:pt x="5573" y="607"/>
                </a:lnTo>
                <a:lnTo>
                  <a:pt x="7232" y="173"/>
                </a:lnTo>
                <a:lnTo>
                  <a:pt x="8870" y="0"/>
                </a:lnTo>
                <a:lnTo>
                  <a:pt x="10524" y="62"/>
                </a:lnTo>
                <a:lnTo>
                  <a:pt x="12236" y="322"/>
                </a:lnTo>
                <a:lnTo>
                  <a:pt x="14050" y="752"/>
                </a:lnTo>
                <a:lnTo>
                  <a:pt x="16001" y="1321"/>
                </a:lnTo>
                <a:close/>
              </a:path>
            </a:pathLst>
          </a:custGeom>
          <a:solidFill>
            <a:srgbClr val="B7CBD9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8" name="contour_06316"/>
          <p:cNvSpPr/>
          <p:nvPr/>
        </p:nvSpPr>
        <p:spPr>
          <a:xfrm>
            <a:off x="10235427" y="3095574"/>
            <a:ext cx="72880" cy="397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701" y="51"/>
                </a:lnTo>
                <a:lnTo>
                  <a:pt x="15908" y="131"/>
                </a:lnTo>
                <a:lnTo>
                  <a:pt x="16893" y="281"/>
                </a:lnTo>
                <a:lnTo>
                  <a:pt x="17967" y="550"/>
                </a:lnTo>
                <a:lnTo>
                  <a:pt x="19440" y="989"/>
                </a:lnTo>
                <a:lnTo>
                  <a:pt x="20429" y="3696"/>
                </a:lnTo>
                <a:lnTo>
                  <a:pt x="21036" y="5666"/>
                </a:lnTo>
                <a:lnTo>
                  <a:pt x="21365" y="7470"/>
                </a:lnTo>
                <a:lnTo>
                  <a:pt x="21518" y="9678"/>
                </a:lnTo>
                <a:lnTo>
                  <a:pt x="21600" y="12859"/>
                </a:lnTo>
                <a:lnTo>
                  <a:pt x="21120" y="15408"/>
                </a:lnTo>
                <a:lnTo>
                  <a:pt x="20736" y="17081"/>
                </a:lnTo>
                <a:lnTo>
                  <a:pt x="20244" y="18621"/>
                </a:lnTo>
                <a:lnTo>
                  <a:pt x="19440" y="20773"/>
                </a:lnTo>
                <a:lnTo>
                  <a:pt x="17922" y="21402"/>
                </a:lnTo>
                <a:lnTo>
                  <a:pt x="16764" y="21600"/>
                </a:lnTo>
                <a:lnTo>
                  <a:pt x="14977" y="21545"/>
                </a:lnTo>
                <a:lnTo>
                  <a:pt x="13668" y="21505"/>
                </a:lnTo>
                <a:lnTo>
                  <a:pt x="12340" y="21469"/>
                </a:lnTo>
                <a:lnTo>
                  <a:pt x="10973" y="21371"/>
                </a:lnTo>
                <a:lnTo>
                  <a:pt x="9586" y="21268"/>
                </a:lnTo>
                <a:lnTo>
                  <a:pt x="8206" y="21212"/>
                </a:lnTo>
                <a:lnTo>
                  <a:pt x="6804" y="21161"/>
                </a:lnTo>
                <a:lnTo>
                  <a:pt x="5443" y="21097"/>
                </a:lnTo>
                <a:lnTo>
                  <a:pt x="4082" y="21026"/>
                </a:lnTo>
                <a:lnTo>
                  <a:pt x="2722" y="20947"/>
                </a:lnTo>
                <a:lnTo>
                  <a:pt x="1361" y="20860"/>
                </a:lnTo>
                <a:lnTo>
                  <a:pt x="0" y="20773"/>
                </a:lnTo>
                <a:lnTo>
                  <a:pt x="503" y="18854"/>
                </a:lnTo>
                <a:lnTo>
                  <a:pt x="1009" y="16935"/>
                </a:lnTo>
                <a:lnTo>
                  <a:pt x="1516" y="15020"/>
                </a:lnTo>
                <a:lnTo>
                  <a:pt x="2026" y="13105"/>
                </a:lnTo>
                <a:lnTo>
                  <a:pt x="2592" y="10968"/>
                </a:lnTo>
                <a:lnTo>
                  <a:pt x="3164" y="8796"/>
                </a:lnTo>
                <a:lnTo>
                  <a:pt x="4108" y="6002"/>
                </a:lnTo>
                <a:lnTo>
                  <a:pt x="5059" y="3893"/>
                </a:lnTo>
                <a:lnTo>
                  <a:pt x="6054" y="2370"/>
                </a:lnTo>
                <a:lnTo>
                  <a:pt x="7132" y="1329"/>
                </a:lnTo>
                <a:lnTo>
                  <a:pt x="8325" y="673"/>
                </a:lnTo>
                <a:lnTo>
                  <a:pt x="9668" y="297"/>
                </a:lnTo>
                <a:lnTo>
                  <a:pt x="11202" y="107"/>
                </a:lnTo>
                <a:lnTo>
                  <a:pt x="12960" y="0"/>
                </a:lnTo>
                <a:close/>
              </a:path>
            </a:pathLst>
          </a:custGeom>
          <a:solidFill>
            <a:srgbClr val="C9D7E2"/>
          </a:solidFill>
          <a:ln>
            <a:noFill/>
          </a:ln>
        </p:spPr>
        <p:txBody>
          <a:bodyPr/>
          <a:lstStyle/>
          <a:p/>
        </p:txBody>
      </p:sp>
      <p:sp>
        <p:nvSpPr>
          <p:cNvPr id="6319" name="contour_06317"/>
          <p:cNvSpPr/>
          <p:nvPr/>
        </p:nvSpPr>
        <p:spPr>
          <a:xfrm>
            <a:off x="5017225" y="2937061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85" y="0"/>
                </a:moveTo>
                <a:lnTo>
                  <a:pt x="5972" y="458"/>
                </a:lnTo>
                <a:lnTo>
                  <a:pt x="6646" y="862"/>
                </a:lnTo>
                <a:lnTo>
                  <a:pt x="7321" y="1433"/>
                </a:lnTo>
                <a:lnTo>
                  <a:pt x="8308" y="2400"/>
                </a:lnTo>
                <a:lnTo>
                  <a:pt x="8308" y="3826"/>
                </a:lnTo>
                <a:lnTo>
                  <a:pt x="8308" y="5256"/>
                </a:lnTo>
                <a:lnTo>
                  <a:pt x="8308" y="6691"/>
                </a:lnTo>
                <a:lnTo>
                  <a:pt x="8308" y="8138"/>
                </a:lnTo>
                <a:lnTo>
                  <a:pt x="8308" y="9600"/>
                </a:lnTo>
                <a:lnTo>
                  <a:pt x="9404" y="9600"/>
                </a:lnTo>
                <a:lnTo>
                  <a:pt x="10501" y="9600"/>
                </a:lnTo>
                <a:lnTo>
                  <a:pt x="11599" y="9600"/>
                </a:lnTo>
                <a:lnTo>
                  <a:pt x="12699" y="9600"/>
                </a:lnTo>
                <a:lnTo>
                  <a:pt x="13801" y="9600"/>
                </a:lnTo>
                <a:lnTo>
                  <a:pt x="14904" y="9600"/>
                </a:lnTo>
                <a:lnTo>
                  <a:pt x="16011" y="9600"/>
                </a:lnTo>
                <a:lnTo>
                  <a:pt x="17120" y="9600"/>
                </a:lnTo>
                <a:lnTo>
                  <a:pt x="18234" y="9600"/>
                </a:lnTo>
                <a:lnTo>
                  <a:pt x="19350" y="9600"/>
                </a:lnTo>
                <a:lnTo>
                  <a:pt x="20473" y="9600"/>
                </a:lnTo>
                <a:lnTo>
                  <a:pt x="21600" y="9600"/>
                </a:lnTo>
                <a:lnTo>
                  <a:pt x="20562" y="10255"/>
                </a:lnTo>
                <a:lnTo>
                  <a:pt x="19523" y="10913"/>
                </a:lnTo>
                <a:lnTo>
                  <a:pt x="18485" y="11568"/>
                </a:lnTo>
                <a:lnTo>
                  <a:pt x="17446" y="12226"/>
                </a:lnTo>
                <a:lnTo>
                  <a:pt x="16408" y="12881"/>
                </a:lnTo>
                <a:lnTo>
                  <a:pt x="15687" y="13634"/>
                </a:lnTo>
                <a:lnTo>
                  <a:pt x="14954" y="14400"/>
                </a:lnTo>
                <a:lnTo>
                  <a:pt x="14954" y="15986"/>
                </a:lnTo>
                <a:lnTo>
                  <a:pt x="14954" y="17582"/>
                </a:lnTo>
                <a:lnTo>
                  <a:pt x="14954" y="19200"/>
                </a:lnTo>
                <a:lnTo>
                  <a:pt x="13802" y="19438"/>
                </a:lnTo>
                <a:lnTo>
                  <a:pt x="12649" y="19675"/>
                </a:lnTo>
                <a:lnTo>
                  <a:pt x="11496" y="19913"/>
                </a:lnTo>
                <a:lnTo>
                  <a:pt x="10341" y="20153"/>
                </a:lnTo>
                <a:lnTo>
                  <a:pt x="9182" y="20390"/>
                </a:lnTo>
                <a:lnTo>
                  <a:pt x="8020" y="20630"/>
                </a:lnTo>
                <a:lnTo>
                  <a:pt x="6854" y="20870"/>
                </a:lnTo>
                <a:lnTo>
                  <a:pt x="5682" y="21113"/>
                </a:lnTo>
                <a:lnTo>
                  <a:pt x="4506" y="21355"/>
                </a:lnTo>
                <a:lnTo>
                  <a:pt x="3323" y="21600"/>
                </a:lnTo>
                <a:lnTo>
                  <a:pt x="3391" y="20064"/>
                </a:lnTo>
                <a:lnTo>
                  <a:pt x="3461" y="18516"/>
                </a:lnTo>
                <a:lnTo>
                  <a:pt x="3531" y="16949"/>
                </a:lnTo>
                <a:lnTo>
                  <a:pt x="3532" y="14998"/>
                </a:lnTo>
                <a:lnTo>
                  <a:pt x="3478" y="13714"/>
                </a:lnTo>
                <a:lnTo>
                  <a:pt x="3323" y="12000"/>
                </a:lnTo>
                <a:lnTo>
                  <a:pt x="2336" y="10949"/>
                </a:lnTo>
                <a:lnTo>
                  <a:pt x="1662" y="10349"/>
                </a:lnTo>
                <a:lnTo>
                  <a:pt x="987" y="9974"/>
                </a:lnTo>
                <a:lnTo>
                  <a:pt x="0" y="9600"/>
                </a:lnTo>
                <a:lnTo>
                  <a:pt x="773" y="9228"/>
                </a:lnTo>
                <a:lnTo>
                  <a:pt x="1559" y="8851"/>
                </a:lnTo>
                <a:lnTo>
                  <a:pt x="2619" y="7673"/>
                </a:lnTo>
                <a:lnTo>
                  <a:pt x="3383" y="6420"/>
                </a:lnTo>
                <a:lnTo>
                  <a:pt x="3926" y="5059"/>
                </a:lnTo>
                <a:lnTo>
                  <a:pt x="4323" y="3559"/>
                </a:lnTo>
                <a:lnTo>
                  <a:pt x="4651" y="1884"/>
                </a:lnTo>
                <a:lnTo>
                  <a:pt x="4985" y="0"/>
                </a:lnTo>
                <a:close/>
              </a:path>
            </a:pathLst>
          </a:custGeom>
          <a:solidFill>
            <a:srgbClr val="37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0" name="contour_06318"/>
          <p:cNvSpPr/>
          <p:nvPr/>
        </p:nvSpPr>
        <p:spPr>
          <a:xfrm>
            <a:off x="5337896" y="2980577"/>
            <a:ext cx="51016" cy="73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"/>
                </a:moveTo>
                <a:lnTo>
                  <a:pt x="21344" y="1484"/>
                </a:lnTo>
                <a:lnTo>
                  <a:pt x="21091" y="2905"/>
                </a:lnTo>
                <a:lnTo>
                  <a:pt x="20835" y="4329"/>
                </a:lnTo>
                <a:lnTo>
                  <a:pt x="20582" y="5755"/>
                </a:lnTo>
                <a:lnTo>
                  <a:pt x="20326" y="7183"/>
                </a:lnTo>
                <a:lnTo>
                  <a:pt x="20069" y="8613"/>
                </a:lnTo>
                <a:lnTo>
                  <a:pt x="19813" y="10047"/>
                </a:lnTo>
                <a:lnTo>
                  <a:pt x="19554" y="11486"/>
                </a:lnTo>
                <a:lnTo>
                  <a:pt x="19295" y="12929"/>
                </a:lnTo>
                <a:lnTo>
                  <a:pt x="19036" y="14376"/>
                </a:lnTo>
                <a:lnTo>
                  <a:pt x="18777" y="15832"/>
                </a:lnTo>
                <a:lnTo>
                  <a:pt x="18514" y="17292"/>
                </a:lnTo>
                <a:lnTo>
                  <a:pt x="16475" y="17292"/>
                </a:lnTo>
                <a:lnTo>
                  <a:pt x="14423" y="17292"/>
                </a:lnTo>
                <a:lnTo>
                  <a:pt x="12343" y="17292"/>
                </a:lnTo>
                <a:lnTo>
                  <a:pt x="11210" y="18572"/>
                </a:lnTo>
                <a:lnTo>
                  <a:pt x="10510" y="19446"/>
                </a:lnTo>
                <a:lnTo>
                  <a:pt x="9958" y="20321"/>
                </a:lnTo>
                <a:lnTo>
                  <a:pt x="9257" y="21600"/>
                </a:lnTo>
                <a:lnTo>
                  <a:pt x="6295" y="20159"/>
                </a:lnTo>
                <a:lnTo>
                  <a:pt x="4246" y="19104"/>
                </a:lnTo>
                <a:lnTo>
                  <a:pt x="2848" y="18253"/>
                </a:lnTo>
                <a:lnTo>
                  <a:pt x="1845" y="17428"/>
                </a:lnTo>
                <a:lnTo>
                  <a:pt x="981" y="16450"/>
                </a:lnTo>
                <a:lnTo>
                  <a:pt x="0" y="15139"/>
                </a:lnTo>
                <a:lnTo>
                  <a:pt x="309" y="13594"/>
                </a:lnTo>
                <a:lnTo>
                  <a:pt x="713" y="12089"/>
                </a:lnTo>
                <a:lnTo>
                  <a:pt x="1210" y="10616"/>
                </a:lnTo>
                <a:lnTo>
                  <a:pt x="1802" y="9171"/>
                </a:lnTo>
                <a:lnTo>
                  <a:pt x="2487" y="7751"/>
                </a:lnTo>
                <a:lnTo>
                  <a:pt x="3268" y="6349"/>
                </a:lnTo>
                <a:lnTo>
                  <a:pt x="4141" y="4962"/>
                </a:lnTo>
                <a:lnTo>
                  <a:pt x="5110" y="3586"/>
                </a:lnTo>
                <a:lnTo>
                  <a:pt x="6171" y="2216"/>
                </a:lnTo>
                <a:lnTo>
                  <a:pt x="8063" y="1314"/>
                </a:lnTo>
                <a:lnTo>
                  <a:pt x="9803" y="689"/>
                </a:lnTo>
                <a:lnTo>
                  <a:pt x="11470" y="293"/>
                </a:lnTo>
                <a:lnTo>
                  <a:pt x="13148" y="80"/>
                </a:lnTo>
                <a:lnTo>
                  <a:pt x="14919" y="0"/>
                </a:lnTo>
                <a:lnTo>
                  <a:pt x="16863" y="2"/>
                </a:lnTo>
                <a:lnTo>
                  <a:pt x="19064" y="39"/>
                </a:lnTo>
                <a:lnTo>
                  <a:pt x="21600" y="62"/>
                </a:lnTo>
                <a:close/>
              </a:path>
            </a:pathLst>
          </a:custGeom>
          <a:solidFill>
            <a:srgbClr val="D2DBE0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1" name="contour_06319"/>
          <p:cNvSpPr/>
          <p:nvPr/>
        </p:nvSpPr>
        <p:spPr>
          <a:xfrm>
            <a:off x="5133833" y="2937061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20083" y="1348"/>
                </a:lnTo>
                <a:lnTo>
                  <a:pt x="20650" y="2359"/>
                </a:lnTo>
                <a:lnTo>
                  <a:pt x="21014" y="3344"/>
                </a:lnTo>
                <a:lnTo>
                  <a:pt x="21293" y="4614"/>
                </a:lnTo>
                <a:lnTo>
                  <a:pt x="21600" y="6480"/>
                </a:lnTo>
                <a:lnTo>
                  <a:pt x="20532" y="7692"/>
                </a:lnTo>
                <a:lnTo>
                  <a:pt x="19421" y="8852"/>
                </a:lnTo>
                <a:lnTo>
                  <a:pt x="18266" y="9964"/>
                </a:lnTo>
                <a:lnTo>
                  <a:pt x="17074" y="11040"/>
                </a:lnTo>
                <a:lnTo>
                  <a:pt x="15847" y="12085"/>
                </a:lnTo>
                <a:lnTo>
                  <a:pt x="14592" y="13107"/>
                </a:lnTo>
                <a:lnTo>
                  <a:pt x="13308" y="14118"/>
                </a:lnTo>
                <a:lnTo>
                  <a:pt x="12000" y="15120"/>
                </a:lnTo>
                <a:lnTo>
                  <a:pt x="13426" y="15548"/>
                </a:lnTo>
                <a:lnTo>
                  <a:pt x="14856" y="15978"/>
                </a:lnTo>
                <a:lnTo>
                  <a:pt x="16291" y="16407"/>
                </a:lnTo>
                <a:lnTo>
                  <a:pt x="17738" y="16842"/>
                </a:lnTo>
                <a:lnTo>
                  <a:pt x="19200" y="17280"/>
                </a:lnTo>
                <a:lnTo>
                  <a:pt x="17616" y="17755"/>
                </a:lnTo>
                <a:lnTo>
                  <a:pt x="16030" y="18230"/>
                </a:lnTo>
                <a:lnTo>
                  <a:pt x="14443" y="18708"/>
                </a:lnTo>
                <a:lnTo>
                  <a:pt x="12852" y="19185"/>
                </a:lnTo>
                <a:lnTo>
                  <a:pt x="11256" y="19662"/>
                </a:lnTo>
                <a:lnTo>
                  <a:pt x="9653" y="20144"/>
                </a:lnTo>
                <a:lnTo>
                  <a:pt x="8045" y="20626"/>
                </a:lnTo>
                <a:lnTo>
                  <a:pt x="6427" y="21112"/>
                </a:lnTo>
                <a:lnTo>
                  <a:pt x="4800" y="21600"/>
                </a:lnTo>
                <a:lnTo>
                  <a:pt x="4800" y="20174"/>
                </a:lnTo>
                <a:lnTo>
                  <a:pt x="4800" y="18747"/>
                </a:lnTo>
                <a:lnTo>
                  <a:pt x="4800" y="17312"/>
                </a:lnTo>
                <a:lnTo>
                  <a:pt x="4800" y="15872"/>
                </a:lnTo>
                <a:lnTo>
                  <a:pt x="4800" y="14422"/>
                </a:lnTo>
                <a:lnTo>
                  <a:pt x="4800" y="12960"/>
                </a:lnTo>
                <a:lnTo>
                  <a:pt x="3214" y="12960"/>
                </a:lnTo>
                <a:lnTo>
                  <a:pt x="1618" y="12960"/>
                </a:lnTo>
                <a:lnTo>
                  <a:pt x="0" y="12960"/>
                </a:lnTo>
                <a:lnTo>
                  <a:pt x="0" y="11433"/>
                </a:lnTo>
                <a:lnTo>
                  <a:pt x="0" y="9904"/>
                </a:lnTo>
                <a:lnTo>
                  <a:pt x="0" y="8370"/>
                </a:lnTo>
                <a:lnTo>
                  <a:pt x="0" y="6830"/>
                </a:lnTo>
                <a:lnTo>
                  <a:pt x="0" y="5283"/>
                </a:lnTo>
                <a:lnTo>
                  <a:pt x="0" y="3728"/>
                </a:lnTo>
                <a:lnTo>
                  <a:pt x="0" y="2160"/>
                </a:lnTo>
                <a:lnTo>
                  <a:pt x="1584" y="2339"/>
                </a:lnTo>
                <a:lnTo>
                  <a:pt x="3168" y="2516"/>
                </a:lnTo>
                <a:lnTo>
                  <a:pt x="4754" y="2696"/>
                </a:lnTo>
                <a:lnTo>
                  <a:pt x="6343" y="2873"/>
                </a:lnTo>
                <a:lnTo>
                  <a:pt x="7934" y="3052"/>
                </a:lnTo>
                <a:lnTo>
                  <a:pt x="9528" y="3231"/>
                </a:lnTo>
                <a:lnTo>
                  <a:pt x="11126" y="3411"/>
                </a:lnTo>
                <a:lnTo>
                  <a:pt x="12730" y="3592"/>
                </a:lnTo>
                <a:lnTo>
                  <a:pt x="14338" y="3774"/>
                </a:lnTo>
                <a:lnTo>
                  <a:pt x="15950" y="3955"/>
                </a:lnTo>
                <a:lnTo>
                  <a:pt x="17573" y="4136"/>
                </a:lnTo>
                <a:lnTo>
                  <a:pt x="19200" y="4320"/>
                </a:lnTo>
                <a:lnTo>
                  <a:pt x="19200" y="2892"/>
                </a:lnTo>
                <a:lnTo>
                  <a:pt x="19200" y="1456"/>
                </a:lnTo>
                <a:lnTo>
                  <a:pt x="19200" y="0"/>
                </a:lnTo>
                <a:close/>
              </a:path>
            </a:pathLst>
          </a:custGeom>
          <a:solidFill>
            <a:srgbClr val="4A4A47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2" name="contour_06320"/>
          <p:cNvSpPr/>
          <p:nvPr/>
        </p:nvSpPr>
        <p:spPr>
          <a:xfrm>
            <a:off x="4324866" y="2922485"/>
            <a:ext cx="80168" cy="729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997" y="268"/>
                </a:lnTo>
                <a:lnTo>
                  <a:pt x="14213" y="535"/>
                </a:lnTo>
                <a:lnTo>
                  <a:pt x="15432" y="803"/>
                </a:lnTo>
                <a:lnTo>
                  <a:pt x="16654" y="1070"/>
                </a:lnTo>
                <a:lnTo>
                  <a:pt x="17881" y="1340"/>
                </a:lnTo>
                <a:lnTo>
                  <a:pt x="19114" y="1612"/>
                </a:lnTo>
                <a:lnTo>
                  <a:pt x="20353" y="1884"/>
                </a:lnTo>
                <a:lnTo>
                  <a:pt x="21600" y="2158"/>
                </a:lnTo>
                <a:lnTo>
                  <a:pt x="21113" y="3226"/>
                </a:lnTo>
                <a:lnTo>
                  <a:pt x="20626" y="4301"/>
                </a:lnTo>
                <a:lnTo>
                  <a:pt x="20133" y="5380"/>
                </a:lnTo>
                <a:lnTo>
                  <a:pt x="19636" y="6474"/>
                </a:lnTo>
                <a:lnTo>
                  <a:pt x="18338" y="6474"/>
                </a:lnTo>
                <a:lnTo>
                  <a:pt x="17033" y="6474"/>
                </a:lnTo>
                <a:lnTo>
                  <a:pt x="15709" y="6474"/>
                </a:lnTo>
                <a:lnTo>
                  <a:pt x="15709" y="7755"/>
                </a:lnTo>
                <a:lnTo>
                  <a:pt x="15709" y="9041"/>
                </a:lnTo>
                <a:lnTo>
                  <a:pt x="15709" y="10332"/>
                </a:lnTo>
                <a:lnTo>
                  <a:pt x="15709" y="11633"/>
                </a:lnTo>
                <a:lnTo>
                  <a:pt x="15709" y="12947"/>
                </a:lnTo>
                <a:lnTo>
                  <a:pt x="17007" y="12947"/>
                </a:lnTo>
                <a:lnTo>
                  <a:pt x="18313" y="12947"/>
                </a:lnTo>
                <a:lnTo>
                  <a:pt x="19636" y="12947"/>
                </a:lnTo>
                <a:lnTo>
                  <a:pt x="20223" y="14365"/>
                </a:lnTo>
                <a:lnTo>
                  <a:pt x="20542" y="15485"/>
                </a:lnTo>
                <a:lnTo>
                  <a:pt x="20864" y="17263"/>
                </a:lnTo>
                <a:lnTo>
                  <a:pt x="21086" y="18467"/>
                </a:lnTo>
                <a:lnTo>
                  <a:pt x="21309" y="19690"/>
                </a:lnTo>
                <a:lnTo>
                  <a:pt x="21382" y="20159"/>
                </a:lnTo>
                <a:lnTo>
                  <a:pt x="21600" y="21578"/>
                </a:lnTo>
                <a:lnTo>
                  <a:pt x="20296" y="21600"/>
                </a:lnTo>
                <a:lnTo>
                  <a:pt x="19002" y="21589"/>
                </a:lnTo>
                <a:lnTo>
                  <a:pt x="17716" y="21553"/>
                </a:lnTo>
                <a:lnTo>
                  <a:pt x="16436" y="21490"/>
                </a:lnTo>
                <a:lnTo>
                  <a:pt x="15159" y="21401"/>
                </a:lnTo>
                <a:lnTo>
                  <a:pt x="13885" y="21294"/>
                </a:lnTo>
                <a:lnTo>
                  <a:pt x="12610" y="21166"/>
                </a:lnTo>
                <a:lnTo>
                  <a:pt x="11336" y="21020"/>
                </a:lnTo>
                <a:lnTo>
                  <a:pt x="10058" y="20860"/>
                </a:lnTo>
                <a:lnTo>
                  <a:pt x="8775" y="20685"/>
                </a:lnTo>
                <a:lnTo>
                  <a:pt x="7485" y="20500"/>
                </a:lnTo>
                <a:lnTo>
                  <a:pt x="6399" y="20344"/>
                </a:lnTo>
                <a:lnTo>
                  <a:pt x="5296" y="20187"/>
                </a:lnTo>
                <a:lnTo>
                  <a:pt x="3972" y="19997"/>
                </a:lnTo>
                <a:lnTo>
                  <a:pt x="2647" y="19807"/>
                </a:lnTo>
                <a:lnTo>
                  <a:pt x="1323" y="19615"/>
                </a:lnTo>
                <a:lnTo>
                  <a:pt x="0" y="19421"/>
                </a:lnTo>
                <a:lnTo>
                  <a:pt x="369" y="17815"/>
                </a:lnTo>
                <a:lnTo>
                  <a:pt x="656" y="16676"/>
                </a:lnTo>
                <a:lnTo>
                  <a:pt x="954" y="15692"/>
                </a:lnTo>
                <a:lnTo>
                  <a:pt x="1359" y="14552"/>
                </a:lnTo>
                <a:lnTo>
                  <a:pt x="1964" y="12947"/>
                </a:lnTo>
                <a:lnTo>
                  <a:pt x="3262" y="12947"/>
                </a:lnTo>
                <a:lnTo>
                  <a:pt x="4567" y="12947"/>
                </a:lnTo>
                <a:lnTo>
                  <a:pt x="5891" y="12947"/>
                </a:lnTo>
                <a:lnTo>
                  <a:pt x="5891" y="14373"/>
                </a:lnTo>
                <a:lnTo>
                  <a:pt x="5891" y="15808"/>
                </a:lnTo>
                <a:lnTo>
                  <a:pt x="5891" y="17263"/>
                </a:lnTo>
                <a:lnTo>
                  <a:pt x="7187" y="17263"/>
                </a:lnTo>
                <a:lnTo>
                  <a:pt x="8485" y="17263"/>
                </a:lnTo>
                <a:lnTo>
                  <a:pt x="9789" y="17263"/>
                </a:lnTo>
                <a:lnTo>
                  <a:pt x="11098" y="17263"/>
                </a:lnTo>
                <a:lnTo>
                  <a:pt x="12416" y="17263"/>
                </a:lnTo>
                <a:lnTo>
                  <a:pt x="13745" y="17263"/>
                </a:lnTo>
                <a:lnTo>
                  <a:pt x="13745" y="15836"/>
                </a:lnTo>
                <a:lnTo>
                  <a:pt x="13745" y="14401"/>
                </a:lnTo>
                <a:lnTo>
                  <a:pt x="13745" y="12947"/>
                </a:lnTo>
                <a:lnTo>
                  <a:pt x="12285" y="12282"/>
                </a:lnTo>
                <a:lnTo>
                  <a:pt x="11248" y="11838"/>
                </a:lnTo>
                <a:lnTo>
                  <a:pt x="10352" y="11510"/>
                </a:lnTo>
                <a:lnTo>
                  <a:pt x="9315" y="11195"/>
                </a:lnTo>
                <a:lnTo>
                  <a:pt x="7855" y="10789"/>
                </a:lnTo>
                <a:lnTo>
                  <a:pt x="9021" y="10789"/>
                </a:lnTo>
                <a:lnTo>
                  <a:pt x="10191" y="10789"/>
                </a:lnTo>
                <a:lnTo>
                  <a:pt x="11366" y="10789"/>
                </a:lnTo>
                <a:lnTo>
                  <a:pt x="12550" y="10789"/>
                </a:lnTo>
                <a:lnTo>
                  <a:pt x="13745" y="10789"/>
                </a:lnTo>
                <a:lnTo>
                  <a:pt x="13502" y="9454"/>
                </a:lnTo>
                <a:lnTo>
                  <a:pt x="13258" y="8118"/>
                </a:lnTo>
                <a:lnTo>
                  <a:pt x="13015" y="6778"/>
                </a:lnTo>
                <a:lnTo>
                  <a:pt x="12771" y="5436"/>
                </a:lnTo>
                <a:lnTo>
                  <a:pt x="12526" y="4087"/>
                </a:lnTo>
                <a:lnTo>
                  <a:pt x="12279" y="2732"/>
                </a:lnTo>
                <a:lnTo>
                  <a:pt x="12031" y="1370"/>
                </a:lnTo>
                <a:lnTo>
                  <a:pt x="11782" y="0"/>
                </a:lnTo>
                <a:close/>
              </a:path>
            </a:pathLst>
          </a:custGeom>
          <a:solidFill>
            <a:srgbClr val="CFD5DA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3" name="contour_06321"/>
          <p:cNvSpPr/>
          <p:nvPr/>
        </p:nvSpPr>
        <p:spPr>
          <a:xfrm>
            <a:off x="6715327" y="2842317"/>
            <a:ext cx="5830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31" y="1102"/>
                </a:lnTo>
                <a:lnTo>
                  <a:pt x="2797" y="2014"/>
                </a:lnTo>
                <a:lnTo>
                  <a:pt x="3837" y="2765"/>
                </a:lnTo>
                <a:lnTo>
                  <a:pt x="4685" y="3384"/>
                </a:lnTo>
                <a:lnTo>
                  <a:pt x="5387" y="3902"/>
                </a:lnTo>
                <a:lnTo>
                  <a:pt x="5972" y="4347"/>
                </a:lnTo>
                <a:lnTo>
                  <a:pt x="6491" y="4748"/>
                </a:lnTo>
                <a:lnTo>
                  <a:pt x="6971" y="5135"/>
                </a:lnTo>
                <a:lnTo>
                  <a:pt x="7460" y="5537"/>
                </a:lnTo>
                <a:lnTo>
                  <a:pt x="7992" y="5984"/>
                </a:lnTo>
                <a:lnTo>
                  <a:pt x="8608" y="6505"/>
                </a:lnTo>
                <a:lnTo>
                  <a:pt x="9334" y="7102"/>
                </a:lnTo>
                <a:lnTo>
                  <a:pt x="10071" y="7709"/>
                </a:lnTo>
                <a:lnTo>
                  <a:pt x="10473" y="8379"/>
                </a:lnTo>
                <a:lnTo>
                  <a:pt x="10557" y="8836"/>
                </a:lnTo>
                <a:lnTo>
                  <a:pt x="10276" y="9294"/>
                </a:lnTo>
                <a:lnTo>
                  <a:pt x="9588" y="9963"/>
                </a:lnTo>
                <a:lnTo>
                  <a:pt x="8848" y="10379"/>
                </a:lnTo>
                <a:lnTo>
                  <a:pt x="8100" y="10800"/>
                </a:lnTo>
                <a:lnTo>
                  <a:pt x="8710" y="10847"/>
                </a:lnTo>
                <a:lnTo>
                  <a:pt x="10557" y="10988"/>
                </a:lnTo>
                <a:lnTo>
                  <a:pt x="12271" y="11196"/>
                </a:lnTo>
                <a:lnTo>
                  <a:pt x="13775" y="11407"/>
                </a:lnTo>
                <a:lnTo>
                  <a:pt x="15128" y="11643"/>
                </a:lnTo>
                <a:lnTo>
                  <a:pt x="16392" y="11932"/>
                </a:lnTo>
                <a:lnTo>
                  <a:pt x="17628" y="12297"/>
                </a:lnTo>
                <a:lnTo>
                  <a:pt x="18900" y="12764"/>
                </a:lnTo>
                <a:lnTo>
                  <a:pt x="18905" y="13472"/>
                </a:lnTo>
                <a:lnTo>
                  <a:pt x="18833" y="14170"/>
                </a:lnTo>
                <a:lnTo>
                  <a:pt x="18684" y="14861"/>
                </a:lnTo>
                <a:lnTo>
                  <a:pt x="18468" y="15547"/>
                </a:lnTo>
                <a:lnTo>
                  <a:pt x="18195" y="16228"/>
                </a:lnTo>
                <a:lnTo>
                  <a:pt x="17869" y="16908"/>
                </a:lnTo>
                <a:lnTo>
                  <a:pt x="17501" y="17586"/>
                </a:lnTo>
                <a:lnTo>
                  <a:pt x="17094" y="18267"/>
                </a:lnTo>
                <a:lnTo>
                  <a:pt x="16659" y="18949"/>
                </a:lnTo>
                <a:lnTo>
                  <a:pt x="16200" y="19636"/>
                </a:lnTo>
                <a:lnTo>
                  <a:pt x="17537" y="19393"/>
                </a:lnTo>
                <a:lnTo>
                  <a:pt x="18878" y="19149"/>
                </a:lnTo>
                <a:lnTo>
                  <a:pt x="20231" y="18903"/>
                </a:lnTo>
                <a:lnTo>
                  <a:pt x="21600" y="18655"/>
                </a:lnTo>
                <a:lnTo>
                  <a:pt x="21600" y="19238"/>
                </a:lnTo>
                <a:lnTo>
                  <a:pt x="21600" y="19823"/>
                </a:lnTo>
                <a:lnTo>
                  <a:pt x="21600" y="20410"/>
                </a:lnTo>
                <a:lnTo>
                  <a:pt x="21600" y="21002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0" y="21600"/>
                </a:lnTo>
                <a:lnTo>
                  <a:pt x="14440" y="21600"/>
                </a:lnTo>
                <a:lnTo>
                  <a:pt x="12628" y="21600"/>
                </a:lnTo>
                <a:lnTo>
                  <a:pt x="10800" y="21600"/>
                </a:lnTo>
                <a:lnTo>
                  <a:pt x="10503" y="20952"/>
                </a:lnTo>
                <a:lnTo>
                  <a:pt x="10206" y="20303"/>
                </a:lnTo>
                <a:lnTo>
                  <a:pt x="9909" y="19654"/>
                </a:lnTo>
                <a:lnTo>
                  <a:pt x="9609" y="19003"/>
                </a:lnTo>
                <a:lnTo>
                  <a:pt x="9310" y="18350"/>
                </a:lnTo>
                <a:lnTo>
                  <a:pt x="9010" y="17694"/>
                </a:lnTo>
                <a:lnTo>
                  <a:pt x="8708" y="17037"/>
                </a:lnTo>
                <a:lnTo>
                  <a:pt x="8405" y="16375"/>
                </a:lnTo>
                <a:lnTo>
                  <a:pt x="8100" y="15709"/>
                </a:lnTo>
                <a:lnTo>
                  <a:pt x="9885" y="15709"/>
                </a:lnTo>
                <a:lnTo>
                  <a:pt x="11680" y="15709"/>
                </a:lnTo>
                <a:lnTo>
                  <a:pt x="13500" y="15709"/>
                </a:lnTo>
                <a:lnTo>
                  <a:pt x="13824" y="15038"/>
                </a:lnTo>
                <a:lnTo>
                  <a:pt x="13986" y="14549"/>
                </a:lnTo>
                <a:lnTo>
                  <a:pt x="13986" y="14101"/>
                </a:lnTo>
                <a:lnTo>
                  <a:pt x="13824" y="13553"/>
                </a:lnTo>
                <a:lnTo>
                  <a:pt x="13500" y="12764"/>
                </a:lnTo>
                <a:lnTo>
                  <a:pt x="11732" y="12476"/>
                </a:lnTo>
                <a:lnTo>
                  <a:pt x="10355" y="12285"/>
                </a:lnTo>
                <a:lnTo>
                  <a:pt x="8184" y="12027"/>
                </a:lnTo>
                <a:lnTo>
                  <a:pt x="6429" y="11727"/>
                </a:lnTo>
                <a:lnTo>
                  <a:pt x="5270" y="11499"/>
                </a:lnTo>
                <a:lnTo>
                  <a:pt x="4198" y="11228"/>
                </a:lnTo>
                <a:lnTo>
                  <a:pt x="2700" y="10800"/>
                </a:lnTo>
                <a:lnTo>
                  <a:pt x="2109" y="10120"/>
                </a:lnTo>
                <a:lnTo>
                  <a:pt x="1655" y="9440"/>
                </a:lnTo>
                <a:lnTo>
                  <a:pt x="1318" y="8760"/>
                </a:lnTo>
                <a:lnTo>
                  <a:pt x="1077" y="8075"/>
                </a:lnTo>
                <a:lnTo>
                  <a:pt x="913" y="7387"/>
                </a:lnTo>
                <a:lnTo>
                  <a:pt x="805" y="6693"/>
                </a:lnTo>
                <a:lnTo>
                  <a:pt x="732" y="5990"/>
                </a:lnTo>
                <a:lnTo>
                  <a:pt x="675" y="5277"/>
                </a:lnTo>
                <a:lnTo>
                  <a:pt x="594" y="4771"/>
                </a:lnTo>
                <a:lnTo>
                  <a:pt x="513" y="4260"/>
                </a:lnTo>
                <a:lnTo>
                  <a:pt x="432" y="3743"/>
                </a:lnTo>
                <a:lnTo>
                  <a:pt x="340" y="3119"/>
                </a:lnTo>
                <a:lnTo>
                  <a:pt x="259" y="2496"/>
                </a:lnTo>
                <a:lnTo>
                  <a:pt x="184" y="1872"/>
                </a:lnTo>
                <a:lnTo>
                  <a:pt x="113" y="1248"/>
                </a:lnTo>
                <a:lnTo>
                  <a:pt x="54" y="624"/>
                </a:lnTo>
                <a:lnTo>
                  <a:pt x="0" y="0"/>
                </a:lnTo>
                <a:close/>
              </a:path>
            </a:pathLst>
          </a:custGeom>
          <a:solidFill>
            <a:srgbClr val="ACB4BC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4" name="contour_06322"/>
          <p:cNvSpPr/>
          <p:nvPr/>
        </p:nvSpPr>
        <p:spPr>
          <a:xfrm>
            <a:off x="1706786" y="2856893"/>
            <a:ext cx="12558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1" y="0"/>
                </a:moveTo>
                <a:lnTo>
                  <a:pt x="1177" y="0"/>
                </a:lnTo>
                <a:lnTo>
                  <a:pt x="2064" y="0"/>
                </a:lnTo>
                <a:lnTo>
                  <a:pt x="2954" y="0"/>
                </a:lnTo>
                <a:lnTo>
                  <a:pt x="3848" y="0"/>
                </a:lnTo>
                <a:lnTo>
                  <a:pt x="4746" y="0"/>
                </a:lnTo>
                <a:lnTo>
                  <a:pt x="5648" y="0"/>
                </a:lnTo>
                <a:lnTo>
                  <a:pt x="6558" y="0"/>
                </a:lnTo>
                <a:lnTo>
                  <a:pt x="6558" y="1531"/>
                </a:lnTo>
                <a:lnTo>
                  <a:pt x="6558" y="3086"/>
                </a:lnTo>
                <a:lnTo>
                  <a:pt x="6952" y="3246"/>
                </a:lnTo>
                <a:lnTo>
                  <a:pt x="7314" y="3397"/>
                </a:lnTo>
                <a:lnTo>
                  <a:pt x="7663" y="3539"/>
                </a:lnTo>
                <a:lnTo>
                  <a:pt x="8010" y="3681"/>
                </a:lnTo>
                <a:lnTo>
                  <a:pt x="8375" y="3829"/>
                </a:lnTo>
                <a:lnTo>
                  <a:pt x="8769" y="3993"/>
                </a:lnTo>
                <a:lnTo>
                  <a:pt x="9212" y="4175"/>
                </a:lnTo>
                <a:lnTo>
                  <a:pt x="9717" y="4382"/>
                </a:lnTo>
                <a:lnTo>
                  <a:pt x="10300" y="4622"/>
                </a:lnTo>
                <a:lnTo>
                  <a:pt x="10975" y="4897"/>
                </a:lnTo>
                <a:lnTo>
                  <a:pt x="11760" y="5221"/>
                </a:lnTo>
                <a:lnTo>
                  <a:pt x="12670" y="5594"/>
                </a:lnTo>
                <a:lnTo>
                  <a:pt x="13718" y="6023"/>
                </a:lnTo>
                <a:lnTo>
                  <a:pt x="14923" y="6517"/>
                </a:lnTo>
                <a:lnTo>
                  <a:pt x="16297" y="7082"/>
                </a:lnTo>
                <a:lnTo>
                  <a:pt x="17858" y="7720"/>
                </a:lnTo>
                <a:lnTo>
                  <a:pt x="19621" y="8446"/>
                </a:lnTo>
                <a:lnTo>
                  <a:pt x="21600" y="9257"/>
                </a:lnTo>
                <a:lnTo>
                  <a:pt x="19918" y="10291"/>
                </a:lnTo>
                <a:lnTo>
                  <a:pt x="18588" y="11087"/>
                </a:lnTo>
                <a:lnTo>
                  <a:pt x="17544" y="11673"/>
                </a:lnTo>
                <a:lnTo>
                  <a:pt x="16721" y="12068"/>
                </a:lnTo>
                <a:lnTo>
                  <a:pt x="16055" y="12293"/>
                </a:lnTo>
                <a:lnTo>
                  <a:pt x="15478" y="12374"/>
                </a:lnTo>
                <a:lnTo>
                  <a:pt x="14925" y="12334"/>
                </a:lnTo>
                <a:lnTo>
                  <a:pt x="14331" y="12192"/>
                </a:lnTo>
                <a:lnTo>
                  <a:pt x="13629" y="11969"/>
                </a:lnTo>
                <a:lnTo>
                  <a:pt x="13257" y="11858"/>
                </a:lnTo>
                <a:lnTo>
                  <a:pt x="12135" y="11516"/>
                </a:lnTo>
                <a:lnTo>
                  <a:pt x="11389" y="11257"/>
                </a:lnTo>
                <a:lnTo>
                  <a:pt x="10632" y="10991"/>
                </a:lnTo>
                <a:lnTo>
                  <a:pt x="9857" y="10751"/>
                </a:lnTo>
                <a:lnTo>
                  <a:pt x="9070" y="10504"/>
                </a:lnTo>
                <a:lnTo>
                  <a:pt x="8317" y="10263"/>
                </a:lnTo>
                <a:lnTo>
                  <a:pt x="7564" y="10019"/>
                </a:lnTo>
                <a:lnTo>
                  <a:pt x="6810" y="9766"/>
                </a:lnTo>
                <a:lnTo>
                  <a:pt x="6058" y="9513"/>
                </a:lnTo>
                <a:lnTo>
                  <a:pt x="5305" y="9257"/>
                </a:lnTo>
                <a:lnTo>
                  <a:pt x="5305" y="11294"/>
                </a:lnTo>
                <a:lnTo>
                  <a:pt x="5305" y="13333"/>
                </a:lnTo>
                <a:lnTo>
                  <a:pt x="5305" y="15382"/>
                </a:lnTo>
                <a:lnTo>
                  <a:pt x="5305" y="17440"/>
                </a:lnTo>
                <a:lnTo>
                  <a:pt x="5305" y="19511"/>
                </a:lnTo>
                <a:lnTo>
                  <a:pt x="5305" y="21600"/>
                </a:lnTo>
                <a:lnTo>
                  <a:pt x="4380" y="21548"/>
                </a:lnTo>
                <a:lnTo>
                  <a:pt x="3508" y="21387"/>
                </a:lnTo>
                <a:lnTo>
                  <a:pt x="2677" y="21066"/>
                </a:lnTo>
                <a:lnTo>
                  <a:pt x="1873" y="20520"/>
                </a:lnTo>
                <a:lnTo>
                  <a:pt x="1082" y="19690"/>
                </a:lnTo>
                <a:lnTo>
                  <a:pt x="291" y="18514"/>
                </a:lnTo>
                <a:lnTo>
                  <a:pt x="154" y="16438"/>
                </a:lnTo>
                <a:lnTo>
                  <a:pt x="64" y="14379"/>
                </a:lnTo>
                <a:lnTo>
                  <a:pt x="14" y="12334"/>
                </a:lnTo>
                <a:lnTo>
                  <a:pt x="0" y="10294"/>
                </a:lnTo>
                <a:lnTo>
                  <a:pt x="16" y="8254"/>
                </a:lnTo>
                <a:lnTo>
                  <a:pt x="59" y="6212"/>
                </a:lnTo>
                <a:lnTo>
                  <a:pt x="122" y="4156"/>
                </a:lnTo>
                <a:lnTo>
                  <a:pt x="201" y="2089"/>
                </a:lnTo>
                <a:lnTo>
                  <a:pt x="291" y="0"/>
                </a:lnTo>
                <a:close/>
              </a:path>
            </a:pathLst>
          </a:custGeom>
          <a:solidFill>
            <a:srgbClr val="2A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5" name="contour_06323"/>
          <p:cNvSpPr/>
          <p:nvPr/>
        </p:nvSpPr>
        <p:spPr>
          <a:xfrm>
            <a:off x="7400398" y="2754861"/>
            <a:ext cx="80168" cy="530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5041" y="0"/>
                </a:lnTo>
                <a:lnTo>
                  <a:pt x="16339" y="0"/>
                </a:lnTo>
                <a:lnTo>
                  <a:pt x="17643" y="0"/>
                </a:lnTo>
                <a:lnTo>
                  <a:pt x="18953" y="0"/>
                </a:lnTo>
                <a:lnTo>
                  <a:pt x="20271" y="0"/>
                </a:lnTo>
                <a:lnTo>
                  <a:pt x="21600" y="0"/>
                </a:lnTo>
                <a:lnTo>
                  <a:pt x="21335" y="3577"/>
                </a:lnTo>
                <a:lnTo>
                  <a:pt x="21103" y="6474"/>
                </a:lnTo>
                <a:lnTo>
                  <a:pt x="20877" y="8804"/>
                </a:lnTo>
                <a:lnTo>
                  <a:pt x="20630" y="10683"/>
                </a:lnTo>
                <a:lnTo>
                  <a:pt x="20339" y="12223"/>
                </a:lnTo>
                <a:lnTo>
                  <a:pt x="19978" y="13532"/>
                </a:lnTo>
                <a:lnTo>
                  <a:pt x="19519" y="14726"/>
                </a:lnTo>
                <a:lnTo>
                  <a:pt x="18937" y="15916"/>
                </a:lnTo>
                <a:lnTo>
                  <a:pt x="18207" y="17216"/>
                </a:lnTo>
                <a:lnTo>
                  <a:pt x="17304" y="18736"/>
                </a:lnTo>
                <a:lnTo>
                  <a:pt x="15943" y="19463"/>
                </a:lnTo>
                <a:lnTo>
                  <a:pt x="14574" y="20089"/>
                </a:lnTo>
                <a:lnTo>
                  <a:pt x="13202" y="20609"/>
                </a:lnTo>
                <a:lnTo>
                  <a:pt x="11821" y="21021"/>
                </a:lnTo>
                <a:lnTo>
                  <a:pt x="10433" y="21324"/>
                </a:lnTo>
                <a:lnTo>
                  <a:pt x="9041" y="21517"/>
                </a:lnTo>
                <a:lnTo>
                  <a:pt x="7639" y="21600"/>
                </a:lnTo>
                <a:lnTo>
                  <a:pt x="6231" y="21570"/>
                </a:lnTo>
                <a:lnTo>
                  <a:pt x="4817" y="21422"/>
                </a:lnTo>
                <a:lnTo>
                  <a:pt x="3393" y="21161"/>
                </a:lnTo>
                <a:lnTo>
                  <a:pt x="1964" y="20778"/>
                </a:lnTo>
                <a:lnTo>
                  <a:pt x="1182" y="18988"/>
                </a:lnTo>
                <a:lnTo>
                  <a:pt x="717" y="17774"/>
                </a:lnTo>
                <a:lnTo>
                  <a:pt x="385" y="16578"/>
                </a:lnTo>
                <a:lnTo>
                  <a:pt x="0" y="14841"/>
                </a:lnTo>
                <a:lnTo>
                  <a:pt x="1257" y="14473"/>
                </a:lnTo>
                <a:lnTo>
                  <a:pt x="2523" y="14102"/>
                </a:lnTo>
                <a:lnTo>
                  <a:pt x="3806" y="13728"/>
                </a:lnTo>
                <a:lnTo>
                  <a:pt x="5098" y="13247"/>
                </a:lnTo>
                <a:lnTo>
                  <a:pt x="5950" y="12894"/>
                </a:lnTo>
                <a:lnTo>
                  <a:pt x="6743" y="12493"/>
                </a:lnTo>
                <a:lnTo>
                  <a:pt x="7855" y="11873"/>
                </a:lnTo>
                <a:lnTo>
                  <a:pt x="8575" y="10006"/>
                </a:lnTo>
                <a:lnTo>
                  <a:pt x="9021" y="8768"/>
                </a:lnTo>
                <a:lnTo>
                  <a:pt x="9372" y="7596"/>
                </a:lnTo>
                <a:lnTo>
                  <a:pt x="9818" y="5937"/>
                </a:lnTo>
                <a:lnTo>
                  <a:pt x="11116" y="5937"/>
                </a:lnTo>
                <a:lnTo>
                  <a:pt x="12422" y="5937"/>
                </a:lnTo>
                <a:lnTo>
                  <a:pt x="13745" y="5937"/>
                </a:lnTo>
                <a:lnTo>
                  <a:pt x="13745" y="3974"/>
                </a:lnTo>
                <a:lnTo>
                  <a:pt x="13745" y="2001"/>
                </a:lnTo>
                <a:lnTo>
                  <a:pt x="13745" y="0"/>
                </a:lnTo>
                <a:close/>
              </a:path>
            </a:pathLst>
          </a:custGeom>
          <a:solidFill>
            <a:srgbClr val="50486B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6" name="contour_06324"/>
          <p:cNvSpPr/>
          <p:nvPr/>
        </p:nvSpPr>
        <p:spPr>
          <a:xfrm>
            <a:off x="3770978" y="2740285"/>
            <a:ext cx="87456" cy="61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88" y="214"/>
                </a:lnTo>
                <a:lnTo>
                  <a:pt x="9576" y="424"/>
                </a:lnTo>
                <a:lnTo>
                  <a:pt x="10766" y="638"/>
                </a:lnTo>
                <a:lnTo>
                  <a:pt x="11957" y="849"/>
                </a:lnTo>
                <a:lnTo>
                  <a:pt x="13151" y="1063"/>
                </a:lnTo>
                <a:lnTo>
                  <a:pt x="14346" y="1276"/>
                </a:lnTo>
                <a:lnTo>
                  <a:pt x="15545" y="1490"/>
                </a:lnTo>
                <a:lnTo>
                  <a:pt x="16747" y="1706"/>
                </a:lnTo>
                <a:lnTo>
                  <a:pt x="17953" y="1922"/>
                </a:lnTo>
                <a:lnTo>
                  <a:pt x="19163" y="2138"/>
                </a:lnTo>
                <a:lnTo>
                  <a:pt x="20380" y="2354"/>
                </a:lnTo>
                <a:lnTo>
                  <a:pt x="21600" y="2573"/>
                </a:lnTo>
                <a:lnTo>
                  <a:pt x="21600" y="4273"/>
                </a:lnTo>
                <a:lnTo>
                  <a:pt x="21600" y="5984"/>
                </a:lnTo>
                <a:lnTo>
                  <a:pt x="21600" y="7718"/>
                </a:lnTo>
                <a:lnTo>
                  <a:pt x="20410" y="7718"/>
                </a:lnTo>
                <a:lnTo>
                  <a:pt x="19213" y="7718"/>
                </a:lnTo>
                <a:lnTo>
                  <a:pt x="18000" y="7718"/>
                </a:lnTo>
                <a:lnTo>
                  <a:pt x="17899" y="9400"/>
                </a:lnTo>
                <a:lnTo>
                  <a:pt x="17854" y="10633"/>
                </a:lnTo>
                <a:lnTo>
                  <a:pt x="17854" y="12014"/>
                </a:lnTo>
                <a:lnTo>
                  <a:pt x="17888" y="14150"/>
                </a:lnTo>
                <a:lnTo>
                  <a:pt x="17672" y="16257"/>
                </a:lnTo>
                <a:lnTo>
                  <a:pt x="17424" y="17630"/>
                </a:lnTo>
                <a:lnTo>
                  <a:pt x="16987" y="18870"/>
                </a:lnTo>
                <a:lnTo>
                  <a:pt x="16200" y="20581"/>
                </a:lnTo>
                <a:lnTo>
                  <a:pt x="14994" y="20967"/>
                </a:lnTo>
                <a:lnTo>
                  <a:pt x="13770" y="21253"/>
                </a:lnTo>
                <a:lnTo>
                  <a:pt x="12533" y="21446"/>
                </a:lnTo>
                <a:lnTo>
                  <a:pt x="11284" y="21559"/>
                </a:lnTo>
                <a:lnTo>
                  <a:pt x="10026" y="21600"/>
                </a:lnTo>
                <a:lnTo>
                  <a:pt x="8762" y="21582"/>
                </a:lnTo>
                <a:lnTo>
                  <a:pt x="7495" y="21510"/>
                </a:lnTo>
                <a:lnTo>
                  <a:pt x="6230" y="21399"/>
                </a:lnTo>
                <a:lnTo>
                  <a:pt x="4966" y="21258"/>
                </a:lnTo>
                <a:lnTo>
                  <a:pt x="3708" y="21096"/>
                </a:lnTo>
                <a:lnTo>
                  <a:pt x="2459" y="20921"/>
                </a:lnTo>
                <a:lnTo>
                  <a:pt x="1222" y="20746"/>
                </a:lnTo>
                <a:lnTo>
                  <a:pt x="0" y="20581"/>
                </a:lnTo>
                <a:lnTo>
                  <a:pt x="281" y="18683"/>
                </a:lnTo>
                <a:lnTo>
                  <a:pt x="515" y="17332"/>
                </a:lnTo>
                <a:lnTo>
                  <a:pt x="788" y="16159"/>
                </a:lnTo>
                <a:lnTo>
                  <a:pt x="1188" y="14793"/>
                </a:lnTo>
                <a:lnTo>
                  <a:pt x="1800" y="12863"/>
                </a:lnTo>
                <a:lnTo>
                  <a:pt x="3062" y="12498"/>
                </a:lnTo>
                <a:lnTo>
                  <a:pt x="3980" y="12290"/>
                </a:lnTo>
                <a:lnTo>
                  <a:pt x="4819" y="12215"/>
                </a:lnTo>
                <a:lnTo>
                  <a:pt x="5841" y="12254"/>
                </a:lnTo>
                <a:lnTo>
                  <a:pt x="7312" y="12380"/>
                </a:lnTo>
                <a:lnTo>
                  <a:pt x="8300" y="12452"/>
                </a:lnTo>
                <a:lnTo>
                  <a:pt x="9293" y="12521"/>
                </a:lnTo>
                <a:lnTo>
                  <a:pt x="10301" y="12593"/>
                </a:lnTo>
                <a:lnTo>
                  <a:pt x="11443" y="12727"/>
                </a:lnTo>
                <a:lnTo>
                  <a:pt x="12600" y="12863"/>
                </a:lnTo>
                <a:lnTo>
                  <a:pt x="12006" y="11448"/>
                </a:lnTo>
                <a:lnTo>
                  <a:pt x="11412" y="10031"/>
                </a:lnTo>
                <a:lnTo>
                  <a:pt x="10816" y="8613"/>
                </a:lnTo>
                <a:lnTo>
                  <a:pt x="10219" y="7193"/>
                </a:lnTo>
                <a:lnTo>
                  <a:pt x="9621" y="5765"/>
                </a:lnTo>
                <a:lnTo>
                  <a:pt x="9020" y="4335"/>
                </a:lnTo>
                <a:lnTo>
                  <a:pt x="8417" y="2897"/>
                </a:lnTo>
                <a:lnTo>
                  <a:pt x="7810" y="1454"/>
                </a:lnTo>
                <a:lnTo>
                  <a:pt x="7200" y="0"/>
                </a:lnTo>
                <a:close/>
              </a:path>
            </a:pathLst>
          </a:custGeom>
          <a:solidFill>
            <a:srgbClr val="5451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7" name="contour_06325"/>
          <p:cNvSpPr/>
          <p:nvPr/>
        </p:nvSpPr>
        <p:spPr>
          <a:xfrm>
            <a:off x="7976149" y="2668017"/>
            <a:ext cx="65592" cy="795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00" y="700"/>
                </a:moveTo>
                <a:lnTo>
                  <a:pt x="15893" y="1253"/>
                </a:lnTo>
                <a:lnTo>
                  <a:pt x="16800" y="1813"/>
                </a:lnTo>
                <a:lnTo>
                  <a:pt x="16447" y="2248"/>
                </a:lnTo>
                <a:lnTo>
                  <a:pt x="16094" y="2685"/>
                </a:lnTo>
                <a:lnTo>
                  <a:pt x="15607" y="3291"/>
                </a:lnTo>
                <a:lnTo>
                  <a:pt x="14849" y="4225"/>
                </a:lnTo>
                <a:lnTo>
                  <a:pt x="13692" y="5655"/>
                </a:lnTo>
                <a:lnTo>
                  <a:pt x="12000" y="7749"/>
                </a:lnTo>
                <a:lnTo>
                  <a:pt x="13426" y="7357"/>
                </a:lnTo>
                <a:lnTo>
                  <a:pt x="14856" y="6963"/>
                </a:lnTo>
                <a:lnTo>
                  <a:pt x="16291" y="6569"/>
                </a:lnTo>
                <a:lnTo>
                  <a:pt x="17738" y="6170"/>
                </a:lnTo>
                <a:lnTo>
                  <a:pt x="19200" y="5770"/>
                </a:lnTo>
                <a:lnTo>
                  <a:pt x="18480" y="6955"/>
                </a:lnTo>
                <a:lnTo>
                  <a:pt x="17760" y="8145"/>
                </a:lnTo>
                <a:lnTo>
                  <a:pt x="17040" y="9332"/>
                </a:lnTo>
                <a:lnTo>
                  <a:pt x="16320" y="10517"/>
                </a:lnTo>
                <a:lnTo>
                  <a:pt x="15600" y="11706"/>
                </a:lnTo>
                <a:lnTo>
                  <a:pt x="14880" y="12892"/>
                </a:lnTo>
                <a:lnTo>
                  <a:pt x="14160" y="14081"/>
                </a:lnTo>
                <a:lnTo>
                  <a:pt x="13440" y="15268"/>
                </a:lnTo>
                <a:lnTo>
                  <a:pt x="12720" y="16453"/>
                </a:lnTo>
                <a:lnTo>
                  <a:pt x="12000" y="17643"/>
                </a:lnTo>
                <a:lnTo>
                  <a:pt x="13586" y="17643"/>
                </a:lnTo>
                <a:lnTo>
                  <a:pt x="15182" y="17643"/>
                </a:lnTo>
                <a:lnTo>
                  <a:pt x="16800" y="17643"/>
                </a:lnTo>
                <a:lnTo>
                  <a:pt x="16800" y="16335"/>
                </a:lnTo>
                <a:lnTo>
                  <a:pt x="16800" y="15019"/>
                </a:lnTo>
                <a:lnTo>
                  <a:pt x="16800" y="13685"/>
                </a:lnTo>
                <a:lnTo>
                  <a:pt x="18386" y="13685"/>
                </a:lnTo>
                <a:lnTo>
                  <a:pt x="19982" y="13685"/>
                </a:lnTo>
                <a:lnTo>
                  <a:pt x="21600" y="13685"/>
                </a:lnTo>
                <a:lnTo>
                  <a:pt x="20921" y="14803"/>
                </a:lnTo>
                <a:lnTo>
                  <a:pt x="20242" y="15925"/>
                </a:lnTo>
                <a:lnTo>
                  <a:pt x="19560" y="17049"/>
                </a:lnTo>
                <a:lnTo>
                  <a:pt x="18876" y="18177"/>
                </a:lnTo>
                <a:lnTo>
                  <a:pt x="18187" y="19311"/>
                </a:lnTo>
                <a:lnTo>
                  <a:pt x="17496" y="20450"/>
                </a:lnTo>
                <a:lnTo>
                  <a:pt x="16800" y="21600"/>
                </a:lnTo>
                <a:lnTo>
                  <a:pt x="15014" y="21228"/>
                </a:lnTo>
                <a:lnTo>
                  <a:pt x="13747" y="20939"/>
                </a:lnTo>
                <a:lnTo>
                  <a:pt x="12653" y="20638"/>
                </a:lnTo>
                <a:lnTo>
                  <a:pt x="11386" y="20231"/>
                </a:lnTo>
                <a:lnTo>
                  <a:pt x="9600" y="19621"/>
                </a:lnTo>
                <a:lnTo>
                  <a:pt x="9600" y="18313"/>
                </a:lnTo>
                <a:lnTo>
                  <a:pt x="9600" y="16997"/>
                </a:lnTo>
                <a:lnTo>
                  <a:pt x="9600" y="15664"/>
                </a:lnTo>
                <a:lnTo>
                  <a:pt x="8023" y="15070"/>
                </a:lnTo>
                <a:lnTo>
                  <a:pt x="6778" y="14752"/>
                </a:lnTo>
                <a:lnTo>
                  <a:pt x="4800" y="14427"/>
                </a:lnTo>
                <a:lnTo>
                  <a:pt x="3461" y="14205"/>
                </a:lnTo>
                <a:lnTo>
                  <a:pt x="2100" y="13980"/>
                </a:lnTo>
                <a:lnTo>
                  <a:pt x="1056" y="13833"/>
                </a:lnTo>
                <a:lnTo>
                  <a:pt x="0" y="13685"/>
                </a:lnTo>
                <a:lnTo>
                  <a:pt x="1190" y="13317"/>
                </a:lnTo>
                <a:lnTo>
                  <a:pt x="2400" y="12943"/>
                </a:lnTo>
                <a:lnTo>
                  <a:pt x="2998" y="12634"/>
                </a:lnTo>
                <a:lnTo>
                  <a:pt x="4800" y="11706"/>
                </a:lnTo>
                <a:lnTo>
                  <a:pt x="4800" y="10398"/>
                </a:lnTo>
                <a:lnTo>
                  <a:pt x="4800" y="9082"/>
                </a:lnTo>
                <a:lnTo>
                  <a:pt x="4800" y="7749"/>
                </a:lnTo>
                <a:lnTo>
                  <a:pt x="6386" y="7749"/>
                </a:lnTo>
                <a:lnTo>
                  <a:pt x="7982" y="7749"/>
                </a:lnTo>
                <a:lnTo>
                  <a:pt x="9600" y="7749"/>
                </a:lnTo>
                <a:lnTo>
                  <a:pt x="9600" y="6441"/>
                </a:lnTo>
                <a:lnTo>
                  <a:pt x="9600" y="5125"/>
                </a:lnTo>
                <a:lnTo>
                  <a:pt x="9600" y="3791"/>
                </a:lnTo>
                <a:lnTo>
                  <a:pt x="7814" y="3182"/>
                </a:lnTo>
                <a:lnTo>
                  <a:pt x="6547" y="2774"/>
                </a:lnTo>
                <a:lnTo>
                  <a:pt x="5453" y="2473"/>
                </a:lnTo>
                <a:lnTo>
                  <a:pt x="4186" y="2185"/>
                </a:lnTo>
                <a:lnTo>
                  <a:pt x="2400" y="1813"/>
                </a:lnTo>
                <a:lnTo>
                  <a:pt x="5333" y="1090"/>
                </a:lnTo>
                <a:lnTo>
                  <a:pt x="7582" y="562"/>
                </a:lnTo>
                <a:lnTo>
                  <a:pt x="9295" y="214"/>
                </a:lnTo>
                <a:lnTo>
                  <a:pt x="10620" y="30"/>
                </a:lnTo>
                <a:lnTo>
                  <a:pt x="11707" y="0"/>
                </a:lnTo>
                <a:lnTo>
                  <a:pt x="12701" y="111"/>
                </a:lnTo>
                <a:lnTo>
                  <a:pt x="13750" y="348"/>
                </a:lnTo>
                <a:lnTo>
                  <a:pt x="15000" y="700"/>
                </a:lnTo>
                <a:close/>
              </a:path>
            </a:pathLst>
          </a:custGeom>
          <a:solidFill>
            <a:srgbClr val="74787A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8" name="contour_06326"/>
          <p:cNvSpPr/>
          <p:nvPr/>
        </p:nvSpPr>
        <p:spPr>
          <a:xfrm>
            <a:off x="1955831" y="2638253"/>
            <a:ext cx="9518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" y="0"/>
                </a:moveTo>
                <a:lnTo>
                  <a:pt x="787" y="571"/>
                </a:lnTo>
                <a:lnTo>
                  <a:pt x="1484" y="1152"/>
                </a:lnTo>
                <a:lnTo>
                  <a:pt x="2530" y="1769"/>
                </a:lnTo>
                <a:lnTo>
                  <a:pt x="3534" y="2234"/>
                </a:lnTo>
                <a:lnTo>
                  <a:pt x="4523" y="2578"/>
                </a:lnTo>
                <a:lnTo>
                  <a:pt x="5529" y="2827"/>
                </a:lnTo>
                <a:lnTo>
                  <a:pt x="6583" y="3012"/>
                </a:lnTo>
                <a:lnTo>
                  <a:pt x="7711" y="3158"/>
                </a:lnTo>
                <a:lnTo>
                  <a:pt x="8521" y="3259"/>
                </a:lnTo>
                <a:lnTo>
                  <a:pt x="9336" y="3360"/>
                </a:lnTo>
                <a:lnTo>
                  <a:pt x="10165" y="3463"/>
                </a:lnTo>
                <a:lnTo>
                  <a:pt x="11007" y="3559"/>
                </a:lnTo>
                <a:lnTo>
                  <a:pt x="11852" y="3653"/>
                </a:lnTo>
                <a:lnTo>
                  <a:pt x="12710" y="3749"/>
                </a:lnTo>
                <a:lnTo>
                  <a:pt x="13564" y="3854"/>
                </a:lnTo>
                <a:lnTo>
                  <a:pt x="14424" y="3958"/>
                </a:lnTo>
                <a:lnTo>
                  <a:pt x="15295" y="4063"/>
                </a:lnTo>
                <a:lnTo>
                  <a:pt x="16346" y="4190"/>
                </a:lnTo>
                <a:lnTo>
                  <a:pt x="17396" y="4315"/>
                </a:lnTo>
                <a:lnTo>
                  <a:pt x="18448" y="4438"/>
                </a:lnTo>
                <a:lnTo>
                  <a:pt x="19498" y="4560"/>
                </a:lnTo>
                <a:lnTo>
                  <a:pt x="20550" y="4680"/>
                </a:lnTo>
                <a:lnTo>
                  <a:pt x="21600" y="4800"/>
                </a:lnTo>
                <a:lnTo>
                  <a:pt x="21600" y="5990"/>
                </a:lnTo>
                <a:lnTo>
                  <a:pt x="21600" y="7200"/>
                </a:lnTo>
                <a:lnTo>
                  <a:pt x="20508" y="7399"/>
                </a:lnTo>
                <a:lnTo>
                  <a:pt x="19417" y="7596"/>
                </a:lnTo>
                <a:lnTo>
                  <a:pt x="18324" y="7795"/>
                </a:lnTo>
                <a:lnTo>
                  <a:pt x="17229" y="7992"/>
                </a:lnTo>
                <a:lnTo>
                  <a:pt x="16132" y="8191"/>
                </a:lnTo>
                <a:lnTo>
                  <a:pt x="15034" y="8390"/>
                </a:lnTo>
                <a:lnTo>
                  <a:pt x="13932" y="8590"/>
                </a:lnTo>
                <a:lnTo>
                  <a:pt x="12828" y="8791"/>
                </a:lnTo>
                <a:lnTo>
                  <a:pt x="11720" y="8993"/>
                </a:lnTo>
                <a:lnTo>
                  <a:pt x="10608" y="9194"/>
                </a:lnTo>
                <a:lnTo>
                  <a:pt x="9490" y="9396"/>
                </a:lnTo>
                <a:lnTo>
                  <a:pt x="8369" y="9600"/>
                </a:lnTo>
                <a:lnTo>
                  <a:pt x="8369" y="11297"/>
                </a:lnTo>
                <a:lnTo>
                  <a:pt x="8369" y="12996"/>
                </a:lnTo>
                <a:lnTo>
                  <a:pt x="8369" y="14700"/>
                </a:lnTo>
                <a:lnTo>
                  <a:pt x="8369" y="16411"/>
                </a:lnTo>
                <a:lnTo>
                  <a:pt x="8369" y="18130"/>
                </a:lnTo>
                <a:lnTo>
                  <a:pt x="8369" y="19858"/>
                </a:lnTo>
                <a:lnTo>
                  <a:pt x="8369" y="21600"/>
                </a:lnTo>
                <a:lnTo>
                  <a:pt x="6478" y="21329"/>
                </a:lnTo>
                <a:lnTo>
                  <a:pt x="5149" y="21094"/>
                </a:lnTo>
                <a:lnTo>
                  <a:pt x="4194" y="20830"/>
                </a:lnTo>
                <a:lnTo>
                  <a:pt x="3434" y="20472"/>
                </a:lnTo>
                <a:lnTo>
                  <a:pt x="2681" y="19951"/>
                </a:lnTo>
                <a:lnTo>
                  <a:pt x="1753" y="19200"/>
                </a:lnTo>
                <a:lnTo>
                  <a:pt x="1328" y="17707"/>
                </a:lnTo>
                <a:lnTo>
                  <a:pt x="974" y="16176"/>
                </a:lnTo>
                <a:lnTo>
                  <a:pt x="685" y="14611"/>
                </a:lnTo>
                <a:lnTo>
                  <a:pt x="453" y="13022"/>
                </a:lnTo>
                <a:lnTo>
                  <a:pt x="276" y="11410"/>
                </a:lnTo>
                <a:lnTo>
                  <a:pt x="147" y="9782"/>
                </a:lnTo>
                <a:lnTo>
                  <a:pt x="63" y="8146"/>
                </a:lnTo>
                <a:lnTo>
                  <a:pt x="15" y="6504"/>
                </a:lnTo>
                <a:lnTo>
                  <a:pt x="0" y="4862"/>
                </a:lnTo>
                <a:lnTo>
                  <a:pt x="13" y="3228"/>
                </a:lnTo>
                <a:lnTo>
                  <a:pt x="48" y="1606"/>
                </a:lnTo>
                <a:lnTo>
                  <a:pt x="99" y="0"/>
                </a:lnTo>
                <a:close/>
              </a:path>
            </a:pathLst>
          </a:custGeom>
          <a:solidFill>
            <a:srgbClr val="1D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6329" name="contour_06327"/>
          <p:cNvSpPr/>
          <p:nvPr/>
        </p:nvSpPr>
        <p:spPr>
          <a:xfrm>
            <a:off x="1045269" y="2600618"/>
            <a:ext cx="80168" cy="52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492"/>
                </a:moveTo>
                <a:lnTo>
                  <a:pt x="9198" y="153"/>
                </a:lnTo>
                <a:lnTo>
                  <a:pt x="10486" y="3"/>
                </a:lnTo>
                <a:lnTo>
                  <a:pt x="11748" y="0"/>
                </a:lnTo>
                <a:lnTo>
                  <a:pt x="13017" y="105"/>
                </a:lnTo>
                <a:lnTo>
                  <a:pt x="14327" y="282"/>
                </a:lnTo>
                <a:lnTo>
                  <a:pt x="15709" y="492"/>
                </a:lnTo>
                <a:lnTo>
                  <a:pt x="15587" y="2411"/>
                </a:lnTo>
                <a:lnTo>
                  <a:pt x="15464" y="4345"/>
                </a:lnTo>
                <a:lnTo>
                  <a:pt x="15340" y="6303"/>
                </a:lnTo>
                <a:lnTo>
                  <a:pt x="15340" y="8741"/>
                </a:lnTo>
                <a:lnTo>
                  <a:pt x="15434" y="10346"/>
                </a:lnTo>
                <a:lnTo>
                  <a:pt x="15709" y="12487"/>
                </a:lnTo>
                <a:lnTo>
                  <a:pt x="17170" y="13590"/>
                </a:lnTo>
                <a:lnTo>
                  <a:pt x="18207" y="14298"/>
                </a:lnTo>
                <a:lnTo>
                  <a:pt x="19102" y="14754"/>
                </a:lnTo>
                <a:lnTo>
                  <a:pt x="20139" y="15102"/>
                </a:lnTo>
                <a:lnTo>
                  <a:pt x="21600" y="15486"/>
                </a:lnTo>
                <a:lnTo>
                  <a:pt x="21176" y="17285"/>
                </a:lnTo>
                <a:lnTo>
                  <a:pt x="20828" y="18508"/>
                </a:lnTo>
                <a:lnTo>
                  <a:pt x="20377" y="19720"/>
                </a:lnTo>
                <a:lnTo>
                  <a:pt x="19636" y="21483"/>
                </a:lnTo>
                <a:lnTo>
                  <a:pt x="18427" y="21600"/>
                </a:lnTo>
                <a:lnTo>
                  <a:pt x="17557" y="21588"/>
                </a:lnTo>
                <a:lnTo>
                  <a:pt x="16605" y="21393"/>
                </a:lnTo>
                <a:lnTo>
                  <a:pt x="15149" y="20967"/>
                </a:lnTo>
                <a:lnTo>
                  <a:pt x="14486" y="20769"/>
                </a:lnTo>
                <a:lnTo>
                  <a:pt x="12483" y="20170"/>
                </a:lnTo>
                <a:lnTo>
                  <a:pt x="12072" y="20032"/>
                </a:lnTo>
                <a:lnTo>
                  <a:pt x="11352" y="19792"/>
                </a:lnTo>
                <a:lnTo>
                  <a:pt x="9696" y="19234"/>
                </a:lnTo>
                <a:lnTo>
                  <a:pt x="8768" y="18970"/>
                </a:lnTo>
                <a:lnTo>
                  <a:pt x="7833" y="18706"/>
                </a:lnTo>
                <a:lnTo>
                  <a:pt x="6885" y="18436"/>
                </a:lnTo>
                <a:lnTo>
                  <a:pt x="4725" y="17747"/>
                </a:lnTo>
                <a:lnTo>
                  <a:pt x="3224" y="17249"/>
                </a:lnTo>
                <a:lnTo>
                  <a:pt x="2193" y="16853"/>
                </a:lnTo>
                <a:lnTo>
                  <a:pt x="1439" y="16481"/>
                </a:lnTo>
                <a:lnTo>
                  <a:pt x="772" y="16055"/>
                </a:lnTo>
                <a:lnTo>
                  <a:pt x="0" y="15486"/>
                </a:lnTo>
                <a:lnTo>
                  <a:pt x="0" y="13503"/>
                </a:lnTo>
                <a:lnTo>
                  <a:pt x="0" y="11509"/>
                </a:lnTo>
                <a:lnTo>
                  <a:pt x="0" y="9488"/>
                </a:lnTo>
                <a:lnTo>
                  <a:pt x="933" y="9674"/>
                </a:lnTo>
                <a:lnTo>
                  <a:pt x="1871" y="9863"/>
                </a:lnTo>
                <a:lnTo>
                  <a:pt x="2824" y="10052"/>
                </a:lnTo>
                <a:lnTo>
                  <a:pt x="3273" y="9968"/>
                </a:lnTo>
                <a:lnTo>
                  <a:pt x="4069" y="9824"/>
                </a:lnTo>
                <a:lnTo>
                  <a:pt x="5891" y="9488"/>
                </a:lnTo>
                <a:lnTo>
                  <a:pt x="6017" y="8825"/>
                </a:lnTo>
                <a:lnTo>
                  <a:pt x="6240" y="7659"/>
                </a:lnTo>
                <a:lnTo>
                  <a:pt x="6751" y="4990"/>
                </a:lnTo>
                <a:lnTo>
                  <a:pt x="7114" y="3503"/>
                </a:lnTo>
                <a:lnTo>
                  <a:pt x="7483" y="2009"/>
                </a:lnTo>
                <a:lnTo>
                  <a:pt x="7855" y="492"/>
                </a:lnTo>
                <a:close/>
              </a:path>
            </a:pathLst>
          </a:custGeom>
          <a:solidFill>
            <a:srgbClr val="AFADA7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0" name="contour_06328"/>
          <p:cNvSpPr/>
          <p:nvPr/>
        </p:nvSpPr>
        <p:spPr>
          <a:xfrm>
            <a:off x="5381624" y="2578776"/>
            <a:ext cx="87456" cy="449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26"/>
                </a:moveTo>
                <a:lnTo>
                  <a:pt x="14402" y="151"/>
                </a:lnTo>
                <a:lnTo>
                  <a:pt x="16105" y="221"/>
                </a:lnTo>
                <a:lnTo>
                  <a:pt x="17204" y="277"/>
                </a:lnTo>
                <a:lnTo>
                  <a:pt x="18304" y="340"/>
                </a:lnTo>
                <a:lnTo>
                  <a:pt x="19402" y="410"/>
                </a:lnTo>
                <a:lnTo>
                  <a:pt x="20500" y="487"/>
                </a:lnTo>
                <a:lnTo>
                  <a:pt x="21600" y="564"/>
                </a:lnTo>
                <a:lnTo>
                  <a:pt x="21404" y="2977"/>
                </a:lnTo>
                <a:lnTo>
                  <a:pt x="21184" y="5354"/>
                </a:lnTo>
                <a:lnTo>
                  <a:pt x="20929" y="7696"/>
                </a:lnTo>
                <a:lnTo>
                  <a:pt x="20621" y="10013"/>
                </a:lnTo>
                <a:lnTo>
                  <a:pt x="20248" y="12306"/>
                </a:lnTo>
                <a:lnTo>
                  <a:pt x="19800" y="14588"/>
                </a:lnTo>
                <a:lnTo>
                  <a:pt x="18558" y="15226"/>
                </a:lnTo>
                <a:lnTo>
                  <a:pt x="17676" y="15486"/>
                </a:lnTo>
                <a:lnTo>
                  <a:pt x="16731" y="15405"/>
                </a:lnTo>
                <a:lnTo>
                  <a:pt x="15300" y="15026"/>
                </a:lnTo>
                <a:lnTo>
                  <a:pt x="13869" y="14665"/>
                </a:lnTo>
                <a:lnTo>
                  <a:pt x="12924" y="14497"/>
                </a:lnTo>
                <a:lnTo>
                  <a:pt x="12040" y="14486"/>
                </a:lnTo>
                <a:lnTo>
                  <a:pt x="10800" y="14588"/>
                </a:lnTo>
                <a:lnTo>
                  <a:pt x="10107" y="16653"/>
                </a:lnTo>
                <a:lnTo>
                  <a:pt x="9689" y="18073"/>
                </a:lnTo>
                <a:lnTo>
                  <a:pt x="9376" y="19503"/>
                </a:lnTo>
                <a:lnTo>
                  <a:pt x="9000" y="21600"/>
                </a:lnTo>
                <a:lnTo>
                  <a:pt x="7929" y="20906"/>
                </a:lnTo>
                <a:lnTo>
                  <a:pt x="6858" y="20208"/>
                </a:lnTo>
                <a:lnTo>
                  <a:pt x="5780" y="19510"/>
                </a:lnTo>
                <a:lnTo>
                  <a:pt x="4694" y="18806"/>
                </a:lnTo>
                <a:lnTo>
                  <a:pt x="3600" y="18094"/>
                </a:lnTo>
                <a:lnTo>
                  <a:pt x="4788" y="18094"/>
                </a:lnTo>
                <a:lnTo>
                  <a:pt x="5987" y="18094"/>
                </a:lnTo>
                <a:lnTo>
                  <a:pt x="7200" y="18094"/>
                </a:lnTo>
                <a:lnTo>
                  <a:pt x="7200" y="15777"/>
                </a:lnTo>
                <a:lnTo>
                  <a:pt x="7200" y="13445"/>
                </a:lnTo>
                <a:lnTo>
                  <a:pt x="7200" y="11082"/>
                </a:lnTo>
                <a:lnTo>
                  <a:pt x="6017" y="10034"/>
                </a:lnTo>
                <a:lnTo>
                  <a:pt x="5083" y="9466"/>
                </a:lnTo>
                <a:lnTo>
                  <a:pt x="3600" y="8891"/>
                </a:lnTo>
                <a:lnTo>
                  <a:pt x="2596" y="8495"/>
                </a:lnTo>
                <a:lnTo>
                  <a:pt x="1575" y="8095"/>
                </a:lnTo>
                <a:lnTo>
                  <a:pt x="794" y="7836"/>
                </a:lnTo>
                <a:lnTo>
                  <a:pt x="0" y="7576"/>
                </a:lnTo>
                <a:lnTo>
                  <a:pt x="1129" y="5869"/>
                </a:lnTo>
                <a:lnTo>
                  <a:pt x="2219" y="4428"/>
                </a:lnTo>
                <a:lnTo>
                  <a:pt x="3283" y="3229"/>
                </a:lnTo>
                <a:lnTo>
                  <a:pt x="4334" y="2258"/>
                </a:lnTo>
                <a:lnTo>
                  <a:pt x="5386" y="1487"/>
                </a:lnTo>
                <a:lnTo>
                  <a:pt x="6451" y="905"/>
                </a:lnTo>
                <a:lnTo>
                  <a:pt x="7540" y="484"/>
                </a:lnTo>
                <a:lnTo>
                  <a:pt x="8671" y="207"/>
                </a:lnTo>
                <a:lnTo>
                  <a:pt x="9851" y="53"/>
                </a:lnTo>
                <a:lnTo>
                  <a:pt x="11097" y="0"/>
                </a:lnTo>
                <a:lnTo>
                  <a:pt x="12422" y="32"/>
                </a:lnTo>
                <a:lnTo>
                  <a:pt x="13838" y="126"/>
                </a:lnTo>
                <a:close/>
              </a:path>
            </a:pathLst>
          </a:custGeom>
          <a:solidFill>
            <a:srgbClr val="4B4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1" name="contour_06329"/>
          <p:cNvSpPr/>
          <p:nvPr/>
        </p:nvSpPr>
        <p:spPr>
          <a:xfrm>
            <a:off x="7189046" y="2499781"/>
            <a:ext cx="81538" cy="881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45" y="0"/>
                </a:moveTo>
                <a:lnTo>
                  <a:pt x="17329" y="1530"/>
                </a:lnTo>
                <a:lnTo>
                  <a:pt x="18748" y="2726"/>
                </a:lnTo>
                <a:lnTo>
                  <a:pt x="19779" y="3686"/>
                </a:lnTo>
                <a:lnTo>
                  <a:pt x="20492" y="4507"/>
                </a:lnTo>
                <a:lnTo>
                  <a:pt x="20957" y="5287"/>
                </a:lnTo>
                <a:lnTo>
                  <a:pt x="21251" y="6126"/>
                </a:lnTo>
                <a:lnTo>
                  <a:pt x="21440" y="7120"/>
                </a:lnTo>
                <a:lnTo>
                  <a:pt x="21600" y="8368"/>
                </a:lnTo>
                <a:lnTo>
                  <a:pt x="21420" y="9530"/>
                </a:lnTo>
                <a:lnTo>
                  <a:pt x="21237" y="10710"/>
                </a:lnTo>
                <a:lnTo>
                  <a:pt x="19961" y="10710"/>
                </a:lnTo>
                <a:lnTo>
                  <a:pt x="18677" y="10710"/>
                </a:lnTo>
                <a:lnTo>
                  <a:pt x="17376" y="10710"/>
                </a:lnTo>
                <a:lnTo>
                  <a:pt x="17447" y="11201"/>
                </a:lnTo>
                <a:lnTo>
                  <a:pt x="17571" y="12070"/>
                </a:lnTo>
                <a:lnTo>
                  <a:pt x="17858" y="14057"/>
                </a:lnTo>
                <a:lnTo>
                  <a:pt x="17837" y="15328"/>
                </a:lnTo>
                <a:lnTo>
                  <a:pt x="17727" y="16372"/>
                </a:lnTo>
                <a:lnTo>
                  <a:pt x="17441" y="17287"/>
                </a:lnTo>
                <a:lnTo>
                  <a:pt x="16893" y="18171"/>
                </a:lnTo>
                <a:lnTo>
                  <a:pt x="15995" y="19119"/>
                </a:lnTo>
                <a:lnTo>
                  <a:pt x="14704" y="19729"/>
                </a:lnTo>
                <a:lnTo>
                  <a:pt x="13414" y="20238"/>
                </a:lnTo>
                <a:lnTo>
                  <a:pt x="12126" y="20654"/>
                </a:lnTo>
                <a:lnTo>
                  <a:pt x="10835" y="20982"/>
                </a:lnTo>
                <a:lnTo>
                  <a:pt x="9537" y="21234"/>
                </a:lnTo>
                <a:lnTo>
                  <a:pt x="8228" y="21413"/>
                </a:lnTo>
                <a:lnTo>
                  <a:pt x="6908" y="21529"/>
                </a:lnTo>
                <a:lnTo>
                  <a:pt x="5572" y="21588"/>
                </a:lnTo>
                <a:lnTo>
                  <a:pt x="4215" y="21600"/>
                </a:lnTo>
                <a:lnTo>
                  <a:pt x="2836" y="21571"/>
                </a:lnTo>
                <a:lnTo>
                  <a:pt x="1433" y="21507"/>
                </a:lnTo>
                <a:lnTo>
                  <a:pt x="0" y="21420"/>
                </a:lnTo>
                <a:lnTo>
                  <a:pt x="940" y="20518"/>
                </a:lnTo>
                <a:lnTo>
                  <a:pt x="1869" y="19653"/>
                </a:lnTo>
                <a:lnTo>
                  <a:pt x="2794" y="18823"/>
                </a:lnTo>
                <a:lnTo>
                  <a:pt x="3724" y="18023"/>
                </a:lnTo>
                <a:lnTo>
                  <a:pt x="4668" y="17250"/>
                </a:lnTo>
                <a:lnTo>
                  <a:pt x="5634" y="16506"/>
                </a:lnTo>
                <a:lnTo>
                  <a:pt x="6632" y="15783"/>
                </a:lnTo>
                <a:lnTo>
                  <a:pt x="7669" y="15079"/>
                </a:lnTo>
                <a:lnTo>
                  <a:pt x="8754" y="14394"/>
                </a:lnTo>
                <a:lnTo>
                  <a:pt x="9895" y="13723"/>
                </a:lnTo>
                <a:lnTo>
                  <a:pt x="11111" y="12884"/>
                </a:lnTo>
                <a:lnTo>
                  <a:pt x="12061" y="12107"/>
                </a:lnTo>
                <a:lnTo>
                  <a:pt x="12810" y="11311"/>
                </a:lnTo>
                <a:lnTo>
                  <a:pt x="13414" y="10414"/>
                </a:lnTo>
                <a:lnTo>
                  <a:pt x="13935" y="9335"/>
                </a:lnTo>
                <a:lnTo>
                  <a:pt x="14435" y="7991"/>
                </a:lnTo>
                <a:lnTo>
                  <a:pt x="14630" y="6849"/>
                </a:lnTo>
                <a:lnTo>
                  <a:pt x="14810" y="5712"/>
                </a:lnTo>
                <a:lnTo>
                  <a:pt x="14972" y="4575"/>
                </a:lnTo>
                <a:lnTo>
                  <a:pt x="15117" y="3438"/>
                </a:lnTo>
                <a:lnTo>
                  <a:pt x="15244" y="2297"/>
                </a:lnTo>
                <a:lnTo>
                  <a:pt x="15354" y="1153"/>
                </a:lnTo>
                <a:lnTo>
                  <a:pt x="15445" y="0"/>
                </a:lnTo>
                <a:close/>
              </a:path>
            </a:pathLst>
          </a:custGeom>
          <a:solidFill>
            <a:srgbClr val="363536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2" name="contour_06330"/>
          <p:cNvSpPr/>
          <p:nvPr/>
        </p:nvSpPr>
        <p:spPr>
          <a:xfrm>
            <a:off x="5630429" y="2572661"/>
            <a:ext cx="4240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08" y="0"/>
                </a:moveTo>
                <a:lnTo>
                  <a:pt x="9584" y="322"/>
                </a:lnTo>
                <a:lnTo>
                  <a:pt x="11503" y="583"/>
                </a:lnTo>
                <a:lnTo>
                  <a:pt x="13196" y="882"/>
                </a:lnTo>
                <a:lnTo>
                  <a:pt x="15197" y="1312"/>
                </a:lnTo>
                <a:lnTo>
                  <a:pt x="18044" y="1964"/>
                </a:lnTo>
                <a:lnTo>
                  <a:pt x="19072" y="3348"/>
                </a:lnTo>
                <a:lnTo>
                  <a:pt x="19918" y="4740"/>
                </a:lnTo>
                <a:lnTo>
                  <a:pt x="20583" y="6138"/>
                </a:lnTo>
                <a:lnTo>
                  <a:pt x="21080" y="7540"/>
                </a:lnTo>
                <a:lnTo>
                  <a:pt x="21407" y="8948"/>
                </a:lnTo>
                <a:lnTo>
                  <a:pt x="21578" y="10358"/>
                </a:lnTo>
                <a:lnTo>
                  <a:pt x="21600" y="11770"/>
                </a:lnTo>
                <a:lnTo>
                  <a:pt x="21474" y="13182"/>
                </a:lnTo>
                <a:lnTo>
                  <a:pt x="21210" y="14594"/>
                </a:lnTo>
                <a:lnTo>
                  <a:pt x="20813" y="16004"/>
                </a:lnTo>
                <a:lnTo>
                  <a:pt x="20293" y="17410"/>
                </a:lnTo>
                <a:lnTo>
                  <a:pt x="19651" y="18812"/>
                </a:lnTo>
                <a:lnTo>
                  <a:pt x="18901" y="20210"/>
                </a:lnTo>
                <a:lnTo>
                  <a:pt x="18044" y="21600"/>
                </a:lnTo>
                <a:lnTo>
                  <a:pt x="13293" y="21192"/>
                </a:lnTo>
                <a:lnTo>
                  <a:pt x="10004" y="20889"/>
                </a:lnTo>
                <a:lnTo>
                  <a:pt x="7762" y="20636"/>
                </a:lnTo>
                <a:lnTo>
                  <a:pt x="6154" y="20379"/>
                </a:lnTo>
                <a:lnTo>
                  <a:pt x="4770" y="20064"/>
                </a:lnTo>
                <a:lnTo>
                  <a:pt x="3196" y="19636"/>
                </a:lnTo>
                <a:lnTo>
                  <a:pt x="1875" y="18195"/>
                </a:lnTo>
                <a:lnTo>
                  <a:pt x="917" y="16891"/>
                </a:lnTo>
                <a:lnTo>
                  <a:pt x="304" y="15660"/>
                </a:lnTo>
                <a:lnTo>
                  <a:pt x="7" y="14439"/>
                </a:lnTo>
                <a:lnTo>
                  <a:pt x="0" y="13156"/>
                </a:lnTo>
                <a:lnTo>
                  <a:pt x="256" y="11754"/>
                </a:lnTo>
                <a:lnTo>
                  <a:pt x="746" y="10164"/>
                </a:lnTo>
                <a:lnTo>
                  <a:pt x="1477" y="8954"/>
                </a:lnTo>
                <a:lnTo>
                  <a:pt x="2216" y="7737"/>
                </a:lnTo>
                <a:lnTo>
                  <a:pt x="2966" y="6504"/>
                </a:lnTo>
                <a:lnTo>
                  <a:pt x="3686" y="5280"/>
                </a:lnTo>
                <a:lnTo>
                  <a:pt x="4417" y="4049"/>
                </a:lnTo>
                <a:lnTo>
                  <a:pt x="5152" y="2800"/>
                </a:lnTo>
                <a:lnTo>
                  <a:pt x="5731" y="1875"/>
                </a:lnTo>
                <a:lnTo>
                  <a:pt x="6314" y="945"/>
                </a:lnTo>
                <a:lnTo>
                  <a:pt x="6908" y="0"/>
                </a:lnTo>
                <a:close/>
              </a:path>
            </a:pathLst>
          </a:custGeom>
          <a:solidFill>
            <a:srgbClr val="C6CDD2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3" name="contour_06331"/>
          <p:cNvSpPr/>
          <p:nvPr/>
        </p:nvSpPr>
        <p:spPr>
          <a:xfrm>
            <a:off x="626902" y="2521200"/>
            <a:ext cx="75832" cy="452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24" y="3693"/>
                </a:moveTo>
                <a:lnTo>
                  <a:pt x="20051" y="5827"/>
                </a:lnTo>
                <a:lnTo>
                  <a:pt x="20481" y="7947"/>
                </a:lnTo>
                <a:lnTo>
                  <a:pt x="20822" y="10067"/>
                </a:lnTo>
                <a:lnTo>
                  <a:pt x="21085" y="12201"/>
                </a:lnTo>
                <a:lnTo>
                  <a:pt x="21284" y="14356"/>
                </a:lnTo>
                <a:lnTo>
                  <a:pt x="21430" y="16549"/>
                </a:lnTo>
                <a:lnTo>
                  <a:pt x="21531" y="18794"/>
                </a:lnTo>
                <a:lnTo>
                  <a:pt x="21600" y="21099"/>
                </a:lnTo>
                <a:lnTo>
                  <a:pt x="18854" y="21273"/>
                </a:lnTo>
                <a:lnTo>
                  <a:pt x="16460" y="21419"/>
                </a:lnTo>
                <a:lnTo>
                  <a:pt x="14384" y="21523"/>
                </a:lnTo>
                <a:lnTo>
                  <a:pt x="12590" y="21586"/>
                </a:lnTo>
                <a:lnTo>
                  <a:pt x="11042" y="21600"/>
                </a:lnTo>
                <a:lnTo>
                  <a:pt x="9699" y="21555"/>
                </a:lnTo>
                <a:lnTo>
                  <a:pt x="8526" y="21450"/>
                </a:lnTo>
                <a:lnTo>
                  <a:pt x="7486" y="21276"/>
                </a:lnTo>
                <a:lnTo>
                  <a:pt x="6543" y="21026"/>
                </a:lnTo>
                <a:lnTo>
                  <a:pt x="5659" y="20695"/>
                </a:lnTo>
                <a:lnTo>
                  <a:pt x="4797" y="20281"/>
                </a:lnTo>
                <a:lnTo>
                  <a:pt x="3921" y="19769"/>
                </a:lnTo>
                <a:lnTo>
                  <a:pt x="2996" y="19160"/>
                </a:lnTo>
                <a:lnTo>
                  <a:pt x="1980" y="18446"/>
                </a:lnTo>
                <a:lnTo>
                  <a:pt x="841" y="17618"/>
                </a:lnTo>
                <a:lnTo>
                  <a:pt x="280" y="15132"/>
                </a:lnTo>
                <a:lnTo>
                  <a:pt x="0" y="13346"/>
                </a:lnTo>
                <a:lnTo>
                  <a:pt x="0" y="11759"/>
                </a:lnTo>
                <a:lnTo>
                  <a:pt x="280" y="9869"/>
                </a:lnTo>
                <a:lnTo>
                  <a:pt x="841" y="7174"/>
                </a:lnTo>
                <a:lnTo>
                  <a:pt x="2070" y="5451"/>
                </a:lnTo>
                <a:lnTo>
                  <a:pt x="3371" y="3954"/>
                </a:lnTo>
                <a:lnTo>
                  <a:pt x="4735" y="2691"/>
                </a:lnTo>
                <a:lnTo>
                  <a:pt x="6151" y="1664"/>
                </a:lnTo>
                <a:lnTo>
                  <a:pt x="7606" y="877"/>
                </a:lnTo>
                <a:lnTo>
                  <a:pt x="9093" y="338"/>
                </a:lnTo>
                <a:lnTo>
                  <a:pt x="10602" y="42"/>
                </a:lnTo>
                <a:lnTo>
                  <a:pt x="12121" y="0"/>
                </a:lnTo>
                <a:lnTo>
                  <a:pt x="13641" y="212"/>
                </a:lnTo>
                <a:lnTo>
                  <a:pt x="15150" y="682"/>
                </a:lnTo>
                <a:lnTo>
                  <a:pt x="16643" y="1417"/>
                </a:lnTo>
                <a:lnTo>
                  <a:pt x="18102" y="2419"/>
                </a:lnTo>
                <a:lnTo>
                  <a:pt x="19524" y="3693"/>
                </a:lnTo>
                <a:close/>
              </a:path>
            </a:pathLst>
          </a:custGeom>
          <a:solidFill>
            <a:srgbClr val="7B7C7E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4" name="contour_06332"/>
          <p:cNvSpPr/>
          <p:nvPr/>
        </p:nvSpPr>
        <p:spPr>
          <a:xfrm>
            <a:off x="1846949" y="2395752"/>
            <a:ext cx="79643" cy="530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4"/>
                </a:moveTo>
                <a:lnTo>
                  <a:pt x="1393" y="710"/>
                </a:lnTo>
                <a:lnTo>
                  <a:pt x="2789" y="615"/>
                </a:lnTo>
                <a:lnTo>
                  <a:pt x="4182" y="532"/>
                </a:lnTo>
                <a:lnTo>
                  <a:pt x="5576" y="454"/>
                </a:lnTo>
                <a:lnTo>
                  <a:pt x="6969" y="383"/>
                </a:lnTo>
                <a:lnTo>
                  <a:pt x="8365" y="318"/>
                </a:lnTo>
                <a:lnTo>
                  <a:pt x="9760" y="255"/>
                </a:lnTo>
                <a:lnTo>
                  <a:pt x="11152" y="143"/>
                </a:lnTo>
                <a:lnTo>
                  <a:pt x="12565" y="30"/>
                </a:lnTo>
                <a:lnTo>
                  <a:pt x="13804" y="0"/>
                </a:lnTo>
                <a:lnTo>
                  <a:pt x="15008" y="3"/>
                </a:lnTo>
                <a:lnTo>
                  <a:pt x="16190" y="65"/>
                </a:lnTo>
                <a:lnTo>
                  <a:pt x="17366" y="205"/>
                </a:lnTo>
                <a:lnTo>
                  <a:pt x="18554" y="445"/>
                </a:lnTo>
                <a:lnTo>
                  <a:pt x="19766" y="814"/>
                </a:lnTo>
                <a:lnTo>
                  <a:pt x="20509" y="2880"/>
                </a:lnTo>
                <a:lnTo>
                  <a:pt x="21039" y="4754"/>
                </a:lnTo>
                <a:lnTo>
                  <a:pt x="21381" y="6527"/>
                </a:lnTo>
                <a:lnTo>
                  <a:pt x="21558" y="8294"/>
                </a:lnTo>
                <a:lnTo>
                  <a:pt x="21600" y="10156"/>
                </a:lnTo>
                <a:lnTo>
                  <a:pt x="21529" y="12211"/>
                </a:lnTo>
                <a:lnTo>
                  <a:pt x="21371" y="14547"/>
                </a:lnTo>
                <a:lnTo>
                  <a:pt x="20414" y="16926"/>
                </a:lnTo>
                <a:lnTo>
                  <a:pt x="19728" y="18271"/>
                </a:lnTo>
                <a:lnTo>
                  <a:pt x="18989" y="19079"/>
                </a:lnTo>
                <a:lnTo>
                  <a:pt x="17866" y="19848"/>
                </a:lnTo>
                <a:lnTo>
                  <a:pt x="16674" y="20270"/>
                </a:lnTo>
                <a:lnTo>
                  <a:pt x="15477" y="20647"/>
                </a:lnTo>
                <a:lnTo>
                  <a:pt x="14275" y="20988"/>
                </a:lnTo>
                <a:lnTo>
                  <a:pt x="13067" y="21303"/>
                </a:lnTo>
                <a:lnTo>
                  <a:pt x="11859" y="21600"/>
                </a:lnTo>
                <a:lnTo>
                  <a:pt x="11737" y="19759"/>
                </a:lnTo>
                <a:lnTo>
                  <a:pt x="11612" y="17909"/>
                </a:lnTo>
                <a:lnTo>
                  <a:pt x="11488" y="16032"/>
                </a:lnTo>
                <a:lnTo>
                  <a:pt x="11178" y="14087"/>
                </a:lnTo>
                <a:lnTo>
                  <a:pt x="10907" y="12784"/>
                </a:lnTo>
                <a:lnTo>
                  <a:pt x="10525" y="11525"/>
                </a:lnTo>
                <a:lnTo>
                  <a:pt x="9883" y="9722"/>
                </a:lnTo>
                <a:lnTo>
                  <a:pt x="8616" y="8698"/>
                </a:lnTo>
                <a:lnTo>
                  <a:pt x="7355" y="7795"/>
                </a:lnTo>
                <a:lnTo>
                  <a:pt x="6086" y="6996"/>
                </a:lnTo>
                <a:lnTo>
                  <a:pt x="4793" y="6272"/>
                </a:lnTo>
                <a:lnTo>
                  <a:pt x="3467" y="5600"/>
                </a:lnTo>
                <a:lnTo>
                  <a:pt x="2093" y="4956"/>
                </a:lnTo>
                <a:lnTo>
                  <a:pt x="1054" y="4374"/>
                </a:lnTo>
                <a:lnTo>
                  <a:pt x="0" y="3783"/>
                </a:lnTo>
                <a:lnTo>
                  <a:pt x="0" y="2310"/>
                </a:lnTo>
                <a:lnTo>
                  <a:pt x="0" y="814"/>
                </a:lnTo>
                <a:close/>
              </a:path>
            </a:pathLst>
          </a:custGeom>
          <a:solidFill>
            <a:srgbClr val="D7CFB3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5" name="contour_06333"/>
          <p:cNvSpPr/>
          <p:nvPr/>
        </p:nvSpPr>
        <p:spPr>
          <a:xfrm>
            <a:off x="7218198" y="2390461"/>
            <a:ext cx="87456" cy="431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448" y="1907"/>
                </a:lnTo>
                <a:lnTo>
                  <a:pt x="7699" y="3847"/>
                </a:lnTo>
                <a:lnTo>
                  <a:pt x="8023" y="4704"/>
                </a:lnTo>
                <a:lnTo>
                  <a:pt x="9000" y="7292"/>
                </a:lnTo>
                <a:lnTo>
                  <a:pt x="10138" y="6917"/>
                </a:lnTo>
                <a:lnTo>
                  <a:pt x="11214" y="6494"/>
                </a:lnTo>
                <a:lnTo>
                  <a:pt x="12256" y="6013"/>
                </a:lnTo>
                <a:lnTo>
                  <a:pt x="13288" y="5458"/>
                </a:lnTo>
                <a:lnTo>
                  <a:pt x="14332" y="4828"/>
                </a:lnTo>
                <a:lnTo>
                  <a:pt x="15412" y="4102"/>
                </a:lnTo>
                <a:lnTo>
                  <a:pt x="16304" y="3530"/>
                </a:lnTo>
                <a:lnTo>
                  <a:pt x="17210" y="2950"/>
                </a:lnTo>
                <a:lnTo>
                  <a:pt x="18310" y="2228"/>
                </a:lnTo>
                <a:lnTo>
                  <a:pt x="19408" y="1495"/>
                </a:lnTo>
                <a:lnTo>
                  <a:pt x="20506" y="751"/>
                </a:lnTo>
                <a:lnTo>
                  <a:pt x="21600" y="0"/>
                </a:lnTo>
                <a:lnTo>
                  <a:pt x="21458" y="2764"/>
                </a:lnTo>
                <a:lnTo>
                  <a:pt x="21296" y="5254"/>
                </a:lnTo>
                <a:lnTo>
                  <a:pt x="21083" y="7573"/>
                </a:lnTo>
                <a:lnTo>
                  <a:pt x="20785" y="9826"/>
                </a:lnTo>
                <a:lnTo>
                  <a:pt x="20369" y="12131"/>
                </a:lnTo>
                <a:lnTo>
                  <a:pt x="19800" y="14585"/>
                </a:lnTo>
                <a:lnTo>
                  <a:pt x="18695" y="16185"/>
                </a:lnTo>
                <a:lnTo>
                  <a:pt x="17582" y="17560"/>
                </a:lnTo>
                <a:lnTo>
                  <a:pt x="16456" y="18716"/>
                </a:lnTo>
                <a:lnTo>
                  <a:pt x="15313" y="19664"/>
                </a:lnTo>
                <a:lnTo>
                  <a:pt x="14146" y="20408"/>
                </a:lnTo>
                <a:lnTo>
                  <a:pt x="12951" y="20966"/>
                </a:lnTo>
                <a:lnTo>
                  <a:pt x="11725" y="21345"/>
                </a:lnTo>
                <a:lnTo>
                  <a:pt x="10462" y="21553"/>
                </a:lnTo>
                <a:lnTo>
                  <a:pt x="9157" y="21600"/>
                </a:lnTo>
                <a:lnTo>
                  <a:pt x="7805" y="21494"/>
                </a:lnTo>
                <a:lnTo>
                  <a:pt x="6676" y="21108"/>
                </a:lnTo>
                <a:lnTo>
                  <a:pt x="5557" y="20699"/>
                </a:lnTo>
                <a:lnTo>
                  <a:pt x="4441" y="20262"/>
                </a:lnTo>
                <a:lnTo>
                  <a:pt x="3328" y="19799"/>
                </a:lnTo>
                <a:lnTo>
                  <a:pt x="2219" y="19310"/>
                </a:lnTo>
                <a:lnTo>
                  <a:pt x="1111" y="18785"/>
                </a:lnTo>
                <a:lnTo>
                  <a:pt x="0" y="18231"/>
                </a:lnTo>
                <a:lnTo>
                  <a:pt x="673" y="15901"/>
                </a:lnTo>
                <a:lnTo>
                  <a:pt x="1183" y="14180"/>
                </a:lnTo>
                <a:lnTo>
                  <a:pt x="1631" y="12762"/>
                </a:lnTo>
                <a:lnTo>
                  <a:pt x="2117" y="11343"/>
                </a:lnTo>
                <a:lnTo>
                  <a:pt x="2740" y="9622"/>
                </a:lnTo>
                <a:lnTo>
                  <a:pt x="3600" y="7292"/>
                </a:lnTo>
                <a:lnTo>
                  <a:pt x="4790" y="7292"/>
                </a:lnTo>
                <a:lnTo>
                  <a:pt x="5987" y="7292"/>
                </a:lnTo>
                <a:lnTo>
                  <a:pt x="7200" y="7292"/>
                </a:lnTo>
                <a:lnTo>
                  <a:pt x="7200" y="4882"/>
                </a:lnTo>
                <a:lnTo>
                  <a:pt x="7200" y="2458"/>
                </a:lnTo>
                <a:lnTo>
                  <a:pt x="7200" y="0"/>
                </a:lnTo>
                <a:close/>
              </a:path>
            </a:pathLst>
          </a:custGeom>
          <a:solidFill>
            <a:srgbClr val="737574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6" name="contour_06334"/>
          <p:cNvSpPr/>
          <p:nvPr/>
        </p:nvSpPr>
        <p:spPr>
          <a:xfrm>
            <a:off x="3916738" y="2383173"/>
            <a:ext cx="72880" cy="740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2428" y="1054"/>
                </a:lnTo>
                <a:lnTo>
                  <a:pt x="2700" y="2125"/>
                </a:lnTo>
                <a:lnTo>
                  <a:pt x="3504" y="3179"/>
                </a:lnTo>
                <a:lnTo>
                  <a:pt x="4320" y="4250"/>
                </a:lnTo>
                <a:lnTo>
                  <a:pt x="5780" y="4405"/>
                </a:lnTo>
                <a:lnTo>
                  <a:pt x="7208" y="4473"/>
                </a:lnTo>
                <a:lnTo>
                  <a:pt x="8623" y="4473"/>
                </a:lnTo>
                <a:lnTo>
                  <a:pt x="10040" y="4424"/>
                </a:lnTo>
                <a:lnTo>
                  <a:pt x="11478" y="4345"/>
                </a:lnTo>
                <a:lnTo>
                  <a:pt x="12960" y="4250"/>
                </a:lnTo>
                <a:lnTo>
                  <a:pt x="12960" y="5512"/>
                </a:lnTo>
                <a:lnTo>
                  <a:pt x="12960" y="6779"/>
                </a:lnTo>
                <a:lnTo>
                  <a:pt x="12960" y="8049"/>
                </a:lnTo>
                <a:lnTo>
                  <a:pt x="12960" y="9331"/>
                </a:lnTo>
                <a:lnTo>
                  <a:pt x="12960" y="10625"/>
                </a:lnTo>
                <a:lnTo>
                  <a:pt x="14386" y="10625"/>
                </a:lnTo>
                <a:lnTo>
                  <a:pt x="15813" y="10625"/>
                </a:lnTo>
                <a:lnTo>
                  <a:pt x="17248" y="10625"/>
                </a:lnTo>
                <a:lnTo>
                  <a:pt x="18688" y="10625"/>
                </a:lnTo>
                <a:lnTo>
                  <a:pt x="20138" y="10625"/>
                </a:lnTo>
                <a:lnTo>
                  <a:pt x="21600" y="10625"/>
                </a:lnTo>
                <a:lnTo>
                  <a:pt x="21600" y="12029"/>
                </a:lnTo>
                <a:lnTo>
                  <a:pt x="21600" y="13442"/>
                </a:lnTo>
                <a:lnTo>
                  <a:pt x="21600" y="14875"/>
                </a:lnTo>
                <a:lnTo>
                  <a:pt x="21030" y="14819"/>
                </a:lnTo>
                <a:lnTo>
                  <a:pt x="19313" y="14651"/>
                </a:lnTo>
                <a:lnTo>
                  <a:pt x="17861" y="14573"/>
                </a:lnTo>
                <a:lnTo>
                  <a:pt x="16442" y="14522"/>
                </a:lnTo>
                <a:lnTo>
                  <a:pt x="15044" y="14513"/>
                </a:lnTo>
                <a:lnTo>
                  <a:pt x="13649" y="14560"/>
                </a:lnTo>
                <a:lnTo>
                  <a:pt x="12239" y="14675"/>
                </a:lnTo>
                <a:lnTo>
                  <a:pt x="10800" y="14875"/>
                </a:lnTo>
                <a:lnTo>
                  <a:pt x="10200" y="16456"/>
                </a:lnTo>
                <a:lnTo>
                  <a:pt x="9787" y="17577"/>
                </a:lnTo>
                <a:lnTo>
                  <a:pt x="9459" y="18546"/>
                </a:lnTo>
                <a:lnTo>
                  <a:pt x="9111" y="19668"/>
                </a:lnTo>
                <a:lnTo>
                  <a:pt x="8640" y="21249"/>
                </a:lnTo>
                <a:lnTo>
                  <a:pt x="7163" y="21492"/>
                </a:lnTo>
                <a:lnTo>
                  <a:pt x="5746" y="21598"/>
                </a:lnTo>
                <a:lnTo>
                  <a:pt x="4357" y="21600"/>
                </a:lnTo>
                <a:lnTo>
                  <a:pt x="2959" y="21524"/>
                </a:lnTo>
                <a:lnTo>
                  <a:pt x="1518" y="21398"/>
                </a:lnTo>
                <a:lnTo>
                  <a:pt x="0" y="21249"/>
                </a:lnTo>
                <a:lnTo>
                  <a:pt x="0" y="19845"/>
                </a:lnTo>
                <a:lnTo>
                  <a:pt x="0" y="18432"/>
                </a:lnTo>
                <a:lnTo>
                  <a:pt x="0" y="17000"/>
                </a:lnTo>
                <a:lnTo>
                  <a:pt x="1071" y="16538"/>
                </a:lnTo>
                <a:lnTo>
                  <a:pt x="2160" y="16069"/>
                </a:lnTo>
                <a:lnTo>
                  <a:pt x="3231" y="15476"/>
                </a:lnTo>
                <a:lnTo>
                  <a:pt x="4320" y="14875"/>
                </a:lnTo>
                <a:lnTo>
                  <a:pt x="4579" y="13357"/>
                </a:lnTo>
                <a:lnTo>
                  <a:pt x="4709" y="12267"/>
                </a:lnTo>
                <a:lnTo>
                  <a:pt x="4709" y="11298"/>
                </a:lnTo>
                <a:lnTo>
                  <a:pt x="4579" y="10144"/>
                </a:lnTo>
                <a:lnTo>
                  <a:pt x="4320" y="8500"/>
                </a:lnTo>
                <a:lnTo>
                  <a:pt x="3562" y="7754"/>
                </a:lnTo>
                <a:lnTo>
                  <a:pt x="2799" y="7004"/>
                </a:lnTo>
                <a:lnTo>
                  <a:pt x="2026" y="6243"/>
                </a:lnTo>
                <a:lnTo>
                  <a:pt x="1020" y="5253"/>
                </a:lnTo>
                <a:lnTo>
                  <a:pt x="0" y="4250"/>
                </a:lnTo>
                <a:lnTo>
                  <a:pt x="490" y="2839"/>
                </a:lnTo>
                <a:lnTo>
                  <a:pt x="877" y="1925"/>
                </a:lnTo>
                <a:lnTo>
                  <a:pt x="1367" y="1111"/>
                </a:lnTo>
                <a:lnTo>
                  <a:pt x="2160" y="0"/>
                </a:lnTo>
                <a:close/>
              </a:path>
            </a:pathLst>
          </a:custGeom>
          <a:solidFill>
            <a:srgbClr val="61543A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7" name="contour_06335"/>
          <p:cNvSpPr/>
          <p:nvPr/>
        </p:nvSpPr>
        <p:spPr>
          <a:xfrm>
            <a:off x="1475261" y="2397749"/>
            <a:ext cx="5883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43" y="367"/>
                </a:lnTo>
                <a:lnTo>
                  <a:pt x="3684" y="741"/>
                </a:lnTo>
                <a:lnTo>
                  <a:pt x="5522" y="1121"/>
                </a:lnTo>
                <a:lnTo>
                  <a:pt x="7361" y="1503"/>
                </a:lnTo>
                <a:lnTo>
                  <a:pt x="9199" y="1890"/>
                </a:lnTo>
                <a:lnTo>
                  <a:pt x="10908" y="2240"/>
                </a:lnTo>
                <a:lnTo>
                  <a:pt x="12629" y="2594"/>
                </a:lnTo>
                <a:lnTo>
                  <a:pt x="14371" y="2953"/>
                </a:lnTo>
                <a:lnTo>
                  <a:pt x="16920" y="3774"/>
                </a:lnTo>
                <a:lnTo>
                  <a:pt x="18424" y="4385"/>
                </a:lnTo>
                <a:lnTo>
                  <a:pt x="19473" y="5095"/>
                </a:lnTo>
                <a:lnTo>
                  <a:pt x="20653" y="6210"/>
                </a:lnTo>
                <a:lnTo>
                  <a:pt x="21062" y="7754"/>
                </a:lnTo>
                <a:lnTo>
                  <a:pt x="21340" y="9266"/>
                </a:lnTo>
                <a:lnTo>
                  <a:pt x="21509" y="10765"/>
                </a:lnTo>
                <a:lnTo>
                  <a:pt x="21587" y="12273"/>
                </a:lnTo>
                <a:lnTo>
                  <a:pt x="21600" y="13807"/>
                </a:lnTo>
                <a:lnTo>
                  <a:pt x="21571" y="15390"/>
                </a:lnTo>
                <a:lnTo>
                  <a:pt x="21546" y="16556"/>
                </a:lnTo>
                <a:lnTo>
                  <a:pt x="21522" y="17729"/>
                </a:lnTo>
                <a:lnTo>
                  <a:pt x="21498" y="18917"/>
                </a:lnTo>
                <a:lnTo>
                  <a:pt x="21453" y="20250"/>
                </a:lnTo>
                <a:lnTo>
                  <a:pt x="21405" y="21600"/>
                </a:lnTo>
                <a:lnTo>
                  <a:pt x="19636" y="21600"/>
                </a:lnTo>
                <a:lnTo>
                  <a:pt x="17857" y="21600"/>
                </a:lnTo>
                <a:lnTo>
                  <a:pt x="16054" y="21600"/>
                </a:lnTo>
                <a:lnTo>
                  <a:pt x="16054" y="20172"/>
                </a:lnTo>
                <a:lnTo>
                  <a:pt x="16054" y="18736"/>
                </a:lnTo>
                <a:lnTo>
                  <a:pt x="16054" y="17280"/>
                </a:lnTo>
                <a:lnTo>
                  <a:pt x="14285" y="17280"/>
                </a:lnTo>
                <a:lnTo>
                  <a:pt x="12506" y="17280"/>
                </a:lnTo>
                <a:lnTo>
                  <a:pt x="10702" y="17280"/>
                </a:lnTo>
                <a:lnTo>
                  <a:pt x="10702" y="15852"/>
                </a:lnTo>
                <a:lnTo>
                  <a:pt x="10702" y="14416"/>
                </a:lnTo>
                <a:lnTo>
                  <a:pt x="10702" y="12960"/>
                </a:lnTo>
                <a:lnTo>
                  <a:pt x="9207" y="12243"/>
                </a:lnTo>
                <a:lnTo>
                  <a:pt x="8153" y="11781"/>
                </a:lnTo>
                <a:lnTo>
                  <a:pt x="7034" y="11366"/>
                </a:lnTo>
                <a:lnTo>
                  <a:pt x="5351" y="10800"/>
                </a:lnTo>
                <a:lnTo>
                  <a:pt x="4037" y="9599"/>
                </a:lnTo>
                <a:lnTo>
                  <a:pt x="3021" y="8381"/>
                </a:lnTo>
                <a:lnTo>
                  <a:pt x="2245" y="7132"/>
                </a:lnTo>
                <a:lnTo>
                  <a:pt x="1654" y="5843"/>
                </a:lnTo>
                <a:lnTo>
                  <a:pt x="1188" y="4495"/>
                </a:lnTo>
                <a:lnTo>
                  <a:pt x="797" y="3082"/>
                </a:lnTo>
                <a:lnTo>
                  <a:pt x="420" y="1588"/>
                </a:lnTo>
                <a:lnTo>
                  <a:pt x="0" y="0"/>
                </a:lnTo>
                <a:close/>
              </a:path>
            </a:pathLst>
          </a:custGeom>
          <a:solidFill>
            <a:srgbClr val="070807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8" name="contour_06336"/>
          <p:cNvSpPr/>
          <p:nvPr/>
        </p:nvSpPr>
        <p:spPr>
          <a:xfrm>
            <a:off x="4835025" y="2347848"/>
            <a:ext cx="90357" cy="430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29" y="969"/>
                </a:moveTo>
                <a:lnTo>
                  <a:pt x="20295" y="2281"/>
                </a:lnTo>
                <a:lnTo>
                  <a:pt x="20809" y="3498"/>
                </a:lnTo>
                <a:lnTo>
                  <a:pt x="21177" y="5315"/>
                </a:lnTo>
                <a:lnTo>
                  <a:pt x="21600" y="8437"/>
                </a:lnTo>
                <a:lnTo>
                  <a:pt x="21178" y="11716"/>
                </a:lnTo>
                <a:lnTo>
                  <a:pt x="20819" y="13587"/>
                </a:lnTo>
                <a:lnTo>
                  <a:pt x="20326" y="14739"/>
                </a:lnTo>
                <a:lnTo>
                  <a:pt x="19506" y="15876"/>
                </a:lnTo>
                <a:lnTo>
                  <a:pt x="18495" y="16592"/>
                </a:lnTo>
                <a:lnTo>
                  <a:pt x="17488" y="17235"/>
                </a:lnTo>
                <a:lnTo>
                  <a:pt x="16480" y="17820"/>
                </a:lnTo>
                <a:lnTo>
                  <a:pt x="15464" y="18358"/>
                </a:lnTo>
                <a:lnTo>
                  <a:pt x="14436" y="18855"/>
                </a:lnTo>
                <a:lnTo>
                  <a:pt x="13392" y="19319"/>
                </a:lnTo>
                <a:lnTo>
                  <a:pt x="12305" y="19816"/>
                </a:lnTo>
                <a:lnTo>
                  <a:pt x="11202" y="20321"/>
                </a:lnTo>
                <a:lnTo>
                  <a:pt x="9237" y="21026"/>
                </a:lnTo>
                <a:lnTo>
                  <a:pt x="7776" y="21461"/>
                </a:lnTo>
                <a:lnTo>
                  <a:pt x="6674" y="21600"/>
                </a:lnTo>
                <a:lnTo>
                  <a:pt x="5791" y="21410"/>
                </a:lnTo>
                <a:lnTo>
                  <a:pt x="4984" y="20862"/>
                </a:lnTo>
                <a:lnTo>
                  <a:pt x="4108" y="19918"/>
                </a:lnTo>
                <a:lnTo>
                  <a:pt x="3021" y="18559"/>
                </a:lnTo>
                <a:lnTo>
                  <a:pt x="2390" y="16658"/>
                </a:lnTo>
                <a:lnTo>
                  <a:pt x="1819" y="14779"/>
                </a:lnTo>
                <a:lnTo>
                  <a:pt x="1301" y="12885"/>
                </a:lnTo>
                <a:lnTo>
                  <a:pt x="829" y="10941"/>
                </a:lnTo>
                <a:lnTo>
                  <a:pt x="397" y="8908"/>
                </a:lnTo>
                <a:lnTo>
                  <a:pt x="0" y="6752"/>
                </a:lnTo>
                <a:lnTo>
                  <a:pt x="1244" y="5849"/>
                </a:lnTo>
                <a:lnTo>
                  <a:pt x="2467" y="4982"/>
                </a:lnTo>
                <a:lnTo>
                  <a:pt x="3673" y="4160"/>
                </a:lnTo>
                <a:lnTo>
                  <a:pt x="4866" y="3389"/>
                </a:lnTo>
                <a:lnTo>
                  <a:pt x="6051" y="2676"/>
                </a:lnTo>
                <a:lnTo>
                  <a:pt x="7228" y="2029"/>
                </a:lnTo>
                <a:lnTo>
                  <a:pt x="8403" y="1459"/>
                </a:lnTo>
                <a:lnTo>
                  <a:pt x="9579" y="972"/>
                </a:lnTo>
                <a:lnTo>
                  <a:pt x="10758" y="574"/>
                </a:lnTo>
                <a:lnTo>
                  <a:pt x="11946" y="274"/>
                </a:lnTo>
                <a:lnTo>
                  <a:pt x="13145" y="80"/>
                </a:lnTo>
                <a:lnTo>
                  <a:pt x="14359" y="0"/>
                </a:lnTo>
                <a:lnTo>
                  <a:pt x="15591" y="40"/>
                </a:lnTo>
                <a:lnTo>
                  <a:pt x="16844" y="212"/>
                </a:lnTo>
                <a:lnTo>
                  <a:pt x="18123" y="515"/>
                </a:lnTo>
                <a:lnTo>
                  <a:pt x="19429" y="969"/>
                </a:lnTo>
                <a:close/>
              </a:path>
            </a:pathLst>
          </a:custGeom>
          <a:solidFill>
            <a:srgbClr val="507083"/>
          </a:solidFill>
          <a:ln>
            <a:noFill/>
          </a:ln>
        </p:spPr>
        <p:txBody>
          <a:bodyPr/>
          <a:lstStyle/>
          <a:p/>
        </p:txBody>
      </p:sp>
      <p:sp>
        <p:nvSpPr>
          <p:cNvPr id="6339" name="contour_06337"/>
          <p:cNvSpPr/>
          <p:nvPr/>
        </p:nvSpPr>
        <p:spPr>
          <a:xfrm>
            <a:off x="5221289" y="2310293"/>
            <a:ext cx="109320" cy="603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80" y="0"/>
                </a:moveTo>
                <a:lnTo>
                  <a:pt x="11032" y="0"/>
                </a:lnTo>
                <a:lnTo>
                  <a:pt x="11989" y="0"/>
                </a:lnTo>
                <a:lnTo>
                  <a:pt x="12960" y="0"/>
                </a:lnTo>
                <a:lnTo>
                  <a:pt x="12960" y="1549"/>
                </a:lnTo>
                <a:lnTo>
                  <a:pt x="12960" y="3102"/>
                </a:lnTo>
                <a:lnTo>
                  <a:pt x="12960" y="4662"/>
                </a:lnTo>
                <a:lnTo>
                  <a:pt x="12960" y="6234"/>
                </a:lnTo>
                <a:lnTo>
                  <a:pt x="12960" y="7821"/>
                </a:lnTo>
                <a:lnTo>
                  <a:pt x="13910" y="7821"/>
                </a:lnTo>
                <a:lnTo>
                  <a:pt x="14862" y="7821"/>
                </a:lnTo>
                <a:lnTo>
                  <a:pt x="15814" y="7821"/>
                </a:lnTo>
                <a:lnTo>
                  <a:pt x="16769" y="7821"/>
                </a:lnTo>
                <a:lnTo>
                  <a:pt x="17726" y="7821"/>
                </a:lnTo>
                <a:lnTo>
                  <a:pt x="18688" y="7821"/>
                </a:lnTo>
                <a:lnTo>
                  <a:pt x="19653" y="7821"/>
                </a:lnTo>
                <a:lnTo>
                  <a:pt x="20624" y="7821"/>
                </a:lnTo>
                <a:lnTo>
                  <a:pt x="21600" y="7821"/>
                </a:lnTo>
                <a:lnTo>
                  <a:pt x="21600" y="9114"/>
                </a:lnTo>
                <a:lnTo>
                  <a:pt x="21600" y="10428"/>
                </a:lnTo>
                <a:lnTo>
                  <a:pt x="20614" y="10428"/>
                </a:lnTo>
                <a:lnTo>
                  <a:pt x="19626" y="10428"/>
                </a:lnTo>
                <a:lnTo>
                  <a:pt x="18638" y="10428"/>
                </a:lnTo>
                <a:lnTo>
                  <a:pt x="17649" y="10428"/>
                </a:lnTo>
                <a:lnTo>
                  <a:pt x="16658" y="10428"/>
                </a:lnTo>
                <a:lnTo>
                  <a:pt x="15666" y="10428"/>
                </a:lnTo>
                <a:lnTo>
                  <a:pt x="14671" y="10428"/>
                </a:lnTo>
                <a:lnTo>
                  <a:pt x="13674" y="10428"/>
                </a:lnTo>
                <a:lnTo>
                  <a:pt x="12675" y="10428"/>
                </a:lnTo>
                <a:lnTo>
                  <a:pt x="11671" y="10428"/>
                </a:lnTo>
                <a:lnTo>
                  <a:pt x="10665" y="10428"/>
                </a:lnTo>
                <a:lnTo>
                  <a:pt x="9655" y="10428"/>
                </a:lnTo>
                <a:lnTo>
                  <a:pt x="8640" y="10428"/>
                </a:lnTo>
                <a:lnTo>
                  <a:pt x="8640" y="12152"/>
                </a:lnTo>
                <a:lnTo>
                  <a:pt x="8640" y="13886"/>
                </a:lnTo>
                <a:lnTo>
                  <a:pt x="8640" y="15643"/>
                </a:lnTo>
                <a:lnTo>
                  <a:pt x="9495" y="15643"/>
                </a:lnTo>
                <a:lnTo>
                  <a:pt x="10354" y="15643"/>
                </a:lnTo>
                <a:lnTo>
                  <a:pt x="11215" y="15643"/>
                </a:lnTo>
                <a:lnTo>
                  <a:pt x="12083" y="15643"/>
                </a:lnTo>
                <a:lnTo>
                  <a:pt x="12960" y="15643"/>
                </a:lnTo>
                <a:lnTo>
                  <a:pt x="12960" y="17366"/>
                </a:lnTo>
                <a:lnTo>
                  <a:pt x="12960" y="19100"/>
                </a:lnTo>
                <a:lnTo>
                  <a:pt x="12960" y="20857"/>
                </a:lnTo>
                <a:lnTo>
                  <a:pt x="11932" y="21073"/>
                </a:lnTo>
                <a:lnTo>
                  <a:pt x="10917" y="21261"/>
                </a:lnTo>
                <a:lnTo>
                  <a:pt x="9909" y="21418"/>
                </a:lnTo>
                <a:lnTo>
                  <a:pt x="8908" y="21532"/>
                </a:lnTo>
                <a:lnTo>
                  <a:pt x="7911" y="21595"/>
                </a:lnTo>
                <a:lnTo>
                  <a:pt x="6913" y="21600"/>
                </a:lnTo>
                <a:lnTo>
                  <a:pt x="5916" y="21535"/>
                </a:lnTo>
                <a:lnTo>
                  <a:pt x="4912" y="21397"/>
                </a:lnTo>
                <a:lnTo>
                  <a:pt x="3901" y="21172"/>
                </a:lnTo>
                <a:lnTo>
                  <a:pt x="2880" y="20857"/>
                </a:lnTo>
                <a:lnTo>
                  <a:pt x="2231" y="19295"/>
                </a:lnTo>
                <a:lnTo>
                  <a:pt x="1712" y="17794"/>
                </a:lnTo>
                <a:lnTo>
                  <a:pt x="1302" y="16310"/>
                </a:lnTo>
                <a:lnTo>
                  <a:pt x="973" y="14806"/>
                </a:lnTo>
                <a:lnTo>
                  <a:pt x="704" y="13244"/>
                </a:lnTo>
                <a:lnTo>
                  <a:pt x="468" y="11586"/>
                </a:lnTo>
                <a:lnTo>
                  <a:pt x="242" y="9790"/>
                </a:lnTo>
                <a:lnTo>
                  <a:pt x="0" y="7821"/>
                </a:lnTo>
                <a:lnTo>
                  <a:pt x="403" y="8113"/>
                </a:lnTo>
                <a:lnTo>
                  <a:pt x="780" y="8387"/>
                </a:lnTo>
                <a:lnTo>
                  <a:pt x="1215" y="8700"/>
                </a:lnTo>
                <a:lnTo>
                  <a:pt x="1791" y="9120"/>
                </a:lnTo>
                <a:lnTo>
                  <a:pt x="2593" y="9698"/>
                </a:lnTo>
                <a:lnTo>
                  <a:pt x="3705" y="10504"/>
                </a:lnTo>
                <a:lnTo>
                  <a:pt x="5213" y="11596"/>
                </a:lnTo>
                <a:lnTo>
                  <a:pt x="7200" y="13036"/>
                </a:lnTo>
                <a:lnTo>
                  <a:pt x="7512" y="11422"/>
                </a:lnTo>
                <a:lnTo>
                  <a:pt x="7825" y="9800"/>
                </a:lnTo>
                <a:lnTo>
                  <a:pt x="8140" y="8168"/>
                </a:lnTo>
                <a:lnTo>
                  <a:pt x="8460" y="6518"/>
                </a:lnTo>
                <a:lnTo>
                  <a:pt x="8883" y="4354"/>
                </a:lnTo>
                <a:lnTo>
                  <a:pt x="9194" y="2954"/>
                </a:lnTo>
                <a:lnTo>
                  <a:pt x="9541" y="1705"/>
                </a:lnTo>
                <a:lnTo>
                  <a:pt x="10080" y="0"/>
                </a:lnTo>
                <a:close/>
              </a:path>
            </a:pathLst>
          </a:custGeom>
          <a:solidFill>
            <a:srgbClr val="4B4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0" name="contour_06338"/>
          <p:cNvSpPr/>
          <p:nvPr/>
        </p:nvSpPr>
        <p:spPr>
          <a:xfrm>
            <a:off x="3951400" y="2310293"/>
            <a:ext cx="7465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4" y="0"/>
                </a:moveTo>
                <a:lnTo>
                  <a:pt x="2005" y="0"/>
                </a:lnTo>
                <a:lnTo>
                  <a:pt x="3498" y="0"/>
                </a:lnTo>
                <a:lnTo>
                  <a:pt x="4995" y="0"/>
                </a:lnTo>
                <a:lnTo>
                  <a:pt x="6499" y="0"/>
                </a:lnTo>
                <a:lnTo>
                  <a:pt x="8008" y="0"/>
                </a:lnTo>
                <a:lnTo>
                  <a:pt x="9526" y="0"/>
                </a:lnTo>
                <a:lnTo>
                  <a:pt x="11057" y="0"/>
                </a:lnTo>
                <a:lnTo>
                  <a:pt x="11057" y="2040"/>
                </a:lnTo>
                <a:lnTo>
                  <a:pt x="11057" y="4092"/>
                </a:lnTo>
                <a:lnTo>
                  <a:pt x="11057" y="6171"/>
                </a:lnTo>
                <a:lnTo>
                  <a:pt x="12548" y="6171"/>
                </a:lnTo>
                <a:lnTo>
                  <a:pt x="14041" y="6171"/>
                </a:lnTo>
                <a:lnTo>
                  <a:pt x="15538" y="6171"/>
                </a:lnTo>
                <a:lnTo>
                  <a:pt x="17041" y="6171"/>
                </a:lnTo>
                <a:lnTo>
                  <a:pt x="18551" y="6171"/>
                </a:lnTo>
                <a:lnTo>
                  <a:pt x="20069" y="6171"/>
                </a:lnTo>
                <a:lnTo>
                  <a:pt x="21600" y="6171"/>
                </a:lnTo>
                <a:lnTo>
                  <a:pt x="21339" y="8081"/>
                </a:lnTo>
                <a:lnTo>
                  <a:pt x="21077" y="9992"/>
                </a:lnTo>
                <a:lnTo>
                  <a:pt x="20816" y="11908"/>
                </a:lnTo>
                <a:lnTo>
                  <a:pt x="20554" y="13827"/>
                </a:lnTo>
                <a:lnTo>
                  <a:pt x="20291" y="15756"/>
                </a:lnTo>
                <a:lnTo>
                  <a:pt x="20025" y="17693"/>
                </a:lnTo>
                <a:lnTo>
                  <a:pt x="19759" y="19641"/>
                </a:lnTo>
                <a:lnTo>
                  <a:pt x="19491" y="21600"/>
                </a:lnTo>
                <a:lnTo>
                  <a:pt x="18129" y="21072"/>
                </a:lnTo>
                <a:lnTo>
                  <a:pt x="16771" y="20539"/>
                </a:lnTo>
                <a:lnTo>
                  <a:pt x="15416" y="19992"/>
                </a:lnTo>
                <a:lnTo>
                  <a:pt x="14060" y="19443"/>
                </a:lnTo>
                <a:lnTo>
                  <a:pt x="12708" y="18881"/>
                </a:lnTo>
                <a:lnTo>
                  <a:pt x="11355" y="18317"/>
                </a:lnTo>
                <a:lnTo>
                  <a:pt x="10003" y="17743"/>
                </a:lnTo>
                <a:lnTo>
                  <a:pt x="8641" y="17234"/>
                </a:lnTo>
                <a:lnTo>
                  <a:pt x="7260" y="16718"/>
                </a:lnTo>
                <a:lnTo>
                  <a:pt x="5784" y="16049"/>
                </a:lnTo>
                <a:lnTo>
                  <a:pt x="4405" y="15351"/>
                </a:lnTo>
                <a:lnTo>
                  <a:pt x="3089" y="14549"/>
                </a:lnTo>
                <a:lnTo>
                  <a:pt x="1803" y="13571"/>
                </a:lnTo>
                <a:lnTo>
                  <a:pt x="514" y="12343"/>
                </a:lnTo>
                <a:lnTo>
                  <a:pt x="175" y="10171"/>
                </a:lnTo>
                <a:lnTo>
                  <a:pt x="15" y="8177"/>
                </a:lnTo>
                <a:lnTo>
                  <a:pt x="0" y="6261"/>
                </a:lnTo>
                <a:lnTo>
                  <a:pt x="101" y="4326"/>
                </a:lnTo>
                <a:lnTo>
                  <a:pt x="283" y="2271"/>
                </a:lnTo>
                <a:lnTo>
                  <a:pt x="514" y="0"/>
                </a:lnTo>
                <a:close/>
              </a:path>
            </a:pathLst>
          </a:custGeom>
          <a:solidFill>
            <a:srgbClr val="0E0C0B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1" name="contour_06339"/>
          <p:cNvSpPr/>
          <p:nvPr/>
        </p:nvSpPr>
        <p:spPr>
          <a:xfrm>
            <a:off x="986966" y="2303005"/>
            <a:ext cx="874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0"/>
                </a:lnTo>
                <a:lnTo>
                  <a:pt x="7778" y="0"/>
                </a:lnTo>
                <a:lnTo>
                  <a:pt x="8973" y="0"/>
                </a:lnTo>
                <a:lnTo>
                  <a:pt x="10174" y="0"/>
                </a:lnTo>
                <a:lnTo>
                  <a:pt x="11381" y="0"/>
                </a:lnTo>
                <a:lnTo>
                  <a:pt x="12600" y="0"/>
                </a:lnTo>
                <a:lnTo>
                  <a:pt x="12600" y="1190"/>
                </a:lnTo>
                <a:lnTo>
                  <a:pt x="12600" y="2387"/>
                </a:lnTo>
                <a:lnTo>
                  <a:pt x="12600" y="3600"/>
                </a:lnTo>
                <a:lnTo>
                  <a:pt x="13714" y="3377"/>
                </a:lnTo>
                <a:lnTo>
                  <a:pt x="14828" y="3154"/>
                </a:lnTo>
                <a:lnTo>
                  <a:pt x="15946" y="2930"/>
                </a:lnTo>
                <a:lnTo>
                  <a:pt x="17066" y="2707"/>
                </a:lnTo>
                <a:lnTo>
                  <a:pt x="18191" y="2482"/>
                </a:lnTo>
                <a:lnTo>
                  <a:pt x="19321" y="2255"/>
                </a:lnTo>
                <a:lnTo>
                  <a:pt x="20457" y="2029"/>
                </a:lnTo>
                <a:lnTo>
                  <a:pt x="21600" y="1800"/>
                </a:lnTo>
                <a:lnTo>
                  <a:pt x="21600" y="2990"/>
                </a:lnTo>
                <a:lnTo>
                  <a:pt x="21600" y="4187"/>
                </a:lnTo>
                <a:lnTo>
                  <a:pt x="21600" y="5400"/>
                </a:lnTo>
                <a:lnTo>
                  <a:pt x="20327" y="5400"/>
                </a:lnTo>
                <a:lnTo>
                  <a:pt x="19053" y="5400"/>
                </a:lnTo>
                <a:lnTo>
                  <a:pt x="17775" y="5400"/>
                </a:lnTo>
                <a:lnTo>
                  <a:pt x="16492" y="5400"/>
                </a:lnTo>
                <a:lnTo>
                  <a:pt x="15203" y="5400"/>
                </a:lnTo>
                <a:lnTo>
                  <a:pt x="13907" y="5400"/>
                </a:lnTo>
                <a:lnTo>
                  <a:pt x="12600" y="5400"/>
                </a:lnTo>
                <a:lnTo>
                  <a:pt x="12663" y="6421"/>
                </a:lnTo>
                <a:lnTo>
                  <a:pt x="12726" y="7447"/>
                </a:lnTo>
                <a:lnTo>
                  <a:pt x="12789" y="8487"/>
                </a:lnTo>
                <a:lnTo>
                  <a:pt x="12827" y="9488"/>
                </a:lnTo>
                <a:lnTo>
                  <a:pt x="12865" y="10489"/>
                </a:lnTo>
                <a:lnTo>
                  <a:pt x="12902" y="11488"/>
                </a:lnTo>
                <a:lnTo>
                  <a:pt x="12938" y="12488"/>
                </a:lnTo>
                <a:lnTo>
                  <a:pt x="12973" y="12994"/>
                </a:lnTo>
                <a:lnTo>
                  <a:pt x="13075" y="14522"/>
                </a:lnTo>
                <a:lnTo>
                  <a:pt x="13097" y="15502"/>
                </a:lnTo>
                <a:lnTo>
                  <a:pt x="13082" y="16265"/>
                </a:lnTo>
                <a:lnTo>
                  <a:pt x="13010" y="17068"/>
                </a:lnTo>
                <a:lnTo>
                  <a:pt x="12857" y="18162"/>
                </a:lnTo>
                <a:lnTo>
                  <a:pt x="12600" y="19800"/>
                </a:lnTo>
                <a:lnTo>
                  <a:pt x="11250" y="20466"/>
                </a:lnTo>
                <a:lnTo>
                  <a:pt x="10294" y="20893"/>
                </a:lnTo>
                <a:lnTo>
                  <a:pt x="9473" y="21166"/>
                </a:lnTo>
                <a:lnTo>
                  <a:pt x="8528" y="21373"/>
                </a:lnTo>
                <a:lnTo>
                  <a:pt x="7200" y="21600"/>
                </a:lnTo>
                <a:lnTo>
                  <a:pt x="7423" y="20486"/>
                </a:lnTo>
                <a:lnTo>
                  <a:pt x="7646" y="19372"/>
                </a:lnTo>
                <a:lnTo>
                  <a:pt x="7870" y="18254"/>
                </a:lnTo>
                <a:lnTo>
                  <a:pt x="8093" y="17134"/>
                </a:lnTo>
                <a:lnTo>
                  <a:pt x="8318" y="16009"/>
                </a:lnTo>
                <a:lnTo>
                  <a:pt x="8545" y="14879"/>
                </a:lnTo>
                <a:lnTo>
                  <a:pt x="8771" y="13743"/>
                </a:lnTo>
                <a:lnTo>
                  <a:pt x="9000" y="12600"/>
                </a:lnTo>
                <a:lnTo>
                  <a:pt x="7848" y="12748"/>
                </a:lnTo>
                <a:lnTo>
                  <a:pt x="6687" y="12899"/>
                </a:lnTo>
                <a:lnTo>
                  <a:pt x="5512" y="13050"/>
                </a:lnTo>
                <a:lnTo>
                  <a:pt x="4048" y="13052"/>
                </a:lnTo>
                <a:lnTo>
                  <a:pt x="3085" y="12937"/>
                </a:lnTo>
                <a:lnTo>
                  <a:pt x="1800" y="12600"/>
                </a:lnTo>
                <a:lnTo>
                  <a:pt x="1244" y="11446"/>
                </a:lnTo>
                <a:lnTo>
                  <a:pt x="823" y="10287"/>
                </a:lnTo>
                <a:lnTo>
                  <a:pt x="513" y="9110"/>
                </a:lnTo>
                <a:lnTo>
                  <a:pt x="290" y="7907"/>
                </a:lnTo>
                <a:lnTo>
                  <a:pt x="126" y="6674"/>
                </a:lnTo>
                <a:lnTo>
                  <a:pt x="0" y="5400"/>
                </a:lnTo>
                <a:lnTo>
                  <a:pt x="1069" y="5044"/>
                </a:lnTo>
                <a:lnTo>
                  <a:pt x="2142" y="4685"/>
                </a:lnTo>
                <a:lnTo>
                  <a:pt x="3218" y="4327"/>
                </a:lnTo>
                <a:lnTo>
                  <a:pt x="4304" y="3965"/>
                </a:lnTo>
                <a:lnTo>
                  <a:pt x="5400" y="3600"/>
                </a:lnTo>
                <a:lnTo>
                  <a:pt x="5756" y="4669"/>
                </a:lnTo>
                <a:lnTo>
                  <a:pt x="6115" y="5742"/>
                </a:lnTo>
                <a:lnTo>
                  <a:pt x="6473" y="6818"/>
                </a:lnTo>
                <a:lnTo>
                  <a:pt x="6835" y="7904"/>
                </a:lnTo>
                <a:lnTo>
                  <a:pt x="7200" y="9000"/>
                </a:lnTo>
                <a:lnTo>
                  <a:pt x="7601" y="7816"/>
                </a:lnTo>
                <a:lnTo>
                  <a:pt x="7978" y="6635"/>
                </a:lnTo>
                <a:lnTo>
                  <a:pt x="8318" y="5450"/>
                </a:lnTo>
                <a:lnTo>
                  <a:pt x="8611" y="4255"/>
                </a:lnTo>
                <a:lnTo>
                  <a:pt x="8842" y="3040"/>
                </a:lnTo>
                <a:lnTo>
                  <a:pt x="9000" y="1800"/>
                </a:lnTo>
                <a:lnTo>
                  <a:pt x="7994" y="1012"/>
                </a:lnTo>
                <a:lnTo>
                  <a:pt x="7285" y="562"/>
                </a:lnTo>
                <a:lnTo>
                  <a:pt x="6532" y="281"/>
                </a:lnTo>
                <a:lnTo>
                  <a:pt x="5400" y="0"/>
                </a:lnTo>
                <a:close/>
              </a:path>
            </a:pathLst>
          </a:custGeom>
          <a:solidFill>
            <a:srgbClr val="2A2A2B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2" name="contour_06340"/>
          <p:cNvSpPr/>
          <p:nvPr/>
        </p:nvSpPr>
        <p:spPr>
          <a:xfrm>
            <a:off x="5126545" y="2273853"/>
            <a:ext cx="87456" cy="581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9598" y="1226"/>
                </a:lnTo>
                <a:lnTo>
                  <a:pt x="9985" y="2197"/>
                </a:lnTo>
                <a:lnTo>
                  <a:pt x="10328" y="3425"/>
                </a:lnTo>
                <a:lnTo>
                  <a:pt x="10800" y="5411"/>
                </a:lnTo>
                <a:lnTo>
                  <a:pt x="10586" y="7264"/>
                </a:lnTo>
                <a:lnTo>
                  <a:pt x="10327" y="9074"/>
                </a:lnTo>
                <a:lnTo>
                  <a:pt x="10031" y="10860"/>
                </a:lnTo>
                <a:lnTo>
                  <a:pt x="9707" y="12637"/>
                </a:lnTo>
                <a:lnTo>
                  <a:pt x="9360" y="14423"/>
                </a:lnTo>
                <a:lnTo>
                  <a:pt x="9000" y="16232"/>
                </a:lnTo>
                <a:lnTo>
                  <a:pt x="9574" y="16108"/>
                </a:lnTo>
                <a:lnTo>
                  <a:pt x="10098" y="15997"/>
                </a:lnTo>
                <a:lnTo>
                  <a:pt x="10651" y="15878"/>
                </a:lnTo>
                <a:lnTo>
                  <a:pt x="11304" y="15737"/>
                </a:lnTo>
                <a:lnTo>
                  <a:pt x="12134" y="15559"/>
                </a:lnTo>
                <a:lnTo>
                  <a:pt x="13219" y="15326"/>
                </a:lnTo>
                <a:lnTo>
                  <a:pt x="14632" y="15023"/>
                </a:lnTo>
                <a:lnTo>
                  <a:pt x="16448" y="14634"/>
                </a:lnTo>
                <a:lnTo>
                  <a:pt x="18747" y="14138"/>
                </a:lnTo>
                <a:lnTo>
                  <a:pt x="21600" y="13527"/>
                </a:lnTo>
                <a:lnTo>
                  <a:pt x="21600" y="15315"/>
                </a:lnTo>
                <a:lnTo>
                  <a:pt x="21600" y="17114"/>
                </a:lnTo>
                <a:lnTo>
                  <a:pt x="21600" y="18938"/>
                </a:lnTo>
                <a:lnTo>
                  <a:pt x="20500" y="20025"/>
                </a:lnTo>
                <a:lnTo>
                  <a:pt x="19440" y="20791"/>
                </a:lnTo>
                <a:lnTo>
                  <a:pt x="18389" y="21281"/>
                </a:lnTo>
                <a:lnTo>
                  <a:pt x="17320" y="21538"/>
                </a:lnTo>
                <a:lnTo>
                  <a:pt x="16204" y="21600"/>
                </a:lnTo>
                <a:lnTo>
                  <a:pt x="15010" y="21511"/>
                </a:lnTo>
                <a:lnTo>
                  <a:pt x="13711" y="21316"/>
                </a:lnTo>
                <a:lnTo>
                  <a:pt x="12506" y="21118"/>
                </a:lnTo>
                <a:lnTo>
                  <a:pt x="11286" y="20918"/>
                </a:lnTo>
                <a:lnTo>
                  <a:pt x="10039" y="20691"/>
                </a:lnTo>
                <a:lnTo>
                  <a:pt x="8775" y="20458"/>
                </a:lnTo>
                <a:lnTo>
                  <a:pt x="8140" y="20353"/>
                </a:lnTo>
                <a:lnTo>
                  <a:pt x="6223" y="20031"/>
                </a:lnTo>
                <a:lnTo>
                  <a:pt x="4977" y="19820"/>
                </a:lnTo>
                <a:lnTo>
                  <a:pt x="3733" y="19603"/>
                </a:lnTo>
                <a:lnTo>
                  <a:pt x="2488" y="19387"/>
                </a:lnTo>
                <a:lnTo>
                  <a:pt x="1244" y="19162"/>
                </a:lnTo>
                <a:lnTo>
                  <a:pt x="0" y="18938"/>
                </a:lnTo>
                <a:lnTo>
                  <a:pt x="731" y="15562"/>
                </a:lnTo>
                <a:lnTo>
                  <a:pt x="1346" y="12780"/>
                </a:lnTo>
                <a:lnTo>
                  <a:pt x="1876" y="10519"/>
                </a:lnTo>
                <a:lnTo>
                  <a:pt x="2347" y="8698"/>
                </a:lnTo>
                <a:lnTo>
                  <a:pt x="2792" y="7242"/>
                </a:lnTo>
                <a:lnTo>
                  <a:pt x="3236" y="6074"/>
                </a:lnTo>
                <a:lnTo>
                  <a:pt x="3715" y="5119"/>
                </a:lnTo>
                <a:lnTo>
                  <a:pt x="4253" y="4296"/>
                </a:lnTo>
                <a:lnTo>
                  <a:pt x="4882" y="3531"/>
                </a:lnTo>
                <a:lnTo>
                  <a:pt x="5629" y="2743"/>
                </a:lnTo>
                <a:lnTo>
                  <a:pt x="6525" y="1861"/>
                </a:lnTo>
                <a:lnTo>
                  <a:pt x="6889" y="1588"/>
                </a:lnTo>
                <a:lnTo>
                  <a:pt x="7531" y="1104"/>
                </a:lnTo>
                <a:lnTo>
                  <a:pt x="9000" y="0"/>
                </a:lnTo>
                <a:close/>
              </a:path>
            </a:pathLst>
          </a:custGeom>
          <a:solidFill>
            <a:srgbClr val="3F4446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3" name="contour_06341"/>
          <p:cNvSpPr/>
          <p:nvPr/>
        </p:nvSpPr>
        <p:spPr>
          <a:xfrm>
            <a:off x="2201444" y="2216307"/>
            <a:ext cx="53632" cy="57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81" y="569"/>
                </a:moveTo>
                <a:lnTo>
                  <a:pt x="18037" y="1193"/>
                </a:lnTo>
                <a:lnTo>
                  <a:pt x="19807" y="1819"/>
                </a:lnTo>
                <a:lnTo>
                  <a:pt x="21600" y="2451"/>
                </a:lnTo>
                <a:lnTo>
                  <a:pt x="21072" y="4177"/>
                </a:lnTo>
                <a:lnTo>
                  <a:pt x="20540" y="5901"/>
                </a:lnTo>
                <a:lnTo>
                  <a:pt x="20012" y="7627"/>
                </a:lnTo>
                <a:lnTo>
                  <a:pt x="19484" y="9356"/>
                </a:lnTo>
                <a:lnTo>
                  <a:pt x="18952" y="11087"/>
                </a:lnTo>
                <a:lnTo>
                  <a:pt x="18421" y="12824"/>
                </a:lnTo>
                <a:lnTo>
                  <a:pt x="17887" y="14567"/>
                </a:lnTo>
                <a:lnTo>
                  <a:pt x="17350" y="16312"/>
                </a:lnTo>
                <a:lnTo>
                  <a:pt x="16813" y="18068"/>
                </a:lnTo>
                <a:lnTo>
                  <a:pt x="16273" y="19830"/>
                </a:lnTo>
                <a:lnTo>
                  <a:pt x="15730" y="21600"/>
                </a:lnTo>
                <a:lnTo>
                  <a:pt x="12372" y="21285"/>
                </a:lnTo>
                <a:lnTo>
                  <a:pt x="9795" y="21026"/>
                </a:lnTo>
                <a:lnTo>
                  <a:pt x="7825" y="20790"/>
                </a:lnTo>
                <a:lnTo>
                  <a:pt x="6290" y="20550"/>
                </a:lnTo>
                <a:lnTo>
                  <a:pt x="5016" y="20268"/>
                </a:lnTo>
                <a:lnTo>
                  <a:pt x="3833" y="19915"/>
                </a:lnTo>
                <a:lnTo>
                  <a:pt x="2571" y="19458"/>
                </a:lnTo>
                <a:lnTo>
                  <a:pt x="1054" y="18864"/>
                </a:lnTo>
                <a:lnTo>
                  <a:pt x="455" y="16558"/>
                </a:lnTo>
                <a:lnTo>
                  <a:pt x="97" y="14537"/>
                </a:lnTo>
                <a:lnTo>
                  <a:pt x="0" y="12707"/>
                </a:lnTo>
                <a:lnTo>
                  <a:pt x="188" y="10967"/>
                </a:lnTo>
                <a:lnTo>
                  <a:pt x="678" y="9216"/>
                </a:lnTo>
                <a:lnTo>
                  <a:pt x="1494" y="7353"/>
                </a:lnTo>
                <a:lnTo>
                  <a:pt x="2656" y="5285"/>
                </a:lnTo>
                <a:lnTo>
                  <a:pt x="4406" y="3439"/>
                </a:lnTo>
                <a:lnTo>
                  <a:pt x="6064" y="1994"/>
                </a:lnTo>
                <a:lnTo>
                  <a:pt x="7731" y="941"/>
                </a:lnTo>
                <a:lnTo>
                  <a:pt x="9492" y="279"/>
                </a:lnTo>
                <a:lnTo>
                  <a:pt x="11444" y="0"/>
                </a:lnTo>
                <a:lnTo>
                  <a:pt x="13675" y="98"/>
                </a:lnTo>
                <a:lnTo>
                  <a:pt x="16281" y="569"/>
                </a:lnTo>
                <a:close/>
              </a:path>
            </a:pathLst>
          </a:custGeom>
          <a:solidFill>
            <a:srgbClr val="131413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4" name="contour_06342"/>
          <p:cNvSpPr/>
          <p:nvPr/>
        </p:nvSpPr>
        <p:spPr>
          <a:xfrm>
            <a:off x="688158" y="2193685"/>
            <a:ext cx="65592" cy="66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340" y="228"/>
                </a:lnTo>
                <a:lnTo>
                  <a:pt x="12624" y="494"/>
                </a:lnTo>
                <a:lnTo>
                  <a:pt x="14549" y="1030"/>
                </a:lnTo>
                <a:lnTo>
                  <a:pt x="15857" y="1390"/>
                </a:lnTo>
                <a:lnTo>
                  <a:pt x="17184" y="1755"/>
                </a:lnTo>
                <a:lnTo>
                  <a:pt x="18185" y="2051"/>
                </a:lnTo>
                <a:lnTo>
                  <a:pt x="19200" y="2352"/>
                </a:lnTo>
                <a:lnTo>
                  <a:pt x="18943" y="3787"/>
                </a:lnTo>
                <a:lnTo>
                  <a:pt x="18682" y="5219"/>
                </a:lnTo>
                <a:lnTo>
                  <a:pt x="18418" y="6654"/>
                </a:lnTo>
                <a:lnTo>
                  <a:pt x="18149" y="8086"/>
                </a:lnTo>
                <a:lnTo>
                  <a:pt x="17856" y="9685"/>
                </a:lnTo>
                <a:lnTo>
                  <a:pt x="17558" y="11310"/>
                </a:lnTo>
                <a:lnTo>
                  <a:pt x="17083" y="12966"/>
                </a:lnTo>
                <a:lnTo>
                  <a:pt x="16596" y="14055"/>
                </a:lnTo>
                <a:lnTo>
                  <a:pt x="15799" y="15059"/>
                </a:lnTo>
                <a:lnTo>
                  <a:pt x="14400" y="16463"/>
                </a:lnTo>
                <a:lnTo>
                  <a:pt x="15588" y="17240"/>
                </a:lnTo>
                <a:lnTo>
                  <a:pt x="16778" y="18018"/>
                </a:lnTo>
                <a:lnTo>
                  <a:pt x="17974" y="18799"/>
                </a:lnTo>
                <a:lnTo>
                  <a:pt x="19174" y="19582"/>
                </a:lnTo>
                <a:lnTo>
                  <a:pt x="20381" y="20372"/>
                </a:lnTo>
                <a:lnTo>
                  <a:pt x="21600" y="21167"/>
                </a:lnTo>
                <a:lnTo>
                  <a:pt x="20026" y="21228"/>
                </a:lnTo>
                <a:lnTo>
                  <a:pt x="18449" y="21285"/>
                </a:lnTo>
                <a:lnTo>
                  <a:pt x="16874" y="21334"/>
                </a:lnTo>
                <a:lnTo>
                  <a:pt x="15300" y="21381"/>
                </a:lnTo>
                <a:lnTo>
                  <a:pt x="13726" y="21424"/>
                </a:lnTo>
                <a:lnTo>
                  <a:pt x="12149" y="21461"/>
                </a:lnTo>
                <a:lnTo>
                  <a:pt x="10802" y="21522"/>
                </a:lnTo>
                <a:lnTo>
                  <a:pt x="9437" y="21581"/>
                </a:lnTo>
                <a:lnTo>
                  <a:pt x="8131" y="21600"/>
                </a:lnTo>
                <a:lnTo>
                  <a:pt x="7114" y="21586"/>
                </a:lnTo>
                <a:lnTo>
                  <a:pt x="6043" y="21525"/>
                </a:lnTo>
                <a:lnTo>
                  <a:pt x="4584" y="21391"/>
                </a:lnTo>
                <a:lnTo>
                  <a:pt x="2400" y="21167"/>
                </a:lnTo>
                <a:lnTo>
                  <a:pt x="1344" y="19761"/>
                </a:lnTo>
                <a:lnTo>
                  <a:pt x="742" y="18801"/>
                </a:lnTo>
                <a:lnTo>
                  <a:pt x="370" y="17849"/>
                </a:lnTo>
                <a:lnTo>
                  <a:pt x="0" y="16463"/>
                </a:lnTo>
                <a:lnTo>
                  <a:pt x="1426" y="16463"/>
                </a:lnTo>
                <a:lnTo>
                  <a:pt x="2856" y="16463"/>
                </a:lnTo>
                <a:lnTo>
                  <a:pt x="4291" y="16463"/>
                </a:lnTo>
                <a:lnTo>
                  <a:pt x="5738" y="16463"/>
                </a:lnTo>
                <a:lnTo>
                  <a:pt x="7200" y="16463"/>
                </a:lnTo>
                <a:lnTo>
                  <a:pt x="7159" y="14972"/>
                </a:lnTo>
                <a:lnTo>
                  <a:pt x="7116" y="13460"/>
                </a:lnTo>
                <a:lnTo>
                  <a:pt x="7106" y="12886"/>
                </a:lnTo>
                <a:lnTo>
                  <a:pt x="7090" y="11872"/>
                </a:lnTo>
                <a:lnTo>
                  <a:pt x="7051" y="9553"/>
                </a:lnTo>
                <a:lnTo>
                  <a:pt x="7022" y="8269"/>
                </a:lnTo>
                <a:lnTo>
                  <a:pt x="6994" y="6978"/>
                </a:lnTo>
                <a:lnTo>
                  <a:pt x="6965" y="5668"/>
                </a:lnTo>
                <a:lnTo>
                  <a:pt x="7138" y="3714"/>
                </a:lnTo>
                <a:lnTo>
                  <a:pt x="7471" y="2472"/>
                </a:lnTo>
                <a:lnTo>
                  <a:pt x="8208" y="1411"/>
                </a:lnTo>
                <a:lnTo>
                  <a:pt x="9600" y="0"/>
                </a:lnTo>
                <a:close/>
              </a:path>
            </a:pathLst>
          </a:custGeom>
          <a:solidFill>
            <a:srgbClr val="C5B389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5" name="contour_06343"/>
          <p:cNvSpPr/>
          <p:nvPr/>
        </p:nvSpPr>
        <p:spPr>
          <a:xfrm>
            <a:off x="1628309" y="2185100"/>
            <a:ext cx="102032" cy="523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36"/>
                </a:moveTo>
                <a:lnTo>
                  <a:pt x="2072" y="379"/>
                </a:lnTo>
                <a:lnTo>
                  <a:pt x="3942" y="241"/>
                </a:lnTo>
                <a:lnTo>
                  <a:pt x="5627" y="132"/>
                </a:lnTo>
                <a:lnTo>
                  <a:pt x="7142" y="51"/>
                </a:lnTo>
                <a:lnTo>
                  <a:pt x="8504" y="6"/>
                </a:lnTo>
                <a:lnTo>
                  <a:pt x="9729" y="0"/>
                </a:lnTo>
                <a:lnTo>
                  <a:pt x="10835" y="36"/>
                </a:lnTo>
                <a:lnTo>
                  <a:pt x="11835" y="120"/>
                </a:lnTo>
                <a:lnTo>
                  <a:pt x="12749" y="259"/>
                </a:lnTo>
                <a:lnTo>
                  <a:pt x="13589" y="454"/>
                </a:lnTo>
                <a:lnTo>
                  <a:pt x="14373" y="713"/>
                </a:lnTo>
                <a:lnTo>
                  <a:pt x="15118" y="1035"/>
                </a:lnTo>
                <a:lnTo>
                  <a:pt x="15841" y="1429"/>
                </a:lnTo>
                <a:lnTo>
                  <a:pt x="16555" y="1902"/>
                </a:lnTo>
                <a:lnTo>
                  <a:pt x="17278" y="2449"/>
                </a:lnTo>
                <a:lnTo>
                  <a:pt x="18028" y="3084"/>
                </a:lnTo>
                <a:lnTo>
                  <a:pt x="18818" y="3807"/>
                </a:lnTo>
                <a:lnTo>
                  <a:pt x="19667" y="4622"/>
                </a:lnTo>
                <a:lnTo>
                  <a:pt x="20588" y="5537"/>
                </a:lnTo>
                <a:lnTo>
                  <a:pt x="21600" y="6554"/>
                </a:lnTo>
                <a:lnTo>
                  <a:pt x="21163" y="8257"/>
                </a:lnTo>
                <a:lnTo>
                  <a:pt x="20727" y="9960"/>
                </a:lnTo>
                <a:lnTo>
                  <a:pt x="20289" y="11670"/>
                </a:lnTo>
                <a:lnTo>
                  <a:pt x="19849" y="13385"/>
                </a:lnTo>
                <a:lnTo>
                  <a:pt x="19406" y="15109"/>
                </a:lnTo>
                <a:lnTo>
                  <a:pt x="18962" y="16842"/>
                </a:lnTo>
                <a:lnTo>
                  <a:pt x="18514" y="18591"/>
                </a:lnTo>
                <a:lnTo>
                  <a:pt x="18514" y="16602"/>
                </a:lnTo>
                <a:lnTo>
                  <a:pt x="18514" y="14601"/>
                </a:lnTo>
                <a:lnTo>
                  <a:pt x="18514" y="12572"/>
                </a:lnTo>
                <a:lnTo>
                  <a:pt x="17423" y="12572"/>
                </a:lnTo>
                <a:lnTo>
                  <a:pt x="16331" y="12572"/>
                </a:lnTo>
                <a:lnTo>
                  <a:pt x="15236" y="12572"/>
                </a:lnTo>
                <a:lnTo>
                  <a:pt x="14136" y="12572"/>
                </a:lnTo>
                <a:lnTo>
                  <a:pt x="13031" y="12572"/>
                </a:lnTo>
                <a:lnTo>
                  <a:pt x="11920" y="12572"/>
                </a:lnTo>
                <a:lnTo>
                  <a:pt x="10800" y="12572"/>
                </a:lnTo>
                <a:lnTo>
                  <a:pt x="10800" y="10583"/>
                </a:lnTo>
                <a:lnTo>
                  <a:pt x="10800" y="8582"/>
                </a:lnTo>
                <a:lnTo>
                  <a:pt x="10800" y="6554"/>
                </a:lnTo>
                <a:lnTo>
                  <a:pt x="9709" y="6554"/>
                </a:lnTo>
                <a:lnTo>
                  <a:pt x="8617" y="6554"/>
                </a:lnTo>
                <a:lnTo>
                  <a:pt x="7521" y="6554"/>
                </a:lnTo>
                <a:lnTo>
                  <a:pt x="6421" y="6554"/>
                </a:lnTo>
                <a:lnTo>
                  <a:pt x="5317" y="6554"/>
                </a:lnTo>
                <a:lnTo>
                  <a:pt x="4206" y="6554"/>
                </a:lnTo>
                <a:lnTo>
                  <a:pt x="3086" y="6554"/>
                </a:lnTo>
                <a:lnTo>
                  <a:pt x="3277" y="8417"/>
                </a:lnTo>
                <a:lnTo>
                  <a:pt x="3468" y="10279"/>
                </a:lnTo>
                <a:lnTo>
                  <a:pt x="3660" y="12148"/>
                </a:lnTo>
                <a:lnTo>
                  <a:pt x="3851" y="14020"/>
                </a:lnTo>
                <a:lnTo>
                  <a:pt x="4044" y="15901"/>
                </a:lnTo>
                <a:lnTo>
                  <a:pt x="4238" y="17790"/>
                </a:lnTo>
                <a:lnTo>
                  <a:pt x="4433" y="19689"/>
                </a:lnTo>
                <a:lnTo>
                  <a:pt x="4629" y="21600"/>
                </a:lnTo>
                <a:lnTo>
                  <a:pt x="3609" y="21600"/>
                </a:lnTo>
                <a:lnTo>
                  <a:pt x="2583" y="21600"/>
                </a:lnTo>
                <a:lnTo>
                  <a:pt x="1543" y="21600"/>
                </a:lnTo>
                <a:lnTo>
                  <a:pt x="1390" y="19515"/>
                </a:lnTo>
                <a:lnTo>
                  <a:pt x="1237" y="17426"/>
                </a:lnTo>
                <a:lnTo>
                  <a:pt x="1085" y="15338"/>
                </a:lnTo>
                <a:lnTo>
                  <a:pt x="930" y="13246"/>
                </a:lnTo>
                <a:lnTo>
                  <a:pt x="778" y="11146"/>
                </a:lnTo>
                <a:lnTo>
                  <a:pt x="623" y="9043"/>
                </a:lnTo>
                <a:lnTo>
                  <a:pt x="469" y="6930"/>
                </a:lnTo>
                <a:lnTo>
                  <a:pt x="313" y="4809"/>
                </a:lnTo>
                <a:lnTo>
                  <a:pt x="157" y="2678"/>
                </a:lnTo>
                <a:lnTo>
                  <a:pt x="0" y="536"/>
                </a:lnTo>
                <a:close/>
              </a:path>
            </a:pathLst>
          </a:custGeom>
          <a:solidFill>
            <a:srgbClr val="46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6" name="contour_06344"/>
          <p:cNvSpPr/>
          <p:nvPr/>
        </p:nvSpPr>
        <p:spPr>
          <a:xfrm>
            <a:off x="1706655" y="2128094"/>
            <a:ext cx="52838" cy="64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5" y="0"/>
                </a:moveTo>
                <a:lnTo>
                  <a:pt x="2711" y="0"/>
                </a:lnTo>
                <a:lnTo>
                  <a:pt x="4680" y="0"/>
                </a:lnTo>
                <a:lnTo>
                  <a:pt x="6659" y="0"/>
                </a:lnTo>
                <a:lnTo>
                  <a:pt x="8646" y="0"/>
                </a:lnTo>
                <a:lnTo>
                  <a:pt x="10645" y="0"/>
                </a:lnTo>
                <a:lnTo>
                  <a:pt x="12662" y="0"/>
                </a:lnTo>
                <a:lnTo>
                  <a:pt x="12990" y="1605"/>
                </a:lnTo>
                <a:lnTo>
                  <a:pt x="13318" y="3212"/>
                </a:lnTo>
                <a:lnTo>
                  <a:pt x="13645" y="4819"/>
                </a:lnTo>
                <a:lnTo>
                  <a:pt x="13976" y="6432"/>
                </a:lnTo>
                <a:lnTo>
                  <a:pt x="14307" y="8049"/>
                </a:lnTo>
                <a:lnTo>
                  <a:pt x="14637" y="9673"/>
                </a:lnTo>
                <a:lnTo>
                  <a:pt x="14971" y="11302"/>
                </a:lnTo>
                <a:lnTo>
                  <a:pt x="15305" y="12941"/>
                </a:lnTo>
                <a:lnTo>
                  <a:pt x="15641" y="14590"/>
                </a:lnTo>
                <a:lnTo>
                  <a:pt x="17611" y="14590"/>
                </a:lnTo>
                <a:lnTo>
                  <a:pt x="19592" y="14590"/>
                </a:lnTo>
                <a:lnTo>
                  <a:pt x="21600" y="14590"/>
                </a:lnTo>
                <a:lnTo>
                  <a:pt x="21600" y="16197"/>
                </a:lnTo>
                <a:lnTo>
                  <a:pt x="21600" y="17814"/>
                </a:lnTo>
                <a:lnTo>
                  <a:pt x="21600" y="19453"/>
                </a:lnTo>
                <a:lnTo>
                  <a:pt x="19455" y="20153"/>
                </a:lnTo>
                <a:lnTo>
                  <a:pt x="17512" y="20725"/>
                </a:lnTo>
                <a:lnTo>
                  <a:pt x="15710" y="21157"/>
                </a:lnTo>
                <a:lnTo>
                  <a:pt x="13991" y="21449"/>
                </a:lnTo>
                <a:lnTo>
                  <a:pt x="12293" y="21598"/>
                </a:lnTo>
                <a:lnTo>
                  <a:pt x="10550" y="21600"/>
                </a:lnTo>
                <a:lnTo>
                  <a:pt x="8706" y="21447"/>
                </a:lnTo>
                <a:lnTo>
                  <a:pt x="6700" y="21138"/>
                </a:lnTo>
                <a:lnTo>
                  <a:pt x="4469" y="20669"/>
                </a:lnTo>
                <a:lnTo>
                  <a:pt x="3182" y="19256"/>
                </a:lnTo>
                <a:lnTo>
                  <a:pt x="2154" y="17809"/>
                </a:lnTo>
                <a:lnTo>
                  <a:pt x="1359" y="16328"/>
                </a:lnTo>
                <a:lnTo>
                  <a:pt x="769" y="14813"/>
                </a:lnTo>
                <a:lnTo>
                  <a:pt x="363" y="13269"/>
                </a:lnTo>
                <a:lnTo>
                  <a:pt x="116" y="11696"/>
                </a:lnTo>
                <a:lnTo>
                  <a:pt x="3" y="10094"/>
                </a:lnTo>
                <a:lnTo>
                  <a:pt x="0" y="8467"/>
                </a:lnTo>
                <a:lnTo>
                  <a:pt x="77" y="6816"/>
                </a:lnTo>
                <a:lnTo>
                  <a:pt x="217" y="5143"/>
                </a:lnTo>
                <a:lnTo>
                  <a:pt x="390" y="3448"/>
                </a:lnTo>
                <a:lnTo>
                  <a:pt x="575" y="1731"/>
                </a:lnTo>
                <a:lnTo>
                  <a:pt x="745" y="0"/>
                </a:lnTo>
                <a:close/>
              </a:path>
            </a:pathLst>
          </a:custGeom>
          <a:solidFill>
            <a:srgbClr val="19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7" name="contour_06345"/>
          <p:cNvSpPr/>
          <p:nvPr/>
        </p:nvSpPr>
        <p:spPr>
          <a:xfrm>
            <a:off x="5017225" y="2135382"/>
            <a:ext cx="11660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749" y="404"/>
                </a:lnTo>
                <a:lnTo>
                  <a:pt x="20313" y="700"/>
                </a:lnTo>
                <a:lnTo>
                  <a:pt x="20845" y="1031"/>
                </a:lnTo>
                <a:lnTo>
                  <a:pt x="21600" y="1543"/>
                </a:lnTo>
                <a:lnTo>
                  <a:pt x="20988" y="2322"/>
                </a:lnTo>
                <a:lnTo>
                  <a:pt x="20373" y="3098"/>
                </a:lnTo>
                <a:lnTo>
                  <a:pt x="19756" y="3869"/>
                </a:lnTo>
                <a:lnTo>
                  <a:pt x="19136" y="4639"/>
                </a:lnTo>
                <a:lnTo>
                  <a:pt x="18513" y="5406"/>
                </a:lnTo>
                <a:lnTo>
                  <a:pt x="17888" y="6171"/>
                </a:lnTo>
                <a:lnTo>
                  <a:pt x="17375" y="6835"/>
                </a:lnTo>
                <a:lnTo>
                  <a:pt x="16853" y="7509"/>
                </a:lnTo>
                <a:lnTo>
                  <a:pt x="15738" y="8837"/>
                </a:lnTo>
                <a:lnTo>
                  <a:pt x="14926" y="9740"/>
                </a:lnTo>
                <a:lnTo>
                  <a:pt x="14282" y="10317"/>
                </a:lnTo>
                <a:lnTo>
                  <a:pt x="13673" y="10669"/>
                </a:lnTo>
                <a:lnTo>
                  <a:pt x="12964" y="10893"/>
                </a:lnTo>
                <a:lnTo>
                  <a:pt x="12020" y="11090"/>
                </a:lnTo>
                <a:lnTo>
                  <a:pt x="11271" y="11087"/>
                </a:lnTo>
                <a:lnTo>
                  <a:pt x="10693" y="11072"/>
                </a:lnTo>
                <a:lnTo>
                  <a:pt x="10098" y="11027"/>
                </a:lnTo>
                <a:lnTo>
                  <a:pt x="9296" y="10942"/>
                </a:lnTo>
                <a:lnTo>
                  <a:pt x="8100" y="10800"/>
                </a:lnTo>
                <a:lnTo>
                  <a:pt x="8100" y="11820"/>
                </a:lnTo>
                <a:lnTo>
                  <a:pt x="8100" y="12846"/>
                </a:lnTo>
                <a:lnTo>
                  <a:pt x="8100" y="13886"/>
                </a:lnTo>
                <a:lnTo>
                  <a:pt x="8768" y="14649"/>
                </a:lnTo>
                <a:lnTo>
                  <a:pt x="9439" y="15418"/>
                </a:lnTo>
                <a:lnTo>
                  <a:pt x="10116" y="16189"/>
                </a:lnTo>
                <a:lnTo>
                  <a:pt x="10800" y="16971"/>
                </a:lnTo>
                <a:lnTo>
                  <a:pt x="9909" y="17354"/>
                </a:lnTo>
                <a:lnTo>
                  <a:pt x="9018" y="17735"/>
                </a:lnTo>
                <a:lnTo>
                  <a:pt x="8126" y="18118"/>
                </a:lnTo>
                <a:lnTo>
                  <a:pt x="7232" y="18500"/>
                </a:lnTo>
                <a:lnTo>
                  <a:pt x="6337" y="18885"/>
                </a:lnTo>
                <a:lnTo>
                  <a:pt x="5440" y="19269"/>
                </a:lnTo>
                <a:lnTo>
                  <a:pt x="4541" y="19653"/>
                </a:lnTo>
                <a:lnTo>
                  <a:pt x="3640" y="20040"/>
                </a:lnTo>
                <a:lnTo>
                  <a:pt x="2735" y="20427"/>
                </a:lnTo>
                <a:lnTo>
                  <a:pt x="1828" y="20816"/>
                </a:lnTo>
                <a:lnTo>
                  <a:pt x="915" y="21208"/>
                </a:lnTo>
                <a:lnTo>
                  <a:pt x="0" y="21600"/>
                </a:lnTo>
                <a:lnTo>
                  <a:pt x="0" y="20582"/>
                </a:lnTo>
                <a:lnTo>
                  <a:pt x="0" y="19562"/>
                </a:lnTo>
                <a:lnTo>
                  <a:pt x="0" y="18537"/>
                </a:lnTo>
                <a:lnTo>
                  <a:pt x="0" y="17508"/>
                </a:lnTo>
                <a:lnTo>
                  <a:pt x="0" y="16473"/>
                </a:lnTo>
                <a:lnTo>
                  <a:pt x="0" y="15429"/>
                </a:lnTo>
                <a:lnTo>
                  <a:pt x="360" y="15481"/>
                </a:lnTo>
                <a:lnTo>
                  <a:pt x="752" y="15540"/>
                </a:lnTo>
                <a:lnTo>
                  <a:pt x="1373" y="15631"/>
                </a:lnTo>
                <a:lnTo>
                  <a:pt x="2419" y="15785"/>
                </a:lnTo>
                <a:lnTo>
                  <a:pt x="4086" y="16032"/>
                </a:lnTo>
                <a:lnTo>
                  <a:pt x="4738" y="15733"/>
                </a:lnTo>
                <a:lnTo>
                  <a:pt x="5400" y="15429"/>
                </a:lnTo>
                <a:lnTo>
                  <a:pt x="5563" y="14518"/>
                </a:lnTo>
                <a:lnTo>
                  <a:pt x="5727" y="13610"/>
                </a:lnTo>
                <a:lnTo>
                  <a:pt x="5889" y="12699"/>
                </a:lnTo>
                <a:lnTo>
                  <a:pt x="6049" y="11789"/>
                </a:lnTo>
                <a:lnTo>
                  <a:pt x="6210" y="10879"/>
                </a:lnTo>
                <a:lnTo>
                  <a:pt x="6604" y="9919"/>
                </a:lnTo>
                <a:lnTo>
                  <a:pt x="7094" y="9081"/>
                </a:lnTo>
                <a:lnTo>
                  <a:pt x="7667" y="8348"/>
                </a:lnTo>
                <a:lnTo>
                  <a:pt x="8309" y="7702"/>
                </a:lnTo>
                <a:lnTo>
                  <a:pt x="9011" y="7122"/>
                </a:lnTo>
                <a:lnTo>
                  <a:pt x="9758" y="6591"/>
                </a:lnTo>
                <a:lnTo>
                  <a:pt x="10538" y="6091"/>
                </a:lnTo>
                <a:lnTo>
                  <a:pt x="11340" y="5604"/>
                </a:lnTo>
                <a:lnTo>
                  <a:pt x="12150" y="5110"/>
                </a:lnTo>
                <a:lnTo>
                  <a:pt x="12888" y="4624"/>
                </a:lnTo>
                <a:lnTo>
                  <a:pt x="13627" y="4138"/>
                </a:lnTo>
                <a:lnTo>
                  <a:pt x="14365" y="3652"/>
                </a:lnTo>
                <a:lnTo>
                  <a:pt x="15104" y="3164"/>
                </a:lnTo>
                <a:lnTo>
                  <a:pt x="15760" y="2749"/>
                </a:lnTo>
                <a:lnTo>
                  <a:pt x="16427" y="2328"/>
                </a:lnTo>
                <a:lnTo>
                  <a:pt x="17098" y="1850"/>
                </a:lnTo>
                <a:lnTo>
                  <a:pt x="17578" y="1449"/>
                </a:lnTo>
                <a:lnTo>
                  <a:pt x="18102" y="904"/>
                </a:lnTo>
                <a:lnTo>
                  <a:pt x="18900" y="0"/>
                </a:lnTo>
                <a:close/>
              </a:path>
            </a:pathLst>
          </a:custGeom>
          <a:solidFill>
            <a:srgbClr val="C0E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8" name="contour_06346"/>
          <p:cNvSpPr/>
          <p:nvPr/>
        </p:nvSpPr>
        <p:spPr>
          <a:xfrm>
            <a:off x="1548141" y="2149957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0"/>
                </a:lnTo>
                <a:lnTo>
                  <a:pt x="15813" y="0"/>
                </a:lnTo>
                <a:lnTo>
                  <a:pt x="17248" y="0"/>
                </a:lnTo>
                <a:lnTo>
                  <a:pt x="18688" y="0"/>
                </a:lnTo>
                <a:lnTo>
                  <a:pt x="20138" y="0"/>
                </a:lnTo>
                <a:lnTo>
                  <a:pt x="21600" y="0"/>
                </a:lnTo>
                <a:lnTo>
                  <a:pt x="21600" y="2037"/>
                </a:lnTo>
                <a:lnTo>
                  <a:pt x="21600" y="4076"/>
                </a:lnTo>
                <a:lnTo>
                  <a:pt x="21600" y="6116"/>
                </a:lnTo>
                <a:lnTo>
                  <a:pt x="21600" y="8162"/>
                </a:lnTo>
                <a:lnTo>
                  <a:pt x="21600" y="10214"/>
                </a:lnTo>
                <a:lnTo>
                  <a:pt x="21600" y="12275"/>
                </a:lnTo>
                <a:lnTo>
                  <a:pt x="21600" y="14342"/>
                </a:lnTo>
                <a:lnTo>
                  <a:pt x="21600" y="16422"/>
                </a:lnTo>
                <a:lnTo>
                  <a:pt x="21600" y="18514"/>
                </a:lnTo>
                <a:lnTo>
                  <a:pt x="20174" y="18854"/>
                </a:lnTo>
                <a:lnTo>
                  <a:pt x="18747" y="19193"/>
                </a:lnTo>
                <a:lnTo>
                  <a:pt x="17319" y="19533"/>
                </a:lnTo>
                <a:lnTo>
                  <a:pt x="15887" y="19875"/>
                </a:lnTo>
                <a:lnTo>
                  <a:pt x="14450" y="20218"/>
                </a:lnTo>
                <a:lnTo>
                  <a:pt x="13008" y="20560"/>
                </a:lnTo>
                <a:lnTo>
                  <a:pt x="11560" y="20906"/>
                </a:lnTo>
                <a:lnTo>
                  <a:pt x="10104" y="21251"/>
                </a:lnTo>
                <a:lnTo>
                  <a:pt x="8640" y="21600"/>
                </a:lnTo>
                <a:lnTo>
                  <a:pt x="8819" y="19625"/>
                </a:lnTo>
                <a:lnTo>
                  <a:pt x="8999" y="17635"/>
                </a:lnTo>
                <a:lnTo>
                  <a:pt x="9180" y="15620"/>
                </a:lnTo>
                <a:lnTo>
                  <a:pt x="9182" y="13111"/>
                </a:lnTo>
                <a:lnTo>
                  <a:pt x="9044" y="11460"/>
                </a:lnTo>
                <a:lnTo>
                  <a:pt x="8640" y="9257"/>
                </a:lnTo>
                <a:lnTo>
                  <a:pt x="7255" y="8304"/>
                </a:lnTo>
                <a:lnTo>
                  <a:pt x="5864" y="7582"/>
                </a:lnTo>
                <a:lnTo>
                  <a:pt x="4452" y="7051"/>
                </a:lnTo>
                <a:lnTo>
                  <a:pt x="3009" y="6668"/>
                </a:lnTo>
                <a:lnTo>
                  <a:pt x="1529" y="6387"/>
                </a:lnTo>
                <a:lnTo>
                  <a:pt x="0" y="6171"/>
                </a:lnTo>
                <a:lnTo>
                  <a:pt x="1585" y="5227"/>
                </a:lnTo>
                <a:lnTo>
                  <a:pt x="2998" y="4490"/>
                </a:lnTo>
                <a:lnTo>
                  <a:pt x="4311" y="3974"/>
                </a:lnTo>
                <a:lnTo>
                  <a:pt x="5605" y="3694"/>
                </a:lnTo>
                <a:lnTo>
                  <a:pt x="6955" y="3669"/>
                </a:lnTo>
                <a:lnTo>
                  <a:pt x="8437" y="3910"/>
                </a:lnTo>
                <a:lnTo>
                  <a:pt x="10126" y="4437"/>
                </a:lnTo>
                <a:lnTo>
                  <a:pt x="11532" y="5298"/>
                </a:lnTo>
                <a:lnTo>
                  <a:pt x="12960" y="6171"/>
                </a:lnTo>
                <a:lnTo>
                  <a:pt x="12960" y="4132"/>
                </a:lnTo>
                <a:lnTo>
                  <a:pt x="12960" y="2080"/>
                </a:lnTo>
                <a:lnTo>
                  <a:pt x="12960" y="0"/>
                </a:lnTo>
                <a:close/>
              </a:path>
            </a:pathLst>
          </a:custGeom>
          <a:solidFill>
            <a:srgbClr val="D2AE65"/>
          </a:solidFill>
          <a:ln>
            <a:noFill/>
          </a:ln>
        </p:spPr>
        <p:txBody>
          <a:bodyPr/>
          <a:lstStyle/>
          <a:p/>
        </p:txBody>
      </p:sp>
      <p:sp>
        <p:nvSpPr>
          <p:cNvPr id="6349" name="contour_06347"/>
          <p:cNvSpPr/>
          <p:nvPr/>
        </p:nvSpPr>
        <p:spPr>
          <a:xfrm>
            <a:off x="10089667" y="2113518"/>
            <a:ext cx="11660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10213" y="320"/>
                </a:lnTo>
                <a:lnTo>
                  <a:pt x="12007" y="605"/>
                </a:lnTo>
                <a:lnTo>
                  <a:pt x="13516" y="890"/>
                </a:lnTo>
                <a:lnTo>
                  <a:pt x="14774" y="1188"/>
                </a:lnTo>
                <a:lnTo>
                  <a:pt x="15813" y="1525"/>
                </a:lnTo>
                <a:lnTo>
                  <a:pt x="16666" y="1931"/>
                </a:lnTo>
                <a:lnTo>
                  <a:pt x="17366" y="2419"/>
                </a:lnTo>
                <a:lnTo>
                  <a:pt x="17948" y="3015"/>
                </a:lnTo>
                <a:lnTo>
                  <a:pt x="18442" y="3745"/>
                </a:lnTo>
                <a:lnTo>
                  <a:pt x="18884" y="4631"/>
                </a:lnTo>
                <a:lnTo>
                  <a:pt x="19305" y="5698"/>
                </a:lnTo>
                <a:lnTo>
                  <a:pt x="19738" y="6964"/>
                </a:lnTo>
                <a:lnTo>
                  <a:pt x="20219" y="8454"/>
                </a:lnTo>
                <a:lnTo>
                  <a:pt x="20586" y="11055"/>
                </a:lnTo>
                <a:lnTo>
                  <a:pt x="20906" y="13608"/>
                </a:lnTo>
                <a:lnTo>
                  <a:pt x="21182" y="16174"/>
                </a:lnTo>
                <a:lnTo>
                  <a:pt x="21412" y="18818"/>
                </a:lnTo>
                <a:lnTo>
                  <a:pt x="21600" y="21600"/>
                </a:lnTo>
                <a:lnTo>
                  <a:pt x="20820" y="20978"/>
                </a:lnTo>
                <a:lnTo>
                  <a:pt x="20034" y="20347"/>
                </a:lnTo>
                <a:lnTo>
                  <a:pt x="19238" y="19708"/>
                </a:lnTo>
                <a:lnTo>
                  <a:pt x="18490" y="19142"/>
                </a:lnTo>
                <a:lnTo>
                  <a:pt x="17730" y="18563"/>
                </a:lnTo>
                <a:lnTo>
                  <a:pt x="16963" y="17915"/>
                </a:lnTo>
                <a:lnTo>
                  <a:pt x="16369" y="17366"/>
                </a:lnTo>
                <a:lnTo>
                  <a:pt x="15752" y="16718"/>
                </a:lnTo>
                <a:lnTo>
                  <a:pt x="14916" y="15768"/>
                </a:lnTo>
                <a:lnTo>
                  <a:pt x="13669" y="14308"/>
                </a:lnTo>
                <a:lnTo>
                  <a:pt x="12716" y="13686"/>
                </a:lnTo>
                <a:lnTo>
                  <a:pt x="11772" y="13409"/>
                </a:lnTo>
                <a:lnTo>
                  <a:pt x="10835" y="13444"/>
                </a:lnTo>
                <a:lnTo>
                  <a:pt x="9906" y="13751"/>
                </a:lnTo>
                <a:lnTo>
                  <a:pt x="8984" y="14295"/>
                </a:lnTo>
                <a:lnTo>
                  <a:pt x="8070" y="15038"/>
                </a:lnTo>
                <a:lnTo>
                  <a:pt x="7162" y="15941"/>
                </a:lnTo>
                <a:lnTo>
                  <a:pt x="6259" y="16969"/>
                </a:lnTo>
                <a:lnTo>
                  <a:pt x="5362" y="18088"/>
                </a:lnTo>
                <a:lnTo>
                  <a:pt x="4470" y="19254"/>
                </a:lnTo>
                <a:lnTo>
                  <a:pt x="3583" y="20438"/>
                </a:lnTo>
                <a:lnTo>
                  <a:pt x="2700" y="21600"/>
                </a:lnTo>
                <a:lnTo>
                  <a:pt x="2318" y="19155"/>
                </a:lnTo>
                <a:lnTo>
                  <a:pt x="1936" y="16710"/>
                </a:lnTo>
                <a:lnTo>
                  <a:pt x="1553" y="14256"/>
                </a:lnTo>
                <a:lnTo>
                  <a:pt x="1168" y="11794"/>
                </a:lnTo>
                <a:lnTo>
                  <a:pt x="780" y="9318"/>
                </a:lnTo>
                <a:lnTo>
                  <a:pt x="391" y="6830"/>
                </a:lnTo>
                <a:lnTo>
                  <a:pt x="0" y="4320"/>
                </a:lnTo>
                <a:lnTo>
                  <a:pt x="408" y="4536"/>
                </a:lnTo>
                <a:lnTo>
                  <a:pt x="782" y="4739"/>
                </a:lnTo>
                <a:lnTo>
                  <a:pt x="1191" y="4955"/>
                </a:lnTo>
                <a:lnTo>
                  <a:pt x="1701" y="5227"/>
                </a:lnTo>
                <a:lnTo>
                  <a:pt x="2379" y="5590"/>
                </a:lnTo>
                <a:lnTo>
                  <a:pt x="3291" y="6074"/>
                </a:lnTo>
                <a:lnTo>
                  <a:pt x="4504" y="6722"/>
                </a:lnTo>
                <a:lnTo>
                  <a:pt x="6084" y="7564"/>
                </a:lnTo>
                <a:lnTo>
                  <a:pt x="8100" y="8640"/>
                </a:lnTo>
                <a:lnTo>
                  <a:pt x="8100" y="5784"/>
                </a:lnTo>
                <a:lnTo>
                  <a:pt x="8100" y="2912"/>
                </a:lnTo>
                <a:lnTo>
                  <a:pt x="8100" y="0"/>
                </a:lnTo>
                <a:close/>
              </a:path>
            </a:pathLst>
          </a:custGeom>
          <a:solidFill>
            <a:srgbClr val="606264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0" name="contour_06348"/>
          <p:cNvSpPr/>
          <p:nvPr/>
        </p:nvSpPr>
        <p:spPr>
          <a:xfrm>
            <a:off x="7473278" y="2135024"/>
            <a:ext cx="72880" cy="87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88"/>
                </a:moveTo>
                <a:lnTo>
                  <a:pt x="10800" y="1273"/>
                </a:lnTo>
                <a:lnTo>
                  <a:pt x="10800" y="2465"/>
                </a:lnTo>
                <a:lnTo>
                  <a:pt x="10800" y="3673"/>
                </a:lnTo>
                <a:lnTo>
                  <a:pt x="12213" y="4109"/>
                </a:lnTo>
                <a:lnTo>
                  <a:pt x="13247" y="4371"/>
                </a:lnTo>
                <a:lnTo>
                  <a:pt x="14407" y="4564"/>
                </a:lnTo>
                <a:lnTo>
                  <a:pt x="16200" y="4794"/>
                </a:lnTo>
                <a:lnTo>
                  <a:pt x="17708" y="4996"/>
                </a:lnTo>
                <a:lnTo>
                  <a:pt x="19237" y="5201"/>
                </a:lnTo>
                <a:lnTo>
                  <a:pt x="20410" y="5333"/>
                </a:lnTo>
                <a:lnTo>
                  <a:pt x="21600" y="5466"/>
                </a:lnTo>
                <a:lnTo>
                  <a:pt x="20058" y="6421"/>
                </a:lnTo>
                <a:lnTo>
                  <a:pt x="18714" y="7194"/>
                </a:lnTo>
                <a:lnTo>
                  <a:pt x="17498" y="7802"/>
                </a:lnTo>
                <a:lnTo>
                  <a:pt x="16332" y="8262"/>
                </a:lnTo>
                <a:lnTo>
                  <a:pt x="15142" y="8598"/>
                </a:lnTo>
                <a:lnTo>
                  <a:pt x="13852" y="8825"/>
                </a:lnTo>
                <a:lnTo>
                  <a:pt x="12388" y="8963"/>
                </a:lnTo>
                <a:lnTo>
                  <a:pt x="10677" y="9033"/>
                </a:lnTo>
                <a:lnTo>
                  <a:pt x="8640" y="9051"/>
                </a:lnTo>
                <a:lnTo>
                  <a:pt x="8878" y="10234"/>
                </a:lnTo>
                <a:lnTo>
                  <a:pt x="9115" y="11419"/>
                </a:lnTo>
                <a:lnTo>
                  <a:pt x="9353" y="12604"/>
                </a:lnTo>
                <a:lnTo>
                  <a:pt x="9593" y="13793"/>
                </a:lnTo>
                <a:lnTo>
                  <a:pt x="9832" y="14985"/>
                </a:lnTo>
                <a:lnTo>
                  <a:pt x="10072" y="16183"/>
                </a:lnTo>
                <a:lnTo>
                  <a:pt x="10314" y="17384"/>
                </a:lnTo>
                <a:lnTo>
                  <a:pt x="10556" y="18592"/>
                </a:lnTo>
                <a:lnTo>
                  <a:pt x="10800" y="19807"/>
                </a:lnTo>
                <a:lnTo>
                  <a:pt x="9374" y="20103"/>
                </a:lnTo>
                <a:lnTo>
                  <a:pt x="7947" y="20399"/>
                </a:lnTo>
                <a:lnTo>
                  <a:pt x="6512" y="20696"/>
                </a:lnTo>
                <a:lnTo>
                  <a:pt x="5072" y="20996"/>
                </a:lnTo>
                <a:lnTo>
                  <a:pt x="3622" y="21297"/>
                </a:lnTo>
                <a:lnTo>
                  <a:pt x="2160" y="21600"/>
                </a:lnTo>
                <a:lnTo>
                  <a:pt x="2160" y="20417"/>
                </a:lnTo>
                <a:lnTo>
                  <a:pt x="2160" y="19232"/>
                </a:lnTo>
                <a:lnTo>
                  <a:pt x="2160" y="18042"/>
                </a:lnTo>
                <a:lnTo>
                  <a:pt x="2160" y="16846"/>
                </a:lnTo>
                <a:lnTo>
                  <a:pt x="2160" y="15643"/>
                </a:lnTo>
                <a:lnTo>
                  <a:pt x="2160" y="14429"/>
                </a:lnTo>
                <a:lnTo>
                  <a:pt x="3588" y="14429"/>
                </a:lnTo>
                <a:lnTo>
                  <a:pt x="5024" y="14429"/>
                </a:lnTo>
                <a:lnTo>
                  <a:pt x="6480" y="14429"/>
                </a:lnTo>
                <a:lnTo>
                  <a:pt x="6292" y="13307"/>
                </a:lnTo>
                <a:lnTo>
                  <a:pt x="6091" y="12187"/>
                </a:lnTo>
                <a:lnTo>
                  <a:pt x="5884" y="11066"/>
                </a:lnTo>
                <a:lnTo>
                  <a:pt x="5670" y="9948"/>
                </a:lnTo>
                <a:lnTo>
                  <a:pt x="5443" y="8696"/>
                </a:lnTo>
                <a:lnTo>
                  <a:pt x="5214" y="7427"/>
                </a:lnTo>
                <a:lnTo>
                  <a:pt x="4769" y="6454"/>
                </a:lnTo>
                <a:lnTo>
                  <a:pt x="4320" y="5466"/>
                </a:lnTo>
                <a:lnTo>
                  <a:pt x="2892" y="5466"/>
                </a:lnTo>
                <a:lnTo>
                  <a:pt x="1456" y="5466"/>
                </a:lnTo>
                <a:lnTo>
                  <a:pt x="0" y="5466"/>
                </a:lnTo>
                <a:lnTo>
                  <a:pt x="0" y="4281"/>
                </a:lnTo>
                <a:lnTo>
                  <a:pt x="0" y="3089"/>
                </a:lnTo>
                <a:lnTo>
                  <a:pt x="0" y="1881"/>
                </a:lnTo>
                <a:lnTo>
                  <a:pt x="1264" y="1178"/>
                </a:lnTo>
                <a:lnTo>
                  <a:pt x="2532" y="669"/>
                </a:lnTo>
                <a:lnTo>
                  <a:pt x="3815" y="324"/>
                </a:lnTo>
                <a:lnTo>
                  <a:pt x="5121" y="118"/>
                </a:lnTo>
                <a:lnTo>
                  <a:pt x="6463" y="18"/>
                </a:lnTo>
                <a:lnTo>
                  <a:pt x="7849" y="0"/>
                </a:lnTo>
                <a:lnTo>
                  <a:pt x="9292" y="32"/>
                </a:lnTo>
                <a:lnTo>
                  <a:pt x="10800" y="88"/>
                </a:lnTo>
                <a:close/>
              </a:path>
            </a:pathLst>
          </a:custGeom>
          <a:solidFill>
            <a:srgbClr val="E3E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1" name="contour_06349"/>
          <p:cNvSpPr/>
          <p:nvPr/>
        </p:nvSpPr>
        <p:spPr>
          <a:xfrm>
            <a:off x="1067133" y="2098942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697"/>
                </a:lnTo>
                <a:lnTo>
                  <a:pt x="21600" y="3396"/>
                </a:lnTo>
                <a:lnTo>
                  <a:pt x="21600" y="5100"/>
                </a:lnTo>
                <a:lnTo>
                  <a:pt x="21600" y="6811"/>
                </a:lnTo>
                <a:lnTo>
                  <a:pt x="21600" y="8530"/>
                </a:lnTo>
                <a:lnTo>
                  <a:pt x="21600" y="10258"/>
                </a:lnTo>
                <a:lnTo>
                  <a:pt x="21600" y="12000"/>
                </a:lnTo>
                <a:lnTo>
                  <a:pt x="20460" y="11803"/>
                </a:lnTo>
                <a:lnTo>
                  <a:pt x="19313" y="11602"/>
                </a:lnTo>
                <a:lnTo>
                  <a:pt x="18149" y="11400"/>
                </a:lnTo>
                <a:lnTo>
                  <a:pt x="16910" y="11597"/>
                </a:lnTo>
                <a:lnTo>
                  <a:pt x="15665" y="11798"/>
                </a:lnTo>
                <a:lnTo>
                  <a:pt x="14400" y="12000"/>
                </a:lnTo>
                <a:lnTo>
                  <a:pt x="13745" y="13550"/>
                </a:lnTo>
                <a:lnTo>
                  <a:pt x="13226" y="15113"/>
                </a:lnTo>
                <a:lnTo>
                  <a:pt x="12816" y="16694"/>
                </a:lnTo>
                <a:lnTo>
                  <a:pt x="12492" y="18300"/>
                </a:lnTo>
                <a:lnTo>
                  <a:pt x="12228" y="19932"/>
                </a:lnTo>
                <a:lnTo>
                  <a:pt x="12000" y="21600"/>
                </a:lnTo>
                <a:lnTo>
                  <a:pt x="12000" y="20016"/>
                </a:lnTo>
                <a:lnTo>
                  <a:pt x="12000" y="18430"/>
                </a:lnTo>
                <a:lnTo>
                  <a:pt x="12000" y="16836"/>
                </a:lnTo>
                <a:lnTo>
                  <a:pt x="12000" y="15235"/>
                </a:lnTo>
                <a:lnTo>
                  <a:pt x="12000" y="13625"/>
                </a:lnTo>
                <a:lnTo>
                  <a:pt x="12000" y="12000"/>
                </a:lnTo>
                <a:lnTo>
                  <a:pt x="10303" y="12000"/>
                </a:lnTo>
                <a:lnTo>
                  <a:pt x="8604" y="12000"/>
                </a:lnTo>
                <a:lnTo>
                  <a:pt x="6900" y="12000"/>
                </a:lnTo>
                <a:lnTo>
                  <a:pt x="5189" y="12000"/>
                </a:lnTo>
                <a:lnTo>
                  <a:pt x="3470" y="12000"/>
                </a:lnTo>
                <a:lnTo>
                  <a:pt x="1742" y="12000"/>
                </a:lnTo>
                <a:lnTo>
                  <a:pt x="0" y="12000"/>
                </a:lnTo>
                <a:lnTo>
                  <a:pt x="0" y="10416"/>
                </a:lnTo>
                <a:lnTo>
                  <a:pt x="0" y="8830"/>
                </a:lnTo>
                <a:lnTo>
                  <a:pt x="0" y="7236"/>
                </a:lnTo>
                <a:lnTo>
                  <a:pt x="0" y="5635"/>
                </a:lnTo>
                <a:lnTo>
                  <a:pt x="0" y="4025"/>
                </a:lnTo>
                <a:lnTo>
                  <a:pt x="0" y="2400"/>
                </a:lnTo>
                <a:lnTo>
                  <a:pt x="1574" y="2201"/>
                </a:lnTo>
                <a:lnTo>
                  <a:pt x="3149" y="1999"/>
                </a:lnTo>
                <a:lnTo>
                  <a:pt x="4726" y="1800"/>
                </a:lnTo>
                <a:lnTo>
                  <a:pt x="6300" y="1598"/>
                </a:lnTo>
                <a:lnTo>
                  <a:pt x="7877" y="1399"/>
                </a:lnTo>
                <a:lnTo>
                  <a:pt x="9451" y="1200"/>
                </a:lnTo>
                <a:lnTo>
                  <a:pt x="10798" y="1027"/>
                </a:lnTo>
                <a:lnTo>
                  <a:pt x="12163" y="852"/>
                </a:lnTo>
                <a:lnTo>
                  <a:pt x="15026" y="492"/>
                </a:lnTo>
                <a:lnTo>
                  <a:pt x="17023" y="252"/>
                </a:lnTo>
                <a:lnTo>
                  <a:pt x="18418" y="106"/>
                </a:lnTo>
                <a:lnTo>
                  <a:pt x="19469" y="31"/>
                </a:lnTo>
                <a:lnTo>
                  <a:pt x="20443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1D1B1C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2" name="contour_06350"/>
          <p:cNvSpPr/>
          <p:nvPr/>
        </p:nvSpPr>
        <p:spPr>
          <a:xfrm>
            <a:off x="775614" y="2084169"/>
            <a:ext cx="51016" cy="58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3"/>
                </a:moveTo>
                <a:lnTo>
                  <a:pt x="21600" y="1849"/>
                </a:lnTo>
                <a:lnTo>
                  <a:pt x="21600" y="3625"/>
                </a:lnTo>
                <a:lnTo>
                  <a:pt x="21600" y="5403"/>
                </a:lnTo>
                <a:lnTo>
                  <a:pt x="21600" y="7185"/>
                </a:lnTo>
                <a:lnTo>
                  <a:pt x="21600" y="8969"/>
                </a:lnTo>
                <a:lnTo>
                  <a:pt x="21600" y="10756"/>
                </a:lnTo>
                <a:lnTo>
                  <a:pt x="21600" y="12548"/>
                </a:lnTo>
                <a:lnTo>
                  <a:pt x="21600" y="14345"/>
                </a:lnTo>
                <a:lnTo>
                  <a:pt x="21600" y="16148"/>
                </a:lnTo>
                <a:lnTo>
                  <a:pt x="21600" y="17956"/>
                </a:lnTo>
                <a:lnTo>
                  <a:pt x="21600" y="19776"/>
                </a:lnTo>
                <a:lnTo>
                  <a:pt x="21600" y="21600"/>
                </a:lnTo>
                <a:lnTo>
                  <a:pt x="17388" y="21210"/>
                </a:lnTo>
                <a:lnTo>
                  <a:pt x="14077" y="20871"/>
                </a:lnTo>
                <a:lnTo>
                  <a:pt x="11519" y="20540"/>
                </a:lnTo>
                <a:lnTo>
                  <a:pt x="9569" y="20177"/>
                </a:lnTo>
                <a:lnTo>
                  <a:pt x="8078" y="19735"/>
                </a:lnTo>
                <a:lnTo>
                  <a:pt x="6900" y="19175"/>
                </a:lnTo>
                <a:lnTo>
                  <a:pt x="5888" y="18449"/>
                </a:lnTo>
                <a:lnTo>
                  <a:pt x="4894" y="17518"/>
                </a:lnTo>
                <a:lnTo>
                  <a:pt x="3774" y="16334"/>
                </a:lnTo>
                <a:lnTo>
                  <a:pt x="2904" y="14719"/>
                </a:lnTo>
                <a:lnTo>
                  <a:pt x="2092" y="13110"/>
                </a:lnTo>
                <a:lnTo>
                  <a:pt x="1339" y="11485"/>
                </a:lnTo>
                <a:lnTo>
                  <a:pt x="642" y="9835"/>
                </a:lnTo>
                <a:lnTo>
                  <a:pt x="0" y="8145"/>
                </a:lnTo>
                <a:lnTo>
                  <a:pt x="2040" y="8145"/>
                </a:lnTo>
                <a:lnTo>
                  <a:pt x="4092" y="8145"/>
                </a:lnTo>
                <a:lnTo>
                  <a:pt x="6171" y="8145"/>
                </a:lnTo>
                <a:lnTo>
                  <a:pt x="6171" y="6367"/>
                </a:lnTo>
                <a:lnTo>
                  <a:pt x="6171" y="4577"/>
                </a:lnTo>
                <a:lnTo>
                  <a:pt x="6171" y="2764"/>
                </a:lnTo>
                <a:lnTo>
                  <a:pt x="8041" y="1644"/>
                </a:lnTo>
                <a:lnTo>
                  <a:pt x="9791" y="866"/>
                </a:lnTo>
                <a:lnTo>
                  <a:pt x="11485" y="374"/>
                </a:lnTo>
                <a:lnTo>
                  <a:pt x="13198" y="105"/>
                </a:lnTo>
                <a:lnTo>
                  <a:pt x="14993" y="3"/>
                </a:lnTo>
                <a:lnTo>
                  <a:pt x="16947" y="0"/>
                </a:lnTo>
                <a:lnTo>
                  <a:pt x="19125" y="46"/>
                </a:lnTo>
                <a:lnTo>
                  <a:pt x="21600" y="73"/>
                </a:lnTo>
                <a:close/>
              </a:path>
            </a:pathLst>
          </a:custGeom>
          <a:solidFill>
            <a:srgbClr val="0A0A09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3" name="contour_06351"/>
          <p:cNvSpPr/>
          <p:nvPr/>
        </p:nvSpPr>
        <p:spPr>
          <a:xfrm>
            <a:off x="1978132" y="2055214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3" y="214"/>
                </a:lnTo>
                <a:lnTo>
                  <a:pt x="3329" y="428"/>
                </a:lnTo>
                <a:lnTo>
                  <a:pt x="4994" y="642"/>
                </a:lnTo>
                <a:lnTo>
                  <a:pt x="6662" y="858"/>
                </a:lnTo>
                <a:lnTo>
                  <a:pt x="8338" y="1071"/>
                </a:lnTo>
                <a:lnTo>
                  <a:pt x="10015" y="1287"/>
                </a:lnTo>
                <a:lnTo>
                  <a:pt x="11700" y="1503"/>
                </a:lnTo>
                <a:lnTo>
                  <a:pt x="13392" y="1722"/>
                </a:lnTo>
                <a:lnTo>
                  <a:pt x="15091" y="1940"/>
                </a:lnTo>
                <a:lnTo>
                  <a:pt x="16800" y="2160"/>
                </a:lnTo>
                <a:lnTo>
                  <a:pt x="16800" y="3586"/>
                </a:lnTo>
                <a:lnTo>
                  <a:pt x="16800" y="5013"/>
                </a:lnTo>
                <a:lnTo>
                  <a:pt x="16800" y="6448"/>
                </a:lnTo>
                <a:lnTo>
                  <a:pt x="16800" y="7888"/>
                </a:lnTo>
                <a:lnTo>
                  <a:pt x="16800" y="9338"/>
                </a:lnTo>
                <a:lnTo>
                  <a:pt x="16800" y="10800"/>
                </a:lnTo>
                <a:lnTo>
                  <a:pt x="18386" y="10800"/>
                </a:lnTo>
                <a:lnTo>
                  <a:pt x="19982" y="10800"/>
                </a:lnTo>
                <a:lnTo>
                  <a:pt x="21600" y="10800"/>
                </a:lnTo>
                <a:lnTo>
                  <a:pt x="21600" y="12228"/>
                </a:lnTo>
                <a:lnTo>
                  <a:pt x="21600" y="13664"/>
                </a:lnTo>
                <a:lnTo>
                  <a:pt x="21600" y="15120"/>
                </a:lnTo>
                <a:lnTo>
                  <a:pt x="20014" y="15120"/>
                </a:lnTo>
                <a:lnTo>
                  <a:pt x="18418" y="15120"/>
                </a:lnTo>
                <a:lnTo>
                  <a:pt x="16800" y="15120"/>
                </a:lnTo>
                <a:lnTo>
                  <a:pt x="16404" y="16191"/>
                </a:lnTo>
                <a:lnTo>
                  <a:pt x="16006" y="17267"/>
                </a:lnTo>
                <a:lnTo>
                  <a:pt x="15600" y="18360"/>
                </a:lnTo>
                <a:lnTo>
                  <a:pt x="15204" y="19431"/>
                </a:lnTo>
                <a:lnTo>
                  <a:pt x="14806" y="20507"/>
                </a:lnTo>
                <a:lnTo>
                  <a:pt x="14400" y="21600"/>
                </a:lnTo>
                <a:lnTo>
                  <a:pt x="12814" y="21600"/>
                </a:lnTo>
                <a:lnTo>
                  <a:pt x="11218" y="21600"/>
                </a:lnTo>
                <a:lnTo>
                  <a:pt x="9600" y="21600"/>
                </a:lnTo>
                <a:lnTo>
                  <a:pt x="8933" y="20226"/>
                </a:lnTo>
                <a:lnTo>
                  <a:pt x="8474" y="19209"/>
                </a:lnTo>
                <a:lnTo>
                  <a:pt x="8110" y="18243"/>
                </a:lnTo>
                <a:lnTo>
                  <a:pt x="7723" y="17027"/>
                </a:lnTo>
                <a:lnTo>
                  <a:pt x="7200" y="15254"/>
                </a:lnTo>
                <a:lnTo>
                  <a:pt x="6677" y="13489"/>
                </a:lnTo>
                <a:lnTo>
                  <a:pt x="6290" y="12262"/>
                </a:lnTo>
                <a:lnTo>
                  <a:pt x="5926" y="11256"/>
                </a:lnTo>
                <a:lnTo>
                  <a:pt x="5467" y="10154"/>
                </a:lnTo>
                <a:lnTo>
                  <a:pt x="4800" y="8640"/>
                </a:lnTo>
                <a:lnTo>
                  <a:pt x="3535" y="8100"/>
                </a:lnTo>
                <a:lnTo>
                  <a:pt x="2251" y="7551"/>
                </a:lnTo>
                <a:lnTo>
                  <a:pt x="1133" y="7020"/>
                </a:lnTo>
                <a:lnTo>
                  <a:pt x="0" y="6480"/>
                </a:lnTo>
                <a:lnTo>
                  <a:pt x="0" y="5197"/>
                </a:lnTo>
                <a:lnTo>
                  <a:pt x="0" y="3910"/>
                </a:lnTo>
                <a:lnTo>
                  <a:pt x="0" y="2618"/>
                </a:lnTo>
                <a:lnTo>
                  <a:pt x="0" y="1315"/>
                </a:lnTo>
                <a:lnTo>
                  <a:pt x="0" y="0"/>
                </a:lnTo>
                <a:close/>
              </a:path>
            </a:pathLst>
          </a:custGeom>
          <a:solidFill>
            <a:srgbClr val="57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4" name="contour_06352"/>
          <p:cNvSpPr/>
          <p:nvPr/>
        </p:nvSpPr>
        <p:spPr>
          <a:xfrm>
            <a:off x="10009499" y="2004198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650" y="1510"/>
                </a:lnTo>
                <a:lnTo>
                  <a:pt x="18410" y="3036"/>
                </a:lnTo>
                <a:lnTo>
                  <a:pt x="19092" y="4582"/>
                </a:lnTo>
                <a:lnTo>
                  <a:pt x="19690" y="6149"/>
                </a:lnTo>
                <a:lnTo>
                  <a:pt x="20213" y="7740"/>
                </a:lnTo>
                <a:lnTo>
                  <a:pt x="20662" y="9360"/>
                </a:lnTo>
                <a:lnTo>
                  <a:pt x="21041" y="11006"/>
                </a:lnTo>
                <a:lnTo>
                  <a:pt x="21353" y="12686"/>
                </a:lnTo>
                <a:lnTo>
                  <a:pt x="21600" y="14400"/>
                </a:lnTo>
                <a:lnTo>
                  <a:pt x="20316" y="15859"/>
                </a:lnTo>
                <a:lnTo>
                  <a:pt x="19334" y="16879"/>
                </a:lnTo>
                <a:lnTo>
                  <a:pt x="18451" y="17590"/>
                </a:lnTo>
                <a:lnTo>
                  <a:pt x="17467" y="18122"/>
                </a:lnTo>
                <a:lnTo>
                  <a:pt x="16183" y="18617"/>
                </a:lnTo>
                <a:lnTo>
                  <a:pt x="14400" y="19200"/>
                </a:lnTo>
                <a:lnTo>
                  <a:pt x="12722" y="18655"/>
                </a:lnTo>
                <a:lnTo>
                  <a:pt x="11662" y="18226"/>
                </a:lnTo>
                <a:lnTo>
                  <a:pt x="10771" y="17681"/>
                </a:lnTo>
                <a:lnTo>
                  <a:pt x="9600" y="16800"/>
                </a:lnTo>
                <a:lnTo>
                  <a:pt x="9600" y="18386"/>
                </a:lnTo>
                <a:lnTo>
                  <a:pt x="9600" y="19982"/>
                </a:lnTo>
                <a:lnTo>
                  <a:pt x="9600" y="21600"/>
                </a:lnTo>
                <a:lnTo>
                  <a:pt x="8395" y="21086"/>
                </a:lnTo>
                <a:lnTo>
                  <a:pt x="7193" y="20566"/>
                </a:lnTo>
                <a:lnTo>
                  <a:pt x="5995" y="20035"/>
                </a:lnTo>
                <a:lnTo>
                  <a:pt x="4800" y="19500"/>
                </a:lnTo>
                <a:lnTo>
                  <a:pt x="3461" y="18914"/>
                </a:lnTo>
                <a:lnTo>
                  <a:pt x="2100" y="18319"/>
                </a:lnTo>
                <a:lnTo>
                  <a:pt x="1056" y="17566"/>
                </a:lnTo>
                <a:lnTo>
                  <a:pt x="0" y="16800"/>
                </a:lnTo>
                <a:lnTo>
                  <a:pt x="0" y="15214"/>
                </a:lnTo>
                <a:lnTo>
                  <a:pt x="0" y="13618"/>
                </a:lnTo>
                <a:lnTo>
                  <a:pt x="0" y="12000"/>
                </a:lnTo>
                <a:lnTo>
                  <a:pt x="1255" y="11102"/>
                </a:lnTo>
                <a:lnTo>
                  <a:pt x="2174" y="10524"/>
                </a:lnTo>
                <a:lnTo>
                  <a:pt x="3206" y="10006"/>
                </a:lnTo>
                <a:lnTo>
                  <a:pt x="4800" y="9300"/>
                </a:lnTo>
                <a:lnTo>
                  <a:pt x="6139" y="8695"/>
                </a:lnTo>
                <a:lnTo>
                  <a:pt x="7500" y="8081"/>
                </a:lnTo>
                <a:lnTo>
                  <a:pt x="8544" y="7644"/>
                </a:lnTo>
                <a:lnTo>
                  <a:pt x="9600" y="7200"/>
                </a:lnTo>
                <a:lnTo>
                  <a:pt x="8014" y="7200"/>
                </a:lnTo>
                <a:lnTo>
                  <a:pt x="6418" y="7200"/>
                </a:lnTo>
                <a:lnTo>
                  <a:pt x="4800" y="7200"/>
                </a:lnTo>
                <a:lnTo>
                  <a:pt x="4800" y="5614"/>
                </a:lnTo>
                <a:lnTo>
                  <a:pt x="4800" y="4018"/>
                </a:lnTo>
                <a:lnTo>
                  <a:pt x="4800" y="2400"/>
                </a:lnTo>
                <a:lnTo>
                  <a:pt x="6353" y="1738"/>
                </a:lnTo>
                <a:lnTo>
                  <a:pt x="7817" y="1202"/>
                </a:lnTo>
                <a:lnTo>
                  <a:pt x="9230" y="785"/>
                </a:lnTo>
                <a:lnTo>
                  <a:pt x="10630" y="468"/>
                </a:lnTo>
                <a:lnTo>
                  <a:pt x="12050" y="245"/>
                </a:lnTo>
                <a:lnTo>
                  <a:pt x="13526" y="101"/>
                </a:lnTo>
                <a:lnTo>
                  <a:pt x="15098" y="24"/>
                </a:lnTo>
                <a:lnTo>
                  <a:pt x="16800" y="0"/>
                </a:lnTo>
                <a:close/>
              </a:path>
            </a:pathLst>
          </a:custGeom>
          <a:solidFill>
            <a:srgbClr val="76756F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5" name="contour_06353"/>
          <p:cNvSpPr/>
          <p:nvPr/>
        </p:nvSpPr>
        <p:spPr>
          <a:xfrm>
            <a:off x="6999559" y="1996910"/>
            <a:ext cx="7298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14" y="0"/>
                </a:moveTo>
                <a:lnTo>
                  <a:pt x="5812" y="70"/>
                </a:lnTo>
                <a:lnTo>
                  <a:pt x="7286" y="170"/>
                </a:lnTo>
                <a:lnTo>
                  <a:pt x="8737" y="310"/>
                </a:lnTo>
                <a:lnTo>
                  <a:pt x="10171" y="492"/>
                </a:lnTo>
                <a:lnTo>
                  <a:pt x="11593" y="732"/>
                </a:lnTo>
                <a:lnTo>
                  <a:pt x="13005" y="1034"/>
                </a:lnTo>
                <a:lnTo>
                  <a:pt x="14418" y="1406"/>
                </a:lnTo>
                <a:lnTo>
                  <a:pt x="15833" y="1860"/>
                </a:lnTo>
                <a:lnTo>
                  <a:pt x="17254" y="2400"/>
                </a:lnTo>
                <a:lnTo>
                  <a:pt x="18197" y="3852"/>
                </a:lnTo>
                <a:lnTo>
                  <a:pt x="18997" y="5328"/>
                </a:lnTo>
                <a:lnTo>
                  <a:pt x="19668" y="6828"/>
                </a:lnTo>
                <a:lnTo>
                  <a:pt x="20220" y="8357"/>
                </a:lnTo>
                <a:lnTo>
                  <a:pt x="20662" y="9910"/>
                </a:lnTo>
                <a:lnTo>
                  <a:pt x="21005" y="11491"/>
                </a:lnTo>
                <a:lnTo>
                  <a:pt x="21259" y="13102"/>
                </a:lnTo>
                <a:lnTo>
                  <a:pt x="21436" y="14741"/>
                </a:lnTo>
                <a:lnTo>
                  <a:pt x="21544" y="16411"/>
                </a:lnTo>
                <a:lnTo>
                  <a:pt x="21596" y="18108"/>
                </a:lnTo>
                <a:lnTo>
                  <a:pt x="21600" y="19838"/>
                </a:lnTo>
                <a:lnTo>
                  <a:pt x="21568" y="21600"/>
                </a:lnTo>
                <a:lnTo>
                  <a:pt x="20138" y="21187"/>
                </a:lnTo>
                <a:lnTo>
                  <a:pt x="18708" y="20770"/>
                </a:lnTo>
                <a:lnTo>
                  <a:pt x="17278" y="20350"/>
                </a:lnTo>
                <a:lnTo>
                  <a:pt x="15850" y="19927"/>
                </a:lnTo>
                <a:lnTo>
                  <a:pt x="14424" y="19500"/>
                </a:lnTo>
                <a:lnTo>
                  <a:pt x="13096" y="19111"/>
                </a:lnTo>
                <a:lnTo>
                  <a:pt x="11759" y="18718"/>
                </a:lnTo>
                <a:lnTo>
                  <a:pt x="10404" y="18319"/>
                </a:lnTo>
                <a:lnTo>
                  <a:pt x="8920" y="17722"/>
                </a:lnTo>
                <a:lnTo>
                  <a:pt x="7523" y="17100"/>
                </a:lnTo>
                <a:lnTo>
                  <a:pt x="6194" y="16438"/>
                </a:lnTo>
                <a:lnTo>
                  <a:pt x="4917" y="15720"/>
                </a:lnTo>
                <a:lnTo>
                  <a:pt x="3677" y="14935"/>
                </a:lnTo>
                <a:lnTo>
                  <a:pt x="2454" y="14062"/>
                </a:lnTo>
                <a:lnTo>
                  <a:pt x="1234" y="13090"/>
                </a:lnTo>
                <a:lnTo>
                  <a:pt x="0" y="12000"/>
                </a:lnTo>
                <a:lnTo>
                  <a:pt x="0" y="10414"/>
                </a:lnTo>
                <a:lnTo>
                  <a:pt x="0" y="8818"/>
                </a:lnTo>
                <a:lnTo>
                  <a:pt x="0" y="7200"/>
                </a:lnTo>
                <a:lnTo>
                  <a:pt x="1495" y="7438"/>
                </a:lnTo>
                <a:lnTo>
                  <a:pt x="2991" y="7675"/>
                </a:lnTo>
                <a:lnTo>
                  <a:pt x="4488" y="7913"/>
                </a:lnTo>
                <a:lnTo>
                  <a:pt x="5987" y="8153"/>
                </a:lnTo>
                <a:lnTo>
                  <a:pt x="7493" y="8390"/>
                </a:lnTo>
                <a:lnTo>
                  <a:pt x="9000" y="8630"/>
                </a:lnTo>
                <a:lnTo>
                  <a:pt x="10514" y="8870"/>
                </a:lnTo>
                <a:lnTo>
                  <a:pt x="12035" y="9113"/>
                </a:lnTo>
                <a:lnTo>
                  <a:pt x="13562" y="9355"/>
                </a:lnTo>
                <a:lnTo>
                  <a:pt x="15097" y="9600"/>
                </a:lnTo>
                <a:lnTo>
                  <a:pt x="14030" y="8916"/>
                </a:lnTo>
                <a:lnTo>
                  <a:pt x="12958" y="8232"/>
                </a:lnTo>
                <a:lnTo>
                  <a:pt x="11884" y="7543"/>
                </a:lnTo>
                <a:lnTo>
                  <a:pt x="10799" y="6850"/>
                </a:lnTo>
                <a:lnTo>
                  <a:pt x="9705" y="6149"/>
                </a:lnTo>
                <a:lnTo>
                  <a:pt x="8206" y="5189"/>
                </a:lnTo>
                <a:lnTo>
                  <a:pt x="7178" y="4512"/>
                </a:lnTo>
                <a:lnTo>
                  <a:pt x="6358" y="3943"/>
                </a:lnTo>
                <a:lnTo>
                  <a:pt x="5489" y="3298"/>
                </a:lnTo>
                <a:lnTo>
                  <a:pt x="4314" y="2400"/>
                </a:lnTo>
                <a:lnTo>
                  <a:pt x="4314" y="1210"/>
                </a:lnTo>
                <a:lnTo>
                  <a:pt x="4314" y="0"/>
                </a:lnTo>
                <a:close/>
              </a:path>
            </a:pathLst>
          </a:custGeom>
          <a:solidFill>
            <a:srgbClr val="4F504D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6" name="contour_06354"/>
          <p:cNvSpPr/>
          <p:nvPr/>
        </p:nvSpPr>
        <p:spPr>
          <a:xfrm>
            <a:off x="4601809" y="2018081"/>
            <a:ext cx="153048" cy="378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50"/>
                </a:moveTo>
                <a:lnTo>
                  <a:pt x="20882" y="8988"/>
                </a:lnTo>
                <a:lnTo>
                  <a:pt x="20347" y="12250"/>
                </a:lnTo>
                <a:lnTo>
                  <a:pt x="19940" y="14635"/>
                </a:lnTo>
                <a:lnTo>
                  <a:pt x="19608" y="16431"/>
                </a:lnTo>
                <a:lnTo>
                  <a:pt x="19295" y="17922"/>
                </a:lnTo>
                <a:lnTo>
                  <a:pt x="18948" y="19406"/>
                </a:lnTo>
                <a:lnTo>
                  <a:pt x="18514" y="21172"/>
                </a:lnTo>
                <a:lnTo>
                  <a:pt x="17818" y="21334"/>
                </a:lnTo>
                <a:lnTo>
                  <a:pt x="17127" y="21459"/>
                </a:lnTo>
                <a:lnTo>
                  <a:pt x="16439" y="21542"/>
                </a:lnTo>
                <a:lnTo>
                  <a:pt x="15752" y="21588"/>
                </a:lnTo>
                <a:lnTo>
                  <a:pt x="15060" y="21600"/>
                </a:lnTo>
                <a:lnTo>
                  <a:pt x="14364" y="21579"/>
                </a:lnTo>
                <a:lnTo>
                  <a:pt x="13748" y="21571"/>
                </a:lnTo>
                <a:lnTo>
                  <a:pt x="13123" y="21558"/>
                </a:lnTo>
                <a:lnTo>
                  <a:pt x="12467" y="21546"/>
                </a:lnTo>
                <a:lnTo>
                  <a:pt x="11813" y="21529"/>
                </a:lnTo>
                <a:lnTo>
                  <a:pt x="11158" y="21504"/>
                </a:lnTo>
                <a:lnTo>
                  <a:pt x="10503" y="21484"/>
                </a:lnTo>
                <a:lnTo>
                  <a:pt x="9849" y="21455"/>
                </a:lnTo>
                <a:lnTo>
                  <a:pt x="9193" y="21430"/>
                </a:lnTo>
                <a:lnTo>
                  <a:pt x="8528" y="21413"/>
                </a:lnTo>
                <a:lnTo>
                  <a:pt x="7862" y="21401"/>
                </a:lnTo>
                <a:lnTo>
                  <a:pt x="7197" y="21388"/>
                </a:lnTo>
                <a:lnTo>
                  <a:pt x="6531" y="21376"/>
                </a:lnTo>
                <a:lnTo>
                  <a:pt x="5805" y="21359"/>
                </a:lnTo>
                <a:lnTo>
                  <a:pt x="5080" y="21342"/>
                </a:lnTo>
                <a:lnTo>
                  <a:pt x="4354" y="21322"/>
                </a:lnTo>
                <a:lnTo>
                  <a:pt x="3629" y="21301"/>
                </a:lnTo>
                <a:lnTo>
                  <a:pt x="2903" y="21276"/>
                </a:lnTo>
                <a:lnTo>
                  <a:pt x="2177" y="21255"/>
                </a:lnTo>
                <a:lnTo>
                  <a:pt x="1451" y="21226"/>
                </a:lnTo>
                <a:lnTo>
                  <a:pt x="726" y="21201"/>
                </a:lnTo>
                <a:lnTo>
                  <a:pt x="0" y="21172"/>
                </a:lnTo>
                <a:lnTo>
                  <a:pt x="0" y="19111"/>
                </a:lnTo>
                <a:lnTo>
                  <a:pt x="0" y="17017"/>
                </a:lnTo>
                <a:lnTo>
                  <a:pt x="709" y="16530"/>
                </a:lnTo>
                <a:lnTo>
                  <a:pt x="1414" y="16077"/>
                </a:lnTo>
                <a:lnTo>
                  <a:pt x="2118" y="15658"/>
                </a:lnTo>
                <a:lnTo>
                  <a:pt x="2818" y="15271"/>
                </a:lnTo>
                <a:lnTo>
                  <a:pt x="3518" y="14910"/>
                </a:lnTo>
                <a:lnTo>
                  <a:pt x="4215" y="14586"/>
                </a:lnTo>
                <a:lnTo>
                  <a:pt x="4911" y="14286"/>
                </a:lnTo>
                <a:lnTo>
                  <a:pt x="5607" y="14016"/>
                </a:lnTo>
                <a:lnTo>
                  <a:pt x="6302" y="13775"/>
                </a:lnTo>
                <a:lnTo>
                  <a:pt x="6996" y="13559"/>
                </a:lnTo>
                <a:lnTo>
                  <a:pt x="7691" y="13372"/>
                </a:lnTo>
                <a:lnTo>
                  <a:pt x="8386" y="13210"/>
                </a:lnTo>
                <a:lnTo>
                  <a:pt x="9082" y="13073"/>
                </a:lnTo>
                <a:lnTo>
                  <a:pt x="9779" y="12961"/>
                </a:lnTo>
                <a:lnTo>
                  <a:pt x="10477" y="12874"/>
                </a:lnTo>
                <a:lnTo>
                  <a:pt x="11176" y="12807"/>
                </a:lnTo>
                <a:lnTo>
                  <a:pt x="11878" y="12766"/>
                </a:lnTo>
                <a:lnTo>
                  <a:pt x="12583" y="12741"/>
                </a:lnTo>
                <a:lnTo>
                  <a:pt x="13289" y="12741"/>
                </a:lnTo>
                <a:lnTo>
                  <a:pt x="13999" y="12761"/>
                </a:lnTo>
                <a:lnTo>
                  <a:pt x="14712" y="12803"/>
                </a:lnTo>
                <a:lnTo>
                  <a:pt x="15429" y="12861"/>
                </a:lnTo>
                <a:lnTo>
                  <a:pt x="15429" y="10114"/>
                </a:lnTo>
                <a:lnTo>
                  <a:pt x="15429" y="7351"/>
                </a:lnTo>
                <a:lnTo>
                  <a:pt x="15429" y="4550"/>
                </a:lnTo>
                <a:lnTo>
                  <a:pt x="16665" y="2730"/>
                </a:lnTo>
                <a:lnTo>
                  <a:pt x="17645" y="1367"/>
                </a:lnTo>
                <a:lnTo>
                  <a:pt x="18421" y="457"/>
                </a:lnTo>
                <a:lnTo>
                  <a:pt x="19041" y="0"/>
                </a:lnTo>
                <a:lnTo>
                  <a:pt x="19557" y="0"/>
                </a:lnTo>
                <a:lnTo>
                  <a:pt x="20020" y="457"/>
                </a:lnTo>
                <a:lnTo>
                  <a:pt x="20482" y="1367"/>
                </a:lnTo>
                <a:lnTo>
                  <a:pt x="20991" y="2730"/>
                </a:lnTo>
                <a:lnTo>
                  <a:pt x="21600" y="4550"/>
                </a:lnTo>
                <a:close/>
              </a:path>
            </a:pathLst>
          </a:custGeom>
          <a:solidFill>
            <a:srgbClr val="D5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7" name="contour_06355"/>
          <p:cNvSpPr/>
          <p:nvPr/>
        </p:nvSpPr>
        <p:spPr>
          <a:xfrm>
            <a:off x="5534672" y="1967758"/>
            <a:ext cx="80168" cy="72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971" y="0"/>
                </a:lnTo>
                <a:lnTo>
                  <a:pt x="20277" y="0"/>
                </a:lnTo>
                <a:lnTo>
                  <a:pt x="21600" y="0"/>
                </a:lnTo>
                <a:lnTo>
                  <a:pt x="21486" y="1398"/>
                </a:lnTo>
                <a:lnTo>
                  <a:pt x="21368" y="2795"/>
                </a:lnTo>
                <a:lnTo>
                  <a:pt x="21247" y="4193"/>
                </a:lnTo>
                <a:lnTo>
                  <a:pt x="21121" y="5591"/>
                </a:lnTo>
                <a:lnTo>
                  <a:pt x="20993" y="6987"/>
                </a:lnTo>
                <a:lnTo>
                  <a:pt x="20864" y="8384"/>
                </a:lnTo>
                <a:lnTo>
                  <a:pt x="20818" y="8979"/>
                </a:lnTo>
                <a:lnTo>
                  <a:pt x="20679" y="10775"/>
                </a:lnTo>
                <a:lnTo>
                  <a:pt x="20514" y="12251"/>
                </a:lnTo>
                <a:lnTo>
                  <a:pt x="20312" y="13640"/>
                </a:lnTo>
                <a:lnTo>
                  <a:pt x="20053" y="14966"/>
                </a:lnTo>
                <a:lnTo>
                  <a:pt x="19719" y="16251"/>
                </a:lnTo>
                <a:lnTo>
                  <a:pt x="19295" y="17517"/>
                </a:lnTo>
                <a:lnTo>
                  <a:pt x="18761" y="18787"/>
                </a:lnTo>
                <a:lnTo>
                  <a:pt x="18103" y="20081"/>
                </a:lnTo>
                <a:lnTo>
                  <a:pt x="16793" y="20806"/>
                </a:lnTo>
                <a:lnTo>
                  <a:pt x="15513" y="21275"/>
                </a:lnTo>
                <a:lnTo>
                  <a:pt x="14246" y="21526"/>
                </a:lnTo>
                <a:lnTo>
                  <a:pt x="12978" y="21600"/>
                </a:lnTo>
                <a:lnTo>
                  <a:pt x="11695" y="21529"/>
                </a:lnTo>
                <a:lnTo>
                  <a:pt x="10382" y="21351"/>
                </a:lnTo>
                <a:lnTo>
                  <a:pt x="9025" y="21105"/>
                </a:lnTo>
                <a:lnTo>
                  <a:pt x="7609" y="20825"/>
                </a:lnTo>
                <a:lnTo>
                  <a:pt x="6509" y="20641"/>
                </a:lnTo>
                <a:lnTo>
                  <a:pt x="5392" y="20453"/>
                </a:lnTo>
                <a:lnTo>
                  <a:pt x="4043" y="20220"/>
                </a:lnTo>
                <a:lnTo>
                  <a:pt x="2694" y="19977"/>
                </a:lnTo>
                <a:lnTo>
                  <a:pt x="1347" y="19726"/>
                </a:lnTo>
                <a:lnTo>
                  <a:pt x="0" y="19473"/>
                </a:lnTo>
                <a:lnTo>
                  <a:pt x="750" y="19079"/>
                </a:lnTo>
                <a:lnTo>
                  <a:pt x="1512" y="18679"/>
                </a:lnTo>
                <a:lnTo>
                  <a:pt x="2574" y="18103"/>
                </a:lnTo>
                <a:lnTo>
                  <a:pt x="3635" y="17521"/>
                </a:lnTo>
                <a:lnTo>
                  <a:pt x="4691" y="16933"/>
                </a:lnTo>
                <a:lnTo>
                  <a:pt x="5748" y="16340"/>
                </a:lnTo>
                <a:lnTo>
                  <a:pt x="6802" y="15745"/>
                </a:lnTo>
                <a:lnTo>
                  <a:pt x="7855" y="15146"/>
                </a:lnTo>
                <a:lnTo>
                  <a:pt x="8909" y="14566"/>
                </a:lnTo>
                <a:lnTo>
                  <a:pt x="9969" y="13982"/>
                </a:lnTo>
                <a:lnTo>
                  <a:pt x="11045" y="13389"/>
                </a:lnTo>
                <a:lnTo>
                  <a:pt x="12102" y="12298"/>
                </a:lnTo>
                <a:lnTo>
                  <a:pt x="12991" y="11201"/>
                </a:lnTo>
                <a:lnTo>
                  <a:pt x="13738" y="10085"/>
                </a:lnTo>
                <a:lnTo>
                  <a:pt x="14368" y="8936"/>
                </a:lnTo>
                <a:lnTo>
                  <a:pt x="14904" y="7739"/>
                </a:lnTo>
                <a:lnTo>
                  <a:pt x="15375" y="6482"/>
                </a:lnTo>
                <a:lnTo>
                  <a:pt x="15803" y="5152"/>
                </a:lnTo>
                <a:lnTo>
                  <a:pt x="16216" y="3735"/>
                </a:lnTo>
                <a:lnTo>
                  <a:pt x="16638" y="2213"/>
                </a:lnTo>
                <a:lnTo>
                  <a:pt x="17152" y="1116"/>
                </a:lnTo>
                <a:lnTo>
                  <a:pt x="17673" y="0"/>
                </a:lnTo>
                <a:close/>
              </a:path>
            </a:pathLst>
          </a:custGeom>
          <a:solidFill>
            <a:srgbClr val="9B9DAA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8" name="contour_06356"/>
          <p:cNvSpPr/>
          <p:nvPr/>
        </p:nvSpPr>
        <p:spPr>
          <a:xfrm>
            <a:off x="11306762" y="1867533"/>
            <a:ext cx="102032" cy="69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1700"/>
                </a:moveTo>
                <a:lnTo>
                  <a:pt x="13716" y="3192"/>
                </a:lnTo>
                <a:lnTo>
                  <a:pt x="13546" y="4686"/>
                </a:lnTo>
                <a:lnTo>
                  <a:pt x="13377" y="6180"/>
                </a:lnTo>
                <a:lnTo>
                  <a:pt x="13205" y="7678"/>
                </a:lnTo>
                <a:lnTo>
                  <a:pt x="13034" y="9182"/>
                </a:lnTo>
                <a:lnTo>
                  <a:pt x="12863" y="10692"/>
                </a:lnTo>
                <a:lnTo>
                  <a:pt x="12690" y="12206"/>
                </a:lnTo>
                <a:lnTo>
                  <a:pt x="12517" y="13729"/>
                </a:lnTo>
                <a:lnTo>
                  <a:pt x="12343" y="15262"/>
                </a:lnTo>
                <a:lnTo>
                  <a:pt x="13361" y="15759"/>
                </a:lnTo>
                <a:lnTo>
                  <a:pt x="14381" y="16257"/>
                </a:lnTo>
                <a:lnTo>
                  <a:pt x="15401" y="16756"/>
                </a:lnTo>
                <a:lnTo>
                  <a:pt x="16424" y="17256"/>
                </a:lnTo>
                <a:lnTo>
                  <a:pt x="17450" y="17755"/>
                </a:lnTo>
                <a:lnTo>
                  <a:pt x="18480" y="18259"/>
                </a:lnTo>
                <a:lnTo>
                  <a:pt x="19514" y="18763"/>
                </a:lnTo>
                <a:lnTo>
                  <a:pt x="20554" y="19272"/>
                </a:lnTo>
                <a:lnTo>
                  <a:pt x="21600" y="19783"/>
                </a:lnTo>
                <a:lnTo>
                  <a:pt x="20170" y="20474"/>
                </a:lnTo>
                <a:lnTo>
                  <a:pt x="18983" y="21003"/>
                </a:lnTo>
                <a:lnTo>
                  <a:pt x="17976" y="21372"/>
                </a:lnTo>
                <a:lnTo>
                  <a:pt x="17084" y="21571"/>
                </a:lnTo>
                <a:lnTo>
                  <a:pt x="16240" y="21600"/>
                </a:lnTo>
                <a:lnTo>
                  <a:pt x="15381" y="21453"/>
                </a:lnTo>
                <a:lnTo>
                  <a:pt x="14440" y="21125"/>
                </a:lnTo>
                <a:lnTo>
                  <a:pt x="13352" y="20619"/>
                </a:lnTo>
                <a:lnTo>
                  <a:pt x="12053" y="19923"/>
                </a:lnTo>
                <a:lnTo>
                  <a:pt x="11235" y="19484"/>
                </a:lnTo>
                <a:lnTo>
                  <a:pt x="10411" y="19039"/>
                </a:lnTo>
                <a:lnTo>
                  <a:pt x="9577" y="18591"/>
                </a:lnTo>
                <a:lnTo>
                  <a:pt x="8652" y="18060"/>
                </a:lnTo>
                <a:lnTo>
                  <a:pt x="7714" y="17522"/>
                </a:lnTo>
                <a:lnTo>
                  <a:pt x="8097" y="16123"/>
                </a:lnTo>
                <a:lnTo>
                  <a:pt x="8478" y="14724"/>
                </a:lnTo>
                <a:lnTo>
                  <a:pt x="8862" y="13320"/>
                </a:lnTo>
                <a:lnTo>
                  <a:pt x="9246" y="11914"/>
                </a:lnTo>
                <a:lnTo>
                  <a:pt x="9631" y="10502"/>
                </a:lnTo>
                <a:lnTo>
                  <a:pt x="10018" y="9082"/>
                </a:lnTo>
                <a:lnTo>
                  <a:pt x="10408" y="7656"/>
                </a:lnTo>
                <a:lnTo>
                  <a:pt x="10800" y="6221"/>
                </a:lnTo>
                <a:lnTo>
                  <a:pt x="9843" y="6991"/>
                </a:lnTo>
                <a:lnTo>
                  <a:pt x="8871" y="7776"/>
                </a:lnTo>
                <a:lnTo>
                  <a:pt x="7284" y="8162"/>
                </a:lnTo>
                <a:lnTo>
                  <a:pt x="6298" y="8223"/>
                </a:lnTo>
                <a:lnTo>
                  <a:pt x="5505" y="7895"/>
                </a:lnTo>
                <a:lnTo>
                  <a:pt x="4490" y="7120"/>
                </a:lnTo>
                <a:lnTo>
                  <a:pt x="3718" y="6250"/>
                </a:lnTo>
                <a:lnTo>
                  <a:pt x="2958" y="5371"/>
                </a:lnTo>
                <a:lnTo>
                  <a:pt x="2206" y="4478"/>
                </a:lnTo>
                <a:lnTo>
                  <a:pt x="1464" y="3569"/>
                </a:lnTo>
                <a:lnTo>
                  <a:pt x="728" y="2645"/>
                </a:lnTo>
                <a:lnTo>
                  <a:pt x="0" y="1700"/>
                </a:lnTo>
                <a:lnTo>
                  <a:pt x="1176" y="1164"/>
                </a:lnTo>
                <a:lnTo>
                  <a:pt x="2293" y="737"/>
                </a:lnTo>
                <a:lnTo>
                  <a:pt x="3363" y="411"/>
                </a:lnTo>
                <a:lnTo>
                  <a:pt x="4399" y="183"/>
                </a:lnTo>
                <a:lnTo>
                  <a:pt x="5409" y="47"/>
                </a:lnTo>
                <a:lnTo>
                  <a:pt x="6404" y="0"/>
                </a:lnTo>
                <a:lnTo>
                  <a:pt x="7396" y="34"/>
                </a:lnTo>
                <a:lnTo>
                  <a:pt x="8396" y="145"/>
                </a:lnTo>
                <a:lnTo>
                  <a:pt x="9415" y="330"/>
                </a:lnTo>
                <a:lnTo>
                  <a:pt x="10461" y="583"/>
                </a:lnTo>
                <a:lnTo>
                  <a:pt x="11548" y="900"/>
                </a:lnTo>
                <a:lnTo>
                  <a:pt x="12685" y="1273"/>
                </a:lnTo>
                <a:lnTo>
                  <a:pt x="13886" y="1700"/>
                </a:lnTo>
                <a:close/>
              </a:path>
            </a:pathLst>
          </a:custGeom>
          <a:solidFill>
            <a:srgbClr val="E6E5D8"/>
          </a:solidFill>
          <a:ln>
            <a:noFill/>
          </a:ln>
        </p:spPr>
        <p:txBody>
          <a:bodyPr/>
          <a:lstStyle/>
          <a:p/>
        </p:txBody>
      </p:sp>
      <p:sp>
        <p:nvSpPr>
          <p:cNvPr id="6359" name="contour_06357"/>
          <p:cNvSpPr/>
          <p:nvPr/>
        </p:nvSpPr>
        <p:spPr>
          <a:xfrm>
            <a:off x="1037982" y="1893595"/>
            <a:ext cx="102032" cy="319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67"/>
                </a:moveTo>
                <a:lnTo>
                  <a:pt x="1046" y="749"/>
                </a:lnTo>
                <a:lnTo>
                  <a:pt x="2094" y="645"/>
                </a:lnTo>
                <a:lnTo>
                  <a:pt x="3140" y="552"/>
                </a:lnTo>
                <a:lnTo>
                  <a:pt x="4187" y="468"/>
                </a:lnTo>
                <a:lnTo>
                  <a:pt x="5235" y="389"/>
                </a:lnTo>
                <a:lnTo>
                  <a:pt x="6281" y="320"/>
                </a:lnTo>
                <a:lnTo>
                  <a:pt x="7329" y="251"/>
                </a:lnTo>
                <a:lnTo>
                  <a:pt x="8358" y="123"/>
                </a:lnTo>
                <a:lnTo>
                  <a:pt x="9402" y="0"/>
                </a:lnTo>
                <a:lnTo>
                  <a:pt x="10598" y="10"/>
                </a:lnTo>
                <a:lnTo>
                  <a:pt x="11724" y="153"/>
                </a:lnTo>
                <a:lnTo>
                  <a:pt x="12792" y="443"/>
                </a:lnTo>
                <a:lnTo>
                  <a:pt x="13813" y="887"/>
                </a:lnTo>
                <a:lnTo>
                  <a:pt x="14798" y="1488"/>
                </a:lnTo>
                <a:lnTo>
                  <a:pt x="15759" y="2256"/>
                </a:lnTo>
                <a:lnTo>
                  <a:pt x="16703" y="3192"/>
                </a:lnTo>
                <a:lnTo>
                  <a:pt x="17646" y="4310"/>
                </a:lnTo>
                <a:lnTo>
                  <a:pt x="18596" y="5616"/>
                </a:lnTo>
                <a:lnTo>
                  <a:pt x="19563" y="7113"/>
                </a:lnTo>
                <a:lnTo>
                  <a:pt x="20562" y="8812"/>
                </a:lnTo>
                <a:lnTo>
                  <a:pt x="21600" y="10719"/>
                </a:lnTo>
                <a:lnTo>
                  <a:pt x="21302" y="13610"/>
                </a:lnTo>
                <a:lnTo>
                  <a:pt x="21041" y="15600"/>
                </a:lnTo>
                <a:lnTo>
                  <a:pt x="20674" y="17610"/>
                </a:lnTo>
                <a:lnTo>
                  <a:pt x="20057" y="20570"/>
                </a:lnTo>
                <a:lnTo>
                  <a:pt x="19053" y="21117"/>
                </a:lnTo>
                <a:lnTo>
                  <a:pt x="18315" y="21437"/>
                </a:lnTo>
                <a:lnTo>
                  <a:pt x="17626" y="21585"/>
                </a:lnTo>
                <a:lnTo>
                  <a:pt x="16766" y="21600"/>
                </a:lnTo>
                <a:lnTo>
                  <a:pt x="15520" y="21531"/>
                </a:lnTo>
                <a:lnTo>
                  <a:pt x="14619" y="21501"/>
                </a:lnTo>
                <a:lnTo>
                  <a:pt x="13711" y="21467"/>
                </a:lnTo>
                <a:lnTo>
                  <a:pt x="12792" y="21437"/>
                </a:lnTo>
                <a:lnTo>
                  <a:pt x="11848" y="21354"/>
                </a:lnTo>
                <a:lnTo>
                  <a:pt x="10896" y="21270"/>
                </a:lnTo>
                <a:lnTo>
                  <a:pt x="9933" y="21186"/>
                </a:lnTo>
                <a:lnTo>
                  <a:pt x="8981" y="21142"/>
                </a:lnTo>
                <a:lnTo>
                  <a:pt x="8024" y="21098"/>
                </a:lnTo>
                <a:lnTo>
                  <a:pt x="7054" y="21053"/>
                </a:lnTo>
                <a:lnTo>
                  <a:pt x="6046" y="20999"/>
                </a:lnTo>
                <a:lnTo>
                  <a:pt x="5039" y="20940"/>
                </a:lnTo>
                <a:lnTo>
                  <a:pt x="4031" y="20876"/>
                </a:lnTo>
                <a:lnTo>
                  <a:pt x="3022" y="20807"/>
                </a:lnTo>
                <a:lnTo>
                  <a:pt x="2015" y="20733"/>
                </a:lnTo>
                <a:lnTo>
                  <a:pt x="1007" y="20654"/>
                </a:lnTo>
                <a:lnTo>
                  <a:pt x="0" y="20570"/>
                </a:lnTo>
                <a:lnTo>
                  <a:pt x="0" y="17319"/>
                </a:lnTo>
                <a:lnTo>
                  <a:pt x="0" y="14063"/>
                </a:lnTo>
                <a:lnTo>
                  <a:pt x="0" y="10793"/>
                </a:lnTo>
                <a:lnTo>
                  <a:pt x="0" y="7507"/>
                </a:lnTo>
                <a:lnTo>
                  <a:pt x="0" y="4202"/>
                </a:lnTo>
                <a:lnTo>
                  <a:pt x="0" y="867"/>
                </a:lnTo>
                <a:close/>
              </a:path>
            </a:pathLst>
          </a:custGeom>
          <a:solidFill>
            <a:srgbClr val="50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0" name="contour_06358"/>
          <p:cNvSpPr/>
          <p:nvPr/>
        </p:nvSpPr>
        <p:spPr>
          <a:xfrm>
            <a:off x="11175570" y="1833797"/>
            <a:ext cx="102032" cy="392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63" y="5042"/>
                </a:moveTo>
                <a:lnTo>
                  <a:pt x="20762" y="7310"/>
                </a:lnTo>
                <a:lnTo>
                  <a:pt x="21247" y="9096"/>
                </a:lnTo>
                <a:lnTo>
                  <a:pt x="21497" y="11003"/>
                </a:lnTo>
                <a:lnTo>
                  <a:pt x="21588" y="13632"/>
                </a:lnTo>
                <a:lnTo>
                  <a:pt x="21600" y="17586"/>
                </a:lnTo>
                <a:lnTo>
                  <a:pt x="20563" y="17012"/>
                </a:lnTo>
                <a:lnTo>
                  <a:pt x="19511" y="16426"/>
                </a:lnTo>
                <a:lnTo>
                  <a:pt x="18331" y="15888"/>
                </a:lnTo>
                <a:lnTo>
                  <a:pt x="17197" y="15426"/>
                </a:lnTo>
                <a:lnTo>
                  <a:pt x="16104" y="15049"/>
                </a:lnTo>
                <a:lnTo>
                  <a:pt x="15044" y="14768"/>
                </a:lnTo>
                <a:lnTo>
                  <a:pt x="14015" y="14587"/>
                </a:lnTo>
                <a:lnTo>
                  <a:pt x="13011" y="14515"/>
                </a:lnTo>
                <a:lnTo>
                  <a:pt x="12023" y="14563"/>
                </a:lnTo>
                <a:lnTo>
                  <a:pt x="11050" y="14732"/>
                </a:lnTo>
                <a:lnTo>
                  <a:pt x="10084" y="15037"/>
                </a:lnTo>
                <a:lnTo>
                  <a:pt x="9120" y="15486"/>
                </a:lnTo>
                <a:lnTo>
                  <a:pt x="8154" y="16085"/>
                </a:lnTo>
                <a:lnTo>
                  <a:pt x="7179" y="16839"/>
                </a:lnTo>
                <a:lnTo>
                  <a:pt x="6190" y="17758"/>
                </a:lnTo>
                <a:lnTo>
                  <a:pt x="5181" y="18854"/>
                </a:lnTo>
                <a:lnTo>
                  <a:pt x="4149" y="20131"/>
                </a:lnTo>
                <a:lnTo>
                  <a:pt x="3086" y="21600"/>
                </a:lnTo>
                <a:lnTo>
                  <a:pt x="2651" y="19328"/>
                </a:lnTo>
                <a:lnTo>
                  <a:pt x="2212" y="17056"/>
                </a:lnTo>
                <a:lnTo>
                  <a:pt x="1776" y="14776"/>
                </a:lnTo>
                <a:lnTo>
                  <a:pt x="1336" y="12488"/>
                </a:lnTo>
                <a:lnTo>
                  <a:pt x="893" y="10188"/>
                </a:lnTo>
                <a:lnTo>
                  <a:pt x="449" y="7876"/>
                </a:lnTo>
                <a:lnTo>
                  <a:pt x="0" y="5544"/>
                </a:lnTo>
                <a:lnTo>
                  <a:pt x="952" y="4773"/>
                </a:lnTo>
                <a:lnTo>
                  <a:pt x="1942" y="4026"/>
                </a:lnTo>
                <a:lnTo>
                  <a:pt x="2965" y="3308"/>
                </a:lnTo>
                <a:lnTo>
                  <a:pt x="4016" y="2633"/>
                </a:lnTo>
                <a:lnTo>
                  <a:pt x="5093" y="2007"/>
                </a:lnTo>
                <a:lnTo>
                  <a:pt x="6187" y="1449"/>
                </a:lnTo>
                <a:lnTo>
                  <a:pt x="7296" y="963"/>
                </a:lnTo>
                <a:lnTo>
                  <a:pt x="8413" y="566"/>
                </a:lnTo>
                <a:lnTo>
                  <a:pt x="9536" y="265"/>
                </a:lnTo>
                <a:lnTo>
                  <a:pt x="10658" y="76"/>
                </a:lnTo>
                <a:lnTo>
                  <a:pt x="11777" y="0"/>
                </a:lnTo>
                <a:lnTo>
                  <a:pt x="12884" y="60"/>
                </a:lnTo>
                <a:lnTo>
                  <a:pt x="13977" y="257"/>
                </a:lnTo>
                <a:lnTo>
                  <a:pt x="15051" y="610"/>
                </a:lnTo>
                <a:lnTo>
                  <a:pt x="16101" y="1124"/>
                </a:lnTo>
                <a:lnTo>
                  <a:pt x="17121" y="1814"/>
                </a:lnTo>
                <a:lnTo>
                  <a:pt x="18109" y="2689"/>
                </a:lnTo>
                <a:lnTo>
                  <a:pt x="19057" y="3761"/>
                </a:lnTo>
                <a:lnTo>
                  <a:pt x="19963" y="5042"/>
                </a:lnTo>
                <a:close/>
              </a:path>
            </a:pathLst>
          </a:custGeom>
          <a:solidFill>
            <a:srgbClr val="82837D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1" name="contour_06359"/>
          <p:cNvSpPr/>
          <p:nvPr/>
        </p:nvSpPr>
        <p:spPr>
          <a:xfrm>
            <a:off x="10570674" y="1777694"/>
            <a:ext cx="87456" cy="44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3834"/>
                </a:moveTo>
                <a:lnTo>
                  <a:pt x="18749" y="5518"/>
                </a:lnTo>
                <a:lnTo>
                  <a:pt x="19402" y="7181"/>
                </a:lnTo>
                <a:lnTo>
                  <a:pt x="19989" y="8872"/>
                </a:lnTo>
                <a:lnTo>
                  <a:pt x="20533" y="10628"/>
                </a:lnTo>
                <a:lnTo>
                  <a:pt x="21060" y="12486"/>
                </a:lnTo>
                <a:lnTo>
                  <a:pt x="21600" y="14494"/>
                </a:lnTo>
                <a:lnTo>
                  <a:pt x="20412" y="14494"/>
                </a:lnTo>
                <a:lnTo>
                  <a:pt x="19222" y="14494"/>
                </a:lnTo>
                <a:lnTo>
                  <a:pt x="18032" y="14494"/>
                </a:lnTo>
                <a:lnTo>
                  <a:pt x="16839" y="14494"/>
                </a:lnTo>
                <a:lnTo>
                  <a:pt x="15642" y="14494"/>
                </a:lnTo>
                <a:lnTo>
                  <a:pt x="14440" y="14494"/>
                </a:lnTo>
                <a:lnTo>
                  <a:pt x="13234" y="14494"/>
                </a:lnTo>
                <a:lnTo>
                  <a:pt x="12020" y="14494"/>
                </a:lnTo>
                <a:lnTo>
                  <a:pt x="10800" y="14494"/>
                </a:lnTo>
                <a:lnTo>
                  <a:pt x="10800" y="16842"/>
                </a:lnTo>
                <a:lnTo>
                  <a:pt x="10800" y="19205"/>
                </a:lnTo>
                <a:lnTo>
                  <a:pt x="10800" y="21600"/>
                </a:lnTo>
                <a:lnTo>
                  <a:pt x="9626" y="21412"/>
                </a:lnTo>
                <a:lnTo>
                  <a:pt x="8474" y="21188"/>
                </a:lnTo>
                <a:lnTo>
                  <a:pt x="7339" y="20907"/>
                </a:lnTo>
                <a:lnTo>
                  <a:pt x="6217" y="20552"/>
                </a:lnTo>
                <a:lnTo>
                  <a:pt x="5107" y="20104"/>
                </a:lnTo>
                <a:lnTo>
                  <a:pt x="4003" y="19550"/>
                </a:lnTo>
                <a:lnTo>
                  <a:pt x="2902" y="18871"/>
                </a:lnTo>
                <a:lnTo>
                  <a:pt x="1800" y="18047"/>
                </a:lnTo>
                <a:lnTo>
                  <a:pt x="1184" y="15691"/>
                </a:lnTo>
                <a:lnTo>
                  <a:pt x="754" y="13463"/>
                </a:lnTo>
                <a:lnTo>
                  <a:pt x="464" y="11267"/>
                </a:lnTo>
                <a:lnTo>
                  <a:pt x="272" y="8997"/>
                </a:lnTo>
                <a:lnTo>
                  <a:pt x="131" y="6556"/>
                </a:lnTo>
                <a:lnTo>
                  <a:pt x="0" y="3834"/>
                </a:lnTo>
                <a:lnTo>
                  <a:pt x="2385" y="2818"/>
                </a:lnTo>
                <a:lnTo>
                  <a:pt x="4444" y="1954"/>
                </a:lnTo>
                <a:lnTo>
                  <a:pt x="6215" y="1251"/>
                </a:lnTo>
                <a:lnTo>
                  <a:pt x="7740" y="704"/>
                </a:lnTo>
                <a:lnTo>
                  <a:pt x="9054" y="313"/>
                </a:lnTo>
                <a:lnTo>
                  <a:pt x="10201" y="78"/>
                </a:lnTo>
                <a:lnTo>
                  <a:pt x="11218" y="0"/>
                </a:lnTo>
                <a:lnTo>
                  <a:pt x="12143" y="78"/>
                </a:lnTo>
                <a:lnTo>
                  <a:pt x="13018" y="313"/>
                </a:lnTo>
                <a:lnTo>
                  <a:pt x="13880" y="704"/>
                </a:lnTo>
                <a:lnTo>
                  <a:pt x="14769" y="1251"/>
                </a:lnTo>
                <a:lnTo>
                  <a:pt x="15727" y="1954"/>
                </a:lnTo>
                <a:lnTo>
                  <a:pt x="16790" y="2818"/>
                </a:lnTo>
                <a:lnTo>
                  <a:pt x="18000" y="3834"/>
                </a:lnTo>
                <a:close/>
              </a:path>
            </a:pathLst>
          </a:custGeom>
          <a:solidFill>
            <a:srgbClr val="999897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2" name="contour_06360"/>
          <p:cNvSpPr/>
          <p:nvPr/>
        </p:nvSpPr>
        <p:spPr>
          <a:xfrm>
            <a:off x="761038" y="1705390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264" y="1413"/>
                </a:lnTo>
                <a:lnTo>
                  <a:pt x="19715" y="2447"/>
                </a:lnTo>
                <a:lnTo>
                  <a:pt x="20048" y="3607"/>
                </a:lnTo>
                <a:lnTo>
                  <a:pt x="20443" y="5400"/>
                </a:lnTo>
                <a:lnTo>
                  <a:pt x="20792" y="6908"/>
                </a:lnTo>
                <a:lnTo>
                  <a:pt x="21143" y="8437"/>
                </a:lnTo>
                <a:lnTo>
                  <a:pt x="21254" y="9024"/>
                </a:lnTo>
                <a:lnTo>
                  <a:pt x="21600" y="10800"/>
                </a:lnTo>
                <a:lnTo>
                  <a:pt x="19563" y="10800"/>
                </a:lnTo>
                <a:lnTo>
                  <a:pt x="17524" y="10800"/>
                </a:lnTo>
                <a:lnTo>
                  <a:pt x="15475" y="10800"/>
                </a:lnTo>
                <a:lnTo>
                  <a:pt x="13417" y="10800"/>
                </a:lnTo>
                <a:lnTo>
                  <a:pt x="11346" y="10800"/>
                </a:lnTo>
                <a:lnTo>
                  <a:pt x="9257" y="10800"/>
                </a:lnTo>
                <a:lnTo>
                  <a:pt x="9257" y="12228"/>
                </a:lnTo>
                <a:lnTo>
                  <a:pt x="9257" y="13664"/>
                </a:lnTo>
                <a:lnTo>
                  <a:pt x="9257" y="15120"/>
                </a:lnTo>
                <a:lnTo>
                  <a:pt x="11284" y="15656"/>
                </a:lnTo>
                <a:lnTo>
                  <a:pt x="12886" y="15934"/>
                </a:lnTo>
                <a:lnTo>
                  <a:pt x="15429" y="16200"/>
                </a:lnTo>
                <a:lnTo>
                  <a:pt x="17971" y="16466"/>
                </a:lnTo>
                <a:lnTo>
                  <a:pt x="19573" y="16744"/>
                </a:lnTo>
                <a:lnTo>
                  <a:pt x="21600" y="17280"/>
                </a:lnTo>
                <a:lnTo>
                  <a:pt x="21600" y="18708"/>
                </a:lnTo>
                <a:lnTo>
                  <a:pt x="21600" y="20144"/>
                </a:lnTo>
                <a:lnTo>
                  <a:pt x="21600" y="21600"/>
                </a:lnTo>
                <a:lnTo>
                  <a:pt x="19523" y="21570"/>
                </a:lnTo>
                <a:lnTo>
                  <a:pt x="17524" y="21494"/>
                </a:lnTo>
                <a:lnTo>
                  <a:pt x="15583" y="21360"/>
                </a:lnTo>
                <a:lnTo>
                  <a:pt x="13685" y="21159"/>
                </a:lnTo>
                <a:lnTo>
                  <a:pt x="11812" y="20876"/>
                </a:lnTo>
                <a:lnTo>
                  <a:pt x="9948" y="20505"/>
                </a:lnTo>
                <a:lnTo>
                  <a:pt x="8075" y="20030"/>
                </a:lnTo>
                <a:lnTo>
                  <a:pt x="6171" y="19440"/>
                </a:lnTo>
                <a:lnTo>
                  <a:pt x="4869" y="18079"/>
                </a:lnTo>
                <a:lnTo>
                  <a:pt x="3724" y="16729"/>
                </a:lnTo>
                <a:lnTo>
                  <a:pt x="2737" y="15375"/>
                </a:lnTo>
                <a:lnTo>
                  <a:pt x="1907" y="14008"/>
                </a:lnTo>
                <a:lnTo>
                  <a:pt x="1228" y="12610"/>
                </a:lnTo>
                <a:lnTo>
                  <a:pt x="700" y="11172"/>
                </a:lnTo>
                <a:lnTo>
                  <a:pt x="324" y="9679"/>
                </a:lnTo>
                <a:lnTo>
                  <a:pt x="89" y="8119"/>
                </a:lnTo>
                <a:lnTo>
                  <a:pt x="0" y="6480"/>
                </a:lnTo>
                <a:lnTo>
                  <a:pt x="1426" y="5111"/>
                </a:lnTo>
                <a:lnTo>
                  <a:pt x="2925" y="3929"/>
                </a:lnTo>
                <a:lnTo>
                  <a:pt x="4502" y="2925"/>
                </a:lnTo>
                <a:lnTo>
                  <a:pt x="6168" y="2087"/>
                </a:lnTo>
                <a:lnTo>
                  <a:pt x="7933" y="1406"/>
                </a:lnTo>
                <a:lnTo>
                  <a:pt x="9803" y="873"/>
                </a:lnTo>
                <a:lnTo>
                  <a:pt x="11787" y="475"/>
                </a:lnTo>
                <a:lnTo>
                  <a:pt x="13895" y="205"/>
                </a:lnTo>
                <a:lnTo>
                  <a:pt x="16135" y="50"/>
                </a:lnTo>
                <a:lnTo>
                  <a:pt x="18514" y="0"/>
                </a:lnTo>
                <a:close/>
              </a:path>
            </a:pathLst>
          </a:custGeom>
          <a:solidFill>
            <a:srgbClr val="646364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3" name="contour_06361"/>
          <p:cNvSpPr/>
          <p:nvPr/>
        </p:nvSpPr>
        <p:spPr>
          <a:xfrm>
            <a:off x="4448762" y="1705390"/>
            <a:ext cx="10932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6" y="353"/>
                </a:lnTo>
                <a:lnTo>
                  <a:pt x="2098" y="744"/>
                </a:lnTo>
                <a:lnTo>
                  <a:pt x="3048" y="1181"/>
                </a:lnTo>
                <a:lnTo>
                  <a:pt x="3947" y="1675"/>
                </a:lnTo>
                <a:lnTo>
                  <a:pt x="4805" y="2234"/>
                </a:lnTo>
                <a:lnTo>
                  <a:pt x="5636" y="2868"/>
                </a:lnTo>
                <a:lnTo>
                  <a:pt x="6451" y="3586"/>
                </a:lnTo>
                <a:lnTo>
                  <a:pt x="7259" y="4392"/>
                </a:lnTo>
                <a:lnTo>
                  <a:pt x="8076" y="5302"/>
                </a:lnTo>
                <a:lnTo>
                  <a:pt x="8908" y="6317"/>
                </a:lnTo>
                <a:lnTo>
                  <a:pt x="9770" y="7452"/>
                </a:lnTo>
                <a:lnTo>
                  <a:pt x="10583" y="8419"/>
                </a:lnTo>
                <a:lnTo>
                  <a:pt x="11408" y="9348"/>
                </a:lnTo>
                <a:lnTo>
                  <a:pt x="12244" y="10243"/>
                </a:lnTo>
                <a:lnTo>
                  <a:pt x="13090" y="11107"/>
                </a:lnTo>
                <a:lnTo>
                  <a:pt x="13945" y="11947"/>
                </a:lnTo>
                <a:lnTo>
                  <a:pt x="14808" y="12768"/>
                </a:lnTo>
                <a:lnTo>
                  <a:pt x="15677" y="13572"/>
                </a:lnTo>
                <a:lnTo>
                  <a:pt x="16551" y="14366"/>
                </a:lnTo>
                <a:lnTo>
                  <a:pt x="17428" y="15154"/>
                </a:lnTo>
                <a:lnTo>
                  <a:pt x="18308" y="15941"/>
                </a:lnTo>
                <a:lnTo>
                  <a:pt x="19142" y="16723"/>
                </a:lnTo>
                <a:lnTo>
                  <a:pt x="19967" y="17532"/>
                </a:lnTo>
                <a:lnTo>
                  <a:pt x="20786" y="18360"/>
                </a:lnTo>
                <a:lnTo>
                  <a:pt x="21600" y="19200"/>
                </a:lnTo>
                <a:lnTo>
                  <a:pt x="21600" y="20390"/>
                </a:lnTo>
                <a:lnTo>
                  <a:pt x="21600" y="21600"/>
                </a:lnTo>
                <a:lnTo>
                  <a:pt x="20422" y="21562"/>
                </a:lnTo>
                <a:lnTo>
                  <a:pt x="19292" y="21466"/>
                </a:lnTo>
                <a:lnTo>
                  <a:pt x="18206" y="21314"/>
                </a:lnTo>
                <a:lnTo>
                  <a:pt x="17159" y="21106"/>
                </a:lnTo>
                <a:lnTo>
                  <a:pt x="16148" y="20834"/>
                </a:lnTo>
                <a:lnTo>
                  <a:pt x="15168" y="20501"/>
                </a:lnTo>
                <a:lnTo>
                  <a:pt x="14213" y="20102"/>
                </a:lnTo>
                <a:lnTo>
                  <a:pt x="13280" y="19639"/>
                </a:lnTo>
                <a:lnTo>
                  <a:pt x="12364" y="19106"/>
                </a:lnTo>
                <a:lnTo>
                  <a:pt x="11461" y="18502"/>
                </a:lnTo>
                <a:lnTo>
                  <a:pt x="10565" y="17827"/>
                </a:lnTo>
                <a:lnTo>
                  <a:pt x="9675" y="17078"/>
                </a:lnTo>
                <a:lnTo>
                  <a:pt x="8785" y="16253"/>
                </a:lnTo>
                <a:lnTo>
                  <a:pt x="7890" y="15348"/>
                </a:lnTo>
                <a:lnTo>
                  <a:pt x="6984" y="14364"/>
                </a:lnTo>
                <a:lnTo>
                  <a:pt x="6065" y="13298"/>
                </a:lnTo>
                <a:lnTo>
                  <a:pt x="5129" y="12149"/>
                </a:lnTo>
                <a:lnTo>
                  <a:pt x="4363" y="11191"/>
                </a:lnTo>
                <a:lnTo>
                  <a:pt x="3586" y="10222"/>
                </a:lnTo>
                <a:lnTo>
                  <a:pt x="2281" y="8482"/>
                </a:lnTo>
                <a:lnTo>
                  <a:pt x="1441" y="7330"/>
                </a:lnTo>
                <a:lnTo>
                  <a:pt x="896" y="6504"/>
                </a:lnTo>
                <a:lnTo>
                  <a:pt x="474" y="5748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7EC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4" name="contour_06362"/>
          <p:cNvSpPr/>
          <p:nvPr/>
        </p:nvSpPr>
        <p:spPr>
          <a:xfrm>
            <a:off x="10738298" y="1705390"/>
            <a:ext cx="8753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82" y="0"/>
                </a:moveTo>
                <a:lnTo>
                  <a:pt x="19964" y="1430"/>
                </a:lnTo>
                <a:lnTo>
                  <a:pt x="20143" y="2862"/>
                </a:lnTo>
                <a:lnTo>
                  <a:pt x="20323" y="4292"/>
                </a:lnTo>
                <a:lnTo>
                  <a:pt x="20503" y="5724"/>
                </a:lnTo>
                <a:lnTo>
                  <a:pt x="20681" y="7154"/>
                </a:lnTo>
                <a:lnTo>
                  <a:pt x="20848" y="8484"/>
                </a:lnTo>
                <a:lnTo>
                  <a:pt x="21017" y="9824"/>
                </a:lnTo>
                <a:lnTo>
                  <a:pt x="21186" y="11180"/>
                </a:lnTo>
                <a:lnTo>
                  <a:pt x="21323" y="12681"/>
                </a:lnTo>
                <a:lnTo>
                  <a:pt x="21431" y="14167"/>
                </a:lnTo>
                <a:lnTo>
                  <a:pt x="21512" y="15645"/>
                </a:lnTo>
                <a:lnTo>
                  <a:pt x="21566" y="17120"/>
                </a:lnTo>
                <a:lnTo>
                  <a:pt x="21595" y="18600"/>
                </a:lnTo>
                <a:lnTo>
                  <a:pt x="21600" y="20092"/>
                </a:lnTo>
                <a:lnTo>
                  <a:pt x="21580" y="21600"/>
                </a:lnTo>
                <a:lnTo>
                  <a:pt x="20449" y="20909"/>
                </a:lnTo>
                <a:lnTo>
                  <a:pt x="19323" y="20202"/>
                </a:lnTo>
                <a:lnTo>
                  <a:pt x="18203" y="19490"/>
                </a:lnTo>
                <a:lnTo>
                  <a:pt x="17084" y="18766"/>
                </a:lnTo>
                <a:lnTo>
                  <a:pt x="16248" y="18239"/>
                </a:lnTo>
                <a:lnTo>
                  <a:pt x="15408" y="17708"/>
                </a:lnTo>
                <a:lnTo>
                  <a:pt x="14556" y="17170"/>
                </a:lnTo>
                <a:lnTo>
                  <a:pt x="13907" y="16494"/>
                </a:lnTo>
                <a:lnTo>
                  <a:pt x="13252" y="15811"/>
                </a:lnTo>
                <a:lnTo>
                  <a:pt x="12588" y="15120"/>
                </a:lnTo>
                <a:lnTo>
                  <a:pt x="12626" y="14025"/>
                </a:lnTo>
                <a:lnTo>
                  <a:pt x="12662" y="12921"/>
                </a:lnTo>
                <a:lnTo>
                  <a:pt x="12700" y="11804"/>
                </a:lnTo>
                <a:lnTo>
                  <a:pt x="12664" y="10759"/>
                </a:lnTo>
                <a:lnTo>
                  <a:pt x="12626" y="9707"/>
                </a:lnTo>
                <a:lnTo>
                  <a:pt x="12588" y="8640"/>
                </a:lnTo>
                <a:lnTo>
                  <a:pt x="11506" y="8072"/>
                </a:lnTo>
                <a:lnTo>
                  <a:pt x="10484" y="7588"/>
                </a:lnTo>
                <a:lnTo>
                  <a:pt x="9488" y="7176"/>
                </a:lnTo>
                <a:lnTo>
                  <a:pt x="8481" y="6817"/>
                </a:lnTo>
                <a:lnTo>
                  <a:pt x="7429" y="6499"/>
                </a:lnTo>
                <a:lnTo>
                  <a:pt x="6294" y="6210"/>
                </a:lnTo>
                <a:lnTo>
                  <a:pt x="5235" y="5925"/>
                </a:lnTo>
                <a:lnTo>
                  <a:pt x="4185" y="5627"/>
                </a:lnTo>
                <a:lnTo>
                  <a:pt x="3136" y="5320"/>
                </a:lnTo>
                <a:lnTo>
                  <a:pt x="2091" y="4998"/>
                </a:lnTo>
                <a:lnTo>
                  <a:pt x="1047" y="4666"/>
                </a:lnTo>
                <a:lnTo>
                  <a:pt x="0" y="4320"/>
                </a:lnTo>
                <a:lnTo>
                  <a:pt x="0" y="3249"/>
                </a:lnTo>
                <a:lnTo>
                  <a:pt x="0" y="2160"/>
                </a:lnTo>
                <a:lnTo>
                  <a:pt x="1268" y="2004"/>
                </a:lnTo>
                <a:lnTo>
                  <a:pt x="2537" y="1851"/>
                </a:lnTo>
                <a:lnTo>
                  <a:pt x="3805" y="1696"/>
                </a:lnTo>
                <a:lnTo>
                  <a:pt x="5075" y="1542"/>
                </a:lnTo>
                <a:lnTo>
                  <a:pt x="6343" y="1389"/>
                </a:lnTo>
                <a:lnTo>
                  <a:pt x="7612" y="1233"/>
                </a:lnTo>
                <a:lnTo>
                  <a:pt x="8880" y="1080"/>
                </a:lnTo>
                <a:lnTo>
                  <a:pt x="10146" y="924"/>
                </a:lnTo>
                <a:lnTo>
                  <a:pt x="11432" y="767"/>
                </a:lnTo>
                <a:lnTo>
                  <a:pt x="12644" y="620"/>
                </a:lnTo>
                <a:lnTo>
                  <a:pt x="13874" y="473"/>
                </a:lnTo>
                <a:lnTo>
                  <a:pt x="14993" y="337"/>
                </a:lnTo>
                <a:lnTo>
                  <a:pt x="16129" y="199"/>
                </a:lnTo>
                <a:lnTo>
                  <a:pt x="17502" y="58"/>
                </a:lnTo>
                <a:lnTo>
                  <a:pt x="18447" y="6"/>
                </a:lnTo>
                <a:lnTo>
                  <a:pt x="19782" y="0"/>
                </a:lnTo>
                <a:close/>
              </a:path>
            </a:pathLst>
          </a:custGeom>
          <a:solidFill>
            <a:srgbClr val="716D67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5" name="contour_06363"/>
          <p:cNvSpPr/>
          <p:nvPr/>
        </p:nvSpPr>
        <p:spPr>
          <a:xfrm>
            <a:off x="454942" y="1667799"/>
            <a:ext cx="72880" cy="760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327"/>
                </a:moveTo>
                <a:lnTo>
                  <a:pt x="16783" y="110"/>
                </a:lnTo>
                <a:lnTo>
                  <a:pt x="17954" y="0"/>
                </a:lnTo>
                <a:lnTo>
                  <a:pt x="18939" y="0"/>
                </a:lnTo>
                <a:lnTo>
                  <a:pt x="20049" y="110"/>
                </a:lnTo>
                <a:lnTo>
                  <a:pt x="21600" y="327"/>
                </a:lnTo>
                <a:lnTo>
                  <a:pt x="21600" y="1696"/>
                </a:lnTo>
                <a:lnTo>
                  <a:pt x="21600" y="3072"/>
                </a:lnTo>
                <a:lnTo>
                  <a:pt x="21600" y="4468"/>
                </a:lnTo>
                <a:lnTo>
                  <a:pt x="20172" y="4468"/>
                </a:lnTo>
                <a:lnTo>
                  <a:pt x="18736" y="4468"/>
                </a:lnTo>
                <a:lnTo>
                  <a:pt x="17280" y="4468"/>
                </a:lnTo>
                <a:lnTo>
                  <a:pt x="17628" y="5745"/>
                </a:lnTo>
                <a:lnTo>
                  <a:pt x="17980" y="7039"/>
                </a:lnTo>
                <a:lnTo>
                  <a:pt x="18300" y="8455"/>
                </a:lnTo>
                <a:lnTo>
                  <a:pt x="18591" y="9853"/>
                </a:lnTo>
                <a:lnTo>
                  <a:pt x="18848" y="11242"/>
                </a:lnTo>
                <a:lnTo>
                  <a:pt x="19066" y="12629"/>
                </a:lnTo>
                <a:lnTo>
                  <a:pt x="19241" y="14027"/>
                </a:lnTo>
                <a:lnTo>
                  <a:pt x="19367" y="15443"/>
                </a:lnTo>
                <a:lnTo>
                  <a:pt x="19440" y="16890"/>
                </a:lnTo>
                <a:lnTo>
                  <a:pt x="18261" y="18157"/>
                </a:lnTo>
                <a:lnTo>
                  <a:pt x="17124" y="19134"/>
                </a:lnTo>
                <a:lnTo>
                  <a:pt x="15978" y="19873"/>
                </a:lnTo>
                <a:lnTo>
                  <a:pt x="14766" y="20426"/>
                </a:lnTo>
                <a:lnTo>
                  <a:pt x="13435" y="20842"/>
                </a:lnTo>
                <a:lnTo>
                  <a:pt x="11928" y="21176"/>
                </a:lnTo>
                <a:lnTo>
                  <a:pt x="10193" y="21476"/>
                </a:lnTo>
                <a:lnTo>
                  <a:pt x="8791" y="21559"/>
                </a:lnTo>
                <a:lnTo>
                  <a:pt x="7452" y="21600"/>
                </a:lnTo>
                <a:lnTo>
                  <a:pt x="6147" y="21581"/>
                </a:lnTo>
                <a:lnTo>
                  <a:pt x="4849" y="21490"/>
                </a:lnTo>
                <a:lnTo>
                  <a:pt x="3529" y="21312"/>
                </a:lnTo>
                <a:lnTo>
                  <a:pt x="2160" y="21031"/>
                </a:lnTo>
                <a:lnTo>
                  <a:pt x="1300" y="19490"/>
                </a:lnTo>
                <a:lnTo>
                  <a:pt x="758" y="18397"/>
                </a:lnTo>
                <a:lnTo>
                  <a:pt x="430" y="17453"/>
                </a:lnTo>
                <a:lnTo>
                  <a:pt x="212" y="16360"/>
                </a:lnTo>
                <a:lnTo>
                  <a:pt x="0" y="14820"/>
                </a:lnTo>
                <a:lnTo>
                  <a:pt x="1097" y="15072"/>
                </a:lnTo>
                <a:lnTo>
                  <a:pt x="2210" y="15329"/>
                </a:lnTo>
                <a:lnTo>
                  <a:pt x="3786" y="15530"/>
                </a:lnTo>
                <a:lnTo>
                  <a:pt x="5216" y="15656"/>
                </a:lnTo>
                <a:lnTo>
                  <a:pt x="6566" y="15677"/>
                </a:lnTo>
                <a:lnTo>
                  <a:pt x="7901" y="15565"/>
                </a:lnTo>
                <a:lnTo>
                  <a:pt x="9290" y="15290"/>
                </a:lnTo>
                <a:lnTo>
                  <a:pt x="10800" y="14820"/>
                </a:lnTo>
                <a:lnTo>
                  <a:pt x="11392" y="13420"/>
                </a:lnTo>
                <a:lnTo>
                  <a:pt x="11906" y="12033"/>
                </a:lnTo>
                <a:lnTo>
                  <a:pt x="12351" y="10650"/>
                </a:lnTo>
                <a:lnTo>
                  <a:pt x="12738" y="9263"/>
                </a:lnTo>
                <a:lnTo>
                  <a:pt x="13079" y="7863"/>
                </a:lnTo>
                <a:lnTo>
                  <a:pt x="13383" y="6441"/>
                </a:lnTo>
                <a:lnTo>
                  <a:pt x="13660" y="4987"/>
                </a:lnTo>
                <a:lnTo>
                  <a:pt x="13921" y="3497"/>
                </a:lnTo>
                <a:lnTo>
                  <a:pt x="14316" y="2449"/>
                </a:lnTo>
                <a:lnTo>
                  <a:pt x="14716" y="1395"/>
                </a:lnTo>
                <a:lnTo>
                  <a:pt x="15120" y="327"/>
                </a:lnTo>
                <a:close/>
              </a:path>
            </a:pathLst>
          </a:custGeom>
          <a:solidFill>
            <a:srgbClr val="8E8B8A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6" name="contour_06364"/>
          <p:cNvSpPr/>
          <p:nvPr/>
        </p:nvSpPr>
        <p:spPr>
          <a:xfrm>
            <a:off x="1919828" y="1639798"/>
            <a:ext cx="72880" cy="6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2809" y="1216"/>
                </a:lnTo>
                <a:lnTo>
                  <a:pt x="12655" y="2449"/>
                </a:lnTo>
                <a:lnTo>
                  <a:pt x="12547" y="4101"/>
                </a:lnTo>
                <a:lnTo>
                  <a:pt x="12483" y="5683"/>
                </a:lnTo>
                <a:lnTo>
                  <a:pt x="12474" y="7230"/>
                </a:lnTo>
                <a:lnTo>
                  <a:pt x="12541" y="8771"/>
                </a:lnTo>
                <a:lnTo>
                  <a:pt x="12699" y="10342"/>
                </a:lnTo>
                <a:lnTo>
                  <a:pt x="12960" y="11969"/>
                </a:lnTo>
                <a:lnTo>
                  <a:pt x="14085" y="12970"/>
                </a:lnTo>
                <a:lnTo>
                  <a:pt x="15237" y="13829"/>
                </a:lnTo>
                <a:lnTo>
                  <a:pt x="16418" y="14569"/>
                </a:lnTo>
                <a:lnTo>
                  <a:pt x="17639" y="15208"/>
                </a:lnTo>
                <a:lnTo>
                  <a:pt x="18904" y="15771"/>
                </a:lnTo>
                <a:lnTo>
                  <a:pt x="20222" y="16281"/>
                </a:lnTo>
                <a:lnTo>
                  <a:pt x="21600" y="16757"/>
                </a:lnTo>
                <a:lnTo>
                  <a:pt x="21153" y="18201"/>
                </a:lnTo>
                <a:lnTo>
                  <a:pt x="20779" y="19180"/>
                </a:lnTo>
                <a:lnTo>
                  <a:pt x="20276" y="20145"/>
                </a:lnTo>
                <a:lnTo>
                  <a:pt x="19440" y="21545"/>
                </a:lnTo>
                <a:lnTo>
                  <a:pt x="17906" y="21600"/>
                </a:lnTo>
                <a:lnTo>
                  <a:pt x="16818" y="21555"/>
                </a:lnTo>
                <a:lnTo>
                  <a:pt x="15658" y="21356"/>
                </a:lnTo>
                <a:lnTo>
                  <a:pt x="13906" y="20946"/>
                </a:lnTo>
                <a:lnTo>
                  <a:pt x="13165" y="20788"/>
                </a:lnTo>
                <a:lnTo>
                  <a:pt x="10927" y="20310"/>
                </a:lnTo>
                <a:lnTo>
                  <a:pt x="10357" y="20020"/>
                </a:lnTo>
                <a:lnTo>
                  <a:pt x="8640" y="19151"/>
                </a:lnTo>
                <a:lnTo>
                  <a:pt x="8640" y="17569"/>
                </a:lnTo>
                <a:lnTo>
                  <a:pt x="8640" y="15977"/>
                </a:lnTo>
                <a:lnTo>
                  <a:pt x="8640" y="14363"/>
                </a:lnTo>
                <a:lnTo>
                  <a:pt x="7510" y="13468"/>
                </a:lnTo>
                <a:lnTo>
                  <a:pt x="6683" y="12891"/>
                </a:lnTo>
                <a:lnTo>
                  <a:pt x="5754" y="12374"/>
                </a:lnTo>
                <a:lnTo>
                  <a:pt x="4320" y="11670"/>
                </a:lnTo>
                <a:lnTo>
                  <a:pt x="3115" y="11067"/>
                </a:lnTo>
                <a:lnTo>
                  <a:pt x="1890" y="10454"/>
                </a:lnTo>
                <a:lnTo>
                  <a:pt x="953" y="10018"/>
                </a:lnTo>
                <a:lnTo>
                  <a:pt x="0" y="9576"/>
                </a:lnTo>
                <a:lnTo>
                  <a:pt x="1007" y="8371"/>
                </a:lnTo>
                <a:lnTo>
                  <a:pt x="2015" y="7172"/>
                </a:lnTo>
                <a:lnTo>
                  <a:pt x="3030" y="5978"/>
                </a:lnTo>
                <a:lnTo>
                  <a:pt x="4050" y="4788"/>
                </a:lnTo>
                <a:lnTo>
                  <a:pt x="4385" y="4390"/>
                </a:lnTo>
                <a:lnTo>
                  <a:pt x="4977" y="3694"/>
                </a:lnTo>
                <a:lnTo>
                  <a:pt x="6329" y="2095"/>
                </a:lnTo>
                <a:lnTo>
                  <a:pt x="7491" y="1072"/>
                </a:lnTo>
                <a:lnTo>
                  <a:pt x="8418" y="452"/>
                </a:lnTo>
                <a:lnTo>
                  <a:pt x="9426" y="134"/>
                </a:lnTo>
                <a:lnTo>
                  <a:pt x="10832" y="17"/>
                </a:lnTo>
                <a:lnTo>
                  <a:pt x="12960" y="0"/>
                </a:lnTo>
                <a:close/>
              </a:path>
            </a:pathLst>
          </a:custGeom>
          <a:solidFill>
            <a:srgbClr val="626162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7" name="contour_06365"/>
          <p:cNvSpPr/>
          <p:nvPr/>
        </p:nvSpPr>
        <p:spPr>
          <a:xfrm>
            <a:off x="4980785" y="1603358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527"/>
                </a:lnTo>
                <a:lnTo>
                  <a:pt x="21600" y="3056"/>
                </a:lnTo>
                <a:lnTo>
                  <a:pt x="21600" y="4584"/>
                </a:lnTo>
                <a:lnTo>
                  <a:pt x="21600" y="6115"/>
                </a:lnTo>
                <a:lnTo>
                  <a:pt x="21600" y="7646"/>
                </a:lnTo>
                <a:lnTo>
                  <a:pt x="21600" y="9182"/>
                </a:lnTo>
                <a:lnTo>
                  <a:pt x="21600" y="10720"/>
                </a:lnTo>
                <a:lnTo>
                  <a:pt x="21600" y="12260"/>
                </a:lnTo>
                <a:lnTo>
                  <a:pt x="21600" y="13805"/>
                </a:lnTo>
                <a:lnTo>
                  <a:pt x="21600" y="15353"/>
                </a:lnTo>
                <a:lnTo>
                  <a:pt x="21600" y="16906"/>
                </a:lnTo>
                <a:lnTo>
                  <a:pt x="21600" y="18466"/>
                </a:lnTo>
                <a:lnTo>
                  <a:pt x="21600" y="20030"/>
                </a:lnTo>
                <a:lnTo>
                  <a:pt x="21600" y="21600"/>
                </a:lnTo>
                <a:lnTo>
                  <a:pt x="18008" y="21285"/>
                </a:lnTo>
                <a:lnTo>
                  <a:pt x="15253" y="21032"/>
                </a:lnTo>
                <a:lnTo>
                  <a:pt x="13154" y="20818"/>
                </a:lnTo>
                <a:lnTo>
                  <a:pt x="11528" y="20617"/>
                </a:lnTo>
                <a:lnTo>
                  <a:pt x="10201" y="20403"/>
                </a:lnTo>
                <a:lnTo>
                  <a:pt x="8986" y="20155"/>
                </a:lnTo>
                <a:lnTo>
                  <a:pt x="7702" y="19842"/>
                </a:lnTo>
                <a:lnTo>
                  <a:pt x="6171" y="19440"/>
                </a:lnTo>
                <a:lnTo>
                  <a:pt x="5894" y="17833"/>
                </a:lnTo>
                <a:lnTo>
                  <a:pt x="5755" y="16692"/>
                </a:lnTo>
                <a:lnTo>
                  <a:pt x="5755" y="15708"/>
                </a:lnTo>
                <a:lnTo>
                  <a:pt x="5894" y="14567"/>
                </a:lnTo>
                <a:lnTo>
                  <a:pt x="6171" y="12960"/>
                </a:lnTo>
                <a:lnTo>
                  <a:pt x="4339" y="12243"/>
                </a:lnTo>
                <a:lnTo>
                  <a:pt x="3086" y="11778"/>
                </a:lnTo>
                <a:lnTo>
                  <a:pt x="1833" y="11366"/>
                </a:lnTo>
                <a:lnTo>
                  <a:pt x="0" y="10800"/>
                </a:lnTo>
                <a:lnTo>
                  <a:pt x="0" y="9372"/>
                </a:lnTo>
                <a:lnTo>
                  <a:pt x="0" y="7936"/>
                </a:lnTo>
                <a:lnTo>
                  <a:pt x="0" y="6480"/>
                </a:lnTo>
                <a:lnTo>
                  <a:pt x="1963" y="5568"/>
                </a:lnTo>
                <a:lnTo>
                  <a:pt x="3416" y="4931"/>
                </a:lnTo>
                <a:lnTo>
                  <a:pt x="4795" y="4398"/>
                </a:lnTo>
                <a:lnTo>
                  <a:pt x="6532" y="3799"/>
                </a:lnTo>
                <a:lnTo>
                  <a:pt x="9066" y="2970"/>
                </a:lnTo>
                <a:lnTo>
                  <a:pt x="10751" y="2406"/>
                </a:lnTo>
                <a:lnTo>
                  <a:pt x="12445" y="1840"/>
                </a:lnTo>
                <a:lnTo>
                  <a:pt x="14163" y="1266"/>
                </a:lnTo>
                <a:lnTo>
                  <a:pt x="16728" y="534"/>
                </a:lnTo>
                <a:lnTo>
                  <a:pt x="18357" y="158"/>
                </a:lnTo>
                <a:lnTo>
                  <a:pt x="19749" y="19"/>
                </a:lnTo>
                <a:lnTo>
                  <a:pt x="21600" y="0"/>
                </a:lnTo>
                <a:close/>
              </a:path>
            </a:pathLst>
          </a:custGeom>
          <a:solidFill>
            <a:srgbClr val="DC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8" name="contour_06366"/>
          <p:cNvSpPr/>
          <p:nvPr/>
        </p:nvSpPr>
        <p:spPr>
          <a:xfrm>
            <a:off x="1737629" y="1617431"/>
            <a:ext cx="81808" cy="66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67" y="164"/>
                </a:moveTo>
                <a:lnTo>
                  <a:pt x="21456" y="1865"/>
                </a:lnTo>
                <a:lnTo>
                  <a:pt x="21600" y="3087"/>
                </a:lnTo>
                <a:lnTo>
                  <a:pt x="21600" y="4173"/>
                </a:lnTo>
                <a:lnTo>
                  <a:pt x="21456" y="5466"/>
                </a:lnTo>
                <a:lnTo>
                  <a:pt x="21167" y="7310"/>
                </a:lnTo>
                <a:lnTo>
                  <a:pt x="19887" y="7653"/>
                </a:lnTo>
                <a:lnTo>
                  <a:pt x="18960" y="7860"/>
                </a:lnTo>
                <a:lnTo>
                  <a:pt x="17932" y="8017"/>
                </a:lnTo>
                <a:lnTo>
                  <a:pt x="16356" y="8203"/>
                </a:lnTo>
                <a:lnTo>
                  <a:pt x="14780" y="8462"/>
                </a:lnTo>
                <a:lnTo>
                  <a:pt x="13753" y="8703"/>
                </a:lnTo>
                <a:lnTo>
                  <a:pt x="12825" y="9067"/>
                </a:lnTo>
                <a:lnTo>
                  <a:pt x="11546" y="9691"/>
                </a:lnTo>
                <a:lnTo>
                  <a:pt x="11211" y="11466"/>
                </a:lnTo>
                <a:lnTo>
                  <a:pt x="11034" y="13138"/>
                </a:lnTo>
                <a:lnTo>
                  <a:pt x="10986" y="14757"/>
                </a:lnTo>
                <a:lnTo>
                  <a:pt x="11040" y="16367"/>
                </a:lnTo>
                <a:lnTo>
                  <a:pt x="11168" y="18013"/>
                </a:lnTo>
                <a:lnTo>
                  <a:pt x="11347" y="19742"/>
                </a:lnTo>
                <a:lnTo>
                  <a:pt x="11546" y="21600"/>
                </a:lnTo>
                <a:lnTo>
                  <a:pt x="10965" y="21481"/>
                </a:lnTo>
                <a:lnTo>
                  <a:pt x="10432" y="21369"/>
                </a:lnTo>
                <a:lnTo>
                  <a:pt x="9848" y="21250"/>
                </a:lnTo>
                <a:lnTo>
                  <a:pt x="9121" y="21100"/>
                </a:lnTo>
                <a:lnTo>
                  <a:pt x="8155" y="20900"/>
                </a:lnTo>
                <a:lnTo>
                  <a:pt x="6854" y="20633"/>
                </a:lnTo>
                <a:lnTo>
                  <a:pt x="5126" y="20276"/>
                </a:lnTo>
                <a:lnTo>
                  <a:pt x="2873" y="19811"/>
                </a:lnTo>
                <a:lnTo>
                  <a:pt x="0" y="19218"/>
                </a:lnTo>
                <a:lnTo>
                  <a:pt x="953" y="18628"/>
                </a:lnTo>
                <a:lnTo>
                  <a:pt x="1911" y="18037"/>
                </a:lnTo>
                <a:lnTo>
                  <a:pt x="2873" y="17439"/>
                </a:lnTo>
                <a:lnTo>
                  <a:pt x="3849" y="16837"/>
                </a:lnTo>
                <a:lnTo>
                  <a:pt x="4591" y="15296"/>
                </a:lnTo>
                <a:lnTo>
                  <a:pt x="5059" y="14136"/>
                </a:lnTo>
                <a:lnTo>
                  <a:pt x="5654" y="12371"/>
                </a:lnTo>
                <a:lnTo>
                  <a:pt x="6419" y="10437"/>
                </a:lnTo>
                <a:lnTo>
                  <a:pt x="7191" y="8670"/>
                </a:lnTo>
                <a:lnTo>
                  <a:pt x="7980" y="7071"/>
                </a:lnTo>
                <a:lnTo>
                  <a:pt x="8798" y="5638"/>
                </a:lnTo>
                <a:lnTo>
                  <a:pt x="9656" y="4370"/>
                </a:lnTo>
                <a:lnTo>
                  <a:pt x="10566" y="3265"/>
                </a:lnTo>
                <a:lnTo>
                  <a:pt x="11542" y="2322"/>
                </a:lnTo>
                <a:lnTo>
                  <a:pt x="12594" y="1541"/>
                </a:lnTo>
                <a:lnTo>
                  <a:pt x="13734" y="919"/>
                </a:lnTo>
                <a:lnTo>
                  <a:pt x="14973" y="457"/>
                </a:lnTo>
                <a:lnTo>
                  <a:pt x="16324" y="150"/>
                </a:lnTo>
                <a:lnTo>
                  <a:pt x="17800" y="0"/>
                </a:lnTo>
                <a:lnTo>
                  <a:pt x="19410" y="5"/>
                </a:lnTo>
                <a:lnTo>
                  <a:pt x="21167" y="164"/>
                </a:lnTo>
                <a:close/>
              </a:path>
            </a:pathLst>
          </a:custGeom>
          <a:solidFill>
            <a:srgbClr val="32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6369" name="contour_06367"/>
          <p:cNvSpPr/>
          <p:nvPr/>
        </p:nvSpPr>
        <p:spPr>
          <a:xfrm>
            <a:off x="4732993" y="1603358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295" y="2138"/>
                </a:lnTo>
                <a:lnTo>
                  <a:pt x="20989" y="4280"/>
                </a:lnTo>
                <a:lnTo>
                  <a:pt x="20684" y="6421"/>
                </a:lnTo>
                <a:lnTo>
                  <a:pt x="20375" y="8566"/>
                </a:lnTo>
                <a:lnTo>
                  <a:pt x="20069" y="10720"/>
                </a:lnTo>
                <a:lnTo>
                  <a:pt x="19761" y="12877"/>
                </a:lnTo>
                <a:lnTo>
                  <a:pt x="19452" y="15043"/>
                </a:lnTo>
                <a:lnTo>
                  <a:pt x="19141" y="17218"/>
                </a:lnTo>
                <a:lnTo>
                  <a:pt x="18829" y="19403"/>
                </a:lnTo>
                <a:lnTo>
                  <a:pt x="18514" y="21600"/>
                </a:lnTo>
                <a:lnTo>
                  <a:pt x="15006" y="21415"/>
                </a:lnTo>
                <a:lnTo>
                  <a:pt x="12312" y="21245"/>
                </a:lnTo>
                <a:lnTo>
                  <a:pt x="10248" y="21057"/>
                </a:lnTo>
                <a:lnTo>
                  <a:pt x="8637" y="20807"/>
                </a:lnTo>
                <a:lnTo>
                  <a:pt x="7295" y="20464"/>
                </a:lnTo>
                <a:lnTo>
                  <a:pt x="6042" y="19992"/>
                </a:lnTo>
                <a:lnTo>
                  <a:pt x="4700" y="19354"/>
                </a:lnTo>
                <a:lnTo>
                  <a:pt x="3086" y="18514"/>
                </a:lnTo>
                <a:lnTo>
                  <a:pt x="2336" y="16438"/>
                </a:lnTo>
                <a:lnTo>
                  <a:pt x="1737" y="14420"/>
                </a:lnTo>
                <a:lnTo>
                  <a:pt x="1271" y="12435"/>
                </a:lnTo>
                <a:lnTo>
                  <a:pt x="913" y="10461"/>
                </a:lnTo>
                <a:lnTo>
                  <a:pt x="645" y="8480"/>
                </a:lnTo>
                <a:lnTo>
                  <a:pt x="438" y="6465"/>
                </a:lnTo>
                <a:lnTo>
                  <a:pt x="278" y="4394"/>
                </a:lnTo>
                <a:lnTo>
                  <a:pt x="139" y="2246"/>
                </a:lnTo>
                <a:lnTo>
                  <a:pt x="0" y="0"/>
                </a:lnTo>
                <a:close/>
              </a:path>
            </a:pathLst>
          </a:custGeom>
          <a:solidFill>
            <a:srgbClr val="526976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0" name="contour_06368"/>
          <p:cNvSpPr/>
          <p:nvPr/>
        </p:nvSpPr>
        <p:spPr>
          <a:xfrm>
            <a:off x="8355125" y="1413258"/>
            <a:ext cx="145760" cy="44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8"/>
                </a:moveTo>
                <a:lnTo>
                  <a:pt x="20924" y="1999"/>
                </a:lnTo>
                <a:lnTo>
                  <a:pt x="20252" y="3454"/>
                </a:lnTo>
                <a:lnTo>
                  <a:pt x="19583" y="4683"/>
                </a:lnTo>
                <a:lnTo>
                  <a:pt x="18913" y="5709"/>
                </a:lnTo>
                <a:lnTo>
                  <a:pt x="18239" y="6547"/>
                </a:lnTo>
                <a:lnTo>
                  <a:pt x="17558" y="7221"/>
                </a:lnTo>
                <a:lnTo>
                  <a:pt x="16867" y="7750"/>
                </a:lnTo>
                <a:lnTo>
                  <a:pt x="16165" y="8155"/>
                </a:lnTo>
                <a:lnTo>
                  <a:pt x="15447" y="8457"/>
                </a:lnTo>
                <a:lnTo>
                  <a:pt x="14711" y="8673"/>
                </a:lnTo>
                <a:lnTo>
                  <a:pt x="13954" y="8822"/>
                </a:lnTo>
                <a:lnTo>
                  <a:pt x="13172" y="8933"/>
                </a:lnTo>
                <a:lnTo>
                  <a:pt x="12364" y="9018"/>
                </a:lnTo>
                <a:lnTo>
                  <a:pt x="11526" y="9099"/>
                </a:lnTo>
                <a:lnTo>
                  <a:pt x="10711" y="9284"/>
                </a:lnTo>
                <a:lnTo>
                  <a:pt x="9962" y="9525"/>
                </a:lnTo>
                <a:lnTo>
                  <a:pt x="9267" y="9870"/>
                </a:lnTo>
                <a:lnTo>
                  <a:pt x="8615" y="10353"/>
                </a:lnTo>
                <a:lnTo>
                  <a:pt x="7994" y="11020"/>
                </a:lnTo>
                <a:lnTo>
                  <a:pt x="7394" y="11915"/>
                </a:lnTo>
                <a:lnTo>
                  <a:pt x="6803" y="13083"/>
                </a:lnTo>
                <a:lnTo>
                  <a:pt x="6210" y="14563"/>
                </a:lnTo>
                <a:lnTo>
                  <a:pt x="5603" y="16399"/>
                </a:lnTo>
                <a:lnTo>
                  <a:pt x="5180" y="18117"/>
                </a:lnTo>
                <a:lnTo>
                  <a:pt x="4752" y="19846"/>
                </a:lnTo>
                <a:lnTo>
                  <a:pt x="4320" y="21600"/>
                </a:lnTo>
                <a:lnTo>
                  <a:pt x="4209" y="19914"/>
                </a:lnTo>
                <a:lnTo>
                  <a:pt x="4096" y="18217"/>
                </a:lnTo>
                <a:lnTo>
                  <a:pt x="3983" y="16495"/>
                </a:lnTo>
                <a:lnTo>
                  <a:pt x="3607" y="13772"/>
                </a:lnTo>
                <a:lnTo>
                  <a:pt x="3293" y="12004"/>
                </a:lnTo>
                <a:lnTo>
                  <a:pt x="2924" y="10825"/>
                </a:lnTo>
                <a:lnTo>
                  <a:pt x="2382" y="9856"/>
                </a:lnTo>
                <a:lnTo>
                  <a:pt x="1553" y="8730"/>
                </a:lnTo>
                <a:lnTo>
                  <a:pt x="1040" y="8290"/>
                </a:lnTo>
                <a:lnTo>
                  <a:pt x="524" y="7846"/>
                </a:lnTo>
                <a:lnTo>
                  <a:pt x="0" y="7399"/>
                </a:lnTo>
                <a:lnTo>
                  <a:pt x="0" y="5638"/>
                </a:lnTo>
                <a:lnTo>
                  <a:pt x="0" y="3849"/>
                </a:lnTo>
                <a:lnTo>
                  <a:pt x="740" y="3373"/>
                </a:lnTo>
                <a:lnTo>
                  <a:pt x="1480" y="2936"/>
                </a:lnTo>
                <a:lnTo>
                  <a:pt x="2219" y="2538"/>
                </a:lnTo>
                <a:lnTo>
                  <a:pt x="2960" y="2176"/>
                </a:lnTo>
                <a:lnTo>
                  <a:pt x="3701" y="1846"/>
                </a:lnTo>
                <a:lnTo>
                  <a:pt x="4442" y="1551"/>
                </a:lnTo>
                <a:lnTo>
                  <a:pt x="5184" y="1285"/>
                </a:lnTo>
                <a:lnTo>
                  <a:pt x="5926" y="1051"/>
                </a:lnTo>
                <a:lnTo>
                  <a:pt x="6669" y="845"/>
                </a:lnTo>
                <a:lnTo>
                  <a:pt x="7411" y="667"/>
                </a:lnTo>
                <a:lnTo>
                  <a:pt x="8155" y="511"/>
                </a:lnTo>
                <a:lnTo>
                  <a:pt x="8898" y="380"/>
                </a:lnTo>
                <a:lnTo>
                  <a:pt x="9642" y="273"/>
                </a:lnTo>
                <a:lnTo>
                  <a:pt x="10386" y="185"/>
                </a:lnTo>
                <a:lnTo>
                  <a:pt x="11132" y="114"/>
                </a:lnTo>
                <a:lnTo>
                  <a:pt x="11876" y="64"/>
                </a:lnTo>
                <a:lnTo>
                  <a:pt x="12622" y="28"/>
                </a:lnTo>
                <a:lnTo>
                  <a:pt x="13367" y="7"/>
                </a:lnTo>
                <a:lnTo>
                  <a:pt x="14113" y="0"/>
                </a:lnTo>
                <a:lnTo>
                  <a:pt x="14861" y="4"/>
                </a:lnTo>
                <a:lnTo>
                  <a:pt x="15608" y="14"/>
                </a:lnTo>
                <a:lnTo>
                  <a:pt x="16356" y="39"/>
                </a:lnTo>
                <a:lnTo>
                  <a:pt x="17103" y="67"/>
                </a:lnTo>
                <a:lnTo>
                  <a:pt x="17851" y="99"/>
                </a:lnTo>
                <a:lnTo>
                  <a:pt x="18601" y="138"/>
                </a:lnTo>
                <a:lnTo>
                  <a:pt x="19349" y="178"/>
                </a:lnTo>
                <a:lnTo>
                  <a:pt x="20099" y="220"/>
                </a:lnTo>
                <a:lnTo>
                  <a:pt x="20849" y="259"/>
                </a:lnTo>
                <a:lnTo>
                  <a:pt x="21600" y="298"/>
                </a:lnTo>
                <a:close/>
              </a:path>
            </a:pathLst>
          </a:custGeom>
          <a:solidFill>
            <a:srgbClr val="ED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1" name="contour_06369"/>
          <p:cNvSpPr/>
          <p:nvPr/>
        </p:nvSpPr>
        <p:spPr>
          <a:xfrm>
            <a:off x="4149954" y="1399294"/>
            <a:ext cx="2113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59" y="0"/>
                </a:moveTo>
                <a:lnTo>
                  <a:pt x="6475" y="0"/>
                </a:lnTo>
                <a:lnTo>
                  <a:pt x="6991" y="0"/>
                </a:lnTo>
                <a:lnTo>
                  <a:pt x="7507" y="0"/>
                </a:lnTo>
                <a:lnTo>
                  <a:pt x="8023" y="0"/>
                </a:lnTo>
                <a:lnTo>
                  <a:pt x="8540" y="0"/>
                </a:lnTo>
                <a:lnTo>
                  <a:pt x="9057" y="0"/>
                </a:lnTo>
                <a:lnTo>
                  <a:pt x="9574" y="0"/>
                </a:lnTo>
                <a:lnTo>
                  <a:pt x="10091" y="0"/>
                </a:lnTo>
                <a:lnTo>
                  <a:pt x="10609" y="0"/>
                </a:lnTo>
                <a:lnTo>
                  <a:pt x="11126" y="0"/>
                </a:lnTo>
                <a:lnTo>
                  <a:pt x="11644" y="0"/>
                </a:lnTo>
                <a:lnTo>
                  <a:pt x="12162" y="0"/>
                </a:lnTo>
                <a:lnTo>
                  <a:pt x="12681" y="0"/>
                </a:lnTo>
                <a:lnTo>
                  <a:pt x="13201" y="0"/>
                </a:lnTo>
                <a:lnTo>
                  <a:pt x="13720" y="0"/>
                </a:lnTo>
                <a:lnTo>
                  <a:pt x="14241" y="0"/>
                </a:lnTo>
                <a:lnTo>
                  <a:pt x="14762" y="0"/>
                </a:lnTo>
                <a:lnTo>
                  <a:pt x="15283" y="0"/>
                </a:lnTo>
                <a:lnTo>
                  <a:pt x="15805" y="0"/>
                </a:lnTo>
                <a:lnTo>
                  <a:pt x="16328" y="0"/>
                </a:lnTo>
                <a:lnTo>
                  <a:pt x="16852" y="0"/>
                </a:lnTo>
                <a:lnTo>
                  <a:pt x="17376" y="0"/>
                </a:lnTo>
                <a:lnTo>
                  <a:pt x="17901" y="0"/>
                </a:lnTo>
                <a:lnTo>
                  <a:pt x="18427" y="0"/>
                </a:lnTo>
                <a:lnTo>
                  <a:pt x="18954" y="0"/>
                </a:lnTo>
                <a:lnTo>
                  <a:pt x="19481" y="0"/>
                </a:lnTo>
                <a:lnTo>
                  <a:pt x="20009" y="0"/>
                </a:lnTo>
                <a:lnTo>
                  <a:pt x="20539" y="0"/>
                </a:lnTo>
                <a:lnTo>
                  <a:pt x="21069" y="0"/>
                </a:lnTo>
                <a:lnTo>
                  <a:pt x="21600" y="0"/>
                </a:lnTo>
                <a:lnTo>
                  <a:pt x="21600" y="2678"/>
                </a:lnTo>
                <a:lnTo>
                  <a:pt x="21600" y="5400"/>
                </a:lnTo>
                <a:lnTo>
                  <a:pt x="21078" y="5400"/>
                </a:lnTo>
                <a:lnTo>
                  <a:pt x="20555" y="5400"/>
                </a:lnTo>
                <a:lnTo>
                  <a:pt x="20033" y="5400"/>
                </a:lnTo>
                <a:lnTo>
                  <a:pt x="19510" y="5400"/>
                </a:lnTo>
                <a:lnTo>
                  <a:pt x="18987" y="5400"/>
                </a:lnTo>
                <a:lnTo>
                  <a:pt x="18464" y="5400"/>
                </a:lnTo>
                <a:lnTo>
                  <a:pt x="17941" y="5400"/>
                </a:lnTo>
                <a:lnTo>
                  <a:pt x="17417" y="5400"/>
                </a:lnTo>
                <a:lnTo>
                  <a:pt x="16893" y="5400"/>
                </a:lnTo>
                <a:lnTo>
                  <a:pt x="16368" y="5400"/>
                </a:lnTo>
                <a:lnTo>
                  <a:pt x="15842" y="5400"/>
                </a:lnTo>
                <a:lnTo>
                  <a:pt x="15317" y="5400"/>
                </a:lnTo>
                <a:lnTo>
                  <a:pt x="14790" y="5400"/>
                </a:lnTo>
                <a:lnTo>
                  <a:pt x="14263" y="5400"/>
                </a:lnTo>
                <a:lnTo>
                  <a:pt x="13735" y="5400"/>
                </a:lnTo>
                <a:lnTo>
                  <a:pt x="13206" y="5400"/>
                </a:lnTo>
                <a:lnTo>
                  <a:pt x="12675" y="5400"/>
                </a:lnTo>
                <a:lnTo>
                  <a:pt x="12145" y="5400"/>
                </a:lnTo>
                <a:lnTo>
                  <a:pt x="11613" y="5400"/>
                </a:lnTo>
                <a:lnTo>
                  <a:pt x="11081" y="5400"/>
                </a:lnTo>
                <a:lnTo>
                  <a:pt x="10547" y="5400"/>
                </a:lnTo>
                <a:lnTo>
                  <a:pt x="10012" y="5400"/>
                </a:lnTo>
                <a:lnTo>
                  <a:pt x="9476" y="5400"/>
                </a:lnTo>
                <a:lnTo>
                  <a:pt x="8938" y="5400"/>
                </a:lnTo>
                <a:lnTo>
                  <a:pt x="8938" y="8608"/>
                </a:lnTo>
                <a:lnTo>
                  <a:pt x="8938" y="11826"/>
                </a:lnTo>
                <a:lnTo>
                  <a:pt x="8938" y="15055"/>
                </a:lnTo>
                <a:lnTo>
                  <a:pt x="8938" y="18311"/>
                </a:lnTo>
                <a:lnTo>
                  <a:pt x="8938" y="21600"/>
                </a:lnTo>
                <a:lnTo>
                  <a:pt x="8417" y="21600"/>
                </a:lnTo>
                <a:lnTo>
                  <a:pt x="7897" y="21600"/>
                </a:lnTo>
                <a:lnTo>
                  <a:pt x="7376" y="21600"/>
                </a:lnTo>
                <a:lnTo>
                  <a:pt x="6855" y="21600"/>
                </a:lnTo>
                <a:lnTo>
                  <a:pt x="6333" y="21600"/>
                </a:lnTo>
                <a:lnTo>
                  <a:pt x="5811" y="21600"/>
                </a:lnTo>
                <a:lnTo>
                  <a:pt x="5288" y="21600"/>
                </a:lnTo>
                <a:lnTo>
                  <a:pt x="4765" y="21600"/>
                </a:lnTo>
                <a:lnTo>
                  <a:pt x="4240" y="21600"/>
                </a:lnTo>
                <a:lnTo>
                  <a:pt x="3714" y="21600"/>
                </a:lnTo>
                <a:lnTo>
                  <a:pt x="3188" y="21600"/>
                </a:lnTo>
                <a:lnTo>
                  <a:pt x="2661" y="21600"/>
                </a:lnTo>
                <a:lnTo>
                  <a:pt x="2132" y="21600"/>
                </a:lnTo>
                <a:lnTo>
                  <a:pt x="1601" y="21600"/>
                </a:lnTo>
                <a:lnTo>
                  <a:pt x="1069" y="21600"/>
                </a:lnTo>
                <a:lnTo>
                  <a:pt x="536" y="21600"/>
                </a:lnTo>
                <a:lnTo>
                  <a:pt x="0" y="21600"/>
                </a:lnTo>
                <a:lnTo>
                  <a:pt x="0" y="18922"/>
                </a:lnTo>
                <a:lnTo>
                  <a:pt x="0" y="16200"/>
                </a:lnTo>
                <a:lnTo>
                  <a:pt x="492" y="16200"/>
                </a:lnTo>
                <a:lnTo>
                  <a:pt x="983" y="16200"/>
                </a:lnTo>
                <a:lnTo>
                  <a:pt x="1476" y="16200"/>
                </a:lnTo>
                <a:lnTo>
                  <a:pt x="1969" y="16200"/>
                </a:lnTo>
                <a:lnTo>
                  <a:pt x="2462" y="16200"/>
                </a:lnTo>
                <a:lnTo>
                  <a:pt x="2957" y="16200"/>
                </a:lnTo>
                <a:lnTo>
                  <a:pt x="3453" y="16200"/>
                </a:lnTo>
                <a:lnTo>
                  <a:pt x="3951" y="16200"/>
                </a:lnTo>
                <a:lnTo>
                  <a:pt x="4450" y="16200"/>
                </a:lnTo>
                <a:lnTo>
                  <a:pt x="4950" y="16200"/>
                </a:lnTo>
                <a:lnTo>
                  <a:pt x="5454" y="16200"/>
                </a:lnTo>
                <a:lnTo>
                  <a:pt x="5959" y="16200"/>
                </a:lnTo>
                <a:lnTo>
                  <a:pt x="5959" y="12992"/>
                </a:lnTo>
                <a:lnTo>
                  <a:pt x="5959" y="9774"/>
                </a:lnTo>
                <a:lnTo>
                  <a:pt x="5959" y="6545"/>
                </a:lnTo>
                <a:lnTo>
                  <a:pt x="5959" y="3289"/>
                </a:lnTo>
                <a:lnTo>
                  <a:pt x="5959" y="0"/>
                </a:lnTo>
                <a:close/>
              </a:path>
            </a:pathLst>
          </a:custGeom>
          <a:solidFill>
            <a:srgbClr val="BAC7CE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2" name="contour_06370"/>
          <p:cNvSpPr/>
          <p:nvPr/>
        </p:nvSpPr>
        <p:spPr>
          <a:xfrm>
            <a:off x="5024513" y="1347542"/>
            <a:ext cx="153048" cy="38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29" y="161"/>
                </a:moveTo>
                <a:lnTo>
                  <a:pt x="18779" y="194"/>
                </a:lnTo>
                <a:lnTo>
                  <a:pt x="19434" y="235"/>
                </a:lnTo>
                <a:lnTo>
                  <a:pt x="20097" y="268"/>
                </a:lnTo>
                <a:lnTo>
                  <a:pt x="20594" y="318"/>
                </a:lnTo>
                <a:lnTo>
                  <a:pt x="21093" y="367"/>
                </a:lnTo>
                <a:lnTo>
                  <a:pt x="21600" y="417"/>
                </a:lnTo>
                <a:lnTo>
                  <a:pt x="21600" y="3139"/>
                </a:lnTo>
                <a:lnTo>
                  <a:pt x="21600" y="5882"/>
                </a:lnTo>
                <a:lnTo>
                  <a:pt x="21600" y="8666"/>
                </a:lnTo>
                <a:lnTo>
                  <a:pt x="21008" y="9886"/>
                </a:lnTo>
                <a:lnTo>
                  <a:pt x="20563" y="10658"/>
                </a:lnTo>
                <a:lnTo>
                  <a:pt x="20043" y="11314"/>
                </a:lnTo>
                <a:lnTo>
                  <a:pt x="19225" y="12176"/>
                </a:lnTo>
                <a:lnTo>
                  <a:pt x="18714" y="12712"/>
                </a:lnTo>
                <a:lnTo>
                  <a:pt x="18201" y="13248"/>
                </a:lnTo>
                <a:lnTo>
                  <a:pt x="17679" y="13792"/>
                </a:lnTo>
                <a:lnTo>
                  <a:pt x="17127" y="14312"/>
                </a:lnTo>
                <a:lnTo>
                  <a:pt x="16571" y="14840"/>
                </a:lnTo>
                <a:lnTo>
                  <a:pt x="16008" y="15368"/>
                </a:lnTo>
                <a:lnTo>
                  <a:pt x="15760" y="15611"/>
                </a:lnTo>
                <a:lnTo>
                  <a:pt x="15323" y="16036"/>
                </a:lnTo>
                <a:lnTo>
                  <a:pt x="14323" y="17014"/>
                </a:lnTo>
                <a:lnTo>
                  <a:pt x="13600" y="17653"/>
                </a:lnTo>
                <a:lnTo>
                  <a:pt x="12880" y="18239"/>
                </a:lnTo>
                <a:lnTo>
                  <a:pt x="12164" y="18775"/>
                </a:lnTo>
                <a:lnTo>
                  <a:pt x="11450" y="19261"/>
                </a:lnTo>
                <a:lnTo>
                  <a:pt x="10738" y="19699"/>
                </a:lnTo>
                <a:lnTo>
                  <a:pt x="10029" y="20090"/>
                </a:lnTo>
                <a:lnTo>
                  <a:pt x="9320" y="20433"/>
                </a:lnTo>
                <a:lnTo>
                  <a:pt x="8612" y="20730"/>
                </a:lnTo>
                <a:lnTo>
                  <a:pt x="7905" y="20981"/>
                </a:lnTo>
                <a:lnTo>
                  <a:pt x="7197" y="21192"/>
                </a:lnTo>
                <a:lnTo>
                  <a:pt x="6488" y="21357"/>
                </a:lnTo>
                <a:lnTo>
                  <a:pt x="5779" y="21476"/>
                </a:lnTo>
                <a:lnTo>
                  <a:pt x="5068" y="21559"/>
                </a:lnTo>
                <a:lnTo>
                  <a:pt x="4354" y="21600"/>
                </a:lnTo>
                <a:lnTo>
                  <a:pt x="3637" y="21600"/>
                </a:lnTo>
                <a:lnTo>
                  <a:pt x="2918" y="21563"/>
                </a:lnTo>
                <a:lnTo>
                  <a:pt x="2195" y="21485"/>
                </a:lnTo>
                <a:lnTo>
                  <a:pt x="1468" y="21373"/>
                </a:lnTo>
                <a:lnTo>
                  <a:pt x="736" y="21221"/>
                </a:lnTo>
                <a:lnTo>
                  <a:pt x="0" y="21039"/>
                </a:lnTo>
                <a:lnTo>
                  <a:pt x="0" y="18993"/>
                </a:lnTo>
                <a:lnTo>
                  <a:pt x="0" y="16915"/>
                </a:lnTo>
                <a:lnTo>
                  <a:pt x="660" y="15999"/>
                </a:lnTo>
                <a:lnTo>
                  <a:pt x="1154" y="15389"/>
                </a:lnTo>
                <a:lnTo>
                  <a:pt x="1728" y="14799"/>
                </a:lnTo>
                <a:lnTo>
                  <a:pt x="2628" y="13949"/>
                </a:lnTo>
                <a:lnTo>
                  <a:pt x="3176" y="13425"/>
                </a:lnTo>
                <a:lnTo>
                  <a:pt x="3728" y="12893"/>
                </a:lnTo>
                <a:lnTo>
                  <a:pt x="4287" y="12353"/>
                </a:lnTo>
                <a:lnTo>
                  <a:pt x="4867" y="11817"/>
                </a:lnTo>
                <a:lnTo>
                  <a:pt x="5451" y="11276"/>
                </a:lnTo>
                <a:lnTo>
                  <a:pt x="6043" y="10728"/>
                </a:lnTo>
                <a:lnTo>
                  <a:pt x="6723" y="10084"/>
                </a:lnTo>
                <a:lnTo>
                  <a:pt x="7403" y="9445"/>
                </a:lnTo>
                <a:lnTo>
                  <a:pt x="8083" y="8802"/>
                </a:lnTo>
                <a:lnTo>
                  <a:pt x="8762" y="8154"/>
                </a:lnTo>
                <a:lnTo>
                  <a:pt x="9442" y="7507"/>
                </a:lnTo>
                <a:lnTo>
                  <a:pt x="9949" y="7032"/>
                </a:lnTo>
                <a:lnTo>
                  <a:pt x="10459" y="6562"/>
                </a:lnTo>
                <a:lnTo>
                  <a:pt x="10976" y="6084"/>
                </a:lnTo>
                <a:lnTo>
                  <a:pt x="11783" y="5156"/>
                </a:lnTo>
                <a:lnTo>
                  <a:pt x="12309" y="4454"/>
                </a:lnTo>
                <a:lnTo>
                  <a:pt x="12785" y="3625"/>
                </a:lnTo>
                <a:lnTo>
                  <a:pt x="13441" y="2322"/>
                </a:lnTo>
                <a:lnTo>
                  <a:pt x="14093" y="1237"/>
                </a:lnTo>
                <a:lnTo>
                  <a:pt x="14745" y="544"/>
                </a:lnTo>
                <a:lnTo>
                  <a:pt x="15398" y="157"/>
                </a:lnTo>
                <a:lnTo>
                  <a:pt x="16058" y="0"/>
                </a:lnTo>
                <a:lnTo>
                  <a:pt x="16731" y="4"/>
                </a:lnTo>
                <a:lnTo>
                  <a:pt x="17419" y="78"/>
                </a:lnTo>
                <a:lnTo>
                  <a:pt x="18129" y="161"/>
                </a:lnTo>
                <a:close/>
              </a:path>
            </a:pathLst>
          </a:custGeom>
          <a:solidFill>
            <a:srgbClr val="B7C5CE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3" name="contour_06371"/>
          <p:cNvSpPr/>
          <p:nvPr/>
        </p:nvSpPr>
        <p:spPr>
          <a:xfrm>
            <a:off x="3800130" y="1333702"/>
            <a:ext cx="153048" cy="50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011" y="623"/>
                </a:lnTo>
                <a:lnTo>
                  <a:pt x="15624" y="1249"/>
                </a:lnTo>
                <a:lnTo>
                  <a:pt x="16239" y="1874"/>
                </a:lnTo>
                <a:lnTo>
                  <a:pt x="16859" y="2507"/>
                </a:lnTo>
                <a:lnTo>
                  <a:pt x="17486" y="3145"/>
                </a:lnTo>
                <a:lnTo>
                  <a:pt x="16977" y="4702"/>
                </a:lnTo>
                <a:lnTo>
                  <a:pt x="16465" y="6268"/>
                </a:lnTo>
                <a:lnTo>
                  <a:pt x="15950" y="7841"/>
                </a:lnTo>
                <a:lnTo>
                  <a:pt x="15429" y="9435"/>
                </a:lnTo>
                <a:lnTo>
                  <a:pt x="16040" y="10369"/>
                </a:lnTo>
                <a:lnTo>
                  <a:pt x="16651" y="11303"/>
                </a:lnTo>
                <a:lnTo>
                  <a:pt x="17264" y="12240"/>
                </a:lnTo>
                <a:lnTo>
                  <a:pt x="17877" y="13178"/>
                </a:lnTo>
                <a:lnTo>
                  <a:pt x="18491" y="14118"/>
                </a:lnTo>
                <a:lnTo>
                  <a:pt x="19108" y="15058"/>
                </a:lnTo>
                <a:lnTo>
                  <a:pt x="19727" y="16005"/>
                </a:lnTo>
                <a:lnTo>
                  <a:pt x="20348" y="16955"/>
                </a:lnTo>
                <a:lnTo>
                  <a:pt x="20973" y="17911"/>
                </a:lnTo>
                <a:lnTo>
                  <a:pt x="21600" y="18870"/>
                </a:lnTo>
                <a:lnTo>
                  <a:pt x="20866" y="19512"/>
                </a:lnTo>
                <a:lnTo>
                  <a:pt x="20157" y="20065"/>
                </a:lnTo>
                <a:lnTo>
                  <a:pt x="19467" y="20534"/>
                </a:lnTo>
                <a:lnTo>
                  <a:pt x="18791" y="20914"/>
                </a:lnTo>
                <a:lnTo>
                  <a:pt x="18124" y="21213"/>
                </a:lnTo>
                <a:lnTo>
                  <a:pt x="17461" y="21427"/>
                </a:lnTo>
                <a:lnTo>
                  <a:pt x="16797" y="21553"/>
                </a:lnTo>
                <a:lnTo>
                  <a:pt x="16124" y="21600"/>
                </a:lnTo>
                <a:lnTo>
                  <a:pt x="15440" y="21559"/>
                </a:lnTo>
                <a:lnTo>
                  <a:pt x="14737" y="21436"/>
                </a:lnTo>
                <a:lnTo>
                  <a:pt x="14012" y="21232"/>
                </a:lnTo>
                <a:lnTo>
                  <a:pt x="13259" y="20946"/>
                </a:lnTo>
                <a:lnTo>
                  <a:pt x="12684" y="20729"/>
                </a:lnTo>
                <a:lnTo>
                  <a:pt x="12100" y="20509"/>
                </a:lnTo>
                <a:lnTo>
                  <a:pt x="11377" y="20229"/>
                </a:lnTo>
                <a:lnTo>
                  <a:pt x="10654" y="19946"/>
                </a:lnTo>
                <a:lnTo>
                  <a:pt x="9931" y="19653"/>
                </a:lnTo>
                <a:lnTo>
                  <a:pt x="9209" y="19361"/>
                </a:lnTo>
                <a:lnTo>
                  <a:pt x="8486" y="19065"/>
                </a:lnTo>
                <a:lnTo>
                  <a:pt x="7868" y="18826"/>
                </a:lnTo>
                <a:lnTo>
                  <a:pt x="7250" y="18590"/>
                </a:lnTo>
                <a:lnTo>
                  <a:pt x="6633" y="18351"/>
                </a:lnTo>
                <a:lnTo>
                  <a:pt x="6015" y="18115"/>
                </a:lnTo>
                <a:lnTo>
                  <a:pt x="5347" y="17857"/>
                </a:lnTo>
                <a:lnTo>
                  <a:pt x="4678" y="17596"/>
                </a:lnTo>
                <a:lnTo>
                  <a:pt x="4009" y="17332"/>
                </a:lnTo>
                <a:lnTo>
                  <a:pt x="3341" y="17068"/>
                </a:lnTo>
                <a:lnTo>
                  <a:pt x="2672" y="16804"/>
                </a:lnTo>
                <a:lnTo>
                  <a:pt x="2004" y="16537"/>
                </a:lnTo>
                <a:lnTo>
                  <a:pt x="1336" y="16266"/>
                </a:lnTo>
                <a:lnTo>
                  <a:pt x="668" y="15996"/>
                </a:lnTo>
                <a:lnTo>
                  <a:pt x="0" y="15725"/>
                </a:lnTo>
                <a:lnTo>
                  <a:pt x="0" y="14165"/>
                </a:lnTo>
                <a:lnTo>
                  <a:pt x="0" y="12580"/>
                </a:lnTo>
                <a:lnTo>
                  <a:pt x="272" y="12495"/>
                </a:lnTo>
                <a:lnTo>
                  <a:pt x="750" y="12344"/>
                </a:lnTo>
                <a:lnTo>
                  <a:pt x="1844" y="12001"/>
                </a:lnTo>
                <a:lnTo>
                  <a:pt x="3218" y="11561"/>
                </a:lnTo>
                <a:lnTo>
                  <a:pt x="4416" y="11177"/>
                </a:lnTo>
                <a:lnTo>
                  <a:pt x="5453" y="10841"/>
                </a:lnTo>
                <a:lnTo>
                  <a:pt x="6353" y="10548"/>
                </a:lnTo>
                <a:lnTo>
                  <a:pt x="7131" y="10291"/>
                </a:lnTo>
                <a:lnTo>
                  <a:pt x="7808" y="10058"/>
                </a:lnTo>
                <a:lnTo>
                  <a:pt x="8401" y="9847"/>
                </a:lnTo>
                <a:lnTo>
                  <a:pt x="8930" y="9649"/>
                </a:lnTo>
                <a:lnTo>
                  <a:pt x="9413" y="9457"/>
                </a:lnTo>
                <a:lnTo>
                  <a:pt x="9870" y="9265"/>
                </a:lnTo>
                <a:lnTo>
                  <a:pt x="10319" y="9067"/>
                </a:lnTo>
                <a:lnTo>
                  <a:pt x="10777" y="8853"/>
                </a:lnTo>
                <a:lnTo>
                  <a:pt x="11266" y="8621"/>
                </a:lnTo>
                <a:lnTo>
                  <a:pt x="11803" y="8356"/>
                </a:lnTo>
                <a:lnTo>
                  <a:pt x="12407" y="8058"/>
                </a:lnTo>
                <a:lnTo>
                  <a:pt x="12704" y="7916"/>
                </a:lnTo>
                <a:lnTo>
                  <a:pt x="13601" y="7482"/>
                </a:lnTo>
                <a:lnTo>
                  <a:pt x="13799" y="7183"/>
                </a:lnTo>
                <a:lnTo>
                  <a:pt x="14400" y="6290"/>
                </a:lnTo>
                <a:lnTo>
                  <a:pt x="14400" y="4211"/>
                </a:lnTo>
                <a:lnTo>
                  <a:pt x="14400" y="2120"/>
                </a:lnTo>
                <a:lnTo>
                  <a:pt x="14400" y="0"/>
                </a:lnTo>
                <a:close/>
              </a:path>
            </a:pathLst>
          </a:custGeom>
          <a:solidFill>
            <a:srgbClr val="9DA6AB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4" name="contour_06372"/>
          <p:cNvSpPr/>
          <p:nvPr/>
        </p:nvSpPr>
        <p:spPr>
          <a:xfrm>
            <a:off x="10228139" y="1303814"/>
            <a:ext cx="116608" cy="23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263"/>
                </a:moveTo>
                <a:lnTo>
                  <a:pt x="14587" y="290"/>
                </a:lnTo>
                <a:lnTo>
                  <a:pt x="15341" y="324"/>
                </a:lnTo>
                <a:lnTo>
                  <a:pt x="16106" y="358"/>
                </a:lnTo>
                <a:lnTo>
                  <a:pt x="17021" y="392"/>
                </a:lnTo>
                <a:lnTo>
                  <a:pt x="17937" y="439"/>
                </a:lnTo>
                <a:lnTo>
                  <a:pt x="18853" y="493"/>
                </a:lnTo>
                <a:lnTo>
                  <a:pt x="19768" y="554"/>
                </a:lnTo>
                <a:lnTo>
                  <a:pt x="20685" y="614"/>
                </a:lnTo>
                <a:lnTo>
                  <a:pt x="21600" y="682"/>
                </a:lnTo>
                <a:lnTo>
                  <a:pt x="21600" y="5138"/>
                </a:lnTo>
                <a:lnTo>
                  <a:pt x="21600" y="9629"/>
                </a:lnTo>
                <a:lnTo>
                  <a:pt x="21600" y="14186"/>
                </a:lnTo>
                <a:lnTo>
                  <a:pt x="20687" y="16171"/>
                </a:lnTo>
                <a:lnTo>
                  <a:pt x="19788" y="17785"/>
                </a:lnTo>
                <a:lnTo>
                  <a:pt x="18896" y="19054"/>
                </a:lnTo>
                <a:lnTo>
                  <a:pt x="18005" y="20027"/>
                </a:lnTo>
                <a:lnTo>
                  <a:pt x="17106" y="20729"/>
                </a:lnTo>
                <a:lnTo>
                  <a:pt x="16195" y="21202"/>
                </a:lnTo>
                <a:lnTo>
                  <a:pt x="15263" y="21478"/>
                </a:lnTo>
                <a:lnTo>
                  <a:pt x="14306" y="21600"/>
                </a:lnTo>
                <a:lnTo>
                  <a:pt x="13315" y="21593"/>
                </a:lnTo>
                <a:lnTo>
                  <a:pt x="12968" y="21586"/>
                </a:lnTo>
                <a:lnTo>
                  <a:pt x="12357" y="21573"/>
                </a:lnTo>
                <a:lnTo>
                  <a:pt x="10955" y="21532"/>
                </a:lnTo>
                <a:lnTo>
                  <a:pt x="10151" y="21472"/>
                </a:lnTo>
                <a:lnTo>
                  <a:pt x="9342" y="21418"/>
                </a:lnTo>
                <a:lnTo>
                  <a:pt x="8521" y="21357"/>
                </a:lnTo>
                <a:lnTo>
                  <a:pt x="7702" y="21330"/>
                </a:lnTo>
                <a:lnTo>
                  <a:pt x="6877" y="21296"/>
                </a:lnTo>
                <a:lnTo>
                  <a:pt x="6041" y="21262"/>
                </a:lnTo>
                <a:lnTo>
                  <a:pt x="5179" y="21229"/>
                </a:lnTo>
                <a:lnTo>
                  <a:pt x="4315" y="21195"/>
                </a:lnTo>
                <a:lnTo>
                  <a:pt x="3452" y="21148"/>
                </a:lnTo>
                <a:lnTo>
                  <a:pt x="2589" y="21100"/>
                </a:lnTo>
                <a:lnTo>
                  <a:pt x="1727" y="21046"/>
                </a:lnTo>
                <a:lnTo>
                  <a:pt x="863" y="20992"/>
                </a:lnTo>
                <a:lnTo>
                  <a:pt x="0" y="20938"/>
                </a:lnTo>
                <a:lnTo>
                  <a:pt x="0" y="16475"/>
                </a:lnTo>
                <a:lnTo>
                  <a:pt x="0" y="11985"/>
                </a:lnTo>
                <a:lnTo>
                  <a:pt x="0" y="7434"/>
                </a:lnTo>
                <a:lnTo>
                  <a:pt x="900" y="5827"/>
                </a:lnTo>
                <a:lnTo>
                  <a:pt x="1802" y="4463"/>
                </a:lnTo>
                <a:lnTo>
                  <a:pt x="2708" y="3322"/>
                </a:lnTo>
                <a:lnTo>
                  <a:pt x="3617" y="2383"/>
                </a:lnTo>
                <a:lnTo>
                  <a:pt x="4528" y="1634"/>
                </a:lnTo>
                <a:lnTo>
                  <a:pt x="5442" y="1053"/>
                </a:lnTo>
                <a:lnTo>
                  <a:pt x="6360" y="621"/>
                </a:lnTo>
                <a:lnTo>
                  <a:pt x="7281" y="317"/>
                </a:lnTo>
                <a:lnTo>
                  <a:pt x="8205" y="128"/>
                </a:lnTo>
                <a:lnTo>
                  <a:pt x="9134" y="27"/>
                </a:lnTo>
                <a:lnTo>
                  <a:pt x="10066" y="0"/>
                </a:lnTo>
                <a:lnTo>
                  <a:pt x="11003" y="34"/>
                </a:lnTo>
                <a:lnTo>
                  <a:pt x="11943" y="95"/>
                </a:lnTo>
                <a:lnTo>
                  <a:pt x="12888" y="176"/>
                </a:lnTo>
                <a:lnTo>
                  <a:pt x="13838" y="263"/>
                </a:lnTo>
                <a:close/>
              </a:path>
            </a:pathLst>
          </a:custGeom>
          <a:solidFill>
            <a:srgbClr val="E2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5" name="contour_06373"/>
          <p:cNvSpPr/>
          <p:nvPr/>
        </p:nvSpPr>
        <p:spPr>
          <a:xfrm>
            <a:off x="9601372" y="962015"/>
            <a:ext cx="102032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16" y="240"/>
                </a:lnTo>
                <a:lnTo>
                  <a:pt x="1833" y="480"/>
                </a:lnTo>
                <a:lnTo>
                  <a:pt x="2749" y="721"/>
                </a:lnTo>
                <a:lnTo>
                  <a:pt x="3666" y="963"/>
                </a:lnTo>
                <a:lnTo>
                  <a:pt x="4581" y="1203"/>
                </a:lnTo>
                <a:lnTo>
                  <a:pt x="5497" y="1445"/>
                </a:lnTo>
                <a:lnTo>
                  <a:pt x="6412" y="1687"/>
                </a:lnTo>
                <a:lnTo>
                  <a:pt x="7329" y="1929"/>
                </a:lnTo>
                <a:lnTo>
                  <a:pt x="8014" y="2108"/>
                </a:lnTo>
                <a:lnTo>
                  <a:pt x="8703" y="2288"/>
                </a:lnTo>
                <a:lnTo>
                  <a:pt x="9402" y="2471"/>
                </a:lnTo>
                <a:lnTo>
                  <a:pt x="10365" y="2728"/>
                </a:lnTo>
                <a:lnTo>
                  <a:pt x="11321" y="2989"/>
                </a:lnTo>
                <a:lnTo>
                  <a:pt x="12273" y="3255"/>
                </a:lnTo>
                <a:lnTo>
                  <a:pt x="13221" y="3525"/>
                </a:lnTo>
                <a:lnTo>
                  <a:pt x="14163" y="3799"/>
                </a:lnTo>
                <a:lnTo>
                  <a:pt x="15103" y="4077"/>
                </a:lnTo>
                <a:lnTo>
                  <a:pt x="16038" y="4361"/>
                </a:lnTo>
                <a:lnTo>
                  <a:pt x="16971" y="4649"/>
                </a:lnTo>
                <a:lnTo>
                  <a:pt x="17900" y="4942"/>
                </a:lnTo>
                <a:lnTo>
                  <a:pt x="18827" y="5242"/>
                </a:lnTo>
                <a:lnTo>
                  <a:pt x="19753" y="5546"/>
                </a:lnTo>
                <a:lnTo>
                  <a:pt x="20677" y="5856"/>
                </a:lnTo>
                <a:lnTo>
                  <a:pt x="21600" y="6171"/>
                </a:lnTo>
                <a:lnTo>
                  <a:pt x="20685" y="6321"/>
                </a:lnTo>
                <a:lnTo>
                  <a:pt x="19770" y="6467"/>
                </a:lnTo>
                <a:lnTo>
                  <a:pt x="18854" y="6609"/>
                </a:lnTo>
                <a:lnTo>
                  <a:pt x="17936" y="6749"/>
                </a:lnTo>
                <a:lnTo>
                  <a:pt x="17423" y="6831"/>
                </a:lnTo>
                <a:lnTo>
                  <a:pt x="15874" y="7076"/>
                </a:lnTo>
                <a:lnTo>
                  <a:pt x="14879" y="7128"/>
                </a:lnTo>
                <a:lnTo>
                  <a:pt x="14117" y="7107"/>
                </a:lnTo>
                <a:lnTo>
                  <a:pt x="13346" y="6970"/>
                </a:lnTo>
                <a:lnTo>
                  <a:pt x="12321" y="6672"/>
                </a:lnTo>
                <a:lnTo>
                  <a:pt x="10800" y="6171"/>
                </a:lnTo>
                <a:lnTo>
                  <a:pt x="10800" y="6899"/>
                </a:lnTo>
                <a:lnTo>
                  <a:pt x="10800" y="7626"/>
                </a:lnTo>
                <a:lnTo>
                  <a:pt x="10800" y="8354"/>
                </a:lnTo>
                <a:lnTo>
                  <a:pt x="10800" y="9082"/>
                </a:lnTo>
                <a:lnTo>
                  <a:pt x="10800" y="9811"/>
                </a:lnTo>
                <a:lnTo>
                  <a:pt x="10800" y="10539"/>
                </a:lnTo>
                <a:lnTo>
                  <a:pt x="10800" y="11269"/>
                </a:lnTo>
                <a:lnTo>
                  <a:pt x="10800" y="11998"/>
                </a:lnTo>
                <a:lnTo>
                  <a:pt x="10800" y="12730"/>
                </a:lnTo>
                <a:lnTo>
                  <a:pt x="10800" y="13462"/>
                </a:lnTo>
                <a:lnTo>
                  <a:pt x="10800" y="14194"/>
                </a:lnTo>
                <a:lnTo>
                  <a:pt x="10800" y="14929"/>
                </a:lnTo>
                <a:lnTo>
                  <a:pt x="10800" y="15663"/>
                </a:lnTo>
                <a:lnTo>
                  <a:pt x="10800" y="16400"/>
                </a:lnTo>
                <a:lnTo>
                  <a:pt x="10800" y="17138"/>
                </a:lnTo>
                <a:lnTo>
                  <a:pt x="10800" y="17878"/>
                </a:lnTo>
                <a:lnTo>
                  <a:pt x="10800" y="18618"/>
                </a:lnTo>
                <a:lnTo>
                  <a:pt x="10800" y="19361"/>
                </a:lnTo>
                <a:lnTo>
                  <a:pt x="10800" y="20105"/>
                </a:lnTo>
                <a:lnTo>
                  <a:pt x="10800" y="20851"/>
                </a:lnTo>
                <a:lnTo>
                  <a:pt x="10800" y="21600"/>
                </a:lnTo>
                <a:lnTo>
                  <a:pt x="10035" y="21600"/>
                </a:lnTo>
                <a:lnTo>
                  <a:pt x="9257" y="21600"/>
                </a:lnTo>
                <a:lnTo>
                  <a:pt x="9248" y="20875"/>
                </a:lnTo>
                <a:lnTo>
                  <a:pt x="9239" y="20138"/>
                </a:lnTo>
                <a:lnTo>
                  <a:pt x="9222" y="19463"/>
                </a:lnTo>
                <a:lnTo>
                  <a:pt x="9200" y="18788"/>
                </a:lnTo>
                <a:lnTo>
                  <a:pt x="9177" y="18112"/>
                </a:lnTo>
                <a:lnTo>
                  <a:pt x="9151" y="17437"/>
                </a:lnTo>
                <a:lnTo>
                  <a:pt x="9121" y="16763"/>
                </a:lnTo>
                <a:lnTo>
                  <a:pt x="9091" y="16088"/>
                </a:lnTo>
                <a:lnTo>
                  <a:pt x="9057" y="15413"/>
                </a:lnTo>
                <a:lnTo>
                  <a:pt x="9021" y="14738"/>
                </a:lnTo>
                <a:lnTo>
                  <a:pt x="8996" y="14156"/>
                </a:lnTo>
                <a:lnTo>
                  <a:pt x="8978" y="13573"/>
                </a:lnTo>
                <a:lnTo>
                  <a:pt x="8964" y="12990"/>
                </a:lnTo>
                <a:lnTo>
                  <a:pt x="8955" y="12407"/>
                </a:lnTo>
                <a:lnTo>
                  <a:pt x="8941" y="11658"/>
                </a:lnTo>
                <a:lnTo>
                  <a:pt x="8915" y="10918"/>
                </a:lnTo>
                <a:lnTo>
                  <a:pt x="8873" y="10187"/>
                </a:lnTo>
                <a:lnTo>
                  <a:pt x="8808" y="9462"/>
                </a:lnTo>
                <a:lnTo>
                  <a:pt x="8719" y="8741"/>
                </a:lnTo>
                <a:lnTo>
                  <a:pt x="8598" y="8023"/>
                </a:lnTo>
                <a:lnTo>
                  <a:pt x="8443" y="7306"/>
                </a:lnTo>
                <a:lnTo>
                  <a:pt x="8247" y="6588"/>
                </a:lnTo>
                <a:lnTo>
                  <a:pt x="8006" y="5868"/>
                </a:lnTo>
                <a:lnTo>
                  <a:pt x="7714" y="5143"/>
                </a:lnTo>
                <a:lnTo>
                  <a:pt x="6897" y="4650"/>
                </a:lnTo>
                <a:lnTo>
                  <a:pt x="6096" y="4222"/>
                </a:lnTo>
                <a:lnTo>
                  <a:pt x="5292" y="3846"/>
                </a:lnTo>
                <a:lnTo>
                  <a:pt x="4463" y="3511"/>
                </a:lnTo>
                <a:lnTo>
                  <a:pt x="3593" y="3205"/>
                </a:lnTo>
                <a:lnTo>
                  <a:pt x="2660" y="2918"/>
                </a:lnTo>
                <a:lnTo>
                  <a:pt x="1643" y="2637"/>
                </a:lnTo>
                <a:lnTo>
                  <a:pt x="829" y="2349"/>
                </a:lnTo>
                <a:lnTo>
                  <a:pt x="0" y="2057"/>
                </a:lnTo>
                <a:lnTo>
                  <a:pt x="0" y="1377"/>
                </a:lnTo>
                <a:lnTo>
                  <a:pt x="0" y="693"/>
                </a:lnTo>
                <a:lnTo>
                  <a:pt x="0" y="0"/>
                </a:lnTo>
                <a:close/>
              </a:path>
            </a:pathLst>
          </a:custGeom>
          <a:solidFill>
            <a:srgbClr val="A0AAAE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6" name="contour_06374"/>
          <p:cNvSpPr/>
          <p:nvPr/>
        </p:nvSpPr>
        <p:spPr>
          <a:xfrm>
            <a:off x="4798585" y="6056321"/>
            <a:ext cx="5982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88" y="0"/>
                </a:moveTo>
                <a:lnTo>
                  <a:pt x="17332" y="484"/>
                </a:lnTo>
                <a:lnTo>
                  <a:pt x="18395" y="870"/>
                </a:lnTo>
                <a:lnTo>
                  <a:pt x="19469" y="1363"/>
                </a:lnTo>
                <a:lnTo>
                  <a:pt x="21050" y="2160"/>
                </a:lnTo>
                <a:lnTo>
                  <a:pt x="21468" y="3678"/>
                </a:lnTo>
                <a:lnTo>
                  <a:pt x="21600" y="4836"/>
                </a:lnTo>
                <a:lnTo>
                  <a:pt x="21563" y="6623"/>
                </a:lnTo>
                <a:lnTo>
                  <a:pt x="21550" y="7279"/>
                </a:lnTo>
                <a:lnTo>
                  <a:pt x="21513" y="9260"/>
                </a:lnTo>
                <a:lnTo>
                  <a:pt x="21445" y="10627"/>
                </a:lnTo>
                <a:lnTo>
                  <a:pt x="21379" y="12014"/>
                </a:lnTo>
                <a:lnTo>
                  <a:pt x="21342" y="13394"/>
                </a:lnTo>
                <a:lnTo>
                  <a:pt x="21308" y="14796"/>
                </a:lnTo>
                <a:lnTo>
                  <a:pt x="21266" y="16157"/>
                </a:lnTo>
                <a:lnTo>
                  <a:pt x="21218" y="17518"/>
                </a:lnTo>
                <a:lnTo>
                  <a:pt x="21166" y="18878"/>
                </a:lnTo>
                <a:lnTo>
                  <a:pt x="21108" y="20239"/>
                </a:lnTo>
                <a:lnTo>
                  <a:pt x="21050" y="21600"/>
                </a:lnTo>
                <a:lnTo>
                  <a:pt x="20687" y="20503"/>
                </a:lnTo>
                <a:lnTo>
                  <a:pt x="20321" y="19390"/>
                </a:lnTo>
                <a:lnTo>
                  <a:pt x="19377" y="18343"/>
                </a:lnTo>
                <a:lnTo>
                  <a:pt x="18419" y="17280"/>
                </a:lnTo>
                <a:lnTo>
                  <a:pt x="16590" y="17304"/>
                </a:lnTo>
                <a:lnTo>
                  <a:pt x="15214" y="17343"/>
                </a:lnTo>
                <a:lnTo>
                  <a:pt x="14033" y="17418"/>
                </a:lnTo>
                <a:lnTo>
                  <a:pt x="12785" y="17552"/>
                </a:lnTo>
                <a:lnTo>
                  <a:pt x="11209" y="17770"/>
                </a:lnTo>
                <a:lnTo>
                  <a:pt x="9046" y="18090"/>
                </a:lnTo>
                <a:lnTo>
                  <a:pt x="7357" y="18330"/>
                </a:lnTo>
                <a:lnTo>
                  <a:pt x="5657" y="18572"/>
                </a:lnTo>
                <a:lnTo>
                  <a:pt x="3936" y="18816"/>
                </a:lnTo>
                <a:lnTo>
                  <a:pt x="2637" y="19021"/>
                </a:lnTo>
                <a:lnTo>
                  <a:pt x="1326" y="19230"/>
                </a:lnTo>
                <a:lnTo>
                  <a:pt x="0" y="19440"/>
                </a:lnTo>
                <a:lnTo>
                  <a:pt x="132" y="18032"/>
                </a:lnTo>
                <a:lnTo>
                  <a:pt x="287" y="16645"/>
                </a:lnTo>
                <a:lnTo>
                  <a:pt x="482" y="15280"/>
                </a:lnTo>
                <a:lnTo>
                  <a:pt x="734" y="13930"/>
                </a:lnTo>
                <a:lnTo>
                  <a:pt x="1060" y="12595"/>
                </a:lnTo>
                <a:lnTo>
                  <a:pt x="1474" y="11271"/>
                </a:lnTo>
                <a:lnTo>
                  <a:pt x="1992" y="9953"/>
                </a:lnTo>
                <a:lnTo>
                  <a:pt x="2631" y="8640"/>
                </a:lnTo>
                <a:lnTo>
                  <a:pt x="4307" y="8437"/>
                </a:lnTo>
                <a:lnTo>
                  <a:pt x="5894" y="8398"/>
                </a:lnTo>
                <a:lnTo>
                  <a:pt x="7452" y="8478"/>
                </a:lnTo>
                <a:lnTo>
                  <a:pt x="9044" y="8636"/>
                </a:lnTo>
                <a:lnTo>
                  <a:pt x="10730" y="8834"/>
                </a:lnTo>
                <a:lnTo>
                  <a:pt x="11935" y="8737"/>
                </a:lnTo>
                <a:lnTo>
                  <a:pt x="13156" y="8640"/>
                </a:lnTo>
                <a:lnTo>
                  <a:pt x="13975" y="7262"/>
                </a:lnTo>
                <a:lnTo>
                  <a:pt x="14590" y="5869"/>
                </a:lnTo>
                <a:lnTo>
                  <a:pt x="15043" y="4454"/>
                </a:lnTo>
                <a:lnTo>
                  <a:pt x="15369" y="3011"/>
                </a:lnTo>
                <a:lnTo>
                  <a:pt x="15606" y="1529"/>
                </a:lnTo>
                <a:lnTo>
                  <a:pt x="15788" y="0"/>
                </a:lnTo>
                <a:close/>
              </a:path>
            </a:pathLst>
          </a:custGeom>
          <a:solidFill>
            <a:srgbClr val="A38D58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7" name="contour_06375"/>
          <p:cNvSpPr/>
          <p:nvPr/>
        </p:nvSpPr>
        <p:spPr>
          <a:xfrm>
            <a:off x="855782" y="5961577"/>
            <a:ext cx="123896" cy="807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0"/>
                </a:moveTo>
                <a:lnTo>
                  <a:pt x="13336" y="0"/>
                </a:lnTo>
                <a:lnTo>
                  <a:pt x="13976" y="0"/>
                </a:lnTo>
                <a:lnTo>
                  <a:pt x="14158" y="1366"/>
                </a:lnTo>
                <a:lnTo>
                  <a:pt x="14334" y="2733"/>
                </a:lnTo>
                <a:lnTo>
                  <a:pt x="14502" y="4099"/>
                </a:lnTo>
                <a:lnTo>
                  <a:pt x="14663" y="5465"/>
                </a:lnTo>
                <a:lnTo>
                  <a:pt x="14816" y="6836"/>
                </a:lnTo>
                <a:lnTo>
                  <a:pt x="14962" y="8208"/>
                </a:lnTo>
                <a:lnTo>
                  <a:pt x="15100" y="9584"/>
                </a:lnTo>
                <a:lnTo>
                  <a:pt x="15229" y="10964"/>
                </a:lnTo>
                <a:lnTo>
                  <a:pt x="15494" y="13151"/>
                </a:lnTo>
                <a:lnTo>
                  <a:pt x="15717" y="14759"/>
                </a:lnTo>
                <a:lnTo>
                  <a:pt x="15942" y="15924"/>
                </a:lnTo>
                <a:lnTo>
                  <a:pt x="16213" y="16788"/>
                </a:lnTo>
                <a:lnTo>
                  <a:pt x="16575" y="17491"/>
                </a:lnTo>
                <a:lnTo>
                  <a:pt x="17070" y="18173"/>
                </a:lnTo>
                <a:lnTo>
                  <a:pt x="17745" y="18975"/>
                </a:lnTo>
                <a:lnTo>
                  <a:pt x="18504" y="19540"/>
                </a:lnTo>
                <a:lnTo>
                  <a:pt x="19263" y="20066"/>
                </a:lnTo>
                <a:lnTo>
                  <a:pt x="20027" y="20557"/>
                </a:lnTo>
                <a:lnTo>
                  <a:pt x="20805" y="21015"/>
                </a:lnTo>
                <a:lnTo>
                  <a:pt x="21600" y="21440"/>
                </a:lnTo>
                <a:lnTo>
                  <a:pt x="20707" y="21501"/>
                </a:lnTo>
                <a:lnTo>
                  <a:pt x="19820" y="21547"/>
                </a:lnTo>
                <a:lnTo>
                  <a:pt x="18938" y="21581"/>
                </a:lnTo>
                <a:lnTo>
                  <a:pt x="18061" y="21598"/>
                </a:lnTo>
                <a:lnTo>
                  <a:pt x="17190" y="21600"/>
                </a:lnTo>
                <a:lnTo>
                  <a:pt x="16321" y="21586"/>
                </a:lnTo>
                <a:lnTo>
                  <a:pt x="15455" y="21555"/>
                </a:lnTo>
                <a:lnTo>
                  <a:pt x="14591" y="21506"/>
                </a:lnTo>
                <a:lnTo>
                  <a:pt x="13730" y="21440"/>
                </a:lnTo>
                <a:lnTo>
                  <a:pt x="12870" y="21352"/>
                </a:lnTo>
                <a:lnTo>
                  <a:pt x="12010" y="21247"/>
                </a:lnTo>
                <a:lnTo>
                  <a:pt x="11151" y="21121"/>
                </a:lnTo>
                <a:lnTo>
                  <a:pt x="10290" y="20974"/>
                </a:lnTo>
                <a:lnTo>
                  <a:pt x="9429" y="20805"/>
                </a:lnTo>
                <a:lnTo>
                  <a:pt x="8565" y="20614"/>
                </a:lnTo>
                <a:lnTo>
                  <a:pt x="7700" y="20399"/>
                </a:lnTo>
                <a:lnTo>
                  <a:pt x="6831" y="20162"/>
                </a:lnTo>
                <a:lnTo>
                  <a:pt x="5959" y="19898"/>
                </a:lnTo>
                <a:lnTo>
                  <a:pt x="5082" y="19612"/>
                </a:lnTo>
                <a:lnTo>
                  <a:pt x="4323" y="19359"/>
                </a:lnTo>
                <a:lnTo>
                  <a:pt x="3551" y="19099"/>
                </a:lnTo>
                <a:lnTo>
                  <a:pt x="2835" y="18824"/>
                </a:lnTo>
                <a:lnTo>
                  <a:pt x="2122" y="18526"/>
                </a:lnTo>
                <a:lnTo>
                  <a:pt x="1413" y="18211"/>
                </a:lnTo>
                <a:lnTo>
                  <a:pt x="705" y="17881"/>
                </a:lnTo>
                <a:lnTo>
                  <a:pt x="0" y="17542"/>
                </a:lnTo>
                <a:lnTo>
                  <a:pt x="0" y="16575"/>
                </a:lnTo>
                <a:lnTo>
                  <a:pt x="0" y="15593"/>
                </a:lnTo>
                <a:lnTo>
                  <a:pt x="614" y="15497"/>
                </a:lnTo>
                <a:lnTo>
                  <a:pt x="1230" y="15402"/>
                </a:lnTo>
                <a:lnTo>
                  <a:pt x="1856" y="15304"/>
                </a:lnTo>
                <a:lnTo>
                  <a:pt x="2659" y="15158"/>
                </a:lnTo>
                <a:lnTo>
                  <a:pt x="3469" y="15010"/>
                </a:lnTo>
                <a:lnTo>
                  <a:pt x="4288" y="14862"/>
                </a:lnTo>
                <a:lnTo>
                  <a:pt x="5085" y="14726"/>
                </a:lnTo>
                <a:lnTo>
                  <a:pt x="5887" y="14589"/>
                </a:lnTo>
                <a:lnTo>
                  <a:pt x="6700" y="14451"/>
                </a:lnTo>
                <a:lnTo>
                  <a:pt x="7653" y="14071"/>
                </a:lnTo>
                <a:lnTo>
                  <a:pt x="8449" y="13667"/>
                </a:lnTo>
                <a:lnTo>
                  <a:pt x="9129" y="13197"/>
                </a:lnTo>
                <a:lnTo>
                  <a:pt x="9730" y="12613"/>
                </a:lnTo>
                <a:lnTo>
                  <a:pt x="10289" y="11874"/>
                </a:lnTo>
                <a:lnTo>
                  <a:pt x="10844" y="10933"/>
                </a:lnTo>
                <a:lnTo>
                  <a:pt x="11435" y="9746"/>
                </a:lnTo>
                <a:lnTo>
                  <a:pt x="11717" y="8253"/>
                </a:lnTo>
                <a:lnTo>
                  <a:pt x="11886" y="7221"/>
                </a:lnTo>
                <a:lnTo>
                  <a:pt x="12007" y="6175"/>
                </a:lnTo>
                <a:lnTo>
                  <a:pt x="12149" y="4629"/>
                </a:lnTo>
                <a:lnTo>
                  <a:pt x="12295" y="3074"/>
                </a:lnTo>
                <a:lnTo>
                  <a:pt x="12402" y="2074"/>
                </a:lnTo>
                <a:lnTo>
                  <a:pt x="12522" y="1195"/>
                </a:lnTo>
                <a:lnTo>
                  <a:pt x="12706" y="0"/>
                </a:lnTo>
                <a:close/>
              </a:path>
            </a:pathLst>
          </a:custGeom>
          <a:solidFill>
            <a:srgbClr val="A2A4A5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8" name="contour_06376"/>
          <p:cNvSpPr/>
          <p:nvPr/>
        </p:nvSpPr>
        <p:spPr>
          <a:xfrm>
            <a:off x="1752205" y="5954289"/>
            <a:ext cx="58304" cy="67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902" y="1121"/>
                </a:lnTo>
                <a:lnTo>
                  <a:pt x="6412" y="2259"/>
                </a:lnTo>
                <a:lnTo>
                  <a:pt x="7695" y="3963"/>
                </a:lnTo>
                <a:lnTo>
                  <a:pt x="8788" y="4768"/>
                </a:lnTo>
                <a:lnTo>
                  <a:pt x="10633" y="5360"/>
                </a:lnTo>
                <a:lnTo>
                  <a:pt x="11345" y="5434"/>
                </a:lnTo>
                <a:lnTo>
                  <a:pt x="13500" y="5659"/>
                </a:lnTo>
                <a:lnTo>
                  <a:pt x="15625" y="6052"/>
                </a:lnTo>
                <a:lnTo>
                  <a:pt x="17026" y="6391"/>
                </a:lnTo>
                <a:lnTo>
                  <a:pt x="18900" y="6964"/>
                </a:lnTo>
                <a:lnTo>
                  <a:pt x="20056" y="8552"/>
                </a:lnTo>
                <a:lnTo>
                  <a:pt x="20774" y="9708"/>
                </a:lnTo>
                <a:lnTo>
                  <a:pt x="21184" y="10766"/>
                </a:lnTo>
                <a:lnTo>
                  <a:pt x="21416" y="12062"/>
                </a:lnTo>
                <a:lnTo>
                  <a:pt x="21600" y="13928"/>
                </a:lnTo>
                <a:lnTo>
                  <a:pt x="20871" y="15592"/>
                </a:lnTo>
                <a:lnTo>
                  <a:pt x="20274" y="16797"/>
                </a:lnTo>
                <a:lnTo>
                  <a:pt x="19659" y="17737"/>
                </a:lnTo>
                <a:lnTo>
                  <a:pt x="18876" y="18603"/>
                </a:lnTo>
                <a:lnTo>
                  <a:pt x="17771" y="19590"/>
                </a:lnTo>
                <a:lnTo>
                  <a:pt x="16200" y="20892"/>
                </a:lnTo>
                <a:lnTo>
                  <a:pt x="14237" y="21212"/>
                </a:lnTo>
                <a:lnTo>
                  <a:pt x="12304" y="21444"/>
                </a:lnTo>
                <a:lnTo>
                  <a:pt x="10390" y="21579"/>
                </a:lnTo>
                <a:lnTo>
                  <a:pt x="8483" y="21600"/>
                </a:lnTo>
                <a:lnTo>
                  <a:pt x="6572" y="21500"/>
                </a:lnTo>
                <a:lnTo>
                  <a:pt x="4649" y="21268"/>
                </a:lnTo>
                <a:lnTo>
                  <a:pt x="2700" y="20892"/>
                </a:lnTo>
                <a:lnTo>
                  <a:pt x="1577" y="19785"/>
                </a:lnTo>
                <a:lnTo>
                  <a:pt x="923" y="18930"/>
                </a:lnTo>
                <a:lnTo>
                  <a:pt x="481" y="17897"/>
                </a:lnTo>
                <a:lnTo>
                  <a:pt x="0" y="16249"/>
                </a:lnTo>
                <a:lnTo>
                  <a:pt x="394" y="14541"/>
                </a:lnTo>
                <a:lnTo>
                  <a:pt x="705" y="13264"/>
                </a:lnTo>
                <a:lnTo>
                  <a:pt x="1004" y="12192"/>
                </a:lnTo>
                <a:lnTo>
                  <a:pt x="1363" y="11084"/>
                </a:lnTo>
                <a:lnTo>
                  <a:pt x="1847" y="9710"/>
                </a:lnTo>
                <a:lnTo>
                  <a:pt x="2533" y="7834"/>
                </a:lnTo>
                <a:lnTo>
                  <a:pt x="2732" y="7266"/>
                </a:lnTo>
                <a:lnTo>
                  <a:pt x="3348" y="5550"/>
                </a:lnTo>
                <a:lnTo>
                  <a:pt x="3853" y="4160"/>
                </a:lnTo>
                <a:lnTo>
                  <a:pt x="4363" y="2772"/>
                </a:lnTo>
                <a:lnTo>
                  <a:pt x="4882" y="1386"/>
                </a:lnTo>
                <a:lnTo>
                  <a:pt x="5400" y="0"/>
                </a:lnTo>
                <a:close/>
              </a:path>
            </a:pathLst>
          </a:custGeom>
          <a:solidFill>
            <a:srgbClr val="A1A7AE"/>
          </a:solidFill>
          <a:ln>
            <a:noFill/>
          </a:ln>
        </p:spPr>
        <p:txBody>
          <a:bodyPr/>
          <a:lstStyle/>
          <a:p/>
        </p:txBody>
      </p:sp>
      <p:sp>
        <p:nvSpPr>
          <p:cNvPr id="6379" name="contour_06377"/>
          <p:cNvSpPr/>
          <p:nvPr/>
        </p:nvSpPr>
        <p:spPr>
          <a:xfrm>
            <a:off x="5541960" y="5909082"/>
            <a:ext cx="80168" cy="816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30" y="0"/>
                </a:moveTo>
                <a:lnTo>
                  <a:pt x="20306" y="195"/>
                </a:lnTo>
                <a:lnTo>
                  <a:pt x="21600" y="391"/>
                </a:lnTo>
                <a:lnTo>
                  <a:pt x="21154" y="1745"/>
                </a:lnTo>
                <a:lnTo>
                  <a:pt x="20687" y="3054"/>
                </a:lnTo>
                <a:lnTo>
                  <a:pt x="20196" y="4321"/>
                </a:lnTo>
                <a:lnTo>
                  <a:pt x="19676" y="5549"/>
                </a:lnTo>
                <a:lnTo>
                  <a:pt x="19122" y="6739"/>
                </a:lnTo>
                <a:lnTo>
                  <a:pt x="18533" y="7890"/>
                </a:lnTo>
                <a:lnTo>
                  <a:pt x="17904" y="9006"/>
                </a:lnTo>
                <a:lnTo>
                  <a:pt x="17231" y="10090"/>
                </a:lnTo>
                <a:lnTo>
                  <a:pt x="16510" y="11140"/>
                </a:lnTo>
                <a:lnTo>
                  <a:pt x="15739" y="12160"/>
                </a:lnTo>
                <a:lnTo>
                  <a:pt x="14912" y="13153"/>
                </a:lnTo>
                <a:lnTo>
                  <a:pt x="14026" y="14119"/>
                </a:lnTo>
                <a:lnTo>
                  <a:pt x="13078" y="15058"/>
                </a:lnTo>
                <a:lnTo>
                  <a:pt x="12063" y="15974"/>
                </a:lnTo>
                <a:lnTo>
                  <a:pt x="10979" y="16869"/>
                </a:lnTo>
                <a:lnTo>
                  <a:pt x="9818" y="17744"/>
                </a:lnTo>
                <a:lnTo>
                  <a:pt x="8620" y="18320"/>
                </a:lnTo>
                <a:lnTo>
                  <a:pt x="7417" y="18866"/>
                </a:lnTo>
                <a:lnTo>
                  <a:pt x="6209" y="19383"/>
                </a:lnTo>
                <a:lnTo>
                  <a:pt x="4992" y="19874"/>
                </a:lnTo>
                <a:lnTo>
                  <a:pt x="3764" y="20339"/>
                </a:lnTo>
                <a:lnTo>
                  <a:pt x="2525" y="20779"/>
                </a:lnTo>
                <a:lnTo>
                  <a:pt x="1272" y="21199"/>
                </a:lnTo>
                <a:lnTo>
                  <a:pt x="0" y="21600"/>
                </a:lnTo>
                <a:lnTo>
                  <a:pt x="619" y="20320"/>
                </a:lnTo>
                <a:lnTo>
                  <a:pt x="1247" y="19072"/>
                </a:lnTo>
                <a:lnTo>
                  <a:pt x="1893" y="17856"/>
                </a:lnTo>
                <a:lnTo>
                  <a:pt x="2557" y="16664"/>
                </a:lnTo>
                <a:lnTo>
                  <a:pt x="3240" y="15498"/>
                </a:lnTo>
                <a:lnTo>
                  <a:pt x="3947" y="14352"/>
                </a:lnTo>
                <a:lnTo>
                  <a:pt x="4677" y="13225"/>
                </a:lnTo>
                <a:lnTo>
                  <a:pt x="5433" y="12110"/>
                </a:lnTo>
                <a:lnTo>
                  <a:pt x="6219" y="11009"/>
                </a:lnTo>
                <a:lnTo>
                  <a:pt x="7036" y="9916"/>
                </a:lnTo>
                <a:lnTo>
                  <a:pt x="7886" y="8829"/>
                </a:lnTo>
                <a:lnTo>
                  <a:pt x="8772" y="7743"/>
                </a:lnTo>
                <a:lnTo>
                  <a:pt x="9694" y="6658"/>
                </a:lnTo>
                <a:lnTo>
                  <a:pt x="10068" y="6199"/>
                </a:lnTo>
                <a:lnTo>
                  <a:pt x="11195" y="4812"/>
                </a:lnTo>
                <a:lnTo>
                  <a:pt x="12589" y="3208"/>
                </a:lnTo>
                <a:lnTo>
                  <a:pt x="13663" y="2050"/>
                </a:lnTo>
                <a:lnTo>
                  <a:pt x="14553" y="1253"/>
                </a:lnTo>
                <a:lnTo>
                  <a:pt x="15399" y="735"/>
                </a:lnTo>
                <a:lnTo>
                  <a:pt x="16335" y="409"/>
                </a:lnTo>
                <a:lnTo>
                  <a:pt x="17500" y="191"/>
                </a:lnTo>
                <a:lnTo>
                  <a:pt x="19030" y="0"/>
                </a:lnTo>
                <a:close/>
              </a:path>
            </a:pathLst>
          </a:custGeom>
          <a:solidFill>
            <a:srgbClr val="B7C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0" name="contour_06378"/>
          <p:cNvSpPr/>
          <p:nvPr/>
        </p:nvSpPr>
        <p:spPr>
          <a:xfrm>
            <a:off x="1371888" y="5851827"/>
            <a:ext cx="52357" cy="660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87" y="141"/>
                </a:moveTo>
                <a:lnTo>
                  <a:pt x="15587" y="1717"/>
                </a:lnTo>
                <a:lnTo>
                  <a:pt x="15587" y="3302"/>
                </a:lnTo>
                <a:lnTo>
                  <a:pt x="15587" y="4909"/>
                </a:lnTo>
                <a:lnTo>
                  <a:pt x="17574" y="4909"/>
                </a:lnTo>
                <a:lnTo>
                  <a:pt x="19573" y="4909"/>
                </a:lnTo>
                <a:lnTo>
                  <a:pt x="21600" y="4909"/>
                </a:lnTo>
                <a:lnTo>
                  <a:pt x="20695" y="6478"/>
                </a:lnTo>
                <a:lnTo>
                  <a:pt x="19790" y="7976"/>
                </a:lnTo>
                <a:lnTo>
                  <a:pt x="18870" y="9411"/>
                </a:lnTo>
                <a:lnTo>
                  <a:pt x="17926" y="10789"/>
                </a:lnTo>
                <a:lnTo>
                  <a:pt x="16949" y="12117"/>
                </a:lnTo>
                <a:lnTo>
                  <a:pt x="15926" y="13398"/>
                </a:lnTo>
                <a:lnTo>
                  <a:pt x="14847" y="14640"/>
                </a:lnTo>
                <a:lnTo>
                  <a:pt x="13698" y="15847"/>
                </a:lnTo>
                <a:lnTo>
                  <a:pt x="12472" y="17029"/>
                </a:lnTo>
                <a:lnTo>
                  <a:pt x="11158" y="18188"/>
                </a:lnTo>
                <a:lnTo>
                  <a:pt x="9742" y="19332"/>
                </a:lnTo>
                <a:lnTo>
                  <a:pt x="8214" y="20467"/>
                </a:lnTo>
                <a:lnTo>
                  <a:pt x="6567" y="21600"/>
                </a:lnTo>
                <a:lnTo>
                  <a:pt x="4579" y="21600"/>
                </a:lnTo>
                <a:lnTo>
                  <a:pt x="2580" y="21600"/>
                </a:lnTo>
                <a:lnTo>
                  <a:pt x="553" y="21600"/>
                </a:lnTo>
                <a:lnTo>
                  <a:pt x="475" y="20036"/>
                </a:lnTo>
                <a:lnTo>
                  <a:pt x="403" y="18469"/>
                </a:lnTo>
                <a:lnTo>
                  <a:pt x="340" y="16905"/>
                </a:lnTo>
                <a:lnTo>
                  <a:pt x="280" y="15341"/>
                </a:lnTo>
                <a:lnTo>
                  <a:pt x="226" y="13777"/>
                </a:lnTo>
                <a:lnTo>
                  <a:pt x="177" y="12210"/>
                </a:lnTo>
                <a:lnTo>
                  <a:pt x="102" y="10873"/>
                </a:lnTo>
                <a:lnTo>
                  <a:pt x="24" y="9516"/>
                </a:lnTo>
                <a:lnTo>
                  <a:pt x="0" y="8219"/>
                </a:lnTo>
                <a:lnTo>
                  <a:pt x="18" y="7208"/>
                </a:lnTo>
                <a:lnTo>
                  <a:pt x="96" y="6145"/>
                </a:lnTo>
                <a:lnTo>
                  <a:pt x="268" y="4695"/>
                </a:lnTo>
                <a:lnTo>
                  <a:pt x="553" y="2525"/>
                </a:lnTo>
                <a:lnTo>
                  <a:pt x="2279" y="1550"/>
                </a:lnTo>
                <a:lnTo>
                  <a:pt x="4026" y="851"/>
                </a:lnTo>
                <a:lnTo>
                  <a:pt x="5803" y="391"/>
                </a:lnTo>
                <a:lnTo>
                  <a:pt x="7622" y="124"/>
                </a:lnTo>
                <a:lnTo>
                  <a:pt x="9498" y="7"/>
                </a:lnTo>
                <a:lnTo>
                  <a:pt x="11440" y="0"/>
                </a:lnTo>
                <a:lnTo>
                  <a:pt x="13467" y="60"/>
                </a:lnTo>
                <a:lnTo>
                  <a:pt x="15587" y="141"/>
                </a:lnTo>
                <a:close/>
              </a:path>
            </a:pathLst>
          </a:custGeom>
          <a:solidFill>
            <a:srgbClr val="A9ACAD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1" name="contour_06379"/>
          <p:cNvSpPr/>
          <p:nvPr/>
        </p:nvSpPr>
        <p:spPr>
          <a:xfrm>
            <a:off x="4215546" y="5845326"/>
            <a:ext cx="153048" cy="373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4007"/>
                </a:moveTo>
                <a:lnTo>
                  <a:pt x="14921" y="6084"/>
                </a:lnTo>
                <a:lnTo>
                  <a:pt x="15439" y="8177"/>
                </a:lnTo>
                <a:lnTo>
                  <a:pt x="15951" y="10297"/>
                </a:lnTo>
                <a:lnTo>
                  <a:pt x="16457" y="12433"/>
                </a:lnTo>
                <a:lnTo>
                  <a:pt x="17245" y="13368"/>
                </a:lnTo>
                <a:lnTo>
                  <a:pt x="17789" y="13928"/>
                </a:lnTo>
                <a:lnTo>
                  <a:pt x="18341" y="14328"/>
                </a:lnTo>
                <a:lnTo>
                  <a:pt x="19157" y="14800"/>
                </a:lnTo>
                <a:lnTo>
                  <a:pt x="19978" y="15285"/>
                </a:lnTo>
                <a:lnTo>
                  <a:pt x="20506" y="15639"/>
                </a:lnTo>
                <a:lnTo>
                  <a:pt x="20969" y="16035"/>
                </a:lnTo>
                <a:lnTo>
                  <a:pt x="21600" y="16646"/>
                </a:lnTo>
                <a:lnTo>
                  <a:pt x="21600" y="18735"/>
                </a:lnTo>
                <a:lnTo>
                  <a:pt x="21600" y="20859"/>
                </a:lnTo>
                <a:lnTo>
                  <a:pt x="20872" y="20968"/>
                </a:lnTo>
                <a:lnTo>
                  <a:pt x="20143" y="21069"/>
                </a:lnTo>
                <a:lnTo>
                  <a:pt x="19414" y="21162"/>
                </a:lnTo>
                <a:lnTo>
                  <a:pt x="18686" y="21242"/>
                </a:lnTo>
                <a:lnTo>
                  <a:pt x="17958" y="21318"/>
                </a:lnTo>
                <a:lnTo>
                  <a:pt x="17229" y="21385"/>
                </a:lnTo>
                <a:lnTo>
                  <a:pt x="16922" y="21436"/>
                </a:lnTo>
                <a:lnTo>
                  <a:pt x="15995" y="21600"/>
                </a:lnTo>
                <a:lnTo>
                  <a:pt x="15197" y="21592"/>
                </a:lnTo>
                <a:lnTo>
                  <a:pt x="14449" y="21453"/>
                </a:lnTo>
                <a:lnTo>
                  <a:pt x="13743" y="21166"/>
                </a:lnTo>
                <a:lnTo>
                  <a:pt x="13069" y="20715"/>
                </a:lnTo>
                <a:lnTo>
                  <a:pt x="12417" y="20092"/>
                </a:lnTo>
                <a:lnTo>
                  <a:pt x="11777" y="19279"/>
                </a:lnTo>
                <a:lnTo>
                  <a:pt x="11141" y="18259"/>
                </a:lnTo>
                <a:lnTo>
                  <a:pt x="10499" y="17025"/>
                </a:lnTo>
                <a:lnTo>
                  <a:pt x="9840" y="15559"/>
                </a:lnTo>
                <a:lnTo>
                  <a:pt x="9157" y="13844"/>
                </a:lnTo>
                <a:lnTo>
                  <a:pt x="8465" y="12917"/>
                </a:lnTo>
                <a:lnTo>
                  <a:pt x="7952" y="13031"/>
                </a:lnTo>
                <a:lnTo>
                  <a:pt x="7179" y="14269"/>
                </a:lnTo>
                <a:lnTo>
                  <a:pt x="6928" y="14859"/>
                </a:lnTo>
                <a:lnTo>
                  <a:pt x="6171" y="16646"/>
                </a:lnTo>
                <a:lnTo>
                  <a:pt x="5401" y="16848"/>
                </a:lnTo>
                <a:lnTo>
                  <a:pt x="4849" y="16961"/>
                </a:lnTo>
                <a:lnTo>
                  <a:pt x="4360" y="16999"/>
                </a:lnTo>
                <a:lnTo>
                  <a:pt x="3781" y="16978"/>
                </a:lnTo>
                <a:lnTo>
                  <a:pt x="2957" y="16907"/>
                </a:lnTo>
                <a:lnTo>
                  <a:pt x="2402" y="16869"/>
                </a:lnTo>
                <a:lnTo>
                  <a:pt x="1843" y="16831"/>
                </a:lnTo>
                <a:lnTo>
                  <a:pt x="1277" y="16793"/>
                </a:lnTo>
                <a:lnTo>
                  <a:pt x="643" y="16721"/>
                </a:lnTo>
                <a:lnTo>
                  <a:pt x="0" y="16646"/>
                </a:lnTo>
                <a:lnTo>
                  <a:pt x="393" y="15879"/>
                </a:lnTo>
                <a:lnTo>
                  <a:pt x="792" y="15099"/>
                </a:lnTo>
                <a:lnTo>
                  <a:pt x="1058" y="14564"/>
                </a:lnTo>
                <a:lnTo>
                  <a:pt x="1864" y="12959"/>
                </a:lnTo>
                <a:lnTo>
                  <a:pt x="2439" y="11826"/>
                </a:lnTo>
                <a:lnTo>
                  <a:pt x="3022" y="10672"/>
                </a:lnTo>
                <a:lnTo>
                  <a:pt x="3566" y="9433"/>
                </a:lnTo>
                <a:lnTo>
                  <a:pt x="3965" y="8430"/>
                </a:lnTo>
                <a:lnTo>
                  <a:pt x="4335" y="7297"/>
                </a:lnTo>
                <a:lnTo>
                  <a:pt x="4796" y="5675"/>
                </a:lnTo>
                <a:lnTo>
                  <a:pt x="5464" y="3215"/>
                </a:lnTo>
                <a:lnTo>
                  <a:pt x="6130" y="2052"/>
                </a:lnTo>
                <a:lnTo>
                  <a:pt x="6803" y="1171"/>
                </a:lnTo>
                <a:lnTo>
                  <a:pt x="7481" y="552"/>
                </a:lnTo>
                <a:lnTo>
                  <a:pt x="8164" y="164"/>
                </a:lnTo>
                <a:lnTo>
                  <a:pt x="8851" y="0"/>
                </a:lnTo>
                <a:lnTo>
                  <a:pt x="9540" y="29"/>
                </a:lnTo>
                <a:lnTo>
                  <a:pt x="10233" y="236"/>
                </a:lnTo>
                <a:lnTo>
                  <a:pt x="10927" y="594"/>
                </a:lnTo>
                <a:lnTo>
                  <a:pt x="11622" y="1091"/>
                </a:lnTo>
                <a:lnTo>
                  <a:pt x="12318" y="1702"/>
                </a:lnTo>
                <a:lnTo>
                  <a:pt x="13013" y="2406"/>
                </a:lnTo>
                <a:lnTo>
                  <a:pt x="13708" y="3181"/>
                </a:lnTo>
                <a:lnTo>
                  <a:pt x="14400" y="4007"/>
                </a:lnTo>
                <a:close/>
              </a:path>
            </a:pathLst>
          </a:custGeom>
          <a:solidFill>
            <a:srgbClr val="68655E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2" name="contour_06380"/>
          <p:cNvSpPr/>
          <p:nvPr/>
        </p:nvSpPr>
        <p:spPr>
          <a:xfrm>
            <a:off x="8049029" y="5815817"/>
            <a:ext cx="72880" cy="65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727" y="453"/>
                </a:lnTo>
                <a:lnTo>
                  <a:pt x="17868" y="805"/>
                </a:lnTo>
                <a:lnTo>
                  <a:pt x="18852" y="1171"/>
                </a:lnTo>
                <a:lnTo>
                  <a:pt x="19993" y="1667"/>
                </a:lnTo>
                <a:lnTo>
                  <a:pt x="21600" y="2409"/>
                </a:lnTo>
                <a:lnTo>
                  <a:pt x="21600" y="4002"/>
                </a:lnTo>
                <a:lnTo>
                  <a:pt x="21600" y="5604"/>
                </a:lnTo>
                <a:lnTo>
                  <a:pt x="21600" y="7228"/>
                </a:lnTo>
                <a:lnTo>
                  <a:pt x="20172" y="7228"/>
                </a:lnTo>
                <a:lnTo>
                  <a:pt x="18736" y="7228"/>
                </a:lnTo>
                <a:lnTo>
                  <a:pt x="17280" y="7228"/>
                </a:lnTo>
                <a:lnTo>
                  <a:pt x="17414" y="8016"/>
                </a:lnTo>
                <a:lnTo>
                  <a:pt x="17820" y="10389"/>
                </a:lnTo>
                <a:lnTo>
                  <a:pt x="17502" y="12411"/>
                </a:lnTo>
                <a:lnTo>
                  <a:pt x="17116" y="13945"/>
                </a:lnTo>
                <a:lnTo>
                  <a:pt x="16591" y="15172"/>
                </a:lnTo>
                <a:lnTo>
                  <a:pt x="15861" y="16254"/>
                </a:lnTo>
                <a:lnTo>
                  <a:pt x="14854" y="17362"/>
                </a:lnTo>
                <a:lnTo>
                  <a:pt x="13500" y="18673"/>
                </a:lnTo>
                <a:lnTo>
                  <a:pt x="12256" y="19607"/>
                </a:lnTo>
                <a:lnTo>
                  <a:pt x="11133" y="20366"/>
                </a:lnTo>
                <a:lnTo>
                  <a:pt x="10042" y="20945"/>
                </a:lnTo>
                <a:lnTo>
                  <a:pt x="8904" y="21345"/>
                </a:lnTo>
                <a:lnTo>
                  <a:pt x="7631" y="21564"/>
                </a:lnTo>
                <a:lnTo>
                  <a:pt x="6143" y="21600"/>
                </a:lnTo>
                <a:lnTo>
                  <a:pt x="4959" y="21260"/>
                </a:lnTo>
                <a:lnTo>
                  <a:pt x="4048" y="20971"/>
                </a:lnTo>
                <a:lnTo>
                  <a:pt x="3115" y="20617"/>
                </a:lnTo>
                <a:lnTo>
                  <a:pt x="1864" y="20089"/>
                </a:lnTo>
                <a:lnTo>
                  <a:pt x="0" y="19275"/>
                </a:lnTo>
                <a:lnTo>
                  <a:pt x="551" y="17822"/>
                </a:lnTo>
                <a:lnTo>
                  <a:pt x="1112" y="16374"/>
                </a:lnTo>
                <a:lnTo>
                  <a:pt x="1680" y="14928"/>
                </a:lnTo>
                <a:lnTo>
                  <a:pt x="2255" y="13488"/>
                </a:lnTo>
                <a:lnTo>
                  <a:pt x="2834" y="12047"/>
                </a:lnTo>
                <a:lnTo>
                  <a:pt x="3361" y="10702"/>
                </a:lnTo>
                <a:lnTo>
                  <a:pt x="3892" y="9351"/>
                </a:lnTo>
                <a:lnTo>
                  <a:pt x="4430" y="7980"/>
                </a:lnTo>
                <a:lnTo>
                  <a:pt x="4730" y="7515"/>
                </a:lnTo>
                <a:lnTo>
                  <a:pt x="5262" y="6696"/>
                </a:lnTo>
                <a:lnTo>
                  <a:pt x="6480" y="4819"/>
                </a:lnTo>
                <a:lnTo>
                  <a:pt x="8152" y="4674"/>
                </a:lnTo>
                <a:lnTo>
                  <a:pt x="9325" y="4602"/>
                </a:lnTo>
                <a:lnTo>
                  <a:pt x="10310" y="4602"/>
                </a:lnTo>
                <a:lnTo>
                  <a:pt x="11418" y="4674"/>
                </a:lnTo>
                <a:lnTo>
                  <a:pt x="12960" y="4819"/>
                </a:lnTo>
                <a:lnTo>
                  <a:pt x="13830" y="3388"/>
                </a:lnTo>
                <a:lnTo>
                  <a:pt x="14345" y="2409"/>
                </a:lnTo>
                <a:lnTo>
                  <a:pt x="14707" y="1431"/>
                </a:lnTo>
                <a:lnTo>
                  <a:pt x="15120" y="0"/>
                </a:lnTo>
                <a:close/>
              </a:path>
            </a:pathLst>
          </a:custGeom>
          <a:solidFill>
            <a:srgbClr val="424243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3" name="contour_06381"/>
          <p:cNvSpPr/>
          <p:nvPr/>
        </p:nvSpPr>
        <p:spPr>
          <a:xfrm>
            <a:off x="2276940" y="5779377"/>
            <a:ext cx="80168" cy="474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148" y="1684"/>
                </a:lnTo>
                <a:lnTo>
                  <a:pt x="10486" y="3391"/>
                </a:lnTo>
                <a:lnTo>
                  <a:pt x="11130" y="4998"/>
                </a:lnTo>
                <a:lnTo>
                  <a:pt x="11782" y="6629"/>
                </a:lnTo>
                <a:lnTo>
                  <a:pt x="13176" y="6566"/>
                </a:lnTo>
                <a:lnTo>
                  <a:pt x="14166" y="6417"/>
                </a:lnTo>
                <a:lnTo>
                  <a:pt x="15220" y="6062"/>
                </a:lnTo>
                <a:lnTo>
                  <a:pt x="16813" y="5386"/>
                </a:lnTo>
                <a:lnTo>
                  <a:pt x="18158" y="4832"/>
                </a:lnTo>
                <a:lnTo>
                  <a:pt x="19521" y="4272"/>
                </a:lnTo>
                <a:lnTo>
                  <a:pt x="20553" y="3798"/>
                </a:lnTo>
                <a:lnTo>
                  <a:pt x="21600" y="3314"/>
                </a:lnTo>
                <a:lnTo>
                  <a:pt x="21029" y="7560"/>
                </a:lnTo>
                <a:lnTo>
                  <a:pt x="20573" y="10798"/>
                </a:lnTo>
                <a:lnTo>
                  <a:pt x="20184" y="13218"/>
                </a:lnTo>
                <a:lnTo>
                  <a:pt x="19821" y="15018"/>
                </a:lnTo>
                <a:lnTo>
                  <a:pt x="19432" y="16390"/>
                </a:lnTo>
                <a:lnTo>
                  <a:pt x="18977" y="17530"/>
                </a:lnTo>
                <a:lnTo>
                  <a:pt x="18405" y="18630"/>
                </a:lnTo>
                <a:lnTo>
                  <a:pt x="17673" y="19886"/>
                </a:lnTo>
                <a:lnTo>
                  <a:pt x="14985" y="20473"/>
                </a:lnTo>
                <a:lnTo>
                  <a:pt x="12730" y="20947"/>
                </a:lnTo>
                <a:lnTo>
                  <a:pt x="10855" y="21298"/>
                </a:lnTo>
                <a:lnTo>
                  <a:pt x="9306" y="21517"/>
                </a:lnTo>
                <a:lnTo>
                  <a:pt x="8025" y="21600"/>
                </a:lnTo>
                <a:lnTo>
                  <a:pt x="6965" y="21537"/>
                </a:lnTo>
                <a:lnTo>
                  <a:pt x="6068" y="21318"/>
                </a:lnTo>
                <a:lnTo>
                  <a:pt x="5280" y="20940"/>
                </a:lnTo>
                <a:lnTo>
                  <a:pt x="4548" y="20394"/>
                </a:lnTo>
                <a:lnTo>
                  <a:pt x="3817" y="19668"/>
                </a:lnTo>
                <a:lnTo>
                  <a:pt x="3036" y="18760"/>
                </a:lnTo>
                <a:lnTo>
                  <a:pt x="2148" y="17659"/>
                </a:lnTo>
                <a:lnTo>
                  <a:pt x="1528" y="15995"/>
                </a:lnTo>
                <a:lnTo>
                  <a:pt x="1096" y="14636"/>
                </a:lnTo>
                <a:lnTo>
                  <a:pt x="654" y="12860"/>
                </a:lnTo>
                <a:lnTo>
                  <a:pt x="0" y="9943"/>
                </a:lnTo>
                <a:lnTo>
                  <a:pt x="1066" y="9698"/>
                </a:lnTo>
                <a:lnTo>
                  <a:pt x="2148" y="9453"/>
                </a:lnTo>
                <a:lnTo>
                  <a:pt x="2835" y="9264"/>
                </a:lnTo>
                <a:lnTo>
                  <a:pt x="4909" y="8700"/>
                </a:lnTo>
                <a:lnTo>
                  <a:pt x="6280" y="8352"/>
                </a:lnTo>
                <a:lnTo>
                  <a:pt x="7670" y="8001"/>
                </a:lnTo>
                <a:lnTo>
                  <a:pt x="8736" y="7318"/>
                </a:lnTo>
                <a:lnTo>
                  <a:pt x="9818" y="6629"/>
                </a:lnTo>
                <a:lnTo>
                  <a:pt x="9818" y="4438"/>
                </a:lnTo>
                <a:lnTo>
                  <a:pt x="9818" y="2234"/>
                </a:lnTo>
                <a:lnTo>
                  <a:pt x="9818" y="0"/>
                </a:lnTo>
                <a:close/>
              </a:path>
            </a:pathLst>
          </a:custGeom>
          <a:solidFill>
            <a:srgbClr val="8F763B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4" name="contour_06382"/>
          <p:cNvSpPr/>
          <p:nvPr/>
        </p:nvSpPr>
        <p:spPr>
          <a:xfrm>
            <a:off x="1088174" y="5735423"/>
            <a:ext cx="51839" cy="803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"/>
                </a:moveTo>
                <a:lnTo>
                  <a:pt x="21175" y="1447"/>
                </a:lnTo>
                <a:lnTo>
                  <a:pt x="20692" y="2820"/>
                </a:lnTo>
                <a:lnTo>
                  <a:pt x="20155" y="4173"/>
                </a:lnTo>
                <a:lnTo>
                  <a:pt x="19556" y="5510"/>
                </a:lnTo>
                <a:lnTo>
                  <a:pt x="18894" y="6828"/>
                </a:lnTo>
                <a:lnTo>
                  <a:pt x="18165" y="8124"/>
                </a:lnTo>
                <a:lnTo>
                  <a:pt x="17364" y="9403"/>
                </a:lnTo>
                <a:lnTo>
                  <a:pt x="16486" y="10658"/>
                </a:lnTo>
                <a:lnTo>
                  <a:pt x="15530" y="11892"/>
                </a:lnTo>
                <a:lnTo>
                  <a:pt x="14494" y="13100"/>
                </a:lnTo>
                <a:lnTo>
                  <a:pt x="13371" y="14284"/>
                </a:lnTo>
                <a:lnTo>
                  <a:pt x="12159" y="15446"/>
                </a:lnTo>
                <a:lnTo>
                  <a:pt x="10853" y="16577"/>
                </a:lnTo>
                <a:lnTo>
                  <a:pt x="9453" y="17684"/>
                </a:lnTo>
                <a:lnTo>
                  <a:pt x="7446" y="17684"/>
                </a:lnTo>
                <a:lnTo>
                  <a:pt x="5427" y="17684"/>
                </a:lnTo>
                <a:lnTo>
                  <a:pt x="3380" y="17684"/>
                </a:lnTo>
                <a:lnTo>
                  <a:pt x="2265" y="18847"/>
                </a:lnTo>
                <a:lnTo>
                  <a:pt x="1576" y="19642"/>
                </a:lnTo>
                <a:lnTo>
                  <a:pt x="1032" y="20437"/>
                </a:lnTo>
                <a:lnTo>
                  <a:pt x="343" y="21600"/>
                </a:lnTo>
                <a:lnTo>
                  <a:pt x="343" y="20229"/>
                </a:lnTo>
                <a:lnTo>
                  <a:pt x="343" y="18859"/>
                </a:lnTo>
                <a:lnTo>
                  <a:pt x="343" y="17488"/>
                </a:lnTo>
                <a:lnTo>
                  <a:pt x="343" y="16117"/>
                </a:lnTo>
                <a:lnTo>
                  <a:pt x="343" y="14747"/>
                </a:lnTo>
                <a:lnTo>
                  <a:pt x="343" y="13376"/>
                </a:lnTo>
                <a:lnTo>
                  <a:pt x="343" y="12005"/>
                </a:lnTo>
                <a:lnTo>
                  <a:pt x="343" y="10635"/>
                </a:lnTo>
                <a:lnTo>
                  <a:pt x="343" y="9264"/>
                </a:lnTo>
                <a:lnTo>
                  <a:pt x="343" y="7893"/>
                </a:lnTo>
                <a:lnTo>
                  <a:pt x="231" y="6801"/>
                </a:lnTo>
                <a:lnTo>
                  <a:pt x="115" y="5702"/>
                </a:lnTo>
                <a:lnTo>
                  <a:pt x="0" y="4588"/>
                </a:lnTo>
                <a:lnTo>
                  <a:pt x="170" y="3313"/>
                </a:lnTo>
                <a:lnTo>
                  <a:pt x="343" y="2019"/>
                </a:lnTo>
                <a:lnTo>
                  <a:pt x="2484" y="1527"/>
                </a:lnTo>
                <a:lnTo>
                  <a:pt x="4585" y="1112"/>
                </a:lnTo>
                <a:lnTo>
                  <a:pt x="6656" y="770"/>
                </a:lnTo>
                <a:lnTo>
                  <a:pt x="8715" y="495"/>
                </a:lnTo>
                <a:lnTo>
                  <a:pt x="10777" y="284"/>
                </a:lnTo>
                <a:lnTo>
                  <a:pt x="12854" y="133"/>
                </a:lnTo>
                <a:lnTo>
                  <a:pt x="14962" y="41"/>
                </a:lnTo>
                <a:lnTo>
                  <a:pt x="17112" y="0"/>
                </a:lnTo>
                <a:lnTo>
                  <a:pt x="19319" y="8"/>
                </a:lnTo>
                <a:lnTo>
                  <a:pt x="21600" y="61"/>
                </a:lnTo>
                <a:close/>
              </a:path>
            </a:pathLst>
          </a:custGeom>
          <a:solidFill>
            <a:srgbClr val="4B4A4D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5" name="contour_06383"/>
          <p:cNvSpPr/>
          <p:nvPr/>
        </p:nvSpPr>
        <p:spPr>
          <a:xfrm>
            <a:off x="4725705" y="5684633"/>
            <a:ext cx="7288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8" y="0"/>
                </a:lnTo>
                <a:lnTo>
                  <a:pt x="2864" y="0"/>
                </a:lnTo>
                <a:lnTo>
                  <a:pt x="4320" y="0"/>
                </a:lnTo>
                <a:lnTo>
                  <a:pt x="5178" y="865"/>
                </a:lnTo>
                <a:lnTo>
                  <a:pt x="5934" y="1743"/>
                </a:lnTo>
                <a:lnTo>
                  <a:pt x="6586" y="2633"/>
                </a:lnTo>
                <a:lnTo>
                  <a:pt x="7145" y="3533"/>
                </a:lnTo>
                <a:lnTo>
                  <a:pt x="7614" y="4447"/>
                </a:lnTo>
                <a:lnTo>
                  <a:pt x="7996" y="5372"/>
                </a:lnTo>
                <a:lnTo>
                  <a:pt x="8297" y="6307"/>
                </a:lnTo>
                <a:lnTo>
                  <a:pt x="8519" y="7255"/>
                </a:lnTo>
                <a:lnTo>
                  <a:pt x="8670" y="8212"/>
                </a:lnTo>
                <a:lnTo>
                  <a:pt x="8752" y="9181"/>
                </a:lnTo>
                <a:lnTo>
                  <a:pt x="8772" y="10160"/>
                </a:lnTo>
                <a:lnTo>
                  <a:pt x="8733" y="11150"/>
                </a:lnTo>
                <a:lnTo>
                  <a:pt x="8640" y="12150"/>
                </a:lnTo>
                <a:lnTo>
                  <a:pt x="10066" y="12150"/>
                </a:lnTo>
                <a:lnTo>
                  <a:pt x="11493" y="12150"/>
                </a:lnTo>
                <a:lnTo>
                  <a:pt x="12928" y="12150"/>
                </a:lnTo>
                <a:lnTo>
                  <a:pt x="14368" y="12150"/>
                </a:lnTo>
                <a:lnTo>
                  <a:pt x="15818" y="12150"/>
                </a:lnTo>
                <a:lnTo>
                  <a:pt x="17280" y="12150"/>
                </a:lnTo>
                <a:lnTo>
                  <a:pt x="17280" y="13042"/>
                </a:lnTo>
                <a:lnTo>
                  <a:pt x="17280" y="13940"/>
                </a:lnTo>
                <a:lnTo>
                  <a:pt x="17280" y="14850"/>
                </a:lnTo>
                <a:lnTo>
                  <a:pt x="18708" y="14850"/>
                </a:lnTo>
                <a:lnTo>
                  <a:pt x="20144" y="14850"/>
                </a:lnTo>
                <a:lnTo>
                  <a:pt x="21600" y="14850"/>
                </a:lnTo>
                <a:lnTo>
                  <a:pt x="21332" y="15686"/>
                </a:lnTo>
                <a:lnTo>
                  <a:pt x="21064" y="16521"/>
                </a:lnTo>
                <a:lnTo>
                  <a:pt x="20796" y="17360"/>
                </a:lnTo>
                <a:lnTo>
                  <a:pt x="20529" y="18199"/>
                </a:lnTo>
                <a:lnTo>
                  <a:pt x="20259" y="19043"/>
                </a:lnTo>
                <a:lnTo>
                  <a:pt x="19986" y="19891"/>
                </a:lnTo>
                <a:lnTo>
                  <a:pt x="19714" y="20743"/>
                </a:lnTo>
                <a:lnTo>
                  <a:pt x="19440" y="21600"/>
                </a:lnTo>
                <a:lnTo>
                  <a:pt x="19351" y="20736"/>
                </a:lnTo>
                <a:lnTo>
                  <a:pt x="19261" y="19865"/>
                </a:lnTo>
                <a:lnTo>
                  <a:pt x="19170" y="18984"/>
                </a:lnTo>
                <a:lnTo>
                  <a:pt x="18827" y="18087"/>
                </a:lnTo>
                <a:lnTo>
                  <a:pt x="18516" y="17497"/>
                </a:lnTo>
                <a:lnTo>
                  <a:pt x="18060" y="16956"/>
                </a:lnTo>
                <a:lnTo>
                  <a:pt x="17280" y="16200"/>
                </a:lnTo>
                <a:lnTo>
                  <a:pt x="15811" y="15993"/>
                </a:lnTo>
                <a:lnTo>
                  <a:pt x="14740" y="15858"/>
                </a:lnTo>
                <a:lnTo>
                  <a:pt x="13755" y="15769"/>
                </a:lnTo>
                <a:lnTo>
                  <a:pt x="12545" y="15695"/>
                </a:lnTo>
                <a:lnTo>
                  <a:pt x="10800" y="15609"/>
                </a:lnTo>
                <a:lnTo>
                  <a:pt x="9050" y="15491"/>
                </a:lnTo>
                <a:lnTo>
                  <a:pt x="7839" y="15394"/>
                </a:lnTo>
                <a:lnTo>
                  <a:pt x="6854" y="15278"/>
                </a:lnTo>
                <a:lnTo>
                  <a:pt x="5784" y="15109"/>
                </a:lnTo>
                <a:lnTo>
                  <a:pt x="4320" y="14850"/>
                </a:lnTo>
                <a:lnTo>
                  <a:pt x="3642" y="14052"/>
                </a:lnTo>
                <a:lnTo>
                  <a:pt x="3138" y="13245"/>
                </a:lnTo>
                <a:lnTo>
                  <a:pt x="2782" y="12425"/>
                </a:lnTo>
                <a:lnTo>
                  <a:pt x="2542" y="11594"/>
                </a:lnTo>
                <a:lnTo>
                  <a:pt x="2389" y="10747"/>
                </a:lnTo>
                <a:lnTo>
                  <a:pt x="2294" y="9883"/>
                </a:lnTo>
                <a:lnTo>
                  <a:pt x="2227" y="9002"/>
                </a:lnTo>
                <a:lnTo>
                  <a:pt x="2160" y="8100"/>
                </a:lnTo>
                <a:lnTo>
                  <a:pt x="1929" y="7205"/>
                </a:lnTo>
                <a:lnTo>
                  <a:pt x="1691" y="6310"/>
                </a:lnTo>
                <a:lnTo>
                  <a:pt x="1447" y="5415"/>
                </a:lnTo>
                <a:lnTo>
                  <a:pt x="1199" y="4521"/>
                </a:lnTo>
                <a:lnTo>
                  <a:pt x="946" y="3629"/>
                </a:lnTo>
                <a:lnTo>
                  <a:pt x="708" y="2722"/>
                </a:lnTo>
                <a:lnTo>
                  <a:pt x="471" y="1814"/>
                </a:lnTo>
                <a:lnTo>
                  <a:pt x="235" y="907"/>
                </a:lnTo>
                <a:lnTo>
                  <a:pt x="0" y="0"/>
                </a:lnTo>
                <a:close/>
              </a:path>
            </a:pathLst>
          </a:custGeom>
          <a:solidFill>
            <a:srgbClr val="DCD6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6" name="contour_06384"/>
          <p:cNvSpPr/>
          <p:nvPr/>
        </p:nvSpPr>
        <p:spPr>
          <a:xfrm>
            <a:off x="870358" y="5704369"/>
            <a:ext cx="65592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192"/>
                </a:moveTo>
                <a:lnTo>
                  <a:pt x="4020" y="751"/>
                </a:lnTo>
                <a:lnTo>
                  <a:pt x="5626" y="420"/>
                </a:lnTo>
                <a:lnTo>
                  <a:pt x="7224" y="192"/>
                </a:lnTo>
                <a:lnTo>
                  <a:pt x="8815" y="53"/>
                </a:lnTo>
                <a:lnTo>
                  <a:pt x="10402" y="0"/>
                </a:lnTo>
                <a:lnTo>
                  <a:pt x="11986" y="16"/>
                </a:lnTo>
                <a:lnTo>
                  <a:pt x="13570" y="102"/>
                </a:lnTo>
                <a:lnTo>
                  <a:pt x="15158" y="241"/>
                </a:lnTo>
                <a:lnTo>
                  <a:pt x="16752" y="429"/>
                </a:lnTo>
                <a:lnTo>
                  <a:pt x="18355" y="657"/>
                </a:lnTo>
                <a:lnTo>
                  <a:pt x="19970" y="914"/>
                </a:lnTo>
                <a:lnTo>
                  <a:pt x="21600" y="1192"/>
                </a:lnTo>
                <a:lnTo>
                  <a:pt x="20930" y="2837"/>
                </a:lnTo>
                <a:lnTo>
                  <a:pt x="20251" y="4506"/>
                </a:lnTo>
                <a:lnTo>
                  <a:pt x="19819" y="6604"/>
                </a:lnTo>
                <a:lnTo>
                  <a:pt x="19601" y="8371"/>
                </a:lnTo>
                <a:lnTo>
                  <a:pt x="19632" y="10278"/>
                </a:lnTo>
                <a:lnTo>
                  <a:pt x="19951" y="12804"/>
                </a:lnTo>
                <a:lnTo>
                  <a:pt x="20594" y="16420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5" y="16841"/>
                </a:lnTo>
                <a:lnTo>
                  <a:pt x="38" y="13192"/>
                </a:lnTo>
                <a:lnTo>
                  <a:pt x="127" y="10412"/>
                </a:lnTo>
                <a:lnTo>
                  <a:pt x="300" y="8265"/>
                </a:lnTo>
                <a:lnTo>
                  <a:pt x="586" y="6506"/>
                </a:lnTo>
                <a:lnTo>
                  <a:pt x="1013" y="4902"/>
                </a:lnTo>
                <a:lnTo>
                  <a:pt x="1608" y="3208"/>
                </a:lnTo>
                <a:lnTo>
                  <a:pt x="2400" y="1192"/>
                </a:lnTo>
                <a:close/>
              </a:path>
            </a:pathLst>
          </a:custGeom>
          <a:solidFill>
            <a:srgbClr val="766A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7" name="contour_06385"/>
          <p:cNvSpPr/>
          <p:nvPr/>
        </p:nvSpPr>
        <p:spPr>
          <a:xfrm>
            <a:off x="4477913" y="5699115"/>
            <a:ext cx="72880" cy="59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35"/>
                </a:moveTo>
                <a:lnTo>
                  <a:pt x="20155" y="1711"/>
                </a:lnTo>
                <a:lnTo>
                  <a:pt x="20693" y="3420"/>
                </a:lnTo>
                <a:lnTo>
                  <a:pt x="21084" y="5171"/>
                </a:lnTo>
                <a:lnTo>
                  <a:pt x="21347" y="6963"/>
                </a:lnTo>
                <a:lnTo>
                  <a:pt x="21511" y="8805"/>
                </a:lnTo>
                <a:lnTo>
                  <a:pt x="21600" y="10697"/>
                </a:lnTo>
                <a:lnTo>
                  <a:pt x="20805" y="12201"/>
                </a:lnTo>
                <a:lnTo>
                  <a:pt x="19863" y="13550"/>
                </a:lnTo>
                <a:lnTo>
                  <a:pt x="18792" y="14757"/>
                </a:lnTo>
                <a:lnTo>
                  <a:pt x="17610" y="15834"/>
                </a:lnTo>
                <a:lnTo>
                  <a:pt x="16336" y="16794"/>
                </a:lnTo>
                <a:lnTo>
                  <a:pt x="14993" y="17652"/>
                </a:lnTo>
                <a:lnTo>
                  <a:pt x="13595" y="18420"/>
                </a:lnTo>
                <a:lnTo>
                  <a:pt x="12163" y="19113"/>
                </a:lnTo>
                <a:lnTo>
                  <a:pt x="10716" y="19737"/>
                </a:lnTo>
                <a:lnTo>
                  <a:pt x="9275" y="20312"/>
                </a:lnTo>
                <a:lnTo>
                  <a:pt x="7856" y="20848"/>
                </a:lnTo>
                <a:lnTo>
                  <a:pt x="6480" y="21360"/>
                </a:lnTo>
                <a:lnTo>
                  <a:pt x="4549" y="21520"/>
                </a:lnTo>
                <a:lnTo>
                  <a:pt x="3246" y="21600"/>
                </a:lnTo>
                <a:lnTo>
                  <a:pt x="2262" y="21600"/>
                </a:lnTo>
                <a:lnTo>
                  <a:pt x="1283" y="21520"/>
                </a:lnTo>
                <a:lnTo>
                  <a:pt x="0" y="21360"/>
                </a:lnTo>
                <a:lnTo>
                  <a:pt x="490" y="19777"/>
                </a:lnTo>
                <a:lnTo>
                  <a:pt x="877" y="18694"/>
                </a:lnTo>
                <a:lnTo>
                  <a:pt x="1367" y="17612"/>
                </a:lnTo>
                <a:lnTo>
                  <a:pt x="2160" y="16029"/>
                </a:lnTo>
                <a:lnTo>
                  <a:pt x="3588" y="16029"/>
                </a:lnTo>
                <a:lnTo>
                  <a:pt x="5024" y="16029"/>
                </a:lnTo>
                <a:lnTo>
                  <a:pt x="6480" y="16029"/>
                </a:lnTo>
                <a:lnTo>
                  <a:pt x="6404" y="15325"/>
                </a:lnTo>
                <a:lnTo>
                  <a:pt x="6175" y="13206"/>
                </a:lnTo>
                <a:lnTo>
                  <a:pt x="6070" y="11385"/>
                </a:lnTo>
                <a:lnTo>
                  <a:pt x="6005" y="9639"/>
                </a:lnTo>
                <a:lnTo>
                  <a:pt x="5994" y="7928"/>
                </a:lnTo>
                <a:lnTo>
                  <a:pt x="6059" y="6224"/>
                </a:lnTo>
                <a:lnTo>
                  <a:pt x="6216" y="4492"/>
                </a:lnTo>
                <a:lnTo>
                  <a:pt x="6480" y="2700"/>
                </a:lnTo>
                <a:lnTo>
                  <a:pt x="7791" y="1762"/>
                </a:lnTo>
                <a:lnTo>
                  <a:pt x="9152" y="1069"/>
                </a:lnTo>
                <a:lnTo>
                  <a:pt x="10554" y="581"/>
                </a:lnTo>
                <a:lnTo>
                  <a:pt x="11992" y="267"/>
                </a:lnTo>
                <a:lnTo>
                  <a:pt x="13457" y="88"/>
                </a:lnTo>
                <a:lnTo>
                  <a:pt x="14943" y="11"/>
                </a:lnTo>
                <a:lnTo>
                  <a:pt x="16440" y="0"/>
                </a:lnTo>
                <a:lnTo>
                  <a:pt x="17941" y="21"/>
                </a:lnTo>
                <a:lnTo>
                  <a:pt x="19440" y="35"/>
                </a:lnTo>
                <a:close/>
              </a:path>
            </a:pathLst>
          </a:custGeom>
          <a:solidFill>
            <a:srgbClr val="E6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8" name="contour_06386"/>
          <p:cNvSpPr/>
          <p:nvPr/>
        </p:nvSpPr>
        <p:spPr>
          <a:xfrm>
            <a:off x="7487854" y="5648193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4" y="0"/>
                </a:lnTo>
                <a:lnTo>
                  <a:pt x="15170" y="0"/>
                </a:lnTo>
                <a:lnTo>
                  <a:pt x="16764" y="0"/>
                </a:lnTo>
                <a:lnTo>
                  <a:pt x="18365" y="0"/>
                </a:lnTo>
                <a:lnTo>
                  <a:pt x="19975" y="0"/>
                </a:lnTo>
                <a:lnTo>
                  <a:pt x="21600" y="0"/>
                </a:lnTo>
                <a:lnTo>
                  <a:pt x="21302" y="1337"/>
                </a:lnTo>
                <a:lnTo>
                  <a:pt x="21005" y="2673"/>
                </a:lnTo>
                <a:lnTo>
                  <a:pt x="20710" y="4012"/>
                </a:lnTo>
                <a:lnTo>
                  <a:pt x="20412" y="5349"/>
                </a:lnTo>
                <a:lnTo>
                  <a:pt x="20114" y="6688"/>
                </a:lnTo>
                <a:lnTo>
                  <a:pt x="19814" y="8031"/>
                </a:lnTo>
                <a:lnTo>
                  <a:pt x="19517" y="9374"/>
                </a:lnTo>
                <a:lnTo>
                  <a:pt x="19217" y="10719"/>
                </a:lnTo>
                <a:lnTo>
                  <a:pt x="18919" y="12067"/>
                </a:lnTo>
                <a:lnTo>
                  <a:pt x="18619" y="13418"/>
                </a:lnTo>
                <a:lnTo>
                  <a:pt x="18317" y="14772"/>
                </a:lnTo>
                <a:lnTo>
                  <a:pt x="18017" y="16129"/>
                </a:lnTo>
                <a:lnTo>
                  <a:pt x="17714" y="17490"/>
                </a:lnTo>
                <a:lnTo>
                  <a:pt x="17410" y="18855"/>
                </a:lnTo>
                <a:lnTo>
                  <a:pt x="17105" y="20225"/>
                </a:lnTo>
                <a:lnTo>
                  <a:pt x="16800" y="21600"/>
                </a:lnTo>
                <a:lnTo>
                  <a:pt x="14777" y="19935"/>
                </a:lnTo>
                <a:lnTo>
                  <a:pt x="13404" y="18759"/>
                </a:lnTo>
                <a:lnTo>
                  <a:pt x="12542" y="17901"/>
                </a:lnTo>
                <a:lnTo>
                  <a:pt x="12038" y="17196"/>
                </a:lnTo>
                <a:lnTo>
                  <a:pt x="11750" y="16475"/>
                </a:lnTo>
                <a:lnTo>
                  <a:pt x="11532" y="15572"/>
                </a:lnTo>
                <a:lnTo>
                  <a:pt x="11573" y="15065"/>
                </a:lnTo>
                <a:lnTo>
                  <a:pt x="11618" y="14511"/>
                </a:lnTo>
                <a:lnTo>
                  <a:pt x="11688" y="13637"/>
                </a:lnTo>
                <a:lnTo>
                  <a:pt x="11808" y="12165"/>
                </a:lnTo>
                <a:lnTo>
                  <a:pt x="12000" y="9818"/>
                </a:lnTo>
                <a:lnTo>
                  <a:pt x="10303" y="9818"/>
                </a:lnTo>
                <a:lnTo>
                  <a:pt x="8604" y="9818"/>
                </a:lnTo>
                <a:lnTo>
                  <a:pt x="6900" y="9818"/>
                </a:lnTo>
                <a:lnTo>
                  <a:pt x="5189" y="9818"/>
                </a:lnTo>
                <a:lnTo>
                  <a:pt x="3470" y="9818"/>
                </a:lnTo>
                <a:lnTo>
                  <a:pt x="1742" y="9818"/>
                </a:lnTo>
                <a:lnTo>
                  <a:pt x="0" y="9818"/>
                </a:lnTo>
                <a:lnTo>
                  <a:pt x="1188" y="9331"/>
                </a:lnTo>
                <a:lnTo>
                  <a:pt x="2383" y="8844"/>
                </a:lnTo>
                <a:lnTo>
                  <a:pt x="3583" y="8351"/>
                </a:lnTo>
                <a:lnTo>
                  <a:pt x="4800" y="7855"/>
                </a:lnTo>
                <a:lnTo>
                  <a:pt x="4800" y="6557"/>
                </a:lnTo>
                <a:lnTo>
                  <a:pt x="4800" y="5251"/>
                </a:lnTo>
                <a:lnTo>
                  <a:pt x="4800" y="3927"/>
                </a:lnTo>
                <a:lnTo>
                  <a:pt x="6226" y="3927"/>
                </a:lnTo>
                <a:lnTo>
                  <a:pt x="7656" y="3927"/>
                </a:lnTo>
                <a:lnTo>
                  <a:pt x="9091" y="3927"/>
                </a:lnTo>
                <a:lnTo>
                  <a:pt x="10538" y="3927"/>
                </a:lnTo>
                <a:lnTo>
                  <a:pt x="12000" y="3927"/>
                </a:lnTo>
                <a:lnTo>
                  <a:pt x="12000" y="2629"/>
                </a:lnTo>
                <a:lnTo>
                  <a:pt x="12000" y="1323"/>
                </a:lnTo>
                <a:lnTo>
                  <a:pt x="12000" y="0"/>
                </a:lnTo>
                <a:close/>
              </a:path>
            </a:pathLst>
          </a:custGeom>
          <a:solidFill>
            <a:srgbClr val="41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6389" name="contour_06387"/>
          <p:cNvSpPr/>
          <p:nvPr/>
        </p:nvSpPr>
        <p:spPr>
          <a:xfrm>
            <a:off x="571550" y="5632634"/>
            <a:ext cx="80168" cy="46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0"/>
                </a:moveTo>
                <a:lnTo>
                  <a:pt x="21290" y="4448"/>
                </a:lnTo>
                <a:lnTo>
                  <a:pt x="21023" y="7493"/>
                </a:lnTo>
                <a:lnTo>
                  <a:pt x="20760" y="9782"/>
                </a:lnTo>
                <a:lnTo>
                  <a:pt x="20459" y="11508"/>
                </a:lnTo>
                <a:lnTo>
                  <a:pt x="20078" y="12854"/>
                </a:lnTo>
                <a:lnTo>
                  <a:pt x="19574" y="14012"/>
                </a:lnTo>
                <a:lnTo>
                  <a:pt x="18908" y="15166"/>
                </a:lnTo>
                <a:lnTo>
                  <a:pt x="18034" y="16505"/>
                </a:lnTo>
                <a:lnTo>
                  <a:pt x="16764" y="17642"/>
                </a:lnTo>
                <a:lnTo>
                  <a:pt x="15513" y="18647"/>
                </a:lnTo>
                <a:lnTo>
                  <a:pt x="14276" y="19516"/>
                </a:lnTo>
                <a:lnTo>
                  <a:pt x="13044" y="20238"/>
                </a:lnTo>
                <a:lnTo>
                  <a:pt x="11809" y="20810"/>
                </a:lnTo>
                <a:lnTo>
                  <a:pt x="10564" y="21232"/>
                </a:lnTo>
                <a:lnTo>
                  <a:pt x="9304" y="21498"/>
                </a:lnTo>
                <a:lnTo>
                  <a:pt x="8016" y="21600"/>
                </a:lnTo>
                <a:lnTo>
                  <a:pt x="6696" y="21539"/>
                </a:lnTo>
                <a:lnTo>
                  <a:pt x="5335" y="21304"/>
                </a:lnTo>
                <a:lnTo>
                  <a:pt x="3927" y="20895"/>
                </a:lnTo>
                <a:lnTo>
                  <a:pt x="3169" y="19080"/>
                </a:lnTo>
                <a:lnTo>
                  <a:pt x="2500" y="17234"/>
                </a:lnTo>
                <a:lnTo>
                  <a:pt x="1903" y="15347"/>
                </a:lnTo>
                <a:lnTo>
                  <a:pt x="1367" y="13416"/>
                </a:lnTo>
                <a:lnTo>
                  <a:pt x="880" y="11430"/>
                </a:lnTo>
                <a:lnTo>
                  <a:pt x="428" y="9387"/>
                </a:lnTo>
                <a:lnTo>
                  <a:pt x="0" y="7272"/>
                </a:lnTo>
                <a:lnTo>
                  <a:pt x="2525" y="5896"/>
                </a:lnTo>
                <a:lnTo>
                  <a:pt x="4744" y="4693"/>
                </a:lnTo>
                <a:lnTo>
                  <a:pt x="6692" y="3651"/>
                </a:lnTo>
                <a:lnTo>
                  <a:pt x="8398" y="2766"/>
                </a:lnTo>
                <a:lnTo>
                  <a:pt x="9895" y="2023"/>
                </a:lnTo>
                <a:lnTo>
                  <a:pt x="11214" y="1413"/>
                </a:lnTo>
                <a:lnTo>
                  <a:pt x="12389" y="926"/>
                </a:lnTo>
                <a:lnTo>
                  <a:pt x="13449" y="555"/>
                </a:lnTo>
                <a:lnTo>
                  <a:pt x="14425" y="286"/>
                </a:lnTo>
                <a:lnTo>
                  <a:pt x="15350" y="109"/>
                </a:lnTo>
                <a:lnTo>
                  <a:pt x="16255" y="17"/>
                </a:lnTo>
                <a:lnTo>
                  <a:pt x="17174" y="0"/>
                </a:lnTo>
                <a:lnTo>
                  <a:pt x="18136" y="44"/>
                </a:lnTo>
                <a:lnTo>
                  <a:pt x="19173" y="143"/>
                </a:lnTo>
                <a:lnTo>
                  <a:pt x="20318" y="283"/>
                </a:lnTo>
                <a:lnTo>
                  <a:pt x="21600" y="460"/>
                </a:lnTo>
                <a:close/>
              </a:path>
            </a:pathLst>
          </a:custGeom>
          <a:solidFill>
            <a:srgbClr val="BEC3C6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0" name="contour_06388"/>
          <p:cNvSpPr/>
          <p:nvPr/>
        </p:nvSpPr>
        <p:spPr>
          <a:xfrm>
            <a:off x="7305654" y="5626329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61" y="305"/>
                </a:lnTo>
                <a:lnTo>
                  <a:pt x="2724" y="611"/>
                </a:lnTo>
                <a:lnTo>
                  <a:pt x="4086" y="916"/>
                </a:lnTo>
                <a:lnTo>
                  <a:pt x="5451" y="1225"/>
                </a:lnTo>
                <a:lnTo>
                  <a:pt x="6822" y="1531"/>
                </a:lnTo>
                <a:lnTo>
                  <a:pt x="8194" y="1839"/>
                </a:lnTo>
                <a:lnTo>
                  <a:pt x="9573" y="2148"/>
                </a:lnTo>
                <a:lnTo>
                  <a:pt x="10957" y="2459"/>
                </a:lnTo>
                <a:lnTo>
                  <a:pt x="12347" y="2771"/>
                </a:lnTo>
                <a:lnTo>
                  <a:pt x="13745" y="3086"/>
                </a:lnTo>
                <a:lnTo>
                  <a:pt x="13745" y="4919"/>
                </a:lnTo>
                <a:lnTo>
                  <a:pt x="13745" y="6758"/>
                </a:lnTo>
                <a:lnTo>
                  <a:pt x="13745" y="8603"/>
                </a:lnTo>
                <a:lnTo>
                  <a:pt x="13745" y="10464"/>
                </a:lnTo>
                <a:lnTo>
                  <a:pt x="13745" y="12343"/>
                </a:lnTo>
                <a:lnTo>
                  <a:pt x="15041" y="11834"/>
                </a:lnTo>
                <a:lnTo>
                  <a:pt x="16339" y="11325"/>
                </a:lnTo>
                <a:lnTo>
                  <a:pt x="17643" y="10812"/>
                </a:lnTo>
                <a:lnTo>
                  <a:pt x="18953" y="10297"/>
                </a:lnTo>
                <a:lnTo>
                  <a:pt x="20271" y="9779"/>
                </a:lnTo>
                <a:lnTo>
                  <a:pt x="21600" y="9257"/>
                </a:lnTo>
                <a:lnTo>
                  <a:pt x="21600" y="11294"/>
                </a:lnTo>
                <a:lnTo>
                  <a:pt x="21600" y="13333"/>
                </a:lnTo>
                <a:lnTo>
                  <a:pt x="21600" y="15382"/>
                </a:lnTo>
                <a:lnTo>
                  <a:pt x="21600" y="17440"/>
                </a:lnTo>
                <a:lnTo>
                  <a:pt x="21600" y="19511"/>
                </a:lnTo>
                <a:lnTo>
                  <a:pt x="21600" y="21600"/>
                </a:lnTo>
                <a:lnTo>
                  <a:pt x="20049" y="21480"/>
                </a:lnTo>
                <a:lnTo>
                  <a:pt x="18578" y="21304"/>
                </a:lnTo>
                <a:lnTo>
                  <a:pt x="17174" y="21057"/>
                </a:lnTo>
                <a:lnTo>
                  <a:pt x="15835" y="20733"/>
                </a:lnTo>
                <a:lnTo>
                  <a:pt x="14549" y="20316"/>
                </a:lnTo>
                <a:lnTo>
                  <a:pt x="13311" y="19801"/>
                </a:lnTo>
                <a:lnTo>
                  <a:pt x="12112" y="19178"/>
                </a:lnTo>
                <a:lnTo>
                  <a:pt x="10943" y="18428"/>
                </a:lnTo>
                <a:lnTo>
                  <a:pt x="9801" y="17548"/>
                </a:lnTo>
                <a:lnTo>
                  <a:pt x="8673" y="16527"/>
                </a:lnTo>
                <a:lnTo>
                  <a:pt x="7554" y="15351"/>
                </a:lnTo>
                <a:lnTo>
                  <a:pt x="6437" y="14012"/>
                </a:lnTo>
                <a:lnTo>
                  <a:pt x="5312" y="12500"/>
                </a:lnTo>
                <a:lnTo>
                  <a:pt x="4173" y="10800"/>
                </a:lnTo>
                <a:lnTo>
                  <a:pt x="2415" y="7795"/>
                </a:lnTo>
                <a:lnTo>
                  <a:pt x="1237" y="5672"/>
                </a:lnTo>
                <a:lnTo>
                  <a:pt x="522" y="4129"/>
                </a:lnTo>
                <a:lnTo>
                  <a:pt x="155" y="2870"/>
                </a:lnTo>
                <a:lnTo>
                  <a:pt x="20" y="1595"/>
                </a:lnTo>
                <a:lnTo>
                  <a:pt x="0" y="0"/>
                </a:lnTo>
                <a:close/>
              </a:path>
            </a:pathLst>
          </a:custGeom>
          <a:solidFill>
            <a:srgbClr val="302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1" name="contour_06389"/>
          <p:cNvSpPr/>
          <p:nvPr/>
        </p:nvSpPr>
        <p:spPr>
          <a:xfrm>
            <a:off x="7865408" y="5538874"/>
            <a:ext cx="40572" cy="1084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97" y="0"/>
                </a:moveTo>
                <a:lnTo>
                  <a:pt x="14798" y="232"/>
                </a:lnTo>
                <a:lnTo>
                  <a:pt x="16405" y="460"/>
                </a:lnTo>
                <a:lnTo>
                  <a:pt x="17949" y="822"/>
                </a:lnTo>
                <a:lnTo>
                  <a:pt x="20157" y="1452"/>
                </a:lnTo>
                <a:lnTo>
                  <a:pt x="20618" y="2384"/>
                </a:lnTo>
                <a:lnTo>
                  <a:pt x="20964" y="3320"/>
                </a:lnTo>
                <a:lnTo>
                  <a:pt x="21204" y="4259"/>
                </a:lnTo>
                <a:lnTo>
                  <a:pt x="21356" y="5201"/>
                </a:lnTo>
                <a:lnTo>
                  <a:pt x="21441" y="6147"/>
                </a:lnTo>
                <a:lnTo>
                  <a:pt x="21468" y="7095"/>
                </a:lnTo>
                <a:lnTo>
                  <a:pt x="21460" y="8042"/>
                </a:lnTo>
                <a:lnTo>
                  <a:pt x="21429" y="8990"/>
                </a:lnTo>
                <a:lnTo>
                  <a:pt x="21390" y="9940"/>
                </a:lnTo>
                <a:lnTo>
                  <a:pt x="21367" y="10888"/>
                </a:lnTo>
                <a:lnTo>
                  <a:pt x="21433" y="11770"/>
                </a:lnTo>
                <a:lnTo>
                  <a:pt x="21495" y="12659"/>
                </a:lnTo>
                <a:lnTo>
                  <a:pt x="21557" y="13559"/>
                </a:lnTo>
                <a:lnTo>
                  <a:pt x="21561" y="14400"/>
                </a:lnTo>
                <a:lnTo>
                  <a:pt x="21565" y="15247"/>
                </a:lnTo>
                <a:lnTo>
                  <a:pt x="21565" y="16105"/>
                </a:lnTo>
                <a:lnTo>
                  <a:pt x="21573" y="16449"/>
                </a:lnTo>
                <a:lnTo>
                  <a:pt x="21581" y="17058"/>
                </a:lnTo>
                <a:lnTo>
                  <a:pt x="21600" y="18450"/>
                </a:lnTo>
                <a:lnTo>
                  <a:pt x="20886" y="19380"/>
                </a:lnTo>
                <a:lnTo>
                  <a:pt x="20157" y="20324"/>
                </a:lnTo>
                <a:lnTo>
                  <a:pt x="17320" y="20819"/>
                </a:lnTo>
                <a:lnTo>
                  <a:pt x="14736" y="21208"/>
                </a:lnTo>
                <a:lnTo>
                  <a:pt x="12257" y="21474"/>
                </a:lnTo>
                <a:lnTo>
                  <a:pt x="9727" y="21600"/>
                </a:lnTo>
                <a:lnTo>
                  <a:pt x="7003" y="21572"/>
                </a:lnTo>
                <a:lnTo>
                  <a:pt x="3938" y="21374"/>
                </a:lnTo>
                <a:lnTo>
                  <a:pt x="2087" y="20739"/>
                </a:lnTo>
                <a:lnTo>
                  <a:pt x="1059" y="20240"/>
                </a:lnTo>
                <a:lnTo>
                  <a:pt x="489" y="19611"/>
                </a:lnTo>
                <a:lnTo>
                  <a:pt x="0" y="18595"/>
                </a:lnTo>
                <a:lnTo>
                  <a:pt x="136" y="17606"/>
                </a:lnTo>
                <a:lnTo>
                  <a:pt x="272" y="16605"/>
                </a:lnTo>
                <a:lnTo>
                  <a:pt x="376" y="15610"/>
                </a:lnTo>
                <a:lnTo>
                  <a:pt x="485" y="14603"/>
                </a:lnTo>
                <a:lnTo>
                  <a:pt x="621" y="13839"/>
                </a:lnTo>
                <a:lnTo>
                  <a:pt x="757" y="13065"/>
                </a:lnTo>
                <a:lnTo>
                  <a:pt x="3321" y="13065"/>
                </a:lnTo>
                <a:lnTo>
                  <a:pt x="5901" y="13065"/>
                </a:lnTo>
                <a:lnTo>
                  <a:pt x="8517" y="13065"/>
                </a:lnTo>
                <a:lnTo>
                  <a:pt x="9677" y="12112"/>
                </a:lnTo>
                <a:lnTo>
                  <a:pt x="10305" y="11358"/>
                </a:lnTo>
                <a:lnTo>
                  <a:pt x="10942" y="10162"/>
                </a:lnTo>
                <a:lnTo>
                  <a:pt x="11380" y="9352"/>
                </a:lnTo>
                <a:lnTo>
                  <a:pt x="11822" y="8529"/>
                </a:lnTo>
                <a:lnTo>
                  <a:pt x="12110" y="7899"/>
                </a:lnTo>
                <a:lnTo>
                  <a:pt x="12397" y="7259"/>
                </a:lnTo>
                <a:lnTo>
                  <a:pt x="9832" y="7259"/>
                </a:lnTo>
                <a:lnTo>
                  <a:pt x="7252" y="7259"/>
                </a:lnTo>
                <a:lnTo>
                  <a:pt x="4637" y="7259"/>
                </a:lnTo>
                <a:lnTo>
                  <a:pt x="5766" y="5399"/>
                </a:lnTo>
                <a:lnTo>
                  <a:pt x="6666" y="3981"/>
                </a:lnTo>
                <a:lnTo>
                  <a:pt x="7434" y="2921"/>
                </a:lnTo>
                <a:lnTo>
                  <a:pt x="8152" y="2133"/>
                </a:lnTo>
                <a:lnTo>
                  <a:pt x="8920" y="1532"/>
                </a:lnTo>
                <a:lnTo>
                  <a:pt x="9820" y="1032"/>
                </a:lnTo>
                <a:lnTo>
                  <a:pt x="10949" y="550"/>
                </a:lnTo>
                <a:lnTo>
                  <a:pt x="12397" y="0"/>
                </a:lnTo>
                <a:close/>
              </a:path>
            </a:pathLst>
          </a:custGeom>
          <a:solidFill>
            <a:srgbClr val="989DA5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2" name="contour_06390"/>
          <p:cNvSpPr/>
          <p:nvPr/>
        </p:nvSpPr>
        <p:spPr>
          <a:xfrm>
            <a:off x="10330171" y="5589889"/>
            <a:ext cx="65592" cy="532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586"/>
                </a:lnTo>
                <a:lnTo>
                  <a:pt x="17256" y="1175"/>
                </a:lnTo>
                <a:lnTo>
                  <a:pt x="18691" y="1764"/>
                </a:lnTo>
                <a:lnTo>
                  <a:pt x="20138" y="2358"/>
                </a:lnTo>
                <a:lnTo>
                  <a:pt x="21600" y="2959"/>
                </a:lnTo>
                <a:lnTo>
                  <a:pt x="21343" y="4764"/>
                </a:lnTo>
                <a:lnTo>
                  <a:pt x="21082" y="6566"/>
                </a:lnTo>
                <a:lnTo>
                  <a:pt x="20818" y="8371"/>
                </a:lnTo>
                <a:lnTo>
                  <a:pt x="20549" y="10173"/>
                </a:lnTo>
                <a:lnTo>
                  <a:pt x="20256" y="12185"/>
                </a:lnTo>
                <a:lnTo>
                  <a:pt x="19958" y="14229"/>
                </a:lnTo>
                <a:lnTo>
                  <a:pt x="19483" y="16312"/>
                </a:lnTo>
                <a:lnTo>
                  <a:pt x="18996" y="17682"/>
                </a:lnTo>
                <a:lnTo>
                  <a:pt x="18199" y="18946"/>
                </a:lnTo>
                <a:lnTo>
                  <a:pt x="16800" y="20712"/>
                </a:lnTo>
                <a:lnTo>
                  <a:pt x="15175" y="21032"/>
                </a:lnTo>
                <a:lnTo>
                  <a:pt x="13567" y="21286"/>
                </a:lnTo>
                <a:lnTo>
                  <a:pt x="11971" y="21473"/>
                </a:lnTo>
                <a:lnTo>
                  <a:pt x="10382" y="21579"/>
                </a:lnTo>
                <a:lnTo>
                  <a:pt x="8796" y="21600"/>
                </a:lnTo>
                <a:lnTo>
                  <a:pt x="7210" y="21532"/>
                </a:lnTo>
                <a:lnTo>
                  <a:pt x="5618" y="21366"/>
                </a:lnTo>
                <a:lnTo>
                  <a:pt x="4015" y="21094"/>
                </a:lnTo>
                <a:lnTo>
                  <a:pt x="2400" y="20712"/>
                </a:lnTo>
                <a:lnTo>
                  <a:pt x="1450" y="18777"/>
                </a:lnTo>
                <a:lnTo>
                  <a:pt x="823" y="16963"/>
                </a:lnTo>
                <a:lnTo>
                  <a:pt x="444" y="15170"/>
                </a:lnTo>
                <a:lnTo>
                  <a:pt x="230" y="13294"/>
                </a:lnTo>
                <a:lnTo>
                  <a:pt x="108" y="11232"/>
                </a:lnTo>
                <a:lnTo>
                  <a:pt x="0" y="8877"/>
                </a:lnTo>
                <a:lnTo>
                  <a:pt x="1584" y="8877"/>
                </a:lnTo>
                <a:lnTo>
                  <a:pt x="3170" y="8877"/>
                </a:lnTo>
                <a:lnTo>
                  <a:pt x="4757" y="8877"/>
                </a:lnTo>
                <a:lnTo>
                  <a:pt x="6348" y="8877"/>
                </a:lnTo>
                <a:lnTo>
                  <a:pt x="7944" y="8877"/>
                </a:lnTo>
                <a:lnTo>
                  <a:pt x="9547" y="8877"/>
                </a:lnTo>
                <a:lnTo>
                  <a:pt x="11155" y="8877"/>
                </a:lnTo>
                <a:lnTo>
                  <a:pt x="12773" y="8877"/>
                </a:lnTo>
                <a:lnTo>
                  <a:pt x="14400" y="8877"/>
                </a:lnTo>
                <a:lnTo>
                  <a:pt x="14400" y="7119"/>
                </a:lnTo>
                <a:lnTo>
                  <a:pt x="14400" y="5356"/>
                </a:lnTo>
                <a:lnTo>
                  <a:pt x="14400" y="3586"/>
                </a:lnTo>
                <a:lnTo>
                  <a:pt x="14400" y="1802"/>
                </a:lnTo>
                <a:lnTo>
                  <a:pt x="14400" y="0"/>
                </a:lnTo>
                <a:close/>
              </a:path>
            </a:pathLst>
          </a:custGeom>
          <a:solidFill>
            <a:srgbClr val="F1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3" name="contour_06391"/>
          <p:cNvSpPr/>
          <p:nvPr/>
        </p:nvSpPr>
        <p:spPr>
          <a:xfrm>
            <a:off x="8143773" y="5567311"/>
            <a:ext cx="87456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51" y="0"/>
                </a:moveTo>
                <a:lnTo>
                  <a:pt x="8240" y="61"/>
                </a:lnTo>
                <a:lnTo>
                  <a:pt x="9329" y="122"/>
                </a:lnTo>
                <a:lnTo>
                  <a:pt x="10420" y="180"/>
                </a:lnTo>
                <a:lnTo>
                  <a:pt x="11509" y="240"/>
                </a:lnTo>
                <a:lnTo>
                  <a:pt x="12600" y="298"/>
                </a:lnTo>
                <a:lnTo>
                  <a:pt x="12600" y="2453"/>
                </a:lnTo>
                <a:lnTo>
                  <a:pt x="12600" y="4607"/>
                </a:lnTo>
                <a:lnTo>
                  <a:pt x="12600" y="6768"/>
                </a:lnTo>
                <a:lnTo>
                  <a:pt x="12600" y="8935"/>
                </a:lnTo>
                <a:lnTo>
                  <a:pt x="12600" y="11113"/>
                </a:lnTo>
                <a:lnTo>
                  <a:pt x="12600" y="13308"/>
                </a:lnTo>
                <a:lnTo>
                  <a:pt x="12600" y="15514"/>
                </a:lnTo>
                <a:lnTo>
                  <a:pt x="13714" y="14762"/>
                </a:lnTo>
                <a:lnTo>
                  <a:pt x="14828" y="14007"/>
                </a:lnTo>
                <a:lnTo>
                  <a:pt x="15946" y="13253"/>
                </a:lnTo>
                <a:lnTo>
                  <a:pt x="17066" y="12495"/>
                </a:lnTo>
                <a:lnTo>
                  <a:pt x="18191" y="11734"/>
                </a:lnTo>
                <a:lnTo>
                  <a:pt x="19319" y="10970"/>
                </a:lnTo>
                <a:lnTo>
                  <a:pt x="20455" y="10201"/>
                </a:lnTo>
                <a:lnTo>
                  <a:pt x="21600" y="9428"/>
                </a:lnTo>
                <a:lnTo>
                  <a:pt x="21600" y="11439"/>
                </a:lnTo>
                <a:lnTo>
                  <a:pt x="21600" y="13463"/>
                </a:lnTo>
                <a:lnTo>
                  <a:pt x="21600" y="15514"/>
                </a:lnTo>
                <a:lnTo>
                  <a:pt x="20477" y="16418"/>
                </a:lnTo>
                <a:lnTo>
                  <a:pt x="19559" y="16917"/>
                </a:lnTo>
                <a:lnTo>
                  <a:pt x="18058" y="17437"/>
                </a:lnTo>
                <a:lnTo>
                  <a:pt x="16958" y="17823"/>
                </a:lnTo>
                <a:lnTo>
                  <a:pt x="15842" y="18210"/>
                </a:lnTo>
                <a:lnTo>
                  <a:pt x="14679" y="18572"/>
                </a:lnTo>
                <a:lnTo>
                  <a:pt x="13500" y="18937"/>
                </a:lnTo>
                <a:lnTo>
                  <a:pt x="12339" y="19333"/>
                </a:lnTo>
                <a:lnTo>
                  <a:pt x="11160" y="19732"/>
                </a:lnTo>
                <a:lnTo>
                  <a:pt x="10010" y="20118"/>
                </a:lnTo>
                <a:lnTo>
                  <a:pt x="8858" y="20498"/>
                </a:lnTo>
                <a:lnTo>
                  <a:pt x="7706" y="20870"/>
                </a:lnTo>
                <a:lnTo>
                  <a:pt x="6554" y="21238"/>
                </a:lnTo>
                <a:lnTo>
                  <a:pt x="5400" y="21600"/>
                </a:lnTo>
                <a:lnTo>
                  <a:pt x="5400" y="19792"/>
                </a:lnTo>
                <a:lnTo>
                  <a:pt x="5400" y="17979"/>
                </a:lnTo>
                <a:lnTo>
                  <a:pt x="5400" y="16159"/>
                </a:lnTo>
                <a:lnTo>
                  <a:pt x="5400" y="14324"/>
                </a:lnTo>
                <a:lnTo>
                  <a:pt x="5400" y="12471"/>
                </a:lnTo>
                <a:lnTo>
                  <a:pt x="4329" y="13073"/>
                </a:lnTo>
                <a:lnTo>
                  <a:pt x="3258" y="13679"/>
                </a:lnTo>
                <a:lnTo>
                  <a:pt x="2180" y="14287"/>
                </a:lnTo>
                <a:lnTo>
                  <a:pt x="1094" y="14896"/>
                </a:lnTo>
                <a:lnTo>
                  <a:pt x="0" y="15514"/>
                </a:lnTo>
                <a:lnTo>
                  <a:pt x="419" y="14038"/>
                </a:lnTo>
                <a:lnTo>
                  <a:pt x="841" y="12565"/>
                </a:lnTo>
                <a:lnTo>
                  <a:pt x="1264" y="11089"/>
                </a:lnTo>
                <a:lnTo>
                  <a:pt x="1688" y="9616"/>
                </a:lnTo>
                <a:lnTo>
                  <a:pt x="2158" y="7973"/>
                </a:lnTo>
                <a:lnTo>
                  <a:pt x="2637" y="6299"/>
                </a:lnTo>
                <a:lnTo>
                  <a:pt x="3319" y="4269"/>
                </a:lnTo>
                <a:lnTo>
                  <a:pt x="4001" y="2617"/>
                </a:lnTo>
                <a:lnTo>
                  <a:pt x="4793" y="1345"/>
                </a:lnTo>
                <a:lnTo>
                  <a:pt x="5807" y="472"/>
                </a:lnTo>
                <a:lnTo>
                  <a:pt x="7151" y="0"/>
                </a:lnTo>
                <a:close/>
              </a:path>
            </a:pathLst>
          </a:custGeom>
          <a:solidFill>
            <a:srgbClr val="656A6C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4" name="contour_06392"/>
          <p:cNvSpPr/>
          <p:nvPr/>
        </p:nvSpPr>
        <p:spPr>
          <a:xfrm>
            <a:off x="4791297" y="5414978"/>
            <a:ext cx="8018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3" y="0"/>
                </a:moveTo>
                <a:lnTo>
                  <a:pt x="15100" y="702"/>
                </a:lnTo>
                <a:lnTo>
                  <a:pt x="16362" y="1432"/>
                </a:lnTo>
                <a:lnTo>
                  <a:pt x="17540" y="2216"/>
                </a:lnTo>
                <a:lnTo>
                  <a:pt x="18641" y="3087"/>
                </a:lnTo>
                <a:lnTo>
                  <a:pt x="19680" y="4067"/>
                </a:lnTo>
                <a:lnTo>
                  <a:pt x="20662" y="5188"/>
                </a:lnTo>
                <a:lnTo>
                  <a:pt x="21596" y="6480"/>
                </a:lnTo>
                <a:lnTo>
                  <a:pt x="21600" y="8040"/>
                </a:lnTo>
                <a:lnTo>
                  <a:pt x="21547" y="9577"/>
                </a:lnTo>
                <a:lnTo>
                  <a:pt x="21443" y="11098"/>
                </a:lnTo>
                <a:lnTo>
                  <a:pt x="21290" y="12606"/>
                </a:lnTo>
                <a:lnTo>
                  <a:pt x="21093" y="14105"/>
                </a:lnTo>
                <a:lnTo>
                  <a:pt x="20858" y="15597"/>
                </a:lnTo>
                <a:lnTo>
                  <a:pt x="20591" y="17090"/>
                </a:lnTo>
                <a:lnTo>
                  <a:pt x="20294" y="18585"/>
                </a:lnTo>
                <a:lnTo>
                  <a:pt x="19972" y="20086"/>
                </a:lnTo>
                <a:lnTo>
                  <a:pt x="19633" y="21600"/>
                </a:lnTo>
                <a:lnTo>
                  <a:pt x="18490" y="21328"/>
                </a:lnTo>
                <a:lnTo>
                  <a:pt x="17332" y="21051"/>
                </a:lnTo>
                <a:lnTo>
                  <a:pt x="15865" y="20747"/>
                </a:lnTo>
                <a:lnTo>
                  <a:pt x="14460" y="20481"/>
                </a:lnTo>
                <a:lnTo>
                  <a:pt x="13101" y="20259"/>
                </a:lnTo>
                <a:lnTo>
                  <a:pt x="11780" y="20088"/>
                </a:lnTo>
                <a:lnTo>
                  <a:pt x="10490" y="19969"/>
                </a:lnTo>
                <a:lnTo>
                  <a:pt x="9216" y="19911"/>
                </a:lnTo>
                <a:lnTo>
                  <a:pt x="7953" y="19917"/>
                </a:lnTo>
                <a:lnTo>
                  <a:pt x="6689" y="19993"/>
                </a:lnTo>
                <a:lnTo>
                  <a:pt x="5413" y="20144"/>
                </a:lnTo>
                <a:lnTo>
                  <a:pt x="4115" y="20375"/>
                </a:lnTo>
                <a:lnTo>
                  <a:pt x="2788" y="20691"/>
                </a:lnTo>
                <a:lnTo>
                  <a:pt x="1419" y="21099"/>
                </a:lnTo>
                <a:lnTo>
                  <a:pt x="0" y="21600"/>
                </a:lnTo>
                <a:lnTo>
                  <a:pt x="974" y="21198"/>
                </a:lnTo>
                <a:lnTo>
                  <a:pt x="1963" y="20790"/>
                </a:lnTo>
                <a:lnTo>
                  <a:pt x="2937" y="20120"/>
                </a:lnTo>
                <a:lnTo>
                  <a:pt x="3927" y="19440"/>
                </a:lnTo>
                <a:lnTo>
                  <a:pt x="3927" y="18012"/>
                </a:lnTo>
                <a:lnTo>
                  <a:pt x="3927" y="16576"/>
                </a:lnTo>
                <a:lnTo>
                  <a:pt x="3927" y="15120"/>
                </a:lnTo>
                <a:lnTo>
                  <a:pt x="5211" y="14865"/>
                </a:lnTo>
                <a:lnTo>
                  <a:pt x="6151" y="14725"/>
                </a:lnTo>
                <a:lnTo>
                  <a:pt x="7205" y="14645"/>
                </a:lnTo>
                <a:lnTo>
                  <a:pt x="8835" y="14580"/>
                </a:lnTo>
                <a:lnTo>
                  <a:pt x="10443" y="14312"/>
                </a:lnTo>
                <a:lnTo>
                  <a:pt x="11491" y="14055"/>
                </a:lnTo>
                <a:lnTo>
                  <a:pt x="12437" y="13656"/>
                </a:lnTo>
                <a:lnTo>
                  <a:pt x="13743" y="12960"/>
                </a:lnTo>
                <a:lnTo>
                  <a:pt x="14012" y="11502"/>
                </a:lnTo>
                <a:lnTo>
                  <a:pt x="14193" y="10061"/>
                </a:lnTo>
                <a:lnTo>
                  <a:pt x="14291" y="8634"/>
                </a:lnTo>
                <a:lnTo>
                  <a:pt x="14318" y="7210"/>
                </a:lnTo>
                <a:lnTo>
                  <a:pt x="14287" y="5789"/>
                </a:lnTo>
                <a:lnTo>
                  <a:pt x="14202" y="4361"/>
                </a:lnTo>
                <a:lnTo>
                  <a:pt x="14079" y="2925"/>
                </a:lnTo>
                <a:lnTo>
                  <a:pt x="13922" y="1473"/>
                </a:lnTo>
                <a:lnTo>
                  <a:pt x="13743" y="0"/>
                </a:lnTo>
                <a:close/>
              </a:path>
            </a:pathLst>
          </a:custGeom>
          <a:solidFill>
            <a:srgbClr val="7A687E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5" name="contour_06393"/>
          <p:cNvSpPr/>
          <p:nvPr/>
        </p:nvSpPr>
        <p:spPr>
          <a:xfrm>
            <a:off x="965102" y="5378538"/>
            <a:ext cx="73150" cy="58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68" y="0"/>
                </a:moveTo>
                <a:lnTo>
                  <a:pt x="20178" y="3079"/>
                </a:lnTo>
                <a:lnTo>
                  <a:pt x="20795" y="5529"/>
                </a:lnTo>
                <a:lnTo>
                  <a:pt x="21232" y="7490"/>
                </a:lnTo>
                <a:lnTo>
                  <a:pt x="21497" y="9102"/>
                </a:lnTo>
                <a:lnTo>
                  <a:pt x="21600" y="10496"/>
                </a:lnTo>
                <a:lnTo>
                  <a:pt x="21553" y="11812"/>
                </a:lnTo>
                <a:lnTo>
                  <a:pt x="21363" y="13185"/>
                </a:lnTo>
                <a:lnTo>
                  <a:pt x="21045" y="14755"/>
                </a:lnTo>
                <a:lnTo>
                  <a:pt x="20604" y="16660"/>
                </a:lnTo>
                <a:lnTo>
                  <a:pt x="19581" y="18307"/>
                </a:lnTo>
                <a:lnTo>
                  <a:pt x="18529" y="19443"/>
                </a:lnTo>
                <a:lnTo>
                  <a:pt x="17369" y="20227"/>
                </a:lnTo>
                <a:lnTo>
                  <a:pt x="16018" y="20813"/>
                </a:lnTo>
                <a:lnTo>
                  <a:pt x="14393" y="21364"/>
                </a:lnTo>
                <a:lnTo>
                  <a:pt x="12665" y="21570"/>
                </a:lnTo>
                <a:lnTo>
                  <a:pt x="11072" y="21600"/>
                </a:lnTo>
                <a:lnTo>
                  <a:pt x="9585" y="21459"/>
                </a:lnTo>
                <a:lnTo>
                  <a:pt x="8182" y="21152"/>
                </a:lnTo>
                <a:lnTo>
                  <a:pt x="6831" y="20691"/>
                </a:lnTo>
                <a:lnTo>
                  <a:pt x="5511" y="20081"/>
                </a:lnTo>
                <a:lnTo>
                  <a:pt x="4194" y="19327"/>
                </a:lnTo>
                <a:lnTo>
                  <a:pt x="2854" y="18437"/>
                </a:lnTo>
                <a:lnTo>
                  <a:pt x="1463" y="17419"/>
                </a:lnTo>
                <a:lnTo>
                  <a:pt x="0" y="16277"/>
                </a:lnTo>
                <a:lnTo>
                  <a:pt x="1278" y="16277"/>
                </a:lnTo>
                <a:lnTo>
                  <a:pt x="2561" y="16277"/>
                </a:lnTo>
                <a:lnTo>
                  <a:pt x="3848" y="16277"/>
                </a:lnTo>
                <a:lnTo>
                  <a:pt x="5146" y="16277"/>
                </a:lnTo>
                <a:lnTo>
                  <a:pt x="6456" y="16277"/>
                </a:lnTo>
                <a:lnTo>
                  <a:pt x="6101" y="14487"/>
                </a:lnTo>
                <a:lnTo>
                  <a:pt x="5746" y="12694"/>
                </a:lnTo>
                <a:lnTo>
                  <a:pt x="5389" y="10892"/>
                </a:lnTo>
                <a:lnTo>
                  <a:pt x="5029" y="9083"/>
                </a:lnTo>
                <a:lnTo>
                  <a:pt x="4668" y="7262"/>
                </a:lnTo>
                <a:lnTo>
                  <a:pt x="4304" y="5426"/>
                </a:lnTo>
                <a:lnTo>
                  <a:pt x="5660" y="4937"/>
                </a:lnTo>
                <a:lnTo>
                  <a:pt x="7016" y="4449"/>
                </a:lnTo>
                <a:lnTo>
                  <a:pt x="8374" y="3961"/>
                </a:lnTo>
                <a:lnTo>
                  <a:pt x="9734" y="3470"/>
                </a:lnTo>
                <a:lnTo>
                  <a:pt x="11098" y="2979"/>
                </a:lnTo>
                <a:lnTo>
                  <a:pt x="12462" y="2488"/>
                </a:lnTo>
                <a:lnTo>
                  <a:pt x="13833" y="1994"/>
                </a:lnTo>
                <a:lnTo>
                  <a:pt x="15208" y="1498"/>
                </a:lnTo>
                <a:lnTo>
                  <a:pt x="16588" y="1001"/>
                </a:lnTo>
                <a:lnTo>
                  <a:pt x="17976" y="502"/>
                </a:lnTo>
                <a:lnTo>
                  <a:pt x="19368" y="0"/>
                </a:lnTo>
                <a:close/>
              </a:path>
            </a:pathLst>
          </a:custGeom>
          <a:solidFill>
            <a:srgbClr val="4E4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6" name="contour_06394"/>
          <p:cNvSpPr/>
          <p:nvPr/>
        </p:nvSpPr>
        <p:spPr>
          <a:xfrm>
            <a:off x="3756402" y="5342134"/>
            <a:ext cx="65592" cy="436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3585"/>
                </a:moveTo>
                <a:lnTo>
                  <a:pt x="20083" y="6374"/>
                </a:lnTo>
                <a:lnTo>
                  <a:pt x="20650" y="8330"/>
                </a:lnTo>
                <a:lnTo>
                  <a:pt x="21014" y="9973"/>
                </a:lnTo>
                <a:lnTo>
                  <a:pt x="21293" y="11821"/>
                </a:lnTo>
                <a:lnTo>
                  <a:pt x="21600" y="14394"/>
                </a:lnTo>
                <a:lnTo>
                  <a:pt x="20174" y="14394"/>
                </a:lnTo>
                <a:lnTo>
                  <a:pt x="18744" y="14394"/>
                </a:lnTo>
                <a:lnTo>
                  <a:pt x="17309" y="14394"/>
                </a:lnTo>
                <a:lnTo>
                  <a:pt x="15862" y="14394"/>
                </a:lnTo>
                <a:lnTo>
                  <a:pt x="14400" y="14394"/>
                </a:lnTo>
                <a:lnTo>
                  <a:pt x="14400" y="16776"/>
                </a:lnTo>
                <a:lnTo>
                  <a:pt x="14400" y="19172"/>
                </a:lnTo>
                <a:lnTo>
                  <a:pt x="14400" y="21600"/>
                </a:lnTo>
                <a:lnTo>
                  <a:pt x="12816" y="21600"/>
                </a:lnTo>
                <a:lnTo>
                  <a:pt x="11230" y="21600"/>
                </a:lnTo>
                <a:lnTo>
                  <a:pt x="9643" y="21600"/>
                </a:lnTo>
                <a:lnTo>
                  <a:pt x="8052" y="21600"/>
                </a:lnTo>
                <a:lnTo>
                  <a:pt x="6456" y="21600"/>
                </a:lnTo>
                <a:lnTo>
                  <a:pt x="4853" y="21600"/>
                </a:lnTo>
                <a:lnTo>
                  <a:pt x="3245" y="21600"/>
                </a:lnTo>
                <a:lnTo>
                  <a:pt x="1627" y="21600"/>
                </a:lnTo>
                <a:lnTo>
                  <a:pt x="0" y="21600"/>
                </a:lnTo>
                <a:lnTo>
                  <a:pt x="341" y="17626"/>
                </a:lnTo>
                <a:lnTo>
                  <a:pt x="614" y="14567"/>
                </a:lnTo>
                <a:lnTo>
                  <a:pt x="847" y="12211"/>
                </a:lnTo>
                <a:lnTo>
                  <a:pt x="1068" y="10348"/>
                </a:lnTo>
                <a:lnTo>
                  <a:pt x="1306" y="8763"/>
                </a:lnTo>
                <a:lnTo>
                  <a:pt x="1589" y="7249"/>
                </a:lnTo>
                <a:lnTo>
                  <a:pt x="1944" y="5592"/>
                </a:lnTo>
                <a:lnTo>
                  <a:pt x="2400" y="3585"/>
                </a:lnTo>
                <a:lnTo>
                  <a:pt x="3982" y="2209"/>
                </a:lnTo>
                <a:lnTo>
                  <a:pt x="5616" y="1175"/>
                </a:lnTo>
                <a:lnTo>
                  <a:pt x="7289" y="472"/>
                </a:lnTo>
                <a:lnTo>
                  <a:pt x="8988" y="86"/>
                </a:lnTo>
                <a:lnTo>
                  <a:pt x="10709" y="0"/>
                </a:lnTo>
                <a:lnTo>
                  <a:pt x="12434" y="205"/>
                </a:lnTo>
                <a:lnTo>
                  <a:pt x="14158" y="677"/>
                </a:lnTo>
                <a:lnTo>
                  <a:pt x="15866" y="1409"/>
                </a:lnTo>
                <a:lnTo>
                  <a:pt x="17551" y="2382"/>
                </a:lnTo>
                <a:lnTo>
                  <a:pt x="19200" y="3585"/>
                </a:lnTo>
                <a:close/>
              </a:path>
            </a:pathLst>
          </a:custGeom>
          <a:solidFill>
            <a:srgbClr val="C5B6D7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7" name="contour_06395"/>
          <p:cNvSpPr/>
          <p:nvPr/>
        </p:nvSpPr>
        <p:spPr>
          <a:xfrm>
            <a:off x="4593552" y="5305658"/>
            <a:ext cx="4469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90" y="0"/>
                </a:moveTo>
                <a:lnTo>
                  <a:pt x="6491" y="73"/>
                </a:lnTo>
                <a:lnTo>
                  <a:pt x="8262" y="166"/>
                </a:lnTo>
                <a:lnTo>
                  <a:pt x="10157" y="346"/>
                </a:lnTo>
                <a:lnTo>
                  <a:pt x="13014" y="674"/>
                </a:lnTo>
                <a:lnTo>
                  <a:pt x="15426" y="931"/>
                </a:lnTo>
                <a:lnTo>
                  <a:pt x="17870" y="1190"/>
                </a:lnTo>
                <a:lnTo>
                  <a:pt x="19723" y="1672"/>
                </a:lnTo>
                <a:lnTo>
                  <a:pt x="21600" y="2160"/>
                </a:lnTo>
                <a:lnTo>
                  <a:pt x="21600" y="3588"/>
                </a:lnTo>
                <a:lnTo>
                  <a:pt x="21600" y="5024"/>
                </a:lnTo>
                <a:lnTo>
                  <a:pt x="21600" y="6480"/>
                </a:lnTo>
                <a:lnTo>
                  <a:pt x="19272" y="6480"/>
                </a:lnTo>
                <a:lnTo>
                  <a:pt x="16930" y="6480"/>
                </a:lnTo>
                <a:lnTo>
                  <a:pt x="14556" y="6480"/>
                </a:lnTo>
                <a:lnTo>
                  <a:pt x="15539" y="7819"/>
                </a:lnTo>
                <a:lnTo>
                  <a:pt x="16535" y="9180"/>
                </a:lnTo>
                <a:lnTo>
                  <a:pt x="17081" y="10750"/>
                </a:lnTo>
                <a:lnTo>
                  <a:pt x="17384" y="12187"/>
                </a:lnTo>
                <a:lnTo>
                  <a:pt x="17465" y="13528"/>
                </a:lnTo>
                <a:lnTo>
                  <a:pt x="17346" y="14807"/>
                </a:lnTo>
                <a:lnTo>
                  <a:pt x="17053" y="16064"/>
                </a:lnTo>
                <a:lnTo>
                  <a:pt x="16606" y="17334"/>
                </a:lnTo>
                <a:lnTo>
                  <a:pt x="16025" y="18656"/>
                </a:lnTo>
                <a:lnTo>
                  <a:pt x="15334" y="20066"/>
                </a:lnTo>
                <a:lnTo>
                  <a:pt x="14556" y="21600"/>
                </a:lnTo>
                <a:lnTo>
                  <a:pt x="10365" y="20922"/>
                </a:lnTo>
                <a:lnTo>
                  <a:pt x="7477" y="20395"/>
                </a:lnTo>
                <a:lnTo>
                  <a:pt x="5540" y="19911"/>
                </a:lnTo>
                <a:lnTo>
                  <a:pt x="4202" y="19360"/>
                </a:lnTo>
                <a:lnTo>
                  <a:pt x="3110" y="18630"/>
                </a:lnTo>
                <a:lnTo>
                  <a:pt x="1912" y="17608"/>
                </a:lnTo>
                <a:lnTo>
                  <a:pt x="1138" y="16077"/>
                </a:lnTo>
                <a:lnTo>
                  <a:pt x="609" y="14593"/>
                </a:lnTo>
                <a:lnTo>
                  <a:pt x="278" y="13128"/>
                </a:lnTo>
                <a:lnTo>
                  <a:pt x="99" y="11647"/>
                </a:lnTo>
                <a:lnTo>
                  <a:pt x="32" y="10117"/>
                </a:lnTo>
                <a:lnTo>
                  <a:pt x="28" y="8506"/>
                </a:lnTo>
                <a:lnTo>
                  <a:pt x="18" y="7366"/>
                </a:lnTo>
                <a:lnTo>
                  <a:pt x="11" y="6216"/>
                </a:lnTo>
                <a:lnTo>
                  <a:pt x="0" y="5054"/>
                </a:lnTo>
                <a:lnTo>
                  <a:pt x="328" y="3348"/>
                </a:lnTo>
                <a:lnTo>
                  <a:pt x="849" y="2253"/>
                </a:lnTo>
                <a:lnTo>
                  <a:pt x="1948" y="1294"/>
                </a:lnTo>
                <a:lnTo>
                  <a:pt x="3990" y="0"/>
                </a:lnTo>
                <a:close/>
              </a:path>
            </a:pathLst>
          </a:custGeom>
          <a:solidFill>
            <a:srgbClr val="5A4C31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8" name="contour_06396"/>
          <p:cNvSpPr/>
          <p:nvPr/>
        </p:nvSpPr>
        <p:spPr>
          <a:xfrm>
            <a:off x="4762145" y="5291082"/>
            <a:ext cx="94744" cy="543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3354" y="825"/>
                </a:lnTo>
                <a:lnTo>
                  <a:pt x="13460" y="2282"/>
                </a:lnTo>
                <a:lnTo>
                  <a:pt x="13708" y="5613"/>
                </a:lnTo>
                <a:lnTo>
                  <a:pt x="13972" y="7519"/>
                </a:lnTo>
                <a:lnTo>
                  <a:pt x="14190" y="8776"/>
                </a:lnTo>
                <a:lnTo>
                  <a:pt x="14479" y="9946"/>
                </a:lnTo>
                <a:lnTo>
                  <a:pt x="14954" y="11585"/>
                </a:lnTo>
                <a:lnTo>
                  <a:pt x="15903" y="12294"/>
                </a:lnTo>
                <a:lnTo>
                  <a:pt x="16576" y="12720"/>
                </a:lnTo>
                <a:lnTo>
                  <a:pt x="17293" y="13030"/>
                </a:lnTo>
                <a:lnTo>
                  <a:pt x="18380" y="13395"/>
                </a:lnTo>
                <a:lnTo>
                  <a:pt x="19443" y="13754"/>
                </a:lnTo>
                <a:lnTo>
                  <a:pt x="20515" y="14113"/>
                </a:lnTo>
                <a:lnTo>
                  <a:pt x="21600" y="14481"/>
                </a:lnTo>
                <a:lnTo>
                  <a:pt x="21600" y="16395"/>
                </a:lnTo>
                <a:lnTo>
                  <a:pt x="21600" y="18321"/>
                </a:lnTo>
                <a:lnTo>
                  <a:pt x="21600" y="20274"/>
                </a:lnTo>
                <a:lnTo>
                  <a:pt x="20483" y="20424"/>
                </a:lnTo>
                <a:lnTo>
                  <a:pt x="19369" y="20560"/>
                </a:lnTo>
                <a:lnTo>
                  <a:pt x="18254" y="20685"/>
                </a:lnTo>
                <a:lnTo>
                  <a:pt x="17137" y="20798"/>
                </a:lnTo>
                <a:lnTo>
                  <a:pt x="16021" y="20902"/>
                </a:lnTo>
                <a:lnTo>
                  <a:pt x="14904" y="21000"/>
                </a:lnTo>
                <a:lnTo>
                  <a:pt x="13787" y="21090"/>
                </a:lnTo>
                <a:lnTo>
                  <a:pt x="12669" y="21177"/>
                </a:lnTo>
                <a:lnTo>
                  <a:pt x="11824" y="21299"/>
                </a:lnTo>
                <a:lnTo>
                  <a:pt x="10974" y="21420"/>
                </a:lnTo>
                <a:lnTo>
                  <a:pt x="10112" y="21545"/>
                </a:lnTo>
                <a:lnTo>
                  <a:pt x="8903" y="21600"/>
                </a:lnTo>
                <a:lnTo>
                  <a:pt x="7764" y="21597"/>
                </a:lnTo>
                <a:lnTo>
                  <a:pt x="6668" y="21502"/>
                </a:lnTo>
                <a:lnTo>
                  <a:pt x="5583" y="21273"/>
                </a:lnTo>
                <a:lnTo>
                  <a:pt x="4480" y="20876"/>
                </a:lnTo>
                <a:lnTo>
                  <a:pt x="3323" y="20274"/>
                </a:lnTo>
                <a:lnTo>
                  <a:pt x="2663" y="18518"/>
                </a:lnTo>
                <a:lnTo>
                  <a:pt x="2113" y="16807"/>
                </a:lnTo>
                <a:lnTo>
                  <a:pt x="1653" y="15112"/>
                </a:lnTo>
                <a:lnTo>
                  <a:pt x="1263" y="13404"/>
                </a:lnTo>
                <a:lnTo>
                  <a:pt x="924" y="11649"/>
                </a:lnTo>
                <a:lnTo>
                  <a:pt x="613" y="9815"/>
                </a:lnTo>
                <a:lnTo>
                  <a:pt x="312" y="7875"/>
                </a:lnTo>
                <a:lnTo>
                  <a:pt x="0" y="5792"/>
                </a:lnTo>
                <a:lnTo>
                  <a:pt x="1047" y="6314"/>
                </a:lnTo>
                <a:lnTo>
                  <a:pt x="2094" y="6835"/>
                </a:lnTo>
                <a:lnTo>
                  <a:pt x="3142" y="7356"/>
                </a:lnTo>
                <a:lnTo>
                  <a:pt x="4192" y="7881"/>
                </a:lnTo>
                <a:lnTo>
                  <a:pt x="5245" y="8405"/>
                </a:lnTo>
                <a:lnTo>
                  <a:pt x="6299" y="8929"/>
                </a:lnTo>
                <a:lnTo>
                  <a:pt x="7357" y="9456"/>
                </a:lnTo>
                <a:lnTo>
                  <a:pt x="8419" y="9986"/>
                </a:lnTo>
                <a:lnTo>
                  <a:pt x="9484" y="10516"/>
                </a:lnTo>
                <a:lnTo>
                  <a:pt x="10556" y="11049"/>
                </a:lnTo>
                <a:lnTo>
                  <a:pt x="11631" y="11585"/>
                </a:lnTo>
                <a:lnTo>
                  <a:pt x="11905" y="9673"/>
                </a:lnTo>
                <a:lnTo>
                  <a:pt x="12179" y="7759"/>
                </a:lnTo>
                <a:lnTo>
                  <a:pt x="12455" y="5836"/>
                </a:lnTo>
                <a:lnTo>
                  <a:pt x="12732" y="3904"/>
                </a:lnTo>
                <a:lnTo>
                  <a:pt x="13012" y="1961"/>
                </a:lnTo>
                <a:lnTo>
                  <a:pt x="13292" y="0"/>
                </a:lnTo>
                <a:close/>
              </a:path>
            </a:pathLst>
          </a:custGeom>
          <a:solidFill>
            <a:srgbClr val="51504E"/>
          </a:solidFill>
          <a:ln>
            <a:noFill/>
          </a:ln>
        </p:spPr>
        <p:txBody>
          <a:bodyPr/>
          <a:lstStyle/>
          <a:p/>
        </p:txBody>
      </p:sp>
      <p:sp>
        <p:nvSpPr>
          <p:cNvPr id="6399" name="contour_06397"/>
          <p:cNvSpPr/>
          <p:nvPr/>
        </p:nvSpPr>
        <p:spPr>
          <a:xfrm>
            <a:off x="9885603" y="5291082"/>
            <a:ext cx="4471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9" y="910"/>
                </a:lnTo>
                <a:lnTo>
                  <a:pt x="8791" y="1632"/>
                </a:lnTo>
                <a:lnTo>
                  <a:pt x="11788" y="2210"/>
                </a:lnTo>
                <a:lnTo>
                  <a:pt x="14080" y="2678"/>
                </a:lnTo>
                <a:lnTo>
                  <a:pt x="15847" y="3082"/>
                </a:lnTo>
                <a:lnTo>
                  <a:pt x="17262" y="3454"/>
                </a:lnTo>
                <a:lnTo>
                  <a:pt x="18498" y="3840"/>
                </a:lnTo>
                <a:lnTo>
                  <a:pt x="19727" y="4274"/>
                </a:lnTo>
                <a:lnTo>
                  <a:pt x="21125" y="4800"/>
                </a:lnTo>
                <a:lnTo>
                  <a:pt x="21442" y="6514"/>
                </a:lnTo>
                <a:lnTo>
                  <a:pt x="21600" y="7745"/>
                </a:lnTo>
                <a:lnTo>
                  <a:pt x="21600" y="8839"/>
                </a:lnTo>
                <a:lnTo>
                  <a:pt x="21442" y="10142"/>
                </a:lnTo>
                <a:lnTo>
                  <a:pt x="21125" y="12000"/>
                </a:lnTo>
                <a:lnTo>
                  <a:pt x="21125" y="13392"/>
                </a:lnTo>
                <a:lnTo>
                  <a:pt x="21125" y="14803"/>
                </a:lnTo>
                <a:lnTo>
                  <a:pt x="21125" y="16502"/>
                </a:lnTo>
                <a:lnTo>
                  <a:pt x="21125" y="18202"/>
                </a:lnTo>
                <a:lnTo>
                  <a:pt x="21125" y="19901"/>
                </a:lnTo>
                <a:lnTo>
                  <a:pt x="21125" y="21600"/>
                </a:lnTo>
                <a:lnTo>
                  <a:pt x="18801" y="21600"/>
                </a:lnTo>
                <a:lnTo>
                  <a:pt x="16474" y="21600"/>
                </a:lnTo>
                <a:lnTo>
                  <a:pt x="14136" y="21600"/>
                </a:lnTo>
                <a:lnTo>
                  <a:pt x="11788" y="21600"/>
                </a:lnTo>
                <a:lnTo>
                  <a:pt x="9425" y="21600"/>
                </a:lnTo>
                <a:lnTo>
                  <a:pt x="7042" y="21600"/>
                </a:lnTo>
                <a:lnTo>
                  <a:pt x="7042" y="20014"/>
                </a:lnTo>
                <a:lnTo>
                  <a:pt x="7042" y="18418"/>
                </a:lnTo>
                <a:lnTo>
                  <a:pt x="7042" y="16800"/>
                </a:lnTo>
                <a:lnTo>
                  <a:pt x="4714" y="16800"/>
                </a:lnTo>
                <a:lnTo>
                  <a:pt x="2373" y="16800"/>
                </a:lnTo>
                <a:lnTo>
                  <a:pt x="0" y="16800"/>
                </a:lnTo>
                <a:lnTo>
                  <a:pt x="0" y="15137"/>
                </a:lnTo>
                <a:lnTo>
                  <a:pt x="0" y="13471"/>
                </a:lnTo>
                <a:lnTo>
                  <a:pt x="0" y="11806"/>
                </a:lnTo>
                <a:lnTo>
                  <a:pt x="0" y="10138"/>
                </a:lnTo>
                <a:lnTo>
                  <a:pt x="0" y="8462"/>
                </a:lnTo>
                <a:lnTo>
                  <a:pt x="0" y="6785"/>
                </a:lnTo>
                <a:lnTo>
                  <a:pt x="0" y="5100"/>
                </a:lnTo>
                <a:lnTo>
                  <a:pt x="0" y="3408"/>
                </a:lnTo>
                <a:lnTo>
                  <a:pt x="0" y="1709"/>
                </a:lnTo>
                <a:lnTo>
                  <a:pt x="0" y="0"/>
                </a:lnTo>
                <a:close/>
              </a:path>
            </a:pathLst>
          </a:custGeom>
          <a:solidFill>
            <a:srgbClr val="DCD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0" name="contour_06398"/>
          <p:cNvSpPr/>
          <p:nvPr/>
        </p:nvSpPr>
        <p:spPr>
          <a:xfrm>
            <a:off x="10191699" y="5291082"/>
            <a:ext cx="94744" cy="375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8906" y="541"/>
                </a:lnTo>
                <a:lnTo>
                  <a:pt x="10802" y="1019"/>
                </a:lnTo>
                <a:lnTo>
                  <a:pt x="12378" y="1477"/>
                </a:lnTo>
                <a:lnTo>
                  <a:pt x="13683" y="1951"/>
                </a:lnTo>
                <a:lnTo>
                  <a:pt x="14759" y="2475"/>
                </a:lnTo>
                <a:lnTo>
                  <a:pt x="15653" y="3088"/>
                </a:lnTo>
                <a:lnTo>
                  <a:pt x="16409" y="3830"/>
                </a:lnTo>
                <a:lnTo>
                  <a:pt x="17076" y="4736"/>
                </a:lnTo>
                <a:lnTo>
                  <a:pt x="17694" y="5844"/>
                </a:lnTo>
                <a:lnTo>
                  <a:pt x="18313" y="7190"/>
                </a:lnTo>
                <a:lnTo>
                  <a:pt x="18976" y="8814"/>
                </a:lnTo>
                <a:lnTo>
                  <a:pt x="19731" y="10748"/>
                </a:lnTo>
                <a:lnTo>
                  <a:pt x="20007" y="11637"/>
                </a:lnTo>
                <a:lnTo>
                  <a:pt x="20490" y="13202"/>
                </a:lnTo>
                <a:lnTo>
                  <a:pt x="21600" y="16780"/>
                </a:lnTo>
                <a:lnTo>
                  <a:pt x="20590" y="17464"/>
                </a:lnTo>
                <a:lnTo>
                  <a:pt x="19578" y="18127"/>
                </a:lnTo>
                <a:lnTo>
                  <a:pt x="18564" y="18768"/>
                </a:lnTo>
                <a:lnTo>
                  <a:pt x="17549" y="19402"/>
                </a:lnTo>
                <a:lnTo>
                  <a:pt x="16419" y="20132"/>
                </a:lnTo>
                <a:lnTo>
                  <a:pt x="15271" y="20878"/>
                </a:lnTo>
                <a:lnTo>
                  <a:pt x="14289" y="20925"/>
                </a:lnTo>
                <a:lnTo>
                  <a:pt x="13292" y="20975"/>
                </a:lnTo>
                <a:lnTo>
                  <a:pt x="12649" y="18538"/>
                </a:lnTo>
                <a:lnTo>
                  <a:pt x="12262" y="16851"/>
                </a:lnTo>
                <a:lnTo>
                  <a:pt x="11975" y="15131"/>
                </a:lnTo>
                <a:lnTo>
                  <a:pt x="11631" y="12585"/>
                </a:lnTo>
                <a:lnTo>
                  <a:pt x="11064" y="14666"/>
                </a:lnTo>
                <a:lnTo>
                  <a:pt x="10488" y="16780"/>
                </a:lnTo>
                <a:lnTo>
                  <a:pt x="9394" y="18613"/>
                </a:lnTo>
                <a:lnTo>
                  <a:pt x="8299" y="19939"/>
                </a:lnTo>
                <a:lnTo>
                  <a:pt x="7196" y="20832"/>
                </a:lnTo>
                <a:lnTo>
                  <a:pt x="6078" y="21361"/>
                </a:lnTo>
                <a:lnTo>
                  <a:pt x="4936" y="21592"/>
                </a:lnTo>
                <a:lnTo>
                  <a:pt x="3765" y="21600"/>
                </a:lnTo>
                <a:lnTo>
                  <a:pt x="2557" y="21453"/>
                </a:lnTo>
                <a:lnTo>
                  <a:pt x="1304" y="21222"/>
                </a:lnTo>
                <a:lnTo>
                  <a:pt x="0" y="20975"/>
                </a:lnTo>
                <a:lnTo>
                  <a:pt x="274" y="18206"/>
                </a:lnTo>
                <a:lnTo>
                  <a:pt x="548" y="15433"/>
                </a:lnTo>
                <a:lnTo>
                  <a:pt x="824" y="12648"/>
                </a:lnTo>
                <a:lnTo>
                  <a:pt x="1102" y="9850"/>
                </a:lnTo>
                <a:lnTo>
                  <a:pt x="1381" y="7035"/>
                </a:lnTo>
                <a:lnTo>
                  <a:pt x="1662" y="4195"/>
                </a:lnTo>
                <a:lnTo>
                  <a:pt x="2648" y="5026"/>
                </a:lnTo>
                <a:lnTo>
                  <a:pt x="3639" y="5860"/>
                </a:lnTo>
                <a:lnTo>
                  <a:pt x="4632" y="6695"/>
                </a:lnTo>
                <a:lnTo>
                  <a:pt x="5634" y="7538"/>
                </a:lnTo>
                <a:lnTo>
                  <a:pt x="6646" y="8390"/>
                </a:lnTo>
                <a:lnTo>
                  <a:pt x="6646" y="5617"/>
                </a:lnTo>
                <a:lnTo>
                  <a:pt x="6646" y="2827"/>
                </a:lnTo>
                <a:lnTo>
                  <a:pt x="6646" y="0"/>
                </a:lnTo>
                <a:close/>
              </a:path>
            </a:pathLst>
          </a:custGeom>
          <a:solidFill>
            <a:srgbClr val="F0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1" name="contour_06399"/>
          <p:cNvSpPr/>
          <p:nvPr/>
        </p:nvSpPr>
        <p:spPr>
          <a:xfrm>
            <a:off x="9725267" y="5276506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467" y="0"/>
                </a:lnTo>
                <a:lnTo>
                  <a:pt x="15643" y="0"/>
                </a:lnTo>
                <a:lnTo>
                  <a:pt x="16823" y="0"/>
                </a:lnTo>
                <a:lnTo>
                  <a:pt x="18008" y="0"/>
                </a:lnTo>
                <a:lnTo>
                  <a:pt x="19197" y="0"/>
                </a:lnTo>
                <a:lnTo>
                  <a:pt x="20394" y="0"/>
                </a:lnTo>
                <a:lnTo>
                  <a:pt x="21600" y="0"/>
                </a:lnTo>
                <a:lnTo>
                  <a:pt x="21018" y="880"/>
                </a:lnTo>
                <a:lnTo>
                  <a:pt x="20434" y="1768"/>
                </a:lnTo>
                <a:lnTo>
                  <a:pt x="19840" y="2668"/>
                </a:lnTo>
                <a:lnTo>
                  <a:pt x="19083" y="3847"/>
                </a:lnTo>
                <a:lnTo>
                  <a:pt x="18322" y="5038"/>
                </a:lnTo>
                <a:lnTo>
                  <a:pt x="17549" y="6242"/>
                </a:lnTo>
                <a:lnTo>
                  <a:pt x="16796" y="7403"/>
                </a:lnTo>
                <a:lnTo>
                  <a:pt x="16040" y="8572"/>
                </a:lnTo>
                <a:lnTo>
                  <a:pt x="15271" y="9755"/>
                </a:lnTo>
                <a:lnTo>
                  <a:pt x="14460" y="11383"/>
                </a:lnTo>
                <a:lnTo>
                  <a:pt x="13782" y="12946"/>
                </a:lnTo>
                <a:lnTo>
                  <a:pt x="13216" y="14499"/>
                </a:lnTo>
                <a:lnTo>
                  <a:pt x="12739" y="16092"/>
                </a:lnTo>
                <a:lnTo>
                  <a:pt x="12332" y="17771"/>
                </a:lnTo>
                <a:lnTo>
                  <a:pt x="11968" y="19591"/>
                </a:lnTo>
                <a:lnTo>
                  <a:pt x="11631" y="21600"/>
                </a:lnTo>
                <a:lnTo>
                  <a:pt x="10589" y="21025"/>
                </a:lnTo>
                <a:lnTo>
                  <a:pt x="9549" y="20439"/>
                </a:lnTo>
                <a:lnTo>
                  <a:pt x="8512" y="19842"/>
                </a:lnTo>
                <a:lnTo>
                  <a:pt x="7477" y="19238"/>
                </a:lnTo>
                <a:lnTo>
                  <a:pt x="6704" y="18800"/>
                </a:lnTo>
                <a:lnTo>
                  <a:pt x="5928" y="18357"/>
                </a:lnTo>
                <a:lnTo>
                  <a:pt x="5141" y="17909"/>
                </a:lnTo>
                <a:lnTo>
                  <a:pt x="4239" y="17061"/>
                </a:lnTo>
                <a:lnTo>
                  <a:pt x="3323" y="16200"/>
                </a:lnTo>
                <a:lnTo>
                  <a:pt x="3323" y="14415"/>
                </a:lnTo>
                <a:lnTo>
                  <a:pt x="3323" y="12620"/>
                </a:lnTo>
                <a:lnTo>
                  <a:pt x="3323" y="10800"/>
                </a:lnTo>
                <a:lnTo>
                  <a:pt x="2336" y="9809"/>
                </a:lnTo>
                <a:lnTo>
                  <a:pt x="1662" y="9196"/>
                </a:lnTo>
                <a:lnTo>
                  <a:pt x="987" y="8713"/>
                </a:lnTo>
                <a:lnTo>
                  <a:pt x="0" y="8100"/>
                </a:lnTo>
                <a:lnTo>
                  <a:pt x="1999" y="6553"/>
                </a:lnTo>
                <a:lnTo>
                  <a:pt x="3622" y="5319"/>
                </a:lnTo>
                <a:lnTo>
                  <a:pt x="4941" y="4379"/>
                </a:lnTo>
                <a:lnTo>
                  <a:pt x="6023" y="3702"/>
                </a:lnTo>
                <a:lnTo>
                  <a:pt x="6934" y="3262"/>
                </a:lnTo>
                <a:lnTo>
                  <a:pt x="7743" y="3035"/>
                </a:lnTo>
                <a:lnTo>
                  <a:pt x="8519" y="2992"/>
                </a:lnTo>
                <a:lnTo>
                  <a:pt x="9328" y="3108"/>
                </a:lnTo>
                <a:lnTo>
                  <a:pt x="10238" y="3359"/>
                </a:lnTo>
                <a:lnTo>
                  <a:pt x="11318" y="3712"/>
                </a:lnTo>
                <a:lnTo>
                  <a:pt x="12297" y="4549"/>
                </a:lnTo>
                <a:lnTo>
                  <a:pt x="13292" y="5400"/>
                </a:lnTo>
                <a:lnTo>
                  <a:pt x="13292" y="3615"/>
                </a:lnTo>
                <a:lnTo>
                  <a:pt x="13292" y="1820"/>
                </a:lnTo>
                <a:lnTo>
                  <a:pt x="13292" y="0"/>
                </a:lnTo>
                <a:close/>
              </a:path>
            </a:pathLst>
          </a:custGeom>
          <a:solidFill>
            <a:srgbClr val="AEAEA7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2" name="contour_06400"/>
          <p:cNvSpPr/>
          <p:nvPr/>
        </p:nvSpPr>
        <p:spPr>
          <a:xfrm>
            <a:off x="2102028" y="5238463"/>
            <a:ext cx="94744" cy="526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31" y="844"/>
                </a:moveTo>
                <a:lnTo>
                  <a:pt x="17991" y="1771"/>
                </a:lnTo>
                <a:lnTo>
                  <a:pt x="18958" y="2704"/>
                </a:lnTo>
                <a:lnTo>
                  <a:pt x="19938" y="3650"/>
                </a:lnTo>
                <a:lnTo>
                  <a:pt x="20213" y="5627"/>
                </a:lnTo>
                <a:lnTo>
                  <a:pt x="20487" y="7605"/>
                </a:lnTo>
                <a:lnTo>
                  <a:pt x="20763" y="9588"/>
                </a:lnTo>
                <a:lnTo>
                  <a:pt x="21040" y="11584"/>
                </a:lnTo>
                <a:lnTo>
                  <a:pt x="21319" y="13591"/>
                </a:lnTo>
                <a:lnTo>
                  <a:pt x="21600" y="15617"/>
                </a:lnTo>
                <a:lnTo>
                  <a:pt x="20475" y="15931"/>
                </a:lnTo>
                <a:lnTo>
                  <a:pt x="19349" y="16242"/>
                </a:lnTo>
                <a:lnTo>
                  <a:pt x="18222" y="16553"/>
                </a:lnTo>
                <a:lnTo>
                  <a:pt x="17096" y="16864"/>
                </a:lnTo>
                <a:lnTo>
                  <a:pt x="15969" y="17175"/>
                </a:lnTo>
                <a:lnTo>
                  <a:pt x="14841" y="17489"/>
                </a:lnTo>
                <a:lnTo>
                  <a:pt x="13711" y="17804"/>
                </a:lnTo>
                <a:lnTo>
                  <a:pt x="12580" y="18115"/>
                </a:lnTo>
                <a:lnTo>
                  <a:pt x="11448" y="18429"/>
                </a:lnTo>
                <a:lnTo>
                  <a:pt x="10313" y="18743"/>
                </a:lnTo>
                <a:lnTo>
                  <a:pt x="9178" y="19057"/>
                </a:lnTo>
                <a:lnTo>
                  <a:pt x="8040" y="19374"/>
                </a:lnTo>
                <a:lnTo>
                  <a:pt x="6900" y="19688"/>
                </a:lnTo>
                <a:lnTo>
                  <a:pt x="5757" y="20005"/>
                </a:lnTo>
                <a:lnTo>
                  <a:pt x="4612" y="20323"/>
                </a:lnTo>
                <a:lnTo>
                  <a:pt x="3463" y="20643"/>
                </a:lnTo>
                <a:lnTo>
                  <a:pt x="2313" y="20960"/>
                </a:lnTo>
                <a:lnTo>
                  <a:pt x="1158" y="21280"/>
                </a:lnTo>
                <a:lnTo>
                  <a:pt x="0" y="21600"/>
                </a:lnTo>
                <a:lnTo>
                  <a:pt x="1499" y="18004"/>
                </a:lnTo>
                <a:lnTo>
                  <a:pt x="2840" y="14809"/>
                </a:lnTo>
                <a:lnTo>
                  <a:pt x="4041" y="11994"/>
                </a:lnTo>
                <a:lnTo>
                  <a:pt x="5116" y="9538"/>
                </a:lnTo>
                <a:lnTo>
                  <a:pt x="6086" y="7419"/>
                </a:lnTo>
                <a:lnTo>
                  <a:pt x="6968" y="5615"/>
                </a:lnTo>
                <a:lnTo>
                  <a:pt x="7779" y="4108"/>
                </a:lnTo>
                <a:lnTo>
                  <a:pt x="8537" y="2872"/>
                </a:lnTo>
                <a:lnTo>
                  <a:pt x="9260" y="1888"/>
                </a:lnTo>
                <a:lnTo>
                  <a:pt x="9963" y="1134"/>
                </a:lnTo>
                <a:lnTo>
                  <a:pt x="10665" y="589"/>
                </a:lnTo>
                <a:lnTo>
                  <a:pt x="11385" y="233"/>
                </a:lnTo>
                <a:lnTo>
                  <a:pt x="12138" y="45"/>
                </a:lnTo>
                <a:lnTo>
                  <a:pt x="12943" y="0"/>
                </a:lnTo>
                <a:lnTo>
                  <a:pt x="13817" y="78"/>
                </a:lnTo>
                <a:lnTo>
                  <a:pt x="14778" y="260"/>
                </a:lnTo>
                <a:lnTo>
                  <a:pt x="15844" y="524"/>
                </a:lnTo>
                <a:lnTo>
                  <a:pt x="17031" y="844"/>
                </a:lnTo>
                <a:close/>
              </a:path>
            </a:pathLst>
          </a:custGeom>
          <a:solidFill>
            <a:srgbClr val="4E425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3" name="contour_06401"/>
          <p:cNvSpPr/>
          <p:nvPr/>
        </p:nvSpPr>
        <p:spPr>
          <a:xfrm>
            <a:off x="7597968" y="5208895"/>
            <a:ext cx="52284" cy="60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69" y="0"/>
                </a:moveTo>
                <a:lnTo>
                  <a:pt x="11733" y="157"/>
                </a:lnTo>
                <a:lnTo>
                  <a:pt x="13709" y="394"/>
                </a:lnTo>
                <a:lnTo>
                  <a:pt x="15494" y="772"/>
                </a:lnTo>
                <a:lnTo>
                  <a:pt x="17192" y="1347"/>
                </a:lnTo>
                <a:lnTo>
                  <a:pt x="18908" y="2182"/>
                </a:lnTo>
                <a:lnTo>
                  <a:pt x="20748" y="3333"/>
                </a:lnTo>
                <a:lnTo>
                  <a:pt x="21112" y="5180"/>
                </a:lnTo>
                <a:lnTo>
                  <a:pt x="21371" y="7009"/>
                </a:lnTo>
                <a:lnTo>
                  <a:pt x="21531" y="8828"/>
                </a:lnTo>
                <a:lnTo>
                  <a:pt x="21600" y="10640"/>
                </a:lnTo>
                <a:lnTo>
                  <a:pt x="21594" y="12448"/>
                </a:lnTo>
                <a:lnTo>
                  <a:pt x="21519" y="14256"/>
                </a:lnTo>
                <a:lnTo>
                  <a:pt x="21386" y="16073"/>
                </a:lnTo>
                <a:lnTo>
                  <a:pt x="21209" y="17897"/>
                </a:lnTo>
                <a:lnTo>
                  <a:pt x="20992" y="19739"/>
                </a:lnTo>
                <a:lnTo>
                  <a:pt x="20748" y="21600"/>
                </a:lnTo>
                <a:lnTo>
                  <a:pt x="18466" y="21376"/>
                </a:lnTo>
                <a:lnTo>
                  <a:pt x="16298" y="21135"/>
                </a:lnTo>
                <a:lnTo>
                  <a:pt x="14232" y="20854"/>
                </a:lnTo>
                <a:lnTo>
                  <a:pt x="12254" y="20504"/>
                </a:lnTo>
                <a:lnTo>
                  <a:pt x="10348" y="20063"/>
                </a:lnTo>
                <a:lnTo>
                  <a:pt x="8500" y="19502"/>
                </a:lnTo>
                <a:lnTo>
                  <a:pt x="6690" y="18800"/>
                </a:lnTo>
                <a:lnTo>
                  <a:pt x="4911" y="17926"/>
                </a:lnTo>
                <a:lnTo>
                  <a:pt x="3140" y="16856"/>
                </a:lnTo>
                <a:lnTo>
                  <a:pt x="1367" y="15567"/>
                </a:lnTo>
                <a:lnTo>
                  <a:pt x="614" y="13494"/>
                </a:lnTo>
                <a:lnTo>
                  <a:pt x="160" y="11816"/>
                </a:lnTo>
                <a:lnTo>
                  <a:pt x="0" y="10347"/>
                </a:lnTo>
                <a:lnTo>
                  <a:pt x="148" y="8894"/>
                </a:lnTo>
                <a:lnTo>
                  <a:pt x="599" y="7270"/>
                </a:lnTo>
                <a:lnTo>
                  <a:pt x="1367" y="5290"/>
                </a:lnTo>
                <a:lnTo>
                  <a:pt x="2677" y="3479"/>
                </a:lnTo>
                <a:lnTo>
                  <a:pt x="3911" y="2169"/>
                </a:lnTo>
                <a:lnTo>
                  <a:pt x="5302" y="1234"/>
                </a:lnTo>
                <a:lnTo>
                  <a:pt x="7079" y="553"/>
                </a:lnTo>
                <a:lnTo>
                  <a:pt x="9469" y="0"/>
                </a:lnTo>
                <a:close/>
              </a:path>
            </a:pathLst>
          </a:custGeom>
          <a:solidFill>
            <a:srgbClr val="F4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4" name="contour_06402"/>
          <p:cNvSpPr/>
          <p:nvPr/>
        </p:nvSpPr>
        <p:spPr>
          <a:xfrm>
            <a:off x="1642156" y="5159898"/>
            <a:ext cx="59033" cy="51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" y="0"/>
                </a:moveTo>
                <a:lnTo>
                  <a:pt x="952" y="254"/>
                </a:lnTo>
                <a:lnTo>
                  <a:pt x="2163" y="701"/>
                </a:lnTo>
                <a:lnTo>
                  <a:pt x="4933" y="1721"/>
                </a:lnTo>
                <a:lnTo>
                  <a:pt x="6965" y="2226"/>
                </a:lnTo>
                <a:lnTo>
                  <a:pt x="8875" y="2517"/>
                </a:lnTo>
                <a:lnTo>
                  <a:pt x="10696" y="2605"/>
                </a:lnTo>
                <a:lnTo>
                  <a:pt x="12461" y="2517"/>
                </a:lnTo>
                <a:lnTo>
                  <a:pt x="14205" y="2263"/>
                </a:lnTo>
                <a:lnTo>
                  <a:pt x="15957" y="1865"/>
                </a:lnTo>
                <a:lnTo>
                  <a:pt x="17752" y="1344"/>
                </a:lnTo>
                <a:lnTo>
                  <a:pt x="19621" y="716"/>
                </a:lnTo>
                <a:lnTo>
                  <a:pt x="21600" y="0"/>
                </a:lnTo>
                <a:lnTo>
                  <a:pt x="21525" y="2131"/>
                </a:lnTo>
                <a:lnTo>
                  <a:pt x="21421" y="4225"/>
                </a:lnTo>
                <a:lnTo>
                  <a:pt x="21277" y="6286"/>
                </a:lnTo>
                <a:lnTo>
                  <a:pt x="21083" y="8325"/>
                </a:lnTo>
                <a:lnTo>
                  <a:pt x="20824" y="10345"/>
                </a:lnTo>
                <a:lnTo>
                  <a:pt x="20491" y="12354"/>
                </a:lnTo>
                <a:lnTo>
                  <a:pt x="20072" y="14356"/>
                </a:lnTo>
                <a:lnTo>
                  <a:pt x="19557" y="16358"/>
                </a:lnTo>
                <a:lnTo>
                  <a:pt x="18933" y="18370"/>
                </a:lnTo>
                <a:lnTo>
                  <a:pt x="17312" y="19420"/>
                </a:lnTo>
                <a:lnTo>
                  <a:pt x="15720" y="20238"/>
                </a:lnTo>
                <a:lnTo>
                  <a:pt x="14133" y="20844"/>
                </a:lnTo>
                <a:lnTo>
                  <a:pt x="12533" y="21257"/>
                </a:lnTo>
                <a:lnTo>
                  <a:pt x="10899" y="21502"/>
                </a:lnTo>
                <a:lnTo>
                  <a:pt x="9213" y="21600"/>
                </a:lnTo>
                <a:lnTo>
                  <a:pt x="7453" y="21569"/>
                </a:lnTo>
                <a:lnTo>
                  <a:pt x="5600" y="21432"/>
                </a:lnTo>
                <a:lnTo>
                  <a:pt x="3549" y="20259"/>
                </a:lnTo>
                <a:lnTo>
                  <a:pt x="2309" y="19230"/>
                </a:lnTo>
                <a:lnTo>
                  <a:pt x="1381" y="17773"/>
                </a:lnTo>
                <a:lnTo>
                  <a:pt x="267" y="15308"/>
                </a:lnTo>
                <a:lnTo>
                  <a:pt x="123" y="13110"/>
                </a:lnTo>
                <a:lnTo>
                  <a:pt x="35" y="10924"/>
                </a:lnTo>
                <a:lnTo>
                  <a:pt x="0" y="8744"/>
                </a:lnTo>
                <a:lnTo>
                  <a:pt x="8" y="6567"/>
                </a:lnTo>
                <a:lnTo>
                  <a:pt x="61" y="4387"/>
                </a:lnTo>
                <a:lnTo>
                  <a:pt x="147" y="2198"/>
                </a:lnTo>
                <a:lnTo>
                  <a:pt x="267" y="0"/>
                </a:lnTo>
                <a:close/>
              </a:path>
            </a:pathLst>
          </a:custGeom>
          <a:solidFill>
            <a:srgbClr val="3F3547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5" name="contour_06403"/>
          <p:cNvSpPr/>
          <p:nvPr/>
        </p:nvSpPr>
        <p:spPr>
          <a:xfrm>
            <a:off x="979678" y="5138034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6" y="224"/>
                </a:lnTo>
                <a:lnTo>
                  <a:pt x="7171" y="445"/>
                </a:lnTo>
                <a:lnTo>
                  <a:pt x="8599" y="670"/>
                </a:lnTo>
                <a:lnTo>
                  <a:pt x="10029" y="891"/>
                </a:lnTo>
                <a:lnTo>
                  <a:pt x="11461" y="1115"/>
                </a:lnTo>
                <a:lnTo>
                  <a:pt x="12895" y="1339"/>
                </a:lnTo>
                <a:lnTo>
                  <a:pt x="14334" y="1563"/>
                </a:lnTo>
                <a:lnTo>
                  <a:pt x="15777" y="1790"/>
                </a:lnTo>
                <a:lnTo>
                  <a:pt x="17224" y="2017"/>
                </a:lnTo>
                <a:lnTo>
                  <a:pt x="18675" y="2244"/>
                </a:lnTo>
                <a:lnTo>
                  <a:pt x="20136" y="2470"/>
                </a:lnTo>
                <a:lnTo>
                  <a:pt x="21600" y="2700"/>
                </a:lnTo>
                <a:lnTo>
                  <a:pt x="21064" y="4037"/>
                </a:lnTo>
                <a:lnTo>
                  <a:pt x="20529" y="5378"/>
                </a:lnTo>
                <a:lnTo>
                  <a:pt x="19986" y="6731"/>
                </a:lnTo>
                <a:lnTo>
                  <a:pt x="19440" y="8100"/>
                </a:lnTo>
                <a:lnTo>
                  <a:pt x="18414" y="8435"/>
                </a:lnTo>
                <a:lnTo>
                  <a:pt x="17382" y="8770"/>
                </a:lnTo>
                <a:lnTo>
                  <a:pt x="16334" y="9112"/>
                </a:lnTo>
                <a:lnTo>
                  <a:pt x="14366" y="10128"/>
                </a:lnTo>
                <a:lnTo>
                  <a:pt x="13247" y="10908"/>
                </a:lnTo>
                <a:lnTo>
                  <a:pt x="12556" y="11856"/>
                </a:lnTo>
                <a:lnTo>
                  <a:pt x="11880" y="13362"/>
                </a:lnTo>
                <a:lnTo>
                  <a:pt x="11321" y="15147"/>
                </a:lnTo>
                <a:lnTo>
                  <a:pt x="10960" y="16362"/>
                </a:lnTo>
                <a:lnTo>
                  <a:pt x="10640" y="17572"/>
                </a:lnTo>
                <a:lnTo>
                  <a:pt x="10202" y="19332"/>
                </a:lnTo>
                <a:lnTo>
                  <a:pt x="9426" y="20458"/>
                </a:lnTo>
                <a:lnTo>
                  <a:pt x="8640" y="21600"/>
                </a:lnTo>
                <a:lnTo>
                  <a:pt x="7214" y="21600"/>
                </a:lnTo>
                <a:lnTo>
                  <a:pt x="5787" y="21600"/>
                </a:lnTo>
                <a:lnTo>
                  <a:pt x="4352" y="21600"/>
                </a:lnTo>
                <a:lnTo>
                  <a:pt x="2912" y="21600"/>
                </a:lnTo>
                <a:lnTo>
                  <a:pt x="1462" y="21600"/>
                </a:lnTo>
                <a:lnTo>
                  <a:pt x="0" y="21600"/>
                </a:lnTo>
                <a:lnTo>
                  <a:pt x="356" y="19818"/>
                </a:lnTo>
                <a:lnTo>
                  <a:pt x="713" y="18036"/>
                </a:lnTo>
                <a:lnTo>
                  <a:pt x="1069" y="16251"/>
                </a:lnTo>
                <a:lnTo>
                  <a:pt x="1428" y="14464"/>
                </a:lnTo>
                <a:lnTo>
                  <a:pt x="1784" y="12674"/>
                </a:lnTo>
                <a:lnTo>
                  <a:pt x="2145" y="10881"/>
                </a:lnTo>
                <a:lnTo>
                  <a:pt x="2503" y="9083"/>
                </a:lnTo>
                <a:lnTo>
                  <a:pt x="2864" y="7279"/>
                </a:lnTo>
                <a:lnTo>
                  <a:pt x="3225" y="5470"/>
                </a:lnTo>
                <a:lnTo>
                  <a:pt x="3590" y="3656"/>
                </a:lnTo>
                <a:lnTo>
                  <a:pt x="3953" y="1831"/>
                </a:lnTo>
                <a:lnTo>
                  <a:pt x="4320" y="0"/>
                </a:lnTo>
                <a:close/>
              </a:path>
            </a:pathLst>
          </a:custGeom>
          <a:solidFill>
            <a:srgbClr val="211E1F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6" name="contour_06404"/>
          <p:cNvSpPr/>
          <p:nvPr/>
        </p:nvSpPr>
        <p:spPr>
          <a:xfrm>
            <a:off x="877646" y="5108365"/>
            <a:ext cx="102032" cy="51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217"/>
                </a:moveTo>
                <a:lnTo>
                  <a:pt x="5011" y="1729"/>
                </a:lnTo>
                <a:lnTo>
                  <a:pt x="5394" y="3247"/>
                </a:lnTo>
                <a:lnTo>
                  <a:pt x="5781" y="4778"/>
                </a:lnTo>
                <a:lnTo>
                  <a:pt x="6171" y="6326"/>
                </a:lnTo>
                <a:lnTo>
                  <a:pt x="6523" y="5993"/>
                </a:lnTo>
                <a:lnTo>
                  <a:pt x="7588" y="4988"/>
                </a:lnTo>
                <a:lnTo>
                  <a:pt x="8689" y="4060"/>
                </a:lnTo>
                <a:lnTo>
                  <a:pt x="9765" y="3232"/>
                </a:lnTo>
                <a:lnTo>
                  <a:pt x="10817" y="2505"/>
                </a:lnTo>
                <a:lnTo>
                  <a:pt x="11857" y="1876"/>
                </a:lnTo>
                <a:lnTo>
                  <a:pt x="12887" y="1341"/>
                </a:lnTo>
                <a:lnTo>
                  <a:pt x="13917" y="898"/>
                </a:lnTo>
                <a:lnTo>
                  <a:pt x="14949" y="547"/>
                </a:lnTo>
                <a:lnTo>
                  <a:pt x="15993" y="281"/>
                </a:lnTo>
                <a:lnTo>
                  <a:pt x="17055" y="104"/>
                </a:lnTo>
                <a:lnTo>
                  <a:pt x="18139" y="12"/>
                </a:lnTo>
                <a:lnTo>
                  <a:pt x="19255" y="0"/>
                </a:lnTo>
                <a:lnTo>
                  <a:pt x="20406" y="70"/>
                </a:lnTo>
                <a:lnTo>
                  <a:pt x="21600" y="217"/>
                </a:lnTo>
                <a:lnTo>
                  <a:pt x="21217" y="1729"/>
                </a:lnTo>
                <a:lnTo>
                  <a:pt x="20835" y="3247"/>
                </a:lnTo>
                <a:lnTo>
                  <a:pt x="20447" y="4778"/>
                </a:lnTo>
                <a:lnTo>
                  <a:pt x="20057" y="6326"/>
                </a:lnTo>
                <a:lnTo>
                  <a:pt x="19293" y="5569"/>
                </a:lnTo>
                <a:lnTo>
                  <a:pt x="18525" y="4811"/>
                </a:lnTo>
                <a:lnTo>
                  <a:pt x="17754" y="4044"/>
                </a:lnTo>
                <a:lnTo>
                  <a:pt x="16971" y="3272"/>
                </a:lnTo>
                <a:lnTo>
                  <a:pt x="16802" y="5288"/>
                </a:lnTo>
                <a:lnTo>
                  <a:pt x="16632" y="7307"/>
                </a:lnTo>
                <a:lnTo>
                  <a:pt x="16462" y="9326"/>
                </a:lnTo>
                <a:lnTo>
                  <a:pt x="16291" y="11351"/>
                </a:lnTo>
                <a:lnTo>
                  <a:pt x="16120" y="13383"/>
                </a:lnTo>
                <a:lnTo>
                  <a:pt x="15949" y="15423"/>
                </a:lnTo>
                <a:lnTo>
                  <a:pt x="15776" y="17470"/>
                </a:lnTo>
                <a:lnTo>
                  <a:pt x="15603" y="19529"/>
                </a:lnTo>
                <a:lnTo>
                  <a:pt x="15429" y="21600"/>
                </a:lnTo>
                <a:lnTo>
                  <a:pt x="14592" y="20842"/>
                </a:lnTo>
                <a:lnTo>
                  <a:pt x="13753" y="20085"/>
                </a:lnTo>
                <a:lnTo>
                  <a:pt x="12908" y="19318"/>
                </a:lnTo>
                <a:lnTo>
                  <a:pt x="12053" y="18545"/>
                </a:lnTo>
                <a:lnTo>
                  <a:pt x="11035" y="17775"/>
                </a:lnTo>
                <a:lnTo>
                  <a:pt x="10035" y="17122"/>
                </a:lnTo>
                <a:lnTo>
                  <a:pt x="9049" y="16578"/>
                </a:lnTo>
                <a:lnTo>
                  <a:pt x="8074" y="16135"/>
                </a:lnTo>
                <a:lnTo>
                  <a:pt x="7102" y="15787"/>
                </a:lnTo>
                <a:lnTo>
                  <a:pt x="6130" y="15527"/>
                </a:lnTo>
                <a:lnTo>
                  <a:pt x="5152" y="15350"/>
                </a:lnTo>
                <a:lnTo>
                  <a:pt x="4163" y="15249"/>
                </a:lnTo>
                <a:lnTo>
                  <a:pt x="3158" y="15222"/>
                </a:lnTo>
                <a:lnTo>
                  <a:pt x="2134" y="15255"/>
                </a:lnTo>
                <a:lnTo>
                  <a:pt x="1082" y="15347"/>
                </a:lnTo>
                <a:lnTo>
                  <a:pt x="0" y="15491"/>
                </a:lnTo>
                <a:lnTo>
                  <a:pt x="0" y="13471"/>
                </a:lnTo>
                <a:lnTo>
                  <a:pt x="0" y="11440"/>
                </a:lnTo>
                <a:lnTo>
                  <a:pt x="0" y="9381"/>
                </a:lnTo>
                <a:lnTo>
                  <a:pt x="916" y="9381"/>
                </a:lnTo>
                <a:lnTo>
                  <a:pt x="1836" y="9381"/>
                </a:lnTo>
                <a:lnTo>
                  <a:pt x="2759" y="9381"/>
                </a:lnTo>
                <a:lnTo>
                  <a:pt x="3689" y="9381"/>
                </a:lnTo>
                <a:lnTo>
                  <a:pt x="4629" y="9381"/>
                </a:lnTo>
                <a:lnTo>
                  <a:pt x="4629" y="7567"/>
                </a:lnTo>
                <a:lnTo>
                  <a:pt x="4629" y="5746"/>
                </a:lnTo>
                <a:lnTo>
                  <a:pt x="4629" y="3919"/>
                </a:lnTo>
                <a:lnTo>
                  <a:pt x="4629" y="2077"/>
                </a:lnTo>
                <a:lnTo>
                  <a:pt x="4629" y="217"/>
                </a:lnTo>
                <a:close/>
              </a:path>
            </a:pathLst>
          </a:custGeom>
          <a:solidFill>
            <a:srgbClr val="6861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7" name="contour_06405"/>
          <p:cNvSpPr/>
          <p:nvPr/>
        </p:nvSpPr>
        <p:spPr>
          <a:xfrm>
            <a:off x="2575748" y="5094306"/>
            <a:ext cx="87040" cy="544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77" y="0"/>
                </a:moveTo>
                <a:lnTo>
                  <a:pt x="17473" y="0"/>
                </a:lnTo>
                <a:lnTo>
                  <a:pt x="18676" y="0"/>
                </a:lnTo>
                <a:lnTo>
                  <a:pt x="19894" y="0"/>
                </a:lnTo>
                <a:lnTo>
                  <a:pt x="20569" y="1970"/>
                </a:lnTo>
                <a:lnTo>
                  <a:pt x="21063" y="3832"/>
                </a:lnTo>
                <a:lnTo>
                  <a:pt x="21388" y="5666"/>
                </a:lnTo>
                <a:lnTo>
                  <a:pt x="21564" y="7558"/>
                </a:lnTo>
                <a:lnTo>
                  <a:pt x="21600" y="9585"/>
                </a:lnTo>
                <a:lnTo>
                  <a:pt x="21513" y="11830"/>
                </a:lnTo>
                <a:lnTo>
                  <a:pt x="21063" y="14005"/>
                </a:lnTo>
                <a:lnTo>
                  <a:pt x="20576" y="15778"/>
                </a:lnTo>
                <a:lnTo>
                  <a:pt x="19974" y="17302"/>
                </a:lnTo>
                <a:lnTo>
                  <a:pt x="19171" y="18742"/>
                </a:lnTo>
                <a:lnTo>
                  <a:pt x="18086" y="20246"/>
                </a:lnTo>
                <a:lnTo>
                  <a:pt x="16840" y="20611"/>
                </a:lnTo>
                <a:lnTo>
                  <a:pt x="15643" y="20915"/>
                </a:lnTo>
                <a:lnTo>
                  <a:pt x="14472" y="21155"/>
                </a:lnTo>
                <a:lnTo>
                  <a:pt x="13300" y="21334"/>
                </a:lnTo>
                <a:lnTo>
                  <a:pt x="12101" y="21452"/>
                </a:lnTo>
                <a:lnTo>
                  <a:pt x="10852" y="21513"/>
                </a:lnTo>
                <a:lnTo>
                  <a:pt x="9882" y="21554"/>
                </a:lnTo>
                <a:lnTo>
                  <a:pt x="8898" y="21600"/>
                </a:lnTo>
                <a:lnTo>
                  <a:pt x="7949" y="21542"/>
                </a:lnTo>
                <a:lnTo>
                  <a:pt x="7200" y="21444"/>
                </a:lnTo>
                <a:lnTo>
                  <a:pt x="6397" y="21236"/>
                </a:lnTo>
                <a:lnTo>
                  <a:pt x="5287" y="20860"/>
                </a:lnTo>
                <a:lnTo>
                  <a:pt x="3617" y="20246"/>
                </a:lnTo>
                <a:lnTo>
                  <a:pt x="2659" y="18366"/>
                </a:lnTo>
                <a:lnTo>
                  <a:pt x="1977" y="16981"/>
                </a:lnTo>
                <a:lnTo>
                  <a:pt x="1469" y="15850"/>
                </a:lnTo>
                <a:lnTo>
                  <a:pt x="1038" y="14731"/>
                </a:lnTo>
                <a:lnTo>
                  <a:pt x="582" y="13386"/>
                </a:lnTo>
                <a:lnTo>
                  <a:pt x="0" y="11569"/>
                </a:lnTo>
                <a:lnTo>
                  <a:pt x="1114" y="12084"/>
                </a:lnTo>
                <a:lnTo>
                  <a:pt x="2246" y="12608"/>
                </a:lnTo>
                <a:lnTo>
                  <a:pt x="3498" y="13076"/>
                </a:lnTo>
                <a:lnTo>
                  <a:pt x="4717" y="13496"/>
                </a:lnTo>
                <a:lnTo>
                  <a:pt x="5918" y="13854"/>
                </a:lnTo>
                <a:lnTo>
                  <a:pt x="7117" y="14144"/>
                </a:lnTo>
                <a:lnTo>
                  <a:pt x="8329" y="14349"/>
                </a:lnTo>
                <a:lnTo>
                  <a:pt x="9567" y="14459"/>
                </a:lnTo>
                <a:lnTo>
                  <a:pt x="10852" y="14462"/>
                </a:lnTo>
                <a:lnTo>
                  <a:pt x="11682" y="13001"/>
                </a:lnTo>
                <a:lnTo>
                  <a:pt x="12351" y="11485"/>
                </a:lnTo>
                <a:lnTo>
                  <a:pt x="12893" y="9912"/>
                </a:lnTo>
                <a:lnTo>
                  <a:pt x="13344" y="8272"/>
                </a:lnTo>
                <a:lnTo>
                  <a:pt x="13734" y="6560"/>
                </a:lnTo>
                <a:lnTo>
                  <a:pt x="14098" y="4767"/>
                </a:lnTo>
                <a:lnTo>
                  <a:pt x="14469" y="2892"/>
                </a:lnTo>
                <a:lnTo>
                  <a:pt x="15366" y="1458"/>
                </a:lnTo>
                <a:lnTo>
                  <a:pt x="16277" y="0"/>
                </a:lnTo>
                <a:close/>
              </a:path>
            </a:pathLst>
          </a:custGeom>
          <a:solidFill>
            <a:srgbClr val="5F557E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8" name="contour_06406"/>
          <p:cNvSpPr/>
          <p:nvPr/>
        </p:nvSpPr>
        <p:spPr>
          <a:xfrm>
            <a:off x="4586621" y="5109596"/>
            <a:ext cx="66204" cy="543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506"/>
                </a:moveTo>
                <a:lnTo>
                  <a:pt x="19779" y="8806"/>
                </a:lnTo>
                <a:lnTo>
                  <a:pt x="18262" y="11521"/>
                </a:lnTo>
                <a:lnTo>
                  <a:pt x="17001" y="13721"/>
                </a:lnTo>
                <a:lnTo>
                  <a:pt x="15936" y="15481"/>
                </a:lnTo>
                <a:lnTo>
                  <a:pt x="15016" y="16867"/>
                </a:lnTo>
                <a:lnTo>
                  <a:pt x="14184" y="17959"/>
                </a:lnTo>
                <a:lnTo>
                  <a:pt x="13385" y="18821"/>
                </a:lnTo>
                <a:lnTo>
                  <a:pt x="12564" y="19530"/>
                </a:lnTo>
                <a:lnTo>
                  <a:pt x="11666" y="20158"/>
                </a:lnTo>
                <a:lnTo>
                  <a:pt x="10638" y="20772"/>
                </a:lnTo>
                <a:lnTo>
                  <a:pt x="9423" y="21449"/>
                </a:lnTo>
                <a:lnTo>
                  <a:pt x="8151" y="21600"/>
                </a:lnTo>
                <a:lnTo>
                  <a:pt x="7160" y="21600"/>
                </a:lnTo>
                <a:lnTo>
                  <a:pt x="6118" y="21377"/>
                </a:lnTo>
                <a:lnTo>
                  <a:pt x="4701" y="20859"/>
                </a:lnTo>
                <a:lnTo>
                  <a:pt x="2578" y="19979"/>
                </a:lnTo>
                <a:lnTo>
                  <a:pt x="1795" y="18202"/>
                </a:lnTo>
                <a:lnTo>
                  <a:pt x="1160" y="16462"/>
                </a:lnTo>
                <a:lnTo>
                  <a:pt x="668" y="14740"/>
                </a:lnTo>
                <a:lnTo>
                  <a:pt x="311" y="13003"/>
                </a:lnTo>
                <a:lnTo>
                  <a:pt x="90" y="11237"/>
                </a:lnTo>
                <a:lnTo>
                  <a:pt x="0" y="9413"/>
                </a:lnTo>
                <a:lnTo>
                  <a:pt x="38" y="7512"/>
                </a:lnTo>
                <a:lnTo>
                  <a:pt x="200" y="5506"/>
                </a:lnTo>
                <a:lnTo>
                  <a:pt x="1346" y="3908"/>
                </a:lnTo>
                <a:lnTo>
                  <a:pt x="2490" y="2686"/>
                </a:lnTo>
                <a:lnTo>
                  <a:pt x="3712" y="1728"/>
                </a:lnTo>
                <a:lnTo>
                  <a:pt x="5093" y="909"/>
                </a:lnTo>
                <a:lnTo>
                  <a:pt x="6720" y="113"/>
                </a:lnTo>
                <a:lnTo>
                  <a:pt x="8356" y="0"/>
                </a:lnTo>
                <a:lnTo>
                  <a:pt x="9937" y="93"/>
                </a:lnTo>
                <a:lnTo>
                  <a:pt x="11473" y="365"/>
                </a:lnTo>
                <a:lnTo>
                  <a:pt x="12971" y="796"/>
                </a:lnTo>
                <a:lnTo>
                  <a:pt x="14440" y="1366"/>
                </a:lnTo>
                <a:lnTo>
                  <a:pt x="15886" y="2049"/>
                </a:lnTo>
                <a:lnTo>
                  <a:pt x="17318" y="2828"/>
                </a:lnTo>
                <a:lnTo>
                  <a:pt x="18742" y="3679"/>
                </a:lnTo>
                <a:lnTo>
                  <a:pt x="20166" y="4579"/>
                </a:lnTo>
                <a:lnTo>
                  <a:pt x="21600" y="5506"/>
                </a:lnTo>
                <a:close/>
              </a:path>
            </a:pathLst>
          </a:custGeom>
          <a:solidFill>
            <a:srgbClr val="2A2925"/>
          </a:solidFill>
          <a:ln>
            <a:noFill/>
          </a:ln>
        </p:spPr>
        <p:txBody>
          <a:bodyPr/>
          <a:lstStyle/>
          <a:p/>
        </p:txBody>
      </p:sp>
      <p:sp>
        <p:nvSpPr>
          <p:cNvPr id="6409" name="contour_06407"/>
          <p:cNvSpPr/>
          <p:nvPr/>
        </p:nvSpPr>
        <p:spPr>
          <a:xfrm>
            <a:off x="4018770" y="5072442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648" y="611"/>
                </a:lnTo>
                <a:lnTo>
                  <a:pt x="3639" y="1225"/>
                </a:lnTo>
                <a:lnTo>
                  <a:pt x="4632" y="1839"/>
                </a:lnTo>
                <a:lnTo>
                  <a:pt x="5634" y="2459"/>
                </a:lnTo>
                <a:lnTo>
                  <a:pt x="6646" y="3086"/>
                </a:lnTo>
                <a:lnTo>
                  <a:pt x="6646" y="5125"/>
                </a:lnTo>
                <a:lnTo>
                  <a:pt x="6646" y="7177"/>
                </a:lnTo>
                <a:lnTo>
                  <a:pt x="6646" y="9257"/>
                </a:lnTo>
                <a:lnTo>
                  <a:pt x="7432" y="8588"/>
                </a:lnTo>
                <a:lnTo>
                  <a:pt x="8230" y="7906"/>
                </a:lnTo>
                <a:lnTo>
                  <a:pt x="9388" y="6998"/>
                </a:lnTo>
                <a:lnTo>
                  <a:pt x="10504" y="6178"/>
                </a:lnTo>
                <a:lnTo>
                  <a:pt x="11589" y="5446"/>
                </a:lnTo>
                <a:lnTo>
                  <a:pt x="12653" y="4808"/>
                </a:lnTo>
                <a:lnTo>
                  <a:pt x="13706" y="4258"/>
                </a:lnTo>
                <a:lnTo>
                  <a:pt x="14758" y="3802"/>
                </a:lnTo>
                <a:lnTo>
                  <a:pt x="15818" y="3441"/>
                </a:lnTo>
                <a:lnTo>
                  <a:pt x="16898" y="3175"/>
                </a:lnTo>
                <a:lnTo>
                  <a:pt x="18004" y="3005"/>
                </a:lnTo>
                <a:lnTo>
                  <a:pt x="19151" y="2931"/>
                </a:lnTo>
                <a:lnTo>
                  <a:pt x="20346" y="2959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20596" y="10599"/>
                </a:lnTo>
                <a:lnTo>
                  <a:pt x="19585" y="11849"/>
                </a:lnTo>
                <a:lnTo>
                  <a:pt x="18563" y="13000"/>
                </a:lnTo>
                <a:lnTo>
                  <a:pt x="17531" y="14055"/>
                </a:lnTo>
                <a:lnTo>
                  <a:pt x="16484" y="15009"/>
                </a:lnTo>
                <a:lnTo>
                  <a:pt x="15426" y="15857"/>
                </a:lnTo>
                <a:lnTo>
                  <a:pt x="14352" y="16604"/>
                </a:lnTo>
                <a:lnTo>
                  <a:pt x="13264" y="17240"/>
                </a:lnTo>
                <a:lnTo>
                  <a:pt x="12159" y="17771"/>
                </a:lnTo>
                <a:lnTo>
                  <a:pt x="11036" y="18187"/>
                </a:lnTo>
                <a:lnTo>
                  <a:pt x="9894" y="18493"/>
                </a:lnTo>
                <a:lnTo>
                  <a:pt x="8731" y="18684"/>
                </a:lnTo>
                <a:lnTo>
                  <a:pt x="7548" y="18755"/>
                </a:lnTo>
                <a:lnTo>
                  <a:pt x="6344" y="18709"/>
                </a:lnTo>
                <a:lnTo>
                  <a:pt x="5114" y="18539"/>
                </a:lnTo>
                <a:lnTo>
                  <a:pt x="4214" y="18551"/>
                </a:lnTo>
                <a:lnTo>
                  <a:pt x="3498" y="18718"/>
                </a:lnTo>
                <a:lnTo>
                  <a:pt x="2720" y="19184"/>
                </a:lnTo>
                <a:lnTo>
                  <a:pt x="1637" y="20094"/>
                </a:lnTo>
                <a:lnTo>
                  <a:pt x="0" y="21600"/>
                </a:lnTo>
                <a:lnTo>
                  <a:pt x="164" y="19462"/>
                </a:lnTo>
                <a:lnTo>
                  <a:pt x="329" y="17320"/>
                </a:lnTo>
                <a:lnTo>
                  <a:pt x="493" y="15179"/>
                </a:lnTo>
                <a:lnTo>
                  <a:pt x="660" y="13034"/>
                </a:lnTo>
                <a:lnTo>
                  <a:pt x="824" y="10880"/>
                </a:lnTo>
                <a:lnTo>
                  <a:pt x="990" y="8723"/>
                </a:lnTo>
                <a:lnTo>
                  <a:pt x="1156" y="6557"/>
                </a:lnTo>
                <a:lnTo>
                  <a:pt x="1324" y="4382"/>
                </a:lnTo>
                <a:lnTo>
                  <a:pt x="1492" y="2197"/>
                </a:lnTo>
                <a:lnTo>
                  <a:pt x="1662" y="0"/>
                </a:lnTo>
                <a:close/>
              </a:path>
            </a:pathLst>
          </a:custGeom>
          <a:solidFill>
            <a:srgbClr val="918F8B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0" name="contour_06408"/>
          <p:cNvSpPr/>
          <p:nvPr/>
        </p:nvSpPr>
        <p:spPr>
          <a:xfrm>
            <a:off x="11145646" y="5050578"/>
            <a:ext cx="124676" cy="464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8" y="0"/>
                </a:moveTo>
                <a:lnTo>
                  <a:pt x="2148" y="1653"/>
                </a:lnTo>
                <a:lnTo>
                  <a:pt x="2660" y="2910"/>
                </a:lnTo>
                <a:lnTo>
                  <a:pt x="3173" y="4407"/>
                </a:lnTo>
                <a:lnTo>
                  <a:pt x="3923" y="6774"/>
                </a:lnTo>
                <a:lnTo>
                  <a:pt x="3999" y="9498"/>
                </a:lnTo>
                <a:lnTo>
                  <a:pt x="4037" y="11388"/>
                </a:lnTo>
                <a:lnTo>
                  <a:pt x="4037" y="12932"/>
                </a:lnTo>
                <a:lnTo>
                  <a:pt x="3999" y="14619"/>
                </a:lnTo>
                <a:lnTo>
                  <a:pt x="3923" y="16936"/>
                </a:lnTo>
                <a:lnTo>
                  <a:pt x="5391" y="16143"/>
                </a:lnTo>
                <a:lnTo>
                  <a:pt x="6581" y="15462"/>
                </a:lnTo>
                <a:lnTo>
                  <a:pt x="7537" y="14832"/>
                </a:lnTo>
                <a:lnTo>
                  <a:pt x="8304" y="14196"/>
                </a:lnTo>
                <a:lnTo>
                  <a:pt x="8929" y="13488"/>
                </a:lnTo>
                <a:lnTo>
                  <a:pt x="9456" y="12651"/>
                </a:lnTo>
                <a:lnTo>
                  <a:pt x="9931" y="11621"/>
                </a:lnTo>
                <a:lnTo>
                  <a:pt x="10399" y="10341"/>
                </a:lnTo>
                <a:lnTo>
                  <a:pt x="10907" y="8746"/>
                </a:lnTo>
                <a:lnTo>
                  <a:pt x="11499" y="6774"/>
                </a:lnTo>
                <a:lnTo>
                  <a:pt x="12125" y="8454"/>
                </a:lnTo>
                <a:lnTo>
                  <a:pt x="12762" y="10162"/>
                </a:lnTo>
                <a:lnTo>
                  <a:pt x="13784" y="10324"/>
                </a:lnTo>
                <a:lnTo>
                  <a:pt x="14530" y="10416"/>
                </a:lnTo>
                <a:lnTo>
                  <a:pt x="15214" y="10446"/>
                </a:lnTo>
                <a:lnTo>
                  <a:pt x="16052" y="10429"/>
                </a:lnTo>
                <a:lnTo>
                  <a:pt x="17259" y="10372"/>
                </a:lnTo>
                <a:lnTo>
                  <a:pt x="18070" y="10341"/>
                </a:lnTo>
                <a:lnTo>
                  <a:pt x="18885" y="10311"/>
                </a:lnTo>
                <a:lnTo>
                  <a:pt x="19711" y="10280"/>
                </a:lnTo>
                <a:lnTo>
                  <a:pt x="20335" y="10243"/>
                </a:lnTo>
                <a:lnTo>
                  <a:pt x="20964" y="10202"/>
                </a:lnTo>
                <a:lnTo>
                  <a:pt x="21600" y="10162"/>
                </a:lnTo>
                <a:lnTo>
                  <a:pt x="21600" y="12173"/>
                </a:lnTo>
                <a:lnTo>
                  <a:pt x="21600" y="14192"/>
                </a:lnTo>
                <a:lnTo>
                  <a:pt x="21600" y="16218"/>
                </a:lnTo>
                <a:lnTo>
                  <a:pt x="21600" y="18260"/>
                </a:lnTo>
                <a:lnTo>
                  <a:pt x="21600" y="20323"/>
                </a:lnTo>
                <a:lnTo>
                  <a:pt x="20744" y="20421"/>
                </a:lnTo>
                <a:lnTo>
                  <a:pt x="19888" y="20513"/>
                </a:lnTo>
                <a:lnTo>
                  <a:pt x="19032" y="20601"/>
                </a:lnTo>
                <a:lnTo>
                  <a:pt x="18176" y="20682"/>
                </a:lnTo>
                <a:lnTo>
                  <a:pt x="17320" y="20760"/>
                </a:lnTo>
                <a:lnTo>
                  <a:pt x="16464" y="20831"/>
                </a:lnTo>
                <a:lnTo>
                  <a:pt x="15608" y="20899"/>
                </a:lnTo>
                <a:lnTo>
                  <a:pt x="14751" y="20960"/>
                </a:lnTo>
                <a:lnTo>
                  <a:pt x="13895" y="21017"/>
                </a:lnTo>
                <a:lnTo>
                  <a:pt x="13038" y="21068"/>
                </a:lnTo>
                <a:lnTo>
                  <a:pt x="12309" y="21122"/>
                </a:lnTo>
                <a:lnTo>
                  <a:pt x="11581" y="21187"/>
                </a:lnTo>
                <a:lnTo>
                  <a:pt x="10852" y="21261"/>
                </a:lnTo>
                <a:lnTo>
                  <a:pt x="10124" y="21346"/>
                </a:lnTo>
                <a:lnTo>
                  <a:pt x="9236" y="21444"/>
                </a:lnTo>
                <a:lnTo>
                  <a:pt x="8356" y="21529"/>
                </a:lnTo>
                <a:lnTo>
                  <a:pt x="7481" y="21583"/>
                </a:lnTo>
                <a:lnTo>
                  <a:pt x="6611" y="21600"/>
                </a:lnTo>
                <a:lnTo>
                  <a:pt x="5742" y="21570"/>
                </a:lnTo>
                <a:lnTo>
                  <a:pt x="4876" y="21478"/>
                </a:lnTo>
                <a:lnTo>
                  <a:pt x="4010" y="21319"/>
                </a:lnTo>
                <a:lnTo>
                  <a:pt x="3143" y="21082"/>
                </a:lnTo>
                <a:lnTo>
                  <a:pt x="2273" y="20753"/>
                </a:lnTo>
                <a:lnTo>
                  <a:pt x="1398" y="20323"/>
                </a:lnTo>
                <a:lnTo>
                  <a:pt x="832" y="18352"/>
                </a:lnTo>
                <a:lnTo>
                  <a:pt x="455" y="16533"/>
                </a:lnTo>
                <a:lnTo>
                  <a:pt x="220" y="14677"/>
                </a:lnTo>
                <a:lnTo>
                  <a:pt x="83" y="12600"/>
                </a:lnTo>
                <a:lnTo>
                  <a:pt x="0" y="10121"/>
                </a:lnTo>
                <a:lnTo>
                  <a:pt x="120" y="7835"/>
                </a:lnTo>
                <a:lnTo>
                  <a:pt x="301" y="5758"/>
                </a:lnTo>
                <a:lnTo>
                  <a:pt x="559" y="3811"/>
                </a:lnTo>
                <a:lnTo>
                  <a:pt x="918" y="1917"/>
                </a:lnTo>
                <a:lnTo>
                  <a:pt x="1398" y="0"/>
                </a:lnTo>
                <a:close/>
              </a:path>
            </a:pathLst>
          </a:custGeom>
          <a:solidFill>
            <a:srgbClr val="A79773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1" name="contour_06409"/>
          <p:cNvSpPr/>
          <p:nvPr/>
        </p:nvSpPr>
        <p:spPr>
          <a:xfrm>
            <a:off x="6460247" y="5036002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8" y="0"/>
                </a:lnTo>
                <a:lnTo>
                  <a:pt x="7184" y="0"/>
                </a:lnTo>
                <a:lnTo>
                  <a:pt x="8640" y="0"/>
                </a:lnTo>
                <a:lnTo>
                  <a:pt x="8402" y="1188"/>
                </a:lnTo>
                <a:lnTo>
                  <a:pt x="8165" y="2378"/>
                </a:lnTo>
                <a:lnTo>
                  <a:pt x="7927" y="3568"/>
                </a:lnTo>
                <a:lnTo>
                  <a:pt x="7687" y="4761"/>
                </a:lnTo>
                <a:lnTo>
                  <a:pt x="7448" y="5958"/>
                </a:lnTo>
                <a:lnTo>
                  <a:pt x="7208" y="7160"/>
                </a:lnTo>
                <a:lnTo>
                  <a:pt x="6966" y="8366"/>
                </a:lnTo>
                <a:lnTo>
                  <a:pt x="6724" y="9580"/>
                </a:lnTo>
                <a:lnTo>
                  <a:pt x="6480" y="10800"/>
                </a:lnTo>
                <a:lnTo>
                  <a:pt x="7908" y="10800"/>
                </a:lnTo>
                <a:lnTo>
                  <a:pt x="9344" y="10800"/>
                </a:lnTo>
                <a:lnTo>
                  <a:pt x="10800" y="10800"/>
                </a:lnTo>
                <a:lnTo>
                  <a:pt x="10800" y="11990"/>
                </a:lnTo>
                <a:lnTo>
                  <a:pt x="10800" y="13187"/>
                </a:lnTo>
                <a:lnTo>
                  <a:pt x="10800" y="14400"/>
                </a:lnTo>
                <a:lnTo>
                  <a:pt x="12327" y="14400"/>
                </a:lnTo>
                <a:lnTo>
                  <a:pt x="13856" y="14400"/>
                </a:lnTo>
                <a:lnTo>
                  <a:pt x="15390" y="14400"/>
                </a:lnTo>
                <a:lnTo>
                  <a:pt x="16930" y="14400"/>
                </a:lnTo>
                <a:lnTo>
                  <a:pt x="18477" y="14400"/>
                </a:lnTo>
                <a:lnTo>
                  <a:pt x="20032" y="14400"/>
                </a:lnTo>
                <a:lnTo>
                  <a:pt x="21600" y="14400"/>
                </a:lnTo>
                <a:lnTo>
                  <a:pt x="20684" y="15419"/>
                </a:lnTo>
                <a:lnTo>
                  <a:pt x="19766" y="16438"/>
                </a:lnTo>
                <a:lnTo>
                  <a:pt x="18846" y="17460"/>
                </a:lnTo>
                <a:lnTo>
                  <a:pt x="17922" y="18486"/>
                </a:lnTo>
                <a:lnTo>
                  <a:pt x="16995" y="19517"/>
                </a:lnTo>
                <a:lnTo>
                  <a:pt x="16060" y="20554"/>
                </a:lnTo>
                <a:lnTo>
                  <a:pt x="15120" y="21600"/>
                </a:lnTo>
                <a:lnTo>
                  <a:pt x="15120" y="20410"/>
                </a:lnTo>
                <a:lnTo>
                  <a:pt x="15120" y="19213"/>
                </a:lnTo>
                <a:lnTo>
                  <a:pt x="15120" y="18000"/>
                </a:lnTo>
                <a:lnTo>
                  <a:pt x="13707" y="17638"/>
                </a:lnTo>
                <a:lnTo>
                  <a:pt x="12673" y="17422"/>
                </a:lnTo>
                <a:lnTo>
                  <a:pt x="11513" y="17273"/>
                </a:lnTo>
                <a:lnTo>
                  <a:pt x="9720" y="17100"/>
                </a:lnTo>
                <a:lnTo>
                  <a:pt x="7927" y="16927"/>
                </a:lnTo>
                <a:lnTo>
                  <a:pt x="6767" y="16778"/>
                </a:lnTo>
                <a:lnTo>
                  <a:pt x="5733" y="16562"/>
                </a:lnTo>
                <a:lnTo>
                  <a:pt x="4320" y="16200"/>
                </a:lnTo>
                <a:lnTo>
                  <a:pt x="4320" y="15010"/>
                </a:lnTo>
                <a:lnTo>
                  <a:pt x="4320" y="13813"/>
                </a:lnTo>
                <a:lnTo>
                  <a:pt x="4320" y="12600"/>
                </a:lnTo>
                <a:lnTo>
                  <a:pt x="2892" y="12600"/>
                </a:lnTo>
                <a:lnTo>
                  <a:pt x="1456" y="12600"/>
                </a:lnTo>
                <a:lnTo>
                  <a:pt x="0" y="12600"/>
                </a:lnTo>
                <a:lnTo>
                  <a:pt x="184" y="11542"/>
                </a:lnTo>
                <a:lnTo>
                  <a:pt x="372" y="10483"/>
                </a:lnTo>
                <a:lnTo>
                  <a:pt x="562" y="9427"/>
                </a:lnTo>
                <a:lnTo>
                  <a:pt x="752" y="8368"/>
                </a:lnTo>
                <a:lnTo>
                  <a:pt x="946" y="7312"/>
                </a:lnTo>
                <a:lnTo>
                  <a:pt x="1121" y="6329"/>
                </a:lnTo>
                <a:lnTo>
                  <a:pt x="1298" y="5341"/>
                </a:lnTo>
                <a:lnTo>
                  <a:pt x="1477" y="4338"/>
                </a:lnTo>
                <a:lnTo>
                  <a:pt x="1905" y="2842"/>
                </a:lnTo>
                <a:lnTo>
                  <a:pt x="2346" y="1892"/>
                </a:lnTo>
                <a:lnTo>
                  <a:pt x="3061" y="1080"/>
                </a:lnTo>
                <a:lnTo>
                  <a:pt x="4320" y="0"/>
                </a:lnTo>
                <a:close/>
              </a:path>
            </a:pathLst>
          </a:custGeom>
          <a:solidFill>
            <a:srgbClr val="75A2D9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2" name="contour_06410"/>
          <p:cNvSpPr/>
          <p:nvPr/>
        </p:nvSpPr>
        <p:spPr>
          <a:xfrm>
            <a:off x="7239479" y="5065154"/>
            <a:ext cx="51599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4" y="0"/>
                </a:moveTo>
                <a:lnTo>
                  <a:pt x="2358" y="0"/>
                </a:lnTo>
                <a:lnTo>
                  <a:pt x="4476" y="0"/>
                </a:lnTo>
                <a:lnTo>
                  <a:pt x="6593" y="0"/>
                </a:lnTo>
                <a:lnTo>
                  <a:pt x="8713" y="0"/>
                </a:lnTo>
                <a:lnTo>
                  <a:pt x="10843" y="0"/>
                </a:lnTo>
                <a:lnTo>
                  <a:pt x="12975" y="0"/>
                </a:lnTo>
                <a:lnTo>
                  <a:pt x="15117" y="0"/>
                </a:lnTo>
                <a:lnTo>
                  <a:pt x="17268" y="0"/>
                </a:lnTo>
                <a:lnTo>
                  <a:pt x="19428" y="0"/>
                </a:lnTo>
                <a:lnTo>
                  <a:pt x="21600" y="0"/>
                </a:lnTo>
                <a:lnTo>
                  <a:pt x="21600" y="1020"/>
                </a:lnTo>
                <a:lnTo>
                  <a:pt x="21600" y="2046"/>
                </a:lnTo>
                <a:lnTo>
                  <a:pt x="21600" y="3086"/>
                </a:lnTo>
                <a:lnTo>
                  <a:pt x="19586" y="3086"/>
                </a:lnTo>
                <a:lnTo>
                  <a:pt x="17570" y="3086"/>
                </a:lnTo>
                <a:lnTo>
                  <a:pt x="15544" y="3086"/>
                </a:lnTo>
                <a:lnTo>
                  <a:pt x="13509" y="3086"/>
                </a:lnTo>
                <a:lnTo>
                  <a:pt x="11462" y="3086"/>
                </a:lnTo>
                <a:lnTo>
                  <a:pt x="9397" y="3086"/>
                </a:lnTo>
                <a:lnTo>
                  <a:pt x="9574" y="4164"/>
                </a:lnTo>
                <a:lnTo>
                  <a:pt x="9751" y="5243"/>
                </a:lnTo>
                <a:lnTo>
                  <a:pt x="9931" y="6321"/>
                </a:lnTo>
                <a:lnTo>
                  <a:pt x="10107" y="7401"/>
                </a:lnTo>
                <a:lnTo>
                  <a:pt x="10284" y="8481"/>
                </a:lnTo>
                <a:lnTo>
                  <a:pt x="10464" y="9563"/>
                </a:lnTo>
                <a:lnTo>
                  <a:pt x="10641" y="10646"/>
                </a:lnTo>
                <a:lnTo>
                  <a:pt x="10821" y="11730"/>
                </a:lnTo>
                <a:lnTo>
                  <a:pt x="11001" y="12817"/>
                </a:lnTo>
                <a:lnTo>
                  <a:pt x="11178" y="13906"/>
                </a:lnTo>
                <a:lnTo>
                  <a:pt x="11358" y="14997"/>
                </a:lnTo>
                <a:lnTo>
                  <a:pt x="11538" y="16089"/>
                </a:lnTo>
                <a:lnTo>
                  <a:pt x="11721" y="17184"/>
                </a:lnTo>
                <a:lnTo>
                  <a:pt x="11901" y="18284"/>
                </a:lnTo>
                <a:lnTo>
                  <a:pt x="12081" y="19386"/>
                </a:lnTo>
                <a:lnTo>
                  <a:pt x="12264" y="20491"/>
                </a:lnTo>
                <a:lnTo>
                  <a:pt x="12447" y="21600"/>
                </a:lnTo>
                <a:lnTo>
                  <a:pt x="9873" y="20926"/>
                </a:lnTo>
                <a:lnTo>
                  <a:pt x="7954" y="20341"/>
                </a:lnTo>
                <a:lnTo>
                  <a:pt x="6538" y="19767"/>
                </a:lnTo>
                <a:lnTo>
                  <a:pt x="5476" y="19127"/>
                </a:lnTo>
                <a:lnTo>
                  <a:pt x="4616" y="18338"/>
                </a:lnTo>
                <a:lnTo>
                  <a:pt x="3814" y="17325"/>
                </a:lnTo>
                <a:lnTo>
                  <a:pt x="2914" y="16007"/>
                </a:lnTo>
                <a:lnTo>
                  <a:pt x="2294" y="14929"/>
                </a:lnTo>
                <a:lnTo>
                  <a:pt x="1763" y="13863"/>
                </a:lnTo>
                <a:lnTo>
                  <a:pt x="1315" y="12803"/>
                </a:lnTo>
                <a:lnTo>
                  <a:pt x="943" y="11750"/>
                </a:lnTo>
                <a:lnTo>
                  <a:pt x="644" y="10703"/>
                </a:lnTo>
                <a:lnTo>
                  <a:pt x="409" y="9657"/>
                </a:lnTo>
                <a:lnTo>
                  <a:pt x="232" y="8611"/>
                </a:lnTo>
                <a:lnTo>
                  <a:pt x="110" y="7563"/>
                </a:lnTo>
                <a:lnTo>
                  <a:pt x="34" y="6511"/>
                </a:lnTo>
                <a:lnTo>
                  <a:pt x="0" y="5452"/>
                </a:lnTo>
                <a:lnTo>
                  <a:pt x="0" y="4386"/>
                </a:lnTo>
                <a:lnTo>
                  <a:pt x="31" y="3311"/>
                </a:lnTo>
                <a:lnTo>
                  <a:pt x="85" y="2222"/>
                </a:lnTo>
                <a:lnTo>
                  <a:pt x="159" y="1119"/>
                </a:lnTo>
                <a:lnTo>
                  <a:pt x="244" y="0"/>
                </a:lnTo>
                <a:close/>
              </a:path>
            </a:pathLst>
          </a:custGeom>
          <a:solidFill>
            <a:srgbClr val="B1C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3" name="contour_06411"/>
          <p:cNvSpPr/>
          <p:nvPr/>
        </p:nvSpPr>
        <p:spPr>
          <a:xfrm>
            <a:off x="3632506" y="5062669"/>
            <a:ext cx="94744" cy="61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873"/>
                </a:moveTo>
                <a:lnTo>
                  <a:pt x="11152" y="502"/>
                </a:lnTo>
                <a:lnTo>
                  <a:pt x="12319" y="241"/>
                </a:lnTo>
                <a:lnTo>
                  <a:pt x="13475" y="74"/>
                </a:lnTo>
                <a:lnTo>
                  <a:pt x="14623" y="0"/>
                </a:lnTo>
                <a:lnTo>
                  <a:pt x="15770" y="3"/>
                </a:lnTo>
                <a:lnTo>
                  <a:pt x="16916" y="77"/>
                </a:lnTo>
                <a:lnTo>
                  <a:pt x="18069" y="210"/>
                </a:lnTo>
                <a:lnTo>
                  <a:pt x="19231" y="394"/>
                </a:lnTo>
                <a:lnTo>
                  <a:pt x="20407" y="617"/>
                </a:lnTo>
                <a:lnTo>
                  <a:pt x="21600" y="873"/>
                </a:lnTo>
                <a:lnTo>
                  <a:pt x="20902" y="2130"/>
                </a:lnTo>
                <a:lnTo>
                  <a:pt x="20206" y="3386"/>
                </a:lnTo>
                <a:lnTo>
                  <a:pt x="19508" y="4643"/>
                </a:lnTo>
                <a:lnTo>
                  <a:pt x="18812" y="5902"/>
                </a:lnTo>
                <a:lnTo>
                  <a:pt x="18114" y="7159"/>
                </a:lnTo>
                <a:lnTo>
                  <a:pt x="17416" y="8416"/>
                </a:lnTo>
                <a:lnTo>
                  <a:pt x="16718" y="9673"/>
                </a:lnTo>
                <a:lnTo>
                  <a:pt x="16026" y="10924"/>
                </a:lnTo>
                <a:lnTo>
                  <a:pt x="15321" y="12196"/>
                </a:lnTo>
                <a:lnTo>
                  <a:pt x="14651" y="13399"/>
                </a:lnTo>
                <a:lnTo>
                  <a:pt x="13974" y="14620"/>
                </a:lnTo>
                <a:lnTo>
                  <a:pt x="13359" y="15728"/>
                </a:lnTo>
                <a:lnTo>
                  <a:pt x="12734" y="16855"/>
                </a:lnTo>
                <a:lnTo>
                  <a:pt x="11647" y="18741"/>
                </a:lnTo>
                <a:lnTo>
                  <a:pt x="10845" y="20011"/>
                </a:lnTo>
                <a:lnTo>
                  <a:pt x="10182" y="20801"/>
                </a:lnTo>
                <a:lnTo>
                  <a:pt x="9521" y="21242"/>
                </a:lnTo>
                <a:lnTo>
                  <a:pt x="8715" y="21464"/>
                </a:lnTo>
                <a:lnTo>
                  <a:pt x="7626" y="21600"/>
                </a:lnTo>
                <a:lnTo>
                  <a:pt x="6719" y="21569"/>
                </a:lnTo>
                <a:lnTo>
                  <a:pt x="5807" y="21539"/>
                </a:lnTo>
                <a:lnTo>
                  <a:pt x="4882" y="21508"/>
                </a:lnTo>
                <a:lnTo>
                  <a:pt x="3969" y="21485"/>
                </a:lnTo>
                <a:lnTo>
                  <a:pt x="3052" y="21462"/>
                </a:lnTo>
                <a:lnTo>
                  <a:pt x="2122" y="21439"/>
                </a:lnTo>
                <a:lnTo>
                  <a:pt x="1068" y="21395"/>
                </a:lnTo>
                <a:lnTo>
                  <a:pt x="0" y="21349"/>
                </a:lnTo>
                <a:lnTo>
                  <a:pt x="1030" y="20822"/>
                </a:lnTo>
                <a:lnTo>
                  <a:pt x="2065" y="20287"/>
                </a:lnTo>
                <a:lnTo>
                  <a:pt x="3115" y="19749"/>
                </a:lnTo>
                <a:lnTo>
                  <a:pt x="4225" y="18930"/>
                </a:lnTo>
                <a:lnTo>
                  <a:pt x="4963" y="18291"/>
                </a:lnTo>
                <a:lnTo>
                  <a:pt x="5661" y="17500"/>
                </a:lnTo>
                <a:lnTo>
                  <a:pt x="6646" y="16230"/>
                </a:lnTo>
                <a:lnTo>
                  <a:pt x="7028" y="14362"/>
                </a:lnTo>
                <a:lnTo>
                  <a:pt x="7289" y="13010"/>
                </a:lnTo>
                <a:lnTo>
                  <a:pt x="7494" y="11794"/>
                </a:lnTo>
                <a:lnTo>
                  <a:pt x="7708" y="10330"/>
                </a:lnTo>
                <a:lnTo>
                  <a:pt x="7995" y="8231"/>
                </a:lnTo>
                <a:lnTo>
                  <a:pt x="8344" y="6197"/>
                </a:lnTo>
                <a:lnTo>
                  <a:pt x="8622" y="4797"/>
                </a:lnTo>
                <a:lnTo>
                  <a:pt x="8922" y="3678"/>
                </a:lnTo>
                <a:lnTo>
                  <a:pt x="9340" y="2488"/>
                </a:lnTo>
                <a:lnTo>
                  <a:pt x="9969" y="873"/>
                </a:lnTo>
                <a:close/>
              </a:path>
            </a:pathLst>
          </a:custGeom>
          <a:solidFill>
            <a:srgbClr val="425467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4" name="contour_06412"/>
          <p:cNvSpPr/>
          <p:nvPr/>
        </p:nvSpPr>
        <p:spPr>
          <a:xfrm>
            <a:off x="10096955" y="5057334"/>
            <a:ext cx="58304" cy="44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6"/>
                </a:moveTo>
                <a:lnTo>
                  <a:pt x="21311" y="2396"/>
                </a:lnTo>
                <a:lnTo>
                  <a:pt x="21017" y="4533"/>
                </a:lnTo>
                <a:lnTo>
                  <a:pt x="20720" y="6673"/>
                </a:lnTo>
                <a:lnTo>
                  <a:pt x="20417" y="8809"/>
                </a:lnTo>
                <a:lnTo>
                  <a:pt x="20088" y="11195"/>
                </a:lnTo>
                <a:lnTo>
                  <a:pt x="19753" y="13619"/>
                </a:lnTo>
                <a:lnTo>
                  <a:pt x="19219" y="16089"/>
                </a:lnTo>
                <a:lnTo>
                  <a:pt x="18670" y="17713"/>
                </a:lnTo>
                <a:lnTo>
                  <a:pt x="17774" y="19211"/>
                </a:lnTo>
                <a:lnTo>
                  <a:pt x="16200" y="21305"/>
                </a:lnTo>
                <a:lnTo>
                  <a:pt x="14307" y="21474"/>
                </a:lnTo>
                <a:lnTo>
                  <a:pt x="12930" y="21568"/>
                </a:lnTo>
                <a:lnTo>
                  <a:pt x="11672" y="21600"/>
                </a:lnTo>
                <a:lnTo>
                  <a:pt x="10139" y="21582"/>
                </a:lnTo>
                <a:lnTo>
                  <a:pt x="7933" y="21523"/>
                </a:lnTo>
                <a:lnTo>
                  <a:pt x="6450" y="21491"/>
                </a:lnTo>
                <a:lnTo>
                  <a:pt x="4960" y="21460"/>
                </a:lnTo>
                <a:lnTo>
                  <a:pt x="3448" y="21428"/>
                </a:lnTo>
                <a:lnTo>
                  <a:pt x="1736" y="21368"/>
                </a:lnTo>
                <a:lnTo>
                  <a:pt x="0" y="21305"/>
                </a:lnTo>
                <a:lnTo>
                  <a:pt x="197" y="19053"/>
                </a:lnTo>
                <a:lnTo>
                  <a:pt x="416" y="16822"/>
                </a:lnTo>
                <a:lnTo>
                  <a:pt x="670" y="14619"/>
                </a:lnTo>
                <a:lnTo>
                  <a:pt x="964" y="12430"/>
                </a:lnTo>
                <a:lnTo>
                  <a:pt x="1304" y="10251"/>
                </a:lnTo>
                <a:lnTo>
                  <a:pt x="1704" y="8086"/>
                </a:lnTo>
                <a:lnTo>
                  <a:pt x="2165" y="5925"/>
                </a:lnTo>
                <a:lnTo>
                  <a:pt x="2700" y="3764"/>
                </a:lnTo>
                <a:lnTo>
                  <a:pt x="4463" y="2522"/>
                </a:lnTo>
                <a:lnTo>
                  <a:pt x="6259" y="1575"/>
                </a:lnTo>
                <a:lnTo>
                  <a:pt x="8086" y="888"/>
                </a:lnTo>
                <a:lnTo>
                  <a:pt x="9947" y="424"/>
                </a:lnTo>
                <a:lnTo>
                  <a:pt x="11831" y="144"/>
                </a:lnTo>
                <a:lnTo>
                  <a:pt x="13743" y="14"/>
                </a:lnTo>
                <a:lnTo>
                  <a:pt x="15679" y="0"/>
                </a:lnTo>
                <a:lnTo>
                  <a:pt x="17634" y="56"/>
                </a:lnTo>
                <a:lnTo>
                  <a:pt x="19610" y="154"/>
                </a:lnTo>
                <a:lnTo>
                  <a:pt x="21600" y="256"/>
                </a:lnTo>
                <a:close/>
              </a:path>
            </a:pathLst>
          </a:custGeom>
          <a:solidFill>
            <a:srgbClr val="B1B1B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5" name="contour_06413"/>
          <p:cNvSpPr/>
          <p:nvPr/>
        </p:nvSpPr>
        <p:spPr>
          <a:xfrm>
            <a:off x="8493597" y="5006850"/>
            <a:ext cx="87456" cy="620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134" y="457"/>
                </a:lnTo>
                <a:lnTo>
                  <a:pt x="11268" y="913"/>
                </a:lnTo>
                <a:lnTo>
                  <a:pt x="12404" y="1370"/>
                </a:lnTo>
                <a:lnTo>
                  <a:pt x="13541" y="1829"/>
                </a:lnTo>
                <a:lnTo>
                  <a:pt x="14683" y="2288"/>
                </a:lnTo>
                <a:lnTo>
                  <a:pt x="15824" y="2748"/>
                </a:lnTo>
                <a:lnTo>
                  <a:pt x="16970" y="3209"/>
                </a:lnTo>
                <a:lnTo>
                  <a:pt x="18121" y="3674"/>
                </a:lnTo>
                <a:lnTo>
                  <a:pt x="19274" y="4138"/>
                </a:lnTo>
                <a:lnTo>
                  <a:pt x="20435" y="4605"/>
                </a:lnTo>
                <a:lnTo>
                  <a:pt x="21600" y="5074"/>
                </a:lnTo>
                <a:lnTo>
                  <a:pt x="20448" y="5703"/>
                </a:lnTo>
                <a:lnTo>
                  <a:pt x="19287" y="6335"/>
                </a:lnTo>
                <a:lnTo>
                  <a:pt x="18112" y="6977"/>
                </a:lnTo>
                <a:lnTo>
                  <a:pt x="16916" y="7796"/>
                </a:lnTo>
                <a:lnTo>
                  <a:pt x="16130" y="8400"/>
                </a:lnTo>
                <a:lnTo>
                  <a:pt x="15408" y="9085"/>
                </a:lnTo>
                <a:lnTo>
                  <a:pt x="14400" y="10148"/>
                </a:lnTo>
                <a:lnTo>
                  <a:pt x="14072" y="11693"/>
                </a:lnTo>
                <a:lnTo>
                  <a:pt x="13880" y="12769"/>
                </a:lnTo>
                <a:lnTo>
                  <a:pt x="13752" y="13882"/>
                </a:lnTo>
                <a:lnTo>
                  <a:pt x="13612" y="15539"/>
                </a:lnTo>
                <a:lnTo>
                  <a:pt x="13279" y="17110"/>
                </a:lnTo>
                <a:lnTo>
                  <a:pt x="12940" y="18693"/>
                </a:lnTo>
                <a:lnTo>
                  <a:pt x="12600" y="20296"/>
                </a:lnTo>
                <a:lnTo>
                  <a:pt x="11261" y="20951"/>
                </a:lnTo>
                <a:lnTo>
                  <a:pt x="9976" y="21387"/>
                </a:lnTo>
                <a:lnTo>
                  <a:pt x="8721" y="21600"/>
                </a:lnTo>
                <a:lnTo>
                  <a:pt x="7477" y="21597"/>
                </a:lnTo>
                <a:lnTo>
                  <a:pt x="6223" y="21379"/>
                </a:lnTo>
                <a:lnTo>
                  <a:pt x="4937" y="20945"/>
                </a:lnTo>
                <a:lnTo>
                  <a:pt x="3600" y="20296"/>
                </a:lnTo>
                <a:lnTo>
                  <a:pt x="2925" y="18804"/>
                </a:lnTo>
                <a:lnTo>
                  <a:pt x="2336" y="17295"/>
                </a:lnTo>
                <a:lnTo>
                  <a:pt x="1822" y="15767"/>
                </a:lnTo>
                <a:lnTo>
                  <a:pt x="1373" y="14210"/>
                </a:lnTo>
                <a:lnTo>
                  <a:pt x="977" y="12622"/>
                </a:lnTo>
                <a:lnTo>
                  <a:pt x="625" y="10995"/>
                </a:lnTo>
                <a:lnTo>
                  <a:pt x="302" y="9329"/>
                </a:lnTo>
                <a:lnTo>
                  <a:pt x="0" y="7611"/>
                </a:lnTo>
                <a:lnTo>
                  <a:pt x="1273" y="7611"/>
                </a:lnTo>
                <a:lnTo>
                  <a:pt x="2547" y="7611"/>
                </a:lnTo>
                <a:lnTo>
                  <a:pt x="3825" y="7611"/>
                </a:lnTo>
                <a:lnTo>
                  <a:pt x="5108" y="7611"/>
                </a:lnTo>
                <a:lnTo>
                  <a:pt x="6397" y="7611"/>
                </a:lnTo>
                <a:lnTo>
                  <a:pt x="7693" y="7611"/>
                </a:lnTo>
                <a:lnTo>
                  <a:pt x="9000" y="7611"/>
                </a:lnTo>
                <a:lnTo>
                  <a:pt x="9000" y="6104"/>
                </a:lnTo>
                <a:lnTo>
                  <a:pt x="9000" y="4592"/>
                </a:lnTo>
                <a:lnTo>
                  <a:pt x="9000" y="3075"/>
                </a:lnTo>
                <a:lnTo>
                  <a:pt x="9000" y="1545"/>
                </a:lnTo>
                <a:lnTo>
                  <a:pt x="9000" y="0"/>
                </a:lnTo>
                <a:close/>
              </a:path>
            </a:pathLst>
          </a:custGeom>
          <a:solidFill>
            <a:srgbClr val="DFE4E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6" name="contour_06414"/>
          <p:cNvSpPr/>
          <p:nvPr/>
        </p:nvSpPr>
        <p:spPr>
          <a:xfrm>
            <a:off x="10971514" y="4971117"/>
            <a:ext cx="52022" cy="64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04" y="371"/>
                </a:moveTo>
                <a:lnTo>
                  <a:pt x="13796" y="1407"/>
                </a:lnTo>
                <a:lnTo>
                  <a:pt x="15391" y="2431"/>
                </a:lnTo>
                <a:lnTo>
                  <a:pt x="16907" y="3477"/>
                </a:lnTo>
                <a:lnTo>
                  <a:pt x="18365" y="4573"/>
                </a:lnTo>
                <a:lnTo>
                  <a:pt x="19784" y="5752"/>
                </a:lnTo>
                <a:lnTo>
                  <a:pt x="21182" y="7043"/>
                </a:lnTo>
                <a:lnTo>
                  <a:pt x="21400" y="8676"/>
                </a:lnTo>
                <a:lnTo>
                  <a:pt x="21533" y="10294"/>
                </a:lnTo>
                <a:lnTo>
                  <a:pt x="21597" y="11900"/>
                </a:lnTo>
                <a:lnTo>
                  <a:pt x="21600" y="13499"/>
                </a:lnTo>
                <a:lnTo>
                  <a:pt x="21558" y="15098"/>
                </a:lnTo>
                <a:lnTo>
                  <a:pt x="21479" y="16702"/>
                </a:lnTo>
                <a:lnTo>
                  <a:pt x="21385" y="18317"/>
                </a:lnTo>
                <a:lnTo>
                  <a:pt x="21279" y="19948"/>
                </a:lnTo>
                <a:lnTo>
                  <a:pt x="21182" y="21600"/>
                </a:lnTo>
                <a:lnTo>
                  <a:pt x="19276" y="21163"/>
                </a:lnTo>
                <a:lnTo>
                  <a:pt x="17370" y="20727"/>
                </a:lnTo>
                <a:lnTo>
                  <a:pt x="15460" y="20290"/>
                </a:lnTo>
                <a:lnTo>
                  <a:pt x="13548" y="19851"/>
                </a:lnTo>
                <a:lnTo>
                  <a:pt x="11629" y="19412"/>
                </a:lnTo>
                <a:lnTo>
                  <a:pt x="9711" y="18972"/>
                </a:lnTo>
                <a:lnTo>
                  <a:pt x="7783" y="18531"/>
                </a:lnTo>
                <a:lnTo>
                  <a:pt x="5849" y="18087"/>
                </a:lnTo>
                <a:lnTo>
                  <a:pt x="3910" y="17643"/>
                </a:lnTo>
                <a:lnTo>
                  <a:pt x="1958" y="17197"/>
                </a:lnTo>
                <a:lnTo>
                  <a:pt x="0" y="16748"/>
                </a:lnTo>
                <a:lnTo>
                  <a:pt x="599" y="13720"/>
                </a:lnTo>
                <a:lnTo>
                  <a:pt x="1101" y="11269"/>
                </a:lnTo>
                <a:lnTo>
                  <a:pt x="1543" y="9302"/>
                </a:lnTo>
                <a:lnTo>
                  <a:pt x="1958" y="7725"/>
                </a:lnTo>
                <a:lnTo>
                  <a:pt x="2382" y="6449"/>
                </a:lnTo>
                <a:lnTo>
                  <a:pt x="2848" y="5374"/>
                </a:lnTo>
                <a:lnTo>
                  <a:pt x="3395" y="4416"/>
                </a:lnTo>
                <a:lnTo>
                  <a:pt x="4058" y="3474"/>
                </a:lnTo>
                <a:lnTo>
                  <a:pt x="4869" y="2460"/>
                </a:lnTo>
                <a:lnTo>
                  <a:pt x="5864" y="1281"/>
                </a:lnTo>
                <a:lnTo>
                  <a:pt x="8237" y="235"/>
                </a:lnTo>
                <a:lnTo>
                  <a:pt x="9856" y="0"/>
                </a:lnTo>
                <a:lnTo>
                  <a:pt x="12104" y="371"/>
                </a:lnTo>
                <a:close/>
              </a:path>
            </a:pathLst>
          </a:custGeom>
          <a:solidFill>
            <a:srgbClr val="EDEE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7" name="contour_06415"/>
          <p:cNvSpPr/>
          <p:nvPr/>
        </p:nvSpPr>
        <p:spPr>
          <a:xfrm>
            <a:off x="4295714" y="4981882"/>
            <a:ext cx="102032" cy="468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1432"/>
                </a:moveTo>
                <a:lnTo>
                  <a:pt x="15874" y="3966"/>
                </a:lnTo>
                <a:lnTo>
                  <a:pt x="16178" y="5755"/>
                </a:lnTo>
                <a:lnTo>
                  <a:pt x="16413" y="7287"/>
                </a:lnTo>
                <a:lnTo>
                  <a:pt x="16652" y="9049"/>
                </a:lnTo>
                <a:lnTo>
                  <a:pt x="16971" y="11516"/>
                </a:lnTo>
                <a:lnTo>
                  <a:pt x="17991" y="11516"/>
                </a:lnTo>
                <a:lnTo>
                  <a:pt x="19017" y="11516"/>
                </a:lnTo>
                <a:lnTo>
                  <a:pt x="20057" y="11516"/>
                </a:lnTo>
                <a:lnTo>
                  <a:pt x="20363" y="13513"/>
                </a:lnTo>
                <a:lnTo>
                  <a:pt x="20670" y="15516"/>
                </a:lnTo>
                <a:lnTo>
                  <a:pt x="20977" y="17526"/>
                </a:lnTo>
                <a:lnTo>
                  <a:pt x="21287" y="19553"/>
                </a:lnTo>
                <a:lnTo>
                  <a:pt x="21600" y="21600"/>
                </a:lnTo>
                <a:lnTo>
                  <a:pt x="20543" y="21345"/>
                </a:lnTo>
                <a:lnTo>
                  <a:pt x="19485" y="21089"/>
                </a:lnTo>
                <a:lnTo>
                  <a:pt x="18426" y="20830"/>
                </a:lnTo>
                <a:lnTo>
                  <a:pt x="17366" y="20575"/>
                </a:lnTo>
                <a:lnTo>
                  <a:pt x="16305" y="20319"/>
                </a:lnTo>
                <a:lnTo>
                  <a:pt x="15242" y="20061"/>
                </a:lnTo>
                <a:lnTo>
                  <a:pt x="14176" y="19802"/>
                </a:lnTo>
                <a:lnTo>
                  <a:pt x="13108" y="19543"/>
                </a:lnTo>
                <a:lnTo>
                  <a:pt x="12037" y="19284"/>
                </a:lnTo>
                <a:lnTo>
                  <a:pt x="10962" y="19025"/>
                </a:lnTo>
                <a:lnTo>
                  <a:pt x="9884" y="18763"/>
                </a:lnTo>
                <a:lnTo>
                  <a:pt x="8802" y="18501"/>
                </a:lnTo>
                <a:lnTo>
                  <a:pt x="7714" y="18239"/>
                </a:lnTo>
                <a:lnTo>
                  <a:pt x="7714" y="16017"/>
                </a:lnTo>
                <a:lnTo>
                  <a:pt x="7714" y="13782"/>
                </a:lnTo>
                <a:lnTo>
                  <a:pt x="7714" y="11516"/>
                </a:lnTo>
                <a:lnTo>
                  <a:pt x="6705" y="10699"/>
                </a:lnTo>
                <a:lnTo>
                  <a:pt x="5966" y="10208"/>
                </a:lnTo>
                <a:lnTo>
                  <a:pt x="5138" y="9845"/>
                </a:lnTo>
                <a:lnTo>
                  <a:pt x="3857" y="9415"/>
                </a:lnTo>
                <a:lnTo>
                  <a:pt x="2780" y="9035"/>
                </a:lnTo>
                <a:lnTo>
                  <a:pt x="1688" y="8652"/>
                </a:lnTo>
                <a:lnTo>
                  <a:pt x="850" y="8403"/>
                </a:lnTo>
                <a:lnTo>
                  <a:pt x="0" y="8155"/>
                </a:lnTo>
                <a:lnTo>
                  <a:pt x="856" y="6541"/>
                </a:lnTo>
                <a:lnTo>
                  <a:pt x="1753" y="5119"/>
                </a:lnTo>
                <a:lnTo>
                  <a:pt x="2683" y="3889"/>
                </a:lnTo>
                <a:lnTo>
                  <a:pt x="3646" y="2840"/>
                </a:lnTo>
                <a:lnTo>
                  <a:pt x="4638" y="1966"/>
                </a:lnTo>
                <a:lnTo>
                  <a:pt x="5656" y="1261"/>
                </a:lnTo>
                <a:lnTo>
                  <a:pt x="6696" y="719"/>
                </a:lnTo>
                <a:lnTo>
                  <a:pt x="7754" y="333"/>
                </a:lnTo>
                <a:lnTo>
                  <a:pt x="8828" y="97"/>
                </a:lnTo>
                <a:lnTo>
                  <a:pt x="9916" y="0"/>
                </a:lnTo>
                <a:lnTo>
                  <a:pt x="11013" y="40"/>
                </a:lnTo>
                <a:lnTo>
                  <a:pt x="12116" y="212"/>
                </a:lnTo>
                <a:lnTo>
                  <a:pt x="13221" y="504"/>
                </a:lnTo>
                <a:lnTo>
                  <a:pt x="14327" y="914"/>
                </a:lnTo>
                <a:lnTo>
                  <a:pt x="15429" y="1432"/>
                </a:lnTo>
                <a:close/>
              </a:path>
            </a:pathLst>
          </a:custGeom>
          <a:solidFill>
            <a:srgbClr val="675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8" name="contour_06416"/>
          <p:cNvSpPr/>
          <p:nvPr/>
        </p:nvSpPr>
        <p:spPr>
          <a:xfrm>
            <a:off x="7895982" y="4926682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03" y="1782"/>
                </a:lnTo>
                <a:lnTo>
                  <a:pt x="21006" y="3567"/>
                </a:lnTo>
                <a:lnTo>
                  <a:pt x="20709" y="5351"/>
                </a:lnTo>
                <a:lnTo>
                  <a:pt x="20409" y="7141"/>
                </a:lnTo>
                <a:lnTo>
                  <a:pt x="20110" y="8937"/>
                </a:lnTo>
                <a:lnTo>
                  <a:pt x="19810" y="10741"/>
                </a:lnTo>
                <a:lnTo>
                  <a:pt x="19507" y="12550"/>
                </a:lnTo>
                <a:lnTo>
                  <a:pt x="19205" y="14369"/>
                </a:lnTo>
                <a:lnTo>
                  <a:pt x="18900" y="16200"/>
                </a:lnTo>
                <a:lnTo>
                  <a:pt x="17115" y="16200"/>
                </a:lnTo>
                <a:lnTo>
                  <a:pt x="15320" y="16200"/>
                </a:lnTo>
                <a:lnTo>
                  <a:pt x="13500" y="16200"/>
                </a:lnTo>
                <a:lnTo>
                  <a:pt x="13500" y="17985"/>
                </a:lnTo>
                <a:lnTo>
                  <a:pt x="13500" y="19780"/>
                </a:lnTo>
                <a:lnTo>
                  <a:pt x="13500" y="21600"/>
                </a:lnTo>
                <a:lnTo>
                  <a:pt x="11591" y="21600"/>
                </a:lnTo>
                <a:lnTo>
                  <a:pt x="9680" y="21600"/>
                </a:lnTo>
                <a:lnTo>
                  <a:pt x="7762" y="21600"/>
                </a:lnTo>
                <a:lnTo>
                  <a:pt x="5837" y="21600"/>
                </a:lnTo>
                <a:lnTo>
                  <a:pt x="3904" y="21600"/>
                </a:lnTo>
                <a:lnTo>
                  <a:pt x="1960" y="21600"/>
                </a:lnTo>
                <a:lnTo>
                  <a:pt x="0" y="21600"/>
                </a:lnTo>
                <a:lnTo>
                  <a:pt x="354" y="19478"/>
                </a:lnTo>
                <a:lnTo>
                  <a:pt x="780" y="17518"/>
                </a:lnTo>
                <a:lnTo>
                  <a:pt x="1291" y="15698"/>
                </a:lnTo>
                <a:lnTo>
                  <a:pt x="1890" y="13994"/>
                </a:lnTo>
                <a:lnTo>
                  <a:pt x="2578" y="12388"/>
                </a:lnTo>
                <a:lnTo>
                  <a:pt x="3367" y="10857"/>
                </a:lnTo>
                <a:lnTo>
                  <a:pt x="4258" y="9377"/>
                </a:lnTo>
                <a:lnTo>
                  <a:pt x="5257" y="7924"/>
                </a:lnTo>
                <a:lnTo>
                  <a:pt x="6369" y="6483"/>
                </a:lnTo>
                <a:lnTo>
                  <a:pt x="7601" y="5025"/>
                </a:lnTo>
                <a:lnTo>
                  <a:pt x="8956" y="3534"/>
                </a:lnTo>
                <a:lnTo>
                  <a:pt x="10441" y="1982"/>
                </a:lnTo>
                <a:lnTo>
                  <a:pt x="11767" y="1147"/>
                </a:lnTo>
                <a:lnTo>
                  <a:pt x="12893" y="586"/>
                </a:lnTo>
                <a:lnTo>
                  <a:pt x="14129" y="248"/>
                </a:lnTo>
                <a:lnTo>
                  <a:pt x="15787" y="73"/>
                </a:lnTo>
                <a:lnTo>
                  <a:pt x="18174" y="8"/>
                </a:lnTo>
                <a:lnTo>
                  <a:pt x="21600" y="0"/>
                </a:lnTo>
                <a:close/>
              </a:path>
            </a:pathLst>
          </a:custGeom>
          <a:solidFill>
            <a:srgbClr val="CACBCA"/>
          </a:solidFill>
          <a:ln>
            <a:noFill/>
          </a:ln>
        </p:spPr>
        <p:txBody>
          <a:bodyPr/>
          <a:lstStyle/>
          <a:p/>
        </p:txBody>
      </p:sp>
      <p:sp>
        <p:nvSpPr>
          <p:cNvPr id="6419" name="contour_06417"/>
          <p:cNvSpPr/>
          <p:nvPr/>
        </p:nvSpPr>
        <p:spPr>
          <a:xfrm>
            <a:off x="6955831" y="4895504"/>
            <a:ext cx="65592" cy="67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47"/>
                </a:moveTo>
                <a:lnTo>
                  <a:pt x="1642" y="428"/>
                </a:lnTo>
                <a:lnTo>
                  <a:pt x="3257" y="247"/>
                </a:lnTo>
                <a:lnTo>
                  <a:pt x="4848" y="109"/>
                </a:lnTo>
                <a:lnTo>
                  <a:pt x="6425" y="26"/>
                </a:lnTo>
                <a:lnTo>
                  <a:pt x="7999" y="0"/>
                </a:lnTo>
                <a:lnTo>
                  <a:pt x="9576" y="42"/>
                </a:lnTo>
                <a:lnTo>
                  <a:pt x="11162" y="158"/>
                </a:lnTo>
                <a:lnTo>
                  <a:pt x="12768" y="359"/>
                </a:lnTo>
                <a:lnTo>
                  <a:pt x="14400" y="647"/>
                </a:lnTo>
                <a:lnTo>
                  <a:pt x="15564" y="1772"/>
                </a:lnTo>
                <a:lnTo>
                  <a:pt x="16627" y="2924"/>
                </a:lnTo>
                <a:lnTo>
                  <a:pt x="17594" y="4107"/>
                </a:lnTo>
                <a:lnTo>
                  <a:pt x="18470" y="5329"/>
                </a:lnTo>
                <a:lnTo>
                  <a:pt x="19258" y="6598"/>
                </a:lnTo>
                <a:lnTo>
                  <a:pt x="19961" y="7922"/>
                </a:lnTo>
                <a:lnTo>
                  <a:pt x="20585" y="9308"/>
                </a:lnTo>
                <a:lnTo>
                  <a:pt x="21130" y="10760"/>
                </a:lnTo>
                <a:lnTo>
                  <a:pt x="21600" y="12288"/>
                </a:lnTo>
                <a:lnTo>
                  <a:pt x="21108" y="13875"/>
                </a:lnTo>
                <a:lnTo>
                  <a:pt x="20695" y="14888"/>
                </a:lnTo>
                <a:lnTo>
                  <a:pt x="20134" y="15766"/>
                </a:lnTo>
                <a:lnTo>
                  <a:pt x="19200" y="16944"/>
                </a:lnTo>
                <a:lnTo>
                  <a:pt x="17342" y="17084"/>
                </a:lnTo>
                <a:lnTo>
                  <a:pt x="16039" y="17153"/>
                </a:lnTo>
                <a:lnTo>
                  <a:pt x="14945" y="17153"/>
                </a:lnTo>
                <a:lnTo>
                  <a:pt x="13714" y="17084"/>
                </a:lnTo>
                <a:lnTo>
                  <a:pt x="12000" y="16944"/>
                </a:lnTo>
                <a:lnTo>
                  <a:pt x="12000" y="18483"/>
                </a:lnTo>
                <a:lnTo>
                  <a:pt x="12000" y="20031"/>
                </a:lnTo>
                <a:lnTo>
                  <a:pt x="12000" y="21600"/>
                </a:lnTo>
                <a:lnTo>
                  <a:pt x="10414" y="21600"/>
                </a:lnTo>
                <a:lnTo>
                  <a:pt x="8818" y="21600"/>
                </a:lnTo>
                <a:lnTo>
                  <a:pt x="7200" y="21600"/>
                </a:lnTo>
                <a:lnTo>
                  <a:pt x="7243" y="20459"/>
                </a:lnTo>
                <a:lnTo>
                  <a:pt x="7284" y="19300"/>
                </a:lnTo>
                <a:lnTo>
                  <a:pt x="7344" y="16301"/>
                </a:lnTo>
                <a:lnTo>
                  <a:pt x="7378" y="13866"/>
                </a:lnTo>
                <a:lnTo>
                  <a:pt x="7366" y="11899"/>
                </a:lnTo>
                <a:lnTo>
                  <a:pt x="7294" y="10299"/>
                </a:lnTo>
                <a:lnTo>
                  <a:pt x="7150" y="8972"/>
                </a:lnTo>
                <a:lnTo>
                  <a:pt x="6917" y="7818"/>
                </a:lnTo>
                <a:lnTo>
                  <a:pt x="6581" y="6740"/>
                </a:lnTo>
                <a:lnTo>
                  <a:pt x="6125" y="5639"/>
                </a:lnTo>
                <a:lnTo>
                  <a:pt x="5537" y="4416"/>
                </a:lnTo>
                <a:lnTo>
                  <a:pt x="4800" y="2975"/>
                </a:lnTo>
                <a:lnTo>
                  <a:pt x="3322" y="2181"/>
                </a:lnTo>
                <a:lnTo>
                  <a:pt x="2330" y="1676"/>
                </a:lnTo>
                <a:lnTo>
                  <a:pt x="1373" y="1236"/>
                </a:lnTo>
                <a:lnTo>
                  <a:pt x="0" y="647"/>
                </a:lnTo>
                <a:close/>
              </a:path>
            </a:pathLst>
          </a:custGeom>
          <a:solidFill>
            <a:srgbClr val="B4ABC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0" name="contour_06418"/>
          <p:cNvSpPr/>
          <p:nvPr/>
        </p:nvSpPr>
        <p:spPr>
          <a:xfrm>
            <a:off x="6511263" y="4919394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94" y="235"/>
                </a:lnTo>
                <a:lnTo>
                  <a:pt x="2945" y="533"/>
                </a:lnTo>
                <a:lnTo>
                  <a:pt x="4355" y="888"/>
                </a:lnTo>
                <a:lnTo>
                  <a:pt x="5726" y="1306"/>
                </a:lnTo>
                <a:lnTo>
                  <a:pt x="7063" y="1781"/>
                </a:lnTo>
                <a:lnTo>
                  <a:pt x="8369" y="2314"/>
                </a:lnTo>
                <a:lnTo>
                  <a:pt x="9645" y="2906"/>
                </a:lnTo>
                <a:lnTo>
                  <a:pt x="10898" y="3559"/>
                </a:lnTo>
                <a:lnTo>
                  <a:pt x="12129" y="4270"/>
                </a:lnTo>
                <a:lnTo>
                  <a:pt x="13343" y="5035"/>
                </a:lnTo>
                <a:lnTo>
                  <a:pt x="14541" y="5861"/>
                </a:lnTo>
                <a:lnTo>
                  <a:pt x="15727" y="6744"/>
                </a:lnTo>
                <a:lnTo>
                  <a:pt x="16905" y="7682"/>
                </a:lnTo>
                <a:lnTo>
                  <a:pt x="18077" y="8678"/>
                </a:lnTo>
                <a:lnTo>
                  <a:pt x="19250" y="9730"/>
                </a:lnTo>
                <a:lnTo>
                  <a:pt x="20422" y="10836"/>
                </a:lnTo>
                <a:lnTo>
                  <a:pt x="21600" y="12000"/>
                </a:lnTo>
                <a:lnTo>
                  <a:pt x="21600" y="13190"/>
                </a:lnTo>
                <a:lnTo>
                  <a:pt x="21600" y="14400"/>
                </a:lnTo>
                <a:lnTo>
                  <a:pt x="20304" y="14400"/>
                </a:lnTo>
                <a:lnTo>
                  <a:pt x="19006" y="14400"/>
                </a:lnTo>
                <a:lnTo>
                  <a:pt x="17708" y="14400"/>
                </a:lnTo>
                <a:lnTo>
                  <a:pt x="16406" y="14400"/>
                </a:lnTo>
                <a:lnTo>
                  <a:pt x="15100" y="14400"/>
                </a:lnTo>
                <a:lnTo>
                  <a:pt x="13789" y="14400"/>
                </a:lnTo>
                <a:lnTo>
                  <a:pt x="12473" y="14400"/>
                </a:lnTo>
                <a:lnTo>
                  <a:pt x="11150" y="14400"/>
                </a:lnTo>
                <a:lnTo>
                  <a:pt x="9818" y="14400"/>
                </a:lnTo>
                <a:lnTo>
                  <a:pt x="9818" y="15826"/>
                </a:lnTo>
                <a:lnTo>
                  <a:pt x="9818" y="17256"/>
                </a:lnTo>
                <a:lnTo>
                  <a:pt x="9818" y="18691"/>
                </a:lnTo>
                <a:lnTo>
                  <a:pt x="9818" y="20138"/>
                </a:lnTo>
                <a:lnTo>
                  <a:pt x="9818" y="21600"/>
                </a:lnTo>
                <a:lnTo>
                  <a:pt x="8520" y="21600"/>
                </a:lnTo>
                <a:lnTo>
                  <a:pt x="7214" y="21600"/>
                </a:lnTo>
                <a:lnTo>
                  <a:pt x="5891" y="21600"/>
                </a:lnTo>
                <a:lnTo>
                  <a:pt x="5310" y="20412"/>
                </a:lnTo>
                <a:lnTo>
                  <a:pt x="4942" y="19522"/>
                </a:lnTo>
                <a:lnTo>
                  <a:pt x="4630" y="18492"/>
                </a:lnTo>
                <a:lnTo>
                  <a:pt x="4218" y="16874"/>
                </a:lnTo>
                <a:lnTo>
                  <a:pt x="3839" y="15408"/>
                </a:lnTo>
                <a:lnTo>
                  <a:pt x="3452" y="13922"/>
                </a:lnTo>
                <a:lnTo>
                  <a:pt x="3079" y="12372"/>
                </a:lnTo>
                <a:lnTo>
                  <a:pt x="2700" y="10800"/>
                </a:lnTo>
                <a:lnTo>
                  <a:pt x="2303" y="9250"/>
                </a:lnTo>
                <a:lnTo>
                  <a:pt x="1903" y="7678"/>
                </a:lnTo>
                <a:lnTo>
                  <a:pt x="1514" y="6144"/>
                </a:lnTo>
                <a:lnTo>
                  <a:pt x="1131" y="4610"/>
                </a:lnTo>
                <a:lnTo>
                  <a:pt x="750" y="3074"/>
                </a:lnTo>
                <a:lnTo>
                  <a:pt x="373" y="1538"/>
                </a:lnTo>
                <a:lnTo>
                  <a:pt x="0" y="0"/>
                </a:lnTo>
                <a:close/>
              </a:path>
            </a:pathLst>
          </a:custGeom>
          <a:solidFill>
            <a:srgbClr val="85AFDD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1" name="contour_06419"/>
          <p:cNvSpPr/>
          <p:nvPr/>
        </p:nvSpPr>
        <p:spPr>
          <a:xfrm>
            <a:off x="1693901" y="4839226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030" y="836"/>
                </a:lnTo>
                <a:lnTo>
                  <a:pt x="4094" y="1676"/>
                </a:lnTo>
                <a:lnTo>
                  <a:pt x="5160" y="2518"/>
                </a:lnTo>
                <a:lnTo>
                  <a:pt x="6225" y="3360"/>
                </a:lnTo>
                <a:lnTo>
                  <a:pt x="7287" y="4206"/>
                </a:lnTo>
                <a:lnTo>
                  <a:pt x="8416" y="5073"/>
                </a:lnTo>
                <a:lnTo>
                  <a:pt x="9547" y="5928"/>
                </a:lnTo>
                <a:lnTo>
                  <a:pt x="10684" y="6770"/>
                </a:lnTo>
                <a:lnTo>
                  <a:pt x="11823" y="7600"/>
                </a:lnTo>
                <a:lnTo>
                  <a:pt x="12964" y="8424"/>
                </a:lnTo>
                <a:lnTo>
                  <a:pt x="13439" y="8773"/>
                </a:lnTo>
                <a:lnTo>
                  <a:pt x="14280" y="9390"/>
                </a:lnTo>
                <a:lnTo>
                  <a:pt x="16200" y="10800"/>
                </a:lnTo>
                <a:lnTo>
                  <a:pt x="16656" y="11127"/>
                </a:lnTo>
                <a:lnTo>
                  <a:pt x="17459" y="11701"/>
                </a:lnTo>
                <a:lnTo>
                  <a:pt x="19299" y="13019"/>
                </a:lnTo>
                <a:lnTo>
                  <a:pt x="20441" y="14213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20304" y="21600"/>
                </a:lnTo>
                <a:lnTo>
                  <a:pt x="19006" y="21600"/>
                </a:lnTo>
                <a:lnTo>
                  <a:pt x="17702" y="21600"/>
                </a:lnTo>
                <a:lnTo>
                  <a:pt x="16392" y="21600"/>
                </a:lnTo>
                <a:lnTo>
                  <a:pt x="15075" y="21600"/>
                </a:lnTo>
                <a:lnTo>
                  <a:pt x="13745" y="21600"/>
                </a:lnTo>
                <a:lnTo>
                  <a:pt x="13745" y="19560"/>
                </a:lnTo>
                <a:lnTo>
                  <a:pt x="13745" y="17508"/>
                </a:lnTo>
                <a:lnTo>
                  <a:pt x="13745" y="15429"/>
                </a:lnTo>
                <a:lnTo>
                  <a:pt x="12385" y="15734"/>
                </a:lnTo>
                <a:lnTo>
                  <a:pt x="11022" y="16040"/>
                </a:lnTo>
                <a:lnTo>
                  <a:pt x="9659" y="16345"/>
                </a:lnTo>
                <a:lnTo>
                  <a:pt x="8294" y="16654"/>
                </a:lnTo>
                <a:lnTo>
                  <a:pt x="6924" y="16959"/>
                </a:lnTo>
                <a:lnTo>
                  <a:pt x="5551" y="17268"/>
                </a:lnTo>
                <a:lnTo>
                  <a:pt x="4173" y="17576"/>
                </a:lnTo>
                <a:lnTo>
                  <a:pt x="2788" y="17888"/>
                </a:lnTo>
                <a:lnTo>
                  <a:pt x="1398" y="18200"/>
                </a:lnTo>
                <a:lnTo>
                  <a:pt x="0" y="18514"/>
                </a:lnTo>
                <a:lnTo>
                  <a:pt x="216" y="16478"/>
                </a:lnTo>
                <a:lnTo>
                  <a:pt x="432" y="14438"/>
                </a:lnTo>
                <a:lnTo>
                  <a:pt x="648" y="12398"/>
                </a:lnTo>
                <a:lnTo>
                  <a:pt x="866" y="10353"/>
                </a:lnTo>
                <a:lnTo>
                  <a:pt x="1084" y="8301"/>
                </a:lnTo>
                <a:lnTo>
                  <a:pt x="1302" y="6239"/>
                </a:lnTo>
                <a:lnTo>
                  <a:pt x="1522" y="4172"/>
                </a:lnTo>
                <a:lnTo>
                  <a:pt x="1742" y="2092"/>
                </a:lnTo>
                <a:lnTo>
                  <a:pt x="1964" y="0"/>
                </a:lnTo>
                <a:close/>
              </a:path>
            </a:pathLst>
          </a:custGeom>
          <a:solidFill>
            <a:srgbClr val="2E2F2E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2" name="contour_06420"/>
          <p:cNvSpPr/>
          <p:nvPr/>
        </p:nvSpPr>
        <p:spPr>
          <a:xfrm>
            <a:off x="3478817" y="4766346"/>
            <a:ext cx="5894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06" y="0"/>
                </a:moveTo>
                <a:lnTo>
                  <a:pt x="3175" y="432"/>
                </a:lnTo>
                <a:lnTo>
                  <a:pt x="3651" y="1196"/>
                </a:lnTo>
                <a:lnTo>
                  <a:pt x="4743" y="2945"/>
                </a:lnTo>
                <a:lnTo>
                  <a:pt x="6479" y="4387"/>
                </a:lnTo>
                <a:lnTo>
                  <a:pt x="7702" y="5280"/>
                </a:lnTo>
                <a:lnTo>
                  <a:pt x="8741" y="5787"/>
                </a:lnTo>
                <a:lnTo>
                  <a:pt x="9921" y="6068"/>
                </a:lnTo>
                <a:lnTo>
                  <a:pt x="11574" y="6282"/>
                </a:lnTo>
                <a:lnTo>
                  <a:pt x="13254" y="6262"/>
                </a:lnTo>
                <a:lnTo>
                  <a:pt x="14926" y="6227"/>
                </a:lnTo>
                <a:lnTo>
                  <a:pt x="16595" y="6174"/>
                </a:lnTo>
                <a:lnTo>
                  <a:pt x="18259" y="6099"/>
                </a:lnTo>
                <a:lnTo>
                  <a:pt x="19928" y="6007"/>
                </a:lnTo>
                <a:lnTo>
                  <a:pt x="21600" y="5891"/>
                </a:lnTo>
                <a:lnTo>
                  <a:pt x="20777" y="6888"/>
                </a:lnTo>
                <a:lnTo>
                  <a:pt x="19942" y="7900"/>
                </a:lnTo>
                <a:lnTo>
                  <a:pt x="19220" y="8777"/>
                </a:lnTo>
                <a:lnTo>
                  <a:pt x="18494" y="9659"/>
                </a:lnTo>
                <a:lnTo>
                  <a:pt x="17760" y="10555"/>
                </a:lnTo>
                <a:lnTo>
                  <a:pt x="17442" y="10939"/>
                </a:lnTo>
                <a:lnTo>
                  <a:pt x="16884" y="11621"/>
                </a:lnTo>
                <a:lnTo>
                  <a:pt x="15602" y="13178"/>
                </a:lnTo>
                <a:lnTo>
                  <a:pt x="14419" y="14676"/>
                </a:lnTo>
                <a:lnTo>
                  <a:pt x="13684" y="15670"/>
                </a:lnTo>
                <a:lnTo>
                  <a:pt x="13091" y="16601"/>
                </a:lnTo>
                <a:lnTo>
                  <a:pt x="12336" y="17918"/>
                </a:lnTo>
                <a:lnTo>
                  <a:pt x="11241" y="19157"/>
                </a:lnTo>
                <a:lnTo>
                  <a:pt x="10199" y="19813"/>
                </a:lnTo>
                <a:lnTo>
                  <a:pt x="8319" y="20449"/>
                </a:lnTo>
                <a:lnTo>
                  <a:pt x="6877" y="20655"/>
                </a:lnTo>
                <a:lnTo>
                  <a:pt x="5411" y="20864"/>
                </a:lnTo>
                <a:lnTo>
                  <a:pt x="3701" y="21107"/>
                </a:lnTo>
                <a:lnTo>
                  <a:pt x="1979" y="21351"/>
                </a:lnTo>
                <a:lnTo>
                  <a:pt x="235" y="21600"/>
                </a:lnTo>
                <a:lnTo>
                  <a:pt x="200" y="20353"/>
                </a:lnTo>
                <a:lnTo>
                  <a:pt x="168" y="19104"/>
                </a:lnTo>
                <a:lnTo>
                  <a:pt x="139" y="17857"/>
                </a:lnTo>
                <a:lnTo>
                  <a:pt x="115" y="16610"/>
                </a:lnTo>
                <a:lnTo>
                  <a:pt x="91" y="15362"/>
                </a:lnTo>
                <a:lnTo>
                  <a:pt x="69" y="14115"/>
                </a:lnTo>
                <a:lnTo>
                  <a:pt x="35" y="13062"/>
                </a:lnTo>
                <a:lnTo>
                  <a:pt x="0" y="11992"/>
                </a:lnTo>
                <a:lnTo>
                  <a:pt x="11" y="10560"/>
                </a:lnTo>
                <a:lnTo>
                  <a:pt x="85" y="9184"/>
                </a:lnTo>
                <a:lnTo>
                  <a:pt x="227" y="7851"/>
                </a:lnTo>
                <a:lnTo>
                  <a:pt x="446" y="6547"/>
                </a:lnTo>
                <a:lnTo>
                  <a:pt x="748" y="5259"/>
                </a:lnTo>
                <a:lnTo>
                  <a:pt x="1138" y="3974"/>
                </a:lnTo>
                <a:lnTo>
                  <a:pt x="1624" y="2678"/>
                </a:lnTo>
                <a:lnTo>
                  <a:pt x="2209" y="1357"/>
                </a:lnTo>
                <a:lnTo>
                  <a:pt x="2906" y="0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3" name="contour_06421"/>
          <p:cNvSpPr/>
          <p:nvPr/>
        </p:nvSpPr>
        <p:spPr>
          <a:xfrm>
            <a:off x="1096285" y="4772658"/>
            <a:ext cx="51927" cy="519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06"/>
                </a:moveTo>
                <a:lnTo>
                  <a:pt x="4108" y="194"/>
                </a:lnTo>
                <a:lnTo>
                  <a:pt x="7352" y="54"/>
                </a:lnTo>
                <a:lnTo>
                  <a:pt x="9889" y="0"/>
                </a:lnTo>
                <a:lnTo>
                  <a:pt x="11881" y="51"/>
                </a:lnTo>
                <a:lnTo>
                  <a:pt x="13481" y="227"/>
                </a:lnTo>
                <a:lnTo>
                  <a:pt x="14852" y="542"/>
                </a:lnTo>
                <a:lnTo>
                  <a:pt x="16143" y="1011"/>
                </a:lnTo>
                <a:lnTo>
                  <a:pt x="17519" y="1653"/>
                </a:lnTo>
                <a:lnTo>
                  <a:pt x="19135" y="2489"/>
                </a:lnTo>
                <a:lnTo>
                  <a:pt x="20093" y="4578"/>
                </a:lnTo>
                <a:lnTo>
                  <a:pt x="20781" y="6637"/>
                </a:lnTo>
                <a:lnTo>
                  <a:pt x="21236" y="8684"/>
                </a:lnTo>
                <a:lnTo>
                  <a:pt x="21494" y="10733"/>
                </a:lnTo>
                <a:lnTo>
                  <a:pt x="21600" y="12801"/>
                </a:lnTo>
                <a:lnTo>
                  <a:pt x="21585" y="14906"/>
                </a:lnTo>
                <a:lnTo>
                  <a:pt x="21491" y="17061"/>
                </a:lnTo>
                <a:lnTo>
                  <a:pt x="21357" y="19290"/>
                </a:lnTo>
                <a:lnTo>
                  <a:pt x="21221" y="21600"/>
                </a:lnTo>
                <a:lnTo>
                  <a:pt x="19220" y="21600"/>
                </a:lnTo>
                <a:lnTo>
                  <a:pt x="17216" y="21600"/>
                </a:lnTo>
                <a:lnTo>
                  <a:pt x="15212" y="21600"/>
                </a:lnTo>
                <a:lnTo>
                  <a:pt x="13203" y="21600"/>
                </a:lnTo>
                <a:lnTo>
                  <a:pt x="11187" y="21600"/>
                </a:lnTo>
                <a:lnTo>
                  <a:pt x="9161" y="21600"/>
                </a:lnTo>
                <a:lnTo>
                  <a:pt x="7130" y="21600"/>
                </a:lnTo>
                <a:lnTo>
                  <a:pt x="5087" y="21600"/>
                </a:lnTo>
                <a:lnTo>
                  <a:pt x="3032" y="21600"/>
                </a:lnTo>
                <a:lnTo>
                  <a:pt x="2731" y="19502"/>
                </a:lnTo>
                <a:lnTo>
                  <a:pt x="2431" y="17401"/>
                </a:lnTo>
                <a:lnTo>
                  <a:pt x="2131" y="15299"/>
                </a:lnTo>
                <a:lnTo>
                  <a:pt x="1828" y="13195"/>
                </a:lnTo>
                <a:lnTo>
                  <a:pt x="1528" y="11082"/>
                </a:lnTo>
                <a:lnTo>
                  <a:pt x="1225" y="8965"/>
                </a:lnTo>
                <a:lnTo>
                  <a:pt x="922" y="6840"/>
                </a:lnTo>
                <a:lnTo>
                  <a:pt x="615" y="4705"/>
                </a:lnTo>
                <a:lnTo>
                  <a:pt x="309" y="2561"/>
                </a:lnTo>
                <a:lnTo>
                  <a:pt x="0" y="406"/>
                </a:lnTo>
                <a:close/>
              </a:path>
            </a:pathLst>
          </a:custGeom>
          <a:solidFill>
            <a:srgbClr val="717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4" name="contour_06422"/>
          <p:cNvSpPr/>
          <p:nvPr/>
        </p:nvSpPr>
        <p:spPr>
          <a:xfrm>
            <a:off x="10483218" y="4729906"/>
            <a:ext cx="5398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77" y="247"/>
                </a:lnTo>
                <a:lnTo>
                  <a:pt x="3922" y="506"/>
                </a:lnTo>
                <a:lnTo>
                  <a:pt x="5832" y="790"/>
                </a:lnTo>
                <a:lnTo>
                  <a:pt x="7716" y="1099"/>
                </a:lnTo>
                <a:lnTo>
                  <a:pt x="9574" y="1450"/>
                </a:lnTo>
                <a:lnTo>
                  <a:pt x="11411" y="1843"/>
                </a:lnTo>
                <a:lnTo>
                  <a:pt x="13234" y="2294"/>
                </a:lnTo>
                <a:lnTo>
                  <a:pt x="15039" y="2806"/>
                </a:lnTo>
                <a:lnTo>
                  <a:pt x="16835" y="3389"/>
                </a:lnTo>
                <a:lnTo>
                  <a:pt x="18626" y="4051"/>
                </a:lnTo>
                <a:lnTo>
                  <a:pt x="20413" y="4800"/>
                </a:lnTo>
                <a:lnTo>
                  <a:pt x="20988" y="6511"/>
                </a:lnTo>
                <a:lnTo>
                  <a:pt x="21361" y="8114"/>
                </a:lnTo>
                <a:lnTo>
                  <a:pt x="21556" y="9643"/>
                </a:lnTo>
                <a:lnTo>
                  <a:pt x="21600" y="11134"/>
                </a:lnTo>
                <a:lnTo>
                  <a:pt x="21518" y="12619"/>
                </a:lnTo>
                <a:lnTo>
                  <a:pt x="21335" y="14134"/>
                </a:lnTo>
                <a:lnTo>
                  <a:pt x="21072" y="15713"/>
                </a:lnTo>
                <a:lnTo>
                  <a:pt x="20757" y="17390"/>
                </a:lnTo>
                <a:lnTo>
                  <a:pt x="20413" y="19200"/>
                </a:lnTo>
                <a:lnTo>
                  <a:pt x="18488" y="19464"/>
                </a:lnTo>
                <a:lnTo>
                  <a:pt x="16561" y="19728"/>
                </a:lnTo>
                <a:lnTo>
                  <a:pt x="14633" y="19992"/>
                </a:lnTo>
                <a:lnTo>
                  <a:pt x="12700" y="20258"/>
                </a:lnTo>
                <a:lnTo>
                  <a:pt x="10761" y="20525"/>
                </a:lnTo>
                <a:lnTo>
                  <a:pt x="8813" y="20791"/>
                </a:lnTo>
                <a:lnTo>
                  <a:pt x="6859" y="21060"/>
                </a:lnTo>
                <a:lnTo>
                  <a:pt x="4893" y="21329"/>
                </a:lnTo>
                <a:lnTo>
                  <a:pt x="2916" y="21600"/>
                </a:lnTo>
                <a:lnTo>
                  <a:pt x="3368" y="20263"/>
                </a:lnTo>
                <a:lnTo>
                  <a:pt x="3820" y="18922"/>
                </a:lnTo>
                <a:lnTo>
                  <a:pt x="4275" y="17568"/>
                </a:lnTo>
                <a:lnTo>
                  <a:pt x="4739" y="16200"/>
                </a:lnTo>
                <a:lnTo>
                  <a:pt x="5156" y="14210"/>
                </a:lnTo>
                <a:lnTo>
                  <a:pt x="5360" y="12403"/>
                </a:lnTo>
                <a:lnTo>
                  <a:pt x="5351" y="10742"/>
                </a:lnTo>
                <a:lnTo>
                  <a:pt x="5138" y="9190"/>
                </a:lnTo>
                <a:lnTo>
                  <a:pt x="4730" y="7704"/>
                </a:lnTo>
                <a:lnTo>
                  <a:pt x="4135" y="6252"/>
                </a:lnTo>
                <a:lnTo>
                  <a:pt x="3357" y="4793"/>
                </a:lnTo>
                <a:lnTo>
                  <a:pt x="2403" y="3290"/>
                </a:lnTo>
                <a:lnTo>
                  <a:pt x="1280" y="1704"/>
                </a:lnTo>
                <a:lnTo>
                  <a:pt x="0" y="0"/>
                </a:lnTo>
                <a:close/>
              </a:path>
            </a:pathLst>
          </a:custGeom>
          <a:solidFill>
            <a:srgbClr val="454446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5" name="contour_06423"/>
          <p:cNvSpPr/>
          <p:nvPr/>
        </p:nvSpPr>
        <p:spPr>
          <a:xfrm>
            <a:off x="3785554" y="4670101"/>
            <a:ext cx="73412" cy="39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43" y="825"/>
                </a:moveTo>
                <a:lnTo>
                  <a:pt x="21531" y="5951"/>
                </a:lnTo>
                <a:lnTo>
                  <a:pt x="21583" y="9499"/>
                </a:lnTo>
                <a:lnTo>
                  <a:pt x="21600" y="11917"/>
                </a:lnTo>
                <a:lnTo>
                  <a:pt x="21583" y="13651"/>
                </a:lnTo>
                <a:lnTo>
                  <a:pt x="21531" y="15145"/>
                </a:lnTo>
                <a:lnTo>
                  <a:pt x="21443" y="16843"/>
                </a:lnTo>
                <a:lnTo>
                  <a:pt x="20043" y="19209"/>
                </a:lnTo>
                <a:lnTo>
                  <a:pt x="18851" y="20607"/>
                </a:lnTo>
                <a:lnTo>
                  <a:pt x="17648" y="21292"/>
                </a:lnTo>
                <a:lnTo>
                  <a:pt x="16218" y="21536"/>
                </a:lnTo>
                <a:lnTo>
                  <a:pt x="14341" y="21600"/>
                </a:lnTo>
                <a:lnTo>
                  <a:pt x="12667" y="21464"/>
                </a:lnTo>
                <a:lnTo>
                  <a:pt x="11101" y="21152"/>
                </a:lnTo>
                <a:lnTo>
                  <a:pt x="9624" y="20671"/>
                </a:lnTo>
                <a:lnTo>
                  <a:pt x="8213" y="20018"/>
                </a:lnTo>
                <a:lnTo>
                  <a:pt x="6851" y="19209"/>
                </a:lnTo>
                <a:lnTo>
                  <a:pt x="5513" y="18236"/>
                </a:lnTo>
                <a:lnTo>
                  <a:pt x="4179" y="17111"/>
                </a:lnTo>
                <a:lnTo>
                  <a:pt x="2831" y="15830"/>
                </a:lnTo>
                <a:lnTo>
                  <a:pt x="1445" y="14408"/>
                </a:lnTo>
                <a:lnTo>
                  <a:pt x="0" y="12838"/>
                </a:lnTo>
                <a:lnTo>
                  <a:pt x="1158" y="10031"/>
                </a:lnTo>
                <a:lnTo>
                  <a:pt x="2335" y="7644"/>
                </a:lnTo>
                <a:lnTo>
                  <a:pt x="3536" y="5646"/>
                </a:lnTo>
                <a:lnTo>
                  <a:pt x="4767" y="4012"/>
                </a:lnTo>
                <a:lnTo>
                  <a:pt x="6030" y="2703"/>
                </a:lnTo>
                <a:lnTo>
                  <a:pt x="7332" y="1694"/>
                </a:lnTo>
                <a:lnTo>
                  <a:pt x="8674" y="949"/>
                </a:lnTo>
                <a:lnTo>
                  <a:pt x="10063" y="436"/>
                </a:lnTo>
                <a:lnTo>
                  <a:pt x="11502" y="132"/>
                </a:lnTo>
                <a:lnTo>
                  <a:pt x="12997" y="0"/>
                </a:lnTo>
                <a:lnTo>
                  <a:pt x="14549" y="4"/>
                </a:lnTo>
                <a:lnTo>
                  <a:pt x="16166" y="124"/>
                </a:lnTo>
                <a:lnTo>
                  <a:pt x="17852" y="320"/>
                </a:lnTo>
                <a:lnTo>
                  <a:pt x="19610" y="565"/>
                </a:lnTo>
                <a:lnTo>
                  <a:pt x="21443" y="825"/>
                </a:lnTo>
                <a:close/>
              </a:path>
            </a:pathLst>
          </a:custGeom>
          <a:solidFill>
            <a:srgbClr val="E1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6" name="contour_06424"/>
          <p:cNvSpPr/>
          <p:nvPr/>
        </p:nvSpPr>
        <p:spPr>
          <a:xfrm>
            <a:off x="4754245" y="4668323"/>
            <a:ext cx="74104" cy="42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" y="1647"/>
                </a:moveTo>
                <a:lnTo>
                  <a:pt x="3189" y="1179"/>
                </a:lnTo>
                <a:lnTo>
                  <a:pt x="5748" y="787"/>
                </a:lnTo>
                <a:lnTo>
                  <a:pt x="7915" y="472"/>
                </a:lnTo>
                <a:lnTo>
                  <a:pt x="9738" y="238"/>
                </a:lnTo>
                <a:lnTo>
                  <a:pt x="11267" y="81"/>
                </a:lnTo>
                <a:lnTo>
                  <a:pt x="12561" y="0"/>
                </a:lnTo>
                <a:lnTo>
                  <a:pt x="13666" y="0"/>
                </a:lnTo>
                <a:lnTo>
                  <a:pt x="14637" y="81"/>
                </a:lnTo>
                <a:lnTo>
                  <a:pt x="15524" y="238"/>
                </a:lnTo>
                <a:lnTo>
                  <a:pt x="16383" y="472"/>
                </a:lnTo>
                <a:lnTo>
                  <a:pt x="17262" y="787"/>
                </a:lnTo>
                <a:lnTo>
                  <a:pt x="18216" y="1179"/>
                </a:lnTo>
                <a:lnTo>
                  <a:pt x="19297" y="1647"/>
                </a:lnTo>
                <a:lnTo>
                  <a:pt x="20126" y="3829"/>
                </a:lnTo>
                <a:lnTo>
                  <a:pt x="20742" y="5986"/>
                </a:lnTo>
                <a:lnTo>
                  <a:pt x="21173" y="8142"/>
                </a:lnTo>
                <a:lnTo>
                  <a:pt x="21441" y="10331"/>
                </a:lnTo>
                <a:lnTo>
                  <a:pt x="21575" y="12576"/>
                </a:lnTo>
                <a:lnTo>
                  <a:pt x="21600" y="14908"/>
                </a:lnTo>
                <a:lnTo>
                  <a:pt x="21541" y="17357"/>
                </a:lnTo>
                <a:lnTo>
                  <a:pt x="21422" y="19953"/>
                </a:lnTo>
                <a:lnTo>
                  <a:pt x="18411" y="20421"/>
                </a:lnTo>
                <a:lnTo>
                  <a:pt x="15852" y="20813"/>
                </a:lnTo>
                <a:lnTo>
                  <a:pt x="13685" y="21128"/>
                </a:lnTo>
                <a:lnTo>
                  <a:pt x="11862" y="21362"/>
                </a:lnTo>
                <a:lnTo>
                  <a:pt x="10333" y="21519"/>
                </a:lnTo>
                <a:lnTo>
                  <a:pt x="9039" y="21600"/>
                </a:lnTo>
                <a:lnTo>
                  <a:pt x="7934" y="21600"/>
                </a:lnTo>
                <a:lnTo>
                  <a:pt x="6963" y="21519"/>
                </a:lnTo>
                <a:lnTo>
                  <a:pt x="6076" y="21362"/>
                </a:lnTo>
                <a:lnTo>
                  <a:pt x="5217" y="21128"/>
                </a:lnTo>
                <a:lnTo>
                  <a:pt x="4338" y="20813"/>
                </a:lnTo>
                <a:lnTo>
                  <a:pt x="3384" y="20421"/>
                </a:lnTo>
                <a:lnTo>
                  <a:pt x="2303" y="19953"/>
                </a:lnTo>
                <a:lnTo>
                  <a:pt x="1474" y="17771"/>
                </a:lnTo>
                <a:lnTo>
                  <a:pt x="858" y="15614"/>
                </a:lnTo>
                <a:lnTo>
                  <a:pt x="427" y="13458"/>
                </a:lnTo>
                <a:lnTo>
                  <a:pt x="159" y="11269"/>
                </a:lnTo>
                <a:lnTo>
                  <a:pt x="25" y="9024"/>
                </a:lnTo>
                <a:lnTo>
                  <a:pt x="0" y="6692"/>
                </a:lnTo>
                <a:lnTo>
                  <a:pt x="59" y="4243"/>
                </a:lnTo>
                <a:lnTo>
                  <a:pt x="178" y="1647"/>
                </a:lnTo>
                <a:close/>
              </a:path>
            </a:pathLst>
          </a:custGeom>
          <a:solidFill>
            <a:srgbClr val="8271A1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7" name="contour_06425"/>
          <p:cNvSpPr/>
          <p:nvPr/>
        </p:nvSpPr>
        <p:spPr>
          <a:xfrm>
            <a:off x="1555429" y="4635163"/>
            <a:ext cx="7210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82" y="0"/>
                </a:moveTo>
                <a:lnTo>
                  <a:pt x="16147" y="913"/>
                </a:lnTo>
                <a:lnTo>
                  <a:pt x="17000" y="1830"/>
                </a:lnTo>
                <a:lnTo>
                  <a:pt x="17849" y="2755"/>
                </a:lnTo>
                <a:lnTo>
                  <a:pt x="18692" y="3682"/>
                </a:lnTo>
                <a:lnTo>
                  <a:pt x="19170" y="4196"/>
                </a:lnTo>
                <a:lnTo>
                  <a:pt x="20611" y="5753"/>
                </a:lnTo>
                <a:lnTo>
                  <a:pt x="21307" y="7002"/>
                </a:lnTo>
                <a:lnTo>
                  <a:pt x="21600" y="7870"/>
                </a:lnTo>
                <a:lnTo>
                  <a:pt x="21550" y="8760"/>
                </a:lnTo>
                <a:lnTo>
                  <a:pt x="21209" y="10079"/>
                </a:lnTo>
                <a:lnTo>
                  <a:pt x="20434" y="10924"/>
                </a:lnTo>
                <a:lnTo>
                  <a:pt x="19648" y="11782"/>
                </a:lnTo>
                <a:lnTo>
                  <a:pt x="18205" y="11782"/>
                </a:lnTo>
                <a:lnTo>
                  <a:pt x="16753" y="11782"/>
                </a:lnTo>
                <a:lnTo>
                  <a:pt x="15282" y="11782"/>
                </a:lnTo>
                <a:lnTo>
                  <a:pt x="15282" y="13170"/>
                </a:lnTo>
                <a:lnTo>
                  <a:pt x="15282" y="14560"/>
                </a:lnTo>
                <a:lnTo>
                  <a:pt x="15282" y="15955"/>
                </a:lnTo>
                <a:lnTo>
                  <a:pt x="15282" y="17355"/>
                </a:lnTo>
                <a:lnTo>
                  <a:pt x="15282" y="18761"/>
                </a:lnTo>
                <a:lnTo>
                  <a:pt x="15282" y="20174"/>
                </a:lnTo>
                <a:lnTo>
                  <a:pt x="15282" y="21600"/>
                </a:lnTo>
                <a:lnTo>
                  <a:pt x="12678" y="21231"/>
                </a:lnTo>
                <a:lnTo>
                  <a:pt x="10857" y="20952"/>
                </a:lnTo>
                <a:lnTo>
                  <a:pt x="9575" y="20707"/>
                </a:lnTo>
                <a:lnTo>
                  <a:pt x="8591" y="20441"/>
                </a:lnTo>
                <a:lnTo>
                  <a:pt x="7665" y="20104"/>
                </a:lnTo>
                <a:lnTo>
                  <a:pt x="6549" y="19636"/>
                </a:lnTo>
                <a:lnTo>
                  <a:pt x="6287" y="18117"/>
                </a:lnTo>
                <a:lnTo>
                  <a:pt x="6156" y="17050"/>
                </a:lnTo>
                <a:lnTo>
                  <a:pt x="6156" y="16155"/>
                </a:lnTo>
                <a:lnTo>
                  <a:pt x="6287" y="15147"/>
                </a:lnTo>
                <a:lnTo>
                  <a:pt x="6549" y="13745"/>
                </a:lnTo>
                <a:lnTo>
                  <a:pt x="5253" y="14134"/>
                </a:lnTo>
                <a:lnTo>
                  <a:pt x="3951" y="14525"/>
                </a:lnTo>
                <a:lnTo>
                  <a:pt x="2646" y="14916"/>
                </a:lnTo>
                <a:lnTo>
                  <a:pt x="1330" y="15310"/>
                </a:lnTo>
                <a:lnTo>
                  <a:pt x="0" y="15709"/>
                </a:lnTo>
                <a:lnTo>
                  <a:pt x="0" y="14411"/>
                </a:lnTo>
                <a:lnTo>
                  <a:pt x="0" y="13105"/>
                </a:lnTo>
                <a:lnTo>
                  <a:pt x="0" y="11782"/>
                </a:lnTo>
                <a:lnTo>
                  <a:pt x="1113" y="10953"/>
                </a:lnTo>
                <a:lnTo>
                  <a:pt x="1941" y="10374"/>
                </a:lnTo>
                <a:lnTo>
                  <a:pt x="2729" y="9889"/>
                </a:lnTo>
                <a:lnTo>
                  <a:pt x="3727" y="9345"/>
                </a:lnTo>
                <a:lnTo>
                  <a:pt x="5185" y="8591"/>
                </a:lnTo>
                <a:lnTo>
                  <a:pt x="6148" y="8078"/>
                </a:lnTo>
                <a:lnTo>
                  <a:pt x="7119" y="7564"/>
                </a:lnTo>
                <a:lnTo>
                  <a:pt x="8102" y="7042"/>
                </a:lnTo>
                <a:lnTo>
                  <a:pt x="9510" y="6480"/>
                </a:lnTo>
                <a:lnTo>
                  <a:pt x="10588" y="6140"/>
                </a:lnTo>
                <a:lnTo>
                  <a:pt x="11680" y="5966"/>
                </a:lnTo>
                <a:lnTo>
                  <a:pt x="13129" y="5901"/>
                </a:lnTo>
                <a:lnTo>
                  <a:pt x="15282" y="5891"/>
                </a:lnTo>
                <a:lnTo>
                  <a:pt x="15282" y="4725"/>
                </a:lnTo>
                <a:lnTo>
                  <a:pt x="15282" y="3554"/>
                </a:lnTo>
                <a:lnTo>
                  <a:pt x="15282" y="2380"/>
                </a:lnTo>
                <a:lnTo>
                  <a:pt x="15282" y="1196"/>
                </a:lnTo>
                <a:lnTo>
                  <a:pt x="15282" y="0"/>
                </a:lnTo>
                <a:close/>
              </a:path>
            </a:pathLst>
          </a:custGeom>
          <a:solidFill>
            <a:srgbClr val="808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8" name="contour_06426"/>
          <p:cNvSpPr/>
          <p:nvPr/>
        </p:nvSpPr>
        <p:spPr>
          <a:xfrm>
            <a:off x="9790859" y="4620587"/>
            <a:ext cx="88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20" y="0"/>
                </a:moveTo>
                <a:lnTo>
                  <a:pt x="17344" y="488"/>
                </a:lnTo>
                <a:lnTo>
                  <a:pt x="18284" y="892"/>
                </a:lnTo>
                <a:lnTo>
                  <a:pt x="19096" y="1361"/>
                </a:lnTo>
                <a:lnTo>
                  <a:pt x="20035" y="2043"/>
                </a:lnTo>
                <a:lnTo>
                  <a:pt x="21360" y="3086"/>
                </a:lnTo>
                <a:lnTo>
                  <a:pt x="21520" y="5474"/>
                </a:lnTo>
                <a:lnTo>
                  <a:pt x="21600" y="7150"/>
                </a:lnTo>
                <a:lnTo>
                  <a:pt x="21600" y="8557"/>
                </a:lnTo>
                <a:lnTo>
                  <a:pt x="21520" y="10140"/>
                </a:lnTo>
                <a:lnTo>
                  <a:pt x="21360" y="12343"/>
                </a:lnTo>
                <a:lnTo>
                  <a:pt x="20185" y="12343"/>
                </a:lnTo>
                <a:lnTo>
                  <a:pt x="19008" y="12343"/>
                </a:lnTo>
                <a:lnTo>
                  <a:pt x="17826" y="12343"/>
                </a:lnTo>
                <a:lnTo>
                  <a:pt x="16639" y="12343"/>
                </a:lnTo>
                <a:lnTo>
                  <a:pt x="15445" y="12343"/>
                </a:lnTo>
                <a:lnTo>
                  <a:pt x="14240" y="12343"/>
                </a:lnTo>
                <a:lnTo>
                  <a:pt x="14240" y="14383"/>
                </a:lnTo>
                <a:lnTo>
                  <a:pt x="14240" y="16435"/>
                </a:lnTo>
                <a:lnTo>
                  <a:pt x="14240" y="18514"/>
                </a:lnTo>
                <a:lnTo>
                  <a:pt x="13065" y="18854"/>
                </a:lnTo>
                <a:lnTo>
                  <a:pt x="11888" y="19193"/>
                </a:lnTo>
                <a:lnTo>
                  <a:pt x="10712" y="19533"/>
                </a:lnTo>
                <a:lnTo>
                  <a:pt x="9532" y="19875"/>
                </a:lnTo>
                <a:lnTo>
                  <a:pt x="8348" y="20218"/>
                </a:lnTo>
                <a:lnTo>
                  <a:pt x="7159" y="20560"/>
                </a:lnTo>
                <a:lnTo>
                  <a:pt x="5966" y="20906"/>
                </a:lnTo>
                <a:lnTo>
                  <a:pt x="4767" y="21251"/>
                </a:lnTo>
                <a:lnTo>
                  <a:pt x="3560" y="21600"/>
                </a:lnTo>
                <a:lnTo>
                  <a:pt x="3560" y="19767"/>
                </a:lnTo>
                <a:lnTo>
                  <a:pt x="3560" y="17928"/>
                </a:lnTo>
                <a:lnTo>
                  <a:pt x="3560" y="16083"/>
                </a:lnTo>
                <a:lnTo>
                  <a:pt x="3560" y="14222"/>
                </a:lnTo>
                <a:lnTo>
                  <a:pt x="3560" y="12343"/>
                </a:lnTo>
                <a:lnTo>
                  <a:pt x="2503" y="11099"/>
                </a:lnTo>
                <a:lnTo>
                  <a:pt x="1780" y="10365"/>
                </a:lnTo>
                <a:lnTo>
                  <a:pt x="1057" y="9847"/>
                </a:lnTo>
                <a:lnTo>
                  <a:pt x="0" y="9257"/>
                </a:lnTo>
                <a:lnTo>
                  <a:pt x="1344" y="8544"/>
                </a:lnTo>
                <a:lnTo>
                  <a:pt x="2602" y="7964"/>
                </a:lnTo>
                <a:lnTo>
                  <a:pt x="3791" y="7511"/>
                </a:lnTo>
                <a:lnTo>
                  <a:pt x="4931" y="7187"/>
                </a:lnTo>
                <a:lnTo>
                  <a:pt x="6034" y="6992"/>
                </a:lnTo>
                <a:lnTo>
                  <a:pt x="7120" y="6927"/>
                </a:lnTo>
                <a:lnTo>
                  <a:pt x="8206" y="6992"/>
                </a:lnTo>
                <a:lnTo>
                  <a:pt x="9309" y="7187"/>
                </a:lnTo>
                <a:lnTo>
                  <a:pt x="10448" y="7511"/>
                </a:lnTo>
                <a:lnTo>
                  <a:pt x="11637" y="7964"/>
                </a:lnTo>
                <a:lnTo>
                  <a:pt x="12896" y="8544"/>
                </a:lnTo>
                <a:lnTo>
                  <a:pt x="14240" y="9257"/>
                </a:lnTo>
                <a:lnTo>
                  <a:pt x="14592" y="7424"/>
                </a:lnTo>
                <a:lnTo>
                  <a:pt x="14946" y="5585"/>
                </a:lnTo>
                <a:lnTo>
                  <a:pt x="15301" y="3740"/>
                </a:lnTo>
                <a:lnTo>
                  <a:pt x="15658" y="1879"/>
                </a:lnTo>
                <a:lnTo>
                  <a:pt x="16020" y="0"/>
                </a:lnTo>
                <a:close/>
              </a:path>
            </a:pathLst>
          </a:custGeom>
          <a:solidFill>
            <a:srgbClr val="8F9194"/>
          </a:solidFill>
          <a:ln>
            <a:noFill/>
          </a:ln>
        </p:spPr>
        <p:txBody>
          <a:bodyPr/>
          <a:lstStyle/>
          <a:p/>
        </p:txBody>
      </p:sp>
      <p:sp>
        <p:nvSpPr>
          <p:cNvPr id="6429" name="contour_06427"/>
          <p:cNvSpPr/>
          <p:nvPr/>
        </p:nvSpPr>
        <p:spPr>
          <a:xfrm>
            <a:off x="10016787" y="4591435"/>
            <a:ext cx="5434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86" y="0"/>
                </a:moveTo>
                <a:lnTo>
                  <a:pt x="13742" y="163"/>
                </a:lnTo>
                <a:lnTo>
                  <a:pt x="15271" y="370"/>
                </a:lnTo>
                <a:lnTo>
                  <a:pt x="16592" y="734"/>
                </a:lnTo>
                <a:lnTo>
                  <a:pt x="18121" y="1373"/>
                </a:lnTo>
                <a:lnTo>
                  <a:pt x="20276" y="2400"/>
                </a:lnTo>
                <a:lnTo>
                  <a:pt x="20789" y="4056"/>
                </a:lnTo>
                <a:lnTo>
                  <a:pt x="21180" y="5674"/>
                </a:lnTo>
                <a:lnTo>
                  <a:pt x="21446" y="7260"/>
                </a:lnTo>
                <a:lnTo>
                  <a:pt x="21588" y="8827"/>
                </a:lnTo>
                <a:lnTo>
                  <a:pt x="21600" y="10390"/>
                </a:lnTo>
                <a:lnTo>
                  <a:pt x="21478" y="11957"/>
                </a:lnTo>
                <a:lnTo>
                  <a:pt x="21218" y="13541"/>
                </a:lnTo>
                <a:lnTo>
                  <a:pt x="20818" y="15151"/>
                </a:lnTo>
                <a:lnTo>
                  <a:pt x="20276" y="16800"/>
                </a:lnTo>
                <a:lnTo>
                  <a:pt x="18588" y="17765"/>
                </a:lnTo>
                <a:lnTo>
                  <a:pt x="16887" y="18588"/>
                </a:lnTo>
                <a:lnTo>
                  <a:pt x="15158" y="19291"/>
                </a:lnTo>
                <a:lnTo>
                  <a:pt x="13394" y="19891"/>
                </a:lnTo>
                <a:lnTo>
                  <a:pt x="11584" y="20402"/>
                </a:lnTo>
                <a:lnTo>
                  <a:pt x="9721" y="20846"/>
                </a:lnTo>
                <a:lnTo>
                  <a:pt x="7795" y="21240"/>
                </a:lnTo>
                <a:lnTo>
                  <a:pt x="5793" y="21600"/>
                </a:lnTo>
                <a:lnTo>
                  <a:pt x="5793" y="20014"/>
                </a:lnTo>
                <a:lnTo>
                  <a:pt x="5793" y="18418"/>
                </a:lnTo>
                <a:lnTo>
                  <a:pt x="5793" y="16800"/>
                </a:lnTo>
                <a:lnTo>
                  <a:pt x="3879" y="16800"/>
                </a:lnTo>
                <a:lnTo>
                  <a:pt x="1952" y="16800"/>
                </a:lnTo>
                <a:lnTo>
                  <a:pt x="0" y="16800"/>
                </a:lnTo>
                <a:lnTo>
                  <a:pt x="275" y="15132"/>
                </a:lnTo>
                <a:lnTo>
                  <a:pt x="594" y="13500"/>
                </a:lnTo>
                <a:lnTo>
                  <a:pt x="985" y="11894"/>
                </a:lnTo>
                <a:lnTo>
                  <a:pt x="1480" y="10313"/>
                </a:lnTo>
                <a:lnTo>
                  <a:pt x="2106" y="8750"/>
                </a:lnTo>
                <a:lnTo>
                  <a:pt x="2897" y="7200"/>
                </a:lnTo>
                <a:lnTo>
                  <a:pt x="5139" y="6912"/>
                </a:lnTo>
                <a:lnTo>
                  <a:pt x="6711" y="6768"/>
                </a:lnTo>
                <a:lnTo>
                  <a:pt x="8032" y="6768"/>
                </a:lnTo>
                <a:lnTo>
                  <a:pt x="9518" y="6912"/>
                </a:lnTo>
                <a:lnTo>
                  <a:pt x="11586" y="7200"/>
                </a:lnTo>
                <a:lnTo>
                  <a:pt x="11586" y="5774"/>
                </a:lnTo>
                <a:lnTo>
                  <a:pt x="11586" y="4344"/>
                </a:lnTo>
                <a:lnTo>
                  <a:pt x="11586" y="2909"/>
                </a:lnTo>
                <a:lnTo>
                  <a:pt x="11586" y="1462"/>
                </a:lnTo>
                <a:lnTo>
                  <a:pt x="11586" y="0"/>
                </a:lnTo>
                <a:close/>
              </a:path>
            </a:pathLst>
          </a:custGeom>
          <a:solidFill>
            <a:srgbClr val="43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0" name="contour_06428"/>
          <p:cNvSpPr/>
          <p:nvPr/>
        </p:nvSpPr>
        <p:spPr>
          <a:xfrm>
            <a:off x="8785116" y="4569571"/>
            <a:ext cx="56919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66" y="0"/>
                </a:moveTo>
                <a:lnTo>
                  <a:pt x="4425" y="649"/>
                </a:lnTo>
                <a:lnTo>
                  <a:pt x="5982" y="1308"/>
                </a:lnTo>
                <a:lnTo>
                  <a:pt x="7445" y="1980"/>
                </a:lnTo>
                <a:lnTo>
                  <a:pt x="8817" y="2666"/>
                </a:lnTo>
                <a:lnTo>
                  <a:pt x="10103" y="3368"/>
                </a:lnTo>
                <a:lnTo>
                  <a:pt x="11312" y="4089"/>
                </a:lnTo>
                <a:lnTo>
                  <a:pt x="12448" y="4832"/>
                </a:lnTo>
                <a:lnTo>
                  <a:pt x="13516" y="5597"/>
                </a:lnTo>
                <a:lnTo>
                  <a:pt x="14523" y="6388"/>
                </a:lnTo>
                <a:lnTo>
                  <a:pt x="15474" y="7206"/>
                </a:lnTo>
                <a:lnTo>
                  <a:pt x="16376" y="8055"/>
                </a:lnTo>
                <a:lnTo>
                  <a:pt x="17233" y="8936"/>
                </a:lnTo>
                <a:lnTo>
                  <a:pt x="18054" y="9850"/>
                </a:lnTo>
                <a:lnTo>
                  <a:pt x="18840" y="10800"/>
                </a:lnTo>
                <a:lnTo>
                  <a:pt x="19404" y="11474"/>
                </a:lnTo>
                <a:lnTo>
                  <a:pt x="19979" y="12158"/>
                </a:lnTo>
                <a:lnTo>
                  <a:pt x="20671" y="13196"/>
                </a:lnTo>
                <a:lnTo>
                  <a:pt x="21163" y="14170"/>
                </a:lnTo>
                <a:lnTo>
                  <a:pt x="21470" y="15097"/>
                </a:lnTo>
                <a:lnTo>
                  <a:pt x="21600" y="15992"/>
                </a:lnTo>
                <a:lnTo>
                  <a:pt x="21570" y="16872"/>
                </a:lnTo>
                <a:lnTo>
                  <a:pt x="21384" y="17752"/>
                </a:lnTo>
                <a:lnTo>
                  <a:pt x="21061" y="18650"/>
                </a:lnTo>
                <a:lnTo>
                  <a:pt x="20607" y="19580"/>
                </a:lnTo>
                <a:lnTo>
                  <a:pt x="20037" y="20558"/>
                </a:lnTo>
                <a:lnTo>
                  <a:pt x="19360" y="21600"/>
                </a:lnTo>
                <a:lnTo>
                  <a:pt x="17869" y="20910"/>
                </a:lnTo>
                <a:lnTo>
                  <a:pt x="16519" y="20195"/>
                </a:lnTo>
                <a:lnTo>
                  <a:pt x="15294" y="19455"/>
                </a:lnTo>
                <a:lnTo>
                  <a:pt x="14185" y="18691"/>
                </a:lnTo>
                <a:lnTo>
                  <a:pt x="13176" y="17905"/>
                </a:lnTo>
                <a:lnTo>
                  <a:pt x="12252" y="17098"/>
                </a:lnTo>
                <a:lnTo>
                  <a:pt x="11403" y="16272"/>
                </a:lnTo>
                <a:lnTo>
                  <a:pt x="10615" y="15426"/>
                </a:lnTo>
                <a:lnTo>
                  <a:pt x="9871" y="14564"/>
                </a:lnTo>
                <a:lnTo>
                  <a:pt x="9163" y="13686"/>
                </a:lnTo>
                <a:lnTo>
                  <a:pt x="8474" y="12794"/>
                </a:lnTo>
                <a:lnTo>
                  <a:pt x="7791" y="11888"/>
                </a:lnTo>
                <a:lnTo>
                  <a:pt x="7102" y="10970"/>
                </a:lnTo>
                <a:lnTo>
                  <a:pt x="6394" y="10041"/>
                </a:lnTo>
                <a:lnTo>
                  <a:pt x="6104" y="9678"/>
                </a:lnTo>
                <a:lnTo>
                  <a:pt x="5587" y="9038"/>
                </a:lnTo>
                <a:lnTo>
                  <a:pt x="4403" y="7575"/>
                </a:lnTo>
                <a:lnTo>
                  <a:pt x="4132" y="7229"/>
                </a:lnTo>
                <a:lnTo>
                  <a:pt x="3653" y="6620"/>
                </a:lnTo>
                <a:lnTo>
                  <a:pt x="2561" y="5226"/>
                </a:lnTo>
                <a:lnTo>
                  <a:pt x="2002" y="4514"/>
                </a:lnTo>
                <a:lnTo>
                  <a:pt x="1438" y="3798"/>
                </a:lnTo>
                <a:lnTo>
                  <a:pt x="868" y="3071"/>
                </a:lnTo>
                <a:lnTo>
                  <a:pt x="437" y="2217"/>
                </a:lnTo>
                <a:lnTo>
                  <a:pt x="0" y="1350"/>
                </a:lnTo>
                <a:lnTo>
                  <a:pt x="1372" y="680"/>
                </a:lnTo>
                <a:lnTo>
                  <a:pt x="2766" y="0"/>
                </a:lnTo>
                <a:close/>
              </a:path>
            </a:pathLst>
          </a:custGeom>
          <a:solidFill>
            <a:srgbClr val="E7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1" name="contour_06429"/>
          <p:cNvSpPr/>
          <p:nvPr/>
        </p:nvSpPr>
        <p:spPr>
          <a:xfrm>
            <a:off x="759026" y="4562654"/>
            <a:ext cx="46425" cy="65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27" y="1414"/>
                </a:moveTo>
                <a:lnTo>
                  <a:pt x="15913" y="3070"/>
                </a:lnTo>
                <a:lnTo>
                  <a:pt x="17290" y="4634"/>
                </a:lnTo>
                <a:lnTo>
                  <a:pt x="18470" y="6131"/>
                </a:lnTo>
                <a:lnTo>
                  <a:pt x="19450" y="7593"/>
                </a:lnTo>
                <a:lnTo>
                  <a:pt x="20240" y="9044"/>
                </a:lnTo>
                <a:lnTo>
                  <a:pt x="20844" y="10516"/>
                </a:lnTo>
                <a:lnTo>
                  <a:pt x="21268" y="12039"/>
                </a:lnTo>
                <a:lnTo>
                  <a:pt x="21519" y="13637"/>
                </a:lnTo>
                <a:lnTo>
                  <a:pt x="21600" y="15341"/>
                </a:lnTo>
                <a:lnTo>
                  <a:pt x="21522" y="17183"/>
                </a:lnTo>
                <a:lnTo>
                  <a:pt x="21281" y="19186"/>
                </a:lnTo>
                <a:lnTo>
                  <a:pt x="19043" y="19452"/>
                </a:lnTo>
                <a:lnTo>
                  <a:pt x="16805" y="19717"/>
                </a:lnTo>
                <a:lnTo>
                  <a:pt x="14561" y="19983"/>
                </a:lnTo>
                <a:lnTo>
                  <a:pt x="12312" y="20251"/>
                </a:lnTo>
                <a:lnTo>
                  <a:pt x="10057" y="20516"/>
                </a:lnTo>
                <a:lnTo>
                  <a:pt x="7792" y="20787"/>
                </a:lnTo>
                <a:lnTo>
                  <a:pt x="5520" y="21055"/>
                </a:lnTo>
                <a:lnTo>
                  <a:pt x="3235" y="21327"/>
                </a:lnTo>
                <a:lnTo>
                  <a:pt x="936" y="21600"/>
                </a:lnTo>
                <a:lnTo>
                  <a:pt x="804" y="20017"/>
                </a:lnTo>
                <a:lnTo>
                  <a:pt x="685" y="18433"/>
                </a:lnTo>
                <a:lnTo>
                  <a:pt x="573" y="16850"/>
                </a:lnTo>
                <a:lnTo>
                  <a:pt x="475" y="15267"/>
                </a:lnTo>
                <a:lnTo>
                  <a:pt x="383" y="13683"/>
                </a:lnTo>
                <a:lnTo>
                  <a:pt x="298" y="12097"/>
                </a:lnTo>
                <a:lnTo>
                  <a:pt x="173" y="10741"/>
                </a:lnTo>
                <a:lnTo>
                  <a:pt x="41" y="9367"/>
                </a:lnTo>
                <a:lnTo>
                  <a:pt x="0" y="8054"/>
                </a:lnTo>
                <a:lnTo>
                  <a:pt x="27" y="7031"/>
                </a:lnTo>
                <a:lnTo>
                  <a:pt x="163" y="5955"/>
                </a:lnTo>
                <a:lnTo>
                  <a:pt x="451" y="4487"/>
                </a:lnTo>
                <a:lnTo>
                  <a:pt x="936" y="2291"/>
                </a:lnTo>
                <a:lnTo>
                  <a:pt x="3374" y="1258"/>
                </a:lnTo>
                <a:lnTo>
                  <a:pt x="5544" y="485"/>
                </a:lnTo>
                <a:lnTo>
                  <a:pt x="7585" y="41"/>
                </a:lnTo>
                <a:lnTo>
                  <a:pt x="9640" y="0"/>
                </a:lnTo>
                <a:lnTo>
                  <a:pt x="11841" y="434"/>
                </a:lnTo>
                <a:lnTo>
                  <a:pt x="14327" y="1414"/>
                </a:lnTo>
                <a:close/>
              </a:path>
            </a:pathLst>
          </a:custGeom>
          <a:solidFill>
            <a:srgbClr val="B6B2A8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2" name="contour_06430"/>
          <p:cNvSpPr/>
          <p:nvPr/>
        </p:nvSpPr>
        <p:spPr>
          <a:xfrm>
            <a:off x="10927786" y="4598067"/>
            <a:ext cx="65665" cy="51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19" y="0"/>
                </a:moveTo>
                <a:lnTo>
                  <a:pt x="7954" y="186"/>
                </a:lnTo>
                <a:lnTo>
                  <a:pt x="9621" y="399"/>
                </a:lnTo>
                <a:lnTo>
                  <a:pt x="11239" y="655"/>
                </a:lnTo>
                <a:lnTo>
                  <a:pt x="12823" y="975"/>
                </a:lnTo>
                <a:lnTo>
                  <a:pt x="14391" y="1383"/>
                </a:lnTo>
                <a:lnTo>
                  <a:pt x="15961" y="1895"/>
                </a:lnTo>
                <a:lnTo>
                  <a:pt x="17551" y="2535"/>
                </a:lnTo>
                <a:lnTo>
                  <a:pt x="19179" y="3321"/>
                </a:lnTo>
                <a:lnTo>
                  <a:pt x="19872" y="5316"/>
                </a:lnTo>
                <a:lnTo>
                  <a:pt x="20423" y="7293"/>
                </a:lnTo>
                <a:lnTo>
                  <a:pt x="20850" y="9265"/>
                </a:lnTo>
                <a:lnTo>
                  <a:pt x="21164" y="11239"/>
                </a:lnTo>
                <a:lnTo>
                  <a:pt x="21382" y="13231"/>
                </a:lnTo>
                <a:lnTo>
                  <a:pt x="21516" y="15251"/>
                </a:lnTo>
                <a:lnTo>
                  <a:pt x="21583" y="17310"/>
                </a:lnTo>
                <a:lnTo>
                  <a:pt x="21600" y="19425"/>
                </a:lnTo>
                <a:lnTo>
                  <a:pt x="21576" y="21600"/>
                </a:lnTo>
                <a:lnTo>
                  <a:pt x="18095" y="20698"/>
                </a:lnTo>
                <a:lnTo>
                  <a:pt x="15180" y="19930"/>
                </a:lnTo>
                <a:lnTo>
                  <a:pt x="12763" y="19260"/>
                </a:lnTo>
                <a:lnTo>
                  <a:pt x="10778" y="18657"/>
                </a:lnTo>
                <a:lnTo>
                  <a:pt x="9160" y="18090"/>
                </a:lnTo>
                <a:lnTo>
                  <a:pt x="7842" y="17530"/>
                </a:lnTo>
                <a:lnTo>
                  <a:pt x="6758" y="16945"/>
                </a:lnTo>
                <a:lnTo>
                  <a:pt x="5840" y="16296"/>
                </a:lnTo>
                <a:lnTo>
                  <a:pt x="5025" y="15562"/>
                </a:lnTo>
                <a:lnTo>
                  <a:pt x="4246" y="14703"/>
                </a:lnTo>
                <a:lnTo>
                  <a:pt x="3435" y="13694"/>
                </a:lnTo>
                <a:lnTo>
                  <a:pt x="2529" y="12497"/>
                </a:lnTo>
                <a:lnTo>
                  <a:pt x="1800" y="10669"/>
                </a:lnTo>
                <a:lnTo>
                  <a:pt x="1168" y="8923"/>
                </a:lnTo>
                <a:lnTo>
                  <a:pt x="645" y="7172"/>
                </a:lnTo>
                <a:lnTo>
                  <a:pt x="252" y="5331"/>
                </a:lnTo>
                <a:lnTo>
                  <a:pt x="0" y="3321"/>
                </a:lnTo>
                <a:lnTo>
                  <a:pt x="1446" y="1557"/>
                </a:lnTo>
                <a:lnTo>
                  <a:pt x="2575" y="621"/>
                </a:lnTo>
                <a:lnTo>
                  <a:pt x="3972" y="207"/>
                </a:lnTo>
                <a:lnTo>
                  <a:pt x="6219" y="0"/>
                </a:lnTo>
                <a:close/>
              </a:path>
            </a:pathLst>
          </a:custGeom>
          <a:solidFill>
            <a:srgbClr val="6F5C34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3" name="contour_06431"/>
          <p:cNvSpPr/>
          <p:nvPr/>
        </p:nvSpPr>
        <p:spPr>
          <a:xfrm>
            <a:off x="680870" y="4591435"/>
            <a:ext cx="72880" cy="531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526" y="86"/>
                </a:lnTo>
                <a:lnTo>
                  <a:pt x="15682" y="373"/>
                </a:lnTo>
                <a:lnTo>
                  <a:pt x="17414" y="1111"/>
                </a:lnTo>
                <a:lnTo>
                  <a:pt x="18006" y="1357"/>
                </a:lnTo>
                <a:lnTo>
                  <a:pt x="19786" y="2107"/>
                </a:lnTo>
                <a:lnTo>
                  <a:pt x="20686" y="2531"/>
                </a:lnTo>
                <a:lnTo>
                  <a:pt x="21600" y="2963"/>
                </a:lnTo>
                <a:lnTo>
                  <a:pt x="21166" y="6496"/>
                </a:lnTo>
                <a:lnTo>
                  <a:pt x="20794" y="9207"/>
                </a:lnTo>
                <a:lnTo>
                  <a:pt x="20431" y="11285"/>
                </a:lnTo>
                <a:lnTo>
                  <a:pt x="20021" y="12908"/>
                </a:lnTo>
                <a:lnTo>
                  <a:pt x="19503" y="14263"/>
                </a:lnTo>
                <a:lnTo>
                  <a:pt x="18820" y="15528"/>
                </a:lnTo>
                <a:lnTo>
                  <a:pt x="17919" y="16885"/>
                </a:lnTo>
                <a:lnTo>
                  <a:pt x="16740" y="18521"/>
                </a:lnTo>
                <a:lnTo>
                  <a:pt x="15286" y="19330"/>
                </a:lnTo>
                <a:lnTo>
                  <a:pt x="13850" y="20026"/>
                </a:lnTo>
                <a:lnTo>
                  <a:pt x="12426" y="20607"/>
                </a:lnTo>
                <a:lnTo>
                  <a:pt x="11005" y="21061"/>
                </a:lnTo>
                <a:lnTo>
                  <a:pt x="9580" y="21384"/>
                </a:lnTo>
                <a:lnTo>
                  <a:pt x="8145" y="21564"/>
                </a:lnTo>
                <a:lnTo>
                  <a:pt x="6692" y="21600"/>
                </a:lnTo>
                <a:lnTo>
                  <a:pt x="5214" y="21479"/>
                </a:lnTo>
                <a:lnTo>
                  <a:pt x="3707" y="21197"/>
                </a:lnTo>
                <a:lnTo>
                  <a:pt x="2160" y="20744"/>
                </a:lnTo>
                <a:lnTo>
                  <a:pt x="1300" y="18539"/>
                </a:lnTo>
                <a:lnTo>
                  <a:pt x="758" y="16974"/>
                </a:lnTo>
                <a:lnTo>
                  <a:pt x="430" y="15623"/>
                </a:lnTo>
                <a:lnTo>
                  <a:pt x="212" y="14058"/>
                </a:lnTo>
                <a:lnTo>
                  <a:pt x="0" y="11853"/>
                </a:lnTo>
                <a:lnTo>
                  <a:pt x="1134" y="11314"/>
                </a:lnTo>
                <a:lnTo>
                  <a:pt x="2287" y="10766"/>
                </a:lnTo>
                <a:lnTo>
                  <a:pt x="3272" y="10268"/>
                </a:lnTo>
                <a:lnTo>
                  <a:pt x="4262" y="9767"/>
                </a:lnTo>
                <a:lnTo>
                  <a:pt x="5266" y="9261"/>
                </a:lnTo>
                <a:lnTo>
                  <a:pt x="6245" y="8780"/>
                </a:lnTo>
                <a:lnTo>
                  <a:pt x="7227" y="8294"/>
                </a:lnTo>
                <a:lnTo>
                  <a:pt x="8227" y="7803"/>
                </a:lnTo>
                <a:lnTo>
                  <a:pt x="9733" y="6668"/>
                </a:lnTo>
                <a:lnTo>
                  <a:pt x="10623" y="5755"/>
                </a:lnTo>
                <a:lnTo>
                  <a:pt x="11243" y="4587"/>
                </a:lnTo>
                <a:lnTo>
                  <a:pt x="11947" y="2685"/>
                </a:lnTo>
                <a:lnTo>
                  <a:pt x="12450" y="1351"/>
                </a:lnTo>
                <a:lnTo>
                  <a:pt x="12960" y="0"/>
                </a:lnTo>
                <a:close/>
              </a:path>
            </a:pathLst>
          </a:custGeom>
          <a:solidFill>
            <a:srgbClr val="E9E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4" name="contour_06432"/>
          <p:cNvSpPr/>
          <p:nvPr/>
        </p:nvSpPr>
        <p:spPr>
          <a:xfrm>
            <a:off x="9666963" y="4547503"/>
            <a:ext cx="138472" cy="384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5"/>
                </a:moveTo>
                <a:lnTo>
                  <a:pt x="21600" y="2144"/>
                </a:lnTo>
                <a:lnTo>
                  <a:pt x="21600" y="4205"/>
                </a:lnTo>
                <a:lnTo>
                  <a:pt x="20887" y="4357"/>
                </a:lnTo>
                <a:lnTo>
                  <a:pt x="20170" y="4512"/>
                </a:lnTo>
                <a:lnTo>
                  <a:pt x="19442" y="4668"/>
                </a:lnTo>
                <a:lnTo>
                  <a:pt x="18739" y="4872"/>
                </a:lnTo>
                <a:lnTo>
                  <a:pt x="18034" y="5073"/>
                </a:lnTo>
                <a:lnTo>
                  <a:pt x="17330" y="5277"/>
                </a:lnTo>
                <a:lnTo>
                  <a:pt x="16626" y="5482"/>
                </a:lnTo>
                <a:lnTo>
                  <a:pt x="15921" y="5621"/>
                </a:lnTo>
                <a:lnTo>
                  <a:pt x="15205" y="5764"/>
                </a:lnTo>
                <a:lnTo>
                  <a:pt x="14408" y="6042"/>
                </a:lnTo>
                <a:lnTo>
                  <a:pt x="13640" y="6386"/>
                </a:lnTo>
                <a:lnTo>
                  <a:pt x="12886" y="6844"/>
                </a:lnTo>
                <a:lnTo>
                  <a:pt x="12134" y="7462"/>
                </a:lnTo>
                <a:lnTo>
                  <a:pt x="11368" y="8296"/>
                </a:lnTo>
                <a:lnTo>
                  <a:pt x="10974" y="10305"/>
                </a:lnTo>
                <a:lnTo>
                  <a:pt x="10585" y="12326"/>
                </a:lnTo>
                <a:lnTo>
                  <a:pt x="10203" y="14363"/>
                </a:lnTo>
                <a:lnTo>
                  <a:pt x="9827" y="16417"/>
                </a:lnTo>
                <a:lnTo>
                  <a:pt x="9457" y="18483"/>
                </a:lnTo>
                <a:lnTo>
                  <a:pt x="9095" y="20569"/>
                </a:lnTo>
                <a:lnTo>
                  <a:pt x="8243" y="21150"/>
                </a:lnTo>
                <a:lnTo>
                  <a:pt x="7633" y="21481"/>
                </a:lnTo>
                <a:lnTo>
                  <a:pt x="7093" y="21600"/>
                </a:lnTo>
                <a:lnTo>
                  <a:pt x="6453" y="21539"/>
                </a:lnTo>
                <a:lnTo>
                  <a:pt x="5542" y="21338"/>
                </a:lnTo>
                <a:lnTo>
                  <a:pt x="4928" y="21224"/>
                </a:lnTo>
                <a:lnTo>
                  <a:pt x="4311" y="21113"/>
                </a:lnTo>
                <a:lnTo>
                  <a:pt x="3686" y="20999"/>
                </a:lnTo>
                <a:lnTo>
                  <a:pt x="3334" y="20892"/>
                </a:lnTo>
                <a:lnTo>
                  <a:pt x="2274" y="20569"/>
                </a:lnTo>
                <a:lnTo>
                  <a:pt x="2320" y="18626"/>
                </a:lnTo>
                <a:lnTo>
                  <a:pt x="2368" y="16670"/>
                </a:lnTo>
                <a:lnTo>
                  <a:pt x="2416" y="14686"/>
                </a:lnTo>
                <a:lnTo>
                  <a:pt x="2369" y="12575"/>
                </a:lnTo>
                <a:lnTo>
                  <a:pt x="2321" y="10452"/>
                </a:lnTo>
                <a:lnTo>
                  <a:pt x="2274" y="8296"/>
                </a:lnTo>
                <a:lnTo>
                  <a:pt x="1598" y="6648"/>
                </a:lnTo>
                <a:lnTo>
                  <a:pt x="1137" y="5674"/>
                </a:lnTo>
                <a:lnTo>
                  <a:pt x="675" y="4987"/>
                </a:lnTo>
                <a:lnTo>
                  <a:pt x="0" y="4205"/>
                </a:lnTo>
                <a:lnTo>
                  <a:pt x="804" y="3825"/>
                </a:lnTo>
                <a:lnTo>
                  <a:pt x="1605" y="3461"/>
                </a:lnTo>
                <a:lnTo>
                  <a:pt x="2407" y="3121"/>
                </a:lnTo>
                <a:lnTo>
                  <a:pt x="3206" y="2798"/>
                </a:lnTo>
                <a:lnTo>
                  <a:pt x="4005" y="2495"/>
                </a:lnTo>
                <a:lnTo>
                  <a:pt x="4803" y="2213"/>
                </a:lnTo>
                <a:lnTo>
                  <a:pt x="5601" y="1947"/>
                </a:lnTo>
                <a:lnTo>
                  <a:pt x="6398" y="1698"/>
                </a:lnTo>
                <a:lnTo>
                  <a:pt x="7194" y="1469"/>
                </a:lnTo>
                <a:lnTo>
                  <a:pt x="7991" y="1256"/>
                </a:lnTo>
                <a:lnTo>
                  <a:pt x="8787" y="1064"/>
                </a:lnTo>
                <a:lnTo>
                  <a:pt x="9582" y="888"/>
                </a:lnTo>
                <a:lnTo>
                  <a:pt x="10378" y="728"/>
                </a:lnTo>
                <a:lnTo>
                  <a:pt x="11175" y="585"/>
                </a:lnTo>
                <a:lnTo>
                  <a:pt x="11971" y="458"/>
                </a:lnTo>
                <a:lnTo>
                  <a:pt x="12768" y="348"/>
                </a:lnTo>
                <a:lnTo>
                  <a:pt x="13566" y="254"/>
                </a:lnTo>
                <a:lnTo>
                  <a:pt x="14364" y="172"/>
                </a:lnTo>
                <a:lnTo>
                  <a:pt x="15163" y="110"/>
                </a:lnTo>
                <a:lnTo>
                  <a:pt x="15964" y="61"/>
                </a:lnTo>
                <a:lnTo>
                  <a:pt x="16764" y="25"/>
                </a:lnTo>
                <a:lnTo>
                  <a:pt x="17566" y="4"/>
                </a:lnTo>
                <a:lnTo>
                  <a:pt x="18370" y="0"/>
                </a:lnTo>
                <a:lnTo>
                  <a:pt x="19175" y="8"/>
                </a:lnTo>
                <a:lnTo>
                  <a:pt x="19981" y="29"/>
                </a:lnTo>
                <a:lnTo>
                  <a:pt x="20789" y="65"/>
                </a:lnTo>
                <a:lnTo>
                  <a:pt x="21600" y="115"/>
                </a:lnTo>
                <a:close/>
              </a:path>
            </a:pathLst>
          </a:custGeom>
          <a:solidFill>
            <a:srgbClr val="D1BC8A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5" name="contour_06433"/>
          <p:cNvSpPr/>
          <p:nvPr/>
        </p:nvSpPr>
        <p:spPr>
          <a:xfrm>
            <a:off x="746462" y="4533131"/>
            <a:ext cx="131184" cy="38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513" y="0"/>
                </a:lnTo>
                <a:lnTo>
                  <a:pt x="12228" y="0"/>
                </a:lnTo>
                <a:lnTo>
                  <a:pt x="12946" y="0"/>
                </a:lnTo>
                <a:lnTo>
                  <a:pt x="13669" y="0"/>
                </a:lnTo>
                <a:lnTo>
                  <a:pt x="14400" y="0"/>
                </a:lnTo>
                <a:lnTo>
                  <a:pt x="14400" y="2732"/>
                </a:lnTo>
                <a:lnTo>
                  <a:pt x="14400" y="5480"/>
                </a:lnTo>
                <a:lnTo>
                  <a:pt x="14400" y="8265"/>
                </a:lnTo>
                <a:lnTo>
                  <a:pt x="14762" y="8471"/>
                </a:lnTo>
                <a:lnTo>
                  <a:pt x="15095" y="8666"/>
                </a:lnTo>
                <a:lnTo>
                  <a:pt x="15458" y="8872"/>
                </a:lnTo>
                <a:lnTo>
                  <a:pt x="15912" y="9133"/>
                </a:lnTo>
                <a:lnTo>
                  <a:pt x="16514" y="9480"/>
                </a:lnTo>
                <a:lnTo>
                  <a:pt x="17326" y="9943"/>
                </a:lnTo>
                <a:lnTo>
                  <a:pt x="18403" y="10562"/>
                </a:lnTo>
                <a:lnTo>
                  <a:pt x="19808" y="11368"/>
                </a:lnTo>
                <a:lnTo>
                  <a:pt x="21600" y="12397"/>
                </a:lnTo>
                <a:lnTo>
                  <a:pt x="20706" y="15459"/>
                </a:lnTo>
                <a:lnTo>
                  <a:pt x="20027" y="17670"/>
                </a:lnTo>
                <a:lnTo>
                  <a:pt x="19488" y="19195"/>
                </a:lnTo>
                <a:lnTo>
                  <a:pt x="19009" y="20187"/>
                </a:lnTo>
                <a:lnTo>
                  <a:pt x="18515" y="20811"/>
                </a:lnTo>
                <a:lnTo>
                  <a:pt x="17926" y="21228"/>
                </a:lnTo>
                <a:lnTo>
                  <a:pt x="17165" y="21600"/>
                </a:lnTo>
                <a:lnTo>
                  <a:pt x="16373" y="21559"/>
                </a:lnTo>
                <a:lnTo>
                  <a:pt x="15575" y="21513"/>
                </a:lnTo>
                <a:lnTo>
                  <a:pt x="14766" y="21468"/>
                </a:lnTo>
                <a:lnTo>
                  <a:pt x="14448" y="21459"/>
                </a:lnTo>
                <a:lnTo>
                  <a:pt x="13484" y="21435"/>
                </a:lnTo>
                <a:lnTo>
                  <a:pt x="12678" y="21402"/>
                </a:lnTo>
                <a:lnTo>
                  <a:pt x="11870" y="21356"/>
                </a:lnTo>
                <a:lnTo>
                  <a:pt x="11064" y="21298"/>
                </a:lnTo>
                <a:lnTo>
                  <a:pt x="10256" y="21240"/>
                </a:lnTo>
                <a:lnTo>
                  <a:pt x="9450" y="21178"/>
                </a:lnTo>
                <a:lnTo>
                  <a:pt x="8765" y="21150"/>
                </a:lnTo>
                <a:lnTo>
                  <a:pt x="8080" y="21121"/>
                </a:lnTo>
                <a:lnTo>
                  <a:pt x="7393" y="21092"/>
                </a:lnTo>
                <a:lnTo>
                  <a:pt x="6708" y="21067"/>
                </a:lnTo>
                <a:lnTo>
                  <a:pt x="5869" y="21030"/>
                </a:lnTo>
                <a:lnTo>
                  <a:pt x="5030" y="20988"/>
                </a:lnTo>
                <a:lnTo>
                  <a:pt x="4192" y="20943"/>
                </a:lnTo>
                <a:lnTo>
                  <a:pt x="3354" y="20893"/>
                </a:lnTo>
                <a:lnTo>
                  <a:pt x="2515" y="20840"/>
                </a:lnTo>
                <a:lnTo>
                  <a:pt x="1676" y="20786"/>
                </a:lnTo>
                <a:lnTo>
                  <a:pt x="839" y="20724"/>
                </a:lnTo>
                <a:lnTo>
                  <a:pt x="0" y="20662"/>
                </a:lnTo>
                <a:lnTo>
                  <a:pt x="223" y="17625"/>
                </a:lnTo>
                <a:lnTo>
                  <a:pt x="397" y="15459"/>
                </a:lnTo>
                <a:lnTo>
                  <a:pt x="580" y="13575"/>
                </a:lnTo>
                <a:lnTo>
                  <a:pt x="828" y="11376"/>
                </a:lnTo>
                <a:lnTo>
                  <a:pt x="1200" y="8265"/>
                </a:lnTo>
                <a:lnTo>
                  <a:pt x="2044" y="7281"/>
                </a:lnTo>
                <a:lnTo>
                  <a:pt x="2687" y="6967"/>
                </a:lnTo>
                <a:lnTo>
                  <a:pt x="3679" y="7054"/>
                </a:lnTo>
                <a:lnTo>
                  <a:pt x="4044" y="7083"/>
                </a:lnTo>
                <a:lnTo>
                  <a:pt x="5144" y="7174"/>
                </a:lnTo>
                <a:lnTo>
                  <a:pt x="5904" y="7331"/>
                </a:lnTo>
                <a:lnTo>
                  <a:pt x="6674" y="7488"/>
                </a:lnTo>
                <a:lnTo>
                  <a:pt x="7441" y="7575"/>
                </a:lnTo>
                <a:lnTo>
                  <a:pt x="8220" y="7661"/>
                </a:lnTo>
                <a:lnTo>
                  <a:pt x="8976" y="7756"/>
                </a:lnTo>
                <a:lnTo>
                  <a:pt x="9732" y="7868"/>
                </a:lnTo>
                <a:lnTo>
                  <a:pt x="10488" y="7992"/>
                </a:lnTo>
                <a:lnTo>
                  <a:pt x="11244" y="8124"/>
                </a:lnTo>
                <a:lnTo>
                  <a:pt x="12000" y="8265"/>
                </a:lnTo>
                <a:lnTo>
                  <a:pt x="11702" y="6219"/>
                </a:lnTo>
                <a:lnTo>
                  <a:pt x="11405" y="4165"/>
                </a:lnTo>
                <a:lnTo>
                  <a:pt x="11104" y="2095"/>
                </a:lnTo>
                <a:lnTo>
                  <a:pt x="10800" y="0"/>
                </a:lnTo>
                <a:close/>
              </a:path>
            </a:pathLst>
          </a:custGeom>
          <a:solidFill>
            <a:srgbClr val="EAE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6" name="contour_06434"/>
          <p:cNvSpPr/>
          <p:nvPr/>
        </p:nvSpPr>
        <p:spPr>
          <a:xfrm>
            <a:off x="10381187" y="4474827"/>
            <a:ext cx="131184" cy="366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479" y="2181"/>
                </a:lnTo>
                <a:lnTo>
                  <a:pt x="12966" y="4393"/>
                </a:lnTo>
                <a:lnTo>
                  <a:pt x="13680" y="6441"/>
                </a:lnTo>
                <a:lnTo>
                  <a:pt x="14206" y="7674"/>
                </a:lnTo>
                <a:lnTo>
                  <a:pt x="14699" y="8301"/>
                </a:lnTo>
                <a:lnTo>
                  <a:pt x="15316" y="8503"/>
                </a:lnTo>
                <a:lnTo>
                  <a:pt x="16210" y="8490"/>
                </a:lnTo>
                <a:lnTo>
                  <a:pt x="16850" y="7992"/>
                </a:lnTo>
                <a:lnTo>
                  <a:pt x="17496" y="7489"/>
                </a:lnTo>
                <a:lnTo>
                  <a:pt x="18150" y="6978"/>
                </a:lnTo>
                <a:lnTo>
                  <a:pt x="18798" y="6501"/>
                </a:lnTo>
                <a:lnTo>
                  <a:pt x="19450" y="6021"/>
                </a:lnTo>
                <a:lnTo>
                  <a:pt x="20110" y="5535"/>
                </a:lnTo>
                <a:lnTo>
                  <a:pt x="20849" y="4921"/>
                </a:lnTo>
                <a:lnTo>
                  <a:pt x="21600" y="4294"/>
                </a:lnTo>
                <a:lnTo>
                  <a:pt x="21600" y="7128"/>
                </a:lnTo>
                <a:lnTo>
                  <a:pt x="21600" y="9967"/>
                </a:lnTo>
                <a:lnTo>
                  <a:pt x="21600" y="12818"/>
                </a:lnTo>
                <a:lnTo>
                  <a:pt x="21600" y="15683"/>
                </a:lnTo>
                <a:lnTo>
                  <a:pt x="21600" y="18564"/>
                </a:lnTo>
                <a:lnTo>
                  <a:pt x="21600" y="21471"/>
                </a:lnTo>
                <a:lnTo>
                  <a:pt x="20756" y="21523"/>
                </a:lnTo>
                <a:lnTo>
                  <a:pt x="19915" y="21561"/>
                </a:lnTo>
                <a:lnTo>
                  <a:pt x="19076" y="21587"/>
                </a:lnTo>
                <a:lnTo>
                  <a:pt x="18239" y="21600"/>
                </a:lnTo>
                <a:lnTo>
                  <a:pt x="17404" y="21600"/>
                </a:lnTo>
                <a:lnTo>
                  <a:pt x="16571" y="21587"/>
                </a:lnTo>
                <a:lnTo>
                  <a:pt x="15738" y="21557"/>
                </a:lnTo>
                <a:lnTo>
                  <a:pt x="14908" y="21514"/>
                </a:lnTo>
                <a:lnTo>
                  <a:pt x="14078" y="21454"/>
                </a:lnTo>
                <a:lnTo>
                  <a:pt x="13250" y="21372"/>
                </a:lnTo>
                <a:lnTo>
                  <a:pt x="12424" y="21278"/>
                </a:lnTo>
                <a:lnTo>
                  <a:pt x="11597" y="21162"/>
                </a:lnTo>
                <a:lnTo>
                  <a:pt x="10771" y="21025"/>
                </a:lnTo>
                <a:lnTo>
                  <a:pt x="9946" y="20870"/>
                </a:lnTo>
                <a:lnTo>
                  <a:pt x="9120" y="20694"/>
                </a:lnTo>
                <a:lnTo>
                  <a:pt x="8294" y="20496"/>
                </a:lnTo>
                <a:lnTo>
                  <a:pt x="7468" y="20277"/>
                </a:lnTo>
                <a:lnTo>
                  <a:pt x="6642" y="20037"/>
                </a:lnTo>
                <a:lnTo>
                  <a:pt x="5815" y="19771"/>
                </a:lnTo>
                <a:lnTo>
                  <a:pt x="4988" y="19479"/>
                </a:lnTo>
                <a:lnTo>
                  <a:pt x="4160" y="19161"/>
                </a:lnTo>
                <a:lnTo>
                  <a:pt x="3331" y="18817"/>
                </a:lnTo>
                <a:lnTo>
                  <a:pt x="2501" y="18452"/>
                </a:lnTo>
                <a:lnTo>
                  <a:pt x="1668" y="18053"/>
                </a:lnTo>
                <a:lnTo>
                  <a:pt x="835" y="17632"/>
                </a:lnTo>
                <a:lnTo>
                  <a:pt x="0" y="17177"/>
                </a:lnTo>
                <a:lnTo>
                  <a:pt x="0" y="15047"/>
                </a:lnTo>
                <a:lnTo>
                  <a:pt x="0" y="12883"/>
                </a:lnTo>
                <a:lnTo>
                  <a:pt x="767" y="13033"/>
                </a:lnTo>
                <a:lnTo>
                  <a:pt x="1538" y="13183"/>
                </a:lnTo>
                <a:lnTo>
                  <a:pt x="2321" y="13334"/>
                </a:lnTo>
                <a:lnTo>
                  <a:pt x="3072" y="13424"/>
                </a:lnTo>
                <a:lnTo>
                  <a:pt x="3823" y="13514"/>
                </a:lnTo>
                <a:lnTo>
                  <a:pt x="4574" y="13604"/>
                </a:lnTo>
                <a:lnTo>
                  <a:pt x="5326" y="13690"/>
                </a:lnTo>
                <a:lnTo>
                  <a:pt x="6084" y="13853"/>
                </a:lnTo>
                <a:lnTo>
                  <a:pt x="6856" y="14016"/>
                </a:lnTo>
                <a:lnTo>
                  <a:pt x="7674" y="14068"/>
                </a:lnTo>
                <a:lnTo>
                  <a:pt x="8459" y="14042"/>
                </a:lnTo>
                <a:lnTo>
                  <a:pt x="9229" y="13875"/>
                </a:lnTo>
                <a:lnTo>
                  <a:pt x="10003" y="13510"/>
                </a:lnTo>
                <a:lnTo>
                  <a:pt x="10800" y="12883"/>
                </a:lnTo>
                <a:lnTo>
                  <a:pt x="11262" y="9662"/>
                </a:lnTo>
                <a:lnTo>
                  <a:pt x="11555" y="7382"/>
                </a:lnTo>
                <a:lnTo>
                  <a:pt x="11737" y="5424"/>
                </a:lnTo>
                <a:lnTo>
                  <a:pt x="11867" y="3169"/>
                </a:lnTo>
                <a:lnTo>
                  <a:pt x="12000" y="0"/>
                </a:lnTo>
                <a:close/>
              </a:path>
            </a:pathLst>
          </a:custGeom>
          <a:solidFill>
            <a:srgbClr val="9B8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7" name="contour_06435"/>
          <p:cNvSpPr/>
          <p:nvPr/>
        </p:nvSpPr>
        <p:spPr>
          <a:xfrm>
            <a:off x="8746935" y="4460251"/>
            <a:ext cx="52758" cy="109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3" y="0"/>
                </a:moveTo>
                <a:lnTo>
                  <a:pt x="2503" y="742"/>
                </a:lnTo>
                <a:lnTo>
                  <a:pt x="4127" y="1493"/>
                </a:lnTo>
                <a:lnTo>
                  <a:pt x="5595" y="2260"/>
                </a:lnTo>
                <a:lnTo>
                  <a:pt x="6925" y="3040"/>
                </a:lnTo>
                <a:lnTo>
                  <a:pt x="8131" y="3838"/>
                </a:lnTo>
                <a:lnTo>
                  <a:pt x="9223" y="4653"/>
                </a:lnTo>
                <a:lnTo>
                  <a:pt x="10214" y="5490"/>
                </a:lnTo>
                <a:lnTo>
                  <a:pt x="11121" y="6350"/>
                </a:lnTo>
                <a:lnTo>
                  <a:pt x="11956" y="7235"/>
                </a:lnTo>
                <a:lnTo>
                  <a:pt x="12732" y="8147"/>
                </a:lnTo>
                <a:lnTo>
                  <a:pt x="13460" y="9088"/>
                </a:lnTo>
                <a:lnTo>
                  <a:pt x="14158" y="10060"/>
                </a:lnTo>
                <a:lnTo>
                  <a:pt x="14839" y="11065"/>
                </a:lnTo>
                <a:lnTo>
                  <a:pt x="15510" y="12104"/>
                </a:lnTo>
                <a:lnTo>
                  <a:pt x="16193" y="13182"/>
                </a:lnTo>
                <a:lnTo>
                  <a:pt x="16721" y="13983"/>
                </a:lnTo>
                <a:lnTo>
                  <a:pt x="17256" y="14791"/>
                </a:lnTo>
                <a:lnTo>
                  <a:pt x="17796" y="15610"/>
                </a:lnTo>
                <a:lnTo>
                  <a:pt x="18348" y="16454"/>
                </a:lnTo>
                <a:lnTo>
                  <a:pt x="18897" y="17296"/>
                </a:lnTo>
                <a:lnTo>
                  <a:pt x="19443" y="18141"/>
                </a:lnTo>
                <a:lnTo>
                  <a:pt x="19986" y="18985"/>
                </a:lnTo>
                <a:lnTo>
                  <a:pt x="20529" y="19828"/>
                </a:lnTo>
                <a:lnTo>
                  <a:pt x="21066" y="20675"/>
                </a:lnTo>
                <a:lnTo>
                  <a:pt x="21600" y="21520"/>
                </a:lnTo>
                <a:lnTo>
                  <a:pt x="19484" y="21573"/>
                </a:lnTo>
                <a:lnTo>
                  <a:pt x="17963" y="21600"/>
                </a:lnTo>
                <a:lnTo>
                  <a:pt x="16602" y="21600"/>
                </a:lnTo>
                <a:lnTo>
                  <a:pt x="14973" y="21573"/>
                </a:lnTo>
                <a:lnTo>
                  <a:pt x="12648" y="21520"/>
                </a:lnTo>
                <a:lnTo>
                  <a:pt x="11306" y="20808"/>
                </a:lnTo>
                <a:lnTo>
                  <a:pt x="10118" y="20132"/>
                </a:lnTo>
                <a:lnTo>
                  <a:pt x="9047" y="19464"/>
                </a:lnTo>
                <a:lnTo>
                  <a:pt x="8050" y="18774"/>
                </a:lnTo>
                <a:lnTo>
                  <a:pt x="7090" y="18033"/>
                </a:lnTo>
                <a:lnTo>
                  <a:pt x="6120" y="17216"/>
                </a:lnTo>
                <a:lnTo>
                  <a:pt x="5338" y="16551"/>
                </a:lnTo>
                <a:lnTo>
                  <a:pt x="4544" y="15876"/>
                </a:lnTo>
                <a:lnTo>
                  <a:pt x="3587" y="14910"/>
                </a:lnTo>
                <a:lnTo>
                  <a:pt x="2760" y="13945"/>
                </a:lnTo>
                <a:lnTo>
                  <a:pt x="2062" y="12979"/>
                </a:lnTo>
                <a:lnTo>
                  <a:pt x="1480" y="12012"/>
                </a:lnTo>
                <a:lnTo>
                  <a:pt x="1006" y="11044"/>
                </a:lnTo>
                <a:lnTo>
                  <a:pt x="636" y="10071"/>
                </a:lnTo>
                <a:lnTo>
                  <a:pt x="355" y="9097"/>
                </a:lnTo>
                <a:lnTo>
                  <a:pt x="161" y="8117"/>
                </a:lnTo>
                <a:lnTo>
                  <a:pt x="45" y="7132"/>
                </a:lnTo>
                <a:lnTo>
                  <a:pt x="0" y="6139"/>
                </a:lnTo>
                <a:lnTo>
                  <a:pt x="12" y="5139"/>
                </a:lnTo>
                <a:lnTo>
                  <a:pt x="78" y="4132"/>
                </a:lnTo>
                <a:lnTo>
                  <a:pt x="191" y="3115"/>
                </a:lnTo>
                <a:lnTo>
                  <a:pt x="337" y="2087"/>
                </a:lnTo>
                <a:lnTo>
                  <a:pt x="516" y="1050"/>
                </a:lnTo>
                <a:lnTo>
                  <a:pt x="713" y="0"/>
                </a:lnTo>
                <a:close/>
              </a:path>
            </a:pathLst>
          </a:custGeom>
          <a:solidFill>
            <a:srgbClr val="EF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8" name="contour_06436"/>
          <p:cNvSpPr/>
          <p:nvPr/>
        </p:nvSpPr>
        <p:spPr>
          <a:xfrm>
            <a:off x="11634721" y="4401947"/>
            <a:ext cx="64943" cy="1052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28" y="715"/>
                </a:lnTo>
                <a:lnTo>
                  <a:pt x="2611" y="1442"/>
                </a:lnTo>
                <a:lnTo>
                  <a:pt x="3854" y="2184"/>
                </a:lnTo>
                <a:lnTo>
                  <a:pt x="5056" y="2940"/>
                </a:lnTo>
                <a:lnTo>
                  <a:pt x="6225" y="3709"/>
                </a:lnTo>
                <a:lnTo>
                  <a:pt x="7359" y="4491"/>
                </a:lnTo>
                <a:lnTo>
                  <a:pt x="8462" y="5287"/>
                </a:lnTo>
                <a:lnTo>
                  <a:pt x="9538" y="6098"/>
                </a:lnTo>
                <a:lnTo>
                  <a:pt x="10590" y="6922"/>
                </a:lnTo>
                <a:lnTo>
                  <a:pt x="11618" y="7760"/>
                </a:lnTo>
                <a:lnTo>
                  <a:pt x="12626" y="8611"/>
                </a:lnTo>
                <a:lnTo>
                  <a:pt x="13618" y="9476"/>
                </a:lnTo>
                <a:lnTo>
                  <a:pt x="14592" y="10356"/>
                </a:lnTo>
                <a:lnTo>
                  <a:pt x="15557" y="11249"/>
                </a:lnTo>
                <a:lnTo>
                  <a:pt x="16512" y="12155"/>
                </a:lnTo>
                <a:lnTo>
                  <a:pt x="17353" y="12939"/>
                </a:lnTo>
                <a:lnTo>
                  <a:pt x="18209" y="13737"/>
                </a:lnTo>
                <a:lnTo>
                  <a:pt x="19799" y="15324"/>
                </a:lnTo>
                <a:lnTo>
                  <a:pt x="20839" y="16455"/>
                </a:lnTo>
                <a:lnTo>
                  <a:pt x="21411" y="17297"/>
                </a:lnTo>
                <a:lnTo>
                  <a:pt x="21600" y="18018"/>
                </a:lnTo>
                <a:lnTo>
                  <a:pt x="21484" y="18787"/>
                </a:lnTo>
                <a:lnTo>
                  <a:pt x="21144" y="19770"/>
                </a:lnTo>
                <a:lnTo>
                  <a:pt x="20080" y="20460"/>
                </a:lnTo>
                <a:lnTo>
                  <a:pt x="19193" y="20880"/>
                </a:lnTo>
                <a:lnTo>
                  <a:pt x="18013" y="21204"/>
                </a:lnTo>
                <a:lnTo>
                  <a:pt x="16059" y="21600"/>
                </a:lnTo>
                <a:lnTo>
                  <a:pt x="14083" y="21236"/>
                </a:lnTo>
                <a:lnTo>
                  <a:pt x="12605" y="20862"/>
                </a:lnTo>
                <a:lnTo>
                  <a:pt x="11453" y="20417"/>
                </a:lnTo>
                <a:lnTo>
                  <a:pt x="10469" y="19839"/>
                </a:lnTo>
                <a:lnTo>
                  <a:pt x="9483" y="19069"/>
                </a:lnTo>
                <a:lnTo>
                  <a:pt x="8334" y="18045"/>
                </a:lnTo>
                <a:lnTo>
                  <a:pt x="7539" y="17112"/>
                </a:lnTo>
                <a:lnTo>
                  <a:pt x="6804" y="16165"/>
                </a:lnTo>
                <a:lnTo>
                  <a:pt x="6125" y="15206"/>
                </a:lnTo>
                <a:lnTo>
                  <a:pt x="5498" y="14236"/>
                </a:lnTo>
                <a:lnTo>
                  <a:pt x="4918" y="13257"/>
                </a:lnTo>
                <a:lnTo>
                  <a:pt x="4385" y="12268"/>
                </a:lnTo>
                <a:lnTo>
                  <a:pt x="3890" y="11270"/>
                </a:lnTo>
                <a:lnTo>
                  <a:pt x="3430" y="10266"/>
                </a:lnTo>
                <a:lnTo>
                  <a:pt x="3006" y="9255"/>
                </a:lnTo>
                <a:lnTo>
                  <a:pt x="2608" y="8237"/>
                </a:lnTo>
                <a:lnTo>
                  <a:pt x="2235" y="7214"/>
                </a:lnTo>
                <a:lnTo>
                  <a:pt x="1883" y="6189"/>
                </a:lnTo>
                <a:lnTo>
                  <a:pt x="1549" y="5160"/>
                </a:lnTo>
                <a:lnTo>
                  <a:pt x="1229" y="4129"/>
                </a:lnTo>
                <a:lnTo>
                  <a:pt x="916" y="3097"/>
                </a:lnTo>
                <a:lnTo>
                  <a:pt x="611" y="2063"/>
                </a:lnTo>
                <a:lnTo>
                  <a:pt x="308" y="1031"/>
                </a:lnTo>
                <a:lnTo>
                  <a:pt x="0" y="0"/>
                </a:lnTo>
                <a:close/>
              </a:path>
            </a:pathLst>
          </a:custGeom>
          <a:solidFill>
            <a:srgbClr val="C4D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439" name="contour_06437"/>
          <p:cNvSpPr/>
          <p:nvPr/>
        </p:nvSpPr>
        <p:spPr>
          <a:xfrm>
            <a:off x="1008830" y="4395978"/>
            <a:ext cx="102032" cy="555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20"/>
                </a:moveTo>
                <a:lnTo>
                  <a:pt x="21359" y="4003"/>
                </a:lnTo>
                <a:lnTo>
                  <a:pt x="21119" y="5153"/>
                </a:lnTo>
                <a:lnTo>
                  <a:pt x="20733" y="6303"/>
                </a:lnTo>
                <a:lnTo>
                  <a:pt x="20057" y="7986"/>
                </a:lnTo>
                <a:lnTo>
                  <a:pt x="18994" y="8031"/>
                </a:lnTo>
                <a:lnTo>
                  <a:pt x="18195" y="7986"/>
                </a:lnTo>
                <a:lnTo>
                  <a:pt x="16971" y="7810"/>
                </a:lnTo>
                <a:lnTo>
                  <a:pt x="15728" y="7705"/>
                </a:lnTo>
                <a:lnTo>
                  <a:pt x="14927" y="7751"/>
                </a:lnTo>
                <a:lnTo>
                  <a:pt x="13886" y="7986"/>
                </a:lnTo>
                <a:lnTo>
                  <a:pt x="13787" y="8558"/>
                </a:lnTo>
                <a:lnTo>
                  <a:pt x="13611" y="9569"/>
                </a:lnTo>
                <a:lnTo>
                  <a:pt x="13210" y="11881"/>
                </a:lnTo>
                <a:lnTo>
                  <a:pt x="12684" y="14572"/>
                </a:lnTo>
                <a:lnTo>
                  <a:pt x="12247" y="16150"/>
                </a:lnTo>
                <a:lnTo>
                  <a:pt x="11667" y="17223"/>
                </a:lnTo>
                <a:lnTo>
                  <a:pt x="10709" y="18410"/>
                </a:lnTo>
                <a:lnTo>
                  <a:pt x="9654" y="19237"/>
                </a:lnTo>
                <a:lnTo>
                  <a:pt x="8671" y="19963"/>
                </a:lnTo>
                <a:lnTo>
                  <a:pt x="7737" y="20572"/>
                </a:lnTo>
                <a:lnTo>
                  <a:pt x="6830" y="21053"/>
                </a:lnTo>
                <a:lnTo>
                  <a:pt x="5923" y="21393"/>
                </a:lnTo>
                <a:lnTo>
                  <a:pt x="4993" y="21580"/>
                </a:lnTo>
                <a:lnTo>
                  <a:pt x="4018" y="21600"/>
                </a:lnTo>
                <a:lnTo>
                  <a:pt x="2972" y="21439"/>
                </a:lnTo>
                <a:lnTo>
                  <a:pt x="1833" y="21087"/>
                </a:lnTo>
                <a:lnTo>
                  <a:pt x="924" y="20209"/>
                </a:lnTo>
                <a:lnTo>
                  <a:pt x="0" y="19317"/>
                </a:lnTo>
                <a:lnTo>
                  <a:pt x="1020" y="19317"/>
                </a:lnTo>
                <a:lnTo>
                  <a:pt x="2046" y="19317"/>
                </a:lnTo>
                <a:lnTo>
                  <a:pt x="3086" y="19317"/>
                </a:lnTo>
                <a:lnTo>
                  <a:pt x="3436" y="17620"/>
                </a:lnTo>
                <a:lnTo>
                  <a:pt x="3789" y="15915"/>
                </a:lnTo>
                <a:lnTo>
                  <a:pt x="4147" y="14184"/>
                </a:lnTo>
                <a:lnTo>
                  <a:pt x="4678" y="12277"/>
                </a:lnTo>
                <a:lnTo>
                  <a:pt x="5286" y="10592"/>
                </a:lnTo>
                <a:lnTo>
                  <a:pt x="5966" y="9110"/>
                </a:lnTo>
                <a:lnTo>
                  <a:pt x="6711" y="7801"/>
                </a:lnTo>
                <a:lnTo>
                  <a:pt x="7517" y="6643"/>
                </a:lnTo>
                <a:lnTo>
                  <a:pt x="8375" y="5609"/>
                </a:lnTo>
                <a:lnTo>
                  <a:pt x="9279" y="4677"/>
                </a:lnTo>
                <a:lnTo>
                  <a:pt x="10221" y="3821"/>
                </a:lnTo>
                <a:lnTo>
                  <a:pt x="11198" y="3017"/>
                </a:lnTo>
                <a:lnTo>
                  <a:pt x="12202" y="2241"/>
                </a:lnTo>
                <a:lnTo>
                  <a:pt x="13227" y="1467"/>
                </a:lnTo>
                <a:lnTo>
                  <a:pt x="14265" y="671"/>
                </a:lnTo>
                <a:lnTo>
                  <a:pt x="15489" y="218"/>
                </a:lnTo>
                <a:lnTo>
                  <a:pt x="16566" y="0"/>
                </a:lnTo>
                <a:lnTo>
                  <a:pt x="17547" y="20"/>
                </a:lnTo>
                <a:lnTo>
                  <a:pt x="18488" y="263"/>
                </a:lnTo>
                <a:lnTo>
                  <a:pt x="19442" y="734"/>
                </a:lnTo>
                <a:lnTo>
                  <a:pt x="20461" y="1419"/>
                </a:lnTo>
                <a:lnTo>
                  <a:pt x="21600" y="2320"/>
                </a:lnTo>
                <a:close/>
              </a:path>
            </a:pathLst>
          </a:custGeom>
          <a:solidFill>
            <a:srgbClr val="F3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0" name="contour_06438"/>
          <p:cNvSpPr/>
          <p:nvPr/>
        </p:nvSpPr>
        <p:spPr>
          <a:xfrm>
            <a:off x="3778266" y="4189546"/>
            <a:ext cx="138472" cy="957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89" y="675"/>
                </a:moveTo>
                <a:lnTo>
                  <a:pt x="17681" y="1004"/>
                </a:lnTo>
                <a:lnTo>
                  <a:pt x="18358" y="1352"/>
                </a:lnTo>
                <a:lnTo>
                  <a:pt x="19021" y="1726"/>
                </a:lnTo>
                <a:lnTo>
                  <a:pt x="19674" y="2123"/>
                </a:lnTo>
                <a:lnTo>
                  <a:pt x="20319" y="2554"/>
                </a:lnTo>
                <a:lnTo>
                  <a:pt x="20960" y="3019"/>
                </a:lnTo>
                <a:lnTo>
                  <a:pt x="21600" y="3523"/>
                </a:lnTo>
                <a:lnTo>
                  <a:pt x="21600" y="4338"/>
                </a:lnTo>
                <a:lnTo>
                  <a:pt x="21600" y="5167"/>
                </a:lnTo>
                <a:lnTo>
                  <a:pt x="20935" y="5088"/>
                </a:lnTo>
                <a:lnTo>
                  <a:pt x="20259" y="5006"/>
                </a:lnTo>
                <a:lnTo>
                  <a:pt x="19351" y="5065"/>
                </a:lnTo>
                <a:lnTo>
                  <a:pt x="18485" y="5188"/>
                </a:lnTo>
                <a:lnTo>
                  <a:pt x="17659" y="5370"/>
                </a:lnTo>
                <a:lnTo>
                  <a:pt x="16868" y="5612"/>
                </a:lnTo>
                <a:lnTo>
                  <a:pt x="16111" y="5909"/>
                </a:lnTo>
                <a:lnTo>
                  <a:pt x="15384" y="6261"/>
                </a:lnTo>
                <a:lnTo>
                  <a:pt x="14683" y="6665"/>
                </a:lnTo>
                <a:lnTo>
                  <a:pt x="14008" y="7117"/>
                </a:lnTo>
                <a:lnTo>
                  <a:pt x="13354" y="7619"/>
                </a:lnTo>
                <a:lnTo>
                  <a:pt x="12719" y="8166"/>
                </a:lnTo>
                <a:lnTo>
                  <a:pt x="12098" y="8754"/>
                </a:lnTo>
                <a:lnTo>
                  <a:pt x="11491" y="9385"/>
                </a:lnTo>
                <a:lnTo>
                  <a:pt x="10893" y="10056"/>
                </a:lnTo>
                <a:lnTo>
                  <a:pt x="10303" y="10762"/>
                </a:lnTo>
                <a:lnTo>
                  <a:pt x="9717" y="11505"/>
                </a:lnTo>
                <a:lnTo>
                  <a:pt x="9130" y="12279"/>
                </a:lnTo>
                <a:lnTo>
                  <a:pt x="8542" y="13084"/>
                </a:lnTo>
                <a:lnTo>
                  <a:pt x="7950" y="13917"/>
                </a:lnTo>
                <a:lnTo>
                  <a:pt x="7349" y="14777"/>
                </a:lnTo>
                <a:lnTo>
                  <a:pt x="6738" y="15661"/>
                </a:lnTo>
                <a:lnTo>
                  <a:pt x="6113" y="16566"/>
                </a:lnTo>
                <a:lnTo>
                  <a:pt x="5906" y="16864"/>
                </a:lnTo>
                <a:lnTo>
                  <a:pt x="5541" y="17386"/>
                </a:lnTo>
                <a:lnTo>
                  <a:pt x="4703" y="18583"/>
                </a:lnTo>
                <a:lnTo>
                  <a:pt x="4519" y="18857"/>
                </a:lnTo>
                <a:lnTo>
                  <a:pt x="4194" y="19344"/>
                </a:lnTo>
                <a:lnTo>
                  <a:pt x="3449" y="20455"/>
                </a:lnTo>
                <a:lnTo>
                  <a:pt x="3157" y="20739"/>
                </a:lnTo>
                <a:lnTo>
                  <a:pt x="2274" y="21600"/>
                </a:lnTo>
                <a:lnTo>
                  <a:pt x="1513" y="21219"/>
                </a:lnTo>
                <a:lnTo>
                  <a:pt x="1023" y="20920"/>
                </a:lnTo>
                <a:lnTo>
                  <a:pt x="589" y="20550"/>
                </a:lnTo>
                <a:lnTo>
                  <a:pt x="0" y="19957"/>
                </a:lnTo>
                <a:lnTo>
                  <a:pt x="530" y="19082"/>
                </a:lnTo>
                <a:lnTo>
                  <a:pt x="1062" y="18213"/>
                </a:lnTo>
                <a:lnTo>
                  <a:pt x="1596" y="17345"/>
                </a:lnTo>
                <a:lnTo>
                  <a:pt x="2132" y="16481"/>
                </a:lnTo>
                <a:lnTo>
                  <a:pt x="2670" y="15620"/>
                </a:lnTo>
                <a:lnTo>
                  <a:pt x="3210" y="14760"/>
                </a:lnTo>
                <a:lnTo>
                  <a:pt x="3752" y="13904"/>
                </a:lnTo>
                <a:lnTo>
                  <a:pt x="4296" y="13051"/>
                </a:lnTo>
                <a:lnTo>
                  <a:pt x="4843" y="12200"/>
                </a:lnTo>
                <a:lnTo>
                  <a:pt x="5391" y="11351"/>
                </a:lnTo>
                <a:lnTo>
                  <a:pt x="5852" y="10624"/>
                </a:lnTo>
                <a:lnTo>
                  <a:pt x="6309" y="9891"/>
                </a:lnTo>
                <a:lnTo>
                  <a:pt x="6763" y="9155"/>
                </a:lnTo>
                <a:lnTo>
                  <a:pt x="7213" y="8414"/>
                </a:lnTo>
                <a:lnTo>
                  <a:pt x="8316" y="6593"/>
                </a:lnTo>
                <a:lnTo>
                  <a:pt x="9270" y="5035"/>
                </a:lnTo>
                <a:lnTo>
                  <a:pt x="10099" y="3722"/>
                </a:lnTo>
                <a:lnTo>
                  <a:pt x="10822" y="2639"/>
                </a:lnTo>
                <a:lnTo>
                  <a:pt x="11462" y="1768"/>
                </a:lnTo>
                <a:lnTo>
                  <a:pt x="12039" y="1091"/>
                </a:lnTo>
                <a:lnTo>
                  <a:pt x="12577" y="593"/>
                </a:lnTo>
                <a:lnTo>
                  <a:pt x="13094" y="256"/>
                </a:lnTo>
                <a:lnTo>
                  <a:pt x="13614" y="64"/>
                </a:lnTo>
                <a:lnTo>
                  <a:pt x="14156" y="0"/>
                </a:lnTo>
                <a:lnTo>
                  <a:pt x="14744" y="44"/>
                </a:lnTo>
                <a:lnTo>
                  <a:pt x="15397" y="184"/>
                </a:lnTo>
                <a:lnTo>
                  <a:pt x="16139" y="399"/>
                </a:lnTo>
                <a:lnTo>
                  <a:pt x="16989" y="675"/>
                </a:lnTo>
                <a:close/>
              </a:path>
            </a:pathLst>
          </a:custGeom>
          <a:solidFill>
            <a:srgbClr val="EEE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1" name="contour_06439"/>
          <p:cNvSpPr/>
          <p:nvPr/>
        </p:nvSpPr>
        <p:spPr>
          <a:xfrm>
            <a:off x="1766781" y="3920721"/>
            <a:ext cx="131184" cy="366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9"/>
                </a:moveTo>
                <a:lnTo>
                  <a:pt x="844" y="77"/>
                </a:lnTo>
                <a:lnTo>
                  <a:pt x="1685" y="39"/>
                </a:lnTo>
                <a:lnTo>
                  <a:pt x="2524" y="13"/>
                </a:lnTo>
                <a:lnTo>
                  <a:pt x="3361" y="0"/>
                </a:lnTo>
                <a:lnTo>
                  <a:pt x="4196" y="0"/>
                </a:lnTo>
                <a:lnTo>
                  <a:pt x="5029" y="13"/>
                </a:lnTo>
                <a:lnTo>
                  <a:pt x="5862" y="43"/>
                </a:lnTo>
                <a:lnTo>
                  <a:pt x="6692" y="86"/>
                </a:lnTo>
                <a:lnTo>
                  <a:pt x="7522" y="146"/>
                </a:lnTo>
                <a:lnTo>
                  <a:pt x="8350" y="228"/>
                </a:lnTo>
                <a:lnTo>
                  <a:pt x="9176" y="322"/>
                </a:lnTo>
                <a:lnTo>
                  <a:pt x="10003" y="438"/>
                </a:lnTo>
                <a:lnTo>
                  <a:pt x="10829" y="575"/>
                </a:lnTo>
                <a:lnTo>
                  <a:pt x="11654" y="730"/>
                </a:lnTo>
                <a:lnTo>
                  <a:pt x="12480" y="906"/>
                </a:lnTo>
                <a:lnTo>
                  <a:pt x="13306" y="1104"/>
                </a:lnTo>
                <a:lnTo>
                  <a:pt x="14132" y="1323"/>
                </a:lnTo>
                <a:lnTo>
                  <a:pt x="14958" y="1563"/>
                </a:lnTo>
                <a:lnTo>
                  <a:pt x="15785" y="1829"/>
                </a:lnTo>
                <a:lnTo>
                  <a:pt x="16612" y="2121"/>
                </a:lnTo>
                <a:lnTo>
                  <a:pt x="17440" y="2439"/>
                </a:lnTo>
                <a:lnTo>
                  <a:pt x="18269" y="2783"/>
                </a:lnTo>
                <a:lnTo>
                  <a:pt x="19099" y="3148"/>
                </a:lnTo>
                <a:lnTo>
                  <a:pt x="19932" y="3547"/>
                </a:lnTo>
                <a:lnTo>
                  <a:pt x="20765" y="3968"/>
                </a:lnTo>
                <a:lnTo>
                  <a:pt x="21600" y="4423"/>
                </a:lnTo>
                <a:lnTo>
                  <a:pt x="21600" y="7262"/>
                </a:lnTo>
                <a:lnTo>
                  <a:pt x="21600" y="10117"/>
                </a:lnTo>
                <a:lnTo>
                  <a:pt x="21600" y="13012"/>
                </a:lnTo>
                <a:lnTo>
                  <a:pt x="20807" y="13012"/>
                </a:lnTo>
                <a:lnTo>
                  <a:pt x="20009" y="13012"/>
                </a:lnTo>
                <a:lnTo>
                  <a:pt x="19200" y="13012"/>
                </a:lnTo>
                <a:lnTo>
                  <a:pt x="18760" y="15562"/>
                </a:lnTo>
                <a:lnTo>
                  <a:pt x="18487" y="17306"/>
                </a:lnTo>
                <a:lnTo>
                  <a:pt x="18272" y="19049"/>
                </a:lnTo>
                <a:lnTo>
                  <a:pt x="18000" y="21600"/>
                </a:lnTo>
                <a:lnTo>
                  <a:pt x="18000" y="18762"/>
                </a:lnTo>
                <a:lnTo>
                  <a:pt x="18000" y="15906"/>
                </a:lnTo>
                <a:lnTo>
                  <a:pt x="18000" y="13012"/>
                </a:lnTo>
                <a:lnTo>
                  <a:pt x="17616" y="13166"/>
                </a:lnTo>
                <a:lnTo>
                  <a:pt x="17264" y="13304"/>
                </a:lnTo>
                <a:lnTo>
                  <a:pt x="16919" y="13441"/>
                </a:lnTo>
                <a:lnTo>
                  <a:pt x="16547" y="13591"/>
                </a:lnTo>
                <a:lnTo>
                  <a:pt x="16121" y="13759"/>
                </a:lnTo>
                <a:lnTo>
                  <a:pt x="15610" y="13961"/>
                </a:lnTo>
                <a:lnTo>
                  <a:pt x="14986" y="14210"/>
                </a:lnTo>
                <a:lnTo>
                  <a:pt x="14218" y="14515"/>
                </a:lnTo>
                <a:lnTo>
                  <a:pt x="13278" y="14888"/>
                </a:lnTo>
                <a:lnTo>
                  <a:pt x="12136" y="15343"/>
                </a:lnTo>
                <a:lnTo>
                  <a:pt x="10762" y="15889"/>
                </a:lnTo>
                <a:lnTo>
                  <a:pt x="9126" y="16541"/>
                </a:lnTo>
                <a:lnTo>
                  <a:pt x="7200" y="17306"/>
                </a:lnTo>
                <a:lnTo>
                  <a:pt x="7200" y="14467"/>
                </a:lnTo>
                <a:lnTo>
                  <a:pt x="7200" y="11612"/>
                </a:lnTo>
                <a:lnTo>
                  <a:pt x="7200" y="8717"/>
                </a:lnTo>
                <a:lnTo>
                  <a:pt x="6838" y="8503"/>
                </a:lnTo>
                <a:lnTo>
                  <a:pt x="6505" y="8301"/>
                </a:lnTo>
                <a:lnTo>
                  <a:pt x="6142" y="8086"/>
                </a:lnTo>
                <a:lnTo>
                  <a:pt x="5688" y="7816"/>
                </a:lnTo>
                <a:lnTo>
                  <a:pt x="5086" y="7455"/>
                </a:lnTo>
                <a:lnTo>
                  <a:pt x="4274" y="6974"/>
                </a:lnTo>
                <a:lnTo>
                  <a:pt x="3197" y="6330"/>
                </a:lnTo>
                <a:lnTo>
                  <a:pt x="1792" y="5492"/>
                </a:lnTo>
                <a:lnTo>
                  <a:pt x="0" y="4423"/>
                </a:lnTo>
                <a:lnTo>
                  <a:pt x="0" y="2293"/>
                </a:lnTo>
                <a:lnTo>
                  <a:pt x="0" y="129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2" name="contour_06440"/>
          <p:cNvSpPr/>
          <p:nvPr/>
        </p:nvSpPr>
        <p:spPr>
          <a:xfrm>
            <a:off x="4361306" y="3583505"/>
            <a:ext cx="138472" cy="248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42" y="317"/>
                </a:moveTo>
                <a:lnTo>
                  <a:pt x="8491" y="330"/>
                </a:lnTo>
                <a:lnTo>
                  <a:pt x="8931" y="349"/>
                </a:lnTo>
                <a:lnTo>
                  <a:pt x="9937" y="406"/>
                </a:lnTo>
                <a:lnTo>
                  <a:pt x="10753" y="540"/>
                </a:lnTo>
                <a:lnTo>
                  <a:pt x="11565" y="724"/>
                </a:lnTo>
                <a:lnTo>
                  <a:pt x="12372" y="977"/>
                </a:lnTo>
                <a:lnTo>
                  <a:pt x="13176" y="1314"/>
                </a:lnTo>
                <a:lnTo>
                  <a:pt x="13974" y="1739"/>
                </a:lnTo>
                <a:lnTo>
                  <a:pt x="14766" y="2285"/>
                </a:lnTo>
                <a:lnTo>
                  <a:pt x="15553" y="2952"/>
                </a:lnTo>
                <a:lnTo>
                  <a:pt x="16334" y="3758"/>
                </a:lnTo>
                <a:lnTo>
                  <a:pt x="17108" y="4722"/>
                </a:lnTo>
                <a:lnTo>
                  <a:pt x="17877" y="5852"/>
                </a:lnTo>
                <a:lnTo>
                  <a:pt x="18637" y="7172"/>
                </a:lnTo>
                <a:lnTo>
                  <a:pt x="19390" y="8690"/>
                </a:lnTo>
                <a:lnTo>
                  <a:pt x="20135" y="10429"/>
                </a:lnTo>
                <a:lnTo>
                  <a:pt x="20871" y="12390"/>
                </a:lnTo>
                <a:lnTo>
                  <a:pt x="21600" y="14599"/>
                </a:lnTo>
                <a:lnTo>
                  <a:pt x="21600" y="17747"/>
                </a:lnTo>
                <a:lnTo>
                  <a:pt x="21600" y="20946"/>
                </a:lnTo>
                <a:lnTo>
                  <a:pt x="20032" y="21086"/>
                </a:lnTo>
                <a:lnTo>
                  <a:pt x="18578" y="21213"/>
                </a:lnTo>
                <a:lnTo>
                  <a:pt x="17231" y="21327"/>
                </a:lnTo>
                <a:lnTo>
                  <a:pt x="15985" y="21422"/>
                </a:lnTo>
                <a:lnTo>
                  <a:pt x="14834" y="21498"/>
                </a:lnTo>
                <a:lnTo>
                  <a:pt x="13769" y="21556"/>
                </a:lnTo>
                <a:lnTo>
                  <a:pt x="12786" y="21587"/>
                </a:lnTo>
                <a:lnTo>
                  <a:pt x="11878" y="21600"/>
                </a:lnTo>
                <a:lnTo>
                  <a:pt x="11036" y="21581"/>
                </a:lnTo>
                <a:lnTo>
                  <a:pt x="10258" y="21537"/>
                </a:lnTo>
                <a:lnTo>
                  <a:pt x="9532" y="21467"/>
                </a:lnTo>
                <a:lnTo>
                  <a:pt x="8856" y="21359"/>
                </a:lnTo>
                <a:lnTo>
                  <a:pt x="8221" y="21219"/>
                </a:lnTo>
                <a:lnTo>
                  <a:pt x="7620" y="21041"/>
                </a:lnTo>
                <a:lnTo>
                  <a:pt x="7048" y="20826"/>
                </a:lnTo>
                <a:lnTo>
                  <a:pt x="6498" y="20572"/>
                </a:lnTo>
                <a:lnTo>
                  <a:pt x="5963" y="20280"/>
                </a:lnTo>
                <a:lnTo>
                  <a:pt x="5436" y="19937"/>
                </a:lnTo>
                <a:lnTo>
                  <a:pt x="4912" y="19550"/>
                </a:lnTo>
                <a:lnTo>
                  <a:pt x="4384" y="19118"/>
                </a:lnTo>
                <a:lnTo>
                  <a:pt x="3844" y="18636"/>
                </a:lnTo>
                <a:lnTo>
                  <a:pt x="3285" y="18103"/>
                </a:lnTo>
                <a:lnTo>
                  <a:pt x="2703" y="17519"/>
                </a:lnTo>
                <a:lnTo>
                  <a:pt x="2091" y="16878"/>
                </a:lnTo>
                <a:lnTo>
                  <a:pt x="1440" y="16179"/>
                </a:lnTo>
                <a:lnTo>
                  <a:pt x="746" y="15418"/>
                </a:lnTo>
                <a:lnTo>
                  <a:pt x="0" y="14599"/>
                </a:lnTo>
                <a:lnTo>
                  <a:pt x="587" y="10403"/>
                </a:lnTo>
                <a:lnTo>
                  <a:pt x="1208" y="7084"/>
                </a:lnTo>
                <a:lnTo>
                  <a:pt x="1863" y="4538"/>
                </a:lnTo>
                <a:lnTo>
                  <a:pt x="2551" y="2666"/>
                </a:lnTo>
                <a:lnTo>
                  <a:pt x="3272" y="1371"/>
                </a:lnTo>
                <a:lnTo>
                  <a:pt x="4023" y="565"/>
                </a:lnTo>
                <a:lnTo>
                  <a:pt x="4807" y="140"/>
                </a:lnTo>
                <a:lnTo>
                  <a:pt x="5622" y="0"/>
                </a:lnTo>
                <a:lnTo>
                  <a:pt x="6465" y="44"/>
                </a:lnTo>
                <a:lnTo>
                  <a:pt x="7339" y="184"/>
                </a:lnTo>
                <a:lnTo>
                  <a:pt x="8242" y="317"/>
                </a:lnTo>
                <a:close/>
              </a:path>
            </a:pathLst>
          </a:custGeom>
          <a:solidFill>
            <a:srgbClr val="ACC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3" name="contour_06441"/>
          <p:cNvSpPr/>
          <p:nvPr/>
        </p:nvSpPr>
        <p:spPr>
          <a:xfrm>
            <a:off x="8544613" y="3543057"/>
            <a:ext cx="153048" cy="364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70"/>
                </a:moveTo>
                <a:lnTo>
                  <a:pt x="20871" y="5155"/>
                </a:lnTo>
                <a:lnTo>
                  <a:pt x="20149" y="6571"/>
                </a:lnTo>
                <a:lnTo>
                  <a:pt x="19434" y="7914"/>
                </a:lnTo>
                <a:lnTo>
                  <a:pt x="18725" y="9192"/>
                </a:lnTo>
                <a:lnTo>
                  <a:pt x="18021" y="10405"/>
                </a:lnTo>
                <a:lnTo>
                  <a:pt x="17321" y="11545"/>
                </a:lnTo>
                <a:lnTo>
                  <a:pt x="16625" y="12624"/>
                </a:lnTo>
                <a:lnTo>
                  <a:pt x="15933" y="13634"/>
                </a:lnTo>
                <a:lnTo>
                  <a:pt x="15241" y="14584"/>
                </a:lnTo>
                <a:lnTo>
                  <a:pt x="14552" y="15469"/>
                </a:lnTo>
                <a:lnTo>
                  <a:pt x="13864" y="16290"/>
                </a:lnTo>
                <a:lnTo>
                  <a:pt x="13176" y="17049"/>
                </a:lnTo>
                <a:lnTo>
                  <a:pt x="12488" y="17745"/>
                </a:lnTo>
                <a:lnTo>
                  <a:pt x="11798" y="18384"/>
                </a:lnTo>
                <a:lnTo>
                  <a:pt x="11105" y="18962"/>
                </a:lnTo>
                <a:lnTo>
                  <a:pt x="10411" y="19480"/>
                </a:lnTo>
                <a:lnTo>
                  <a:pt x="9713" y="19938"/>
                </a:lnTo>
                <a:lnTo>
                  <a:pt x="9011" y="20339"/>
                </a:lnTo>
                <a:lnTo>
                  <a:pt x="8304" y="20685"/>
                </a:lnTo>
                <a:lnTo>
                  <a:pt x="7591" y="20974"/>
                </a:lnTo>
                <a:lnTo>
                  <a:pt x="6872" y="21207"/>
                </a:lnTo>
                <a:lnTo>
                  <a:pt x="6147" y="21384"/>
                </a:lnTo>
                <a:lnTo>
                  <a:pt x="5412" y="21509"/>
                </a:lnTo>
                <a:lnTo>
                  <a:pt x="4671" y="21583"/>
                </a:lnTo>
                <a:lnTo>
                  <a:pt x="3919" y="21600"/>
                </a:lnTo>
                <a:lnTo>
                  <a:pt x="3158" y="21570"/>
                </a:lnTo>
                <a:lnTo>
                  <a:pt x="2386" y="21488"/>
                </a:lnTo>
                <a:lnTo>
                  <a:pt x="1604" y="21354"/>
                </a:lnTo>
                <a:lnTo>
                  <a:pt x="807" y="21173"/>
                </a:lnTo>
                <a:lnTo>
                  <a:pt x="0" y="20939"/>
                </a:lnTo>
                <a:lnTo>
                  <a:pt x="240" y="18427"/>
                </a:lnTo>
                <a:lnTo>
                  <a:pt x="427" y="16691"/>
                </a:lnTo>
                <a:lnTo>
                  <a:pt x="657" y="14921"/>
                </a:lnTo>
                <a:lnTo>
                  <a:pt x="1029" y="12305"/>
                </a:lnTo>
                <a:lnTo>
                  <a:pt x="1747" y="11769"/>
                </a:lnTo>
                <a:lnTo>
                  <a:pt x="2450" y="11312"/>
                </a:lnTo>
                <a:lnTo>
                  <a:pt x="3145" y="10927"/>
                </a:lnTo>
                <a:lnTo>
                  <a:pt x="3842" y="10608"/>
                </a:lnTo>
                <a:lnTo>
                  <a:pt x="4548" y="10353"/>
                </a:lnTo>
                <a:lnTo>
                  <a:pt x="5271" y="10146"/>
                </a:lnTo>
                <a:lnTo>
                  <a:pt x="6019" y="9874"/>
                </a:lnTo>
                <a:lnTo>
                  <a:pt x="6754" y="9554"/>
                </a:lnTo>
                <a:lnTo>
                  <a:pt x="7476" y="9196"/>
                </a:lnTo>
                <a:lnTo>
                  <a:pt x="8188" y="8786"/>
                </a:lnTo>
                <a:lnTo>
                  <a:pt x="8893" y="8328"/>
                </a:lnTo>
                <a:lnTo>
                  <a:pt x="9590" y="7823"/>
                </a:lnTo>
                <a:lnTo>
                  <a:pt x="10283" y="7262"/>
                </a:lnTo>
                <a:lnTo>
                  <a:pt x="10972" y="6649"/>
                </a:lnTo>
                <a:lnTo>
                  <a:pt x="11660" y="5975"/>
                </a:lnTo>
                <a:lnTo>
                  <a:pt x="12347" y="5250"/>
                </a:lnTo>
                <a:lnTo>
                  <a:pt x="13035" y="4460"/>
                </a:lnTo>
                <a:lnTo>
                  <a:pt x="13726" y="3609"/>
                </a:lnTo>
                <a:lnTo>
                  <a:pt x="14423" y="2694"/>
                </a:lnTo>
                <a:lnTo>
                  <a:pt x="15125" y="1714"/>
                </a:lnTo>
                <a:lnTo>
                  <a:pt x="15835" y="669"/>
                </a:lnTo>
                <a:lnTo>
                  <a:pt x="16631" y="177"/>
                </a:lnTo>
                <a:lnTo>
                  <a:pt x="17369" y="0"/>
                </a:lnTo>
                <a:lnTo>
                  <a:pt x="18068" y="108"/>
                </a:lnTo>
                <a:lnTo>
                  <a:pt x="18744" y="466"/>
                </a:lnTo>
                <a:lnTo>
                  <a:pt x="19417" y="1032"/>
                </a:lnTo>
                <a:lnTo>
                  <a:pt x="20105" y="1779"/>
                </a:lnTo>
                <a:lnTo>
                  <a:pt x="20827" y="2672"/>
                </a:lnTo>
                <a:lnTo>
                  <a:pt x="21600" y="3670"/>
                </a:lnTo>
                <a:close/>
              </a:path>
            </a:pathLst>
          </a:custGeom>
          <a:solidFill>
            <a:srgbClr val="E8E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4" name="contour_06442"/>
          <p:cNvSpPr/>
          <p:nvPr/>
        </p:nvSpPr>
        <p:spPr>
          <a:xfrm>
            <a:off x="6831935" y="3541410"/>
            <a:ext cx="174912" cy="426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81"/>
                </a:moveTo>
                <a:lnTo>
                  <a:pt x="670" y="137"/>
                </a:lnTo>
                <a:lnTo>
                  <a:pt x="1329" y="44"/>
                </a:lnTo>
                <a:lnTo>
                  <a:pt x="1980" y="0"/>
                </a:lnTo>
                <a:lnTo>
                  <a:pt x="2622" y="0"/>
                </a:lnTo>
                <a:lnTo>
                  <a:pt x="3255" y="52"/>
                </a:lnTo>
                <a:lnTo>
                  <a:pt x="3883" y="151"/>
                </a:lnTo>
                <a:lnTo>
                  <a:pt x="4503" y="295"/>
                </a:lnTo>
                <a:lnTo>
                  <a:pt x="5118" y="484"/>
                </a:lnTo>
                <a:lnTo>
                  <a:pt x="5729" y="724"/>
                </a:lnTo>
                <a:lnTo>
                  <a:pt x="6335" y="1005"/>
                </a:lnTo>
                <a:lnTo>
                  <a:pt x="6939" y="1333"/>
                </a:lnTo>
                <a:lnTo>
                  <a:pt x="7540" y="1706"/>
                </a:lnTo>
                <a:lnTo>
                  <a:pt x="8140" y="2124"/>
                </a:lnTo>
                <a:lnTo>
                  <a:pt x="8738" y="2585"/>
                </a:lnTo>
                <a:lnTo>
                  <a:pt x="9337" y="3088"/>
                </a:lnTo>
                <a:lnTo>
                  <a:pt x="9936" y="3638"/>
                </a:lnTo>
                <a:lnTo>
                  <a:pt x="10537" y="4225"/>
                </a:lnTo>
                <a:lnTo>
                  <a:pt x="11140" y="4857"/>
                </a:lnTo>
                <a:lnTo>
                  <a:pt x="11747" y="5533"/>
                </a:lnTo>
                <a:lnTo>
                  <a:pt x="12357" y="6250"/>
                </a:lnTo>
                <a:lnTo>
                  <a:pt x="12971" y="7003"/>
                </a:lnTo>
                <a:lnTo>
                  <a:pt x="13591" y="7801"/>
                </a:lnTo>
                <a:lnTo>
                  <a:pt x="14217" y="8639"/>
                </a:lnTo>
                <a:lnTo>
                  <a:pt x="14850" y="9515"/>
                </a:lnTo>
                <a:lnTo>
                  <a:pt x="15346" y="10183"/>
                </a:lnTo>
                <a:lnTo>
                  <a:pt x="15841" y="10852"/>
                </a:lnTo>
                <a:lnTo>
                  <a:pt x="16337" y="11520"/>
                </a:lnTo>
                <a:lnTo>
                  <a:pt x="16833" y="12185"/>
                </a:lnTo>
                <a:lnTo>
                  <a:pt x="17430" y="12990"/>
                </a:lnTo>
                <a:lnTo>
                  <a:pt x="18027" y="13803"/>
                </a:lnTo>
                <a:lnTo>
                  <a:pt x="18623" y="14615"/>
                </a:lnTo>
                <a:lnTo>
                  <a:pt x="19220" y="15435"/>
                </a:lnTo>
                <a:lnTo>
                  <a:pt x="19814" y="16259"/>
                </a:lnTo>
                <a:lnTo>
                  <a:pt x="20410" y="17086"/>
                </a:lnTo>
                <a:lnTo>
                  <a:pt x="21005" y="17914"/>
                </a:lnTo>
                <a:lnTo>
                  <a:pt x="21600" y="18749"/>
                </a:lnTo>
                <a:lnTo>
                  <a:pt x="20956" y="19642"/>
                </a:lnTo>
                <a:lnTo>
                  <a:pt x="20327" y="20355"/>
                </a:lnTo>
                <a:lnTo>
                  <a:pt x="19710" y="20895"/>
                </a:lnTo>
                <a:lnTo>
                  <a:pt x="19103" y="21275"/>
                </a:lnTo>
                <a:lnTo>
                  <a:pt x="18503" y="21508"/>
                </a:lnTo>
                <a:lnTo>
                  <a:pt x="17908" y="21600"/>
                </a:lnTo>
                <a:lnTo>
                  <a:pt x="17318" y="21570"/>
                </a:lnTo>
                <a:lnTo>
                  <a:pt x="16728" y="21426"/>
                </a:lnTo>
                <a:lnTo>
                  <a:pt x="16139" y="21183"/>
                </a:lnTo>
                <a:lnTo>
                  <a:pt x="15546" y="20847"/>
                </a:lnTo>
                <a:lnTo>
                  <a:pt x="14948" y="20433"/>
                </a:lnTo>
                <a:lnTo>
                  <a:pt x="14343" y="19953"/>
                </a:lnTo>
                <a:lnTo>
                  <a:pt x="13729" y="19417"/>
                </a:lnTo>
                <a:lnTo>
                  <a:pt x="13104" y="18837"/>
                </a:lnTo>
                <a:lnTo>
                  <a:pt x="12466" y="18228"/>
                </a:lnTo>
                <a:lnTo>
                  <a:pt x="11812" y="17596"/>
                </a:lnTo>
                <a:lnTo>
                  <a:pt x="11272" y="17112"/>
                </a:lnTo>
                <a:lnTo>
                  <a:pt x="10729" y="16625"/>
                </a:lnTo>
                <a:lnTo>
                  <a:pt x="10178" y="16130"/>
                </a:lnTo>
                <a:lnTo>
                  <a:pt x="8988" y="15033"/>
                </a:lnTo>
                <a:lnTo>
                  <a:pt x="7935" y="14058"/>
                </a:lnTo>
                <a:lnTo>
                  <a:pt x="7005" y="13190"/>
                </a:lnTo>
                <a:lnTo>
                  <a:pt x="6187" y="12414"/>
                </a:lnTo>
                <a:lnTo>
                  <a:pt x="5466" y="11716"/>
                </a:lnTo>
                <a:lnTo>
                  <a:pt x="4832" y="11081"/>
                </a:lnTo>
                <a:lnTo>
                  <a:pt x="4272" y="10493"/>
                </a:lnTo>
                <a:lnTo>
                  <a:pt x="3774" y="9939"/>
                </a:lnTo>
                <a:lnTo>
                  <a:pt x="3325" y="9400"/>
                </a:lnTo>
                <a:lnTo>
                  <a:pt x="2912" y="8868"/>
                </a:lnTo>
                <a:lnTo>
                  <a:pt x="2523" y="8322"/>
                </a:lnTo>
                <a:lnTo>
                  <a:pt x="2146" y="7749"/>
                </a:lnTo>
                <a:lnTo>
                  <a:pt x="1768" y="7136"/>
                </a:lnTo>
                <a:lnTo>
                  <a:pt x="1376" y="6467"/>
                </a:lnTo>
                <a:lnTo>
                  <a:pt x="959" y="5729"/>
                </a:lnTo>
                <a:lnTo>
                  <a:pt x="505" y="4901"/>
                </a:lnTo>
                <a:lnTo>
                  <a:pt x="0" y="3974"/>
                </a:lnTo>
                <a:lnTo>
                  <a:pt x="0" y="2142"/>
                </a:lnTo>
                <a:lnTo>
                  <a:pt x="0" y="281"/>
                </a:lnTo>
                <a:close/>
              </a:path>
            </a:pathLst>
          </a:custGeom>
          <a:solidFill>
            <a:srgbClr val="A7A9AB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5" name="contour_06443"/>
          <p:cNvSpPr/>
          <p:nvPr/>
        </p:nvSpPr>
        <p:spPr>
          <a:xfrm>
            <a:off x="7793950" y="3432644"/>
            <a:ext cx="17491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46" y="0"/>
                </a:lnTo>
                <a:lnTo>
                  <a:pt x="900" y="0"/>
                </a:lnTo>
                <a:lnTo>
                  <a:pt x="944" y="1150"/>
                </a:lnTo>
                <a:lnTo>
                  <a:pt x="988" y="2308"/>
                </a:lnTo>
                <a:lnTo>
                  <a:pt x="1033" y="3481"/>
                </a:lnTo>
                <a:lnTo>
                  <a:pt x="1084" y="4608"/>
                </a:lnTo>
                <a:lnTo>
                  <a:pt x="1135" y="5735"/>
                </a:lnTo>
                <a:lnTo>
                  <a:pt x="1186" y="6862"/>
                </a:lnTo>
                <a:lnTo>
                  <a:pt x="1238" y="7988"/>
                </a:lnTo>
                <a:lnTo>
                  <a:pt x="1280" y="9126"/>
                </a:lnTo>
                <a:lnTo>
                  <a:pt x="1322" y="10283"/>
                </a:lnTo>
                <a:lnTo>
                  <a:pt x="1348" y="10829"/>
                </a:lnTo>
                <a:lnTo>
                  <a:pt x="1427" y="12481"/>
                </a:lnTo>
                <a:lnTo>
                  <a:pt x="1449" y="12985"/>
                </a:lnTo>
                <a:lnTo>
                  <a:pt x="1513" y="14508"/>
                </a:lnTo>
                <a:lnTo>
                  <a:pt x="1744" y="15736"/>
                </a:lnTo>
                <a:lnTo>
                  <a:pt x="2027" y="16432"/>
                </a:lnTo>
                <a:lnTo>
                  <a:pt x="2602" y="17194"/>
                </a:lnTo>
                <a:lnTo>
                  <a:pt x="3192" y="17624"/>
                </a:lnTo>
                <a:lnTo>
                  <a:pt x="3736" y="17917"/>
                </a:lnTo>
                <a:lnTo>
                  <a:pt x="4270" y="18097"/>
                </a:lnTo>
                <a:lnTo>
                  <a:pt x="4830" y="18185"/>
                </a:lnTo>
                <a:lnTo>
                  <a:pt x="5457" y="18205"/>
                </a:lnTo>
                <a:lnTo>
                  <a:pt x="5998" y="18203"/>
                </a:lnTo>
                <a:lnTo>
                  <a:pt x="6548" y="18203"/>
                </a:lnTo>
                <a:lnTo>
                  <a:pt x="7126" y="18191"/>
                </a:lnTo>
                <a:lnTo>
                  <a:pt x="7713" y="18176"/>
                </a:lnTo>
                <a:lnTo>
                  <a:pt x="8013" y="18175"/>
                </a:lnTo>
                <a:lnTo>
                  <a:pt x="8916" y="18167"/>
                </a:lnTo>
                <a:lnTo>
                  <a:pt x="9549" y="18162"/>
                </a:lnTo>
                <a:lnTo>
                  <a:pt x="10182" y="18155"/>
                </a:lnTo>
                <a:lnTo>
                  <a:pt x="10814" y="18146"/>
                </a:lnTo>
                <a:lnTo>
                  <a:pt x="11447" y="18135"/>
                </a:lnTo>
                <a:lnTo>
                  <a:pt x="12080" y="18122"/>
                </a:lnTo>
                <a:lnTo>
                  <a:pt x="12712" y="18112"/>
                </a:lnTo>
                <a:lnTo>
                  <a:pt x="13228" y="18106"/>
                </a:lnTo>
                <a:lnTo>
                  <a:pt x="13743" y="18101"/>
                </a:lnTo>
                <a:lnTo>
                  <a:pt x="14259" y="18097"/>
                </a:lnTo>
                <a:lnTo>
                  <a:pt x="14773" y="18092"/>
                </a:lnTo>
                <a:lnTo>
                  <a:pt x="15289" y="18088"/>
                </a:lnTo>
                <a:lnTo>
                  <a:pt x="15920" y="18083"/>
                </a:lnTo>
                <a:lnTo>
                  <a:pt x="16552" y="18076"/>
                </a:lnTo>
                <a:lnTo>
                  <a:pt x="17183" y="18068"/>
                </a:lnTo>
                <a:lnTo>
                  <a:pt x="17814" y="18059"/>
                </a:lnTo>
                <a:lnTo>
                  <a:pt x="18445" y="18050"/>
                </a:lnTo>
                <a:lnTo>
                  <a:pt x="19076" y="18041"/>
                </a:lnTo>
                <a:lnTo>
                  <a:pt x="19707" y="18032"/>
                </a:lnTo>
                <a:lnTo>
                  <a:pt x="20338" y="18022"/>
                </a:lnTo>
                <a:lnTo>
                  <a:pt x="20969" y="18011"/>
                </a:lnTo>
                <a:lnTo>
                  <a:pt x="21600" y="18000"/>
                </a:lnTo>
                <a:lnTo>
                  <a:pt x="21600" y="18893"/>
                </a:lnTo>
                <a:lnTo>
                  <a:pt x="21600" y="19800"/>
                </a:lnTo>
                <a:lnTo>
                  <a:pt x="20971" y="19852"/>
                </a:lnTo>
                <a:lnTo>
                  <a:pt x="20342" y="19904"/>
                </a:lnTo>
                <a:lnTo>
                  <a:pt x="19713" y="19957"/>
                </a:lnTo>
                <a:lnTo>
                  <a:pt x="19084" y="20009"/>
                </a:lnTo>
                <a:lnTo>
                  <a:pt x="18455" y="20063"/>
                </a:lnTo>
                <a:lnTo>
                  <a:pt x="17825" y="20115"/>
                </a:lnTo>
                <a:lnTo>
                  <a:pt x="17195" y="20167"/>
                </a:lnTo>
                <a:lnTo>
                  <a:pt x="16565" y="20219"/>
                </a:lnTo>
                <a:lnTo>
                  <a:pt x="15935" y="20272"/>
                </a:lnTo>
                <a:lnTo>
                  <a:pt x="15305" y="20324"/>
                </a:lnTo>
                <a:lnTo>
                  <a:pt x="14675" y="20378"/>
                </a:lnTo>
                <a:lnTo>
                  <a:pt x="14044" y="20430"/>
                </a:lnTo>
                <a:lnTo>
                  <a:pt x="13412" y="20482"/>
                </a:lnTo>
                <a:lnTo>
                  <a:pt x="12780" y="20534"/>
                </a:lnTo>
                <a:lnTo>
                  <a:pt x="12147" y="20588"/>
                </a:lnTo>
                <a:lnTo>
                  <a:pt x="11515" y="20641"/>
                </a:lnTo>
                <a:lnTo>
                  <a:pt x="10881" y="20693"/>
                </a:lnTo>
                <a:lnTo>
                  <a:pt x="10247" y="20747"/>
                </a:lnTo>
                <a:lnTo>
                  <a:pt x="9612" y="20799"/>
                </a:lnTo>
                <a:lnTo>
                  <a:pt x="8977" y="20851"/>
                </a:lnTo>
                <a:lnTo>
                  <a:pt x="8341" y="20905"/>
                </a:lnTo>
                <a:lnTo>
                  <a:pt x="7705" y="20957"/>
                </a:lnTo>
                <a:lnTo>
                  <a:pt x="7068" y="21011"/>
                </a:lnTo>
                <a:lnTo>
                  <a:pt x="6430" y="21064"/>
                </a:lnTo>
                <a:lnTo>
                  <a:pt x="5791" y="21118"/>
                </a:lnTo>
                <a:lnTo>
                  <a:pt x="5151" y="21172"/>
                </a:lnTo>
                <a:lnTo>
                  <a:pt x="4511" y="21224"/>
                </a:lnTo>
                <a:lnTo>
                  <a:pt x="3869" y="21278"/>
                </a:lnTo>
                <a:lnTo>
                  <a:pt x="3227" y="21332"/>
                </a:lnTo>
                <a:lnTo>
                  <a:pt x="2583" y="21384"/>
                </a:lnTo>
                <a:lnTo>
                  <a:pt x="1939" y="21438"/>
                </a:lnTo>
                <a:lnTo>
                  <a:pt x="1294" y="21492"/>
                </a:lnTo>
                <a:lnTo>
                  <a:pt x="647" y="21546"/>
                </a:lnTo>
                <a:lnTo>
                  <a:pt x="0" y="21600"/>
                </a:lnTo>
                <a:lnTo>
                  <a:pt x="0" y="20342"/>
                </a:lnTo>
                <a:lnTo>
                  <a:pt x="0" y="19084"/>
                </a:lnTo>
                <a:lnTo>
                  <a:pt x="0" y="17825"/>
                </a:lnTo>
                <a:lnTo>
                  <a:pt x="0" y="16565"/>
                </a:lnTo>
                <a:lnTo>
                  <a:pt x="0" y="15305"/>
                </a:lnTo>
                <a:lnTo>
                  <a:pt x="0" y="14044"/>
                </a:lnTo>
                <a:lnTo>
                  <a:pt x="0" y="12780"/>
                </a:lnTo>
                <a:lnTo>
                  <a:pt x="0" y="11515"/>
                </a:lnTo>
                <a:lnTo>
                  <a:pt x="0" y="10247"/>
                </a:lnTo>
                <a:lnTo>
                  <a:pt x="0" y="8977"/>
                </a:lnTo>
                <a:lnTo>
                  <a:pt x="0" y="7704"/>
                </a:lnTo>
                <a:lnTo>
                  <a:pt x="0" y="6430"/>
                </a:lnTo>
                <a:lnTo>
                  <a:pt x="0" y="5152"/>
                </a:lnTo>
                <a:lnTo>
                  <a:pt x="0" y="3868"/>
                </a:lnTo>
                <a:lnTo>
                  <a:pt x="0" y="2583"/>
                </a:lnTo>
                <a:lnTo>
                  <a:pt x="0" y="1294"/>
                </a:lnTo>
                <a:lnTo>
                  <a:pt x="0" y="0"/>
                </a:lnTo>
                <a:close/>
              </a:path>
            </a:pathLst>
          </a:custGeom>
          <a:solidFill>
            <a:srgbClr val="D3E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6" name="contour_06444"/>
          <p:cNvSpPr/>
          <p:nvPr/>
        </p:nvSpPr>
        <p:spPr>
          <a:xfrm>
            <a:off x="5767888" y="3454231"/>
            <a:ext cx="109320" cy="499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74"/>
                </a:moveTo>
                <a:lnTo>
                  <a:pt x="20648" y="3274"/>
                </a:lnTo>
                <a:lnTo>
                  <a:pt x="19691" y="3274"/>
                </a:lnTo>
                <a:lnTo>
                  <a:pt x="18720" y="3274"/>
                </a:lnTo>
                <a:lnTo>
                  <a:pt x="18393" y="5229"/>
                </a:lnTo>
                <a:lnTo>
                  <a:pt x="18063" y="7194"/>
                </a:lnTo>
                <a:lnTo>
                  <a:pt x="17729" y="9187"/>
                </a:lnTo>
                <a:lnTo>
                  <a:pt x="17224" y="11486"/>
                </a:lnTo>
                <a:lnTo>
                  <a:pt x="16724" y="13284"/>
                </a:lnTo>
                <a:lnTo>
                  <a:pt x="16173" y="14715"/>
                </a:lnTo>
                <a:lnTo>
                  <a:pt x="15509" y="15926"/>
                </a:lnTo>
                <a:lnTo>
                  <a:pt x="14676" y="17055"/>
                </a:lnTo>
                <a:lnTo>
                  <a:pt x="13618" y="18241"/>
                </a:lnTo>
                <a:lnTo>
                  <a:pt x="12565" y="18938"/>
                </a:lnTo>
                <a:lnTo>
                  <a:pt x="11547" y="19578"/>
                </a:lnTo>
                <a:lnTo>
                  <a:pt x="10558" y="20143"/>
                </a:lnTo>
                <a:lnTo>
                  <a:pt x="9592" y="20632"/>
                </a:lnTo>
                <a:lnTo>
                  <a:pt x="8643" y="21032"/>
                </a:lnTo>
                <a:lnTo>
                  <a:pt x="7707" y="21332"/>
                </a:lnTo>
                <a:lnTo>
                  <a:pt x="6777" y="21524"/>
                </a:lnTo>
                <a:lnTo>
                  <a:pt x="5848" y="21600"/>
                </a:lnTo>
                <a:lnTo>
                  <a:pt x="4916" y="21546"/>
                </a:lnTo>
                <a:lnTo>
                  <a:pt x="3973" y="21357"/>
                </a:lnTo>
                <a:lnTo>
                  <a:pt x="3017" y="21020"/>
                </a:lnTo>
                <a:lnTo>
                  <a:pt x="2039" y="20531"/>
                </a:lnTo>
                <a:lnTo>
                  <a:pt x="1035" y="19875"/>
                </a:lnTo>
                <a:lnTo>
                  <a:pt x="0" y="19042"/>
                </a:lnTo>
                <a:lnTo>
                  <a:pt x="2071" y="16352"/>
                </a:lnTo>
                <a:lnTo>
                  <a:pt x="3963" y="13899"/>
                </a:lnTo>
                <a:lnTo>
                  <a:pt x="5689" y="11672"/>
                </a:lnTo>
                <a:lnTo>
                  <a:pt x="7259" y="9669"/>
                </a:lnTo>
                <a:lnTo>
                  <a:pt x="8683" y="7878"/>
                </a:lnTo>
                <a:lnTo>
                  <a:pt x="9973" y="6295"/>
                </a:lnTo>
                <a:lnTo>
                  <a:pt x="11138" y="4907"/>
                </a:lnTo>
                <a:lnTo>
                  <a:pt x="12191" y="3709"/>
                </a:lnTo>
                <a:lnTo>
                  <a:pt x="13140" y="2693"/>
                </a:lnTo>
                <a:lnTo>
                  <a:pt x="13998" y="1854"/>
                </a:lnTo>
                <a:lnTo>
                  <a:pt x="14773" y="1180"/>
                </a:lnTo>
                <a:lnTo>
                  <a:pt x="15479" y="665"/>
                </a:lnTo>
                <a:lnTo>
                  <a:pt x="16122" y="303"/>
                </a:lnTo>
                <a:lnTo>
                  <a:pt x="16718" y="82"/>
                </a:lnTo>
                <a:lnTo>
                  <a:pt x="17274" y="0"/>
                </a:lnTo>
                <a:lnTo>
                  <a:pt x="17801" y="41"/>
                </a:lnTo>
                <a:lnTo>
                  <a:pt x="18312" y="205"/>
                </a:lnTo>
                <a:lnTo>
                  <a:pt x="18815" y="483"/>
                </a:lnTo>
                <a:lnTo>
                  <a:pt x="19322" y="861"/>
                </a:lnTo>
                <a:lnTo>
                  <a:pt x="19843" y="1340"/>
                </a:lnTo>
                <a:lnTo>
                  <a:pt x="20390" y="1905"/>
                </a:lnTo>
                <a:lnTo>
                  <a:pt x="20972" y="2551"/>
                </a:lnTo>
                <a:lnTo>
                  <a:pt x="21600" y="3274"/>
                </a:lnTo>
                <a:close/>
              </a:path>
            </a:pathLst>
          </a:custGeom>
          <a:solidFill>
            <a:srgbClr val="E2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7" name="contour_06445"/>
          <p:cNvSpPr/>
          <p:nvPr/>
        </p:nvSpPr>
        <p:spPr>
          <a:xfrm>
            <a:off x="9710691" y="3439932"/>
            <a:ext cx="167624" cy="65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1" y="440"/>
                </a:lnTo>
                <a:lnTo>
                  <a:pt x="968" y="888"/>
                </a:lnTo>
                <a:lnTo>
                  <a:pt x="1597" y="1442"/>
                </a:lnTo>
                <a:lnTo>
                  <a:pt x="2227" y="1980"/>
                </a:lnTo>
                <a:lnTo>
                  <a:pt x="2855" y="2505"/>
                </a:lnTo>
                <a:lnTo>
                  <a:pt x="3483" y="3013"/>
                </a:lnTo>
                <a:lnTo>
                  <a:pt x="4112" y="3509"/>
                </a:lnTo>
                <a:lnTo>
                  <a:pt x="4743" y="3988"/>
                </a:lnTo>
                <a:lnTo>
                  <a:pt x="5375" y="4456"/>
                </a:lnTo>
                <a:lnTo>
                  <a:pt x="6008" y="4906"/>
                </a:lnTo>
                <a:lnTo>
                  <a:pt x="6643" y="5344"/>
                </a:lnTo>
                <a:lnTo>
                  <a:pt x="7281" y="5767"/>
                </a:lnTo>
                <a:lnTo>
                  <a:pt x="7923" y="6179"/>
                </a:lnTo>
                <a:lnTo>
                  <a:pt x="8567" y="6576"/>
                </a:lnTo>
                <a:lnTo>
                  <a:pt x="9215" y="6958"/>
                </a:lnTo>
                <a:lnTo>
                  <a:pt x="9868" y="7365"/>
                </a:lnTo>
                <a:lnTo>
                  <a:pt x="10516" y="7803"/>
                </a:lnTo>
                <a:lnTo>
                  <a:pt x="11159" y="8272"/>
                </a:lnTo>
                <a:lnTo>
                  <a:pt x="11796" y="8768"/>
                </a:lnTo>
                <a:lnTo>
                  <a:pt x="12429" y="9293"/>
                </a:lnTo>
                <a:lnTo>
                  <a:pt x="13058" y="9845"/>
                </a:lnTo>
                <a:lnTo>
                  <a:pt x="13682" y="10419"/>
                </a:lnTo>
                <a:lnTo>
                  <a:pt x="14303" y="11017"/>
                </a:lnTo>
                <a:lnTo>
                  <a:pt x="14920" y="11634"/>
                </a:lnTo>
                <a:lnTo>
                  <a:pt x="15534" y="12273"/>
                </a:lnTo>
                <a:lnTo>
                  <a:pt x="16146" y="12926"/>
                </a:lnTo>
                <a:lnTo>
                  <a:pt x="16756" y="13599"/>
                </a:lnTo>
                <a:lnTo>
                  <a:pt x="17365" y="14284"/>
                </a:lnTo>
                <a:lnTo>
                  <a:pt x="17971" y="14983"/>
                </a:lnTo>
                <a:lnTo>
                  <a:pt x="18576" y="15695"/>
                </a:lnTo>
                <a:lnTo>
                  <a:pt x="19181" y="16414"/>
                </a:lnTo>
                <a:lnTo>
                  <a:pt x="19786" y="17142"/>
                </a:lnTo>
                <a:lnTo>
                  <a:pt x="20389" y="17878"/>
                </a:lnTo>
                <a:lnTo>
                  <a:pt x="20994" y="18618"/>
                </a:lnTo>
                <a:lnTo>
                  <a:pt x="21600" y="19361"/>
                </a:lnTo>
                <a:lnTo>
                  <a:pt x="20505" y="20276"/>
                </a:lnTo>
                <a:lnTo>
                  <a:pt x="19658" y="20944"/>
                </a:lnTo>
                <a:lnTo>
                  <a:pt x="18995" y="21380"/>
                </a:lnTo>
                <a:lnTo>
                  <a:pt x="18455" y="21593"/>
                </a:lnTo>
                <a:lnTo>
                  <a:pt x="17975" y="21600"/>
                </a:lnTo>
                <a:lnTo>
                  <a:pt x="17492" y="21414"/>
                </a:lnTo>
                <a:lnTo>
                  <a:pt x="16945" y="21048"/>
                </a:lnTo>
                <a:lnTo>
                  <a:pt x="16269" y="20516"/>
                </a:lnTo>
                <a:lnTo>
                  <a:pt x="15761" y="19836"/>
                </a:lnTo>
                <a:lnTo>
                  <a:pt x="15251" y="19148"/>
                </a:lnTo>
                <a:lnTo>
                  <a:pt x="14733" y="18454"/>
                </a:lnTo>
                <a:lnTo>
                  <a:pt x="14105" y="17679"/>
                </a:lnTo>
                <a:lnTo>
                  <a:pt x="13494" y="16982"/>
                </a:lnTo>
                <a:lnTo>
                  <a:pt x="12895" y="16358"/>
                </a:lnTo>
                <a:lnTo>
                  <a:pt x="12303" y="15801"/>
                </a:lnTo>
                <a:lnTo>
                  <a:pt x="11711" y="15312"/>
                </a:lnTo>
                <a:lnTo>
                  <a:pt x="11115" y="14889"/>
                </a:lnTo>
                <a:lnTo>
                  <a:pt x="10507" y="14526"/>
                </a:lnTo>
                <a:lnTo>
                  <a:pt x="9884" y="14218"/>
                </a:lnTo>
                <a:lnTo>
                  <a:pt x="9240" y="13967"/>
                </a:lnTo>
                <a:lnTo>
                  <a:pt x="8569" y="13766"/>
                </a:lnTo>
                <a:lnTo>
                  <a:pt x="7865" y="13613"/>
                </a:lnTo>
                <a:lnTo>
                  <a:pt x="7120" y="13359"/>
                </a:lnTo>
                <a:lnTo>
                  <a:pt x="6434" y="13004"/>
                </a:lnTo>
                <a:lnTo>
                  <a:pt x="5800" y="12546"/>
                </a:lnTo>
                <a:lnTo>
                  <a:pt x="5210" y="11987"/>
                </a:lnTo>
                <a:lnTo>
                  <a:pt x="4659" y="11329"/>
                </a:lnTo>
                <a:lnTo>
                  <a:pt x="4139" y="10574"/>
                </a:lnTo>
                <a:lnTo>
                  <a:pt x="3644" y="9717"/>
                </a:lnTo>
                <a:lnTo>
                  <a:pt x="3166" y="8766"/>
                </a:lnTo>
                <a:lnTo>
                  <a:pt x="2698" y="7715"/>
                </a:lnTo>
                <a:lnTo>
                  <a:pt x="2234" y="6571"/>
                </a:lnTo>
                <a:lnTo>
                  <a:pt x="1767" y="5329"/>
                </a:lnTo>
                <a:lnTo>
                  <a:pt x="1290" y="3993"/>
                </a:lnTo>
                <a:lnTo>
                  <a:pt x="796" y="2563"/>
                </a:lnTo>
                <a:lnTo>
                  <a:pt x="401" y="1290"/>
                </a:lnTo>
                <a:lnTo>
                  <a:pt x="0" y="0"/>
                </a:lnTo>
                <a:close/>
              </a:path>
            </a:pathLst>
          </a:custGeom>
          <a:solidFill>
            <a:srgbClr val="C3D7E3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8" name="contour_06446"/>
          <p:cNvSpPr/>
          <p:nvPr/>
        </p:nvSpPr>
        <p:spPr>
          <a:xfrm>
            <a:off x="11649297" y="3410780"/>
            <a:ext cx="9521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87" y="0"/>
                </a:moveTo>
                <a:lnTo>
                  <a:pt x="19231" y="236"/>
                </a:lnTo>
                <a:lnTo>
                  <a:pt x="19923" y="464"/>
                </a:lnTo>
                <a:lnTo>
                  <a:pt x="20575" y="821"/>
                </a:lnTo>
                <a:lnTo>
                  <a:pt x="21494" y="1440"/>
                </a:lnTo>
                <a:lnTo>
                  <a:pt x="21590" y="2448"/>
                </a:lnTo>
                <a:lnTo>
                  <a:pt x="21600" y="3436"/>
                </a:lnTo>
                <a:lnTo>
                  <a:pt x="21531" y="4405"/>
                </a:lnTo>
                <a:lnTo>
                  <a:pt x="21388" y="5361"/>
                </a:lnTo>
                <a:lnTo>
                  <a:pt x="21182" y="6309"/>
                </a:lnTo>
                <a:lnTo>
                  <a:pt x="20917" y="7250"/>
                </a:lnTo>
                <a:lnTo>
                  <a:pt x="20601" y="8189"/>
                </a:lnTo>
                <a:lnTo>
                  <a:pt x="20239" y="9131"/>
                </a:lnTo>
                <a:lnTo>
                  <a:pt x="19841" y="10080"/>
                </a:lnTo>
                <a:lnTo>
                  <a:pt x="19122" y="10836"/>
                </a:lnTo>
                <a:lnTo>
                  <a:pt x="18379" y="11553"/>
                </a:lnTo>
                <a:lnTo>
                  <a:pt x="17615" y="12236"/>
                </a:lnTo>
                <a:lnTo>
                  <a:pt x="16828" y="12889"/>
                </a:lnTo>
                <a:lnTo>
                  <a:pt x="16020" y="13519"/>
                </a:lnTo>
                <a:lnTo>
                  <a:pt x="15190" y="14128"/>
                </a:lnTo>
                <a:lnTo>
                  <a:pt x="14342" y="14723"/>
                </a:lnTo>
                <a:lnTo>
                  <a:pt x="13472" y="15309"/>
                </a:lnTo>
                <a:lnTo>
                  <a:pt x="12584" y="15889"/>
                </a:lnTo>
                <a:lnTo>
                  <a:pt x="11676" y="16471"/>
                </a:lnTo>
                <a:lnTo>
                  <a:pt x="10922" y="16993"/>
                </a:lnTo>
                <a:lnTo>
                  <a:pt x="10163" y="17519"/>
                </a:lnTo>
                <a:lnTo>
                  <a:pt x="9395" y="18053"/>
                </a:lnTo>
                <a:lnTo>
                  <a:pt x="7862" y="19074"/>
                </a:lnTo>
                <a:lnTo>
                  <a:pt x="6728" y="19820"/>
                </a:lnTo>
                <a:lnTo>
                  <a:pt x="5884" y="20354"/>
                </a:lnTo>
                <a:lnTo>
                  <a:pt x="5228" y="20737"/>
                </a:lnTo>
                <a:lnTo>
                  <a:pt x="4651" y="21031"/>
                </a:lnTo>
                <a:lnTo>
                  <a:pt x="4046" y="21298"/>
                </a:lnTo>
                <a:lnTo>
                  <a:pt x="3307" y="21600"/>
                </a:lnTo>
                <a:lnTo>
                  <a:pt x="2189" y="21246"/>
                </a:lnTo>
                <a:lnTo>
                  <a:pt x="1472" y="20976"/>
                </a:lnTo>
                <a:lnTo>
                  <a:pt x="845" y="20661"/>
                </a:lnTo>
                <a:lnTo>
                  <a:pt x="0" y="20160"/>
                </a:lnTo>
                <a:lnTo>
                  <a:pt x="918" y="19653"/>
                </a:lnTo>
                <a:lnTo>
                  <a:pt x="1842" y="19142"/>
                </a:lnTo>
                <a:lnTo>
                  <a:pt x="2778" y="18625"/>
                </a:lnTo>
                <a:lnTo>
                  <a:pt x="4600" y="17562"/>
                </a:lnTo>
                <a:lnTo>
                  <a:pt x="6210" y="16616"/>
                </a:lnTo>
                <a:lnTo>
                  <a:pt x="7624" y="15771"/>
                </a:lnTo>
                <a:lnTo>
                  <a:pt x="8859" y="15013"/>
                </a:lnTo>
                <a:lnTo>
                  <a:pt x="9927" y="14327"/>
                </a:lnTo>
                <a:lnTo>
                  <a:pt x="10848" y="13696"/>
                </a:lnTo>
                <a:lnTo>
                  <a:pt x="11633" y="13105"/>
                </a:lnTo>
                <a:lnTo>
                  <a:pt x="12303" y="12540"/>
                </a:lnTo>
                <a:lnTo>
                  <a:pt x="12868" y="11984"/>
                </a:lnTo>
                <a:lnTo>
                  <a:pt x="13350" y="11421"/>
                </a:lnTo>
                <a:lnTo>
                  <a:pt x="13758" y="10837"/>
                </a:lnTo>
                <a:lnTo>
                  <a:pt x="14113" y="10218"/>
                </a:lnTo>
                <a:lnTo>
                  <a:pt x="14428" y="9546"/>
                </a:lnTo>
                <a:lnTo>
                  <a:pt x="14719" y="8807"/>
                </a:lnTo>
                <a:lnTo>
                  <a:pt x="15001" y="7985"/>
                </a:lnTo>
                <a:lnTo>
                  <a:pt x="15291" y="7065"/>
                </a:lnTo>
                <a:lnTo>
                  <a:pt x="15605" y="6031"/>
                </a:lnTo>
                <a:lnTo>
                  <a:pt x="15772" y="5188"/>
                </a:lnTo>
                <a:lnTo>
                  <a:pt x="15942" y="4342"/>
                </a:lnTo>
                <a:lnTo>
                  <a:pt x="16114" y="3482"/>
                </a:lnTo>
                <a:lnTo>
                  <a:pt x="16382" y="2280"/>
                </a:lnTo>
                <a:lnTo>
                  <a:pt x="16688" y="1515"/>
                </a:lnTo>
                <a:lnTo>
                  <a:pt x="17225" y="864"/>
                </a:lnTo>
                <a:lnTo>
                  <a:pt x="18187" y="0"/>
                </a:lnTo>
                <a:close/>
              </a:path>
            </a:pathLst>
          </a:custGeom>
          <a:solidFill>
            <a:srgbClr val="BEC5C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49" name="contour_06447"/>
          <p:cNvSpPr/>
          <p:nvPr/>
        </p:nvSpPr>
        <p:spPr>
          <a:xfrm>
            <a:off x="8340549" y="3367052"/>
            <a:ext cx="18948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92" y="0"/>
                </a:moveTo>
                <a:lnTo>
                  <a:pt x="2852" y="1116"/>
                </a:lnTo>
                <a:lnTo>
                  <a:pt x="3215" y="2239"/>
                </a:lnTo>
                <a:lnTo>
                  <a:pt x="3582" y="3377"/>
                </a:lnTo>
                <a:lnTo>
                  <a:pt x="4108" y="4709"/>
                </a:lnTo>
                <a:lnTo>
                  <a:pt x="4620" y="5810"/>
                </a:lnTo>
                <a:lnTo>
                  <a:pt x="5123" y="6703"/>
                </a:lnTo>
                <a:lnTo>
                  <a:pt x="5623" y="7420"/>
                </a:lnTo>
                <a:lnTo>
                  <a:pt x="6125" y="7981"/>
                </a:lnTo>
                <a:lnTo>
                  <a:pt x="6636" y="8417"/>
                </a:lnTo>
                <a:lnTo>
                  <a:pt x="7161" y="8755"/>
                </a:lnTo>
                <a:lnTo>
                  <a:pt x="7707" y="9022"/>
                </a:lnTo>
                <a:lnTo>
                  <a:pt x="8278" y="9245"/>
                </a:lnTo>
                <a:lnTo>
                  <a:pt x="8879" y="9450"/>
                </a:lnTo>
                <a:lnTo>
                  <a:pt x="9139" y="9554"/>
                </a:lnTo>
                <a:lnTo>
                  <a:pt x="9925" y="9871"/>
                </a:lnTo>
                <a:lnTo>
                  <a:pt x="10432" y="10069"/>
                </a:lnTo>
                <a:lnTo>
                  <a:pt x="10940" y="10260"/>
                </a:lnTo>
                <a:lnTo>
                  <a:pt x="11446" y="10444"/>
                </a:lnTo>
                <a:lnTo>
                  <a:pt x="11954" y="10624"/>
                </a:lnTo>
                <a:lnTo>
                  <a:pt x="12462" y="10800"/>
                </a:lnTo>
                <a:lnTo>
                  <a:pt x="12462" y="13180"/>
                </a:lnTo>
                <a:lnTo>
                  <a:pt x="12462" y="15574"/>
                </a:lnTo>
                <a:lnTo>
                  <a:pt x="12462" y="18000"/>
                </a:lnTo>
                <a:lnTo>
                  <a:pt x="13027" y="18000"/>
                </a:lnTo>
                <a:lnTo>
                  <a:pt x="13592" y="18000"/>
                </a:lnTo>
                <a:lnTo>
                  <a:pt x="14159" y="18000"/>
                </a:lnTo>
                <a:lnTo>
                  <a:pt x="14725" y="18000"/>
                </a:lnTo>
                <a:lnTo>
                  <a:pt x="15291" y="18000"/>
                </a:lnTo>
                <a:lnTo>
                  <a:pt x="15859" y="18000"/>
                </a:lnTo>
                <a:lnTo>
                  <a:pt x="16428" y="18000"/>
                </a:lnTo>
                <a:lnTo>
                  <a:pt x="16997" y="18000"/>
                </a:lnTo>
                <a:lnTo>
                  <a:pt x="17567" y="18000"/>
                </a:lnTo>
                <a:lnTo>
                  <a:pt x="18138" y="18000"/>
                </a:lnTo>
                <a:lnTo>
                  <a:pt x="18711" y="18000"/>
                </a:lnTo>
                <a:lnTo>
                  <a:pt x="19285" y="18000"/>
                </a:lnTo>
                <a:lnTo>
                  <a:pt x="19861" y="18000"/>
                </a:lnTo>
                <a:lnTo>
                  <a:pt x="20439" y="18000"/>
                </a:lnTo>
                <a:lnTo>
                  <a:pt x="21018" y="18000"/>
                </a:lnTo>
                <a:lnTo>
                  <a:pt x="21600" y="18000"/>
                </a:lnTo>
                <a:lnTo>
                  <a:pt x="21600" y="19786"/>
                </a:lnTo>
                <a:lnTo>
                  <a:pt x="21600" y="21600"/>
                </a:lnTo>
                <a:lnTo>
                  <a:pt x="21019" y="21600"/>
                </a:lnTo>
                <a:lnTo>
                  <a:pt x="20439" y="21600"/>
                </a:lnTo>
                <a:lnTo>
                  <a:pt x="19858" y="21600"/>
                </a:lnTo>
                <a:lnTo>
                  <a:pt x="19276" y="21600"/>
                </a:lnTo>
                <a:lnTo>
                  <a:pt x="18695" y="21600"/>
                </a:lnTo>
                <a:lnTo>
                  <a:pt x="18112" y="21600"/>
                </a:lnTo>
                <a:lnTo>
                  <a:pt x="17529" y="21600"/>
                </a:lnTo>
                <a:lnTo>
                  <a:pt x="16945" y="21600"/>
                </a:lnTo>
                <a:lnTo>
                  <a:pt x="16360" y="21600"/>
                </a:lnTo>
                <a:lnTo>
                  <a:pt x="15774" y="21600"/>
                </a:lnTo>
                <a:lnTo>
                  <a:pt x="15186" y="21600"/>
                </a:lnTo>
                <a:lnTo>
                  <a:pt x="14598" y="21600"/>
                </a:lnTo>
                <a:lnTo>
                  <a:pt x="14008" y="21600"/>
                </a:lnTo>
                <a:lnTo>
                  <a:pt x="13416" y="21600"/>
                </a:lnTo>
                <a:lnTo>
                  <a:pt x="12823" y="21600"/>
                </a:lnTo>
                <a:lnTo>
                  <a:pt x="12228" y="21600"/>
                </a:lnTo>
                <a:lnTo>
                  <a:pt x="11631" y="21600"/>
                </a:lnTo>
                <a:lnTo>
                  <a:pt x="11631" y="19220"/>
                </a:lnTo>
                <a:lnTo>
                  <a:pt x="11631" y="16826"/>
                </a:lnTo>
                <a:lnTo>
                  <a:pt x="11631" y="14400"/>
                </a:lnTo>
                <a:lnTo>
                  <a:pt x="11356" y="14501"/>
                </a:lnTo>
                <a:lnTo>
                  <a:pt x="11102" y="14591"/>
                </a:lnTo>
                <a:lnTo>
                  <a:pt x="10859" y="14677"/>
                </a:lnTo>
                <a:lnTo>
                  <a:pt x="10613" y="14767"/>
                </a:lnTo>
                <a:lnTo>
                  <a:pt x="10352" y="14861"/>
                </a:lnTo>
                <a:lnTo>
                  <a:pt x="10066" y="14965"/>
                </a:lnTo>
                <a:lnTo>
                  <a:pt x="9739" y="15084"/>
                </a:lnTo>
                <a:lnTo>
                  <a:pt x="9363" y="15221"/>
                </a:lnTo>
                <a:lnTo>
                  <a:pt x="8922" y="15379"/>
                </a:lnTo>
                <a:lnTo>
                  <a:pt x="8407" y="15563"/>
                </a:lnTo>
                <a:lnTo>
                  <a:pt x="7803" y="15782"/>
                </a:lnTo>
                <a:lnTo>
                  <a:pt x="7100" y="16034"/>
                </a:lnTo>
                <a:lnTo>
                  <a:pt x="6285" y="16330"/>
                </a:lnTo>
                <a:lnTo>
                  <a:pt x="5346" y="16668"/>
                </a:lnTo>
                <a:lnTo>
                  <a:pt x="4270" y="17057"/>
                </a:lnTo>
                <a:lnTo>
                  <a:pt x="3046" y="17500"/>
                </a:lnTo>
                <a:lnTo>
                  <a:pt x="1662" y="18000"/>
                </a:lnTo>
                <a:lnTo>
                  <a:pt x="1662" y="15620"/>
                </a:lnTo>
                <a:lnTo>
                  <a:pt x="1662" y="13226"/>
                </a:lnTo>
                <a:lnTo>
                  <a:pt x="1662" y="10800"/>
                </a:lnTo>
                <a:lnTo>
                  <a:pt x="1168" y="8410"/>
                </a:lnTo>
                <a:lnTo>
                  <a:pt x="831" y="6862"/>
                </a:lnTo>
                <a:lnTo>
                  <a:pt x="493" y="5483"/>
                </a:lnTo>
                <a:lnTo>
                  <a:pt x="0" y="3600"/>
                </a:lnTo>
                <a:lnTo>
                  <a:pt x="543" y="2491"/>
                </a:lnTo>
                <a:lnTo>
                  <a:pt x="945" y="1750"/>
                </a:lnTo>
                <a:lnTo>
                  <a:pt x="1323" y="1202"/>
                </a:lnTo>
                <a:lnTo>
                  <a:pt x="1799" y="677"/>
                </a:lnTo>
                <a:lnTo>
                  <a:pt x="2492" y="0"/>
                </a:lnTo>
                <a:close/>
              </a:path>
            </a:pathLst>
          </a:custGeom>
          <a:solidFill>
            <a:srgbClr val="AABEC9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0" name="contour_06448"/>
          <p:cNvSpPr/>
          <p:nvPr/>
        </p:nvSpPr>
        <p:spPr>
          <a:xfrm>
            <a:off x="753750" y="3306205"/>
            <a:ext cx="80168" cy="546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1005"/>
                </a:moveTo>
                <a:lnTo>
                  <a:pt x="13219" y="443"/>
                </a:lnTo>
                <a:lnTo>
                  <a:pt x="14613" y="118"/>
                </a:lnTo>
                <a:lnTo>
                  <a:pt x="15986" y="0"/>
                </a:lnTo>
                <a:lnTo>
                  <a:pt x="17351" y="58"/>
                </a:lnTo>
                <a:lnTo>
                  <a:pt x="18731" y="265"/>
                </a:lnTo>
                <a:lnTo>
                  <a:pt x="20141" y="590"/>
                </a:lnTo>
                <a:lnTo>
                  <a:pt x="21600" y="1005"/>
                </a:lnTo>
                <a:lnTo>
                  <a:pt x="21427" y="2718"/>
                </a:lnTo>
                <a:lnTo>
                  <a:pt x="21245" y="4428"/>
                </a:lnTo>
                <a:lnTo>
                  <a:pt x="21058" y="6135"/>
                </a:lnTo>
                <a:lnTo>
                  <a:pt x="20864" y="7842"/>
                </a:lnTo>
                <a:lnTo>
                  <a:pt x="20657" y="9751"/>
                </a:lnTo>
                <a:lnTo>
                  <a:pt x="20449" y="11688"/>
                </a:lnTo>
                <a:lnTo>
                  <a:pt x="19933" y="13839"/>
                </a:lnTo>
                <a:lnTo>
                  <a:pt x="19383" y="15618"/>
                </a:lnTo>
                <a:lnTo>
                  <a:pt x="18743" y="17132"/>
                </a:lnTo>
                <a:lnTo>
                  <a:pt x="17955" y="18491"/>
                </a:lnTo>
                <a:lnTo>
                  <a:pt x="16964" y="19795"/>
                </a:lnTo>
                <a:lnTo>
                  <a:pt x="15709" y="21157"/>
                </a:lnTo>
                <a:lnTo>
                  <a:pt x="14319" y="21341"/>
                </a:lnTo>
                <a:lnTo>
                  <a:pt x="12972" y="21479"/>
                </a:lnTo>
                <a:lnTo>
                  <a:pt x="11650" y="21565"/>
                </a:lnTo>
                <a:lnTo>
                  <a:pt x="10331" y="21600"/>
                </a:lnTo>
                <a:lnTo>
                  <a:pt x="8990" y="21586"/>
                </a:lnTo>
                <a:lnTo>
                  <a:pt x="7609" y="21517"/>
                </a:lnTo>
                <a:lnTo>
                  <a:pt x="7057" y="21496"/>
                </a:lnTo>
                <a:lnTo>
                  <a:pt x="5392" y="21439"/>
                </a:lnTo>
                <a:lnTo>
                  <a:pt x="4043" y="21381"/>
                </a:lnTo>
                <a:lnTo>
                  <a:pt x="2696" y="21312"/>
                </a:lnTo>
                <a:lnTo>
                  <a:pt x="1347" y="21237"/>
                </a:lnTo>
                <a:lnTo>
                  <a:pt x="0" y="21157"/>
                </a:lnTo>
                <a:lnTo>
                  <a:pt x="1215" y="21039"/>
                </a:lnTo>
                <a:lnTo>
                  <a:pt x="2441" y="20918"/>
                </a:lnTo>
                <a:lnTo>
                  <a:pt x="3682" y="20797"/>
                </a:lnTo>
                <a:lnTo>
                  <a:pt x="4986" y="20345"/>
                </a:lnTo>
                <a:lnTo>
                  <a:pt x="5854" y="19933"/>
                </a:lnTo>
                <a:lnTo>
                  <a:pt x="6680" y="19323"/>
                </a:lnTo>
                <a:lnTo>
                  <a:pt x="7855" y="18278"/>
                </a:lnTo>
                <a:lnTo>
                  <a:pt x="8373" y="16271"/>
                </a:lnTo>
                <a:lnTo>
                  <a:pt x="8728" y="14809"/>
                </a:lnTo>
                <a:lnTo>
                  <a:pt x="9009" y="13467"/>
                </a:lnTo>
                <a:lnTo>
                  <a:pt x="9302" y="11826"/>
                </a:lnTo>
                <a:lnTo>
                  <a:pt x="9696" y="9463"/>
                </a:lnTo>
                <a:lnTo>
                  <a:pt x="10113" y="7134"/>
                </a:lnTo>
                <a:lnTo>
                  <a:pt x="10431" y="5527"/>
                </a:lnTo>
                <a:lnTo>
                  <a:pt x="10747" y="4243"/>
                </a:lnTo>
                <a:lnTo>
                  <a:pt x="11165" y="2870"/>
                </a:lnTo>
                <a:lnTo>
                  <a:pt x="11782" y="1005"/>
                </a:lnTo>
                <a:close/>
              </a:path>
            </a:pathLst>
          </a:custGeom>
          <a:solidFill>
            <a:srgbClr val="584E74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1" name="contour_06449"/>
          <p:cNvSpPr/>
          <p:nvPr/>
        </p:nvSpPr>
        <p:spPr>
          <a:xfrm>
            <a:off x="3829282" y="3294172"/>
            <a:ext cx="6559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6" y="0"/>
                </a:lnTo>
                <a:lnTo>
                  <a:pt x="4291" y="0"/>
                </a:lnTo>
                <a:lnTo>
                  <a:pt x="5738" y="0"/>
                </a:lnTo>
                <a:lnTo>
                  <a:pt x="7200" y="0"/>
                </a:lnTo>
                <a:lnTo>
                  <a:pt x="7898" y="1123"/>
                </a:lnTo>
                <a:lnTo>
                  <a:pt x="8364" y="1956"/>
                </a:lnTo>
                <a:lnTo>
                  <a:pt x="8705" y="2748"/>
                </a:lnTo>
                <a:lnTo>
                  <a:pt x="9031" y="3748"/>
                </a:lnTo>
                <a:lnTo>
                  <a:pt x="9451" y="5207"/>
                </a:lnTo>
                <a:lnTo>
                  <a:pt x="10174" y="7159"/>
                </a:lnTo>
                <a:lnTo>
                  <a:pt x="10745" y="8588"/>
                </a:lnTo>
                <a:lnTo>
                  <a:pt x="11256" y="9614"/>
                </a:lnTo>
                <a:lnTo>
                  <a:pt x="11794" y="10357"/>
                </a:lnTo>
                <a:lnTo>
                  <a:pt x="12444" y="10937"/>
                </a:lnTo>
                <a:lnTo>
                  <a:pt x="13294" y="11477"/>
                </a:lnTo>
                <a:lnTo>
                  <a:pt x="14429" y="12096"/>
                </a:lnTo>
                <a:lnTo>
                  <a:pt x="15850" y="12474"/>
                </a:lnTo>
                <a:lnTo>
                  <a:pt x="17280" y="12840"/>
                </a:lnTo>
                <a:lnTo>
                  <a:pt x="18715" y="13196"/>
                </a:lnTo>
                <a:lnTo>
                  <a:pt x="20155" y="13543"/>
                </a:lnTo>
                <a:lnTo>
                  <a:pt x="21600" y="13886"/>
                </a:lnTo>
                <a:lnTo>
                  <a:pt x="21600" y="14906"/>
                </a:lnTo>
                <a:lnTo>
                  <a:pt x="21600" y="15932"/>
                </a:lnTo>
                <a:lnTo>
                  <a:pt x="21600" y="16971"/>
                </a:lnTo>
                <a:lnTo>
                  <a:pt x="20412" y="17428"/>
                </a:lnTo>
                <a:lnTo>
                  <a:pt x="19522" y="17717"/>
                </a:lnTo>
                <a:lnTo>
                  <a:pt x="18492" y="17962"/>
                </a:lnTo>
                <a:lnTo>
                  <a:pt x="16874" y="18286"/>
                </a:lnTo>
                <a:lnTo>
                  <a:pt x="16140" y="18436"/>
                </a:lnTo>
                <a:lnTo>
                  <a:pt x="13922" y="18888"/>
                </a:lnTo>
                <a:lnTo>
                  <a:pt x="12372" y="19181"/>
                </a:lnTo>
                <a:lnTo>
                  <a:pt x="10800" y="19479"/>
                </a:lnTo>
                <a:lnTo>
                  <a:pt x="9250" y="19790"/>
                </a:lnTo>
                <a:lnTo>
                  <a:pt x="7678" y="20105"/>
                </a:lnTo>
                <a:lnTo>
                  <a:pt x="6144" y="20410"/>
                </a:lnTo>
                <a:lnTo>
                  <a:pt x="4610" y="20711"/>
                </a:lnTo>
                <a:lnTo>
                  <a:pt x="3074" y="21011"/>
                </a:lnTo>
                <a:lnTo>
                  <a:pt x="1538" y="21307"/>
                </a:lnTo>
                <a:lnTo>
                  <a:pt x="0" y="21600"/>
                </a:lnTo>
                <a:lnTo>
                  <a:pt x="545" y="20684"/>
                </a:lnTo>
                <a:lnTo>
                  <a:pt x="974" y="20057"/>
                </a:lnTo>
                <a:lnTo>
                  <a:pt x="1519" y="19431"/>
                </a:lnTo>
                <a:lnTo>
                  <a:pt x="2400" y="18514"/>
                </a:lnTo>
                <a:lnTo>
                  <a:pt x="3986" y="18514"/>
                </a:lnTo>
                <a:lnTo>
                  <a:pt x="5582" y="18514"/>
                </a:lnTo>
                <a:lnTo>
                  <a:pt x="7200" y="18514"/>
                </a:lnTo>
                <a:lnTo>
                  <a:pt x="6804" y="17496"/>
                </a:lnTo>
                <a:lnTo>
                  <a:pt x="6408" y="16478"/>
                </a:lnTo>
                <a:lnTo>
                  <a:pt x="6012" y="15458"/>
                </a:lnTo>
                <a:lnTo>
                  <a:pt x="5616" y="14440"/>
                </a:lnTo>
                <a:lnTo>
                  <a:pt x="5218" y="13418"/>
                </a:lnTo>
                <a:lnTo>
                  <a:pt x="4822" y="12398"/>
                </a:lnTo>
                <a:lnTo>
                  <a:pt x="4423" y="11375"/>
                </a:lnTo>
                <a:lnTo>
                  <a:pt x="4025" y="10351"/>
                </a:lnTo>
                <a:lnTo>
                  <a:pt x="3626" y="9327"/>
                </a:lnTo>
                <a:lnTo>
                  <a:pt x="3228" y="8299"/>
                </a:lnTo>
                <a:lnTo>
                  <a:pt x="2827" y="7271"/>
                </a:lnTo>
                <a:lnTo>
                  <a:pt x="2426" y="6239"/>
                </a:lnTo>
                <a:lnTo>
                  <a:pt x="2026" y="5207"/>
                </a:lnTo>
                <a:lnTo>
                  <a:pt x="1622" y="4172"/>
                </a:lnTo>
                <a:lnTo>
                  <a:pt x="1219" y="3134"/>
                </a:lnTo>
                <a:lnTo>
                  <a:pt x="814" y="2092"/>
                </a:lnTo>
                <a:lnTo>
                  <a:pt x="408" y="1048"/>
                </a:lnTo>
                <a:lnTo>
                  <a:pt x="0" y="0"/>
                </a:lnTo>
                <a:close/>
              </a:path>
            </a:pathLst>
          </a:custGeom>
          <a:solidFill>
            <a:srgbClr val="8C9BA3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2" name="contour_06450"/>
          <p:cNvSpPr/>
          <p:nvPr/>
        </p:nvSpPr>
        <p:spPr>
          <a:xfrm>
            <a:off x="8159362" y="3279596"/>
            <a:ext cx="6457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9" y="0"/>
                </a:moveTo>
                <a:lnTo>
                  <a:pt x="2781" y="302"/>
                </a:lnTo>
                <a:lnTo>
                  <a:pt x="3420" y="586"/>
                </a:lnTo>
                <a:lnTo>
                  <a:pt x="4156" y="910"/>
                </a:lnTo>
                <a:lnTo>
                  <a:pt x="5131" y="1345"/>
                </a:lnTo>
                <a:lnTo>
                  <a:pt x="6489" y="1944"/>
                </a:lnTo>
                <a:lnTo>
                  <a:pt x="8371" y="2778"/>
                </a:lnTo>
                <a:lnTo>
                  <a:pt x="10923" y="3910"/>
                </a:lnTo>
                <a:lnTo>
                  <a:pt x="14287" y="5400"/>
                </a:lnTo>
                <a:lnTo>
                  <a:pt x="14287" y="3615"/>
                </a:lnTo>
                <a:lnTo>
                  <a:pt x="14287" y="1820"/>
                </a:lnTo>
                <a:lnTo>
                  <a:pt x="14287" y="0"/>
                </a:lnTo>
                <a:lnTo>
                  <a:pt x="15898" y="0"/>
                </a:lnTo>
                <a:lnTo>
                  <a:pt x="17519" y="0"/>
                </a:lnTo>
                <a:lnTo>
                  <a:pt x="19162" y="0"/>
                </a:lnTo>
                <a:lnTo>
                  <a:pt x="19430" y="1782"/>
                </a:lnTo>
                <a:lnTo>
                  <a:pt x="19699" y="3567"/>
                </a:lnTo>
                <a:lnTo>
                  <a:pt x="19967" y="5351"/>
                </a:lnTo>
                <a:lnTo>
                  <a:pt x="20237" y="7141"/>
                </a:lnTo>
                <a:lnTo>
                  <a:pt x="20508" y="8937"/>
                </a:lnTo>
                <a:lnTo>
                  <a:pt x="20779" y="10741"/>
                </a:lnTo>
                <a:lnTo>
                  <a:pt x="21052" y="12550"/>
                </a:lnTo>
                <a:lnTo>
                  <a:pt x="21325" y="14369"/>
                </a:lnTo>
                <a:lnTo>
                  <a:pt x="21600" y="16200"/>
                </a:lnTo>
                <a:lnTo>
                  <a:pt x="19989" y="16200"/>
                </a:lnTo>
                <a:lnTo>
                  <a:pt x="18368" y="16200"/>
                </a:lnTo>
                <a:lnTo>
                  <a:pt x="16725" y="16200"/>
                </a:lnTo>
                <a:lnTo>
                  <a:pt x="16725" y="17985"/>
                </a:lnTo>
                <a:lnTo>
                  <a:pt x="16725" y="19780"/>
                </a:lnTo>
                <a:lnTo>
                  <a:pt x="16725" y="21600"/>
                </a:lnTo>
                <a:lnTo>
                  <a:pt x="14879" y="21298"/>
                </a:lnTo>
                <a:lnTo>
                  <a:pt x="13185" y="20957"/>
                </a:lnTo>
                <a:lnTo>
                  <a:pt x="11623" y="20558"/>
                </a:lnTo>
                <a:lnTo>
                  <a:pt x="10170" y="20069"/>
                </a:lnTo>
                <a:lnTo>
                  <a:pt x="8805" y="19467"/>
                </a:lnTo>
                <a:lnTo>
                  <a:pt x="7508" y="18725"/>
                </a:lnTo>
                <a:lnTo>
                  <a:pt x="6255" y="17817"/>
                </a:lnTo>
                <a:lnTo>
                  <a:pt x="5026" y="16718"/>
                </a:lnTo>
                <a:lnTo>
                  <a:pt x="3800" y="15401"/>
                </a:lnTo>
                <a:lnTo>
                  <a:pt x="2557" y="13838"/>
                </a:lnTo>
                <a:lnTo>
                  <a:pt x="1416" y="11931"/>
                </a:lnTo>
                <a:lnTo>
                  <a:pt x="631" y="10392"/>
                </a:lnTo>
                <a:lnTo>
                  <a:pt x="168" y="8999"/>
                </a:lnTo>
                <a:lnTo>
                  <a:pt x="0" y="7517"/>
                </a:lnTo>
                <a:lnTo>
                  <a:pt x="95" y="5719"/>
                </a:lnTo>
                <a:lnTo>
                  <a:pt x="422" y="3375"/>
                </a:lnTo>
                <a:lnTo>
                  <a:pt x="1253" y="1701"/>
                </a:lnTo>
                <a:lnTo>
                  <a:pt x="2099" y="0"/>
                </a:lnTo>
                <a:close/>
              </a:path>
            </a:pathLst>
          </a:custGeom>
          <a:solidFill>
            <a:srgbClr val="919B9D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3" name="contour_06451"/>
          <p:cNvSpPr/>
          <p:nvPr/>
        </p:nvSpPr>
        <p:spPr>
          <a:xfrm>
            <a:off x="11481673" y="3286884"/>
            <a:ext cx="1020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1" y="52"/>
                </a:lnTo>
                <a:lnTo>
                  <a:pt x="984" y="99"/>
                </a:lnTo>
                <a:lnTo>
                  <a:pt x="1436" y="143"/>
                </a:lnTo>
                <a:lnTo>
                  <a:pt x="1884" y="188"/>
                </a:lnTo>
                <a:lnTo>
                  <a:pt x="2342" y="233"/>
                </a:lnTo>
                <a:lnTo>
                  <a:pt x="2828" y="283"/>
                </a:lnTo>
                <a:lnTo>
                  <a:pt x="3359" y="335"/>
                </a:lnTo>
                <a:lnTo>
                  <a:pt x="3948" y="395"/>
                </a:lnTo>
                <a:lnTo>
                  <a:pt x="4615" y="462"/>
                </a:lnTo>
                <a:lnTo>
                  <a:pt x="5374" y="538"/>
                </a:lnTo>
                <a:lnTo>
                  <a:pt x="6239" y="624"/>
                </a:lnTo>
                <a:lnTo>
                  <a:pt x="7231" y="724"/>
                </a:lnTo>
                <a:lnTo>
                  <a:pt x="8364" y="836"/>
                </a:lnTo>
                <a:lnTo>
                  <a:pt x="9654" y="966"/>
                </a:lnTo>
                <a:lnTo>
                  <a:pt x="11118" y="1112"/>
                </a:lnTo>
                <a:lnTo>
                  <a:pt x="12770" y="1277"/>
                </a:lnTo>
                <a:lnTo>
                  <a:pt x="14628" y="1462"/>
                </a:lnTo>
                <a:lnTo>
                  <a:pt x="16709" y="1672"/>
                </a:lnTo>
                <a:lnTo>
                  <a:pt x="19027" y="1903"/>
                </a:lnTo>
                <a:lnTo>
                  <a:pt x="21600" y="2160"/>
                </a:lnTo>
                <a:lnTo>
                  <a:pt x="21600" y="3231"/>
                </a:lnTo>
                <a:lnTo>
                  <a:pt x="21600" y="4320"/>
                </a:lnTo>
                <a:lnTo>
                  <a:pt x="20648" y="4169"/>
                </a:lnTo>
                <a:lnTo>
                  <a:pt x="19684" y="4015"/>
                </a:lnTo>
                <a:lnTo>
                  <a:pt x="18604" y="3925"/>
                </a:lnTo>
                <a:lnTo>
                  <a:pt x="17552" y="3862"/>
                </a:lnTo>
                <a:lnTo>
                  <a:pt x="16516" y="3836"/>
                </a:lnTo>
                <a:lnTo>
                  <a:pt x="15489" y="3860"/>
                </a:lnTo>
                <a:lnTo>
                  <a:pt x="14457" y="3942"/>
                </a:lnTo>
                <a:lnTo>
                  <a:pt x="13412" y="4093"/>
                </a:lnTo>
                <a:lnTo>
                  <a:pt x="12343" y="4320"/>
                </a:lnTo>
                <a:lnTo>
                  <a:pt x="11679" y="5534"/>
                </a:lnTo>
                <a:lnTo>
                  <a:pt x="11164" y="6737"/>
                </a:lnTo>
                <a:lnTo>
                  <a:pt x="10749" y="7977"/>
                </a:lnTo>
                <a:lnTo>
                  <a:pt x="10387" y="9301"/>
                </a:lnTo>
                <a:lnTo>
                  <a:pt x="10029" y="10750"/>
                </a:lnTo>
                <a:lnTo>
                  <a:pt x="9452" y="12100"/>
                </a:lnTo>
                <a:lnTo>
                  <a:pt x="8760" y="13226"/>
                </a:lnTo>
                <a:lnTo>
                  <a:pt x="7970" y="14161"/>
                </a:lnTo>
                <a:lnTo>
                  <a:pt x="7097" y="14945"/>
                </a:lnTo>
                <a:lnTo>
                  <a:pt x="6156" y="15612"/>
                </a:lnTo>
                <a:lnTo>
                  <a:pt x="5164" y="16200"/>
                </a:lnTo>
                <a:lnTo>
                  <a:pt x="4135" y="16744"/>
                </a:lnTo>
                <a:lnTo>
                  <a:pt x="3086" y="17280"/>
                </a:lnTo>
                <a:lnTo>
                  <a:pt x="3086" y="15852"/>
                </a:lnTo>
                <a:lnTo>
                  <a:pt x="3086" y="14416"/>
                </a:lnTo>
                <a:lnTo>
                  <a:pt x="3086" y="12960"/>
                </a:lnTo>
                <a:lnTo>
                  <a:pt x="4106" y="12960"/>
                </a:lnTo>
                <a:lnTo>
                  <a:pt x="5132" y="12960"/>
                </a:lnTo>
                <a:lnTo>
                  <a:pt x="6171" y="12960"/>
                </a:lnTo>
                <a:lnTo>
                  <a:pt x="6633" y="11541"/>
                </a:lnTo>
                <a:lnTo>
                  <a:pt x="6883" y="10420"/>
                </a:lnTo>
                <a:lnTo>
                  <a:pt x="7136" y="8640"/>
                </a:lnTo>
                <a:lnTo>
                  <a:pt x="7310" y="7435"/>
                </a:lnTo>
                <a:lnTo>
                  <a:pt x="7486" y="6210"/>
                </a:lnTo>
                <a:lnTo>
                  <a:pt x="7600" y="5273"/>
                </a:lnTo>
                <a:lnTo>
                  <a:pt x="7714" y="4320"/>
                </a:lnTo>
                <a:lnTo>
                  <a:pt x="6877" y="4123"/>
                </a:lnTo>
                <a:lnTo>
                  <a:pt x="6026" y="3923"/>
                </a:lnTo>
                <a:lnTo>
                  <a:pt x="5309" y="3743"/>
                </a:lnTo>
                <a:lnTo>
                  <a:pt x="4588" y="3560"/>
                </a:lnTo>
                <a:lnTo>
                  <a:pt x="3857" y="3374"/>
                </a:lnTo>
                <a:lnTo>
                  <a:pt x="2780" y="3110"/>
                </a:lnTo>
                <a:lnTo>
                  <a:pt x="1688" y="2843"/>
                </a:lnTo>
                <a:lnTo>
                  <a:pt x="1268" y="2674"/>
                </a:lnTo>
                <a:lnTo>
                  <a:pt x="0" y="2160"/>
                </a:lnTo>
                <a:lnTo>
                  <a:pt x="0" y="1089"/>
                </a:lnTo>
                <a:lnTo>
                  <a:pt x="0" y="0"/>
                </a:lnTo>
                <a:lnTo>
                  <a:pt x="0" y="17280"/>
                </a:lnTo>
                <a:lnTo>
                  <a:pt x="1020" y="17280"/>
                </a:lnTo>
                <a:lnTo>
                  <a:pt x="2046" y="17280"/>
                </a:lnTo>
                <a:lnTo>
                  <a:pt x="3086" y="17280"/>
                </a:lnTo>
                <a:lnTo>
                  <a:pt x="3086" y="18708"/>
                </a:lnTo>
                <a:lnTo>
                  <a:pt x="3086" y="20144"/>
                </a:lnTo>
                <a:lnTo>
                  <a:pt x="3086" y="21600"/>
                </a:lnTo>
                <a:lnTo>
                  <a:pt x="2066" y="21600"/>
                </a:lnTo>
                <a:lnTo>
                  <a:pt x="1040" y="21600"/>
                </a:lnTo>
                <a:lnTo>
                  <a:pt x="0" y="21600"/>
                </a:lnTo>
                <a:lnTo>
                  <a:pt x="0" y="20172"/>
                </a:lnTo>
                <a:lnTo>
                  <a:pt x="0" y="18736"/>
                </a:lnTo>
                <a:lnTo>
                  <a:pt x="0" y="17280"/>
                </a:lnTo>
                <a:lnTo>
                  <a:pt x="0" y="0"/>
                </a:lnTo>
                <a:close/>
              </a:path>
            </a:pathLst>
          </a:custGeom>
          <a:solidFill>
            <a:srgbClr val="B7CEDE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4" name="contour_06452"/>
          <p:cNvSpPr/>
          <p:nvPr/>
        </p:nvSpPr>
        <p:spPr>
          <a:xfrm>
            <a:off x="4886041" y="3247711"/>
            <a:ext cx="80168" cy="470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086" y="94"/>
                </a:lnTo>
                <a:lnTo>
                  <a:pt x="14782" y="244"/>
                </a:lnTo>
                <a:lnTo>
                  <a:pt x="16049" y="532"/>
                </a:lnTo>
                <a:lnTo>
                  <a:pt x="17048" y="1034"/>
                </a:lnTo>
                <a:lnTo>
                  <a:pt x="17942" y="1840"/>
                </a:lnTo>
                <a:lnTo>
                  <a:pt x="18894" y="3028"/>
                </a:lnTo>
                <a:lnTo>
                  <a:pt x="20066" y="4677"/>
                </a:lnTo>
                <a:lnTo>
                  <a:pt x="20826" y="6300"/>
                </a:lnTo>
                <a:lnTo>
                  <a:pt x="21600" y="7946"/>
                </a:lnTo>
                <a:lnTo>
                  <a:pt x="20699" y="9298"/>
                </a:lnTo>
                <a:lnTo>
                  <a:pt x="19793" y="10643"/>
                </a:lnTo>
                <a:lnTo>
                  <a:pt x="18884" y="11981"/>
                </a:lnTo>
                <a:lnTo>
                  <a:pt x="17973" y="13309"/>
                </a:lnTo>
                <a:lnTo>
                  <a:pt x="17060" y="14638"/>
                </a:lnTo>
                <a:lnTo>
                  <a:pt x="16216" y="15882"/>
                </a:lnTo>
                <a:lnTo>
                  <a:pt x="15365" y="17133"/>
                </a:lnTo>
                <a:lnTo>
                  <a:pt x="14505" y="18401"/>
                </a:lnTo>
                <a:lnTo>
                  <a:pt x="13225" y="19663"/>
                </a:lnTo>
                <a:lnTo>
                  <a:pt x="12057" y="20570"/>
                </a:lnTo>
                <a:lnTo>
                  <a:pt x="10943" y="21165"/>
                </a:lnTo>
                <a:lnTo>
                  <a:pt x="9826" y="21493"/>
                </a:lnTo>
                <a:lnTo>
                  <a:pt x="8650" y="21600"/>
                </a:lnTo>
                <a:lnTo>
                  <a:pt x="7356" y="21530"/>
                </a:lnTo>
                <a:lnTo>
                  <a:pt x="5891" y="21329"/>
                </a:lnTo>
                <a:lnTo>
                  <a:pt x="5891" y="19342"/>
                </a:lnTo>
                <a:lnTo>
                  <a:pt x="5891" y="17348"/>
                </a:lnTo>
                <a:lnTo>
                  <a:pt x="5891" y="15347"/>
                </a:lnTo>
                <a:lnTo>
                  <a:pt x="5891" y="13329"/>
                </a:lnTo>
                <a:lnTo>
                  <a:pt x="5891" y="11292"/>
                </a:lnTo>
                <a:lnTo>
                  <a:pt x="4725" y="11954"/>
                </a:lnTo>
                <a:lnTo>
                  <a:pt x="3554" y="12620"/>
                </a:lnTo>
                <a:lnTo>
                  <a:pt x="2380" y="13286"/>
                </a:lnTo>
                <a:lnTo>
                  <a:pt x="1196" y="13958"/>
                </a:lnTo>
                <a:lnTo>
                  <a:pt x="0" y="14638"/>
                </a:lnTo>
                <a:lnTo>
                  <a:pt x="473" y="11439"/>
                </a:lnTo>
                <a:lnTo>
                  <a:pt x="1025" y="8719"/>
                </a:lnTo>
                <a:lnTo>
                  <a:pt x="1673" y="6447"/>
                </a:lnTo>
                <a:lnTo>
                  <a:pt x="2443" y="4584"/>
                </a:lnTo>
                <a:lnTo>
                  <a:pt x="3354" y="3095"/>
                </a:lnTo>
                <a:lnTo>
                  <a:pt x="4428" y="1944"/>
                </a:lnTo>
                <a:lnTo>
                  <a:pt x="5689" y="1094"/>
                </a:lnTo>
                <a:lnTo>
                  <a:pt x="7155" y="512"/>
                </a:lnTo>
                <a:lnTo>
                  <a:pt x="8852" y="157"/>
                </a:lnTo>
                <a:lnTo>
                  <a:pt x="10800" y="0"/>
                </a:lnTo>
                <a:close/>
              </a:path>
            </a:pathLst>
          </a:custGeom>
          <a:solidFill>
            <a:srgbClr val="BA4D45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5" name="contour_06453"/>
          <p:cNvSpPr/>
          <p:nvPr/>
        </p:nvSpPr>
        <p:spPr>
          <a:xfrm>
            <a:off x="717310" y="3244541"/>
            <a:ext cx="59565" cy="59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91" y="274"/>
                </a:moveTo>
                <a:lnTo>
                  <a:pt x="13130" y="1132"/>
                </a:lnTo>
                <a:lnTo>
                  <a:pt x="14639" y="1990"/>
                </a:lnTo>
                <a:lnTo>
                  <a:pt x="16042" y="2883"/>
                </a:lnTo>
                <a:lnTo>
                  <a:pt x="17366" y="3844"/>
                </a:lnTo>
                <a:lnTo>
                  <a:pt x="18643" y="4907"/>
                </a:lnTo>
                <a:lnTo>
                  <a:pt x="19890" y="6103"/>
                </a:lnTo>
                <a:lnTo>
                  <a:pt x="21143" y="7466"/>
                </a:lnTo>
                <a:lnTo>
                  <a:pt x="21468" y="9403"/>
                </a:lnTo>
                <a:lnTo>
                  <a:pt x="21600" y="11153"/>
                </a:lnTo>
                <a:lnTo>
                  <a:pt x="21555" y="12809"/>
                </a:lnTo>
                <a:lnTo>
                  <a:pt x="21338" y="14456"/>
                </a:lnTo>
                <a:lnTo>
                  <a:pt x="20960" y="16180"/>
                </a:lnTo>
                <a:lnTo>
                  <a:pt x="20432" y="18072"/>
                </a:lnTo>
                <a:lnTo>
                  <a:pt x="19264" y="19634"/>
                </a:lnTo>
                <a:lnTo>
                  <a:pt x="18344" y="20521"/>
                </a:lnTo>
                <a:lnTo>
                  <a:pt x="17192" y="21066"/>
                </a:lnTo>
                <a:lnTo>
                  <a:pt x="15331" y="21600"/>
                </a:lnTo>
                <a:lnTo>
                  <a:pt x="13629" y="21571"/>
                </a:lnTo>
                <a:lnTo>
                  <a:pt x="11954" y="21496"/>
                </a:lnTo>
                <a:lnTo>
                  <a:pt x="10289" y="21379"/>
                </a:lnTo>
                <a:lnTo>
                  <a:pt x="8632" y="21217"/>
                </a:lnTo>
                <a:lnTo>
                  <a:pt x="6967" y="21008"/>
                </a:lnTo>
                <a:lnTo>
                  <a:pt x="5286" y="20750"/>
                </a:lnTo>
                <a:lnTo>
                  <a:pt x="5394" y="19049"/>
                </a:lnTo>
                <a:lnTo>
                  <a:pt x="5505" y="17338"/>
                </a:lnTo>
                <a:lnTo>
                  <a:pt x="5616" y="15604"/>
                </a:lnTo>
                <a:lnTo>
                  <a:pt x="5616" y="13441"/>
                </a:lnTo>
                <a:lnTo>
                  <a:pt x="5531" y="12019"/>
                </a:lnTo>
                <a:lnTo>
                  <a:pt x="5286" y="10123"/>
                </a:lnTo>
                <a:lnTo>
                  <a:pt x="3716" y="8959"/>
                </a:lnTo>
                <a:lnTo>
                  <a:pt x="2643" y="8295"/>
                </a:lnTo>
                <a:lnTo>
                  <a:pt x="1567" y="7880"/>
                </a:lnTo>
                <a:lnTo>
                  <a:pt x="0" y="7466"/>
                </a:lnTo>
                <a:lnTo>
                  <a:pt x="1123" y="5696"/>
                </a:lnTo>
                <a:lnTo>
                  <a:pt x="2231" y="4089"/>
                </a:lnTo>
                <a:lnTo>
                  <a:pt x="3375" y="2689"/>
                </a:lnTo>
                <a:lnTo>
                  <a:pt x="4606" y="1533"/>
                </a:lnTo>
                <a:lnTo>
                  <a:pt x="5981" y="672"/>
                </a:lnTo>
                <a:lnTo>
                  <a:pt x="7551" y="146"/>
                </a:lnTo>
                <a:lnTo>
                  <a:pt x="9369" y="0"/>
                </a:lnTo>
                <a:lnTo>
                  <a:pt x="11491" y="274"/>
                </a:lnTo>
                <a:close/>
              </a:path>
            </a:pathLst>
          </a:custGeom>
          <a:solidFill>
            <a:srgbClr val="AC97CB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6" name="contour_06454"/>
          <p:cNvSpPr/>
          <p:nvPr/>
        </p:nvSpPr>
        <p:spPr>
          <a:xfrm>
            <a:off x="7517006" y="3220199"/>
            <a:ext cx="102848" cy="448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10" y="88"/>
                </a:moveTo>
                <a:lnTo>
                  <a:pt x="9577" y="151"/>
                </a:lnTo>
                <a:lnTo>
                  <a:pt x="10552" y="214"/>
                </a:lnTo>
                <a:lnTo>
                  <a:pt x="11539" y="281"/>
                </a:lnTo>
                <a:lnTo>
                  <a:pt x="11868" y="316"/>
                </a:lnTo>
                <a:lnTo>
                  <a:pt x="12448" y="379"/>
                </a:lnTo>
                <a:lnTo>
                  <a:pt x="13776" y="527"/>
                </a:lnTo>
                <a:lnTo>
                  <a:pt x="13776" y="2848"/>
                </a:lnTo>
                <a:lnTo>
                  <a:pt x="13776" y="5184"/>
                </a:lnTo>
                <a:lnTo>
                  <a:pt x="13776" y="7551"/>
                </a:lnTo>
                <a:lnTo>
                  <a:pt x="14767" y="8117"/>
                </a:lnTo>
                <a:lnTo>
                  <a:pt x="15753" y="8542"/>
                </a:lnTo>
                <a:lnTo>
                  <a:pt x="16740" y="8865"/>
                </a:lnTo>
                <a:lnTo>
                  <a:pt x="17731" y="9111"/>
                </a:lnTo>
                <a:lnTo>
                  <a:pt x="18735" y="9318"/>
                </a:lnTo>
                <a:lnTo>
                  <a:pt x="19754" y="9515"/>
                </a:lnTo>
                <a:lnTo>
                  <a:pt x="20585" y="10284"/>
                </a:lnTo>
                <a:lnTo>
                  <a:pt x="21429" y="11063"/>
                </a:lnTo>
                <a:lnTo>
                  <a:pt x="21543" y="13736"/>
                </a:lnTo>
                <a:lnTo>
                  <a:pt x="21600" y="15619"/>
                </a:lnTo>
                <a:lnTo>
                  <a:pt x="21600" y="17220"/>
                </a:lnTo>
                <a:lnTo>
                  <a:pt x="21543" y="19047"/>
                </a:lnTo>
                <a:lnTo>
                  <a:pt x="21429" y="21600"/>
                </a:lnTo>
                <a:lnTo>
                  <a:pt x="20408" y="20933"/>
                </a:lnTo>
                <a:lnTo>
                  <a:pt x="19388" y="20262"/>
                </a:lnTo>
                <a:lnTo>
                  <a:pt x="18367" y="19595"/>
                </a:lnTo>
                <a:lnTo>
                  <a:pt x="17346" y="18924"/>
                </a:lnTo>
                <a:lnTo>
                  <a:pt x="16327" y="18256"/>
                </a:lnTo>
                <a:lnTo>
                  <a:pt x="15306" y="17586"/>
                </a:lnTo>
                <a:lnTo>
                  <a:pt x="14285" y="16918"/>
                </a:lnTo>
                <a:lnTo>
                  <a:pt x="13266" y="16247"/>
                </a:lnTo>
                <a:lnTo>
                  <a:pt x="12245" y="15580"/>
                </a:lnTo>
                <a:lnTo>
                  <a:pt x="11224" y="14909"/>
                </a:lnTo>
                <a:lnTo>
                  <a:pt x="10205" y="14242"/>
                </a:lnTo>
                <a:lnTo>
                  <a:pt x="9184" y="13571"/>
                </a:lnTo>
                <a:lnTo>
                  <a:pt x="8163" y="12904"/>
                </a:lnTo>
                <a:lnTo>
                  <a:pt x="7143" y="12233"/>
                </a:lnTo>
                <a:lnTo>
                  <a:pt x="6122" y="11566"/>
                </a:lnTo>
                <a:lnTo>
                  <a:pt x="5102" y="10895"/>
                </a:lnTo>
                <a:lnTo>
                  <a:pt x="4082" y="10228"/>
                </a:lnTo>
                <a:lnTo>
                  <a:pt x="3061" y="9557"/>
                </a:lnTo>
                <a:lnTo>
                  <a:pt x="2040" y="8889"/>
                </a:lnTo>
                <a:lnTo>
                  <a:pt x="1021" y="8219"/>
                </a:lnTo>
                <a:lnTo>
                  <a:pt x="0" y="7551"/>
                </a:lnTo>
                <a:lnTo>
                  <a:pt x="845" y="5268"/>
                </a:lnTo>
                <a:lnTo>
                  <a:pt x="1661" y="3481"/>
                </a:lnTo>
                <a:lnTo>
                  <a:pt x="2472" y="2135"/>
                </a:lnTo>
                <a:lnTo>
                  <a:pt x="3305" y="1173"/>
                </a:lnTo>
                <a:lnTo>
                  <a:pt x="4180" y="534"/>
                </a:lnTo>
                <a:lnTo>
                  <a:pt x="5124" y="165"/>
                </a:lnTo>
                <a:lnTo>
                  <a:pt x="6161" y="7"/>
                </a:lnTo>
                <a:lnTo>
                  <a:pt x="7315" y="0"/>
                </a:lnTo>
                <a:lnTo>
                  <a:pt x="8610" y="88"/>
                </a:lnTo>
                <a:close/>
              </a:path>
            </a:pathLst>
          </a:custGeom>
          <a:solidFill>
            <a:srgbClr val="D3E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7" name="contour_06455"/>
          <p:cNvSpPr/>
          <p:nvPr/>
        </p:nvSpPr>
        <p:spPr>
          <a:xfrm>
            <a:off x="5214001" y="3196695"/>
            <a:ext cx="102105" cy="46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43" y="1271"/>
                </a:moveTo>
                <a:lnTo>
                  <a:pt x="20680" y="3402"/>
                </a:lnTo>
                <a:lnTo>
                  <a:pt x="21122" y="5516"/>
                </a:lnTo>
                <a:lnTo>
                  <a:pt x="21401" y="7668"/>
                </a:lnTo>
                <a:lnTo>
                  <a:pt x="21549" y="9900"/>
                </a:lnTo>
                <a:lnTo>
                  <a:pt x="21600" y="12272"/>
                </a:lnTo>
                <a:lnTo>
                  <a:pt x="21585" y="14824"/>
                </a:lnTo>
                <a:lnTo>
                  <a:pt x="21253" y="14786"/>
                </a:lnTo>
                <a:lnTo>
                  <a:pt x="20669" y="14725"/>
                </a:lnTo>
                <a:lnTo>
                  <a:pt x="19332" y="14586"/>
                </a:lnTo>
                <a:lnTo>
                  <a:pt x="18358" y="14525"/>
                </a:lnTo>
                <a:lnTo>
                  <a:pt x="17376" y="14464"/>
                </a:lnTo>
                <a:lnTo>
                  <a:pt x="16381" y="14400"/>
                </a:lnTo>
                <a:lnTo>
                  <a:pt x="15414" y="14322"/>
                </a:lnTo>
                <a:lnTo>
                  <a:pt x="14442" y="14244"/>
                </a:lnTo>
                <a:lnTo>
                  <a:pt x="13455" y="14163"/>
                </a:lnTo>
                <a:lnTo>
                  <a:pt x="12252" y="14569"/>
                </a:lnTo>
                <a:lnTo>
                  <a:pt x="11306" y="15135"/>
                </a:lnTo>
                <a:lnTo>
                  <a:pt x="10536" y="15901"/>
                </a:lnTo>
                <a:lnTo>
                  <a:pt x="9867" y="16894"/>
                </a:lnTo>
                <a:lnTo>
                  <a:pt x="9224" y="18151"/>
                </a:lnTo>
                <a:lnTo>
                  <a:pt x="8531" y="19709"/>
                </a:lnTo>
                <a:lnTo>
                  <a:pt x="7709" y="21600"/>
                </a:lnTo>
                <a:lnTo>
                  <a:pt x="6528" y="21536"/>
                </a:lnTo>
                <a:lnTo>
                  <a:pt x="5712" y="21383"/>
                </a:lnTo>
                <a:lnTo>
                  <a:pt x="4884" y="21021"/>
                </a:lnTo>
                <a:lnTo>
                  <a:pt x="3662" y="20329"/>
                </a:lnTo>
                <a:lnTo>
                  <a:pt x="3144" y="20048"/>
                </a:lnTo>
                <a:lnTo>
                  <a:pt x="1577" y="19191"/>
                </a:lnTo>
                <a:lnTo>
                  <a:pt x="796" y="18706"/>
                </a:lnTo>
                <a:lnTo>
                  <a:pt x="0" y="18212"/>
                </a:lnTo>
                <a:lnTo>
                  <a:pt x="720" y="16565"/>
                </a:lnTo>
                <a:lnTo>
                  <a:pt x="1443" y="14922"/>
                </a:lnTo>
                <a:lnTo>
                  <a:pt x="2166" y="13282"/>
                </a:lnTo>
                <a:lnTo>
                  <a:pt x="2891" y="11645"/>
                </a:lnTo>
                <a:lnTo>
                  <a:pt x="3427" y="10426"/>
                </a:lnTo>
                <a:lnTo>
                  <a:pt x="3968" y="9199"/>
                </a:lnTo>
                <a:lnTo>
                  <a:pt x="4517" y="7956"/>
                </a:lnTo>
                <a:lnTo>
                  <a:pt x="5404" y="6322"/>
                </a:lnTo>
                <a:lnTo>
                  <a:pt x="6320" y="4903"/>
                </a:lnTo>
                <a:lnTo>
                  <a:pt x="7263" y="3686"/>
                </a:lnTo>
                <a:lnTo>
                  <a:pt x="8231" y="2660"/>
                </a:lnTo>
                <a:lnTo>
                  <a:pt x="9223" y="1816"/>
                </a:lnTo>
                <a:lnTo>
                  <a:pt x="10236" y="1149"/>
                </a:lnTo>
                <a:lnTo>
                  <a:pt x="11269" y="640"/>
                </a:lnTo>
                <a:lnTo>
                  <a:pt x="12320" y="288"/>
                </a:lnTo>
                <a:lnTo>
                  <a:pt x="13389" y="78"/>
                </a:lnTo>
                <a:lnTo>
                  <a:pt x="14471" y="0"/>
                </a:lnTo>
                <a:lnTo>
                  <a:pt x="15567" y="47"/>
                </a:lnTo>
                <a:lnTo>
                  <a:pt x="16674" y="207"/>
                </a:lnTo>
                <a:lnTo>
                  <a:pt x="17789" y="471"/>
                </a:lnTo>
                <a:lnTo>
                  <a:pt x="18913" y="827"/>
                </a:lnTo>
                <a:lnTo>
                  <a:pt x="20043" y="1271"/>
                </a:lnTo>
                <a:close/>
              </a:path>
            </a:pathLst>
          </a:custGeom>
          <a:solidFill>
            <a:srgbClr val="BDD4E1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8" name="contour_06456"/>
          <p:cNvSpPr/>
          <p:nvPr/>
        </p:nvSpPr>
        <p:spPr>
          <a:xfrm>
            <a:off x="10519658" y="3191995"/>
            <a:ext cx="60920" cy="43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30" y="0"/>
                </a:moveTo>
                <a:lnTo>
                  <a:pt x="12579" y="384"/>
                </a:lnTo>
                <a:lnTo>
                  <a:pt x="14248" y="800"/>
                </a:lnTo>
                <a:lnTo>
                  <a:pt x="15869" y="1292"/>
                </a:lnTo>
                <a:lnTo>
                  <a:pt x="17460" y="1909"/>
                </a:lnTo>
                <a:lnTo>
                  <a:pt x="19055" y="2684"/>
                </a:lnTo>
                <a:lnTo>
                  <a:pt x="20672" y="3660"/>
                </a:lnTo>
                <a:lnTo>
                  <a:pt x="21236" y="6100"/>
                </a:lnTo>
                <a:lnTo>
                  <a:pt x="21535" y="8464"/>
                </a:lnTo>
                <a:lnTo>
                  <a:pt x="21600" y="10796"/>
                </a:lnTo>
                <a:lnTo>
                  <a:pt x="21458" y="13139"/>
                </a:lnTo>
                <a:lnTo>
                  <a:pt x="21140" y="15533"/>
                </a:lnTo>
                <a:lnTo>
                  <a:pt x="20672" y="18012"/>
                </a:lnTo>
                <a:lnTo>
                  <a:pt x="19391" y="19795"/>
                </a:lnTo>
                <a:lnTo>
                  <a:pt x="18088" y="21600"/>
                </a:lnTo>
                <a:lnTo>
                  <a:pt x="16292" y="21413"/>
                </a:lnTo>
                <a:lnTo>
                  <a:pt x="14941" y="21252"/>
                </a:lnTo>
                <a:lnTo>
                  <a:pt x="13781" y="21076"/>
                </a:lnTo>
                <a:lnTo>
                  <a:pt x="12556" y="20843"/>
                </a:lnTo>
                <a:lnTo>
                  <a:pt x="11008" y="20509"/>
                </a:lnTo>
                <a:lnTo>
                  <a:pt x="8881" y="20028"/>
                </a:lnTo>
                <a:lnTo>
                  <a:pt x="7225" y="19662"/>
                </a:lnTo>
                <a:lnTo>
                  <a:pt x="5558" y="19296"/>
                </a:lnTo>
                <a:lnTo>
                  <a:pt x="3866" y="18920"/>
                </a:lnTo>
                <a:lnTo>
                  <a:pt x="3297" y="18791"/>
                </a:lnTo>
                <a:lnTo>
                  <a:pt x="2295" y="18554"/>
                </a:lnTo>
                <a:lnTo>
                  <a:pt x="0" y="18012"/>
                </a:lnTo>
                <a:lnTo>
                  <a:pt x="602" y="16272"/>
                </a:lnTo>
                <a:lnTo>
                  <a:pt x="1207" y="14532"/>
                </a:lnTo>
                <a:lnTo>
                  <a:pt x="1814" y="12795"/>
                </a:lnTo>
                <a:lnTo>
                  <a:pt x="2421" y="11058"/>
                </a:lnTo>
                <a:lnTo>
                  <a:pt x="3098" y="9121"/>
                </a:lnTo>
                <a:lnTo>
                  <a:pt x="3783" y="7147"/>
                </a:lnTo>
                <a:lnTo>
                  <a:pt x="4866" y="4525"/>
                </a:lnTo>
                <a:lnTo>
                  <a:pt x="5902" y="2533"/>
                </a:lnTo>
                <a:lnTo>
                  <a:pt x="7106" y="1141"/>
                </a:lnTo>
                <a:lnTo>
                  <a:pt x="8680" y="309"/>
                </a:lnTo>
                <a:lnTo>
                  <a:pt x="10830" y="0"/>
                </a:lnTo>
                <a:close/>
              </a:path>
            </a:pathLst>
          </a:custGeom>
          <a:solidFill>
            <a:srgbClr val="C9D8E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59" name="contour_06457"/>
          <p:cNvSpPr/>
          <p:nvPr/>
        </p:nvSpPr>
        <p:spPr>
          <a:xfrm>
            <a:off x="9922043" y="3133836"/>
            <a:ext cx="19677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00" y="0"/>
                </a:moveTo>
                <a:lnTo>
                  <a:pt x="2119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21038" y="21600"/>
                </a:lnTo>
                <a:lnTo>
                  <a:pt x="20474" y="21600"/>
                </a:lnTo>
                <a:lnTo>
                  <a:pt x="19912" y="21600"/>
                </a:lnTo>
                <a:lnTo>
                  <a:pt x="19349" y="21600"/>
                </a:lnTo>
                <a:lnTo>
                  <a:pt x="18786" y="21600"/>
                </a:lnTo>
                <a:lnTo>
                  <a:pt x="18222" y="21600"/>
                </a:lnTo>
                <a:lnTo>
                  <a:pt x="17659" y="21600"/>
                </a:lnTo>
                <a:lnTo>
                  <a:pt x="17096" y="21600"/>
                </a:lnTo>
                <a:lnTo>
                  <a:pt x="16533" y="21600"/>
                </a:lnTo>
                <a:lnTo>
                  <a:pt x="15969" y="21600"/>
                </a:lnTo>
                <a:lnTo>
                  <a:pt x="15405" y="21600"/>
                </a:lnTo>
                <a:lnTo>
                  <a:pt x="14840" y="21600"/>
                </a:lnTo>
                <a:lnTo>
                  <a:pt x="14276" y="21600"/>
                </a:lnTo>
                <a:lnTo>
                  <a:pt x="13711" y="21600"/>
                </a:lnTo>
                <a:lnTo>
                  <a:pt x="13146" y="21600"/>
                </a:lnTo>
                <a:lnTo>
                  <a:pt x="12580" y="21600"/>
                </a:lnTo>
                <a:lnTo>
                  <a:pt x="12014" y="21600"/>
                </a:lnTo>
                <a:lnTo>
                  <a:pt x="11448" y="21600"/>
                </a:lnTo>
                <a:lnTo>
                  <a:pt x="10881" y="21600"/>
                </a:lnTo>
                <a:lnTo>
                  <a:pt x="10314" y="21600"/>
                </a:lnTo>
                <a:lnTo>
                  <a:pt x="9746" y="21600"/>
                </a:lnTo>
                <a:lnTo>
                  <a:pt x="9178" y="21600"/>
                </a:lnTo>
                <a:lnTo>
                  <a:pt x="8609" y="21600"/>
                </a:lnTo>
                <a:lnTo>
                  <a:pt x="8040" y="21600"/>
                </a:lnTo>
                <a:lnTo>
                  <a:pt x="7470" y="21600"/>
                </a:lnTo>
                <a:lnTo>
                  <a:pt x="6900" y="21600"/>
                </a:lnTo>
                <a:lnTo>
                  <a:pt x="6329" y="21600"/>
                </a:lnTo>
                <a:lnTo>
                  <a:pt x="5757" y="21600"/>
                </a:lnTo>
                <a:lnTo>
                  <a:pt x="5185" y="21600"/>
                </a:lnTo>
                <a:lnTo>
                  <a:pt x="4612" y="21600"/>
                </a:lnTo>
                <a:lnTo>
                  <a:pt x="4038" y="21600"/>
                </a:lnTo>
                <a:lnTo>
                  <a:pt x="3463" y="21600"/>
                </a:lnTo>
                <a:lnTo>
                  <a:pt x="2888" y="21600"/>
                </a:lnTo>
                <a:lnTo>
                  <a:pt x="2312" y="21600"/>
                </a:lnTo>
                <a:lnTo>
                  <a:pt x="1735" y="21600"/>
                </a:lnTo>
                <a:lnTo>
                  <a:pt x="1158" y="21600"/>
                </a:lnTo>
                <a:lnTo>
                  <a:pt x="579" y="21600"/>
                </a:lnTo>
                <a:lnTo>
                  <a:pt x="0" y="21600"/>
                </a:lnTo>
                <a:lnTo>
                  <a:pt x="0" y="19457"/>
                </a:lnTo>
                <a:lnTo>
                  <a:pt x="0" y="17280"/>
                </a:lnTo>
                <a:lnTo>
                  <a:pt x="407" y="17172"/>
                </a:lnTo>
                <a:lnTo>
                  <a:pt x="818" y="17064"/>
                </a:lnTo>
                <a:lnTo>
                  <a:pt x="1233" y="16952"/>
                </a:lnTo>
                <a:lnTo>
                  <a:pt x="1746" y="16813"/>
                </a:lnTo>
                <a:lnTo>
                  <a:pt x="2258" y="16675"/>
                </a:lnTo>
                <a:lnTo>
                  <a:pt x="2770" y="16533"/>
                </a:lnTo>
                <a:lnTo>
                  <a:pt x="3282" y="16394"/>
                </a:lnTo>
                <a:lnTo>
                  <a:pt x="3795" y="16252"/>
                </a:lnTo>
                <a:lnTo>
                  <a:pt x="4307" y="16109"/>
                </a:lnTo>
                <a:lnTo>
                  <a:pt x="4820" y="15962"/>
                </a:lnTo>
                <a:lnTo>
                  <a:pt x="5332" y="15820"/>
                </a:lnTo>
                <a:lnTo>
                  <a:pt x="5845" y="15673"/>
                </a:lnTo>
                <a:lnTo>
                  <a:pt x="6340" y="15535"/>
                </a:lnTo>
                <a:lnTo>
                  <a:pt x="6834" y="15396"/>
                </a:lnTo>
                <a:lnTo>
                  <a:pt x="7330" y="15263"/>
                </a:lnTo>
                <a:lnTo>
                  <a:pt x="7825" y="15133"/>
                </a:lnTo>
                <a:lnTo>
                  <a:pt x="9103" y="14792"/>
                </a:lnTo>
                <a:lnTo>
                  <a:pt x="10266" y="14481"/>
                </a:lnTo>
                <a:lnTo>
                  <a:pt x="11322" y="14196"/>
                </a:lnTo>
                <a:lnTo>
                  <a:pt x="12276" y="13928"/>
                </a:lnTo>
                <a:lnTo>
                  <a:pt x="13136" y="13681"/>
                </a:lnTo>
                <a:lnTo>
                  <a:pt x="13909" y="13448"/>
                </a:lnTo>
                <a:lnTo>
                  <a:pt x="14602" y="13224"/>
                </a:lnTo>
                <a:lnTo>
                  <a:pt x="15220" y="13008"/>
                </a:lnTo>
                <a:lnTo>
                  <a:pt x="15772" y="12796"/>
                </a:lnTo>
                <a:lnTo>
                  <a:pt x="16265" y="12584"/>
                </a:lnTo>
                <a:lnTo>
                  <a:pt x="16704" y="12364"/>
                </a:lnTo>
                <a:lnTo>
                  <a:pt x="17097" y="12139"/>
                </a:lnTo>
                <a:lnTo>
                  <a:pt x="17451" y="11902"/>
                </a:lnTo>
                <a:lnTo>
                  <a:pt x="17772" y="11647"/>
                </a:lnTo>
                <a:lnTo>
                  <a:pt x="18068" y="11379"/>
                </a:lnTo>
                <a:lnTo>
                  <a:pt x="18346" y="11081"/>
                </a:lnTo>
                <a:lnTo>
                  <a:pt x="18610" y="10761"/>
                </a:lnTo>
                <a:lnTo>
                  <a:pt x="18871" y="10411"/>
                </a:lnTo>
                <a:lnTo>
                  <a:pt x="19134" y="10027"/>
                </a:lnTo>
                <a:lnTo>
                  <a:pt x="19404" y="9608"/>
                </a:lnTo>
                <a:lnTo>
                  <a:pt x="19691" y="9145"/>
                </a:lnTo>
                <a:lnTo>
                  <a:pt x="20000" y="8640"/>
                </a:lnTo>
                <a:lnTo>
                  <a:pt x="20293" y="5983"/>
                </a:lnTo>
                <a:lnTo>
                  <a:pt x="20474" y="4199"/>
                </a:lnTo>
                <a:lnTo>
                  <a:pt x="20618" y="2475"/>
                </a:lnTo>
                <a:lnTo>
                  <a:pt x="20800" y="0"/>
                </a:lnTo>
                <a:close/>
              </a:path>
            </a:pathLst>
          </a:custGeom>
          <a:solidFill>
            <a:srgbClr val="B5CCD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0" name="contour_06458"/>
          <p:cNvSpPr/>
          <p:nvPr/>
        </p:nvSpPr>
        <p:spPr>
          <a:xfrm>
            <a:off x="8180213" y="3133960"/>
            <a:ext cx="58304" cy="51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38" y="1094"/>
                </a:moveTo>
                <a:lnTo>
                  <a:pt x="18209" y="1724"/>
                </a:lnTo>
                <a:lnTo>
                  <a:pt x="19894" y="2363"/>
                </a:lnTo>
                <a:lnTo>
                  <a:pt x="21600" y="3004"/>
                </a:lnTo>
                <a:lnTo>
                  <a:pt x="21311" y="4869"/>
                </a:lnTo>
                <a:lnTo>
                  <a:pt x="21017" y="6730"/>
                </a:lnTo>
                <a:lnTo>
                  <a:pt x="20720" y="8592"/>
                </a:lnTo>
                <a:lnTo>
                  <a:pt x="20420" y="10453"/>
                </a:lnTo>
                <a:lnTo>
                  <a:pt x="20088" y="12535"/>
                </a:lnTo>
                <a:lnTo>
                  <a:pt x="19753" y="14647"/>
                </a:lnTo>
                <a:lnTo>
                  <a:pt x="19219" y="16798"/>
                </a:lnTo>
                <a:lnTo>
                  <a:pt x="18670" y="18213"/>
                </a:lnTo>
                <a:lnTo>
                  <a:pt x="17774" y="19519"/>
                </a:lnTo>
                <a:lnTo>
                  <a:pt x="16200" y="21343"/>
                </a:lnTo>
                <a:lnTo>
                  <a:pt x="14307" y="21490"/>
                </a:lnTo>
                <a:lnTo>
                  <a:pt x="12930" y="21572"/>
                </a:lnTo>
                <a:lnTo>
                  <a:pt x="11672" y="21600"/>
                </a:lnTo>
                <a:lnTo>
                  <a:pt x="10139" y="21585"/>
                </a:lnTo>
                <a:lnTo>
                  <a:pt x="7930" y="21536"/>
                </a:lnTo>
                <a:lnTo>
                  <a:pt x="6450" y="21505"/>
                </a:lnTo>
                <a:lnTo>
                  <a:pt x="4960" y="21478"/>
                </a:lnTo>
                <a:lnTo>
                  <a:pt x="3448" y="21450"/>
                </a:lnTo>
                <a:lnTo>
                  <a:pt x="1736" y="21398"/>
                </a:lnTo>
                <a:lnTo>
                  <a:pt x="0" y="21343"/>
                </a:lnTo>
                <a:lnTo>
                  <a:pt x="1544" y="16483"/>
                </a:lnTo>
                <a:lnTo>
                  <a:pt x="2878" y="12376"/>
                </a:lnTo>
                <a:lnTo>
                  <a:pt x="4047" y="8968"/>
                </a:lnTo>
                <a:lnTo>
                  <a:pt x="5095" y="6199"/>
                </a:lnTo>
                <a:lnTo>
                  <a:pt x="6064" y="4019"/>
                </a:lnTo>
                <a:lnTo>
                  <a:pt x="7007" y="2372"/>
                </a:lnTo>
                <a:lnTo>
                  <a:pt x="7962" y="1204"/>
                </a:lnTo>
                <a:lnTo>
                  <a:pt x="8978" y="452"/>
                </a:lnTo>
                <a:lnTo>
                  <a:pt x="10101" y="70"/>
                </a:lnTo>
                <a:lnTo>
                  <a:pt x="11370" y="0"/>
                </a:lnTo>
                <a:lnTo>
                  <a:pt x="12839" y="183"/>
                </a:lnTo>
                <a:lnTo>
                  <a:pt x="14545" y="565"/>
                </a:lnTo>
                <a:lnTo>
                  <a:pt x="16538" y="1094"/>
                </a:lnTo>
                <a:close/>
              </a:path>
            </a:pathLst>
          </a:custGeom>
          <a:solidFill>
            <a:srgbClr val="BBC8D1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1" name="contour_06459"/>
          <p:cNvSpPr/>
          <p:nvPr/>
        </p:nvSpPr>
        <p:spPr>
          <a:xfrm>
            <a:off x="10512370" y="3133982"/>
            <a:ext cx="65665" cy="454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94" y="1352"/>
                </a:moveTo>
                <a:lnTo>
                  <a:pt x="18109" y="2586"/>
                </a:lnTo>
                <a:lnTo>
                  <a:pt x="19028" y="3547"/>
                </a:lnTo>
                <a:lnTo>
                  <a:pt x="19723" y="4733"/>
                </a:lnTo>
                <a:lnTo>
                  <a:pt x="20564" y="6633"/>
                </a:lnTo>
                <a:lnTo>
                  <a:pt x="20960" y="8803"/>
                </a:lnTo>
                <a:lnTo>
                  <a:pt x="21276" y="10873"/>
                </a:lnTo>
                <a:lnTo>
                  <a:pt x="21495" y="12925"/>
                </a:lnTo>
                <a:lnTo>
                  <a:pt x="21600" y="15030"/>
                </a:lnTo>
                <a:lnTo>
                  <a:pt x="21576" y="17266"/>
                </a:lnTo>
                <a:lnTo>
                  <a:pt x="20078" y="19177"/>
                </a:lnTo>
                <a:lnTo>
                  <a:pt x="18699" y="20400"/>
                </a:lnTo>
                <a:lnTo>
                  <a:pt x="17328" y="21094"/>
                </a:lnTo>
                <a:lnTo>
                  <a:pt x="15854" y="21416"/>
                </a:lnTo>
                <a:lnTo>
                  <a:pt x="14161" y="21534"/>
                </a:lnTo>
                <a:lnTo>
                  <a:pt x="12138" y="21600"/>
                </a:lnTo>
                <a:lnTo>
                  <a:pt x="9374" y="21520"/>
                </a:lnTo>
                <a:lnTo>
                  <a:pt x="7432" y="21389"/>
                </a:lnTo>
                <a:lnTo>
                  <a:pt x="6041" y="21128"/>
                </a:lnTo>
                <a:lnTo>
                  <a:pt x="4941" y="20653"/>
                </a:lnTo>
                <a:lnTo>
                  <a:pt x="3857" y="19894"/>
                </a:lnTo>
                <a:lnTo>
                  <a:pt x="2529" y="18767"/>
                </a:lnTo>
                <a:lnTo>
                  <a:pt x="1657" y="17183"/>
                </a:lnTo>
                <a:lnTo>
                  <a:pt x="1103" y="15775"/>
                </a:lnTo>
                <a:lnTo>
                  <a:pt x="630" y="13754"/>
                </a:lnTo>
                <a:lnTo>
                  <a:pt x="0" y="10332"/>
                </a:lnTo>
                <a:lnTo>
                  <a:pt x="947" y="7593"/>
                </a:lnTo>
                <a:lnTo>
                  <a:pt x="2031" y="5325"/>
                </a:lnTo>
                <a:lnTo>
                  <a:pt x="3244" y="3502"/>
                </a:lnTo>
                <a:lnTo>
                  <a:pt x="4577" y="2091"/>
                </a:lnTo>
                <a:lnTo>
                  <a:pt x="6022" y="1064"/>
                </a:lnTo>
                <a:lnTo>
                  <a:pt x="7571" y="392"/>
                </a:lnTo>
                <a:lnTo>
                  <a:pt x="9218" y="49"/>
                </a:lnTo>
                <a:lnTo>
                  <a:pt x="10951" y="0"/>
                </a:lnTo>
                <a:lnTo>
                  <a:pt x="12763" y="222"/>
                </a:lnTo>
                <a:lnTo>
                  <a:pt x="14648" y="683"/>
                </a:lnTo>
                <a:lnTo>
                  <a:pt x="16594" y="1352"/>
                </a:lnTo>
                <a:close/>
              </a:path>
            </a:pathLst>
          </a:custGeom>
          <a:solidFill>
            <a:srgbClr val="CAD8E3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2" name="contour_06460"/>
          <p:cNvSpPr/>
          <p:nvPr/>
        </p:nvSpPr>
        <p:spPr>
          <a:xfrm>
            <a:off x="10169835" y="3110712"/>
            <a:ext cx="65592" cy="52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21"/>
                </a:moveTo>
                <a:lnTo>
                  <a:pt x="1615" y="361"/>
                </a:lnTo>
                <a:lnTo>
                  <a:pt x="3221" y="217"/>
                </a:lnTo>
                <a:lnTo>
                  <a:pt x="4819" y="105"/>
                </a:lnTo>
                <a:lnTo>
                  <a:pt x="6413" y="27"/>
                </a:lnTo>
                <a:lnTo>
                  <a:pt x="8004" y="0"/>
                </a:lnTo>
                <a:lnTo>
                  <a:pt x="9595" y="24"/>
                </a:lnTo>
                <a:lnTo>
                  <a:pt x="11191" y="114"/>
                </a:lnTo>
                <a:lnTo>
                  <a:pt x="12792" y="277"/>
                </a:lnTo>
                <a:lnTo>
                  <a:pt x="14400" y="521"/>
                </a:lnTo>
                <a:lnTo>
                  <a:pt x="15283" y="2761"/>
                </a:lnTo>
                <a:lnTo>
                  <a:pt x="15850" y="4351"/>
                </a:lnTo>
                <a:lnTo>
                  <a:pt x="16214" y="5724"/>
                </a:lnTo>
                <a:lnTo>
                  <a:pt x="16493" y="7314"/>
                </a:lnTo>
                <a:lnTo>
                  <a:pt x="16800" y="9555"/>
                </a:lnTo>
                <a:lnTo>
                  <a:pt x="18386" y="9555"/>
                </a:lnTo>
                <a:lnTo>
                  <a:pt x="19982" y="9555"/>
                </a:lnTo>
                <a:lnTo>
                  <a:pt x="21600" y="9555"/>
                </a:lnTo>
                <a:lnTo>
                  <a:pt x="21600" y="11542"/>
                </a:lnTo>
                <a:lnTo>
                  <a:pt x="21600" y="13533"/>
                </a:lnTo>
                <a:lnTo>
                  <a:pt x="21600" y="15532"/>
                </a:lnTo>
                <a:lnTo>
                  <a:pt x="21600" y="17541"/>
                </a:lnTo>
                <a:lnTo>
                  <a:pt x="21600" y="19561"/>
                </a:lnTo>
                <a:lnTo>
                  <a:pt x="21600" y="21600"/>
                </a:lnTo>
                <a:lnTo>
                  <a:pt x="20014" y="21600"/>
                </a:lnTo>
                <a:lnTo>
                  <a:pt x="18418" y="21600"/>
                </a:lnTo>
                <a:lnTo>
                  <a:pt x="16800" y="21600"/>
                </a:lnTo>
                <a:lnTo>
                  <a:pt x="16800" y="19811"/>
                </a:lnTo>
                <a:lnTo>
                  <a:pt x="16800" y="18017"/>
                </a:lnTo>
                <a:lnTo>
                  <a:pt x="16800" y="16216"/>
                </a:lnTo>
                <a:lnTo>
                  <a:pt x="16800" y="14400"/>
                </a:lnTo>
                <a:lnTo>
                  <a:pt x="16800" y="12566"/>
                </a:lnTo>
                <a:lnTo>
                  <a:pt x="15137" y="12864"/>
                </a:lnTo>
                <a:lnTo>
                  <a:pt x="13471" y="13162"/>
                </a:lnTo>
                <a:lnTo>
                  <a:pt x="11806" y="13460"/>
                </a:lnTo>
                <a:lnTo>
                  <a:pt x="10138" y="13762"/>
                </a:lnTo>
                <a:lnTo>
                  <a:pt x="8462" y="14060"/>
                </a:lnTo>
                <a:lnTo>
                  <a:pt x="6785" y="14361"/>
                </a:lnTo>
                <a:lnTo>
                  <a:pt x="5100" y="14662"/>
                </a:lnTo>
                <a:lnTo>
                  <a:pt x="3408" y="14966"/>
                </a:lnTo>
                <a:lnTo>
                  <a:pt x="1709" y="15270"/>
                </a:lnTo>
                <a:lnTo>
                  <a:pt x="0" y="15577"/>
                </a:lnTo>
                <a:lnTo>
                  <a:pt x="0" y="13448"/>
                </a:lnTo>
                <a:lnTo>
                  <a:pt x="0" y="11316"/>
                </a:lnTo>
                <a:lnTo>
                  <a:pt x="0" y="9178"/>
                </a:lnTo>
                <a:lnTo>
                  <a:pt x="0" y="7031"/>
                </a:lnTo>
                <a:lnTo>
                  <a:pt x="0" y="4875"/>
                </a:lnTo>
                <a:lnTo>
                  <a:pt x="0" y="2707"/>
                </a:lnTo>
                <a:lnTo>
                  <a:pt x="0" y="521"/>
                </a:lnTo>
                <a:close/>
              </a:path>
            </a:pathLst>
          </a:custGeom>
          <a:solidFill>
            <a:srgbClr val="BDCBD3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3" name="contour_06461"/>
          <p:cNvSpPr/>
          <p:nvPr/>
        </p:nvSpPr>
        <p:spPr>
          <a:xfrm>
            <a:off x="10330171" y="3072340"/>
            <a:ext cx="72144" cy="41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10" y="0"/>
                </a:moveTo>
                <a:lnTo>
                  <a:pt x="12782" y="244"/>
                </a:lnTo>
                <a:lnTo>
                  <a:pt x="14319" y="560"/>
                </a:lnTo>
                <a:lnTo>
                  <a:pt x="15621" y="1059"/>
                </a:lnTo>
                <a:lnTo>
                  <a:pt x="16795" y="1837"/>
                </a:lnTo>
                <a:lnTo>
                  <a:pt x="17945" y="3002"/>
                </a:lnTo>
                <a:lnTo>
                  <a:pt x="19176" y="4656"/>
                </a:lnTo>
                <a:lnTo>
                  <a:pt x="20594" y="6908"/>
                </a:lnTo>
                <a:lnTo>
                  <a:pt x="21295" y="10554"/>
                </a:lnTo>
                <a:lnTo>
                  <a:pt x="21600" y="12844"/>
                </a:lnTo>
                <a:lnTo>
                  <a:pt x="21572" y="14757"/>
                </a:lnTo>
                <a:lnTo>
                  <a:pt x="21275" y="17249"/>
                </a:lnTo>
                <a:lnTo>
                  <a:pt x="20276" y="19272"/>
                </a:lnTo>
                <a:lnTo>
                  <a:pt x="19418" y="20396"/>
                </a:lnTo>
                <a:lnTo>
                  <a:pt x="18229" y="21036"/>
                </a:lnTo>
                <a:lnTo>
                  <a:pt x="16237" y="21600"/>
                </a:lnTo>
                <a:lnTo>
                  <a:pt x="14882" y="21543"/>
                </a:lnTo>
                <a:lnTo>
                  <a:pt x="13518" y="21490"/>
                </a:lnTo>
                <a:lnTo>
                  <a:pt x="12136" y="21436"/>
                </a:lnTo>
                <a:lnTo>
                  <a:pt x="10788" y="21409"/>
                </a:lnTo>
                <a:lnTo>
                  <a:pt x="9431" y="21383"/>
                </a:lnTo>
                <a:lnTo>
                  <a:pt x="8054" y="21360"/>
                </a:lnTo>
                <a:lnTo>
                  <a:pt x="6492" y="21040"/>
                </a:lnTo>
                <a:lnTo>
                  <a:pt x="5102" y="20632"/>
                </a:lnTo>
                <a:lnTo>
                  <a:pt x="3825" y="20072"/>
                </a:lnTo>
                <a:lnTo>
                  <a:pt x="2590" y="19302"/>
                </a:lnTo>
                <a:lnTo>
                  <a:pt x="1338" y="18270"/>
                </a:lnTo>
                <a:lnTo>
                  <a:pt x="0" y="16910"/>
                </a:lnTo>
                <a:lnTo>
                  <a:pt x="535" y="13602"/>
                </a:lnTo>
                <a:lnTo>
                  <a:pt x="1113" y="10699"/>
                </a:lnTo>
                <a:lnTo>
                  <a:pt x="1765" y="8184"/>
                </a:lnTo>
                <a:lnTo>
                  <a:pt x="2522" y="6043"/>
                </a:lnTo>
                <a:lnTo>
                  <a:pt x="3413" y="4252"/>
                </a:lnTo>
                <a:lnTo>
                  <a:pt x="4467" y="2800"/>
                </a:lnTo>
                <a:lnTo>
                  <a:pt x="5713" y="1669"/>
                </a:lnTo>
                <a:lnTo>
                  <a:pt x="7183" y="834"/>
                </a:lnTo>
                <a:lnTo>
                  <a:pt x="8905" y="286"/>
                </a:lnTo>
                <a:lnTo>
                  <a:pt x="10910" y="0"/>
                </a:lnTo>
                <a:close/>
              </a:path>
            </a:pathLst>
          </a:custGeom>
          <a:solidFill>
            <a:srgbClr val="CAD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4" name="contour_06462"/>
          <p:cNvSpPr/>
          <p:nvPr/>
        </p:nvSpPr>
        <p:spPr>
          <a:xfrm>
            <a:off x="4186394" y="3053668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97" y="238"/>
                </a:lnTo>
                <a:lnTo>
                  <a:pt x="2996" y="475"/>
                </a:lnTo>
                <a:lnTo>
                  <a:pt x="4495" y="713"/>
                </a:lnTo>
                <a:lnTo>
                  <a:pt x="5996" y="953"/>
                </a:lnTo>
                <a:lnTo>
                  <a:pt x="7504" y="1190"/>
                </a:lnTo>
                <a:lnTo>
                  <a:pt x="9014" y="1430"/>
                </a:lnTo>
                <a:lnTo>
                  <a:pt x="10530" y="1670"/>
                </a:lnTo>
                <a:lnTo>
                  <a:pt x="12053" y="1913"/>
                </a:lnTo>
                <a:lnTo>
                  <a:pt x="13582" y="2155"/>
                </a:lnTo>
                <a:lnTo>
                  <a:pt x="15120" y="2400"/>
                </a:lnTo>
                <a:lnTo>
                  <a:pt x="15120" y="3986"/>
                </a:lnTo>
                <a:lnTo>
                  <a:pt x="15120" y="5582"/>
                </a:lnTo>
                <a:lnTo>
                  <a:pt x="15120" y="7200"/>
                </a:lnTo>
                <a:lnTo>
                  <a:pt x="16548" y="7200"/>
                </a:lnTo>
                <a:lnTo>
                  <a:pt x="17984" y="7200"/>
                </a:lnTo>
                <a:lnTo>
                  <a:pt x="19440" y="7200"/>
                </a:lnTo>
                <a:lnTo>
                  <a:pt x="19678" y="8784"/>
                </a:lnTo>
                <a:lnTo>
                  <a:pt x="19915" y="10370"/>
                </a:lnTo>
                <a:lnTo>
                  <a:pt x="20153" y="11957"/>
                </a:lnTo>
                <a:lnTo>
                  <a:pt x="20393" y="13548"/>
                </a:lnTo>
                <a:lnTo>
                  <a:pt x="20632" y="15144"/>
                </a:lnTo>
                <a:lnTo>
                  <a:pt x="20872" y="16747"/>
                </a:lnTo>
                <a:lnTo>
                  <a:pt x="21114" y="18355"/>
                </a:lnTo>
                <a:lnTo>
                  <a:pt x="21356" y="19973"/>
                </a:lnTo>
                <a:lnTo>
                  <a:pt x="21600" y="21600"/>
                </a:lnTo>
                <a:lnTo>
                  <a:pt x="20317" y="21600"/>
                </a:lnTo>
                <a:lnTo>
                  <a:pt x="19030" y="21600"/>
                </a:lnTo>
                <a:lnTo>
                  <a:pt x="17738" y="21600"/>
                </a:lnTo>
                <a:lnTo>
                  <a:pt x="16435" y="21600"/>
                </a:lnTo>
                <a:lnTo>
                  <a:pt x="15120" y="21600"/>
                </a:lnTo>
                <a:lnTo>
                  <a:pt x="15297" y="20064"/>
                </a:lnTo>
                <a:lnTo>
                  <a:pt x="15479" y="18516"/>
                </a:lnTo>
                <a:lnTo>
                  <a:pt x="15660" y="16949"/>
                </a:lnTo>
                <a:lnTo>
                  <a:pt x="15645" y="14986"/>
                </a:lnTo>
                <a:lnTo>
                  <a:pt x="15507" y="13702"/>
                </a:lnTo>
                <a:lnTo>
                  <a:pt x="15120" y="12000"/>
                </a:lnTo>
                <a:lnTo>
                  <a:pt x="13191" y="11266"/>
                </a:lnTo>
                <a:lnTo>
                  <a:pt x="11899" y="10798"/>
                </a:lnTo>
                <a:lnTo>
                  <a:pt x="10945" y="10510"/>
                </a:lnTo>
                <a:lnTo>
                  <a:pt x="10022" y="10306"/>
                </a:lnTo>
                <a:lnTo>
                  <a:pt x="8834" y="10097"/>
                </a:lnTo>
                <a:lnTo>
                  <a:pt x="7342" y="9698"/>
                </a:lnTo>
                <a:lnTo>
                  <a:pt x="5975" y="9170"/>
                </a:lnTo>
                <a:lnTo>
                  <a:pt x="4704" y="8520"/>
                </a:lnTo>
                <a:lnTo>
                  <a:pt x="3499" y="7750"/>
                </a:lnTo>
                <a:lnTo>
                  <a:pt x="2335" y="6869"/>
                </a:lnTo>
                <a:lnTo>
                  <a:pt x="1177" y="5882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2A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5" name="contour_06463"/>
          <p:cNvSpPr/>
          <p:nvPr/>
        </p:nvSpPr>
        <p:spPr>
          <a:xfrm>
            <a:off x="10053227" y="3072974"/>
            <a:ext cx="72982" cy="398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13" y="1387"/>
                </a:moveTo>
                <a:lnTo>
                  <a:pt x="20220" y="3881"/>
                </a:lnTo>
                <a:lnTo>
                  <a:pt x="20826" y="6379"/>
                </a:lnTo>
                <a:lnTo>
                  <a:pt x="21246" y="8925"/>
                </a:lnTo>
                <a:lnTo>
                  <a:pt x="21499" y="11549"/>
                </a:lnTo>
                <a:lnTo>
                  <a:pt x="21600" y="14296"/>
                </a:lnTo>
                <a:lnTo>
                  <a:pt x="21570" y="17197"/>
                </a:lnTo>
                <a:lnTo>
                  <a:pt x="20291" y="19489"/>
                </a:lnTo>
                <a:lnTo>
                  <a:pt x="19428" y="20711"/>
                </a:lnTo>
                <a:lnTo>
                  <a:pt x="18591" y="21276"/>
                </a:lnTo>
                <a:lnTo>
                  <a:pt x="17385" y="21600"/>
                </a:lnTo>
                <a:lnTo>
                  <a:pt x="16180" y="21568"/>
                </a:lnTo>
                <a:lnTo>
                  <a:pt x="14957" y="21537"/>
                </a:lnTo>
                <a:lnTo>
                  <a:pt x="14301" y="21525"/>
                </a:lnTo>
                <a:lnTo>
                  <a:pt x="12323" y="21497"/>
                </a:lnTo>
                <a:lnTo>
                  <a:pt x="10957" y="21446"/>
                </a:lnTo>
                <a:lnTo>
                  <a:pt x="9573" y="21394"/>
                </a:lnTo>
                <a:lnTo>
                  <a:pt x="8880" y="21383"/>
                </a:lnTo>
                <a:lnTo>
                  <a:pt x="6794" y="21343"/>
                </a:lnTo>
                <a:lnTo>
                  <a:pt x="5436" y="21311"/>
                </a:lnTo>
                <a:lnTo>
                  <a:pt x="4077" y="21276"/>
                </a:lnTo>
                <a:lnTo>
                  <a:pt x="2718" y="21236"/>
                </a:lnTo>
                <a:lnTo>
                  <a:pt x="1359" y="21193"/>
                </a:lnTo>
                <a:lnTo>
                  <a:pt x="0" y="21149"/>
                </a:lnTo>
                <a:lnTo>
                  <a:pt x="684" y="16960"/>
                </a:lnTo>
                <a:lnTo>
                  <a:pt x="1227" y="13861"/>
                </a:lnTo>
                <a:lnTo>
                  <a:pt x="1719" y="11565"/>
                </a:lnTo>
                <a:lnTo>
                  <a:pt x="2243" y="9778"/>
                </a:lnTo>
                <a:lnTo>
                  <a:pt x="2884" y="8217"/>
                </a:lnTo>
                <a:lnTo>
                  <a:pt x="3725" y="6585"/>
                </a:lnTo>
                <a:lnTo>
                  <a:pt x="4853" y="4597"/>
                </a:lnTo>
                <a:lnTo>
                  <a:pt x="6296" y="3427"/>
                </a:lnTo>
                <a:lnTo>
                  <a:pt x="7724" y="2399"/>
                </a:lnTo>
                <a:lnTo>
                  <a:pt x="9146" y="1530"/>
                </a:lnTo>
                <a:lnTo>
                  <a:pt x="10565" y="838"/>
                </a:lnTo>
                <a:lnTo>
                  <a:pt x="11988" y="344"/>
                </a:lnTo>
                <a:lnTo>
                  <a:pt x="13425" y="55"/>
                </a:lnTo>
                <a:lnTo>
                  <a:pt x="14879" y="0"/>
                </a:lnTo>
                <a:lnTo>
                  <a:pt x="16356" y="194"/>
                </a:lnTo>
                <a:lnTo>
                  <a:pt x="17866" y="648"/>
                </a:lnTo>
                <a:lnTo>
                  <a:pt x="19413" y="1387"/>
                </a:lnTo>
                <a:close/>
              </a:path>
            </a:pathLst>
          </a:custGeom>
          <a:solidFill>
            <a:srgbClr val="D3D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6" name="contour_06464"/>
          <p:cNvSpPr/>
          <p:nvPr/>
        </p:nvSpPr>
        <p:spPr>
          <a:xfrm>
            <a:off x="8544613" y="3039092"/>
            <a:ext cx="94744" cy="65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3445" y="609"/>
                </a:lnTo>
                <a:lnTo>
                  <a:pt x="13909" y="2442"/>
                </a:lnTo>
                <a:lnTo>
                  <a:pt x="14427" y="3600"/>
                </a:lnTo>
                <a:lnTo>
                  <a:pt x="14954" y="4775"/>
                </a:lnTo>
                <a:lnTo>
                  <a:pt x="16158" y="4706"/>
                </a:lnTo>
                <a:lnTo>
                  <a:pt x="17047" y="4474"/>
                </a:lnTo>
                <a:lnTo>
                  <a:pt x="18380" y="3880"/>
                </a:lnTo>
                <a:lnTo>
                  <a:pt x="19285" y="3481"/>
                </a:lnTo>
                <a:lnTo>
                  <a:pt x="20204" y="3078"/>
                </a:lnTo>
                <a:lnTo>
                  <a:pt x="20897" y="2736"/>
                </a:lnTo>
                <a:lnTo>
                  <a:pt x="21600" y="2388"/>
                </a:lnTo>
                <a:lnTo>
                  <a:pt x="21470" y="5052"/>
                </a:lnTo>
                <a:lnTo>
                  <a:pt x="21344" y="6936"/>
                </a:lnTo>
                <a:lnTo>
                  <a:pt x="21173" y="8299"/>
                </a:lnTo>
                <a:lnTo>
                  <a:pt x="20912" y="9412"/>
                </a:lnTo>
                <a:lnTo>
                  <a:pt x="20517" y="10536"/>
                </a:lnTo>
                <a:lnTo>
                  <a:pt x="19938" y="11938"/>
                </a:lnTo>
                <a:lnTo>
                  <a:pt x="18883" y="12628"/>
                </a:lnTo>
                <a:lnTo>
                  <a:pt x="17832" y="13236"/>
                </a:lnTo>
                <a:lnTo>
                  <a:pt x="16778" y="13781"/>
                </a:lnTo>
                <a:lnTo>
                  <a:pt x="15716" y="14270"/>
                </a:lnTo>
                <a:lnTo>
                  <a:pt x="14640" y="14719"/>
                </a:lnTo>
                <a:lnTo>
                  <a:pt x="13543" y="15137"/>
                </a:lnTo>
                <a:lnTo>
                  <a:pt x="12417" y="15538"/>
                </a:lnTo>
                <a:lnTo>
                  <a:pt x="11209" y="16133"/>
                </a:lnTo>
                <a:lnTo>
                  <a:pt x="10385" y="16622"/>
                </a:lnTo>
                <a:lnTo>
                  <a:pt x="9747" y="17190"/>
                </a:lnTo>
                <a:lnTo>
                  <a:pt x="9089" y="18012"/>
                </a:lnTo>
                <a:lnTo>
                  <a:pt x="8210" y="19267"/>
                </a:lnTo>
                <a:lnTo>
                  <a:pt x="7278" y="20552"/>
                </a:lnTo>
                <a:lnTo>
                  <a:pt x="6620" y="21225"/>
                </a:lnTo>
                <a:lnTo>
                  <a:pt x="5920" y="21500"/>
                </a:lnTo>
                <a:lnTo>
                  <a:pt x="4868" y="21600"/>
                </a:lnTo>
                <a:lnTo>
                  <a:pt x="3999" y="21249"/>
                </a:lnTo>
                <a:lnTo>
                  <a:pt x="3115" y="20891"/>
                </a:lnTo>
                <a:lnTo>
                  <a:pt x="2233" y="20576"/>
                </a:lnTo>
                <a:lnTo>
                  <a:pt x="1338" y="20256"/>
                </a:lnTo>
                <a:lnTo>
                  <a:pt x="1005" y="19967"/>
                </a:lnTo>
                <a:lnTo>
                  <a:pt x="0" y="19100"/>
                </a:lnTo>
                <a:lnTo>
                  <a:pt x="0" y="17522"/>
                </a:lnTo>
                <a:lnTo>
                  <a:pt x="0" y="15934"/>
                </a:lnTo>
                <a:lnTo>
                  <a:pt x="0" y="14325"/>
                </a:lnTo>
                <a:lnTo>
                  <a:pt x="1028" y="13745"/>
                </a:lnTo>
                <a:lnTo>
                  <a:pt x="1791" y="13346"/>
                </a:lnTo>
                <a:lnTo>
                  <a:pt x="2517" y="13029"/>
                </a:lnTo>
                <a:lnTo>
                  <a:pt x="3436" y="12692"/>
                </a:lnTo>
                <a:lnTo>
                  <a:pt x="4777" y="12236"/>
                </a:lnTo>
                <a:lnTo>
                  <a:pt x="6561" y="11479"/>
                </a:lnTo>
                <a:lnTo>
                  <a:pt x="7874" y="10880"/>
                </a:lnTo>
                <a:lnTo>
                  <a:pt x="8828" y="10350"/>
                </a:lnTo>
                <a:lnTo>
                  <a:pt x="9539" y="9798"/>
                </a:lnTo>
                <a:lnTo>
                  <a:pt x="10124" y="9137"/>
                </a:lnTo>
                <a:lnTo>
                  <a:pt x="10695" y="8275"/>
                </a:lnTo>
                <a:lnTo>
                  <a:pt x="11372" y="7124"/>
                </a:lnTo>
                <a:lnTo>
                  <a:pt x="11810" y="5797"/>
                </a:lnTo>
                <a:lnTo>
                  <a:pt x="12129" y="4763"/>
                </a:lnTo>
                <a:lnTo>
                  <a:pt x="12422" y="3679"/>
                </a:lnTo>
                <a:lnTo>
                  <a:pt x="12779" y="2206"/>
                </a:lnTo>
                <a:lnTo>
                  <a:pt x="13292" y="0"/>
                </a:lnTo>
                <a:close/>
              </a:path>
            </a:pathLst>
          </a:custGeom>
          <a:solidFill>
            <a:srgbClr val="8C7D5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7" name="contour_06465"/>
          <p:cNvSpPr/>
          <p:nvPr/>
        </p:nvSpPr>
        <p:spPr>
          <a:xfrm>
            <a:off x="4091650" y="2944349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07" y="1296"/>
                </a:lnTo>
                <a:lnTo>
                  <a:pt x="16126" y="2590"/>
                </a:lnTo>
                <a:lnTo>
                  <a:pt x="16862" y="3882"/>
                </a:lnTo>
                <a:lnTo>
                  <a:pt x="17522" y="5176"/>
                </a:lnTo>
                <a:lnTo>
                  <a:pt x="18113" y="6474"/>
                </a:lnTo>
                <a:lnTo>
                  <a:pt x="18636" y="7778"/>
                </a:lnTo>
                <a:lnTo>
                  <a:pt x="19104" y="9090"/>
                </a:lnTo>
                <a:lnTo>
                  <a:pt x="19514" y="10409"/>
                </a:lnTo>
                <a:lnTo>
                  <a:pt x="19882" y="11743"/>
                </a:lnTo>
                <a:lnTo>
                  <a:pt x="20206" y="13090"/>
                </a:lnTo>
                <a:lnTo>
                  <a:pt x="20494" y="14454"/>
                </a:lnTo>
                <a:lnTo>
                  <a:pt x="20750" y="15837"/>
                </a:lnTo>
                <a:lnTo>
                  <a:pt x="20986" y="17241"/>
                </a:lnTo>
                <a:lnTo>
                  <a:pt x="21202" y="18668"/>
                </a:lnTo>
                <a:lnTo>
                  <a:pt x="21403" y="20119"/>
                </a:lnTo>
                <a:lnTo>
                  <a:pt x="21600" y="21600"/>
                </a:lnTo>
                <a:lnTo>
                  <a:pt x="21182" y="20667"/>
                </a:lnTo>
                <a:lnTo>
                  <a:pt x="20755" y="19721"/>
                </a:lnTo>
                <a:lnTo>
                  <a:pt x="19814" y="18523"/>
                </a:lnTo>
                <a:lnTo>
                  <a:pt x="19068" y="17818"/>
                </a:lnTo>
                <a:lnTo>
                  <a:pt x="18125" y="17333"/>
                </a:lnTo>
                <a:lnTo>
                  <a:pt x="16594" y="16791"/>
                </a:lnTo>
                <a:lnTo>
                  <a:pt x="14770" y="16524"/>
                </a:lnTo>
                <a:lnTo>
                  <a:pt x="13037" y="16296"/>
                </a:lnTo>
                <a:lnTo>
                  <a:pt x="11378" y="16127"/>
                </a:lnTo>
                <a:lnTo>
                  <a:pt x="9768" y="16025"/>
                </a:lnTo>
                <a:lnTo>
                  <a:pt x="8189" y="16010"/>
                </a:lnTo>
                <a:lnTo>
                  <a:pt x="6617" y="16090"/>
                </a:lnTo>
                <a:lnTo>
                  <a:pt x="5035" y="16282"/>
                </a:lnTo>
                <a:lnTo>
                  <a:pt x="3418" y="16601"/>
                </a:lnTo>
                <a:lnTo>
                  <a:pt x="1747" y="17060"/>
                </a:lnTo>
                <a:lnTo>
                  <a:pt x="0" y="17673"/>
                </a:lnTo>
                <a:lnTo>
                  <a:pt x="442" y="16371"/>
                </a:lnTo>
                <a:lnTo>
                  <a:pt x="902" y="15093"/>
                </a:lnTo>
                <a:lnTo>
                  <a:pt x="1397" y="13836"/>
                </a:lnTo>
                <a:lnTo>
                  <a:pt x="1937" y="12603"/>
                </a:lnTo>
                <a:lnTo>
                  <a:pt x="2532" y="11389"/>
                </a:lnTo>
                <a:lnTo>
                  <a:pt x="3199" y="10193"/>
                </a:lnTo>
                <a:lnTo>
                  <a:pt x="3953" y="9015"/>
                </a:lnTo>
                <a:lnTo>
                  <a:pt x="4800" y="7855"/>
                </a:lnTo>
                <a:lnTo>
                  <a:pt x="6502" y="7485"/>
                </a:lnTo>
                <a:lnTo>
                  <a:pt x="8042" y="7311"/>
                </a:lnTo>
                <a:lnTo>
                  <a:pt x="9514" y="7297"/>
                </a:lnTo>
                <a:lnTo>
                  <a:pt x="11004" y="7409"/>
                </a:lnTo>
                <a:lnTo>
                  <a:pt x="12602" y="7605"/>
                </a:lnTo>
                <a:lnTo>
                  <a:pt x="14400" y="7855"/>
                </a:lnTo>
                <a:lnTo>
                  <a:pt x="14400" y="6559"/>
                </a:lnTo>
                <a:lnTo>
                  <a:pt x="14400" y="5261"/>
                </a:lnTo>
                <a:lnTo>
                  <a:pt x="14400" y="3957"/>
                </a:lnTo>
                <a:lnTo>
                  <a:pt x="14400" y="2647"/>
                </a:lnTo>
                <a:lnTo>
                  <a:pt x="14400" y="1329"/>
                </a:lnTo>
                <a:lnTo>
                  <a:pt x="14400" y="0"/>
                </a:lnTo>
                <a:close/>
              </a:path>
            </a:pathLst>
          </a:custGeom>
          <a:solidFill>
            <a:srgbClr val="574E40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8" name="contour_06466"/>
          <p:cNvSpPr/>
          <p:nvPr/>
        </p:nvSpPr>
        <p:spPr>
          <a:xfrm>
            <a:off x="7196334" y="2944349"/>
            <a:ext cx="5857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13" y="0"/>
                </a:moveTo>
                <a:lnTo>
                  <a:pt x="19337" y="1452"/>
                </a:lnTo>
                <a:lnTo>
                  <a:pt x="19797" y="2890"/>
                </a:lnTo>
                <a:lnTo>
                  <a:pt x="20194" y="4318"/>
                </a:lnTo>
                <a:lnTo>
                  <a:pt x="20530" y="5739"/>
                </a:lnTo>
                <a:lnTo>
                  <a:pt x="20815" y="7154"/>
                </a:lnTo>
                <a:lnTo>
                  <a:pt x="21049" y="8564"/>
                </a:lnTo>
                <a:lnTo>
                  <a:pt x="21234" y="9977"/>
                </a:lnTo>
                <a:lnTo>
                  <a:pt x="21380" y="11392"/>
                </a:lnTo>
                <a:lnTo>
                  <a:pt x="21482" y="12813"/>
                </a:lnTo>
                <a:lnTo>
                  <a:pt x="21552" y="14241"/>
                </a:lnTo>
                <a:lnTo>
                  <a:pt x="21589" y="15679"/>
                </a:lnTo>
                <a:lnTo>
                  <a:pt x="21600" y="17133"/>
                </a:lnTo>
                <a:lnTo>
                  <a:pt x="21584" y="18602"/>
                </a:lnTo>
                <a:lnTo>
                  <a:pt x="21552" y="20090"/>
                </a:lnTo>
                <a:lnTo>
                  <a:pt x="21501" y="21600"/>
                </a:lnTo>
                <a:lnTo>
                  <a:pt x="19477" y="21151"/>
                </a:lnTo>
                <a:lnTo>
                  <a:pt x="17566" y="20680"/>
                </a:lnTo>
                <a:lnTo>
                  <a:pt x="15763" y="20174"/>
                </a:lnTo>
                <a:lnTo>
                  <a:pt x="14056" y="19621"/>
                </a:lnTo>
                <a:lnTo>
                  <a:pt x="12441" y="19006"/>
                </a:lnTo>
                <a:lnTo>
                  <a:pt x="10906" y="18319"/>
                </a:lnTo>
                <a:lnTo>
                  <a:pt x="9449" y="17541"/>
                </a:lnTo>
                <a:lnTo>
                  <a:pt x="8060" y="16664"/>
                </a:lnTo>
                <a:lnTo>
                  <a:pt x="6730" y="15673"/>
                </a:lnTo>
                <a:lnTo>
                  <a:pt x="5453" y="14554"/>
                </a:lnTo>
                <a:lnTo>
                  <a:pt x="4219" y="13295"/>
                </a:lnTo>
                <a:lnTo>
                  <a:pt x="3024" y="11880"/>
                </a:lnTo>
                <a:lnTo>
                  <a:pt x="1854" y="10238"/>
                </a:lnTo>
                <a:lnTo>
                  <a:pt x="1150" y="9130"/>
                </a:lnTo>
                <a:lnTo>
                  <a:pt x="626" y="8046"/>
                </a:lnTo>
                <a:lnTo>
                  <a:pt x="0" y="6480"/>
                </a:lnTo>
                <a:lnTo>
                  <a:pt x="693" y="5007"/>
                </a:lnTo>
                <a:lnTo>
                  <a:pt x="1201" y="4067"/>
                </a:lnTo>
                <a:lnTo>
                  <a:pt x="1785" y="3253"/>
                </a:lnTo>
                <a:lnTo>
                  <a:pt x="2688" y="2160"/>
                </a:lnTo>
                <a:lnTo>
                  <a:pt x="3851" y="2918"/>
                </a:lnTo>
                <a:lnTo>
                  <a:pt x="5026" y="3681"/>
                </a:lnTo>
                <a:lnTo>
                  <a:pt x="6214" y="4454"/>
                </a:lnTo>
                <a:lnTo>
                  <a:pt x="8463" y="5439"/>
                </a:lnTo>
                <a:lnTo>
                  <a:pt x="10060" y="6007"/>
                </a:lnTo>
                <a:lnTo>
                  <a:pt x="11441" y="6234"/>
                </a:lnTo>
                <a:lnTo>
                  <a:pt x="13037" y="6186"/>
                </a:lnTo>
                <a:lnTo>
                  <a:pt x="15287" y="5940"/>
                </a:lnTo>
                <a:lnTo>
                  <a:pt x="15806" y="5702"/>
                </a:lnTo>
                <a:lnTo>
                  <a:pt x="16719" y="5281"/>
                </a:lnTo>
                <a:lnTo>
                  <a:pt x="18813" y="4320"/>
                </a:lnTo>
                <a:lnTo>
                  <a:pt x="18813" y="2892"/>
                </a:lnTo>
                <a:lnTo>
                  <a:pt x="18813" y="1456"/>
                </a:lnTo>
                <a:lnTo>
                  <a:pt x="18813" y="0"/>
                </a:lnTo>
                <a:close/>
              </a:path>
            </a:pathLst>
          </a:custGeom>
          <a:solidFill>
            <a:srgbClr val="C3D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469" name="contour_06467"/>
          <p:cNvSpPr/>
          <p:nvPr/>
        </p:nvSpPr>
        <p:spPr>
          <a:xfrm>
            <a:off x="6657023" y="2929773"/>
            <a:ext cx="23103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47" y="238"/>
                </a:lnTo>
                <a:lnTo>
                  <a:pt x="8109" y="476"/>
                </a:lnTo>
                <a:lnTo>
                  <a:pt x="12183" y="715"/>
                </a:lnTo>
                <a:lnTo>
                  <a:pt x="16292" y="956"/>
                </a:lnTo>
                <a:lnTo>
                  <a:pt x="20442" y="1200"/>
                </a:lnTo>
                <a:lnTo>
                  <a:pt x="21048" y="2016"/>
                </a:lnTo>
                <a:lnTo>
                  <a:pt x="21430" y="2772"/>
                </a:lnTo>
                <a:lnTo>
                  <a:pt x="21600" y="3499"/>
                </a:lnTo>
                <a:lnTo>
                  <a:pt x="21566" y="4223"/>
                </a:lnTo>
                <a:lnTo>
                  <a:pt x="21348" y="4973"/>
                </a:lnTo>
                <a:lnTo>
                  <a:pt x="20946" y="5779"/>
                </a:lnTo>
                <a:lnTo>
                  <a:pt x="20673" y="6458"/>
                </a:lnTo>
                <a:lnTo>
                  <a:pt x="20401" y="7147"/>
                </a:lnTo>
                <a:lnTo>
                  <a:pt x="20087" y="7868"/>
                </a:lnTo>
                <a:lnTo>
                  <a:pt x="19760" y="8590"/>
                </a:lnTo>
                <a:lnTo>
                  <a:pt x="19413" y="9311"/>
                </a:lnTo>
                <a:lnTo>
                  <a:pt x="19052" y="10032"/>
                </a:lnTo>
                <a:lnTo>
                  <a:pt x="18684" y="10753"/>
                </a:lnTo>
                <a:lnTo>
                  <a:pt x="18316" y="11474"/>
                </a:lnTo>
                <a:lnTo>
                  <a:pt x="17989" y="12208"/>
                </a:lnTo>
                <a:lnTo>
                  <a:pt x="17668" y="12941"/>
                </a:lnTo>
                <a:lnTo>
                  <a:pt x="17355" y="13674"/>
                </a:lnTo>
                <a:lnTo>
                  <a:pt x="17048" y="14407"/>
                </a:lnTo>
                <a:lnTo>
                  <a:pt x="16701" y="15208"/>
                </a:lnTo>
                <a:lnTo>
                  <a:pt x="16340" y="16007"/>
                </a:lnTo>
                <a:lnTo>
                  <a:pt x="15979" y="16806"/>
                </a:lnTo>
                <a:lnTo>
                  <a:pt x="15604" y="17605"/>
                </a:lnTo>
                <a:lnTo>
                  <a:pt x="15222" y="18404"/>
                </a:lnTo>
                <a:lnTo>
                  <a:pt x="14834" y="19204"/>
                </a:lnTo>
                <a:lnTo>
                  <a:pt x="14439" y="20003"/>
                </a:lnTo>
                <a:lnTo>
                  <a:pt x="14037" y="20801"/>
                </a:lnTo>
                <a:lnTo>
                  <a:pt x="13628" y="21600"/>
                </a:lnTo>
                <a:lnTo>
                  <a:pt x="9124" y="21600"/>
                </a:lnTo>
                <a:lnTo>
                  <a:pt x="4593" y="21600"/>
                </a:lnTo>
                <a:lnTo>
                  <a:pt x="0" y="21600"/>
                </a:lnTo>
                <a:lnTo>
                  <a:pt x="0" y="20778"/>
                </a:lnTo>
                <a:lnTo>
                  <a:pt x="0" y="19955"/>
                </a:lnTo>
                <a:lnTo>
                  <a:pt x="0" y="19133"/>
                </a:lnTo>
                <a:lnTo>
                  <a:pt x="0" y="18310"/>
                </a:lnTo>
                <a:lnTo>
                  <a:pt x="0" y="17486"/>
                </a:lnTo>
                <a:lnTo>
                  <a:pt x="0" y="16662"/>
                </a:lnTo>
                <a:lnTo>
                  <a:pt x="0" y="15839"/>
                </a:lnTo>
                <a:lnTo>
                  <a:pt x="0" y="15014"/>
                </a:lnTo>
                <a:lnTo>
                  <a:pt x="0" y="14189"/>
                </a:lnTo>
                <a:lnTo>
                  <a:pt x="0" y="13363"/>
                </a:lnTo>
                <a:lnTo>
                  <a:pt x="0" y="12536"/>
                </a:lnTo>
                <a:lnTo>
                  <a:pt x="0" y="11710"/>
                </a:lnTo>
                <a:lnTo>
                  <a:pt x="0" y="10880"/>
                </a:lnTo>
                <a:lnTo>
                  <a:pt x="0" y="10052"/>
                </a:lnTo>
                <a:lnTo>
                  <a:pt x="0" y="9222"/>
                </a:lnTo>
                <a:lnTo>
                  <a:pt x="0" y="8390"/>
                </a:lnTo>
                <a:lnTo>
                  <a:pt x="0" y="7558"/>
                </a:lnTo>
                <a:lnTo>
                  <a:pt x="0" y="6724"/>
                </a:lnTo>
                <a:lnTo>
                  <a:pt x="0" y="5888"/>
                </a:lnTo>
                <a:lnTo>
                  <a:pt x="0" y="5052"/>
                </a:lnTo>
                <a:lnTo>
                  <a:pt x="0" y="4214"/>
                </a:lnTo>
                <a:lnTo>
                  <a:pt x="0" y="3374"/>
                </a:lnTo>
                <a:lnTo>
                  <a:pt x="0" y="2534"/>
                </a:lnTo>
                <a:lnTo>
                  <a:pt x="0" y="1691"/>
                </a:lnTo>
                <a:lnTo>
                  <a:pt x="0" y="846"/>
                </a:lnTo>
                <a:lnTo>
                  <a:pt x="0" y="0"/>
                </a:lnTo>
                <a:close/>
              </a:path>
            </a:pathLst>
          </a:custGeom>
          <a:solidFill>
            <a:srgbClr val="96A9B4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0" name="contour_06468"/>
          <p:cNvSpPr/>
          <p:nvPr/>
        </p:nvSpPr>
        <p:spPr>
          <a:xfrm>
            <a:off x="3725829" y="2842317"/>
            <a:ext cx="96165" cy="755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9" y="0"/>
                </a:moveTo>
                <a:lnTo>
                  <a:pt x="1400" y="0"/>
                </a:lnTo>
                <a:lnTo>
                  <a:pt x="2482" y="0"/>
                </a:lnTo>
                <a:lnTo>
                  <a:pt x="3569" y="0"/>
                </a:lnTo>
                <a:lnTo>
                  <a:pt x="4660" y="0"/>
                </a:lnTo>
                <a:lnTo>
                  <a:pt x="5759" y="0"/>
                </a:lnTo>
                <a:lnTo>
                  <a:pt x="6867" y="0"/>
                </a:lnTo>
                <a:lnTo>
                  <a:pt x="6743" y="1427"/>
                </a:lnTo>
                <a:lnTo>
                  <a:pt x="6618" y="2857"/>
                </a:lnTo>
                <a:lnTo>
                  <a:pt x="6492" y="4287"/>
                </a:lnTo>
                <a:lnTo>
                  <a:pt x="6368" y="5718"/>
                </a:lnTo>
                <a:lnTo>
                  <a:pt x="6243" y="7152"/>
                </a:lnTo>
                <a:lnTo>
                  <a:pt x="6117" y="8588"/>
                </a:lnTo>
                <a:lnTo>
                  <a:pt x="5991" y="10028"/>
                </a:lnTo>
                <a:lnTo>
                  <a:pt x="5865" y="11470"/>
                </a:lnTo>
                <a:lnTo>
                  <a:pt x="5739" y="12916"/>
                </a:lnTo>
                <a:lnTo>
                  <a:pt x="5613" y="14369"/>
                </a:lnTo>
                <a:lnTo>
                  <a:pt x="5486" y="15825"/>
                </a:lnTo>
                <a:lnTo>
                  <a:pt x="5358" y="17286"/>
                </a:lnTo>
                <a:lnTo>
                  <a:pt x="5230" y="18755"/>
                </a:lnTo>
                <a:lnTo>
                  <a:pt x="6388" y="18755"/>
                </a:lnTo>
                <a:lnTo>
                  <a:pt x="7546" y="18755"/>
                </a:lnTo>
                <a:lnTo>
                  <a:pt x="8704" y="18755"/>
                </a:lnTo>
                <a:lnTo>
                  <a:pt x="9864" y="18755"/>
                </a:lnTo>
                <a:lnTo>
                  <a:pt x="11025" y="18755"/>
                </a:lnTo>
                <a:lnTo>
                  <a:pt x="12189" y="18755"/>
                </a:lnTo>
                <a:lnTo>
                  <a:pt x="13353" y="18755"/>
                </a:lnTo>
                <a:lnTo>
                  <a:pt x="14522" y="18755"/>
                </a:lnTo>
                <a:lnTo>
                  <a:pt x="15692" y="18755"/>
                </a:lnTo>
                <a:lnTo>
                  <a:pt x="16866" y="18755"/>
                </a:lnTo>
                <a:lnTo>
                  <a:pt x="18043" y="18755"/>
                </a:lnTo>
                <a:lnTo>
                  <a:pt x="19225" y="18755"/>
                </a:lnTo>
                <a:lnTo>
                  <a:pt x="20410" y="18755"/>
                </a:lnTo>
                <a:lnTo>
                  <a:pt x="21600" y="18755"/>
                </a:lnTo>
                <a:lnTo>
                  <a:pt x="21600" y="19789"/>
                </a:lnTo>
                <a:lnTo>
                  <a:pt x="21600" y="20839"/>
                </a:lnTo>
                <a:lnTo>
                  <a:pt x="20500" y="20925"/>
                </a:lnTo>
                <a:lnTo>
                  <a:pt x="19402" y="21004"/>
                </a:lnTo>
                <a:lnTo>
                  <a:pt x="18301" y="21075"/>
                </a:lnTo>
                <a:lnTo>
                  <a:pt x="17203" y="21142"/>
                </a:lnTo>
                <a:lnTo>
                  <a:pt x="16103" y="21202"/>
                </a:lnTo>
                <a:lnTo>
                  <a:pt x="15003" y="21258"/>
                </a:lnTo>
                <a:lnTo>
                  <a:pt x="13903" y="21310"/>
                </a:lnTo>
                <a:lnTo>
                  <a:pt x="12801" y="21360"/>
                </a:lnTo>
                <a:lnTo>
                  <a:pt x="12431" y="21392"/>
                </a:lnTo>
                <a:lnTo>
                  <a:pt x="11778" y="21448"/>
                </a:lnTo>
                <a:lnTo>
                  <a:pt x="10282" y="21573"/>
                </a:lnTo>
                <a:lnTo>
                  <a:pt x="9118" y="21600"/>
                </a:lnTo>
                <a:lnTo>
                  <a:pt x="8000" y="21592"/>
                </a:lnTo>
                <a:lnTo>
                  <a:pt x="6908" y="21529"/>
                </a:lnTo>
                <a:lnTo>
                  <a:pt x="5823" y="21394"/>
                </a:lnTo>
                <a:lnTo>
                  <a:pt x="4724" y="21171"/>
                </a:lnTo>
                <a:lnTo>
                  <a:pt x="3593" y="20839"/>
                </a:lnTo>
                <a:lnTo>
                  <a:pt x="2785" y="19693"/>
                </a:lnTo>
                <a:lnTo>
                  <a:pt x="2118" y="18510"/>
                </a:lnTo>
                <a:lnTo>
                  <a:pt x="1575" y="17282"/>
                </a:lnTo>
                <a:lnTo>
                  <a:pt x="1141" y="16013"/>
                </a:lnTo>
                <a:lnTo>
                  <a:pt x="797" y="14698"/>
                </a:lnTo>
                <a:lnTo>
                  <a:pt x="527" y="13337"/>
                </a:lnTo>
                <a:lnTo>
                  <a:pt x="316" y="11926"/>
                </a:lnTo>
                <a:lnTo>
                  <a:pt x="146" y="10468"/>
                </a:lnTo>
                <a:lnTo>
                  <a:pt x="0" y="8955"/>
                </a:lnTo>
                <a:lnTo>
                  <a:pt x="38" y="7890"/>
                </a:lnTo>
                <a:lnTo>
                  <a:pt x="75" y="6817"/>
                </a:lnTo>
                <a:lnTo>
                  <a:pt x="115" y="5731"/>
                </a:lnTo>
                <a:lnTo>
                  <a:pt x="144" y="4643"/>
                </a:lnTo>
                <a:lnTo>
                  <a:pt x="174" y="3551"/>
                </a:lnTo>
                <a:lnTo>
                  <a:pt x="205" y="2442"/>
                </a:lnTo>
                <a:lnTo>
                  <a:pt x="262" y="1230"/>
                </a:lnTo>
                <a:lnTo>
                  <a:pt x="319" y="0"/>
                </a:lnTo>
                <a:close/>
              </a:path>
            </a:pathLst>
          </a:custGeom>
          <a:solidFill>
            <a:srgbClr val="B6BDC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1" name="contour_06469"/>
          <p:cNvSpPr/>
          <p:nvPr/>
        </p:nvSpPr>
        <p:spPr>
          <a:xfrm>
            <a:off x="8019251" y="2820453"/>
            <a:ext cx="44923" cy="743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1" y="0"/>
                </a:moveTo>
                <a:lnTo>
                  <a:pt x="2060" y="453"/>
                </a:lnTo>
                <a:lnTo>
                  <a:pt x="3816" y="913"/>
                </a:lnTo>
                <a:lnTo>
                  <a:pt x="5565" y="1381"/>
                </a:lnTo>
                <a:lnTo>
                  <a:pt x="7310" y="1854"/>
                </a:lnTo>
                <a:lnTo>
                  <a:pt x="9265" y="2371"/>
                </a:lnTo>
                <a:lnTo>
                  <a:pt x="11252" y="2896"/>
                </a:lnTo>
                <a:lnTo>
                  <a:pt x="12776" y="3562"/>
                </a:lnTo>
                <a:lnTo>
                  <a:pt x="14318" y="4237"/>
                </a:lnTo>
                <a:lnTo>
                  <a:pt x="14318" y="5638"/>
                </a:lnTo>
                <a:lnTo>
                  <a:pt x="14318" y="7047"/>
                </a:lnTo>
                <a:lnTo>
                  <a:pt x="14318" y="8475"/>
                </a:lnTo>
                <a:lnTo>
                  <a:pt x="15475" y="9481"/>
                </a:lnTo>
                <a:lnTo>
                  <a:pt x="16642" y="10494"/>
                </a:lnTo>
                <a:lnTo>
                  <a:pt x="17822" y="11521"/>
                </a:lnTo>
                <a:lnTo>
                  <a:pt x="19270" y="12983"/>
                </a:lnTo>
                <a:lnTo>
                  <a:pt x="20324" y="14293"/>
                </a:lnTo>
                <a:lnTo>
                  <a:pt x="21032" y="15524"/>
                </a:lnTo>
                <a:lnTo>
                  <a:pt x="21442" y="16752"/>
                </a:lnTo>
                <a:lnTo>
                  <a:pt x="21600" y="18055"/>
                </a:lnTo>
                <a:lnTo>
                  <a:pt x="21544" y="19509"/>
                </a:lnTo>
                <a:lnTo>
                  <a:pt x="21327" y="21187"/>
                </a:lnTo>
                <a:lnTo>
                  <a:pt x="19193" y="21267"/>
                </a:lnTo>
                <a:lnTo>
                  <a:pt x="17055" y="21337"/>
                </a:lnTo>
                <a:lnTo>
                  <a:pt x="14921" y="21399"/>
                </a:lnTo>
                <a:lnTo>
                  <a:pt x="12783" y="21452"/>
                </a:lnTo>
                <a:lnTo>
                  <a:pt x="10401" y="21526"/>
                </a:lnTo>
                <a:lnTo>
                  <a:pt x="7979" y="21600"/>
                </a:lnTo>
                <a:lnTo>
                  <a:pt x="4958" y="21250"/>
                </a:lnTo>
                <a:lnTo>
                  <a:pt x="3280" y="20731"/>
                </a:lnTo>
                <a:lnTo>
                  <a:pt x="1507" y="19598"/>
                </a:lnTo>
                <a:lnTo>
                  <a:pt x="946" y="18180"/>
                </a:lnTo>
                <a:lnTo>
                  <a:pt x="536" y="16767"/>
                </a:lnTo>
                <a:lnTo>
                  <a:pt x="259" y="15356"/>
                </a:lnTo>
                <a:lnTo>
                  <a:pt x="91" y="13943"/>
                </a:lnTo>
                <a:lnTo>
                  <a:pt x="14" y="12526"/>
                </a:lnTo>
                <a:lnTo>
                  <a:pt x="0" y="11100"/>
                </a:lnTo>
                <a:lnTo>
                  <a:pt x="32" y="9663"/>
                </a:lnTo>
                <a:lnTo>
                  <a:pt x="84" y="8210"/>
                </a:lnTo>
                <a:lnTo>
                  <a:pt x="109" y="7023"/>
                </a:lnTo>
                <a:lnTo>
                  <a:pt x="130" y="5818"/>
                </a:lnTo>
                <a:lnTo>
                  <a:pt x="165" y="4364"/>
                </a:lnTo>
                <a:lnTo>
                  <a:pt x="207" y="2909"/>
                </a:lnTo>
                <a:lnTo>
                  <a:pt x="252" y="1453"/>
                </a:lnTo>
                <a:lnTo>
                  <a:pt x="301" y="0"/>
                </a:lnTo>
                <a:close/>
              </a:path>
            </a:pathLst>
          </a:custGeom>
          <a:solidFill>
            <a:srgbClr val="E5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2" name="contour_06470"/>
          <p:cNvSpPr/>
          <p:nvPr/>
        </p:nvSpPr>
        <p:spPr>
          <a:xfrm>
            <a:off x="1978132" y="2834045"/>
            <a:ext cx="80168" cy="531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04" y="4780"/>
                </a:moveTo>
                <a:lnTo>
                  <a:pt x="20408" y="5443"/>
                </a:lnTo>
                <a:lnTo>
                  <a:pt x="20771" y="6609"/>
                </a:lnTo>
                <a:lnTo>
                  <a:pt x="21600" y="9279"/>
                </a:lnTo>
                <a:lnTo>
                  <a:pt x="20355" y="9444"/>
                </a:lnTo>
                <a:lnTo>
                  <a:pt x="19092" y="9613"/>
                </a:lnTo>
                <a:lnTo>
                  <a:pt x="17732" y="9868"/>
                </a:lnTo>
                <a:lnTo>
                  <a:pt x="16394" y="10140"/>
                </a:lnTo>
                <a:lnTo>
                  <a:pt x="15071" y="10445"/>
                </a:lnTo>
                <a:lnTo>
                  <a:pt x="13757" y="10794"/>
                </a:lnTo>
                <a:lnTo>
                  <a:pt x="12447" y="11200"/>
                </a:lnTo>
                <a:lnTo>
                  <a:pt x="11136" y="11679"/>
                </a:lnTo>
                <a:lnTo>
                  <a:pt x="9818" y="12238"/>
                </a:lnTo>
                <a:lnTo>
                  <a:pt x="9213" y="14529"/>
                </a:lnTo>
                <a:lnTo>
                  <a:pt x="8809" y="16136"/>
                </a:lnTo>
                <a:lnTo>
                  <a:pt x="8510" y="17486"/>
                </a:lnTo>
                <a:lnTo>
                  <a:pt x="8224" y="19004"/>
                </a:lnTo>
                <a:lnTo>
                  <a:pt x="7855" y="21118"/>
                </a:lnTo>
                <a:lnTo>
                  <a:pt x="6511" y="21449"/>
                </a:lnTo>
                <a:lnTo>
                  <a:pt x="5223" y="21597"/>
                </a:lnTo>
                <a:lnTo>
                  <a:pt x="3961" y="21600"/>
                </a:lnTo>
                <a:lnTo>
                  <a:pt x="2688" y="21496"/>
                </a:lnTo>
                <a:lnTo>
                  <a:pt x="1378" y="21322"/>
                </a:lnTo>
                <a:lnTo>
                  <a:pt x="0" y="21118"/>
                </a:lnTo>
                <a:lnTo>
                  <a:pt x="0" y="19164"/>
                </a:lnTo>
                <a:lnTo>
                  <a:pt x="0" y="17211"/>
                </a:lnTo>
                <a:lnTo>
                  <a:pt x="0" y="15251"/>
                </a:lnTo>
                <a:lnTo>
                  <a:pt x="0" y="13289"/>
                </a:lnTo>
                <a:lnTo>
                  <a:pt x="0" y="11321"/>
                </a:lnTo>
                <a:lnTo>
                  <a:pt x="0" y="9347"/>
                </a:lnTo>
                <a:lnTo>
                  <a:pt x="0" y="7361"/>
                </a:lnTo>
                <a:lnTo>
                  <a:pt x="0" y="5366"/>
                </a:lnTo>
                <a:lnTo>
                  <a:pt x="0" y="3359"/>
                </a:lnTo>
                <a:lnTo>
                  <a:pt x="1225" y="3049"/>
                </a:lnTo>
                <a:lnTo>
                  <a:pt x="2453" y="2744"/>
                </a:lnTo>
                <a:lnTo>
                  <a:pt x="3678" y="2448"/>
                </a:lnTo>
                <a:lnTo>
                  <a:pt x="4905" y="2158"/>
                </a:lnTo>
                <a:lnTo>
                  <a:pt x="6132" y="1873"/>
                </a:lnTo>
                <a:lnTo>
                  <a:pt x="7362" y="1598"/>
                </a:lnTo>
                <a:lnTo>
                  <a:pt x="8591" y="1323"/>
                </a:lnTo>
                <a:lnTo>
                  <a:pt x="9808" y="1000"/>
                </a:lnTo>
                <a:lnTo>
                  <a:pt x="11045" y="669"/>
                </a:lnTo>
                <a:lnTo>
                  <a:pt x="13298" y="222"/>
                </a:lnTo>
                <a:lnTo>
                  <a:pt x="14969" y="0"/>
                </a:lnTo>
                <a:lnTo>
                  <a:pt x="16218" y="74"/>
                </a:lnTo>
                <a:lnTo>
                  <a:pt x="17207" y="518"/>
                </a:lnTo>
                <a:lnTo>
                  <a:pt x="18093" y="1403"/>
                </a:lnTo>
                <a:lnTo>
                  <a:pt x="19039" y="2800"/>
                </a:lnTo>
                <a:lnTo>
                  <a:pt x="20204" y="4780"/>
                </a:lnTo>
                <a:close/>
              </a:path>
            </a:pathLst>
          </a:custGeom>
          <a:solidFill>
            <a:srgbClr val="5855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3" name="contour_06471"/>
          <p:cNvSpPr/>
          <p:nvPr/>
        </p:nvSpPr>
        <p:spPr>
          <a:xfrm>
            <a:off x="3967754" y="2769437"/>
            <a:ext cx="1093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" y="1512"/>
                </a:lnTo>
                <a:lnTo>
                  <a:pt x="377" y="3049"/>
                </a:lnTo>
                <a:lnTo>
                  <a:pt x="904" y="4598"/>
                </a:lnTo>
                <a:lnTo>
                  <a:pt x="1440" y="6171"/>
                </a:lnTo>
                <a:lnTo>
                  <a:pt x="2386" y="6418"/>
                </a:lnTo>
                <a:lnTo>
                  <a:pt x="3296" y="6603"/>
                </a:lnTo>
                <a:lnTo>
                  <a:pt x="4188" y="6727"/>
                </a:lnTo>
                <a:lnTo>
                  <a:pt x="5079" y="6792"/>
                </a:lnTo>
                <a:lnTo>
                  <a:pt x="5986" y="6798"/>
                </a:lnTo>
                <a:lnTo>
                  <a:pt x="6929" y="6752"/>
                </a:lnTo>
                <a:lnTo>
                  <a:pt x="7324" y="6739"/>
                </a:lnTo>
                <a:lnTo>
                  <a:pt x="8512" y="6711"/>
                </a:lnTo>
                <a:lnTo>
                  <a:pt x="9541" y="6634"/>
                </a:lnTo>
                <a:lnTo>
                  <a:pt x="10544" y="6508"/>
                </a:lnTo>
                <a:lnTo>
                  <a:pt x="11526" y="6320"/>
                </a:lnTo>
                <a:lnTo>
                  <a:pt x="12495" y="6057"/>
                </a:lnTo>
                <a:lnTo>
                  <a:pt x="13457" y="5712"/>
                </a:lnTo>
                <a:lnTo>
                  <a:pt x="14420" y="5267"/>
                </a:lnTo>
                <a:lnTo>
                  <a:pt x="15392" y="4718"/>
                </a:lnTo>
                <a:lnTo>
                  <a:pt x="16380" y="4048"/>
                </a:lnTo>
                <a:lnTo>
                  <a:pt x="17153" y="3731"/>
                </a:lnTo>
                <a:lnTo>
                  <a:pt x="17931" y="3410"/>
                </a:lnTo>
                <a:lnTo>
                  <a:pt x="18720" y="3086"/>
                </a:lnTo>
                <a:lnTo>
                  <a:pt x="19521" y="4897"/>
                </a:lnTo>
                <a:lnTo>
                  <a:pt x="20087" y="6258"/>
                </a:lnTo>
                <a:lnTo>
                  <a:pt x="20497" y="7424"/>
                </a:lnTo>
                <a:lnTo>
                  <a:pt x="20832" y="8659"/>
                </a:lnTo>
                <a:lnTo>
                  <a:pt x="21174" y="10211"/>
                </a:lnTo>
                <a:lnTo>
                  <a:pt x="21600" y="12343"/>
                </a:lnTo>
                <a:lnTo>
                  <a:pt x="20736" y="14129"/>
                </a:lnTo>
                <a:lnTo>
                  <a:pt x="20092" y="15052"/>
                </a:lnTo>
                <a:lnTo>
                  <a:pt x="19348" y="15416"/>
                </a:lnTo>
                <a:lnTo>
                  <a:pt x="18180" y="15512"/>
                </a:lnTo>
                <a:lnTo>
                  <a:pt x="17244" y="15401"/>
                </a:lnTo>
                <a:lnTo>
                  <a:pt x="16308" y="15287"/>
                </a:lnTo>
                <a:lnTo>
                  <a:pt x="15372" y="15172"/>
                </a:lnTo>
                <a:lnTo>
                  <a:pt x="14436" y="15055"/>
                </a:lnTo>
                <a:lnTo>
                  <a:pt x="13500" y="14935"/>
                </a:lnTo>
                <a:lnTo>
                  <a:pt x="13008" y="15058"/>
                </a:lnTo>
                <a:lnTo>
                  <a:pt x="11520" y="15429"/>
                </a:lnTo>
                <a:lnTo>
                  <a:pt x="10940" y="17268"/>
                </a:lnTo>
                <a:lnTo>
                  <a:pt x="10597" y="18524"/>
                </a:lnTo>
                <a:lnTo>
                  <a:pt x="10355" y="19776"/>
                </a:lnTo>
                <a:lnTo>
                  <a:pt x="10080" y="21600"/>
                </a:lnTo>
                <a:lnTo>
                  <a:pt x="9893" y="20205"/>
                </a:lnTo>
                <a:lnTo>
                  <a:pt x="9703" y="18792"/>
                </a:lnTo>
                <a:lnTo>
                  <a:pt x="9314" y="16613"/>
                </a:lnTo>
                <a:lnTo>
                  <a:pt x="8915" y="14639"/>
                </a:lnTo>
                <a:lnTo>
                  <a:pt x="8460" y="12800"/>
                </a:lnTo>
                <a:lnTo>
                  <a:pt x="7903" y="11028"/>
                </a:lnTo>
                <a:lnTo>
                  <a:pt x="7200" y="9257"/>
                </a:lnTo>
                <a:lnTo>
                  <a:pt x="6251" y="9260"/>
                </a:lnTo>
                <a:lnTo>
                  <a:pt x="5329" y="9402"/>
                </a:lnTo>
                <a:lnTo>
                  <a:pt x="4428" y="9671"/>
                </a:lnTo>
                <a:lnTo>
                  <a:pt x="3541" y="10047"/>
                </a:lnTo>
                <a:lnTo>
                  <a:pt x="2660" y="10519"/>
                </a:lnTo>
                <a:lnTo>
                  <a:pt x="1781" y="11068"/>
                </a:lnTo>
                <a:lnTo>
                  <a:pt x="897" y="11683"/>
                </a:lnTo>
                <a:lnTo>
                  <a:pt x="0" y="12343"/>
                </a:lnTo>
                <a:lnTo>
                  <a:pt x="0" y="10306"/>
                </a:lnTo>
                <a:lnTo>
                  <a:pt x="0" y="8267"/>
                </a:lnTo>
                <a:lnTo>
                  <a:pt x="0" y="6218"/>
                </a:lnTo>
                <a:lnTo>
                  <a:pt x="0" y="4160"/>
                </a:lnTo>
                <a:lnTo>
                  <a:pt x="0" y="2089"/>
                </a:lnTo>
                <a:lnTo>
                  <a:pt x="0" y="0"/>
                </a:lnTo>
                <a:close/>
              </a:path>
            </a:pathLst>
          </a:custGeom>
          <a:solidFill>
            <a:srgbClr val="726D6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4" name="contour_06472"/>
          <p:cNvSpPr/>
          <p:nvPr/>
        </p:nvSpPr>
        <p:spPr>
          <a:xfrm>
            <a:off x="2087452" y="2689269"/>
            <a:ext cx="73514" cy="65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07" y="0"/>
                </a:moveTo>
                <a:lnTo>
                  <a:pt x="11979" y="475"/>
                </a:lnTo>
                <a:lnTo>
                  <a:pt x="13255" y="953"/>
                </a:lnTo>
                <a:lnTo>
                  <a:pt x="14536" y="1430"/>
                </a:lnTo>
                <a:lnTo>
                  <a:pt x="15827" y="1912"/>
                </a:lnTo>
                <a:lnTo>
                  <a:pt x="17131" y="2399"/>
                </a:lnTo>
                <a:lnTo>
                  <a:pt x="15859" y="2875"/>
                </a:lnTo>
                <a:lnTo>
                  <a:pt x="14583" y="3352"/>
                </a:lnTo>
                <a:lnTo>
                  <a:pt x="13302" y="3830"/>
                </a:lnTo>
                <a:lnTo>
                  <a:pt x="12011" y="4312"/>
                </a:lnTo>
                <a:lnTo>
                  <a:pt x="10707" y="4799"/>
                </a:lnTo>
                <a:lnTo>
                  <a:pt x="11041" y="6140"/>
                </a:lnTo>
                <a:lnTo>
                  <a:pt x="11375" y="7088"/>
                </a:lnTo>
                <a:lnTo>
                  <a:pt x="11910" y="8089"/>
                </a:lnTo>
                <a:lnTo>
                  <a:pt x="12848" y="9598"/>
                </a:lnTo>
                <a:lnTo>
                  <a:pt x="14195" y="9963"/>
                </a:lnTo>
                <a:lnTo>
                  <a:pt x="15538" y="10272"/>
                </a:lnTo>
                <a:lnTo>
                  <a:pt x="16880" y="10534"/>
                </a:lnTo>
                <a:lnTo>
                  <a:pt x="18238" y="10752"/>
                </a:lnTo>
                <a:lnTo>
                  <a:pt x="19615" y="10939"/>
                </a:lnTo>
                <a:lnTo>
                  <a:pt x="20508" y="11465"/>
                </a:lnTo>
                <a:lnTo>
                  <a:pt x="21414" y="11997"/>
                </a:lnTo>
                <a:lnTo>
                  <a:pt x="21538" y="13823"/>
                </a:lnTo>
                <a:lnTo>
                  <a:pt x="21600" y="15109"/>
                </a:lnTo>
                <a:lnTo>
                  <a:pt x="21600" y="16204"/>
                </a:lnTo>
                <a:lnTo>
                  <a:pt x="21538" y="17451"/>
                </a:lnTo>
                <a:lnTo>
                  <a:pt x="21414" y="19196"/>
                </a:lnTo>
                <a:lnTo>
                  <a:pt x="19913" y="19611"/>
                </a:lnTo>
                <a:lnTo>
                  <a:pt x="18424" y="20004"/>
                </a:lnTo>
                <a:lnTo>
                  <a:pt x="16943" y="20367"/>
                </a:lnTo>
                <a:lnTo>
                  <a:pt x="15463" y="20693"/>
                </a:lnTo>
                <a:lnTo>
                  <a:pt x="13983" y="20981"/>
                </a:lnTo>
                <a:lnTo>
                  <a:pt x="12497" y="21221"/>
                </a:lnTo>
                <a:lnTo>
                  <a:pt x="11002" y="21408"/>
                </a:lnTo>
                <a:lnTo>
                  <a:pt x="9495" y="21535"/>
                </a:lnTo>
                <a:lnTo>
                  <a:pt x="7970" y="21600"/>
                </a:lnTo>
                <a:lnTo>
                  <a:pt x="6424" y="21595"/>
                </a:lnTo>
                <a:lnTo>
                  <a:pt x="5144" y="20453"/>
                </a:lnTo>
                <a:lnTo>
                  <a:pt x="4032" y="19253"/>
                </a:lnTo>
                <a:lnTo>
                  <a:pt x="3060" y="17984"/>
                </a:lnTo>
                <a:lnTo>
                  <a:pt x="2197" y="16638"/>
                </a:lnTo>
                <a:lnTo>
                  <a:pt x="1420" y="15198"/>
                </a:lnTo>
                <a:lnTo>
                  <a:pt x="696" y="13655"/>
                </a:lnTo>
                <a:lnTo>
                  <a:pt x="0" y="11997"/>
                </a:lnTo>
                <a:lnTo>
                  <a:pt x="1463" y="11700"/>
                </a:lnTo>
                <a:lnTo>
                  <a:pt x="2944" y="11397"/>
                </a:lnTo>
                <a:lnTo>
                  <a:pt x="4420" y="10526"/>
                </a:lnTo>
                <a:lnTo>
                  <a:pt x="5651" y="9569"/>
                </a:lnTo>
                <a:lnTo>
                  <a:pt x="6681" y="8523"/>
                </a:lnTo>
                <a:lnTo>
                  <a:pt x="7544" y="7381"/>
                </a:lnTo>
                <a:lnTo>
                  <a:pt x="8281" y="6135"/>
                </a:lnTo>
                <a:lnTo>
                  <a:pt x="8925" y="4780"/>
                </a:lnTo>
                <a:lnTo>
                  <a:pt x="9521" y="3311"/>
                </a:lnTo>
                <a:lnTo>
                  <a:pt x="10101" y="1720"/>
                </a:lnTo>
                <a:lnTo>
                  <a:pt x="10707" y="0"/>
                </a:lnTo>
                <a:close/>
              </a:path>
            </a:pathLst>
          </a:custGeom>
          <a:solidFill>
            <a:srgbClr val="504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5" name="contour_06473"/>
          <p:cNvSpPr/>
          <p:nvPr/>
        </p:nvSpPr>
        <p:spPr>
          <a:xfrm>
            <a:off x="2349820" y="2674693"/>
            <a:ext cx="1020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34" y="0"/>
                </a:lnTo>
                <a:lnTo>
                  <a:pt x="20560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7"/>
                </a:lnTo>
                <a:lnTo>
                  <a:pt x="21600" y="5360"/>
                </a:lnTo>
                <a:lnTo>
                  <a:pt x="21600" y="7160"/>
                </a:lnTo>
                <a:lnTo>
                  <a:pt x="21600" y="8972"/>
                </a:lnTo>
                <a:lnTo>
                  <a:pt x="21600" y="10800"/>
                </a:lnTo>
                <a:lnTo>
                  <a:pt x="20582" y="11097"/>
                </a:lnTo>
                <a:lnTo>
                  <a:pt x="19562" y="11394"/>
                </a:lnTo>
                <a:lnTo>
                  <a:pt x="18542" y="11691"/>
                </a:lnTo>
                <a:lnTo>
                  <a:pt x="17519" y="11991"/>
                </a:lnTo>
                <a:lnTo>
                  <a:pt x="16493" y="12290"/>
                </a:lnTo>
                <a:lnTo>
                  <a:pt x="15463" y="12590"/>
                </a:lnTo>
                <a:lnTo>
                  <a:pt x="14429" y="12892"/>
                </a:lnTo>
                <a:lnTo>
                  <a:pt x="13389" y="13195"/>
                </a:lnTo>
                <a:lnTo>
                  <a:pt x="12343" y="13500"/>
                </a:lnTo>
                <a:lnTo>
                  <a:pt x="12343" y="15104"/>
                </a:lnTo>
                <a:lnTo>
                  <a:pt x="12343" y="16713"/>
                </a:lnTo>
                <a:lnTo>
                  <a:pt x="12343" y="18328"/>
                </a:lnTo>
                <a:lnTo>
                  <a:pt x="12343" y="19956"/>
                </a:lnTo>
                <a:lnTo>
                  <a:pt x="12343" y="21600"/>
                </a:lnTo>
                <a:lnTo>
                  <a:pt x="11325" y="21600"/>
                </a:lnTo>
                <a:lnTo>
                  <a:pt x="10306" y="21600"/>
                </a:lnTo>
                <a:lnTo>
                  <a:pt x="9286" y="21600"/>
                </a:lnTo>
                <a:lnTo>
                  <a:pt x="8265" y="21600"/>
                </a:lnTo>
                <a:lnTo>
                  <a:pt x="7242" y="21600"/>
                </a:lnTo>
                <a:lnTo>
                  <a:pt x="6218" y="21600"/>
                </a:lnTo>
                <a:lnTo>
                  <a:pt x="5190" y="21600"/>
                </a:lnTo>
                <a:lnTo>
                  <a:pt x="4160" y="21600"/>
                </a:lnTo>
                <a:lnTo>
                  <a:pt x="3126" y="21600"/>
                </a:lnTo>
                <a:lnTo>
                  <a:pt x="2089" y="21600"/>
                </a:lnTo>
                <a:lnTo>
                  <a:pt x="1046" y="21600"/>
                </a:lnTo>
                <a:lnTo>
                  <a:pt x="0" y="21600"/>
                </a:lnTo>
                <a:lnTo>
                  <a:pt x="916" y="21065"/>
                </a:lnTo>
                <a:lnTo>
                  <a:pt x="1836" y="20528"/>
                </a:lnTo>
                <a:lnTo>
                  <a:pt x="2759" y="19991"/>
                </a:lnTo>
                <a:lnTo>
                  <a:pt x="3689" y="19448"/>
                </a:lnTo>
                <a:lnTo>
                  <a:pt x="4629" y="18900"/>
                </a:lnTo>
                <a:lnTo>
                  <a:pt x="4940" y="16942"/>
                </a:lnTo>
                <a:lnTo>
                  <a:pt x="5016" y="15498"/>
                </a:lnTo>
                <a:lnTo>
                  <a:pt x="4919" y="13333"/>
                </a:lnTo>
                <a:lnTo>
                  <a:pt x="4823" y="11605"/>
                </a:lnTo>
                <a:lnTo>
                  <a:pt x="4726" y="9863"/>
                </a:lnTo>
                <a:lnTo>
                  <a:pt x="4629" y="8100"/>
                </a:lnTo>
                <a:lnTo>
                  <a:pt x="5374" y="8421"/>
                </a:lnTo>
                <a:lnTo>
                  <a:pt x="6122" y="8743"/>
                </a:lnTo>
                <a:lnTo>
                  <a:pt x="6883" y="9069"/>
                </a:lnTo>
                <a:lnTo>
                  <a:pt x="7967" y="9450"/>
                </a:lnTo>
                <a:lnTo>
                  <a:pt x="9032" y="9801"/>
                </a:lnTo>
                <a:lnTo>
                  <a:pt x="10084" y="10112"/>
                </a:lnTo>
                <a:lnTo>
                  <a:pt x="11132" y="10376"/>
                </a:lnTo>
                <a:lnTo>
                  <a:pt x="12182" y="10587"/>
                </a:lnTo>
                <a:lnTo>
                  <a:pt x="13244" y="10733"/>
                </a:lnTo>
                <a:lnTo>
                  <a:pt x="14322" y="10805"/>
                </a:lnTo>
                <a:lnTo>
                  <a:pt x="15429" y="10800"/>
                </a:lnTo>
                <a:lnTo>
                  <a:pt x="16231" y="9261"/>
                </a:lnTo>
                <a:lnTo>
                  <a:pt x="16817" y="7765"/>
                </a:lnTo>
                <a:lnTo>
                  <a:pt x="17252" y="6205"/>
                </a:lnTo>
                <a:lnTo>
                  <a:pt x="17598" y="4471"/>
                </a:lnTo>
                <a:lnTo>
                  <a:pt x="17917" y="2457"/>
                </a:lnTo>
                <a:lnTo>
                  <a:pt x="18213" y="1237"/>
                </a:lnTo>
                <a:lnTo>
                  <a:pt x="18514" y="0"/>
                </a:lnTo>
                <a:close/>
              </a:path>
            </a:pathLst>
          </a:custGeom>
          <a:solidFill>
            <a:srgbClr val="38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6" name="contour_06474"/>
          <p:cNvSpPr/>
          <p:nvPr/>
        </p:nvSpPr>
        <p:spPr>
          <a:xfrm>
            <a:off x="1766475" y="2689269"/>
            <a:ext cx="72690" cy="39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" y="0"/>
                </a:moveTo>
                <a:lnTo>
                  <a:pt x="1466" y="198"/>
                </a:lnTo>
                <a:lnTo>
                  <a:pt x="2839" y="400"/>
                </a:lnTo>
                <a:lnTo>
                  <a:pt x="4212" y="606"/>
                </a:lnTo>
                <a:lnTo>
                  <a:pt x="5585" y="821"/>
                </a:lnTo>
                <a:lnTo>
                  <a:pt x="6956" y="1039"/>
                </a:lnTo>
                <a:lnTo>
                  <a:pt x="8329" y="1261"/>
                </a:lnTo>
                <a:lnTo>
                  <a:pt x="9702" y="1487"/>
                </a:lnTo>
                <a:lnTo>
                  <a:pt x="10389" y="1578"/>
                </a:lnTo>
                <a:lnTo>
                  <a:pt x="12463" y="1859"/>
                </a:lnTo>
                <a:lnTo>
                  <a:pt x="13119" y="1974"/>
                </a:lnTo>
                <a:lnTo>
                  <a:pt x="15107" y="2323"/>
                </a:lnTo>
                <a:lnTo>
                  <a:pt x="16318" y="2509"/>
                </a:lnTo>
                <a:lnTo>
                  <a:pt x="17546" y="2700"/>
                </a:lnTo>
                <a:lnTo>
                  <a:pt x="19029" y="3730"/>
                </a:lnTo>
                <a:lnTo>
                  <a:pt x="19917" y="5042"/>
                </a:lnTo>
                <a:lnTo>
                  <a:pt x="20970" y="7758"/>
                </a:lnTo>
                <a:lnTo>
                  <a:pt x="21414" y="10215"/>
                </a:lnTo>
                <a:lnTo>
                  <a:pt x="21600" y="11920"/>
                </a:lnTo>
                <a:lnTo>
                  <a:pt x="21563" y="13664"/>
                </a:lnTo>
                <a:lnTo>
                  <a:pt x="21340" y="16245"/>
                </a:lnTo>
                <a:lnTo>
                  <a:pt x="20164" y="18282"/>
                </a:lnTo>
                <a:lnTo>
                  <a:pt x="18977" y="19677"/>
                </a:lnTo>
                <a:lnTo>
                  <a:pt x="17739" y="20561"/>
                </a:lnTo>
                <a:lnTo>
                  <a:pt x="16413" y="21073"/>
                </a:lnTo>
                <a:lnTo>
                  <a:pt x="14958" y="21346"/>
                </a:lnTo>
                <a:lnTo>
                  <a:pt x="13338" y="21525"/>
                </a:lnTo>
                <a:lnTo>
                  <a:pt x="12138" y="21541"/>
                </a:lnTo>
                <a:lnTo>
                  <a:pt x="10919" y="21556"/>
                </a:lnTo>
                <a:lnTo>
                  <a:pt x="10317" y="21564"/>
                </a:lnTo>
                <a:lnTo>
                  <a:pt x="8500" y="21600"/>
                </a:lnTo>
                <a:lnTo>
                  <a:pt x="7337" y="21497"/>
                </a:lnTo>
                <a:lnTo>
                  <a:pt x="6430" y="21350"/>
                </a:lnTo>
                <a:lnTo>
                  <a:pt x="5481" y="21081"/>
                </a:lnTo>
                <a:lnTo>
                  <a:pt x="4190" y="20601"/>
                </a:lnTo>
                <a:lnTo>
                  <a:pt x="2257" y="19820"/>
                </a:lnTo>
                <a:lnTo>
                  <a:pt x="1481" y="17438"/>
                </a:lnTo>
                <a:lnTo>
                  <a:pt x="897" y="15083"/>
                </a:lnTo>
                <a:lnTo>
                  <a:pt x="481" y="12729"/>
                </a:lnTo>
                <a:lnTo>
                  <a:pt x="208" y="10346"/>
                </a:lnTo>
                <a:lnTo>
                  <a:pt x="54" y="7908"/>
                </a:lnTo>
                <a:lnTo>
                  <a:pt x="0" y="5391"/>
                </a:lnTo>
                <a:lnTo>
                  <a:pt x="19" y="2763"/>
                </a:lnTo>
                <a:lnTo>
                  <a:pt x="91" y="0"/>
                </a:lnTo>
                <a:close/>
              </a:path>
            </a:pathLst>
          </a:custGeom>
          <a:solidFill>
            <a:srgbClr val="030303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7" name="contour_06475"/>
          <p:cNvSpPr/>
          <p:nvPr/>
        </p:nvSpPr>
        <p:spPr>
          <a:xfrm>
            <a:off x="1475261" y="2660037"/>
            <a:ext cx="74563" cy="65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67" y="26"/>
                </a:moveTo>
                <a:lnTo>
                  <a:pt x="14259" y="0"/>
                </a:lnTo>
                <a:lnTo>
                  <a:pt x="15737" y="74"/>
                </a:lnTo>
                <a:lnTo>
                  <a:pt x="17131" y="302"/>
                </a:lnTo>
                <a:lnTo>
                  <a:pt x="18471" y="736"/>
                </a:lnTo>
                <a:lnTo>
                  <a:pt x="19789" y="1424"/>
                </a:lnTo>
                <a:lnTo>
                  <a:pt x="21112" y="2423"/>
                </a:lnTo>
                <a:lnTo>
                  <a:pt x="21323" y="4113"/>
                </a:lnTo>
                <a:lnTo>
                  <a:pt x="21469" y="5794"/>
                </a:lnTo>
                <a:lnTo>
                  <a:pt x="21560" y="7467"/>
                </a:lnTo>
                <a:lnTo>
                  <a:pt x="21600" y="9135"/>
                </a:lnTo>
                <a:lnTo>
                  <a:pt x="21594" y="10801"/>
                </a:lnTo>
                <a:lnTo>
                  <a:pt x="21549" y="12470"/>
                </a:lnTo>
                <a:lnTo>
                  <a:pt x="21473" y="14140"/>
                </a:lnTo>
                <a:lnTo>
                  <a:pt x="21372" y="15818"/>
                </a:lnTo>
                <a:lnTo>
                  <a:pt x="21250" y="17506"/>
                </a:lnTo>
                <a:lnTo>
                  <a:pt x="21112" y="19203"/>
                </a:lnTo>
                <a:lnTo>
                  <a:pt x="19719" y="19467"/>
                </a:lnTo>
                <a:lnTo>
                  <a:pt x="18323" y="19730"/>
                </a:lnTo>
                <a:lnTo>
                  <a:pt x="16928" y="19994"/>
                </a:lnTo>
                <a:lnTo>
                  <a:pt x="15528" y="20260"/>
                </a:lnTo>
                <a:lnTo>
                  <a:pt x="14124" y="20526"/>
                </a:lnTo>
                <a:lnTo>
                  <a:pt x="12714" y="20792"/>
                </a:lnTo>
                <a:lnTo>
                  <a:pt x="11299" y="21061"/>
                </a:lnTo>
                <a:lnTo>
                  <a:pt x="9876" y="21329"/>
                </a:lnTo>
                <a:lnTo>
                  <a:pt x="8445" y="21600"/>
                </a:lnTo>
                <a:lnTo>
                  <a:pt x="9448" y="20958"/>
                </a:lnTo>
                <a:lnTo>
                  <a:pt x="10457" y="20310"/>
                </a:lnTo>
                <a:lnTo>
                  <a:pt x="11481" y="19654"/>
                </a:lnTo>
                <a:lnTo>
                  <a:pt x="12889" y="18359"/>
                </a:lnTo>
                <a:lnTo>
                  <a:pt x="13989" y="17151"/>
                </a:lnTo>
                <a:lnTo>
                  <a:pt x="14842" y="15948"/>
                </a:lnTo>
                <a:lnTo>
                  <a:pt x="15501" y="14672"/>
                </a:lnTo>
                <a:lnTo>
                  <a:pt x="16022" y="13246"/>
                </a:lnTo>
                <a:lnTo>
                  <a:pt x="16468" y="11585"/>
                </a:lnTo>
                <a:lnTo>
                  <a:pt x="16890" y="9615"/>
                </a:lnTo>
                <a:lnTo>
                  <a:pt x="15855" y="10396"/>
                </a:lnTo>
                <a:lnTo>
                  <a:pt x="14804" y="11187"/>
                </a:lnTo>
                <a:lnTo>
                  <a:pt x="12520" y="12836"/>
                </a:lnTo>
                <a:lnTo>
                  <a:pt x="10626" y="14181"/>
                </a:lnTo>
                <a:lnTo>
                  <a:pt x="9051" y="15245"/>
                </a:lnTo>
                <a:lnTo>
                  <a:pt x="7729" y="16060"/>
                </a:lnTo>
                <a:lnTo>
                  <a:pt x="6598" y="16645"/>
                </a:lnTo>
                <a:lnTo>
                  <a:pt x="5584" y="17031"/>
                </a:lnTo>
                <a:lnTo>
                  <a:pt x="4626" y="17237"/>
                </a:lnTo>
                <a:lnTo>
                  <a:pt x="3657" y="17295"/>
                </a:lnTo>
                <a:lnTo>
                  <a:pt x="2605" y="17223"/>
                </a:lnTo>
                <a:lnTo>
                  <a:pt x="1408" y="17053"/>
                </a:lnTo>
                <a:lnTo>
                  <a:pt x="0" y="16806"/>
                </a:lnTo>
                <a:lnTo>
                  <a:pt x="0" y="15221"/>
                </a:lnTo>
                <a:lnTo>
                  <a:pt x="0" y="13627"/>
                </a:lnTo>
                <a:lnTo>
                  <a:pt x="0" y="12012"/>
                </a:lnTo>
                <a:lnTo>
                  <a:pt x="1393" y="12012"/>
                </a:lnTo>
                <a:lnTo>
                  <a:pt x="2789" y="12012"/>
                </a:lnTo>
                <a:lnTo>
                  <a:pt x="4191" y="12012"/>
                </a:lnTo>
                <a:lnTo>
                  <a:pt x="5599" y="12012"/>
                </a:lnTo>
                <a:lnTo>
                  <a:pt x="7016" y="12012"/>
                </a:lnTo>
                <a:lnTo>
                  <a:pt x="8445" y="12012"/>
                </a:lnTo>
                <a:lnTo>
                  <a:pt x="8445" y="10427"/>
                </a:lnTo>
                <a:lnTo>
                  <a:pt x="8445" y="8833"/>
                </a:lnTo>
                <a:lnTo>
                  <a:pt x="8445" y="7218"/>
                </a:lnTo>
                <a:lnTo>
                  <a:pt x="9840" y="7218"/>
                </a:lnTo>
                <a:lnTo>
                  <a:pt x="11244" y="7218"/>
                </a:lnTo>
                <a:lnTo>
                  <a:pt x="12667" y="7218"/>
                </a:lnTo>
                <a:lnTo>
                  <a:pt x="12667" y="5794"/>
                </a:lnTo>
                <a:lnTo>
                  <a:pt x="12667" y="4365"/>
                </a:lnTo>
                <a:lnTo>
                  <a:pt x="12667" y="2932"/>
                </a:lnTo>
                <a:lnTo>
                  <a:pt x="12667" y="1486"/>
                </a:lnTo>
                <a:lnTo>
                  <a:pt x="12667" y="26"/>
                </a:lnTo>
                <a:close/>
              </a:path>
            </a:pathLst>
          </a:custGeom>
          <a:solidFill>
            <a:srgbClr val="74747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8" name="contour_06476"/>
          <p:cNvSpPr/>
          <p:nvPr/>
        </p:nvSpPr>
        <p:spPr>
          <a:xfrm>
            <a:off x="5374336" y="2652319"/>
            <a:ext cx="72880" cy="44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0" y="28"/>
                </a:moveTo>
                <a:lnTo>
                  <a:pt x="13824" y="57"/>
                </a:lnTo>
                <a:lnTo>
                  <a:pt x="14876" y="117"/>
                </a:lnTo>
                <a:lnTo>
                  <a:pt x="17280" y="249"/>
                </a:lnTo>
                <a:lnTo>
                  <a:pt x="17191" y="1939"/>
                </a:lnTo>
                <a:lnTo>
                  <a:pt x="17101" y="3640"/>
                </a:lnTo>
                <a:lnTo>
                  <a:pt x="17010" y="5366"/>
                </a:lnTo>
                <a:lnTo>
                  <a:pt x="17051" y="6181"/>
                </a:lnTo>
                <a:lnTo>
                  <a:pt x="17120" y="7622"/>
                </a:lnTo>
                <a:lnTo>
                  <a:pt x="17280" y="10925"/>
                </a:lnTo>
                <a:lnTo>
                  <a:pt x="18563" y="12355"/>
                </a:lnTo>
                <a:lnTo>
                  <a:pt x="19440" y="13202"/>
                </a:lnTo>
                <a:lnTo>
                  <a:pt x="20317" y="13800"/>
                </a:lnTo>
                <a:lnTo>
                  <a:pt x="21600" y="14483"/>
                </a:lnTo>
                <a:lnTo>
                  <a:pt x="20531" y="16209"/>
                </a:lnTo>
                <a:lnTo>
                  <a:pt x="19574" y="17639"/>
                </a:lnTo>
                <a:lnTo>
                  <a:pt x="18639" y="18835"/>
                </a:lnTo>
                <a:lnTo>
                  <a:pt x="17643" y="19849"/>
                </a:lnTo>
                <a:lnTo>
                  <a:pt x="16498" y="20753"/>
                </a:lnTo>
                <a:lnTo>
                  <a:pt x="15120" y="21600"/>
                </a:lnTo>
                <a:lnTo>
                  <a:pt x="13586" y="21440"/>
                </a:lnTo>
                <a:lnTo>
                  <a:pt x="12059" y="21223"/>
                </a:lnTo>
                <a:lnTo>
                  <a:pt x="10543" y="20959"/>
                </a:lnTo>
                <a:lnTo>
                  <a:pt x="9031" y="20643"/>
                </a:lnTo>
                <a:lnTo>
                  <a:pt x="7523" y="20290"/>
                </a:lnTo>
                <a:lnTo>
                  <a:pt x="6018" y="19895"/>
                </a:lnTo>
                <a:lnTo>
                  <a:pt x="4514" y="19468"/>
                </a:lnTo>
                <a:lnTo>
                  <a:pt x="3013" y="19017"/>
                </a:lnTo>
                <a:lnTo>
                  <a:pt x="1508" y="18536"/>
                </a:lnTo>
                <a:lnTo>
                  <a:pt x="0" y="18042"/>
                </a:lnTo>
                <a:lnTo>
                  <a:pt x="620" y="15736"/>
                </a:lnTo>
                <a:lnTo>
                  <a:pt x="1251" y="13437"/>
                </a:lnTo>
                <a:lnTo>
                  <a:pt x="1890" y="11145"/>
                </a:lnTo>
                <a:lnTo>
                  <a:pt x="2417" y="9224"/>
                </a:lnTo>
                <a:lnTo>
                  <a:pt x="2953" y="7270"/>
                </a:lnTo>
                <a:lnTo>
                  <a:pt x="3946" y="5082"/>
                </a:lnTo>
                <a:lnTo>
                  <a:pt x="5009" y="3359"/>
                </a:lnTo>
                <a:lnTo>
                  <a:pt x="6145" y="2053"/>
                </a:lnTo>
                <a:lnTo>
                  <a:pt x="7366" y="1117"/>
                </a:lnTo>
                <a:lnTo>
                  <a:pt x="8675" y="495"/>
                </a:lnTo>
                <a:lnTo>
                  <a:pt x="10085" y="139"/>
                </a:lnTo>
                <a:lnTo>
                  <a:pt x="11599" y="0"/>
                </a:lnTo>
                <a:lnTo>
                  <a:pt x="13230" y="28"/>
                </a:lnTo>
                <a:close/>
              </a:path>
            </a:pathLst>
          </a:custGeom>
          <a:solidFill>
            <a:srgbClr val="BBC1C4"/>
          </a:solidFill>
          <a:ln>
            <a:noFill/>
          </a:ln>
        </p:spPr>
        <p:txBody>
          <a:bodyPr/>
          <a:lstStyle/>
          <a:p/>
        </p:txBody>
      </p:sp>
      <p:sp>
        <p:nvSpPr>
          <p:cNvPr id="6479" name="contour_06477"/>
          <p:cNvSpPr/>
          <p:nvPr/>
        </p:nvSpPr>
        <p:spPr>
          <a:xfrm>
            <a:off x="9273412" y="2470629"/>
            <a:ext cx="87456" cy="948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3" y="0"/>
                </a:lnTo>
                <a:lnTo>
                  <a:pt x="1800" y="0"/>
                </a:lnTo>
                <a:lnTo>
                  <a:pt x="1912" y="1130"/>
                </a:lnTo>
                <a:lnTo>
                  <a:pt x="2023" y="2259"/>
                </a:lnTo>
                <a:lnTo>
                  <a:pt x="2135" y="3391"/>
                </a:lnTo>
                <a:lnTo>
                  <a:pt x="2246" y="4522"/>
                </a:lnTo>
                <a:lnTo>
                  <a:pt x="2358" y="5654"/>
                </a:lnTo>
                <a:lnTo>
                  <a:pt x="2470" y="6789"/>
                </a:lnTo>
                <a:lnTo>
                  <a:pt x="2581" y="7925"/>
                </a:lnTo>
                <a:lnTo>
                  <a:pt x="2693" y="9062"/>
                </a:lnTo>
                <a:lnTo>
                  <a:pt x="2806" y="10201"/>
                </a:lnTo>
                <a:lnTo>
                  <a:pt x="2918" y="11343"/>
                </a:lnTo>
                <a:lnTo>
                  <a:pt x="3031" y="12488"/>
                </a:lnTo>
                <a:lnTo>
                  <a:pt x="3145" y="13635"/>
                </a:lnTo>
                <a:lnTo>
                  <a:pt x="3258" y="14786"/>
                </a:lnTo>
                <a:lnTo>
                  <a:pt x="3371" y="15939"/>
                </a:lnTo>
                <a:lnTo>
                  <a:pt x="3485" y="17098"/>
                </a:lnTo>
                <a:lnTo>
                  <a:pt x="3600" y="18260"/>
                </a:lnTo>
                <a:lnTo>
                  <a:pt x="5492" y="16881"/>
                </a:lnTo>
                <a:lnTo>
                  <a:pt x="7022" y="15767"/>
                </a:lnTo>
                <a:lnTo>
                  <a:pt x="8242" y="14877"/>
                </a:lnTo>
                <a:lnTo>
                  <a:pt x="9207" y="14171"/>
                </a:lnTo>
                <a:lnTo>
                  <a:pt x="9976" y="13610"/>
                </a:lnTo>
                <a:lnTo>
                  <a:pt x="10598" y="13152"/>
                </a:lnTo>
                <a:lnTo>
                  <a:pt x="11133" y="12759"/>
                </a:lnTo>
                <a:lnTo>
                  <a:pt x="11635" y="12387"/>
                </a:lnTo>
                <a:lnTo>
                  <a:pt x="12155" y="12000"/>
                </a:lnTo>
                <a:lnTo>
                  <a:pt x="12753" y="11555"/>
                </a:lnTo>
                <a:lnTo>
                  <a:pt x="13619" y="10941"/>
                </a:lnTo>
                <a:lnTo>
                  <a:pt x="14499" y="10317"/>
                </a:lnTo>
                <a:lnTo>
                  <a:pt x="14940" y="9997"/>
                </a:lnTo>
                <a:lnTo>
                  <a:pt x="16270" y="9025"/>
                </a:lnTo>
                <a:lnTo>
                  <a:pt x="17129" y="8665"/>
                </a:lnTo>
                <a:lnTo>
                  <a:pt x="18000" y="8300"/>
                </a:lnTo>
                <a:lnTo>
                  <a:pt x="19192" y="8722"/>
                </a:lnTo>
                <a:lnTo>
                  <a:pt x="19964" y="9035"/>
                </a:lnTo>
                <a:lnTo>
                  <a:pt x="20655" y="9396"/>
                </a:lnTo>
                <a:lnTo>
                  <a:pt x="21600" y="9960"/>
                </a:lnTo>
                <a:lnTo>
                  <a:pt x="21010" y="11109"/>
                </a:lnTo>
                <a:lnTo>
                  <a:pt x="20419" y="12214"/>
                </a:lnTo>
                <a:lnTo>
                  <a:pt x="19816" y="13277"/>
                </a:lnTo>
                <a:lnTo>
                  <a:pt x="19190" y="14293"/>
                </a:lnTo>
                <a:lnTo>
                  <a:pt x="18526" y="15259"/>
                </a:lnTo>
                <a:lnTo>
                  <a:pt x="17813" y="16173"/>
                </a:lnTo>
                <a:lnTo>
                  <a:pt x="17037" y="17033"/>
                </a:lnTo>
                <a:lnTo>
                  <a:pt x="16189" y="17837"/>
                </a:lnTo>
                <a:lnTo>
                  <a:pt x="15255" y="18582"/>
                </a:lnTo>
                <a:lnTo>
                  <a:pt x="14222" y="19266"/>
                </a:lnTo>
                <a:lnTo>
                  <a:pt x="13079" y="19885"/>
                </a:lnTo>
                <a:lnTo>
                  <a:pt x="11812" y="20438"/>
                </a:lnTo>
                <a:lnTo>
                  <a:pt x="10579" y="20813"/>
                </a:lnTo>
                <a:lnTo>
                  <a:pt x="9421" y="21100"/>
                </a:lnTo>
                <a:lnTo>
                  <a:pt x="8314" y="21308"/>
                </a:lnTo>
                <a:lnTo>
                  <a:pt x="7234" y="21451"/>
                </a:lnTo>
                <a:lnTo>
                  <a:pt x="6160" y="21540"/>
                </a:lnTo>
                <a:lnTo>
                  <a:pt x="5063" y="21585"/>
                </a:lnTo>
                <a:lnTo>
                  <a:pt x="3922" y="21600"/>
                </a:lnTo>
                <a:lnTo>
                  <a:pt x="2714" y="21597"/>
                </a:lnTo>
                <a:lnTo>
                  <a:pt x="1415" y="21587"/>
                </a:lnTo>
                <a:lnTo>
                  <a:pt x="0" y="21580"/>
                </a:lnTo>
                <a:lnTo>
                  <a:pt x="0" y="20456"/>
                </a:lnTo>
                <a:lnTo>
                  <a:pt x="0" y="19331"/>
                </a:lnTo>
                <a:lnTo>
                  <a:pt x="0" y="18205"/>
                </a:lnTo>
                <a:lnTo>
                  <a:pt x="0" y="17080"/>
                </a:lnTo>
                <a:lnTo>
                  <a:pt x="0" y="15954"/>
                </a:lnTo>
                <a:lnTo>
                  <a:pt x="0" y="14827"/>
                </a:lnTo>
                <a:lnTo>
                  <a:pt x="0" y="13698"/>
                </a:lnTo>
                <a:lnTo>
                  <a:pt x="0" y="12568"/>
                </a:lnTo>
                <a:lnTo>
                  <a:pt x="0" y="11437"/>
                </a:lnTo>
                <a:lnTo>
                  <a:pt x="0" y="10304"/>
                </a:lnTo>
                <a:lnTo>
                  <a:pt x="0" y="9170"/>
                </a:lnTo>
                <a:lnTo>
                  <a:pt x="0" y="8033"/>
                </a:lnTo>
                <a:lnTo>
                  <a:pt x="0" y="6894"/>
                </a:lnTo>
                <a:lnTo>
                  <a:pt x="0" y="5752"/>
                </a:lnTo>
                <a:lnTo>
                  <a:pt x="0" y="4608"/>
                </a:lnTo>
                <a:lnTo>
                  <a:pt x="0" y="3459"/>
                </a:lnTo>
                <a:lnTo>
                  <a:pt x="0" y="2311"/>
                </a:lnTo>
                <a:lnTo>
                  <a:pt x="0" y="1157"/>
                </a:lnTo>
                <a:lnTo>
                  <a:pt x="0" y="0"/>
                </a:lnTo>
                <a:close/>
              </a:path>
            </a:pathLst>
          </a:custGeom>
          <a:solidFill>
            <a:srgbClr val="E9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0" name="contour_06478"/>
          <p:cNvSpPr/>
          <p:nvPr/>
        </p:nvSpPr>
        <p:spPr>
          <a:xfrm>
            <a:off x="2021860" y="2514357"/>
            <a:ext cx="58304" cy="501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10017" y="236"/>
                </a:lnTo>
                <a:lnTo>
                  <a:pt x="11378" y="459"/>
                </a:lnTo>
                <a:lnTo>
                  <a:pt x="12828" y="795"/>
                </a:lnTo>
                <a:lnTo>
                  <a:pt x="15017" y="1376"/>
                </a:lnTo>
                <a:lnTo>
                  <a:pt x="16867" y="1857"/>
                </a:lnTo>
                <a:lnTo>
                  <a:pt x="18741" y="2344"/>
                </a:lnTo>
                <a:lnTo>
                  <a:pt x="20161" y="2740"/>
                </a:lnTo>
                <a:lnTo>
                  <a:pt x="21600" y="3142"/>
                </a:lnTo>
                <a:lnTo>
                  <a:pt x="21200" y="5416"/>
                </a:lnTo>
                <a:lnTo>
                  <a:pt x="20790" y="7594"/>
                </a:lnTo>
                <a:lnTo>
                  <a:pt x="20347" y="9702"/>
                </a:lnTo>
                <a:lnTo>
                  <a:pt x="19848" y="11754"/>
                </a:lnTo>
                <a:lnTo>
                  <a:pt x="19275" y="13774"/>
                </a:lnTo>
                <a:lnTo>
                  <a:pt x="18600" y="15778"/>
                </a:lnTo>
                <a:lnTo>
                  <a:pt x="17809" y="17792"/>
                </a:lnTo>
                <a:lnTo>
                  <a:pt x="16875" y="19831"/>
                </a:lnTo>
                <a:lnTo>
                  <a:pt x="15017" y="20805"/>
                </a:lnTo>
                <a:lnTo>
                  <a:pt x="13171" y="21374"/>
                </a:lnTo>
                <a:lnTo>
                  <a:pt x="11326" y="21600"/>
                </a:lnTo>
                <a:lnTo>
                  <a:pt x="9482" y="21534"/>
                </a:lnTo>
                <a:lnTo>
                  <a:pt x="7625" y="21236"/>
                </a:lnTo>
                <a:lnTo>
                  <a:pt x="5756" y="20764"/>
                </a:lnTo>
                <a:lnTo>
                  <a:pt x="3866" y="20170"/>
                </a:lnTo>
                <a:lnTo>
                  <a:pt x="1949" y="19514"/>
                </a:lnTo>
                <a:lnTo>
                  <a:pt x="0" y="18851"/>
                </a:lnTo>
                <a:lnTo>
                  <a:pt x="629" y="16934"/>
                </a:lnTo>
                <a:lnTo>
                  <a:pt x="1261" y="15018"/>
                </a:lnTo>
                <a:lnTo>
                  <a:pt x="1895" y="13105"/>
                </a:lnTo>
                <a:lnTo>
                  <a:pt x="2533" y="11191"/>
                </a:lnTo>
                <a:lnTo>
                  <a:pt x="3002" y="9768"/>
                </a:lnTo>
                <a:lnTo>
                  <a:pt x="3475" y="8338"/>
                </a:lnTo>
                <a:lnTo>
                  <a:pt x="3955" y="6884"/>
                </a:lnTo>
                <a:lnTo>
                  <a:pt x="4833" y="4672"/>
                </a:lnTo>
                <a:lnTo>
                  <a:pt x="5557" y="3217"/>
                </a:lnTo>
                <a:lnTo>
                  <a:pt x="6518" y="1876"/>
                </a:lnTo>
                <a:lnTo>
                  <a:pt x="8100" y="0"/>
                </a:lnTo>
                <a:close/>
              </a:path>
            </a:pathLst>
          </a:custGeom>
          <a:solidFill>
            <a:srgbClr val="0E0D0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1" name="contour_06479"/>
          <p:cNvSpPr/>
          <p:nvPr/>
        </p:nvSpPr>
        <p:spPr>
          <a:xfrm>
            <a:off x="4543505" y="2512418"/>
            <a:ext cx="102032" cy="52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791"/>
                </a:moveTo>
                <a:lnTo>
                  <a:pt x="11855" y="404"/>
                </a:lnTo>
                <a:lnTo>
                  <a:pt x="12624" y="172"/>
                </a:lnTo>
                <a:lnTo>
                  <a:pt x="13327" y="59"/>
                </a:lnTo>
                <a:lnTo>
                  <a:pt x="14188" y="30"/>
                </a:lnTo>
                <a:lnTo>
                  <a:pt x="15429" y="48"/>
                </a:lnTo>
                <a:lnTo>
                  <a:pt x="15797" y="39"/>
                </a:lnTo>
                <a:lnTo>
                  <a:pt x="16447" y="27"/>
                </a:lnTo>
                <a:lnTo>
                  <a:pt x="17936" y="0"/>
                </a:lnTo>
                <a:lnTo>
                  <a:pt x="18989" y="392"/>
                </a:lnTo>
                <a:lnTo>
                  <a:pt x="20057" y="791"/>
                </a:lnTo>
                <a:lnTo>
                  <a:pt x="20589" y="2583"/>
                </a:lnTo>
                <a:lnTo>
                  <a:pt x="20927" y="3802"/>
                </a:lnTo>
                <a:lnTo>
                  <a:pt x="21216" y="5000"/>
                </a:lnTo>
                <a:lnTo>
                  <a:pt x="21600" y="6736"/>
                </a:lnTo>
                <a:lnTo>
                  <a:pt x="19622" y="8520"/>
                </a:lnTo>
                <a:lnTo>
                  <a:pt x="17828" y="10137"/>
                </a:lnTo>
                <a:lnTo>
                  <a:pt x="16203" y="11594"/>
                </a:lnTo>
                <a:lnTo>
                  <a:pt x="14734" y="12902"/>
                </a:lnTo>
                <a:lnTo>
                  <a:pt x="13407" y="14067"/>
                </a:lnTo>
                <a:lnTo>
                  <a:pt x="12207" y="15105"/>
                </a:lnTo>
                <a:lnTo>
                  <a:pt x="11121" y="16023"/>
                </a:lnTo>
                <a:lnTo>
                  <a:pt x="10135" y="16829"/>
                </a:lnTo>
                <a:lnTo>
                  <a:pt x="9232" y="17533"/>
                </a:lnTo>
                <a:lnTo>
                  <a:pt x="8404" y="18146"/>
                </a:lnTo>
                <a:lnTo>
                  <a:pt x="7631" y="18678"/>
                </a:lnTo>
                <a:lnTo>
                  <a:pt x="6903" y="19136"/>
                </a:lnTo>
                <a:lnTo>
                  <a:pt x="6204" y="19534"/>
                </a:lnTo>
                <a:lnTo>
                  <a:pt x="5522" y="19876"/>
                </a:lnTo>
                <a:lnTo>
                  <a:pt x="4840" y="20176"/>
                </a:lnTo>
                <a:lnTo>
                  <a:pt x="4146" y="20441"/>
                </a:lnTo>
                <a:lnTo>
                  <a:pt x="3425" y="20684"/>
                </a:lnTo>
                <a:lnTo>
                  <a:pt x="2665" y="20910"/>
                </a:lnTo>
                <a:lnTo>
                  <a:pt x="1850" y="21133"/>
                </a:lnTo>
                <a:lnTo>
                  <a:pt x="966" y="21359"/>
                </a:lnTo>
                <a:lnTo>
                  <a:pt x="0" y="21600"/>
                </a:lnTo>
                <a:lnTo>
                  <a:pt x="346" y="19772"/>
                </a:lnTo>
                <a:lnTo>
                  <a:pt x="710" y="17997"/>
                </a:lnTo>
                <a:lnTo>
                  <a:pt x="1099" y="16267"/>
                </a:lnTo>
                <a:lnTo>
                  <a:pt x="1521" y="14578"/>
                </a:lnTo>
                <a:lnTo>
                  <a:pt x="1989" y="12926"/>
                </a:lnTo>
                <a:lnTo>
                  <a:pt x="2507" y="11305"/>
                </a:lnTo>
                <a:lnTo>
                  <a:pt x="3086" y="9709"/>
                </a:lnTo>
                <a:lnTo>
                  <a:pt x="3993" y="8981"/>
                </a:lnTo>
                <a:lnTo>
                  <a:pt x="4627" y="8544"/>
                </a:lnTo>
                <a:lnTo>
                  <a:pt x="5286" y="8226"/>
                </a:lnTo>
                <a:lnTo>
                  <a:pt x="6267" y="7851"/>
                </a:lnTo>
                <a:lnTo>
                  <a:pt x="7255" y="7482"/>
                </a:lnTo>
                <a:lnTo>
                  <a:pt x="8250" y="7111"/>
                </a:lnTo>
                <a:lnTo>
                  <a:pt x="9257" y="6736"/>
                </a:lnTo>
                <a:lnTo>
                  <a:pt x="9589" y="5250"/>
                </a:lnTo>
                <a:lnTo>
                  <a:pt x="9927" y="3740"/>
                </a:lnTo>
                <a:lnTo>
                  <a:pt x="10360" y="2277"/>
                </a:lnTo>
                <a:lnTo>
                  <a:pt x="10800" y="791"/>
                </a:lnTo>
                <a:close/>
              </a:path>
            </a:pathLst>
          </a:custGeom>
          <a:solidFill>
            <a:srgbClr val="252B2D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2" name="contour_06480"/>
          <p:cNvSpPr/>
          <p:nvPr/>
        </p:nvSpPr>
        <p:spPr>
          <a:xfrm>
            <a:off x="1329501" y="2466927"/>
            <a:ext cx="80168" cy="492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9" y="214"/>
                </a:moveTo>
                <a:lnTo>
                  <a:pt x="12909" y="13"/>
                </a:lnTo>
                <a:lnTo>
                  <a:pt x="14115" y="0"/>
                </a:lnTo>
                <a:lnTo>
                  <a:pt x="15242" y="234"/>
                </a:lnTo>
                <a:lnTo>
                  <a:pt x="16394" y="755"/>
                </a:lnTo>
                <a:lnTo>
                  <a:pt x="17673" y="1625"/>
                </a:lnTo>
                <a:lnTo>
                  <a:pt x="18411" y="3497"/>
                </a:lnTo>
                <a:lnTo>
                  <a:pt x="19075" y="5388"/>
                </a:lnTo>
                <a:lnTo>
                  <a:pt x="19664" y="7308"/>
                </a:lnTo>
                <a:lnTo>
                  <a:pt x="20184" y="9266"/>
                </a:lnTo>
                <a:lnTo>
                  <a:pt x="20636" y="11266"/>
                </a:lnTo>
                <a:lnTo>
                  <a:pt x="21021" y="13323"/>
                </a:lnTo>
                <a:lnTo>
                  <a:pt x="21341" y="15438"/>
                </a:lnTo>
                <a:lnTo>
                  <a:pt x="21600" y="17623"/>
                </a:lnTo>
                <a:lnTo>
                  <a:pt x="20420" y="19232"/>
                </a:lnTo>
                <a:lnTo>
                  <a:pt x="19198" y="20343"/>
                </a:lnTo>
                <a:lnTo>
                  <a:pt x="17934" y="21037"/>
                </a:lnTo>
                <a:lnTo>
                  <a:pt x="16618" y="21408"/>
                </a:lnTo>
                <a:lnTo>
                  <a:pt x="15252" y="21546"/>
                </a:lnTo>
                <a:lnTo>
                  <a:pt x="13828" y="21533"/>
                </a:lnTo>
                <a:lnTo>
                  <a:pt x="12345" y="21462"/>
                </a:lnTo>
                <a:lnTo>
                  <a:pt x="10800" y="21424"/>
                </a:lnTo>
                <a:lnTo>
                  <a:pt x="9571" y="21482"/>
                </a:lnTo>
                <a:lnTo>
                  <a:pt x="8322" y="21542"/>
                </a:lnTo>
                <a:lnTo>
                  <a:pt x="7733" y="21546"/>
                </a:lnTo>
                <a:lnTo>
                  <a:pt x="5952" y="21562"/>
                </a:lnTo>
                <a:lnTo>
                  <a:pt x="5410" y="21571"/>
                </a:lnTo>
                <a:lnTo>
                  <a:pt x="3778" y="21600"/>
                </a:lnTo>
                <a:lnTo>
                  <a:pt x="2457" y="20931"/>
                </a:lnTo>
                <a:lnTo>
                  <a:pt x="1667" y="19888"/>
                </a:lnTo>
                <a:lnTo>
                  <a:pt x="732" y="17578"/>
                </a:lnTo>
                <a:lnTo>
                  <a:pt x="369" y="16014"/>
                </a:lnTo>
                <a:lnTo>
                  <a:pt x="0" y="14423"/>
                </a:lnTo>
                <a:lnTo>
                  <a:pt x="1257" y="14686"/>
                </a:lnTo>
                <a:lnTo>
                  <a:pt x="2521" y="14951"/>
                </a:lnTo>
                <a:lnTo>
                  <a:pt x="3804" y="15223"/>
                </a:lnTo>
                <a:lnTo>
                  <a:pt x="5424" y="15227"/>
                </a:lnTo>
                <a:lnTo>
                  <a:pt x="6472" y="15019"/>
                </a:lnTo>
                <a:lnTo>
                  <a:pt x="7855" y="14423"/>
                </a:lnTo>
                <a:lnTo>
                  <a:pt x="8347" y="12286"/>
                </a:lnTo>
                <a:lnTo>
                  <a:pt x="8601" y="10629"/>
                </a:lnTo>
                <a:lnTo>
                  <a:pt x="8836" y="8024"/>
                </a:lnTo>
                <a:lnTo>
                  <a:pt x="9184" y="4505"/>
                </a:lnTo>
                <a:lnTo>
                  <a:pt x="9581" y="2518"/>
                </a:lnTo>
                <a:lnTo>
                  <a:pt x="10278" y="1331"/>
                </a:lnTo>
                <a:lnTo>
                  <a:pt x="11529" y="214"/>
                </a:lnTo>
                <a:close/>
              </a:path>
            </a:pathLst>
          </a:custGeom>
          <a:solidFill>
            <a:srgbClr val="9B9A97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3" name="contour_06481"/>
          <p:cNvSpPr/>
          <p:nvPr/>
        </p:nvSpPr>
        <p:spPr>
          <a:xfrm>
            <a:off x="8209307" y="2471810"/>
            <a:ext cx="123954" cy="64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48"/>
                </a:moveTo>
                <a:lnTo>
                  <a:pt x="20757" y="3185"/>
                </a:lnTo>
                <a:lnTo>
                  <a:pt x="19940" y="4231"/>
                </a:lnTo>
                <a:lnTo>
                  <a:pt x="19141" y="5189"/>
                </a:lnTo>
                <a:lnTo>
                  <a:pt x="18356" y="6056"/>
                </a:lnTo>
                <a:lnTo>
                  <a:pt x="17579" y="6831"/>
                </a:lnTo>
                <a:lnTo>
                  <a:pt x="16803" y="7515"/>
                </a:lnTo>
                <a:lnTo>
                  <a:pt x="16022" y="8104"/>
                </a:lnTo>
                <a:lnTo>
                  <a:pt x="15231" y="8603"/>
                </a:lnTo>
                <a:lnTo>
                  <a:pt x="14423" y="9004"/>
                </a:lnTo>
                <a:lnTo>
                  <a:pt x="13594" y="9312"/>
                </a:lnTo>
                <a:lnTo>
                  <a:pt x="12735" y="9522"/>
                </a:lnTo>
                <a:lnTo>
                  <a:pt x="11843" y="9634"/>
                </a:lnTo>
                <a:lnTo>
                  <a:pt x="10910" y="9649"/>
                </a:lnTo>
                <a:lnTo>
                  <a:pt x="9931" y="9563"/>
                </a:lnTo>
                <a:lnTo>
                  <a:pt x="8900" y="9380"/>
                </a:lnTo>
                <a:lnTo>
                  <a:pt x="8900" y="10996"/>
                </a:lnTo>
                <a:lnTo>
                  <a:pt x="8900" y="12621"/>
                </a:lnTo>
                <a:lnTo>
                  <a:pt x="8900" y="14268"/>
                </a:lnTo>
                <a:lnTo>
                  <a:pt x="8160" y="15040"/>
                </a:lnTo>
                <a:lnTo>
                  <a:pt x="7433" y="15754"/>
                </a:lnTo>
                <a:lnTo>
                  <a:pt x="6712" y="16421"/>
                </a:lnTo>
                <a:lnTo>
                  <a:pt x="5982" y="17052"/>
                </a:lnTo>
                <a:lnTo>
                  <a:pt x="5234" y="17653"/>
                </a:lnTo>
                <a:lnTo>
                  <a:pt x="4455" y="18240"/>
                </a:lnTo>
                <a:lnTo>
                  <a:pt x="3818" y="18733"/>
                </a:lnTo>
                <a:lnTo>
                  <a:pt x="3170" y="19232"/>
                </a:lnTo>
                <a:lnTo>
                  <a:pt x="2383" y="19833"/>
                </a:lnTo>
                <a:lnTo>
                  <a:pt x="1593" y="20427"/>
                </a:lnTo>
                <a:lnTo>
                  <a:pt x="801" y="21016"/>
                </a:lnTo>
                <a:lnTo>
                  <a:pt x="10" y="21600"/>
                </a:lnTo>
                <a:lnTo>
                  <a:pt x="0" y="19928"/>
                </a:lnTo>
                <a:lnTo>
                  <a:pt x="22" y="18332"/>
                </a:lnTo>
                <a:lnTo>
                  <a:pt x="84" y="16795"/>
                </a:lnTo>
                <a:lnTo>
                  <a:pt x="194" y="15297"/>
                </a:lnTo>
                <a:lnTo>
                  <a:pt x="362" y="13826"/>
                </a:lnTo>
                <a:lnTo>
                  <a:pt x="593" y="12359"/>
                </a:lnTo>
                <a:lnTo>
                  <a:pt x="897" y="10883"/>
                </a:lnTo>
                <a:lnTo>
                  <a:pt x="1280" y="9380"/>
                </a:lnTo>
                <a:lnTo>
                  <a:pt x="2085" y="8671"/>
                </a:lnTo>
                <a:lnTo>
                  <a:pt x="2884" y="8051"/>
                </a:lnTo>
                <a:lnTo>
                  <a:pt x="3683" y="7510"/>
                </a:lnTo>
                <a:lnTo>
                  <a:pt x="4486" y="7031"/>
                </a:lnTo>
                <a:lnTo>
                  <a:pt x="5297" y="6604"/>
                </a:lnTo>
                <a:lnTo>
                  <a:pt x="6123" y="6213"/>
                </a:lnTo>
                <a:lnTo>
                  <a:pt x="6966" y="5844"/>
                </a:lnTo>
                <a:lnTo>
                  <a:pt x="7833" y="5484"/>
                </a:lnTo>
                <a:lnTo>
                  <a:pt x="8717" y="5079"/>
                </a:lnTo>
                <a:lnTo>
                  <a:pt x="9559" y="4629"/>
                </a:lnTo>
                <a:lnTo>
                  <a:pt x="10373" y="4133"/>
                </a:lnTo>
                <a:lnTo>
                  <a:pt x="11170" y="3585"/>
                </a:lnTo>
                <a:lnTo>
                  <a:pt x="11962" y="2982"/>
                </a:lnTo>
                <a:lnTo>
                  <a:pt x="12762" y="2317"/>
                </a:lnTo>
                <a:lnTo>
                  <a:pt x="13584" y="1589"/>
                </a:lnTo>
                <a:lnTo>
                  <a:pt x="14572" y="860"/>
                </a:lnTo>
                <a:lnTo>
                  <a:pt x="15486" y="364"/>
                </a:lnTo>
                <a:lnTo>
                  <a:pt x="16346" y="81"/>
                </a:lnTo>
                <a:lnTo>
                  <a:pt x="17175" y="0"/>
                </a:lnTo>
                <a:lnTo>
                  <a:pt x="17993" y="103"/>
                </a:lnTo>
                <a:lnTo>
                  <a:pt x="18824" y="374"/>
                </a:lnTo>
                <a:lnTo>
                  <a:pt x="19687" y="799"/>
                </a:lnTo>
                <a:lnTo>
                  <a:pt x="20606" y="1364"/>
                </a:lnTo>
                <a:lnTo>
                  <a:pt x="21600" y="2048"/>
                </a:lnTo>
                <a:close/>
              </a:path>
            </a:pathLst>
          </a:custGeom>
          <a:solidFill>
            <a:srgbClr val="41403E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4" name="contour_06482"/>
          <p:cNvSpPr/>
          <p:nvPr/>
        </p:nvSpPr>
        <p:spPr>
          <a:xfrm>
            <a:off x="1905252" y="2440267"/>
            <a:ext cx="80168" cy="534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5" y="671"/>
                </a:moveTo>
                <a:lnTo>
                  <a:pt x="15505" y="1611"/>
                </a:lnTo>
                <a:lnTo>
                  <a:pt x="16699" y="2683"/>
                </a:lnTo>
                <a:lnTo>
                  <a:pt x="17728" y="3896"/>
                </a:lnTo>
                <a:lnTo>
                  <a:pt x="18629" y="5253"/>
                </a:lnTo>
                <a:lnTo>
                  <a:pt x="19432" y="6764"/>
                </a:lnTo>
                <a:lnTo>
                  <a:pt x="20174" y="8431"/>
                </a:lnTo>
                <a:lnTo>
                  <a:pt x="20885" y="10266"/>
                </a:lnTo>
                <a:lnTo>
                  <a:pt x="21600" y="12268"/>
                </a:lnTo>
                <a:lnTo>
                  <a:pt x="20304" y="12268"/>
                </a:lnTo>
                <a:lnTo>
                  <a:pt x="19006" y="12268"/>
                </a:lnTo>
                <a:lnTo>
                  <a:pt x="17702" y="12268"/>
                </a:lnTo>
                <a:lnTo>
                  <a:pt x="16392" y="12268"/>
                </a:lnTo>
                <a:lnTo>
                  <a:pt x="15075" y="12268"/>
                </a:lnTo>
                <a:lnTo>
                  <a:pt x="13745" y="12268"/>
                </a:lnTo>
                <a:lnTo>
                  <a:pt x="13745" y="14020"/>
                </a:lnTo>
                <a:lnTo>
                  <a:pt x="13745" y="15772"/>
                </a:lnTo>
                <a:lnTo>
                  <a:pt x="13745" y="17536"/>
                </a:lnTo>
                <a:lnTo>
                  <a:pt x="13745" y="19312"/>
                </a:lnTo>
                <a:lnTo>
                  <a:pt x="13745" y="21102"/>
                </a:lnTo>
                <a:lnTo>
                  <a:pt x="12324" y="21308"/>
                </a:lnTo>
                <a:lnTo>
                  <a:pt x="10920" y="21467"/>
                </a:lnTo>
                <a:lnTo>
                  <a:pt x="9526" y="21571"/>
                </a:lnTo>
                <a:lnTo>
                  <a:pt x="8135" y="21600"/>
                </a:lnTo>
                <a:lnTo>
                  <a:pt x="6743" y="21541"/>
                </a:lnTo>
                <a:lnTo>
                  <a:pt x="5341" y="21382"/>
                </a:lnTo>
                <a:lnTo>
                  <a:pt x="3927" y="21102"/>
                </a:lnTo>
                <a:lnTo>
                  <a:pt x="2835" y="19224"/>
                </a:lnTo>
                <a:lnTo>
                  <a:pt x="2064" y="17831"/>
                </a:lnTo>
                <a:lnTo>
                  <a:pt x="1502" y="16685"/>
                </a:lnTo>
                <a:lnTo>
                  <a:pt x="1045" y="15543"/>
                </a:lnTo>
                <a:lnTo>
                  <a:pt x="579" y="14150"/>
                </a:lnTo>
                <a:lnTo>
                  <a:pt x="0" y="12268"/>
                </a:lnTo>
                <a:lnTo>
                  <a:pt x="2105" y="9258"/>
                </a:lnTo>
                <a:lnTo>
                  <a:pt x="3880" y="6752"/>
                </a:lnTo>
                <a:lnTo>
                  <a:pt x="5371" y="4712"/>
                </a:lnTo>
                <a:lnTo>
                  <a:pt x="6625" y="3098"/>
                </a:lnTo>
                <a:lnTo>
                  <a:pt x="7697" y="1870"/>
                </a:lnTo>
                <a:lnTo>
                  <a:pt x="8630" y="984"/>
                </a:lnTo>
                <a:lnTo>
                  <a:pt x="9477" y="406"/>
                </a:lnTo>
                <a:lnTo>
                  <a:pt x="10286" y="91"/>
                </a:lnTo>
                <a:lnTo>
                  <a:pt x="11104" y="0"/>
                </a:lnTo>
                <a:lnTo>
                  <a:pt x="11982" y="94"/>
                </a:lnTo>
                <a:lnTo>
                  <a:pt x="12970" y="333"/>
                </a:lnTo>
                <a:lnTo>
                  <a:pt x="14115" y="671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5" name="contour_06483"/>
          <p:cNvSpPr/>
          <p:nvPr/>
        </p:nvSpPr>
        <p:spPr>
          <a:xfrm>
            <a:off x="7750222" y="2426901"/>
            <a:ext cx="87456" cy="45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570"/>
                </a:lnTo>
                <a:lnTo>
                  <a:pt x="16778" y="1140"/>
                </a:lnTo>
                <a:lnTo>
                  <a:pt x="17973" y="1714"/>
                </a:lnTo>
                <a:lnTo>
                  <a:pt x="19174" y="2291"/>
                </a:lnTo>
                <a:lnTo>
                  <a:pt x="20381" y="2871"/>
                </a:lnTo>
                <a:lnTo>
                  <a:pt x="21600" y="3455"/>
                </a:lnTo>
                <a:lnTo>
                  <a:pt x="21101" y="8340"/>
                </a:lnTo>
                <a:lnTo>
                  <a:pt x="20709" y="11888"/>
                </a:lnTo>
                <a:lnTo>
                  <a:pt x="20362" y="14386"/>
                </a:lnTo>
                <a:lnTo>
                  <a:pt x="20002" y="16103"/>
                </a:lnTo>
                <a:lnTo>
                  <a:pt x="19570" y="17326"/>
                </a:lnTo>
                <a:lnTo>
                  <a:pt x="19010" y="18328"/>
                </a:lnTo>
                <a:lnTo>
                  <a:pt x="18261" y="19392"/>
                </a:lnTo>
                <a:lnTo>
                  <a:pt x="17111" y="20069"/>
                </a:lnTo>
                <a:lnTo>
                  <a:pt x="15957" y="20612"/>
                </a:lnTo>
                <a:lnTo>
                  <a:pt x="14798" y="21026"/>
                </a:lnTo>
                <a:lnTo>
                  <a:pt x="13637" y="21327"/>
                </a:lnTo>
                <a:lnTo>
                  <a:pt x="12470" y="21514"/>
                </a:lnTo>
                <a:lnTo>
                  <a:pt x="11302" y="21600"/>
                </a:lnTo>
                <a:lnTo>
                  <a:pt x="10129" y="21586"/>
                </a:lnTo>
                <a:lnTo>
                  <a:pt x="8951" y="21486"/>
                </a:lnTo>
                <a:lnTo>
                  <a:pt x="7771" y="21306"/>
                </a:lnTo>
                <a:lnTo>
                  <a:pt x="6588" y="21051"/>
                </a:lnTo>
                <a:lnTo>
                  <a:pt x="5400" y="20729"/>
                </a:lnTo>
                <a:lnTo>
                  <a:pt x="4158" y="19306"/>
                </a:lnTo>
                <a:lnTo>
                  <a:pt x="3161" y="17907"/>
                </a:lnTo>
                <a:lnTo>
                  <a:pt x="2329" y="16421"/>
                </a:lnTo>
                <a:lnTo>
                  <a:pt x="1579" y="14742"/>
                </a:lnTo>
                <a:lnTo>
                  <a:pt x="830" y="12759"/>
                </a:lnTo>
                <a:lnTo>
                  <a:pt x="0" y="10365"/>
                </a:lnTo>
                <a:lnTo>
                  <a:pt x="241" y="8008"/>
                </a:lnTo>
                <a:lnTo>
                  <a:pt x="509" y="6506"/>
                </a:lnTo>
                <a:lnTo>
                  <a:pt x="974" y="5203"/>
                </a:lnTo>
                <a:lnTo>
                  <a:pt x="1800" y="3455"/>
                </a:lnTo>
                <a:lnTo>
                  <a:pt x="2938" y="3811"/>
                </a:lnTo>
                <a:lnTo>
                  <a:pt x="4014" y="4212"/>
                </a:lnTo>
                <a:lnTo>
                  <a:pt x="5056" y="4668"/>
                </a:lnTo>
                <a:lnTo>
                  <a:pt x="6088" y="5193"/>
                </a:lnTo>
                <a:lnTo>
                  <a:pt x="7132" y="5790"/>
                </a:lnTo>
                <a:lnTo>
                  <a:pt x="8212" y="6478"/>
                </a:lnTo>
                <a:lnTo>
                  <a:pt x="9104" y="7020"/>
                </a:lnTo>
                <a:lnTo>
                  <a:pt x="10010" y="7570"/>
                </a:lnTo>
                <a:lnTo>
                  <a:pt x="11110" y="8254"/>
                </a:lnTo>
                <a:lnTo>
                  <a:pt x="12208" y="8948"/>
                </a:lnTo>
                <a:lnTo>
                  <a:pt x="13306" y="9653"/>
                </a:lnTo>
                <a:lnTo>
                  <a:pt x="14400" y="10365"/>
                </a:lnTo>
                <a:lnTo>
                  <a:pt x="14400" y="8312"/>
                </a:lnTo>
                <a:lnTo>
                  <a:pt x="14400" y="6253"/>
                </a:lnTo>
                <a:lnTo>
                  <a:pt x="14400" y="4187"/>
                </a:lnTo>
                <a:lnTo>
                  <a:pt x="14400" y="2104"/>
                </a:lnTo>
                <a:lnTo>
                  <a:pt x="14400" y="0"/>
                </a:lnTo>
                <a:close/>
              </a:path>
            </a:pathLst>
          </a:custGeom>
          <a:solidFill>
            <a:srgbClr val="564E74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6" name="contour_06484"/>
          <p:cNvSpPr/>
          <p:nvPr/>
        </p:nvSpPr>
        <p:spPr>
          <a:xfrm>
            <a:off x="7334806" y="2432251"/>
            <a:ext cx="58304" cy="67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88" y="0"/>
                </a:moveTo>
                <a:lnTo>
                  <a:pt x="8910" y="21"/>
                </a:lnTo>
                <a:lnTo>
                  <a:pt x="10730" y="58"/>
                </a:lnTo>
                <a:lnTo>
                  <a:pt x="12541" y="110"/>
                </a:lnTo>
                <a:lnTo>
                  <a:pt x="14353" y="177"/>
                </a:lnTo>
                <a:lnTo>
                  <a:pt x="16162" y="261"/>
                </a:lnTo>
                <a:lnTo>
                  <a:pt x="17971" y="364"/>
                </a:lnTo>
                <a:lnTo>
                  <a:pt x="19783" y="483"/>
                </a:lnTo>
                <a:lnTo>
                  <a:pt x="21600" y="620"/>
                </a:lnTo>
                <a:lnTo>
                  <a:pt x="21376" y="2543"/>
                </a:lnTo>
                <a:lnTo>
                  <a:pt x="21082" y="4341"/>
                </a:lnTo>
                <a:lnTo>
                  <a:pt x="20704" y="6028"/>
                </a:lnTo>
                <a:lnTo>
                  <a:pt x="20239" y="7623"/>
                </a:lnTo>
                <a:lnTo>
                  <a:pt x="19680" y="9136"/>
                </a:lnTo>
                <a:lnTo>
                  <a:pt x="19016" y="10579"/>
                </a:lnTo>
                <a:lnTo>
                  <a:pt x="18244" y="11970"/>
                </a:lnTo>
                <a:lnTo>
                  <a:pt x="17356" y="13320"/>
                </a:lnTo>
                <a:lnTo>
                  <a:pt x="16340" y="14646"/>
                </a:lnTo>
                <a:lnTo>
                  <a:pt x="15196" y="15959"/>
                </a:lnTo>
                <a:lnTo>
                  <a:pt x="13910" y="17276"/>
                </a:lnTo>
                <a:lnTo>
                  <a:pt x="12479" y="18607"/>
                </a:lnTo>
                <a:lnTo>
                  <a:pt x="10894" y="19968"/>
                </a:lnTo>
                <a:lnTo>
                  <a:pt x="9488" y="20765"/>
                </a:lnTo>
                <a:lnTo>
                  <a:pt x="8359" y="21248"/>
                </a:lnTo>
                <a:lnTo>
                  <a:pt x="7112" y="21497"/>
                </a:lnTo>
                <a:lnTo>
                  <a:pt x="5357" y="21588"/>
                </a:lnTo>
                <a:lnTo>
                  <a:pt x="2700" y="21600"/>
                </a:lnTo>
                <a:lnTo>
                  <a:pt x="2957" y="19982"/>
                </a:lnTo>
                <a:lnTo>
                  <a:pt x="3254" y="18395"/>
                </a:lnTo>
                <a:lnTo>
                  <a:pt x="3618" y="16835"/>
                </a:lnTo>
                <a:lnTo>
                  <a:pt x="4080" y="15299"/>
                </a:lnTo>
                <a:lnTo>
                  <a:pt x="4663" y="13781"/>
                </a:lnTo>
                <a:lnTo>
                  <a:pt x="5400" y="12276"/>
                </a:lnTo>
                <a:lnTo>
                  <a:pt x="7490" y="11996"/>
                </a:lnTo>
                <a:lnTo>
                  <a:pt x="8956" y="11856"/>
                </a:lnTo>
                <a:lnTo>
                  <a:pt x="10187" y="11856"/>
                </a:lnTo>
                <a:lnTo>
                  <a:pt x="11572" y="11996"/>
                </a:lnTo>
                <a:lnTo>
                  <a:pt x="13500" y="12276"/>
                </a:lnTo>
                <a:lnTo>
                  <a:pt x="13500" y="10891"/>
                </a:lnTo>
                <a:lnTo>
                  <a:pt x="13500" y="9502"/>
                </a:lnTo>
                <a:lnTo>
                  <a:pt x="13500" y="8108"/>
                </a:lnTo>
                <a:lnTo>
                  <a:pt x="13500" y="6702"/>
                </a:lnTo>
                <a:lnTo>
                  <a:pt x="13500" y="5282"/>
                </a:lnTo>
                <a:lnTo>
                  <a:pt x="11829" y="5860"/>
                </a:lnTo>
                <a:lnTo>
                  <a:pt x="10157" y="6439"/>
                </a:lnTo>
                <a:lnTo>
                  <a:pt x="8481" y="7017"/>
                </a:lnTo>
                <a:lnTo>
                  <a:pt x="6801" y="7597"/>
                </a:lnTo>
                <a:lnTo>
                  <a:pt x="5114" y="8180"/>
                </a:lnTo>
                <a:lnTo>
                  <a:pt x="3418" y="8765"/>
                </a:lnTo>
                <a:lnTo>
                  <a:pt x="1714" y="9352"/>
                </a:lnTo>
                <a:lnTo>
                  <a:pt x="0" y="9944"/>
                </a:lnTo>
                <a:lnTo>
                  <a:pt x="121" y="6975"/>
                </a:lnTo>
                <a:lnTo>
                  <a:pt x="294" y="4732"/>
                </a:lnTo>
                <a:lnTo>
                  <a:pt x="605" y="3098"/>
                </a:lnTo>
                <a:lnTo>
                  <a:pt x="1131" y="1958"/>
                </a:lnTo>
                <a:lnTo>
                  <a:pt x="1960" y="1196"/>
                </a:lnTo>
                <a:lnTo>
                  <a:pt x="3172" y="692"/>
                </a:lnTo>
                <a:lnTo>
                  <a:pt x="4855" y="333"/>
                </a:lnTo>
                <a:lnTo>
                  <a:pt x="7088" y="0"/>
                </a:lnTo>
                <a:close/>
              </a:path>
            </a:pathLst>
          </a:custGeom>
          <a:solidFill>
            <a:srgbClr val="31313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7" name="contour_06485"/>
          <p:cNvSpPr/>
          <p:nvPr/>
        </p:nvSpPr>
        <p:spPr>
          <a:xfrm>
            <a:off x="2313380" y="2317581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875" y="475"/>
                </a:lnTo>
                <a:lnTo>
                  <a:pt x="18046" y="953"/>
                </a:lnTo>
                <a:lnTo>
                  <a:pt x="19220" y="1430"/>
                </a:lnTo>
                <a:lnTo>
                  <a:pt x="20404" y="1913"/>
                </a:lnTo>
                <a:lnTo>
                  <a:pt x="21600" y="2400"/>
                </a:lnTo>
                <a:lnTo>
                  <a:pt x="21502" y="3967"/>
                </a:lnTo>
                <a:lnTo>
                  <a:pt x="21386" y="5506"/>
                </a:lnTo>
                <a:lnTo>
                  <a:pt x="21239" y="7022"/>
                </a:lnTo>
                <a:lnTo>
                  <a:pt x="21050" y="8522"/>
                </a:lnTo>
                <a:lnTo>
                  <a:pt x="20807" y="10006"/>
                </a:lnTo>
                <a:lnTo>
                  <a:pt x="20498" y="11477"/>
                </a:lnTo>
                <a:lnTo>
                  <a:pt x="20112" y="12941"/>
                </a:lnTo>
                <a:lnTo>
                  <a:pt x="19636" y="14400"/>
                </a:lnTo>
                <a:lnTo>
                  <a:pt x="18260" y="14870"/>
                </a:lnTo>
                <a:lnTo>
                  <a:pt x="16999" y="15084"/>
                </a:lnTo>
                <a:lnTo>
                  <a:pt x="15788" y="15094"/>
                </a:lnTo>
                <a:lnTo>
                  <a:pt x="14558" y="14947"/>
                </a:lnTo>
                <a:lnTo>
                  <a:pt x="13245" y="14700"/>
                </a:lnTo>
                <a:lnTo>
                  <a:pt x="11782" y="14400"/>
                </a:lnTo>
                <a:lnTo>
                  <a:pt x="11782" y="15826"/>
                </a:lnTo>
                <a:lnTo>
                  <a:pt x="11782" y="17256"/>
                </a:lnTo>
                <a:lnTo>
                  <a:pt x="11782" y="18691"/>
                </a:lnTo>
                <a:lnTo>
                  <a:pt x="11782" y="20138"/>
                </a:lnTo>
                <a:lnTo>
                  <a:pt x="11782" y="21600"/>
                </a:lnTo>
                <a:lnTo>
                  <a:pt x="10486" y="21204"/>
                </a:lnTo>
                <a:lnTo>
                  <a:pt x="9188" y="20808"/>
                </a:lnTo>
                <a:lnTo>
                  <a:pt x="7884" y="20410"/>
                </a:lnTo>
                <a:lnTo>
                  <a:pt x="6574" y="20009"/>
                </a:lnTo>
                <a:lnTo>
                  <a:pt x="5257" y="19606"/>
                </a:lnTo>
                <a:lnTo>
                  <a:pt x="3927" y="19200"/>
                </a:lnTo>
                <a:lnTo>
                  <a:pt x="5225" y="19200"/>
                </a:lnTo>
                <a:lnTo>
                  <a:pt x="6531" y="19200"/>
                </a:lnTo>
                <a:lnTo>
                  <a:pt x="7855" y="19200"/>
                </a:lnTo>
                <a:lnTo>
                  <a:pt x="7855" y="17614"/>
                </a:lnTo>
                <a:lnTo>
                  <a:pt x="7855" y="16018"/>
                </a:lnTo>
                <a:lnTo>
                  <a:pt x="7855" y="14400"/>
                </a:lnTo>
                <a:lnTo>
                  <a:pt x="6559" y="14400"/>
                </a:lnTo>
                <a:lnTo>
                  <a:pt x="5261" y="14400"/>
                </a:lnTo>
                <a:lnTo>
                  <a:pt x="3957" y="14400"/>
                </a:lnTo>
                <a:lnTo>
                  <a:pt x="2647" y="14400"/>
                </a:lnTo>
                <a:lnTo>
                  <a:pt x="1329" y="14400"/>
                </a:lnTo>
                <a:lnTo>
                  <a:pt x="0" y="14400"/>
                </a:lnTo>
                <a:lnTo>
                  <a:pt x="0" y="12816"/>
                </a:lnTo>
                <a:lnTo>
                  <a:pt x="0" y="11230"/>
                </a:lnTo>
                <a:lnTo>
                  <a:pt x="0" y="9636"/>
                </a:lnTo>
                <a:lnTo>
                  <a:pt x="0" y="8035"/>
                </a:lnTo>
                <a:lnTo>
                  <a:pt x="0" y="6425"/>
                </a:lnTo>
                <a:lnTo>
                  <a:pt x="0" y="4800"/>
                </a:lnTo>
                <a:lnTo>
                  <a:pt x="432" y="4913"/>
                </a:lnTo>
                <a:lnTo>
                  <a:pt x="1194" y="5114"/>
                </a:lnTo>
                <a:lnTo>
                  <a:pt x="2938" y="5578"/>
                </a:lnTo>
                <a:lnTo>
                  <a:pt x="3497" y="5705"/>
                </a:lnTo>
                <a:lnTo>
                  <a:pt x="4487" y="5933"/>
                </a:lnTo>
                <a:lnTo>
                  <a:pt x="6751" y="6451"/>
                </a:lnTo>
                <a:lnTo>
                  <a:pt x="7309" y="6586"/>
                </a:lnTo>
                <a:lnTo>
                  <a:pt x="8292" y="6826"/>
                </a:lnTo>
                <a:lnTo>
                  <a:pt x="10547" y="7378"/>
                </a:lnTo>
                <a:lnTo>
                  <a:pt x="11018" y="7351"/>
                </a:lnTo>
                <a:lnTo>
                  <a:pt x="11847" y="7306"/>
                </a:lnTo>
                <a:lnTo>
                  <a:pt x="13745" y="7200"/>
                </a:lnTo>
                <a:lnTo>
                  <a:pt x="14443" y="5438"/>
                </a:lnTo>
                <a:lnTo>
                  <a:pt x="14894" y="4181"/>
                </a:lnTo>
                <a:lnTo>
                  <a:pt x="15193" y="3086"/>
                </a:lnTo>
                <a:lnTo>
                  <a:pt x="15432" y="1810"/>
                </a:lnTo>
                <a:lnTo>
                  <a:pt x="15709" y="0"/>
                </a:lnTo>
                <a:close/>
              </a:path>
            </a:pathLst>
          </a:custGeom>
          <a:solidFill>
            <a:srgbClr val="222220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8" name="contour_06486"/>
          <p:cNvSpPr/>
          <p:nvPr/>
        </p:nvSpPr>
        <p:spPr>
          <a:xfrm>
            <a:off x="710022" y="2273853"/>
            <a:ext cx="51016" cy="96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11" y="0"/>
                </a:lnTo>
                <a:lnTo>
                  <a:pt x="10263" y="0"/>
                </a:lnTo>
                <a:lnTo>
                  <a:pt x="12343" y="0"/>
                </a:lnTo>
                <a:lnTo>
                  <a:pt x="12457" y="505"/>
                </a:lnTo>
                <a:lnTo>
                  <a:pt x="12800" y="2029"/>
                </a:lnTo>
                <a:lnTo>
                  <a:pt x="13031" y="2911"/>
                </a:lnTo>
                <a:lnTo>
                  <a:pt x="13265" y="3798"/>
                </a:lnTo>
                <a:lnTo>
                  <a:pt x="13500" y="4696"/>
                </a:lnTo>
                <a:lnTo>
                  <a:pt x="13716" y="5569"/>
                </a:lnTo>
                <a:lnTo>
                  <a:pt x="13932" y="6447"/>
                </a:lnTo>
                <a:lnTo>
                  <a:pt x="14151" y="7338"/>
                </a:lnTo>
                <a:lnTo>
                  <a:pt x="14919" y="8604"/>
                </a:lnTo>
                <a:lnTo>
                  <a:pt x="15808" y="9656"/>
                </a:lnTo>
                <a:lnTo>
                  <a:pt x="16867" y="10562"/>
                </a:lnTo>
                <a:lnTo>
                  <a:pt x="18153" y="11387"/>
                </a:lnTo>
                <a:lnTo>
                  <a:pt x="19712" y="12201"/>
                </a:lnTo>
                <a:lnTo>
                  <a:pt x="21600" y="13068"/>
                </a:lnTo>
                <a:lnTo>
                  <a:pt x="20878" y="13169"/>
                </a:lnTo>
                <a:lnTo>
                  <a:pt x="18706" y="13477"/>
                </a:lnTo>
                <a:lnTo>
                  <a:pt x="16376" y="14396"/>
                </a:lnTo>
                <a:lnTo>
                  <a:pt x="15355" y="15120"/>
                </a:lnTo>
                <a:lnTo>
                  <a:pt x="14765" y="16265"/>
                </a:lnTo>
                <a:lnTo>
                  <a:pt x="14645" y="16714"/>
                </a:lnTo>
                <a:lnTo>
                  <a:pt x="14271" y="18070"/>
                </a:lnTo>
                <a:lnTo>
                  <a:pt x="13775" y="19367"/>
                </a:lnTo>
                <a:lnTo>
                  <a:pt x="13275" y="20187"/>
                </a:lnTo>
                <a:lnTo>
                  <a:pt x="12343" y="21236"/>
                </a:lnTo>
                <a:lnTo>
                  <a:pt x="10204" y="21484"/>
                </a:lnTo>
                <a:lnTo>
                  <a:pt x="8199" y="21597"/>
                </a:lnTo>
                <a:lnTo>
                  <a:pt x="6255" y="21600"/>
                </a:lnTo>
                <a:lnTo>
                  <a:pt x="4292" y="21523"/>
                </a:lnTo>
                <a:lnTo>
                  <a:pt x="2234" y="21393"/>
                </a:lnTo>
                <a:lnTo>
                  <a:pt x="0" y="21236"/>
                </a:lnTo>
                <a:lnTo>
                  <a:pt x="281" y="20577"/>
                </a:lnTo>
                <a:lnTo>
                  <a:pt x="568" y="19909"/>
                </a:lnTo>
                <a:lnTo>
                  <a:pt x="1000" y="18812"/>
                </a:lnTo>
                <a:lnTo>
                  <a:pt x="1413" y="17712"/>
                </a:lnTo>
                <a:lnTo>
                  <a:pt x="1805" y="16611"/>
                </a:lnTo>
                <a:lnTo>
                  <a:pt x="2179" y="15510"/>
                </a:lnTo>
                <a:lnTo>
                  <a:pt x="2533" y="14409"/>
                </a:lnTo>
                <a:lnTo>
                  <a:pt x="2876" y="13305"/>
                </a:lnTo>
                <a:lnTo>
                  <a:pt x="3203" y="12201"/>
                </a:lnTo>
                <a:lnTo>
                  <a:pt x="3515" y="11096"/>
                </a:lnTo>
                <a:lnTo>
                  <a:pt x="3814" y="9991"/>
                </a:lnTo>
                <a:lnTo>
                  <a:pt x="4104" y="8885"/>
                </a:lnTo>
                <a:lnTo>
                  <a:pt x="4385" y="7777"/>
                </a:lnTo>
                <a:lnTo>
                  <a:pt x="4656" y="6668"/>
                </a:lnTo>
                <a:lnTo>
                  <a:pt x="4919" y="5559"/>
                </a:lnTo>
                <a:lnTo>
                  <a:pt x="5178" y="4448"/>
                </a:lnTo>
                <a:lnTo>
                  <a:pt x="5431" y="3337"/>
                </a:lnTo>
                <a:lnTo>
                  <a:pt x="5678" y="2226"/>
                </a:lnTo>
                <a:lnTo>
                  <a:pt x="5925" y="1114"/>
                </a:lnTo>
                <a:lnTo>
                  <a:pt x="6171" y="0"/>
                </a:lnTo>
                <a:close/>
              </a:path>
            </a:pathLst>
          </a:custGeom>
          <a:solidFill>
            <a:srgbClr val="252522"/>
          </a:solidFill>
          <a:ln>
            <a:noFill/>
          </a:ln>
        </p:spPr>
        <p:txBody>
          <a:bodyPr/>
          <a:lstStyle/>
          <a:p/>
        </p:txBody>
      </p:sp>
      <p:sp>
        <p:nvSpPr>
          <p:cNvPr id="6489" name="contour_06487"/>
          <p:cNvSpPr/>
          <p:nvPr/>
        </p:nvSpPr>
        <p:spPr>
          <a:xfrm>
            <a:off x="4689265" y="2302940"/>
            <a:ext cx="87456" cy="441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3598"/>
                </a:moveTo>
                <a:lnTo>
                  <a:pt x="18869" y="5246"/>
                </a:lnTo>
                <a:lnTo>
                  <a:pt x="19564" y="6822"/>
                </a:lnTo>
                <a:lnTo>
                  <a:pt x="20135" y="8423"/>
                </a:lnTo>
                <a:lnTo>
                  <a:pt x="20630" y="10138"/>
                </a:lnTo>
                <a:lnTo>
                  <a:pt x="21101" y="12068"/>
                </a:lnTo>
                <a:lnTo>
                  <a:pt x="21600" y="14297"/>
                </a:lnTo>
                <a:lnTo>
                  <a:pt x="20453" y="15577"/>
                </a:lnTo>
                <a:lnTo>
                  <a:pt x="19346" y="16768"/>
                </a:lnTo>
                <a:lnTo>
                  <a:pt x="18266" y="17856"/>
                </a:lnTo>
                <a:lnTo>
                  <a:pt x="17201" y="18833"/>
                </a:lnTo>
                <a:lnTo>
                  <a:pt x="16135" y="19681"/>
                </a:lnTo>
                <a:lnTo>
                  <a:pt x="15055" y="20395"/>
                </a:lnTo>
                <a:lnTo>
                  <a:pt x="13950" y="20955"/>
                </a:lnTo>
                <a:lnTo>
                  <a:pt x="12805" y="21350"/>
                </a:lnTo>
                <a:lnTo>
                  <a:pt x="11608" y="21568"/>
                </a:lnTo>
                <a:lnTo>
                  <a:pt x="10345" y="21600"/>
                </a:lnTo>
                <a:lnTo>
                  <a:pt x="9000" y="21429"/>
                </a:lnTo>
                <a:lnTo>
                  <a:pt x="9000" y="19072"/>
                </a:lnTo>
                <a:lnTo>
                  <a:pt x="9000" y="16700"/>
                </a:lnTo>
                <a:lnTo>
                  <a:pt x="9000" y="14297"/>
                </a:lnTo>
                <a:lnTo>
                  <a:pt x="7727" y="14297"/>
                </a:lnTo>
                <a:lnTo>
                  <a:pt x="6453" y="14297"/>
                </a:lnTo>
                <a:lnTo>
                  <a:pt x="5175" y="14297"/>
                </a:lnTo>
                <a:lnTo>
                  <a:pt x="3892" y="14297"/>
                </a:lnTo>
                <a:lnTo>
                  <a:pt x="2603" y="14297"/>
                </a:lnTo>
                <a:lnTo>
                  <a:pt x="1307" y="14297"/>
                </a:lnTo>
                <a:lnTo>
                  <a:pt x="0" y="14297"/>
                </a:lnTo>
                <a:lnTo>
                  <a:pt x="284" y="11750"/>
                </a:lnTo>
                <a:lnTo>
                  <a:pt x="520" y="9921"/>
                </a:lnTo>
                <a:lnTo>
                  <a:pt x="794" y="8295"/>
                </a:lnTo>
                <a:lnTo>
                  <a:pt x="1192" y="6358"/>
                </a:lnTo>
                <a:lnTo>
                  <a:pt x="1800" y="3598"/>
                </a:lnTo>
                <a:lnTo>
                  <a:pt x="2936" y="2357"/>
                </a:lnTo>
                <a:lnTo>
                  <a:pt x="4113" y="1401"/>
                </a:lnTo>
                <a:lnTo>
                  <a:pt x="5330" y="710"/>
                </a:lnTo>
                <a:lnTo>
                  <a:pt x="6574" y="260"/>
                </a:lnTo>
                <a:lnTo>
                  <a:pt x="7843" y="29"/>
                </a:lnTo>
                <a:lnTo>
                  <a:pt x="9128" y="0"/>
                </a:lnTo>
                <a:lnTo>
                  <a:pt x="10420" y="150"/>
                </a:lnTo>
                <a:lnTo>
                  <a:pt x="11718" y="456"/>
                </a:lnTo>
                <a:lnTo>
                  <a:pt x="13009" y="899"/>
                </a:lnTo>
                <a:lnTo>
                  <a:pt x="14290" y="1455"/>
                </a:lnTo>
                <a:lnTo>
                  <a:pt x="15554" y="2104"/>
                </a:lnTo>
                <a:lnTo>
                  <a:pt x="16792" y="2828"/>
                </a:lnTo>
                <a:lnTo>
                  <a:pt x="18000" y="3598"/>
                </a:lnTo>
                <a:close/>
              </a:path>
            </a:pathLst>
          </a:custGeom>
          <a:solidFill>
            <a:srgbClr val="63879B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0" name="contour_06488"/>
          <p:cNvSpPr/>
          <p:nvPr/>
        </p:nvSpPr>
        <p:spPr>
          <a:xfrm>
            <a:off x="10110605" y="2266565"/>
            <a:ext cx="110245" cy="39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9" y="0"/>
                </a:moveTo>
                <a:lnTo>
                  <a:pt x="2582" y="297"/>
                </a:lnTo>
                <a:lnTo>
                  <a:pt x="3550" y="663"/>
                </a:lnTo>
                <a:lnTo>
                  <a:pt x="4515" y="1093"/>
                </a:lnTo>
                <a:lnTo>
                  <a:pt x="5475" y="1575"/>
                </a:lnTo>
                <a:lnTo>
                  <a:pt x="6433" y="2098"/>
                </a:lnTo>
                <a:lnTo>
                  <a:pt x="7389" y="2656"/>
                </a:lnTo>
                <a:lnTo>
                  <a:pt x="8346" y="3231"/>
                </a:lnTo>
                <a:lnTo>
                  <a:pt x="9301" y="3818"/>
                </a:lnTo>
                <a:lnTo>
                  <a:pt x="10258" y="4404"/>
                </a:lnTo>
                <a:lnTo>
                  <a:pt x="11118" y="4919"/>
                </a:lnTo>
                <a:lnTo>
                  <a:pt x="11979" y="5417"/>
                </a:lnTo>
                <a:lnTo>
                  <a:pt x="12840" y="5907"/>
                </a:lnTo>
                <a:lnTo>
                  <a:pt x="13701" y="6390"/>
                </a:lnTo>
                <a:lnTo>
                  <a:pt x="14563" y="6868"/>
                </a:lnTo>
                <a:lnTo>
                  <a:pt x="15460" y="7402"/>
                </a:lnTo>
                <a:lnTo>
                  <a:pt x="16362" y="7945"/>
                </a:lnTo>
                <a:lnTo>
                  <a:pt x="17278" y="8491"/>
                </a:lnTo>
                <a:lnTo>
                  <a:pt x="18107" y="8982"/>
                </a:lnTo>
                <a:lnTo>
                  <a:pt x="18941" y="9472"/>
                </a:lnTo>
                <a:lnTo>
                  <a:pt x="19788" y="9974"/>
                </a:lnTo>
                <a:lnTo>
                  <a:pt x="20238" y="10493"/>
                </a:lnTo>
                <a:lnTo>
                  <a:pt x="21600" y="12056"/>
                </a:lnTo>
                <a:lnTo>
                  <a:pt x="21600" y="14712"/>
                </a:lnTo>
                <a:lnTo>
                  <a:pt x="21600" y="17384"/>
                </a:lnTo>
                <a:lnTo>
                  <a:pt x="21600" y="20093"/>
                </a:lnTo>
                <a:lnTo>
                  <a:pt x="20660" y="20222"/>
                </a:lnTo>
                <a:lnTo>
                  <a:pt x="19719" y="20342"/>
                </a:lnTo>
                <a:lnTo>
                  <a:pt x="18780" y="20455"/>
                </a:lnTo>
                <a:lnTo>
                  <a:pt x="17840" y="20559"/>
                </a:lnTo>
                <a:lnTo>
                  <a:pt x="16899" y="20660"/>
                </a:lnTo>
                <a:lnTo>
                  <a:pt x="15960" y="20748"/>
                </a:lnTo>
                <a:lnTo>
                  <a:pt x="15019" y="20832"/>
                </a:lnTo>
                <a:lnTo>
                  <a:pt x="14078" y="20909"/>
                </a:lnTo>
                <a:lnTo>
                  <a:pt x="13137" y="20977"/>
                </a:lnTo>
                <a:lnTo>
                  <a:pt x="12177" y="21066"/>
                </a:lnTo>
                <a:lnTo>
                  <a:pt x="11218" y="21178"/>
                </a:lnTo>
                <a:lnTo>
                  <a:pt x="10258" y="21307"/>
                </a:lnTo>
                <a:lnTo>
                  <a:pt x="9279" y="21439"/>
                </a:lnTo>
                <a:lnTo>
                  <a:pt x="8308" y="21540"/>
                </a:lnTo>
                <a:lnTo>
                  <a:pt x="7345" y="21600"/>
                </a:lnTo>
                <a:lnTo>
                  <a:pt x="6387" y="21596"/>
                </a:lnTo>
                <a:lnTo>
                  <a:pt x="5433" y="21516"/>
                </a:lnTo>
                <a:lnTo>
                  <a:pt x="4479" y="21343"/>
                </a:lnTo>
                <a:lnTo>
                  <a:pt x="3526" y="21057"/>
                </a:lnTo>
                <a:lnTo>
                  <a:pt x="2570" y="20648"/>
                </a:lnTo>
                <a:lnTo>
                  <a:pt x="1609" y="20093"/>
                </a:lnTo>
                <a:lnTo>
                  <a:pt x="1007" y="17730"/>
                </a:lnTo>
                <a:lnTo>
                  <a:pt x="593" y="15516"/>
                </a:lnTo>
                <a:lnTo>
                  <a:pt x="317" y="13257"/>
                </a:lnTo>
                <a:lnTo>
                  <a:pt x="136" y="10778"/>
                </a:lnTo>
                <a:lnTo>
                  <a:pt x="0" y="7893"/>
                </a:lnTo>
                <a:lnTo>
                  <a:pt x="127" y="5590"/>
                </a:lnTo>
                <a:lnTo>
                  <a:pt x="337" y="3999"/>
                </a:lnTo>
                <a:lnTo>
                  <a:pt x="781" y="2383"/>
                </a:lnTo>
                <a:lnTo>
                  <a:pt x="1609" y="0"/>
                </a:lnTo>
                <a:close/>
              </a:path>
            </a:pathLst>
          </a:custGeom>
          <a:solidFill>
            <a:srgbClr val="645C4B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1" name="contour_06489"/>
          <p:cNvSpPr/>
          <p:nvPr/>
        </p:nvSpPr>
        <p:spPr>
          <a:xfrm>
            <a:off x="7508151" y="2237413"/>
            <a:ext cx="6715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12" y="0"/>
                </a:moveTo>
                <a:lnTo>
                  <a:pt x="18461" y="0"/>
                </a:lnTo>
                <a:lnTo>
                  <a:pt x="20020" y="0"/>
                </a:lnTo>
                <a:lnTo>
                  <a:pt x="21600" y="0"/>
                </a:lnTo>
                <a:lnTo>
                  <a:pt x="20927" y="1272"/>
                </a:lnTo>
                <a:lnTo>
                  <a:pt x="20243" y="2541"/>
                </a:lnTo>
                <a:lnTo>
                  <a:pt x="19549" y="3806"/>
                </a:lnTo>
                <a:lnTo>
                  <a:pt x="18977" y="4866"/>
                </a:lnTo>
                <a:lnTo>
                  <a:pt x="18396" y="5944"/>
                </a:lnTo>
                <a:lnTo>
                  <a:pt x="17353" y="7106"/>
                </a:lnTo>
                <a:lnTo>
                  <a:pt x="16284" y="7955"/>
                </a:lnTo>
                <a:lnTo>
                  <a:pt x="15121" y="8609"/>
                </a:lnTo>
                <a:lnTo>
                  <a:pt x="13792" y="9190"/>
                </a:lnTo>
                <a:lnTo>
                  <a:pt x="12224" y="9818"/>
                </a:lnTo>
                <a:lnTo>
                  <a:pt x="11502" y="11338"/>
                </a:lnTo>
                <a:lnTo>
                  <a:pt x="11019" y="12404"/>
                </a:lnTo>
                <a:lnTo>
                  <a:pt x="10663" y="13300"/>
                </a:lnTo>
                <a:lnTo>
                  <a:pt x="10321" y="14307"/>
                </a:lnTo>
                <a:lnTo>
                  <a:pt x="9880" y="15709"/>
                </a:lnTo>
                <a:lnTo>
                  <a:pt x="11272" y="16098"/>
                </a:lnTo>
                <a:lnTo>
                  <a:pt x="12669" y="16489"/>
                </a:lnTo>
                <a:lnTo>
                  <a:pt x="14071" y="16879"/>
                </a:lnTo>
                <a:lnTo>
                  <a:pt x="15484" y="17274"/>
                </a:lnTo>
                <a:lnTo>
                  <a:pt x="16912" y="17673"/>
                </a:lnTo>
                <a:lnTo>
                  <a:pt x="15752" y="18645"/>
                </a:lnTo>
                <a:lnTo>
                  <a:pt x="14584" y="19623"/>
                </a:lnTo>
                <a:lnTo>
                  <a:pt x="13412" y="20604"/>
                </a:lnTo>
                <a:lnTo>
                  <a:pt x="12224" y="21600"/>
                </a:lnTo>
                <a:lnTo>
                  <a:pt x="10775" y="20836"/>
                </a:lnTo>
                <a:lnTo>
                  <a:pt x="9364" y="20064"/>
                </a:lnTo>
                <a:lnTo>
                  <a:pt x="7988" y="19277"/>
                </a:lnTo>
                <a:lnTo>
                  <a:pt x="6652" y="18462"/>
                </a:lnTo>
                <a:lnTo>
                  <a:pt x="5351" y="17618"/>
                </a:lnTo>
                <a:lnTo>
                  <a:pt x="4086" y="16730"/>
                </a:lnTo>
                <a:lnTo>
                  <a:pt x="2855" y="15794"/>
                </a:lnTo>
                <a:lnTo>
                  <a:pt x="1662" y="14802"/>
                </a:lnTo>
                <a:lnTo>
                  <a:pt x="504" y="13745"/>
                </a:lnTo>
                <a:lnTo>
                  <a:pt x="164" y="12294"/>
                </a:lnTo>
                <a:lnTo>
                  <a:pt x="0" y="10990"/>
                </a:lnTo>
                <a:lnTo>
                  <a:pt x="5" y="9765"/>
                </a:lnTo>
                <a:lnTo>
                  <a:pt x="173" y="8546"/>
                </a:lnTo>
                <a:lnTo>
                  <a:pt x="502" y="7260"/>
                </a:lnTo>
                <a:lnTo>
                  <a:pt x="980" y="5838"/>
                </a:lnTo>
                <a:lnTo>
                  <a:pt x="2112" y="4725"/>
                </a:lnTo>
                <a:lnTo>
                  <a:pt x="3031" y="4088"/>
                </a:lnTo>
                <a:lnTo>
                  <a:pt x="4224" y="3696"/>
                </a:lnTo>
                <a:lnTo>
                  <a:pt x="6181" y="3307"/>
                </a:lnTo>
                <a:lnTo>
                  <a:pt x="7733" y="3321"/>
                </a:lnTo>
                <a:lnTo>
                  <a:pt x="9271" y="3360"/>
                </a:lnTo>
                <a:lnTo>
                  <a:pt x="10799" y="3423"/>
                </a:lnTo>
                <a:lnTo>
                  <a:pt x="12322" y="3511"/>
                </a:lnTo>
                <a:lnTo>
                  <a:pt x="13846" y="3623"/>
                </a:lnTo>
                <a:lnTo>
                  <a:pt x="15374" y="3762"/>
                </a:lnTo>
                <a:lnTo>
                  <a:pt x="16912" y="3927"/>
                </a:lnTo>
                <a:lnTo>
                  <a:pt x="16912" y="2629"/>
                </a:lnTo>
                <a:lnTo>
                  <a:pt x="16912" y="1323"/>
                </a:lnTo>
                <a:lnTo>
                  <a:pt x="16912" y="0"/>
                </a:lnTo>
                <a:close/>
              </a:path>
            </a:pathLst>
          </a:custGeom>
          <a:solidFill>
            <a:srgbClr val="F1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2" name="contour_06490"/>
          <p:cNvSpPr/>
          <p:nvPr/>
        </p:nvSpPr>
        <p:spPr>
          <a:xfrm>
            <a:off x="9951195" y="2186397"/>
            <a:ext cx="13118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12" y="338"/>
                </a:lnTo>
                <a:lnTo>
                  <a:pt x="1625" y="680"/>
                </a:lnTo>
                <a:lnTo>
                  <a:pt x="2436" y="1022"/>
                </a:lnTo>
                <a:lnTo>
                  <a:pt x="3247" y="1372"/>
                </a:lnTo>
                <a:lnTo>
                  <a:pt x="4058" y="1721"/>
                </a:lnTo>
                <a:lnTo>
                  <a:pt x="4870" y="2077"/>
                </a:lnTo>
                <a:lnTo>
                  <a:pt x="5680" y="2437"/>
                </a:lnTo>
                <a:lnTo>
                  <a:pt x="6490" y="2804"/>
                </a:lnTo>
                <a:lnTo>
                  <a:pt x="7300" y="3179"/>
                </a:lnTo>
                <a:lnTo>
                  <a:pt x="8110" y="3560"/>
                </a:lnTo>
                <a:lnTo>
                  <a:pt x="8918" y="3953"/>
                </a:lnTo>
                <a:lnTo>
                  <a:pt x="9727" y="4352"/>
                </a:lnTo>
                <a:lnTo>
                  <a:pt x="10535" y="4766"/>
                </a:lnTo>
                <a:lnTo>
                  <a:pt x="11342" y="5188"/>
                </a:lnTo>
                <a:lnTo>
                  <a:pt x="12150" y="5623"/>
                </a:lnTo>
                <a:lnTo>
                  <a:pt x="12942" y="6005"/>
                </a:lnTo>
                <a:lnTo>
                  <a:pt x="13729" y="6336"/>
                </a:lnTo>
                <a:lnTo>
                  <a:pt x="14514" y="6617"/>
                </a:lnTo>
                <a:lnTo>
                  <a:pt x="15296" y="6847"/>
                </a:lnTo>
                <a:lnTo>
                  <a:pt x="16079" y="7031"/>
                </a:lnTo>
                <a:lnTo>
                  <a:pt x="16860" y="7171"/>
                </a:lnTo>
                <a:lnTo>
                  <a:pt x="17642" y="7268"/>
                </a:lnTo>
                <a:lnTo>
                  <a:pt x="18427" y="7326"/>
                </a:lnTo>
                <a:lnTo>
                  <a:pt x="19213" y="7348"/>
                </a:lnTo>
                <a:lnTo>
                  <a:pt x="20004" y="7330"/>
                </a:lnTo>
                <a:lnTo>
                  <a:pt x="20800" y="7283"/>
                </a:lnTo>
                <a:lnTo>
                  <a:pt x="21600" y="7200"/>
                </a:lnTo>
                <a:lnTo>
                  <a:pt x="21331" y="9320"/>
                </a:lnTo>
                <a:lnTo>
                  <a:pt x="21116" y="10778"/>
                </a:lnTo>
                <a:lnTo>
                  <a:pt x="20843" y="12247"/>
                </a:lnTo>
                <a:lnTo>
                  <a:pt x="20400" y="14400"/>
                </a:lnTo>
                <a:lnTo>
                  <a:pt x="19530" y="14886"/>
                </a:lnTo>
                <a:lnTo>
                  <a:pt x="18888" y="15001"/>
                </a:lnTo>
                <a:lnTo>
                  <a:pt x="17926" y="14850"/>
                </a:lnTo>
                <a:lnTo>
                  <a:pt x="17158" y="14702"/>
                </a:lnTo>
                <a:lnTo>
                  <a:pt x="16384" y="14551"/>
                </a:lnTo>
                <a:lnTo>
                  <a:pt x="15600" y="14400"/>
                </a:lnTo>
                <a:lnTo>
                  <a:pt x="15600" y="16780"/>
                </a:lnTo>
                <a:lnTo>
                  <a:pt x="15600" y="19174"/>
                </a:lnTo>
                <a:lnTo>
                  <a:pt x="15600" y="21600"/>
                </a:lnTo>
                <a:lnTo>
                  <a:pt x="14784" y="21038"/>
                </a:lnTo>
                <a:lnTo>
                  <a:pt x="13981" y="20448"/>
                </a:lnTo>
                <a:lnTo>
                  <a:pt x="13192" y="19829"/>
                </a:lnTo>
                <a:lnTo>
                  <a:pt x="12410" y="19170"/>
                </a:lnTo>
                <a:lnTo>
                  <a:pt x="11638" y="18468"/>
                </a:lnTo>
                <a:lnTo>
                  <a:pt x="10870" y="17723"/>
                </a:lnTo>
                <a:lnTo>
                  <a:pt x="10104" y="16924"/>
                </a:lnTo>
                <a:lnTo>
                  <a:pt x="9340" y="16070"/>
                </a:lnTo>
                <a:lnTo>
                  <a:pt x="8572" y="15156"/>
                </a:lnTo>
                <a:lnTo>
                  <a:pt x="7800" y="14177"/>
                </a:lnTo>
                <a:lnTo>
                  <a:pt x="6991" y="13223"/>
                </a:lnTo>
                <a:lnTo>
                  <a:pt x="6214" y="12431"/>
                </a:lnTo>
                <a:lnTo>
                  <a:pt x="5459" y="11797"/>
                </a:lnTo>
                <a:lnTo>
                  <a:pt x="4717" y="11304"/>
                </a:lnTo>
                <a:lnTo>
                  <a:pt x="3978" y="10944"/>
                </a:lnTo>
                <a:lnTo>
                  <a:pt x="3234" y="10706"/>
                </a:lnTo>
                <a:lnTo>
                  <a:pt x="2473" y="10584"/>
                </a:lnTo>
                <a:lnTo>
                  <a:pt x="1687" y="10566"/>
                </a:lnTo>
                <a:lnTo>
                  <a:pt x="865" y="10642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6E6857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3" name="contour_06491"/>
          <p:cNvSpPr/>
          <p:nvPr/>
        </p:nvSpPr>
        <p:spPr>
          <a:xfrm>
            <a:off x="10577962" y="2210564"/>
            <a:ext cx="80168" cy="414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2599"/>
                </a:moveTo>
                <a:lnTo>
                  <a:pt x="3387" y="1740"/>
                </a:lnTo>
                <a:lnTo>
                  <a:pt x="4646" y="1087"/>
                </a:lnTo>
                <a:lnTo>
                  <a:pt x="5808" y="616"/>
                </a:lnTo>
                <a:lnTo>
                  <a:pt x="6939" y="315"/>
                </a:lnTo>
                <a:lnTo>
                  <a:pt x="8104" y="160"/>
                </a:lnTo>
                <a:lnTo>
                  <a:pt x="9369" y="137"/>
                </a:lnTo>
                <a:lnTo>
                  <a:pt x="10800" y="224"/>
                </a:lnTo>
                <a:lnTo>
                  <a:pt x="12029" y="114"/>
                </a:lnTo>
                <a:lnTo>
                  <a:pt x="13278" y="0"/>
                </a:lnTo>
                <a:lnTo>
                  <a:pt x="14466" y="57"/>
                </a:lnTo>
                <a:lnTo>
                  <a:pt x="15391" y="220"/>
                </a:lnTo>
                <a:lnTo>
                  <a:pt x="16357" y="616"/>
                </a:lnTo>
                <a:lnTo>
                  <a:pt x="17671" y="1368"/>
                </a:lnTo>
                <a:lnTo>
                  <a:pt x="19636" y="2599"/>
                </a:lnTo>
                <a:lnTo>
                  <a:pt x="19880" y="4952"/>
                </a:lnTo>
                <a:lnTo>
                  <a:pt x="20123" y="7304"/>
                </a:lnTo>
                <a:lnTo>
                  <a:pt x="20367" y="9664"/>
                </a:lnTo>
                <a:lnTo>
                  <a:pt x="20610" y="12027"/>
                </a:lnTo>
                <a:lnTo>
                  <a:pt x="20856" y="14403"/>
                </a:lnTo>
                <a:lnTo>
                  <a:pt x="21103" y="16789"/>
                </a:lnTo>
                <a:lnTo>
                  <a:pt x="21351" y="19187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243" y="19248"/>
                </a:lnTo>
                <a:lnTo>
                  <a:pt x="487" y="16895"/>
                </a:lnTo>
                <a:lnTo>
                  <a:pt x="730" y="14536"/>
                </a:lnTo>
                <a:lnTo>
                  <a:pt x="974" y="12172"/>
                </a:lnTo>
                <a:lnTo>
                  <a:pt x="1219" y="9797"/>
                </a:lnTo>
                <a:lnTo>
                  <a:pt x="1467" y="7410"/>
                </a:lnTo>
                <a:lnTo>
                  <a:pt x="1714" y="5012"/>
                </a:lnTo>
                <a:lnTo>
                  <a:pt x="1964" y="2599"/>
                </a:lnTo>
                <a:close/>
              </a:path>
            </a:pathLst>
          </a:custGeom>
          <a:solidFill>
            <a:srgbClr val="F1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4" name="contour_06492"/>
          <p:cNvSpPr/>
          <p:nvPr/>
        </p:nvSpPr>
        <p:spPr>
          <a:xfrm>
            <a:off x="817454" y="2164293"/>
            <a:ext cx="45616" cy="58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9"/>
                </a:moveTo>
                <a:lnTo>
                  <a:pt x="21600" y="1863"/>
                </a:lnTo>
                <a:lnTo>
                  <a:pt x="21600" y="3638"/>
                </a:lnTo>
                <a:lnTo>
                  <a:pt x="21600" y="5415"/>
                </a:lnTo>
                <a:lnTo>
                  <a:pt x="21600" y="7196"/>
                </a:lnTo>
                <a:lnTo>
                  <a:pt x="21600" y="8978"/>
                </a:lnTo>
                <a:lnTo>
                  <a:pt x="21600" y="10764"/>
                </a:lnTo>
                <a:lnTo>
                  <a:pt x="21600" y="12555"/>
                </a:lnTo>
                <a:lnTo>
                  <a:pt x="21600" y="14351"/>
                </a:lnTo>
                <a:lnTo>
                  <a:pt x="21600" y="16152"/>
                </a:lnTo>
                <a:lnTo>
                  <a:pt x="21600" y="17959"/>
                </a:lnTo>
                <a:lnTo>
                  <a:pt x="21600" y="19777"/>
                </a:lnTo>
                <a:lnTo>
                  <a:pt x="21600" y="21600"/>
                </a:lnTo>
                <a:lnTo>
                  <a:pt x="20558" y="21466"/>
                </a:lnTo>
                <a:lnTo>
                  <a:pt x="19602" y="21339"/>
                </a:lnTo>
                <a:lnTo>
                  <a:pt x="18556" y="21205"/>
                </a:lnTo>
                <a:lnTo>
                  <a:pt x="17252" y="21035"/>
                </a:lnTo>
                <a:lnTo>
                  <a:pt x="15519" y="20809"/>
                </a:lnTo>
                <a:lnTo>
                  <a:pt x="13186" y="20508"/>
                </a:lnTo>
                <a:lnTo>
                  <a:pt x="10087" y="20105"/>
                </a:lnTo>
                <a:lnTo>
                  <a:pt x="6046" y="19581"/>
                </a:lnTo>
                <a:lnTo>
                  <a:pt x="894" y="18911"/>
                </a:lnTo>
                <a:lnTo>
                  <a:pt x="538" y="15623"/>
                </a:lnTo>
                <a:lnTo>
                  <a:pt x="269" y="13017"/>
                </a:lnTo>
                <a:lnTo>
                  <a:pt x="90" y="10963"/>
                </a:lnTo>
                <a:lnTo>
                  <a:pt x="0" y="9325"/>
                </a:lnTo>
                <a:lnTo>
                  <a:pt x="0" y="7975"/>
                </a:lnTo>
                <a:lnTo>
                  <a:pt x="90" y="6779"/>
                </a:lnTo>
                <a:lnTo>
                  <a:pt x="269" y="5604"/>
                </a:lnTo>
                <a:lnTo>
                  <a:pt x="538" y="4313"/>
                </a:lnTo>
                <a:lnTo>
                  <a:pt x="894" y="2778"/>
                </a:lnTo>
                <a:lnTo>
                  <a:pt x="2944" y="1756"/>
                </a:lnTo>
                <a:lnTo>
                  <a:pt x="5094" y="1014"/>
                </a:lnTo>
                <a:lnTo>
                  <a:pt x="7327" y="511"/>
                </a:lnTo>
                <a:lnTo>
                  <a:pt x="9628" y="204"/>
                </a:lnTo>
                <a:lnTo>
                  <a:pt x="11979" y="48"/>
                </a:lnTo>
                <a:lnTo>
                  <a:pt x="14370" y="0"/>
                </a:lnTo>
                <a:lnTo>
                  <a:pt x="16779" y="22"/>
                </a:lnTo>
                <a:lnTo>
                  <a:pt x="19195" y="65"/>
                </a:lnTo>
                <a:lnTo>
                  <a:pt x="21600" y="89"/>
                </a:lnTo>
                <a:close/>
              </a:path>
            </a:pathLst>
          </a:custGeom>
          <a:solidFill>
            <a:srgbClr val="251F1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5" name="contour_06493"/>
          <p:cNvSpPr/>
          <p:nvPr/>
        </p:nvSpPr>
        <p:spPr>
          <a:xfrm>
            <a:off x="2021860" y="2128094"/>
            <a:ext cx="65592" cy="697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479" y="1277"/>
                </a:lnTo>
                <a:lnTo>
                  <a:pt x="18158" y="2554"/>
                </a:lnTo>
                <a:lnTo>
                  <a:pt x="18840" y="3836"/>
                </a:lnTo>
                <a:lnTo>
                  <a:pt x="19524" y="5122"/>
                </a:lnTo>
                <a:lnTo>
                  <a:pt x="20213" y="6415"/>
                </a:lnTo>
                <a:lnTo>
                  <a:pt x="20904" y="7714"/>
                </a:lnTo>
                <a:lnTo>
                  <a:pt x="21600" y="9025"/>
                </a:lnTo>
                <a:lnTo>
                  <a:pt x="20014" y="9025"/>
                </a:lnTo>
                <a:lnTo>
                  <a:pt x="18418" y="9025"/>
                </a:lnTo>
                <a:lnTo>
                  <a:pt x="16800" y="9025"/>
                </a:lnTo>
                <a:lnTo>
                  <a:pt x="16466" y="10501"/>
                </a:lnTo>
                <a:lnTo>
                  <a:pt x="16279" y="11582"/>
                </a:lnTo>
                <a:lnTo>
                  <a:pt x="16164" y="12793"/>
                </a:lnTo>
                <a:lnTo>
                  <a:pt x="16051" y="14666"/>
                </a:lnTo>
                <a:lnTo>
                  <a:pt x="15744" y="16489"/>
                </a:lnTo>
                <a:lnTo>
                  <a:pt x="15470" y="17685"/>
                </a:lnTo>
                <a:lnTo>
                  <a:pt x="15074" y="18782"/>
                </a:lnTo>
                <a:lnTo>
                  <a:pt x="14400" y="20307"/>
                </a:lnTo>
                <a:lnTo>
                  <a:pt x="12806" y="20901"/>
                </a:lnTo>
                <a:lnTo>
                  <a:pt x="11323" y="21293"/>
                </a:lnTo>
                <a:lnTo>
                  <a:pt x="9883" y="21517"/>
                </a:lnTo>
                <a:lnTo>
                  <a:pt x="8417" y="21600"/>
                </a:lnTo>
                <a:lnTo>
                  <a:pt x="6862" y="21568"/>
                </a:lnTo>
                <a:lnTo>
                  <a:pt x="5148" y="21453"/>
                </a:lnTo>
                <a:lnTo>
                  <a:pt x="3538" y="20752"/>
                </a:lnTo>
                <a:lnTo>
                  <a:pt x="2578" y="20131"/>
                </a:lnTo>
                <a:lnTo>
                  <a:pt x="1884" y="19247"/>
                </a:lnTo>
                <a:lnTo>
                  <a:pt x="1078" y="17751"/>
                </a:lnTo>
                <a:lnTo>
                  <a:pt x="811" y="16426"/>
                </a:lnTo>
                <a:lnTo>
                  <a:pt x="619" y="15370"/>
                </a:lnTo>
                <a:lnTo>
                  <a:pt x="473" y="14346"/>
                </a:lnTo>
                <a:lnTo>
                  <a:pt x="341" y="13109"/>
                </a:lnTo>
                <a:lnTo>
                  <a:pt x="192" y="11417"/>
                </a:lnTo>
                <a:lnTo>
                  <a:pt x="0" y="9025"/>
                </a:lnTo>
                <a:lnTo>
                  <a:pt x="766" y="8922"/>
                </a:lnTo>
                <a:lnTo>
                  <a:pt x="1464" y="8829"/>
                </a:lnTo>
                <a:lnTo>
                  <a:pt x="2201" y="8730"/>
                </a:lnTo>
                <a:lnTo>
                  <a:pt x="3072" y="8612"/>
                </a:lnTo>
                <a:lnTo>
                  <a:pt x="4178" y="8464"/>
                </a:lnTo>
                <a:lnTo>
                  <a:pt x="5626" y="8270"/>
                </a:lnTo>
                <a:lnTo>
                  <a:pt x="7510" y="8017"/>
                </a:lnTo>
                <a:lnTo>
                  <a:pt x="9931" y="7692"/>
                </a:lnTo>
                <a:lnTo>
                  <a:pt x="12996" y="7279"/>
                </a:lnTo>
                <a:lnTo>
                  <a:pt x="16800" y="6769"/>
                </a:lnTo>
                <a:lnTo>
                  <a:pt x="16800" y="5429"/>
                </a:lnTo>
                <a:lnTo>
                  <a:pt x="16800" y="4084"/>
                </a:lnTo>
                <a:lnTo>
                  <a:pt x="16800" y="2735"/>
                </a:lnTo>
                <a:lnTo>
                  <a:pt x="16800" y="1374"/>
                </a:lnTo>
                <a:lnTo>
                  <a:pt x="16800" y="0"/>
                </a:lnTo>
                <a:close/>
              </a:path>
            </a:pathLst>
          </a:custGeom>
          <a:solidFill>
            <a:srgbClr val="1A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6" name="contour_06494"/>
          <p:cNvSpPr/>
          <p:nvPr/>
        </p:nvSpPr>
        <p:spPr>
          <a:xfrm>
            <a:off x="7844783" y="2119494"/>
            <a:ext cx="51198" cy="546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18"/>
                </a:moveTo>
                <a:lnTo>
                  <a:pt x="21296" y="2514"/>
                </a:lnTo>
                <a:lnTo>
                  <a:pt x="20991" y="4513"/>
                </a:lnTo>
                <a:lnTo>
                  <a:pt x="20687" y="6512"/>
                </a:lnTo>
                <a:lnTo>
                  <a:pt x="20379" y="8513"/>
                </a:lnTo>
                <a:lnTo>
                  <a:pt x="20075" y="10524"/>
                </a:lnTo>
                <a:lnTo>
                  <a:pt x="19767" y="12537"/>
                </a:lnTo>
                <a:lnTo>
                  <a:pt x="19460" y="14558"/>
                </a:lnTo>
                <a:lnTo>
                  <a:pt x="19149" y="16589"/>
                </a:lnTo>
                <a:lnTo>
                  <a:pt x="18839" y="18628"/>
                </a:lnTo>
                <a:lnTo>
                  <a:pt x="18525" y="20678"/>
                </a:lnTo>
                <a:lnTo>
                  <a:pt x="14639" y="21139"/>
                </a:lnTo>
                <a:lnTo>
                  <a:pt x="11764" y="21447"/>
                </a:lnTo>
                <a:lnTo>
                  <a:pt x="9630" y="21600"/>
                </a:lnTo>
                <a:lnTo>
                  <a:pt x="7973" y="21600"/>
                </a:lnTo>
                <a:lnTo>
                  <a:pt x="6518" y="21447"/>
                </a:lnTo>
                <a:lnTo>
                  <a:pt x="5003" y="21139"/>
                </a:lnTo>
                <a:lnTo>
                  <a:pt x="3152" y="20678"/>
                </a:lnTo>
                <a:lnTo>
                  <a:pt x="2149" y="18942"/>
                </a:lnTo>
                <a:lnTo>
                  <a:pt x="1368" y="17217"/>
                </a:lnTo>
                <a:lnTo>
                  <a:pt x="787" y="15489"/>
                </a:lnTo>
                <a:lnTo>
                  <a:pt x="381" y="13743"/>
                </a:lnTo>
                <a:lnTo>
                  <a:pt x="129" y="11964"/>
                </a:lnTo>
                <a:lnTo>
                  <a:pt x="9" y="10138"/>
                </a:lnTo>
                <a:lnTo>
                  <a:pt x="0" y="8248"/>
                </a:lnTo>
                <a:lnTo>
                  <a:pt x="77" y="6278"/>
                </a:lnTo>
                <a:lnTo>
                  <a:pt x="1325" y="4291"/>
                </a:lnTo>
                <a:lnTo>
                  <a:pt x="2792" y="2756"/>
                </a:lnTo>
                <a:lnTo>
                  <a:pt x="4443" y="1619"/>
                </a:lnTo>
                <a:lnTo>
                  <a:pt x="6263" y="829"/>
                </a:lnTo>
                <a:lnTo>
                  <a:pt x="8225" y="331"/>
                </a:lnTo>
                <a:lnTo>
                  <a:pt x="10300" y="72"/>
                </a:lnTo>
                <a:lnTo>
                  <a:pt x="12471" y="0"/>
                </a:lnTo>
                <a:lnTo>
                  <a:pt x="14713" y="63"/>
                </a:lnTo>
                <a:lnTo>
                  <a:pt x="16997" y="204"/>
                </a:lnTo>
                <a:lnTo>
                  <a:pt x="19300" y="374"/>
                </a:lnTo>
                <a:lnTo>
                  <a:pt x="21600" y="518"/>
                </a:lnTo>
                <a:close/>
              </a:path>
            </a:pathLst>
          </a:custGeom>
          <a:solidFill>
            <a:srgbClr val="EF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7" name="contour_06495"/>
          <p:cNvSpPr/>
          <p:nvPr/>
        </p:nvSpPr>
        <p:spPr>
          <a:xfrm>
            <a:off x="1045269" y="2074636"/>
            <a:ext cx="94744" cy="461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1142"/>
                </a:moveTo>
                <a:lnTo>
                  <a:pt x="2790" y="685"/>
                </a:lnTo>
                <a:lnTo>
                  <a:pt x="3833" y="351"/>
                </a:lnTo>
                <a:lnTo>
                  <a:pt x="4832" y="130"/>
                </a:lnTo>
                <a:lnTo>
                  <a:pt x="5830" y="17"/>
                </a:lnTo>
                <a:lnTo>
                  <a:pt x="6870" y="0"/>
                </a:lnTo>
                <a:lnTo>
                  <a:pt x="7995" y="78"/>
                </a:lnTo>
                <a:lnTo>
                  <a:pt x="8896" y="136"/>
                </a:lnTo>
                <a:lnTo>
                  <a:pt x="9810" y="194"/>
                </a:lnTo>
                <a:lnTo>
                  <a:pt x="11048" y="341"/>
                </a:lnTo>
                <a:lnTo>
                  <a:pt x="12239" y="528"/>
                </a:lnTo>
                <a:lnTo>
                  <a:pt x="13385" y="781"/>
                </a:lnTo>
                <a:lnTo>
                  <a:pt x="14492" y="1122"/>
                </a:lnTo>
                <a:lnTo>
                  <a:pt x="15567" y="1572"/>
                </a:lnTo>
                <a:lnTo>
                  <a:pt x="16614" y="2162"/>
                </a:lnTo>
                <a:lnTo>
                  <a:pt x="17636" y="2908"/>
                </a:lnTo>
                <a:lnTo>
                  <a:pt x="18641" y="3839"/>
                </a:lnTo>
                <a:lnTo>
                  <a:pt x="19633" y="4975"/>
                </a:lnTo>
                <a:lnTo>
                  <a:pt x="20618" y="6342"/>
                </a:lnTo>
                <a:lnTo>
                  <a:pt x="21600" y="7961"/>
                </a:lnTo>
                <a:lnTo>
                  <a:pt x="21555" y="10406"/>
                </a:lnTo>
                <a:lnTo>
                  <a:pt x="21402" y="12721"/>
                </a:lnTo>
                <a:lnTo>
                  <a:pt x="21153" y="14958"/>
                </a:lnTo>
                <a:lnTo>
                  <a:pt x="20817" y="17154"/>
                </a:lnTo>
                <a:lnTo>
                  <a:pt x="20409" y="19353"/>
                </a:lnTo>
                <a:lnTo>
                  <a:pt x="19938" y="21600"/>
                </a:lnTo>
                <a:lnTo>
                  <a:pt x="19736" y="19922"/>
                </a:lnTo>
                <a:lnTo>
                  <a:pt x="19530" y="18218"/>
                </a:lnTo>
                <a:lnTo>
                  <a:pt x="19219" y="17362"/>
                </a:lnTo>
                <a:lnTo>
                  <a:pt x="18277" y="14781"/>
                </a:lnTo>
                <a:lnTo>
                  <a:pt x="17119" y="14556"/>
                </a:lnTo>
                <a:lnTo>
                  <a:pt x="15999" y="14395"/>
                </a:lnTo>
                <a:lnTo>
                  <a:pt x="14897" y="14293"/>
                </a:lnTo>
                <a:lnTo>
                  <a:pt x="13796" y="14256"/>
                </a:lnTo>
                <a:lnTo>
                  <a:pt x="12679" y="14276"/>
                </a:lnTo>
                <a:lnTo>
                  <a:pt x="11528" y="14355"/>
                </a:lnTo>
                <a:lnTo>
                  <a:pt x="10584" y="14402"/>
                </a:lnTo>
                <a:lnTo>
                  <a:pt x="9629" y="14447"/>
                </a:lnTo>
                <a:lnTo>
                  <a:pt x="8467" y="14515"/>
                </a:lnTo>
                <a:lnTo>
                  <a:pt x="7306" y="14597"/>
                </a:lnTo>
                <a:lnTo>
                  <a:pt x="6144" y="14685"/>
                </a:lnTo>
                <a:lnTo>
                  <a:pt x="4985" y="14781"/>
                </a:lnTo>
                <a:lnTo>
                  <a:pt x="4985" y="12527"/>
                </a:lnTo>
                <a:lnTo>
                  <a:pt x="4985" y="10260"/>
                </a:lnTo>
                <a:lnTo>
                  <a:pt x="4985" y="7961"/>
                </a:lnTo>
                <a:lnTo>
                  <a:pt x="3998" y="8637"/>
                </a:lnTo>
                <a:lnTo>
                  <a:pt x="3007" y="9315"/>
                </a:lnTo>
                <a:lnTo>
                  <a:pt x="2014" y="9994"/>
                </a:lnTo>
                <a:lnTo>
                  <a:pt x="1012" y="10679"/>
                </a:lnTo>
                <a:lnTo>
                  <a:pt x="0" y="11371"/>
                </a:lnTo>
                <a:lnTo>
                  <a:pt x="223" y="8868"/>
                </a:lnTo>
                <a:lnTo>
                  <a:pt x="420" y="7082"/>
                </a:lnTo>
                <a:lnTo>
                  <a:pt x="673" y="5527"/>
                </a:lnTo>
                <a:lnTo>
                  <a:pt x="1060" y="3713"/>
                </a:lnTo>
                <a:lnTo>
                  <a:pt x="1662" y="1142"/>
                </a:lnTo>
                <a:close/>
              </a:path>
            </a:pathLst>
          </a:custGeom>
          <a:solidFill>
            <a:srgbClr val="6A6B6E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8" name="contour_06496"/>
          <p:cNvSpPr/>
          <p:nvPr/>
        </p:nvSpPr>
        <p:spPr>
          <a:xfrm>
            <a:off x="4732993" y="2017688"/>
            <a:ext cx="80168" cy="39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91" y="97"/>
                </a:moveTo>
                <a:lnTo>
                  <a:pt x="14543" y="125"/>
                </a:lnTo>
                <a:lnTo>
                  <a:pt x="16208" y="206"/>
                </a:lnTo>
                <a:lnTo>
                  <a:pt x="17557" y="286"/>
                </a:lnTo>
                <a:lnTo>
                  <a:pt x="18904" y="383"/>
                </a:lnTo>
                <a:lnTo>
                  <a:pt x="20253" y="488"/>
                </a:lnTo>
                <a:lnTo>
                  <a:pt x="21600" y="601"/>
                </a:lnTo>
                <a:lnTo>
                  <a:pt x="21590" y="4029"/>
                </a:lnTo>
                <a:lnTo>
                  <a:pt x="21527" y="6521"/>
                </a:lnTo>
                <a:lnTo>
                  <a:pt x="21355" y="8477"/>
                </a:lnTo>
                <a:lnTo>
                  <a:pt x="21019" y="10308"/>
                </a:lnTo>
                <a:lnTo>
                  <a:pt x="20463" y="12421"/>
                </a:lnTo>
                <a:lnTo>
                  <a:pt x="19636" y="15220"/>
                </a:lnTo>
                <a:lnTo>
                  <a:pt x="18513" y="17212"/>
                </a:lnTo>
                <a:lnTo>
                  <a:pt x="17388" y="18733"/>
                </a:lnTo>
                <a:lnTo>
                  <a:pt x="16245" y="19846"/>
                </a:lnTo>
                <a:lnTo>
                  <a:pt x="15067" y="20616"/>
                </a:lnTo>
                <a:lnTo>
                  <a:pt x="13838" y="21112"/>
                </a:lnTo>
                <a:lnTo>
                  <a:pt x="12542" y="21398"/>
                </a:lnTo>
                <a:lnTo>
                  <a:pt x="11159" y="21540"/>
                </a:lnTo>
                <a:lnTo>
                  <a:pt x="9677" y="21600"/>
                </a:lnTo>
                <a:lnTo>
                  <a:pt x="8292" y="21540"/>
                </a:lnTo>
                <a:lnTo>
                  <a:pt x="6908" y="21459"/>
                </a:lnTo>
                <a:lnTo>
                  <a:pt x="5528" y="21354"/>
                </a:lnTo>
                <a:lnTo>
                  <a:pt x="4145" y="21233"/>
                </a:lnTo>
                <a:lnTo>
                  <a:pt x="2765" y="21096"/>
                </a:lnTo>
                <a:lnTo>
                  <a:pt x="1382" y="20939"/>
                </a:lnTo>
                <a:lnTo>
                  <a:pt x="0" y="20765"/>
                </a:lnTo>
                <a:lnTo>
                  <a:pt x="548" y="16994"/>
                </a:lnTo>
                <a:lnTo>
                  <a:pt x="1135" y="13671"/>
                </a:lnTo>
                <a:lnTo>
                  <a:pt x="1779" y="10772"/>
                </a:lnTo>
                <a:lnTo>
                  <a:pt x="2488" y="8271"/>
                </a:lnTo>
                <a:lnTo>
                  <a:pt x="3275" y="6150"/>
                </a:lnTo>
                <a:lnTo>
                  <a:pt x="4157" y="4384"/>
                </a:lnTo>
                <a:lnTo>
                  <a:pt x="5143" y="2952"/>
                </a:lnTo>
                <a:lnTo>
                  <a:pt x="6248" y="1831"/>
                </a:lnTo>
                <a:lnTo>
                  <a:pt x="7483" y="996"/>
                </a:lnTo>
                <a:lnTo>
                  <a:pt x="8862" y="427"/>
                </a:lnTo>
                <a:lnTo>
                  <a:pt x="10397" y="105"/>
                </a:lnTo>
                <a:lnTo>
                  <a:pt x="12104" y="0"/>
                </a:lnTo>
                <a:lnTo>
                  <a:pt x="13991" y="97"/>
                </a:lnTo>
                <a:close/>
              </a:path>
            </a:pathLst>
          </a:custGeom>
          <a:solidFill>
            <a:srgbClr val="E1F6FE"/>
          </a:solidFill>
          <a:ln>
            <a:noFill/>
          </a:ln>
        </p:spPr>
        <p:txBody>
          <a:bodyPr/>
          <a:lstStyle/>
          <a:p/>
        </p:txBody>
      </p:sp>
      <p:sp>
        <p:nvSpPr>
          <p:cNvPr id="6499" name="contour_06497"/>
          <p:cNvSpPr/>
          <p:nvPr/>
        </p:nvSpPr>
        <p:spPr>
          <a:xfrm>
            <a:off x="1759493" y="2018774"/>
            <a:ext cx="58304" cy="88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71" y="222"/>
                </a:lnTo>
                <a:lnTo>
                  <a:pt x="11443" y="443"/>
                </a:lnTo>
                <a:lnTo>
                  <a:pt x="13119" y="665"/>
                </a:lnTo>
                <a:lnTo>
                  <a:pt x="14799" y="886"/>
                </a:lnTo>
                <a:lnTo>
                  <a:pt x="16486" y="1109"/>
                </a:lnTo>
                <a:lnTo>
                  <a:pt x="18182" y="1335"/>
                </a:lnTo>
                <a:lnTo>
                  <a:pt x="19886" y="1560"/>
                </a:lnTo>
                <a:lnTo>
                  <a:pt x="21600" y="1787"/>
                </a:lnTo>
                <a:lnTo>
                  <a:pt x="20920" y="2887"/>
                </a:lnTo>
                <a:lnTo>
                  <a:pt x="20228" y="4006"/>
                </a:lnTo>
                <a:lnTo>
                  <a:pt x="19678" y="4970"/>
                </a:lnTo>
                <a:lnTo>
                  <a:pt x="19124" y="5940"/>
                </a:lnTo>
                <a:lnTo>
                  <a:pt x="18562" y="6923"/>
                </a:lnTo>
                <a:lnTo>
                  <a:pt x="18311" y="7348"/>
                </a:lnTo>
                <a:lnTo>
                  <a:pt x="17869" y="8097"/>
                </a:lnTo>
                <a:lnTo>
                  <a:pt x="16853" y="9812"/>
                </a:lnTo>
                <a:lnTo>
                  <a:pt x="16637" y="10702"/>
                </a:lnTo>
                <a:lnTo>
                  <a:pt x="16419" y="11599"/>
                </a:lnTo>
                <a:lnTo>
                  <a:pt x="16200" y="12506"/>
                </a:lnTo>
                <a:lnTo>
                  <a:pt x="17720" y="13762"/>
                </a:lnTo>
                <a:lnTo>
                  <a:pt x="18789" y="14554"/>
                </a:lnTo>
                <a:lnTo>
                  <a:pt x="19912" y="15215"/>
                </a:lnTo>
                <a:lnTo>
                  <a:pt x="21600" y="16079"/>
                </a:lnTo>
                <a:lnTo>
                  <a:pt x="20318" y="16301"/>
                </a:lnTo>
                <a:lnTo>
                  <a:pt x="19027" y="16524"/>
                </a:lnTo>
                <a:lnTo>
                  <a:pt x="17717" y="16749"/>
                </a:lnTo>
                <a:lnTo>
                  <a:pt x="15258" y="17425"/>
                </a:lnTo>
                <a:lnTo>
                  <a:pt x="13859" y="17964"/>
                </a:lnTo>
                <a:lnTo>
                  <a:pt x="12995" y="18649"/>
                </a:lnTo>
                <a:lnTo>
                  <a:pt x="12150" y="19763"/>
                </a:lnTo>
                <a:lnTo>
                  <a:pt x="11480" y="20596"/>
                </a:lnTo>
                <a:lnTo>
                  <a:pt x="10800" y="21439"/>
                </a:lnTo>
                <a:lnTo>
                  <a:pt x="8710" y="21546"/>
                </a:lnTo>
                <a:lnTo>
                  <a:pt x="7244" y="21600"/>
                </a:lnTo>
                <a:lnTo>
                  <a:pt x="6013" y="21600"/>
                </a:lnTo>
                <a:lnTo>
                  <a:pt x="4628" y="21546"/>
                </a:lnTo>
                <a:lnTo>
                  <a:pt x="2700" y="21439"/>
                </a:lnTo>
                <a:lnTo>
                  <a:pt x="3240" y="20757"/>
                </a:lnTo>
                <a:lnTo>
                  <a:pt x="3785" y="20064"/>
                </a:lnTo>
                <a:lnTo>
                  <a:pt x="4622" y="18972"/>
                </a:lnTo>
                <a:lnTo>
                  <a:pt x="5430" y="17884"/>
                </a:lnTo>
                <a:lnTo>
                  <a:pt x="6210" y="16796"/>
                </a:lnTo>
                <a:lnTo>
                  <a:pt x="6963" y="15706"/>
                </a:lnTo>
                <a:lnTo>
                  <a:pt x="7684" y="14609"/>
                </a:lnTo>
                <a:lnTo>
                  <a:pt x="8373" y="13503"/>
                </a:lnTo>
                <a:lnTo>
                  <a:pt x="9031" y="12387"/>
                </a:lnTo>
                <a:lnTo>
                  <a:pt x="9655" y="11254"/>
                </a:lnTo>
                <a:lnTo>
                  <a:pt x="10246" y="10103"/>
                </a:lnTo>
                <a:lnTo>
                  <a:pt x="10800" y="8933"/>
                </a:lnTo>
                <a:lnTo>
                  <a:pt x="9018" y="8638"/>
                </a:lnTo>
                <a:lnTo>
                  <a:pt x="7233" y="8343"/>
                </a:lnTo>
                <a:lnTo>
                  <a:pt x="5440" y="8047"/>
                </a:lnTo>
                <a:lnTo>
                  <a:pt x="3640" y="7748"/>
                </a:lnTo>
                <a:lnTo>
                  <a:pt x="1828" y="7448"/>
                </a:lnTo>
                <a:lnTo>
                  <a:pt x="0" y="7146"/>
                </a:lnTo>
                <a:lnTo>
                  <a:pt x="1604" y="7146"/>
                </a:lnTo>
                <a:lnTo>
                  <a:pt x="3213" y="7146"/>
                </a:lnTo>
                <a:lnTo>
                  <a:pt x="4828" y="7146"/>
                </a:lnTo>
                <a:lnTo>
                  <a:pt x="6456" y="7146"/>
                </a:lnTo>
                <a:lnTo>
                  <a:pt x="8100" y="7146"/>
                </a:lnTo>
                <a:lnTo>
                  <a:pt x="8100" y="5967"/>
                </a:lnTo>
                <a:lnTo>
                  <a:pt x="8100" y="4786"/>
                </a:lnTo>
                <a:lnTo>
                  <a:pt x="8100" y="3600"/>
                </a:lnTo>
                <a:lnTo>
                  <a:pt x="8100" y="2408"/>
                </a:lnTo>
                <a:lnTo>
                  <a:pt x="8100" y="1210"/>
                </a:lnTo>
                <a:lnTo>
                  <a:pt x="8100" y="0"/>
                </a:lnTo>
                <a:close/>
              </a:path>
            </a:pathLst>
          </a:custGeom>
          <a:solidFill>
            <a:srgbClr val="52514E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0" name="contour_06498"/>
          <p:cNvSpPr/>
          <p:nvPr/>
        </p:nvSpPr>
        <p:spPr>
          <a:xfrm>
            <a:off x="4492489" y="1953182"/>
            <a:ext cx="11660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55" y="220"/>
                </a:lnTo>
                <a:lnTo>
                  <a:pt x="1315" y="439"/>
                </a:lnTo>
                <a:lnTo>
                  <a:pt x="1983" y="662"/>
                </a:lnTo>
                <a:lnTo>
                  <a:pt x="2309" y="770"/>
                </a:lnTo>
                <a:lnTo>
                  <a:pt x="3293" y="1098"/>
                </a:lnTo>
                <a:lnTo>
                  <a:pt x="3609" y="1202"/>
                </a:lnTo>
                <a:lnTo>
                  <a:pt x="4015" y="1336"/>
                </a:lnTo>
                <a:lnTo>
                  <a:pt x="4780" y="1591"/>
                </a:lnTo>
                <a:lnTo>
                  <a:pt x="6178" y="2059"/>
                </a:lnTo>
                <a:lnTo>
                  <a:pt x="6923" y="2308"/>
                </a:lnTo>
                <a:lnTo>
                  <a:pt x="7679" y="2560"/>
                </a:lnTo>
                <a:lnTo>
                  <a:pt x="8564" y="2855"/>
                </a:lnTo>
                <a:lnTo>
                  <a:pt x="9450" y="3150"/>
                </a:lnTo>
                <a:lnTo>
                  <a:pt x="10336" y="3445"/>
                </a:lnTo>
                <a:lnTo>
                  <a:pt x="11221" y="3740"/>
                </a:lnTo>
                <a:lnTo>
                  <a:pt x="12107" y="4036"/>
                </a:lnTo>
                <a:lnTo>
                  <a:pt x="12992" y="4331"/>
                </a:lnTo>
                <a:lnTo>
                  <a:pt x="13878" y="4626"/>
                </a:lnTo>
                <a:lnTo>
                  <a:pt x="14764" y="4921"/>
                </a:lnTo>
                <a:lnTo>
                  <a:pt x="15649" y="5216"/>
                </a:lnTo>
                <a:lnTo>
                  <a:pt x="16536" y="5512"/>
                </a:lnTo>
                <a:lnTo>
                  <a:pt x="17422" y="5807"/>
                </a:lnTo>
                <a:lnTo>
                  <a:pt x="18307" y="6102"/>
                </a:lnTo>
                <a:lnTo>
                  <a:pt x="18633" y="6210"/>
                </a:lnTo>
                <a:lnTo>
                  <a:pt x="19617" y="6538"/>
                </a:lnTo>
                <a:lnTo>
                  <a:pt x="20273" y="6757"/>
                </a:lnTo>
                <a:lnTo>
                  <a:pt x="20932" y="6977"/>
                </a:lnTo>
                <a:lnTo>
                  <a:pt x="21600" y="7200"/>
                </a:lnTo>
                <a:lnTo>
                  <a:pt x="21600" y="8986"/>
                </a:lnTo>
                <a:lnTo>
                  <a:pt x="21600" y="10800"/>
                </a:lnTo>
                <a:lnTo>
                  <a:pt x="20717" y="11473"/>
                </a:lnTo>
                <a:lnTo>
                  <a:pt x="20070" y="11905"/>
                </a:lnTo>
                <a:lnTo>
                  <a:pt x="19346" y="12294"/>
                </a:lnTo>
                <a:lnTo>
                  <a:pt x="18225" y="12823"/>
                </a:lnTo>
                <a:lnTo>
                  <a:pt x="17597" y="13126"/>
                </a:lnTo>
                <a:lnTo>
                  <a:pt x="16967" y="13432"/>
                </a:lnTo>
                <a:lnTo>
                  <a:pt x="16327" y="13738"/>
                </a:lnTo>
                <a:lnTo>
                  <a:pt x="15594" y="14069"/>
                </a:lnTo>
                <a:lnTo>
                  <a:pt x="14850" y="14400"/>
                </a:lnTo>
                <a:lnTo>
                  <a:pt x="15518" y="15588"/>
                </a:lnTo>
                <a:lnTo>
                  <a:pt x="16188" y="16780"/>
                </a:lnTo>
                <a:lnTo>
                  <a:pt x="16860" y="17975"/>
                </a:lnTo>
                <a:lnTo>
                  <a:pt x="17535" y="19174"/>
                </a:lnTo>
                <a:lnTo>
                  <a:pt x="18214" y="20383"/>
                </a:lnTo>
                <a:lnTo>
                  <a:pt x="18900" y="21600"/>
                </a:lnTo>
                <a:lnTo>
                  <a:pt x="16913" y="21002"/>
                </a:lnTo>
                <a:lnTo>
                  <a:pt x="15131" y="20462"/>
                </a:lnTo>
                <a:lnTo>
                  <a:pt x="13539" y="19969"/>
                </a:lnTo>
                <a:lnTo>
                  <a:pt x="12122" y="19516"/>
                </a:lnTo>
                <a:lnTo>
                  <a:pt x="10863" y="19091"/>
                </a:lnTo>
                <a:lnTo>
                  <a:pt x="9748" y="18680"/>
                </a:lnTo>
                <a:lnTo>
                  <a:pt x="8762" y="18284"/>
                </a:lnTo>
                <a:lnTo>
                  <a:pt x="7888" y="17885"/>
                </a:lnTo>
                <a:lnTo>
                  <a:pt x="7112" y="17478"/>
                </a:lnTo>
                <a:lnTo>
                  <a:pt x="6419" y="17050"/>
                </a:lnTo>
                <a:lnTo>
                  <a:pt x="5793" y="16596"/>
                </a:lnTo>
                <a:lnTo>
                  <a:pt x="5218" y="16103"/>
                </a:lnTo>
                <a:lnTo>
                  <a:pt x="4679" y="15563"/>
                </a:lnTo>
                <a:lnTo>
                  <a:pt x="4162" y="14965"/>
                </a:lnTo>
                <a:lnTo>
                  <a:pt x="3649" y="14303"/>
                </a:lnTo>
                <a:lnTo>
                  <a:pt x="3128" y="13565"/>
                </a:lnTo>
                <a:lnTo>
                  <a:pt x="2581" y="12740"/>
                </a:lnTo>
                <a:lnTo>
                  <a:pt x="1994" y="11822"/>
                </a:lnTo>
                <a:lnTo>
                  <a:pt x="1350" y="10800"/>
                </a:lnTo>
                <a:lnTo>
                  <a:pt x="909" y="7999"/>
                </a:lnTo>
                <a:lnTo>
                  <a:pt x="618" y="6041"/>
                </a:lnTo>
                <a:lnTo>
                  <a:pt x="413" y="4399"/>
                </a:lnTo>
                <a:lnTo>
                  <a:pt x="228" y="2556"/>
                </a:lnTo>
                <a:lnTo>
                  <a:pt x="0" y="0"/>
                </a:lnTo>
                <a:close/>
              </a:path>
            </a:pathLst>
          </a:custGeom>
          <a:solidFill>
            <a:srgbClr val="88C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1" name="contour_06499"/>
          <p:cNvSpPr/>
          <p:nvPr/>
        </p:nvSpPr>
        <p:spPr>
          <a:xfrm>
            <a:off x="2466428" y="1931318"/>
            <a:ext cx="5850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72" y="0"/>
                </a:moveTo>
                <a:lnTo>
                  <a:pt x="9939" y="391"/>
                </a:lnTo>
                <a:lnTo>
                  <a:pt x="11739" y="813"/>
                </a:lnTo>
                <a:lnTo>
                  <a:pt x="13483" y="1291"/>
                </a:lnTo>
                <a:lnTo>
                  <a:pt x="15172" y="1850"/>
                </a:lnTo>
                <a:lnTo>
                  <a:pt x="16816" y="2516"/>
                </a:lnTo>
                <a:lnTo>
                  <a:pt x="18420" y="3313"/>
                </a:lnTo>
                <a:lnTo>
                  <a:pt x="19986" y="4266"/>
                </a:lnTo>
                <a:lnTo>
                  <a:pt x="21525" y="5400"/>
                </a:lnTo>
                <a:lnTo>
                  <a:pt x="21600" y="7290"/>
                </a:lnTo>
                <a:lnTo>
                  <a:pt x="21554" y="9134"/>
                </a:lnTo>
                <a:lnTo>
                  <a:pt x="21398" y="10943"/>
                </a:lnTo>
                <a:lnTo>
                  <a:pt x="21145" y="12725"/>
                </a:lnTo>
                <a:lnTo>
                  <a:pt x="20806" y="14494"/>
                </a:lnTo>
                <a:lnTo>
                  <a:pt x="20392" y="16254"/>
                </a:lnTo>
                <a:lnTo>
                  <a:pt x="19918" y="18020"/>
                </a:lnTo>
                <a:lnTo>
                  <a:pt x="19394" y="19799"/>
                </a:lnTo>
                <a:lnTo>
                  <a:pt x="18834" y="21600"/>
                </a:lnTo>
                <a:lnTo>
                  <a:pt x="16964" y="21154"/>
                </a:lnTo>
                <a:lnTo>
                  <a:pt x="15118" y="20693"/>
                </a:lnTo>
                <a:lnTo>
                  <a:pt x="13291" y="20201"/>
                </a:lnTo>
                <a:lnTo>
                  <a:pt x="11486" y="19675"/>
                </a:lnTo>
                <a:lnTo>
                  <a:pt x="9697" y="19102"/>
                </a:lnTo>
                <a:lnTo>
                  <a:pt x="7924" y="18479"/>
                </a:lnTo>
                <a:lnTo>
                  <a:pt x="6167" y="17793"/>
                </a:lnTo>
                <a:lnTo>
                  <a:pt x="4423" y="17037"/>
                </a:lnTo>
                <a:lnTo>
                  <a:pt x="2691" y="16200"/>
                </a:lnTo>
                <a:lnTo>
                  <a:pt x="1706" y="14383"/>
                </a:lnTo>
                <a:lnTo>
                  <a:pt x="1028" y="12712"/>
                </a:lnTo>
                <a:lnTo>
                  <a:pt x="587" y="11081"/>
                </a:lnTo>
                <a:lnTo>
                  <a:pt x="315" y="9388"/>
                </a:lnTo>
                <a:lnTo>
                  <a:pt x="143" y="7528"/>
                </a:lnTo>
                <a:lnTo>
                  <a:pt x="0" y="5400"/>
                </a:lnTo>
                <a:lnTo>
                  <a:pt x="1598" y="5400"/>
                </a:lnTo>
                <a:lnTo>
                  <a:pt x="3202" y="5400"/>
                </a:lnTo>
                <a:lnTo>
                  <a:pt x="4811" y="5400"/>
                </a:lnTo>
                <a:lnTo>
                  <a:pt x="6433" y="5400"/>
                </a:lnTo>
                <a:lnTo>
                  <a:pt x="8072" y="5400"/>
                </a:lnTo>
                <a:lnTo>
                  <a:pt x="8072" y="3615"/>
                </a:lnTo>
                <a:lnTo>
                  <a:pt x="8072" y="1820"/>
                </a:lnTo>
                <a:lnTo>
                  <a:pt x="8072" y="0"/>
                </a:lnTo>
                <a:close/>
              </a:path>
            </a:pathLst>
          </a:custGeom>
          <a:solidFill>
            <a:srgbClr val="BCA573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2" name="contour_06500"/>
          <p:cNvSpPr/>
          <p:nvPr/>
        </p:nvSpPr>
        <p:spPr>
          <a:xfrm>
            <a:off x="651528" y="1886344"/>
            <a:ext cx="94926" cy="81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51" y="89"/>
                </a:moveTo>
                <a:lnTo>
                  <a:pt x="14970" y="102"/>
                </a:lnTo>
                <a:lnTo>
                  <a:pt x="16540" y="141"/>
                </a:lnTo>
                <a:lnTo>
                  <a:pt x="17552" y="172"/>
                </a:lnTo>
                <a:lnTo>
                  <a:pt x="18565" y="207"/>
                </a:lnTo>
                <a:lnTo>
                  <a:pt x="19577" y="246"/>
                </a:lnTo>
                <a:lnTo>
                  <a:pt x="20588" y="288"/>
                </a:lnTo>
                <a:lnTo>
                  <a:pt x="21600" y="331"/>
                </a:lnTo>
                <a:lnTo>
                  <a:pt x="19756" y="1415"/>
                </a:lnTo>
                <a:lnTo>
                  <a:pt x="18297" y="2272"/>
                </a:lnTo>
                <a:lnTo>
                  <a:pt x="17144" y="2943"/>
                </a:lnTo>
                <a:lnTo>
                  <a:pt x="16229" y="3471"/>
                </a:lnTo>
                <a:lnTo>
                  <a:pt x="15472" y="3898"/>
                </a:lnTo>
                <a:lnTo>
                  <a:pt x="14802" y="4267"/>
                </a:lnTo>
                <a:lnTo>
                  <a:pt x="14144" y="4617"/>
                </a:lnTo>
                <a:lnTo>
                  <a:pt x="13423" y="4994"/>
                </a:lnTo>
                <a:lnTo>
                  <a:pt x="12564" y="5437"/>
                </a:lnTo>
                <a:lnTo>
                  <a:pt x="11345" y="6147"/>
                </a:lnTo>
                <a:lnTo>
                  <a:pt x="10245" y="6831"/>
                </a:lnTo>
                <a:lnTo>
                  <a:pt x="9260" y="7539"/>
                </a:lnTo>
                <a:lnTo>
                  <a:pt x="8381" y="8311"/>
                </a:lnTo>
                <a:lnTo>
                  <a:pt x="7602" y="9192"/>
                </a:lnTo>
                <a:lnTo>
                  <a:pt x="6912" y="10231"/>
                </a:lnTo>
                <a:lnTo>
                  <a:pt x="6308" y="11468"/>
                </a:lnTo>
                <a:lnTo>
                  <a:pt x="5781" y="12951"/>
                </a:lnTo>
                <a:lnTo>
                  <a:pt x="5615" y="14191"/>
                </a:lnTo>
                <a:lnTo>
                  <a:pt x="5468" y="15420"/>
                </a:lnTo>
                <a:lnTo>
                  <a:pt x="5338" y="16648"/>
                </a:lnTo>
                <a:lnTo>
                  <a:pt x="5227" y="17876"/>
                </a:lnTo>
                <a:lnTo>
                  <a:pt x="5138" y="19110"/>
                </a:lnTo>
                <a:lnTo>
                  <a:pt x="5066" y="20349"/>
                </a:lnTo>
                <a:lnTo>
                  <a:pt x="5017" y="21600"/>
                </a:lnTo>
                <a:lnTo>
                  <a:pt x="3494" y="20952"/>
                </a:lnTo>
                <a:lnTo>
                  <a:pt x="2431" y="20450"/>
                </a:lnTo>
                <a:lnTo>
                  <a:pt x="1695" y="19982"/>
                </a:lnTo>
                <a:lnTo>
                  <a:pt x="1143" y="19446"/>
                </a:lnTo>
                <a:lnTo>
                  <a:pt x="637" y="18733"/>
                </a:lnTo>
                <a:lnTo>
                  <a:pt x="41" y="17733"/>
                </a:lnTo>
                <a:lnTo>
                  <a:pt x="2" y="16325"/>
                </a:lnTo>
                <a:lnTo>
                  <a:pt x="0" y="14935"/>
                </a:lnTo>
                <a:lnTo>
                  <a:pt x="43" y="13564"/>
                </a:lnTo>
                <a:lnTo>
                  <a:pt x="129" y="12205"/>
                </a:lnTo>
                <a:lnTo>
                  <a:pt x="264" y="10857"/>
                </a:lnTo>
                <a:lnTo>
                  <a:pt x="446" y="9517"/>
                </a:lnTo>
                <a:lnTo>
                  <a:pt x="678" y="8185"/>
                </a:lnTo>
                <a:lnTo>
                  <a:pt x="964" y="6856"/>
                </a:lnTo>
                <a:lnTo>
                  <a:pt x="1303" y="5528"/>
                </a:lnTo>
                <a:lnTo>
                  <a:pt x="1700" y="4198"/>
                </a:lnTo>
                <a:lnTo>
                  <a:pt x="2683" y="3183"/>
                </a:lnTo>
                <a:lnTo>
                  <a:pt x="3660" y="2340"/>
                </a:lnTo>
                <a:lnTo>
                  <a:pt x="4635" y="1655"/>
                </a:lnTo>
                <a:lnTo>
                  <a:pt x="5617" y="1112"/>
                </a:lnTo>
                <a:lnTo>
                  <a:pt x="6610" y="694"/>
                </a:lnTo>
                <a:lnTo>
                  <a:pt x="7622" y="391"/>
                </a:lnTo>
                <a:lnTo>
                  <a:pt x="8660" y="184"/>
                </a:lnTo>
                <a:lnTo>
                  <a:pt x="9730" y="60"/>
                </a:lnTo>
                <a:lnTo>
                  <a:pt x="10836" y="4"/>
                </a:lnTo>
                <a:lnTo>
                  <a:pt x="11988" y="0"/>
                </a:lnTo>
                <a:lnTo>
                  <a:pt x="13191" y="33"/>
                </a:lnTo>
                <a:lnTo>
                  <a:pt x="14451" y="89"/>
                </a:lnTo>
                <a:close/>
              </a:path>
            </a:pathLst>
          </a:custGeom>
          <a:solidFill>
            <a:srgbClr val="F7F7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3" name="contour_06501"/>
          <p:cNvSpPr/>
          <p:nvPr/>
        </p:nvSpPr>
        <p:spPr>
          <a:xfrm>
            <a:off x="10278185" y="1893056"/>
            <a:ext cx="66561" cy="96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44" y="0"/>
                </a:moveTo>
                <a:lnTo>
                  <a:pt x="20110" y="202"/>
                </a:lnTo>
                <a:lnTo>
                  <a:pt x="21600" y="408"/>
                </a:lnTo>
                <a:lnTo>
                  <a:pt x="21600" y="1485"/>
                </a:lnTo>
                <a:lnTo>
                  <a:pt x="21600" y="2569"/>
                </a:lnTo>
                <a:lnTo>
                  <a:pt x="21600" y="3668"/>
                </a:lnTo>
                <a:lnTo>
                  <a:pt x="21082" y="3875"/>
                </a:lnTo>
                <a:lnTo>
                  <a:pt x="20169" y="4242"/>
                </a:lnTo>
                <a:lnTo>
                  <a:pt x="18081" y="5081"/>
                </a:lnTo>
                <a:lnTo>
                  <a:pt x="16331" y="6007"/>
                </a:lnTo>
                <a:lnTo>
                  <a:pt x="15233" y="6733"/>
                </a:lnTo>
                <a:lnTo>
                  <a:pt x="14583" y="7496"/>
                </a:lnTo>
                <a:lnTo>
                  <a:pt x="14178" y="8537"/>
                </a:lnTo>
                <a:lnTo>
                  <a:pt x="13812" y="10099"/>
                </a:lnTo>
                <a:lnTo>
                  <a:pt x="13854" y="10987"/>
                </a:lnTo>
                <a:lnTo>
                  <a:pt x="13909" y="11876"/>
                </a:lnTo>
                <a:lnTo>
                  <a:pt x="13977" y="12764"/>
                </a:lnTo>
                <a:lnTo>
                  <a:pt x="14060" y="13653"/>
                </a:lnTo>
                <a:lnTo>
                  <a:pt x="14110" y="14566"/>
                </a:lnTo>
                <a:lnTo>
                  <a:pt x="14160" y="15493"/>
                </a:lnTo>
                <a:lnTo>
                  <a:pt x="14231" y="16613"/>
                </a:lnTo>
                <a:lnTo>
                  <a:pt x="14313" y="17732"/>
                </a:lnTo>
                <a:lnTo>
                  <a:pt x="14406" y="18852"/>
                </a:lnTo>
                <a:lnTo>
                  <a:pt x="14505" y="19970"/>
                </a:lnTo>
                <a:lnTo>
                  <a:pt x="12944" y="19701"/>
                </a:lnTo>
                <a:lnTo>
                  <a:pt x="11381" y="19432"/>
                </a:lnTo>
                <a:lnTo>
                  <a:pt x="9810" y="19161"/>
                </a:lnTo>
                <a:lnTo>
                  <a:pt x="8233" y="18889"/>
                </a:lnTo>
                <a:lnTo>
                  <a:pt x="6646" y="18615"/>
                </a:lnTo>
                <a:lnTo>
                  <a:pt x="5045" y="18340"/>
                </a:lnTo>
                <a:lnTo>
                  <a:pt x="5045" y="19417"/>
                </a:lnTo>
                <a:lnTo>
                  <a:pt x="5045" y="20501"/>
                </a:lnTo>
                <a:lnTo>
                  <a:pt x="5045" y="21600"/>
                </a:lnTo>
                <a:lnTo>
                  <a:pt x="3481" y="21600"/>
                </a:lnTo>
                <a:lnTo>
                  <a:pt x="1909" y="21600"/>
                </a:lnTo>
                <a:lnTo>
                  <a:pt x="315" y="21600"/>
                </a:lnTo>
                <a:lnTo>
                  <a:pt x="140" y="19706"/>
                </a:lnTo>
                <a:lnTo>
                  <a:pt x="35" y="18375"/>
                </a:lnTo>
                <a:lnTo>
                  <a:pt x="0" y="17428"/>
                </a:lnTo>
                <a:lnTo>
                  <a:pt x="35" y="16685"/>
                </a:lnTo>
                <a:lnTo>
                  <a:pt x="140" y="15961"/>
                </a:lnTo>
                <a:lnTo>
                  <a:pt x="315" y="15079"/>
                </a:lnTo>
                <a:lnTo>
                  <a:pt x="1497" y="14672"/>
                </a:lnTo>
                <a:lnTo>
                  <a:pt x="2680" y="14264"/>
                </a:lnTo>
                <a:lnTo>
                  <a:pt x="3862" y="13857"/>
                </a:lnTo>
                <a:lnTo>
                  <a:pt x="5045" y="13449"/>
                </a:lnTo>
                <a:lnTo>
                  <a:pt x="4948" y="12473"/>
                </a:lnTo>
                <a:lnTo>
                  <a:pt x="4848" y="11491"/>
                </a:lnTo>
                <a:lnTo>
                  <a:pt x="4749" y="10495"/>
                </a:lnTo>
                <a:lnTo>
                  <a:pt x="4702" y="9188"/>
                </a:lnTo>
                <a:lnTo>
                  <a:pt x="4834" y="8115"/>
                </a:lnTo>
                <a:lnTo>
                  <a:pt x="5203" y="7153"/>
                </a:lnTo>
                <a:lnTo>
                  <a:pt x="5865" y="6174"/>
                </a:lnTo>
                <a:lnTo>
                  <a:pt x="6882" y="5050"/>
                </a:lnTo>
                <a:lnTo>
                  <a:pt x="8722" y="3710"/>
                </a:lnTo>
                <a:lnTo>
                  <a:pt x="10203" y="2662"/>
                </a:lnTo>
                <a:lnTo>
                  <a:pt x="11421" y="1865"/>
                </a:lnTo>
                <a:lnTo>
                  <a:pt x="12473" y="1275"/>
                </a:lnTo>
                <a:lnTo>
                  <a:pt x="13457" y="853"/>
                </a:lnTo>
                <a:lnTo>
                  <a:pt x="14469" y="556"/>
                </a:lnTo>
                <a:lnTo>
                  <a:pt x="15607" y="342"/>
                </a:lnTo>
                <a:lnTo>
                  <a:pt x="16967" y="171"/>
                </a:lnTo>
                <a:lnTo>
                  <a:pt x="18644" y="0"/>
                </a:lnTo>
                <a:close/>
              </a:path>
            </a:pathLst>
          </a:custGeom>
          <a:solidFill>
            <a:srgbClr val="EE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4" name="contour_06502"/>
          <p:cNvSpPr/>
          <p:nvPr/>
        </p:nvSpPr>
        <p:spPr>
          <a:xfrm>
            <a:off x="11277610" y="1873014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452" y="167"/>
                </a:lnTo>
                <a:lnTo>
                  <a:pt x="4524" y="343"/>
                </a:lnTo>
                <a:lnTo>
                  <a:pt x="5697" y="639"/>
                </a:lnTo>
                <a:lnTo>
                  <a:pt x="7485" y="1157"/>
                </a:lnTo>
                <a:lnTo>
                  <a:pt x="8538" y="1463"/>
                </a:lnTo>
                <a:lnTo>
                  <a:pt x="9596" y="1774"/>
                </a:lnTo>
                <a:lnTo>
                  <a:pt x="10670" y="2086"/>
                </a:lnTo>
                <a:lnTo>
                  <a:pt x="11894" y="2490"/>
                </a:lnTo>
                <a:lnTo>
                  <a:pt x="13115" y="2907"/>
                </a:lnTo>
                <a:lnTo>
                  <a:pt x="14333" y="3336"/>
                </a:lnTo>
                <a:lnTo>
                  <a:pt x="15546" y="3777"/>
                </a:lnTo>
                <a:lnTo>
                  <a:pt x="16760" y="4231"/>
                </a:lnTo>
                <a:lnTo>
                  <a:pt x="17971" y="4696"/>
                </a:lnTo>
                <a:lnTo>
                  <a:pt x="19181" y="5175"/>
                </a:lnTo>
                <a:lnTo>
                  <a:pt x="20390" y="5665"/>
                </a:lnTo>
                <a:lnTo>
                  <a:pt x="21600" y="6171"/>
                </a:lnTo>
                <a:lnTo>
                  <a:pt x="21113" y="8081"/>
                </a:lnTo>
                <a:lnTo>
                  <a:pt x="20628" y="9992"/>
                </a:lnTo>
                <a:lnTo>
                  <a:pt x="20139" y="11908"/>
                </a:lnTo>
                <a:lnTo>
                  <a:pt x="19650" y="13827"/>
                </a:lnTo>
                <a:lnTo>
                  <a:pt x="19161" y="15756"/>
                </a:lnTo>
                <a:lnTo>
                  <a:pt x="18668" y="17693"/>
                </a:lnTo>
                <a:lnTo>
                  <a:pt x="18171" y="19641"/>
                </a:lnTo>
                <a:lnTo>
                  <a:pt x="17673" y="21600"/>
                </a:lnTo>
                <a:lnTo>
                  <a:pt x="17186" y="20073"/>
                </a:lnTo>
                <a:lnTo>
                  <a:pt x="16699" y="18536"/>
                </a:lnTo>
                <a:lnTo>
                  <a:pt x="16206" y="16993"/>
                </a:lnTo>
                <a:lnTo>
                  <a:pt x="15709" y="15429"/>
                </a:lnTo>
                <a:lnTo>
                  <a:pt x="14437" y="15808"/>
                </a:lnTo>
                <a:lnTo>
                  <a:pt x="13527" y="16154"/>
                </a:lnTo>
                <a:lnTo>
                  <a:pt x="12542" y="16669"/>
                </a:lnTo>
                <a:lnTo>
                  <a:pt x="11045" y="17552"/>
                </a:lnTo>
                <a:lnTo>
                  <a:pt x="9480" y="18169"/>
                </a:lnTo>
                <a:lnTo>
                  <a:pt x="8422" y="18474"/>
                </a:lnTo>
                <a:lnTo>
                  <a:pt x="7387" y="18561"/>
                </a:lnTo>
                <a:lnTo>
                  <a:pt x="5891" y="18514"/>
                </a:lnTo>
                <a:lnTo>
                  <a:pt x="4968" y="17021"/>
                </a:lnTo>
                <a:lnTo>
                  <a:pt x="4122" y="15481"/>
                </a:lnTo>
                <a:lnTo>
                  <a:pt x="3346" y="13895"/>
                </a:lnTo>
                <a:lnTo>
                  <a:pt x="2641" y="12253"/>
                </a:lnTo>
                <a:lnTo>
                  <a:pt x="1999" y="10553"/>
                </a:lnTo>
                <a:lnTo>
                  <a:pt x="1418" y="8791"/>
                </a:lnTo>
                <a:lnTo>
                  <a:pt x="895" y="6961"/>
                </a:lnTo>
                <a:lnTo>
                  <a:pt x="422" y="5061"/>
                </a:lnTo>
                <a:lnTo>
                  <a:pt x="0" y="3086"/>
                </a:lnTo>
                <a:lnTo>
                  <a:pt x="974" y="1555"/>
                </a:lnTo>
                <a:lnTo>
                  <a:pt x="1964" y="0"/>
                </a:lnTo>
                <a:close/>
              </a:path>
            </a:pathLst>
          </a:custGeom>
          <a:solidFill>
            <a:srgbClr val="A29C91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5" name="contour_06503"/>
          <p:cNvSpPr/>
          <p:nvPr/>
        </p:nvSpPr>
        <p:spPr>
          <a:xfrm>
            <a:off x="1605461" y="1800134"/>
            <a:ext cx="7386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53" y="1389"/>
                </a:lnTo>
                <a:lnTo>
                  <a:pt x="21291" y="2765"/>
                </a:lnTo>
                <a:lnTo>
                  <a:pt x="21106" y="4128"/>
                </a:lnTo>
                <a:lnTo>
                  <a:pt x="20884" y="5480"/>
                </a:lnTo>
                <a:lnTo>
                  <a:pt x="20620" y="6821"/>
                </a:lnTo>
                <a:lnTo>
                  <a:pt x="20302" y="8154"/>
                </a:lnTo>
                <a:lnTo>
                  <a:pt x="19923" y="9480"/>
                </a:lnTo>
                <a:lnTo>
                  <a:pt x="19469" y="10800"/>
                </a:lnTo>
                <a:lnTo>
                  <a:pt x="17819" y="11124"/>
                </a:lnTo>
                <a:lnTo>
                  <a:pt x="16662" y="11286"/>
                </a:lnTo>
                <a:lnTo>
                  <a:pt x="15690" y="11286"/>
                </a:lnTo>
                <a:lnTo>
                  <a:pt x="14597" y="11124"/>
                </a:lnTo>
                <a:lnTo>
                  <a:pt x="13075" y="10800"/>
                </a:lnTo>
                <a:lnTo>
                  <a:pt x="13075" y="12228"/>
                </a:lnTo>
                <a:lnTo>
                  <a:pt x="13075" y="13664"/>
                </a:lnTo>
                <a:lnTo>
                  <a:pt x="13075" y="15120"/>
                </a:lnTo>
                <a:lnTo>
                  <a:pt x="11666" y="15120"/>
                </a:lnTo>
                <a:lnTo>
                  <a:pt x="10249" y="15120"/>
                </a:lnTo>
                <a:lnTo>
                  <a:pt x="8813" y="15120"/>
                </a:lnTo>
                <a:lnTo>
                  <a:pt x="8156" y="16727"/>
                </a:lnTo>
                <a:lnTo>
                  <a:pt x="7717" y="17868"/>
                </a:lnTo>
                <a:lnTo>
                  <a:pt x="7393" y="18852"/>
                </a:lnTo>
                <a:lnTo>
                  <a:pt x="7082" y="19993"/>
                </a:lnTo>
                <a:lnTo>
                  <a:pt x="6681" y="21600"/>
                </a:lnTo>
                <a:lnTo>
                  <a:pt x="5096" y="21259"/>
                </a:lnTo>
                <a:lnTo>
                  <a:pt x="3970" y="20976"/>
                </a:lnTo>
                <a:lnTo>
                  <a:pt x="2999" y="20647"/>
                </a:lnTo>
                <a:lnTo>
                  <a:pt x="1873" y="20170"/>
                </a:lnTo>
                <a:lnTo>
                  <a:pt x="288" y="19440"/>
                </a:lnTo>
                <a:lnTo>
                  <a:pt x="96" y="17768"/>
                </a:lnTo>
                <a:lnTo>
                  <a:pt x="0" y="16595"/>
                </a:lnTo>
                <a:lnTo>
                  <a:pt x="0" y="15610"/>
                </a:lnTo>
                <a:lnTo>
                  <a:pt x="96" y="14502"/>
                </a:lnTo>
                <a:lnTo>
                  <a:pt x="288" y="12960"/>
                </a:lnTo>
                <a:lnTo>
                  <a:pt x="1696" y="12960"/>
                </a:lnTo>
                <a:lnTo>
                  <a:pt x="3114" y="12960"/>
                </a:lnTo>
                <a:lnTo>
                  <a:pt x="4550" y="12960"/>
                </a:lnTo>
                <a:lnTo>
                  <a:pt x="4550" y="11532"/>
                </a:lnTo>
                <a:lnTo>
                  <a:pt x="4550" y="10096"/>
                </a:lnTo>
                <a:lnTo>
                  <a:pt x="4550" y="8640"/>
                </a:lnTo>
                <a:lnTo>
                  <a:pt x="5682" y="7655"/>
                </a:lnTo>
                <a:lnTo>
                  <a:pt x="6541" y="6929"/>
                </a:lnTo>
                <a:lnTo>
                  <a:pt x="7302" y="6333"/>
                </a:lnTo>
                <a:lnTo>
                  <a:pt x="8131" y="5739"/>
                </a:lnTo>
                <a:lnTo>
                  <a:pt x="9198" y="5020"/>
                </a:lnTo>
                <a:lnTo>
                  <a:pt x="10677" y="4050"/>
                </a:lnTo>
                <a:lnTo>
                  <a:pt x="11816" y="3288"/>
                </a:lnTo>
                <a:lnTo>
                  <a:pt x="12962" y="2519"/>
                </a:lnTo>
                <a:lnTo>
                  <a:pt x="14124" y="1739"/>
                </a:lnTo>
                <a:lnTo>
                  <a:pt x="15498" y="1007"/>
                </a:lnTo>
                <a:lnTo>
                  <a:pt x="16543" y="516"/>
                </a:lnTo>
                <a:lnTo>
                  <a:pt x="17468" y="218"/>
                </a:lnTo>
                <a:lnTo>
                  <a:pt x="18482" y="65"/>
                </a:lnTo>
                <a:lnTo>
                  <a:pt x="19788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939494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6" name="contour_06504"/>
          <p:cNvSpPr/>
          <p:nvPr/>
        </p:nvSpPr>
        <p:spPr>
          <a:xfrm>
            <a:off x="4630961" y="1800134"/>
            <a:ext cx="87456" cy="67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88" y="0"/>
                </a:lnTo>
                <a:lnTo>
                  <a:pt x="9576" y="0"/>
                </a:lnTo>
                <a:lnTo>
                  <a:pt x="10766" y="0"/>
                </a:lnTo>
                <a:lnTo>
                  <a:pt x="11957" y="0"/>
                </a:lnTo>
                <a:lnTo>
                  <a:pt x="13151" y="0"/>
                </a:lnTo>
                <a:lnTo>
                  <a:pt x="14346" y="0"/>
                </a:lnTo>
                <a:lnTo>
                  <a:pt x="15545" y="0"/>
                </a:lnTo>
                <a:lnTo>
                  <a:pt x="16747" y="0"/>
                </a:lnTo>
                <a:lnTo>
                  <a:pt x="17953" y="0"/>
                </a:lnTo>
                <a:lnTo>
                  <a:pt x="19163" y="0"/>
                </a:lnTo>
                <a:lnTo>
                  <a:pt x="20380" y="0"/>
                </a:lnTo>
                <a:lnTo>
                  <a:pt x="21600" y="0"/>
                </a:lnTo>
                <a:lnTo>
                  <a:pt x="21600" y="1551"/>
                </a:lnTo>
                <a:lnTo>
                  <a:pt x="21600" y="3104"/>
                </a:lnTo>
                <a:lnTo>
                  <a:pt x="21600" y="4656"/>
                </a:lnTo>
                <a:lnTo>
                  <a:pt x="21600" y="6214"/>
                </a:lnTo>
                <a:lnTo>
                  <a:pt x="21600" y="7776"/>
                </a:lnTo>
                <a:lnTo>
                  <a:pt x="21600" y="9346"/>
                </a:lnTo>
                <a:lnTo>
                  <a:pt x="21600" y="10920"/>
                </a:lnTo>
                <a:lnTo>
                  <a:pt x="21600" y="12503"/>
                </a:lnTo>
                <a:lnTo>
                  <a:pt x="21600" y="14096"/>
                </a:lnTo>
                <a:lnTo>
                  <a:pt x="20707" y="14096"/>
                </a:lnTo>
                <a:lnTo>
                  <a:pt x="19800" y="14096"/>
                </a:lnTo>
                <a:lnTo>
                  <a:pt x="19800" y="12435"/>
                </a:lnTo>
                <a:lnTo>
                  <a:pt x="19800" y="10772"/>
                </a:lnTo>
                <a:lnTo>
                  <a:pt x="19800" y="9104"/>
                </a:lnTo>
                <a:lnTo>
                  <a:pt x="19800" y="7429"/>
                </a:lnTo>
                <a:lnTo>
                  <a:pt x="19800" y="5747"/>
                </a:lnTo>
                <a:lnTo>
                  <a:pt x="19800" y="4055"/>
                </a:lnTo>
                <a:lnTo>
                  <a:pt x="19800" y="2349"/>
                </a:lnTo>
                <a:lnTo>
                  <a:pt x="18527" y="2349"/>
                </a:lnTo>
                <a:lnTo>
                  <a:pt x="17253" y="2349"/>
                </a:lnTo>
                <a:lnTo>
                  <a:pt x="15975" y="2349"/>
                </a:lnTo>
                <a:lnTo>
                  <a:pt x="14692" y="2349"/>
                </a:lnTo>
                <a:lnTo>
                  <a:pt x="13403" y="2349"/>
                </a:lnTo>
                <a:lnTo>
                  <a:pt x="12107" y="2349"/>
                </a:lnTo>
                <a:lnTo>
                  <a:pt x="10800" y="2349"/>
                </a:lnTo>
                <a:lnTo>
                  <a:pt x="10800" y="3900"/>
                </a:lnTo>
                <a:lnTo>
                  <a:pt x="10800" y="5451"/>
                </a:lnTo>
                <a:lnTo>
                  <a:pt x="10800" y="7003"/>
                </a:lnTo>
                <a:lnTo>
                  <a:pt x="10800" y="8559"/>
                </a:lnTo>
                <a:lnTo>
                  <a:pt x="10800" y="10116"/>
                </a:lnTo>
                <a:lnTo>
                  <a:pt x="10800" y="11676"/>
                </a:lnTo>
                <a:lnTo>
                  <a:pt x="10800" y="13241"/>
                </a:lnTo>
                <a:lnTo>
                  <a:pt x="10800" y="14810"/>
                </a:lnTo>
                <a:lnTo>
                  <a:pt x="10800" y="16384"/>
                </a:lnTo>
                <a:lnTo>
                  <a:pt x="10800" y="17963"/>
                </a:lnTo>
                <a:lnTo>
                  <a:pt x="10800" y="19551"/>
                </a:lnTo>
                <a:lnTo>
                  <a:pt x="10800" y="21144"/>
                </a:lnTo>
                <a:lnTo>
                  <a:pt x="8503" y="21372"/>
                </a:lnTo>
                <a:lnTo>
                  <a:pt x="6804" y="21525"/>
                </a:lnTo>
                <a:lnTo>
                  <a:pt x="5549" y="21600"/>
                </a:lnTo>
                <a:lnTo>
                  <a:pt x="4577" y="21600"/>
                </a:lnTo>
                <a:lnTo>
                  <a:pt x="3735" y="21525"/>
                </a:lnTo>
                <a:lnTo>
                  <a:pt x="2860" y="21372"/>
                </a:lnTo>
                <a:lnTo>
                  <a:pt x="1800" y="21144"/>
                </a:lnTo>
                <a:lnTo>
                  <a:pt x="1084" y="19396"/>
                </a:lnTo>
                <a:lnTo>
                  <a:pt x="632" y="18156"/>
                </a:lnTo>
                <a:lnTo>
                  <a:pt x="358" y="17085"/>
                </a:lnTo>
                <a:lnTo>
                  <a:pt x="176" y="15844"/>
                </a:lnTo>
                <a:lnTo>
                  <a:pt x="0" y="14096"/>
                </a:lnTo>
                <a:lnTo>
                  <a:pt x="1188" y="14096"/>
                </a:lnTo>
                <a:lnTo>
                  <a:pt x="2378" y="14096"/>
                </a:lnTo>
                <a:lnTo>
                  <a:pt x="3573" y="14096"/>
                </a:lnTo>
                <a:lnTo>
                  <a:pt x="4774" y="14096"/>
                </a:lnTo>
                <a:lnTo>
                  <a:pt x="5981" y="14096"/>
                </a:lnTo>
                <a:lnTo>
                  <a:pt x="7200" y="14096"/>
                </a:lnTo>
                <a:lnTo>
                  <a:pt x="7200" y="12546"/>
                </a:lnTo>
                <a:lnTo>
                  <a:pt x="7200" y="10993"/>
                </a:lnTo>
                <a:lnTo>
                  <a:pt x="7200" y="9440"/>
                </a:lnTo>
                <a:lnTo>
                  <a:pt x="7200" y="7882"/>
                </a:lnTo>
                <a:lnTo>
                  <a:pt x="7200" y="6320"/>
                </a:lnTo>
                <a:lnTo>
                  <a:pt x="7200" y="4750"/>
                </a:lnTo>
                <a:lnTo>
                  <a:pt x="7200" y="3176"/>
                </a:lnTo>
                <a:lnTo>
                  <a:pt x="7200" y="1593"/>
                </a:lnTo>
                <a:lnTo>
                  <a:pt x="7200" y="0"/>
                </a:lnTo>
                <a:close/>
              </a:path>
            </a:pathLst>
          </a:custGeom>
          <a:solidFill>
            <a:srgbClr val="9BC5E2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7" name="contour_06505"/>
          <p:cNvSpPr/>
          <p:nvPr/>
        </p:nvSpPr>
        <p:spPr>
          <a:xfrm>
            <a:off x="11037106" y="1765764"/>
            <a:ext cx="94744" cy="56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60" y="2825"/>
                </a:moveTo>
                <a:lnTo>
                  <a:pt x="15989" y="4252"/>
                </a:lnTo>
                <a:lnTo>
                  <a:pt x="16745" y="5733"/>
                </a:lnTo>
                <a:lnTo>
                  <a:pt x="17290" y="7315"/>
                </a:lnTo>
                <a:lnTo>
                  <a:pt x="17685" y="9053"/>
                </a:lnTo>
                <a:lnTo>
                  <a:pt x="17994" y="10999"/>
                </a:lnTo>
                <a:lnTo>
                  <a:pt x="18277" y="13202"/>
                </a:lnTo>
                <a:lnTo>
                  <a:pt x="19322" y="15159"/>
                </a:lnTo>
                <a:lnTo>
                  <a:pt x="20017" y="16396"/>
                </a:lnTo>
                <a:lnTo>
                  <a:pt x="20673" y="17435"/>
                </a:lnTo>
                <a:lnTo>
                  <a:pt x="21600" y="18801"/>
                </a:lnTo>
                <a:lnTo>
                  <a:pt x="20749" y="19772"/>
                </a:lnTo>
                <a:lnTo>
                  <a:pt x="20120" y="20388"/>
                </a:lnTo>
                <a:lnTo>
                  <a:pt x="19398" y="20911"/>
                </a:lnTo>
                <a:lnTo>
                  <a:pt x="18277" y="21600"/>
                </a:lnTo>
                <a:lnTo>
                  <a:pt x="17177" y="20657"/>
                </a:lnTo>
                <a:lnTo>
                  <a:pt x="16409" y="19923"/>
                </a:lnTo>
                <a:lnTo>
                  <a:pt x="15615" y="19022"/>
                </a:lnTo>
                <a:lnTo>
                  <a:pt x="14435" y="17577"/>
                </a:lnTo>
                <a:lnTo>
                  <a:pt x="13279" y="16362"/>
                </a:lnTo>
                <a:lnTo>
                  <a:pt x="12194" y="15383"/>
                </a:lnTo>
                <a:lnTo>
                  <a:pt x="11156" y="14613"/>
                </a:lnTo>
                <a:lnTo>
                  <a:pt x="10144" y="14033"/>
                </a:lnTo>
                <a:lnTo>
                  <a:pt x="9133" y="13627"/>
                </a:lnTo>
                <a:lnTo>
                  <a:pt x="8105" y="13373"/>
                </a:lnTo>
                <a:lnTo>
                  <a:pt x="7032" y="13249"/>
                </a:lnTo>
                <a:lnTo>
                  <a:pt x="5893" y="13238"/>
                </a:lnTo>
                <a:lnTo>
                  <a:pt x="4667" y="13317"/>
                </a:lnTo>
                <a:lnTo>
                  <a:pt x="3330" y="13465"/>
                </a:lnTo>
                <a:lnTo>
                  <a:pt x="2914" y="13398"/>
                </a:lnTo>
                <a:lnTo>
                  <a:pt x="1662" y="13202"/>
                </a:lnTo>
                <a:lnTo>
                  <a:pt x="1000" y="11119"/>
                </a:lnTo>
                <a:lnTo>
                  <a:pt x="583" y="9641"/>
                </a:lnTo>
                <a:lnTo>
                  <a:pt x="331" y="8365"/>
                </a:lnTo>
                <a:lnTo>
                  <a:pt x="163" y="6886"/>
                </a:lnTo>
                <a:lnTo>
                  <a:pt x="0" y="4804"/>
                </a:lnTo>
                <a:lnTo>
                  <a:pt x="1243" y="3681"/>
                </a:lnTo>
                <a:lnTo>
                  <a:pt x="2429" y="2690"/>
                </a:lnTo>
                <a:lnTo>
                  <a:pt x="3571" y="1845"/>
                </a:lnTo>
                <a:lnTo>
                  <a:pt x="4677" y="1145"/>
                </a:lnTo>
                <a:lnTo>
                  <a:pt x="5761" y="605"/>
                </a:lnTo>
                <a:lnTo>
                  <a:pt x="6832" y="230"/>
                </a:lnTo>
                <a:lnTo>
                  <a:pt x="7904" y="25"/>
                </a:lnTo>
                <a:lnTo>
                  <a:pt x="8987" y="0"/>
                </a:lnTo>
                <a:lnTo>
                  <a:pt x="10092" y="162"/>
                </a:lnTo>
                <a:lnTo>
                  <a:pt x="11230" y="518"/>
                </a:lnTo>
                <a:lnTo>
                  <a:pt x="12413" y="1075"/>
                </a:lnTo>
                <a:lnTo>
                  <a:pt x="13653" y="1842"/>
                </a:lnTo>
                <a:lnTo>
                  <a:pt x="14960" y="2825"/>
                </a:lnTo>
                <a:close/>
              </a:path>
            </a:pathLst>
          </a:custGeom>
          <a:solidFill>
            <a:srgbClr val="717069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8" name="contour_06506"/>
          <p:cNvSpPr/>
          <p:nvPr/>
        </p:nvSpPr>
        <p:spPr>
          <a:xfrm>
            <a:off x="7757510" y="1727254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87" y="227"/>
                </a:lnTo>
                <a:lnTo>
                  <a:pt x="2771" y="452"/>
                </a:lnTo>
                <a:lnTo>
                  <a:pt x="4158" y="679"/>
                </a:lnTo>
                <a:lnTo>
                  <a:pt x="5545" y="904"/>
                </a:lnTo>
                <a:lnTo>
                  <a:pt x="6931" y="1130"/>
                </a:lnTo>
                <a:lnTo>
                  <a:pt x="8316" y="1355"/>
                </a:lnTo>
                <a:lnTo>
                  <a:pt x="9703" y="1582"/>
                </a:lnTo>
                <a:lnTo>
                  <a:pt x="11271" y="1638"/>
                </a:lnTo>
                <a:lnTo>
                  <a:pt x="12558" y="1571"/>
                </a:lnTo>
                <a:lnTo>
                  <a:pt x="13686" y="1377"/>
                </a:lnTo>
                <a:lnTo>
                  <a:pt x="14768" y="1053"/>
                </a:lnTo>
                <a:lnTo>
                  <a:pt x="15926" y="596"/>
                </a:lnTo>
                <a:lnTo>
                  <a:pt x="17280" y="0"/>
                </a:lnTo>
                <a:lnTo>
                  <a:pt x="18714" y="1006"/>
                </a:lnTo>
                <a:lnTo>
                  <a:pt x="19643" y="1715"/>
                </a:lnTo>
                <a:lnTo>
                  <a:pt x="20470" y="2468"/>
                </a:lnTo>
                <a:lnTo>
                  <a:pt x="21600" y="3600"/>
                </a:lnTo>
                <a:lnTo>
                  <a:pt x="20317" y="3600"/>
                </a:lnTo>
                <a:lnTo>
                  <a:pt x="19030" y="3600"/>
                </a:lnTo>
                <a:lnTo>
                  <a:pt x="17738" y="3600"/>
                </a:lnTo>
                <a:lnTo>
                  <a:pt x="16435" y="3600"/>
                </a:lnTo>
                <a:lnTo>
                  <a:pt x="15120" y="3600"/>
                </a:lnTo>
                <a:lnTo>
                  <a:pt x="15196" y="4874"/>
                </a:lnTo>
                <a:lnTo>
                  <a:pt x="15271" y="6167"/>
                </a:lnTo>
                <a:lnTo>
                  <a:pt x="15310" y="7288"/>
                </a:lnTo>
                <a:lnTo>
                  <a:pt x="15349" y="8417"/>
                </a:lnTo>
                <a:lnTo>
                  <a:pt x="15390" y="9562"/>
                </a:lnTo>
                <a:lnTo>
                  <a:pt x="15440" y="10670"/>
                </a:lnTo>
                <a:lnTo>
                  <a:pt x="15489" y="11786"/>
                </a:lnTo>
                <a:lnTo>
                  <a:pt x="15541" y="12917"/>
                </a:lnTo>
                <a:lnTo>
                  <a:pt x="15394" y="14011"/>
                </a:lnTo>
                <a:lnTo>
                  <a:pt x="15230" y="14899"/>
                </a:lnTo>
                <a:lnTo>
                  <a:pt x="14995" y="15683"/>
                </a:lnTo>
                <a:lnTo>
                  <a:pt x="14632" y="16465"/>
                </a:lnTo>
                <a:lnTo>
                  <a:pt x="14088" y="17345"/>
                </a:lnTo>
                <a:lnTo>
                  <a:pt x="13303" y="18427"/>
                </a:lnTo>
                <a:lnTo>
                  <a:pt x="12228" y="19811"/>
                </a:lnTo>
                <a:lnTo>
                  <a:pt x="10800" y="21600"/>
                </a:lnTo>
                <a:lnTo>
                  <a:pt x="10800" y="20412"/>
                </a:lnTo>
                <a:lnTo>
                  <a:pt x="10800" y="19224"/>
                </a:lnTo>
                <a:lnTo>
                  <a:pt x="10800" y="18034"/>
                </a:lnTo>
                <a:lnTo>
                  <a:pt x="10800" y="16843"/>
                </a:lnTo>
                <a:lnTo>
                  <a:pt x="10800" y="15649"/>
                </a:lnTo>
                <a:lnTo>
                  <a:pt x="10800" y="14454"/>
                </a:lnTo>
                <a:lnTo>
                  <a:pt x="10800" y="13255"/>
                </a:lnTo>
                <a:lnTo>
                  <a:pt x="10800" y="12053"/>
                </a:lnTo>
                <a:lnTo>
                  <a:pt x="10800" y="10847"/>
                </a:lnTo>
                <a:lnTo>
                  <a:pt x="10800" y="9637"/>
                </a:lnTo>
                <a:lnTo>
                  <a:pt x="10800" y="8420"/>
                </a:lnTo>
                <a:lnTo>
                  <a:pt x="10800" y="7200"/>
                </a:lnTo>
                <a:lnTo>
                  <a:pt x="9463" y="7646"/>
                </a:lnTo>
                <a:lnTo>
                  <a:pt x="8126" y="8091"/>
                </a:lnTo>
                <a:lnTo>
                  <a:pt x="6785" y="8539"/>
                </a:lnTo>
                <a:lnTo>
                  <a:pt x="5441" y="8987"/>
                </a:lnTo>
                <a:lnTo>
                  <a:pt x="4091" y="9436"/>
                </a:lnTo>
                <a:lnTo>
                  <a:pt x="2735" y="9887"/>
                </a:lnTo>
                <a:lnTo>
                  <a:pt x="1372" y="10343"/>
                </a:lnTo>
                <a:lnTo>
                  <a:pt x="0" y="10800"/>
                </a:lnTo>
                <a:lnTo>
                  <a:pt x="0" y="9612"/>
                </a:lnTo>
                <a:lnTo>
                  <a:pt x="0" y="8422"/>
                </a:lnTo>
                <a:lnTo>
                  <a:pt x="0" y="7232"/>
                </a:lnTo>
                <a:lnTo>
                  <a:pt x="0" y="6039"/>
                </a:lnTo>
                <a:lnTo>
                  <a:pt x="0" y="4842"/>
                </a:lnTo>
                <a:lnTo>
                  <a:pt x="0" y="3640"/>
                </a:lnTo>
                <a:lnTo>
                  <a:pt x="0" y="2434"/>
                </a:lnTo>
                <a:lnTo>
                  <a:pt x="0" y="1220"/>
                </a:lnTo>
                <a:lnTo>
                  <a:pt x="0" y="0"/>
                </a:lnTo>
                <a:close/>
              </a:path>
            </a:pathLst>
          </a:custGeom>
          <a:solidFill>
            <a:srgbClr val="63696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09" name="contour_06507"/>
          <p:cNvSpPr/>
          <p:nvPr/>
        </p:nvSpPr>
        <p:spPr>
          <a:xfrm>
            <a:off x="10818466" y="1705390"/>
            <a:ext cx="1238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2" y="1833"/>
                </a:lnTo>
                <a:lnTo>
                  <a:pt x="504" y="3672"/>
                </a:lnTo>
                <a:lnTo>
                  <a:pt x="757" y="5517"/>
                </a:lnTo>
                <a:lnTo>
                  <a:pt x="1013" y="7378"/>
                </a:lnTo>
                <a:lnTo>
                  <a:pt x="1271" y="9257"/>
                </a:lnTo>
                <a:lnTo>
                  <a:pt x="1840" y="8776"/>
                </a:lnTo>
                <a:lnTo>
                  <a:pt x="2413" y="8291"/>
                </a:lnTo>
                <a:lnTo>
                  <a:pt x="2992" y="7798"/>
                </a:lnTo>
                <a:lnTo>
                  <a:pt x="3892" y="7100"/>
                </a:lnTo>
                <a:lnTo>
                  <a:pt x="4777" y="6431"/>
                </a:lnTo>
                <a:lnTo>
                  <a:pt x="5653" y="5798"/>
                </a:lnTo>
                <a:lnTo>
                  <a:pt x="6518" y="5221"/>
                </a:lnTo>
                <a:lnTo>
                  <a:pt x="7380" y="4703"/>
                </a:lnTo>
                <a:lnTo>
                  <a:pt x="8237" y="4261"/>
                </a:lnTo>
                <a:lnTo>
                  <a:pt x="9095" y="3900"/>
                </a:lnTo>
                <a:lnTo>
                  <a:pt x="9956" y="3638"/>
                </a:lnTo>
                <a:lnTo>
                  <a:pt x="10823" y="3478"/>
                </a:lnTo>
                <a:lnTo>
                  <a:pt x="11698" y="3437"/>
                </a:lnTo>
                <a:lnTo>
                  <a:pt x="12585" y="3524"/>
                </a:lnTo>
                <a:lnTo>
                  <a:pt x="13487" y="3752"/>
                </a:lnTo>
                <a:lnTo>
                  <a:pt x="14407" y="4129"/>
                </a:lnTo>
                <a:lnTo>
                  <a:pt x="15346" y="4666"/>
                </a:lnTo>
                <a:lnTo>
                  <a:pt x="16036" y="5610"/>
                </a:lnTo>
                <a:lnTo>
                  <a:pt x="16471" y="6560"/>
                </a:lnTo>
                <a:lnTo>
                  <a:pt x="16834" y="8100"/>
                </a:lnTo>
                <a:lnTo>
                  <a:pt x="17312" y="10800"/>
                </a:lnTo>
                <a:lnTo>
                  <a:pt x="17469" y="12331"/>
                </a:lnTo>
                <a:lnTo>
                  <a:pt x="17627" y="13867"/>
                </a:lnTo>
                <a:lnTo>
                  <a:pt x="17788" y="15429"/>
                </a:lnTo>
                <a:lnTo>
                  <a:pt x="18772" y="16472"/>
                </a:lnTo>
                <a:lnTo>
                  <a:pt x="19462" y="17153"/>
                </a:lnTo>
                <a:lnTo>
                  <a:pt x="20041" y="17623"/>
                </a:lnTo>
                <a:lnTo>
                  <a:pt x="20693" y="18027"/>
                </a:lnTo>
                <a:lnTo>
                  <a:pt x="21600" y="18514"/>
                </a:lnTo>
                <a:lnTo>
                  <a:pt x="20761" y="19023"/>
                </a:lnTo>
                <a:lnTo>
                  <a:pt x="19922" y="19533"/>
                </a:lnTo>
                <a:lnTo>
                  <a:pt x="19078" y="20045"/>
                </a:lnTo>
                <a:lnTo>
                  <a:pt x="18230" y="20560"/>
                </a:lnTo>
                <a:lnTo>
                  <a:pt x="17378" y="21079"/>
                </a:lnTo>
                <a:lnTo>
                  <a:pt x="16518" y="21600"/>
                </a:lnTo>
                <a:lnTo>
                  <a:pt x="16518" y="19767"/>
                </a:lnTo>
                <a:lnTo>
                  <a:pt x="16518" y="17928"/>
                </a:lnTo>
                <a:lnTo>
                  <a:pt x="16518" y="16083"/>
                </a:lnTo>
                <a:lnTo>
                  <a:pt x="16518" y="14222"/>
                </a:lnTo>
                <a:lnTo>
                  <a:pt x="16518" y="12343"/>
                </a:lnTo>
                <a:lnTo>
                  <a:pt x="15652" y="12343"/>
                </a:lnTo>
                <a:lnTo>
                  <a:pt x="14788" y="12343"/>
                </a:lnTo>
                <a:lnTo>
                  <a:pt x="13922" y="12343"/>
                </a:lnTo>
                <a:lnTo>
                  <a:pt x="13057" y="12343"/>
                </a:lnTo>
                <a:lnTo>
                  <a:pt x="12190" y="12343"/>
                </a:lnTo>
                <a:lnTo>
                  <a:pt x="11321" y="12343"/>
                </a:lnTo>
                <a:lnTo>
                  <a:pt x="10452" y="12343"/>
                </a:lnTo>
                <a:lnTo>
                  <a:pt x="9582" y="12343"/>
                </a:lnTo>
                <a:lnTo>
                  <a:pt x="8710" y="12343"/>
                </a:lnTo>
                <a:lnTo>
                  <a:pt x="7836" y="12343"/>
                </a:lnTo>
                <a:lnTo>
                  <a:pt x="6959" y="12343"/>
                </a:lnTo>
                <a:lnTo>
                  <a:pt x="6081" y="12343"/>
                </a:lnTo>
                <a:lnTo>
                  <a:pt x="5201" y="12343"/>
                </a:lnTo>
                <a:lnTo>
                  <a:pt x="4317" y="12343"/>
                </a:lnTo>
                <a:lnTo>
                  <a:pt x="3431" y="12343"/>
                </a:lnTo>
                <a:lnTo>
                  <a:pt x="2541" y="12343"/>
                </a:lnTo>
                <a:lnTo>
                  <a:pt x="2541" y="14176"/>
                </a:lnTo>
                <a:lnTo>
                  <a:pt x="2541" y="16015"/>
                </a:lnTo>
                <a:lnTo>
                  <a:pt x="2541" y="17860"/>
                </a:lnTo>
                <a:lnTo>
                  <a:pt x="2541" y="19721"/>
                </a:lnTo>
                <a:lnTo>
                  <a:pt x="2541" y="21600"/>
                </a:lnTo>
                <a:lnTo>
                  <a:pt x="1701" y="21600"/>
                </a:lnTo>
                <a:lnTo>
                  <a:pt x="856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BACA5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0" name="contour_06508"/>
          <p:cNvSpPr/>
          <p:nvPr/>
        </p:nvSpPr>
        <p:spPr>
          <a:xfrm>
            <a:off x="5089391" y="1610646"/>
            <a:ext cx="44442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1" y="0"/>
                </a:moveTo>
                <a:lnTo>
                  <a:pt x="9188" y="0"/>
                </a:lnTo>
                <a:lnTo>
                  <a:pt x="10974" y="0"/>
                </a:lnTo>
                <a:lnTo>
                  <a:pt x="10974" y="748"/>
                </a:lnTo>
                <a:lnTo>
                  <a:pt x="10974" y="1497"/>
                </a:lnTo>
                <a:lnTo>
                  <a:pt x="10974" y="2245"/>
                </a:lnTo>
                <a:lnTo>
                  <a:pt x="10974" y="2995"/>
                </a:lnTo>
                <a:lnTo>
                  <a:pt x="10974" y="3744"/>
                </a:lnTo>
                <a:lnTo>
                  <a:pt x="10974" y="4495"/>
                </a:lnTo>
                <a:lnTo>
                  <a:pt x="10974" y="5246"/>
                </a:lnTo>
                <a:lnTo>
                  <a:pt x="10974" y="5997"/>
                </a:lnTo>
                <a:lnTo>
                  <a:pt x="10974" y="6750"/>
                </a:lnTo>
                <a:lnTo>
                  <a:pt x="10974" y="7503"/>
                </a:lnTo>
                <a:lnTo>
                  <a:pt x="10974" y="8258"/>
                </a:lnTo>
                <a:lnTo>
                  <a:pt x="10974" y="9014"/>
                </a:lnTo>
                <a:lnTo>
                  <a:pt x="10974" y="9771"/>
                </a:lnTo>
                <a:lnTo>
                  <a:pt x="10974" y="10530"/>
                </a:lnTo>
                <a:lnTo>
                  <a:pt x="10974" y="11290"/>
                </a:lnTo>
                <a:lnTo>
                  <a:pt x="10974" y="12053"/>
                </a:lnTo>
                <a:lnTo>
                  <a:pt x="10974" y="12816"/>
                </a:lnTo>
                <a:lnTo>
                  <a:pt x="10974" y="13582"/>
                </a:lnTo>
                <a:lnTo>
                  <a:pt x="10974" y="14350"/>
                </a:lnTo>
                <a:lnTo>
                  <a:pt x="10974" y="15120"/>
                </a:lnTo>
                <a:lnTo>
                  <a:pt x="12727" y="14585"/>
                </a:lnTo>
                <a:lnTo>
                  <a:pt x="14484" y="14050"/>
                </a:lnTo>
                <a:lnTo>
                  <a:pt x="16248" y="13512"/>
                </a:lnTo>
                <a:lnTo>
                  <a:pt x="18019" y="12972"/>
                </a:lnTo>
                <a:lnTo>
                  <a:pt x="19801" y="12429"/>
                </a:lnTo>
                <a:lnTo>
                  <a:pt x="21600" y="11880"/>
                </a:lnTo>
                <a:lnTo>
                  <a:pt x="21118" y="12634"/>
                </a:lnTo>
                <a:lnTo>
                  <a:pt x="20629" y="13386"/>
                </a:lnTo>
                <a:lnTo>
                  <a:pt x="20134" y="14136"/>
                </a:lnTo>
                <a:lnTo>
                  <a:pt x="19627" y="14887"/>
                </a:lnTo>
                <a:lnTo>
                  <a:pt x="19106" y="15635"/>
                </a:lnTo>
                <a:lnTo>
                  <a:pt x="18579" y="16384"/>
                </a:lnTo>
                <a:lnTo>
                  <a:pt x="18040" y="17131"/>
                </a:lnTo>
                <a:lnTo>
                  <a:pt x="17488" y="17877"/>
                </a:lnTo>
                <a:lnTo>
                  <a:pt x="16921" y="18622"/>
                </a:lnTo>
                <a:lnTo>
                  <a:pt x="16340" y="19368"/>
                </a:lnTo>
                <a:lnTo>
                  <a:pt x="15748" y="20113"/>
                </a:lnTo>
                <a:lnTo>
                  <a:pt x="15139" y="20856"/>
                </a:lnTo>
                <a:lnTo>
                  <a:pt x="14516" y="21600"/>
                </a:lnTo>
                <a:lnTo>
                  <a:pt x="12762" y="21332"/>
                </a:lnTo>
                <a:lnTo>
                  <a:pt x="11002" y="21064"/>
                </a:lnTo>
                <a:lnTo>
                  <a:pt x="9227" y="20793"/>
                </a:lnTo>
                <a:lnTo>
                  <a:pt x="7431" y="20520"/>
                </a:lnTo>
                <a:lnTo>
                  <a:pt x="8133" y="19878"/>
                </a:lnTo>
                <a:lnTo>
                  <a:pt x="8838" y="19235"/>
                </a:lnTo>
                <a:lnTo>
                  <a:pt x="9543" y="18589"/>
                </a:lnTo>
                <a:lnTo>
                  <a:pt x="10255" y="17938"/>
                </a:lnTo>
                <a:lnTo>
                  <a:pt x="10974" y="17280"/>
                </a:lnTo>
                <a:lnTo>
                  <a:pt x="8870" y="17494"/>
                </a:lnTo>
                <a:lnTo>
                  <a:pt x="6758" y="17709"/>
                </a:lnTo>
                <a:lnTo>
                  <a:pt x="4640" y="17924"/>
                </a:lnTo>
                <a:lnTo>
                  <a:pt x="2504" y="18141"/>
                </a:lnTo>
                <a:lnTo>
                  <a:pt x="347" y="18360"/>
                </a:lnTo>
                <a:lnTo>
                  <a:pt x="294" y="17726"/>
                </a:lnTo>
                <a:lnTo>
                  <a:pt x="244" y="17091"/>
                </a:lnTo>
                <a:lnTo>
                  <a:pt x="202" y="16457"/>
                </a:lnTo>
                <a:lnTo>
                  <a:pt x="163" y="15822"/>
                </a:lnTo>
                <a:lnTo>
                  <a:pt x="128" y="15187"/>
                </a:lnTo>
                <a:lnTo>
                  <a:pt x="85" y="14597"/>
                </a:lnTo>
                <a:lnTo>
                  <a:pt x="43" y="14004"/>
                </a:lnTo>
                <a:lnTo>
                  <a:pt x="0" y="13403"/>
                </a:lnTo>
                <a:lnTo>
                  <a:pt x="255" y="12505"/>
                </a:lnTo>
                <a:lnTo>
                  <a:pt x="747" y="11935"/>
                </a:lnTo>
                <a:lnTo>
                  <a:pt x="1835" y="11448"/>
                </a:lnTo>
                <a:lnTo>
                  <a:pt x="3889" y="10800"/>
                </a:lnTo>
                <a:lnTo>
                  <a:pt x="4314" y="10135"/>
                </a:lnTo>
                <a:lnTo>
                  <a:pt x="4573" y="9656"/>
                </a:lnTo>
                <a:lnTo>
                  <a:pt x="4771" y="9132"/>
                </a:lnTo>
                <a:lnTo>
                  <a:pt x="5009" y="8332"/>
                </a:lnTo>
                <a:lnTo>
                  <a:pt x="5122" y="7967"/>
                </a:lnTo>
                <a:lnTo>
                  <a:pt x="5458" y="6866"/>
                </a:lnTo>
                <a:lnTo>
                  <a:pt x="5671" y="6105"/>
                </a:lnTo>
                <a:lnTo>
                  <a:pt x="5880" y="5333"/>
                </a:lnTo>
                <a:lnTo>
                  <a:pt x="5951" y="5105"/>
                </a:lnTo>
                <a:lnTo>
                  <a:pt x="6068" y="4704"/>
                </a:lnTo>
                <a:lnTo>
                  <a:pt x="6344" y="3786"/>
                </a:lnTo>
                <a:lnTo>
                  <a:pt x="6571" y="3029"/>
                </a:lnTo>
                <a:lnTo>
                  <a:pt x="6790" y="2272"/>
                </a:lnTo>
                <a:lnTo>
                  <a:pt x="7006" y="1515"/>
                </a:lnTo>
                <a:lnTo>
                  <a:pt x="7222" y="757"/>
                </a:lnTo>
                <a:lnTo>
                  <a:pt x="7431" y="0"/>
                </a:lnTo>
                <a:close/>
              </a:path>
            </a:pathLst>
          </a:custGeom>
          <a:solidFill>
            <a:srgbClr val="D6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1" name="contour_06509"/>
          <p:cNvSpPr/>
          <p:nvPr/>
        </p:nvSpPr>
        <p:spPr>
          <a:xfrm>
            <a:off x="1817797" y="1655030"/>
            <a:ext cx="80168" cy="64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98" y="870"/>
                </a:moveTo>
                <a:lnTo>
                  <a:pt x="20742" y="1535"/>
                </a:lnTo>
                <a:lnTo>
                  <a:pt x="21600" y="2206"/>
                </a:lnTo>
                <a:lnTo>
                  <a:pt x="21394" y="3966"/>
                </a:lnTo>
                <a:lnTo>
                  <a:pt x="21131" y="5610"/>
                </a:lnTo>
                <a:lnTo>
                  <a:pt x="20799" y="7161"/>
                </a:lnTo>
                <a:lnTo>
                  <a:pt x="20386" y="8645"/>
                </a:lnTo>
                <a:lnTo>
                  <a:pt x="19880" y="10080"/>
                </a:lnTo>
                <a:lnTo>
                  <a:pt x="19265" y="11491"/>
                </a:lnTo>
                <a:lnTo>
                  <a:pt x="18535" y="12899"/>
                </a:lnTo>
                <a:lnTo>
                  <a:pt x="17673" y="14327"/>
                </a:lnTo>
                <a:lnTo>
                  <a:pt x="16491" y="15084"/>
                </a:lnTo>
                <a:lnTo>
                  <a:pt x="15289" y="15784"/>
                </a:lnTo>
                <a:lnTo>
                  <a:pt x="14066" y="16436"/>
                </a:lnTo>
                <a:lnTo>
                  <a:pt x="12828" y="17042"/>
                </a:lnTo>
                <a:lnTo>
                  <a:pt x="11576" y="17610"/>
                </a:lnTo>
                <a:lnTo>
                  <a:pt x="10309" y="18138"/>
                </a:lnTo>
                <a:lnTo>
                  <a:pt x="9033" y="18635"/>
                </a:lnTo>
                <a:lnTo>
                  <a:pt x="7749" y="19105"/>
                </a:lnTo>
                <a:lnTo>
                  <a:pt x="6460" y="19552"/>
                </a:lnTo>
                <a:lnTo>
                  <a:pt x="5166" y="19981"/>
                </a:lnTo>
                <a:lnTo>
                  <a:pt x="3872" y="20395"/>
                </a:lnTo>
                <a:lnTo>
                  <a:pt x="2576" y="20800"/>
                </a:lnTo>
                <a:lnTo>
                  <a:pt x="1286" y="21200"/>
                </a:lnTo>
                <a:lnTo>
                  <a:pt x="0" y="21600"/>
                </a:lnTo>
                <a:lnTo>
                  <a:pt x="430" y="18812"/>
                </a:lnTo>
                <a:lnTo>
                  <a:pt x="746" y="16853"/>
                </a:lnTo>
                <a:lnTo>
                  <a:pt x="1001" y="15452"/>
                </a:lnTo>
                <a:lnTo>
                  <a:pt x="1255" y="14339"/>
                </a:lnTo>
                <a:lnTo>
                  <a:pt x="1557" y="13246"/>
                </a:lnTo>
                <a:lnTo>
                  <a:pt x="1964" y="11903"/>
                </a:lnTo>
                <a:lnTo>
                  <a:pt x="3101" y="11144"/>
                </a:lnTo>
                <a:lnTo>
                  <a:pt x="3902" y="10735"/>
                </a:lnTo>
                <a:lnTo>
                  <a:pt x="4746" y="10528"/>
                </a:lnTo>
                <a:lnTo>
                  <a:pt x="6015" y="10388"/>
                </a:lnTo>
                <a:lnTo>
                  <a:pt x="7271" y="10087"/>
                </a:lnTo>
                <a:lnTo>
                  <a:pt x="8536" y="9784"/>
                </a:lnTo>
                <a:lnTo>
                  <a:pt x="9818" y="9479"/>
                </a:lnTo>
                <a:lnTo>
                  <a:pt x="9818" y="7876"/>
                </a:lnTo>
                <a:lnTo>
                  <a:pt x="9818" y="6264"/>
                </a:lnTo>
                <a:lnTo>
                  <a:pt x="9818" y="4630"/>
                </a:lnTo>
                <a:lnTo>
                  <a:pt x="10765" y="3675"/>
                </a:lnTo>
                <a:lnTo>
                  <a:pt x="11464" y="3057"/>
                </a:lnTo>
                <a:lnTo>
                  <a:pt x="12261" y="2504"/>
                </a:lnTo>
                <a:lnTo>
                  <a:pt x="13500" y="1750"/>
                </a:lnTo>
                <a:lnTo>
                  <a:pt x="14527" y="1098"/>
                </a:lnTo>
                <a:lnTo>
                  <a:pt x="15572" y="434"/>
                </a:lnTo>
                <a:lnTo>
                  <a:pt x="16821" y="75"/>
                </a:lnTo>
                <a:lnTo>
                  <a:pt x="17688" y="0"/>
                </a:lnTo>
                <a:lnTo>
                  <a:pt x="18578" y="252"/>
                </a:lnTo>
                <a:lnTo>
                  <a:pt x="19898" y="870"/>
                </a:lnTo>
                <a:close/>
              </a:path>
            </a:pathLst>
          </a:custGeom>
          <a:solidFill>
            <a:srgbClr val="757575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2" name="contour_06510"/>
          <p:cNvSpPr/>
          <p:nvPr/>
        </p:nvSpPr>
        <p:spPr>
          <a:xfrm>
            <a:off x="4543505" y="1631300"/>
            <a:ext cx="80168" cy="454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575"/>
                </a:moveTo>
                <a:lnTo>
                  <a:pt x="13215" y="232"/>
                </a:lnTo>
                <a:lnTo>
                  <a:pt x="14607" y="48"/>
                </a:lnTo>
                <a:lnTo>
                  <a:pt x="15978" y="0"/>
                </a:lnTo>
                <a:lnTo>
                  <a:pt x="17345" y="59"/>
                </a:lnTo>
                <a:lnTo>
                  <a:pt x="18725" y="190"/>
                </a:lnTo>
                <a:lnTo>
                  <a:pt x="20137" y="374"/>
                </a:lnTo>
                <a:lnTo>
                  <a:pt x="21600" y="575"/>
                </a:lnTo>
                <a:lnTo>
                  <a:pt x="21600" y="2859"/>
                </a:lnTo>
                <a:lnTo>
                  <a:pt x="21600" y="5147"/>
                </a:lnTo>
                <a:lnTo>
                  <a:pt x="21600" y="7435"/>
                </a:lnTo>
                <a:lnTo>
                  <a:pt x="21600" y="9730"/>
                </a:lnTo>
                <a:lnTo>
                  <a:pt x="21600" y="12032"/>
                </a:lnTo>
                <a:lnTo>
                  <a:pt x="21600" y="14345"/>
                </a:lnTo>
                <a:lnTo>
                  <a:pt x="21600" y="16664"/>
                </a:lnTo>
                <a:lnTo>
                  <a:pt x="21600" y="18997"/>
                </a:lnTo>
                <a:lnTo>
                  <a:pt x="21600" y="21344"/>
                </a:lnTo>
                <a:lnTo>
                  <a:pt x="20004" y="21534"/>
                </a:lnTo>
                <a:lnTo>
                  <a:pt x="18476" y="21600"/>
                </a:lnTo>
                <a:lnTo>
                  <a:pt x="17013" y="21545"/>
                </a:lnTo>
                <a:lnTo>
                  <a:pt x="15603" y="21368"/>
                </a:lnTo>
                <a:lnTo>
                  <a:pt x="14238" y="21077"/>
                </a:lnTo>
                <a:lnTo>
                  <a:pt x="12913" y="20669"/>
                </a:lnTo>
                <a:lnTo>
                  <a:pt x="11619" y="20153"/>
                </a:lnTo>
                <a:lnTo>
                  <a:pt x="10346" y="19527"/>
                </a:lnTo>
                <a:lnTo>
                  <a:pt x="9088" y="18796"/>
                </a:lnTo>
                <a:lnTo>
                  <a:pt x="7835" y="17962"/>
                </a:lnTo>
                <a:lnTo>
                  <a:pt x="6582" y="17027"/>
                </a:lnTo>
                <a:lnTo>
                  <a:pt x="5318" y="15996"/>
                </a:lnTo>
                <a:lnTo>
                  <a:pt x="4035" y="14871"/>
                </a:lnTo>
                <a:lnTo>
                  <a:pt x="2727" y="13656"/>
                </a:lnTo>
                <a:lnTo>
                  <a:pt x="1384" y="12351"/>
                </a:lnTo>
                <a:lnTo>
                  <a:pt x="0" y="10959"/>
                </a:lnTo>
                <a:lnTo>
                  <a:pt x="1053" y="9879"/>
                </a:lnTo>
                <a:lnTo>
                  <a:pt x="1812" y="9159"/>
                </a:lnTo>
                <a:lnTo>
                  <a:pt x="2649" y="8474"/>
                </a:lnTo>
                <a:lnTo>
                  <a:pt x="3927" y="7498"/>
                </a:lnTo>
                <a:lnTo>
                  <a:pt x="5506" y="8252"/>
                </a:lnTo>
                <a:lnTo>
                  <a:pt x="6602" y="8810"/>
                </a:lnTo>
                <a:lnTo>
                  <a:pt x="7497" y="9336"/>
                </a:lnTo>
                <a:lnTo>
                  <a:pt x="8475" y="9997"/>
                </a:lnTo>
                <a:lnTo>
                  <a:pt x="9818" y="10959"/>
                </a:lnTo>
                <a:lnTo>
                  <a:pt x="9940" y="9242"/>
                </a:lnTo>
                <a:lnTo>
                  <a:pt x="10064" y="7518"/>
                </a:lnTo>
                <a:lnTo>
                  <a:pt x="10187" y="5767"/>
                </a:lnTo>
                <a:lnTo>
                  <a:pt x="10714" y="4050"/>
                </a:lnTo>
                <a:lnTo>
                  <a:pt x="11244" y="2326"/>
                </a:lnTo>
                <a:lnTo>
                  <a:pt x="11782" y="575"/>
                </a:lnTo>
                <a:close/>
              </a:path>
            </a:pathLst>
          </a:custGeom>
          <a:solidFill>
            <a:srgbClr val="DA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3" name="contour_06511"/>
          <p:cNvSpPr/>
          <p:nvPr/>
        </p:nvSpPr>
        <p:spPr>
          <a:xfrm>
            <a:off x="8260381" y="1588782"/>
            <a:ext cx="72880" cy="814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623" y="918"/>
                </a:lnTo>
                <a:lnTo>
                  <a:pt x="10441" y="1842"/>
                </a:lnTo>
                <a:lnTo>
                  <a:pt x="10260" y="2780"/>
                </a:lnTo>
                <a:lnTo>
                  <a:pt x="10437" y="3778"/>
                </a:lnTo>
                <a:lnTo>
                  <a:pt x="10619" y="4781"/>
                </a:lnTo>
                <a:lnTo>
                  <a:pt x="10800" y="5800"/>
                </a:lnTo>
                <a:lnTo>
                  <a:pt x="12182" y="5960"/>
                </a:lnTo>
                <a:lnTo>
                  <a:pt x="13576" y="6121"/>
                </a:lnTo>
                <a:lnTo>
                  <a:pt x="14986" y="6283"/>
                </a:lnTo>
                <a:lnTo>
                  <a:pt x="16399" y="6488"/>
                </a:lnTo>
                <a:lnTo>
                  <a:pt x="17332" y="6708"/>
                </a:lnTo>
                <a:lnTo>
                  <a:pt x="18207" y="7078"/>
                </a:lnTo>
                <a:lnTo>
                  <a:pt x="19440" y="7733"/>
                </a:lnTo>
                <a:lnTo>
                  <a:pt x="19859" y="9069"/>
                </a:lnTo>
                <a:lnTo>
                  <a:pt x="20218" y="10407"/>
                </a:lnTo>
                <a:lnTo>
                  <a:pt x="20520" y="11744"/>
                </a:lnTo>
                <a:lnTo>
                  <a:pt x="20775" y="13086"/>
                </a:lnTo>
                <a:lnTo>
                  <a:pt x="20984" y="14432"/>
                </a:lnTo>
                <a:lnTo>
                  <a:pt x="21157" y="15783"/>
                </a:lnTo>
                <a:lnTo>
                  <a:pt x="21300" y="17140"/>
                </a:lnTo>
                <a:lnTo>
                  <a:pt x="21416" y="18505"/>
                </a:lnTo>
                <a:lnTo>
                  <a:pt x="21514" y="19881"/>
                </a:lnTo>
                <a:lnTo>
                  <a:pt x="21600" y="21266"/>
                </a:lnTo>
                <a:lnTo>
                  <a:pt x="20146" y="21368"/>
                </a:lnTo>
                <a:lnTo>
                  <a:pt x="18703" y="21459"/>
                </a:lnTo>
                <a:lnTo>
                  <a:pt x="17265" y="21532"/>
                </a:lnTo>
                <a:lnTo>
                  <a:pt x="15831" y="21581"/>
                </a:lnTo>
                <a:lnTo>
                  <a:pt x="14396" y="21600"/>
                </a:lnTo>
                <a:lnTo>
                  <a:pt x="12964" y="21585"/>
                </a:lnTo>
                <a:lnTo>
                  <a:pt x="11528" y="21527"/>
                </a:lnTo>
                <a:lnTo>
                  <a:pt x="10087" y="21422"/>
                </a:lnTo>
                <a:lnTo>
                  <a:pt x="8640" y="21266"/>
                </a:lnTo>
                <a:lnTo>
                  <a:pt x="7716" y="19827"/>
                </a:lnTo>
                <a:lnTo>
                  <a:pt x="7141" y="18806"/>
                </a:lnTo>
                <a:lnTo>
                  <a:pt x="6813" y="17925"/>
                </a:lnTo>
                <a:lnTo>
                  <a:pt x="6627" y="16904"/>
                </a:lnTo>
                <a:lnTo>
                  <a:pt x="6480" y="15466"/>
                </a:lnTo>
                <a:lnTo>
                  <a:pt x="7906" y="15785"/>
                </a:lnTo>
                <a:lnTo>
                  <a:pt x="9333" y="16104"/>
                </a:lnTo>
                <a:lnTo>
                  <a:pt x="10768" y="16425"/>
                </a:lnTo>
                <a:lnTo>
                  <a:pt x="12208" y="16748"/>
                </a:lnTo>
                <a:lnTo>
                  <a:pt x="13658" y="17072"/>
                </a:lnTo>
                <a:lnTo>
                  <a:pt x="15120" y="17399"/>
                </a:lnTo>
                <a:lnTo>
                  <a:pt x="15675" y="15305"/>
                </a:lnTo>
                <a:lnTo>
                  <a:pt x="16008" y="13821"/>
                </a:lnTo>
                <a:lnTo>
                  <a:pt x="16120" y="12728"/>
                </a:lnTo>
                <a:lnTo>
                  <a:pt x="16008" y="11816"/>
                </a:lnTo>
                <a:lnTo>
                  <a:pt x="15675" y="10867"/>
                </a:lnTo>
                <a:lnTo>
                  <a:pt x="15120" y="9666"/>
                </a:lnTo>
                <a:lnTo>
                  <a:pt x="13805" y="8986"/>
                </a:lnTo>
                <a:lnTo>
                  <a:pt x="12478" y="8350"/>
                </a:lnTo>
                <a:lnTo>
                  <a:pt x="11139" y="7752"/>
                </a:lnTo>
                <a:lnTo>
                  <a:pt x="9789" y="7188"/>
                </a:lnTo>
                <a:lnTo>
                  <a:pt x="8428" y="6656"/>
                </a:lnTo>
                <a:lnTo>
                  <a:pt x="7055" y="6148"/>
                </a:lnTo>
                <a:lnTo>
                  <a:pt x="5670" y="5664"/>
                </a:lnTo>
                <a:lnTo>
                  <a:pt x="4270" y="5198"/>
                </a:lnTo>
                <a:lnTo>
                  <a:pt x="2860" y="4746"/>
                </a:lnTo>
                <a:lnTo>
                  <a:pt x="1436" y="4303"/>
                </a:lnTo>
                <a:lnTo>
                  <a:pt x="0" y="3866"/>
                </a:lnTo>
                <a:lnTo>
                  <a:pt x="1970" y="2591"/>
                </a:lnTo>
                <a:lnTo>
                  <a:pt x="3510" y="1632"/>
                </a:lnTo>
                <a:lnTo>
                  <a:pt x="4746" y="943"/>
                </a:lnTo>
                <a:lnTo>
                  <a:pt x="5806" y="483"/>
                </a:lnTo>
                <a:lnTo>
                  <a:pt x="6813" y="203"/>
                </a:lnTo>
                <a:lnTo>
                  <a:pt x="7897" y="60"/>
                </a:lnTo>
                <a:lnTo>
                  <a:pt x="9184" y="8"/>
                </a:lnTo>
                <a:lnTo>
                  <a:pt x="10800" y="0"/>
                </a:lnTo>
                <a:close/>
              </a:path>
            </a:pathLst>
          </a:custGeom>
          <a:solidFill>
            <a:srgbClr val="78715F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4" name="contour_06512"/>
          <p:cNvSpPr/>
          <p:nvPr/>
        </p:nvSpPr>
        <p:spPr>
          <a:xfrm>
            <a:off x="9732555" y="1393172"/>
            <a:ext cx="109320" cy="35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1241"/>
                </a:moveTo>
                <a:lnTo>
                  <a:pt x="13046" y="1415"/>
                </a:lnTo>
                <a:lnTo>
                  <a:pt x="14394" y="1941"/>
                </a:lnTo>
                <a:lnTo>
                  <a:pt x="15260" y="2289"/>
                </a:lnTo>
                <a:lnTo>
                  <a:pt x="16125" y="2646"/>
                </a:lnTo>
                <a:lnTo>
                  <a:pt x="16991" y="3012"/>
                </a:lnTo>
                <a:lnTo>
                  <a:pt x="17855" y="3378"/>
                </a:lnTo>
                <a:lnTo>
                  <a:pt x="18720" y="3749"/>
                </a:lnTo>
                <a:lnTo>
                  <a:pt x="18006" y="4579"/>
                </a:lnTo>
                <a:lnTo>
                  <a:pt x="17280" y="5422"/>
                </a:lnTo>
                <a:lnTo>
                  <a:pt x="16566" y="6806"/>
                </a:lnTo>
                <a:lnTo>
                  <a:pt x="15840" y="8212"/>
                </a:lnTo>
                <a:lnTo>
                  <a:pt x="15840" y="11157"/>
                </a:lnTo>
                <a:lnTo>
                  <a:pt x="15840" y="14125"/>
                </a:lnTo>
                <a:lnTo>
                  <a:pt x="15840" y="17137"/>
                </a:lnTo>
                <a:lnTo>
                  <a:pt x="16786" y="18472"/>
                </a:lnTo>
                <a:lnTo>
                  <a:pt x="17533" y="19199"/>
                </a:lnTo>
                <a:lnTo>
                  <a:pt x="18720" y="19926"/>
                </a:lnTo>
                <a:lnTo>
                  <a:pt x="19524" y="20426"/>
                </a:lnTo>
                <a:lnTo>
                  <a:pt x="20340" y="20935"/>
                </a:lnTo>
                <a:lnTo>
                  <a:pt x="20966" y="21265"/>
                </a:lnTo>
                <a:lnTo>
                  <a:pt x="21600" y="21600"/>
                </a:lnTo>
                <a:lnTo>
                  <a:pt x="20654" y="21457"/>
                </a:lnTo>
                <a:lnTo>
                  <a:pt x="19709" y="21301"/>
                </a:lnTo>
                <a:lnTo>
                  <a:pt x="18763" y="21136"/>
                </a:lnTo>
                <a:lnTo>
                  <a:pt x="17819" y="20962"/>
                </a:lnTo>
                <a:lnTo>
                  <a:pt x="16874" y="20783"/>
                </a:lnTo>
                <a:lnTo>
                  <a:pt x="15929" y="20596"/>
                </a:lnTo>
                <a:lnTo>
                  <a:pt x="14985" y="20400"/>
                </a:lnTo>
                <a:lnTo>
                  <a:pt x="14040" y="20208"/>
                </a:lnTo>
                <a:lnTo>
                  <a:pt x="13332" y="20105"/>
                </a:lnTo>
                <a:lnTo>
                  <a:pt x="12620" y="20002"/>
                </a:lnTo>
                <a:lnTo>
                  <a:pt x="11897" y="19900"/>
                </a:lnTo>
                <a:lnTo>
                  <a:pt x="10751" y="19578"/>
                </a:lnTo>
                <a:lnTo>
                  <a:pt x="9671" y="19145"/>
                </a:lnTo>
                <a:lnTo>
                  <a:pt x="8652" y="18583"/>
                </a:lnTo>
                <a:lnTo>
                  <a:pt x="7682" y="17887"/>
                </a:lnTo>
                <a:lnTo>
                  <a:pt x="6756" y="17043"/>
                </a:lnTo>
                <a:lnTo>
                  <a:pt x="5867" y="16044"/>
                </a:lnTo>
                <a:lnTo>
                  <a:pt x="5005" y="14879"/>
                </a:lnTo>
                <a:lnTo>
                  <a:pt x="4166" y="13531"/>
                </a:lnTo>
                <a:lnTo>
                  <a:pt x="3338" y="11996"/>
                </a:lnTo>
                <a:lnTo>
                  <a:pt x="2514" y="10260"/>
                </a:lnTo>
                <a:lnTo>
                  <a:pt x="1689" y="8314"/>
                </a:lnTo>
                <a:lnTo>
                  <a:pt x="854" y="6145"/>
                </a:lnTo>
                <a:lnTo>
                  <a:pt x="0" y="3749"/>
                </a:lnTo>
                <a:lnTo>
                  <a:pt x="1021" y="2820"/>
                </a:lnTo>
                <a:lnTo>
                  <a:pt x="2012" y="2040"/>
                </a:lnTo>
                <a:lnTo>
                  <a:pt x="2978" y="1388"/>
                </a:lnTo>
                <a:lnTo>
                  <a:pt x="3924" y="870"/>
                </a:lnTo>
                <a:lnTo>
                  <a:pt x="4859" y="478"/>
                </a:lnTo>
                <a:lnTo>
                  <a:pt x="5786" y="205"/>
                </a:lnTo>
                <a:lnTo>
                  <a:pt x="6712" y="45"/>
                </a:lnTo>
                <a:lnTo>
                  <a:pt x="7645" y="0"/>
                </a:lnTo>
                <a:lnTo>
                  <a:pt x="8588" y="54"/>
                </a:lnTo>
                <a:lnTo>
                  <a:pt x="9550" y="214"/>
                </a:lnTo>
                <a:lnTo>
                  <a:pt x="10535" y="469"/>
                </a:lnTo>
                <a:lnTo>
                  <a:pt x="11550" y="808"/>
                </a:lnTo>
                <a:lnTo>
                  <a:pt x="12600" y="1241"/>
                </a:lnTo>
                <a:close/>
              </a:path>
            </a:pathLst>
          </a:custGeom>
          <a:solidFill>
            <a:srgbClr val="B6C8D4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5" name="contour_06513"/>
          <p:cNvSpPr/>
          <p:nvPr/>
        </p:nvSpPr>
        <p:spPr>
          <a:xfrm>
            <a:off x="11277610" y="1355566"/>
            <a:ext cx="145760" cy="371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20" y="0"/>
                </a:moveTo>
                <a:lnTo>
                  <a:pt x="10463" y="488"/>
                </a:lnTo>
                <a:lnTo>
                  <a:pt x="11206" y="980"/>
                </a:lnTo>
                <a:lnTo>
                  <a:pt x="11948" y="1472"/>
                </a:lnTo>
                <a:lnTo>
                  <a:pt x="12691" y="1969"/>
                </a:lnTo>
                <a:lnTo>
                  <a:pt x="13433" y="2469"/>
                </a:lnTo>
                <a:lnTo>
                  <a:pt x="14175" y="2970"/>
                </a:lnTo>
                <a:lnTo>
                  <a:pt x="14918" y="3475"/>
                </a:lnTo>
                <a:lnTo>
                  <a:pt x="15660" y="3980"/>
                </a:lnTo>
                <a:lnTo>
                  <a:pt x="15913" y="4141"/>
                </a:lnTo>
                <a:lnTo>
                  <a:pt x="16358" y="4434"/>
                </a:lnTo>
                <a:lnTo>
                  <a:pt x="17377" y="5096"/>
                </a:lnTo>
                <a:lnTo>
                  <a:pt x="17914" y="5465"/>
                </a:lnTo>
                <a:lnTo>
                  <a:pt x="18454" y="5838"/>
                </a:lnTo>
                <a:lnTo>
                  <a:pt x="19002" y="6216"/>
                </a:lnTo>
                <a:lnTo>
                  <a:pt x="19750" y="6716"/>
                </a:lnTo>
                <a:lnTo>
                  <a:pt x="20509" y="7225"/>
                </a:lnTo>
                <a:lnTo>
                  <a:pt x="21050" y="7849"/>
                </a:lnTo>
                <a:lnTo>
                  <a:pt x="21600" y="8486"/>
                </a:lnTo>
                <a:lnTo>
                  <a:pt x="21600" y="10590"/>
                </a:lnTo>
                <a:lnTo>
                  <a:pt x="21600" y="12728"/>
                </a:lnTo>
                <a:lnTo>
                  <a:pt x="20951" y="13534"/>
                </a:lnTo>
                <a:lnTo>
                  <a:pt x="20293" y="14235"/>
                </a:lnTo>
                <a:lnTo>
                  <a:pt x="19628" y="14845"/>
                </a:lnTo>
                <a:lnTo>
                  <a:pt x="18959" y="15384"/>
                </a:lnTo>
                <a:lnTo>
                  <a:pt x="18287" y="15872"/>
                </a:lnTo>
                <a:lnTo>
                  <a:pt x="17613" y="16330"/>
                </a:lnTo>
                <a:lnTo>
                  <a:pt x="16939" y="16780"/>
                </a:lnTo>
                <a:lnTo>
                  <a:pt x="16267" y="17234"/>
                </a:lnTo>
                <a:lnTo>
                  <a:pt x="16030" y="17404"/>
                </a:lnTo>
                <a:lnTo>
                  <a:pt x="15611" y="17701"/>
                </a:lnTo>
                <a:lnTo>
                  <a:pt x="14652" y="18384"/>
                </a:lnTo>
                <a:lnTo>
                  <a:pt x="13916" y="18851"/>
                </a:lnTo>
                <a:lnTo>
                  <a:pt x="13181" y="19279"/>
                </a:lnTo>
                <a:lnTo>
                  <a:pt x="12449" y="19665"/>
                </a:lnTo>
                <a:lnTo>
                  <a:pt x="11718" y="20013"/>
                </a:lnTo>
                <a:lnTo>
                  <a:pt x="10988" y="20323"/>
                </a:lnTo>
                <a:lnTo>
                  <a:pt x="10259" y="20594"/>
                </a:lnTo>
                <a:lnTo>
                  <a:pt x="9530" y="20832"/>
                </a:lnTo>
                <a:lnTo>
                  <a:pt x="8802" y="21036"/>
                </a:lnTo>
                <a:lnTo>
                  <a:pt x="8074" y="21205"/>
                </a:lnTo>
                <a:lnTo>
                  <a:pt x="7346" y="21345"/>
                </a:lnTo>
                <a:lnTo>
                  <a:pt x="6617" y="21452"/>
                </a:lnTo>
                <a:lnTo>
                  <a:pt x="5888" y="21532"/>
                </a:lnTo>
                <a:lnTo>
                  <a:pt x="5158" y="21579"/>
                </a:lnTo>
                <a:lnTo>
                  <a:pt x="4427" y="21600"/>
                </a:lnTo>
                <a:lnTo>
                  <a:pt x="3694" y="21596"/>
                </a:lnTo>
                <a:lnTo>
                  <a:pt x="2959" y="21566"/>
                </a:lnTo>
                <a:lnTo>
                  <a:pt x="2224" y="21511"/>
                </a:lnTo>
                <a:lnTo>
                  <a:pt x="1485" y="21435"/>
                </a:lnTo>
                <a:lnTo>
                  <a:pt x="744" y="21333"/>
                </a:lnTo>
                <a:lnTo>
                  <a:pt x="0" y="21214"/>
                </a:lnTo>
                <a:lnTo>
                  <a:pt x="566" y="18749"/>
                </a:lnTo>
                <a:lnTo>
                  <a:pt x="1098" y="16509"/>
                </a:lnTo>
                <a:lnTo>
                  <a:pt x="1612" y="14493"/>
                </a:lnTo>
                <a:lnTo>
                  <a:pt x="2120" y="12694"/>
                </a:lnTo>
                <a:lnTo>
                  <a:pt x="2636" y="11103"/>
                </a:lnTo>
                <a:lnTo>
                  <a:pt x="3175" y="9712"/>
                </a:lnTo>
                <a:lnTo>
                  <a:pt x="3750" y="8520"/>
                </a:lnTo>
                <a:lnTo>
                  <a:pt x="4374" y="7514"/>
                </a:lnTo>
                <a:lnTo>
                  <a:pt x="5062" y="6691"/>
                </a:lnTo>
                <a:lnTo>
                  <a:pt x="5827" y="6046"/>
                </a:lnTo>
                <a:lnTo>
                  <a:pt x="6683" y="5567"/>
                </a:lnTo>
                <a:lnTo>
                  <a:pt x="7255" y="5291"/>
                </a:lnTo>
                <a:lnTo>
                  <a:pt x="7832" y="5006"/>
                </a:lnTo>
                <a:lnTo>
                  <a:pt x="8416" y="4722"/>
                </a:lnTo>
                <a:lnTo>
                  <a:pt x="9063" y="4485"/>
                </a:lnTo>
                <a:lnTo>
                  <a:pt x="9720" y="4243"/>
                </a:lnTo>
                <a:lnTo>
                  <a:pt x="9720" y="2138"/>
                </a:lnTo>
                <a:lnTo>
                  <a:pt x="9720" y="0"/>
                </a:lnTo>
                <a:close/>
              </a:path>
            </a:pathLst>
          </a:custGeom>
          <a:solidFill>
            <a:srgbClr val="CFE0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6" name="contour_06514"/>
          <p:cNvSpPr/>
          <p:nvPr/>
        </p:nvSpPr>
        <p:spPr>
          <a:xfrm>
            <a:off x="7203622" y="1340990"/>
            <a:ext cx="138472" cy="38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74" y="0"/>
                </a:moveTo>
                <a:lnTo>
                  <a:pt x="2429" y="1971"/>
                </a:lnTo>
                <a:lnTo>
                  <a:pt x="2586" y="3967"/>
                </a:lnTo>
                <a:lnTo>
                  <a:pt x="3091" y="6480"/>
                </a:lnTo>
                <a:lnTo>
                  <a:pt x="3532" y="7938"/>
                </a:lnTo>
                <a:lnTo>
                  <a:pt x="4156" y="8914"/>
                </a:lnTo>
                <a:lnTo>
                  <a:pt x="5209" y="9963"/>
                </a:lnTo>
                <a:lnTo>
                  <a:pt x="5972" y="10294"/>
                </a:lnTo>
                <a:lnTo>
                  <a:pt x="6736" y="10600"/>
                </a:lnTo>
                <a:lnTo>
                  <a:pt x="7501" y="10881"/>
                </a:lnTo>
                <a:lnTo>
                  <a:pt x="7804" y="11013"/>
                </a:lnTo>
                <a:lnTo>
                  <a:pt x="8720" y="11401"/>
                </a:lnTo>
                <a:lnTo>
                  <a:pt x="9490" y="11719"/>
                </a:lnTo>
                <a:lnTo>
                  <a:pt x="10261" y="12025"/>
                </a:lnTo>
                <a:lnTo>
                  <a:pt x="11033" y="12327"/>
                </a:lnTo>
                <a:lnTo>
                  <a:pt x="11804" y="12620"/>
                </a:lnTo>
                <a:lnTo>
                  <a:pt x="12576" y="12914"/>
                </a:lnTo>
                <a:lnTo>
                  <a:pt x="13229" y="13182"/>
                </a:lnTo>
                <a:lnTo>
                  <a:pt x="13883" y="13451"/>
                </a:lnTo>
                <a:lnTo>
                  <a:pt x="14536" y="13724"/>
                </a:lnTo>
                <a:lnTo>
                  <a:pt x="15189" y="13996"/>
                </a:lnTo>
                <a:lnTo>
                  <a:pt x="15991" y="14327"/>
                </a:lnTo>
                <a:lnTo>
                  <a:pt x="16791" y="14649"/>
                </a:lnTo>
                <a:lnTo>
                  <a:pt x="17593" y="14972"/>
                </a:lnTo>
                <a:lnTo>
                  <a:pt x="18394" y="15290"/>
                </a:lnTo>
                <a:lnTo>
                  <a:pt x="19196" y="15604"/>
                </a:lnTo>
                <a:lnTo>
                  <a:pt x="19997" y="15914"/>
                </a:lnTo>
                <a:lnTo>
                  <a:pt x="20799" y="16224"/>
                </a:lnTo>
                <a:lnTo>
                  <a:pt x="21600" y="16530"/>
                </a:lnTo>
                <a:lnTo>
                  <a:pt x="21600" y="18579"/>
                </a:lnTo>
                <a:lnTo>
                  <a:pt x="21600" y="20662"/>
                </a:lnTo>
                <a:lnTo>
                  <a:pt x="20842" y="20724"/>
                </a:lnTo>
                <a:lnTo>
                  <a:pt x="20083" y="20778"/>
                </a:lnTo>
                <a:lnTo>
                  <a:pt x="19325" y="20831"/>
                </a:lnTo>
                <a:lnTo>
                  <a:pt x="18567" y="20881"/>
                </a:lnTo>
                <a:lnTo>
                  <a:pt x="17807" y="20931"/>
                </a:lnTo>
                <a:lnTo>
                  <a:pt x="17049" y="20972"/>
                </a:lnTo>
                <a:lnTo>
                  <a:pt x="16291" y="21013"/>
                </a:lnTo>
                <a:lnTo>
                  <a:pt x="15533" y="21050"/>
                </a:lnTo>
                <a:lnTo>
                  <a:pt x="14774" y="21083"/>
                </a:lnTo>
                <a:lnTo>
                  <a:pt x="14016" y="21117"/>
                </a:lnTo>
                <a:lnTo>
                  <a:pt x="13372" y="21150"/>
                </a:lnTo>
                <a:lnTo>
                  <a:pt x="12728" y="21191"/>
                </a:lnTo>
                <a:lnTo>
                  <a:pt x="12083" y="21236"/>
                </a:lnTo>
                <a:lnTo>
                  <a:pt x="11439" y="21286"/>
                </a:lnTo>
                <a:lnTo>
                  <a:pt x="10695" y="21340"/>
                </a:lnTo>
                <a:lnTo>
                  <a:pt x="9952" y="21385"/>
                </a:lnTo>
                <a:lnTo>
                  <a:pt x="9210" y="21418"/>
                </a:lnTo>
                <a:lnTo>
                  <a:pt x="8466" y="21447"/>
                </a:lnTo>
                <a:lnTo>
                  <a:pt x="7723" y="21468"/>
                </a:lnTo>
                <a:lnTo>
                  <a:pt x="6978" y="21513"/>
                </a:lnTo>
                <a:lnTo>
                  <a:pt x="6228" y="21555"/>
                </a:lnTo>
                <a:lnTo>
                  <a:pt x="5467" y="21600"/>
                </a:lnTo>
                <a:lnTo>
                  <a:pt x="4613" y="21129"/>
                </a:lnTo>
                <a:lnTo>
                  <a:pt x="3849" y="20517"/>
                </a:lnTo>
                <a:lnTo>
                  <a:pt x="3156" y="19740"/>
                </a:lnTo>
                <a:lnTo>
                  <a:pt x="2510" y="18769"/>
                </a:lnTo>
                <a:lnTo>
                  <a:pt x="1893" y="17579"/>
                </a:lnTo>
                <a:lnTo>
                  <a:pt x="1282" y="16141"/>
                </a:lnTo>
                <a:lnTo>
                  <a:pt x="658" y="14422"/>
                </a:lnTo>
                <a:lnTo>
                  <a:pt x="0" y="12397"/>
                </a:lnTo>
                <a:lnTo>
                  <a:pt x="0" y="9666"/>
                </a:lnTo>
                <a:lnTo>
                  <a:pt x="0" y="6918"/>
                </a:lnTo>
                <a:lnTo>
                  <a:pt x="0" y="4132"/>
                </a:lnTo>
                <a:lnTo>
                  <a:pt x="675" y="2616"/>
                </a:lnTo>
                <a:lnTo>
                  <a:pt x="1137" y="1678"/>
                </a:lnTo>
                <a:lnTo>
                  <a:pt x="1598" y="938"/>
                </a:lnTo>
                <a:lnTo>
                  <a:pt x="2274" y="0"/>
                </a:lnTo>
                <a:close/>
              </a:path>
            </a:pathLst>
          </a:custGeom>
          <a:solidFill>
            <a:srgbClr val="D0DAE1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7" name="contour_06515"/>
          <p:cNvSpPr/>
          <p:nvPr/>
        </p:nvSpPr>
        <p:spPr>
          <a:xfrm>
            <a:off x="8449869" y="1282548"/>
            <a:ext cx="80168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52" y="1767"/>
                </a:moveTo>
                <a:lnTo>
                  <a:pt x="18399" y="3260"/>
                </a:lnTo>
                <a:lnTo>
                  <a:pt x="19430" y="4432"/>
                </a:lnTo>
                <a:lnTo>
                  <a:pt x="20149" y="5896"/>
                </a:lnTo>
                <a:lnTo>
                  <a:pt x="20962" y="8262"/>
                </a:lnTo>
                <a:lnTo>
                  <a:pt x="21215" y="10548"/>
                </a:lnTo>
                <a:lnTo>
                  <a:pt x="21374" y="12345"/>
                </a:lnTo>
                <a:lnTo>
                  <a:pt x="21470" y="14261"/>
                </a:lnTo>
                <a:lnTo>
                  <a:pt x="21537" y="16902"/>
                </a:lnTo>
                <a:lnTo>
                  <a:pt x="21600" y="20868"/>
                </a:lnTo>
                <a:lnTo>
                  <a:pt x="20353" y="20976"/>
                </a:lnTo>
                <a:lnTo>
                  <a:pt x="19104" y="21076"/>
                </a:lnTo>
                <a:lnTo>
                  <a:pt x="17857" y="21163"/>
                </a:lnTo>
                <a:lnTo>
                  <a:pt x="16610" y="21247"/>
                </a:lnTo>
                <a:lnTo>
                  <a:pt x="15362" y="21321"/>
                </a:lnTo>
                <a:lnTo>
                  <a:pt x="14113" y="21388"/>
                </a:lnTo>
                <a:lnTo>
                  <a:pt x="13062" y="21492"/>
                </a:lnTo>
                <a:lnTo>
                  <a:pt x="11992" y="21600"/>
                </a:lnTo>
                <a:lnTo>
                  <a:pt x="10490" y="21583"/>
                </a:lnTo>
                <a:lnTo>
                  <a:pt x="9119" y="21409"/>
                </a:lnTo>
                <a:lnTo>
                  <a:pt x="7858" y="21055"/>
                </a:lnTo>
                <a:lnTo>
                  <a:pt x="6682" y="20511"/>
                </a:lnTo>
                <a:lnTo>
                  <a:pt x="5565" y="19766"/>
                </a:lnTo>
                <a:lnTo>
                  <a:pt x="4481" y="18806"/>
                </a:lnTo>
                <a:lnTo>
                  <a:pt x="3409" y="17621"/>
                </a:lnTo>
                <a:lnTo>
                  <a:pt x="2321" y="16191"/>
                </a:lnTo>
                <a:lnTo>
                  <a:pt x="1192" y="14507"/>
                </a:lnTo>
                <a:lnTo>
                  <a:pt x="0" y="12553"/>
                </a:lnTo>
                <a:lnTo>
                  <a:pt x="1064" y="9484"/>
                </a:lnTo>
                <a:lnTo>
                  <a:pt x="2121" y="6910"/>
                </a:lnTo>
                <a:lnTo>
                  <a:pt x="3185" y="4802"/>
                </a:lnTo>
                <a:lnTo>
                  <a:pt x="4265" y="3123"/>
                </a:lnTo>
                <a:lnTo>
                  <a:pt x="5373" y="1842"/>
                </a:lnTo>
                <a:lnTo>
                  <a:pt x="6521" y="923"/>
                </a:lnTo>
                <a:lnTo>
                  <a:pt x="7723" y="333"/>
                </a:lnTo>
                <a:lnTo>
                  <a:pt x="8986" y="37"/>
                </a:lnTo>
                <a:lnTo>
                  <a:pt x="10323" y="0"/>
                </a:lnTo>
                <a:lnTo>
                  <a:pt x="11748" y="187"/>
                </a:lnTo>
                <a:lnTo>
                  <a:pt x="13270" y="570"/>
                </a:lnTo>
                <a:lnTo>
                  <a:pt x="14900" y="1106"/>
                </a:lnTo>
                <a:lnTo>
                  <a:pt x="16652" y="1767"/>
                </a:lnTo>
                <a:close/>
              </a:path>
            </a:pathLst>
          </a:custGeom>
          <a:solidFill>
            <a:srgbClr val="AAB6BD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8" name="contour_06516"/>
          <p:cNvSpPr/>
          <p:nvPr/>
        </p:nvSpPr>
        <p:spPr>
          <a:xfrm>
            <a:off x="7043286" y="1231671"/>
            <a:ext cx="4345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1" y="0"/>
                </a:lnTo>
                <a:lnTo>
                  <a:pt x="5126" y="0"/>
                </a:lnTo>
                <a:lnTo>
                  <a:pt x="7697" y="0"/>
                </a:lnTo>
                <a:lnTo>
                  <a:pt x="10280" y="0"/>
                </a:lnTo>
                <a:lnTo>
                  <a:pt x="12874" y="0"/>
                </a:lnTo>
                <a:lnTo>
                  <a:pt x="15482" y="0"/>
                </a:lnTo>
                <a:lnTo>
                  <a:pt x="18112" y="0"/>
                </a:lnTo>
                <a:lnTo>
                  <a:pt x="19090" y="2778"/>
                </a:lnTo>
                <a:lnTo>
                  <a:pt x="19887" y="5080"/>
                </a:lnTo>
                <a:lnTo>
                  <a:pt x="20513" y="6981"/>
                </a:lnTo>
                <a:lnTo>
                  <a:pt x="20984" y="8556"/>
                </a:lnTo>
                <a:lnTo>
                  <a:pt x="21314" y="9882"/>
                </a:lnTo>
                <a:lnTo>
                  <a:pt x="21517" y="11035"/>
                </a:lnTo>
                <a:lnTo>
                  <a:pt x="21600" y="12094"/>
                </a:lnTo>
                <a:lnTo>
                  <a:pt x="21586" y="13128"/>
                </a:lnTo>
                <a:lnTo>
                  <a:pt x="21477" y="14221"/>
                </a:lnTo>
                <a:lnTo>
                  <a:pt x="21296" y="15444"/>
                </a:lnTo>
                <a:lnTo>
                  <a:pt x="21053" y="16874"/>
                </a:lnTo>
                <a:lnTo>
                  <a:pt x="20053" y="17725"/>
                </a:lnTo>
                <a:lnTo>
                  <a:pt x="19126" y="18390"/>
                </a:lnTo>
                <a:lnTo>
                  <a:pt x="18065" y="18928"/>
                </a:lnTo>
                <a:lnTo>
                  <a:pt x="16666" y="19388"/>
                </a:lnTo>
                <a:lnTo>
                  <a:pt x="14728" y="19831"/>
                </a:lnTo>
                <a:lnTo>
                  <a:pt x="12044" y="20310"/>
                </a:lnTo>
                <a:lnTo>
                  <a:pt x="8411" y="20883"/>
                </a:lnTo>
                <a:lnTo>
                  <a:pt x="3622" y="21600"/>
                </a:lnTo>
                <a:lnTo>
                  <a:pt x="3383" y="20174"/>
                </a:lnTo>
                <a:lnTo>
                  <a:pt x="3144" y="18749"/>
                </a:lnTo>
                <a:lnTo>
                  <a:pt x="2905" y="17321"/>
                </a:lnTo>
                <a:lnTo>
                  <a:pt x="2666" y="15893"/>
                </a:lnTo>
                <a:lnTo>
                  <a:pt x="2427" y="14463"/>
                </a:lnTo>
                <a:lnTo>
                  <a:pt x="2184" y="13033"/>
                </a:lnTo>
                <a:lnTo>
                  <a:pt x="1945" y="11599"/>
                </a:lnTo>
                <a:lnTo>
                  <a:pt x="1702" y="10163"/>
                </a:lnTo>
                <a:lnTo>
                  <a:pt x="1463" y="8722"/>
                </a:lnTo>
                <a:lnTo>
                  <a:pt x="1221" y="7279"/>
                </a:lnTo>
                <a:lnTo>
                  <a:pt x="978" y="5834"/>
                </a:lnTo>
                <a:lnTo>
                  <a:pt x="735" y="4383"/>
                </a:lnTo>
                <a:lnTo>
                  <a:pt x="489" y="2927"/>
                </a:lnTo>
                <a:lnTo>
                  <a:pt x="246" y="1467"/>
                </a:lnTo>
                <a:lnTo>
                  <a:pt x="0" y="0"/>
                </a:lnTo>
                <a:close/>
              </a:path>
            </a:pathLst>
          </a:custGeom>
          <a:solidFill>
            <a:srgbClr val="C9D4DB"/>
          </a:solidFill>
          <a:ln>
            <a:noFill/>
          </a:ln>
        </p:spPr>
        <p:txBody>
          <a:bodyPr/>
          <a:lstStyle/>
          <a:p/>
        </p:txBody>
      </p:sp>
      <p:sp>
        <p:nvSpPr>
          <p:cNvPr id="6519" name="contour_06517"/>
          <p:cNvSpPr/>
          <p:nvPr/>
        </p:nvSpPr>
        <p:spPr>
          <a:xfrm>
            <a:off x="3880298" y="1244607"/>
            <a:ext cx="109320" cy="59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91"/>
                </a:moveTo>
                <a:lnTo>
                  <a:pt x="2318" y="425"/>
                </a:lnTo>
                <a:lnTo>
                  <a:pt x="4408" y="281"/>
                </a:lnTo>
                <a:lnTo>
                  <a:pt x="6286" y="163"/>
                </a:lnTo>
                <a:lnTo>
                  <a:pt x="7963" y="74"/>
                </a:lnTo>
                <a:lnTo>
                  <a:pt x="9458" y="18"/>
                </a:lnTo>
                <a:lnTo>
                  <a:pt x="10784" y="0"/>
                </a:lnTo>
                <a:lnTo>
                  <a:pt x="11958" y="21"/>
                </a:lnTo>
                <a:lnTo>
                  <a:pt x="12993" y="89"/>
                </a:lnTo>
                <a:lnTo>
                  <a:pt x="13905" y="205"/>
                </a:lnTo>
                <a:lnTo>
                  <a:pt x="14710" y="376"/>
                </a:lnTo>
                <a:lnTo>
                  <a:pt x="15422" y="601"/>
                </a:lnTo>
                <a:lnTo>
                  <a:pt x="16057" y="888"/>
                </a:lnTo>
                <a:lnTo>
                  <a:pt x="16629" y="1240"/>
                </a:lnTo>
                <a:lnTo>
                  <a:pt x="17155" y="1660"/>
                </a:lnTo>
                <a:lnTo>
                  <a:pt x="17647" y="2153"/>
                </a:lnTo>
                <a:lnTo>
                  <a:pt x="18124" y="2721"/>
                </a:lnTo>
                <a:lnTo>
                  <a:pt x="18598" y="3372"/>
                </a:lnTo>
                <a:lnTo>
                  <a:pt x="19084" y="4105"/>
                </a:lnTo>
                <a:lnTo>
                  <a:pt x="19601" y="4929"/>
                </a:lnTo>
                <a:lnTo>
                  <a:pt x="20160" y="5843"/>
                </a:lnTo>
                <a:lnTo>
                  <a:pt x="20504" y="7466"/>
                </a:lnTo>
                <a:lnTo>
                  <a:pt x="20791" y="9073"/>
                </a:lnTo>
                <a:lnTo>
                  <a:pt x="21025" y="10675"/>
                </a:lnTo>
                <a:lnTo>
                  <a:pt x="21213" y="12280"/>
                </a:lnTo>
                <a:lnTo>
                  <a:pt x="21360" y="13903"/>
                </a:lnTo>
                <a:lnTo>
                  <a:pt x="21469" y="15552"/>
                </a:lnTo>
                <a:lnTo>
                  <a:pt x="21548" y="17238"/>
                </a:lnTo>
                <a:lnTo>
                  <a:pt x="21600" y="18974"/>
                </a:lnTo>
                <a:lnTo>
                  <a:pt x="20650" y="19407"/>
                </a:lnTo>
                <a:lnTo>
                  <a:pt x="19698" y="19840"/>
                </a:lnTo>
                <a:lnTo>
                  <a:pt x="18742" y="20276"/>
                </a:lnTo>
                <a:lnTo>
                  <a:pt x="17781" y="20715"/>
                </a:lnTo>
                <a:lnTo>
                  <a:pt x="16815" y="21156"/>
                </a:lnTo>
                <a:lnTo>
                  <a:pt x="15840" y="21600"/>
                </a:lnTo>
                <a:lnTo>
                  <a:pt x="16019" y="19974"/>
                </a:lnTo>
                <a:lnTo>
                  <a:pt x="16197" y="18349"/>
                </a:lnTo>
                <a:lnTo>
                  <a:pt x="16376" y="16718"/>
                </a:lnTo>
                <a:lnTo>
                  <a:pt x="16554" y="15085"/>
                </a:lnTo>
                <a:lnTo>
                  <a:pt x="16734" y="13443"/>
                </a:lnTo>
                <a:lnTo>
                  <a:pt x="16916" y="11794"/>
                </a:lnTo>
                <a:lnTo>
                  <a:pt x="17097" y="10137"/>
                </a:lnTo>
                <a:lnTo>
                  <a:pt x="17280" y="8469"/>
                </a:lnTo>
                <a:lnTo>
                  <a:pt x="16273" y="8317"/>
                </a:lnTo>
                <a:lnTo>
                  <a:pt x="15267" y="8165"/>
                </a:lnTo>
                <a:lnTo>
                  <a:pt x="14260" y="8010"/>
                </a:lnTo>
                <a:lnTo>
                  <a:pt x="13252" y="7857"/>
                </a:lnTo>
                <a:lnTo>
                  <a:pt x="12244" y="7705"/>
                </a:lnTo>
                <a:lnTo>
                  <a:pt x="11235" y="7550"/>
                </a:lnTo>
                <a:lnTo>
                  <a:pt x="10224" y="7398"/>
                </a:lnTo>
                <a:lnTo>
                  <a:pt x="9212" y="7243"/>
                </a:lnTo>
                <a:lnTo>
                  <a:pt x="8198" y="7088"/>
                </a:lnTo>
                <a:lnTo>
                  <a:pt x="7181" y="6936"/>
                </a:lnTo>
                <a:lnTo>
                  <a:pt x="6163" y="6781"/>
                </a:lnTo>
                <a:lnTo>
                  <a:pt x="5144" y="6626"/>
                </a:lnTo>
                <a:lnTo>
                  <a:pt x="4121" y="6468"/>
                </a:lnTo>
                <a:lnTo>
                  <a:pt x="3095" y="6313"/>
                </a:lnTo>
                <a:lnTo>
                  <a:pt x="2066" y="6158"/>
                </a:lnTo>
                <a:lnTo>
                  <a:pt x="1035" y="6001"/>
                </a:lnTo>
                <a:lnTo>
                  <a:pt x="0" y="5843"/>
                </a:lnTo>
                <a:lnTo>
                  <a:pt x="0" y="4107"/>
                </a:lnTo>
                <a:lnTo>
                  <a:pt x="0" y="2361"/>
                </a:lnTo>
                <a:lnTo>
                  <a:pt x="0" y="591"/>
                </a:lnTo>
                <a:close/>
              </a:path>
            </a:pathLst>
          </a:custGeom>
          <a:solidFill>
            <a:srgbClr val="ABB2B6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0" name="contour_06518"/>
          <p:cNvSpPr/>
          <p:nvPr/>
        </p:nvSpPr>
        <p:spPr>
          <a:xfrm>
            <a:off x="5774673" y="1056759"/>
            <a:ext cx="23620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89" y="0"/>
                </a:moveTo>
                <a:lnTo>
                  <a:pt x="17095" y="0"/>
                </a:lnTo>
                <a:lnTo>
                  <a:pt x="20454" y="0"/>
                </a:lnTo>
                <a:lnTo>
                  <a:pt x="20554" y="589"/>
                </a:lnTo>
                <a:lnTo>
                  <a:pt x="20640" y="1179"/>
                </a:lnTo>
                <a:lnTo>
                  <a:pt x="20727" y="1769"/>
                </a:lnTo>
                <a:lnTo>
                  <a:pt x="20807" y="2359"/>
                </a:lnTo>
                <a:lnTo>
                  <a:pt x="20887" y="2948"/>
                </a:lnTo>
                <a:lnTo>
                  <a:pt x="20954" y="3537"/>
                </a:lnTo>
                <a:lnTo>
                  <a:pt x="21020" y="4127"/>
                </a:lnTo>
                <a:lnTo>
                  <a:pt x="21080" y="4717"/>
                </a:lnTo>
                <a:lnTo>
                  <a:pt x="21133" y="5307"/>
                </a:lnTo>
                <a:lnTo>
                  <a:pt x="21187" y="5896"/>
                </a:lnTo>
                <a:lnTo>
                  <a:pt x="21240" y="6394"/>
                </a:lnTo>
                <a:lnTo>
                  <a:pt x="21307" y="6894"/>
                </a:lnTo>
                <a:lnTo>
                  <a:pt x="21373" y="7392"/>
                </a:lnTo>
                <a:lnTo>
                  <a:pt x="21460" y="7891"/>
                </a:lnTo>
                <a:lnTo>
                  <a:pt x="21547" y="8508"/>
                </a:lnTo>
                <a:lnTo>
                  <a:pt x="21593" y="9121"/>
                </a:lnTo>
                <a:lnTo>
                  <a:pt x="21600" y="9733"/>
                </a:lnTo>
                <a:lnTo>
                  <a:pt x="21560" y="10341"/>
                </a:lnTo>
                <a:lnTo>
                  <a:pt x="21467" y="10948"/>
                </a:lnTo>
                <a:lnTo>
                  <a:pt x="21320" y="11552"/>
                </a:lnTo>
                <a:lnTo>
                  <a:pt x="21120" y="12154"/>
                </a:lnTo>
                <a:lnTo>
                  <a:pt x="20854" y="12754"/>
                </a:lnTo>
                <a:lnTo>
                  <a:pt x="20527" y="13352"/>
                </a:lnTo>
                <a:lnTo>
                  <a:pt x="20134" y="13948"/>
                </a:lnTo>
                <a:lnTo>
                  <a:pt x="19661" y="14543"/>
                </a:lnTo>
                <a:lnTo>
                  <a:pt x="19121" y="15136"/>
                </a:lnTo>
                <a:lnTo>
                  <a:pt x="18494" y="15728"/>
                </a:lnTo>
                <a:lnTo>
                  <a:pt x="17788" y="16319"/>
                </a:lnTo>
                <a:lnTo>
                  <a:pt x="17001" y="16908"/>
                </a:lnTo>
                <a:lnTo>
                  <a:pt x="16115" y="17497"/>
                </a:lnTo>
                <a:lnTo>
                  <a:pt x="15142" y="18085"/>
                </a:lnTo>
                <a:lnTo>
                  <a:pt x="14069" y="18672"/>
                </a:lnTo>
                <a:lnTo>
                  <a:pt x="12896" y="19259"/>
                </a:lnTo>
                <a:lnTo>
                  <a:pt x="11616" y="19844"/>
                </a:lnTo>
                <a:lnTo>
                  <a:pt x="10230" y="20429"/>
                </a:lnTo>
                <a:lnTo>
                  <a:pt x="8737" y="21015"/>
                </a:lnTo>
                <a:lnTo>
                  <a:pt x="7124" y="21600"/>
                </a:lnTo>
                <a:lnTo>
                  <a:pt x="3819" y="21600"/>
                </a:lnTo>
                <a:lnTo>
                  <a:pt x="460" y="21600"/>
                </a:lnTo>
                <a:lnTo>
                  <a:pt x="280" y="20990"/>
                </a:lnTo>
                <a:lnTo>
                  <a:pt x="147" y="20381"/>
                </a:lnTo>
                <a:lnTo>
                  <a:pt x="60" y="19774"/>
                </a:lnTo>
                <a:lnTo>
                  <a:pt x="13" y="19167"/>
                </a:lnTo>
                <a:lnTo>
                  <a:pt x="0" y="18562"/>
                </a:lnTo>
                <a:lnTo>
                  <a:pt x="33" y="17957"/>
                </a:lnTo>
                <a:lnTo>
                  <a:pt x="100" y="17354"/>
                </a:lnTo>
                <a:lnTo>
                  <a:pt x="207" y="16751"/>
                </a:lnTo>
                <a:lnTo>
                  <a:pt x="353" y="16150"/>
                </a:lnTo>
                <a:lnTo>
                  <a:pt x="533" y="15549"/>
                </a:lnTo>
                <a:lnTo>
                  <a:pt x="740" y="14948"/>
                </a:lnTo>
                <a:lnTo>
                  <a:pt x="986" y="14348"/>
                </a:lnTo>
                <a:lnTo>
                  <a:pt x="1260" y="13750"/>
                </a:lnTo>
                <a:lnTo>
                  <a:pt x="1566" y="13151"/>
                </a:lnTo>
                <a:lnTo>
                  <a:pt x="1906" y="12553"/>
                </a:lnTo>
                <a:lnTo>
                  <a:pt x="2266" y="11956"/>
                </a:lnTo>
                <a:lnTo>
                  <a:pt x="2659" y="11358"/>
                </a:lnTo>
                <a:lnTo>
                  <a:pt x="3079" y="10761"/>
                </a:lnTo>
                <a:lnTo>
                  <a:pt x="3519" y="10165"/>
                </a:lnTo>
                <a:lnTo>
                  <a:pt x="3985" y="9568"/>
                </a:lnTo>
                <a:lnTo>
                  <a:pt x="4479" y="8972"/>
                </a:lnTo>
                <a:lnTo>
                  <a:pt x="4985" y="8376"/>
                </a:lnTo>
                <a:lnTo>
                  <a:pt x="5518" y="7779"/>
                </a:lnTo>
                <a:lnTo>
                  <a:pt x="6071" y="7182"/>
                </a:lnTo>
                <a:lnTo>
                  <a:pt x="6638" y="6586"/>
                </a:lnTo>
                <a:lnTo>
                  <a:pt x="7224" y="5989"/>
                </a:lnTo>
                <a:lnTo>
                  <a:pt x="7824" y="5392"/>
                </a:lnTo>
                <a:lnTo>
                  <a:pt x="8444" y="4795"/>
                </a:lnTo>
                <a:lnTo>
                  <a:pt x="9077" y="4197"/>
                </a:lnTo>
                <a:lnTo>
                  <a:pt x="9717" y="3599"/>
                </a:lnTo>
                <a:lnTo>
                  <a:pt x="10377" y="3002"/>
                </a:lnTo>
                <a:lnTo>
                  <a:pt x="11043" y="2402"/>
                </a:lnTo>
                <a:lnTo>
                  <a:pt x="11716" y="1803"/>
                </a:lnTo>
                <a:lnTo>
                  <a:pt x="12403" y="1203"/>
                </a:lnTo>
                <a:lnTo>
                  <a:pt x="13089" y="601"/>
                </a:lnTo>
                <a:lnTo>
                  <a:pt x="13789" y="0"/>
                </a:lnTo>
                <a:close/>
              </a:path>
            </a:pathLst>
          </a:custGeom>
          <a:solidFill>
            <a:srgbClr val="D9DBDD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1" name="contour_06519"/>
          <p:cNvSpPr/>
          <p:nvPr/>
        </p:nvSpPr>
        <p:spPr>
          <a:xfrm>
            <a:off x="4781815" y="583039"/>
            <a:ext cx="6049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258"/>
                </a:lnTo>
                <a:lnTo>
                  <a:pt x="21600" y="2516"/>
                </a:lnTo>
                <a:lnTo>
                  <a:pt x="21600" y="3775"/>
                </a:lnTo>
                <a:lnTo>
                  <a:pt x="21600" y="5035"/>
                </a:lnTo>
                <a:lnTo>
                  <a:pt x="21600" y="6295"/>
                </a:lnTo>
                <a:lnTo>
                  <a:pt x="21600" y="7556"/>
                </a:lnTo>
                <a:lnTo>
                  <a:pt x="21600" y="8820"/>
                </a:lnTo>
                <a:lnTo>
                  <a:pt x="21600" y="10085"/>
                </a:lnTo>
                <a:lnTo>
                  <a:pt x="21600" y="11353"/>
                </a:lnTo>
                <a:lnTo>
                  <a:pt x="21600" y="12623"/>
                </a:lnTo>
                <a:lnTo>
                  <a:pt x="21600" y="13896"/>
                </a:lnTo>
                <a:lnTo>
                  <a:pt x="21600" y="15170"/>
                </a:lnTo>
                <a:lnTo>
                  <a:pt x="21600" y="16448"/>
                </a:lnTo>
                <a:lnTo>
                  <a:pt x="21600" y="17732"/>
                </a:lnTo>
                <a:lnTo>
                  <a:pt x="21600" y="19017"/>
                </a:lnTo>
                <a:lnTo>
                  <a:pt x="21600" y="20306"/>
                </a:lnTo>
                <a:lnTo>
                  <a:pt x="21600" y="21600"/>
                </a:lnTo>
                <a:lnTo>
                  <a:pt x="20309" y="21600"/>
                </a:lnTo>
                <a:lnTo>
                  <a:pt x="18998" y="21600"/>
                </a:lnTo>
                <a:lnTo>
                  <a:pt x="18800" y="20367"/>
                </a:lnTo>
                <a:lnTo>
                  <a:pt x="18602" y="19132"/>
                </a:lnTo>
                <a:lnTo>
                  <a:pt x="18402" y="17897"/>
                </a:lnTo>
                <a:lnTo>
                  <a:pt x="18204" y="16661"/>
                </a:lnTo>
                <a:lnTo>
                  <a:pt x="18007" y="15422"/>
                </a:lnTo>
                <a:lnTo>
                  <a:pt x="17806" y="14182"/>
                </a:lnTo>
                <a:lnTo>
                  <a:pt x="17606" y="12938"/>
                </a:lnTo>
                <a:lnTo>
                  <a:pt x="17405" y="11693"/>
                </a:lnTo>
                <a:lnTo>
                  <a:pt x="17205" y="10444"/>
                </a:lnTo>
                <a:lnTo>
                  <a:pt x="17005" y="9189"/>
                </a:lnTo>
                <a:lnTo>
                  <a:pt x="16802" y="7931"/>
                </a:lnTo>
                <a:lnTo>
                  <a:pt x="16599" y="6669"/>
                </a:lnTo>
                <a:lnTo>
                  <a:pt x="16396" y="5400"/>
                </a:lnTo>
                <a:lnTo>
                  <a:pt x="14850" y="5756"/>
                </a:lnTo>
                <a:lnTo>
                  <a:pt x="13299" y="6115"/>
                </a:lnTo>
                <a:lnTo>
                  <a:pt x="11743" y="6473"/>
                </a:lnTo>
                <a:lnTo>
                  <a:pt x="10174" y="6835"/>
                </a:lnTo>
                <a:lnTo>
                  <a:pt x="8590" y="7200"/>
                </a:lnTo>
                <a:lnTo>
                  <a:pt x="8025" y="8451"/>
                </a:lnTo>
                <a:lnTo>
                  <a:pt x="7635" y="9392"/>
                </a:lnTo>
                <a:lnTo>
                  <a:pt x="7367" y="10201"/>
                </a:lnTo>
                <a:lnTo>
                  <a:pt x="7171" y="11054"/>
                </a:lnTo>
                <a:lnTo>
                  <a:pt x="7000" y="12132"/>
                </a:lnTo>
                <a:lnTo>
                  <a:pt x="6799" y="13612"/>
                </a:lnTo>
                <a:lnTo>
                  <a:pt x="6724" y="14126"/>
                </a:lnTo>
                <a:lnTo>
                  <a:pt x="6591" y="15032"/>
                </a:lnTo>
                <a:lnTo>
                  <a:pt x="6281" y="17107"/>
                </a:lnTo>
                <a:lnTo>
                  <a:pt x="6185" y="17996"/>
                </a:lnTo>
                <a:lnTo>
                  <a:pt x="6086" y="18893"/>
                </a:lnTo>
                <a:lnTo>
                  <a:pt x="5987" y="19800"/>
                </a:lnTo>
                <a:lnTo>
                  <a:pt x="4267" y="19800"/>
                </a:lnTo>
                <a:lnTo>
                  <a:pt x="2537" y="19800"/>
                </a:lnTo>
                <a:lnTo>
                  <a:pt x="783" y="19800"/>
                </a:lnTo>
                <a:lnTo>
                  <a:pt x="518" y="17363"/>
                </a:lnTo>
                <a:lnTo>
                  <a:pt x="299" y="15262"/>
                </a:lnTo>
                <a:lnTo>
                  <a:pt x="138" y="13462"/>
                </a:lnTo>
                <a:lnTo>
                  <a:pt x="34" y="11923"/>
                </a:lnTo>
                <a:lnTo>
                  <a:pt x="0" y="10611"/>
                </a:lnTo>
                <a:lnTo>
                  <a:pt x="42" y="9486"/>
                </a:lnTo>
                <a:lnTo>
                  <a:pt x="164" y="8512"/>
                </a:lnTo>
                <a:lnTo>
                  <a:pt x="375" y="7654"/>
                </a:lnTo>
                <a:lnTo>
                  <a:pt x="682" y="6871"/>
                </a:lnTo>
                <a:lnTo>
                  <a:pt x="1090" y="6129"/>
                </a:lnTo>
                <a:lnTo>
                  <a:pt x="1605" y="5387"/>
                </a:lnTo>
                <a:lnTo>
                  <a:pt x="2238" y="4613"/>
                </a:lnTo>
                <a:lnTo>
                  <a:pt x="2992" y="3767"/>
                </a:lnTo>
                <a:lnTo>
                  <a:pt x="3875" y="2812"/>
                </a:lnTo>
                <a:lnTo>
                  <a:pt x="5165" y="2050"/>
                </a:lnTo>
                <a:lnTo>
                  <a:pt x="6279" y="1440"/>
                </a:lnTo>
                <a:lnTo>
                  <a:pt x="7322" y="965"/>
                </a:lnTo>
                <a:lnTo>
                  <a:pt x="8405" y="607"/>
                </a:lnTo>
                <a:lnTo>
                  <a:pt x="9628" y="351"/>
                </a:lnTo>
                <a:lnTo>
                  <a:pt x="11098" y="180"/>
                </a:lnTo>
                <a:lnTo>
                  <a:pt x="12925" y="76"/>
                </a:lnTo>
                <a:lnTo>
                  <a:pt x="15214" y="22"/>
                </a:lnTo>
                <a:lnTo>
                  <a:pt x="18069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575757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2" name="contour_06520"/>
          <p:cNvSpPr/>
          <p:nvPr/>
        </p:nvSpPr>
        <p:spPr>
          <a:xfrm>
            <a:off x="1176453" y="6253097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27" y="644"/>
                </a:lnTo>
                <a:lnTo>
                  <a:pt x="4966" y="1289"/>
                </a:lnTo>
                <a:lnTo>
                  <a:pt x="5908" y="1933"/>
                </a:lnTo>
                <a:lnTo>
                  <a:pt x="6847" y="2581"/>
                </a:lnTo>
                <a:lnTo>
                  <a:pt x="7788" y="3229"/>
                </a:lnTo>
                <a:lnTo>
                  <a:pt x="8728" y="3877"/>
                </a:lnTo>
                <a:lnTo>
                  <a:pt x="9668" y="4525"/>
                </a:lnTo>
                <a:lnTo>
                  <a:pt x="10607" y="5177"/>
                </a:lnTo>
                <a:lnTo>
                  <a:pt x="10923" y="5393"/>
                </a:lnTo>
                <a:lnTo>
                  <a:pt x="11482" y="5774"/>
                </a:lnTo>
                <a:lnTo>
                  <a:pt x="12759" y="6646"/>
                </a:lnTo>
                <a:lnTo>
                  <a:pt x="13276" y="7006"/>
                </a:lnTo>
                <a:lnTo>
                  <a:pt x="14838" y="8086"/>
                </a:lnTo>
                <a:lnTo>
                  <a:pt x="15787" y="8737"/>
                </a:lnTo>
                <a:lnTo>
                  <a:pt x="16748" y="9400"/>
                </a:lnTo>
                <a:lnTo>
                  <a:pt x="18416" y="10732"/>
                </a:lnTo>
                <a:lnTo>
                  <a:pt x="19502" y="11657"/>
                </a:lnTo>
                <a:lnTo>
                  <a:pt x="20239" y="12416"/>
                </a:lnTo>
                <a:lnTo>
                  <a:pt x="20861" y="13252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548" y="21204"/>
                </a:lnTo>
                <a:lnTo>
                  <a:pt x="17686" y="20837"/>
                </a:lnTo>
                <a:lnTo>
                  <a:pt x="16003" y="20498"/>
                </a:lnTo>
                <a:lnTo>
                  <a:pt x="14481" y="20178"/>
                </a:lnTo>
                <a:lnTo>
                  <a:pt x="13108" y="19868"/>
                </a:lnTo>
                <a:lnTo>
                  <a:pt x="11871" y="19566"/>
                </a:lnTo>
                <a:lnTo>
                  <a:pt x="10755" y="19260"/>
                </a:lnTo>
                <a:lnTo>
                  <a:pt x="9746" y="18943"/>
                </a:lnTo>
                <a:lnTo>
                  <a:pt x="8830" y="18608"/>
                </a:lnTo>
                <a:lnTo>
                  <a:pt x="7992" y="18256"/>
                </a:lnTo>
                <a:lnTo>
                  <a:pt x="7221" y="17867"/>
                </a:lnTo>
                <a:lnTo>
                  <a:pt x="6500" y="17446"/>
                </a:lnTo>
                <a:lnTo>
                  <a:pt x="5815" y="16978"/>
                </a:lnTo>
                <a:lnTo>
                  <a:pt x="5155" y="16459"/>
                </a:lnTo>
                <a:lnTo>
                  <a:pt x="4504" y="15880"/>
                </a:lnTo>
                <a:lnTo>
                  <a:pt x="3846" y="15239"/>
                </a:lnTo>
                <a:lnTo>
                  <a:pt x="3171" y="14522"/>
                </a:lnTo>
                <a:lnTo>
                  <a:pt x="2462" y="13730"/>
                </a:lnTo>
                <a:lnTo>
                  <a:pt x="1708" y="12848"/>
                </a:lnTo>
                <a:lnTo>
                  <a:pt x="892" y="11873"/>
                </a:lnTo>
                <a:lnTo>
                  <a:pt x="0" y="10800"/>
                </a:lnTo>
                <a:lnTo>
                  <a:pt x="384" y="10465"/>
                </a:lnTo>
                <a:lnTo>
                  <a:pt x="1543" y="9450"/>
                </a:lnTo>
                <a:lnTo>
                  <a:pt x="2308" y="8334"/>
                </a:lnTo>
                <a:lnTo>
                  <a:pt x="3086" y="7200"/>
                </a:lnTo>
                <a:lnTo>
                  <a:pt x="3086" y="4820"/>
                </a:lnTo>
                <a:lnTo>
                  <a:pt x="3086" y="2426"/>
                </a:lnTo>
                <a:lnTo>
                  <a:pt x="3086" y="0"/>
                </a:lnTo>
                <a:close/>
              </a:path>
            </a:pathLst>
          </a:custGeom>
          <a:solidFill>
            <a:srgbClr val="AAC1DD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3" name="contour_06521"/>
          <p:cNvSpPr/>
          <p:nvPr/>
        </p:nvSpPr>
        <p:spPr>
          <a:xfrm>
            <a:off x="7619038" y="6041745"/>
            <a:ext cx="58304" cy="44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291"/>
                </a:lnTo>
                <a:lnTo>
                  <a:pt x="3564" y="578"/>
                </a:lnTo>
                <a:lnTo>
                  <a:pt x="5349" y="869"/>
                </a:lnTo>
                <a:lnTo>
                  <a:pt x="7136" y="1157"/>
                </a:lnTo>
                <a:lnTo>
                  <a:pt x="8926" y="1447"/>
                </a:lnTo>
                <a:lnTo>
                  <a:pt x="10719" y="1738"/>
                </a:lnTo>
                <a:lnTo>
                  <a:pt x="12517" y="2029"/>
                </a:lnTo>
                <a:lnTo>
                  <a:pt x="14321" y="2324"/>
                </a:lnTo>
                <a:lnTo>
                  <a:pt x="16130" y="2618"/>
                </a:lnTo>
                <a:lnTo>
                  <a:pt x="17944" y="2912"/>
                </a:lnTo>
                <a:lnTo>
                  <a:pt x="19769" y="3207"/>
                </a:lnTo>
                <a:lnTo>
                  <a:pt x="21600" y="3505"/>
                </a:lnTo>
                <a:lnTo>
                  <a:pt x="21600" y="5983"/>
                </a:lnTo>
                <a:lnTo>
                  <a:pt x="21600" y="8464"/>
                </a:lnTo>
                <a:lnTo>
                  <a:pt x="21600" y="10952"/>
                </a:lnTo>
                <a:lnTo>
                  <a:pt x="21600" y="13451"/>
                </a:lnTo>
                <a:lnTo>
                  <a:pt x="21600" y="15961"/>
                </a:lnTo>
                <a:lnTo>
                  <a:pt x="21600" y="18484"/>
                </a:lnTo>
                <a:lnTo>
                  <a:pt x="21600" y="21029"/>
                </a:lnTo>
                <a:lnTo>
                  <a:pt x="19783" y="21218"/>
                </a:lnTo>
                <a:lnTo>
                  <a:pt x="17977" y="21376"/>
                </a:lnTo>
                <a:lnTo>
                  <a:pt x="16181" y="21498"/>
                </a:lnTo>
                <a:lnTo>
                  <a:pt x="14388" y="21575"/>
                </a:lnTo>
                <a:lnTo>
                  <a:pt x="12601" y="21600"/>
                </a:lnTo>
                <a:lnTo>
                  <a:pt x="10811" y="21565"/>
                </a:lnTo>
                <a:lnTo>
                  <a:pt x="9015" y="21463"/>
                </a:lnTo>
                <a:lnTo>
                  <a:pt x="7214" y="21288"/>
                </a:lnTo>
                <a:lnTo>
                  <a:pt x="5400" y="21029"/>
                </a:lnTo>
                <a:lnTo>
                  <a:pt x="3829" y="19063"/>
                </a:lnTo>
                <a:lnTo>
                  <a:pt x="2724" y="17573"/>
                </a:lnTo>
                <a:lnTo>
                  <a:pt x="1941" y="16266"/>
                </a:lnTo>
                <a:lnTo>
                  <a:pt x="1326" y="14846"/>
                </a:lnTo>
                <a:lnTo>
                  <a:pt x="729" y="13027"/>
                </a:lnTo>
                <a:lnTo>
                  <a:pt x="0" y="10514"/>
                </a:lnTo>
                <a:lnTo>
                  <a:pt x="0" y="8433"/>
                </a:lnTo>
                <a:lnTo>
                  <a:pt x="0" y="6344"/>
                </a:lnTo>
                <a:lnTo>
                  <a:pt x="0" y="4248"/>
                </a:lnTo>
                <a:lnTo>
                  <a:pt x="0" y="2134"/>
                </a:lnTo>
                <a:lnTo>
                  <a:pt x="0" y="0"/>
                </a:lnTo>
                <a:close/>
              </a:path>
            </a:pathLst>
          </a:custGeom>
          <a:solidFill>
            <a:srgbClr val="E6E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4" name="contour_06522"/>
          <p:cNvSpPr/>
          <p:nvPr/>
        </p:nvSpPr>
        <p:spPr>
          <a:xfrm>
            <a:off x="2378972" y="5968865"/>
            <a:ext cx="8026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75" y="0"/>
                </a:moveTo>
                <a:lnTo>
                  <a:pt x="21600" y="1198"/>
                </a:lnTo>
                <a:lnTo>
                  <a:pt x="21580" y="2381"/>
                </a:lnTo>
                <a:lnTo>
                  <a:pt x="21518" y="3546"/>
                </a:lnTo>
                <a:lnTo>
                  <a:pt x="21404" y="4694"/>
                </a:lnTo>
                <a:lnTo>
                  <a:pt x="21241" y="5825"/>
                </a:lnTo>
                <a:lnTo>
                  <a:pt x="21025" y="6942"/>
                </a:lnTo>
                <a:lnTo>
                  <a:pt x="20755" y="8042"/>
                </a:lnTo>
                <a:lnTo>
                  <a:pt x="20427" y="9127"/>
                </a:lnTo>
                <a:lnTo>
                  <a:pt x="20041" y="10195"/>
                </a:lnTo>
                <a:lnTo>
                  <a:pt x="19594" y="11247"/>
                </a:lnTo>
                <a:lnTo>
                  <a:pt x="19080" y="12285"/>
                </a:lnTo>
                <a:lnTo>
                  <a:pt x="18503" y="13309"/>
                </a:lnTo>
                <a:lnTo>
                  <a:pt x="17856" y="14316"/>
                </a:lnTo>
                <a:lnTo>
                  <a:pt x="17138" y="15309"/>
                </a:lnTo>
                <a:lnTo>
                  <a:pt x="16350" y="16288"/>
                </a:lnTo>
                <a:lnTo>
                  <a:pt x="15485" y="17252"/>
                </a:lnTo>
                <a:lnTo>
                  <a:pt x="14441" y="18061"/>
                </a:lnTo>
                <a:lnTo>
                  <a:pt x="13437" y="18800"/>
                </a:lnTo>
                <a:lnTo>
                  <a:pt x="12439" y="19475"/>
                </a:lnTo>
                <a:lnTo>
                  <a:pt x="11413" y="20090"/>
                </a:lnTo>
                <a:lnTo>
                  <a:pt x="10326" y="20645"/>
                </a:lnTo>
                <a:lnTo>
                  <a:pt x="9148" y="21148"/>
                </a:lnTo>
                <a:lnTo>
                  <a:pt x="7845" y="21600"/>
                </a:lnTo>
                <a:lnTo>
                  <a:pt x="6465" y="21125"/>
                </a:lnTo>
                <a:lnTo>
                  <a:pt x="5215" y="20568"/>
                </a:lnTo>
                <a:lnTo>
                  <a:pt x="4072" y="19928"/>
                </a:lnTo>
                <a:lnTo>
                  <a:pt x="3005" y="19212"/>
                </a:lnTo>
                <a:lnTo>
                  <a:pt x="1989" y="18420"/>
                </a:lnTo>
                <a:lnTo>
                  <a:pt x="996" y="17552"/>
                </a:lnTo>
                <a:lnTo>
                  <a:pt x="0" y="16615"/>
                </a:lnTo>
                <a:lnTo>
                  <a:pt x="1294" y="16615"/>
                </a:lnTo>
                <a:lnTo>
                  <a:pt x="2591" y="16615"/>
                </a:lnTo>
                <a:lnTo>
                  <a:pt x="3893" y="16615"/>
                </a:lnTo>
                <a:lnTo>
                  <a:pt x="5201" y="16615"/>
                </a:lnTo>
                <a:lnTo>
                  <a:pt x="6517" y="16615"/>
                </a:lnTo>
                <a:lnTo>
                  <a:pt x="7845" y="16615"/>
                </a:lnTo>
                <a:lnTo>
                  <a:pt x="7845" y="15517"/>
                </a:lnTo>
                <a:lnTo>
                  <a:pt x="7845" y="14412"/>
                </a:lnTo>
                <a:lnTo>
                  <a:pt x="7845" y="13292"/>
                </a:lnTo>
                <a:lnTo>
                  <a:pt x="9142" y="13292"/>
                </a:lnTo>
                <a:lnTo>
                  <a:pt x="10446" y="13292"/>
                </a:lnTo>
                <a:lnTo>
                  <a:pt x="11768" y="13292"/>
                </a:lnTo>
                <a:lnTo>
                  <a:pt x="12005" y="12349"/>
                </a:lnTo>
                <a:lnTo>
                  <a:pt x="12241" y="11405"/>
                </a:lnTo>
                <a:lnTo>
                  <a:pt x="12470" y="10459"/>
                </a:lnTo>
                <a:lnTo>
                  <a:pt x="12694" y="9514"/>
                </a:lnTo>
                <a:lnTo>
                  <a:pt x="12909" y="8567"/>
                </a:lnTo>
                <a:lnTo>
                  <a:pt x="13441" y="7504"/>
                </a:lnTo>
                <a:lnTo>
                  <a:pt x="14086" y="6508"/>
                </a:lnTo>
                <a:lnTo>
                  <a:pt x="14830" y="5573"/>
                </a:lnTo>
                <a:lnTo>
                  <a:pt x="15657" y="4691"/>
                </a:lnTo>
                <a:lnTo>
                  <a:pt x="16555" y="3851"/>
                </a:lnTo>
                <a:lnTo>
                  <a:pt x="17507" y="3046"/>
                </a:lnTo>
                <a:lnTo>
                  <a:pt x="18499" y="2266"/>
                </a:lnTo>
                <a:lnTo>
                  <a:pt x="19519" y="1505"/>
                </a:lnTo>
                <a:lnTo>
                  <a:pt x="20549" y="753"/>
                </a:lnTo>
                <a:lnTo>
                  <a:pt x="21575" y="0"/>
                </a:lnTo>
                <a:close/>
              </a:path>
            </a:pathLst>
          </a:custGeom>
          <a:solidFill>
            <a:srgbClr val="D8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5" name="contour_06523"/>
          <p:cNvSpPr/>
          <p:nvPr/>
        </p:nvSpPr>
        <p:spPr>
          <a:xfrm>
            <a:off x="2072876" y="5864705"/>
            <a:ext cx="65592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192"/>
                </a:moveTo>
                <a:lnTo>
                  <a:pt x="4020" y="751"/>
                </a:lnTo>
                <a:lnTo>
                  <a:pt x="5626" y="420"/>
                </a:lnTo>
                <a:lnTo>
                  <a:pt x="7224" y="192"/>
                </a:lnTo>
                <a:lnTo>
                  <a:pt x="8815" y="53"/>
                </a:lnTo>
                <a:lnTo>
                  <a:pt x="10402" y="0"/>
                </a:lnTo>
                <a:lnTo>
                  <a:pt x="11986" y="16"/>
                </a:lnTo>
                <a:lnTo>
                  <a:pt x="13570" y="102"/>
                </a:lnTo>
                <a:lnTo>
                  <a:pt x="15158" y="241"/>
                </a:lnTo>
                <a:lnTo>
                  <a:pt x="16752" y="429"/>
                </a:lnTo>
                <a:lnTo>
                  <a:pt x="18355" y="657"/>
                </a:lnTo>
                <a:lnTo>
                  <a:pt x="19970" y="914"/>
                </a:lnTo>
                <a:lnTo>
                  <a:pt x="21600" y="1192"/>
                </a:lnTo>
                <a:lnTo>
                  <a:pt x="21600" y="3886"/>
                </a:lnTo>
                <a:lnTo>
                  <a:pt x="21600" y="6584"/>
                </a:lnTo>
                <a:lnTo>
                  <a:pt x="21600" y="9294"/>
                </a:lnTo>
                <a:lnTo>
                  <a:pt x="21600" y="12016"/>
                </a:lnTo>
                <a:lnTo>
                  <a:pt x="21600" y="14755"/>
                </a:lnTo>
                <a:lnTo>
                  <a:pt x="21600" y="17518"/>
                </a:lnTo>
                <a:lnTo>
                  <a:pt x="20832" y="17665"/>
                </a:lnTo>
                <a:lnTo>
                  <a:pt x="20129" y="17796"/>
                </a:lnTo>
                <a:lnTo>
                  <a:pt x="19438" y="17927"/>
                </a:lnTo>
                <a:lnTo>
                  <a:pt x="18694" y="18069"/>
                </a:lnTo>
                <a:lnTo>
                  <a:pt x="17842" y="18229"/>
                </a:lnTo>
                <a:lnTo>
                  <a:pt x="16819" y="18420"/>
                </a:lnTo>
                <a:lnTo>
                  <a:pt x="15571" y="18657"/>
                </a:lnTo>
                <a:lnTo>
                  <a:pt x="14035" y="18947"/>
                </a:lnTo>
                <a:lnTo>
                  <a:pt x="12156" y="19302"/>
                </a:lnTo>
                <a:lnTo>
                  <a:pt x="9871" y="19735"/>
                </a:lnTo>
                <a:lnTo>
                  <a:pt x="7123" y="20253"/>
                </a:lnTo>
                <a:lnTo>
                  <a:pt x="3852" y="20873"/>
                </a:lnTo>
                <a:lnTo>
                  <a:pt x="0" y="21600"/>
                </a:lnTo>
                <a:lnTo>
                  <a:pt x="5" y="16841"/>
                </a:lnTo>
                <a:lnTo>
                  <a:pt x="38" y="13192"/>
                </a:lnTo>
                <a:lnTo>
                  <a:pt x="127" y="10412"/>
                </a:lnTo>
                <a:lnTo>
                  <a:pt x="300" y="8265"/>
                </a:lnTo>
                <a:lnTo>
                  <a:pt x="586" y="6506"/>
                </a:lnTo>
                <a:lnTo>
                  <a:pt x="1013" y="4902"/>
                </a:lnTo>
                <a:lnTo>
                  <a:pt x="1608" y="3208"/>
                </a:lnTo>
                <a:lnTo>
                  <a:pt x="2400" y="1192"/>
                </a:lnTo>
                <a:close/>
              </a:path>
            </a:pathLst>
          </a:custGeom>
          <a:solidFill>
            <a:srgbClr val="6D6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6" name="contour_06524"/>
          <p:cNvSpPr/>
          <p:nvPr/>
        </p:nvSpPr>
        <p:spPr>
          <a:xfrm>
            <a:off x="863070" y="5772089"/>
            <a:ext cx="43589" cy="74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94" y="243"/>
                </a:lnTo>
                <a:lnTo>
                  <a:pt x="7068" y="442"/>
                </a:lnTo>
                <a:lnTo>
                  <a:pt x="9433" y="621"/>
                </a:lnTo>
                <a:lnTo>
                  <a:pt x="11304" y="807"/>
                </a:lnTo>
                <a:lnTo>
                  <a:pt x="12889" y="1025"/>
                </a:lnTo>
                <a:lnTo>
                  <a:pt x="14402" y="1299"/>
                </a:lnTo>
                <a:lnTo>
                  <a:pt x="16056" y="1652"/>
                </a:lnTo>
                <a:lnTo>
                  <a:pt x="18057" y="2112"/>
                </a:lnTo>
                <a:lnTo>
                  <a:pt x="19155" y="3521"/>
                </a:lnTo>
                <a:lnTo>
                  <a:pt x="20029" y="4914"/>
                </a:lnTo>
                <a:lnTo>
                  <a:pt x="20697" y="6295"/>
                </a:lnTo>
                <a:lnTo>
                  <a:pt x="21170" y="7670"/>
                </a:lnTo>
                <a:lnTo>
                  <a:pt x="21466" y="9043"/>
                </a:lnTo>
                <a:lnTo>
                  <a:pt x="21600" y="10423"/>
                </a:lnTo>
                <a:lnTo>
                  <a:pt x="21578" y="11811"/>
                </a:lnTo>
                <a:lnTo>
                  <a:pt x="21423" y="13213"/>
                </a:lnTo>
                <a:lnTo>
                  <a:pt x="21141" y="14635"/>
                </a:lnTo>
                <a:lnTo>
                  <a:pt x="20755" y="16082"/>
                </a:lnTo>
                <a:lnTo>
                  <a:pt x="20271" y="17559"/>
                </a:lnTo>
                <a:lnTo>
                  <a:pt x="19708" y="19069"/>
                </a:lnTo>
                <a:lnTo>
                  <a:pt x="18888" y="20090"/>
                </a:lnTo>
                <a:lnTo>
                  <a:pt x="18057" y="21125"/>
                </a:lnTo>
                <a:lnTo>
                  <a:pt x="15262" y="21442"/>
                </a:lnTo>
                <a:lnTo>
                  <a:pt x="13301" y="21600"/>
                </a:lnTo>
                <a:lnTo>
                  <a:pt x="11654" y="21600"/>
                </a:lnTo>
                <a:lnTo>
                  <a:pt x="9801" y="21442"/>
                </a:lnTo>
                <a:lnTo>
                  <a:pt x="7223" y="21125"/>
                </a:lnTo>
                <a:lnTo>
                  <a:pt x="7671" y="19817"/>
                </a:lnTo>
                <a:lnTo>
                  <a:pt x="8119" y="18509"/>
                </a:lnTo>
                <a:lnTo>
                  <a:pt x="8566" y="17198"/>
                </a:lnTo>
                <a:lnTo>
                  <a:pt x="9014" y="15884"/>
                </a:lnTo>
                <a:lnTo>
                  <a:pt x="9466" y="14563"/>
                </a:lnTo>
                <a:lnTo>
                  <a:pt x="9921" y="13237"/>
                </a:lnTo>
                <a:lnTo>
                  <a:pt x="10376" y="11904"/>
                </a:lnTo>
                <a:lnTo>
                  <a:pt x="10834" y="10562"/>
                </a:lnTo>
                <a:lnTo>
                  <a:pt x="8689" y="10562"/>
                </a:lnTo>
                <a:lnTo>
                  <a:pt x="6537" y="10562"/>
                </a:lnTo>
                <a:lnTo>
                  <a:pt x="4377" y="10562"/>
                </a:lnTo>
                <a:lnTo>
                  <a:pt x="2199" y="10562"/>
                </a:lnTo>
                <a:lnTo>
                  <a:pt x="0" y="10562"/>
                </a:lnTo>
                <a:lnTo>
                  <a:pt x="0" y="9069"/>
                </a:lnTo>
                <a:lnTo>
                  <a:pt x="0" y="7573"/>
                </a:lnTo>
                <a:lnTo>
                  <a:pt x="0" y="6073"/>
                </a:lnTo>
                <a:lnTo>
                  <a:pt x="0" y="4567"/>
                </a:lnTo>
                <a:lnTo>
                  <a:pt x="0" y="3055"/>
                </a:lnTo>
                <a:lnTo>
                  <a:pt x="0" y="1534"/>
                </a:lnTo>
                <a:lnTo>
                  <a:pt x="0" y="0"/>
                </a:lnTo>
                <a:close/>
              </a:path>
            </a:pathLst>
          </a:custGeom>
          <a:solidFill>
            <a:srgbClr val="9A8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7" name="contour_06525"/>
          <p:cNvSpPr/>
          <p:nvPr/>
        </p:nvSpPr>
        <p:spPr>
          <a:xfrm>
            <a:off x="1963556" y="5749773"/>
            <a:ext cx="80168" cy="660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76" y="0"/>
                </a:moveTo>
                <a:lnTo>
                  <a:pt x="19709" y="48"/>
                </a:lnTo>
                <a:lnTo>
                  <a:pt x="20650" y="98"/>
                </a:lnTo>
                <a:lnTo>
                  <a:pt x="21600" y="148"/>
                </a:lnTo>
                <a:lnTo>
                  <a:pt x="21600" y="1564"/>
                </a:lnTo>
                <a:lnTo>
                  <a:pt x="21600" y="2984"/>
                </a:lnTo>
                <a:lnTo>
                  <a:pt x="21600" y="4412"/>
                </a:lnTo>
                <a:lnTo>
                  <a:pt x="21600" y="5847"/>
                </a:lnTo>
                <a:lnTo>
                  <a:pt x="21600" y="7299"/>
                </a:lnTo>
                <a:lnTo>
                  <a:pt x="20434" y="7299"/>
                </a:lnTo>
                <a:lnTo>
                  <a:pt x="19263" y="7299"/>
                </a:lnTo>
                <a:lnTo>
                  <a:pt x="18087" y="7299"/>
                </a:lnTo>
                <a:lnTo>
                  <a:pt x="16905" y="7299"/>
                </a:lnTo>
                <a:lnTo>
                  <a:pt x="15709" y="7299"/>
                </a:lnTo>
                <a:lnTo>
                  <a:pt x="15709" y="8872"/>
                </a:lnTo>
                <a:lnTo>
                  <a:pt x="15709" y="10447"/>
                </a:lnTo>
                <a:lnTo>
                  <a:pt x="15709" y="12023"/>
                </a:lnTo>
                <a:lnTo>
                  <a:pt x="15709" y="13605"/>
                </a:lnTo>
                <a:lnTo>
                  <a:pt x="15709" y="15191"/>
                </a:lnTo>
                <a:lnTo>
                  <a:pt x="15709" y="16780"/>
                </a:lnTo>
                <a:lnTo>
                  <a:pt x="15709" y="18377"/>
                </a:lnTo>
                <a:lnTo>
                  <a:pt x="15709" y="19984"/>
                </a:lnTo>
                <a:lnTo>
                  <a:pt x="15709" y="21600"/>
                </a:lnTo>
                <a:lnTo>
                  <a:pt x="15153" y="20251"/>
                </a:lnTo>
                <a:lnTo>
                  <a:pt x="14598" y="18899"/>
                </a:lnTo>
                <a:lnTo>
                  <a:pt x="14040" y="17548"/>
                </a:lnTo>
                <a:lnTo>
                  <a:pt x="13480" y="16189"/>
                </a:lnTo>
                <a:lnTo>
                  <a:pt x="12919" y="14823"/>
                </a:lnTo>
                <a:lnTo>
                  <a:pt x="12353" y="13448"/>
                </a:lnTo>
                <a:lnTo>
                  <a:pt x="11782" y="12066"/>
                </a:lnTo>
                <a:lnTo>
                  <a:pt x="10486" y="12590"/>
                </a:lnTo>
                <a:lnTo>
                  <a:pt x="9188" y="13114"/>
                </a:lnTo>
                <a:lnTo>
                  <a:pt x="7890" y="13639"/>
                </a:lnTo>
                <a:lnTo>
                  <a:pt x="6588" y="14168"/>
                </a:lnTo>
                <a:lnTo>
                  <a:pt x="5282" y="14695"/>
                </a:lnTo>
                <a:lnTo>
                  <a:pt x="3970" y="15226"/>
                </a:lnTo>
                <a:lnTo>
                  <a:pt x="2655" y="15758"/>
                </a:lnTo>
                <a:lnTo>
                  <a:pt x="1331" y="16294"/>
                </a:lnTo>
                <a:lnTo>
                  <a:pt x="0" y="16833"/>
                </a:lnTo>
                <a:lnTo>
                  <a:pt x="0" y="15257"/>
                </a:lnTo>
                <a:lnTo>
                  <a:pt x="0" y="13684"/>
                </a:lnTo>
                <a:lnTo>
                  <a:pt x="0" y="12106"/>
                </a:lnTo>
                <a:lnTo>
                  <a:pt x="0" y="10526"/>
                </a:lnTo>
                <a:lnTo>
                  <a:pt x="0" y="8941"/>
                </a:lnTo>
                <a:lnTo>
                  <a:pt x="0" y="7351"/>
                </a:lnTo>
                <a:lnTo>
                  <a:pt x="0" y="5752"/>
                </a:lnTo>
                <a:lnTo>
                  <a:pt x="0" y="4145"/>
                </a:lnTo>
                <a:lnTo>
                  <a:pt x="0" y="2531"/>
                </a:lnTo>
                <a:lnTo>
                  <a:pt x="1217" y="3196"/>
                </a:lnTo>
                <a:lnTo>
                  <a:pt x="2455" y="3871"/>
                </a:lnTo>
                <a:lnTo>
                  <a:pt x="3898" y="4250"/>
                </a:lnTo>
                <a:lnTo>
                  <a:pt x="5210" y="4469"/>
                </a:lnTo>
                <a:lnTo>
                  <a:pt x="6423" y="4538"/>
                </a:lnTo>
                <a:lnTo>
                  <a:pt x="7580" y="4474"/>
                </a:lnTo>
                <a:lnTo>
                  <a:pt x="8713" y="4286"/>
                </a:lnTo>
                <a:lnTo>
                  <a:pt x="9859" y="3985"/>
                </a:lnTo>
                <a:lnTo>
                  <a:pt x="11055" y="3585"/>
                </a:lnTo>
                <a:lnTo>
                  <a:pt x="12339" y="3096"/>
                </a:lnTo>
                <a:lnTo>
                  <a:pt x="13745" y="2531"/>
                </a:lnTo>
                <a:lnTo>
                  <a:pt x="14930" y="1149"/>
                </a:lnTo>
                <a:lnTo>
                  <a:pt x="15849" y="427"/>
                </a:lnTo>
                <a:lnTo>
                  <a:pt x="16974" y="122"/>
                </a:lnTo>
                <a:lnTo>
                  <a:pt x="18776" y="0"/>
                </a:lnTo>
                <a:close/>
              </a:path>
            </a:pathLst>
          </a:custGeom>
          <a:solidFill>
            <a:srgbClr val="635279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8" name="contour_06526"/>
          <p:cNvSpPr/>
          <p:nvPr/>
        </p:nvSpPr>
        <p:spPr>
          <a:xfrm>
            <a:off x="7931642" y="5699195"/>
            <a:ext cx="53647" cy="583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51" y="1101"/>
                </a:moveTo>
                <a:lnTo>
                  <a:pt x="20200" y="2327"/>
                </a:lnTo>
                <a:lnTo>
                  <a:pt x="20990" y="3420"/>
                </a:lnTo>
                <a:lnTo>
                  <a:pt x="21600" y="5318"/>
                </a:lnTo>
                <a:lnTo>
                  <a:pt x="21588" y="6802"/>
                </a:lnTo>
                <a:lnTo>
                  <a:pt x="21544" y="7968"/>
                </a:lnTo>
                <a:lnTo>
                  <a:pt x="21430" y="9213"/>
                </a:lnTo>
                <a:lnTo>
                  <a:pt x="21213" y="10927"/>
                </a:lnTo>
                <a:lnTo>
                  <a:pt x="20855" y="13502"/>
                </a:lnTo>
                <a:lnTo>
                  <a:pt x="19112" y="13502"/>
                </a:lnTo>
                <a:lnTo>
                  <a:pt x="17363" y="13502"/>
                </a:lnTo>
                <a:lnTo>
                  <a:pt x="15605" y="13502"/>
                </a:lnTo>
                <a:lnTo>
                  <a:pt x="13836" y="13502"/>
                </a:lnTo>
                <a:lnTo>
                  <a:pt x="12052" y="13502"/>
                </a:lnTo>
                <a:lnTo>
                  <a:pt x="12052" y="15286"/>
                </a:lnTo>
                <a:lnTo>
                  <a:pt x="12052" y="17081"/>
                </a:lnTo>
                <a:lnTo>
                  <a:pt x="12052" y="18901"/>
                </a:lnTo>
                <a:lnTo>
                  <a:pt x="9868" y="19732"/>
                </a:lnTo>
                <a:lnTo>
                  <a:pt x="8319" y="20288"/>
                </a:lnTo>
                <a:lnTo>
                  <a:pt x="6981" y="20698"/>
                </a:lnTo>
                <a:lnTo>
                  <a:pt x="5432" y="21093"/>
                </a:lnTo>
                <a:lnTo>
                  <a:pt x="3248" y="21600"/>
                </a:lnTo>
                <a:lnTo>
                  <a:pt x="2054" y="18242"/>
                </a:lnTo>
                <a:lnTo>
                  <a:pt x="1147" y="15583"/>
                </a:lnTo>
                <a:lnTo>
                  <a:pt x="511" y="13489"/>
                </a:lnTo>
                <a:lnTo>
                  <a:pt x="132" y="11828"/>
                </a:lnTo>
                <a:lnTo>
                  <a:pt x="0" y="10465"/>
                </a:lnTo>
                <a:lnTo>
                  <a:pt x="100" y="9267"/>
                </a:lnTo>
                <a:lnTo>
                  <a:pt x="420" y="8095"/>
                </a:lnTo>
                <a:lnTo>
                  <a:pt x="948" y="6824"/>
                </a:lnTo>
                <a:lnTo>
                  <a:pt x="1667" y="5310"/>
                </a:lnTo>
                <a:lnTo>
                  <a:pt x="3333" y="3679"/>
                </a:lnTo>
                <a:lnTo>
                  <a:pt x="4988" y="2357"/>
                </a:lnTo>
                <a:lnTo>
                  <a:pt x="6658" y="1336"/>
                </a:lnTo>
                <a:lnTo>
                  <a:pt x="8375" y="607"/>
                </a:lnTo>
                <a:lnTo>
                  <a:pt x="10159" y="165"/>
                </a:lnTo>
                <a:lnTo>
                  <a:pt x="12043" y="0"/>
                </a:lnTo>
                <a:lnTo>
                  <a:pt x="14053" y="108"/>
                </a:lnTo>
                <a:lnTo>
                  <a:pt x="16212" y="478"/>
                </a:lnTo>
                <a:lnTo>
                  <a:pt x="18551" y="1101"/>
                </a:lnTo>
                <a:close/>
              </a:path>
            </a:pathLst>
          </a:custGeom>
          <a:solidFill>
            <a:srgbClr val="BEAA68"/>
          </a:solidFill>
          <a:ln>
            <a:noFill/>
          </a:ln>
        </p:spPr>
        <p:txBody>
          <a:bodyPr/>
          <a:lstStyle/>
          <a:p/>
        </p:txBody>
      </p:sp>
      <p:sp>
        <p:nvSpPr>
          <p:cNvPr id="6529" name="contour_06527"/>
          <p:cNvSpPr/>
          <p:nvPr/>
        </p:nvSpPr>
        <p:spPr>
          <a:xfrm>
            <a:off x="5476368" y="5640905"/>
            <a:ext cx="10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008" y="179"/>
                </a:lnTo>
                <a:lnTo>
                  <a:pt x="13065" y="398"/>
                </a:lnTo>
                <a:lnTo>
                  <a:pt x="14029" y="728"/>
                </a:lnTo>
                <a:lnTo>
                  <a:pt x="14963" y="1237"/>
                </a:lnTo>
                <a:lnTo>
                  <a:pt x="15922" y="2003"/>
                </a:lnTo>
                <a:lnTo>
                  <a:pt x="16971" y="3086"/>
                </a:lnTo>
                <a:lnTo>
                  <a:pt x="17538" y="4848"/>
                </a:lnTo>
                <a:lnTo>
                  <a:pt x="18075" y="6631"/>
                </a:lnTo>
                <a:lnTo>
                  <a:pt x="18581" y="8433"/>
                </a:lnTo>
                <a:lnTo>
                  <a:pt x="19064" y="10257"/>
                </a:lnTo>
                <a:lnTo>
                  <a:pt x="19523" y="12096"/>
                </a:lnTo>
                <a:lnTo>
                  <a:pt x="19965" y="13960"/>
                </a:lnTo>
                <a:lnTo>
                  <a:pt x="20389" y="15839"/>
                </a:lnTo>
                <a:lnTo>
                  <a:pt x="20802" y="17740"/>
                </a:lnTo>
                <a:lnTo>
                  <a:pt x="21203" y="19659"/>
                </a:lnTo>
                <a:lnTo>
                  <a:pt x="21600" y="21600"/>
                </a:lnTo>
                <a:lnTo>
                  <a:pt x="21168" y="21254"/>
                </a:lnTo>
                <a:lnTo>
                  <a:pt x="20764" y="20930"/>
                </a:lnTo>
                <a:lnTo>
                  <a:pt x="20298" y="20560"/>
                </a:lnTo>
                <a:lnTo>
                  <a:pt x="19681" y="20066"/>
                </a:lnTo>
                <a:lnTo>
                  <a:pt x="18821" y="19378"/>
                </a:lnTo>
                <a:lnTo>
                  <a:pt x="17630" y="18425"/>
                </a:lnTo>
                <a:lnTo>
                  <a:pt x="16015" y="17132"/>
                </a:lnTo>
                <a:lnTo>
                  <a:pt x="13886" y="15429"/>
                </a:lnTo>
                <a:lnTo>
                  <a:pt x="13503" y="16956"/>
                </a:lnTo>
                <a:lnTo>
                  <a:pt x="13120" y="18490"/>
                </a:lnTo>
                <a:lnTo>
                  <a:pt x="12733" y="20036"/>
                </a:lnTo>
                <a:lnTo>
                  <a:pt x="12343" y="21600"/>
                </a:lnTo>
                <a:lnTo>
                  <a:pt x="11456" y="21023"/>
                </a:lnTo>
                <a:lnTo>
                  <a:pt x="10569" y="20446"/>
                </a:lnTo>
                <a:lnTo>
                  <a:pt x="9681" y="19866"/>
                </a:lnTo>
                <a:lnTo>
                  <a:pt x="8794" y="19286"/>
                </a:lnTo>
                <a:lnTo>
                  <a:pt x="7907" y="18706"/>
                </a:lnTo>
                <a:lnTo>
                  <a:pt x="7083" y="18169"/>
                </a:lnTo>
                <a:lnTo>
                  <a:pt x="6253" y="17629"/>
                </a:lnTo>
                <a:lnTo>
                  <a:pt x="5412" y="17079"/>
                </a:lnTo>
                <a:lnTo>
                  <a:pt x="4473" y="16391"/>
                </a:lnTo>
                <a:lnTo>
                  <a:pt x="3556" y="15675"/>
                </a:lnTo>
                <a:lnTo>
                  <a:pt x="2657" y="14923"/>
                </a:lnTo>
                <a:lnTo>
                  <a:pt x="1768" y="14120"/>
                </a:lnTo>
                <a:lnTo>
                  <a:pt x="886" y="13265"/>
                </a:lnTo>
                <a:lnTo>
                  <a:pt x="0" y="12343"/>
                </a:lnTo>
                <a:lnTo>
                  <a:pt x="781" y="11969"/>
                </a:lnTo>
                <a:lnTo>
                  <a:pt x="1566" y="11593"/>
                </a:lnTo>
                <a:lnTo>
                  <a:pt x="2362" y="11210"/>
                </a:lnTo>
                <a:lnTo>
                  <a:pt x="3376" y="10689"/>
                </a:lnTo>
                <a:lnTo>
                  <a:pt x="4388" y="10167"/>
                </a:lnTo>
                <a:lnTo>
                  <a:pt x="5400" y="9643"/>
                </a:lnTo>
                <a:lnTo>
                  <a:pt x="5789" y="9461"/>
                </a:lnTo>
                <a:lnTo>
                  <a:pt x="6961" y="8908"/>
                </a:lnTo>
                <a:lnTo>
                  <a:pt x="7852" y="8424"/>
                </a:lnTo>
                <a:lnTo>
                  <a:pt x="8549" y="7980"/>
                </a:lnTo>
                <a:lnTo>
                  <a:pt x="9411" y="7313"/>
                </a:lnTo>
                <a:lnTo>
                  <a:pt x="10800" y="6171"/>
                </a:lnTo>
                <a:lnTo>
                  <a:pt x="10800" y="4132"/>
                </a:lnTo>
                <a:lnTo>
                  <a:pt x="10800" y="2080"/>
                </a:lnTo>
                <a:lnTo>
                  <a:pt x="10800" y="0"/>
                </a:lnTo>
                <a:close/>
              </a:path>
            </a:pathLst>
          </a:custGeom>
          <a:solidFill>
            <a:srgbClr val="A19478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0" name="contour_06528"/>
          <p:cNvSpPr/>
          <p:nvPr/>
        </p:nvSpPr>
        <p:spPr>
          <a:xfrm>
            <a:off x="7684630" y="5648310"/>
            <a:ext cx="80168" cy="442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3499"/>
                </a:moveTo>
                <a:lnTo>
                  <a:pt x="20139" y="5676"/>
                </a:lnTo>
                <a:lnTo>
                  <a:pt x="20547" y="7841"/>
                </a:lnTo>
                <a:lnTo>
                  <a:pt x="20870" y="10007"/>
                </a:lnTo>
                <a:lnTo>
                  <a:pt x="21119" y="12187"/>
                </a:lnTo>
                <a:lnTo>
                  <a:pt x="21305" y="14392"/>
                </a:lnTo>
                <a:lnTo>
                  <a:pt x="21441" y="16632"/>
                </a:lnTo>
                <a:lnTo>
                  <a:pt x="21535" y="18926"/>
                </a:lnTo>
                <a:lnTo>
                  <a:pt x="21600" y="21280"/>
                </a:lnTo>
                <a:lnTo>
                  <a:pt x="20602" y="20508"/>
                </a:lnTo>
                <a:lnTo>
                  <a:pt x="19591" y="19722"/>
                </a:lnTo>
                <a:lnTo>
                  <a:pt x="18713" y="19064"/>
                </a:lnTo>
                <a:lnTo>
                  <a:pt x="17832" y="18396"/>
                </a:lnTo>
                <a:lnTo>
                  <a:pt x="16936" y="17724"/>
                </a:lnTo>
                <a:lnTo>
                  <a:pt x="16070" y="17062"/>
                </a:lnTo>
                <a:lnTo>
                  <a:pt x="15197" y="16397"/>
                </a:lnTo>
                <a:lnTo>
                  <a:pt x="14313" y="15725"/>
                </a:lnTo>
                <a:lnTo>
                  <a:pt x="13046" y="14964"/>
                </a:lnTo>
                <a:lnTo>
                  <a:pt x="12076" y="14505"/>
                </a:lnTo>
                <a:lnTo>
                  <a:pt x="11095" y="14267"/>
                </a:lnTo>
                <a:lnTo>
                  <a:pt x="9791" y="14182"/>
                </a:lnTo>
                <a:lnTo>
                  <a:pt x="7855" y="14168"/>
                </a:lnTo>
                <a:lnTo>
                  <a:pt x="7428" y="15932"/>
                </a:lnTo>
                <a:lnTo>
                  <a:pt x="6994" y="17724"/>
                </a:lnTo>
                <a:lnTo>
                  <a:pt x="6447" y="19488"/>
                </a:lnTo>
                <a:lnTo>
                  <a:pt x="5891" y="21280"/>
                </a:lnTo>
                <a:lnTo>
                  <a:pt x="4371" y="21493"/>
                </a:lnTo>
                <a:lnTo>
                  <a:pt x="3305" y="21600"/>
                </a:lnTo>
                <a:lnTo>
                  <a:pt x="2409" y="21600"/>
                </a:lnTo>
                <a:lnTo>
                  <a:pt x="1402" y="21493"/>
                </a:lnTo>
                <a:lnTo>
                  <a:pt x="0" y="21280"/>
                </a:lnTo>
                <a:lnTo>
                  <a:pt x="778" y="16806"/>
                </a:lnTo>
                <a:lnTo>
                  <a:pt x="1422" y="13200"/>
                </a:lnTo>
                <a:lnTo>
                  <a:pt x="1973" y="10331"/>
                </a:lnTo>
                <a:lnTo>
                  <a:pt x="2472" y="8072"/>
                </a:lnTo>
                <a:lnTo>
                  <a:pt x="2955" y="6305"/>
                </a:lnTo>
                <a:lnTo>
                  <a:pt x="3460" y="4897"/>
                </a:lnTo>
                <a:lnTo>
                  <a:pt x="4029" y="3727"/>
                </a:lnTo>
                <a:lnTo>
                  <a:pt x="4701" y="2671"/>
                </a:lnTo>
                <a:lnTo>
                  <a:pt x="5512" y="1597"/>
                </a:lnTo>
                <a:lnTo>
                  <a:pt x="6504" y="388"/>
                </a:lnTo>
                <a:lnTo>
                  <a:pt x="7888" y="210"/>
                </a:lnTo>
                <a:lnTo>
                  <a:pt x="9253" y="71"/>
                </a:lnTo>
                <a:lnTo>
                  <a:pt x="10600" y="0"/>
                </a:lnTo>
                <a:lnTo>
                  <a:pt x="11929" y="14"/>
                </a:lnTo>
                <a:lnTo>
                  <a:pt x="13245" y="149"/>
                </a:lnTo>
                <a:lnTo>
                  <a:pt x="14545" y="427"/>
                </a:lnTo>
                <a:lnTo>
                  <a:pt x="15831" y="875"/>
                </a:lnTo>
                <a:lnTo>
                  <a:pt x="17109" y="1518"/>
                </a:lnTo>
                <a:lnTo>
                  <a:pt x="18376" y="2383"/>
                </a:lnTo>
                <a:lnTo>
                  <a:pt x="19636" y="3499"/>
                </a:lnTo>
                <a:close/>
              </a:path>
            </a:pathLst>
          </a:custGeom>
          <a:solidFill>
            <a:srgbClr val="AAA499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1" name="contour_06529"/>
          <p:cNvSpPr/>
          <p:nvPr/>
        </p:nvSpPr>
        <p:spPr>
          <a:xfrm>
            <a:off x="10206275" y="5619041"/>
            <a:ext cx="72880" cy="53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0"/>
                </a:lnTo>
                <a:lnTo>
                  <a:pt x="15813" y="0"/>
                </a:lnTo>
                <a:lnTo>
                  <a:pt x="17248" y="0"/>
                </a:lnTo>
                <a:lnTo>
                  <a:pt x="18688" y="0"/>
                </a:lnTo>
                <a:lnTo>
                  <a:pt x="20138" y="0"/>
                </a:lnTo>
                <a:lnTo>
                  <a:pt x="21600" y="0"/>
                </a:lnTo>
                <a:lnTo>
                  <a:pt x="21345" y="1950"/>
                </a:lnTo>
                <a:lnTo>
                  <a:pt x="21075" y="3896"/>
                </a:lnTo>
                <a:lnTo>
                  <a:pt x="20790" y="5837"/>
                </a:lnTo>
                <a:lnTo>
                  <a:pt x="20563" y="7466"/>
                </a:lnTo>
                <a:lnTo>
                  <a:pt x="20334" y="9120"/>
                </a:lnTo>
                <a:lnTo>
                  <a:pt x="19889" y="10387"/>
                </a:lnTo>
                <a:lnTo>
                  <a:pt x="19440" y="11674"/>
                </a:lnTo>
                <a:lnTo>
                  <a:pt x="18012" y="11674"/>
                </a:lnTo>
                <a:lnTo>
                  <a:pt x="16576" y="11674"/>
                </a:lnTo>
                <a:lnTo>
                  <a:pt x="15120" y="11674"/>
                </a:lnTo>
                <a:lnTo>
                  <a:pt x="14898" y="13122"/>
                </a:lnTo>
                <a:lnTo>
                  <a:pt x="14673" y="14575"/>
                </a:lnTo>
                <a:lnTo>
                  <a:pt x="14446" y="16052"/>
                </a:lnTo>
                <a:lnTo>
                  <a:pt x="13956" y="17499"/>
                </a:lnTo>
                <a:lnTo>
                  <a:pt x="13461" y="18953"/>
                </a:lnTo>
                <a:lnTo>
                  <a:pt x="12960" y="20430"/>
                </a:lnTo>
                <a:lnTo>
                  <a:pt x="11370" y="20996"/>
                </a:lnTo>
                <a:lnTo>
                  <a:pt x="9826" y="21384"/>
                </a:lnTo>
                <a:lnTo>
                  <a:pt x="8307" y="21588"/>
                </a:lnTo>
                <a:lnTo>
                  <a:pt x="6800" y="21600"/>
                </a:lnTo>
                <a:lnTo>
                  <a:pt x="5283" y="21416"/>
                </a:lnTo>
                <a:lnTo>
                  <a:pt x="3743" y="21028"/>
                </a:lnTo>
                <a:lnTo>
                  <a:pt x="2160" y="20430"/>
                </a:lnTo>
                <a:lnTo>
                  <a:pt x="1395" y="18509"/>
                </a:lnTo>
                <a:lnTo>
                  <a:pt x="870" y="16691"/>
                </a:lnTo>
                <a:lnTo>
                  <a:pt x="527" y="14887"/>
                </a:lnTo>
                <a:lnTo>
                  <a:pt x="307" y="13020"/>
                </a:lnTo>
                <a:lnTo>
                  <a:pt x="149" y="11003"/>
                </a:lnTo>
                <a:lnTo>
                  <a:pt x="0" y="8756"/>
                </a:lnTo>
                <a:lnTo>
                  <a:pt x="1426" y="8756"/>
                </a:lnTo>
                <a:lnTo>
                  <a:pt x="2853" y="8756"/>
                </a:lnTo>
                <a:lnTo>
                  <a:pt x="4281" y="8756"/>
                </a:lnTo>
                <a:lnTo>
                  <a:pt x="5713" y="8756"/>
                </a:lnTo>
                <a:lnTo>
                  <a:pt x="7150" y="8756"/>
                </a:lnTo>
                <a:lnTo>
                  <a:pt x="8592" y="8756"/>
                </a:lnTo>
                <a:lnTo>
                  <a:pt x="10040" y="8756"/>
                </a:lnTo>
                <a:lnTo>
                  <a:pt x="11496" y="8756"/>
                </a:lnTo>
                <a:lnTo>
                  <a:pt x="12960" y="8756"/>
                </a:lnTo>
                <a:lnTo>
                  <a:pt x="12960" y="7022"/>
                </a:lnTo>
                <a:lnTo>
                  <a:pt x="12960" y="5283"/>
                </a:lnTo>
                <a:lnTo>
                  <a:pt x="12960" y="3537"/>
                </a:lnTo>
                <a:lnTo>
                  <a:pt x="12960" y="1777"/>
                </a:lnTo>
                <a:lnTo>
                  <a:pt x="12960" y="0"/>
                </a:lnTo>
                <a:close/>
              </a:path>
            </a:pathLst>
          </a:custGeom>
          <a:solidFill>
            <a:srgbClr val="D9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2" name="contour_06530"/>
          <p:cNvSpPr/>
          <p:nvPr/>
        </p:nvSpPr>
        <p:spPr>
          <a:xfrm>
            <a:off x="943238" y="5626329"/>
            <a:ext cx="65592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88" y="661"/>
                </a:lnTo>
                <a:lnTo>
                  <a:pt x="9583" y="1323"/>
                </a:lnTo>
                <a:lnTo>
                  <a:pt x="10783" y="1992"/>
                </a:lnTo>
                <a:lnTo>
                  <a:pt x="12000" y="2667"/>
                </a:lnTo>
                <a:lnTo>
                  <a:pt x="11405" y="3988"/>
                </a:lnTo>
                <a:lnTo>
                  <a:pt x="10810" y="5313"/>
                </a:lnTo>
                <a:lnTo>
                  <a:pt x="10207" y="6650"/>
                </a:lnTo>
                <a:lnTo>
                  <a:pt x="9600" y="8002"/>
                </a:lnTo>
                <a:lnTo>
                  <a:pt x="10790" y="8333"/>
                </a:lnTo>
                <a:lnTo>
                  <a:pt x="11986" y="8663"/>
                </a:lnTo>
                <a:lnTo>
                  <a:pt x="13200" y="9002"/>
                </a:lnTo>
                <a:lnTo>
                  <a:pt x="14390" y="9552"/>
                </a:lnTo>
                <a:lnTo>
                  <a:pt x="15586" y="10109"/>
                </a:lnTo>
                <a:lnTo>
                  <a:pt x="16800" y="10669"/>
                </a:lnTo>
                <a:lnTo>
                  <a:pt x="16800" y="12432"/>
                </a:lnTo>
                <a:lnTo>
                  <a:pt x="16800" y="14206"/>
                </a:lnTo>
                <a:lnTo>
                  <a:pt x="16800" y="16004"/>
                </a:lnTo>
                <a:lnTo>
                  <a:pt x="18226" y="16983"/>
                </a:lnTo>
                <a:lnTo>
                  <a:pt x="19200" y="17588"/>
                </a:lnTo>
                <a:lnTo>
                  <a:pt x="20174" y="18066"/>
                </a:lnTo>
                <a:lnTo>
                  <a:pt x="21600" y="18671"/>
                </a:lnTo>
                <a:lnTo>
                  <a:pt x="20393" y="19976"/>
                </a:lnTo>
                <a:lnTo>
                  <a:pt x="19435" y="20778"/>
                </a:lnTo>
                <a:lnTo>
                  <a:pt x="18396" y="21224"/>
                </a:lnTo>
                <a:lnTo>
                  <a:pt x="16949" y="21451"/>
                </a:lnTo>
                <a:lnTo>
                  <a:pt x="14765" y="21600"/>
                </a:lnTo>
                <a:lnTo>
                  <a:pt x="13438" y="21584"/>
                </a:lnTo>
                <a:lnTo>
                  <a:pt x="12108" y="21563"/>
                </a:lnTo>
                <a:lnTo>
                  <a:pt x="10781" y="21536"/>
                </a:lnTo>
                <a:lnTo>
                  <a:pt x="9451" y="21504"/>
                </a:lnTo>
                <a:lnTo>
                  <a:pt x="8088" y="21488"/>
                </a:lnTo>
                <a:lnTo>
                  <a:pt x="6708" y="21469"/>
                </a:lnTo>
                <a:lnTo>
                  <a:pt x="5030" y="21443"/>
                </a:lnTo>
                <a:lnTo>
                  <a:pt x="3355" y="21411"/>
                </a:lnTo>
                <a:lnTo>
                  <a:pt x="1678" y="21376"/>
                </a:lnTo>
                <a:lnTo>
                  <a:pt x="0" y="21339"/>
                </a:lnTo>
                <a:lnTo>
                  <a:pt x="264" y="19578"/>
                </a:lnTo>
                <a:lnTo>
                  <a:pt x="528" y="17815"/>
                </a:lnTo>
                <a:lnTo>
                  <a:pt x="792" y="16052"/>
                </a:lnTo>
                <a:lnTo>
                  <a:pt x="1058" y="14284"/>
                </a:lnTo>
                <a:lnTo>
                  <a:pt x="1325" y="12510"/>
                </a:lnTo>
                <a:lnTo>
                  <a:pt x="1591" y="10728"/>
                </a:lnTo>
                <a:lnTo>
                  <a:pt x="1860" y="8941"/>
                </a:lnTo>
                <a:lnTo>
                  <a:pt x="2129" y="7143"/>
                </a:lnTo>
                <a:lnTo>
                  <a:pt x="2400" y="5335"/>
                </a:lnTo>
                <a:lnTo>
                  <a:pt x="3986" y="5335"/>
                </a:lnTo>
                <a:lnTo>
                  <a:pt x="5582" y="5335"/>
                </a:lnTo>
                <a:lnTo>
                  <a:pt x="7200" y="5335"/>
                </a:lnTo>
                <a:lnTo>
                  <a:pt x="7200" y="3572"/>
                </a:lnTo>
                <a:lnTo>
                  <a:pt x="7200" y="1798"/>
                </a:lnTo>
                <a:lnTo>
                  <a:pt x="7200" y="0"/>
                </a:lnTo>
                <a:close/>
              </a:path>
            </a:pathLst>
          </a:custGeom>
          <a:solidFill>
            <a:srgbClr val="3C3934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3" name="contour_06531"/>
          <p:cNvSpPr/>
          <p:nvPr/>
        </p:nvSpPr>
        <p:spPr>
          <a:xfrm>
            <a:off x="7035284" y="5553450"/>
            <a:ext cx="8088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" y="0"/>
                </a:moveTo>
                <a:lnTo>
                  <a:pt x="1477" y="0"/>
                </a:lnTo>
                <a:lnTo>
                  <a:pt x="2772" y="0"/>
                </a:lnTo>
                <a:lnTo>
                  <a:pt x="4083" y="0"/>
                </a:lnTo>
                <a:lnTo>
                  <a:pt x="3842" y="1486"/>
                </a:lnTo>
                <a:lnTo>
                  <a:pt x="3601" y="2971"/>
                </a:lnTo>
                <a:lnTo>
                  <a:pt x="3359" y="4462"/>
                </a:lnTo>
                <a:lnTo>
                  <a:pt x="3118" y="5954"/>
                </a:lnTo>
                <a:lnTo>
                  <a:pt x="2875" y="7454"/>
                </a:lnTo>
                <a:lnTo>
                  <a:pt x="2629" y="8962"/>
                </a:lnTo>
                <a:lnTo>
                  <a:pt x="2384" y="10476"/>
                </a:lnTo>
                <a:lnTo>
                  <a:pt x="2137" y="12000"/>
                </a:lnTo>
                <a:lnTo>
                  <a:pt x="2900" y="11158"/>
                </a:lnTo>
                <a:lnTo>
                  <a:pt x="3671" y="10310"/>
                </a:lnTo>
                <a:lnTo>
                  <a:pt x="4449" y="9451"/>
                </a:lnTo>
                <a:lnTo>
                  <a:pt x="5681" y="8537"/>
                </a:lnTo>
                <a:lnTo>
                  <a:pt x="6833" y="7903"/>
                </a:lnTo>
                <a:lnTo>
                  <a:pt x="7951" y="7517"/>
                </a:lnTo>
                <a:lnTo>
                  <a:pt x="9078" y="7349"/>
                </a:lnTo>
                <a:lnTo>
                  <a:pt x="10257" y="7361"/>
                </a:lnTo>
                <a:lnTo>
                  <a:pt x="11538" y="7522"/>
                </a:lnTo>
                <a:lnTo>
                  <a:pt x="12962" y="7800"/>
                </a:lnTo>
                <a:lnTo>
                  <a:pt x="14370" y="8230"/>
                </a:lnTo>
                <a:lnTo>
                  <a:pt x="15619" y="8743"/>
                </a:lnTo>
                <a:lnTo>
                  <a:pt x="16738" y="9358"/>
                </a:lnTo>
                <a:lnTo>
                  <a:pt x="17766" y="10085"/>
                </a:lnTo>
                <a:lnTo>
                  <a:pt x="18733" y="10939"/>
                </a:lnTo>
                <a:lnTo>
                  <a:pt x="19671" y="11933"/>
                </a:lnTo>
                <a:lnTo>
                  <a:pt x="20615" y="13082"/>
                </a:lnTo>
                <a:lnTo>
                  <a:pt x="21600" y="14400"/>
                </a:lnTo>
                <a:lnTo>
                  <a:pt x="20401" y="14875"/>
                </a:lnTo>
                <a:lnTo>
                  <a:pt x="19200" y="15348"/>
                </a:lnTo>
                <a:lnTo>
                  <a:pt x="17999" y="15821"/>
                </a:lnTo>
                <a:lnTo>
                  <a:pt x="16798" y="16289"/>
                </a:lnTo>
                <a:lnTo>
                  <a:pt x="15596" y="16757"/>
                </a:lnTo>
                <a:lnTo>
                  <a:pt x="14395" y="17222"/>
                </a:lnTo>
                <a:lnTo>
                  <a:pt x="13192" y="17686"/>
                </a:lnTo>
                <a:lnTo>
                  <a:pt x="11989" y="18149"/>
                </a:lnTo>
                <a:lnTo>
                  <a:pt x="11076" y="18514"/>
                </a:lnTo>
                <a:lnTo>
                  <a:pt x="10158" y="18878"/>
                </a:lnTo>
                <a:lnTo>
                  <a:pt x="9227" y="19250"/>
                </a:lnTo>
                <a:lnTo>
                  <a:pt x="8570" y="19502"/>
                </a:lnTo>
                <a:lnTo>
                  <a:pt x="6584" y="20258"/>
                </a:lnTo>
                <a:lnTo>
                  <a:pt x="5374" y="20731"/>
                </a:lnTo>
                <a:lnTo>
                  <a:pt x="4144" y="21211"/>
                </a:lnTo>
                <a:lnTo>
                  <a:pt x="3149" y="21406"/>
                </a:lnTo>
                <a:lnTo>
                  <a:pt x="2137" y="21600"/>
                </a:lnTo>
                <a:lnTo>
                  <a:pt x="1185" y="20393"/>
                </a:lnTo>
                <a:lnTo>
                  <a:pt x="599" y="19435"/>
                </a:lnTo>
                <a:lnTo>
                  <a:pt x="274" y="18396"/>
                </a:lnTo>
                <a:lnTo>
                  <a:pt x="109" y="16949"/>
                </a:lnTo>
                <a:lnTo>
                  <a:pt x="0" y="14765"/>
                </a:lnTo>
                <a:lnTo>
                  <a:pt x="12" y="13435"/>
                </a:lnTo>
                <a:lnTo>
                  <a:pt x="27" y="12108"/>
                </a:lnTo>
                <a:lnTo>
                  <a:pt x="47" y="10778"/>
                </a:lnTo>
                <a:lnTo>
                  <a:pt x="70" y="9451"/>
                </a:lnTo>
                <a:lnTo>
                  <a:pt x="76" y="8767"/>
                </a:lnTo>
                <a:lnTo>
                  <a:pt x="95" y="6708"/>
                </a:lnTo>
                <a:lnTo>
                  <a:pt x="115" y="5030"/>
                </a:lnTo>
                <a:lnTo>
                  <a:pt x="138" y="3355"/>
                </a:lnTo>
                <a:lnTo>
                  <a:pt x="163" y="1678"/>
                </a:lnTo>
                <a:lnTo>
                  <a:pt x="191" y="0"/>
                </a:lnTo>
                <a:close/>
              </a:path>
            </a:pathLst>
          </a:custGeom>
          <a:solidFill>
            <a:srgbClr val="B08E44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4" name="contour_06532"/>
          <p:cNvSpPr/>
          <p:nvPr/>
        </p:nvSpPr>
        <p:spPr>
          <a:xfrm>
            <a:off x="10621690" y="5531586"/>
            <a:ext cx="51016" cy="812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498" y="453"/>
                </a:lnTo>
                <a:lnTo>
                  <a:pt x="10220" y="1817"/>
                </a:lnTo>
                <a:lnTo>
                  <a:pt x="11735" y="3052"/>
                </a:lnTo>
                <a:lnTo>
                  <a:pt x="13346" y="3943"/>
                </a:lnTo>
                <a:lnTo>
                  <a:pt x="15095" y="4576"/>
                </a:lnTo>
                <a:lnTo>
                  <a:pt x="17024" y="5039"/>
                </a:lnTo>
                <a:lnTo>
                  <a:pt x="19178" y="5421"/>
                </a:lnTo>
                <a:lnTo>
                  <a:pt x="21600" y="5810"/>
                </a:lnTo>
                <a:lnTo>
                  <a:pt x="20983" y="6759"/>
                </a:lnTo>
                <a:lnTo>
                  <a:pt x="20360" y="7724"/>
                </a:lnTo>
                <a:lnTo>
                  <a:pt x="19539" y="8996"/>
                </a:lnTo>
                <a:lnTo>
                  <a:pt x="18706" y="10288"/>
                </a:lnTo>
                <a:lnTo>
                  <a:pt x="18129" y="11169"/>
                </a:lnTo>
                <a:lnTo>
                  <a:pt x="17548" y="12054"/>
                </a:lnTo>
                <a:lnTo>
                  <a:pt x="16959" y="12953"/>
                </a:lnTo>
                <a:lnTo>
                  <a:pt x="16203" y="14221"/>
                </a:lnTo>
                <a:lnTo>
                  <a:pt x="15685" y="15170"/>
                </a:lnTo>
                <a:lnTo>
                  <a:pt x="15277" y="16088"/>
                </a:lnTo>
                <a:lnTo>
                  <a:pt x="14848" y="17270"/>
                </a:lnTo>
                <a:lnTo>
                  <a:pt x="14271" y="19003"/>
                </a:lnTo>
                <a:lnTo>
                  <a:pt x="13315" y="20146"/>
                </a:lnTo>
                <a:lnTo>
                  <a:pt x="12343" y="21304"/>
                </a:lnTo>
                <a:lnTo>
                  <a:pt x="10226" y="21503"/>
                </a:lnTo>
                <a:lnTo>
                  <a:pt x="8202" y="21594"/>
                </a:lnTo>
                <a:lnTo>
                  <a:pt x="6221" y="21600"/>
                </a:lnTo>
                <a:lnTo>
                  <a:pt x="4227" y="21540"/>
                </a:lnTo>
                <a:lnTo>
                  <a:pt x="2172" y="21435"/>
                </a:lnTo>
                <a:lnTo>
                  <a:pt x="0" y="21304"/>
                </a:lnTo>
                <a:lnTo>
                  <a:pt x="268" y="20091"/>
                </a:lnTo>
                <a:lnTo>
                  <a:pt x="555" y="18881"/>
                </a:lnTo>
                <a:lnTo>
                  <a:pt x="852" y="17670"/>
                </a:lnTo>
                <a:lnTo>
                  <a:pt x="1157" y="16462"/>
                </a:lnTo>
                <a:lnTo>
                  <a:pt x="1481" y="15110"/>
                </a:lnTo>
                <a:lnTo>
                  <a:pt x="1808" y="13739"/>
                </a:lnTo>
                <a:lnTo>
                  <a:pt x="2444" y="12687"/>
                </a:lnTo>
                <a:lnTo>
                  <a:pt x="3086" y="11620"/>
                </a:lnTo>
                <a:lnTo>
                  <a:pt x="5125" y="11620"/>
                </a:lnTo>
                <a:lnTo>
                  <a:pt x="7177" y="11620"/>
                </a:lnTo>
                <a:lnTo>
                  <a:pt x="9257" y="11620"/>
                </a:lnTo>
                <a:lnTo>
                  <a:pt x="8868" y="10603"/>
                </a:lnTo>
                <a:lnTo>
                  <a:pt x="8473" y="9569"/>
                </a:lnTo>
                <a:lnTo>
                  <a:pt x="8001" y="8245"/>
                </a:lnTo>
                <a:lnTo>
                  <a:pt x="7523" y="6899"/>
                </a:lnTo>
                <a:lnTo>
                  <a:pt x="7039" y="5582"/>
                </a:lnTo>
                <a:lnTo>
                  <a:pt x="6545" y="4243"/>
                </a:lnTo>
                <a:lnTo>
                  <a:pt x="6360" y="3099"/>
                </a:lnTo>
                <a:lnTo>
                  <a:pt x="6171" y="1937"/>
                </a:lnTo>
                <a:lnTo>
                  <a:pt x="7702" y="976"/>
                </a:lnTo>
                <a:lnTo>
                  <a:pt x="9257" y="0"/>
                </a:lnTo>
                <a:close/>
              </a:path>
            </a:pathLst>
          </a:custGeom>
          <a:solidFill>
            <a:srgbClr val="C7C8C5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5" name="contour_06533"/>
          <p:cNvSpPr/>
          <p:nvPr/>
        </p:nvSpPr>
        <p:spPr>
          <a:xfrm>
            <a:off x="7293017" y="5517010"/>
            <a:ext cx="8715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6" y="0"/>
                </a:moveTo>
                <a:lnTo>
                  <a:pt x="1732" y="194"/>
                </a:lnTo>
                <a:lnTo>
                  <a:pt x="2955" y="774"/>
                </a:lnTo>
                <a:lnTo>
                  <a:pt x="4169" y="1336"/>
                </a:lnTo>
                <a:lnTo>
                  <a:pt x="5382" y="1886"/>
                </a:lnTo>
                <a:lnTo>
                  <a:pt x="6596" y="2434"/>
                </a:lnTo>
                <a:lnTo>
                  <a:pt x="7812" y="2974"/>
                </a:lnTo>
                <a:lnTo>
                  <a:pt x="9029" y="3514"/>
                </a:lnTo>
                <a:lnTo>
                  <a:pt x="10245" y="4050"/>
                </a:lnTo>
                <a:lnTo>
                  <a:pt x="11092" y="4453"/>
                </a:lnTo>
                <a:lnTo>
                  <a:pt x="11944" y="4860"/>
                </a:lnTo>
                <a:lnTo>
                  <a:pt x="12808" y="5274"/>
                </a:lnTo>
                <a:lnTo>
                  <a:pt x="13418" y="5537"/>
                </a:lnTo>
                <a:lnTo>
                  <a:pt x="15260" y="6329"/>
                </a:lnTo>
                <a:lnTo>
                  <a:pt x="16384" y="6836"/>
                </a:lnTo>
                <a:lnTo>
                  <a:pt x="17525" y="7355"/>
                </a:lnTo>
                <a:lnTo>
                  <a:pt x="17988" y="7315"/>
                </a:lnTo>
                <a:lnTo>
                  <a:pt x="19387" y="7200"/>
                </a:lnTo>
                <a:lnTo>
                  <a:pt x="20068" y="5094"/>
                </a:lnTo>
                <a:lnTo>
                  <a:pt x="20484" y="3640"/>
                </a:lnTo>
                <a:lnTo>
                  <a:pt x="20803" y="2167"/>
                </a:lnTo>
                <a:lnTo>
                  <a:pt x="21194" y="0"/>
                </a:lnTo>
                <a:lnTo>
                  <a:pt x="21465" y="2462"/>
                </a:lnTo>
                <a:lnTo>
                  <a:pt x="21600" y="4255"/>
                </a:lnTo>
                <a:lnTo>
                  <a:pt x="21600" y="5897"/>
                </a:lnTo>
                <a:lnTo>
                  <a:pt x="21465" y="7906"/>
                </a:lnTo>
                <a:lnTo>
                  <a:pt x="21194" y="10800"/>
                </a:lnTo>
                <a:lnTo>
                  <a:pt x="20103" y="12168"/>
                </a:lnTo>
                <a:lnTo>
                  <a:pt x="18976" y="13399"/>
                </a:lnTo>
                <a:lnTo>
                  <a:pt x="17812" y="14501"/>
                </a:lnTo>
                <a:lnTo>
                  <a:pt x="16620" y="15484"/>
                </a:lnTo>
                <a:lnTo>
                  <a:pt x="15401" y="16358"/>
                </a:lnTo>
                <a:lnTo>
                  <a:pt x="14159" y="17136"/>
                </a:lnTo>
                <a:lnTo>
                  <a:pt x="12898" y="17824"/>
                </a:lnTo>
                <a:lnTo>
                  <a:pt x="11621" y="18432"/>
                </a:lnTo>
                <a:lnTo>
                  <a:pt x="10333" y="18968"/>
                </a:lnTo>
                <a:lnTo>
                  <a:pt x="9038" y="19447"/>
                </a:lnTo>
                <a:lnTo>
                  <a:pt x="7739" y="19872"/>
                </a:lnTo>
                <a:lnTo>
                  <a:pt x="6441" y="20261"/>
                </a:lnTo>
                <a:lnTo>
                  <a:pt x="5146" y="20617"/>
                </a:lnTo>
                <a:lnTo>
                  <a:pt x="3860" y="20952"/>
                </a:lnTo>
                <a:lnTo>
                  <a:pt x="2585" y="21276"/>
                </a:lnTo>
                <a:lnTo>
                  <a:pt x="1326" y="21600"/>
                </a:lnTo>
                <a:lnTo>
                  <a:pt x="775" y="18839"/>
                </a:lnTo>
                <a:lnTo>
                  <a:pt x="372" y="16351"/>
                </a:lnTo>
                <a:lnTo>
                  <a:pt x="117" y="14058"/>
                </a:lnTo>
                <a:lnTo>
                  <a:pt x="0" y="11880"/>
                </a:lnTo>
                <a:lnTo>
                  <a:pt x="18" y="9742"/>
                </a:lnTo>
                <a:lnTo>
                  <a:pt x="164" y="7560"/>
                </a:lnTo>
                <a:lnTo>
                  <a:pt x="435" y="5263"/>
                </a:lnTo>
                <a:lnTo>
                  <a:pt x="824" y="2768"/>
                </a:lnTo>
                <a:lnTo>
                  <a:pt x="1326" y="0"/>
                </a:lnTo>
                <a:close/>
              </a:path>
            </a:pathLst>
          </a:custGeom>
          <a:solidFill>
            <a:srgbClr val="42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6" name="contour_06534"/>
          <p:cNvSpPr/>
          <p:nvPr/>
        </p:nvSpPr>
        <p:spPr>
          <a:xfrm>
            <a:off x="7079726" y="5480570"/>
            <a:ext cx="8016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997" y="223"/>
                </a:lnTo>
                <a:lnTo>
                  <a:pt x="14213" y="446"/>
                </a:lnTo>
                <a:lnTo>
                  <a:pt x="15432" y="670"/>
                </a:lnTo>
                <a:lnTo>
                  <a:pt x="16654" y="893"/>
                </a:lnTo>
                <a:lnTo>
                  <a:pt x="17881" y="1118"/>
                </a:lnTo>
                <a:lnTo>
                  <a:pt x="19114" y="1345"/>
                </a:lnTo>
                <a:lnTo>
                  <a:pt x="20353" y="1571"/>
                </a:lnTo>
                <a:lnTo>
                  <a:pt x="21600" y="1800"/>
                </a:lnTo>
                <a:lnTo>
                  <a:pt x="21168" y="2988"/>
                </a:lnTo>
                <a:lnTo>
                  <a:pt x="20736" y="4178"/>
                </a:lnTo>
                <a:lnTo>
                  <a:pt x="20302" y="5368"/>
                </a:lnTo>
                <a:lnTo>
                  <a:pt x="19868" y="6561"/>
                </a:lnTo>
                <a:lnTo>
                  <a:pt x="19434" y="7758"/>
                </a:lnTo>
                <a:lnTo>
                  <a:pt x="18996" y="8960"/>
                </a:lnTo>
                <a:lnTo>
                  <a:pt x="18558" y="10166"/>
                </a:lnTo>
                <a:lnTo>
                  <a:pt x="18117" y="11380"/>
                </a:lnTo>
                <a:lnTo>
                  <a:pt x="17673" y="12600"/>
                </a:lnTo>
                <a:lnTo>
                  <a:pt x="16377" y="12303"/>
                </a:lnTo>
                <a:lnTo>
                  <a:pt x="15079" y="12006"/>
                </a:lnTo>
                <a:lnTo>
                  <a:pt x="13775" y="11707"/>
                </a:lnTo>
                <a:lnTo>
                  <a:pt x="12465" y="11407"/>
                </a:lnTo>
                <a:lnTo>
                  <a:pt x="11148" y="11104"/>
                </a:lnTo>
                <a:lnTo>
                  <a:pt x="9818" y="10800"/>
                </a:lnTo>
                <a:lnTo>
                  <a:pt x="9675" y="12881"/>
                </a:lnTo>
                <a:lnTo>
                  <a:pt x="9588" y="14344"/>
                </a:lnTo>
                <a:lnTo>
                  <a:pt x="9559" y="15386"/>
                </a:lnTo>
                <a:lnTo>
                  <a:pt x="9588" y="16211"/>
                </a:lnTo>
                <a:lnTo>
                  <a:pt x="9675" y="17015"/>
                </a:lnTo>
                <a:lnTo>
                  <a:pt x="9818" y="18000"/>
                </a:lnTo>
                <a:lnTo>
                  <a:pt x="10985" y="18788"/>
                </a:lnTo>
                <a:lnTo>
                  <a:pt x="11782" y="19238"/>
                </a:lnTo>
                <a:lnTo>
                  <a:pt x="12579" y="19519"/>
                </a:lnTo>
                <a:lnTo>
                  <a:pt x="13745" y="19800"/>
                </a:lnTo>
                <a:lnTo>
                  <a:pt x="12520" y="20354"/>
                </a:lnTo>
                <a:lnTo>
                  <a:pt x="11601" y="20725"/>
                </a:lnTo>
                <a:lnTo>
                  <a:pt x="10706" y="20999"/>
                </a:lnTo>
                <a:lnTo>
                  <a:pt x="9551" y="21262"/>
                </a:lnTo>
                <a:lnTo>
                  <a:pt x="7855" y="21600"/>
                </a:lnTo>
                <a:lnTo>
                  <a:pt x="6665" y="21191"/>
                </a:lnTo>
                <a:lnTo>
                  <a:pt x="5508" y="20743"/>
                </a:lnTo>
                <a:lnTo>
                  <a:pt x="4379" y="20255"/>
                </a:lnTo>
                <a:lnTo>
                  <a:pt x="3269" y="19733"/>
                </a:lnTo>
                <a:lnTo>
                  <a:pt x="2176" y="19183"/>
                </a:lnTo>
                <a:lnTo>
                  <a:pt x="1088" y="18603"/>
                </a:lnTo>
                <a:lnTo>
                  <a:pt x="0" y="18000"/>
                </a:lnTo>
                <a:lnTo>
                  <a:pt x="414" y="17933"/>
                </a:lnTo>
                <a:lnTo>
                  <a:pt x="1147" y="17818"/>
                </a:lnTo>
                <a:lnTo>
                  <a:pt x="2824" y="17550"/>
                </a:lnTo>
                <a:lnTo>
                  <a:pt x="3837" y="17104"/>
                </a:lnTo>
                <a:lnTo>
                  <a:pt x="4856" y="16655"/>
                </a:lnTo>
                <a:lnTo>
                  <a:pt x="5891" y="16200"/>
                </a:lnTo>
                <a:lnTo>
                  <a:pt x="6341" y="14915"/>
                </a:lnTo>
                <a:lnTo>
                  <a:pt x="6596" y="13952"/>
                </a:lnTo>
                <a:lnTo>
                  <a:pt x="6873" y="12488"/>
                </a:lnTo>
                <a:lnTo>
                  <a:pt x="7150" y="11059"/>
                </a:lnTo>
                <a:lnTo>
                  <a:pt x="7405" y="10156"/>
                </a:lnTo>
                <a:lnTo>
                  <a:pt x="7855" y="9000"/>
                </a:lnTo>
                <a:lnTo>
                  <a:pt x="9374" y="8784"/>
                </a:lnTo>
                <a:lnTo>
                  <a:pt x="10441" y="8676"/>
                </a:lnTo>
                <a:lnTo>
                  <a:pt x="11336" y="8676"/>
                </a:lnTo>
                <a:lnTo>
                  <a:pt x="12343" y="8784"/>
                </a:lnTo>
                <a:lnTo>
                  <a:pt x="13745" y="9000"/>
                </a:lnTo>
                <a:lnTo>
                  <a:pt x="13502" y="7886"/>
                </a:lnTo>
                <a:lnTo>
                  <a:pt x="13258" y="6772"/>
                </a:lnTo>
                <a:lnTo>
                  <a:pt x="13015" y="5654"/>
                </a:lnTo>
                <a:lnTo>
                  <a:pt x="12771" y="4534"/>
                </a:lnTo>
                <a:lnTo>
                  <a:pt x="12526" y="3409"/>
                </a:lnTo>
                <a:lnTo>
                  <a:pt x="12279" y="2279"/>
                </a:lnTo>
                <a:lnTo>
                  <a:pt x="12031" y="1143"/>
                </a:lnTo>
                <a:lnTo>
                  <a:pt x="11782" y="0"/>
                </a:lnTo>
                <a:close/>
              </a:path>
            </a:pathLst>
          </a:custGeom>
          <a:solidFill>
            <a:srgbClr val="6B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7" name="contour_06535"/>
          <p:cNvSpPr/>
          <p:nvPr/>
        </p:nvSpPr>
        <p:spPr>
          <a:xfrm>
            <a:off x="555604" y="5393114"/>
            <a:ext cx="67851" cy="1105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57" y="0"/>
                </a:moveTo>
                <a:lnTo>
                  <a:pt x="16087" y="167"/>
                </a:lnTo>
                <a:lnTo>
                  <a:pt x="17315" y="323"/>
                </a:lnTo>
                <a:lnTo>
                  <a:pt x="18373" y="540"/>
                </a:lnTo>
                <a:lnTo>
                  <a:pt x="19595" y="885"/>
                </a:lnTo>
                <a:lnTo>
                  <a:pt x="21317" y="1424"/>
                </a:lnTo>
                <a:lnTo>
                  <a:pt x="21468" y="2386"/>
                </a:lnTo>
                <a:lnTo>
                  <a:pt x="21563" y="3283"/>
                </a:lnTo>
                <a:lnTo>
                  <a:pt x="21600" y="4141"/>
                </a:lnTo>
                <a:lnTo>
                  <a:pt x="21579" y="4983"/>
                </a:lnTo>
                <a:lnTo>
                  <a:pt x="21503" y="5833"/>
                </a:lnTo>
                <a:lnTo>
                  <a:pt x="21366" y="6716"/>
                </a:lnTo>
                <a:lnTo>
                  <a:pt x="21173" y="7656"/>
                </a:lnTo>
                <a:lnTo>
                  <a:pt x="20997" y="8535"/>
                </a:lnTo>
                <a:lnTo>
                  <a:pt x="20818" y="9428"/>
                </a:lnTo>
                <a:lnTo>
                  <a:pt x="20517" y="10529"/>
                </a:lnTo>
                <a:lnTo>
                  <a:pt x="20178" y="11548"/>
                </a:lnTo>
                <a:lnTo>
                  <a:pt x="19774" y="12491"/>
                </a:lnTo>
                <a:lnTo>
                  <a:pt x="19273" y="13371"/>
                </a:lnTo>
                <a:lnTo>
                  <a:pt x="18642" y="14197"/>
                </a:lnTo>
                <a:lnTo>
                  <a:pt x="17853" y="14982"/>
                </a:lnTo>
                <a:lnTo>
                  <a:pt x="16872" y="15734"/>
                </a:lnTo>
                <a:lnTo>
                  <a:pt x="15668" y="16464"/>
                </a:lnTo>
                <a:lnTo>
                  <a:pt x="14213" y="17181"/>
                </a:lnTo>
                <a:lnTo>
                  <a:pt x="12709" y="17681"/>
                </a:lnTo>
                <a:lnTo>
                  <a:pt x="11740" y="17988"/>
                </a:lnTo>
                <a:lnTo>
                  <a:pt x="10884" y="18224"/>
                </a:lnTo>
                <a:lnTo>
                  <a:pt x="9717" y="18518"/>
                </a:lnTo>
                <a:lnTo>
                  <a:pt x="10865" y="18988"/>
                </a:lnTo>
                <a:lnTo>
                  <a:pt x="12016" y="19459"/>
                </a:lnTo>
                <a:lnTo>
                  <a:pt x="13171" y="19931"/>
                </a:lnTo>
                <a:lnTo>
                  <a:pt x="14331" y="20406"/>
                </a:lnTo>
                <a:lnTo>
                  <a:pt x="15498" y="20885"/>
                </a:lnTo>
                <a:lnTo>
                  <a:pt x="16677" y="21366"/>
                </a:lnTo>
                <a:lnTo>
                  <a:pt x="15115" y="21442"/>
                </a:lnTo>
                <a:lnTo>
                  <a:pt x="13563" y="21506"/>
                </a:lnTo>
                <a:lnTo>
                  <a:pt x="12018" y="21556"/>
                </a:lnTo>
                <a:lnTo>
                  <a:pt x="10480" y="21589"/>
                </a:lnTo>
                <a:lnTo>
                  <a:pt x="8942" y="21600"/>
                </a:lnTo>
                <a:lnTo>
                  <a:pt x="7403" y="21587"/>
                </a:lnTo>
                <a:lnTo>
                  <a:pt x="5861" y="21547"/>
                </a:lnTo>
                <a:lnTo>
                  <a:pt x="4313" y="21475"/>
                </a:lnTo>
                <a:lnTo>
                  <a:pt x="2756" y="21366"/>
                </a:lnTo>
                <a:lnTo>
                  <a:pt x="2350" y="21091"/>
                </a:lnTo>
                <a:lnTo>
                  <a:pt x="1636" y="20607"/>
                </a:lnTo>
                <a:lnTo>
                  <a:pt x="0" y="19498"/>
                </a:lnTo>
                <a:lnTo>
                  <a:pt x="144" y="18703"/>
                </a:lnTo>
                <a:lnTo>
                  <a:pt x="290" y="17904"/>
                </a:lnTo>
                <a:lnTo>
                  <a:pt x="436" y="17093"/>
                </a:lnTo>
                <a:lnTo>
                  <a:pt x="1872" y="16626"/>
                </a:lnTo>
                <a:lnTo>
                  <a:pt x="2926" y="16304"/>
                </a:lnTo>
                <a:lnTo>
                  <a:pt x="4111" y="15975"/>
                </a:lnTo>
                <a:lnTo>
                  <a:pt x="5946" y="15491"/>
                </a:lnTo>
                <a:lnTo>
                  <a:pt x="7559" y="14975"/>
                </a:lnTo>
                <a:lnTo>
                  <a:pt x="8974" y="14461"/>
                </a:lnTo>
                <a:lnTo>
                  <a:pt x="10199" y="13897"/>
                </a:lnTo>
                <a:lnTo>
                  <a:pt x="11245" y="13229"/>
                </a:lnTo>
                <a:lnTo>
                  <a:pt x="12115" y="12407"/>
                </a:lnTo>
                <a:lnTo>
                  <a:pt x="12823" y="11378"/>
                </a:lnTo>
                <a:lnTo>
                  <a:pt x="13090" y="10437"/>
                </a:lnTo>
                <a:lnTo>
                  <a:pt x="13322" y="9494"/>
                </a:lnTo>
                <a:lnTo>
                  <a:pt x="13524" y="8549"/>
                </a:lnTo>
                <a:lnTo>
                  <a:pt x="13695" y="7605"/>
                </a:lnTo>
                <a:lnTo>
                  <a:pt x="13842" y="6658"/>
                </a:lnTo>
                <a:lnTo>
                  <a:pt x="13962" y="5711"/>
                </a:lnTo>
                <a:lnTo>
                  <a:pt x="14064" y="4760"/>
                </a:lnTo>
                <a:lnTo>
                  <a:pt x="14148" y="3810"/>
                </a:lnTo>
                <a:lnTo>
                  <a:pt x="14217" y="2860"/>
                </a:lnTo>
                <a:lnTo>
                  <a:pt x="14273" y="1907"/>
                </a:lnTo>
                <a:lnTo>
                  <a:pt x="14317" y="954"/>
                </a:lnTo>
                <a:lnTo>
                  <a:pt x="14357" y="0"/>
                </a:lnTo>
                <a:close/>
              </a:path>
            </a:pathLst>
          </a:custGeom>
          <a:solidFill>
            <a:srgbClr val="A2864A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8" name="contour_06536"/>
          <p:cNvSpPr/>
          <p:nvPr/>
        </p:nvSpPr>
        <p:spPr>
          <a:xfrm>
            <a:off x="9781932" y="5384113"/>
            <a:ext cx="74520" cy="456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88" y="811"/>
                </a:moveTo>
                <a:lnTo>
                  <a:pt x="20119" y="3040"/>
                </a:lnTo>
                <a:lnTo>
                  <a:pt x="20607" y="5270"/>
                </a:lnTo>
                <a:lnTo>
                  <a:pt x="20975" y="7520"/>
                </a:lnTo>
                <a:lnTo>
                  <a:pt x="21247" y="9815"/>
                </a:lnTo>
                <a:lnTo>
                  <a:pt x="21448" y="12172"/>
                </a:lnTo>
                <a:lnTo>
                  <a:pt x="21600" y="14615"/>
                </a:lnTo>
                <a:lnTo>
                  <a:pt x="20202" y="15312"/>
                </a:lnTo>
                <a:lnTo>
                  <a:pt x="18803" y="16006"/>
                </a:lnTo>
                <a:lnTo>
                  <a:pt x="17405" y="16696"/>
                </a:lnTo>
                <a:lnTo>
                  <a:pt x="16004" y="17383"/>
                </a:lnTo>
                <a:lnTo>
                  <a:pt x="14604" y="18066"/>
                </a:lnTo>
                <a:lnTo>
                  <a:pt x="13302" y="18708"/>
                </a:lnTo>
                <a:lnTo>
                  <a:pt x="11992" y="19353"/>
                </a:lnTo>
                <a:lnTo>
                  <a:pt x="10666" y="20006"/>
                </a:lnTo>
                <a:lnTo>
                  <a:pt x="9168" y="20547"/>
                </a:lnTo>
                <a:lnTo>
                  <a:pt x="7721" y="20972"/>
                </a:lnTo>
                <a:lnTo>
                  <a:pt x="6306" y="21283"/>
                </a:lnTo>
                <a:lnTo>
                  <a:pt x="4895" y="21486"/>
                </a:lnTo>
                <a:lnTo>
                  <a:pt x="3469" y="21593"/>
                </a:lnTo>
                <a:lnTo>
                  <a:pt x="2003" y="21600"/>
                </a:lnTo>
                <a:lnTo>
                  <a:pt x="475" y="21517"/>
                </a:lnTo>
                <a:lnTo>
                  <a:pt x="158" y="19260"/>
                </a:lnTo>
                <a:lnTo>
                  <a:pt x="0" y="17593"/>
                </a:lnTo>
                <a:lnTo>
                  <a:pt x="0" y="16020"/>
                </a:lnTo>
                <a:lnTo>
                  <a:pt x="158" y="14042"/>
                </a:lnTo>
                <a:lnTo>
                  <a:pt x="475" y="11164"/>
                </a:lnTo>
                <a:lnTo>
                  <a:pt x="1656" y="9504"/>
                </a:lnTo>
                <a:lnTo>
                  <a:pt x="2862" y="7937"/>
                </a:lnTo>
                <a:lnTo>
                  <a:pt x="4098" y="6474"/>
                </a:lnTo>
                <a:lnTo>
                  <a:pt x="5359" y="5125"/>
                </a:lnTo>
                <a:lnTo>
                  <a:pt x="6648" y="3907"/>
                </a:lnTo>
                <a:lnTo>
                  <a:pt x="7964" y="2830"/>
                </a:lnTo>
                <a:lnTo>
                  <a:pt x="9308" y="1905"/>
                </a:lnTo>
                <a:lnTo>
                  <a:pt x="10679" y="1146"/>
                </a:lnTo>
                <a:lnTo>
                  <a:pt x="12077" y="569"/>
                </a:lnTo>
                <a:lnTo>
                  <a:pt x="13503" y="183"/>
                </a:lnTo>
                <a:lnTo>
                  <a:pt x="14956" y="0"/>
                </a:lnTo>
                <a:lnTo>
                  <a:pt x="16439" y="38"/>
                </a:lnTo>
                <a:lnTo>
                  <a:pt x="17950" y="304"/>
                </a:lnTo>
                <a:lnTo>
                  <a:pt x="19488" y="811"/>
                </a:lnTo>
                <a:close/>
              </a:path>
            </a:pathLst>
          </a:custGeom>
          <a:solidFill>
            <a:srgbClr val="E7E9EA"/>
          </a:solidFill>
          <a:ln>
            <a:noFill/>
          </a:ln>
        </p:spPr>
        <p:txBody>
          <a:bodyPr/>
          <a:lstStyle/>
          <a:p/>
        </p:txBody>
      </p:sp>
      <p:sp>
        <p:nvSpPr>
          <p:cNvPr id="6539" name="contour_06537"/>
          <p:cNvSpPr/>
          <p:nvPr/>
        </p:nvSpPr>
        <p:spPr>
          <a:xfrm>
            <a:off x="7363958" y="5363882"/>
            <a:ext cx="116608" cy="51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34"/>
                </a:moveTo>
                <a:lnTo>
                  <a:pt x="16033" y="2138"/>
                </a:lnTo>
                <a:lnTo>
                  <a:pt x="15862" y="4270"/>
                </a:lnTo>
                <a:lnTo>
                  <a:pt x="15912" y="5006"/>
                </a:lnTo>
                <a:lnTo>
                  <a:pt x="15999" y="6303"/>
                </a:lnTo>
                <a:lnTo>
                  <a:pt x="16200" y="9277"/>
                </a:lnTo>
                <a:lnTo>
                  <a:pt x="17015" y="10395"/>
                </a:lnTo>
                <a:lnTo>
                  <a:pt x="17835" y="11375"/>
                </a:lnTo>
                <a:lnTo>
                  <a:pt x="18669" y="12246"/>
                </a:lnTo>
                <a:lnTo>
                  <a:pt x="19526" y="13047"/>
                </a:lnTo>
                <a:lnTo>
                  <a:pt x="20419" y="13815"/>
                </a:lnTo>
                <a:lnTo>
                  <a:pt x="21006" y="14622"/>
                </a:lnTo>
                <a:lnTo>
                  <a:pt x="21600" y="15438"/>
                </a:lnTo>
                <a:lnTo>
                  <a:pt x="21600" y="17475"/>
                </a:lnTo>
                <a:lnTo>
                  <a:pt x="21600" y="19523"/>
                </a:lnTo>
                <a:lnTo>
                  <a:pt x="21600" y="21600"/>
                </a:lnTo>
                <a:lnTo>
                  <a:pt x="20625" y="21326"/>
                </a:lnTo>
                <a:lnTo>
                  <a:pt x="19687" y="21030"/>
                </a:lnTo>
                <a:lnTo>
                  <a:pt x="18781" y="20688"/>
                </a:lnTo>
                <a:lnTo>
                  <a:pt x="17905" y="20281"/>
                </a:lnTo>
                <a:lnTo>
                  <a:pt x="17056" y="19792"/>
                </a:lnTo>
                <a:lnTo>
                  <a:pt x="16230" y="19197"/>
                </a:lnTo>
                <a:lnTo>
                  <a:pt x="15422" y="18473"/>
                </a:lnTo>
                <a:lnTo>
                  <a:pt x="14630" y="17601"/>
                </a:lnTo>
                <a:lnTo>
                  <a:pt x="13852" y="16563"/>
                </a:lnTo>
                <a:lnTo>
                  <a:pt x="13083" y="15337"/>
                </a:lnTo>
                <a:lnTo>
                  <a:pt x="12319" y="13898"/>
                </a:lnTo>
                <a:lnTo>
                  <a:pt x="11552" y="12539"/>
                </a:lnTo>
                <a:lnTo>
                  <a:pt x="10761" y="11372"/>
                </a:lnTo>
                <a:lnTo>
                  <a:pt x="9948" y="10376"/>
                </a:lnTo>
                <a:lnTo>
                  <a:pt x="9114" y="9538"/>
                </a:lnTo>
                <a:lnTo>
                  <a:pt x="8262" y="8842"/>
                </a:lnTo>
                <a:lnTo>
                  <a:pt x="7391" y="8269"/>
                </a:lnTo>
                <a:lnTo>
                  <a:pt x="6506" y="7804"/>
                </a:lnTo>
                <a:lnTo>
                  <a:pt x="5607" y="7431"/>
                </a:lnTo>
                <a:lnTo>
                  <a:pt x="4694" y="7132"/>
                </a:lnTo>
                <a:lnTo>
                  <a:pt x="3771" y="6892"/>
                </a:lnTo>
                <a:lnTo>
                  <a:pt x="2838" y="6695"/>
                </a:lnTo>
                <a:lnTo>
                  <a:pt x="1898" y="6525"/>
                </a:lnTo>
                <a:lnTo>
                  <a:pt x="952" y="6365"/>
                </a:lnTo>
                <a:lnTo>
                  <a:pt x="0" y="6196"/>
                </a:lnTo>
                <a:lnTo>
                  <a:pt x="0" y="4668"/>
                </a:lnTo>
                <a:lnTo>
                  <a:pt x="0" y="3115"/>
                </a:lnTo>
                <a:lnTo>
                  <a:pt x="832" y="2893"/>
                </a:lnTo>
                <a:lnTo>
                  <a:pt x="1663" y="2671"/>
                </a:lnTo>
                <a:lnTo>
                  <a:pt x="2495" y="2449"/>
                </a:lnTo>
                <a:lnTo>
                  <a:pt x="3326" y="2231"/>
                </a:lnTo>
                <a:lnTo>
                  <a:pt x="4158" y="2012"/>
                </a:lnTo>
                <a:lnTo>
                  <a:pt x="4990" y="1793"/>
                </a:lnTo>
                <a:lnTo>
                  <a:pt x="5821" y="1574"/>
                </a:lnTo>
                <a:lnTo>
                  <a:pt x="6233" y="1463"/>
                </a:lnTo>
                <a:lnTo>
                  <a:pt x="7475" y="1128"/>
                </a:lnTo>
                <a:lnTo>
                  <a:pt x="8351" y="909"/>
                </a:lnTo>
                <a:lnTo>
                  <a:pt x="9223" y="706"/>
                </a:lnTo>
                <a:lnTo>
                  <a:pt x="10093" y="524"/>
                </a:lnTo>
                <a:lnTo>
                  <a:pt x="10961" y="364"/>
                </a:lnTo>
                <a:lnTo>
                  <a:pt x="11829" y="231"/>
                </a:lnTo>
                <a:lnTo>
                  <a:pt x="12697" y="123"/>
                </a:lnTo>
                <a:lnTo>
                  <a:pt x="13567" y="49"/>
                </a:lnTo>
                <a:lnTo>
                  <a:pt x="14441" y="6"/>
                </a:lnTo>
                <a:lnTo>
                  <a:pt x="15317" y="0"/>
                </a:lnTo>
                <a:lnTo>
                  <a:pt x="16200" y="34"/>
                </a:lnTo>
                <a:close/>
              </a:path>
            </a:pathLst>
          </a:custGeom>
          <a:solidFill>
            <a:srgbClr val="B9D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0" name="contour_06538"/>
          <p:cNvSpPr/>
          <p:nvPr/>
        </p:nvSpPr>
        <p:spPr>
          <a:xfrm>
            <a:off x="979678" y="5334810"/>
            <a:ext cx="5334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51" y="0"/>
                </a:moveTo>
                <a:lnTo>
                  <a:pt x="4898" y="0"/>
                </a:lnTo>
                <a:lnTo>
                  <a:pt x="6849" y="0"/>
                </a:lnTo>
                <a:lnTo>
                  <a:pt x="8799" y="0"/>
                </a:lnTo>
                <a:lnTo>
                  <a:pt x="10756" y="0"/>
                </a:lnTo>
                <a:lnTo>
                  <a:pt x="12718" y="0"/>
                </a:lnTo>
                <a:lnTo>
                  <a:pt x="14689" y="0"/>
                </a:lnTo>
                <a:lnTo>
                  <a:pt x="16666" y="0"/>
                </a:lnTo>
                <a:lnTo>
                  <a:pt x="18655" y="0"/>
                </a:lnTo>
                <a:lnTo>
                  <a:pt x="20656" y="0"/>
                </a:lnTo>
                <a:lnTo>
                  <a:pt x="21128" y="3243"/>
                </a:lnTo>
                <a:lnTo>
                  <a:pt x="21444" y="5654"/>
                </a:lnTo>
                <a:lnTo>
                  <a:pt x="21600" y="7468"/>
                </a:lnTo>
                <a:lnTo>
                  <a:pt x="21600" y="8923"/>
                </a:lnTo>
                <a:lnTo>
                  <a:pt x="21444" y="10257"/>
                </a:lnTo>
                <a:lnTo>
                  <a:pt x="21128" y="11705"/>
                </a:lnTo>
                <a:lnTo>
                  <a:pt x="20656" y="13500"/>
                </a:lnTo>
                <a:lnTo>
                  <a:pt x="19207" y="14756"/>
                </a:lnTo>
                <a:lnTo>
                  <a:pt x="17729" y="15916"/>
                </a:lnTo>
                <a:lnTo>
                  <a:pt x="16209" y="16988"/>
                </a:lnTo>
                <a:lnTo>
                  <a:pt x="14648" y="17966"/>
                </a:lnTo>
                <a:lnTo>
                  <a:pt x="13034" y="18860"/>
                </a:lnTo>
                <a:lnTo>
                  <a:pt x="11358" y="19667"/>
                </a:lnTo>
                <a:lnTo>
                  <a:pt x="9617" y="20390"/>
                </a:lnTo>
                <a:lnTo>
                  <a:pt x="7799" y="21033"/>
                </a:lnTo>
                <a:lnTo>
                  <a:pt x="5902" y="21600"/>
                </a:lnTo>
                <a:lnTo>
                  <a:pt x="3836" y="21244"/>
                </a:lnTo>
                <a:lnTo>
                  <a:pt x="2535" y="20844"/>
                </a:lnTo>
                <a:lnTo>
                  <a:pt x="1440" y="20147"/>
                </a:lnTo>
                <a:lnTo>
                  <a:pt x="0" y="18900"/>
                </a:lnTo>
                <a:lnTo>
                  <a:pt x="32" y="17023"/>
                </a:lnTo>
                <a:lnTo>
                  <a:pt x="86" y="15611"/>
                </a:lnTo>
                <a:lnTo>
                  <a:pt x="189" y="14399"/>
                </a:lnTo>
                <a:lnTo>
                  <a:pt x="372" y="13119"/>
                </a:lnTo>
                <a:lnTo>
                  <a:pt x="670" y="11502"/>
                </a:lnTo>
                <a:lnTo>
                  <a:pt x="1107" y="9283"/>
                </a:lnTo>
                <a:lnTo>
                  <a:pt x="1434" y="7549"/>
                </a:lnTo>
                <a:lnTo>
                  <a:pt x="1765" y="5805"/>
                </a:lnTo>
                <a:lnTo>
                  <a:pt x="2098" y="4039"/>
                </a:lnTo>
                <a:lnTo>
                  <a:pt x="2378" y="2705"/>
                </a:lnTo>
                <a:lnTo>
                  <a:pt x="2665" y="1361"/>
                </a:lnTo>
                <a:lnTo>
                  <a:pt x="2951" y="0"/>
                </a:lnTo>
                <a:close/>
              </a:path>
            </a:pathLst>
          </a:custGeom>
          <a:solidFill>
            <a:srgbClr val="787779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1" name="contour_06539"/>
          <p:cNvSpPr/>
          <p:nvPr/>
        </p:nvSpPr>
        <p:spPr>
          <a:xfrm>
            <a:off x="4521641" y="5219047"/>
            <a:ext cx="102032" cy="647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67" y="477"/>
                </a:moveTo>
                <a:lnTo>
                  <a:pt x="20677" y="1308"/>
                </a:lnTo>
                <a:lnTo>
                  <a:pt x="21600" y="2149"/>
                </a:lnTo>
                <a:lnTo>
                  <a:pt x="21271" y="3854"/>
                </a:lnTo>
                <a:lnTo>
                  <a:pt x="20957" y="5364"/>
                </a:lnTo>
                <a:lnTo>
                  <a:pt x="20623" y="6735"/>
                </a:lnTo>
                <a:lnTo>
                  <a:pt x="20242" y="8019"/>
                </a:lnTo>
                <a:lnTo>
                  <a:pt x="19786" y="9268"/>
                </a:lnTo>
                <a:lnTo>
                  <a:pt x="19219" y="10537"/>
                </a:lnTo>
                <a:lnTo>
                  <a:pt x="18514" y="11875"/>
                </a:lnTo>
                <a:lnTo>
                  <a:pt x="17496" y="12482"/>
                </a:lnTo>
                <a:lnTo>
                  <a:pt x="16479" y="13032"/>
                </a:lnTo>
                <a:lnTo>
                  <a:pt x="15464" y="13533"/>
                </a:lnTo>
                <a:lnTo>
                  <a:pt x="14446" y="13992"/>
                </a:lnTo>
                <a:lnTo>
                  <a:pt x="13420" y="14415"/>
                </a:lnTo>
                <a:lnTo>
                  <a:pt x="12385" y="14809"/>
                </a:lnTo>
                <a:lnTo>
                  <a:pt x="11335" y="15184"/>
                </a:lnTo>
                <a:lnTo>
                  <a:pt x="10271" y="15541"/>
                </a:lnTo>
                <a:lnTo>
                  <a:pt x="9189" y="16100"/>
                </a:lnTo>
                <a:lnTo>
                  <a:pt x="8268" y="16703"/>
                </a:lnTo>
                <a:lnTo>
                  <a:pt x="7466" y="17386"/>
                </a:lnTo>
                <a:lnTo>
                  <a:pt x="6741" y="18182"/>
                </a:lnTo>
                <a:lnTo>
                  <a:pt x="6053" y="19127"/>
                </a:lnTo>
                <a:lnTo>
                  <a:pt x="5363" y="20255"/>
                </a:lnTo>
                <a:lnTo>
                  <a:pt x="4629" y="21600"/>
                </a:lnTo>
                <a:lnTo>
                  <a:pt x="4056" y="20396"/>
                </a:lnTo>
                <a:lnTo>
                  <a:pt x="3482" y="19191"/>
                </a:lnTo>
                <a:lnTo>
                  <a:pt x="2907" y="17985"/>
                </a:lnTo>
                <a:lnTo>
                  <a:pt x="2331" y="16774"/>
                </a:lnTo>
                <a:lnTo>
                  <a:pt x="1753" y="15558"/>
                </a:lnTo>
                <a:lnTo>
                  <a:pt x="1173" y="14338"/>
                </a:lnTo>
                <a:lnTo>
                  <a:pt x="588" y="13112"/>
                </a:lnTo>
                <a:lnTo>
                  <a:pt x="0" y="11875"/>
                </a:lnTo>
                <a:lnTo>
                  <a:pt x="437" y="11675"/>
                </a:lnTo>
                <a:lnTo>
                  <a:pt x="1753" y="11067"/>
                </a:lnTo>
                <a:lnTo>
                  <a:pt x="2806" y="10545"/>
                </a:lnTo>
                <a:lnTo>
                  <a:pt x="3837" y="10012"/>
                </a:lnTo>
                <a:lnTo>
                  <a:pt x="4848" y="9463"/>
                </a:lnTo>
                <a:lnTo>
                  <a:pt x="5840" y="8896"/>
                </a:lnTo>
                <a:lnTo>
                  <a:pt x="6816" y="8301"/>
                </a:lnTo>
                <a:lnTo>
                  <a:pt x="7779" y="7673"/>
                </a:lnTo>
                <a:lnTo>
                  <a:pt x="8731" y="7007"/>
                </a:lnTo>
                <a:lnTo>
                  <a:pt x="9674" y="6297"/>
                </a:lnTo>
                <a:lnTo>
                  <a:pt x="10610" y="5539"/>
                </a:lnTo>
                <a:lnTo>
                  <a:pt x="11542" y="4724"/>
                </a:lnTo>
                <a:lnTo>
                  <a:pt x="12472" y="3851"/>
                </a:lnTo>
                <a:lnTo>
                  <a:pt x="13404" y="2908"/>
                </a:lnTo>
                <a:lnTo>
                  <a:pt x="14779" y="1529"/>
                </a:lnTo>
                <a:lnTo>
                  <a:pt x="15793" y="630"/>
                </a:lnTo>
                <a:lnTo>
                  <a:pt x="16621" y="143"/>
                </a:lnTo>
                <a:lnTo>
                  <a:pt x="17442" y="0"/>
                </a:lnTo>
                <a:lnTo>
                  <a:pt x="18433" y="134"/>
                </a:lnTo>
                <a:lnTo>
                  <a:pt x="19767" y="477"/>
                </a:lnTo>
                <a:close/>
              </a:path>
            </a:pathLst>
          </a:custGeom>
          <a:solidFill>
            <a:srgbClr val="23211E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2" name="contour_06540"/>
          <p:cNvSpPr/>
          <p:nvPr/>
        </p:nvSpPr>
        <p:spPr>
          <a:xfrm>
            <a:off x="2065588" y="5240066"/>
            <a:ext cx="65592" cy="809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500"/>
                </a:lnTo>
                <a:lnTo>
                  <a:pt x="3161" y="1003"/>
                </a:lnTo>
                <a:lnTo>
                  <a:pt x="4728" y="1517"/>
                </a:lnTo>
                <a:lnTo>
                  <a:pt x="6290" y="2036"/>
                </a:lnTo>
                <a:lnTo>
                  <a:pt x="7846" y="2563"/>
                </a:lnTo>
                <a:lnTo>
                  <a:pt x="9394" y="3100"/>
                </a:lnTo>
                <a:lnTo>
                  <a:pt x="10934" y="3646"/>
                </a:lnTo>
                <a:lnTo>
                  <a:pt x="12473" y="4203"/>
                </a:lnTo>
                <a:lnTo>
                  <a:pt x="14004" y="4768"/>
                </a:lnTo>
                <a:lnTo>
                  <a:pt x="15530" y="5346"/>
                </a:lnTo>
                <a:lnTo>
                  <a:pt x="17054" y="5935"/>
                </a:lnTo>
                <a:lnTo>
                  <a:pt x="18571" y="6536"/>
                </a:lnTo>
                <a:lnTo>
                  <a:pt x="20088" y="7151"/>
                </a:lnTo>
                <a:lnTo>
                  <a:pt x="21600" y="7779"/>
                </a:lnTo>
                <a:lnTo>
                  <a:pt x="20460" y="8220"/>
                </a:lnTo>
                <a:lnTo>
                  <a:pt x="19313" y="8666"/>
                </a:lnTo>
                <a:lnTo>
                  <a:pt x="18149" y="9117"/>
                </a:lnTo>
                <a:lnTo>
                  <a:pt x="16644" y="9947"/>
                </a:lnTo>
                <a:lnTo>
                  <a:pt x="15554" y="10723"/>
                </a:lnTo>
                <a:lnTo>
                  <a:pt x="14762" y="11581"/>
                </a:lnTo>
                <a:lnTo>
                  <a:pt x="14162" y="12658"/>
                </a:lnTo>
                <a:lnTo>
                  <a:pt x="13642" y="14091"/>
                </a:lnTo>
                <a:lnTo>
                  <a:pt x="13438" y="15416"/>
                </a:lnTo>
                <a:lnTo>
                  <a:pt x="13258" y="16742"/>
                </a:lnTo>
                <a:lnTo>
                  <a:pt x="13102" y="18072"/>
                </a:lnTo>
                <a:lnTo>
                  <a:pt x="12974" y="19402"/>
                </a:lnTo>
                <a:lnTo>
                  <a:pt x="12490" y="20388"/>
                </a:lnTo>
                <a:lnTo>
                  <a:pt x="12000" y="21392"/>
                </a:lnTo>
                <a:lnTo>
                  <a:pt x="10178" y="21530"/>
                </a:lnTo>
                <a:lnTo>
                  <a:pt x="8894" y="21600"/>
                </a:lnTo>
                <a:lnTo>
                  <a:pt x="7800" y="21600"/>
                </a:lnTo>
                <a:lnTo>
                  <a:pt x="6550" y="21530"/>
                </a:lnTo>
                <a:lnTo>
                  <a:pt x="4800" y="21392"/>
                </a:lnTo>
                <a:lnTo>
                  <a:pt x="4654" y="20173"/>
                </a:lnTo>
                <a:lnTo>
                  <a:pt x="4507" y="18945"/>
                </a:lnTo>
                <a:lnTo>
                  <a:pt x="4358" y="17701"/>
                </a:lnTo>
                <a:lnTo>
                  <a:pt x="4207" y="16497"/>
                </a:lnTo>
                <a:lnTo>
                  <a:pt x="4054" y="15293"/>
                </a:lnTo>
                <a:lnTo>
                  <a:pt x="3902" y="14088"/>
                </a:lnTo>
                <a:lnTo>
                  <a:pt x="3749" y="12884"/>
                </a:lnTo>
                <a:lnTo>
                  <a:pt x="3607" y="11678"/>
                </a:lnTo>
                <a:lnTo>
                  <a:pt x="3463" y="10453"/>
                </a:lnTo>
                <a:lnTo>
                  <a:pt x="3312" y="9284"/>
                </a:lnTo>
                <a:lnTo>
                  <a:pt x="3158" y="8098"/>
                </a:lnTo>
                <a:lnTo>
                  <a:pt x="3094" y="7561"/>
                </a:lnTo>
                <a:lnTo>
                  <a:pt x="2892" y="5937"/>
                </a:lnTo>
                <a:lnTo>
                  <a:pt x="2515" y="4650"/>
                </a:lnTo>
                <a:lnTo>
                  <a:pt x="2035" y="3452"/>
                </a:lnTo>
                <a:lnTo>
                  <a:pt x="1452" y="2304"/>
                </a:lnTo>
                <a:lnTo>
                  <a:pt x="773" y="1167"/>
                </a:lnTo>
                <a:lnTo>
                  <a:pt x="0" y="0"/>
                </a:lnTo>
                <a:close/>
              </a:path>
            </a:pathLst>
          </a:custGeom>
          <a:solidFill>
            <a:srgbClr val="231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3" name="contour_06541"/>
          <p:cNvSpPr/>
          <p:nvPr/>
        </p:nvSpPr>
        <p:spPr>
          <a:xfrm>
            <a:off x="2386260" y="5218202"/>
            <a:ext cx="6559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86" y="0"/>
                </a:lnTo>
                <a:lnTo>
                  <a:pt x="7982" y="0"/>
                </a:lnTo>
                <a:lnTo>
                  <a:pt x="9600" y="0"/>
                </a:lnTo>
                <a:lnTo>
                  <a:pt x="10812" y="1012"/>
                </a:lnTo>
                <a:lnTo>
                  <a:pt x="11916" y="2024"/>
                </a:lnTo>
                <a:lnTo>
                  <a:pt x="12912" y="3037"/>
                </a:lnTo>
                <a:lnTo>
                  <a:pt x="13800" y="4062"/>
                </a:lnTo>
                <a:lnTo>
                  <a:pt x="14575" y="5101"/>
                </a:lnTo>
                <a:lnTo>
                  <a:pt x="15240" y="6163"/>
                </a:lnTo>
                <a:lnTo>
                  <a:pt x="15792" y="7249"/>
                </a:lnTo>
                <a:lnTo>
                  <a:pt x="16229" y="8369"/>
                </a:lnTo>
                <a:lnTo>
                  <a:pt x="16548" y="9529"/>
                </a:lnTo>
                <a:lnTo>
                  <a:pt x="16752" y="10732"/>
                </a:lnTo>
                <a:lnTo>
                  <a:pt x="16836" y="11985"/>
                </a:lnTo>
                <a:lnTo>
                  <a:pt x="16800" y="13292"/>
                </a:lnTo>
                <a:lnTo>
                  <a:pt x="18218" y="13859"/>
                </a:lnTo>
                <a:lnTo>
                  <a:pt x="19193" y="14219"/>
                </a:lnTo>
                <a:lnTo>
                  <a:pt x="20170" y="14533"/>
                </a:lnTo>
                <a:lnTo>
                  <a:pt x="21600" y="14954"/>
                </a:lnTo>
                <a:lnTo>
                  <a:pt x="20786" y="15790"/>
                </a:lnTo>
                <a:lnTo>
                  <a:pt x="19963" y="16622"/>
                </a:lnTo>
                <a:lnTo>
                  <a:pt x="19135" y="17451"/>
                </a:lnTo>
                <a:lnTo>
                  <a:pt x="18300" y="18277"/>
                </a:lnTo>
                <a:lnTo>
                  <a:pt x="17378" y="19204"/>
                </a:lnTo>
                <a:lnTo>
                  <a:pt x="16445" y="20146"/>
                </a:lnTo>
                <a:lnTo>
                  <a:pt x="15936" y="20507"/>
                </a:lnTo>
                <a:lnTo>
                  <a:pt x="14400" y="21600"/>
                </a:lnTo>
                <a:lnTo>
                  <a:pt x="12814" y="21600"/>
                </a:lnTo>
                <a:lnTo>
                  <a:pt x="11218" y="21600"/>
                </a:lnTo>
                <a:lnTo>
                  <a:pt x="9600" y="21600"/>
                </a:lnTo>
                <a:lnTo>
                  <a:pt x="9511" y="20698"/>
                </a:lnTo>
                <a:lnTo>
                  <a:pt x="9420" y="19789"/>
                </a:lnTo>
                <a:lnTo>
                  <a:pt x="9329" y="18867"/>
                </a:lnTo>
                <a:lnTo>
                  <a:pt x="9038" y="16549"/>
                </a:lnTo>
                <a:lnTo>
                  <a:pt x="8782" y="14580"/>
                </a:lnTo>
                <a:lnTo>
                  <a:pt x="8539" y="12918"/>
                </a:lnTo>
                <a:lnTo>
                  <a:pt x="8297" y="11529"/>
                </a:lnTo>
                <a:lnTo>
                  <a:pt x="8038" y="10375"/>
                </a:lnTo>
                <a:lnTo>
                  <a:pt x="7747" y="9414"/>
                </a:lnTo>
                <a:lnTo>
                  <a:pt x="7406" y="8612"/>
                </a:lnTo>
                <a:lnTo>
                  <a:pt x="7003" y="7929"/>
                </a:lnTo>
                <a:lnTo>
                  <a:pt x="6518" y="7327"/>
                </a:lnTo>
                <a:lnTo>
                  <a:pt x="5938" y="6771"/>
                </a:lnTo>
                <a:lnTo>
                  <a:pt x="5242" y="6221"/>
                </a:lnTo>
                <a:lnTo>
                  <a:pt x="4418" y="5638"/>
                </a:lnTo>
                <a:lnTo>
                  <a:pt x="3451" y="4985"/>
                </a:lnTo>
                <a:lnTo>
                  <a:pt x="2311" y="4436"/>
                </a:lnTo>
                <a:lnTo>
                  <a:pt x="1164" y="3883"/>
                </a:lnTo>
                <a:lnTo>
                  <a:pt x="0" y="3323"/>
                </a:lnTo>
                <a:lnTo>
                  <a:pt x="1586" y="3323"/>
                </a:lnTo>
                <a:lnTo>
                  <a:pt x="3182" y="3323"/>
                </a:lnTo>
                <a:lnTo>
                  <a:pt x="4800" y="3323"/>
                </a:lnTo>
                <a:lnTo>
                  <a:pt x="4800" y="2225"/>
                </a:lnTo>
                <a:lnTo>
                  <a:pt x="4800" y="1120"/>
                </a:lnTo>
                <a:lnTo>
                  <a:pt x="4800" y="0"/>
                </a:lnTo>
                <a:close/>
              </a:path>
            </a:pathLst>
          </a:custGeom>
          <a:solidFill>
            <a:srgbClr val="D2D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4" name="contour_06542"/>
          <p:cNvSpPr/>
          <p:nvPr/>
        </p:nvSpPr>
        <p:spPr>
          <a:xfrm>
            <a:off x="8303351" y="5203138"/>
            <a:ext cx="80926" cy="38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64" y="271"/>
                </a:moveTo>
                <a:lnTo>
                  <a:pt x="15764" y="2940"/>
                </a:lnTo>
                <a:lnTo>
                  <a:pt x="15764" y="5625"/>
                </a:lnTo>
                <a:lnTo>
                  <a:pt x="15764" y="8347"/>
                </a:lnTo>
                <a:lnTo>
                  <a:pt x="16920" y="8347"/>
                </a:lnTo>
                <a:lnTo>
                  <a:pt x="18079" y="8347"/>
                </a:lnTo>
                <a:lnTo>
                  <a:pt x="19242" y="8347"/>
                </a:lnTo>
                <a:lnTo>
                  <a:pt x="20415" y="8347"/>
                </a:lnTo>
                <a:lnTo>
                  <a:pt x="21600" y="8347"/>
                </a:lnTo>
                <a:lnTo>
                  <a:pt x="21413" y="11327"/>
                </a:lnTo>
                <a:lnTo>
                  <a:pt x="21219" y="13447"/>
                </a:lnTo>
                <a:lnTo>
                  <a:pt x="20923" y="15288"/>
                </a:lnTo>
                <a:lnTo>
                  <a:pt x="20433" y="17433"/>
                </a:lnTo>
                <a:lnTo>
                  <a:pt x="19655" y="20461"/>
                </a:lnTo>
                <a:lnTo>
                  <a:pt x="18427" y="20982"/>
                </a:lnTo>
                <a:lnTo>
                  <a:pt x="17204" y="21329"/>
                </a:lnTo>
                <a:lnTo>
                  <a:pt x="15982" y="21523"/>
                </a:lnTo>
                <a:lnTo>
                  <a:pt x="14759" y="21600"/>
                </a:lnTo>
                <a:lnTo>
                  <a:pt x="13531" y="21580"/>
                </a:lnTo>
                <a:lnTo>
                  <a:pt x="12298" y="21491"/>
                </a:lnTo>
                <a:lnTo>
                  <a:pt x="11059" y="21362"/>
                </a:lnTo>
                <a:lnTo>
                  <a:pt x="9808" y="21220"/>
                </a:lnTo>
                <a:lnTo>
                  <a:pt x="8888" y="21164"/>
                </a:lnTo>
                <a:lnTo>
                  <a:pt x="7962" y="21107"/>
                </a:lnTo>
                <a:lnTo>
                  <a:pt x="7022" y="21051"/>
                </a:lnTo>
                <a:lnTo>
                  <a:pt x="5657" y="20958"/>
                </a:lnTo>
                <a:lnTo>
                  <a:pt x="4293" y="20853"/>
                </a:lnTo>
                <a:lnTo>
                  <a:pt x="2930" y="20736"/>
                </a:lnTo>
                <a:lnTo>
                  <a:pt x="1566" y="20607"/>
                </a:lnTo>
                <a:lnTo>
                  <a:pt x="202" y="20461"/>
                </a:lnTo>
                <a:lnTo>
                  <a:pt x="66" y="17602"/>
                </a:lnTo>
                <a:lnTo>
                  <a:pt x="0" y="15539"/>
                </a:lnTo>
                <a:lnTo>
                  <a:pt x="0" y="13697"/>
                </a:lnTo>
                <a:lnTo>
                  <a:pt x="66" y="11497"/>
                </a:lnTo>
                <a:lnTo>
                  <a:pt x="202" y="8347"/>
                </a:lnTo>
                <a:lnTo>
                  <a:pt x="1323" y="6760"/>
                </a:lnTo>
                <a:lnTo>
                  <a:pt x="2498" y="5342"/>
                </a:lnTo>
                <a:lnTo>
                  <a:pt x="3721" y="4099"/>
                </a:lnTo>
                <a:lnTo>
                  <a:pt x="4988" y="3021"/>
                </a:lnTo>
                <a:lnTo>
                  <a:pt x="6287" y="2108"/>
                </a:lnTo>
                <a:lnTo>
                  <a:pt x="7614" y="1361"/>
                </a:lnTo>
                <a:lnTo>
                  <a:pt x="8962" y="779"/>
                </a:lnTo>
                <a:lnTo>
                  <a:pt x="10323" y="359"/>
                </a:lnTo>
                <a:lnTo>
                  <a:pt x="11691" y="101"/>
                </a:lnTo>
                <a:lnTo>
                  <a:pt x="13058" y="0"/>
                </a:lnTo>
                <a:lnTo>
                  <a:pt x="14418" y="57"/>
                </a:lnTo>
                <a:lnTo>
                  <a:pt x="15764" y="271"/>
                </a:lnTo>
                <a:close/>
              </a:path>
            </a:pathLst>
          </a:custGeom>
          <a:solidFill>
            <a:srgbClr val="EBED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5" name="contour_06543"/>
          <p:cNvSpPr/>
          <p:nvPr/>
        </p:nvSpPr>
        <p:spPr>
          <a:xfrm>
            <a:off x="2371684" y="5152610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0" y="0"/>
                </a:lnTo>
                <a:lnTo>
                  <a:pt x="4774" y="0"/>
                </a:lnTo>
                <a:lnTo>
                  <a:pt x="7200" y="0"/>
                </a:lnTo>
                <a:lnTo>
                  <a:pt x="8075" y="1284"/>
                </a:lnTo>
                <a:lnTo>
                  <a:pt x="8600" y="2225"/>
                </a:lnTo>
                <a:lnTo>
                  <a:pt x="8989" y="3279"/>
                </a:lnTo>
                <a:lnTo>
                  <a:pt x="9450" y="4909"/>
                </a:lnTo>
                <a:lnTo>
                  <a:pt x="9857" y="6280"/>
                </a:lnTo>
                <a:lnTo>
                  <a:pt x="10267" y="7670"/>
                </a:lnTo>
                <a:lnTo>
                  <a:pt x="10534" y="8736"/>
                </a:lnTo>
                <a:lnTo>
                  <a:pt x="10800" y="9818"/>
                </a:lnTo>
                <a:lnTo>
                  <a:pt x="12938" y="9429"/>
                </a:lnTo>
                <a:lnTo>
                  <a:pt x="15084" y="9039"/>
                </a:lnTo>
                <a:lnTo>
                  <a:pt x="17237" y="8648"/>
                </a:lnTo>
                <a:lnTo>
                  <a:pt x="19408" y="8253"/>
                </a:lnTo>
                <a:lnTo>
                  <a:pt x="21600" y="7855"/>
                </a:lnTo>
                <a:lnTo>
                  <a:pt x="21182" y="9005"/>
                </a:lnTo>
                <a:lnTo>
                  <a:pt x="20750" y="10154"/>
                </a:lnTo>
                <a:lnTo>
                  <a:pt x="20308" y="11297"/>
                </a:lnTo>
                <a:lnTo>
                  <a:pt x="19850" y="12440"/>
                </a:lnTo>
                <a:lnTo>
                  <a:pt x="19379" y="13582"/>
                </a:lnTo>
                <a:lnTo>
                  <a:pt x="18900" y="14727"/>
                </a:lnTo>
                <a:lnTo>
                  <a:pt x="18565" y="15713"/>
                </a:lnTo>
                <a:lnTo>
                  <a:pt x="18223" y="16714"/>
                </a:lnTo>
                <a:lnTo>
                  <a:pt x="17690" y="17847"/>
                </a:lnTo>
                <a:lnTo>
                  <a:pt x="17114" y="18735"/>
                </a:lnTo>
                <a:lnTo>
                  <a:pt x="16135" y="19833"/>
                </a:lnTo>
                <a:lnTo>
                  <a:pt x="14400" y="21600"/>
                </a:lnTo>
                <a:lnTo>
                  <a:pt x="12024" y="21600"/>
                </a:lnTo>
                <a:lnTo>
                  <a:pt x="9644" y="21600"/>
                </a:lnTo>
                <a:lnTo>
                  <a:pt x="7254" y="21600"/>
                </a:lnTo>
                <a:lnTo>
                  <a:pt x="4853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0" y="20263"/>
                </a:lnTo>
                <a:lnTo>
                  <a:pt x="0" y="18927"/>
                </a:lnTo>
                <a:lnTo>
                  <a:pt x="0" y="17588"/>
                </a:lnTo>
                <a:lnTo>
                  <a:pt x="0" y="16251"/>
                </a:lnTo>
                <a:lnTo>
                  <a:pt x="0" y="14912"/>
                </a:lnTo>
                <a:lnTo>
                  <a:pt x="0" y="13569"/>
                </a:lnTo>
                <a:lnTo>
                  <a:pt x="0" y="12226"/>
                </a:lnTo>
                <a:lnTo>
                  <a:pt x="0" y="10881"/>
                </a:lnTo>
                <a:lnTo>
                  <a:pt x="0" y="9533"/>
                </a:lnTo>
                <a:lnTo>
                  <a:pt x="0" y="8182"/>
                </a:lnTo>
                <a:lnTo>
                  <a:pt x="0" y="6828"/>
                </a:lnTo>
                <a:lnTo>
                  <a:pt x="0" y="5471"/>
                </a:lnTo>
                <a:lnTo>
                  <a:pt x="0" y="4110"/>
                </a:lnTo>
                <a:lnTo>
                  <a:pt x="0" y="2745"/>
                </a:lnTo>
                <a:lnTo>
                  <a:pt x="0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DDE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6" name="contour_06544"/>
          <p:cNvSpPr/>
          <p:nvPr/>
        </p:nvSpPr>
        <p:spPr>
          <a:xfrm>
            <a:off x="1293061" y="5143959"/>
            <a:ext cx="72880" cy="59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493"/>
                </a:moveTo>
                <a:lnTo>
                  <a:pt x="20235" y="2456"/>
                </a:lnTo>
                <a:lnTo>
                  <a:pt x="20745" y="3849"/>
                </a:lnTo>
                <a:lnTo>
                  <a:pt x="21073" y="5052"/>
                </a:lnTo>
                <a:lnTo>
                  <a:pt x="21324" y="6445"/>
                </a:lnTo>
                <a:lnTo>
                  <a:pt x="21600" y="8408"/>
                </a:lnTo>
                <a:lnTo>
                  <a:pt x="21131" y="8651"/>
                </a:lnTo>
                <a:lnTo>
                  <a:pt x="19710" y="9377"/>
                </a:lnTo>
                <a:lnTo>
                  <a:pt x="18505" y="10041"/>
                </a:lnTo>
                <a:lnTo>
                  <a:pt x="17280" y="10717"/>
                </a:lnTo>
                <a:lnTo>
                  <a:pt x="16075" y="11361"/>
                </a:lnTo>
                <a:lnTo>
                  <a:pt x="14850" y="12015"/>
                </a:lnTo>
                <a:lnTo>
                  <a:pt x="14381" y="12432"/>
                </a:lnTo>
                <a:lnTo>
                  <a:pt x="12960" y="13685"/>
                </a:lnTo>
                <a:lnTo>
                  <a:pt x="12960" y="15429"/>
                </a:lnTo>
                <a:lnTo>
                  <a:pt x="12960" y="17183"/>
                </a:lnTo>
                <a:lnTo>
                  <a:pt x="12960" y="18962"/>
                </a:lnTo>
                <a:lnTo>
                  <a:pt x="11534" y="19252"/>
                </a:lnTo>
                <a:lnTo>
                  <a:pt x="10107" y="19542"/>
                </a:lnTo>
                <a:lnTo>
                  <a:pt x="8679" y="19832"/>
                </a:lnTo>
                <a:lnTo>
                  <a:pt x="7247" y="20125"/>
                </a:lnTo>
                <a:lnTo>
                  <a:pt x="5810" y="20418"/>
                </a:lnTo>
                <a:lnTo>
                  <a:pt x="4368" y="20711"/>
                </a:lnTo>
                <a:lnTo>
                  <a:pt x="2920" y="21006"/>
                </a:lnTo>
                <a:lnTo>
                  <a:pt x="1464" y="21302"/>
                </a:lnTo>
                <a:lnTo>
                  <a:pt x="0" y="21600"/>
                </a:lnTo>
                <a:lnTo>
                  <a:pt x="784" y="18218"/>
                </a:lnTo>
                <a:lnTo>
                  <a:pt x="1452" y="15381"/>
                </a:lnTo>
                <a:lnTo>
                  <a:pt x="2028" y="13020"/>
                </a:lnTo>
                <a:lnTo>
                  <a:pt x="2540" y="11073"/>
                </a:lnTo>
                <a:lnTo>
                  <a:pt x="3009" y="9466"/>
                </a:lnTo>
                <a:lnTo>
                  <a:pt x="3465" y="8134"/>
                </a:lnTo>
                <a:lnTo>
                  <a:pt x="3929" y="7010"/>
                </a:lnTo>
                <a:lnTo>
                  <a:pt x="4430" y="6026"/>
                </a:lnTo>
                <a:lnTo>
                  <a:pt x="4990" y="5116"/>
                </a:lnTo>
                <a:lnTo>
                  <a:pt x="5638" y="4211"/>
                </a:lnTo>
                <a:lnTo>
                  <a:pt x="6396" y="3243"/>
                </a:lnTo>
                <a:lnTo>
                  <a:pt x="7290" y="2142"/>
                </a:lnTo>
                <a:lnTo>
                  <a:pt x="8938" y="1406"/>
                </a:lnTo>
                <a:lnTo>
                  <a:pt x="10448" y="826"/>
                </a:lnTo>
                <a:lnTo>
                  <a:pt x="11869" y="401"/>
                </a:lnTo>
                <a:lnTo>
                  <a:pt x="13256" y="127"/>
                </a:lnTo>
                <a:lnTo>
                  <a:pt x="14653" y="0"/>
                </a:lnTo>
                <a:lnTo>
                  <a:pt x="16116" y="21"/>
                </a:lnTo>
                <a:lnTo>
                  <a:pt x="17695" y="187"/>
                </a:lnTo>
                <a:lnTo>
                  <a:pt x="19440" y="493"/>
                </a:lnTo>
                <a:close/>
              </a:path>
            </a:pathLst>
          </a:custGeom>
          <a:solidFill>
            <a:srgbClr val="585365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7" name="contour_06545"/>
          <p:cNvSpPr/>
          <p:nvPr/>
        </p:nvSpPr>
        <p:spPr>
          <a:xfrm>
            <a:off x="11357063" y="5123458"/>
            <a:ext cx="66306" cy="516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3" y="0"/>
                </a:moveTo>
                <a:lnTo>
                  <a:pt x="1911" y="0"/>
                </a:lnTo>
                <a:lnTo>
                  <a:pt x="3592" y="0"/>
                </a:lnTo>
                <a:lnTo>
                  <a:pt x="5278" y="0"/>
                </a:lnTo>
                <a:lnTo>
                  <a:pt x="6970" y="0"/>
                </a:lnTo>
                <a:lnTo>
                  <a:pt x="8670" y="0"/>
                </a:lnTo>
                <a:lnTo>
                  <a:pt x="10380" y="0"/>
                </a:lnTo>
                <a:lnTo>
                  <a:pt x="12103" y="0"/>
                </a:lnTo>
                <a:lnTo>
                  <a:pt x="11588" y="329"/>
                </a:lnTo>
                <a:lnTo>
                  <a:pt x="10923" y="759"/>
                </a:lnTo>
                <a:lnTo>
                  <a:pt x="9660" y="1569"/>
                </a:lnTo>
                <a:lnTo>
                  <a:pt x="7355" y="3047"/>
                </a:lnTo>
                <a:lnTo>
                  <a:pt x="7035" y="5257"/>
                </a:lnTo>
                <a:lnTo>
                  <a:pt x="6959" y="6887"/>
                </a:lnTo>
                <a:lnTo>
                  <a:pt x="7058" y="9331"/>
                </a:lnTo>
                <a:lnTo>
                  <a:pt x="7156" y="11281"/>
                </a:lnTo>
                <a:lnTo>
                  <a:pt x="7255" y="13247"/>
                </a:lnTo>
                <a:lnTo>
                  <a:pt x="7355" y="15237"/>
                </a:lnTo>
                <a:lnTo>
                  <a:pt x="10100" y="15572"/>
                </a:lnTo>
                <a:lnTo>
                  <a:pt x="12030" y="15773"/>
                </a:lnTo>
                <a:lnTo>
                  <a:pt x="13404" y="15840"/>
                </a:lnTo>
                <a:lnTo>
                  <a:pt x="14492" y="15773"/>
                </a:lnTo>
                <a:lnTo>
                  <a:pt x="15553" y="15572"/>
                </a:lnTo>
                <a:lnTo>
                  <a:pt x="16852" y="15237"/>
                </a:lnTo>
                <a:lnTo>
                  <a:pt x="17725" y="12970"/>
                </a:lnTo>
                <a:lnTo>
                  <a:pt x="18286" y="11361"/>
                </a:lnTo>
                <a:lnTo>
                  <a:pt x="18647" y="9971"/>
                </a:lnTo>
                <a:lnTo>
                  <a:pt x="18922" y="8362"/>
                </a:lnTo>
                <a:lnTo>
                  <a:pt x="19226" y="6095"/>
                </a:lnTo>
                <a:lnTo>
                  <a:pt x="19520" y="7981"/>
                </a:lnTo>
                <a:lnTo>
                  <a:pt x="19815" y="9867"/>
                </a:lnTo>
                <a:lnTo>
                  <a:pt x="20109" y="11760"/>
                </a:lnTo>
                <a:lnTo>
                  <a:pt x="20403" y="13655"/>
                </a:lnTo>
                <a:lnTo>
                  <a:pt x="20700" y="15560"/>
                </a:lnTo>
                <a:lnTo>
                  <a:pt x="20999" y="17474"/>
                </a:lnTo>
                <a:lnTo>
                  <a:pt x="21298" y="19397"/>
                </a:lnTo>
                <a:lnTo>
                  <a:pt x="21600" y="21332"/>
                </a:lnTo>
                <a:lnTo>
                  <a:pt x="20043" y="21371"/>
                </a:lnTo>
                <a:lnTo>
                  <a:pt x="18483" y="21408"/>
                </a:lnTo>
                <a:lnTo>
                  <a:pt x="16925" y="21438"/>
                </a:lnTo>
                <a:lnTo>
                  <a:pt x="15368" y="21469"/>
                </a:lnTo>
                <a:lnTo>
                  <a:pt x="13808" y="21496"/>
                </a:lnTo>
                <a:lnTo>
                  <a:pt x="12251" y="21521"/>
                </a:lnTo>
                <a:lnTo>
                  <a:pt x="10919" y="21560"/>
                </a:lnTo>
                <a:lnTo>
                  <a:pt x="9568" y="21600"/>
                </a:lnTo>
                <a:lnTo>
                  <a:pt x="8174" y="21597"/>
                </a:lnTo>
                <a:lnTo>
                  <a:pt x="6783" y="21563"/>
                </a:lnTo>
                <a:lnTo>
                  <a:pt x="5389" y="21502"/>
                </a:lnTo>
                <a:lnTo>
                  <a:pt x="3998" y="21423"/>
                </a:lnTo>
                <a:lnTo>
                  <a:pt x="2607" y="21332"/>
                </a:lnTo>
                <a:lnTo>
                  <a:pt x="1230" y="19503"/>
                </a:lnTo>
                <a:lnTo>
                  <a:pt x="501" y="18129"/>
                </a:lnTo>
                <a:lnTo>
                  <a:pt x="171" y="16520"/>
                </a:lnTo>
                <a:lnTo>
                  <a:pt x="0" y="13988"/>
                </a:lnTo>
                <a:lnTo>
                  <a:pt x="28" y="12324"/>
                </a:lnTo>
                <a:lnTo>
                  <a:pt x="57" y="10651"/>
                </a:lnTo>
                <a:lnTo>
                  <a:pt x="85" y="8953"/>
                </a:lnTo>
                <a:lnTo>
                  <a:pt x="107" y="7280"/>
                </a:lnTo>
                <a:lnTo>
                  <a:pt x="128" y="5598"/>
                </a:lnTo>
                <a:lnTo>
                  <a:pt x="150" y="3892"/>
                </a:lnTo>
                <a:lnTo>
                  <a:pt x="190" y="1959"/>
                </a:lnTo>
                <a:lnTo>
                  <a:pt x="233" y="0"/>
                </a:lnTo>
                <a:close/>
              </a:path>
            </a:pathLst>
          </a:custGeom>
          <a:solidFill>
            <a:srgbClr val="BE993D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8" name="contour_06546"/>
          <p:cNvSpPr/>
          <p:nvPr/>
        </p:nvSpPr>
        <p:spPr>
          <a:xfrm>
            <a:off x="7889255" y="5108882"/>
            <a:ext cx="59033" cy="530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8" y="0"/>
                </a:moveTo>
                <a:lnTo>
                  <a:pt x="21365" y="3909"/>
                </a:lnTo>
                <a:lnTo>
                  <a:pt x="21528" y="7003"/>
                </a:lnTo>
                <a:lnTo>
                  <a:pt x="21600" y="9433"/>
                </a:lnTo>
                <a:lnTo>
                  <a:pt x="21568" y="11355"/>
                </a:lnTo>
                <a:lnTo>
                  <a:pt x="21413" y="12921"/>
                </a:lnTo>
                <a:lnTo>
                  <a:pt x="21125" y="14288"/>
                </a:lnTo>
                <a:lnTo>
                  <a:pt x="20685" y="15608"/>
                </a:lnTo>
                <a:lnTo>
                  <a:pt x="20080" y="17035"/>
                </a:lnTo>
                <a:lnTo>
                  <a:pt x="19293" y="18723"/>
                </a:lnTo>
                <a:lnTo>
                  <a:pt x="17517" y="19654"/>
                </a:lnTo>
                <a:lnTo>
                  <a:pt x="15709" y="20399"/>
                </a:lnTo>
                <a:lnTo>
                  <a:pt x="13875" y="20962"/>
                </a:lnTo>
                <a:lnTo>
                  <a:pt x="12016" y="21345"/>
                </a:lnTo>
                <a:lnTo>
                  <a:pt x="10136" y="21558"/>
                </a:lnTo>
                <a:lnTo>
                  <a:pt x="8237" y="21600"/>
                </a:lnTo>
                <a:lnTo>
                  <a:pt x="6325" y="21478"/>
                </a:lnTo>
                <a:lnTo>
                  <a:pt x="4397" y="21200"/>
                </a:lnTo>
                <a:lnTo>
                  <a:pt x="2461" y="20764"/>
                </a:lnTo>
                <a:lnTo>
                  <a:pt x="1395" y="18978"/>
                </a:lnTo>
                <a:lnTo>
                  <a:pt x="664" y="17418"/>
                </a:lnTo>
                <a:lnTo>
                  <a:pt x="219" y="15929"/>
                </a:lnTo>
                <a:lnTo>
                  <a:pt x="16" y="14359"/>
                </a:lnTo>
                <a:lnTo>
                  <a:pt x="0" y="12559"/>
                </a:lnTo>
                <a:lnTo>
                  <a:pt x="128" y="10382"/>
                </a:lnTo>
                <a:lnTo>
                  <a:pt x="1195" y="8590"/>
                </a:lnTo>
                <a:lnTo>
                  <a:pt x="2397" y="7003"/>
                </a:lnTo>
                <a:lnTo>
                  <a:pt x="3725" y="5609"/>
                </a:lnTo>
                <a:lnTo>
                  <a:pt x="5165" y="4399"/>
                </a:lnTo>
                <a:lnTo>
                  <a:pt x="6704" y="3364"/>
                </a:lnTo>
                <a:lnTo>
                  <a:pt x="8328" y="2489"/>
                </a:lnTo>
                <a:lnTo>
                  <a:pt x="10029" y="1765"/>
                </a:lnTo>
                <a:lnTo>
                  <a:pt x="11795" y="1181"/>
                </a:lnTo>
                <a:lnTo>
                  <a:pt x="13608" y="727"/>
                </a:lnTo>
                <a:lnTo>
                  <a:pt x="15461" y="392"/>
                </a:lnTo>
                <a:lnTo>
                  <a:pt x="17341" y="166"/>
                </a:lnTo>
                <a:lnTo>
                  <a:pt x="19232" y="42"/>
                </a:lnTo>
                <a:lnTo>
                  <a:pt x="21128" y="0"/>
                </a:lnTo>
                <a:close/>
              </a:path>
            </a:pathLst>
          </a:custGeom>
          <a:solidFill>
            <a:srgbClr val="F8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549" name="contour_06547"/>
          <p:cNvSpPr/>
          <p:nvPr/>
        </p:nvSpPr>
        <p:spPr>
          <a:xfrm>
            <a:off x="8274957" y="5065154"/>
            <a:ext cx="102032" cy="672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0"/>
                </a:moveTo>
                <a:lnTo>
                  <a:pt x="20363" y="1391"/>
                </a:lnTo>
                <a:lnTo>
                  <a:pt x="20670" y="2786"/>
                </a:lnTo>
                <a:lnTo>
                  <a:pt x="20977" y="4186"/>
                </a:lnTo>
                <a:lnTo>
                  <a:pt x="21287" y="5597"/>
                </a:lnTo>
                <a:lnTo>
                  <a:pt x="21600" y="7023"/>
                </a:lnTo>
                <a:lnTo>
                  <a:pt x="20520" y="7978"/>
                </a:lnTo>
                <a:lnTo>
                  <a:pt x="19509" y="8828"/>
                </a:lnTo>
                <a:lnTo>
                  <a:pt x="18548" y="9563"/>
                </a:lnTo>
                <a:lnTo>
                  <a:pt x="17612" y="10188"/>
                </a:lnTo>
                <a:lnTo>
                  <a:pt x="16678" y="10696"/>
                </a:lnTo>
                <a:lnTo>
                  <a:pt x="15725" y="11087"/>
                </a:lnTo>
                <a:lnTo>
                  <a:pt x="14733" y="11356"/>
                </a:lnTo>
                <a:lnTo>
                  <a:pt x="13674" y="11501"/>
                </a:lnTo>
                <a:lnTo>
                  <a:pt x="12533" y="11520"/>
                </a:lnTo>
                <a:lnTo>
                  <a:pt x="11281" y="11412"/>
                </a:lnTo>
                <a:lnTo>
                  <a:pt x="10107" y="11326"/>
                </a:lnTo>
                <a:lnTo>
                  <a:pt x="9344" y="11326"/>
                </a:lnTo>
                <a:lnTo>
                  <a:pt x="8659" y="11443"/>
                </a:lnTo>
                <a:lnTo>
                  <a:pt x="7714" y="11705"/>
                </a:lnTo>
                <a:lnTo>
                  <a:pt x="7344" y="13144"/>
                </a:lnTo>
                <a:lnTo>
                  <a:pt x="7083" y="14558"/>
                </a:lnTo>
                <a:lnTo>
                  <a:pt x="6903" y="15979"/>
                </a:lnTo>
                <a:lnTo>
                  <a:pt x="6769" y="17442"/>
                </a:lnTo>
                <a:lnTo>
                  <a:pt x="6653" y="18983"/>
                </a:lnTo>
                <a:lnTo>
                  <a:pt x="6414" y="20018"/>
                </a:lnTo>
                <a:lnTo>
                  <a:pt x="6171" y="21069"/>
                </a:lnTo>
                <a:lnTo>
                  <a:pt x="5104" y="21434"/>
                </a:lnTo>
                <a:lnTo>
                  <a:pt x="4102" y="21595"/>
                </a:lnTo>
                <a:lnTo>
                  <a:pt x="3127" y="21600"/>
                </a:lnTo>
                <a:lnTo>
                  <a:pt x="2145" y="21485"/>
                </a:lnTo>
                <a:lnTo>
                  <a:pt x="1114" y="21293"/>
                </a:lnTo>
                <a:lnTo>
                  <a:pt x="0" y="21069"/>
                </a:lnTo>
                <a:lnTo>
                  <a:pt x="19" y="19493"/>
                </a:lnTo>
                <a:lnTo>
                  <a:pt x="66" y="17974"/>
                </a:lnTo>
                <a:lnTo>
                  <a:pt x="153" y="16494"/>
                </a:lnTo>
                <a:lnTo>
                  <a:pt x="290" y="15050"/>
                </a:lnTo>
                <a:lnTo>
                  <a:pt x="486" y="13624"/>
                </a:lnTo>
                <a:lnTo>
                  <a:pt x="753" y="12210"/>
                </a:lnTo>
                <a:lnTo>
                  <a:pt x="1102" y="10792"/>
                </a:lnTo>
                <a:lnTo>
                  <a:pt x="1543" y="9364"/>
                </a:lnTo>
                <a:lnTo>
                  <a:pt x="2521" y="8849"/>
                </a:lnTo>
                <a:lnTo>
                  <a:pt x="3481" y="8449"/>
                </a:lnTo>
                <a:lnTo>
                  <a:pt x="4434" y="8137"/>
                </a:lnTo>
                <a:lnTo>
                  <a:pt x="5392" y="7903"/>
                </a:lnTo>
                <a:lnTo>
                  <a:pt x="6364" y="7718"/>
                </a:lnTo>
                <a:lnTo>
                  <a:pt x="7361" y="7571"/>
                </a:lnTo>
                <a:lnTo>
                  <a:pt x="8395" y="7435"/>
                </a:lnTo>
                <a:lnTo>
                  <a:pt x="9473" y="7194"/>
                </a:lnTo>
                <a:lnTo>
                  <a:pt x="10493" y="6852"/>
                </a:lnTo>
                <a:lnTo>
                  <a:pt x="11467" y="6421"/>
                </a:lnTo>
                <a:lnTo>
                  <a:pt x="12403" y="5906"/>
                </a:lnTo>
                <a:lnTo>
                  <a:pt x="13318" y="5314"/>
                </a:lnTo>
                <a:lnTo>
                  <a:pt x="14221" y="4656"/>
                </a:lnTo>
                <a:lnTo>
                  <a:pt x="15122" y="3935"/>
                </a:lnTo>
                <a:lnTo>
                  <a:pt x="16035" y="3160"/>
                </a:lnTo>
                <a:lnTo>
                  <a:pt x="16971" y="2341"/>
                </a:lnTo>
                <a:lnTo>
                  <a:pt x="17741" y="1751"/>
                </a:lnTo>
                <a:lnTo>
                  <a:pt x="18511" y="1163"/>
                </a:lnTo>
                <a:lnTo>
                  <a:pt x="19284" y="581"/>
                </a:lnTo>
                <a:lnTo>
                  <a:pt x="20057" y="0"/>
                </a:lnTo>
                <a:close/>
              </a:path>
            </a:pathLst>
          </a:custGeom>
          <a:solidFill>
            <a:srgbClr val="EC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0" name="contour_06548"/>
          <p:cNvSpPr/>
          <p:nvPr/>
        </p:nvSpPr>
        <p:spPr>
          <a:xfrm>
            <a:off x="5031801" y="5013664"/>
            <a:ext cx="58479" cy="587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68" y="174"/>
                </a:moveTo>
                <a:lnTo>
                  <a:pt x="12816" y="59"/>
                </a:lnTo>
                <a:lnTo>
                  <a:pt x="14259" y="0"/>
                </a:lnTo>
                <a:lnTo>
                  <a:pt x="15487" y="0"/>
                </a:lnTo>
                <a:lnTo>
                  <a:pt x="16886" y="59"/>
                </a:lnTo>
                <a:lnTo>
                  <a:pt x="18843" y="174"/>
                </a:lnTo>
                <a:lnTo>
                  <a:pt x="19403" y="1963"/>
                </a:lnTo>
                <a:lnTo>
                  <a:pt x="19923" y="3728"/>
                </a:lnTo>
                <a:lnTo>
                  <a:pt x="20394" y="5480"/>
                </a:lnTo>
                <a:lnTo>
                  <a:pt x="20803" y="7226"/>
                </a:lnTo>
                <a:lnTo>
                  <a:pt x="21137" y="8977"/>
                </a:lnTo>
                <a:lnTo>
                  <a:pt x="21390" y="10745"/>
                </a:lnTo>
                <a:lnTo>
                  <a:pt x="21549" y="12540"/>
                </a:lnTo>
                <a:lnTo>
                  <a:pt x="21600" y="14369"/>
                </a:lnTo>
                <a:lnTo>
                  <a:pt x="21535" y="16244"/>
                </a:lnTo>
                <a:lnTo>
                  <a:pt x="20039" y="17502"/>
                </a:lnTo>
                <a:lnTo>
                  <a:pt x="18510" y="18536"/>
                </a:lnTo>
                <a:lnTo>
                  <a:pt x="16935" y="19380"/>
                </a:lnTo>
                <a:lnTo>
                  <a:pt x="15309" y="20052"/>
                </a:lnTo>
                <a:lnTo>
                  <a:pt x="13618" y="20585"/>
                </a:lnTo>
                <a:lnTo>
                  <a:pt x="11855" y="21003"/>
                </a:lnTo>
                <a:lnTo>
                  <a:pt x="10011" y="21332"/>
                </a:lnTo>
                <a:lnTo>
                  <a:pt x="8076" y="21600"/>
                </a:lnTo>
                <a:lnTo>
                  <a:pt x="5669" y="21096"/>
                </a:lnTo>
                <a:lnTo>
                  <a:pt x="4046" y="20705"/>
                </a:lnTo>
                <a:lnTo>
                  <a:pt x="2818" y="20298"/>
                </a:lnTo>
                <a:lnTo>
                  <a:pt x="1599" y="19747"/>
                </a:lnTo>
                <a:lnTo>
                  <a:pt x="0" y="18922"/>
                </a:lnTo>
                <a:lnTo>
                  <a:pt x="506" y="17009"/>
                </a:lnTo>
                <a:lnTo>
                  <a:pt x="899" y="15636"/>
                </a:lnTo>
                <a:lnTo>
                  <a:pt x="1308" y="14414"/>
                </a:lnTo>
                <a:lnTo>
                  <a:pt x="1863" y="12960"/>
                </a:lnTo>
                <a:lnTo>
                  <a:pt x="2692" y="10887"/>
                </a:lnTo>
                <a:lnTo>
                  <a:pt x="4038" y="10217"/>
                </a:lnTo>
                <a:lnTo>
                  <a:pt x="5384" y="9548"/>
                </a:lnTo>
                <a:lnTo>
                  <a:pt x="6730" y="8878"/>
                </a:lnTo>
                <a:lnTo>
                  <a:pt x="8076" y="8209"/>
                </a:lnTo>
                <a:lnTo>
                  <a:pt x="8248" y="7593"/>
                </a:lnTo>
                <a:lnTo>
                  <a:pt x="8555" y="6508"/>
                </a:lnTo>
                <a:lnTo>
                  <a:pt x="9255" y="4025"/>
                </a:lnTo>
                <a:lnTo>
                  <a:pt x="9753" y="2753"/>
                </a:lnTo>
                <a:lnTo>
                  <a:pt x="10259" y="1473"/>
                </a:lnTo>
                <a:lnTo>
                  <a:pt x="10768" y="174"/>
                </a:lnTo>
                <a:close/>
              </a:path>
            </a:pathLst>
          </a:custGeom>
          <a:solidFill>
            <a:srgbClr val="5A58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1" name="contour_06549"/>
          <p:cNvSpPr/>
          <p:nvPr/>
        </p:nvSpPr>
        <p:spPr>
          <a:xfrm>
            <a:off x="3376632" y="5006850"/>
            <a:ext cx="44275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65" y="0"/>
                </a:moveTo>
                <a:lnTo>
                  <a:pt x="19492" y="1118"/>
                </a:lnTo>
                <a:lnTo>
                  <a:pt x="20455" y="2158"/>
                </a:lnTo>
                <a:lnTo>
                  <a:pt x="21102" y="3164"/>
                </a:lnTo>
                <a:lnTo>
                  <a:pt x="21472" y="4174"/>
                </a:lnTo>
                <a:lnTo>
                  <a:pt x="21600" y="5231"/>
                </a:lnTo>
                <a:lnTo>
                  <a:pt x="21525" y="6374"/>
                </a:lnTo>
                <a:lnTo>
                  <a:pt x="21291" y="7646"/>
                </a:lnTo>
                <a:lnTo>
                  <a:pt x="21120" y="8461"/>
                </a:lnTo>
                <a:lnTo>
                  <a:pt x="20946" y="9280"/>
                </a:lnTo>
                <a:lnTo>
                  <a:pt x="20768" y="10112"/>
                </a:lnTo>
                <a:lnTo>
                  <a:pt x="20569" y="10958"/>
                </a:lnTo>
                <a:lnTo>
                  <a:pt x="20366" y="11807"/>
                </a:lnTo>
                <a:lnTo>
                  <a:pt x="20164" y="12669"/>
                </a:lnTo>
                <a:lnTo>
                  <a:pt x="19979" y="13527"/>
                </a:lnTo>
                <a:lnTo>
                  <a:pt x="19790" y="14391"/>
                </a:lnTo>
                <a:lnTo>
                  <a:pt x="19602" y="15266"/>
                </a:lnTo>
                <a:lnTo>
                  <a:pt x="19371" y="16321"/>
                </a:lnTo>
                <a:lnTo>
                  <a:pt x="19136" y="17378"/>
                </a:lnTo>
                <a:lnTo>
                  <a:pt x="18898" y="18433"/>
                </a:lnTo>
                <a:lnTo>
                  <a:pt x="18656" y="19490"/>
                </a:lnTo>
                <a:lnTo>
                  <a:pt x="18414" y="20545"/>
                </a:lnTo>
                <a:lnTo>
                  <a:pt x="18165" y="21600"/>
                </a:lnTo>
                <a:lnTo>
                  <a:pt x="17806" y="21195"/>
                </a:lnTo>
                <a:lnTo>
                  <a:pt x="16722" y="19972"/>
                </a:lnTo>
                <a:lnTo>
                  <a:pt x="15673" y="19131"/>
                </a:lnTo>
                <a:lnTo>
                  <a:pt x="14610" y="18277"/>
                </a:lnTo>
                <a:lnTo>
                  <a:pt x="13824" y="18200"/>
                </a:lnTo>
                <a:lnTo>
                  <a:pt x="12441" y="18066"/>
                </a:lnTo>
                <a:lnTo>
                  <a:pt x="9276" y="17759"/>
                </a:lnTo>
                <a:lnTo>
                  <a:pt x="6162" y="17072"/>
                </a:lnTo>
                <a:lnTo>
                  <a:pt x="4345" y="16552"/>
                </a:lnTo>
                <a:lnTo>
                  <a:pt x="3136" y="15936"/>
                </a:lnTo>
                <a:lnTo>
                  <a:pt x="1831" y="14960"/>
                </a:lnTo>
                <a:lnTo>
                  <a:pt x="1067" y="13784"/>
                </a:lnTo>
                <a:lnTo>
                  <a:pt x="501" y="12707"/>
                </a:lnTo>
                <a:lnTo>
                  <a:pt x="142" y="11677"/>
                </a:lnTo>
                <a:lnTo>
                  <a:pt x="0" y="10636"/>
                </a:lnTo>
                <a:lnTo>
                  <a:pt x="78" y="9531"/>
                </a:lnTo>
                <a:lnTo>
                  <a:pt x="388" y="8308"/>
                </a:lnTo>
                <a:lnTo>
                  <a:pt x="1945" y="7354"/>
                </a:lnTo>
                <a:lnTo>
                  <a:pt x="3556" y="6440"/>
                </a:lnTo>
                <a:lnTo>
                  <a:pt x="5216" y="5561"/>
                </a:lnTo>
                <a:lnTo>
                  <a:pt x="6930" y="4710"/>
                </a:lnTo>
                <a:lnTo>
                  <a:pt x="8690" y="3886"/>
                </a:lnTo>
                <a:lnTo>
                  <a:pt x="10496" y="3084"/>
                </a:lnTo>
                <a:lnTo>
                  <a:pt x="12348" y="2298"/>
                </a:lnTo>
                <a:lnTo>
                  <a:pt x="14244" y="1525"/>
                </a:lnTo>
                <a:lnTo>
                  <a:pt x="16185" y="761"/>
                </a:lnTo>
                <a:lnTo>
                  <a:pt x="18165" y="0"/>
                </a:lnTo>
                <a:close/>
              </a:path>
            </a:pathLst>
          </a:custGeom>
          <a:solidFill>
            <a:srgbClr val="ACCC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2" name="contour_06550"/>
          <p:cNvSpPr/>
          <p:nvPr/>
        </p:nvSpPr>
        <p:spPr>
          <a:xfrm>
            <a:off x="1234757" y="4990766"/>
            <a:ext cx="65592" cy="671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6"/>
                </a:moveTo>
                <a:lnTo>
                  <a:pt x="20419" y="676"/>
                </a:lnTo>
                <a:lnTo>
                  <a:pt x="19234" y="868"/>
                </a:lnTo>
                <a:lnTo>
                  <a:pt x="18029" y="1063"/>
                </a:lnTo>
                <a:lnTo>
                  <a:pt x="17494" y="1323"/>
                </a:lnTo>
                <a:lnTo>
                  <a:pt x="16553" y="1781"/>
                </a:lnTo>
                <a:lnTo>
                  <a:pt x="14400" y="2832"/>
                </a:lnTo>
                <a:lnTo>
                  <a:pt x="14153" y="4516"/>
                </a:lnTo>
                <a:lnTo>
                  <a:pt x="13978" y="6090"/>
                </a:lnTo>
                <a:lnTo>
                  <a:pt x="13872" y="7611"/>
                </a:lnTo>
                <a:lnTo>
                  <a:pt x="13834" y="9128"/>
                </a:lnTo>
                <a:lnTo>
                  <a:pt x="13860" y="10693"/>
                </a:lnTo>
                <a:lnTo>
                  <a:pt x="13949" y="12361"/>
                </a:lnTo>
                <a:lnTo>
                  <a:pt x="13999" y="13694"/>
                </a:lnTo>
                <a:lnTo>
                  <a:pt x="14050" y="15043"/>
                </a:lnTo>
                <a:lnTo>
                  <a:pt x="14122" y="16683"/>
                </a:lnTo>
                <a:lnTo>
                  <a:pt x="14206" y="18323"/>
                </a:lnTo>
                <a:lnTo>
                  <a:pt x="14299" y="19962"/>
                </a:lnTo>
                <a:lnTo>
                  <a:pt x="14400" y="21600"/>
                </a:lnTo>
                <a:lnTo>
                  <a:pt x="12576" y="21415"/>
                </a:lnTo>
                <a:lnTo>
                  <a:pt x="10937" y="21208"/>
                </a:lnTo>
                <a:lnTo>
                  <a:pt x="9413" y="20934"/>
                </a:lnTo>
                <a:lnTo>
                  <a:pt x="7930" y="20549"/>
                </a:lnTo>
                <a:lnTo>
                  <a:pt x="6415" y="20002"/>
                </a:lnTo>
                <a:lnTo>
                  <a:pt x="4800" y="19254"/>
                </a:lnTo>
                <a:lnTo>
                  <a:pt x="3792" y="17882"/>
                </a:lnTo>
                <a:lnTo>
                  <a:pt x="2909" y="16516"/>
                </a:lnTo>
                <a:lnTo>
                  <a:pt x="2148" y="15139"/>
                </a:lnTo>
                <a:lnTo>
                  <a:pt x="1505" y="13736"/>
                </a:lnTo>
                <a:lnTo>
                  <a:pt x="972" y="12289"/>
                </a:lnTo>
                <a:lnTo>
                  <a:pt x="547" y="10782"/>
                </a:lnTo>
                <a:lnTo>
                  <a:pt x="226" y="9199"/>
                </a:lnTo>
                <a:lnTo>
                  <a:pt x="0" y="7524"/>
                </a:lnTo>
                <a:lnTo>
                  <a:pt x="617" y="6001"/>
                </a:lnTo>
                <a:lnTo>
                  <a:pt x="1315" y="4765"/>
                </a:lnTo>
                <a:lnTo>
                  <a:pt x="2153" y="3704"/>
                </a:lnTo>
                <a:lnTo>
                  <a:pt x="3185" y="2700"/>
                </a:lnTo>
                <a:lnTo>
                  <a:pt x="4471" y="1640"/>
                </a:lnTo>
                <a:lnTo>
                  <a:pt x="5971" y="1082"/>
                </a:lnTo>
                <a:lnTo>
                  <a:pt x="7488" y="655"/>
                </a:lnTo>
                <a:lnTo>
                  <a:pt x="9019" y="347"/>
                </a:lnTo>
                <a:lnTo>
                  <a:pt x="10565" y="145"/>
                </a:lnTo>
                <a:lnTo>
                  <a:pt x="12120" y="35"/>
                </a:lnTo>
                <a:lnTo>
                  <a:pt x="13687" y="0"/>
                </a:lnTo>
                <a:lnTo>
                  <a:pt x="15262" y="28"/>
                </a:lnTo>
                <a:lnTo>
                  <a:pt x="16843" y="106"/>
                </a:lnTo>
                <a:lnTo>
                  <a:pt x="18427" y="216"/>
                </a:lnTo>
                <a:lnTo>
                  <a:pt x="20014" y="347"/>
                </a:lnTo>
                <a:lnTo>
                  <a:pt x="21600" y="486"/>
                </a:lnTo>
                <a:close/>
              </a:path>
            </a:pathLst>
          </a:custGeom>
          <a:solidFill>
            <a:srgbClr val="B19086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3" name="contour_06551"/>
          <p:cNvSpPr/>
          <p:nvPr/>
        </p:nvSpPr>
        <p:spPr>
          <a:xfrm>
            <a:off x="11430125" y="4955834"/>
            <a:ext cx="7341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" y="0"/>
                </a:moveTo>
                <a:lnTo>
                  <a:pt x="1012" y="508"/>
                </a:lnTo>
                <a:lnTo>
                  <a:pt x="1883" y="1022"/>
                </a:lnTo>
                <a:lnTo>
                  <a:pt x="3021" y="1652"/>
                </a:lnTo>
                <a:lnTo>
                  <a:pt x="4177" y="2294"/>
                </a:lnTo>
                <a:lnTo>
                  <a:pt x="5299" y="2935"/>
                </a:lnTo>
                <a:lnTo>
                  <a:pt x="6439" y="3586"/>
                </a:lnTo>
                <a:lnTo>
                  <a:pt x="7803" y="3996"/>
                </a:lnTo>
                <a:lnTo>
                  <a:pt x="8751" y="4108"/>
                </a:lnTo>
                <a:lnTo>
                  <a:pt x="9722" y="3907"/>
                </a:lnTo>
                <a:lnTo>
                  <a:pt x="11163" y="3367"/>
                </a:lnTo>
                <a:lnTo>
                  <a:pt x="12086" y="2767"/>
                </a:lnTo>
                <a:lnTo>
                  <a:pt x="13023" y="2160"/>
                </a:lnTo>
                <a:lnTo>
                  <a:pt x="13023" y="3588"/>
                </a:lnTo>
                <a:lnTo>
                  <a:pt x="13023" y="5024"/>
                </a:lnTo>
                <a:lnTo>
                  <a:pt x="13023" y="6480"/>
                </a:lnTo>
                <a:lnTo>
                  <a:pt x="14144" y="7288"/>
                </a:lnTo>
                <a:lnTo>
                  <a:pt x="14965" y="7808"/>
                </a:lnTo>
                <a:lnTo>
                  <a:pt x="15887" y="8275"/>
                </a:lnTo>
                <a:lnTo>
                  <a:pt x="17311" y="8910"/>
                </a:lnTo>
                <a:lnTo>
                  <a:pt x="18508" y="9454"/>
                </a:lnTo>
                <a:lnTo>
                  <a:pt x="19724" y="10007"/>
                </a:lnTo>
                <a:lnTo>
                  <a:pt x="20656" y="10400"/>
                </a:lnTo>
                <a:lnTo>
                  <a:pt x="21600" y="10800"/>
                </a:lnTo>
                <a:lnTo>
                  <a:pt x="20326" y="10800"/>
                </a:lnTo>
                <a:lnTo>
                  <a:pt x="19048" y="10800"/>
                </a:lnTo>
                <a:lnTo>
                  <a:pt x="17766" y="10800"/>
                </a:lnTo>
                <a:lnTo>
                  <a:pt x="16473" y="10800"/>
                </a:lnTo>
                <a:lnTo>
                  <a:pt x="15167" y="10800"/>
                </a:lnTo>
                <a:lnTo>
                  <a:pt x="15609" y="11781"/>
                </a:lnTo>
                <a:lnTo>
                  <a:pt x="16055" y="12770"/>
                </a:lnTo>
                <a:lnTo>
                  <a:pt x="16507" y="13770"/>
                </a:lnTo>
                <a:lnTo>
                  <a:pt x="16773" y="14930"/>
                </a:lnTo>
                <a:lnTo>
                  <a:pt x="17039" y="16096"/>
                </a:lnTo>
                <a:lnTo>
                  <a:pt x="17311" y="17280"/>
                </a:lnTo>
                <a:lnTo>
                  <a:pt x="16113" y="18790"/>
                </a:lnTo>
                <a:lnTo>
                  <a:pt x="15266" y="19745"/>
                </a:lnTo>
                <a:lnTo>
                  <a:pt x="14371" y="20546"/>
                </a:lnTo>
                <a:lnTo>
                  <a:pt x="13023" y="21600"/>
                </a:lnTo>
                <a:lnTo>
                  <a:pt x="13023" y="20172"/>
                </a:lnTo>
                <a:lnTo>
                  <a:pt x="13023" y="18736"/>
                </a:lnTo>
                <a:lnTo>
                  <a:pt x="13023" y="17280"/>
                </a:lnTo>
                <a:lnTo>
                  <a:pt x="11605" y="17280"/>
                </a:lnTo>
                <a:lnTo>
                  <a:pt x="10179" y="17280"/>
                </a:lnTo>
                <a:lnTo>
                  <a:pt x="8734" y="17280"/>
                </a:lnTo>
                <a:lnTo>
                  <a:pt x="7595" y="16215"/>
                </a:lnTo>
                <a:lnTo>
                  <a:pt x="6791" y="15425"/>
                </a:lnTo>
                <a:lnTo>
                  <a:pt x="6099" y="14664"/>
                </a:lnTo>
                <a:lnTo>
                  <a:pt x="5299" y="13699"/>
                </a:lnTo>
                <a:lnTo>
                  <a:pt x="4177" y="12286"/>
                </a:lnTo>
                <a:lnTo>
                  <a:pt x="3838" y="11871"/>
                </a:lnTo>
                <a:lnTo>
                  <a:pt x="3244" y="11143"/>
                </a:lnTo>
                <a:lnTo>
                  <a:pt x="1883" y="9476"/>
                </a:lnTo>
                <a:lnTo>
                  <a:pt x="1141" y="8068"/>
                </a:lnTo>
                <a:lnTo>
                  <a:pt x="609" y="6772"/>
                </a:lnTo>
                <a:lnTo>
                  <a:pt x="257" y="5532"/>
                </a:lnTo>
                <a:lnTo>
                  <a:pt x="64" y="4292"/>
                </a:lnTo>
                <a:lnTo>
                  <a:pt x="0" y="2994"/>
                </a:lnTo>
                <a:lnTo>
                  <a:pt x="39" y="1581"/>
                </a:lnTo>
                <a:lnTo>
                  <a:pt x="157" y="0"/>
                </a:lnTo>
                <a:close/>
              </a:path>
            </a:pathLst>
          </a:custGeom>
          <a:solidFill>
            <a:srgbClr val="787876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4" name="contour_06552"/>
          <p:cNvSpPr/>
          <p:nvPr/>
        </p:nvSpPr>
        <p:spPr>
          <a:xfrm>
            <a:off x="11080834" y="4941258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8" y="0"/>
                </a:moveTo>
                <a:lnTo>
                  <a:pt x="20763" y="0"/>
                </a:lnTo>
                <a:lnTo>
                  <a:pt x="21600" y="0"/>
                </a:lnTo>
                <a:lnTo>
                  <a:pt x="21560" y="1735"/>
                </a:lnTo>
                <a:lnTo>
                  <a:pt x="21505" y="3451"/>
                </a:lnTo>
                <a:lnTo>
                  <a:pt x="21432" y="5148"/>
                </a:lnTo>
                <a:lnTo>
                  <a:pt x="21334" y="6833"/>
                </a:lnTo>
                <a:lnTo>
                  <a:pt x="21206" y="8503"/>
                </a:lnTo>
                <a:lnTo>
                  <a:pt x="21043" y="10166"/>
                </a:lnTo>
                <a:lnTo>
                  <a:pt x="20841" y="11825"/>
                </a:lnTo>
                <a:lnTo>
                  <a:pt x="20591" y="13481"/>
                </a:lnTo>
                <a:lnTo>
                  <a:pt x="20292" y="15139"/>
                </a:lnTo>
                <a:lnTo>
                  <a:pt x="19938" y="16800"/>
                </a:lnTo>
                <a:lnTo>
                  <a:pt x="18940" y="17666"/>
                </a:lnTo>
                <a:lnTo>
                  <a:pt x="17953" y="18324"/>
                </a:lnTo>
                <a:lnTo>
                  <a:pt x="16966" y="18794"/>
                </a:lnTo>
                <a:lnTo>
                  <a:pt x="15969" y="19102"/>
                </a:lnTo>
                <a:lnTo>
                  <a:pt x="14949" y="19272"/>
                </a:lnTo>
                <a:lnTo>
                  <a:pt x="13892" y="19330"/>
                </a:lnTo>
                <a:lnTo>
                  <a:pt x="12791" y="19296"/>
                </a:lnTo>
                <a:lnTo>
                  <a:pt x="11631" y="19200"/>
                </a:lnTo>
                <a:lnTo>
                  <a:pt x="10145" y="18677"/>
                </a:lnTo>
                <a:lnTo>
                  <a:pt x="9143" y="18290"/>
                </a:lnTo>
                <a:lnTo>
                  <a:pt x="8386" y="17926"/>
                </a:lnTo>
                <a:lnTo>
                  <a:pt x="7633" y="17467"/>
                </a:lnTo>
                <a:lnTo>
                  <a:pt x="6646" y="16800"/>
                </a:lnTo>
                <a:lnTo>
                  <a:pt x="6234" y="17988"/>
                </a:lnTo>
                <a:lnTo>
                  <a:pt x="5822" y="19181"/>
                </a:lnTo>
                <a:lnTo>
                  <a:pt x="5405" y="20383"/>
                </a:lnTo>
                <a:lnTo>
                  <a:pt x="4985" y="21600"/>
                </a:lnTo>
                <a:lnTo>
                  <a:pt x="5088" y="20460"/>
                </a:lnTo>
                <a:lnTo>
                  <a:pt x="5192" y="19313"/>
                </a:lnTo>
                <a:lnTo>
                  <a:pt x="5297" y="18149"/>
                </a:lnTo>
                <a:lnTo>
                  <a:pt x="5194" y="16910"/>
                </a:lnTo>
                <a:lnTo>
                  <a:pt x="5089" y="15665"/>
                </a:lnTo>
                <a:lnTo>
                  <a:pt x="4985" y="14400"/>
                </a:lnTo>
                <a:lnTo>
                  <a:pt x="3738" y="13692"/>
                </a:lnTo>
                <a:lnTo>
                  <a:pt x="2856" y="13212"/>
                </a:lnTo>
                <a:lnTo>
                  <a:pt x="2099" y="12847"/>
                </a:lnTo>
                <a:lnTo>
                  <a:pt x="1226" y="12482"/>
                </a:lnTo>
                <a:lnTo>
                  <a:pt x="0" y="12000"/>
                </a:lnTo>
                <a:lnTo>
                  <a:pt x="1073" y="11798"/>
                </a:lnTo>
                <a:lnTo>
                  <a:pt x="2145" y="11597"/>
                </a:lnTo>
                <a:lnTo>
                  <a:pt x="3218" y="11398"/>
                </a:lnTo>
                <a:lnTo>
                  <a:pt x="4292" y="11198"/>
                </a:lnTo>
                <a:lnTo>
                  <a:pt x="5365" y="10999"/>
                </a:lnTo>
                <a:lnTo>
                  <a:pt x="6438" y="10800"/>
                </a:lnTo>
                <a:lnTo>
                  <a:pt x="6895" y="10714"/>
                </a:lnTo>
                <a:lnTo>
                  <a:pt x="8274" y="10452"/>
                </a:lnTo>
                <a:lnTo>
                  <a:pt x="9325" y="10267"/>
                </a:lnTo>
                <a:lnTo>
                  <a:pt x="10365" y="10102"/>
                </a:lnTo>
                <a:lnTo>
                  <a:pt x="11401" y="9955"/>
                </a:lnTo>
                <a:lnTo>
                  <a:pt x="12435" y="9833"/>
                </a:lnTo>
                <a:lnTo>
                  <a:pt x="13468" y="9734"/>
                </a:lnTo>
                <a:lnTo>
                  <a:pt x="14509" y="9660"/>
                </a:lnTo>
                <a:lnTo>
                  <a:pt x="15557" y="9614"/>
                </a:lnTo>
                <a:lnTo>
                  <a:pt x="16615" y="9600"/>
                </a:lnTo>
                <a:lnTo>
                  <a:pt x="17202" y="8345"/>
                </a:lnTo>
                <a:lnTo>
                  <a:pt x="17581" y="7426"/>
                </a:lnTo>
                <a:lnTo>
                  <a:pt x="17918" y="6394"/>
                </a:lnTo>
                <a:lnTo>
                  <a:pt x="18380" y="4800"/>
                </a:lnTo>
                <a:lnTo>
                  <a:pt x="18847" y="3206"/>
                </a:lnTo>
                <a:lnTo>
                  <a:pt x="19164" y="2174"/>
                </a:lnTo>
                <a:lnTo>
                  <a:pt x="19480" y="1255"/>
                </a:lnTo>
                <a:lnTo>
                  <a:pt x="19938" y="0"/>
                </a:lnTo>
                <a:close/>
              </a:path>
            </a:pathLst>
          </a:custGeom>
          <a:solidFill>
            <a:srgbClr val="8A703D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5" name="contour_06553"/>
          <p:cNvSpPr/>
          <p:nvPr/>
        </p:nvSpPr>
        <p:spPr>
          <a:xfrm>
            <a:off x="374177" y="4963122"/>
            <a:ext cx="22411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00" y="0"/>
                </a:moveTo>
                <a:lnTo>
                  <a:pt x="11084" y="0"/>
                </a:lnTo>
                <a:lnTo>
                  <a:pt x="14625" y="0"/>
                </a:lnTo>
                <a:lnTo>
                  <a:pt x="15025" y="628"/>
                </a:lnTo>
                <a:lnTo>
                  <a:pt x="15412" y="1257"/>
                </a:lnTo>
                <a:lnTo>
                  <a:pt x="15798" y="1885"/>
                </a:lnTo>
                <a:lnTo>
                  <a:pt x="16184" y="2514"/>
                </a:lnTo>
                <a:lnTo>
                  <a:pt x="16556" y="3142"/>
                </a:lnTo>
                <a:lnTo>
                  <a:pt x="16929" y="3771"/>
                </a:lnTo>
                <a:lnTo>
                  <a:pt x="17294" y="4400"/>
                </a:lnTo>
                <a:lnTo>
                  <a:pt x="17652" y="5028"/>
                </a:lnTo>
                <a:lnTo>
                  <a:pt x="18011" y="5657"/>
                </a:lnTo>
                <a:lnTo>
                  <a:pt x="18348" y="6226"/>
                </a:lnTo>
                <a:lnTo>
                  <a:pt x="18692" y="6796"/>
                </a:lnTo>
                <a:lnTo>
                  <a:pt x="19043" y="7364"/>
                </a:lnTo>
                <a:lnTo>
                  <a:pt x="19401" y="7933"/>
                </a:lnTo>
                <a:lnTo>
                  <a:pt x="19767" y="8502"/>
                </a:lnTo>
                <a:lnTo>
                  <a:pt x="20111" y="9139"/>
                </a:lnTo>
                <a:lnTo>
                  <a:pt x="20448" y="9778"/>
                </a:lnTo>
                <a:lnTo>
                  <a:pt x="20757" y="10421"/>
                </a:lnTo>
                <a:lnTo>
                  <a:pt x="21031" y="11066"/>
                </a:lnTo>
                <a:lnTo>
                  <a:pt x="21263" y="11712"/>
                </a:lnTo>
                <a:lnTo>
                  <a:pt x="21438" y="12360"/>
                </a:lnTo>
                <a:lnTo>
                  <a:pt x="21551" y="13008"/>
                </a:lnTo>
                <a:lnTo>
                  <a:pt x="21600" y="13656"/>
                </a:lnTo>
                <a:lnTo>
                  <a:pt x="21558" y="14304"/>
                </a:lnTo>
                <a:lnTo>
                  <a:pt x="21431" y="14951"/>
                </a:lnTo>
                <a:lnTo>
                  <a:pt x="21207" y="15597"/>
                </a:lnTo>
                <a:lnTo>
                  <a:pt x="20862" y="16241"/>
                </a:lnTo>
                <a:lnTo>
                  <a:pt x="20406" y="16884"/>
                </a:lnTo>
                <a:lnTo>
                  <a:pt x="19823" y="17523"/>
                </a:lnTo>
                <a:lnTo>
                  <a:pt x="19099" y="18159"/>
                </a:lnTo>
                <a:lnTo>
                  <a:pt x="18221" y="18791"/>
                </a:lnTo>
                <a:lnTo>
                  <a:pt x="17196" y="19419"/>
                </a:lnTo>
                <a:lnTo>
                  <a:pt x="15995" y="20043"/>
                </a:lnTo>
                <a:lnTo>
                  <a:pt x="14625" y="20661"/>
                </a:lnTo>
                <a:lnTo>
                  <a:pt x="10291" y="21041"/>
                </a:lnTo>
                <a:lnTo>
                  <a:pt x="7383" y="21266"/>
                </a:lnTo>
                <a:lnTo>
                  <a:pt x="4587" y="21423"/>
                </a:lnTo>
                <a:lnTo>
                  <a:pt x="576" y="21600"/>
                </a:lnTo>
                <a:lnTo>
                  <a:pt x="527" y="20994"/>
                </a:lnTo>
                <a:lnTo>
                  <a:pt x="478" y="20389"/>
                </a:lnTo>
                <a:lnTo>
                  <a:pt x="428" y="19783"/>
                </a:lnTo>
                <a:lnTo>
                  <a:pt x="386" y="19177"/>
                </a:lnTo>
                <a:lnTo>
                  <a:pt x="351" y="18570"/>
                </a:lnTo>
                <a:lnTo>
                  <a:pt x="309" y="17965"/>
                </a:lnTo>
                <a:lnTo>
                  <a:pt x="274" y="17359"/>
                </a:lnTo>
                <a:lnTo>
                  <a:pt x="246" y="16753"/>
                </a:lnTo>
                <a:lnTo>
                  <a:pt x="218" y="16147"/>
                </a:lnTo>
                <a:lnTo>
                  <a:pt x="190" y="15542"/>
                </a:lnTo>
                <a:lnTo>
                  <a:pt x="162" y="15028"/>
                </a:lnTo>
                <a:lnTo>
                  <a:pt x="126" y="14515"/>
                </a:lnTo>
                <a:lnTo>
                  <a:pt x="91" y="14002"/>
                </a:lnTo>
                <a:lnTo>
                  <a:pt x="49" y="13490"/>
                </a:lnTo>
                <a:lnTo>
                  <a:pt x="7" y="12834"/>
                </a:lnTo>
                <a:lnTo>
                  <a:pt x="0" y="12182"/>
                </a:lnTo>
                <a:lnTo>
                  <a:pt x="28" y="11533"/>
                </a:lnTo>
                <a:lnTo>
                  <a:pt x="91" y="10886"/>
                </a:lnTo>
                <a:lnTo>
                  <a:pt x="190" y="10241"/>
                </a:lnTo>
                <a:lnTo>
                  <a:pt x="323" y="9599"/>
                </a:lnTo>
                <a:lnTo>
                  <a:pt x="499" y="8958"/>
                </a:lnTo>
                <a:lnTo>
                  <a:pt x="716" y="8319"/>
                </a:lnTo>
                <a:lnTo>
                  <a:pt x="969" y="7680"/>
                </a:lnTo>
                <a:lnTo>
                  <a:pt x="1271" y="7043"/>
                </a:lnTo>
                <a:lnTo>
                  <a:pt x="1609" y="6406"/>
                </a:lnTo>
                <a:lnTo>
                  <a:pt x="1995" y="5769"/>
                </a:lnTo>
                <a:lnTo>
                  <a:pt x="2423" y="5132"/>
                </a:lnTo>
                <a:lnTo>
                  <a:pt x="2901" y="4495"/>
                </a:lnTo>
                <a:lnTo>
                  <a:pt x="3421" y="3857"/>
                </a:lnTo>
                <a:lnTo>
                  <a:pt x="3997" y="3218"/>
                </a:lnTo>
                <a:lnTo>
                  <a:pt x="4615" y="2578"/>
                </a:lnTo>
                <a:lnTo>
                  <a:pt x="5282" y="1936"/>
                </a:lnTo>
                <a:lnTo>
                  <a:pt x="6006" y="1293"/>
                </a:lnTo>
                <a:lnTo>
                  <a:pt x="6779" y="648"/>
                </a:lnTo>
                <a:lnTo>
                  <a:pt x="7600" y="0"/>
                </a:lnTo>
                <a:close/>
              </a:path>
            </a:pathLst>
          </a:custGeom>
          <a:solidFill>
            <a:srgbClr val="94B3D6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6" name="contour_06554"/>
          <p:cNvSpPr/>
          <p:nvPr/>
        </p:nvSpPr>
        <p:spPr>
          <a:xfrm>
            <a:off x="1730341" y="4933970"/>
            <a:ext cx="65592" cy="1193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261"/>
                </a:lnTo>
                <a:lnTo>
                  <a:pt x="17256" y="524"/>
                </a:lnTo>
                <a:lnTo>
                  <a:pt x="18691" y="786"/>
                </a:lnTo>
                <a:lnTo>
                  <a:pt x="20138" y="1051"/>
                </a:lnTo>
                <a:lnTo>
                  <a:pt x="21600" y="1319"/>
                </a:lnTo>
                <a:lnTo>
                  <a:pt x="21154" y="2055"/>
                </a:lnTo>
                <a:lnTo>
                  <a:pt x="20705" y="2794"/>
                </a:lnTo>
                <a:lnTo>
                  <a:pt x="20251" y="3545"/>
                </a:lnTo>
                <a:lnTo>
                  <a:pt x="19848" y="4515"/>
                </a:lnTo>
                <a:lnTo>
                  <a:pt x="19615" y="5403"/>
                </a:lnTo>
                <a:lnTo>
                  <a:pt x="19543" y="6240"/>
                </a:lnTo>
                <a:lnTo>
                  <a:pt x="19622" y="7058"/>
                </a:lnTo>
                <a:lnTo>
                  <a:pt x="19848" y="7890"/>
                </a:lnTo>
                <a:lnTo>
                  <a:pt x="20210" y="8768"/>
                </a:lnTo>
                <a:lnTo>
                  <a:pt x="20700" y="9726"/>
                </a:lnTo>
                <a:lnTo>
                  <a:pt x="21055" y="10736"/>
                </a:lnTo>
                <a:lnTo>
                  <a:pt x="21245" y="11699"/>
                </a:lnTo>
                <a:lnTo>
                  <a:pt x="21276" y="12623"/>
                </a:lnTo>
                <a:lnTo>
                  <a:pt x="21161" y="13515"/>
                </a:lnTo>
                <a:lnTo>
                  <a:pt x="20909" y="14384"/>
                </a:lnTo>
                <a:lnTo>
                  <a:pt x="20530" y="15238"/>
                </a:lnTo>
                <a:lnTo>
                  <a:pt x="20030" y="16086"/>
                </a:lnTo>
                <a:lnTo>
                  <a:pt x="19423" y="16934"/>
                </a:lnTo>
                <a:lnTo>
                  <a:pt x="18718" y="17793"/>
                </a:lnTo>
                <a:lnTo>
                  <a:pt x="17921" y="18668"/>
                </a:lnTo>
                <a:lnTo>
                  <a:pt x="17045" y="19570"/>
                </a:lnTo>
                <a:lnTo>
                  <a:pt x="15725" y="20321"/>
                </a:lnTo>
                <a:lnTo>
                  <a:pt x="14736" y="20802"/>
                </a:lnTo>
                <a:lnTo>
                  <a:pt x="13771" y="21111"/>
                </a:lnTo>
                <a:lnTo>
                  <a:pt x="12530" y="21344"/>
                </a:lnTo>
                <a:lnTo>
                  <a:pt x="10706" y="21600"/>
                </a:lnTo>
                <a:lnTo>
                  <a:pt x="9146" y="21589"/>
                </a:lnTo>
                <a:lnTo>
                  <a:pt x="7610" y="21559"/>
                </a:lnTo>
                <a:lnTo>
                  <a:pt x="6089" y="21510"/>
                </a:lnTo>
                <a:lnTo>
                  <a:pt x="4574" y="21440"/>
                </a:lnTo>
                <a:lnTo>
                  <a:pt x="3060" y="21349"/>
                </a:lnTo>
                <a:lnTo>
                  <a:pt x="1538" y="21237"/>
                </a:lnTo>
                <a:lnTo>
                  <a:pt x="0" y="21100"/>
                </a:lnTo>
                <a:lnTo>
                  <a:pt x="1116" y="20855"/>
                </a:lnTo>
                <a:lnTo>
                  <a:pt x="2251" y="20606"/>
                </a:lnTo>
                <a:lnTo>
                  <a:pt x="3809" y="20037"/>
                </a:lnTo>
                <a:lnTo>
                  <a:pt x="4927" y="19472"/>
                </a:lnTo>
                <a:lnTo>
                  <a:pt x="5762" y="18845"/>
                </a:lnTo>
                <a:lnTo>
                  <a:pt x="6468" y="18091"/>
                </a:lnTo>
                <a:lnTo>
                  <a:pt x="7200" y="17144"/>
                </a:lnTo>
                <a:lnTo>
                  <a:pt x="7829" y="16314"/>
                </a:lnTo>
                <a:lnTo>
                  <a:pt x="8287" y="15763"/>
                </a:lnTo>
                <a:lnTo>
                  <a:pt x="8803" y="15244"/>
                </a:lnTo>
                <a:lnTo>
                  <a:pt x="9600" y="14506"/>
                </a:lnTo>
                <a:lnTo>
                  <a:pt x="10819" y="14235"/>
                </a:lnTo>
                <a:lnTo>
                  <a:pt x="12055" y="13958"/>
                </a:lnTo>
                <a:lnTo>
                  <a:pt x="13219" y="13575"/>
                </a:lnTo>
                <a:lnTo>
                  <a:pt x="14400" y="13188"/>
                </a:lnTo>
                <a:lnTo>
                  <a:pt x="14714" y="12375"/>
                </a:lnTo>
                <a:lnTo>
                  <a:pt x="14868" y="11791"/>
                </a:lnTo>
                <a:lnTo>
                  <a:pt x="14904" y="11151"/>
                </a:lnTo>
                <a:lnTo>
                  <a:pt x="14868" y="10174"/>
                </a:lnTo>
                <a:lnTo>
                  <a:pt x="14844" y="9285"/>
                </a:lnTo>
                <a:lnTo>
                  <a:pt x="14822" y="8383"/>
                </a:lnTo>
                <a:lnTo>
                  <a:pt x="14791" y="7918"/>
                </a:lnTo>
                <a:lnTo>
                  <a:pt x="14700" y="6512"/>
                </a:lnTo>
                <a:lnTo>
                  <a:pt x="14678" y="5888"/>
                </a:lnTo>
                <a:lnTo>
                  <a:pt x="14657" y="5261"/>
                </a:lnTo>
                <a:lnTo>
                  <a:pt x="14635" y="4624"/>
                </a:lnTo>
                <a:lnTo>
                  <a:pt x="14599" y="3699"/>
                </a:lnTo>
                <a:lnTo>
                  <a:pt x="14556" y="2775"/>
                </a:lnTo>
                <a:lnTo>
                  <a:pt x="14508" y="1849"/>
                </a:lnTo>
                <a:lnTo>
                  <a:pt x="14458" y="924"/>
                </a:lnTo>
                <a:lnTo>
                  <a:pt x="14400" y="0"/>
                </a:lnTo>
                <a:close/>
              </a:path>
            </a:pathLst>
          </a:custGeom>
          <a:solidFill>
            <a:srgbClr val="EEE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7" name="contour_06555"/>
          <p:cNvSpPr/>
          <p:nvPr/>
        </p:nvSpPr>
        <p:spPr>
          <a:xfrm>
            <a:off x="9374409" y="4955834"/>
            <a:ext cx="4423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01" y="0"/>
                </a:moveTo>
                <a:lnTo>
                  <a:pt x="19714" y="1410"/>
                </a:lnTo>
                <a:lnTo>
                  <a:pt x="20692" y="2821"/>
                </a:lnTo>
                <a:lnTo>
                  <a:pt x="21294" y="4240"/>
                </a:lnTo>
                <a:lnTo>
                  <a:pt x="21575" y="5672"/>
                </a:lnTo>
                <a:lnTo>
                  <a:pt x="21600" y="7124"/>
                </a:lnTo>
                <a:lnTo>
                  <a:pt x="21429" y="8599"/>
                </a:lnTo>
                <a:lnTo>
                  <a:pt x="21112" y="10104"/>
                </a:lnTo>
                <a:lnTo>
                  <a:pt x="20717" y="11647"/>
                </a:lnTo>
                <a:lnTo>
                  <a:pt x="20301" y="13230"/>
                </a:lnTo>
                <a:lnTo>
                  <a:pt x="20023" y="14440"/>
                </a:lnTo>
                <a:lnTo>
                  <a:pt x="19739" y="15669"/>
                </a:lnTo>
                <a:lnTo>
                  <a:pt x="19390" y="17153"/>
                </a:lnTo>
                <a:lnTo>
                  <a:pt x="19030" y="18634"/>
                </a:lnTo>
                <a:lnTo>
                  <a:pt x="18667" y="20118"/>
                </a:lnTo>
                <a:lnTo>
                  <a:pt x="18301" y="21600"/>
                </a:lnTo>
                <a:lnTo>
                  <a:pt x="14247" y="21511"/>
                </a:lnTo>
                <a:lnTo>
                  <a:pt x="11396" y="21395"/>
                </a:lnTo>
                <a:lnTo>
                  <a:pt x="9346" y="21190"/>
                </a:lnTo>
                <a:lnTo>
                  <a:pt x="7705" y="20835"/>
                </a:lnTo>
                <a:lnTo>
                  <a:pt x="6075" y="20272"/>
                </a:lnTo>
                <a:lnTo>
                  <a:pt x="4064" y="19440"/>
                </a:lnTo>
                <a:lnTo>
                  <a:pt x="3061" y="17932"/>
                </a:lnTo>
                <a:lnTo>
                  <a:pt x="2196" y="16446"/>
                </a:lnTo>
                <a:lnTo>
                  <a:pt x="1466" y="14973"/>
                </a:lnTo>
                <a:lnTo>
                  <a:pt x="879" y="13502"/>
                </a:lnTo>
                <a:lnTo>
                  <a:pt x="438" y="12029"/>
                </a:lnTo>
                <a:lnTo>
                  <a:pt x="142" y="10543"/>
                </a:lnTo>
                <a:lnTo>
                  <a:pt x="0" y="9037"/>
                </a:lnTo>
                <a:lnTo>
                  <a:pt x="11" y="7504"/>
                </a:lnTo>
                <a:lnTo>
                  <a:pt x="178" y="5934"/>
                </a:lnTo>
                <a:lnTo>
                  <a:pt x="505" y="4320"/>
                </a:lnTo>
                <a:lnTo>
                  <a:pt x="2534" y="3363"/>
                </a:lnTo>
                <a:lnTo>
                  <a:pt x="4588" y="2568"/>
                </a:lnTo>
                <a:lnTo>
                  <a:pt x="6684" y="1916"/>
                </a:lnTo>
                <a:lnTo>
                  <a:pt x="8837" y="1380"/>
                </a:lnTo>
                <a:lnTo>
                  <a:pt x="11058" y="944"/>
                </a:lnTo>
                <a:lnTo>
                  <a:pt x="13368" y="581"/>
                </a:lnTo>
                <a:lnTo>
                  <a:pt x="15777" y="274"/>
                </a:lnTo>
                <a:lnTo>
                  <a:pt x="18301" y="0"/>
                </a:lnTo>
                <a:close/>
              </a:path>
            </a:pathLst>
          </a:custGeom>
          <a:solidFill>
            <a:srgbClr val="C1DA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8" name="contour_06556"/>
          <p:cNvSpPr/>
          <p:nvPr/>
        </p:nvSpPr>
        <p:spPr>
          <a:xfrm>
            <a:off x="1781357" y="4948546"/>
            <a:ext cx="6653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66" y="0"/>
                </a:moveTo>
                <a:lnTo>
                  <a:pt x="3991" y="154"/>
                </a:lnTo>
                <a:lnTo>
                  <a:pt x="5595" y="333"/>
                </a:lnTo>
                <a:lnTo>
                  <a:pt x="7187" y="543"/>
                </a:lnTo>
                <a:lnTo>
                  <a:pt x="8775" y="781"/>
                </a:lnTo>
                <a:lnTo>
                  <a:pt x="10369" y="1049"/>
                </a:lnTo>
                <a:lnTo>
                  <a:pt x="11976" y="1352"/>
                </a:lnTo>
                <a:lnTo>
                  <a:pt x="13320" y="1592"/>
                </a:lnTo>
                <a:lnTo>
                  <a:pt x="14680" y="1839"/>
                </a:lnTo>
                <a:lnTo>
                  <a:pt x="16334" y="2145"/>
                </a:lnTo>
                <a:lnTo>
                  <a:pt x="17987" y="2453"/>
                </a:lnTo>
                <a:lnTo>
                  <a:pt x="19641" y="2768"/>
                </a:lnTo>
                <a:lnTo>
                  <a:pt x="21292" y="3086"/>
                </a:lnTo>
                <a:lnTo>
                  <a:pt x="21496" y="5227"/>
                </a:lnTo>
                <a:lnTo>
                  <a:pt x="21600" y="6776"/>
                </a:lnTo>
                <a:lnTo>
                  <a:pt x="21600" y="8183"/>
                </a:lnTo>
                <a:lnTo>
                  <a:pt x="21496" y="9893"/>
                </a:lnTo>
                <a:lnTo>
                  <a:pt x="21292" y="12343"/>
                </a:lnTo>
                <a:lnTo>
                  <a:pt x="19828" y="13790"/>
                </a:lnTo>
                <a:lnTo>
                  <a:pt x="18742" y="14784"/>
                </a:lnTo>
                <a:lnTo>
                  <a:pt x="17708" y="15577"/>
                </a:lnTo>
                <a:lnTo>
                  <a:pt x="16400" y="16416"/>
                </a:lnTo>
                <a:lnTo>
                  <a:pt x="14491" y="17552"/>
                </a:lnTo>
                <a:lnTo>
                  <a:pt x="13928" y="17897"/>
                </a:lnTo>
                <a:lnTo>
                  <a:pt x="12936" y="18505"/>
                </a:lnTo>
                <a:lnTo>
                  <a:pt x="10665" y="19900"/>
                </a:lnTo>
                <a:lnTo>
                  <a:pt x="8886" y="20730"/>
                </a:lnTo>
                <a:lnTo>
                  <a:pt x="7566" y="21233"/>
                </a:lnTo>
                <a:lnTo>
                  <a:pt x="6305" y="21492"/>
                </a:lnTo>
                <a:lnTo>
                  <a:pt x="4703" y="21588"/>
                </a:lnTo>
                <a:lnTo>
                  <a:pt x="2366" y="21600"/>
                </a:lnTo>
                <a:lnTo>
                  <a:pt x="2094" y="19789"/>
                </a:lnTo>
                <a:lnTo>
                  <a:pt x="1824" y="17977"/>
                </a:lnTo>
                <a:lnTo>
                  <a:pt x="1559" y="16163"/>
                </a:lnTo>
                <a:lnTo>
                  <a:pt x="1296" y="14349"/>
                </a:lnTo>
                <a:lnTo>
                  <a:pt x="1036" y="12534"/>
                </a:lnTo>
                <a:lnTo>
                  <a:pt x="788" y="10849"/>
                </a:lnTo>
                <a:lnTo>
                  <a:pt x="539" y="9155"/>
                </a:lnTo>
                <a:lnTo>
                  <a:pt x="286" y="7437"/>
                </a:lnTo>
                <a:lnTo>
                  <a:pt x="144" y="5277"/>
                </a:lnTo>
                <a:lnTo>
                  <a:pt x="0" y="3086"/>
                </a:lnTo>
                <a:lnTo>
                  <a:pt x="1173" y="1555"/>
                </a:lnTo>
                <a:lnTo>
                  <a:pt x="2366" y="0"/>
                </a:lnTo>
                <a:close/>
              </a:path>
            </a:pathLst>
          </a:custGeom>
          <a:solidFill>
            <a:srgbClr val="F4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559" name="contour_06557"/>
          <p:cNvSpPr/>
          <p:nvPr/>
        </p:nvSpPr>
        <p:spPr>
          <a:xfrm>
            <a:off x="6554991" y="4890242"/>
            <a:ext cx="102032" cy="516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3943" y="662"/>
                </a:lnTo>
                <a:lnTo>
                  <a:pt x="14114" y="2668"/>
                </a:lnTo>
                <a:lnTo>
                  <a:pt x="14288" y="4369"/>
                </a:lnTo>
                <a:lnTo>
                  <a:pt x="14464" y="6098"/>
                </a:lnTo>
                <a:lnTo>
                  <a:pt x="14626" y="7800"/>
                </a:lnTo>
                <a:lnTo>
                  <a:pt x="14790" y="9529"/>
                </a:lnTo>
                <a:lnTo>
                  <a:pt x="15108" y="10852"/>
                </a:lnTo>
                <a:lnTo>
                  <a:pt x="15429" y="12196"/>
                </a:lnTo>
                <a:lnTo>
                  <a:pt x="16448" y="12196"/>
                </a:lnTo>
                <a:lnTo>
                  <a:pt x="17474" y="12196"/>
                </a:lnTo>
                <a:lnTo>
                  <a:pt x="18514" y="12196"/>
                </a:lnTo>
                <a:lnTo>
                  <a:pt x="18514" y="10385"/>
                </a:lnTo>
                <a:lnTo>
                  <a:pt x="18514" y="8568"/>
                </a:lnTo>
                <a:lnTo>
                  <a:pt x="18514" y="6745"/>
                </a:lnTo>
                <a:lnTo>
                  <a:pt x="18514" y="4906"/>
                </a:lnTo>
                <a:lnTo>
                  <a:pt x="18514" y="3049"/>
                </a:lnTo>
                <a:lnTo>
                  <a:pt x="19534" y="3049"/>
                </a:lnTo>
                <a:lnTo>
                  <a:pt x="20560" y="3049"/>
                </a:lnTo>
                <a:lnTo>
                  <a:pt x="21600" y="3049"/>
                </a:lnTo>
                <a:lnTo>
                  <a:pt x="21585" y="5101"/>
                </a:lnTo>
                <a:lnTo>
                  <a:pt x="21546" y="7089"/>
                </a:lnTo>
                <a:lnTo>
                  <a:pt x="21469" y="9022"/>
                </a:lnTo>
                <a:lnTo>
                  <a:pt x="21341" y="10916"/>
                </a:lnTo>
                <a:lnTo>
                  <a:pt x="21149" y="12776"/>
                </a:lnTo>
                <a:lnTo>
                  <a:pt x="20881" y="14618"/>
                </a:lnTo>
                <a:lnTo>
                  <a:pt x="20522" y="16453"/>
                </a:lnTo>
                <a:lnTo>
                  <a:pt x="20057" y="18295"/>
                </a:lnTo>
                <a:lnTo>
                  <a:pt x="19005" y="18676"/>
                </a:lnTo>
                <a:lnTo>
                  <a:pt x="17991" y="18905"/>
                </a:lnTo>
                <a:lnTo>
                  <a:pt x="16998" y="19008"/>
                </a:lnTo>
                <a:lnTo>
                  <a:pt x="16009" y="19002"/>
                </a:lnTo>
                <a:lnTo>
                  <a:pt x="15010" y="18908"/>
                </a:lnTo>
                <a:lnTo>
                  <a:pt x="13988" y="18743"/>
                </a:lnTo>
                <a:lnTo>
                  <a:pt x="12921" y="18533"/>
                </a:lnTo>
                <a:lnTo>
                  <a:pt x="11868" y="18414"/>
                </a:lnTo>
                <a:lnTo>
                  <a:pt x="10800" y="18295"/>
                </a:lnTo>
                <a:lnTo>
                  <a:pt x="10035" y="19807"/>
                </a:lnTo>
                <a:lnTo>
                  <a:pt x="9257" y="21344"/>
                </a:lnTo>
                <a:lnTo>
                  <a:pt x="8176" y="21490"/>
                </a:lnTo>
                <a:lnTo>
                  <a:pt x="7389" y="21573"/>
                </a:lnTo>
                <a:lnTo>
                  <a:pt x="6670" y="21600"/>
                </a:lnTo>
                <a:lnTo>
                  <a:pt x="5793" y="21585"/>
                </a:lnTo>
                <a:lnTo>
                  <a:pt x="4533" y="21533"/>
                </a:lnTo>
                <a:lnTo>
                  <a:pt x="3686" y="21505"/>
                </a:lnTo>
                <a:lnTo>
                  <a:pt x="2834" y="21478"/>
                </a:lnTo>
                <a:lnTo>
                  <a:pt x="1970" y="21451"/>
                </a:lnTo>
                <a:lnTo>
                  <a:pt x="992" y="21399"/>
                </a:lnTo>
                <a:lnTo>
                  <a:pt x="0" y="21344"/>
                </a:lnTo>
                <a:lnTo>
                  <a:pt x="0" y="19328"/>
                </a:lnTo>
                <a:lnTo>
                  <a:pt x="0" y="17301"/>
                </a:lnTo>
                <a:lnTo>
                  <a:pt x="0" y="15246"/>
                </a:lnTo>
                <a:lnTo>
                  <a:pt x="929" y="14239"/>
                </a:lnTo>
                <a:lnTo>
                  <a:pt x="1618" y="13547"/>
                </a:lnTo>
                <a:lnTo>
                  <a:pt x="2277" y="12995"/>
                </a:lnTo>
                <a:lnTo>
                  <a:pt x="3115" y="12413"/>
                </a:lnTo>
                <a:lnTo>
                  <a:pt x="4339" y="11623"/>
                </a:lnTo>
                <a:lnTo>
                  <a:pt x="5145" y="11077"/>
                </a:lnTo>
                <a:lnTo>
                  <a:pt x="5959" y="10529"/>
                </a:lnTo>
                <a:lnTo>
                  <a:pt x="6781" y="9971"/>
                </a:lnTo>
                <a:lnTo>
                  <a:pt x="7938" y="9678"/>
                </a:lnTo>
                <a:lnTo>
                  <a:pt x="8979" y="9608"/>
                </a:lnTo>
                <a:lnTo>
                  <a:pt x="9947" y="9751"/>
                </a:lnTo>
                <a:lnTo>
                  <a:pt x="10880" y="10093"/>
                </a:lnTo>
                <a:lnTo>
                  <a:pt x="11821" y="10620"/>
                </a:lnTo>
                <a:lnTo>
                  <a:pt x="12809" y="11327"/>
                </a:lnTo>
                <a:lnTo>
                  <a:pt x="13886" y="12196"/>
                </a:lnTo>
                <a:lnTo>
                  <a:pt x="13886" y="10184"/>
                </a:lnTo>
                <a:lnTo>
                  <a:pt x="13886" y="8169"/>
                </a:lnTo>
                <a:lnTo>
                  <a:pt x="13886" y="6144"/>
                </a:lnTo>
                <a:lnTo>
                  <a:pt x="13886" y="4110"/>
                </a:lnTo>
                <a:lnTo>
                  <a:pt x="13886" y="2064"/>
                </a:lnTo>
                <a:lnTo>
                  <a:pt x="13886" y="0"/>
                </a:lnTo>
                <a:close/>
              </a:path>
            </a:pathLst>
          </a:custGeom>
          <a:solidFill>
            <a:srgbClr val="786A88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0" name="contour_06558"/>
          <p:cNvSpPr/>
          <p:nvPr/>
        </p:nvSpPr>
        <p:spPr>
          <a:xfrm>
            <a:off x="1781357" y="4868378"/>
            <a:ext cx="87456" cy="89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0"/>
                </a:moveTo>
                <a:lnTo>
                  <a:pt x="20405" y="1114"/>
                </a:lnTo>
                <a:lnTo>
                  <a:pt x="20801" y="1944"/>
                </a:lnTo>
                <a:lnTo>
                  <a:pt x="21074" y="2745"/>
                </a:lnTo>
                <a:lnTo>
                  <a:pt x="21312" y="3772"/>
                </a:lnTo>
                <a:lnTo>
                  <a:pt x="21600" y="5273"/>
                </a:lnTo>
                <a:lnTo>
                  <a:pt x="20983" y="6314"/>
                </a:lnTo>
                <a:lnTo>
                  <a:pt x="20306" y="7296"/>
                </a:lnTo>
                <a:lnTo>
                  <a:pt x="19575" y="8233"/>
                </a:lnTo>
                <a:lnTo>
                  <a:pt x="18803" y="9135"/>
                </a:lnTo>
                <a:lnTo>
                  <a:pt x="17995" y="10013"/>
                </a:lnTo>
                <a:lnTo>
                  <a:pt x="17163" y="10883"/>
                </a:lnTo>
                <a:lnTo>
                  <a:pt x="16312" y="11755"/>
                </a:lnTo>
                <a:lnTo>
                  <a:pt x="15525" y="12601"/>
                </a:lnTo>
                <a:lnTo>
                  <a:pt x="14728" y="13460"/>
                </a:lnTo>
                <a:lnTo>
                  <a:pt x="13948" y="14290"/>
                </a:lnTo>
                <a:lnTo>
                  <a:pt x="13165" y="15116"/>
                </a:lnTo>
                <a:lnTo>
                  <a:pt x="12380" y="15939"/>
                </a:lnTo>
                <a:lnTo>
                  <a:pt x="11590" y="16759"/>
                </a:lnTo>
                <a:lnTo>
                  <a:pt x="10800" y="17577"/>
                </a:lnTo>
                <a:lnTo>
                  <a:pt x="11691" y="18157"/>
                </a:lnTo>
                <a:lnTo>
                  <a:pt x="12584" y="18739"/>
                </a:lnTo>
                <a:lnTo>
                  <a:pt x="13480" y="19320"/>
                </a:lnTo>
                <a:lnTo>
                  <a:pt x="14380" y="19907"/>
                </a:lnTo>
                <a:lnTo>
                  <a:pt x="15286" y="20498"/>
                </a:lnTo>
                <a:lnTo>
                  <a:pt x="16200" y="21092"/>
                </a:lnTo>
                <a:lnTo>
                  <a:pt x="13664" y="21306"/>
                </a:lnTo>
                <a:lnTo>
                  <a:pt x="11614" y="21466"/>
                </a:lnTo>
                <a:lnTo>
                  <a:pt x="9970" y="21567"/>
                </a:lnTo>
                <a:lnTo>
                  <a:pt x="8658" y="21600"/>
                </a:lnTo>
                <a:lnTo>
                  <a:pt x="7603" y="21560"/>
                </a:lnTo>
                <a:lnTo>
                  <a:pt x="6725" y="21440"/>
                </a:lnTo>
                <a:lnTo>
                  <a:pt x="5951" y="21234"/>
                </a:lnTo>
                <a:lnTo>
                  <a:pt x="5204" y="20937"/>
                </a:lnTo>
                <a:lnTo>
                  <a:pt x="4405" y="20542"/>
                </a:lnTo>
                <a:lnTo>
                  <a:pt x="3481" y="20041"/>
                </a:lnTo>
                <a:lnTo>
                  <a:pt x="2754" y="19352"/>
                </a:lnTo>
                <a:lnTo>
                  <a:pt x="2210" y="18788"/>
                </a:lnTo>
                <a:lnTo>
                  <a:pt x="1681" y="18146"/>
                </a:lnTo>
                <a:lnTo>
                  <a:pt x="999" y="17223"/>
                </a:lnTo>
                <a:lnTo>
                  <a:pt x="0" y="15819"/>
                </a:lnTo>
                <a:lnTo>
                  <a:pt x="0" y="14657"/>
                </a:lnTo>
                <a:lnTo>
                  <a:pt x="0" y="13488"/>
                </a:lnTo>
                <a:lnTo>
                  <a:pt x="0" y="12304"/>
                </a:lnTo>
                <a:lnTo>
                  <a:pt x="1249" y="11906"/>
                </a:lnTo>
                <a:lnTo>
                  <a:pt x="2178" y="11634"/>
                </a:lnTo>
                <a:lnTo>
                  <a:pt x="3067" y="11418"/>
                </a:lnTo>
                <a:lnTo>
                  <a:pt x="4198" y="11188"/>
                </a:lnTo>
                <a:lnTo>
                  <a:pt x="5850" y="10876"/>
                </a:lnTo>
                <a:lnTo>
                  <a:pt x="7317" y="10483"/>
                </a:lnTo>
                <a:lnTo>
                  <a:pt x="8669" y="10042"/>
                </a:lnTo>
                <a:lnTo>
                  <a:pt x="9918" y="9551"/>
                </a:lnTo>
                <a:lnTo>
                  <a:pt x="11074" y="9010"/>
                </a:lnTo>
                <a:lnTo>
                  <a:pt x="12145" y="8412"/>
                </a:lnTo>
                <a:lnTo>
                  <a:pt x="13145" y="7755"/>
                </a:lnTo>
                <a:lnTo>
                  <a:pt x="14083" y="7036"/>
                </a:lnTo>
                <a:lnTo>
                  <a:pt x="14971" y="6250"/>
                </a:lnTo>
                <a:lnTo>
                  <a:pt x="15817" y="5398"/>
                </a:lnTo>
                <a:lnTo>
                  <a:pt x="16632" y="4475"/>
                </a:lnTo>
                <a:lnTo>
                  <a:pt x="17428" y="3475"/>
                </a:lnTo>
                <a:lnTo>
                  <a:pt x="18214" y="2399"/>
                </a:lnTo>
                <a:lnTo>
                  <a:pt x="19001" y="1241"/>
                </a:lnTo>
                <a:lnTo>
                  <a:pt x="19800" y="0"/>
                </a:lnTo>
                <a:close/>
              </a:path>
            </a:pathLst>
          </a:custGeom>
          <a:solidFill>
            <a:srgbClr val="B19253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1" name="contour_06559"/>
          <p:cNvSpPr/>
          <p:nvPr/>
        </p:nvSpPr>
        <p:spPr>
          <a:xfrm>
            <a:off x="7923712" y="4817362"/>
            <a:ext cx="4801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75" y="0"/>
                </a:moveTo>
                <a:lnTo>
                  <a:pt x="12915" y="192"/>
                </a:lnTo>
                <a:lnTo>
                  <a:pt x="14646" y="391"/>
                </a:lnTo>
                <a:lnTo>
                  <a:pt x="16141" y="689"/>
                </a:lnTo>
                <a:lnTo>
                  <a:pt x="17872" y="1182"/>
                </a:lnTo>
                <a:lnTo>
                  <a:pt x="20311" y="1964"/>
                </a:lnTo>
                <a:lnTo>
                  <a:pt x="21003" y="3409"/>
                </a:lnTo>
                <a:lnTo>
                  <a:pt x="21423" y="4805"/>
                </a:lnTo>
                <a:lnTo>
                  <a:pt x="21600" y="6176"/>
                </a:lnTo>
                <a:lnTo>
                  <a:pt x="21554" y="7536"/>
                </a:lnTo>
                <a:lnTo>
                  <a:pt x="21308" y="8913"/>
                </a:lnTo>
                <a:lnTo>
                  <a:pt x="20885" y="10321"/>
                </a:lnTo>
                <a:lnTo>
                  <a:pt x="20311" y="11782"/>
                </a:lnTo>
                <a:lnTo>
                  <a:pt x="19092" y="13011"/>
                </a:lnTo>
                <a:lnTo>
                  <a:pt x="17836" y="14205"/>
                </a:lnTo>
                <a:lnTo>
                  <a:pt x="16528" y="15363"/>
                </a:lnTo>
                <a:lnTo>
                  <a:pt x="15164" y="16487"/>
                </a:lnTo>
                <a:lnTo>
                  <a:pt x="13734" y="17578"/>
                </a:lnTo>
                <a:lnTo>
                  <a:pt x="12233" y="18633"/>
                </a:lnTo>
                <a:lnTo>
                  <a:pt x="10646" y="19656"/>
                </a:lnTo>
                <a:lnTo>
                  <a:pt x="8970" y="20646"/>
                </a:lnTo>
                <a:lnTo>
                  <a:pt x="7197" y="21600"/>
                </a:lnTo>
                <a:lnTo>
                  <a:pt x="5030" y="21600"/>
                </a:lnTo>
                <a:lnTo>
                  <a:pt x="2849" y="21600"/>
                </a:lnTo>
                <a:lnTo>
                  <a:pt x="639" y="21600"/>
                </a:lnTo>
                <a:lnTo>
                  <a:pt x="538" y="20251"/>
                </a:lnTo>
                <a:lnTo>
                  <a:pt x="449" y="18902"/>
                </a:lnTo>
                <a:lnTo>
                  <a:pt x="367" y="17551"/>
                </a:lnTo>
                <a:lnTo>
                  <a:pt x="295" y="16200"/>
                </a:lnTo>
                <a:lnTo>
                  <a:pt x="230" y="14849"/>
                </a:lnTo>
                <a:lnTo>
                  <a:pt x="154" y="13594"/>
                </a:lnTo>
                <a:lnTo>
                  <a:pt x="79" y="12332"/>
                </a:lnTo>
                <a:lnTo>
                  <a:pt x="0" y="11053"/>
                </a:lnTo>
                <a:lnTo>
                  <a:pt x="210" y="9997"/>
                </a:lnTo>
                <a:lnTo>
                  <a:pt x="423" y="8933"/>
                </a:lnTo>
                <a:lnTo>
                  <a:pt x="639" y="7855"/>
                </a:lnTo>
                <a:lnTo>
                  <a:pt x="2528" y="7134"/>
                </a:lnTo>
                <a:lnTo>
                  <a:pt x="3843" y="6688"/>
                </a:lnTo>
                <a:lnTo>
                  <a:pt x="5193" y="6337"/>
                </a:lnTo>
                <a:lnTo>
                  <a:pt x="7197" y="5891"/>
                </a:lnTo>
                <a:lnTo>
                  <a:pt x="8207" y="4371"/>
                </a:lnTo>
                <a:lnTo>
                  <a:pt x="8882" y="3305"/>
                </a:lnTo>
                <a:lnTo>
                  <a:pt x="9380" y="2409"/>
                </a:lnTo>
                <a:lnTo>
                  <a:pt x="9859" y="1402"/>
                </a:lnTo>
                <a:lnTo>
                  <a:pt x="10475" y="0"/>
                </a:lnTo>
                <a:close/>
              </a:path>
            </a:pathLst>
          </a:custGeom>
          <a:solidFill>
            <a:srgbClr val="292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2" name="contour_06560"/>
          <p:cNvSpPr/>
          <p:nvPr/>
        </p:nvSpPr>
        <p:spPr>
          <a:xfrm>
            <a:off x="8209365" y="4860536"/>
            <a:ext cx="102032" cy="517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36" y="43"/>
                </a:moveTo>
                <a:lnTo>
                  <a:pt x="8171" y="82"/>
                </a:lnTo>
                <a:lnTo>
                  <a:pt x="9222" y="125"/>
                </a:lnTo>
                <a:lnTo>
                  <a:pt x="9614" y="149"/>
                </a:lnTo>
                <a:lnTo>
                  <a:pt x="10800" y="231"/>
                </a:lnTo>
                <a:lnTo>
                  <a:pt x="10495" y="2036"/>
                </a:lnTo>
                <a:lnTo>
                  <a:pt x="10187" y="3848"/>
                </a:lnTo>
                <a:lnTo>
                  <a:pt x="9880" y="5668"/>
                </a:lnTo>
                <a:lnTo>
                  <a:pt x="9570" y="7498"/>
                </a:lnTo>
                <a:lnTo>
                  <a:pt x="9257" y="9349"/>
                </a:lnTo>
                <a:lnTo>
                  <a:pt x="10275" y="9598"/>
                </a:lnTo>
                <a:lnTo>
                  <a:pt x="11294" y="9850"/>
                </a:lnTo>
                <a:lnTo>
                  <a:pt x="12314" y="10102"/>
                </a:lnTo>
                <a:lnTo>
                  <a:pt x="13335" y="10352"/>
                </a:lnTo>
                <a:lnTo>
                  <a:pt x="14358" y="10604"/>
                </a:lnTo>
                <a:lnTo>
                  <a:pt x="15382" y="10856"/>
                </a:lnTo>
                <a:lnTo>
                  <a:pt x="16410" y="11108"/>
                </a:lnTo>
                <a:lnTo>
                  <a:pt x="17440" y="11364"/>
                </a:lnTo>
                <a:lnTo>
                  <a:pt x="18474" y="11616"/>
                </a:lnTo>
                <a:lnTo>
                  <a:pt x="19511" y="11871"/>
                </a:lnTo>
                <a:lnTo>
                  <a:pt x="20554" y="12130"/>
                </a:lnTo>
                <a:lnTo>
                  <a:pt x="21600" y="12388"/>
                </a:lnTo>
                <a:lnTo>
                  <a:pt x="20938" y="14956"/>
                </a:lnTo>
                <a:lnTo>
                  <a:pt x="20426" y="16725"/>
                </a:lnTo>
                <a:lnTo>
                  <a:pt x="19949" y="17916"/>
                </a:lnTo>
                <a:lnTo>
                  <a:pt x="19401" y="18740"/>
                </a:lnTo>
                <a:lnTo>
                  <a:pt x="18672" y="19412"/>
                </a:lnTo>
                <a:lnTo>
                  <a:pt x="17652" y="20150"/>
                </a:lnTo>
                <a:lnTo>
                  <a:pt x="16581" y="20506"/>
                </a:lnTo>
                <a:lnTo>
                  <a:pt x="15532" y="20831"/>
                </a:lnTo>
                <a:lnTo>
                  <a:pt x="14498" y="21114"/>
                </a:lnTo>
                <a:lnTo>
                  <a:pt x="13469" y="21345"/>
                </a:lnTo>
                <a:lnTo>
                  <a:pt x="12439" y="21509"/>
                </a:lnTo>
                <a:lnTo>
                  <a:pt x="11399" y="21600"/>
                </a:lnTo>
                <a:lnTo>
                  <a:pt x="10340" y="21600"/>
                </a:lnTo>
                <a:lnTo>
                  <a:pt x="9257" y="21506"/>
                </a:lnTo>
                <a:lnTo>
                  <a:pt x="8532" y="19758"/>
                </a:lnTo>
                <a:lnTo>
                  <a:pt x="7994" y="18038"/>
                </a:lnTo>
                <a:lnTo>
                  <a:pt x="7579" y="16254"/>
                </a:lnTo>
                <a:lnTo>
                  <a:pt x="7230" y="14327"/>
                </a:lnTo>
                <a:lnTo>
                  <a:pt x="6889" y="12163"/>
                </a:lnTo>
                <a:lnTo>
                  <a:pt x="6710" y="11464"/>
                </a:lnTo>
                <a:lnTo>
                  <a:pt x="6171" y="9349"/>
                </a:lnTo>
                <a:lnTo>
                  <a:pt x="5098" y="8890"/>
                </a:lnTo>
                <a:lnTo>
                  <a:pt x="4095" y="8677"/>
                </a:lnTo>
                <a:lnTo>
                  <a:pt x="3124" y="8668"/>
                </a:lnTo>
                <a:lnTo>
                  <a:pt x="2146" y="8808"/>
                </a:lnTo>
                <a:lnTo>
                  <a:pt x="1117" y="9051"/>
                </a:lnTo>
                <a:lnTo>
                  <a:pt x="0" y="9349"/>
                </a:lnTo>
                <a:lnTo>
                  <a:pt x="0" y="7340"/>
                </a:lnTo>
                <a:lnTo>
                  <a:pt x="0" y="5319"/>
                </a:lnTo>
                <a:lnTo>
                  <a:pt x="0" y="3270"/>
                </a:lnTo>
                <a:lnTo>
                  <a:pt x="969" y="2030"/>
                </a:lnTo>
                <a:lnTo>
                  <a:pt x="1929" y="1143"/>
                </a:lnTo>
                <a:lnTo>
                  <a:pt x="2893" y="550"/>
                </a:lnTo>
                <a:lnTo>
                  <a:pt x="3880" y="198"/>
                </a:lnTo>
                <a:lnTo>
                  <a:pt x="4906" y="33"/>
                </a:lnTo>
                <a:lnTo>
                  <a:pt x="5986" y="0"/>
                </a:lnTo>
                <a:lnTo>
                  <a:pt x="7136" y="43"/>
                </a:lnTo>
                <a:close/>
              </a:path>
            </a:pathLst>
          </a:custGeom>
          <a:solidFill>
            <a:srgbClr val="58524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3" name="contour_06561"/>
          <p:cNvSpPr/>
          <p:nvPr/>
        </p:nvSpPr>
        <p:spPr>
          <a:xfrm>
            <a:off x="1446109" y="4817362"/>
            <a:ext cx="6624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2" y="0"/>
                </a:moveTo>
                <a:lnTo>
                  <a:pt x="12101" y="322"/>
                </a:lnTo>
                <a:lnTo>
                  <a:pt x="12755" y="1296"/>
                </a:lnTo>
                <a:lnTo>
                  <a:pt x="13354" y="2137"/>
                </a:lnTo>
                <a:lnTo>
                  <a:pt x="13962" y="2990"/>
                </a:lnTo>
                <a:lnTo>
                  <a:pt x="14542" y="3823"/>
                </a:lnTo>
                <a:lnTo>
                  <a:pt x="15131" y="4670"/>
                </a:lnTo>
                <a:lnTo>
                  <a:pt x="16039" y="5548"/>
                </a:lnTo>
                <a:lnTo>
                  <a:pt x="16757" y="6067"/>
                </a:lnTo>
                <a:lnTo>
                  <a:pt x="17655" y="6429"/>
                </a:lnTo>
                <a:lnTo>
                  <a:pt x="19109" y="6838"/>
                </a:lnTo>
                <a:lnTo>
                  <a:pt x="20241" y="7273"/>
                </a:lnTo>
                <a:lnTo>
                  <a:pt x="21388" y="7714"/>
                </a:lnTo>
                <a:lnTo>
                  <a:pt x="21600" y="8799"/>
                </a:lnTo>
                <a:lnTo>
                  <a:pt x="21586" y="9626"/>
                </a:lnTo>
                <a:lnTo>
                  <a:pt x="21334" y="10902"/>
                </a:lnTo>
                <a:lnTo>
                  <a:pt x="21148" y="11837"/>
                </a:lnTo>
                <a:lnTo>
                  <a:pt x="20961" y="12786"/>
                </a:lnTo>
                <a:lnTo>
                  <a:pt x="20730" y="13762"/>
                </a:lnTo>
                <a:lnTo>
                  <a:pt x="20497" y="14753"/>
                </a:lnTo>
                <a:lnTo>
                  <a:pt x="20295" y="15739"/>
                </a:lnTo>
                <a:lnTo>
                  <a:pt x="20089" y="16740"/>
                </a:lnTo>
                <a:lnTo>
                  <a:pt x="19882" y="17712"/>
                </a:lnTo>
                <a:lnTo>
                  <a:pt x="19670" y="18686"/>
                </a:lnTo>
                <a:lnTo>
                  <a:pt x="19454" y="19658"/>
                </a:lnTo>
                <a:lnTo>
                  <a:pt x="19235" y="20628"/>
                </a:lnTo>
                <a:lnTo>
                  <a:pt x="19012" y="21600"/>
                </a:lnTo>
                <a:lnTo>
                  <a:pt x="18717" y="20613"/>
                </a:lnTo>
                <a:lnTo>
                  <a:pt x="18420" y="19617"/>
                </a:lnTo>
                <a:lnTo>
                  <a:pt x="18121" y="18610"/>
                </a:lnTo>
                <a:lnTo>
                  <a:pt x="17527" y="17116"/>
                </a:lnTo>
                <a:lnTo>
                  <a:pt x="17039" y="16155"/>
                </a:lnTo>
                <a:lnTo>
                  <a:pt x="16491" y="15524"/>
                </a:lnTo>
                <a:lnTo>
                  <a:pt x="15702" y="15024"/>
                </a:lnTo>
                <a:lnTo>
                  <a:pt x="14501" y="14458"/>
                </a:lnTo>
                <a:lnTo>
                  <a:pt x="13201" y="14174"/>
                </a:lnTo>
                <a:lnTo>
                  <a:pt x="11882" y="13886"/>
                </a:lnTo>
                <a:lnTo>
                  <a:pt x="10616" y="13304"/>
                </a:lnTo>
                <a:lnTo>
                  <a:pt x="9361" y="12713"/>
                </a:lnTo>
                <a:lnTo>
                  <a:pt x="8113" y="12116"/>
                </a:lnTo>
                <a:lnTo>
                  <a:pt x="6875" y="11510"/>
                </a:lnTo>
                <a:lnTo>
                  <a:pt x="5644" y="10896"/>
                </a:lnTo>
                <a:lnTo>
                  <a:pt x="4582" y="10373"/>
                </a:lnTo>
                <a:lnTo>
                  <a:pt x="3515" y="9845"/>
                </a:lnTo>
                <a:lnTo>
                  <a:pt x="2431" y="9311"/>
                </a:lnTo>
                <a:lnTo>
                  <a:pt x="1245" y="8507"/>
                </a:lnTo>
                <a:lnTo>
                  <a:pt x="525" y="7862"/>
                </a:lnTo>
                <a:lnTo>
                  <a:pt x="154" y="7150"/>
                </a:lnTo>
                <a:lnTo>
                  <a:pt x="19" y="6147"/>
                </a:lnTo>
                <a:lnTo>
                  <a:pt x="0" y="4629"/>
                </a:lnTo>
                <a:lnTo>
                  <a:pt x="665" y="4715"/>
                </a:lnTo>
                <a:lnTo>
                  <a:pt x="1288" y="4795"/>
                </a:lnTo>
                <a:lnTo>
                  <a:pt x="2006" y="4889"/>
                </a:lnTo>
                <a:lnTo>
                  <a:pt x="2956" y="5013"/>
                </a:lnTo>
                <a:lnTo>
                  <a:pt x="4280" y="5184"/>
                </a:lnTo>
                <a:lnTo>
                  <a:pt x="6115" y="5423"/>
                </a:lnTo>
                <a:lnTo>
                  <a:pt x="8603" y="5746"/>
                </a:lnTo>
                <a:lnTo>
                  <a:pt x="11882" y="6171"/>
                </a:lnTo>
                <a:lnTo>
                  <a:pt x="11882" y="5153"/>
                </a:lnTo>
                <a:lnTo>
                  <a:pt x="11882" y="4133"/>
                </a:lnTo>
                <a:lnTo>
                  <a:pt x="11882" y="3109"/>
                </a:lnTo>
                <a:lnTo>
                  <a:pt x="11882" y="2080"/>
                </a:lnTo>
                <a:lnTo>
                  <a:pt x="11882" y="1045"/>
                </a:lnTo>
                <a:lnTo>
                  <a:pt x="11882" y="0"/>
                </a:lnTo>
                <a:close/>
              </a:path>
            </a:pathLst>
          </a:custGeom>
          <a:solidFill>
            <a:srgbClr val="9F999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4" name="contour_06562"/>
          <p:cNvSpPr/>
          <p:nvPr/>
        </p:nvSpPr>
        <p:spPr>
          <a:xfrm>
            <a:off x="4609097" y="4810074"/>
            <a:ext cx="58304" cy="657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290" y="891"/>
                </a:lnTo>
                <a:lnTo>
                  <a:pt x="5878" y="1787"/>
                </a:lnTo>
                <a:lnTo>
                  <a:pt x="7465" y="2688"/>
                </a:lnTo>
                <a:lnTo>
                  <a:pt x="9050" y="3589"/>
                </a:lnTo>
                <a:lnTo>
                  <a:pt x="10633" y="4492"/>
                </a:lnTo>
                <a:lnTo>
                  <a:pt x="12107" y="5326"/>
                </a:lnTo>
                <a:lnTo>
                  <a:pt x="13589" y="6167"/>
                </a:lnTo>
                <a:lnTo>
                  <a:pt x="15093" y="7020"/>
                </a:lnTo>
                <a:lnTo>
                  <a:pt x="17353" y="8555"/>
                </a:lnTo>
                <a:lnTo>
                  <a:pt x="18903" y="9696"/>
                </a:lnTo>
                <a:lnTo>
                  <a:pt x="19921" y="10642"/>
                </a:lnTo>
                <a:lnTo>
                  <a:pt x="20588" y="11603"/>
                </a:lnTo>
                <a:lnTo>
                  <a:pt x="21090" y="12779"/>
                </a:lnTo>
                <a:lnTo>
                  <a:pt x="21600" y="14374"/>
                </a:lnTo>
                <a:lnTo>
                  <a:pt x="20801" y="16092"/>
                </a:lnTo>
                <a:lnTo>
                  <a:pt x="20161" y="17336"/>
                </a:lnTo>
                <a:lnTo>
                  <a:pt x="19532" y="18306"/>
                </a:lnTo>
                <a:lnTo>
                  <a:pt x="18762" y="19199"/>
                </a:lnTo>
                <a:lnTo>
                  <a:pt x="17701" y="20218"/>
                </a:lnTo>
                <a:lnTo>
                  <a:pt x="16200" y="21562"/>
                </a:lnTo>
                <a:lnTo>
                  <a:pt x="14221" y="21600"/>
                </a:lnTo>
                <a:lnTo>
                  <a:pt x="12374" y="21444"/>
                </a:lnTo>
                <a:lnTo>
                  <a:pt x="10611" y="21109"/>
                </a:lnTo>
                <a:lnTo>
                  <a:pt x="8891" y="20606"/>
                </a:lnTo>
                <a:lnTo>
                  <a:pt x="7171" y="19954"/>
                </a:lnTo>
                <a:lnTo>
                  <a:pt x="5400" y="19166"/>
                </a:lnTo>
                <a:lnTo>
                  <a:pt x="3899" y="17884"/>
                </a:lnTo>
                <a:lnTo>
                  <a:pt x="2838" y="16904"/>
                </a:lnTo>
                <a:lnTo>
                  <a:pt x="2068" y="16023"/>
                </a:lnTo>
                <a:lnTo>
                  <a:pt x="1439" y="15040"/>
                </a:lnTo>
                <a:lnTo>
                  <a:pt x="799" y="13759"/>
                </a:lnTo>
                <a:lnTo>
                  <a:pt x="0" y="11979"/>
                </a:lnTo>
                <a:lnTo>
                  <a:pt x="170" y="10438"/>
                </a:lnTo>
                <a:lnTo>
                  <a:pt x="397" y="8919"/>
                </a:lnTo>
                <a:lnTo>
                  <a:pt x="672" y="7420"/>
                </a:lnTo>
                <a:lnTo>
                  <a:pt x="999" y="5929"/>
                </a:lnTo>
                <a:lnTo>
                  <a:pt x="1369" y="4449"/>
                </a:lnTo>
                <a:lnTo>
                  <a:pt x="1777" y="2968"/>
                </a:lnTo>
                <a:lnTo>
                  <a:pt x="2222" y="1488"/>
                </a:lnTo>
                <a:lnTo>
                  <a:pt x="2700" y="0"/>
                </a:lnTo>
                <a:close/>
              </a:path>
            </a:pathLst>
          </a:custGeom>
          <a:solidFill>
            <a:srgbClr val="DCBD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5" name="contour_06563"/>
          <p:cNvSpPr/>
          <p:nvPr/>
        </p:nvSpPr>
        <p:spPr>
          <a:xfrm>
            <a:off x="3202515" y="4817362"/>
            <a:ext cx="1238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72" y="312"/>
                </a:lnTo>
                <a:lnTo>
                  <a:pt x="1741" y="636"/>
                </a:lnTo>
                <a:lnTo>
                  <a:pt x="2609" y="969"/>
                </a:lnTo>
                <a:lnTo>
                  <a:pt x="3476" y="1318"/>
                </a:lnTo>
                <a:lnTo>
                  <a:pt x="4342" y="1679"/>
                </a:lnTo>
                <a:lnTo>
                  <a:pt x="5206" y="2052"/>
                </a:lnTo>
                <a:lnTo>
                  <a:pt x="6070" y="2438"/>
                </a:lnTo>
                <a:lnTo>
                  <a:pt x="6931" y="2836"/>
                </a:lnTo>
                <a:lnTo>
                  <a:pt x="7793" y="3246"/>
                </a:lnTo>
                <a:lnTo>
                  <a:pt x="8653" y="3669"/>
                </a:lnTo>
                <a:lnTo>
                  <a:pt x="9513" y="4107"/>
                </a:lnTo>
                <a:lnTo>
                  <a:pt x="10372" y="4555"/>
                </a:lnTo>
                <a:lnTo>
                  <a:pt x="11229" y="5017"/>
                </a:lnTo>
                <a:lnTo>
                  <a:pt x="12087" y="5493"/>
                </a:lnTo>
                <a:lnTo>
                  <a:pt x="12945" y="5980"/>
                </a:lnTo>
                <a:lnTo>
                  <a:pt x="13580" y="6326"/>
                </a:lnTo>
                <a:lnTo>
                  <a:pt x="14224" y="6677"/>
                </a:lnTo>
                <a:lnTo>
                  <a:pt x="15069" y="7214"/>
                </a:lnTo>
                <a:lnTo>
                  <a:pt x="15879" y="7801"/>
                </a:lnTo>
                <a:lnTo>
                  <a:pt x="16656" y="8449"/>
                </a:lnTo>
                <a:lnTo>
                  <a:pt x="17408" y="9161"/>
                </a:lnTo>
                <a:lnTo>
                  <a:pt x="18138" y="9955"/>
                </a:lnTo>
                <a:lnTo>
                  <a:pt x="18849" y="10837"/>
                </a:lnTo>
                <a:lnTo>
                  <a:pt x="19547" y="11815"/>
                </a:lnTo>
                <a:lnTo>
                  <a:pt x="20235" y="12901"/>
                </a:lnTo>
                <a:lnTo>
                  <a:pt x="20918" y="14102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20634" y="21217"/>
                </a:lnTo>
                <a:lnTo>
                  <a:pt x="19681" y="20838"/>
                </a:lnTo>
                <a:lnTo>
                  <a:pt x="18740" y="20452"/>
                </a:lnTo>
                <a:lnTo>
                  <a:pt x="17810" y="20054"/>
                </a:lnTo>
                <a:lnTo>
                  <a:pt x="16892" y="19647"/>
                </a:lnTo>
                <a:lnTo>
                  <a:pt x="15985" y="19221"/>
                </a:lnTo>
                <a:lnTo>
                  <a:pt x="15090" y="18770"/>
                </a:lnTo>
                <a:lnTo>
                  <a:pt x="14205" y="18292"/>
                </a:lnTo>
                <a:lnTo>
                  <a:pt x="13332" y="17786"/>
                </a:lnTo>
                <a:lnTo>
                  <a:pt x="12470" y="17240"/>
                </a:lnTo>
                <a:lnTo>
                  <a:pt x="11618" y="16657"/>
                </a:lnTo>
                <a:lnTo>
                  <a:pt x="10776" y="16027"/>
                </a:lnTo>
                <a:lnTo>
                  <a:pt x="9945" y="15348"/>
                </a:lnTo>
                <a:lnTo>
                  <a:pt x="9124" y="14617"/>
                </a:lnTo>
                <a:lnTo>
                  <a:pt x="8313" y="13824"/>
                </a:lnTo>
                <a:lnTo>
                  <a:pt x="7512" y="12972"/>
                </a:lnTo>
                <a:lnTo>
                  <a:pt x="6720" y="12050"/>
                </a:lnTo>
                <a:lnTo>
                  <a:pt x="5937" y="11059"/>
                </a:lnTo>
                <a:lnTo>
                  <a:pt x="5165" y="9988"/>
                </a:lnTo>
                <a:lnTo>
                  <a:pt x="4401" y="8841"/>
                </a:lnTo>
                <a:lnTo>
                  <a:pt x="3645" y="7606"/>
                </a:lnTo>
                <a:lnTo>
                  <a:pt x="2899" y="6283"/>
                </a:lnTo>
                <a:lnTo>
                  <a:pt x="2163" y="4863"/>
                </a:lnTo>
                <a:lnTo>
                  <a:pt x="1433" y="3348"/>
                </a:lnTo>
                <a:lnTo>
                  <a:pt x="713" y="1728"/>
                </a:lnTo>
                <a:lnTo>
                  <a:pt x="0" y="0"/>
                </a:lnTo>
                <a:close/>
              </a:path>
            </a:pathLst>
          </a:custGeom>
          <a:solidFill>
            <a:srgbClr val="EF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6" name="contour_06564"/>
          <p:cNvSpPr/>
          <p:nvPr/>
        </p:nvSpPr>
        <p:spPr>
          <a:xfrm>
            <a:off x="2007284" y="4795498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6" y="0"/>
                </a:lnTo>
                <a:lnTo>
                  <a:pt x="15182" y="0"/>
                </a:lnTo>
                <a:lnTo>
                  <a:pt x="16800" y="0"/>
                </a:lnTo>
                <a:lnTo>
                  <a:pt x="17364" y="1615"/>
                </a:lnTo>
                <a:lnTo>
                  <a:pt x="17873" y="3194"/>
                </a:lnTo>
                <a:lnTo>
                  <a:pt x="18334" y="4759"/>
                </a:lnTo>
                <a:lnTo>
                  <a:pt x="18754" y="6334"/>
                </a:lnTo>
                <a:lnTo>
                  <a:pt x="19140" y="7939"/>
                </a:lnTo>
                <a:lnTo>
                  <a:pt x="19500" y="9600"/>
                </a:lnTo>
                <a:lnTo>
                  <a:pt x="19812" y="10978"/>
                </a:lnTo>
                <a:lnTo>
                  <a:pt x="20129" y="12374"/>
                </a:lnTo>
                <a:lnTo>
                  <a:pt x="20431" y="13738"/>
                </a:lnTo>
                <a:lnTo>
                  <a:pt x="20729" y="15101"/>
                </a:lnTo>
                <a:lnTo>
                  <a:pt x="21024" y="16466"/>
                </a:lnTo>
                <a:lnTo>
                  <a:pt x="21312" y="17834"/>
                </a:lnTo>
                <a:lnTo>
                  <a:pt x="21600" y="19200"/>
                </a:lnTo>
                <a:lnTo>
                  <a:pt x="20016" y="19596"/>
                </a:lnTo>
                <a:lnTo>
                  <a:pt x="18430" y="19992"/>
                </a:lnTo>
                <a:lnTo>
                  <a:pt x="16836" y="20390"/>
                </a:lnTo>
                <a:lnTo>
                  <a:pt x="15235" y="20791"/>
                </a:lnTo>
                <a:lnTo>
                  <a:pt x="13625" y="21194"/>
                </a:lnTo>
                <a:lnTo>
                  <a:pt x="12000" y="21600"/>
                </a:lnTo>
                <a:lnTo>
                  <a:pt x="11719" y="20100"/>
                </a:lnTo>
                <a:lnTo>
                  <a:pt x="11438" y="18600"/>
                </a:lnTo>
                <a:lnTo>
                  <a:pt x="11155" y="17100"/>
                </a:lnTo>
                <a:lnTo>
                  <a:pt x="10874" y="15600"/>
                </a:lnTo>
                <a:lnTo>
                  <a:pt x="10594" y="14100"/>
                </a:lnTo>
                <a:lnTo>
                  <a:pt x="10102" y="13058"/>
                </a:lnTo>
                <a:lnTo>
                  <a:pt x="9600" y="12000"/>
                </a:lnTo>
                <a:lnTo>
                  <a:pt x="8014" y="12000"/>
                </a:lnTo>
                <a:lnTo>
                  <a:pt x="6418" y="12000"/>
                </a:lnTo>
                <a:lnTo>
                  <a:pt x="4800" y="12000"/>
                </a:lnTo>
                <a:lnTo>
                  <a:pt x="4800" y="13586"/>
                </a:lnTo>
                <a:lnTo>
                  <a:pt x="4800" y="15182"/>
                </a:lnTo>
                <a:lnTo>
                  <a:pt x="4800" y="16800"/>
                </a:lnTo>
                <a:lnTo>
                  <a:pt x="3612" y="16205"/>
                </a:lnTo>
                <a:lnTo>
                  <a:pt x="2417" y="15610"/>
                </a:lnTo>
                <a:lnTo>
                  <a:pt x="1217" y="15007"/>
                </a:lnTo>
                <a:lnTo>
                  <a:pt x="0" y="14400"/>
                </a:lnTo>
                <a:lnTo>
                  <a:pt x="898" y="12866"/>
                </a:lnTo>
                <a:lnTo>
                  <a:pt x="1577" y="11734"/>
                </a:lnTo>
                <a:lnTo>
                  <a:pt x="2174" y="10800"/>
                </a:lnTo>
                <a:lnTo>
                  <a:pt x="2822" y="9866"/>
                </a:lnTo>
                <a:lnTo>
                  <a:pt x="3653" y="8734"/>
                </a:lnTo>
                <a:lnTo>
                  <a:pt x="4800" y="7200"/>
                </a:lnTo>
                <a:lnTo>
                  <a:pt x="6386" y="7200"/>
                </a:lnTo>
                <a:lnTo>
                  <a:pt x="7982" y="7200"/>
                </a:lnTo>
                <a:lnTo>
                  <a:pt x="9600" y="7200"/>
                </a:lnTo>
                <a:lnTo>
                  <a:pt x="9996" y="6010"/>
                </a:lnTo>
                <a:lnTo>
                  <a:pt x="10394" y="4814"/>
                </a:lnTo>
                <a:lnTo>
                  <a:pt x="10800" y="3600"/>
                </a:lnTo>
                <a:lnTo>
                  <a:pt x="11196" y="2410"/>
                </a:lnTo>
                <a:lnTo>
                  <a:pt x="11594" y="1214"/>
                </a:lnTo>
                <a:lnTo>
                  <a:pt x="12000" y="0"/>
                </a:lnTo>
                <a:close/>
              </a:path>
            </a:pathLst>
          </a:custGeom>
          <a:solidFill>
            <a:srgbClr val="48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7" name="contour_06565"/>
          <p:cNvSpPr/>
          <p:nvPr/>
        </p:nvSpPr>
        <p:spPr>
          <a:xfrm>
            <a:off x="5636704" y="4793596"/>
            <a:ext cx="64426" cy="529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76"/>
                </a:moveTo>
                <a:lnTo>
                  <a:pt x="3362" y="485"/>
                </a:lnTo>
                <a:lnTo>
                  <a:pt x="6223" y="250"/>
                </a:lnTo>
                <a:lnTo>
                  <a:pt x="8638" y="86"/>
                </a:lnTo>
                <a:lnTo>
                  <a:pt x="10663" y="0"/>
                </a:lnTo>
                <a:lnTo>
                  <a:pt x="12359" y="6"/>
                </a:lnTo>
                <a:lnTo>
                  <a:pt x="13779" y="110"/>
                </a:lnTo>
                <a:lnTo>
                  <a:pt x="14978" y="324"/>
                </a:lnTo>
                <a:lnTo>
                  <a:pt x="16017" y="660"/>
                </a:lnTo>
                <a:lnTo>
                  <a:pt x="16950" y="1127"/>
                </a:lnTo>
                <a:lnTo>
                  <a:pt x="17837" y="1731"/>
                </a:lnTo>
                <a:lnTo>
                  <a:pt x="18729" y="2490"/>
                </a:lnTo>
                <a:lnTo>
                  <a:pt x="19689" y="3406"/>
                </a:lnTo>
                <a:lnTo>
                  <a:pt x="20769" y="4495"/>
                </a:lnTo>
                <a:lnTo>
                  <a:pt x="21219" y="6684"/>
                </a:lnTo>
                <a:lnTo>
                  <a:pt x="21492" y="8672"/>
                </a:lnTo>
                <a:lnTo>
                  <a:pt x="21600" y="10510"/>
                </a:lnTo>
                <a:lnTo>
                  <a:pt x="21558" y="12256"/>
                </a:lnTo>
                <a:lnTo>
                  <a:pt x="21380" y="13970"/>
                </a:lnTo>
                <a:lnTo>
                  <a:pt x="21077" y="15704"/>
                </a:lnTo>
                <a:lnTo>
                  <a:pt x="20662" y="17516"/>
                </a:lnTo>
                <a:lnTo>
                  <a:pt x="20146" y="19461"/>
                </a:lnTo>
                <a:lnTo>
                  <a:pt x="19548" y="21600"/>
                </a:lnTo>
                <a:lnTo>
                  <a:pt x="19174" y="20089"/>
                </a:lnTo>
                <a:lnTo>
                  <a:pt x="18792" y="18557"/>
                </a:lnTo>
                <a:lnTo>
                  <a:pt x="17954" y="17114"/>
                </a:lnTo>
                <a:lnTo>
                  <a:pt x="17104" y="15650"/>
                </a:lnTo>
                <a:lnTo>
                  <a:pt x="15391" y="15692"/>
                </a:lnTo>
                <a:lnTo>
                  <a:pt x="14145" y="15772"/>
                </a:lnTo>
                <a:lnTo>
                  <a:pt x="13006" y="15942"/>
                </a:lnTo>
                <a:lnTo>
                  <a:pt x="11619" y="16254"/>
                </a:lnTo>
                <a:lnTo>
                  <a:pt x="9622" y="16766"/>
                </a:lnTo>
                <a:lnTo>
                  <a:pt x="8200" y="17135"/>
                </a:lnTo>
                <a:lnTo>
                  <a:pt x="6773" y="17504"/>
                </a:lnTo>
                <a:lnTo>
                  <a:pt x="5341" y="17876"/>
                </a:lnTo>
                <a:lnTo>
                  <a:pt x="3900" y="18247"/>
                </a:lnTo>
                <a:lnTo>
                  <a:pt x="2443" y="18625"/>
                </a:lnTo>
                <a:lnTo>
                  <a:pt x="2175" y="16662"/>
                </a:lnTo>
                <a:lnTo>
                  <a:pt x="1906" y="14695"/>
                </a:lnTo>
                <a:lnTo>
                  <a:pt x="1637" y="12729"/>
                </a:lnTo>
                <a:lnTo>
                  <a:pt x="1366" y="10757"/>
                </a:lnTo>
                <a:lnTo>
                  <a:pt x="1095" y="8779"/>
                </a:lnTo>
                <a:lnTo>
                  <a:pt x="823" y="6791"/>
                </a:lnTo>
                <a:lnTo>
                  <a:pt x="550" y="4798"/>
                </a:lnTo>
                <a:lnTo>
                  <a:pt x="276" y="2793"/>
                </a:lnTo>
                <a:lnTo>
                  <a:pt x="0" y="776"/>
                </a:lnTo>
                <a:close/>
              </a:path>
            </a:pathLst>
          </a:custGeom>
          <a:solidFill>
            <a:srgbClr val="DDE1E4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8" name="contour_06566"/>
          <p:cNvSpPr/>
          <p:nvPr/>
        </p:nvSpPr>
        <p:spPr>
          <a:xfrm>
            <a:off x="1729685" y="4780930"/>
            <a:ext cx="80824" cy="58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82"/>
                </a:moveTo>
                <a:lnTo>
                  <a:pt x="20394" y="3348"/>
                </a:lnTo>
                <a:lnTo>
                  <a:pt x="19189" y="4011"/>
                </a:lnTo>
                <a:lnTo>
                  <a:pt x="17979" y="4679"/>
                </a:lnTo>
                <a:lnTo>
                  <a:pt x="16768" y="5345"/>
                </a:lnTo>
                <a:lnTo>
                  <a:pt x="15550" y="6016"/>
                </a:lnTo>
                <a:lnTo>
                  <a:pt x="14327" y="6690"/>
                </a:lnTo>
                <a:lnTo>
                  <a:pt x="13098" y="7369"/>
                </a:lnTo>
                <a:lnTo>
                  <a:pt x="11861" y="8051"/>
                </a:lnTo>
                <a:lnTo>
                  <a:pt x="12826" y="9380"/>
                </a:lnTo>
                <a:lnTo>
                  <a:pt x="13796" y="10714"/>
                </a:lnTo>
                <a:lnTo>
                  <a:pt x="14769" y="12059"/>
                </a:lnTo>
                <a:lnTo>
                  <a:pt x="15757" y="13420"/>
                </a:lnTo>
                <a:lnTo>
                  <a:pt x="14469" y="13420"/>
                </a:lnTo>
                <a:lnTo>
                  <a:pt x="13174" y="13420"/>
                </a:lnTo>
                <a:lnTo>
                  <a:pt x="11861" y="13420"/>
                </a:lnTo>
                <a:lnTo>
                  <a:pt x="11861" y="15195"/>
                </a:lnTo>
                <a:lnTo>
                  <a:pt x="11861" y="16980"/>
                </a:lnTo>
                <a:lnTo>
                  <a:pt x="11861" y="18789"/>
                </a:lnTo>
                <a:lnTo>
                  <a:pt x="10627" y="19552"/>
                </a:lnTo>
                <a:lnTo>
                  <a:pt x="9721" y="20016"/>
                </a:lnTo>
                <a:lnTo>
                  <a:pt x="8698" y="20370"/>
                </a:lnTo>
                <a:lnTo>
                  <a:pt x="7113" y="20803"/>
                </a:lnTo>
                <a:lnTo>
                  <a:pt x="5789" y="21197"/>
                </a:lnTo>
                <a:lnTo>
                  <a:pt x="4443" y="21600"/>
                </a:lnTo>
                <a:lnTo>
                  <a:pt x="3292" y="21538"/>
                </a:lnTo>
                <a:lnTo>
                  <a:pt x="2123" y="21474"/>
                </a:lnTo>
                <a:lnTo>
                  <a:pt x="1266" y="19801"/>
                </a:lnTo>
                <a:lnTo>
                  <a:pt x="693" y="18209"/>
                </a:lnTo>
                <a:lnTo>
                  <a:pt x="339" y="16577"/>
                </a:lnTo>
                <a:lnTo>
                  <a:pt x="130" y="14795"/>
                </a:lnTo>
                <a:lnTo>
                  <a:pt x="0" y="12738"/>
                </a:lnTo>
                <a:lnTo>
                  <a:pt x="173" y="10872"/>
                </a:lnTo>
                <a:lnTo>
                  <a:pt x="380" y="9154"/>
                </a:lnTo>
                <a:lnTo>
                  <a:pt x="649" y="7530"/>
                </a:lnTo>
                <a:lnTo>
                  <a:pt x="1011" y="5944"/>
                </a:lnTo>
                <a:lnTo>
                  <a:pt x="1492" y="4346"/>
                </a:lnTo>
                <a:lnTo>
                  <a:pt x="2123" y="2682"/>
                </a:lnTo>
                <a:lnTo>
                  <a:pt x="3498" y="1887"/>
                </a:lnTo>
                <a:lnTo>
                  <a:pt x="4879" y="1240"/>
                </a:lnTo>
                <a:lnTo>
                  <a:pt x="6264" y="736"/>
                </a:lnTo>
                <a:lnTo>
                  <a:pt x="7653" y="365"/>
                </a:lnTo>
                <a:lnTo>
                  <a:pt x="9045" y="123"/>
                </a:lnTo>
                <a:lnTo>
                  <a:pt x="10438" y="3"/>
                </a:lnTo>
                <a:lnTo>
                  <a:pt x="11834" y="0"/>
                </a:lnTo>
                <a:lnTo>
                  <a:pt x="13231" y="105"/>
                </a:lnTo>
                <a:lnTo>
                  <a:pt x="14629" y="314"/>
                </a:lnTo>
                <a:lnTo>
                  <a:pt x="16026" y="620"/>
                </a:lnTo>
                <a:lnTo>
                  <a:pt x="17422" y="1015"/>
                </a:lnTo>
                <a:lnTo>
                  <a:pt x="18817" y="1495"/>
                </a:lnTo>
                <a:lnTo>
                  <a:pt x="20209" y="2054"/>
                </a:lnTo>
                <a:lnTo>
                  <a:pt x="21600" y="2682"/>
                </a:lnTo>
                <a:close/>
              </a:path>
            </a:pathLst>
          </a:custGeom>
          <a:solidFill>
            <a:srgbClr val="30302E"/>
          </a:solidFill>
          <a:ln>
            <a:noFill/>
          </a:ln>
        </p:spPr>
        <p:txBody>
          <a:bodyPr/>
          <a:lstStyle/>
          <a:p/>
        </p:txBody>
      </p:sp>
      <p:sp>
        <p:nvSpPr>
          <p:cNvPr id="6569" name="contour_06567"/>
          <p:cNvSpPr/>
          <p:nvPr/>
        </p:nvSpPr>
        <p:spPr>
          <a:xfrm>
            <a:off x="5411192" y="4788713"/>
            <a:ext cx="57889" cy="505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88" y="162"/>
                </a:moveTo>
                <a:lnTo>
                  <a:pt x="10445" y="869"/>
                </a:lnTo>
                <a:lnTo>
                  <a:pt x="12205" y="1596"/>
                </a:lnTo>
                <a:lnTo>
                  <a:pt x="13863" y="2397"/>
                </a:lnTo>
                <a:lnTo>
                  <a:pt x="15411" y="3316"/>
                </a:lnTo>
                <a:lnTo>
                  <a:pt x="16844" y="4410"/>
                </a:lnTo>
                <a:lnTo>
                  <a:pt x="18152" y="5731"/>
                </a:lnTo>
                <a:lnTo>
                  <a:pt x="19329" y="7324"/>
                </a:lnTo>
                <a:lnTo>
                  <a:pt x="20368" y="9243"/>
                </a:lnTo>
                <a:lnTo>
                  <a:pt x="20724" y="10948"/>
                </a:lnTo>
                <a:lnTo>
                  <a:pt x="20966" y="12282"/>
                </a:lnTo>
                <a:lnTo>
                  <a:pt x="21154" y="13684"/>
                </a:lnTo>
                <a:lnTo>
                  <a:pt x="21344" y="15604"/>
                </a:lnTo>
                <a:lnTo>
                  <a:pt x="21600" y="18484"/>
                </a:lnTo>
                <a:lnTo>
                  <a:pt x="19715" y="18792"/>
                </a:lnTo>
                <a:lnTo>
                  <a:pt x="17828" y="19101"/>
                </a:lnTo>
                <a:lnTo>
                  <a:pt x="15941" y="19409"/>
                </a:lnTo>
                <a:lnTo>
                  <a:pt x="14048" y="19721"/>
                </a:lnTo>
                <a:lnTo>
                  <a:pt x="12153" y="20029"/>
                </a:lnTo>
                <a:lnTo>
                  <a:pt x="10252" y="20341"/>
                </a:lnTo>
                <a:lnTo>
                  <a:pt x="8343" y="20656"/>
                </a:lnTo>
                <a:lnTo>
                  <a:pt x="6426" y="20967"/>
                </a:lnTo>
                <a:lnTo>
                  <a:pt x="4501" y="21282"/>
                </a:lnTo>
                <a:lnTo>
                  <a:pt x="2564" y="21600"/>
                </a:lnTo>
                <a:lnTo>
                  <a:pt x="1607" y="18396"/>
                </a:lnTo>
                <a:lnTo>
                  <a:pt x="881" y="15838"/>
                </a:lnTo>
                <a:lnTo>
                  <a:pt x="375" y="13775"/>
                </a:lnTo>
                <a:lnTo>
                  <a:pt x="84" y="12048"/>
                </a:lnTo>
                <a:lnTo>
                  <a:pt x="0" y="10518"/>
                </a:lnTo>
                <a:lnTo>
                  <a:pt x="111" y="9025"/>
                </a:lnTo>
                <a:lnTo>
                  <a:pt x="411" y="7426"/>
                </a:lnTo>
                <a:lnTo>
                  <a:pt x="892" y="5563"/>
                </a:lnTo>
                <a:lnTo>
                  <a:pt x="1545" y="3291"/>
                </a:lnTo>
                <a:lnTo>
                  <a:pt x="3758" y="1272"/>
                </a:lnTo>
                <a:lnTo>
                  <a:pt x="5229" y="271"/>
                </a:lnTo>
                <a:lnTo>
                  <a:pt x="6619" y="0"/>
                </a:lnTo>
                <a:lnTo>
                  <a:pt x="8588" y="162"/>
                </a:lnTo>
                <a:close/>
              </a:path>
            </a:pathLst>
          </a:custGeom>
          <a:solidFill>
            <a:srgbClr val="B295A0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0" name="contour_06568"/>
          <p:cNvSpPr/>
          <p:nvPr/>
        </p:nvSpPr>
        <p:spPr>
          <a:xfrm>
            <a:off x="1475261" y="4722618"/>
            <a:ext cx="6756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30" y="0"/>
                </a:moveTo>
                <a:lnTo>
                  <a:pt x="3868" y="0"/>
                </a:lnTo>
                <a:lnTo>
                  <a:pt x="5408" y="0"/>
                </a:lnTo>
                <a:lnTo>
                  <a:pt x="6948" y="0"/>
                </a:lnTo>
                <a:lnTo>
                  <a:pt x="8493" y="0"/>
                </a:lnTo>
                <a:lnTo>
                  <a:pt x="10043" y="0"/>
                </a:lnTo>
                <a:lnTo>
                  <a:pt x="11599" y="0"/>
                </a:lnTo>
                <a:lnTo>
                  <a:pt x="13160" y="0"/>
                </a:lnTo>
                <a:lnTo>
                  <a:pt x="14731" y="0"/>
                </a:lnTo>
                <a:lnTo>
                  <a:pt x="16311" y="0"/>
                </a:lnTo>
                <a:lnTo>
                  <a:pt x="15849" y="1426"/>
                </a:lnTo>
                <a:lnTo>
                  <a:pt x="15386" y="2856"/>
                </a:lnTo>
                <a:lnTo>
                  <a:pt x="14922" y="4291"/>
                </a:lnTo>
                <a:lnTo>
                  <a:pt x="14454" y="5738"/>
                </a:lnTo>
                <a:lnTo>
                  <a:pt x="13981" y="7200"/>
                </a:lnTo>
                <a:lnTo>
                  <a:pt x="14496" y="7310"/>
                </a:lnTo>
                <a:lnTo>
                  <a:pt x="15402" y="7505"/>
                </a:lnTo>
                <a:lnTo>
                  <a:pt x="17476" y="7949"/>
                </a:lnTo>
                <a:lnTo>
                  <a:pt x="18631" y="8494"/>
                </a:lnTo>
                <a:lnTo>
                  <a:pt x="19792" y="9043"/>
                </a:lnTo>
                <a:lnTo>
                  <a:pt x="20971" y="9600"/>
                </a:lnTo>
                <a:lnTo>
                  <a:pt x="21390" y="11350"/>
                </a:lnTo>
                <a:lnTo>
                  <a:pt x="21600" y="12600"/>
                </a:lnTo>
                <a:lnTo>
                  <a:pt x="21600" y="13694"/>
                </a:lnTo>
                <a:lnTo>
                  <a:pt x="21390" y="14978"/>
                </a:lnTo>
                <a:lnTo>
                  <a:pt x="20971" y="16800"/>
                </a:lnTo>
                <a:lnTo>
                  <a:pt x="19538" y="17474"/>
                </a:lnTo>
                <a:lnTo>
                  <a:pt x="18079" y="18019"/>
                </a:lnTo>
                <a:lnTo>
                  <a:pt x="16600" y="18458"/>
                </a:lnTo>
                <a:lnTo>
                  <a:pt x="15101" y="18818"/>
                </a:lnTo>
                <a:lnTo>
                  <a:pt x="13580" y="19121"/>
                </a:lnTo>
                <a:lnTo>
                  <a:pt x="12042" y="19390"/>
                </a:lnTo>
                <a:lnTo>
                  <a:pt x="10485" y="19651"/>
                </a:lnTo>
                <a:lnTo>
                  <a:pt x="8980" y="19946"/>
                </a:lnTo>
                <a:lnTo>
                  <a:pt x="7454" y="20246"/>
                </a:lnTo>
                <a:lnTo>
                  <a:pt x="5965" y="20532"/>
                </a:lnTo>
                <a:lnTo>
                  <a:pt x="4476" y="20808"/>
                </a:lnTo>
                <a:lnTo>
                  <a:pt x="2985" y="21077"/>
                </a:lnTo>
                <a:lnTo>
                  <a:pt x="1494" y="21341"/>
                </a:lnTo>
                <a:lnTo>
                  <a:pt x="0" y="21600"/>
                </a:lnTo>
                <a:lnTo>
                  <a:pt x="888" y="20321"/>
                </a:lnTo>
                <a:lnTo>
                  <a:pt x="1776" y="19042"/>
                </a:lnTo>
                <a:lnTo>
                  <a:pt x="2663" y="17760"/>
                </a:lnTo>
                <a:lnTo>
                  <a:pt x="3553" y="16478"/>
                </a:lnTo>
                <a:lnTo>
                  <a:pt x="4443" y="15194"/>
                </a:lnTo>
                <a:lnTo>
                  <a:pt x="5336" y="13908"/>
                </a:lnTo>
                <a:lnTo>
                  <a:pt x="6228" y="12619"/>
                </a:lnTo>
                <a:lnTo>
                  <a:pt x="7125" y="11326"/>
                </a:lnTo>
                <a:lnTo>
                  <a:pt x="8025" y="10030"/>
                </a:lnTo>
                <a:lnTo>
                  <a:pt x="8924" y="8729"/>
                </a:lnTo>
                <a:lnTo>
                  <a:pt x="9831" y="7426"/>
                </a:lnTo>
                <a:lnTo>
                  <a:pt x="10739" y="6115"/>
                </a:lnTo>
                <a:lnTo>
                  <a:pt x="11650" y="4800"/>
                </a:lnTo>
                <a:lnTo>
                  <a:pt x="10113" y="4404"/>
                </a:lnTo>
                <a:lnTo>
                  <a:pt x="8572" y="4008"/>
                </a:lnTo>
                <a:lnTo>
                  <a:pt x="7025" y="3610"/>
                </a:lnTo>
                <a:lnTo>
                  <a:pt x="5471" y="3209"/>
                </a:lnTo>
                <a:lnTo>
                  <a:pt x="3908" y="2806"/>
                </a:lnTo>
                <a:lnTo>
                  <a:pt x="2330" y="2400"/>
                </a:lnTo>
                <a:lnTo>
                  <a:pt x="2330" y="1210"/>
                </a:lnTo>
                <a:lnTo>
                  <a:pt x="2330" y="0"/>
                </a:lnTo>
                <a:close/>
              </a:path>
            </a:pathLst>
          </a:custGeom>
          <a:solidFill>
            <a:srgbClr val="6D6B66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1" name="contour_06569"/>
          <p:cNvSpPr/>
          <p:nvPr/>
        </p:nvSpPr>
        <p:spPr>
          <a:xfrm>
            <a:off x="6912103" y="4735540"/>
            <a:ext cx="72880" cy="41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62"/>
                </a:moveTo>
                <a:lnTo>
                  <a:pt x="1369" y="779"/>
                </a:lnTo>
                <a:lnTo>
                  <a:pt x="2739" y="699"/>
                </a:lnTo>
                <a:lnTo>
                  <a:pt x="4108" y="627"/>
                </a:lnTo>
                <a:lnTo>
                  <a:pt x="5478" y="559"/>
                </a:lnTo>
                <a:lnTo>
                  <a:pt x="6845" y="498"/>
                </a:lnTo>
                <a:lnTo>
                  <a:pt x="8217" y="441"/>
                </a:lnTo>
                <a:lnTo>
                  <a:pt x="9586" y="388"/>
                </a:lnTo>
                <a:lnTo>
                  <a:pt x="10271" y="342"/>
                </a:lnTo>
                <a:lnTo>
                  <a:pt x="12340" y="194"/>
                </a:lnTo>
                <a:lnTo>
                  <a:pt x="13649" y="156"/>
                </a:lnTo>
                <a:lnTo>
                  <a:pt x="14977" y="122"/>
                </a:lnTo>
                <a:lnTo>
                  <a:pt x="16183" y="61"/>
                </a:lnTo>
                <a:lnTo>
                  <a:pt x="17410" y="0"/>
                </a:lnTo>
                <a:lnTo>
                  <a:pt x="18891" y="741"/>
                </a:lnTo>
                <a:lnTo>
                  <a:pt x="19792" y="1911"/>
                </a:lnTo>
                <a:lnTo>
                  <a:pt x="20881" y="4506"/>
                </a:lnTo>
                <a:lnTo>
                  <a:pt x="21237" y="6471"/>
                </a:lnTo>
                <a:lnTo>
                  <a:pt x="21600" y="8461"/>
                </a:lnTo>
                <a:lnTo>
                  <a:pt x="20626" y="10639"/>
                </a:lnTo>
                <a:lnTo>
                  <a:pt x="19550" y="12599"/>
                </a:lnTo>
                <a:lnTo>
                  <a:pt x="18384" y="14351"/>
                </a:lnTo>
                <a:lnTo>
                  <a:pt x="17140" y="15912"/>
                </a:lnTo>
                <a:lnTo>
                  <a:pt x="15822" y="17288"/>
                </a:lnTo>
                <a:lnTo>
                  <a:pt x="14444" y="18500"/>
                </a:lnTo>
                <a:lnTo>
                  <a:pt x="13016" y="19556"/>
                </a:lnTo>
                <a:lnTo>
                  <a:pt x="11547" y="20468"/>
                </a:lnTo>
                <a:lnTo>
                  <a:pt x="10048" y="21254"/>
                </a:lnTo>
                <a:lnTo>
                  <a:pt x="8597" y="21482"/>
                </a:lnTo>
                <a:lnTo>
                  <a:pt x="7275" y="21600"/>
                </a:lnTo>
                <a:lnTo>
                  <a:pt x="6024" y="21551"/>
                </a:lnTo>
                <a:lnTo>
                  <a:pt x="4791" y="21281"/>
                </a:lnTo>
                <a:lnTo>
                  <a:pt x="3521" y="20734"/>
                </a:lnTo>
                <a:lnTo>
                  <a:pt x="2160" y="19860"/>
                </a:lnTo>
                <a:lnTo>
                  <a:pt x="1590" y="17546"/>
                </a:lnTo>
                <a:lnTo>
                  <a:pt x="1132" y="15236"/>
                </a:lnTo>
                <a:lnTo>
                  <a:pt x="775" y="12922"/>
                </a:lnTo>
                <a:lnTo>
                  <a:pt x="503" y="10593"/>
                </a:lnTo>
                <a:lnTo>
                  <a:pt x="305" y="8233"/>
                </a:lnTo>
                <a:lnTo>
                  <a:pt x="164" y="5832"/>
                </a:lnTo>
                <a:lnTo>
                  <a:pt x="67" y="3382"/>
                </a:lnTo>
                <a:lnTo>
                  <a:pt x="0" y="862"/>
                </a:lnTo>
                <a:close/>
              </a:path>
            </a:pathLst>
          </a:custGeom>
          <a:solidFill>
            <a:srgbClr val="886E37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2" name="contour_06570"/>
          <p:cNvSpPr/>
          <p:nvPr/>
        </p:nvSpPr>
        <p:spPr>
          <a:xfrm>
            <a:off x="7874118" y="4699428"/>
            <a:ext cx="59951" cy="669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71" y="5"/>
                </a:moveTo>
                <a:lnTo>
                  <a:pt x="14631" y="0"/>
                </a:lnTo>
                <a:lnTo>
                  <a:pt x="15768" y="19"/>
                </a:lnTo>
                <a:lnTo>
                  <a:pt x="16960" y="82"/>
                </a:lnTo>
                <a:lnTo>
                  <a:pt x="18580" y="214"/>
                </a:lnTo>
                <a:lnTo>
                  <a:pt x="21007" y="428"/>
                </a:lnTo>
                <a:lnTo>
                  <a:pt x="21251" y="2143"/>
                </a:lnTo>
                <a:lnTo>
                  <a:pt x="21445" y="3827"/>
                </a:lnTo>
                <a:lnTo>
                  <a:pt x="21566" y="5493"/>
                </a:lnTo>
                <a:lnTo>
                  <a:pt x="21600" y="7149"/>
                </a:lnTo>
                <a:lnTo>
                  <a:pt x="21529" y="8810"/>
                </a:lnTo>
                <a:lnTo>
                  <a:pt x="21337" y="10487"/>
                </a:lnTo>
                <a:lnTo>
                  <a:pt x="21007" y="12190"/>
                </a:lnTo>
                <a:lnTo>
                  <a:pt x="19499" y="13207"/>
                </a:lnTo>
                <a:lnTo>
                  <a:pt x="18008" y="14023"/>
                </a:lnTo>
                <a:lnTo>
                  <a:pt x="16477" y="14691"/>
                </a:lnTo>
                <a:lnTo>
                  <a:pt x="14846" y="15272"/>
                </a:lnTo>
                <a:lnTo>
                  <a:pt x="13058" y="15820"/>
                </a:lnTo>
                <a:lnTo>
                  <a:pt x="11388" y="16667"/>
                </a:lnTo>
                <a:lnTo>
                  <a:pt x="10193" y="17599"/>
                </a:lnTo>
                <a:lnTo>
                  <a:pt x="9316" y="18688"/>
                </a:lnTo>
                <a:lnTo>
                  <a:pt x="8597" y="19998"/>
                </a:lnTo>
                <a:lnTo>
                  <a:pt x="7877" y="21600"/>
                </a:lnTo>
                <a:lnTo>
                  <a:pt x="6315" y="21134"/>
                </a:lnTo>
                <a:lnTo>
                  <a:pt x="4753" y="20668"/>
                </a:lnTo>
                <a:lnTo>
                  <a:pt x="3180" y="20198"/>
                </a:lnTo>
                <a:lnTo>
                  <a:pt x="1596" y="19725"/>
                </a:lnTo>
                <a:lnTo>
                  <a:pt x="0" y="19248"/>
                </a:lnTo>
                <a:lnTo>
                  <a:pt x="1518" y="15587"/>
                </a:lnTo>
                <a:lnTo>
                  <a:pt x="2836" y="12447"/>
                </a:lnTo>
                <a:lnTo>
                  <a:pt x="3975" y="9784"/>
                </a:lnTo>
                <a:lnTo>
                  <a:pt x="4968" y="7556"/>
                </a:lnTo>
                <a:lnTo>
                  <a:pt x="5845" y="5723"/>
                </a:lnTo>
                <a:lnTo>
                  <a:pt x="6630" y="4241"/>
                </a:lnTo>
                <a:lnTo>
                  <a:pt x="7358" y="3070"/>
                </a:lnTo>
                <a:lnTo>
                  <a:pt x="8051" y="2167"/>
                </a:lnTo>
                <a:lnTo>
                  <a:pt x="8744" y="1489"/>
                </a:lnTo>
                <a:lnTo>
                  <a:pt x="9461" y="993"/>
                </a:lnTo>
                <a:lnTo>
                  <a:pt x="10233" y="640"/>
                </a:lnTo>
                <a:lnTo>
                  <a:pt x="11091" y="386"/>
                </a:lnTo>
                <a:lnTo>
                  <a:pt x="12060" y="188"/>
                </a:lnTo>
                <a:lnTo>
                  <a:pt x="13171" y="5"/>
                </a:lnTo>
                <a:close/>
              </a:path>
            </a:pathLst>
          </a:custGeom>
          <a:solidFill>
            <a:srgbClr val="EF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3" name="contour_06571"/>
          <p:cNvSpPr/>
          <p:nvPr/>
        </p:nvSpPr>
        <p:spPr>
          <a:xfrm>
            <a:off x="11051602" y="4662201"/>
            <a:ext cx="60009" cy="45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52" y="1010"/>
                </a:moveTo>
                <a:lnTo>
                  <a:pt x="4507" y="575"/>
                </a:lnTo>
                <a:lnTo>
                  <a:pt x="6346" y="268"/>
                </a:lnTo>
                <a:lnTo>
                  <a:pt x="8174" y="80"/>
                </a:lnTo>
                <a:lnTo>
                  <a:pt x="9995" y="0"/>
                </a:lnTo>
                <a:lnTo>
                  <a:pt x="11815" y="10"/>
                </a:lnTo>
                <a:lnTo>
                  <a:pt x="13633" y="101"/>
                </a:lnTo>
                <a:lnTo>
                  <a:pt x="15459" y="261"/>
                </a:lnTo>
                <a:lnTo>
                  <a:pt x="17295" y="474"/>
                </a:lnTo>
                <a:lnTo>
                  <a:pt x="19145" y="728"/>
                </a:lnTo>
                <a:lnTo>
                  <a:pt x="21015" y="1010"/>
                </a:lnTo>
                <a:lnTo>
                  <a:pt x="21254" y="3547"/>
                </a:lnTo>
                <a:lnTo>
                  <a:pt x="21443" y="6042"/>
                </a:lnTo>
                <a:lnTo>
                  <a:pt x="21563" y="8509"/>
                </a:lnTo>
                <a:lnTo>
                  <a:pt x="21600" y="10966"/>
                </a:lnTo>
                <a:lnTo>
                  <a:pt x="21532" y="13429"/>
                </a:lnTo>
                <a:lnTo>
                  <a:pt x="21343" y="15910"/>
                </a:lnTo>
                <a:lnTo>
                  <a:pt x="21015" y="18433"/>
                </a:lnTo>
                <a:lnTo>
                  <a:pt x="19155" y="19558"/>
                </a:lnTo>
                <a:lnTo>
                  <a:pt x="17366" y="20419"/>
                </a:lnTo>
                <a:lnTo>
                  <a:pt x="15635" y="21036"/>
                </a:lnTo>
                <a:lnTo>
                  <a:pt x="13943" y="21422"/>
                </a:lnTo>
                <a:lnTo>
                  <a:pt x="12277" y="21600"/>
                </a:lnTo>
                <a:lnTo>
                  <a:pt x="10622" y="21586"/>
                </a:lnTo>
                <a:lnTo>
                  <a:pt x="8961" y="21394"/>
                </a:lnTo>
                <a:lnTo>
                  <a:pt x="7277" y="21046"/>
                </a:lnTo>
                <a:lnTo>
                  <a:pt x="5559" y="20558"/>
                </a:lnTo>
                <a:lnTo>
                  <a:pt x="3788" y="19948"/>
                </a:lnTo>
                <a:lnTo>
                  <a:pt x="1949" y="19234"/>
                </a:lnTo>
                <a:lnTo>
                  <a:pt x="29" y="18433"/>
                </a:lnTo>
                <a:lnTo>
                  <a:pt x="0" y="16046"/>
                </a:lnTo>
                <a:lnTo>
                  <a:pt x="18" y="13753"/>
                </a:lnTo>
                <a:lnTo>
                  <a:pt x="115" y="11540"/>
                </a:lnTo>
                <a:lnTo>
                  <a:pt x="315" y="9387"/>
                </a:lnTo>
                <a:lnTo>
                  <a:pt x="643" y="7275"/>
                </a:lnTo>
                <a:lnTo>
                  <a:pt x="1123" y="5188"/>
                </a:lnTo>
                <a:lnTo>
                  <a:pt x="1784" y="3105"/>
                </a:lnTo>
                <a:lnTo>
                  <a:pt x="2652" y="1010"/>
                </a:lnTo>
                <a:close/>
              </a:path>
            </a:pathLst>
          </a:custGeom>
          <a:solidFill>
            <a:srgbClr val="FC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4" name="contour_06572"/>
          <p:cNvSpPr/>
          <p:nvPr/>
        </p:nvSpPr>
        <p:spPr>
          <a:xfrm>
            <a:off x="2349820" y="4656495"/>
            <a:ext cx="109320" cy="369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91" y="47"/>
                </a:moveTo>
                <a:lnTo>
                  <a:pt x="16291" y="72"/>
                </a:lnTo>
                <a:lnTo>
                  <a:pt x="17204" y="106"/>
                </a:lnTo>
                <a:lnTo>
                  <a:pt x="18084" y="136"/>
                </a:lnTo>
                <a:lnTo>
                  <a:pt x="18962" y="175"/>
                </a:lnTo>
                <a:lnTo>
                  <a:pt x="19842" y="217"/>
                </a:lnTo>
                <a:lnTo>
                  <a:pt x="20720" y="260"/>
                </a:lnTo>
                <a:lnTo>
                  <a:pt x="21600" y="311"/>
                </a:lnTo>
                <a:lnTo>
                  <a:pt x="21473" y="2976"/>
                </a:lnTo>
                <a:lnTo>
                  <a:pt x="21341" y="5637"/>
                </a:lnTo>
                <a:lnTo>
                  <a:pt x="21204" y="8299"/>
                </a:lnTo>
                <a:lnTo>
                  <a:pt x="21060" y="10955"/>
                </a:lnTo>
                <a:lnTo>
                  <a:pt x="20909" y="13927"/>
                </a:lnTo>
                <a:lnTo>
                  <a:pt x="20756" y="16946"/>
                </a:lnTo>
                <a:lnTo>
                  <a:pt x="20461" y="19254"/>
                </a:lnTo>
                <a:lnTo>
                  <a:pt x="20160" y="21600"/>
                </a:lnTo>
                <a:lnTo>
                  <a:pt x="19208" y="21600"/>
                </a:lnTo>
                <a:lnTo>
                  <a:pt x="18251" y="21600"/>
                </a:lnTo>
                <a:lnTo>
                  <a:pt x="17280" y="21600"/>
                </a:lnTo>
                <a:lnTo>
                  <a:pt x="17280" y="18786"/>
                </a:lnTo>
                <a:lnTo>
                  <a:pt x="17280" y="15954"/>
                </a:lnTo>
                <a:lnTo>
                  <a:pt x="17280" y="13084"/>
                </a:lnTo>
                <a:lnTo>
                  <a:pt x="15614" y="12769"/>
                </a:lnTo>
                <a:lnTo>
                  <a:pt x="14445" y="12582"/>
                </a:lnTo>
                <a:lnTo>
                  <a:pt x="13611" y="12518"/>
                </a:lnTo>
                <a:lnTo>
                  <a:pt x="12951" y="12582"/>
                </a:lnTo>
                <a:lnTo>
                  <a:pt x="12308" y="12769"/>
                </a:lnTo>
                <a:lnTo>
                  <a:pt x="11520" y="13084"/>
                </a:lnTo>
                <a:lnTo>
                  <a:pt x="10889" y="15609"/>
                </a:lnTo>
                <a:lnTo>
                  <a:pt x="10529" y="17342"/>
                </a:lnTo>
                <a:lnTo>
                  <a:pt x="10305" y="19071"/>
                </a:lnTo>
                <a:lnTo>
                  <a:pt x="10080" y="21600"/>
                </a:lnTo>
                <a:lnTo>
                  <a:pt x="9723" y="19492"/>
                </a:lnTo>
                <a:lnTo>
                  <a:pt x="9366" y="17372"/>
                </a:lnTo>
                <a:lnTo>
                  <a:pt x="9004" y="15239"/>
                </a:lnTo>
                <a:lnTo>
                  <a:pt x="8640" y="13084"/>
                </a:lnTo>
                <a:lnTo>
                  <a:pt x="7688" y="14021"/>
                </a:lnTo>
                <a:lnTo>
                  <a:pt x="6738" y="14958"/>
                </a:lnTo>
                <a:lnTo>
                  <a:pt x="5784" y="15895"/>
                </a:lnTo>
                <a:lnTo>
                  <a:pt x="4831" y="16840"/>
                </a:lnTo>
                <a:lnTo>
                  <a:pt x="3874" y="17781"/>
                </a:lnTo>
                <a:lnTo>
                  <a:pt x="2912" y="18730"/>
                </a:lnTo>
                <a:lnTo>
                  <a:pt x="1947" y="19680"/>
                </a:lnTo>
                <a:lnTo>
                  <a:pt x="976" y="20638"/>
                </a:lnTo>
                <a:lnTo>
                  <a:pt x="0" y="21600"/>
                </a:lnTo>
                <a:lnTo>
                  <a:pt x="766" y="18373"/>
                </a:lnTo>
                <a:lnTo>
                  <a:pt x="1518" y="15473"/>
                </a:lnTo>
                <a:lnTo>
                  <a:pt x="2259" y="12880"/>
                </a:lnTo>
                <a:lnTo>
                  <a:pt x="3000" y="10581"/>
                </a:lnTo>
                <a:lnTo>
                  <a:pt x="3741" y="8558"/>
                </a:lnTo>
                <a:lnTo>
                  <a:pt x="4496" y="6800"/>
                </a:lnTo>
                <a:lnTo>
                  <a:pt x="5266" y="5284"/>
                </a:lnTo>
                <a:lnTo>
                  <a:pt x="6060" y="3994"/>
                </a:lnTo>
                <a:lnTo>
                  <a:pt x="6885" y="2921"/>
                </a:lnTo>
                <a:lnTo>
                  <a:pt x="7747" y="2044"/>
                </a:lnTo>
                <a:lnTo>
                  <a:pt x="8654" y="1345"/>
                </a:lnTo>
                <a:lnTo>
                  <a:pt x="9611" y="809"/>
                </a:lnTo>
                <a:lnTo>
                  <a:pt x="10626" y="426"/>
                </a:lnTo>
                <a:lnTo>
                  <a:pt x="11704" y="170"/>
                </a:lnTo>
                <a:lnTo>
                  <a:pt x="12853" y="34"/>
                </a:lnTo>
                <a:lnTo>
                  <a:pt x="14079" y="0"/>
                </a:lnTo>
                <a:lnTo>
                  <a:pt x="15391" y="47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5" name="contour_06573"/>
          <p:cNvSpPr/>
          <p:nvPr/>
        </p:nvSpPr>
        <p:spPr>
          <a:xfrm>
            <a:off x="8055603" y="4603737"/>
            <a:ext cx="44245" cy="621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22" y="0"/>
                </a:moveTo>
                <a:lnTo>
                  <a:pt x="13822" y="73"/>
                </a:lnTo>
                <a:lnTo>
                  <a:pt x="15669" y="279"/>
                </a:lnTo>
                <a:lnTo>
                  <a:pt x="18138" y="791"/>
                </a:lnTo>
                <a:lnTo>
                  <a:pt x="19323" y="2557"/>
                </a:lnTo>
                <a:lnTo>
                  <a:pt x="20259" y="4171"/>
                </a:lnTo>
                <a:lnTo>
                  <a:pt x="20949" y="5692"/>
                </a:lnTo>
                <a:lnTo>
                  <a:pt x="21394" y="7172"/>
                </a:lnTo>
                <a:lnTo>
                  <a:pt x="21600" y="8672"/>
                </a:lnTo>
                <a:lnTo>
                  <a:pt x="21568" y="10249"/>
                </a:lnTo>
                <a:lnTo>
                  <a:pt x="21298" y="11959"/>
                </a:lnTo>
                <a:lnTo>
                  <a:pt x="20792" y="13860"/>
                </a:lnTo>
                <a:lnTo>
                  <a:pt x="19817" y="15525"/>
                </a:lnTo>
                <a:lnTo>
                  <a:pt x="18803" y="17020"/>
                </a:lnTo>
                <a:lnTo>
                  <a:pt x="17654" y="18404"/>
                </a:lnTo>
                <a:lnTo>
                  <a:pt x="16277" y="19732"/>
                </a:lnTo>
                <a:lnTo>
                  <a:pt x="14580" y="21065"/>
                </a:lnTo>
                <a:lnTo>
                  <a:pt x="12086" y="21415"/>
                </a:lnTo>
                <a:lnTo>
                  <a:pt x="9777" y="21585"/>
                </a:lnTo>
                <a:lnTo>
                  <a:pt x="7550" y="21600"/>
                </a:lnTo>
                <a:lnTo>
                  <a:pt x="5305" y="21496"/>
                </a:lnTo>
                <a:lnTo>
                  <a:pt x="2935" y="21309"/>
                </a:lnTo>
                <a:lnTo>
                  <a:pt x="349" y="21065"/>
                </a:lnTo>
                <a:lnTo>
                  <a:pt x="295" y="19322"/>
                </a:lnTo>
                <a:lnTo>
                  <a:pt x="245" y="17581"/>
                </a:lnTo>
                <a:lnTo>
                  <a:pt x="203" y="15839"/>
                </a:lnTo>
                <a:lnTo>
                  <a:pt x="164" y="14096"/>
                </a:lnTo>
                <a:lnTo>
                  <a:pt x="128" y="12352"/>
                </a:lnTo>
                <a:lnTo>
                  <a:pt x="85" y="10735"/>
                </a:lnTo>
                <a:lnTo>
                  <a:pt x="43" y="9106"/>
                </a:lnTo>
                <a:lnTo>
                  <a:pt x="0" y="7453"/>
                </a:lnTo>
                <a:lnTo>
                  <a:pt x="448" y="4889"/>
                </a:lnTo>
                <a:lnTo>
                  <a:pt x="1352" y="2998"/>
                </a:lnTo>
                <a:lnTo>
                  <a:pt x="2782" y="1670"/>
                </a:lnTo>
                <a:lnTo>
                  <a:pt x="4821" y="798"/>
                </a:lnTo>
                <a:lnTo>
                  <a:pt x="7543" y="279"/>
                </a:lnTo>
                <a:lnTo>
                  <a:pt x="11022" y="0"/>
                </a:lnTo>
                <a:close/>
              </a:path>
            </a:pathLst>
          </a:custGeom>
          <a:solidFill>
            <a:srgbClr val="ED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6" name="contour_06574"/>
          <p:cNvSpPr/>
          <p:nvPr/>
        </p:nvSpPr>
        <p:spPr>
          <a:xfrm>
            <a:off x="1132725" y="4584147"/>
            <a:ext cx="72880" cy="448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949" y="319"/>
                </a:lnTo>
                <a:lnTo>
                  <a:pt x="7404" y="719"/>
                </a:lnTo>
                <a:lnTo>
                  <a:pt x="8759" y="1217"/>
                </a:lnTo>
                <a:lnTo>
                  <a:pt x="10089" y="1837"/>
                </a:lnTo>
                <a:lnTo>
                  <a:pt x="11465" y="2595"/>
                </a:lnTo>
                <a:lnTo>
                  <a:pt x="12960" y="3506"/>
                </a:lnTo>
                <a:lnTo>
                  <a:pt x="14174" y="3903"/>
                </a:lnTo>
                <a:lnTo>
                  <a:pt x="15388" y="4292"/>
                </a:lnTo>
                <a:lnTo>
                  <a:pt x="16604" y="4671"/>
                </a:lnTo>
                <a:lnTo>
                  <a:pt x="17820" y="5042"/>
                </a:lnTo>
                <a:lnTo>
                  <a:pt x="19068" y="5691"/>
                </a:lnTo>
                <a:lnTo>
                  <a:pt x="20326" y="6350"/>
                </a:lnTo>
                <a:lnTo>
                  <a:pt x="21600" y="7013"/>
                </a:lnTo>
                <a:lnTo>
                  <a:pt x="21587" y="10467"/>
                </a:lnTo>
                <a:lnTo>
                  <a:pt x="21488" y="12760"/>
                </a:lnTo>
                <a:lnTo>
                  <a:pt x="21224" y="14422"/>
                </a:lnTo>
                <a:lnTo>
                  <a:pt x="20710" y="15976"/>
                </a:lnTo>
                <a:lnTo>
                  <a:pt x="19861" y="17943"/>
                </a:lnTo>
                <a:lnTo>
                  <a:pt x="18511" y="19408"/>
                </a:lnTo>
                <a:lnTo>
                  <a:pt x="17271" y="20439"/>
                </a:lnTo>
                <a:lnTo>
                  <a:pt x="16079" y="21099"/>
                </a:lnTo>
                <a:lnTo>
                  <a:pt x="14872" y="21463"/>
                </a:lnTo>
                <a:lnTo>
                  <a:pt x="13584" y="21600"/>
                </a:lnTo>
                <a:lnTo>
                  <a:pt x="12159" y="21582"/>
                </a:lnTo>
                <a:lnTo>
                  <a:pt x="10530" y="21477"/>
                </a:lnTo>
                <a:lnTo>
                  <a:pt x="9364" y="21414"/>
                </a:lnTo>
                <a:lnTo>
                  <a:pt x="8191" y="21351"/>
                </a:lnTo>
                <a:lnTo>
                  <a:pt x="7003" y="21284"/>
                </a:lnTo>
                <a:lnTo>
                  <a:pt x="6335" y="21225"/>
                </a:lnTo>
                <a:lnTo>
                  <a:pt x="4320" y="21039"/>
                </a:lnTo>
                <a:lnTo>
                  <a:pt x="4320" y="18721"/>
                </a:lnTo>
                <a:lnTo>
                  <a:pt x="4320" y="16389"/>
                </a:lnTo>
                <a:lnTo>
                  <a:pt x="4320" y="14026"/>
                </a:lnTo>
                <a:lnTo>
                  <a:pt x="2892" y="14026"/>
                </a:lnTo>
                <a:lnTo>
                  <a:pt x="1456" y="14026"/>
                </a:lnTo>
                <a:lnTo>
                  <a:pt x="0" y="14026"/>
                </a:lnTo>
                <a:lnTo>
                  <a:pt x="454" y="11831"/>
                </a:lnTo>
                <a:lnTo>
                  <a:pt x="933" y="9706"/>
                </a:lnTo>
                <a:lnTo>
                  <a:pt x="1452" y="7648"/>
                </a:lnTo>
                <a:lnTo>
                  <a:pt x="2033" y="5652"/>
                </a:lnTo>
                <a:lnTo>
                  <a:pt x="2691" y="3717"/>
                </a:lnTo>
                <a:lnTo>
                  <a:pt x="3447" y="1834"/>
                </a:lnTo>
                <a:lnTo>
                  <a:pt x="4320" y="0"/>
                </a:lnTo>
                <a:close/>
              </a:path>
            </a:pathLst>
          </a:custGeom>
          <a:solidFill>
            <a:srgbClr val="999B9A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7" name="contour_06575"/>
          <p:cNvSpPr/>
          <p:nvPr/>
        </p:nvSpPr>
        <p:spPr>
          <a:xfrm>
            <a:off x="855782" y="4584905"/>
            <a:ext cx="72880" cy="502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20" y="4423"/>
                </a:moveTo>
                <a:lnTo>
                  <a:pt x="18258" y="5544"/>
                </a:lnTo>
                <a:lnTo>
                  <a:pt x="19382" y="6700"/>
                </a:lnTo>
                <a:lnTo>
                  <a:pt x="20494" y="7878"/>
                </a:lnTo>
                <a:lnTo>
                  <a:pt x="21600" y="9071"/>
                </a:lnTo>
                <a:lnTo>
                  <a:pt x="20989" y="10841"/>
                </a:lnTo>
                <a:lnTo>
                  <a:pt x="20377" y="12617"/>
                </a:lnTo>
                <a:lnTo>
                  <a:pt x="19764" y="14396"/>
                </a:lnTo>
                <a:lnTo>
                  <a:pt x="19148" y="16181"/>
                </a:lnTo>
                <a:lnTo>
                  <a:pt x="18528" y="17976"/>
                </a:lnTo>
                <a:lnTo>
                  <a:pt x="17906" y="19780"/>
                </a:lnTo>
                <a:lnTo>
                  <a:pt x="17280" y="21600"/>
                </a:lnTo>
                <a:lnTo>
                  <a:pt x="17280" y="19530"/>
                </a:lnTo>
                <a:lnTo>
                  <a:pt x="17280" y="17447"/>
                </a:lnTo>
                <a:lnTo>
                  <a:pt x="17280" y="15335"/>
                </a:lnTo>
                <a:lnTo>
                  <a:pt x="15854" y="15680"/>
                </a:lnTo>
                <a:lnTo>
                  <a:pt x="14427" y="16025"/>
                </a:lnTo>
                <a:lnTo>
                  <a:pt x="12999" y="16369"/>
                </a:lnTo>
                <a:lnTo>
                  <a:pt x="11567" y="16717"/>
                </a:lnTo>
                <a:lnTo>
                  <a:pt x="10128" y="17061"/>
                </a:lnTo>
                <a:lnTo>
                  <a:pt x="8688" y="17412"/>
                </a:lnTo>
                <a:lnTo>
                  <a:pt x="7240" y="17760"/>
                </a:lnTo>
                <a:lnTo>
                  <a:pt x="5784" y="18114"/>
                </a:lnTo>
                <a:lnTo>
                  <a:pt x="4320" y="18468"/>
                </a:lnTo>
                <a:lnTo>
                  <a:pt x="4320" y="16397"/>
                </a:lnTo>
                <a:lnTo>
                  <a:pt x="4320" y="14314"/>
                </a:lnTo>
                <a:lnTo>
                  <a:pt x="4320" y="12203"/>
                </a:lnTo>
                <a:lnTo>
                  <a:pt x="2892" y="12203"/>
                </a:lnTo>
                <a:lnTo>
                  <a:pt x="1456" y="12203"/>
                </a:lnTo>
                <a:lnTo>
                  <a:pt x="0" y="12203"/>
                </a:lnTo>
                <a:lnTo>
                  <a:pt x="661" y="8579"/>
                </a:lnTo>
                <a:lnTo>
                  <a:pt x="1173" y="6055"/>
                </a:lnTo>
                <a:lnTo>
                  <a:pt x="1646" y="4310"/>
                </a:lnTo>
                <a:lnTo>
                  <a:pt x="2188" y="3010"/>
                </a:lnTo>
                <a:lnTo>
                  <a:pt x="2907" y="1835"/>
                </a:lnTo>
                <a:lnTo>
                  <a:pt x="3916" y="457"/>
                </a:lnTo>
                <a:lnTo>
                  <a:pt x="5467" y="106"/>
                </a:lnTo>
                <a:lnTo>
                  <a:pt x="6998" y="0"/>
                </a:lnTo>
                <a:lnTo>
                  <a:pt x="8510" y="116"/>
                </a:lnTo>
                <a:lnTo>
                  <a:pt x="10001" y="432"/>
                </a:lnTo>
                <a:lnTo>
                  <a:pt x="11472" y="937"/>
                </a:lnTo>
                <a:lnTo>
                  <a:pt x="12917" y="1607"/>
                </a:lnTo>
                <a:lnTo>
                  <a:pt x="14342" y="2421"/>
                </a:lnTo>
                <a:lnTo>
                  <a:pt x="15742" y="3367"/>
                </a:lnTo>
                <a:lnTo>
                  <a:pt x="17120" y="4423"/>
                </a:lnTo>
                <a:close/>
              </a:path>
            </a:pathLst>
          </a:custGeom>
          <a:solidFill>
            <a:srgbClr val="777776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8" name="contour_06576"/>
          <p:cNvSpPr/>
          <p:nvPr/>
        </p:nvSpPr>
        <p:spPr>
          <a:xfrm>
            <a:off x="3689856" y="4531039"/>
            <a:ext cx="59259" cy="47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44" y="953"/>
                </a:moveTo>
                <a:lnTo>
                  <a:pt x="20065" y="2706"/>
                </a:lnTo>
                <a:lnTo>
                  <a:pt x="20715" y="3981"/>
                </a:lnTo>
                <a:lnTo>
                  <a:pt x="21146" y="5402"/>
                </a:lnTo>
                <a:lnTo>
                  <a:pt x="21600" y="7593"/>
                </a:lnTo>
                <a:lnTo>
                  <a:pt x="20848" y="9900"/>
                </a:lnTo>
                <a:lnTo>
                  <a:pt x="19969" y="12032"/>
                </a:lnTo>
                <a:lnTo>
                  <a:pt x="18959" y="14014"/>
                </a:lnTo>
                <a:lnTo>
                  <a:pt x="17820" y="15866"/>
                </a:lnTo>
                <a:lnTo>
                  <a:pt x="16553" y="17613"/>
                </a:lnTo>
                <a:lnTo>
                  <a:pt x="15155" y="19273"/>
                </a:lnTo>
                <a:lnTo>
                  <a:pt x="13631" y="20873"/>
                </a:lnTo>
                <a:lnTo>
                  <a:pt x="11699" y="21268"/>
                </a:lnTo>
                <a:lnTo>
                  <a:pt x="9805" y="21504"/>
                </a:lnTo>
                <a:lnTo>
                  <a:pt x="7932" y="21600"/>
                </a:lnTo>
                <a:lnTo>
                  <a:pt x="6065" y="21567"/>
                </a:lnTo>
                <a:lnTo>
                  <a:pt x="4189" y="21427"/>
                </a:lnTo>
                <a:lnTo>
                  <a:pt x="2290" y="21188"/>
                </a:lnTo>
                <a:lnTo>
                  <a:pt x="348" y="20873"/>
                </a:lnTo>
                <a:lnTo>
                  <a:pt x="143" y="16952"/>
                </a:lnTo>
                <a:lnTo>
                  <a:pt x="21" y="13937"/>
                </a:lnTo>
                <a:lnTo>
                  <a:pt x="0" y="11623"/>
                </a:lnTo>
                <a:lnTo>
                  <a:pt x="104" y="9811"/>
                </a:lnTo>
                <a:lnTo>
                  <a:pt x="351" y="8290"/>
                </a:lnTo>
                <a:lnTo>
                  <a:pt x="762" y="6856"/>
                </a:lnTo>
                <a:lnTo>
                  <a:pt x="1365" y="5309"/>
                </a:lnTo>
                <a:lnTo>
                  <a:pt x="2176" y="3443"/>
                </a:lnTo>
                <a:lnTo>
                  <a:pt x="3932" y="2321"/>
                </a:lnTo>
                <a:lnTo>
                  <a:pt x="5719" y="1428"/>
                </a:lnTo>
                <a:lnTo>
                  <a:pt x="7539" y="757"/>
                </a:lnTo>
                <a:lnTo>
                  <a:pt x="9385" y="302"/>
                </a:lnTo>
                <a:lnTo>
                  <a:pt x="11258" y="53"/>
                </a:lnTo>
                <a:lnTo>
                  <a:pt x="13152" y="0"/>
                </a:lnTo>
                <a:lnTo>
                  <a:pt x="15068" y="139"/>
                </a:lnTo>
                <a:lnTo>
                  <a:pt x="16999" y="458"/>
                </a:lnTo>
                <a:lnTo>
                  <a:pt x="18944" y="953"/>
                </a:lnTo>
                <a:close/>
              </a:path>
            </a:pathLst>
          </a:custGeom>
          <a:solidFill>
            <a:srgbClr val="DADCDE"/>
          </a:solidFill>
          <a:ln>
            <a:noFill/>
          </a:ln>
        </p:spPr>
        <p:txBody>
          <a:bodyPr/>
          <a:lstStyle/>
          <a:p/>
        </p:txBody>
      </p:sp>
      <p:sp>
        <p:nvSpPr>
          <p:cNvPr id="6579" name="contour_06577"/>
          <p:cNvSpPr/>
          <p:nvPr/>
        </p:nvSpPr>
        <p:spPr>
          <a:xfrm>
            <a:off x="10344747" y="4489403"/>
            <a:ext cx="131184" cy="39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393" y="0"/>
                </a:lnTo>
                <a:lnTo>
                  <a:pt x="5191" y="0"/>
                </a:lnTo>
                <a:lnTo>
                  <a:pt x="6000" y="0"/>
                </a:lnTo>
                <a:lnTo>
                  <a:pt x="6000" y="2666"/>
                </a:lnTo>
                <a:lnTo>
                  <a:pt x="6000" y="5348"/>
                </a:lnTo>
                <a:lnTo>
                  <a:pt x="6000" y="8066"/>
                </a:lnTo>
                <a:lnTo>
                  <a:pt x="6278" y="8021"/>
                </a:lnTo>
                <a:lnTo>
                  <a:pt x="6768" y="7949"/>
                </a:lnTo>
                <a:lnTo>
                  <a:pt x="7889" y="7783"/>
                </a:lnTo>
                <a:lnTo>
                  <a:pt x="8774" y="7703"/>
                </a:lnTo>
                <a:lnTo>
                  <a:pt x="9640" y="7654"/>
                </a:lnTo>
                <a:lnTo>
                  <a:pt x="10488" y="7646"/>
                </a:lnTo>
                <a:lnTo>
                  <a:pt x="11321" y="7683"/>
                </a:lnTo>
                <a:lnTo>
                  <a:pt x="12140" y="7775"/>
                </a:lnTo>
                <a:lnTo>
                  <a:pt x="12947" y="7929"/>
                </a:lnTo>
                <a:lnTo>
                  <a:pt x="13745" y="8154"/>
                </a:lnTo>
                <a:lnTo>
                  <a:pt x="14534" y="8461"/>
                </a:lnTo>
                <a:lnTo>
                  <a:pt x="15318" y="8856"/>
                </a:lnTo>
                <a:lnTo>
                  <a:pt x="16097" y="9344"/>
                </a:lnTo>
                <a:lnTo>
                  <a:pt x="16874" y="9937"/>
                </a:lnTo>
                <a:lnTo>
                  <a:pt x="17652" y="10643"/>
                </a:lnTo>
                <a:lnTo>
                  <a:pt x="18431" y="11469"/>
                </a:lnTo>
                <a:lnTo>
                  <a:pt x="19212" y="12421"/>
                </a:lnTo>
                <a:lnTo>
                  <a:pt x="20000" y="13510"/>
                </a:lnTo>
                <a:lnTo>
                  <a:pt x="20796" y="14744"/>
                </a:lnTo>
                <a:lnTo>
                  <a:pt x="21600" y="16131"/>
                </a:lnTo>
                <a:lnTo>
                  <a:pt x="20792" y="17087"/>
                </a:lnTo>
                <a:lnTo>
                  <a:pt x="19991" y="17914"/>
                </a:lnTo>
                <a:lnTo>
                  <a:pt x="19193" y="18616"/>
                </a:lnTo>
                <a:lnTo>
                  <a:pt x="18397" y="19204"/>
                </a:lnTo>
                <a:lnTo>
                  <a:pt x="17602" y="19692"/>
                </a:lnTo>
                <a:lnTo>
                  <a:pt x="16807" y="20092"/>
                </a:lnTo>
                <a:lnTo>
                  <a:pt x="16012" y="20402"/>
                </a:lnTo>
                <a:lnTo>
                  <a:pt x="15214" y="20644"/>
                </a:lnTo>
                <a:lnTo>
                  <a:pt x="14411" y="20826"/>
                </a:lnTo>
                <a:lnTo>
                  <a:pt x="13604" y="20955"/>
                </a:lnTo>
                <a:lnTo>
                  <a:pt x="12791" y="21039"/>
                </a:lnTo>
                <a:lnTo>
                  <a:pt x="11970" y="21096"/>
                </a:lnTo>
                <a:lnTo>
                  <a:pt x="11141" y="21128"/>
                </a:lnTo>
                <a:lnTo>
                  <a:pt x="10301" y="21152"/>
                </a:lnTo>
                <a:lnTo>
                  <a:pt x="9450" y="21173"/>
                </a:lnTo>
                <a:lnTo>
                  <a:pt x="8674" y="21257"/>
                </a:lnTo>
                <a:lnTo>
                  <a:pt x="7892" y="21338"/>
                </a:lnTo>
                <a:lnTo>
                  <a:pt x="7102" y="21423"/>
                </a:lnTo>
                <a:lnTo>
                  <a:pt x="6362" y="21447"/>
                </a:lnTo>
                <a:lnTo>
                  <a:pt x="5620" y="21467"/>
                </a:lnTo>
                <a:lnTo>
                  <a:pt x="4866" y="21487"/>
                </a:lnTo>
                <a:lnTo>
                  <a:pt x="4190" y="21523"/>
                </a:lnTo>
                <a:lnTo>
                  <a:pt x="3510" y="21564"/>
                </a:lnTo>
                <a:lnTo>
                  <a:pt x="2821" y="21600"/>
                </a:lnTo>
                <a:lnTo>
                  <a:pt x="2016" y="20886"/>
                </a:lnTo>
                <a:lnTo>
                  <a:pt x="1200" y="20164"/>
                </a:lnTo>
                <a:lnTo>
                  <a:pt x="792" y="17124"/>
                </a:lnTo>
                <a:lnTo>
                  <a:pt x="526" y="14974"/>
                </a:lnTo>
                <a:lnTo>
                  <a:pt x="343" y="13135"/>
                </a:lnTo>
                <a:lnTo>
                  <a:pt x="187" y="11026"/>
                </a:lnTo>
                <a:lnTo>
                  <a:pt x="0" y="8066"/>
                </a:lnTo>
                <a:lnTo>
                  <a:pt x="713" y="8066"/>
                </a:lnTo>
                <a:lnTo>
                  <a:pt x="1428" y="8066"/>
                </a:lnTo>
                <a:lnTo>
                  <a:pt x="2146" y="8066"/>
                </a:lnTo>
                <a:lnTo>
                  <a:pt x="2869" y="8066"/>
                </a:lnTo>
                <a:lnTo>
                  <a:pt x="3600" y="8066"/>
                </a:lnTo>
                <a:lnTo>
                  <a:pt x="3600" y="5400"/>
                </a:lnTo>
                <a:lnTo>
                  <a:pt x="3600" y="2718"/>
                </a:lnTo>
                <a:lnTo>
                  <a:pt x="3600" y="0"/>
                </a:lnTo>
                <a:close/>
              </a:path>
            </a:pathLst>
          </a:custGeom>
          <a:solidFill>
            <a:srgbClr val="4F473F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0" name="contour_06578"/>
          <p:cNvSpPr/>
          <p:nvPr/>
        </p:nvSpPr>
        <p:spPr>
          <a:xfrm>
            <a:off x="3610642" y="4372795"/>
            <a:ext cx="7288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965" y="226"/>
                </a:lnTo>
                <a:lnTo>
                  <a:pt x="18226" y="442"/>
                </a:lnTo>
                <a:lnTo>
                  <a:pt x="19211" y="740"/>
                </a:lnTo>
                <a:lnTo>
                  <a:pt x="20231" y="1215"/>
                </a:lnTo>
                <a:lnTo>
                  <a:pt x="21600" y="1964"/>
                </a:lnTo>
                <a:lnTo>
                  <a:pt x="20961" y="3195"/>
                </a:lnTo>
                <a:lnTo>
                  <a:pt x="20300" y="4412"/>
                </a:lnTo>
                <a:lnTo>
                  <a:pt x="19621" y="5614"/>
                </a:lnTo>
                <a:lnTo>
                  <a:pt x="18924" y="6804"/>
                </a:lnTo>
                <a:lnTo>
                  <a:pt x="18209" y="7982"/>
                </a:lnTo>
                <a:lnTo>
                  <a:pt x="17479" y="9149"/>
                </a:lnTo>
                <a:lnTo>
                  <a:pt x="16734" y="10307"/>
                </a:lnTo>
                <a:lnTo>
                  <a:pt x="15973" y="11456"/>
                </a:lnTo>
                <a:lnTo>
                  <a:pt x="15198" y="12599"/>
                </a:lnTo>
                <a:lnTo>
                  <a:pt x="14412" y="13734"/>
                </a:lnTo>
                <a:lnTo>
                  <a:pt x="13614" y="14863"/>
                </a:lnTo>
                <a:lnTo>
                  <a:pt x="12807" y="15990"/>
                </a:lnTo>
                <a:lnTo>
                  <a:pt x="11988" y="17113"/>
                </a:lnTo>
                <a:lnTo>
                  <a:pt x="11163" y="18234"/>
                </a:lnTo>
                <a:lnTo>
                  <a:pt x="10327" y="19356"/>
                </a:lnTo>
                <a:lnTo>
                  <a:pt x="9487" y="20477"/>
                </a:lnTo>
                <a:lnTo>
                  <a:pt x="8640" y="21600"/>
                </a:lnTo>
                <a:lnTo>
                  <a:pt x="7417" y="21044"/>
                </a:lnTo>
                <a:lnTo>
                  <a:pt x="6195" y="20489"/>
                </a:lnTo>
                <a:lnTo>
                  <a:pt x="4968" y="19931"/>
                </a:lnTo>
                <a:lnTo>
                  <a:pt x="3737" y="19371"/>
                </a:lnTo>
                <a:lnTo>
                  <a:pt x="2499" y="18808"/>
                </a:lnTo>
                <a:lnTo>
                  <a:pt x="1255" y="18242"/>
                </a:lnTo>
                <a:lnTo>
                  <a:pt x="0" y="17673"/>
                </a:lnTo>
                <a:lnTo>
                  <a:pt x="881" y="16544"/>
                </a:lnTo>
                <a:lnTo>
                  <a:pt x="1767" y="15418"/>
                </a:lnTo>
                <a:lnTo>
                  <a:pt x="2657" y="14297"/>
                </a:lnTo>
                <a:lnTo>
                  <a:pt x="3551" y="13176"/>
                </a:lnTo>
                <a:lnTo>
                  <a:pt x="4450" y="12059"/>
                </a:lnTo>
                <a:lnTo>
                  <a:pt x="5348" y="10943"/>
                </a:lnTo>
                <a:lnTo>
                  <a:pt x="6251" y="9828"/>
                </a:lnTo>
                <a:lnTo>
                  <a:pt x="7154" y="8715"/>
                </a:lnTo>
                <a:lnTo>
                  <a:pt x="7821" y="7855"/>
                </a:lnTo>
                <a:lnTo>
                  <a:pt x="8495" y="6987"/>
                </a:lnTo>
                <a:lnTo>
                  <a:pt x="9176" y="6109"/>
                </a:lnTo>
                <a:lnTo>
                  <a:pt x="10098" y="4995"/>
                </a:lnTo>
                <a:lnTo>
                  <a:pt x="11016" y="3923"/>
                </a:lnTo>
                <a:lnTo>
                  <a:pt x="11953" y="2889"/>
                </a:lnTo>
                <a:lnTo>
                  <a:pt x="12934" y="1891"/>
                </a:lnTo>
                <a:lnTo>
                  <a:pt x="13982" y="929"/>
                </a:lnTo>
                <a:lnTo>
                  <a:pt x="15120" y="0"/>
                </a:lnTo>
                <a:close/>
              </a:path>
            </a:pathLst>
          </a:custGeom>
          <a:solidFill>
            <a:srgbClr val="C0D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1" name="contour_06579"/>
          <p:cNvSpPr/>
          <p:nvPr/>
        </p:nvSpPr>
        <p:spPr>
          <a:xfrm>
            <a:off x="4485201" y="4394659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68" y="1004"/>
                </a:lnTo>
                <a:lnTo>
                  <a:pt x="11340" y="2026"/>
                </a:lnTo>
                <a:lnTo>
                  <a:pt x="12349" y="3238"/>
                </a:lnTo>
                <a:lnTo>
                  <a:pt x="13431" y="4154"/>
                </a:lnTo>
                <a:lnTo>
                  <a:pt x="14589" y="4830"/>
                </a:lnTo>
                <a:lnTo>
                  <a:pt x="15824" y="5318"/>
                </a:lnTo>
                <a:lnTo>
                  <a:pt x="17140" y="5672"/>
                </a:lnTo>
                <a:lnTo>
                  <a:pt x="18539" y="5949"/>
                </a:lnTo>
                <a:lnTo>
                  <a:pt x="20025" y="6199"/>
                </a:lnTo>
                <a:lnTo>
                  <a:pt x="21600" y="6480"/>
                </a:lnTo>
                <a:lnTo>
                  <a:pt x="20529" y="7059"/>
                </a:lnTo>
                <a:lnTo>
                  <a:pt x="19453" y="7642"/>
                </a:lnTo>
                <a:lnTo>
                  <a:pt x="18360" y="8234"/>
                </a:lnTo>
                <a:lnTo>
                  <a:pt x="16775" y="9513"/>
                </a:lnTo>
                <a:lnTo>
                  <a:pt x="15794" y="10452"/>
                </a:lnTo>
                <a:lnTo>
                  <a:pt x="15239" y="11336"/>
                </a:lnTo>
                <a:lnTo>
                  <a:pt x="14939" y="12437"/>
                </a:lnTo>
                <a:lnTo>
                  <a:pt x="14714" y="14040"/>
                </a:lnTo>
                <a:lnTo>
                  <a:pt x="14848" y="15111"/>
                </a:lnTo>
                <a:lnTo>
                  <a:pt x="14984" y="16187"/>
                </a:lnTo>
                <a:lnTo>
                  <a:pt x="15120" y="17280"/>
                </a:lnTo>
                <a:lnTo>
                  <a:pt x="15120" y="18708"/>
                </a:lnTo>
                <a:lnTo>
                  <a:pt x="15120" y="20144"/>
                </a:lnTo>
                <a:lnTo>
                  <a:pt x="15120" y="21600"/>
                </a:lnTo>
                <a:lnTo>
                  <a:pt x="13856" y="21295"/>
                </a:lnTo>
                <a:lnTo>
                  <a:pt x="12595" y="20984"/>
                </a:lnTo>
                <a:lnTo>
                  <a:pt x="11336" y="20671"/>
                </a:lnTo>
                <a:lnTo>
                  <a:pt x="10076" y="20354"/>
                </a:lnTo>
                <a:lnTo>
                  <a:pt x="8819" y="20034"/>
                </a:lnTo>
                <a:lnTo>
                  <a:pt x="7560" y="19710"/>
                </a:lnTo>
                <a:lnTo>
                  <a:pt x="7016" y="19583"/>
                </a:lnTo>
                <a:lnTo>
                  <a:pt x="5374" y="19196"/>
                </a:lnTo>
                <a:lnTo>
                  <a:pt x="4128" y="18857"/>
                </a:lnTo>
                <a:lnTo>
                  <a:pt x="3151" y="18546"/>
                </a:lnTo>
                <a:lnTo>
                  <a:pt x="1944" y="18079"/>
                </a:lnTo>
                <a:lnTo>
                  <a:pt x="0" y="17280"/>
                </a:lnTo>
                <a:lnTo>
                  <a:pt x="0" y="15852"/>
                </a:lnTo>
                <a:lnTo>
                  <a:pt x="0" y="14416"/>
                </a:lnTo>
                <a:lnTo>
                  <a:pt x="0" y="12960"/>
                </a:lnTo>
                <a:lnTo>
                  <a:pt x="1365" y="12182"/>
                </a:lnTo>
                <a:lnTo>
                  <a:pt x="2449" y="11692"/>
                </a:lnTo>
                <a:lnTo>
                  <a:pt x="4186" y="11070"/>
                </a:lnTo>
                <a:lnTo>
                  <a:pt x="6227" y="10156"/>
                </a:lnTo>
                <a:lnTo>
                  <a:pt x="7536" y="9461"/>
                </a:lnTo>
                <a:lnTo>
                  <a:pt x="8372" y="8757"/>
                </a:lnTo>
                <a:lnTo>
                  <a:pt x="9005" y="7826"/>
                </a:lnTo>
                <a:lnTo>
                  <a:pt x="9694" y="6445"/>
                </a:lnTo>
                <a:lnTo>
                  <a:pt x="9975" y="5244"/>
                </a:lnTo>
                <a:lnTo>
                  <a:pt x="10171" y="4309"/>
                </a:lnTo>
                <a:lnTo>
                  <a:pt x="10340" y="3329"/>
                </a:lnTo>
                <a:lnTo>
                  <a:pt x="10532" y="1996"/>
                </a:lnTo>
                <a:lnTo>
                  <a:pt x="10800" y="0"/>
                </a:lnTo>
                <a:close/>
              </a:path>
            </a:pathLst>
          </a:custGeom>
          <a:solidFill>
            <a:srgbClr val="3A372F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2" name="contour_06580"/>
          <p:cNvSpPr/>
          <p:nvPr/>
        </p:nvSpPr>
        <p:spPr>
          <a:xfrm>
            <a:off x="7544562" y="4355712"/>
            <a:ext cx="59900" cy="525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" y="1031"/>
                </a:moveTo>
                <a:lnTo>
                  <a:pt x="2536" y="587"/>
                </a:lnTo>
                <a:lnTo>
                  <a:pt x="4420" y="252"/>
                </a:lnTo>
                <a:lnTo>
                  <a:pt x="6260" y="48"/>
                </a:lnTo>
                <a:lnTo>
                  <a:pt x="8079" y="0"/>
                </a:lnTo>
                <a:lnTo>
                  <a:pt x="9910" y="132"/>
                </a:lnTo>
                <a:lnTo>
                  <a:pt x="11779" y="467"/>
                </a:lnTo>
                <a:lnTo>
                  <a:pt x="13716" y="1031"/>
                </a:lnTo>
                <a:lnTo>
                  <a:pt x="14764" y="2706"/>
                </a:lnTo>
                <a:lnTo>
                  <a:pt x="15734" y="4407"/>
                </a:lnTo>
                <a:lnTo>
                  <a:pt x="16633" y="6133"/>
                </a:lnTo>
                <a:lnTo>
                  <a:pt x="17466" y="7889"/>
                </a:lnTo>
                <a:lnTo>
                  <a:pt x="18244" y="9669"/>
                </a:lnTo>
                <a:lnTo>
                  <a:pt x="18975" y="11479"/>
                </a:lnTo>
                <a:lnTo>
                  <a:pt x="19668" y="13315"/>
                </a:lnTo>
                <a:lnTo>
                  <a:pt x="20331" y="15182"/>
                </a:lnTo>
                <a:lnTo>
                  <a:pt x="20972" y="17079"/>
                </a:lnTo>
                <a:lnTo>
                  <a:pt x="21600" y="19008"/>
                </a:lnTo>
                <a:lnTo>
                  <a:pt x="19634" y="19790"/>
                </a:lnTo>
                <a:lnTo>
                  <a:pt x="17779" y="20464"/>
                </a:lnTo>
                <a:lnTo>
                  <a:pt x="16005" y="21007"/>
                </a:lnTo>
                <a:lnTo>
                  <a:pt x="14276" y="21393"/>
                </a:lnTo>
                <a:lnTo>
                  <a:pt x="12559" y="21597"/>
                </a:lnTo>
                <a:lnTo>
                  <a:pt x="10822" y="21600"/>
                </a:lnTo>
                <a:lnTo>
                  <a:pt x="9035" y="21372"/>
                </a:lnTo>
                <a:lnTo>
                  <a:pt x="7164" y="20890"/>
                </a:lnTo>
                <a:lnTo>
                  <a:pt x="5175" y="20132"/>
                </a:lnTo>
                <a:lnTo>
                  <a:pt x="3624" y="19119"/>
                </a:lnTo>
                <a:lnTo>
                  <a:pt x="2628" y="18352"/>
                </a:lnTo>
                <a:lnTo>
                  <a:pt x="1756" y="17444"/>
                </a:lnTo>
                <a:lnTo>
                  <a:pt x="576" y="16012"/>
                </a:lnTo>
                <a:lnTo>
                  <a:pt x="260" y="13837"/>
                </a:lnTo>
                <a:lnTo>
                  <a:pt x="74" y="11700"/>
                </a:lnTo>
                <a:lnTo>
                  <a:pt x="0" y="9585"/>
                </a:lnTo>
                <a:lnTo>
                  <a:pt x="32" y="7479"/>
                </a:lnTo>
                <a:lnTo>
                  <a:pt x="145" y="5360"/>
                </a:lnTo>
                <a:lnTo>
                  <a:pt x="331" y="3218"/>
                </a:lnTo>
                <a:lnTo>
                  <a:pt x="576" y="1031"/>
                </a:lnTo>
                <a:close/>
              </a:path>
            </a:pathLst>
          </a:custGeom>
          <a:solidFill>
            <a:srgbClr val="97866B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3" name="contour_06581"/>
          <p:cNvSpPr/>
          <p:nvPr/>
        </p:nvSpPr>
        <p:spPr>
          <a:xfrm>
            <a:off x="5009937" y="4181296"/>
            <a:ext cx="72880" cy="38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30"/>
                </a:moveTo>
                <a:lnTo>
                  <a:pt x="1369" y="995"/>
                </a:lnTo>
                <a:lnTo>
                  <a:pt x="2739" y="868"/>
                </a:lnTo>
                <a:lnTo>
                  <a:pt x="4106" y="749"/>
                </a:lnTo>
                <a:lnTo>
                  <a:pt x="5476" y="643"/>
                </a:lnTo>
                <a:lnTo>
                  <a:pt x="6845" y="540"/>
                </a:lnTo>
                <a:lnTo>
                  <a:pt x="8214" y="446"/>
                </a:lnTo>
                <a:lnTo>
                  <a:pt x="9586" y="360"/>
                </a:lnTo>
                <a:lnTo>
                  <a:pt x="10271" y="282"/>
                </a:lnTo>
                <a:lnTo>
                  <a:pt x="12340" y="49"/>
                </a:lnTo>
                <a:lnTo>
                  <a:pt x="13811" y="0"/>
                </a:lnTo>
                <a:lnTo>
                  <a:pt x="15224" y="33"/>
                </a:lnTo>
                <a:lnTo>
                  <a:pt x="16613" y="197"/>
                </a:lnTo>
                <a:lnTo>
                  <a:pt x="18006" y="545"/>
                </a:lnTo>
                <a:lnTo>
                  <a:pt x="19440" y="1130"/>
                </a:lnTo>
                <a:lnTo>
                  <a:pt x="20336" y="4045"/>
                </a:lnTo>
                <a:lnTo>
                  <a:pt x="20898" y="6141"/>
                </a:lnTo>
                <a:lnTo>
                  <a:pt x="21226" y="8008"/>
                </a:lnTo>
                <a:lnTo>
                  <a:pt x="21425" y="10235"/>
                </a:lnTo>
                <a:lnTo>
                  <a:pt x="21600" y="13412"/>
                </a:lnTo>
                <a:lnTo>
                  <a:pt x="20555" y="15827"/>
                </a:lnTo>
                <a:lnTo>
                  <a:pt x="19667" y="17645"/>
                </a:lnTo>
                <a:lnTo>
                  <a:pt x="18807" y="18992"/>
                </a:lnTo>
                <a:lnTo>
                  <a:pt x="17850" y="20012"/>
                </a:lnTo>
                <a:lnTo>
                  <a:pt x="16662" y="20834"/>
                </a:lnTo>
                <a:lnTo>
                  <a:pt x="15120" y="21600"/>
                </a:lnTo>
                <a:lnTo>
                  <a:pt x="13586" y="21399"/>
                </a:lnTo>
                <a:lnTo>
                  <a:pt x="12061" y="21146"/>
                </a:lnTo>
                <a:lnTo>
                  <a:pt x="10543" y="20834"/>
                </a:lnTo>
                <a:lnTo>
                  <a:pt x="9031" y="20474"/>
                </a:lnTo>
                <a:lnTo>
                  <a:pt x="7523" y="20069"/>
                </a:lnTo>
                <a:lnTo>
                  <a:pt x="6020" y="19618"/>
                </a:lnTo>
                <a:lnTo>
                  <a:pt x="4517" y="19135"/>
                </a:lnTo>
                <a:lnTo>
                  <a:pt x="3013" y="18620"/>
                </a:lnTo>
                <a:lnTo>
                  <a:pt x="1508" y="18075"/>
                </a:lnTo>
                <a:lnTo>
                  <a:pt x="0" y="17506"/>
                </a:lnTo>
                <a:lnTo>
                  <a:pt x="0" y="14804"/>
                </a:lnTo>
                <a:lnTo>
                  <a:pt x="0" y="12098"/>
                </a:lnTo>
                <a:lnTo>
                  <a:pt x="0" y="9379"/>
                </a:lnTo>
                <a:lnTo>
                  <a:pt x="0" y="6649"/>
                </a:lnTo>
                <a:lnTo>
                  <a:pt x="0" y="3902"/>
                </a:lnTo>
                <a:lnTo>
                  <a:pt x="0" y="1130"/>
                </a:lnTo>
                <a:close/>
              </a:path>
            </a:pathLst>
          </a:custGeom>
          <a:solidFill>
            <a:srgbClr val="571312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4" name="contour_06582"/>
          <p:cNvSpPr/>
          <p:nvPr/>
        </p:nvSpPr>
        <p:spPr>
          <a:xfrm>
            <a:off x="3974058" y="4168731"/>
            <a:ext cx="59288" cy="52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8" y="0"/>
                </a:moveTo>
                <a:lnTo>
                  <a:pt x="2236" y="0"/>
                </a:lnTo>
                <a:lnTo>
                  <a:pt x="4116" y="0"/>
                </a:lnTo>
                <a:lnTo>
                  <a:pt x="6001" y="0"/>
                </a:lnTo>
                <a:lnTo>
                  <a:pt x="7894" y="0"/>
                </a:lnTo>
                <a:lnTo>
                  <a:pt x="9795" y="0"/>
                </a:lnTo>
                <a:lnTo>
                  <a:pt x="11707" y="0"/>
                </a:lnTo>
                <a:lnTo>
                  <a:pt x="13634" y="0"/>
                </a:lnTo>
                <a:lnTo>
                  <a:pt x="13634" y="1978"/>
                </a:lnTo>
                <a:lnTo>
                  <a:pt x="13634" y="3969"/>
                </a:lnTo>
                <a:lnTo>
                  <a:pt x="13634" y="5986"/>
                </a:lnTo>
                <a:lnTo>
                  <a:pt x="15390" y="5986"/>
                </a:lnTo>
                <a:lnTo>
                  <a:pt x="17155" y="5986"/>
                </a:lnTo>
                <a:lnTo>
                  <a:pt x="18945" y="5986"/>
                </a:lnTo>
                <a:lnTo>
                  <a:pt x="19590" y="7943"/>
                </a:lnTo>
                <a:lnTo>
                  <a:pt x="19978" y="9377"/>
                </a:lnTo>
                <a:lnTo>
                  <a:pt x="20264" y="10984"/>
                </a:lnTo>
                <a:lnTo>
                  <a:pt x="20604" y="13468"/>
                </a:lnTo>
                <a:lnTo>
                  <a:pt x="20904" y="15557"/>
                </a:lnTo>
                <a:lnTo>
                  <a:pt x="21207" y="17676"/>
                </a:lnTo>
                <a:lnTo>
                  <a:pt x="21305" y="18490"/>
                </a:lnTo>
                <a:lnTo>
                  <a:pt x="21600" y="20951"/>
                </a:lnTo>
                <a:lnTo>
                  <a:pt x="19662" y="21235"/>
                </a:lnTo>
                <a:lnTo>
                  <a:pt x="17761" y="21447"/>
                </a:lnTo>
                <a:lnTo>
                  <a:pt x="15886" y="21573"/>
                </a:lnTo>
                <a:lnTo>
                  <a:pt x="14022" y="21600"/>
                </a:lnTo>
                <a:lnTo>
                  <a:pt x="12150" y="21513"/>
                </a:lnTo>
                <a:lnTo>
                  <a:pt x="10254" y="21301"/>
                </a:lnTo>
                <a:lnTo>
                  <a:pt x="8324" y="20951"/>
                </a:lnTo>
                <a:lnTo>
                  <a:pt x="6797" y="19493"/>
                </a:lnTo>
                <a:lnTo>
                  <a:pt x="5438" y="17976"/>
                </a:lnTo>
                <a:lnTo>
                  <a:pt x="4224" y="16383"/>
                </a:lnTo>
                <a:lnTo>
                  <a:pt x="3130" y="14701"/>
                </a:lnTo>
                <a:lnTo>
                  <a:pt x="2137" y="12915"/>
                </a:lnTo>
                <a:lnTo>
                  <a:pt x="1221" y="11014"/>
                </a:lnTo>
                <a:lnTo>
                  <a:pt x="358" y="8979"/>
                </a:lnTo>
                <a:lnTo>
                  <a:pt x="119" y="6393"/>
                </a:lnTo>
                <a:lnTo>
                  <a:pt x="0" y="4633"/>
                </a:lnTo>
                <a:lnTo>
                  <a:pt x="0" y="3268"/>
                </a:lnTo>
                <a:lnTo>
                  <a:pt x="119" y="1868"/>
                </a:lnTo>
                <a:lnTo>
                  <a:pt x="358" y="0"/>
                </a:lnTo>
                <a:close/>
              </a:path>
            </a:pathLst>
          </a:custGeom>
          <a:solidFill>
            <a:srgbClr val="F4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5" name="contour_06583"/>
          <p:cNvSpPr/>
          <p:nvPr/>
        </p:nvSpPr>
        <p:spPr>
          <a:xfrm>
            <a:off x="8420717" y="4146867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601" y="862"/>
                </a:lnTo>
                <a:lnTo>
                  <a:pt x="5600" y="1726"/>
                </a:lnTo>
                <a:lnTo>
                  <a:pt x="6597" y="2592"/>
                </a:lnTo>
                <a:lnTo>
                  <a:pt x="7592" y="3460"/>
                </a:lnTo>
                <a:lnTo>
                  <a:pt x="8588" y="4331"/>
                </a:lnTo>
                <a:lnTo>
                  <a:pt x="9581" y="5201"/>
                </a:lnTo>
                <a:lnTo>
                  <a:pt x="10575" y="6074"/>
                </a:lnTo>
                <a:lnTo>
                  <a:pt x="11563" y="6923"/>
                </a:lnTo>
                <a:lnTo>
                  <a:pt x="12564" y="7785"/>
                </a:lnTo>
                <a:lnTo>
                  <a:pt x="13604" y="8724"/>
                </a:lnTo>
                <a:lnTo>
                  <a:pt x="14589" y="9653"/>
                </a:lnTo>
                <a:lnTo>
                  <a:pt x="15520" y="10586"/>
                </a:lnTo>
                <a:lnTo>
                  <a:pt x="16403" y="11534"/>
                </a:lnTo>
                <a:lnTo>
                  <a:pt x="17242" y="12504"/>
                </a:lnTo>
                <a:lnTo>
                  <a:pt x="18041" y="13511"/>
                </a:lnTo>
                <a:lnTo>
                  <a:pt x="18806" y="14563"/>
                </a:lnTo>
                <a:lnTo>
                  <a:pt x="19539" y="15671"/>
                </a:lnTo>
                <a:lnTo>
                  <a:pt x="20246" y="16846"/>
                </a:lnTo>
                <a:lnTo>
                  <a:pt x="20932" y="18099"/>
                </a:lnTo>
                <a:lnTo>
                  <a:pt x="21600" y="19440"/>
                </a:lnTo>
                <a:lnTo>
                  <a:pt x="20329" y="20062"/>
                </a:lnTo>
                <a:lnTo>
                  <a:pt x="19170" y="20587"/>
                </a:lnTo>
                <a:lnTo>
                  <a:pt x="18059" y="21010"/>
                </a:lnTo>
                <a:lnTo>
                  <a:pt x="16936" y="21326"/>
                </a:lnTo>
                <a:lnTo>
                  <a:pt x="15737" y="21524"/>
                </a:lnTo>
                <a:lnTo>
                  <a:pt x="14400" y="21600"/>
                </a:lnTo>
                <a:lnTo>
                  <a:pt x="13311" y="20850"/>
                </a:lnTo>
                <a:lnTo>
                  <a:pt x="12281" y="20034"/>
                </a:lnTo>
                <a:lnTo>
                  <a:pt x="11299" y="19161"/>
                </a:lnTo>
                <a:lnTo>
                  <a:pt x="10354" y="18237"/>
                </a:lnTo>
                <a:lnTo>
                  <a:pt x="9437" y="17267"/>
                </a:lnTo>
                <a:lnTo>
                  <a:pt x="8539" y="16263"/>
                </a:lnTo>
                <a:lnTo>
                  <a:pt x="7646" y="15230"/>
                </a:lnTo>
                <a:lnTo>
                  <a:pt x="6750" y="14174"/>
                </a:lnTo>
                <a:lnTo>
                  <a:pt x="6095" y="13444"/>
                </a:lnTo>
                <a:lnTo>
                  <a:pt x="5434" y="12707"/>
                </a:lnTo>
                <a:lnTo>
                  <a:pt x="4766" y="11960"/>
                </a:lnTo>
                <a:lnTo>
                  <a:pt x="3964" y="11057"/>
                </a:lnTo>
                <a:lnTo>
                  <a:pt x="3164" y="10150"/>
                </a:lnTo>
                <a:lnTo>
                  <a:pt x="2369" y="9238"/>
                </a:lnTo>
                <a:lnTo>
                  <a:pt x="1577" y="8322"/>
                </a:lnTo>
                <a:lnTo>
                  <a:pt x="787" y="7404"/>
                </a:lnTo>
                <a:lnTo>
                  <a:pt x="0" y="6480"/>
                </a:lnTo>
                <a:lnTo>
                  <a:pt x="448" y="6279"/>
                </a:lnTo>
                <a:lnTo>
                  <a:pt x="1800" y="5670"/>
                </a:lnTo>
                <a:lnTo>
                  <a:pt x="2693" y="5000"/>
                </a:lnTo>
                <a:lnTo>
                  <a:pt x="3600" y="4320"/>
                </a:lnTo>
                <a:lnTo>
                  <a:pt x="3600" y="2892"/>
                </a:lnTo>
                <a:lnTo>
                  <a:pt x="3600" y="1456"/>
                </a:lnTo>
                <a:lnTo>
                  <a:pt x="3600" y="0"/>
                </a:lnTo>
                <a:close/>
              </a:path>
            </a:pathLst>
          </a:custGeom>
          <a:solidFill>
            <a:srgbClr val="CCD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6" name="contour_06584"/>
          <p:cNvSpPr/>
          <p:nvPr/>
        </p:nvSpPr>
        <p:spPr>
          <a:xfrm>
            <a:off x="8281633" y="4117715"/>
            <a:ext cx="109932" cy="38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76" y="0"/>
                </a:moveTo>
                <a:lnTo>
                  <a:pt x="12740" y="430"/>
                </a:lnTo>
                <a:lnTo>
                  <a:pt x="13791" y="1012"/>
                </a:lnTo>
                <a:lnTo>
                  <a:pt x="14745" y="1756"/>
                </a:lnTo>
                <a:lnTo>
                  <a:pt x="15617" y="2661"/>
                </a:lnTo>
                <a:lnTo>
                  <a:pt x="16426" y="3740"/>
                </a:lnTo>
                <a:lnTo>
                  <a:pt x="17185" y="4996"/>
                </a:lnTo>
                <a:lnTo>
                  <a:pt x="17910" y="6434"/>
                </a:lnTo>
                <a:lnTo>
                  <a:pt x="18619" y="8058"/>
                </a:lnTo>
                <a:lnTo>
                  <a:pt x="19326" y="9872"/>
                </a:lnTo>
                <a:lnTo>
                  <a:pt x="20048" y="11885"/>
                </a:lnTo>
                <a:lnTo>
                  <a:pt x="20801" y="14104"/>
                </a:lnTo>
                <a:lnTo>
                  <a:pt x="21600" y="16530"/>
                </a:lnTo>
                <a:lnTo>
                  <a:pt x="19108" y="17451"/>
                </a:lnTo>
                <a:lnTo>
                  <a:pt x="16853" y="18282"/>
                </a:lnTo>
                <a:lnTo>
                  <a:pt x="14818" y="19017"/>
                </a:lnTo>
                <a:lnTo>
                  <a:pt x="12989" y="19666"/>
                </a:lnTo>
                <a:lnTo>
                  <a:pt x="11356" y="20220"/>
                </a:lnTo>
                <a:lnTo>
                  <a:pt x="9899" y="20678"/>
                </a:lnTo>
                <a:lnTo>
                  <a:pt x="8609" y="21046"/>
                </a:lnTo>
                <a:lnTo>
                  <a:pt x="7471" y="21323"/>
                </a:lnTo>
                <a:lnTo>
                  <a:pt x="6470" y="21509"/>
                </a:lnTo>
                <a:lnTo>
                  <a:pt x="5593" y="21600"/>
                </a:lnTo>
                <a:lnTo>
                  <a:pt x="4824" y="21600"/>
                </a:lnTo>
                <a:lnTo>
                  <a:pt x="4153" y="21509"/>
                </a:lnTo>
                <a:lnTo>
                  <a:pt x="3563" y="21323"/>
                </a:lnTo>
                <a:lnTo>
                  <a:pt x="3042" y="21046"/>
                </a:lnTo>
                <a:lnTo>
                  <a:pt x="2573" y="20678"/>
                </a:lnTo>
                <a:lnTo>
                  <a:pt x="2145" y="20220"/>
                </a:lnTo>
                <a:lnTo>
                  <a:pt x="1743" y="19666"/>
                </a:lnTo>
                <a:lnTo>
                  <a:pt x="1353" y="19017"/>
                </a:lnTo>
                <a:lnTo>
                  <a:pt x="962" y="18282"/>
                </a:lnTo>
                <a:lnTo>
                  <a:pt x="556" y="17451"/>
                </a:lnTo>
                <a:lnTo>
                  <a:pt x="120" y="16530"/>
                </a:lnTo>
                <a:lnTo>
                  <a:pt x="40" y="13360"/>
                </a:lnTo>
                <a:lnTo>
                  <a:pt x="0" y="11133"/>
                </a:lnTo>
                <a:lnTo>
                  <a:pt x="0" y="9248"/>
                </a:lnTo>
                <a:lnTo>
                  <a:pt x="40" y="7112"/>
                </a:lnTo>
                <a:lnTo>
                  <a:pt x="120" y="4132"/>
                </a:lnTo>
                <a:lnTo>
                  <a:pt x="435" y="4310"/>
                </a:lnTo>
                <a:lnTo>
                  <a:pt x="991" y="4620"/>
                </a:lnTo>
                <a:lnTo>
                  <a:pt x="2263" y="5327"/>
                </a:lnTo>
                <a:lnTo>
                  <a:pt x="3180" y="5785"/>
                </a:lnTo>
                <a:lnTo>
                  <a:pt x="4105" y="6248"/>
                </a:lnTo>
                <a:lnTo>
                  <a:pt x="5043" y="6715"/>
                </a:lnTo>
                <a:lnTo>
                  <a:pt x="5958" y="7194"/>
                </a:lnTo>
                <a:lnTo>
                  <a:pt x="6879" y="7678"/>
                </a:lnTo>
                <a:lnTo>
                  <a:pt x="7811" y="8170"/>
                </a:lnTo>
                <a:lnTo>
                  <a:pt x="8582" y="8199"/>
                </a:lnTo>
                <a:lnTo>
                  <a:pt x="9358" y="8232"/>
                </a:lnTo>
                <a:lnTo>
                  <a:pt x="10144" y="8265"/>
                </a:lnTo>
                <a:lnTo>
                  <a:pt x="10654" y="5839"/>
                </a:lnTo>
                <a:lnTo>
                  <a:pt x="10973" y="4170"/>
                </a:lnTo>
                <a:lnTo>
                  <a:pt x="11235" y="2484"/>
                </a:lnTo>
                <a:lnTo>
                  <a:pt x="11576" y="0"/>
                </a:lnTo>
                <a:close/>
              </a:path>
            </a:pathLst>
          </a:custGeom>
          <a:solidFill>
            <a:srgbClr val="F6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7" name="contour_06585"/>
          <p:cNvSpPr/>
          <p:nvPr/>
        </p:nvSpPr>
        <p:spPr>
          <a:xfrm>
            <a:off x="7363958" y="3903412"/>
            <a:ext cx="131184" cy="30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2079"/>
                </a:moveTo>
                <a:lnTo>
                  <a:pt x="19825" y="5401"/>
                </a:lnTo>
                <a:lnTo>
                  <a:pt x="20270" y="7850"/>
                </a:lnTo>
                <a:lnTo>
                  <a:pt x="20604" y="9858"/>
                </a:lnTo>
                <a:lnTo>
                  <a:pt x="20893" y="11845"/>
                </a:lnTo>
                <a:lnTo>
                  <a:pt x="21203" y="14243"/>
                </a:lnTo>
                <a:lnTo>
                  <a:pt x="21600" y="17482"/>
                </a:lnTo>
                <a:lnTo>
                  <a:pt x="20749" y="17919"/>
                </a:lnTo>
                <a:lnTo>
                  <a:pt x="19902" y="18340"/>
                </a:lnTo>
                <a:lnTo>
                  <a:pt x="19060" y="18756"/>
                </a:lnTo>
                <a:lnTo>
                  <a:pt x="18221" y="19151"/>
                </a:lnTo>
                <a:lnTo>
                  <a:pt x="17386" y="19531"/>
                </a:lnTo>
                <a:lnTo>
                  <a:pt x="16553" y="19890"/>
                </a:lnTo>
                <a:lnTo>
                  <a:pt x="15724" y="20224"/>
                </a:lnTo>
                <a:lnTo>
                  <a:pt x="14896" y="20532"/>
                </a:lnTo>
                <a:lnTo>
                  <a:pt x="14070" y="20804"/>
                </a:lnTo>
                <a:lnTo>
                  <a:pt x="13247" y="21040"/>
                </a:lnTo>
                <a:lnTo>
                  <a:pt x="12424" y="21241"/>
                </a:lnTo>
                <a:lnTo>
                  <a:pt x="11603" y="21405"/>
                </a:lnTo>
                <a:lnTo>
                  <a:pt x="10781" y="21518"/>
                </a:lnTo>
                <a:lnTo>
                  <a:pt x="9960" y="21585"/>
                </a:lnTo>
                <a:lnTo>
                  <a:pt x="9139" y="21600"/>
                </a:lnTo>
                <a:lnTo>
                  <a:pt x="8317" y="21564"/>
                </a:lnTo>
                <a:lnTo>
                  <a:pt x="7495" y="21467"/>
                </a:lnTo>
                <a:lnTo>
                  <a:pt x="6672" y="21312"/>
                </a:lnTo>
                <a:lnTo>
                  <a:pt x="5846" y="21092"/>
                </a:lnTo>
                <a:lnTo>
                  <a:pt x="5020" y="20804"/>
                </a:lnTo>
                <a:lnTo>
                  <a:pt x="4190" y="20445"/>
                </a:lnTo>
                <a:lnTo>
                  <a:pt x="3359" y="20014"/>
                </a:lnTo>
                <a:lnTo>
                  <a:pt x="2525" y="19505"/>
                </a:lnTo>
                <a:lnTo>
                  <a:pt x="1687" y="18915"/>
                </a:lnTo>
                <a:lnTo>
                  <a:pt x="846" y="18242"/>
                </a:lnTo>
                <a:lnTo>
                  <a:pt x="0" y="17482"/>
                </a:lnTo>
                <a:lnTo>
                  <a:pt x="0" y="14936"/>
                </a:lnTo>
                <a:lnTo>
                  <a:pt x="0" y="12348"/>
                </a:lnTo>
                <a:lnTo>
                  <a:pt x="767" y="11177"/>
                </a:lnTo>
                <a:lnTo>
                  <a:pt x="1548" y="10038"/>
                </a:lnTo>
                <a:lnTo>
                  <a:pt x="2342" y="8934"/>
                </a:lnTo>
                <a:lnTo>
                  <a:pt x="3151" y="7871"/>
                </a:lnTo>
                <a:lnTo>
                  <a:pt x="3970" y="6849"/>
                </a:lnTo>
                <a:lnTo>
                  <a:pt x="4799" y="5879"/>
                </a:lnTo>
                <a:lnTo>
                  <a:pt x="5638" y="4965"/>
                </a:lnTo>
                <a:lnTo>
                  <a:pt x="6484" y="4107"/>
                </a:lnTo>
                <a:lnTo>
                  <a:pt x="7334" y="3322"/>
                </a:lnTo>
                <a:lnTo>
                  <a:pt x="8191" y="2603"/>
                </a:lnTo>
                <a:lnTo>
                  <a:pt x="9053" y="1961"/>
                </a:lnTo>
                <a:lnTo>
                  <a:pt x="9916" y="1402"/>
                </a:lnTo>
                <a:lnTo>
                  <a:pt x="10780" y="929"/>
                </a:lnTo>
                <a:lnTo>
                  <a:pt x="11642" y="544"/>
                </a:lnTo>
                <a:lnTo>
                  <a:pt x="12505" y="257"/>
                </a:lnTo>
                <a:lnTo>
                  <a:pt x="13366" y="77"/>
                </a:lnTo>
                <a:lnTo>
                  <a:pt x="14221" y="0"/>
                </a:lnTo>
                <a:lnTo>
                  <a:pt x="15071" y="36"/>
                </a:lnTo>
                <a:lnTo>
                  <a:pt x="15916" y="190"/>
                </a:lnTo>
                <a:lnTo>
                  <a:pt x="16751" y="462"/>
                </a:lnTo>
                <a:lnTo>
                  <a:pt x="17579" y="868"/>
                </a:lnTo>
                <a:lnTo>
                  <a:pt x="18395" y="1402"/>
                </a:lnTo>
                <a:lnTo>
                  <a:pt x="19200" y="2079"/>
                </a:lnTo>
                <a:close/>
              </a:path>
            </a:pathLst>
          </a:custGeom>
          <a:solidFill>
            <a:srgbClr val="CAD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8" name="contour_06586"/>
          <p:cNvSpPr/>
          <p:nvPr/>
        </p:nvSpPr>
        <p:spPr>
          <a:xfrm>
            <a:off x="1445395" y="3636708"/>
            <a:ext cx="8817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0" y="0"/>
                </a:moveTo>
                <a:lnTo>
                  <a:pt x="2255" y="1782"/>
                </a:lnTo>
                <a:lnTo>
                  <a:pt x="2550" y="3567"/>
                </a:lnTo>
                <a:lnTo>
                  <a:pt x="2846" y="5360"/>
                </a:lnTo>
                <a:lnTo>
                  <a:pt x="3144" y="7160"/>
                </a:lnTo>
                <a:lnTo>
                  <a:pt x="3444" y="8972"/>
                </a:lnTo>
                <a:lnTo>
                  <a:pt x="3746" y="10800"/>
                </a:lnTo>
                <a:lnTo>
                  <a:pt x="4924" y="10444"/>
                </a:lnTo>
                <a:lnTo>
                  <a:pt x="6103" y="10087"/>
                </a:lnTo>
                <a:lnTo>
                  <a:pt x="7283" y="9731"/>
                </a:lnTo>
                <a:lnTo>
                  <a:pt x="8463" y="9374"/>
                </a:lnTo>
                <a:lnTo>
                  <a:pt x="9645" y="9015"/>
                </a:lnTo>
                <a:lnTo>
                  <a:pt x="10827" y="8659"/>
                </a:lnTo>
                <a:lnTo>
                  <a:pt x="12012" y="8300"/>
                </a:lnTo>
                <a:lnTo>
                  <a:pt x="13200" y="7941"/>
                </a:lnTo>
                <a:lnTo>
                  <a:pt x="14390" y="7582"/>
                </a:lnTo>
                <a:lnTo>
                  <a:pt x="15583" y="7220"/>
                </a:lnTo>
                <a:lnTo>
                  <a:pt x="16778" y="6858"/>
                </a:lnTo>
                <a:lnTo>
                  <a:pt x="17977" y="6496"/>
                </a:lnTo>
                <a:lnTo>
                  <a:pt x="19181" y="6132"/>
                </a:lnTo>
                <a:lnTo>
                  <a:pt x="20388" y="5767"/>
                </a:lnTo>
                <a:lnTo>
                  <a:pt x="21600" y="5400"/>
                </a:lnTo>
                <a:lnTo>
                  <a:pt x="21600" y="7309"/>
                </a:lnTo>
                <a:lnTo>
                  <a:pt x="21600" y="9221"/>
                </a:lnTo>
                <a:lnTo>
                  <a:pt x="21600" y="11138"/>
                </a:lnTo>
                <a:lnTo>
                  <a:pt x="21600" y="13063"/>
                </a:lnTo>
                <a:lnTo>
                  <a:pt x="21600" y="14996"/>
                </a:lnTo>
                <a:lnTo>
                  <a:pt x="21600" y="16940"/>
                </a:lnTo>
                <a:lnTo>
                  <a:pt x="21600" y="18900"/>
                </a:lnTo>
                <a:lnTo>
                  <a:pt x="21157" y="17563"/>
                </a:lnTo>
                <a:lnTo>
                  <a:pt x="20714" y="16219"/>
                </a:lnTo>
                <a:lnTo>
                  <a:pt x="20266" y="14869"/>
                </a:lnTo>
                <a:lnTo>
                  <a:pt x="19815" y="13500"/>
                </a:lnTo>
                <a:lnTo>
                  <a:pt x="18617" y="13592"/>
                </a:lnTo>
                <a:lnTo>
                  <a:pt x="17752" y="13754"/>
                </a:lnTo>
                <a:lnTo>
                  <a:pt x="16801" y="14097"/>
                </a:lnTo>
                <a:lnTo>
                  <a:pt x="15344" y="14745"/>
                </a:lnTo>
                <a:lnTo>
                  <a:pt x="14462" y="15128"/>
                </a:lnTo>
                <a:lnTo>
                  <a:pt x="13576" y="15514"/>
                </a:lnTo>
                <a:lnTo>
                  <a:pt x="12676" y="15906"/>
                </a:lnTo>
                <a:lnTo>
                  <a:pt x="11753" y="16335"/>
                </a:lnTo>
                <a:lnTo>
                  <a:pt x="10825" y="16772"/>
                </a:lnTo>
                <a:lnTo>
                  <a:pt x="9884" y="17212"/>
                </a:lnTo>
                <a:lnTo>
                  <a:pt x="9470" y="17396"/>
                </a:lnTo>
                <a:lnTo>
                  <a:pt x="8740" y="17717"/>
                </a:lnTo>
                <a:lnTo>
                  <a:pt x="7068" y="18457"/>
                </a:lnTo>
                <a:lnTo>
                  <a:pt x="5917" y="18970"/>
                </a:lnTo>
                <a:lnTo>
                  <a:pt x="4767" y="19489"/>
                </a:lnTo>
                <a:lnTo>
                  <a:pt x="3619" y="20010"/>
                </a:lnTo>
                <a:lnTo>
                  <a:pt x="2469" y="20536"/>
                </a:lnTo>
                <a:lnTo>
                  <a:pt x="1323" y="21065"/>
                </a:lnTo>
                <a:lnTo>
                  <a:pt x="175" y="21600"/>
                </a:lnTo>
                <a:lnTo>
                  <a:pt x="148" y="20048"/>
                </a:lnTo>
                <a:lnTo>
                  <a:pt x="123" y="18495"/>
                </a:lnTo>
                <a:lnTo>
                  <a:pt x="102" y="16942"/>
                </a:lnTo>
                <a:lnTo>
                  <a:pt x="82" y="15390"/>
                </a:lnTo>
                <a:lnTo>
                  <a:pt x="64" y="13838"/>
                </a:lnTo>
                <a:lnTo>
                  <a:pt x="43" y="12396"/>
                </a:lnTo>
                <a:lnTo>
                  <a:pt x="21" y="10943"/>
                </a:lnTo>
                <a:lnTo>
                  <a:pt x="0" y="9472"/>
                </a:lnTo>
                <a:lnTo>
                  <a:pt x="111" y="7625"/>
                </a:lnTo>
                <a:lnTo>
                  <a:pt x="282" y="5994"/>
                </a:lnTo>
                <a:lnTo>
                  <a:pt x="534" y="4501"/>
                </a:lnTo>
                <a:lnTo>
                  <a:pt x="886" y="3059"/>
                </a:lnTo>
                <a:lnTo>
                  <a:pt x="1353" y="1588"/>
                </a:lnTo>
                <a:lnTo>
                  <a:pt x="1960" y="0"/>
                </a:lnTo>
                <a:close/>
              </a:path>
            </a:pathLst>
          </a:custGeom>
          <a:solidFill>
            <a:srgbClr val="D2E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589" name="contour_06587"/>
          <p:cNvSpPr/>
          <p:nvPr/>
        </p:nvSpPr>
        <p:spPr>
          <a:xfrm>
            <a:off x="11131850" y="3570190"/>
            <a:ext cx="160336" cy="31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18" y="644"/>
                </a:moveTo>
                <a:lnTo>
                  <a:pt x="20980" y="3645"/>
                </a:lnTo>
                <a:lnTo>
                  <a:pt x="21203" y="5703"/>
                </a:lnTo>
                <a:lnTo>
                  <a:pt x="21379" y="7766"/>
                </a:lnTo>
                <a:lnTo>
                  <a:pt x="21600" y="10782"/>
                </a:lnTo>
                <a:lnTo>
                  <a:pt x="20913" y="11974"/>
                </a:lnTo>
                <a:lnTo>
                  <a:pt x="20226" y="13074"/>
                </a:lnTo>
                <a:lnTo>
                  <a:pt x="19539" y="14092"/>
                </a:lnTo>
                <a:lnTo>
                  <a:pt x="18853" y="15035"/>
                </a:lnTo>
                <a:lnTo>
                  <a:pt x="18166" y="15897"/>
                </a:lnTo>
                <a:lnTo>
                  <a:pt x="17478" y="16683"/>
                </a:lnTo>
                <a:lnTo>
                  <a:pt x="16791" y="17403"/>
                </a:lnTo>
                <a:lnTo>
                  <a:pt x="16103" y="18046"/>
                </a:lnTo>
                <a:lnTo>
                  <a:pt x="15415" y="18629"/>
                </a:lnTo>
                <a:lnTo>
                  <a:pt x="14726" y="19152"/>
                </a:lnTo>
                <a:lnTo>
                  <a:pt x="14036" y="19613"/>
                </a:lnTo>
                <a:lnTo>
                  <a:pt x="13346" y="20013"/>
                </a:lnTo>
                <a:lnTo>
                  <a:pt x="12656" y="20363"/>
                </a:lnTo>
                <a:lnTo>
                  <a:pt x="11963" y="20662"/>
                </a:lnTo>
                <a:lnTo>
                  <a:pt x="11271" y="20916"/>
                </a:lnTo>
                <a:lnTo>
                  <a:pt x="10577" y="21123"/>
                </a:lnTo>
                <a:lnTo>
                  <a:pt x="9883" y="21291"/>
                </a:lnTo>
                <a:lnTo>
                  <a:pt x="9187" y="21418"/>
                </a:lnTo>
                <a:lnTo>
                  <a:pt x="8490" y="21509"/>
                </a:lnTo>
                <a:lnTo>
                  <a:pt x="7792" y="21570"/>
                </a:lnTo>
                <a:lnTo>
                  <a:pt x="7092" y="21600"/>
                </a:lnTo>
                <a:lnTo>
                  <a:pt x="6391" y="21600"/>
                </a:lnTo>
                <a:lnTo>
                  <a:pt x="5688" y="21580"/>
                </a:lnTo>
                <a:lnTo>
                  <a:pt x="4984" y="21539"/>
                </a:lnTo>
                <a:lnTo>
                  <a:pt x="4277" y="21478"/>
                </a:lnTo>
                <a:lnTo>
                  <a:pt x="3569" y="21407"/>
                </a:lnTo>
                <a:lnTo>
                  <a:pt x="2859" y="21321"/>
                </a:lnTo>
                <a:lnTo>
                  <a:pt x="2147" y="21225"/>
                </a:lnTo>
                <a:lnTo>
                  <a:pt x="1433" y="21129"/>
                </a:lnTo>
                <a:lnTo>
                  <a:pt x="718" y="21022"/>
                </a:lnTo>
                <a:lnTo>
                  <a:pt x="0" y="20921"/>
                </a:lnTo>
                <a:lnTo>
                  <a:pt x="0" y="18406"/>
                </a:lnTo>
                <a:lnTo>
                  <a:pt x="0" y="15851"/>
                </a:lnTo>
                <a:lnTo>
                  <a:pt x="673" y="15294"/>
                </a:lnTo>
                <a:lnTo>
                  <a:pt x="1346" y="14741"/>
                </a:lnTo>
                <a:lnTo>
                  <a:pt x="2020" y="14189"/>
                </a:lnTo>
                <a:lnTo>
                  <a:pt x="2692" y="13636"/>
                </a:lnTo>
                <a:lnTo>
                  <a:pt x="3366" y="13089"/>
                </a:lnTo>
                <a:lnTo>
                  <a:pt x="4039" y="12546"/>
                </a:lnTo>
                <a:lnTo>
                  <a:pt x="4713" y="12004"/>
                </a:lnTo>
                <a:lnTo>
                  <a:pt x="5386" y="11462"/>
                </a:lnTo>
                <a:lnTo>
                  <a:pt x="6060" y="10924"/>
                </a:lnTo>
                <a:lnTo>
                  <a:pt x="6733" y="10387"/>
                </a:lnTo>
                <a:lnTo>
                  <a:pt x="7407" y="9855"/>
                </a:lnTo>
                <a:lnTo>
                  <a:pt x="8081" y="9322"/>
                </a:lnTo>
                <a:lnTo>
                  <a:pt x="8755" y="8795"/>
                </a:lnTo>
                <a:lnTo>
                  <a:pt x="9352" y="8324"/>
                </a:lnTo>
                <a:lnTo>
                  <a:pt x="9948" y="7842"/>
                </a:lnTo>
                <a:lnTo>
                  <a:pt x="10544" y="7361"/>
                </a:lnTo>
                <a:lnTo>
                  <a:pt x="11139" y="6869"/>
                </a:lnTo>
                <a:lnTo>
                  <a:pt x="11735" y="6377"/>
                </a:lnTo>
                <a:lnTo>
                  <a:pt x="12345" y="5875"/>
                </a:lnTo>
                <a:lnTo>
                  <a:pt x="12956" y="5378"/>
                </a:lnTo>
                <a:lnTo>
                  <a:pt x="13567" y="4892"/>
                </a:lnTo>
                <a:lnTo>
                  <a:pt x="14178" y="4405"/>
                </a:lnTo>
                <a:lnTo>
                  <a:pt x="14789" y="3929"/>
                </a:lnTo>
                <a:lnTo>
                  <a:pt x="15401" y="3452"/>
                </a:lnTo>
                <a:lnTo>
                  <a:pt x="16012" y="2981"/>
                </a:lnTo>
                <a:lnTo>
                  <a:pt x="16683" y="2403"/>
                </a:lnTo>
                <a:lnTo>
                  <a:pt x="17363" y="1815"/>
                </a:lnTo>
                <a:lnTo>
                  <a:pt x="17675" y="1587"/>
                </a:lnTo>
                <a:lnTo>
                  <a:pt x="18614" y="887"/>
                </a:lnTo>
                <a:lnTo>
                  <a:pt x="19161" y="451"/>
                </a:lnTo>
                <a:lnTo>
                  <a:pt x="19718" y="0"/>
                </a:lnTo>
                <a:lnTo>
                  <a:pt x="20165" y="319"/>
                </a:lnTo>
                <a:lnTo>
                  <a:pt x="20618" y="644"/>
                </a:lnTo>
                <a:close/>
              </a:path>
            </a:pathLst>
          </a:custGeom>
          <a:solidFill>
            <a:srgbClr val="8CB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0" name="contour_06588"/>
          <p:cNvSpPr/>
          <p:nvPr/>
        </p:nvSpPr>
        <p:spPr>
          <a:xfrm>
            <a:off x="5162985" y="3402960"/>
            <a:ext cx="109320" cy="37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309"/>
                </a:moveTo>
                <a:lnTo>
                  <a:pt x="9592" y="309"/>
                </a:lnTo>
                <a:lnTo>
                  <a:pt x="10549" y="309"/>
                </a:lnTo>
                <a:lnTo>
                  <a:pt x="11520" y="309"/>
                </a:lnTo>
                <a:lnTo>
                  <a:pt x="12048" y="2822"/>
                </a:lnTo>
                <a:lnTo>
                  <a:pt x="12375" y="4540"/>
                </a:lnTo>
                <a:lnTo>
                  <a:pt x="12633" y="6258"/>
                </a:lnTo>
                <a:lnTo>
                  <a:pt x="12960" y="8771"/>
                </a:lnTo>
                <a:lnTo>
                  <a:pt x="13584" y="7375"/>
                </a:lnTo>
                <a:lnTo>
                  <a:pt x="14213" y="5966"/>
                </a:lnTo>
                <a:lnTo>
                  <a:pt x="14849" y="4540"/>
                </a:lnTo>
                <a:lnTo>
                  <a:pt x="15883" y="2848"/>
                </a:lnTo>
                <a:lnTo>
                  <a:pt x="16805" y="1591"/>
                </a:lnTo>
                <a:lnTo>
                  <a:pt x="17667" y="728"/>
                </a:lnTo>
                <a:lnTo>
                  <a:pt x="18526" y="212"/>
                </a:lnTo>
                <a:lnTo>
                  <a:pt x="19431" y="0"/>
                </a:lnTo>
                <a:lnTo>
                  <a:pt x="20438" y="51"/>
                </a:lnTo>
                <a:lnTo>
                  <a:pt x="21600" y="309"/>
                </a:lnTo>
                <a:lnTo>
                  <a:pt x="21491" y="5048"/>
                </a:lnTo>
                <a:lnTo>
                  <a:pt x="21383" y="8390"/>
                </a:lnTo>
                <a:lnTo>
                  <a:pt x="21236" y="10811"/>
                </a:lnTo>
                <a:lnTo>
                  <a:pt x="21010" y="12778"/>
                </a:lnTo>
                <a:lnTo>
                  <a:pt x="20664" y="14762"/>
                </a:lnTo>
                <a:lnTo>
                  <a:pt x="20160" y="17233"/>
                </a:lnTo>
                <a:lnTo>
                  <a:pt x="19201" y="18503"/>
                </a:lnTo>
                <a:lnTo>
                  <a:pt x="18229" y="19535"/>
                </a:lnTo>
                <a:lnTo>
                  <a:pt x="17248" y="20339"/>
                </a:lnTo>
                <a:lnTo>
                  <a:pt x="16258" y="20936"/>
                </a:lnTo>
                <a:lnTo>
                  <a:pt x="15261" y="21333"/>
                </a:lnTo>
                <a:lnTo>
                  <a:pt x="14257" y="21549"/>
                </a:lnTo>
                <a:lnTo>
                  <a:pt x="13249" y="21600"/>
                </a:lnTo>
                <a:lnTo>
                  <a:pt x="12237" y="21498"/>
                </a:lnTo>
                <a:lnTo>
                  <a:pt x="11223" y="21262"/>
                </a:lnTo>
                <a:lnTo>
                  <a:pt x="10208" y="20902"/>
                </a:lnTo>
                <a:lnTo>
                  <a:pt x="9194" y="20436"/>
                </a:lnTo>
                <a:lnTo>
                  <a:pt x="8181" y="19878"/>
                </a:lnTo>
                <a:lnTo>
                  <a:pt x="7171" y="19239"/>
                </a:lnTo>
                <a:lnTo>
                  <a:pt x="6166" y="18541"/>
                </a:lnTo>
                <a:lnTo>
                  <a:pt x="5167" y="17792"/>
                </a:lnTo>
                <a:lnTo>
                  <a:pt x="4175" y="17013"/>
                </a:lnTo>
                <a:lnTo>
                  <a:pt x="3191" y="16214"/>
                </a:lnTo>
                <a:lnTo>
                  <a:pt x="2216" y="15414"/>
                </a:lnTo>
                <a:lnTo>
                  <a:pt x="1483" y="14619"/>
                </a:lnTo>
                <a:lnTo>
                  <a:pt x="747" y="13815"/>
                </a:lnTo>
                <a:lnTo>
                  <a:pt x="0" y="13002"/>
                </a:lnTo>
                <a:lnTo>
                  <a:pt x="0" y="10904"/>
                </a:lnTo>
                <a:lnTo>
                  <a:pt x="0" y="8771"/>
                </a:lnTo>
                <a:lnTo>
                  <a:pt x="950" y="8771"/>
                </a:lnTo>
                <a:lnTo>
                  <a:pt x="1902" y="8771"/>
                </a:lnTo>
                <a:lnTo>
                  <a:pt x="2854" y="8771"/>
                </a:lnTo>
                <a:lnTo>
                  <a:pt x="3809" y="8771"/>
                </a:lnTo>
                <a:lnTo>
                  <a:pt x="4766" y="8771"/>
                </a:lnTo>
                <a:lnTo>
                  <a:pt x="5728" y="8771"/>
                </a:lnTo>
                <a:lnTo>
                  <a:pt x="6693" y="8771"/>
                </a:lnTo>
                <a:lnTo>
                  <a:pt x="7664" y="8771"/>
                </a:lnTo>
                <a:lnTo>
                  <a:pt x="8640" y="8771"/>
                </a:lnTo>
                <a:lnTo>
                  <a:pt x="8640" y="5974"/>
                </a:lnTo>
                <a:lnTo>
                  <a:pt x="8640" y="3161"/>
                </a:lnTo>
                <a:lnTo>
                  <a:pt x="8640" y="309"/>
                </a:lnTo>
                <a:close/>
              </a:path>
            </a:pathLst>
          </a:custGeom>
          <a:solidFill>
            <a:srgbClr val="A0AAB1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1" name="contour_06589"/>
          <p:cNvSpPr/>
          <p:nvPr/>
        </p:nvSpPr>
        <p:spPr>
          <a:xfrm>
            <a:off x="9708738" y="3359764"/>
            <a:ext cx="8212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4" y="0"/>
                </a:moveTo>
                <a:lnTo>
                  <a:pt x="1781" y="0"/>
                </a:lnTo>
                <a:lnTo>
                  <a:pt x="3056" y="0"/>
                </a:lnTo>
                <a:lnTo>
                  <a:pt x="4348" y="0"/>
                </a:lnTo>
                <a:lnTo>
                  <a:pt x="4865" y="916"/>
                </a:lnTo>
                <a:lnTo>
                  <a:pt x="5199" y="1598"/>
                </a:lnTo>
                <a:lnTo>
                  <a:pt x="5498" y="2391"/>
                </a:lnTo>
                <a:lnTo>
                  <a:pt x="5904" y="3635"/>
                </a:lnTo>
                <a:lnTo>
                  <a:pt x="6429" y="4810"/>
                </a:lnTo>
                <a:lnTo>
                  <a:pt x="7008" y="5907"/>
                </a:lnTo>
                <a:lnTo>
                  <a:pt x="7641" y="6934"/>
                </a:lnTo>
                <a:lnTo>
                  <a:pt x="8325" y="7902"/>
                </a:lnTo>
                <a:lnTo>
                  <a:pt x="9059" y="8821"/>
                </a:lnTo>
                <a:lnTo>
                  <a:pt x="9843" y="9702"/>
                </a:lnTo>
                <a:lnTo>
                  <a:pt x="10675" y="10554"/>
                </a:lnTo>
                <a:lnTo>
                  <a:pt x="11553" y="11387"/>
                </a:lnTo>
                <a:lnTo>
                  <a:pt x="12479" y="12211"/>
                </a:lnTo>
                <a:lnTo>
                  <a:pt x="13447" y="13035"/>
                </a:lnTo>
                <a:lnTo>
                  <a:pt x="14458" y="13871"/>
                </a:lnTo>
                <a:lnTo>
                  <a:pt x="15512" y="14726"/>
                </a:lnTo>
                <a:lnTo>
                  <a:pt x="16436" y="15529"/>
                </a:lnTo>
                <a:lnTo>
                  <a:pt x="17293" y="16331"/>
                </a:lnTo>
                <a:lnTo>
                  <a:pt x="18096" y="17144"/>
                </a:lnTo>
                <a:lnTo>
                  <a:pt x="18851" y="17971"/>
                </a:lnTo>
                <a:lnTo>
                  <a:pt x="19570" y="18824"/>
                </a:lnTo>
                <a:lnTo>
                  <a:pt x="20260" y="19708"/>
                </a:lnTo>
                <a:lnTo>
                  <a:pt x="20935" y="20630"/>
                </a:lnTo>
                <a:lnTo>
                  <a:pt x="21600" y="21600"/>
                </a:lnTo>
                <a:lnTo>
                  <a:pt x="20107" y="21321"/>
                </a:lnTo>
                <a:lnTo>
                  <a:pt x="18675" y="21007"/>
                </a:lnTo>
                <a:lnTo>
                  <a:pt x="17298" y="20658"/>
                </a:lnTo>
                <a:lnTo>
                  <a:pt x="15978" y="20271"/>
                </a:lnTo>
                <a:lnTo>
                  <a:pt x="14707" y="19844"/>
                </a:lnTo>
                <a:lnTo>
                  <a:pt x="13482" y="19375"/>
                </a:lnTo>
                <a:lnTo>
                  <a:pt x="12303" y="18865"/>
                </a:lnTo>
                <a:lnTo>
                  <a:pt x="11164" y="18308"/>
                </a:lnTo>
                <a:lnTo>
                  <a:pt x="10064" y="17705"/>
                </a:lnTo>
                <a:lnTo>
                  <a:pt x="8996" y="17052"/>
                </a:lnTo>
                <a:lnTo>
                  <a:pt x="7963" y="16350"/>
                </a:lnTo>
                <a:lnTo>
                  <a:pt x="6957" y="15594"/>
                </a:lnTo>
                <a:lnTo>
                  <a:pt x="5975" y="14784"/>
                </a:lnTo>
                <a:lnTo>
                  <a:pt x="5017" y="13919"/>
                </a:lnTo>
                <a:lnTo>
                  <a:pt x="4077" y="12993"/>
                </a:lnTo>
                <a:lnTo>
                  <a:pt x="3153" y="12010"/>
                </a:lnTo>
                <a:lnTo>
                  <a:pt x="2243" y="10963"/>
                </a:lnTo>
                <a:lnTo>
                  <a:pt x="1574" y="9855"/>
                </a:lnTo>
                <a:lnTo>
                  <a:pt x="1029" y="8781"/>
                </a:lnTo>
                <a:lnTo>
                  <a:pt x="608" y="7728"/>
                </a:lnTo>
                <a:lnTo>
                  <a:pt x="299" y="6684"/>
                </a:lnTo>
                <a:lnTo>
                  <a:pt x="100" y="5641"/>
                </a:lnTo>
                <a:lnTo>
                  <a:pt x="2" y="4584"/>
                </a:lnTo>
                <a:lnTo>
                  <a:pt x="0" y="3503"/>
                </a:lnTo>
                <a:lnTo>
                  <a:pt x="88" y="2386"/>
                </a:lnTo>
                <a:lnTo>
                  <a:pt x="263" y="1223"/>
                </a:lnTo>
                <a:lnTo>
                  <a:pt x="514" y="0"/>
                </a:lnTo>
                <a:close/>
              </a:path>
            </a:pathLst>
          </a:custGeom>
          <a:solidFill>
            <a:srgbClr val="99B2C3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2" name="contour_06590"/>
          <p:cNvSpPr/>
          <p:nvPr/>
        </p:nvSpPr>
        <p:spPr>
          <a:xfrm>
            <a:off x="4018770" y="3323827"/>
            <a:ext cx="72880" cy="504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43" y="737"/>
                </a:moveTo>
                <a:lnTo>
                  <a:pt x="18796" y="2300"/>
                </a:lnTo>
                <a:lnTo>
                  <a:pt x="19725" y="3746"/>
                </a:lnTo>
                <a:lnTo>
                  <a:pt x="20475" y="5253"/>
                </a:lnTo>
                <a:lnTo>
                  <a:pt x="21086" y="6992"/>
                </a:lnTo>
                <a:lnTo>
                  <a:pt x="21600" y="9149"/>
                </a:lnTo>
                <a:lnTo>
                  <a:pt x="21352" y="11583"/>
                </a:lnTo>
                <a:lnTo>
                  <a:pt x="21114" y="13288"/>
                </a:lnTo>
                <a:lnTo>
                  <a:pt x="20786" y="14711"/>
                </a:lnTo>
                <a:lnTo>
                  <a:pt x="20263" y="16303"/>
                </a:lnTo>
                <a:lnTo>
                  <a:pt x="19440" y="18513"/>
                </a:lnTo>
                <a:lnTo>
                  <a:pt x="17764" y="19349"/>
                </a:lnTo>
                <a:lnTo>
                  <a:pt x="16541" y="19893"/>
                </a:lnTo>
                <a:lnTo>
                  <a:pt x="15412" y="20248"/>
                </a:lnTo>
                <a:lnTo>
                  <a:pt x="14023" y="20529"/>
                </a:lnTo>
                <a:lnTo>
                  <a:pt x="12016" y="20854"/>
                </a:lnTo>
                <a:lnTo>
                  <a:pt x="10681" y="21097"/>
                </a:lnTo>
                <a:lnTo>
                  <a:pt x="9336" y="21341"/>
                </a:lnTo>
                <a:lnTo>
                  <a:pt x="7973" y="21588"/>
                </a:lnTo>
                <a:lnTo>
                  <a:pt x="5713" y="21600"/>
                </a:lnTo>
                <a:lnTo>
                  <a:pt x="4121" y="21519"/>
                </a:lnTo>
                <a:lnTo>
                  <a:pt x="2976" y="21254"/>
                </a:lnTo>
                <a:lnTo>
                  <a:pt x="2054" y="20723"/>
                </a:lnTo>
                <a:lnTo>
                  <a:pt x="1136" y="19836"/>
                </a:lnTo>
                <a:lnTo>
                  <a:pt x="0" y="18513"/>
                </a:lnTo>
                <a:lnTo>
                  <a:pt x="0" y="16450"/>
                </a:lnTo>
                <a:lnTo>
                  <a:pt x="0" y="14374"/>
                </a:lnTo>
                <a:lnTo>
                  <a:pt x="0" y="12270"/>
                </a:lnTo>
                <a:lnTo>
                  <a:pt x="1175" y="10900"/>
                </a:lnTo>
                <a:lnTo>
                  <a:pt x="2328" y="9623"/>
                </a:lnTo>
                <a:lnTo>
                  <a:pt x="3480" y="8422"/>
                </a:lnTo>
                <a:lnTo>
                  <a:pt x="4653" y="7273"/>
                </a:lnTo>
                <a:lnTo>
                  <a:pt x="5871" y="6155"/>
                </a:lnTo>
                <a:lnTo>
                  <a:pt x="7156" y="5054"/>
                </a:lnTo>
                <a:lnTo>
                  <a:pt x="8195" y="4186"/>
                </a:lnTo>
                <a:lnTo>
                  <a:pt x="9251" y="3309"/>
                </a:lnTo>
                <a:lnTo>
                  <a:pt x="11411" y="1704"/>
                </a:lnTo>
                <a:lnTo>
                  <a:pt x="12956" y="668"/>
                </a:lnTo>
                <a:lnTo>
                  <a:pt x="14118" y="122"/>
                </a:lnTo>
                <a:lnTo>
                  <a:pt x="15131" y="0"/>
                </a:lnTo>
                <a:lnTo>
                  <a:pt x="16228" y="228"/>
                </a:lnTo>
                <a:lnTo>
                  <a:pt x="17643" y="737"/>
                </a:lnTo>
                <a:close/>
              </a:path>
            </a:pathLst>
          </a:custGeom>
          <a:solidFill>
            <a:srgbClr val="5E4A75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3" name="contour_06591"/>
          <p:cNvSpPr/>
          <p:nvPr/>
        </p:nvSpPr>
        <p:spPr>
          <a:xfrm>
            <a:off x="8449869" y="3308748"/>
            <a:ext cx="87456" cy="45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3026" y="427"/>
                </a:lnTo>
                <a:lnTo>
                  <a:pt x="4250" y="855"/>
                </a:lnTo>
                <a:lnTo>
                  <a:pt x="5477" y="1279"/>
                </a:lnTo>
                <a:lnTo>
                  <a:pt x="6703" y="1706"/>
                </a:lnTo>
                <a:lnTo>
                  <a:pt x="7931" y="2134"/>
                </a:lnTo>
                <a:lnTo>
                  <a:pt x="9162" y="2565"/>
                </a:lnTo>
                <a:lnTo>
                  <a:pt x="10393" y="2992"/>
                </a:lnTo>
                <a:lnTo>
                  <a:pt x="11626" y="3423"/>
                </a:lnTo>
                <a:lnTo>
                  <a:pt x="12861" y="3850"/>
                </a:lnTo>
                <a:lnTo>
                  <a:pt x="14099" y="4281"/>
                </a:lnTo>
                <a:lnTo>
                  <a:pt x="15341" y="4716"/>
                </a:lnTo>
                <a:lnTo>
                  <a:pt x="16585" y="5147"/>
                </a:lnTo>
                <a:lnTo>
                  <a:pt x="17833" y="5581"/>
                </a:lnTo>
                <a:lnTo>
                  <a:pt x="19084" y="6019"/>
                </a:lnTo>
                <a:lnTo>
                  <a:pt x="20340" y="6457"/>
                </a:lnTo>
                <a:lnTo>
                  <a:pt x="21600" y="6894"/>
                </a:lnTo>
                <a:lnTo>
                  <a:pt x="19951" y="10497"/>
                </a:lnTo>
                <a:lnTo>
                  <a:pt x="18610" y="13392"/>
                </a:lnTo>
                <a:lnTo>
                  <a:pt x="17523" y="15664"/>
                </a:lnTo>
                <a:lnTo>
                  <a:pt x="16634" y="17405"/>
                </a:lnTo>
                <a:lnTo>
                  <a:pt x="15885" y="18701"/>
                </a:lnTo>
                <a:lnTo>
                  <a:pt x="15223" y="19642"/>
                </a:lnTo>
                <a:lnTo>
                  <a:pt x="14591" y="20314"/>
                </a:lnTo>
                <a:lnTo>
                  <a:pt x="13934" y="20804"/>
                </a:lnTo>
                <a:lnTo>
                  <a:pt x="13194" y="21204"/>
                </a:lnTo>
                <a:lnTo>
                  <a:pt x="12319" y="21600"/>
                </a:lnTo>
                <a:lnTo>
                  <a:pt x="11131" y="21555"/>
                </a:lnTo>
                <a:lnTo>
                  <a:pt x="10202" y="21445"/>
                </a:lnTo>
                <a:lnTo>
                  <a:pt x="9052" y="21183"/>
                </a:lnTo>
                <a:lnTo>
                  <a:pt x="7200" y="20683"/>
                </a:lnTo>
                <a:lnTo>
                  <a:pt x="7200" y="18404"/>
                </a:lnTo>
                <a:lnTo>
                  <a:pt x="7200" y="16112"/>
                </a:lnTo>
                <a:lnTo>
                  <a:pt x="7200" y="13789"/>
                </a:lnTo>
                <a:lnTo>
                  <a:pt x="6012" y="13789"/>
                </a:lnTo>
                <a:lnTo>
                  <a:pt x="4822" y="13789"/>
                </a:lnTo>
                <a:lnTo>
                  <a:pt x="3627" y="13789"/>
                </a:lnTo>
                <a:lnTo>
                  <a:pt x="2426" y="13789"/>
                </a:lnTo>
                <a:lnTo>
                  <a:pt x="1219" y="13789"/>
                </a:lnTo>
                <a:lnTo>
                  <a:pt x="0" y="13789"/>
                </a:lnTo>
                <a:lnTo>
                  <a:pt x="297" y="11514"/>
                </a:lnTo>
                <a:lnTo>
                  <a:pt x="594" y="9235"/>
                </a:lnTo>
                <a:lnTo>
                  <a:pt x="893" y="6946"/>
                </a:lnTo>
                <a:lnTo>
                  <a:pt x="1193" y="4647"/>
                </a:lnTo>
                <a:lnTo>
                  <a:pt x="1496" y="2334"/>
                </a:lnTo>
                <a:lnTo>
                  <a:pt x="1800" y="0"/>
                </a:lnTo>
                <a:close/>
              </a:path>
            </a:pathLst>
          </a:custGeom>
          <a:solidFill>
            <a:srgbClr val="AABECA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4" name="contour_06592"/>
          <p:cNvSpPr/>
          <p:nvPr/>
        </p:nvSpPr>
        <p:spPr>
          <a:xfrm>
            <a:off x="7655478" y="3286884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158" y="974"/>
                </a:lnTo>
                <a:lnTo>
                  <a:pt x="4723" y="1964"/>
                </a:lnTo>
                <a:lnTo>
                  <a:pt x="5951" y="2938"/>
                </a:lnTo>
                <a:lnTo>
                  <a:pt x="7200" y="3927"/>
                </a:lnTo>
                <a:lnTo>
                  <a:pt x="9338" y="3927"/>
                </a:lnTo>
                <a:lnTo>
                  <a:pt x="11484" y="3927"/>
                </a:lnTo>
                <a:lnTo>
                  <a:pt x="13637" y="3927"/>
                </a:lnTo>
                <a:lnTo>
                  <a:pt x="15808" y="3927"/>
                </a:lnTo>
                <a:lnTo>
                  <a:pt x="18000" y="3927"/>
                </a:lnTo>
                <a:lnTo>
                  <a:pt x="18274" y="5272"/>
                </a:lnTo>
                <a:lnTo>
                  <a:pt x="18547" y="6619"/>
                </a:lnTo>
                <a:lnTo>
                  <a:pt x="18824" y="7966"/>
                </a:lnTo>
                <a:lnTo>
                  <a:pt x="19098" y="9315"/>
                </a:lnTo>
                <a:lnTo>
                  <a:pt x="19372" y="10666"/>
                </a:lnTo>
                <a:lnTo>
                  <a:pt x="19649" y="12019"/>
                </a:lnTo>
                <a:lnTo>
                  <a:pt x="19926" y="13376"/>
                </a:lnTo>
                <a:lnTo>
                  <a:pt x="20203" y="14735"/>
                </a:lnTo>
                <a:lnTo>
                  <a:pt x="20480" y="16098"/>
                </a:lnTo>
                <a:lnTo>
                  <a:pt x="20758" y="17467"/>
                </a:lnTo>
                <a:lnTo>
                  <a:pt x="21038" y="18839"/>
                </a:lnTo>
                <a:lnTo>
                  <a:pt x="21319" y="20216"/>
                </a:lnTo>
                <a:lnTo>
                  <a:pt x="21600" y="21600"/>
                </a:lnTo>
                <a:lnTo>
                  <a:pt x="19055" y="21600"/>
                </a:lnTo>
                <a:lnTo>
                  <a:pt x="16506" y="21600"/>
                </a:lnTo>
                <a:lnTo>
                  <a:pt x="13950" y="21600"/>
                </a:lnTo>
                <a:lnTo>
                  <a:pt x="11383" y="21600"/>
                </a:lnTo>
                <a:lnTo>
                  <a:pt x="8806" y="21600"/>
                </a:lnTo>
                <a:lnTo>
                  <a:pt x="6214" y="21600"/>
                </a:lnTo>
                <a:lnTo>
                  <a:pt x="3600" y="21600"/>
                </a:lnTo>
                <a:lnTo>
                  <a:pt x="2758" y="19075"/>
                </a:lnTo>
                <a:lnTo>
                  <a:pt x="2027" y="16856"/>
                </a:lnTo>
                <a:lnTo>
                  <a:pt x="1408" y="14908"/>
                </a:lnTo>
                <a:lnTo>
                  <a:pt x="900" y="13202"/>
                </a:lnTo>
                <a:lnTo>
                  <a:pt x="508" y="11705"/>
                </a:lnTo>
                <a:lnTo>
                  <a:pt x="227" y="10386"/>
                </a:lnTo>
                <a:lnTo>
                  <a:pt x="58" y="9211"/>
                </a:lnTo>
                <a:lnTo>
                  <a:pt x="0" y="8151"/>
                </a:lnTo>
                <a:lnTo>
                  <a:pt x="58" y="7175"/>
                </a:lnTo>
                <a:lnTo>
                  <a:pt x="227" y="6250"/>
                </a:lnTo>
                <a:lnTo>
                  <a:pt x="508" y="5345"/>
                </a:lnTo>
                <a:lnTo>
                  <a:pt x="900" y="4426"/>
                </a:lnTo>
                <a:lnTo>
                  <a:pt x="1408" y="3464"/>
                </a:lnTo>
                <a:lnTo>
                  <a:pt x="2027" y="2427"/>
                </a:lnTo>
                <a:lnTo>
                  <a:pt x="2758" y="1282"/>
                </a:lnTo>
                <a:lnTo>
                  <a:pt x="3600" y="0"/>
                </a:lnTo>
                <a:close/>
              </a:path>
            </a:pathLst>
          </a:custGeom>
          <a:solidFill>
            <a:srgbClr val="CFE7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5" name="contour_06593"/>
          <p:cNvSpPr/>
          <p:nvPr/>
        </p:nvSpPr>
        <p:spPr>
          <a:xfrm>
            <a:off x="8493181" y="3232100"/>
            <a:ext cx="73303" cy="40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61" y="305"/>
                </a:moveTo>
                <a:lnTo>
                  <a:pt x="7336" y="204"/>
                </a:lnTo>
                <a:lnTo>
                  <a:pt x="8511" y="131"/>
                </a:lnTo>
                <a:lnTo>
                  <a:pt x="9685" y="85"/>
                </a:lnTo>
                <a:lnTo>
                  <a:pt x="10862" y="66"/>
                </a:lnTo>
                <a:lnTo>
                  <a:pt x="11457" y="50"/>
                </a:lnTo>
                <a:lnTo>
                  <a:pt x="13261" y="0"/>
                </a:lnTo>
                <a:lnTo>
                  <a:pt x="14412" y="104"/>
                </a:lnTo>
                <a:lnTo>
                  <a:pt x="15310" y="262"/>
                </a:lnTo>
                <a:lnTo>
                  <a:pt x="16253" y="567"/>
                </a:lnTo>
                <a:lnTo>
                  <a:pt x="17533" y="1111"/>
                </a:lnTo>
                <a:lnTo>
                  <a:pt x="19452" y="1994"/>
                </a:lnTo>
                <a:lnTo>
                  <a:pt x="20243" y="4921"/>
                </a:lnTo>
                <a:lnTo>
                  <a:pt x="20747" y="6988"/>
                </a:lnTo>
                <a:lnTo>
                  <a:pt x="21074" y="8746"/>
                </a:lnTo>
                <a:lnTo>
                  <a:pt x="21323" y="10752"/>
                </a:lnTo>
                <a:lnTo>
                  <a:pt x="21600" y="13563"/>
                </a:lnTo>
                <a:lnTo>
                  <a:pt x="20159" y="15079"/>
                </a:lnTo>
                <a:lnTo>
                  <a:pt x="18755" y="16401"/>
                </a:lnTo>
                <a:lnTo>
                  <a:pt x="17378" y="17547"/>
                </a:lnTo>
                <a:lnTo>
                  <a:pt x="16019" y="18526"/>
                </a:lnTo>
                <a:lnTo>
                  <a:pt x="14670" y="19348"/>
                </a:lnTo>
                <a:lnTo>
                  <a:pt x="13328" y="20023"/>
                </a:lnTo>
                <a:lnTo>
                  <a:pt x="11979" y="20563"/>
                </a:lnTo>
                <a:lnTo>
                  <a:pt x="10620" y="20975"/>
                </a:lnTo>
                <a:lnTo>
                  <a:pt x="9241" y="21276"/>
                </a:lnTo>
                <a:lnTo>
                  <a:pt x="7834" y="21473"/>
                </a:lnTo>
                <a:lnTo>
                  <a:pt x="6391" y="21577"/>
                </a:lnTo>
                <a:lnTo>
                  <a:pt x="4907" y="21600"/>
                </a:lnTo>
                <a:lnTo>
                  <a:pt x="3374" y="21550"/>
                </a:lnTo>
                <a:lnTo>
                  <a:pt x="1782" y="21438"/>
                </a:lnTo>
                <a:lnTo>
                  <a:pt x="125" y="21276"/>
                </a:lnTo>
                <a:lnTo>
                  <a:pt x="26" y="17794"/>
                </a:lnTo>
                <a:lnTo>
                  <a:pt x="0" y="14581"/>
                </a:lnTo>
                <a:lnTo>
                  <a:pt x="97" y="11643"/>
                </a:lnTo>
                <a:lnTo>
                  <a:pt x="369" y="8993"/>
                </a:lnTo>
                <a:lnTo>
                  <a:pt x="868" y="6637"/>
                </a:lnTo>
                <a:lnTo>
                  <a:pt x="1643" y="4581"/>
                </a:lnTo>
                <a:lnTo>
                  <a:pt x="2751" y="2834"/>
                </a:lnTo>
                <a:lnTo>
                  <a:pt x="4239" y="1408"/>
                </a:lnTo>
                <a:lnTo>
                  <a:pt x="6161" y="305"/>
                </a:lnTo>
                <a:close/>
              </a:path>
            </a:pathLst>
          </a:custGeom>
          <a:solidFill>
            <a:srgbClr val="CAD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6" name="contour_06594"/>
          <p:cNvSpPr/>
          <p:nvPr/>
        </p:nvSpPr>
        <p:spPr>
          <a:xfrm>
            <a:off x="7690861" y="3221292"/>
            <a:ext cx="81225" cy="457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1" y="0"/>
                </a:moveTo>
                <a:lnTo>
                  <a:pt x="1560" y="0"/>
                </a:lnTo>
                <a:lnTo>
                  <a:pt x="2841" y="0"/>
                </a:lnTo>
                <a:lnTo>
                  <a:pt x="4122" y="0"/>
                </a:lnTo>
                <a:lnTo>
                  <a:pt x="5407" y="0"/>
                </a:lnTo>
                <a:lnTo>
                  <a:pt x="6696" y="0"/>
                </a:lnTo>
                <a:lnTo>
                  <a:pt x="7991" y="0"/>
                </a:lnTo>
                <a:lnTo>
                  <a:pt x="9289" y="0"/>
                </a:lnTo>
                <a:lnTo>
                  <a:pt x="10596" y="0"/>
                </a:lnTo>
                <a:lnTo>
                  <a:pt x="11910" y="0"/>
                </a:lnTo>
                <a:lnTo>
                  <a:pt x="11489" y="371"/>
                </a:lnTo>
                <a:lnTo>
                  <a:pt x="10946" y="856"/>
                </a:lnTo>
                <a:lnTo>
                  <a:pt x="9915" y="1771"/>
                </a:lnTo>
                <a:lnTo>
                  <a:pt x="8033" y="3438"/>
                </a:lnTo>
                <a:lnTo>
                  <a:pt x="8033" y="5711"/>
                </a:lnTo>
                <a:lnTo>
                  <a:pt x="8033" y="7998"/>
                </a:lnTo>
                <a:lnTo>
                  <a:pt x="8033" y="10315"/>
                </a:lnTo>
                <a:lnTo>
                  <a:pt x="9376" y="10315"/>
                </a:lnTo>
                <a:lnTo>
                  <a:pt x="10722" y="10315"/>
                </a:lnTo>
                <a:lnTo>
                  <a:pt x="12067" y="10315"/>
                </a:lnTo>
                <a:lnTo>
                  <a:pt x="13414" y="10315"/>
                </a:lnTo>
                <a:lnTo>
                  <a:pt x="14766" y="10315"/>
                </a:lnTo>
                <a:lnTo>
                  <a:pt x="16121" y="10315"/>
                </a:lnTo>
                <a:lnTo>
                  <a:pt x="17482" y="10315"/>
                </a:lnTo>
                <a:lnTo>
                  <a:pt x="18848" y="10315"/>
                </a:lnTo>
                <a:lnTo>
                  <a:pt x="20220" y="10315"/>
                </a:lnTo>
                <a:lnTo>
                  <a:pt x="21600" y="10315"/>
                </a:lnTo>
                <a:lnTo>
                  <a:pt x="21216" y="12358"/>
                </a:lnTo>
                <a:lnTo>
                  <a:pt x="20831" y="14407"/>
                </a:lnTo>
                <a:lnTo>
                  <a:pt x="20445" y="16463"/>
                </a:lnTo>
                <a:lnTo>
                  <a:pt x="20055" y="18536"/>
                </a:lnTo>
                <a:lnTo>
                  <a:pt x="19662" y="20630"/>
                </a:lnTo>
                <a:lnTo>
                  <a:pt x="18309" y="21036"/>
                </a:lnTo>
                <a:lnTo>
                  <a:pt x="17049" y="21328"/>
                </a:lnTo>
                <a:lnTo>
                  <a:pt x="15838" y="21514"/>
                </a:lnTo>
                <a:lnTo>
                  <a:pt x="14629" y="21600"/>
                </a:lnTo>
                <a:lnTo>
                  <a:pt x="13375" y="21590"/>
                </a:lnTo>
                <a:lnTo>
                  <a:pt x="12030" y="21490"/>
                </a:lnTo>
                <a:lnTo>
                  <a:pt x="10981" y="21462"/>
                </a:lnTo>
                <a:lnTo>
                  <a:pt x="9915" y="21435"/>
                </a:lnTo>
                <a:lnTo>
                  <a:pt x="7574" y="21304"/>
                </a:lnTo>
                <a:lnTo>
                  <a:pt x="5783" y="21163"/>
                </a:lnTo>
                <a:lnTo>
                  <a:pt x="4429" y="20954"/>
                </a:lnTo>
                <a:lnTo>
                  <a:pt x="3401" y="20630"/>
                </a:lnTo>
                <a:lnTo>
                  <a:pt x="2585" y="20139"/>
                </a:lnTo>
                <a:lnTo>
                  <a:pt x="1868" y="19437"/>
                </a:lnTo>
                <a:lnTo>
                  <a:pt x="1138" y="18471"/>
                </a:lnTo>
                <a:lnTo>
                  <a:pt x="281" y="17192"/>
                </a:lnTo>
                <a:lnTo>
                  <a:pt x="103" y="14716"/>
                </a:lnTo>
                <a:lnTo>
                  <a:pt x="16" y="12275"/>
                </a:lnTo>
                <a:lnTo>
                  <a:pt x="0" y="9848"/>
                </a:lnTo>
                <a:lnTo>
                  <a:pt x="39" y="7423"/>
                </a:lnTo>
                <a:lnTo>
                  <a:pt x="110" y="4986"/>
                </a:lnTo>
                <a:lnTo>
                  <a:pt x="198" y="2517"/>
                </a:lnTo>
                <a:lnTo>
                  <a:pt x="281" y="0"/>
                </a:lnTo>
                <a:close/>
              </a:path>
            </a:pathLst>
          </a:custGeom>
          <a:solidFill>
            <a:srgbClr val="DE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7" name="contour_06595"/>
          <p:cNvSpPr/>
          <p:nvPr/>
        </p:nvSpPr>
        <p:spPr>
          <a:xfrm>
            <a:off x="11539977" y="3126548"/>
            <a:ext cx="87456" cy="877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9185" y="1149"/>
                </a:lnTo>
                <a:lnTo>
                  <a:pt x="9373" y="2306"/>
                </a:lnTo>
                <a:lnTo>
                  <a:pt x="9562" y="3478"/>
                </a:lnTo>
                <a:lnTo>
                  <a:pt x="9850" y="4652"/>
                </a:lnTo>
                <a:lnTo>
                  <a:pt x="10076" y="5427"/>
                </a:lnTo>
                <a:lnTo>
                  <a:pt x="10354" y="6154"/>
                </a:lnTo>
                <a:lnTo>
                  <a:pt x="10800" y="7178"/>
                </a:lnTo>
                <a:lnTo>
                  <a:pt x="12193" y="7839"/>
                </a:lnTo>
                <a:lnTo>
                  <a:pt x="13171" y="8262"/>
                </a:lnTo>
                <a:lnTo>
                  <a:pt x="13991" y="8535"/>
                </a:lnTo>
                <a:lnTo>
                  <a:pt x="14915" y="8743"/>
                </a:lnTo>
                <a:lnTo>
                  <a:pt x="16200" y="8973"/>
                </a:lnTo>
                <a:lnTo>
                  <a:pt x="15754" y="10048"/>
                </a:lnTo>
                <a:lnTo>
                  <a:pt x="15305" y="11128"/>
                </a:lnTo>
                <a:lnTo>
                  <a:pt x="14850" y="12225"/>
                </a:lnTo>
                <a:lnTo>
                  <a:pt x="14546" y="13395"/>
                </a:lnTo>
                <a:lnTo>
                  <a:pt x="14398" y="14194"/>
                </a:lnTo>
                <a:lnTo>
                  <a:pt x="14364" y="14990"/>
                </a:lnTo>
                <a:lnTo>
                  <a:pt x="14400" y="16152"/>
                </a:lnTo>
                <a:lnTo>
                  <a:pt x="15309" y="17106"/>
                </a:lnTo>
                <a:lnTo>
                  <a:pt x="16259" y="17973"/>
                </a:lnTo>
                <a:lnTo>
                  <a:pt x="17251" y="18770"/>
                </a:lnTo>
                <a:lnTo>
                  <a:pt x="18281" y="19509"/>
                </a:lnTo>
                <a:lnTo>
                  <a:pt x="19350" y="20207"/>
                </a:lnTo>
                <a:lnTo>
                  <a:pt x="20457" y="20879"/>
                </a:lnTo>
                <a:lnTo>
                  <a:pt x="21600" y="21535"/>
                </a:lnTo>
                <a:lnTo>
                  <a:pt x="20291" y="21566"/>
                </a:lnTo>
                <a:lnTo>
                  <a:pt x="18994" y="21587"/>
                </a:lnTo>
                <a:lnTo>
                  <a:pt x="17703" y="21600"/>
                </a:lnTo>
                <a:lnTo>
                  <a:pt x="16421" y="21600"/>
                </a:lnTo>
                <a:lnTo>
                  <a:pt x="15147" y="21586"/>
                </a:lnTo>
                <a:lnTo>
                  <a:pt x="13876" y="21557"/>
                </a:lnTo>
                <a:lnTo>
                  <a:pt x="12613" y="21512"/>
                </a:lnTo>
                <a:lnTo>
                  <a:pt x="11351" y="21447"/>
                </a:lnTo>
                <a:lnTo>
                  <a:pt x="10093" y="21363"/>
                </a:lnTo>
                <a:lnTo>
                  <a:pt x="8836" y="21255"/>
                </a:lnTo>
                <a:lnTo>
                  <a:pt x="7580" y="21124"/>
                </a:lnTo>
                <a:lnTo>
                  <a:pt x="6323" y="20968"/>
                </a:lnTo>
                <a:lnTo>
                  <a:pt x="5065" y="20785"/>
                </a:lnTo>
                <a:lnTo>
                  <a:pt x="3805" y="20572"/>
                </a:lnTo>
                <a:lnTo>
                  <a:pt x="2542" y="20328"/>
                </a:lnTo>
                <a:lnTo>
                  <a:pt x="1274" y="20051"/>
                </a:lnTo>
                <a:lnTo>
                  <a:pt x="0" y="19741"/>
                </a:lnTo>
                <a:lnTo>
                  <a:pt x="751" y="19445"/>
                </a:lnTo>
                <a:lnTo>
                  <a:pt x="1512" y="19145"/>
                </a:lnTo>
                <a:lnTo>
                  <a:pt x="3294" y="18361"/>
                </a:lnTo>
                <a:lnTo>
                  <a:pt x="4655" y="17729"/>
                </a:lnTo>
                <a:lnTo>
                  <a:pt x="5674" y="17180"/>
                </a:lnTo>
                <a:lnTo>
                  <a:pt x="6435" y="16641"/>
                </a:lnTo>
                <a:lnTo>
                  <a:pt x="7020" y="16047"/>
                </a:lnTo>
                <a:lnTo>
                  <a:pt x="7513" y="15328"/>
                </a:lnTo>
                <a:lnTo>
                  <a:pt x="7996" y="14414"/>
                </a:lnTo>
                <a:lnTo>
                  <a:pt x="8550" y="13235"/>
                </a:lnTo>
                <a:lnTo>
                  <a:pt x="8773" y="12010"/>
                </a:lnTo>
                <a:lnTo>
                  <a:pt x="9000" y="10768"/>
                </a:lnTo>
                <a:lnTo>
                  <a:pt x="8109" y="10323"/>
                </a:lnTo>
                <a:lnTo>
                  <a:pt x="7213" y="9878"/>
                </a:lnTo>
                <a:lnTo>
                  <a:pt x="6313" y="9427"/>
                </a:lnTo>
                <a:lnTo>
                  <a:pt x="5400" y="8973"/>
                </a:lnTo>
                <a:lnTo>
                  <a:pt x="6590" y="8973"/>
                </a:lnTo>
                <a:lnTo>
                  <a:pt x="7787" y="8973"/>
                </a:lnTo>
                <a:lnTo>
                  <a:pt x="9000" y="8973"/>
                </a:lnTo>
                <a:lnTo>
                  <a:pt x="9000" y="7704"/>
                </a:lnTo>
                <a:lnTo>
                  <a:pt x="9000" y="6434"/>
                </a:lnTo>
                <a:lnTo>
                  <a:pt x="9000" y="5160"/>
                </a:lnTo>
                <a:lnTo>
                  <a:pt x="9000" y="3880"/>
                </a:lnTo>
                <a:lnTo>
                  <a:pt x="9000" y="2595"/>
                </a:lnTo>
                <a:lnTo>
                  <a:pt x="9000" y="1303"/>
                </a:lnTo>
                <a:lnTo>
                  <a:pt x="9000" y="0"/>
                </a:lnTo>
                <a:close/>
              </a:path>
            </a:pathLst>
          </a:custGeom>
          <a:solidFill>
            <a:srgbClr val="AFBBC8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8" name="contour_06596"/>
          <p:cNvSpPr/>
          <p:nvPr/>
        </p:nvSpPr>
        <p:spPr>
          <a:xfrm>
            <a:off x="10235427" y="3146729"/>
            <a:ext cx="64717" cy="45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78" y="149"/>
                </a:moveTo>
                <a:lnTo>
                  <a:pt x="15001" y="76"/>
                </a:lnTo>
                <a:lnTo>
                  <a:pt x="16648" y="0"/>
                </a:lnTo>
                <a:lnTo>
                  <a:pt x="18299" y="513"/>
                </a:lnTo>
                <a:lnTo>
                  <a:pt x="19316" y="1082"/>
                </a:lnTo>
                <a:lnTo>
                  <a:pt x="20119" y="2073"/>
                </a:lnTo>
                <a:lnTo>
                  <a:pt x="21123" y="3844"/>
                </a:lnTo>
                <a:lnTo>
                  <a:pt x="21478" y="6229"/>
                </a:lnTo>
                <a:lnTo>
                  <a:pt x="21600" y="8483"/>
                </a:lnTo>
                <a:lnTo>
                  <a:pt x="21522" y="10649"/>
                </a:lnTo>
                <a:lnTo>
                  <a:pt x="21284" y="12771"/>
                </a:lnTo>
                <a:lnTo>
                  <a:pt x="20921" y="14889"/>
                </a:lnTo>
                <a:lnTo>
                  <a:pt x="20471" y="17038"/>
                </a:lnTo>
                <a:lnTo>
                  <a:pt x="19973" y="19260"/>
                </a:lnTo>
                <a:lnTo>
                  <a:pt x="19459" y="21600"/>
                </a:lnTo>
                <a:lnTo>
                  <a:pt x="17854" y="21316"/>
                </a:lnTo>
                <a:lnTo>
                  <a:pt x="16249" y="21028"/>
                </a:lnTo>
                <a:lnTo>
                  <a:pt x="14641" y="20744"/>
                </a:lnTo>
                <a:lnTo>
                  <a:pt x="13031" y="20456"/>
                </a:lnTo>
                <a:lnTo>
                  <a:pt x="11418" y="20168"/>
                </a:lnTo>
                <a:lnTo>
                  <a:pt x="9803" y="19881"/>
                </a:lnTo>
                <a:lnTo>
                  <a:pt x="8183" y="19593"/>
                </a:lnTo>
                <a:lnTo>
                  <a:pt x="6558" y="19302"/>
                </a:lnTo>
                <a:lnTo>
                  <a:pt x="4928" y="19010"/>
                </a:lnTo>
                <a:lnTo>
                  <a:pt x="3294" y="18719"/>
                </a:lnTo>
                <a:lnTo>
                  <a:pt x="1649" y="18428"/>
                </a:lnTo>
                <a:lnTo>
                  <a:pt x="0" y="18133"/>
                </a:lnTo>
                <a:lnTo>
                  <a:pt x="1511" y="13700"/>
                </a:lnTo>
                <a:lnTo>
                  <a:pt x="2783" y="10070"/>
                </a:lnTo>
                <a:lnTo>
                  <a:pt x="3875" y="7158"/>
                </a:lnTo>
                <a:lnTo>
                  <a:pt x="4845" y="4891"/>
                </a:lnTo>
                <a:lnTo>
                  <a:pt x="5760" y="3182"/>
                </a:lnTo>
                <a:lnTo>
                  <a:pt x="6675" y="1952"/>
                </a:lnTo>
                <a:lnTo>
                  <a:pt x="7650" y="1123"/>
                </a:lnTo>
                <a:lnTo>
                  <a:pt x="8749" y="607"/>
                </a:lnTo>
                <a:lnTo>
                  <a:pt x="10029" y="326"/>
                </a:lnTo>
                <a:lnTo>
                  <a:pt x="11552" y="201"/>
                </a:lnTo>
                <a:lnTo>
                  <a:pt x="13378" y="149"/>
                </a:lnTo>
                <a:close/>
              </a:path>
            </a:pathLst>
          </a:custGeom>
          <a:solidFill>
            <a:srgbClr val="D4E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599" name="contour_06597"/>
          <p:cNvSpPr/>
          <p:nvPr/>
        </p:nvSpPr>
        <p:spPr>
          <a:xfrm>
            <a:off x="7014135" y="3155700"/>
            <a:ext cx="58304" cy="50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065"/>
                </a:lnTo>
                <a:lnTo>
                  <a:pt x="21600" y="4133"/>
                </a:lnTo>
                <a:lnTo>
                  <a:pt x="21600" y="6201"/>
                </a:lnTo>
                <a:lnTo>
                  <a:pt x="21600" y="8275"/>
                </a:lnTo>
                <a:lnTo>
                  <a:pt x="21600" y="10356"/>
                </a:lnTo>
                <a:lnTo>
                  <a:pt x="21600" y="12446"/>
                </a:lnTo>
                <a:lnTo>
                  <a:pt x="21600" y="14542"/>
                </a:lnTo>
                <a:lnTo>
                  <a:pt x="21600" y="16651"/>
                </a:lnTo>
                <a:lnTo>
                  <a:pt x="21600" y="18772"/>
                </a:lnTo>
                <a:lnTo>
                  <a:pt x="17774" y="19635"/>
                </a:lnTo>
                <a:lnTo>
                  <a:pt x="14569" y="20342"/>
                </a:lnTo>
                <a:lnTo>
                  <a:pt x="11904" y="20893"/>
                </a:lnTo>
                <a:lnTo>
                  <a:pt x="9709" y="21284"/>
                </a:lnTo>
                <a:lnTo>
                  <a:pt x="7908" y="21522"/>
                </a:lnTo>
                <a:lnTo>
                  <a:pt x="6423" y="21600"/>
                </a:lnTo>
                <a:lnTo>
                  <a:pt x="5184" y="21522"/>
                </a:lnTo>
                <a:lnTo>
                  <a:pt x="4109" y="21284"/>
                </a:lnTo>
                <a:lnTo>
                  <a:pt x="3129" y="20893"/>
                </a:lnTo>
                <a:lnTo>
                  <a:pt x="2168" y="20342"/>
                </a:lnTo>
                <a:lnTo>
                  <a:pt x="1150" y="19635"/>
                </a:lnTo>
                <a:lnTo>
                  <a:pt x="0" y="18772"/>
                </a:lnTo>
                <a:lnTo>
                  <a:pt x="467" y="16666"/>
                </a:lnTo>
                <a:lnTo>
                  <a:pt x="964" y="14617"/>
                </a:lnTo>
                <a:lnTo>
                  <a:pt x="1507" y="12618"/>
                </a:lnTo>
                <a:lnTo>
                  <a:pt x="2111" y="10662"/>
                </a:lnTo>
                <a:lnTo>
                  <a:pt x="2786" y="8741"/>
                </a:lnTo>
                <a:lnTo>
                  <a:pt x="3551" y="6852"/>
                </a:lnTo>
                <a:lnTo>
                  <a:pt x="4417" y="4981"/>
                </a:lnTo>
                <a:lnTo>
                  <a:pt x="5400" y="3129"/>
                </a:lnTo>
                <a:lnTo>
                  <a:pt x="7150" y="2287"/>
                </a:lnTo>
                <a:lnTo>
                  <a:pt x="8902" y="1611"/>
                </a:lnTo>
                <a:lnTo>
                  <a:pt x="10662" y="1079"/>
                </a:lnTo>
                <a:lnTo>
                  <a:pt x="12434" y="679"/>
                </a:lnTo>
                <a:lnTo>
                  <a:pt x="14221" y="388"/>
                </a:lnTo>
                <a:lnTo>
                  <a:pt x="16027" y="191"/>
                </a:lnTo>
                <a:lnTo>
                  <a:pt x="17858" y="75"/>
                </a:lnTo>
                <a:lnTo>
                  <a:pt x="19713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94484E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0" name="contour_06598"/>
          <p:cNvSpPr/>
          <p:nvPr/>
        </p:nvSpPr>
        <p:spPr>
          <a:xfrm>
            <a:off x="4740281" y="3126548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5971" y="430"/>
                </a:lnTo>
                <a:lnTo>
                  <a:pt x="6113" y="1188"/>
                </a:lnTo>
                <a:lnTo>
                  <a:pt x="6435" y="2922"/>
                </a:lnTo>
                <a:lnTo>
                  <a:pt x="6645" y="3360"/>
                </a:lnTo>
                <a:lnTo>
                  <a:pt x="7012" y="4130"/>
                </a:lnTo>
                <a:lnTo>
                  <a:pt x="7855" y="5891"/>
                </a:lnTo>
                <a:lnTo>
                  <a:pt x="9445" y="6170"/>
                </a:lnTo>
                <a:lnTo>
                  <a:pt x="10606" y="6329"/>
                </a:lnTo>
                <a:lnTo>
                  <a:pt x="11668" y="6386"/>
                </a:lnTo>
                <a:lnTo>
                  <a:pt x="12972" y="6356"/>
                </a:lnTo>
                <a:lnTo>
                  <a:pt x="14849" y="6260"/>
                </a:lnTo>
                <a:lnTo>
                  <a:pt x="16110" y="6205"/>
                </a:lnTo>
                <a:lnTo>
                  <a:pt x="17378" y="6152"/>
                </a:lnTo>
                <a:lnTo>
                  <a:pt x="18662" y="6097"/>
                </a:lnTo>
                <a:lnTo>
                  <a:pt x="19094" y="6068"/>
                </a:lnTo>
                <a:lnTo>
                  <a:pt x="19856" y="6015"/>
                </a:lnTo>
                <a:lnTo>
                  <a:pt x="21600" y="5891"/>
                </a:lnTo>
                <a:lnTo>
                  <a:pt x="21565" y="7338"/>
                </a:lnTo>
                <a:lnTo>
                  <a:pt x="21463" y="8703"/>
                </a:lnTo>
                <a:lnTo>
                  <a:pt x="21256" y="10005"/>
                </a:lnTo>
                <a:lnTo>
                  <a:pt x="20907" y="11265"/>
                </a:lnTo>
                <a:lnTo>
                  <a:pt x="20381" y="12504"/>
                </a:lnTo>
                <a:lnTo>
                  <a:pt x="19636" y="13745"/>
                </a:lnTo>
                <a:lnTo>
                  <a:pt x="18338" y="13932"/>
                </a:lnTo>
                <a:lnTo>
                  <a:pt x="17072" y="14044"/>
                </a:lnTo>
                <a:lnTo>
                  <a:pt x="15823" y="14091"/>
                </a:lnTo>
                <a:lnTo>
                  <a:pt x="14580" y="14083"/>
                </a:lnTo>
                <a:lnTo>
                  <a:pt x="13329" y="14030"/>
                </a:lnTo>
                <a:lnTo>
                  <a:pt x="12057" y="13942"/>
                </a:lnTo>
                <a:lnTo>
                  <a:pt x="10747" y="13830"/>
                </a:lnTo>
                <a:lnTo>
                  <a:pt x="9355" y="13820"/>
                </a:lnTo>
                <a:lnTo>
                  <a:pt x="8173" y="13897"/>
                </a:lnTo>
                <a:lnTo>
                  <a:pt x="7122" y="14091"/>
                </a:lnTo>
                <a:lnTo>
                  <a:pt x="6119" y="14439"/>
                </a:lnTo>
                <a:lnTo>
                  <a:pt x="5082" y="14967"/>
                </a:lnTo>
                <a:lnTo>
                  <a:pt x="3927" y="15709"/>
                </a:lnTo>
                <a:lnTo>
                  <a:pt x="2989" y="17015"/>
                </a:lnTo>
                <a:lnTo>
                  <a:pt x="2309" y="17971"/>
                </a:lnTo>
                <a:lnTo>
                  <a:pt x="1779" y="18745"/>
                </a:lnTo>
                <a:lnTo>
                  <a:pt x="1290" y="19499"/>
                </a:lnTo>
                <a:lnTo>
                  <a:pt x="734" y="20396"/>
                </a:lnTo>
                <a:lnTo>
                  <a:pt x="0" y="21600"/>
                </a:lnTo>
                <a:lnTo>
                  <a:pt x="245" y="20204"/>
                </a:lnTo>
                <a:lnTo>
                  <a:pt x="511" y="18819"/>
                </a:lnTo>
                <a:lnTo>
                  <a:pt x="793" y="17443"/>
                </a:lnTo>
                <a:lnTo>
                  <a:pt x="1096" y="16076"/>
                </a:lnTo>
                <a:lnTo>
                  <a:pt x="1414" y="14717"/>
                </a:lnTo>
                <a:lnTo>
                  <a:pt x="1750" y="13365"/>
                </a:lnTo>
                <a:lnTo>
                  <a:pt x="2103" y="12017"/>
                </a:lnTo>
                <a:lnTo>
                  <a:pt x="2470" y="10674"/>
                </a:lnTo>
                <a:lnTo>
                  <a:pt x="2851" y="9335"/>
                </a:lnTo>
                <a:lnTo>
                  <a:pt x="3248" y="8000"/>
                </a:lnTo>
                <a:lnTo>
                  <a:pt x="3658" y="6667"/>
                </a:lnTo>
                <a:lnTo>
                  <a:pt x="4082" y="5335"/>
                </a:lnTo>
                <a:lnTo>
                  <a:pt x="4516" y="4004"/>
                </a:lnTo>
                <a:lnTo>
                  <a:pt x="4964" y="2671"/>
                </a:lnTo>
                <a:lnTo>
                  <a:pt x="5422" y="1337"/>
                </a:lnTo>
                <a:lnTo>
                  <a:pt x="5891" y="0"/>
                </a:lnTo>
                <a:close/>
              </a:path>
            </a:pathLst>
          </a:custGeom>
          <a:solidFill>
            <a:srgbClr val="393D40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1" name="contour_06599"/>
          <p:cNvSpPr/>
          <p:nvPr/>
        </p:nvSpPr>
        <p:spPr>
          <a:xfrm>
            <a:off x="7073007" y="3119559"/>
            <a:ext cx="50447" cy="672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53" y="1439"/>
                </a:moveTo>
                <a:lnTo>
                  <a:pt x="16598" y="2681"/>
                </a:lnTo>
                <a:lnTo>
                  <a:pt x="17859" y="3878"/>
                </a:lnTo>
                <a:lnTo>
                  <a:pt x="18960" y="5085"/>
                </a:lnTo>
                <a:lnTo>
                  <a:pt x="19931" y="6351"/>
                </a:lnTo>
                <a:lnTo>
                  <a:pt x="20801" y="7726"/>
                </a:lnTo>
                <a:lnTo>
                  <a:pt x="21600" y="9261"/>
                </a:lnTo>
                <a:lnTo>
                  <a:pt x="21344" y="10952"/>
                </a:lnTo>
                <a:lnTo>
                  <a:pt x="20967" y="12545"/>
                </a:lnTo>
                <a:lnTo>
                  <a:pt x="20455" y="14058"/>
                </a:lnTo>
                <a:lnTo>
                  <a:pt x="19790" y="15509"/>
                </a:lnTo>
                <a:lnTo>
                  <a:pt x="18960" y="16905"/>
                </a:lnTo>
                <a:lnTo>
                  <a:pt x="17955" y="18269"/>
                </a:lnTo>
                <a:lnTo>
                  <a:pt x="16757" y="19616"/>
                </a:lnTo>
                <a:lnTo>
                  <a:pt x="15359" y="20957"/>
                </a:lnTo>
                <a:lnTo>
                  <a:pt x="13137" y="21378"/>
                </a:lnTo>
                <a:lnTo>
                  <a:pt x="11134" y="21579"/>
                </a:lnTo>
                <a:lnTo>
                  <a:pt x="9224" y="21600"/>
                </a:lnTo>
                <a:lnTo>
                  <a:pt x="7293" y="21476"/>
                </a:lnTo>
                <a:lnTo>
                  <a:pt x="5217" y="21251"/>
                </a:lnTo>
                <a:lnTo>
                  <a:pt x="2877" y="20957"/>
                </a:lnTo>
                <a:lnTo>
                  <a:pt x="2515" y="19614"/>
                </a:lnTo>
                <a:lnTo>
                  <a:pt x="2159" y="18269"/>
                </a:lnTo>
                <a:lnTo>
                  <a:pt x="1807" y="16924"/>
                </a:lnTo>
                <a:lnTo>
                  <a:pt x="1464" y="15579"/>
                </a:lnTo>
                <a:lnTo>
                  <a:pt x="1123" y="14232"/>
                </a:lnTo>
                <a:lnTo>
                  <a:pt x="796" y="12982"/>
                </a:lnTo>
                <a:lnTo>
                  <a:pt x="468" y="11724"/>
                </a:lnTo>
                <a:lnTo>
                  <a:pt x="137" y="10449"/>
                </a:lnTo>
                <a:lnTo>
                  <a:pt x="0" y="8753"/>
                </a:lnTo>
                <a:lnTo>
                  <a:pt x="31" y="7331"/>
                </a:lnTo>
                <a:lnTo>
                  <a:pt x="281" y="6075"/>
                </a:lnTo>
                <a:lnTo>
                  <a:pt x="802" y="4880"/>
                </a:lnTo>
                <a:lnTo>
                  <a:pt x="1651" y="3640"/>
                </a:lnTo>
                <a:lnTo>
                  <a:pt x="2877" y="2243"/>
                </a:lnTo>
                <a:lnTo>
                  <a:pt x="5102" y="1216"/>
                </a:lnTo>
                <a:lnTo>
                  <a:pt x="7093" y="454"/>
                </a:lnTo>
                <a:lnTo>
                  <a:pt x="8971" y="26"/>
                </a:lnTo>
                <a:lnTo>
                  <a:pt x="10862" y="0"/>
                </a:lnTo>
                <a:lnTo>
                  <a:pt x="12881" y="449"/>
                </a:lnTo>
                <a:lnTo>
                  <a:pt x="15153" y="1439"/>
                </a:lnTo>
                <a:close/>
              </a:path>
            </a:pathLst>
          </a:custGeom>
          <a:solidFill>
            <a:srgbClr val="CCDDE8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2" name="contour_06600"/>
          <p:cNvSpPr/>
          <p:nvPr/>
        </p:nvSpPr>
        <p:spPr>
          <a:xfrm>
            <a:off x="1139401" y="3031353"/>
            <a:ext cx="58916" cy="58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4" y="166"/>
                </a:moveTo>
                <a:lnTo>
                  <a:pt x="2178" y="56"/>
                </a:lnTo>
                <a:lnTo>
                  <a:pt x="3572" y="0"/>
                </a:lnTo>
                <a:lnTo>
                  <a:pt x="4791" y="0"/>
                </a:lnTo>
                <a:lnTo>
                  <a:pt x="6218" y="56"/>
                </a:lnTo>
                <a:lnTo>
                  <a:pt x="8240" y="166"/>
                </a:lnTo>
                <a:lnTo>
                  <a:pt x="8625" y="1382"/>
                </a:lnTo>
                <a:lnTo>
                  <a:pt x="9015" y="2610"/>
                </a:lnTo>
                <a:lnTo>
                  <a:pt x="9411" y="3850"/>
                </a:lnTo>
                <a:lnTo>
                  <a:pt x="10215" y="5999"/>
                </a:lnTo>
                <a:lnTo>
                  <a:pt x="10987" y="7545"/>
                </a:lnTo>
                <a:lnTo>
                  <a:pt x="11861" y="8670"/>
                </a:lnTo>
                <a:lnTo>
                  <a:pt x="12967" y="9562"/>
                </a:lnTo>
                <a:lnTo>
                  <a:pt x="14442" y="10406"/>
                </a:lnTo>
                <a:lnTo>
                  <a:pt x="16422" y="11387"/>
                </a:lnTo>
                <a:lnTo>
                  <a:pt x="18140" y="12132"/>
                </a:lnTo>
                <a:lnTo>
                  <a:pt x="19866" y="12858"/>
                </a:lnTo>
                <a:lnTo>
                  <a:pt x="21600" y="13562"/>
                </a:lnTo>
                <a:lnTo>
                  <a:pt x="21071" y="15154"/>
                </a:lnTo>
                <a:lnTo>
                  <a:pt x="20539" y="16751"/>
                </a:lnTo>
                <a:lnTo>
                  <a:pt x="20008" y="18353"/>
                </a:lnTo>
                <a:lnTo>
                  <a:pt x="19470" y="19968"/>
                </a:lnTo>
                <a:lnTo>
                  <a:pt x="18928" y="21600"/>
                </a:lnTo>
                <a:lnTo>
                  <a:pt x="17357" y="21372"/>
                </a:lnTo>
                <a:lnTo>
                  <a:pt x="15786" y="21139"/>
                </a:lnTo>
                <a:lnTo>
                  <a:pt x="14217" y="20903"/>
                </a:lnTo>
                <a:lnTo>
                  <a:pt x="12646" y="20668"/>
                </a:lnTo>
                <a:lnTo>
                  <a:pt x="11078" y="20426"/>
                </a:lnTo>
                <a:lnTo>
                  <a:pt x="10429" y="20330"/>
                </a:lnTo>
                <a:lnTo>
                  <a:pt x="9285" y="20159"/>
                </a:lnTo>
                <a:lnTo>
                  <a:pt x="6664" y="19767"/>
                </a:lnTo>
                <a:lnTo>
                  <a:pt x="4443" y="19237"/>
                </a:lnTo>
                <a:lnTo>
                  <a:pt x="3033" y="18690"/>
                </a:lnTo>
                <a:lnTo>
                  <a:pt x="1828" y="17804"/>
                </a:lnTo>
                <a:lnTo>
                  <a:pt x="224" y="16242"/>
                </a:lnTo>
                <a:lnTo>
                  <a:pt x="96" y="14363"/>
                </a:lnTo>
                <a:lnTo>
                  <a:pt x="24" y="12997"/>
                </a:lnTo>
                <a:lnTo>
                  <a:pt x="0" y="11748"/>
                </a:lnTo>
                <a:lnTo>
                  <a:pt x="13" y="10227"/>
                </a:lnTo>
                <a:lnTo>
                  <a:pt x="59" y="8038"/>
                </a:lnTo>
                <a:lnTo>
                  <a:pt x="83" y="6567"/>
                </a:lnTo>
                <a:lnTo>
                  <a:pt x="107" y="5088"/>
                </a:lnTo>
                <a:lnTo>
                  <a:pt x="131" y="3587"/>
                </a:lnTo>
                <a:lnTo>
                  <a:pt x="176" y="1889"/>
                </a:lnTo>
                <a:lnTo>
                  <a:pt x="224" y="166"/>
                </a:lnTo>
                <a:close/>
              </a:path>
            </a:pathLst>
          </a:custGeom>
          <a:solidFill>
            <a:srgbClr val="7E6FA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3" name="contour_06601"/>
          <p:cNvSpPr/>
          <p:nvPr/>
        </p:nvSpPr>
        <p:spPr>
          <a:xfrm>
            <a:off x="7356670" y="3024516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908" y="0"/>
                </a:lnTo>
                <a:lnTo>
                  <a:pt x="9344" y="0"/>
                </a:lnTo>
                <a:lnTo>
                  <a:pt x="10800" y="0"/>
                </a:lnTo>
                <a:lnTo>
                  <a:pt x="10800" y="1426"/>
                </a:lnTo>
                <a:lnTo>
                  <a:pt x="10800" y="2856"/>
                </a:lnTo>
                <a:lnTo>
                  <a:pt x="10800" y="4291"/>
                </a:lnTo>
                <a:lnTo>
                  <a:pt x="10800" y="5738"/>
                </a:lnTo>
                <a:lnTo>
                  <a:pt x="10800" y="7200"/>
                </a:lnTo>
                <a:lnTo>
                  <a:pt x="12228" y="7200"/>
                </a:lnTo>
                <a:lnTo>
                  <a:pt x="13664" y="7200"/>
                </a:lnTo>
                <a:lnTo>
                  <a:pt x="15120" y="7200"/>
                </a:lnTo>
                <a:lnTo>
                  <a:pt x="15120" y="5614"/>
                </a:lnTo>
                <a:lnTo>
                  <a:pt x="15120" y="4018"/>
                </a:lnTo>
                <a:lnTo>
                  <a:pt x="15120" y="2400"/>
                </a:lnTo>
                <a:lnTo>
                  <a:pt x="16548" y="2400"/>
                </a:lnTo>
                <a:lnTo>
                  <a:pt x="17984" y="2400"/>
                </a:lnTo>
                <a:lnTo>
                  <a:pt x="19440" y="2400"/>
                </a:lnTo>
                <a:lnTo>
                  <a:pt x="20086" y="3977"/>
                </a:lnTo>
                <a:lnTo>
                  <a:pt x="20436" y="5222"/>
                </a:lnTo>
                <a:lnTo>
                  <a:pt x="20790" y="7200"/>
                </a:lnTo>
                <a:lnTo>
                  <a:pt x="21034" y="8539"/>
                </a:lnTo>
                <a:lnTo>
                  <a:pt x="21280" y="9900"/>
                </a:lnTo>
                <a:lnTo>
                  <a:pt x="21360" y="10421"/>
                </a:lnTo>
                <a:lnTo>
                  <a:pt x="21600" y="12000"/>
                </a:lnTo>
                <a:lnTo>
                  <a:pt x="20913" y="12067"/>
                </a:lnTo>
                <a:lnTo>
                  <a:pt x="18842" y="12271"/>
                </a:lnTo>
                <a:lnTo>
                  <a:pt x="17345" y="12478"/>
                </a:lnTo>
                <a:lnTo>
                  <a:pt x="15874" y="12701"/>
                </a:lnTo>
                <a:lnTo>
                  <a:pt x="14418" y="12948"/>
                </a:lnTo>
                <a:lnTo>
                  <a:pt x="12973" y="13234"/>
                </a:lnTo>
                <a:lnTo>
                  <a:pt x="11532" y="13562"/>
                </a:lnTo>
                <a:lnTo>
                  <a:pt x="10092" y="13949"/>
                </a:lnTo>
                <a:lnTo>
                  <a:pt x="8640" y="14400"/>
                </a:lnTo>
                <a:lnTo>
                  <a:pt x="7716" y="16258"/>
                </a:lnTo>
                <a:lnTo>
                  <a:pt x="7141" y="17561"/>
                </a:lnTo>
                <a:lnTo>
                  <a:pt x="6813" y="18655"/>
                </a:lnTo>
                <a:lnTo>
                  <a:pt x="6627" y="19886"/>
                </a:lnTo>
                <a:lnTo>
                  <a:pt x="6480" y="21600"/>
                </a:lnTo>
                <a:lnTo>
                  <a:pt x="5763" y="20345"/>
                </a:lnTo>
                <a:lnTo>
                  <a:pt x="5298" y="19426"/>
                </a:lnTo>
                <a:lnTo>
                  <a:pt x="4886" y="18394"/>
                </a:lnTo>
                <a:lnTo>
                  <a:pt x="4320" y="16800"/>
                </a:lnTo>
                <a:lnTo>
                  <a:pt x="4886" y="15206"/>
                </a:lnTo>
                <a:lnTo>
                  <a:pt x="5298" y="14174"/>
                </a:lnTo>
                <a:lnTo>
                  <a:pt x="5763" y="13255"/>
                </a:lnTo>
                <a:lnTo>
                  <a:pt x="6480" y="12000"/>
                </a:lnTo>
                <a:lnTo>
                  <a:pt x="5197" y="12475"/>
                </a:lnTo>
                <a:lnTo>
                  <a:pt x="3910" y="12953"/>
                </a:lnTo>
                <a:lnTo>
                  <a:pt x="2618" y="13430"/>
                </a:lnTo>
                <a:lnTo>
                  <a:pt x="1315" y="13913"/>
                </a:lnTo>
                <a:lnTo>
                  <a:pt x="0" y="14400"/>
                </a:lnTo>
                <a:lnTo>
                  <a:pt x="0" y="12974"/>
                </a:lnTo>
                <a:lnTo>
                  <a:pt x="0" y="11544"/>
                </a:lnTo>
                <a:lnTo>
                  <a:pt x="0" y="10109"/>
                </a:lnTo>
                <a:lnTo>
                  <a:pt x="0" y="8662"/>
                </a:lnTo>
                <a:lnTo>
                  <a:pt x="0" y="7200"/>
                </a:lnTo>
                <a:lnTo>
                  <a:pt x="1283" y="7200"/>
                </a:lnTo>
                <a:lnTo>
                  <a:pt x="2570" y="7200"/>
                </a:lnTo>
                <a:lnTo>
                  <a:pt x="3862" y="7200"/>
                </a:lnTo>
                <a:lnTo>
                  <a:pt x="5165" y="7200"/>
                </a:lnTo>
                <a:lnTo>
                  <a:pt x="6480" y="7200"/>
                </a:lnTo>
                <a:lnTo>
                  <a:pt x="6480" y="5774"/>
                </a:lnTo>
                <a:lnTo>
                  <a:pt x="6480" y="4344"/>
                </a:lnTo>
                <a:lnTo>
                  <a:pt x="6480" y="2909"/>
                </a:lnTo>
                <a:lnTo>
                  <a:pt x="6480" y="1462"/>
                </a:lnTo>
                <a:lnTo>
                  <a:pt x="6480" y="0"/>
                </a:lnTo>
                <a:close/>
              </a:path>
            </a:pathLst>
          </a:custGeom>
          <a:solidFill>
            <a:srgbClr val="54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4" name="contour_06602"/>
          <p:cNvSpPr/>
          <p:nvPr/>
        </p:nvSpPr>
        <p:spPr>
          <a:xfrm>
            <a:off x="7893955" y="2981911"/>
            <a:ext cx="70438" cy="498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73" y="3297"/>
                </a:moveTo>
                <a:lnTo>
                  <a:pt x="20089" y="4834"/>
                </a:lnTo>
                <a:lnTo>
                  <a:pt x="20648" y="6105"/>
                </a:lnTo>
                <a:lnTo>
                  <a:pt x="21075" y="7793"/>
                </a:lnTo>
                <a:lnTo>
                  <a:pt x="21600" y="10582"/>
                </a:lnTo>
                <a:lnTo>
                  <a:pt x="21473" y="11273"/>
                </a:lnTo>
                <a:lnTo>
                  <a:pt x="21247" y="12494"/>
                </a:lnTo>
                <a:lnTo>
                  <a:pt x="20735" y="15290"/>
                </a:lnTo>
                <a:lnTo>
                  <a:pt x="19358" y="16173"/>
                </a:lnTo>
                <a:lnTo>
                  <a:pt x="17959" y="16886"/>
                </a:lnTo>
                <a:lnTo>
                  <a:pt x="16542" y="17464"/>
                </a:lnTo>
                <a:lnTo>
                  <a:pt x="15103" y="17940"/>
                </a:lnTo>
                <a:lnTo>
                  <a:pt x="13646" y="18338"/>
                </a:lnTo>
                <a:lnTo>
                  <a:pt x="12171" y="18694"/>
                </a:lnTo>
                <a:lnTo>
                  <a:pt x="10678" y="19035"/>
                </a:lnTo>
                <a:lnTo>
                  <a:pt x="9237" y="19423"/>
                </a:lnTo>
                <a:lnTo>
                  <a:pt x="7771" y="19817"/>
                </a:lnTo>
                <a:lnTo>
                  <a:pt x="6343" y="20193"/>
                </a:lnTo>
                <a:lnTo>
                  <a:pt x="4914" y="20556"/>
                </a:lnTo>
                <a:lnTo>
                  <a:pt x="3484" y="20909"/>
                </a:lnTo>
                <a:lnTo>
                  <a:pt x="2052" y="21259"/>
                </a:lnTo>
                <a:lnTo>
                  <a:pt x="621" y="21600"/>
                </a:lnTo>
                <a:lnTo>
                  <a:pt x="358" y="19275"/>
                </a:lnTo>
                <a:lnTo>
                  <a:pt x="156" y="17016"/>
                </a:lnTo>
                <a:lnTo>
                  <a:pt x="31" y="14794"/>
                </a:lnTo>
                <a:lnTo>
                  <a:pt x="0" y="12592"/>
                </a:lnTo>
                <a:lnTo>
                  <a:pt x="76" y="10377"/>
                </a:lnTo>
                <a:lnTo>
                  <a:pt x="277" y="8131"/>
                </a:lnTo>
                <a:lnTo>
                  <a:pt x="621" y="5824"/>
                </a:lnTo>
                <a:lnTo>
                  <a:pt x="2087" y="4171"/>
                </a:lnTo>
                <a:lnTo>
                  <a:pt x="3565" y="2802"/>
                </a:lnTo>
                <a:lnTo>
                  <a:pt x="5053" y="1713"/>
                </a:lnTo>
                <a:lnTo>
                  <a:pt x="6555" y="893"/>
                </a:lnTo>
                <a:lnTo>
                  <a:pt x="8070" y="341"/>
                </a:lnTo>
                <a:lnTo>
                  <a:pt x="9601" y="44"/>
                </a:lnTo>
                <a:lnTo>
                  <a:pt x="11148" y="0"/>
                </a:lnTo>
                <a:lnTo>
                  <a:pt x="12712" y="199"/>
                </a:lnTo>
                <a:lnTo>
                  <a:pt x="14296" y="634"/>
                </a:lnTo>
                <a:lnTo>
                  <a:pt x="15901" y="1300"/>
                </a:lnTo>
                <a:lnTo>
                  <a:pt x="17526" y="2190"/>
                </a:lnTo>
                <a:lnTo>
                  <a:pt x="19173" y="3297"/>
                </a:lnTo>
                <a:close/>
              </a:path>
            </a:pathLst>
          </a:custGeom>
          <a:solidFill>
            <a:srgbClr val="AA9FC0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5" name="contour_06603"/>
          <p:cNvSpPr/>
          <p:nvPr/>
        </p:nvSpPr>
        <p:spPr>
          <a:xfrm>
            <a:off x="7079726" y="2958925"/>
            <a:ext cx="6519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89" y="0"/>
                </a:moveTo>
                <a:lnTo>
                  <a:pt x="16085" y="0"/>
                </a:lnTo>
                <a:lnTo>
                  <a:pt x="17691" y="0"/>
                </a:lnTo>
                <a:lnTo>
                  <a:pt x="19318" y="0"/>
                </a:lnTo>
                <a:lnTo>
                  <a:pt x="20050" y="1493"/>
                </a:lnTo>
                <a:lnTo>
                  <a:pt x="20627" y="3002"/>
                </a:lnTo>
                <a:lnTo>
                  <a:pt x="21059" y="4530"/>
                </a:lnTo>
                <a:lnTo>
                  <a:pt x="21359" y="6065"/>
                </a:lnTo>
                <a:lnTo>
                  <a:pt x="21537" y="7614"/>
                </a:lnTo>
                <a:lnTo>
                  <a:pt x="21600" y="9169"/>
                </a:lnTo>
                <a:lnTo>
                  <a:pt x="21564" y="10731"/>
                </a:lnTo>
                <a:lnTo>
                  <a:pt x="21433" y="12295"/>
                </a:lnTo>
                <a:lnTo>
                  <a:pt x="21223" y="13859"/>
                </a:lnTo>
                <a:lnTo>
                  <a:pt x="20941" y="15420"/>
                </a:lnTo>
                <a:lnTo>
                  <a:pt x="20600" y="16978"/>
                </a:lnTo>
                <a:lnTo>
                  <a:pt x="20209" y="18528"/>
                </a:lnTo>
                <a:lnTo>
                  <a:pt x="19777" y="20071"/>
                </a:lnTo>
                <a:lnTo>
                  <a:pt x="19318" y="21600"/>
                </a:lnTo>
                <a:lnTo>
                  <a:pt x="17884" y="21110"/>
                </a:lnTo>
                <a:lnTo>
                  <a:pt x="16903" y="20723"/>
                </a:lnTo>
                <a:lnTo>
                  <a:pt x="15923" y="20233"/>
                </a:lnTo>
                <a:lnTo>
                  <a:pt x="14489" y="19440"/>
                </a:lnTo>
                <a:lnTo>
                  <a:pt x="14489" y="18012"/>
                </a:lnTo>
                <a:lnTo>
                  <a:pt x="14489" y="16576"/>
                </a:lnTo>
                <a:lnTo>
                  <a:pt x="14489" y="15120"/>
                </a:lnTo>
                <a:lnTo>
                  <a:pt x="12895" y="15120"/>
                </a:lnTo>
                <a:lnTo>
                  <a:pt x="11299" y="15120"/>
                </a:lnTo>
                <a:lnTo>
                  <a:pt x="9702" y="15120"/>
                </a:lnTo>
                <a:lnTo>
                  <a:pt x="8102" y="15120"/>
                </a:lnTo>
                <a:lnTo>
                  <a:pt x="6496" y="15120"/>
                </a:lnTo>
                <a:lnTo>
                  <a:pt x="4883" y="15120"/>
                </a:lnTo>
                <a:lnTo>
                  <a:pt x="3265" y="15120"/>
                </a:lnTo>
                <a:lnTo>
                  <a:pt x="1637" y="15120"/>
                </a:lnTo>
                <a:lnTo>
                  <a:pt x="0" y="15120"/>
                </a:lnTo>
                <a:lnTo>
                  <a:pt x="0" y="13692"/>
                </a:lnTo>
                <a:lnTo>
                  <a:pt x="0" y="12256"/>
                </a:lnTo>
                <a:lnTo>
                  <a:pt x="0" y="10800"/>
                </a:lnTo>
                <a:lnTo>
                  <a:pt x="1594" y="10562"/>
                </a:lnTo>
                <a:lnTo>
                  <a:pt x="3190" y="10325"/>
                </a:lnTo>
                <a:lnTo>
                  <a:pt x="4786" y="10087"/>
                </a:lnTo>
                <a:lnTo>
                  <a:pt x="6387" y="9847"/>
                </a:lnTo>
                <a:lnTo>
                  <a:pt x="7993" y="9608"/>
                </a:lnTo>
                <a:lnTo>
                  <a:pt x="9606" y="9368"/>
                </a:lnTo>
                <a:lnTo>
                  <a:pt x="11224" y="9126"/>
                </a:lnTo>
                <a:lnTo>
                  <a:pt x="12851" y="8884"/>
                </a:lnTo>
                <a:lnTo>
                  <a:pt x="14489" y="8640"/>
                </a:lnTo>
                <a:lnTo>
                  <a:pt x="14489" y="7214"/>
                </a:lnTo>
                <a:lnTo>
                  <a:pt x="14489" y="5787"/>
                </a:lnTo>
                <a:lnTo>
                  <a:pt x="14489" y="4352"/>
                </a:lnTo>
                <a:lnTo>
                  <a:pt x="14489" y="2912"/>
                </a:lnTo>
                <a:lnTo>
                  <a:pt x="14489" y="1462"/>
                </a:lnTo>
                <a:lnTo>
                  <a:pt x="14489" y="0"/>
                </a:lnTo>
                <a:close/>
              </a:path>
            </a:pathLst>
          </a:custGeom>
          <a:solidFill>
            <a:srgbClr val="D5E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6" name="contour_06604"/>
          <p:cNvSpPr/>
          <p:nvPr/>
        </p:nvSpPr>
        <p:spPr>
          <a:xfrm>
            <a:off x="9980347" y="2958648"/>
            <a:ext cx="138472" cy="440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42" y="136"/>
                </a:moveTo>
                <a:lnTo>
                  <a:pt x="14432" y="32"/>
                </a:lnTo>
                <a:lnTo>
                  <a:pt x="15027" y="0"/>
                </a:lnTo>
                <a:lnTo>
                  <a:pt x="15537" y="75"/>
                </a:lnTo>
                <a:lnTo>
                  <a:pt x="16076" y="290"/>
                </a:lnTo>
                <a:lnTo>
                  <a:pt x="16757" y="673"/>
                </a:lnTo>
                <a:lnTo>
                  <a:pt x="17692" y="1252"/>
                </a:lnTo>
                <a:lnTo>
                  <a:pt x="18421" y="1681"/>
                </a:lnTo>
                <a:lnTo>
                  <a:pt x="19156" y="2114"/>
                </a:lnTo>
                <a:lnTo>
                  <a:pt x="19899" y="2554"/>
                </a:lnTo>
                <a:lnTo>
                  <a:pt x="20149" y="2722"/>
                </a:lnTo>
                <a:lnTo>
                  <a:pt x="20590" y="3023"/>
                </a:lnTo>
                <a:lnTo>
                  <a:pt x="21600" y="3713"/>
                </a:lnTo>
                <a:lnTo>
                  <a:pt x="21600" y="6078"/>
                </a:lnTo>
                <a:lnTo>
                  <a:pt x="21600" y="8457"/>
                </a:lnTo>
                <a:lnTo>
                  <a:pt x="21600" y="10868"/>
                </a:lnTo>
                <a:lnTo>
                  <a:pt x="20877" y="11952"/>
                </a:lnTo>
                <a:lnTo>
                  <a:pt x="20140" y="12921"/>
                </a:lnTo>
                <a:lnTo>
                  <a:pt x="19392" y="13798"/>
                </a:lnTo>
                <a:lnTo>
                  <a:pt x="18634" y="14592"/>
                </a:lnTo>
                <a:lnTo>
                  <a:pt x="17869" y="15325"/>
                </a:lnTo>
                <a:lnTo>
                  <a:pt x="17098" y="16016"/>
                </a:lnTo>
                <a:lnTo>
                  <a:pt x="16325" y="16685"/>
                </a:lnTo>
                <a:lnTo>
                  <a:pt x="15552" y="17347"/>
                </a:lnTo>
                <a:lnTo>
                  <a:pt x="14779" y="18023"/>
                </a:lnTo>
                <a:lnTo>
                  <a:pt x="14191" y="18702"/>
                </a:lnTo>
                <a:lnTo>
                  <a:pt x="13593" y="19393"/>
                </a:lnTo>
                <a:lnTo>
                  <a:pt x="12789" y="20144"/>
                </a:lnTo>
                <a:lnTo>
                  <a:pt x="11994" y="20677"/>
                </a:lnTo>
                <a:lnTo>
                  <a:pt x="11205" y="21010"/>
                </a:lnTo>
                <a:lnTo>
                  <a:pt x="10420" y="21167"/>
                </a:lnTo>
                <a:lnTo>
                  <a:pt x="9638" y="21167"/>
                </a:lnTo>
                <a:lnTo>
                  <a:pt x="8857" y="21035"/>
                </a:lnTo>
                <a:lnTo>
                  <a:pt x="8075" y="20788"/>
                </a:lnTo>
                <a:lnTo>
                  <a:pt x="7289" y="20448"/>
                </a:lnTo>
                <a:lnTo>
                  <a:pt x="6499" y="20037"/>
                </a:lnTo>
                <a:lnTo>
                  <a:pt x="5701" y="19575"/>
                </a:lnTo>
                <a:lnTo>
                  <a:pt x="4895" y="19082"/>
                </a:lnTo>
                <a:lnTo>
                  <a:pt x="4077" y="18581"/>
                </a:lnTo>
                <a:lnTo>
                  <a:pt x="3237" y="18384"/>
                </a:lnTo>
                <a:lnTo>
                  <a:pt x="2533" y="18395"/>
                </a:lnTo>
                <a:lnTo>
                  <a:pt x="1912" y="18670"/>
                </a:lnTo>
                <a:lnTo>
                  <a:pt x="1319" y="19264"/>
                </a:lnTo>
                <a:lnTo>
                  <a:pt x="700" y="20223"/>
                </a:lnTo>
                <a:lnTo>
                  <a:pt x="0" y="21600"/>
                </a:lnTo>
                <a:lnTo>
                  <a:pt x="0" y="19475"/>
                </a:lnTo>
                <a:lnTo>
                  <a:pt x="0" y="17343"/>
                </a:lnTo>
                <a:lnTo>
                  <a:pt x="0" y="15204"/>
                </a:lnTo>
                <a:lnTo>
                  <a:pt x="0" y="13047"/>
                </a:lnTo>
                <a:lnTo>
                  <a:pt x="0" y="10868"/>
                </a:lnTo>
                <a:lnTo>
                  <a:pt x="281" y="10911"/>
                </a:lnTo>
                <a:lnTo>
                  <a:pt x="1130" y="11040"/>
                </a:lnTo>
                <a:lnTo>
                  <a:pt x="1852" y="11129"/>
                </a:lnTo>
                <a:lnTo>
                  <a:pt x="2573" y="11211"/>
                </a:lnTo>
                <a:lnTo>
                  <a:pt x="3295" y="11287"/>
                </a:lnTo>
                <a:lnTo>
                  <a:pt x="4016" y="11354"/>
                </a:lnTo>
                <a:lnTo>
                  <a:pt x="4738" y="11419"/>
                </a:lnTo>
                <a:lnTo>
                  <a:pt x="5460" y="11480"/>
                </a:lnTo>
                <a:lnTo>
                  <a:pt x="6182" y="11541"/>
                </a:lnTo>
                <a:lnTo>
                  <a:pt x="6770" y="11630"/>
                </a:lnTo>
                <a:lnTo>
                  <a:pt x="7361" y="11719"/>
                </a:lnTo>
                <a:lnTo>
                  <a:pt x="7960" y="11812"/>
                </a:lnTo>
                <a:lnTo>
                  <a:pt x="8739" y="11852"/>
                </a:lnTo>
                <a:lnTo>
                  <a:pt x="9498" y="11855"/>
                </a:lnTo>
                <a:lnTo>
                  <a:pt x="10246" y="11791"/>
                </a:lnTo>
                <a:lnTo>
                  <a:pt x="10992" y="11623"/>
                </a:lnTo>
                <a:lnTo>
                  <a:pt x="11741" y="11326"/>
                </a:lnTo>
                <a:lnTo>
                  <a:pt x="12505" y="10868"/>
                </a:lnTo>
                <a:lnTo>
                  <a:pt x="12855" y="8153"/>
                </a:lnTo>
                <a:lnTo>
                  <a:pt x="13090" y="6239"/>
                </a:lnTo>
                <a:lnTo>
                  <a:pt x="13262" y="4608"/>
                </a:lnTo>
                <a:lnTo>
                  <a:pt x="13428" y="2744"/>
                </a:lnTo>
                <a:lnTo>
                  <a:pt x="13642" y="136"/>
                </a:lnTo>
                <a:close/>
              </a:path>
            </a:pathLst>
          </a:custGeom>
          <a:solidFill>
            <a:srgbClr val="656C70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7" name="contour_06605"/>
          <p:cNvSpPr/>
          <p:nvPr/>
        </p:nvSpPr>
        <p:spPr>
          <a:xfrm>
            <a:off x="9987635" y="2948933"/>
            <a:ext cx="80168" cy="39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1492"/>
                </a:moveTo>
                <a:lnTo>
                  <a:pt x="3452" y="507"/>
                </a:lnTo>
                <a:lnTo>
                  <a:pt x="4524" y="52"/>
                </a:lnTo>
                <a:lnTo>
                  <a:pt x="5697" y="0"/>
                </a:lnTo>
                <a:lnTo>
                  <a:pt x="7485" y="237"/>
                </a:lnTo>
                <a:lnTo>
                  <a:pt x="8538" y="374"/>
                </a:lnTo>
                <a:lnTo>
                  <a:pt x="9596" y="515"/>
                </a:lnTo>
                <a:lnTo>
                  <a:pt x="10670" y="660"/>
                </a:lnTo>
                <a:lnTo>
                  <a:pt x="12078" y="1070"/>
                </a:lnTo>
                <a:lnTo>
                  <a:pt x="13463" y="1528"/>
                </a:lnTo>
                <a:lnTo>
                  <a:pt x="14831" y="2039"/>
                </a:lnTo>
                <a:lnTo>
                  <a:pt x="16186" y="2606"/>
                </a:lnTo>
                <a:lnTo>
                  <a:pt x="17535" y="3237"/>
                </a:lnTo>
                <a:lnTo>
                  <a:pt x="18884" y="3929"/>
                </a:lnTo>
                <a:lnTo>
                  <a:pt x="20237" y="4685"/>
                </a:lnTo>
                <a:lnTo>
                  <a:pt x="21600" y="5514"/>
                </a:lnTo>
                <a:lnTo>
                  <a:pt x="21276" y="8168"/>
                </a:lnTo>
                <a:lnTo>
                  <a:pt x="20952" y="10826"/>
                </a:lnTo>
                <a:lnTo>
                  <a:pt x="20626" y="13496"/>
                </a:lnTo>
                <a:lnTo>
                  <a:pt x="20298" y="16179"/>
                </a:lnTo>
                <a:lnTo>
                  <a:pt x="19968" y="18877"/>
                </a:lnTo>
                <a:lnTo>
                  <a:pt x="19636" y="21600"/>
                </a:lnTo>
                <a:lnTo>
                  <a:pt x="18340" y="21335"/>
                </a:lnTo>
                <a:lnTo>
                  <a:pt x="17044" y="21069"/>
                </a:lnTo>
                <a:lnTo>
                  <a:pt x="15746" y="20804"/>
                </a:lnTo>
                <a:lnTo>
                  <a:pt x="14448" y="20538"/>
                </a:lnTo>
                <a:lnTo>
                  <a:pt x="13149" y="20273"/>
                </a:lnTo>
                <a:lnTo>
                  <a:pt x="11849" y="20003"/>
                </a:lnTo>
                <a:lnTo>
                  <a:pt x="10545" y="19738"/>
                </a:lnTo>
                <a:lnTo>
                  <a:pt x="9239" y="19469"/>
                </a:lnTo>
                <a:lnTo>
                  <a:pt x="7929" y="19203"/>
                </a:lnTo>
                <a:lnTo>
                  <a:pt x="6617" y="18934"/>
                </a:lnTo>
                <a:lnTo>
                  <a:pt x="5304" y="18664"/>
                </a:lnTo>
                <a:lnTo>
                  <a:pt x="3984" y="18395"/>
                </a:lnTo>
                <a:lnTo>
                  <a:pt x="2661" y="18121"/>
                </a:lnTo>
                <a:lnTo>
                  <a:pt x="1333" y="17852"/>
                </a:lnTo>
                <a:lnTo>
                  <a:pt x="0" y="17578"/>
                </a:lnTo>
                <a:lnTo>
                  <a:pt x="324" y="14924"/>
                </a:lnTo>
                <a:lnTo>
                  <a:pt x="648" y="12266"/>
                </a:lnTo>
                <a:lnTo>
                  <a:pt x="974" y="9596"/>
                </a:lnTo>
                <a:lnTo>
                  <a:pt x="1302" y="6913"/>
                </a:lnTo>
                <a:lnTo>
                  <a:pt x="1632" y="4215"/>
                </a:lnTo>
                <a:lnTo>
                  <a:pt x="1964" y="1492"/>
                </a:lnTo>
                <a:close/>
              </a:path>
            </a:pathLst>
          </a:custGeom>
          <a:solidFill>
            <a:srgbClr val="A9B5BB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8" name="contour_06606"/>
          <p:cNvSpPr/>
          <p:nvPr/>
        </p:nvSpPr>
        <p:spPr>
          <a:xfrm>
            <a:off x="10505082" y="2943766"/>
            <a:ext cx="45652" cy="661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62" y="692"/>
                </a:moveTo>
                <a:lnTo>
                  <a:pt x="19510" y="1846"/>
                </a:lnTo>
                <a:lnTo>
                  <a:pt x="20445" y="2886"/>
                </a:lnTo>
                <a:lnTo>
                  <a:pt x="21021" y="4399"/>
                </a:lnTo>
                <a:lnTo>
                  <a:pt x="21579" y="6975"/>
                </a:lnTo>
                <a:lnTo>
                  <a:pt x="21600" y="8604"/>
                </a:lnTo>
                <a:lnTo>
                  <a:pt x="21583" y="10231"/>
                </a:lnTo>
                <a:lnTo>
                  <a:pt x="21531" y="11859"/>
                </a:lnTo>
                <a:lnTo>
                  <a:pt x="21452" y="13481"/>
                </a:lnTo>
                <a:lnTo>
                  <a:pt x="21341" y="15106"/>
                </a:lnTo>
                <a:lnTo>
                  <a:pt x="21207" y="16728"/>
                </a:lnTo>
                <a:lnTo>
                  <a:pt x="21052" y="18350"/>
                </a:lnTo>
                <a:lnTo>
                  <a:pt x="20876" y="19975"/>
                </a:lnTo>
                <a:lnTo>
                  <a:pt x="20690" y="21600"/>
                </a:lnTo>
                <a:lnTo>
                  <a:pt x="18414" y="21600"/>
                </a:lnTo>
                <a:lnTo>
                  <a:pt x="16134" y="21600"/>
                </a:lnTo>
                <a:lnTo>
                  <a:pt x="13852" y="21600"/>
                </a:lnTo>
                <a:lnTo>
                  <a:pt x="11566" y="21600"/>
                </a:lnTo>
                <a:lnTo>
                  <a:pt x="9272" y="21600"/>
                </a:lnTo>
                <a:lnTo>
                  <a:pt x="6972" y="21600"/>
                </a:lnTo>
                <a:lnTo>
                  <a:pt x="4659" y="21600"/>
                </a:lnTo>
                <a:lnTo>
                  <a:pt x="2338" y="21600"/>
                </a:lnTo>
                <a:lnTo>
                  <a:pt x="0" y="21600"/>
                </a:lnTo>
                <a:lnTo>
                  <a:pt x="431" y="20073"/>
                </a:lnTo>
                <a:lnTo>
                  <a:pt x="866" y="18548"/>
                </a:lnTo>
                <a:lnTo>
                  <a:pt x="1297" y="17021"/>
                </a:lnTo>
                <a:lnTo>
                  <a:pt x="1731" y="15493"/>
                </a:lnTo>
                <a:lnTo>
                  <a:pt x="2166" y="13966"/>
                </a:lnTo>
                <a:lnTo>
                  <a:pt x="2597" y="12441"/>
                </a:lnTo>
                <a:lnTo>
                  <a:pt x="3031" y="10914"/>
                </a:lnTo>
                <a:lnTo>
                  <a:pt x="3162" y="9209"/>
                </a:lnTo>
                <a:lnTo>
                  <a:pt x="3093" y="7772"/>
                </a:lnTo>
                <a:lnTo>
                  <a:pt x="2779" y="6494"/>
                </a:lnTo>
                <a:lnTo>
                  <a:pt x="2186" y="5274"/>
                </a:lnTo>
                <a:lnTo>
                  <a:pt x="1272" y="4001"/>
                </a:lnTo>
                <a:lnTo>
                  <a:pt x="0" y="2569"/>
                </a:lnTo>
                <a:lnTo>
                  <a:pt x="2107" y="1606"/>
                </a:lnTo>
                <a:lnTo>
                  <a:pt x="4231" y="883"/>
                </a:lnTo>
                <a:lnTo>
                  <a:pt x="6379" y="385"/>
                </a:lnTo>
                <a:lnTo>
                  <a:pt x="8559" y="98"/>
                </a:lnTo>
                <a:lnTo>
                  <a:pt x="10790" y="0"/>
                </a:lnTo>
                <a:lnTo>
                  <a:pt x="13076" y="79"/>
                </a:lnTo>
                <a:lnTo>
                  <a:pt x="15428" y="314"/>
                </a:lnTo>
                <a:lnTo>
                  <a:pt x="17862" y="692"/>
                </a:lnTo>
                <a:close/>
              </a:path>
            </a:pathLst>
          </a:custGeom>
          <a:solidFill>
            <a:srgbClr val="D7E8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609" name="contour_06607"/>
          <p:cNvSpPr/>
          <p:nvPr/>
        </p:nvSpPr>
        <p:spPr>
          <a:xfrm>
            <a:off x="1941692" y="2938343"/>
            <a:ext cx="80576" cy="424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48" y="6301"/>
                </a:moveTo>
                <a:lnTo>
                  <a:pt x="19408" y="6917"/>
                </a:lnTo>
                <a:lnTo>
                  <a:pt x="20041" y="7996"/>
                </a:lnTo>
                <a:lnTo>
                  <a:pt x="21491" y="10474"/>
                </a:lnTo>
                <a:lnTo>
                  <a:pt x="21563" y="13359"/>
                </a:lnTo>
                <a:lnTo>
                  <a:pt x="21600" y="15377"/>
                </a:lnTo>
                <a:lnTo>
                  <a:pt x="21600" y="17068"/>
                </a:lnTo>
                <a:lnTo>
                  <a:pt x="21563" y="18967"/>
                </a:lnTo>
                <a:lnTo>
                  <a:pt x="21491" y="21600"/>
                </a:lnTo>
                <a:lnTo>
                  <a:pt x="20281" y="21229"/>
                </a:lnTo>
                <a:lnTo>
                  <a:pt x="19072" y="20855"/>
                </a:lnTo>
                <a:lnTo>
                  <a:pt x="17863" y="20476"/>
                </a:lnTo>
                <a:lnTo>
                  <a:pt x="16653" y="20094"/>
                </a:lnTo>
                <a:lnTo>
                  <a:pt x="15444" y="19712"/>
                </a:lnTo>
                <a:lnTo>
                  <a:pt x="14235" y="19323"/>
                </a:lnTo>
                <a:lnTo>
                  <a:pt x="13027" y="18933"/>
                </a:lnTo>
                <a:lnTo>
                  <a:pt x="11787" y="18540"/>
                </a:lnTo>
                <a:lnTo>
                  <a:pt x="10544" y="18158"/>
                </a:lnTo>
                <a:lnTo>
                  <a:pt x="9302" y="17787"/>
                </a:lnTo>
                <a:lnTo>
                  <a:pt x="8059" y="17428"/>
                </a:lnTo>
                <a:lnTo>
                  <a:pt x="6814" y="17079"/>
                </a:lnTo>
                <a:lnTo>
                  <a:pt x="5494" y="16678"/>
                </a:lnTo>
                <a:lnTo>
                  <a:pt x="4152" y="16270"/>
                </a:lnTo>
                <a:lnTo>
                  <a:pt x="3548" y="16100"/>
                </a:lnTo>
                <a:lnTo>
                  <a:pt x="1725" y="15588"/>
                </a:lnTo>
                <a:lnTo>
                  <a:pt x="869" y="14891"/>
                </a:lnTo>
                <a:lnTo>
                  <a:pt x="0" y="14182"/>
                </a:lnTo>
                <a:lnTo>
                  <a:pt x="0" y="11731"/>
                </a:lnTo>
                <a:lnTo>
                  <a:pt x="0" y="9265"/>
                </a:lnTo>
                <a:lnTo>
                  <a:pt x="0" y="6765"/>
                </a:lnTo>
                <a:lnTo>
                  <a:pt x="1342" y="4662"/>
                </a:lnTo>
                <a:lnTo>
                  <a:pt x="2679" y="2982"/>
                </a:lnTo>
                <a:lnTo>
                  <a:pt x="4011" y="1706"/>
                </a:lnTo>
                <a:lnTo>
                  <a:pt x="5339" y="801"/>
                </a:lnTo>
                <a:lnTo>
                  <a:pt x="6670" y="241"/>
                </a:lnTo>
                <a:lnTo>
                  <a:pt x="8002" y="0"/>
                </a:lnTo>
                <a:lnTo>
                  <a:pt x="9341" y="52"/>
                </a:lnTo>
                <a:lnTo>
                  <a:pt x="10685" y="367"/>
                </a:lnTo>
                <a:lnTo>
                  <a:pt x="12041" y="920"/>
                </a:lnTo>
                <a:lnTo>
                  <a:pt x="13408" y="1680"/>
                </a:lnTo>
                <a:lnTo>
                  <a:pt x="14789" y="2630"/>
                </a:lnTo>
                <a:lnTo>
                  <a:pt x="16190" y="3731"/>
                </a:lnTo>
                <a:lnTo>
                  <a:pt x="17609" y="4966"/>
                </a:lnTo>
                <a:lnTo>
                  <a:pt x="19048" y="6301"/>
                </a:lnTo>
                <a:close/>
              </a:path>
            </a:pathLst>
          </a:custGeom>
          <a:solidFill>
            <a:srgbClr val="898B8B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0" name="contour_06608"/>
          <p:cNvSpPr/>
          <p:nvPr/>
        </p:nvSpPr>
        <p:spPr>
          <a:xfrm>
            <a:off x="8522749" y="2904170"/>
            <a:ext cx="80168" cy="693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12" y="163"/>
                </a:moveTo>
                <a:lnTo>
                  <a:pt x="5598" y="41"/>
                </a:lnTo>
                <a:lnTo>
                  <a:pt x="6867" y="0"/>
                </a:lnTo>
                <a:lnTo>
                  <a:pt x="8071" y="64"/>
                </a:lnTo>
                <a:lnTo>
                  <a:pt x="9259" y="261"/>
                </a:lnTo>
                <a:lnTo>
                  <a:pt x="10478" y="620"/>
                </a:lnTo>
                <a:lnTo>
                  <a:pt x="11782" y="1165"/>
                </a:lnTo>
                <a:lnTo>
                  <a:pt x="12198" y="2579"/>
                </a:lnTo>
                <a:lnTo>
                  <a:pt x="12506" y="3969"/>
                </a:lnTo>
                <a:lnTo>
                  <a:pt x="12728" y="5356"/>
                </a:lnTo>
                <a:lnTo>
                  <a:pt x="12889" y="6757"/>
                </a:lnTo>
                <a:lnTo>
                  <a:pt x="13015" y="8195"/>
                </a:lnTo>
                <a:lnTo>
                  <a:pt x="13133" y="9689"/>
                </a:lnTo>
                <a:lnTo>
                  <a:pt x="13516" y="11351"/>
                </a:lnTo>
                <a:lnTo>
                  <a:pt x="13899" y="12384"/>
                </a:lnTo>
                <a:lnTo>
                  <a:pt x="14511" y="13217"/>
                </a:lnTo>
                <a:lnTo>
                  <a:pt x="15587" y="14284"/>
                </a:lnTo>
                <a:lnTo>
                  <a:pt x="16695" y="14888"/>
                </a:lnTo>
                <a:lnTo>
                  <a:pt x="17561" y="15335"/>
                </a:lnTo>
                <a:lnTo>
                  <a:pt x="18476" y="15758"/>
                </a:lnTo>
                <a:lnTo>
                  <a:pt x="19725" y="16287"/>
                </a:lnTo>
                <a:lnTo>
                  <a:pt x="21600" y="17059"/>
                </a:lnTo>
                <a:lnTo>
                  <a:pt x="20210" y="17059"/>
                </a:lnTo>
                <a:lnTo>
                  <a:pt x="18819" y="17059"/>
                </a:lnTo>
                <a:lnTo>
                  <a:pt x="17425" y="17059"/>
                </a:lnTo>
                <a:lnTo>
                  <a:pt x="16027" y="17059"/>
                </a:lnTo>
                <a:lnTo>
                  <a:pt x="14621" y="17059"/>
                </a:lnTo>
                <a:lnTo>
                  <a:pt x="13205" y="17059"/>
                </a:lnTo>
                <a:lnTo>
                  <a:pt x="11782" y="17059"/>
                </a:lnTo>
                <a:lnTo>
                  <a:pt x="11782" y="18557"/>
                </a:lnTo>
                <a:lnTo>
                  <a:pt x="11782" y="20070"/>
                </a:lnTo>
                <a:lnTo>
                  <a:pt x="11782" y="21600"/>
                </a:lnTo>
                <a:lnTo>
                  <a:pt x="10484" y="21600"/>
                </a:lnTo>
                <a:lnTo>
                  <a:pt x="9186" y="21600"/>
                </a:lnTo>
                <a:lnTo>
                  <a:pt x="7884" y="21600"/>
                </a:lnTo>
                <a:lnTo>
                  <a:pt x="6574" y="21600"/>
                </a:lnTo>
                <a:lnTo>
                  <a:pt x="5255" y="21600"/>
                </a:lnTo>
                <a:lnTo>
                  <a:pt x="3927" y="21600"/>
                </a:lnTo>
                <a:lnTo>
                  <a:pt x="4516" y="20238"/>
                </a:lnTo>
                <a:lnTo>
                  <a:pt x="5105" y="18875"/>
                </a:lnTo>
                <a:lnTo>
                  <a:pt x="5695" y="17513"/>
                </a:lnTo>
                <a:lnTo>
                  <a:pt x="6284" y="16151"/>
                </a:lnTo>
                <a:lnTo>
                  <a:pt x="6873" y="14788"/>
                </a:lnTo>
                <a:lnTo>
                  <a:pt x="7462" y="13426"/>
                </a:lnTo>
                <a:lnTo>
                  <a:pt x="8051" y="12064"/>
                </a:lnTo>
                <a:lnTo>
                  <a:pt x="8640" y="10701"/>
                </a:lnTo>
                <a:lnTo>
                  <a:pt x="9229" y="9339"/>
                </a:lnTo>
                <a:lnTo>
                  <a:pt x="9818" y="7977"/>
                </a:lnTo>
                <a:lnTo>
                  <a:pt x="8603" y="8256"/>
                </a:lnTo>
                <a:lnTo>
                  <a:pt x="7385" y="8537"/>
                </a:lnTo>
                <a:lnTo>
                  <a:pt x="6168" y="8819"/>
                </a:lnTo>
                <a:lnTo>
                  <a:pt x="4944" y="9103"/>
                </a:lnTo>
                <a:lnTo>
                  <a:pt x="3719" y="9387"/>
                </a:lnTo>
                <a:lnTo>
                  <a:pt x="2486" y="9670"/>
                </a:lnTo>
                <a:lnTo>
                  <a:pt x="1247" y="9959"/>
                </a:lnTo>
                <a:lnTo>
                  <a:pt x="0" y="10247"/>
                </a:lnTo>
                <a:lnTo>
                  <a:pt x="265" y="7089"/>
                </a:lnTo>
                <a:lnTo>
                  <a:pt x="520" y="4798"/>
                </a:lnTo>
                <a:lnTo>
                  <a:pt x="838" y="3197"/>
                </a:lnTo>
                <a:lnTo>
                  <a:pt x="1292" y="2109"/>
                </a:lnTo>
                <a:lnTo>
                  <a:pt x="1958" y="1358"/>
                </a:lnTo>
                <a:lnTo>
                  <a:pt x="2906" y="767"/>
                </a:lnTo>
                <a:lnTo>
                  <a:pt x="4212" y="163"/>
                </a:lnTo>
                <a:close/>
              </a:path>
            </a:pathLst>
          </a:custGeom>
          <a:solidFill>
            <a:srgbClr val="BBC1B9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1" name="contour_06609"/>
          <p:cNvSpPr/>
          <p:nvPr/>
        </p:nvSpPr>
        <p:spPr>
          <a:xfrm>
            <a:off x="1446109" y="2902355"/>
            <a:ext cx="123896" cy="348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73" y="3163"/>
                </a:moveTo>
                <a:lnTo>
                  <a:pt x="14685" y="3361"/>
                </a:lnTo>
                <a:lnTo>
                  <a:pt x="15233" y="3718"/>
                </a:lnTo>
                <a:lnTo>
                  <a:pt x="16490" y="4527"/>
                </a:lnTo>
                <a:lnTo>
                  <a:pt x="17342" y="5087"/>
                </a:lnTo>
                <a:lnTo>
                  <a:pt x="18195" y="5647"/>
                </a:lnTo>
                <a:lnTo>
                  <a:pt x="19046" y="6217"/>
                </a:lnTo>
                <a:lnTo>
                  <a:pt x="19897" y="6790"/>
                </a:lnTo>
                <a:lnTo>
                  <a:pt x="20749" y="7373"/>
                </a:lnTo>
                <a:lnTo>
                  <a:pt x="21600" y="7961"/>
                </a:lnTo>
                <a:lnTo>
                  <a:pt x="21600" y="10644"/>
                </a:lnTo>
                <a:lnTo>
                  <a:pt x="21600" y="13337"/>
                </a:lnTo>
                <a:lnTo>
                  <a:pt x="21600" y="16043"/>
                </a:lnTo>
                <a:lnTo>
                  <a:pt x="21600" y="18763"/>
                </a:lnTo>
                <a:lnTo>
                  <a:pt x="21600" y="21514"/>
                </a:lnTo>
                <a:lnTo>
                  <a:pt x="21120" y="20412"/>
                </a:lnTo>
                <a:lnTo>
                  <a:pt x="20632" y="19287"/>
                </a:lnTo>
                <a:lnTo>
                  <a:pt x="19836" y="18270"/>
                </a:lnTo>
                <a:lnTo>
                  <a:pt x="19049" y="17516"/>
                </a:lnTo>
                <a:lnTo>
                  <a:pt x="18262" y="16992"/>
                </a:lnTo>
                <a:lnTo>
                  <a:pt x="17473" y="16657"/>
                </a:lnTo>
                <a:lnTo>
                  <a:pt x="16679" y="16472"/>
                </a:lnTo>
                <a:lnTo>
                  <a:pt x="15875" y="16400"/>
                </a:lnTo>
                <a:lnTo>
                  <a:pt x="15054" y="16400"/>
                </a:lnTo>
                <a:lnTo>
                  <a:pt x="14215" y="16432"/>
                </a:lnTo>
                <a:lnTo>
                  <a:pt x="13536" y="16427"/>
                </a:lnTo>
                <a:lnTo>
                  <a:pt x="12847" y="16423"/>
                </a:lnTo>
                <a:lnTo>
                  <a:pt x="11961" y="16490"/>
                </a:lnTo>
                <a:lnTo>
                  <a:pt x="11100" y="16648"/>
                </a:lnTo>
                <a:lnTo>
                  <a:pt x="10255" y="16888"/>
                </a:lnTo>
                <a:lnTo>
                  <a:pt x="9423" y="17222"/>
                </a:lnTo>
                <a:lnTo>
                  <a:pt x="8597" y="17647"/>
                </a:lnTo>
                <a:lnTo>
                  <a:pt x="7771" y="18175"/>
                </a:lnTo>
                <a:lnTo>
                  <a:pt x="6940" y="18803"/>
                </a:lnTo>
                <a:lnTo>
                  <a:pt x="6098" y="19535"/>
                </a:lnTo>
                <a:lnTo>
                  <a:pt x="5241" y="20385"/>
                </a:lnTo>
                <a:lnTo>
                  <a:pt x="4159" y="21306"/>
                </a:lnTo>
                <a:lnTo>
                  <a:pt x="3459" y="21600"/>
                </a:lnTo>
                <a:lnTo>
                  <a:pt x="2541" y="21514"/>
                </a:lnTo>
                <a:lnTo>
                  <a:pt x="1996" y="19156"/>
                </a:lnTo>
                <a:lnTo>
                  <a:pt x="1540" y="16752"/>
                </a:lnTo>
                <a:lnTo>
                  <a:pt x="1154" y="14286"/>
                </a:lnTo>
                <a:lnTo>
                  <a:pt x="825" y="11737"/>
                </a:lnTo>
                <a:lnTo>
                  <a:pt x="534" y="9090"/>
                </a:lnTo>
                <a:lnTo>
                  <a:pt x="264" y="6330"/>
                </a:lnTo>
                <a:lnTo>
                  <a:pt x="0" y="3443"/>
                </a:lnTo>
                <a:lnTo>
                  <a:pt x="944" y="2539"/>
                </a:lnTo>
                <a:lnTo>
                  <a:pt x="1868" y="1780"/>
                </a:lnTo>
                <a:lnTo>
                  <a:pt x="2775" y="1170"/>
                </a:lnTo>
                <a:lnTo>
                  <a:pt x="3668" y="691"/>
                </a:lnTo>
                <a:lnTo>
                  <a:pt x="4551" y="339"/>
                </a:lnTo>
                <a:lnTo>
                  <a:pt x="5427" y="113"/>
                </a:lnTo>
                <a:lnTo>
                  <a:pt x="6297" y="0"/>
                </a:lnTo>
                <a:lnTo>
                  <a:pt x="7164" y="0"/>
                </a:lnTo>
                <a:lnTo>
                  <a:pt x="8033" y="99"/>
                </a:lnTo>
                <a:lnTo>
                  <a:pt x="8904" y="298"/>
                </a:lnTo>
                <a:lnTo>
                  <a:pt x="9784" y="587"/>
                </a:lnTo>
                <a:lnTo>
                  <a:pt x="10672" y="958"/>
                </a:lnTo>
                <a:lnTo>
                  <a:pt x="11571" y="1410"/>
                </a:lnTo>
                <a:lnTo>
                  <a:pt x="12486" y="1929"/>
                </a:lnTo>
                <a:lnTo>
                  <a:pt x="13420" y="2516"/>
                </a:lnTo>
                <a:lnTo>
                  <a:pt x="14373" y="3163"/>
                </a:lnTo>
                <a:close/>
              </a:path>
            </a:pathLst>
          </a:custGeom>
          <a:solidFill>
            <a:srgbClr val="E4E3E0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2" name="contour_06610"/>
          <p:cNvSpPr/>
          <p:nvPr/>
        </p:nvSpPr>
        <p:spPr>
          <a:xfrm>
            <a:off x="5695008" y="2784013"/>
            <a:ext cx="40055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60" y="0"/>
                </a:moveTo>
                <a:lnTo>
                  <a:pt x="10458" y="0"/>
                </a:lnTo>
                <a:lnTo>
                  <a:pt x="13072" y="0"/>
                </a:lnTo>
                <a:lnTo>
                  <a:pt x="15721" y="0"/>
                </a:lnTo>
                <a:lnTo>
                  <a:pt x="16845" y="744"/>
                </a:lnTo>
                <a:lnTo>
                  <a:pt x="17788" y="1500"/>
                </a:lnTo>
                <a:lnTo>
                  <a:pt x="18570" y="2266"/>
                </a:lnTo>
                <a:lnTo>
                  <a:pt x="19207" y="3041"/>
                </a:lnTo>
                <a:lnTo>
                  <a:pt x="19717" y="3824"/>
                </a:lnTo>
                <a:lnTo>
                  <a:pt x="20118" y="4615"/>
                </a:lnTo>
                <a:lnTo>
                  <a:pt x="20421" y="5411"/>
                </a:lnTo>
                <a:lnTo>
                  <a:pt x="20649" y="6212"/>
                </a:lnTo>
                <a:lnTo>
                  <a:pt x="20818" y="7019"/>
                </a:lnTo>
                <a:lnTo>
                  <a:pt x="20940" y="7828"/>
                </a:lnTo>
                <a:lnTo>
                  <a:pt x="21038" y="8638"/>
                </a:lnTo>
                <a:lnTo>
                  <a:pt x="21124" y="9450"/>
                </a:lnTo>
                <a:lnTo>
                  <a:pt x="21345" y="10211"/>
                </a:lnTo>
                <a:lnTo>
                  <a:pt x="21569" y="10982"/>
                </a:lnTo>
                <a:lnTo>
                  <a:pt x="21600" y="11954"/>
                </a:lnTo>
                <a:lnTo>
                  <a:pt x="21478" y="12824"/>
                </a:lnTo>
                <a:lnTo>
                  <a:pt x="21160" y="13618"/>
                </a:lnTo>
                <a:lnTo>
                  <a:pt x="20606" y="14359"/>
                </a:lnTo>
                <a:lnTo>
                  <a:pt x="19772" y="15076"/>
                </a:lnTo>
                <a:lnTo>
                  <a:pt x="18617" y="15792"/>
                </a:lnTo>
                <a:lnTo>
                  <a:pt x="17096" y="16532"/>
                </a:lnTo>
                <a:lnTo>
                  <a:pt x="15170" y="17322"/>
                </a:lnTo>
                <a:lnTo>
                  <a:pt x="13331" y="17880"/>
                </a:lnTo>
                <a:lnTo>
                  <a:pt x="11480" y="18430"/>
                </a:lnTo>
                <a:lnTo>
                  <a:pt x="9613" y="18973"/>
                </a:lnTo>
                <a:lnTo>
                  <a:pt x="7734" y="19510"/>
                </a:lnTo>
                <a:lnTo>
                  <a:pt x="5836" y="20041"/>
                </a:lnTo>
                <a:lnTo>
                  <a:pt x="3914" y="20566"/>
                </a:lnTo>
                <a:lnTo>
                  <a:pt x="1969" y="21085"/>
                </a:lnTo>
                <a:lnTo>
                  <a:pt x="0" y="21600"/>
                </a:lnTo>
                <a:lnTo>
                  <a:pt x="397" y="21024"/>
                </a:lnTo>
                <a:lnTo>
                  <a:pt x="802" y="20444"/>
                </a:lnTo>
                <a:lnTo>
                  <a:pt x="1207" y="19856"/>
                </a:lnTo>
                <a:lnTo>
                  <a:pt x="1753" y="19058"/>
                </a:lnTo>
                <a:lnTo>
                  <a:pt x="2295" y="18259"/>
                </a:lnTo>
                <a:lnTo>
                  <a:pt x="2830" y="17460"/>
                </a:lnTo>
                <a:lnTo>
                  <a:pt x="3364" y="16662"/>
                </a:lnTo>
                <a:lnTo>
                  <a:pt x="3895" y="15862"/>
                </a:lnTo>
                <a:lnTo>
                  <a:pt x="4421" y="15062"/>
                </a:lnTo>
                <a:lnTo>
                  <a:pt x="4948" y="14263"/>
                </a:lnTo>
                <a:lnTo>
                  <a:pt x="5471" y="13463"/>
                </a:lnTo>
                <a:lnTo>
                  <a:pt x="5931" y="12770"/>
                </a:lnTo>
                <a:lnTo>
                  <a:pt x="6398" y="12078"/>
                </a:lnTo>
                <a:lnTo>
                  <a:pt x="6866" y="11386"/>
                </a:lnTo>
                <a:lnTo>
                  <a:pt x="7345" y="10693"/>
                </a:lnTo>
                <a:lnTo>
                  <a:pt x="7888" y="9899"/>
                </a:lnTo>
                <a:lnTo>
                  <a:pt x="8422" y="9104"/>
                </a:lnTo>
                <a:lnTo>
                  <a:pt x="8949" y="8310"/>
                </a:lnTo>
                <a:lnTo>
                  <a:pt x="9464" y="7513"/>
                </a:lnTo>
                <a:lnTo>
                  <a:pt x="9979" y="6718"/>
                </a:lnTo>
                <a:lnTo>
                  <a:pt x="10427" y="6095"/>
                </a:lnTo>
                <a:lnTo>
                  <a:pt x="10883" y="5464"/>
                </a:lnTo>
                <a:lnTo>
                  <a:pt x="11303" y="4760"/>
                </a:lnTo>
                <a:lnTo>
                  <a:pt x="11535" y="4207"/>
                </a:lnTo>
                <a:lnTo>
                  <a:pt x="11669" y="3516"/>
                </a:lnTo>
                <a:lnTo>
                  <a:pt x="11790" y="2400"/>
                </a:lnTo>
                <a:lnTo>
                  <a:pt x="9523" y="1892"/>
                </a:lnTo>
                <a:lnTo>
                  <a:pt x="7947" y="1597"/>
                </a:lnTo>
                <a:lnTo>
                  <a:pt x="6328" y="1404"/>
                </a:lnTo>
                <a:lnTo>
                  <a:pt x="3930" y="1200"/>
                </a:lnTo>
                <a:lnTo>
                  <a:pt x="5879" y="605"/>
                </a:lnTo>
                <a:lnTo>
                  <a:pt x="7860" y="0"/>
                </a:lnTo>
                <a:close/>
              </a:path>
            </a:pathLst>
          </a:custGeom>
          <a:solidFill>
            <a:srgbClr val="B3BABF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3" name="contour_06611"/>
          <p:cNvSpPr/>
          <p:nvPr/>
        </p:nvSpPr>
        <p:spPr>
          <a:xfrm>
            <a:off x="6794547" y="2776725"/>
            <a:ext cx="5925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37" y="1497"/>
                </a:lnTo>
                <a:lnTo>
                  <a:pt x="21074" y="2996"/>
                </a:lnTo>
                <a:lnTo>
                  <a:pt x="20811" y="4495"/>
                </a:lnTo>
                <a:lnTo>
                  <a:pt x="20545" y="5996"/>
                </a:lnTo>
                <a:lnTo>
                  <a:pt x="20282" y="7504"/>
                </a:lnTo>
                <a:lnTo>
                  <a:pt x="20017" y="9014"/>
                </a:lnTo>
                <a:lnTo>
                  <a:pt x="19751" y="10530"/>
                </a:lnTo>
                <a:lnTo>
                  <a:pt x="19483" y="12053"/>
                </a:lnTo>
                <a:lnTo>
                  <a:pt x="19214" y="13582"/>
                </a:lnTo>
                <a:lnTo>
                  <a:pt x="18943" y="15120"/>
                </a:lnTo>
                <a:lnTo>
                  <a:pt x="17187" y="15120"/>
                </a:lnTo>
                <a:lnTo>
                  <a:pt x="15420" y="15120"/>
                </a:lnTo>
                <a:lnTo>
                  <a:pt x="13630" y="15120"/>
                </a:lnTo>
                <a:lnTo>
                  <a:pt x="12811" y="16727"/>
                </a:lnTo>
                <a:lnTo>
                  <a:pt x="12264" y="17868"/>
                </a:lnTo>
                <a:lnTo>
                  <a:pt x="11860" y="18852"/>
                </a:lnTo>
                <a:lnTo>
                  <a:pt x="11472" y="19993"/>
                </a:lnTo>
                <a:lnTo>
                  <a:pt x="10973" y="21600"/>
                </a:lnTo>
                <a:lnTo>
                  <a:pt x="10824" y="20427"/>
                </a:lnTo>
                <a:lnTo>
                  <a:pt x="10672" y="19237"/>
                </a:lnTo>
                <a:lnTo>
                  <a:pt x="10409" y="17777"/>
                </a:lnTo>
                <a:lnTo>
                  <a:pt x="10123" y="16356"/>
                </a:lnTo>
                <a:lnTo>
                  <a:pt x="9790" y="14958"/>
                </a:lnTo>
                <a:lnTo>
                  <a:pt x="9392" y="13576"/>
                </a:lnTo>
                <a:lnTo>
                  <a:pt x="8908" y="12193"/>
                </a:lnTo>
                <a:lnTo>
                  <a:pt x="8316" y="10800"/>
                </a:lnTo>
                <a:lnTo>
                  <a:pt x="6259" y="10476"/>
                </a:lnTo>
                <a:lnTo>
                  <a:pt x="4817" y="10314"/>
                </a:lnTo>
                <a:lnTo>
                  <a:pt x="3605" y="10314"/>
                </a:lnTo>
                <a:lnTo>
                  <a:pt x="2242" y="10476"/>
                </a:lnTo>
                <a:lnTo>
                  <a:pt x="345" y="10800"/>
                </a:lnTo>
                <a:lnTo>
                  <a:pt x="117" y="9271"/>
                </a:lnTo>
                <a:lnTo>
                  <a:pt x="0" y="8167"/>
                </a:lnTo>
                <a:lnTo>
                  <a:pt x="0" y="7182"/>
                </a:lnTo>
                <a:lnTo>
                  <a:pt x="117" y="6005"/>
                </a:lnTo>
                <a:lnTo>
                  <a:pt x="345" y="4320"/>
                </a:lnTo>
                <a:lnTo>
                  <a:pt x="1990" y="3542"/>
                </a:lnTo>
                <a:lnTo>
                  <a:pt x="3209" y="3020"/>
                </a:lnTo>
                <a:lnTo>
                  <a:pt x="4370" y="2631"/>
                </a:lnTo>
                <a:lnTo>
                  <a:pt x="5840" y="2249"/>
                </a:lnTo>
                <a:lnTo>
                  <a:pt x="7984" y="1754"/>
                </a:lnTo>
                <a:lnTo>
                  <a:pt x="9403" y="1413"/>
                </a:lnTo>
                <a:lnTo>
                  <a:pt x="10832" y="1067"/>
                </a:lnTo>
                <a:lnTo>
                  <a:pt x="12280" y="717"/>
                </a:lnTo>
                <a:lnTo>
                  <a:pt x="14278" y="367"/>
                </a:lnTo>
                <a:lnTo>
                  <a:pt x="15760" y="156"/>
                </a:lnTo>
                <a:lnTo>
                  <a:pt x="17176" y="45"/>
                </a:lnTo>
                <a:lnTo>
                  <a:pt x="18975" y="6"/>
                </a:lnTo>
                <a:lnTo>
                  <a:pt x="21600" y="0"/>
                </a:lnTo>
                <a:close/>
              </a:path>
            </a:pathLst>
          </a:custGeom>
          <a:solidFill>
            <a:srgbClr val="36353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4" name="contour_06612"/>
          <p:cNvSpPr/>
          <p:nvPr/>
        </p:nvSpPr>
        <p:spPr>
          <a:xfrm>
            <a:off x="870358" y="2776725"/>
            <a:ext cx="123896" cy="294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82" y="0"/>
                </a:moveTo>
                <a:lnTo>
                  <a:pt x="6986" y="0"/>
                </a:lnTo>
                <a:lnTo>
                  <a:pt x="8623" y="5"/>
                </a:lnTo>
                <a:lnTo>
                  <a:pt x="10021" y="16"/>
                </a:lnTo>
                <a:lnTo>
                  <a:pt x="11208" y="37"/>
                </a:lnTo>
                <a:lnTo>
                  <a:pt x="12208" y="75"/>
                </a:lnTo>
                <a:lnTo>
                  <a:pt x="13049" y="134"/>
                </a:lnTo>
                <a:lnTo>
                  <a:pt x="13758" y="209"/>
                </a:lnTo>
                <a:lnTo>
                  <a:pt x="14360" y="310"/>
                </a:lnTo>
                <a:lnTo>
                  <a:pt x="14882" y="444"/>
                </a:lnTo>
                <a:lnTo>
                  <a:pt x="15353" y="610"/>
                </a:lnTo>
                <a:lnTo>
                  <a:pt x="15795" y="808"/>
                </a:lnTo>
                <a:lnTo>
                  <a:pt x="16238" y="1048"/>
                </a:lnTo>
                <a:lnTo>
                  <a:pt x="16708" y="1337"/>
                </a:lnTo>
                <a:lnTo>
                  <a:pt x="17232" y="1669"/>
                </a:lnTo>
                <a:lnTo>
                  <a:pt x="18063" y="2139"/>
                </a:lnTo>
                <a:lnTo>
                  <a:pt x="18905" y="2610"/>
                </a:lnTo>
                <a:lnTo>
                  <a:pt x="19741" y="4321"/>
                </a:lnTo>
                <a:lnTo>
                  <a:pt x="20254" y="6038"/>
                </a:lnTo>
                <a:lnTo>
                  <a:pt x="20657" y="8787"/>
                </a:lnTo>
                <a:lnTo>
                  <a:pt x="21158" y="13600"/>
                </a:lnTo>
                <a:lnTo>
                  <a:pt x="21224" y="14744"/>
                </a:lnTo>
                <a:lnTo>
                  <a:pt x="21338" y="16766"/>
                </a:lnTo>
                <a:lnTo>
                  <a:pt x="21600" y="21391"/>
                </a:lnTo>
                <a:lnTo>
                  <a:pt x="20718" y="21477"/>
                </a:lnTo>
                <a:lnTo>
                  <a:pt x="19843" y="21547"/>
                </a:lnTo>
                <a:lnTo>
                  <a:pt x="18974" y="21589"/>
                </a:lnTo>
                <a:lnTo>
                  <a:pt x="18110" y="21600"/>
                </a:lnTo>
                <a:lnTo>
                  <a:pt x="17251" y="21579"/>
                </a:lnTo>
                <a:lnTo>
                  <a:pt x="16397" y="21509"/>
                </a:lnTo>
                <a:lnTo>
                  <a:pt x="15544" y="21391"/>
                </a:lnTo>
                <a:lnTo>
                  <a:pt x="14694" y="21220"/>
                </a:lnTo>
                <a:lnTo>
                  <a:pt x="13846" y="20990"/>
                </a:lnTo>
                <a:lnTo>
                  <a:pt x="12998" y="20696"/>
                </a:lnTo>
                <a:lnTo>
                  <a:pt x="12149" y="20327"/>
                </a:lnTo>
                <a:lnTo>
                  <a:pt x="11301" y="19889"/>
                </a:lnTo>
                <a:lnTo>
                  <a:pt x="10449" y="19359"/>
                </a:lnTo>
                <a:lnTo>
                  <a:pt x="9595" y="18750"/>
                </a:lnTo>
                <a:lnTo>
                  <a:pt x="8738" y="18044"/>
                </a:lnTo>
                <a:lnTo>
                  <a:pt x="7876" y="17236"/>
                </a:lnTo>
                <a:lnTo>
                  <a:pt x="7005" y="16643"/>
                </a:lnTo>
                <a:lnTo>
                  <a:pt x="6133" y="16215"/>
                </a:lnTo>
                <a:lnTo>
                  <a:pt x="5262" y="15926"/>
                </a:lnTo>
                <a:lnTo>
                  <a:pt x="4389" y="15755"/>
                </a:lnTo>
                <a:lnTo>
                  <a:pt x="3513" y="15691"/>
                </a:lnTo>
                <a:lnTo>
                  <a:pt x="2638" y="15707"/>
                </a:lnTo>
                <a:lnTo>
                  <a:pt x="1761" y="15787"/>
                </a:lnTo>
                <a:lnTo>
                  <a:pt x="882" y="15905"/>
                </a:lnTo>
                <a:lnTo>
                  <a:pt x="0" y="16044"/>
                </a:lnTo>
                <a:lnTo>
                  <a:pt x="551" y="15648"/>
                </a:lnTo>
                <a:lnTo>
                  <a:pt x="1112" y="15252"/>
                </a:lnTo>
                <a:lnTo>
                  <a:pt x="1468" y="14947"/>
                </a:lnTo>
                <a:lnTo>
                  <a:pt x="2541" y="14038"/>
                </a:lnTo>
                <a:lnTo>
                  <a:pt x="3250" y="13477"/>
                </a:lnTo>
                <a:lnTo>
                  <a:pt x="3971" y="12910"/>
                </a:lnTo>
                <a:lnTo>
                  <a:pt x="4522" y="11813"/>
                </a:lnTo>
                <a:lnTo>
                  <a:pt x="5082" y="10696"/>
                </a:lnTo>
                <a:lnTo>
                  <a:pt x="5082" y="7161"/>
                </a:lnTo>
                <a:lnTo>
                  <a:pt x="5082" y="3604"/>
                </a:lnTo>
                <a:lnTo>
                  <a:pt x="5082" y="0"/>
                </a:lnTo>
                <a:close/>
              </a:path>
            </a:pathLst>
          </a:custGeom>
          <a:solidFill>
            <a:srgbClr val="5B5245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5" name="contour_06613"/>
          <p:cNvSpPr/>
          <p:nvPr/>
        </p:nvSpPr>
        <p:spPr>
          <a:xfrm>
            <a:off x="1788645" y="2746370"/>
            <a:ext cx="87456" cy="52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495"/>
                </a:moveTo>
                <a:lnTo>
                  <a:pt x="10231" y="156"/>
                </a:lnTo>
                <a:lnTo>
                  <a:pt x="11412" y="3"/>
                </a:lnTo>
                <a:lnTo>
                  <a:pt x="12569" y="0"/>
                </a:lnTo>
                <a:lnTo>
                  <a:pt x="13734" y="108"/>
                </a:lnTo>
                <a:lnTo>
                  <a:pt x="14935" y="285"/>
                </a:lnTo>
                <a:lnTo>
                  <a:pt x="16200" y="495"/>
                </a:lnTo>
                <a:lnTo>
                  <a:pt x="16088" y="2414"/>
                </a:lnTo>
                <a:lnTo>
                  <a:pt x="15975" y="4348"/>
                </a:lnTo>
                <a:lnTo>
                  <a:pt x="15862" y="6305"/>
                </a:lnTo>
                <a:lnTo>
                  <a:pt x="15862" y="8743"/>
                </a:lnTo>
                <a:lnTo>
                  <a:pt x="15948" y="10347"/>
                </a:lnTo>
                <a:lnTo>
                  <a:pt x="16200" y="12488"/>
                </a:lnTo>
                <a:lnTo>
                  <a:pt x="17539" y="13591"/>
                </a:lnTo>
                <a:lnTo>
                  <a:pt x="18490" y="14299"/>
                </a:lnTo>
                <a:lnTo>
                  <a:pt x="19310" y="14755"/>
                </a:lnTo>
                <a:lnTo>
                  <a:pt x="20261" y="15103"/>
                </a:lnTo>
                <a:lnTo>
                  <a:pt x="21600" y="15486"/>
                </a:lnTo>
                <a:lnTo>
                  <a:pt x="21224" y="17285"/>
                </a:lnTo>
                <a:lnTo>
                  <a:pt x="20911" y="18509"/>
                </a:lnTo>
                <a:lnTo>
                  <a:pt x="20493" y="19720"/>
                </a:lnTo>
                <a:lnTo>
                  <a:pt x="19800" y="21483"/>
                </a:lnTo>
                <a:lnTo>
                  <a:pt x="18592" y="21600"/>
                </a:lnTo>
                <a:lnTo>
                  <a:pt x="17721" y="21588"/>
                </a:lnTo>
                <a:lnTo>
                  <a:pt x="16762" y="21393"/>
                </a:lnTo>
                <a:lnTo>
                  <a:pt x="15293" y="20967"/>
                </a:lnTo>
                <a:lnTo>
                  <a:pt x="14404" y="20703"/>
                </a:lnTo>
                <a:lnTo>
                  <a:pt x="13511" y="20440"/>
                </a:lnTo>
                <a:lnTo>
                  <a:pt x="12604" y="20170"/>
                </a:lnTo>
                <a:lnTo>
                  <a:pt x="12190" y="20032"/>
                </a:lnTo>
                <a:lnTo>
                  <a:pt x="11461" y="19792"/>
                </a:lnTo>
                <a:lnTo>
                  <a:pt x="9788" y="19234"/>
                </a:lnTo>
                <a:lnTo>
                  <a:pt x="9371" y="19117"/>
                </a:lnTo>
                <a:lnTo>
                  <a:pt x="8635" y="18910"/>
                </a:lnTo>
                <a:lnTo>
                  <a:pt x="6950" y="18437"/>
                </a:lnTo>
                <a:lnTo>
                  <a:pt x="4770" y="17747"/>
                </a:lnTo>
                <a:lnTo>
                  <a:pt x="3256" y="17249"/>
                </a:lnTo>
                <a:lnTo>
                  <a:pt x="2214" y="16854"/>
                </a:lnTo>
                <a:lnTo>
                  <a:pt x="1454" y="16482"/>
                </a:lnTo>
                <a:lnTo>
                  <a:pt x="779" y="16056"/>
                </a:lnTo>
                <a:lnTo>
                  <a:pt x="0" y="15486"/>
                </a:lnTo>
                <a:lnTo>
                  <a:pt x="0" y="13504"/>
                </a:lnTo>
                <a:lnTo>
                  <a:pt x="0" y="11511"/>
                </a:lnTo>
                <a:lnTo>
                  <a:pt x="0" y="9490"/>
                </a:lnTo>
                <a:lnTo>
                  <a:pt x="513" y="9574"/>
                </a:lnTo>
                <a:lnTo>
                  <a:pt x="1418" y="9718"/>
                </a:lnTo>
                <a:lnTo>
                  <a:pt x="3488" y="10053"/>
                </a:lnTo>
                <a:lnTo>
                  <a:pt x="4972" y="10053"/>
                </a:lnTo>
                <a:lnTo>
                  <a:pt x="5933" y="9909"/>
                </a:lnTo>
                <a:lnTo>
                  <a:pt x="7200" y="9490"/>
                </a:lnTo>
                <a:lnTo>
                  <a:pt x="7497" y="8003"/>
                </a:lnTo>
                <a:lnTo>
                  <a:pt x="7796" y="6509"/>
                </a:lnTo>
                <a:lnTo>
                  <a:pt x="8100" y="4992"/>
                </a:lnTo>
                <a:lnTo>
                  <a:pt x="8397" y="3505"/>
                </a:lnTo>
                <a:lnTo>
                  <a:pt x="8696" y="2012"/>
                </a:lnTo>
                <a:lnTo>
                  <a:pt x="9000" y="495"/>
                </a:lnTo>
                <a:close/>
              </a:path>
            </a:pathLst>
          </a:custGeom>
          <a:solidFill>
            <a:srgbClr val="8D8E8C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6" name="contour_06614"/>
          <p:cNvSpPr/>
          <p:nvPr/>
        </p:nvSpPr>
        <p:spPr>
          <a:xfrm>
            <a:off x="5345184" y="2717386"/>
            <a:ext cx="58304" cy="593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7"/>
                </a:moveTo>
                <a:lnTo>
                  <a:pt x="21600" y="2128"/>
                </a:lnTo>
                <a:lnTo>
                  <a:pt x="21600" y="3881"/>
                </a:lnTo>
                <a:lnTo>
                  <a:pt x="21600" y="5643"/>
                </a:lnTo>
                <a:lnTo>
                  <a:pt x="21600" y="7412"/>
                </a:lnTo>
                <a:lnTo>
                  <a:pt x="21600" y="9192"/>
                </a:lnTo>
                <a:lnTo>
                  <a:pt x="21600" y="10988"/>
                </a:lnTo>
                <a:lnTo>
                  <a:pt x="19691" y="10988"/>
                </a:lnTo>
                <a:lnTo>
                  <a:pt x="17780" y="10988"/>
                </a:lnTo>
                <a:lnTo>
                  <a:pt x="15862" y="10988"/>
                </a:lnTo>
                <a:lnTo>
                  <a:pt x="13937" y="10988"/>
                </a:lnTo>
                <a:lnTo>
                  <a:pt x="12004" y="10988"/>
                </a:lnTo>
                <a:lnTo>
                  <a:pt x="10060" y="10988"/>
                </a:lnTo>
                <a:lnTo>
                  <a:pt x="8100" y="10988"/>
                </a:lnTo>
                <a:lnTo>
                  <a:pt x="8100" y="12742"/>
                </a:lnTo>
                <a:lnTo>
                  <a:pt x="8100" y="14506"/>
                </a:lnTo>
                <a:lnTo>
                  <a:pt x="8100" y="16294"/>
                </a:lnTo>
                <a:lnTo>
                  <a:pt x="9704" y="16294"/>
                </a:lnTo>
                <a:lnTo>
                  <a:pt x="11313" y="16294"/>
                </a:lnTo>
                <a:lnTo>
                  <a:pt x="12928" y="16294"/>
                </a:lnTo>
                <a:lnTo>
                  <a:pt x="14556" y="16294"/>
                </a:lnTo>
                <a:lnTo>
                  <a:pt x="16200" y="16294"/>
                </a:lnTo>
                <a:lnTo>
                  <a:pt x="16200" y="18048"/>
                </a:lnTo>
                <a:lnTo>
                  <a:pt x="16200" y="19812"/>
                </a:lnTo>
                <a:lnTo>
                  <a:pt x="16200" y="21600"/>
                </a:lnTo>
                <a:lnTo>
                  <a:pt x="14391" y="21181"/>
                </a:lnTo>
                <a:lnTo>
                  <a:pt x="12587" y="20751"/>
                </a:lnTo>
                <a:lnTo>
                  <a:pt x="10789" y="20313"/>
                </a:lnTo>
                <a:lnTo>
                  <a:pt x="8991" y="19868"/>
                </a:lnTo>
                <a:lnTo>
                  <a:pt x="7195" y="19411"/>
                </a:lnTo>
                <a:lnTo>
                  <a:pt x="5400" y="18947"/>
                </a:lnTo>
                <a:lnTo>
                  <a:pt x="3642" y="18536"/>
                </a:lnTo>
                <a:lnTo>
                  <a:pt x="1858" y="18119"/>
                </a:lnTo>
                <a:lnTo>
                  <a:pt x="937" y="17215"/>
                </a:lnTo>
                <a:lnTo>
                  <a:pt x="0" y="16294"/>
                </a:lnTo>
                <a:lnTo>
                  <a:pt x="292" y="14304"/>
                </a:lnTo>
                <a:lnTo>
                  <a:pt x="637" y="12455"/>
                </a:lnTo>
                <a:lnTo>
                  <a:pt x="1050" y="10712"/>
                </a:lnTo>
                <a:lnTo>
                  <a:pt x="1550" y="9038"/>
                </a:lnTo>
                <a:lnTo>
                  <a:pt x="2149" y="7402"/>
                </a:lnTo>
                <a:lnTo>
                  <a:pt x="2867" y="5767"/>
                </a:lnTo>
                <a:lnTo>
                  <a:pt x="3721" y="4099"/>
                </a:lnTo>
                <a:lnTo>
                  <a:pt x="4725" y="2366"/>
                </a:lnTo>
                <a:lnTo>
                  <a:pt x="6510" y="1456"/>
                </a:lnTo>
                <a:lnTo>
                  <a:pt x="8308" y="799"/>
                </a:lnTo>
                <a:lnTo>
                  <a:pt x="10125" y="361"/>
                </a:lnTo>
                <a:lnTo>
                  <a:pt x="11961" y="106"/>
                </a:lnTo>
                <a:lnTo>
                  <a:pt x="13821" y="0"/>
                </a:lnTo>
                <a:lnTo>
                  <a:pt x="15714" y="11"/>
                </a:lnTo>
                <a:lnTo>
                  <a:pt x="17636" y="98"/>
                </a:lnTo>
                <a:lnTo>
                  <a:pt x="19597" y="233"/>
                </a:lnTo>
                <a:lnTo>
                  <a:pt x="21600" y="377"/>
                </a:lnTo>
                <a:close/>
              </a:path>
            </a:pathLst>
          </a:custGeom>
          <a:solidFill>
            <a:srgbClr val="7C7E7C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7" name="contour_06615"/>
          <p:cNvSpPr/>
          <p:nvPr/>
        </p:nvSpPr>
        <p:spPr>
          <a:xfrm>
            <a:off x="8442588" y="2675910"/>
            <a:ext cx="80168" cy="49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56" y="2238"/>
                </a:moveTo>
                <a:lnTo>
                  <a:pt x="15028" y="4002"/>
                </a:lnTo>
                <a:lnTo>
                  <a:pt x="15709" y="5794"/>
                </a:lnTo>
                <a:lnTo>
                  <a:pt x="14409" y="5794"/>
                </a:lnTo>
                <a:lnTo>
                  <a:pt x="13103" y="5794"/>
                </a:lnTo>
                <a:lnTo>
                  <a:pt x="11782" y="5794"/>
                </a:lnTo>
                <a:lnTo>
                  <a:pt x="11782" y="7672"/>
                </a:lnTo>
                <a:lnTo>
                  <a:pt x="11782" y="9556"/>
                </a:lnTo>
                <a:lnTo>
                  <a:pt x="11782" y="11446"/>
                </a:lnTo>
                <a:lnTo>
                  <a:pt x="11782" y="13353"/>
                </a:lnTo>
                <a:lnTo>
                  <a:pt x="11782" y="15278"/>
                </a:lnTo>
                <a:lnTo>
                  <a:pt x="12948" y="15278"/>
                </a:lnTo>
                <a:lnTo>
                  <a:pt x="14117" y="15278"/>
                </a:lnTo>
                <a:lnTo>
                  <a:pt x="15293" y="15278"/>
                </a:lnTo>
                <a:lnTo>
                  <a:pt x="16477" y="15278"/>
                </a:lnTo>
                <a:lnTo>
                  <a:pt x="17673" y="15278"/>
                </a:lnTo>
                <a:lnTo>
                  <a:pt x="17673" y="13188"/>
                </a:lnTo>
                <a:lnTo>
                  <a:pt x="17673" y="11086"/>
                </a:lnTo>
                <a:lnTo>
                  <a:pt x="17673" y="8955"/>
                </a:lnTo>
                <a:lnTo>
                  <a:pt x="18645" y="9739"/>
                </a:lnTo>
                <a:lnTo>
                  <a:pt x="19621" y="10523"/>
                </a:lnTo>
                <a:lnTo>
                  <a:pt x="20604" y="11317"/>
                </a:lnTo>
                <a:lnTo>
                  <a:pt x="21600" y="12117"/>
                </a:lnTo>
                <a:lnTo>
                  <a:pt x="21174" y="13947"/>
                </a:lnTo>
                <a:lnTo>
                  <a:pt x="20826" y="15218"/>
                </a:lnTo>
                <a:lnTo>
                  <a:pt x="20375" y="16517"/>
                </a:lnTo>
                <a:lnTo>
                  <a:pt x="19636" y="18439"/>
                </a:lnTo>
                <a:lnTo>
                  <a:pt x="18425" y="19027"/>
                </a:lnTo>
                <a:lnTo>
                  <a:pt x="17555" y="19359"/>
                </a:lnTo>
                <a:lnTo>
                  <a:pt x="16603" y="19558"/>
                </a:lnTo>
                <a:lnTo>
                  <a:pt x="15147" y="19748"/>
                </a:lnTo>
                <a:lnTo>
                  <a:pt x="13824" y="19931"/>
                </a:lnTo>
                <a:lnTo>
                  <a:pt x="12483" y="20117"/>
                </a:lnTo>
                <a:lnTo>
                  <a:pt x="11098" y="20266"/>
                </a:lnTo>
                <a:lnTo>
                  <a:pt x="9694" y="20415"/>
                </a:lnTo>
                <a:lnTo>
                  <a:pt x="8766" y="20538"/>
                </a:lnTo>
                <a:lnTo>
                  <a:pt x="7829" y="20661"/>
                </a:lnTo>
                <a:lnTo>
                  <a:pt x="6881" y="20784"/>
                </a:lnTo>
                <a:lnTo>
                  <a:pt x="5506" y="20961"/>
                </a:lnTo>
                <a:lnTo>
                  <a:pt x="4130" y="21129"/>
                </a:lnTo>
                <a:lnTo>
                  <a:pt x="2753" y="21293"/>
                </a:lnTo>
                <a:lnTo>
                  <a:pt x="1377" y="21448"/>
                </a:lnTo>
                <a:lnTo>
                  <a:pt x="0" y="21600"/>
                </a:lnTo>
                <a:lnTo>
                  <a:pt x="94" y="19507"/>
                </a:lnTo>
                <a:lnTo>
                  <a:pt x="208" y="17475"/>
                </a:lnTo>
                <a:lnTo>
                  <a:pt x="351" y="15493"/>
                </a:lnTo>
                <a:lnTo>
                  <a:pt x="536" y="13542"/>
                </a:lnTo>
                <a:lnTo>
                  <a:pt x="778" y="11614"/>
                </a:lnTo>
                <a:lnTo>
                  <a:pt x="1088" y="9689"/>
                </a:lnTo>
                <a:lnTo>
                  <a:pt x="1479" y="7754"/>
                </a:lnTo>
                <a:lnTo>
                  <a:pt x="1964" y="5794"/>
                </a:lnTo>
                <a:lnTo>
                  <a:pt x="3283" y="4239"/>
                </a:lnTo>
                <a:lnTo>
                  <a:pt x="4615" y="2848"/>
                </a:lnTo>
                <a:lnTo>
                  <a:pt x="5958" y="1675"/>
                </a:lnTo>
                <a:lnTo>
                  <a:pt x="7317" y="771"/>
                </a:lnTo>
                <a:lnTo>
                  <a:pt x="8691" y="196"/>
                </a:lnTo>
                <a:lnTo>
                  <a:pt x="10079" y="0"/>
                </a:lnTo>
                <a:lnTo>
                  <a:pt x="11487" y="237"/>
                </a:lnTo>
                <a:lnTo>
                  <a:pt x="12913" y="967"/>
                </a:lnTo>
                <a:lnTo>
                  <a:pt x="14356" y="2238"/>
                </a:lnTo>
                <a:close/>
              </a:path>
            </a:pathLst>
          </a:custGeom>
          <a:solidFill>
            <a:srgbClr val="A192C1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8" name="contour_06616"/>
          <p:cNvSpPr/>
          <p:nvPr/>
        </p:nvSpPr>
        <p:spPr>
          <a:xfrm>
            <a:off x="11037106" y="2594525"/>
            <a:ext cx="1238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0"/>
                </a:moveTo>
                <a:lnTo>
                  <a:pt x="15294" y="682"/>
                </a:lnTo>
                <a:lnTo>
                  <a:pt x="15375" y="1882"/>
                </a:lnTo>
                <a:lnTo>
                  <a:pt x="15565" y="4629"/>
                </a:lnTo>
                <a:lnTo>
                  <a:pt x="15880" y="6159"/>
                </a:lnTo>
                <a:lnTo>
                  <a:pt x="16196" y="7696"/>
                </a:lnTo>
                <a:lnTo>
                  <a:pt x="16518" y="9257"/>
                </a:lnTo>
                <a:lnTo>
                  <a:pt x="17388" y="9603"/>
                </a:lnTo>
                <a:lnTo>
                  <a:pt x="18222" y="9757"/>
                </a:lnTo>
                <a:lnTo>
                  <a:pt x="19037" y="9760"/>
                </a:lnTo>
                <a:lnTo>
                  <a:pt x="19858" y="9652"/>
                </a:lnTo>
                <a:lnTo>
                  <a:pt x="20706" y="9470"/>
                </a:lnTo>
                <a:lnTo>
                  <a:pt x="21600" y="9257"/>
                </a:lnTo>
                <a:lnTo>
                  <a:pt x="21383" y="11075"/>
                </a:lnTo>
                <a:lnTo>
                  <a:pt x="21177" y="12324"/>
                </a:lnTo>
                <a:lnTo>
                  <a:pt x="20866" y="13583"/>
                </a:lnTo>
                <a:lnTo>
                  <a:pt x="20329" y="15429"/>
                </a:lnTo>
                <a:lnTo>
                  <a:pt x="19300" y="15722"/>
                </a:lnTo>
                <a:lnTo>
                  <a:pt x="18549" y="15885"/>
                </a:lnTo>
                <a:lnTo>
                  <a:pt x="17862" y="15944"/>
                </a:lnTo>
                <a:lnTo>
                  <a:pt x="17018" y="15916"/>
                </a:lnTo>
                <a:lnTo>
                  <a:pt x="15804" y="15814"/>
                </a:lnTo>
                <a:lnTo>
                  <a:pt x="14988" y="15759"/>
                </a:lnTo>
                <a:lnTo>
                  <a:pt x="14167" y="15703"/>
                </a:lnTo>
                <a:lnTo>
                  <a:pt x="13336" y="15645"/>
                </a:lnTo>
                <a:lnTo>
                  <a:pt x="12708" y="15574"/>
                </a:lnTo>
                <a:lnTo>
                  <a:pt x="12076" y="15503"/>
                </a:lnTo>
                <a:lnTo>
                  <a:pt x="11435" y="15429"/>
                </a:lnTo>
                <a:lnTo>
                  <a:pt x="11435" y="17468"/>
                </a:lnTo>
                <a:lnTo>
                  <a:pt x="11435" y="19520"/>
                </a:lnTo>
                <a:lnTo>
                  <a:pt x="11435" y="21600"/>
                </a:lnTo>
                <a:lnTo>
                  <a:pt x="10640" y="21332"/>
                </a:lnTo>
                <a:lnTo>
                  <a:pt x="9846" y="21045"/>
                </a:lnTo>
                <a:lnTo>
                  <a:pt x="9052" y="20748"/>
                </a:lnTo>
                <a:lnTo>
                  <a:pt x="8259" y="20443"/>
                </a:lnTo>
                <a:lnTo>
                  <a:pt x="7372" y="20119"/>
                </a:lnTo>
                <a:lnTo>
                  <a:pt x="6472" y="19792"/>
                </a:lnTo>
                <a:lnTo>
                  <a:pt x="5782" y="19159"/>
                </a:lnTo>
                <a:lnTo>
                  <a:pt x="5082" y="18514"/>
                </a:lnTo>
                <a:lnTo>
                  <a:pt x="5082" y="16475"/>
                </a:lnTo>
                <a:lnTo>
                  <a:pt x="5082" y="14423"/>
                </a:lnTo>
                <a:lnTo>
                  <a:pt x="5082" y="12343"/>
                </a:lnTo>
                <a:lnTo>
                  <a:pt x="4248" y="11420"/>
                </a:lnTo>
                <a:lnTo>
                  <a:pt x="3588" y="10920"/>
                </a:lnTo>
                <a:lnTo>
                  <a:pt x="2541" y="10414"/>
                </a:lnTo>
                <a:lnTo>
                  <a:pt x="1832" y="10066"/>
                </a:lnTo>
                <a:lnTo>
                  <a:pt x="1112" y="9714"/>
                </a:lnTo>
                <a:lnTo>
                  <a:pt x="559" y="9485"/>
                </a:lnTo>
                <a:lnTo>
                  <a:pt x="0" y="9257"/>
                </a:lnTo>
                <a:lnTo>
                  <a:pt x="840" y="9257"/>
                </a:lnTo>
                <a:lnTo>
                  <a:pt x="1685" y="9257"/>
                </a:lnTo>
                <a:lnTo>
                  <a:pt x="2541" y="9257"/>
                </a:lnTo>
                <a:lnTo>
                  <a:pt x="2541" y="7217"/>
                </a:lnTo>
                <a:lnTo>
                  <a:pt x="2541" y="5165"/>
                </a:lnTo>
                <a:lnTo>
                  <a:pt x="2541" y="3086"/>
                </a:lnTo>
                <a:lnTo>
                  <a:pt x="3296" y="3086"/>
                </a:lnTo>
                <a:lnTo>
                  <a:pt x="4053" y="3086"/>
                </a:lnTo>
                <a:lnTo>
                  <a:pt x="4813" y="3086"/>
                </a:lnTo>
                <a:lnTo>
                  <a:pt x="5579" y="3086"/>
                </a:lnTo>
                <a:lnTo>
                  <a:pt x="6353" y="3086"/>
                </a:lnTo>
                <a:lnTo>
                  <a:pt x="6353" y="4919"/>
                </a:lnTo>
                <a:lnTo>
                  <a:pt x="6353" y="6758"/>
                </a:lnTo>
                <a:lnTo>
                  <a:pt x="6353" y="8603"/>
                </a:lnTo>
                <a:lnTo>
                  <a:pt x="6353" y="10464"/>
                </a:lnTo>
                <a:lnTo>
                  <a:pt x="6353" y="12343"/>
                </a:lnTo>
                <a:lnTo>
                  <a:pt x="7101" y="11815"/>
                </a:lnTo>
                <a:lnTo>
                  <a:pt x="7848" y="11281"/>
                </a:lnTo>
                <a:lnTo>
                  <a:pt x="8596" y="10741"/>
                </a:lnTo>
                <a:lnTo>
                  <a:pt x="9341" y="10195"/>
                </a:lnTo>
                <a:lnTo>
                  <a:pt x="10086" y="9643"/>
                </a:lnTo>
                <a:lnTo>
                  <a:pt x="10780" y="9143"/>
                </a:lnTo>
                <a:lnTo>
                  <a:pt x="11477" y="8637"/>
                </a:lnTo>
                <a:lnTo>
                  <a:pt x="12185" y="8125"/>
                </a:lnTo>
                <a:lnTo>
                  <a:pt x="13234" y="6943"/>
                </a:lnTo>
                <a:lnTo>
                  <a:pt x="13862" y="6002"/>
                </a:lnTo>
                <a:lnTo>
                  <a:pt x="14318" y="4808"/>
                </a:lnTo>
                <a:lnTo>
                  <a:pt x="14854" y="2870"/>
                </a:lnTo>
                <a:lnTo>
                  <a:pt x="15049" y="1444"/>
                </a:lnTo>
                <a:lnTo>
                  <a:pt x="15247" y="0"/>
                </a:lnTo>
                <a:close/>
              </a:path>
            </a:pathLst>
          </a:custGeom>
          <a:solidFill>
            <a:srgbClr val="808285"/>
          </a:solidFill>
          <a:ln>
            <a:noFill/>
          </a:ln>
        </p:spPr>
        <p:txBody>
          <a:bodyPr/>
          <a:lstStyle/>
          <a:p/>
        </p:txBody>
      </p:sp>
      <p:sp>
        <p:nvSpPr>
          <p:cNvPr id="6619" name="contour_06617"/>
          <p:cNvSpPr/>
          <p:nvPr/>
        </p:nvSpPr>
        <p:spPr>
          <a:xfrm>
            <a:off x="4587233" y="2608132"/>
            <a:ext cx="51016" cy="66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15"/>
                </a:moveTo>
                <a:lnTo>
                  <a:pt x="3576" y="140"/>
                </a:lnTo>
                <a:lnTo>
                  <a:pt x="6088" y="35"/>
                </a:lnTo>
                <a:lnTo>
                  <a:pt x="7878" y="0"/>
                </a:lnTo>
                <a:lnTo>
                  <a:pt x="9291" y="35"/>
                </a:lnTo>
                <a:lnTo>
                  <a:pt x="10664" y="140"/>
                </a:lnTo>
                <a:lnTo>
                  <a:pt x="12343" y="315"/>
                </a:lnTo>
                <a:lnTo>
                  <a:pt x="13475" y="1719"/>
                </a:lnTo>
                <a:lnTo>
                  <a:pt x="14176" y="2680"/>
                </a:lnTo>
                <a:lnTo>
                  <a:pt x="14728" y="3640"/>
                </a:lnTo>
                <a:lnTo>
                  <a:pt x="15429" y="5045"/>
                </a:lnTo>
                <a:lnTo>
                  <a:pt x="17468" y="5045"/>
                </a:lnTo>
                <a:lnTo>
                  <a:pt x="19520" y="5045"/>
                </a:lnTo>
                <a:lnTo>
                  <a:pt x="21600" y="5045"/>
                </a:lnTo>
                <a:lnTo>
                  <a:pt x="21600" y="6684"/>
                </a:lnTo>
                <a:lnTo>
                  <a:pt x="21600" y="8325"/>
                </a:lnTo>
                <a:lnTo>
                  <a:pt x="21600" y="9966"/>
                </a:lnTo>
                <a:lnTo>
                  <a:pt x="21600" y="11610"/>
                </a:lnTo>
                <a:lnTo>
                  <a:pt x="21600" y="13261"/>
                </a:lnTo>
                <a:lnTo>
                  <a:pt x="21600" y="14914"/>
                </a:lnTo>
                <a:lnTo>
                  <a:pt x="21600" y="16574"/>
                </a:lnTo>
                <a:lnTo>
                  <a:pt x="21600" y="18242"/>
                </a:lnTo>
                <a:lnTo>
                  <a:pt x="21600" y="19916"/>
                </a:lnTo>
                <a:lnTo>
                  <a:pt x="21600" y="21600"/>
                </a:lnTo>
                <a:lnTo>
                  <a:pt x="18027" y="21392"/>
                </a:lnTo>
                <a:lnTo>
                  <a:pt x="15287" y="21214"/>
                </a:lnTo>
                <a:lnTo>
                  <a:pt x="13198" y="21039"/>
                </a:lnTo>
                <a:lnTo>
                  <a:pt x="11575" y="20838"/>
                </a:lnTo>
                <a:lnTo>
                  <a:pt x="10245" y="20588"/>
                </a:lnTo>
                <a:lnTo>
                  <a:pt x="9020" y="20254"/>
                </a:lnTo>
                <a:lnTo>
                  <a:pt x="7724" y="19812"/>
                </a:lnTo>
                <a:lnTo>
                  <a:pt x="6171" y="19235"/>
                </a:lnTo>
                <a:lnTo>
                  <a:pt x="5786" y="17724"/>
                </a:lnTo>
                <a:lnTo>
                  <a:pt x="5597" y="16274"/>
                </a:lnTo>
                <a:lnTo>
                  <a:pt x="5567" y="14857"/>
                </a:lnTo>
                <a:lnTo>
                  <a:pt x="5656" y="13433"/>
                </a:lnTo>
                <a:lnTo>
                  <a:pt x="5826" y="11970"/>
                </a:lnTo>
                <a:lnTo>
                  <a:pt x="6039" y="10430"/>
                </a:lnTo>
                <a:lnTo>
                  <a:pt x="5968" y="8585"/>
                </a:lnTo>
                <a:lnTo>
                  <a:pt x="5597" y="6996"/>
                </a:lnTo>
                <a:lnTo>
                  <a:pt x="4949" y="5586"/>
                </a:lnTo>
                <a:lnTo>
                  <a:pt x="4045" y="4288"/>
                </a:lnTo>
                <a:lnTo>
                  <a:pt x="2904" y="3025"/>
                </a:lnTo>
                <a:lnTo>
                  <a:pt x="1549" y="1724"/>
                </a:lnTo>
                <a:lnTo>
                  <a:pt x="0" y="315"/>
                </a:lnTo>
                <a:close/>
              </a:path>
            </a:pathLst>
          </a:custGeom>
          <a:solidFill>
            <a:srgbClr val="BAAF8D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0" name="contour_06618"/>
          <p:cNvSpPr/>
          <p:nvPr/>
        </p:nvSpPr>
        <p:spPr>
          <a:xfrm>
            <a:off x="7077227" y="2587237"/>
            <a:ext cx="826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74" y="0"/>
                </a:moveTo>
                <a:lnTo>
                  <a:pt x="10395" y="667"/>
                </a:lnTo>
                <a:lnTo>
                  <a:pt x="11060" y="2678"/>
                </a:lnTo>
                <a:lnTo>
                  <a:pt x="11565" y="4028"/>
                </a:lnTo>
                <a:lnTo>
                  <a:pt x="12079" y="5400"/>
                </a:lnTo>
                <a:lnTo>
                  <a:pt x="13431" y="5702"/>
                </a:lnTo>
                <a:lnTo>
                  <a:pt x="14389" y="5837"/>
                </a:lnTo>
                <a:lnTo>
                  <a:pt x="15413" y="5837"/>
                </a:lnTo>
                <a:lnTo>
                  <a:pt x="16957" y="5738"/>
                </a:lnTo>
                <a:lnTo>
                  <a:pt x="17611" y="5700"/>
                </a:lnTo>
                <a:lnTo>
                  <a:pt x="19583" y="5589"/>
                </a:lnTo>
                <a:lnTo>
                  <a:pt x="20585" y="5495"/>
                </a:lnTo>
                <a:lnTo>
                  <a:pt x="21600" y="5400"/>
                </a:lnTo>
                <a:lnTo>
                  <a:pt x="21600" y="7185"/>
                </a:lnTo>
                <a:lnTo>
                  <a:pt x="21600" y="8980"/>
                </a:lnTo>
                <a:lnTo>
                  <a:pt x="21600" y="10800"/>
                </a:lnTo>
                <a:lnTo>
                  <a:pt x="20433" y="11696"/>
                </a:lnTo>
                <a:lnTo>
                  <a:pt x="19574" y="12274"/>
                </a:lnTo>
                <a:lnTo>
                  <a:pt x="18597" y="12793"/>
                </a:lnTo>
                <a:lnTo>
                  <a:pt x="17077" y="13500"/>
                </a:lnTo>
                <a:lnTo>
                  <a:pt x="15720" y="14207"/>
                </a:lnTo>
                <a:lnTo>
                  <a:pt x="14467" y="14928"/>
                </a:lnTo>
                <a:lnTo>
                  <a:pt x="13303" y="15695"/>
                </a:lnTo>
                <a:lnTo>
                  <a:pt x="12212" y="16548"/>
                </a:lnTo>
                <a:lnTo>
                  <a:pt x="11178" y="17528"/>
                </a:lnTo>
                <a:lnTo>
                  <a:pt x="10188" y="18671"/>
                </a:lnTo>
                <a:lnTo>
                  <a:pt x="9222" y="20015"/>
                </a:lnTo>
                <a:lnTo>
                  <a:pt x="8270" y="21600"/>
                </a:lnTo>
                <a:lnTo>
                  <a:pt x="7975" y="20345"/>
                </a:lnTo>
                <a:lnTo>
                  <a:pt x="7676" y="19067"/>
                </a:lnTo>
                <a:lnTo>
                  <a:pt x="6872" y="17393"/>
                </a:lnTo>
                <a:lnTo>
                  <a:pt x="6158" y="16432"/>
                </a:lnTo>
                <a:lnTo>
                  <a:pt x="5132" y="15817"/>
                </a:lnTo>
                <a:lnTo>
                  <a:pt x="3391" y="15188"/>
                </a:lnTo>
                <a:lnTo>
                  <a:pt x="2487" y="14631"/>
                </a:lnTo>
                <a:lnTo>
                  <a:pt x="1577" y="14067"/>
                </a:lnTo>
                <a:lnTo>
                  <a:pt x="653" y="13500"/>
                </a:lnTo>
                <a:lnTo>
                  <a:pt x="288" y="11645"/>
                </a:lnTo>
                <a:lnTo>
                  <a:pt x="70" y="9858"/>
                </a:lnTo>
                <a:lnTo>
                  <a:pt x="0" y="8100"/>
                </a:lnTo>
                <a:lnTo>
                  <a:pt x="74" y="6345"/>
                </a:lnTo>
                <a:lnTo>
                  <a:pt x="293" y="4555"/>
                </a:lnTo>
                <a:lnTo>
                  <a:pt x="653" y="2700"/>
                </a:lnTo>
                <a:lnTo>
                  <a:pt x="1876" y="1833"/>
                </a:lnTo>
                <a:lnTo>
                  <a:pt x="3026" y="1175"/>
                </a:lnTo>
                <a:lnTo>
                  <a:pt x="4136" y="694"/>
                </a:lnTo>
                <a:lnTo>
                  <a:pt x="5235" y="367"/>
                </a:lnTo>
                <a:lnTo>
                  <a:pt x="6358" y="165"/>
                </a:lnTo>
                <a:lnTo>
                  <a:pt x="7533" y="54"/>
                </a:lnTo>
                <a:lnTo>
                  <a:pt x="8796" y="8"/>
                </a:lnTo>
                <a:lnTo>
                  <a:pt x="10174" y="0"/>
                </a:lnTo>
                <a:close/>
              </a:path>
            </a:pathLst>
          </a:custGeom>
          <a:solidFill>
            <a:srgbClr val="9BA09E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1" name="contour_06619"/>
          <p:cNvSpPr/>
          <p:nvPr/>
        </p:nvSpPr>
        <p:spPr>
          <a:xfrm>
            <a:off x="4448645" y="2550396"/>
            <a:ext cx="72997" cy="732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14" y="0"/>
                </a:moveTo>
                <a:lnTo>
                  <a:pt x="5678" y="269"/>
                </a:lnTo>
                <a:lnTo>
                  <a:pt x="7015" y="580"/>
                </a:lnTo>
                <a:lnTo>
                  <a:pt x="8277" y="986"/>
                </a:lnTo>
                <a:lnTo>
                  <a:pt x="9525" y="1532"/>
                </a:lnTo>
                <a:lnTo>
                  <a:pt x="10817" y="2266"/>
                </a:lnTo>
                <a:lnTo>
                  <a:pt x="11195" y="3592"/>
                </a:lnTo>
                <a:lnTo>
                  <a:pt x="11490" y="4909"/>
                </a:lnTo>
                <a:lnTo>
                  <a:pt x="11723" y="6223"/>
                </a:lnTo>
                <a:lnTo>
                  <a:pt x="11908" y="7547"/>
                </a:lnTo>
                <a:lnTo>
                  <a:pt x="12070" y="8891"/>
                </a:lnTo>
                <a:lnTo>
                  <a:pt x="12225" y="10262"/>
                </a:lnTo>
                <a:lnTo>
                  <a:pt x="12737" y="11748"/>
                </a:lnTo>
                <a:lnTo>
                  <a:pt x="13390" y="13018"/>
                </a:lnTo>
                <a:lnTo>
                  <a:pt x="14177" y="14114"/>
                </a:lnTo>
                <a:lnTo>
                  <a:pt x="15089" y="15076"/>
                </a:lnTo>
                <a:lnTo>
                  <a:pt x="16114" y="15948"/>
                </a:lnTo>
                <a:lnTo>
                  <a:pt x="17246" y="16767"/>
                </a:lnTo>
                <a:lnTo>
                  <a:pt x="18473" y="17579"/>
                </a:lnTo>
                <a:lnTo>
                  <a:pt x="19788" y="18419"/>
                </a:lnTo>
                <a:lnTo>
                  <a:pt x="20688" y="18932"/>
                </a:lnTo>
                <a:lnTo>
                  <a:pt x="21600" y="19452"/>
                </a:lnTo>
                <a:lnTo>
                  <a:pt x="20175" y="19806"/>
                </a:lnTo>
                <a:lnTo>
                  <a:pt x="18749" y="20163"/>
                </a:lnTo>
                <a:lnTo>
                  <a:pt x="17319" y="20519"/>
                </a:lnTo>
                <a:lnTo>
                  <a:pt x="15881" y="20876"/>
                </a:lnTo>
                <a:lnTo>
                  <a:pt x="14434" y="21237"/>
                </a:lnTo>
                <a:lnTo>
                  <a:pt x="12974" y="21600"/>
                </a:lnTo>
                <a:lnTo>
                  <a:pt x="12974" y="20182"/>
                </a:lnTo>
                <a:lnTo>
                  <a:pt x="12974" y="18752"/>
                </a:lnTo>
                <a:lnTo>
                  <a:pt x="12974" y="17304"/>
                </a:lnTo>
                <a:lnTo>
                  <a:pt x="11607" y="17050"/>
                </a:lnTo>
                <a:lnTo>
                  <a:pt x="10604" y="16911"/>
                </a:lnTo>
                <a:lnTo>
                  <a:pt x="9472" y="16833"/>
                </a:lnTo>
                <a:lnTo>
                  <a:pt x="7716" y="16767"/>
                </a:lnTo>
                <a:lnTo>
                  <a:pt x="5959" y="16496"/>
                </a:lnTo>
                <a:lnTo>
                  <a:pt x="4796" y="16238"/>
                </a:lnTo>
                <a:lnTo>
                  <a:pt x="3714" y="15843"/>
                </a:lnTo>
                <a:lnTo>
                  <a:pt x="2191" y="15155"/>
                </a:lnTo>
                <a:lnTo>
                  <a:pt x="1628" y="13757"/>
                </a:lnTo>
                <a:lnTo>
                  <a:pt x="1158" y="12361"/>
                </a:lnTo>
                <a:lnTo>
                  <a:pt x="776" y="10960"/>
                </a:lnTo>
                <a:lnTo>
                  <a:pt x="477" y="9555"/>
                </a:lnTo>
                <a:lnTo>
                  <a:pt x="254" y="8137"/>
                </a:lnTo>
                <a:lnTo>
                  <a:pt x="106" y="6704"/>
                </a:lnTo>
                <a:lnTo>
                  <a:pt x="22" y="5252"/>
                </a:lnTo>
                <a:lnTo>
                  <a:pt x="0" y="3774"/>
                </a:lnTo>
                <a:lnTo>
                  <a:pt x="35" y="2266"/>
                </a:lnTo>
                <a:lnTo>
                  <a:pt x="1311" y="1023"/>
                </a:lnTo>
                <a:lnTo>
                  <a:pt x="2174" y="372"/>
                </a:lnTo>
                <a:lnTo>
                  <a:pt x="3011" y="103"/>
                </a:lnTo>
                <a:lnTo>
                  <a:pt x="4214" y="0"/>
                </a:lnTo>
                <a:close/>
              </a:path>
            </a:pathLst>
          </a:custGeom>
          <a:solidFill>
            <a:srgbClr val="47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2" name="contour_06620"/>
          <p:cNvSpPr/>
          <p:nvPr/>
        </p:nvSpPr>
        <p:spPr>
          <a:xfrm>
            <a:off x="5031801" y="2521645"/>
            <a:ext cx="87456" cy="49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878" y="978"/>
                </a:lnTo>
                <a:lnTo>
                  <a:pt x="3962" y="1962"/>
                </a:lnTo>
                <a:lnTo>
                  <a:pt x="5062" y="2959"/>
                </a:lnTo>
                <a:lnTo>
                  <a:pt x="6203" y="3936"/>
                </a:lnTo>
                <a:lnTo>
                  <a:pt x="7346" y="4864"/>
                </a:lnTo>
                <a:lnTo>
                  <a:pt x="8492" y="5741"/>
                </a:lnTo>
                <a:lnTo>
                  <a:pt x="9646" y="6570"/>
                </a:lnTo>
                <a:lnTo>
                  <a:pt x="10811" y="7356"/>
                </a:lnTo>
                <a:lnTo>
                  <a:pt x="11988" y="8097"/>
                </a:lnTo>
                <a:lnTo>
                  <a:pt x="13185" y="8800"/>
                </a:lnTo>
                <a:lnTo>
                  <a:pt x="14400" y="9463"/>
                </a:lnTo>
                <a:lnTo>
                  <a:pt x="14846" y="7901"/>
                </a:lnTo>
                <a:lnTo>
                  <a:pt x="15293" y="6330"/>
                </a:lnTo>
                <a:lnTo>
                  <a:pt x="15745" y="4753"/>
                </a:lnTo>
                <a:lnTo>
                  <a:pt x="16200" y="3154"/>
                </a:lnTo>
                <a:lnTo>
                  <a:pt x="16200" y="5239"/>
                </a:lnTo>
                <a:lnTo>
                  <a:pt x="16200" y="7337"/>
                </a:lnTo>
                <a:lnTo>
                  <a:pt x="16200" y="9463"/>
                </a:lnTo>
                <a:lnTo>
                  <a:pt x="17269" y="9463"/>
                </a:lnTo>
                <a:lnTo>
                  <a:pt x="18342" y="9463"/>
                </a:lnTo>
                <a:lnTo>
                  <a:pt x="19418" y="9463"/>
                </a:lnTo>
                <a:lnTo>
                  <a:pt x="20504" y="9463"/>
                </a:lnTo>
                <a:lnTo>
                  <a:pt x="21600" y="9463"/>
                </a:lnTo>
                <a:lnTo>
                  <a:pt x="21600" y="11548"/>
                </a:lnTo>
                <a:lnTo>
                  <a:pt x="21600" y="13645"/>
                </a:lnTo>
                <a:lnTo>
                  <a:pt x="21600" y="15771"/>
                </a:lnTo>
                <a:lnTo>
                  <a:pt x="20522" y="16913"/>
                </a:lnTo>
                <a:lnTo>
                  <a:pt x="19429" y="17941"/>
                </a:lnTo>
                <a:lnTo>
                  <a:pt x="18320" y="18846"/>
                </a:lnTo>
                <a:lnTo>
                  <a:pt x="17197" y="19635"/>
                </a:lnTo>
                <a:lnTo>
                  <a:pt x="16060" y="20294"/>
                </a:lnTo>
                <a:lnTo>
                  <a:pt x="14908" y="20824"/>
                </a:lnTo>
                <a:lnTo>
                  <a:pt x="13741" y="21221"/>
                </a:lnTo>
                <a:lnTo>
                  <a:pt x="12559" y="21480"/>
                </a:lnTo>
                <a:lnTo>
                  <a:pt x="11362" y="21600"/>
                </a:lnTo>
                <a:lnTo>
                  <a:pt x="10148" y="21572"/>
                </a:lnTo>
                <a:lnTo>
                  <a:pt x="8921" y="21398"/>
                </a:lnTo>
                <a:lnTo>
                  <a:pt x="7679" y="21070"/>
                </a:lnTo>
                <a:lnTo>
                  <a:pt x="6557" y="20392"/>
                </a:lnTo>
                <a:lnTo>
                  <a:pt x="5447" y="19692"/>
                </a:lnTo>
                <a:lnTo>
                  <a:pt x="4345" y="18969"/>
                </a:lnTo>
                <a:lnTo>
                  <a:pt x="3253" y="18222"/>
                </a:lnTo>
                <a:lnTo>
                  <a:pt x="2165" y="17440"/>
                </a:lnTo>
                <a:lnTo>
                  <a:pt x="1082" y="16623"/>
                </a:lnTo>
                <a:lnTo>
                  <a:pt x="0" y="15771"/>
                </a:lnTo>
                <a:lnTo>
                  <a:pt x="223" y="13819"/>
                </a:lnTo>
                <a:lnTo>
                  <a:pt x="446" y="11866"/>
                </a:lnTo>
                <a:lnTo>
                  <a:pt x="670" y="9907"/>
                </a:lnTo>
                <a:lnTo>
                  <a:pt x="893" y="7945"/>
                </a:lnTo>
                <a:lnTo>
                  <a:pt x="1118" y="5974"/>
                </a:lnTo>
                <a:lnTo>
                  <a:pt x="1345" y="3993"/>
                </a:lnTo>
                <a:lnTo>
                  <a:pt x="1571" y="2003"/>
                </a:lnTo>
                <a:lnTo>
                  <a:pt x="1800" y="0"/>
                </a:lnTo>
                <a:close/>
              </a:path>
            </a:pathLst>
          </a:custGeom>
          <a:solidFill>
            <a:srgbClr val="565B5E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3" name="contour_06621"/>
          <p:cNvSpPr/>
          <p:nvPr/>
        </p:nvSpPr>
        <p:spPr>
          <a:xfrm>
            <a:off x="2006570" y="2485205"/>
            <a:ext cx="66306" cy="58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07" y="0"/>
                </a:moveTo>
                <a:lnTo>
                  <a:pt x="4176" y="0"/>
                </a:lnTo>
                <a:lnTo>
                  <a:pt x="5755" y="0"/>
                </a:lnTo>
                <a:lnTo>
                  <a:pt x="7355" y="0"/>
                </a:lnTo>
                <a:lnTo>
                  <a:pt x="7631" y="683"/>
                </a:lnTo>
                <a:lnTo>
                  <a:pt x="8459" y="2741"/>
                </a:lnTo>
                <a:lnTo>
                  <a:pt x="9088" y="4040"/>
                </a:lnTo>
                <a:lnTo>
                  <a:pt x="9729" y="5358"/>
                </a:lnTo>
                <a:lnTo>
                  <a:pt x="11415" y="5308"/>
                </a:lnTo>
                <a:lnTo>
                  <a:pt x="12611" y="5187"/>
                </a:lnTo>
                <a:lnTo>
                  <a:pt x="13886" y="4900"/>
                </a:lnTo>
                <a:lnTo>
                  <a:pt x="15812" y="4354"/>
                </a:lnTo>
                <a:lnTo>
                  <a:pt x="17438" y="3906"/>
                </a:lnTo>
                <a:lnTo>
                  <a:pt x="19086" y="3454"/>
                </a:lnTo>
                <a:lnTo>
                  <a:pt x="20335" y="3070"/>
                </a:lnTo>
                <a:lnTo>
                  <a:pt x="21600" y="2679"/>
                </a:lnTo>
                <a:lnTo>
                  <a:pt x="21600" y="4450"/>
                </a:lnTo>
                <a:lnTo>
                  <a:pt x="21600" y="6232"/>
                </a:lnTo>
                <a:lnTo>
                  <a:pt x="21600" y="8038"/>
                </a:lnTo>
                <a:lnTo>
                  <a:pt x="20161" y="9072"/>
                </a:lnTo>
                <a:lnTo>
                  <a:pt x="19007" y="9723"/>
                </a:lnTo>
                <a:lnTo>
                  <a:pt x="17148" y="10551"/>
                </a:lnTo>
                <a:lnTo>
                  <a:pt x="15339" y="11481"/>
                </a:lnTo>
                <a:lnTo>
                  <a:pt x="13934" y="12324"/>
                </a:lnTo>
                <a:lnTo>
                  <a:pt x="12797" y="13230"/>
                </a:lnTo>
                <a:lnTo>
                  <a:pt x="11785" y="14339"/>
                </a:lnTo>
                <a:lnTo>
                  <a:pt x="10760" y="15799"/>
                </a:lnTo>
                <a:lnTo>
                  <a:pt x="9582" y="17750"/>
                </a:lnTo>
                <a:lnTo>
                  <a:pt x="8846" y="18966"/>
                </a:lnTo>
                <a:lnTo>
                  <a:pt x="8105" y="20193"/>
                </a:lnTo>
                <a:lnTo>
                  <a:pt x="7355" y="21434"/>
                </a:lnTo>
                <a:lnTo>
                  <a:pt x="5522" y="21544"/>
                </a:lnTo>
                <a:lnTo>
                  <a:pt x="4235" y="21600"/>
                </a:lnTo>
                <a:lnTo>
                  <a:pt x="3153" y="21600"/>
                </a:lnTo>
                <a:lnTo>
                  <a:pt x="1933" y="21544"/>
                </a:lnTo>
                <a:lnTo>
                  <a:pt x="233" y="21434"/>
                </a:lnTo>
                <a:lnTo>
                  <a:pt x="197" y="19591"/>
                </a:lnTo>
                <a:lnTo>
                  <a:pt x="164" y="17750"/>
                </a:lnTo>
                <a:lnTo>
                  <a:pt x="135" y="15907"/>
                </a:lnTo>
                <a:lnTo>
                  <a:pt x="109" y="14066"/>
                </a:lnTo>
                <a:lnTo>
                  <a:pt x="85" y="12223"/>
                </a:lnTo>
                <a:lnTo>
                  <a:pt x="57" y="10511"/>
                </a:lnTo>
                <a:lnTo>
                  <a:pt x="28" y="8788"/>
                </a:lnTo>
                <a:lnTo>
                  <a:pt x="0" y="7044"/>
                </a:lnTo>
                <a:lnTo>
                  <a:pt x="171" y="4480"/>
                </a:lnTo>
                <a:lnTo>
                  <a:pt x="501" y="2891"/>
                </a:lnTo>
                <a:lnTo>
                  <a:pt x="1230" y="1618"/>
                </a:lnTo>
                <a:lnTo>
                  <a:pt x="2607" y="0"/>
                </a:lnTo>
                <a:close/>
              </a:path>
            </a:pathLst>
          </a:custGeom>
          <a:solidFill>
            <a:srgbClr val="3F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4" name="contour_06622"/>
          <p:cNvSpPr/>
          <p:nvPr/>
        </p:nvSpPr>
        <p:spPr>
          <a:xfrm>
            <a:off x="7298366" y="2448765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069"/>
                </a:lnTo>
                <a:lnTo>
                  <a:pt x="21600" y="2142"/>
                </a:lnTo>
                <a:lnTo>
                  <a:pt x="21600" y="3218"/>
                </a:lnTo>
                <a:lnTo>
                  <a:pt x="21600" y="4304"/>
                </a:lnTo>
                <a:lnTo>
                  <a:pt x="21600" y="5400"/>
                </a:lnTo>
                <a:lnTo>
                  <a:pt x="20574" y="5252"/>
                </a:lnTo>
                <a:lnTo>
                  <a:pt x="19542" y="5101"/>
                </a:lnTo>
                <a:lnTo>
                  <a:pt x="18494" y="4950"/>
                </a:lnTo>
                <a:lnTo>
                  <a:pt x="17999" y="5017"/>
                </a:lnTo>
                <a:lnTo>
                  <a:pt x="17124" y="5132"/>
                </a:lnTo>
                <a:lnTo>
                  <a:pt x="15120" y="5400"/>
                </a:lnTo>
                <a:lnTo>
                  <a:pt x="14589" y="7063"/>
                </a:lnTo>
                <a:lnTo>
                  <a:pt x="14247" y="8174"/>
                </a:lnTo>
                <a:lnTo>
                  <a:pt x="14021" y="8991"/>
                </a:lnTo>
                <a:lnTo>
                  <a:pt x="13837" y="9774"/>
                </a:lnTo>
                <a:lnTo>
                  <a:pt x="13627" y="10778"/>
                </a:lnTo>
                <a:lnTo>
                  <a:pt x="13049" y="11939"/>
                </a:lnTo>
                <a:lnTo>
                  <a:pt x="12273" y="12890"/>
                </a:lnTo>
                <a:lnTo>
                  <a:pt x="11331" y="13680"/>
                </a:lnTo>
                <a:lnTo>
                  <a:pt x="10251" y="14357"/>
                </a:lnTo>
                <a:lnTo>
                  <a:pt x="9061" y="14971"/>
                </a:lnTo>
                <a:lnTo>
                  <a:pt x="7795" y="15568"/>
                </a:lnTo>
                <a:lnTo>
                  <a:pt x="6480" y="16200"/>
                </a:lnTo>
                <a:lnTo>
                  <a:pt x="5668" y="17066"/>
                </a:lnTo>
                <a:lnTo>
                  <a:pt x="4912" y="17939"/>
                </a:lnTo>
                <a:lnTo>
                  <a:pt x="4199" y="18824"/>
                </a:lnTo>
                <a:lnTo>
                  <a:pt x="3512" y="19728"/>
                </a:lnTo>
                <a:lnTo>
                  <a:pt x="2836" y="20651"/>
                </a:lnTo>
                <a:lnTo>
                  <a:pt x="2160" y="21600"/>
                </a:lnTo>
                <a:lnTo>
                  <a:pt x="1922" y="20412"/>
                </a:lnTo>
                <a:lnTo>
                  <a:pt x="1685" y="19222"/>
                </a:lnTo>
                <a:lnTo>
                  <a:pt x="1447" y="18032"/>
                </a:lnTo>
                <a:lnTo>
                  <a:pt x="1207" y="16839"/>
                </a:lnTo>
                <a:lnTo>
                  <a:pt x="968" y="15642"/>
                </a:lnTo>
                <a:lnTo>
                  <a:pt x="728" y="14440"/>
                </a:lnTo>
                <a:lnTo>
                  <a:pt x="486" y="13234"/>
                </a:lnTo>
                <a:lnTo>
                  <a:pt x="244" y="12020"/>
                </a:lnTo>
                <a:lnTo>
                  <a:pt x="0" y="10800"/>
                </a:lnTo>
                <a:lnTo>
                  <a:pt x="1071" y="10652"/>
                </a:lnTo>
                <a:lnTo>
                  <a:pt x="2147" y="10501"/>
                </a:lnTo>
                <a:lnTo>
                  <a:pt x="3240" y="10350"/>
                </a:lnTo>
                <a:lnTo>
                  <a:pt x="4311" y="9904"/>
                </a:lnTo>
                <a:lnTo>
                  <a:pt x="5387" y="9455"/>
                </a:lnTo>
                <a:lnTo>
                  <a:pt x="6480" y="9000"/>
                </a:lnTo>
                <a:lnTo>
                  <a:pt x="6504" y="7760"/>
                </a:lnTo>
                <a:lnTo>
                  <a:pt x="6432" y="6827"/>
                </a:lnTo>
                <a:lnTo>
                  <a:pt x="6210" y="5400"/>
                </a:lnTo>
                <a:lnTo>
                  <a:pt x="6085" y="3973"/>
                </a:lnTo>
                <a:lnTo>
                  <a:pt x="6154" y="3040"/>
                </a:lnTo>
                <a:lnTo>
                  <a:pt x="6480" y="1800"/>
                </a:lnTo>
                <a:lnTo>
                  <a:pt x="7921" y="1296"/>
                </a:lnTo>
                <a:lnTo>
                  <a:pt x="9385" y="896"/>
                </a:lnTo>
                <a:lnTo>
                  <a:pt x="10869" y="589"/>
                </a:lnTo>
                <a:lnTo>
                  <a:pt x="12370" y="360"/>
                </a:lnTo>
                <a:lnTo>
                  <a:pt x="13884" y="200"/>
                </a:lnTo>
                <a:lnTo>
                  <a:pt x="15414" y="97"/>
                </a:lnTo>
                <a:lnTo>
                  <a:pt x="16952" y="36"/>
                </a:lnTo>
                <a:lnTo>
                  <a:pt x="18498" y="9"/>
                </a:lnTo>
                <a:lnTo>
                  <a:pt x="20047" y="0"/>
                </a:lnTo>
                <a:lnTo>
                  <a:pt x="21600" y="0"/>
                </a:lnTo>
                <a:close/>
              </a:path>
            </a:pathLst>
          </a:custGeom>
          <a:solidFill>
            <a:srgbClr val="636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5" name="contour_06623"/>
          <p:cNvSpPr/>
          <p:nvPr/>
        </p:nvSpPr>
        <p:spPr>
          <a:xfrm>
            <a:off x="11438397" y="2471854"/>
            <a:ext cx="72734" cy="45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22" y="1629"/>
                </a:moveTo>
                <a:lnTo>
                  <a:pt x="20509" y="2243"/>
                </a:lnTo>
                <a:lnTo>
                  <a:pt x="21509" y="2866"/>
                </a:lnTo>
                <a:lnTo>
                  <a:pt x="21581" y="5267"/>
                </a:lnTo>
                <a:lnTo>
                  <a:pt x="21600" y="7551"/>
                </a:lnTo>
                <a:lnTo>
                  <a:pt x="21546" y="9739"/>
                </a:lnTo>
                <a:lnTo>
                  <a:pt x="21392" y="11858"/>
                </a:lnTo>
                <a:lnTo>
                  <a:pt x="21120" y="13928"/>
                </a:lnTo>
                <a:lnTo>
                  <a:pt x="20704" y="15974"/>
                </a:lnTo>
                <a:lnTo>
                  <a:pt x="20120" y="18021"/>
                </a:lnTo>
                <a:lnTo>
                  <a:pt x="19345" y="20091"/>
                </a:lnTo>
                <a:lnTo>
                  <a:pt x="17825" y="20594"/>
                </a:lnTo>
                <a:lnTo>
                  <a:pt x="16401" y="20990"/>
                </a:lnTo>
                <a:lnTo>
                  <a:pt x="15020" y="21283"/>
                </a:lnTo>
                <a:lnTo>
                  <a:pt x="13640" y="21479"/>
                </a:lnTo>
                <a:lnTo>
                  <a:pt x="12211" y="21583"/>
                </a:lnTo>
                <a:lnTo>
                  <a:pt x="10687" y="21600"/>
                </a:lnTo>
                <a:lnTo>
                  <a:pt x="10086" y="21593"/>
                </a:lnTo>
                <a:lnTo>
                  <a:pt x="8270" y="21572"/>
                </a:lnTo>
                <a:lnTo>
                  <a:pt x="6638" y="21407"/>
                </a:lnTo>
                <a:lnTo>
                  <a:pt x="5173" y="21149"/>
                </a:lnTo>
                <a:lnTo>
                  <a:pt x="3831" y="20684"/>
                </a:lnTo>
                <a:lnTo>
                  <a:pt x="2571" y="19915"/>
                </a:lnTo>
                <a:lnTo>
                  <a:pt x="1348" y="18727"/>
                </a:lnTo>
                <a:lnTo>
                  <a:pt x="119" y="17025"/>
                </a:lnTo>
                <a:lnTo>
                  <a:pt x="0" y="14755"/>
                </a:lnTo>
                <a:lnTo>
                  <a:pt x="119" y="13201"/>
                </a:lnTo>
                <a:lnTo>
                  <a:pt x="619" y="11654"/>
                </a:lnTo>
                <a:lnTo>
                  <a:pt x="1641" y="9394"/>
                </a:lnTo>
                <a:lnTo>
                  <a:pt x="3169" y="7410"/>
                </a:lnTo>
                <a:lnTo>
                  <a:pt x="4601" y="5643"/>
                </a:lnTo>
                <a:lnTo>
                  <a:pt x="5969" y="4100"/>
                </a:lnTo>
                <a:lnTo>
                  <a:pt x="7296" y="2790"/>
                </a:lnTo>
                <a:lnTo>
                  <a:pt x="8608" y="1719"/>
                </a:lnTo>
                <a:lnTo>
                  <a:pt x="9930" y="896"/>
                </a:lnTo>
                <a:lnTo>
                  <a:pt x="11287" y="331"/>
                </a:lnTo>
                <a:lnTo>
                  <a:pt x="12707" y="28"/>
                </a:lnTo>
                <a:lnTo>
                  <a:pt x="14215" y="0"/>
                </a:lnTo>
                <a:lnTo>
                  <a:pt x="15836" y="251"/>
                </a:lnTo>
                <a:lnTo>
                  <a:pt x="17596" y="792"/>
                </a:lnTo>
                <a:lnTo>
                  <a:pt x="19522" y="1629"/>
                </a:lnTo>
                <a:close/>
              </a:path>
            </a:pathLst>
          </a:custGeom>
          <a:solidFill>
            <a:srgbClr val="DCE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6" name="contour_06624"/>
          <p:cNvSpPr/>
          <p:nvPr/>
        </p:nvSpPr>
        <p:spPr>
          <a:xfrm>
            <a:off x="3843858" y="2374012"/>
            <a:ext cx="43728" cy="820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93"/>
                </a:moveTo>
                <a:lnTo>
                  <a:pt x="3920" y="219"/>
                </a:lnTo>
                <a:lnTo>
                  <a:pt x="6700" y="54"/>
                </a:lnTo>
                <a:lnTo>
                  <a:pt x="8741" y="0"/>
                </a:lnTo>
                <a:lnTo>
                  <a:pt x="10436" y="54"/>
                </a:lnTo>
                <a:lnTo>
                  <a:pt x="12190" y="219"/>
                </a:lnTo>
                <a:lnTo>
                  <a:pt x="14400" y="493"/>
                </a:lnTo>
                <a:lnTo>
                  <a:pt x="16110" y="1456"/>
                </a:lnTo>
                <a:lnTo>
                  <a:pt x="17528" y="2443"/>
                </a:lnTo>
                <a:lnTo>
                  <a:pt x="18691" y="3465"/>
                </a:lnTo>
                <a:lnTo>
                  <a:pt x="19642" y="4536"/>
                </a:lnTo>
                <a:lnTo>
                  <a:pt x="20416" y="5670"/>
                </a:lnTo>
                <a:lnTo>
                  <a:pt x="21056" y="6875"/>
                </a:lnTo>
                <a:lnTo>
                  <a:pt x="21600" y="8168"/>
                </a:lnTo>
                <a:lnTo>
                  <a:pt x="21488" y="9559"/>
                </a:lnTo>
                <a:lnTo>
                  <a:pt x="21280" y="10893"/>
                </a:lnTo>
                <a:lnTo>
                  <a:pt x="20956" y="12175"/>
                </a:lnTo>
                <a:lnTo>
                  <a:pt x="20509" y="13412"/>
                </a:lnTo>
                <a:lnTo>
                  <a:pt x="19915" y="14612"/>
                </a:lnTo>
                <a:lnTo>
                  <a:pt x="19156" y="15780"/>
                </a:lnTo>
                <a:lnTo>
                  <a:pt x="18223" y="16924"/>
                </a:lnTo>
                <a:lnTo>
                  <a:pt x="17089" y="18050"/>
                </a:lnTo>
                <a:lnTo>
                  <a:pt x="15746" y="19167"/>
                </a:lnTo>
                <a:lnTo>
                  <a:pt x="14177" y="20280"/>
                </a:lnTo>
                <a:lnTo>
                  <a:pt x="13338" y="20608"/>
                </a:lnTo>
                <a:lnTo>
                  <a:pt x="10800" y="21600"/>
                </a:lnTo>
                <a:lnTo>
                  <a:pt x="10534" y="20593"/>
                </a:lnTo>
                <a:lnTo>
                  <a:pt x="10267" y="19568"/>
                </a:lnTo>
                <a:lnTo>
                  <a:pt x="9860" y="18256"/>
                </a:lnTo>
                <a:lnTo>
                  <a:pt x="9450" y="16922"/>
                </a:lnTo>
                <a:lnTo>
                  <a:pt x="9072" y="15617"/>
                </a:lnTo>
                <a:lnTo>
                  <a:pt x="8690" y="14291"/>
                </a:lnTo>
                <a:lnTo>
                  <a:pt x="7769" y="12950"/>
                </a:lnTo>
                <a:lnTo>
                  <a:pt x="6919" y="12133"/>
                </a:lnTo>
                <a:lnTo>
                  <a:pt x="5645" y="11507"/>
                </a:lnTo>
                <a:lnTo>
                  <a:pt x="3460" y="10740"/>
                </a:lnTo>
                <a:lnTo>
                  <a:pt x="1742" y="10415"/>
                </a:lnTo>
                <a:lnTo>
                  <a:pt x="0" y="10087"/>
                </a:lnTo>
                <a:lnTo>
                  <a:pt x="2380" y="10087"/>
                </a:lnTo>
                <a:lnTo>
                  <a:pt x="4774" y="10087"/>
                </a:lnTo>
                <a:lnTo>
                  <a:pt x="7200" y="10087"/>
                </a:lnTo>
                <a:lnTo>
                  <a:pt x="7200" y="8819"/>
                </a:lnTo>
                <a:lnTo>
                  <a:pt x="7200" y="7543"/>
                </a:lnTo>
                <a:lnTo>
                  <a:pt x="7200" y="6250"/>
                </a:lnTo>
                <a:lnTo>
                  <a:pt x="4820" y="6250"/>
                </a:lnTo>
                <a:lnTo>
                  <a:pt x="2426" y="6250"/>
                </a:lnTo>
                <a:lnTo>
                  <a:pt x="0" y="6250"/>
                </a:lnTo>
                <a:lnTo>
                  <a:pt x="0" y="5110"/>
                </a:lnTo>
                <a:lnTo>
                  <a:pt x="0" y="3966"/>
                </a:lnTo>
                <a:lnTo>
                  <a:pt x="0" y="2819"/>
                </a:lnTo>
                <a:lnTo>
                  <a:pt x="0" y="1662"/>
                </a:lnTo>
                <a:lnTo>
                  <a:pt x="0" y="493"/>
                </a:lnTo>
                <a:close/>
              </a:path>
            </a:pathLst>
          </a:custGeom>
          <a:solidFill>
            <a:srgbClr val="D7BB6A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7" name="contour_06625"/>
          <p:cNvSpPr/>
          <p:nvPr/>
        </p:nvSpPr>
        <p:spPr>
          <a:xfrm>
            <a:off x="3647082" y="2361309"/>
            <a:ext cx="2915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0"/>
                </a:lnTo>
                <a:lnTo>
                  <a:pt x="6426" y="0"/>
                </a:lnTo>
                <a:lnTo>
                  <a:pt x="9655" y="0"/>
                </a:lnTo>
                <a:lnTo>
                  <a:pt x="12911" y="0"/>
                </a:lnTo>
                <a:lnTo>
                  <a:pt x="16200" y="0"/>
                </a:lnTo>
                <a:lnTo>
                  <a:pt x="16421" y="891"/>
                </a:lnTo>
                <a:lnTo>
                  <a:pt x="16648" y="1783"/>
                </a:lnTo>
                <a:lnTo>
                  <a:pt x="16870" y="2673"/>
                </a:lnTo>
                <a:lnTo>
                  <a:pt x="17091" y="3565"/>
                </a:lnTo>
                <a:lnTo>
                  <a:pt x="17312" y="4457"/>
                </a:lnTo>
                <a:lnTo>
                  <a:pt x="17539" y="5349"/>
                </a:lnTo>
                <a:lnTo>
                  <a:pt x="17761" y="6242"/>
                </a:lnTo>
                <a:lnTo>
                  <a:pt x="17982" y="7136"/>
                </a:lnTo>
                <a:lnTo>
                  <a:pt x="18209" y="8030"/>
                </a:lnTo>
                <a:lnTo>
                  <a:pt x="18430" y="8926"/>
                </a:lnTo>
                <a:lnTo>
                  <a:pt x="18657" y="9822"/>
                </a:lnTo>
                <a:lnTo>
                  <a:pt x="18878" y="10719"/>
                </a:lnTo>
                <a:lnTo>
                  <a:pt x="19105" y="11617"/>
                </a:lnTo>
                <a:lnTo>
                  <a:pt x="19327" y="12517"/>
                </a:lnTo>
                <a:lnTo>
                  <a:pt x="19553" y="13417"/>
                </a:lnTo>
                <a:lnTo>
                  <a:pt x="19780" y="14320"/>
                </a:lnTo>
                <a:lnTo>
                  <a:pt x="20007" y="15224"/>
                </a:lnTo>
                <a:lnTo>
                  <a:pt x="20234" y="16129"/>
                </a:lnTo>
                <a:lnTo>
                  <a:pt x="20461" y="17036"/>
                </a:lnTo>
                <a:lnTo>
                  <a:pt x="20687" y="17945"/>
                </a:lnTo>
                <a:lnTo>
                  <a:pt x="20914" y="18856"/>
                </a:lnTo>
                <a:lnTo>
                  <a:pt x="21141" y="19768"/>
                </a:lnTo>
                <a:lnTo>
                  <a:pt x="21373" y="20683"/>
                </a:lnTo>
                <a:lnTo>
                  <a:pt x="21600" y="21600"/>
                </a:lnTo>
                <a:lnTo>
                  <a:pt x="17069" y="20530"/>
                </a:lnTo>
                <a:lnTo>
                  <a:pt x="13354" y="19638"/>
                </a:lnTo>
                <a:lnTo>
                  <a:pt x="10368" y="18885"/>
                </a:lnTo>
                <a:lnTo>
                  <a:pt x="8035" y="18234"/>
                </a:lnTo>
                <a:lnTo>
                  <a:pt x="6264" y="17652"/>
                </a:lnTo>
                <a:lnTo>
                  <a:pt x="4968" y="17100"/>
                </a:lnTo>
                <a:lnTo>
                  <a:pt x="4061" y="16542"/>
                </a:lnTo>
                <a:lnTo>
                  <a:pt x="3461" y="15942"/>
                </a:lnTo>
                <a:lnTo>
                  <a:pt x="3078" y="15264"/>
                </a:lnTo>
                <a:lnTo>
                  <a:pt x="2835" y="14471"/>
                </a:lnTo>
                <a:lnTo>
                  <a:pt x="2635" y="13525"/>
                </a:lnTo>
                <a:lnTo>
                  <a:pt x="2446" y="12734"/>
                </a:lnTo>
                <a:lnTo>
                  <a:pt x="2252" y="11937"/>
                </a:lnTo>
                <a:lnTo>
                  <a:pt x="2057" y="11130"/>
                </a:lnTo>
                <a:lnTo>
                  <a:pt x="1933" y="10313"/>
                </a:lnTo>
                <a:lnTo>
                  <a:pt x="1809" y="9490"/>
                </a:lnTo>
                <a:lnTo>
                  <a:pt x="1685" y="8655"/>
                </a:lnTo>
                <a:lnTo>
                  <a:pt x="1501" y="7823"/>
                </a:lnTo>
                <a:lnTo>
                  <a:pt x="1318" y="6986"/>
                </a:lnTo>
                <a:lnTo>
                  <a:pt x="1129" y="6137"/>
                </a:lnTo>
                <a:lnTo>
                  <a:pt x="945" y="5260"/>
                </a:lnTo>
                <a:lnTo>
                  <a:pt x="767" y="4384"/>
                </a:lnTo>
                <a:lnTo>
                  <a:pt x="599" y="3507"/>
                </a:lnTo>
                <a:lnTo>
                  <a:pt x="437" y="2630"/>
                </a:lnTo>
                <a:lnTo>
                  <a:pt x="281" y="1753"/>
                </a:lnTo>
                <a:lnTo>
                  <a:pt x="140" y="877"/>
                </a:lnTo>
                <a:lnTo>
                  <a:pt x="0" y="0"/>
                </a:lnTo>
                <a:close/>
              </a:path>
            </a:pathLst>
          </a:custGeom>
          <a:solidFill>
            <a:srgbClr val="A0A8AD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8" name="contour_06626"/>
          <p:cNvSpPr/>
          <p:nvPr/>
        </p:nvSpPr>
        <p:spPr>
          <a:xfrm>
            <a:off x="1941692" y="2389259"/>
            <a:ext cx="65592" cy="44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578"/>
                </a:moveTo>
                <a:lnTo>
                  <a:pt x="13642" y="182"/>
                </a:lnTo>
                <a:lnTo>
                  <a:pt x="15216" y="4"/>
                </a:lnTo>
                <a:lnTo>
                  <a:pt x="16759" y="0"/>
                </a:lnTo>
                <a:lnTo>
                  <a:pt x="18312" y="126"/>
                </a:lnTo>
                <a:lnTo>
                  <a:pt x="19913" y="333"/>
                </a:lnTo>
                <a:lnTo>
                  <a:pt x="21600" y="578"/>
                </a:lnTo>
                <a:lnTo>
                  <a:pt x="21336" y="2891"/>
                </a:lnTo>
                <a:lnTo>
                  <a:pt x="21072" y="5206"/>
                </a:lnTo>
                <a:lnTo>
                  <a:pt x="20808" y="7522"/>
                </a:lnTo>
                <a:lnTo>
                  <a:pt x="20542" y="9845"/>
                </a:lnTo>
                <a:lnTo>
                  <a:pt x="20275" y="12175"/>
                </a:lnTo>
                <a:lnTo>
                  <a:pt x="20009" y="14516"/>
                </a:lnTo>
                <a:lnTo>
                  <a:pt x="19740" y="16863"/>
                </a:lnTo>
                <a:lnTo>
                  <a:pt x="19471" y="19225"/>
                </a:lnTo>
                <a:lnTo>
                  <a:pt x="19200" y="21600"/>
                </a:lnTo>
                <a:lnTo>
                  <a:pt x="17616" y="21600"/>
                </a:lnTo>
                <a:lnTo>
                  <a:pt x="16032" y="21600"/>
                </a:lnTo>
                <a:lnTo>
                  <a:pt x="14446" y="21600"/>
                </a:lnTo>
                <a:lnTo>
                  <a:pt x="12857" y="21600"/>
                </a:lnTo>
                <a:lnTo>
                  <a:pt x="11266" y="21600"/>
                </a:lnTo>
                <a:lnTo>
                  <a:pt x="9672" y="21600"/>
                </a:lnTo>
                <a:lnTo>
                  <a:pt x="8074" y="21600"/>
                </a:lnTo>
                <a:lnTo>
                  <a:pt x="6470" y="21600"/>
                </a:lnTo>
                <a:lnTo>
                  <a:pt x="4862" y="21600"/>
                </a:lnTo>
                <a:lnTo>
                  <a:pt x="3250" y="21600"/>
                </a:lnTo>
                <a:lnTo>
                  <a:pt x="1627" y="21600"/>
                </a:lnTo>
                <a:lnTo>
                  <a:pt x="0" y="21600"/>
                </a:lnTo>
                <a:lnTo>
                  <a:pt x="0" y="19519"/>
                </a:lnTo>
                <a:lnTo>
                  <a:pt x="0" y="17431"/>
                </a:lnTo>
                <a:lnTo>
                  <a:pt x="0" y="15335"/>
                </a:lnTo>
                <a:lnTo>
                  <a:pt x="0" y="13223"/>
                </a:lnTo>
                <a:lnTo>
                  <a:pt x="0" y="11089"/>
                </a:lnTo>
                <a:lnTo>
                  <a:pt x="684" y="11187"/>
                </a:lnTo>
                <a:lnTo>
                  <a:pt x="1891" y="11355"/>
                </a:lnTo>
                <a:lnTo>
                  <a:pt x="4651" y="11748"/>
                </a:lnTo>
                <a:lnTo>
                  <a:pt x="6629" y="11748"/>
                </a:lnTo>
                <a:lnTo>
                  <a:pt x="7910" y="11580"/>
                </a:lnTo>
                <a:lnTo>
                  <a:pt x="9600" y="11089"/>
                </a:lnTo>
                <a:lnTo>
                  <a:pt x="9996" y="9351"/>
                </a:lnTo>
                <a:lnTo>
                  <a:pt x="10394" y="7606"/>
                </a:lnTo>
                <a:lnTo>
                  <a:pt x="10800" y="5834"/>
                </a:lnTo>
                <a:lnTo>
                  <a:pt x="11196" y="4096"/>
                </a:lnTo>
                <a:lnTo>
                  <a:pt x="11594" y="2351"/>
                </a:lnTo>
                <a:lnTo>
                  <a:pt x="12000" y="578"/>
                </a:lnTo>
                <a:close/>
              </a:path>
            </a:pathLst>
          </a:custGeom>
          <a:solidFill>
            <a:srgbClr val="ADAEAD"/>
          </a:solidFill>
          <a:ln>
            <a:noFill/>
          </a:ln>
        </p:spPr>
        <p:txBody>
          <a:bodyPr/>
          <a:lstStyle/>
          <a:p/>
        </p:txBody>
      </p:sp>
      <p:sp>
        <p:nvSpPr>
          <p:cNvPr id="6629" name="contour_06627"/>
          <p:cNvSpPr/>
          <p:nvPr/>
        </p:nvSpPr>
        <p:spPr>
          <a:xfrm>
            <a:off x="5235865" y="2395760"/>
            <a:ext cx="65592" cy="748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19" y="278"/>
                </a:moveTo>
                <a:lnTo>
                  <a:pt x="20098" y="425"/>
                </a:lnTo>
                <a:lnTo>
                  <a:pt x="21600" y="574"/>
                </a:lnTo>
                <a:lnTo>
                  <a:pt x="20654" y="3417"/>
                </a:lnTo>
                <a:lnTo>
                  <a:pt x="19884" y="5650"/>
                </a:lnTo>
                <a:lnTo>
                  <a:pt x="19229" y="7372"/>
                </a:lnTo>
                <a:lnTo>
                  <a:pt x="18631" y="8684"/>
                </a:lnTo>
                <a:lnTo>
                  <a:pt x="18031" y="9680"/>
                </a:lnTo>
                <a:lnTo>
                  <a:pt x="17371" y="10463"/>
                </a:lnTo>
                <a:lnTo>
                  <a:pt x="16589" y="11129"/>
                </a:lnTo>
                <a:lnTo>
                  <a:pt x="15629" y="11775"/>
                </a:lnTo>
                <a:lnTo>
                  <a:pt x="14429" y="12498"/>
                </a:lnTo>
                <a:lnTo>
                  <a:pt x="13154" y="12965"/>
                </a:lnTo>
                <a:lnTo>
                  <a:pt x="11878" y="13421"/>
                </a:lnTo>
                <a:lnTo>
                  <a:pt x="10596" y="13869"/>
                </a:lnTo>
                <a:lnTo>
                  <a:pt x="9310" y="14306"/>
                </a:lnTo>
                <a:lnTo>
                  <a:pt x="8066" y="14931"/>
                </a:lnTo>
                <a:lnTo>
                  <a:pt x="7277" y="15597"/>
                </a:lnTo>
                <a:lnTo>
                  <a:pt x="6600" y="16720"/>
                </a:lnTo>
                <a:lnTo>
                  <a:pt x="5700" y="18709"/>
                </a:lnTo>
                <a:lnTo>
                  <a:pt x="5254" y="20143"/>
                </a:lnTo>
                <a:lnTo>
                  <a:pt x="4800" y="21600"/>
                </a:lnTo>
                <a:lnTo>
                  <a:pt x="3214" y="21600"/>
                </a:lnTo>
                <a:lnTo>
                  <a:pt x="1618" y="21600"/>
                </a:lnTo>
                <a:lnTo>
                  <a:pt x="0" y="21600"/>
                </a:lnTo>
                <a:lnTo>
                  <a:pt x="509" y="18099"/>
                </a:lnTo>
                <a:lnTo>
                  <a:pt x="977" y="14985"/>
                </a:lnTo>
                <a:lnTo>
                  <a:pt x="1426" y="12241"/>
                </a:lnTo>
                <a:lnTo>
                  <a:pt x="1870" y="9842"/>
                </a:lnTo>
                <a:lnTo>
                  <a:pt x="2333" y="7767"/>
                </a:lnTo>
                <a:lnTo>
                  <a:pt x="2832" y="5992"/>
                </a:lnTo>
                <a:lnTo>
                  <a:pt x="3386" y="4500"/>
                </a:lnTo>
                <a:lnTo>
                  <a:pt x="4015" y="3265"/>
                </a:lnTo>
                <a:lnTo>
                  <a:pt x="4738" y="2267"/>
                </a:lnTo>
                <a:lnTo>
                  <a:pt x="5573" y="1480"/>
                </a:lnTo>
                <a:lnTo>
                  <a:pt x="6540" y="887"/>
                </a:lnTo>
                <a:lnTo>
                  <a:pt x="7658" y="465"/>
                </a:lnTo>
                <a:lnTo>
                  <a:pt x="8947" y="191"/>
                </a:lnTo>
                <a:lnTo>
                  <a:pt x="10426" y="44"/>
                </a:lnTo>
                <a:lnTo>
                  <a:pt x="12113" y="0"/>
                </a:lnTo>
                <a:lnTo>
                  <a:pt x="14028" y="40"/>
                </a:lnTo>
                <a:lnTo>
                  <a:pt x="16190" y="139"/>
                </a:lnTo>
                <a:lnTo>
                  <a:pt x="18619" y="278"/>
                </a:lnTo>
                <a:close/>
              </a:path>
            </a:pathLst>
          </a:custGeom>
          <a:solidFill>
            <a:srgbClr val="181919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0" name="contour_06628"/>
          <p:cNvSpPr/>
          <p:nvPr/>
        </p:nvSpPr>
        <p:spPr>
          <a:xfrm>
            <a:off x="3150967" y="2317581"/>
            <a:ext cx="29648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7" y="0"/>
                </a:moveTo>
                <a:lnTo>
                  <a:pt x="8076" y="737"/>
                </a:lnTo>
                <a:lnTo>
                  <a:pt x="10168" y="1447"/>
                </a:lnTo>
                <a:lnTo>
                  <a:pt x="11984" y="2140"/>
                </a:lnTo>
                <a:lnTo>
                  <a:pt x="13556" y="2821"/>
                </a:lnTo>
                <a:lnTo>
                  <a:pt x="14899" y="3497"/>
                </a:lnTo>
                <a:lnTo>
                  <a:pt x="16041" y="4173"/>
                </a:lnTo>
                <a:lnTo>
                  <a:pt x="17007" y="4859"/>
                </a:lnTo>
                <a:lnTo>
                  <a:pt x="17814" y="5559"/>
                </a:lnTo>
                <a:lnTo>
                  <a:pt x="18488" y="6282"/>
                </a:lnTo>
                <a:lnTo>
                  <a:pt x="19051" y="7033"/>
                </a:lnTo>
                <a:lnTo>
                  <a:pt x="19524" y="7818"/>
                </a:lnTo>
                <a:lnTo>
                  <a:pt x="19933" y="8646"/>
                </a:lnTo>
                <a:lnTo>
                  <a:pt x="20299" y="9521"/>
                </a:lnTo>
                <a:lnTo>
                  <a:pt x="20591" y="10055"/>
                </a:lnTo>
                <a:lnTo>
                  <a:pt x="20888" y="10592"/>
                </a:lnTo>
                <a:lnTo>
                  <a:pt x="21191" y="11138"/>
                </a:lnTo>
                <a:lnTo>
                  <a:pt x="21478" y="11980"/>
                </a:lnTo>
                <a:lnTo>
                  <a:pt x="21600" y="12791"/>
                </a:lnTo>
                <a:lnTo>
                  <a:pt x="21568" y="13575"/>
                </a:lnTo>
                <a:lnTo>
                  <a:pt x="21377" y="14337"/>
                </a:lnTo>
                <a:lnTo>
                  <a:pt x="21032" y="15080"/>
                </a:lnTo>
                <a:lnTo>
                  <a:pt x="20527" y="15808"/>
                </a:lnTo>
                <a:lnTo>
                  <a:pt x="19869" y="16526"/>
                </a:lnTo>
                <a:lnTo>
                  <a:pt x="19057" y="17238"/>
                </a:lnTo>
                <a:lnTo>
                  <a:pt x="18096" y="17946"/>
                </a:lnTo>
                <a:lnTo>
                  <a:pt x="16975" y="18658"/>
                </a:lnTo>
                <a:lnTo>
                  <a:pt x="15706" y="19374"/>
                </a:lnTo>
                <a:lnTo>
                  <a:pt x="14288" y="20101"/>
                </a:lnTo>
                <a:lnTo>
                  <a:pt x="12722" y="20842"/>
                </a:lnTo>
                <a:lnTo>
                  <a:pt x="11007" y="21600"/>
                </a:lnTo>
                <a:lnTo>
                  <a:pt x="7853" y="21424"/>
                </a:lnTo>
                <a:lnTo>
                  <a:pt x="5692" y="21246"/>
                </a:lnTo>
                <a:lnTo>
                  <a:pt x="3536" y="20962"/>
                </a:lnTo>
                <a:lnTo>
                  <a:pt x="388" y="20463"/>
                </a:lnTo>
                <a:lnTo>
                  <a:pt x="154" y="19674"/>
                </a:lnTo>
                <a:lnTo>
                  <a:pt x="27" y="18911"/>
                </a:lnTo>
                <a:lnTo>
                  <a:pt x="0" y="18163"/>
                </a:lnTo>
                <a:lnTo>
                  <a:pt x="74" y="17416"/>
                </a:lnTo>
                <a:lnTo>
                  <a:pt x="244" y="16658"/>
                </a:lnTo>
                <a:lnTo>
                  <a:pt x="510" y="15876"/>
                </a:lnTo>
                <a:lnTo>
                  <a:pt x="712" y="15195"/>
                </a:lnTo>
                <a:lnTo>
                  <a:pt x="913" y="14504"/>
                </a:lnTo>
                <a:lnTo>
                  <a:pt x="1142" y="13780"/>
                </a:lnTo>
                <a:lnTo>
                  <a:pt x="1375" y="13055"/>
                </a:lnTo>
                <a:lnTo>
                  <a:pt x="1619" y="12332"/>
                </a:lnTo>
                <a:lnTo>
                  <a:pt x="1869" y="11608"/>
                </a:lnTo>
                <a:lnTo>
                  <a:pt x="2124" y="10885"/>
                </a:lnTo>
                <a:lnTo>
                  <a:pt x="2379" y="10161"/>
                </a:lnTo>
                <a:lnTo>
                  <a:pt x="2607" y="9426"/>
                </a:lnTo>
                <a:lnTo>
                  <a:pt x="2841" y="8690"/>
                </a:lnTo>
                <a:lnTo>
                  <a:pt x="3069" y="7954"/>
                </a:lnTo>
                <a:lnTo>
                  <a:pt x="3292" y="7219"/>
                </a:lnTo>
                <a:lnTo>
                  <a:pt x="3542" y="6416"/>
                </a:lnTo>
                <a:lnTo>
                  <a:pt x="3796" y="5614"/>
                </a:lnTo>
                <a:lnTo>
                  <a:pt x="4057" y="4812"/>
                </a:lnTo>
                <a:lnTo>
                  <a:pt x="4322" y="4010"/>
                </a:lnTo>
                <a:lnTo>
                  <a:pt x="4588" y="3208"/>
                </a:lnTo>
                <a:lnTo>
                  <a:pt x="4864" y="2406"/>
                </a:lnTo>
                <a:lnTo>
                  <a:pt x="5135" y="1604"/>
                </a:lnTo>
                <a:lnTo>
                  <a:pt x="5416" y="801"/>
                </a:lnTo>
                <a:lnTo>
                  <a:pt x="5697" y="0"/>
                </a:lnTo>
                <a:close/>
              </a:path>
            </a:pathLst>
          </a:custGeom>
          <a:solidFill>
            <a:srgbClr val="8BA8CD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1" name="contour_06629"/>
          <p:cNvSpPr/>
          <p:nvPr/>
        </p:nvSpPr>
        <p:spPr>
          <a:xfrm>
            <a:off x="2422700" y="2375885"/>
            <a:ext cx="81662" cy="520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39" y="0"/>
                </a:moveTo>
                <a:lnTo>
                  <a:pt x="10799" y="469"/>
                </a:lnTo>
                <a:lnTo>
                  <a:pt x="11958" y="950"/>
                </a:lnTo>
                <a:lnTo>
                  <a:pt x="13114" y="1442"/>
                </a:lnTo>
                <a:lnTo>
                  <a:pt x="14269" y="1944"/>
                </a:lnTo>
                <a:lnTo>
                  <a:pt x="15422" y="2455"/>
                </a:lnTo>
                <a:lnTo>
                  <a:pt x="16497" y="2912"/>
                </a:lnTo>
                <a:lnTo>
                  <a:pt x="17579" y="3372"/>
                </a:lnTo>
                <a:lnTo>
                  <a:pt x="18676" y="3840"/>
                </a:lnTo>
                <a:lnTo>
                  <a:pt x="19510" y="4569"/>
                </a:lnTo>
                <a:lnTo>
                  <a:pt x="20353" y="5304"/>
                </a:lnTo>
                <a:lnTo>
                  <a:pt x="21205" y="6048"/>
                </a:lnTo>
                <a:lnTo>
                  <a:pt x="21469" y="8298"/>
                </a:lnTo>
                <a:lnTo>
                  <a:pt x="21600" y="9894"/>
                </a:lnTo>
                <a:lnTo>
                  <a:pt x="21600" y="11273"/>
                </a:lnTo>
                <a:lnTo>
                  <a:pt x="21469" y="12870"/>
                </a:lnTo>
                <a:lnTo>
                  <a:pt x="21205" y="15120"/>
                </a:lnTo>
                <a:lnTo>
                  <a:pt x="19983" y="16471"/>
                </a:lnTo>
                <a:lnTo>
                  <a:pt x="18751" y="17627"/>
                </a:lnTo>
                <a:lnTo>
                  <a:pt x="17511" y="18606"/>
                </a:lnTo>
                <a:lnTo>
                  <a:pt x="16258" y="19417"/>
                </a:lnTo>
                <a:lnTo>
                  <a:pt x="14994" y="20079"/>
                </a:lnTo>
                <a:lnTo>
                  <a:pt x="13716" y="20599"/>
                </a:lnTo>
                <a:lnTo>
                  <a:pt x="12424" y="20995"/>
                </a:lnTo>
                <a:lnTo>
                  <a:pt x="11117" y="21279"/>
                </a:lnTo>
                <a:lnTo>
                  <a:pt x="9795" y="21467"/>
                </a:lnTo>
                <a:lnTo>
                  <a:pt x="8455" y="21570"/>
                </a:lnTo>
                <a:lnTo>
                  <a:pt x="7096" y="21600"/>
                </a:lnTo>
                <a:lnTo>
                  <a:pt x="5720" y="21573"/>
                </a:lnTo>
                <a:lnTo>
                  <a:pt x="4322" y="21503"/>
                </a:lnTo>
                <a:lnTo>
                  <a:pt x="2903" y="21403"/>
                </a:lnTo>
                <a:lnTo>
                  <a:pt x="1463" y="21289"/>
                </a:lnTo>
                <a:lnTo>
                  <a:pt x="0" y="21168"/>
                </a:lnTo>
                <a:lnTo>
                  <a:pt x="403" y="20587"/>
                </a:lnTo>
                <a:lnTo>
                  <a:pt x="1619" y="18839"/>
                </a:lnTo>
                <a:lnTo>
                  <a:pt x="2317" y="17799"/>
                </a:lnTo>
                <a:lnTo>
                  <a:pt x="3023" y="16750"/>
                </a:lnTo>
                <a:lnTo>
                  <a:pt x="3736" y="15688"/>
                </a:lnTo>
                <a:lnTo>
                  <a:pt x="4430" y="14669"/>
                </a:lnTo>
                <a:lnTo>
                  <a:pt x="5128" y="13644"/>
                </a:lnTo>
                <a:lnTo>
                  <a:pt x="5835" y="12604"/>
                </a:lnTo>
                <a:lnTo>
                  <a:pt x="6674" y="10901"/>
                </a:lnTo>
                <a:lnTo>
                  <a:pt x="7373" y="9220"/>
                </a:lnTo>
                <a:lnTo>
                  <a:pt x="7956" y="7533"/>
                </a:lnTo>
                <a:lnTo>
                  <a:pt x="8449" y="5800"/>
                </a:lnTo>
                <a:lnTo>
                  <a:pt x="8877" y="3992"/>
                </a:lnTo>
                <a:lnTo>
                  <a:pt x="9267" y="2068"/>
                </a:lnTo>
                <a:lnTo>
                  <a:pt x="9639" y="0"/>
                </a:lnTo>
                <a:close/>
              </a:path>
            </a:pathLst>
          </a:custGeom>
          <a:solidFill>
            <a:srgbClr val="F7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2" name="contour_06630"/>
          <p:cNvSpPr/>
          <p:nvPr/>
        </p:nvSpPr>
        <p:spPr>
          <a:xfrm>
            <a:off x="3326411" y="2369931"/>
            <a:ext cx="61948" cy="49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37" y="3631"/>
                </a:moveTo>
                <a:lnTo>
                  <a:pt x="19257" y="4938"/>
                </a:lnTo>
                <a:lnTo>
                  <a:pt x="20164" y="6092"/>
                </a:lnTo>
                <a:lnTo>
                  <a:pt x="20825" y="7735"/>
                </a:lnTo>
                <a:lnTo>
                  <a:pt x="21600" y="10519"/>
                </a:lnTo>
                <a:lnTo>
                  <a:pt x="20955" y="12872"/>
                </a:lnTo>
                <a:lnTo>
                  <a:pt x="20401" y="14503"/>
                </a:lnTo>
                <a:lnTo>
                  <a:pt x="19725" y="15828"/>
                </a:lnTo>
                <a:lnTo>
                  <a:pt x="18713" y="17268"/>
                </a:lnTo>
                <a:lnTo>
                  <a:pt x="17153" y="19241"/>
                </a:lnTo>
                <a:lnTo>
                  <a:pt x="15181" y="20236"/>
                </a:lnTo>
                <a:lnTo>
                  <a:pt x="13417" y="20966"/>
                </a:lnTo>
                <a:lnTo>
                  <a:pt x="11778" y="21419"/>
                </a:lnTo>
                <a:lnTo>
                  <a:pt x="10175" y="21600"/>
                </a:lnTo>
                <a:lnTo>
                  <a:pt x="8521" y="21495"/>
                </a:lnTo>
                <a:lnTo>
                  <a:pt x="6726" y="21108"/>
                </a:lnTo>
                <a:lnTo>
                  <a:pt x="4704" y="20430"/>
                </a:lnTo>
                <a:lnTo>
                  <a:pt x="3161" y="18733"/>
                </a:lnTo>
                <a:lnTo>
                  <a:pt x="2145" y="16979"/>
                </a:lnTo>
                <a:lnTo>
                  <a:pt x="1494" y="15064"/>
                </a:lnTo>
                <a:lnTo>
                  <a:pt x="1047" y="12882"/>
                </a:lnTo>
                <a:lnTo>
                  <a:pt x="635" y="10320"/>
                </a:lnTo>
                <a:lnTo>
                  <a:pt x="450" y="8391"/>
                </a:lnTo>
                <a:lnTo>
                  <a:pt x="280" y="6460"/>
                </a:lnTo>
                <a:lnTo>
                  <a:pt x="130" y="4526"/>
                </a:lnTo>
                <a:lnTo>
                  <a:pt x="0" y="2591"/>
                </a:lnTo>
                <a:lnTo>
                  <a:pt x="1949" y="1452"/>
                </a:lnTo>
                <a:lnTo>
                  <a:pt x="3789" y="656"/>
                </a:lnTo>
                <a:lnTo>
                  <a:pt x="5547" y="184"/>
                </a:lnTo>
                <a:lnTo>
                  <a:pt x="7250" y="0"/>
                </a:lnTo>
                <a:lnTo>
                  <a:pt x="8922" y="89"/>
                </a:lnTo>
                <a:lnTo>
                  <a:pt x="10589" y="415"/>
                </a:lnTo>
                <a:lnTo>
                  <a:pt x="12279" y="961"/>
                </a:lnTo>
                <a:lnTo>
                  <a:pt x="14017" y="1693"/>
                </a:lnTo>
                <a:lnTo>
                  <a:pt x="15829" y="2594"/>
                </a:lnTo>
                <a:lnTo>
                  <a:pt x="17737" y="3631"/>
                </a:lnTo>
                <a:close/>
              </a:path>
            </a:pathLst>
          </a:custGeom>
          <a:solidFill>
            <a:srgbClr val="648DBF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3" name="contour_06631"/>
          <p:cNvSpPr/>
          <p:nvPr/>
        </p:nvSpPr>
        <p:spPr>
          <a:xfrm>
            <a:off x="5520096" y="2337171"/>
            <a:ext cx="123896" cy="60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82" y="0"/>
                </a:moveTo>
                <a:lnTo>
                  <a:pt x="14147" y="140"/>
                </a:lnTo>
                <a:lnTo>
                  <a:pt x="15044" y="431"/>
                </a:lnTo>
                <a:lnTo>
                  <a:pt x="15884" y="863"/>
                </a:lnTo>
                <a:lnTo>
                  <a:pt x="16675" y="1429"/>
                </a:lnTo>
                <a:lnTo>
                  <a:pt x="17426" y="2123"/>
                </a:lnTo>
                <a:lnTo>
                  <a:pt x="18145" y="2939"/>
                </a:lnTo>
                <a:lnTo>
                  <a:pt x="18844" y="3869"/>
                </a:lnTo>
                <a:lnTo>
                  <a:pt x="19530" y="4909"/>
                </a:lnTo>
                <a:lnTo>
                  <a:pt x="20211" y="6047"/>
                </a:lnTo>
                <a:lnTo>
                  <a:pt x="20899" y="7281"/>
                </a:lnTo>
                <a:lnTo>
                  <a:pt x="21600" y="8607"/>
                </a:lnTo>
                <a:lnTo>
                  <a:pt x="20761" y="9036"/>
                </a:lnTo>
                <a:lnTo>
                  <a:pt x="19922" y="9464"/>
                </a:lnTo>
                <a:lnTo>
                  <a:pt x="19078" y="9896"/>
                </a:lnTo>
                <a:lnTo>
                  <a:pt x="18230" y="10330"/>
                </a:lnTo>
                <a:lnTo>
                  <a:pt x="17378" y="10766"/>
                </a:lnTo>
                <a:lnTo>
                  <a:pt x="16518" y="11205"/>
                </a:lnTo>
                <a:lnTo>
                  <a:pt x="16518" y="9488"/>
                </a:lnTo>
                <a:lnTo>
                  <a:pt x="16518" y="7760"/>
                </a:lnTo>
                <a:lnTo>
                  <a:pt x="16518" y="6008"/>
                </a:lnTo>
                <a:lnTo>
                  <a:pt x="15096" y="5434"/>
                </a:lnTo>
                <a:lnTo>
                  <a:pt x="14092" y="5091"/>
                </a:lnTo>
                <a:lnTo>
                  <a:pt x="13365" y="4976"/>
                </a:lnTo>
                <a:lnTo>
                  <a:pt x="12773" y="5091"/>
                </a:lnTo>
                <a:lnTo>
                  <a:pt x="12177" y="5434"/>
                </a:lnTo>
                <a:lnTo>
                  <a:pt x="11435" y="6008"/>
                </a:lnTo>
                <a:lnTo>
                  <a:pt x="11027" y="7669"/>
                </a:lnTo>
                <a:lnTo>
                  <a:pt x="10663" y="9347"/>
                </a:lnTo>
                <a:lnTo>
                  <a:pt x="10336" y="11042"/>
                </a:lnTo>
                <a:lnTo>
                  <a:pt x="10043" y="12754"/>
                </a:lnTo>
                <a:lnTo>
                  <a:pt x="9777" y="14482"/>
                </a:lnTo>
                <a:lnTo>
                  <a:pt x="9534" y="16231"/>
                </a:lnTo>
                <a:lnTo>
                  <a:pt x="9310" y="17998"/>
                </a:lnTo>
                <a:lnTo>
                  <a:pt x="9097" y="19789"/>
                </a:lnTo>
                <a:lnTo>
                  <a:pt x="8894" y="21600"/>
                </a:lnTo>
                <a:lnTo>
                  <a:pt x="8139" y="20919"/>
                </a:lnTo>
                <a:lnTo>
                  <a:pt x="7624" y="20423"/>
                </a:lnTo>
                <a:lnTo>
                  <a:pt x="7108" y="19864"/>
                </a:lnTo>
                <a:lnTo>
                  <a:pt x="6353" y="19001"/>
                </a:lnTo>
                <a:lnTo>
                  <a:pt x="6353" y="17712"/>
                </a:lnTo>
                <a:lnTo>
                  <a:pt x="6353" y="16403"/>
                </a:lnTo>
                <a:lnTo>
                  <a:pt x="5522" y="15971"/>
                </a:lnTo>
                <a:lnTo>
                  <a:pt x="4913" y="15691"/>
                </a:lnTo>
                <a:lnTo>
                  <a:pt x="4231" y="15441"/>
                </a:lnTo>
                <a:lnTo>
                  <a:pt x="3176" y="15103"/>
                </a:lnTo>
                <a:lnTo>
                  <a:pt x="2122" y="14763"/>
                </a:lnTo>
                <a:lnTo>
                  <a:pt x="1440" y="14516"/>
                </a:lnTo>
                <a:lnTo>
                  <a:pt x="831" y="14235"/>
                </a:lnTo>
                <a:lnTo>
                  <a:pt x="0" y="13804"/>
                </a:lnTo>
                <a:lnTo>
                  <a:pt x="0" y="12515"/>
                </a:lnTo>
                <a:lnTo>
                  <a:pt x="0" y="11205"/>
                </a:lnTo>
                <a:lnTo>
                  <a:pt x="806" y="10610"/>
                </a:lnTo>
                <a:lnTo>
                  <a:pt x="1615" y="10052"/>
                </a:lnTo>
                <a:lnTo>
                  <a:pt x="2428" y="9524"/>
                </a:lnTo>
                <a:lnTo>
                  <a:pt x="3244" y="9020"/>
                </a:lnTo>
                <a:lnTo>
                  <a:pt x="4063" y="8529"/>
                </a:lnTo>
                <a:lnTo>
                  <a:pt x="4884" y="8043"/>
                </a:lnTo>
                <a:lnTo>
                  <a:pt x="5707" y="7562"/>
                </a:lnTo>
                <a:lnTo>
                  <a:pt x="6653" y="6780"/>
                </a:lnTo>
                <a:lnTo>
                  <a:pt x="7294" y="6169"/>
                </a:lnTo>
                <a:lnTo>
                  <a:pt x="7789" y="5520"/>
                </a:lnTo>
                <a:lnTo>
                  <a:pt x="8289" y="4628"/>
                </a:lnTo>
                <a:lnTo>
                  <a:pt x="8954" y="3290"/>
                </a:lnTo>
                <a:lnTo>
                  <a:pt x="9763" y="1788"/>
                </a:lnTo>
                <a:lnTo>
                  <a:pt x="10487" y="837"/>
                </a:lnTo>
                <a:lnTo>
                  <a:pt x="11229" y="304"/>
                </a:lnTo>
                <a:lnTo>
                  <a:pt x="12092" y="68"/>
                </a:lnTo>
                <a:lnTo>
                  <a:pt x="13182" y="0"/>
                </a:lnTo>
                <a:close/>
              </a:path>
            </a:pathLst>
          </a:custGeom>
          <a:solidFill>
            <a:srgbClr val="C9CDCF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4" name="contour_06632"/>
          <p:cNvSpPr/>
          <p:nvPr/>
        </p:nvSpPr>
        <p:spPr>
          <a:xfrm>
            <a:off x="1692684" y="2317581"/>
            <a:ext cx="4555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7" y="0"/>
                </a:moveTo>
                <a:lnTo>
                  <a:pt x="2685" y="289"/>
                </a:lnTo>
                <a:lnTo>
                  <a:pt x="4789" y="583"/>
                </a:lnTo>
                <a:lnTo>
                  <a:pt x="6897" y="880"/>
                </a:lnTo>
                <a:lnTo>
                  <a:pt x="9001" y="1183"/>
                </a:lnTo>
                <a:lnTo>
                  <a:pt x="11351" y="1512"/>
                </a:lnTo>
                <a:lnTo>
                  <a:pt x="13739" y="1847"/>
                </a:lnTo>
                <a:lnTo>
                  <a:pt x="16171" y="2381"/>
                </a:lnTo>
                <a:lnTo>
                  <a:pt x="17771" y="2932"/>
                </a:lnTo>
                <a:lnTo>
                  <a:pt x="19247" y="3826"/>
                </a:lnTo>
                <a:lnTo>
                  <a:pt x="21310" y="5400"/>
                </a:lnTo>
                <a:lnTo>
                  <a:pt x="21476" y="7293"/>
                </a:lnTo>
                <a:lnTo>
                  <a:pt x="21569" y="8670"/>
                </a:lnTo>
                <a:lnTo>
                  <a:pt x="21600" y="9928"/>
                </a:lnTo>
                <a:lnTo>
                  <a:pt x="21583" y="11462"/>
                </a:lnTo>
                <a:lnTo>
                  <a:pt x="21524" y="13667"/>
                </a:lnTo>
                <a:lnTo>
                  <a:pt x="21493" y="15150"/>
                </a:lnTo>
                <a:lnTo>
                  <a:pt x="21462" y="16640"/>
                </a:lnTo>
                <a:lnTo>
                  <a:pt x="21431" y="18152"/>
                </a:lnTo>
                <a:lnTo>
                  <a:pt x="21372" y="19864"/>
                </a:lnTo>
                <a:lnTo>
                  <a:pt x="21310" y="21600"/>
                </a:lnTo>
                <a:lnTo>
                  <a:pt x="16327" y="20690"/>
                </a:lnTo>
                <a:lnTo>
                  <a:pt x="12412" y="19961"/>
                </a:lnTo>
                <a:lnTo>
                  <a:pt x="9395" y="19367"/>
                </a:lnTo>
                <a:lnTo>
                  <a:pt x="7104" y="18868"/>
                </a:lnTo>
                <a:lnTo>
                  <a:pt x="5370" y="18417"/>
                </a:lnTo>
                <a:lnTo>
                  <a:pt x="4019" y="17968"/>
                </a:lnTo>
                <a:lnTo>
                  <a:pt x="2885" y="17480"/>
                </a:lnTo>
                <a:lnTo>
                  <a:pt x="1793" y="16905"/>
                </a:lnTo>
                <a:lnTo>
                  <a:pt x="577" y="16200"/>
                </a:lnTo>
                <a:lnTo>
                  <a:pt x="249" y="14307"/>
                </a:lnTo>
                <a:lnTo>
                  <a:pt x="66" y="12930"/>
                </a:lnTo>
                <a:lnTo>
                  <a:pt x="0" y="11672"/>
                </a:lnTo>
                <a:lnTo>
                  <a:pt x="31" y="10138"/>
                </a:lnTo>
                <a:lnTo>
                  <a:pt x="145" y="7933"/>
                </a:lnTo>
                <a:lnTo>
                  <a:pt x="207" y="6450"/>
                </a:lnTo>
                <a:lnTo>
                  <a:pt x="270" y="4960"/>
                </a:lnTo>
                <a:lnTo>
                  <a:pt x="335" y="3448"/>
                </a:lnTo>
                <a:lnTo>
                  <a:pt x="456" y="1736"/>
                </a:lnTo>
                <a:lnTo>
                  <a:pt x="577" y="0"/>
                </a:lnTo>
                <a:close/>
              </a:path>
            </a:pathLst>
          </a:custGeom>
          <a:solidFill>
            <a:srgbClr val="1D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5" name="contour_06633"/>
          <p:cNvSpPr/>
          <p:nvPr/>
        </p:nvSpPr>
        <p:spPr>
          <a:xfrm>
            <a:off x="1067133" y="2295717"/>
            <a:ext cx="5101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164"/>
                </a:lnTo>
                <a:lnTo>
                  <a:pt x="4280" y="329"/>
                </a:lnTo>
                <a:lnTo>
                  <a:pt x="6421" y="493"/>
                </a:lnTo>
                <a:lnTo>
                  <a:pt x="8566" y="660"/>
                </a:lnTo>
                <a:lnTo>
                  <a:pt x="10720" y="824"/>
                </a:lnTo>
                <a:lnTo>
                  <a:pt x="12877" y="990"/>
                </a:lnTo>
                <a:lnTo>
                  <a:pt x="15043" y="1156"/>
                </a:lnTo>
                <a:lnTo>
                  <a:pt x="17218" y="1324"/>
                </a:lnTo>
                <a:lnTo>
                  <a:pt x="19403" y="1492"/>
                </a:lnTo>
                <a:lnTo>
                  <a:pt x="21600" y="1662"/>
                </a:lnTo>
                <a:lnTo>
                  <a:pt x="20739" y="2614"/>
                </a:lnTo>
                <a:lnTo>
                  <a:pt x="19878" y="3567"/>
                </a:lnTo>
                <a:lnTo>
                  <a:pt x="19008" y="4529"/>
                </a:lnTo>
                <a:lnTo>
                  <a:pt x="18129" y="5503"/>
                </a:lnTo>
                <a:lnTo>
                  <a:pt x="17104" y="6872"/>
                </a:lnTo>
                <a:lnTo>
                  <a:pt x="16481" y="7794"/>
                </a:lnTo>
                <a:lnTo>
                  <a:pt x="16006" y="8687"/>
                </a:lnTo>
                <a:lnTo>
                  <a:pt x="15429" y="9969"/>
                </a:lnTo>
                <a:lnTo>
                  <a:pt x="16663" y="11074"/>
                </a:lnTo>
                <a:lnTo>
                  <a:pt x="17585" y="11883"/>
                </a:lnTo>
                <a:lnTo>
                  <a:pt x="18369" y="12538"/>
                </a:lnTo>
                <a:lnTo>
                  <a:pt x="19187" y="13176"/>
                </a:lnTo>
                <a:lnTo>
                  <a:pt x="20205" y="13935"/>
                </a:lnTo>
                <a:lnTo>
                  <a:pt x="21600" y="14954"/>
                </a:lnTo>
                <a:lnTo>
                  <a:pt x="21418" y="16157"/>
                </a:lnTo>
                <a:lnTo>
                  <a:pt x="21085" y="17265"/>
                </a:lnTo>
                <a:lnTo>
                  <a:pt x="20616" y="18322"/>
                </a:lnTo>
                <a:lnTo>
                  <a:pt x="20023" y="19367"/>
                </a:lnTo>
                <a:lnTo>
                  <a:pt x="19317" y="20447"/>
                </a:lnTo>
                <a:lnTo>
                  <a:pt x="18514" y="21600"/>
                </a:lnTo>
                <a:lnTo>
                  <a:pt x="16984" y="21600"/>
                </a:lnTo>
                <a:lnTo>
                  <a:pt x="15429" y="21600"/>
                </a:lnTo>
                <a:lnTo>
                  <a:pt x="15645" y="20756"/>
                </a:lnTo>
                <a:lnTo>
                  <a:pt x="15864" y="19900"/>
                </a:lnTo>
                <a:lnTo>
                  <a:pt x="16018" y="18755"/>
                </a:lnTo>
                <a:lnTo>
                  <a:pt x="16111" y="17657"/>
                </a:lnTo>
                <a:lnTo>
                  <a:pt x="16123" y="16580"/>
                </a:lnTo>
                <a:lnTo>
                  <a:pt x="16027" y="15509"/>
                </a:lnTo>
                <a:lnTo>
                  <a:pt x="15802" y="14420"/>
                </a:lnTo>
                <a:lnTo>
                  <a:pt x="15429" y="13292"/>
                </a:lnTo>
                <a:lnTo>
                  <a:pt x="13852" y="12739"/>
                </a:lnTo>
                <a:lnTo>
                  <a:pt x="12704" y="12392"/>
                </a:lnTo>
                <a:lnTo>
                  <a:pt x="11420" y="12106"/>
                </a:lnTo>
                <a:lnTo>
                  <a:pt x="9448" y="11734"/>
                </a:lnTo>
                <a:lnTo>
                  <a:pt x="7430" y="11338"/>
                </a:lnTo>
                <a:lnTo>
                  <a:pt x="6097" y="11023"/>
                </a:lnTo>
                <a:lnTo>
                  <a:pt x="4848" y="10621"/>
                </a:lnTo>
                <a:lnTo>
                  <a:pt x="3086" y="9969"/>
                </a:lnTo>
                <a:lnTo>
                  <a:pt x="2444" y="8856"/>
                </a:lnTo>
                <a:lnTo>
                  <a:pt x="1913" y="7763"/>
                </a:lnTo>
                <a:lnTo>
                  <a:pt x="1478" y="6681"/>
                </a:lnTo>
                <a:lnTo>
                  <a:pt x="1120" y="5603"/>
                </a:lnTo>
                <a:lnTo>
                  <a:pt x="830" y="4521"/>
                </a:lnTo>
                <a:lnTo>
                  <a:pt x="589" y="3428"/>
                </a:lnTo>
                <a:lnTo>
                  <a:pt x="380" y="2315"/>
                </a:lnTo>
                <a:lnTo>
                  <a:pt x="188" y="1175"/>
                </a:lnTo>
                <a:lnTo>
                  <a:pt x="0" y="0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6" name="contour_06634"/>
          <p:cNvSpPr/>
          <p:nvPr/>
        </p:nvSpPr>
        <p:spPr>
          <a:xfrm>
            <a:off x="4696553" y="2260983"/>
            <a:ext cx="109320" cy="34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72"/>
                </a:moveTo>
                <a:lnTo>
                  <a:pt x="20929" y="5751"/>
                </a:lnTo>
                <a:lnTo>
                  <a:pt x="20256" y="8022"/>
                </a:lnTo>
                <a:lnTo>
                  <a:pt x="19580" y="10283"/>
                </a:lnTo>
                <a:lnTo>
                  <a:pt x="18900" y="12536"/>
                </a:lnTo>
                <a:lnTo>
                  <a:pt x="18677" y="13288"/>
                </a:lnTo>
                <a:lnTo>
                  <a:pt x="18282" y="14607"/>
                </a:lnTo>
                <a:lnTo>
                  <a:pt x="17381" y="17634"/>
                </a:lnTo>
                <a:lnTo>
                  <a:pt x="16606" y="19570"/>
                </a:lnTo>
                <a:lnTo>
                  <a:pt x="15988" y="20743"/>
                </a:lnTo>
                <a:lnTo>
                  <a:pt x="15316" y="21346"/>
                </a:lnTo>
                <a:lnTo>
                  <a:pt x="14378" y="21568"/>
                </a:lnTo>
                <a:lnTo>
                  <a:pt x="12960" y="21600"/>
                </a:lnTo>
                <a:lnTo>
                  <a:pt x="12960" y="18604"/>
                </a:lnTo>
                <a:lnTo>
                  <a:pt x="12960" y="15590"/>
                </a:lnTo>
                <a:lnTo>
                  <a:pt x="12960" y="12536"/>
                </a:lnTo>
                <a:lnTo>
                  <a:pt x="12053" y="13352"/>
                </a:lnTo>
                <a:lnTo>
                  <a:pt x="11146" y="14167"/>
                </a:lnTo>
                <a:lnTo>
                  <a:pt x="10237" y="14983"/>
                </a:lnTo>
                <a:lnTo>
                  <a:pt x="9327" y="15803"/>
                </a:lnTo>
                <a:lnTo>
                  <a:pt x="8414" y="16624"/>
                </a:lnTo>
                <a:lnTo>
                  <a:pt x="7501" y="17444"/>
                </a:lnTo>
                <a:lnTo>
                  <a:pt x="6584" y="18269"/>
                </a:lnTo>
                <a:lnTo>
                  <a:pt x="5664" y="19098"/>
                </a:lnTo>
                <a:lnTo>
                  <a:pt x="4740" y="19928"/>
                </a:lnTo>
                <a:lnTo>
                  <a:pt x="3812" y="20762"/>
                </a:lnTo>
                <a:lnTo>
                  <a:pt x="2880" y="21600"/>
                </a:lnTo>
                <a:lnTo>
                  <a:pt x="2880" y="18604"/>
                </a:lnTo>
                <a:lnTo>
                  <a:pt x="2880" y="15590"/>
                </a:lnTo>
                <a:lnTo>
                  <a:pt x="2880" y="12536"/>
                </a:lnTo>
                <a:lnTo>
                  <a:pt x="2025" y="10873"/>
                </a:lnTo>
                <a:lnTo>
                  <a:pt x="1440" y="9844"/>
                </a:lnTo>
                <a:lnTo>
                  <a:pt x="855" y="9032"/>
                </a:lnTo>
                <a:lnTo>
                  <a:pt x="0" y="8004"/>
                </a:lnTo>
                <a:lnTo>
                  <a:pt x="1012" y="6567"/>
                </a:lnTo>
                <a:lnTo>
                  <a:pt x="2010" y="5293"/>
                </a:lnTo>
                <a:lnTo>
                  <a:pt x="2995" y="4174"/>
                </a:lnTo>
                <a:lnTo>
                  <a:pt x="3972" y="3204"/>
                </a:lnTo>
                <a:lnTo>
                  <a:pt x="4939" y="2375"/>
                </a:lnTo>
                <a:lnTo>
                  <a:pt x="5898" y="1686"/>
                </a:lnTo>
                <a:lnTo>
                  <a:pt x="6853" y="1124"/>
                </a:lnTo>
                <a:lnTo>
                  <a:pt x="7803" y="684"/>
                </a:lnTo>
                <a:lnTo>
                  <a:pt x="8752" y="358"/>
                </a:lnTo>
                <a:lnTo>
                  <a:pt x="9700" y="140"/>
                </a:lnTo>
                <a:lnTo>
                  <a:pt x="10649" y="23"/>
                </a:lnTo>
                <a:lnTo>
                  <a:pt x="11599" y="0"/>
                </a:lnTo>
                <a:lnTo>
                  <a:pt x="12554" y="68"/>
                </a:lnTo>
                <a:lnTo>
                  <a:pt x="13516" y="213"/>
                </a:lnTo>
                <a:lnTo>
                  <a:pt x="14484" y="435"/>
                </a:lnTo>
                <a:lnTo>
                  <a:pt x="15460" y="725"/>
                </a:lnTo>
                <a:lnTo>
                  <a:pt x="16448" y="1070"/>
                </a:lnTo>
                <a:lnTo>
                  <a:pt x="17447" y="1473"/>
                </a:lnTo>
                <a:lnTo>
                  <a:pt x="18461" y="1917"/>
                </a:lnTo>
                <a:lnTo>
                  <a:pt x="19490" y="2407"/>
                </a:lnTo>
                <a:lnTo>
                  <a:pt x="20536" y="2928"/>
                </a:lnTo>
                <a:lnTo>
                  <a:pt x="21600" y="3472"/>
                </a:lnTo>
                <a:close/>
              </a:path>
            </a:pathLst>
          </a:custGeom>
          <a:solidFill>
            <a:srgbClr val="608EAE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7" name="contour_06635"/>
          <p:cNvSpPr/>
          <p:nvPr/>
        </p:nvSpPr>
        <p:spPr>
          <a:xfrm>
            <a:off x="1001542" y="2267491"/>
            <a:ext cx="123896" cy="500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2744"/>
                </a:moveTo>
                <a:lnTo>
                  <a:pt x="12391" y="4299"/>
                </a:lnTo>
                <a:lnTo>
                  <a:pt x="12076" y="5864"/>
                </a:lnTo>
                <a:lnTo>
                  <a:pt x="11757" y="7436"/>
                </a:lnTo>
                <a:lnTo>
                  <a:pt x="11435" y="9029"/>
                </a:lnTo>
                <a:lnTo>
                  <a:pt x="12274" y="9029"/>
                </a:lnTo>
                <a:lnTo>
                  <a:pt x="13112" y="9029"/>
                </a:lnTo>
                <a:lnTo>
                  <a:pt x="13952" y="9029"/>
                </a:lnTo>
                <a:lnTo>
                  <a:pt x="14793" y="9029"/>
                </a:lnTo>
                <a:lnTo>
                  <a:pt x="15636" y="9029"/>
                </a:lnTo>
                <a:lnTo>
                  <a:pt x="16480" y="9029"/>
                </a:lnTo>
                <a:lnTo>
                  <a:pt x="17326" y="9029"/>
                </a:lnTo>
                <a:lnTo>
                  <a:pt x="18174" y="9029"/>
                </a:lnTo>
                <a:lnTo>
                  <a:pt x="19026" y="9029"/>
                </a:lnTo>
                <a:lnTo>
                  <a:pt x="19880" y="9029"/>
                </a:lnTo>
                <a:lnTo>
                  <a:pt x="20739" y="9029"/>
                </a:lnTo>
                <a:lnTo>
                  <a:pt x="21600" y="9029"/>
                </a:lnTo>
                <a:lnTo>
                  <a:pt x="21600" y="10588"/>
                </a:lnTo>
                <a:lnTo>
                  <a:pt x="21600" y="12172"/>
                </a:lnTo>
                <a:lnTo>
                  <a:pt x="20761" y="12172"/>
                </a:lnTo>
                <a:lnTo>
                  <a:pt x="19923" y="12172"/>
                </a:lnTo>
                <a:lnTo>
                  <a:pt x="19083" y="12172"/>
                </a:lnTo>
                <a:lnTo>
                  <a:pt x="18242" y="12172"/>
                </a:lnTo>
                <a:lnTo>
                  <a:pt x="17399" y="12172"/>
                </a:lnTo>
                <a:lnTo>
                  <a:pt x="16556" y="12172"/>
                </a:lnTo>
                <a:lnTo>
                  <a:pt x="15710" y="12172"/>
                </a:lnTo>
                <a:lnTo>
                  <a:pt x="14861" y="12172"/>
                </a:lnTo>
                <a:lnTo>
                  <a:pt x="14010" y="12172"/>
                </a:lnTo>
                <a:lnTo>
                  <a:pt x="13156" y="12172"/>
                </a:lnTo>
                <a:lnTo>
                  <a:pt x="12297" y="12172"/>
                </a:lnTo>
                <a:lnTo>
                  <a:pt x="11435" y="12172"/>
                </a:lnTo>
                <a:lnTo>
                  <a:pt x="11435" y="14039"/>
                </a:lnTo>
                <a:lnTo>
                  <a:pt x="11435" y="15912"/>
                </a:lnTo>
                <a:lnTo>
                  <a:pt x="11435" y="17791"/>
                </a:lnTo>
                <a:lnTo>
                  <a:pt x="11435" y="19686"/>
                </a:lnTo>
                <a:lnTo>
                  <a:pt x="11435" y="21600"/>
                </a:lnTo>
                <a:lnTo>
                  <a:pt x="10597" y="21600"/>
                </a:lnTo>
                <a:lnTo>
                  <a:pt x="9757" y="21600"/>
                </a:lnTo>
                <a:lnTo>
                  <a:pt x="8913" y="21600"/>
                </a:lnTo>
                <a:lnTo>
                  <a:pt x="8066" y="21600"/>
                </a:lnTo>
                <a:lnTo>
                  <a:pt x="7213" y="21600"/>
                </a:lnTo>
                <a:lnTo>
                  <a:pt x="6353" y="21600"/>
                </a:lnTo>
                <a:lnTo>
                  <a:pt x="6353" y="19523"/>
                </a:lnTo>
                <a:lnTo>
                  <a:pt x="6353" y="17433"/>
                </a:lnTo>
                <a:lnTo>
                  <a:pt x="6353" y="15315"/>
                </a:lnTo>
                <a:lnTo>
                  <a:pt x="5455" y="15315"/>
                </a:lnTo>
                <a:lnTo>
                  <a:pt x="4555" y="15315"/>
                </a:lnTo>
                <a:lnTo>
                  <a:pt x="3653" y="15315"/>
                </a:lnTo>
                <a:lnTo>
                  <a:pt x="2747" y="15315"/>
                </a:lnTo>
                <a:lnTo>
                  <a:pt x="1837" y="15315"/>
                </a:lnTo>
                <a:lnTo>
                  <a:pt x="922" y="15315"/>
                </a:lnTo>
                <a:lnTo>
                  <a:pt x="0" y="15315"/>
                </a:lnTo>
                <a:lnTo>
                  <a:pt x="0" y="13756"/>
                </a:lnTo>
                <a:lnTo>
                  <a:pt x="0" y="12172"/>
                </a:lnTo>
                <a:lnTo>
                  <a:pt x="898" y="12172"/>
                </a:lnTo>
                <a:lnTo>
                  <a:pt x="1798" y="12172"/>
                </a:lnTo>
                <a:lnTo>
                  <a:pt x="2700" y="12172"/>
                </a:lnTo>
                <a:lnTo>
                  <a:pt x="3606" y="12172"/>
                </a:lnTo>
                <a:lnTo>
                  <a:pt x="4516" y="12172"/>
                </a:lnTo>
                <a:lnTo>
                  <a:pt x="5430" y="12172"/>
                </a:lnTo>
                <a:lnTo>
                  <a:pt x="6353" y="12172"/>
                </a:lnTo>
                <a:lnTo>
                  <a:pt x="6317" y="11509"/>
                </a:lnTo>
                <a:lnTo>
                  <a:pt x="6256" y="10336"/>
                </a:lnTo>
                <a:lnTo>
                  <a:pt x="6114" y="7653"/>
                </a:lnTo>
                <a:lnTo>
                  <a:pt x="6193" y="6031"/>
                </a:lnTo>
                <a:lnTo>
                  <a:pt x="6273" y="4400"/>
                </a:lnTo>
                <a:lnTo>
                  <a:pt x="6353" y="2744"/>
                </a:lnTo>
                <a:lnTo>
                  <a:pt x="7361" y="1480"/>
                </a:lnTo>
                <a:lnTo>
                  <a:pt x="8283" y="578"/>
                </a:lnTo>
                <a:lnTo>
                  <a:pt x="9151" y="72"/>
                </a:lnTo>
                <a:lnTo>
                  <a:pt x="9996" y="0"/>
                </a:lnTo>
                <a:lnTo>
                  <a:pt x="10848" y="396"/>
                </a:lnTo>
                <a:lnTo>
                  <a:pt x="11742" y="1298"/>
                </a:lnTo>
                <a:lnTo>
                  <a:pt x="12706" y="2744"/>
                </a:lnTo>
                <a:close/>
              </a:path>
            </a:pathLst>
          </a:custGeom>
          <a:solidFill>
            <a:srgbClr val="474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8" name="contour_06636"/>
          <p:cNvSpPr/>
          <p:nvPr/>
        </p:nvSpPr>
        <p:spPr>
          <a:xfrm>
            <a:off x="8486309" y="2208261"/>
            <a:ext cx="44085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14" y="8"/>
                </a:lnTo>
                <a:lnTo>
                  <a:pt x="5828" y="70"/>
                </a:lnTo>
                <a:lnTo>
                  <a:pt x="7456" y="236"/>
                </a:lnTo>
                <a:lnTo>
                  <a:pt x="8913" y="562"/>
                </a:lnTo>
                <a:lnTo>
                  <a:pt x="10713" y="1096"/>
                </a:lnTo>
                <a:lnTo>
                  <a:pt x="11891" y="1625"/>
                </a:lnTo>
                <a:lnTo>
                  <a:pt x="13080" y="2160"/>
                </a:lnTo>
                <a:lnTo>
                  <a:pt x="14283" y="2700"/>
                </a:lnTo>
                <a:lnTo>
                  <a:pt x="14855" y="2942"/>
                </a:lnTo>
                <a:lnTo>
                  <a:pt x="15858" y="3368"/>
                </a:lnTo>
                <a:lnTo>
                  <a:pt x="18161" y="4346"/>
                </a:lnTo>
                <a:lnTo>
                  <a:pt x="19457" y="5202"/>
                </a:lnTo>
                <a:lnTo>
                  <a:pt x="20407" y="6075"/>
                </a:lnTo>
                <a:lnTo>
                  <a:pt x="21054" y="6962"/>
                </a:lnTo>
                <a:lnTo>
                  <a:pt x="21439" y="7862"/>
                </a:lnTo>
                <a:lnTo>
                  <a:pt x="21600" y="8776"/>
                </a:lnTo>
                <a:lnTo>
                  <a:pt x="21575" y="9700"/>
                </a:lnTo>
                <a:lnTo>
                  <a:pt x="21407" y="10633"/>
                </a:lnTo>
                <a:lnTo>
                  <a:pt x="21136" y="11574"/>
                </a:lnTo>
                <a:lnTo>
                  <a:pt x="20797" y="12520"/>
                </a:lnTo>
                <a:lnTo>
                  <a:pt x="20432" y="13473"/>
                </a:lnTo>
                <a:lnTo>
                  <a:pt x="20086" y="14429"/>
                </a:lnTo>
                <a:lnTo>
                  <a:pt x="19882" y="15120"/>
                </a:lnTo>
                <a:lnTo>
                  <a:pt x="19679" y="15814"/>
                </a:lnTo>
                <a:lnTo>
                  <a:pt x="19472" y="16519"/>
                </a:lnTo>
                <a:lnTo>
                  <a:pt x="19218" y="17366"/>
                </a:lnTo>
                <a:lnTo>
                  <a:pt x="18958" y="18213"/>
                </a:lnTo>
                <a:lnTo>
                  <a:pt x="18690" y="19061"/>
                </a:lnTo>
                <a:lnTo>
                  <a:pt x="18418" y="19907"/>
                </a:lnTo>
                <a:lnTo>
                  <a:pt x="18140" y="20754"/>
                </a:lnTo>
                <a:lnTo>
                  <a:pt x="17854" y="21600"/>
                </a:lnTo>
                <a:lnTo>
                  <a:pt x="15494" y="21600"/>
                </a:lnTo>
                <a:lnTo>
                  <a:pt x="13119" y="21600"/>
                </a:lnTo>
                <a:lnTo>
                  <a:pt x="10713" y="21600"/>
                </a:lnTo>
                <a:lnTo>
                  <a:pt x="10416" y="20905"/>
                </a:lnTo>
                <a:lnTo>
                  <a:pt x="10113" y="20199"/>
                </a:lnTo>
                <a:lnTo>
                  <a:pt x="9723" y="19290"/>
                </a:lnTo>
                <a:lnTo>
                  <a:pt x="9331" y="18380"/>
                </a:lnTo>
                <a:lnTo>
                  <a:pt x="8938" y="17472"/>
                </a:lnTo>
                <a:lnTo>
                  <a:pt x="8545" y="16563"/>
                </a:lnTo>
                <a:lnTo>
                  <a:pt x="8152" y="15655"/>
                </a:lnTo>
                <a:lnTo>
                  <a:pt x="7759" y="14746"/>
                </a:lnTo>
                <a:lnTo>
                  <a:pt x="7363" y="13838"/>
                </a:lnTo>
                <a:lnTo>
                  <a:pt x="7052" y="13108"/>
                </a:lnTo>
                <a:lnTo>
                  <a:pt x="6738" y="12375"/>
                </a:lnTo>
                <a:lnTo>
                  <a:pt x="6424" y="11633"/>
                </a:lnTo>
                <a:lnTo>
                  <a:pt x="6024" y="10726"/>
                </a:lnTo>
                <a:lnTo>
                  <a:pt x="5613" y="9823"/>
                </a:lnTo>
                <a:lnTo>
                  <a:pt x="5192" y="8922"/>
                </a:lnTo>
                <a:lnTo>
                  <a:pt x="4756" y="8023"/>
                </a:lnTo>
                <a:lnTo>
                  <a:pt x="4306" y="7127"/>
                </a:lnTo>
                <a:lnTo>
                  <a:pt x="3839" y="6232"/>
                </a:lnTo>
                <a:lnTo>
                  <a:pt x="3353" y="5339"/>
                </a:lnTo>
                <a:lnTo>
                  <a:pt x="2853" y="4447"/>
                </a:lnTo>
                <a:lnTo>
                  <a:pt x="2328" y="3556"/>
                </a:lnTo>
                <a:lnTo>
                  <a:pt x="1782" y="2666"/>
                </a:lnTo>
                <a:lnTo>
                  <a:pt x="1214" y="1778"/>
                </a:lnTo>
                <a:lnTo>
                  <a:pt x="621" y="888"/>
                </a:lnTo>
                <a:lnTo>
                  <a:pt x="0" y="0"/>
                </a:lnTo>
                <a:close/>
              </a:path>
            </a:pathLst>
          </a:custGeom>
          <a:solidFill>
            <a:srgbClr val="D8E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639" name="contour_06637"/>
          <p:cNvSpPr/>
          <p:nvPr/>
        </p:nvSpPr>
        <p:spPr>
          <a:xfrm>
            <a:off x="4827737" y="2222837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2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1A5BF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0" name="contour_06638"/>
          <p:cNvSpPr/>
          <p:nvPr/>
        </p:nvSpPr>
        <p:spPr>
          <a:xfrm>
            <a:off x="1132725" y="2199756"/>
            <a:ext cx="80168" cy="52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03"/>
                </a:moveTo>
                <a:lnTo>
                  <a:pt x="1571" y="187"/>
                </a:lnTo>
                <a:lnTo>
                  <a:pt x="3059" y="21"/>
                </a:lnTo>
                <a:lnTo>
                  <a:pt x="4479" y="0"/>
                </a:lnTo>
                <a:lnTo>
                  <a:pt x="5834" y="124"/>
                </a:lnTo>
                <a:lnTo>
                  <a:pt x="7138" y="380"/>
                </a:lnTo>
                <a:lnTo>
                  <a:pt x="8398" y="769"/>
                </a:lnTo>
                <a:lnTo>
                  <a:pt x="9626" y="1284"/>
                </a:lnTo>
                <a:lnTo>
                  <a:pt x="10827" y="1920"/>
                </a:lnTo>
                <a:lnTo>
                  <a:pt x="12015" y="2673"/>
                </a:lnTo>
                <a:lnTo>
                  <a:pt x="13200" y="3535"/>
                </a:lnTo>
                <a:lnTo>
                  <a:pt x="14388" y="4506"/>
                </a:lnTo>
                <a:lnTo>
                  <a:pt x="15587" y="5573"/>
                </a:lnTo>
                <a:lnTo>
                  <a:pt x="16813" y="6739"/>
                </a:lnTo>
                <a:lnTo>
                  <a:pt x="18069" y="7993"/>
                </a:lnTo>
                <a:lnTo>
                  <a:pt x="19367" y="9334"/>
                </a:lnTo>
                <a:lnTo>
                  <a:pt x="20106" y="10398"/>
                </a:lnTo>
                <a:lnTo>
                  <a:pt x="20848" y="11471"/>
                </a:lnTo>
                <a:lnTo>
                  <a:pt x="21600" y="12559"/>
                </a:lnTo>
                <a:lnTo>
                  <a:pt x="21600" y="14551"/>
                </a:lnTo>
                <a:lnTo>
                  <a:pt x="21600" y="16555"/>
                </a:lnTo>
                <a:lnTo>
                  <a:pt x="21600" y="18586"/>
                </a:lnTo>
                <a:lnTo>
                  <a:pt x="20304" y="18836"/>
                </a:lnTo>
                <a:lnTo>
                  <a:pt x="19008" y="19083"/>
                </a:lnTo>
                <a:lnTo>
                  <a:pt x="17710" y="19334"/>
                </a:lnTo>
                <a:lnTo>
                  <a:pt x="16410" y="19581"/>
                </a:lnTo>
                <a:lnTo>
                  <a:pt x="15108" y="19831"/>
                </a:lnTo>
                <a:lnTo>
                  <a:pt x="13804" y="20081"/>
                </a:lnTo>
                <a:lnTo>
                  <a:pt x="12497" y="20331"/>
                </a:lnTo>
                <a:lnTo>
                  <a:pt x="11185" y="20584"/>
                </a:lnTo>
                <a:lnTo>
                  <a:pt x="9869" y="20838"/>
                </a:lnTo>
                <a:lnTo>
                  <a:pt x="8550" y="21091"/>
                </a:lnTo>
                <a:lnTo>
                  <a:pt x="7222" y="21344"/>
                </a:lnTo>
                <a:lnTo>
                  <a:pt x="5891" y="21600"/>
                </a:lnTo>
                <a:lnTo>
                  <a:pt x="5891" y="19469"/>
                </a:lnTo>
                <a:lnTo>
                  <a:pt x="5891" y="17335"/>
                </a:lnTo>
                <a:lnTo>
                  <a:pt x="5891" y="15196"/>
                </a:lnTo>
                <a:lnTo>
                  <a:pt x="5891" y="13047"/>
                </a:lnTo>
                <a:lnTo>
                  <a:pt x="5891" y="10889"/>
                </a:lnTo>
                <a:lnTo>
                  <a:pt x="5891" y="8719"/>
                </a:lnTo>
                <a:lnTo>
                  <a:pt x="5891" y="6531"/>
                </a:lnTo>
                <a:lnTo>
                  <a:pt x="4725" y="6531"/>
                </a:lnTo>
                <a:lnTo>
                  <a:pt x="3554" y="6531"/>
                </a:lnTo>
                <a:lnTo>
                  <a:pt x="2380" y="6531"/>
                </a:lnTo>
                <a:lnTo>
                  <a:pt x="1196" y="6531"/>
                </a:lnTo>
                <a:lnTo>
                  <a:pt x="0" y="6531"/>
                </a:lnTo>
                <a:lnTo>
                  <a:pt x="0" y="4539"/>
                </a:lnTo>
                <a:lnTo>
                  <a:pt x="0" y="2535"/>
                </a:lnTo>
                <a:lnTo>
                  <a:pt x="0" y="503"/>
                </a:lnTo>
                <a:close/>
              </a:path>
            </a:pathLst>
          </a:custGeom>
          <a:solidFill>
            <a:srgbClr val="42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1" name="contour_06639"/>
          <p:cNvSpPr/>
          <p:nvPr/>
        </p:nvSpPr>
        <p:spPr>
          <a:xfrm>
            <a:off x="5760600" y="2200973"/>
            <a:ext cx="58304" cy="88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063" y="371"/>
                </a:lnTo>
                <a:lnTo>
                  <a:pt x="16149" y="681"/>
                </a:lnTo>
                <a:lnTo>
                  <a:pt x="17258" y="1093"/>
                </a:lnTo>
                <a:lnTo>
                  <a:pt x="18900" y="1777"/>
                </a:lnTo>
                <a:lnTo>
                  <a:pt x="19402" y="2970"/>
                </a:lnTo>
                <a:lnTo>
                  <a:pt x="19686" y="3830"/>
                </a:lnTo>
                <a:lnTo>
                  <a:pt x="19856" y="4778"/>
                </a:lnTo>
                <a:lnTo>
                  <a:pt x="20018" y="6228"/>
                </a:lnTo>
                <a:lnTo>
                  <a:pt x="20123" y="7106"/>
                </a:lnTo>
                <a:lnTo>
                  <a:pt x="20228" y="7988"/>
                </a:lnTo>
                <a:lnTo>
                  <a:pt x="20334" y="8884"/>
                </a:lnTo>
                <a:lnTo>
                  <a:pt x="20417" y="9803"/>
                </a:lnTo>
                <a:lnTo>
                  <a:pt x="20501" y="10727"/>
                </a:lnTo>
                <a:lnTo>
                  <a:pt x="20588" y="11664"/>
                </a:lnTo>
                <a:lnTo>
                  <a:pt x="20693" y="12590"/>
                </a:lnTo>
                <a:lnTo>
                  <a:pt x="20798" y="13523"/>
                </a:lnTo>
                <a:lnTo>
                  <a:pt x="20903" y="14467"/>
                </a:lnTo>
                <a:lnTo>
                  <a:pt x="21030" y="15610"/>
                </a:lnTo>
                <a:lnTo>
                  <a:pt x="21152" y="16753"/>
                </a:lnTo>
                <a:lnTo>
                  <a:pt x="21268" y="17897"/>
                </a:lnTo>
                <a:lnTo>
                  <a:pt x="21384" y="19040"/>
                </a:lnTo>
                <a:lnTo>
                  <a:pt x="21492" y="20185"/>
                </a:lnTo>
                <a:lnTo>
                  <a:pt x="21600" y="21330"/>
                </a:lnTo>
                <a:lnTo>
                  <a:pt x="19718" y="21509"/>
                </a:lnTo>
                <a:lnTo>
                  <a:pt x="18357" y="21600"/>
                </a:lnTo>
                <a:lnTo>
                  <a:pt x="17126" y="21600"/>
                </a:lnTo>
                <a:lnTo>
                  <a:pt x="15636" y="21509"/>
                </a:lnTo>
                <a:lnTo>
                  <a:pt x="13500" y="21330"/>
                </a:lnTo>
                <a:lnTo>
                  <a:pt x="12604" y="20317"/>
                </a:lnTo>
                <a:lnTo>
                  <a:pt x="11812" y="19348"/>
                </a:lnTo>
                <a:lnTo>
                  <a:pt x="11108" y="18397"/>
                </a:lnTo>
                <a:lnTo>
                  <a:pt x="10465" y="17432"/>
                </a:lnTo>
                <a:lnTo>
                  <a:pt x="9863" y="16420"/>
                </a:lnTo>
                <a:lnTo>
                  <a:pt x="9283" y="15331"/>
                </a:lnTo>
                <a:lnTo>
                  <a:pt x="8627" y="14143"/>
                </a:lnTo>
                <a:lnTo>
                  <a:pt x="7965" y="13008"/>
                </a:lnTo>
                <a:lnTo>
                  <a:pt x="7277" y="11923"/>
                </a:lnTo>
                <a:lnTo>
                  <a:pt x="6539" y="10882"/>
                </a:lnTo>
                <a:lnTo>
                  <a:pt x="5735" y="9883"/>
                </a:lnTo>
                <a:lnTo>
                  <a:pt x="4841" y="8918"/>
                </a:lnTo>
                <a:lnTo>
                  <a:pt x="3842" y="7986"/>
                </a:lnTo>
                <a:lnTo>
                  <a:pt x="2716" y="7080"/>
                </a:lnTo>
                <a:lnTo>
                  <a:pt x="1442" y="6196"/>
                </a:lnTo>
                <a:lnTo>
                  <a:pt x="0" y="5332"/>
                </a:lnTo>
                <a:lnTo>
                  <a:pt x="1466" y="5201"/>
                </a:lnTo>
                <a:lnTo>
                  <a:pt x="2954" y="5069"/>
                </a:lnTo>
                <a:lnTo>
                  <a:pt x="3899" y="4968"/>
                </a:lnTo>
                <a:lnTo>
                  <a:pt x="6750" y="4666"/>
                </a:lnTo>
                <a:lnTo>
                  <a:pt x="8635" y="4479"/>
                </a:lnTo>
                <a:lnTo>
                  <a:pt x="10546" y="4291"/>
                </a:lnTo>
                <a:lnTo>
                  <a:pt x="12012" y="3926"/>
                </a:lnTo>
                <a:lnTo>
                  <a:pt x="13500" y="3555"/>
                </a:lnTo>
                <a:lnTo>
                  <a:pt x="13500" y="2380"/>
                </a:lnTo>
                <a:lnTo>
                  <a:pt x="13500" y="1198"/>
                </a:lnTo>
                <a:lnTo>
                  <a:pt x="13500" y="0"/>
                </a:lnTo>
                <a:close/>
              </a:path>
            </a:pathLst>
          </a:custGeom>
          <a:solidFill>
            <a:srgbClr val="A4ADB3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2" name="contour_06640"/>
          <p:cNvSpPr/>
          <p:nvPr/>
        </p:nvSpPr>
        <p:spPr>
          <a:xfrm>
            <a:off x="5534672" y="2195588"/>
            <a:ext cx="65592" cy="491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69"/>
                </a:moveTo>
                <a:lnTo>
                  <a:pt x="21425" y="4426"/>
                </a:lnTo>
                <a:lnTo>
                  <a:pt x="21228" y="6462"/>
                </a:lnTo>
                <a:lnTo>
                  <a:pt x="21000" y="8478"/>
                </a:lnTo>
                <a:lnTo>
                  <a:pt x="20736" y="10475"/>
                </a:lnTo>
                <a:lnTo>
                  <a:pt x="20431" y="12462"/>
                </a:lnTo>
                <a:lnTo>
                  <a:pt x="20078" y="14443"/>
                </a:lnTo>
                <a:lnTo>
                  <a:pt x="19670" y="16417"/>
                </a:lnTo>
                <a:lnTo>
                  <a:pt x="19200" y="18395"/>
                </a:lnTo>
                <a:lnTo>
                  <a:pt x="17702" y="19863"/>
                </a:lnTo>
                <a:lnTo>
                  <a:pt x="16579" y="20763"/>
                </a:lnTo>
                <a:lnTo>
                  <a:pt x="15485" y="21251"/>
                </a:lnTo>
                <a:lnTo>
                  <a:pt x="14074" y="21478"/>
                </a:lnTo>
                <a:lnTo>
                  <a:pt x="12000" y="21600"/>
                </a:lnTo>
                <a:lnTo>
                  <a:pt x="10450" y="20940"/>
                </a:lnTo>
                <a:lnTo>
                  <a:pt x="8918" y="20235"/>
                </a:lnTo>
                <a:lnTo>
                  <a:pt x="7406" y="19488"/>
                </a:lnTo>
                <a:lnTo>
                  <a:pt x="5909" y="18699"/>
                </a:lnTo>
                <a:lnTo>
                  <a:pt x="4423" y="17872"/>
                </a:lnTo>
                <a:lnTo>
                  <a:pt x="2947" y="17010"/>
                </a:lnTo>
                <a:lnTo>
                  <a:pt x="1474" y="16116"/>
                </a:lnTo>
                <a:lnTo>
                  <a:pt x="0" y="15190"/>
                </a:lnTo>
                <a:lnTo>
                  <a:pt x="1121" y="13632"/>
                </a:lnTo>
                <a:lnTo>
                  <a:pt x="2246" y="12077"/>
                </a:lnTo>
                <a:lnTo>
                  <a:pt x="3372" y="10526"/>
                </a:lnTo>
                <a:lnTo>
                  <a:pt x="4500" y="8978"/>
                </a:lnTo>
                <a:lnTo>
                  <a:pt x="5335" y="7824"/>
                </a:lnTo>
                <a:lnTo>
                  <a:pt x="6178" y="6664"/>
                </a:lnTo>
                <a:lnTo>
                  <a:pt x="7032" y="5487"/>
                </a:lnTo>
                <a:lnTo>
                  <a:pt x="8724" y="3539"/>
                </a:lnTo>
                <a:lnTo>
                  <a:pt x="10260" y="2035"/>
                </a:lnTo>
                <a:lnTo>
                  <a:pt x="11695" y="958"/>
                </a:lnTo>
                <a:lnTo>
                  <a:pt x="13094" y="285"/>
                </a:lnTo>
                <a:lnTo>
                  <a:pt x="14513" y="0"/>
                </a:lnTo>
                <a:lnTo>
                  <a:pt x="16013" y="87"/>
                </a:lnTo>
                <a:lnTo>
                  <a:pt x="17654" y="522"/>
                </a:lnTo>
                <a:lnTo>
                  <a:pt x="19498" y="1288"/>
                </a:lnTo>
                <a:lnTo>
                  <a:pt x="21600" y="2369"/>
                </a:lnTo>
                <a:close/>
              </a:path>
            </a:pathLst>
          </a:custGeom>
          <a:solidFill>
            <a:srgbClr val="DBE2E8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3" name="contour_06641"/>
          <p:cNvSpPr/>
          <p:nvPr/>
        </p:nvSpPr>
        <p:spPr>
          <a:xfrm>
            <a:off x="4259274" y="2171821"/>
            <a:ext cx="87456" cy="43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873" y="0"/>
                </a:lnTo>
                <a:lnTo>
                  <a:pt x="15147" y="0"/>
                </a:lnTo>
                <a:lnTo>
                  <a:pt x="16425" y="0"/>
                </a:lnTo>
                <a:lnTo>
                  <a:pt x="17708" y="0"/>
                </a:lnTo>
                <a:lnTo>
                  <a:pt x="18997" y="0"/>
                </a:lnTo>
                <a:lnTo>
                  <a:pt x="20293" y="0"/>
                </a:lnTo>
                <a:lnTo>
                  <a:pt x="21600" y="0"/>
                </a:lnTo>
                <a:lnTo>
                  <a:pt x="21397" y="3951"/>
                </a:lnTo>
                <a:lnTo>
                  <a:pt x="21229" y="6992"/>
                </a:lnTo>
                <a:lnTo>
                  <a:pt x="21078" y="9342"/>
                </a:lnTo>
                <a:lnTo>
                  <a:pt x="20918" y="11211"/>
                </a:lnTo>
                <a:lnTo>
                  <a:pt x="20732" y="12808"/>
                </a:lnTo>
                <a:lnTo>
                  <a:pt x="20498" y="14347"/>
                </a:lnTo>
                <a:lnTo>
                  <a:pt x="20194" y="16042"/>
                </a:lnTo>
                <a:lnTo>
                  <a:pt x="19800" y="18106"/>
                </a:lnTo>
                <a:lnTo>
                  <a:pt x="18482" y="19474"/>
                </a:lnTo>
                <a:lnTo>
                  <a:pt x="17217" y="20474"/>
                </a:lnTo>
                <a:lnTo>
                  <a:pt x="15989" y="21136"/>
                </a:lnTo>
                <a:lnTo>
                  <a:pt x="14785" y="21502"/>
                </a:lnTo>
                <a:lnTo>
                  <a:pt x="13592" y="21600"/>
                </a:lnTo>
                <a:lnTo>
                  <a:pt x="12393" y="21470"/>
                </a:lnTo>
                <a:lnTo>
                  <a:pt x="11176" y="21140"/>
                </a:lnTo>
                <a:lnTo>
                  <a:pt x="9927" y="20651"/>
                </a:lnTo>
                <a:lnTo>
                  <a:pt x="8633" y="20036"/>
                </a:lnTo>
                <a:lnTo>
                  <a:pt x="7277" y="19326"/>
                </a:lnTo>
                <a:lnTo>
                  <a:pt x="5850" y="18558"/>
                </a:lnTo>
                <a:lnTo>
                  <a:pt x="4198" y="17562"/>
                </a:lnTo>
                <a:lnTo>
                  <a:pt x="3067" y="16849"/>
                </a:lnTo>
                <a:lnTo>
                  <a:pt x="2178" y="16230"/>
                </a:lnTo>
                <a:lnTo>
                  <a:pt x="1249" y="15509"/>
                </a:lnTo>
                <a:lnTo>
                  <a:pt x="0" y="14484"/>
                </a:lnTo>
                <a:lnTo>
                  <a:pt x="0" y="12688"/>
                </a:lnTo>
                <a:lnTo>
                  <a:pt x="0" y="10863"/>
                </a:lnTo>
                <a:lnTo>
                  <a:pt x="1247" y="10863"/>
                </a:lnTo>
                <a:lnTo>
                  <a:pt x="2497" y="10863"/>
                </a:lnTo>
                <a:lnTo>
                  <a:pt x="3746" y="10863"/>
                </a:lnTo>
                <a:lnTo>
                  <a:pt x="4997" y="10863"/>
                </a:lnTo>
                <a:lnTo>
                  <a:pt x="6253" y="10863"/>
                </a:lnTo>
                <a:lnTo>
                  <a:pt x="7511" y="10863"/>
                </a:lnTo>
                <a:lnTo>
                  <a:pt x="8775" y="10863"/>
                </a:lnTo>
                <a:lnTo>
                  <a:pt x="10044" y="10863"/>
                </a:lnTo>
                <a:lnTo>
                  <a:pt x="11318" y="10863"/>
                </a:lnTo>
                <a:lnTo>
                  <a:pt x="12600" y="10863"/>
                </a:lnTo>
                <a:lnTo>
                  <a:pt x="12600" y="8712"/>
                </a:lnTo>
                <a:lnTo>
                  <a:pt x="12600" y="6554"/>
                </a:lnTo>
                <a:lnTo>
                  <a:pt x="12600" y="4389"/>
                </a:lnTo>
                <a:lnTo>
                  <a:pt x="12600" y="2205"/>
                </a:lnTo>
                <a:lnTo>
                  <a:pt x="12600" y="0"/>
                </a:lnTo>
                <a:close/>
              </a:path>
            </a:pathLst>
          </a:custGeom>
          <a:solidFill>
            <a:srgbClr val="D6D3BF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4" name="contour_06642"/>
          <p:cNvSpPr/>
          <p:nvPr/>
        </p:nvSpPr>
        <p:spPr>
          <a:xfrm>
            <a:off x="4317578" y="2142670"/>
            <a:ext cx="1311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00" y="0"/>
                </a:moveTo>
                <a:lnTo>
                  <a:pt x="9193" y="0"/>
                </a:lnTo>
                <a:lnTo>
                  <a:pt x="9991" y="0"/>
                </a:lnTo>
                <a:lnTo>
                  <a:pt x="10800" y="0"/>
                </a:lnTo>
                <a:lnTo>
                  <a:pt x="10800" y="1833"/>
                </a:lnTo>
                <a:lnTo>
                  <a:pt x="10800" y="3672"/>
                </a:lnTo>
                <a:lnTo>
                  <a:pt x="10800" y="5517"/>
                </a:lnTo>
                <a:lnTo>
                  <a:pt x="10800" y="7378"/>
                </a:lnTo>
                <a:lnTo>
                  <a:pt x="10800" y="9257"/>
                </a:lnTo>
                <a:lnTo>
                  <a:pt x="11632" y="9257"/>
                </a:lnTo>
                <a:lnTo>
                  <a:pt x="12464" y="9257"/>
                </a:lnTo>
                <a:lnTo>
                  <a:pt x="13297" y="9257"/>
                </a:lnTo>
                <a:lnTo>
                  <a:pt x="14131" y="9257"/>
                </a:lnTo>
                <a:lnTo>
                  <a:pt x="14969" y="9257"/>
                </a:lnTo>
                <a:lnTo>
                  <a:pt x="15808" y="9257"/>
                </a:lnTo>
                <a:lnTo>
                  <a:pt x="16650" y="9257"/>
                </a:lnTo>
                <a:lnTo>
                  <a:pt x="17496" y="9257"/>
                </a:lnTo>
                <a:lnTo>
                  <a:pt x="18346" y="9257"/>
                </a:lnTo>
                <a:lnTo>
                  <a:pt x="19200" y="9257"/>
                </a:lnTo>
                <a:lnTo>
                  <a:pt x="19200" y="11297"/>
                </a:lnTo>
                <a:lnTo>
                  <a:pt x="19200" y="13349"/>
                </a:lnTo>
                <a:lnTo>
                  <a:pt x="19200" y="15429"/>
                </a:lnTo>
                <a:lnTo>
                  <a:pt x="19993" y="15429"/>
                </a:lnTo>
                <a:lnTo>
                  <a:pt x="20791" y="15429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20778" y="21248"/>
                </a:lnTo>
                <a:lnTo>
                  <a:pt x="19955" y="20896"/>
                </a:lnTo>
                <a:lnTo>
                  <a:pt x="19133" y="20542"/>
                </a:lnTo>
                <a:lnTo>
                  <a:pt x="18310" y="20190"/>
                </a:lnTo>
                <a:lnTo>
                  <a:pt x="17486" y="19838"/>
                </a:lnTo>
                <a:lnTo>
                  <a:pt x="16662" y="19483"/>
                </a:lnTo>
                <a:lnTo>
                  <a:pt x="15839" y="19131"/>
                </a:lnTo>
                <a:lnTo>
                  <a:pt x="15014" y="18777"/>
                </a:lnTo>
                <a:lnTo>
                  <a:pt x="14189" y="18425"/>
                </a:lnTo>
                <a:lnTo>
                  <a:pt x="13363" y="18070"/>
                </a:lnTo>
                <a:lnTo>
                  <a:pt x="12536" y="17715"/>
                </a:lnTo>
                <a:lnTo>
                  <a:pt x="11710" y="17360"/>
                </a:lnTo>
                <a:lnTo>
                  <a:pt x="10880" y="17005"/>
                </a:lnTo>
                <a:lnTo>
                  <a:pt x="10052" y="16651"/>
                </a:lnTo>
                <a:lnTo>
                  <a:pt x="9222" y="16296"/>
                </a:lnTo>
                <a:lnTo>
                  <a:pt x="8390" y="15938"/>
                </a:lnTo>
                <a:lnTo>
                  <a:pt x="7558" y="15583"/>
                </a:lnTo>
                <a:lnTo>
                  <a:pt x="6724" y="15225"/>
                </a:lnTo>
                <a:lnTo>
                  <a:pt x="5888" y="14867"/>
                </a:lnTo>
                <a:lnTo>
                  <a:pt x="5052" y="14509"/>
                </a:lnTo>
                <a:lnTo>
                  <a:pt x="4214" y="14148"/>
                </a:lnTo>
                <a:lnTo>
                  <a:pt x="3374" y="13790"/>
                </a:lnTo>
                <a:lnTo>
                  <a:pt x="2534" y="13429"/>
                </a:lnTo>
                <a:lnTo>
                  <a:pt x="1691" y="13068"/>
                </a:lnTo>
                <a:lnTo>
                  <a:pt x="846" y="12707"/>
                </a:lnTo>
                <a:lnTo>
                  <a:pt x="0" y="12343"/>
                </a:lnTo>
                <a:lnTo>
                  <a:pt x="0" y="10812"/>
                </a:lnTo>
                <a:lnTo>
                  <a:pt x="0" y="9257"/>
                </a:lnTo>
                <a:lnTo>
                  <a:pt x="792" y="9257"/>
                </a:lnTo>
                <a:lnTo>
                  <a:pt x="1584" y="9257"/>
                </a:lnTo>
                <a:lnTo>
                  <a:pt x="2377" y="9257"/>
                </a:lnTo>
                <a:lnTo>
                  <a:pt x="3172" y="9257"/>
                </a:lnTo>
                <a:lnTo>
                  <a:pt x="3967" y="9257"/>
                </a:lnTo>
                <a:lnTo>
                  <a:pt x="4764" y="9257"/>
                </a:lnTo>
                <a:lnTo>
                  <a:pt x="5563" y="9257"/>
                </a:lnTo>
                <a:lnTo>
                  <a:pt x="6365" y="9257"/>
                </a:lnTo>
                <a:lnTo>
                  <a:pt x="7169" y="9257"/>
                </a:lnTo>
                <a:lnTo>
                  <a:pt x="7975" y="9257"/>
                </a:lnTo>
                <a:lnTo>
                  <a:pt x="8786" y="9257"/>
                </a:lnTo>
                <a:lnTo>
                  <a:pt x="9600" y="9257"/>
                </a:lnTo>
                <a:lnTo>
                  <a:pt x="9362" y="7424"/>
                </a:lnTo>
                <a:lnTo>
                  <a:pt x="9124" y="5585"/>
                </a:lnTo>
                <a:lnTo>
                  <a:pt x="8885" y="3740"/>
                </a:lnTo>
                <a:lnTo>
                  <a:pt x="8644" y="1879"/>
                </a:lnTo>
                <a:lnTo>
                  <a:pt x="8400" y="0"/>
                </a:lnTo>
                <a:close/>
              </a:path>
            </a:pathLst>
          </a:custGeom>
          <a:solidFill>
            <a:srgbClr val="82A7BB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5" name="contour_06643"/>
          <p:cNvSpPr/>
          <p:nvPr/>
        </p:nvSpPr>
        <p:spPr>
          <a:xfrm>
            <a:off x="1890677" y="2141817"/>
            <a:ext cx="95342" cy="664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" y="277"/>
                </a:moveTo>
                <a:lnTo>
                  <a:pt x="2830" y="83"/>
                </a:lnTo>
                <a:lnTo>
                  <a:pt x="4006" y="0"/>
                </a:lnTo>
                <a:lnTo>
                  <a:pt x="5175" y="24"/>
                </a:lnTo>
                <a:lnTo>
                  <a:pt x="6339" y="149"/>
                </a:lnTo>
                <a:lnTo>
                  <a:pt x="7493" y="372"/>
                </a:lnTo>
                <a:lnTo>
                  <a:pt x="8637" y="685"/>
                </a:lnTo>
                <a:lnTo>
                  <a:pt x="9768" y="1087"/>
                </a:lnTo>
                <a:lnTo>
                  <a:pt x="10886" y="1576"/>
                </a:lnTo>
                <a:lnTo>
                  <a:pt x="11987" y="2139"/>
                </a:lnTo>
                <a:lnTo>
                  <a:pt x="13070" y="2779"/>
                </a:lnTo>
                <a:lnTo>
                  <a:pt x="14135" y="3490"/>
                </a:lnTo>
                <a:lnTo>
                  <a:pt x="15177" y="4265"/>
                </a:lnTo>
                <a:lnTo>
                  <a:pt x="16198" y="5101"/>
                </a:lnTo>
                <a:lnTo>
                  <a:pt x="17193" y="5994"/>
                </a:lnTo>
                <a:lnTo>
                  <a:pt x="18162" y="6939"/>
                </a:lnTo>
                <a:lnTo>
                  <a:pt x="19533" y="8704"/>
                </a:lnTo>
                <a:lnTo>
                  <a:pt x="20457" y="9998"/>
                </a:lnTo>
                <a:lnTo>
                  <a:pt x="21030" y="11040"/>
                </a:lnTo>
                <a:lnTo>
                  <a:pt x="21349" y="12050"/>
                </a:lnTo>
                <a:lnTo>
                  <a:pt x="21506" y="13246"/>
                </a:lnTo>
                <a:lnTo>
                  <a:pt x="21600" y="14853"/>
                </a:lnTo>
                <a:lnTo>
                  <a:pt x="21372" y="16156"/>
                </a:lnTo>
                <a:lnTo>
                  <a:pt x="21164" y="17158"/>
                </a:lnTo>
                <a:lnTo>
                  <a:pt x="20893" y="18184"/>
                </a:lnTo>
                <a:lnTo>
                  <a:pt x="20471" y="19555"/>
                </a:lnTo>
                <a:lnTo>
                  <a:pt x="19813" y="21600"/>
                </a:lnTo>
                <a:lnTo>
                  <a:pt x="19813" y="20034"/>
                </a:lnTo>
                <a:lnTo>
                  <a:pt x="19813" y="18458"/>
                </a:lnTo>
                <a:lnTo>
                  <a:pt x="19813" y="16862"/>
                </a:lnTo>
                <a:lnTo>
                  <a:pt x="18973" y="16075"/>
                </a:lnTo>
                <a:lnTo>
                  <a:pt x="18337" y="15568"/>
                </a:lnTo>
                <a:lnTo>
                  <a:pt x="17589" y="15113"/>
                </a:lnTo>
                <a:lnTo>
                  <a:pt x="16409" y="14492"/>
                </a:lnTo>
                <a:lnTo>
                  <a:pt x="15668" y="14109"/>
                </a:lnTo>
                <a:lnTo>
                  <a:pt x="14920" y="13720"/>
                </a:lnTo>
                <a:lnTo>
                  <a:pt x="14163" y="13327"/>
                </a:lnTo>
                <a:lnTo>
                  <a:pt x="13080" y="12832"/>
                </a:lnTo>
                <a:lnTo>
                  <a:pt x="11997" y="12344"/>
                </a:lnTo>
                <a:lnTo>
                  <a:pt x="10912" y="11863"/>
                </a:lnTo>
                <a:lnTo>
                  <a:pt x="9826" y="11391"/>
                </a:lnTo>
                <a:lnTo>
                  <a:pt x="8739" y="10924"/>
                </a:lnTo>
                <a:lnTo>
                  <a:pt x="7651" y="10465"/>
                </a:lnTo>
                <a:lnTo>
                  <a:pt x="6562" y="10010"/>
                </a:lnTo>
                <a:lnTo>
                  <a:pt x="5470" y="9562"/>
                </a:lnTo>
                <a:lnTo>
                  <a:pt x="4379" y="9119"/>
                </a:lnTo>
                <a:lnTo>
                  <a:pt x="3286" y="8678"/>
                </a:lnTo>
                <a:lnTo>
                  <a:pt x="2191" y="8245"/>
                </a:lnTo>
                <a:lnTo>
                  <a:pt x="1096" y="7814"/>
                </a:lnTo>
                <a:lnTo>
                  <a:pt x="0" y="7385"/>
                </a:lnTo>
                <a:lnTo>
                  <a:pt x="249" y="5617"/>
                </a:lnTo>
                <a:lnTo>
                  <a:pt x="459" y="4364"/>
                </a:lnTo>
                <a:lnTo>
                  <a:pt x="710" y="3284"/>
                </a:lnTo>
                <a:lnTo>
                  <a:pt x="1081" y="2035"/>
                </a:lnTo>
                <a:lnTo>
                  <a:pt x="1651" y="277"/>
                </a:lnTo>
                <a:close/>
              </a:path>
            </a:pathLst>
          </a:custGeom>
          <a:solidFill>
            <a:srgbClr val="5B5D5E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6" name="contour_06644"/>
          <p:cNvSpPr/>
          <p:nvPr/>
        </p:nvSpPr>
        <p:spPr>
          <a:xfrm>
            <a:off x="2525555" y="2126818"/>
            <a:ext cx="72056" cy="595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34" y="132"/>
                </a:moveTo>
                <a:lnTo>
                  <a:pt x="13748" y="151"/>
                </a:lnTo>
                <a:lnTo>
                  <a:pt x="15601" y="203"/>
                </a:lnTo>
                <a:lnTo>
                  <a:pt x="17102" y="256"/>
                </a:lnTo>
                <a:lnTo>
                  <a:pt x="18600" y="320"/>
                </a:lnTo>
                <a:lnTo>
                  <a:pt x="20101" y="388"/>
                </a:lnTo>
                <a:lnTo>
                  <a:pt x="21600" y="462"/>
                </a:lnTo>
                <a:lnTo>
                  <a:pt x="21071" y="2048"/>
                </a:lnTo>
                <a:lnTo>
                  <a:pt x="20523" y="3604"/>
                </a:lnTo>
                <a:lnTo>
                  <a:pt x="19951" y="5136"/>
                </a:lnTo>
                <a:lnTo>
                  <a:pt x="19343" y="6645"/>
                </a:lnTo>
                <a:lnTo>
                  <a:pt x="18692" y="8127"/>
                </a:lnTo>
                <a:lnTo>
                  <a:pt x="17991" y="9591"/>
                </a:lnTo>
                <a:lnTo>
                  <a:pt x="17231" y="11031"/>
                </a:lnTo>
                <a:lnTo>
                  <a:pt x="15671" y="11766"/>
                </a:lnTo>
                <a:lnTo>
                  <a:pt x="14550" y="12270"/>
                </a:lnTo>
                <a:lnTo>
                  <a:pt x="13554" y="12672"/>
                </a:lnTo>
                <a:lnTo>
                  <a:pt x="12368" y="13097"/>
                </a:lnTo>
                <a:lnTo>
                  <a:pt x="10677" y="13673"/>
                </a:lnTo>
                <a:lnTo>
                  <a:pt x="9499" y="14913"/>
                </a:lnTo>
                <a:lnTo>
                  <a:pt x="8376" y="16189"/>
                </a:lnTo>
                <a:lnTo>
                  <a:pt x="7292" y="17494"/>
                </a:lnTo>
                <a:lnTo>
                  <a:pt x="6233" y="18831"/>
                </a:lnTo>
                <a:lnTo>
                  <a:pt x="5182" y="20202"/>
                </a:lnTo>
                <a:lnTo>
                  <a:pt x="4123" y="21600"/>
                </a:lnTo>
                <a:lnTo>
                  <a:pt x="3618" y="20086"/>
                </a:lnTo>
                <a:lnTo>
                  <a:pt x="3120" y="18572"/>
                </a:lnTo>
                <a:lnTo>
                  <a:pt x="2628" y="17053"/>
                </a:lnTo>
                <a:lnTo>
                  <a:pt x="2143" y="15528"/>
                </a:lnTo>
                <a:lnTo>
                  <a:pt x="1665" y="14004"/>
                </a:lnTo>
                <a:lnTo>
                  <a:pt x="1208" y="12593"/>
                </a:lnTo>
                <a:lnTo>
                  <a:pt x="747" y="11171"/>
                </a:lnTo>
                <a:lnTo>
                  <a:pt x="282" y="9731"/>
                </a:lnTo>
                <a:lnTo>
                  <a:pt x="0" y="7380"/>
                </a:lnTo>
                <a:lnTo>
                  <a:pt x="7" y="5852"/>
                </a:lnTo>
                <a:lnTo>
                  <a:pt x="395" y="4486"/>
                </a:lnTo>
                <a:lnTo>
                  <a:pt x="1254" y="2610"/>
                </a:lnTo>
                <a:lnTo>
                  <a:pt x="2709" y="1649"/>
                </a:lnTo>
                <a:lnTo>
                  <a:pt x="4140" y="949"/>
                </a:lnTo>
                <a:lnTo>
                  <a:pt x="5562" y="468"/>
                </a:lnTo>
                <a:lnTo>
                  <a:pt x="6995" y="174"/>
                </a:lnTo>
                <a:lnTo>
                  <a:pt x="8450" y="32"/>
                </a:lnTo>
                <a:lnTo>
                  <a:pt x="9949" y="0"/>
                </a:lnTo>
                <a:lnTo>
                  <a:pt x="11505" y="48"/>
                </a:lnTo>
                <a:lnTo>
                  <a:pt x="13134" y="132"/>
                </a:lnTo>
                <a:close/>
              </a:path>
            </a:pathLst>
          </a:custGeom>
          <a:solidFill>
            <a:srgbClr val="FCF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7" name="contour_06645"/>
          <p:cNvSpPr/>
          <p:nvPr/>
        </p:nvSpPr>
        <p:spPr>
          <a:xfrm>
            <a:off x="5673144" y="2135382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90" y="0"/>
                </a:lnTo>
                <a:lnTo>
                  <a:pt x="2387" y="0"/>
                </a:lnTo>
                <a:lnTo>
                  <a:pt x="3600" y="0"/>
                </a:lnTo>
                <a:lnTo>
                  <a:pt x="3600" y="2138"/>
                </a:lnTo>
                <a:lnTo>
                  <a:pt x="3600" y="4284"/>
                </a:lnTo>
                <a:lnTo>
                  <a:pt x="3600" y="6437"/>
                </a:lnTo>
                <a:lnTo>
                  <a:pt x="3600" y="8608"/>
                </a:lnTo>
                <a:lnTo>
                  <a:pt x="3600" y="10800"/>
                </a:lnTo>
                <a:lnTo>
                  <a:pt x="4124" y="10343"/>
                </a:lnTo>
                <a:lnTo>
                  <a:pt x="5710" y="8971"/>
                </a:lnTo>
                <a:lnTo>
                  <a:pt x="7967" y="7211"/>
                </a:lnTo>
                <a:lnTo>
                  <a:pt x="9752" y="5857"/>
                </a:lnTo>
                <a:lnTo>
                  <a:pt x="11162" y="4867"/>
                </a:lnTo>
                <a:lnTo>
                  <a:pt x="12280" y="4216"/>
                </a:lnTo>
                <a:lnTo>
                  <a:pt x="13201" y="3859"/>
                </a:lnTo>
                <a:lnTo>
                  <a:pt x="14015" y="3766"/>
                </a:lnTo>
                <a:lnTo>
                  <a:pt x="14812" y="3902"/>
                </a:lnTo>
                <a:lnTo>
                  <a:pt x="15683" y="4234"/>
                </a:lnTo>
                <a:lnTo>
                  <a:pt x="16720" y="4723"/>
                </a:lnTo>
                <a:lnTo>
                  <a:pt x="17698" y="5746"/>
                </a:lnTo>
                <a:lnTo>
                  <a:pt x="18439" y="6570"/>
                </a:lnTo>
                <a:lnTo>
                  <a:pt x="19181" y="7495"/>
                </a:lnTo>
                <a:lnTo>
                  <a:pt x="20156" y="8806"/>
                </a:lnTo>
                <a:lnTo>
                  <a:pt x="21600" y="10800"/>
                </a:lnTo>
                <a:lnTo>
                  <a:pt x="20410" y="10800"/>
                </a:lnTo>
                <a:lnTo>
                  <a:pt x="19213" y="10800"/>
                </a:lnTo>
                <a:lnTo>
                  <a:pt x="18000" y="10800"/>
                </a:lnTo>
                <a:lnTo>
                  <a:pt x="18000" y="12938"/>
                </a:lnTo>
                <a:lnTo>
                  <a:pt x="18000" y="15084"/>
                </a:lnTo>
                <a:lnTo>
                  <a:pt x="18000" y="17237"/>
                </a:lnTo>
                <a:lnTo>
                  <a:pt x="18000" y="19408"/>
                </a:lnTo>
                <a:lnTo>
                  <a:pt x="18000" y="21600"/>
                </a:lnTo>
                <a:lnTo>
                  <a:pt x="16727" y="21600"/>
                </a:lnTo>
                <a:lnTo>
                  <a:pt x="15453" y="21600"/>
                </a:lnTo>
                <a:lnTo>
                  <a:pt x="14175" y="21600"/>
                </a:lnTo>
                <a:lnTo>
                  <a:pt x="12892" y="21600"/>
                </a:lnTo>
                <a:lnTo>
                  <a:pt x="11603" y="21600"/>
                </a:lnTo>
                <a:lnTo>
                  <a:pt x="10307" y="21600"/>
                </a:lnTo>
                <a:lnTo>
                  <a:pt x="9000" y="21600"/>
                </a:lnTo>
                <a:lnTo>
                  <a:pt x="9000" y="19220"/>
                </a:lnTo>
                <a:lnTo>
                  <a:pt x="9000" y="16826"/>
                </a:lnTo>
                <a:lnTo>
                  <a:pt x="9000" y="14400"/>
                </a:lnTo>
                <a:lnTo>
                  <a:pt x="7886" y="14846"/>
                </a:lnTo>
                <a:lnTo>
                  <a:pt x="6772" y="15293"/>
                </a:lnTo>
                <a:lnTo>
                  <a:pt x="5654" y="15739"/>
                </a:lnTo>
                <a:lnTo>
                  <a:pt x="4534" y="16186"/>
                </a:lnTo>
                <a:lnTo>
                  <a:pt x="3409" y="16636"/>
                </a:lnTo>
                <a:lnTo>
                  <a:pt x="2279" y="17089"/>
                </a:lnTo>
                <a:lnTo>
                  <a:pt x="1143" y="17543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9F969D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8" name="contour_06646"/>
          <p:cNvSpPr/>
          <p:nvPr/>
        </p:nvSpPr>
        <p:spPr>
          <a:xfrm>
            <a:off x="8522749" y="2091654"/>
            <a:ext cx="5101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7" y="227"/>
                </a:lnTo>
                <a:lnTo>
                  <a:pt x="3777" y="434"/>
                </a:lnTo>
                <a:lnTo>
                  <a:pt x="5184" y="707"/>
                </a:lnTo>
                <a:lnTo>
                  <a:pt x="6863" y="1134"/>
                </a:lnTo>
                <a:lnTo>
                  <a:pt x="9257" y="1800"/>
                </a:lnTo>
                <a:lnTo>
                  <a:pt x="9995" y="3049"/>
                </a:lnTo>
                <a:lnTo>
                  <a:pt x="10640" y="4248"/>
                </a:lnTo>
                <a:lnTo>
                  <a:pt x="11204" y="5425"/>
                </a:lnTo>
                <a:lnTo>
                  <a:pt x="11704" y="6610"/>
                </a:lnTo>
                <a:lnTo>
                  <a:pt x="12142" y="7830"/>
                </a:lnTo>
                <a:lnTo>
                  <a:pt x="12534" y="9112"/>
                </a:lnTo>
                <a:lnTo>
                  <a:pt x="12914" y="10327"/>
                </a:lnTo>
                <a:lnTo>
                  <a:pt x="13327" y="11511"/>
                </a:lnTo>
                <a:lnTo>
                  <a:pt x="13778" y="12677"/>
                </a:lnTo>
                <a:lnTo>
                  <a:pt x="14275" y="13840"/>
                </a:lnTo>
                <a:lnTo>
                  <a:pt x="14824" y="15010"/>
                </a:lnTo>
                <a:lnTo>
                  <a:pt x="15429" y="16200"/>
                </a:lnTo>
                <a:lnTo>
                  <a:pt x="17468" y="16200"/>
                </a:lnTo>
                <a:lnTo>
                  <a:pt x="19520" y="16200"/>
                </a:lnTo>
                <a:lnTo>
                  <a:pt x="21600" y="16200"/>
                </a:lnTo>
                <a:lnTo>
                  <a:pt x="21600" y="17269"/>
                </a:lnTo>
                <a:lnTo>
                  <a:pt x="21600" y="18342"/>
                </a:lnTo>
                <a:lnTo>
                  <a:pt x="21600" y="19418"/>
                </a:lnTo>
                <a:lnTo>
                  <a:pt x="21600" y="20504"/>
                </a:lnTo>
                <a:lnTo>
                  <a:pt x="21600" y="21600"/>
                </a:lnTo>
                <a:lnTo>
                  <a:pt x="17854" y="21159"/>
                </a:lnTo>
                <a:lnTo>
                  <a:pt x="14824" y="20783"/>
                </a:lnTo>
                <a:lnTo>
                  <a:pt x="12401" y="20439"/>
                </a:lnTo>
                <a:lnTo>
                  <a:pt x="10476" y="20095"/>
                </a:lnTo>
                <a:lnTo>
                  <a:pt x="8933" y="19717"/>
                </a:lnTo>
                <a:lnTo>
                  <a:pt x="7662" y="19274"/>
                </a:lnTo>
                <a:lnTo>
                  <a:pt x="6551" y="18733"/>
                </a:lnTo>
                <a:lnTo>
                  <a:pt x="5493" y="18061"/>
                </a:lnTo>
                <a:lnTo>
                  <a:pt x="4376" y="17228"/>
                </a:lnTo>
                <a:lnTo>
                  <a:pt x="3086" y="16200"/>
                </a:lnTo>
                <a:lnTo>
                  <a:pt x="2629" y="15019"/>
                </a:lnTo>
                <a:lnTo>
                  <a:pt x="2253" y="13838"/>
                </a:lnTo>
                <a:lnTo>
                  <a:pt x="1947" y="12656"/>
                </a:lnTo>
                <a:lnTo>
                  <a:pt x="1700" y="11470"/>
                </a:lnTo>
                <a:lnTo>
                  <a:pt x="1493" y="10278"/>
                </a:lnTo>
                <a:lnTo>
                  <a:pt x="1318" y="9081"/>
                </a:lnTo>
                <a:lnTo>
                  <a:pt x="1157" y="7875"/>
                </a:lnTo>
                <a:lnTo>
                  <a:pt x="978" y="6737"/>
                </a:lnTo>
                <a:lnTo>
                  <a:pt x="796" y="5584"/>
                </a:lnTo>
                <a:lnTo>
                  <a:pt x="626" y="4468"/>
                </a:lnTo>
                <a:lnTo>
                  <a:pt x="463" y="3350"/>
                </a:lnTo>
                <a:lnTo>
                  <a:pt x="305" y="2234"/>
                </a:lnTo>
                <a:lnTo>
                  <a:pt x="151" y="1116"/>
                </a:lnTo>
                <a:lnTo>
                  <a:pt x="0" y="0"/>
                </a:lnTo>
                <a:close/>
              </a:path>
            </a:pathLst>
          </a:custGeom>
          <a:solidFill>
            <a:srgbClr val="DE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649" name="contour_06647"/>
          <p:cNvSpPr/>
          <p:nvPr/>
        </p:nvSpPr>
        <p:spPr>
          <a:xfrm>
            <a:off x="1336789" y="2091173"/>
            <a:ext cx="66904" cy="514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65" y="202"/>
                </a:moveTo>
                <a:lnTo>
                  <a:pt x="13518" y="0"/>
                </a:lnTo>
                <a:lnTo>
                  <a:pt x="15153" y="86"/>
                </a:lnTo>
                <a:lnTo>
                  <a:pt x="16704" y="459"/>
                </a:lnTo>
                <a:lnTo>
                  <a:pt x="18202" y="1113"/>
                </a:lnTo>
                <a:lnTo>
                  <a:pt x="19682" y="2048"/>
                </a:lnTo>
                <a:lnTo>
                  <a:pt x="21176" y="3259"/>
                </a:lnTo>
                <a:lnTo>
                  <a:pt x="21459" y="5625"/>
                </a:lnTo>
                <a:lnTo>
                  <a:pt x="21600" y="7285"/>
                </a:lnTo>
                <a:lnTo>
                  <a:pt x="21600" y="8679"/>
                </a:lnTo>
                <a:lnTo>
                  <a:pt x="21459" y="10247"/>
                </a:lnTo>
                <a:lnTo>
                  <a:pt x="21176" y="12429"/>
                </a:lnTo>
                <a:lnTo>
                  <a:pt x="19621" y="12429"/>
                </a:lnTo>
                <a:lnTo>
                  <a:pt x="18056" y="12429"/>
                </a:lnTo>
                <a:lnTo>
                  <a:pt x="16471" y="12429"/>
                </a:lnTo>
                <a:lnTo>
                  <a:pt x="16471" y="14245"/>
                </a:lnTo>
                <a:lnTo>
                  <a:pt x="16471" y="16067"/>
                </a:lnTo>
                <a:lnTo>
                  <a:pt x="16471" y="17895"/>
                </a:lnTo>
                <a:lnTo>
                  <a:pt x="16471" y="19738"/>
                </a:lnTo>
                <a:lnTo>
                  <a:pt x="16471" y="21600"/>
                </a:lnTo>
                <a:lnTo>
                  <a:pt x="14840" y="21297"/>
                </a:lnTo>
                <a:lnTo>
                  <a:pt x="13207" y="20995"/>
                </a:lnTo>
                <a:lnTo>
                  <a:pt x="11574" y="20692"/>
                </a:lnTo>
                <a:lnTo>
                  <a:pt x="9939" y="20386"/>
                </a:lnTo>
                <a:lnTo>
                  <a:pt x="8296" y="20084"/>
                </a:lnTo>
                <a:lnTo>
                  <a:pt x="6652" y="19778"/>
                </a:lnTo>
                <a:lnTo>
                  <a:pt x="5000" y="19472"/>
                </a:lnTo>
                <a:lnTo>
                  <a:pt x="3341" y="19164"/>
                </a:lnTo>
                <a:lnTo>
                  <a:pt x="1675" y="18855"/>
                </a:lnTo>
                <a:lnTo>
                  <a:pt x="0" y="18543"/>
                </a:lnTo>
                <a:lnTo>
                  <a:pt x="0" y="16523"/>
                </a:lnTo>
                <a:lnTo>
                  <a:pt x="0" y="14490"/>
                </a:lnTo>
                <a:lnTo>
                  <a:pt x="0" y="12429"/>
                </a:lnTo>
                <a:lnTo>
                  <a:pt x="1605" y="12808"/>
                </a:lnTo>
                <a:lnTo>
                  <a:pt x="3235" y="13194"/>
                </a:lnTo>
                <a:lnTo>
                  <a:pt x="4499" y="12943"/>
                </a:lnTo>
                <a:lnTo>
                  <a:pt x="5769" y="12686"/>
                </a:lnTo>
                <a:lnTo>
                  <a:pt x="7059" y="12429"/>
                </a:lnTo>
                <a:lnTo>
                  <a:pt x="7760" y="10739"/>
                </a:lnTo>
                <a:lnTo>
                  <a:pt x="8224" y="9519"/>
                </a:lnTo>
                <a:lnTo>
                  <a:pt x="8656" y="8177"/>
                </a:lnTo>
                <a:lnTo>
                  <a:pt x="9266" y="6126"/>
                </a:lnTo>
                <a:lnTo>
                  <a:pt x="9911" y="4139"/>
                </a:lnTo>
                <a:lnTo>
                  <a:pt x="10384" y="2858"/>
                </a:lnTo>
                <a:lnTo>
                  <a:pt x="10925" y="1733"/>
                </a:lnTo>
                <a:lnTo>
                  <a:pt x="11765" y="202"/>
                </a:lnTo>
                <a:close/>
              </a:path>
            </a:pathLst>
          </a:custGeom>
          <a:solidFill>
            <a:srgbClr val="8D8B89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0" name="contour_06648"/>
          <p:cNvSpPr/>
          <p:nvPr/>
        </p:nvSpPr>
        <p:spPr>
          <a:xfrm>
            <a:off x="2153044" y="2062502"/>
            <a:ext cx="6559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0"/>
                </a:lnTo>
                <a:lnTo>
                  <a:pt x="3170" y="0"/>
                </a:lnTo>
                <a:lnTo>
                  <a:pt x="4764" y="0"/>
                </a:lnTo>
                <a:lnTo>
                  <a:pt x="6365" y="0"/>
                </a:lnTo>
                <a:lnTo>
                  <a:pt x="7975" y="0"/>
                </a:lnTo>
                <a:lnTo>
                  <a:pt x="9600" y="0"/>
                </a:lnTo>
                <a:lnTo>
                  <a:pt x="9538" y="366"/>
                </a:lnTo>
                <a:lnTo>
                  <a:pt x="9430" y="1009"/>
                </a:lnTo>
                <a:lnTo>
                  <a:pt x="9178" y="2482"/>
                </a:lnTo>
                <a:lnTo>
                  <a:pt x="8926" y="4656"/>
                </a:lnTo>
                <a:lnTo>
                  <a:pt x="8738" y="6451"/>
                </a:lnTo>
                <a:lnTo>
                  <a:pt x="8628" y="7919"/>
                </a:lnTo>
                <a:lnTo>
                  <a:pt x="8614" y="9117"/>
                </a:lnTo>
                <a:lnTo>
                  <a:pt x="8705" y="10098"/>
                </a:lnTo>
                <a:lnTo>
                  <a:pt x="8916" y="10914"/>
                </a:lnTo>
                <a:lnTo>
                  <a:pt x="9262" y="11621"/>
                </a:lnTo>
                <a:lnTo>
                  <a:pt x="9756" y="12272"/>
                </a:lnTo>
                <a:lnTo>
                  <a:pt x="10414" y="12921"/>
                </a:lnTo>
                <a:lnTo>
                  <a:pt x="11246" y="13622"/>
                </a:lnTo>
                <a:lnTo>
                  <a:pt x="12271" y="14429"/>
                </a:lnTo>
                <a:lnTo>
                  <a:pt x="13922" y="15209"/>
                </a:lnTo>
                <a:lnTo>
                  <a:pt x="15096" y="15749"/>
                </a:lnTo>
                <a:lnTo>
                  <a:pt x="16116" y="16185"/>
                </a:lnTo>
                <a:lnTo>
                  <a:pt x="17302" y="16655"/>
                </a:lnTo>
                <a:lnTo>
                  <a:pt x="18974" y="17297"/>
                </a:lnTo>
                <a:lnTo>
                  <a:pt x="20278" y="17902"/>
                </a:lnTo>
                <a:lnTo>
                  <a:pt x="21600" y="18514"/>
                </a:lnTo>
                <a:lnTo>
                  <a:pt x="21600" y="19534"/>
                </a:lnTo>
                <a:lnTo>
                  <a:pt x="21600" y="20560"/>
                </a:lnTo>
                <a:lnTo>
                  <a:pt x="21600" y="21600"/>
                </a:lnTo>
                <a:lnTo>
                  <a:pt x="19903" y="21600"/>
                </a:lnTo>
                <a:lnTo>
                  <a:pt x="18204" y="21600"/>
                </a:lnTo>
                <a:lnTo>
                  <a:pt x="16500" y="21600"/>
                </a:lnTo>
                <a:lnTo>
                  <a:pt x="14789" y="21600"/>
                </a:lnTo>
                <a:lnTo>
                  <a:pt x="13070" y="21600"/>
                </a:lnTo>
                <a:lnTo>
                  <a:pt x="11342" y="21600"/>
                </a:lnTo>
                <a:lnTo>
                  <a:pt x="9600" y="21600"/>
                </a:lnTo>
                <a:lnTo>
                  <a:pt x="9600" y="20582"/>
                </a:lnTo>
                <a:lnTo>
                  <a:pt x="9600" y="19562"/>
                </a:lnTo>
                <a:lnTo>
                  <a:pt x="9600" y="18537"/>
                </a:lnTo>
                <a:lnTo>
                  <a:pt x="9600" y="17508"/>
                </a:lnTo>
                <a:lnTo>
                  <a:pt x="9600" y="16473"/>
                </a:lnTo>
                <a:lnTo>
                  <a:pt x="9600" y="15429"/>
                </a:lnTo>
                <a:lnTo>
                  <a:pt x="8014" y="15429"/>
                </a:lnTo>
                <a:lnTo>
                  <a:pt x="6418" y="15429"/>
                </a:lnTo>
                <a:lnTo>
                  <a:pt x="4800" y="15429"/>
                </a:lnTo>
                <a:lnTo>
                  <a:pt x="4222" y="14578"/>
                </a:lnTo>
                <a:lnTo>
                  <a:pt x="3871" y="13944"/>
                </a:lnTo>
                <a:lnTo>
                  <a:pt x="3605" y="13208"/>
                </a:lnTo>
                <a:lnTo>
                  <a:pt x="3281" y="12053"/>
                </a:lnTo>
                <a:lnTo>
                  <a:pt x="2978" y="11007"/>
                </a:lnTo>
                <a:lnTo>
                  <a:pt x="2671" y="9944"/>
                </a:lnTo>
                <a:lnTo>
                  <a:pt x="2484" y="9206"/>
                </a:lnTo>
                <a:lnTo>
                  <a:pt x="2292" y="8466"/>
                </a:lnTo>
                <a:lnTo>
                  <a:pt x="2100" y="7714"/>
                </a:lnTo>
                <a:lnTo>
                  <a:pt x="1894" y="6977"/>
                </a:lnTo>
                <a:lnTo>
                  <a:pt x="1682" y="6236"/>
                </a:lnTo>
                <a:lnTo>
                  <a:pt x="1471" y="5485"/>
                </a:lnTo>
                <a:lnTo>
                  <a:pt x="1217" y="4571"/>
                </a:lnTo>
                <a:lnTo>
                  <a:pt x="967" y="3658"/>
                </a:lnTo>
                <a:lnTo>
                  <a:pt x="720" y="2745"/>
                </a:lnTo>
                <a:lnTo>
                  <a:pt x="478" y="1830"/>
                </a:lnTo>
                <a:lnTo>
                  <a:pt x="238" y="915"/>
                </a:lnTo>
                <a:lnTo>
                  <a:pt x="0" y="0"/>
                </a:lnTo>
                <a:close/>
              </a:path>
            </a:pathLst>
          </a:custGeom>
          <a:solidFill>
            <a:srgbClr val="8B8881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1" name="contour_06649"/>
          <p:cNvSpPr/>
          <p:nvPr/>
        </p:nvSpPr>
        <p:spPr>
          <a:xfrm>
            <a:off x="5520096" y="2077078"/>
            <a:ext cx="102032" cy="399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0"/>
                </a:moveTo>
                <a:lnTo>
                  <a:pt x="20363" y="2338"/>
                </a:lnTo>
                <a:lnTo>
                  <a:pt x="20670" y="4684"/>
                </a:lnTo>
                <a:lnTo>
                  <a:pt x="20977" y="7037"/>
                </a:lnTo>
                <a:lnTo>
                  <a:pt x="21287" y="9411"/>
                </a:lnTo>
                <a:lnTo>
                  <a:pt x="21600" y="11808"/>
                </a:lnTo>
                <a:lnTo>
                  <a:pt x="20633" y="12811"/>
                </a:lnTo>
                <a:lnTo>
                  <a:pt x="19644" y="13811"/>
                </a:lnTo>
                <a:lnTo>
                  <a:pt x="18633" y="14799"/>
                </a:lnTo>
                <a:lnTo>
                  <a:pt x="17606" y="15763"/>
                </a:lnTo>
                <a:lnTo>
                  <a:pt x="16563" y="16692"/>
                </a:lnTo>
                <a:lnTo>
                  <a:pt x="15506" y="17574"/>
                </a:lnTo>
                <a:lnTo>
                  <a:pt x="14437" y="18400"/>
                </a:lnTo>
                <a:lnTo>
                  <a:pt x="13360" y="19152"/>
                </a:lnTo>
                <a:lnTo>
                  <a:pt x="12275" y="19829"/>
                </a:lnTo>
                <a:lnTo>
                  <a:pt x="11186" y="20411"/>
                </a:lnTo>
                <a:lnTo>
                  <a:pt x="10095" y="20892"/>
                </a:lnTo>
                <a:lnTo>
                  <a:pt x="9003" y="21258"/>
                </a:lnTo>
                <a:lnTo>
                  <a:pt x="7913" y="21498"/>
                </a:lnTo>
                <a:lnTo>
                  <a:pt x="6829" y="21600"/>
                </a:lnTo>
                <a:lnTo>
                  <a:pt x="5749" y="21557"/>
                </a:lnTo>
                <a:lnTo>
                  <a:pt x="4679" y="21356"/>
                </a:lnTo>
                <a:lnTo>
                  <a:pt x="3620" y="20982"/>
                </a:lnTo>
                <a:lnTo>
                  <a:pt x="2573" y="20427"/>
                </a:lnTo>
                <a:lnTo>
                  <a:pt x="1543" y="19679"/>
                </a:lnTo>
                <a:lnTo>
                  <a:pt x="1123" y="17082"/>
                </a:lnTo>
                <a:lnTo>
                  <a:pt x="798" y="14543"/>
                </a:lnTo>
                <a:lnTo>
                  <a:pt x="546" y="12016"/>
                </a:lnTo>
                <a:lnTo>
                  <a:pt x="344" y="9442"/>
                </a:lnTo>
                <a:lnTo>
                  <a:pt x="170" y="6766"/>
                </a:lnTo>
                <a:lnTo>
                  <a:pt x="0" y="3936"/>
                </a:lnTo>
                <a:lnTo>
                  <a:pt x="932" y="3983"/>
                </a:lnTo>
                <a:lnTo>
                  <a:pt x="1870" y="4026"/>
                </a:lnTo>
                <a:lnTo>
                  <a:pt x="2820" y="4074"/>
                </a:lnTo>
                <a:lnTo>
                  <a:pt x="3754" y="4101"/>
                </a:lnTo>
                <a:lnTo>
                  <a:pt x="4689" y="4129"/>
                </a:lnTo>
                <a:lnTo>
                  <a:pt x="5624" y="4156"/>
                </a:lnTo>
                <a:lnTo>
                  <a:pt x="6557" y="4180"/>
                </a:lnTo>
                <a:lnTo>
                  <a:pt x="7017" y="4207"/>
                </a:lnTo>
                <a:lnTo>
                  <a:pt x="8407" y="4282"/>
                </a:lnTo>
                <a:lnTo>
                  <a:pt x="9524" y="4270"/>
                </a:lnTo>
                <a:lnTo>
                  <a:pt x="10615" y="4180"/>
                </a:lnTo>
                <a:lnTo>
                  <a:pt x="11684" y="4019"/>
                </a:lnTo>
                <a:lnTo>
                  <a:pt x="12736" y="3782"/>
                </a:lnTo>
                <a:lnTo>
                  <a:pt x="13776" y="3467"/>
                </a:lnTo>
                <a:lnTo>
                  <a:pt x="14810" y="3082"/>
                </a:lnTo>
                <a:lnTo>
                  <a:pt x="15842" y="2617"/>
                </a:lnTo>
                <a:lnTo>
                  <a:pt x="16877" y="2078"/>
                </a:lnTo>
                <a:lnTo>
                  <a:pt x="17922" y="1464"/>
                </a:lnTo>
                <a:lnTo>
                  <a:pt x="18980" y="771"/>
                </a:lnTo>
                <a:lnTo>
                  <a:pt x="20057" y="0"/>
                </a:lnTo>
                <a:close/>
              </a:path>
            </a:pathLst>
          </a:custGeom>
          <a:solidFill>
            <a:srgbClr val="585144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2" name="contour_06650"/>
          <p:cNvSpPr/>
          <p:nvPr/>
        </p:nvSpPr>
        <p:spPr>
          <a:xfrm>
            <a:off x="1786764" y="2069790"/>
            <a:ext cx="7476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94" y="0"/>
                </a:moveTo>
                <a:lnTo>
                  <a:pt x="20539" y="0"/>
                </a:lnTo>
                <a:lnTo>
                  <a:pt x="21600" y="0"/>
                </a:lnTo>
                <a:lnTo>
                  <a:pt x="21600" y="1527"/>
                </a:lnTo>
                <a:lnTo>
                  <a:pt x="21600" y="3056"/>
                </a:lnTo>
                <a:lnTo>
                  <a:pt x="21600" y="4590"/>
                </a:lnTo>
                <a:lnTo>
                  <a:pt x="21600" y="6130"/>
                </a:lnTo>
                <a:lnTo>
                  <a:pt x="21600" y="7677"/>
                </a:lnTo>
                <a:lnTo>
                  <a:pt x="21600" y="9232"/>
                </a:lnTo>
                <a:lnTo>
                  <a:pt x="21600" y="10800"/>
                </a:lnTo>
                <a:lnTo>
                  <a:pt x="20141" y="10800"/>
                </a:lnTo>
                <a:lnTo>
                  <a:pt x="18679" y="10800"/>
                </a:lnTo>
                <a:lnTo>
                  <a:pt x="17218" y="10800"/>
                </a:lnTo>
                <a:lnTo>
                  <a:pt x="15755" y="10800"/>
                </a:lnTo>
                <a:lnTo>
                  <a:pt x="14285" y="10800"/>
                </a:lnTo>
                <a:lnTo>
                  <a:pt x="12813" y="10800"/>
                </a:lnTo>
                <a:lnTo>
                  <a:pt x="11335" y="10800"/>
                </a:lnTo>
                <a:lnTo>
                  <a:pt x="9850" y="10800"/>
                </a:lnTo>
                <a:lnTo>
                  <a:pt x="8360" y="10800"/>
                </a:lnTo>
                <a:lnTo>
                  <a:pt x="6860" y="10800"/>
                </a:lnTo>
                <a:lnTo>
                  <a:pt x="6860" y="12327"/>
                </a:lnTo>
                <a:lnTo>
                  <a:pt x="6860" y="13856"/>
                </a:lnTo>
                <a:lnTo>
                  <a:pt x="6860" y="15390"/>
                </a:lnTo>
                <a:lnTo>
                  <a:pt x="6860" y="16930"/>
                </a:lnTo>
                <a:lnTo>
                  <a:pt x="6860" y="18477"/>
                </a:lnTo>
                <a:lnTo>
                  <a:pt x="6860" y="20032"/>
                </a:lnTo>
                <a:lnTo>
                  <a:pt x="6860" y="21600"/>
                </a:lnTo>
                <a:lnTo>
                  <a:pt x="5098" y="19570"/>
                </a:lnTo>
                <a:lnTo>
                  <a:pt x="3717" y="17954"/>
                </a:lnTo>
                <a:lnTo>
                  <a:pt x="2662" y="16656"/>
                </a:lnTo>
                <a:lnTo>
                  <a:pt x="1874" y="15587"/>
                </a:lnTo>
                <a:lnTo>
                  <a:pt x="1301" y="14656"/>
                </a:lnTo>
                <a:lnTo>
                  <a:pt x="882" y="13768"/>
                </a:lnTo>
                <a:lnTo>
                  <a:pt x="564" y="12835"/>
                </a:lnTo>
                <a:lnTo>
                  <a:pt x="288" y="11763"/>
                </a:lnTo>
                <a:lnTo>
                  <a:pt x="0" y="10463"/>
                </a:lnTo>
                <a:lnTo>
                  <a:pt x="128" y="8720"/>
                </a:lnTo>
                <a:lnTo>
                  <a:pt x="347" y="7547"/>
                </a:lnTo>
                <a:lnTo>
                  <a:pt x="840" y="5940"/>
                </a:lnTo>
                <a:lnTo>
                  <a:pt x="1944" y="5117"/>
                </a:lnTo>
                <a:lnTo>
                  <a:pt x="3156" y="4497"/>
                </a:lnTo>
                <a:lnTo>
                  <a:pt x="4460" y="4059"/>
                </a:lnTo>
                <a:lnTo>
                  <a:pt x="5833" y="3774"/>
                </a:lnTo>
                <a:lnTo>
                  <a:pt x="7258" y="3620"/>
                </a:lnTo>
                <a:lnTo>
                  <a:pt x="8717" y="3570"/>
                </a:lnTo>
                <a:lnTo>
                  <a:pt x="10194" y="3601"/>
                </a:lnTo>
                <a:lnTo>
                  <a:pt x="11668" y="3685"/>
                </a:lnTo>
                <a:lnTo>
                  <a:pt x="13118" y="3799"/>
                </a:lnTo>
                <a:lnTo>
                  <a:pt x="14529" y="3918"/>
                </a:lnTo>
                <a:lnTo>
                  <a:pt x="15883" y="4015"/>
                </a:lnTo>
                <a:lnTo>
                  <a:pt x="17077" y="4117"/>
                </a:lnTo>
                <a:lnTo>
                  <a:pt x="18277" y="4218"/>
                </a:lnTo>
                <a:lnTo>
                  <a:pt x="19494" y="4320"/>
                </a:lnTo>
                <a:lnTo>
                  <a:pt x="19494" y="2892"/>
                </a:lnTo>
                <a:lnTo>
                  <a:pt x="19494" y="1456"/>
                </a:lnTo>
                <a:lnTo>
                  <a:pt x="19494" y="0"/>
                </a:lnTo>
                <a:close/>
              </a:path>
            </a:pathLst>
          </a:custGeom>
          <a:solidFill>
            <a:srgbClr val="33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3" name="contour_06651"/>
          <p:cNvSpPr/>
          <p:nvPr/>
        </p:nvSpPr>
        <p:spPr>
          <a:xfrm>
            <a:off x="6715604" y="2069790"/>
            <a:ext cx="7260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6" y="0"/>
                </a:moveTo>
                <a:lnTo>
                  <a:pt x="3519" y="0"/>
                </a:lnTo>
                <a:lnTo>
                  <a:pt x="4961" y="0"/>
                </a:lnTo>
                <a:lnTo>
                  <a:pt x="6422" y="0"/>
                </a:lnTo>
                <a:lnTo>
                  <a:pt x="6422" y="1426"/>
                </a:lnTo>
                <a:lnTo>
                  <a:pt x="6422" y="2856"/>
                </a:lnTo>
                <a:lnTo>
                  <a:pt x="6422" y="4291"/>
                </a:lnTo>
                <a:lnTo>
                  <a:pt x="6422" y="5738"/>
                </a:lnTo>
                <a:lnTo>
                  <a:pt x="6422" y="7200"/>
                </a:lnTo>
                <a:lnTo>
                  <a:pt x="7856" y="7200"/>
                </a:lnTo>
                <a:lnTo>
                  <a:pt x="9297" y="7200"/>
                </a:lnTo>
                <a:lnTo>
                  <a:pt x="10759" y="7200"/>
                </a:lnTo>
                <a:lnTo>
                  <a:pt x="10759" y="8786"/>
                </a:lnTo>
                <a:lnTo>
                  <a:pt x="10759" y="10382"/>
                </a:lnTo>
                <a:lnTo>
                  <a:pt x="10759" y="12000"/>
                </a:lnTo>
                <a:lnTo>
                  <a:pt x="12307" y="12144"/>
                </a:lnTo>
                <a:lnTo>
                  <a:pt x="13419" y="12216"/>
                </a:lnTo>
                <a:lnTo>
                  <a:pt x="14408" y="12216"/>
                </a:lnTo>
                <a:lnTo>
                  <a:pt x="15585" y="12144"/>
                </a:lnTo>
                <a:lnTo>
                  <a:pt x="17264" y="12000"/>
                </a:lnTo>
                <a:lnTo>
                  <a:pt x="18137" y="10574"/>
                </a:lnTo>
                <a:lnTo>
                  <a:pt x="18653" y="9600"/>
                </a:lnTo>
                <a:lnTo>
                  <a:pt x="19018" y="8626"/>
                </a:lnTo>
                <a:lnTo>
                  <a:pt x="19432" y="7200"/>
                </a:lnTo>
                <a:lnTo>
                  <a:pt x="20306" y="8371"/>
                </a:lnTo>
                <a:lnTo>
                  <a:pt x="20822" y="9262"/>
                </a:lnTo>
                <a:lnTo>
                  <a:pt x="21186" y="10320"/>
                </a:lnTo>
                <a:lnTo>
                  <a:pt x="21600" y="12000"/>
                </a:lnTo>
                <a:lnTo>
                  <a:pt x="20633" y="13339"/>
                </a:lnTo>
                <a:lnTo>
                  <a:pt x="19607" y="14599"/>
                </a:lnTo>
                <a:lnTo>
                  <a:pt x="18536" y="15802"/>
                </a:lnTo>
                <a:lnTo>
                  <a:pt x="17422" y="16956"/>
                </a:lnTo>
                <a:lnTo>
                  <a:pt x="16273" y="18084"/>
                </a:lnTo>
                <a:lnTo>
                  <a:pt x="15095" y="19200"/>
                </a:lnTo>
                <a:lnTo>
                  <a:pt x="15095" y="17614"/>
                </a:lnTo>
                <a:lnTo>
                  <a:pt x="15095" y="16018"/>
                </a:lnTo>
                <a:lnTo>
                  <a:pt x="15095" y="14400"/>
                </a:lnTo>
                <a:lnTo>
                  <a:pt x="13547" y="14851"/>
                </a:lnTo>
                <a:lnTo>
                  <a:pt x="12435" y="15202"/>
                </a:lnTo>
                <a:lnTo>
                  <a:pt x="11446" y="15566"/>
                </a:lnTo>
                <a:lnTo>
                  <a:pt x="10269" y="16061"/>
                </a:lnTo>
                <a:lnTo>
                  <a:pt x="8591" y="16800"/>
                </a:lnTo>
                <a:lnTo>
                  <a:pt x="8029" y="17990"/>
                </a:lnTo>
                <a:lnTo>
                  <a:pt x="7478" y="19186"/>
                </a:lnTo>
                <a:lnTo>
                  <a:pt x="6943" y="20388"/>
                </a:lnTo>
                <a:lnTo>
                  <a:pt x="6422" y="21600"/>
                </a:lnTo>
                <a:lnTo>
                  <a:pt x="4989" y="21600"/>
                </a:lnTo>
                <a:lnTo>
                  <a:pt x="3547" y="21600"/>
                </a:lnTo>
                <a:lnTo>
                  <a:pt x="2086" y="21600"/>
                </a:lnTo>
                <a:lnTo>
                  <a:pt x="1834" y="19980"/>
                </a:lnTo>
                <a:lnTo>
                  <a:pt x="1587" y="18362"/>
                </a:lnTo>
                <a:lnTo>
                  <a:pt x="1344" y="16742"/>
                </a:lnTo>
                <a:lnTo>
                  <a:pt x="1104" y="15120"/>
                </a:lnTo>
                <a:lnTo>
                  <a:pt x="867" y="13500"/>
                </a:lnTo>
                <a:lnTo>
                  <a:pt x="640" y="11995"/>
                </a:lnTo>
                <a:lnTo>
                  <a:pt x="412" y="10481"/>
                </a:lnTo>
                <a:lnTo>
                  <a:pt x="180" y="8945"/>
                </a:lnTo>
                <a:lnTo>
                  <a:pt x="33" y="6425"/>
                </a:lnTo>
                <a:lnTo>
                  <a:pt x="0" y="4646"/>
                </a:lnTo>
                <a:lnTo>
                  <a:pt x="134" y="3365"/>
                </a:lnTo>
                <a:lnTo>
                  <a:pt x="492" y="2328"/>
                </a:lnTo>
                <a:lnTo>
                  <a:pt x="1125" y="1289"/>
                </a:lnTo>
                <a:lnTo>
                  <a:pt x="2086" y="0"/>
                </a:lnTo>
                <a:close/>
              </a:path>
            </a:pathLst>
          </a:custGeom>
          <a:solidFill>
            <a:srgbClr val="C1C2C8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4" name="contour_06652"/>
          <p:cNvSpPr/>
          <p:nvPr/>
        </p:nvSpPr>
        <p:spPr>
          <a:xfrm>
            <a:off x="7735646" y="2062502"/>
            <a:ext cx="5830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58" y="563"/>
                </a:lnTo>
                <a:lnTo>
                  <a:pt x="8111" y="1133"/>
                </a:lnTo>
                <a:lnTo>
                  <a:pt x="9458" y="1706"/>
                </a:lnTo>
                <a:lnTo>
                  <a:pt x="10800" y="2285"/>
                </a:lnTo>
                <a:lnTo>
                  <a:pt x="11556" y="2605"/>
                </a:lnTo>
                <a:lnTo>
                  <a:pt x="13838" y="3569"/>
                </a:lnTo>
                <a:lnTo>
                  <a:pt x="15012" y="4272"/>
                </a:lnTo>
                <a:lnTo>
                  <a:pt x="16200" y="4985"/>
                </a:lnTo>
                <a:lnTo>
                  <a:pt x="16200" y="6083"/>
                </a:lnTo>
                <a:lnTo>
                  <a:pt x="16200" y="7188"/>
                </a:lnTo>
                <a:lnTo>
                  <a:pt x="16200" y="8308"/>
                </a:lnTo>
                <a:lnTo>
                  <a:pt x="17985" y="8308"/>
                </a:lnTo>
                <a:lnTo>
                  <a:pt x="19780" y="8308"/>
                </a:lnTo>
                <a:lnTo>
                  <a:pt x="21600" y="8308"/>
                </a:lnTo>
                <a:lnTo>
                  <a:pt x="21343" y="9667"/>
                </a:lnTo>
                <a:lnTo>
                  <a:pt x="21041" y="10881"/>
                </a:lnTo>
                <a:lnTo>
                  <a:pt x="20647" y="11983"/>
                </a:lnTo>
                <a:lnTo>
                  <a:pt x="20118" y="13002"/>
                </a:lnTo>
                <a:lnTo>
                  <a:pt x="19408" y="13969"/>
                </a:lnTo>
                <a:lnTo>
                  <a:pt x="18468" y="14916"/>
                </a:lnTo>
                <a:lnTo>
                  <a:pt x="17250" y="15874"/>
                </a:lnTo>
                <a:lnTo>
                  <a:pt x="15714" y="16875"/>
                </a:lnTo>
                <a:lnTo>
                  <a:pt x="14267" y="17574"/>
                </a:lnTo>
                <a:lnTo>
                  <a:pt x="12811" y="18265"/>
                </a:lnTo>
                <a:lnTo>
                  <a:pt x="11351" y="18950"/>
                </a:lnTo>
                <a:lnTo>
                  <a:pt x="9882" y="19624"/>
                </a:lnTo>
                <a:lnTo>
                  <a:pt x="8400" y="20291"/>
                </a:lnTo>
                <a:lnTo>
                  <a:pt x="6907" y="20949"/>
                </a:lnTo>
                <a:lnTo>
                  <a:pt x="5400" y="21600"/>
                </a:lnTo>
                <a:lnTo>
                  <a:pt x="5462" y="20658"/>
                </a:lnTo>
                <a:lnTo>
                  <a:pt x="5524" y="19711"/>
                </a:lnTo>
                <a:lnTo>
                  <a:pt x="5589" y="18750"/>
                </a:lnTo>
                <a:lnTo>
                  <a:pt x="5627" y="17827"/>
                </a:lnTo>
                <a:lnTo>
                  <a:pt x="5665" y="16903"/>
                </a:lnTo>
                <a:lnTo>
                  <a:pt x="5700" y="15981"/>
                </a:lnTo>
                <a:lnTo>
                  <a:pt x="5738" y="15057"/>
                </a:lnTo>
                <a:lnTo>
                  <a:pt x="5805" y="14125"/>
                </a:lnTo>
                <a:lnTo>
                  <a:pt x="5875" y="13179"/>
                </a:lnTo>
                <a:lnTo>
                  <a:pt x="5897" y="12275"/>
                </a:lnTo>
                <a:lnTo>
                  <a:pt x="5881" y="11571"/>
                </a:lnTo>
                <a:lnTo>
                  <a:pt x="5810" y="10830"/>
                </a:lnTo>
                <a:lnTo>
                  <a:pt x="5657" y="9820"/>
                </a:lnTo>
                <a:lnTo>
                  <a:pt x="5400" y="8308"/>
                </a:lnTo>
                <a:lnTo>
                  <a:pt x="4064" y="7896"/>
                </a:lnTo>
                <a:lnTo>
                  <a:pt x="2719" y="7484"/>
                </a:lnTo>
                <a:lnTo>
                  <a:pt x="1369" y="7067"/>
                </a:lnTo>
                <a:lnTo>
                  <a:pt x="0" y="6646"/>
                </a:lnTo>
                <a:lnTo>
                  <a:pt x="764" y="5706"/>
                </a:lnTo>
                <a:lnTo>
                  <a:pt x="1528" y="4765"/>
                </a:lnTo>
                <a:lnTo>
                  <a:pt x="2295" y="3822"/>
                </a:lnTo>
                <a:lnTo>
                  <a:pt x="3064" y="2874"/>
                </a:lnTo>
                <a:lnTo>
                  <a:pt x="3839" y="1922"/>
                </a:lnTo>
                <a:lnTo>
                  <a:pt x="4617" y="965"/>
                </a:lnTo>
                <a:lnTo>
                  <a:pt x="5400" y="0"/>
                </a:lnTo>
                <a:close/>
              </a:path>
            </a:pathLst>
          </a:custGeom>
          <a:solidFill>
            <a:srgbClr val="8A9194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5" name="contour_06653"/>
          <p:cNvSpPr/>
          <p:nvPr/>
        </p:nvSpPr>
        <p:spPr>
          <a:xfrm>
            <a:off x="4317578" y="2032052"/>
            <a:ext cx="87456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27"/>
                </a:moveTo>
                <a:lnTo>
                  <a:pt x="1109" y="637"/>
                </a:lnTo>
                <a:lnTo>
                  <a:pt x="2218" y="551"/>
                </a:lnTo>
                <a:lnTo>
                  <a:pt x="3326" y="473"/>
                </a:lnTo>
                <a:lnTo>
                  <a:pt x="4435" y="400"/>
                </a:lnTo>
                <a:lnTo>
                  <a:pt x="5544" y="335"/>
                </a:lnTo>
                <a:lnTo>
                  <a:pt x="6653" y="273"/>
                </a:lnTo>
                <a:lnTo>
                  <a:pt x="7762" y="216"/>
                </a:lnTo>
                <a:lnTo>
                  <a:pt x="8856" y="110"/>
                </a:lnTo>
                <a:lnTo>
                  <a:pt x="9967" y="8"/>
                </a:lnTo>
                <a:lnTo>
                  <a:pt x="11376" y="0"/>
                </a:lnTo>
                <a:lnTo>
                  <a:pt x="12688" y="110"/>
                </a:lnTo>
                <a:lnTo>
                  <a:pt x="13921" y="363"/>
                </a:lnTo>
                <a:lnTo>
                  <a:pt x="15089" y="796"/>
                </a:lnTo>
                <a:lnTo>
                  <a:pt x="16207" y="1437"/>
                </a:lnTo>
                <a:lnTo>
                  <a:pt x="17293" y="2322"/>
                </a:lnTo>
                <a:lnTo>
                  <a:pt x="18358" y="3478"/>
                </a:lnTo>
                <a:lnTo>
                  <a:pt x="19422" y="4935"/>
                </a:lnTo>
                <a:lnTo>
                  <a:pt x="20497" y="6731"/>
                </a:lnTo>
                <a:lnTo>
                  <a:pt x="21600" y="8890"/>
                </a:lnTo>
                <a:lnTo>
                  <a:pt x="21600" y="11588"/>
                </a:lnTo>
                <a:lnTo>
                  <a:pt x="21600" y="14302"/>
                </a:lnTo>
                <a:lnTo>
                  <a:pt x="21600" y="17053"/>
                </a:lnTo>
                <a:lnTo>
                  <a:pt x="19109" y="18188"/>
                </a:lnTo>
                <a:lnTo>
                  <a:pt x="16965" y="19155"/>
                </a:lnTo>
                <a:lnTo>
                  <a:pt x="15127" y="19951"/>
                </a:lnTo>
                <a:lnTo>
                  <a:pt x="13561" y="20588"/>
                </a:lnTo>
                <a:lnTo>
                  <a:pt x="12227" y="21069"/>
                </a:lnTo>
                <a:lnTo>
                  <a:pt x="11092" y="21392"/>
                </a:lnTo>
                <a:lnTo>
                  <a:pt x="10116" y="21567"/>
                </a:lnTo>
                <a:lnTo>
                  <a:pt x="9263" y="21600"/>
                </a:lnTo>
                <a:lnTo>
                  <a:pt x="8496" y="21490"/>
                </a:lnTo>
                <a:lnTo>
                  <a:pt x="7776" y="21241"/>
                </a:lnTo>
                <a:lnTo>
                  <a:pt x="7067" y="20861"/>
                </a:lnTo>
                <a:lnTo>
                  <a:pt x="6334" y="20355"/>
                </a:lnTo>
                <a:lnTo>
                  <a:pt x="5537" y="19718"/>
                </a:lnTo>
                <a:lnTo>
                  <a:pt x="4640" y="18967"/>
                </a:lnTo>
                <a:lnTo>
                  <a:pt x="3551" y="17143"/>
                </a:lnTo>
                <a:lnTo>
                  <a:pt x="2561" y="15343"/>
                </a:lnTo>
                <a:lnTo>
                  <a:pt x="1651" y="13453"/>
                </a:lnTo>
                <a:lnTo>
                  <a:pt x="803" y="11343"/>
                </a:lnTo>
                <a:lnTo>
                  <a:pt x="0" y="8890"/>
                </a:lnTo>
                <a:lnTo>
                  <a:pt x="0" y="6192"/>
                </a:lnTo>
                <a:lnTo>
                  <a:pt x="0" y="3478"/>
                </a:lnTo>
                <a:lnTo>
                  <a:pt x="0" y="727"/>
                </a:lnTo>
                <a:close/>
              </a:path>
            </a:pathLst>
          </a:custGeom>
          <a:solidFill>
            <a:srgbClr val="D7E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6" name="contour_06654"/>
          <p:cNvSpPr/>
          <p:nvPr/>
        </p:nvSpPr>
        <p:spPr>
          <a:xfrm>
            <a:off x="4084362" y="2010560"/>
            <a:ext cx="94744" cy="44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448"/>
                </a:moveTo>
                <a:lnTo>
                  <a:pt x="14954" y="2778"/>
                </a:lnTo>
                <a:lnTo>
                  <a:pt x="14954" y="5122"/>
                </a:lnTo>
                <a:lnTo>
                  <a:pt x="14954" y="7498"/>
                </a:lnTo>
                <a:lnTo>
                  <a:pt x="16045" y="8553"/>
                </a:lnTo>
                <a:lnTo>
                  <a:pt x="16908" y="9124"/>
                </a:lnTo>
                <a:lnTo>
                  <a:pt x="18277" y="9702"/>
                </a:lnTo>
                <a:lnTo>
                  <a:pt x="19204" y="10100"/>
                </a:lnTo>
                <a:lnTo>
                  <a:pt x="20146" y="10502"/>
                </a:lnTo>
                <a:lnTo>
                  <a:pt x="20867" y="10763"/>
                </a:lnTo>
                <a:lnTo>
                  <a:pt x="21600" y="11024"/>
                </a:lnTo>
                <a:lnTo>
                  <a:pt x="20728" y="11285"/>
                </a:lnTo>
                <a:lnTo>
                  <a:pt x="19840" y="11546"/>
                </a:lnTo>
                <a:lnTo>
                  <a:pt x="19271" y="11747"/>
                </a:lnTo>
                <a:lnTo>
                  <a:pt x="17549" y="12346"/>
                </a:lnTo>
                <a:lnTo>
                  <a:pt x="16419" y="12716"/>
                </a:lnTo>
                <a:lnTo>
                  <a:pt x="15271" y="13090"/>
                </a:lnTo>
                <a:lnTo>
                  <a:pt x="14110" y="13992"/>
                </a:lnTo>
                <a:lnTo>
                  <a:pt x="13402" y="14824"/>
                </a:lnTo>
                <a:lnTo>
                  <a:pt x="12860" y="16072"/>
                </a:lnTo>
                <a:lnTo>
                  <a:pt x="12196" y="18212"/>
                </a:lnTo>
                <a:lnTo>
                  <a:pt x="12054" y="19055"/>
                </a:lnTo>
                <a:lnTo>
                  <a:pt x="11631" y="21600"/>
                </a:lnTo>
                <a:lnTo>
                  <a:pt x="10652" y="20997"/>
                </a:lnTo>
                <a:lnTo>
                  <a:pt x="9675" y="20387"/>
                </a:lnTo>
                <a:lnTo>
                  <a:pt x="8698" y="19770"/>
                </a:lnTo>
                <a:lnTo>
                  <a:pt x="7723" y="19146"/>
                </a:lnTo>
                <a:lnTo>
                  <a:pt x="6749" y="18515"/>
                </a:lnTo>
                <a:lnTo>
                  <a:pt x="5842" y="17944"/>
                </a:lnTo>
                <a:lnTo>
                  <a:pt x="4930" y="17366"/>
                </a:lnTo>
                <a:lnTo>
                  <a:pt x="4004" y="16781"/>
                </a:lnTo>
                <a:lnTo>
                  <a:pt x="2632" y="15431"/>
                </a:lnTo>
                <a:lnTo>
                  <a:pt x="1811" y="14355"/>
                </a:lnTo>
                <a:lnTo>
                  <a:pt x="1215" y="12991"/>
                </a:lnTo>
                <a:lnTo>
                  <a:pt x="513" y="10777"/>
                </a:lnTo>
                <a:lnTo>
                  <a:pt x="259" y="9148"/>
                </a:lnTo>
                <a:lnTo>
                  <a:pt x="0" y="7498"/>
                </a:lnTo>
                <a:lnTo>
                  <a:pt x="1062" y="5655"/>
                </a:lnTo>
                <a:lnTo>
                  <a:pt x="2120" y="4128"/>
                </a:lnTo>
                <a:lnTo>
                  <a:pt x="3180" y="2887"/>
                </a:lnTo>
                <a:lnTo>
                  <a:pt x="4245" y="1911"/>
                </a:lnTo>
                <a:lnTo>
                  <a:pt x="5322" y="1167"/>
                </a:lnTo>
                <a:lnTo>
                  <a:pt x="6415" y="631"/>
                </a:lnTo>
                <a:lnTo>
                  <a:pt x="7530" y="275"/>
                </a:lnTo>
                <a:lnTo>
                  <a:pt x="8672" y="74"/>
                </a:lnTo>
                <a:lnTo>
                  <a:pt x="9845" y="0"/>
                </a:lnTo>
                <a:lnTo>
                  <a:pt x="11054" y="28"/>
                </a:lnTo>
                <a:lnTo>
                  <a:pt x="12305" y="130"/>
                </a:lnTo>
                <a:lnTo>
                  <a:pt x="13605" y="279"/>
                </a:lnTo>
                <a:lnTo>
                  <a:pt x="14954" y="448"/>
                </a:lnTo>
                <a:close/>
              </a:path>
            </a:pathLst>
          </a:custGeom>
          <a:solidFill>
            <a:srgbClr val="D6E1E6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7" name="contour_06655"/>
          <p:cNvSpPr/>
          <p:nvPr/>
        </p:nvSpPr>
        <p:spPr>
          <a:xfrm>
            <a:off x="4375248" y="1996910"/>
            <a:ext cx="168258" cy="564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" y="0"/>
                </a:moveTo>
                <a:lnTo>
                  <a:pt x="561" y="613"/>
                </a:lnTo>
                <a:lnTo>
                  <a:pt x="1050" y="1235"/>
                </a:lnTo>
                <a:lnTo>
                  <a:pt x="1692" y="2038"/>
                </a:lnTo>
                <a:lnTo>
                  <a:pt x="2331" y="2827"/>
                </a:lnTo>
                <a:lnTo>
                  <a:pt x="2966" y="3602"/>
                </a:lnTo>
                <a:lnTo>
                  <a:pt x="3598" y="4361"/>
                </a:lnTo>
                <a:lnTo>
                  <a:pt x="4228" y="5102"/>
                </a:lnTo>
                <a:lnTo>
                  <a:pt x="4856" y="5830"/>
                </a:lnTo>
                <a:lnTo>
                  <a:pt x="5482" y="6538"/>
                </a:lnTo>
                <a:lnTo>
                  <a:pt x="6106" y="7227"/>
                </a:lnTo>
                <a:lnTo>
                  <a:pt x="6730" y="7899"/>
                </a:lnTo>
                <a:lnTo>
                  <a:pt x="7352" y="8549"/>
                </a:lnTo>
                <a:lnTo>
                  <a:pt x="7974" y="9181"/>
                </a:lnTo>
                <a:lnTo>
                  <a:pt x="8596" y="9792"/>
                </a:lnTo>
                <a:lnTo>
                  <a:pt x="9219" y="10380"/>
                </a:lnTo>
                <a:lnTo>
                  <a:pt x="9842" y="10949"/>
                </a:lnTo>
                <a:lnTo>
                  <a:pt x="10466" y="11496"/>
                </a:lnTo>
                <a:lnTo>
                  <a:pt x="11092" y="12017"/>
                </a:lnTo>
                <a:lnTo>
                  <a:pt x="11720" y="12516"/>
                </a:lnTo>
                <a:lnTo>
                  <a:pt x="12350" y="12990"/>
                </a:lnTo>
                <a:lnTo>
                  <a:pt x="12982" y="13439"/>
                </a:lnTo>
                <a:lnTo>
                  <a:pt x="13618" y="13863"/>
                </a:lnTo>
                <a:lnTo>
                  <a:pt x="14257" y="14262"/>
                </a:lnTo>
                <a:lnTo>
                  <a:pt x="14898" y="14632"/>
                </a:lnTo>
                <a:lnTo>
                  <a:pt x="15545" y="14975"/>
                </a:lnTo>
                <a:lnTo>
                  <a:pt x="16195" y="15290"/>
                </a:lnTo>
                <a:lnTo>
                  <a:pt x="16851" y="15578"/>
                </a:lnTo>
                <a:lnTo>
                  <a:pt x="17511" y="15834"/>
                </a:lnTo>
                <a:lnTo>
                  <a:pt x="18177" y="16063"/>
                </a:lnTo>
                <a:lnTo>
                  <a:pt x="18848" y="16258"/>
                </a:lnTo>
                <a:lnTo>
                  <a:pt x="19526" y="16425"/>
                </a:lnTo>
                <a:lnTo>
                  <a:pt x="20211" y="16559"/>
                </a:lnTo>
                <a:lnTo>
                  <a:pt x="20901" y="16659"/>
                </a:lnTo>
                <a:lnTo>
                  <a:pt x="21600" y="16729"/>
                </a:lnTo>
                <a:lnTo>
                  <a:pt x="21600" y="18112"/>
                </a:lnTo>
                <a:lnTo>
                  <a:pt x="21600" y="19517"/>
                </a:lnTo>
                <a:lnTo>
                  <a:pt x="20842" y="19988"/>
                </a:lnTo>
                <a:lnTo>
                  <a:pt x="20108" y="20401"/>
                </a:lnTo>
                <a:lnTo>
                  <a:pt x="19395" y="20755"/>
                </a:lnTo>
                <a:lnTo>
                  <a:pt x="18701" y="21048"/>
                </a:lnTo>
                <a:lnTo>
                  <a:pt x="18024" y="21279"/>
                </a:lnTo>
                <a:lnTo>
                  <a:pt x="17364" y="21449"/>
                </a:lnTo>
                <a:lnTo>
                  <a:pt x="16717" y="21558"/>
                </a:lnTo>
                <a:lnTo>
                  <a:pt x="16082" y="21600"/>
                </a:lnTo>
                <a:lnTo>
                  <a:pt x="15457" y="21578"/>
                </a:lnTo>
                <a:lnTo>
                  <a:pt x="14839" y="21491"/>
                </a:lnTo>
                <a:lnTo>
                  <a:pt x="14228" y="21335"/>
                </a:lnTo>
                <a:lnTo>
                  <a:pt x="13619" y="21112"/>
                </a:lnTo>
                <a:lnTo>
                  <a:pt x="13014" y="20819"/>
                </a:lnTo>
                <a:lnTo>
                  <a:pt x="12409" y="20460"/>
                </a:lnTo>
                <a:lnTo>
                  <a:pt x="11802" y="20025"/>
                </a:lnTo>
                <a:lnTo>
                  <a:pt x="11192" y="19520"/>
                </a:lnTo>
                <a:lnTo>
                  <a:pt x="10575" y="18943"/>
                </a:lnTo>
                <a:lnTo>
                  <a:pt x="9951" y="18290"/>
                </a:lnTo>
                <a:lnTo>
                  <a:pt x="9317" y="17563"/>
                </a:lnTo>
                <a:lnTo>
                  <a:pt x="8672" y="16760"/>
                </a:lnTo>
                <a:lnTo>
                  <a:pt x="8013" y="15881"/>
                </a:lnTo>
                <a:lnTo>
                  <a:pt x="7340" y="14922"/>
                </a:lnTo>
                <a:lnTo>
                  <a:pt x="6649" y="13885"/>
                </a:lnTo>
                <a:lnTo>
                  <a:pt x="6065" y="13032"/>
                </a:lnTo>
                <a:lnTo>
                  <a:pt x="5490" y="12287"/>
                </a:lnTo>
                <a:lnTo>
                  <a:pt x="4919" y="11638"/>
                </a:lnTo>
                <a:lnTo>
                  <a:pt x="4345" y="11080"/>
                </a:lnTo>
                <a:lnTo>
                  <a:pt x="3762" y="10603"/>
                </a:lnTo>
                <a:lnTo>
                  <a:pt x="3164" y="10199"/>
                </a:lnTo>
                <a:lnTo>
                  <a:pt x="2544" y="9865"/>
                </a:lnTo>
                <a:lnTo>
                  <a:pt x="1895" y="9586"/>
                </a:lnTo>
                <a:lnTo>
                  <a:pt x="1628" y="9405"/>
                </a:lnTo>
                <a:lnTo>
                  <a:pt x="1157" y="9089"/>
                </a:lnTo>
                <a:lnTo>
                  <a:pt x="81" y="8365"/>
                </a:lnTo>
                <a:lnTo>
                  <a:pt x="27" y="6254"/>
                </a:lnTo>
                <a:lnTo>
                  <a:pt x="0" y="4765"/>
                </a:lnTo>
                <a:lnTo>
                  <a:pt x="0" y="3494"/>
                </a:lnTo>
                <a:lnTo>
                  <a:pt x="27" y="2038"/>
                </a:lnTo>
                <a:lnTo>
                  <a:pt x="81" y="0"/>
                </a:lnTo>
                <a:close/>
              </a:path>
            </a:pathLst>
          </a:custGeom>
          <a:solidFill>
            <a:srgbClr val="AADD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8" name="contour_06656"/>
          <p:cNvSpPr/>
          <p:nvPr/>
        </p:nvSpPr>
        <p:spPr>
          <a:xfrm>
            <a:off x="4200970" y="1975046"/>
            <a:ext cx="80168" cy="43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32" y="320"/>
                </a:lnTo>
                <a:lnTo>
                  <a:pt x="1212" y="611"/>
                </a:lnTo>
                <a:lnTo>
                  <a:pt x="1771" y="894"/>
                </a:lnTo>
                <a:lnTo>
                  <a:pt x="2343" y="1181"/>
                </a:lnTo>
                <a:lnTo>
                  <a:pt x="2957" y="1494"/>
                </a:lnTo>
                <a:lnTo>
                  <a:pt x="3645" y="1839"/>
                </a:lnTo>
                <a:lnTo>
                  <a:pt x="4440" y="2243"/>
                </a:lnTo>
                <a:lnTo>
                  <a:pt x="5373" y="2712"/>
                </a:lnTo>
                <a:lnTo>
                  <a:pt x="6476" y="3268"/>
                </a:lnTo>
                <a:lnTo>
                  <a:pt x="7780" y="3926"/>
                </a:lnTo>
                <a:lnTo>
                  <a:pt x="9315" y="4704"/>
                </a:lnTo>
                <a:lnTo>
                  <a:pt x="11118" y="5613"/>
                </a:lnTo>
                <a:lnTo>
                  <a:pt x="13215" y="6670"/>
                </a:lnTo>
                <a:lnTo>
                  <a:pt x="15640" y="7896"/>
                </a:lnTo>
                <a:lnTo>
                  <a:pt x="18425" y="9302"/>
                </a:lnTo>
                <a:lnTo>
                  <a:pt x="21600" y="10905"/>
                </a:lnTo>
                <a:lnTo>
                  <a:pt x="21113" y="12705"/>
                </a:lnTo>
                <a:lnTo>
                  <a:pt x="20626" y="14515"/>
                </a:lnTo>
                <a:lnTo>
                  <a:pt x="20133" y="16333"/>
                </a:lnTo>
                <a:lnTo>
                  <a:pt x="19636" y="18176"/>
                </a:lnTo>
                <a:lnTo>
                  <a:pt x="18323" y="18761"/>
                </a:lnTo>
                <a:lnTo>
                  <a:pt x="17046" y="19274"/>
                </a:lnTo>
                <a:lnTo>
                  <a:pt x="15786" y="19713"/>
                </a:lnTo>
                <a:lnTo>
                  <a:pt x="14523" y="20088"/>
                </a:lnTo>
                <a:lnTo>
                  <a:pt x="13237" y="20408"/>
                </a:lnTo>
                <a:lnTo>
                  <a:pt x="11904" y="20677"/>
                </a:lnTo>
                <a:lnTo>
                  <a:pt x="11371" y="20804"/>
                </a:lnTo>
                <a:lnTo>
                  <a:pt x="9761" y="21193"/>
                </a:lnTo>
                <a:lnTo>
                  <a:pt x="8290" y="21462"/>
                </a:lnTo>
                <a:lnTo>
                  <a:pt x="7006" y="21600"/>
                </a:lnTo>
                <a:lnTo>
                  <a:pt x="5852" y="21578"/>
                </a:lnTo>
                <a:lnTo>
                  <a:pt x="4766" y="21371"/>
                </a:lnTo>
                <a:lnTo>
                  <a:pt x="3696" y="20953"/>
                </a:lnTo>
                <a:lnTo>
                  <a:pt x="2584" y="20299"/>
                </a:lnTo>
                <a:lnTo>
                  <a:pt x="1371" y="19383"/>
                </a:lnTo>
                <a:lnTo>
                  <a:pt x="0" y="18176"/>
                </a:lnTo>
                <a:lnTo>
                  <a:pt x="0" y="15606"/>
                </a:lnTo>
                <a:lnTo>
                  <a:pt x="0" y="13032"/>
                </a:lnTo>
                <a:lnTo>
                  <a:pt x="0" y="10451"/>
                </a:lnTo>
                <a:lnTo>
                  <a:pt x="0" y="7859"/>
                </a:lnTo>
                <a:lnTo>
                  <a:pt x="0" y="5256"/>
                </a:lnTo>
                <a:lnTo>
                  <a:pt x="0" y="2639"/>
                </a:lnTo>
                <a:lnTo>
                  <a:pt x="0" y="0"/>
                </a:lnTo>
                <a:close/>
              </a:path>
            </a:pathLst>
          </a:custGeom>
          <a:solidFill>
            <a:srgbClr val="C5E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6659" name="contour_06657"/>
          <p:cNvSpPr/>
          <p:nvPr/>
        </p:nvSpPr>
        <p:spPr>
          <a:xfrm>
            <a:off x="3749829" y="1902166"/>
            <a:ext cx="35726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87" y="0"/>
                </a:moveTo>
                <a:lnTo>
                  <a:pt x="13951" y="914"/>
                </a:lnTo>
                <a:lnTo>
                  <a:pt x="14907" y="1814"/>
                </a:lnTo>
                <a:lnTo>
                  <a:pt x="15673" y="2705"/>
                </a:lnTo>
                <a:lnTo>
                  <a:pt x="16273" y="3590"/>
                </a:lnTo>
                <a:lnTo>
                  <a:pt x="16722" y="4473"/>
                </a:lnTo>
                <a:lnTo>
                  <a:pt x="17039" y="5355"/>
                </a:lnTo>
                <a:lnTo>
                  <a:pt x="17242" y="6244"/>
                </a:lnTo>
                <a:lnTo>
                  <a:pt x="17348" y="7140"/>
                </a:lnTo>
                <a:lnTo>
                  <a:pt x="17379" y="8049"/>
                </a:lnTo>
                <a:lnTo>
                  <a:pt x="17352" y="8972"/>
                </a:lnTo>
                <a:lnTo>
                  <a:pt x="17282" y="9917"/>
                </a:lnTo>
                <a:lnTo>
                  <a:pt x="17194" y="10884"/>
                </a:lnTo>
                <a:lnTo>
                  <a:pt x="17110" y="11781"/>
                </a:lnTo>
                <a:lnTo>
                  <a:pt x="17039" y="12679"/>
                </a:lnTo>
                <a:lnTo>
                  <a:pt x="16973" y="13578"/>
                </a:lnTo>
                <a:lnTo>
                  <a:pt x="16920" y="14476"/>
                </a:lnTo>
                <a:lnTo>
                  <a:pt x="16881" y="14872"/>
                </a:lnTo>
                <a:lnTo>
                  <a:pt x="16762" y="16069"/>
                </a:lnTo>
                <a:lnTo>
                  <a:pt x="17189" y="17006"/>
                </a:lnTo>
                <a:lnTo>
                  <a:pt x="17890" y="17847"/>
                </a:lnTo>
                <a:lnTo>
                  <a:pt x="18864" y="18637"/>
                </a:lnTo>
                <a:lnTo>
                  <a:pt x="20097" y="19422"/>
                </a:lnTo>
                <a:lnTo>
                  <a:pt x="21600" y="20250"/>
                </a:lnTo>
                <a:lnTo>
                  <a:pt x="18983" y="20517"/>
                </a:lnTo>
                <a:lnTo>
                  <a:pt x="16356" y="20786"/>
                </a:lnTo>
                <a:lnTo>
                  <a:pt x="13721" y="21055"/>
                </a:lnTo>
                <a:lnTo>
                  <a:pt x="11064" y="21326"/>
                </a:lnTo>
                <a:lnTo>
                  <a:pt x="8381" y="21600"/>
                </a:lnTo>
                <a:lnTo>
                  <a:pt x="7006" y="20677"/>
                </a:lnTo>
                <a:lnTo>
                  <a:pt x="5764" y="19768"/>
                </a:lnTo>
                <a:lnTo>
                  <a:pt x="4653" y="18872"/>
                </a:lnTo>
                <a:lnTo>
                  <a:pt x="3666" y="17983"/>
                </a:lnTo>
                <a:lnTo>
                  <a:pt x="2807" y="17100"/>
                </a:lnTo>
                <a:lnTo>
                  <a:pt x="2067" y="16222"/>
                </a:lnTo>
                <a:lnTo>
                  <a:pt x="1445" y="15343"/>
                </a:lnTo>
                <a:lnTo>
                  <a:pt x="939" y="14461"/>
                </a:lnTo>
                <a:lnTo>
                  <a:pt x="542" y="13576"/>
                </a:lnTo>
                <a:lnTo>
                  <a:pt x="256" y="12682"/>
                </a:lnTo>
                <a:lnTo>
                  <a:pt x="75" y="11777"/>
                </a:lnTo>
                <a:lnTo>
                  <a:pt x="0" y="10859"/>
                </a:lnTo>
                <a:lnTo>
                  <a:pt x="22" y="9927"/>
                </a:lnTo>
                <a:lnTo>
                  <a:pt x="145" y="8975"/>
                </a:lnTo>
                <a:lnTo>
                  <a:pt x="361" y="8001"/>
                </a:lnTo>
                <a:lnTo>
                  <a:pt x="670" y="7004"/>
                </a:lnTo>
                <a:lnTo>
                  <a:pt x="925" y="6198"/>
                </a:lnTo>
                <a:lnTo>
                  <a:pt x="1185" y="5380"/>
                </a:lnTo>
                <a:lnTo>
                  <a:pt x="1525" y="4616"/>
                </a:lnTo>
                <a:lnTo>
                  <a:pt x="1837" y="4023"/>
                </a:lnTo>
                <a:lnTo>
                  <a:pt x="2260" y="3411"/>
                </a:lnTo>
                <a:lnTo>
                  <a:pt x="2930" y="2584"/>
                </a:lnTo>
                <a:lnTo>
                  <a:pt x="3975" y="1350"/>
                </a:lnTo>
                <a:lnTo>
                  <a:pt x="6706" y="751"/>
                </a:lnTo>
                <a:lnTo>
                  <a:pt x="8535" y="409"/>
                </a:lnTo>
                <a:lnTo>
                  <a:pt x="10289" y="201"/>
                </a:lnTo>
                <a:lnTo>
                  <a:pt x="12787" y="0"/>
                </a:lnTo>
                <a:close/>
              </a:path>
            </a:pathLst>
          </a:custGeom>
          <a:solidFill>
            <a:srgbClr val="C0C7CC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0" name="contour_06658"/>
          <p:cNvSpPr/>
          <p:nvPr/>
        </p:nvSpPr>
        <p:spPr>
          <a:xfrm>
            <a:off x="2131180" y="1915933"/>
            <a:ext cx="84315" cy="591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6"/>
                </a:moveTo>
                <a:lnTo>
                  <a:pt x="2845" y="194"/>
                </a:lnTo>
                <a:lnTo>
                  <a:pt x="5344" y="109"/>
                </a:lnTo>
                <a:lnTo>
                  <a:pt x="7522" y="48"/>
                </a:lnTo>
                <a:lnTo>
                  <a:pt x="9412" y="8"/>
                </a:lnTo>
                <a:lnTo>
                  <a:pt x="11044" y="0"/>
                </a:lnTo>
                <a:lnTo>
                  <a:pt x="12446" y="27"/>
                </a:lnTo>
                <a:lnTo>
                  <a:pt x="13652" y="88"/>
                </a:lnTo>
                <a:lnTo>
                  <a:pt x="14688" y="192"/>
                </a:lnTo>
                <a:lnTo>
                  <a:pt x="15586" y="338"/>
                </a:lnTo>
                <a:lnTo>
                  <a:pt x="16378" y="535"/>
                </a:lnTo>
                <a:lnTo>
                  <a:pt x="17091" y="786"/>
                </a:lnTo>
                <a:lnTo>
                  <a:pt x="17756" y="1092"/>
                </a:lnTo>
                <a:lnTo>
                  <a:pt x="18402" y="1457"/>
                </a:lnTo>
                <a:lnTo>
                  <a:pt x="19061" y="1888"/>
                </a:lnTo>
                <a:lnTo>
                  <a:pt x="19763" y="2386"/>
                </a:lnTo>
                <a:lnTo>
                  <a:pt x="20538" y="2959"/>
                </a:lnTo>
                <a:lnTo>
                  <a:pt x="20980" y="4690"/>
                </a:lnTo>
                <a:lnTo>
                  <a:pt x="21292" y="6314"/>
                </a:lnTo>
                <a:lnTo>
                  <a:pt x="21490" y="7901"/>
                </a:lnTo>
                <a:lnTo>
                  <a:pt x="21587" y="9510"/>
                </a:lnTo>
                <a:lnTo>
                  <a:pt x="21600" y="11203"/>
                </a:lnTo>
                <a:lnTo>
                  <a:pt x="21544" y="13049"/>
                </a:lnTo>
                <a:lnTo>
                  <a:pt x="20922" y="14945"/>
                </a:lnTo>
                <a:lnTo>
                  <a:pt x="20347" y="16127"/>
                </a:lnTo>
                <a:lnTo>
                  <a:pt x="19488" y="17091"/>
                </a:lnTo>
                <a:lnTo>
                  <a:pt x="18013" y="18332"/>
                </a:lnTo>
                <a:lnTo>
                  <a:pt x="16781" y="18892"/>
                </a:lnTo>
                <a:lnTo>
                  <a:pt x="15553" y="19422"/>
                </a:lnTo>
                <a:lnTo>
                  <a:pt x="14324" y="19917"/>
                </a:lnTo>
                <a:lnTo>
                  <a:pt x="13090" y="20383"/>
                </a:lnTo>
                <a:lnTo>
                  <a:pt x="11850" y="20817"/>
                </a:lnTo>
                <a:lnTo>
                  <a:pt x="10599" y="21225"/>
                </a:lnTo>
                <a:lnTo>
                  <a:pt x="9335" y="21600"/>
                </a:lnTo>
                <a:lnTo>
                  <a:pt x="9951" y="20135"/>
                </a:lnTo>
                <a:lnTo>
                  <a:pt x="10568" y="18668"/>
                </a:lnTo>
                <a:lnTo>
                  <a:pt x="11186" y="17201"/>
                </a:lnTo>
                <a:lnTo>
                  <a:pt x="11805" y="15731"/>
                </a:lnTo>
                <a:lnTo>
                  <a:pt x="12425" y="14253"/>
                </a:lnTo>
                <a:lnTo>
                  <a:pt x="13049" y="12772"/>
                </a:lnTo>
                <a:lnTo>
                  <a:pt x="13674" y="11283"/>
                </a:lnTo>
                <a:lnTo>
                  <a:pt x="14304" y="9789"/>
                </a:lnTo>
                <a:lnTo>
                  <a:pt x="14936" y="8285"/>
                </a:lnTo>
                <a:lnTo>
                  <a:pt x="14526" y="8325"/>
                </a:lnTo>
                <a:lnTo>
                  <a:pt x="13801" y="8397"/>
                </a:lnTo>
                <a:lnTo>
                  <a:pt x="12143" y="8564"/>
                </a:lnTo>
                <a:lnTo>
                  <a:pt x="10947" y="8639"/>
                </a:lnTo>
                <a:lnTo>
                  <a:pt x="9740" y="8711"/>
                </a:lnTo>
                <a:lnTo>
                  <a:pt x="8518" y="8785"/>
                </a:lnTo>
                <a:lnTo>
                  <a:pt x="7987" y="8825"/>
                </a:lnTo>
                <a:lnTo>
                  <a:pt x="7052" y="8897"/>
                </a:lnTo>
                <a:lnTo>
                  <a:pt x="4908" y="9065"/>
                </a:lnTo>
                <a:lnTo>
                  <a:pt x="3904" y="8807"/>
                </a:lnTo>
                <a:lnTo>
                  <a:pt x="2892" y="8548"/>
                </a:lnTo>
                <a:lnTo>
                  <a:pt x="1867" y="8285"/>
                </a:lnTo>
                <a:lnTo>
                  <a:pt x="1204" y="6287"/>
                </a:lnTo>
                <a:lnTo>
                  <a:pt x="775" y="4873"/>
                </a:lnTo>
                <a:lnTo>
                  <a:pt x="491" y="3659"/>
                </a:lnTo>
                <a:lnTo>
                  <a:pt x="263" y="2261"/>
                </a:lnTo>
                <a:lnTo>
                  <a:pt x="0" y="296"/>
                </a:lnTo>
                <a:close/>
              </a:path>
            </a:pathLst>
          </a:custGeom>
          <a:solidFill>
            <a:srgbClr val="888988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1" name="contour_06659"/>
          <p:cNvSpPr/>
          <p:nvPr/>
        </p:nvSpPr>
        <p:spPr>
          <a:xfrm>
            <a:off x="11361582" y="1873713"/>
            <a:ext cx="69076" cy="64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66" y="223"/>
                </a:moveTo>
                <a:lnTo>
                  <a:pt x="10691" y="1269"/>
                </a:lnTo>
                <a:lnTo>
                  <a:pt x="11969" y="2331"/>
                </a:lnTo>
                <a:lnTo>
                  <a:pt x="12981" y="3457"/>
                </a:lnTo>
                <a:lnTo>
                  <a:pt x="13806" y="4692"/>
                </a:lnTo>
                <a:lnTo>
                  <a:pt x="14526" y="6082"/>
                </a:lnTo>
                <a:lnTo>
                  <a:pt x="15219" y="7668"/>
                </a:lnTo>
                <a:lnTo>
                  <a:pt x="15964" y="9500"/>
                </a:lnTo>
                <a:lnTo>
                  <a:pt x="16691" y="10943"/>
                </a:lnTo>
                <a:lnTo>
                  <a:pt x="17502" y="12248"/>
                </a:lnTo>
                <a:lnTo>
                  <a:pt x="18396" y="13447"/>
                </a:lnTo>
                <a:lnTo>
                  <a:pt x="19378" y="14575"/>
                </a:lnTo>
                <a:lnTo>
                  <a:pt x="20445" y="15661"/>
                </a:lnTo>
                <a:lnTo>
                  <a:pt x="21600" y="16748"/>
                </a:lnTo>
                <a:lnTo>
                  <a:pt x="20094" y="16748"/>
                </a:lnTo>
                <a:lnTo>
                  <a:pt x="18578" y="16748"/>
                </a:lnTo>
                <a:lnTo>
                  <a:pt x="17042" y="16748"/>
                </a:lnTo>
                <a:lnTo>
                  <a:pt x="16206" y="18187"/>
                </a:lnTo>
                <a:lnTo>
                  <a:pt x="15688" y="19174"/>
                </a:lnTo>
                <a:lnTo>
                  <a:pt x="15280" y="20159"/>
                </a:lnTo>
                <a:lnTo>
                  <a:pt x="14763" y="21600"/>
                </a:lnTo>
                <a:lnTo>
                  <a:pt x="13298" y="21018"/>
                </a:lnTo>
                <a:lnTo>
                  <a:pt x="11855" y="20426"/>
                </a:lnTo>
                <a:lnTo>
                  <a:pt x="10435" y="19812"/>
                </a:lnTo>
                <a:lnTo>
                  <a:pt x="9038" y="19169"/>
                </a:lnTo>
                <a:lnTo>
                  <a:pt x="7664" y="18492"/>
                </a:lnTo>
                <a:lnTo>
                  <a:pt x="6310" y="17774"/>
                </a:lnTo>
                <a:lnTo>
                  <a:pt x="4977" y="17003"/>
                </a:lnTo>
                <a:lnTo>
                  <a:pt x="3662" y="16176"/>
                </a:lnTo>
                <a:lnTo>
                  <a:pt x="2368" y="15285"/>
                </a:lnTo>
                <a:lnTo>
                  <a:pt x="1089" y="14322"/>
                </a:lnTo>
                <a:lnTo>
                  <a:pt x="549" y="12535"/>
                </a:lnTo>
                <a:lnTo>
                  <a:pt x="187" y="10802"/>
                </a:lnTo>
                <a:lnTo>
                  <a:pt x="2" y="9102"/>
                </a:lnTo>
                <a:lnTo>
                  <a:pt x="0" y="7413"/>
                </a:lnTo>
                <a:lnTo>
                  <a:pt x="178" y="5715"/>
                </a:lnTo>
                <a:lnTo>
                  <a:pt x="542" y="3981"/>
                </a:lnTo>
                <a:lnTo>
                  <a:pt x="1089" y="2193"/>
                </a:lnTo>
                <a:lnTo>
                  <a:pt x="2482" y="1215"/>
                </a:lnTo>
                <a:lnTo>
                  <a:pt x="3678" y="551"/>
                </a:lnTo>
                <a:lnTo>
                  <a:pt x="4806" y="158"/>
                </a:lnTo>
                <a:lnTo>
                  <a:pt x="5996" y="0"/>
                </a:lnTo>
                <a:lnTo>
                  <a:pt x="7375" y="34"/>
                </a:lnTo>
                <a:lnTo>
                  <a:pt x="9066" y="223"/>
                </a:lnTo>
                <a:close/>
              </a:path>
            </a:pathLst>
          </a:custGeom>
          <a:solidFill>
            <a:srgbClr val="EC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2" name="contour_06660"/>
          <p:cNvSpPr/>
          <p:nvPr/>
        </p:nvSpPr>
        <p:spPr>
          <a:xfrm>
            <a:off x="7320230" y="1807422"/>
            <a:ext cx="12389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0"/>
                </a:moveTo>
                <a:lnTo>
                  <a:pt x="2110" y="0"/>
                </a:lnTo>
                <a:lnTo>
                  <a:pt x="2955" y="0"/>
                </a:lnTo>
                <a:lnTo>
                  <a:pt x="3812" y="0"/>
                </a:lnTo>
                <a:lnTo>
                  <a:pt x="3962" y="1369"/>
                </a:lnTo>
                <a:lnTo>
                  <a:pt x="4044" y="2374"/>
                </a:lnTo>
                <a:lnTo>
                  <a:pt x="4091" y="3508"/>
                </a:lnTo>
                <a:lnTo>
                  <a:pt x="4129" y="5266"/>
                </a:lnTo>
                <a:lnTo>
                  <a:pt x="4303" y="7031"/>
                </a:lnTo>
                <a:lnTo>
                  <a:pt x="4461" y="8197"/>
                </a:lnTo>
                <a:lnTo>
                  <a:pt x="4691" y="9279"/>
                </a:lnTo>
                <a:lnTo>
                  <a:pt x="5082" y="10800"/>
                </a:lnTo>
                <a:lnTo>
                  <a:pt x="5904" y="11385"/>
                </a:lnTo>
                <a:lnTo>
                  <a:pt x="6728" y="11845"/>
                </a:lnTo>
                <a:lnTo>
                  <a:pt x="7556" y="12198"/>
                </a:lnTo>
                <a:lnTo>
                  <a:pt x="8390" y="12457"/>
                </a:lnTo>
                <a:lnTo>
                  <a:pt x="9231" y="12640"/>
                </a:lnTo>
                <a:lnTo>
                  <a:pt x="10081" y="12766"/>
                </a:lnTo>
                <a:lnTo>
                  <a:pt x="10942" y="12850"/>
                </a:lnTo>
                <a:lnTo>
                  <a:pt x="11818" y="12908"/>
                </a:lnTo>
                <a:lnTo>
                  <a:pt x="12706" y="12960"/>
                </a:lnTo>
                <a:lnTo>
                  <a:pt x="13417" y="13068"/>
                </a:lnTo>
                <a:lnTo>
                  <a:pt x="14134" y="13178"/>
                </a:lnTo>
                <a:lnTo>
                  <a:pt x="14860" y="13288"/>
                </a:lnTo>
                <a:lnTo>
                  <a:pt x="16309" y="13435"/>
                </a:lnTo>
                <a:lnTo>
                  <a:pt x="17377" y="13526"/>
                </a:lnTo>
                <a:lnTo>
                  <a:pt x="18157" y="13558"/>
                </a:lnTo>
                <a:lnTo>
                  <a:pt x="18748" y="13522"/>
                </a:lnTo>
                <a:lnTo>
                  <a:pt x="19242" y="13414"/>
                </a:lnTo>
                <a:lnTo>
                  <a:pt x="19737" y="13230"/>
                </a:lnTo>
                <a:lnTo>
                  <a:pt x="20329" y="12960"/>
                </a:lnTo>
                <a:lnTo>
                  <a:pt x="20581" y="11677"/>
                </a:lnTo>
                <a:lnTo>
                  <a:pt x="20834" y="10390"/>
                </a:lnTo>
                <a:lnTo>
                  <a:pt x="21087" y="9098"/>
                </a:lnTo>
                <a:lnTo>
                  <a:pt x="21342" y="7795"/>
                </a:lnTo>
                <a:lnTo>
                  <a:pt x="21600" y="6480"/>
                </a:lnTo>
                <a:lnTo>
                  <a:pt x="21600" y="7977"/>
                </a:lnTo>
                <a:lnTo>
                  <a:pt x="21600" y="9476"/>
                </a:lnTo>
                <a:lnTo>
                  <a:pt x="21600" y="10975"/>
                </a:lnTo>
                <a:lnTo>
                  <a:pt x="21600" y="12476"/>
                </a:lnTo>
                <a:lnTo>
                  <a:pt x="21600" y="13984"/>
                </a:lnTo>
                <a:lnTo>
                  <a:pt x="21600" y="15494"/>
                </a:lnTo>
                <a:lnTo>
                  <a:pt x="21600" y="17010"/>
                </a:lnTo>
                <a:lnTo>
                  <a:pt x="21600" y="18533"/>
                </a:lnTo>
                <a:lnTo>
                  <a:pt x="21600" y="20062"/>
                </a:lnTo>
                <a:lnTo>
                  <a:pt x="21600" y="21600"/>
                </a:lnTo>
                <a:lnTo>
                  <a:pt x="21348" y="20317"/>
                </a:lnTo>
                <a:lnTo>
                  <a:pt x="21096" y="19030"/>
                </a:lnTo>
                <a:lnTo>
                  <a:pt x="20843" y="17738"/>
                </a:lnTo>
                <a:lnTo>
                  <a:pt x="20587" y="16435"/>
                </a:lnTo>
                <a:lnTo>
                  <a:pt x="20329" y="15120"/>
                </a:lnTo>
                <a:lnTo>
                  <a:pt x="19444" y="14856"/>
                </a:lnTo>
                <a:lnTo>
                  <a:pt x="18802" y="14768"/>
                </a:lnTo>
                <a:lnTo>
                  <a:pt x="18093" y="14852"/>
                </a:lnTo>
                <a:lnTo>
                  <a:pt x="17004" y="15111"/>
                </a:lnTo>
                <a:lnTo>
                  <a:pt x="16337" y="15250"/>
                </a:lnTo>
                <a:lnTo>
                  <a:pt x="15665" y="15388"/>
                </a:lnTo>
                <a:lnTo>
                  <a:pt x="14984" y="15528"/>
                </a:lnTo>
                <a:lnTo>
                  <a:pt x="14673" y="15608"/>
                </a:lnTo>
                <a:lnTo>
                  <a:pt x="14123" y="15746"/>
                </a:lnTo>
                <a:lnTo>
                  <a:pt x="12865" y="16066"/>
                </a:lnTo>
                <a:lnTo>
                  <a:pt x="11085" y="16498"/>
                </a:lnTo>
                <a:lnTo>
                  <a:pt x="9592" y="16850"/>
                </a:lnTo>
                <a:lnTo>
                  <a:pt x="8352" y="17120"/>
                </a:lnTo>
                <a:lnTo>
                  <a:pt x="7329" y="17306"/>
                </a:lnTo>
                <a:lnTo>
                  <a:pt x="6488" y="17405"/>
                </a:lnTo>
                <a:lnTo>
                  <a:pt x="5794" y="17418"/>
                </a:lnTo>
                <a:lnTo>
                  <a:pt x="5212" y="17340"/>
                </a:lnTo>
                <a:lnTo>
                  <a:pt x="4706" y="17170"/>
                </a:lnTo>
                <a:lnTo>
                  <a:pt x="4242" y="16908"/>
                </a:lnTo>
                <a:lnTo>
                  <a:pt x="3785" y="16550"/>
                </a:lnTo>
                <a:lnTo>
                  <a:pt x="3300" y="16094"/>
                </a:lnTo>
                <a:lnTo>
                  <a:pt x="2750" y="15541"/>
                </a:lnTo>
                <a:lnTo>
                  <a:pt x="2034" y="14230"/>
                </a:lnTo>
                <a:lnTo>
                  <a:pt x="1482" y="13040"/>
                </a:lnTo>
                <a:lnTo>
                  <a:pt x="1061" y="11867"/>
                </a:lnTo>
                <a:lnTo>
                  <a:pt x="746" y="10610"/>
                </a:lnTo>
                <a:lnTo>
                  <a:pt x="508" y="9163"/>
                </a:lnTo>
                <a:lnTo>
                  <a:pt x="318" y="7426"/>
                </a:lnTo>
                <a:lnTo>
                  <a:pt x="170" y="6013"/>
                </a:lnTo>
                <a:lnTo>
                  <a:pt x="20" y="4581"/>
                </a:lnTo>
                <a:lnTo>
                  <a:pt x="10" y="3380"/>
                </a:lnTo>
                <a:lnTo>
                  <a:pt x="0" y="2160"/>
                </a:lnTo>
                <a:lnTo>
                  <a:pt x="630" y="1089"/>
                </a:lnTo>
                <a:lnTo>
                  <a:pt x="1271" y="0"/>
                </a:lnTo>
                <a:close/>
              </a:path>
            </a:pathLst>
          </a:custGeom>
          <a:solidFill>
            <a:srgbClr val="7A6B99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3" name="contour_06661"/>
          <p:cNvSpPr/>
          <p:nvPr/>
        </p:nvSpPr>
        <p:spPr>
          <a:xfrm>
            <a:off x="4448762" y="1821998"/>
            <a:ext cx="123896" cy="501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9" y="320"/>
                </a:lnTo>
                <a:lnTo>
                  <a:pt x="1738" y="681"/>
                </a:lnTo>
                <a:lnTo>
                  <a:pt x="2603" y="1083"/>
                </a:lnTo>
                <a:lnTo>
                  <a:pt x="3469" y="1523"/>
                </a:lnTo>
                <a:lnTo>
                  <a:pt x="4330" y="2000"/>
                </a:lnTo>
                <a:lnTo>
                  <a:pt x="5190" y="2515"/>
                </a:lnTo>
                <a:lnTo>
                  <a:pt x="6047" y="3065"/>
                </a:lnTo>
                <a:lnTo>
                  <a:pt x="6902" y="3646"/>
                </a:lnTo>
                <a:lnTo>
                  <a:pt x="7753" y="4264"/>
                </a:lnTo>
                <a:lnTo>
                  <a:pt x="8602" y="4914"/>
                </a:lnTo>
                <a:lnTo>
                  <a:pt x="9447" y="5595"/>
                </a:lnTo>
                <a:lnTo>
                  <a:pt x="10288" y="6305"/>
                </a:lnTo>
                <a:lnTo>
                  <a:pt x="11127" y="7046"/>
                </a:lnTo>
                <a:lnTo>
                  <a:pt x="11960" y="7812"/>
                </a:lnTo>
                <a:lnTo>
                  <a:pt x="12791" y="8607"/>
                </a:lnTo>
                <a:lnTo>
                  <a:pt x="13617" y="9429"/>
                </a:lnTo>
                <a:lnTo>
                  <a:pt x="14438" y="10274"/>
                </a:lnTo>
                <a:lnTo>
                  <a:pt x="15255" y="11147"/>
                </a:lnTo>
                <a:lnTo>
                  <a:pt x="16067" y="12039"/>
                </a:lnTo>
                <a:lnTo>
                  <a:pt x="16873" y="12952"/>
                </a:lnTo>
                <a:lnTo>
                  <a:pt x="17675" y="13888"/>
                </a:lnTo>
                <a:lnTo>
                  <a:pt x="18472" y="14843"/>
                </a:lnTo>
                <a:lnTo>
                  <a:pt x="19262" y="15816"/>
                </a:lnTo>
                <a:lnTo>
                  <a:pt x="20047" y="16808"/>
                </a:lnTo>
                <a:lnTo>
                  <a:pt x="20827" y="17816"/>
                </a:lnTo>
                <a:lnTo>
                  <a:pt x="21600" y="18840"/>
                </a:lnTo>
                <a:lnTo>
                  <a:pt x="20577" y="19537"/>
                </a:lnTo>
                <a:lnTo>
                  <a:pt x="19594" y="20137"/>
                </a:lnTo>
                <a:lnTo>
                  <a:pt x="18645" y="20642"/>
                </a:lnTo>
                <a:lnTo>
                  <a:pt x="17725" y="21044"/>
                </a:lnTo>
                <a:lnTo>
                  <a:pt x="16830" y="21339"/>
                </a:lnTo>
                <a:lnTo>
                  <a:pt x="15955" y="21528"/>
                </a:lnTo>
                <a:lnTo>
                  <a:pt x="15095" y="21600"/>
                </a:lnTo>
                <a:lnTo>
                  <a:pt x="14246" y="21553"/>
                </a:lnTo>
                <a:lnTo>
                  <a:pt x="13401" y="21386"/>
                </a:lnTo>
                <a:lnTo>
                  <a:pt x="12557" y="21094"/>
                </a:lnTo>
                <a:lnTo>
                  <a:pt x="11708" y="20674"/>
                </a:lnTo>
                <a:lnTo>
                  <a:pt x="10851" y="20118"/>
                </a:lnTo>
                <a:lnTo>
                  <a:pt x="9978" y="19427"/>
                </a:lnTo>
                <a:lnTo>
                  <a:pt x="9087" y="18592"/>
                </a:lnTo>
                <a:lnTo>
                  <a:pt x="8171" y="17612"/>
                </a:lnTo>
                <a:lnTo>
                  <a:pt x="7227" y="16485"/>
                </a:lnTo>
                <a:lnTo>
                  <a:pt x="6582" y="15687"/>
                </a:lnTo>
                <a:lnTo>
                  <a:pt x="5929" y="14874"/>
                </a:lnTo>
                <a:lnTo>
                  <a:pt x="5112" y="13700"/>
                </a:lnTo>
                <a:lnTo>
                  <a:pt x="4370" y="12503"/>
                </a:lnTo>
                <a:lnTo>
                  <a:pt x="3692" y="11266"/>
                </a:lnTo>
                <a:lnTo>
                  <a:pt x="3071" y="9973"/>
                </a:lnTo>
                <a:lnTo>
                  <a:pt x="2495" y="8604"/>
                </a:lnTo>
                <a:lnTo>
                  <a:pt x="1958" y="7140"/>
                </a:lnTo>
                <a:lnTo>
                  <a:pt x="1448" y="5567"/>
                </a:lnTo>
                <a:lnTo>
                  <a:pt x="959" y="3862"/>
                </a:lnTo>
                <a:lnTo>
                  <a:pt x="479" y="2013"/>
                </a:lnTo>
                <a:lnTo>
                  <a:pt x="0" y="0"/>
                </a:lnTo>
                <a:close/>
              </a:path>
            </a:pathLst>
          </a:custGeom>
          <a:solidFill>
            <a:srgbClr val="8DC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4" name="contour_06662"/>
          <p:cNvSpPr/>
          <p:nvPr/>
        </p:nvSpPr>
        <p:spPr>
          <a:xfrm>
            <a:off x="4084362" y="1698102"/>
            <a:ext cx="51016" cy="189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31" y="0"/>
                </a:lnTo>
                <a:lnTo>
                  <a:pt x="3086" y="0"/>
                </a:lnTo>
                <a:lnTo>
                  <a:pt x="3147" y="424"/>
                </a:lnTo>
                <a:lnTo>
                  <a:pt x="3209" y="851"/>
                </a:lnTo>
                <a:lnTo>
                  <a:pt x="3271" y="1284"/>
                </a:lnTo>
                <a:lnTo>
                  <a:pt x="3360" y="1872"/>
                </a:lnTo>
                <a:lnTo>
                  <a:pt x="3453" y="2460"/>
                </a:lnTo>
                <a:lnTo>
                  <a:pt x="3549" y="3048"/>
                </a:lnTo>
                <a:lnTo>
                  <a:pt x="3650" y="3636"/>
                </a:lnTo>
                <a:lnTo>
                  <a:pt x="3749" y="4224"/>
                </a:lnTo>
                <a:lnTo>
                  <a:pt x="3854" y="4813"/>
                </a:lnTo>
                <a:lnTo>
                  <a:pt x="3959" y="5400"/>
                </a:lnTo>
                <a:lnTo>
                  <a:pt x="4064" y="5988"/>
                </a:lnTo>
                <a:lnTo>
                  <a:pt x="4153" y="6497"/>
                </a:lnTo>
                <a:lnTo>
                  <a:pt x="4234" y="7008"/>
                </a:lnTo>
                <a:lnTo>
                  <a:pt x="4314" y="7517"/>
                </a:lnTo>
                <a:lnTo>
                  <a:pt x="4388" y="8026"/>
                </a:lnTo>
                <a:lnTo>
                  <a:pt x="4474" y="8612"/>
                </a:lnTo>
                <a:lnTo>
                  <a:pt x="4573" y="9197"/>
                </a:lnTo>
                <a:lnTo>
                  <a:pt x="4675" y="9782"/>
                </a:lnTo>
                <a:lnTo>
                  <a:pt x="4783" y="10368"/>
                </a:lnTo>
                <a:lnTo>
                  <a:pt x="4894" y="10953"/>
                </a:lnTo>
                <a:lnTo>
                  <a:pt x="4946" y="11411"/>
                </a:lnTo>
                <a:lnTo>
                  <a:pt x="5002" y="11876"/>
                </a:lnTo>
                <a:lnTo>
                  <a:pt x="5125" y="12393"/>
                </a:lnTo>
                <a:lnTo>
                  <a:pt x="5286" y="12799"/>
                </a:lnTo>
                <a:lnTo>
                  <a:pt x="5601" y="13306"/>
                </a:lnTo>
                <a:lnTo>
                  <a:pt x="6171" y="14123"/>
                </a:lnTo>
                <a:lnTo>
                  <a:pt x="8038" y="14448"/>
                </a:lnTo>
                <a:lnTo>
                  <a:pt x="9303" y="14643"/>
                </a:lnTo>
                <a:lnTo>
                  <a:pt x="10547" y="14786"/>
                </a:lnTo>
                <a:lnTo>
                  <a:pt x="12343" y="14954"/>
                </a:lnTo>
                <a:lnTo>
                  <a:pt x="12497" y="15510"/>
                </a:lnTo>
                <a:lnTo>
                  <a:pt x="12528" y="15905"/>
                </a:lnTo>
                <a:lnTo>
                  <a:pt x="12417" y="16332"/>
                </a:lnTo>
                <a:lnTo>
                  <a:pt x="12152" y="16979"/>
                </a:lnTo>
                <a:lnTo>
                  <a:pt x="12037" y="17644"/>
                </a:lnTo>
                <a:lnTo>
                  <a:pt x="12019" y="18088"/>
                </a:lnTo>
                <a:lnTo>
                  <a:pt x="12115" y="18509"/>
                </a:lnTo>
                <a:lnTo>
                  <a:pt x="12343" y="19108"/>
                </a:lnTo>
                <a:lnTo>
                  <a:pt x="14315" y="19570"/>
                </a:lnTo>
                <a:lnTo>
                  <a:pt x="15771" y="19896"/>
                </a:lnTo>
                <a:lnTo>
                  <a:pt x="16971" y="20133"/>
                </a:lnTo>
                <a:lnTo>
                  <a:pt x="18172" y="20326"/>
                </a:lnTo>
                <a:lnTo>
                  <a:pt x="19628" y="20523"/>
                </a:lnTo>
                <a:lnTo>
                  <a:pt x="21600" y="20769"/>
                </a:lnTo>
                <a:lnTo>
                  <a:pt x="19563" y="20906"/>
                </a:lnTo>
                <a:lnTo>
                  <a:pt x="17524" y="21043"/>
                </a:lnTo>
                <a:lnTo>
                  <a:pt x="15475" y="21181"/>
                </a:lnTo>
                <a:lnTo>
                  <a:pt x="13417" y="21320"/>
                </a:lnTo>
                <a:lnTo>
                  <a:pt x="11346" y="21460"/>
                </a:lnTo>
                <a:lnTo>
                  <a:pt x="9257" y="21600"/>
                </a:lnTo>
                <a:lnTo>
                  <a:pt x="8640" y="21149"/>
                </a:lnTo>
                <a:lnTo>
                  <a:pt x="8017" y="20691"/>
                </a:lnTo>
                <a:lnTo>
                  <a:pt x="7471" y="20305"/>
                </a:lnTo>
                <a:lnTo>
                  <a:pt x="6921" y="19917"/>
                </a:lnTo>
                <a:lnTo>
                  <a:pt x="6363" y="19523"/>
                </a:lnTo>
                <a:lnTo>
                  <a:pt x="5826" y="19137"/>
                </a:lnTo>
                <a:lnTo>
                  <a:pt x="5286" y="18749"/>
                </a:lnTo>
                <a:lnTo>
                  <a:pt x="4737" y="18355"/>
                </a:lnTo>
                <a:lnTo>
                  <a:pt x="3919" y="17904"/>
                </a:lnTo>
                <a:lnTo>
                  <a:pt x="3086" y="17446"/>
                </a:lnTo>
                <a:lnTo>
                  <a:pt x="1555" y="17446"/>
                </a:lnTo>
                <a:lnTo>
                  <a:pt x="0" y="17446"/>
                </a:lnTo>
                <a:lnTo>
                  <a:pt x="0" y="16870"/>
                </a:lnTo>
                <a:lnTo>
                  <a:pt x="0" y="16295"/>
                </a:lnTo>
                <a:lnTo>
                  <a:pt x="0" y="15719"/>
                </a:lnTo>
                <a:lnTo>
                  <a:pt x="0" y="15143"/>
                </a:lnTo>
                <a:lnTo>
                  <a:pt x="0" y="14567"/>
                </a:lnTo>
                <a:lnTo>
                  <a:pt x="0" y="13990"/>
                </a:lnTo>
                <a:lnTo>
                  <a:pt x="0" y="13414"/>
                </a:lnTo>
                <a:lnTo>
                  <a:pt x="0" y="12837"/>
                </a:lnTo>
                <a:lnTo>
                  <a:pt x="0" y="12260"/>
                </a:lnTo>
                <a:lnTo>
                  <a:pt x="0" y="11682"/>
                </a:lnTo>
                <a:lnTo>
                  <a:pt x="0" y="11105"/>
                </a:lnTo>
                <a:lnTo>
                  <a:pt x="0" y="10527"/>
                </a:lnTo>
                <a:lnTo>
                  <a:pt x="0" y="9948"/>
                </a:lnTo>
                <a:lnTo>
                  <a:pt x="0" y="9369"/>
                </a:lnTo>
                <a:lnTo>
                  <a:pt x="0" y="8789"/>
                </a:lnTo>
                <a:lnTo>
                  <a:pt x="0" y="8208"/>
                </a:lnTo>
                <a:lnTo>
                  <a:pt x="0" y="7627"/>
                </a:lnTo>
                <a:lnTo>
                  <a:pt x="0" y="7046"/>
                </a:lnTo>
                <a:lnTo>
                  <a:pt x="0" y="6463"/>
                </a:lnTo>
                <a:lnTo>
                  <a:pt x="0" y="5880"/>
                </a:lnTo>
                <a:lnTo>
                  <a:pt x="0" y="5296"/>
                </a:lnTo>
                <a:lnTo>
                  <a:pt x="0" y="4711"/>
                </a:lnTo>
                <a:lnTo>
                  <a:pt x="0" y="4126"/>
                </a:lnTo>
                <a:lnTo>
                  <a:pt x="0" y="3539"/>
                </a:lnTo>
                <a:lnTo>
                  <a:pt x="0" y="2952"/>
                </a:lnTo>
                <a:lnTo>
                  <a:pt x="0" y="2364"/>
                </a:lnTo>
                <a:lnTo>
                  <a:pt x="0" y="1775"/>
                </a:lnTo>
                <a:lnTo>
                  <a:pt x="0" y="1184"/>
                </a:lnTo>
                <a:lnTo>
                  <a:pt x="0" y="592"/>
                </a:lnTo>
                <a:lnTo>
                  <a:pt x="0" y="0"/>
                </a:lnTo>
                <a:close/>
              </a:path>
            </a:pathLst>
          </a:custGeom>
          <a:solidFill>
            <a:srgbClr val="D3E2EE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5" name="contour_06663"/>
          <p:cNvSpPr/>
          <p:nvPr/>
        </p:nvSpPr>
        <p:spPr>
          <a:xfrm>
            <a:off x="4265039" y="1639798"/>
            <a:ext cx="37963" cy="1480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13" y="0"/>
                </a:moveTo>
                <a:lnTo>
                  <a:pt x="7070" y="0"/>
                </a:lnTo>
                <a:lnTo>
                  <a:pt x="9160" y="0"/>
                </a:lnTo>
                <a:lnTo>
                  <a:pt x="9284" y="514"/>
                </a:lnTo>
                <a:lnTo>
                  <a:pt x="9409" y="1036"/>
                </a:lnTo>
                <a:lnTo>
                  <a:pt x="9608" y="1808"/>
                </a:lnTo>
                <a:lnTo>
                  <a:pt x="9811" y="2576"/>
                </a:lnTo>
                <a:lnTo>
                  <a:pt x="10027" y="3342"/>
                </a:lnTo>
                <a:lnTo>
                  <a:pt x="10255" y="4104"/>
                </a:lnTo>
                <a:lnTo>
                  <a:pt x="10491" y="4864"/>
                </a:lnTo>
                <a:lnTo>
                  <a:pt x="10744" y="5623"/>
                </a:lnTo>
                <a:lnTo>
                  <a:pt x="11009" y="6379"/>
                </a:lnTo>
                <a:lnTo>
                  <a:pt x="11291" y="7133"/>
                </a:lnTo>
                <a:lnTo>
                  <a:pt x="11590" y="7884"/>
                </a:lnTo>
                <a:lnTo>
                  <a:pt x="11909" y="8635"/>
                </a:lnTo>
                <a:lnTo>
                  <a:pt x="12249" y="9383"/>
                </a:lnTo>
                <a:lnTo>
                  <a:pt x="12610" y="10129"/>
                </a:lnTo>
                <a:lnTo>
                  <a:pt x="12996" y="10875"/>
                </a:lnTo>
                <a:lnTo>
                  <a:pt x="13406" y="11620"/>
                </a:lnTo>
                <a:lnTo>
                  <a:pt x="13842" y="12364"/>
                </a:lnTo>
                <a:lnTo>
                  <a:pt x="14302" y="13106"/>
                </a:lnTo>
                <a:lnTo>
                  <a:pt x="14795" y="13848"/>
                </a:lnTo>
                <a:lnTo>
                  <a:pt x="15314" y="14590"/>
                </a:lnTo>
                <a:lnTo>
                  <a:pt x="15869" y="15330"/>
                </a:lnTo>
                <a:lnTo>
                  <a:pt x="16454" y="16070"/>
                </a:lnTo>
                <a:lnTo>
                  <a:pt x="17076" y="16811"/>
                </a:lnTo>
                <a:lnTo>
                  <a:pt x="17731" y="17552"/>
                </a:lnTo>
                <a:lnTo>
                  <a:pt x="18428" y="18292"/>
                </a:lnTo>
                <a:lnTo>
                  <a:pt x="19158" y="19034"/>
                </a:lnTo>
                <a:lnTo>
                  <a:pt x="19929" y="19775"/>
                </a:lnTo>
                <a:lnTo>
                  <a:pt x="20742" y="20517"/>
                </a:lnTo>
                <a:lnTo>
                  <a:pt x="21600" y="21260"/>
                </a:lnTo>
                <a:lnTo>
                  <a:pt x="16956" y="21449"/>
                </a:lnTo>
                <a:lnTo>
                  <a:pt x="13676" y="21562"/>
                </a:lnTo>
                <a:lnTo>
                  <a:pt x="11304" y="21600"/>
                </a:lnTo>
                <a:lnTo>
                  <a:pt x="9376" y="21562"/>
                </a:lnTo>
                <a:lnTo>
                  <a:pt x="7435" y="21449"/>
                </a:lnTo>
                <a:lnTo>
                  <a:pt x="5013" y="21260"/>
                </a:lnTo>
                <a:lnTo>
                  <a:pt x="3682" y="20621"/>
                </a:lnTo>
                <a:lnTo>
                  <a:pt x="2588" y="19948"/>
                </a:lnTo>
                <a:lnTo>
                  <a:pt x="1713" y="19245"/>
                </a:lnTo>
                <a:lnTo>
                  <a:pt x="1041" y="18517"/>
                </a:lnTo>
                <a:lnTo>
                  <a:pt x="552" y="17767"/>
                </a:lnTo>
                <a:lnTo>
                  <a:pt x="228" y="16997"/>
                </a:lnTo>
                <a:lnTo>
                  <a:pt x="50" y="16213"/>
                </a:lnTo>
                <a:lnTo>
                  <a:pt x="0" y="15417"/>
                </a:lnTo>
                <a:lnTo>
                  <a:pt x="66" y="14613"/>
                </a:lnTo>
                <a:lnTo>
                  <a:pt x="220" y="13805"/>
                </a:lnTo>
                <a:lnTo>
                  <a:pt x="452" y="12997"/>
                </a:lnTo>
                <a:lnTo>
                  <a:pt x="742" y="12193"/>
                </a:lnTo>
                <a:lnTo>
                  <a:pt x="1074" y="11394"/>
                </a:lnTo>
                <a:lnTo>
                  <a:pt x="1422" y="10608"/>
                </a:lnTo>
                <a:lnTo>
                  <a:pt x="1779" y="9835"/>
                </a:lnTo>
                <a:lnTo>
                  <a:pt x="2119" y="9081"/>
                </a:lnTo>
                <a:lnTo>
                  <a:pt x="2426" y="8348"/>
                </a:lnTo>
                <a:lnTo>
                  <a:pt x="2683" y="7641"/>
                </a:lnTo>
                <a:lnTo>
                  <a:pt x="2903" y="6897"/>
                </a:lnTo>
                <a:lnTo>
                  <a:pt x="3122" y="6153"/>
                </a:lnTo>
                <a:lnTo>
                  <a:pt x="3338" y="5409"/>
                </a:lnTo>
                <a:lnTo>
                  <a:pt x="3537" y="4732"/>
                </a:lnTo>
                <a:lnTo>
                  <a:pt x="3740" y="4056"/>
                </a:lnTo>
                <a:lnTo>
                  <a:pt x="3948" y="3380"/>
                </a:lnTo>
                <a:lnTo>
                  <a:pt x="4155" y="2704"/>
                </a:lnTo>
                <a:lnTo>
                  <a:pt x="4366" y="2028"/>
                </a:lnTo>
                <a:lnTo>
                  <a:pt x="4578" y="1352"/>
                </a:lnTo>
                <a:lnTo>
                  <a:pt x="4794" y="676"/>
                </a:lnTo>
                <a:lnTo>
                  <a:pt x="5013" y="0"/>
                </a:lnTo>
                <a:close/>
              </a:path>
            </a:pathLst>
          </a:custGeom>
          <a:solidFill>
            <a:srgbClr val="DA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6" name="contour_06664"/>
          <p:cNvSpPr/>
          <p:nvPr/>
        </p:nvSpPr>
        <p:spPr>
          <a:xfrm>
            <a:off x="1386216" y="1726532"/>
            <a:ext cx="52605" cy="894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37" y="174"/>
                </a:moveTo>
                <a:lnTo>
                  <a:pt x="8972" y="58"/>
                </a:lnTo>
                <a:lnTo>
                  <a:pt x="10602" y="0"/>
                </a:lnTo>
                <a:lnTo>
                  <a:pt x="11967" y="0"/>
                </a:lnTo>
                <a:lnTo>
                  <a:pt x="13496" y="58"/>
                </a:lnTo>
                <a:lnTo>
                  <a:pt x="15615" y="174"/>
                </a:lnTo>
                <a:lnTo>
                  <a:pt x="15774" y="1358"/>
                </a:lnTo>
                <a:lnTo>
                  <a:pt x="15917" y="2535"/>
                </a:lnTo>
                <a:lnTo>
                  <a:pt x="16028" y="3707"/>
                </a:lnTo>
                <a:lnTo>
                  <a:pt x="16106" y="4876"/>
                </a:lnTo>
                <a:lnTo>
                  <a:pt x="16136" y="6042"/>
                </a:lnTo>
                <a:lnTo>
                  <a:pt x="16112" y="7209"/>
                </a:lnTo>
                <a:lnTo>
                  <a:pt x="16022" y="8379"/>
                </a:lnTo>
                <a:lnTo>
                  <a:pt x="15860" y="9552"/>
                </a:lnTo>
                <a:lnTo>
                  <a:pt x="15615" y="10731"/>
                </a:lnTo>
                <a:lnTo>
                  <a:pt x="13389" y="11326"/>
                </a:lnTo>
                <a:lnTo>
                  <a:pt x="11808" y="11715"/>
                </a:lnTo>
                <a:lnTo>
                  <a:pt x="10444" y="11982"/>
                </a:lnTo>
                <a:lnTo>
                  <a:pt x="8864" y="12213"/>
                </a:lnTo>
                <a:lnTo>
                  <a:pt x="6637" y="12491"/>
                </a:lnTo>
                <a:lnTo>
                  <a:pt x="5919" y="13800"/>
                </a:lnTo>
                <a:lnTo>
                  <a:pt x="5560" y="14729"/>
                </a:lnTo>
                <a:lnTo>
                  <a:pt x="5560" y="15531"/>
                </a:lnTo>
                <a:lnTo>
                  <a:pt x="5919" y="16460"/>
                </a:lnTo>
                <a:lnTo>
                  <a:pt x="6637" y="17770"/>
                </a:lnTo>
                <a:lnTo>
                  <a:pt x="8574" y="18125"/>
                </a:lnTo>
                <a:lnTo>
                  <a:pt x="10495" y="18413"/>
                </a:lnTo>
                <a:lnTo>
                  <a:pt x="12410" y="18651"/>
                </a:lnTo>
                <a:lnTo>
                  <a:pt x="14343" y="18846"/>
                </a:lnTo>
                <a:lnTo>
                  <a:pt x="16309" y="19012"/>
                </a:lnTo>
                <a:lnTo>
                  <a:pt x="18326" y="19158"/>
                </a:lnTo>
                <a:lnTo>
                  <a:pt x="19951" y="19343"/>
                </a:lnTo>
                <a:lnTo>
                  <a:pt x="21600" y="19529"/>
                </a:lnTo>
                <a:lnTo>
                  <a:pt x="21600" y="20402"/>
                </a:lnTo>
                <a:lnTo>
                  <a:pt x="21600" y="21289"/>
                </a:lnTo>
                <a:lnTo>
                  <a:pt x="17656" y="21445"/>
                </a:lnTo>
                <a:lnTo>
                  <a:pt x="14535" y="21552"/>
                </a:lnTo>
                <a:lnTo>
                  <a:pt x="12084" y="21600"/>
                </a:lnTo>
                <a:lnTo>
                  <a:pt x="10145" y="21579"/>
                </a:lnTo>
                <a:lnTo>
                  <a:pt x="8565" y="21477"/>
                </a:lnTo>
                <a:lnTo>
                  <a:pt x="7185" y="21287"/>
                </a:lnTo>
                <a:lnTo>
                  <a:pt x="5853" y="20996"/>
                </a:lnTo>
                <a:lnTo>
                  <a:pt x="4414" y="20597"/>
                </a:lnTo>
                <a:lnTo>
                  <a:pt x="2711" y="20078"/>
                </a:lnTo>
                <a:lnTo>
                  <a:pt x="1751" y="18867"/>
                </a:lnTo>
                <a:lnTo>
                  <a:pt x="1020" y="17655"/>
                </a:lnTo>
                <a:lnTo>
                  <a:pt x="497" y="16439"/>
                </a:lnTo>
                <a:lnTo>
                  <a:pt x="162" y="15220"/>
                </a:lnTo>
                <a:lnTo>
                  <a:pt x="3" y="13995"/>
                </a:lnTo>
                <a:lnTo>
                  <a:pt x="0" y="12764"/>
                </a:lnTo>
                <a:lnTo>
                  <a:pt x="135" y="11523"/>
                </a:lnTo>
                <a:lnTo>
                  <a:pt x="389" y="10272"/>
                </a:lnTo>
                <a:lnTo>
                  <a:pt x="745" y="9009"/>
                </a:lnTo>
                <a:lnTo>
                  <a:pt x="1185" y="7733"/>
                </a:lnTo>
                <a:lnTo>
                  <a:pt x="1694" y="6442"/>
                </a:lnTo>
                <a:lnTo>
                  <a:pt x="2804" y="4518"/>
                </a:lnTo>
                <a:lnTo>
                  <a:pt x="3618" y="3179"/>
                </a:lnTo>
                <a:lnTo>
                  <a:pt x="4270" y="2249"/>
                </a:lnTo>
                <a:lnTo>
                  <a:pt x="4899" y="1555"/>
                </a:lnTo>
                <a:lnTo>
                  <a:pt x="5644" y="920"/>
                </a:lnTo>
                <a:lnTo>
                  <a:pt x="6637" y="174"/>
                </a:lnTo>
                <a:close/>
              </a:path>
            </a:pathLst>
          </a:custGeom>
          <a:solidFill>
            <a:srgbClr val="9C9C98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7" name="contour_06665"/>
          <p:cNvSpPr/>
          <p:nvPr/>
        </p:nvSpPr>
        <p:spPr>
          <a:xfrm>
            <a:off x="1315129" y="1717940"/>
            <a:ext cx="72676" cy="45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65" y="55"/>
                </a:moveTo>
                <a:lnTo>
                  <a:pt x="5896" y="0"/>
                </a:lnTo>
                <a:lnTo>
                  <a:pt x="7434" y="31"/>
                </a:lnTo>
                <a:lnTo>
                  <a:pt x="8972" y="162"/>
                </a:lnTo>
                <a:lnTo>
                  <a:pt x="10501" y="404"/>
                </a:lnTo>
                <a:lnTo>
                  <a:pt x="12017" y="774"/>
                </a:lnTo>
                <a:lnTo>
                  <a:pt x="13512" y="1282"/>
                </a:lnTo>
                <a:lnTo>
                  <a:pt x="14976" y="1935"/>
                </a:lnTo>
                <a:lnTo>
                  <a:pt x="16404" y="2754"/>
                </a:lnTo>
                <a:lnTo>
                  <a:pt x="17788" y="3743"/>
                </a:lnTo>
                <a:lnTo>
                  <a:pt x="19120" y="4918"/>
                </a:lnTo>
                <a:lnTo>
                  <a:pt x="20394" y="6290"/>
                </a:lnTo>
                <a:lnTo>
                  <a:pt x="21600" y="7873"/>
                </a:lnTo>
                <a:lnTo>
                  <a:pt x="21600" y="10157"/>
                </a:lnTo>
                <a:lnTo>
                  <a:pt x="21600" y="12455"/>
                </a:lnTo>
                <a:lnTo>
                  <a:pt x="21600" y="14785"/>
                </a:lnTo>
                <a:lnTo>
                  <a:pt x="20402" y="16046"/>
                </a:lnTo>
                <a:lnTo>
                  <a:pt x="19163" y="17194"/>
                </a:lnTo>
                <a:lnTo>
                  <a:pt x="17885" y="18223"/>
                </a:lnTo>
                <a:lnTo>
                  <a:pt x="16570" y="19126"/>
                </a:lnTo>
                <a:lnTo>
                  <a:pt x="15227" y="19903"/>
                </a:lnTo>
                <a:lnTo>
                  <a:pt x="13858" y="20539"/>
                </a:lnTo>
                <a:lnTo>
                  <a:pt x="12468" y="21033"/>
                </a:lnTo>
                <a:lnTo>
                  <a:pt x="11058" y="21379"/>
                </a:lnTo>
                <a:lnTo>
                  <a:pt x="9632" y="21572"/>
                </a:lnTo>
                <a:lnTo>
                  <a:pt x="8199" y="21600"/>
                </a:lnTo>
                <a:lnTo>
                  <a:pt x="6648" y="21023"/>
                </a:lnTo>
                <a:lnTo>
                  <a:pt x="5227" y="20335"/>
                </a:lnTo>
                <a:lnTo>
                  <a:pt x="3908" y="19471"/>
                </a:lnTo>
                <a:lnTo>
                  <a:pt x="2673" y="18369"/>
                </a:lnTo>
                <a:lnTo>
                  <a:pt x="1492" y="16972"/>
                </a:lnTo>
                <a:lnTo>
                  <a:pt x="347" y="15217"/>
                </a:lnTo>
                <a:lnTo>
                  <a:pt x="97" y="12362"/>
                </a:lnTo>
                <a:lnTo>
                  <a:pt x="0" y="9608"/>
                </a:lnTo>
                <a:lnTo>
                  <a:pt x="130" y="7033"/>
                </a:lnTo>
                <a:lnTo>
                  <a:pt x="559" y="4711"/>
                </a:lnTo>
                <a:lnTo>
                  <a:pt x="1358" y="2723"/>
                </a:lnTo>
                <a:lnTo>
                  <a:pt x="2601" y="1144"/>
                </a:lnTo>
                <a:lnTo>
                  <a:pt x="4365" y="55"/>
                </a:lnTo>
                <a:close/>
              </a:path>
            </a:pathLst>
          </a:custGeom>
          <a:solidFill>
            <a:srgbClr val="7F807F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8" name="contour_06666"/>
          <p:cNvSpPr/>
          <p:nvPr/>
        </p:nvSpPr>
        <p:spPr>
          <a:xfrm>
            <a:off x="8661221" y="1610646"/>
            <a:ext cx="3644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535" y="272"/>
                </a:lnTo>
                <a:lnTo>
                  <a:pt x="17293" y="487"/>
                </a:lnTo>
                <a:lnTo>
                  <a:pt x="19047" y="760"/>
                </a:lnTo>
                <a:lnTo>
                  <a:pt x="21600" y="1200"/>
                </a:lnTo>
                <a:lnTo>
                  <a:pt x="21492" y="1986"/>
                </a:lnTo>
                <a:lnTo>
                  <a:pt x="21332" y="2752"/>
                </a:lnTo>
                <a:lnTo>
                  <a:pt x="21120" y="3504"/>
                </a:lnTo>
                <a:lnTo>
                  <a:pt x="20853" y="4250"/>
                </a:lnTo>
                <a:lnTo>
                  <a:pt x="20529" y="4998"/>
                </a:lnTo>
                <a:lnTo>
                  <a:pt x="20148" y="5754"/>
                </a:lnTo>
                <a:lnTo>
                  <a:pt x="19708" y="6526"/>
                </a:lnTo>
                <a:lnTo>
                  <a:pt x="19293" y="7255"/>
                </a:lnTo>
                <a:lnTo>
                  <a:pt x="18887" y="7985"/>
                </a:lnTo>
                <a:lnTo>
                  <a:pt x="18494" y="8714"/>
                </a:lnTo>
                <a:lnTo>
                  <a:pt x="18105" y="9445"/>
                </a:lnTo>
                <a:lnTo>
                  <a:pt x="17721" y="10096"/>
                </a:lnTo>
                <a:lnTo>
                  <a:pt x="17323" y="10756"/>
                </a:lnTo>
                <a:lnTo>
                  <a:pt x="17509" y="11588"/>
                </a:lnTo>
                <a:lnTo>
                  <a:pt x="18084" y="12311"/>
                </a:lnTo>
                <a:lnTo>
                  <a:pt x="18999" y="12982"/>
                </a:lnTo>
                <a:lnTo>
                  <a:pt x="20187" y="13657"/>
                </a:lnTo>
                <a:lnTo>
                  <a:pt x="21600" y="14400"/>
                </a:lnTo>
                <a:lnTo>
                  <a:pt x="21332" y="15299"/>
                </a:lnTo>
                <a:lnTo>
                  <a:pt x="21103" y="15943"/>
                </a:lnTo>
                <a:lnTo>
                  <a:pt x="20814" y="16513"/>
                </a:lnTo>
                <a:lnTo>
                  <a:pt x="20382" y="17189"/>
                </a:lnTo>
                <a:lnTo>
                  <a:pt x="19708" y="18150"/>
                </a:lnTo>
                <a:lnTo>
                  <a:pt x="19272" y="18798"/>
                </a:lnTo>
                <a:lnTo>
                  <a:pt x="18827" y="19450"/>
                </a:lnTo>
                <a:lnTo>
                  <a:pt x="18377" y="20110"/>
                </a:lnTo>
                <a:lnTo>
                  <a:pt x="17833" y="20850"/>
                </a:lnTo>
                <a:lnTo>
                  <a:pt x="17280" y="21600"/>
                </a:lnTo>
                <a:lnTo>
                  <a:pt x="14429" y="21600"/>
                </a:lnTo>
                <a:lnTo>
                  <a:pt x="11573" y="21600"/>
                </a:lnTo>
                <a:lnTo>
                  <a:pt x="8705" y="21600"/>
                </a:lnTo>
                <a:lnTo>
                  <a:pt x="5823" y="21600"/>
                </a:lnTo>
                <a:lnTo>
                  <a:pt x="2925" y="21600"/>
                </a:lnTo>
                <a:lnTo>
                  <a:pt x="0" y="21600"/>
                </a:lnTo>
                <a:lnTo>
                  <a:pt x="389" y="21091"/>
                </a:lnTo>
                <a:lnTo>
                  <a:pt x="782" y="20575"/>
                </a:lnTo>
                <a:lnTo>
                  <a:pt x="1382" y="19757"/>
                </a:lnTo>
                <a:lnTo>
                  <a:pt x="1966" y="18938"/>
                </a:lnTo>
                <a:lnTo>
                  <a:pt x="2536" y="18119"/>
                </a:lnTo>
                <a:lnTo>
                  <a:pt x="3089" y="17299"/>
                </a:lnTo>
                <a:lnTo>
                  <a:pt x="3624" y="16480"/>
                </a:lnTo>
                <a:lnTo>
                  <a:pt x="4152" y="15659"/>
                </a:lnTo>
                <a:lnTo>
                  <a:pt x="4666" y="14838"/>
                </a:lnTo>
                <a:lnTo>
                  <a:pt x="5171" y="14016"/>
                </a:lnTo>
                <a:lnTo>
                  <a:pt x="5664" y="13194"/>
                </a:lnTo>
                <a:lnTo>
                  <a:pt x="6147" y="12372"/>
                </a:lnTo>
                <a:lnTo>
                  <a:pt x="6623" y="11549"/>
                </a:lnTo>
                <a:lnTo>
                  <a:pt x="7089" y="10724"/>
                </a:lnTo>
                <a:lnTo>
                  <a:pt x="7551" y="9901"/>
                </a:lnTo>
                <a:lnTo>
                  <a:pt x="8009" y="9076"/>
                </a:lnTo>
                <a:lnTo>
                  <a:pt x="8459" y="8251"/>
                </a:lnTo>
                <a:lnTo>
                  <a:pt x="8908" y="7426"/>
                </a:lnTo>
                <a:lnTo>
                  <a:pt x="9301" y="6708"/>
                </a:lnTo>
                <a:lnTo>
                  <a:pt x="9698" y="5984"/>
                </a:lnTo>
                <a:lnTo>
                  <a:pt x="10100" y="5252"/>
                </a:lnTo>
                <a:lnTo>
                  <a:pt x="10511" y="4502"/>
                </a:lnTo>
                <a:lnTo>
                  <a:pt x="10921" y="3751"/>
                </a:lnTo>
                <a:lnTo>
                  <a:pt x="11327" y="3001"/>
                </a:lnTo>
                <a:lnTo>
                  <a:pt x="11737" y="2251"/>
                </a:lnTo>
                <a:lnTo>
                  <a:pt x="12144" y="1501"/>
                </a:lnTo>
                <a:lnTo>
                  <a:pt x="12554" y="750"/>
                </a:lnTo>
                <a:lnTo>
                  <a:pt x="12960" y="0"/>
                </a:lnTo>
                <a:close/>
              </a:path>
            </a:pathLst>
          </a:custGeom>
          <a:solidFill>
            <a:srgbClr val="D3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669" name="contour_06667"/>
          <p:cNvSpPr/>
          <p:nvPr/>
        </p:nvSpPr>
        <p:spPr>
          <a:xfrm>
            <a:off x="4732993" y="1566918"/>
            <a:ext cx="1166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0" y="0"/>
                </a:moveTo>
                <a:lnTo>
                  <a:pt x="5004" y="0"/>
                </a:lnTo>
                <a:lnTo>
                  <a:pt x="5960" y="0"/>
                </a:lnTo>
                <a:lnTo>
                  <a:pt x="6919" y="0"/>
                </a:lnTo>
                <a:lnTo>
                  <a:pt x="7881" y="0"/>
                </a:lnTo>
                <a:lnTo>
                  <a:pt x="8848" y="0"/>
                </a:lnTo>
                <a:lnTo>
                  <a:pt x="9820" y="0"/>
                </a:lnTo>
                <a:lnTo>
                  <a:pt x="10800" y="0"/>
                </a:lnTo>
                <a:lnTo>
                  <a:pt x="10800" y="3569"/>
                </a:lnTo>
                <a:lnTo>
                  <a:pt x="10800" y="7160"/>
                </a:lnTo>
                <a:lnTo>
                  <a:pt x="10800" y="10800"/>
                </a:lnTo>
                <a:lnTo>
                  <a:pt x="11632" y="10611"/>
                </a:lnTo>
                <a:lnTo>
                  <a:pt x="12477" y="10422"/>
                </a:lnTo>
                <a:lnTo>
                  <a:pt x="13206" y="10325"/>
                </a:lnTo>
                <a:lnTo>
                  <a:pt x="13939" y="10228"/>
                </a:lnTo>
                <a:lnTo>
                  <a:pt x="14681" y="10125"/>
                </a:lnTo>
                <a:lnTo>
                  <a:pt x="15003" y="10066"/>
                </a:lnTo>
                <a:lnTo>
                  <a:pt x="15568" y="9968"/>
                </a:lnTo>
                <a:lnTo>
                  <a:pt x="16864" y="9747"/>
                </a:lnTo>
                <a:lnTo>
                  <a:pt x="17735" y="10238"/>
                </a:lnTo>
                <a:lnTo>
                  <a:pt x="18396" y="10886"/>
                </a:lnTo>
                <a:lnTo>
                  <a:pt x="18984" y="12020"/>
                </a:lnTo>
                <a:lnTo>
                  <a:pt x="19625" y="13959"/>
                </a:lnTo>
                <a:lnTo>
                  <a:pt x="20452" y="17048"/>
                </a:lnTo>
                <a:lnTo>
                  <a:pt x="21600" y="21600"/>
                </a:lnTo>
                <a:lnTo>
                  <a:pt x="20670" y="21600"/>
                </a:lnTo>
                <a:lnTo>
                  <a:pt x="19741" y="21600"/>
                </a:lnTo>
                <a:lnTo>
                  <a:pt x="18811" y="21600"/>
                </a:lnTo>
                <a:lnTo>
                  <a:pt x="17879" y="21600"/>
                </a:lnTo>
                <a:lnTo>
                  <a:pt x="16949" y="21600"/>
                </a:lnTo>
                <a:lnTo>
                  <a:pt x="16018" y="21600"/>
                </a:lnTo>
                <a:lnTo>
                  <a:pt x="15086" y="21600"/>
                </a:lnTo>
                <a:lnTo>
                  <a:pt x="14153" y="21600"/>
                </a:lnTo>
                <a:lnTo>
                  <a:pt x="13219" y="21600"/>
                </a:lnTo>
                <a:lnTo>
                  <a:pt x="12285" y="21600"/>
                </a:lnTo>
                <a:lnTo>
                  <a:pt x="11349" y="21600"/>
                </a:lnTo>
                <a:lnTo>
                  <a:pt x="10413" y="21600"/>
                </a:lnTo>
                <a:lnTo>
                  <a:pt x="9474" y="21600"/>
                </a:lnTo>
                <a:lnTo>
                  <a:pt x="8535" y="21600"/>
                </a:lnTo>
                <a:lnTo>
                  <a:pt x="7594" y="21600"/>
                </a:lnTo>
                <a:lnTo>
                  <a:pt x="6651" y="21600"/>
                </a:lnTo>
                <a:lnTo>
                  <a:pt x="5708" y="21600"/>
                </a:lnTo>
                <a:lnTo>
                  <a:pt x="4761" y="21600"/>
                </a:lnTo>
                <a:lnTo>
                  <a:pt x="3814" y="21600"/>
                </a:lnTo>
                <a:lnTo>
                  <a:pt x="2863" y="21600"/>
                </a:lnTo>
                <a:lnTo>
                  <a:pt x="1912" y="21600"/>
                </a:lnTo>
                <a:lnTo>
                  <a:pt x="957" y="21600"/>
                </a:lnTo>
                <a:lnTo>
                  <a:pt x="0" y="21600"/>
                </a:lnTo>
                <a:lnTo>
                  <a:pt x="335" y="18927"/>
                </a:lnTo>
                <a:lnTo>
                  <a:pt x="670" y="16238"/>
                </a:lnTo>
                <a:lnTo>
                  <a:pt x="1008" y="13538"/>
                </a:lnTo>
                <a:lnTo>
                  <a:pt x="1350" y="10800"/>
                </a:lnTo>
                <a:lnTo>
                  <a:pt x="2242" y="10800"/>
                </a:lnTo>
                <a:lnTo>
                  <a:pt x="3140" y="10800"/>
                </a:lnTo>
                <a:lnTo>
                  <a:pt x="4050" y="10800"/>
                </a:lnTo>
                <a:lnTo>
                  <a:pt x="4050" y="7231"/>
                </a:lnTo>
                <a:lnTo>
                  <a:pt x="4050" y="3640"/>
                </a:lnTo>
                <a:lnTo>
                  <a:pt x="4050" y="0"/>
                </a:lnTo>
                <a:close/>
              </a:path>
            </a:pathLst>
          </a:custGeom>
          <a:solidFill>
            <a:srgbClr val="607F91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0" name="contour_06668"/>
          <p:cNvSpPr/>
          <p:nvPr/>
        </p:nvSpPr>
        <p:spPr>
          <a:xfrm>
            <a:off x="10147971" y="1420728"/>
            <a:ext cx="116608" cy="30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00"/>
                </a:moveTo>
                <a:lnTo>
                  <a:pt x="995" y="148"/>
                </a:lnTo>
                <a:lnTo>
                  <a:pt x="1978" y="46"/>
                </a:lnTo>
                <a:lnTo>
                  <a:pt x="2950" y="0"/>
                </a:lnTo>
                <a:lnTo>
                  <a:pt x="3912" y="5"/>
                </a:lnTo>
                <a:lnTo>
                  <a:pt x="4865" y="66"/>
                </a:lnTo>
                <a:lnTo>
                  <a:pt x="5812" y="178"/>
                </a:lnTo>
                <a:lnTo>
                  <a:pt x="6751" y="346"/>
                </a:lnTo>
                <a:lnTo>
                  <a:pt x="7684" y="570"/>
                </a:lnTo>
                <a:lnTo>
                  <a:pt x="8613" y="845"/>
                </a:lnTo>
                <a:lnTo>
                  <a:pt x="9536" y="1176"/>
                </a:lnTo>
                <a:lnTo>
                  <a:pt x="10458" y="1563"/>
                </a:lnTo>
                <a:lnTo>
                  <a:pt x="11376" y="2001"/>
                </a:lnTo>
                <a:lnTo>
                  <a:pt x="12294" y="2495"/>
                </a:lnTo>
                <a:lnTo>
                  <a:pt x="13211" y="3045"/>
                </a:lnTo>
                <a:lnTo>
                  <a:pt x="14129" y="3651"/>
                </a:lnTo>
                <a:lnTo>
                  <a:pt x="15048" y="4308"/>
                </a:lnTo>
                <a:lnTo>
                  <a:pt x="15969" y="5026"/>
                </a:lnTo>
                <a:lnTo>
                  <a:pt x="16894" y="5795"/>
                </a:lnTo>
                <a:lnTo>
                  <a:pt x="17823" y="6620"/>
                </a:lnTo>
                <a:lnTo>
                  <a:pt x="18757" y="7506"/>
                </a:lnTo>
                <a:lnTo>
                  <a:pt x="19698" y="8442"/>
                </a:lnTo>
                <a:lnTo>
                  <a:pt x="20644" y="9435"/>
                </a:lnTo>
                <a:lnTo>
                  <a:pt x="21600" y="10484"/>
                </a:lnTo>
                <a:lnTo>
                  <a:pt x="20909" y="13606"/>
                </a:lnTo>
                <a:lnTo>
                  <a:pt x="20276" y="16152"/>
                </a:lnTo>
                <a:lnTo>
                  <a:pt x="19634" y="18173"/>
                </a:lnTo>
                <a:lnTo>
                  <a:pt x="18919" y="19721"/>
                </a:lnTo>
                <a:lnTo>
                  <a:pt x="18064" y="20846"/>
                </a:lnTo>
                <a:lnTo>
                  <a:pt x="17003" y="21600"/>
                </a:lnTo>
                <a:lnTo>
                  <a:pt x="16133" y="21391"/>
                </a:lnTo>
                <a:lnTo>
                  <a:pt x="15262" y="21177"/>
                </a:lnTo>
                <a:lnTo>
                  <a:pt x="14391" y="20953"/>
                </a:lnTo>
                <a:lnTo>
                  <a:pt x="13520" y="20729"/>
                </a:lnTo>
                <a:lnTo>
                  <a:pt x="12651" y="20490"/>
                </a:lnTo>
                <a:lnTo>
                  <a:pt x="11781" y="20246"/>
                </a:lnTo>
                <a:lnTo>
                  <a:pt x="10911" y="19986"/>
                </a:lnTo>
                <a:lnTo>
                  <a:pt x="10041" y="19711"/>
                </a:lnTo>
                <a:lnTo>
                  <a:pt x="9226" y="19553"/>
                </a:lnTo>
                <a:lnTo>
                  <a:pt x="8406" y="19390"/>
                </a:lnTo>
                <a:lnTo>
                  <a:pt x="7575" y="19227"/>
                </a:lnTo>
                <a:lnTo>
                  <a:pt x="6799" y="18998"/>
                </a:lnTo>
                <a:lnTo>
                  <a:pt x="6018" y="18769"/>
                </a:lnTo>
                <a:lnTo>
                  <a:pt x="5226" y="18540"/>
                </a:lnTo>
                <a:lnTo>
                  <a:pt x="4514" y="18341"/>
                </a:lnTo>
                <a:lnTo>
                  <a:pt x="3798" y="18143"/>
                </a:lnTo>
                <a:lnTo>
                  <a:pt x="3071" y="17939"/>
                </a:lnTo>
                <a:lnTo>
                  <a:pt x="2217" y="16768"/>
                </a:lnTo>
                <a:lnTo>
                  <a:pt x="1350" y="15576"/>
                </a:lnTo>
                <a:lnTo>
                  <a:pt x="899" y="11701"/>
                </a:lnTo>
                <a:lnTo>
                  <a:pt x="603" y="8967"/>
                </a:lnTo>
                <a:lnTo>
                  <a:pt x="398" y="6645"/>
                </a:lnTo>
                <a:lnTo>
                  <a:pt x="219" y="4002"/>
                </a:lnTo>
                <a:lnTo>
                  <a:pt x="0" y="300"/>
                </a:lnTo>
                <a:close/>
              </a:path>
            </a:pathLst>
          </a:custGeom>
          <a:solidFill>
            <a:srgbClr val="D9E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1" name="contour_06669"/>
          <p:cNvSpPr/>
          <p:nvPr/>
        </p:nvSpPr>
        <p:spPr>
          <a:xfrm>
            <a:off x="8143773" y="1346340"/>
            <a:ext cx="123896" cy="470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6" y="890"/>
                </a:moveTo>
                <a:lnTo>
                  <a:pt x="15405" y="395"/>
                </a:lnTo>
                <a:lnTo>
                  <a:pt x="16411" y="100"/>
                </a:lnTo>
                <a:lnTo>
                  <a:pt x="17139" y="0"/>
                </a:lnTo>
                <a:lnTo>
                  <a:pt x="17729" y="100"/>
                </a:lnTo>
                <a:lnTo>
                  <a:pt x="18322" y="395"/>
                </a:lnTo>
                <a:lnTo>
                  <a:pt x="19059" y="890"/>
                </a:lnTo>
                <a:lnTo>
                  <a:pt x="19543" y="2686"/>
                </a:lnTo>
                <a:lnTo>
                  <a:pt x="19853" y="3987"/>
                </a:lnTo>
                <a:lnTo>
                  <a:pt x="20127" y="5426"/>
                </a:lnTo>
                <a:lnTo>
                  <a:pt x="20498" y="7634"/>
                </a:lnTo>
                <a:lnTo>
                  <a:pt x="20657" y="8564"/>
                </a:lnTo>
                <a:lnTo>
                  <a:pt x="21139" y="11374"/>
                </a:lnTo>
                <a:lnTo>
                  <a:pt x="21367" y="12812"/>
                </a:lnTo>
                <a:lnTo>
                  <a:pt x="21600" y="14271"/>
                </a:lnTo>
                <a:lnTo>
                  <a:pt x="19788" y="15227"/>
                </a:lnTo>
                <a:lnTo>
                  <a:pt x="18124" y="16104"/>
                </a:lnTo>
                <a:lnTo>
                  <a:pt x="16599" y="16903"/>
                </a:lnTo>
                <a:lnTo>
                  <a:pt x="15203" y="17629"/>
                </a:lnTo>
                <a:lnTo>
                  <a:pt x="13927" y="18285"/>
                </a:lnTo>
                <a:lnTo>
                  <a:pt x="12762" y="18870"/>
                </a:lnTo>
                <a:lnTo>
                  <a:pt x="11697" y="19389"/>
                </a:lnTo>
                <a:lnTo>
                  <a:pt x="10725" y="19844"/>
                </a:lnTo>
                <a:lnTo>
                  <a:pt x="9836" y="20242"/>
                </a:lnTo>
                <a:lnTo>
                  <a:pt x="9019" y="20580"/>
                </a:lnTo>
                <a:lnTo>
                  <a:pt x="8265" y="20864"/>
                </a:lnTo>
                <a:lnTo>
                  <a:pt x="7566" y="21098"/>
                </a:lnTo>
                <a:lnTo>
                  <a:pt x="6912" y="21282"/>
                </a:lnTo>
                <a:lnTo>
                  <a:pt x="6293" y="21423"/>
                </a:lnTo>
                <a:lnTo>
                  <a:pt x="5701" y="21520"/>
                </a:lnTo>
                <a:lnTo>
                  <a:pt x="5126" y="21580"/>
                </a:lnTo>
                <a:lnTo>
                  <a:pt x="4556" y="21600"/>
                </a:lnTo>
                <a:lnTo>
                  <a:pt x="3987" y="21587"/>
                </a:lnTo>
                <a:lnTo>
                  <a:pt x="3405" y="21543"/>
                </a:lnTo>
                <a:lnTo>
                  <a:pt x="2803" y="21470"/>
                </a:lnTo>
                <a:lnTo>
                  <a:pt x="2171" y="21373"/>
                </a:lnTo>
                <a:lnTo>
                  <a:pt x="1499" y="21255"/>
                </a:lnTo>
                <a:lnTo>
                  <a:pt x="779" y="21115"/>
                </a:lnTo>
                <a:lnTo>
                  <a:pt x="0" y="20961"/>
                </a:lnTo>
                <a:lnTo>
                  <a:pt x="774" y="19493"/>
                </a:lnTo>
                <a:lnTo>
                  <a:pt x="1541" y="18178"/>
                </a:lnTo>
                <a:lnTo>
                  <a:pt x="2304" y="17004"/>
                </a:lnTo>
                <a:lnTo>
                  <a:pt x="3067" y="15963"/>
                </a:lnTo>
                <a:lnTo>
                  <a:pt x="3835" y="15037"/>
                </a:lnTo>
                <a:lnTo>
                  <a:pt x="4608" y="14210"/>
                </a:lnTo>
                <a:lnTo>
                  <a:pt x="5395" y="13478"/>
                </a:lnTo>
                <a:lnTo>
                  <a:pt x="6195" y="12819"/>
                </a:lnTo>
                <a:lnTo>
                  <a:pt x="7014" y="12227"/>
                </a:lnTo>
                <a:lnTo>
                  <a:pt x="7856" y="11681"/>
                </a:lnTo>
                <a:lnTo>
                  <a:pt x="8723" y="11176"/>
                </a:lnTo>
                <a:lnTo>
                  <a:pt x="9620" y="10691"/>
                </a:lnTo>
                <a:lnTo>
                  <a:pt x="10550" y="10220"/>
                </a:lnTo>
                <a:lnTo>
                  <a:pt x="11355" y="9751"/>
                </a:lnTo>
                <a:lnTo>
                  <a:pt x="11980" y="9320"/>
                </a:lnTo>
                <a:lnTo>
                  <a:pt x="12748" y="8677"/>
                </a:lnTo>
                <a:lnTo>
                  <a:pt x="13976" y="7580"/>
                </a:lnTo>
                <a:lnTo>
                  <a:pt x="13976" y="5369"/>
                </a:lnTo>
                <a:lnTo>
                  <a:pt x="13976" y="3144"/>
                </a:lnTo>
                <a:lnTo>
                  <a:pt x="13976" y="890"/>
                </a:lnTo>
                <a:close/>
              </a:path>
            </a:pathLst>
          </a:custGeom>
          <a:solidFill>
            <a:srgbClr val="C3D0D8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2" name="contour_06670"/>
          <p:cNvSpPr/>
          <p:nvPr/>
        </p:nvSpPr>
        <p:spPr>
          <a:xfrm>
            <a:off x="10067803" y="1348490"/>
            <a:ext cx="182200" cy="231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26" y="3047"/>
                </a:moveTo>
                <a:lnTo>
                  <a:pt x="8104" y="4183"/>
                </a:lnTo>
                <a:lnTo>
                  <a:pt x="8686" y="5121"/>
                </a:lnTo>
                <a:lnTo>
                  <a:pt x="9268" y="5862"/>
                </a:lnTo>
                <a:lnTo>
                  <a:pt x="9853" y="6441"/>
                </a:lnTo>
                <a:lnTo>
                  <a:pt x="10440" y="6862"/>
                </a:lnTo>
                <a:lnTo>
                  <a:pt x="11028" y="7155"/>
                </a:lnTo>
                <a:lnTo>
                  <a:pt x="11618" y="7331"/>
                </a:lnTo>
                <a:lnTo>
                  <a:pt x="12209" y="7420"/>
                </a:lnTo>
                <a:lnTo>
                  <a:pt x="12801" y="7434"/>
                </a:lnTo>
                <a:lnTo>
                  <a:pt x="13394" y="7386"/>
                </a:lnTo>
                <a:lnTo>
                  <a:pt x="13987" y="7304"/>
                </a:lnTo>
                <a:lnTo>
                  <a:pt x="14581" y="7202"/>
                </a:lnTo>
                <a:lnTo>
                  <a:pt x="15174" y="7107"/>
                </a:lnTo>
                <a:lnTo>
                  <a:pt x="15768" y="7032"/>
                </a:lnTo>
                <a:lnTo>
                  <a:pt x="16019" y="7019"/>
                </a:lnTo>
                <a:lnTo>
                  <a:pt x="16459" y="6991"/>
                </a:lnTo>
                <a:lnTo>
                  <a:pt x="17469" y="6937"/>
                </a:lnTo>
                <a:lnTo>
                  <a:pt x="18059" y="6896"/>
                </a:lnTo>
                <a:lnTo>
                  <a:pt x="18649" y="6862"/>
                </a:lnTo>
                <a:lnTo>
                  <a:pt x="19240" y="6815"/>
                </a:lnTo>
                <a:lnTo>
                  <a:pt x="19830" y="6767"/>
                </a:lnTo>
                <a:lnTo>
                  <a:pt x="20420" y="6719"/>
                </a:lnTo>
                <a:lnTo>
                  <a:pt x="21010" y="6658"/>
                </a:lnTo>
                <a:lnTo>
                  <a:pt x="21600" y="6604"/>
                </a:lnTo>
                <a:lnTo>
                  <a:pt x="20988" y="9317"/>
                </a:lnTo>
                <a:lnTo>
                  <a:pt x="20397" y="11711"/>
                </a:lnTo>
                <a:lnTo>
                  <a:pt x="19824" y="13799"/>
                </a:lnTo>
                <a:lnTo>
                  <a:pt x="19261" y="15602"/>
                </a:lnTo>
                <a:lnTo>
                  <a:pt x="18705" y="17139"/>
                </a:lnTo>
                <a:lnTo>
                  <a:pt x="18149" y="18410"/>
                </a:lnTo>
                <a:lnTo>
                  <a:pt x="17588" y="19451"/>
                </a:lnTo>
                <a:lnTo>
                  <a:pt x="17018" y="20260"/>
                </a:lnTo>
                <a:lnTo>
                  <a:pt x="16433" y="20872"/>
                </a:lnTo>
                <a:lnTo>
                  <a:pt x="15828" y="21280"/>
                </a:lnTo>
                <a:lnTo>
                  <a:pt x="15197" y="21525"/>
                </a:lnTo>
                <a:lnTo>
                  <a:pt x="14535" y="21600"/>
                </a:lnTo>
                <a:lnTo>
                  <a:pt x="13838" y="21539"/>
                </a:lnTo>
                <a:lnTo>
                  <a:pt x="13239" y="21505"/>
                </a:lnTo>
                <a:lnTo>
                  <a:pt x="12632" y="21478"/>
                </a:lnTo>
                <a:lnTo>
                  <a:pt x="12093" y="21437"/>
                </a:lnTo>
                <a:lnTo>
                  <a:pt x="11553" y="21389"/>
                </a:lnTo>
                <a:lnTo>
                  <a:pt x="11013" y="21335"/>
                </a:lnTo>
                <a:lnTo>
                  <a:pt x="10474" y="21267"/>
                </a:lnTo>
                <a:lnTo>
                  <a:pt x="9935" y="21199"/>
                </a:lnTo>
                <a:lnTo>
                  <a:pt x="9395" y="21131"/>
                </a:lnTo>
                <a:lnTo>
                  <a:pt x="8856" y="21056"/>
                </a:lnTo>
                <a:lnTo>
                  <a:pt x="8341" y="21015"/>
                </a:lnTo>
                <a:lnTo>
                  <a:pt x="7826" y="20974"/>
                </a:lnTo>
                <a:lnTo>
                  <a:pt x="7311" y="20940"/>
                </a:lnTo>
                <a:lnTo>
                  <a:pt x="6796" y="20899"/>
                </a:lnTo>
                <a:lnTo>
                  <a:pt x="6281" y="20872"/>
                </a:lnTo>
                <a:lnTo>
                  <a:pt x="5710" y="20825"/>
                </a:lnTo>
                <a:lnTo>
                  <a:pt x="5139" y="20777"/>
                </a:lnTo>
                <a:lnTo>
                  <a:pt x="4568" y="20729"/>
                </a:lnTo>
                <a:lnTo>
                  <a:pt x="3997" y="20675"/>
                </a:lnTo>
                <a:lnTo>
                  <a:pt x="3426" y="20621"/>
                </a:lnTo>
                <a:lnTo>
                  <a:pt x="2855" y="20559"/>
                </a:lnTo>
                <a:lnTo>
                  <a:pt x="2284" y="20491"/>
                </a:lnTo>
                <a:lnTo>
                  <a:pt x="1712" y="20423"/>
                </a:lnTo>
                <a:lnTo>
                  <a:pt x="1142" y="20355"/>
                </a:lnTo>
                <a:lnTo>
                  <a:pt x="571" y="20281"/>
                </a:lnTo>
                <a:lnTo>
                  <a:pt x="0" y="20206"/>
                </a:lnTo>
                <a:lnTo>
                  <a:pt x="446" y="16588"/>
                </a:lnTo>
                <a:lnTo>
                  <a:pt x="864" y="13405"/>
                </a:lnTo>
                <a:lnTo>
                  <a:pt x="1271" y="10637"/>
                </a:lnTo>
                <a:lnTo>
                  <a:pt x="1686" y="8250"/>
                </a:lnTo>
                <a:lnTo>
                  <a:pt x="2126" y="6209"/>
                </a:lnTo>
                <a:lnTo>
                  <a:pt x="2610" y="4495"/>
                </a:lnTo>
                <a:lnTo>
                  <a:pt x="3155" y="3081"/>
                </a:lnTo>
                <a:lnTo>
                  <a:pt x="3780" y="1931"/>
                </a:lnTo>
                <a:lnTo>
                  <a:pt x="4040" y="1489"/>
                </a:lnTo>
                <a:lnTo>
                  <a:pt x="4826" y="150"/>
                </a:lnTo>
                <a:lnTo>
                  <a:pt x="5435" y="0"/>
                </a:lnTo>
                <a:lnTo>
                  <a:pt x="5879" y="82"/>
                </a:lnTo>
                <a:lnTo>
                  <a:pt x="6289" y="524"/>
                </a:lnTo>
                <a:lnTo>
                  <a:pt x="6795" y="1462"/>
                </a:lnTo>
                <a:lnTo>
                  <a:pt x="7526" y="3047"/>
                </a:lnTo>
                <a:close/>
              </a:path>
            </a:pathLst>
          </a:custGeom>
          <a:solidFill>
            <a:srgbClr val="DC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3" name="contour_06671"/>
          <p:cNvSpPr/>
          <p:nvPr/>
        </p:nvSpPr>
        <p:spPr>
          <a:xfrm>
            <a:off x="3756402" y="1318492"/>
            <a:ext cx="153048" cy="37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6"/>
                </a:moveTo>
                <a:lnTo>
                  <a:pt x="21037" y="2874"/>
                </a:lnTo>
                <a:lnTo>
                  <a:pt x="20494" y="4994"/>
                </a:lnTo>
                <a:lnTo>
                  <a:pt x="19952" y="6778"/>
                </a:lnTo>
                <a:lnTo>
                  <a:pt x="19393" y="8271"/>
                </a:lnTo>
                <a:lnTo>
                  <a:pt x="18799" y="9529"/>
                </a:lnTo>
                <a:lnTo>
                  <a:pt x="18153" y="10598"/>
                </a:lnTo>
                <a:lnTo>
                  <a:pt x="17437" y="11528"/>
                </a:lnTo>
                <a:lnTo>
                  <a:pt x="16634" y="12365"/>
                </a:lnTo>
                <a:lnTo>
                  <a:pt x="16380" y="12605"/>
                </a:lnTo>
                <a:lnTo>
                  <a:pt x="15934" y="13030"/>
                </a:lnTo>
                <a:lnTo>
                  <a:pt x="14910" y="14006"/>
                </a:lnTo>
                <a:lnTo>
                  <a:pt x="14317" y="14540"/>
                </a:lnTo>
                <a:lnTo>
                  <a:pt x="13720" y="15075"/>
                </a:lnTo>
                <a:lnTo>
                  <a:pt x="13114" y="15617"/>
                </a:lnTo>
                <a:lnTo>
                  <a:pt x="12537" y="16181"/>
                </a:lnTo>
                <a:lnTo>
                  <a:pt x="11956" y="16749"/>
                </a:lnTo>
                <a:lnTo>
                  <a:pt x="11367" y="17325"/>
                </a:lnTo>
                <a:lnTo>
                  <a:pt x="10649" y="17965"/>
                </a:lnTo>
                <a:lnTo>
                  <a:pt x="9936" y="18554"/>
                </a:lnTo>
                <a:lnTo>
                  <a:pt x="9228" y="19084"/>
                </a:lnTo>
                <a:lnTo>
                  <a:pt x="8523" y="19568"/>
                </a:lnTo>
                <a:lnTo>
                  <a:pt x="7820" y="19993"/>
                </a:lnTo>
                <a:lnTo>
                  <a:pt x="7119" y="20371"/>
                </a:lnTo>
                <a:lnTo>
                  <a:pt x="6418" y="20695"/>
                </a:lnTo>
                <a:lnTo>
                  <a:pt x="5718" y="20969"/>
                </a:lnTo>
                <a:lnTo>
                  <a:pt x="5016" y="21196"/>
                </a:lnTo>
                <a:lnTo>
                  <a:pt x="4313" y="21369"/>
                </a:lnTo>
                <a:lnTo>
                  <a:pt x="3606" y="21495"/>
                </a:lnTo>
                <a:lnTo>
                  <a:pt x="2895" y="21571"/>
                </a:lnTo>
                <a:lnTo>
                  <a:pt x="2181" y="21600"/>
                </a:lnTo>
                <a:lnTo>
                  <a:pt x="1461" y="21579"/>
                </a:lnTo>
                <a:lnTo>
                  <a:pt x="734" y="21516"/>
                </a:lnTo>
                <a:lnTo>
                  <a:pt x="0" y="21402"/>
                </a:lnTo>
                <a:lnTo>
                  <a:pt x="703" y="19867"/>
                </a:lnTo>
                <a:lnTo>
                  <a:pt x="1398" y="18386"/>
                </a:lnTo>
                <a:lnTo>
                  <a:pt x="2087" y="16964"/>
                </a:lnTo>
                <a:lnTo>
                  <a:pt x="2770" y="15596"/>
                </a:lnTo>
                <a:lnTo>
                  <a:pt x="3448" y="14292"/>
                </a:lnTo>
                <a:lnTo>
                  <a:pt x="4120" y="13042"/>
                </a:lnTo>
                <a:lnTo>
                  <a:pt x="4790" y="11848"/>
                </a:lnTo>
                <a:lnTo>
                  <a:pt x="5457" y="10712"/>
                </a:lnTo>
                <a:lnTo>
                  <a:pt x="6121" y="9635"/>
                </a:lnTo>
                <a:lnTo>
                  <a:pt x="6783" y="8612"/>
                </a:lnTo>
                <a:lnTo>
                  <a:pt x="7445" y="7649"/>
                </a:lnTo>
                <a:lnTo>
                  <a:pt x="8106" y="6744"/>
                </a:lnTo>
                <a:lnTo>
                  <a:pt x="8769" y="5894"/>
                </a:lnTo>
                <a:lnTo>
                  <a:pt x="9432" y="5103"/>
                </a:lnTo>
                <a:lnTo>
                  <a:pt x="10096" y="4367"/>
                </a:lnTo>
                <a:lnTo>
                  <a:pt x="10765" y="3690"/>
                </a:lnTo>
                <a:lnTo>
                  <a:pt x="11437" y="3067"/>
                </a:lnTo>
                <a:lnTo>
                  <a:pt x="12111" y="2503"/>
                </a:lnTo>
                <a:lnTo>
                  <a:pt x="12792" y="1998"/>
                </a:lnTo>
                <a:lnTo>
                  <a:pt x="13478" y="1548"/>
                </a:lnTo>
                <a:lnTo>
                  <a:pt x="14171" y="1157"/>
                </a:lnTo>
                <a:lnTo>
                  <a:pt x="14870" y="820"/>
                </a:lnTo>
                <a:lnTo>
                  <a:pt x="15578" y="543"/>
                </a:lnTo>
                <a:lnTo>
                  <a:pt x="16293" y="324"/>
                </a:lnTo>
                <a:lnTo>
                  <a:pt x="17018" y="160"/>
                </a:lnTo>
                <a:lnTo>
                  <a:pt x="17752" y="50"/>
                </a:lnTo>
                <a:lnTo>
                  <a:pt x="18498" y="0"/>
                </a:lnTo>
                <a:lnTo>
                  <a:pt x="19255" y="4"/>
                </a:lnTo>
                <a:lnTo>
                  <a:pt x="20023" y="67"/>
                </a:lnTo>
                <a:lnTo>
                  <a:pt x="20805" y="189"/>
                </a:lnTo>
                <a:lnTo>
                  <a:pt x="21600" y="366"/>
                </a:lnTo>
                <a:close/>
              </a:path>
            </a:pathLst>
          </a:custGeom>
          <a:solidFill>
            <a:srgbClr val="B9BFC3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4" name="contour_06672"/>
          <p:cNvSpPr/>
          <p:nvPr/>
        </p:nvSpPr>
        <p:spPr>
          <a:xfrm>
            <a:off x="5716872" y="1282687"/>
            <a:ext cx="112126" cy="587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44" y="0"/>
                </a:moveTo>
                <a:lnTo>
                  <a:pt x="16370" y="0"/>
                </a:lnTo>
                <a:lnTo>
                  <a:pt x="17298" y="0"/>
                </a:lnTo>
                <a:lnTo>
                  <a:pt x="18230" y="0"/>
                </a:lnTo>
                <a:lnTo>
                  <a:pt x="19167" y="0"/>
                </a:lnTo>
                <a:lnTo>
                  <a:pt x="20109" y="0"/>
                </a:lnTo>
                <a:lnTo>
                  <a:pt x="21059" y="0"/>
                </a:lnTo>
                <a:lnTo>
                  <a:pt x="21360" y="2823"/>
                </a:lnTo>
                <a:lnTo>
                  <a:pt x="21540" y="4833"/>
                </a:lnTo>
                <a:lnTo>
                  <a:pt x="21600" y="6331"/>
                </a:lnTo>
                <a:lnTo>
                  <a:pt x="21540" y="7613"/>
                </a:lnTo>
                <a:lnTo>
                  <a:pt x="21360" y="8977"/>
                </a:lnTo>
                <a:lnTo>
                  <a:pt x="21059" y="10722"/>
                </a:lnTo>
                <a:lnTo>
                  <a:pt x="20282" y="11915"/>
                </a:lnTo>
                <a:lnTo>
                  <a:pt x="19479" y="13009"/>
                </a:lnTo>
                <a:lnTo>
                  <a:pt x="18652" y="14009"/>
                </a:lnTo>
                <a:lnTo>
                  <a:pt x="17804" y="14920"/>
                </a:lnTo>
                <a:lnTo>
                  <a:pt x="16936" y="15748"/>
                </a:lnTo>
                <a:lnTo>
                  <a:pt x="16050" y="16496"/>
                </a:lnTo>
                <a:lnTo>
                  <a:pt x="15149" y="17177"/>
                </a:lnTo>
                <a:lnTo>
                  <a:pt x="14232" y="17788"/>
                </a:lnTo>
                <a:lnTo>
                  <a:pt x="13303" y="18338"/>
                </a:lnTo>
                <a:lnTo>
                  <a:pt x="12362" y="18834"/>
                </a:lnTo>
                <a:lnTo>
                  <a:pt x="11413" y="19279"/>
                </a:lnTo>
                <a:lnTo>
                  <a:pt x="10455" y="19678"/>
                </a:lnTo>
                <a:lnTo>
                  <a:pt x="9491" y="20040"/>
                </a:lnTo>
                <a:lnTo>
                  <a:pt x="8523" y="20367"/>
                </a:lnTo>
                <a:lnTo>
                  <a:pt x="7553" y="20664"/>
                </a:lnTo>
                <a:lnTo>
                  <a:pt x="6582" y="20941"/>
                </a:lnTo>
                <a:lnTo>
                  <a:pt x="5843" y="21158"/>
                </a:lnTo>
                <a:lnTo>
                  <a:pt x="5095" y="21372"/>
                </a:lnTo>
                <a:lnTo>
                  <a:pt x="4254" y="21538"/>
                </a:lnTo>
                <a:lnTo>
                  <a:pt x="3589" y="21600"/>
                </a:lnTo>
                <a:lnTo>
                  <a:pt x="2755" y="21568"/>
                </a:lnTo>
                <a:lnTo>
                  <a:pt x="1404" y="21445"/>
                </a:lnTo>
                <a:lnTo>
                  <a:pt x="806" y="19871"/>
                </a:lnTo>
                <a:lnTo>
                  <a:pt x="459" y="18788"/>
                </a:lnTo>
                <a:lnTo>
                  <a:pt x="236" y="17694"/>
                </a:lnTo>
                <a:lnTo>
                  <a:pt x="0" y="16083"/>
                </a:lnTo>
                <a:lnTo>
                  <a:pt x="309" y="16027"/>
                </a:lnTo>
                <a:lnTo>
                  <a:pt x="854" y="15923"/>
                </a:lnTo>
                <a:lnTo>
                  <a:pt x="2100" y="15687"/>
                </a:lnTo>
                <a:lnTo>
                  <a:pt x="2500" y="15596"/>
                </a:lnTo>
                <a:lnTo>
                  <a:pt x="3208" y="15437"/>
                </a:lnTo>
                <a:lnTo>
                  <a:pt x="4827" y="15078"/>
                </a:lnTo>
                <a:lnTo>
                  <a:pt x="5724" y="14891"/>
                </a:lnTo>
                <a:lnTo>
                  <a:pt x="6627" y="14703"/>
                </a:lnTo>
                <a:lnTo>
                  <a:pt x="7541" y="14513"/>
                </a:lnTo>
                <a:lnTo>
                  <a:pt x="8296" y="14145"/>
                </a:lnTo>
                <a:lnTo>
                  <a:pt x="9057" y="13778"/>
                </a:lnTo>
                <a:lnTo>
                  <a:pt x="9828" y="13403"/>
                </a:lnTo>
                <a:lnTo>
                  <a:pt x="10319" y="11765"/>
                </a:lnTo>
                <a:lnTo>
                  <a:pt x="10629" y="10661"/>
                </a:lnTo>
                <a:lnTo>
                  <a:pt x="10889" y="9586"/>
                </a:lnTo>
                <a:lnTo>
                  <a:pt x="11232" y="8042"/>
                </a:lnTo>
                <a:lnTo>
                  <a:pt x="12250" y="7680"/>
                </a:lnTo>
                <a:lnTo>
                  <a:pt x="13001" y="7594"/>
                </a:lnTo>
                <a:lnTo>
                  <a:pt x="14127" y="7707"/>
                </a:lnTo>
                <a:lnTo>
                  <a:pt x="15025" y="7817"/>
                </a:lnTo>
                <a:lnTo>
                  <a:pt x="15931" y="7929"/>
                </a:lnTo>
                <a:lnTo>
                  <a:pt x="16848" y="8042"/>
                </a:lnTo>
                <a:lnTo>
                  <a:pt x="16570" y="6449"/>
                </a:lnTo>
                <a:lnTo>
                  <a:pt x="16290" y="4852"/>
                </a:lnTo>
                <a:lnTo>
                  <a:pt x="16011" y="3249"/>
                </a:lnTo>
                <a:lnTo>
                  <a:pt x="15729" y="1632"/>
                </a:lnTo>
                <a:lnTo>
                  <a:pt x="15444" y="0"/>
                </a:lnTo>
                <a:close/>
              </a:path>
            </a:pathLst>
          </a:custGeom>
          <a:solidFill>
            <a:srgbClr val="BAC6CB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5" name="contour_06673"/>
          <p:cNvSpPr/>
          <p:nvPr/>
        </p:nvSpPr>
        <p:spPr>
          <a:xfrm>
            <a:off x="3865722" y="1209807"/>
            <a:ext cx="2057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22" y="108"/>
                </a:lnTo>
                <a:lnTo>
                  <a:pt x="1045" y="220"/>
                </a:lnTo>
                <a:lnTo>
                  <a:pt x="1567" y="333"/>
                </a:lnTo>
                <a:lnTo>
                  <a:pt x="2088" y="445"/>
                </a:lnTo>
                <a:lnTo>
                  <a:pt x="2610" y="557"/>
                </a:lnTo>
                <a:lnTo>
                  <a:pt x="3133" y="670"/>
                </a:lnTo>
                <a:lnTo>
                  <a:pt x="3655" y="786"/>
                </a:lnTo>
                <a:lnTo>
                  <a:pt x="4177" y="903"/>
                </a:lnTo>
                <a:lnTo>
                  <a:pt x="4700" y="1015"/>
                </a:lnTo>
                <a:lnTo>
                  <a:pt x="5221" y="1132"/>
                </a:lnTo>
                <a:lnTo>
                  <a:pt x="5743" y="1253"/>
                </a:lnTo>
                <a:lnTo>
                  <a:pt x="6265" y="1369"/>
                </a:lnTo>
                <a:lnTo>
                  <a:pt x="6788" y="1486"/>
                </a:lnTo>
                <a:lnTo>
                  <a:pt x="7310" y="1607"/>
                </a:lnTo>
                <a:lnTo>
                  <a:pt x="7807" y="1719"/>
                </a:lnTo>
                <a:lnTo>
                  <a:pt x="8303" y="1827"/>
                </a:lnTo>
                <a:lnTo>
                  <a:pt x="8799" y="1935"/>
                </a:lnTo>
                <a:lnTo>
                  <a:pt x="9296" y="2043"/>
                </a:lnTo>
                <a:lnTo>
                  <a:pt x="9793" y="2147"/>
                </a:lnTo>
                <a:lnTo>
                  <a:pt x="10304" y="2259"/>
                </a:lnTo>
                <a:lnTo>
                  <a:pt x="10817" y="2372"/>
                </a:lnTo>
                <a:lnTo>
                  <a:pt x="11329" y="2484"/>
                </a:lnTo>
                <a:lnTo>
                  <a:pt x="11841" y="2601"/>
                </a:lnTo>
                <a:lnTo>
                  <a:pt x="12353" y="2717"/>
                </a:lnTo>
                <a:lnTo>
                  <a:pt x="12865" y="2834"/>
                </a:lnTo>
                <a:lnTo>
                  <a:pt x="13377" y="2955"/>
                </a:lnTo>
                <a:lnTo>
                  <a:pt x="13540" y="2985"/>
                </a:lnTo>
                <a:lnTo>
                  <a:pt x="13827" y="3041"/>
                </a:lnTo>
                <a:lnTo>
                  <a:pt x="14484" y="3171"/>
                </a:lnTo>
                <a:lnTo>
                  <a:pt x="15553" y="3434"/>
                </a:lnTo>
                <a:lnTo>
                  <a:pt x="16463" y="3672"/>
                </a:lnTo>
                <a:lnTo>
                  <a:pt x="17233" y="3892"/>
                </a:lnTo>
                <a:lnTo>
                  <a:pt x="17883" y="4113"/>
                </a:lnTo>
                <a:lnTo>
                  <a:pt x="18431" y="4355"/>
                </a:lnTo>
                <a:lnTo>
                  <a:pt x="18896" y="4622"/>
                </a:lnTo>
                <a:lnTo>
                  <a:pt x="19297" y="4938"/>
                </a:lnTo>
                <a:lnTo>
                  <a:pt x="19654" y="5318"/>
                </a:lnTo>
                <a:lnTo>
                  <a:pt x="19984" y="5772"/>
                </a:lnTo>
                <a:lnTo>
                  <a:pt x="20308" y="6312"/>
                </a:lnTo>
                <a:lnTo>
                  <a:pt x="20644" y="6964"/>
                </a:lnTo>
                <a:lnTo>
                  <a:pt x="21011" y="7733"/>
                </a:lnTo>
                <a:lnTo>
                  <a:pt x="21428" y="8640"/>
                </a:lnTo>
                <a:lnTo>
                  <a:pt x="21543" y="11984"/>
                </a:lnTo>
                <a:lnTo>
                  <a:pt x="21600" y="14329"/>
                </a:lnTo>
                <a:lnTo>
                  <a:pt x="21600" y="16299"/>
                </a:lnTo>
                <a:lnTo>
                  <a:pt x="21543" y="18516"/>
                </a:lnTo>
                <a:lnTo>
                  <a:pt x="21428" y="21600"/>
                </a:lnTo>
                <a:lnTo>
                  <a:pt x="20978" y="21233"/>
                </a:lnTo>
                <a:lnTo>
                  <a:pt x="20528" y="20857"/>
                </a:lnTo>
                <a:lnTo>
                  <a:pt x="20079" y="20477"/>
                </a:lnTo>
                <a:lnTo>
                  <a:pt x="19629" y="20097"/>
                </a:lnTo>
                <a:lnTo>
                  <a:pt x="19179" y="19708"/>
                </a:lnTo>
                <a:lnTo>
                  <a:pt x="18762" y="19358"/>
                </a:lnTo>
                <a:lnTo>
                  <a:pt x="18341" y="19004"/>
                </a:lnTo>
                <a:lnTo>
                  <a:pt x="17915" y="18645"/>
                </a:lnTo>
                <a:lnTo>
                  <a:pt x="17279" y="17790"/>
                </a:lnTo>
                <a:lnTo>
                  <a:pt x="16875" y="16913"/>
                </a:lnTo>
                <a:lnTo>
                  <a:pt x="16530" y="15479"/>
                </a:lnTo>
                <a:lnTo>
                  <a:pt x="16071" y="12960"/>
                </a:lnTo>
                <a:lnTo>
                  <a:pt x="15583" y="12727"/>
                </a:lnTo>
                <a:lnTo>
                  <a:pt x="15099" y="12524"/>
                </a:lnTo>
                <a:lnTo>
                  <a:pt x="14615" y="12347"/>
                </a:lnTo>
                <a:lnTo>
                  <a:pt x="14132" y="12200"/>
                </a:lnTo>
                <a:lnTo>
                  <a:pt x="13649" y="12074"/>
                </a:lnTo>
                <a:lnTo>
                  <a:pt x="13163" y="11975"/>
                </a:lnTo>
                <a:lnTo>
                  <a:pt x="12675" y="11897"/>
                </a:lnTo>
                <a:lnTo>
                  <a:pt x="12156" y="11789"/>
                </a:lnTo>
                <a:lnTo>
                  <a:pt x="11638" y="11681"/>
                </a:lnTo>
                <a:lnTo>
                  <a:pt x="11119" y="11573"/>
                </a:lnTo>
                <a:lnTo>
                  <a:pt x="10601" y="11465"/>
                </a:lnTo>
                <a:lnTo>
                  <a:pt x="10132" y="11379"/>
                </a:lnTo>
                <a:lnTo>
                  <a:pt x="9663" y="11292"/>
                </a:lnTo>
                <a:lnTo>
                  <a:pt x="9195" y="11210"/>
                </a:lnTo>
                <a:lnTo>
                  <a:pt x="8726" y="11128"/>
                </a:lnTo>
                <a:lnTo>
                  <a:pt x="8257" y="11051"/>
                </a:lnTo>
                <a:lnTo>
                  <a:pt x="7788" y="10973"/>
                </a:lnTo>
                <a:lnTo>
                  <a:pt x="7320" y="10899"/>
                </a:lnTo>
                <a:lnTo>
                  <a:pt x="6793" y="10809"/>
                </a:lnTo>
                <a:lnTo>
                  <a:pt x="6267" y="10714"/>
                </a:lnTo>
                <a:lnTo>
                  <a:pt x="5740" y="10610"/>
                </a:lnTo>
                <a:lnTo>
                  <a:pt x="5214" y="10502"/>
                </a:lnTo>
                <a:lnTo>
                  <a:pt x="4688" y="10390"/>
                </a:lnTo>
                <a:lnTo>
                  <a:pt x="4162" y="10277"/>
                </a:lnTo>
                <a:lnTo>
                  <a:pt x="3667" y="10221"/>
                </a:lnTo>
                <a:lnTo>
                  <a:pt x="3166" y="10165"/>
                </a:lnTo>
                <a:lnTo>
                  <a:pt x="2704" y="10048"/>
                </a:lnTo>
                <a:lnTo>
                  <a:pt x="2349" y="9910"/>
                </a:lnTo>
                <a:lnTo>
                  <a:pt x="1984" y="9681"/>
                </a:lnTo>
                <a:lnTo>
                  <a:pt x="1495" y="9279"/>
                </a:lnTo>
                <a:lnTo>
                  <a:pt x="765" y="8640"/>
                </a:lnTo>
                <a:lnTo>
                  <a:pt x="486" y="6031"/>
                </a:lnTo>
                <a:lnTo>
                  <a:pt x="313" y="4260"/>
                </a:lnTo>
                <a:lnTo>
                  <a:pt x="175" y="2519"/>
                </a:lnTo>
                <a:lnTo>
                  <a:pt x="0" y="0"/>
                </a:lnTo>
                <a:close/>
              </a:path>
            </a:pathLst>
          </a:custGeom>
          <a:solidFill>
            <a:srgbClr val="DADFE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6" name="contour_06674"/>
          <p:cNvSpPr/>
          <p:nvPr/>
        </p:nvSpPr>
        <p:spPr>
          <a:xfrm>
            <a:off x="6788207" y="1006355"/>
            <a:ext cx="138472" cy="285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58" y="1953"/>
                </a:moveTo>
                <a:lnTo>
                  <a:pt x="14158" y="2239"/>
                </a:lnTo>
                <a:lnTo>
                  <a:pt x="14960" y="2532"/>
                </a:lnTo>
                <a:lnTo>
                  <a:pt x="15760" y="2819"/>
                </a:lnTo>
                <a:lnTo>
                  <a:pt x="16490" y="3089"/>
                </a:lnTo>
                <a:lnTo>
                  <a:pt x="17221" y="3359"/>
                </a:lnTo>
                <a:lnTo>
                  <a:pt x="17951" y="3635"/>
                </a:lnTo>
                <a:lnTo>
                  <a:pt x="18681" y="3911"/>
                </a:lnTo>
                <a:lnTo>
                  <a:pt x="19410" y="4192"/>
                </a:lnTo>
                <a:lnTo>
                  <a:pt x="20140" y="4473"/>
                </a:lnTo>
                <a:lnTo>
                  <a:pt x="20870" y="4760"/>
                </a:lnTo>
                <a:lnTo>
                  <a:pt x="21600" y="5053"/>
                </a:lnTo>
                <a:lnTo>
                  <a:pt x="21375" y="8329"/>
                </a:lnTo>
                <a:lnTo>
                  <a:pt x="21149" y="11616"/>
                </a:lnTo>
                <a:lnTo>
                  <a:pt x="20922" y="14915"/>
                </a:lnTo>
                <a:lnTo>
                  <a:pt x="20694" y="18241"/>
                </a:lnTo>
                <a:lnTo>
                  <a:pt x="20463" y="21600"/>
                </a:lnTo>
                <a:lnTo>
                  <a:pt x="20172" y="21297"/>
                </a:lnTo>
                <a:lnTo>
                  <a:pt x="19291" y="20392"/>
                </a:lnTo>
                <a:lnTo>
                  <a:pt x="18483" y="19669"/>
                </a:lnTo>
                <a:lnTo>
                  <a:pt x="17678" y="19002"/>
                </a:lnTo>
                <a:lnTo>
                  <a:pt x="16874" y="18395"/>
                </a:lnTo>
                <a:lnTo>
                  <a:pt x="16073" y="17844"/>
                </a:lnTo>
                <a:lnTo>
                  <a:pt x="15272" y="17347"/>
                </a:lnTo>
                <a:lnTo>
                  <a:pt x="14472" y="16906"/>
                </a:lnTo>
                <a:lnTo>
                  <a:pt x="13671" y="16525"/>
                </a:lnTo>
                <a:lnTo>
                  <a:pt x="12869" y="16200"/>
                </a:lnTo>
                <a:lnTo>
                  <a:pt x="12064" y="15924"/>
                </a:lnTo>
                <a:lnTo>
                  <a:pt x="11257" y="15709"/>
                </a:lnTo>
                <a:lnTo>
                  <a:pt x="10446" y="15549"/>
                </a:lnTo>
                <a:lnTo>
                  <a:pt x="9630" y="15444"/>
                </a:lnTo>
                <a:lnTo>
                  <a:pt x="8811" y="15395"/>
                </a:lnTo>
                <a:lnTo>
                  <a:pt x="8518" y="15373"/>
                </a:lnTo>
                <a:lnTo>
                  <a:pt x="7636" y="15323"/>
                </a:lnTo>
                <a:lnTo>
                  <a:pt x="6779" y="15400"/>
                </a:lnTo>
                <a:lnTo>
                  <a:pt x="5975" y="15632"/>
                </a:lnTo>
                <a:lnTo>
                  <a:pt x="5210" y="16090"/>
                </a:lnTo>
                <a:lnTo>
                  <a:pt x="4471" y="16840"/>
                </a:lnTo>
                <a:lnTo>
                  <a:pt x="3745" y="17965"/>
                </a:lnTo>
                <a:lnTo>
                  <a:pt x="3016" y="19526"/>
                </a:lnTo>
                <a:lnTo>
                  <a:pt x="2274" y="21600"/>
                </a:lnTo>
                <a:lnTo>
                  <a:pt x="2274" y="17954"/>
                </a:lnTo>
                <a:lnTo>
                  <a:pt x="2274" y="14286"/>
                </a:lnTo>
                <a:lnTo>
                  <a:pt x="2274" y="10568"/>
                </a:lnTo>
                <a:lnTo>
                  <a:pt x="1598" y="8544"/>
                </a:lnTo>
                <a:lnTo>
                  <a:pt x="1137" y="7292"/>
                </a:lnTo>
                <a:lnTo>
                  <a:pt x="675" y="6305"/>
                </a:lnTo>
                <a:lnTo>
                  <a:pt x="0" y="5053"/>
                </a:lnTo>
                <a:lnTo>
                  <a:pt x="782" y="3828"/>
                </a:lnTo>
                <a:lnTo>
                  <a:pt x="1563" y="2802"/>
                </a:lnTo>
                <a:lnTo>
                  <a:pt x="2342" y="1964"/>
                </a:lnTo>
                <a:lnTo>
                  <a:pt x="3119" y="1291"/>
                </a:lnTo>
                <a:lnTo>
                  <a:pt x="3897" y="772"/>
                </a:lnTo>
                <a:lnTo>
                  <a:pt x="4674" y="397"/>
                </a:lnTo>
                <a:lnTo>
                  <a:pt x="5451" y="154"/>
                </a:lnTo>
                <a:lnTo>
                  <a:pt x="6230" y="22"/>
                </a:lnTo>
                <a:lnTo>
                  <a:pt x="7010" y="0"/>
                </a:lnTo>
                <a:lnTo>
                  <a:pt x="7792" y="66"/>
                </a:lnTo>
                <a:lnTo>
                  <a:pt x="8575" y="210"/>
                </a:lnTo>
                <a:lnTo>
                  <a:pt x="9363" y="414"/>
                </a:lnTo>
                <a:lnTo>
                  <a:pt x="10153" y="673"/>
                </a:lnTo>
                <a:lnTo>
                  <a:pt x="10948" y="971"/>
                </a:lnTo>
                <a:lnTo>
                  <a:pt x="11746" y="1291"/>
                </a:lnTo>
                <a:lnTo>
                  <a:pt x="12550" y="1622"/>
                </a:lnTo>
                <a:lnTo>
                  <a:pt x="13358" y="1953"/>
                </a:lnTo>
                <a:close/>
              </a:path>
            </a:pathLst>
          </a:custGeom>
          <a:solidFill>
            <a:srgbClr val="ECE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7" name="contour_06675"/>
          <p:cNvSpPr/>
          <p:nvPr/>
        </p:nvSpPr>
        <p:spPr>
          <a:xfrm>
            <a:off x="8486309" y="858358"/>
            <a:ext cx="174912" cy="240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60"/>
                </a:moveTo>
                <a:lnTo>
                  <a:pt x="1433" y="1211"/>
                </a:lnTo>
                <a:lnTo>
                  <a:pt x="2783" y="982"/>
                </a:lnTo>
                <a:lnTo>
                  <a:pt x="4052" y="773"/>
                </a:lnTo>
                <a:lnTo>
                  <a:pt x="5244" y="583"/>
                </a:lnTo>
                <a:lnTo>
                  <a:pt x="6363" y="419"/>
                </a:lnTo>
                <a:lnTo>
                  <a:pt x="7411" y="275"/>
                </a:lnTo>
                <a:lnTo>
                  <a:pt x="8393" y="164"/>
                </a:lnTo>
                <a:lnTo>
                  <a:pt x="9311" y="79"/>
                </a:lnTo>
                <a:lnTo>
                  <a:pt x="10168" y="20"/>
                </a:lnTo>
                <a:lnTo>
                  <a:pt x="10968" y="0"/>
                </a:lnTo>
                <a:lnTo>
                  <a:pt x="11714" y="13"/>
                </a:lnTo>
                <a:lnTo>
                  <a:pt x="12410" y="59"/>
                </a:lnTo>
                <a:lnTo>
                  <a:pt x="13058" y="151"/>
                </a:lnTo>
                <a:lnTo>
                  <a:pt x="13663" y="282"/>
                </a:lnTo>
                <a:lnTo>
                  <a:pt x="14226" y="452"/>
                </a:lnTo>
                <a:lnTo>
                  <a:pt x="14753" y="674"/>
                </a:lnTo>
                <a:lnTo>
                  <a:pt x="15245" y="936"/>
                </a:lnTo>
                <a:lnTo>
                  <a:pt x="15707" y="1251"/>
                </a:lnTo>
                <a:lnTo>
                  <a:pt x="16141" y="1617"/>
                </a:lnTo>
                <a:lnTo>
                  <a:pt x="16551" y="2030"/>
                </a:lnTo>
                <a:lnTo>
                  <a:pt x="16941" y="2508"/>
                </a:lnTo>
                <a:lnTo>
                  <a:pt x="17312" y="3031"/>
                </a:lnTo>
                <a:lnTo>
                  <a:pt x="17670" y="3621"/>
                </a:lnTo>
                <a:lnTo>
                  <a:pt x="18015" y="4269"/>
                </a:lnTo>
                <a:lnTo>
                  <a:pt x="18355" y="4983"/>
                </a:lnTo>
                <a:lnTo>
                  <a:pt x="18689" y="5762"/>
                </a:lnTo>
                <a:lnTo>
                  <a:pt x="19021" y="6606"/>
                </a:lnTo>
                <a:lnTo>
                  <a:pt x="19357" y="7516"/>
                </a:lnTo>
                <a:lnTo>
                  <a:pt x="19697" y="8499"/>
                </a:lnTo>
                <a:lnTo>
                  <a:pt x="20048" y="9559"/>
                </a:lnTo>
                <a:lnTo>
                  <a:pt x="20409" y="10692"/>
                </a:lnTo>
                <a:lnTo>
                  <a:pt x="20786" y="11897"/>
                </a:lnTo>
                <a:lnTo>
                  <a:pt x="21182" y="13187"/>
                </a:lnTo>
                <a:lnTo>
                  <a:pt x="21600" y="14555"/>
                </a:lnTo>
                <a:lnTo>
                  <a:pt x="21600" y="17802"/>
                </a:lnTo>
                <a:lnTo>
                  <a:pt x="21600" y="21102"/>
                </a:lnTo>
                <a:lnTo>
                  <a:pt x="20956" y="21305"/>
                </a:lnTo>
                <a:lnTo>
                  <a:pt x="20313" y="21456"/>
                </a:lnTo>
                <a:lnTo>
                  <a:pt x="19671" y="21554"/>
                </a:lnTo>
                <a:lnTo>
                  <a:pt x="19030" y="21600"/>
                </a:lnTo>
                <a:lnTo>
                  <a:pt x="18390" y="21600"/>
                </a:lnTo>
                <a:lnTo>
                  <a:pt x="17751" y="21554"/>
                </a:lnTo>
                <a:lnTo>
                  <a:pt x="17112" y="21463"/>
                </a:lnTo>
                <a:lnTo>
                  <a:pt x="16475" y="21332"/>
                </a:lnTo>
                <a:lnTo>
                  <a:pt x="15837" y="21155"/>
                </a:lnTo>
                <a:lnTo>
                  <a:pt x="15201" y="20939"/>
                </a:lnTo>
                <a:lnTo>
                  <a:pt x="14566" y="20683"/>
                </a:lnTo>
                <a:lnTo>
                  <a:pt x="13931" y="20395"/>
                </a:lnTo>
                <a:lnTo>
                  <a:pt x="13297" y="20068"/>
                </a:lnTo>
                <a:lnTo>
                  <a:pt x="12662" y="19714"/>
                </a:lnTo>
                <a:lnTo>
                  <a:pt x="12029" y="19321"/>
                </a:lnTo>
                <a:lnTo>
                  <a:pt x="11395" y="18902"/>
                </a:lnTo>
                <a:lnTo>
                  <a:pt x="10762" y="18451"/>
                </a:lnTo>
                <a:lnTo>
                  <a:pt x="10130" y="17973"/>
                </a:lnTo>
                <a:lnTo>
                  <a:pt x="9497" y="17475"/>
                </a:lnTo>
                <a:lnTo>
                  <a:pt x="8865" y="16951"/>
                </a:lnTo>
                <a:lnTo>
                  <a:pt x="8232" y="16401"/>
                </a:lnTo>
                <a:lnTo>
                  <a:pt x="7600" y="15832"/>
                </a:lnTo>
                <a:lnTo>
                  <a:pt x="6968" y="15249"/>
                </a:lnTo>
                <a:lnTo>
                  <a:pt x="6336" y="14640"/>
                </a:lnTo>
                <a:lnTo>
                  <a:pt x="5703" y="14025"/>
                </a:lnTo>
                <a:lnTo>
                  <a:pt x="5071" y="13390"/>
                </a:lnTo>
                <a:lnTo>
                  <a:pt x="4439" y="12741"/>
                </a:lnTo>
                <a:lnTo>
                  <a:pt x="3805" y="12087"/>
                </a:lnTo>
                <a:lnTo>
                  <a:pt x="3173" y="11419"/>
                </a:lnTo>
                <a:lnTo>
                  <a:pt x="2539" y="10744"/>
                </a:lnTo>
                <a:lnTo>
                  <a:pt x="1904" y="10063"/>
                </a:lnTo>
                <a:lnTo>
                  <a:pt x="1271" y="9382"/>
                </a:lnTo>
                <a:lnTo>
                  <a:pt x="635" y="8695"/>
                </a:lnTo>
                <a:lnTo>
                  <a:pt x="0" y="8008"/>
                </a:lnTo>
                <a:lnTo>
                  <a:pt x="0" y="4760"/>
                </a:lnTo>
                <a:lnTo>
                  <a:pt x="0" y="1460"/>
                </a:lnTo>
                <a:close/>
              </a:path>
            </a:pathLst>
          </a:custGeom>
          <a:solidFill>
            <a:srgbClr val="CACDCF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8" name="contour_06676"/>
          <p:cNvSpPr/>
          <p:nvPr/>
        </p:nvSpPr>
        <p:spPr>
          <a:xfrm>
            <a:off x="4572657" y="590327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86" y="0"/>
                </a:lnTo>
                <a:lnTo>
                  <a:pt x="7982" y="0"/>
                </a:lnTo>
                <a:lnTo>
                  <a:pt x="9600" y="0"/>
                </a:lnTo>
                <a:lnTo>
                  <a:pt x="10229" y="1202"/>
                </a:lnTo>
                <a:lnTo>
                  <a:pt x="10555" y="2186"/>
                </a:lnTo>
                <a:lnTo>
                  <a:pt x="10865" y="3798"/>
                </a:lnTo>
                <a:lnTo>
                  <a:pt x="11119" y="4982"/>
                </a:lnTo>
                <a:lnTo>
                  <a:pt x="11376" y="6185"/>
                </a:lnTo>
                <a:lnTo>
                  <a:pt x="11611" y="7444"/>
                </a:lnTo>
                <a:lnTo>
                  <a:pt x="11842" y="8701"/>
                </a:lnTo>
                <a:lnTo>
                  <a:pt x="12070" y="9960"/>
                </a:lnTo>
                <a:lnTo>
                  <a:pt x="12295" y="11218"/>
                </a:lnTo>
                <a:lnTo>
                  <a:pt x="12554" y="12408"/>
                </a:lnTo>
                <a:lnTo>
                  <a:pt x="12816" y="13616"/>
                </a:lnTo>
                <a:lnTo>
                  <a:pt x="12917" y="14166"/>
                </a:lnTo>
                <a:lnTo>
                  <a:pt x="13219" y="15827"/>
                </a:lnTo>
                <a:lnTo>
                  <a:pt x="13750" y="16614"/>
                </a:lnTo>
                <a:lnTo>
                  <a:pt x="14316" y="17199"/>
                </a:lnTo>
                <a:lnTo>
                  <a:pt x="15151" y="17688"/>
                </a:lnTo>
                <a:lnTo>
                  <a:pt x="16490" y="18185"/>
                </a:lnTo>
                <a:lnTo>
                  <a:pt x="18562" y="18800"/>
                </a:lnTo>
                <a:lnTo>
                  <a:pt x="21600" y="19636"/>
                </a:lnTo>
                <a:lnTo>
                  <a:pt x="20832" y="19707"/>
                </a:lnTo>
                <a:lnTo>
                  <a:pt x="20129" y="19770"/>
                </a:lnTo>
                <a:lnTo>
                  <a:pt x="19438" y="19833"/>
                </a:lnTo>
                <a:lnTo>
                  <a:pt x="18694" y="19901"/>
                </a:lnTo>
                <a:lnTo>
                  <a:pt x="17842" y="19978"/>
                </a:lnTo>
                <a:lnTo>
                  <a:pt x="16819" y="20070"/>
                </a:lnTo>
                <a:lnTo>
                  <a:pt x="15571" y="20184"/>
                </a:lnTo>
                <a:lnTo>
                  <a:pt x="14035" y="20324"/>
                </a:lnTo>
                <a:lnTo>
                  <a:pt x="12156" y="20494"/>
                </a:lnTo>
                <a:lnTo>
                  <a:pt x="9871" y="20703"/>
                </a:lnTo>
                <a:lnTo>
                  <a:pt x="7123" y="20952"/>
                </a:lnTo>
                <a:lnTo>
                  <a:pt x="3852" y="21250"/>
                </a:lnTo>
                <a:lnTo>
                  <a:pt x="0" y="21600"/>
                </a:lnTo>
                <a:lnTo>
                  <a:pt x="254" y="20249"/>
                </a:lnTo>
                <a:lnTo>
                  <a:pt x="509" y="18898"/>
                </a:lnTo>
                <a:lnTo>
                  <a:pt x="768" y="17547"/>
                </a:lnTo>
                <a:lnTo>
                  <a:pt x="1030" y="16198"/>
                </a:lnTo>
                <a:lnTo>
                  <a:pt x="1294" y="14847"/>
                </a:lnTo>
                <a:lnTo>
                  <a:pt x="1560" y="13498"/>
                </a:lnTo>
                <a:lnTo>
                  <a:pt x="1829" y="12149"/>
                </a:lnTo>
                <a:lnTo>
                  <a:pt x="2100" y="10800"/>
                </a:lnTo>
                <a:lnTo>
                  <a:pt x="2290" y="9769"/>
                </a:lnTo>
                <a:lnTo>
                  <a:pt x="2479" y="8730"/>
                </a:lnTo>
                <a:lnTo>
                  <a:pt x="2671" y="7678"/>
                </a:lnTo>
                <a:lnTo>
                  <a:pt x="2873" y="6702"/>
                </a:lnTo>
                <a:lnTo>
                  <a:pt x="3077" y="5720"/>
                </a:lnTo>
                <a:lnTo>
                  <a:pt x="3281" y="4725"/>
                </a:lnTo>
                <a:lnTo>
                  <a:pt x="3547" y="3364"/>
                </a:lnTo>
                <a:lnTo>
                  <a:pt x="3814" y="1983"/>
                </a:lnTo>
                <a:lnTo>
                  <a:pt x="4058" y="1488"/>
                </a:lnTo>
                <a:lnTo>
                  <a:pt x="4800" y="0"/>
                </a:lnTo>
                <a:close/>
              </a:path>
            </a:pathLst>
          </a:custGeom>
          <a:solidFill>
            <a:srgbClr val="EB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679" name="contour_06677"/>
          <p:cNvSpPr/>
          <p:nvPr/>
        </p:nvSpPr>
        <p:spPr>
          <a:xfrm>
            <a:off x="1037982" y="6143063"/>
            <a:ext cx="196776" cy="303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08"/>
                </a:moveTo>
                <a:lnTo>
                  <a:pt x="487" y="410"/>
                </a:lnTo>
                <a:lnTo>
                  <a:pt x="975" y="327"/>
                </a:lnTo>
                <a:lnTo>
                  <a:pt x="1462" y="254"/>
                </a:lnTo>
                <a:lnTo>
                  <a:pt x="1950" y="187"/>
                </a:lnTo>
                <a:lnTo>
                  <a:pt x="2494" y="93"/>
                </a:lnTo>
                <a:lnTo>
                  <a:pt x="3047" y="0"/>
                </a:lnTo>
                <a:lnTo>
                  <a:pt x="3610" y="373"/>
                </a:lnTo>
                <a:lnTo>
                  <a:pt x="3981" y="1094"/>
                </a:lnTo>
                <a:lnTo>
                  <a:pt x="4322" y="2686"/>
                </a:lnTo>
                <a:lnTo>
                  <a:pt x="4800" y="5694"/>
                </a:lnTo>
                <a:lnTo>
                  <a:pt x="5291" y="5938"/>
                </a:lnTo>
                <a:lnTo>
                  <a:pt x="5646" y="6031"/>
                </a:lnTo>
                <a:lnTo>
                  <a:pt x="6037" y="5995"/>
                </a:lnTo>
                <a:lnTo>
                  <a:pt x="6634" y="5834"/>
                </a:lnTo>
                <a:lnTo>
                  <a:pt x="7191" y="5731"/>
                </a:lnTo>
                <a:lnTo>
                  <a:pt x="7757" y="5622"/>
                </a:lnTo>
                <a:lnTo>
                  <a:pt x="8151" y="5539"/>
                </a:lnTo>
                <a:lnTo>
                  <a:pt x="8548" y="5456"/>
                </a:lnTo>
                <a:lnTo>
                  <a:pt x="8950" y="5373"/>
                </a:lnTo>
                <a:lnTo>
                  <a:pt x="9537" y="5311"/>
                </a:lnTo>
                <a:lnTo>
                  <a:pt x="10118" y="5269"/>
                </a:lnTo>
                <a:lnTo>
                  <a:pt x="10697" y="5259"/>
                </a:lnTo>
                <a:lnTo>
                  <a:pt x="11271" y="5295"/>
                </a:lnTo>
                <a:lnTo>
                  <a:pt x="11842" y="5388"/>
                </a:lnTo>
                <a:lnTo>
                  <a:pt x="12408" y="5559"/>
                </a:lnTo>
                <a:lnTo>
                  <a:pt x="12971" y="5819"/>
                </a:lnTo>
                <a:lnTo>
                  <a:pt x="13530" y="6171"/>
                </a:lnTo>
                <a:lnTo>
                  <a:pt x="14086" y="6643"/>
                </a:lnTo>
                <a:lnTo>
                  <a:pt x="14638" y="7240"/>
                </a:lnTo>
                <a:lnTo>
                  <a:pt x="15186" y="7971"/>
                </a:lnTo>
                <a:lnTo>
                  <a:pt x="15730" y="8863"/>
                </a:lnTo>
                <a:lnTo>
                  <a:pt x="16271" y="9916"/>
                </a:lnTo>
                <a:lnTo>
                  <a:pt x="16809" y="11150"/>
                </a:lnTo>
                <a:lnTo>
                  <a:pt x="17342" y="12581"/>
                </a:lnTo>
                <a:lnTo>
                  <a:pt x="17873" y="14215"/>
                </a:lnTo>
                <a:lnTo>
                  <a:pt x="18400" y="16066"/>
                </a:lnTo>
                <a:lnTo>
                  <a:pt x="18400" y="18639"/>
                </a:lnTo>
                <a:lnTo>
                  <a:pt x="18400" y="21253"/>
                </a:lnTo>
                <a:lnTo>
                  <a:pt x="17843" y="21320"/>
                </a:lnTo>
                <a:lnTo>
                  <a:pt x="17286" y="21377"/>
                </a:lnTo>
                <a:lnTo>
                  <a:pt x="16730" y="21434"/>
                </a:lnTo>
                <a:lnTo>
                  <a:pt x="16173" y="21486"/>
                </a:lnTo>
                <a:lnTo>
                  <a:pt x="15615" y="21527"/>
                </a:lnTo>
                <a:lnTo>
                  <a:pt x="15058" y="21564"/>
                </a:lnTo>
                <a:lnTo>
                  <a:pt x="14502" y="21584"/>
                </a:lnTo>
                <a:lnTo>
                  <a:pt x="13945" y="21600"/>
                </a:lnTo>
                <a:lnTo>
                  <a:pt x="13388" y="21600"/>
                </a:lnTo>
                <a:lnTo>
                  <a:pt x="12830" y="21590"/>
                </a:lnTo>
                <a:lnTo>
                  <a:pt x="12274" y="21564"/>
                </a:lnTo>
                <a:lnTo>
                  <a:pt x="11717" y="21517"/>
                </a:lnTo>
                <a:lnTo>
                  <a:pt x="11161" y="21460"/>
                </a:lnTo>
                <a:lnTo>
                  <a:pt x="10604" y="21377"/>
                </a:lnTo>
                <a:lnTo>
                  <a:pt x="10047" y="21278"/>
                </a:lnTo>
                <a:lnTo>
                  <a:pt x="9491" y="21159"/>
                </a:lnTo>
                <a:lnTo>
                  <a:pt x="8934" y="21019"/>
                </a:lnTo>
                <a:lnTo>
                  <a:pt x="8378" y="20853"/>
                </a:lnTo>
                <a:lnTo>
                  <a:pt x="7822" y="20667"/>
                </a:lnTo>
                <a:lnTo>
                  <a:pt x="7266" y="20449"/>
                </a:lnTo>
                <a:lnTo>
                  <a:pt x="6711" y="20205"/>
                </a:lnTo>
                <a:lnTo>
                  <a:pt x="6155" y="19935"/>
                </a:lnTo>
                <a:lnTo>
                  <a:pt x="5600" y="19634"/>
                </a:lnTo>
                <a:lnTo>
                  <a:pt x="5166" y="19458"/>
                </a:lnTo>
                <a:lnTo>
                  <a:pt x="4725" y="19277"/>
                </a:lnTo>
                <a:lnTo>
                  <a:pt x="4062" y="18665"/>
                </a:lnTo>
                <a:lnTo>
                  <a:pt x="3473" y="17783"/>
                </a:lnTo>
                <a:lnTo>
                  <a:pt x="2946" y="16627"/>
                </a:lnTo>
                <a:lnTo>
                  <a:pt x="2471" y="15190"/>
                </a:lnTo>
                <a:lnTo>
                  <a:pt x="2034" y="13473"/>
                </a:lnTo>
                <a:lnTo>
                  <a:pt x="1622" y="11466"/>
                </a:lnTo>
                <a:lnTo>
                  <a:pt x="1226" y="9169"/>
                </a:lnTo>
                <a:lnTo>
                  <a:pt x="831" y="6581"/>
                </a:lnTo>
                <a:lnTo>
                  <a:pt x="426" y="3698"/>
                </a:lnTo>
                <a:lnTo>
                  <a:pt x="0" y="508"/>
                </a:lnTo>
                <a:lnTo>
                  <a:pt x="18400" y="10880"/>
                </a:lnTo>
                <a:lnTo>
                  <a:pt x="19748" y="13064"/>
                </a:lnTo>
                <a:lnTo>
                  <a:pt x="20652" y="14531"/>
                </a:lnTo>
                <a:lnTo>
                  <a:pt x="21200" y="15418"/>
                </a:lnTo>
                <a:lnTo>
                  <a:pt x="21482" y="15875"/>
                </a:lnTo>
                <a:lnTo>
                  <a:pt x="21585" y="16041"/>
                </a:lnTo>
                <a:lnTo>
                  <a:pt x="21600" y="16066"/>
                </a:lnTo>
                <a:lnTo>
                  <a:pt x="18400" y="10880"/>
                </a:lnTo>
                <a:lnTo>
                  <a:pt x="0" y="508"/>
                </a:lnTo>
                <a:close/>
              </a:path>
            </a:pathLst>
          </a:custGeom>
          <a:solidFill>
            <a:srgbClr val="D5DAE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0" name="contour_06678"/>
          <p:cNvSpPr/>
          <p:nvPr/>
        </p:nvSpPr>
        <p:spPr>
          <a:xfrm>
            <a:off x="7610358" y="6092047"/>
            <a:ext cx="66984" cy="884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42" y="0"/>
                </a:moveTo>
                <a:lnTo>
                  <a:pt x="8442" y="12"/>
                </a:lnTo>
                <a:lnTo>
                  <a:pt x="9744" y="25"/>
                </a:lnTo>
                <a:lnTo>
                  <a:pt x="11046" y="43"/>
                </a:lnTo>
                <a:lnTo>
                  <a:pt x="12348" y="62"/>
                </a:lnTo>
                <a:lnTo>
                  <a:pt x="13680" y="75"/>
                </a:lnTo>
                <a:lnTo>
                  <a:pt x="15031" y="87"/>
                </a:lnTo>
                <a:lnTo>
                  <a:pt x="16674" y="105"/>
                </a:lnTo>
                <a:lnTo>
                  <a:pt x="18317" y="126"/>
                </a:lnTo>
                <a:lnTo>
                  <a:pt x="19957" y="149"/>
                </a:lnTo>
                <a:lnTo>
                  <a:pt x="21600" y="174"/>
                </a:lnTo>
                <a:lnTo>
                  <a:pt x="19901" y="1635"/>
                </a:lnTo>
                <a:lnTo>
                  <a:pt x="18669" y="2626"/>
                </a:lnTo>
                <a:lnTo>
                  <a:pt x="17701" y="3257"/>
                </a:lnTo>
                <a:lnTo>
                  <a:pt x="16799" y="3638"/>
                </a:lnTo>
                <a:lnTo>
                  <a:pt x="15760" y="3876"/>
                </a:lnTo>
                <a:lnTo>
                  <a:pt x="14385" y="4079"/>
                </a:lnTo>
                <a:lnTo>
                  <a:pt x="13008" y="4009"/>
                </a:lnTo>
                <a:lnTo>
                  <a:pt x="11631" y="3940"/>
                </a:lnTo>
                <a:lnTo>
                  <a:pt x="10254" y="3871"/>
                </a:lnTo>
                <a:lnTo>
                  <a:pt x="8876" y="3801"/>
                </a:lnTo>
                <a:lnTo>
                  <a:pt x="7499" y="3732"/>
                </a:lnTo>
                <a:lnTo>
                  <a:pt x="7965" y="4790"/>
                </a:lnTo>
                <a:lnTo>
                  <a:pt x="8430" y="5849"/>
                </a:lnTo>
                <a:lnTo>
                  <a:pt x="8900" y="6914"/>
                </a:lnTo>
                <a:lnTo>
                  <a:pt x="9372" y="7987"/>
                </a:lnTo>
                <a:lnTo>
                  <a:pt x="9849" y="9068"/>
                </a:lnTo>
                <a:lnTo>
                  <a:pt x="8296" y="9068"/>
                </a:lnTo>
                <a:lnTo>
                  <a:pt x="6733" y="9068"/>
                </a:lnTo>
                <a:lnTo>
                  <a:pt x="5149" y="9068"/>
                </a:lnTo>
                <a:lnTo>
                  <a:pt x="4975" y="11125"/>
                </a:lnTo>
                <a:lnTo>
                  <a:pt x="4872" y="12569"/>
                </a:lnTo>
                <a:lnTo>
                  <a:pt x="4839" y="13601"/>
                </a:lnTo>
                <a:lnTo>
                  <a:pt x="4872" y="14415"/>
                </a:lnTo>
                <a:lnTo>
                  <a:pt x="4975" y="15211"/>
                </a:lnTo>
                <a:lnTo>
                  <a:pt x="5149" y="16184"/>
                </a:lnTo>
                <a:lnTo>
                  <a:pt x="6543" y="16963"/>
                </a:lnTo>
                <a:lnTo>
                  <a:pt x="7499" y="17407"/>
                </a:lnTo>
                <a:lnTo>
                  <a:pt x="8453" y="17685"/>
                </a:lnTo>
                <a:lnTo>
                  <a:pt x="9849" y="17962"/>
                </a:lnTo>
                <a:lnTo>
                  <a:pt x="9401" y="19019"/>
                </a:lnTo>
                <a:lnTo>
                  <a:pt x="9006" y="19741"/>
                </a:lnTo>
                <a:lnTo>
                  <a:pt x="8444" y="20465"/>
                </a:lnTo>
                <a:lnTo>
                  <a:pt x="7499" y="21520"/>
                </a:lnTo>
                <a:lnTo>
                  <a:pt x="5701" y="21573"/>
                </a:lnTo>
                <a:lnTo>
                  <a:pt x="4437" y="21600"/>
                </a:lnTo>
                <a:lnTo>
                  <a:pt x="3365" y="21600"/>
                </a:lnTo>
                <a:lnTo>
                  <a:pt x="2148" y="21573"/>
                </a:lnTo>
                <a:lnTo>
                  <a:pt x="449" y="21520"/>
                </a:lnTo>
                <a:lnTo>
                  <a:pt x="277" y="18866"/>
                </a:lnTo>
                <a:lnTo>
                  <a:pt x="141" y="16609"/>
                </a:lnTo>
                <a:lnTo>
                  <a:pt x="47" y="14707"/>
                </a:lnTo>
                <a:lnTo>
                  <a:pt x="0" y="13115"/>
                </a:lnTo>
                <a:lnTo>
                  <a:pt x="7" y="11792"/>
                </a:lnTo>
                <a:lnTo>
                  <a:pt x="75" y="10691"/>
                </a:lnTo>
                <a:lnTo>
                  <a:pt x="212" y="9773"/>
                </a:lnTo>
                <a:lnTo>
                  <a:pt x="421" y="8990"/>
                </a:lnTo>
                <a:lnTo>
                  <a:pt x="712" y="8303"/>
                </a:lnTo>
                <a:lnTo>
                  <a:pt x="1088" y="7665"/>
                </a:lnTo>
                <a:lnTo>
                  <a:pt x="1556" y="7035"/>
                </a:lnTo>
                <a:lnTo>
                  <a:pt x="2125" y="6368"/>
                </a:lnTo>
                <a:lnTo>
                  <a:pt x="2799" y="5621"/>
                </a:lnTo>
                <a:lnTo>
                  <a:pt x="3575" y="4998"/>
                </a:lnTo>
                <a:lnTo>
                  <a:pt x="4357" y="4369"/>
                </a:lnTo>
                <a:lnTo>
                  <a:pt x="5149" y="3732"/>
                </a:lnTo>
                <a:lnTo>
                  <a:pt x="3983" y="3293"/>
                </a:lnTo>
                <a:lnTo>
                  <a:pt x="2815" y="2850"/>
                </a:lnTo>
                <a:lnTo>
                  <a:pt x="1638" y="2405"/>
                </a:lnTo>
                <a:lnTo>
                  <a:pt x="449" y="1953"/>
                </a:lnTo>
                <a:lnTo>
                  <a:pt x="1629" y="1085"/>
                </a:lnTo>
                <a:lnTo>
                  <a:pt x="2569" y="548"/>
                </a:lnTo>
                <a:lnTo>
                  <a:pt x="3586" y="251"/>
                </a:lnTo>
                <a:lnTo>
                  <a:pt x="5003" y="100"/>
                </a:lnTo>
                <a:lnTo>
                  <a:pt x="7142" y="0"/>
                </a:lnTo>
                <a:close/>
              </a:path>
            </a:pathLst>
          </a:custGeom>
          <a:solidFill>
            <a:srgbClr val="7D6B9C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1" name="contour_06679"/>
          <p:cNvSpPr/>
          <p:nvPr/>
        </p:nvSpPr>
        <p:spPr>
          <a:xfrm>
            <a:off x="4623673" y="6083389"/>
            <a:ext cx="102032" cy="603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746"/>
                </a:moveTo>
                <a:lnTo>
                  <a:pt x="20688" y="2317"/>
                </a:lnTo>
                <a:lnTo>
                  <a:pt x="21058" y="3384"/>
                </a:lnTo>
                <a:lnTo>
                  <a:pt x="21315" y="4434"/>
                </a:lnTo>
                <a:lnTo>
                  <a:pt x="21600" y="5959"/>
                </a:lnTo>
                <a:lnTo>
                  <a:pt x="20838" y="6056"/>
                </a:lnTo>
                <a:lnTo>
                  <a:pt x="20069" y="6155"/>
                </a:lnTo>
                <a:lnTo>
                  <a:pt x="19292" y="6254"/>
                </a:lnTo>
                <a:lnTo>
                  <a:pt x="18303" y="6426"/>
                </a:lnTo>
                <a:lnTo>
                  <a:pt x="17306" y="6598"/>
                </a:lnTo>
                <a:lnTo>
                  <a:pt x="16296" y="6772"/>
                </a:lnTo>
                <a:lnTo>
                  <a:pt x="15310" y="6926"/>
                </a:lnTo>
                <a:lnTo>
                  <a:pt x="14318" y="7077"/>
                </a:lnTo>
                <a:lnTo>
                  <a:pt x="13313" y="7231"/>
                </a:lnTo>
                <a:lnTo>
                  <a:pt x="12483" y="7672"/>
                </a:lnTo>
                <a:lnTo>
                  <a:pt x="11647" y="8115"/>
                </a:lnTo>
                <a:lnTo>
                  <a:pt x="10800" y="8566"/>
                </a:lnTo>
                <a:lnTo>
                  <a:pt x="10252" y="10560"/>
                </a:lnTo>
                <a:lnTo>
                  <a:pt x="9897" y="11963"/>
                </a:lnTo>
                <a:lnTo>
                  <a:pt x="9663" y="13151"/>
                </a:lnTo>
                <a:lnTo>
                  <a:pt x="9475" y="14502"/>
                </a:lnTo>
                <a:lnTo>
                  <a:pt x="9257" y="16386"/>
                </a:lnTo>
                <a:lnTo>
                  <a:pt x="10277" y="16386"/>
                </a:lnTo>
                <a:lnTo>
                  <a:pt x="11303" y="16386"/>
                </a:lnTo>
                <a:lnTo>
                  <a:pt x="12343" y="16386"/>
                </a:lnTo>
                <a:lnTo>
                  <a:pt x="11960" y="17677"/>
                </a:lnTo>
                <a:lnTo>
                  <a:pt x="11578" y="18972"/>
                </a:lnTo>
                <a:lnTo>
                  <a:pt x="11190" y="20278"/>
                </a:lnTo>
                <a:lnTo>
                  <a:pt x="10800" y="21600"/>
                </a:lnTo>
                <a:lnTo>
                  <a:pt x="9890" y="20930"/>
                </a:lnTo>
                <a:lnTo>
                  <a:pt x="8981" y="20252"/>
                </a:lnTo>
                <a:lnTo>
                  <a:pt x="8075" y="19569"/>
                </a:lnTo>
                <a:lnTo>
                  <a:pt x="7170" y="18876"/>
                </a:lnTo>
                <a:lnTo>
                  <a:pt x="6267" y="18180"/>
                </a:lnTo>
                <a:lnTo>
                  <a:pt x="5425" y="17544"/>
                </a:lnTo>
                <a:lnTo>
                  <a:pt x="4578" y="16903"/>
                </a:lnTo>
                <a:lnTo>
                  <a:pt x="3718" y="16253"/>
                </a:lnTo>
                <a:lnTo>
                  <a:pt x="2719" y="15010"/>
                </a:lnTo>
                <a:lnTo>
                  <a:pt x="1947" y="13800"/>
                </a:lnTo>
                <a:lnTo>
                  <a:pt x="1361" y="12562"/>
                </a:lnTo>
                <a:lnTo>
                  <a:pt x="916" y="11228"/>
                </a:lnTo>
                <a:lnTo>
                  <a:pt x="571" y="9726"/>
                </a:lnTo>
                <a:lnTo>
                  <a:pt x="279" y="7992"/>
                </a:lnTo>
                <a:lnTo>
                  <a:pt x="0" y="5959"/>
                </a:lnTo>
                <a:lnTo>
                  <a:pt x="1020" y="5266"/>
                </a:lnTo>
                <a:lnTo>
                  <a:pt x="2043" y="4601"/>
                </a:lnTo>
                <a:lnTo>
                  <a:pt x="3069" y="3968"/>
                </a:lnTo>
                <a:lnTo>
                  <a:pt x="4098" y="3371"/>
                </a:lnTo>
                <a:lnTo>
                  <a:pt x="5130" y="2810"/>
                </a:lnTo>
                <a:lnTo>
                  <a:pt x="6167" y="2291"/>
                </a:lnTo>
                <a:lnTo>
                  <a:pt x="7207" y="1814"/>
                </a:lnTo>
                <a:lnTo>
                  <a:pt x="8250" y="1389"/>
                </a:lnTo>
                <a:lnTo>
                  <a:pt x="9297" y="1011"/>
                </a:lnTo>
                <a:lnTo>
                  <a:pt x="10349" y="691"/>
                </a:lnTo>
                <a:lnTo>
                  <a:pt x="11406" y="425"/>
                </a:lnTo>
                <a:lnTo>
                  <a:pt x="12469" y="219"/>
                </a:lnTo>
                <a:lnTo>
                  <a:pt x="13535" y="78"/>
                </a:lnTo>
                <a:lnTo>
                  <a:pt x="14608" y="5"/>
                </a:lnTo>
                <a:lnTo>
                  <a:pt x="15686" y="0"/>
                </a:lnTo>
                <a:lnTo>
                  <a:pt x="16769" y="68"/>
                </a:lnTo>
                <a:lnTo>
                  <a:pt x="17859" y="214"/>
                </a:lnTo>
                <a:lnTo>
                  <a:pt x="18956" y="438"/>
                </a:lnTo>
                <a:lnTo>
                  <a:pt x="20057" y="746"/>
                </a:lnTo>
                <a:close/>
              </a:path>
            </a:pathLst>
          </a:custGeom>
          <a:solidFill>
            <a:srgbClr val="968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2" name="contour_06680"/>
          <p:cNvSpPr/>
          <p:nvPr/>
        </p:nvSpPr>
        <p:spPr>
          <a:xfrm>
            <a:off x="4485201" y="6099597"/>
            <a:ext cx="60002" cy="660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16" y="0"/>
                </a:moveTo>
                <a:lnTo>
                  <a:pt x="18462" y="48"/>
                </a:lnTo>
                <a:lnTo>
                  <a:pt x="19719" y="98"/>
                </a:lnTo>
                <a:lnTo>
                  <a:pt x="20989" y="148"/>
                </a:lnTo>
                <a:lnTo>
                  <a:pt x="21230" y="1883"/>
                </a:lnTo>
                <a:lnTo>
                  <a:pt x="21427" y="3592"/>
                </a:lnTo>
                <a:lnTo>
                  <a:pt x="21555" y="5280"/>
                </a:lnTo>
                <a:lnTo>
                  <a:pt x="21600" y="6962"/>
                </a:lnTo>
                <a:lnTo>
                  <a:pt x="21532" y="8645"/>
                </a:lnTo>
                <a:lnTo>
                  <a:pt x="21338" y="10342"/>
                </a:lnTo>
                <a:lnTo>
                  <a:pt x="20989" y="12066"/>
                </a:lnTo>
                <a:lnTo>
                  <a:pt x="19320" y="12886"/>
                </a:lnTo>
                <a:lnTo>
                  <a:pt x="17646" y="13486"/>
                </a:lnTo>
                <a:lnTo>
                  <a:pt x="15946" y="13901"/>
                </a:lnTo>
                <a:lnTo>
                  <a:pt x="14201" y="14175"/>
                </a:lnTo>
                <a:lnTo>
                  <a:pt x="12391" y="14344"/>
                </a:lnTo>
                <a:lnTo>
                  <a:pt x="10494" y="14449"/>
                </a:lnTo>
                <a:lnTo>
                  <a:pt x="11014" y="15865"/>
                </a:lnTo>
                <a:lnTo>
                  <a:pt x="11536" y="17286"/>
                </a:lnTo>
                <a:lnTo>
                  <a:pt x="12058" y="18713"/>
                </a:lnTo>
                <a:lnTo>
                  <a:pt x="12585" y="20148"/>
                </a:lnTo>
                <a:lnTo>
                  <a:pt x="13118" y="21600"/>
                </a:lnTo>
                <a:lnTo>
                  <a:pt x="11418" y="20916"/>
                </a:lnTo>
                <a:lnTo>
                  <a:pt x="9723" y="20220"/>
                </a:lnTo>
                <a:lnTo>
                  <a:pt x="8033" y="19514"/>
                </a:lnTo>
                <a:lnTo>
                  <a:pt x="6617" y="18933"/>
                </a:lnTo>
                <a:lnTo>
                  <a:pt x="5174" y="18342"/>
                </a:lnTo>
                <a:lnTo>
                  <a:pt x="3613" y="17295"/>
                </a:lnTo>
                <a:lnTo>
                  <a:pt x="2437" y="16225"/>
                </a:lnTo>
                <a:lnTo>
                  <a:pt x="1524" y="15050"/>
                </a:lnTo>
                <a:lnTo>
                  <a:pt x="753" y="13689"/>
                </a:lnTo>
                <a:lnTo>
                  <a:pt x="0" y="12066"/>
                </a:lnTo>
                <a:lnTo>
                  <a:pt x="1734" y="12066"/>
                </a:lnTo>
                <a:lnTo>
                  <a:pt x="3479" y="12066"/>
                </a:lnTo>
                <a:lnTo>
                  <a:pt x="5247" y="12066"/>
                </a:lnTo>
                <a:lnTo>
                  <a:pt x="6173" y="10867"/>
                </a:lnTo>
                <a:lnTo>
                  <a:pt x="6771" y="9987"/>
                </a:lnTo>
                <a:lnTo>
                  <a:pt x="7304" y="8991"/>
                </a:lnTo>
                <a:lnTo>
                  <a:pt x="8033" y="7446"/>
                </a:lnTo>
                <a:lnTo>
                  <a:pt x="9332" y="4765"/>
                </a:lnTo>
                <a:lnTo>
                  <a:pt x="10363" y="2841"/>
                </a:lnTo>
                <a:lnTo>
                  <a:pt x="11297" y="1542"/>
                </a:lnTo>
                <a:lnTo>
                  <a:pt x="12286" y="737"/>
                </a:lnTo>
                <a:lnTo>
                  <a:pt x="13496" y="300"/>
                </a:lnTo>
                <a:lnTo>
                  <a:pt x="15086" y="98"/>
                </a:lnTo>
                <a:lnTo>
                  <a:pt x="17216" y="0"/>
                </a:lnTo>
                <a:close/>
              </a:path>
            </a:pathLst>
          </a:custGeom>
          <a:solidFill>
            <a:srgbClr val="BB9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3" name="contour_06681"/>
          <p:cNvSpPr/>
          <p:nvPr/>
        </p:nvSpPr>
        <p:spPr>
          <a:xfrm>
            <a:off x="5184849" y="6085473"/>
            <a:ext cx="80882" cy="46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63" y="0"/>
                </a:moveTo>
                <a:lnTo>
                  <a:pt x="20428" y="0"/>
                </a:lnTo>
                <a:lnTo>
                  <a:pt x="21409" y="0"/>
                </a:lnTo>
                <a:lnTo>
                  <a:pt x="21446" y="2083"/>
                </a:lnTo>
                <a:lnTo>
                  <a:pt x="21477" y="4169"/>
                </a:lnTo>
                <a:lnTo>
                  <a:pt x="21505" y="6252"/>
                </a:lnTo>
                <a:lnTo>
                  <a:pt x="21530" y="8338"/>
                </a:lnTo>
                <a:lnTo>
                  <a:pt x="21565" y="10663"/>
                </a:lnTo>
                <a:lnTo>
                  <a:pt x="21600" y="13026"/>
                </a:lnTo>
                <a:lnTo>
                  <a:pt x="21460" y="15434"/>
                </a:lnTo>
                <a:lnTo>
                  <a:pt x="21189" y="17017"/>
                </a:lnTo>
                <a:lnTo>
                  <a:pt x="20592" y="18478"/>
                </a:lnTo>
                <a:lnTo>
                  <a:pt x="19463" y="20519"/>
                </a:lnTo>
                <a:lnTo>
                  <a:pt x="18219" y="20844"/>
                </a:lnTo>
                <a:lnTo>
                  <a:pt x="16974" y="21066"/>
                </a:lnTo>
                <a:lnTo>
                  <a:pt x="15724" y="21210"/>
                </a:lnTo>
                <a:lnTo>
                  <a:pt x="14473" y="21289"/>
                </a:lnTo>
                <a:lnTo>
                  <a:pt x="13217" y="21333"/>
                </a:lnTo>
                <a:lnTo>
                  <a:pt x="11962" y="21354"/>
                </a:lnTo>
                <a:lnTo>
                  <a:pt x="10705" y="21374"/>
                </a:lnTo>
                <a:lnTo>
                  <a:pt x="10093" y="21426"/>
                </a:lnTo>
                <a:lnTo>
                  <a:pt x="8248" y="21586"/>
                </a:lnTo>
                <a:lnTo>
                  <a:pt x="6937" y="21600"/>
                </a:lnTo>
                <a:lnTo>
                  <a:pt x="5681" y="21549"/>
                </a:lnTo>
                <a:lnTo>
                  <a:pt x="4451" y="21385"/>
                </a:lnTo>
                <a:lnTo>
                  <a:pt x="3217" y="21060"/>
                </a:lnTo>
                <a:lnTo>
                  <a:pt x="1946" y="20519"/>
                </a:lnTo>
                <a:lnTo>
                  <a:pt x="1201" y="17948"/>
                </a:lnTo>
                <a:lnTo>
                  <a:pt x="728" y="16128"/>
                </a:lnTo>
                <a:lnTo>
                  <a:pt x="432" y="14569"/>
                </a:lnTo>
                <a:lnTo>
                  <a:pt x="220" y="12777"/>
                </a:lnTo>
                <a:lnTo>
                  <a:pt x="0" y="10260"/>
                </a:lnTo>
                <a:lnTo>
                  <a:pt x="553" y="10058"/>
                </a:lnTo>
                <a:lnTo>
                  <a:pt x="1530" y="9702"/>
                </a:lnTo>
                <a:lnTo>
                  <a:pt x="3764" y="8885"/>
                </a:lnTo>
                <a:lnTo>
                  <a:pt x="4983" y="8427"/>
                </a:lnTo>
                <a:lnTo>
                  <a:pt x="6201" y="7968"/>
                </a:lnTo>
                <a:lnTo>
                  <a:pt x="7419" y="7510"/>
                </a:lnTo>
                <a:lnTo>
                  <a:pt x="8638" y="7052"/>
                </a:lnTo>
                <a:lnTo>
                  <a:pt x="9868" y="6604"/>
                </a:lnTo>
                <a:lnTo>
                  <a:pt x="11119" y="6152"/>
                </a:lnTo>
                <a:lnTo>
                  <a:pt x="12299" y="5704"/>
                </a:lnTo>
                <a:lnTo>
                  <a:pt x="13496" y="5250"/>
                </a:lnTo>
                <a:lnTo>
                  <a:pt x="14582" y="4846"/>
                </a:lnTo>
                <a:lnTo>
                  <a:pt x="15687" y="4436"/>
                </a:lnTo>
                <a:lnTo>
                  <a:pt x="16775" y="3796"/>
                </a:lnTo>
                <a:lnTo>
                  <a:pt x="17532" y="3119"/>
                </a:lnTo>
                <a:lnTo>
                  <a:pt x="18309" y="1994"/>
                </a:lnTo>
                <a:lnTo>
                  <a:pt x="19463" y="0"/>
                </a:lnTo>
                <a:close/>
              </a:path>
            </a:pathLst>
          </a:custGeom>
          <a:solidFill>
            <a:srgbClr val="7A2A26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4" name="contour_06682"/>
          <p:cNvSpPr/>
          <p:nvPr/>
        </p:nvSpPr>
        <p:spPr>
          <a:xfrm>
            <a:off x="7356481" y="6027876"/>
            <a:ext cx="51395" cy="503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39" y="1455"/>
                </a:moveTo>
                <a:lnTo>
                  <a:pt x="16849" y="2566"/>
                </a:lnTo>
                <a:lnTo>
                  <a:pt x="18393" y="3404"/>
                </a:lnTo>
                <a:lnTo>
                  <a:pt x="19725" y="4393"/>
                </a:lnTo>
                <a:lnTo>
                  <a:pt x="21520" y="5955"/>
                </a:lnTo>
                <a:lnTo>
                  <a:pt x="21600" y="8045"/>
                </a:lnTo>
                <a:lnTo>
                  <a:pt x="21511" y="10057"/>
                </a:lnTo>
                <a:lnTo>
                  <a:pt x="21275" y="12013"/>
                </a:lnTo>
                <a:lnTo>
                  <a:pt x="20905" y="13931"/>
                </a:lnTo>
                <a:lnTo>
                  <a:pt x="20421" y="15830"/>
                </a:lnTo>
                <a:lnTo>
                  <a:pt x="19839" y="17729"/>
                </a:lnTo>
                <a:lnTo>
                  <a:pt x="19177" y="19647"/>
                </a:lnTo>
                <a:lnTo>
                  <a:pt x="18457" y="21600"/>
                </a:lnTo>
                <a:lnTo>
                  <a:pt x="16460" y="21434"/>
                </a:lnTo>
                <a:lnTo>
                  <a:pt x="14500" y="21234"/>
                </a:lnTo>
                <a:lnTo>
                  <a:pt x="12570" y="20980"/>
                </a:lnTo>
                <a:lnTo>
                  <a:pt x="10665" y="20661"/>
                </a:lnTo>
                <a:lnTo>
                  <a:pt x="8775" y="20267"/>
                </a:lnTo>
                <a:lnTo>
                  <a:pt x="6898" y="19779"/>
                </a:lnTo>
                <a:lnTo>
                  <a:pt x="5020" y="19184"/>
                </a:lnTo>
                <a:lnTo>
                  <a:pt x="3143" y="18471"/>
                </a:lnTo>
                <a:lnTo>
                  <a:pt x="1920" y="16475"/>
                </a:lnTo>
                <a:lnTo>
                  <a:pt x="1032" y="14513"/>
                </a:lnTo>
                <a:lnTo>
                  <a:pt x="441" y="12532"/>
                </a:lnTo>
                <a:lnTo>
                  <a:pt x="107" y="10482"/>
                </a:lnTo>
                <a:lnTo>
                  <a:pt x="0" y="8308"/>
                </a:lnTo>
                <a:lnTo>
                  <a:pt x="80" y="5955"/>
                </a:lnTo>
                <a:lnTo>
                  <a:pt x="1559" y="3242"/>
                </a:lnTo>
                <a:lnTo>
                  <a:pt x="3170" y="1430"/>
                </a:lnTo>
                <a:lnTo>
                  <a:pt x="4947" y="391"/>
                </a:lnTo>
                <a:lnTo>
                  <a:pt x="6922" y="0"/>
                </a:lnTo>
                <a:lnTo>
                  <a:pt x="9140" y="135"/>
                </a:lnTo>
                <a:lnTo>
                  <a:pt x="11633" y="660"/>
                </a:lnTo>
                <a:lnTo>
                  <a:pt x="14439" y="1455"/>
                </a:lnTo>
                <a:close/>
              </a:path>
            </a:pathLst>
          </a:custGeom>
          <a:solidFill>
            <a:srgbClr val="A4524C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5" name="contour_06683"/>
          <p:cNvSpPr/>
          <p:nvPr/>
        </p:nvSpPr>
        <p:spPr>
          <a:xfrm>
            <a:off x="4579945" y="5998658"/>
            <a:ext cx="123896" cy="64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10"/>
                </a:moveTo>
                <a:lnTo>
                  <a:pt x="21600" y="3413"/>
                </a:lnTo>
                <a:lnTo>
                  <a:pt x="21600" y="4634"/>
                </a:lnTo>
                <a:lnTo>
                  <a:pt x="21002" y="4782"/>
                </a:lnTo>
                <a:lnTo>
                  <a:pt x="20399" y="4930"/>
                </a:lnTo>
                <a:lnTo>
                  <a:pt x="19788" y="5080"/>
                </a:lnTo>
                <a:lnTo>
                  <a:pt x="19436" y="5170"/>
                </a:lnTo>
                <a:lnTo>
                  <a:pt x="18815" y="5330"/>
                </a:lnTo>
                <a:lnTo>
                  <a:pt x="17392" y="5696"/>
                </a:lnTo>
                <a:lnTo>
                  <a:pt x="17044" y="5783"/>
                </a:lnTo>
                <a:lnTo>
                  <a:pt x="16429" y="5938"/>
                </a:lnTo>
                <a:lnTo>
                  <a:pt x="15023" y="6292"/>
                </a:lnTo>
                <a:lnTo>
                  <a:pt x="13636" y="6752"/>
                </a:lnTo>
                <a:lnTo>
                  <a:pt x="12571" y="7121"/>
                </a:lnTo>
                <a:lnTo>
                  <a:pt x="11754" y="7436"/>
                </a:lnTo>
                <a:lnTo>
                  <a:pt x="11114" y="7732"/>
                </a:lnTo>
                <a:lnTo>
                  <a:pt x="10580" y="8044"/>
                </a:lnTo>
                <a:lnTo>
                  <a:pt x="10081" y="8418"/>
                </a:lnTo>
                <a:lnTo>
                  <a:pt x="9542" y="8883"/>
                </a:lnTo>
                <a:lnTo>
                  <a:pt x="8894" y="9482"/>
                </a:lnTo>
                <a:lnTo>
                  <a:pt x="8681" y="11202"/>
                </a:lnTo>
                <a:lnTo>
                  <a:pt x="8585" y="12421"/>
                </a:lnTo>
                <a:lnTo>
                  <a:pt x="8584" y="13725"/>
                </a:lnTo>
                <a:lnTo>
                  <a:pt x="8655" y="15691"/>
                </a:lnTo>
                <a:lnTo>
                  <a:pt x="8709" y="17351"/>
                </a:lnTo>
                <a:lnTo>
                  <a:pt x="8761" y="19033"/>
                </a:lnTo>
                <a:lnTo>
                  <a:pt x="8827" y="20308"/>
                </a:lnTo>
                <a:lnTo>
                  <a:pt x="8894" y="21600"/>
                </a:lnTo>
                <a:lnTo>
                  <a:pt x="8139" y="21600"/>
                </a:lnTo>
                <a:lnTo>
                  <a:pt x="7382" y="21600"/>
                </a:lnTo>
                <a:lnTo>
                  <a:pt x="6622" y="21600"/>
                </a:lnTo>
                <a:lnTo>
                  <a:pt x="5856" y="21600"/>
                </a:lnTo>
                <a:lnTo>
                  <a:pt x="5082" y="21600"/>
                </a:lnTo>
                <a:lnTo>
                  <a:pt x="5442" y="20228"/>
                </a:lnTo>
                <a:lnTo>
                  <a:pt x="5802" y="18856"/>
                </a:lnTo>
                <a:lnTo>
                  <a:pt x="6162" y="17480"/>
                </a:lnTo>
                <a:lnTo>
                  <a:pt x="6524" y="16098"/>
                </a:lnTo>
                <a:lnTo>
                  <a:pt x="6889" y="14709"/>
                </a:lnTo>
                <a:lnTo>
                  <a:pt x="7255" y="13313"/>
                </a:lnTo>
                <a:lnTo>
                  <a:pt x="7624" y="11905"/>
                </a:lnTo>
                <a:lnTo>
                  <a:pt x="7240" y="11784"/>
                </a:lnTo>
                <a:lnTo>
                  <a:pt x="6888" y="11670"/>
                </a:lnTo>
                <a:lnTo>
                  <a:pt x="6503" y="11549"/>
                </a:lnTo>
                <a:lnTo>
                  <a:pt x="6023" y="11396"/>
                </a:lnTo>
                <a:lnTo>
                  <a:pt x="5385" y="11193"/>
                </a:lnTo>
                <a:lnTo>
                  <a:pt x="4526" y="10921"/>
                </a:lnTo>
                <a:lnTo>
                  <a:pt x="3385" y="10558"/>
                </a:lnTo>
                <a:lnTo>
                  <a:pt x="1897" y="10085"/>
                </a:lnTo>
                <a:lnTo>
                  <a:pt x="0" y="9482"/>
                </a:lnTo>
                <a:lnTo>
                  <a:pt x="0" y="7879"/>
                </a:lnTo>
                <a:lnTo>
                  <a:pt x="0" y="6268"/>
                </a:lnTo>
                <a:lnTo>
                  <a:pt x="0" y="4634"/>
                </a:lnTo>
                <a:lnTo>
                  <a:pt x="900" y="4719"/>
                </a:lnTo>
                <a:lnTo>
                  <a:pt x="1812" y="4804"/>
                </a:lnTo>
                <a:lnTo>
                  <a:pt x="3475" y="4893"/>
                </a:lnTo>
                <a:lnTo>
                  <a:pt x="4849" y="4952"/>
                </a:lnTo>
                <a:lnTo>
                  <a:pt x="5970" y="4969"/>
                </a:lnTo>
                <a:lnTo>
                  <a:pt x="6884" y="4930"/>
                </a:lnTo>
                <a:lnTo>
                  <a:pt x="7627" y="4821"/>
                </a:lnTo>
                <a:lnTo>
                  <a:pt x="8241" y="4634"/>
                </a:lnTo>
                <a:lnTo>
                  <a:pt x="8768" y="4353"/>
                </a:lnTo>
                <a:lnTo>
                  <a:pt x="9246" y="3970"/>
                </a:lnTo>
                <a:lnTo>
                  <a:pt x="9717" y="3466"/>
                </a:lnTo>
                <a:lnTo>
                  <a:pt x="10222" y="2833"/>
                </a:lnTo>
                <a:lnTo>
                  <a:pt x="10800" y="2060"/>
                </a:lnTo>
                <a:lnTo>
                  <a:pt x="11640" y="1205"/>
                </a:lnTo>
                <a:lnTo>
                  <a:pt x="12496" y="599"/>
                </a:lnTo>
                <a:lnTo>
                  <a:pt x="13369" y="213"/>
                </a:lnTo>
                <a:lnTo>
                  <a:pt x="14256" y="24"/>
                </a:lnTo>
                <a:lnTo>
                  <a:pt x="15154" y="0"/>
                </a:lnTo>
                <a:lnTo>
                  <a:pt x="16062" y="116"/>
                </a:lnTo>
                <a:lnTo>
                  <a:pt x="16978" y="344"/>
                </a:lnTo>
                <a:lnTo>
                  <a:pt x="17899" y="659"/>
                </a:lnTo>
                <a:lnTo>
                  <a:pt x="18824" y="1030"/>
                </a:lnTo>
                <a:lnTo>
                  <a:pt x="19750" y="1430"/>
                </a:lnTo>
                <a:lnTo>
                  <a:pt x="20676" y="1832"/>
                </a:lnTo>
                <a:lnTo>
                  <a:pt x="21600" y="2210"/>
                </a:lnTo>
                <a:close/>
              </a:path>
            </a:pathLst>
          </a:custGeom>
          <a:solidFill>
            <a:srgbClr val="7F818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6" name="contour_06684"/>
          <p:cNvSpPr/>
          <p:nvPr/>
        </p:nvSpPr>
        <p:spPr>
          <a:xfrm>
            <a:off x="10723722" y="5952212"/>
            <a:ext cx="65592" cy="385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5"/>
                </a:moveTo>
                <a:lnTo>
                  <a:pt x="1714" y="826"/>
                </a:lnTo>
                <a:lnTo>
                  <a:pt x="3406" y="531"/>
                </a:lnTo>
                <a:lnTo>
                  <a:pt x="5086" y="286"/>
                </a:lnTo>
                <a:lnTo>
                  <a:pt x="6754" y="106"/>
                </a:lnTo>
                <a:lnTo>
                  <a:pt x="8414" y="8"/>
                </a:lnTo>
                <a:lnTo>
                  <a:pt x="10078" y="0"/>
                </a:lnTo>
                <a:lnTo>
                  <a:pt x="11741" y="102"/>
                </a:lnTo>
                <a:lnTo>
                  <a:pt x="13414" y="319"/>
                </a:lnTo>
                <a:lnTo>
                  <a:pt x="15098" y="670"/>
                </a:lnTo>
                <a:lnTo>
                  <a:pt x="16800" y="1165"/>
                </a:lnTo>
                <a:lnTo>
                  <a:pt x="17882" y="3613"/>
                </a:lnTo>
                <a:lnTo>
                  <a:pt x="18746" y="5967"/>
                </a:lnTo>
                <a:lnTo>
                  <a:pt x="19430" y="8293"/>
                </a:lnTo>
                <a:lnTo>
                  <a:pt x="19978" y="10651"/>
                </a:lnTo>
                <a:lnTo>
                  <a:pt x="20426" y="13099"/>
                </a:lnTo>
                <a:lnTo>
                  <a:pt x="20820" y="15698"/>
                </a:lnTo>
                <a:lnTo>
                  <a:pt x="21197" y="18514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8710"/>
                </a:lnTo>
                <a:lnTo>
                  <a:pt x="0" y="15817"/>
                </a:lnTo>
                <a:lnTo>
                  <a:pt x="0" y="12915"/>
                </a:lnTo>
                <a:lnTo>
                  <a:pt x="0" y="10001"/>
                </a:lnTo>
                <a:lnTo>
                  <a:pt x="0" y="7075"/>
                </a:lnTo>
                <a:lnTo>
                  <a:pt x="0" y="4132"/>
                </a:lnTo>
                <a:lnTo>
                  <a:pt x="0" y="1165"/>
                </a:lnTo>
                <a:close/>
              </a:path>
            </a:pathLst>
          </a:custGeom>
          <a:solidFill>
            <a:srgbClr val="F2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7" name="contour_06685"/>
          <p:cNvSpPr/>
          <p:nvPr/>
        </p:nvSpPr>
        <p:spPr>
          <a:xfrm>
            <a:off x="739174" y="5830393"/>
            <a:ext cx="51016" cy="124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7113" y="743"/>
                </a:lnTo>
                <a:lnTo>
                  <a:pt x="7711" y="1297"/>
                </a:lnTo>
                <a:lnTo>
                  <a:pt x="8227" y="1944"/>
                </a:lnTo>
                <a:lnTo>
                  <a:pt x="8908" y="2956"/>
                </a:lnTo>
                <a:lnTo>
                  <a:pt x="9091" y="3231"/>
                </a:lnTo>
                <a:lnTo>
                  <a:pt x="9415" y="3716"/>
                </a:lnTo>
                <a:lnTo>
                  <a:pt x="10155" y="4824"/>
                </a:lnTo>
                <a:lnTo>
                  <a:pt x="10559" y="5478"/>
                </a:lnTo>
                <a:lnTo>
                  <a:pt x="10967" y="6135"/>
                </a:lnTo>
                <a:lnTo>
                  <a:pt x="11380" y="6802"/>
                </a:lnTo>
                <a:lnTo>
                  <a:pt x="11818" y="7446"/>
                </a:lnTo>
                <a:lnTo>
                  <a:pt x="12260" y="8093"/>
                </a:lnTo>
                <a:lnTo>
                  <a:pt x="12710" y="8750"/>
                </a:lnTo>
                <a:lnTo>
                  <a:pt x="13728" y="10336"/>
                </a:lnTo>
                <a:lnTo>
                  <a:pt x="14469" y="11549"/>
                </a:lnTo>
                <a:lnTo>
                  <a:pt x="14950" y="12470"/>
                </a:lnTo>
                <a:lnTo>
                  <a:pt x="15188" y="13174"/>
                </a:lnTo>
                <a:lnTo>
                  <a:pt x="15194" y="13741"/>
                </a:lnTo>
                <a:lnTo>
                  <a:pt x="14984" y="14249"/>
                </a:lnTo>
                <a:lnTo>
                  <a:pt x="14577" y="14772"/>
                </a:lnTo>
                <a:lnTo>
                  <a:pt x="13981" y="15393"/>
                </a:lnTo>
                <a:lnTo>
                  <a:pt x="13167" y="15918"/>
                </a:lnTo>
                <a:lnTo>
                  <a:pt x="12343" y="16452"/>
                </a:lnTo>
                <a:lnTo>
                  <a:pt x="14176" y="16702"/>
                </a:lnTo>
                <a:lnTo>
                  <a:pt x="16015" y="16954"/>
                </a:lnTo>
                <a:lnTo>
                  <a:pt x="17860" y="17206"/>
                </a:lnTo>
                <a:lnTo>
                  <a:pt x="19721" y="17460"/>
                </a:lnTo>
                <a:lnTo>
                  <a:pt x="21600" y="17717"/>
                </a:lnTo>
                <a:lnTo>
                  <a:pt x="20526" y="18526"/>
                </a:lnTo>
                <a:lnTo>
                  <a:pt x="19702" y="19123"/>
                </a:lnTo>
                <a:lnTo>
                  <a:pt x="18949" y="19616"/>
                </a:lnTo>
                <a:lnTo>
                  <a:pt x="18101" y="20108"/>
                </a:lnTo>
                <a:lnTo>
                  <a:pt x="16984" y="20705"/>
                </a:lnTo>
                <a:lnTo>
                  <a:pt x="15429" y="21514"/>
                </a:lnTo>
                <a:lnTo>
                  <a:pt x="13022" y="21571"/>
                </a:lnTo>
                <a:lnTo>
                  <a:pt x="11340" y="21600"/>
                </a:lnTo>
                <a:lnTo>
                  <a:pt x="9933" y="21600"/>
                </a:lnTo>
                <a:lnTo>
                  <a:pt x="8356" y="21571"/>
                </a:lnTo>
                <a:lnTo>
                  <a:pt x="6171" y="21514"/>
                </a:lnTo>
                <a:lnTo>
                  <a:pt x="6113" y="21124"/>
                </a:lnTo>
                <a:lnTo>
                  <a:pt x="5937" y="19947"/>
                </a:lnTo>
                <a:lnTo>
                  <a:pt x="5801" y="19065"/>
                </a:lnTo>
                <a:lnTo>
                  <a:pt x="5665" y="18184"/>
                </a:lnTo>
                <a:lnTo>
                  <a:pt x="5527" y="17302"/>
                </a:lnTo>
                <a:lnTo>
                  <a:pt x="5388" y="16420"/>
                </a:lnTo>
                <a:lnTo>
                  <a:pt x="5246" y="15538"/>
                </a:lnTo>
                <a:lnTo>
                  <a:pt x="5104" y="14657"/>
                </a:lnTo>
                <a:lnTo>
                  <a:pt x="4962" y="13775"/>
                </a:lnTo>
                <a:lnTo>
                  <a:pt x="4820" y="12893"/>
                </a:lnTo>
                <a:lnTo>
                  <a:pt x="4700" y="12078"/>
                </a:lnTo>
                <a:lnTo>
                  <a:pt x="4576" y="11258"/>
                </a:lnTo>
                <a:lnTo>
                  <a:pt x="4453" y="10428"/>
                </a:lnTo>
                <a:lnTo>
                  <a:pt x="4323" y="9640"/>
                </a:lnTo>
                <a:lnTo>
                  <a:pt x="4193" y="8846"/>
                </a:lnTo>
                <a:lnTo>
                  <a:pt x="4061" y="8042"/>
                </a:lnTo>
                <a:lnTo>
                  <a:pt x="3950" y="7320"/>
                </a:lnTo>
                <a:lnTo>
                  <a:pt x="3836" y="6592"/>
                </a:lnTo>
                <a:lnTo>
                  <a:pt x="3718" y="5854"/>
                </a:lnTo>
                <a:lnTo>
                  <a:pt x="3404" y="4975"/>
                </a:lnTo>
                <a:lnTo>
                  <a:pt x="3012" y="4124"/>
                </a:lnTo>
                <a:lnTo>
                  <a:pt x="2549" y="3293"/>
                </a:lnTo>
                <a:lnTo>
                  <a:pt x="2012" y="2473"/>
                </a:lnTo>
                <a:lnTo>
                  <a:pt x="1407" y="1657"/>
                </a:lnTo>
                <a:lnTo>
                  <a:pt x="734" y="835"/>
                </a:lnTo>
                <a:lnTo>
                  <a:pt x="0" y="0"/>
                </a:lnTo>
                <a:close/>
              </a:path>
            </a:pathLst>
          </a:custGeom>
          <a:solidFill>
            <a:srgbClr val="333334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8" name="contour_06686"/>
          <p:cNvSpPr/>
          <p:nvPr/>
        </p:nvSpPr>
        <p:spPr>
          <a:xfrm>
            <a:off x="4004194" y="5866833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29" y="97"/>
                </a:lnTo>
                <a:lnTo>
                  <a:pt x="2458" y="209"/>
                </a:lnTo>
                <a:lnTo>
                  <a:pt x="3684" y="328"/>
                </a:lnTo>
                <a:lnTo>
                  <a:pt x="4911" y="457"/>
                </a:lnTo>
                <a:lnTo>
                  <a:pt x="6136" y="598"/>
                </a:lnTo>
                <a:lnTo>
                  <a:pt x="7364" y="745"/>
                </a:lnTo>
                <a:lnTo>
                  <a:pt x="8591" y="900"/>
                </a:lnTo>
                <a:lnTo>
                  <a:pt x="9808" y="976"/>
                </a:lnTo>
                <a:lnTo>
                  <a:pt x="11045" y="1055"/>
                </a:lnTo>
                <a:lnTo>
                  <a:pt x="12455" y="1289"/>
                </a:lnTo>
                <a:lnTo>
                  <a:pt x="13781" y="1602"/>
                </a:lnTo>
                <a:lnTo>
                  <a:pt x="15065" y="2052"/>
                </a:lnTo>
                <a:lnTo>
                  <a:pt x="16347" y="2700"/>
                </a:lnTo>
                <a:lnTo>
                  <a:pt x="17673" y="3600"/>
                </a:lnTo>
                <a:lnTo>
                  <a:pt x="18441" y="5522"/>
                </a:lnTo>
                <a:lnTo>
                  <a:pt x="19118" y="7466"/>
                </a:lnTo>
                <a:lnTo>
                  <a:pt x="19719" y="9450"/>
                </a:lnTo>
                <a:lnTo>
                  <a:pt x="20255" y="11484"/>
                </a:lnTo>
                <a:lnTo>
                  <a:pt x="20740" y="13579"/>
                </a:lnTo>
                <a:lnTo>
                  <a:pt x="21184" y="15746"/>
                </a:lnTo>
                <a:lnTo>
                  <a:pt x="21600" y="18000"/>
                </a:lnTo>
                <a:lnTo>
                  <a:pt x="20371" y="18875"/>
                </a:lnTo>
                <a:lnTo>
                  <a:pt x="19169" y="19631"/>
                </a:lnTo>
                <a:lnTo>
                  <a:pt x="17981" y="20272"/>
                </a:lnTo>
                <a:lnTo>
                  <a:pt x="16795" y="20786"/>
                </a:lnTo>
                <a:lnTo>
                  <a:pt x="15595" y="21182"/>
                </a:lnTo>
                <a:lnTo>
                  <a:pt x="14368" y="21452"/>
                </a:lnTo>
                <a:lnTo>
                  <a:pt x="13101" y="21593"/>
                </a:lnTo>
                <a:lnTo>
                  <a:pt x="11782" y="21600"/>
                </a:lnTo>
                <a:lnTo>
                  <a:pt x="10588" y="20578"/>
                </a:lnTo>
                <a:lnTo>
                  <a:pt x="9422" y="19512"/>
                </a:lnTo>
                <a:lnTo>
                  <a:pt x="8283" y="18392"/>
                </a:lnTo>
                <a:lnTo>
                  <a:pt x="7167" y="17222"/>
                </a:lnTo>
                <a:lnTo>
                  <a:pt x="6075" y="15995"/>
                </a:lnTo>
                <a:lnTo>
                  <a:pt x="5007" y="14706"/>
                </a:lnTo>
                <a:lnTo>
                  <a:pt x="3965" y="13349"/>
                </a:lnTo>
                <a:lnTo>
                  <a:pt x="2942" y="11923"/>
                </a:lnTo>
                <a:lnTo>
                  <a:pt x="1940" y="10429"/>
                </a:lnTo>
                <a:lnTo>
                  <a:pt x="960" y="8852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171818"/>
          </a:solidFill>
          <a:ln>
            <a:noFill/>
          </a:ln>
        </p:spPr>
        <p:txBody>
          <a:bodyPr/>
          <a:lstStyle/>
          <a:p/>
        </p:txBody>
      </p:sp>
      <p:sp>
        <p:nvSpPr>
          <p:cNvPr id="6689" name="contour_06687"/>
          <p:cNvSpPr/>
          <p:nvPr/>
        </p:nvSpPr>
        <p:spPr>
          <a:xfrm>
            <a:off x="4354018" y="5874056"/>
            <a:ext cx="102032" cy="43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32"/>
                </a:moveTo>
                <a:lnTo>
                  <a:pt x="18454" y="2207"/>
                </a:lnTo>
                <a:lnTo>
                  <a:pt x="18394" y="4385"/>
                </a:lnTo>
                <a:lnTo>
                  <a:pt x="18334" y="6560"/>
                </a:lnTo>
                <a:lnTo>
                  <a:pt x="18274" y="8738"/>
                </a:lnTo>
                <a:lnTo>
                  <a:pt x="18213" y="10913"/>
                </a:lnTo>
                <a:lnTo>
                  <a:pt x="18363" y="12649"/>
                </a:lnTo>
                <a:lnTo>
                  <a:pt x="18514" y="14411"/>
                </a:lnTo>
                <a:lnTo>
                  <a:pt x="19278" y="15302"/>
                </a:lnTo>
                <a:lnTo>
                  <a:pt x="20045" y="16194"/>
                </a:lnTo>
                <a:lnTo>
                  <a:pt x="20818" y="17096"/>
                </a:lnTo>
                <a:lnTo>
                  <a:pt x="21600" y="18005"/>
                </a:lnTo>
                <a:lnTo>
                  <a:pt x="20645" y="18451"/>
                </a:lnTo>
                <a:lnTo>
                  <a:pt x="19690" y="18897"/>
                </a:lnTo>
                <a:lnTo>
                  <a:pt x="18732" y="19343"/>
                </a:lnTo>
                <a:lnTo>
                  <a:pt x="17772" y="19788"/>
                </a:lnTo>
                <a:lnTo>
                  <a:pt x="16808" y="20238"/>
                </a:lnTo>
                <a:lnTo>
                  <a:pt x="15839" y="20691"/>
                </a:lnTo>
                <a:lnTo>
                  <a:pt x="14865" y="21143"/>
                </a:lnTo>
                <a:lnTo>
                  <a:pt x="13886" y="21600"/>
                </a:lnTo>
                <a:lnTo>
                  <a:pt x="13886" y="19228"/>
                </a:lnTo>
                <a:lnTo>
                  <a:pt x="13886" y="16852"/>
                </a:lnTo>
                <a:lnTo>
                  <a:pt x="13886" y="14465"/>
                </a:lnTo>
                <a:lnTo>
                  <a:pt x="13886" y="12067"/>
                </a:lnTo>
                <a:lnTo>
                  <a:pt x="13886" y="9655"/>
                </a:lnTo>
                <a:lnTo>
                  <a:pt x="13886" y="7222"/>
                </a:lnTo>
                <a:lnTo>
                  <a:pt x="12813" y="7563"/>
                </a:lnTo>
                <a:lnTo>
                  <a:pt x="11764" y="7958"/>
                </a:lnTo>
                <a:lnTo>
                  <a:pt x="10732" y="8444"/>
                </a:lnTo>
                <a:lnTo>
                  <a:pt x="9715" y="9058"/>
                </a:lnTo>
                <a:lnTo>
                  <a:pt x="8711" y="9835"/>
                </a:lnTo>
                <a:lnTo>
                  <a:pt x="7714" y="10816"/>
                </a:lnTo>
                <a:lnTo>
                  <a:pt x="7529" y="13598"/>
                </a:lnTo>
                <a:lnTo>
                  <a:pt x="7437" y="15550"/>
                </a:lnTo>
                <a:lnTo>
                  <a:pt x="7437" y="17189"/>
                </a:lnTo>
                <a:lnTo>
                  <a:pt x="7529" y="19033"/>
                </a:lnTo>
                <a:lnTo>
                  <a:pt x="7714" y="21600"/>
                </a:lnTo>
                <a:lnTo>
                  <a:pt x="6566" y="20924"/>
                </a:lnTo>
                <a:lnTo>
                  <a:pt x="5752" y="20399"/>
                </a:lnTo>
                <a:lnTo>
                  <a:pt x="5048" y="19853"/>
                </a:lnTo>
                <a:lnTo>
                  <a:pt x="4234" y="19113"/>
                </a:lnTo>
                <a:lnTo>
                  <a:pt x="3086" y="18005"/>
                </a:lnTo>
                <a:lnTo>
                  <a:pt x="3086" y="15629"/>
                </a:lnTo>
                <a:lnTo>
                  <a:pt x="3086" y="13239"/>
                </a:lnTo>
                <a:lnTo>
                  <a:pt x="3086" y="10816"/>
                </a:lnTo>
                <a:lnTo>
                  <a:pt x="2169" y="9497"/>
                </a:lnTo>
                <a:lnTo>
                  <a:pt x="1543" y="8681"/>
                </a:lnTo>
                <a:lnTo>
                  <a:pt x="916" y="8038"/>
                </a:lnTo>
                <a:lnTo>
                  <a:pt x="0" y="7222"/>
                </a:lnTo>
                <a:lnTo>
                  <a:pt x="830" y="5546"/>
                </a:lnTo>
                <a:lnTo>
                  <a:pt x="1683" y="4299"/>
                </a:lnTo>
                <a:lnTo>
                  <a:pt x="2564" y="3400"/>
                </a:lnTo>
                <a:lnTo>
                  <a:pt x="3476" y="2782"/>
                </a:lnTo>
                <a:lnTo>
                  <a:pt x="4422" y="2365"/>
                </a:lnTo>
                <a:lnTo>
                  <a:pt x="5409" y="2081"/>
                </a:lnTo>
                <a:lnTo>
                  <a:pt x="6441" y="1855"/>
                </a:lnTo>
                <a:lnTo>
                  <a:pt x="7521" y="1607"/>
                </a:lnTo>
                <a:lnTo>
                  <a:pt x="7930" y="1488"/>
                </a:lnTo>
                <a:lnTo>
                  <a:pt x="9166" y="1136"/>
                </a:lnTo>
                <a:lnTo>
                  <a:pt x="10208" y="866"/>
                </a:lnTo>
                <a:lnTo>
                  <a:pt x="11246" y="633"/>
                </a:lnTo>
                <a:lnTo>
                  <a:pt x="12280" y="435"/>
                </a:lnTo>
                <a:lnTo>
                  <a:pt x="13313" y="270"/>
                </a:lnTo>
                <a:lnTo>
                  <a:pt x="14347" y="144"/>
                </a:lnTo>
                <a:lnTo>
                  <a:pt x="15382" y="58"/>
                </a:lnTo>
                <a:lnTo>
                  <a:pt x="16421" y="7"/>
                </a:lnTo>
                <a:lnTo>
                  <a:pt x="17465" y="0"/>
                </a:lnTo>
                <a:lnTo>
                  <a:pt x="18514" y="32"/>
                </a:lnTo>
                <a:close/>
              </a:path>
            </a:pathLst>
          </a:custGeom>
          <a:solidFill>
            <a:srgbClr val="62594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0" name="contour_06688"/>
          <p:cNvSpPr/>
          <p:nvPr/>
        </p:nvSpPr>
        <p:spPr>
          <a:xfrm>
            <a:off x="8260381" y="5844969"/>
            <a:ext cx="65592" cy="59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4" y="586"/>
                </a:lnTo>
                <a:lnTo>
                  <a:pt x="10370" y="1173"/>
                </a:lnTo>
                <a:lnTo>
                  <a:pt x="11957" y="1762"/>
                </a:lnTo>
                <a:lnTo>
                  <a:pt x="13548" y="2351"/>
                </a:lnTo>
                <a:lnTo>
                  <a:pt x="15144" y="2940"/>
                </a:lnTo>
                <a:lnTo>
                  <a:pt x="16747" y="3535"/>
                </a:lnTo>
                <a:lnTo>
                  <a:pt x="18355" y="4129"/>
                </a:lnTo>
                <a:lnTo>
                  <a:pt x="19973" y="4729"/>
                </a:lnTo>
                <a:lnTo>
                  <a:pt x="21600" y="5331"/>
                </a:lnTo>
                <a:lnTo>
                  <a:pt x="20225" y="8599"/>
                </a:lnTo>
                <a:lnTo>
                  <a:pt x="19080" y="11286"/>
                </a:lnTo>
                <a:lnTo>
                  <a:pt x="18122" y="13467"/>
                </a:lnTo>
                <a:lnTo>
                  <a:pt x="17309" y="15216"/>
                </a:lnTo>
                <a:lnTo>
                  <a:pt x="16594" y="16599"/>
                </a:lnTo>
                <a:lnTo>
                  <a:pt x="15938" y="17692"/>
                </a:lnTo>
                <a:lnTo>
                  <a:pt x="15295" y="18566"/>
                </a:lnTo>
                <a:lnTo>
                  <a:pt x="14623" y="19297"/>
                </a:lnTo>
                <a:lnTo>
                  <a:pt x="13879" y="19950"/>
                </a:lnTo>
                <a:lnTo>
                  <a:pt x="13020" y="20603"/>
                </a:lnTo>
                <a:lnTo>
                  <a:pt x="12000" y="21325"/>
                </a:lnTo>
                <a:lnTo>
                  <a:pt x="10277" y="21475"/>
                </a:lnTo>
                <a:lnTo>
                  <a:pt x="8563" y="21565"/>
                </a:lnTo>
                <a:lnTo>
                  <a:pt x="6854" y="21600"/>
                </a:lnTo>
                <a:lnTo>
                  <a:pt x="5148" y="21589"/>
                </a:lnTo>
                <a:lnTo>
                  <a:pt x="3439" y="21536"/>
                </a:lnTo>
                <a:lnTo>
                  <a:pt x="1723" y="21445"/>
                </a:lnTo>
                <a:lnTo>
                  <a:pt x="0" y="21325"/>
                </a:lnTo>
                <a:lnTo>
                  <a:pt x="1145" y="20958"/>
                </a:lnTo>
                <a:lnTo>
                  <a:pt x="2306" y="20587"/>
                </a:lnTo>
                <a:lnTo>
                  <a:pt x="3763" y="19406"/>
                </a:lnTo>
                <a:lnTo>
                  <a:pt x="4613" y="18359"/>
                </a:lnTo>
                <a:lnTo>
                  <a:pt x="5179" y="16858"/>
                </a:lnTo>
                <a:lnTo>
                  <a:pt x="5794" y="14317"/>
                </a:lnTo>
                <a:lnTo>
                  <a:pt x="5962" y="12614"/>
                </a:lnTo>
                <a:lnTo>
                  <a:pt x="6130" y="10900"/>
                </a:lnTo>
                <a:lnTo>
                  <a:pt x="6300" y="9165"/>
                </a:lnTo>
                <a:lnTo>
                  <a:pt x="6480" y="7453"/>
                </a:lnTo>
                <a:lnTo>
                  <a:pt x="6662" y="5731"/>
                </a:lnTo>
                <a:lnTo>
                  <a:pt x="6845" y="3988"/>
                </a:lnTo>
                <a:lnTo>
                  <a:pt x="6962" y="2671"/>
                </a:lnTo>
                <a:lnTo>
                  <a:pt x="7080" y="1344"/>
                </a:lnTo>
                <a:lnTo>
                  <a:pt x="7200" y="0"/>
                </a:lnTo>
                <a:close/>
              </a:path>
            </a:pathLst>
          </a:custGeom>
          <a:solidFill>
            <a:srgbClr val="F3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1" name="contour_06689"/>
          <p:cNvSpPr/>
          <p:nvPr/>
        </p:nvSpPr>
        <p:spPr>
          <a:xfrm>
            <a:off x="4011482" y="5815183"/>
            <a:ext cx="80168" cy="32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5" y="122"/>
                </a:moveTo>
                <a:lnTo>
                  <a:pt x="14659" y="136"/>
                </a:lnTo>
                <a:lnTo>
                  <a:pt x="16304" y="190"/>
                </a:lnTo>
                <a:lnTo>
                  <a:pt x="17628" y="234"/>
                </a:lnTo>
                <a:lnTo>
                  <a:pt x="18951" y="287"/>
                </a:lnTo>
                <a:lnTo>
                  <a:pt x="20275" y="355"/>
                </a:lnTo>
                <a:lnTo>
                  <a:pt x="21600" y="424"/>
                </a:lnTo>
                <a:lnTo>
                  <a:pt x="21590" y="6197"/>
                </a:lnTo>
                <a:lnTo>
                  <a:pt x="21525" y="10238"/>
                </a:lnTo>
                <a:lnTo>
                  <a:pt x="21355" y="13086"/>
                </a:lnTo>
                <a:lnTo>
                  <a:pt x="21017" y="15286"/>
                </a:lnTo>
                <a:lnTo>
                  <a:pt x="20463" y="17374"/>
                </a:lnTo>
                <a:lnTo>
                  <a:pt x="19636" y="19896"/>
                </a:lnTo>
                <a:lnTo>
                  <a:pt x="18254" y="20427"/>
                </a:lnTo>
                <a:lnTo>
                  <a:pt x="16860" y="20870"/>
                </a:lnTo>
                <a:lnTo>
                  <a:pt x="15454" y="21211"/>
                </a:lnTo>
                <a:lnTo>
                  <a:pt x="14040" y="21454"/>
                </a:lnTo>
                <a:lnTo>
                  <a:pt x="12622" y="21585"/>
                </a:lnTo>
                <a:lnTo>
                  <a:pt x="11203" y="21600"/>
                </a:lnTo>
                <a:lnTo>
                  <a:pt x="9783" y="21498"/>
                </a:lnTo>
                <a:lnTo>
                  <a:pt x="8369" y="21264"/>
                </a:lnTo>
                <a:lnTo>
                  <a:pt x="6961" y="20899"/>
                </a:lnTo>
                <a:lnTo>
                  <a:pt x="5565" y="20393"/>
                </a:lnTo>
                <a:lnTo>
                  <a:pt x="4181" y="19740"/>
                </a:lnTo>
                <a:lnTo>
                  <a:pt x="2814" y="18937"/>
                </a:lnTo>
                <a:lnTo>
                  <a:pt x="1465" y="17978"/>
                </a:lnTo>
                <a:lnTo>
                  <a:pt x="738" y="16513"/>
                </a:lnTo>
                <a:lnTo>
                  <a:pt x="0" y="15028"/>
                </a:lnTo>
                <a:lnTo>
                  <a:pt x="0" y="11810"/>
                </a:lnTo>
                <a:lnTo>
                  <a:pt x="0" y="8573"/>
                </a:lnTo>
                <a:lnTo>
                  <a:pt x="0" y="5292"/>
                </a:lnTo>
                <a:lnTo>
                  <a:pt x="1251" y="3875"/>
                </a:lnTo>
                <a:lnTo>
                  <a:pt x="2500" y="2731"/>
                </a:lnTo>
                <a:lnTo>
                  <a:pt x="3753" y="1826"/>
                </a:lnTo>
                <a:lnTo>
                  <a:pt x="5007" y="1139"/>
                </a:lnTo>
                <a:lnTo>
                  <a:pt x="6268" y="643"/>
                </a:lnTo>
                <a:lnTo>
                  <a:pt x="7538" y="302"/>
                </a:lnTo>
                <a:lnTo>
                  <a:pt x="8821" y="102"/>
                </a:lnTo>
                <a:lnTo>
                  <a:pt x="10115" y="10"/>
                </a:lnTo>
                <a:lnTo>
                  <a:pt x="11428" y="0"/>
                </a:lnTo>
                <a:lnTo>
                  <a:pt x="12760" y="44"/>
                </a:lnTo>
                <a:lnTo>
                  <a:pt x="14115" y="122"/>
                </a:lnTo>
                <a:close/>
              </a:path>
            </a:pathLst>
          </a:custGeom>
          <a:solidFill>
            <a:srgbClr val="22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2" name="contour_06690"/>
          <p:cNvSpPr/>
          <p:nvPr/>
        </p:nvSpPr>
        <p:spPr>
          <a:xfrm>
            <a:off x="7844966" y="5786665"/>
            <a:ext cx="9400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95" y="0"/>
                </a:moveTo>
                <a:lnTo>
                  <a:pt x="20937" y="1807"/>
                </a:lnTo>
                <a:lnTo>
                  <a:pt x="21421" y="3024"/>
                </a:lnTo>
                <a:lnTo>
                  <a:pt x="21600" y="3943"/>
                </a:lnTo>
                <a:lnTo>
                  <a:pt x="21535" y="4850"/>
                </a:lnTo>
                <a:lnTo>
                  <a:pt x="21278" y="6036"/>
                </a:lnTo>
                <a:lnTo>
                  <a:pt x="20398" y="7212"/>
                </a:lnTo>
                <a:lnTo>
                  <a:pt x="19530" y="8019"/>
                </a:lnTo>
                <a:lnTo>
                  <a:pt x="18599" y="8579"/>
                </a:lnTo>
                <a:lnTo>
                  <a:pt x="17522" y="9015"/>
                </a:lnTo>
                <a:lnTo>
                  <a:pt x="16223" y="9449"/>
                </a:lnTo>
                <a:lnTo>
                  <a:pt x="15022" y="10011"/>
                </a:lnTo>
                <a:lnTo>
                  <a:pt x="13910" y="10647"/>
                </a:lnTo>
                <a:lnTo>
                  <a:pt x="12879" y="11356"/>
                </a:lnTo>
                <a:lnTo>
                  <a:pt x="11921" y="12129"/>
                </a:lnTo>
                <a:lnTo>
                  <a:pt x="11025" y="12970"/>
                </a:lnTo>
                <a:lnTo>
                  <a:pt x="10183" y="13869"/>
                </a:lnTo>
                <a:lnTo>
                  <a:pt x="9384" y="14827"/>
                </a:lnTo>
                <a:lnTo>
                  <a:pt x="8622" y="15841"/>
                </a:lnTo>
                <a:lnTo>
                  <a:pt x="7885" y="16903"/>
                </a:lnTo>
                <a:lnTo>
                  <a:pt x="7167" y="18014"/>
                </a:lnTo>
                <a:lnTo>
                  <a:pt x="6455" y="19169"/>
                </a:lnTo>
                <a:lnTo>
                  <a:pt x="5745" y="20367"/>
                </a:lnTo>
                <a:lnTo>
                  <a:pt x="5024" y="21600"/>
                </a:lnTo>
                <a:lnTo>
                  <a:pt x="5024" y="20302"/>
                </a:lnTo>
                <a:lnTo>
                  <a:pt x="5024" y="18996"/>
                </a:lnTo>
                <a:lnTo>
                  <a:pt x="5024" y="17673"/>
                </a:lnTo>
                <a:lnTo>
                  <a:pt x="4193" y="17349"/>
                </a:lnTo>
                <a:lnTo>
                  <a:pt x="3359" y="17023"/>
                </a:lnTo>
                <a:lnTo>
                  <a:pt x="2512" y="16691"/>
                </a:lnTo>
                <a:lnTo>
                  <a:pt x="1681" y="16367"/>
                </a:lnTo>
                <a:lnTo>
                  <a:pt x="847" y="16041"/>
                </a:lnTo>
                <a:lnTo>
                  <a:pt x="0" y="15709"/>
                </a:lnTo>
                <a:lnTo>
                  <a:pt x="0" y="14411"/>
                </a:lnTo>
                <a:lnTo>
                  <a:pt x="0" y="13105"/>
                </a:lnTo>
                <a:lnTo>
                  <a:pt x="0" y="11782"/>
                </a:lnTo>
                <a:lnTo>
                  <a:pt x="921" y="11024"/>
                </a:lnTo>
                <a:lnTo>
                  <a:pt x="1609" y="10492"/>
                </a:lnTo>
                <a:lnTo>
                  <a:pt x="2277" y="10042"/>
                </a:lnTo>
                <a:lnTo>
                  <a:pt x="3136" y="9531"/>
                </a:lnTo>
                <a:lnTo>
                  <a:pt x="4396" y="8821"/>
                </a:lnTo>
                <a:lnTo>
                  <a:pt x="5303" y="8302"/>
                </a:lnTo>
                <a:lnTo>
                  <a:pt x="6218" y="7778"/>
                </a:lnTo>
                <a:lnTo>
                  <a:pt x="7144" y="7248"/>
                </a:lnTo>
                <a:lnTo>
                  <a:pt x="8103" y="6720"/>
                </a:lnTo>
                <a:lnTo>
                  <a:pt x="9068" y="6185"/>
                </a:lnTo>
                <a:lnTo>
                  <a:pt x="10047" y="5645"/>
                </a:lnTo>
                <a:lnTo>
                  <a:pt x="11007" y="5102"/>
                </a:lnTo>
                <a:lnTo>
                  <a:pt x="11973" y="4552"/>
                </a:lnTo>
                <a:lnTo>
                  <a:pt x="12951" y="3996"/>
                </a:lnTo>
                <a:lnTo>
                  <a:pt x="13969" y="3421"/>
                </a:lnTo>
                <a:lnTo>
                  <a:pt x="14989" y="2847"/>
                </a:lnTo>
                <a:lnTo>
                  <a:pt x="16009" y="2274"/>
                </a:lnTo>
                <a:lnTo>
                  <a:pt x="17030" y="1702"/>
                </a:lnTo>
                <a:lnTo>
                  <a:pt x="18050" y="1133"/>
                </a:lnTo>
                <a:lnTo>
                  <a:pt x="19071" y="566"/>
                </a:lnTo>
                <a:lnTo>
                  <a:pt x="20095" y="0"/>
                </a:lnTo>
                <a:close/>
              </a:path>
            </a:pathLst>
          </a:custGeom>
          <a:solidFill>
            <a:srgbClr val="E5F0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3" name="contour_06691"/>
          <p:cNvSpPr/>
          <p:nvPr/>
        </p:nvSpPr>
        <p:spPr>
          <a:xfrm>
            <a:off x="4842313" y="5762608"/>
            <a:ext cx="87456" cy="750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631"/>
                </a:moveTo>
                <a:lnTo>
                  <a:pt x="20480" y="1891"/>
                </a:lnTo>
                <a:lnTo>
                  <a:pt x="20896" y="2747"/>
                </a:lnTo>
                <a:lnTo>
                  <a:pt x="21213" y="3594"/>
                </a:lnTo>
                <a:lnTo>
                  <a:pt x="21600" y="4825"/>
                </a:lnTo>
                <a:lnTo>
                  <a:pt x="20783" y="5431"/>
                </a:lnTo>
                <a:lnTo>
                  <a:pt x="19958" y="6041"/>
                </a:lnTo>
                <a:lnTo>
                  <a:pt x="19125" y="6660"/>
                </a:lnTo>
                <a:lnTo>
                  <a:pt x="17973" y="7628"/>
                </a:lnTo>
                <a:lnTo>
                  <a:pt x="16915" y="8604"/>
                </a:lnTo>
                <a:lnTo>
                  <a:pt x="15941" y="9589"/>
                </a:lnTo>
                <a:lnTo>
                  <a:pt x="15044" y="10593"/>
                </a:lnTo>
                <a:lnTo>
                  <a:pt x="14215" y="11621"/>
                </a:lnTo>
                <a:lnTo>
                  <a:pt x="13444" y="12684"/>
                </a:lnTo>
                <a:lnTo>
                  <a:pt x="12726" y="13785"/>
                </a:lnTo>
                <a:lnTo>
                  <a:pt x="12049" y="14932"/>
                </a:lnTo>
                <a:lnTo>
                  <a:pt x="11407" y="16131"/>
                </a:lnTo>
                <a:lnTo>
                  <a:pt x="10789" y="17392"/>
                </a:lnTo>
                <a:lnTo>
                  <a:pt x="10186" y="18719"/>
                </a:lnTo>
                <a:lnTo>
                  <a:pt x="9594" y="20120"/>
                </a:lnTo>
                <a:lnTo>
                  <a:pt x="9000" y="21600"/>
                </a:lnTo>
                <a:lnTo>
                  <a:pt x="8930" y="20535"/>
                </a:lnTo>
                <a:lnTo>
                  <a:pt x="8860" y="19455"/>
                </a:lnTo>
                <a:lnTo>
                  <a:pt x="8582" y="16957"/>
                </a:lnTo>
                <a:lnTo>
                  <a:pt x="8343" y="15054"/>
                </a:lnTo>
                <a:lnTo>
                  <a:pt x="8102" y="13621"/>
                </a:lnTo>
                <a:lnTo>
                  <a:pt x="7819" y="12548"/>
                </a:lnTo>
                <a:lnTo>
                  <a:pt x="7454" y="11713"/>
                </a:lnTo>
                <a:lnTo>
                  <a:pt x="6970" y="11002"/>
                </a:lnTo>
                <a:lnTo>
                  <a:pt x="6323" y="10300"/>
                </a:lnTo>
                <a:lnTo>
                  <a:pt x="5477" y="9486"/>
                </a:lnTo>
                <a:lnTo>
                  <a:pt x="4397" y="8895"/>
                </a:lnTo>
                <a:lnTo>
                  <a:pt x="3321" y="8344"/>
                </a:lnTo>
                <a:lnTo>
                  <a:pt x="2234" y="7832"/>
                </a:lnTo>
                <a:lnTo>
                  <a:pt x="1130" y="7358"/>
                </a:lnTo>
                <a:lnTo>
                  <a:pt x="0" y="6922"/>
                </a:lnTo>
                <a:lnTo>
                  <a:pt x="868" y="5785"/>
                </a:lnTo>
                <a:lnTo>
                  <a:pt x="1829" y="4758"/>
                </a:lnTo>
                <a:lnTo>
                  <a:pt x="2875" y="3837"/>
                </a:lnTo>
                <a:lnTo>
                  <a:pt x="3994" y="3020"/>
                </a:lnTo>
                <a:lnTo>
                  <a:pt x="5179" y="2304"/>
                </a:lnTo>
                <a:lnTo>
                  <a:pt x="6419" y="1690"/>
                </a:lnTo>
                <a:lnTo>
                  <a:pt x="7706" y="1174"/>
                </a:lnTo>
                <a:lnTo>
                  <a:pt x="9029" y="753"/>
                </a:lnTo>
                <a:lnTo>
                  <a:pt x="10379" y="428"/>
                </a:lnTo>
                <a:lnTo>
                  <a:pt x="11747" y="195"/>
                </a:lnTo>
                <a:lnTo>
                  <a:pt x="13124" y="55"/>
                </a:lnTo>
                <a:lnTo>
                  <a:pt x="14499" y="0"/>
                </a:lnTo>
                <a:lnTo>
                  <a:pt x="15863" y="34"/>
                </a:lnTo>
                <a:lnTo>
                  <a:pt x="17208" y="151"/>
                </a:lnTo>
                <a:lnTo>
                  <a:pt x="18524" y="350"/>
                </a:lnTo>
                <a:lnTo>
                  <a:pt x="19800" y="631"/>
                </a:lnTo>
                <a:close/>
              </a:path>
            </a:pathLst>
          </a:custGeom>
          <a:solidFill>
            <a:srgbClr val="CDC7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4" name="contour_06692"/>
          <p:cNvSpPr/>
          <p:nvPr/>
        </p:nvSpPr>
        <p:spPr>
          <a:xfrm>
            <a:off x="8143773" y="5662769"/>
            <a:ext cx="5830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389"/>
                </a:lnTo>
                <a:lnTo>
                  <a:pt x="16713" y="780"/>
                </a:lnTo>
                <a:lnTo>
                  <a:pt x="18328" y="1170"/>
                </a:lnTo>
                <a:lnTo>
                  <a:pt x="19956" y="1565"/>
                </a:lnTo>
                <a:lnTo>
                  <a:pt x="21600" y="1964"/>
                </a:lnTo>
                <a:lnTo>
                  <a:pt x="21346" y="3391"/>
                </a:lnTo>
                <a:lnTo>
                  <a:pt x="21084" y="4797"/>
                </a:lnTo>
                <a:lnTo>
                  <a:pt x="20806" y="6182"/>
                </a:lnTo>
                <a:lnTo>
                  <a:pt x="20504" y="7544"/>
                </a:lnTo>
                <a:lnTo>
                  <a:pt x="20169" y="8889"/>
                </a:lnTo>
                <a:lnTo>
                  <a:pt x="19799" y="10217"/>
                </a:lnTo>
                <a:lnTo>
                  <a:pt x="19381" y="11527"/>
                </a:lnTo>
                <a:lnTo>
                  <a:pt x="18908" y="12825"/>
                </a:lnTo>
                <a:lnTo>
                  <a:pt x="18376" y="14107"/>
                </a:lnTo>
                <a:lnTo>
                  <a:pt x="17777" y="15377"/>
                </a:lnTo>
                <a:lnTo>
                  <a:pt x="17102" y="16638"/>
                </a:lnTo>
                <a:lnTo>
                  <a:pt x="16343" y="17889"/>
                </a:lnTo>
                <a:lnTo>
                  <a:pt x="15495" y="19132"/>
                </a:lnTo>
                <a:lnTo>
                  <a:pt x="14550" y="20369"/>
                </a:lnTo>
                <a:lnTo>
                  <a:pt x="13500" y="21600"/>
                </a:lnTo>
                <a:lnTo>
                  <a:pt x="11715" y="21600"/>
                </a:lnTo>
                <a:lnTo>
                  <a:pt x="9920" y="21600"/>
                </a:lnTo>
                <a:lnTo>
                  <a:pt x="8100" y="21600"/>
                </a:lnTo>
                <a:lnTo>
                  <a:pt x="8435" y="20385"/>
                </a:lnTo>
                <a:lnTo>
                  <a:pt x="8770" y="19169"/>
                </a:lnTo>
                <a:lnTo>
                  <a:pt x="9104" y="17950"/>
                </a:lnTo>
                <a:lnTo>
                  <a:pt x="9439" y="16728"/>
                </a:lnTo>
                <a:lnTo>
                  <a:pt x="9777" y="15501"/>
                </a:lnTo>
                <a:lnTo>
                  <a:pt x="10117" y="14268"/>
                </a:lnTo>
                <a:lnTo>
                  <a:pt x="10457" y="13029"/>
                </a:lnTo>
                <a:lnTo>
                  <a:pt x="10800" y="11782"/>
                </a:lnTo>
                <a:lnTo>
                  <a:pt x="9018" y="11782"/>
                </a:lnTo>
                <a:lnTo>
                  <a:pt x="7233" y="11782"/>
                </a:lnTo>
                <a:lnTo>
                  <a:pt x="5441" y="11782"/>
                </a:lnTo>
                <a:lnTo>
                  <a:pt x="3640" y="11782"/>
                </a:lnTo>
                <a:lnTo>
                  <a:pt x="1828" y="11782"/>
                </a:lnTo>
                <a:lnTo>
                  <a:pt x="0" y="11782"/>
                </a:lnTo>
                <a:lnTo>
                  <a:pt x="0" y="10484"/>
                </a:lnTo>
                <a:lnTo>
                  <a:pt x="0" y="9178"/>
                </a:lnTo>
                <a:lnTo>
                  <a:pt x="0" y="7855"/>
                </a:lnTo>
                <a:lnTo>
                  <a:pt x="1782" y="7639"/>
                </a:lnTo>
                <a:lnTo>
                  <a:pt x="3567" y="7423"/>
                </a:lnTo>
                <a:lnTo>
                  <a:pt x="5351" y="7207"/>
                </a:lnTo>
                <a:lnTo>
                  <a:pt x="7141" y="6989"/>
                </a:lnTo>
                <a:lnTo>
                  <a:pt x="8937" y="6771"/>
                </a:lnTo>
                <a:lnTo>
                  <a:pt x="10741" y="6553"/>
                </a:lnTo>
                <a:lnTo>
                  <a:pt x="12550" y="6333"/>
                </a:lnTo>
                <a:lnTo>
                  <a:pt x="14369" y="6113"/>
                </a:lnTo>
                <a:lnTo>
                  <a:pt x="16200" y="5891"/>
                </a:lnTo>
                <a:lnTo>
                  <a:pt x="15665" y="4725"/>
                </a:lnTo>
                <a:lnTo>
                  <a:pt x="15128" y="3554"/>
                </a:lnTo>
                <a:lnTo>
                  <a:pt x="14591" y="2380"/>
                </a:lnTo>
                <a:lnTo>
                  <a:pt x="14048" y="1196"/>
                </a:lnTo>
                <a:lnTo>
                  <a:pt x="13500" y="0"/>
                </a:lnTo>
                <a:close/>
              </a:path>
            </a:pathLst>
          </a:custGeom>
          <a:solidFill>
            <a:srgbClr val="838383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5" name="contour_06693"/>
          <p:cNvSpPr/>
          <p:nvPr/>
        </p:nvSpPr>
        <p:spPr>
          <a:xfrm>
            <a:off x="5090804" y="5619041"/>
            <a:ext cx="79468" cy="67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76" y="0"/>
                </a:moveTo>
                <a:lnTo>
                  <a:pt x="14798" y="661"/>
                </a:lnTo>
                <a:lnTo>
                  <a:pt x="15919" y="1322"/>
                </a:lnTo>
                <a:lnTo>
                  <a:pt x="17044" y="1986"/>
                </a:lnTo>
                <a:lnTo>
                  <a:pt x="18173" y="2652"/>
                </a:lnTo>
                <a:lnTo>
                  <a:pt x="19308" y="3322"/>
                </a:lnTo>
                <a:lnTo>
                  <a:pt x="20449" y="3995"/>
                </a:lnTo>
                <a:lnTo>
                  <a:pt x="21600" y="4672"/>
                </a:lnTo>
                <a:lnTo>
                  <a:pt x="20423" y="4672"/>
                </a:lnTo>
                <a:lnTo>
                  <a:pt x="19243" y="4672"/>
                </a:lnTo>
                <a:lnTo>
                  <a:pt x="18058" y="4672"/>
                </a:lnTo>
                <a:lnTo>
                  <a:pt x="16864" y="4672"/>
                </a:lnTo>
                <a:lnTo>
                  <a:pt x="15657" y="4672"/>
                </a:lnTo>
                <a:lnTo>
                  <a:pt x="15796" y="6153"/>
                </a:lnTo>
                <a:lnTo>
                  <a:pt x="15937" y="7656"/>
                </a:lnTo>
                <a:lnTo>
                  <a:pt x="16018" y="9279"/>
                </a:lnTo>
                <a:lnTo>
                  <a:pt x="16073" y="10861"/>
                </a:lnTo>
                <a:lnTo>
                  <a:pt x="16095" y="12417"/>
                </a:lnTo>
                <a:lnTo>
                  <a:pt x="16073" y="13963"/>
                </a:lnTo>
                <a:lnTo>
                  <a:pt x="15998" y="15512"/>
                </a:lnTo>
                <a:lnTo>
                  <a:pt x="15863" y="17084"/>
                </a:lnTo>
                <a:lnTo>
                  <a:pt x="15657" y="18689"/>
                </a:lnTo>
                <a:lnTo>
                  <a:pt x="14609" y="19815"/>
                </a:lnTo>
                <a:lnTo>
                  <a:pt x="13627" y="20577"/>
                </a:lnTo>
                <a:lnTo>
                  <a:pt x="12607" y="21070"/>
                </a:lnTo>
                <a:lnTo>
                  <a:pt x="11442" y="21380"/>
                </a:lnTo>
                <a:lnTo>
                  <a:pt x="10031" y="21600"/>
                </a:lnTo>
                <a:lnTo>
                  <a:pt x="8619" y="21137"/>
                </a:lnTo>
                <a:lnTo>
                  <a:pt x="7343" y="20507"/>
                </a:lnTo>
                <a:lnTo>
                  <a:pt x="6179" y="19726"/>
                </a:lnTo>
                <a:lnTo>
                  <a:pt x="5097" y="18815"/>
                </a:lnTo>
                <a:lnTo>
                  <a:pt x="4071" y="17794"/>
                </a:lnTo>
                <a:lnTo>
                  <a:pt x="3076" y="16682"/>
                </a:lnTo>
                <a:lnTo>
                  <a:pt x="2086" y="15498"/>
                </a:lnTo>
                <a:lnTo>
                  <a:pt x="1072" y="14262"/>
                </a:lnTo>
                <a:lnTo>
                  <a:pt x="349" y="12727"/>
                </a:lnTo>
                <a:lnTo>
                  <a:pt x="18" y="11664"/>
                </a:lnTo>
                <a:lnTo>
                  <a:pt x="0" y="10578"/>
                </a:lnTo>
                <a:lnTo>
                  <a:pt x="212" y="8971"/>
                </a:lnTo>
                <a:lnTo>
                  <a:pt x="994" y="7997"/>
                </a:lnTo>
                <a:lnTo>
                  <a:pt x="1791" y="7008"/>
                </a:lnTo>
                <a:lnTo>
                  <a:pt x="3179" y="7041"/>
                </a:lnTo>
                <a:lnTo>
                  <a:pt x="4190" y="7104"/>
                </a:lnTo>
                <a:lnTo>
                  <a:pt x="5113" y="7237"/>
                </a:lnTo>
                <a:lnTo>
                  <a:pt x="6238" y="7483"/>
                </a:lnTo>
                <a:lnTo>
                  <a:pt x="7856" y="7884"/>
                </a:lnTo>
                <a:lnTo>
                  <a:pt x="8340" y="7999"/>
                </a:lnTo>
                <a:lnTo>
                  <a:pt x="9193" y="8202"/>
                </a:lnTo>
                <a:lnTo>
                  <a:pt x="11147" y="8669"/>
                </a:lnTo>
                <a:lnTo>
                  <a:pt x="12403" y="9004"/>
                </a:lnTo>
                <a:lnTo>
                  <a:pt x="13676" y="9345"/>
                </a:lnTo>
                <a:lnTo>
                  <a:pt x="13676" y="7803"/>
                </a:lnTo>
                <a:lnTo>
                  <a:pt x="13676" y="6259"/>
                </a:lnTo>
                <a:lnTo>
                  <a:pt x="13676" y="4707"/>
                </a:lnTo>
                <a:lnTo>
                  <a:pt x="13676" y="3149"/>
                </a:lnTo>
                <a:lnTo>
                  <a:pt x="13676" y="1582"/>
                </a:lnTo>
                <a:lnTo>
                  <a:pt x="13676" y="0"/>
                </a:lnTo>
                <a:close/>
              </a:path>
            </a:pathLst>
          </a:custGeom>
          <a:solidFill>
            <a:srgbClr val="7F6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6" name="contour_06694"/>
          <p:cNvSpPr/>
          <p:nvPr/>
        </p:nvSpPr>
        <p:spPr>
          <a:xfrm>
            <a:off x="7050574" y="5613109"/>
            <a:ext cx="94744" cy="41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98"/>
                </a:moveTo>
                <a:lnTo>
                  <a:pt x="20794" y="3608"/>
                </a:lnTo>
                <a:lnTo>
                  <a:pt x="19982" y="4122"/>
                </a:lnTo>
                <a:lnTo>
                  <a:pt x="19159" y="4644"/>
                </a:lnTo>
                <a:lnTo>
                  <a:pt x="18785" y="4975"/>
                </a:lnTo>
                <a:lnTo>
                  <a:pt x="18126" y="5561"/>
                </a:lnTo>
                <a:lnTo>
                  <a:pt x="16615" y="6904"/>
                </a:lnTo>
                <a:lnTo>
                  <a:pt x="16341" y="8792"/>
                </a:lnTo>
                <a:lnTo>
                  <a:pt x="16065" y="10688"/>
                </a:lnTo>
                <a:lnTo>
                  <a:pt x="15785" y="12614"/>
                </a:lnTo>
                <a:lnTo>
                  <a:pt x="15271" y="15959"/>
                </a:lnTo>
                <a:lnTo>
                  <a:pt x="14798" y="17965"/>
                </a:lnTo>
                <a:lnTo>
                  <a:pt x="14090" y="19438"/>
                </a:lnTo>
                <a:lnTo>
                  <a:pt x="12877" y="21178"/>
                </a:lnTo>
                <a:lnTo>
                  <a:pt x="11701" y="21474"/>
                </a:lnTo>
                <a:lnTo>
                  <a:pt x="10552" y="21600"/>
                </a:lnTo>
                <a:lnTo>
                  <a:pt x="9429" y="21566"/>
                </a:lnTo>
                <a:lnTo>
                  <a:pt x="8321" y="21391"/>
                </a:lnTo>
                <a:lnTo>
                  <a:pt x="7224" y="21090"/>
                </a:lnTo>
                <a:lnTo>
                  <a:pt x="6131" y="20683"/>
                </a:lnTo>
                <a:lnTo>
                  <a:pt x="5034" y="20188"/>
                </a:lnTo>
                <a:lnTo>
                  <a:pt x="3928" y="19617"/>
                </a:lnTo>
                <a:lnTo>
                  <a:pt x="2806" y="18989"/>
                </a:lnTo>
                <a:lnTo>
                  <a:pt x="1662" y="18323"/>
                </a:lnTo>
                <a:lnTo>
                  <a:pt x="2484" y="16439"/>
                </a:lnTo>
                <a:lnTo>
                  <a:pt x="3310" y="14547"/>
                </a:lnTo>
                <a:lnTo>
                  <a:pt x="4142" y="12640"/>
                </a:lnTo>
                <a:lnTo>
                  <a:pt x="4985" y="10711"/>
                </a:lnTo>
                <a:lnTo>
                  <a:pt x="4162" y="9455"/>
                </a:lnTo>
                <a:lnTo>
                  <a:pt x="3338" y="8195"/>
                </a:lnTo>
                <a:lnTo>
                  <a:pt x="2511" y="6935"/>
                </a:lnTo>
                <a:lnTo>
                  <a:pt x="1680" y="5664"/>
                </a:lnTo>
                <a:lnTo>
                  <a:pt x="844" y="4385"/>
                </a:lnTo>
                <a:lnTo>
                  <a:pt x="0" y="3098"/>
                </a:lnTo>
                <a:lnTo>
                  <a:pt x="1165" y="2326"/>
                </a:lnTo>
                <a:lnTo>
                  <a:pt x="2318" y="1675"/>
                </a:lnTo>
                <a:lnTo>
                  <a:pt x="3463" y="1142"/>
                </a:lnTo>
                <a:lnTo>
                  <a:pt x="4601" y="719"/>
                </a:lnTo>
                <a:lnTo>
                  <a:pt x="5731" y="400"/>
                </a:lnTo>
                <a:lnTo>
                  <a:pt x="6856" y="179"/>
                </a:lnTo>
                <a:lnTo>
                  <a:pt x="7977" y="46"/>
                </a:lnTo>
                <a:lnTo>
                  <a:pt x="9095" y="0"/>
                </a:lnTo>
                <a:lnTo>
                  <a:pt x="10212" y="30"/>
                </a:lnTo>
                <a:lnTo>
                  <a:pt x="11328" y="129"/>
                </a:lnTo>
                <a:lnTo>
                  <a:pt x="12447" y="293"/>
                </a:lnTo>
                <a:lnTo>
                  <a:pt x="13568" y="514"/>
                </a:lnTo>
                <a:lnTo>
                  <a:pt x="14693" y="784"/>
                </a:lnTo>
                <a:lnTo>
                  <a:pt x="15823" y="1100"/>
                </a:lnTo>
                <a:lnTo>
                  <a:pt x="16959" y="1450"/>
                </a:lnTo>
                <a:lnTo>
                  <a:pt x="18104" y="1835"/>
                </a:lnTo>
                <a:lnTo>
                  <a:pt x="19259" y="2242"/>
                </a:lnTo>
                <a:lnTo>
                  <a:pt x="20424" y="2664"/>
                </a:lnTo>
                <a:lnTo>
                  <a:pt x="21600" y="3098"/>
                </a:lnTo>
                <a:close/>
              </a:path>
            </a:pathLst>
          </a:custGeom>
          <a:solidFill>
            <a:srgbClr val="D0D6D9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7" name="contour_06695"/>
          <p:cNvSpPr/>
          <p:nvPr/>
        </p:nvSpPr>
        <p:spPr>
          <a:xfrm>
            <a:off x="2116451" y="5611753"/>
            <a:ext cx="73033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12" y="0"/>
                </a:moveTo>
                <a:lnTo>
                  <a:pt x="6841" y="886"/>
                </a:lnTo>
                <a:lnTo>
                  <a:pt x="7178" y="1786"/>
                </a:lnTo>
                <a:lnTo>
                  <a:pt x="7917" y="2686"/>
                </a:lnTo>
                <a:lnTo>
                  <a:pt x="8667" y="3600"/>
                </a:lnTo>
                <a:lnTo>
                  <a:pt x="10178" y="3771"/>
                </a:lnTo>
                <a:lnTo>
                  <a:pt x="11277" y="3866"/>
                </a:lnTo>
                <a:lnTo>
                  <a:pt x="12282" y="3901"/>
                </a:lnTo>
                <a:lnTo>
                  <a:pt x="13506" y="3884"/>
                </a:lnTo>
                <a:lnTo>
                  <a:pt x="15267" y="3825"/>
                </a:lnTo>
                <a:lnTo>
                  <a:pt x="16451" y="3793"/>
                </a:lnTo>
                <a:lnTo>
                  <a:pt x="17640" y="3760"/>
                </a:lnTo>
                <a:lnTo>
                  <a:pt x="18847" y="3726"/>
                </a:lnTo>
                <a:lnTo>
                  <a:pt x="20214" y="3663"/>
                </a:lnTo>
                <a:lnTo>
                  <a:pt x="21600" y="3600"/>
                </a:lnTo>
                <a:lnTo>
                  <a:pt x="20531" y="3935"/>
                </a:lnTo>
                <a:lnTo>
                  <a:pt x="19445" y="4275"/>
                </a:lnTo>
                <a:lnTo>
                  <a:pt x="18375" y="4833"/>
                </a:lnTo>
                <a:lnTo>
                  <a:pt x="17289" y="5400"/>
                </a:lnTo>
                <a:lnTo>
                  <a:pt x="17289" y="6590"/>
                </a:lnTo>
                <a:lnTo>
                  <a:pt x="17289" y="7787"/>
                </a:lnTo>
                <a:lnTo>
                  <a:pt x="17289" y="9000"/>
                </a:lnTo>
                <a:lnTo>
                  <a:pt x="15981" y="9211"/>
                </a:lnTo>
                <a:lnTo>
                  <a:pt x="14672" y="9423"/>
                </a:lnTo>
                <a:lnTo>
                  <a:pt x="13364" y="9634"/>
                </a:lnTo>
                <a:lnTo>
                  <a:pt x="12056" y="9844"/>
                </a:lnTo>
                <a:lnTo>
                  <a:pt x="10747" y="10055"/>
                </a:lnTo>
                <a:lnTo>
                  <a:pt x="9238" y="10640"/>
                </a:lnTo>
                <a:lnTo>
                  <a:pt x="8387" y="11259"/>
                </a:lnTo>
                <a:lnTo>
                  <a:pt x="7462" y="12445"/>
                </a:lnTo>
                <a:lnTo>
                  <a:pt x="7089" y="13577"/>
                </a:lnTo>
                <a:lnTo>
                  <a:pt x="6796" y="14659"/>
                </a:lnTo>
                <a:lnTo>
                  <a:pt x="6594" y="15730"/>
                </a:lnTo>
                <a:lnTo>
                  <a:pt x="6494" y="16830"/>
                </a:lnTo>
                <a:lnTo>
                  <a:pt x="6512" y="18000"/>
                </a:lnTo>
                <a:lnTo>
                  <a:pt x="7717" y="18788"/>
                </a:lnTo>
                <a:lnTo>
                  <a:pt x="8568" y="19238"/>
                </a:lnTo>
                <a:lnTo>
                  <a:pt x="9467" y="19519"/>
                </a:lnTo>
                <a:lnTo>
                  <a:pt x="10823" y="19800"/>
                </a:lnTo>
                <a:lnTo>
                  <a:pt x="9542" y="20156"/>
                </a:lnTo>
                <a:lnTo>
                  <a:pt x="8258" y="20515"/>
                </a:lnTo>
                <a:lnTo>
                  <a:pt x="6969" y="20873"/>
                </a:lnTo>
                <a:lnTo>
                  <a:pt x="5669" y="21235"/>
                </a:lnTo>
                <a:lnTo>
                  <a:pt x="4356" y="21600"/>
                </a:lnTo>
                <a:lnTo>
                  <a:pt x="3339" y="19080"/>
                </a:lnTo>
                <a:lnTo>
                  <a:pt x="2470" y="16907"/>
                </a:lnTo>
                <a:lnTo>
                  <a:pt x="1746" y="15050"/>
                </a:lnTo>
                <a:lnTo>
                  <a:pt x="1155" y="13468"/>
                </a:lnTo>
                <a:lnTo>
                  <a:pt x="696" y="12123"/>
                </a:lnTo>
                <a:lnTo>
                  <a:pt x="356" y="10980"/>
                </a:lnTo>
                <a:lnTo>
                  <a:pt x="131" y="10003"/>
                </a:lnTo>
                <a:lnTo>
                  <a:pt x="15" y="9151"/>
                </a:lnTo>
                <a:lnTo>
                  <a:pt x="0" y="8390"/>
                </a:lnTo>
                <a:lnTo>
                  <a:pt x="80" y="7682"/>
                </a:lnTo>
                <a:lnTo>
                  <a:pt x="246" y="6989"/>
                </a:lnTo>
                <a:lnTo>
                  <a:pt x="491" y="6277"/>
                </a:lnTo>
                <a:lnTo>
                  <a:pt x="813" y="5506"/>
                </a:lnTo>
                <a:lnTo>
                  <a:pt x="1198" y="4640"/>
                </a:lnTo>
                <a:lnTo>
                  <a:pt x="2183" y="3618"/>
                </a:lnTo>
                <a:lnTo>
                  <a:pt x="3184" y="2653"/>
                </a:lnTo>
                <a:lnTo>
                  <a:pt x="4223" y="1735"/>
                </a:lnTo>
                <a:lnTo>
                  <a:pt x="5324" y="855"/>
                </a:lnTo>
                <a:lnTo>
                  <a:pt x="6512" y="0"/>
                </a:lnTo>
                <a:close/>
              </a:path>
            </a:pathLst>
          </a:custGeom>
          <a:solidFill>
            <a:srgbClr val="414042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8" name="contour_06696"/>
          <p:cNvSpPr/>
          <p:nvPr/>
        </p:nvSpPr>
        <p:spPr>
          <a:xfrm>
            <a:off x="3596067" y="5604465"/>
            <a:ext cx="102032" cy="594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459" y="693"/>
                </a:lnTo>
                <a:lnTo>
                  <a:pt x="3086" y="1199"/>
                </a:lnTo>
                <a:lnTo>
                  <a:pt x="3712" y="1768"/>
                </a:lnTo>
                <a:lnTo>
                  <a:pt x="4629" y="2646"/>
                </a:lnTo>
                <a:lnTo>
                  <a:pt x="4629" y="3959"/>
                </a:lnTo>
                <a:lnTo>
                  <a:pt x="4629" y="5293"/>
                </a:lnTo>
                <a:lnTo>
                  <a:pt x="5679" y="5457"/>
                </a:lnTo>
                <a:lnTo>
                  <a:pt x="6728" y="5621"/>
                </a:lnTo>
                <a:lnTo>
                  <a:pt x="7781" y="5785"/>
                </a:lnTo>
                <a:lnTo>
                  <a:pt x="8831" y="5949"/>
                </a:lnTo>
                <a:lnTo>
                  <a:pt x="9884" y="6113"/>
                </a:lnTo>
                <a:lnTo>
                  <a:pt x="10939" y="6277"/>
                </a:lnTo>
                <a:lnTo>
                  <a:pt x="11994" y="6441"/>
                </a:lnTo>
                <a:lnTo>
                  <a:pt x="13051" y="6605"/>
                </a:lnTo>
                <a:lnTo>
                  <a:pt x="14109" y="6772"/>
                </a:lnTo>
                <a:lnTo>
                  <a:pt x="15171" y="6936"/>
                </a:lnTo>
                <a:lnTo>
                  <a:pt x="16235" y="7103"/>
                </a:lnTo>
                <a:lnTo>
                  <a:pt x="17302" y="7270"/>
                </a:lnTo>
                <a:lnTo>
                  <a:pt x="18371" y="7436"/>
                </a:lnTo>
                <a:lnTo>
                  <a:pt x="19443" y="7603"/>
                </a:lnTo>
                <a:lnTo>
                  <a:pt x="20520" y="7770"/>
                </a:lnTo>
                <a:lnTo>
                  <a:pt x="21600" y="7939"/>
                </a:lnTo>
                <a:lnTo>
                  <a:pt x="21600" y="9252"/>
                </a:lnTo>
                <a:lnTo>
                  <a:pt x="21600" y="10586"/>
                </a:lnTo>
                <a:lnTo>
                  <a:pt x="20593" y="11118"/>
                </a:lnTo>
                <a:lnTo>
                  <a:pt x="19580" y="11620"/>
                </a:lnTo>
                <a:lnTo>
                  <a:pt x="18567" y="12099"/>
                </a:lnTo>
                <a:lnTo>
                  <a:pt x="17550" y="12560"/>
                </a:lnTo>
                <a:lnTo>
                  <a:pt x="16532" y="13002"/>
                </a:lnTo>
                <a:lnTo>
                  <a:pt x="15512" y="13438"/>
                </a:lnTo>
                <a:lnTo>
                  <a:pt x="14489" y="13867"/>
                </a:lnTo>
                <a:lnTo>
                  <a:pt x="13465" y="14296"/>
                </a:lnTo>
                <a:lnTo>
                  <a:pt x="12372" y="15016"/>
                </a:lnTo>
                <a:lnTo>
                  <a:pt x="11456" y="15775"/>
                </a:lnTo>
                <a:lnTo>
                  <a:pt x="10666" y="16598"/>
                </a:lnTo>
                <a:lnTo>
                  <a:pt x="9948" y="17522"/>
                </a:lnTo>
                <a:lnTo>
                  <a:pt x="9253" y="18570"/>
                </a:lnTo>
                <a:lnTo>
                  <a:pt x="8524" y="19777"/>
                </a:lnTo>
                <a:lnTo>
                  <a:pt x="7714" y="21171"/>
                </a:lnTo>
                <a:lnTo>
                  <a:pt x="6532" y="21468"/>
                </a:lnTo>
                <a:lnTo>
                  <a:pt x="5716" y="21600"/>
                </a:lnTo>
                <a:lnTo>
                  <a:pt x="4888" y="21600"/>
                </a:lnTo>
                <a:lnTo>
                  <a:pt x="3664" y="21502"/>
                </a:lnTo>
                <a:lnTo>
                  <a:pt x="2629" y="21431"/>
                </a:lnTo>
                <a:lnTo>
                  <a:pt x="1578" y="21357"/>
                </a:lnTo>
                <a:lnTo>
                  <a:pt x="1186" y="21312"/>
                </a:lnTo>
                <a:lnTo>
                  <a:pt x="0" y="21171"/>
                </a:lnTo>
                <a:lnTo>
                  <a:pt x="167" y="19875"/>
                </a:lnTo>
                <a:lnTo>
                  <a:pt x="338" y="18557"/>
                </a:lnTo>
                <a:lnTo>
                  <a:pt x="566" y="16683"/>
                </a:lnTo>
                <a:lnTo>
                  <a:pt x="781" y="14833"/>
                </a:lnTo>
                <a:lnTo>
                  <a:pt x="978" y="12999"/>
                </a:lnTo>
                <a:lnTo>
                  <a:pt x="1156" y="11170"/>
                </a:lnTo>
                <a:lnTo>
                  <a:pt x="1307" y="9347"/>
                </a:lnTo>
                <a:lnTo>
                  <a:pt x="1429" y="7516"/>
                </a:lnTo>
                <a:lnTo>
                  <a:pt x="1517" y="5671"/>
                </a:lnTo>
                <a:lnTo>
                  <a:pt x="1569" y="3808"/>
                </a:lnTo>
                <a:lnTo>
                  <a:pt x="1578" y="1921"/>
                </a:lnTo>
                <a:lnTo>
                  <a:pt x="1543" y="0"/>
                </a:lnTo>
                <a:close/>
              </a:path>
            </a:pathLst>
          </a:custGeom>
          <a:solidFill>
            <a:srgbClr val="E2E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6699" name="contour_06697"/>
          <p:cNvSpPr/>
          <p:nvPr/>
        </p:nvSpPr>
        <p:spPr>
          <a:xfrm>
            <a:off x="571550" y="5597177"/>
            <a:ext cx="80168" cy="44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098" y="81"/>
                </a:lnTo>
                <a:lnTo>
                  <a:pt x="12355" y="265"/>
                </a:lnTo>
                <a:lnTo>
                  <a:pt x="13596" y="552"/>
                </a:lnTo>
                <a:lnTo>
                  <a:pt x="14820" y="938"/>
                </a:lnTo>
                <a:lnTo>
                  <a:pt x="16033" y="1430"/>
                </a:lnTo>
                <a:lnTo>
                  <a:pt x="17239" y="2028"/>
                </a:lnTo>
                <a:lnTo>
                  <a:pt x="18439" y="2729"/>
                </a:lnTo>
                <a:lnTo>
                  <a:pt x="19636" y="3539"/>
                </a:lnTo>
                <a:lnTo>
                  <a:pt x="20418" y="6279"/>
                </a:lnTo>
                <a:lnTo>
                  <a:pt x="20911" y="8200"/>
                </a:lnTo>
                <a:lnTo>
                  <a:pt x="21209" y="9814"/>
                </a:lnTo>
                <a:lnTo>
                  <a:pt x="21408" y="11630"/>
                </a:lnTo>
                <a:lnTo>
                  <a:pt x="21600" y="14157"/>
                </a:lnTo>
                <a:lnTo>
                  <a:pt x="20277" y="15597"/>
                </a:lnTo>
                <a:lnTo>
                  <a:pt x="18971" y="16847"/>
                </a:lnTo>
                <a:lnTo>
                  <a:pt x="17677" y="17919"/>
                </a:lnTo>
                <a:lnTo>
                  <a:pt x="16392" y="18829"/>
                </a:lnTo>
                <a:lnTo>
                  <a:pt x="15110" y="19583"/>
                </a:lnTo>
                <a:lnTo>
                  <a:pt x="13828" y="20198"/>
                </a:lnTo>
                <a:lnTo>
                  <a:pt x="12540" y="20683"/>
                </a:lnTo>
                <a:lnTo>
                  <a:pt x="11244" y="21055"/>
                </a:lnTo>
                <a:lnTo>
                  <a:pt x="9932" y="21317"/>
                </a:lnTo>
                <a:lnTo>
                  <a:pt x="8603" y="21490"/>
                </a:lnTo>
                <a:lnTo>
                  <a:pt x="7252" y="21579"/>
                </a:lnTo>
                <a:lnTo>
                  <a:pt x="5873" y="21600"/>
                </a:lnTo>
                <a:lnTo>
                  <a:pt x="4463" y="21565"/>
                </a:lnTo>
                <a:lnTo>
                  <a:pt x="3016" y="21483"/>
                </a:lnTo>
                <a:lnTo>
                  <a:pt x="1532" y="21370"/>
                </a:lnTo>
                <a:lnTo>
                  <a:pt x="0" y="21235"/>
                </a:lnTo>
                <a:lnTo>
                  <a:pt x="948" y="20797"/>
                </a:lnTo>
                <a:lnTo>
                  <a:pt x="1901" y="20358"/>
                </a:lnTo>
                <a:lnTo>
                  <a:pt x="2869" y="19908"/>
                </a:lnTo>
                <a:lnTo>
                  <a:pt x="4630" y="18577"/>
                </a:lnTo>
                <a:lnTo>
                  <a:pt x="5630" y="17558"/>
                </a:lnTo>
                <a:lnTo>
                  <a:pt x="6238" y="16330"/>
                </a:lnTo>
                <a:lnTo>
                  <a:pt x="6828" y="14376"/>
                </a:lnTo>
                <a:lnTo>
                  <a:pt x="6973" y="12511"/>
                </a:lnTo>
                <a:lnTo>
                  <a:pt x="7118" y="10618"/>
                </a:lnTo>
                <a:lnTo>
                  <a:pt x="7421" y="7266"/>
                </a:lnTo>
                <a:lnTo>
                  <a:pt x="7711" y="5040"/>
                </a:lnTo>
                <a:lnTo>
                  <a:pt x="8122" y="3426"/>
                </a:lnTo>
                <a:lnTo>
                  <a:pt x="8781" y="1915"/>
                </a:lnTo>
                <a:lnTo>
                  <a:pt x="9818" y="0"/>
                </a:lnTo>
                <a:close/>
              </a:path>
            </a:pathLst>
          </a:custGeom>
          <a:solidFill>
            <a:srgbClr val="25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0" name="contour_06698"/>
          <p:cNvSpPr/>
          <p:nvPr/>
        </p:nvSpPr>
        <p:spPr>
          <a:xfrm>
            <a:off x="1774069" y="5495146"/>
            <a:ext cx="72880" cy="96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351" y="0"/>
                </a:lnTo>
                <a:lnTo>
                  <a:pt x="19440" y="0"/>
                </a:lnTo>
                <a:lnTo>
                  <a:pt x="19423" y="708"/>
                </a:lnTo>
                <a:lnTo>
                  <a:pt x="19405" y="1426"/>
                </a:lnTo>
                <a:lnTo>
                  <a:pt x="19384" y="2502"/>
                </a:lnTo>
                <a:lnTo>
                  <a:pt x="19364" y="3579"/>
                </a:lnTo>
                <a:lnTo>
                  <a:pt x="19349" y="4656"/>
                </a:lnTo>
                <a:lnTo>
                  <a:pt x="19334" y="5732"/>
                </a:lnTo>
                <a:lnTo>
                  <a:pt x="19319" y="6809"/>
                </a:lnTo>
                <a:lnTo>
                  <a:pt x="19306" y="7886"/>
                </a:lnTo>
                <a:lnTo>
                  <a:pt x="19278" y="9000"/>
                </a:lnTo>
                <a:lnTo>
                  <a:pt x="19250" y="10131"/>
                </a:lnTo>
                <a:lnTo>
                  <a:pt x="19250" y="11328"/>
                </a:lnTo>
                <a:lnTo>
                  <a:pt x="19276" y="12489"/>
                </a:lnTo>
                <a:lnTo>
                  <a:pt x="19338" y="13616"/>
                </a:lnTo>
                <a:lnTo>
                  <a:pt x="19449" y="14722"/>
                </a:lnTo>
                <a:lnTo>
                  <a:pt x="19615" y="15812"/>
                </a:lnTo>
                <a:lnTo>
                  <a:pt x="19846" y="16894"/>
                </a:lnTo>
                <a:lnTo>
                  <a:pt x="20151" y="17977"/>
                </a:lnTo>
                <a:lnTo>
                  <a:pt x="20537" y="19067"/>
                </a:lnTo>
                <a:lnTo>
                  <a:pt x="21017" y="20173"/>
                </a:lnTo>
                <a:lnTo>
                  <a:pt x="21600" y="21303"/>
                </a:lnTo>
                <a:lnTo>
                  <a:pt x="20205" y="21346"/>
                </a:lnTo>
                <a:lnTo>
                  <a:pt x="18809" y="21385"/>
                </a:lnTo>
                <a:lnTo>
                  <a:pt x="17416" y="21420"/>
                </a:lnTo>
                <a:lnTo>
                  <a:pt x="16021" y="21453"/>
                </a:lnTo>
                <a:lnTo>
                  <a:pt x="14625" y="21482"/>
                </a:lnTo>
                <a:lnTo>
                  <a:pt x="13230" y="21508"/>
                </a:lnTo>
                <a:lnTo>
                  <a:pt x="12044" y="21549"/>
                </a:lnTo>
                <a:lnTo>
                  <a:pt x="10843" y="21592"/>
                </a:lnTo>
                <a:lnTo>
                  <a:pt x="9271" y="21600"/>
                </a:lnTo>
                <a:lnTo>
                  <a:pt x="7854" y="21561"/>
                </a:lnTo>
                <a:lnTo>
                  <a:pt x="6547" y="21451"/>
                </a:lnTo>
                <a:lnTo>
                  <a:pt x="5303" y="21246"/>
                </a:lnTo>
                <a:lnTo>
                  <a:pt x="4076" y="20922"/>
                </a:lnTo>
                <a:lnTo>
                  <a:pt x="2819" y="20455"/>
                </a:lnTo>
                <a:lnTo>
                  <a:pt x="1486" y="19819"/>
                </a:lnTo>
                <a:lnTo>
                  <a:pt x="1117" y="19373"/>
                </a:lnTo>
                <a:lnTo>
                  <a:pt x="0" y="18026"/>
                </a:lnTo>
                <a:lnTo>
                  <a:pt x="808" y="16894"/>
                </a:lnTo>
                <a:lnTo>
                  <a:pt x="1419" y="16069"/>
                </a:lnTo>
                <a:lnTo>
                  <a:pt x="1957" y="15414"/>
                </a:lnTo>
                <a:lnTo>
                  <a:pt x="2540" y="14794"/>
                </a:lnTo>
                <a:lnTo>
                  <a:pt x="3288" y="14072"/>
                </a:lnTo>
                <a:lnTo>
                  <a:pt x="4320" y="13110"/>
                </a:lnTo>
                <a:lnTo>
                  <a:pt x="4856" y="13921"/>
                </a:lnTo>
                <a:lnTo>
                  <a:pt x="5391" y="14735"/>
                </a:lnTo>
                <a:lnTo>
                  <a:pt x="5934" y="15556"/>
                </a:lnTo>
                <a:lnTo>
                  <a:pt x="6480" y="16387"/>
                </a:lnTo>
                <a:lnTo>
                  <a:pt x="8014" y="16205"/>
                </a:lnTo>
                <a:lnTo>
                  <a:pt x="9120" y="16028"/>
                </a:lnTo>
                <a:lnTo>
                  <a:pt x="10104" y="15779"/>
                </a:lnTo>
                <a:lnTo>
                  <a:pt x="11280" y="15379"/>
                </a:lnTo>
                <a:lnTo>
                  <a:pt x="12960" y="14749"/>
                </a:lnTo>
                <a:lnTo>
                  <a:pt x="13517" y="13714"/>
                </a:lnTo>
                <a:lnTo>
                  <a:pt x="13973" y="12671"/>
                </a:lnTo>
                <a:lnTo>
                  <a:pt x="14349" y="11614"/>
                </a:lnTo>
                <a:lnTo>
                  <a:pt x="14660" y="10547"/>
                </a:lnTo>
                <a:lnTo>
                  <a:pt x="14926" y="9467"/>
                </a:lnTo>
                <a:lnTo>
                  <a:pt x="15163" y="8376"/>
                </a:lnTo>
                <a:lnTo>
                  <a:pt x="15390" y="7273"/>
                </a:lnTo>
                <a:lnTo>
                  <a:pt x="15632" y="6227"/>
                </a:lnTo>
                <a:lnTo>
                  <a:pt x="15885" y="5185"/>
                </a:lnTo>
                <a:lnTo>
                  <a:pt x="16144" y="4146"/>
                </a:lnTo>
                <a:lnTo>
                  <a:pt x="16414" y="3110"/>
                </a:lnTo>
                <a:lnTo>
                  <a:pt x="16692" y="2075"/>
                </a:lnTo>
                <a:lnTo>
                  <a:pt x="16980" y="1037"/>
                </a:lnTo>
                <a:lnTo>
                  <a:pt x="17280" y="0"/>
                </a:lnTo>
                <a:close/>
              </a:path>
            </a:pathLst>
          </a:custGeom>
          <a:solidFill>
            <a:srgbClr val="DCD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1" name="contour_06699"/>
          <p:cNvSpPr/>
          <p:nvPr/>
        </p:nvSpPr>
        <p:spPr>
          <a:xfrm>
            <a:off x="2583036" y="5465994"/>
            <a:ext cx="8016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5041" y="274"/>
                </a:lnTo>
                <a:lnTo>
                  <a:pt x="16339" y="548"/>
                </a:lnTo>
                <a:lnTo>
                  <a:pt x="17643" y="824"/>
                </a:lnTo>
                <a:lnTo>
                  <a:pt x="18953" y="1102"/>
                </a:lnTo>
                <a:lnTo>
                  <a:pt x="20271" y="1381"/>
                </a:lnTo>
                <a:lnTo>
                  <a:pt x="21600" y="1662"/>
                </a:lnTo>
                <a:lnTo>
                  <a:pt x="21384" y="2758"/>
                </a:lnTo>
                <a:lnTo>
                  <a:pt x="21168" y="3856"/>
                </a:lnTo>
                <a:lnTo>
                  <a:pt x="20952" y="4955"/>
                </a:lnTo>
                <a:lnTo>
                  <a:pt x="20734" y="6056"/>
                </a:lnTo>
                <a:lnTo>
                  <a:pt x="20516" y="7161"/>
                </a:lnTo>
                <a:lnTo>
                  <a:pt x="20298" y="8271"/>
                </a:lnTo>
                <a:lnTo>
                  <a:pt x="20078" y="9384"/>
                </a:lnTo>
                <a:lnTo>
                  <a:pt x="19858" y="10504"/>
                </a:lnTo>
                <a:lnTo>
                  <a:pt x="19636" y="11631"/>
                </a:lnTo>
                <a:lnTo>
                  <a:pt x="18340" y="11631"/>
                </a:lnTo>
                <a:lnTo>
                  <a:pt x="17042" y="11631"/>
                </a:lnTo>
                <a:lnTo>
                  <a:pt x="15739" y="11631"/>
                </a:lnTo>
                <a:lnTo>
                  <a:pt x="14429" y="11631"/>
                </a:lnTo>
                <a:lnTo>
                  <a:pt x="13111" y="11631"/>
                </a:lnTo>
                <a:lnTo>
                  <a:pt x="11782" y="11631"/>
                </a:lnTo>
                <a:lnTo>
                  <a:pt x="11782" y="12727"/>
                </a:lnTo>
                <a:lnTo>
                  <a:pt x="11782" y="13826"/>
                </a:lnTo>
                <a:lnTo>
                  <a:pt x="11782" y="14924"/>
                </a:lnTo>
                <a:lnTo>
                  <a:pt x="11782" y="16026"/>
                </a:lnTo>
                <a:lnTo>
                  <a:pt x="11782" y="17130"/>
                </a:lnTo>
                <a:lnTo>
                  <a:pt x="11782" y="18240"/>
                </a:lnTo>
                <a:lnTo>
                  <a:pt x="11782" y="19354"/>
                </a:lnTo>
                <a:lnTo>
                  <a:pt x="11782" y="20473"/>
                </a:lnTo>
                <a:lnTo>
                  <a:pt x="11782" y="21600"/>
                </a:lnTo>
                <a:lnTo>
                  <a:pt x="10486" y="21600"/>
                </a:lnTo>
                <a:lnTo>
                  <a:pt x="9188" y="21600"/>
                </a:lnTo>
                <a:lnTo>
                  <a:pt x="7890" y="21600"/>
                </a:lnTo>
                <a:lnTo>
                  <a:pt x="6588" y="21600"/>
                </a:lnTo>
                <a:lnTo>
                  <a:pt x="5282" y="21600"/>
                </a:lnTo>
                <a:lnTo>
                  <a:pt x="3970" y="21600"/>
                </a:lnTo>
                <a:lnTo>
                  <a:pt x="2655" y="21600"/>
                </a:lnTo>
                <a:lnTo>
                  <a:pt x="1331" y="21600"/>
                </a:lnTo>
                <a:lnTo>
                  <a:pt x="0" y="21600"/>
                </a:lnTo>
                <a:lnTo>
                  <a:pt x="723" y="20623"/>
                </a:lnTo>
                <a:lnTo>
                  <a:pt x="1453" y="19649"/>
                </a:lnTo>
                <a:lnTo>
                  <a:pt x="2186" y="18679"/>
                </a:lnTo>
                <a:lnTo>
                  <a:pt x="2926" y="17712"/>
                </a:lnTo>
                <a:lnTo>
                  <a:pt x="3670" y="16748"/>
                </a:lnTo>
                <a:lnTo>
                  <a:pt x="4418" y="15785"/>
                </a:lnTo>
                <a:lnTo>
                  <a:pt x="5023" y="14951"/>
                </a:lnTo>
                <a:lnTo>
                  <a:pt x="5638" y="14103"/>
                </a:lnTo>
                <a:lnTo>
                  <a:pt x="6979" y="12435"/>
                </a:lnTo>
                <a:lnTo>
                  <a:pt x="7968" y="11300"/>
                </a:lnTo>
                <a:lnTo>
                  <a:pt x="8781" y="10576"/>
                </a:lnTo>
                <a:lnTo>
                  <a:pt x="9594" y="10134"/>
                </a:lnTo>
                <a:lnTo>
                  <a:pt x="10578" y="9853"/>
                </a:lnTo>
                <a:lnTo>
                  <a:pt x="11907" y="9605"/>
                </a:lnTo>
                <a:lnTo>
                  <a:pt x="12997" y="9609"/>
                </a:lnTo>
                <a:lnTo>
                  <a:pt x="13844" y="9629"/>
                </a:lnTo>
                <a:lnTo>
                  <a:pt x="14719" y="9683"/>
                </a:lnTo>
                <a:lnTo>
                  <a:pt x="15903" y="9791"/>
                </a:lnTo>
                <a:lnTo>
                  <a:pt x="17673" y="9969"/>
                </a:lnTo>
                <a:lnTo>
                  <a:pt x="17673" y="8982"/>
                </a:lnTo>
                <a:lnTo>
                  <a:pt x="17673" y="7992"/>
                </a:lnTo>
                <a:lnTo>
                  <a:pt x="17673" y="6998"/>
                </a:lnTo>
                <a:lnTo>
                  <a:pt x="17673" y="5996"/>
                </a:lnTo>
                <a:lnTo>
                  <a:pt x="17673" y="4985"/>
                </a:lnTo>
                <a:lnTo>
                  <a:pt x="16375" y="4985"/>
                </a:lnTo>
                <a:lnTo>
                  <a:pt x="15069" y="4985"/>
                </a:lnTo>
                <a:lnTo>
                  <a:pt x="13745" y="4985"/>
                </a:lnTo>
                <a:lnTo>
                  <a:pt x="13745" y="3998"/>
                </a:lnTo>
                <a:lnTo>
                  <a:pt x="13745" y="3007"/>
                </a:lnTo>
                <a:lnTo>
                  <a:pt x="13745" y="2014"/>
                </a:lnTo>
                <a:lnTo>
                  <a:pt x="13745" y="1012"/>
                </a:lnTo>
                <a:lnTo>
                  <a:pt x="13745" y="0"/>
                </a:lnTo>
                <a:close/>
              </a:path>
            </a:pathLst>
          </a:custGeom>
          <a:solidFill>
            <a:srgbClr val="75659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2" name="contour_06700"/>
          <p:cNvSpPr/>
          <p:nvPr/>
        </p:nvSpPr>
        <p:spPr>
          <a:xfrm>
            <a:off x="10053227" y="5501238"/>
            <a:ext cx="58304" cy="522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494"/>
                </a:moveTo>
                <a:lnTo>
                  <a:pt x="7212" y="268"/>
                </a:lnTo>
                <a:lnTo>
                  <a:pt x="9013" y="115"/>
                </a:lnTo>
                <a:lnTo>
                  <a:pt x="10808" y="27"/>
                </a:lnTo>
                <a:lnTo>
                  <a:pt x="12598" y="0"/>
                </a:lnTo>
                <a:lnTo>
                  <a:pt x="14388" y="24"/>
                </a:lnTo>
                <a:lnTo>
                  <a:pt x="16181" y="93"/>
                </a:lnTo>
                <a:lnTo>
                  <a:pt x="17977" y="199"/>
                </a:lnTo>
                <a:lnTo>
                  <a:pt x="19783" y="335"/>
                </a:lnTo>
                <a:lnTo>
                  <a:pt x="21600" y="494"/>
                </a:lnTo>
                <a:lnTo>
                  <a:pt x="20930" y="2364"/>
                </a:lnTo>
                <a:lnTo>
                  <a:pt x="20250" y="4263"/>
                </a:lnTo>
                <a:lnTo>
                  <a:pt x="19783" y="6271"/>
                </a:lnTo>
                <a:lnTo>
                  <a:pt x="19421" y="8201"/>
                </a:lnTo>
                <a:lnTo>
                  <a:pt x="19157" y="10079"/>
                </a:lnTo>
                <a:lnTo>
                  <a:pt x="18973" y="11931"/>
                </a:lnTo>
                <a:lnTo>
                  <a:pt x="18862" y="13776"/>
                </a:lnTo>
                <a:lnTo>
                  <a:pt x="18811" y="15639"/>
                </a:lnTo>
                <a:lnTo>
                  <a:pt x="18808" y="17551"/>
                </a:lnTo>
                <a:lnTo>
                  <a:pt x="18843" y="19529"/>
                </a:lnTo>
                <a:lnTo>
                  <a:pt x="18900" y="21600"/>
                </a:lnTo>
                <a:lnTo>
                  <a:pt x="17029" y="21600"/>
                </a:lnTo>
                <a:lnTo>
                  <a:pt x="15155" y="21600"/>
                </a:lnTo>
                <a:lnTo>
                  <a:pt x="13281" y="21600"/>
                </a:lnTo>
                <a:lnTo>
                  <a:pt x="11405" y="21600"/>
                </a:lnTo>
                <a:lnTo>
                  <a:pt x="9520" y="21600"/>
                </a:lnTo>
                <a:lnTo>
                  <a:pt x="7633" y="21600"/>
                </a:lnTo>
                <a:lnTo>
                  <a:pt x="5738" y="21600"/>
                </a:lnTo>
                <a:lnTo>
                  <a:pt x="3834" y="21600"/>
                </a:lnTo>
                <a:lnTo>
                  <a:pt x="1922" y="21600"/>
                </a:lnTo>
                <a:lnTo>
                  <a:pt x="0" y="21600"/>
                </a:lnTo>
                <a:lnTo>
                  <a:pt x="383" y="19839"/>
                </a:lnTo>
                <a:lnTo>
                  <a:pt x="770" y="18084"/>
                </a:lnTo>
                <a:lnTo>
                  <a:pt x="1164" y="16327"/>
                </a:lnTo>
                <a:lnTo>
                  <a:pt x="1566" y="14575"/>
                </a:lnTo>
                <a:lnTo>
                  <a:pt x="1982" y="12826"/>
                </a:lnTo>
                <a:lnTo>
                  <a:pt x="2336" y="11180"/>
                </a:lnTo>
                <a:lnTo>
                  <a:pt x="2578" y="9911"/>
                </a:lnTo>
                <a:lnTo>
                  <a:pt x="2765" y="8611"/>
                </a:lnTo>
                <a:lnTo>
                  <a:pt x="2954" y="6865"/>
                </a:lnTo>
                <a:lnTo>
                  <a:pt x="3208" y="4263"/>
                </a:lnTo>
                <a:lnTo>
                  <a:pt x="3931" y="3018"/>
                </a:lnTo>
                <a:lnTo>
                  <a:pt x="4660" y="1764"/>
                </a:lnTo>
                <a:lnTo>
                  <a:pt x="5400" y="494"/>
                </a:lnTo>
                <a:close/>
              </a:path>
            </a:pathLst>
          </a:custGeom>
          <a:solidFill>
            <a:srgbClr val="D8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3" name="contour_06701"/>
          <p:cNvSpPr/>
          <p:nvPr/>
        </p:nvSpPr>
        <p:spPr>
          <a:xfrm>
            <a:off x="4609600" y="5501012"/>
            <a:ext cx="45360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64" y="0"/>
                </a:moveTo>
                <a:lnTo>
                  <a:pt x="8548" y="51"/>
                </a:lnTo>
                <a:lnTo>
                  <a:pt x="12122" y="210"/>
                </a:lnTo>
                <a:lnTo>
                  <a:pt x="13316" y="249"/>
                </a:lnTo>
                <a:lnTo>
                  <a:pt x="16908" y="375"/>
                </a:lnTo>
                <a:lnTo>
                  <a:pt x="18733" y="477"/>
                </a:lnTo>
                <a:lnTo>
                  <a:pt x="20583" y="585"/>
                </a:lnTo>
                <a:lnTo>
                  <a:pt x="20899" y="2633"/>
                </a:lnTo>
                <a:lnTo>
                  <a:pt x="21177" y="4650"/>
                </a:lnTo>
                <a:lnTo>
                  <a:pt x="21395" y="6647"/>
                </a:lnTo>
                <a:lnTo>
                  <a:pt x="21541" y="8631"/>
                </a:lnTo>
                <a:lnTo>
                  <a:pt x="21600" y="10606"/>
                </a:lnTo>
                <a:lnTo>
                  <a:pt x="21548" y="12582"/>
                </a:lnTo>
                <a:lnTo>
                  <a:pt x="21374" y="14569"/>
                </a:lnTo>
                <a:lnTo>
                  <a:pt x="21059" y="16572"/>
                </a:lnTo>
                <a:lnTo>
                  <a:pt x="20583" y="18598"/>
                </a:lnTo>
                <a:lnTo>
                  <a:pt x="18490" y="19502"/>
                </a:lnTo>
                <a:lnTo>
                  <a:pt x="16401" y="20201"/>
                </a:lnTo>
                <a:lnTo>
                  <a:pt x="14305" y="20726"/>
                </a:lnTo>
                <a:lnTo>
                  <a:pt x="12185" y="21099"/>
                </a:lnTo>
                <a:lnTo>
                  <a:pt x="10033" y="21345"/>
                </a:lnTo>
                <a:lnTo>
                  <a:pt x="7833" y="21495"/>
                </a:lnTo>
                <a:lnTo>
                  <a:pt x="5570" y="21570"/>
                </a:lnTo>
                <a:lnTo>
                  <a:pt x="3231" y="21600"/>
                </a:lnTo>
                <a:lnTo>
                  <a:pt x="2728" y="19820"/>
                </a:lnTo>
                <a:lnTo>
                  <a:pt x="2235" y="18040"/>
                </a:lnTo>
                <a:lnTo>
                  <a:pt x="1753" y="16253"/>
                </a:lnTo>
                <a:lnTo>
                  <a:pt x="1277" y="14470"/>
                </a:lnTo>
                <a:lnTo>
                  <a:pt x="736" y="12480"/>
                </a:lnTo>
                <a:lnTo>
                  <a:pt x="180" y="10459"/>
                </a:lnTo>
                <a:lnTo>
                  <a:pt x="0" y="7748"/>
                </a:lnTo>
                <a:lnTo>
                  <a:pt x="177" y="5404"/>
                </a:lnTo>
                <a:lnTo>
                  <a:pt x="857" y="3443"/>
                </a:lnTo>
                <a:lnTo>
                  <a:pt x="2186" y="1876"/>
                </a:lnTo>
                <a:lnTo>
                  <a:pt x="4310" y="724"/>
                </a:lnTo>
                <a:lnTo>
                  <a:pt x="7364" y="0"/>
                </a:lnTo>
                <a:close/>
              </a:path>
            </a:pathLst>
          </a:custGeom>
          <a:solidFill>
            <a:srgbClr val="C3AFDE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4" name="contour_06702"/>
          <p:cNvSpPr/>
          <p:nvPr/>
        </p:nvSpPr>
        <p:spPr>
          <a:xfrm>
            <a:off x="10161483" y="5487858"/>
            <a:ext cx="812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97" y="0"/>
                </a:moveTo>
                <a:lnTo>
                  <a:pt x="6097" y="1782"/>
                </a:lnTo>
                <a:lnTo>
                  <a:pt x="6097" y="3567"/>
                </a:lnTo>
                <a:lnTo>
                  <a:pt x="6097" y="5351"/>
                </a:lnTo>
                <a:lnTo>
                  <a:pt x="6097" y="7141"/>
                </a:lnTo>
                <a:lnTo>
                  <a:pt x="6097" y="8937"/>
                </a:lnTo>
                <a:lnTo>
                  <a:pt x="6097" y="10741"/>
                </a:lnTo>
                <a:lnTo>
                  <a:pt x="6097" y="12550"/>
                </a:lnTo>
                <a:lnTo>
                  <a:pt x="6097" y="14369"/>
                </a:lnTo>
                <a:lnTo>
                  <a:pt x="6097" y="16200"/>
                </a:lnTo>
                <a:lnTo>
                  <a:pt x="7376" y="16200"/>
                </a:lnTo>
                <a:lnTo>
                  <a:pt x="8655" y="16200"/>
                </a:lnTo>
                <a:lnTo>
                  <a:pt x="9936" y="16200"/>
                </a:lnTo>
                <a:lnTo>
                  <a:pt x="11219" y="16200"/>
                </a:lnTo>
                <a:lnTo>
                  <a:pt x="12503" y="16200"/>
                </a:lnTo>
                <a:lnTo>
                  <a:pt x="13790" y="16200"/>
                </a:lnTo>
                <a:lnTo>
                  <a:pt x="15081" y="16200"/>
                </a:lnTo>
                <a:lnTo>
                  <a:pt x="16375" y="16200"/>
                </a:lnTo>
                <a:lnTo>
                  <a:pt x="17674" y="16200"/>
                </a:lnTo>
                <a:lnTo>
                  <a:pt x="18976" y="16200"/>
                </a:lnTo>
                <a:lnTo>
                  <a:pt x="20286" y="16200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20280" y="21600"/>
                </a:lnTo>
                <a:lnTo>
                  <a:pt x="18962" y="21600"/>
                </a:lnTo>
                <a:lnTo>
                  <a:pt x="17641" y="21600"/>
                </a:lnTo>
                <a:lnTo>
                  <a:pt x="16321" y="21600"/>
                </a:lnTo>
                <a:lnTo>
                  <a:pt x="14999" y="21600"/>
                </a:lnTo>
                <a:lnTo>
                  <a:pt x="13674" y="21600"/>
                </a:lnTo>
                <a:lnTo>
                  <a:pt x="12348" y="21600"/>
                </a:lnTo>
                <a:lnTo>
                  <a:pt x="11021" y="21600"/>
                </a:lnTo>
                <a:lnTo>
                  <a:pt x="9692" y="21600"/>
                </a:lnTo>
                <a:lnTo>
                  <a:pt x="8358" y="21600"/>
                </a:lnTo>
                <a:lnTo>
                  <a:pt x="7021" y="21600"/>
                </a:lnTo>
                <a:lnTo>
                  <a:pt x="5682" y="21600"/>
                </a:lnTo>
                <a:lnTo>
                  <a:pt x="4339" y="21600"/>
                </a:lnTo>
                <a:lnTo>
                  <a:pt x="2992" y="21600"/>
                </a:lnTo>
                <a:lnTo>
                  <a:pt x="1639" y="21600"/>
                </a:lnTo>
                <a:lnTo>
                  <a:pt x="283" y="21600"/>
                </a:lnTo>
                <a:lnTo>
                  <a:pt x="180" y="17666"/>
                </a:lnTo>
                <a:lnTo>
                  <a:pt x="101" y="14488"/>
                </a:lnTo>
                <a:lnTo>
                  <a:pt x="45" y="11953"/>
                </a:lnTo>
                <a:lnTo>
                  <a:pt x="12" y="9949"/>
                </a:lnTo>
                <a:lnTo>
                  <a:pt x="0" y="8362"/>
                </a:lnTo>
                <a:lnTo>
                  <a:pt x="12" y="7077"/>
                </a:lnTo>
                <a:lnTo>
                  <a:pt x="45" y="5981"/>
                </a:lnTo>
                <a:lnTo>
                  <a:pt x="101" y="4963"/>
                </a:lnTo>
                <a:lnTo>
                  <a:pt x="180" y="3907"/>
                </a:lnTo>
                <a:lnTo>
                  <a:pt x="283" y="2700"/>
                </a:lnTo>
                <a:lnTo>
                  <a:pt x="1438" y="1569"/>
                </a:lnTo>
                <a:lnTo>
                  <a:pt x="2479" y="791"/>
                </a:lnTo>
                <a:lnTo>
                  <a:pt x="3527" y="313"/>
                </a:lnTo>
                <a:lnTo>
                  <a:pt x="4694" y="67"/>
                </a:lnTo>
                <a:lnTo>
                  <a:pt x="6097" y="0"/>
                </a:lnTo>
                <a:close/>
              </a:path>
            </a:pathLst>
          </a:custGeom>
          <a:solidFill>
            <a:srgbClr val="53514E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5" name="contour_06703"/>
          <p:cNvSpPr/>
          <p:nvPr/>
        </p:nvSpPr>
        <p:spPr>
          <a:xfrm>
            <a:off x="10315595" y="5451418"/>
            <a:ext cx="5170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24" y="0"/>
                </a:moveTo>
                <a:lnTo>
                  <a:pt x="16409" y="1309"/>
                </a:lnTo>
                <a:lnTo>
                  <a:pt x="17450" y="2646"/>
                </a:lnTo>
                <a:lnTo>
                  <a:pt x="18354" y="4005"/>
                </a:lnTo>
                <a:lnTo>
                  <a:pt x="19131" y="5387"/>
                </a:lnTo>
                <a:lnTo>
                  <a:pt x="19785" y="6791"/>
                </a:lnTo>
                <a:lnTo>
                  <a:pt x="20324" y="8212"/>
                </a:lnTo>
                <a:lnTo>
                  <a:pt x="20760" y="9653"/>
                </a:lnTo>
                <a:lnTo>
                  <a:pt x="21095" y="11109"/>
                </a:lnTo>
                <a:lnTo>
                  <a:pt x="21338" y="12578"/>
                </a:lnTo>
                <a:lnTo>
                  <a:pt x="21500" y="14059"/>
                </a:lnTo>
                <a:lnTo>
                  <a:pt x="21585" y="15554"/>
                </a:lnTo>
                <a:lnTo>
                  <a:pt x="21600" y="17055"/>
                </a:lnTo>
                <a:lnTo>
                  <a:pt x="21557" y="18565"/>
                </a:lnTo>
                <a:lnTo>
                  <a:pt x="21457" y="20082"/>
                </a:lnTo>
                <a:lnTo>
                  <a:pt x="21314" y="21600"/>
                </a:lnTo>
                <a:lnTo>
                  <a:pt x="21189" y="20529"/>
                </a:lnTo>
                <a:lnTo>
                  <a:pt x="21061" y="19453"/>
                </a:lnTo>
                <a:lnTo>
                  <a:pt x="20933" y="18360"/>
                </a:lnTo>
                <a:lnTo>
                  <a:pt x="20053" y="17289"/>
                </a:lnTo>
                <a:lnTo>
                  <a:pt x="19167" y="16213"/>
                </a:lnTo>
                <a:lnTo>
                  <a:pt x="18269" y="15120"/>
                </a:lnTo>
                <a:lnTo>
                  <a:pt x="16229" y="14945"/>
                </a:lnTo>
                <a:lnTo>
                  <a:pt x="14198" y="14828"/>
                </a:lnTo>
                <a:lnTo>
                  <a:pt x="12173" y="14764"/>
                </a:lnTo>
                <a:lnTo>
                  <a:pt x="10154" y="14746"/>
                </a:lnTo>
                <a:lnTo>
                  <a:pt x="8133" y="14768"/>
                </a:lnTo>
                <a:lnTo>
                  <a:pt x="6111" y="14822"/>
                </a:lnTo>
                <a:lnTo>
                  <a:pt x="4083" y="14904"/>
                </a:lnTo>
                <a:lnTo>
                  <a:pt x="2049" y="15006"/>
                </a:lnTo>
                <a:lnTo>
                  <a:pt x="0" y="15120"/>
                </a:lnTo>
                <a:lnTo>
                  <a:pt x="545" y="12472"/>
                </a:lnTo>
                <a:lnTo>
                  <a:pt x="1005" y="10327"/>
                </a:lnTo>
                <a:lnTo>
                  <a:pt x="1416" y="8605"/>
                </a:lnTo>
                <a:lnTo>
                  <a:pt x="1815" y="7223"/>
                </a:lnTo>
                <a:lnTo>
                  <a:pt x="2235" y="6098"/>
                </a:lnTo>
                <a:lnTo>
                  <a:pt x="2710" y="5149"/>
                </a:lnTo>
                <a:lnTo>
                  <a:pt x="3279" y="4296"/>
                </a:lnTo>
                <a:lnTo>
                  <a:pt x="3980" y="3456"/>
                </a:lnTo>
                <a:lnTo>
                  <a:pt x="4841" y="2547"/>
                </a:lnTo>
                <a:lnTo>
                  <a:pt x="5901" y="1486"/>
                </a:lnTo>
                <a:lnTo>
                  <a:pt x="7527" y="760"/>
                </a:lnTo>
                <a:lnTo>
                  <a:pt x="8827" y="322"/>
                </a:lnTo>
                <a:lnTo>
                  <a:pt x="10243" y="95"/>
                </a:lnTo>
                <a:lnTo>
                  <a:pt x="12228" y="13"/>
                </a:lnTo>
                <a:lnTo>
                  <a:pt x="15224" y="0"/>
                </a:lnTo>
                <a:close/>
              </a:path>
            </a:pathLst>
          </a:custGeom>
          <a:solidFill>
            <a:srgbClr val="CED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6" name="contour_06704"/>
          <p:cNvSpPr/>
          <p:nvPr/>
        </p:nvSpPr>
        <p:spPr>
          <a:xfrm>
            <a:off x="1851584" y="5487858"/>
            <a:ext cx="46381" cy="656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06" y="0"/>
                </a:moveTo>
                <a:lnTo>
                  <a:pt x="18780" y="1679"/>
                </a:lnTo>
                <a:lnTo>
                  <a:pt x="19326" y="3347"/>
                </a:lnTo>
                <a:lnTo>
                  <a:pt x="19832" y="5009"/>
                </a:lnTo>
                <a:lnTo>
                  <a:pt x="20293" y="6667"/>
                </a:lnTo>
                <a:lnTo>
                  <a:pt x="20701" y="8327"/>
                </a:lnTo>
                <a:lnTo>
                  <a:pt x="21040" y="9992"/>
                </a:lnTo>
                <a:lnTo>
                  <a:pt x="21312" y="11668"/>
                </a:lnTo>
                <a:lnTo>
                  <a:pt x="21498" y="13357"/>
                </a:lnTo>
                <a:lnTo>
                  <a:pt x="21600" y="15063"/>
                </a:lnTo>
                <a:lnTo>
                  <a:pt x="21600" y="16793"/>
                </a:lnTo>
                <a:lnTo>
                  <a:pt x="19866" y="18218"/>
                </a:lnTo>
                <a:lnTo>
                  <a:pt x="18145" y="19292"/>
                </a:lnTo>
                <a:lnTo>
                  <a:pt x="16309" y="20137"/>
                </a:lnTo>
                <a:lnTo>
                  <a:pt x="14225" y="20868"/>
                </a:lnTo>
                <a:lnTo>
                  <a:pt x="11774" y="21600"/>
                </a:lnTo>
                <a:lnTo>
                  <a:pt x="9548" y="21564"/>
                </a:lnTo>
                <a:lnTo>
                  <a:pt x="8020" y="21358"/>
                </a:lnTo>
                <a:lnTo>
                  <a:pt x="6490" y="20801"/>
                </a:lnTo>
                <a:lnTo>
                  <a:pt x="4246" y="19717"/>
                </a:lnTo>
                <a:lnTo>
                  <a:pt x="2851" y="18206"/>
                </a:lnTo>
                <a:lnTo>
                  <a:pt x="1792" y="16718"/>
                </a:lnTo>
                <a:lnTo>
                  <a:pt x="1025" y="15243"/>
                </a:lnTo>
                <a:lnTo>
                  <a:pt x="506" y="13758"/>
                </a:lnTo>
                <a:lnTo>
                  <a:pt x="190" y="12247"/>
                </a:lnTo>
                <a:lnTo>
                  <a:pt x="37" y="10692"/>
                </a:lnTo>
                <a:lnTo>
                  <a:pt x="0" y="9078"/>
                </a:lnTo>
                <a:lnTo>
                  <a:pt x="41" y="7384"/>
                </a:lnTo>
                <a:lnTo>
                  <a:pt x="109" y="5594"/>
                </a:lnTo>
                <a:lnTo>
                  <a:pt x="804" y="3723"/>
                </a:lnTo>
                <a:lnTo>
                  <a:pt x="1459" y="2615"/>
                </a:lnTo>
                <a:lnTo>
                  <a:pt x="2454" y="1828"/>
                </a:lnTo>
                <a:lnTo>
                  <a:pt x="4165" y="928"/>
                </a:lnTo>
                <a:lnTo>
                  <a:pt x="6520" y="576"/>
                </a:lnTo>
                <a:lnTo>
                  <a:pt x="8838" y="324"/>
                </a:lnTo>
                <a:lnTo>
                  <a:pt x="11143" y="156"/>
                </a:lnTo>
                <a:lnTo>
                  <a:pt x="13458" y="58"/>
                </a:lnTo>
                <a:lnTo>
                  <a:pt x="15803" y="12"/>
                </a:lnTo>
                <a:lnTo>
                  <a:pt x="18206" y="0"/>
                </a:lnTo>
                <a:close/>
              </a:path>
            </a:pathLst>
          </a:custGeom>
          <a:solidFill>
            <a:srgbClr val="DED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7" name="contour_06705"/>
          <p:cNvSpPr/>
          <p:nvPr/>
        </p:nvSpPr>
        <p:spPr>
          <a:xfrm>
            <a:off x="4869045" y="5436842"/>
            <a:ext cx="6072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1" y="0"/>
                </a:moveTo>
                <a:lnTo>
                  <a:pt x="2929" y="605"/>
                </a:lnTo>
                <a:lnTo>
                  <a:pt x="4869" y="1234"/>
                </a:lnTo>
                <a:lnTo>
                  <a:pt x="6686" y="1901"/>
                </a:lnTo>
                <a:lnTo>
                  <a:pt x="8394" y="2611"/>
                </a:lnTo>
                <a:lnTo>
                  <a:pt x="10002" y="3379"/>
                </a:lnTo>
                <a:lnTo>
                  <a:pt x="11521" y="4212"/>
                </a:lnTo>
                <a:lnTo>
                  <a:pt x="12957" y="5119"/>
                </a:lnTo>
                <a:lnTo>
                  <a:pt x="14323" y="6113"/>
                </a:lnTo>
                <a:lnTo>
                  <a:pt x="15630" y="7200"/>
                </a:lnTo>
                <a:lnTo>
                  <a:pt x="16887" y="8390"/>
                </a:lnTo>
                <a:lnTo>
                  <a:pt x="18100" y="9698"/>
                </a:lnTo>
                <a:lnTo>
                  <a:pt x="19285" y="11129"/>
                </a:lnTo>
                <a:lnTo>
                  <a:pt x="20449" y="12691"/>
                </a:lnTo>
                <a:lnTo>
                  <a:pt x="21600" y="14400"/>
                </a:lnTo>
                <a:lnTo>
                  <a:pt x="19886" y="14400"/>
                </a:lnTo>
                <a:lnTo>
                  <a:pt x="18162" y="14400"/>
                </a:lnTo>
                <a:lnTo>
                  <a:pt x="16415" y="14400"/>
                </a:lnTo>
                <a:lnTo>
                  <a:pt x="15617" y="16186"/>
                </a:lnTo>
                <a:lnTo>
                  <a:pt x="15083" y="17453"/>
                </a:lnTo>
                <a:lnTo>
                  <a:pt x="14689" y="18547"/>
                </a:lnTo>
                <a:lnTo>
                  <a:pt x="14310" y="19814"/>
                </a:lnTo>
                <a:lnTo>
                  <a:pt x="13823" y="21600"/>
                </a:lnTo>
                <a:lnTo>
                  <a:pt x="10746" y="19776"/>
                </a:lnTo>
                <a:lnTo>
                  <a:pt x="8221" y="18257"/>
                </a:lnTo>
                <a:lnTo>
                  <a:pt x="6183" y="16982"/>
                </a:lnTo>
                <a:lnTo>
                  <a:pt x="4573" y="15898"/>
                </a:lnTo>
                <a:lnTo>
                  <a:pt x="3326" y="14942"/>
                </a:lnTo>
                <a:lnTo>
                  <a:pt x="2380" y="14059"/>
                </a:lnTo>
                <a:lnTo>
                  <a:pt x="1675" y="13190"/>
                </a:lnTo>
                <a:lnTo>
                  <a:pt x="1146" y="12278"/>
                </a:lnTo>
                <a:lnTo>
                  <a:pt x="731" y="11263"/>
                </a:lnTo>
                <a:lnTo>
                  <a:pt x="371" y="10085"/>
                </a:lnTo>
                <a:lnTo>
                  <a:pt x="0" y="8690"/>
                </a:lnTo>
                <a:lnTo>
                  <a:pt x="39" y="7217"/>
                </a:lnTo>
                <a:lnTo>
                  <a:pt x="114" y="5765"/>
                </a:lnTo>
                <a:lnTo>
                  <a:pt x="228" y="4327"/>
                </a:lnTo>
                <a:lnTo>
                  <a:pt x="389" y="2892"/>
                </a:lnTo>
                <a:lnTo>
                  <a:pt x="599" y="1454"/>
                </a:lnTo>
                <a:lnTo>
                  <a:pt x="861" y="0"/>
                </a:lnTo>
                <a:close/>
              </a:path>
            </a:pathLst>
          </a:custGeom>
          <a:solidFill>
            <a:srgbClr val="98858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8" name="contour_06706"/>
          <p:cNvSpPr/>
          <p:nvPr/>
        </p:nvSpPr>
        <p:spPr>
          <a:xfrm>
            <a:off x="8595629" y="5422812"/>
            <a:ext cx="54274" cy="577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60" y="221"/>
                </a:moveTo>
                <a:lnTo>
                  <a:pt x="13699" y="978"/>
                </a:lnTo>
                <a:lnTo>
                  <a:pt x="15489" y="1783"/>
                </a:lnTo>
                <a:lnTo>
                  <a:pt x="17125" y="2715"/>
                </a:lnTo>
                <a:lnTo>
                  <a:pt x="18700" y="3843"/>
                </a:lnTo>
                <a:lnTo>
                  <a:pt x="20303" y="5247"/>
                </a:lnTo>
                <a:lnTo>
                  <a:pt x="20930" y="7277"/>
                </a:lnTo>
                <a:lnTo>
                  <a:pt x="21362" y="9226"/>
                </a:lnTo>
                <a:lnTo>
                  <a:pt x="21585" y="11128"/>
                </a:lnTo>
                <a:lnTo>
                  <a:pt x="21600" y="13012"/>
                </a:lnTo>
                <a:lnTo>
                  <a:pt x="21397" y="14909"/>
                </a:lnTo>
                <a:lnTo>
                  <a:pt x="20965" y="16852"/>
                </a:lnTo>
                <a:lnTo>
                  <a:pt x="20303" y="18874"/>
                </a:lnTo>
                <a:lnTo>
                  <a:pt x="18479" y="19951"/>
                </a:lnTo>
                <a:lnTo>
                  <a:pt x="16658" y="20711"/>
                </a:lnTo>
                <a:lnTo>
                  <a:pt x="14801" y="21205"/>
                </a:lnTo>
                <a:lnTo>
                  <a:pt x="12878" y="21483"/>
                </a:lnTo>
                <a:lnTo>
                  <a:pt x="10857" y="21597"/>
                </a:lnTo>
                <a:lnTo>
                  <a:pt x="8701" y="21600"/>
                </a:lnTo>
                <a:lnTo>
                  <a:pt x="6195" y="21006"/>
                </a:lnTo>
                <a:lnTo>
                  <a:pt x="4490" y="20567"/>
                </a:lnTo>
                <a:lnTo>
                  <a:pt x="3167" y="20153"/>
                </a:lnTo>
                <a:lnTo>
                  <a:pt x="1810" y="19632"/>
                </a:lnTo>
                <a:lnTo>
                  <a:pt x="0" y="18874"/>
                </a:lnTo>
                <a:lnTo>
                  <a:pt x="290" y="17005"/>
                </a:lnTo>
                <a:lnTo>
                  <a:pt x="598" y="15170"/>
                </a:lnTo>
                <a:lnTo>
                  <a:pt x="928" y="13363"/>
                </a:lnTo>
                <a:lnTo>
                  <a:pt x="1302" y="11586"/>
                </a:lnTo>
                <a:lnTo>
                  <a:pt x="1734" y="9834"/>
                </a:lnTo>
                <a:lnTo>
                  <a:pt x="2236" y="8103"/>
                </a:lnTo>
                <a:lnTo>
                  <a:pt x="2825" y="6389"/>
                </a:lnTo>
                <a:lnTo>
                  <a:pt x="3515" y="4691"/>
                </a:lnTo>
                <a:lnTo>
                  <a:pt x="4322" y="3006"/>
                </a:lnTo>
                <a:lnTo>
                  <a:pt x="5259" y="1327"/>
                </a:lnTo>
                <a:lnTo>
                  <a:pt x="7295" y="450"/>
                </a:lnTo>
                <a:lnTo>
                  <a:pt x="8641" y="41"/>
                </a:lnTo>
                <a:lnTo>
                  <a:pt x="9894" y="0"/>
                </a:lnTo>
                <a:lnTo>
                  <a:pt x="11660" y="221"/>
                </a:lnTo>
                <a:close/>
              </a:path>
            </a:pathLst>
          </a:custGeom>
          <a:solidFill>
            <a:srgbClr val="D3D9E0"/>
          </a:solidFill>
          <a:ln>
            <a:noFill/>
          </a:ln>
        </p:spPr>
        <p:txBody>
          <a:bodyPr/>
          <a:lstStyle/>
          <a:p/>
        </p:txBody>
      </p:sp>
      <p:sp>
        <p:nvSpPr>
          <p:cNvPr id="6709" name="contour_06707"/>
          <p:cNvSpPr/>
          <p:nvPr/>
        </p:nvSpPr>
        <p:spPr>
          <a:xfrm>
            <a:off x="2029148" y="5407690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564" y="1019"/>
                </a:lnTo>
                <a:lnTo>
                  <a:pt x="12328" y="2038"/>
                </a:lnTo>
                <a:lnTo>
                  <a:pt x="13095" y="3060"/>
                </a:lnTo>
                <a:lnTo>
                  <a:pt x="13864" y="4086"/>
                </a:lnTo>
                <a:lnTo>
                  <a:pt x="14639" y="5117"/>
                </a:lnTo>
                <a:lnTo>
                  <a:pt x="15417" y="6154"/>
                </a:lnTo>
                <a:lnTo>
                  <a:pt x="16200" y="7200"/>
                </a:lnTo>
                <a:lnTo>
                  <a:pt x="17537" y="7646"/>
                </a:lnTo>
                <a:lnTo>
                  <a:pt x="18881" y="8093"/>
                </a:lnTo>
                <a:lnTo>
                  <a:pt x="20231" y="8545"/>
                </a:lnTo>
                <a:lnTo>
                  <a:pt x="21600" y="9000"/>
                </a:lnTo>
                <a:lnTo>
                  <a:pt x="19815" y="9000"/>
                </a:lnTo>
                <a:lnTo>
                  <a:pt x="18020" y="9000"/>
                </a:lnTo>
                <a:lnTo>
                  <a:pt x="16200" y="9000"/>
                </a:lnTo>
                <a:lnTo>
                  <a:pt x="15657" y="10103"/>
                </a:lnTo>
                <a:lnTo>
                  <a:pt x="15336" y="10915"/>
                </a:lnTo>
                <a:lnTo>
                  <a:pt x="15109" y="11839"/>
                </a:lnTo>
                <a:lnTo>
                  <a:pt x="14850" y="13275"/>
                </a:lnTo>
                <a:lnTo>
                  <a:pt x="14491" y="14666"/>
                </a:lnTo>
                <a:lnTo>
                  <a:pt x="14110" y="15894"/>
                </a:lnTo>
                <a:lnTo>
                  <a:pt x="13646" y="17024"/>
                </a:lnTo>
                <a:lnTo>
                  <a:pt x="13036" y="18121"/>
                </a:lnTo>
                <a:lnTo>
                  <a:pt x="12220" y="19249"/>
                </a:lnTo>
                <a:lnTo>
                  <a:pt x="11138" y="20475"/>
                </a:lnTo>
                <a:lnTo>
                  <a:pt x="9631" y="21033"/>
                </a:lnTo>
                <a:lnTo>
                  <a:pt x="8100" y="21600"/>
                </a:lnTo>
                <a:lnTo>
                  <a:pt x="6496" y="21244"/>
                </a:lnTo>
                <a:lnTo>
                  <a:pt x="4887" y="20885"/>
                </a:lnTo>
                <a:lnTo>
                  <a:pt x="3272" y="20527"/>
                </a:lnTo>
                <a:lnTo>
                  <a:pt x="1644" y="20165"/>
                </a:lnTo>
                <a:lnTo>
                  <a:pt x="0" y="19800"/>
                </a:lnTo>
                <a:lnTo>
                  <a:pt x="629" y="18646"/>
                </a:lnTo>
                <a:lnTo>
                  <a:pt x="1258" y="17494"/>
                </a:lnTo>
                <a:lnTo>
                  <a:pt x="1887" y="16340"/>
                </a:lnTo>
                <a:lnTo>
                  <a:pt x="2516" y="15185"/>
                </a:lnTo>
                <a:lnTo>
                  <a:pt x="3148" y="14029"/>
                </a:lnTo>
                <a:lnTo>
                  <a:pt x="3777" y="12874"/>
                </a:lnTo>
                <a:lnTo>
                  <a:pt x="4409" y="11714"/>
                </a:lnTo>
                <a:lnTo>
                  <a:pt x="5044" y="10555"/>
                </a:lnTo>
                <a:lnTo>
                  <a:pt x="5675" y="9392"/>
                </a:lnTo>
                <a:lnTo>
                  <a:pt x="6313" y="8230"/>
                </a:lnTo>
                <a:lnTo>
                  <a:pt x="6947" y="7063"/>
                </a:lnTo>
                <a:lnTo>
                  <a:pt x="7584" y="5893"/>
                </a:lnTo>
                <a:lnTo>
                  <a:pt x="8224" y="4721"/>
                </a:lnTo>
                <a:lnTo>
                  <a:pt x="8867" y="3546"/>
                </a:lnTo>
                <a:lnTo>
                  <a:pt x="9509" y="2369"/>
                </a:lnTo>
                <a:lnTo>
                  <a:pt x="10152" y="1186"/>
                </a:lnTo>
                <a:lnTo>
                  <a:pt x="10800" y="0"/>
                </a:lnTo>
                <a:close/>
              </a:path>
            </a:pathLst>
          </a:custGeom>
          <a:solidFill>
            <a:srgbClr val="8D764E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0" name="contour_06708"/>
          <p:cNvSpPr/>
          <p:nvPr/>
        </p:nvSpPr>
        <p:spPr>
          <a:xfrm>
            <a:off x="11590993" y="5400402"/>
            <a:ext cx="9616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7" y="0"/>
                </a:moveTo>
                <a:lnTo>
                  <a:pt x="19089" y="0"/>
                </a:lnTo>
                <a:lnTo>
                  <a:pt x="20177" y="0"/>
                </a:lnTo>
                <a:lnTo>
                  <a:pt x="21281" y="0"/>
                </a:lnTo>
                <a:lnTo>
                  <a:pt x="21332" y="1620"/>
                </a:lnTo>
                <a:lnTo>
                  <a:pt x="21376" y="3240"/>
                </a:lnTo>
                <a:lnTo>
                  <a:pt x="21417" y="4860"/>
                </a:lnTo>
                <a:lnTo>
                  <a:pt x="21453" y="6480"/>
                </a:lnTo>
                <a:lnTo>
                  <a:pt x="21485" y="8100"/>
                </a:lnTo>
                <a:lnTo>
                  <a:pt x="21523" y="9605"/>
                </a:lnTo>
                <a:lnTo>
                  <a:pt x="21561" y="11119"/>
                </a:lnTo>
                <a:lnTo>
                  <a:pt x="21600" y="12655"/>
                </a:lnTo>
                <a:lnTo>
                  <a:pt x="21431" y="14702"/>
                </a:lnTo>
                <a:lnTo>
                  <a:pt x="21245" y="16092"/>
                </a:lnTo>
                <a:lnTo>
                  <a:pt x="20945" y="17172"/>
                </a:lnTo>
                <a:lnTo>
                  <a:pt x="20438" y="18274"/>
                </a:lnTo>
                <a:lnTo>
                  <a:pt x="19631" y="19745"/>
                </a:lnTo>
                <a:lnTo>
                  <a:pt x="18825" y="20666"/>
                </a:lnTo>
                <a:lnTo>
                  <a:pt x="18007" y="21600"/>
                </a:lnTo>
                <a:lnTo>
                  <a:pt x="18007" y="20014"/>
                </a:lnTo>
                <a:lnTo>
                  <a:pt x="18007" y="18418"/>
                </a:lnTo>
                <a:lnTo>
                  <a:pt x="18007" y="16800"/>
                </a:lnTo>
                <a:lnTo>
                  <a:pt x="17015" y="16243"/>
                </a:lnTo>
                <a:lnTo>
                  <a:pt x="16275" y="15910"/>
                </a:lnTo>
                <a:lnTo>
                  <a:pt x="15415" y="15662"/>
                </a:lnTo>
                <a:lnTo>
                  <a:pt x="14068" y="15365"/>
                </a:lnTo>
                <a:lnTo>
                  <a:pt x="13255" y="15175"/>
                </a:lnTo>
                <a:lnTo>
                  <a:pt x="12436" y="14983"/>
                </a:lnTo>
                <a:lnTo>
                  <a:pt x="11606" y="14789"/>
                </a:lnTo>
                <a:lnTo>
                  <a:pt x="10747" y="14611"/>
                </a:lnTo>
                <a:lnTo>
                  <a:pt x="9881" y="14431"/>
                </a:lnTo>
                <a:lnTo>
                  <a:pt x="9003" y="14251"/>
                </a:lnTo>
                <a:lnTo>
                  <a:pt x="7990" y="14028"/>
                </a:lnTo>
                <a:lnTo>
                  <a:pt x="6977" y="13805"/>
                </a:lnTo>
                <a:lnTo>
                  <a:pt x="5964" y="13577"/>
                </a:lnTo>
                <a:lnTo>
                  <a:pt x="4952" y="13349"/>
                </a:lnTo>
                <a:lnTo>
                  <a:pt x="3939" y="13116"/>
                </a:lnTo>
                <a:lnTo>
                  <a:pt x="3371" y="12996"/>
                </a:lnTo>
                <a:lnTo>
                  <a:pt x="1653" y="12636"/>
                </a:lnTo>
                <a:lnTo>
                  <a:pt x="833" y="12322"/>
                </a:lnTo>
                <a:lnTo>
                  <a:pt x="0" y="12000"/>
                </a:lnTo>
                <a:lnTo>
                  <a:pt x="0" y="10810"/>
                </a:lnTo>
                <a:lnTo>
                  <a:pt x="0" y="9600"/>
                </a:lnTo>
                <a:lnTo>
                  <a:pt x="1115" y="9600"/>
                </a:lnTo>
                <a:lnTo>
                  <a:pt x="2228" y="9600"/>
                </a:lnTo>
                <a:lnTo>
                  <a:pt x="3344" y="9600"/>
                </a:lnTo>
                <a:lnTo>
                  <a:pt x="4459" y="9600"/>
                </a:lnTo>
                <a:lnTo>
                  <a:pt x="5576" y="9600"/>
                </a:lnTo>
                <a:lnTo>
                  <a:pt x="6695" y="9600"/>
                </a:lnTo>
                <a:lnTo>
                  <a:pt x="7815" y="9600"/>
                </a:lnTo>
                <a:lnTo>
                  <a:pt x="8936" y="9600"/>
                </a:lnTo>
                <a:lnTo>
                  <a:pt x="10059" y="9600"/>
                </a:lnTo>
                <a:lnTo>
                  <a:pt x="11186" y="9600"/>
                </a:lnTo>
                <a:lnTo>
                  <a:pt x="12315" y="9600"/>
                </a:lnTo>
                <a:lnTo>
                  <a:pt x="13446" y="9600"/>
                </a:lnTo>
                <a:lnTo>
                  <a:pt x="14581" y="9600"/>
                </a:lnTo>
                <a:lnTo>
                  <a:pt x="15718" y="9600"/>
                </a:lnTo>
                <a:lnTo>
                  <a:pt x="16861" y="9600"/>
                </a:lnTo>
                <a:lnTo>
                  <a:pt x="18007" y="9600"/>
                </a:lnTo>
                <a:lnTo>
                  <a:pt x="18007" y="8016"/>
                </a:lnTo>
                <a:lnTo>
                  <a:pt x="18007" y="6430"/>
                </a:lnTo>
                <a:lnTo>
                  <a:pt x="18007" y="4836"/>
                </a:lnTo>
                <a:lnTo>
                  <a:pt x="18007" y="3235"/>
                </a:lnTo>
                <a:lnTo>
                  <a:pt x="18007" y="1625"/>
                </a:lnTo>
                <a:lnTo>
                  <a:pt x="18007" y="0"/>
                </a:lnTo>
                <a:close/>
              </a:path>
            </a:pathLst>
          </a:custGeom>
          <a:solidFill>
            <a:srgbClr val="7E6F9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1" name="contour_06709"/>
          <p:cNvSpPr/>
          <p:nvPr/>
        </p:nvSpPr>
        <p:spPr>
          <a:xfrm>
            <a:off x="10133395" y="5378538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3011" y="235"/>
                </a:lnTo>
                <a:lnTo>
                  <a:pt x="14238" y="486"/>
                </a:lnTo>
                <a:lnTo>
                  <a:pt x="15466" y="745"/>
                </a:lnTo>
                <a:lnTo>
                  <a:pt x="16691" y="1012"/>
                </a:lnTo>
                <a:lnTo>
                  <a:pt x="18062" y="1296"/>
                </a:lnTo>
                <a:lnTo>
                  <a:pt x="19452" y="1582"/>
                </a:lnTo>
                <a:lnTo>
                  <a:pt x="20518" y="2138"/>
                </a:lnTo>
                <a:lnTo>
                  <a:pt x="21600" y="2700"/>
                </a:lnTo>
                <a:lnTo>
                  <a:pt x="21600" y="4485"/>
                </a:lnTo>
                <a:lnTo>
                  <a:pt x="21600" y="6280"/>
                </a:lnTo>
                <a:lnTo>
                  <a:pt x="21600" y="8100"/>
                </a:lnTo>
                <a:lnTo>
                  <a:pt x="20259" y="8602"/>
                </a:lnTo>
                <a:lnTo>
                  <a:pt x="18900" y="9112"/>
                </a:lnTo>
                <a:lnTo>
                  <a:pt x="17038" y="10128"/>
                </a:lnTo>
                <a:lnTo>
                  <a:pt x="15966" y="10908"/>
                </a:lnTo>
                <a:lnTo>
                  <a:pt x="15283" y="11856"/>
                </a:lnTo>
                <a:lnTo>
                  <a:pt x="14582" y="13362"/>
                </a:lnTo>
                <a:lnTo>
                  <a:pt x="14119" y="14842"/>
                </a:lnTo>
                <a:lnTo>
                  <a:pt x="13669" y="16330"/>
                </a:lnTo>
                <a:lnTo>
                  <a:pt x="13235" y="17828"/>
                </a:lnTo>
                <a:lnTo>
                  <a:pt x="12817" y="19332"/>
                </a:lnTo>
                <a:lnTo>
                  <a:pt x="12302" y="20458"/>
                </a:lnTo>
                <a:lnTo>
                  <a:pt x="11782" y="21600"/>
                </a:lnTo>
                <a:lnTo>
                  <a:pt x="10484" y="21600"/>
                </a:lnTo>
                <a:lnTo>
                  <a:pt x="9178" y="21600"/>
                </a:lnTo>
                <a:lnTo>
                  <a:pt x="7855" y="21600"/>
                </a:lnTo>
                <a:lnTo>
                  <a:pt x="7572" y="20374"/>
                </a:lnTo>
                <a:lnTo>
                  <a:pt x="7285" y="19138"/>
                </a:lnTo>
                <a:lnTo>
                  <a:pt x="6994" y="17888"/>
                </a:lnTo>
                <a:lnTo>
                  <a:pt x="6433" y="15981"/>
                </a:lnTo>
                <a:lnTo>
                  <a:pt x="5801" y="14432"/>
                </a:lnTo>
                <a:lnTo>
                  <a:pt x="5092" y="13154"/>
                </a:lnTo>
                <a:lnTo>
                  <a:pt x="4293" y="12074"/>
                </a:lnTo>
                <a:lnTo>
                  <a:pt x="3393" y="11108"/>
                </a:lnTo>
                <a:lnTo>
                  <a:pt x="2386" y="10176"/>
                </a:lnTo>
                <a:lnTo>
                  <a:pt x="1257" y="9199"/>
                </a:lnTo>
                <a:lnTo>
                  <a:pt x="0" y="8100"/>
                </a:lnTo>
                <a:lnTo>
                  <a:pt x="0" y="6315"/>
                </a:lnTo>
                <a:lnTo>
                  <a:pt x="0" y="4520"/>
                </a:lnTo>
                <a:lnTo>
                  <a:pt x="0" y="2700"/>
                </a:lnTo>
                <a:lnTo>
                  <a:pt x="550" y="3002"/>
                </a:lnTo>
                <a:lnTo>
                  <a:pt x="1064" y="3286"/>
                </a:lnTo>
                <a:lnTo>
                  <a:pt x="1657" y="3610"/>
                </a:lnTo>
                <a:lnTo>
                  <a:pt x="2443" y="4042"/>
                </a:lnTo>
                <a:lnTo>
                  <a:pt x="3537" y="4644"/>
                </a:lnTo>
                <a:lnTo>
                  <a:pt x="5052" y="5478"/>
                </a:lnTo>
                <a:lnTo>
                  <a:pt x="7108" y="6610"/>
                </a:lnTo>
                <a:lnTo>
                  <a:pt x="9818" y="8100"/>
                </a:lnTo>
                <a:lnTo>
                  <a:pt x="10207" y="6496"/>
                </a:lnTo>
                <a:lnTo>
                  <a:pt x="10598" y="4887"/>
                </a:lnTo>
                <a:lnTo>
                  <a:pt x="10989" y="3272"/>
                </a:lnTo>
                <a:lnTo>
                  <a:pt x="11383" y="1644"/>
                </a:lnTo>
                <a:lnTo>
                  <a:pt x="11782" y="0"/>
                </a:lnTo>
                <a:close/>
              </a:path>
            </a:pathLst>
          </a:custGeom>
          <a:solidFill>
            <a:srgbClr val="4E4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2" name="contour_06710"/>
          <p:cNvSpPr/>
          <p:nvPr/>
        </p:nvSpPr>
        <p:spPr>
          <a:xfrm>
            <a:off x="8675797" y="5393114"/>
            <a:ext cx="65592" cy="585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915" y="366"/>
                </a:lnTo>
                <a:lnTo>
                  <a:pt x="15247" y="688"/>
                </a:lnTo>
                <a:lnTo>
                  <a:pt x="16342" y="1097"/>
                </a:lnTo>
                <a:lnTo>
                  <a:pt x="17544" y="1721"/>
                </a:lnTo>
                <a:lnTo>
                  <a:pt x="19200" y="2689"/>
                </a:lnTo>
                <a:lnTo>
                  <a:pt x="20227" y="4448"/>
                </a:lnTo>
                <a:lnTo>
                  <a:pt x="20866" y="5747"/>
                </a:lnTo>
                <a:lnTo>
                  <a:pt x="21230" y="6973"/>
                </a:lnTo>
                <a:lnTo>
                  <a:pt x="21437" y="8514"/>
                </a:lnTo>
                <a:lnTo>
                  <a:pt x="21600" y="10757"/>
                </a:lnTo>
                <a:lnTo>
                  <a:pt x="20851" y="12613"/>
                </a:lnTo>
                <a:lnTo>
                  <a:pt x="20042" y="14339"/>
                </a:lnTo>
                <a:lnTo>
                  <a:pt x="19154" y="15947"/>
                </a:lnTo>
                <a:lnTo>
                  <a:pt x="18166" y="17456"/>
                </a:lnTo>
                <a:lnTo>
                  <a:pt x="17057" y="18876"/>
                </a:lnTo>
                <a:lnTo>
                  <a:pt x="15809" y="20223"/>
                </a:lnTo>
                <a:lnTo>
                  <a:pt x="14400" y="21514"/>
                </a:lnTo>
                <a:lnTo>
                  <a:pt x="12629" y="21600"/>
                </a:lnTo>
                <a:lnTo>
                  <a:pt x="10980" y="21457"/>
                </a:lnTo>
                <a:lnTo>
                  <a:pt x="9410" y="21094"/>
                </a:lnTo>
                <a:lnTo>
                  <a:pt x="7884" y="20527"/>
                </a:lnTo>
                <a:lnTo>
                  <a:pt x="6362" y="19766"/>
                </a:lnTo>
                <a:lnTo>
                  <a:pt x="4800" y="18825"/>
                </a:lnTo>
                <a:lnTo>
                  <a:pt x="3571" y="17512"/>
                </a:lnTo>
                <a:lnTo>
                  <a:pt x="2359" y="16178"/>
                </a:lnTo>
                <a:lnTo>
                  <a:pt x="1169" y="14826"/>
                </a:lnTo>
                <a:lnTo>
                  <a:pt x="0" y="13446"/>
                </a:lnTo>
                <a:lnTo>
                  <a:pt x="1097" y="12053"/>
                </a:lnTo>
                <a:lnTo>
                  <a:pt x="2201" y="10668"/>
                </a:lnTo>
                <a:lnTo>
                  <a:pt x="3312" y="9291"/>
                </a:lnTo>
                <a:lnTo>
                  <a:pt x="4428" y="7923"/>
                </a:lnTo>
                <a:lnTo>
                  <a:pt x="5549" y="6556"/>
                </a:lnTo>
                <a:lnTo>
                  <a:pt x="6581" y="5274"/>
                </a:lnTo>
                <a:lnTo>
                  <a:pt x="7620" y="3985"/>
                </a:lnTo>
                <a:lnTo>
                  <a:pt x="8671" y="2678"/>
                </a:lnTo>
                <a:lnTo>
                  <a:pt x="9770" y="1794"/>
                </a:lnTo>
                <a:lnTo>
                  <a:pt x="10879" y="904"/>
                </a:lnTo>
                <a:lnTo>
                  <a:pt x="12000" y="0"/>
                </a:lnTo>
                <a:close/>
              </a:path>
            </a:pathLst>
          </a:custGeom>
          <a:solidFill>
            <a:srgbClr val="E1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3" name="contour_06711"/>
          <p:cNvSpPr/>
          <p:nvPr/>
        </p:nvSpPr>
        <p:spPr>
          <a:xfrm>
            <a:off x="7592947" y="5342098"/>
            <a:ext cx="9168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" y="0"/>
                </a:moveTo>
                <a:lnTo>
                  <a:pt x="2071" y="171"/>
                </a:lnTo>
                <a:lnTo>
                  <a:pt x="3144" y="353"/>
                </a:lnTo>
                <a:lnTo>
                  <a:pt x="4217" y="542"/>
                </a:lnTo>
                <a:lnTo>
                  <a:pt x="5288" y="736"/>
                </a:lnTo>
                <a:lnTo>
                  <a:pt x="6487" y="943"/>
                </a:lnTo>
                <a:lnTo>
                  <a:pt x="7703" y="1151"/>
                </a:lnTo>
                <a:lnTo>
                  <a:pt x="8635" y="1555"/>
                </a:lnTo>
                <a:lnTo>
                  <a:pt x="9581" y="1964"/>
                </a:lnTo>
                <a:lnTo>
                  <a:pt x="9581" y="3262"/>
                </a:lnTo>
                <a:lnTo>
                  <a:pt x="9581" y="4567"/>
                </a:lnTo>
                <a:lnTo>
                  <a:pt x="9581" y="5891"/>
                </a:lnTo>
                <a:lnTo>
                  <a:pt x="8446" y="5891"/>
                </a:lnTo>
                <a:lnTo>
                  <a:pt x="7304" y="5891"/>
                </a:lnTo>
                <a:lnTo>
                  <a:pt x="6147" y="5891"/>
                </a:lnTo>
                <a:lnTo>
                  <a:pt x="6147" y="7189"/>
                </a:lnTo>
                <a:lnTo>
                  <a:pt x="6147" y="8495"/>
                </a:lnTo>
                <a:lnTo>
                  <a:pt x="6147" y="9818"/>
                </a:lnTo>
                <a:lnTo>
                  <a:pt x="7320" y="9636"/>
                </a:lnTo>
                <a:lnTo>
                  <a:pt x="8508" y="9449"/>
                </a:lnTo>
                <a:lnTo>
                  <a:pt x="9430" y="9571"/>
                </a:lnTo>
                <a:lnTo>
                  <a:pt x="10357" y="9694"/>
                </a:lnTo>
                <a:lnTo>
                  <a:pt x="11298" y="9818"/>
                </a:lnTo>
                <a:lnTo>
                  <a:pt x="11878" y="10794"/>
                </a:lnTo>
                <a:lnTo>
                  <a:pt x="12453" y="11774"/>
                </a:lnTo>
                <a:lnTo>
                  <a:pt x="13027" y="12754"/>
                </a:lnTo>
                <a:lnTo>
                  <a:pt x="13597" y="13738"/>
                </a:lnTo>
                <a:lnTo>
                  <a:pt x="14165" y="14721"/>
                </a:lnTo>
                <a:lnTo>
                  <a:pt x="14732" y="15709"/>
                </a:lnTo>
                <a:lnTo>
                  <a:pt x="15676" y="16369"/>
                </a:lnTo>
                <a:lnTo>
                  <a:pt x="16631" y="16987"/>
                </a:lnTo>
                <a:lnTo>
                  <a:pt x="17599" y="17569"/>
                </a:lnTo>
                <a:lnTo>
                  <a:pt x="18580" y="18118"/>
                </a:lnTo>
                <a:lnTo>
                  <a:pt x="19574" y="18643"/>
                </a:lnTo>
                <a:lnTo>
                  <a:pt x="20580" y="19145"/>
                </a:lnTo>
                <a:lnTo>
                  <a:pt x="21600" y="19636"/>
                </a:lnTo>
                <a:lnTo>
                  <a:pt x="20724" y="20273"/>
                </a:lnTo>
                <a:lnTo>
                  <a:pt x="20075" y="20691"/>
                </a:lnTo>
                <a:lnTo>
                  <a:pt x="19330" y="21072"/>
                </a:lnTo>
                <a:lnTo>
                  <a:pt x="18166" y="21600"/>
                </a:lnTo>
                <a:lnTo>
                  <a:pt x="17055" y="21296"/>
                </a:lnTo>
                <a:lnTo>
                  <a:pt x="15929" y="20936"/>
                </a:lnTo>
                <a:lnTo>
                  <a:pt x="14794" y="20526"/>
                </a:lnTo>
                <a:lnTo>
                  <a:pt x="13650" y="20064"/>
                </a:lnTo>
                <a:lnTo>
                  <a:pt x="12507" y="19558"/>
                </a:lnTo>
                <a:lnTo>
                  <a:pt x="11365" y="19008"/>
                </a:lnTo>
                <a:lnTo>
                  <a:pt x="10230" y="18417"/>
                </a:lnTo>
                <a:lnTo>
                  <a:pt x="9105" y="17789"/>
                </a:lnTo>
                <a:lnTo>
                  <a:pt x="7996" y="17127"/>
                </a:lnTo>
                <a:lnTo>
                  <a:pt x="6906" y="16434"/>
                </a:lnTo>
                <a:lnTo>
                  <a:pt x="5838" y="15711"/>
                </a:lnTo>
                <a:lnTo>
                  <a:pt x="4797" y="14965"/>
                </a:lnTo>
                <a:lnTo>
                  <a:pt x="3789" y="14195"/>
                </a:lnTo>
                <a:lnTo>
                  <a:pt x="2818" y="13406"/>
                </a:lnTo>
                <a:lnTo>
                  <a:pt x="1884" y="12601"/>
                </a:lnTo>
                <a:lnTo>
                  <a:pt x="996" y="11782"/>
                </a:lnTo>
                <a:lnTo>
                  <a:pt x="568" y="10390"/>
                </a:lnTo>
                <a:lnTo>
                  <a:pt x="264" y="9064"/>
                </a:lnTo>
                <a:lnTo>
                  <a:pt x="77" y="7786"/>
                </a:lnTo>
                <a:lnTo>
                  <a:pt x="0" y="6537"/>
                </a:lnTo>
                <a:lnTo>
                  <a:pt x="24" y="5294"/>
                </a:lnTo>
                <a:lnTo>
                  <a:pt x="143" y="4039"/>
                </a:lnTo>
                <a:lnTo>
                  <a:pt x="349" y="2753"/>
                </a:lnTo>
                <a:lnTo>
                  <a:pt x="635" y="1412"/>
                </a:lnTo>
                <a:lnTo>
                  <a:pt x="996" y="0"/>
                </a:lnTo>
                <a:close/>
              </a:path>
            </a:pathLst>
          </a:custGeom>
          <a:solidFill>
            <a:srgbClr val="E5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4" name="contour_06712"/>
          <p:cNvSpPr/>
          <p:nvPr/>
        </p:nvSpPr>
        <p:spPr>
          <a:xfrm>
            <a:off x="4951633" y="5334810"/>
            <a:ext cx="8745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891" y="383"/>
                </a:lnTo>
                <a:lnTo>
                  <a:pt x="19786" y="765"/>
                </a:lnTo>
                <a:lnTo>
                  <a:pt x="20687" y="1153"/>
                </a:lnTo>
                <a:lnTo>
                  <a:pt x="21600" y="1543"/>
                </a:lnTo>
                <a:lnTo>
                  <a:pt x="20929" y="2956"/>
                </a:lnTo>
                <a:lnTo>
                  <a:pt x="20414" y="3862"/>
                </a:lnTo>
                <a:lnTo>
                  <a:pt x="19892" y="4440"/>
                </a:lnTo>
                <a:lnTo>
                  <a:pt x="19195" y="4877"/>
                </a:lnTo>
                <a:lnTo>
                  <a:pt x="18160" y="5354"/>
                </a:lnTo>
                <a:lnTo>
                  <a:pt x="17694" y="5496"/>
                </a:lnTo>
                <a:lnTo>
                  <a:pt x="16285" y="5918"/>
                </a:lnTo>
                <a:lnTo>
                  <a:pt x="15034" y="6454"/>
                </a:lnTo>
                <a:lnTo>
                  <a:pt x="13999" y="6995"/>
                </a:lnTo>
                <a:lnTo>
                  <a:pt x="13142" y="7580"/>
                </a:lnTo>
                <a:lnTo>
                  <a:pt x="12424" y="8243"/>
                </a:lnTo>
                <a:lnTo>
                  <a:pt x="11804" y="9020"/>
                </a:lnTo>
                <a:lnTo>
                  <a:pt x="11248" y="9945"/>
                </a:lnTo>
                <a:lnTo>
                  <a:pt x="10715" y="11053"/>
                </a:lnTo>
                <a:lnTo>
                  <a:pt x="10382" y="11999"/>
                </a:lnTo>
                <a:lnTo>
                  <a:pt x="10062" y="12946"/>
                </a:lnTo>
                <a:lnTo>
                  <a:pt x="9751" y="13897"/>
                </a:lnTo>
                <a:lnTo>
                  <a:pt x="9450" y="14850"/>
                </a:lnTo>
                <a:lnTo>
                  <a:pt x="9112" y="15825"/>
                </a:lnTo>
                <a:lnTo>
                  <a:pt x="8768" y="16814"/>
                </a:lnTo>
                <a:lnTo>
                  <a:pt x="8444" y="17769"/>
                </a:lnTo>
                <a:lnTo>
                  <a:pt x="8125" y="18724"/>
                </a:lnTo>
                <a:lnTo>
                  <a:pt x="7812" y="19682"/>
                </a:lnTo>
                <a:lnTo>
                  <a:pt x="7504" y="20640"/>
                </a:lnTo>
                <a:lnTo>
                  <a:pt x="7200" y="21600"/>
                </a:lnTo>
                <a:lnTo>
                  <a:pt x="7054" y="20947"/>
                </a:lnTo>
                <a:lnTo>
                  <a:pt x="6905" y="20284"/>
                </a:lnTo>
                <a:lnTo>
                  <a:pt x="6692" y="19435"/>
                </a:lnTo>
                <a:lnTo>
                  <a:pt x="6476" y="18574"/>
                </a:lnTo>
                <a:lnTo>
                  <a:pt x="6374" y="18152"/>
                </a:lnTo>
                <a:lnTo>
                  <a:pt x="6068" y="16873"/>
                </a:lnTo>
                <a:lnTo>
                  <a:pt x="5902" y="16513"/>
                </a:lnTo>
                <a:lnTo>
                  <a:pt x="5400" y="15429"/>
                </a:lnTo>
                <a:lnTo>
                  <a:pt x="4007" y="14953"/>
                </a:lnTo>
                <a:lnTo>
                  <a:pt x="3029" y="14636"/>
                </a:lnTo>
                <a:lnTo>
                  <a:pt x="2209" y="14401"/>
                </a:lnTo>
                <a:lnTo>
                  <a:pt x="1285" y="14176"/>
                </a:lnTo>
                <a:lnTo>
                  <a:pt x="0" y="13886"/>
                </a:lnTo>
                <a:lnTo>
                  <a:pt x="0" y="12866"/>
                </a:lnTo>
                <a:lnTo>
                  <a:pt x="0" y="11840"/>
                </a:lnTo>
                <a:lnTo>
                  <a:pt x="0" y="10800"/>
                </a:lnTo>
                <a:lnTo>
                  <a:pt x="1188" y="10800"/>
                </a:lnTo>
                <a:lnTo>
                  <a:pt x="2378" y="10800"/>
                </a:lnTo>
                <a:lnTo>
                  <a:pt x="3573" y="10800"/>
                </a:lnTo>
                <a:lnTo>
                  <a:pt x="4774" y="10800"/>
                </a:lnTo>
                <a:lnTo>
                  <a:pt x="5981" y="10800"/>
                </a:lnTo>
                <a:lnTo>
                  <a:pt x="7200" y="10800"/>
                </a:lnTo>
                <a:lnTo>
                  <a:pt x="6791" y="10100"/>
                </a:lnTo>
                <a:lnTo>
                  <a:pt x="6379" y="9393"/>
                </a:lnTo>
                <a:lnTo>
                  <a:pt x="5962" y="8679"/>
                </a:lnTo>
                <a:lnTo>
                  <a:pt x="5776" y="7850"/>
                </a:lnTo>
                <a:lnTo>
                  <a:pt x="5589" y="7017"/>
                </a:lnTo>
                <a:lnTo>
                  <a:pt x="5400" y="6171"/>
                </a:lnTo>
                <a:lnTo>
                  <a:pt x="6471" y="5315"/>
                </a:lnTo>
                <a:lnTo>
                  <a:pt x="7520" y="4610"/>
                </a:lnTo>
                <a:lnTo>
                  <a:pt x="8573" y="4042"/>
                </a:lnTo>
                <a:lnTo>
                  <a:pt x="9653" y="3603"/>
                </a:lnTo>
                <a:lnTo>
                  <a:pt x="10786" y="3279"/>
                </a:lnTo>
                <a:lnTo>
                  <a:pt x="11995" y="3059"/>
                </a:lnTo>
                <a:lnTo>
                  <a:pt x="13304" y="2935"/>
                </a:lnTo>
                <a:lnTo>
                  <a:pt x="14738" y="2893"/>
                </a:lnTo>
                <a:lnTo>
                  <a:pt x="15817" y="2956"/>
                </a:lnTo>
                <a:lnTo>
                  <a:pt x="16900" y="3021"/>
                </a:lnTo>
                <a:lnTo>
                  <a:pt x="18000" y="3086"/>
                </a:lnTo>
                <a:lnTo>
                  <a:pt x="18000" y="2066"/>
                </a:lnTo>
                <a:lnTo>
                  <a:pt x="18000" y="1040"/>
                </a:lnTo>
                <a:lnTo>
                  <a:pt x="18000" y="0"/>
                </a:lnTo>
                <a:close/>
              </a:path>
            </a:pathLst>
          </a:custGeom>
          <a:solidFill>
            <a:srgbClr val="34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5" name="contour_06713"/>
          <p:cNvSpPr/>
          <p:nvPr/>
        </p:nvSpPr>
        <p:spPr>
          <a:xfrm>
            <a:off x="4805873" y="5334810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396"/>
                </a:lnTo>
                <a:lnTo>
                  <a:pt x="13333" y="792"/>
                </a:lnTo>
                <a:lnTo>
                  <a:pt x="15382" y="1190"/>
                </a:lnTo>
                <a:lnTo>
                  <a:pt x="17440" y="1591"/>
                </a:lnTo>
                <a:lnTo>
                  <a:pt x="19511" y="1994"/>
                </a:lnTo>
                <a:lnTo>
                  <a:pt x="21600" y="2400"/>
                </a:lnTo>
                <a:lnTo>
                  <a:pt x="21344" y="3984"/>
                </a:lnTo>
                <a:lnTo>
                  <a:pt x="21091" y="5568"/>
                </a:lnTo>
                <a:lnTo>
                  <a:pt x="20835" y="7154"/>
                </a:lnTo>
                <a:lnTo>
                  <a:pt x="20582" y="8743"/>
                </a:lnTo>
                <a:lnTo>
                  <a:pt x="20326" y="10334"/>
                </a:lnTo>
                <a:lnTo>
                  <a:pt x="20069" y="11928"/>
                </a:lnTo>
                <a:lnTo>
                  <a:pt x="19813" y="13526"/>
                </a:lnTo>
                <a:lnTo>
                  <a:pt x="19554" y="15130"/>
                </a:lnTo>
                <a:lnTo>
                  <a:pt x="19295" y="16738"/>
                </a:lnTo>
                <a:lnTo>
                  <a:pt x="19036" y="18350"/>
                </a:lnTo>
                <a:lnTo>
                  <a:pt x="18777" y="19973"/>
                </a:lnTo>
                <a:lnTo>
                  <a:pt x="18514" y="21600"/>
                </a:lnTo>
                <a:lnTo>
                  <a:pt x="15006" y="21386"/>
                </a:lnTo>
                <a:lnTo>
                  <a:pt x="12312" y="21206"/>
                </a:lnTo>
                <a:lnTo>
                  <a:pt x="10248" y="21029"/>
                </a:lnTo>
                <a:lnTo>
                  <a:pt x="8637" y="20825"/>
                </a:lnTo>
                <a:lnTo>
                  <a:pt x="7295" y="20568"/>
                </a:lnTo>
                <a:lnTo>
                  <a:pt x="6042" y="20232"/>
                </a:lnTo>
                <a:lnTo>
                  <a:pt x="4700" y="19783"/>
                </a:lnTo>
                <a:lnTo>
                  <a:pt x="3086" y="19200"/>
                </a:lnTo>
                <a:lnTo>
                  <a:pt x="2283" y="17736"/>
                </a:lnTo>
                <a:lnTo>
                  <a:pt x="1635" y="16274"/>
                </a:lnTo>
                <a:lnTo>
                  <a:pt x="1126" y="14813"/>
                </a:lnTo>
                <a:lnTo>
                  <a:pt x="737" y="13342"/>
                </a:lnTo>
                <a:lnTo>
                  <a:pt x="451" y="11854"/>
                </a:lnTo>
                <a:lnTo>
                  <a:pt x="244" y="10337"/>
                </a:lnTo>
                <a:lnTo>
                  <a:pt x="99" y="8789"/>
                </a:lnTo>
                <a:lnTo>
                  <a:pt x="0" y="7200"/>
                </a:lnTo>
                <a:lnTo>
                  <a:pt x="1833" y="7200"/>
                </a:lnTo>
                <a:lnTo>
                  <a:pt x="3672" y="7200"/>
                </a:lnTo>
                <a:lnTo>
                  <a:pt x="5517" y="7200"/>
                </a:lnTo>
                <a:lnTo>
                  <a:pt x="7378" y="7200"/>
                </a:lnTo>
                <a:lnTo>
                  <a:pt x="9257" y="7200"/>
                </a:lnTo>
                <a:lnTo>
                  <a:pt x="9257" y="5774"/>
                </a:lnTo>
                <a:lnTo>
                  <a:pt x="9257" y="4344"/>
                </a:lnTo>
                <a:lnTo>
                  <a:pt x="9257" y="2909"/>
                </a:lnTo>
                <a:lnTo>
                  <a:pt x="9257" y="1462"/>
                </a:lnTo>
                <a:lnTo>
                  <a:pt x="9257" y="0"/>
                </a:lnTo>
                <a:close/>
              </a:path>
            </a:pathLst>
          </a:custGeom>
          <a:solidFill>
            <a:srgbClr val="303032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6" name="contour_06714"/>
          <p:cNvSpPr/>
          <p:nvPr/>
        </p:nvSpPr>
        <p:spPr>
          <a:xfrm>
            <a:off x="6721420" y="5334810"/>
            <a:ext cx="4492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83" y="0"/>
                </a:moveTo>
                <a:lnTo>
                  <a:pt x="9896" y="0"/>
                </a:lnTo>
                <a:lnTo>
                  <a:pt x="12212" y="0"/>
                </a:lnTo>
                <a:lnTo>
                  <a:pt x="14539" y="0"/>
                </a:lnTo>
                <a:lnTo>
                  <a:pt x="16876" y="0"/>
                </a:lnTo>
                <a:lnTo>
                  <a:pt x="19228" y="0"/>
                </a:lnTo>
                <a:lnTo>
                  <a:pt x="21600" y="0"/>
                </a:lnTo>
                <a:lnTo>
                  <a:pt x="21600" y="1663"/>
                </a:lnTo>
                <a:lnTo>
                  <a:pt x="21600" y="3329"/>
                </a:lnTo>
                <a:lnTo>
                  <a:pt x="21600" y="4994"/>
                </a:lnTo>
                <a:lnTo>
                  <a:pt x="21600" y="6662"/>
                </a:lnTo>
                <a:lnTo>
                  <a:pt x="21600" y="8338"/>
                </a:lnTo>
                <a:lnTo>
                  <a:pt x="21600" y="10015"/>
                </a:lnTo>
                <a:lnTo>
                  <a:pt x="21600" y="11700"/>
                </a:lnTo>
                <a:lnTo>
                  <a:pt x="21600" y="13392"/>
                </a:lnTo>
                <a:lnTo>
                  <a:pt x="21600" y="15091"/>
                </a:lnTo>
                <a:lnTo>
                  <a:pt x="21600" y="16800"/>
                </a:lnTo>
                <a:lnTo>
                  <a:pt x="19284" y="16800"/>
                </a:lnTo>
                <a:lnTo>
                  <a:pt x="16953" y="16800"/>
                </a:lnTo>
                <a:lnTo>
                  <a:pt x="14592" y="16800"/>
                </a:lnTo>
                <a:lnTo>
                  <a:pt x="13306" y="18226"/>
                </a:lnTo>
                <a:lnTo>
                  <a:pt x="12510" y="19200"/>
                </a:lnTo>
                <a:lnTo>
                  <a:pt x="11883" y="20174"/>
                </a:lnTo>
                <a:lnTo>
                  <a:pt x="11087" y="21600"/>
                </a:lnTo>
                <a:lnTo>
                  <a:pt x="11087" y="20014"/>
                </a:lnTo>
                <a:lnTo>
                  <a:pt x="11087" y="18418"/>
                </a:lnTo>
                <a:lnTo>
                  <a:pt x="11087" y="16800"/>
                </a:lnTo>
                <a:lnTo>
                  <a:pt x="9349" y="16502"/>
                </a:lnTo>
                <a:lnTo>
                  <a:pt x="7604" y="16205"/>
                </a:lnTo>
                <a:lnTo>
                  <a:pt x="5831" y="15900"/>
                </a:lnTo>
                <a:lnTo>
                  <a:pt x="4093" y="15406"/>
                </a:lnTo>
                <a:lnTo>
                  <a:pt x="2348" y="14904"/>
                </a:lnTo>
                <a:lnTo>
                  <a:pt x="575" y="14400"/>
                </a:lnTo>
                <a:lnTo>
                  <a:pt x="179" y="12756"/>
                </a:lnTo>
                <a:lnTo>
                  <a:pt x="4" y="11184"/>
                </a:lnTo>
                <a:lnTo>
                  <a:pt x="0" y="9641"/>
                </a:lnTo>
                <a:lnTo>
                  <a:pt x="126" y="8090"/>
                </a:lnTo>
                <a:lnTo>
                  <a:pt x="329" y="6490"/>
                </a:lnTo>
                <a:lnTo>
                  <a:pt x="575" y="4800"/>
                </a:lnTo>
                <a:lnTo>
                  <a:pt x="2891" y="4800"/>
                </a:lnTo>
                <a:lnTo>
                  <a:pt x="5221" y="4800"/>
                </a:lnTo>
                <a:lnTo>
                  <a:pt x="7583" y="4800"/>
                </a:lnTo>
                <a:lnTo>
                  <a:pt x="7583" y="3214"/>
                </a:lnTo>
                <a:lnTo>
                  <a:pt x="7583" y="1618"/>
                </a:lnTo>
                <a:lnTo>
                  <a:pt x="7583" y="0"/>
                </a:lnTo>
                <a:close/>
              </a:path>
            </a:pathLst>
          </a:custGeom>
          <a:solidFill>
            <a:srgbClr val="EE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7" name="contour_06715"/>
          <p:cNvSpPr/>
          <p:nvPr/>
        </p:nvSpPr>
        <p:spPr>
          <a:xfrm>
            <a:off x="9908218" y="5247879"/>
            <a:ext cx="73434" cy="577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32" y="316"/>
                </a:moveTo>
                <a:lnTo>
                  <a:pt x="17902" y="640"/>
                </a:lnTo>
                <a:lnTo>
                  <a:pt x="18910" y="1212"/>
                </a:lnTo>
                <a:lnTo>
                  <a:pt x="21214" y="2528"/>
                </a:lnTo>
                <a:lnTo>
                  <a:pt x="21474" y="4637"/>
                </a:lnTo>
                <a:lnTo>
                  <a:pt x="21600" y="6117"/>
                </a:lnTo>
                <a:lnTo>
                  <a:pt x="21600" y="7359"/>
                </a:lnTo>
                <a:lnTo>
                  <a:pt x="21474" y="8757"/>
                </a:lnTo>
                <a:lnTo>
                  <a:pt x="21214" y="10702"/>
                </a:lnTo>
                <a:lnTo>
                  <a:pt x="19801" y="10702"/>
                </a:lnTo>
                <a:lnTo>
                  <a:pt x="18382" y="10702"/>
                </a:lnTo>
                <a:lnTo>
                  <a:pt x="16961" y="10702"/>
                </a:lnTo>
                <a:lnTo>
                  <a:pt x="15531" y="10702"/>
                </a:lnTo>
                <a:lnTo>
                  <a:pt x="14091" y="10702"/>
                </a:lnTo>
                <a:lnTo>
                  <a:pt x="12639" y="10702"/>
                </a:lnTo>
                <a:lnTo>
                  <a:pt x="12639" y="12500"/>
                </a:lnTo>
                <a:lnTo>
                  <a:pt x="12639" y="14315"/>
                </a:lnTo>
                <a:lnTo>
                  <a:pt x="12639" y="16151"/>
                </a:lnTo>
                <a:lnTo>
                  <a:pt x="11239" y="17167"/>
                </a:lnTo>
                <a:lnTo>
                  <a:pt x="10213" y="17827"/>
                </a:lnTo>
                <a:lnTo>
                  <a:pt x="9061" y="18415"/>
                </a:lnTo>
                <a:lnTo>
                  <a:pt x="7280" y="19216"/>
                </a:lnTo>
                <a:lnTo>
                  <a:pt x="6285" y="19674"/>
                </a:lnTo>
                <a:lnTo>
                  <a:pt x="5282" y="20134"/>
                </a:lnTo>
                <a:lnTo>
                  <a:pt x="4266" y="20600"/>
                </a:lnTo>
                <a:lnTo>
                  <a:pt x="3104" y="21096"/>
                </a:lnTo>
                <a:lnTo>
                  <a:pt x="1921" y="21600"/>
                </a:lnTo>
                <a:lnTo>
                  <a:pt x="840" y="19099"/>
                </a:lnTo>
                <a:lnTo>
                  <a:pt x="223" y="17407"/>
                </a:lnTo>
                <a:lnTo>
                  <a:pt x="0" y="16113"/>
                </a:lnTo>
                <a:lnTo>
                  <a:pt x="99" y="14810"/>
                </a:lnTo>
                <a:lnTo>
                  <a:pt x="448" y="13086"/>
                </a:lnTo>
                <a:lnTo>
                  <a:pt x="1181" y="11903"/>
                </a:lnTo>
                <a:lnTo>
                  <a:pt x="1921" y="10702"/>
                </a:lnTo>
                <a:lnTo>
                  <a:pt x="3340" y="10702"/>
                </a:lnTo>
                <a:lnTo>
                  <a:pt x="4765" y="10702"/>
                </a:lnTo>
                <a:lnTo>
                  <a:pt x="6208" y="10702"/>
                </a:lnTo>
                <a:lnTo>
                  <a:pt x="6208" y="8901"/>
                </a:lnTo>
                <a:lnTo>
                  <a:pt x="6208" y="7089"/>
                </a:lnTo>
                <a:lnTo>
                  <a:pt x="6208" y="5253"/>
                </a:lnTo>
                <a:lnTo>
                  <a:pt x="7531" y="3733"/>
                </a:lnTo>
                <a:lnTo>
                  <a:pt x="8793" y="2471"/>
                </a:lnTo>
                <a:lnTo>
                  <a:pt x="10033" y="1466"/>
                </a:lnTo>
                <a:lnTo>
                  <a:pt x="11293" y="719"/>
                </a:lnTo>
                <a:lnTo>
                  <a:pt x="12614" y="229"/>
                </a:lnTo>
                <a:lnTo>
                  <a:pt x="14033" y="0"/>
                </a:lnTo>
                <a:lnTo>
                  <a:pt x="15591" y="27"/>
                </a:lnTo>
                <a:lnTo>
                  <a:pt x="17332" y="316"/>
                </a:lnTo>
                <a:close/>
              </a:path>
            </a:pathLst>
          </a:custGeom>
          <a:solidFill>
            <a:srgbClr val="7D7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8" name="contour_06716"/>
          <p:cNvSpPr/>
          <p:nvPr/>
        </p:nvSpPr>
        <p:spPr>
          <a:xfrm>
            <a:off x="1786947" y="5232778"/>
            <a:ext cx="3831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01" y="0"/>
                </a:moveTo>
                <a:lnTo>
                  <a:pt x="21584" y="1161"/>
                </a:lnTo>
                <a:lnTo>
                  <a:pt x="21600" y="2316"/>
                </a:lnTo>
                <a:lnTo>
                  <a:pt x="21555" y="3466"/>
                </a:lnTo>
                <a:lnTo>
                  <a:pt x="21452" y="4612"/>
                </a:lnTo>
                <a:lnTo>
                  <a:pt x="21300" y="5756"/>
                </a:lnTo>
                <a:lnTo>
                  <a:pt x="21099" y="6895"/>
                </a:lnTo>
                <a:lnTo>
                  <a:pt x="20852" y="8034"/>
                </a:lnTo>
                <a:lnTo>
                  <a:pt x="20569" y="9170"/>
                </a:lnTo>
                <a:lnTo>
                  <a:pt x="20252" y="10305"/>
                </a:lnTo>
                <a:lnTo>
                  <a:pt x="19903" y="11440"/>
                </a:lnTo>
                <a:lnTo>
                  <a:pt x="19525" y="12575"/>
                </a:lnTo>
                <a:lnTo>
                  <a:pt x="19126" y="13711"/>
                </a:lnTo>
                <a:lnTo>
                  <a:pt x="18707" y="14849"/>
                </a:lnTo>
                <a:lnTo>
                  <a:pt x="18280" y="15989"/>
                </a:lnTo>
                <a:lnTo>
                  <a:pt x="17836" y="17130"/>
                </a:lnTo>
                <a:lnTo>
                  <a:pt x="17393" y="18277"/>
                </a:lnTo>
                <a:lnTo>
                  <a:pt x="14677" y="18277"/>
                </a:lnTo>
                <a:lnTo>
                  <a:pt x="11944" y="18277"/>
                </a:lnTo>
                <a:lnTo>
                  <a:pt x="9175" y="18277"/>
                </a:lnTo>
                <a:lnTo>
                  <a:pt x="7667" y="19264"/>
                </a:lnTo>
                <a:lnTo>
                  <a:pt x="6734" y="19938"/>
                </a:lnTo>
                <a:lnTo>
                  <a:pt x="5999" y="20613"/>
                </a:lnTo>
                <a:lnTo>
                  <a:pt x="5066" y="21600"/>
                </a:lnTo>
                <a:lnTo>
                  <a:pt x="4092" y="20500"/>
                </a:lnTo>
                <a:lnTo>
                  <a:pt x="3225" y="19407"/>
                </a:lnTo>
                <a:lnTo>
                  <a:pt x="2469" y="18315"/>
                </a:lnTo>
                <a:lnTo>
                  <a:pt x="1820" y="17227"/>
                </a:lnTo>
                <a:lnTo>
                  <a:pt x="1274" y="16139"/>
                </a:lnTo>
                <a:lnTo>
                  <a:pt x="826" y="15050"/>
                </a:lnTo>
                <a:lnTo>
                  <a:pt x="477" y="13960"/>
                </a:lnTo>
                <a:lnTo>
                  <a:pt x="226" y="12865"/>
                </a:lnTo>
                <a:lnTo>
                  <a:pt x="66" y="11765"/>
                </a:lnTo>
                <a:lnTo>
                  <a:pt x="0" y="10660"/>
                </a:lnTo>
                <a:lnTo>
                  <a:pt x="21" y="9547"/>
                </a:lnTo>
                <a:lnTo>
                  <a:pt x="131" y="8424"/>
                </a:lnTo>
                <a:lnTo>
                  <a:pt x="325" y="7289"/>
                </a:lnTo>
                <a:lnTo>
                  <a:pt x="600" y="6144"/>
                </a:lnTo>
                <a:lnTo>
                  <a:pt x="957" y="4985"/>
                </a:lnTo>
                <a:lnTo>
                  <a:pt x="2601" y="3843"/>
                </a:lnTo>
                <a:lnTo>
                  <a:pt x="4310" y="2871"/>
                </a:lnTo>
                <a:lnTo>
                  <a:pt x="6122" y="2055"/>
                </a:lnTo>
                <a:lnTo>
                  <a:pt x="8078" y="1391"/>
                </a:lnTo>
                <a:lnTo>
                  <a:pt x="10219" y="866"/>
                </a:lnTo>
                <a:lnTo>
                  <a:pt x="12589" y="474"/>
                </a:lnTo>
                <a:lnTo>
                  <a:pt x="15235" y="204"/>
                </a:lnTo>
                <a:lnTo>
                  <a:pt x="18190" y="50"/>
                </a:lnTo>
                <a:lnTo>
                  <a:pt x="21501" y="0"/>
                </a:lnTo>
                <a:close/>
              </a:path>
            </a:pathLst>
          </a:custGeom>
          <a:solidFill>
            <a:srgbClr val="7B6680"/>
          </a:solidFill>
          <a:ln>
            <a:noFill/>
          </a:ln>
        </p:spPr>
        <p:txBody>
          <a:bodyPr/>
          <a:lstStyle/>
          <a:p/>
        </p:txBody>
      </p:sp>
      <p:sp>
        <p:nvSpPr>
          <p:cNvPr id="6719" name="contour_06717"/>
          <p:cNvSpPr/>
          <p:nvPr/>
        </p:nvSpPr>
        <p:spPr>
          <a:xfrm>
            <a:off x="921374" y="5240066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4" y="0"/>
                </a:lnTo>
                <a:lnTo>
                  <a:pt x="5568" y="0"/>
                </a:lnTo>
                <a:lnTo>
                  <a:pt x="7154" y="0"/>
                </a:lnTo>
                <a:lnTo>
                  <a:pt x="8743" y="0"/>
                </a:lnTo>
                <a:lnTo>
                  <a:pt x="10334" y="0"/>
                </a:lnTo>
                <a:lnTo>
                  <a:pt x="11928" y="0"/>
                </a:lnTo>
                <a:lnTo>
                  <a:pt x="13526" y="0"/>
                </a:lnTo>
                <a:lnTo>
                  <a:pt x="15130" y="0"/>
                </a:lnTo>
                <a:lnTo>
                  <a:pt x="16738" y="0"/>
                </a:lnTo>
                <a:lnTo>
                  <a:pt x="18350" y="0"/>
                </a:lnTo>
                <a:lnTo>
                  <a:pt x="19973" y="0"/>
                </a:lnTo>
                <a:lnTo>
                  <a:pt x="21600" y="0"/>
                </a:lnTo>
                <a:lnTo>
                  <a:pt x="19418" y="2141"/>
                </a:lnTo>
                <a:lnTo>
                  <a:pt x="17897" y="3616"/>
                </a:lnTo>
                <a:lnTo>
                  <a:pt x="16834" y="4607"/>
                </a:lnTo>
                <a:lnTo>
                  <a:pt x="16030" y="5296"/>
                </a:lnTo>
                <a:lnTo>
                  <a:pt x="15286" y="5860"/>
                </a:lnTo>
                <a:lnTo>
                  <a:pt x="14400" y="6480"/>
                </a:lnTo>
                <a:lnTo>
                  <a:pt x="12814" y="6480"/>
                </a:lnTo>
                <a:lnTo>
                  <a:pt x="11218" y="6480"/>
                </a:lnTo>
                <a:lnTo>
                  <a:pt x="9600" y="6480"/>
                </a:lnTo>
                <a:lnTo>
                  <a:pt x="9684" y="7849"/>
                </a:lnTo>
                <a:lnTo>
                  <a:pt x="9768" y="9238"/>
                </a:lnTo>
                <a:lnTo>
                  <a:pt x="9811" y="10424"/>
                </a:lnTo>
                <a:lnTo>
                  <a:pt x="9854" y="11616"/>
                </a:lnTo>
                <a:lnTo>
                  <a:pt x="9900" y="12826"/>
                </a:lnTo>
                <a:lnTo>
                  <a:pt x="9955" y="14005"/>
                </a:lnTo>
                <a:lnTo>
                  <a:pt x="10010" y="15191"/>
                </a:lnTo>
                <a:lnTo>
                  <a:pt x="10068" y="16394"/>
                </a:lnTo>
                <a:lnTo>
                  <a:pt x="9835" y="17906"/>
                </a:lnTo>
                <a:lnTo>
                  <a:pt x="9600" y="19440"/>
                </a:lnTo>
                <a:lnTo>
                  <a:pt x="8165" y="20313"/>
                </a:lnTo>
                <a:lnTo>
                  <a:pt x="7186" y="20829"/>
                </a:lnTo>
                <a:lnTo>
                  <a:pt x="6214" y="21192"/>
                </a:lnTo>
                <a:lnTo>
                  <a:pt x="4800" y="21600"/>
                </a:lnTo>
                <a:lnTo>
                  <a:pt x="3634" y="20531"/>
                </a:lnTo>
                <a:lnTo>
                  <a:pt x="2669" y="19574"/>
                </a:lnTo>
                <a:lnTo>
                  <a:pt x="1865" y="18639"/>
                </a:lnTo>
                <a:lnTo>
                  <a:pt x="1178" y="17643"/>
                </a:lnTo>
                <a:lnTo>
                  <a:pt x="571" y="16498"/>
                </a:lnTo>
                <a:lnTo>
                  <a:pt x="0" y="15120"/>
                </a:lnTo>
                <a:lnTo>
                  <a:pt x="110" y="13573"/>
                </a:lnTo>
                <a:lnTo>
                  <a:pt x="259" y="12048"/>
                </a:lnTo>
                <a:lnTo>
                  <a:pt x="446" y="10534"/>
                </a:lnTo>
                <a:lnTo>
                  <a:pt x="662" y="9033"/>
                </a:lnTo>
                <a:lnTo>
                  <a:pt x="907" y="7538"/>
                </a:lnTo>
                <a:lnTo>
                  <a:pt x="1176" y="6044"/>
                </a:lnTo>
                <a:lnTo>
                  <a:pt x="1464" y="4547"/>
                </a:lnTo>
                <a:lnTo>
                  <a:pt x="1766" y="3043"/>
                </a:lnTo>
                <a:lnTo>
                  <a:pt x="2078" y="1529"/>
                </a:lnTo>
                <a:lnTo>
                  <a:pt x="2400" y="0"/>
                </a:lnTo>
                <a:close/>
              </a:path>
            </a:pathLst>
          </a:custGeom>
          <a:solidFill>
            <a:srgbClr val="716246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0" name="contour_06718"/>
          <p:cNvSpPr/>
          <p:nvPr/>
        </p:nvSpPr>
        <p:spPr>
          <a:xfrm>
            <a:off x="1387805" y="5210914"/>
            <a:ext cx="80168" cy="520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908" y="793"/>
                </a:lnTo>
                <a:lnTo>
                  <a:pt x="19729" y="1371"/>
                </a:lnTo>
                <a:lnTo>
                  <a:pt x="20502" y="2021"/>
                </a:lnTo>
                <a:lnTo>
                  <a:pt x="21600" y="3026"/>
                </a:lnTo>
                <a:lnTo>
                  <a:pt x="20369" y="6912"/>
                </a:lnTo>
                <a:lnTo>
                  <a:pt x="19338" y="10107"/>
                </a:lnTo>
                <a:lnTo>
                  <a:pt x="18466" y="12694"/>
                </a:lnTo>
                <a:lnTo>
                  <a:pt x="17706" y="14752"/>
                </a:lnTo>
                <a:lnTo>
                  <a:pt x="17017" y="16368"/>
                </a:lnTo>
                <a:lnTo>
                  <a:pt x="16355" y="17621"/>
                </a:lnTo>
                <a:lnTo>
                  <a:pt x="15674" y="18598"/>
                </a:lnTo>
                <a:lnTo>
                  <a:pt x="14933" y="19376"/>
                </a:lnTo>
                <a:lnTo>
                  <a:pt x="14085" y="20045"/>
                </a:lnTo>
                <a:lnTo>
                  <a:pt x="13092" y="20680"/>
                </a:lnTo>
                <a:lnTo>
                  <a:pt x="11904" y="21370"/>
                </a:lnTo>
                <a:lnTo>
                  <a:pt x="10366" y="21600"/>
                </a:lnTo>
                <a:lnTo>
                  <a:pt x="9125" y="21485"/>
                </a:lnTo>
                <a:lnTo>
                  <a:pt x="8016" y="21004"/>
                </a:lnTo>
                <a:lnTo>
                  <a:pt x="6873" y="20129"/>
                </a:lnTo>
                <a:lnTo>
                  <a:pt x="5537" y="18843"/>
                </a:lnTo>
                <a:lnTo>
                  <a:pt x="4463" y="17312"/>
                </a:lnTo>
                <a:lnTo>
                  <a:pt x="3452" y="15814"/>
                </a:lnTo>
                <a:lnTo>
                  <a:pt x="2502" y="14295"/>
                </a:lnTo>
                <a:lnTo>
                  <a:pt x="1612" y="12700"/>
                </a:lnTo>
                <a:lnTo>
                  <a:pt x="778" y="10979"/>
                </a:lnTo>
                <a:lnTo>
                  <a:pt x="0" y="9078"/>
                </a:lnTo>
                <a:lnTo>
                  <a:pt x="328" y="7048"/>
                </a:lnTo>
                <a:lnTo>
                  <a:pt x="642" y="5740"/>
                </a:lnTo>
                <a:lnTo>
                  <a:pt x="1127" y="4591"/>
                </a:lnTo>
                <a:lnTo>
                  <a:pt x="1964" y="3026"/>
                </a:lnTo>
                <a:lnTo>
                  <a:pt x="3262" y="3026"/>
                </a:lnTo>
                <a:lnTo>
                  <a:pt x="4567" y="3026"/>
                </a:lnTo>
                <a:lnTo>
                  <a:pt x="5891" y="3026"/>
                </a:lnTo>
                <a:lnTo>
                  <a:pt x="5891" y="5026"/>
                </a:lnTo>
                <a:lnTo>
                  <a:pt x="5891" y="7039"/>
                </a:lnTo>
                <a:lnTo>
                  <a:pt x="5891" y="9078"/>
                </a:lnTo>
                <a:lnTo>
                  <a:pt x="7089" y="8373"/>
                </a:lnTo>
                <a:lnTo>
                  <a:pt x="8287" y="7665"/>
                </a:lnTo>
                <a:lnTo>
                  <a:pt x="9482" y="6954"/>
                </a:lnTo>
                <a:lnTo>
                  <a:pt x="10678" y="6240"/>
                </a:lnTo>
                <a:lnTo>
                  <a:pt x="11568" y="5713"/>
                </a:lnTo>
                <a:lnTo>
                  <a:pt x="12461" y="5184"/>
                </a:lnTo>
                <a:lnTo>
                  <a:pt x="13370" y="4645"/>
                </a:lnTo>
                <a:lnTo>
                  <a:pt x="14753" y="3662"/>
                </a:lnTo>
                <a:lnTo>
                  <a:pt x="15662" y="2851"/>
                </a:lnTo>
                <a:lnTo>
                  <a:pt x="16500" y="1773"/>
                </a:lnTo>
                <a:lnTo>
                  <a:pt x="17673" y="0"/>
                </a:lnTo>
                <a:close/>
              </a:path>
            </a:pathLst>
          </a:custGeom>
          <a:solidFill>
            <a:srgbClr val="2D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1" name="contour_06719"/>
          <p:cNvSpPr/>
          <p:nvPr/>
        </p:nvSpPr>
        <p:spPr>
          <a:xfrm>
            <a:off x="6992271" y="5239352"/>
            <a:ext cx="8016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77" y="0"/>
                </a:moveTo>
                <a:lnTo>
                  <a:pt x="9357" y="21"/>
                </a:lnTo>
                <a:lnTo>
                  <a:pt x="10555" y="42"/>
                </a:lnTo>
                <a:lnTo>
                  <a:pt x="11772" y="97"/>
                </a:lnTo>
                <a:lnTo>
                  <a:pt x="13009" y="148"/>
                </a:lnTo>
                <a:lnTo>
                  <a:pt x="14250" y="178"/>
                </a:lnTo>
                <a:lnTo>
                  <a:pt x="15509" y="208"/>
                </a:lnTo>
                <a:lnTo>
                  <a:pt x="16726" y="242"/>
                </a:lnTo>
                <a:lnTo>
                  <a:pt x="17946" y="280"/>
                </a:lnTo>
                <a:lnTo>
                  <a:pt x="19163" y="322"/>
                </a:lnTo>
                <a:lnTo>
                  <a:pt x="20383" y="369"/>
                </a:lnTo>
                <a:lnTo>
                  <a:pt x="21600" y="415"/>
                </a:lnTo>
                <a:lnTo>
                  <a:pt x="21600" y="3415"/>
                </a:lnTo>
                <a:lnTo>
                  <a:pt x="21600" y="6415"/>
                </a:lnTo>
                <a:lnTo>
                  <a:pt x="21600" y="9423"/>
                </a:lnTo>
                <a:lnTo>
                  <a:pt x="21600" y="12440"/>
                </a:lnTo>
                <a:lnTo>
                  <a:pt x="21600" y="15473"/>
                </a:lnTo>
                <a:lnTo>
                  <a:pt x="21600" y="18528"/>
                </a:lnTo>
                <a:lnTo>
                  <a:pt x="21600" y="21600"/>
                </a:lnTo>
                <a:lnTo>
                  <a:pt x="20304" y="21600"/>
                </a:lnTo>
                <a:lnTo>
                  <a:pt x="19006" y="21600"/>
                </a:lnTo>
                <a:lnTo>
                  <a:pt x="17702" y="21600"/>
                </a:lnTo>
                <a:lnTo>
                  <a:pt x="16392" y="21600"/>
                </a:lnTo>
                <a:lnTo>
                  <a:pt x="15075" y="21600"/>
                </a:lnTo>
                <a:lnTo>
                  <a:pt x="13745" y="21600"/>
                </a:lnTo>
                <a:lnTo>
                  <a:pt x="13745" y="19083"/>
                </a:lnTo>
                <a:lnTo>
                  <a:pt x="13745" y="16558"/>
                </a:lnTo>
                <a:lnTo>
                  <a:pt x="13745" y="14024"/>
                </a:lnTo>
                <a:lnTo>
                  <a:pt x="13745" y="11469"/>
                </a:lnTo>
                <a:lnTo>
                  <a:pt x="13745" y="8889"/>
                </a:lnTo>
                <a:lnTo>
                  <a:pt x="12449" y="9821"/>
                </a:lnTo>
                <a:lnTo>
                  <a:pt x="11151" y="10758"/>
                </a:lnTo>
                <a:lnTo>
                  <a:pt x="9854" y="11690"/>
                </a:lnTo>
                <a:lnTo>
                  <a:pt x="8552" y="12626"/>
                </a:lnTo>
                <a:lnTo>
                  <a:pt x="7246" y="13567"/>
                </a:lnTo>
                <a:lnTo>
                  <a:pt x="5934" y="14507"/>
                </a:lnTo>
                <a:lnTo>
                  <a:pt x="4618" y="15456"/>
                </a:lnTo>
                <a:lnTo>
                  <a:pt x="3295" y="16405"/>
                </a:lnTo>
                <a:lnTo>
                  <a:pt x="1964" y="17363"/>
                </a:lnTo>
                <a:lnTo>
                  <a:pt x="1575" y="14846"/>
                </a:lnTo>
                <a:lnTo>
                  <a:pt x="1184" y="12321"/>
                </a:lnTo>
                <a:lnTo>
                  <a:pt x="793" y="9787"/>
                </a:lnTo>
                <a:lnTo>
                  <a:pt x="399" y="7232"/>
                </a:lnTo>
                <a:lnTo>
                  <a:pt x="0" y="4652"/>
                </a:lnTo>
                <a:lnTo>
                  <a:pt x="1182" y="3279"/>
                </a:lnTo>
                <a:lnTo>
                  <a:pt x="2297" y="2169"/>
                </a:lnTo>
                <a:lnTo>
                  <a:pt x="3385" y="1305"/>
                </a:lnTo>
                <a:lnTo>
                  <a:pt x="4479" y="678"/>
                </a:lnTo>
                <a:lnTo>
                  <a:pt x="5618" y="263"/>
                </a:lnTo>
                <a:lnTo>
                  <a:pt x="6837" y="42"/>
                </a:lnTo>
                <a:lnTo>
                  <a:pt x="8177" y="0"/>
                </a:lnTo>
                <a:close/>
              </a:path>
            </a:pathLst>
          </a:custGeom>
          <a:solidFill>
            <a:srgbClr val="EB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2" name="contour_06720"/>
          <p:cNvSpPr/>
          <p:nvPr/>
        </p:nvSpPr>
        <p:spPr>
          <a:xfrm>
            <a:off x="10941648" y="5218202"/>
            <a:ext cx="5173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41" y="0"/>
                </a:moveTo>
                <a:lnTo>
                  <a:pt x="5514" y="147"/>
                </a:lnTo>
                <a:lnTo>
                  <a:pt x="7075" y="333"/>
                </a:lnTo>
                <a:lnTo>
                  <a:pt x="8463" y="661"/>
                </a:lnTo>
                <a:lnTo>
                  <a:pt x="10115" y="1236"/>
                </a:lnTo>
                <a:lnTo>
                  <a:pt x="12471" y="2160"/>
                </a:lnTo>
                <a:lnTo>
                  <a:pt x="13472" y="3445"/>
                </a:lnTo>
                <a:lnTo>
                  <a:pt x="14394" y="4756"/>
                </a:lnTo>
                <a:lnTo>
                  <a:pt x="15249" y="6091"/>
                </a:lnTo>
                <a:lnTo>
                  <a:pt x="16037" y="7446"/>
                </a:lnTo>
                <a:lnTo>
                  <a:pt x="16768" y="8819"/>
                </a:lnTo>
                <a:lnTo>
                  <a:pt x="17446" y="10210"/>
                </a:lnTo>
                <a:lnTo>
                  <a:pt x="18073" y="11612"/>
                </a:lnTo>
                <a:lnTo>
                  <a:pt x="18660" y="13027"/>
                </a:lnTo>
                <a:lnTo>
                  <a:pt x="19211" y="14450"/>
                </a:lnTo>
                <a:lnTo>
                  <a:pt x="19728" y="15878"/>
                </a:lnTo>
                <a:lnTo>
                  <a:pt x="20221" y="17310"/>
                </a:lnTo>
                <a:lnTo>
                  <a:pt x="20693" y="18742"/>
                </a:lnTo>
                <a:lnTo>
                  <a:pt x="21153" y="20172"/>
                </a:lnTo>
                <a:lnTo>
                  <a:pt x="21600" y="21600"/>
                </a:lnTo>
                <a:lnTo>
                  <a:pt x="19592" y="21600"/>
                </a:lnTo>
                <a:lnTo>
                  <a:pt x="17580" y="21600"/>
                </a:lnTo>
                <a:lnTo>
                  <a:pt x="15559" y="21600"/>
                </a:lnTo>
                <a:lnTo>
                  <a:pt x="13530" y="21600"/>
                </a:lnTo>
                <a:lnTo>
                  <a:pt x="11488" y="21600"/>
                </a:lnTo>
                <a:lnTo>
                  <a:pt x="9428" y="21600"/>
                </a:lnTo>
                <a:lnTo>
                  <a:pt x="9428" y="20317"/>
                </a:lnTo>
                <a:lnTo>
                  <a:pt x="9428" y="19030"/>
                </a:lnTo>
                <a:lnTo>
                  <a:pt x="9428" y="17738"/>
                </a:lnTo>
                <a:lnTo>
                  <a:pt x="9428" y="16435"/>
                </a:lnTo>
                <a:lnTo>
                  <a:pt x="9428" y="15120"/>
                </a:lnTo>
                <a:lnTo>
                  <a:pt x="7620" y="15120"/>
                </a:lnTo>
                <a:lnTo>
                  <a:pt x="5806" y="15120"/>
                </a:lnTo>
                <a:lnTo>
                  <a:pt x="3986" y="15120"/>
                </a:lnTo>
                <a:lnTo>
                  <a:pt x="2151" y="15120"/>
                </a:lnTo>
                <a:lnTo>
                  <a:pt x="298" y="15120"/>
                </a:lnTo>
                <a:lnTo>
                  <a:pt x="253" y="13852"/>
                </a:lnTo>
                <a:lnTo>
                  <a:pt x="210" y="12582"/>
                </a:lnTo>
                <a:lnTo>
                  <a:pt x="173" y="11314"/>
                </a:lnTo>
                <a:lnTo>
                  <a:pt x="140" y="10044"/>
                </a:lnTo>
                <a:lnTo>
                  <a:pt x="110" y="8774"/>
                </a:lnTo>
                <a:lnTo>
                  <a:pt x="73" y="7595"/>
                </a:lnTo>
                <a:lnTo>
                  <a:pt x="37" y="6409"/>
                </a:lnTo>
                <a:lnTo>
                  <a:pt x="0" y="5206"/>
                </a:lnTo>
                <a:lnTo>
                  <a:pt x="219" y="3411"/>
                </a:lnTo>
                <a:lnTo>
                  <a:pt x="642" y="2270"/>
                </a:lnTo>
                <a:lnTo>
                  <a:pt x="1576" y="1296"/>
                </a:lnTo>
                <a:lnTo>
                  <a:pt x="3341" y="0"/>
                </a:lnTo>
                <a:close/>
              </a:path>
            </a:pathLst>
          </a:custGeom>
          <a:solidFill>
            <a:srgbClr val="F4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3" name="contour_06721"/>
          <p:cNvSpPr/>
          <p:nvPr/>
        </p:nvSpPr>
        <p:spPr>
          <a:xfrm>
            <a:off x="1817797" y="5159898"/>
            <a:ext cx="5101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8" y="0"/>
                </a:lnTo>
                <a:lnTo>
                  <a:pt x="12343" y="0"/>
                </a:lnTo>
                <a:lnTo>
                  <a:pt x="12343" y="1273"/>
                </a:lnTo>
                <a:lnTo>
                  <a:pt x="12343" y="2547"/>
                </a:lnTo>
                <a:lnTo>
                  <a:pt x="12343" y="3825"/>
                </a:lnTo>
                <a:lnTo>
                  <a:pt x="12343" y="5108"/>
                </a:lnTo>
                <a:lnTo>
                  <a:pt x="12343" y="6397"/>
                </a:lnTo>
                <a:lnTo>
                  <a:pt x="12343" y="7693"/>
                </a:lnTo>
                <a:lnTo>
                  <a:pt x="12343" y="9000"/>
                </a:lnTo>
                <a:lnTo>
                  <a:pt x="14383" y="9000"/>
                </a:lnTo>
                <a:lnTo>
                  <a:pt x="16435" y="9000"/>
                </a:lnTo>
                <a:lnTo>
                  <a:pt x="18514" y="9000"/>
                </a:lnTo>
                <a:lnTo>
                  <a:pt x="19650" y="10123"/>
                </a:lnTo>
                <a:lnTo>
                  <a:pt x="20378" y="10966"/>
                </a:lnTo>
                <a:lnTo>
                  <a:pt x="20847" y="11786"/>
                </a:lnTo>
                <a:lnTo>
                  <a:pt x="21205" y="12845"/>
                </a:lnTo>
                <a:lnTo>
                  <a:pt x="21600" y="14400"/>
                </a:lnTo>
                <a:lnTo>
                  <a:pt x="21004" y="15530"/>
                </a:lnTo>
                <a:lnTo>
                  <a:pt x="20344" y="16628"/>
                </a:lnTo>
                <a:lnTo>
                  <a:pt x="19604" y="17692"/>
                </a:lnTo>
                <a:lnTo>
                  <a:pt x="18761" y="18720"/>
                </a:lnTo>
                <a:lnTo>
                  <a:pt x="17795" y="19715"/>
                </a:lnTo>
                <a:lnTo>
                  <a:pt x="16694" y="20675"/>
                </a:lnTo>
                <a:lnTo>
                  <a:pt x="15429" y="21600"/>
                </a:lnTo>
                <a:lnTo>
                  <a:pt x="12389" y="21589"/>
                </a:lnTo>
                <a:lnTo>
                  <a:pt x="10226" y="21517"/>
                </a:lnTo>
                <a:lnTo>
                  <a:pt x="8628" y="21319"/>
                </a:lnTo>
                <a:lnTo>
                  <a:pt x="7276" y="20934"/>
                </a:lnTo>
                <a:lnTo>
                  <a:pt x="5854" y="20299"/>
                </a:lnTo>
                <a:lnTo>
                  <a:pt x="4048" y="19350"/>
                </a:lnTo>
                <a:lnTo>
                  <a:pt x="2644" y="18454"/>
                </a:lnTo>
                <a:lnTo>
                  <a:pt x="1753" y="17827"/>
                </a:lnTo>
                <a:lnTo>
                  <a:pt x="1000" y="17174"/>
                </a:lnTo>
                <a:lnTo>
                  <a:pt x="0" y="16200"/>
                </a:lnTo>
                <a:lnTo>
                  <a:pt x="275" y="14836"/>
                </a:lnTo>
                <a:lnTo>
                  <a:pt x="611" y="13621"/>
                </a:lnTo>
                <a:lnTo>
                  <a:pt x="1037" y="12494"/>
                </a:lnTo>
                <a:lnTo>
                  <a:pt x="1577" y="11389"/>
                </a:lnTo>
                <a:lnTo>
                  <a:pt x="2249" y="10246"/>
                </a:lnTo>
                <a:lnTo>
                  <a:pt x="3086" y="9000"/>
                </a:lnTo>
                <a:lnTo>
                  <a:pt x="3583" y="8186"/>
                </a:lnTo>
                <a:lnTo>
                  <a:pt x="4082" y="7369"/>
                </a:lnTo>
                <a:lnTo>
                  <a:pt x="4592" y="6539"/>
                </a:lnTo>
                <a:lnTo>
                  <a:pt x="5826" y="4597"/>
                </a:lnTo>
                <a:lnTo>
                  <a:pt x="6705" y="3236"/>
                </a:lnTo>
                <a:lnTo>
                  <a:pt x="7359" y="2279"/>
                </a:lnTo>
                <a:lnTo>
                  <a:pt x="7915" y="1543"/>
                </a:lnTo>
                <a:lnTo>
                  <a:pt x="8504" y="842"/>
                </a:lnTo>
                <a:lnTo>
                  <a:pt x="9257" y="0"/>
                </a:lnTo>
                <a:close/>
              </a:path>
            </a:pathLst>
          </a:custGeom>
          <a:solidFill>
            <a:srgbClr val="514159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4" name="contour_06722"/>
          <p:cNvSpPr/>
          <p:nvPr/>
        </p:nvSpPr>
        <p:spPr>
          <a:xfrm>
            <a:off x="7568022" y="5130032"/>
            <a:ext cx="94744" cy="446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71" y="0"/>
                </a:moveTo>
                <a:lnTo>
                  <a:pt x="16403" y="63"/>
                </a:lnTo>
                <a:lnTo>
                  <a:pt x="17549" y="123"/>
                </a:lnTo>
                <a:lnTo>
                  <a:pt x="18687" y="173"/>
                </a:lnTo>
                <a:lnTo>
                  <a:pt x="19840" y="218"/>
                </a:lnTo>
                <a:lnTo>
                  <a:pt x="20714" y="282"/>
                </a:lnTo>
                <a:lnTo>
                  <a:pt x="21600" y="345"/>
                </a:lnTo>
                <a:lnTo>
                  <a:pt x="21590" y="3814"/>
                </a:lnTo>
                <a:lnTo>
                  <a:pt x="21514" y="6118"/>
                </a:lnTo>
                <a:lnTo>
                  <a:pt x="21309" y="7780"/>
                </a:lnTo>
                <a:lnTo>
                  <a:pt x="20909" y="9326"/>
                </a:lnTo>
                <a:lnTo>
                  <a:pt x="20249" y="11281"/>
                </a:lnTo>
                <a:lnTo>
                  <a:pt x="19277" y="13137"/>
                </a:lnTo>
                <a:lnTo>
                  <a:pt x="18332" y="14852"/>
                </a:lnTo>
                <a:lnTo>
                  <a:pt x="17398" y="16409"/>
                </a:lnTo>
                <a:lnTo>
                  <a:pt x="16458" y="17796"/>
                </a:lnTo>
                <a:lnTo>
                  <a:pt x="15496" y="18997"/>
                </a:lnTo>
                <a:lnTo>
                  <a:pt x="14497" y="19994"/>
                </a:lnTo>
                <a:lnTo>
                  <a:pt x="13442" y="20765"/>
                </a:lnTo>
                <a:lnTo>
                  <a:pt x="12315" y="21304"/>
                </a:lnTo>
                <a:lnTo>
                  <a:pt x="11099" y="21586"/>
                </a:lnTo>
                <a:lnTo>
                  <a:pt x="9780" y="21600"/>
                </a:lnTo>
                <a:lnTo>
                  <a:pt x="8680" y="21332"/>
                </a:lnTo>
                <a:lnTo>
                  <a:pt x="7585" y="21022"/>
                </a:lnTo>
                <a:lnTo>
                  <a:pt x="6493" y="20677"/>
                </a:lnTo>
                <a:lnTo>
                  <a:pt x="5407" y="20293"/>
                </a:lnTo>
                <a:lnTo>
                  <a:pt x="4323" y="19878"/>
                </a:lnTo>
                <a:lnTo>
                  <a:pt x="3242" y="19434"/>
                </a:lnTo>
                <a:lnTo>
                  <a:pt x="2162" y="18962"/>
                </a:lnTo>
                <a:lnTo>
                  <a:pt x="1082" y="18469"/>
                </a:lnTo>
                <a:lnTo>
                  <a:pt x="0" y="17955"/>
                </a:lnTo>
                <a:lnTo>
                  <a:pt x="0" y="15630"/>
                </a:lnTo>
                <a:lnTo>
                  <a:pt x="0" y="13285"/>
                </a:lnTo>
                <a:lnTo>
                  <a:pt x="0" y="10911"/>
                </a:lnTo>
                <a:lnTo>
                  <a:pt x="1063" y="10016"/>
                </a:lnTo>
                <a:lnTo>
                  <a:pt x="1869" y="9368"/>
                </a:lnTo>
                <a:lnTo>
                  <a:pt x="2579" y="8865"/>
                </a:lnTo>
                <a:lnTo>
                  <a:pt x="3350" y="8400"/>
                </a:lnTo>
                <a:lnTo>
                  <a:pt x="4342" y="7868"/>
                </a:lnTo>
                <a:lnTo>
                  <a:pt x="5711" y="7167"/>
                </a:lnTo>
                <a:lnTo>
                  <a:pt x="6822" y="6480"/>
                </a:lnTo>
                <a:lnTo>
                  <a:pt x="7921" y="5625"/>
                </a:lnTo>
                <a:lnTo>
                  <a:pt x="9004" y="4656"/>
                </a:lnTo>
                <a:lnTo>
                  <a:pt x="10074" y="3638"/>
                </a:lnTo>
                <a:lnTo>
                  <a:pt x="11132" y="2634"/>
                </a:lnTo>
                <a:lnTo>
                  <a:pt x="12181" y="1708"/>
                </a:lnTo>
                <a:lnTo>
                  <a:pt x="13219" y="919"/>
                </a:lnTo>
                <a:lnTo>
                  <a:pt x="14249" y="331"/>
                </a:lnTo>
                <a:lnTo>
                  <a:pt x="15271" y="0"/>
                </a:lnTo>
                <a:close/>
              </a:path>
            </a:pathLst>
          </a:custGeom>
          <a:solidFill>
            <a:srgbClr val="ECE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5" name="contour_06723"/>
          <p:cNvSpPr/>
          <p:nvPr/>
        </p:nvSpPr>
        <p:spPr>
          <a:xfrm>
            <a:off x="761038" y="5116170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654" y="181"/>
                </a:lnTo>
                <a:lnTo>
                  <a:pt x="15271" y="436"/>
                </a:lnTo>
                <a:lnTo>
                  <a:pt x="16865" y="752"/>
                </a:lnTo>
                <a:lnTo>
                  <a:pt x="18444" y="1121"/>
                </a:lnTo>
                <a:lnTo>
                  <a:pt x="20021" y="1528"/>
                </a:lnTo>
                <a:lnTo>
                  <a:pt x="21600" y="1964"/>
                </a:lnTo>
                <a:lnTo>
                  <a:pt x="21166" y="3213"/>
                </a:lnTo>
                <a:lnTo>
                  <a:pt x="20726" y="4459"/>
                </a:lnTo>
                <a:lnTo>
                  <a:pt x="20280" y="5706"/>
                </a:lnTo>
                <a:lnTo>
                  <a:pt x="19829" y="6949"/>
                </a:lnTo>
                <a:lnTo>
                  <a:pt x="19373" y="8194"/>
                </a:lnTo>
                <a:lnTo>
                  <a:pt x="18912" y="9435"/>
                </a:lnTo>
                <a:lnTo>
                  <a:pt x="18451" y="10678"/>
                </a:lnTo>
                <a:lnTo>
                  <a:pt x="18026" y="11919"/>
                </a:lnTo>
                <a:lnTo>
                  <a:pt x="17592" y="13182"/>
                </a:lnTo>
                <a:lnTo>
                  <a:pt x="17064" y="14537"/>
                </a:lnTo>
                <a:lnTo>
                  <a:pt x="16510" y="15845"/>
                </a:lnTo>
                <a:lnTo>
                  <a:pt x="15902" y="17121"/>
                </a:lnTo>
                <a:lnTo>
                  <a:pt x="15209" y="18380"/>
                </a:lnTo>
                <a:lnTo>
                  <a:pt x="14400" y="19636"/>
                </a:lnTo>
                <a:lnTo>
                  <a:pt x="12494" y="20392"/>
                </a:lnTo>
                <a:lnTo>
                  <a:pt x="11165" y="20871"/>
                </a:lnTo>
                <a:lnTo>
                  <a:pt x="10070" y="21170"/>
                </a:lnTo>
                <a:lnTo>
                  <a:pt x="8866" y="21382"/>
                </a:lnTo>
                <a:lnTo>
                  <a:pt x="7200" y="21600"/>
                </a:lnTo>
                <a:lnTo>
                  <a:pt x="7200" y="20434"/>
                </a:lnTo>
                <a:lnTo>
                  <a:pt x="7200" y="19263"/>
                </a:lnTo>
                <a:lnTo>
                  <a:pt x="7200" y="18089"/>
                </a:lnTo>
                <a:lnTo>
                  <a:pt x="7200" y="16905"/>
                </a:lnTo>
                <a:lnTo>
                  <a:pt x="7200" y="15709"/>
                </a:lnTo>
                <a:lnTo>
                  <a:pt x="8786" y="15709"/>
                </a:lnTo>
                <a:lnTo>
                  <a:pt x="10382" y="15709"/>
                </a:lnTo>
                <a:lnTo>
                  <a:pt x="12000" y="15709"/>
                </a:lnTo>
                <a:lnTo>
                  <a:pt x="12000" y="14411"/>
                </a:lnTo>
                <a:lnTo>
                  <a:pt x="12000" y="13105"/>
                </a:lnTo>
                <a:lnTo>
                  <a:pt x="12000" y="11782"/>
                </a:lnTo>
                <a:lnTo>
                  <a:pt x="10303" y="11782"/>
                </a:lnTo>
                <a:lnTo>
                  <a:pt x="8604" y="11782"/>
                </a:lnTo>
                <a:lnTo>
                  <a:pt x="6900" y="11782"/>
                </a:lnTo>
                <a:lnTo>
                  <a:pt x="5189" y="11782"/>
                </a:lnTo>
                <a:lnTo>
                  <a:pt x="3470" y="11782"/>
                </a:lnTo>
                <a:lnTo>
                  <a:pt x="1742" y="11782"/>
                </a:lnTo>
                <a:lnTo>
                  <a:pt x="0" y="11782"/>
                </a:lnTo>
                <a:lnTo>
                  <a:pt x="1001" y="10998"/>
                </a:lnTo>
                <a:lnTo>
                  <a:pt x="2016" y="10201"/>
                </a:lnTo>
                <a:lnTo>
                  <a:pt x="2885" y="9508"/>
                </a:lnTo>
                <a:lnTo>
                  <a:pt x="3763" y="8809"/>
                </a:lnTo>
                <a:lnTo>
                  <a:pt x="4651" y="8100"/>
                </a:lnTo>
                <a:lnTo>
                  <a:pt x="5035" y="7796"/>
                </a:lnTo>
                <a:lnTo>
                  <a:pt x="5712" y="7258"/>
                </a:lnTo>
                <a:lnTo>
                  <a:pt x="7265" y="6028"/>
                </a:lnTo>
                <a:lnTo>
                  <a:pt x="8628" y="4778"/>
                </a:lnTo>
                <a:lnTo>
                  <a:pt x="9422" y="3896"/>
                </a:lnTo>
                <a:lnTo>
                  <a:pt x="9948" y="2971"/>
                </a:lnTo>
                <a:lnTo>
                  <a:pt x="10510" y="1581"/>
                </a:lnTo>
                <a:lnTo>
                  <a:pt x="11249" y="795"/>
                </a:lnTo>
                <a:lnTo>
                  <a:pt x="12000" y="0"/>
                </a:lnTo>
                <a:close/>
              </a:path>
            </a:pathLst>
          </a:custGeom>
          <a:solidFill>
            <a:srgbClr val="42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6" name="contour_06724"/>
          <p:cNvSpPr/>
          <p:nvPr/>
        </p:nvSpPr>
        <p:spPr>
          <a:xfrm>
            <a:off x="7793950" y="5135920"/>
            <a:ext cx="102032" cy="531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59"/>
                </a:moveTo>
                <a:lnTo>
                  <a:pt x="1024" y="767"/>
                </a:lnTo>
                <a:lnTo>
                  <a:pt x="2049" y="681"/>
                </a:lnTo>
                <a:lnTo>
                  <a:pt x="3073" y="604"/>
                </a:lnTo>
                <a:lnTo>
                  <a:pt x="4098" y="536"/>
                </a:lnTo>
                <a:lnTo>
                  <a:pt x="5122" y="471"/>
                </a:lnTo>
                <a:lnTo>
                  <a:pt x="6145" y="412"/>
                </a:lnTo>
                <a:lnTo>
                  <a:pt x="7171" y="356"/>
                </a:lnTo>
                <a:lnTo>
                  <a:pt x="8196" y="302"/>
                </a:lnTo>
                <a:lnTo>
                  <a:pt x="8969" y="228"/>
                </a:lnTo>
                <a:lnTo>
                  <a:pt x="9745" y="154"/>
                </a:lnTo>
                <a:lnTo>
                  <a:pt x="10532" y="77"/>
                </a:lnTo>
                <a:lnTo>
                  <a:pt x="12405" y="12"/>
                </a:lnTo>
                <a:lnTo>
                  <a:pt x="13839" y="0"/>
                </a:lnTo>
                <a:lnTo>
                  <a:pt x="14933" y="74"/>
                </a:lnTo>
                <a:lnTo>
                  <a:pt x="15779" y="264"/>
                </a:lnTo>
                <a:lnTo>
                  <a:pt x="16468" y="607"/>
                </a:lnTo>
                <a:lnTo>
                  <a:pt x="17099" y="1138"/>
                </a:lnTo>
                <a:lnTo>
                  <a:pt x="17761" y="1881"/>
                </a:lnTo>
                <a:lnTo>
                  <a:pt x="18553" y="2877"/>
                </a:lnTo>
                <a:lnTo>
                  <a:pt x="19192" y="4113"/>
                </a:lnTo>
                <a:lnTo>
                  <a:pt x="19670" y="5090"/>
                </a:lnTo>
                <a:lnTo>
                  <a:pt x="20133" y="6133"/>
                </a:lnTo>
                <a:lnTo>
                  <a:pt x="20728" y="7576"/>
                </a:lnTo>
                <a:lnTo>
                  <a:pt x="21600" y="9748"/>
                </a:lnTo>
                <a:lnTo>
                  <a:pt x="21253" y="9781"/>
                </a:lnTo>
                <a:lnTo>
                  <a:pt x="20208" y="9879"/>
                </a:lnTo>
                <a:lnTo>
                  <a:pt x="19170" y="9994"/>
                </a:lnTo>
                <a:lnTo>
                  <a:pt x="18132" y="10119"/>
                </a:lnTo>
                <a:lnTo>
                  <a:pt x="17093" y="10252"/>
                </a:lnTo>
                <a:lnTo>
                  <a:pt x="16057" y="10388"/>
                </a:lnTo>
                <a:lnTo>
                  <a:pt x="15018" y="10530"/>
                </a:lnTo>
                <a:lnTo>
                  <a:pt x="13981" y="10673"/>
                </a:lnTo>
                <a:lnTo>
                  <a:pt x="12895" y="10773"/>
                </a:lnTo>
                <a:lnTo>
                  <a:pt x="11792" y="10877"/>
                </a:lnTo>
                <a:lnTo>
                  <a:pt x="10817" y="11034"/>
                </a:lnTo>
                <a:lnTo>
                  <a:pt x="9873" y="11218"/>
                </a:lnTo>
                <a:lnTo>
                  <a:pt x="8945" y="11452"/>
                </a:lnTo>
                <a:lnTo>
                  <a:pt x="8027" y="11763"/>
                </a:lnTo>
                <a:lnTo>
                  <a:pt x="7106" y="12175"/>
                </a:lnTo>
                <a:lnTo>
                  <a:pt x="6171" y="12711"/>
                </a:lnTo>
                <a:lnTo>
                  <a:pt x="5554" y="14978"/>
                </a:lnTo>
                <a:lnTo>
                  <a:pt x="5165" y="16572"/>
                </a:lnTo>
                <a:lnTo>
                  <a:pt x="4931" y="17923"/>
                </a:lnTo>
                <a:lnTo>
                  <a:pt x="4777" y="19458"/>
                </a:lnTo>
                <a:lnTo>
                  <a:pt x="4629" y="21600"/>
                </a:lnTo>
                <a:lnTo>
                  <a:pt x="4156" y="19425"/>
                </a:lnTo>
                <a:lnTo>
                  <a:pt x="3788" y="17487"/>
                </a:lnTo>
                <a:lnTo>
                  <a:pt x="3530" y="15686"/>
                </a:lnTo>
                <a:lnTo>
                  <a:pt x="3390" y="13911"/>
                </a:lnTo>
                <a:lnTo>
                  <a:pt x="3377" y="12059"/>
                </a:lnTo>
                <a:lnTo>
                  <a:pt x="3498" y="10027"/>
                </a:lnTo>
                <a:lnTo>
                  <a:pt x="3761" y="7710"/>
                </a:lnTo>
                <a:lnTo>
                  <a:pt x="4192" y="5781"/>
                </a:lnTo>
                <a:lnTo>
                  <a:pt x="4629" y="3822"/>
                </a:lnTo>
                <a:lnTo>
                  <a:pt x="3712" y="3236"/>
                </a:lnTo>
                <a:lnTo>
                  <a:pt x="2793" y="2646"/>
                </a:lnTo>
                <a:lnTo>
                  <a:pt x="1870" y="2056"/>
                </a:lnTo>
                <a:lnTo>
                  <a:pt x="940" y="1461"/>
                </a:lnTo>
                <a:lnTo>
                  <a:pt x="0" y="859"/>
                </a:lnTo>
                <a:close/>
              </a:path>
            </a:pathLst>
          </a:custGeom>
          <a:solidFill>
            <a:srgbClr val="C2AE6D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7" name="contour_06725"/>
          <p:cNvSpPr/>
          <p:nvPr/>
        </p:nvSpPr>
        <p:spPr>
          <a:xfrm>
            <a:off x="11226594" y="5106849"/>
            <a:ext cx="72880" cy="617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11"/>
                </a:moveTo>
                <a:lnTo>
                  <a:pt x="1480" y="467"/>
                </a:lnTo>
                <a:lnTo>
                  <a:pt x="2931" y="265"/>
                </a:lnTo>
                <a:lnTo>
                  <a:pt x="4363" y="115"/>
                </a:lnTo>
                <a:lnTo>
                  <a:pt x="5782" y="23"/>
                </a:lnTo>
                <a:lnTo>
                  <a:pt x="7197" y="0"/>
                </a:lnTo>
                <a:lnTo>
                  <a:pt x="8614" y="48"/>
                </a:lnTo>
                <a:lnTo>
                  <a:pt x="10042" y="178"/>
                </a:lnTo>
                <a:lnTo>
                  <a:pt x="11487" y="398"/>
                </a:lnTo>
                <a:lnTo>
                  <a:pt x="12960" y="711"/>
                </a:lnTo>
                <a:lnTo>
                  <a:pt x="14133" y="1966"/>
                </a:lnTo>
                <a:lnTo>
                  <a:pt x="15232" y="3259"/>
                </a:lnTo>
                <a:lnTo>
                  <a:pt x="16265" y="4590"/>
                </a:lnTo>
                <a:lnTo>
                  <a:pt x="17243" y="5962"/>
                </a:lnTo>
                <a:lnTo>
                  <a:pt x="18172" y="7374"/>
                </a:lnTo>
                <a:lnTo>
                  <a:pt x="19064" y="8830"/>
                </a:lnTo>
                <a:lnTo>
                  <a:pt x="19926" y="10330"/>
                </a:lnTo>
                <a:lnTo>
                  <a:pt x="20768" y="11872"/>
                </a:lnTo>
                <a:lnTo>
                  <a:pt x="21600" y="13461"/>
                </a:lnTo>
                <a:lnTo>
                  <a:pt x="19488" y="15684"/>
                </a:lnTo>
                <a:lnTo>
                  <a:pt x="17760" y="17462"/>
                </a:lnTo>
                <a:lnTo>
                  <a:pt x="16338" y="18846"/>
                </a:lnTo>
                <a:lnTo>
                  <a:pt x="15139" y="19886"/>
                </a:lnTo>
                <a:lnTo>
                  <a:pt x="14083" y="20628"/>
                </a:lnTo>
                <a:lnTo>
                  <a:pt x="13087" y="21121"/>
                </a:lnTo>
                <a:lnTo>
                  <a:pt x="12072" y="21416"/>
                </a:lnTo>
                <a:lnTo>
                  <a:pt x="10956" y="21559"/>
                </a:lnTo>
                <a:lnTo>
                  <a:pt x="9660" y="21600"/>
                </a:lnTo>
                <a:lnTo>
                  <a:pt x="8100" y="21590"/>
                </a:lnTo>
                <a:lnTo>
                  <a:pt x="6852" y="21432"/>
                </a:lnTo>
                <a:lnTo>
                  <a:pt x="5594" y="21271"/>
                </a:lnTo>
                <a:lnTo>
                  <a:pt x="4320" y="21110"/>
                </a:lnTo>
                <a:lnTo>
                  <a:pt x="4575" y="19407"/>
                </a:lnTo>
                <a:lnTo>
                  <a:pt x="4845" y="17706"/>
                </a:lnTo>
                <a:lnTo>
                  <a:pt x="5130" y="16011"/>
                </a:lnTo>
                <a:lnTo>
                  <a:pt x="5357" y="14588"/>
                </a:lnTo>
                <a:lnTo>
                  <a:pt x="5586" y="13142"/>
                </a:lnTo>
                <a:lnTo>
                  <a:pt x="6031" y="12035"/>
                </a:lnTo>
                <a:lnTo>
                  <a:pt x="6480" y="10911"/>
                </a:lnTo>
                <a:lnTo>
                  <a:pt x="7908" y="10911"/>
                </a:lnTo>
                <a:lnTo>
                  <a:pt x="9344" y="10911"/>
                </a:lnTo>
                <a:lnTo>
                  <a:pt x="10800" y="10911"/>
                </a:lnTo>
                <a:lnTo>
                  <a:pt x="10152" y="9169"/>
                </a:lnTo>
                <a:lnTo>
                  <a:pt x="9474" y="7724"/>
                </a:lnTo>
                <a:lnTo>
                  <a:pt x="8724" y="6523"/>
                </a:lnTo>
                <a:lnTo>
                  <a:pt x="7862" y="5500"/>
                </a:lnTo>
                <a:lnTo>
                  <a:pt x="6845" y="4603"/>
                </a:lnTo>
                <a:lnTo>
                  <a:pt x="5633" y="3769"/>
                </a:lnTo>
                <a:lnTo>
                  <a:pt x="4186" y="2943"/>
                </a:lnTo>
                <a:lnTo>
                  <a:pt x="3009" y="2300"/>
                </a:lnTo>
                <a:lnTo>
                  <a:pt x="1814" y="1647"/>
                </a:lnTo>
                <a:lnTo>
                  <a:pt x="914" y="1183"/>
                </a:lnTo>
                <a:lnTo>
                  <a:pt x="0" y="711"/>
                </a:lnTo>
                <a:close/>
              </a:path>
            </a:pathLst>
          </a:custGeom>
          <a:solidFill>
            <a:srgbClr val="EC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8" name="contour_06726"/>
          <p:cNvSpPr/>
          <p:nvPr/>
        </p:nvSpPr>
        <p:spPr>
          <a:xfrm>
            <a:off x="4747569" y="5101594"/>
            <a:ext cx="102032" cy="452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5620" y="1725"/>
                </a:lnTo>
                <a:lnTo>
                  <a:pt x="15811" y="3457"/>
                </a:lnTo>
                <a:lnTo>
                  <a:pt x="16007" y="5217"/>
                </a:lnTo>
                <a:lnTo>
                  <a:pt x="16325" y="6943"/>
                </a:lnTo>
                <a:lnTo>
                  <a:pt x="16647" y="8675"/>
                </a:lnTo>
                <a:lnTo>
                  <a:pt x="16971" y="10435"/>
                </a:lnTo>
                <a:lnTo>
                  <a:pt x="17991" y="10435"/>
                </a:lnTo>
                <a:lnTo>
                  <a:pt x="19017" y="10435"/>
                </a:lnTo>
                <a:lnTo>
                  <a:pt x="20057" y="10435"/>
                </a:lnTo>
                <a:lnTo>
                  <a:pt x="20623" y="8369"/>
                </a:lnTo>
                <a:lnTo>
                  <a:pt x="20974" y="6957"/>
                </a:lnTo>
                <a:lnTo>
                  <a:pt x="21250" y="5544"/>
                </a:lnTo>
                <a:lnTo>
                  <a:pt x="21600" y="3478"/>
                </a:lnTo>
                <a:lnTo>
                  <a:pt x="21600" y="5544"/>
                </a:lnTo>
                <a:lnTo>
                  <a:pt x="21600" y="7617"/>
                </a:lnTo>
                <a:lnTo>
                  <a:pt x="21600" y="9697"/>
                </a:lnTo>
                <a:lnTo>
                  <a:pt x="21600" y="11795"/>
                </a:lnTo>
                <a:lnTo>
                  <a:pt x="21600" y="13913"/>
                </a:lnTo>
                <a:lnTo>
                  <a:pt x="20867" y="13770"/>
                </a:lnTo>
                <a:lnTo>
                  <a:pt x="20130" y="13624"/>
                </a:lnTo>
                <a:lnTo>
                  <a:pt x="19381" y="13478"/>
                </a:lnTo>
                <a:lnTo>
                  <a:pt x="19028" y="13544"/>
                </a:lnTo>
                <a:lnTo>
                  <a:pt x="18403" y="13656"/>
                </a:lnTo>
                <a:lnTo>
                  <a:pt x="16971" y="13913"/>
                </a:lnTo>
                <a:lnTo>
                  <a:pt x="16623" y="15631"/>
                </a:lnTo>
                <a:lnTo>
                  <a:pt x="16269" y="17377"/>
                </a:lnTo>
                <a:lnTo>
                  <a:pt x="16060" y="18243"/>
                </a:lnTo>
                <a:lnTo>
                  <a:pt x="15429" y="20870"/>
                </a:lnTo>
                <a:lnTo>
                  <a:pt x="14478" y="21325"/>
                </a:lnTo>
                <a:lnTo>
                  <a:pt x="13795" y="21548"/>
                </a:lnTo>
                <a:lnTo>
                  <a:pt x="13046" y="21600"/>
                </a:lnTo>
                <a:lnTo>
                  <a:pt x="11903" y="21548"/>
                </a:lnTo>
                <a:lnTo>
                  <a:pt x="10863" y="21517"/>
                </a:lnTo>
                <a:lnTo>
                  <a:pt x="9808" y="21482"/>
                </a:lnTo>
                <a:lnTo>
                  <a:pt x="8722" y="21391"/>
                </a:lnTo>
                <a:lnTo>
                  <a:pt x="7619" y="21304"/>
                </a:lnTo>
                <a:lnTo>
                  <a:pt x="6889" y="21273"/>
                </a:lnTo>
                <a:lnTo>
                  <a:pt x="6154" y="21242"/>
                </a:lnTo>
                <a:lnTo>
                  <a:pt x="5409" y="21210"/>
                </a:lnTo>
                <a:lnTo>
                  <a:pt x="4328" y="21158"/>
                </a:lnTo>
                <a:lnTo>
                  <a:pt x="3246" y="21096"/>
                </a:lnTo>
                <a:lnTo>
                  <a:pt x="2163" y="21026"/>
                </a:lnTo>
                <a:lnTo>
                  <a:pt x="1082" y="20953"/>
                </a:lnTo>
                <a:lnTo>
                  <a:pt x="0" y="20870"/>
                </a:lnTo>
                <a:lnTo>
                  <a:pt x="748" y="19130"/>
                </a:lnTo>
                <a:lnTo>
                  <a:pt x="1520" y="17447"/>
                </a:lnTo>
                <a:lnTo>
                  <a:pt x="2316" y="15823"/>
                </a:lnTo>
                <a:lnTo>
                  <a:pt x="3132" y="14261"/>
                </a:lnTo>
                <a:lnTo>
                  <a:pt x="3970" y="12755"/>
                </a:lnTo>
                <a:lnTo>
                  <a:pt x="4829" y="11315"/>
                </a:lnTo>
                <a:lnTo>
                  <a:pt x="5707" y="9937"/>
                </a:lnTo>
                <a:lnTo>
                  <a:pt x="6605" y="8626"/>
                </a:lnTo>
                <a:lnTo>
                  <a:pt x="7521" y="7381"/>
                </a:lnTo>
                <a:lnTo>
                  <a:pt x="8455" y="6205"/>
                </a:lnTo>
                <a:lnTo>
                  <a:pt x="9407" y="5099"/>
                </a:lnTo>
                <a:lnTo>
                  <a:pt x="10374" y="4063"/>
                </a:lnTo>
                <a:lnTo>
                  <a:pt x="11357" y="3099"/>
                </a:lnTo>
                <a:lnTo>
                  <a:pt x="12354" y="2209"/>
                </a:lnTo>
                <a:lnTo>
                  <a:pt x="13366" y="1395"/>
                </a:lnTo>
                <a:lnTo>
                  <a:pt x="14390" y="657"/>
                </a:lnTo>
                <a:lnTo>
                  <a:pt x="15429" y="0"/>
                </a:lnTo>
                <a:close/>
              </a:path>
            </a:pathLst>
          </a:custGeom>
          <a:solidFill>
            <a:srgbClr val="6F6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29" name="contour_06727"/>
          <p:cNvSpPr/>
          <p:nvPr/>
        </p:nvSpPr>
        <p:spPr>
          <a:xfrm>
            <a:off x="3632506" y="5094306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4913" y="290"/>
                </a:lnTo>
                <a:lnTo>
                  <a:pt x="15578" y="638"/>
                </a:lnTo>
                <a:lnTo>
                  <a:pt x="16168" y="1267"/>
                </a:lnTo>
                <a:lnTo>
                  <a:pt x="16971" y="2400"/>
                </a:lnTo>
                <a:lnTo>
                  <a:pt x="17038" y="4042"/>
                </a:lnTo>
                <a:lnTo>
                  <a:pt x="17066" y="5237"/>
                </a:lnTo>
                <a:lnTo>
                  <a:pt x="17050" y="6331"/>
                </a:lnTo>
                <a:lnTo>
                  <a:pt x="16988" y="7670"/>
                </a:lnTo>
                <a:lnTo>
                  <a:pt x="16876" y="9600"/>
                </a:lnTo>
                <a:lnTo>
                  <a:pt x="16826" y="11539"/>
                </a:lnTo>
                <a:lnTo>
                  <a:pt x="16808" y="12883"/>
                </a:lnTo>
                <a:lnTo>
                  <a:pt x="16822" y="13978"/>
                </a:lnTo>
                <a:lnTo>
                  <a:pt x="16876" y="15168"/>
                </a:lnTo>
                <a:lnTo>
                  <a:pt x="16971" y="16800"/>
                </a:lnTo>
                <a:lnTo>
                  <a:pt x="18119" y="17827"/>
                </a:lnTo>
                <a:lnTo>
                  <a:pt x="18934" y="18466"/>
                </a:lnTo>
                <a:lnTo>
                  <a:pt x="19637" y="18830"/>
                </a:lnTo>
                <a:lnTo>
                  <a:pt x="20452" y="19037"/>
                </a:lnTo>
                <a:lnTo>
                  <a:pt x="21600" y="19200"/>
                </a:lnTo>
                <a:lnTo>
                  <a:pt x="20582" y="19464"/>
                </a:lnTo>
                <a:lnTo>
                  <a:pt x="19562" y="19728"/>
                </a:lnTo>
                <a:lnTo>
                  <a:pt x="18542" y="19992"/>
                </a:lnTo>
                <a:lnTo>
                  <a:pt x="17519" y="20258"/>
                </a:lnTo>
                <a:lnTo>
                  <a:pt x="16493" y="20525"/>
                </a:lnTo>
                <a:lnTo>
                  <a:pt x="15463" y="20791"/>
                </a:lnTo>
                <a:lnTo>
                  <a:pt x="14429" y="21060"/>
                </a:lnTo>
                <a:lnTo>
                  <a:pt x="13389" y="21329"/>
                </a:lnTo>
                <a:lnTo>
                  <a:pt x="12343" y="21600"/>
                </a:lnTo>
                <a:lnTo>
                  <a:pt x="12201" y="20443"/>
                </a:lnTo>
                <a:lnTo>
                  <a:pt x="12059" y="19282"/>
                </a:lnTo>
                <a:lnTo>
                  <a:pt x="11915" y="18103"/>
                </a:lnTo>
                <a:lnTo>
                  <a:pt x="11547" y="16879"/>
                </a:lnTo>
                <a:lnTo>
                  <a:pt x="11176" y="15648"/>
                </a:lnTo>
                <a:lnTo>
                  <a:pt x="10800" y="14400"/>
                </a:lnTo>
                <a:lnTo>
                  <a:pt x="9728" y="13879"/>
                </a:lnTo>
                <a:lnTo>
                  <a:pt x="8921" y="13519"/>
                </a:lnTo>
                <a:lnTo>
                  <a:pt x="8228" y="13272"/>
                </a:lnTo>
                <a:lnTo>
                  <a:pt x="7497" y="13092"/>
                </a:lnTo>
                <a:lnTo>
                  <a:pt x="6573" y="12934"/>
                </a:lnTo>
                <a:lnTo>
                  <a:pt x="5304" y="12749"/>
                </a:lnTo>
                <a:lnTo>
                  <a:pt x="4314" y="12593"/>
                </a:lnTo>
                <a:lnTo>
                  <a:pt x="3317" y="12432"/>
                </a:lnTo>
                <a:lnTo>
                  <a:pt x="2308" y="12271"/>
                </a:lnTo>
                <a:lnTo>
                  <a:pt x="1546" y="12182"/>
                </a:lnTo>
                <a:lnTo>
                  <a:pt x="778" y="12091"/>
                </a:lnTo>
                <a:lnTo>
                  <a:pt x="0" y="12000"/>
                </a:lnTo>
                <a:lnTo>
                  <a:pt x="0" y="10810"/>
                </a:lnTo>
                <a:lnTo>
                  <a:pt x="0" y="9600"/>
                </a:lnTo>
                <a:lnTo>
                  <a:pt x="1007" y="9118"/>
                </a:lnTo>
                <a:lnTo>
                  <a:pt x="2020" y="8662"/>
                </a:lnTo>
                <a:lnTo>
                  <a:pt x="3033" y="8227"/>
                </a:lnTo>
                <a:lnTo>
                  <a:pt x="4050" y="7810"/>
                </a:lnTo>
                <a:lnTo>
                  <a:pt x="5068" y="7409"/>
                </a:lnTo>
                <a:lnTo>
                  <a:pt x="6088" y="7013"/>
                </a:lnTo>
                <a:lnTo>
                  <a:pt x="7111" y="6624"/>
                </a:lnTo>
                <a:lnTo>
                  <a:pt x="8135" y="6235"/>
                </a:lnTo>
                <a:lnTo>
                  <a:pt x="9450" y="5513"/>
                </a:lnTo>
                <a:lnTo>
                  <a:pt x="10333" y="4937"/>
                </a:lnTo>
                <a:lnTo>
                  <a:pt x="10997" y="4306"/>
                </a:lnTo>
                <a:lnTo>
                  <a:pt x="11649" y="3425"/>
                </a:lnTo>
                <a:lnTo>
                  <a:pt x="12500" y="2090"/>
                </a:lnTo>
                <a:lnTo>
                  <a:pt x="12844" y="1570"/>
                </a:lnTo>
                <a:lnTo>
                  <a:pt x="13886" y="0"/>
                </a:lnTo>
                <a:close/>
              </a:path>
            </a:pathLst>
          </a:custGeom>
          <a:solidFill>
            <a:srgbClr val="617992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0" name="contour_06728"/>
          <p:cNvSpPr/>
          <p:nvPr/>
        </p:nvSpPr>
        <p:spPr>
          <a:xfrm>
            <a:off x="3559627" y="5036002"/>
            <a:ext cx="6559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257" y="314"/>
                </a:lnTo>
                <a:lnTo>
                  <a:pt x="7241" y="593"/>
                </a:lnTo>
                <a:lnTo>
                  <a:pt x="8206" y="990"/>
                </a:lnTo>
                <a:lnTo>
                  <a:pt x="9600" y="1662"/>
                </a:lnTo>
                <a:lnTo>
                  <a:pt x="9566" y="2826"/>
                </a:lnTo>
                <a:lnTo>
                  <a:pt x="9502" y="3674"/>
                </a:lnTo>
                <a:lnTo>
                  <a:pt x="9365" y="4448"/>
                </a:lnTo>
                <a:lnTo>
                  <a:pt x="9113" y="5392"/>
                </a:lnTo>
                <a:lnTo>
                  <a:pt x="8700" y="6749"/>
                </a:lnTo>
                <a:lnTo>
                  <a:pt x="8434" y="7661"/>
                </a:lnTo>
                <a:lnTo>
                  <a:pt x="8165" y="8579"/>
                </a:lnTo>
                <a:lnTo>
                  <a:pt x="7894" y="9509"/>
                </a:lnTo>
                <a:lnTo>
                  <a:pt x="7550" y="10562"/>
                </a:lnTo>
                <a:lnTo>
                  <a:pt x="7200" y="11631"/>
                </a:lnTo>
                <a:lnTo>
                  <a:pt x="8626" y="11631"/>
                </a:lnTo>
                <a:lnTo>
                  <a:pt x="10056" y="11631"/>
                </a:lnTo>
                <a:lnTo>
                  <a:pt x="11491" y="11631"/>
                </a:lnTo>
                <a:lnTo>
                  <a:pt x="12938" y="11631"/>
                </a:lnTo>
                <a:lnTo>
                  <a:pt x="14400" y="11631"/>
                </a:lnTo>
                <a:lnTo>
                  <a:pt x="14177" y="12766"/>
                </a:lnTo>
                <a:lnTo>
                  <a:pt x="13949" y="13915"/>
                </a:lnTo>
                <a:lnTo>
                  <a:pt x="14098" y="14808"/>
                </a:lnTo>
                <a:lnTo>
                  <a:pt x="14249" y="15705"/>
                </a:lnTo>
                <a:lnTo>
                  <a:pt x="14400" y="16615"/>
                </a:lnTo>
                <a:lnTo>
                  <a:pt x="15934" y="17453"/>
                </a:lnTo>
                <a:lnTo>
                  <a:pt x="17066" y="18054"/>
                </a:lnTo>
                <a:lnTo>
                  <a:pt x="18000" y="18511"/>
                </a:lnTo>
                <a:lnTo>
                  <a:pt x="18934" y="18917"/>
                </a:lnTo>
                <a:lnTo>
                  <a:pt x="20066" y="19360"/>
                </a:lnTo>
                <a:lnTo>
                  <a:pt x="21600" y="19938"/>
                </a:lnTo>
                <a:lnTo>
                  <a:pt x="20016" y="20121"/>
                </a:lnTo>
                <a:lnTo>
                  <a:pt x="18430" y="20304"/>
                </a:lnTo>
                <a:lnTo>
                  <a:pt x="16843" y="20487"/>
                </a:lnTo>
                <a:lnTo>
                  <a:pt x="15252" y="20671"/>
                </a:lnTo>
                <a:lnTo>
                  <a:pt x="13656" y="20856"/>
                </a:lnTo>
                <a:lnTo>
                  <a:pt x="12053" y="21040"/>
                </a:lnTo>
                <a:lnTo>
                  <a:pt x="10445" y="21226"/>
                </a:lnTo>
                <a:lnTo>
                  <a:pt x="8827" y="21412"/>
                </a:lnTo>
                <a:lnTo>
                  <a:pt x="7200" y="21600"/>
                </a:lnTo>
                <a:lnTo>
                  <a:pt x="6902" y="20776"/>
                </a:lnTo>
                <a:lnTo>
                  <a:pt x="6602" y="19948"/>
                </a:lnTo>
                <a:lnTo>
                  <a:pt x="6300" y="19108"/>
                </a:lnTo>
                <a:lnTo>
                  <a:pt x="5806" y="18284"/>
                </a:lnTo>
                <a:lnTo>
                  <a:pt x="5304" y="17456"/>
                </a:lnTo>
                <a:lnTo>
                  <a:pt x="4800" y="16615"/>
                </a:lnTo>
                <a:lnTo>
                  <a:pt x="3214" y="16615"/>
                </a:lnTo>
                <a:lnTo>
                  <a:pt x="1618" y="16615"/>
                </a:lnTo>
                <a:lnTo>
                  <a:pt x="0" y="16615"/>
                </a:lnTo>
                <a:lnTo>
                  <a:pt x="0" y="15628"/>
                </a:lnTo>
                <a:lnTo>
                  <a:pt x="0" y="14638"/>
                </a:lnTo>
                <a:lnTo>
                  <a:pt x="0" y="13645"/>
                </a:lnTo>
                <a:lnTo>
                  <a:pt x="0" y="12643"/>
                </a:lnTo>
                <a:lnTo>
                  <a:pt x="0" y="11631"/>
                </a:lnTo>
                <a:lnTo>
                  <a:pt x="1586" y="11631"/>
                </a:lnTo>
                <a:lnTo>
                  <a:pt x="3182" y="11631"/>
                </a:lnTo>
                <a:lnTo>
                  <a:pt x="4800" y="11631"/>
                </a:lnTo>
                <a:lnTo>
                  <a:pt x="4498" y="10787"/>
                </a:lnTo>
                <a:lnTo>
                  <a:pt x="4190" y="9931"/>
                </a:lnTo>
                <a:lnTo>
                  <a:pt x="3823" y="8816"/>
                </a:lnTo>
                <a:lnTo>
                  <a:pt x="3451" y="7685"/>
                </a:lnTo>
                <a:lnTo>
                  <a:pt x="3074" y="6583"/>
                </a:lnTo>
                <a:lnTo>
                  <a:pt x="2690" y="5465"/>
                </a:lnTo>
                <a:lnTo>
                  <a:pt x="2606" y="4164"/>
                </a:lnTo>
                <a:lnTo>
                  <a:pt x="2760" y="3080"/>
                </a:lnTo>
                <a:lnTo>
                  <a:pt x="3168" y="2102"/>
                </a:lnTo>
                <a:lnTo>
                  <a:pt x="3842" y="1113"/>
                </a:lnTo>
                <a:lnTo>
                  <a:pt x="4800" y="0"/>
                </a:lnTo>
                <a:close/>
              </a:path>
            </a:pathLst>
          </a:custGeom>
          <a:solidFill>
            <a:srgbClr val="7B91A5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1" name="contour_06729"/>
          <p:cNvSpPr/>
          <p:nvPr/>
        </p:nvSpPr>
        <p:spPr>
          <a:xfrm>
            <a:off x="5031801" y="5071728"/>
            <a:ext cx="87456" cy="36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55"/>
                </a:moveTo>
                <a:lnTo>
                  <a:pt x="14963" y="181"/>
                </a:lnTo>
                <a:lnTo>
                  <a:pt x="16105" y="215"/>
                </a:lnTo>
                <a:lnTo>
                  <a:pt x="17204" y="245"/>
                </a:lnTo>
                <a:lnTo>
                  <a:pt x="18302" y="284"/>
                </a:lnTo>
                <a:lnTo>
                  <a:pt x="19402" y="327"/>
                </a:lnTo>
                <a:lnTo>
                  <a:pt x="20500" y="370"/>
                </a:lnTo>
                <a:lnTo>
                  <a:pt x="21600" y="422"/>
                </a:lnTo>
                <a:lnTo>
                  <a:pt x="21125" y="5954"/>
                </a:lnTo>
                <a:lnTo>
                  <a:pt x="20786" y="9782"/>
                </a:lnTo>
                <a:lnTo>
                  <a:pt x="20534" y="12387"/>
                </a:lnTo>
                <a:lnTo>
                  <a:pt x="20320" y="14246"/>
                </a:lnTo>
                <a:lnTo>
                  <a:pt x="20092" y="15839"/>
                </a:lnTo>
                <a:lnTo>
                  <a:pt x="19800" y="17643"/>
                </a:lnTo>
                <a:lnTo>
                  <a:pt x="18547" y="19081"/>
                </a:lnTo>
                <a:lnTo>
                  <a:pt x="17312" y="20166"/>
                </a:lnTo>
                <a:lnTo>
                  <a:pt x="16090" y="20928"/>
                </a:lnTo>
                <a:lnTo>
                  <a:pt x="14877" y="21398"/>
                </a:lnTo>
                <a:lnTo>
                  <a:pt x="13671" y="21600"/>
                </a:lnTo>
                <a:lnTo>
                  <a:pt x="12467" y="21561"/>
                </a:lnTo>
                <a:lnTo>
                  <a:pt x="11261" y="21320"/>
                </a:lnTo>
                <a:lnTo>
                  <a:pt x="10051" y="20898"/>
                </a:lnTo>
                <a:lnTo>
                  <a:pt x="8834" y="20326"/>
                </a:lnTo>
                <a:lnTo>
                  <a:pt x="7605" y="19628"/>
                </a:lnTo>
                <a:lnTo>
                  <a:pt x="6361" y="18840"/>
                </a:lnTo>
                <a:lnTo>
                  <a:pt x="5098" y="17992"/>
                </a:lnTo>
                <a:lnTo>
                  <a:pt x="3812" y="17105"/>
                </a:lnTo>
                <a:lnTo>
                  <a:pt x="2502" y="16214"/>
                </a:lnTo>
                <a:lnTo>
                  <a:pt x="1676" y="15263"/>
                </a:lnTo>
                <a:lnTo>
                  <a:pt x="842" y="14307"/>
                </a:lnTo>
                <a:lnTo>
                  <a:pt x="0" y="13338"/>
                </a:lnTo>
                <a:lnTo>
                  <a:pt x="0" y="10492"/>
                </a:lnTo>
                <a:lnTo>
                  <a:pt x="0" y="7629"/>
                </a:lnTo>
                <a:lnTo>
                  <a:pt x="0" y="4727"/>
                </a:lnTo>
                <a:lnTo>
                  <a:pt x="1210" y="3388"/>
                </a:lnTo>
                <a:lnTo>
                  <a:pt x="2426" y="2321"/>
                </a:lnTo>
                <a:lnTo>
                  <a:pt x="3654" y="1498"/>
                </a:lnTo>
                <a:lnTo>
                  <a:pt x="4889" y="887"/>
                </a:lnTo>
                <a:lnTo>
                  <a:pt x="6134" y="461"/>
                </a:lnTo>
                <a:lnTo>
                  <a:pt x="7391" y="194"/>
                </a:lnTo>
                <a:lnTo>
                  <a:pt x="8656" y="47"/>
                </a:lnTo>
                <a:lnTo>
                  <a:pt x="9934" y="0"/>
                </a:lnTo>
                <a:lnTo>
                  <a:pt x="11223" y="22"/>
                </a:lnTo>
                <a:lnTo>
                  <a:pt x="12524" y="82"/>
                </a:lnTo>
                <a:lnTo>
                  <a:pt x="13838" y="155"/>
                </a:lnTo>
                <a:close/>
              </a:path>
            </a:pathLst>
          </a:custGeom>
          <a:solidFill>
            <a:srgbClr val="CFBFA6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2" name="contour_06730"/>
          <p:cNvSpPr/>
          <p:nvPr/>
        </p:nvSpPr>
        <p:spPr>
          <a:xfrm>
            <a:off x="1511701" y="4991910"/>
            <a:ext cx="65592" cy="58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4"/>
                </a:moveTo>
                <a:lnTo>
                  <a:pt x="20362" y="687"/>
                </a:lnTo>
                <a:lnTo>
                  <a:pt x="19114" y="1248"/>
                </a:lnTo>
                <a:lnTo>
                  <a:pt x="17851" y="1811"/>
                </a:lnTo>
                <a:lnTo>
                  <a:pt x="17342" y="2353"/>
                </a:lnTo>
                <a:lnTo>
                  <a:pt x="16447" y="3311"/>
                </a:lnTo>
                <a:lnTo>
                  <a:pt x="14400" y="5501"/>
                </a:lnTo>
                <a:lnTo>
                  <a:pt x="14465" y="7368"/>
                </a:lnTo>
                <a:lnTo>
                  <a:pt x="14599" y="9185"/>
                </a:lnTo>
                <a:lnTo>
                  <a:pt x="14794" y="10964"/>
                </a:lnTo>
                <a:lnTo>
                  <a:pt x="15041" y="12716"/>
                </a:lnTo>
                <a:lnTo>
                  <a:pt x="15334" y="14460"/>
                </a:lnTo>
                <a:lnTo>
                  <a:pt x="15665" y="16207"/>
                </a:lnTo>
                <a:lnTo>
                  <a:pt x="16025" y="17970"/>
                </a:lnTo>
                <a:lnTo>
                  <a:pt x="16406" y="19762"/>
                </a:lnTo>
                <a:lnTo>
                  <a:pt x="16800" y="21600"/>
                </a:lnTo>
                <a:lnTo>
                  <a:pt x="15137" y="21334"/>
                </a:lnTo>
                <a:lnTo>
                  <a:pt x="13471" y="21069"/>
                </a:lnTo>
                <a:lnTo>
                  <a:pt x="11806" y="20803"/>
                </a:lnTo>
                <a:lnTo>
                  <a:pt x="10138" y="20535"/>
                </a:lnTo>
                <a:lnTo>
                  <a:pt x="8462" y="20269"/>
                </a:lnTo>
                <a:lnTo>
                  <a:pt x="6785" y="20001"/>
                </a:lnTo>
                <a:lnTo>
                  <a:pt x="5100" y="19732"/>
                </a:lnTo>
                <a:lnTo>
                  <a:pt x="3408" y="19461"/>
                </a:lnTo>
                <a:lnTo>
                  <a:pt x="1709" y="19190"/>
                </a:lnTo>
                <a:lnTo>
                  <a:pt x="0" y="18917"/>
                </a:lnTo>
                <a:lnTo>
                  <a:pt x="883" y="16268"/>
                </a:lnTo>
                <a:lnTo>
                  <a:pt x="1723" y="13837"/>
                </a:lnTo>
                <a:lnTo>
                  <a:pt x="2549" y="11624"/>
                </a:lnTo>
                <a:lnTo>
                  <a:pt x="3377" y="9617"/>
                </a:lnTo>
                <a:lnTo>
                  <a:pt x="4229" y="7814"/>
                </a:lnTo>
                <a:lnTo>
                  <a:pt x="5131" y="6212"/>
                </a:lnTo>
                <a:lnTo>
                  <a:pt x="6101" y="4806"/>
                </a:lnTo>
                <a:lnTo>
                  <a:pt x="7164" y="3587"/>
                </a:lnTo>
                <a:lnTo>
                  <a:pt x="8340" y="2557"/>
                </a:lnTo>
                <a:lnTo>
                  <a:pt x="9653" y="1707"/>
                </a:lnTo>
                <a:lnTo>
                  <a:pt x="11122" y="1030"/>
                </a:lnTo>
                <a:lnTo>
                  <a:pt x="12770" y="529"/>
                </a:lnTo>
                <a:lnTo>
                  <a:pt x="14621" y="191"/>
                </a:lnTo>
                <a:lnTo>
                  <a:pt x="16694" y="16"/>
                </a:lnTo>
                <a:lnTo>
                  <a:pt x="19013" y="0"/>
                </a:lnTo>
                <a:lnTo>
                  <a:pt x="21600" y="134"/>
                </a:lnTo>
                <a:close/>
              </a:path>
            </a:pathLst>
          </a:custGeom>
          <a:solidFill>
            <a:srgbClr val="A7917F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3" name="contour_06731"/>
          <p:cNvSpPr/>
          <p:nvPr/>
        </p:nvSpPr>
        <p:spPr>
          <a:xfrm>
            <a:off x="6918115" y="4926682"/>
            <a:ext cx="81443" cy="74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8" y="0"/>
                </a:moveTo>
                <a:lnTo>
                  <a:pt x="1297" y="0"/>
                </a:lnTo>
                <a:lnTo>
                  <a:pt x="2271" y="0"/>
                </a:lnTo>
                <a:lnTo>
                  <a:pt x="2169" y="1114"/>
                </a:lnTo>
                <a:lnTo>
                  <a:pt x="2068" y="2246"/>
                </a:lnTo>
                <a:lnTo>
                  <a:pt x="1997" y="3674"/>
                </a:lnTo>
                <a:lnTo>
                  <a:pt x="1952" y="5065"/>
                </a:lnTo>
                <a:lnTo>
                  <a:pt x="1944" y="6437"/>
                </a:lnTo>
                <a:lnTo>
                  <a:pt x="1987" y="7807"/>
                </a:lnTo>
                <a:lnTo>
                  <a:pt x="2091" y="9192"/>
                </a:lnTo>
                <a:lnTo>
                  <a:pt x="2271" y="10605"/>
                </a:lnTo>
                <a:lnTo>
                  <a:pt x="3709" y="11449"/>
                </a:lnTo>
                <a:lnTo>
                  <a:pt x="4730" y="11981"/>
                </a:lnTo>
                <a:lnTo>
                  <a:pt x="5611" y="12304"/>
                </a:lnTo>
                <a:lnTo>
                  <a:pt x="6632" y="12518"/>
                </a:lnTo>
                <a:lnTo>
                  <a:pt x="8070" y="12726"/>
                </a:lnTo>
                <a:lnTo>
                  <a:pt x="7590" y="13776"/>
                </a:lnTo>
                <a:lnTo>
                  <a:pt x="7111" y="14830"/>
                </a:lnTo>
                <a:lnTo>
                  <a:pt x="6626" y="15892"/>
                </a:lnTo>
                <a:lnTo>
                  <a:pt x="6137" y="16968"/>
                </a:lnTo>
                <a:lnTo>
                  <a:pt x="7413" y="16792"/>
                </a:lnTo>
                <a:lnTo>
                  <a:pt x="8688" y="16618"/>
                </a:lnTo>
                <a:lnTo>
                  <a:pt x="9966" y="16442"/>
                </a:lnTo>
                <a:lnTo>
                  <a:pt x="11246" y="16268"/>
                </a:lnTo>
                <a:lnTo>
                  <a:pt x="12527" y="16092"/>
                </a:lnTo>
                <a:lnTo>
                  <a:pt x="13810" y="15916"/>
                </a:lnTo>
                <a:lnTo>
                  <a:pt x="15098" y="15740"/>
                </a:lnTo>
                <a:lnTo>
                  <a:pt x="16389" y="15562"/>
                </a:lnTo>
                <a:lnTo>
                  <a:pt x="17684" y="15383"/>
                </a:lnTo>
                <a:lnTo>
                  <a:pt x="18983" y="15205"/>
                </a:lnTo>
                <a:lnTo>
                  <a:pt x="20290" y="15027"/>
                </a:lnTo>
                <a:lnTo>
                  <a:pt x="21600" y="14847"/>
                </a:lnTo>
                <a:lnTo>
                  <a:pt x="21600" y="16107"/>
                </a:lnTo>
                <a:lnTo>
                  <a:pt x="21600" y="17371"/>
                </a:lnTo>
                <a:lnTo>
                  <a:pt x="21600" y="18639"/>
                </a:lnTo>
                <a:lnTo>
                  <a:pt x="21600" y="19918"/>
                </a:lnTo>
                <a:lnTo>
                  <a:pt x="21600" y="21210"/>
                </a:lnTo>
                <a:lnTo>
                  <a:pt x="20392" y="21256"/>
                </a:lnTo>
                <a:lnTo>
                  <a:pt x="19184" y="21301"/>
                </a:lnTo>
                <a:lnTo>
                  <a:pt x="17976" y="21341"/>
                </a:lnTo>
                <a:lnTo>
                  <a:pt x="16768" y="21379"/>
                </a:lnTo>
                <a:lnTo>
                  <a:pt x="15560" y="21413"/>
                </a:lnTo>
                <a:lnTo>
                  <a:pt x="14352" y="21445"/>
                </a:lnTo>
                <a:lnTo>
                  <a:pt x="13144" y="21475"/>
                </a:lnTo>
                <a:lnTo>
                  <a:pt x="11945" y="21528"/>
                </a:lnTo>
                <a:lnTo>
                  <a:pt x="10728" y="21583"/>
                </a:lnTo>
                <a:lnTo>
                  <a:pt x="9264" y="21600"/>
                </a:lnTo>
                <a:lnTo>
                  <a:pt x="7923" y="21575"/>
                </a:lnTo>
                <a:lnTo>
                  <a:pt x="6668" y="21473"/>
                </a:lnTo>
                <a:lnTo>
                  <a:pt x="5458" y="21259"/>
                </a:lnTo>
                <a:lnTo>
                  <a:pt x="4258" y="20902"/>
                </a:lnTo>
                <a:lnTo>
                  <a:pt x="3027" y="20366"/>
                </a:lnTo>
                <a:lnTo>
                  <a:pt x="1728" y="19619"/>
                </a:lnTo>
                <a:lnTo>
                  <a:pt x="1086" y="18223"/>
                </a:lnTo>
                <a:lnTo>
                  <a:pt x="619" y="16845"/>
                </a:lnTo>
                <a:lnTo>
                  <a:pt x="302" y="15468"/>
                </a:lnTo>
                <a:lnTo>
                  <a:pt x="108" y="14083"/>
                </a:lnTo>
                <a:lnTo>
                  <a:pt x="17" y="12679"/>
                </a:lnTo>
                <a:lnTo>
                  <a:pt x="0" y="11241"/>
                </a:lnTo>
                <a:lnTo>
                  <a:pt x="35" y="9759"/>
                </a:lnTo>
                <a:lnTo>
                  <a:pt x="97" y="8219"/>
                </a:lnTo>
                <a:lnTo>
                  <a:pt x="124" y="7031"/>
                </a:lnTo>
                <a:lnTo>
                  <a:pt x="149" y="5824"/>
                </a:lnTo>
                <a:lnTo>
                  <a:pt x="187" y="4367"/>
                </a:lnTo>
                <a:lnTo>
                  <a:pt x="234" y="2912"/>
                </a:lnTo>
                <a:lnTo>
                  <a:pt x="284" y="1455"/>
                </a:lnTo>
                <a:lnTo>
                  <a:pt x="338" y="0"/>
                </a:lnTo>
                <a:close/>
              </a:path>
            </a:pathLst>
          </a:custGeom>
          <a:solidFill>
            <a:srgbClr val="645476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4" name="contour_06732"/>
          <p:cNvSpPr/>
          <p:nvPr/>
        </p:nvSpPr>
        <p:spPr>
          <a:xfrm>
            <a:off x="10563386" y="4941258"/>
            <a:ext cx="131184" cy="465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00" y="0"/>
                </a:moveTo>
                <a:lnTo>
                  <a:pt x="20928" y="1966"/>
                </a:lnTo>
                <a:lnTo>
                  <a:pt x="21228" y="3326"/>
                </a:lnTo>
                <a:lnTo>
                  <a:pt x="21415" y="4714"/>
                </a:lnTo>
                <a:lnTo>
                  <a:pt x="21600" y="6768"/>
                </a:lnTo>
                <a:lnTo>
                  <a:pt x="21035" y="6893"/>
                </a:lnTo>
                <a:lnTo>
                  <a:pt x="20466" y="7022"/>
                </a:lnTo>
                <a:lnTo>
                  <a:pt x="19889" y="7150"/>
                </a:lnTo>
                <a:lnTo>
                  <a:pt x="18209" y="7655"/>
                </a:lnTo>
                <a:lnTo>
                  <a:pt x="16854" y="8081"/>
                </a:lnTo>
                <a:lnTo>
                  <a:pt x="15778" y="8460"/>
                </a:lnTo>
                <a:lnTo>
                  <a:pt x="14934" y="8829"/>
                </a:lnTo>
                <a:lnTo>
                  <a:pt x="14275" y="9218"/>
                </a:lnTo>
                <a:lnTo>
                  <a:pt x="13756" y="9665"/>
                </a:lnTo>
                <a:lnTo>
                  <a:pt x="13327" y="10193"/>
                </a:lnTo>
                <a:lnTo>
                  <a:pt x="12947" y="10846"/>
                </a:lnTo>
                <a:lnTo>
                  <a:pt x="12564" y="11648"/>
                </a:lnTo>
                <a:lnTo>
                  <a:pt x="12136" y="12636"/>
                </a:lnTo>
                <a:lnTo>
                  <a:pt x="11771" y="14027"/>
                </a:lnTo>
                <a:lnTo>
                  <a:pt x="11400" y="15438"/>
                </a:lnTo>
                <a:lnTo>
                  <a:pt x="10830" y="17353"/>
                </a:lnTo>
                <a:lnTo>
                  <a:pt x="10314" y="18720"/>
                </a:lnTo>
                <a:lnTo>
                  <a:pt x="9790" y="19671"/>
                </a:lnTo>
                <a:lnTo>
                  <a:pt x="9198" y="20334"/>
                </a:lnTo>
                <a:lnTo>
                  <a:pt x="8477" y="20842"/>
                </a:lnTo>
                <a:lnTo>
                  <a:pt x="7566" y="21323"/>
                </a:lnTo>
                <a:lnTo>
                  <a:pt x="6127" y="21475"/>
                </a:lnTo>
                <a:lnTo>
                  <a:pt x="5022" y="21570"/>
                </a:lnTo>
                <a:lnTo>
                  <a:pt x="4175" y="21600"/>
                </a:lnTo>
                <a:lnTo>
                  <a:pt x="3510" y="21549"/>
                </a:lnTo>
                <a:lnTo>
                  <a:pt x="2956" y="21404"/>
                </a:lnTo>
                <a:lnTo>
                  <a:pt x="2436" y="21157"/>
                </a:lnTo>
                <a:lnTo>
                  <a:pt x="1876" y="20795"/>
                </a:lnTo>
                <a:lnTo>
                  <a:pt x="1200" y="20304"/>
                </a:lnTo>
                <a:lnTo>
                  <a:pt x="962" y="18294"/>
                </a:lnTo>
                <a:lnTo>
                  <a:pt x="724" y="16277"/>
                </a:lnTo>
                <a:lnTo>
                  <a:pt x="485" y="14253"/>
                </a:lnTo>
                <a:lnTo>
                  <a:pt x="244" y="12213"/>
                </a:lnTo>
                <a:lnTo>
                  <a:pt x="0" y="10152"/>
                </a:lnTo>
                <a:lnTo>
                  <a:pt x="822" y="10152"/>
                </a:lnTo>
                <a:lnTo>
                  <a:pt x="1645" y="10152"/>
                </a:lnTo>
                <a:lnTo>
                  <a:pt x="2468" y="10152"/>
                </a:lnTo>
                <a:lnTo>
                  <a:pt x="3293" y="10152"/>
                </a:lnTo>
                <a:lnTo>
                  <a:pt x="4118" y="10152"/>
                </a:lnTo>
                <a:lnTo>
                  <a:pt x="4945" y="10152"/>
                </a:lnTo>
                <a:lnTo>
                  <a:pt x="5774" y="10152"/>
                </a:lnTo>
                <a:lnTo>
                  <a:pt x="6605" y="10152"/>
                </a:lnTo>
                <a:lnTo>
                  <a:pt x="7438" y="10152"/>
                </a:lnTo>
                <a:lnTo>
                  <a:pt x="8274" y="10152"/>
                </a:lnTo>
                <a:lnTo>
                  <a:pt x="9113" y="10152"/>
                </a:lnTo>
                <a:lnTo>
                  <a:pt x="9954" y="10152"/>
                </a:lnTo>
                <a:lnTo>
                  <a:pt x="10800" y="10152"/>
                </a:lnTo>
                <a:lnTo>
                  <a:pt x="10800" y="7915"/>
                </a:lnTo>
                <a:lnTo>
                  <a:pt x="10800" y="5665"/>
                </a:lnTo>
                <a:lnTo>
                  <a:pt x="10800" y="3384"/>
                </a:lnTo>
                <a:lnTo>
                  <a:pt x="11587" y="3015"/>
                </a:lnTo>
                <a:lnTo>
                  <a:pt x="12374" y="2653"/>
                </a:lnTo>
                <a:lnTo>
                  <a:pt x="13160" y="2298"/>
                </a:lnTo>
                <a:lnTo>
                  <a:pt x="13949" y="1949"/>
                </a:lnTo>
                <a:lnTo>
                  <a:pt x="14736" y="1607"/>
                </a:lnTo>
                <a:lnTo>
                  <a:pt x="15526" y="1269"/>
                </a:lnTo>
                <a:lnTo>
                  <a:pt x="16199" y="941"/>
                </a:lnTo>
                <a:lnTo>
                  <a:pt x="16882" y="609"/>
                </a:lnTo>
                <a:lnTo>
                  <a:pt x="17534" y="349"/>
                </a:lnTo>
                <a:lnTo>
                  <a:pt x="18043" y="186"/>
                </a:lnTo>
                <a:lnTo>
                  <a:pt x="18578" y="95"/>
                </a:lnTo>
                <a:lnTo>
                  <a:pt x="19308" y="41"/>
                </a:lnTo>
                <a:lnTo>
                  <a:pt x="20400" y="0"/>
                </a:lnTo>
                <a:close/>
              </a:path>
            </a:pathLst>
          </a:custGeom>
          <a:solidFill>
            <a:srgbClr val="7A7158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5" name="contour_06733"/>
          <p:cNvSpPr/>
          <p:nvPr/>
        </p:nvSpPr>
        <p:spPr>
          <a:xfrm>
            <a:off x="1584581" y="4890242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618" y="1212"/>
                </a:lnTo>
                <a:lnTo>
                  <a:pt x="13237" y="2130"/>
                </a:lnTo>
                <a:lnTo>
                  <a:pt x="13745" y="2935"/>
                </a:lnTo>
                <a:lnTo>
                  <a:pt x="14254" y="3810"/>
                </a:lnTo>
                <a:lnTo>
                  <a:pt x="14873" y="4931"/>
                </a:lnTo>
                <a:lnTo>
                  <a:pt x="15709" y="6480"/>
                </a:lnTo>
                <a:lnTo>
                  <a:pt x="16652" y="7294"/>
                </a:lnTo>
                <a:lnTo>
                  <a:pt x="17604" y="8050"/>
                </a:lnTo>
                <a:lnTo>
                  <a:pt x="18570" y="8763"/>
                </a:lnTo>
                <a:lnTo>
                  <a:pt x="19556" y="9450"/>
                </a:lnTo>
                <a:lnTo>
                  <a:pt x="20563" y="10124"/>
                </a:lnTo>
                <a:lnTo>
                  <a:pt x="21600" y="10800"/>
                </a:lnTo>
                <a:lnTo>
                  <a:pt x="20993" y="10841"/>
                </a:lnTo>
                <a:lnTo>
                  <a:pt x="19161" y="10968"/>
                </a:lnTo>
                <a:lnTo>
                  <a:pt x="16616" y="11267"/>
                </a:lnTo>
                <a:lnTo>
                  <a:pt x="14611" y="11526"/>
                </a:lnTo>
                <a:lnTo>
                  <a:pt x="13060" y="11778"/>
                </a:lnTo>
                <a:lnTo>
                  <a:pt x="11870" y="12057"/>
                </a:lnTo>
                <a:lnTo>
                  <a:pt x="10949" y="12396"/>
                </a:lnTo>
                <a:lnTo>
                  <a:pt x="10209" y="12830"/>
                </a:lnTo>
                <a:lnTo>
                  <a:pt x="9557" y="13392"/>
                </a:lnTo>
                <a:lnTo>
                  <a:pt x="8905" y="14111"/>
                </a:lnTo>
                <a:lnTo>
                  <a:pt x="8161" y="15027"/>
                </a:lnTo>
                <a:lnTo>
                  <a:pt x="7615" y="16321"/>
                </a:lnTo>
                <a:lnTo>
                  <a:pt x="7116" y="17610"/>
                </a:lnTo>
                <a:lnTo>
                  <a:pt x="6665" y="18906"/>
                </a:lnTo>
                <a:lnTo>
                  <a:pt x="6256" y="20233"/>
                </a:lnTo>
                <a:lnTo>
                  <a:pt x="5891" y="21600"/>
                </a:lnTo>
                <a:lnTo>
                  <a:pt x="4919" y="20887"/>
                </a:lnTo>
                <a:lnTo>
                  <a:pt x="3945" y="20172"/>
                </a:lnTo>
                <a:lnTo>
                  <a:pt x="2967" y="19457"/>
                </a:lnTo>
                <a:lnTo>
                  <a:pt x="1985" y="18736"/>
                </a:lnTo>
                <a:lnTo>
                  <a:pt x="998" y="18010"/>
                </a:lnTo>
                <a:lnTo>
                  <a:pt x="0" y="17280"/>
                </a:lnTo>
                <a:lnTo>
                  <a:pt x="913" y="16543"/>
                </a:lnTo>
                <a:lnTo>
                  <a:pt x="1842" y="15794"/>
                </a:lnTo>
                <a:lnTo>
                  <a:pt x="2826" y="14358"/>
                </a:lnTo>
                <a:lnTo>
                  <a:pt x="3519" y="13096"/>
                </a:lnTo>
                <a:lnTo>
                  <a:pt x="3994" y="11891"/>
                </a:lnTo>
                <a:lnTo>
                  <a:pt x="4316" y="10625"/>
                </a:lnTo>
                <a:lnTo>
                  <a:pt x="4558" y="9176"/>
                </a:lnTo>
                <a:lnTo>
                  <a:pt x="4787" y="7426"/>
                </a:lnTo>
                <a:lnTo>
                  <a:pt x="5045" y="5743"/>
                </a:lnTo>
                <a:lnTo>
                  <a:pt x="5247" y="4633"/>
                </a:lnTo>
                <a:lnTo>
                  <a:pt x="5494" y="3605"/>
                </a:lnTo>
                <a:lnTo>
                  <a:pt x="5891" y="2160"/>
                </a:lnTo>
                <a:lnTo>
                  <a:pt x="7293" y="1106"/>
                </a:lnTo>
                <a:lnTo>
                  <a:pt x="8300" y="467"/>
                </a:lnTo>
                <a:lnTo>
                  <a:pt x="9196" y="138"/>
                </a:lnTo>
                <a:lnTo>
                  <a:pt x="10262" y="17"/>
                </a:lnTo>
                <a:lnTo>
                  <a:pt x="11782" y="0"/>
                </a:lnTo>
                <a:close/>
              </a:path>
            </a:pathLst>
          </a:custGeom>
          <a:solidFill>
            <a:srgbClr val="F6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6" name="contour_06734"/>
          <p:cNvSpPr/>
          <p:nvPr/>
        </p:nvSpPr>
        <p:spPr>
          <a:xfrm>
            <a:off x="5833480" y="4846514"/>
            <a:ext cx="3644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531" y="1258"/>
                </a:lnTo>
                <a:lnTo>
                  <a:pt x="17781" y="2516"/>
                </a:lnTo>
                <a:lnTo>
                  <a:pt x="18036" y="3775"/>
                </a:lnTo>
                <a:lnTo>
                  <a:pt x="18287" y="5035"/>
                </a:lnTo>
                <a:lnTo>
                  <a:pt x="18537" y="6295"/>
                </a:lnTo>
                <a:lnTo>
                  <a:pt x="18792" y="7556"/>
                </a:lnTo>
                <a:lnTo>
                  <a:pt x="19043" y="8820"/>
                </a:lnTo>
                <a:lnTo>
                  <a:pt x="19297" y="10085"/>
                </a:lnTo>
                <a:lnTo>
                  <a:pt x="19552" y="11353"/>
                </a:lnTo>
                <a:lnTo>
                  <a:pt x="19803" y="12623"/>
                </a:lnTo>
                <a:lnTo>
                  <a:pt x="20058" y="13896"/>
                </a:lnTo>
                <a:lnTo>
                  <a:pt x="20313" y="15170"/>
                </a:lnTo>
                <a:lnTo>
                  <a:pt x="20572" y="16448"/>
                </a:lnTo>
                <a:lnTo>
                  <a:pt x="20827" y="17732"/>
                </a:lnTo>
                <a:lnTo>
                  <a:pt x="21082" y="19017"/>
                </a:lnTo>
                <a:lnTo>
                  <a:pt x="21341" y="2030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216" y="20489"/>
                </a:lnTo>
                <a:lnTo>
                  <a:pt x="436" y="19381"/>
                </a:lnTo>
                <a:lnTo>
                  <a:pt x="665" y="18272"/>
                </a:lnTo>
                <a:lnTo>
                  <a:pt x="894" y="17163"/>
                </a:lnTo>
                <a:lnTo>
                  <a:pt x="1132" y="16056"/>
                </a:lnTo>
                <a:lnTo>
                  <a:pt x="1374" y="14947"/>
                </a:lnTo>
                <a:lnTo>
                  <a:pt x="1620" y="13838"/>
                </a:lnTo>
                <a:lnTo>
                  <a:pt x="1823" y="12744"/>
                </a:lnTo>
                <a:lnTo>
                  <a:pt x="2026" y="11633"/>
                </a:lnTo>
                <a:lnTo>
                  <a:pt x="2402" y="10229"/>
                </a:lnTo>
                <a:lnTo>
                  <a:pt x="2868" y="8919"/>
                </a:lnTo>
                <a:lnTo>
                  <a:pt x="3447" y="7690"/>
                </a:lnTo>
                <a:lnTo>
                  <a:pt x="4169" y="6521"/>
                </a:lnTo>
                <a:lnTo>
                  <a:pt x="5054" y="5404"/>
                </a:lnTo>
                <a:lnTo>
                  <a:pt x="6139" y="4318"/>
                </a:lnTo>
                <a:lnTo>
                  <a:pt x="7448" y="3251"/>
                </a:lnTo>
                <a:lnTo>
                  <a:pt x="8999" y="2185"/>
                </a:lnTo>
                <a:lnTo>
                  <a:pt x="10830" y="1107"/>
                </a:lnTo>
                <a:lnTo>
                  <a:pt x="12960" y="0"/>
                </a:lnTo>
                <a:close/>
              </a:path>
            </a:pathLst>
          </a:custGeom>
          <a:solidFill>
            <a:srgbClr val="F1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7" name="contour_06735"/>
          <p:cNvSpPr/>
          <p:nvPr/>
        </p:nvSpPr>
        <p:spPr>
          <a:xfrm>
            <a:off x="5775176" y="4875666"/>
            <a:ext cx="6559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34" y="621"/>
                </a:lnTo>
                <a:lnTo>
                  <a:pt x="5066" y="1092"/>
                </a:lnTo>
                <a:lnTo>
                  <a:pt x="6000" y="1505"/>
                </a:lnTo>
                <a:lnTo>
                  <a:pt x="6934" y="1954"/>
                </a:lnTo>
                <a:lnTo>
                  <a:pt x="8066" y="2529"/>
                </a:lnTo>
                <a:lnTo>
                  <a:pt x="9600" y="3323"/>
                </a:lnTo>
                <a:lnTo>
                  <a:pt x="9600" y="4421"/>
                </a:lnTo>
                <a:lnTo>
                  <a:pt x="9600" y="5526"/>
                </a:lnTo>
                <a:lnTo>
                  <a:pt x="9600" y="6646"/>
                </a:lnTo>
                <a:lnTo>
                  <a:pt x="11186" y="6646"/>
                </a:lnTo>
                <a:lnTo>
                  <a:pt x="12782" y="6646"/>
                </a:lnTo>
                <a:lnTo>
                  <a:pt x="14400" y="6646"/>
                </a:lnTo>
                <a:lnTo>
                  <a:pt x="14251" y="7435"/>
                </a:lnTo>
                <a:lnTo>
                  <a:pt x="14100" y="8230"/>
                </a:lnTo>
                <a:lnTo>
                  <a:pt x="13949" y="9035"/>
                </a:lnTo>
                <a:lnTo>
                  <a:pt x="14098" y="9893"/>
                </a:lnTo>
                <a:lnTo>
                  <a:pt x="14249" y="10755"/>
                </a:lnTo>
                <a:lnTo>
                  <a:pt x="14400" y="11631"/>
                </a:lnTo>
                <a:lnTo>
                  <a:pt x="16186" y="12192"/>
                </a:lnTo>
                <a:lnTo>
                  <a:pt x="17453" y="12560"/>
                </a:lnTo>
                <a:lnTo>
                  <a:pt x="18547" y="12812"/>
                </a:lnTo>
                <a:lnTo>
                  <a:pt x="19814" y="13030"/>
                </a:lnTo>
                <a:lnTo>
                  <a:pt x="21600" y="13292"/>
                </a:lnTo>
                <a:lnTo>
                  <a:pt x="21079" y="13354"/>
                </a:lnTo>
                <a:lnTo>
                  <a:pt x="19500" y="13538"/>
                </a:lnTo>
                <a:lnTo>
                  <a:pt x="18161" y="13726"/>
                </a:lnTo>
                <a:lnTo>
                  <a:pt x="16800" y="13915"/>
                </a:lnTo>
                <a:lnTo>
                  <a:pt x="15461" y="14090"/>
                </a:lnTo>
                <a:lnTo>
                  <a:pt x="14100" y="14266"/>
                </a:lnTo>
                <a:lnTo>
                  <a:pt x="13579" y="14437"/>
                </a:lnTo>
                <a:lnTo>
                  <a:pt x="12000" y="14954"/>
                </a:lnTo>
                <a:lnTo>
                  <a:pt x="12000" y="16052"/>
                </a:lnTo>
                <a:lnTo>
                  <a:pt x="12000" y="17157"/>
                </a:lnTo>
                <a:lnTo>
                  <a:pt x="12000" y="18277"/>
                </a:lnTo>
                <a:lnTo>
                  <a:pt x="10430" y="18898"/>
                </a:lnTo>
                <a:lnTo>
                  <a:pt x="9281" y="19299"/>
                </a:lnTo>
                <a:lnTo>
                  <a:pt x="7992" y="19658"/>
                </a:lnTo>
                <a:lnTo>
                  <a:pt x="6000" y="20146"/>
                </a:lnTo>
                <a:lnTo>
                  <a:pt x="4884" y="20425"/>
                </a:lnTo>
                <a:lnTo>
                  <a:pt x="3763" y="20706"/>
                </a:lnTo>
                <a:lnTo>
                  <a:pt x="2626" y="20990"/>
                </a:lnTo>
                <a:lnTo>
                  <a:pt x="1973" y="21141"/>
                </a:lnTo>
                <a:lnTo>
                  <a:pt x="0" y="21600"/>
                </a:lnTo>
                <a:lnTo>
                  <a:pt x="362" y="21313"/>
                </a:lnTo>
                <a:lnTo>
                  <a:pt x="998" y="20806"/>
                </a:lnTo>
                <a:lnTo>
                  <a:pt x="2455" y="19646"/>
                </a:lnTo>
                <a:lnTo>
                  <a:pt x="3391" y="18528"/>
                </a:lnTo>
                <a:lnTo>
                  <a:pt x="4068" y="17410"/>
                </a:lnTo>
                <a:lnTo>
                  <a:pt x="4517" y="16286"/>
                </a:lnTo>
                <a:lnTo>
                  <a:pt x="4766" y="15155"/>
                </a:lnTo>
                <a:lnTo>
                  <a:pt x="4850" y="14012"/>
                </a:lnTo>
                <a:lnTo>
                  <a:pt x="4802" y="12852"/>
                </a:lnTo>
                <a:lnTo>
                  <a:pt x="4651" y="11676"/>
                </a:lnTo>
                <a:lnTo>
                  <a:pt x="4430" y="10476"/>
                </a:lnTo>
                <a:lnTo>
                  <a:pt x="4169" y="9250"/>
                </a:lnTo>
                <a:lnTo>
                  <a:pt x="3900" y="7995"/>
                </a:lnTo>
                <a:lnTo>
                  <a:pt x="3696" y="6839"/>
                </a:lnTo>
                <a:lnTo>
                  <a:pt x="3487" y="5663"/>
                </a:lnTo>
                <a:lnTo>
                  <a:pt x="3281" y="4529"/>
                </a:lnTo>
                <a:lnTo>
                  <a:pt x="3070" y="3396"/>
                </a:lnTo>
                <a:lnTo>
                  <a:pt x="2851" y="2263"/>
                </a:lnTo>
                <a:lnTo>
                  <a:pt x="2628" y="1132"/>
                </a:lnTo>
                <a:lnTo>
                  <a:pt x="2400" y="0"/>
                </a:lnTo>
                <a:close/>
              </a:path>
            </a:pathLst>
          </a:custGeom>
          <a:solidFill>
            <a:srgbClr val="EA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8" name="contour_06736"/>
          <p:cNvSpPr/>
          <p:nvPr/>
        </p:nvSpPr>
        <p:spPr>
          <a:xfrm>
            <a:off x="7568022" y="4875666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52" y="1180"/>
                </a:lnTo>
                <a:lnTo>
                  <a:pt x="16484" y="2062"/>
                </a:lnTo>
                <a:lnTo>
                  <a:pt x="18094" y="2812"/>
                </a:lnTo>
                <a:lnTo>
                  <a:pt x="19285" y="3590"/>
                </a:lnTo>
                <a:lnTo>
                  <a:pt x="20354" y="4562"/>
                </a:lnTo>
                <a:lnTo>
                  <a:pt x="21600" y="5891"/>
                </a:lnTo>
                <a:lnTo>
                  <a:pt x="21542" y="7226"/>
                </a:lnTo>
                <a:lnTo>
                  <a:pt x="21424" y="8552"/>
                </a:lnTo>
                <a:lnTo>
                  <a:pt x="21258" y="9869"/>
                </a:lnTo>
                <a:lnTo>
                  <a:pt x="21038" y="11181"/>
                </a:lnTo>
                <a:lnTo>
                  <a:pt x="20776" y="12485"/>
                </a:lnTo>
                <a:lnTo>
                  <a:pt x="20470" y="13787"/>
                </a:lnTo>
                <a:lnTo>
                  <a:pt x="20128" y="15087"/>
                </a:lnTo>
                <a:lnTo>
                  <a:pt x="19753" y="16385"/>
                </a:lnTo>
                <a:lnTo>
                  <a:pt x="19346" y="17683"/>
                </a:lnTo>
                <a:lnTo>
                  <a:pt x="18918" y="18984"/>
                </a:lnTo>
                <a:lnTo>
                  <a:pt x="18468" y="20290"/>
                </a:lnTo>
                <a:lnTo>
                  <a:pt x="18000" y="21600"/>
                </a:lnTo>
                <a:lnTo>
                  <a:pt x="14461" y="21590"/>
                </a:lnTo>
                <a:lnTo>
                  <a:pt x="12143" y="21518"/>
                </a:lnTo>
                <a:lnTo>
                  <a:pt x="10544" y="21319"/>
                </a:lnTo>
                <a:lnTo>
                  <a:pt x="9158" y="20932"/>
                </a:lnTo>
                <a:lnTo>
                  <a:pt x="7481" y="20296"/>
                </a:lnTo>
                <a:lnTo>
                  <a:pt x="5861" y="19244"/>
                </a:lnTo>
                <a:lnTo>
                  <a:pt x="4417" y="18234"/>
                </a:lnTo>
                <a:lnTo>
                  <a:pt x="3132" y="17223"/>
                </a:lnTo>
                <a:lnTo>
                  <a:pt x="1984" y="16167"/>
                </a:lnTo>
                <a:lnTo>
                  <a:pt x="947" y="15022"/>
                </a:lnTo>
                <a:lnTo>
                  <a:pt x="0" y="13745"/>
                </a:lnTo>
                <a:lnTo>
                  <a:pt x="392" y="12365"/>
                </a:lnTo>
                <a:lnTo>
                  <a:pt x="871" y="10992"/>
                </a:lnTo>
                <a:lnTo>
                  <a:pt x="1440" y="9636"/>
                </a:lnTo>
                <a:lnTo>
                  <a:pt x="2120" y="8300"/>
                </a:lnTo>
                <a:lnTo>
                  <a:pt x="2916" y="6991"/>
                </a:lnTo>
                <a:lnTo>
                  <a:pt x="3841" y="5712"/>
                </a:lnTo>
                <a:lnTo>
                  <a:pt x="4907" y="4471"/>
                </a:lnTo>
                <a:lnTo>
                  <a:pt x="6127" y="3275"/>
                </a:lnTo>
                <a:lnTo>
                  <a:pt x="7506" y="2127"/>
                </a:lnTo>
                <a:lnTo>
                  <a:pt x="9061" y="1033"/>
                </a:lnTo>
                <a:lnTo>
                  <a:pt x="10800" y="0"/>
                </a:lnTo>
                <a:close/>
              </a:path>
            </a:pathLst>
          </a:custGeom>
          <a:solidFill>
            <a:srgbClr val="F6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39" name="contour_06737"/>
          <p:cNvSpPr/>
          <p:nvPr/>
        </p:nvSpPr>
        <p:spPr>
          <a:xfrm>
            <a:off x="11364351" y="4846514"/>
            <a:ext cx="5173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" y="0"/>
                </a:moveTo>
                <a:lnTo>
                  <a:pt x="2310" y="0"/>
                </a:lnTo>
                <a:lnTo>
                  <a:pt x="4333" y="0"/>
                </a:lnTo>
                <a:lnTo>
                  <a:pt x="6384" y="0"/>
                </a:lnTo>
                <a:lnTo>
                  <a:pt x="6120" y="872"/>
                </a:lnTo>
                <a:lnTo>
                  <a:pt x="5849" y="1760"/>
                </a:lnTo>
                <a:lnTo>
                  <a:pt x="5654" y="2916"/>
                </a:lnTo>
                <a:lnTo>
                  <a:pt x="5526" y="4006"/>
                </a:lnTo>
                <a:lnTo>
                  <a:pt x="5502" y="5059"/>
                </a:lnTo>
                <a:lnTo>
                  <a:pt x="5615" y="6108"/>
                </a:lnTo>
                <a:lnTo>
                  <a:pt x="5898" y="7180"/>
                </a:lnTo>
                <a:lnTo>
                  <a:pt x="6384" y="8308"/>
                </a:lnTo>
                <a:lnTo>
                  <a:pt x="8283" y="8773"/>
                </a:lnTo>
                <a:lnTo>
                  <a:pt x="10118" y="9128"/>
                </a:lnTo>
                <a:lnTo>
                  <a:pt x="11923" y="9389"/>
                </a:lnTo>
                <a:lnTo>
                  <a:pt x="13724" y="9577"/>
                </a:lnTo>
                <a:lnTo>
                  <a:pt x="15562" y="9708"/>
                </a:lnTo>
                <a:lnTo>
                  <a:pt x="17464" y="9806"/>
                </a:lnTo>
                <a:lnTo>
                  <a:pt x="19467" y="9886"/>
                </a:lnTo>
                <a:lnTo>
                  <a:pt x="21600" y="9969"/>
                </a:lnTo>
                <a:lnTo>
                  <a:pt x="21299" y="11121"/>
                </a:lnTo>
                <a:lnTo>
                  <a:pt x="20997" y="12274"/>
                </a:lnTo>
                <a:lnTo>
                  <a:pt x="20696" y="13427"/>
                </a:lnTo>
                <a:lnTo>
                  <a:pt x="20392" y="14582"/>
                </a:lnTo>
                <a:lnTo>
                  <a:pt x="20091" y="15741"/>
                </a:lnTo>
                <a:lnTo>
                  <a:pt x="19786" y="16903"/>
                </a:lnTo>
                <a:lnTo>
                  <a:pt x="19482" y="18069"/>
                </a:lnTo>
                <a:lnTo>
                  <a:pt x="19175" y="19241"/>
                </a:lnTo>
                <a:lnTo>
                  <a:pt x="18867" y="20417"/>
                </a:lnTo>
                <a:lnTo>
                  <a:pt x="18557" y="21600"/>
                </a:lnTo>
                <a:lnTo>
                  <a:pt x="17954" y="20613"/>
                </a:lnTo>
                <a:lnTo>
                  <a:pt x="17349" y="19623"/>
                </a:lnTo>
                <a:lnTo>
                  <a:pt x="16743" y="18629"/>
                </a:lnTo>
                <a:lnTo>
                  <a:pt x="16132" y="17627"/>
                </a:lnTo>
                <a:lnTo>
                  <a:pt x="15514" y="16615"/>
                </a:lnTo>
                <a:lnTo>
                  <a:pt x="13387" y="16092"/>
                </a:lnTo>
                <a:lnTo>
                  <a:pt x="11807" y="15849"/>
                </a:lnTo>
                <a:lnTo>
                  <a:pt x="9428" y="15682"/>
                </a:lnTo>
                <a:lnTo>
                  <a:pt x="7048" y="15512"/>
                </a:lnTo>
                <a:lnTo>
                  <a:pt x="5468" y="15323"/>
                </a:lnTo>
                <a:lnTo>
                  <a:pt x="3341" y="14954"/>
                </a:lnTo>
                <a:lnTo>
                  <a:pt x="2167" y="14002"/>
                </a:lnTo>
                <a:lnTo>
                  <a:pt x="1299" y="13031"/>
                </a:lnTo>
                <a:lnTo>
                  <a:pt x="691" y="12040"/>
                </a:lnTo>
                <a:lnTo>
                  <a:pt x="301" y="11028"/>
                </a:lnTo>
                <a:lnTo>
                  <a:pt x="85" y="9992"/>
                </a:lnTo>
                <a:lnTo>
                  <a:pt x="0" y="8936"/>
                </a:lnTo>
                <a:lnTo>
                  <a:pt x="6" y="7852"/>
                </a:lnTo>
                <a:lnTo>
                  <a:pt x="58" y="6744"/>
                </a:lnTo>
                <a:lnTo>
                  <a:pt x="110" y="5608"/>
                </a:lnTo>
                <a:lnTo>
                  <a:pt x="137" y="4558"/>
                </a:lnTo>
                <a:lnTo>
                  <a:pt x="164" y="3499"/>
                </a:lnTo>
                <a:lnTo>
                  <a:pt x="192" y="2428"/>
                </a:lnTo>
                <a:lnTo>
                  <a:pt x="225" y="1625"/>
                </a:lnTo>
                <a:lnTo>
                  <a:pt x="262" y="819"/>
                </a:lnTo>
                <a:lnTo>
                  <a:pt x="298" y="0"/>
                </a:lnTo>
                <a:close/>
              </a:path>
            </a:pathLst>
          </a:custGeom>
          <a:solidFill>
            <a:srgbClr val="797876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0" name="contour_06738"/>
          <p:cNvSpPr/>
          <p:nvPr/>
        </p:nvSpPr>
        <p:spPr>
          <a:xfrm>
            <a:off x="8317883" y="4845990"/>
            <a:ext cx="59106" cy="588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79" y="27"/>
                </a:moveTo>
                <a:lnTo>
                  <a:pt x="12012" y="48"/>
                </a:lnTo>
                <a:lnTo>
                  <a:pt x="13309" y="94"/>
                </a:lnTo>
                <a:lnTo>
                  <a:pt x="16273" y="193"/>
                </a:lnTo>
                <a:lnTo>
                  <a:pt x="16273" y="1959"/>
                </a:lnTo>
                <a:lnTo>
                  <a:pt x="16273" y="3741"/>
                </a:lnTo>
                <a:lnTo>
                  <a:pt x="16273" y="5544"/>
                </a:lnTo>
                <a:lnTo>
                  <a:pt x="18034" y="5544"/>
                </a:lnTo>
                <a:lnTo>
                  <a:pt x="19805" y="5544"/>
                </a:lnTo>
                <a:lnTo>
                  <a:pt x="21600" y="5544"/>
                </a:lnTo>
                <a:lnTo>
                  <a:pt x="21600" y="7311"/>
                </a:lnTo>
                <a:lnTo>
                  <a:pt x="21600" y="9079"/>
                </a:lnTo>
                <a:lnTo>
                  <a:pt x="21600" y="10848"/>
                </a:lnTo>
                <a:lnTo>
                  <a:pt x="21600" y="12625"/>
                </a:lnTo>
                <a:lnTo>
                  <a:pt x="21600" y="14404"/>
                </a:lnTo>
                <a:lnTo>
                  <a:pt x="21600" y="16189"/>
                </a:lnTo>
                <a:lnTo>
                  <a:pt x="21600" y="17982"/>
                </a:lnTo>
                <a:lnTo>
                  <a:pt x="21600" y="19786"/>
                </a:lnTo>
                <a:lnTo>
                  <a:pt x="21600" y="21600"/>
                </a:lnTo>
                <a:lnTo>
                  <a:pt x="20939" y="20275"/>
                </a:lnTo>
                <a:lnTo>
                  <a:pt x="20279" y="18943"/>
                </a:lnTo>
                <a:lnTo>
                  <a:pt x="19610" y="17602"/>
                </a:lnTo>
                <a:lnTo>
                  <a:pt x="18937" y="16248"/>
                </a:lnTo>
                <a:lnTo>
                  <a:pt x="17115" y="16227"/>
                </a:lnTo>
                <a:lnTo>
                  <a:pt x="15789" y="16243"/>
                </a:lnTo>
                <a:lnTo>
                  <a:pt x="14574" y="16318"/>
                </a:lnTo>
                <a:lnTo>
                  <a:pt x="13088" y="16481"/>
                </a:lnTo>
                <a:lnTo>
                  <a:pt x="10946" y="16751"/>
                </a:lnTo>
                <a:lnTo>
                  <a:pt x="8805" y="16837"/>
                </a:lnTo>
                <a:lnTo>
                  <a:pt x="7319" y="16853"/>
                </a:lnTo>
                <a:lnTo>
                  <a:pt x="6104" y="16775"/>
                </a:lnTo>
                <a:lnTo>
                  <a:pt x="4778" y="16583"/>
                </a:lnTo>
                <a:lnTo>
                  <a:pt x="2956" y="16248"/>
                </a:lnTo>
                <a:lnTo>
                  <a:pt x="2032" y="14659"/>
                </a:lnTo>
                <a:lnTo>
                  <a:pt x="1289" y="13069"/>
                </a:lnTo>
                <a:lnTo>
                  <a:pt x="719" y="11461"/>
                </a:lnTo>
                <a:lnTo>
                  <a:pt x="317" y="9831"/>
                </a:lnTo>
                <a:lnTo>
                  <a:pt x="80" y="8167"/>
                </a:lnTo>
                <a:lnTo>
                  <a:pt x="0" y="6460"/>
                </a:lnTo>
                <a:lnTo>
                  <a:pt x="72" y="4696"/>
                </a:lnTo>
                <a:lnTo>
                  <a:pt x="293" y="2869"/>
                </a:lnTo>
                <a:lnTo>
                  <a:pt x="2035" y="1713"/>
                </a:lnTo>
                <a:lnTo>
                  <a:pt x="3750" y="902"/>
                </a:lnTo>
                <a:lnTo>
                  <a:pt x="5484" y="383"/>
                </a:lnTo>
                <a:lnTo>
                  <a:pt x="7284" y="99"/>
                </a:lnTo>
                <a:lnTo>
                  <a:pt x="9202" y="0"/>
                </a:lnTo>
                <a:lnTo>
                  <a:pt x="11279" y="27"/>
                </a:lnTo>
                <a:close/>
              </a:path>
            </a:pathLst>
          </a:custGeom>
          <a:solidFill>
            <a:srgbClr val="CFB26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1" name="contour_06739"/>
          <p:cNvSpPr/>
          <p:nvPr/>
        </p:nvSpPr>
        <p:spPr>
          <a:xfrm>
            <a:off x="1657461" y="4760217"/>
            <a:ext cx="65592" cy="805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545"/>
                </a:moveTo>
                <a:lnTo>
                  <a:pt x="20693" y="1091"/>
                </a:lnTo>
                <a:lnTo>
                  <a:pt x="21600" y="1644"/>
                </a:lnTo>
                <a:lnTo>
                  <a:pt x="20722" y="4520"/>
                </a:lnTo>
                <a:lnTo>
                  <a:pt x="19944" y="7042"/>
                </a:lnTo>
                <a:lnTo>
                  <a:pt x="19255" y="9238"/>
                </a:lnTo>
                <a:lnTo>
                  <a:pt x="18636" y="11134"/>
                </a:lnTo>
                <a:lnTo>
                  <a:pt x="18074" y="12763"/>
                </a:lnTo>
                <a:lnTo>
                  <a:pt x="17556" y="14149"/>
                </a:lnTo>
                <a:lnTo>
                  <a:pt x="17062" y="15324"/>
                </a:lnTo>
                <a:lnTo>
                  <a:pt x="16579" y="16313"/>
                </a:lnTo>
                <a:lnTo>
                  <a:pt x="16094" y="17146"/>
                </a:lnTo>
                <a:lnTo>
                  <a:pt x="15590" y="17852"/>
                </a:lnTo>
                <a:lnTo>
                  <a:pt x="15053" y="18456"/>
                </a:lnTo>
                <a:lnTo>
                  <a:pt x="14467" y="18992"/>
                </a:lnTo>
                <a:lnTo>
                  <a:pt x="13817" y="19483"/>
                </a:lnTo>
                <a:lnTo>
                  <a:pt x="13090" y="19960"/>
                </a:lnTo>
                <a:lnTo>
                  <a:pt x="12266" y="20448"/>
                </a:lnTo>
                <a:lnTo>
                  <a:pt x="11335" y="20980"/>
                </a:lnTo>
                <a:lnTo>
                  <a:pt x="9739" y="21258"/>
                </a:lnTo>
                <a:lnTo>
                  <a:pt x="8266" y="21467"/>
                </a:lnTo>
                <a:lnTo>
                  <a:pt x="6857" y="21590"/>
                </a:lnTo>
                <a:lnTo>
                  <a:pt x="5450" y="21600"/>
                </a:lnTo>
                <a:lnTo>
                  <a:pt x="3986" y="21475"/>
                </a:lnTo>
                <a:lnTo>
                  <a:pt x="2400" y="21195"/>
                </a:lnTo>
                <a:lnTo>
                  <a:pt x="1805" y="20228"/>
                </a:lnTo>
                <a:lnTo>
                  <a:pt x="1210" y="19254"/>
                </a:lnTo>
                <a:lnTo>
                  <a:pt x="607" y="18274"/>
                </a:lnTo>
                <a:lnTo>
                  <a:pt x="0" y="17285"/>
                </a:lnTo>
                <a:lnTo>
                  <a:pt x="1697" y="17285"/>
                </a:lnTo>
                <a:lnTo>
                  <a:pt x="3396" y="17285"/>
                </a:lnTo>
                <a:lnTo>
                  <a:pt x="5100" y="17285"/>
                </a:lnTo>
                <a:lnTo>
                  <a:pt x="6811" y="17285"/>
                </a:lnTo>
                <a:lnTo>
                  <a:pt x="8530" y="17285"/>
                </a:lnTo>
                <a:lnTo>
                  <a:pt x="10258" y="17285"/>
                </a:lnTo>
                <a:lnTo>
                  <a:pt x="12000" y="17285"/>
                </a:lnTo>
                <a:lnTo>
                  <a:pt x="11604" y="15995"/>
                </a:lnTo>
                <a:lnTo>
                  <a:pt x="11208" y="14704"/>
                </a:lnTo>
                <a:lnTo>
                  <a:pt x="10812" y="13412"/>
                </a:lnTo>
                <a:lnTo>
                  <a:pt x="10414" y="12118"/>
                </a:lnTo>
                <a:lnTo>
                  <a:pt x="10018" y="10822"/>
                </a:lnTo>
                <a:lnTo>
                  <a:pt x="9617" y="9523"/>
                </a:lnTo>
                <a:lnTo>
                  <a:pt x="9218" y="8221"/>
                </a:lnTo>
                <a:lnTo>
                  <a:pt x="8818" y="6915"/>
                </a:lnTo>
                <a:lnTo>
                  <a:pt x="8417" y="5605"/>
                </a:lnTo>
                <a:lnTo>
                  <a:pt x="8011" y="4291"/>
                </a:lnTo>
                <a:lnTo>
                  <a:pt x="7608" y="2970"/>
                </a:lnTo>
                <a:lnTo>
                  <a:pt x="7200" y="1644"/>
                </a:lnTo>
                <a:lnTo>
                  <a:pt x="10375" y="999"/>
                </a:lnTo>
                <a:lnTo>
                  <a:pt x="12797" y="526"/>
                </a:lnTo>
                <a:lnTo>
                  <a:pt x="14614" y="211"/>
                </a:lnTo>
                <a:lnTo>
                  <a:pt x="15974" y="39"/>
                </a:lnTo>
                <a:lnTo>
                  <a:pt x="17026" y="0"/>
                </a:lnTo>
                <a:lnTo>
                  <a:pt x="17916" y="80"/>
                </a:lnTo>
                <a:lnTo>
                  <a:pt x="18792" y="266"/>
                </a:lnTo>
                <a:lnTo>
                  <a:pt x="19800" y="545"/>
                </a:lnTo>
                <a:close/>
              </a:path>
            </a:pathLst>
          </a:custGeom>
          <a:solidFill>
            <a:srgbClr val="5C5C5D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2" name="contour_06740"/>
          <p:cNvSpPr/>
          <p:nvPr/>
        </p:nvSpPr>
        <p:spPr>
          <a:xfrm>
            <a:off x="1737629" y="4715330"/>
            <a:ext cx="65592" cy="593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63" y="305"/>
                </a:lnTo>
                <a:lnTo>
                  <a:pt x="4865" y="565"/>
                </a:lnTo>
                <a:lnTo>
                  <a:pt x="6274" y="857"/>
                </a:lnTo>
                <a:lnTo>
                  <a:pt x="7356" y="1252"/>
                </a:lnTo>
                <a:lnTo>
                  <a:pt x="8374" y="1828"/>
                </a:lnTo>
                <a:lnTo>
                  <a:pt x="9600" y="2653"/>
                </a:lnTo>
                <a:lnTo>
                  <a:pt x="9924" y="4611"/>
                </a:lnTo>
                <a:lnTo>
                  <a:pt x="10097" y="6485"/>
                </a:lnTo>
                <a:lnTo>
                  <a:pt x="10145" y="8313"/>
                </a:lnTo>
                <a:lnTo>
                  <a:pt x="10092" y="10130"/>
                </a:lnTo>
                <a:lnTo>
                  <a:pt x="9965" y="11979"/>
                </a:lnTo>
                <a:lnTo>
                  <a:pt x="9792" y="13898"/>
                </a:lnTo>
                <a:lnTo>
                  <a:pt x="9600" y="15919"/>
                </a:lnTo>
                <a:lnTo>
                  <a:pt x="11297" y="15919"/>
                </a:lnTo>
                <a:lnTo>
                  <a:pt x="12996" y="15919"/>
                </a:lnTo>
                <a:lnTo>
                  <a:pt x="14700" y="15919"/>
                </a:lnTo>
                <a:lnTo>
                  <a:pt x="16411" y="15919"/>
                </a:lnTo>
                <a:lnTo>
                  <a:pt x="18130" y="15919"/>
                </a:lnTo>
                <a:lnTo>
                  <a:pt x="19858" y="15919"/>
                </a:lnTo>
                <a:lnTo>
                  <a:pt x="21600" y="15919"/>
                </a:lnTo>
                <a:lnTo>
                  <a:pt x="20482" y="17482"/>
                </a:lnTo>
                <a:lnTo>
                  <a:pt x="19608" y="18557"/>
                </a:lnTo>
                <a:lnTo>
                  <a:pt x="18530" y="19639"/>
                </a:lnTo>
                <a:lnTo>
                  <a:pt x="16800" y="21226"/>
                </a:lnTo>
                <a:lnTo>
                  <a:pt x="15108" y="21404"/>
                </a:lnTo>
                <a:lnTo>
                  <a:pt x="13428" y="21520"/>
                </a:lnTo>
                <a:lnTo>
                  <a:pt x="11755" y="21581"/>
                </a:lnTo>
                <a:lnTo>
                  <a:pt x="10087" y="21600"/>
                </a:lnTo>
                <a:lnTo>
                  <a:pt x="8422" y="21579"/>
                </a:lnTo>
                <a:lnTo>
                  <a:pt x="6754" y="21531"/>
                </a:lnTo>
                <a:lnTo>
                  <a:pt x="5081" y="21462"/>
                </a:lnTo>
                <a:lnTo>
                  <a:pt x="3401" y="21382"/>
                </a:lnTo>
                <a:lnTo>
                  <a:pt x="1706" y="21303"/>
                </a:lnTo>
                <a:lnTo>
                  <a:pt x="0" y="21226"/>
                </a:lnTo>
                <a:lnTo>
                  <a:pt x="0" y="19475"/>
                </a:lnTo>
                <a:lnTo>
                  <a:pt x="0" y="17724"/>
                </a:lnTo>
                <a:lnTo>
                  <a:pt x="0" y="15970"/>
                </a:lnTo>
                <a:lnTo>
                  <a:pt x="0" y="14213"/>
                </a:lnTo>
                <a:lnTo>
                  <a:pt x="0" y="12454"/>
                </a:lnTo>
                <a:lnTo>
                  <a:pt x="0" y="10693"/>
                </a:lnTo>
                <a:lnTo>
                  <a:pt x="0" y="8925"/>
                </a:lnTo>
                <a:lnTo>
                  <a:pt x="0" y="7153"/>
                </a:lnTo>
                <a:lnTo>
                  <a:pt x="0" y="5375"/>
                </a:lnTo>
                <a:lnTo>
                  <a:pt x="0" y="3592"/>
                </a:lnTo>
                <a:lnTo>
                  <a:pt x="0" y="1799"/>
                </a:lnTo>
                <a:lnTo>
                  <a:pt x="0" y="0"/>
                </a:lnTo>
                <a:close/>
              </a:path>
            </a:pathLst>
          </a:custGeom>
          <a:solidFill>
            <a:srgbClr val="292827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3" name="contour_06741"/>
          <p:cNvSpPr/>
          <p:nvPr/>
        </p:nvSpPr>
        <p:spPr>
          <a:xfrm>
            <a:off x="4492489" y="4677790"/>
            <a:ext cx="138472" cy="812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67"/>
                </a:moveTo>
                <a:lnTo>
                  <a:pt x="21015" y="4252"/>
                </a:lnTo>
                <a:lnTo>
                  <a:pt x="20420" y="4337"/>
                </a:lnTo>
                <a:lnTo>
                  <a:pt x="18633" y="4630"/>
                </a:lnTo>
                <a:lnTo>
                  <a:pt x="17031" y="4893"/>
                </a:lnTo>
                <a:lnTo>
                  <a:pt x="15603" y="5137"/>
                </a:lnTo>
                <a:lnTo>
                  <a:pt x="14337" y="5366"/>
                </a:lnTo>
                <a:lnTo>
                  <a:pt x="13218" y="5585"/>
                </a:lnTo>
                <a:lnTo>
                  <a:pt x="12236" y="5801"/>
                </a:lnTo>
                <a:lnTo>
                  <a:pt x="11376" y="6016"/>
                </a:lnTo>
                <a:lnTo>
                  <a:pt x="10628" y="6241"/>
                </a:lnTo>
                <a:lnTo>
                  <a:pt x="9979" y="6479"/>
                </a:lnTo>
                <a:lnTo>
                  <a:pt x="9415" y="6735"/>
                </a:lnTo>
                <a:lnTo>
                  <a:pt x="8925" y="7016"/>
                </a:lnTo>
                <a:lnTo>
                  <a:pt x="8497" y="7326"/>
                </a:lnTo>
                <a:lnTo>
                  <a:pt x="8117" y="7673"/>
                </a:lnTo>
                <a:lnTo>
                  <a:pt x="7773" y="8060"/>
                </a:lnTo>
                <a:lnTo>
                  <a:pt x="7453" y="8496"/>
                </a:lnTo>
                <a:lnTo>
                  <a:pt x="7144" y="8982"/>
                </a:lnTo>
                <a:lnTo>
                  <a:pt x="6834" y="9528"/>
                </a:lnTo>
                <a:lnTo>
                  <a:pt x="6510" y="10138"/>
                </a:lnTo>
                <a:lnTo>
                  <a:pt x="6159" y="10818"/>
                </a:lnTo>
                <a:lnTo>
                  <a:pt x="5686" y="12161"/>
                </a:lnTo>
                <a:lnTo>
                  <a:pt x="5347" y="13153"/>
                </a:lnTo>
                <a:lnTo>
                  <a:pt x="5086" y="13964"/>
                </a:lnTo>
                <a:lnTo>
                  <a:pt x="4853" y="14772"/>
                </a:lnTo>
                <a:lnTo>
                  <a:pt x="4595" y="15748"/>
                </a:lnTo>
                <a:lnTo>
                  <a:pt x="4259" y="17067"/>
                </a:lnTo>
                <a:lnTo>
                  <a:pt x="3830" y="18344"/>
                </a:lnTo>
                <a:lnTo>
                  <a:pt x="3478" y="19186"/>
                </a:lnTo>
                <a:lnTo>
                  <a:pt x="3074" y="19783"/>
                </a:lnTo>
                <a:lnTo>
                  <a:pt x="2492" y="20320"/>
                </a:lnTo>
                <a:lnTo>
                  <a:pt x="1603" y="20988"/>
                </a:lnTo>
                <a:lnTo>
                  <a:pt x="1366" y="21077"/>
                </a:lnTo>
                <a:lnTo>
                  <a:pt x="952" y="21236"/>
                </a:lnTo>
                <a:lnTo>
                  <a:pt x="0" y="21600"/>
                </a:lnTo>
                <a:lnTo>
                  <a:pt x="0" y="20449"/>
                </a:lnTo>
                <a:lnTo>
                  <a:pt x="0" y="19295"/>
                </a:lnTo>
                <a:lnTo>
                  <a:pt x="0" y="18137"/>
                </a:lnTo>
                <a:lnTo>
                  <a:pt x="0" y="16969"/>
                </a:lnTo>
                <a:lnTo>
                  <a:pt x="0" y="15789"/>
                </a:lnTo>
                <a:lnTo>
                  <a:pt x="751" y="15789"/>
                </a:lnTo>
                <a:lnTo>
                  <a:pt x="1507" y="15789"/>
                </a:lnTo>
                <a:lnTo>
                  <a:pt x="2274" y="15789"/>
                </a:lnTo>
                <a:lnTo>
                  <a:pt x="2274" y="14508"/>
                </a:lnTo>
                <a:lnTo>
                  <a:pt x="2274" y="13220"/>
                </a:lnTo>
                <a:lnTo>
                  <a:pt x="2274" y="11915"/>
                </a:lnTo>
                <a:lnTo>
                  <a:pt x="3025" y="11915"/>
                </a:lnTo>
                <a:lnTo>
                  <a:pt x="3781" y="11915"/>
                </a:lnTo>
                <a:lnTo>
                  <a:pt x="4547" y="11915"/>
                </a:lnTo>
                <a:lnTo>
                  <a:pt x="4925" y="10940"/>
                </a:lnTo>
                <a:lnTo>
                  <a:pt x="5169" y="10226"/>
                </a:lnTo>
                <a:lnTo>
                  <a:pt x="5386" y="9416"/>
                </a:lnTo>
                <a:lnTo>
                  <a:pt x="5684" y="8161"/>
                </a:lnTo>
                <a:lnTo>
                  <a:pt x="6124" y="6328"/>
                </a:lnTo>
                <a:lnTo>
                  <a:pt x="6456" y="5151"/>
                </a:lnTo>
                <a:lnTo>
                  <a:pt x="6786" y="4384"/>
                </a:lnTo>
                <a:lnTo>
                  <a:pt x="7214" y="3791"/>
                </a:lnTo>
                <a:lnTo>
                  <a:pt x="7849" y="3126"/>
                </a:lnTo>
                <a:lnTo>
                  <a:pt x="8622" y="2623"/>
                </a:lnTo>
                <a:lnTo>
                  <a:pt x="9401" y="2216"/>
                </a:lnTo>
                <a:lnTo>
                  <a:pt x="10185" y="1889"/>
                </a:lnTo>
                <a:lnTo>
                  <a:pt x="10975" y="1625"/>
                </a:lnTo>
                <a:lnTo>
                  <a:pt x="11772" y="1410"/>
                </a:lnTo>
                <a:lnTo>
                  <a:pt x="12576" y="1228"/>
                </a:lnTo>
                <a:lnTo>
                  <a:pt x="13389" y="1062"/>
                </a:lnTo>
                <a:lnTo>
                  <a:pt x="14211" y="897"/>
                </a:lnTo>
                <a:lnTo>
                  <a:pt x="14556" y="812"/>
                </a:lnTo>
                <a:lnTo>
                  <a:pt x="15601" y="546"/>
                </a:lnTo>
                <a:lnTo>
                  <a:pt x="15935" y="477"/>
                </a:lnTo>
                <a:lnTo>
                  <a:pt x="16946" y="269"/>
                </a:lnTo>
                <a:lnTo>
                  <a:pt x="17551" y="136"/>
                </a:lnTo>
                <a:lnTo>
                  <a:pt x="18166" y="0"/>
                </a:lnTo>
                <a:lnTo>
                  <a:pt x="18930" y="308"/>
                </a:lnTo>
                <a:lnTo>
                  <a:pt x="19563" y="796"/>
                </a:lnTo>
                <a:lnTo>
                  <a:pt x="20106" y="1443"/>
                </a:lnTo>
                <a:lnTo>
                  <a:pt x="20601" y="2233"/>
                </a:lnTo>
                <a:lnTo>
                  <a:pt x="21085" y="3148"/>
                </a:lnTo>
                <a:lnTo>
                  <a:pt x="21600" y="4167"/>
                </a:lnTo>
                <a:close/>
              </a:path>
            </a:pathLst>
          </a:custGeom>
          <a:solidFill>
            <a:srgbClr val="E8E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4" name="contour_06742"/>
          <p:cNvSpPr/>
          <p:nvPr/>
        </p:nvSpPr>
        <p:spPr>
          <a:xfrm>
            <a:off x="1212893" y="4671603"/>
            <a:ext cx="7494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5" y="0"/>
                </a:moveTo>
                <a:lnTo>
                  <a:pt x="19947" y="0"/>
                </a:lnTo>
                <a:lnTo>
                  <a:pt x="21006" y="0"/>
                </a:lnTo>
                <a:lnTo>
                  <a:pt x="21285" y="2732"/>
                </a:lnTo>
                <a:lnTo>
                  <a:pt x="21484" y="4892"/>
                </a:lnTo>
                <a:lnTo>
                  <a:pt x="21594" y="6588"/>
                </a:lnTo>
                <a:lnTo>
                  <a:pt x="21600" y="7925"/>
                </a:lnTo>
                <a:lnTo>
                  <a:pt x="21495" y="9009"/>
                </a:lnTo>
                <a:lnTo>
                  <a:pt x="21268" y="9949"/>
                </a:lnTo>
                <a:lnTo>
                  <a:pt x="20909" y="10850"/>
                </a:lnTo>
                <a:lnTo>
                  <a:pt x="20405" y="11817"/>
                </a:lnTo>
                <a:lnTo>
                  <a:pt x="19749" y="12960"/>
                </a:lnTo>
                <a:lnTo>
                  <a:pt x="18796" y="13967"/>
                </a:lnTo>
                <a:lnTo>
                  <a:pt x="17861" y="14893"/>
                </a:lnTo>
                <a:lnTo>
                  <a:pt x="16899" y="15749"/>
                </a:lnTo>
                <a:lnTo>
                  <a:pt x="15861" y="16541"/>
                </a:lnTo>
                <a:lnTo>
                  <a:pt x="14704" y="17280"/>
                </a:lnTo>
                <a:lnTo>
                  <a:pt x="13315" y="17280"/>
                </a:lnTo>
                <a:lnTo>
                  <a:pt x="11919" y="17280"/>
                </a:lnTo>
                <a:lnTo>
                  <a:pt x="10503" y="17280"/>
                </a:lnTo>
                <a:lnTo>
                  <a:pt x="9732" y="18563"/>
                </a:lnTo>
                <a:lnTo>
                  <a:pt x="9255" y="19440"/>
                </a:lnTo>
                <a:lnTo>
                  <a:pt x="8879" y="20317"/>
                </a:lnTo>
                <a:lnTo>
                  <a:pt x="8402" y="21600"/>
                </a:lnTo>
                <a:lnTo>
                  <a:pt x="8285" y="20663"/>
                </a:lnTo>
                <a:lnTo>
                  <a:pt x="8165" y="19710"/>
                </a:lnTo>
                <a:lnTo>
                  <a:pt x="7909" y="18289"/>
                </a:lnTo>
                <a:lnTo>
                  <a:pt x="7625" y="16928"/>
                </a:lnTo>
                <a:lnTo>
                  <a:pt x="7283" y="15602"/>
                </a:lnTo>
                <a:lnTo>
                  <a:pt x="6852" y="14288"/>
                </a:lnTo>
                <a:lnTo>
                  <a:pt x="6302" y="12960"/>
                </a:lnTo>
                <a:lnTo>
                  <a:pt x="4676" y="12701"/>
                </a:lnTo>
                <a:lnTo>
                  <a:pt x="3535" y="12571"/>
                </a:lnTo>
                <a:lnTo>
                  <a:pt x="2577" y="12571"/>
                </a:lnTo>
                <a:lnTo>
                  <a:pt x="1500" y="12701"/>
                </a:lnTo>
                <a:lnTo>
                  <a:pt x="0" y="12960"/>
                </a:lnTo>
                <a:lnTo>
                  <a:pt x="0" y="11532"/>
                </a:lnTo>
                <a:lnTo>
                  <a:pt x="0" y="10096"/>
                </a:lnTo>
                <a:lnTo>
                  <a:pt x="0" y="8640"/>
                </a:lnTo>
                <a:lnTo>
                  <a:pt x="1485" y="8640"/>
                </a:lnTo>
                <a:lnTo>
                  <a:pt x="2972" y="8640"/>
                </a:lnTo>
                <a:lnTo>
                  <a:pt x="4464" y="8640"/>
                </a:lnTo>
                <a:lnTo>
                  <a:pt x="5961" y="8640"/>
                </a:lnTo>
                <a:lnTo>
                  <a:pt x="7465" y="8640"/>
                </a:lnTo>
                <a:lnTo>
                  <a:pt x="8978" y="8640"/>
                </a:lnTo>
                <a:lnTo>
                  <a:pt x="10503" y="8640"/>
                </a:lnTo>
                <a:lnTo>
                  <a:pt x="10503" y="7357"/>
                </a:lnTo>
                <a:lnTo>
                  <a:pt x="10503" y="6070"/>
                </a:lnTo>
                <a:lnTo>
                  <a:pt x="10503" y="4778"/>
                </a:lnTo>
                <a:lnTo>
                  <a:pt x="10503" y="3475"/>
                </a:lnTo>
                <a:lnTo>
                  <a:pt x="10503" y="2160"/>
                </a:lnTo>
                <a:lnTo>
                  <a:pt x="11891" y="2160"/>
                </a:lnTo>
                <a:lnTo>
                  <a:pt x="13288" y="2160"/>
                </a:lnTo>
                <a:lnTo>
                  <a:pt x="14704" y="2160"/>
                </a:lnTo>
                <a:lnTo>
                  <a:pt x="14704" y="3443"/>
                </a:lnTo>
                <a:lnTo>
                  <a:pt x="14704" y="4730"/>
                </a:lnTo>
                <a:lnTo>
                  <a:pt x="14704" y="6022"/>
                </a:lnTo>
                <a:lnTo>
                  <a:pt x="14704" y="7325"/>
                </a:lnTo>
                <a:lnTo>
                  <a:pt x="14704" y="8640"/>
                </a:lnTo>
                <a:lnTo>
                  <a:pt x="16092" y="8640"/>
                </a:lnTo>
                <a:lnTo>
                  <a:pt x="17489" y="8640"/>
                </a:lnTo>
                <a:lnTo>
                  <a:pt x="18905" y="8640"/>
                </a:lnTo>
                <a:lnTo>
                  <a:pt x="18905" y="7214"/>
                </a:lnTo>
                <a:lnTo>
                  <a:pt x="18905" y="5787"/>
                </a:lnTo>
                <a:lnTo>
                  <a:pt x="18905" y="4352"/>
                </a:lnTo>
                <a:lnTo>
                  <a:pt x="18905" y="2912"/>
                </a:lnTo>
                <a:lnTo>
                  <a:pt x="18905" y="1462"/>
                </a:lnTo>
                <a:lnTo>
                  <a:pt x="18905" y="0"/>
                </a:lnTo>
                <a:close/>
              </a:path>
            </a:pathLst>
          </a:custGeom>
          <a:solidFill>
            <a:srgbClr val="585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5" name="contour_06743"/>
          <p:cNvSpPr/>
          <p:nvPr/>
        </p:nvSpPr>
        <p:spPr>
          <a:xfrm>
            <a:off x="6745157" y="4671260"/>
            <a:ext cx="108642" cy="532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51" y="139"/>
                </a:moveTo>
                <a:lnTo>
                  <a:pt x="20735" y="1867"/>
                </a:lnTo>
                <a:lnTo>
                  <a:pt x="21080" y="3057"/>
                </a:lnTo>
                <a:lnTo>
                  <a:pt x="21323" y="4265"/>
                </a:lnTo>
                <a:lnTo>
                  <a:pt x="21600" y="6046"/>
                </a:lnTo>
                <a:lnTo>
                  <a:pt x="20762" y="6838"/>
                </a:lnTo>
                <a:lnTo>
                  <a:pt x="19919" y="7635"/>
                </a:lnTo>
                <a:lnTo>
                  <a:pt x="19064" y="8444"/>
                </a:lnTo>
                <a:lnTo>
                  <a:pt x="18218" y="9322"/>
                </a:lnTo>
                <a:lnTo>
                  <a:pt x="17412" y="10234"/>
                </a:lnTo>
                <a:lnTo>
                  <a:pt x="16640" y="11185"/>
                </a:lnTo>
                <a:lnTo>
                  <a:pt x="15892" y="12181"/>
                </a:lnTo>
                <a:lnTo>
                  <a:pt x="15161" y="13229"/>
                </a:lnTo>
                <a:lnTo>
                  <a:pt x="14441" y="14337"/>
                </a:lnTo>
                <a:lnTo>
                  <a:pt x="13720" y="15510"/>
                </a:lnTo>
                <a:lnTo>
                  <a:pt x="12996" y="16753"/>
                </a:lnTo>
                <a:lnTo>
                  <a:pt x="12073" y="18112"/>
                </a:lnTo>
                <a:lnTo>
                  <a:pt x="11176" y="19216"/>
                </a:lnTo>
                <a:lnTo>
                  <a:pt x="10291" y="20082"/>
                </a:lnTo>
                <a:lnTo>
                  <a:pt x="9402" y="20735"/>
                </a:lnTo>
                <a:lnTo>
                  <a:pt x="8494" y="21192"/>
                </a:lnTo>
                <a:lnTo>
                  <a:pt x="7552" y="21473"/>
                </a:lnTo>
                <a:lnTo>
                  <a:pt x="6561" y="21600"/>
                </a:lnTo>
                <a:lnTo>
                  <a:pt x="5505" y="21594"/>
                </a:lnTo>
                <a:lnTo>
                  <a:pt x="4370" y="21473"/>
                </a:lnTo>
                <a:lnTo>
                  <a:pt x="3409" y="21057"/>
                </a:lnTo>
                <a:lnTo>
                  <a:pt x="2715" y="20619"/>
                </a:lnTo>
                <a:lnTo>
                  <a:pt x="1947" y="19890"/>
                </a:lnTo>
                <a:lnTo>
                  <a:pt x="771" y="18599"/>
                </a:lnTo>
                <a:lnTo>
                  <a:pt x="277" y="16348"/>
                </a:lnTo>
                <a:lnTo>
                  <a:pt x="33" y="14541"/>
                </a:lnTo>
                <a:lnTo>
                  <a:pt x="0" y="12860"/>
                </a:lnTo>
                <a:lnTo>
                  <a:pt x="139" y="10996"/>
                </a:lnTo>
                <a:lnTo>
                  <a:pt x="409" y="8631"/>
                </a:lnTo>
                <a:lnTo>
                  <a:pt x="707" y="6802"/>
                </a:lnTo>
                <a:lnTo>
                  <a:pt x="1010" y="4959"/>
                </a:lnTo>
                <a:lnTo>
                  <a:pt x="1314" y="3092"/>
                </a:lnTo>
                <a:lnTo>
                  <a:pt x="1561" y="4537"/>
                </a:lnTo>
                <a:lnTo>
                  <a:pt x="1813" y="5999"/>
                </a:lnTo>
                <a:lnTo>
                  <a:pt x="2388" y="7747"/>
                </a:lnTo>
                <a:lnTo>
                  <a:pt x="2853" y="8722"/>
                </a:lnTo>
                <a:lnTo>
                  <a:pt x="3454" y="9283"/>
                </a:lnTo>
                <a:lnTo>
                  <a:pt x="4438" y="9785"/>
                </a:lnTo>
                <a:lnTo>
                  <a:pt x="5405" y="9762"/>
                </a:lnTo>
                <a:lnTo>
                  <a:pt x="6386" y="9738"/>
                </a:lnTo>
                <a:lnTo>
                  <a:pt x="7352" y="9762"/>
                </a:lnTo>
                <a:lnTo>
                  <a:pt x="8333" y="9785"/>
                </a:lnTo>
                <a:lnTo>
                  <a:pt x="8750" y="9590"/>
                </a:lnTo>
                <a:lnTo>
                  <a:pt x="10008" y="9000"/>
                </a:lnTo>
                <a:lnTo>
                  <a:pt x="10346" y="7579"/>
                </a:lnTo>
                <a:lnTo>
                  <a:pt x="10688" y="6138"/>
                </a:lnTo>
                <a:lnTo>
                  <a:pt x="11163" y="4354"/>
                </a:lnTo>
                <a:lnTo>
                  <a:pt x="11611" y="3293"/>
                </a:lnTo>
                <a:lnTo>
                  <a:pt x="12286" y="2537"/>
                </a:lnTo>
                <a:lnTo>
                  <a:pt x="13449" y="1663"/>
                </a:lnTo>
                <a:lnTo>
                  <a:pt x="14228" y="1403"/>
                </a:lnTo>
                <a:lnTo>
                  <a:pt x="15010" y="1140"/>
                </a:lnTo>
                <a:lnTo>
                  <a:pt x="15804" y="877"/>
                </a:lnTo>
                <a:lnTo>
                  <a:pt x="16582" y="588"/>
                </a:lnTo>
                <a:lnTo>
                  <a:pt x="17365" y="295"/>
                </a:lnTo>
                <a:lnTo>
                  <a:pt x="18159" y="0"/>
                </a:lnTo>
                <a:lnTo>
                  <a:pt x="18654" y="35"/>
                </a:lnTo>
                <a:lnTo>
                  <a:pt x="20151" y="139"/>
                </a:lnTo>
                <a:close/>
              </a:path>
            </a:pathLst>
          </a:custGeom>
          <a:solidFill>
            <a:srgbClr val="8C703C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6" name="contour_06744"/>
          <p:cNvSpPr/>
          <p:nvPr/>
        </p:nvSpPr>
        <p:spPr>
          <a:xfrm>
            <a:off x="4273850" y="4671603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6121" y="1200"/>
                </a:lnTo>
                <a:lnTo>
                  <a:pt x="8945" y="2196"/>
                </a:lnTo>
                <a:lnTo>
                  <a:pt x="11259" y="3014"/>
                </a:lnTo>
                <a:lnTo>
                  <a:pt x="13146" y="3694"/>
                </a:lnTo>
                <a:lnTo>
                  <a:pt x="14696" y="4262"/>
                </a:lnTo>
                <a:lnTo>
                  <a:pt x="15987" y="4754"/>
                </a:lnTo>
                <a:lnTo>
                  <a:pt x="17110" y="5203"/>
                </a:lnTo>
                <a:lnTo>
                  <a:pt x="18147" y="5638"/>
                </a:lnTo>
                <a:lnTo>
                  <a:pt x="19184" y="6096"/>
                </a:lnTo>
                <a:lnTo>
                  <a:pt x="20307" y="6605"/>
                </a:lnTo>
                <a:lnTo>
                  <a:pt x="21600" y="7200"/>
                </a:lnTo>
                <a:lnTo>
                  <a:pt x="20871" y="8909"/>
                </a:lnTo>
                <a:lnTo>
                  <a:pt x="20129" y="10502"/>
                </a:lnTo>
                <a:lnTo>
                  <a:pt x="19348" y="11986"/>
                </a:lnTo>
                <a:lnTo>
                  <a:pt x="18503" y="13366"/>
                </a:lnTo>
                <a:lnTo>
                  <a:pt x="17561" y="14647"/>
                </a:lnTo>
                <a:lnTo>
                  <a:pt x="16497" y="15838"/>
                </a:lnTo>
                <a:lnTo>
                  <a:pt x="15285" y="16942"/>
                </a:lnTo>
                <a:lnTo>
                  <a:pt x="13891" y="17966"/>
                </a:lnTo>
                <a:lnTo>
                  <a:pt x="12293" y="18917"/>
                </a:lnTo>
                <a:lnTo>
                  <a:pt x="10462" y="19800"/>
                </a:lnTo>
                <a:lnTo>
                  <a:pt x="8786" y="20422"/>
                </a:lnTo>
                <a:lnTo>
                  <a:pt x="7098" y="21024"/>
                </a:lnTo>
                <a:lnTo>
                  <a:pt x="5400" y="21600"/>
                </a:lnTo>
                <a:lnTo>
                  <a:pt x="5400" y="20014"/>
                </a:lnTo>
                <a:lnTo>
                  <a:pt x="5400" y="18418"/>
                </a:lnTo>
                <a:lnTo>
                  <a:pt x="5400" y="16800"/>
                </a:lnTo>
                <a:lnTo>
                  <a:pt x="3615" y="16800"/>
                </a:lnTo>
                <a:lnTo>
                  <a:pt x="1820" y="16800"/>
                </a:lnTo>
                <a:lnTo>
                  <a:pt x="0" y="16800"/>
                </a:lnTo>
                <a:lnTo>
                  <a:pt x="267" y="15137"/>
                </a:lnTo>
                <a:lnTo>
                  <a:pt x="535" y="13471"/>
                </a:lnTo>
                <a:lnTo>
                  <a:pt x="802" y="11806"/>
                </a:lnTo>
                <a:lnTo>
                  <a:pt x="1072" y="10138"/>
                </a:lnTo>
                <a:lnTo>
                  <a:pt x="1339" y="8462"/>
                </a:lnTo>
                <a:lnTo>
                  <a:pt x="1609" y="6785"/>
                </a:lnTo>
                <a:lnTo>
                  <a:pt x="1879" y="5100"/>
                </a:lnTo>
                <a:lnTo>
                  <a:pt x="2152" y="3408"/>
                </a:lnTo>
                <a:lnTo>
                  <a:pt x="2425" y="1709"/>
                </a:lnTo>
                <a:lnTo>
                  <a:pt x="2700" y="0"/>
                </a:lnTo>
                <a:close/>
              </a:path>
            </a:pathLst>
          </a:custGeom>
          <a:solidFill>
            <a:srgbClr val="C5A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7" name="contour_06745"/>
          <p:cNvSpPr/>
          <p:nvPr/>
        </p:nvSpPr>
        <p:spPr>
          <a:xfrm>
            <a:off x="6875663" y="4664315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277" y="265"/>
                </a:lnTo>
                <a:lnTo>
                  <a:pt x="13353" y="537"/>
                </a:lnTo>
                <a:lnTo>
                  <a:pt x="14338" y="948"/>
                </a:lnTo>
                <a:lnTo>
                  <a:pt x="15543" y="1625"/>
                </a:lnTo>
                <a:lnTo>
                  <a:pt x="17280" y="2700"/>
                </a:lnTo>
                <a:lnTo>
                  <a:pt x="17960" y="4328"/>
                </a:lnTo>
                <a:lnTo>
                  <a:pt x="18587" y="5972"/>
                </a:lnTo>
                <a:lnTo>
                  <a:pt x="19168" y="7633"/>
                </a:lnTo>
                <a:lnTo>
                  <a:pt x="19708" y="9312"/>
                </a:lnTo>
                <a:lnTo>
                  <a:pt x="20213" y="11005"/>
                </a:lnTo>
                <a:lnTo>
                  <a:pt x="20695" y="12720"/>
                </a:lnTo>
                <a:lnTo>
                  <a:pt x="21153" y="14450"/>
                </a:lnTo>
                <a:lnTo>
                  <a:pt x="21600" y="16200"/>
                </a:lnTo>
                <a:lnTo>
                  <a:pt x="20174" y="16200"/>
                </a:lnTo>
                <a:lnTo>
                  <a:pt x="18747" y="16200"/>
                </a:lnTo>
                <a:lnTo>
                  <a:pt x="17312" y="16200"/>
                </a:lnTo>
                <a:lnTo>
                  <a:pt x="15872" y="16200"/>
                </a:lnTo>
                <a:lnTo>
                  <a:pt x="14422" y="16200"/>
                </a:lnTo>
                <a:lnTo>
                  <a:pt x="12960" y="16200"/>
                </a:lnTo>
                <a:lnTo>
                  <a:pt x="12960" y="17985"/>
                </a:lnTo>
                <a:lnTo>
                  <a:pt x="12960" y="19780"/>
                </a:lnTo>
                <a:lnTo>
                  <a:pt x="12960" y="21600"/>
                </a:lnTo>
                <a:lnTo>
                  <a:pt x="11534" y="21600"/>
                </a:lnTo>
                <a:lnTo>
                  <a:pt x="10107" y="21600"/>
                </a:lnTo>
                <a:lnTo>
                  <a:pt x="8679" y="21600"/>
                </a:lnTo>
                <a:lnTo>
                  <a:pt x="7247" y="21600"/>
                </a:lnTo>
                <a:lnTo>
                  <a:pt x="5810" y="21600"/>
                </a:lnTo>
                <a:lnTo>
                  <a:pt x="4368" y="21600"/>
                </a:lnTo>
                <a:lnTo>
                  <a:pt x="2920" y="21600"/>
                </a:lnTo>
                <a:lnTo>
                  <a:pt x="1464" y="21600"/>
                </a:lnTo>
                <a:lnTo>
                  <a:pt x="0" y="21600"/>
                </a:lnTo>
                <a:lnTo>
                  <a:pt x="1350" y="21284"/>
                </a:lnTo>
                <a:lnTo>
                  <a:pt x="2700" y="20968"/>
                </a:lnTo>
                <a:lnTo>
                  <a:pt x="4050" y="20650"/>
                </a:lnTo>
                <a:lnTo>
                  <a:pt x="5400" y="20334"/>
                </a:lnTo>
                <a:lnTo>
                  <a:pt x="6750" y="20018"/>
                </a:lnTo>
                <a:lnTo>
                  <a:pt x="7687" y="19462"/>
                </a:lnTo>
                <a:lnTo>
                  <a:pt x="8640" y="18900"/>
                </a:lnTo>
                <a:lnTo>
                  <a:pt x="8640" y="17115"/>
                </a:lnTo>
                <a:lnTo>
                  <a:pt x="8640" y="15320"/>
                </a:lnTo>
                <a:lnTo>
                  <a:pt x="8640" y="13500"/>
                </a:lnTo>
                <a:lnTo>
                  <a:pt x="7033" y="12668"/>
                </a:lnTo>
                <a:lnTo>
                  <a:pt x="5892" y="12112"/>
                </a:lnTo>
                <a:lnTo>
                  <a:pt x="4908" y="11702"/>
                </a:lnTo>
                <a:lnTo>
                  <a:pt x="3767" y="11308"/>
                </a:lnTo>
                <a:lnTo>
                  <a:pt x="2160" y="10800"/>
                </a:lnTo>
                <a:lnTo>
                  <a:pt x="3588" y="10800"/>
                </a:lnTo>
                <a:lnTo>
                  <a:pt x="5024" y="10800"/>
                </a:lnTo>
                <a:lnTo>
                  <a:pt x="6480" y="10800"/>
                </a:lnTo>
                <a:lnTo>
                  <a:pt x="6480" y="9015"/>
                </a:lnTo>
                <a:lnTo>
                  <a:pt x="6480" y="7220"/>
                </a:lnTo>
                <a:lnTo>
                  <a:pt x="6480" y="5400"/>
                </a:lnTo>
                <a:lnTo>
                  <a:pt x="7908" y="5400"/>
                </a:lnTo>
                <a:lnTo>
                  <a:pt x="9344" y="5400"/>
                </a:lnTo>
                <a:lnTo>
                  <a:pt x="10800" y="5400"/>
                </a:lnTo>
                <a:lnTo>
                  <a:pt x="10800" y="3615"/>
                </a:lnTo>
                <a:lnTo>
                  <a:pt x="10800" y="1820"/>
                </a:lnTo>
                <a:lnTo>
                  <a:pt x="10800" y="0"/>
                </a:lnTo>
                <a:close/>
              </a:path>
            </a:pathLst>
          </a:custGeom>
          <a:solidFill>
            <a:srgbClr val="675D4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8" name="contour_06746"/>
          <p:cNvSpPr/>
          <p:nvPr/>
        </p:nvSpPr>
        <p:spPr>
          <a:xfrm>
            <a:off x="10189600" y="4649739"/>
            <a:ext cx="4836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12" y="0"/>
                </a:moveTo>
                <a:lnTo>
                  <a:pt x="18827" y="0"/>
                </a:lnTo>
                <a:lnTo>
                  <a:pt x="20467" y="0"/>
                </a:lnTo>
                <a:lnTo>
                  <a:pt x="20741" y="1480"/>
                </a:lnTo>
                <a:lnTo>
                  <a:pt x="20988" y="2938"/>
                </a:lnTo>
                <a:lnTo>
                  <a:pt x="21203" y="4383"/>
                </a:lnTo>
                <a:lnTo>
                  <a:pt x="21379" y="5815"/>
                </a:lnTo>
                <a:lnTo>
                  <a:pt x="21509" y="7238"/>
                </a:lnTo>
                <a:lnTo>
                  <a:pt x="21584" y="8657"/>
                </a:lnTo>
                <a:lnTo>
                  <a:pt x="21600" y="10074"/>
                </a:lnTo>
                <a:lnTo>
                  <a:pt x="21541" y="11496"/>
                </a:lnTo>
                <a:lnTo>
                  <a:pt x="21408" y="12923"/>
                </a:lnTo>
                <a:lnTo>
                  <a:pt x="21190" y="14362"/>
                </a:lnTo>
                <a:lnTo>
                  <a:pt x="20877" y="15811"/>
                </a:lnTo>
                <a:lnTo>
                  <a:pt x="20467" y="17280"/>
                </a:lnTo>
                <a:lnTo>
                  <a:pt x="18439" y="18185"/>
                </a:lnTo>
                <a:lnTo>
                  <a:pt x="16402" y="18948"/>
                </a:lnTo>
                <a:lnTo>
                  <a:pt x="14345" y="19580"/>
                </a:lnTo>
                <a:lnTo>
                  <a:pt x="12258" y="20103"/>
                </a:lnTo>
                <a:lnTo>
                  <a:pt x="10126" y="20529"/>
                </a:lnTo>
                <a:lnTo>
                  <a:pt x="7939" y="20876"/>
                </a:lnTo>
                <a:lnTo>
                  <a:pt x="5686" y="21159"/>
                </a:lnTo>
                <a:lnTo>
                  <a:pt x="3356" y="21395"/>
                </a:lnTo>
                <a:lnTo>
                  <a:pt x="937" y="21600"/>
                </a:lnTo>
                <a:lnTo>
                  <a:pt x="635" y="20125"/>
                </a:lnTo>
                <a:lnTo>
                  <a:pt x="378" y="18671"/>
                </a:lnTo>
                <a:lnTo>
                  <a:pt x="176" y="17237"/>
                </a:lnTo>
                <a:lnTo>
                  <a:pt x="46" y="15813"/>
                </a:lnTo>
                <a:lnTo>
                  <a:pt x="0" y="14394"/>
                </a:lnTo>
                <a:lnTo>
                  <a:pt x="52" y="12973"/>
                </a:lnTo>
                <a:lnTo>
                  <a:pt x="215" y="11545"/>
                </a:lnTo>
                <a:lnTo>
                  <a:pt x="508" y="10102"/>
                </a:lnTo>
                <a:lnTo>
                  <a:pt x="937" y="8640"/>
                </a:lnTo>
                <a:lnTo>
                  <a:pt x="2988" y="7770"/>
                </a:lnTo>
                <a:lnTo>
                  <a:pt x="4993" y="7068"/>
                </a:lnTo>
                <a:lnTo>
                  <a:pt x="7008" y="6499"/>
                </a:lnTo>
                <a:lnTo>
                  <a:pt x="9088" y="6026"/>
                </a:lnTo>
                <a:lnTo>
                  <a:pt x="11282" y="5616"/>
                </a:lnTo>
                <a:lnTo>
                  <a:pt x="13651" y="5232"/>
                </a:lnTo>
                <a:lnTo>
                  <a:pt x="14537" y="5005"/>
                </a:lnTo>
                <a:lnTo>
                  <a:pt x="17212" y="4320"/>
                </a:lnTo>
                <a:lnTo>
                  <a:pt x="17212" y="2892"/>
                </a:lnTo>
                <a:lnTo>
                  <a:pt x="17212" y="1456"/>
                </a:lnTo>
                <a:lnTo>
                  <a:pt x="17212" y="0"/>
                </a:lnTo>
                <a:close/>
              </a:path>
            </a:pathLst>
          </a:custGeom>
          <a:solidFill>
            <a:srgbClr val="4F5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6749" name="contour_06747"/>
          <p:cNvSpPr/>
          <p:nvPr/>
        </p:nvSpPr>
        <p:spPr>
          <a:xfrm>
            <a:off x="11277602" y="4647917"/>
            <a:ext cx="66364" cy="67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44" y="0"/>
                </a:moveTo>
                <a:lnTo>
                  <a:pt x="11848" y="68"/>
                </a:lnTo>
                <a:lnTo>
                  <a:pt x="13713" y="173"/>
                </a:lnTo>
                <a:lnTo>
                  <a:pt x="15120" y="369"/>
                </a:lnTo>
                <a:lnTo>
                  <a:pt x="16256" y="717"/>
                </a:lnTo>
                <a:lnTo>
                  <a:pt x="17304" y="1268"/>
                </a:lnTo>
                <a:lnTo>
                  <a:pt x="18448" y="2081"/>
                </a:lnTo>
                <a:lnTo>
                  <a:pt x="19871" y="3211"/>
                </a:lnTo>
                <a:lnTo>
                  <a:pt x="20345" y="4747"/>
                </a:lnTo>
                <a:lnTo>
                  <a:pt x="20732" y="6270"/>
                </a:lnTo>
                <a:lnTo>
                  <a:pt x="21035" y="7783"/>
                </a:lnTo>
                <a:lnTo>
                  <a:pt x="21268" y="9292"/>
                </a:lnTo>
                <a:lnTo>
                  <a:pt x="21432" y="10795"/>
                </a:lnTo>
                <a:lnTo>
                  <a:pt x="21536" y="12304"/>
                </a:lnTo>
                <a:lnTo>
                  <a:pt x="21591" y="13817"/>
                </a:lnTo>
                <a:lnTo>
                  <a:pt x="21600" y="15340"/>
                </a:lnTo>
                <a:lnTo>
                  <a:pt x="21574" y="16876"/>
                </a:lnTo>
                <a:lnTo>
                  <a:pt x="21517" y="18429"/>
                </a:lnTo>
                <a:lnTo>
                  <a:pt x="21441" y="20003"/>
                </a:lnTo>
                <a:lnTo>
                  <a:pt x="21349" y="21600"/>
                </a:lnTo>
                <a:lnTo>
                  <a:pt x="19940" y="21138"/>
                </a:lnTo>
                <a:lnTo>
                  <a:pt x="18528" y="20673"/>
                </a:lnTo>
                <a:lnTo>
                  <a:pt x="17107" y="20208"/>
                </a:lnTo>
                <a:lnTo>
                  <a:pt x="15677" y="19739"/>
                </a:lnTo>
                <a:lnTo>
                  <a:pt x="14232" y="19265"/>
                </a:lnTo>
                <a:lnTo>
                  <a:pt x="14899" y="17903"/>
                </a:lnTo>
                <a:lnTo>
                  <a:pt x="15556" y="16675"/>
                </a:lnTo>
                <a:lnTo>
                  <a:pt x="16251" y="15536"/>
                </a:lnTo>
                <a:lnTo>
                  <a:pt x="17022" y="14447"/>
                </a:lnTo>
                <a:lnTo>
                  <a:pt x="17916" y="13369"/>
                </a:lnTo>
                <a:lnTo>
                  <a:pt x="18976" y="12259"/>
                </a:lnTo>
                <a:lnTo>
                  <a:pt x="17734" y="12383"/>
                </a:lnTo>
                <a:lnTo>
                  <a:pt x="16467" y="12505"/>
                </a:lnTo>
                <a:lnTo>
                  <a:pt x="14873" y="12589"/>
                </a:lnTo>
                <a:lnTo>
                  <a:pt x="13317" y="12642"/>
                </a:lnTo>
                <a:lnTo>
                  <a:pt x="11780" y="12652"/>
                </a:lnTo>
                <a:lnTo>
                  <a:pt x="10247" y="12598"/>
                </a:lnTo>
                <a:lnTo>
                  <a:pt x="8698" y="12474"/>
                </a:lnTo>
                <a:lnTo>
                  <a:pt x="7116" y="12259"/>
                </a:lnTo>
                <a:lnTo>
                  <a:pt x="6317" y="10592"/>
                </a:lnTo>
                <a:lnTo>
                  <a:pt x="5793" y="9394"/>
                </a:lnTo>
                <a:lnTo>
                  <a:pt x="5432" y="8329"/>
                </a:lnTo>
                <a:lnTo>
                  <a:pt x="5121" y="7061"/>
                </a:lnTo>
                <a:lnTo>
                  <a:pt x="4744" y="5254"/>
                </a:lnTo>
                <a:lnTo>
                  <a:pt x="3254" y="4313"/>
                </a:lnTo>
                <a:lnTo>
                  <a:pt x="2263" y="3757"/>
                </a:lnTo>
                <a:lnTo>
                  <a:pt x="1326" y="3365"/>
                </a:lnTo>
                <a:lnTo>
                  <a:pt x="0" y="2919"/>
                </a:lnTo>
                <a:lnTo>
                  <a:pt x="1483" y="1632"/>
                </a:lnTo>
                <a:lnTo>
                  <a:pt x="2849" y="808"/>
                </a:lnTo>
                <a:lnTo>
                  <a:pt x="4206" y="341"/>
                </a:lnTo>
                <a:lnTo>
                  <a:pt x="5664" y="121"/>
                </a:lnTo>
                <a:lnTo>
                  <a:pt x="7342" y="44"/>
                </a:lnTo>
                <a:lnTo>
                  <a:pt x="9344" y="0"/>
                </a:lnTo>
                <a:close/>
              </a:path>
            </a:pathLst>
          </a:custGeom>
          <a:solidFill>
            <a:srgbClr val="D7BE7E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0" name="contour_06748"/>
          <p:cNvSpPr/>
          <p:nvPr/>
        </p:nvSpPr>
        <p:spPr>
          <a:xfrm>
            <a:off x="3858434" y="4622882"/>
            <a:ext cx="60294" cy="561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84" y="123"/>
                </a:moveTo>
                <a:lnTo>
                  <a:pt x="10261" y="0"/>
                </a:lnTo>
                <a:lnTo>
                  <a:pt x="11932" y="0"/>
                </a:lnTo>
                <a:lnTo>
                  <a:pt x="13483" y="157"/>
                </a:lnTo>
                <a:lnTo>
                  <a:pt x="15000" y="508"/>
                </a:lnTo>
                <a:lnTo>
                  <a:pt x="16569" y="1086"/>
                </a:lnTo>
                <a:lnTo>
                  <a:pt x="18276" y="1922"/>
                </a:lnTo>
                <a:lnTo>
                  <a:pt x="19279" y="3656"/>
                </a:lnTo>
                <a:lnTo>
                  <a:pt x="20049" y="5298"/>
                </a:lnTo>
                <a:lnTo>
                  <a:pt x="20626" y="6922"/>
                </a:lnTo>
                <a:lnTo>
                  <a:pt x="21049" y="8609"/>
                </a:lnTo>
                <a:lnTo>
                  <a:pt x="21362" y="10427"/>
                </a:lnTo>
                <a:lnTo>
                  <a:pt x="21600" y="12455"/>
                </a:lnTo>
                <a:lnTo>
                  <a:pt x="21148" y="14512"/>
                </a:lnTo>
                <a:lnTo>
                  <a:pt x="20663" y="15789"/>
                </a:lnTo>
                <a:lnTo>
                  <a:pt x="19840" y="16819"/>
                </a:lnTo>
                <a:lnTo>
                  <a:pt x="18378" y="18132"/>
                </a:lnTo>
                <a:lnTo>
                  <a:pt x="16692" y="18847"/>
                </a:lnTo>
                <a:lnTo>
                  <a:pt x="15041" y="19470"/>
                </a:lnTo>
                <a:lnTo>
                  <a:pt x="13415" y="20006"/>
                </a:lnTo>
                <a:lnTo>
                  <a:pt x="11801" y="20458"/>
                </a:lnTo>
                <a:lnTo>
                  <a:pt x="10190" y="20828"/>
                </a:lnTo>
                <a:lnTo>
                  <a:pt x="8572" y="21123"/>
                </a:lnTo>
                <a:lnTo>
                  <a:pt x="6935" y="21342"/>
                </a:lnTo>
                <a:lnTo>
                  <a:pt x="5271" y="21493"/>
                </a:lnTo>
                <a:lnTo>
                  <a:pt x="3566" y="21578"/>
                </a:lnTo>
                <a:lnTo>
                  <a:pt x="1815" y="21600"/>
                </a:lnTo>
                <a:lnTo>
                  <a:pt x="0" y="21564"/>
                </a:lnTo>
                <a:lnTo>
                  <a:pt x="674" y="17352"/>
                </a:lnTo>
                <a:lnTo>
                  <a:pt x="1253" y="13828"/>
                </a:lnTo>
                <a:lnTo>
                  <a:pt x="1770" y="10918"/>
                </a:lnTo>
                <a:lnTo>
                  <a:pt x="2256" y="8550"/>
                </a:lnTo>
                <a:lnTo>
                  <a:pt x="2734" y="6647"/>
                </a:lnTo>
                <a:lnTo>
                  <a:pt x="3235" y="5135"/>
                </a:lnTo>
                <a:lnTo>
                  <a:pt x="3791" y="3942"/>
                </a:lnTo>
                <a:lnTo>
                  <a:pt x="4428" y="2991"/>
                </a:lnTo>
                <a:lnTo>
                  <a:pt x="5177" y="2208"/>
                </a:lnTo>
                <a:lnTo>
                  <a:pt x="6068" y="1518"/>
                </a:lnTo>
                <a:lnTo>
                  <a:pt x="7125" y="850"/>
                </a:lnTo>
                <a:lnTo>
                  <a:pt x="8384" y="123"/>
                </a:lnTo>
                <a:close/>
              </a:path>
            </a:pathLst>
          </a:custGeom>
          <a:solidFill>
            <a:srgbClr val="ED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1" name="contour_06749"/>
          <p:cNvSpPr/>
          <p:nvPr/>
        </p:nvSpPr>
        <p:spPr>
          <a:xfrm>
            <a:off x="2153044" y="4574505"/>
            <a:ext cx="58304" cy="533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53"/>
                </a:moveTo>
                <a:lnTo>
                  <a:pt x="3272" y="475"/>
                </a:lnTo>
                <a:lnTo>
                  <a:pt x="5702" y="159"/>
                </a:lnTo>
                <a:lnTo>
                  <a:pt x="7528" y="0"/>
                </a:lnTo>
                <a:lnTo>
                  <a:pt x="8983" y="0"/>
                </a:lnTo>
                <a:lnTo>
                  <a:pt x="10306" y="159"/>
                </a:lnTo>
                <a:lnTo>
                  <a:pt x="11734" y="475"/>
                </a:lnTo>
                <a:lnTo>
                  <a:pt x="13500" y="953"/>
                </a:lnTo>
                <a:lnTo>
                  <a:pt x="14669" y="2451"/>
                </a:lnTo>
                <a:lnTo>
                  <a:pt x="15744" y="3979"/>
                </a:lnTo>
                <a:lnTo>
                  <a:pt x="16737" y="5542"/>
                </a:lnTo>
                <a:lnTo>
                  <a:pt x="17661" y="7138"/>
                </a:lnTo>
                <a:lnTo>
                  <a:pt x="18525" y="8772"/>
                </a:lnTo>
                <a:lnTo>
                  <a:pt x="19337" y="10445"/>
                </a:lnTo>
                <a:lnTo>
                  <a:pt x="20115" y="12155"/>
                </a:lnTo>
                <a:lnTo>
                  <a:pt x="20866" y="13907"/>
                </a:lnTo>
                <a:lnTo>
                  <a:pt x="21600" y="15701"/>
                </a:lnTo>
                <a:lnTo>
                  <a:pt x="19929" y="16432"/>
                </a:lnTo>
                <a:lnTo>
                  <a:pt x="18257" y="17161"/>
                </a:lnTo>
                <a:lnTo>
                  <a:pt x="16581" y="17895"/>
                </a:lnTo>
                <a:lnTo>
                  <a:pt x="14901" y="18627"/>
                </a:lnTo>
                <a:lnTo>
                  <a:pt x="13214" y="19364"/>
                </a:lnTo>
                <a:lnTo>
                  <a:pt x="11518" y="20105"/>
                </a:lnTo>
                <a:lnTo>
                  <a:pt x="9814" y="20851"/>
                </a:lnTo>
                <a:lnTo>
                  <a:pt x="8100" y="21600"/>
                </a:lnTo>
                <a:lnTo>
                  <a:pt x="8100" y="19650"/>
                </a:lnTo>
                <a:lnTo>
                  <a:pt x="8100" y="17689"/>
                </a:lnTo>
                <a:lnTo>
                  <a:pt x="8100" y="15701"/>
                </a:lnTo>
                <a:lnTo>
                  <a:pt x="6496" y="15701"/>
                </a:lnTo>
                <a:lnTo>
                  <a:pt x="4887" y="15701"/>
                </a:lnTo>
                <a:lnTo>
                  <a:pt x="3272" y="15701"/>
                </a:lnTo>
                <a:lnTo>
                  <a:pt x="1644" y="15701"/>
                </a:lnTo>
                <a:lnTo>
                  <a:pt x="0" y="15701"/>
                </a:lnTo>
                <a:lnTo>
                  <a:pt x="0" y="13615"/>
                </a:lnTo>
                <a:lnTo>
                  <a:pt x="0" y="11527"/>
                </a:lnTo>
                <a:lnTo>
                  <a:pt x="0" y="9433"/>
                </a:lnTo>
                <a:lnTo>
                  <a:pt x="0" y="7330"/>
                </a:lnTo>
                <a:lnTo>
                  <a:pt x="0" y="5218"/>
                </a:lnTo>
                <a:lnTo>
                  <a:pt x="0" y="3094"/>
                </a:lnTo>
                <a:lnTo>
                  <a:pt x="0" y="953"/>
                </a:lnTo>
                <a:close/>
              </a:path>
            </a:pathLst>
          </a:custGeom>
          <a:solidFill>
            <a:srgbClr val="5D5D5C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2" name="contour_06750"/>
          <p:cNvSpPr/>
          <p:nvPr/>
        </p:nvSpPr>
        <p:spPr>
          <a:xfrm>
            <a:off x="1985420" y="4562385"/>
            <a:ext cx="94744" cy="51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58" y="373"/>
                </a:moveTo>
                <a:lnTo>
                  <a:pt x="10881" y="1128"/>
                </a:lnTo>
                <a:lnTo>
                  <a:pt x="11780" y="1922"/>
                </a:lnTo>
                <a:lnTo>
                  <a:pt x="12661" y="2757"/>
                </a:lnTo>
                <a:lnTo>
                  <a:pt x="13532" y="3631"/>
                </a:lnTo>
                <a:lnTo>
                  <a:pt x="14397" y="4544"/>
                </a:lnTo>
                <a:lnTo>
                  <a:pt x="15266" y="5498"/>
                </a:lnTo>
                <a:lnTo>
                  <a:pt x="16185" y="6436"/>
                </a:lnTo>
                <a:lnTo>
                  <a:pt x="17119" y="7389"/>
                </a:lnTo>
                <a:lnTo>
                  <a:pt x="18021" y="8328"/>
                </a:lnTo>
                <a:lnTo>
                  <a:pt x="18920" y="9275"/>
                </a:lnTo>
                <a:lnTo>
                  <a:pt x="19816" y="10238"/>
                </a:lnTo>
                <a:lnTo>
                  <a:pt x="20709" y="11206"/>
                </a:lnTo>
                <a:lnTo>
                  <a:pt x="21600" y="12181"/>
                </a:lnTo>
                <a:lnTo>
                  <a:pt x="20543" y="12841"/>
                </a:lnTo>
                <a:lnTo>
                  <a:pt x="19488" y="13483"/>
                </a:lnTo>
                <a:lnTo>
                  <a:pt x="18433" y="14104"/>
                </a:lnTo>
                <a:lnTo>
                  <a:pt x="17376" y="14696"/>
                </a:lnTo>
                <a:lnTo>
                  <a:pt x="16315" y="15265"/>
                </a:lnTo>
                <a:lnTo>
                  <a:pt x="15246" y="15803"/>
                </a:lnTo>
                <a:lnTo>
                  <a:pt x="14171" y="16304"/>
                </a:lnTo>
                <a:lnTo>
                  <a:pt x="13085" y="16765"/>
                </a:lnTo>
                <a:lnTo>
                  <a:pt x="11551" y="17535"/>
                </a:lnTo>
                <a:lnTo>
                  <a:pt x="10536" y="18159"/>
                </a:lnTo>
                <a:lnTo>
                  <a:pt x="9810" y="18856"/>
                </a:lnTo>
                <a:lnTo>
                  <a:pt x="9143" y="19846"/>
                </a:lnTo>
                <a:lnTo>
                  <a:pt x="8308" y="21349"/>
                </a:lnTo>
                <a:lnTo>
                  <a:pt x="7128" y="21521"/>
                </a:lnTo>
                <a:lnTo>
                  <a:pt x="6291" y="21597"/>
                </a:lnTo>
                <a:lnTo>
                  <a:pt x="5398" y="21600"/>
                </a:lnTo>
                <a:lnTo>
                  <a:pt x="4051" y="21542"/>
                </a:lnTo>
                <a:lnTo>
                  <a:pt x="3481" y="21521"/>
                </a:lnTo>
                <a:lnTo>
                  <a:pt x="1760" y="21456"/>
                </a:lnTo>
                <a:lnTo>
                  <a:pt x="886" y="21404"/>
                </a:lnTo>
                <a:lnTo>
                  <a:pt x="0" y="21349"/>
                </a:lnTo>
                <a:lnTo>
                  <a:pt x="1153" y="16628"/>
                </a:lnTo>
                <a:lnTo>
                  <a:pt x="2142" y="12634"/>
                </a:lnTo>
                <a:lnTo>
                  <a:pt x="2994" y="9309"/>
                </a:lnTo>
                <a:lnTo>
                  <a:pt x="3737" y="6598"/>
                </a:lnTo>
                <a:lnTo>
                  <a:pt x="4396" y="4447"/>
                </a:lnTo>
                <a:lnTo>
                  <a:pt x="5000" y="2790"/>
                </a:lnTo>
                <a:lnTo>
                  <a:pt x="5576" y="1577"/>
                </a:lnTo>
                <a:lnTo>
                  <a:pt x="6149" y="752"/>
                </a:lnTo>
                <a:lnTo>
                  <a:pt x="6751" y="251"/>
                </a:lnTo>
                <a:lnTo>
                  <a:pt x="7404" y="18"/>
                </a:lnTo>
                <a:lnTo>
                  <a:pt x="8138" y="0"/>
                </a:lnTo>
                <a:lnTo>
                  <a:pt x="8981" y="138"/>
                </a:lnTo>
                <a:lnTo>
                  <a:pt x="9958" y="373"/>
                </a:lnTo>
                <a:close/>
              </a:path>
            </a:pathLst>
          </a:custGeom>
          <a:solidFill>
            <a:srgbClr val="262420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3" name="contour_06751"/>
          <p:cNvSpPr/>
          <p:nvPr/>
        </p:nvSpPr>
        <p:spPr>
          <a:xfrm>
            <a:off x="8697661" y="4482115"/>
            <a:ext cx="6559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43" y="511"/>
                </a:lnTo>
                <a:lnTo>
                  <a:pt x="2472" y="1044"/>
                </a:lnTo>
                <a:lnTo>
                  <a:pt x="3682" y="1600"/>
                </a:lnTo>
                <a:lnTo>
                  <a:pt x="4870" y="2174"/>
                </a:lnTo>
                <a:lnTo>
                  <a:pt x="6041" y="2767"/>
                </a:lnTo>
                <a:lnTo>
                  <a:pt x="7186" y="3380"/>
                </a:lnTo>
                <a:lnTo>
                  <a:pt x="8309" y="4009"/>
                </a:lnTo>
                <a:lnTo>
                  <a:pt x="9403" y="4655"/>
                </a:lnTo>
                <a:lnTo>
                  <a:pt x="10471" y="5315"/>
                </a:lnTo>
                <a:lnTo>
                  <a:pt x="11510" y="5990"/>
                </a:lnTo>
                <a:lnTo>
                  <a:pt x="12518" y="6678"/>
                </a:lnTo>
                <a:lnTo>
                  <a:pt x="13493" y="7379"/>
                </a:lnTo>
                <a:lnTo>
                  <a:pt x="14434" y="8090"/>
                </a:lnTo>
                <a:lnTo>
                  <a:pt x="15338" y="8812"/>
                </a:lnTo>
                <a:lnTo>
                  <a:pt x="16207" y="9542"/>
                </a:lnTo>
                <a:lnTo>
                  <a:pt x="17035" y="10282"/>
                </a:lnTo>
                <a:lnTo>
                  <a:pt x="17822" y="11028"/>
                </a:lnTo>
                <a:lnTo>
                  <a:pt x="18566" y="11780"/>
                </a:lnTo>
                <a:lnTo>
                  <a:pt x="19270" y="12538"/>
                </a:lnTo>
                <a:lnTo>
                  <a:pt x="19925" y="13300"/>
                </a:lnTo>
                <a:lnTo>
                  <a:pt x="20532" y="14064"/>
                </a:lnTo>
                <a:lnTo>
                  <a:pt x="21091" y="14832"/>
                </a:lnTo>
                <a:lnTo>
                  <a:pt x="21600" y="15600"/>
                </a:lnTo>
                <a:lnTo>
                  <a:pt x="21410" y="16488"/>
                </a:lnTo>
                <a:lnTo>
                  <a:pt x="21122" y="17308"/>
                </a:lnTo>
                <a:lnTo>
                  <a:pt x="20722" y="18073"/>
                </a:lnTo>
                <a:lnTo>
                  <a:pt x="20206" y="18800"/>
                </a:lnTo>
                <a:lnTo>
                  <a:pt x="19562" y="19502"/>
                </a:lnTo>
                <a:lnTo>
                  <a:pt x="18787" y="20194"/>
                </a:lnTo>
                <a:lnTo>
                  <a:pt x="17868" y="20887"/>
                </a:lnTo>
                <a:lnTo>
                  <a:pt x="16800" y="21600"/>
                </a:lnTo>
                <a:lnTo>
                  <a:pt x="16543" y="21308"/>
                </a:lnTo>
                <a:lnTo>
                  <a:pt x="15768" y="20428"/>
                </a:lnTo>
                <a:lnTo>
                  <a:pt x="14935" y="19711"/>
                </a:lnTo>
                <a:lnTo>
                  <a:pt x="14234" y="19297"/>
                </a:lnTo>
                <a:lnTo>
                  <a:pt x="13282" y="19030"/>
                </a:lnTo>
                <a:lnTo>
                  <a:pt x="11700" y="18750"/>
                </a:lnTo>
                <a:lnTo>
                  <a:pt x="10656" y="18378"/>
                </a:lnTo>
                <a:lnTo>
                  <a:pt x="9600" y="18000"/>
                </a:lnTo>
                <a:lnTo>
                  <a:pt x="10073" y="17306"/>
                </a:lnTo>
                <a:lnTo>
                  <a:pt x="10550" y="16608"/>
                </a:lnTo>
                <a:lnTo>
                  <a:pt x="11035" y="15900"/>
                </a:lnTo>
                <a:lnTo>
                  <a:pt x="11465" y="14994"/>
                </a:lnTo>
                <a:lnTo>
                  <a:pt x="11683" y="14191"/>
                </a:lnTo>
                <a:lnTo>
                  <a:pt x="11693" y="13456"/>
                </a:lnTo>
                <a:lnTo>
                  <a:pt x="11489" y="12751"/>
                </a:lnTo>
                <a:lnTo>
                  <a:pt x="11074" y="12040"/>
                </a:lnTo>
                <a:lnTo>
                  <a:pt x="10447" y="11286"/>
                </a:lnTo>
                <a:lnTo>
                  <a:pt x="9610" y="10453"/>
                </a:lnTo>
                <a:lnTo>
                  <a:pt x="8762" y="9748"/>
                </a:lnTo>
                <a:lnTo>
                  <a:pt x="7901" y="9044"/>
                </a:lnTo>
                <a:lnTo>
                  <a:pt x="7030" y="8346"/>
                </a:lnTo>
                <a:lnTo>
                  <a:pt x="6149" y="7650"/>
                </a:lnTo>
                <a:lnTo>
                  <a:pt x="5285" y="6946"/>
                </a:lnTo>
                <a:lnTo>
                  <a:pt x="4423" y="6241"/>
                </a:lnTo>
                <a:lnTo>
                  <a:pt x="3564" y="5536"/>
                </a:lnTo>
                <a:lnTo>
                  <a:pt x="2710" y="4828"/>
                </a:lnTo>
                <a:lnTo>
                  <a:pt x="1930" y="4212"/>
                </a:lnTo>
                <a:lnTo>
                  <a:pt x="1140" y="3588"/>
                </a:lnTo>
                <a:lnTo>
                  <a:pt x="583" y="2989"/>
                </a:lnTo>
                <a:lnTo>
                  <a:pt x="247" y="2503"/>
                </a:lnTo>
                <a:lnTo>
                  <a:pt x="72" y="1957"/>
                </a:lnTo>
                <a:lnTo>
                  <a:pt x="10" y="1181"/>
                </a:lnTo>
                <a:lnTo>
                  <a:pt x="0" y="0"/>
                </a:lnTo>
                <a:close/>
              </a:path>
            </a:pathLst>
          </a:custGeom>
          <a:solidFill>
            <a:srgbClr val="F5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4" name="contour_06752"/>
          <p:cNvSpPr/>
          <p:nvPr/>
        </p:nvSpPr>
        <p:spPr>
          <a:xfrm>
            <a:off x="5279593" y="4552509"/>
            <a:ext cx="94744" cy="38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79"/>
                </a:moveTo>
                <a:lnTo>
                  <a:pt x="1097" y="1266"/>
                </a:lnTo>
                <a:lnTo>
                  <a:pt x="2192" y="1165"/>
                </a:lnTo>
                <a:lnTo>
                  <a:pt x="3288" y="1068"/>
                </a:lnTo>
                <a:lnTo>
                  <a:pt x="4383" y="983"/>
                </a:lnTo>
                <a:lnTo>
                  <a:pt x="5480" y="902"/>
                </a:lnTo>
                <a:lnTo>
                  <a:pt x="6576" y="825"/>
                </a:lnTo>
                <a:lnTo>
                  <a:pt x="7673" y="752"/>
                </a:lnTo>
                <a:lnTo>
                  <a:pt x="8770" y="683"/>
                </a:lnTo>
                <a:lnTo>
                  <a:pt x="9866" y="619"/>
                </a:lnTo>
                <a:lnTo>
                  <a:pt x="10803" y="518"/>
                </a:lnTo>
                <a:lnTo>
                  <a:pt x="11747" y="417"/>
                </a:lnTo>
                <a:lnTo>
                  <a:pt x="12704" y="311"/>
                </a:lnTo>
                <a:lnTo>
                  <a:pt x="13600" y="275"/>
                </a:lnTo>
                <a:lnTo>
                  <a:pt x="14502" y="235"/>
                </a:lnTo>
                <a:lnTo>
                  <a:pt x="15414" y="194"/>
                </a:lnTo>
                <a:lnTo>
                  <a:pt x="16242" y="129"/>
                </a:lnTo>
                <a:lnTo>
                  <a:pt x="17076" y="65"/>
                </a:lnTo>
                <a:lnTo>
                  <a:pt x="17920" y="0"/>
                </a:lnTo>
                <a:lnTo>
                  <a:pt x="18922" y="683"/>
                </a:lnTo>
                <a:lnTo>
                  <a:pt x="19938" y="1379"/>
                </a:lnTo>
                <a:lnTo>
                  <a:pt x="20267" y="3781"/>
                </a:lnTo>
                <a:lnTo>
                  <a:pt x="20598" y="6192"/>
                </a:lnTo>
                <a:lnTo>
                  <a:pt x="20929" y="8610"/>
                </a:lnTo>
                <a:lnTo>
                  <a:pt x="21263" y="11049"/>
                </a:lnTo>
                <a:lnTo>
                  <a:pt x="21600" y="13512"/>
                </a:lnTo>
                <a:lnTo>
                  <a:pt x="20503" y="14179"/>
                </a:lnTo>
                <a:lnTo>
                  <a:pt x="19407" y="14846"/>
                </a:lnTo>
                <a:lnTo>
                  <a:pt x="18308" y="15513"/>
                </a:lnTo>
                <a:lnTo>
                  <a:pt x="17209" y="16185"/>
                </a:lnTo>
                <a:lnTo>
                  <a:pt x="16107" y="16852"/>
                </a:lnTo>
                <a:lnTo>
                  <a:pt x="15004" y="17523"/>
                </a:lnTo>
                <a:lnTo>
                  <a:pt x="13897" y="18199"/>
                </a:lnTo>
                <a:lnTo>
                  <a:pt x="12787" y="18874"/>
                </a:lnTo>
                <a:lnTo>
                  <a:pt x="11674" y="19550"/>
                </a:lnTo>
                <a:lnTo>
                  <a:pt x="10557" y="20233"/>
                </a:lnTo>
                <a:lnTo>
                  <a:pt x="9434" y="20912"/>
                </a:lnTo>
                <a:lnTo>
                  <a:pt x="8308" y="21600"/>
                </a:lnTo>
                <a:lnTo>
                  <a:pt x="8308" y="18927"/>
                </a:lnTo>
                <a:lnTo>
                  <a:pt x="8308" y="16237"/>
                </a:lnTo>
                <a:lnTo>
                  <a:pt x="8308" y="13512"/>
                </a:lnTo>
                <a:lnTo>
                  <a:pt x="7221" y="12699"/>
                </a:lnTo>
                <a:lnTo>
                  <a:pt x="6425" y="12213"/>
                </a:lnTo>
                <a:lnTo>
                  <a:pt x="5533" y="11878"/>
                </a:lnTo>
                <a:lnTo>
                  <a:pt x="4154" y="11490"/>
                </a:lnTo>
                <a:lnTo>
                  <a:pt x="2775" y="11101"/>
                </a:lnTo>
                <a:lnTo>
                  <a:pt x="1883" y="10766"/>
                </a:lnTo>
                <a:lnTo>
                  <a:pt x="1087" y="10280"/>
                </a:lnTo>
                <a:lnTo>
                  <a:pt x="0" y="9467"/>
                </a:lnTo>
                <a:lnTo>
                  <a:pt x="0" y="6794"/>
                </a:lnTo>
                <a:lnTo>
                  <a:pt x="0" y="4105"/>
                </a:lnTo>
                <a:lnTo>
                  <a:pt x="0" y="1379"/>
                </a:lnTo>
                <a:close/>
              </a:path>
            </a:pathLst>
          </a:custGeom>
          <a:solidFill>
            <a:srgbClr val="5351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5" name="contour_06753"/>
          <p:cNvSpPr/>
          <p:nvPr/>
        </p:nvSpPr>
        <p:spPr>
          <a:xfrm>
            <a:off x="7823102" y="4444895"/>
            <a:ext cx="87456" cy="801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210"/>
                </a:moveTo>
                <a:lnTo>
                  <a:pt x="17559" y="71"/>
                </a:lnTo>
                <a:lnTo>
                  <a:pt x="18520" y="0"/>
                </a:lnTo>
                <a:lnTo>
                  <a:pt x="19341" y="0"/>
                </a:lnTo>
                <a:lnTo>
                  <a:pt x="20281" y="71"/>
                </a:lnTo>
                <a:lnTo>
                  <a:pt x="21600" y="210"/>
                </a:lnTo>
                <a:lnTo>
                  <a:pt x="21200" y="2942"/>
                </a:lnTo>
                <a:lnTo>
                  <a:pt x="20849" y="5293"/>
                </a:lnTo>
                <a:lnTo>
                  <a:pt x="20536" y="7306"/>
                </a:lnTo>
                <a:lnTo>
                  <a:pt x="20248" y="9019"/>
                </a:lnTo>
                <a:lnTo>
                  <a:pt x="19973" y="10468"/>
                </a:lnTo>
                <a:lnTo>
                  <a:pt x="19697" y="11700"/>
                </a:lnTo>
                <a:lnTo>
                  <a:pt x="19411" y="12748"/>
                </a:lnTo>
                <a:lnTo>
                  <a:pt x="19102" y="13656"/>
                </a:lnTo>
                <a:lnTo>
                  <a:pt x="18756" y="14461"/>
                </a:lnTo>
                <a:lnTo>
                  <a:pt x="18364" y="15203"/>
                </a:lnTo>
                <a:lnTo>
                  <a:pt x="17910" y="15924"/>
                </a:lnTo>
                <a:lnTo>
                  <a:pt x="17386" y="16663"/>
                </a:lnTo>
                <a:lnTo>
                  <a:pt x="16778" y="17456"/>
                </a:lnTo>
                <a:lnTo>
                  <a:pt x="16074" y="18346"/>
                </a:lnTo>
                <a:lnTo>
                  <a:pt x="14857" y="19188"/>
                </a:lnTo>
                <a:lnTo>
                  <a:pt x="13689" y="19901"/>
                </a:lnTo>
                <a:lnTo>
                  <a:pt x="12551" y="20486"/>
                </a:lnTo>
                <a:lnTo>
                  <a:pt x="11425" y="20948"/>
                </a:lnTo>
                <a:lnTo>
                  <a:pt x="10294" y="21286"/>
                </a:lnTo>
                <a:lnTo>
                  <a:pt x="9140" y="21502"/>
                </a:lnTo>
                <a:lnTo>
                  <a:pt x="7945" y="21600"/>
                </a:lnTo>
                <a:lnTo>
                  <a:pt x="6692" y="21582"/>
                </a:lnTo>
                <a:lnTo>
                  <a:pt x="5362" y="21449"/>
                </a:lnTo>
                <a:lnTo>
                  <a:pt x="3938" y="21201"/>
                </a:lnTo>
                <a:lnTo>
                  <a:pt x="2947" y="20885"/>
                </a:lnTo>
                <a:lnTo>
                  <a:pt x="1960" y="20559"/>
                </a:lnTo>
                <a:lnTo>
                  <a:pt x="977" y="20213"/>
                </a:lnTo>
                <a:lnTo>
                  <a:pt x="0" y="19850"/>
                </a:lnTo>
                <a:lnTo>
                  <a:pt x="938" y="18689"/>
                </a:lnTo>
                <a:lnTo>
                  <a:pt x="1834" y="17646"/>
                </a:lnTo>
                <a:lnTo>
                  <a:pt x="2711" y="16708"/>
                </a:lnTo>
                <a:lnTo>
                  <a:pt x="3589" y="15863"/>
                </a:lnTo>
                <a:lnTo>
                  <a:pt x="4491" y="15105"/>
                </a:lnTo>
                <a:lnTo>
                  <a:pt x="5438" y="14422"/>
                </a:lnTo>
                <a:lnTo>
                  <a:pt x="6455" y="13803"/>
                </a:lnTo>
                <a:lnTo>
                  <a:pt x="7560" y="13239"/>
                </a:lnTo>
                <a:lnTo>
                  <a:pt x="8775" y="12723"/>
                </a:lnTo>
                <a:lnTo>
                  <a:pt x="10125" y="12240"/>
                </a:lnTo>
                <a:lnTo>
                  <a:pt x="11522" y="11705"/>
                </a:lnTo>
                <a:lnTo>
                  <a:pt x="12433" y="11297"/>
                </a:lnTo>
                <a:lnTo>
                  <a:pt x="13259" y="10808"/>
                </a:lnTo>
                <a:lnTo>
                  <a:pt x="14400" y="10030"/>
                </a:lnTo>
                <a:lnTo>
                  <a:pt x="14787" y="8714"/>
                </a:lnTo>
                <a:lnTo>
                  <a:pt x="15082" y="7442"/>
                </a:lnTo>
                <a:lnTo>
                  <a:pt x="15296" y="6185"/>
                </a:lnTo>
                <a:lnTo>
                  <a:pt x="15446" y="4914"/>
                </a:lnTo>
                <a:lnTo>
                  <a:pt x="15541" y="3602"/>
                </a:lnTo>
                <a:lnTo>
                  <a:pt x="15595" y="2219"/>
                </a:lnTo>
                <a:lnTo>
                  <a:pt x="15745" y="1720"/>
                </a:lnTo>
                <a:lnTo>
                  <a:pt x="16200" y="210"/>
                </a:lnTo>
                <a:close/>
              </a:path>
            </a:pathLst>
          </a:custGeom>
          <a:solidFill>
            <a:srgbClr val="EDF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6" name="contour_06754"/>
          <p:cNvSpPr/>
          <p:nvPr/>
        </p:nvSpPr>
        <p:spPr>
          <a:xfrm>
            <a:off x="1504413" y="4490255"/>
            <a:ext cx="80168" cy="866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28" y="149"/>
                </a:moveTo>
                <a:lnTo>
                  <a:pt x="7297" y="707"/>
                </a:lnTo>
                <a:lnTo>
                  <a:pt x="8483" y="1276"/>
                </a:lnTo>
                <a:lnTo>
                  <a:pt x="9610" y="1892"/>
                </a:lnTo>
                <a:lnTo>
                  <a:pt x="10702" y="2596"/>
                </a:lnTo>
                <a:lnTo>
                  <a:pt x="11782" y="3423"/>
                </a:lnTo>
                <a:lnTo>
                  <a:pt x="12065" y="4661"/>
                </a:lnTo>
                <a:lnTo>
                  <a:pt x="12196" y="5860"/>
                </a:lnTo>
                <a:lnTo>
                  <a:pt x="12204" y="7045"/>
                </a:lnTo>
                <a:lnTo>
                  <a:pt x="12118" y="8232"/>
                </a:lnTo>
                <a:lnTo>
                  <a:pt x="11968" y="9441"/>
                </a:lnTo>
                <a:lnTo>
                  <a:pt x="11782" y="10694"/>
                </a:lnTo>
                <a:lnTo>
                  <a:pt x="11782" y="11895"/>
                </a:lnTo>
                <a:lnTo>
                  <a:pt x="11782" y="13104"/>
                </a:lnTo>
                <a:lnTo>
                  <a:pt x="11782" y="14329"/>
                </a:lnTo>
                <a:lnTo>
                  <a:pt x="12756" y="14629"/>
                </a:lnTo>
                <a:lnTo>
                  <a:pt x="13736" y="14933"/>
                </a:lnTo>
                <a:lnTo>
                  <a:pt x="14727" y="15238"/>
                </a:lnTo>
                <a:lnTo>
                  <a:pt x="15701" y="15538"/>
                </a:lnTo>
                <a:lnTo>
                  <a:pt x="16681" y="15841"/>
                </a:lnTo>
                <a:lnTo>
                  <a:pt x="17673" y="16147"/>
                </a:lnTo>
                <a:lnTo>
                  <a:pt x="17673" y="17348"/>
                </a:lnTo>
                <a:lnTo>
                  <a:pt x="17673" y="18557"/>
                </a:lnTo>
                <a:lnTo>
                  <a:pt x="17673" y="19782"/>
                </a:lnTo>
                <a:lnTo>
                  <a:pt x="18839" y="20449"/>
                </a:lnTo>
                <a:lnTo>
                  <a:pt x="19636" y="20862"/>
                </a:lnTo>
                <a:lnTo>
                  <a:pt x="20436" y="21189"/>
                </a:lnTo>
                <a:lnTo>
                  <a:pt x="21600" y="21600"/>
                </a:lnTo>
                <a:lnTo>
                  <a:pt x="19000" y="21236"/>
                </a:lnTo>
                <a:lnTo>
                  <a:pt x="16817" y="20920"/>
                </a:lnTo>
                <a:lnTo>
                  <a:pt x="14994" y="20631"/>
                </a:lnTo>
                <a:lnTo>
                  <a:pt x="13480" y="20349"/>
                </a:lnTo>
                <a:lnTo>
                  <a:pt x="12220" y="20059"/>
                </a:lnTo>
                <a:lnTo>
                  <a:pt x="11157" y="19739"/>
                </a:lnTo>
                <a:lnTo>
                  <a:pt x="10238" y="19371"/>
                </a:lnTo>
                <a:lnTo>
                  <a:pt x="9408" y="18937"/>
                </a:lnTo>
                <a:lnTo>
                  <a:pt x="8613" y="18415"/>
                </a:lnTo>
                <a:lnTo>
                  <a:pt x="7800" y="17790"/>
                </a:lnTo>
                <a:lnTo>
                  <a:pt x="6910" y="17039"/>
                </a:lnTo>
                <a:lnTo>
                  <a:pt x="5891" y="16147"/>
                </a:lnTo>
                <a:lnTo>
                  <a:pt x="5296" y="15042"/>
                </a:lnTo>
                <a:lnTo>
                  <a:pt x="4738" y="13929"/>
                </a:lnTo>
                <a:lnTo>
                  <a:pt x="4218" y="12808"/>
                </a:lnTo>
                <a:lnTo>
                  <a:pt x="3727" y="11679"/>
                </a:lnTo>
                <a:lnTo>
                  <a:pt x="3260" y="10539"/>
                </a:lnTo>
                <a:lnTo>
                  <a:pt x="2814" y="9390"/>
                </a:lnTo>
                <a:lnTo>
                  <a:pt x="2384" y="8231"/>
                </a:lnTo>
                <a:lnTo>
                  <a:pt x="1964" y="7058"/>
                </a:lnTo>
                <a:lnTo>
                  <a:pt x="1557" y="5971"/>
                </a:lnTo>
                <a:lnTo>
                  <a:pt x="1151" y="4875"/>
                </a:lnTo>
                <a:lnTo>
                  <a:pt x="736" y="3763"/>
                </a:lnTo>
                <a:lnTo>
                  <a:pt x="371" y="2692"/>
                </a:lnTo>
                <a:lnTo>
                  <a:pt x="0" y="1605"/>
                </a:lnTo>
                <a:lnTo>
                  <a:pt x="1235" y="909"/>
                </a:lnTo>
                <a:lnTo>
                  <a:pt x="2327" y="398"/>
                </a:lnTo>
                <a:lnTo>
                  <a:pt x="3407" y="89"/>
                </a:lnTo>
                <a:lnTo>
                  <a:pt x="4597" y="0"/>
                </a:lnTo>
                <a:lnTo>
                  <a:pt x="6028" y="149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7" name="contour_06755"/>
          <p:cNvSpPr/>
          <p:nvPr/>
        </p:nvSpPr>
        <p:spPr>
          <a:xfrm>
            <a:off x="4527508" y="4452963"/>
            <a:ext cx="5243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90" y="0"/>
                </a:moveTo>
                <a:lnTo>
                  <a:pt x="8574" y="0"/>
                </a:lnTo>
                <a:lnTo>
                  <a:pt x="10570" y="0"/>
                </a:lnTo>
                <a:lnTo>
                  <a:pt x="12594" y="0"/>
                </a:lnTo>
                <a:lnTo>
                  <a:pt x="12924" y="1296"/>
                </a:lnTo>
                <a:lnTo>
                  <a:pt x="13254" y="2594"/>
                </a:lnTo>
                <a:lnTo>
                  <a:pt x="13584" y="3892"/>
                </a:lnTo>
                <a:lnTo>
                  <a:pt x="13918" y="5194"/>
                </a:lnTo>
                <a:lnTo>
                  <a:pt x="14251" y="6500"/>
                </a:lnTo>
                <a:lnTo>
                  <a:pt x="14584" y="7811"/>
                </a:lnTo>
                <a:lnTo>
                  <a:pt x="14920" y="9127"/>
                </a:lnTo>
                <a:lnTo>
                  <a:pt x="15257" y="10450"/>
                </a:lnTo>
                <a:lnTo>
                  <a:pt x="15596" y="11782"/>
                </a:lnTo>
                <a:lnTo>
                  <a:pt x="17580" y="11782"/>
                </a:lnTo>
                <a:lnTo>
                  <a:pt x="19577" y="11782"/>
                </a:lnTo>
                <a:lnTo>
                  <a:pt x="21600" y="11782"/>
                </a:lnTo>
                <a:lnTo>
                  <a:pt x="21600" y="13080"/>
                </a:lnTo>
                <a:lnTo>
                  <a:pt x="21600" y="14386"/>
                </a:lnTo>
                <a:lnTo>
                  <a:pt x="21600" y="15709"/>
                </a:lnTo>
                <a:lnTo>
                  <a:pt x="19616" y="15709"/>
                </a:lnTo>
                <a:lnTo>
                  <a:pt x="17619" y="15709"/>
                </a:lnTo>
                <a:lnTo>
                  <a:pt x="15596" y="15709"/>
                </a:lnTo>
                <a:lnTo>
                  <a:pt x="16190" y="16875"/>
                </a:lnTo>
                <a:lnTo>
                  <a:pt x="16788" y="18046"/>
                </a:lnTo>
                <a:lnTo>
                  <a:pt x="17385" y="19220"/>
                </a:lnTo>
                <a:lnTo>
                  <a:pt x="17988" y="20404"/>
                </a:lnTo>
                <a:lnTo>
                  <a:pt x="18598" y="21600"/>
                </a:lnTo>
                <a:lnTo>
                  <a:pt x="16614" y="21600"/>
                </a:lnTo>
                <a:lnTo>
                  <a:pt x="14617" y="21600"/>
                </a:lnTo>
                <a:lnTo>
                  <a:pt x="12594" y="21600"/>
                </a:lnTo>
                <a:lnTo>
                  <a:pt x="12594" y="20302"/>
                </a:lnTo>
                <a:lnTo>
                  <a:pt x="12594" y="18996"/>
                </a:lnTo>
                <a:lnTo>
                  <a:pt x="12594" y="17673"/>
                </a:lnTo>
                <a:lnTo>
                  <a:pt x="10612" y="17673"/>
                </a:lnTo>
                <a:lnTo>
                  <a:pt x="8628" y="17673"/>
                </a:lnTo>
                <a:lnTo>
                  <a:pt x="6635" y="17673"/>
                </a:lnTo>
                <a:lnTo>
                  <a:pt x="4632" y="17673"/>
                </a:lnTo>
                <a:lnTo>
                  <a:pt x="2618" y="17673"/>
                </a:lnTo>
                <a:lnTo>
                  <a:pt x="585" y="17673"/>
                </a:lnTo>
                <a:lnTo>
                  <a:pt x="471" y="16477"/>
                </a:lnTo>
                <a:lnTo>
                  <a:pt x="372" y="15279"/>
                </a:lnTo>
                <a:lnTo>
                  <a:pt x="285" y="14083"/>
                </a:lnTo>
                <a:lnTo>
                  <a:pt x="210" y="12885"/>
                </a:lnTo>
                <a:lnTo>
                  <a:pt x="105" y="11550"/>
                </a:lnTo>
                <a:lnTo>
                  <a:pt x="0" y="10193"/>
                </a:lnTo>
                <a:lnTo>
                  <a:pt x="291" y="9033"/>
                </a:lnTo>
                <a:lnTo>
                  <a:pt x="585" y="7855"/>
                </a:lnTo>
                <a:lnTo>
                  <a:pt x="2369" y="7203"/>
                </a:lnTo>
                <a:lnTo>
                  <a:pt x="3587" y="6780"/>
                </a:lnTo>
                <a:lnTo>
                  <a:pt x="4806" y="6405"/>
                </a:lnTo>
                <a:lnTo>
                  <a:pt x="6590" y="5891"/>
                </a:lnTo>
                <a:lnTo>
                  <a:pt x="6770" y="4371"/>
                </a:lnTo>
                <a:lnTo>
                  <a:pt x="6860" y="3305"/>
                </a:lnTo>
                <a:lnTo>
                  <a:pt x="6860" y="2409"/>
                </a:lnTo>
                <a:lnTo>
                  <a:pt x="6770" y="1402"/>
                </a:lnTo>
                <a:lnTo>
                  <a:pt x="6590" y="0"/>
                </a:lnTo>
                <a:close/>
              </a:path>
            </a:pathLst>
          </a:custGeom>
          <a:solidFill>
            <a:srgbClr val="47413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8" name="contour_06756"/>
          <p:cNvSpPr/>
          <p:nvPr/>
        </p:nvSpPr>
        <p:spPr>
          <a:xfrm>
            <a:off x="10315070" y="4452963"/>
            <a:ext cx="6611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52" y="0"/>
                </a:moveTo>
                <a:lnTo>
                  <a:pt x="4279" y="299"/>
                </a:lnTo>
                <a:lnTo>
                  <a:pt x="5552" y="648"/>
                </a:lnTo>
                <a:lnTo>
                  <a:pt x="7462" y="1352"/>
                </a:lnTo>
                <a:lnTo>
                  <a:pt x="8760" y="1824"/>
                </a:lnTo>
                <a:lnTo>
                  <a:pt x="10076" y="2302"/>
                </a:lnTo>
                <a:lnTo>
                  <a:pt x="11069" y="2691"/>
                </a:lnTo>
                <a:lnTo>
                  <a:pt x="12076" y="3086"/>
                </a:lnTo>
                <a:lnTo>
                  <a:pt x="10502" y="3086"/>
                </a:lnTo>
                <a:lnTo>
                  <a:pt x="8919" y="3086"/>
                </a:lnTo>
                <a:lnTo>
                  <a:pt x="7314" y="3086"/>
                </a:lnTo>
                <a:lnTo>
                  <a:pt x="7314" y="5125"/>
                </a:lnTo>
                <a:lnTo>
                  <a:pt x="7314" y="7177"/>
                </a:lnTo>
                <a:lnTo>
                  <a:pt x="7314" y="9257"/>
                </a:lnTo>
                <a:lnTo>
                  <a:pt x="8886" y="9257"/>
                </a:lnTo>
                <a:lnTo>
                  <a:pt x="10460" y="9257"/>
                </a:lnTo>
                <a:lnTo>
                  <a:pt x="12033" y="9257"/>
                </a:lnTo>
                <a:lnTo>
                  <a:pt x="13612" y="9257"/>
                </a:lnTo>
                <a:lnTo>
                  <a:pt x="15195" y="9257"/>
                </a:lnTo>
                <a:lnTo>
                  <a:pt x="16786" y="9257"/>
                </a:lnTo>
                <a:lnTo>
                  <a:pt x="18381" y="9257"/>
                </a:lnTo>
                <a:lnTo>
                  <a:pt x="19986" y="9257"/>
                </a:lnTo>
                <a:lnTo>
                  <a:pt x="21600" y="9257"/>
                </a:lnTo>
                <a:lnTo>
                  <a:pt x="21600" y="11297"/>
                </a:lnTo>
                <a:lnTo>
                  <a:pt x="21600" y="13349"/>
                </a:lnTo>
                <a:lnTo>
                  <a:pt x="21600" y="15429"/>
                </a:lnTo>
                <a:lnTo>
                  <a:pt x="20026" y="15429"/>
                </a:lnTo>
                <a:lnTo>
                  <a:pt x="18443" y="15429"/>
                </a:lnTo>
                <a:lnTo>
                  <a:pt x="16838" y="15429"/>
                </a:lnTo>
                <a:lnTo>
                  <a:pt x="16838" y="17468"/>
                </a:lnTo>
                <a:lnTo>
                  <a:pt x="16838" y="19520"/>
                </a:lnTo>
                <a:lnTo>
                  <a:pt x="16838" y="21600"/>
                </a:lnTo>
                <a:lnTo>
                  <a:pt x="15188" y="21295"/>
                </a:lnTo>
                <a:lnTo>
                  <a:pt x="13536" y="20989"/>
                </a:lnTo>
                <a:lnTo>
                  <a:pt x="11883" y="20684"/>
                </a:lnTo>
                <a:lnTo>
                  <a:pt x="10229" y="20375"/>
                </a:lnTo>
                <a:lnTo>
                  <a:pt x="8567" y="20069"/>
                </a:lnTo>
                <a:lnTo>
                  <a:pt x="6902" y="19761"/>
                </a:lnTo>
                <a:lnTo>
                  <a:pt x="5231" y="19452"/>
                </a:lnTo>
                <a:lnTo>
                  <a:pt x="3552" y="19141"/>
                </a:lnTo>
                <a:lnTo>
                  <a:pt x="1867" y="18829"/>
                </a:lnTo>
                <a:lnTo>
                  <a:pt x="171" y="18514"/>
                </a:lnTo>
                <a:lnTo>
                  <a:pt x="86" y="14151"/>
                </a:lnTo>
                <a:lnTo>
                  <a:pt x="29" y="10957"/>
                </a:lnTo>
                <a:lnTo>
                  <a:pt x="0" y="8665"/>
                </a:lnTo>
                <a:lnTo>
                  <a:pt x="0" y="7001"/>
                </a:lnTo>
                <a:lnTo>
                  <a:pt x="29" y="5696"/>
                </a:lnTo>
                <a:lnTo>
                  <a:pt x="86" y="4480"/>
                </a:lnTo>
                <a:lnTo>
                  <a:pt x="171" y="3086"/>
                </a:lnTo>
                <a:lnTo>
                  <a:pt x="1352" y="1555"/>
                </a:lnTo>
                <a:lnTo>
                  <a:pt x="2552" y="0"/>
                </a:lnTo>
                <a:close/>
              </a:path>
            </a:pathLst>
          </a:custGeom>
          <a:solidFill>
            <a:srgbClr val="B59A5C"/>
          </a:solidFill>
          <a:ln>
            <a:noFill/>
          </a:ln>
        </p:spPr>
        <p:txBody>
          <a:bodyPr/>
          <a:lstStyle/>
          <a:p/>
        </p:txBody>
      </p:sp>
      <p:sp>
        <p:nvSpPr>
          <p:cNvPr id="6759" name="contour_06757"/>
          <p:cNvSpPr/>
          <p:nvPr/>
        </p:nvSpPr>
        <p:spPr>
          <a:xfrm>
            <a:off x="5090105" y="4452963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0084" y="2592"/>
                </a:lnTo>
                <a:lnTo>
                  <a:pt x="18817" y="4715"/>
                </a:lnTo>
                <a:lnTo>
                  <a:pt x="17741" y="6428"/>
                </a:lnTo>
                <a:lnTo>
                  <a:pt x="16803" y="7776"/>
                </a:lnTo>
                <a:lnTo>
                  <a:pt x="15952" y="8816"/>
                </a:lnTo>
                <a:lnTo>
                  <a:pt x="15127" y="9593"/>
                </a:lnTo>
                <a:lnTo>
                  <a:pt x="14281" y="10161"/>
                </a:lnTo>
                <a:lnTo>
                  <a:pt x="13354" y="10575"/>
                </a:lnTo>
                <a:lnTo>
                  <a:pt x="12296" y="10880"/>
                </a:lnTo>
                <a:lnTo>
                  <a:pt x="11048" y="11133"/>
                </a:lnTo>
                <a:lnTo>
                  <a:pt x="9562" y="11380"/>
                </a:lnTo>
                <a:lnTo>
                  <a:pt x="8440" y="11581"/>
                </a:lnTo>
                <a:lnTo>
                  <a:pt x="7312" y="11787"/>
                </a:lnTo>
                <a:lnTo>
                  <a:pt x="6167" y="11994"/>
                </a:lnTo>
                <a:lnTo>
                  <a:pt x="5319" y="12108"/>
                </a:lnTo>
                <a:lnTo>
                  <a:pt x="4466" y="12226"/>
                </a:lnTo>
                <a:lnTo>
                  <a:pt x="3600" y="12343"/>
                </a:lnTo>
                <a:lnTo>
                  <a:pt x="3600" y="14176"/>
                </a:lnTo>
                <a:lnTo>
                  <a:pt x="3600" y="16015"/>
                </a:lnTo>
                <a:lnTo>
                  <a:pt x="3600" y="17860"/>
                </a:lnTo>
                <a:lnTo>
                  <a:pt x="3600" y="19721"/>
                </a:lnTo>
                <a:lnTo>
                  <a:pt x="3600" y="21600"/>
                </a:lnTo>
                <a:lnTo>
                  <a:pt x="2410" y="21600"/>
                </a:lnTo>
                <a:lnTo>
                  <a:pt x="1213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72674B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0" name="contour_06758"/>
          <p:cNvSpPr/>
          <p:nvPr/>
        </p:nvSpPr>
        <p:spPr>
          <a:xfrm>
            <a:off x="8295400" y="4430057"/>
            <a:ext cx="67013" cy="593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53" y="379"/>
                </a:moveTo>
                <a:lnTo>
                  <a:pt x="14553" y="1955"/>
                </a:lnTo>
                <a:lnTo>
                  <a:pt x="14553" y="3536"/>
                </a:lnTo>
                <a:lnTo>
                  <a:pt x="14553" y="5122"/>
                </a:lnTo>
                <a:lnTo>
                  <a:pt x="14553" y="6722"/>
                </a:lnTo>
                <a:lnTo>
                  <a:pt x="14553" y="8337"/>
                </a:lnTo>
                <a:lnTo>
                  <a:pt x="15948" y="8337"/>
                </a:lnTo>
                <a:lnTo>
                  <a:pt x="17348" y="8337"/>
                </a:lnTo>
                <a:lnTo>
                  <a:pt x="18753" y="8337"/>
                </a:lnTo>
                <a:lnTo>
                  <a:pt x="20169" y="8337"/>
                </a:lnTo>
                <a:lnTo>
                  <a:pt x="21600" y="8337"/>
                </a:lnTo>
                <a:lnTo>
                  <a:pt x="21212" y="10088"/>
                </a:lnTo>
                <a:lnTo>
                  <a:pt x="20825" y="11841"/>
                </a:lnTo>
                <a:lnTo>
                  <a:pt x="20435" y="13602"/>
                </a:lnTo>
                <a:lnTo>
                  <a:pt x="20043" y="15372"/>
                </a:lnTo>
                <a:lnTo>
                  <a:pt x="19648" y="17152"/>
                </a:lnTo>
                <a:lnTo>
                  <a:pt x="19251" y="18947"/>
                </a:lnTo>
                <a:lnTo>
                  <a:pt x="19251" y="17194"/>
                </a:lnTo>
                <a:lnTo>
                  <a:pt x="19251" y="15430"/>
                </a:lnTo>
                <a:lnTo>
                  <a:pt x="19251" y="13642"/>
                </a:lnTo>
                <a:lnTo>
                  <a:pt x="17637" y="13520"/>
                </a:lnTo>
                <a:lnTo>
                  <a:pt x="16023" y="13411"/>
                </a:lnTo>
                <a:lnTo>
                  <a:pt x="14407" y="13313"/>
                </a:lnTo>
                <a:lnTo>
                  <a:pt x="12791" y="13226"/>
                </a:lnTo>
                <a:lnTo>
                  <a:pt x="11175" y="13144"/>
                </a:lnTo>
                <a:lnTo>
                  <a:pt x="9674" y="13053"/>
                </a:lnTo>
                <a:lnTo>
                  <a:pt x="8163" y="12961"/>
                </a:lnTo>
                <a:lnTo>
                  <a:pt x="6634" y="12865"/>
                </a:lnTo>
                <a:lnTo>
                  <a:pt x="6070" y="12979"/>
                </a:lnTo>
                <a:lnTo>
                  <a:pt x="5079" y="13181"/>
                </a:lnTo>
                <a:lnTo>
                  <a:pt x="2807" y="13642"/>
                </a:lnTo>
                <a:lnTo>
                  <a:pt x="1973" y="15632"/>
                </a:lnTo>
                <a:lnTo>
                  <a:pt x="1433" y="17040"/>
                </a:lnTo>
                <a:lnTo>
                  <a:pt x="1076" y="18250"/>
                </a:lnTo>
                <a:lnTo>
                  <a:pt x="789" y="19642"/>
                </a:lnTo>
                <a:lnTo>
                  <a:pt x="458" y="21600"/>
                </a:lnTo>
                <a:lnTo>
                  <a:pt x="385" y="20075"/>
                </a:lnTo>
                <a:lnTo>
                  <a:pt x="322" y="18550"/>
                </a:lnTo>
                <a:lnTo>
                  <a:pt x="263" y="17024"/>
                </a:lnTo>
                <a:lnTo>
                  <a:pt x="211" y="15499"/>
                </a:lnTo>
                <a:lnTo>
                  <a:pt x="164" y="13974"/>
                </a:lnTo>
                <a:lnTo>
                  <a:pt x="110" y="12557"/>
                </a:lnTo>
                <a:lnTo>
                  <a:pt x="56" y="11130"/>
                </a:lnTo>
                <a:lnTo>
                  <a:pt x="0" y="9685"/>
                </a:lnTo>
                <a:lnTo>
                  <a:pt x="240" y="7708"/>
                </a:lnTo>
                <a:lnTo>
                  <a:pt x="491" y="6348"/>
                </a:lnTo>
                <a:lnTo>
                  <a:pt x="874" y="5260"/>
                </a:lnTo>
                <a:lnTo>
                  <a:pt x="1506" y="4104"/>
                </a:lnTo>
                <a:lnTo>
                  <a:pt x="2514" y="2533"/>
                </a:lnTo>
                <a:lnTo>
                  <a:pt x="4019" y="1451"/>
                </a:lnTo>
                <a:lnTo>
                  <a:pt x="5445" y="714"/>
                </a:lnTo>
                <a:lnTo>
                  <a:pt x="6829" y="263"/>
                </a:lnTo>
                <a:lnTo>
                  <a:pt x="8212" y="42"/>
                </a:lnTo>
                <a:lnTo>
                  <a:pt x="9636" y="0"/>
                </a:lnTo>
                <a:lnTo>
                  <a:pt x="11142" y="80"/>
                </a:lnTo>
                <a:lnTo>
                  <a:pt x="12765" y="225"/>
                </a:lnTo>
                <a:lnTo>
                  <a:pt x="14553" y="379"/>
                </a:lnTo>
                <a:close/>
              </a:path>
            </a:pathLst>
          </a:custGeom>
          <a:solidFill>
            <a:srgbClr val="B39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1" name="contour_06759"/>
          <p:cNvSpPr/>
          <p:nvPr/>
        </p:nvSpPr>
        <p:spPr>
          <a:xfrm>
            <a:off x="10293723" y="4428366"/>
            <a:ext cx="87456" cy="39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90" y="0"/>
                </a:moveTo>
                <a:lnTo>
                  <a:pt x="12055" y="313"/>
                </a:lnTo>
                <a:lnTo>
                  <a:pt x="13797" y="593"/>
                </a:lnTo>
                <a:lnTo>
                  <a:pt x="15131" y="897"/>
                </a:lnTo>
                <a:lnTo>
                  <a:pt x="16175" y="1286"/>
                </a:lnTo>
                <a:lnTo>
                  <a:pt x="17046" y="1811"/>
                </a:lnTo>
                <a:lnTo>
                  <a:pt x="17863" y="2528"/>
                </a:lnTo>
                <a:lnTo>
                  <a:pt x="18742" y="3490"/>
                </a:lnTo>
                <a:lnTo>
                  <a:pt x="19800" y="4760"/>
                </a:lnTo>
                <a:lnTo>
                  <a:pt x="20396" y="6331"/>
                </a:lnTo>
                <a:lnTo>
                  <a:pt x="20995" y="7913"/>
                </a:lnTo>
                <a:lnTo>
                  <a:pt x="21600" y="9516"/>
                </a:lnTo>
                <a:lnTo>
                  <a:pt x="21395" y="12685"/>
                </a:lnTo>
                <a:lnTo>
                  <a:pt x="21199" y="14897"/>
                </a:lnTo>
                <a:lnTo>
                  <a:pt x="20925" y="16724"/>
                </a:lnTo>
                <a:lnTo>
                  <a:pt x="20488" y="18743"/>
                </a:lnTo>
                <a:lnTo>
                  <a:pt x="19800" y="21536"/>
                </a:lnTo>
                <a:lnTo>
                  <a:pt x="18405" y="21600"/>
                </a:lnTo>
                <a:lnTo>
                  <a:pt x="17386" y="21552"/>
                </a:lnTo>
                <a:lnTo>
                  <a:pt x="16445" y="21324"/>
                </a:lnTo>
                <a:lnTo>
                  <a:pt x="15287" y="20843"/>
                </a:lnTo>
                <a:lnTo>
                  <a:pt x="13613" y="20033"/>
                </a:lnTo>
                <a:lnTo>
                  <a:pt x="11552" y="19068"/>
                </a:lnTo>
                <a:lnTo>
                  <a:pt x="9956" y="18399"/>
                </a:lnTo>
                <a:lnTo>
                  <a:pt x="8710" y="18038"/>
                </a:lnTo>
                <a:lnTo>
                  <a:pt x="7695" y="18010"/>
                </a:lnTo>
                <a:lnTo>
                  <a:pt x="6793" y="18327"/>
                </a:lnTo>
                <a:lnTo>
                  <a:pt x="5888" y="19008"/>
                </a:lnTo>
                <a:lnTo>
                  <a:pt x="4864" y="20073"/>
                </a:lnTo>
                <a:lnTo>
                  <a:pt x="3600" y="21536"/>
                </a:lnTo>
                <a:lnTo>
                  <a:pt x="2407" y="20490"/>
                </a:lnTo>
                <a:lnTo>
                  <a:pt x="1634" y="19721"/>
                </a:lnTo>
                <a:lnTo>
                  <a:pt x="945" y="18859"/>
                </a:lnTo>
                <a:lnTo>
                  <a:pt x="0" y="17529"/>
                </a:lnTo>
                <a:lnTo>
                  <a:pt x="430" y="13735"/>
                </a:lnTo>
                <a:lnTo>
                  <a:pt x="929" y="10502"/>
                </a:lnTo>
                <a:lnTo>
                  <a:pt x="1517" y="7789"/>
                </a:lnTo>
                <a:lnTo>
                  <a:pt x="2212" y="5557"/>
                </a:lnTo>
                <a:lnTo>
                  <a:pt x="3037" y="3762"/>
                </a:lnTo>
                <a:lnTo>
                  <a:pt x="4010" y="2372"/>
                </a:lnTo>
                <a:lnTo>
                  <a:pt x="5152" y="1342"/>
                </a:lnTo>
                <a:lnTo>
                  <a:pt x="6482" y="629"/>
                </a:lnTo>
                <a:lnTo>
                  <a:pt x="8021" y="196"/>
                </a:lnTo>
                <a:lnTo>
                  <a:pt x="9790" y="0"/>
                </a:lnTo>
                <a:close/>
              </a:path>
            </a:pathLst>
          </a:custGeom>
          <a:solidFill>
            <a:srgbClr val="F1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2" name="contour_06760"/>
          <p:cNvSpPr/>
          <p:nvPr/>
        </p:nvSpPr>
        <p:spPr>
          <a:xfrm>
            <a:off x="10913210" y="4387371"/>
            <a:ext cx="51016" cy="657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722" y="1467"/>
                </a:lnTo>
                <a:lnTo>
                  <a:pt x="14987" y="2900"/>
                </a:lnTo>
                <a:lnTo>
                  <a:pt x="16135" y="4311"/>
                </a:lnTo>
                <a:lnTo>
                  <a:pt x="17172" y="5721"/>
                </a:lnTo>
                <a:lnTo>
                  <a:pt x="18101" y="7139"/>
                </a:lnTo>
                <a:lnTo>
                  <a:pt x="18925" y="8584"/>
                </a:lnTo>
                <a:lnTo>
                  <a:pt x="19650" y="10073"/>
                </a:lnTo>
                <a:lnTo>
                  <a:pt x="20273" y="11618"/>
                </a:lnTo>
                <a:lnTo>
                  <a:pt x="20807" y="13236"/>
                </a:lnTo>
                <a:lnTo>
                  <a:pt x="21248" y="14939"/>
                </a:lnTo>
                <a:lnTo>
                  <a:pt x="21600" y="16748"/>
                </a:lnTo>
                <a:lnTo>
                  <a:pt x="20310" y="18588"/>
                </a:lnTo>
                <a:lnTo>
                  <a:pt x="19236" y="19700"/>
                </a:lnTo>
                <a:lnTo>
                  <a:pt x="17801" y="20533"/>
                </a:lnTo>
                <a:lnTo>
                  <a:pt x="15429" y="21533"/>
                </a:lnTo>
                <a:lnTo>
                  <a:pt x="13111" y="21600"/>
                </a:lnTo>
                <a:lnTo>
                  <a:pt x="10964" y="21516"/>
                </a:lnTo>
                <a:lnTo>
                  <a:pt x="8939" y="21255"/>
                </a:lnTo>
                <a:lnTo>
                  <a:pt x="6986" y="20791"/>
                </a:lnTo>
                <a:lnTo>
                  <a:pt x="5051" y="20095"/>
                </a:lnTo>
                <a:lnTo>
                  <a:pt x="3086" y="19140"/>
                </a:lnTo>
                <a:lnTo>
                  <a:pt x="2382" y="17674"/>
                </a:lnTo>
                <a:lnTo>
                  <a:pt x="1796" y="16207"/>
                </a:lnTo>
                <a:lnTo>
                  <a:pt x="1318" y="14741"/>
                </a:lnTo>
                <a:lnTo>
                  <a:pt x="926" y="13264"/>
                </a:lnTo>
                <a:lnTo>
                  <a:pt x="614" y="11776"/>
                </a:lnTo>
                <a:lnTo>
                  <a:pt x="364" y="10269"/>
                </a:lnTo>
                <a:lnTo>
                  <a:pt x="164" y="8738"/>
                </a:lnTo>
                <a:lnTo>
                  <a:pt x="0" y="7178"/>
                </a:lnTo>
                <a:lnTo>
                  <a:pt x="1466" y="6881"/>
                </a:lnTo>
                <a:lnTo>
                  <a:pt x="2941" y="6584"/>
                </a:lnTo>
                <a:lnTo>
                  <a:pt x="4437" y="6280"/>
                </a:lnTo>
                <a:lnTo>
                  <a:pt x="7258" y="5376"/>
                </a:lnTo>
                <a:lnTo>
                  <a:pt x="8921" y="4654"/>
                </a:lnTo>
                <a:lnTo>
                  <a:pt x="10078" y="3737"/>
                </a:lnTo>
                <a:lnTo>
                  <a:pt x="11380" y="2244"/>
                </a:lnTo>
                <a:lnTo>
                  <a:pt x="11858" y="1129"/>
                </a:lnTo>
                <a:lnTo>
                  <a:pt x="12343" y="0"/>
                </a:lnTo>
                <a:close/>
              </a:path>
            </a:pathLst>
          </a:custGeom>
          <a:solidFill>
            <a:srgbClr val="C9C8CC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3" name="contour_06761"/>
          <p:cNvSpPr/>
          <p:nvPr/>
        </p:nvSpPr>
        <p:spPr>
          <a:xfrm>
            <a:off x="4746133" y="4350931"/>
            <a:ext cx="5974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60" y="0"/>
                </a:moveTo>
                <a:lnTo>
                  <a:pt x="12799" y="324"/>
                </a:lnTo>
                <a:lnTo>
                  <a:pt x="14541" y="648"/>
                </a:lnTo>
                <a:lnTo>
                  <a:pt x="16290" y="974"/>
                </a:lnTo>
                <a:lnTo>
                  <a:pt x="18048" y="1302"/>
                </a:lnTo>
                <a:lnTo>
                  <a:pt x="19816" y="1632"/>
                </a:lnTo>
                <a:lnTo>
                  <a:pt x="21600" y="1964"/>
                </a:lnTo>
                <a:lnTo>
                  <a:pt x="21574" y="3285"/>
                </a:lnTo>
                <a:lnTo>
                  <a:pt x="21508" y="4565"/>
                </a:lnTo>
                <a:lnTo>
                  <a:pt x="21376" y="5812"/>
                </a:lnTo>
                <a:lnTo>
                  <a:pt x="21160" y="7030"/>
                </a:lnTo>
                <a:lnTo>
                  <a:pt x="20833" y="8228"/>
                </a:lnTo>
                <a:lnTo>
                  <a:pt x="20375" y="9414"/>
                </a:lnTo>
                <a:lnTo>
                  <a:pt x="19758" y="10596"/>
                </a:lnTo>
                <a:lnTo>
                  <a:pt x="18965" y="11782"/>
                </a:lnTo>
                <a:lnTo>
                  <a:pt x="17186" y="12051"/>
                </a:lnTo>
                <a:lnTo>
                  <a:pt x="15429" y="12230"/>
                </a:lnTo>
                <a:lnTo>
                  <a:pt x="13684" y="12328"/>
                </a:lnTo>
                <a:lnTo>
                  <a:pt x="11950" y="12355"/>
                </a:lnTo>
                <a:lnTo>
                  <a:pt x="10216" y="12324"/>
                </a:lnTo>
                <a:lnTo>
                  <a:pt x="8475" y="12241"/>
                </a:lnTo>
                <a:lnTo>
                  <a:pt x="6722" y="12116"/>
                </a:lnTo>
                <a:lnTo>
                  <a:pt x="4951" y="11961"/>
                </a:lnTo>
                <a:lnTo>
                  <a:pt x="3154" y="11782"/>
                </a:lnTo>
                <a:lnTo>
                  <a:pt x="3154" y="13170"/>
                </a:lnTo>
                <a:lnTo>
                  <a:pt x="3154" y="14560"/>
                </a:lnTo>
                <a:lnTo>
                  <a:pt x="3154" y="15955"/>
                </a:lnTo>
                <a:lnTo>
                  <a:pt x="3154" y="17355"/>
                </a:lnTo>
                <a:lnTo>
                  <a:pt x="3154" y="18761"/>
                </a:lnTo>
                <a:lnTo>
                  <a:pt x="3154" y="20174"/>
                </a:lnTo>
                <a:lnTo>
                  <a:pt x="3154" y="21600"/>
                </a:lnTo>
                <a:lnTo>
                  <a:pt x="1847" y="21600"/>
                </a:lnTo>
                <a:lnTo>
                  <a:pt x="519" y="21600"/>
                </a:lnTo>
                <a:lnTo>
                  <a:pt x="314" y="18933"/>
                </a:lnTo>
                <a:lnTo>
                  <a:pt x="153" y="16699"/>
                </a:lnTo>
                <a:lnTo>
                  <a:pt x="45" y="14837"/>
                </a:lnTo>
                <a:lnTo>
                  <a:pt x="0" y="13298"/>
                </a:lnTo>
                <a:lnTo>
                  <a:pt x="24" y="12027"/>
                </a:lnTo>
                <a:lnTo>
                  <a:pt x="126" y="10973"/>
                </a:lnTo>
                <a:lnTo>
                  <a:pt x="316" y="10077"/>
                </a:lnTo>
                <a:lnTo>
                  <a:pt x="598" y="9290"/>
                </a:lnTo>
                <a:lnTo>
                  <a:pt x="983" y="8556"/>
                </a:lnTo>
                <a:lnTo>
                  <a:pt x="1476" y="7821"/>
                </a:lnTo>
                <a:lnTo>
                  <a:pt x="2087" y="7032"/>
                </a:lnTo>
                <a:lnTo>
                  <a:pt x="2825" y="6136"/>
                </a:lnTo>
                <a:lnTo>
                  <a:pt x="3262" y="5810"/>
                </a:lnTo>
                <a:lnTo>
                  <a:pt x="4029" y="5239"/>
                </a:lnTo>
                <a:lnTo>
                  <a:pt x="5789" y="3927"/>
                </a:lnTo>
                <a:lnTo>
                  <a:pt x="7531" y="3927"/>
                </a:lnTo>
                <a:lnTo>
                  <a:pt x="9283" y="3927"/>
                </a:lnTo>
                <a:lnTo>
                  <a:pt x="11060" y="3927"/>
                </a:lnTo>
                <a:lnTo>
                  <a:pt x="11060" y="2629"/>
                </a:lnTo>
                <a:lnTo>
                  <a:pt x="11060" y="1323"/>
                </a:lnTo>
                <a:lnTo>
                  <a:pt x="11060" y="0"/>
                </a:lnTo>
                <a:close/>
              </a:path>
            </a:pathLst>
          </a:custGeom>
          <a:solidFill>
            <a:srgbClr val="56514D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4" name="contour_06762"/>
          <p:cNvSpPr/>
          <p:nvPr/>
        </p:nvSpPr>
        <p:spPr>
          <a:xfrm>
            <a:off x="4426898" y="4379369"/>
            <a:ext cx="88425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03" y="0"/>
                </a:moveTo>
                <a:lnTo>
                  <a:pt x="8994" y="21"/>
                </a:lnTo>
                <a:lnTo>
                  <a:pt x="10203" y="42"/>
                </a:lnTo>
                <a:lnTo>
                  <a:pt x="11435" y="97"/>
                </a:lnTo>
                <a:lnTo>
                  <a:pt x="12684" y="148"/>
                </a:lnTo>
                <a:lnTo>
                  <a:pt x="13938" y="177"/>
                </a:lnTo>
                <a:lnTo>
                  <a:pt x="15209" y="207"/>
                </a:lnTo>
                <a:lnTo>
                  <a:pt x="16441" y="240"/>
                </a:lnTo>
                <a:lnTo>
                  <a:pt x="17671" y="278"/>
                </a:lnTo>
                <a:lnTo>
                  <a:pt x="18901" y="316"/>
                </a:lnTo>
                <a:lnTo>
                  <a:pt x="20133" y="362"/>
                </a:lnTo>
                <a:lnTo>
                  <a:pt x="21363" y="413"/>
                </a:lnTo>
                <a:lnTo>
                  <a:pt x="21495" y="5171"/>
                </a:lnTo>
                <a:lnTo>
                  <a:pt x="21573" y="8526"/>
                </a:lnTo>
                <a:lnTo>
                  <a:pt x="21600" y="10945"/>
                </a:lnTo>
                <a:lnTo>
                  <a:pt x="21573" y="12897"/>
                </a:lnTo>
                <a:lnTo>
                  <a:pt x="21495" y="14852"/>
                </a:lnTo>
                <a:lnTo>
                  <a:pt x="21363" y="17272"/>
                </a:lnTo>
                <a:lnTo>
                  <a:pt x="20375" y="18860"/>
                </a:lnTo>
                <a:lnTo>
                  <a:pt x="19341" y="20011"/>
                </a:lnTo>
                <a:lnTo>
                  <a:pt x="18264" y="20799"/>
                </a:lnTo>
                <a:lnTo>
                  <a:pt x="17149" y="21280"/>
                </a:lnTo>
                <a:lnTo>
                  <a:pt x="16006" y="21528"/>
                </a:lnTo>
                <a:lnTo>
                  <a:pt x="14840" y="21600"/>
                </a:lnTo>
                <a:lnTo>
                  <a:pt x="13656" y="21566"/>
                </a:lnTo>
                <a:lnTo>
                  <a:pt x="12462" y="21486"/>
                </a:lnTo>
                <a:lnTo>
                  <a:pt x="11287" y="21002"/>
                </a:lnTo>
                <a:lnTo>
                  <a:pt x="10119" y="20487"/>
                </a:lnTo>
                <a:lnTo>
                  <a:pt x="8958" y="19935"/>
                </a:lnTo>
                <a:lnTo>
                  <a:pt x="7805" y="19341"/>
                </a:lnTo>
                <a:lnTo>
                  <a:pt x="6660" y="18692"/>
                </a:lnTo>
                <a:lnTo>
                  <a:pt x="5524" y="17975"/>
                </a:lnTo>
                <a:lnTo>
                  <a:pt x="4397" y="17183"/>
                </a:lnTo>
                <a:lnTo>
                  <a:pt x="3281" y="16306"/>
                </a:lnTo>
                <a:lnTo>
                  <a:pt x="2175" y="15333"/>
                </a:lnTo>
                <a:lnTo>
                  <a:pt x="1082" y="14254"/>
                </a:lnTo>
                <a:lnTo>
                  <a:pt x="0" y="13057"/>
                </a:lnTo>
                <a:lnTo>
                  <a:pt x="0" y="10275"/>
                </a:lnTo>
                <a:lnTo>
                  <a:pt x="0" y="7468"/>
                </a:lnTo>
                <a:lnTo>
                  <a:pt x="0" y="4628"/>
                </a:lnTo>
                <a:lnTo>
                  <a:pt x="1068" y="2997"/>
                </a:lnTo>
                <a:lnTo>
                  <a:pt x="2117" y="1791"/>
                </a:lnTo>
                <a:lnTo>
                  <a:pt x="3169" y="953"/>
                </a:lnTo>
                <a:lnTo>
                  <a:pt x="4242" y="413"/>
                </a:lnTo>
                <a:lnTo>
                  <a:pt x="5360" y="118"/>
                </a:lnTo>
                <a:lnTo>
                  <a:pt x="6539" y="0"/>
                </a:lnTo>
                <a:lnTo>
                  <a:pt x="7803" y="0"/>
                </a:lnTo>
                <a:close/>
              </a:path>
            </a:pathLst>
          </a:custGeom>
          <a:solidFill>
            <a:srgbClr val="4B463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5" name="contour_06763"/>
          <p:cNvSpPr/>
          <p:nvPr/>
        </p:nvSpPr>
        <p:spPr>
          <a:xfrm>
            <a:off x="2195460" y="4307203"/>
            <a:ext cx="117920" cy="45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" y="0"/>
                </a:moveTo>
                <a:lnTo>
                  <a:pt x="1192" y="635"/>
                </a:lnTo>
                <a:lnTo>
                  <a:pt x="2055" y="1335"/>
                </a:lnTo>
                <a:lnTo>
                  <a:pt x="2842" y="2130"/>
                </a:lnTo>
                <a:lnTo>
                  <a:pt x="3572" y="3064"/>
                </a:lnTo>
                <a:lnTo>
                  <a:pt x="4261" y="4158"/>
                </a:lnTo>
                <a:lnTo>
                  <a:pt x="4926" y="5455"/>
                </a:lnTo>
                <a:lnTo>
                  <a:pt x="5583" y="6988"/>
                </a:lnTo>
                <a:lnTo>
                  <a:pt x="6248" y="8790"/>
                </a:lnTo>
                <a:lnTo>
                  <a:pt x="7015" y="10814"/>
                </a:lnTo>
                <a:lnTo>
                  <a:pt x="7669" y="12282"/>
                </a:lnTo>
                <a:lnTo>
                  <a:pt x="8341" y="13359"/>
                </a:lnTo>
                <a:lnTo>
                  <a:pt x="9159" y="14214"/>
                </a:lnTo>
                <a:lnTo>
                  <a:pt x="10253" y="15010"/>
                </a:lnTo>
                <a:lnTo>
                  <a:pt x="11230" y="14251"/>
                </a:lnTo>
                <a:lnTo>
                  <a:pt x="12055" y="13335"/>
                </a:lnTo>
                <a:lnTo>
                  <a:pt x="12768" y="12241"/>
                </a:lnTo>
                <a:lnTo>
                  <a:pt x="13406" y="10948"/>
                </a:lnTo>
                <a:lnTo>
                  <a:pt x="14008" y="9438"/>
                </a:lnTo>
                <a:lnTo>
                  <a:pt x="14615" y="7688"/>
                </a:lnTo>
                <a:lnTo>
                  <a:pt x="15264" y="5681"/>
                </a:lnTo>
                <a:lnTo>
                  <a:pt x="15882" y="4381"/>
                </a:lnTo>
                <a:lnTo>
                  <a:pt x="16470" y="3712"/>
                </a:lnTo>
                <a:lnTo>
                  <a:pt x="17371" y="3465"/>
                </a:lnTo>
                <a:lnTo>
                  <a:pt x="18930" y="3431"/>
                </a:lnTo>
                <a:lnTo>
                  <a:pt x="18930" y="5698"/>
                </a:lnTo>
                <a:lnTo>
                  <a:pt x="18930" y="7980"/>
                </a:lnTo>
                <a:lnTo>
                  <a:pt x="18930" y="10292"/>
                </a:lnTo>
                <a:lnTo>
                  <a:pt x="19723" y="11551"/>
                </a:lnTo>
                <a:lnTo>
                  <a:pt x="20265" y="12330"/>
                </a:lnTo>
                <a:lnTo>
                  <a:pt x="20807" y="12944"/>
                </a:lnTo>
                <a:lnTo>
                  <a:pt x="21600" y="13723"/>
                </a:lnTo>
                <a:lnTo>
                  <a:pt x="20766" y="15071"/>
                </a:lnTo>
                <a:lnTo>
                  <a:pt x="19926" y="16275"/>
                </a:lnTo>
                <a:lnTo>
                  <a:pt x="19082" y="17339"/>
                </a:lnTo>
                <a:lnTo>
                  <a:pt x="18232" y="18269"/>
                </a:lnTo>
                <a:lnTo>
                  <a:pt x="17376" y="19068"/>
                </a:lnTo>
                <a:lnTo>
                  <a:pt x="16515" y="19747"/>
                </a:lnTo>
                <a:lnTo>
                  <a:pt x="15646" y="20310"/>
                </a:lnTo>
                <a:lnTo>
                  <a:pt x="14772" y="20763"/>
                </a:lnTo>
                <a:lnTo>
                  <a:pt x="13889" y="21113"/>
                </a:lnTo>
                <a:lnTo>
                  <a:pt x="13000" y="21367"/>
                </a:lnTo>
                <a:lnTo>
                  <a:pt x="12102" y="21525"/>
                </a:lnTo>
                <a:lnTo>
                  <a:pt x="11196" y="21600"/>
                </a:lnTo>
                <a:lnTo>
                  <a:pt x="10283" y="21593"/>
                </a:lnTo>
                <a:lnTo>
                  <a:pt x="9361" y="21514"/>
                </a:lnTo>
                <a:lnTo>
                  <a:pt x="8430" y="21367"/>
                </a:lnTo>
                <a:lnTo>
                  <a:pt x="7489" y="21161"/>
                </a:lnTo>
                <a:lnTo>
                  <a:pt x="6540" y="20897"/>
                </a:lnTo>
                <a:lnTo>
                  <a:pt x="5580" y="20584"/>
                </a:lnTo>
                <a:lnTo>
                  <a:pt x="4634" y="19535"/>
                </a:lnTo>
                <a:lnTo>
                  <a:pt x="3765" y="18413"/>
                </a:lnTo>
                <a:lnTo>
                  <a:pt x="2964" y="17181"/>
                </a:lnTo>
                <a:lnTo>
                  <a:pt x="2220" y="15795"/>
                </a:lnTo>
                <a:lnTo>
                  <a:pt x="1525" y="14214"/>
                </a:lnTo>
                <a:lnTo>
                  <a:pt x="868" y="12392"/>
                </a:lnTo>
                <a:lnTo>
                  <a:pt x="240" y="10292"/>
                </a:lnTo>
                <a:lnTo>
                  <a:pt x="80" y="7431"/>
                </a:lnTo>
                <a:lnTo>
                  <a:pt x="0" y="5465"/>
                </a:lnTo>
                <a:lnTo>
                  <a:pt x="0" y="3901"/>
                </a:lnTo>
                <a:lnTo>
                  <a:pt x="80" y="2244"/>
                </a:lnTo>
                <a:lnTo>
                  <a:pt x="240" y="0"/>
                </a:lnTo>
                <a:close/>
              </a:path>
            </a:pathLst>
          </a:custGeom>
          <a:solidFill>
            <a:srgbClr val="4D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6" name="contour_06764"/>
          <p:cNvSpPr/>
          <p:nvPr/>
        </p:nvSpPr>
        <p:spPr>
          <a:xfrm>
            <a:off x="10036559" y="4227035"/>
            <a:ext cx="53108" cy="73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7" y="0"/>
                </a:moveTo>
                <a:lnTo>
                  <a:pt x="14676" y="2726"/>
                </a:lnTo>
                <a:lnTo>
                  <a:pt x="16294" y="4977"/>
                </a:lnTo>
                <a:lnTo>
                  <a:pt x="17598" y="6820"/>
                </a:lnTo>
                <a:lnTo>
                  <a:pt x="18633" y="8322"/>
                </a:lnTo>
                <a:lnTo>
                  <a:pt x="19430" y="9553"/>
                </a:lnTo>
                <a:lnTo>
                  <a:pt x="20041" y="10579"/>
                </a:lnTo>
                <a:lnTo>
                  <a:pt x="20494" y="11469"/>
                </a:lnTo>
                <a:lnTo>
                  <a:pt x="20838" y="12287"/>
                </a:lnTo>
                <a:lnTo>
                  <a:pt x="21111" y="13104"/>
                </a:lnTo>
                <a:lnTo>
                  <a:pt x="21351" y="13987"/>
                </a:lnTo>
                <a:lnTo>
                  <a:pt x="21600" y="15003"/>
                </a:lnTo>
                <a:lnTo>
                  <a:pt x="20800" y="16595"/>
                </a:lnTo>
                <a:lnTo>
                  <a:pt x="20145" y="17742"/>
                </a:lnTo>
                <a:lnTo>
                  <a:pt x="19469" y="18621"/>
                </a:lnTo>
                <a:lnTo>
                  <a:pt x="18609" y="19410"/>
                </a:lnTo>
                <a:lnTo>
                  <a:pt x="17397" y="20286"/>
                </a:lnTo>
                <a:lnTo>
                  <a:pt x="15672" y="21433"/>
                </a:lnTo>
                <a:lnTo>
                  <a:pt x="13620" y="21561"/>
                </a:lnTo>
                <a:lnTo>
                  <a:pt x="11667" y="21600"/>
                </a:lnTo>
                <a:lnTo>
                  <a:pt x="9785" y="21536"/>
                </a:lnTo>
                <a:lnTo>
                  <a:pt x="7959" y="21358"/>
                </a:lnTo>
                <a:lnTo>
                  <a:pt x="6174" y="21053"/>
                </a:lnTo>
                <a:lnTo>
                  <a:pt x="4405" y="20616"/>
                </a:lnTo>
                <a:lnTo>
                  <a:pt x="2638" y="20031"/>
                </a:lnTo>
                <a:lnTo>
                  <a:pt x="851" y="19290"/>
                </a:lnTo>
                <a:lnTo>
                  <a:pt x="368" y="17731"/>
                </a:lnTo>
                <a:lnTo>
                  <a:pt x="95" y="16208"/>
                </a:lnTo>
                <a:lnTo>
                  <a:pt x="0" y="14701"/>
                </a:lnTo>
                <a:lnTo>
                  <a:pt x="53" y="13198"/>
                </a:lnTo>
                <a:lnTo>
                  <a:pt x="234" y="11685"/>
                </a:lnTo>
                <a:lnTo>
                  <a:pt x="507" y="10148"/>
                </a:lnTo>
                <a:lnTo>
                  <a:pt x="851" y="8573"/>
                </a:lnTo>
                <a:lnTo>
                  <a:pt x="2259" y="8749"/>
                </a:lnTo>
                <a:lnTo>
                  <a:pt x="3676" y="8929"/>
                </a:lnTo>
                <a:lnTo>
                  <a:pt x="5113" y="9109"/>
                </a:lnTo>
                <a:lnTo>
                  <a:pt x="6643" y="8933"/>
                </a:lnTo>
                <a:lnTo>
                  <a:pt x="8181" y="8753"/>
                </a:lnTo>
                <a:lnTo>
                  <a:pt x="9743" y="8573"/>
                </a:lnTo>
                <a:lnTo>
                  <a:pt x="10552" y="7189"/>
                </a:lnTo>
                <a:lnTo>
                  <a:pt x="11193" y="5793"/>
                </a:lnTo>
                <a:lnTo>
                  <a:pt x="11700" y="4381"/>
                </a:lnTo>
                <a:lnTo>
                  <a:pt x="12100" y="2947"/>
                </a:lnTo>
                <a:lnTo>
                  <a:pt x="12426" y="1490"/>
                </a:lnTo>
                <a:lnTo>
                  <a:pt x="12707" y="0"/>
                </a:lnTo>
                <a:close/>
              </a:path>
            </a:pathLst>
          </a:custGeom>
          <a:solidFill>
            <a:srgbClr val="BDBDBF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7" name="contour_06765"/>
          <p:cNvSpPr/>
          <p:nvPr/>
        </p:nvSpPr>
        <p:spPr>
          <a:xfrm>
            <a:off x="4711129" y="4232676"/>
            <a:ext cx="65592" cy="59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93"/>
                </a:moveTo>
                <a:lnTo>
                  <a:pt x="1702" y="420"/>
                </a:lnTo>
                <a:lnTo>
                  <a:pt x="3391" y="268"/>
                </a:lnTo>
                <a:lnTo>
                  <a:pt x="5069" y="144"/>
                </a:lnTo>
                <a:lnTo>
                  <a:pt x="6742" y="53"/>
                </a:lnTo>
                <a:lnTo>
                  <a:pt x="8410" y="3"/>
                </a:lnTo>
                <a:lnTo>
                  <a:pt x="10078" y="0"/>
                </a:lnTo>
                <a:lnTo>
                  <a:pt x="11748" y="50"/>
                </a:lnTo>
                <a:lnTo>
                  <a:pt x="13423" y="163"/>
                </a:lnTo>
                <a:lnTo>
                  <a:pt x="15106" y="341"/>
                </a:lnTo>
                <a:lnTo>
                  <a:pt x="16800" y="593"/>
                </a:lnTo>
                <a:lnTo>
                  <a:pt x="17933" y="1927"/>
                </a:lnTo>
                <a:lnTo>
                  <a:pt x="18869" y="3282"/>
                </a:lnTo>
                <a:lnTo>
                  <a:pt x="19637" y="4679"/>
                </a:lnTo>
                <a:lnTo>
                  <a:pt x="20263" y="6139"/>
                </a:lnTo>
                <a:lnTo>
                  <a:pt x="20779" y="7681"/>
                </a:lnTo>
                <a:lnTo>
                  <a:pt x="21216" y="9327"/>
                </a:lnTo>
                <a:lnTo>
                  <a:pt x="21600" y="11097"/>
                </a:lnTo>
                <a:lnTo>
                  <a:pt x="20174" y="11097"/>
                </a:lnTo>
                <a:lnTo>
                  <a:pt x="18744" y="11097"/>
                </a:lnTo>
                <a:lnTo>
                  <a:pt x="17309" y="11097"/>
                </a:lnTo>
                <a:lnTo>
                  <a:pt x="15862" y="11097"/>
                </a:lnTo>
                <a:lnTo>
                  <a:pt x="14400" y="11097"/>
                </a:lnTo>
                <a:lnTo>
                  <a:pt x="14400" y="12830"/>
                </a:lnTo>
                <a:lnTo>
                  <a:pt x="14400" y="14565"/>
                </a:lnTo>
                <a:lnTo>
                  <a:pt x="14400" y="16309"/>
                </a:lnTo>
                <a:lnTo>
                  <a:pt x="14400" y="18060"/>
                </a:lnTo>
                <a:lnTo>
                  <a:pt x="14400" y="19822"/>
                </a:lnTo>
                <a:lnTo>
                  <a:pt x="14400" y="21600"/>
                </a:lnTo>
                <a:lnTo>
                  <a:pt x="12816" y="21600"/>
                </a:lnTo>
                <a:lnTo>
                  <a:pt x="11230" y="21600"/>
                </a:lnTo>
                <a:lnTo>
                  <a:pt x="9636" y="21600"/>
                </a:lnTo>
                <a:lnTo>
                  <a:pt x="8035" y="21600"/>
                </a:lnTo>
                <a:lnTo>
                  <a:pt x="6425" y="21600"/>
                </a:lnTo>
                <a:lnTo>
                  <a:pt x="4800" y="21600"/>
                </a:lnTo>
                <a:lnTo>
                  <a:pt x="5186" y="19982"/>
                </a:lnTo>
                <a:lnTo>
                  <a:pt x="5578" y="18339"/>
                </a:lnTo>
                <a:lnTo>
                  <a:pt x="5935" y="16537"/>
                </a:lnTo>
                <a:lnTo>
                  <a:pt x="6266" y="14765"/>
                </a:lnTo>
                <a:lnTo>
                  <a:pt x="6559" y="13008"/>
                </a:lnTo>
                <a:lnTo>
                  <a:pt x="6806" y="11254"/>
                </a:lnTo>
                <a:lnTo>
                  <a:pt x="7003" y="9484"/>
                </a:lnTo>
                <a:lnTo>
                  <a:pt x="7135" y="7686"/>
                </a:lnTo>
                <a:lnTo>
                  <a:pt x="7200" y="5845"/>
                </a:lnTo>
                <a:lnTo>
                  <a:pt x="5729" y="4317"/>
                </a:lnTo>
                <a:lnTo>
                  <a:pt x="4632" y="3243"/>
                </a:lnTo>
                <a:lnTo>
                  <a:pt x="3713" y="2481"/>
                </a:lnTo>
                <a:lnTo>
                  <a:pt x="2765" y="1883"/>
                </a:lnTo>
                <a:lnTo>
                  <a:pt x="1596" y="1302"/>
                </a:lnTo>
                <a:lnTo>
                  <a:pt x="0" y="593"/>
                </a:lnTo>
                <a:close/>
              </a:path>
            </a:pathLst>
          </a:custGeom>
          <a:solidFill>
            <a:srgbClr val="929392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8" name="contour_06766"/>
          <p:cNvSpPr/>
          <p:nvPr/>
        </p:nvSpPr>
        <p:spPr>
          <a:xfrm>
            <a:off x="1154589" y="4219747"/>
            <a:ext cx="5101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274"/>
                </a:lnTo>
                <a:lnTo>
                  <a:pt x="13333" y="548"/>
                </a:lnTo>
                <a:lnTo>
                  <a:pt x="15382" y="824"/>
                </a:lnTo>
                <a:lnTo>
                  <a:pt x="17440" y="1102"/>
                </a:lnTo>
                <a:lnTo>
                  <a:pt x="19511" y="1381"/>
                </a:lnTo>
                <a:lnTo>
                  <a:pt x="21600" y="1662"/>
                </a:lnTo>
                <a:lnTo>
                  <a:pt x="21270" y="2648"/>
                </a:lnTo>
                <a:lnTo>
                  <a:pt x="20933" y="3635"/>
                </a:lnTo>
                <a:lnTo>
                  <a:pt x="20591" y="4622"/>
                </a:lnTo>
                <a:lnTo>
                  <a:pt x="20248" y="5608"/>
                </a:lnTo>
                <a:lnTo>
                  <a:pt x="19872" y="6709"/>
                </a:lnTo>
                <a:lnTo>
                  <a:pt x="19489" y="7828"/>
                </a:lnTo>
                <a:lnTo>
                  <a:pt x="18922" y="9030"/>
                </a:lnTo>
                <a:lnTo>
                  <a:pt x="18314" y="10147"/>
                </a:lnTo>
                <a:lnTo>
                  <a:pt x="17582" y="11209"/>
                </a:lnTo>
                <a:lnTo>
                  <a:pt x="16647" y="12247"/>
                </a:lnTo>
                <a:lnTo>
                  <a:pt x="15429" y="13292"/>
                </a:lnTo>
                <a:lnTo>
                  <a:pt x="13389" y="13292"/>
                </a:lnTo>
                <a:lnTo>
                  <a:pt x="11337" y="13292"/>
                </a:lnTo>
                <a:lnTo>
                  <a:pt x="9257" y="13292"/>
                </a:lnTo>
                <a:lnTo>
                  <a:pt x="10022" y="14321"/>
                </a:lnTo>
                <a:lnTo>
                  <a:pt x="10785" y="15349"/>
                </a:lnTo>
                <a:lnTo>
                  <a:pt x="11553" y="16381"/>
                </a:lnTo>
                <a:lnTo>
                  <a:pt x="12321" y="17415"/>
                </a:lnTo>
                <a:lnTo>
                  <a:pt x="13090" y="18453"/>
                </a:lnTo>
                <a:lnTo>
                  <a:pt x="13864" y="19496"/>
                </a:lnTo>
                <a:lnTo>
                  <a:pt x="14645" y="20545"/>
                </a:lnTo>
                <a:lnTo>
                  <a:pt x="15429" y="21600"/>
                </a:lnTo>
                <a:lnTo>
                  <a:pt x="13087" y="21362"/>
                </a:lnTo>
                <a:lnTo>
                  <a:pt x="11436" y="21158"/>
                </a:lnTo>
                <a:lnTo>
                  <a:pt x="10029" y="20905"/>
                </a:lnTo>
                <a:lnTo>
                  <a:pt x="8421" y="20525"/>
                </a:lnTo>
                <a:lnTo>
                  <a:pt x="6171" y="19938"/>
                </a:lnTo>
                <a:lnTo>
                  <a:pt x="6276" y="18770"/>
                </a:lnTo>
                <a:lnTo>
                  <a:pt x="6489" y="17632"/>
                </a:lnTo>
                <a:lnTo>
                  <a:pt x="6798" y="16516"/>
                </a:lnTo>
                <a:lnTo>
                  <a:pt x="7184" y="15411"/>
                </a:lnTo>
                <a:lnTo>
                  <a:pt x="7631" y="14312"/>
                </a:lnTo>
                <a:lnTo>
                  <a:pt x="8119" y="13208"/>
                </a:lnTo>
                <a:lnTo>
                  <a:pt x="8637" y="12093"/>
                </a:lnTo>
                <a:lnTo>
                  <a:pt x="9161" y="10956"/>
                </a:lnTo>
                <a:lnTo>
                  <a:pt x="9192" y="10081"/>
                </a:lnTo>
                <a:lnTo>
                  <a:pt x="9223" y="9200"/>
                </a:lnTo>
                <a:lnTo>
                  <a:pt x="9257" y="8308"/>
                </a:lnTo>
                <a:lnTo>
                  <a:pt x="7008" y="7721"/>
                </a:lnTo>
                <a:lnTo>
                  <a:pt x="5400" y="7341"/>
                </a:lnTo>
                <a:lnTo>
                  <a:pt x="3993" y="7088"/>
                </a:lnTo>
                <a:lnTo>
                  <a:pt x="2342" y="6884"/>
                </a:lnTo>
                <a:lnTo>
                  <a:pt x="0" y="6646"/>
                </a:lnTo>
                <a:lnTo>
                  <a:pt x="2040" y="6646"/>
                </a:lnTo>
                <a:lnTo>
                  <a:pt x="4092" y="6646"/>
                </a:lnTo>
                <a:lnTo>
                  <a:pt x="6171" y="6646"/>
                </a:lnTo>
                <a:lnTo>
                  <a:pt x="7094" y="5555"/>
                </a:lnTo>
                <a:lnTo>
                  <a:pt x="7594" y="4692"/>
                </a:lnTo>
                <a:lnTo>
                  <a:pt x="8100" y="3323"/>
                </a:lnTo>
                <a:lnTo>
                  <a:pt x="8483" y="2225"/>
                </a:lnTo>
                <a:lnTo>
                  <a:pt x="8868" y="1120"/>
                </a:lnTo>
                <a:lnTo>
                  <a:pt x="9257" y="0"/>
                </a:lnTo>
                <a:close/>
              </a:path>
            </a:pathLst>
          </a:custGeom>
          <a:solidFill>
            <a:srgbClr val="F0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69" name="contour_06767"/>
          <p:cNvSpPr/>
          <p:nvPr/>
        </p:nvSpPr>
        <p:spPr>
          <a:xfrm>
            <a:off x="4798862" y="4100311"/>
            <a:ext cx="58027" cy="48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29" y="195"/>
                </a:moveTo>
                <a:lnTo>
                  <a:pt x="7507" y="45"/>
                </a:lnTo>
                <a:lnTo>
                  <a:pt x="9265" y="0"/>
                </a:lnTo>
                <a:lnTo>
                  <a:pt x="10957" y="78"/>
                </a:lnTo>
                <a:lnTo>
                  <a:pt x="12637" y="302"/>
                </a:lnTo>
                <a:lnTo>
                  <a:pt x="14359" y="688"/>
                </a:lnTo>
                <a:lnTo>
                  <a:pt x="16174" y="1259"/>
                </a:lnTo>
                <a:lnTo>
                  <a:pt x="17468" y="2908"/>
                </a:lnTo>
                <a:lnTo>
                  <a:pt x="18559" y="4569"/>
                </a:lnTo>
                <a:lnTo>
                  <a:pt x="19465" y="6279"/>
                </a:lnTo>
                <a:lnTo>
                  <a:pt x="20203" y="8071"/>
                </a:lnTo>
                <a:lnTo>
                  <a:pt x="20794" y="9972"/>
                </a:lnTo>
                <a:lnTo>
                  <a:pt x="21253" y="12017"/>
                </a:lnTo>
                <a:lnTo>
                  <a:pt x="21600" y="14240"/>
                </a:lnTo>
                <a:lnTo>
                  <a:pt x="20656" y="16622"/>
                </a:lnTo>
                <a:lnTo>
                  <a:pt x="19777" y="18092"/>
                </a:lnTo>
                <a:lnTo>
                  <a:pt x="18453" y="19260"/>
                </a:lnTo>
                <a:lnTo>
                  <a:pt x="16174" y="20730"/>
                </a:lnTo>
                <a:lnTo>
                  <a:pt x="14188" y="21123"/>
                </a:lnTo>
                <a:lnTo>
                  <a:pt x="12246" y="21405"/>
                </a:lnTo>
                <a:lnTo>
                  <a:pt x="10333" y="21571"/>
                </a:lnTo>
                <a:lnTo>
                  <a:pt x="8432" y="21600"/>
                </a:lnTo>
                <a:lnTo>
                  <a:pt x="6522" y="21477"/>
                </a:lnTo>
                <a:lnTo>
                  <a:pt x="4587" y="21191"/>
                </a:lnTo>
                <a:lnTo>
                  <a:pt x="2610" y="20730"/>
                </a:lnTo>
                <a:lnTo>
                  <a:pt x="1498" y="18504"/>
                </a:lnTo>
                <a:lnTo>
                  <a:pt x="738" y="16456"/>
                </a:lnTo>
                <a:lnTo>
                  <a:pt x="271" y="14483"/>
                </a:lnTo>
                <a:lnTo>
                  <a:pt x="43" y="12497"/>
                </a:lnTo>
                <a:lnTo>
                  <a:pt x="0" y="10404"/>
                </a:lnTo>
                <a:lnTo>
                  <a:pt x="81" y="8110"/>
                </a:lnTo>
                <a:lnTo>
                  <a:pt x="236" y="5520"/>
                </a:lnTo>
                <a:lnTo>
                  <a:pt x="1658" y="3041"/>
                </a:lnTo>
                <a:lnTo>
                  <a:pt x="2691" y="1658"/>
                </a:lnTo>
                <a:lnTo>
                  <a:pt x="3847" y="876"/>
                </a:lnTo>
                <a:lnTo>
                  <a:pt x="5629" y="195"/>
                </a:lnTo>
                <a:close/>
              </a:path>
            </a:pathLst>
          </a:custGeom>
          <a:solidFill>
            <a:srgbClr val="EC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0" name="contour_06768"/>
          <p:cNvSpPr/>
          <p:nvPr/>
        </p:nvSpPr>
        <p:spPr>
          <a:xfrm>
            <a:off x="4077074" y="3991545"/>
            <a:ext cx="87456" cy="53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922"/>
                </a:moveTo>
                <a:lnTo>
                  <a:pt x="20408" y="3119"/>
                </a:lnTo>
                <a:lnTo>
                  <a:pt x="20806" y="4679"/>
                </a:lnTo>
                <a:lnTo>
                  <a:pt x="21080" y="6026"/>
                </a:lnTo>
                <a:lnTo>
                  <a:pt x="21316" y="7586"/>
                </a:lnTo>
                <a:lnTo>
                  <a:pt x="21600" y="9784"/>
                </a:lnTo>
                <a:lnTo>
                  <a:pt x="20605" y="10635"/>
                </a:lnTo>
                <a:lnTo>
                  <a:pt x="19609" y="11479"/>
                </a:lnTo>
                <a:lnTo>
                  <a:pt x="18614" y="12327"/>
                </a:lnTo>
                <a:lnTo>
                  <a:pt x="17618" y="13169"/>
                </a:lnTo>
                <a:lnTo>
                  <a:pt x="16621" y="14011"/>
                </a:lnTo>
                <a:lnTo>
                  <a:pt x="15622" y="14853"/>
                </a:lnTo>
                <a:lnTo>
                  <a:pt x="14625" y="15692"/>
                </a:lnTo>
                <a:lnTo>
                  <a:pt x="13637" y="16540"/>
                </a:lnTo>
                <a:lnTo>
                  <a:pt x="12636" y="17399"/>
                </a:lnTo>
                <a:lnTo>
                  <a:pt x="11677" y="18203"/>
                </a:lnTo>
                <a:lnTo>
                  <a:pt x="10701" y="19015"/>
                </a:lnTo>
                <a:lnTo>
                  <a:pt x="9823" y="19760"/>
                </a:lnTo>
                <a:lnTo>
                  <a:pt x="8930" y="20516"/>
                </a:lnTo>
                <a:lnTo>
                  <a:pt x="8057" y="21045"/>
                </a:lnTo>
                <a:lnTo>
                  <a:pt x="7344" y="21367"/>
                </a:lnTo>
                <a:lnTo>
                  <a:pt x="6534" y="21532"/>
                </a:lnTo>
                <a:lnTo>
                  <a:pt x="5371" y="21591"/>
                </a:lnTo>
                <a:lnTo>
                  <a:pt x="3600" y="21600"/>
                </a:lnTo>
                <a:lnTo>
                  <a:pt x="3600" y="19647"/>
                </a:lnTo>
                <a:lnTo>
                  <a:pt x="3600" y="17683"/>
                </a:lnTo>
                <a:lnTo>
                  <a:pt x="3600" y="15692"/>
                </a:lnTo>
                <a:lnTo>
                  <a:pt x="2531" y="14608"/>
                </a:lnTo>
                <a:lnTo>
                  <a:pt x="1800" y="13937"/>
                </a:lnTo>
                <a:lnTo>
                  <a:pt x="1069" y="13408"/>
                </a:lnTo>
                <a:lnTo>
                  <a:pt x="0" y="12738"/>
                </a:lnTo>
                <a:lnTo>
                  <a:pt x="977" y="11887"/>
                </a:lnTo>
                <a:lnTo>
                  <a:pt x="1957" y="11036"/>
                </a:lnTo>
                <a:lnTo>
                  <a:pt x="2936" y="10191"/>
                </a:lnTo>
                <a:lnTo>
                  <a:pt x="3917" y="9347"/>
                </a:lnTo>
                <a:lnTo>
                  <a:pt x="4898" y="8508"/>
                </a:lnTo>
                <a:lnTo>
                  <a:pt x="5879" y="7669"/>
                </a:lnTo>
                <a:lnTo>
                  <a:pt x="6862" y="6830"/>
                </a:lnTo>
                <a:lnTo>
                  <a:pt x="7826" y="5982"/>
                </a:lnTo>
                <a:lnTo>
                  <a:pt x="8807" y="5122"/>
                </a:lnTo>
                <a:lnTo>
                  <a:pt x="10865" y="3394"/>
                </a:lnTo>
                <a:lnTo>
                  <a:pt x="12503" y="2059"/>
                </a:lnTo>
                <a:lnTo>
                  <a:pt x="13811" y="1090"/>
                </a:lnTo>
                <a:lnTo>
                  <a:pt x="14881" y="446"/>
                </a:lnTo>
                <a:lnTo>
                  <a:pt x="15800" y="95"/>
                </a:lnTo>
                <a:lnTo>
                  <a:pt x="16661" y="0"/>
                </a:lnTo>
                <a:lnTo>
                  <a:pt x="17555" y="130"/>
                </a:lnTo>
                <a:lnTo>
                  <a:pt x="18571" y="449"/>
                </a:lnTo>
                <a:lnTo>
                  <a:pt x="19800" y="922"/>
                </a:lnTo>
                <a:close/>
              </a:path>
            </a:pathLst>
          </a:custGeom>
          <a:solidFill>
            <a:srgbClr val="C3D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1" name="contour_06769"/>
          <p:cNvSpPr/>
          <p:nvPr/>
        </p:nvSpPr>
        <p:spPr>
          <a:xfrm>
            <a:off x="1672037" y="3585692"/>
            <a:ext cx="58304" cy="104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966" y="791"/>
                </a:lnTo>
                <a:lnTo>
                  <a:pt x="5233" y="1603"/>
                </a:lnTo>
                <a:lnTo>
                  <a:pt x="6491" y="2433"/>
                </a:lnTo>
                <a:lnTo>
                  <a:pt x="7738" y="3283"/>
                </a:lnTo>
                <a:lnTo>
                  <a:pt x="8964" y="4153"/>
                </a:lnTo>
                <a:lnTo>
                  <a:pt x="10168" y="5038"/>
                </a:lnTo>
                <a:lnTo>
                  <a:pt x="11343" y="5942"/>
                </a:lnTo>
                <a:lnTo>
                  <a:pt x="12482" y="6862"/>
                </a:lnTo>
                <a:lnTo>
                  <a:pt x="13581" y="7798"/>
                </a:lnTo>
                <a:lnTo>
                  <a:pt x="14631" y="8749"/>
                </a:lnTo>
                <a:lnTo>
                  <a:pt x="15633" y="9716"/>
                </a:lnTo>
                <a:lnTo>
                  <a:pt x="16575" y="10697"/>
                </a:lnTo>
                <a:lnTo>
                  <a:pt x="17453" y="11692"/>
                </a:lnTo>
                <a:lnTo>
                  <a:pt x="18263" y="12700"/>
                </a:lnTo>
                <a:lnTo>
                  <a:pt x="19000" y="13720"/>
                </a:lnTo>
                <a:lnTo>
                  <a:pt x="19656" y="14753"/>
                </a:lnTo>
                <a:lnTo>
                  <a:pt x="20226" y="15798"/>
                </a:lnTo>
                <a:lnTo>
                  <a:pt x="20706" y="16854"/>
                </a:lnTo>
                <a:lnTo>
                  <a:pt x="21090" y="17919"/>
                </a:lnTo>
                <a:lnTo>
                  <a:pt x="21368" y="18996"/>
                </a:lnTo>
                <a:lnTo>
                  <a:pt x="21541" y="20080"/>
                </a:lnTo>
                <a:lnTo>
                  <a:pt x="21600" y="21174"/>
                </a:lnTo>
                <a:lnTo>
                  <a:pt x="18128" y="21378"/>
                </a:lnTo>
                <a:lnTo>
                  <a:pt x="15387" y="21523"/>
                </a:lnTo>
                <a:lnTo>
                  <a:pt x="13241" y="21600"/>
                </a:lnTo>
                <a:lnTo>
                  <a:pt x="11556" y="21600"/>
                </a:lnTo>
                <a:lnTo>
                  <a:pt x="10201" y="21515"/>
                </a:lnTo>
                <a:lnTo>
                  <a:pt x="9040" y="21338"/>
                </a:lnTo>
                <a:lnTo>
                  <a:pt x="7943" y="21059"/>
                </a:lnTo>
                <a:lnTo>
                  <a:pt x="6774" y="20670"/>
                </a:lnTo>
                <a:lnTo>
                  <a:pt x="5400" y="20163"/>
                </a:lnTo>
                <a:lnTo>
                  <a:pt x="4304" y="19531"/>
                </a:lnTo>
                <a:lnTo>
                  <a:pt x="3475" y="19032"/>
                </a:lnTo>
                <a:lnTo>
                  <a:pt x="2654" y="18495"/>
                </a:lnTo>
                <a:lnTo>
                  <a:pt x="1582" y="17754"/>
                </a:lnTo>
                <a:lnTo>
                  <a:pt x="0" y="16636"/>
                </a:lnTo>
                <a:lnTo>
                  <a:pt x="1782" y="16636"/>
                </a:lnTo>
                <a:lnTo>
                  <a:pt x="3567" y="16636"/>
                </a:lnTo>
                <a:lnTo>
                  <a:pt x="5351" y="16636"/>
                </a:lnTo>
                <a:lnTo>
                  <a:pt x="7142" y="16636"/>
                </a:lnTo>
                <a:lnTo>
                  <a:pt x="8937" y="16636"/>
                </a:lnTo>
                <a:lnTo>
                  <a:pt x="10741" y="16636"/>
                </a:lnTo>
                <a:lnTo>
                  <a:pt x="12550" y="16636"/>
                </a:lnTo>
                <a:lnTo>
                  <a:pt x="14369" y="16636"/>
                </a:lnTo>
                <a:lnTo>
                  <a:pt x="16200" y="16636"/>
                </a:lnTo>
                <a:lnTo>
                  <a:pt x="15225" y="15941"/>
                </a:lnTo>
                <a:lnTo>
                  <a:pt x="14243" y="15242"/>
                </a:lnTo>
                <a:lnTo>
                  <a:pt x="13246" y="14533"/>
                </a:lnTo>
                <a:lnTo>
                  <a:pt x="12296" y="13831"/>
                </a:lnTo>
                <a:lnTo>
                  <a:pt x="11348" y="13128"/>
                </a:lnTo>
                <a:lnTo>
                  <a:pt x="10398" y="12424"/>
                </a:lnTo>
                <a:lnTo>
                  <a:pt x="9450" y="11721"/>
                </a:lnTo>
                <a:lnTo>
                  <a:pt x="8483" y="11037"/>
                </a:lnTo>
                <a:lnTo>
                  <a:pt x="7498" y="10345"/>
                </a:lnTo>
                <a:lnTo>
                  <a:pt x="6186" y="9303"/>
                </a:lnTo>
                <a:lnTo>
                  <a:pt x="5100" y="8318"/>
                </a:lnTo>
                <a:lnTo>
                  <a:pt x="4225" y="7368"/>
                </a:lnTo>
                <a:lnTo>
                  <a:pt x="3545" y="6435"/>
                </a:lnTo>
                <a:lnTo>
                  <a:pt x="3046" y="5498"/>
                </a:lnTo>
                <a:lnTo>
                  <a:pt x="2711" y="4533"/>
                </a:lnTo>
                <a:lnTo>
                  <a:pt x="2525" y="3521"/>
                </a:lnTo>
                <a:lnTo>
                  <a:pt x="2470" y="2443"/>
                </a:lnTo>
                <a:lnTo>
                  <a:pt x="2535" y="1275"/>
                </a:lnTo>
                <a:lnTo>
                  <a:pt x="2700" y="0"/>
                </a:lnTo>
                <a:close/>
              </a:path>
            </a:pathLst>
          </a:custGeom>
          <a:solidFill>
            <a:srgbClr val="CCE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2" name="contour_06770"/>
          <p:cNvSpPr/>
          <p:nvPr/>
        </p:nvSpPr>
        <p:spPr>
          <a:xfrm>
            <a:off x="1540853" y="3651284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1" y="467"/>
                </a:lnTo>
                <a:lnTo>
                  <a:pt x="896" y="1076"/>
                </a:lnTo>
                <a:lnTo>
                  <a:pt x="1852" y="2225"/>
                </a:lnTo>
                <a:lnTo>
                  <a:pt x="3600" y="4320"/>
                </a:lnTo>
                <a:lnTo>
                  <a:pt x="4784" y="4402"/>
                </a:lnTo>
                <a:lnTo>
                  <a:pt x="5965" y="4437"/>
                </a:lnTo>
                <a:lnTo>
                  <a:pt x="7144" y="4432"/>
                </a:lnTo>
                <a:lnTo>
                  <a:pt x="8321" y="4393"/>
                </a:lnTo>
                <a:lnTo>
                  <a:pt x="9499" y="4329"/>
                </a:lnTo>
                <a:lnTo>
                  <a:pt x="10678" y="4247"/>
                </a:lnTo>
                <a:lnTo>
                  <a:pt x="11858" y="4152"/>
                </a:lnTo>
                <a:lnTo>
                  <a:pt x="13043" y="4052"/>
                </a:lnTo>
                <a:lnTo>
                  <a:pt x="14389" y="4212"/>
                </a:lnTo>
                <a:lnTo>
                  <a:pt x="15653" y="4480"/>
                </a:lnTo>
                <a:lnTo>
                  <a:pt x="16855" y="4890"/>
                </a:lnTo>
                <a:lnTo>
                  <a:pt x="18027" y="5473"/>
                </a:lnTo>
                <a:lnTo>
                  <a:pt x="19190" y="6273"/>
                </a:lnTo>
                <a:lnTo>
                  <a:pt x="20372" y="7314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21004" y="17401"/>
                </a:lnTo>
                <a:lnTo>
                  <a:pt x="20455" y="17509"/>
                </a:lnTo>
                <a:lnTo>
                  <a:pt x="19928" y="17613"/>
                </a:lnTo>
                <a:lnTo>
                  <a:pt x="19395" y="17721"/>
                </a:lnTo>
                <a:lnTo>
                  <a:pt x="18830" y="17833"/>
                </a:lnTo>
                <a:lnTo>
                  <a:pt x="18209" y="17958"/>
                </a:lnTo>
                <a:lnTo>
                  <a:pt x="17501" y="18101"/>
                </a:lnTo>
                <a:lnTo>
                  <a:pt x="16686" y="18265"/>
                </a:lnTo>
                <a:lnTo>
                  <a:pt x="15732" y="18455"/>
                </a:lnTo>
                <a:lnTo>
                  <a:pt x="14614" y="18675"/>
                </a:lnTo>
                <a:lnTo>
                  <a:pt x="13306" y="18939"/>
                </a:lnTo>
                <a:lnTo>
                  <a:pt x="11783" y="19241"/>
                </a:lnTo>
                <a:lnTo>
                  <a:pt x="10017" y="19596"/>
                </a:lnTo>
                <a:lnTo>
                  <a:pt x="7983" y="20002"/>
                </a:lnTo>
                <a:lnTo>
                  <a:pt x="5652" y="20468"/>
                </a:lnTo>
                <a:lnTo>
                  <a:pt x="3001" y="210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9AC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3" name="contour_06771"/>
          <p:cNvSpPr/>
          <p:nvPr/>
        </p:nvSpPr>
        <p:spPr>
          <a:xfrm>
            <a:off x="4368594" y="3527388"/>
            <a:ext cx="109320" cy="24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75" y="0"/>
                </a:lnTo>
                <a:lnTo>
                  <a:pt x="1951" y="0"/>
                </a:lnTo>
                <a:lnTo>
                  <a:pt x="2928" y="0"/>
                </a:lnTo>
                <a:lnTo>
                  <a:pt x="3904" y="0"/>
                </a:lnTo>
                <a:lnTo>
                  <a:pt x="4880" y="0"/>
                </a:lnTo>
                <a:lnTo>
                  <a:pt x="5858" y="0"/>
                </a:lnTo>
                <a:lnTo>
                  <a:pt x="6837" y="0"/>
                </a:lnTo>
                <a:lnTo>
                  <a:pt x="7818" y="0"/>
                </a:lnTo>
                <a:lnTo>
                  <a:pt x="8798" y="0"/>
                </a:lnTo>
                <a:lnTo>
                  <a:pt x="9782" y="0"/>
                </a:lnTo>
                <a:lnTo>
                  <a:pt x="10765" y="0"/>
                </a:lnTo>
                <a:lnTo>
                  <a:pt x="11752" y="0"/>
                </a:lnTo>
                <a:lnTo>
                  <a:pt x="12740" y="0"/>
                </a:lnTo>
                <a:lnTo>
                  <a:pt x="13730" y="0"/>
                </a:lnTo>
                <a:lnTo>
                  <a:pt x="14723" y="0"/>
                </a:lnTo>
                <a:lnTo>
                  <a:pt x="15719" y="0"/>
                </a:lnTo>
                <a:lnTo>
                  <a:pt x="16716" y="0"/>
                </a:lnTo>
                <a:lnTo>
                  <a:pt x="17716" y="0"/>
                </a:lnTo>
                <a:lnTo>
                  <a:pt x="18720" y="0"/>
                </a:lnTo>
                <a:lnTo>
                  <a:pt x="18720" y="4273"/>
                </a:lnTo>
                <a:lnTo>
                  <a:pt x="18720" y="8573"/>
                </a:lnTo>
                <a:lnTo>
                  <a:pt x="18720" y="12930"/>
                </a:lnTo>
                <a:lnTo>
                  <a:pt x="19575" y="15303"/>
                </a:lnTo>
                <a:lnTo>
                  <a:pt x="20160" y="16771"/>
                </a:lnTo>
                <a:lnTo>
                  <a:pt x="20745" y="17928"/>
                </a:lnTo>
                <a:lnTo>
                  <a:pt x="21600" y="19395"/>
                </a:lnTo>
                <a:lnTo>
                  <a:pt x="20652" y="19551"/>
                </a:lnTo>
                <a:lnTo>
                  <a:pt x="19704" y="19699"/>
                </a:lnTo>
                <a:lnTo>
                  <a:pt x="18756" y="19835"/>
                </a:lnTo>
                <a:lnTo>
                  <a:pt x="17807" y="19958"/>
                </a:lnTo>
                <a:lnTo>
                  <a:pt x="16860" y="20081"/>
                </a:lnTo>
                <a:lnTo>
                  <a:pt x="15911" y="20191"/>
                </a:lnTo>
                <a:lnTo>
                  <a:pt x="14963" y="20288"/>
                </a:lnTo>
                <a:lnTo>
                  <a:pt x="14014" y="20378"/>
                </a:lnTo>
                <a:lnTo>
                  <a:pt x="13065" y="20462"/>
                </a:lnTo>
                <a:lnTo>
                  <a:pt x="12198" y="20559"/>
                </a:lnTo>
                <a:lnTo>
                  <a:pt x="11331" y="20675"/>
                </a:lnTo>
                <a:lnTo>
                  <a:pt x="10466" y="20811"/>
                </a:lnTo>
                <a:lnTo>
                  <a:pt x="9599" y="20953"/>
                </a:lnTo>
                <a:lnTo>
                  <a:pt x="8732" y="21102"/>
                </a:lnTo>
                <a:lnTo>
                  <a:pt x="8329" y="21128"/>
                </a:lnTo>
                <a:lnTo>
                  <a:pt x="7619" y="21180"/>
                </a:lnTo>
                <a:lnTo>
                  <a:pt x="5990" y="21290"/>
                </a:lnTo>
                <a:lnTo>
                  <a:pt x="5152" y="21393"/>
                </a:lnTo>
                <a:lnTo>
                  <a:pt x="4310" y="21497"/>
                </a:lnTo>
                <a:lnTo>
                  <a:pt x="3455" y="21600"/>
                </a:lnTo>
                <a:lnTo>
                  <a:pt x="2789" y="20869"/>
                </a:lnTo>
                <a:lnTo>
                  <a:pt x="2120" y="20139"/>
                </a:lnTo>
                <a:lnTo>
                  <a:pt x="1440" y="19395"/>
                </a:lnTo>
                <a:lnTo>
                  <a:pt x="1155" y="15555"/>
                </a:lnTo>
                <a:lnTo>
                  <a:pt x="868" y="11702"/>
                </a:lnTo>
                <a:lnTo>
                  <a:pt x="582" y="7836"/>
                </a:lnTo>
                <a:lnTo>
                  <a:pt x="292" y="3937"/>
                </a:lnTo>
                <a:lnTo>
                  <a:pt x="0" y="0"/>
                </a:lnTo>
                <a:close/>
              </a:path>
            </a:pathLst>
          </a:custGeom>
          <a:solidFill>
            <a:srgbClr val="E6F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4" name="contour_06772"/>
          <p:cNvSpPr/>
          <p:nvPr/>
        </p:nvSpPr>
        <p:spPr>
          <a:xfrm>
            <a:off x="1614549" y="3524997"/>
            <a:ext cx="63770" cy="82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27" y="0"/>
                </a:moveTo>
                <a:lnTo>
                  <a:pt x="8899" y="114"/>
                </a:lnTo>
                <a:lnTo>
                  <a:pt x="10378" y="317"/>
                </a:lnTo>
                <a:lnTo>
                  <a:pt x="11558" y="669"/>
                </a:lnTo>
                <a:lnTo>
                  <a:pt x="12637" y="1238"/>
                </a:lnTo>
                <a:lnTo>
                  <a:pt x="13812" y="2086"/>
                </a:lnTo>
                <a:lnTo>
                  <a:pt x="15278" y="3278"/>
                </a:lnTo>
                <a:lnTo>
                  <a:pt x="16137" y="4449"/>
                </a:lnTo>
                <a:lnTo>
                  <a:pt x="16969" y="5631"/>
                </a:lnTo>
                <a:lnTo>
                  <a:pt x="17776" y="6822"/>
                </a:lnTo>
                <a:lnTo>
                  <a:pt x="18448" y="7684"/>
                </a:lnTo>
                <a:lnTo>
                  <a:pt x="19129" y="8558"/>
                </a:lnTo>
                <a:lnTo>
                  <a:pt x="19976" y="9824"/>
                </a:lnTo>
                <a:lnTo>
                  <a:pt x="20647" y="11002"/>
                </a:lnTo>
                <a:lnTo>
                  <a:pt x="21141" y="12129"/>
                </a:lnTo>
                <a:lnTo>
                  <a:pt x="21459" y="13239"/>
                </a:lnTo>
                <a:lnTo>
                  <a:pt x="21600" y="14369"/>
                </a:lnTo>
                <a:lnTo>
                  <a:pt x="21565" y="15554"/>
                </a:lnTo>
                <a:lnTo>
                  <a:pt x="21356" y="16829"/>
                </a:lnTo>
                <a:lnTo>
                  <a:pt x="20968" y="18233"/>
                </a:lnTo>
                <a:lnTo>
                  <a:pt x="20474" y="19346"/>
                </a:lnTo>
                <a:lnTo>
                  <a:pt x="19976" y="20465"/>
                </a:lnTo>
                <a:lnTo>
                  <a:pt x="19472" y="21600"/>
                </a:lnTo>
                <a:lnTo>
                  <a:pt x="18349" y="20679"/>
                </a:lnTo>
                <a:lnTo>
                  <a:pt x="17228" y="19756"/>
                </a:lnTo>
                <a:lnTo>
                  <a:pt x="16110" y="18831"/>
                </a:lnTo>
                <a:lnTo>
                  <a:pt x="14997" y="17907"/>
                </a:lnTo>
                <a:lnTo>
                  <a:pt x="13883" y="16978"/>
                </a:lnTo>
                <a:lnTo>
                  <a:pt x="12772" y="16049"/>
                </a:lnTo>
                <a:lnTo>
                  <a:pt x="11662" y="15119"/>
                </a:lnTo>
                <a:lnTo>
                  <a:pt x="10553" y="14188"/>
                </a:lnTo>
                <a:lnTo>
                  <a:pt x="9445" y="13258"/>
                </a:lnTo>
                <a:lnTo>
                  <a:pt x="8482" y="12470"/>
                </a:lnTo>
                <a:lnTo>
                  <a:pt x="7509" y="11677"/>
                </a:lnTo>
                <a:lnTo>
                  <a:pt x="6527" y="10874"/>
                </a:lnTo>
                <a:lnTo>
                  <a:pt x="5628" y="10112"/>
                </a:lnTo>
                <a:lnTo>
                  <a:pt x="4720" y="9343"/>
                </a:lnTo>
                <a:lnTo>
                  <a:pt x="3802" y="8565"/>
                </a:lnTo>
                <a:lnTo>
                  <a:pt x="2962" y="7865"/>
                </a:lnTo>
                <a:lnTo>
                  <a:pt x="2116" y="7162"/>
                </a:lnTo>
                <a:lnTo>
                  <a:pt x="1257" y="6447"/>
                </a:lnTo>
                <a:lnTo>
                  <a:pt x="380" y="5253"/>
                </a:lnTo>
                <a:lnTo>
                  <a:pt x="0" y="4424"/>
                </a:lnTo>
                <a:lnTo>
                  <a:pt x="37" y="3573"/>
                </a:lnTo>
                <a:lnTo>
                  <a:pt x="407" y="2313"/>
                </a:lnTo>
                <a:lnTo>
                  <a:pt x="1316" y="1483"/>
                </a:lnTo>
                <a:lnTo>
                  <a:pt x="2111" y="950"/>
                </a:lnTo>
                <a:lnTo>
                  <a:pt x="3101" y="599"/>
                </a:lnTo>
                <a:lnTo>
                  <a:pt x="4601" y="318"/>
                </a:lnTo>
                <a:lnTo>
                  <a:pt x="6927" y="0"/>
                </a:lnTo>
                <a:close/>
              </a:path>
            </a:pathLst>
          </a:custGeom>
          <a:solidFill>
            <a:srgbClr val="B0D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5" name="contour_06773"/>
          <p:cNvSpPr/>
          <p:nvPr/>
        </p:nvSpPr>
        <p:spPr>
          <a:xfrm>
            <a:off x="5439928" y="3496188"/>
            <a:ext cx="145760" cy="384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20" y="1149"/>
                </a:moveTo>
                <a:lnTo>
                  <a:pt x="20982" y="4192"/>
                </a:lnTo>
                <a:lnTo>
                  <a:pt x="21270" y="6352"/>
                </a:lnTo>
                <a:lnTo>
                  <a:pt x="21434" y="8217"/>
                </a:lnTo>
                <a:lnTo>
                  <a:pt x="21527" y="10377"/>
                </a:lnTo>
                <a:lnTo>
                  <a:pt x="21600" y="13420"/>
                </a:lnTo>
                <a:lnTo>
                  <a:pt x="21136" y="13575"/>
                </a:lnTo>
                <a:lnTo>
                  <a:pt x="20664" y="13731"/>
                </a:lnTo>
                <a:lnTo>
                  <a:pt x="19897" y="13988"/>
                </a:lnTo>
                <a:lnTo>
                  <a:pt x="19131" y="14246"/>
                </a:lnTo>
                <a:lnTo>
                  <a:pt x="18364" y="14508"/>
                </a:lnTo>
                <a:lnTo>
                  <a:pt x="17599" y="14769"/>
                </a:lnTo>
                <a:lnTo>
                  <a:pt x="16832" y="15035"/>
                </a:lnTo>
                <a:lnTo>
                  <a:pt x="16066" y="15301"/>
                </a:lnTo>
                <a:lnTo>
                  <a:pt x="15300" y="15571"/>
                </a:lnTo>
                <a:lnTo>
                  <a:pt x="14535" y="15845"/>
                </a:lnTo>
                <a:lnTo>
                  <a:pt x="13769" y="16119"/>
                </a:lnTo>
                <a:lnTo>
                  <a:pt x="13003" y="16397"/>
                </a:lnTo>
                <a:lnTo>
                  <a:pt x="12237" y="16680"/>
                </a:lnTo>
                <a:lnTo>
                  <a:pt x="11473" y="16962"/>
                </a:lnTo>
                <a:lnTo>
                  <a:pt x="10707" y="17248"/>
                </a:lnTo>
                <a:lnTo>
                  <a:pt x="9941" y="17538"/>
                </a:lnTo>
                <a:lnTo>
                  <a:pt x="9177" y="17833"/>
                </a:lnTo>
                <a:lnTo>
                  <a:pt x="8412" y="18127"/>
                </a:lnTo>
                <a:lnTo>
                  <a:pt x="7646" y="18426"/>
                </a:lnTo>
                <a:lnTo>
                  <a:pt x="6882" y="18729"/>
                </a:lnTo>
                <a:lnTo>
                  <a:pt x="6117" y="19031"/>
                </a:lnTo>
                <a:lnTo>
                  <a:pt x="5352" y="19342"/>
                </a:lnTo>
                <a:lnTo>
                  <a:pt x="4587" y="19653"/>
                </a:lnTo>
                <a:lnTo>
                  <a:pt x="3822" y="19968"/>
                </a:lnTo>
                <a:lnTo>
                  <a:pt x="3057" y="20287"/>
                </a:lnTo>
                <a:lnTo>
                  <a:pt x="2294" y="20610"/>
                </a:lnTo>
                <a:lnTo>
                  <a:pt x="1529" y="20937"/>
                </a:lnTo>
                <a:lnTo>
                  <a:pt x="765" y="21265"/>
                </a:lnTo>
                <a:lnTo>
                  <a:pt x="0" y="21600"/>
                </a:lnTo>
                <a:lnTo>
                  <a:pt x="226" y="19293"/>
                </a:lnTo>
                <a:lnTo>
                  <a:pt x="413" y="17673"/>
                </a:lnTo>
                <a:lnTo>
                  <a:pt x="664" y="15972"/>
                </a:lnTo>
                <a:lnTo>
                  <a:pt x="1080" y="13420"/>
                </a:lnTo>
                <a:lnTo>
                  <a:pt x="1803" y="12209"/>
                </a:lnTo>
                <a:lnTo>
                  <a:pt x="2326" y="11444"/>
                </a:lnTo>
                <a:lnTo>
                  <a:pt x="2905" y="10794"/>
                </a:lnTo>
                <a:lnTo>
                  <a:pt x="3793" y="9935"/>
                </a:lnTo>
                <a:lnTo>
                  <a:pt x="4038" y="9702"/>
                </a:lnTo>
                <a:lnTo>
                  <a:pt x="4472" y="9289"/>
                </a:lnTo>
                <a:lnTo>
                  <a:pt x="5466" y="8340"/>
                </a:lnTo>
                <a:lnTo>
                  <a:pt x="6046" y="7820"/>
                </a:lnTo>
                <a:lnTo>
                  <a:pt x="6630" y="7301"/>
                </a:lnTo>
                <a:lnTo>
                  <a:pt x="7223" y="6773"/>
                </a:lnTo>
                <a:lnTo>
                  <a:pt x="7471" y="6528"/>
                </a:lnTo>
                <a:lnTo>
                  <a:pt x="7911" y="6098"/>
                </a:lnTo>
                <a:lnTo>
                  <a:pt x="8916" y="5113"/>
                </a:lnTo>
                <a:lnTo>
                  <a:pt x="9621" y="4466"/>
                </a:lnTo>
                <a:lnTo>
                  <a:pt x="10330" y="3824"/>
                </a:lnTo>
                <a:lnTo>
                  <a:pt x="11046" y="3203"/>
                </a:lnTo>
                <a:lnTo>
                  <a:pt x="11767" y="2610"/>
                </a:lnTo>
                <a:lnTo>
                  <a:pt x="12492" y="2049"/>
                </a:lnTo>
                <a:lnTo>
                  <a:pt x="13220" y="1538"/>
                </a:lnTo>
                <a:lnTo>
                  <a:pt x="13950" y="1084"/>
                </a:lnTo>
                <a:lnTo>
                  <a:pt x="14684" y="695"/>
                </a:lnTo>
                <a:lnTo>
                  <a:pt x="15417" y="384"/>
                </a:lnTo>
                <a:lnTo>
                  <a:pt x="16151" y="155"/>
                </a:lnTo>
                <a:lnTo>
                  <a:pt x="16885" y="25"/>
                </a:lnTo>
                <a:lnTo>
                  <a:pt x="17617" y="0"/>
                </a:lnTo>
                <a:lnTo>
                  <a:pt x="18348" y="90"/>
                </a:lnTo>
                <a:lnTo>
                  <a:pt x="19075" y="307"/>
                </a:lnTo>
                <a:lnTo>
                  <a:pt x="19800" y="654"/>
                </a:lnTo>
                <a:lnTo>
                  <a:pt x="20520" y="1149"/>
                </a:lnTo>
                <a:close/>
              </a:path>
            </a:pathLst>
          </a:custGeom>
          <a:solidFill>
            <a:srgbClr val="76878F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6" name="contour_06774"/>
          <p:cNvSpPr/>
          <p:nvPr/>
        </p:nvSpPr>
        <p:spPr>
          <a:xfrm>
            <a:off x="6633709" y="3279596"/>
            <a:ext cx="3789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7" y="0"/>
                </a:moveTo>
                <a:lnTo>
                  <a:pt x="3573" y="0"/>
                </a:lnTo>
                <a:lnTo>
                  <a:pt x="6336" y="0"/>
                </a:lnTo>
                <a:lnTo>
                  <a:pt x="9136" y="0"/>
                </a:lnTo>
                <a:lnTo>
                  <a:pt x="10715" y="778"/>
                </a:lnTo>
                <a:lnTo>
                  <a:pt x="11961" y="1614"/>
                </a:lnTo>
                <a:lnTo>
                  <a:pt x="12921" y="2498"/>
                </a:lnTo>
                <a:lnTo>
                  <a:pt x="13636" y="3420"/>
                </a:lnTo>
                <a:lnTo>
                  <a:pt x="14155" y="4369"/>
                </a:lnTo>
                <a:lnTo>
                  <a:pt x="14525" y="5335"/>
                </a:lnTo>
                <a:lnTo>
                  <a:pt x="14782" y="6310"/>
                </a:lnTo>
                <a:lnTo>
                  <a:pt x="14982" y="7282"/>
                </a:lnTo>
                <a:lnTo>
                  <a:pt x="15160" y="8243"/>
                </a:lnTo>
                <a:lnTo>
                  <a:pt x="15368" y="9180"/>
                </a:lnTo>
                <a:lnTo>
                  <a:pt x="15638" y="10164"/>
                </a:lnTo>
                <a:lnTo>
                  <a:pt x="15937" y="11137"/>
                </a:lnTo>
                <a:lnTo>
                  <a:pt x="16261" y="12103"/>
                </a:lnTo>
                <a:lnTo>
                  <a:pt x="16623" y="13062"/>
                </a:lnTo>
                <a:lnTo>
                  <a:pt x="17013" y="14016"/>
                </a:lnTo>
                <a:lnTo>
                  <a:pt x="17441" y="14966"/>
                </a:lnTo>
                <a:lnTo>
                  <a:pt x="17907" y="15912"/>
                </a:lnTo>
                <a:lnTo>
                  <a:pt x="18413" y="16857"/>
                </a:lnTo>
                <a:lnTo>
                  <a:pt x="18962" y="17801"/>
                </a:lnTo>
                <a:lnTo>
                  <a:pt x="19552" y="18747"/>
                </a:lnTo>
                <a:lnTo>
                  <a:pt x="20183" y="19695"/>
                </a:lnTo>
                <a:lnTo>
                  <a:pt x="20869" y="20645"/>
                </a:lnTo>
                <a:lnTo>
                  <a:pt x="21600" y="21600"/>
                </a:lnTo>
                <a:lnTo>
                  <a:pt x="18854" y="21600"/>
                </a:lnTo>
                <a:lnTo>
                  <a:pt x="16091" y="21600"/>
                </a:lnTo>
                <a:lnTo>
                  <a:pt x="13291" y="21600"/>
                </a:lnTo>
                <a:lnTo>
                  <a:pt x="11280" y="20733"/>
                </a:lnTo>
                <a:lnTo>
                  <a:pt x="9473" y="19852"/>
                </a:lnTo>
                <a:lnTo>
                  <a:pt x="7856" y="18956"/>
                </a:lnTo>
                <a:lnTo>
                  <a:pt x="6427" y="18046"/>
                </a:lnTo>
                <a:lnTo>
                  <a:pt x="5173" y="17123"/>
                </a:lnTo>
                <a:lnTo>
                  <a:pt x="4080" y="16188"/>
                </a:lnTo>
                <a:lnTo>
                  <a:pt x="3141" y="15240"/>
                </a:lnTo>
                <a:lnTo>
                  <a:pt x="2347" y="14280"/>
                </a:lnTo>
                <a:lnTo>
                  <a:pt x="1691" y="13311"/>
                </a:lnTo>
                <a:lnTo>
                  <a:pt x="1155" y="12331"/>
                </a:lnTo>
                <a:lnTo>
                  <a:pt x="735" y="11341"/>
                </a:lnTo>
                <a:lnTo>
                  <a:pt x="420" y="10342"/>
                </a:lnTo>
                <a:lnTo>
                  <a:pt x="199" y="9336"/>
                </a:lnTo>
                <a:lnTo>
                  <a:pt x="62" y="8320"/>
                </a:lnTo>
                <a:lnTo>
                  <a:pt x="0" y="7299"/>
                </a:lnTo>
                <a:lnTo>
                  <a:pt x="4" y="6271"/>
                </a:lnTo>
                <a:lnTo>
                  <a:pt x="62" y="5237"/>
                </a:lnTo>
                <a:lnTo>
                  <a:pt x="166" y="4198"/>
                </a:lnTo>
                <a:lnTo>
                  <a:pt x="303" y="3154"/>
                </a:lnTo>
                <a:lnTo>
                  <a:pt x="465" y="2105"/>
                </a:lnTo>
                <a:lnTo>
                  <a:pt x="644" y="1054"/>
                </a:lnTo>
                <a:lnTo>
                  <a:pt x="827" y="0"/>
                </a:lnTo>
                <a:close/>
              </a:path>
            </a:pathLst>
          </a:custGeom>
          <a:solidFill>
            <a:srgbClr val="D5E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7" name="contour_06775"/>
          <p:cNvSpPr/>
          <p:nvPr/>
        </p:nvSpPr>
        <p:spPr>
          <a:xfrm>
            <a:off x="6982082" y="3294172"/>
            <a:ext cx="6120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4" y="0"/>
                </a:moveTo>
                <a:lnTo>
                  <a:pt x="3560" y="16"/>
                </a:lnTo>
                <a:lnTo>
                  <a:pt x="5262" y="128"/>
                </a:lnTo>
                <a:lnTo>
                  <a:pt x="6536" y="434"/>
                </a:lnTo>
                <a:lnTo>
                  <a:pt x="7778" y="1029"/>
                </a:lnTo>
                <a:lnTo>
                  <a:pt x="9393" y="2009"/>
                </a:lnTo>
                <a:lnTo>
                  <a:pt x="10504" y="2887"/>
                </a:lnTo>
                <a:lnTo>
                  <a:pt x="11626" y="3768"/>
                </a:lnTo>
                <a:lnTo>
                  <a:pt x="12757" y="4664"/>
                </a:lnTo>
                <a:lnTo>
                  <a:pt x="13876" y="5530"/>
                </a:lnTo>
                <a:lnTo>
                  <a:pt x="15003" y="6403"/>
                </a:lnTo>
                <a:lnTo>
                  <a:pt x="16145" y="7287"/>
                </a:lnTo>
                <a:lnTo>
                  <a:pt x="18030" y="8948"/>
                </a:lnTo>
                <a:lnTo>
                  <a:pt x="19321" y="10138"/>
                </a:lnTo>
                <a:lnTo>
                  <a:pt x="20173" y="11032"/>
                </a:lnTo>
                <a:lnTo>
                  <a:pt x="20736" y="11813"/>
                </a:lnTo>
                <a:lnTo>
                  <a:pt x="21160" y="12658"/>
                </a:lnTo>
                <a:lnTo>
                  <a:pt x="21600" y="13745"/>
                </a:lnTo>
                <a:lnTo>
                  <a:pt x="21070" y="14992"/>
                </a:lnTo>
                <a:lnTo>
                  <a:pt x="20643" y="15843"/>
                </a:lnTo>
                <a:lnTo>
                  <a:pt x="20090" y="16687"/>
                </a:lnTo>
                <a:lnTo>
                  <a:pt x="19187" y="17918"/>
                </a:lnTo>
                <a:lnTo>
                  <a:pt x="18436" y="18961"/>
                </a:lnTo>
                <a:lnTo>
                  <a:pt x="17672" y="20019"/>
                </a:lnTo>
                <a:lnTo>
                  <a:pt x="17068" y="20803"/>
                </a:lnTo>
                <a:lnTo>
                  <a:pt x="16456" y="21600"/>
                </a:lnTo>
                <a:lnTo>
                  <a:pt x="13519" y="19658"/>
                </a:lnTo>
                <a:lnTo>
                  <a:pt x="10998" y="17979"/>
                </a:lnTo>
                <a:lnTo>
                  <a:pt x="8856" y="16536"/>
                </a:lnTo>
                <a:lnTo>
                  <a:pt x="7055" y="15295"/>
                </a:lnTo>
                <a:lnTo>
                  <a:pt x="5563" y="14221"/>
                </a:lnTo>
                <a:lnTo>
                  <a:pt x="4342" y="13284"/>
                </a:lnTo>
                <a:lnTo>
                  <a:pt x="3354" y="12453"/>
                </a:lnTo>
                <a:lnTo>
                  <a:pt x="2564" y="11693"/>
                </a:lnTo>
                <a:lnTo>
                  <a:pt x="1939" y="10975"/>
                </a:lnTo>
                <a:lnTo>
                  <a:pt x="1443" y="10262"/>
                </a:lnTo>
                <a:lnTo>
                  <a:pt x="1034" y="9526"/>
                </a:lnTo>
                <a:lnTo>
                  <a:pt x="684" y="8734"/>
                </a:lnTo>
                <a:lnTo>
                  <a:pt x="350" y="7853"/>
                </a:lnTo>
                <a:lnTo>
                  <a:pt x="0" y="6849"/>
                </a:lnTo>
                <a:lnTo>
                  <a:pt x="57" y="5443"/>
                </a:lnTo>
                <a:lnTo>
                  <a:pt x="175" y="4075"/>
                </a:lnTo>
                <a:lnTo>
                  <a:pt x="365" y="2726"/>
                </a:lnTo>
                <a:lnTo>
                  <a:pt x="643" y="1375"/>
                </a:lnTo>
                <a:lnTo>
                  <a:pt x="1024" y="0"/>
                </a:lnTo>
                <a:close/>
              </a:path>
            </a:pathLst>
          </a:custGeom>
          <a:solidFill>
            <a:srgbClr val="BCE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8" name="contour_06776"/>
          <p:cNvSpPr/>
          <p:nvPr/>
        </p:nvSpPr>
        <p:spPr>
          <a:xfrm>
            <a:off x="4849084" y="3286884"/>
            <a:ext cx="59055" cy="65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52" y="0"/>
                </a:moveTo>
                <a:lnTo>
                  <a:pt x="13688" y="1562"/>
                </a:lnTo>
                <a:lnTo>
                  <a:pt x="15775" y="2736"/>
                </a:lnTo>
                <a:lnTo>
                  <a:pt x="17300" y="3652"/>
                </a:lnTo>
                <a:lnTo>
                  <a:pt x="18452" y="4433"/>
                </a:lnTo>
                <a:lnTo>
                  <a:pt x="19411" y="5211"/>
                </a:lnTo>
                <a:lnTo>
                  <a:pt x="20371" y="6108"/>
                </a:lnTo>
                <a:lnTo>
                  <a:pt x="21515" y="7252"/>
                </a:lnTo>
                <a:lnTo>
                  <a:pt x="21600" y="9069"/>
                </a:lnTo>
                <a:lnTo>
                  <a:pt x="21416" y="10785"/>
                </a:lnTo>
                <a:lnTo>
                  <a:pt x="21000" y="12422"/>
                </a:lnTo>
                <a:lnTo>
                  <a:pt x="20387" y="13998"/>
                </a:lnTo>
                <a:lnTo>
                  <a:pt x="19614" y="15530"/>
                </a:lnTo>
                <a:lnTo>
                  <a:pt x="18716" y="17046"/>
                </a:lnTo>
                <a:lnTo>
                  <a:pt x="17727" y="18559"/>
                </a:lnTo>
                <a:lnTo>
                  <a:pt x="16684" y="20092"/>
                </a:lnTo>
                <a:lnTo>
                  <a:pt x="14744" y="21015"/>
                </a:lnTo>
                <a:lnTo>
                  <a:pt x="13198" y="21494"/>
                </a:lnTo>
                <a:lnTo>
                  <a:pt x="11753" y="21600"/>
                </a:lnTo>
                <a:lnTo>
                  <a:pt x="10124" y="21411"/>
                </a:lnTo>
                <a:lnTo>
                  <a:pt x="8021" y="21001"/>
                </a:lnTo>
                <a:lnTo>
                  <a:pt x="6059" y="20445"/>
                </a:lnTo>
                <a:lnTo>
                  <a:pt x="4473" y="19872"/>
                </a:lnTo>
                <a:lnTo>
                  <a:pt x="3087" y="19166"/>
                </a:lnTo>
                <a:lnTo>
                  <a:pt x="1717" y="18218"/>
                </a:lnTo>
                <a:lnTo>
                  <a:pt x="189" y="16920"/>
                </a:lnTo>
                <a:lnTo>
                  <a:pt x="69" y="15190"/>
                </a:lnTo>
                <a:lnTo>
                  <a:pt x="11" y="13466"/>
                </a:lnTo>
                <a:lnTo>
                  <a:pt x="0" y="11745"/>
                </a:lnTo>
                <a:lnTo>
                  <a:pt x="27" y="10024"/>
                </a:lnTo>
                <a:lnTo>
                  <a:pt x="75" y="8301"/>
                </a:lnTo>
                <a:lnTo>
                  <a:pt x="133" y="6572"/>
                </a:lnTo>
                <a:lnTo>
                  <a:pt x="189" y="4834"/>
                </a:lnTo>
                <a:lnTo>
                  <a:pt x="1509" y="6031"/>
                </a:lnTo>
                <a:lnTo>
                  <a:pt x="2831" y="7230"/>
                </a:lnTo>
                <a:lnTo>
                  <a:pt x="4153" y="8429"/>
                </a:lnTo>
                <a:lnTo>
                  <a:pt x="5481" y="9632"/>
                </a:lnTo>
                <a:lnTo>
                  <a:pt x="6813" y="10841"/>
                </a:lnTo>
                <a:lnTo>
                  <a:pt x="8152" y="12055"/>
                </a:lnTo>
                <a:lnTo>
                  <a:pt x="9498" y="13275"/>
                </a:lnTo>
                <a:lnTo>
                  <a:pt x="10852" y="14503"/>
                </a:lnTo>
                <a:lnTo>
                  <a:pt x="10852" y="12908"/>
                </a:lnTo>
                <a:lnTo>
                  <a:pt x="10852" y="11310"/>
                </a:lnTo>
                <a:lnTo>
                  <a:pt x="10852" y="9712"/>
                </a:lnTo>
                <a:lnTo>
                  <a:pt x="10852" y="8110"/>
                </a:lnTo>
                <a:lnTo>
                  <a:pt x="10852" y="6502"/>
                </a:lnTo>
                <a:lnTo>
                  <a:pt x="10852" y="4888"/>
                </a:lnTo>
                <a:lnTo>
                  <a:pt x="10852" y="3268"/>
                </a:lnTo>
                <a:lnTo>
                  <a:pt x="10852" y="1639"/>
                </a:lnTo>
                <a:lnTo>
                  <a:pt x="10852" y="0"/>
                </a:lnTo>
                <a:close/>
              </a:path>
            </a:pathLst>
          </a:custGeom>
          <a:solidFill>
            <a:srgbClr val="909193"/>
          </a:solidFill>
          <a:ln>
            <a:noFill/>
          </a:ln>
        </p:spPr>
        <p:txBody>
          <a:bodyPr/>
          <a:lstStyle/>
          <a:p/>
        </p:txBody>
      </p:sp>
      <p:sp>
        <p:nvSpPr>
          <p:cNvPr id="6779" name="contour_06777"/>
          <p:cNvSpPr/>
          <p:nvPr/>
        </p:nvSpPr>
        <p:spPr>
          <a:xfrm>
            <a:off x="4003414" y="3273015"/>
            <a:ext cx="47838" cy="64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79" y="2341"/>
                </a:moveTo>
                <a:lnTo>
                  <a:pt x="17299" y="3799"/>
                </a:lnTo>
                <a:lnTo>
                  <a:pt x="18559" y="5255"/>
                </a:lnTo>
                <a:lnTo>
                  <a:pt x="19570" y="6725"/>
                </a:lnTo>
                <a:lnTo>
                  <a:pt x="20353" y="8220"/>
                </a:lnTo>
                <a:lnTo>
                  <a:pt x="20929" y="9756"/>
                </a:lnTo>
                <a:lnTo>
                  <a:pt x="21314" y="11345"/>
                </a:lnTo>
                <a:lnTo>
                  <a:pt x="21534" y="12999"/>
                </a:lnTo>
                <a:lnTo>
                  <a:pt x="21600" y="14736"/>
                </a:lnTo>
                <a:lnTo>
                  <a:pt x="21537" y="16566"/>
                </a:lnTo>
                <a:lnTo>
                  <a:pt x="20646" y="18094"/>
                </a:lnTo>
                <a:lnTo>
                  <a:pt x="19813" y="19014"/>
                </a:lnTo>
                <a:lnTo>
                  <a:pt x="18556" y="19688"/>
                </a:lnTo>
                <a:lnTo>
                  <a:pt x="16394" y="20491"/>
                </a:lnTo>
                <a:lnTo>
                  <a:pt x="14265" y="20780"/>
                </a:lnTo>
                <a:lnTo>
                  <a:pt x="12152" y="21025"/>
                </a:lnTo>
                <a:lnTo>
                  <a:pt x="10046" y="21231"/>
                </a:lnTo>
                <a:lnTo>
                  <a:pt x="7934" y="21394"/>
                </a:lnTo>
                <a:lnTo>
                  <a:pt x="5805" y="21518"/>
                </a:lnTo>
                <a:lnTo>
                  <a:pt x="3643" y="21600"/>
                </a:lnTo>
                <a:lnTo>
                  <a:pt x="2600" y="18131"/>
                </a:lnTo>
                <a:lnTo>
                  <a:pt x="1741" y="15222"/>
                </a:lnTo>
                <a:lnTo>
                  <a:pt x="1060" y="12808"/>
                </a:lnTo>
                <a:lnTo>
                  <a:pt x="553" y="10818"/>
                </a:lnTo>
                <a:lnTo>
                  <a:pt x="211" y="9188"/>
                </a:lnTo>
                <a:lnTo>
                  <a:pt x="30" y="7851"/>
                </a:lnTo>
                <a:lnTo>
                  <a:pt x="0" y="6735"/>
                </a:lnTo>
                <a:lnTo>
                  <a:pt x="122" y="5777"/>
                </a:lnTo>
                <a:lnTo>
                  <a:pt x="388" y="4906"/>
                </a:lnTo>
                <a:lnTo>
                  <a:pt x="790" y="4059"/>
                </a:lnTo>
                <a:lnTo>
                  <a:pt x="1326" y="3161"/>
                </a:lnTo>
                <a:lnTo>
                  <a:pt x="1984" y="2154"/>
                </a:lnTo>
                <a:lnTo>
                  <a:pt x="4538" y="830"/>
                </a:lnTo>
                <a:lnTo>
                  <a:pt x="6752" y="133"/>
                </a:lnTo>
                <a:lnTo>
                  <a:pt x="8806" y="0"/>
                </a:lnTo>
                <a:lnTo>
                  <a:pt x="10876" y="366"/>
                </a:lnTo>
                <a:lnTo>
                  <a:pt x="13140" y="1169"/>
                </a:lnTo>
                <a:lnTo>
                  <a:pt x="15779" y="2341"/>
                </a:lnTo>
                <a:close/>
              </a:path>
            </a:pathLst>
          </a:custGeom>
          <a:solidFill>
            <a:srgbClr val="9F8BB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0" name="contour_06778"/>
          <p:cNvSpPr/>
          <p:nvPr/>
        </p:nvSpPr>
        <p:spPr>
          <a:xfrm>
            <a:off x="1336789" y="3227866"/>
            <a:ext cx="58304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07" y="0"/>
                </a:moveTo>
                <a:lnTo>
                  <a:pt x="10681" y="37"/>
                </a:lnTo>
                <a:lnTo>
                  <a:pt x="12166" y="73"/>
                </a:lnTo>
                <a:lnTo>
                  <a:pt x="13667" y="107"/>
                </a:lnTo>
                <a:lnTo>
                  <a:pt x="15150" y="134"/>
                </a:lnTo>
                <a:lnTo>
                  <a:pt x="16640" y="161"/>
                </a:lnTo>
                <a:lnTo>
                  <a:pt x="18149" y="189"/>
                </a:lnTo>
                <a:lnTo>
                  <a:pt x="19864" y="243"/>
                </a:lnTo>
                <a:lnTo>
                  <a:pt x="21600" y="298"/>
                </a:lnTo>
                <a:lnTo>
                  <a:pt x="21244" y="2480"/>
                </a:lnTo>
                <a:lnTo>
                  <a:pt x="20855" y="4607"/>
                </a:lnTo>
                <a:lnTo>
                  <a:pt x="20425" y="6689"/>
                </a:lnTo>
                <a:lnTo>
                  <a:pt x="19939" y="8731"/>
                </a:lnTo>
                <a:lnTo>
                  <a:pt x="19383" y="10739"/>
                </a:lnTo>
                <a:lnTo>
                  <a:pt x="18743" y="12720"/>
                </a:lnTo>
                <a:lnTo>
                  <a:pt x="18009" y="14677"/>
                </a:lnTo>
                <a:lnTo>
                  <a:pt x="17167" y="16621"/>
                </a:lnTo>
                <a:lnTo>
                  <a:pt x="16200" y="18557"/>
                </a:lnTo>
                <a:lnTo>
                  <a:pt x="14423" y="19333"/>
                </a:lnTo>
                <a:lnTo>
                  <a:pt x="12660" y="19969"/>
                </a:lnTo>
                <a:lnTo>
                  <a:pt x="10903" y="20474"/>
                </a:lnTo>
                <a:lnTo>
                  <a:pt x="9142" y="20864"/>
                </a:lnTo>
                <a:lnTo>
                  <a:pt x="7371" y="21156"/>
                </a:lnTo>
                <a:lnTo>
                  <a:pt x="5581" y="21363"/>
                </a:lnTo>
                <a:lnTo>
                  <a:pt x="3761" y="21493"/>
                </a:lnTo>
                <a:lnTo>
                  <a:pt x="1904" y="21570"/>
                </a:lnTo>
                <a:lnTo>
                  <a:pt x="0" y="21600"/>
                </a:lnTo>
                <a:lnTo>
                  <a:pt x="230" y="19811"/>
                </a:lnTo>
                <a:lnTo>
                  <a:pt x="464" y="18024"/>
                </a:lnTo>
                <a:lnTo>
                  <a:pt x="702" y="16235"/>
                </a:lnTo>
                <a:lnTo>
                  <a:pt x="940" y="14449"/>
                </a:lnTo>
                <a:lnTo>
                  <a:pt x="1180" y="12659"/>
                </a:lnTo>
                <a:lnTo>
                  <a:pt x="1401" y="11001"/>
                </a:lnTo>
                <a:lnTo>
                  <a:pt x="1623" y="9327"/>
                </a:lnTo>
                <a:lnTo>
                  <a:pt x="1844" y="7632"/>
                </a:lnTo>
                <a:lnTo>
                  <a:pt x="2419" y="5097"/>
                </a:lnTo>
                <a:lnTo>
                  <a:pt x="3086" y="3186"/>
                </a:lnTo>
                <a:lnTo>
                  <a:pt x="3969" y="1811"/>
                </a:lnTo>
                <a:lnTo>
                  <a:pt x="5198" y="883"/>
                </a:lnTo>
                <a:lnTo>
                  <a:pt x="6901" y="310"/>
                </a:lnTo>
                <a:lnTo>
                  <a:pt x="9207" y="0"/>
                </a:lnTo>
                <a:close/>
              </a:path>
            </a:pathLst>
          </a:custGeom>
          <a:solidFill>
            <a:srgbClr val="BDBCBD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1" name="contour_06779"/>
          <p:cNvSpPr/>
          <p:nvPr/>
        </p:nvSpPr>
        <p:spPr>
          <a:xfrm>
            <a:off x="4689265" y="3221292"/>
            <a:ext cx="18948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54" y="0"/>
                </a:moveTo>
                <a:lnTo>
                  <a:pt x="4463" y="2009"/>
                </a:lnTo>
                <a:lnTo>
                  <a:pt x="4777" y="4052"/>
                </a:lnTo>
                <a:lnTo>
                  <a:pt x="5234" y="5892"/>
                </a:lnTo>
                <a:lnTo>
                  <a:pt x="5717" y="7508"/>
                </a:lnTo>
                <a:lnTo>
                  <a:pt x="6222" y="8912"/>
                </a:lnTo>
                <a:lnTo>
                  <a:pt x="6748" y="10122"/>
                </a:lnTo>
                <a:lnTo>
                  <a:pt x="7292" y="11154"/>
                </a:lnTo>
                <a:lnTo>
                  <a:pt x="7853" y="12018"/>
                </a:lnTo>
                <a:lnTo>
                  <a:pt x="8427" y="12735"/>
                </a:lnTo>
                <a:lnTo>
                  <a:pt x="9014" y="13319"/>
                </a:lnTo>
                <a:lnTo>
                  <a:pt x="9610" y="13785"/>
                </a:lnTo>
                <a:lnTo>
                  <a:pt x="10213" y="14152"/>
                </a:lnTo>
                <a:lnTo>
                  <a:pt x="10820" y="14429"/>
                </a:lnTo>
                <a:lnTo>
                  <a:pt x="11430" y="14636"/>
                </a:lnTo>
                <a:lnTo>
                  <a:pt x="12040" y="14787"/>
                </a:lnTo>
                <a:lnTo>
                  <a:pt x="12648" y="14895"/>
                </a:lnTo>
                <a:lnTo>
                  <a:pt x="13252" y="14982"/>
                </a:lnTo>
                <a:lnTo>
                  <a:pt x="13849" y="15060"/>
                </a:lnTo>
                <a:lnTo>
                  <a:pt x="14437" y="15142"/>
                </a:lnTo>
                <a:lnTo>
                  <a:pt x="15014" y="15245"/>
                </a:lnTo>
                <a:lnTo>
                  <a:pt x="15577" y="15388"/>
                </a:lnTo>
                <a:lnTo>
                  <a:pt x="16162" y="15578"/>
                </a:lnTo>
                <a:lnTo>
                  <a:pt x="16747" y="15764"/>
                </a:lnTo>
                <a:lnTo>
                  <a:pt x="17332" y="15954"/>
                </a:lnTo>
                <a:lnTo>
                  <a:pt x="17866" y="16127"/>
                </a:lnTo>
                <a:lnTo>
                  <a:pt x="18399" y="16295"/>
                </a:lnTo>
                <a:lnTo>
                  <a:pt x="18932" y="16464"/>
                </a:lnTo>
                <a:lnTo>
                  <a:pt x="19467" y="16628"/>
                </a:lnTo>
                <a:lnTo>
                  <a:pt x="20000" y="16792"/>
                </a:lnTo>
                <a:lnTo>
                  <a:pt x="20533" y="16956"/>
                </a:lnTo>
                <a:lnTo>
                  <a:pt x="21067" y="17120"/>
                </a:lnTo>
                <a:lnTo>
                  <a:pt x="21600" y="17280"/>
                </a:lnTo>
                <a:lnTo>
                  <a:pt x="21600" y="19423"/>
                </a:lnTo>
                <a:lnTo>
                  <a:pt x="21600" y="21600"/>
                </a:lnTo>
                <a:lnTo>
                  <a:pt x="21022" y="21600"/>
                </a:lnTo>
                <a:lnTo>
                  <a:pt x="20444" y="21600"/>
                </a:lnTo>
                <a:lnTo>
                  <a:pt x="19866" y="21600"/>
                </a:lnTo>
                <a:lnTo>
                  <a:pt x="19288" y="21600"/>
                </a:lnTo>
                <a:lnTo>
                  <a:pt x="18710" y="21600"/>
                </a:lnTo>
                <a:lnTo>
                  <a:pt x="18132" y="21600"/>
                </a:lnTo>
                <a:lnTo>
                  <a:pt x="17553" y="21600"/>
                </a:lnTo>
                <a:lnTo>
                  <a:pt x="16974" y="21600"/>
                </a:lnTo>
                <a:lnTo>
                  <a:pt x="16395" y="21600"/>
                </a:lnTo>
                <a:lnTo>
                  <a:pt x="15816" y="21600"/>
                </a:lnTo>
                <a:lnTo>
                  <a:pt x="15237" y="21600"/>
                </a:lnTo>
                <a:lnTo>
                  <a:pt x="14657" y="21600"/>
                </a:lnTo>
                <a:lnTo>
                  <a:pt x="14077" y="21600"/>
                </a:lnTo>
                <a:lnTo>
                  <a:pt x="13497" y="21600"/>
                </a:lnTo>
                <a:lnTo>
                  <a:pt x="12917" y="21600"/>
                </a:lnTo>
                <a:lnTo>
                  <a:pt x="12335" y="21600"/>
                </a:lnTo>
                <a:lnTo>
                  <a:pt x="11754" y="21600"/>
                </a:lnTo>
                <a:lnTo>
                  <a:pt x="11172" y="21600"/>
                </a:lnTo>
                <a:lnTo>
                  <a:pt x="10590" y="21600"/>
                </a:lnTo>
                <a:lnTo>
                  <a:pt x="10007" y="21600"/>
                </a:lnTo>
                <a:lnTo>
                  <a:pt x="9423" y="21600"/>
                </a:lnTo>
                <a:lnTo>
                  <a:pt x="8839" y="21600"/>
                </a:lnTo>
                <a:lnTo>
                  <a:pt x="8255" y="21600"/>
                </a:lnTo>
                <a:lnTo>
                  <a:pt x="7670" y="21600"/>
                </a:lnTo>
                <a:lnTo>
                  <a:pt x="7085" y="21600"/>
                </a:lnTo>
                <a:lnTo>
                  <a:pt x="6498" y="21600"/>
                </a:lnTo>
                <a:lnTo>
                  <a:pt x="5912" y="21600"/>
                </a:lnTo>
                <a:lnTo>
                  <a:pt x="5324" y="21600"/>
                </a:lnTo>
                <a:lnTo>
                  <a:pt x="4735" y="21600"/>
                </a:lnTo>
                <a:lnTo>
                  <a:pt x="4146" y="21600"/>
                </a:lnTo>
                <a:lnTo>
                  <a:pt x="3557" y="21600"/>
                </a:lnTo>
                <a:lnTo>
                  <a:pt x="2966" y="21600"/>
                </a:lnTo>
                <a:lnTo>
                  <a:pt x="2374" y="21600"/>
                </a:lnTo>
                <a:lnTo>
                  <a:pt x="1782" y="21600"/>
                </a:lnTo>
                <a:lnTo>
                  <a:pt x="1189" y="21600"/>
                </a:lnTo>
                <a:lnTo>
                  <a:pt x="595" y="21600"/>
                </a:lnTo>
                <a:lnTo>
                  <a:pt x="0" y="21600"/>
                </a:lnTo>
                <a:lnTo>
                  <a:pt x="826" y="18749"/>
                </a:lnTo>
                <a:lnTo>
                  <a:pt x="1467" y="16606"/>
                </a:lnTo>
                <a:lnTo>
                  <a:pt x="1971" y="15068"/>
                </a:lnTo>
                <a:lnTo>
                  <a:pt x="2388" y="14040"/>
                </a:lnTo>
                <a:lnTo>
                  <a:pt x="2766" y="13414"/>
                </a:lnTo>
                <a:lnTo>
                  <a:pt x="3154" y="13094"/>
                </a:lnTo>
                <a:lnTo>
                  <a:pt x="3601" y="12977"/>
                </a:lnTo>
                <a:lnTo>
                  <a:pt x="4154" y="12960"/>
                </a:lnTo>
                <a:lnTo>
                  <a:pt x="4154" y="10394"/>
                </a:lnTo>
                <a:lnTo>
                  <a:pt x="4154" y="7819"/>
                </a:lnTo>
                <a:lnTo>
                  <a:pt x="4154" y="5236"/>
                </a:lnTo>
                <a:lnTo>
                  <a:pt x="4154" y="2631"/>
                </a:lnTo>
                <a:lnTo>
                  <a:pt x="4154" y="0"/>
                </a:lnTo>
                <a:close/>
              </a:path>
            </a:pathLst>
          </a:custGeom>
          <a:solidFill>
            <a:srgbClr val="C4D4DD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2" name="contour_06780"/>
          <p:cNvSpPr/>
          <p:nvPr/>
        </p:nvSpPr>
        <p:spPr>
          <a:xfrm>
            <a:off x="7582598" y="3228580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914" y="20431"/>
                </a:lnTo>
                <a:lnTo>
                  <a:pt x="16797" y="19502"/>
                </a:lnTo>
                <a:lnTo>
                  <a:pt x="15155" y="18758"/>
                </a:lnTo>
                <a:lnTo>
                  <a:pt x="13889" y="18156"/>
                </a:lnTo>
                <a:lnTo>
                  <a:pt x="12903" y="17638"/>
                </a:lnTo>
                <a:lnTo>
                  <a:pt x="12100" y="17160"/>
                </a:lnTo>
                <a:lnTo>
                  <a:pt x="11383" y="16663"/>
                </a:lnTo>
                <a:lnTo>
                  <a:pt x="10655" y="16104"/>
                </a:lnTo>
                <a:lnTo>
                  <a:pt x="9818" y="15429"/>
                </a:lnTo>
                <a:lnTo>
                  <a:pt x="9691" y="14771"/>
                </a:lnTo>
                <a:lnTo>
                  <a:pt x="9467" y="13611"/>
                </a:lnTo>
                <a:lnTo>
                  <a:pt x="8952" y="10957"/>
                </a:lnTo>
                <a:lnTo>
                  <a:pt x="8614" y="9526"/>
                </a:lnTo>
                <a:lnTo>
                  <a:pt x="8285" y="8356"/>
                </a:lnTo>
                <a:lnTo>
                  <a:pt x="7888" y="7359"/>
                </a:lnTo>
                <a:lnTo>
                  <a:pt x="7354" y="6449"/>
                </a:lnTo>
                <a:lnTo>
                  <a:pt x="6604" y="5533"/>
                </a:lnTo>
                <a:lnTo>
                  <a:pt x="5569" y="4521"/>
                </a:lnTo>
                <a:lnTo>
                  <a:pt x="4171" y="3320"/>
                </a:lnTo>
                <a:lnTo>
                  <a:pt x="2339" y="1842"/>
                </a:lnTo>
                <a:lnTo>
                  <a:pt x="0" y="0"/>
                </a:lnTo>
                <a:close/>
              </a:path>
            </a:pathLst>
          </a:custGeom>
          <a:solidFill>
            <a:srgbClr val="DB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3" name="contour_06781"/>
          <p:cNvSpPr/>
          <p:nvPr/>
        </p:nvSpPr>
        <p:spPr>
          <a:xfrm>
            <a:off x="8295983" y="3170276"/>
            <a:ext cx="7371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52" y="0"/>
                </a:moveTo>
                <a:lnTo>
                  <a:pt x="7948" y="406"/>
                </a:lnTo>
                <a:lnTo>
                  <a:pt x="8824" y="746"/>
                </a:lnTo>
                <a:lnTo>
                  <a:pt x="9682" y="1204"/>
                </a:lnTo>
                <a:lnTo>
                  <a:pt x="10923" y="1964"/>
                </a:lnTo>
                <a:lnTo>
                  <a:pt x="10848" y="3234"/>
                </a:lnTo>
                <a:lnTo>
                  <a:pt x="10690" y="4477"/>
                </a:lnTo>
                <a:lnTo>
                  <a:pt x="10462" y="5697"/>
                </a:lnTo>
                <a:lnTo>
                  <a:pt x="10178" y="6906"/>
                </a:lnTo>
                <a:lnTo>
                  <a:pt x="9853" y="8110"/>
                </a:lnTo>
                <a:lnTo>
                  <a:pt x="9505" y="9317"/>
                </a:lnTo>
                <a:lnTo>
                  <a:pt x="9144" y="10539"/>
                </a:lnTo>
                <a:lnTo>
                  <a:pt x="8787" y="11782"/>
                </a:lnTo>
                <a:lnTo>
                  <a:pt x="10197" y="11782"/>
                </a:lnTo>
                <a:lnTo>
                  <a:pt x="11608" y="11782"/>
                </a:lnTo>
                <a:lnTo>
                  <a:pt x="13020" y="11782"/>
                </a:lnTo>
                <a:lnTo>
                  <a:pt x="14436" y="11782"/>
                </a:lnTo>
                <a:lnTo>
                  <a:pt x="15856" y="11782"/>
                </a:lnTo>
                <a:lnTo>
                  <a:pt x="17282" y="11782"/>
                </a:lnTo>
                <a:lnTo>
                  <a:pt x="18713" y="11782"/>
                </a:lnTo>
                <a:lnTo>
                  <a:pt x="20152" y="11782"/>
                </a:lnTo>
                <a:lnTo>
                  <a:pt x="21600" y="11782"/>
                </a:lnTo>
                <a:lnTo>
                  <a:pt x="21600" y="13080"/>
                </a:lnTo>
                <a:lnTo>
                  <a:pt x="21600" y="14386"/>
                </a:lnTo>
                <a:lnTo>
                  <a:pt x="21600" y="15709"/>
                </a:lnTo>
                <a:lnTo>
                  <a:pt x="20191" y="15925"/>
                </a:lnTo>
                <a:lnTo>
                  <a:pt x="18779" y="16141"/>
                </a:lnTo>
                <a:lnTo>
                  <a:pt x="17368" y="16357"/>
                </a:lnTo>
                <a:lnTo>
                  <a:pt x="15952" y="16575"/>
                </a:lnTo>
                <a:lnTo>
                  <a:pt x="14532" y="16793"/>
                </a:lnTo>
                <a:lnTo>
                  <a:pt x="13105" y="17011"/>
                </a:lnTo>
                <a:lnTo>
                  <a:pt x="11674" y="17231"/>
                </a:lnTo>
                <a:lnTo>
                  <a:pt x="10235" y="17451"/>
                </a:lnTo>
                <a:lnTo>
                  <a:pt x="8787" y="17673"/>
                </a:lnTo>
                <a:lnTo>
                  <a:pt x="8787" y="16375"/>
                </a:lnTo>
                <a:lnTo>
                  <a:pt x="8787" y="15069"/>
                </a:lnTo>
                <a:lnTo>
                  <a:pt x="8787" y="13745"/>
                </a:lnTo>
                <a:lnTo>
                  <a:pt x="7519" y="13745"/>
                </a:lnTo>
                <a:lnTo>
                  <a:pt x="6246" y="13745"/>
                </a:lnTo>
                <a:lnTo>
                  <a:pt x="4969" y="13745"/>
                </a:lnTo>
                <a:lnTo>
                  <a:pt x="3682" y="13745"/>
                </a:lnTo>
                <a:lnTo>
                  <a:pt x="2381" y="13745"/>
                </a:lnTo>
                <a:lnTo>
                  <a:pt x="2253" y="15147"/>
                </a:lnTo>
                <a:lnTo>
                  <a:pt x="2189" y="16155"/>
                </a:lnTo>
                <a:lnTo>
                  <a:pt x="2189" y="17050"/>
                </a:lnTo>
                <a:lnTo>
                  <a:pt x="2253" y="18117"/>
                </a:lnTo>
                <a:lnTo>
                  <a:pt x="2381" y="19636"/>
                </a:lnTo>
                <a:lnTo>
                  <a:pt x="3649" y="20428"/>
                </a:lnTo>
                <a:lnTo>
                  <a:pt x="4516" y="20895"/>
                </a:lnTo>
                <a:lnTo>
                  <a:pt x="5383" y="21225"/>
                </a:lnTo>
                <a:lnTo>
                  <a:pt x="6652" y="21600"/>
                </a:lnTo>
                <a:lnTo>
                  <a:pt x="5383" y="21600"/>
                </a:lnTo>
                <a:lnTo>
                  <a:pt x="4111" y="21600"/>
                </a:lnTo>
                <a:lnTo>
                  <a:pt x="2834" y="21600"/>
                </a:lnTo>
                <a:lnTo>
                  <a:pt x="1546" y="21600"/>
                </a:lnTo>
                <a:lnTo>
                  <a:pt x="246" y="21600"/>
                </a:lnTo>
                <a:lnTo>
                  <a:pt x="105" y="19962"/>
                </a:lnTo>
                <a:lnTo>
                  <a:pt x="21" y="18399"/>
                </a:lnTo>
                <a:lnTo>
                  <a:pt x="0" y="16903"/>
                </a:lnTo>
                <a:lnTo>
                  <a:pt x="43" y="15466"/>
                </a:lnTo>
                <a:lnTo>
                  <a:pt x="154" y="14079"/>
                </a:lnTo>
                <a:lnTo>
                  <a:pt x="335" y="12738"/>
                </a:lnTo>
                <a:lnTo>
                  <a:pt x="589" y="11432"/>
                </a:lnTo>
                <a:lnTo>
                  <a:pt x="918" y="10154"/>
                </a:lnTo>
                <a:lnTo>
                  <a:pt x="1328" y="8897"/>
                </a:lnTo>
                <a:lnTo>
                  <a:pt x="1817" y="7650"/>
                </a:lnTo>
                <a:lnTo>
                  <a:pt x="2394" y="6409"/>
                </a:lnTo>
                <a:lnTo>
                  <a:pt x="3058" y="5166"/>
                </a:lnTo>
                <a:lnTo>
                  <a:pt x="3814" y="3910"/>
                </a:lnTo>
                <a:lnTo>
                  <a:pt x="4662" y="2637"/>
                </a:lnTo>
                <a:lnTo>
                  <a:pt x="5608" y="1335"/>
                </a:lnTo>
                <a:lnTo>
                  <a:pt x="6652" y="0"/>
                </a:lnTo>
                <a:close/>
              </a:path>
            </a:pathLst>
          </a:custGeom>
          <a:solidFill>
            <a:srgbClr val="586060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4" name="contour_06782"/>
          <p:cNvSpPr/>
          <p:nvPr/>
        </p:nvSpPr>
        <p:spPr>
          <a:xfrm>
            <a:off x="10279155" y="3155700"/>
            <a:ext cx="138472" cy="586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89" y="0"/>
                </a:moveTo>
                <a:lnTo>
                  <a:pt x="18671" y="1519"/>
                </a:lnTo>
                <a:lnTo>
                  <a:pt x="19155" y="3039"/>
                </a:lnTo>
                <a:lnTo>
                  <a:pt x="19639" y="4563"/>
                </a:lnTo>
                <a:lnTo>
                  <a:pt x="20126" y="6093"/>
                </a:lnTo>
                <a:lnTo>
                  <a:pt x="20613" y="7631"/>
                </a:lnTo>
                <a:lnTo>
                  <a:pt x="21105" y="9177"/>
                </a:lnTo>
                <a:lnTo>
                  <a:pt x="21600" y="10737"/>
                </a:lnTo>
                <a:lnTo>
                  <a:pt x="20752" y="11615"/>
                </a:lnTo>
                <a:lnTo>
                  <a:pt x="19981" y="12251"/>
                </a:lnTo>
                <a:lnTo>
                  <a:pt x="19260" y="12653"/>
                </a:lnTo>
                <a:lnTo>
                  <a:pt x="18563" y="12839"/>
                </a:lnTo>
                <a:lnTo>
                  <a:pt x="17864" y="12812"/>
                </a:lnTo>
                <a:lnTo>
                  <a:pt x="17137" y="12584"/>
                </a:lnTo>
                <a:lnTo>
                  <a:pt x="16353" y="12168"/>
                </a:lnTo>
                <a:lnTo>
                  <a:pt x="15489" y="11574"/>
                </a:lnTo>
                <a:lnTo>
                  <a:pt x="14606" y="11072"/>
                </a:lnTo>
                <a:lnTo>
                  <a:pt x="14000" y="10817"/>
                </a:lnTo>
                <a:lnTo>
                  <a:pt x="13393" y="10732"/>
                </a:lnTo>
                <a:lnTo>
                  <a:pt x="12505" y="10737"/>
                </a:lnTo>
                <a:lnTo>
                  <a:pt x="11815" y="11880"/>
                </a:lnTo>
                <a:lnTo>
                  <a:pt x="11326" y="12734"/>
                </a:lnTo>
                <a:lnTo>
                  <a:pt x="10906" y="13550"/>
                </a:lnTo>
                <a:lnTo>
                  <a:pt x="10419" y="14586"/>
                </a:lnTo>
                <a:lnTo>
                  <a:pt x="9734" y="16105"/>
                </a:lnTo>
                <a:lnTo>
                  <a:pt x="8828" y="18081"/>
                </a:lnTo>
                <a:lnTo>
                  <a:pt x="8134" y="19501"/>
                </a:lnTo>
                <a:lnTo>
                  <a:pt x="7573" y="20459"/>
                </a:lnTo>
                <a:lnTo>
                  <a:pt x="7055" y="21052"/>
                </a:lnTo>
                <a:lnTo>
                  <a:pt x="6502" y="21375"/>
                </a:lnTo>
                <a:lnTo>
                  <a:pt x="5827" y="21525"/>
                </a:lnTo>
                <a:lnTo>
                  <a:pt x="4948" y="21600"/>
                </a:lnTo>
                <a:lnTo>
                  <a:pt x="4226" y="21283"/>
                </a:lnTo>
                <a:lnTo>
                  <a:pt x="3513" y="20945"/>
                </a:lnTo>
                <a:lnTo>
                  <a:pt x="2806" y="20580"/>
                </a:lnTo>
                <a:lnTo>
                  <a:pt x="2102" y="20185"/>
                </a:lnTo>
                <a:lnTo>
                  <a:pt x="1402" y="19756"/>
                </a:lnTo>
                <a:lnTo>
                  <a:pt x="701" y="19294"/>
                </a:lnTo>
                <a:lnTo>
                  <a:pt x="0" y="18790"/>
                </a:lnTo>
                <a:lnTo>
                  <a:pt x="0" y="17458"/>
                </a:lnTo>
                <a:lnTo>
                  <a:pt x="0" y="16105"/>
                </a:lnTo>
                <a:lnTo>
                  <a:pt x="562" y="16229"/>
                </a:lnTo>
                <a:lnTo>
                  <a:pt x="1128" y="16355"/>
                </a:lnTo>
                <a:lnTo>
                  <a:pt x="1701" y="16484"/>
                </a:lnTo>
                <a:lnTo>
                  <a:pt x="2502" y="16583"/>
                </a:lnTo>
                <a:lnTo>
                  <a:pt x="3289" y="16661"/>
                </a:lnTo>
                <a:lnTo>
                  <a:pt x="4066" y="16709"/>
                </a:lnTo>
                <a:lnTo>
                  <a:pt x="4837" y="16712"/>
                </a:lnTo>
                <a:lnTo>
                  <a:pt x="5608" y="16664"/>
                </a:lnTo>
                <a:lnTo>
                  <a:pt x="6382" y="16554"/>
                </a:lnTo>
                <a:lnTo>
                  <a:pt x="7164" y="16371"/>
                </a:lnTo>
                <a:lnTo>
                  <a:pt x="7958" y="16105"/>
                </a:lnTo>
                <a:lnTo>
                  <a:pt x="8314" y="14382"/>
                </a:lnTo>
                <a:lnTo>
                  <a:pt x="8460" y="13035"/>
                </a:lnTo>
                <a:lnTo>
                  <a:pt x="8526" y="10903"/>
                </a:lnTo>
                <a:lnTo>
                  <a:pt x="8595" y="8713"/>
                </a:lnTo>
                <a:lnTo>
                  <a:pt x="8741" y="7280"/>
                </a:lnTo>
                <a:lnTo>
                  <a:pt x="9095" y="5368"/>
                </a:lnTo>
                <a:lnTo>
                  <a:pt x="9863" y="4883"/>
                </a:lnTo>
                <a:lnTo>
                  <a:pt x="10624" y="4477"/>
                </a:lnTo>
                <a:lnTo>
                  <a:pt x="11381" y="4144"/>
                </a:lnTo>
                <a:lnTo>
                  <a:pt x="12139" y="3868"/>
                </a:lnTo>
                <a:lnTo>
                  <a:pt x="12900" y="3643"/>
                </a:lnTo>
                <a:lnTo>
                  <a:pt x="13668" y="3457"/>
                </a:lnTo>
                <a:lnTo>
                  <a:pt x="14447" y="3299"/>
                </a:lnTo>
                <a:lnTo>
                  <a:pt x="15241" y="3157"/>
                </a:lnTo>
                <a:lnTo>
                  <a:pt x="16306" y="2843"/>
                </a:lnTo>
                <a:lnTo>
                  <a:pt x="16969" y="2408"/>
                </a:lnTo>
                <a:lnTo>
                  <a:pt x="17504" y="1560"/>
                </a:lnTo>
                <a:lnTo>
                  <a:pt x="18189" y="0"/>
                </a:lnTo>
                <a:close/>
              </a:path>
            </a:pathLst>
          </a:custGeom>
          <a:solidFill>
            <a:srgbClr val="495357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5" name="contour_06783"/>
          <p:cNvSpPr/>
          <p:nvPr/>
        </p:nvSpPr>
        <p:spPr>
          <a:xfrm>
            <a:off x="10431998" y="3155518"/>
            <a:ext cx="53836" cy="46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89" y="1602"/>
                </a:moveTo>
                <a:lnTo>
                  <a:pt x="19682" y="3051"/>
                </a:lnTo>
                <a:lnTo>
                  <a:pt x="20749" y="4363"/>
                </a:lnTo>
                <a:lnTo>
                  <a:pt x="21600" y="6660"/>
                </a:lnTo>
                <a:lnTo>
                  <a:pt x="21597" y="8852"/>
                </a:lnTo>
                <a:lnTo>
                  <a:pt x="21512" y="10935"/>
                </a:lnTo>
                <a:lnTo>
                  <a:pt x="21325" y="12966"/>
                </a:lnTo>
                <a:lnTo>
                  <a:pt x="21012" y="15011"/>
                </a:lnTo>
                <a:lnTo>
                  <a:pt x="20550" y="17128"/>
                </a:lnTo>
                <a:lnTo>
                  <a:pt x="18886" y="18900"/>
                </a:lnTo>
                <a:lnTo>
                  <a:pt x="17404" y="20090"/>
                </a:lnTo>
                <a:lnTo>
                  <a:pt x="15959" y="20826"/>
                </a:lnTo>
                <a:lnTo>
                  <a:pt x="14395" y="21235"/>
                </a:lnTo>
                <a:lnTo>
                  <a:pt x="12565" y="21450"/>
                </a:lnTo>
                <a:lnTo>
                  <a:pt x="10316" y="21600"/>
                </a:lnTo>
                <a:lnTo>
                  <a:pt x="7986" y="21549"/>
                </a:lnTo>
                <a:lnTo>
                  <a:pt x="6448" y="21419"/>
                </a:lnTo>
                <a:lnTo>
                  <a:pt x="5015" y="21116"/>
                </a:lnTo>
                <a:lnTo>
                  <a:pt x="3006" y="20537"/>
                </a:lnTo>
                <a:lnTo>
                  <a:pt x="1795" y="18393"/>
                </a:lnTo>
                <a:lnTo>
                  <a:pt x="936" y="16262"/>
                </a:lnTo>
                <a:lnTo>
                  <a:pt x="380" y="14098"/>
                </a:lnTo>
                <a:lnTo>
                  <a:pt x="85" y="11848"/>
                </a:lnTo>
                <a:lnTo>
                  <a:pt x="0" y="9469"/>
                </a:lnTo>
                <a:lnTo>
                  <a:pt x="82" y="6902"/>
                </a:lnTo>
                <a:lnTo>
                  <a:pt x="1409" y="4278"/>
                </a:lnTo>
                <a:lnTo>
                  <a:pt x="2924" y="2359"/>
                </a:lnTo>
                <a:lnTo>
                  <a:pt x="4614" y="1063"/>
                </a:lnTo>
                <a:lnTo>
                  <a:pt x="6459" y="307"/>
                </a:lnTo>
                <a:lnTo>
                  <a:pt x="8445" y="0"/>
                </a:lnTo>
                <a:lnTo>
                  <a:pt x="10556" y="61"/>
                </a:lnTo>
                <a:lnTo>
                  <a:pt x="12778" y="406"/>
                </a:lnTo>
                <a:lnTo>
                  <a:pt x="15094" y="948"/>
                </a:lnTo>
                <a:lnTo>
                  <a:pt x="17489" y="1602"/>
                </a:lnTo>
                <a:close/>
              </a:path>
            </a:pathLst>
          </a:custGeom>
          <a:solidFill>
            <a:srgbClr val="C6D7E4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6" name="contour_06784"/>
          <p:cNvSpPr/>
          <p:nvPr/>
        </p:nvSpPr>
        <p:spPr>
          <a:xfrm>
            <a:off x="2335244" y="3126884"/>
            <a:ext cx="65592" cy="57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91"/>
                </a:moveTo>
                <a:lnTo>
                  <a:pt x="21199" y="4426"/>
                </a:lnTo>
                <a:lnTo>
                  <a:pt x="20772" y="6213"/>
                </a:lnTo>
                <a:lnTo>
                  <a:pt x="20304" y="7957"/>
                </a:lnTo>
                <a:lnTo>
                  <a:pt x="19778" y="9659"/>
                </a:lnTo>
                <a:lnTo>
                  <a:pt x="19181" y="11330"/>
                </a:lnTo>
                <a:lnTo>
                  <a:pt x="18497" y="12967"/>
                </a:lnTo>
                <a:lnTo>
                  <a:pt x="17707" y="14577"/>
                </a:lnTo>
                <a:lnTo>
                  <a:pt x="16800" y="16169"/>
                </a:lnTo>
                <a:lnTo>
                  <a:pt x="15218" y="16489"/>
                </a:lnTo>
                <a:lnTo>
                  <a:pt x="13706" y="16655"/>
                </a:lnTo>
                <a:lnTo>
                  <a:pt x="12230" y="16687"/>
                </a:lnTo>
                <a:lnTo>
                  <a:pt x="10747" y="16620"/>
                </a:lnTo>
                <a:lnTo>
                  <a:pt x="9226" y="16476"/>
                </a:lnTo>
                <a:lnTo>
                  <a:pt x="7622" y="16286"/>
                </a:lnTo>
                <a:lnTo>
                  <a:pt x="5942" y="16261"/>
                </a:lnTo>
                <a:lnTo>
                  <a:pt x="4759" y="16522"/>
                </a:lnTo>
                <a:lnTo>
                  <a:pt x="3516" y="17317"/>
                </a:lnTo>
                <a:lnTo>
                  <a:pt x="1651" y="18884"/>
                </a:lnTo>
                <a:lnTo>
                  <a:pt x="833" y="20231"/>
                </a:lnTo>
                <a:lnTo>
                  <a:pt x="0" y="21600"/>
                </a:lnTo>
                <a:lnTo>
                  <a:pt x="209" y="19618"/>
                </a:lnTo>
                <a:lnTo>
                  <a:pt x="437" y="17679"/>
                </a:lnTo>
                <a:lnTo>
                  <a:pt x="703" y="15786"/>
                </a:lnTo>
                <a:lnTo>
                  <a:pt x="1022" y="13939"/>
                </a:lnTo>
                <a:lnTo>
                  <a:pt x="1409" y="12144"/>
                </a:lnTo>
                <a:lnTo>
                  <a:pt x="1877" y="10395"/>
                </a:lnTo>
                <a:lnTo>
                  <a:pt x="2443" y="8698"/>
                </a:lnTo>
                <a:lnTo>
                  <a:pt x="3122" y="7055"/>
                </a:lnTo>
                <a:lnTo>
                  <a:pt x="3931" y="5464"/>
                </a:lnTo>
                <a:lnTo>
                  <a:pt x="4884" y="3929"/>
                </a:lnTo>
                <a:lnTo>
                  <a:pt x="5998" y="2452"/>
                </a:lnTo>
                <a:lnTo>
                  <a:pt x="7284" y="1032"/>
                </a:lnTo>
                <a:lnTo>
                  <a:pt x="8866" y="407"/>
                </a:lnTo>
                <a:lnTo>
                  <a:pt x="10454" y="76"/>
                </a:lnTo>
                <a:lnTo>
                  <a:pt x="12053" y="0"/>
                </a:lnTo>
                <a:lnTo>
                  <a:pt x="13651" y="136"/>
                </a:lnTo>
                <a:lnTo>
                  <a:pt x="15252" y="445"/>
                </a:lnTo>
                <a:lnTo>
                  <a:pt x="16850" y="888"/>
                </a:lnTo>
                <a:lnTo>
                  <a:pt x="18444" y="1420"/>
                </a:lnTo>
                <a:lnTo>
                  <a:pt x="20028" y="2001"/>
                </a:lnTo>
                <a:lnTo>
                  <a:pt x="21600" y="2591"/>
                </a:lnTo>
                <a:close/>
              </a:path>
            </a:pathLst>
          </a:custGeom>
          <a:solidFill>
            <a:srgbClr val="D5D2D1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7" name="contour_06785"/>
          <p:cNvSpPr/>
          <p:nvPr/>
        </p:nvSpPr>
        <p:spPr>
          <a:xfrm>
            <a:off x="5563824" y="3097396"/>
            <a:ext cx="67283" cy="67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57" y="0"/>
                </a:moveTo>
                <a:lnTo>
                  <a:pt x="21298" y="1743"/>
                </a:lnTo>
                <a:lnTo>
                  <a:pt x="21485" y="3432"/>
                </a:lnTo>
                <a:lnTo>
                  <a:pt x="21593" y="5076"/>
                </a:lnTo>
                <a:lnTo>
                  <a:pt x="21600" y="6686"/>
                </a:lnTo>
                <a:lnTo>
                  <a:pt x="21488" y="8270"/>
                </a:lnTo>
                <a:lnTo>
                  <a:pt x="21230" y="9838"/>
                </a:lnTo>
                <a:lnTo>
                  <a:pt x="20809" y="11398"/>
                </a:lnTo>
                <a:lnTo>
                  <a:pt x="20201" y="12961"/>
                </a:lnTo>
                <a:lnTo>
                  <a:pt x="19384" y="14538"/>
                </a:lnTo>
                <a:lnTo>
                  <a:pt x="18165" y="15874"/>
                </a:lnTo>
                <a:lnTo>
                  <a:pt x="16981" y="17087"/>
                </a:lnTo>
                <a:lnTo>
                  <a:pt x="15791" y="18173"/>
                </a:lnTo>
                <a:lnTo>
                  <a:pt x="14560" y="19131"/>
                </a:lnTo>
                <a:lnTo>
                  <a:pt x="13252" y="19955"/>
                </a:lnTo>
                <a:lnTo>
                  <a:pt x="11825" y="20645"/>
                </a:lnTo>
                <a:lnTo>
                  <a:pt x="10243" y="21194"/>
                </a:lnTo>
                <a:lnTo>
                  <a:pt x="8472" y="21600"/>
                </a:lnTo>
                <a:lnTo>
                  <a:pt x="7040" y="21591"/>
                </a:lnTo>
                <a:lnTo>
                  <a:pt x="5627" y="21549"/>
                </a:lnTo>
                <a:lnTo>
                  <a:pt x="4223" y="21474"/>
                </a:lnTo>
                <a:lnTo>
                  <a:pt x="2824" y="21364"/>
                </a:lnTo>
                <a:lnTo>
                  <a:pt x="1418" y="21215"/>
                </a:lnTo>
                <a:lnTo>
                  <a:pt x="0" y="21025"/>
                </a:lnTo>
                <a:lnTo>
                  <a:pt x="1139" y="20577"/>
                </a:lnTo>
                <a:lnTo>
                  <a:pt x="2293" y="20121"/>
                </a:lnTo>
                <a:lnTo>
                  <a:pt x="3477" y="19411"/>
                </a:lnTo>
                <a:lnTo>
                  <a:pt x="4679" y="18689"/>
                </a:lnTo>
                <a:lnTo>
                  <a:pt x="4920" y="17290"/>
                </a:lnTo>
                <a:lnTo>
                  <a:pt x="5164" y="15883"/>
                </a:lnTo>
                <a:lnTo>
                  <a:pt x="5409" y="14456"/>
                </a:lnTo>
                <a:lnTo>
                  <a:pt x="5873" y="12664"/>
                </a:lnTo>
                <a:lnTo>
                  <a:pt x="6511" y="11062"/>
                </a:lnTo>
                <a:lnTo>
                  <a:pt x="7312" y="9620"/>
                </a:lnTo>
                <a:lnTo>
                  <a:pt x="8254" y="8312"/>
                </a:lnTo>
                <a:lnTo>
                  <a:pt x="9326" y="7111"/>
                </a:lnTo>
                <a:lnTo>
                  <a:pt x="10508" y="5985"/>
                </a:lnTo>
                <a:lnTo>
                  <a:pt x="11785" y="4911"/>
                </a:lnTo>
                <a:lnTo>
                  <a:pt x="13140" y="3859"/>
                </a:lnTo>
                <a:lnTo>
                  <a:pt x="14553" y="2803"/>
                </a:lnTo>
                <a:lnTo>
                  <a:pt x="16013" y="1715"/>
                </a:lnTo>
                <a:lnTo>
                  <a:pt x="17613" y="724"/>
                </a:lnTo>
                <a:lnTo>
                  <a:pt x="18673" y="215"/>
                </a:lnTo>
                <a:lnTo>
                  <a:pt x="19663" y="26"/>
                </a:lnTo>
                <a:lnTo>
                  <a:pt x="21057" y="0"/>
                </a:lnTo>
                <a:close/>
              </a:path>
            </a:pathLst>
          </a:custGeom>
          <a:solidFill>
            <a:srgbClr val="51486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8" name="contour_06786"/>
          <p:cNvSpPr/>
          <p:nvPr/>
        </p:nvSpPr>
        <p:spPr>
          <a:xfrm>
            <a:off x="8318678" y="3054550"/>
            <a:ext cx="58384" cy="501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36" y="798"/>
                </a:moveTo>
                <a:lnTo>
                  <a:pt x="19203" y="1444"/>
                </a:lnTo>
                <a:lnTo>
                  <a:pt x="20379" y="2101"/>
                </a:lnTo>
                <a:lnTo>
                  <a:pt x="21570" y="2760"/>
                </a:lnTo>
                <a:lnTo>
                  <a:pt x="21600" y="4911"/>
                </a:lnTo>
                <a:lnTo>
                  <a:pt x="21568" y="6971"/>
                </a:lnTo>
                <a:lnTo>
                  <a:pt x="21454" y="8955"/>
                </a:lnTo>
                <a:lnTo>
                  <a:pt x="21239" y="10889"/>
                </a:lnTo>
                <a:lnTo>
                  <a:pt x="20894" y="12783"/>
                </a:lnTo>
                <a:lnTo>
                  <a:pt x="20400" y="14667"/>
                </a:lnTo>
                <a:lnTo>
                  <a:pt x="19734" y="16551"/>
                </a:lnTo>
                <a:lnTo>
                  <a:pt x="18874" y="18460"/>
                </a:lnTo>
                <a:lnTo>
                  <a:pt x="17011" y="19141"/>
                </a:lnTo>
                <a:lnTo>
                  <a:pt x="15153" y="19713"/>
                </a:lnTo>
                <a:lnTo>
                  <a:pt x="13293" y="20187"/>
                </a:lnTo>
                <a:lnTo>
                  <a:pt x="11430" y="20570"/>
                </a:lnTo>
                <a:lnTo>
                  <a:pt x="9558" y="20875"/>
                </a:lnTo>
                <a:lnTo>
                  <a:pt x="7682" y="21110"/>
                </a:lnTo>
                <a:lnTo>
                  <a:pt x="5789" y="21292"/>
                </a:lnTo>
                <a:lnTo>
                  <a:pt x="3880" y="21427"/>
                </a:lnTo>
                <a:lnTo>
                  <a:pt x="1952" y="21525"/>
                </a:lnTo>
                <a:lnTo>
                  <a:pt x="0" y="21600"/>
                </a:lnTo>
                <a:lnTo>
                  <a:pt x="596" y="19484"/>
                </a:lnTo>
                <a:lnTo>
                  <a:pt x="1189" y="17440"/>
                </a:lnTo>
                <a:lnTo>
                  <a:pt x="1798" y="15468"/>
                </a:lnTo>
                <a:lnTo>
                  <a:pt x="2440" y="13562"/>
                </a:lnTo>
                <a:lnTo>
                  <a:pt x="3133" y="11712"/>
                </a:lnTo>
                <a:lnTo>
                  <a:pt x="3891" y="9919"/>
                </a:lnTo>
                <a:lnTo>
                  <a:pt x="4732" y="8177"/>
                </a:lnTo>
                <a:lnTo>
                  <a:pt x="5673" y="6475"/>
                </a:lnTo>
                <a:lnTo>
                  <a:pt x="6733" y="4814"/>
                </a:lnTo>
                <a:lnTo>
                  <a:pt x="7927" y="3184"/>
                </a:lnTo>
                <a:lnTo>
                  <a:pt x="9273" y="1583"/>
                </a:lnTo>
                <a:lnTo>
                  <a:pt x="11362" y="634"/>
                </a:lnTo>
                <a:lnTo>
                  <a:pt x="12864" y="119"/>
                </a:lnTo>
                <a:lnTo>
                  <a:pt x="14196" y="0"/>
                </a:lnTo>
                <a:lnTo>
                  <a:pt x="15779" y="239"/>
                </a:lnTo>
                <a:lnTo>
                  <a:pt x="18036" y="798"/>
                </a:lnTo>
                <a:close/>
              </a:path>
            </a:pathLst>
          </a:custGeom>
          <a:solidFill>
            <a:srgbClr val="C0C9CF"/>
          </a:solidFill>
          <a:ln>
            <a:noFill/>
          </a:ln>
        </p:spPr>
        <p:txBody>
          <a:bodyPr/>
          <a:lstStyle/>
          <a:p/>
        </p:txBody>
      </p:sp>
      <p:sp>
        <p:nvSpPr>
          <p:cNvPr id="6789" name="contour_06787"/>
          <p:cNvSpPr/>
          <p:nvPr/>
        </p:nvSpPr>
        <p:spPr>
          <a:xfrm>
            <a:off x="454942" y="3002652"/>
            <a:ext cx="6860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68" y="0"/>
                </a:moveTo>
                <a:lnTo>
                  <a:pt x="15131" y="305"/>
                </a:lnTo>
                <a:lnTo>
                  <a:pt x="16499" y="613"/>
                </a:lnTo>
                <a:lnTo>
                  <a:pt x="17871" y="920"/>
                </a:lnTo>
                <a:lnTo>
                  <a:pt x="19255" y="1230"/>
                </a:lnTo>
                <a:lnTo>
                  <a:pt x="20652" y="1543"/>
                </a:lnTo>
                <a:lnTo>
                  <a:pt x="20969" y="2543"/>
                </a:lnTo>
                <a:lnTo>
                  <a:pt x="21228" y="3583"/>
                </a:lnTo>
                <a:lnTo>
                  <a:pt x="21421" y="4653"/>
                </a:lnTo>
                <a:lnTo>
                  <a:pt x="21545" y="5749"/>
                </a:lnTo>
                <a:lnTo>
                  <a:pt x="21600" y="6858"/>
                </a:lnTo>
                <a:lnTo>
                  <a:pt x="21582" y="7975"/>
                </a:lnTo>
                <a:lnTo>
                  <a:pt x="21483" y="9092"/>
                </a:lnTo>
                <a:lnTo>
                  <a:pt x="21306" y="10200"/>
                </a:lnTo>
                <a:lnTo>
                  <a:pt x="21042" y="11291"/>
                </a:lnTo>
                <a:lnTo>
                  <a:pt x="20691" y="12358"/>
                </a:lnTo>
                <a:lnTo>
                  <a:pt x="20248" y="13394"/>
                </a:lnTo>
                <a:lnTo>
                  <a:pt x="19709" y="14387"/>
                </a:lnTo>
                <a:lnTo>
                  <a:pt x="19074" y="15333"/>
                </a:lnTo>
                <a:lnTo>
                  <a:pt x="17596" y="16046"/>
                </a:lnTo>
                <a:lnTo>
                  <a:pt x="16196" y="16539"/>
                </a:lnTo>
                <a:lnTo>
                  <a:pt x="14838" y="16848"/>
                </a:lnTo>
                <a:lnTo>
                  <a:pt x="13474" y="17005"/>
                </a:lnTo>
                <a:lnTo>
                  <a:pt x="12066" y="17047"/>
                </a:lnTo>
                <a:lnTo>
                  <a:pt x="10567" y="17007"/>
                </a:lnTo>
                <a:lnTo>
                  <a:pt x="8938" y="16922"/>
                </a:lnTo>
                <a:lnTo>
                  <a:pt x="7134" y="16826"/>
                </a:lnTo>
                <a:lnTo>
                  <a:pt x="5872" y="16899"/>
                </a:lnTo>
                <a:lnTo>
                  <a:pt x="4589" y="16971"/>
                </a:lnTo>
                <a:lnTo>
                  <a:pt x="3676" y="18119"/>
                </a:lnTo>
                <a:lnTo>
                  <a:pt x="3100" y="18934"/>
                </a:lnTo>
                <a:lnTo>
                  <a:pt x="2751" y="19637"/>
                </a:lnTo>
                <a:lnTo>
                  <a:pt x="2520" y="20452"/>
                </a:lnTo>
                <a:lnTo>
                  <a:pt x="2295" y="21600"/>
                </a:lnTo>
                <a:lnTo>
                  <a:pt x="1916" y="20582"/>
                </a:lnTo>
                <a:lnTo>
                  <a:pt x="1537" y="19562"/>
                </a:lnTo>
                <a:lnTo>
                  <a:pt x="1157" y="18537"/>
                </a:lnTo>
                <a:lnTo>
                  <a:pt x="773" y="17508"/>
                </a:lnTo>
                <a:lnTo>
                  <a:pt x="388" y="16473"/>
                </a:lnTo>
                <a:lnTo>
                  <a:pt x="0" y="15429"/>
                </a:lnTo>
                <a:lnTo>
                  <a:pt x="1622" y="15429"/>
                </a:lnTo>
                <a:lnTo>
                  <a:pt x="3247" y="15429"/>
                </a:lnTo>
                <a:lnTo>
                  <a:pt x="4876" y="15429"/>
                </a:lnTo>
                <a:lnTo>
                  <a:pt x="6512" y="15429"/>
                </a:lnTo>
                <a:lnTo>
                  <a:pt x="8155" y="15429"/>
                </a:lnTo>
                <a:lnTo>
                  <a:pt x="9808" y="15429"/>
                </a:lnTo>
                <a:lnTo>
                  <a:pt x="11473" y="15429"/>
                </a:lnTo>
                <a:lnTo>
                  <a:pt x="11625" y="14410"/>
                </a:lnTo>
                <a:lnTo>
                  <a:pt x="11776" y="13392"/>
                </a:lnTo>
                <a:lnTo>
                  <a:pt x="11928" y="12372"/>
                </a:lnTo>
                <a:lnTo>
                  <a:pt x="12079" y="11352"/>
                </a:lnTo>
                <a:lnTo>
                  <a:pt x="12231" y="10331"/>
                </a:lnTo>
                <a:lnTo>
                  <a:pt x="12384" y="9310"/>
                </a:lnTo>
                <a:lnTo>
                  <a:pt x="12536" y="8285"/>
                </a:lnTo>
                <a:lnTo>
                  <a:pt x="12690" y="7259"/>
                </a:lnTo>
                <a:lnTo>
                  <a:pt x="12841" y="6230"/>
                </a:lnTo>
                <a:lnTo>
                  <a:pt x="12995" y="5199"/>
                </a:lnTo>
                <a:lnTo>
                  <a:pt x="13149" y="4167"/>
                </a:lnTo>
                <a:lnTo>
                  <a:pt x="13302" y="3130"/>
                </a:lnTo>
                <a:lnTo>
                  <a:pt x="13458" y="2091"/>
                </a:lnTo>
                <a:lnTo>
                  <a:pt x="13612" y="1048"/>
                </a:lnTo>
                <a:lnTo>
                  <a:pt x="13768" y="0"/>
                </a:lnTo>
                <a:close/>
              </a:path>
            </a:pathLst>
          </a:custGeom>
          <a:solidFill>
            <a:srgbClr val="AB8E8C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0" name="contour_06788"/>
          <p:cNvSpPr/>
          <p:nvPr/>
        </p:nvSpPr>
        <p:spPr>
          <a:xfrm>
            <a:off x="9883993" y="2943678"/>
            <a:ext cx="67203" cy="443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6"/>
                </a:moveTo>
                <a:lnTo>
                  <a:pt x="21527" y="2673"/>
                </a:lnTo>
                <a:lnTo>
                  <a:pt x="21427" y="4964"/>
                </a:lnTo>
                <a:lnTo>
                  <a:pt x="21277" y="7208"/>
                </a:lnTo>
                <a:lnTo>
                  <a:pt x="21066" y="9414"/>
                </a:lnTo>
                <a:lnTo>
                  <a:pt x="20773" y="11591"/>
                </a:lnTo>
                <a:lnTo>
                  <a:pt x="20384" y="13750"/>
                </a:lnTo>
                <a:lnTo>
                  <a:pt x="19885" y="15902"/>
                </a:lnTo>
                <a:lnTo>
                  <a:pt x="19258" y="18054"/>
                </a:lnTo>
                <a:lnTo>
                  <a:pt x="17758" y="18568"/>
                </a:lnTo>
                <a:lnTo>
                  <a:pt x="16327" y="18841"/>
                </a:lnTo>
                <a:lnTo>
                  <a:pt x="14931" y="18923"/>
                </a:lnTo>
                <a:lnTo>
                  <a:pt x="13525" y="18852"/>
                </a:lnTo>
                <a:lnTo>
                  <a:pt x="12073" y="18678"/>
                </a:lnTo>
                <a:lnTo>
                  <a:pt x="10536" y="18441"/>
                </a:lnTo>
                <a:lnTo>
                  <a:pt x="8974" y="18345"/>
                </a:lnTo>
                <a:lnTo>
                  <a:pt x="7505" y="18466"/>
                </a:lnTo>
                <a:lnTo>
                  <a:pt x="6097" y="18785"/>
                </a:lnTo>
                <a:lnTo>
                  <a:pt x="4725" y="19278"/>
                </a:lnTo>
                <a:lnTo>
                  <a:pt x="3357" y="19923"/>
                </a:lnTo>
                <a:lnTo>
                  <a:pt x="1965" y="20707"/>
                </a:lnTo>
                <a:lnTo>
                  <a:pt x="518" y="21600"/>
                </a:lnTo>
                <a:lnTo>
                  <a:pt x="307" y="19019"/>
                </a:lnTo>
                <a:lnTo>
                  <a:pt x="138" y="16480"/>
                </a:lnTo>
                <a:lnTo>
                  <a:pt x="30" y="13970"/>
                </a:lnTo>
                <a:lnTo>
                  <a:pt x="0" y="11470"/>
                </a:lnTo>
                <a:lnTo>
                  <a:pt x="59" y="8963"/>
                </a:lnTo>
                <a:lnTo>
                  <a:pt x="227" y="6439"/>
                </a:lnTo>
                <a:lnTo>
                  <a:pt x="518" y="3872"/>
                </a:lnTo>
                <a:lnTo>
                  <a:pt x="2054" y="2858"/>
                </a:lnTo>
                <a:lnTo>
                  <a:pt x="3612" y="2028"/>
                </a:lnTo>
                <a:lnTo>
                  <a:pt x="5189" y="1369"/>
                </a:lnTo>
                <a:lnTo>
                  <a:pt x="6779" y="858"/>
                </a:lnTo>
                <a:lnTo>
                  <a:pt x="8386" y="486"/>
                </a:lnTo>
                <a:lnTo>
                  <a:pt x="10007" y="227"/>
                </a:lnTo>
                <a:lnTo>
                  <a:pt x="11640" y="74"/>
                </a:lnTo>
                <a:lnTo>
                  <a:pt x="13284" y="4"/>
                </a:lnTo>
                <a:lnTo>
                  <a:pt x="14936" y="0"/>
                </a:lnTo>
                <a:lnTo>
                  <a:pt x="16594" y="46"/>
                </a:lnTo>
                <a:lnTo>
                  <a:pt x="18260" y="128"/>
                </a:lnTo>
                <a:lnTo>
                  <a:pt x="19927" y="227"/>
                </a:lnTo>
                <a:lnTo>
                  <a:pt x="21600" y="326"/>
                </a:lnTo>
                <a:close/>
              </a:path>
            </a:pathLst>
          </a:custGeom>
          <a:solidFill>
            <a:srgbClr val="C5CBC6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1" name="contour_06789"/>
          <p:cNvSpPr/>
          <p:nvPr/>
        </p:nvSpPr>
        <p:spPr>
          <a:xfrm>
            <a:off x="4047922" y="2900621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438" y="149"/>
                </a:lnTo>
                <a:lnTo>
                  <a:pt x="9677" y="308"/>
                </a:lnTo>
                <a:lnTo>
                  <a:pt x="10915" y="478"/>
                </a:lnTo>
                <a:lnTo>
                  <a:pt x="12152" y="656"/>
                </a:lnTo>
                <a:lnTo>
                  <a:pt x="13388" y="842"/>
                </a:lnTo>
                <a:lnTo>
                  <a:pt x="13900" y="915"/>
                </a:lnTo>
                <a:lnTo>
                  <a:pt x="14801" y="1037"/>
                </a:lnTo>
                <a:lnTo>
                  <a:pt x="16868" y="1318"/>
                </a:lnTo>
                <a:lnTo>
                  <a:pt x="17836" y="1774"/>
                </a:lnTo>
                <a:lnTo>
                  <a:pt x="18812" y="2233"/>
                </a:lnTo>
                <a:lnTo>
                  <a:pt x="19800" y="2700"/>
                </a:lnTo>
                <a:lnTo>
                  <a:pt x="20439" y="4765"/>
                </a:lnTo>
                <a:lnTo>
                  <a:pt x="20853" y="6218"/>
                </a:lnTo>
                <a:lnTo>
                  <a:pt x="21127" y="7449"/>
                </a:lnTo>
                <a:lnTo>
                  <a:pt x="21346" y="8848"/>
                </a:lnTo>
                <a:lnTo>
                  <a:pt x="21600" y="10800"/>
                </a:lnTo>
                <a:lnTo>
                  <a:pt x="21125" y="10705"/>
                </a:lnTo>
                <a:lnTo>
                  <a:pt x="19694" y="10419"/>
                </a:lnTo>
                <a:lnTo>
                  <a:pt x="18464" y="10284"/>
                </a:lnTo>
                <a:lnTo>
                  <a:pt x="17284" y="10198"/>
                </a:lnTo>
                <a:lnTo>
                  <a:pt x="16130" y="10184"/>
                </a:lnTo>
                <a:lnTo>
                  <a:pt x="14980" y="10263"/>
                </a:lnTo>
                <a:lnTo>
                  <a:pt x="13811" y="10460"/>
                </a:lnTo>
                <a:lnTo>
                  <a:pt x="12600" y="10800"/>
                </a:lnTo>
                <a:lnTo>
                  <a:pt x="11979" y="12517"/>
                </a:lnTo>
                <a:lnTo>
                  <a:pt x="11527" y="14240"/>
                </a:lnTo>
                <a:lnTo>
                  <a:pt x="11214" y="15989"/>
                </a:lnTo>
                <a:lnTo>
                  <a:pt x="11007" y="17785"/>
                </a:lnTo>
                <a:lnTo>
                  <a:pt x="10879" y="19648"/>
                </a:lnTo>
                <a:lnTo>
                  <a:pt x="10800" y="21600"/>
                </a:lnTo>
                <a:lnTo>
                  <a:pt x="10498" y="20345"/>
                </a:lnTo>
                <a:lnTo>
                  <a:pt x="10188" y="19067"/>
                </a:lnTo>
                <a:lnTo>
                  <a:pt x="9416" y="17507"/>
                </a:lnTo>
                <a:lnTo>
                  <a:pt x="8552" y="16276"/>
                </a:lnTo>
                <a:lnTo>
                  <a:pt x="7605" y="15309"/>
                </a:lnTo>
                <a:lnTo>
                  <a:pt x="6581" y="14548"/>
                </a:lnTo>
                <a:lnTo>
                  <a:pt x="5490" y="13929"/>
                </a:lnTo>
                <a:lnTo>
                  <a:pt x="4343" y="13392"/>
                </a:lnTo>
                <a:lnTo>
                  <a:pt x="3145" y="12874"/>
                </a:lnTo>
                <a:lnTo>
                  <a:pt x="1906" y="12317"/>
                </a:lnTo>
                <a:lnTo>
                  <a:pt x="959" y="11564"/>
                </a:lnTo>
                <a:lnTo>
                  <a:pt x="0" y="10800"/>
                </a:lnTo>
                <a:lnTo>
                  <a:pt x="0" y="9015"/>
                </a:lnTo>
                <a:lnTo>
                  <a:pt x="0" y="7220"/>
                </a:lnTo>
                <a:lnTo>
                  <a:pt x="0" y="5400"/>
                </a:lnTo>
                <a:lnTo>
                  <a:pt x="1188" y="5994"/>
                </a:lnTo>
                <a:lnTo>
                  <a:pt x="2378" y="6588"/>
                </a:lnTo>
                <a:lnTo>
                  <a:pt x="3568" y="7185"/>
                </a:lnTo>
                <a:lnTo>
                  <a:pt x="4761" y="7781"/>
                </a:lnTo>
                <a:lnTo>
                  <a:pt x="5958" y="8378"/>
                </a:lnTo>
                <a:lnTo>
                  <a:pt x="7160" y="8980"/>
                </a:lnTo>
                <a:lnTo>
                  <a:pt x="8366" y="9582"/>
                </a:lnTo>
                <a:lnTo>
                  <a:pt x="9580" y="10190"/>
                </a:lnTo>
                <a:lnTo>
                  <a:pt x="10800" y="10800"/>
                </a:lnTo>
                <a:lnTo>
                  <a:pt x="10291" y="9272"/>
                </a:lnTo>
                <a:lnTo>
                  <a:pt x="9781" y="7744"/>
                </a:lnTo>
                <a:lnTo>
                  <a:pt x="9270" y="6210"/>
                </a:lnTo>
                <a:lnTo>
                  <a:pt x="8757" y="4671"/>
                </a:lnTo>
                <a:lnTo>
                  <a:pt x="8240" y="3124"/>
                </a:lnTo>
                <a:lnTo>
                  <a:pt x="7722" y="1569"/>
                </a:lnTo>
                <a:lnTo>
                  <a:pt x="7200" y="0"/>
                </a:lnTo>
                <a:close/>
              </a:path>
            </a:pathLst>
          </a:custGeom>
          <a:solidFill>
            <a:srgbClr val="41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2" name="contour_06790"/>
          <p:cNvSpPr/>
          <p:nvPr/>
        </p:nvSpPr>
        <p:spPr>
          <a:xfrm>
            <a:off x="4966209" y="2864181"/>
            <a:ext cx="58668" cy="815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66" y="0"/>
                </a:moveTo>
                <a:lnTo>
                  <a:pt x="21546" y="1317"/>
                </a:lnTo>
                <a:lnTo>
                  <a:pt x="21595" y="2649"/>
                </a:lnTo>
                <a:lnTo>
                  <a:pt x="21600" y="3991"/>
                </a:lnTo>
                <a:lnTo>
                  <a:pt x="21557" y="5334"/>
                </a:lnTo>
                <a:lnTo>
                  <a:pt x="21452" y="6678"/>
                </a:lnTo>
                <a:lnTo>
                  <a:pt x="21278" y="8016"/>
                </a:lnTo>
                <a:lnTo>
                  <a:pt x="21031" y="9344"/>
                </a:lnTo>
                <a:lnTo>
                  <a:pt x="20696" y="10653"/>
                </a:lnTo>
                <a:lnTo>
                  <a:pt x="20269" y="11943"/>
                </a:lnTo>
                <a:lnTo>
                  <a:pt x="19741" y="13206"/>
                </a:lnTo>
                <a:lnTo>
                  <a:pt x="19099" y="14437"/>
                </a:lnTo>
                <a:lnTo>
                  <a:pt x="18340" y="15630"/>
                </a:lnTo>
                <a:lnTo>
                  <a:pt x="17454" y="16783"/>
                </a:lnTo>
                <a:lnTo>
                  <a:pt x="16429" y="17889"/>
                </a:lnTo>
                <a:lnTo>
                  <a:pt x="15262" y="18943"/>
                </a:lnTo>
                <a:lnTo>
                  <a:pt x="13620" y="19891"/>
                </a:lnTo>
                <a:lnTo>
                  <a:pt x="12053" y="20590"/>
                </a:lnTo>
                <a:lnTo>
                  <a:pt x="10478" y="21075"/>
                </a:lnTo>
                <a:lnTo>
                  <a:pt x="8812" y="21382"/>
                </a:lnTo>
                <a:lnTo>
                  <a:pt x="6968" y="21546"/>
                </a:lnTo>
                <a:lnTo>
                  <a:pt x="4862" y="21600"/>
                </a:lnTo>
                <a:lnTo>
                  <a:pt x="3255" y="21480"/>
                </a:lnTo>
                <a:lnTo>
                  <a:pt x="1639" y="21359"/>
                </a:lnTo>
                <a:lnTo>
                  <a:pt x="0" y="21237"/>
                </a:lnTo>
                <a:lnTo>
                  <a:pt x="319" y="19874"/>
                </a:lnTo>
                <a:lnTo>
                  <a:pt x="652" y="18569"/>
                </a:lnTo>
                <a:lnTo>
                  <a:pt x="1025" y="17300"/>
                </a:lnTo>
                <a:lnTo>
                  <a:pt x="1470" y="16047"/>
                </a:lnTo>
                <a:lnTo>
                  <a:pt x="2012" y="14793"/>
                </a:lnTo>
                <a:lnTo>
                  <a:pt x="2683" y="13514"/>
                </a:lnTo>
                <a:lnTo>
                  <a:pt x="4003" y="12848"/>
                </a:lnTo>
                <a:lnTo>
                  <a:pt x="5332" y="12190"/>
                </a:lnTo>
                <a:lnTo>
                  <a:pt x="6671" y="11541"/>
                </a:lnTo>
                <a:lnTo>
                  <a:pt x="8015" y="10902"/>
                </a:lnTo>
                <a:lnTo>
                  <a:pt x="9370" y="10273"/>
                </a:lnTo>
                <a:lnTo>
                  <a:pt x="10733" y="9653"/>
                </a:lnTo>
                <a:lnTo>
                  <a:pt x="11176" y="8696"/>
                </a:lnTo>
                <a:lnTo>
                  <a:pt x="11621" y="7734"/>
                </a:lnTo>
                <a:lnTo>
                  <a:pt x="12075" y="6757"/>
                </a:lnTo>
                <a:lnTo>
                  <a:pt x="12904" y="5273"/>
                </a:lnTo>
                <a:lnTo>
                  <a:pt x="13878" y="4074"/>
                </a:lnTo>
                <a:lnTo>
                  <a:pt x="15010" y="3095"/>
                </a:lnTo>
                <a:lnTo>
                  <a:pt x="16317" y="2267"/>
                </a:lnTo>
                <a:lnTo>
                  <a:pt x="17819" y="1519"/>
                </a:lnTo>
                <a:lnTo>
                  <a:pt x="19529" y="786"/>
                </a:lnTo>
                <a:lnTo>
                  <a:pt x="21466" y="0"/>
                </a:lnTo>
                <a:close/>
              </a:path>
            </a:pathLst>
          </a:custGeom>
          <a:solidFill>
            <a:srgbClr val="545358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3" name="contour_06791"/>
          <p:cNvSpPr/>
          <p:nvPr/>
        </p:nvSpPr>
        <p:spPr>
          <a:xfrm>
            <a:off x="7828312" y="2856893"/>
            <a:ext cx="6766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95" y="0"/>
                </a:moveTo>
                <a:lnTo>
                  <a:pt x="12534" y="1140"/>
                </a:lnTo>
                <a:lnTo>
                  <a:pt x="12776" y="2287"/>
                </a:lnTo>
                <a:lnTo>
                  <a:pt x="13020" y="3451"/>
                </a:lnTo>
                <a:lnTo>
                  <a:pt x="13830" y="5294"/>
                </a:lnTo>
                <a:lnTo>
                  <a:pt x="14507" y="6497"/>
                </a:lnTo>
                <a:lnTo>
                  <a:pt x="15303" y="7318"/>
                </a:lnTo>
                <a:lnTo>
                  <a:pt x="16468" y="8016"/>
                </a:lnTo>
                <a:lnTo>
                  <a:pt x="18255" y="8851"/>
                </a:lnTo>
                <a:lnTo>
                  <a:pt x="19360" y="9098"/>
                </a:lnTo>
                <a:lnTo>
                  <a:pt x="20472" y="9348"/>
                </a:lnTo>
                <a:lnTo>
                  <a:pt x="21600" y="9600"/>
                </a:lnTo>
                <a:lnTo>
                  <a:pt x="20062" y="9600"/>
                </a:lnTo>
                <a:lnTo>
                  <a:pt x="18515" y="9600"/>
                </a:lnTo>
                <a:lnTo>
                  <a:pt x="16947" y="9600"/>
                </a:lnTo>
                <a:lnTo>
                  <a:pt x="16947" y="11026"/>
                </a:lnTo>
                <a:lnTo>
                  <a:pt x="16947" y="12456"/>
                </a:lnTo>
                <a:lnTo>
                  <a:pt x="16947" y="13891"/>
                </a:lnTo>
                <a:lnTo>
                  <a:pt x="16947" y="15338"/>
                </a:lnTo>
                <a:lnTo>
                  <a:pt x="16947" y="16800"/>
                </a:lnTo>
                <a:lnTo>
                  <a:pt x="15303" y="16800"/>
                </a:lnTo>
                <a:lnTo>
                  <a:pt x="13656" y="16800"/>
                </a:lnTo>
                <a:lnTo>
                  <a:pt x="12004" y="16800"/>
                </a:lnTo>
                <a:lnTo>
                  <a:pt x="10345" y="16800"/>
                </a:lnTo>
                <a:lnTo>
                  <a:pt x="8680" y="16800"/>
                </a:lnTo>
                <a:lnTo>
                  <a:pt x="7005" y="16800"/>
                </a:lnTo>
                <a:lnTo>
                  <a:pt x="5316" y="16800"/>
                </a:lnTo>
                <a:lnTo>
                  <a:pt x="5316" y="18386"/>
                </a:lnTo>
                <a:lnTo>
                  <a:pt x="5316" y="19982"/>
                </a:lnTo>
                <a:lnTo>
                  <a:pt x="5316" y="21600"/>
                </a:lnTo>
                <a:lnTo>
                  <a:pt x="3778" y="21600"/>
                </a:lnTo>
                <a:lnTo>
                  <a:pt x="2231" y="21600"/>
                </a:lnTo>
                <a:lnTo>
                  <a:pt x="663" y="21600"/>
                </a:lnTo>
                <a:lnTo>
                  <a:pt x="470" y="19886"/>
                </a:lnTo>
                <a:lnTo>
                  <a:pt x="302" y="18194"/>
                </a:lnTo>
                <a:lnTo>
                  <a:pt x="163" y="16514"/>
                </a:lnTo>
                <a:lnTo>
                  <a:pt x="60" y="14846"/>
                </a:lnTo>
                <a:lnTo>
                  <a:pt x="5" y="13186"/>
                </a:lnTo>
                <a:lnTo>
                  <a:pt x="0" y="11522"/>
                </a:lnTo>
                <a:lnTo>
                  <a:pt x="58" y="9859"/>
                </a:lnTo>
                <a:lnTo>
                  <a:pt x="181" y="8186"/>
                </a:lnTo>
                <a:lnTo>
                  <a:pt x="382" y="6502"/>
                </a:lnTo>
                <a:lnTo>
                  <a:pt x="663" y="4800"/>
                </a:lnTo>
                <a:lnTo>
                  <a:pt x="2001" y="3766"/>
                </a:lnTo>
                <a:lnTo>
                  <a:pt x="3352" y="2897"/>
                </a:lnTo>
                <a:lnTo>
                  <a:pt x="4725" y="2174"/>
                </a:lnTo>
                <a:lnTo>
                  <a:pt x="6132" y="1577"/>
                </a:lnTo>
                <a:lnTo>
                  <a:pt x="7582" y="1082"/>
                </a:lnTo>
                <a:lnTo>
                  <a:pt x="9087" y="670"/>
                </a:lnTo>
                <a:lnTo>
                  <a:pt x="10652" y="314"/>
                </a:lnTo>
                <a:lnTo>
                  <a:pt x="12295" y="0"/>
                </a:lnTo>
                <a:close/>
              </a:path>
            </a:pathLst>
          </a:custGeom>
          <a:solidFill>
            <a:srgbClr val="DE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4" name="contour_06792"/>
          <p:cNvSpPr/>
          <p:nvPr/>
        </p:nvSpPr>
        <p:spPr>
          <a:xfrm>
            <a:off x="7903269" y="2813165"/>
            <a:ext cx="940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85" y="0"/>
                </a:moveTo>
                <a:lnTo>
                  <a:pt x="20723" y="2249"/>
                </a:lnTo>
                <a:lnTo>
                  <a:pt x="21172" y="3931"/>
                </a:lnTo>
                <a:lnTo>
                  <a:pt x="21453" y="5225"/>
                </a:lnTo>
                <a:lnTo>
                  <a:pt x="21587" y="6303"/>
                </a:lnTo>
                <a:lnTo>
                  <a:pt x="21600" y="7340"/>
                </a:lnTo>
                <a:lnTo>
                  <a:pt x="21510" y="8510"/>
                </a:lnTo>
                <a:lnTo>
                  <a:pt x="21341" y="9990"/>
                </a:lnTo>
                <a:lnTo>
                  <a:pt x="20639" y="11439"/>
                </a:lnTo>
                <a:lnTo>
                  <a:pt x="19933" y="12489"/>
                </a:lnTo>
                <a:lnTo>
                  <a:pt x="19186" y="13236"/>
                </a:lnTo>
                <a:lnTo>
                  <a:pt x="18361" y="13779"/>
                </a:lnTo>
                <a:lnTo>
                  <a:pt x="17424" y="14208"/>
                </a:lnTo>
                <a:lnTo>
                  <a:pt x="16336" y="14623"/>
                </a:lnTo>
                <a:lnTo>
                  <a:pt x="15064" y="15120"/>
                </a:lnTo>
                <a:lnTo>
                  <a:pt x="14512" y="16280"/>
                </a:lnTo>
                <a:lnTo>
                  <a:pt x="13954" y="17446"/>
                </a:lnTo>
                <a:lnTo>
                  <a:pt x="13390" y="18630"/>
                </a:lnTo>
                <a:lnTo>
                  <a:pt x="12838" y="19611"/>
                </a:lnTo>
                <a:lnTo>
                  <a:pt x="12280" y="20600"/>
                </a:lnTo>
                <a:lnTo>
                  <a:pt x="11716" y="21600"/>
                </a:lnTo>
                <a:lnTo>
                  <a:pt x="10371" y="21259"/>
                </a:lnTo>
                <a:lnTo>
                  <a:pt x="9437" y="20976"/>
                </a:lnTo>
                <a:lnTo>
                  <a:pt x="8673" y="20647"/>
                </a:lnTo>
                <a:lnTo>
                  <a:pt x="7840" y="20170"/>
                </a:lnTo>
                <a:lnTo>
                  <a:pt x="6695" y="19440"/>
                </a:lnTo>
                <a:lnTo>
                  <a:pt x="7525" y="18369"/>
                </a:lnTo>
                <a:lnTo>
                  <a:pt x="8369" y="17280"/>
                </a:lnTo>
                <a:lnTo>
                  <a:pt x="7185" y="17280"/>
                </a:lnTo>
                <a:lnTo>
                  <a:pt x="6000" y="17280"/>
                </a:lnTo>
                <a:lnTo>
                  <a:pt x="4812" y="17280"/>
                </a:lnTo>
                <a:lnTo>
                  <a:pt x="3619" y="17280"/>
                </a:lnTo>
                <a:lnTo>
                  <a:pt x="2420" y="17280"/>
                </a:lnTo>
                <a:lnTo>
                  <a:pt x="1215" y="17280"/>
                </a:lnTo>
                <a:lnTo>
                  <a:pt x="0" y="17280"/>
                </a:lnTo>
                <a:lnTo>
                  <a:pt x="834" y="15163"/>
                </a:lnTo>
                <a:lnTo>
                  <a:pt x="1444" y="13826"/>
                </a:lnTo>
                <a:lnTo>
                  <a:pt x="2014" y="13008"/>
                </a:lnTo>
                <a:lnTo>
                  <a:pt x="2718" y="12450"/>
                </a:lnTo>
                <a:lnTo>
                  <a:pt x="3739" y="11897"/>
                </a:lnTo>
                <a:lnTo>
                  <a:pt x="4112" y="11776"/>
                </a:lnTo>
                <a:lnTo>
                  <a:pt x="4770" y="11562"/>
                </a:lnTo>
                <a:lnTo>
                  <a:pt x="6277" y="11070"/>
                </a:lnTo>
                <a:lnTo>
                  <a:pt x="7462" y="10578"/>
                </a:lnTo>
                <a:lnTo>
                  <a:pt x="8596" y="10035"/>
                </a:lnTo>
                <a:lnTo>
                  <a:pt x="9686" y="9446"/>
                </a:lnTo>
                <a:lnTo>
                  <a:pt x="10734" y="8808"/>
                </a:lnTo>
                <a:lnTo>
                  <a:pt x="11745" y="8126"/>
                </a:lnTo>
                <a:lnTo>
                  <a:pt x="12726" y="7396"/>
                </a:lnTo>
                <a:lnTo>
                  <a:pt x="13681" y="6623"/>
                </a:lnTo>
                <a:lnTo>
                  <a:pt x="14617" y="5804"/>
                </a:lnTo>
                <a:lnTo>
                  <a:pt x="15538" y="4942"/>
                </a:lnTo>
                <a:lnTo>
                  <a:pt x="16446" y="4037"/>
                </a:lnTo>
                <a:lnTo>
                  <a:pt x="17350" y="3089"/>
                </a:lnTo>
                <a:lnTo>
                  <a:pt x="18256" y="2100"/>
                </a:lnTo>
                <a:lnTo>
                  <a:pt x="19165" y="1069"/>
                </a:lnTo>
                <a:lnTo>
                  <a:pt x="20085" y="0"/>
                </a:lnTo>
                <a:close/>
              </a:path>
            </a:pathLst>
          </a:custGeom>
          <a:solidFill>
            <a:srgbClr val="D8E1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5" name="contour_06793"/>
          <p:cNvSpPr/>
          <p:nvPr/>
        </p:nvSpPr>
        <p:spPr>
          <a:xfrm>
            <a:off x="7677342" y="2827741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42" y="505"/>
                </a:lnTo>
                <a:lnTo>
                  <a:pt x="2484" y="1010"/>
                </a:lnTo>
                <a:lnTo>
                  <a:pt x="3726" y="1517"/>
                </a:lnTo>
                <a:lnTo>
                  <a:pt x="4968" y="2025"/>
                </a:lnTo>
                <a:lnTo>
                  <a:pt x="6210" y="2533"/>
                </a:lnTo>
                <a:lnTo>
                  <a:pt x="7363" y="3002"/>
                </a:lnTo>
                <a:lnTo>
                  <a:pt x="8526" y="3475"/>
                </a:lnTo>
                <a:lnTo>
                  <a:pt x="9703" y="3955"/>
                </a:lnTo>
                <a:lnTo>
                  <a:pt x="11623" y="4820"/>
                </a:lnTo>
                <a:lnTo>
                  <a:pt x="12841" y="5451"/>
                </a:lnTo>
                <a:lnTo>
                  <a:pt x="13884" y="6164"/>
                </a:lnTo>
                <a:lnTo>
                  <a:pt x="15271" y="7266"/>
                </a:lnTo>
                <a:lnTo>
                  <a:pt x="16269" y="7679"/>
                </a:lnTo>
                <a:lnTo>
                  <a:pt x="17280" y="8100"/>
                </a:lnTo>
                <a:lnTo>
                  <a:pt x="18714" y="6591"/>
                </a:lnTo>
                <a:lnTo>
                  <a:pt x="19643" y="5524"/>
                </a:lnTo>
                <a:lnTo>
                  <a:pt x="20470" y="4398"/>
                </a:lnTo>
                <a:lnTo>
                  <a:pt x="21600" y="2700"/>
                </a:lnTo>
                <a:lnTo>
                  <a:pt x="21503" y="4558"/>
                </a:lnTo>
                <a:lnTo>
                  <a:pt x="21388" y="6391"/>
                </a:lnTo>
                <a:lnTo>
                  <a:pt x="21248" y="8208"/>
                </a:lnTo>
                <a:lnTo>
                  <a:pt x="21075" y="10009"/>
                </a:lnTo>
                <a:lnTo>
                  <a:pt x="20861" y="11799"/>
                </a:lnTo>
                <a:lnTo>
                  <a:pt x="20598" y="13581"/>
                </a:lnTo>
                <a:lnTo>
                  <a:pt x="20278" y="15355"/>
                </a:lnTo>
                <a:lnTo>
                  <a:pt x="19896" y="17126"/>
                </a:lnTo>
                <a:lnTo>
                  <a:pt x="19440" y="18900"/>
                </a:lnTo>
                <a:lnTo>
                  <a:pt x="18006" y="19931"/>
                </a:lnTo>
                <a:lnTo>
                  <a:pt x="16677" y="20625"/>
                </a:lnTo>
                <a:lnTo>
                  <a:pt x="15371" y="21060"/>
                </a:lnTo>
                <a:lnTo>
                  <a:pt x="14008" y="21314"/>
                </a:lnTo>
                <a:lnTo>
                  <a:pt x="12511" y="21468"/>
                </a:lnTo>
                <a:lnTo>
                  <a:pt x="10800" y="21600"/>
                </a:lnTo>
                <a:lnTo>
                  <a:pt x="10800" y="19815"/>
                </a:lnTo>
                <a:lnTo>
                  <a:pt x="10800" y="18020"/>
                </a:lnTo>
                <a:lnTo>
                  <a:pt x="10800" y="16200"/>
                </a:lnTo>
                <a:lnTo>
                  <a:pt x="9418" y="15922"/>
                </a:lnTo>
                <a:lnTo>
                  <a:pt x="8024" y="15641"/>
                </a:lnTo>
                <a:lnTo>
                  <a:pt x="6614" y="15358"/>
                </a:lnTo>
                <a:lnTo>
                  <a:pt x="5201" y="15017"/>
                </a:lnTo>
                <a:lnTo>
                  <a:pt x="4268" y="14712"/>
                </a:lnTo>
                <a:lnTo>
                  <a:pt x="3393" y="14264"/>
                </a:lnTo>
                <a:lnTo>
                  <a:pt x="2160" y="13500"/>
                </a:lnTo>
                <a:lnTo>
                  <a:pt x="1657" y="11850"/>
                </a:lnTo>
                <a:lnTo>
                  <a:pt x="1242" y="10198"/>
                </a:lnTo>
                <a:lnTo>
                  <a:pt x="905" y="8543"/>
                </a:lnTo>
                <a:lnTo>
                  <a:pt x="635" y="6874"/>
                </a:lnTo>
                <a:lnTo>
                  <a:pt x="419" y="5192"/>
                </a:lnTo>
                <a:lnTo>
                  <a:pt x="248" y="3488"/>
                </a:lnTo>
                <a:lnTo>
                  <a:pt x="112" y="1760"/>
                </a:lnTo>
                <a:lnTo>
                  <a:pt x="0" y="0"/>
                </a:lnTo>
                <a:close/>
              </a:path>
            </a:pathLst>
          </a:custGeom>
          <a:solidFill>
            <a:srgbClr val="D9F0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6" name="contour_06794"/>
          <p:cNvSpPr/>
          <p:nvPr/>
        </p:nvSpPr>
        <p:spPr>
          <a:xfrm>
            <a:off x="4768012" y="2821094"/>
            <a:ext cx="67013" cy="503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53" y="2850"/>
                </a:moveTo>
                <a:lnTo>
                  <a:pt x="14553" y="4916"/>
                </a:lnTo>
                <a:lnTo>
                  <a:pt x="14553" y="6994"/>
                </a:lnTo>
                <a:lnTo>
                  <a:pt x="14553" y="9100"/>
                </a:lnTo>
                <a:lnTo>
                  <a:pt x="15948" y="9100"/>
                </a:lnTo>
                <a:lnTo>
                  <a:pt x="17348" y="9100"/>
                </a:lnTo>
                <a:lnTo>
                  <a:pt x="18753" y="9100"/>
                </a:lnTo>
                <a:lnTo>
                  <a:pt x="20169" y="9100"/>
                </a:lnTo>
                <a:lnTo>
                  <a:pt x="21600" y="9100"/>
                </a:lnTo>
                <a:lnTo>
                  <a:pt x="21135" y="10956"/>
                </a:lnTo>
                <a:lnTo>
                  <a:pt x="20667" y="12819"/>
                </a:lnTo>
                <a:lnTo>
                  <a:pt x="20200" y="14688"/>
                </a:lnTo>
                <a:lnTo>
                  <a:pt x="19728" y="16572"/>
                </a:lnTo>
                <a:lnTo>
                  <a:pt x="19251" y="18475"/>
                </a:lnTo>
                <a:lnTo>
                  <a:pt x="18541" y="18319"/>
                </a:lnTo>
                <a:lnTo>
                  <a:pt x="17891" y="18172"/>
                </a:lnTo>
                <a:lnTo>
                  <a:pt x="17179" y="18016"/>
                </a:lnTo>
                <a:lnTo>
                  <a:pt x="16291" y="17819"/>
                </a:lnTo>
                <a:lnTo>
                  <a:pt x="15112" y="17556"/>
                </a:lnTo>
                <a:lnTo>
                  <a:pt x="13524" y="17206"/>
                </a:lnTo>
                <a:lnTo>
                  <a:pt x="11414" y="16738"/>
                </a:lnTo>
                <a:lnTo>
                  <a:pt x="8663" y="16128"/>
                </a:lnTo>
                <a:lnTo>
                  <a:pt x="5156" y="15350"/>
                </a:lnTo>
                <a:lnTo>
                  <a:pt x="5156" y="17416"/>
                </a:lnTo>
                <a:lnTo>
                  <a:pt x="5156" y="19494"/>
                </a:lnTo>
                <a:lnTo>
                  <a:pt x="5156" y="21600"/>
                </a:lnTo>
                <a:lnTo>
                  <a:pt x="3604" y="21600"/>
                </a:lnTo>
                <a:lnTo>
                  <a:pt x="2041" y="21600"/>
                </a:lnTo>
                <a:lnTo>
                  <a:pt x="458" y="21600"/>
                </a:lnTo>
                <a:lnTo>
                  <a:pt x="385" y="19766"/>
                </a:lnTo>
                <a:lnTo>
                  <a:pt x="322" y="17928"/>
                </a:lnTo>
                <a:lnTo>
                  <a:pt x="263" y="16094"/>
                </a:lnTo>
                <a:lnTo>
                  <a:pt x="211" y="14256"/>
                </a:lnTo>
                <a:lnTo>
                  <a:pt x="164" y="12419"/>
                </a:lnTo>
                <a:lnTo>
                  <a:pt x="110" y="10713"/>
                </a:lnTo>
                <a:lnTo>
                  <a:pt x="56" y="8997"/>
                </a:lnTo>
                <a:lnTo>
                  <a:pt x="0" y="7256"/>
                </a:lnTo>
                <a:lnTo>
                  <a:pt x="296" y="4675"/>
                </a:lnTo>
                <a:lnTo>
                  <a:pt x="658" y="3122"/>
                </a:lnTo>
                <a:lnTo>
                  <a:pt x="1318" y="1981"/>
                </a:lnTo>
                <a:lnTo>
                  <a:pt x="2514" y="628"/>
                </a:lnTo>
                <a:lnTo>
                  <a:pt x="4181" y="178"/>
                </a:lnTo>
                <a:lnTo>
                  <a:pt x="5725" y="0"/>
                </a:lnTo>
                <a:lnTo>
                  <a:pt x="7186" y="59"/>
                </a:lnTo>
                <a:lnTo>
                  <a:pt x="8598" y="325"/>
                </a:lnTo>
                <a:lnTo>
                  <a:pt x="10002" y="769"/>
                </a:lnTo>
                <a:lnTo>
                  <a:pt x="11438" y="1359"/>
                </a:lnTo>
                <a:lnTo>
                  <a:pt x="12941" y="2062"/>
                </a:lnTo>
                <a:lnTo>
                  <a:pt x="14553" y="2850"/>
                </a:lnTo>
                <a:close/>
              </a:path>
            </a:pathLst>
          </a:custGeom>
          <a:solidFill>
            <a:srgbClr val="4B464A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7" name="contour_06795"/>
          <p:cNvSpPr/>
          <p:nvPr/>
        </p:nvSpPr>
        <p:spPr>
          <a:xfrm>
            <a:off x="6773631" y="2820402"/>
            <a:ext cx="44238" cy="80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51" y="14"/>
                </a:moveTo>
                <a:lnTo>
                  <a:pt x="21493" y="1517"/>
                </a:lnTo>
                <a:lnTo>
                  <a:pt x="21579" y="2979"/>
                </a:lnTo>
                <a:lnTo>
                  <a:pt x="21600" y="4402"/>
                </a:lnTo>
                <a:lnTo>
                  <a:pt x="21554" y="5791"/>
                </a:lnTo>
                <a:lnTo>
                  <a:pt x="21433" y="7151"/>
                </a:lnTo>
                <a:lnTo>
                  <a:pt x="21241" y="8487"/>
                </a:lnTo>
                <a:lnTo>
                  <a:pt x="20967" y="9806"/>
                </a:lnTo>
                <a:lnTo>
                  <a:pt x="20611" y="11109"/>
                </a:lnTo>
                <a:lnTo>
                  <a:pt x="20162" y="12402"/>
                </a:lnTo>
                <a:lnTo>
                  <a:pt x="19625" y="13692"/>
                </a:lnTo>
                <a:lnTo>
                  <a:pt x="18992" y="14981"/>
                </a:lnTo>
                <a:lnTo>
                  <a:pt x="18259" y="16276"/>
                </a:lnTo>
                <a:lnTo>
                  <a:pt x="17419" y="17581"/>
                </a:lnTo>
                <a:lnTo>
                  <a:pt x="16472" y="18900"/>
                </a:lnTo>
                <a:lnTo>
                  <a:pt x="15412" y="20238"/>
                </a:lnTo>
                <a:lnTo>
                  <a:pt x="14234" y="21600"/>
                </a:lnTo>
                <a:lnTo>
                  <a:pt x="11038" y="19724"/>
                </a:lnTo>
                <a:lnTo>
                  <a:pt x="8551" y="18229"/>
                </a:lnTo>
                <a:lnTo>
                  <a:pt x="6686" y="17034"/>
                </a:lnTo>
                <a:lnTo>
                  <a:pt x="5356" y="16054"/>
                </a:lnTo>
                <a:lnTo>
                  <a:pt x="4466" y="15209"/>
                </a:lnTo>
                <a:lnTo>
                  <a:pt x="3939" y="14410"/>
                </a:lnTo>
                <a:lnTo>
                  <a:pt x="3683" y="13580"/>
                </a:lnTo>
                <a:lnTo>
                  <a:pt x="3615" y="12630"/>
                </a:lnTo>
                <a:lnTo>
                  <a:pt x="3640" y="11482"/>
                </a:lnTo>
                <a:lnTo>
                  <a:pt x="4163" y="10407"/>
                </a:lnTo>
                <a:lnTo>
                  <a:pt x="4605" y="9578"/>
                </a:lnTo>
                <a:lnTo>
                  <a:pt x="5131" y="8731"/>
                </a:lnTo>
                <a:lnTo>
                  <a:pt x="5914" y="7594"/>
                </a:lnTo>
                <a:lnTo>
                  <a:pt x="7117" y="5901"/>
                </a:lnTo>
                <a:lnTo>
                  <a:pt x="4765" y="5901"/>
                </a:lnTo>
                <a:lnTo>
                  <a:pt x="2398" y="5901"/>
                </a:lnTo>
                <a:lnTo>
                  <a:pt x="0" y="5901"/>
                </a:lnTo>
                <a:lnTo>
                  <a:pt x="0" y="4604"/>
                </a:lnTo>
                <a:lnTo>
                  <a:pt x="0" y="3299"/>
                </a:lnTo>
                <a:lnTo>
                  <a:pt x="0" y="1976"/>
                </a:lnTo>
                <a:lnTo>
                  <a:pt x="2384" y="1405"/>
                </a:lnTo>
                <a:lnTo>
                  <a:pt x="4708" y="952"/>
                </a:lnTo>
                <a:lnTo>
                  <a:pt x="7003" y="604"/>
                </a:lnTo>
                <a:lnTo>
                  <a:pt x="9284" y="349"/>
                </a:lnTo>
                <a:lnTo>
                  <a:pt x="11579" y="175"/>
                </a:lnTo>
                <a:lnTo>
                  <a:pt x="13914" y="67"/>
                </a:lnTo>
                <a:lnTo>
                  <a:pt x="16301" y="12"/>
                </a:lnTo>
                <a:lnTo>
                  <a:pt x="18775" y="0"/>
                </a:lnTo>
                <a:lnTo>
                  <a:pt x="21351" y="14"/>
                </a:lnTo>
                <a:close/>
              </a:path>
            </a:pathLst>
          </a:custGeom>
          <a:solidFill>
            <a:srgbClr val="C5D1D8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8" name="contour_06796"/>
          <p:cNvSpPr/>
          <p:nvPr/>
        </p:nvSpPr>
        <p:spPr>
          <a:xfrm>
            <a:off x="10738298" y="2769437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826" y="0"/>
                </a:lnTo>
                <a:lnTo>
                  <a:pt x="5256" y="0"/>
                </a:lnTo>
                <a:lnTo>
                  <a:pt x="6691" y="0"/>
                </a:lnTo>
                <a:lnTo>
                  <a:pt x="8138" y="0"/>
                </a:lnTo>
                <a:lnTo>
                  <a:pt x="9600" y="0"/>
                </a:lnTo>
                <a:lnTo>
                  <a:pt x="9600" y="1586"/>
                </a:lnTo>
                <a:lnTo>
                  <a:pt x="9600" y="3182"/>
                </a:lnTo>
                <a:lnTo>
                  <a:pt x="9600" y="4800"/>
                </a:lnTo>
                <a:lnTo>
                  <a:pt x="11186" y="4800"/>
                </a:lnTo>
                <a:lnTo>
                  <a:pt x="12782" y="4800"/>
                </a:lnTo>
                <a:lnTo>
                  <a:pt x="14400" y="4800"/>
                </a:lnTo>
                <a:lnTo>
                  <a:pt x="14251" y="6336"/>
                </a:lnTo>
                <a:lnTo>
                  <a:pt x="14100" y="7884"/>
                </a:lnTo>
                <a:lnTo>
                  <a:pt x="13949" y="9451"/>
                </a:lnTo>
                <a:lnTo>
                  <a:pt x="13949" y="11402"/>
                </a:lnTo>
                <a:lnTo>
                  <a:pt x="14064" y="12686"/>
                </a:lnTo>
                <a:lnTo>
                  <a:pt x="14400" y="14400"/>
                </a:lnTo>
                <a:lnTo>
                  <a:pt x="16186" y="15283"/>
                </a:lnTo>
                <a:lnTo>
                  <a:pt x="17453" y="15850"/>
                </a:lnTo>
                <a:lnTo>
                  <a:pt x="18547" y="16214"/>
                </a:lnTo>
                <a:lnTo>
                  <a:pt x="19814" y="16493"/>
                </a:lnTo>
                <a:lnTo>
                  <a:pt x="21600" y="16800"/>
                </a:lnTo>
                <a:lnTo>
                  <a:pt x="20270" y="17942"/>
                </a:lnTo>
                <a:lnTo>
                  <a:pt x="18890" y="18787"/>
                </a:lnTo>
                <a:lnTo>
                  <a:pt x="17462" y="19387"/>
                </a:lnTo>
                <a:lnTo>
                  <a:pt x="15979" y="19798"/>
                </a:lnTo>
                <a:lnTo>
                  <a:pt x="14441" y="20064"/>
                </a:lnTo>
                <a:lnTo>
                  <a:pt x="12840" y="20244"/>
                </a:lnTo>
                <a:lnTo>
                  <a:pt x="11179" y="20388"/>
                </a:lnTo>
                <a:lnTo>
                  <a:pt x="9451" y="20549"/>
                </a:lnTo>
                <a:lnTo>
                  <a:pt x="8088" y="20705"/>
                </a:lnTo>
                <a:lnTo>
                  <a:pt x="6708" y="20863"/>
                </a:lnTo>
                <a:lnTo>
                  <a:pt x="5033" y="21053"/>
                </a:lnTo>
                <a:lnTo>
                  <a:pt x="3355" y="21238"/>
                </a:lnTo>
                <a:lnTo>
                  <a:pt x="1678" y="21420"/>
                </a:lnTo>
                <a:lnTo>
                  <a:pt x="0" y="21600"/>
                </a:lnTo>
                <a:lnTo>
                  <a:pt x="0" y="20174"/>
                </a:lnTo>
                <a:lnTo>
                  <a:pt x="0" y="18744"/>
                </a:lnTo>
                <a:lnTo>
                  <a:pt x="0" y="17309"/>
                </a:lnTo>
                <a:lnTo>
                  <a:pt x="0" y="15862"/>
                </a:lnTo>
                <a:lnTo>
                  <a:pt x="0" y="14400"/>
                </a:lnTo>
                <a:lnTo>
                  <a:pt x="1426" y="14400"/>
                </a:lnTo>
                <a:lnTo>
                  <a:pt x="2856" y="14400"/>
                </a:lnTo>
                <a:lnTo>
                  <a:pt x="4291" y="14400"/>
                </a:lnTo>
                <a:lnTo>
                  <a:pt x="5738" y="14400"/>
                </a:lnTo>
                <a:lnTo>
                  <a:pt x="7200" y="14400"/>
                </a:lnTo>
                <a:lnTo>
                  <a:pt x="7200" y="12974"/>
                </a:lnTo>
                <a:lnTo>
                  <a:pt x="7200" y="11544"/>
                </a:lnTo>
                <a:lnTo>
                  <a:pt x="7200" y="10109"/>
                </a:lnTo>
                <a:lnTo>
                  <a:pt x="7200" y="8662"/>
                </a:lnTo>
                <a:lnTo>
                  <a:pt x="7200" y="7200"/>
                </a:lnTo>
                <a:lnTo>
                  <a:pt x="5614" y="7200"/>
                </a:lnTo>
                <a:lnTo>
                  <a:pt x="4018" y="7200"/>
                </a:lnTo>
                <a:lnTo>
                  <a:pt x="2400" y="7200"/>
                </a:lnTo>
                <a:lnTo>
                  <a:pt x="2400" y="5774"/>
                </a:lnTo>
                <a:lnTo>
                  <a:pt x="2400" y="4344"/>
                </a:lnTo>
                <a:lnTo>
                  <a:pt x="2400" y="2909"/>
                </a:lnTo>
                <a:lnTo>
                  <a:pt x="2400" y="1462"/>
                </a:lnTo>
                <a:lnTo>
                  <a:pt x="2400" y="0"/>
                </a:lnTo>
                <a:close/>
              </a:path>
            </a:pathLst>
          </a:custGeom>
          <a:solidFill>
            <a:srgbClr val="42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6799" name="contour_06797"/>
          <p:cNvSpPr/>
          <p:nvPr/>
        </p:nvSpPr>
        <p:spPr>
          <a:xfrm>
            <a:off x="3916738" y="2784013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209"/>
                </a:lnTo>
                <a:lnTo>
                  <a:pt x="2516" y="418"/>
                </a:lnTo>
                <a:lnTo>
                  <a:pt x="3775" y="630"/>
                </a:lnTo>
                <a:lnTo>
                  <a:pt x="5035" y="839"/>
                </a:lnTo>
                <a:lnTo>
                  <a:pt x="6295" y="1048"/>
                </a:lnTo>
                <a:lnTo>
                  <a:pt x="7556" y="1260"/>
                </a:lnTo>
                <a:lnTo>
                  <a:pt x="8820" y="1469"/>
                </a:lnTo>
                <a:lnTo>
                  <a:pt x="10085" y="1681"/>
                </a:lnTo>
                <a:lnTo>
                  <a:pt x="11353" y="1894"/>
                </a:lnTo>
                <a:lnTo>
                  <a:pt x="12623" y="2102"/>
                </a:lnTo>
                <a:lnTo>
                  <a:pt x="13896" y="2315"/>
                </a:lnTo>
                <a:lnTo>
                  <a:pt x="15170" y="2527"/>
                </a:lnTo>
                <a:lnTo>
                  <a:pt x="16448" y="2743"/>
                </a:lnTo>
                <a:lnTo>
                  <a:pt x="17732" y="2956"/>
                </a:lnTo>
                <a:lnTo>
                  <a:pt x="19017" y="3168"/>
                </a:lnTo>
                <a:lnTo>
                  <a:pt x="20306" y="3384"/>
                </a:lnTo>
                <a:lnTo>
                  <a:pt x="21600" y="3600"/>
                </a:lnTo>
                <a:lnTo>
                  <a:pt x="21154" y="5828"/>
                </a:lnTo>
                <a:lnTo>
                  <a:pt x="20709" y="8057"/>
                </a:lnTo>
                <a:lnTo>
                  <a:pt x="20261" y="10292"/>
                </a:lnTo>
                <a:lnTo>
                  <a:pt x="19814" y="12532"/>
                </a:lnTo>
                <a:lnTo>
                  <a:pt x="19364" y="14782"/>
                </a:lnTo>
                <a:lnTo>
                  <a:pt x="18913" y="17042"/>
                </a:lnTo>
                <a:lnTo>
                  <a:pt x="18457" y="19314"/>
                </a:lnTo>
                <a:lnTo>
                  <a:pt x="18000" y="21600"/>
                </a:lnTo>
                <a:lnTo>
                  <a:pt x="16661" y="20923"/>
                </a:lnTo>
                <a:lnTo>
                  <a:pt x="15710" y="20398"/>
                </a:lnTo>
                <a:lnTo>
                  <a:pt x="14890" y="19850"/>
                </a:lnTo>
                <a:lnTo>
                  <a:pt x="13939" y="19109"/>
                </a:lnTo>
                <a:lnTo>
                  <a:pt x="12600" y="18000"/>
                </a:lnTo>
                <a:lnTo>
                  <a:pt x="12600" y="15620"/>
                </a:lnTo>
                <a:lnTo>
                  <a:pt x="12600" y="13226"/>
                </a:lnTo>
                <a:lnTo>
                  <a:pt x="12600" y="10800"/>
                </a:lnTo>
                <a:lnTo>
                  <a:pt x="11412" y="11196"/>
                </a:lnTo>
                <a:lnTo>
                  <a:pt x="10222" y="11592"/>
                </a:lnTo>
                <a:lnTo>
                  <a:pt x="9032" y="11988"/>
                </a:lnTo>
                <a:lnTo>
                  <a:pt x="7839" y="12388"/>
                </a:lnTo>
                <a:lnTo>
                  <a:pt x="6642" y="12787"/>
                </a:lnTo>
                <a:lnTo>
                  <a:pt x="5440" y="13187"/>
                </a:lnTo>
                <a:lnTo>
                  <a:pt x="4234" y="13590"/>
                </a:lnTo>
                <a:lnTo>
                  <a:pt x="3020" y="13993"/>
                </a:lnTo>
                <a:lnTo>
                  <a:pt x="1800" y="14400"/>
                </a:lnTo>
                <a:lnTo>
                  <a:pt x="1503" y="12024"/>
                </a:lnTo>
                <a:lnTo>
                  <a:pt x="1206" y="9644"/>
                </a:lnTo>
                <a:lnTo>
                  <a:pt x="907" y="7254"/>
                </a:lnTo>
                <a:lnTo>
                  <a:pt x="607" y="4853"/>
                </a:lnTo>
                <a:lnTo>
                  <a:pt x="304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424040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0" name="contour_06798"/>
          <p:cNvSpPr/>
          <p:nvPr/>
        </p:nvSpPr>
        <p:spPr>
          <a:xfrm>
            <a:off x="8070893" y="2768234"/>
            <a:ext cx="75241" cy="522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61" y="121"/>
                </a:moveTo>
                <a:lnTo>
                  <a:pt x="15183" y="175"/>
                </a:lnTo>
                <a:lnTo>
                  <a:pt x="16516" y="229"/>
                </a:lnTo>
                <a:lnTo>
                  <a:pt x="17865" y="286"/>
                </a:lnTo>
                <a:lnTo>
                  <a:pt x="18315" y="317"/>
                </a:lnTo>
                <a:lnTo>
                  <a:pt x="19108" y="371"/>
                </a:lnTo>
                <a:lnTo>
                  <a:pt x="20922" y="497"/>
                </a:lnTo>
                <a:lnTo>
                  <a:pt x="21299" y="3838"/>
                </a:lnTo>
                <a:lnTo>
                  <a:pt x="21525" y="6198"/>
                </a:lnTo>
                <a:lnTo>
                  <a:pt x="21600" y="7916"/>
                </a:lnTo>
                <a:lnTo>
                  <a:pt x="21525" y="9324"/>
                </a:lnTo>
                <a:lnTo>
                  <a:pt x="21299" y="10759"/>
                </a:lnTo>
                <a:lnTo>
                  <a:pt x="20922" y="12556"/>
                </a:lnTo>
                <a:lnTo>
                  <a:pt x="19700" y="13599"/>
                </a:lnTo>
                <a:lnTo>
                  <a:pt x="18453" y="14482"/>
                </a:lnTo>
                <a:lnTo>
                  <a:pt x="17177" y="15230"/>
                </a:lnTo>
                <a:lnTo>
                  <a:pt x="15878" y="15866"/>
                </a:lnTo>
                <a:lnTo>
                  <a:pt x="14556" y="16418"/>
                </a:lnTo>
                <a:lnTo>
                  <a:pt x="13210" y="16912"/>
                </a:lnTo>
                <a:lnTo>
                  <a:pt x="11844" y="17376"/>
                </a:lnTo>
                <a:lnTo>
                  <a:pt x="10461" y="17832"/>
                </a:lnTo>
                <a:lnTo>
                  <a:pt x="10018" y="18001"/>
                </a:lnTo>
                <a:lnTo>
                  <a:pt x="9233" y="18296"/>
                </a:lnTo>
                <a:lnTo>
                  <a:pt x="7438" y="18974"/>
                </a:lnTo>
                <a:lnTo>
                  <a:pt x="6201" y="19432"/>
                </a:lnTo>
                <a:lnTo>
                  <a:pt x="4963" y="19882"/>
                </a:lnTo>
                <a:lnTo>
                  <a:pt x="3726" y="20325"/>
                </a:lnTo>
                <a:lnTo>
                  <a:pt x="2486" y="20756"/>
                </a:lnTo>
                <a:lnTo>
                  <a:pt x="1243" y="21181"/>
                </a:lnTo>
                <a:lnTo>
                  <a:pt x="0" y="21600"/>
                </a:lnTo>
                <a:lnTo>
                  <a:pt x="368" y="17961"/>
                </a:lnTo>
                <a:lnTo>
                  <a:pt x="678" y="15013"/>
                </a:lnTo>
                <a:lnTo>
                  <a:pt x="954" y="12643"/>
                </a:lnTo>
                <a:lnTo>
                  <a:pt x="1218" y="10732"/>
                </a:lnTo>
                <a:lnTo>
                  <a:pt x="1492" y="9171"/>
                </a:lnTo>
                <a:lnTo>
                  <a:pt x="1801" y="7844"/>
                </a:lnTo>
                <a:lnTo>
                  <a:pt x="2168" y="6635"/>
                </a:lnTo>
                <a:lnTo>
                  <a:pt x="2615" y="5435"/>
                </a:lnTo>
                <a:lnTo>
                  <a:pt x="3166" y="4124"/>
                </a:lnTo>
                <a:lnTo>
                  <a:pt x="3841" y="2593"/>
                </a:lnTo>
                <a:lnTo>
                  <a:pt x="5270" y="1513"/>
                </a:lnTo>
                <a:lnTo>
                  <a:pt x="6636" y="772"/>
                </a:lnTo>
                <a:lnTo>
                  <a:pt x="7978" y="311"/>
                </a:lnTo>
                <a:lnTo>
                  <a:pt x="9333" y="72"/>
                </a:lnTo>
                <a:lnTo>
                  <a:pt x="10739" y="0"/>
                </a:lnTo>
                <a:lnTo>
                  <a:pt x="12235" y="36"/>
                </a:lnTo>
                <a:lnTo>
                  <a:pt x="13861" y="121"/>
                </a:lnTo>
                <a:close/>
              </a:path>
            </a:pathLst>
          </a:custGeom>
          <a:solidFill>
            <a:srgbClr val="DCEA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1" name="contour_06799"/>
          <p:cNvSpPr/>
          <p:nvPr/>
        </p:nvSpPr>
        <p:spPr>
          <a:xfrm>
            <a:off x="5374336" y="2683839"/>
            <a:ext cx="87456" cy="714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93" y="2735"/>
                </a:moveTo>
                <a:lnTo>
                  <a:pt x="20941" y="3284"/>
                </a:lnTo>
                <a:lnTo>
                  <a:pt x="21600" y="3843"/>
                </a:lnTo>
                <a:lnTo>
                  <a:pt x="21121" y="4046"/>
                </a:lnTo>
                <a:lnTo>
                  <a:pt x="20275" y="4402"/>
                </a:lnTo>
                <a:lnTo>
                  <a:pt x="18337" y="5219"/>
                </a:lnTo>
                <a:lnTo>
                  <a:pt x="17116" y="6010"/>
                </a:lnTo>
                <a:lnTo>
                  <a:pt x="16087" y="6856"/>
                </a:lnTo>
                <a:lnTo>
                  <a:pt x="15217" y="7765"/>
                </a:lnTo>
                <a:lnTo>
                  <a:pt x="14481" y="8752"/>
                </a:lnTo>
                <a:lnTo>
                  <a:pt x="13846" y="9829"/>
                </a:lnTo>
                <a:lnTo>
                  <a:pt x="13280" y="11005"/>
                </a:lnTo>
                <a:lnTo>
                  <a:pt x="12755" y="12298"/>
                </a:lnTo>
                <a:lnTo>
                  <a:pt x="12238" y="13714"/>
                </a:lnTo>
                <a:lnTo>
                  <a:pt x="11700" y="15268"/>
                </a:lnTo>
                <a:lnTo>
                  <a:pt x="11068" y="17021"/>
                </a:lnTo>
                <a:lnTo>
                  <a:pt x="10611" y="18222"/>
                </a:lnTo>
                <a:lnTo>
                  <a:pt x="10201" y="19162"/>
                </a:lnTo>
                <a:lnTo>
                  <a:pt x="9707" y="20144"/>
                </a:lnTo>
                <a:lnTo>
                  <a:pt x="9000" y="21461"/>
                </a:lnTo>
                <a:lnTo>
                  <a:pt x="7661" y="21600"/>
                </a:lnTo>
                <a:lnTo>
                  <a:pt x="6426" y="21499"/>
                </a:lnTo>
                <a:lnTo>
                  <a:pt x="5261" y="21186"/>
                </a:lnTo>
                <a:lnTo>
                  <a:pt x="4127" y="20690"/>
                </a:lnTo>
                <a:lnTo>
                  <a:pt x="2986" y="20039"/>
                </a:lnTo>
                <a:lnTo>
                  <a:pt x="1800" y="19259"/>
                </a:lnTo>
                <a:lnTo>
                  <a:pt x="2871" y="19259"/>
                </a:lnTo>
                <a:lnTo>
                  <a:pt x="3942" y="19259"/>
                </a:lnTo>
                <a:lnTo>
                  <a:pt x="5020" y="19259"/>
                </a:lnTo>
                <a:lnTo>
                  <a:pt x="6106" y="19259"/>
                </a:lnTo>
                <a:lnTo>
                  <a:pt x="7200" y="19259"/>
                </a:lnTo>
                <a:lnTo>
                  <a:pt x="7349" y="17850"/>
                </a:lnTo>
                <a:lnTo>
                  <a:pt x="7499" y="16431"/>
                </a:lnTo>
                <a:lnTo>
                  <a:pt x="7650" y="14993"/>
                </a:lnTo>
                <a:lnTo>
                  <a:pt x="7776" y="13802"/>
                </a:lnTo>
                <a:lnTo>
                  <a:pt x="7902" y="12593"/>
                </a:lnTo>
                <a:lnTo>
                  <a:pt x="7555" y="11529"/>
                </a:lnTo>
                <a:lnTo>
                  <a:pt x="7200" y="10450"/>
                </a:lnTo>
                <a:lnTo>
                  <a:pt x="6025" y="9935"/>
                </a:lnTo>
                <a:lnTo>
                  <a:pt x="4842" y="9498"/>
                </a:lnTo>
                <a:lnTo>
                  <a:pt x="3649" y="9124"/>
                </a:lnTo>
                <a:lnTo>
                  <a:pt x="2446" y="8798"/>
                </a:lnTo>
                <a:lnTo>
                  <a:pt x="1229" y="8510"/>
                </a:lnTo>
                <a:lnTo>
                  <a:pt x="0" y="8248"/>
                </a:lnTo>
                <a:lnTo>
                  <a:pt x="959" y="7563"/>
                </a:lnTo>
                <a:lnTo>
                  <a:pt x="1919" y="6884"/>
                </a:lnTo>
                <a:lnTo>
                  <a:pt x="2880" y="6213"/>
                </a:lnTo>
                <a:lnTo>
                  <a:pt x="3843" y="5545"/>
                </a:lnTo>
                <a:lnTo>
                  <a:pt x="4810" y="4882"/>
                </a:lnTo>
                <a:lnTo>
                  <a:pt x="5778" y="4224"/>
                </a:lnTo>
                <a:lnTo>
                  <a:pt x="6750" y="3568"/>
                </a:lnTo>
                <a:lnTo>
                  <a:pt x="7693" y="2881"/>
                </a:lnTo>
                <a:lnTo>
                  <a:pt x="8647" y="2185"/>
                </a:lnTo>
                <a:lnTo>
                  <a:pt x="10004" y="1348"/>
                </a:lnTo>
                <a:lnTo>
                  <a:pt x="11241" y="711"/>
                </a:lnTo>
                <a:lnTo>
                  <a:pt x="12388" y="277"/>
                </a:lnTo>
                <a:lnTo>
                  <a:pt x="13471" y="40"/>
                </a:lnTo>
                <a:lnTo>
                  <a:pt x="14524" y="0"/>
                </a:lnTo>
                <a:lnTo>
                  <a:pt x="15572" y="159"/>
                </a:lnTo>
                <a:lnTo>
                  <a:pt x="16643" y="511"/>
                </a:lnTo>
                <a:lnTo>
                  <a:pt x="17768" y="1059"/>
                </a:lnTo>
                <a:lnTo>
                  <a:pt x="18976" y="1799"/>
                </a:lnTo>
                <a:lnTo>
                  <a:pt x="20293" y="2735"/>
                </a:lnTo>
                <a:close/>
              </a:path>
            </a:pathLst>
          </a:custGeom>
          <a:solidFill>
            <a:srgbClr val="7C7E7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2" name="contour_06800"/>
          <p:cNvSpPr/>
          <p:nvPr/>
        </p:nvSpPr>
        <p:spPr>
          <a:xfrm>
            <a:off x="2204060" y="2689269"/>
            <a:ext cx="8745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190" y="0"/>
                </a:lnTo>
                <a:lnTo>
                  <a:pt x="11387" y="0"/>
                </a:lnTo>
                <a:lnTo>
                  <a:pt x="12600" y="0"/>
                </a:lnTo>
                <a:lnTo>
                  <a:pt x="12600" y="1020"/>
                </a:lnTo>
                <a:lnTo>
                  <a:pt x="12600" y="2046"/>
                </a:lnTo>
                <a:lnTo>
                  <a:pt x="12600" y="3086"/>
                </a:lnTo>
                <a:lnTo>
                  <a:pt x="13790" y="3086"/>
                </a:lnTo>
                <a:lnTo>
                  <a:pt x="14987" y="3086"/>
                </a:lnTo>
                <a:lnTo>
                  <a:pt x="16200" y="3086"/>
                </a:lnTo>
                <a:lnTo>
                  <a:pt x="15903" y="4104"/>
                </a:lnTo>
                <a:lnTo>
                  <a:pt x="15606" y="5124"/>
                </a:lnTo>
                <a:lnTo>
                  <a:pt x="15307" y="6148"/>
                </a:lnTo>
                <a:lnTo>
                  <a:pt x="15007" y="7177"/>
                </a:lnTo>
                <a:lnTo>
                  <a:pt x="14704" y="8213"/>
                </a:lnTo>
                <a:lnTo>
                  <a:pt x="14400" y="9257"/>
                </a:lnTo>
                <a:lnTo>
                  <a:pt x="15588" y="9512"/>
                </a:lnTo>
                <a:lnTo>
                  <a:pt x="16778" y="9766"/>
                </a:lnTo>
                <a:lnTo>
                  <a:pt x="17973" y="10022"/>
                </a:lnTo>
                <a:lnTo>
                  <a:pt x="19174" y="10280"/>
                </a:lnTo>
                <a:lnTo>
                  <a:pt x="20381" y="10539"/>
                </a:lnTo>
                <a:lnTo>
                  <a:pt x="21600" y="10800"/>
                </a:lnTo>
                <a:lnTo>
                  <a:pt x="20448" y="10673"/>
                </a:lnTo>
                <a:lnTo>
                  <a:pt x="19287" y="10544"/>
                </a:lnTo>
                <a:lnTo>
                  <a:pt x="18112" y="10414"/>
                </a:lnTo>
                <a:lnTo>
                  <a:pt x="16625" y="10425"/>
                </a:lnTo>
                <a:lnTo>
                  <a:pt x="15664" y="10524"/>
                </a:lnTo>
                <a:lnTo>
                  <a:pt x="14400" y="10800"/>
                </a:lnTo>
                <a:lnTo>
                  <a:pt x="14013" y="12178"/>
                </a:lnTo>
                <a:lnTo>
                  <a:pt x="13765" y="13100"/>
                </a:lnTo>
                <a:lnTo>
                  <a:pt x="13601" y="13782"/>
                </a:lnTo>
                <a:lnTo>
                  <a:pt x="13475" y="14441"/>
                </a:lnTo>
                <a:lnTo>
                  <a:pt x="13331" y="15290"/>
                </a:lnTo>
                <a:lnTo>
                  <a:pt x="12766" y="16322"/>
                </a:lnTo>
                <a:lnTo>
                  <a:pt x="12053" y="17198"/>
                </a:lnTo>
                <a:lnTo>
                  <a:pt x="11216" y="17950"/>
                </a:lnTo>
                <a:lnTo>
                  <a:pt x="10274" y="18604"/>
                </a:lnTo>
                <a:lnTo>
                  <a:pt x="9247" y="19189"/>
                </a:lnTo>
                <a:lnTo>
                  <a:pt x="8154" y="19730"/>
                </a:lnTo>
                <a:lnTo>
                  <a:pt x="7018" y="20259"/>
                </a:lnTo>
                <a:lnTo>
                  <a:pt x="5857" y="20804"/>
                </a:lnTo>
                <a:lnTo>
                  <a:pt x="4727" y="21193"/>
                </a:lnTo>
                <a:lnTo>
                  <a:pt x="3857" y="21429"/>
                </a:lnTo>
                <a:lnTo>
                  <a:pt x="2966" y="21549"/>
                </a:lnTo>
                <a:lnTo>
                  <a:pt x="1775" y="21594"/>
                </a:lnTo>
                <a:lnTo>
                  <a:pt x="0" y="21600"/>
                </a:lnTo>
                <a:lnTo>
                  <a:pt x="0" y="20580"/>
                </a:lnTo>
                <a:lnTo>
                  <a:pt x="0" y="19554"/>
                </a:lnTo>
                <a:lnTo>
                  <a:pt x="0" y="18514"/>
                </a:lnTo>
                <a:lnTo>
                  <a:pt x="1103" y="17896"/>
                </a:lnTo>
                <a:lnTo>
                  <a:pt x="1915" y="17479"/>
                </a:lnTo>
                <a:lnTo>
                  <a:pt x="2839" y="17073"/>
                </a:lnTo>
                <a:lnTo>
                  <a:pt x="4275" y="16490"/>
                </a:lnTo>
                <a:lnTo>
                  <a:pt x="5497" y="15876"/>
                </a:lnTo>
                <a:lnTo>
                  <a:pt x="6568" y="15257"/>
                </a:lnTo>
                <a:lnTo>
                  <a:pt x="7508" y="14620"/>
                </a:lnTo>
                <a:lnTo>
                  <a:pt x="8330" y="13957"/>
                </a:lnTo>
                <a:lnTo>
                  <a:pt x="9050" y="13256"/>
                </a:lnTo>
                <a:lnTo>
                  <a:pt x="9684" y="12506"/>
                </a:lnTo>
                <a:lnTo>
                  <a:pt x="10249" y="11701"/>
                </a:lnTo>
                <a:lnTo>
                  <a:pt x="10760" y="10828"/>
                </a:lnTo>
                <a:lnTo>
                  <a:pt x="11234" y="9876"/>
                </a:lnTo>
                <a:lnTo>
                  <a:pt x="11684" y="8834"/>
                </a:lnTo>
                <a:lnTo>
                  <a:pt x="12128" y="7696"/>
                </a:lnTo>
                <a:lnTo>
                  <a:pt x="12362" y="6940"/>
                </a:lnTo>
                <a:lnTo>
                  <a:pt x="12600" y="6171"/>
                </a:lnTo>
                <a:lnTo>
                  <a:pt x="11410" y="6171"/>
                </a:lnTo>
                <a:lnTo>
                  <a:pt x="10213" y="6171"/>
                </a:lnTo>
                <a:lnTo>
                  <a:pt x="9000" y="6171"/>
                </a:lnTo>
                <a:lnTo>
                  <a:pt x="9000" y="5153"/>
                </a:lnTo>
                <a:lnTo>
                  <a:pt x="9000" y="4133"/>
                </a:lnTo>
                <a:lnTo>
                  <a:pt x="9000" y="3109"/>
                </a:lnTo>
                <a:lnTo>
                  <a:pt x="9000" y="2080"/>
                </a:lnTo>
                <a:lnTo>
                  <a:pt x="9000" y="1045"/>
                </a:lnTo>
                <a:lnTo>
                  <a:pt x="9000" y="0"/>
                </a:lnTo>
                <a:close/>
              </a:path>
            </a:pathLst>
          </a:custGeom>
          <a:solidFill>
            <a:srgbClr val="2F2D24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3" name="contour_06801"/>
          <p:cNvSpPr/>
          <p:nvPr/>
        </p:nvSpPr>
        <p:spPr>
          <a:xfrm>
            <a:off x="680870" y="2630965"/>
            <a:ext cx="65592" cy="864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86" y="0"/>
                </a:lnTo>
                <a:lnTo>
                  <a:pt x="7982" y="0"/>
                </a:lnTo>
                <a:lnTo>
                  <a:pt x="9600" y="0"/>
                </a:lnTo>
                <a:lnTo>
                  <a:pt x="9600" y="1202"/>
                </a:lnTo>
                <a:lnTo>
                  <a:pt x="9600" y="2407"/>
                </a:lnTo>
                <a:lnTo>
                  <a:pt x="9600" y="3616"/>
                </a:lnTo>
                <a:lnTo>
                  <a:pt x="9600" y="4832"/>
                </a:lnTo>
                <a:lnTo>
                  <a:pt x="9600" y="6054"/>
                </a:lnTo>
                <a:lnTo>
                  <a:pt x="9600" y="7287"/>
                </a:lnTo>
                <a:lnTo>
                  <a:pt x="11186" y="7287"/>
                </a:lnTo>
                <a:lnTo>
                  <a:pt x="12782" y="7287"/>
                </a:lnTo>
                <a:lnTo>
                  <a:pt x="14400" y="7287"/>
                </a:lnTo>
                <a:lnTo>
                  <a:pt x="15139" y="5932"/>
                </a:lnTo>
                <a:lnTo>
                  <a:pt x="15634" y="4970"/>
                </a:lnTo>
                <a:lnTo>
                  <a:pt x="15998" y="4139"/>
                </a:lnTo>
                <a:lnTo>
                  <a:pt x="16349" y="3177"/>
                </a:lnTo>
                <a:lnTo>
                  <a:pt x="16800" y="1822"/>
                </a:lnTo>
                <a:lnTo>
                  <a:pt x="16800" y="3024"/>
                </a:lnTo>
                <a:lnTo>
                  <a:pt x="16800" y="4229"/>
                </a:lnTo>
                <a:lnTo>
                  <a:pt x="16800" y="5438"/>
                </a:lnTo>
                <a:lnTo>
                  <a:pt x="16800" y="6653"/>
                </a:lnTo>
                <a:lnTo>
                  <a:pt x="16800" y="7876"/>
                </a:lnTo>
                <a:lnTo>
                  <a:pt x="16800" y="9109"/>
                </a:lnTo>
                <a:lnTo>
                  <a:pt x="15214" y="9109"/>
                </a:lnTo>
                <a:lnTo>
                  <a:pt x="13618" y="9109"/>
                </a:lnTo>
                <a:lnTo>
                  <a:pt x="12000" y="9109"/>
                </a:lnTo>
                <a:lnTo>
                  <a:pt x="11647" y="11148"/>
                </a:lnTo>
                <a:lnTo>
                  <a:pt x="11436" y="12587"/>
                </a:lnTo>
                <a:lnTo>
                  <a:pt x="11366" y="13629"/>
                </a:lnTo>
                <a:lnTo>
                  <a:pt x="11436" y="14478"/>
                </a:lnTo>
                <a:lnTo>
                  <a:pt x="11647" y="15333"/>
                </a:lnTo>
                <a:lnTo>
                  <a:pt x="12000" y="16397"/>
                </a:lnTo>
                <a:lnTo>
                  <a:pt x="13270" y="17111"/>
                </a:lnTo>
                <a:lnTo>
                  <a:pt x="14568" y="17736"/>
                </a:lnTo>
                <a:lnTo>
                  <a:pt x="15898" y="18290"/>
                </a:lnTo>
                <a:lnTo>
                  <a:pt x="17261" y="18783"/>
                </a:lnTo>
                <a:lnTo>
                  <a:pt x="18665" y="19230"/>
                </a:lnTo>
                <a:lnTo>
                  <a:pt x="20110" y="19645"/>
                </a:lnTo>
                <a:lnTo>
                  <a:pt x="21600" y="20040"/>
                </a:lnTo>
                <a:lnTo>
                  <a:pt x="19922" y="20565"/>
                </a:lnTo>
                <a:lnTo>
                  <a:pt x="18382" y="20990"/>
                </a:lnTo>
                <a:lnTo>
                  <a:pt x="16910" y="21307"/>
                </a:lnTo>
                <a:lnTo>
                  <a:pt x="15451" y="21511"/>
                </a:lnTo>
                <a:lnTo>
                  <a:pt x="13939" y="21600"/>
                </a:lnTo>
                <a:lnTo>
                  <a:pt x="12310" y="21565"/>
                </a:lnTo>
                <a:lnTo>
                  <a:pt x="10500" y="21407"/>
                </a:lnTo>
                <a:lnTo>
                  <a:pt x="8880" y="20718"/>
                </a:lnTo>
                <a:lnTo>
                  <a:pt x="7826" y="20168"/>
                </a:lnTo>
                <a:lnTo>
                  <a:pt x="7121" y="19561"/>
                </a:lnTo>
                <a:lnTo>
                  <a:pt x="6535" y="18711"/>
                </a:lnTo>
                <a:lnTo>
                  <a:pt x="5851" y="17421"/>
                </a:lnTo>
                <a:lnTo>
                  <a:pt x="5503" y="16481"/>
                </a:lnTo>
                <a:lnTo>
                  <a:pt x="5155" y="15535"/>
                </a:lnTo>
                <a:lnTo>
                  <a:pt x="4800" y="14575"/>
                </a:lnTo>
                <a:lnTo>
                  <a:pt x="3290" y="13300"/>
                </a:lnTo>
                <a:lnTo>
                  <a:pt x="2290" y="12496"/>
                </a:lnTo>
                <a:lnTo>
                  <a:pt x="1342" y="11820"/>
                </a:lnTo>
                <a:lnTo>
                  <a:pt x="0" y="10931"/>
                </a:lnTo>
                <a:lnTo>
                  <a:pt x="1586" y="10931"/>
                </a:lnTo>
                <a:lnTo>
                  <a:pt x="3182" y="10931"/>
                </a:lnTo>
                <a:lnTo>
                  <a:pt x="4800" y="10931"/>
                </a:lnTo>
                <a:lnTo>
                  <a:pt x="4800" y="9729"/>
                </a:lnTo>
                <a:lnTo>
                  <a:pt x="4800" y="8524"/>
                </a:lnTo>
                <a:lnTo>
                  <a:pt x="4800" y="7320"/>
                </a:lnTo>
                <a:lnTo>
                  <a:pt x="4800" y="6112"/>
                </a:lnTo>
                <a:lnTo>
                  <a:pt x="4800" y="4901"/>
                </a:lnTo>
                <a:lnTo>
                  <a:pt x="4800" y="3684"/>
                </a:lnTo>
                <a:lnTo>
                  <a:pt x="4800" y="2463"/>
                </a:lnTo>
                <a:lnTo>
                  <a:pt x="4800" y="1235"/>
                </a:lnTo>
                <a:lnTo>
                  <a:pt x="4800" y="0"/>
                </a:lnTo>
                <a:close/>
              </a:path>
            </a:pathLst>
          </a:custGeom>
          <a:solidFill>
            <a:srgbClr val="63625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4" name="contour_06802"/>
          <p:cNvSpPr/>
          <p:nvPr/>
        </p:nvSpPr>
        <p:spPr>
          <a:xfrm>
            <a:off x="7050574" y="2607840"/>
            <a:ext cx="59565" cy="668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43" y="407"/>
                </a:moveTo>
                <a:lnTo>
                  <a:pt x="4543" y="174"/>
                </a:lnTo>
                <a:lnTo>
                  <a:pt x="6427" y="45"/>
                </a:lnTo>
                <a:lnTo>
                  <a:pt x="8304" y="0"/>
                </a:lnTo>
                <a:lnTo>
                  <a:pt x="10178" y="28"/>
                </a:lnTo>
                <a:lnTo>
                  <a:pt x="12057" y="115"/>
                </a:lnTo>
                <a:lnTo>
                  <a:pt x="13946" y="247"/>
                </a:lnTo>
                <a:lnTo>
                  <a:pt x="15857" y="407"/>
                </a:lnTo>
                <a:lnTo>
                  <a:pt x="15202" y="1573"/>
                </a:lnTo>
                <a:lnTo>
                  <a:pt x="14546" y="2746"/>
                </a:lnTo>
                <a:lnTo>
                  <a:pt x="13883" y="3923"/>
                </a:lnTo>
                <a:lnTo>
                  <a:pt x="13214" y="5117"/>
                </a:lnTo>
                <a:lnTo>
                  <a:pt x="14784" y="5117"/>
                </a:lnTo>
                <a:lnTo>
                  <a:pt x="16359" y="5117"/>
                </a:lnTo>
                <a:lnTo>
                  <a:pt x="17940" y="5117"/>
                </a:lnTo>
                <a:lnTo>
                  <a:pt x="19533" y="5117"/>
                </a:lnTo>
                <a:lnTo>
                  <a:pt x="21143" y="5117"/>
                </a:lnTo>
                <a:lnTo>
                  <a:pt x="21283" y="6702"/>
                </a:lnTo>
                <a:lnTo>
                  <a:pt x="21407" y="8275"/>
                </a:lnTo>
                <a:lnTo>
                  <a:pt x="21508" y="9843"/>
                </a:lnTo>
                <a:lnTo>
                  <a:pt x="21574" y="11406"/>
                </a:lnTo>
                <a:lnTo>
                  <a:pt x="21600" y="12970"/>
                </a:lnTo>
                <a:lnTo>
                  <a:pt x="21579" y="14531"/>
                </a:lnTo>
                <a:lnTo>
                  <a:pt x="21500" y="16097"/>
                </a:lnTo>
                <a:lnTo>
                  <a:pt x="21357" y="17668"/>
                </a:lnTo>
                <a:lnTo>
                  <a:pt x="21143" y="19245"/>
                </a:lnTo>
                <a:lnTo>
                  <a:pt x="19177" y="20253"/>
                </a:lnTo>
                <a:lnTo>
                  <a:pt x="17781" y="20879"/>
                </a:lnTo>
                <a:lnTo>
                  <a:pt x="16576" y="21237"/>
                </a:lnTo>
                <a:lnTo>
                  <a:pt x="15181" y="21440"/>
                </a:lnTo>
                <a:lnTo>
                  <a:pt x="13214" y="21600"/>
                </a:lnTo>
                <a:lnTo>
                  <a:pt x="13214" y="20046"/>
                </a:lnTo>
                <a:lnTo>
                  <a:pt x="13214" y="18489"/>
                </a:lnTo>
                <a:lnTo>
                  <a:pt x="13214" y="16926"/>
                </a:lnTo>
                <a:lnTo>
                  <a:pt x="13214" y="15355"/>
                </a:lnTo>
                <a:lnTo>
                  <a:pt x="13214" y="13775"/>
                </a:lnTo>
                <a:lnTo>
                  <a:pt x="13214" y="12181"/>
                </a:lnTo>
                <a:lnTo>
                  <a:pt x="11644" y="12181"/>
                </a:lnTo>
                <a:lnTo>
                  <a:pt x="10069" y="12181"/>
                </a:lnTo>
                <a:lnTo>
                  <a:pt x="8489" y="12181"/>
                </a:lnTo>
                <a:lnTo>
                  <a:pt x="6895" y="12181"/>
                </a:lnTo>
                <a:lnTo>
                  <a:pt x="5286" y="12181"/>
                </a:lnTo>
                <a:lnTo>
                  <a:pt x="5286" y="10625"/>
                </a:lnTo>
                <a:lnTo>
                  <a:pt x="5286" y="9059"/>
                </a:lnTo>
                <a:lnTo>
                  <a:pt x="5286" y="7472"/>
                </a:lnTo>
                <a:lnTo>
                  <a:pt x="3539" y="7472"/>
                </a:lnTo>
                <a:lnTo>
                  <a:pt x="1781" y="7472"/>
                </a:lnTo>
                <a:lnTo>
                  <a:pt x="0" y="7472"/>
                </a:lnTo>
                <a:lnTo>
                  <a:pt x="259" y="5720"/>
                </a:lnTo>
                <a:lnTo>
                  <a:pt x="526" y="4476"/>
                </a:lnTo>
                <a:lnTo>
                  <a:pt x="928" y="3403"/>
                </a:lnTo>
                <a:lnTo>
                  <a:pt x="1591" y="2159"/>
                </a:lnTo>
                <a:lnTo>
                  <a:pt x="2643" y="407"/>
                </a:lnTo>
                <a:close/>
              </a:path>
            </a:pathLst>
          </a:custGeom>
          <a:solidFill>
            <a:srgbClr val="3C3C3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5" name="contour_06803"/>
          <p:cNvSpPr/>
          <p:nvPr/>
        </p:nvSpPr>
        <p:spPr>
          <a:xfrm>
            <a:off x="1314925" y="2609101"/>
            <a:ext cx="10367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5" y="0"/>
                </a:moveTo>
                <a:lnTo>
                  <a:pt x="16260" y="216"/>
                </a:lnTo>
                <a:lnTo>
                  <a:pt x="17300" y="497"/>
                </a:lnTo>
                <a:lnTo>
                  <a:pt x="18314" y="879"/>
                </a:lnTo>
                <a:lnTo>
                  <a:pt x="19307" y="1410"/>
                </a:lnTo>
                <a:lnTo>
                  <a:pt x="20285" y="2132"/>
                </a:lnTo>
                <a:lnTo>
                  <a:pt x="21258" y="3086"/>
                </a:lnTo>
                <a:lnTo>
                  <a:pt x="21491" y="5227"/>
                </a:lnTo>
                <a:lnTo>
                  <a:pt x="21595" y="7230"/>
                </a:lnTo>
                <a:lnTo>
                  <a:pt x="21600" y="9171"/>
                </a:lnTo>
                <a:lnTo>
                  <a:pt x="21527" y="11130"/>
                </a:lnTo>
                <a:lnTo>
                  <a:pt x="21404" y="13191"/>
                </a:lnTo>
                <a:lnTo>
                  <a:pt x="21258" y="15429"/>
                </a:lnTo>
                <a:lnTo>
                  <a:pt x="20537" y="15302"/>
                </a:lnTo>
                <a:lnTo>
                  <a:pt x="19811" y="15172"/>
                </a:lnTo>
                <a:lnTo>
                  <a:pt x="19075" y="15043"/>
                </a:lnTo>
                <a:lnTo>
                  <a:pt x="18727" y="15101"/>
                </a:lnTo>
                <a:lnTo>
                  <a:pt x="18112" y="15200"/>
                </a:lnTo>
                <a:lnTo>
                  <a:pt x="16703" y="15429"/>
                </a:lnTo>
                <a:lnTo>
                  <a:pt x="16168" y="17274"/>
                </a:lnTo>
                <a:lnTo>
                  <a:pt x="15833" y="18533"/>
                </a:lnTo>
                <a:lnTo>
                  <a:pt x="15552" y="19783"/>
                </a:lnTo>
                <a:lnTo>
                  <a:pt x="15185" y="21600"/>
                </a:lnTo>
                <a:lnTo>
                  <a:pt x="14234" y="21054"/>
                </a:lnTo>
                <a:lnTo>
                  <a:pt x="13285" y="20501"/>
                </a:lnTo>
                <a:lnTo>
                  <a:pt x="12336" y="19949"/>
                </a:lnTo>
                <a:lnTo>
                  <a:pt x="11387" y="19397"/>
                </a:lnTo>
                <a:lnTo>
                  <a:pt x="10438" y="18838"/>
                </a:lnTo>
                <a:lnTo>
                  <a:pt x="9489" y="18283"/>
                </a:lnTo>
                <a:lnTo>
                  <a:pt x="8540" y="17721"/>
                </a:lnTo>
                <a:lnTo>
                  <a:pt x="7592" y="17163"/>
                </a:lnTo>
                <a:lnTo>
                  <a:pt x="6866" y="16749"/>
                </a:lnTo>
                <a:lnTo>
                  <a:pt x="6138" y="16330"/>
                </a:lnTo>
                <a:lnTo>
                  <a:pt x="5398" y="15904"/>
                </a:lnTo>
                <a:lnTo>
                  <a:pt x="4882" y="15598"/>
                </a:lnTo>
                <a:lnTo>
                  <a:pt x="3322" y="14669"/>
                </a:lnTo>
                <a:lnTo>
                  <a:pt x="2366" y="14111"/>
                </a:lnTo>
                <a:lnTo>
                  <a:pt x="1394" y="13543"/>
                </a:lnTo>
                <a:lnTo>
                  <a:pt x="702" y="12948"/>
                </a:lnTo>
                <a:lnTo>
                  <a:pt x="0" y="12343"/>
                </a:lnTo>
                <a:lnTo>
                  <a:pt x="0" y="10812"/>
                </a:lnTo>
                <a:lnTo>
                  <a:pt x="0" y="9257"/>
                </a:lnTo>
                <a:lnTo>
                  <a:pt x="1002" y="9461"/>
                </a:lnTo>
                <a:lnTo>
                  <a:pt x="2004" y="9664"/>
                </a:lnTo>
                <a:lnTo>
                  <a:pt x="3008" y="9868"/>
                </a:lnTo>
                <a:lnTo>
                  <a:pt x="4012" y="10072"/>
                </a:lnTo>
                <a:lnTo>
                  <a:pt x="5017" y="10275"/>
                </a:lnTo>
                <a:lnTo>
                  <a:pt x="6022" y="10482"/>
                </a:lnTo>
                <a:lnTo>
                  <a:pt x="7030" y="10686"/>
                </a:lnTo>
                <a:lnTo>
                  <a:pt x="8040" y="10893"/>
                </a:lnTo>
                <a:lnTo>
                  <a:pt x="9053" y="11096"/>
                </a:lnTo>
                <a:lnTo>
                  <a:pt x="10067" y="11303"/>
                </a:lnTo>
                <a:lnTo>
                  <a:pt x="11083" y="11510"/>
                </a:lnTo>
                <a:lnTo>
                  <a:pt x="12104" y="11716"/>
                </a:lnTo>
                <a:lnTo>
                  <a:pt x="13127" y="11926"/>
                </a:lnTo>
                <a:lnTo>
                  <a:pt x="14154" y="12133"/>
                </a:lnTo>
                <a:lnTo>
                  <a:pt x="15185" y="12343"/>
                </a:lnTo>
                <a:lnTo>
                  <a:pt x="15185" y="10306"/>
                </a:lnTo>
                <a:lnTo>
                  <a:pt x="15185" y="8267"/>
                </a:lnTo>
                <a:lnTo>
                  <a:pt x="15185" y="6218"/>
                </a:lnTo>
                <a:lnTo>
                  <a:pt x="15185" y="4160"/>
                </a:lnTo>
                <a:lnTo>
                  <a:pt x="15185" y="2089"/>
                </a:lnTo>
                <a:lnTo>
                  <a:pt x="15185" y="0"/>
                </a:lnTo>
                <a:close/>
              </a:path>
            </a:pathLst>
          </a:custGeom>
          <a:solidFill>
            <a:srgbClr val="5E5F60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6" name="contour_06804"/>
          <p:cNvSpPr/>
          <p:nvPr/>
        </p:nvSpPr>
        <p:spPr>
          <a:xfrm>
            <a:off x="1110657" y="2579949"/>
            <a:ext cx="5122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59" y="0"/>
                </a:moveTo>
                <a:lnTo>
                  <a:pt x="5191" y="0"/>
                </a:lnTo>
                <a:lnTo>
                  <a:pt x="7235" y="0"/>
                </a:lnTo>
                <a:lnTo>
                  <a:pt x="9306" y="0"/>
                </a:lnTo>
                <a:lnTo>
                  <a:pt x="9306" y="1586"/>
                </a:lnTo>
                <a:lnTo>
                  <a:pt x="9306" y="3182"/>
                </a:lnTo>
                <a:lnTo>
                  <a:pt x="9306" y="4800"/>
                </a:lnTo>
                <a:lnTo>
                  <a:pt x="11335" y="4800"/>
                </a:lnTo>
                <a:lnTo>
                  <a:pt x="13366" y="4800"/>
                </a:lnTo>
                <a:lnTo>
                  <a:pt x="15407" y="4800"/>
                </a:lnTo>
                <a:lnTo>
                  <a:pt x="17457" y="4800"/>
                </a:lnTo>
                <a:lnTo>
                  <a:pt x="19519" y="4800"/>
                </a:lnTo>
                <a:lnTo>
                  <a:pt x="21600" y="4800"/>
                </a:lnTo>
                <a:lnTo>
                  <a:pt x="21600" y="6386"/>
                </a:lnTo>
                <a:lnTo>
                  <a:pt x="21600" y="7982"/>
                </a:lnTo>
                <a:lnTo>
                  <a:pt x="21600" y="9600"/>
                </a:lnTo>
                <a:lnTo>
                  <a:pt x="19568" y="9600"/>
                </a:lnTo>
                <a:lnTo>
                  <a:pt x="17525" y="9600"/>
                </a:lnTo>
                <a:lnTo>
                  <a:pt x="15453" y="9600"/>
                </a:lnTo>
                <a:lnTo>
                  <a:pt x="15453" y="11297"/>
                </a:lnTo>
                <a:lnTo>
                  <a:pt x="15453" y="12996"/>
                </a:lnTo>
                <a:lnTo>
                  <a:pt x="15453" y="14700"/>
                </a:lnTo>
                <a:lnTo>
                  <a:pt x="15453" y="16411"/>
                </a:lnTo>
                <a:lnTo>
                  <a:pt x="15453" y="18130"/>
                </a:lnTo>
                <a:lnTo>
                  <a:pt x="15453" y="19858"/>
                </a:lnTo>
                <a:lnTo>
                  <a:pt x="15453" y="21600"/>
                </a:lnTo>
                <a:lnTo>
                  <a:pt x="13274" y="21295"/>
                </a:lnTo>
                <a:lnTo>
                  <a:pt x="11193" y="20957"/>
                </a:lnTo>
                <a:lnTo>
                  <a:pt x="9193" y="20561"/>
                </a:lnTo>
                <a:lnTo>
                  <a:pt x="7269" y="20078"/>
                </a:lnTo>
                <a:lnTo>
                  <a:pt x="5406" y="19486"/>
                </a:lnTo>
                <a:lnTo>
                  <a:pt x="3596" y="18758"/>
                </a:lnTo>
                <a:lnTo>
                  <a:pt x="1826" y="17873"/>
                </a:lnTo>
                <a:lnTo>
                  <a:pt x="86" y="16800"/>
                </a:lnTo>
                <a:lnTo>
                  <a:pt x="0" y="15058"/>
                </a:lnTo>
                <a:lnTo>
                  <a:pt x="31" y="13342"/>
                </a:lnTo>
                <a:lnTo>
                  <a:pt x="166" y="11652"/>
                </a:lnTo>
                <a:lnTo>
                  <a:pt x="396" y="9979"/>
                </a:lnTo>
                <a:lnTo>
                  <a:pt x="710" y="8318"/>
                </a:lnTo>
                <a:lnTo>
                  <a:pt x="1094" y="6662"/>
                </a:lnTo>
                <a:lnTo>
                  <a:pt x="1543" y="5009"/>
                </a:lnTo>
                <a:lnTo>
                  <a:pt x="2044" y="3353"/>
                </a:lnTo>
                <a:lnTo>
                  <a:pt x="2585" y="1685"/>
                </a:lnTo>
                <a:lnTo>
                  <a:pt x="3159" y="0"/>
                </a:lnTo>
                <a:close/>
              </a:path>
            </a:pathLst>
          </a:custGeom>
          <a:solidFill>
            <a:srgbClr val="2A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7" name="contour_06805"/>
          <p:cNvSpPr/>
          <p:nvPr/>
        </p:nvSpPr>
        <p:spPr>
          <a:xfrm>
            <a:off x="5162985" y="2528933"/>
            <a:ext cx="7288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391" y="0"/>
                </a:lnTo>
                <a:lnTo>
                  <a:pt x="6480" y="0"/>
                </a:lnTo>
                <a:lnTo>
                  <a:pt x="6480" y="1296"/>
                </a:lnTo>
                <a:lnTo>
                  <a:pt x="6480" y="2594"/>
                </a:lnTo>
                <a:lnTo>
                  <a:pt x="6480" y="3892"/>
                </a:lnTo>
                <a:lnTo>
                  <a:pt x="6480" y="5194"/>
                </a:lnTo>
                <a:lnTo>
                  <a:pt x="6480" y="6500"/>
                </a:lnTo>
                <a:lnTo>
                  <a:pt x="6480" y="7811"/>
                </a:lnTo>
                <a:lnTo>
                  <a:pt x="6480" y="9127"/>
                </a:lnTo>
                <a:lnTo>
                  <a:pt x="6480" y="10450"/>
                </a:lnTo>
                <a:lnTo>
                  <a:pt x="6480" y="11782"/>
                </a:lnTo>
                <a:lnTo>
                  <a:pt x="7977" y="11782"/>
                </a:lnTo>
                <a:lnTo>
                  <a:pt x="9476" y="11782"/>
                </a:lnTo>
                <a:lnTo>
                  <a:pt x="10975" y="11782"/>
                </a:lnTo>
                <a:lnTo>
                  <a:pt x="12476" y="11782"/>
                </a:lnTo>
                <a:lnTo>
                  <a:pt x="13984" y="11782"/>
                </a:lnTo>
                <a:lnTo>
                  <a:pt x="15494" y="11782"/>
                </a:lnTo>
                <a:lnTo>
                  <a:pt x="17010" y="11782"/>
                </a:lnTo>
                <a:lnTo>
                  <a:pt x="18533" y="11782"/>
                </a:lnTo>
                <a:lnTo>
                  <a:pt x="20062" y="11782"/>
                </a:lnTo>
                <a:lnTo>
                  <a:pt x="21600" y="11782"/>
                </a:lnTo>
                <a:lnTo>
                  <a:pt x="21172" y="12948"/>
                </a:lnTo>
                <a:lnTo>
                  <a:pt x="20742" y="14119"/>
                </a:lnTo>
                <a:lnTo>
                  <a:pt x="20313" y="15293"/>
                </a:lnTo>
                <a:lnTo>
                  <a:pt x="19878" y="16477"/>
                </a:lnTo>
                <a:lnTo>
                  <a:pt x="19440" y="17673"/>
                </a:lnTo>
                <a:lnTo>
                  <a:pt x="17939" y="18281"/>
                </a:lnTo>
                <a:lnTo>
                  <a:pt x="16809" y="18715"/>
                </a:lnTo>
                <a:lnTo>
                  <a:pt x="15839" y="19039"/>
                </a:lnTo>
                <a:lnTo>
                  <a:pt x="14815" y="19320"/>
                </a:lnTo>
                <a:lnTo>
                  <a:pt x="13522" y="19621"/>
                </a:lnTo>
                <a:lnTo>
                  <a:pt x="11746" y="20006"/>
                </a:lnTo>
                <a:lnTo>
                  <a:pt x="10359" y="20316"/>
                </a:lnTo>
                <a:lnTo>
                  <a:pt x="8964" y="20630"/>
                </a:lnTo>
                <a:lnTo>
                  <a:pt x="7551" y="20948"/>
                </a:lnTo>
                <a:lnTo>
                  <a:pt x="6484" y="21164"/>
                </a:lnTo>
                <a:lnTo>
                  <a:pt x="5409" y="21380"/>
                </a:lnTo>
                <a:lnTo>
                  <a:pt x="4320" y="21600"/>
                </a:lnTo>
                <a:lnTo>
                  <a:pt x="4409" y="20667"/>
                </a:lnTo>
                <a:lnTo>
                  <a:pt x="4499" y="19729"/>
                </a:lnTo>
                <a:lnTo>
                  <a:pt x="4590" y="18776"/>
                </a:lnTo>
                <a:lnTo>
                  <a:pt x="4501" y="17763"/>
                </a:lnTo>
                <a:lnTo>
                  <a:pt x="4411" y="16744"/>
                </a:lnTo>
                <a:lnTo>
                  <a:pt x="4320" y="15709"/>
                </a:lnTo>
                <a:lnTo>
                  <a:pt x="3192" y="15255"/>
                </a:lnTo>
                <a:lnTo>
                  <a:pt x="2050" y="14796"/>
                </a:lnTo>
                <a:lnTo>
                  <a:pt x="1540" y="14535"/>
                </a:lnTo>
                <a:lnTo>
                  <a:pt x="0" y="13745"/>
                </a:lnTo>
                <a:lnTo>
                  <a:pt x="194" y="12501"/>
                </a:lnTo>
                <a:lnTo>
                  <a:pt x="419" y="11326"/>
                </a:lnTo>
                <a:lnTo>
                  <a:pt x="680" y="10193"/>
                </a:lnTo>
                <a:lnTo>
                  <a:pt x="987" y="9072"/>
                </a:lnTo>
                <a:lnTo>
                  <a:pt x="1341" y="7933"/>
                </a:lnTo>
                <a:lnTo>
                  <a:pt x="1754" y="6751"/>
                </a:lnTo>
                <a:lnTo>
                  <a:pt x="2067" y="5777"/>
                </a:lnTo>
                <a:lnTo>
                  <a:pt x="2385" y="4789"/>
                </a:lnTo>
                <a:lnTo>
                  <a:pt x="2769" y="3672"/>
                </a:lnTo>
                <a:lnTo>
                  <a:pt x="3097" y="2802"/>
                </a:lnTo>
                <a:lnTo>
                  <a:pt x="3555" y="1728"/>
                </a:lnTo>
                <a:lnTo>
                  <a:pt x="4320" y="0"/>
                </a:lnTo>
                <a:close/>
              </a:path>
            </a:pathLst>
          </a:custGeom>
          <a:solidFill>
            <a:srgbClr val="DCE0E0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8" name="contour_06806"/>
          <p:cNvSpPr/>
          <p:nvPr/>
        </p:nvSpPr>
        <p:spPr>
          <a:xfrm>
            <a:off x="1978132" y="2558085"/>
            <a:ext cx="10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359" y="281"/>
                </a:lnTo>
                <a:lnTo>
                  <a:pt x="3188" y="568"/>
                </a:lnTo>
                <a:lnTo>
                  <a:pt x="4269" y="932"/>
                </a:lnTo>
                <a:lnTo>
                  <a:pt x="5349" y="1290"/>
                </a:lnTo>
                <a:lnTo>
                  <a:pt x="6431" y="1645"/>
                </a:lnTo>
                <a:lnTo>
                  <a:pt x="7512" y="1993"/>
                </a:lnTo>
                <a:lnTo>
                  <a:pt x="8594" y="2336"/>
                </a:lnTo>
                <a:lnTo>
                  <a:pt x="9677" y="2675"/>
                </a:lnTo>
                <a:lnTo>
                  <a:pt x="10758" y="3012"/>
                </a:lnTo>
                <a:lnTo>
                  <a:pt x="11841" y="3342"/>
                </a:lnTo>
                <a:lnTo>
                  <a:pt x="12925" y="3672"/>
                </a:lnTo>
                <a:lnTo>
                  <a:pt x="14008" y="3993"/>
                </a:lnTo>
                <a:lnTo>
                  <a:pt x="15092" y="4314"/>
                </a:lnTo>
                <a:lnTo>
                  <a:pt x="16175" y="4632"/>
                </a:lnTo>
                <a:lnTo>
                  <a:pt x="17260" y="4943"/>
                </a:lnTo>
                <a:lnTo>
                  <a:pt x="18345" y="5255"/>
                </a:lnTo>
                <a:lnTo>
                  <a:pt x="19429" y="5564"/>
                </a:lnTo>
                <a:lnTo>
                  <a:pt x="20515" y="5869"/>
                </a:lnTo>
                <a:lnTo>
                  <a:pt x="21600" y="6171"/>
                </a:lnTo>
                <a:lnTo>
                  <a:pt x="21600" y="7702"/>
                </a:lnTo>
                <a:lnTo>
                  <a:pt x="21600" y="9257"/>
                </a:lnTo>
                <a:lnTo>
                  <a:pt x="20582" y="9257"/>
                </a:lnTo>
                <a:lnTo>
                  <a:pt x="19562" y="9257"/>
                </a:lnTo>
                <a:lnTo>
                  <a:pt x="18542" y="9257"/>
                </a:lnTo>
                <a:lnTo>
                  <a:pt x="17519" y="9257"/>
                </a:lnTo>
                <a:lnTo>
                  <a:pt x="16493" y="9257"/>
                </a:lnTo>
                <a:lnTo>
                  <a:pt x="15463" y="9257"/>
                </a:lnTo>
                <a:lnTo>
                  <a:pt x="14429" y="9257"/>
                </a:lnTo>
                <a:lnTo>
                  <a:pt x="13389" y="9257"/>
                </a:lnTo>
                <a:lnTo>
                  <a:pt x="12343" y="9257"/>
                </a:lnTo>
                <a:lnTo>
                  <a:pt x="12343" y="11297"/>
                </a:lnTo>
                <a:lnTo>
                  <a:pt x="12343" y="13349"/>
                </a:lnTo>
                <a:lnTo>
                  <a:pt x="12343" y="15429"/>
                </a:lnTo>
                <a:lnTo>
                  <a:pt x="11323" y="15429"/>
                </a:lnTo>
                <a:lnTo>
                  <a:pt x="10297" y="15429"/>
                </a:lnTo>
                <a:lnTo>
                  <a:pt x="9257" y="15429"/>
                </a:lnTo>
                <a:lnTo>
                  <a:pt x="8691" y="17261"/>
                </a:lnTo>
                <a:lnTo>
                  <a:pt x="8341" y="18514"/>
                </a:lnTo>
                <a:lnTo>
                  <a:pt x="8065" y="19767"/>
                </a:lnTo>
                <a:lnTo>
                  <a:pt x="7714" y="21600"/>
                </a:lnTo>
                <a:lnTo>
                  <a:pt x="7714" y="19767"/>
                </a:lnTo>
                <a:lnTo>
                  <a:pt x="7714" y="17928"/>
                </a:lnTo>
                <a:lnTo>
                  <a:pt x="7714" y="16083"/>
                </a:lnTo>
                <a:lnTo>
                  <a:pt x="7714" y="14222"/>
                </a:lnTo>
                <a:lnTo>
                  <a:pt x="7714" y="12343"/>
                </a:lnTo>
                <a:lnTo>
                  <a:pt x="6623" y="12343"/>
                </a:lnTo>
                <a:lnTo>
                  <a:pt x="5531" y="12343"/>
                </a:lnTo>
                <a:lnTo>
                  <a:pt x="4436" y="12343"/>
                </a:lnTo>
                <a:lnTo>
                  <a:pt x="3336" y="12343"/>
                </a:lnTo>
                <a:lnTo>
                  <a:pt x="2231" y="12343"/>
                </a:lnTo>
                <a:lnTo>
                  <a:pt x="1120" y="12343"/>
                </a:lnTo>
                <a:lnTo>
                  <a:pt x="0" y="12343"/>
                </a:lnTo>
                <a:lnTo>
                  <a:pt x="255" y="10306"/>
                </a:lnTo>
                <a:lnTo>
                  <a:pt x="509" y="8267"/>
                </a:lnTo>
                <a:lnTo>
                  <a:pt x="765" y="6218"/>
                </a:lnTo>
                <a:lnTo>
                  <a:pt x="1023" y="4160"/>
                </a:lnTo>
                <a:lnTo>
                  <a:pt x="1282" y="2089"/>
                </a:lnTo>
                <a:lnTo>
                  <a:pt x="1543" y="0"/>
                </a:lnTo>
                <a:close/>
              </a:path>
            </a:pathLst>
          </a:custGeom>
          <a:solidFill>
            <a:srgbClr val="6B6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6809" name="contour_06807"/>
          <p:cNvSpPr/>
          <p:nvPr/>
        </p:nvSpPr>
        <p:spPr>
          <a:xfrm>
            <a:off x="5469080" y="2485205"/>
            <a:ext cx="109320" cy="499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553" y="1484"/>
                </a:lnTo>
                <a:lnTo>
                  <a:pt x="7908" y="2978"/>
                </a:lnTo>
                <a:lnTo>
                  <a:pt x="8268" y="4494"/>
                </a:lnTo>
                <a:lnTo>
                  <a:pt x="8983" y="6577"/>
                </a:lnTo>
                <a:lnTo>
                  <a:pt x="9717" y="8219"/>
                </a:lnTo>
                <a:lnTo>
                  <a:pt x="10493" y="9495"/>
                </a:lnTo>
                <a:lnTo>
                  <a:pt x="11331" y="10485"/>
                </a:lnTo>
                <a:lnTo>
                  <a:pt x="12253" y="11266"/>
                </a:lnTo>
                <a:lnTo>
                  <a:pt x="13278" y="11922"/>
                </a:lnTo>
                <a:lnTo>
                  <a:pt x="14429" y="12527"/>
                </a:lnTo>
                <a:lnTo>
                  <a:pt x="15218" y="12858"/>
                </a:lnTo>
                <a:lnTo>
                  <a:pt x="16020" y="13198"/>
                </a:lnTo>
                <a:lnTo>
                  <a:pt x="16826" y="13583"/>
                </a:lnTo>
                <a:lnTo>
                  <a:pt x="17646" y="13980"/>
                </a:lnTo>
                <a:lnTo>
                  <a:pt x="18632" y="14443"/>
                </a:lnTo>
                <a:lnTo>
                  <a:pt x="19620" y="14891"/>
                </a:lnTo>
                <a:lnTo>
                  <a:pt x="20609" y="15325"/>
                </a:lnTo>
                <a:lnTo>
                  <a:pt x="21600" y="15757"/>
                </a:lnTo>
                <a:lnTo>
                  <a:pt x="20619" y="17138"/>
                </a:lnTo>
                <a:lnTo>
                  <a:pt x="19675" y="18307"/>
                </a:lnTo>
                <a:lnTo>
                  <a:pt x="18757" y="19281"/>
                </a:lnTo>
                <a:lnTo>
                  <a:pt x="17859" y="20065"/>
                </a:lnTo>
                <a:lnTo>
                  <a:pt x="16973" y="20673"/>
                </a:lnTo>
                <a:lnTo>
                  <a:pt x="16091" y="21121"/>
                </a:lnTo>
                <a:lnTo>
                  <a:pt x="15204" y="21417"/>
                </a:lnTo>
                <a:lnTo>
                  <a:pt x="14304" y="21572"/>
                </a:lnTo>
                <a:lnTo>
                  <a:pt x="13382" y="21600"/>
                </a:lnTo>
                <a:lnTo>
                  <a:pt x="12433" y="21515"/>
                </a:lnTo>
                <a:lnTo>
                  <a:pt x="11447" y="21326"/>
                </a:lnTo>
                <a:lnTo>
                  <a:pt x="10414" y="21042"/>
                </a:lnTo>
                <a:lnTo>
                  <a:pt x="9330" y="20680"/>
                </a:lnTo>
                <a:lnTo>
                  <a:pt x="8185" y="20251"/>
                </a:lnTo>
                <a:lnTo>
                  <a:pt x="7184" y="19659"/>
                </a:lnTo>
                <a:lnTo>
                  <a:pt x="6225" y="19010"/>
                </a:lnTo>
                <a:lnTo>
                  <a:pt x="5299" y="18304"/>
                </a:lnTo>
                <a:lnTo>
                  <a:pt x="4399" y="17535"/>
                </a:lnTo>
                <a:lnTo>
                  <a:pt x="3518" y="16700"/>
                </a:lnTo>
                <a:lnTo>
                  <a:pt x="2645" y="15792"/>
                </a:lnTo>
                <a:lnTo>
                  <a:pt x="1773" y="14812"/>
                </a:lnTo>
                <a:lnTo>
                  <a:pt x="894" y="13750"/>
                </a:lnTo>
                <a:lnTo>
                  <a:pt x="0" y="12606"/>
                </a:lnTo>
                <a:lnTo>
                  <a:pt x="600" y="12032"/>
                </a:lnTo>
                <a:lnTo>
                  <a:pt x="1210" y="11449"/>
                </a:lnTo>
                <a:lnTo>
                  <a:pt x="1994" y="10655"/>
                </a:lnTo>
                <a:lnTo>
                  <a:pt x="2791" y="9848"/>
                </a:lnTo>
                <a:lnTo>
                  <a:pt x="3568" y="9079"/>
                </a:lnTo>
                <a:lnTo>
                  <a:pt x="4359" y="8298"/>
                </a:lnTo>
                <a:lnTo>
                  <a:pt x="5217" y="6914"/>
                </a:lnTo>
                <a:lnTo>
                  <a:pt x="5862" y="5499"/>
                </a:lnTo>
                <a:lnTo>
                  <a:pt x="6363" y="3946"/>
                </a:lnTo>
                <a:lnTo>
                  <a:pt x="6787" y="2149"/>
                </a:lnTo>
                <a:lnTo>
                  <a:pt x="7200" y="0"/>
                </a:lnTo>
                <a:close/>
              </a:path>
            </a:pathLst>
          </a:custGeom>
          <a:solidFill>
            <a:srgbClr val="D4DAD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0" name="contour_06808"/>
          <p:cNvSpPr/>
          <p:nvPr/>
        </p:nvSpPr>
        <p:spPr>
          <a:xfrm>
            <a:off x="1249333" y="2477917"/>
            <a:ext cx="65592" cy="458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2267"/>
                </a:lnTo>
                <a:lnTo>
                  <a:pt x="21600" y="4538"/>
                </a:lnTo>
                <a:lnTo>
                  <a:pt x="21600" y="6808"/>
                </a:lnTo>
                <a:lnTo>
                  <a:pt x="21600" y="9086"/>
                </a:lnTo>
                <a:lnTo>
                  <a:pt x="21600" y="11370"/>
                </a:lnTo>
                <a:lnTo>
                  <a:pt x="21600" y="13665"/>
                </a:lnTo>
                <a:lnTo>
                  <a:pt x="21600" y="15966"/>
                </a:lnTo>
                <a:lnTo>
                  <a:pt x="21600" y="18282"/>
                </a:lnTo>
                <a:lnTo>
                  <a:pt x="21600" y="20611"/>
                </a:lnTo>
                <a:lnTo>
                  <a:pt x="18528" y="21092"/>
                </a:lnTo>
                <a:lnTo>
                  <a:pt x="16097" y="21428"/>
                </a:lnTo>
                <a:lnTo>
                  <a:pt x="14184" y="21600"/>
                </a:lnTo>
                <a:lnTo>
                  <a:pt x="12662" y="21576"/>
                </a:lnTo>
                <a:lnTo>
                  <a:pt x="11412" y="21342"/>
                </a:lnTo>
                <a:lnTo>
                  <a:pt x="10310" y="20868"/>
                </a:lnTo>
                <a:lnTo>
                  <a:pt x="9235" y="20137"/>
                </a:lnTo>
                <a:lnTo>
                  <a:pt x="8059" y="19116"/>
                </a:lnTo>
                <a:lnTo>
                  <a:pt x="6665" y="17794"/>
                </a:lnTo>
                <a:lnTo>
                  <a:pt x="5426" y="16059"/>
                </a:lnTo>
                <a:lnTo>
                  <a:pt x="4241" y="14342"/>
                </a:lnTo>
                <a:lnTo>
                  <a:pt x="3106" y="12600"/>
                </a:lnTo>
                <a:lnTo>
                  <a:pt x="2023" y="10800"/>
                </a:lnTo>
                <a:lnTo>
                  <a:pt x="989" y="8904"/>
                </a:lnTo>
                <a:lnTo>
                  <a:pt x="0" y="6870"/>
                </a:lnTo>
                <a:lnTo>
                  <a:pt x="0" y="4600"/>
                </a:lnTo>
                <a:lnTo>
                  <a:pt x="0" y="2315"/>
                </a:lnTo>
                <a:lnTo>
                  <a:pt x="0" y="0"/>
                </a:lnTo>
                <a:close/>
              </a:path>
            </a:pathLst>
          </a:custGeom>
          <a:solidFill>
            <a:srgbClr val="DDCD9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1" name="contour_06809"/>
          <p:cNvSpPr/>
          <p:nvPr/>
        </p:nvSpPr>
        <p:spPr>
          <a:xfrm>
            <a:off x="8209365" y="2412325"/>
            <a:ext cx="65956" cy="737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81" y="0"/>
                </a:moveTo>
                <a:lnTo>
                  <a:pt x="21600" y="1779"/>
                </a:lnTo>
                <a:lnTo>
                  <a:pt x="21559" y="3379"/>
                </a:lnTo>
                <a:lnTo>
                  <a:pt x="21357" y="4836"/>
                </a:lnTo>
                <a:lnTo>
                  <a:pt x="20991" y="6191"/>
                </a:lnTo>
                <a:lnTo>
                  <a:pt x="20462" y="7484"/>
                </a:lnTo>
                <a:lnTo>
                  <a:pt x="19769" y="8751"/>
                </a:lnTo>
                <a:lnTo>
                  <a:pt x="18915" y="10035"/>
                </a:lnTo>
                <a:lnTo>
                  <a:pt x="17893" y="11371"/>
                </a:lnTo>
                <a:lnTo>
                  <a:pt x="16707" y="12800"/>
                </a:lnTo>
                <a:lnTo>
                  <a:pt x="18285" y="12800"/>
                </a:lnTo>
                <a:lnTo>
                  <a:pt x="19872" y="12800"/>
                </a:lnTo>
                <a:lnTo>
                  <a:pt x="21481" y="12800"/>
                </a:lnTo>
                <a:lnTo>
                  <a:pt x="21481" y="14210"/>
                </a:lnTo>
                <a:lnTo>
                  <a:pt x="21481" y="15629"/>
                </a:lnTo>
                <a:lnTo>
                  <a:pt x="21481" y="17067"/>
                </a:lnTo>
                <a:lnTo>
                  <a:pt x="20189" y="18172"/>
                </a:lnTo>
                <a:lnTo>
                  <a:pt x="18987" y="19083"/>
                </a:lnTo>
                <a:lnTo>
                  <a:pt x="17819" y="19819"/>
                </a:lnTo>
                <a:lnTo>
                  <a:pt x="16633" y="20403"/>
                </a:lnTo>
                <a:lnTo>
                  <a:pt x="15378" y="20853"/>
                </a:lnTo>
                <a:lnTo>
                  <a:pt x="13998" y="21188"/>
                </a:lnTo>
                <a:lnTo>
                  <a:pt x="12442" y="21431"/>
                </a:lnTo>
                <a:lnTo>
                  <a:pt x="10657" y="21600"/>
                </a:lnTo>
                <a:lnTo>
                  <a:pt x="9129" y="21596"/>
                </a:lnTo>
                <a:lnTo>
                  <a:pt x="7607" y="21579"/>
                </a:lnTo>
                <a:lnTo>
                  <a:pt x="6086" y="21553"/>
                </a:lnTo>
                <a:lnTo>
                  <a:pt x="4566" y="21517"/>
                </a:lnTo>
                <a:lnTo>
                  <a:pt x="3045" y="21468"/>
                </a:lnTo>
                <a:lnTo>
                  <a:pt x="1523" y="21406"/>
                </a:lnTo>
                <a:lnTo>
                  <a:pt x="0" y="21333"/>
                </a:lnTo>
                <a:lnTo>
                  <a:pt x="337" y="20085"/>
                </a:lnTo>
                <a:lnTo>
                  <a:pt x="680" y="18839"/>
                </a:lnTo>
                <a:lnTo>
                  <a:pt x="1026" y="17596"/>
                </a:lnTo>
                <a:lnTo>
                  <a:pt x="1377" y="16352"/>
                </a:lnTo>
                <a:lnTo>
                  <a:pt x="1730" y="15110"/>
                </a:lnTo>
                <a:lnTo>
                  <a:pt x="2088" y="13867"/>
                </a:lnTo>
                <a:lnTo>
                  <a:pt x="2370" y="12796"/>
                </a:lnTo>
                <a:lnTo>
                  <a:pt x="2656" y="11708"/>
                </a:lnTo>
                <a:lnTo>
                  <a:pt x="3031" y="10477"/>
                </a:lnTo>
                <a:lnTo>
                  <a:pt x="3375" y="9513"/>
                </a:lnTo>
                <a:lnTo>
                  <a:pt x="3890" y="8320"/>
                </a:lnTo>
                <a:lnTo>
                  <a:pt x="4773" y="6400"/>
                </a:lnTo>
                <a:lnTo>
                  <a:pt x="6351" y="6400"/>
                </a:lnTo>
                <a:lnTo>
                  <a:pt x="7938" y="6400"/>
                </a:lnTo>
                <a:lnTo>
                  <a:pt x="9547" y="6400"/>
                </a:lnTo>
                <a:lnTo>
                  <a:pt x="9251" y="7721"/>
                </a:lnTo>
                <a:lnTo>
                  <a:pt x="8955" y="9041"/>
                </a:lnTo>
                <a:lnTo>
                  <a:pt x="8659" y="10366"/>
                </a:lnTo>
                <a:lnTo>
                  <a:pt x="8363" y="11693"/>
                </a:lnTo>
                <a:lnTo>
                  <a:pt x="8065" y="13026"/>
                </a:lnTo>
                <a:lnTo>
                  <a:pt x="7764" y="14366"/>
                </a:lnTo>
                <a:lnTo>
                  <a:pt x="7463" y="15712"/>
                </a:lnTo>
                <a:lnTo>
                  <a:pt x="7160" y="17067"/>
                </a:lnTo>
                <a:lnTo>
                  <a:pt x="8738" y="17067"/>
                </a:lnTo>
                <a:lnTo>
                  <a:pt x="10325" y="17067"/>
                </a:lnTo>
                <a:lnTo>
                  <a:pt x="11934" y="17067"/>
                </a:lnTo>
                <a:lnTo>
                  <a:pt x="12067" y="15753"/>
                </a:lnTo>
                <a:lnTo>
                  <a:pt x="12203" y="14417"/>
                </a:lnTo>
                <a:lnTo>
                  <a:pt x="12585" y="11652"/>
                </a:lnTo>
                <a:lnTo>
                  <a:pt x="12903" y="9474"/>
                </a:lnTo>
                <a:lnTo>
                  <a:pt x="13192" y="7789"/>
                </a:lnTo>
                <a:lnTo>
                  <a:pt x="13483" y="6496"/>
                </a:lnTo>
                <a:lnTo>
                  <a:pt x="13805" y="5495"/>
                </a:lnTo>
                <a:lnTo>
                  <a:pt x="14194" y="4691"/>
                </a:lnTo>
                <a:lnTo>
                  <a:pt x="14681" y="3983"/>
                </a:lnTo>
                <a:lnTo>
                  <a:pt x="15297" y="3275"/>
                </a:lnTo>
                <a:lnTo>
                  <a:pt x="16072" y="2466"/>
                </a:lnTo>
                <a:lnTo>
                  <a:pt x="17268" y="1790"/>
                </a:lnTo>
                <a:lnTo>
                  <a:pt x="18230" y="1308"/>
                </a:lnTo>
                <a:lnTo>
                  <a:pt x="19466" y="789"/>
                </a:lnTo>
                <a:lnTo>
                  <a:pt x="21481" y="0"/>
                </a:lnTo>
                <a:close/>
              </a:path>
            </a:pathLst>
          </a:custGeom>
          <a:solidFill>
            <a:srgbClr val="3D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2" name="contour_06810"/>
          <p:cNvSpPr/>
          <p:nvPr/>
        </p:nvSpPr>
        <p:spPr>
          <a:xfrm>
            <a:off x="1351365" y="2361309"/>
            <a:ext cx="87456" cy="438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5" y="194"/>
                </a:lnTo>
                <a:lnTo>
                  <a:pt x="1624" y="771"/>
                </a:lnTo>
                <a:lnTo>
                  <a:pt x="2833" y="1331"/>
                </a:lnTo>
                <a:lnTo>
                  <a:pt x="4043" y="1880"/>
                </a:lnTo>
                <a:lnTo>
                  <a:pt x="5252" y="2425"/>
                </a:lnTo>
                <a:lnTo>
                  <a:pt x="6464" y="2963"/>
                </a:lnTo>
                <a:lnTo>
                  <a:pt x="7677" y="3501"/>
                </a:lnTo>
                <a:lnTo>
                  <a:pt x="8888" y="4036"/>
                </a:lnTo>
                <a:lnTo>
                  <a:pt x="9733" y="4438"/>
                </a:lnTo>
                <a:lnTo>
                  <a:pt x="10582" y="4843"/>
                </a:lnTo>
                <a:lnTo>
                  <a:pt x="11443" y="5256"/>
                </a:lnTo>
                <a:lnTo>
                  <a:pt x="12051" y="5517"/>
                </a:lnTo>
                <a:lnTo>
                  <a:pt x="13887" y="6307"/>
                </a:lnTo>
                <a:lnTo>
                  <a:pt x="15007" y="6813"/>
                </a:lnTo>
                <a:lnTo>
                  <a:pt x="16144" y="7329"/>
                </a:lnTo>
                <a:lnTo>
                  <a:pt x="16605" y="7290"/>
                </a:lnTo>
                <a:lnTo>
                  <a:pt x="18000" y="7175"/>
                </a:lnTo>
                <a:lnTo>
                  <a:pt x="18679" y="5076"/>
                </a:lnTo>
                <a:lnTo>
                  <a:pt x="19093" y="3627"/>
                </a:lnTo>
                <a:lnTo>
                  <a:pt x="19411" y="2160"/>
                </a:lnTo>
                <a:lnTo>
                  <a:pt x="19800" y="0"/>
                </a:lnTo>
                <a:lnTo>
                  <a:pt x="20097" y="2368"/>
                </a:lnTo>
                <a:lnTo>
                  <a:pt x="20394" y="4739"/>
                </a:lnTo>
                <a:lnTo>
                  <a:pt x="20693" y="7121"/>
                </a:lnTo>
                <a:lnTo>
                  <a:pt x="20993" y="9514"/>
                </a:lnTo>
                <a:lnTo>
                  <a:pt x="21296" y="11921"/>
                </a:lnTo>
                <a:lnTo>
                  <a:pt x="21600" y="14350"/>
                </a:lnTo>
                <a:lnTo>
                  <a:pt x="19415" y="16423"/>
                </a:lnTo>
                <a:lnTo>
                  <a:pt x="17604" y="18109"/>
                </a:lnTo>
                <a:lnTo>
                  <a:pt x="16108" y="19433"/>
                </a:lnTo>
                <a:lnTo>
                  <a:pt x="14864" y="20420"/>
                </a:lnTo>
                <a:lnTo>
                  <a:pt x="13811" y="21091"/>
                </a:lnTo>
                <a:lnTo>
                  <a:pt x="12892" y="21474"/>
                </a:lnTo>
                <a:lnTo>
                  <a:pt x="12042" y="21600"/>
                </a:lnTo>
                <a:lnTo>
                  <a:pt x="11203" y="21485"/>
                </a:lnTo>
                <a:lnTo>
                  <a:pt x="10314" y="21162"/>
                </a:lnTo>
                <a:lnTo>
                  <a:pt x="9313" y="20653"/>
                </a:lnTo>
                <a:lnTo>
                  <a:pt x="8141" y="19982"/>
                </a:lnTo>
                <a:lnTo>
                  <a:pt x="6952" y="18622"/>
                </a:lnTo>
                <a:lnTo>
                  <a:pt x="5873" y="17324"/>
                </a:lnTo>
                <a:lnTo>
                  <a:pt x="4896" y="16025"/>
                </a:lnTo>
                <a:lnTo>
                  <a:pt x="4012" y="14673"/>
                </a:lnTo>
                <a:lnTo>
                  <a:pt x="3209" y="13202"/>
                </a:lnTo>
                <a:lnTo>
                  <a:pt x="2482" y="11555"/>
                </a:lnTo>
                <a:lnTo>
                  <a:pt x="1820" y="9675"/>
                </a:lnTo>
                <a:lnTo>
                  <a:pt x="1213" y="7501"/>
                </a:lnTo>
                <a:lnTo>
                  <a:pt x="653" y="4976"/>
                </a:lnTo>
                <a:lnTo>
                  <a:pt x="437" y="3333"/>
                </a:lnTo>
                <a:lnTo>
                  <a:pt x="221" y="1675"/>
                </a:lnTo>
                <a:lnTo>
                  <a:pt x="0" y="0"/>
                </a:lnTo>
                <a:close/>
              </a:path>
            </a:pathLst>
          </a:custGeom>
          <a:solidFill>
            <a:srgbClr val="33332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3" name="contour_06811"/>
          <p:cNvSpPr/>
          <p:nvPr/>
        </p:nvSpPr>
        <p:spPr>
          <a:xfrm>
            <a:off x="7065150" y="2375885"/>
            <a:ext cx="8180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46" y="0"/>
                </a:moveTo>
                <a:lnTo>
                  <a:pt x="12800" y="65"/>
                </a:lnTo>
                <a:lnTo>
                  <a:pt x="14036" y="213"/>
                </a:lnTo>
                <a:lnTo>
                  <a:pt x="15252" y="451"/>
                </a:lnTo>
                <a:lnTo>
                  <a:pt x="16454" y="775"/>
                </a:lnTo>
                <a:lnTo>
                  <a:pt x="17646" y="1197"/>
                </a:lnTo>
                <a:lnTo>
                  <a:pt x="18825" y="1722"/>
                </a:lnTo>
                <a:lnTo>
                  <a:pt x="19999" y="2348"/>
                </a:lnTo>
                <a:lnTo>
                  <a:pt x="21167" y="3086"/>
                </a:lnTo>
                <a:lnTo>
                  <a:pt x="21456" y="5474"/>
                </a:lnTo>
                <a:lnTo>
                  <a:pt x="21600" y="7150"/>
                </a:lnTo>
                <a:lnTo>
                  <a:pt x="21600" y="8557"/>
                </a:lnTo>
                <a:lnTo>
                  <a:pt x="21456" y="10140"/>
                </a:lnTo>
                <a:lnTo>
                  <a:pt x="21167" y="12343"/>
                </a:lnTo>
                <a:lnTo>
                  <a:pt x="19807" y="12343"/>
                </a:lnTo>
                <a:lnTo>
                  <a:pt x="18444" y="12343"/>
                </a:lnTo>
                <a:lnTo>
                  <a:pt x="17078" y="12343"/>
                </a:lnTo>
                <a:lnTo>
                  <a:pt x="15706" y="12343"/>
                </a:lnTo>
                <a:lnTo>
                  <a:pt x="14328" y="12343"/>
                </a:lnTo>
                <a:lnTo>
                  <a:pt x="12943" y="12343"/>
                </a:lnTo>
                <a:lnTo>
                  <a:pt x="11546" y="12343"/>
                </a:lnTo>
                <a:lnTo>
                  <a:pt x="11546" y="14383"/>
                </a:lnTo>
                <a:lnTo>
                  <a:pt x="11546" y="16435"/>
                </a:lnTo>
                <a:lnTo>
                  <a:pt x="11546" y="18514"/>
                </a:lnTo>
                <a:lnTo>
                  <a:pt x="12977" y="19465"/>
                </a:lnTo>
                <a:lnTo>
                  <a:pt x="13993" y="20100"/>
                </a:lnTo>
                <a:lnTo>
                  <a:pt x="14871" y="20569"/>
                </a:lnTo>
                <a:lnTo>
                  <a:pt x="15887" y="21020"/>
                </a:lnTo>
                <a:lnTo>
                  <a:pt x="17318" y="21600"/>
                </a:lnTo>
                <a:lnTo>
                  <a:pt x="16048" y="21600"/>
                </a:lnTo>
                <a:lnTo>
                  <a:pt x="14777" y="21600"/>
                </a:lnTo>
                <a:lnTo>
                  <a:pt x="13499" y="21600"/>
                </a:lnTo>
                <a:lnTo>
                  <a:pt x="12215" y="21600"/>
                </a:lnTo>
                <a:lnTo>
                  <a:pt x="10924" y="21600"/>
                </a:lnTo>
                <a:lnTo>
                  <a:pt x="9621" y="21600"/>
                </a:lnTo>
                <a:lnTo>
                  <a:pt x="9621" y="19560"/>
                </a:lnTo>
                <a:lnTo>
                  <a:pt x="9621" y="17508"/>
                </a:lnTo>
                <a:lnTo>
                  <a:pt x="9621" y="15429"/>
                </a:lnTo>
                <a:lnTo>
                  <a:pt x="8748" y="14984"/>
                </a:lnTo>
                <a:lnTo>
                  <a:pt x="7866" y="14534"/>
                </a:lnTo>
                <a:lnTo>
                  <a:pt x="6976" y="14077"/>
                </a:lnTo>
                <a:lnTo>
                  <a:pt x="5613" y="13207"/>
                </a:lnTo>
                <a:lnTo>
                  <a:pt x="4487" y="12238"/>
                </a:lnTo>
                <a:lnTo>
                  <a:pt x="3550" y="11149"/>
                </a:lnTo>
                <a:lnTo>
                  <a:pt x="2754" y="9914"/>
                </a:lnTo>
                <a:lnTo>
                  <a:pt x="2049" y="8517"/>
                </a:lnTo>
                <a:lnTo>
                  <a:pt x="1387" y="6927"/>
                </a:lnTo>
                <a:lnTo>
                  <a:pt x="720" y="5125"/>
                </a:lnTo>
                <a:lnTo>
                  <a:pt x="0" y="3086"/>
                </a:lnTo>
                <a:lnTo>
                  <a:pt x="1010" y="3138"/>
                </a:lnTo>
                <a:lnTo>
                  <a:pt x="2038" y="3194"/>
                </a:lnTo>
                <a:lnTo>
                  <a:pt x="2698" y="3215"/>
                </a:lnTo>
                <a:lnTo>
                  <a:pt x="4691" y="3277"/>
                </a:lnTo>
                <a:lnTo>
                  <a:pt x="6000" y="3333"/>
                </a:lnTo>
                <a:lnTo>
                  <a:pt x="7330" y="3388"/>
                </a:lnTo>
                <a:lnTo>
                  <a:pt x="8684" y="3166"/>
                </a:lnTo>
                <a:lnTo>
                  <a:pt x="9575" y="2737"/>
                </a:lnTo>
                <a:lnTo>
                  <a:pt x="10397" y="1790"/>
                </a:lnTo>
                <a:lnTo>
                  <a:pt x="11546" y="0"/>
                </a:lnTo>
                <a:close/>
              </a:path>
            </a:pathLst>
          </a:custGeom>
          <a:solidFill>
            <a:srgbClr val="D7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4" name="contour_06812"/>
          <p:cNvSpPr/>
          <p:nvPr/>
        </p:nvSpPr>
        <p:spPr>
          <a:xfrm>
            <a:off x="3799146" y="2302021"/>
            <a:ext cx="88440" cy="95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" y="222"/>
                </a:moveTo>
                <a:lnTo>
                  <a:pt x="1511" y="74"/>
                </a:lnTo>
                <a:lnTo>
                  <a:pt x="2424" y="0"/>
                </a:lnTo>
                <a:lnTo>
                  <a:pt x="3236" y="0"/>
                </a:lnTo>
                <a:lnTo>
                  <a:pt x="4203" y="74"/>
                </a:lnTo>
                <a:lnTo>
                  <a:pt x="5580" y="222"/>
                </a:lnTo>
                <a:lnTo>
                  <a:pt x="6075" y="1396"/>
                </a:lnTo>
                <a:lnTo>
                  <a:pt x="6415" y="2240"/>
                </a:lnTo>
                <a:lnTo>
                  <a:pt x="6686" y="2990"/>
                </a:lnTo>
                <a:lnTo>
                  <a:pt x="6972" y="3883"/>
                </a:lnTo>
                <a:lnTo>
                  <a:pt x="7360" y="5155"/>
                </a:lnTo>
                <a:lnTo>
                  <a:pt x="7812" y="5335"/>
                </a:lnTo>
                <a:lnTo>
                  <a:pt x="9176" y="5876"/>
                </a:lnTo>
                <a:lnTo>
                  <a:pt x="10041" y="6334"/>
                </a:lnTo>
                <a:lnTo>
                  <a:pt x="10920" y="6800"/>
                </a:lnTo>
                <a:lnTo>
                  <a:pt x="11084" y="7984"/>
                </a:lnTo>
                <a:lnTo>
                  <a:pt x="11164" y="9151"/>
                </a:lnTo>
                <a:lnTo>
                  <a:pt x="11178" y="10312"/>
                </a:lnTo>
                <a:lnTo>
                  <a:pt x="11143" y="11472"/>
                </a:lnTo>
                <a:lnTo>
                  <a:pt x="11077" y="12638"/>
                </a:lnTo>
                <a:lnTo>
                  <a:pt x="10997" y="13818"/>
                </a:lnTo>
                <a:lnTo>
                  <a:pt x="10920" y="15022"/>
                </a:lnTo>
                <a:lnTo>
                  <a:pt x="12095" y="15022"/>
                </a:lnTo>
                <a:lnTo>
                  <a:pt x="13271" y="15022"/>
                </a:lnTo>
                <a:lnTo>
                  <a:pt x="14448" y="15022"/>
                </a:lnTo>
                <a:lnTo>
                  <a:pt x="15628" y="15022"/>
                </a:lnTo>
                <a:lnTo>
                  <a:pt x="16812" y="15022"/>
                </a:lnTo>
                <a:lnTo>
                  <a:pt x="18001" y="15022"/>
                </a:lnTo>
                <a:lnTo>
                  <a:pt x="19193" y="15022"/>
                </a:lnTo>
                <a:lnTo>
                  <a:pt x="20393" y="15022"/>
                </a:lnTo>
                <a:lnTo>
                  <a:pt x="21600" y="15022"/>
                </a:lnTo>
                <a:lnTo>
                  <a:pt x="21096" y="15953"/>
                </a:lnTo>
                <a:lnTo>
                  <a:pt x="20593" y="16884"/>
                </a:lnTo>
                <a:lnTo>
                  <a:pt x="20087" y="17818"/>
                </a:lnTo>
                <a:lnTo>
                  <a:pt x="19580" y="18755"/>
                </a:lnTo>
                <a:lnTo>
                  <a:pt x="19069" y="19697"/>
                </a:lnTo>
                <a:lnTo>
                  <a:pt x="18556" y="20645"/>
                </a:lnTo>
                <a:lnTo>
                  <a:pt x="18040" y="21600"/>
                </a:lnTo>
                <a:lnTo>
                  <a:pt x="18040" y="20623"/>
                </a:lnTo>
                <a:lnTo>
                  <a:pt x="18040" y="19643"/>
                </a:lnTo>
                <a:lnTo>
                  <a:pt x="18040" y="18660"/>
                </a:lnTo>
                <a:lnTo>
                  <a:pt x="18040" y="17668"/>
                </a:lnTo>
                <a:lnTo>
                  <a:pt x="18040" y="16667"/>
                </a:lnTo>
                <a:lnTo>
                  <a:pt x="16901" y="16599"/>
                </a:lnTo>
                <a:lnTo>
                  <a:pt x="15753" y="16530"/>
                </a:lnTo>
                <a:lnTo>
                  <a:pt x="14590" y="16461"/>
                </a:lnTo>
                <a:lnTo>
                  <a:pt x="13629" y="16404"/>
                </a:lnTo>
                <a:lnTo>
                  <a:pt x="12652" y="16346"/>
                </a:lnTo>
                <a:lnTo>
                  <a:pt x="12221" y="16425"/>
                </a:lnTo>
                <a:lnTo>
                  <a:pt x="10920" y="16667"/>
                </a:lnTo>
                <a:lnTo>
                  <a:pt x="10263" y="17650"/>
                </a:lnTo>
                <a:lnTo>
                  <a:pt x="9858" y="18321"/>
                </a:lnTo>
                <a:lnTo>
                  <a:pt x="9539" y="18987"/>
                </a:lnTo>
                <a:lnTo>
                  <a:pt x="9140" y="19956"/>
                </a:lnTo>
                <a:lnTo>
                  <a:pt x="8494" y="18944"/>
                </a:lnTo>
                <a:lnTo>
                  <a:pt x="7894" y="17967"/>
                </a:lnTo>
                <a:lnTo>
                  <a:pt x="7348" y="17012"/>
                </a:lnTo>
                <a:lnTo>
                  <a:pt x="6862" y="16063"/>
                </a:lnTo>
                <a:lnTo>
                  <a:pt x="6445" y="15108"/>
                </a:lnTo>
                <a:lnTo>
                  <a:pt x="6105" y="14133"/>
                </a:lnTo>
                <a:lnTo>
                  <a:pt x="5853" y="13126"/>
                </a:lnTo>
                <a:lnTo>
                  <a:pt x="5694" y="12074"/>
                </a:lnTo>
                <a:lnTo>
                  <a:pt x="5637" y="10964"/>
                </a:lnTo>
                <a:lnTo>
                  <a:pt x="5691" y="9780"/>
                </a:lnTo>
                <a:lnTo>
                  <a:pt x="5655" y="8795"/>
                </a:lnTo>
                <a:lnTo>
                  <a:pt x="5618" y="7805"/>
                </a:lnTo>
                <a:lnTo>
                  <a:pt x="5580" y="6800"/>
                </a:lnTo>
                <a:lnTo>
                  <a:pt x="4256" y="6343"/>
                </a:lnTo>
                <a:lnTo>
                  <a:pt x="3316" y="6029"/>
                </a:lnTo>
                <a:lnTo>
                  <a:pt x="2504" y="5779"/>
                </a:lnTo>
                <a:lnTo>
                  <a:pt x="1565" y="5514"/>
                </a:lnTo>
                <a:lnTo>
                  <a:pt x="240" y="5155"/>
                </a:lnTo>
                <a:lnTo>
                  <a:pt x="80" y="3883"/>
                </a:lnTo>
                <a:lnTo>
                  <a:pt x="0" y="2990"/>
                </a:lnTo>
                <a:lnTo>
                  <a:pt x="0" y="2240"/>
                </a:lnTo>
                <a:lnTo>
                  <a:pt x="80" y="1396"/>
                </a:lnTo>
                <a:lnTo>
                  <a:pt x="240" y="222"/>
                </a:lnTo>
                <a:close/>
              </a:path>
            </a:pathLst>
          </a:custGeom>
          <a:solidFill>
            <a:srgbClr val="6E7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5" name="contour_06813"/>
          <p:cNvSpPr/>
          <p:nvPr/>
        </p:nvSpPr>
        <p:spPr>
          <a:xfrm>
            <a:off x="6795495" y="2343344"/>
            <a:ext cx="52306" cy="553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69" y="0"/>
                </a:moveTo>
                <a:lnTo>
                  <a:pt x="11710" y="63"/>
                </a:lnTo>
                <a:lnTo>
                  <a:pt x="13600" y="182"/>
                </a:lnTo>
                <a:lnTo>
                  <a:pt x="15460" y="364"/>
                </a:lnTo>
                <a:lnTo>
                  <a:pt x="17311" y="609"/>
                </a:lnTo>
                <a:lnTo>
                  <a:pt x="19174" y="927"/>
                </a:lnTo>
                <a:lnTo>
                  <a:pt x="21067" y="1323"/>
                </a:lnTo>
                <a:lnTo>
                  <a:pt x="21335" y="5071"/>
                </a:lnTo>
                <a:lnTo>
                  <a:pt x="21519" y="8038"/>
                </a:lnTo>
                <a:lnTo>
                  <a:pt x="21600" y="10371"/>
                </a:lnTo>
                <a:lnTo>
                  <a:pt x="21564" y="12211"/>
                </a:lnTo>
                <a:lnTo>
                  <a:pt x="21389" y="13715"/>
                </a:lnTo>
                <a:lnTo>
                  <a:pt x="21064" y="15024"/>
                </a:lnTo>
                <a:lnTo>
                  <a:pt x="20568" y="16290"/>
                </a:lnTo>
                <a:lnTo>
                  <a:pt x="19885" y="17658"/>
                </a:lnTo>
                <a:lnTo>
                  <a:pt x="18997" y="19276"/>
                </a:lnTo>
                <a:lnTo>
                  <a:pt x="16953" y="20158"/>
                </a:lnTo>
                <a:lnTo>
                  <a:pt x="14907" y="20801"/>
                </a:lnTo>
                <a:lnTo>
                  <a:pt x="12854" y="21233"/>
                </a:lnTo>
                <a:lnTo>
                  <a:pt x="10783" y="21489"/>
                </a:lnTo>
                <a:lnTo>
                  <a:pt x="8695" y="21600"/>
                </a:lnTo>
                <a:lnTo>
                  <a:pt x="6579" y="21597"/>
                </a:lnTo>
                <a:lnTo>
                  <a:pt x="4430" y="21515"/>
                </a:lnTo>
                <a:lnTo>
                  <a:pt x="2239" y="21384"/>
                </a:lnTo>
                <a:lnTo>
                  <a:pt x="0" y="21233"/>
                </a:lnTo>
                <a:lnTo>
                  <a:pt x="795" y="16867"/>
                </a:lnTo>
                <a:lnTo>
                  <a:pt x="1478" y="13218"/>
                </a:lnTo>
                <a:lnTo>
                  <a:pt x="2086" y="10214"/>
                </a:lnTo>
                <a:lnTo>
                  <a:pt x="2654" y="7779"/>
                </a:lnTo>
                <a:lnTo>
                  <a:pt x="3214" y="5842"/>
                </a:lnTo>
                <a:lnTo>
                  <a:pt x="3798" y="4329"/>
                </a:lnTo>
                <a:lnTo>
                  <a:pt x="4445" y="3166"/>
                </a:lnTo>
                <a:lnTo>
                  <a:pt x="5186" y="2275"/>
                </a:lnTo>
                <a:lnTo>
                  <a:pt x="6055" y="1587"/>
                </a:lnTo>
                <a:lnTo>
                  <a:pt x="7085" y="1030"/>
                </a:lnTo>
                <a:lnTo>
                  <a:pt x="8313" y="523"/>
                </a:lnTo>
                <a:lnTo>
                  <a:pt x="9769" y="0"/>
                </a:lnTo>
                <a:close/>
              </a:path>
            </a:pathLst>
          </a:custGeom>
          <a:solidFill>
            <a:srgbClr val="574E7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6" name="contour_06814"/>
          <p:cNvSpPr/>
          <p:nvPr/>
        </p:nvSpPr>
        <p:spPr>
          <a:xfrm>
            <a:off x="1429901" y="2324869"/>
            <a:ext cx="7451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" y="0"/>
                </a:moveTo>
                <a:lnTo>
                  <a:pt x="1868" y="204"/>
                </a:lnTo>
                <a:lnTo>
                  <a:pt x="3262" y="407"/>
                </a:lnTo>
                <a:lnTo>
                  <a:pt x="4658" y="611"/>
                </a:lnTo>
                <a:lnTo>
                  <a:pt x="6055" y="815"/>
                </a:lnTo>
                <a:lnTo>
                  <a:pt x="7454" y="1018"/>
                </a:lnTo>
                <a:lnTo>
                  <a:pt x="8852" y="1225"/>
                </a:lnTo>
                <a:lnTo>
                  <a:pt x="10255" y="1429"/>
                </a:lnTo>
                <a:lnTo>
                  <a:pt x="11660" y="1635"/>
                </a:lnTo>
                <a:lnTo>
                  <a:pt x="13069" y="1839"/>
                </a:lnTo>
                <a:lnTo>
                  <a:pt x="14480" y="2046"/>
                </a:lnTo>
                <a:lnTo>
                  <a:pt x="15894" y="2253"/>
                </a:lnTo>
                <a:lnTo>
                  <a:pt x="17313" y="2459"/>
                </a:lnTo>
                <a:lnTo>
                  <a:pt x="18737" y="2669"/>
                </a:lnTo>
                <a:lnTo>
                  <a:pt x="20165" y="2876"/>
                </a:lnTo>
                <a:lnTo>
                  <a:pt x="21600" y="3086"/>
                </a:lnTo>
                <a:lnTo>
                  <a:pt x="19246" y="5375"/>
                </a:lnTo>
                <a:lnTo>
                  <a:pt x="17516" y="7039"/>
                </a:lnTo>
                <a:lnTo>
                  <a:pt x="16257" y="8211"/>
                </a:lnTo>
                <a:lnTo>
                  <a:pt x="15317" y="9023"/>
                </a:lnTo>
                <a:lnTo>
                  <a:pt x="14544" y="9606"/>
                </a:lnTo>
                <a:lnTo>
                  <a:pt x="13783" y="10090"/>
                </a:lnTo>
                <a:lnTo>
                  <a:pt x="12885" y="10609"/>
                </a:lnTo>
                <a:lnTo>
                  <a:pt x="11658" y="12034"/>
                </a:lnTo>
                <a:lnTo>
                  <a:pt x="10773" y="13620"/>
                </a:lnTo>
                <a:lnTo>
                  <a:pt x="10143" y="15373"/>
                </a:lnTo>
                <a:lnTo>
                  <a:pt x="9685" y="17286"/>
                </a:lnTo>
                <a:lnTo>
                  <a:pt x="9306" y="19363"/>
                </a:lnTo>
                <a:lnTo>
                  <a:pt x="8924" y="21600"/>
                </a:lnTo>
                <a:lnTo>
                  <a:pt x="7365" y="21548"/>
                </a:lnTo>
                <a:lnTo>
                  <a:pt x="5896" y="21387"/>
                </a:lnTo>
                <a:lnTo>
                  <a:pt x="4496" y="21066"/>
                </a:lnTo>
                <a:lnTo>
                  <a:pt x="3139" y="20520"/>
                </a:lnTo>
                <a:lnTo>
                  <a:pt x="1806" y="19690"/>
                </a:lnTo>
                <a:lnTo>
                  <a:pt x="473" y="18514"/>
                </a:lnTo>
                <a:lnTo>
                  <a:pt x="239" y="16397"/>
                </a:lnTo>
                <a:lnTo>
                  <a:pt x="91" y="14339"/>
                </a:lnTo>
                <a:lnTo>
                  <a:pt x="15" y="12318"/>
                </a:lnTo>
                <a:lnTo>
                  <a:pt x="0" y="10322"/>
                </a:lnTo>
                <a:lnTo>
                  <a:pt x="38" y="8328"/>
                </a:lnTo>
                <a:lnTo>
                  <a:pt x="114" y="6316"/>
                </a:lnTo>
                <a:lnTo>
                  <a:pt x="220" y="4271"/>
                </a:lnTo>
                <a:lnTo>
                  <a:pt x="344" y="2172"/>
                </a:lnTo>
                <a:lnTo>
                  <a:pt x="473" y="0"/>
                </a:lnTo>
                <a:close/>
              </a:path>
            </a:pathLst>
          </a:custGeom>
          <a:solidFill>
            <a:srgbClr val="B79E5C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7" name="contour_06815"/>
          <p:cNvSpPr/>
          <p:nvPr/>
        </p:nvSpPr>
        <p:spPr>
          <a:xfrm>
            <a:off x="9993990" y="2223100"/>
            <a:ext cx="66525" cy="799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35" y="1899"/>
                </a:moveTo>
                <a:lnTo>
                  <a:pt x="12203" y="3268"/>
                </a:lnTo>
                <a:lnTo>
                  <a:pt x="12225" y="4299"/>
                </a:lnTo>
                <a:lnTo>
                  <a:pt x="12172" y="5183"/>
                </a:lnTo>
                <a:lnTo>
                  <a:pt x="12033" y="6117"/>
                </a:lnTo>
                <a:lnTo>
                  <a:pt x="11780" y="7297"/>
                </a:lnTo>
                <a:lnTo>
                  <a:pt x="11396" y="8917"/>
                </a:lnTo>
                <a:lnTo>
                  <a:pt x="11271" y="9480"/>
                </a:lnTo>
                <a:lnTo>
                  <a:pt x="11046" y="10471"/>
                </a:lnTo>
                <a:lnTo>
                  <a:pt x="10535" y="12743"/>
                </a:lnTo>
                <a:lnTo>
                  <a:pt x="10282" y="13716"/>
                </a:lnTo>
                <a:lnTo>
                  <a:pt x="10026" y="14697"/>
                </a:lnTo>
                <a:lnTo>
                  <a:pt x="9768" y="15690"/>
                </a:lnTo>
                <a:lnTo>
                  <a:pt x="11441" y="15690"/>
                </a:lnTo>
                <a:lnTo>
                  <a:pt x="13117" y="15690"/>
                </a:lnTo>
                <a:lnTo>
                  <a:pt x="14797" y="15690"/>
                </a:lnTo>
                <a:lnTo>
                  <a:pt x="16484" y="15690"/>
                </a:lnTo>
                <a:lnTo>
                  <a:pt x="18178" y="15690"/>
                </a:lnTo>
                <a:lnTo>
                  <a:pt x="19882" y="15690"/>
                </a:lnTo>
                <a:lnTo>
                  <a:pt x="21600" y="15690"/>
                </a:lnTo>
                <a:lnTo>
                  <a:pt x="20961" y="17051"/>
                </a:lnTo>
                <a:lnTo>
                  <a:pt x="20438" y="18042"/>
                </a:lnTo>
                <a:lnTo>
                  <a:pt x="19899" y="18830"/>
                </a:lnTo>
                <a:lnTo>
                  <a:pt x="19212" y="19575"/>
                </a:lnTo>
                <a:lnTo>
                  <a:pt x="18245" y="20444"/>
                </a:lnTo>
                <a:lnTo>
                  <a:pt x="16867" y="21600"/>
                </a:lnTo>
                <a:lnTo>
                  <a:pt x="15209" y="21336"/>
                </a:lnTo>
                <a:lnTo>
                  <a:pt x="13585" y="21015"/>
                </a:lnTo>
                <a:lnTo>
                  <a:pt x="11988" y="20643"/>
                </a:lnTo>
                <a:lnTo>
                  <a:pt x="10412" y="20227"/>
                </a:lnTo>
                <a:lnTo>
                  <a:pt x="8852" y="19770"/>
                </a:lnTo>
                <a:lnTo>
                  <a:pt x="7303" y="19279"/>
                </a:lnTo>
                <a:lnTo>
                  <a:pt x="5760" y="18759"/>
                </a:lnTo>
                <a:lnTo>
                  <a:pt x="4217" y="18217"/>
                </a:lnTo>
                <a:lnTo>
                  <a:pt x="2669" y="17660"/>
                </a:lnTo>
                <a:lnTo>
                  <a:pt x="3060" y="16360"/>
                </a:lnTo>
                <a:lnTo>
                  <a:pt x="3450" y="15057"/>
                </a:lnTo>
                <a:lnTo>
                  <a:pt x="3843" y="13749"/>
                </a:lnTo>
                <a:lnTo>
                  <a:pt x="4238" y="12435"/>
                </a:lnTo>
                <a:lnTo>
                  <a:pt x="4636" y="11113"/>
                </a:lnTo>
                <a:lnTo>
                  <a:pt x="5036" y="9779"/>
                </a:lnTo>
                <a:lnTo>
                  <a:pt x="3471" y="9779"/>
                </a:lnTo>
                <a:lnTo>
                  <a:pt x="1898" y="9779"/>
                </a:lnTo>
                <a:lnTo>
                  <a:pt x="303" y="9779"/>
                </a:lnTo>
                <a:lnTo>
                  <a:pt x="135" y="7571"/>
                </a:lnTo>
                <a:lnTo>
                  <a:pt x="33" y="6013"/>
                </a:lnTo>
                <a:lnTo>
                  <a:pt x="0" y="4884"/>
                </a:lnTo>
                <a:lnTo>
                  <a:pt x="33" y="3970"/>
                </a:lnTo>
                <a:lnTo>
                  <a:pt x="135" y="3048"/>
                </a:lnTo>
                <a:lnTo>
                  <a:pt x="303" y="1899"/>
                </a:lnTo>
                <a:lnTo>
                  <a:pt x="1907" y="820"/>
                </a:lnTo>
                <a:lnTo>
                  <a:pt x="3526" y="209"/>
                </a:lnTo>
                <a:lnTo>
                  <a:pt x="5166" y="0"/>
                </a:lnTo>
                <a:lnTo>
                  <a:pt x="6839" y="130"/>
                </a:lnTo>
                <a:lnTo>
                  <a:pt x="8550" y="532"/>
                </a:lnTo>
                <a:lnTo>
                  <a:pt x="10313" y="1143"/>
                </a:lnTo>
                <a:lnTo>
                  <a:pt x="12135" y="1899"/>
                </a:lnTo>
                <a:close/>
              </a:path>
            </a:pathLst>
          </a:custGeom>
          <a:solidFill>
            <a:srgbClr val="E5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8" name="contour_06816"/>
          <p:cNvSpPr/>
          <p:nvPr/>
        </p:nvSpPr>
        <p:spPr>
          <a:xfrm>
            <a:off x="1110861" y="2120806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603" y="1518"/>
                </a:lnTo>
                <a:lnTo>
                  <a:pt x="8016" y="3061"/>
                </a:lnTo>
                <a:lnTo>
                  <a:pt x="8803" y="4604"/>
                </a:lnTo>
                <a:lnTo>
                  <a:pt x="9600" y="6171"/>
                </a:lnTo>
                <a:lnTo>
                  <a:pt x="11304" y="6517"/>
                </a:lnTo>
                <a:lnTo>
                  <a:pt x="12514" y="6671"/>
                </a:lnTo>
                <a:lnTo>
                  <a:pt x="13802" y="6671"/>
                </a:lnTo>
                <a:lnTo>
                  <a:pt x="15749" y="6557"/>
                </a:lnTo>
                <a:lnTo>
                  <a:pt x="17393" y="6474"/>
                </a:lnTo>
                <a:lnTo>
                  <a:pt x="19058" y="6387"/>
                </a:lnTo>
                <a:lnTo>
                  <a:pt x="20321" y="6279"/>
                </a:lnTo>
                <a:lnTo>
                  <a:pt x="21600" y="6171"/>
                </a:lnTo>
                <a:lnTo>
                  <a:pt x="21070" y="6341"/>
                </a:lnTo>
                <a:lnTo>
                  <a:pt x="20136" y="6640"/>
                </a:lnTo>
                <a:lnTo>
                  <a:pt x="18000" y="7329"/>
                </a:lnTo>
                <a:lnTo>
                  <a:pt x="17470" y="7612"/>
                </a:lnTo>
                <a:lnTo>
                  <a:pt x="16536" y="8112"/>
                </a:lnTo>
                <a:lnTo>
                  <a:pt x="14400" y="9257"/>
                </a:lnTo>
                <a:lnTo>
                  <a:pt x="14400" y="11297"/>
                </a:lnTo>
                <a:lnTo>
                  <a:pt x="14400" y="13349"/>
                </a:lnTo>
                <a:lnTo>
                  <a:pt x="14400" y="15429"/>
                </a:lnTo>
                <a:lnTo>
                  <a:pt x="15986" y="15429"/>
                </a:lnTo>
                <a:lnTo>
                  <a:pt x="17582" y="15429"/>
                </a:lnTo>
                <a:lnTo>
                  <a:pt x="19200" y="15429"/>
                </a:lnTo>
                <a:lnTo>
                  <a:pt x="19200" y="17468"/>
                </a:lnTo>
                <a:lnTo>
                  <a:pt x="19200" y="19520"/>
                </a:lnTo>
                <a:lnTo>
                  <a:pt x="19200" y="21600"/>
                </a:lnTo>
                <a:lnTo>
                  <a:pt x="17616" y="21600"/>
                </a:lnTo>
                <a:lnTo>
                  <a:pt x="16032" y="21600"/>
                </a:lnTo>
                <a:lnTo>
                  <a:pt x="14446" y="21600"/>
                </a:lnTo>
                <a:lnTo>
                  <a:pt x="12857" y="21600"/>
                </a:lnTo>
                <a:lnTo>
                  <a:pt x="11266" y="21600"/>
                </a:lnTo>
                <a:lnTo>
                  <a:pt x="9672" y="21600"/>
                </a:lnTo>
                <a:lnTo>
                  <a:pt x="8074" y="21600"/>
                </a:lnTo>
                <a:lnTo>
                  <a:pt x="6470" y="21600"/>
                </a:lnTo>
                <a:lnTo>
                  <a:pt x="4862" y="21600"/>
                </a:lnTo>
                <a:lnTo>
                  <a:pt x="3250" y="21600"/>
                </a:lnTo>
                <a:lnTo>
                  <a:pt x="1627" y="21600"/>
                </a:lnTo>
                <a:lnTo>
                  <a:pt x="0" y="21600"/>
                </a:lnTo>
                <a:lnTo>
                  <a:pt x="0" y="19418"/>
                </a:lnTo>
                <a:lnTo>
                  <a:pt x="0" y="17234"/>
                </a:lnTo>
                <a:lnTo>
                  <a:pt x="0" y="15043"/>
                </a:lnTo>
                <a:lnTo>
                  <a:pt x="0" y="12843"/>
                </a:lnTo>
                <a:lnTo>
                  <a:pt x="0" y="10633"/>
                </a:lnTo>
                <a:lnTo>
                  <a:pt x="0" y="8412"/>
                </a:lnTo>
                <a:lnTo>
                  <a:pt x="0" y="6171"/>
                </a:lnTo>
                <a:lnTo>
                  <a:pt x="1426" y="6171"/>
                </a:lnTo>
                <a:lnTo>
                  <a:pt x="2856" y="6171"/>
                </a:lnTo>
                <a:lnTo>
                  <a:pt x="4291" y="6171"/>
                </a:lnTo>
                <a:lnTo>
                  <a:pt x="5738" y="6171"/>
                </a:lnTo>
                <a:lnTo>
                  <a:pt x="7200" y="6171"/>
                </a:lnTo>
                <a:lnTo>
                  <a:pt x="7200" y="4132"/>
                </a:lnTo>
                <a:lnTo>
                  <a:pt x="7200" y="2080"/>
                </a:lnTo>
                <a:lnTo>
                  <a:pt x="7200" y="0"/>
                </a:lnTo>
                <a:close/>
              </a:path>
            </a:pathLst>
          </a:custGeom>
          <a:solidFill>
            <a:srgbClr val="2F2F2A"/>
          </a:solidFill>
          <a:ln>
            <a:noFill/>
          </a:ln>
        </p:spPr>
        <p:txBody>
          <a:bodyPr/>
          <a:lstStyle/>
          <a:p/>
        </p:txBody>
      </p:sp>
      <p:sp>
        <p:nvSpPr>
          <p:cNvPr id="6819" name="contour_06817"/>
          <p:cNvSpPr/>
          <p:nvPr/>
        </p:nvSpPr>
        <p:spPr>
          <a:xfrm>
            <a:off x="1744917" y="2105821"/>
            <a:ext cx="52670" cy="58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18" y="150"/>
                </a:moveTo>
                <a:lnTo>
                  <a:pt x="17628" y="802"/>
                </a:lnTo>
                <a:lnTo>
                  <a:pt x="19080" y="1496"/>
                </a:lnTo>
                <a:lnTo>
                  <a:pt x="20922" y="2831"/>
                </a:lnTo>
                <a:lnTo>
                  <a:pt x="21235" y="4636"/>
                </a:lnTo>
                <a:lnTo>
                  <a:pt x="21448" y="6427"/>
                </a:lnTo>
                <a:lnTo>
                  <a:pt x="21564" y="8205"/>
                </a:lnTo>
                <a:lnTo>
                  <a:pt x="21600" y="9977"/>
                </a:lnTo>
                <a:lnTo>
                  <a:pt x="21564" y="11746"/>
                </a:lnTo>
                <a:lnTo>
                  <a:pt x="21466" y="13521"/>
                </a:lnTo>
                <a:lnTo>
                  <a:pt x="21319" y="15304"/>
                </a:lnTo>
                <a:lnTo>
                  <a:pt x="21134" y="17104"/>
                </a:lnTo>
                <a:lnTo>
                  <a:pt x="20922" y="18919"/>
                </a:lnTo>
                <a:lnTo>
                  <a:pt x="19675" y="18535"/>
                </a:lnTo>
                <a:lnTo>
                  <a:pt x="18411" y="18144"/>
                </a:lnTo>
                <a:lnTo>
                  <a:pt x="16522" y="17634"/>
                </a:lnTo>
                <a:lnTo>
                  <a:pt x="14666" y="17173"/>
                </a:lnTo>
                <a:lnTo>
                  <a:pt x="12807" y="16776"/>
                </a:lnTo>
                <a:lnTo>
                  <a:pt x="10918" y="16457"/>
                </a:lnTo>
                <a:lnTo>
                  <a:pt x="8966" y="16238"/>
                </a:lnTo>
                <a:lnTo>
                  <a:pt x="7657" y="17736"/>
                </a:lnTo>
                <a:lnTo>
                  <a:pt x="6910" y="18795"/>
                </a:lnTo>
                <a:lnTo>
                  <a:pt x="6444" y="19914"/>
                </a:lnTo>
                <a:lnTo>
                  <a:pt x="5978" y="21600"/>
                </a:lnTo>
                <a:lnTo>
                  <a:pt x="5978" y="19828"/>
                </a:lnTo>
                <a:lnTo>
                  <a:pt x="5978" y="18045"/>
                </a:lnTo>
                <a:lnTo>
                  <a:pt x="5978" y="16238"/>
                </a:lnTo>
                <a:lnTo>
                  <a:pt x="4002" y="16238"/>
                </a:lnTo>
                <a:lnTo>
                  <a:pt x="2014" y="16238"/>
                </a:lnTo>
                <a:lnTo>
                  <a:pt x="0" y="16238"/>
                </a:lnTo>
                <a:lnTo>
                  <a:pt x="445" y="14270"/>
                </a:lnTo>
                <a:lnTo>
                  <a:pt x="900" y="12395"/>
                </a:lnTo>
                <a:lnTo>
                  <a:pt x="1390" y="10594"/>
                </a:lnTo>
                <a:lnTo>
                  <a:pt x="1949" y="8848"/>
                </a:lnTo>
                <a:lnTo>
                  <a:pt x="2600" y="7135"/>
                </a:lnTo>
                <a:lnTo>
                  <a:pt x="3377" y="5435"/>
                </a:lnTo>
                <a:lnTo>
                  <a:pt x="4307" y="3730"/>
                </a:lnTo>
                <a:lnTo>
                  <a:pt x="5419" y="1995"/>
                </a:lnTo>
                <a:lnTo>
                  <a:pt x="7532" y="981"/>
                </a:lnTo>
                <a:lnTo>
                  <a:pt x="9322" y="351"/>
                </a:lnTo>
                <a:lnTo>
                  <a:pt x="11047" y="46"/>
                </a:lnTo>
                <a:lnTo>
                  <a:pt x="12959" y="0"/>
                </a:lnTo>
                <a:lnTo>
                  <a:pt x="15318" y="150"/>
                </a:lnTo>
                <a:close/>
              </a:path>
            </a:pathLst>
          </a:custGeom>
          <a:solidFill>
            <a:srgbClr val="747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0" name="contour_06818"/>
          <p:cNvSpPr/>
          <p:nvPr/>
        </p:nvSpPr>
        <p:spPr>
          <a:xfrm>
            <a:off x="5731448" y="2113518"/>
            <a:ext cx="5830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9" y="0"/>
                </a:lnTo>
                <a:lnTo>
                  <a:pt x="3820" y="0"/>
                </a:lnTo>
                <a:lnTo>
                  <a:pt x="5738" y="0"/>
                </a:lnTo>
                <a:lnTo>
                  <a:pt x="7663" y="0"/>
                </a:lnTo>
                <a:lnTo>
                  <a:pt x="9596" y="0"/>
                </a:lnTo>
                <a:lnTo>
                  <a:pt x="11540" y="0"/>
                </a:lnTo>
                <a:lnTo>
                  <a:pt x="13500" y="0"/>
                </a:lnTo>
                <a:lnTo>
                  <a:pt x="13500" y="1296"/>
                </a:lnTo>
                <a:lnTo>
                  <a:pt x="13500" y="2594"/>
                </a:lnTo>
                <a:lnTo>
                  <a:pt x="13500" y="3892"/>
                </a:lnTo>
                <a:lnTo>
                  <a:pt x="13500" y="5194"/>
                </a:lnTo>
                <a:lnTo>
                  <a:pt x="13500" y="6500"/>
                </a:lnTo>
                <a:lnTo>
                  <a:pt x="13500" y="7811"/>
                </a:lnTo>
                <a:lnTo>
                  <a:pt x="13500" y="9127"/>
                </a:lnTo>
                <a:lnTo>
                  <a:pt x="13500" y="10450"/>
                </a:lnTo>
                <a:lnTo>
                  <a:pt x="13500" y="11782"/>
                </a:lnTo>
                <a:lnTo>
                  <a:pt x="15104" y="11782"/>
                </a:lnTo>
                <a:lnTo>
                  <a:pt x="16713" y="11782"/>
                </a:lnTo>
                <a:lnTo>
                  <a:pt x="18328" y="11782"/>
                </a:lnTo>
                <a:lnTo>
                  <a:pt x="19956" y="11782"/>
                </a:lnTo>
                <a:lnTo>
                  <a:pt x="21600" y="11782"/>
                </a:lnTo>
                <a:lnTo>
                  <a:pt x="21265" y="12997"/>
                </a:lnTo>
                <a:lnTo>
                  <a:pt x="20930" y="14213"/>
                </a:lnTo>
                <a:lnTo>
                  <a:pt x="20596" y="15432"/>
                </a:lnTo>
                <a:lnTo>
                  <a:pt x="20261" y="16654"/>
                </a:lnTo>
                <a:lnTo>
                  <a:pt x="19923" y="17881"/>
                </a:lnTo>
                <a:lnTo>
                  <a:pt x="19583" y="19114"/>
                </a:lnTo>
                <a:lnTo>
                  <a:pt x="19243" y="20353"/>
                </a:lnTo>
                <a:lnTo>
                  <a:pt x="18900" y="21600"/>
                </a:lnTo>
                <a:lnTo>
                  <a:pt x="18565" y="20626"/>
                </a:lnTo>
                <a:lnTo>
                  <a:pt x="18230" y="19648"/>
                </a:lnTo>
                <a:lnTo>
                  <a:pt x="17888" y="18655"/>
                </a:lnTo>
                <a:lnTo>
                  <a:pt x="17331" y="17681"/>
                </a:lnTo>
                <a:lnTo>
                  <a:pt x="16767" y="16703"/>
                </a:lnTo>
                <a:lnTo>
                  <a:pt x="16200" y="15709"/>
                </a:lnTo>
                <a:lnTo>
                  <a:pt x="14415" y="15709"/>
                </a:lnTo>
                <a:lnTo>
                  <a:pt x="12620" y="15709"/>
                </a:lnTo>
                <a:lnTo>
                  <a:pt x="10800" y="15709"/>
                </a:lnTo>
                <a:lnTo>
                  <a:pt x="10800" y="14543"/>
                </a:lnTo>
                <a:lnTo>
                  <a:pt x="10800" y="13372"/>
                </a:lnTo>
                <a:lnTo>
                  <a:pt x="10800" y="12198"/>
                </a:lnTo>
                <a:lnTo>
                  <a:pt x="10800" y="11014"/>
                </a:lnTo>
                <a:lnTo>
                  <a:pt x="10800" y="9818"/>
                </a:lnTo>
                <a:lnTo>
                  <a:pt x="9018" y="9818"/>
                </a:lnTo>
                <a:lnTo>
                  <a:pt x="7233" y="9818"/>
                </a:lnTo>
                <a:lnTo>
                  <a:pt x="5440" y="9818"/>
                </a:lnTo>
                <a:lnTo>
                  <a:pt x="3640" y="9818"/>
                </a:lnTo>
                <a:lnTo>
                  <a:pt x="1828" y="9818"/>
                </a:lnTo>
                <a:lnTo>
                  <a:pt x="0" y="9818"/>
                </a:lnTo>
                <a:lnTo>
                  <a:pt x="0" y="8430"/>
                </a:lnTo>
                <a:lnTo>
                  <a:pt x="0" y="7040"/>
                </a:lnTo>
                <a:lnTo>
                  <a:pt x="0" y="5645"/>
                </a:lnTo>
                <a:lnTo>
                  <a:pt x="0" y="4245"/>
                </a:lnTo>
                <a:lnTo>
                  <a:pt x="0" y="2839"/>
                </a:lnTo>
                <a:lnTo>
                  <a:pt x="0" y="1426"/>
                </a:lnTo>
                <a:lnTo>
                  <a:pt x="0" y="0"/>
                </a:lnTo>
                <a:close/>
              </a:path>
            </a:pathLst>
          </a:custGeom>
          <a:solidFill>
            <a:srgbClr val="BBB7B9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1" name="contour_06819"/>
          <p:cNvSpPr/>
          <p:nvPr/>
        </p:nvSpPr>
        <p:spPr>
          <a:xfrm>
            <a:off x="1409516" y="2062502"/>
            <a:ext cx="4595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73" y="0"/>
                </a:moveTo>
                <a:lnTo>
                  <a:pt x="15092" y="1439"/>
                </a:lnTo>
                <a:lnTo>
                  <a:pt x="16328" y="2866"/>
                </a:lnTo>
                <a:lnTo>
                  <a:pt x="17466" y="4290"/>
                </a:lnTo>
                <a:lnTo>
                  <a:pt x="18490" y="5713"/>
                </a:lnTo>
                <a:lnTo>
                  <a:pt x="19394" y="7141"/>
                </a:lnTo>
                <a:lnTo>
                  <a:pt x="20158" y="8582"/>
                </a:lnTo>
                <a:lnTo>
                  <a:pt x="20775" y="10038"/>
                </a:lnTo>
                <a:lnTo>
                  <a:pt x="21230" y="11517"/>
                </a:lnTo>
                <a:lnTo>
                  <a:pt x="21508" y="13025"/>
                </a:lnTo>
                <a:lnTo>
                  <a:pt x="21600" y="14565"/>
                </a:lnTo>
                <a:lnTo>
                  <a:pt x="21490" y="16144"/>
                </a:lnTo>
                <a:lnTo>
                  <a:pt x="21172" y="17766"/>
                </a:lnTo>
                <a:lnTo>
                  <a:pt x="20624" y="19440"/>
                </a:lnTo>
                <a:lnTo>
                  <a:pt x="18384" y="20429"/>
                </a:lnTo>
                <a:lnTo>
                  <a:pt x="16729" y="21036"/>
                </a:lnTo>
                <a:lnTo>
                  <a:pt x="15167" y="21365"/>
                </a:lnTo>
                <a:lnTo>
                  <a:pt x="13205" y="21518"/>
                </a:lnTo>
                <a:lnTo>
                  <a:pt x="10348" y="21600"/>
                </a:lnTo>
                <a:lnTo>
                  <a:pt x="7803" y="21017"/>
                </a:lnTo>
                <a:lnTo>
                  <a:pt x="5970" y="20539"/>
                </a:lnTo>
                <a:lnTo>
                  <a:pt x="4566" y="20047"/>
                </a:lnTo>
                <a:lnTo>
                  <a:pt x="3305" y="19421"/>
                </a:lnTo>
                <a:lnTo>
                  <a:pt x="1904" y="18537"/>
                </a:lnTo>
                <a:lnTo>
                  <a:pt x="72" y="17280"/>
                </a:lnTo>
                <a:lnTo>
                  <a:pt x="0" y="15692"/>
                </a:lnTo>
                <a:lnTo>
                  <a:pt x="106" y="14146"/>
                </a:lnTo>
                <a:lnTo>
                  <a:pt x="387" y="12638"/>
                </a:lnTo>
                <a:lnTo>
                  <a:pt x="853" y="11169"/>
                </a:lnTo>
                <a:lnTo>
                  <a:pt x="1504" y="9737"/>
                </a:lnTo>
                <a:lnTo>
                  <a:pt x="2346" y="8340"/>
                </a:lnTo>
                <a:lnTo>
                  <a:pt x="3381" y="6975"/>
                </a:lnTo>
                <a:lnTo>
                  <a:pt x="4617" y="5642"/>
                </a:lnTo>
                <a:lnTo>
                  <a:pt x="6053" y="4337"/>
                </a:lnTo>
                <a:lnTo>
                  <a:pt x="7457" y="3452"/>
                </a:lnTo>
                <a:lnTo>
                  <a:pt x="8560" y="2784"/>
                </a:lnTo>
                <a:lnTo>
                  <a:pt x="9731" y="2125"/>
                </a:lnTo>
                <a:lnTo>
                  <a:pt x="11348" y="1266"/>
                </a:lnTo>
                <a:lnTo>
                  <a:pt x="13773" y="0"/>
                </a:lnTo>
                <a:close/>
              </a:path>
            </a:pathLst>
          </a:custGeom>
          <a:solidFill>
            <a:srgbClr val="252320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2" name="contour_06820"/>
          <p:cNvSpPr/>
          <p:nvPr/>
        </p:nvSpPr>
        <p:spPr>
          <a:xfrm>
            <a:off x="4273850" y="2081684"/>
            <a:ext cx="87456" cy="372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556"/>
                </a:moveTo>
                <a:lnTo>
                  <a:pt x="1222" y="1383"/>
                </a:lnTo>
                <a:lnTo>
                  <a:pt x="2446" y="1222"/>
                </a:lnTo>
                <a:lnTo>
                  <a:pt x="3668" y="1078"/>
                </a:lnTo>
                <a:lnTo>
                  <a:pt x="4892" y="943"/>
                </a:lnTo>
                <a:lnTo>
                  <a:pt x="6116" y="820"/>
                </a:lnTo>
                <a:lnTo>
                  <a:pt x="7339" y="706"/>
                </a:lnTo>
                <a:lnTo>
                  <a:pt x="8564" y="600"/>
                </a:lnTo>
                <a:lnTo>
                  <a:pt x="9788" y="499"/>
                </a:lnTo>
                <a:lnTo>
                  <a:pt x="10719" y="355"/>
                </a:lnTo>
                <a:lnTo>
                  <a:pt x="11655" y="211"/>
                </a:lnTo>
                <a:lnTo>
                  <a:pt x="12604" y="68"/>
                </a:lnTo>
                <a:lnTo>
                  <a:pt x="13862" y="4"/>
                </a:lnTo>
                <a:lnTo>
                  <a:pt x="15066" y="0"/>
                </a:lnTo>
                <a:lnTo>
                  <a:pt x="16240" y="106"/>
                </a:lnTo>
                <a:lnTo>
                  <a:pt x="17406" y="368"/>
                </a:lnTo>
                <a:lnTo>
                  <a:pt x="18585" y="833"/>
                </a:lnTo>
                <a:lnTo>
                  <a:pt x="19800" y="1556"/>
                </a:lnTo>
                <a:lnTo>
                  <a:pt x="20461" y="4351"/>
                </a:lnTo>
                <a:lnTo>
                  <a:pt x="20911" y="6969"/>
                </a:lnTo>
                <a:lnTo>
                  <a:pt x="21200" y="9553"/>
                </a:lnTo>
                <a:lnTo>
                  <a:pt x="21379" y="12238"/>
                </a:lnTo>
                <a:lnTo>
                  <a:pt x="21496" y="15164"/>
                </a:lnTo>
                <a:lnTo>
                  <a:pt x="21600" y="18471"/>
                </a:lnTo>
                <a:lnTo>
                  <a:pt x="20183" y="19519"/>
                </a:lnTo>
                <a:lnTo>
                  <a:pt x="18859" y="20357"/>
                </a:lnTo>
                <a:lnTo>
                  <a:pt x="17604" y="20983"/>
                </a:lnTo>
                <a:lnTo>
                  <a:pt x="16405" y="21397"/>
                </a:lnTo>
                <a:lnTo>
                  <a:pt x="15244" y="21600"/>
                </a:lnTo>
                <a:lnTo>
                  <a:pt x="14105" y="21592"/>
                </a:lnTo>
                <a:lnTo>
                  <a:pt x="12969" y="21372"/>
                </a:lnTo>
                <a:lnTo>
                  <a:pt x="11821" y="20945"/>
                </a:lnTo>
                <a:lnTo>
                  <a:pt x="10642" y="20310"/>
                </a:lnTo>
                <a:lnTo>
                  <a:pt x="9414" y="19465"/>
                </a:lnTo>
                <a:lnTo>
                  <a:pt x="8123" y="18412"/>
                </a:lnTo>
                <a:lnTo>
                  <a:pt x="6750" y="17151"/>
                </a:lnTo>
                <a:lnTo>
                  <a:pt x="6257" y="16733"/>
                </a:lnTo>
                <a:lnTo>
                  <a:pt x="4766" y="15473"/>
                </a:lnTo>
                <a:lnTo>
                  <a:pt x="3830" y="14610"/>
                </a:lnTo>
                <a:lnTo>
                  <a:pt x="3114" y="13891"/>
                </a:lnTo>
                <a:lnTo>
                  <a:pt x="2390" y="13062"/>
                </a:lnTo>
                <a:lnTo>
                  <a:pt x="1429" y="11857"/>
                </a:lnTo>
                <a:lnTo>
                  <a:pt x="0" y="10013"/>
                </a:lnTo>
                <a:lnTo>
                  <a:pt x="0" y="7218"/>
                </a:lnTo>
                <a:lnTo>
                  <a:pt x="0" y="4406"/>
                </a:lnTo>
                <a:lnTo>
                  <a:pt x="0" y="1556"/>
                </a:lnTo>
                <a:close/>
              </a:path>
            </a:pathLst>
          </a:custGeom>
          <a:solidFill>
            <a:srgbClr val="80AFC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3" name="contour_06821"/>
          <p:cNvSpPr/>
          <p:nvPr/>
        </p:nvSpPr>
        <p:spPr>
          <a:xfrm>
            <a:off x="4193682" y="2077078"/>
            <a:ext cx="102032" cy="58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818" y="0"/>
                </a:lnTo>
                <a:lnTo>
                  <a:pt x="12838" y="0"/>
                </a:lnTo>
                <a:lnTo>
                  <a:pt x="13863" y="0"/>
                </a:lnTo>
                <a:lnTo>
                  <a:pt x="14892" y="0"/>
                </a:lnTo>
                <a:lnTo>
                  <a:pt x="15927" y="0"/>
                </a:lnTo>
                <a:lnTo>
                  <a:pt x="16971" y="0"/>
                </a:lnTo>
                <a:lnTo>
                  <a:pt x="16971" y="1597"/>
                </a:lnTo>
                <a:lnTo>
                  <a:pt x="16971" y="3199"/>
                </a:lnTo>
                <a:lnTo>
                  <a:pt x="16971" y="4806"/>
                </a:lnTo>
                <a:lnTo>
                  <a:pt x="16971" y="6427"/>
                </a:lnTo>
                <a:lnTo>
                  <a:pt x="16971" y="8064"/>
                </a:lnTo>
                <a:lnTo>
                  <a:pt x="17888" y="8064"/>
                </a:lnTo>
                <a:lnTo>
                  <a:pt x="18807" y="8064"/>
                </a:lnTo>
                <a:lnTo>
                  <a:pt x="19730" y="8064"/>
                </a:lnTo>
                <a:lnTo>
                  <a:pt x="20660" y="8064"/>
                </a:lnTo>
                <a:lnTo>
                  <a:pt x="21600" y="8064"/>
                </a:lnTo>
                <a:lnTo>
                  <a:pt x="21600" y="9840"/>
                </a:lnTo>
                <a:lnTo>
                  <a:pt x="21600" y="11628"/>
                </a:lnTo>
                <a:lnTo>
                  <a:pt x="21600" y="13440"/>
                </a:lnTo>
                <a:lnTo>
                  <a:pt x="20710" y="14235"/>
                </a:lnTo>
                <a:lnTo>
                  <a:pt x="20043" y="14738"/>
                </a:lnTo>
                <a:lnTo>
                  <a:pt x="19267" y="15165"/>
                </a:lnTo>
                <a:lnTo>
                  <a:pt x="18050" y="15730"/>
                </a:lnTo>
                <a:lnTo>
                  <a:pt x="17718" y="15883"/>
                </a:lnTo>
                <a:lnTo>
                  <a:pt x="17133" y="16154"/>
                </a:lnTo>
                <a:lnTo>
                  <a:pt x="15793" y="16778"/>
                </a:lnTo>
                <a:lnTo>
                  <a:pt x="15003" y="17119"/>
                </a:lnTo>
                <a:lnTo>
                  <a:pt x="14210" y="17461"/>
                </a:lnTo>
                <a:lnTo>
                  <a:pt x="13404" y="17807"/>
                </a:lnTo>
                <a:lnTo>
                  <a:pt x="12631" y="18168"/>
                </a:lnTo>
                <a:lnTo>
                  <a:pt x="11855" y="18530"/>
                </a:lnTo>
                <a:lnTo>
                  <a:pt x="11068" y="18899"/>
                </a:lnTo>
                <a:lnTo>
                  <a:pt x="10053" y="19353"/>
                </a:lnTo>
                <a:lnTo>
                  <a:pt x="9052" y="19786"/>
                </a:lnTo>
                <a:lnTo>
                  <a:pt x="8060" y="20192"/>
                </a:lnTo>
                <a:lnTo>
                  <a:pt x="7072" y="20560"/>
                </a:lnTo>
                <a:lnTo>
                  <a:pt x="6087" y="20885"/>
                </a:lnTo>
                <a:lnTo>
                  <a:pt x="5098" y="21159"/>
                </a:lnTo>
                <a:lnTo>
                  <a:pt x="4104" y="21374"/>
                </a:lnTo>
                <a:lnTo>
                  <a:pt x="3101" y="21525"/>
                </a:lnTo>
                <a:lnTo>
                  <a:pt x="2086" y="21600"/>
                </a:lnTo>
                <a:lnTo>
                  <a:pt x="1054" y="21595"/>
                </a:lnTo>
                <a:lnTo>
                  <a:pt x="0" y="21503"/>
                </a:lnTo>
                <a:lnTo>
                  <a:pt x="194" y="19560"/>
                </a:lnTo>
                <a:lnTo>
                  <a:pt x="372" y="18168"/>
                </a:lnTo>
                <a:lnTo>
                  <a:pt x="606" y="16942"/>
                </a:lnTo>
                <a:lnTo>
                  <a:pt x="972" y="15496"/>
                </a:lnTo>
                <a:lnTo>
                  <a:pt x="1543" y="13440"/>
                </a:lnTo>
                <a:lnTo>
                  <a:pt x="2632" y="12940"/>
                </a:lnTo>
                <a:lnTo>
                  <a:pt x="3663" y="12528"/>
                </a:lnTo>
                <a:lnTo>
                  <a:pt x="4664" y="12198"/>
                </a:lnTo>
                <a:lnTo>
                  <a:pt x="5668" y="11934"/>
                </a:lnTo>
                <a:lnTo>
                  <a:pt x="6707" y="11735"/>
                </a:lnTo>
                <a:lnTo>
                  <a:pt x="7810" y="11590"/>
                </a:lnTo>
                <a:lnTo>
                  <a:pt x="8686" y="11453"/>
                </a:lnTo>
                <a:lnTo>
                  <a:pt x="9573" y="11313"/>
                </a:lnTo>
                <a:lnTo>
                  <a:pt x="10650" y="11155"/>
                </a:lnTo>
                <a:lnTo>
                  <a:pt x="11729" y="11012"/>
                </a:lnTo>
                <a:lnTo>
                  <a:pt x="12807" y="10878"/>
                </a:lnTo>
                <a:lnTo>
                  <a:pt x="13886" y="10752"/>
                </a:lnTo>
                <a:lnTo>
                  <a:pt x="13886" y="8975"/>
                </a:lnTo>
                <a:lnTo>
                  <a:pt x="13886" y="7187"/>
                </a:lnTo>
                <a:lnTo>
                  <a:pt x="13886" y="5376"/>
                </a:lnTo>
                <a:lnTo>
                  <a:pt x="12866" y="5376"/>
                </a:lnTo>
                <a:lnTo>
                  <a:pt x="11840" y="5376"/>
                </a:lnTo>
                <a:lnTo>
                  <a:pt x="10800" y="5376"/>
                </a:lnTo>
                <a:lnTo>
                  <a:pt x="10800" y="3599"/>
                </a:lnTo>
                <a:lnTo>
                  <a:pt x="10800" y="1812"/>
                </a:lnTo>
                <a:lnTo>
                  <a:pt x="10800" y="0"/>
                </a:lnTo>
                <a:close/>
              </a:path>
            </a:pathLst>
          </a:custGeom>
          <a:solidFill>
            <a:srgbClr val="506C7E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4" name="contour_06822"/>
          <p:cNvSpPr/>
          <p:nvPr/>
        </p:nvSpPr>
        <p:spPr>
          <a:xfrm>
            <a:off x="5367048" y="2055214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898" y="272"/>
                </a:lnTo>
                <a:lnTo>
                  <a:pt x="12996" y="555"/>
                </a:lnTo>
                <a:lnTo>
                  <a:pt x="14092" y="852"/>
                </a:lnTo>
                <a:lnTo>
                  <a:pt x="15188" y="1157"/>
                </a:lnTo>
                <a:lnTo>
                  <a:pt x="15802" y="1321"/>
                </a:lnTo>
                <a:lnTo>
                  <a:pt x="17656" y="1808"/>
                </a:lnTo>
                <a:lnTo>
                  <a:pt x="18914" y="2598"/>
                </a:lnTo>
                <a:lnTo>
                  <a:pt x="19681" y="3326"/>
                </a:lnTo>
                <a:lnTo>
                  <a:pt x="20268" y="4419"/>
                </a:lnTo>
                <a:lnTo>
                  <a:pt x="20988" y="6292"/>
                </a:lnTo>
                <a:lnTo>
                  <a:pt x="21290" y="7764"/>
                </a:lnTo>
                <a:lnTo>
                  <a:pt x="21600" y="9257"/>
                </a:lnTo>
                <a:lnTo>
                  <a:pt x="20410" y="9257"/>
                </a:lnTo>
                <a:lnTo>
                  <a:pt x="19213" y="9257"/>
                </a:lnTo>
                <a:lnTo>
                  <a:pt x="18000" y="9257"/>
                </a:lnTo>
                <a:lnTo>
                  <a:pt x="18000" y="11297"/>
                </a:lnTo>
                <a:lnTo>
                  <a:pt x="18000" y="13349"/>
                </a:lnTo>
                <a:lnTo>
                  <a:pt x="18000" y="15429"/>
                </a:lnTo>
                <a:lnTo>
                  <a:pt x="16823" y="16394"/>
                </a:lnTo>
                <a:lnTo>
                  <a:pt x="15953" y="17058"/>
                </a:lnTo>
                <a:lnTo>
                  <a:pt x="15133" y="17585"/>
                </a:lnTo>
                <a:lnTo>
                  <a:pt x="14101" y="18144"/>
                </a:lnTo>
                <a:lnTo>
                  <a:pt x="12600" y="18900"/>
                </a:lnTo>
                <a:lnTo>
                  <a:pt x="11596" y="19418"/>
                </a:lnTo>
                <a:lnTo>
                  <a:pt x="10586" y="19940"/>
                </a:lnTo>
                <a:lnTo>
                  <a:pt x="9562" y="20468"/>
                </a:lnTo>
                <a:lnTo>
                  <a:pt x="8975" y="20748"/>
                </a:lnTo>
                <a:lnTo>
                  <a:pt x="7200" y="21600"/>
                </a:lnTo>
                <a:lnTo>
                  <a:pt x="6961" y="20113"/>
                </a:lnTo>
                <a:lnTo>
                  <a:pt x="6719" y="18619"/>
                </a:lnTo>
                <a:lnTo>
                  <a:pt x="6476" y="17104"/>
                </a:lnTo>
                <a:lnTo>
                  <a:pt x="6120" y="15530"/>
                </a:lnTo>
                <a:lnTo>
                  <a:pt x="5762" y="13947"/>
                </a:lnTo>
                <a:lnTo>
                  <a:pt x="5400" y="12343"/>
                </a:lnTo>
                <a:lnTo>
                  <a:pt x="4007" y="11300"/>
                </a:lnTo>
                <a:lnTo>
                  <a:pt x="3029" y="10618"/>
                </a:lnTo>
                <a:lnTo>
                  <a:pt x="2209" y="10149"/>
                </a:lnTo>
                <a:lnTo>
                  <a:pt x="1285" y="9745"/>
                </a:lnTo>
                <a:lnTo>
                  <a:pt x="0" y="9257"/>
                </a:lnTo>
                <a:lnTo>
                  <a:pt x="1188" y="9257"/>
                </a:lnTo>
                <a:lnTo>
                  <a:pt x="2378" y="9257"/>
                </a:lnTo>
                <a:lnTo>
                  <a:pt x="3568" y="9257"/>
                </a:lnTo>
                <a:lnTo>
                  <a:pt x="4761" y="9257"/>
                </a:lnTo>
                <a:lnTo>
                  <a:pt x="5958" y="9257"/>
                </a:lnTo>
                <a:lnTo>
                  <a:pt x="7160" y="9257"/>
                </a:lnTo>
                <a:lnTo>
                  <a:pt x="8366" y="9257"/>
                </a:lnTo>
                <a:lnTo>
                  <a:pt x="9580" y="9257"/>
                </a:lnTo>
                <a:lnTo>
                  <a:pt x="10800" y="9257"/>
                </a:lnTo>
                <a:lnTo>
                  <a:pt x="10800" y="7424"/>
                </a:lnTo>
                <a:lnTo>
                  <a:pt x="10800" y="5585"/>
                </a:lnTo>
                <a:lnTo>
                  <a:pt x="10800" y="3740"/>
                </a:lnTo>
                <a:lnTo>
                  <a:pt x="10800" y="1879"/>
                </a:lnTo>
                <a:lnTo>
                  <a:pt x="10800" y="0"/>
                </a:lnTo>
                <a:close/>
              </a:path>
            </a:pathLst>
          </a:custGeom>
          <a:solidFill>
            <a:srgbClr val="CDC3A0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5" name="contour_06823"/>
          <p:cNvSpPr/>
          <p:nvPr/>
        </p:nvSpPr>
        <p:spPr>
          <a:xfrm>
            <a:off x="2296355" y="2047926"/>
            <a:ext cx="5346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67" y="0"/>
                </a:moveTo>
                <a:lnTo>
                  <a:pt x="14516" y="475"/>
                </a:lnTo>
                <a:lnTo>
                  <a:pt x="16271" y="953"/>
                </a:lnTo>
                <a:lnTo>
                  <a:pt x="18031" y="1430"/>
                </a:lnTo>
                <a:lnTo>
                  <a:pt x="19807" y="1913"/>
                </a:lnTo>
                <a:lnTo>
                  <a:pt x="21600" y="2400"/>
                </a:lnTo>
                <a:lnTo>
                  <a:pt x="20870" y="3984"/>
                </a:lnTo>
                <a:lnTo>
                  <a:pt x="20143" y="5568"/>
                </a:lnTo>
                <a:lnTo>
                  <a:pt x="19412" y="7154"/>
                </a:lnTo>
                <a:lnTo>
                  <a:pt x="18682" y="8743"/>
                </a:lnTo>
                <a:lnTo>
                  <a:pt x="17949" y="10334"/>
                </a:lnTo>
                <a:lnTo>
                  <a:pt x="17216" y="11928"/>
                </a:lnTo>
                <a:lnTo>
                  <a:pt x="16483" y="13526"/>
                </a:lnTo>
                <a:lnTo>
                  <a:pt x="15744" y="15130"/>
                </a:lnTo>
                <a:lnTo>
                  <a:pt x="15005" y="16738"/>
                </a:lnTo>
                <a:lnTo>
                  <a:pt x="14263" y="18350"/>
                </a:lnTo>
                <a:lnTo>
                  <a:pt x="13515" y="19973"/>
                </a:lnTo>
                <a:lnTo>
                  <a:pt x="12767" y="21600"/>
                </a:lnTo>
                <a:lnTo>
                  <a:pt x="10824" y="21204"/>
                </a:lnTo>
                <a:lnTo>
                  <a:pt x="8877" y="20808"/>
                </a:lnTo>
                <a:lnTo>
                  <a:pt x="6922" y="20410"/>
                </a:lnTo>
                <a:lnTo>
                  <a:pt x="4958" y="20009"/>
                </a:lnTo>
                <a:lnTo>
                  <a:pt x="2983" y="19606"/>
                </a:lnTo>
                <a:lnTo>
                  <a:pt x="989" y="19200"/>
                </a:lnTo>
                <a:lnTo>
                  <a:pt x="430" y="17518"/>
                </a:lnTo>
                <a:lnTo>
                  <a:pt x="112" y="16294"/>
                </a:lnTo>
                <a:lnTo>
                  <a:pt x="0" y="15175"/>
                </a:lnTo>
                <a:lnTo>
                  <a:pt x="59" y="13812"/>
                </a:lnTo>
                <a:lnTo>
                  <a:pt x="253" y="11851"/>
                </a:lnTo>
                <a:lnTo>
                  <a:pt x="359" y="10534"/>
                </a:lnTo>
                <a:lnTo>
                  <a:pt x="465" y="9209"/>
                </a:lnTo>
                <a:lnTo>
                  <a:pt x="574" y="7865"/>
                </a:lnTo>
                <a:lnTo>
                  <a:pt x="680" y="7104"/>
                </a:lnTo>
                <a:lnTo>
                  <a:pt x="989" y="4800"/>
                </a:lnTo>
                <a:lnTo>
                  <a:pt x="2933" y="4800"/>
                </a:lnTo>
                <a:lnTo>
                  <a:pt x="4879" y="4800"/>
                </a:lnTo>
                <a:lnTo>
                  <a:pt x="6834" y="4800"/>
                </a:lnTo>
                <a:lnTo>
                  <a:pt x="8798" y="4800"/>
                </a:lnTo>
                <a:lnTo>
                  <a:pt x="10774" y="4800"/>
                </a:lnTo>
                <a:lnTo>
                  <a:pt x="12767" y="4800"/>
                </a:lnTo>
                <a:lnTo>
                  <a:pt x="12767" y="3214"/>
                </a:lnTo>
                <a:lnTo>
                  <a:pt x="12767" y="1618"/>
                </a:lnTo>
                <a:lnTo>
                  <a:pt x="12767" y="0"/>
                </a:lnTo>
                <a:close/>
              </a:path>
            </a:pathLst>
          </a:custGeom>
          <a:solidFill>
            <a:srgbClr val="95876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6" name="contour_06824"/>
          <p:cNvSpPr/>
          <p:nvPr/>
        </p:nvSpPr>
        <p:spPr>
          <a:xfrm>
            <a:off x="717310" y="2038932"/>
            <a:ext cx="72880" cy="891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413"/>
                </a:moveTo>
                <a:lnTo>
                  <a:pt x="20261" y="1474"/>
                </a:lnTo>
                <a:lnTo>
                  <a:pt x="20760" y="2195"/>
                </a:lnTo>
                <a:lnTo>
                  <a:pt x="21138" y="2908"/>
                </a:lnTo>
                <a:lnTo>
                  <a:pt x="21600" y="3944"/>
                </a:lnTo>
                <a:lnTo>
                  <a:pt x="21183" y="4170"/>
                </a:lnTo>
                <a:lnTo>
                  <a:pt x="20449" y="4571"/>
                </a:lnTo>
                <a:lnTo>
                  <a:pt x="18766" y="5489"/>
                </a:lnTo>
                <a:lnTo>
                  <a:pt x="17883" y="5989"/>
                </a:lnTo>
                <a:lnTo>
                  <a:pt x="16984" y="6496"/>
                </a:lnTo>
                <a:lnTo>
                  <a:pt x="15852" y="7083"/>
                </a:lnTo>
                <a:lnTo>
                  <a:pt x="14915" y="7518"/>
                </a:lnTo>
                <a:lnTo>
                  <a:pt x="13668" y="8019"/>
                </a:lnTo>
                <a:lnTo>
                  <a:pt x="11610" y="8800"/>
                </a:lnTo>
                <a:lnTo>
                  <a:pt x="10450" y="9769"/>
                </a:lnTo>
                <a:lnTo>
                  <a:pt x="9502" y="10779"/>
                </a:lnTo>
                <a:lnTo>
                  <a:pt x="8742" y="11833"/>
                </a:lnTo>
                <a:lnTo>
                  <a:pt x="8145" y="12926"/>
                </a:lnTo>
                <a:lnTo>
                  <a:pt x="7687" y="14057"/>
                </a:lnTo>
                <a:lnTo>
                  <a:pt x="7342" y="15228"/>
                </a:lnTo>
                <a:lnTo>
                  <a:pt x="7089" y="16434"/>
                </a:lnTo>
                <a:lnTo>
                  <a:pt x="6899" y="17677"/>
                </a:lnTo>
                <a:lnTo>
                  <a:pt x="6750" y="18952"/>
                </a:lnTo>
                <a:lnTo>
                  <a:pt x="6620" y="20260"/>
                </a:lnTo>
                <a:lnTo>
                  <a:pt x="6480" y="21600"/>
                </a:lnTo>
                <a:lnTo>
                  <a:pt x="5409" y="21600"/>
                </a:lnTo>
                <a:lnTo>
                  <a:pt x="4320" y="21600"/>
                </a:lnTo>
                <a:lnTo>
                  <a:pt x="4396" y="20673"/>
                </a:lnTo>
                <a:lnTo>
                  <a:pt x="4471" y="19730"/>
                </a:lnTo>
                <a:lnTo>
                  <a:pt x="4530" y="18523"/>
                </a:lnTo>
                <a:lnTo>
                  <a:pt x="4590" y="17296"/>
                </a:lnTo>
                <a:lnTo>
                  <a:pt x="4666" y="16095"/>
                </a:lnTo>
                <a:lnTo>
                  <a:pt x="4741" y="14875"/>
                </a:lnTo>
                <a:lnTo>
                  <a:pt x="4532" y="13831"/>
                </a:lnTo>
                <a:lnTo>
                  <a:pt x="4320" y="12772"/>
                </a:lnTo>
                <a:lnTo>
                  <a:pt x="3028" y="12089"/>
                </a:lnTo>
                <a:lnTo>
                  <a:pt x="2147" y="11677"/>
                </a:lnTo>
                <a:lnTo>
                  <a:pt x="1272" y="11372"/>
                </a:lnTo>
                <a:lnTo>
                  <a:pt x="0" y="11007"/>
                </a:lnTo>
                <a:lnTo>
                  <a:pt x="1138" y="10788"/>
                </a:lnTo>
                <a:lnTo>
                  <a:pt x="2294" y="10565"/>
                </a:lnTo>
                <a:lnTo>
                  <a:pt x="3300" y="9908"/>
                </a:lnTo>
                <a:lnTo>
                  <a:pt x="4320" y="9241"/>
                </a:lnTo>
                <a:lnTo>
                  <a:pt x="4130" y="8025"/>
                </a:lnTo>
                <a:lnTo>
                  <a:pt x="3853" y="6833"/>
                </a:lnTo>
                <a:lnTo>
                  <a:pt x="3501" y="5660"/>
                </a:lnTo>
                <a:lnTo>
                  <a:pt x="3093" y="4499"/>
                </a:lnTo>
                <a:lnTo>
                  <a:pt x="2642" y="3340"/>
                </a:lnTo>
                <a:lnTo>
                  <a:pt x="2160" y="2179"/>
                </a:lnTo>
                <a:lnTo>
                  <a:pt x="3527" y="1734"/>
                </a:lnTo>
                <a:lnTo>
                  <a:pt x="4918" y="1331"/>
                </a:lnTo>
                <a:lnTo>
                  <a:pt x="6329" y="975"/>
                </a:lnTo>
                <a:lnTo>
                  <a:pt x="7757" y="667"/>
                </a:lnTo>
                <a:lnTo>
                  <a:pt x="9197" y="415"/>
                </a:lnTo>
                <a:lnTo>
                  <a:pt x="10651" y="217"/>
                </a:lnTo>
                <a:lnTo>
                  <a:pt x="12111" y="81"/>
                </a:lnTo>
                <a:lnTo>
                  <a:pt x="13578" y="7"/>
                </a:lnTo>
                <a:lnTo>
                  <a:pt x="15047" y="0"/>
                </a:lnTo>
                <a:lnTo>
                  <a:pt x="16515" y="64"/>
                </a:lnTo>
                <a:lnTo>
                  <a:pt x="17982" y="200"/>
                </a:lnTo>
                <a:lnTo>
                  <a:pt x="19440" y="413"/>
                </a:lnTo>
                <a:close/>
              </a:path>
            </a:pathLst>
          </a:custGeom>
          <a:solidFill>
            <a:srgbClr val="3E3A3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7" name="contour_06825"/>
          <p:cNvSpPr/>
          <p:nvPr/>
        </p:nvSpPr>
        <p:spPr>
          <a:xfrm>
            <a:off x="1832373" y="1995503"/>
            <a:ext cx="102032" cy="458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63"/>
                </a:moveTo>
                <a:lnTo>
                  <a:pt x="2023" y="347"/>
                </a:lnTo>
                <a:lnTo>
                  <a:pt x="3663" y="120"/>
                </a:lnTo>
                <a:lnTo>
                  <a:pt x="4980" y="0"/>
                </a:lnTo>
                <a:lnTo>
                  <a:pt x="6040" y="3"/>
                </a:lnTo>
                <a:lnTo>
                  <a:pt x="6906" y="151"/>
                </a:lnTo>
                <a:lnTo>
                  <a:pt x="7637" y="460"/>
                </a:lnTo>
                <a:lnTo>
                  <a:pt x="8302" y="948"/>
                </a:lnTo>
                <a:lnTo>
                  <a:pt x="8959" y="1634"/>
                </a:lnTo>
                <a:lnTo>
                  <a:pt x="9675" y="2534"/>
                </a:lnTo>
                <a:lnTo>
                  <a:pt x="10510" y="3667"/>
                </a:lnTo>
                <a:lnTo>
                  <a:pt x="11115" y="4944"/>
                </a:lnTo>
                <a:lnTo>
                  <a:pt x="11726" y="6228"/>
                </a:lnTo>
                <a:lnTo>
                  <a:pt x="12343" y="7530"/>
                </a:lnTo>
                <a:lnTo>
                  <a:pt x="12343" y="9799"/>
                </a:lnTo>
                <a:lnTo>
                  <a:pt x="12343" y="12082"/>
                </a:lnTo>
                <a:lnTo>
                  <a:pt x="12343" y="14397"/>
                </a:lnTo>
                <a:lnTo>
                  <a:pt x="13361" y="14019"/>
                </a:lnTo>
                <a:lnTo>
                  <a:pt x="14381" y="13641"/>
                </a:lnTo>
                <a:lnTo>
                  <a:pt x="15401" y="13264"/>
                </a:lnTo>
                <a:lnTo>
                  <a:pt x="16424" y="12882"/>
                </a:lnTo>
                <a:lnTo>
                  <a:pt x="17450" y="12501"/>
                </a:lnTo>
                <a:lnTo>
                  <a:pt x="18480" y="12120"/>
                </a:lnTo>
                <a:lnTo>
                  <a:pt x="19514" y="11736"/>
                </a:lnTo>
                <a:lnTo>
                  <a:pt x="20554" y="11351"/>
                </a:lnTo>
                <a:lnTo>
                  <a:pt x="21600" y="10963"/>
                </a:lnTo>
                <a:lnTo>
                  <a:pt x="21600" y="13003"/>
                </a:lnTo>
                <a:lnTo>
                  <a:pt x="21600" y="15049"/>
                </a:lnTo>
                <a:lnTo>
                  <a:pt x="21600" y="17102"/>
                </a:lnTo>
                <a:lnTo>
                  <a:pt x="21600" y="19173"/>
                </a:lnTo>
                <a:lnTo>
                  <a:pt x="21600" y="21264"/>
                </a:lnTo>
                <a:lnTo>
                  <a:pt x="20713" y="21315"/>
                </a:lnTo>
                <a:lnTo>
                  <a:pt x="19826" y="21363"/>
                </a:lnTo>
                <a:lnTo>
                  <a:pt x="18939" y="21404"/>
                </a:lnTo>
                <a:lnTo>
                  <a:pt x="18051" y="21442"/>
                </a:lnTo>
                <a:lnTo>
                  <a:pt x="17164" y="21476"/>
                </a:lnTo>
                <a:lnTo>
                  <a:pt x="16797" y="21494"/>
                </a:lnTo>
                <a:lnTo>
                  <a:pt x="16151" y="21528"/>
                </a:lnTo>
                <a:lnTo>
                  <a:pt x="14669" y="21600"/>
                </a:lnTo>
                <a:lnTo>
                  <a:pt x="13599" y="21421"/>
                </a:lnTo>
                <a:lnTo>
                  <a:pt x="12651" y="21167"/>
                </a:lnTo>
                <a:lnTo>
                  <a:pt x="11786" y="20759"/>
                </a:lnTo>
                <a:lnTo>
                  <a:pt x="10959" y="20120"/>
                </a:lnTo>
                <a:lnTo>
                  <a:pt x="10130" y="19169"/>
                </a:lnTo>
                <a:lnTo>
                  <a:pt x="9257" y="17830"/>
                </a:lnTo>
                <a:lnTo>
                  <a:pt x="9257" y="15561"/>
                </a:lnTo>
                <a:lnTo>
                  <a:pt x="9257" y="13277"/>
                </a:lnTo>
                <a:lnTo>
                  <a:pt x="9257" y="10963"/>
                </a:lnTo>
                <a:lnTo>
                  <a:pt x="8239" y="10963"/>
                </a:lnTo>
                <a:lnTo>
                  <a:pt x="7219" y="10963"/>
                </a:lnTo>
                <a:lnTo>
                  <a:pt x="6199" y="10963"/>
                </a:lnTo>
                <a:lnTo>
                  <a:pt x="5176" y="10963"/>
                </a:lnTo>
                <a:lnTo>
                  <a:pt x="4150" y="10963"/>
                </a:lnTo>
                <a:lnTo>
                  <a:pt x="3120" y="10963"/>
                </a:lnTo>
                <a:lnTo>
                  <a:pt x="2086" y="10963"/>
                </a:lnTo>
                <a:lnTo>
                  <a:pt x="1046" y="10963"/>
                </a:lnTo>
                <a:lnTo>
                  <a:pt x="0" y="10963"/>
                </a:lnTo>
                <a:lnTo>
                  <a:pt x="0" y="8924"/>
                </a:lnTo>
                <a:lnTo>
                  <a:pt x="0" y="6877"/>
                </a:lnTo>
                <a:lnTo>
                  <a:pt x="0" y="4824"/>
                </a:lnTo>
                <a:lnTo>
                  <a:pt x="0" y="2754"/>
                </a:lnTo>
                <a:lnTo>
                  <a:pt x="0" y="663"/>
                </a:lnTo>
                <a:close/>
              </a:path>
            </a:pathLst>
          </a:custGeom>
          <a:solidFill>
            <a:srgbClr val="ACACAB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8" name="contour_06826"/>
          <p:cNvSpPr/>
          <p:nvPr/>
        </p:nvSpPr>
        <p:spPr>
          <a:xfrm>
            <a:off x="11343201" y="1960470"/>
            <a:ext cx="1093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80" y="0"/>
                </a:moveTo>
                <a:lnTo>
                  <a:pt x="10365" y="2138"/>
                </a:lnTo>
                <a:lnTo>
                  <a:pt x="10652" y="4284"/>
                </a:lnTo>
                <a:lnTo>
                  <a:pt x="10938" y="6437"/>
                </a:lnTo>
                <a:lnTo>
                  <a:pt x="11228" y="8608"/>
                </a:lnTo>
                <a:lnTo>
                  <a:pt x="11520" y="10800"/>
                </a:lnTo>
                <a:lnTo>
                  <a:pt x="12470" y="10404"/>
                </a:lnTo>
                <a:lnTo>
                  <a:pt x="13422" y="10008"/>
                </a:lnTo>
                <a:lnTo>
                  <a:pt x="14374" y="9612"/>
                </a:lnTo>
                <a:lnTo>
                  <a:pt x="15329" y="9212"/>
                </a:lnTo>
                <a:lnTo>
                  <a:pt x="16286" y="8813"/>
                </a:lnTo>
                <a:lnTo>
                  <a:pt x="17248" y="8413"/>
                </a:lnTo>
                <a:lnTo>
                  <a:pt x="18213" y="8010"/>
                </a:lnTo>
                <a:lnTo>
                  <a:pt x="19184" y="7607"/>
                </a:lnTo>
                <a:lnTo>
                  <a:pt x="20160" y="7200"/>
                </a:lnTo>
                <a:lnTo>
                  <a:pt x="20445" y="9338"/>
                </a:lnTo>
                <a:lnTo>
                  <a:pt x="20732" y="11484"/>
                </a:lnTo>
                <a:lnTo>
                  <a:pt x="21018" y="13637"/>
                </a:lnTo>
                <a:lnTo>
                  <a:pt x="21308" y="15808"/>
                </a:lnTo>
                <a:lnTo>
                  <a:pt x="21600" y="18000"/>
                </a:lnTo>
                <a:lnTo>
                  <a:pt x="20730" y="17957"/>
                </a:lnTo>
                <a:lnTo>
                  <a:pt x="19855" y="17917"/>
                </a:lnTo>
                <a:lnTo>
                  <a:pt x="18968" y="17874"/>
                </a:lnTo>
                <a:lnTo>
                  <a:pt x="18096" y="17849"/>
                </a:lnTo>
                <a:lnTo>
                  <a:pt x="17224" y="17824"/>
                </a:lnTo>
                <a:lnTo>
                  <a:pt x="16351" y="17798"/>
                </a:lnTo>
                <a:lnTo>
                  <a:pt x="15480" y="17777"/>
                </a:lnTo>
                <a:lnTo>
                  <a:pt x="15051" y="17752"/>
                </a:lnTo>
                <a:lnTo>
                  <a:pt x="13753" y="17683"/>
                </a:lnTo>
                <a:lnTo>
                  <a:pt x="12708" y="17701"/>
                </a:lnTo>
                <a:lnTo>
                  <a:pt x="11690" y="17791"/>
                </a:lnTo>
                <a:lnTo>
                  <a:pt x="10693" y="17953"/>
                </a:lnTo>
                <a:lnTo>
                  <a:pt x="9714" y="18187"/>
                </a:lnTo>
                <a:lnTo>
                  <a:pt x="8747" y="18490"/>
                </a:lnTo>
                <a:lnTo>
                  <a:pt x="7783" y="18857"/>
                </a:lnTo>
                <a:lnTo>
                  <a:pt x="6823" y="19285"/>
                </a:lnTo>
                <a:lnTo>
                  <a:pt x="5856" y="19778"/>
                </a:lnTo>
                <a:lnTo>
                  <a:pt x="4880" y="20329"/>
                </a:lnTo>
                <a:lnTo>
                  <a:pt x="3891" y="20938"/>
                </a:lnTo>
                <a:lnTo>
                  <a:pt x="2880" y="21600"/>
                </a:lnTo>
                <a:lnTo>
                  <a:pt x="1823" y="21038"/>
                </a:lnTo>
                <a:lnTo>
                  <a:pt x="1169" y="20477"/>
                </a:lnTo>
                <a:lnTo>
                  <a:pt x="652" y="19577"/>
                </a:lnTo>
                <a:lnTo>
                  <a:pt x="0" y="18000"/>
                </a:lnTo>
                <a:lnTo>
                  <a:pt x="0" y="15862"/>
                </a:lnTo>
                <a:lnTo>
                  <a:pt x="0" y="13716"/>
                </a:lnTo>
                <a:lnTo>
                  <a:pt x="0" y="11563"/>
                </a:lnTo>
                <a:lnTo>
                  <a:pt x="0" y="9392"/>
                </a:lnTo>
                <a:lnTo>
                  <a:pt x="0" y="7200"/>
                </a:lnTo>
                <a:lnTo>
                  <a:pt x="998" y="7556"/>
                </a:lnTo>
                <a:lnTo>
                  <a:pt x="1997" y="7913"/>
                </a:lnTo>
                <a:lnTo>
                  <a:pt x="2997" y="8269"/>
                </a:lnTo>
                <a:lnTo>
                  <a:pt x="3997" y="8629"/>
                </a:lnTo>
                <a:lnTo>
                  <a:pt x="5003" y="8986"/>
                </a:lnTo>
                <a:lnTo>
                  <a:pt x="6009" y="9346"/>
                </a:lnTo>
                <a:lnTo>
                  <a:pt x="7020" y="9706"/>
                </a:lnTo>
                <a:lnTo>
                  <a:pt x="8035" y="10069"/>
                </a:lnTo>
                <a:lnTo>
                  <a:pt x="9055" y="10433"/>
                </a:lnTo>
                <a:lnTo>
                  <a:pt x="10080" y="10800"/>
                </a:lnTo>
                <a:lnTo>
                  <a:pt x="10080" y="8662"/>
                </a:lnTo>
                <a:lnTo>
                  <a:pt x="10080" y="6516"/>
                </a:lnTo>
                <a:lnTo>
                  <a:pt x="10080" y="4363"/>
                </a:lnTo>
                <a:lnTo>
                  <a:pt x="10080" y="2192"/>
                </a:lnTo>
                <a:lnTo>
                  <a:pt x="10080" y="0"/>
                </a:lnTo>
                <a:close/>
              </a:path>
            </a:pathLst>
          </a:custGeom>
          <a:solidFill>
            <a:srgbClr val="CDC9AE"/>
          </a:solidFill>
          <a:ln>
            <a:noFill/>
          </a:ln>
        </p:spPr>
        <p:txBody>
          <a:bodyPr/>
          <a:lstStyle/>
          <a:p/>
        </p:txBody>
      </p:sp>
      <p:sp>
        <p:nvSpPr>
          <p:cNvPr id="6829" name="contour_06827"/>
          <p:cNvSpPr/>
          <p:nvPr/>
        </p:nvSpPr>
        <p:spPr>
          <a:xfrm>
            <a:off x="7742934" y="1931318"/>
            <a:ext cx="3928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07" y="0"/>
                </a:moveTo>
                <a:lnTo>
                  <a:pt x="6632" y="391"/>
                </a:lnTo>
                <a:lnTo>
                  <a:pt x="9105" y="821"/>
                </a:lnTo>
                <a:lnTo>
                  <a:pt x="11449" y="1311"/>
                </a:lnTo>
                <a:lnTo>
                  <a:pt x="13693" y="1886"/>
                </a:lnTo>
                <a:lnTo>
                  <a:pt x="15853" y="2564"/>
                </a:lnTo>
                <a:lnTo>
                  <a:pt x="17961" y="3367"/>
                </a:lnTo>
                <a:lnTo>
                  <a:pt x="20037" y="4320"/>
                </a:lnTo>
                <a:lnTo>
                  <a:pt x="20686" y="5802"/>
                </a:lnTo>
                <a:lnTo>
                  <a:pt x="21159" y="7249"/>
                </a:lnTo>
                <a:lnTo>
                  <a:pt x="21464" y="8677"/>
                </a:lnTo>
                <a:lnTo>
                  <a:pt x="21600" y="10089"/>
                </a:lnTo>
                <a:lnTo>
                  <a:pt x="21580" y="11498"/>
                </a:lnTo>
                <a:lnTo>
                  <a:pt x="21408" y="12910"/>
                </a:lnTo>
                <a:lnTo>
                  <a:pt x="21091" y="14340"/>
                </a:lnTo>
                <a:lnTo>
                  <a:pt x="20630" y="15794"/>
                </a:lnTo>
                <a:lnTo>
                  <a:pt x="20037" y="17280"/>
                </a:lnTo>
                <a:lnTo>
                  <a:pt x="18314" y="18552"/>
                </a:lnTo>
                <a:lnTo>
                  <a:pt x="16735" y="19472"/>
                </a:lnTo>
                <a:lnTo>
                  <a:pt x="15108" y="20140"/>
                </a:lnTo>
                <a:lnTo>
                  <a:pt x="13241" y="20652"/>
                </a:lnTo>
                <a:lnTo>
                  <a:pt x="10940" y="21105"/>
                </a:lnTo>
                <a:lnTo>
                  <a:pt x="8015" y="21600"/>
                </a:lnTo>
                <a:lnTo>
                  <a:pt x="5354" y="20669"/>
                </a:lnTo>
                <a:lnTo>
                  <a:pt x="3631" y="19909"/>
                </a:lnTo>
                <a:lnTo>
                  <a:pt x="2096" y="18913"/>
                </a:lnTo>
                <a:lnTo>
                  <a:pt x="0" y="17280"/>
                </a:lnTo>
                <a:lnTo>
                  <a:pt x="64" y="15727"/>
                </a:lnTo>
                <a:lnTo>
                  <a:pt x="196" y="14241"/>
                </a:lnTo>
                <a:lnTo>
                  <a:pt x="397" y="12789"/>
                </a:lnTo>
                <a:lnTo>
                  <a:pt x="677" y="11346"/>
                </a:lnTo>
                <a:lnTo>
                  <a:pt x="1046" y="9884"/>
                </a:lnTo>
                <a:lnTo>
                  <a:pt x="1503" y="8370"/>
                </a:lnTo>
                <a:lnTo>
                  <a:pt x="1843" y="7160"/>
                </a:lnTo>
                <a:lnTo>
                  <a:pt x="2192" y="5931"/>
                </a:lnTo>
                <a:lnTo>
                  <a:pt x="2625" y="4447"/>
                </a:lnTo>
                <a:lnTo>
                  <a:pt x="3074" y="2964"/>
                </a:lnTo>
                <a:lnTo>
                  <a:pt x="3539" y="1482"/>
                </a:lnTo>
                <a:lnTo>
                  <a:pt x="4007" y="0"/>
                </a:lnTo>
                <a:close/>
              </a:path>
            </a:pathLst>
          </a:custGeom>
          <a:solidFill>
            <a:srgbClr val="F6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0" name="contour_06828"/>
          <p:cNvSpPr/>
          <p:nvPr/>
        </p:nvSpPr>
        <p:spPr>
          <a:xfrm>
            <a:off x="848239" y="1901510"/>
            <a:ext cx="58559" cy="88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82" y="161"/>
                </a:moveTo>
                <a:lnTo>
                  <a:pt x="4863" y="54"/>
                </a:lnTo>
                <a:lnTo>
                  <a:pt x="6323" y="0"/>
                </a:lnTo>
                <a:lnTo>
                  <a:pt x="7549" y="0"/>
                </a:lnTo>
                <a:lnTo>
                  <a:pt x="8928" y="54"/>
                </a:lnTo>
                <a:lnTo>
                  <a:pt x="10847" y="161"/>
                </a:lnTo>
                <a:lnTo>
                  <a:pt x="11119" y="1188"/>
                </a:lnTo>
                <a:lnTo>
                  <a:pt x="11387" y="2215"/>
                </a:lnTo>
                <a:lnTo>
                  <a:pt x="11656" y="3243"/>
                </a:lnTo>
                <a:lnTo>
                  <a:pt x="11925" y="4270"/>
                </a:lnTo>
                <a:lnTo>
                  <a:pt x="12191" y="5297"/>
                </a:lnTo>
                <a:lnTo>
                  <a:pt x="12441" y="6251"/>
                </a:lnTo>
                <a:lnTo>
                  <a:pt x="12694" y="7213"/>
                </a:lnTo>
                <a:lnTo>
                  <a:pt x="12947" y="8186"/>
                </a:lnTo>
                <a:lnTo>
                  <a:pt x="13234" y="9530"/>
                </a:lnTo>
                <a:lnTo>
                  <a:pt x="13409" y="10527"/>
                </a:lnTo>
                <a:lnTo>
                  <a:pt x="13498" y="11479"/>
                </a:lnTo>
                <a:lnTo>
                  <a:pt x="13530" y="12688"/>
                </a:lnTo>
                <a:lnTo>
                  <a:pt x="13535" y="14454"/>
                </a:lnTo>
                <a:lnTo>
                  <a:pt x="15312" y="14454"/>
                </a:lnTo>
                <a:lnTo>
                  <a:pt x="17100" y="14454"/>
                </a:lnTo>
                <a:lnTo>
                  <a:pt x="18912" y="14454"/>
                </a:lnTo>
                <a:lnTo>
                  <a:pt x="19716" y="15627"/>
                </a:lnTo>
                <a:lnTo>
                  <a:pt x="20151" y="16555"/>
                </a:lnTo>
                <a:lnTo>
                  <a:pt x="20592" y="18027"/>
                </a:lnTo>
                <a:lnTo>
                  <a:pt x="20896" y="19024"/>
                </a:lnTo>
                <a:lnTo>
                  <a:pt x="21202" y="20037"/>
                </a:lnTo>
                <a:lnTo>
                  <a:pt x="21302" y="20424"/>
                </a:lnTo>
                <a:lnTo>
                  <a:pt x="21600" y="21600"/>
                </a:lnTo>
                <a:lnTo>
                  <a:pt x="18132" y="20576"/>
                </a:lnTo>
                <a:lnTo>
                  <a:pt x="15154" y="19688"/>
                </a:lnTo>
                <a:lnTo>
                  <a:pt x="12616" y="18913"/>
                </a:lnTo>
                <a:lnTo>
                  <a:pt x="10471" y="18230"/>
                </a:lnTo>
                <a:lnTo>
                  <a:pt x="8680" y="17618"/>
                </a:lnTo>
                <a:lnTo>
                  <a:pt x="7194" y="17055"/>
                </a:lnTo>
                <a:lnTo>
                  <a:pt x="5965" y="16519"/>
                </a:lnTo>
                <a:lnTo>
                  <a:pt x="4954" y="15988"/>
                </a:lnTo>
                <a:lnTo>
                  <a:pt x="4110" y="15443"/>
                </a:lnTo>
                <a:lnTo>
                  <a:pt x="3390" y="14859"/>
                </a:lnTo>
                <a:lnTo>
                  <a:pt x="2747" y="14216"/>
                </a:lnTo>
                <a:lnTo>
                  <a:pt x="2140" y="13494"/>
                </a:lnTo>
                <a:lnTo>
                  <a:pt x="1519" y="12669"/>
                </a:lnTo>
                <a:lnTo>
                  <a:pt x="839" y="11718"/>
                </a:lnTo>
                <a:lnTo>
                  <a:pt x="513" y="10396"/>
                </a:lnTo>
                <a:lnTo>
                  <a:pt x="255" y="9121"/>
                </a:lnTo>
                <a:lnTo>
                  <a:pt x="81" y="7879"/>
                </a:lnTo>
                <a:lnTo>
                  <a:pt x="0" y="6655"/>
                </a:lnTo>
                <a:lnTo>
                  <a:pt x="32" y="5433"/>
                </a:lnTo>
                <a:lnTo>
                  <a:pt x="188" y="4197"/>
                </a:lnTo>
                <a:lnTo>
                  <a:pt x="484" y="2934"/>
                </a:lnTo>
                <a:lnTo>
                  <a:pt x="933" y="1626"/>
                </a:lnTo>
                <a:lnTo>
                  <a:pt x="1850" y="899"/>
                </a:lnTo>
                <a:lnTo>
                  <a:pt x="2782" y="161"/>
                </a:lnTo>
                <a:close/>
              </a:path>
            </a:pathLst>
          </a:custGeom>
          <a:solidFill>
            <a:srgbClr val="2E2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1" name="contour_06829"/>
          <p:cNvSpPr/>
          <p:nvPr/>
        </p:nvSpPr>
        <p:spPr>
          <a:xfrm>
            <a:off x="10876770" y="1909454"/>
            <a:ext cx="947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75" y="162"/>
                </a:lnTo>
                <a:lnTo>
                  <a:pt x="2148" y="335"/>
                </a:lnTo>
                <a:lnTo>
                  <a:pt x="3222" y="518"/>
                </a:lnTo>
                <a:lnTo>
                  <a:pt x="4293" y="713"/>
                </a:lnTo>
                <a:lnTo>
                  <a:pt x="5365" y="914"/>
                </a:lnTo>
                <a:lnTo>
                  <a:pt x="6438" y="1123"/>
                </a:lnTo>
                <a:lnTo>
                  <a:pt x="6895" y="1188"/>
                </a:lnTo>
                <a:lnTo>
                  <a:pt x="8274" y="1372"/>
                </a:lnTo>
                <a:lnTo>
                  <a:pt x="9325" y="1624"/>
                </a:lnTo>
                <a:lnTo>
                  <a:pt x="10330" y="1933"/>
                </a:lnTo>
                <a:lnTo>
                  <a:pt x="11312" y="2340"/>
                </a:lnTo>
                <a:lnTo>
                  <a:pt x="12292" y="2884"/>
                </a:lnTo>
                <a:lnTo>
                  <a:pt x="13292" y="3600"/>
                </a:lnTo>
                <a:lnTo>
                  <a:pt x="14108" y="5854"/>
                </a:lnTo>
                <a:lnTo>
                  <a:pt x="14696" y="7524"/>
                </a:lnTo>
                <a:lnTo>
                  <a:pt x="15148" y="8917"/>
                </a:lnTo>
                <a:lnTo>
                  <a:pt x="15557" y="10325"/>
                </a:lnTo>
                <a:lnTo>
                  <a:pt x="16016" y="12053"/>
                </a:lnTo>
                <a:lnTo>
                  <a:pt x="16615" y="14400"/>
                </a:lnTo>
                <a:lnTo>
                  <a:pt x="17659" y="16312"/>
                </a:lnTo>
                <a:lnTo>
                  <a:pt x="18358" y="17420"/>
                </a:lnTo>
                <a:lnTo>
                  <a:pt x="19315" y="18677"/>
                </a:lnTo>
                <a:lnTo>
                  <a:pt x="20070" y="19642"/>
                </a:lnTo>
                <a:lnTo>
                  <a:pt x="20831" y="20614"/>
                </a:lnTo>
                <a:lnTo>
                  <a:pt x="21600" y="21600"/>
                </a:lnTo>
                <a:lnTo>
                  <a:pt x="20503" y="21600"/>
                </a:lnTo>
                <a:lnTo>
                  <a:pt x="19405" y="21600"/>
                </a:lnTo>
                <a:lnTo>
                  <a:pt x="18307" y="21600"/>
                </a:lnTo>
                <a:lnTo>
                  <a:pt x="17205" y="21600"/>
                </a:lnTo>
                <a:lnTo>
                  <a:pt x="16100" y="21600"/>
                </a:lnTo>
                <a:lnTo>
                  <a:pt x="14990" y="21600"/>
                </a:lnTo>
                <a:lnTo>
                  <a:pt x="13877" y="21600"/>
                </a:lnTo>
                <a:lnTo>
                  <a:pt x="12757" y="21600"/>
                </a:lnTo>
                <a:lnTo>
                  <a:pt x="11631" y="21600"/>
                </a:lnTo>
                <a:lnTo>
                  <a:pt x="11631" y="19220"/>
                </a:lnTo>
                <a:lnTo>
                  <a:pt x="11631" y="16826"/>
                </a:lnTo>
                <a:lnTo>
                  <a:pt x="11631" y="14400"/>
                </a:lnTo>
                <a:lnTo>
                  <a:pt x="10787" y="15106"/>
                </a:lnTo>
                <a:lnTo>
                  <a:pt x="9931" y="15822"/>
                </a:lnTo>
                <a:lnTo>
                  <a:pt x="8791" y="16567"/>
                </a:lnTo>
                <a:lnTo>
                  <a:pt x="7716" y="17197"/>
                </a:lnTo>
                <a:lnTo>
                  <a:pt x="6668" y="17683"/>
                </a:lnTo>
                <a:lnTo>
                  <a:pt x="5611" y="17996"/>
                </a:lnTo>
                <a:lnTo>
                  <a:pt x="4508" y="18112"/>
                </a:lnTo>
                <a:lnTo>
                  <a:pt x="3323" y="18000"/>
                </a:lnTo>
                <a:lnTo>
                  <a:pt x="2668" y="15919"/>
                </a:lnTo>
                <a:lnTo>
                  <a:pt x="2108" y="13799"/>
                </a:lnTo>
                <a:lnTo>
                  <a:pt x="1630" y="11635"/>
                </a:lnTo>
                <a:lnTo>
                  <a:pt x="1221" y="9421"/>
                </a:lnTo>
                <a:lnTo>
                  <a:pt x="866" y="7153"/>
                </a:lnTo>
                <a:lnTo>
                  <a:pt x="553" y="4831"/>
                </a:lnTo>
                <a:lnTo>
                  <a:pt x="269" y="2448"/>
                </a:lnTo>
                <a:lnTo>
                  <a:pt x="0" y="0"/>
                </a:lnTo>
                <a:close/>
              </a:path>
            </a:pathLst>
          </a:custGeom>
          <a:solidFill>
            <a:srgbClr val="EB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2" name="contour_06830"/>
          <p:cNvSpPr/>
          <p:nvPr/>
        </p:nvSpPr>
        <p:spPr>
          <a:xfrm>
            <a:off x="7859542" y="1880302"/>
            <a:ext cx="3807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5" y="0"/>
                </a:moveTo>
                <a:lnTo>
                  <a:pt x="6864" y="0"/>
                </a:lnTo>
                <a:lnTo>
                  <a:pt x="9597" y="0"/>
                </a:lnTo>
                <a:lnTo>
                  <a:pt x="12342" y="0"/>
                </a:lnTo>
                <a:lnTo>
                  <a:pt x="15100" y="0"/>
                </a:lnTo>
                <a:lnTo>
                  <a:pt x="17875" y="0"/>
                </a:lnTo>
                <a:lnTo>
                  <a:pt x="20674" y="0"/>
                </a:lnTo>
                <a:lnTo>
                  <a:pt x="20947" y="1702"/>
                </a:lnTo>
                <a:lnTo>
                  <a:pt x="21182" y="3391"/>
                </a:lnTo>
                <a:lnTo>
                  <a:pt x="21377" y="5069"/>
                </a:lnTo>
                <a:lnTo>
                  <a:pt x="21517" y="6742"/>
                </a:lnTo>
                <a:lnTo>
                  <a:pt x="21596" y="8410"/>
                </a:lnTo>
                <a:lnTo>
                  <a:pt x="21600" y="10075"/>
                </a:lnTo>
                <a:lnTo>
                  <a:pt x="21517" y="11746"/>
                </a:lnTo>
                <a:lnTo>
                  <a:pt x="21344" y="13421"/>
                </a:lnTo>
                <a:lnTo>
                  <a:pt x="21067" y="15106"/>
                </a:lnTo>
                <a:lnTo>
                  <a:pt x="20674" y="16800"/>
                </a:lnTo>
                <a:lnTo>
                  <a:pt x="18644" y="17995"/>
                </a:lnTo>
                <a:lnTo>
                  <a:pt x="16560" y="19003"/>
                </a:lnTo>
                <a:lnTo>
                  <a:pt x="14393" y="19834"/>
                </a:lnTo>
                <a:lnTo>
                  <a:pt x="12102" y="20498"/>
                </a:lnTo>
                <a:lnTo>
                  <a:pt x="9655" y="21005"/>
                </a:lnTo>
                <a:lnTo>
                  <a:pt x="7008" y="21370"/>
                </a:lnTo>
                <a:lnTo>
                  <a:pt x="4135" y="21600"/>
                </a:lnTo>
                <a:lnTo>
                  <a:pt x="2084" y="20410"/>
                </a:lnTo>
                <a:lnTo>
                  <a:pt x="0" y="19200"/>
                </a:lnTo>
                <a:lnTo>
                  <a:pt x="207" y="17551"/>
                </a:lnTo>
                <a:lnTo>
                  <a:pt x="447" y="15924"/>
                </a:lnTo>
                <a:lnTo>
                  <a:pt x="728" y="14309"/>
                </a:lnTo>
                <a:lnTo>
                  <a:pt x="1046" y="12698"/>
                </a:lnTo>
                <a:lnTo>
                  <a:pt x="1406" y="11081"/>
                </a:lnTo>
                <a:lnTo>
                  <a:pt x="1811" y="9451"/>
                </a:lnTo>
                <a:lnTo>
                  <a:pt x="2134" y="8088"/>
                </a:lnTo>
                <a:lnTo>
                  <a:pt x="2464" y="6708"/>
                </a:lnTo>
                <a:lnTo>
                  <a:pt x="2874" y="5030"/>
                </a:lnTo>
                <a:lnTo>
                  <a:pt x="3287" y="3353"/>
                </a:lnTo>
                <a:lnTo>
                  <a:pt x="3709" y="1675"/>
                </a:lnTo>
                <a:lnTo>
                  <a:pt x="4135" y="0"/>
                </a:lnTo>
                <a:close/>
              </a:path>
            </a:pathLst>
          </a:custGeom>
          <a:solidFill>
            <a:srgbClr val="DC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3" name="contour_06831"/>
          <p:cNvSpPr/>
          <p:nvPr/>
        </p:nvSpPr>
        <p:spPr>
          <a:xfrm>
            <a:off x="4010957" y="1885768"/>
            <a:ext cx="50324" cy="528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16" y="0"/>
                </a:moveTo>
                <a:lnTo>
                  <a:pt x="11837" y="113"/>
                </a:lnTo>
                <a:lnTo>
                  <a:pt x="13673" y="358"/>
                </a:lnTo>
                <a:lnTo>
                  <a:pt x="15168" y="822"/>
                </a:lnTo>
                <a:lnTo>
                  <a:pt x="16554" y="1603"/>
                </a:lnTo>
                <a:lnTo>
                  <a:pt x="18078" y="2789"/>
                </a:lnTo>
                <a:lnTo>
                  <a:pt x="19970" y="4469"/>
                </a:lnTo>
                <a:lnTo>
                  <a:pt x="20787" y="6680"/>
                </a:lnTo>
                <a:lnTo>
                  <a:pt x="21315" y="8661"/>
                </a:lnTo>
                <a:lnTo>
                  <a:pt x="21578" y="10475"/>
                </a:lnTo>
                <a:lnTo>
                  <a:pt x="21600" y="12191"/>
                </a:lnTo>
                <a:lnTo>
                  <a:pt x="21409" y="13878"/>
                </a:lnTo>
                <a:lnTo>
                  <a:pt x="21028" y="15594"/>
                </a:lnTo>
                <a:lnTo>
                  <a:pt x="20480" y="17408"/>
                </a:lnTo>
                <a:lnTo>
                  <a:pt x="19795" y="19389"/>
                </a:lnTo>
                <a:lnTo>
                  <a:pt x="18994" y="21600"/>
                </a:lnTo>
                <a:lnTo>
                  <a:pt x="18050" y="21451"/>
                </a:lnTo>
                <a:lnTo>
                  <a:pt x="17180" y="21311"/>
                </a:lnTo>
                <a:lnTo>
                  <a:pt x="16232" y="21162"/>
                </a:lnTo>
                <a:lnTo>
                  <a:pt x="15050" y="20974"/>
                </a:lnTo>
                <a:lnTo>
                  <a:pt x="13479" y="20724"/>
                </a:lnTo>
                <a:lnTo>
                  <a:pt x="11368" y="20390"/>
                </a:lnTo>
                <a:lnTo>
                  <a:pt x="8556" y="19944"/>
                </a:lnTo>
                <a:lnTo>
                  <a:pt x="4892" y="19363"/>
                </a:lnTo>
                <a:lnTo>
                  <a:pt x="225" y="18621"/>
                </a:lnTo>
                <a:lnTo>
                  <a:pt x="113" y="14408"/>
                </a:lnTo>
                <a:lnTo>
                  <a:pt x="38" y="11324"/>
                </a:lnTo>
                <a:lnTo>
                  <a:pt x="0" y="9111"/>
                </a:lnTo>
                <a:lnTo>
                  <a:pt x="0" y="7505"/>
                </a:lnTo>
                <a:lnTo>
                  <a:pt x="38" y="6245"/>
                </a:lnTo>
                <a:lnTo>
                  <a:pt x="113" y="5071"/>
                </a:lnTo>
                <a:lnTo>
                  <a:pt x="225" y="3724"/>
                </a:lnTo>
                <a:lnTo>
                  <a:pt x="1799" y="2264"/>
                </a:lnTo>
                <a:lnTo>
                  <a:pt x="3066" y="1341"/>
                </a:lnTo>
                <a:lnTo>
                  <a:pt x="4461" y="775"/>
                </a:lnTo>
                <a:lnTo>
                  <a:pt x="6432" y="387"/>
                </a:lnTo>
                <a:lnTo>
                  <a:pt x="9416" y="0"/>
                </a:lnTo>
                <a:close/>
              </a:path>
            </a:pathLst>
          </a:custGeom>
          <a:solidFill>
            <a:srgbClr val="B2A3A8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4" name="contour_06832"/>
          <p:cNvSpPr/>
          <p:nvPr/>
        </p:nvSpPr>
        <p:spPr>
          <a:xfrm>
            <a:off x="2488292" y="1851150"/>
            <a:ext cx="72880" cy="378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274"/>
                </a:lnTo>
                <a:lnTo>
                  <a:pt x="2851" y="548"/>
                </a:lnTo>
                <a:lnTo>
                  <a:pt x="4279" y="822"/>
                </a:lnTo>
                <a:lnTo>
                  <a:pt x="5707" y="1097"/>
                </a:lnTo>
                <a:lnTo>
                  <a:pt x="7137" y="1371"/>
                </a:lnTo>
                <a:lnTo>
                  <a:pt x="8567" y="1649"/>
                </a:lnTo>
                <a:lnTo>
                  <a:pt x="10001" y="1923"/>
                </a:lnTo>
                <a:lnTo>
                  <a:pt x="11437" y="2202"/>
                </a:lnTo>
                <a:lnTo>
                  <a:pt x="12878" y="2476"/>
                </a:lnTo>
                <a:lnTo>
                  <a:pt x="14321" y="2754"/>
                </a:lnTo>
                <a:lnTo>
                  <a:pt x="15766" y="3032"/>
                </a:lnTo>
                <a:lnTo>
                  <a:pt x="17217" y="3311"/>
                </a:lnTo>
                <a:lnTo>
                  <a:pt x="18673" y="3593"/>
                </a:lnTo>
                <a:lnTo>
                  <a:pt x="20133" y="3871"/>
                </a:lnTo>
                <a:lnTo>
                  <a:pt x="21600" y="4154"/>
                </a:lnTo>
                <a:lnTo>
                  <a:pt x="21244" y="6895"/>
                </a:lnTo>
                <a:lnTo>
                  <a:pt x="20887" y="9641"/>
                </a:lnTo>
                <a:lnTo>
                  <a:pt x="20529" y="12399"/>
                </a:lnTo>
                <a:lnTo>
                  <a:pt x="20168" y="15170"/>
                </a:lnTo>
                <a:lnTo>
                  <a:pt x="19805" y="17957"/>
                </a:lnTo>
                <a:lnTo>
                  <a:pt x="19440" y="20769"/>
                </a:lnTo>
                <a:lnTo>
                  <a:pt x="17896" y="21284"/>
                </a:lnTo>
                <a:lnTo>
                  <a:pt x="16390" y="21554"/>
                </a:lnTo>
                <a:lnTo>
                  <a:pt x="14917" y="21600"/>
                </a:lnTo>
                <a:lnTo>
                  <a:pt x="13470" y="21442"/>
                </a:lnTo>
                <a:lnTo>
                  <a:pt x="12042" y="21106"/>
                </a:lnTo>
                <a:lnTo>
                  <a:pt x="10627" y="20607"/>
                </a:lnTo>
                <a:lnTo>
                  <a:pt x="9219" y="19972"/>
                </a:lnTo>
                <a:lnTo>
                  <a:pt x="7811" y="19220"/>
                </a:lnTo>
                <a:lnTo>
                  <a:pt x="6398" y="18377"/>
                </a:lnTo>
                <a:lnTo>
                  <a:pt x="4972" y="17459"/>
                </a:lnTo>
                <a:lnTo>
                  <a:pt x="3527" y="16491"/>
                </a:lnTo>
                <a:lnTo>
                  <a:pt x="2058" y="15494"/>
                </a:lnTo>
                <a:lnTo>
                  <a:pt x="1547" y="14742"/>
                </a:lnTo>
                <a:lnTo>
                  <a:pt x="0" y="12462"/>
                </a:lnTo>
                <a:lnTo>
                  <a:pt x="0" y="9994"/>
                </a:lnTo>
                <a:lnTo>
                  <a:pt x="0" y="7518"/>
                </a:lnTo>
                <a:lnTo>
                  <a:pt x="0" y="5034"/>
                </a:lnTo>
                <a:lnTo>
                  <a:pt x="0" y="2530"/>
                </a:lnTo>
                <a:lnTo>
                  <a:pt x="0" y="0"/>
                </a:lnTo>
                <a:close/>
              </a:path>
            </a:pathLst>
          </a:custGeom>
          <a:solidFill>
            <a:srgbClr val="F9F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5" name="contour_06833"/>
          <p:cNvSpPr/>
          <p:nvPr/>
        </p:nvSpPr>
        <p:spPr>
          <a:xfrm>
            <a:off x="4818620" y="1779021"/>
            <a:ext cx="103861" cy="507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85"/>
                </a:moveTo>
                <a:lnTo>
                  <a:pt x="20804" y="2906"/>
                </a:lnTo>
                <a:lnTo>
                  <a:pt x="19995" y="3027"/>
                </a:lnTo>
                <a:lnTo>
                  <a:pt x="18946" y="3310"/>
                </a:lnTo>
                <a:lnTo>
                  <a:pt x="17937" y="3633"/>
                </a:lnTo>
                <a:lnTo>
                  <a:pt x="16953" y="4021"/>
                </a:lnTo>
                <a:lnTo>
                  <a:pt x="15983" y="4508"/>
                </a:lnTo>
                <a:lnTo>
                  <a:pt x="15010" y="5120"/>
                </a:lnTo>
                <a:lnTo>
                  <a:pt x="14022" y="5890"/>
                </a:lnTo>
                <a:lnTo>
                  <a:pt x="13611" y="8029"/>
                </a:lnTo>
                <a:lnTo>
                  <a:pt x="13414" y="9637"/>
                </a:lnTo>
                <a:lnTo>
                  <a:pt x="13264" y="12099"/>
                </a:lnTo>
                <a:lnTo>
                  <a:pt x="13102" y="14561"/>
                </a:lnTo>
                <a:lnTo>
                  <a:pt x="12905" y="16170"/>
                </a:lnTo>
                <a:lnTo>
                  <a:pt x="12506" y="18309"/>
                </a:lnTo>
                <a:lnTo>
                  <a:pt x="11566" y="19110"/>
                </a:lnTo>
                <a:lnTo>
                  <a:pt x="10601" y="19781"/>
                </a:lnTo>
                <a:lnTo>
                  <a:pt x="9614" y="20327"/>
                </a:lnTo>
                <a:lnTo>
                  <a:pt x="8609" y="20759"/>
                </a:lnTo>
                <a:lnTo>
                  <a:pt x="7589" y="21091"/>
                </a:lnTo>
                <a:lnTo>
                  <a:pt x="6560" y="21330"/>
                </a:lnTo>
                <a:lnTo>
                  <a:pt x="5525" y="21488"/>
                </a:lnTo>
                <a:lnTo>
                  <a:pt x="4486" y="21575"/>
                </a:lnTo>
                <a:lnTo>
                  <a:pt x="3448" y="21600"/>
                </a:lnTo>
                <a:lnTo>
                  <a:pt x="2416" y="21575"/>
                </a:lnTo>
                <a:lnTo>
                  <a:pt x="1391" y="21510"/>
                </a:lnTo>
                <a:lnTo>
                  <a:pt x="380" y="21414"/>
                </a:lnTo>
                <a:lnTo>
                  <a:pt x="168" y="17915"/>
                </a:lnTo>
                <a:lnTo>
                  <a:pt x="42" y="15449"/>
                </a:lnTo>
                <a:lnTo>
                  <a:pt x="0" y="13667"/>
                </a:lnTo>
                <a:lnTo>
                  <a:pt x="42" y="12227"/>
                </a:lnTo>
                <a:lnTo>
                  <a:pt x="168" y="10786"/>
                </a:lnTo>
                <a:lnTo>
                  <a:pt x="380" y="8995"/>
                </a:lnTo>
                <a:lnTo>
                  <a:pt x="1411" y="8041"/>
                </a:lnTo>
                <a:lnTo>
                  <a:pt x="2357" y="7265"/>
                </a:lnTo>
                <a:lnTo>
                  <a:pt x="3266" y="6635"/>
                </a:lnTo>
                <a:lnTo>
                  <a:pt x="4188" y="6120"/>
                </a:lnTo>
                <a:lnTo>
                  <a:pt x="5167" y="5688"/>
                </a:lnTo>
                <a:lnTo>
                  <a:pt x="6254" y="5306"/>
                </a:lnTo>
                <a:lnTo>
                  <a:pt x="8271" y="4524"/>
                </a:lnTo>
                <a:lnTo>
                  <a:pt x="9810" y="3912"/>
                </a:lnTo>
                <a:lnTo>
                  <a:pt x="10961" y="3418"/>
                </a:lnTo>
                <a:lnTo>
                  <a:pt x="11822" y="2996"/>
                </a:lnTo>
                <a:lnTo>
                  <a:pt x="12485" y="2592"/>
                </a:lnTo>
                <a:lnTo>
                  <a:pt x="13041" y="2158"/>
                </a:lnTo>
                <a:lnTo>
                  <a:pt x="13585" y="1639"/>
                </a:lnTo>
                <a:lnTo>
                  <a:pt x="14211" y="990"/>
                </a:lnTo>
                <a:lnTo>
                  <a:pt x="15272" y="233"/>
                </a:lnTo>
                <a:lnTo>
                  <a:pt x="16322" y="0"/>
                </a:lnTo>
                <a:lnTo>
                  <a:pt x="17368" y="177"/>
                </a:lnTo>
                <a:lnTo>
                  <a:pt x="18414" y="652"/>
                </a:lnTo>
                <a:lnTo>
                  <a:pt x="19464" y="1320"/>
                </a:lnTo>
                <a:lnTo>
                  <a:pt x="20525" y="2068"/>
                </a:lnTo>
                <a:lnTo>
                  <a:pt x="21600" y="2785"/>
                </a:lnTo>
                <a:close/>
              </a:path>
            </a:pathLst>
          </a:custGeom>
          <a:solidFill>
            <a:srgbClr val="D1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6" name="contour_06834"/>
          <p:cNvSpPr/>
          <p:nvPr/>
        </p:nvSpPr>
        <p:spPr>
          <a:xfrm>
            <a:off x="1060137" y="1754045"/>
            <a:ext cx="79876" cy="54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34" y="0"/>
                </a:moveTo>
                <a:lnTo>
                  <a:pt x="7586" y="37"/>
                </a:lnTo>
                <a:lnTo>
                  <a:pt x="8817" y="115"/>
                </a:lnTo>
                <a:lnTo>
                  <a:pt x="10039" y="244"/>
                </a:lnTo>
                <a:lnTo>
                  <a:pt x="11257" y="419"/>
                </a:lnTo>
                <a:lnTo>
                  <a:pt x="12481" y="646"/>
                </a:lnTo>
                <a:lnTo>
                  <a:pt x="13717" y="931"/>
                </a:lnTo>
                <a:lnTo>
                  <a:pt x="12861" y="1143"/>
                </a:lnTo>
                <a:lnTo>
                  <a:pt x="11992" y="1359"/>
                </a:lnTo>
                <a:lnTo>
                  <a:pt x="11441" y="1519"/>
                </a:lnTo>
                <a:lnTo>
                  <a:pt x="9775" y="2008"/>
                </a:lnTo>
                <a:lnTo>
                  <a:pt x="8675" y="2309"/>
                </a:lnTo>
                <a:lnTo>
                  <a:pt x="7558" y="2614"/>
                </a:lnTo>
                <a:lnTo>
                  <a:pt x="6703" y="3203"/>
                </a:lnTo>
                <a:lnTo>
                  <a:pt x="5834" y="3803"/>
                </a:lnTo>
                <a:lnTo>
                  <a:pt x="5834" y="5702"/>
                </a:lnTo>
                <a:lnTo>
                  <a:pt x="5834" y="7612"/>
                </a:lnTo>
                <a:lnTo>
                  <a:pt x="5834" y="9548"/>
                </a:lnTo>
                <a:lnTo>
                  <a:pt x="7134" y="9548"/>
                </a:lnTo>
                <a:lnTo>
                  <a:pt x="8435" y="9548"/>
                </a:lnTo>
                <a:lnTo>
                  <a:pt x="9738" y="9548"/>
                </a:lnTo>
                <a:lnTo>
                  <a:pt x="11042" y="9548"/>
                </a:lnTo>
                <a:lnTo>
                  <a:pt x="12349" y="9548"/>
                </a:lnTo>
                <a:lnTo>
                  <a:pt x="13658" y="9548"/>
                </a:lnTo>
                <a:lnTo>
                  <a:pt x="14970" y="9548"/>
                </a:lnTo>
                <a:lnTo>
                  <a:pt x="16287" y="9548"/>
                </a:lnTo>
                <a:lnTo>
                  <a:pt x="17607" y="9548"/>
                </a:lnTo>
                <a:lnTo>
                  <a:pt x="18932" y="9548"/>
                </a:lnTo>
                <a:lnTo>
                  <a:pt x="20264" y="9548"/>
                </a:lnTo>
                <a:lnTo>
                  <a:pt x="21600" y="9548"/>
                </a:lnTo>
                <a:lnTo>
                  <a:pt x="21600" y="11446"/>
                </a:lnTo>
                <a:lnTo>
                  <a:pt x="21600" y="13356"/>
                </a:lnTo>
                <a:lnTo>
                  <a:pt x="21600" y="15292"/>
                </a:lnTo>
                <a:lnTo>
                  <a:pt x="20429" y="15292"/>
                </a:lnTo>
                <a:lnTo>
                  <a:pt x="19255" y="15292"/>
                </a:lnTo>
                <a:lnTo>
                  <a:pt x="18074" y="15292"/>
                </a:lnTo>
                <a:lnTo>
                  <a:pt x="16888" y="15292"/>
                </a:lnTo>
                <a:lnTo>
                  <a:pt x="15688" y="15292"/>
                </a:lnTo>
                <a:lnTo>
                  <a:pt x="15688" y="17191"/>
                </a:lnTo>
                <a:lnTo>
                  <a:pt x="15688" y="19101"/>
                </a:lnTo>
                <a:lnTo>
                  <a:pt x="15688" y="21037"/>
                </a:lnTo>
                <a:lnTo>
                  <a:pt x="14554" y="21123"/>
                </a:lnTo>
                <a:lnTo>
                  <a:pt x="13421" y="21204"/>
                </a:lnTo>
                <a:lnTo>
                  <a:pt x="12288" y="21275"/>
                </a:lnTo>
                <a:lnTo>
                  <a:pt x="11155" y="21339"/>
                </a:lnTo>
                <a:lnTo>
                  <a:pt x="10022" y="21396"/>
                </a:lnTo>
                <a:lnTo>
                  <a:pt x="9552" y="21425"/>
                </a:lnTo>
                <a:lnTo>
                  <a:pt x="8727" y="21479"/>
                </a:lnTo>
                <a:lnTo>
                  <a:pt x="6835" y="21600"/>
                </a:lnTo>
                <a:lnTo>
                  <a:pt x="5365" y="21304"/>
                </a:lnTo>
                <a:lnTo>
                  <a:pt x="4350" y="21003"/>
                </a:lnTo>
                <a:lnTo>
                  <a:pt x="3530" y="20549"/>
                </a:lnTo>
                <a:lnTo>
                  <a:pt x="2645" y="19799"/>
                </a:lnTo>
                <a:lnTo>
                  <a:pt x="1439" y="18613"/>
                </a:lnTo>
                <a:lnTo>
                  <a:pt x="564" y="16634"/>
                </a:lnTo>
                <a:lnTo>
                  <a:pt x="126" y="15244"/>
                </a:lnTo>
                <a:lnTo>
                  <a:pt x="0" y="13781"/>
                </a:lnTo>
                <a:lnTo>
                  <a:pt x="51" y="11590"/>
                </a:lnTo>
                <a:lnTo>
                  <a:pt x="916" y="8218"/>
                </a:lnTo>
                <a:lnTo>
                  <a:pt x="1612" y="5670"/>
                </a:lnTo>
                <a:lnTo>
                  <a:pt x="2211" y="3803"/>
                </a:lnTo>
                <a:lnTo>
                  <a:pt x="2787" y="2487"/>
                </a:lnTo>
                <a:lnTo>
                  <a:pt x="3413" y="1586"/>
                </a:lnTo>
                <a:lnTo>
                  <a:pt x="4164" y="962"/>
                </a:lnTo>
                <a:lnTo>
                  <a:pt x="5114" y="477"/>
                </a:lnTo>
                <a:lnTo>
                  <a:pt x="6334" y="0"/>
                </a:lnTo>
                <a:close/>
              </a:path>
            </a:pathLst>
          </a:custGeom>
          <a:solidFill>
            <a:srgbClr val="7A7B7A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7" name="contour_06835"/>
          <p:cNvSpPr/>
          <p:nvPr/>
        </p:nvSpPr>
        <p:spPr>
          <a:xfrm>
            <a:off x="5046377" y="1727254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44" y="1335"/>
                </a:lnTo>
                <a:lnTo>
                  <a:pt x="21274" y="2659"/>
                </a:lnTo>
                <a:lnTo>
                  <a:pt x="21082" y="3976"/>
                </a:lnTo>
                <a:lnTo>
                  <a:pt x="20863" y="5288"/>
                </a:lnTo>
                <a:lnTo>
                  <a:pt x="20614" y="6594"/>
                </a:lnTo>
                <a:lnTo>
                  <a:pt x="20328" y="7894"/>
                </a:lnTo>
                <a:lnTo>
                  <a:pt x="20002" y="9192"/>
                </a:lnTo>
                <a:lnTo>
                  <a:pt x="19627" y="10488"/>
                </a:lnTo>
                <a:lnTo>
                  <a:pt x="19200" y="11782"/>
                </a:lnTo>
                <a:lnTo>
                  <a:pt x="17666" y="12771"/>
                </a:lnTo>
                <a:lnTo>
                  <a:pt x="16534" y="13482"/>
                </a:lnTo>
                <a:lnTo>
                  <a:pt x="15600" y="14022"/>
                </a:lnTo>
                <a:lnTo>
                  <a:pt x="14666" y="14501"/>
                </a:lnTo>
                <a:lnTo>
                  <a:pt x="13534" y="15026"/>
                </a:lnTo>
                <a:lnTo>
                  <a:pt x="12000" y="15709"/>
                </a:lnTo>
                <a:lnTo>
                  <a:pt x="11506" y="16883"/>
                </a:lnTo>
                <a:lnTo>
                  <a:pt x="11018" y="18060"/>
                </a:lnTo>
                <a:lnTo>
                  <a:pt x="10538" y="19238"/>
                </a:lnTo>
                <a:lnTo>
                  <a:pt x="10066" y="20418"/>
                </a:lnTo>
                <a:lnTo>
                  <a:pt x="9600" y="21600"/>
                </a:lnTo>
                <a:lnTo>
                  <a:pt x="8014" y="21600"/>
                </a:lnTo>
                <a:lnTo>
                  <a:pt x="6418" y="21600"/>
                </a:lnTo>
                <a:lnTo>
                  <a:pt x="4800" y="21600"/>
                </a:lnTo>
                <a:lnTo>
                  <a:pt x="4800" y="20302"/>
                </a:lnTo>
                <a:lnTo>
                  <a:pt x="4800" y="18996"/>
                </a:lnTo>
                <a:lnTo>
                  <a:pt x="4800" y="17673"/>
                </a:lnTo>
                <a:lnTo>
                  <a:pt x="3374" y="16952"/>
                </a:lnTo>
                <a:lnTo>
                  <a:pt x="2400" y="16506"/>
                </a:lnTo>
                <a:lnTo>
                  <a:pt x="1426" y="16155"/>
                </a:lnTo>
                <a:lnTo>
                  <a:pt x="0" y="15709"/>
                </a:lnTo>
                <a:lnTo>
                  <a:pt x="1639" y="15526"/>
                </a:lnTo>
                <a:lnTo>
                  <a:pt x="3300" y="15340"/>
                </a:lnTo>
                <a:lnTo>
                  <a:pt x="5071" y="14509"/>
                </a:lnTo>
                <a:lnTo>
                  <a:pt x="6458" y="13634"/>
                </a:lnTo>
                <a:lnTo>
                  <a:pt x="7534" y="12693"/>
                </a:lnTo>
                <a:lnTo>
                  <a:pt x="8374" y="11666"/>
                </a:lnTo>
                <a:lnTo>
                  <a:pt x="9053" y="10535"/>
                </a:lnTo>
                <a:lnTo>
                  <a:pt x="9648" y="9276"/>
                </a:lnTo>
                <a:lnTo>
                  <a:pt x="10234" y="7874"/>
                </a:lnTo>
                <a:lnTo>
                  <a:pt x="10884" y="6305"/>
                </a:lnTo>
                <a:lnTo>
                  <a:pt x="11743" y="4632"/>
                </a:lnTo>
                <a:lnTo>
                  <a:pt x="12634" y="3260"/>
                </a:lnTo>
                <a:lnTo>
                  <a:pt x="13613" y="2164"/>
                </a:lnTo>
                <a:lnTo>
                  <a:pt x="14726" y="1322"/>
                </a:lnTo>
                <a:lnTo>
                  <a:pt x="16030" y="707"/>
                </a:lnTo>
                <a:lnTo>
                  <a:pt x="17575" y="298"/>
                </a:lnTo>
                <a:lnTo>
                  <a:pt x="19416" y="71"/>
                </a:lnTo>
                <a:lnTo>
                  <a:pt x="21600" y="0"/>
                </a:lnTo>
                <a:close/>
              </a:path>
            </a:pathLst>
          </a:custGeom>
          <a:solidFill>
            <a:srgbClr val="B8E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8" name="contour_06836"/>
          <p:cNvSpPr/>
          <p:nvPr/>
        </p:nvSpPr>
        <p:spPr>
          <a:xfrm>
            <a:off x="1934404" y="1749118"/>
            <a:ext cx="72880" cy="44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066" y="0"/>
                </a:lnTo>
                <a:lnTo>
                  <a:pt x="11493" y="0"/>
                </a:lnTo>
                <a:lnTo>
                  <a:pt x="12921" y="0"/>
                </a:lnTo>
                <a:lnTo>
                  <a:pt x="14353" y="0"/>
                </a:lnTo>
                <a:lnTo>
                  <a:pt x="15790" y="0"/>
                </a:lnTo>
                <a:lnTo>
                  <a:pt x="17232" y="0"/>
                </a:lnTo>
                <a:lnTo>
                  <a:pt x="18680" y="0"/>
                </a:lnTo>
                <a:lnTo>
                  <a:pt x="20136" y="0"/>
                </a:lnTo>
                <a:lnTo>
                  <a:pt x="21600" y="0"/>
                </a:lnTo>
                <a:lnTo>
                  <a:pt x="21429" y="2703"/>
                </a:lnTo>
                <a:lnTo>
                  <a:pt x="21241" y="5135"/>
                </a:lnTo>
                <a:lnTo>
                  <a:pt x="20989" y="7399"/>
                </a:lnTo>
                <a:lnTo>
                  <a:pt x="20632" y="9604"/>
                </a:lnTo>
                <a:lnTo>
                  <a:pt x="20131" y="11850"/>
                </a:lnTo>
                <a:lnTo>
                  <a:pt x="19440" y="14243"/>
                </a:lnTo>
                <a:lnTo>
                  <a:pt x="18053" y="15703"/>
                </a:lnTo>
                <a:lnTo>
                  <a:pt x="16651" y="16974"/>
                </a:lnTo>
                <a:lnTo>
                  <a:pt x="15232" y="18071"/>
                </a:lnTo>
                <a:lnTo>
                  <a:pt x="13794" y="19001"/>
                </a:lnTo>
                <a:lnTo>
                  <a:pt x="12340" y="19773"/>
                </a:lnTo>
                <a:lnTo>
                  <a:pt x="10867" y="20396"/>
                </a:lnTo>
                <a:lnTo>
                  <a:pt x="9374" y="20877"/>
                </a:lnTo>
                <a:lnTo>
                  <a:pt x="7865" y="21230"/>
                </a:lnTo>
                <a:lnTo>
                  <a:pt x="6333" y="21465"/>
                </a:lnTo>
                <a:lnTo>
                  <a:pt x="4782" y="21582"/>
                </a:lnTo>
                <a:lnTo>
                  <a:pt x="3210" y="21600"/>
                </a:lnTo>
                <a:lnTo>
                  <a:pt x="1616" y="21525"/>
                </a:lnTo>
                <a:lnTo>
                  <a:pt x="0" y="21365"/>
                </a:lnTo>
                <a:lnTo>
                  <a:pt x="205" y="18890"/>
                </a:lnTo>
                <a:lnTo>
                  <a:pt x="443" y="16469"/>
                </a:lnTo>
                <a:lnTo>
                  <a:pt x="734" y="14087"/>
                </a:lnTo>
                <a:lnTo>
                  <a:pt x="1104" y="11740"/>
                </a:lnTo>
                <a:lnTo>
                  <a:pt x="1570" y="9422"/>
                </a:lnTo>
                <a:lnTo>
                  <a:pt x="2160" y="7122"/>
                </a:lnTo>
                <a:lnTo>
                  <a:pt x="3832" y="6694"/>
                </a:lnTo>
                <a:lnTo>
                  <a:pt x="5005" y="6481"/>
                </a:lnTo>
                <a:lnTo>
                  <a:pt x="5990" y="6481"/>
                </a:lnTo>
                <a:lnTo>
                  <a:pt x="7098" y="6694"/>
                </a:lnTo>
                <a:lnTo>
                  <a:pt x="8640" y="7122"/>
                </a:lnTo>
                <a:lnTo>
                  <a:pt x="8640" y="4768"/>
                </a:lnTo>
                <a:lnTo>
                  <a:pt x="8640" y="2400"/>
                </a:lnTo>
                <a:lnTo>
                  <a:pt x="8640" y="0"/>
                </a:lnTo>
                <a:close/>
              </a:path>
            </a:pathLst>
          </a:custGeom>
          <a:solidFill>
            <a:srgbClr val="33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6839" name="contour_06837"/>
          <p:cNvSpPr/>
          <p:nvPr/>
        </p:nvSpPr>
        <p:spPr>
          <a:xfrm>
            <a:off x="10461355" y="1645432"/>
            <a:ext cx="73988" cy="45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11" y="790"/>
                </a:moveTo>
                <a:lnTo>
                  <a:pt x="10062" y="473"/>
                </a:lnTo>
                <a:lnTo>
                  <a:pt x="11585" y="219"/>
                </a:lnTo>
                <a:lnTo>
                  <a:pt x="13091" y="52"/>
                </a:lnTo>
                <a:lnTo>
                  <a:pt x="14591" y="0"/>
                </a:lnTo>
                <a:lnTo>
                  <a:pt x="16096" y="87"/>
                </a:lnTo>
                <a:lnTo>
                  <a:pt x="17611" y="344"/>
                </a:lnTo>
                <a:lnTo>
                  <a:pt x="19149" y="790"/>
                </a:lnTo>
                <a:lnTo>
                  <a:pt x="19957" y="2748"/>
                </a:lnTo>
                <a:lnTo>
                  <a:pt x="20543" y="4644"/>
                </a:lnTo>
                <a:lnTo>
                  <a:pt x="20968" y="6585"/>
                </a:lnTo>
                <a:lnTo>
                  <a:pt x="21298" y="8662"/>
                </a:lnTo>
                <a:lnTo>
                  <a:pt x="21600" y="10983"/>
                </a:lnTo>
                <a:lnTo>
                  <a:pt x="21389" y="13199"/>
                </a:lnTo>
                <a:lnTo>
                  <a:pt x="21121" y="14743"/>
                </a:lnTo>
                <a:lnTo>
                  <a:pt x="20619" y="16344"/>
                </a:lnTo>
                <a:lnTo>
                  <a:pt x="19706" y="18726"/>
                </a:lnTo>
                <a:lnTo>
                  <a:pt x="18281" y="20062"/>
                </a:lnTo>
                <a:lnTo>
                  <a:pt x="16896" y="20943"/>
                </a:lnTo>
                <a:lnTo>
                  <a:pt x="15528" y="21433"/>
                </a:lnTo>
                <a:lnTo>
                  <a:pt x="14155" y="21600"/>
                </a:lnTo>
                <a:lnTo>
                  <a:pt x="12762" y="21510"/>
                </a:lnTo>
                <a:lnTo>
                  <a:pt x="11326" y="21228"/>
                </a:lnTo>
                <a:lnTo>
                  <a:pt x="9828" y="20821"/>
                </a:lnTo>
                <a:lnTo>
                  <a:pt x="8245" y="20358"/>
                </a:lnTo>
                <a:lnTo>
                  <a:pt x="7053" y="20062"/>
                </a:lnTo>
                <a:lnTo>
                  <a:pt x="5843" y="19760"/>
                </a:lnTo>
                <a:lnTo>
                  <a:pt x="4381" y="19384"/>
                </a:lnTo>
                <a:lnTo>
                  <a:pt x="2919" y="18991"/>
                </a:lnTo>
                <a:lnTo>
                  <a:pt x="1460" y="18591"/>
                </a:lnTo>
                <a:lnTo>
                  <a:pt x="0" y="18184"/>
                </a:lnTo>
                <a:lnTo>
                  <a:pt x="515" y="16135"/>
                </a:lnTo>
                <a:lnTo>
                  <a:pt x="909" y="14726"/>
                </a:lnTo>
                <a:lnTo>
                  <a:pt x="1379" y="13306"/>
                </a:lnTo>
                <a:lnTo>
                  <a:pt x="2128" y="11226"/>
                </a:lnTo>
                <a:lnTo>
                  <a:pt x="3774" y="11017"/>
                </a:lnTo>
                <a:lnTo>
                  <a:pt x="4930" y="10913"/>
                </a:lnTo>
                <a:lnTo>
                  <a:pt x="5900" y="10913"/>
                </a:lnTo>
                <a:lnTo>
                  <a:pt x="6991" y="11017"/>
                </a:lnTo>
                <a:lnTo>
                  <a:pt x="8511" y="11226"/>
                </a:lnTo>
                <a:lnTo>
                  <a:pt x="8511" y="9160"/>
                </a:lnTo>
                <a:lnTo>
                  <a:pt x="8511" y="7086"/>
                </a:lnTo>
                <a:lnTo>
                  <a:pt x="8511" y="5006"/>
                </a:lnTo>
                <a:lnTo>
                  <a:pt x="8511" y="2908"/>
                </a:lnTo>
                <a:lnTo>
                  <a:pt x="8511" y="790"/>
                </a:lnTo>
                <a:close/>
              </a:path>
            </a:pathLst>
          </a:custGeom>
          <a:solidFill>
            <a:srgbClr val="545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0" name="contour_06838"/>
          <p:cNvSpPr/>
          <p:nvPr/>
        </p:nvSpPr>
        <p:spPr>
          <a:xfrm>
            <a:off x="4710430" y="1610646"/>
            <a:ext cx="118947" cy="74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" y="0"/>
                </a:moveTo>
                <a:lnTo>
                  <a:pt x="783" y="0"/>
                </a:lnTo>
                <a:lnTo>
                  <a:pt x="1450" y="0"/>
                </a:lnTo>
                <a:lnTo>
                  <a:pt x="1574" y="1198"/>
                </a:lnTo>
                <a:lnTo>
                  <a:pt x="1695" y="2398"/>
                </a:lnTo>
                <a:lnTo>
                  <a:pt x="1814" y="3598"/>
                </a:lnTo>
                <a:lnTo>
                  <a:pt x="1928" y="4800"/>
                </a:lnTo>
                <a:lnTo>
                  <a:pt x="2038" y="6002"/>
                </a:lnTo>
                <a:lnTo>
                  <a:pt x="2194" y="7482"/>
                </a:lnTo>
                <a:lnTo>
                  <a:pt x="2368" y="8888"/>
                </a:lnTo>
                <a:lnTo>
                  <a:pt x="2564" y="10240"/>
                </a:lnTo>
                <a:lnTo>
                  <a:pt x="2789" y="11556"/>
                </a:lnTo>
                <a:lnTo>
                  <a:pt x="3048" y="12857"/>
                </a:lnTo>
                <a:lnTo>
                  <a:pt x="3350" y="14165"/>
                </a:lnTo>
                <a:lnTo>
                  <a:pt x="3696" y="15495"/>
                </a:lnTo>
                <a:lnTo>
                  <a:pt x="4097" y="16870"/>
                </a:lnTo>
                <a:lnTo>
                  <a:pt x="5045" y="17364"/>
                </a:lnTo>
                <a:lnTo>
                  <a:pt x="5977" y="17733"/>
                </a:lnTo>
                <a:lnTo>
                  <a:pt x="6895" y="17983"/>
                </a:lnTo>
                <a:lnTo>
                  <a:pt x="7807" y="18123"/>
                </a:lnTo>
                <a:lnTo>
                  <a:pt x="8714" y="18154"/>
                </a:lnTo>
                <a:lnTo>
                  <a:pt x="9623" y="18085"/>
                </a:lnTo>
                <a:lnTo>
                  <a:pt x="10537" y="17914"/>
                </a:lnTo>
                <a:lnTo>
                  <a:pt x="11462" y="17652"/>
                </a:lnTo>
                <a:lnTo>
                  <a:pt x="12402" y="17302"/>
                </a:lnTo>
                <a:lnTo>
                  <a:pt x="13362" y="16870"/>
                </a:lnTo>
                <a:lnTo>
                  <a:pt x="13707" y="15828"/>
                </a:lnTo>
                <a:lnTo>
                  <a:pt x="14044" y="14778"/>
                </a:lnTo>
                <a:lnTo>
                  <a:pt x="14370" y="13720"/>
                </a:lnTo>
                <a:lnTo>
                  <a:pt x="14685" y="12653"/>
                </a:lnTo>
                <a:lnTo>
                  <a:pt x="15625" y="12416"/>
                </a:lnTo>
                <a:lnTo>
                  <a:pt x="16290" y="12311"/>
                </a:lnTo>
                <a:lnTo>
                  <a:pt x="17002" y="12311"/>
                </a:lnTo>
                <a:lnTo>
                  <a:pt x="18076" y="12389"/>
                </a:lnTo>
                <a:lnTo>
                  <a:pt x="18982" y="12446"/>
                </a:lnTo>
                <a:lnTo>
                  <a:pt x="19901" y="12505"/>
                </a:lnTo>
                <a:lnTo>
                  <a:pt x="20597" y="12579"/>
                </a:lnTo>
                <a:lnTo>
                  <a:pt x="21302" y="12653"/>
                </a:lnTo>
                <a:lnTo>
                  <a:pt x="21501" y="14158"/>
                </a:lnTo>
                <a:lnTo>
                  <a:pt x="21600" y="15240"/>
                </a:lnTo>
                <a:lnTo>
                  <a:pt x="21600" y="16202"/>
                </a:lnTo>
                <a:lnTo>
                  <a:pt x="21501" y="17347"/>
                </a:lnTo>
                <a:lnTo>
                  <a:pt x="21302" y="18979"/>
                </a:lnTo>
                <a:lnTo>
                  <a:pt x="20427" y="19453"/>
                </a:lnTo>
                <a:lnTo>
                  <a:pt x="19547" y="19858"/>
                </a:lnTo>
                <a:lnTo>
                  <a:pt x="18661" y="20204"/>
                </a:lnTo>
                <a:lnTo>
                  <a:pt x="17769" y="20491"/>
                </a:lnTo>
                <a:lnTo>
                  <a:pt x="16871" y="20729"/>
                </a:lnTo>
                <a:lnTo>
                  <a:pt x="15970" y="20919"/>
                </a:lnTo>
                <a:lnTo>
                  <a:pt x="15065" y="21071"/>
                </a:lnTo>
                <a:lnTo>
                  <a:pt x="14157" y="21187"/>
                </a:lnTo>
                <a:lnTo>
                  <a:pt x="13245" y="21273"/>
                </a:lnTo>
                <a:lnTo>
                  <a:pt x="12331" y="21336"/>
                </a:lnTo>
                <a:lnTo>
                  <a:pt x="11415" y="21383"/>
                </a:lnTo>
                <a:lnTo>
                  <a:pt x="10496" y="21414"/>
                </a:lnTo>
                <a:lnTo>
                  <a:pt x="9576" y="21438"/>
                </a:lnTo>
                <a:lnTo>
                  <a:pt x="8657" y="21459"/>
                </a:lnTo>
                <a:lnTo>
                  <a:pt x="7737" y="21484"/>
                </a:lnTo>
                <a:lnTo>
                  <a:pt x="6845" y="21526"/>
                </a:lnTo>
                <a:lnTo>
                  <a:pt x="5938" y="21566"/>
                </a:lnTo>
                <a:lnTo>
                  <a:pt x="5097" y="21568"/>
                </a:lnTo>
                <a:lnTo>
                  <a:pt x="4242" y="21573"/>
                </a:lnTo>
                <a:lnTo>
                  <a:pt x="3860" y="21581"/>
                </a:lnTo>
                <a:lnTo>
                  <a:pt x="2710" y="21600"/>
                </a:lnTo>
                <a:lnTo>
                  <a:pt x="1793" y="21170"/>
                </a:lnTo>
                <a:lnTo>
                  <a:pt x="1252" y="20548"/>
                </a:lnTo>
                <a:lnTo>
                  <a:pt x="622" y="19204"/>
                </a:lnTo>
                <a:lnTo>
                  <a:pt x="375" y="17844"/>
                </a:lnTo>
                <a:lnTo>
                  <a:pt x="200" y="16482"/>
                </a:lnTo>
                <a:lnTo>
                  <a:pt x="87" y="15118"/>
                </a:lnTo>
                <a:lnTo>
                  <a:pt x="24" y="13745"/>
                </a:lnTo>
                <a:lnTo>
                  <a:pt x="0" y="12368"/>
                </a:lnTo>
                <a:lnTo>
                  <a:pt x="4" y="10980"/>
                </a:lnTo>
                <a:lnTo>
                  <a:pt x="22" y="9582"/>
                </a:lnTo>
                <a:lnTo>
                  <a:pt x="45" y="8171"/>
                </a:lnTo>
                <a:lnTo>
                  <a:pt x="53" y="6991"/>
                </a:lnTo>
                <a:lnTo>
                  <a:pt x="62" y="5791"/>
                </a:lnTo>
                <a:lnTo>
                  <a:pt x="75" y="4344"/>
                </a:lnTo>
                <a:lnTo>
                  <a:pt x="91" y="2895"/>
                </a:lnTo>
                <a:lnTo>
                  <a:pt x="109" y="1447"/>
                </a:lnTo>
                <a:lnTo>
                  <a:pt x="127" y="0"/>
                </a:lnTo>
                <a:close/>
              </a:path>
            </a:pathLst>
          </a:custGeom>
          <a:solidFill>
            <a:srgbClr val="91B4CA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1" name="contour_06839"/>
          <p:cNvSpPr/>
          <p:nvPr/>
        </p:nvSpPr>
        <p:spPr>
          <a:xfrm>
            <a:off x="4623673" y="1603358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247" y="0"/>
                </a:lnTo>
                <a:lnTo>
                  <a:pt x="11497" y="0"/>
                </a:lnTo>
                <a:lnTo>
                  <a:pt x="12746" y="0"/>
                </a:lnTo>
                <a:lnTo>
                  <a:pt x="13997" y="0"/>
                </a:lnTo>
                <a:lnTo>
                  <a:pt x="15253" y="0"/>
                </a:lnTo>
                <a:lnTo>
                  <a:pt x="16511" y="0"/>
                </a:lnTo>
                <a:lnTo>
                  <a:pt x="17775" y="0"/>
                </a:lnTo>
                <a:lnTo>
                  <a:pt x="19044" y="0"/>
                </a:lnTo>
                <a:lnTo>
                  <a:pt x="20318" y="0"/>
                </a:lnTo>
                <a:lnTo>
                  <a:pt x="21600" y="0"/>
                </a:lnTo>
                <a:lnTo>
                  <a:pt x="21600" y="1071"/>
                </a:lnTo>
                <a:lnTo>
                  <a:pt x="21600" y="2160"/>
                </a:lnTo>
                <a:lnTo>
                  <a:pt x="20412" y="2160"/>
                </a:lnTo>
                <a:lnTo>
                  <a:pt x="19222" y="2160"/>
                </a:lnTo>
                <a:lnTo>
                  <a:pt x="18032" y="2160"/>
                </a:lnTo>
                <a:lnTo>
                  <a:pt x="16839" y="2160"/>
                </a:lnTo>
                <a:lnTo>
                  <a:pt x="15642" y="2160"/>
                </a:lnTo>
                <a:lnTo>
                  <a:pt x="14440" y="2160"/>
                </a:lnTo>
                <a:lnTo>
                  <a:pt x="13234" y="2160"/>
                </a:lnTo>
                <a:lnTo>
                  <a:pt x="12020" y="2160"/>
                </a:lnTo>
                <a:lnTo>
                  <a:pt x="10800" y="2160"/>
                </a:lnTo>
                <a:lnTo>
                  <a:pt x="10663" y="3640"/>
                </a:lnTo>
                <a:lnTo>
                  <a:pt x="10526" y="5121"/>
                </a:lnTo>
                <a:lnTo>
                  <a:pt x="10388" y="6603"/>
                </a:lnTo>
                <a:lnTo>
                  <a:pt x="10251" y="8087"/>
                </a:lnTo>
                <a:lnTo>
                  <a:pt x="10114" y="9573"/>
                </a:lnTo>
                <a:lnTo>
                  <a:pt x="9976" y="11061"/>
                </a:lnTo>
                <a:lnTo>
                  <a:pt x="9837" y="12554"/>
                </a:lnTo>
                <a:lnTo>
                  <a:pt x="9698" y="14049"/>
                </a:lnTo>
                <a:lnTo>
                  <a:pt x="9560" y="15548"/>
                </a:lnTo>
                <a:lnTo>
                  <a:pt x="9421" y="17053"/>
                </a:lnTo>
                <a:lnTo>
                  <a:pt x="9281" y="18563"/>
                </a:lnTo>
                <a:lnTo>
                  <a:pt x="9140" y="20077"/>
                </a:lnTo>
                <a:lnTo>
                  <a:pt x="9000" y="21600"/>
                </a:lnTo>
                <a:lnTo>
                  <a:pt x="7727" y="21600"/>
                </a:lnTo>
                <a:lnTo>
                  <a:pt x="6453" y="21600"/>
                </a:lnTo>
                <a:lnTo>
                  <a:pt x="5175" y="21600"/>
                </a:lnTo>
                <a:lnTo>
                  <a:pt x="3892" y="21600"/>
                </a:lnTo>
                <a:lnTo>
                  <a:pt x="2603" y="21600"/>
                </a:lnTo>
                <a:lnTo>
                  <a:pt x="1307" y="21600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0"/>
                </a:lnTo>
                <a:lnTo>
                  <a:pt x="0" y="15470"/>
                </a:lnTo>
                <a:lnTo>
                  <a:pt x="0" y="13923"/>
                </a:lnTo>
                <a:lnTo>
                  <a:pt x="0" y="12368"/>
                </a:lnTo>
                <a:lnTo>
                  <a:pt x="0" y="10800"/>
                </a:lnTo>
                <a:lnTo>
                  <a:pt x="1273" y="10800"/>
                </a:lnTo>
                <a:lnTo>
                  <a:pt x="2547" y="10800"/>
                </a:lnTo>
                <a:lnTo>
                  <a:pt x="3825" y="10800"/>
                </a:lnTo>
                <a:lnTo>
                  <a:pt x="5108" y="10800"/>
                </a:lnTo>
                <a:lnTo>
                  <a:pt x="6397" y="10800"/>
                </a:lnTo>
                <a:lnTo>
                  <a:pt x="7693" y="10800"/>
                </a:lnTo>
                <a:lnTo>
                  <a:pt x="9000" y="10800"/>
                </a:lnTo>
                <a:lnTo>
                  <a:pt x="9000" y="9273"/>
                </a:lnTo>
                <a:lnTo>
                  <a:pt x="9000" y="7744"/>
                </a:lnTo>
                <a:lnTo>
                  <a:pt x="9000" y="6210"/>
                </a:lnTo>
                <a:lnTo>
                  <a:pt x="9000" y="4670"/>
                </a:lnTo>
                <a:lnTo>
                  <a:pt x="9000" y="3123"/>
                </a:lnTo>
                <a:lnTo>
                  <a:pt x="9000" y="1568"/>
                </a:lnTo>
                <a:lnTo>
                  <a:pt x="9000" y="0"/>
                </a:lnTo>
                <a:close/>
              </a:path>
            </a:pathLst>
          </a:custGeom>
          <a:solidFill>
            <a:srgbClr val="8AA8BA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2" name="contour_06840"/>
          <p:cNvSpPr/>
          <p:nvPr/>
        </p:nvSpPr>
        <p:spPr>
          <a:xfrm>
            <a:off x="11510825" y="1450114"/>
            <a:ext cx="138472" cy="366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6"/>
                </a:moveTo>
                <a:lnTo>
                  <a:pt x="20936" y="2209"/>
                </a:lnTo>
                <a:lnTo>
                  <a:pt x="20287" y="4176"/>
                </a:lnTo>
                <a:lnTo>
                  <a:pt x="19646" y="6020"/>
                </a:lnTo>
                <a:lnTo>
                  <a:pt x="19009" y="7743"/>
                </a:lnTo>
                <a:lnTo>
                  <a:pt x="18370" y="9337"/>
                </a:lnTo>
                <a:lnTo>
                  <a:pt x="17723" y="10798"/>
                </a:lnTo>
                <a:lnTo>
                  <a:pt x="17063" y="12134"/>
                </a:lnTo>
                <a:lnTo>
                  <a:pt x="16383" y="13333"/>
                </a:lnTo>
                <a:lnTo>
                  <a:pt x="15679" y="14403"/>
                </a:lnTo>
                <a:lnTo>
                  <a:pt x="14945" y="15335"/>
                </a:lnTo>
                <a:lnTo>
                  <a:pt x="14175" y="16130"/>
                </a:lnTo>
                <a:lnTo>
                  <a:pt x="13364" y="16788"/>
                </a:lnTo>
                <a:lnTo>
                  <a:pt x="12505" y="17303"/>
                </a:lnTo>
                <a:lnTo>
                  <a:pt x="11671" y="16177"/>
                </a:lnTo>
                <a:lnTo>
                  <a:pt x="11155" y="15357"/>
                </a:lnTo>
                <a:lnTo>
                  <a:pt x="10747" y="14433"/>
                </a:lnTo>
                <a:lnTo>
                  <a:pt x="10232" y="13006"/>
                </a:lnTo>
                <a:lnTo>
                  <a:pt x="9950" y="15133"/>
                </a:lnTo>
                <a:lnTo>
                  <a:pt x="9668" y="17273"/>
                </a:lnTo>
                <a:lnTo>
                  <a:pt x="9382" y="19422"/>
                </a:lnTo>
                <a:lnTo>
                  <a:pt x="9095" y="21600"/>
                </a:lnTo>
                <a:lnTo>
                  <a:pt x="9095" y="18760"/>
                </a:lnTo>
                <a:lnTo>
                  <a:pt x="9095" y="15902"/>
                </a:lnTo>
                <a:lnTo>
                  <a:pt x="9095" y="13006"/>
                </a:lnTo>
                <a:lnTo>
                  <a:pt x="8344" y="12650"/>
                </a:lnTo>
                <a:lnTo>
                  <a:pt x="7594" y="12297"/>
                </a:lnTo>
                <a:lnTo>
                  <a:pt x="6843" y="11941"/>
                </a:lnTo>
                <a:lnTo>
                  <a:pt x="6090" y="11588"/>
                </a:lnTo>
                <a:lnTo>
                  <a:pt x="5336" y="11232"/>
                </a:lnTo>
                <a:lnTo>
                  <a:pt x="4581" y="10875"/>
                </a:lnTo>
                <a:lnTo>
                  <a:pt x="3824" y="10519"/>
                </a:lnTo>
                <a:lnTo>
                  <a:pt x="3065" y="10158"/>
                </a:lnTo>
                <a:lnTo>
                  <a:pt x="2303" y="9797"/>
                </a:lnTo>
                <a:lnTo>
                  <a:pt x="1539" y="9436"/>
                </a:lnTo>
                <a:lnTo>
                  <a:pt x="771" y="9075"/>
                </a:lnTo>
                <a:lnTo>
                  <a:pt x="0" y="8710"/>
                </a:lnTo>
                <a:lnTo>
                  <a:pt x="0" y="6578"/>
                </a:lnTo>
                <a:lnTo>
                  <a:pt x="0" y="4413"/>
                </a:lnTo>
                <a:lnTo>
                  <a:pt x="804" y="4065"/>
                </a:lnTo>
                <a:lnTo>
                  <a:pt x="1605" y="3725"/>
                </a:lnTo>
                <a:lnTo>
                  <a:pt x="2407" y="3403"/>
                </a:lnTo>
                <a:lnTo>
                  <a:pt x="3207" y="3094"/>
                </a:lnTo>
                <a:lnTo>
                  <a:pt x="4006" y="2797"/>
                </a:lnTo>
                <a:lnTo>
                  <a:pt x="4804" y="2514"/>
                </a:lnTo>
                <a:lnTo>
                  <a:pt x="5602" y="2243"/>
                </a:lnTo>
                <a:lnTo>
                  <a:pt x="6399" y="1985"/>
                </a:lnTo>
                <a:lnTo>
                  <a:pt x="7197" y="1744"/>
                </a:lnTo>
                <a:lnTo>
                  <a:pt x="7993" y="1517"/>
                </a:lnTo>
                <a:lnTo>
                  <a:pt x="8790" y="1306"/>
                </a:lnTo>
                <a:lnTo>
                  <a:pt x="9587" y="1109"/>
                </a:lnTo>
                <a:lnTo>
                  <a:pt x="10383" y="928"/>
                </a:lnTo>
                <a:lnTo>
                  <a:pt x="11180" y="761"/>
                </a:lnTo>
                <a:lnTo>
                  <a:pt x="11977" y="610"/>
                </a:lnTo>
                <a:lnTo>
                  <a:pt x="12775" y="477"/>
                </a:lnTo>
                <a:lnTo>
                  <a:pt x="13572" y="357"/>
                </a:lnTo>
                <a:lnTo>
                  <a:pt x="14371" y="254"/>
                </a:lnTo>
                <a:lnTo>
                  <a:pt x="15170" y="168"/>
                </a:lnTo>
                <a:lnTo>
                  <a:pt x="15969" y="99"/>
                </a:lnTo>
                <a:lnTo>
                  <a:pt x="16771" y="47"/>
                </a:lnTo>
                <a:lnTo>
                  <a:pt x="17572" y="17"/>
                </a:lnTo>
                <a:lnTo>
                  <a:pt x="18375" y="0"/>
                </a:lnTo>
                <a:lnTo>
                  <a:pt x="19179" y="0"/>
                </a:lnTo>
                <a:lnTo>
                  <a:pt x="19985" y="21"/>
                </a:lnTo>
                <a:lnTo>
                  <a:pt x="20792" y="60"/>
                </a:lnTo>
                <a:lnTo>
                  <a:pt x="21600" y="116"/>
                </a:lnTo>
                <a:close/>
              </a:path>
            </a:pathLst>
          </a:custGeom>
          <a:solidFill>
            <a:srgbClr val="D9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3" name="contour_06841"/>
          <p:cNvSpPr/>
          <p:nvPr/>
        </p:nvSpPr>
        <p:spPr>
          <a:xfrm>
            <a:off x="7859542" y="1443022"/>
            <a:ext cx="2040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2" y="0"/>
                </a:lnTo>
                <a:lnTo>
                  <a:pt x="1085" y="0"/>
                </a:lnTo>
                <a:lnTo>
                  <a:pt x="1628" y="0"/>
                </a:lnTo>
                <a:lnTo>
                  <a:pt x="2171" y="0"/>
                </a:lnTo>
                <a:lnTo>
                  <a:pt x="2714" y="0"/>
                </a:lnTo>
                <a:lnTo>
                  <a:pt x="3257" y="0"/>
                </a:lnTo>
                <a:lnTo>
                  <a:pt x="3800" y="0"/>
                </a:lnTo>
                <a:lnTo>
                  <a:pt x="4343" y="0"/>
                </a:lnTo>
                <a:lnTo>
                  <a:pt x="4886" y="0"/>
                </a:lnTo>
                <a:lnTo>
                  <a:pt x="5430" y="0"/>
                </a:lnTo>
                <a:lnTo>
                  <a:pt x="5974" y="0"/>
                </a:lnTo>
                <a:lnTo>
                  <a:pt x="6519" y="0"/>
                </a:lnTo>
                <a:lnTo>
                  <a:pt x="7062" y="0"/>
                </a:lnTo>
                <a:lnTo>
                  <a:pt x="7607" y="0"/>
                </a:lnTo>
                <a:lnTo>
                  <a:pt x="8152" y="0"/>
                </a:lnTo>
                <a:lnTo>
                  <a:pt x="8698" y="0"/>
                </a:lnTo>
                <a:lnTo>
                  <a:pt x="9243" y="0"/>
                </a:lnTo>
                <a:lnTo>
                  <a:pt x="9789" y="0"/>
                </a:lnTo>
                <a:lnTo>
                  <a:pt x="10336" y="0"/>
                </a:lnTo>
                <a:lnTo>
                  <a:pt x="10883" y="0"/>
                </a:lnTo>
                <a:lnTo>
                  <a:pt x="11430" y="0"/>
                </a:lnTo>
                <a:lnTo>
                  <a:pt x="11979" y="0"/>
                </a:lnTo>
                <a:lnTo>
                  <a:pt x="12527" y="0"/>
                </a:lnTo>
                <a:lnTo>
                  <a:pt x="13076" y="0"/>
                </a:lnTo>
                <a:lnTo>
                  <a:pt x="13625" y="0"/>
                </a:lnTo>
                <a:lnTo>
                  <a:pt x="14175" y="0"/>
                </a:lnTo>
                <a:lnTo>
                  <a:pt x="14726" y="0"/>
                </a:lnTo>
                <a:lnTo>
                  <a:pt x="15277" y="0"/>
                </a:lnTo>
                <a:lnTo>
                  <a:pt x="15829" y="0"/>
                </a:lnTo>
                <a:lnTo>
                  <a:pt x="16381" y="0"/>
                </a:lnTo>
                <a:lnTo>
                  <a:pt x="16935" y="0"/>
                </a:lnTo>
                <a:lnTo>
                  <a:pt x="17489" y="0"/>
                </a:lnTo>
                <a:lnTo>
                  <a:pt x="18044" y="0"/>
                </a:lnTo>
                <a:lnTo>
                  <a:pt x="18599" y="0"/>
                </a:lnTo>
                <a:lnTo>
                  <a:pt x="19155" y="0"/>
                </a:lnTo>
                <a:lnTo>
                  <a:pt x="19712" y="0"/>
                </a:lnTo>
                <a:lnTo>
                  <a:pt x="20270" y="0"/>
                </a:lnTo>
                <a:lnTo>
                  <a:pt x="20829" y="0"/>
                </a:lnTo>
                <a:lnTo>
                  <a:pt x="20676" y="3208"/>
                </a:lnTo>
                <a:lnTo>
                  <a:pt x="20522" y="6426"/>
                </a:lnTo>
                <a:lnTo>
                  <a:pt x="20369" y="9655"/>
                </a:lnTo>
                <a:lnTo>
                  <a:pt x="20214" y="12911"/>
                </a:lnTo>
                <a:lnTo>
                  <a:pt x="20057" y="16200"/>
                </a:lnTo>
                <a:lnTo>
                  <a:pt x="20439" y="17539"/>
                </a:lnTo>
                <a:lnTo>
                  <a:pt x="20823" y="18878"/>
                </a:lnTo>
                <a:lnTo>
                  <a:pt x="21209" y="20234"/>
                </a:lnTo>
                <a:lnTo>
                  <a:pt x="21600" y="21600"/>
                </a:lnTo>
                <a:lnTo>
                  <a:pt x="21055" y="21600"/>
                </a:lnTo>
                <a:lnTo>
                  <a:pt x="20508" y="21600"/>
                </a:lnTo>
                <a:lnTo>
                  <a:pt x="19961" y="21600"/>
                </a:lnTo>
                <a:lnTo>
                  <a:pt x="19411" y="21600"/>
                </a:lnTo>
                <a:lnTo>
                  <a:pt x="18858" y="21600"/>
                </a:lnTo>
                <a:lnTo>
                  <a:pt x="18303" y="21600"/>
                </a:lnTo>
                <a:lnTo>
                  <a:pt x="17743" y="21600"/>
                </a:lnTo>
                <a:lnTo>
                  <a:pt x="17743" y="18392"/>
                </a:lnTo>
                <a:lnTo>
                  <a:pt x="17743" y="15174"/>
                </a:lnTo>
                <a:lnTo>
                  <a:pt x="17743" y="11945"/>
                </a:lnTo>
                <a:lnTo>
                  <a:pt x="17743" y="8689"/>
                </a:lnTo>
                <a:lnTo>
                  <a:pt x="17743" y="5400"/>
                </a:lnTo>
                <a:lnTo>
                  <a:pt x="17211" y="5400"/>
                </a:lnTo>
                <a:lnTo>
                  <a:pt x="16678" y="5400"/>
                </a:lnTo>
                <a:lnTo>
                  <a:pt x="16146" y="5400"/>
                </a:lnTo>
                <a:lnTo>
                  <a:pt x="15614" y="5400"/>
                </a:lnTo>
                <a:lnTo>
                  <a:pt x="15081" y="5400"/>
                </a:lnTo>
                <a:lnTo>
                  <a:pt x="14548" y="5400"/>
                </a:lnTo>
                <a:lnTo>
                  <a:pt x="14015" y="5400"/>
                </a:lnTo>
                <a:lnTo>
                  <a:pt x="13482" y="5400"/>
                </a:lnTo>
                <a:lnTo>
                  <a:pt x="12948" y="5400"/>
                </a:lnTo>
                <a:lnTo>
                  <a:pt x="12415" y="5400"/>
                </a:lnTo>
                <a:lnTo>
                  <a:pt x="11881" y="5400"/>
                </a:lnTo>
                <a:lnTo>
                  <a:pt x="11347" y="5400"/>
                </a:lnTo>
                <a:lnTo>
                  <a:pt x="10812" y="5400"/>
                </a:lnTo>
                <a:lnTo>
                  <a:pt x="10277" y="5400"/>
                </a:lnTo>
                <a:lnTo>
                  <a:pt x="9742" y="5400"/>
                </a:lnTo>
                <a:lnTo>
                  <a:pt x="9206" y="5400"/>
                </a:lnTo>
                <a:lnTo>
                  <a:pt x="8670" y="5400"/>
                </a:lnTo>
                <a:lnTo>
                  <a:pt x="8133" y="5400"/>
                </a:lnTo>
                <a:lnTo>
                  <a:pt x="7595" y="5400"/>
                </a:lnTo>
                <a:lnTo>
                  <a:pt x="7058" y="5400"/>
                </a:lnTo>
                <a:lnTo>
                  <a:pt x="6519" y="5400"/>
                </a:lnTo>
                <a:lnTo>
                  <a:pt x="5980" y="5400"/>
                </a:lnTo>
                <a:lnTo>
                  <a:pt x="5440" y="5400"/>
                </a:lnTo>
                <a:lnTo>
                  <a:pt x="4900" y="5400"/>
                </a:lnTo>
                <a:lnTo>
                  <a:pt x="4359" y="5400"/>
                </a:lnTo>
                <a:lnTo>
                  <a:pt x="3817" y="5400"/>
                </a:lnTo>
                <a:lnTo>
                  <a:pt x="3274" y="5400"/>
                </a:lnTo>
                <a:lnTo>
                  <a:pt x="2731" y="5400"/>
                </a:lnTo>
                <a:lnTo>
                  <a:pt x="2186" y="5400"/>
                </a:lnTo>
                <a:lnTo>
                  <a:pt x="1641" y="5400"/>
                </a:lnTo>
                <a:lnTo>
                  <a:pt x="1095" y="5400"/>
                </a:lnTo>
                <a:lnTo>
                  <a:pt x="548" y="5400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F6FDF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4" name="contour_06842"/>
          <p:cNvSpPr/>
          <p:nvPr/>
        </p:nvSpPr>
        <p:spPr>
          <a:xfrm>
            <a:off x="4237410" y="1404097"/>
            <a:ext cx="94744" cy="24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205"/>
                </a:moveTo>
                <a:lnTo>
                  <a:pt x="1097" y="2024"/>
                </a:lnTo>
                <a:lnTo>
                  <a:pt x="2192" y="1862"/>
                </a:lnTo>
                <a:lnTo>
                  <a:pt x="3288" y="1707"/>
                </a:lnTo>
                <a:lnTo>
                  <a:pt x="4383" y="1571"/>
                </a:lnTo>
                <a:lnTo>
                  <a:pt x="5480" y="1442"/>
                </a:lnTo>
                <a:lnTo>
                  <a:pt x="6576" y="1319"/>
                </a:lnTo>
                <a:lnTo>
                  <a:pt x="7673" y="1203"/>
                </a:lnTo>
                <a:lnTo>
                  <a:pt x="8770" y="1093"/>
                </a:lnTo>
                <a:lnTo>
                  <a:pt x="9866" y="989"/>
                </a:lnTo>
                <a:lnTo>
                  <a:pt x="10803" y="828"/>
                </a:lnTo>
                <a:lnTo>
                  <a:pt x="11747" y="666"/>
                </a:lnTo>
                <a:lnTo>
                  <a:pt x="12704" y="498"/>
                </a:lnTo>
                <a:lnTo>
                  <a:pt x="13600" y="440"/>
                </a:lnTo>
                <a:lnTo>
                  <a:pt x="14502" y="375"/>
                </a:lnTo>
                <a:lnTo>
                  <a:pt x="15414" y="310"/>
                </a:lnTo>
                <a:lnTo>
                  <a:pt x="16242" y="207"/>
                </a:lnTo>
                <a:lnTo>
                  <a:pt x="17076" y="103"/>
                </a:lnTo>
                <a:lnTo>
                  <a:pt x="17920" y="0"/>
                </a:lnTo>
                <a:lnTo>
                  <a:pt x="18922" y="1093"/>
                </a:lnTo>
                <a:lnTo>
                  <a:pt x="19938" y="2205"/>
                </a:lnTo>
                <a:lnTo>
                  <a:pt x="20267" y="6045"/>
                </a:lnTo>
                <a:lnTo>
                  <a:pt x="20598" y="9898"/>
                </a:lnTo>
                <a:lnTo>
                  <a:pt x="20929" y="13764"/>
                </a:lnTo>
                <a:lnTo>
                  <a:pt x="21263" y="17663"/>
                </a:lnTo>
                <a:lnTo>
                  <a:pt x="21600" y="21600"/>
                </a:lnTo>
                <a:lnTo>
                  <a:pt x="20475" y="21600"/>
                </a:lnTo>
                <a:lnTo>
                  <a:pt x="19349" y="21600"/>
                </a:lnTo>
                <a:lnTo>
                  <a:pt x="18222" y="21600"/>
                </a:lnTo>
                <a:lnTo>
                  <a:pt x="17096" y="21600"/>
                </a:lnTo>
                <a:lnTo>
                  <a:pt x="15969" y="21600"/>
                </a:lnTo>
                <a:lnTo>
                  <a:pt x="14841" y="21600"/>
                </a:lnTo>
                <a:lnTo>
                  <a:pt x="13711" y="21600"/>
                </a:lnTo>
                <a:lnTo>
                  <a:pt x="12580" y="21600"/>
                </a:lnTo>
                <a:lnTo>
                  <a:pt x="11448" y="21600"/>
                </a:lnTo>
                <a:lnTo>
                  <a:pt x="10313" y="21600"/>
                </a:lnTo>
                <a:lnTo>
                  <a:pt x="9178" y="21600"/>
                </a:lnTo>
                <a:lnTo>
                  <a:pt x="8040" y="21600"/>
                </a:lnTo>
                <a:lnTo>
                  <a:pt x="6900" y="21600"/>
                </a:lnTo>
                <a:lnTo>
                  <a:pt x="5757" y="21600"/>
                </a:lnTo>
                <a:lnTo>
                  <a:pt x="4612" y="21600"/>
                </a:lnTo>
                <a:lnTo>
                  <a:pt x="3463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0" y="17760"/>
                </a:lnTo>
                <a:lnTo>
                  <a:pt x="0" y="13906"/>
                </a:lnTo>
                <a:lnTo>
                  <a:pt x="0" y="10040"/>
                </a:lnTo>
                <a:lnTo>
                  <a:pt x="0" y="6142"/>
                </a:lnTo>
                <a:lnTo>
                  <a:pt x="0" y="2205"/>
                </a:lnTo>
                <a:close/>
              </a:path>
            </a:pathLst>
          </a:custGeom>
          <a:solidFill>
            <a:srgbClr val="6F8691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5" name="contour_06843"/>
          <p:cNvSpPr/>
          <p:nvPr/>
        </p:nvSpPr>
        <p:spPr>
          <a:xfrm>
            <a:off x="11051682" y="1399229"/>
            <a:ext cx="116608" cy="29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93"/>
                </a:moveTo>
                <a:lnTo>
                  <a:pt x="21600" y="8927"/>
                </a:lnTo>
                <a:lnTo>
                  <a:pt x="21600" y="12481"/>
                </a:lnTo>
                <a:lnTo>
                  <a:pt x="21600" y="16084"/>
                </a:lnTo>
                <a:lnTo>
                  <a:pt x="20654" y="16736"/>
                </a:lnTo>
                <a:lnTo>
                  <a:pt x="19710" y="17340"/>
                </a:lnTo>
                <a:lnTo>
                  <a:pt x="18769" y="17896"/>
                </a:lnTo>
                <a:lnTo>
                  <a:pt x="17831" y="18404"/>
                </a:lnTo>
                <a:lnTo>
                  <a:pt x="16894" y="18869"/>
                </a:lnTo>
                <a:lnTo>
                  <a:pt x="15960" y="19291"/>
                </a:lnTo>
                <a:lnTo>
                  <a:pt x="15027" y="19676"/>
                </a:lnTo>
                <a:lnTo>
                  <a:pt x="14094" y="20018"/>
                </a:lnTo>
                <a:lnTo>
                  <a:pt x="13162" y="20317"/>
                </a:lnTo>
                <a:lnTo>
                  <a:pt x="12231" y="20590"/>
                </a:lnTo>
                <a:lnTo>
                  <a:pt x="11299" y="20820"/>
                </a:lnTo>
                <a:lnTo>
                  <a:pt x="10368" y="21017"/>
                </a:lnTo>
                <a:lnTo>
                  <a:pt x="9437" y="21183"/>
                </a:lnTo>
                <a:lnTo>
                  <a:pt x="8502" y="21322"/>
                </a:lnTo>
                <a:lnTo>
                  <a:pt x="7568" y="21429"/>
                </a:lnTo>
                <a:lnTo>
                  <a:pt x="6631" y="21509"/>
                </a:lnTo>
                <a:lnTo>
                  <a:pt x="5693" y="21563"/>
                </a:lnTo>
                <a:lnTo>
                  <a:pt x="4752" y="21595"/>
                </a:lnTo>
                <a:lnTo>
                  <a:pt x="3808" y="21600"/>
                </a:lnTo>
                <a:lnTo>
                  <a:pt x="2862" y="21584"/>
                </a:lnTo>
                <a:lnTo>
                  <a:pt x="1912" y="21552"/>
                </a:lnTo>
                <a:lnTo>
                  <a:pt x="959" y="21498"/>
                </a:lnTo>
                <a:lnTo>
                  <a:pt x="0" y="21429"/>
                </a:lnTo>
                <a:lnTo>
                  <a:pt x="769" y="17762"/>
                </a:lnTo>
                <a:lnTo>
                  <a:pt x="1555" y="14502"/>
                </a:lnTo>
                <a:lnTo>
                  <a:pt x="2358" y="11637"/>
                </a:lnTo>
                <a:lnTo>
                  <a:pt x="3178" y="9135"/>
                </a:lnTo>
                <a:lnTo>
                  <a:pt x="4014" y="6986"/>
                </a:lnTo>
                <a:lnTo>
                  <a:pt x="4865" y="5169"/>
                </a:lnTo>
                <a:lnTo>
                  <a:pt x="5732" y="3661"/>
                </a:lnTo>
                <a:lnTo>
                  <a:pt x="6615" y="2443"/>
                </a:lnTo>
                <a:lnTo>
                  <a:pt x="7514" y="1491"/>
                </a:lnTo>
                <a:lnTo>
                  <a:pt x="8428" y="791"/>
                </a:lnTo>
                <a:lnTo>
                  <a:pt x="9356" y="326"/>
                </a:lnTo>
                <a:lnTo>
                  <a:pt x="10299" y="64"/>
                </a:lnTo>
                <a:lnTo>
                  <a:pt x="11258" y="0"/>
                </a:lnTo>
                <a:lnTo>
                  <a:pt x="12230" y="102"/>
                </a:lnTo>
                <a:lnTo>
                  <a:pt x="13216" y="353"/>
                </a:lnTo>
                <a:lnTo>
                  <a:pt x="14218" y="738"/>
                </a:lnTo>
                <a:lnTo>
                  <a:pt x="15232" y="1229"/>
                </a:lnTo>
                <a:lnTo>
                  <a:pt x="16261" y="1812"/>
                </a:lnTo>
                <a:lnTo>
                  <a:pt x="17303" y="2469"/>
                </a:lnTo>
                <a:lnTo>
                  <a:pt x="18357" y="3175"/>
                </a:lnTo>
                <a:lnTo>
                  <a:pt x="19425" y="3907"/>
                </a:lnTo>
                <a:lnTo>
                  <a:pt x="20507" y="4656"/>
                </a:lnTo>
                <a:lnTo>
                  <a:pt x="21600" y="5393"/>
                </a:lnTo>
                <a:close/>
              </a:path>
            </a:pathLst>
          </a:custGeom>
          <a:solidFill>
            <a:srgbClr val="E1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6" name="contour_06844"/>
          <p:cNvSpPr/>
          <p:nvPr/>
        </p:nvSpPr>
        <p:spPr>
          <a:xfrm>
            <a:off x="5673144" y="1340990"/>
            <a:ext cx="94744" cy="370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6132" y="221"/>
                </a:lnTo>
                <a:lnTo>
                  <a:pt x="17240" y="718"/>
                </a:lnTo>
                <a:lnTo>
                  <a:pt x="18312" y="1422"/>
                </a:lnTo>
                <a:lnTo>
                  <a:pt x="19375" y="2284"/>
                </a:lnTo>
                <a:lnTo>
                  <a:pt x="20462" y="3244"/>
                </a:lnTo>
                <a:lnTo>
                  <a:pt x="21600" y="4246"/>
                </a:lnTo>
                <a:lnTo>
                  <a:pt x="21337" y="7278"/>
                </a:lnTo>
                <a:lnTo>
                  <a:pt x="21120" y="9456"/>
                </a:lnTo>
                <a:lnTo>
                  <a:pt x="20867" y="11392"/>
                </a:lnTo>
                <a:lnTo>
                  <a:pt x="20500" y="13698"/>
                </a:lnTo>
                <a:lnTo>
                  <a:pt x="19938" y="16984"/>
                </a:lnTo>
                <a:lnTo>
                  <a:pt x="18799" y="18241"/>
                </a:lnTo>
                <a:lnTo>
                  <a:pt x="17662" y="19256"/>
                </a:lnTo>
                <a:lnTo>
                  <a:pt x="16527" y="20050"/>
                </a:lnTo>
                <a:lnTo>
                  <a:pt x="15392" y="20649"/>
                </a:lnTo>
                <a:lnTo>
                  <a:pt x="14251" y="21078"/>
                </a:lnTo>
                <a:lnTo>
                  <a:pt x="13105" y="21362"/>
                </a:lnTo>
                <a:lnTo>
                  <a:pt x="11948" y="21528"/>
                </a:lnTo>
                <a:lnTo>
                  <a:pt x="10778" y="21600"/>
                </a:lnTo>
                <a:lnTo>
                  <a:pt x="9592" y="21600"/>
                </a:lnTo>
                <a:lnTo>
                  <a:pt x="8389" y="21558"/>
                </a:lnTo>
                <a:lnTo>
                  <a:pt x="7165" y="21494"/>
                </a:lnTo>
                <a:lnTo>
                  <a:pt x="6126" y="21464"/>
                </a:lnTo>
                <a:lnTo>
                  <a:pt x="5073" y="21439"/>
                </a:lnTo>
                <a:lnTo>
                  <a:pt x="4057" y="21405"/>
                </a:lnTo>
                <a:lnTo>
                  <a:pt x="3044" y="21366"/>
                </a:lnTo>
                <a:lnTo>
                  <a:pt x="2029" y="21324"/>
                </a:lnTo>
                <a:lnTo>
                  <a:pt x="1015" y="21277"/>
                </a:lnTo>
                <a:lnTo>
                  <a:pt x="0" y="21231"/>
                </a:lnTo>
                <a:lnTo>
                  <a:pt x="0" y="18708"/>
                </a:lnTo>
                <a:lnTo>
                  <a:pt x="0" y="16178"/>
                </a:lnTo>
                <a:lnTo>
                  <a:pt x="0" y="13639"/>
                </a:lnTo>
                <a:lnTo>
                  <a:pt x="0" y="11078"/>
                </a:lnTo>
                <a:lnTo>
                  <a:pt x="0" y="8492"/>
                </a:lnTo>
                <a:lnTo>
                  <a:pt x="357" y="8539"/>
                </a:lnTo>
                <a:lnTo>
                  <a:pt x="987" y="8615"/>
                </a:lnTo>
                <a:lnTo>
                  <a:pt x="2428" y="8789"/>
                </a:lnTo>
                <a:lnTo>
                  <a:pt x="3478" y="8866"/>
                </a:lnTo>
                <a:lnTo>
                  <a:pt x="4536" y="8942"/>
                </a:lnTo>
                <a:lnTo>
                  <a:pt x="5608" y="9023"/>
                </a:lnTo>
                <a:lnTo>
                  <a:pt x="6071" y="9070"/>
                </a:lnTo>
                <a:lnTo>
                  <a:pt x="6889" y="9146"/>
                </a:lnTo>
                <a:lnTo>
                  <a:pt x="8761" y="9320"/>
                </a:lnTo>
                <a:lnTo>
                  <a:pt x="10052" y="8819"/>
                </a:lnTo>
                <a:lnTo>
                  <a:pt x="11077" y="8119"/>
                </a:lnTo>
                <a:lnTo>
                  <a:pt x="11913" y="7172"/>
                </a:lnTo>
                <a:lnTo>
                  <a:pt x="12641" y="5932"/>
                </a:lnTo>
                <a:lnTo>
                  <a:pt x="13337" y="4357"/>
                </a:lnTo>
                <a:lnTo>
                  <a:pt x="14082" y="2395"/>
                </a:lnTo>
                <a:lnTo>
                  <a:pt x="14954" y="0"/>
                </a:lnTo>
                <a:close/>
              </a:path>
            </a:pathLst>
          </a:custGeom>
          <a:solidFill>
            <a:srgbClr val="253E4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7" name="contour_06845"/>
          <p:cNvSpPr/>
          <p:nvPr/>
        </p:nvSpPr>
        <p:spPr>
          <a:xfrm>
            <a:off x="5505520" y="1339445"/>
            <a:ext cx="123896" cy="318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47"/>
                </a:moveTo>
                <a:lnTo>
                  <a:pt x="1776" y="800"/>
                </a:lnTo>
                <a:lnTo>
                  <a:pt x="3408" y="573"/>
                </a:lnTo>
                <a:lnTo>
                  <a:pt x="4903" y="380"/>
                </a:lnTo>
                <a:lnTo>
                  <a:pt x="6273" y="222"/>
                </a:lnTo>
                <a:lnTo>
                  <a:pt x="7526" y="104"/>
                </a:lnTo>
                <a:lnTo>
                  <a:pt x="8670" y="30"/>
                </a:lnTo>
                <a:lnTo>
                  <a:pt x="9719" y="0"/>
                </a:lnTo>
                <a:lnTo>
                  <a:pt x="10677" y="25"/>
                </a:lnTo>
                <a:lnTo>
                  <a:pt x="11556" y="104"/>
                </a:lnTo>
                <a:lnTo>
                  <a:pt x="12365" y="242"/>
                </a:lnTo>
                <a:lnTo>
                  <a:pt x="13114" y="444"/>
                </a:lnTo>
                <a:lnTo>
                  <a:pt x="13811" y="721"/>
                </a:lnTo>
                <a:lnTo>
                  <a:pt x="14467" y="1067"/>
                </a:lnTo>
                <a:lnTo>
                  <a:pt x="15091" y="1486"/>
                </a:lnTo>
                <a:lnTo>
                  <a:pt x="15690" y="1995"/>
                </a:lnTo>
                <a:lnTo>
                  <a:pt x="16276" y="2583"/>
                </a:lnTo>
                <a:lnTo>
                  <a:pt x="16859" y="3264"/>
                </a:lnTo>
                <a:lnTo>
                  <a:pt x="17446" y="4040"/>
                </a:lnTo>
                <a:lnTo>
                  <a:pt x="18047" y="4919"/>
                </a:lnTo>
                <a:lnTo>
                  <a:pt x="18673" y="5896"/>
                </a:lnTo>
                <a:lnTo>
                  <a:pt x="19332" y="6978"/>
                </a:lnTo>
                <a:lnTo>
                  <a:pt x="20032" y="8178"/>
                </a:lnTo>
                <a:lnTo>
                  <a:pt x="20786" y="9491"/>
                </a:lnTo>
                <a:lnTo>
                  <a:pt x="21600" y="10923"/>
                </a:lnTo>
                <a:lnTo>
                  <a:pt x="21600" y="13373"/>
                </a:lnTo>
                <a:lnTo>
                  <a:pt x="21600" y="15862"/>
                </a:lnTo>
                <a:lnTo>
                  <a:pt x="19819" y="16914"/>
                </a:lnTo>
                <a:lnTo>
                  <a:pt x="18188" y="17872"/>
                </a:lnTo>
                <a:lnTo>
                  <a:pt x="16701" y="18726"/>
                </a:lnTo>
                <a:lnTo>
                  <a:pt x="15345" y="19472"/>
                </a:lnTo>
                <a:lnTo>
                  <a:pt x="14110" y="20114"/>
                </a:lnTo>
                <a:lnTo>
                  <a:pt x="12985" y="20642"/>
                </a:lnTo>
                <a:lnTo>
                  <a:pt x="11964" y="21062"/>
                </a:lnTo>
                <a:lnTo>
                  <a:pt x="11033" y="21358"/>
                </a:lnTo>
                <a:lnTo>
                  <a:pt x="10184" y="21541"/>
                </a:lnTo>
                <a:lnTo>
                  <a:pt x="9405" y="21600"/>
                </a:lnTo>
                <a:lnTo>
                  <a:pt x="8687" y="21531"/>
                </a:lnTo>
                <a:lnTo>
                  <a:pt x="8021" y="21338"/>
                </a:lnTo>
                <a:lnTo>
                  <a:pt x="7396" y="21012"/>
                </a:lnTo>
                <a:lnTo>
                  <a:pt x="6801" y="20548"/>
                </a:lnTo>
                <a:lnTo>
                  <a:pt x="6227" y="19951"/>
                </a:lnTo>
                <a:lnTo>
                  <a:pt x="5664" y="19215"/>
                </a:lnTo>
                <a:lnTo>
                  <a:pt x="5101" y="18336"/>
                </a:lnTo>
                <a:lnTo>
                  <a:pt x="4530" y="17309"/>
                </a:lnTo>
                <a:lnTo>
                  <a:pt x="3939" y="16133"/>
                </a:lnTo>
                <a:lnTo>
                  <a:pt x="3318" y="14805"/>
                </a:lnTo>
                <a:lnTo>
                  <a:pt x="2657" y="13323"/>
                </a:lnTo>
                <a:lnTo>
                  <a:pt x="1947" y="11684"/>
                </a:lnTo>
                <a:lnTo>
                  <a:pt x="1177" y="9881"/>
                </a:lnTo>
                <a:lnTo>
                  <a:pt x="592" y="7951"/>
                </a:lnTo>
                <a:lnTo>
                  <a:pt x="0" y="5985"/>
                </a:lnTo>
                <a:lnTo>
                  <a:pt x="0" y="3536"/>
                </a:lnTo>
                <a:lnTo>
                  <a:pt x="0" y="1047"/>
                </a:lnTo>
                <a:close/>
              </a:path>
            </a:pathLst>
          </a:custGeom>
          <a:solidFill>
            <a:srgbClr val="AAB7B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8" name="contour_06846"/>
          <p:cNvSpPr/>
          <p:nvPr/>
        </p:nvSpPr>
        <p:spPr>
          <a:xfrm>
            <a:off x="6831935" y="1244825"/>
            <a:ext cx="94744" cy="743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13"/>
                </a:moveTo>
                <a:lnTo>
                  <a:pt x="975" y="347"/>
                </a:lnTo>
                <a:lnTo>
                  <a:pt x="1952" y="290"/>
                </a:lnTo>
                <a:lnTo>
                  <a:pt x="2928" y="237"/>
                </a:lnTo>
                <a:lnTo>
                  <a:pt x="3905" y="191"/>
                </a:lnTo>
                <a:lnTo>
                  <a:pt x="4882" y="148"/>
                </a:lnTo>
                <a:lnTo>
                  <a:pt x="5789" y="100"/>
                </a:lnTo>
                <a:lnTo>
                  <a:pt x="6701" y="51"/>
                </a:lnTo>
                <a:lnTo>
                  <a:pt x="7626" y="0"/>
                </a:lnTo>
                <a:lnTo>
                  <a:pt x="8210" y="102"/>
                </a:lnTo>
                <a:lnTo>
                  <a:pt x="9969" y="413"/>
                </a:lnTo>
                <a:lnTo>
                  <a:pt x="10640" y="1680"/>
                </a:lnTo>
                <a:lnTo>
                  <a:pt x="11038" y="2545"/>
                </a:lnTo>
                <a:lnTo>
                  <a:pt x="11317" y="3403"/>
                </a:lnTo>
                <a:lnTo>
                  <a:pt x="11631" y="4651"/>
                </a:lnTo>
                <a:lnTo>
                  <a:pt x="10532" y="4651"/>
                </a:lnTo>
                <a:lnTo>
                  <a:pt x="9428" y="4651"/>
                </a:lnTo>
                <a:lnTo>
                  <a:pt x="8308" y="4651"/>
                </a:lnTo>
                <a:lnTo>
                  <a:pt x="8308" y="6051"/>
                </a:lnTo>
                <a:lnTo>
                  <a:pt x="8308" y="7460"/>
                </a:lnTo>
                <a:lnTo>
                  <a:pt x="8308" y="8888"/>
                </a:lnTo>
                <a:lnTo>
                  <a:pt x="8781" y="8809"/>
                </a:lnTo>
                <a:lnTo>
                  <a:pt x="9617" y="8674"/>
                </a:lnTo>
                <a:lnTo>
                  <a:pt x="11528" y="8358"/>
                </a:lnTo>
                <a:lnTo>
                  <a:pt x="12892" y="8360"/>
                </a:lnTo>
                <a:lnTo>
                  <a:pt x="13781" y="8498"/>
                </a:lnTo>
                <a:lnTo>
                  <a:pt x="14954" y="8888"/>
                </a:lnTo>
                <a:lnTo>
                  <a:pt x="15343" y="10159"/>
                </a:lnTo>
                <a:lnTo>
                  <a:pt x="15625" y="11415"/>
                </a:lnTo>
                <a:lnTo>
                  <a:pt x="15833" y="12680"/>
                </a:lnTo>
                <a:lnTo>
                  <a:pt x="15997" y="13979"/>
                </a:lnTo>
                <a:lnTo>
                  <a:pt x="16148" y="15335"/>
                </a:lnTo>
                <a:lnTo>
                  <a:pt x="16379" y="16341"/>
                </a:lnTo>
                <a:lnTo>
                  <a:pt x="16615" y="17363"/>
                </a:lnTo>
                <a:lnTo>
                  <a:pt x="17901" y="18142"/>
                </a:lnTo>
                <a:lnTo>
                  <a:pt x="18804" y="18642"/>
                </a:lnTo>
                <a:lnTo>
                  <a:pt x="19561" y="18964"/>
                </a:lnTo>
                <a:lnTo>
                  <a:pt x="20414" y="19210"/>
                </a:lnTo>
                <a:lnTo>
                  <a:pt x="21600" y="19481"/>
                </a:lnTo>
                <a:lnTo>
                  <a:pt x="20513" y="20134"/>
                </a:lnTo>
                <a:lnTo>
                  <a:pt x="19711" y="20570"/>
                </a:lnTo>
                <a:lnTo>
                  <a:pt x="18953" y="20892"/>
                </a:lnTo>
                <a:lnTo>
                  <a:pt x="18001" y="21202"/>
                </a:lnTo>
                <a:lnTo>
                  <a:pt x="16615" y="21600"/>
                </a:lnTo>
                <a:lnTo>
                  <a:pt x="15532" y="20858"/>
                </a:lnTo>
                <a:lnTo>
                  <a:pt x="14520" y="20068"/>
                </a:lnTo>
                <a:lnTo>
                  <a:pt x="13565" y="19223"/>
                </a:lnTo>
                <a:lnTo>
                  <a:pt x="12656" y="18325"/>
                </a:lnTo>
                <a:lnTo>
                  <a:pt x="11782" y="17373"/>
                </a:lnTo>
                <a:lnTo>
                  <a:pt x="10930" y="16367"/>
                </a:lnTo>
                <a:lnTo>
                  <a:pt x="10087" y="15303"/>
                </a:lnTo>
                <a:lnTo>
                  <a:pt x="9241" y="14185"/>
                </a:lnTo>
                <a:lnTo>
                  <a:pt x="8419" y="13151"/>
                </a:lnTo>
                <a:lnTo>
                  <a:pt x="7582" y="12216"/>
                </a:lnTo>
                <a:lnTo>
                  <a:pt x="6723" y="11369"/>
                </a:lnTo>
                <a:lnTo>
                  <a:pt x="5844" y="10596"/>
                </a:lnTo>
                <a:lnTo>
                  <a:pt x="4941" y="9882"/>
                </a:lnTo>
                <a:lnTo>
                  <a:pt x="4013" y="9216"/>
                </a:lnTo>
                <a:lnTo>
                  <a:pt x="3057" y="8585"/>
                </a:lnTo>
                <a:lnTo>
                  <a:pt x="2070" y="7975"/>
                </a:lnTo>
                <a:lnTo>
                  <a:pt x="1052" y="7375"/>
                </a:lnTo>
                <a:lnTo>
                  <a:pt x="0" y="6769"/>
                </a:lnTo>
                <a:lnTo>
                  <a:pt x="987" y="6769"/>
                </a:lnTo>
                <a:lnTo>
                  <a:pt x="1977" y="6769"/>
                </a:lnTo>
                <a:lnTo>
                  <a:pt x="2971" y="6769"/>
                </a:lnTo>
                <a:lnTo>
                  <a:pt x="3973" y="6769"/>
                </a:lnTo>
                <a:lnTo>
                  <a:pt x="4985" y="6769"/>
                </a:lnTo>
                <a:lnTo>
                  <a:pt x="4985" y="5369"/>
                </a:lnTo>
                <a:lnTo>
                  <a:pt x="4985" y="3960"/>
                </a:lnTo>
                <a:lnTo>
                  <a:pt x="4985" y="2532"/>
                </a:lnTo>
                <a:lnTo>
                  <a:pt x="3748" y="1879"/>
                </a:lnTo>
                <a:lnTo>
                  <a:pt x="2871" y="1443"/>
                </a:lnTo>
                <a:lnTo>
                  <a:pt x="2113" y="1121"/>
                </a:lnTo>
                <a:lnTo>
                  <a:pt x="1236" y="811"/>
                </a:lnTo>
                <a:lnTo>
                  <a:pt x="0" y="413"/>
                </a:lnTo>
                <a:close/>
              </a:path>
            </a:pathLst>
          </a:custGeom>
          <a:solidFill>
            <a:srgbClr val="A2ACB2"/>
          </a:solidFill>
          <a:ln>
            <a:noFill/>
          </a:ln>
        </p:spPr>
        <p:txBody>
          <a:bodyPr/>
          <a:lstStyle/>
          <a:p/>
        </p:txBody>
      </p:sp>
      <p:sp>
        <p:nvSpPr>
          <p:cNvPr id="6849" name="contour_06847"/>
          <p:cNvSpPr/>
          <p:nvPr/>
        </p:nvSpPr>
        <p:spPr>
          <a:xfrm>
            <a:off x="5199425" y="1266121"/>
            <a:ext cx="123896" cy="24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45" y="145"/>
                </a:moveTo>
                <a:lnTo>
                  <a:pt x="13638" y="95"/>
                </a:lnTo>
                <a:lnTo>
                  <a:pt x="14337" y="51"/>
                </a:lnTo>
                <a:lnTo>
                  <a:pt x="15045" y="0"/>
                </a:lnTo>
                <a:lnTo>
                  <a:pt x="15340" y="6"/>
                </a:lnTo>
                <a:lnTo>
                  <a:pt x="15859" y="19"/>
                </a:lnTo>
                <a:lnTo>
                  <a:pt x="17049" y="44"/>
                </a:lnTo>
                <a:lnTo>
                  <a:pt x="17650" y="63"/>
                </a:lnTo>
                <a:lnTo>
                  <a:pt x="18255" y="76"/>
                </a:lnTo>
                <a:lnTo>
                  <a:pt x="18866" y="89"/>
                </a:lnTo>
                <a:lnTo>
                  <a:pt x="19725" y="1138"/>
                </a:lnTo>
                <a:lnTo>
                  <a:pt x="20251" y="2327"/>
                </a:lnTo>
                <a:lnTo>
                  <a:pt x="20661" y="4414"/>
                </a:lnTo>
                <a:lnTo>
                  <a:pt x="21171" y="8157"/>
                </a:lnTo>
                <a:lnTo>
                  <a:pt x="21383" y="11243"/>
                </a:lnTo>
                <a:lnTo>
                  <a:pt x="21600" y="14373"/>
                </a:lnTo>
                <a:lnTo>
                  <a:pt x="20772" y="16788"/>
                </a:lnTo>
                <a:lnTo>
                  <a:pt x="19932" y="18609"/>
                </a:lnTo>
                <a:lnTo>
                  <a:pt x="19079" y="19912"/>
                </a:lnTo>
                <a:lnTo>
                  <a:pt x="18214" y="20778"/>
                </a:lnTo>
                <a:lnTo>
                  <a:pt x="17333" y="21296"/>
                </a:lnTo>
                <a:lnTo>
                  <a:pt x="16439" y="21543"/>
                </a:lnTo>
                <a:lnTo>
                  <a:pt x="15528" y="21600"/>
                </a:lnTo>
                <a:lnTo>
                  <a:pt x="14602" y="21556"/>
                </a:lnTo>
                <a:lnTo>
                  <a:pt x="13659" y="21486"/>
                </a:lnTo>
                <a:lnTo>
                  <a:pt x="12898" y="21467"/>
                </a:lnTo>
                <a:lnTo>
                  <a:pt x="12125" y="21448"/>
                </a:lnTo>
                <a:lnTo>
                  <a:pt x="11245" y="21353"/>
                </a:lnTo>
                <a:lnTo>
                  <a:pt x="10367" y="21195"/>
                </a:lnTo>
                <a:lnTo>
                  <a:pt x="9494" y="20974"/>
                </a:lnTo>
                <a:lnTo>
                  <a:pt x="8623" y="20689"/>
                </a:lnTo>
                <a:lnTo>
                  <a:pt x="7757" y="20335"/>
                </a:lnTo>
                <a:lnTo>
                  <a:pt x="6892" y="19924"/>
                </a:lnTo>
                <a:lnTo>
                  <a:pt x="6029" y="19450"/>
                </a:lnTo>
                <a:lnTo>
                  <a:pt x="5167" y="18913"/>
                </a:lnTo>
                <a:lnTo>
                  <a:pt x="4306" y="18312"/>
                </a:lnTo>
                <a:lnTo>
                  <a:pt x="3446" y="17648"/>
                </a:lnTo>
                <a:lnTo>
                  <a:pt x="2586" y="16927"/>
                </a:lnTo>
                <a:lnTo>
                  <a:pt x="1725" y="16137"/>
                </a:lnTo>
                <a:lnTo>
                  <a:pt x="863" y="15283"/>
                </a:lnTo>
                <a:lnTo>
                  <a:pt x="0" y="14373"/>
                </a:lnTo>
                <a:lnTo>
                  <a:pt x="861" y="11881"/>
                </a:lnTo>
                <a:lnTo>
                  <a:pt x="1705" y="9687"/>
                </a:lnTo>
                <a:lnTo>
                  <a:pt x="2536" y="7771"/>
                </a:lnTo>
                <a:lnTo>
                  <a:pt x="3357" y="6121"/>
                </a:lnTo>
                <a:lnTo>
                  <a:pt x="4171" y="4717"/>
                </a:lnTo>
                <a:lnTo>
                  <a:pt x="4986" y="3541"/>
                </a:lnTo>
                <a:lnTo>
                  <a:pt x="5803" y="2567"/>
                </a:lnTo>
                <a:lnTo>
                  <a:pt x="6626" y="1789"/>
                </a:lnTo>
                <a:lnTo>
                  <a:pt x="7462" y="1182"/>
                </a:lnTo>
                <a:lnTo>
                  <a:pt x="8312" y="727"/>
                </a:lnTo>
                <a:lnTo>
                  <a:pt x="9183" y="411"/>
                </a:lnTo>
                <a:lnTo>
                  <a:pt x="10077" y="215"/>
                </a:lnTo>
                <a:lnTo>
                  <a:pt x="10999" y="114"/>
                </a:lnTo>
                <a:lnTo>
                  <a:pt x="11954" y="101"/>
                </a:lnTo>
                <a:lnTo>
                  <a:pt x="12945" y="145"/>
                </a:lnTo>
                <a:close/>
              </a:path>
            </a:pathLst>
          </a:custGeom>
          <a:solidFill>
            <a:srgbClr val="FB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0" name="contour_06848"/>
          <p:cNvSpPr/>
          <p:nvPr/>
        </p:nvSpPr>
        <p:spPr>
          <a:xfrm>
            <a:off x="4084362" y="1214770"/>
            <a:ext cx="109320" cy="460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1090"/>
                </a:moveTo>
                <a:lnTo>
                  <a:pt x="15281" y="2519"/>
                </a:lnTo>
                <a:lnTo>
                  <a:pt x="16065" y="4047"/>
                </a:lnTo>
                <a:lnTo>
                  <a:pt x="16776" y="5685"/>
                </a:lnTo>
                <a:lnTo>
                  <a:pt x="17440" y="7442"/>
                </a:lnTo>
                <a:lnTo>
                  <a:pt x="18079" y="9325"/>
                </a:lnTo>
                <a:lnTo>
                  <a:pt x="18720" y="11345"/>
                </a:lnTo>
                <a:lnTo>
                  <a:pt x="19284" y="12685"/>
                </a:lnTo>
                <a:lnTo>
                  <a:pt x="19855" y="14039"/>
                </a:lnTo>
                <a:lnTo>
                  <a:pt x="20431" y="15406"/>
                </a:lnTo>
                <a:lnTo>
                  <a:pt x="21011" y="16784"/>
                </a:lnTo>
                <a:lnTo>
                  <a:pt x="21600" y="18182"/>
                </a:lnTo>
                <a:lnTo>
                  <a:pt x="19873" y="19590"/>
                </a:lnTo>
                <a:lnTo>
                  <a:pt x="18668" y="20534"/>
                </a:lnTo>
                <a:lnTo>
                  <a:pt x="17821" y="21115"/>
                </a:lnTo>
                <a:lnTo>
                  <a:pt x="17175" y="21422"/>
                </a:lnTo>
                <a:lnTo>
                  <a:pt x="16567" y="21552"/>
                </a:lnTo>
                <a:lnTo>
                  <a:pt x="15840" y="21600"/>
                </a:lnTo>
                <a:lnTo>
                  <a:pt x="15186" y="20540"/>
                </a:lnTo>
                <a:lnTo>
                  <a:pt x="14527" y="19474"/>
                </a:lnTo>
                <a:lnTo>
                  <a:pt x="13860" y="18394"/>
                </a:lnTo>
                <a:lnTo>
                  <a:pt x="12931" y="17050"/>
                </a:lnTo>
                <a:lnTo>
                  <a:pt x="12036" y="15960"/>
                </a:lnTo>
                <a:lnTo>
                  <a:pt x="11161" y="15081"/>
                </a:lnTo>
                <a:lnTo>
                  <a:pt x="10292" y="14391"/>
                </a:lnTo>
                <a:lnTo>
                  <a:pt x="9412" y="13858"/>
                </a:lnTo>
                <a:lnTo>
                  <a:pt x="8506" y="13444"/>
                </a:lnTo>
                <a:lnTo>
                  <a:pt x="7560" y="13123"/>
                </a:lnTo>
                <a:lnTo>
                  <a:pt x="6561" y="12860"/>
                </a:lnTo>
                <a:lnTo>
                  <a:pt x="5489" y="12627"/>
                </a:lnTo>
                <a:lnTo>
                  <a:pt x="4693" y="12429"/>
                </a:lnTo>
                <a:lnTo>
                  <a:pt x="3884" y="12227"/>
                </a:lnTo>
                <a:lnTo>
                  <a:pt x="2913" y="11991"/>
                </a:lnTo>
                <a:lnTo>
                  <a:pt x="1943" y="11769"/>
                </a:lnTo>
                <a:lnTo>
                  <a:pt x="972" y="11554"/>
                </a:lnTo>
                <a:lnTo>
                  <a:pt x="0" y="11345"/>
                </a:lnTo>
                <a:lnTo>
                  <a:pt x="857" y="9421"/>
                </a:lnTo>
                <a:lnTo>
                  <a:pt x="1714" y="7677"/>
                </a:lnTo>
                <a:lnTo>
                  <a:pt x="2572" y="6115"/>
                </a:lnTo>
                <a:lnTo>
                  <a:pt x="3436" y="4734"/>
                </a:lnTo>
                <a:lnTo>
                  <a:pt x="4310" y="3531"/>
                </a:lnTo>
                <a:lnTo>
                  <a:pt x="5197" y="2506"/>
                </a:lnTo>
                <a:lnTo>
                  <a:pt x="6101" y="1654"/>
                </a:lnTo>
                <a:lnTo>
                  <a:pt x="7027" y="981"/>
                </a:lnTo>
                <a:lnTo>
                  <a:pt x="7976" y="482"/>
                </a:lnTo>
                <a:lnTo>
                  <a:pt x="8955" y="154"/>
                </a:lnTo>
                <a:lnTo>
                  <a:pt x="9965" y="0"/>
                </a:lnTo>
                <a:lnTo>
                  <a:pt x="11012" y="17"/>
                </a:lnTo>
                <a:lnTo>
                  <a:pt x="12096" y="209"/>
                </a:lnTo>
                <a:lnTo>
                  <a:pt x="13225" y="564"/>
                </a:lnTo>
                <a:lnTo>
                  <a:pt x="14400" y="1090"/>
                </a:lnTo>
                <a:close/>
              </a:path>
            </a:pathLst>
          </a:custGeom>
          <a:solidFill>
            <a:srgbClr val="E7E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1" name="contour_06849"/>
          <p:cNvSpPr/>
          <p:nvPr/>
        </p:nvSpPr>
        <p:spPr>
          <a:xfrm>
            <a:off x="8661221" y="1012980"/>
            <a:ext cx="65760" cy="1166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"/>
                </a:moveTo>
                <a:lnTo>
                  <a:pt x="1709" y="0"/>
                </a:lnTo>
                <a:lnTo>
                  <a:pt x="3363" y="18"/>
                </a:lnTo>
                <a:lnTo>
                  <a:pt x="4974" y="67"/>
                </a:lnTo>
                <a:lnTo>
                  <a:pt x="6552" y="157"/>
                </a:lnTo>
                <a:lnTo>
                  <a:pt x="8110" y="289"/>
                </a:lnTo>
                <a:lnTo>
                  <a:pt x="9657" y="470"/>
                </a:lnTo>
                <a:lnTo>
                  <a:pt x="11208" y="706"/>
                </a:lnTo>
                <a:lnTo>
                  <a:pt x="12774" y="1000"/>
                </a:lnTo>
                <a:lnTo>
                  <a:pt x="14363" y="1359"/>
                </a:lnTo>
                <a:lnTo>
                  <a:pt x="15383" y="2148"/>
                </a:lnTo>
                <a:lnTo>
                  <a:pt x="16329" y="2951"/>
                </a:lnTo>
                <a:lnTo>
                  <a:pt x="17200" y="3768"/>
                </a:lnTo>
                <a:lnTo>
                  <a:pt x="17997" y="4597"/>
                </a:lnTo>
                <a:lnTo>
                  <a:pt x="18718" y="5444"/>
                </a:lnTo>
                <a:lnTo>
                  <a:pt x="19359" y="6304"/>
                </a:lnTo>
                <a:lnTo>
                  <a:pt x="19924" y="7180"/>
                </a:lnTo>
                <a:lnTo>
                  <a:pt x="20408" y="8072"/>
                </a:lnTo>
                <a:lnTo>
                  <a:pt x="20812" y="8982"/>
                </a:lnTo>
                <a:lnTo>
                  <a:pt x="21136" y="9906"/>
                </a:lnTo>
                <a:lnTo>
                  <a:pt x="21375" y="10849"/>
                </a:lnTo>
                <a:lnTo>
                  <a:pt x="21531" y="11809"/>
                </a:lnTo>
                <a:lnTo>
                  <a:pt x="21600" y="12787"/>
                </a:lnTo>
                <a:lnTo>
                  <a:pt x="21289" y="13713"/>
                </a:lnTo>
                <a:lnTo>
                  <a:pt x="20911" y="14599"/>
                </a:lnTo>
                <a:lnTo>
                  <a:pt x="20463" y="15452"/>
                </a:lnTo>
                <a:lnTo>
                  <a:pt x="19946" y="16277"/>
                </a:lnTo>
                <a:lnTo>
                  <a:pt x="19359" y="17075"/>
                </a:lnTo>
                <a:lnTo>
                  <a:pt x="18703" y="17854"/>
                </a:lnTo>
                <a:lnTo>
                  <a:pt x="17976" y="18618"/>
                </a:lnTo>
                <a:lnTo>
                  <a:pt x="17181" y="19369"/>
                </a:lnTo>
                <a:lnTo>
                  <a:pt x="16312" y="20113"/>
                </a:lnTo>
                <a:lnTo>
                  <a:pt x="15374" y="20855"/>
                </a:lnTo>
                <a:lnTo>
                  <a:pt x="14363" y="21600"/>
                </a:lnTo>
                <a:lnTo>
                  <a:pt x="13817" y="20622"/>
                </a:lnTo>
                <a:lnTo>
                  <a:pt x="13363" y="19678"/>
                </a:lnTo>
                <a:lnTo>
                  <a:pt x="12989" y="18759"/>
                </a:lnTo>
                <a:lnTo>
                  <a:pt x="12697" y="17855"/>
                </a:lnTo>
                <a:lnTo>
                  <a:pt x="12482" y="16955"/>
                </a:lnTo>
                <a:lnTo>
                  <a:pt x="12340" y="16049"/>
                </a:lnTo>
                <a:lnTo>
                  <a:pt x="12264" y="15127"/>
                </a:lnTo>
                <a:lnTo>
                  <a:pt x="12254" y="14178"/>
                </a:lnTo>
                <a:lnTo>
                  <a:pt x="12305" y="13195"/>
                </a:lnTo>
                <a:lnTo>
                  <a:pt x="12410" y="12165"/>
                </a:lnTo>
                <a:lnTo>
                  <a:pt x="12494" y="11289"/>
                </a:lnTo>
                <a:lnTo>
                  <a:pt x="12546" y="10440"/>
                </a:lnTo>
                <a:lnTo>
                  <a:pt x="12565" y="9608"/>
                </a:lnTo>
                <a:lnTo>
                  <a:pt x="12542" y="8783"/>
                </a:lnTo>
                <a:lnTo>
                  <a:pt x="12477" y="7960"/>
                </a:lnTo>
                <a:lnTo>
                  <a:pt x="12362" y="7129"/>
                </a:lnTo>
                <a:lnTo>
                  <a:pt x="12194" y="6280"/>
                </a:lnTo>
                <a:lnTo>
                  <a:pt x="11969" y="5407"/>
                </a:lnTo>
                <a:lnTo>
                  <a:pt x="10729" y="4727"/>
                </a:lnTo>
                <a:lnTo>
                  <a:pt x="9509" y="4141"/>
                </a:lnTo>
                <a:lnTo>
                  <a:pt x="8278" y="3634"/>
                </a:lnTo>
                <a:lnTo>
                  <a:pt x="7004" y="3185"/>
                </a:lnTo>
                <a:lnTo>
                  <a:pt x="5657" y="2774"/>
                </a:lnTo>
                <a:lnTo>
                  <a:pt x="4206" y="2384"/>
                </a:lnTo>
                <a:lnTo>
                  <a:pt x="2619" y="1997"/>
                </a:lnTo>
                <a:lnTo>
                  <a:pt x="1319" y="1680"/>
                </a:lnTo>
                <a:lnTo>
                  <a:pt x="0" y="1359"/>
                </a:lnTo>
                <a:lnTo>
                  <a:pt x="0" y="690"/>
                </a:lnTo>
                <a:lnTo>
                  <a:pt x="0" y="9"/>
                </a:lnTo>
                <a:close/>
              </a:path>
            </a:pathLst>
          </a:custGeom>
          <a:solidFill>
            <a:srgbClr val="E8E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2" name="contour_06850"/>
          <p:cNvSpPr/>
          <p:nvPr/>
        </p:nvSpPr>
        <p:spPr>
          <a:xfrm>
            <a:off x="4754857" y="976591"/>
            <a:ext cx="5264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70" y="0"/>
                </a:moveTo>
                <a:lnTo>
                  <a:pt x="11177" y="52"/>
                </a:lnTo>
                <a:lnTo>
                  <a:pt x="13255" y="213"/>
                </a:lnTo>
                <a:lnTo>
                  <a:pt x="15237" y="534"/>
                </a:lnTo>
                <a:lnTo>
                  <a:pt x="17157" y="1080"/>
                </a:lnTo>
                <a:lnTo>
                  <a:pt x="19044" y="1910"/>
                </a:lnTo>
                <a:lnTo>
                  <a:pt x="20930" y="3086"/>
                </a:lnTo>
                <a:lnTo>
                  <a:pt x="21262" y="5203"/>
                </a:lnTo>
                <a:lnTo>
                  <a:pt x="21471" y="7261"/>
                </a:lnTo>
                <a:lnTo>
                  <a:pt x="21579" y="9282"/>
                </a:lnTo>
                <a:lnTo>
                  <a:pt x="21600" y="11278"/>
                </a:lnTo>
                <a:lnTo>
                  <a:pt x="21546" y="13272"/>
                </a:lnTo>
                <a:lnTo>
                  <a:pt x="21439" y="15284"/>
                </a:lnTo>
                <a:lnTo>
                  <a:pt x="21289" y="17329"/>
                </a:lnTo>
                <a:lnTo>
                  <a:pt x="21113" y="19428"/>
                </a:lnTo>
                <a:lnTo>
                  <a:pt x="20930" y="21600"/>
                </a:lnTo>
                <a:lnTo>
                  <a:pt x="18858" y="21600"/>
                </a:lnTo>
                <a:lnTo>
                  <a:pt x="16783" y="21600"/>
                </a:lnTo>
                <a:lnTo>
                  <a:pt x="14708" y="21600"/>
                </a:lnTo>
                <a:lnTo>
                  <a:pt x="12630" y="21600"/>
                </a:lnTo>
                <a:lnTo>
                  <a:pt x="10543" y="21600"/>
                </a:lnTo>
                <a:lnTo>
                  <a:pt x="8453" y="21600"/>
                </a:lnTo>
                <a:lnTo>
                  <a:pt x="6354" y="21600"/>
                </a:lnTo>
                <a:lnTo>
                  <a:pt x="4246" y="21600"/>
                </a:lnTo>
                <a:lnTo>
                  <a:pt x="2129" y="21600"/>
                </a:lnTo>
                <a:lnTo>
                  <a:pt x="0" y="21600"/>
                </a:lnTo>
                <a:lnTo>
                  <a:pt x="580" y="17616"/>
                </a:lnTo>
                <a:lnTo>
                  <a:pt x="1032" y="14580"/>
                </a:lnTo>
                <a:lnTo>
                  <a:pt x="1390" y="12312"/>
                </a:lnTo>
                <a:lnTo>
                  <a:pt x="1686" y="10633"/>
                </a:lnTo>
                <a:lnTo>
                  <a:pt x="1961" y="9359"/>
                </a:lnTo>
                <a:lnTo>
                  <a:pt x="2246" y="8313"/>
                </a:lnTo>
                <a:lnTo>
                  <a:pt x="2577" y="7310"/>
                </a:lnTo>
                <a:lnTo>
                  <a:pt x="2990" y="6171"/>
                </a:lnTo>
                <a:lnTo>
                  <a:pt x="4966" y="6171"/>
                </a:lnTo>
                <a:lnTo>
                  <a:pt x="6955" y="6171"/>
                </a:lnTo>
                <a:lnTo>
                  <a:pt x="8970" y="6171"/>
                </a:lnTo>
                <a:lnTo>
                  <a:pt x="8970" y="4132"/>
                </a:lnTo>
                <a:lnTo>
                  <a:pt x="8970" y="2080"/>
                </a:lnTo>
                <a:lnTo>
                  <a:pt x="8970" y="0"/>
                </a:lnTo>
                <a:close/>
              </a:path>
            </a:pathLst>
          </a:custGeom>
          <a:solidFill>
            <a:srgbClr val="494948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3" name="contour_06851"/>
          <p:cNvSpPr/>
          <p:nvPr/>
        </p:nvSpPr>
        <p:spPr>
          <a:xfrm>
            <a:off x="5775176" y="910941"/>
            <a:ext cx="73565" cy="583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0" y="22"/>
                </a:moveTo>
                <a:lnTo>
                  <a:pt x="3563" y="0"/>
                </a:lnTo>
                <a:lnTo>
                  <a:pt x="5007" y="67"/>
                </a:lnTo>
                <a:lnTo>
                  <a:pt x="6467" y="216"/>
                </a:lnTo>
                <a:lnTo>
                  <a:pt x="7933" y="448"/>
                </a:lnTo>
                <a:lnTo>
                  <a:pt x="9401" y="755"/>
                </a:lnTo>
                <a:lnTo>
                  <a:pt x="10860" y="1141"/>
                </a:lnTo>
                <a:lnTo>
                  <a:pt x="12309" y="1600"/>
                </a:lnTo>
                <a:lnTo>
                  <a:pt x="13738" y="2128"/>
                </a:lnTo>
                <a:lnTo>
                  <a:pt x="15140" y="2727"/>
                </a:lnTo>
                <a:lnTo>
                  <a:pt x="16509" y="3391"/>
                </a:lnTo>
                <a:lnTo>
                  <a:pt x="17840" y="4119"/>
                </a:lnTo>
                <a:lnTo>
                  <a:pt x="19126" y="4909"/>
                </a:lnTo>
                <a:lnTo>
                  <a:pt x="20442" y="6803"/>
                </a:lnTo>
                <a:lnTo>
                  <a:pt x="21140" y="8046"/>
                </a:lnTo>
                <a:lnTo>
                  <a:pt x="21448" y="9184"/>
                </a:lnTo>
                <a:lnTo>
                  <a:pt x="21600" y="10768"/>
                </a:lnTo>
                <a:lnTo>
                  <a:pt x="21352" y="12610"/>
                </a:lnTo>
                <a:lnTo>
                  <a:pt x="21035" y="14255"/>
                </a:lnTo>
                <a:lnTo>
                  <a:pt x="20607" y="15790"/>
                </a:lnTo>
                <a:lnTo>
                  <a:pt x="20029" y="17311"/>
                </a:lnTo>
                <a:lnTo>
                  <a:pt x="19259" y="18903"/>
                </a:lnTo>
                <a:lnTo>
                  <a:pt x="17836" y="19701"/>
                </a:lnTo>
                <a:lnTo>
                  <a:pt x="16473" y="20297"/>
                </a:lnTo>
                <a:lnTo>
                  <a:pt x="15120" y="20737"/>
                </a:lnTo>
                <a:lnTo>
                  <a:pt x="13738" y="21069"/>
                </a:lnTo>
                <a:lnTo>
                  <a:pt x="12281" y="21341"/>
                </a:lnTo>
                <a:lnTo>
                  <a:pt x="10699" y="21600"/>
                </a:lnTo>
                <a:lnTo>
                  <a:pt x="10616" y="20184"/>
                </a:lnTo>
                <a:lnTo>
                  <a:pt x="10533" y="18744"/>
                </a:lnTo>
                <a:lnTo>
                  <a:pt x="10336" y="16874"/>
                </a:lnTo>
                <a:lnTo>
                  <a:pt x="10113" y="15081"/>
                </a:lnTo>
                <a:lnTo>
                  <a:pt x="9843" y="13333"/>
                </a:lnTo>
                <a:lnTo>
                  <a:pt x="9508" y="11606"/>
                </a:lnTo>
                <a:lnTo>
                  <a:pt x="9086" y="9875"/>
                </a:lnTo>
                <a:lnTo>
                  <a:pt x="8560" y="8113"/>
                </a:lnTo>
                <a:lnTo>
                  <a:pt x="7141" y="7191"/>
                </a:lnTo>
                <a:lnTo>
                  <a:pt x="5799" y="6546"/>
                </a:lnTo>
                <a:lnTo>
                  <a:pt x="4477" y="6112"/>
                </a:lnTo>
                <a:lnTo>
                  <a:pt x="3109" y="5823"/>
                </a:lnTo>
                <a:lnTo>
                  <a:pt x="1639" y="5613"/>
                </a:lnTo>
                <a:lnTo>
                  <a:pt x="0" y="5416"/>
                </a:lnTo>
                <a:lnTo>
                  <a:pt x="419" y="3790"/>
                </a:lnTo>
                <a:lnTo>
                  <a:pt x="781" y="2687"/>
                </a:lnTo>
                <a:lnTo>
                  <a:pt x="1288" y="1600"/>
                </a:lnTo>
                <a:lnTo>
                  <a:pt x="2140" y="22"/>
                </a:lnTo>
                <a:close/>
              </a:path>
            </a:pathLst>
          </a:custGeom>
          <a:solidFill>
            <a:srgbClr val="EC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4" name="contour_06852"/>
          <p:cNvSpPr/>
          <p:nvPr/>
        </p:nvSpPr>
        <p:spPr>
          <a:xfrm>
            <a:off x="4513428" y="502871"/>
            <a:ext cx="37963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" y="0"/>
                </a:moveTo>
                <a:lnTo>
                  <a:pt x="3073" y="212"/>
                </a:lnTo>
                <a:lnTo>
                  <a:pt x="5544" y="435"/>
                </a:lnTo>
                <a:lnTo>
                  <a:pt x="7953" y="673"/>
                </a:lnTo>
                <a:lnTo>
                  <a:pt x="10304" y="933"/>
                </a:lnTo>
                <a:lnTo>
                  <a:pt x="12610" y="1217"/>
                </a:lnTo>
                <a:lnTo>
                  <a:pt x="14878" y="1531"/>
                </a:lnTo>
                <a:lnTo>
                  <a:pt x="17113" y="1878"/>
                </a:lnTo>
                <a:lnTo>
                  <a:pt x="18075" y="2533"/>
                </a:lnTo>
                <a:lnTo>
                  <a:pt x="18822" y="3124"/>
                </a:lnTo>
                <a:lnTo>
                  <a:pt x="19386" y="3686"/>
                </a:lnTo>
                <a:lnTo>
                  <a:pt x="19788" y="4250"/>
                </a:lnTo>
                <a:lnTo>
                  <a:pt x="20057" y="4850"/>
                </a:lnTo>
                <a:lnTo>
                  <a:pt x="20223" y="5517"/>
                </a:lnTo>
                <a:lnTo>
                  <a:pt x="20406" y="6058"/>
                </a:lnTo>
                <a:lnTo>
                  <a:pt x="20588" y="6607"/>
                </a:lnTo>
                <a:lnTo>
                  <a:pt x="20767" y="7257"/>
                </a:lnTo>
                <a:lnTo>
                  <a:pt x="20920" y="7907"/>
                </a:lnTo>
                <a:lnTo>
                  <a:pt x="21061" y="8558"/>
                </a:lnTo>
                <a:lnTo>
                  <a:pt x="21177" y="9210"/>
                </a:lnTo>
                <a:lnTo>
                  <a:pt x="21281" y="9862"/>
                </a:lnTo>
                <a:lnTo>
                  <a:pt x="21368" y="10514"/>
                </a:lnTo>
                <a:lnTo>
                  <a:pt x="21438" y="11165"/>
                </a:lnTo>
                <a:lnTo>
                  <a:pt x="21496" y="11817"/>
                </a:lnTo>
                <a:lnTo>
                  <a:pt x="21542" y="12470"/>
                </a:lnTo>
                <a:lnTo>
                  <a:pt x="21571" y="13122"/>
                </a:lnTo>
                <a:lnTo>
                  <a:pt x="21592" y="13774"/>
                </a:lnTo>
                <a:lnTo>
                  <a:pt x="21600" y="14427"/>
                </a:lnTo>
                <a:lnTo>
                  <a:pt x="21600" y="15080"/>
                </a:lnTo>
                <a:lnTo>
                  <a:pt x="21592" y="15732"/>
                </a:lnTo>
                <a:lnTo>
                  <a:pt x="21575" y="16385"/>
                </a:lnTo>
                <a:lnTo>
                  <a:pt x="21550" y="17038"/>
                </a:lnTo>
                <a:lnTo>
                  <a:pt x="21517" y="17689"/>
                </a:lnTo>
                <a:lnTo>
                  <a:pt x="21484" y="18342"/>
                </a:lnTo>
                <a:lnTo>
                  <a:pt x="21442" y="18994"/>
                </a:lnTo>
                <a:lnTo>
                  <a:pt x="21401" y="19646"/>
                </a:lnTo>
                <a:lnTo>
                  <a:pt x="21355" y="20297"/>
                </a:lnTo>
                <a:lnTo>
                  <a:pt x="21306" y="20949"/>
                </a:lnTo>
                <a:lnTo>
                  <a:pt x="21260" y="21600"/>
                </a:lnTo>
                <a:lnTo>
                  <a:pt x="19203" y="21600"/>
                </a:lnTo>
                <a:lnTo>
                  <a:pt x="17113" y="21600"/>
                </a:lnTo>
                <a:lnTo>
                  <a:pt x="16906" y="21159"/>
                </a:lnTo>
                <a:lnTo>
                  <a:pt x="16694" y="20715"/>
                </a:lnTo>
                <a:lnTo>
                  <a:pt x="16483" y="20265"/>
                </a:lnTo>
                <a:lnTo>
                  <a:pt x="16184" y="19648"/>
                </a:lnTo>
                <a:lnTo>
                  <a:pt x="15882" y="19032"/>
                </a:lnTo>
                <a:lnTo>
                  <a:pt x="15579" y="18416"/>
                </a:lnTo>
                <a:lnTo>
                  <a:pt x="15272" y="17799"/>
                </a:lnTo>
                <a:lnTo>
                  <a:pt x="14965" y="17183"/>
                </a:lnTo>
                <a:lnTo>
                  <a:pt x="14654" y="16567"/>
                </a:lnTo>
                <a:lnTo>
                  <a:pt x="14339" y="15951"/>
                </a:lnTo>
                <a:lnTo>
                  <a:pt x="14024" y="15335"/>
                </a:lnTo>
                <a:lnTo>
                  <a:pt x="13759" y="14804"/>
                </a:lnTo>
                <a:lnTo>
                  <a:pt x="13497" y="14271"/>
                </a:lnTo>
                <a:lnTo>
                  <a:pt x="13240" y="13739"/>
                </a:lnTo>
                <a:lnTo>
                  <a:pt x="12987" y="13206"/>
                </a:lnTo>
                <a:lnTo>
                  <a:pt x="12693" y="12592"/>
                </a:lnTo>
                <a:lnTo>
                  <a:pt x="12390" y="11978"/>
                </a:lnTo>
                <a:lnTo>
                  <a:pt x="12079" y="11363"/>
                </a:lnTo>
                <a:lnTo>
                  <a:pt x="11764" y="10749"/>
                </a:lnTo>
                <a:lnTo>
                  <a:pt x="11445" y="10136"/>
                </a:lnTo>
                <a:lnTo>
                  <a:pt x="11308" y="9863"/>
                </a:lnTo>
                <a:lnTo>
                  <a:pt x="11072" y="9379"/>
                </a:lnTo>
                <a:lnTo>
                  <a:pt x="10524" y="8273"/>
                </a:lnTo>
                <a:lnTo>
                  <a:pt x="9757" y="7606"/>
                </a:lnTo>
                <a:lnTo>
                  <a:pt x="8866" y="6996"/>
                </a:lnTo>
                <a:lnTo>
                  <a:pt x="7837" y="6428"/>
                </a:lnTo>
                <a:lnTo>
                  <a:pt x="6672" y="5890"/>
                </a:lnTo>
                <a:lnTo>
                  <a:pt x="5366" y="5368"/>
                </a:lnTo>
                <a:lnTo>
                  <a:pt x="3906" y="4848"/>
                </a:lnTo>
                <a:lnTo>
                  <a:pt x="2297" y="4315"/>
                </a:lnTo>
                <a:lnTo>
                  <a:pt x="527" y="3757"/>
                </a:lnTo>
                <a:lnTo>
                  <a:pt x="158" y="3113"/>
                </a:lnTo>
                <a:lnTo>
                  <a:pt x="0" y="2495"/>
                </a:lnTo>
                <a:lnTo>
                  <a:pt x="4" y="1890"/>
                </a:lnTo>
                <a:lnTo>
                  <a:pt x="129" y="1282"/>
                </a:lnTo>
                <a:lnTo>
                  <a:pt x="315" y="656"/>
                </a:lnTo>
                <a:lnTo>
                  <a:pt x="527" y="0"/>
                </a:lnTo>
                <a:close/>
              </a:path>
            </a:pathLst>
          </a:custGeom>
          <a:solidFill>
            <a:srgbClr val="9D9D9C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5" name="contour_06853"/>
          <p:cNvSpPr/>
          <p:nvPr/>
        </p:nvSpPr>
        <p:spPr>
          <a:xfrm>
            <a:off x="6817359" y="6034370"/>
            <a:ext cx="87456" cy="58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2"/>
                </a:moveTo>
                <a:lnTo>
                  <a:pt x="1343" y="0"/>
                </a:lnTo>
                <a:lnTo>
                  <a:pt x="2671" y="22"/>
                </a:lnTo>
                <a:lnTo>
                  <a:pt x="3980" y="118"/>
                </a:lnTo>
                <a:lnTo>
                  <a:pt x="5269" y="310"/>
                </a:lnTo>
                <a:lnTo>
                  <a:pt x="6532" y="619"/>
                </a:lnTo>
                <a:lnTo>
                  <a:pt x="7769" y="1069"/>
                </a:lnTo>
                <a:lnTo>
                  <a:pt x="8975" y="1680"/>
                </a:lnTo>
                <a:lnTo>
                  <a:pt x="10145" y="2474"/>
                </a:lnTo>
                <a:lnTo>
                  <a:pt x="11279" y="3473"/>
                </a:lnTo>
                <a:lnTo>
                  <a:pt x="12371" y="4700"/>
                </a:lnTo>
                <a:lnTo>
                  <a:pt x="13210" y="6022"/>
                </a:lnTo>
                <a:lnTo>
                  <a:pt x="14033" y="7362"/>
                </a:lnTo>
                <a:lnTo>
                  <a:pt x="14837" y="8725"/>
                </a:lnTo>
                <a:lnTo>
                  <a:pt x="15629" y="10100"/>
                </a:lnTo>
                <a:lnTo>
                  <a:pt x="16407" y="11492"/>
                </a:lnTo>
                <a:lnTo>
                  <a:pt x="17174" y="12900"/>
                </a:lnTo>
                <a:lnTo>
                  <a:pt x="17930" y="14318"/>
                </a:lnTo>
                <a:lnTo>
                  <a:pt x="18677" y="15750"/>
                </a:lnTo>
                <a:lnTo>
                  <a:pt x="19415" y="17193"/>
                </a:lnTo>
                <a:lnTo>
                  <a:pt x="20147" y="18644"/>
                </a:lnTo>
                <a:lnTo>
                  <a:pt x="20876" y="20103"/>
                </a:lnTo>
                <a:lnTo>
                  <a:pt x="21600" y="21568"/>
                </a:lnTo>
                <a:lnTo>
                  <a:pt x="20257" y="21600"/>
                </a:lnTo>
                <a:lnTo>
                  <a:pt x="18929" y="21578"/>
                </a:lnTo>
                <a:lnTo>
                  <a:pt x="17620" y="21482"/>
                </a:lnTo>
                <a:lnTo>
                  <a:pt x="16331" y="21290"/>
                </a:lnTo>
                <a:lnTo>
                  <a:pt x="15068" y="20981"/>
                </a:lnTo>
                <a:lnTo>
                  <a:pt x="13831" y="20531"/>
                </a:lnTo>
                <a:lnTo>
                  <a:pt x="12625" y="19920"/>
                </a:lnTo>
                <a:lnTo>
                  <a:pt x="11455" y="19126"/>
                </a:lnTo>
                <a:lnTo>
                  <a:pt x="10321" y="18127"/>
                </a:lnTo>
                <a:lnTo>
                  <a:pt x="9229" y="16900"/>
                </a:lnTo>
                <a:lnTo>
                  <a:pt x="8390" y="15578"/>
                </a:lnTo>
                <a:lnTo>
                  <a:pt x="7567" y="14238"/>
                </a:lnTo>
                <a:lnTo>
                  <a:pt x="6763" y="12875"/>
                </a:lnTo>
                <a:lnTo>
                  <a:pt x="5971" y="11500"/>
                </a:lnTo>
                <a:lnTo>
                  <a:pt x="5193" y="10108"/>
                </a:lnTo>
                <a:lnTo>
                  <a:pt x="4426" y="8700"/>
                </a:lnTo>
                <a:lnTo>
                  <a:pt x="3670" y="7282"/>
                </a:lnTo>
                <a:lnTo>
                  <a:pt x="2923" y="5850"/>
                </a:lnTo>
                <a:lnTo>
                  <a:pt x="2185" y="4407"/>
                </a:lnTo>
                <a:lnTo>
                  <a:pt x="1453" y="2956"/>
                </a:lnTo>
                <a:lnTo>
                  <a:pt x="724" y="1497"/>
                </a:lnTo>
                <a:lnTo>
                  <a:pt x="0" y="32"/>
                </a:lnTo>
                <a:close/>
              </a:path>
            </a:pathLst>
          </a:custGeom>
          <a:solidFill>
            <a:srgbClr val="BC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6" name="contour_06854"/>
          <p:cNvSpPr/>
          <p:nvPr/>
        </p:nvSpPr>
        <p:spPr>
          <a:xfrm>
            <a:off x="4827737" y="6056321"/>
            <a:ext cx="6796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82" y="0"/>
                </a:moveTo>
                <a:lnTo>
                  <a:pt x="13178" y="179"/>
                </a:lnTo>
                <a:lnTo>
                  <a:pt x="14746" y="380"/>
                </a:lnTo>
                <a:lnTo>
                  <a:pt x="16293" y="618"/>
                </a:lnTo>
                <a:lnTo>
                  <a:pt x="17824" y="902"/>
                </a:lnTo>
                <a:lnTo>
                  <a:pt x="19339" y="1246"/>
                </a:lnTo>
                <a:lnTo>
                  <a:pt x="20847" y="1662"/>
                </a:lnTo>
                <a:lnTo>
                  <a:pt x="21366" y="2841"/>
                </a:lnTo>
                <a:lnTo>
                  <a:pt x="21598" y="3677"/>
                </a:lnTo>
                <a:lnTo>
                  <a:pt x="21600" y="4571"/>
                </a:lnTo>
                <a:lnTo>
                  <a:pt x="21426" y="5918"/>
                </a:lnTo>
                <a:lnTo>
                  <a:pt x="21301" y="7057"/>
                </a:lnTo>
                <a:lnTo>
                  <a:pt x="21174" y="8210"/>
                </a:lnTo>
                <a:lnTo>
                  <a:pt x="21090" y="8648"/>
                </a:lnTo>
                <a:lnTo>
                  <a:pt x="20847" y="9969"/>
                </a:lnTo>
                <a:lnTo>
                  <a:pt x="19318" y="9969"/>
                </a:lnTo>
                <a:lnTo>
                  <a:pt x="17787" y="9969"/>
                </a:lnTo>
                <a:lnTo>
                  <a:pt x="16249" y="9969"/>
                </a:lnTo>
                <a:lnTo>
                  <a:pt x="14704" y="9969"/>
                </a:lnTo>
                <a:lnTo>
                  <a:pt x="13150" y="9969"/>
                </a:lnTo>
                <a:lnTo>
                  <a:pt x="11582" y="9969"/>
                </a:lnTo>
                <a:lnTo>
                  <a:pt x="11783" y="11023"/>
                </a:lnTo>
                <a:lnTo>
                  <a:pt x="11989" y="12091"/>
                </a:lnTo>
                <a:lnTo>
                  <a:pt x="12117" y="13266"/>
                </a:lnTo>
                <a:lnTo>
                  <a:pt x="12207" y="14394"/>
                </a:lnTo>
                <a:lnTo>
                  <a:pt x="12251" y="15494"/>
                </a:lnTo>
                <a:lnTo>
                  <a:pt x="12226" y="16580"/>
                </a:lnTo>
                <a:lnTo>
                  <a:pt x="12117" y="17672"/>
                </a:lnTo>
                <a:lnTo>
                  <a:pt x="11906" y="18785"/>
                </a:lnTo>
                <a:lnTo>
                  <a:pt x="11582" y="19938"/>
                </a:lnTo>
                <a:lnTo>
                  <a:pt x="10183" y="20439"/>
                </a:lnTo>
                <a:lnTo>
                  <a:pt x="8788" y="20827"/>
                </a:lnTo>
                <a:lnTo>
                  <a:pt x="7389" y="21116"/>
                </a:lnTo>
                <a:lnTo>
                  <a:pt x="5976" y="21323"/>
                </a:lnTo>
                <a:lnTo>
                  <a:pt x="4540" y="21459"/>
                </a:lnTo>
                <a:lnTo>
                  <a:pt x="3069" y="21542"/>
                </a:lnTo>
                <a:lnTo>
                  <a:pt x="1559" y="21583"/>
                </a:lnTo>
                <a:lnTo>
                  <a:pt x="0" y="21600"/>
                </a:lnTo>
                <a:lnTo>
                  <a:pt x="484" y="21313"/>
                </a:lnTo>
                <a:lnTo>
                  <a:pt x="1341" y="20806"/>
                </a:lnTo>
                <a:lnTo>
                  <a:pt x="3303" y="19646"/>
                </a:lnTo>
                <a:lnTo>
                  <a:pt x="4494" y="18716"/>
                </a:lnTo>
                <a:lnTo>
                  <a:pt x="5501" y="17768"/>
                </a:lnTo>
                <a:lnTo>
                  <a:pt x="6351" y="16800"/>
                </a:lnTo>
                <a:lnTo>
                  <a:pt x="7058" y="15810"/>
                </a:lnTo>
                <a:lnTo>
                  <a:pt x="7644" y="14794"/>
                </a:lnTo>
                <a:lnTo>
                  <a:pt x="8128" y="13749"/>
                </a:lnTo>
                <a:lnTo>
                  <a:pt x="8529" y="12673"/>
                </a:lnTo>
                <a:lnTo>
                  <a:pt x="8867" y="11561"/>
                </a:lnTo>
                <a:lnTo>
                  <a:pt x="9161" y="10415"/>
                </a:lnTo>
                <a:lnTo>
                  <a:pt x="9435" y="9227"/>
                </a:lnTo>
                <a:lnTo>
                  <a:pt x="9701" y="7995"/>
                </a:lnTo>
                <a:lnTo>
                  <a:pt x="9986" y="6839"/>
                </a:lnTo>
                <a:lnTo>
                  <a:pt x="10275" y="5663"/>
                </a:lnTo>
                <a:lnTo>
                  <a:pt x="10549" y="4531"/>
                </a:lnTo>
                <a:lnTo>
                  <a:pt x="10815" y="3400"/>
                </a:lnTo>
                <a:lnTo>
                  <a:pt x="11077" y="2268"/>
                </a:lnTo>
                <a:lnTo>
                  <a:pt x="11332" y="1135"/>
                </a:lnTo>
                <a:lnTo>
                  <a:pt x="11582" y="0"/>
                </a:lnTo>
                <a:close/>
              </a:path>
            </a:pathLst>
          </a:custGeom>
          <a:solidFill>
            <a:srgbClr val="E3EC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7" name="contour_06855"/>
          <p:cNvSpPr/>
          <p:nvPr/>
        </p:nvSpPr>
        <p:spPr>
          <a:xfrm>
            <a:off x="10811178" y="5968865"/>
            <a:ext cx="51016" cy="608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004" y="732"/>
                </a:lnTo>
                <a:lnTo>
                  <a:pt x="12750" y="1464"/>
                </a:lnTo>
                <a:lnTo>
                  <a:pt x="14503" y="2199"/>
                </a:lnTo>
                <a:lnTo>
                  <a:pt x="16262" y="2936"/>
                </a:lnTo>
                <a:lnTo>
                  <a:pt x="18030" y="3679"/>
                </a:lnTo>
                <a:lnTo>
                  <a:pt x="19807" y="4424"/>
                </a:lnTo>
                <a:lnTo>
                  <a:pt x="21600" y="5174"/>
                </a:lnTo>
                <a:lnTo>
                  <a:pt x="21153" y="7003"/>
                </a:lnTo>
                <a:lnTo>
                  <a:pt x="20684" y="8801"/>
                </a:lnTo>
                <a:lnTo>
                  <a:pt x="20171" y="10571"/>
                </a:lnTo>
                <a:lnTo>
                  <a:pt x="19607" y="12312"/>
                </a:lnTo>
                <a:lnTo>
                  <a:pt x="18971" y="14027"/>
                </a:lnTo>
                <a:lnTo>
                  <a:pt x="18249" y="15722"/>
                </a:lnTo>
                <a:lnTo>
                  <a:pt x="17428" y="17398"/>
                </a:lnTo>
                <a:lnTo>
                  <a:pt x="16493" y="19054"/>
                </a:lnTo>
                <a:lnTo>
                  <a:pt x="15429" y="20697"/>
                </a:lnTo>
                <a:lnTo>
                  <a:pt x="13083" y="21225"/>
                </a:lnTo>
                <a:lnTo>
                  <a:pt x="10923" y="21512"/>
                </a:lnTo>
                <a:lnTo>
                  <a:pt x="8868" y="21600"/>
                </a:lnTo>
                <a:lnTo>
                  <a:pt x="6829" y="21522"/>
                </a:lnTo>
                <a:lnTo>
                  <a:pt x="4727" y="21321"/>
                </a:lnTo>
                <a:lnTo>
                  <a:pt x="2478" y="21033"/>
                </a:lnTo>
                <a:lnTo>
                  <a:pt x="0" y="20697"/>
                </a:lnTo>
                <a:lnTo>
                  <a:pt x="0" y="18868"/>
                </a:lnTo>
                <a:lnTo>
                  <a:pt x="0" y="17036"/>
                </a:lnTo>
                <a:lnTo>
                  <a:pt x="0" y="15199"/>
                </a:lnTo>
                <a:lnTo>
                  <a:pt x="0" y="13355"/>
                </a:lnTo>
                <a:lnTo>
                  <a:pt x="0" y="11502"/>
                </a:lnTo>
                <a:lnTo>
                  <a:pt x="0" y="9640"/>
                </a:lnTo>
                <a:lnTo>
                  <a:pt x="0" y="7761"/>
                </a:lnTo>
                <a:lnTo>
                  <a:pt x="2040" y="7761"/>
                </a:lnTo>
                <a:lnTo>
                  <a:pt x="4092" y="7761"/>
                </a:lnTo>
                <a:lnTo>
                  <a:pt x="6171" y="7761"/>
                </a:lnTo>
                <a:lnTo>
                  <a:pt x="7122" y="5837"/>
                </a:lnTo>
                <a:lnTo>
                  <a:pt x="7757" y="4471"/>
                </a:lnTo>
                <a:lnTo>
                  <a:pt x="8227" y="3291"/>
                </a:lnTo>
                <a:lnTo>
                  <a:pt x="8677" y="1925"/>
                </a:lnTo>
                <a:lnTo>
                  <a:pt x="9257" y="0"/>
                </a:lnTo>
                <a:close/>
              </a:path>
            </a:pathLst>
          </a:custGeom>
          <a:solidFill>
            <a:srgbClr val="D7BF74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8" name="contour_06856"/>
          <p:cNvSpPr/>
          <p:nvPr/>
        </p:nvSpPr>
        <p:spPr>
          <a:xfrm>
            <a:off x="8005301" y="5916566"/>
            <a:ext cx="58304" cy="52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84" y="0"/>
                </a:moveTo>
                <a:lnTo>
                  <a:pt x="9931" y="301"/>
                </a:lnTo>
                <a:lnTo>
                  <a:pt x="11588" y="731"/>
                </a:lnTo>
                <a:lnTo>
                  <a:pt x="13095" y="1366"/>
                </a:lnTo>
                <a:lnTo>
                  <a:pt x="14585" y="2277"/>
                </a:lnTo>
                <a:lnTo>
                  <a:pt x="16200" y="3537"/>
                </a:lnTo>
                <a:lnTo>
                  <a:pt x="17026" y="5480"/>
                </a:lnTo>
                <a:lnTo>
                  <a:pt x="17777" y="7433"/>
                </a:lnTo>
                <a:lnTo>
                  <a:pt x="18460" y="9397"/>
                </a:lnTo>
                <a:lnTo>
                  <a:pt x="19086" y="11379"/>
                </a:lnTo>
                <a:lnTo>
                  <a:pt x="19661" y="13376"/>
                </a:lnTo>
                <a:lnTo>
                  <a:pt x="20193" y="15395"/>
                </a:lnTo>
                <a:lnTo>
                  <a:pt x="20687" y="17434"/>
                </a:lnTo>
                <a:lnTo>
                  <a:pt x="21155" y="19497"/>
                </a:lnTo>
                <a:lnTo>
                  <a:pt x="21600" y="21585"/>
                </a:lnTo>
                <a:lnTo>
                  <a:pt x="19548" y="21600"/>
                </a:lnTo>
                <a:lnTo>
                  <a:pt x="17577" y="21573"/>
                </a:lnTo>
                <a:lnTo>
                  <a:pt x="15674" y="21495"/>
                </a:lnTo>
                <a:lnTo>
                  <a:pt x="13819" y="21350"/>
                </a:lnTo>
                <a:lnTo>
                  <a:pt x="11993" y="21131"/>
                </a:lnTo>
                <a:lnTo>
                  <a:pt x="10182" y="20830"/>
                </a:lnTo>
                <a:lnTo>
                  <a:pt x="8365" y="20433"/>
                </a:lnTo>
                <a:lnTo>
                  <a:pt x="6523" y="19934"/>
                </a:lnTo>
                <a:lnTo>
                  <a:pt x="4641" y="19317"/>
                </a:lnTo>
                <a:lnTo>
                  <a:pt x="2700" y="18577"/>
                </a:lnTo>
                <a:lnTo>
                  <a:pt x="1544" y="16520"/>
                </a:lnTo>
                <a:lnTo>
                  <a:pt x="826" y="15022"/>
                </a:lnTo>
                <a:lnTo>
                  <a:pt x="416" y="13650"/>
                </a:lnTo>
                <a:lnTo>
                  <a:pt x="184" y="11972"/>
                </a:lnTo>
                <a:lnTo>
                  <a:pt x="0" y="9553"/>
                </a:lnTo>
                <a:lnTo>
                  <a:pt x="1129" y="6389"/>
                </a:lnTo>
                <a:lnTo>
                  <a:pt x="2030" y="4106"/>
                </a:lnTo>
                <a:lnTo>
                  <a:pt x="2840" y="2530"/>
                </a:lnTo>
                <a:lnTo>
                  <a:pt x="3702" y="1501"/>
                </a:lnTo>
                <a:lnTo>
                  <a:pt x="4752" y="845"/>
                </a:lnTo>
                <a:lnTo>
                  <a:pt x="6134" y="403"/>
                </a:lnTo>
                <a:lnTo>
                  <a:pt x="7984" y="0"/>
                </a:lnTo>
                <a:close/>
              </a:path>
            </a:pathLst>
          </a:custGeom>
          <a:solidFill>
            <a:srgbClr val="EA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6859" name="contour_06857"/>
          <p:cNvSpPr/>
          <p:nvPr/>
        </p:nvSpPr>
        <p:spPr>
          <a:xfrm>
            <a:off x="3690810" y="5855661"/>
            <a:ext cx="51205" cy="91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19"/>
                </a:moveTo>
                <a:lnTo>
                  <a:pt x="2355" y="533"/>
                </a:lnTo>
                <a:lnTo>
                  <a:pt x="4575" y="234"/>
                </a:lnTo>
                <a:lnTo>
                  <a:pt x="6708" y="48"/>
                </a:lnTo>
                <a:lnTo>
                  <a:pt x="8805" y="0"/>
                </a:lnTo>
                <a:lnTo>
                  <a:pt x="10917" y="112"/>
                </a:lnTo>
                <a:lnTo>
                  <a:pt x="13087" y="410"/>
                </a:lnTo>
                <a:lnTo>
                  <a:pt x="15371" y="919"/>
                </a:lnTo>
                <a:lnTo>
                  <a:pt x="16251" y="1932"/>
                </a:lnTo>
                <a:lnTo>
                  <a:pt x="17050" y="2982"/>
                </a:lnTo>
                <a:lnTo>
                  <a:pt x="17773" y="4064"/>
                </a:lnTo>
                <a:lnTo>
                  <a:pt x="18421" y="5174"/>
                </a:lnTo>
                <a:lnTo>
                  <a:pt x="19002" y="6310"/>
                </a:lnTo>
                <a:lnTo>
                  <a:pt x="19513" y="7466"/>
                </a:lnTo>
                <a:lnTo>
                  <a:pt x="19958" y="8638"/>
                </a:lnTo>
                <a:lnTo>
                  <a:pt x="20346" y="9825"/>
                </a:lnTo>
                <a:lnTo>
                  <a:pt x="20675" y="11021"/>
                </a:lnTo>
                <a:lnTo>
                  <a:pt x="20945" y="12223"/>
                </a:lnTo>
                <a:lnTo>
                  <a:pt x="21167" y="13427"/>
                </a:lnTo>
                <a:lnTo>
                  <a:pt x="21339" y="14629"/>
                </a:lnTo>
                <a:lnTo>
                  <a:pt x="21465" y="15826"/>
                </a:lnTo>
                <a:lnTo>
                  <a:pt x="21548" y="17014"/>
                </a:lnTo>
                <a:lnTo>
                  <a:pt x="21594" y="18189"/>
                </a:lnTo>
                <a:lnTo>
                  <a:pt x="21600" y="19347"/>
                </a:lnTo>
                <a:lnTo>
                  <a:pt x="21575" y="20487"/>
                </a:lnTo>
                <a:lnTo>
                  <a:pt x="21520" y="21600"/>
                </a:lnTo>
                <a:lnTo>
                  <a:pt x="19540" y="21221"/>
                </a:lnTo>
                <a:lnTo>
                  <a:pt x="17843" y="20764"/>
                </a:lnTo>
                <a:lnTo>
                  <a:pt x="16361" y="20192"/>
                </a:lnTo>
                <a:lnTo>
                  <a:pt x="15024" y="19459"/>
                </a:lnTo>
                <a:lnTo>
                  <a:pt x="13761" y="18525"/>
                </a:lnTo>
                <a:lnTo>
                  <a:pt x="12774" y="17471"/>
                </a:lnTo>
                <a:lnTo>
                  <a:pt x="11808" y="16411"/>
                </a:lnTo>
                <a:lnTo>
                  <a:pt x="10868" y="15346"/>
                </a:lnTo>
                <a:lnTo>
                  <a:pt x="9942" y="14275"/>
                </a:lnTo>
                <a:lnTo>
                  <a:pt x="9032" y="13198"/>
                </a:lnTo>
                <a:lnTo>
                  <a:pt x="8230" y="12286"/>
                </a:lnTo>
                <a:lnTo>
                  <a:pt x="7415" y="11361"/>
                </a:lnTo>
                <a:lnTo>
                  <a:pt x="6542" y="10337"/>
                </a:lnTo>
                <a:lnTo>
                  <a:pt x="5700" y="9314"/>
                </a:lnTo>
                <a:lnTo>
                  <a:pt x="4885" y="8286"/>
                </a:lnTo>
                <a:lnTo>
                  <a:pt x="4098" y="7257"/>
                </a:lnTo>
                <a:lnTo>
                  <a:pt x="3342" y="6223"/>
                </a:lnTo>
                <a:lnTo>
                  <a:pt x="2613" y="5182"/>
                </a:lnTo>
                <a:lnTo>
                  <a:pt x="1915" y="4135"/>
                </a:lnTo>
                <a:lnTo>
                  <a:pt x="1248" y="3075"/>
                </a:lnTo>
                <a:lnTo>
                  <a:pt x="609" y="2003"/>
                </a:lnTo>
                <a:lnTo>
                  <a:pt x="0" y="919"/>
                </a:lnTo>
                <a:close/>
              </a:path>
            </a:pathLst>
          </a:custGeom>
          <a:solidFill>
            <a:srgbClr val="B8B9A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0" name="contour_06858"/>
          <p:cNvSpPr/>
          <p:nvPr/>
        </p:nvSpPr>
        <p:spPr>
          <a:xfrm>
            <a:off x="2145756" y="5859545"/>
            <a:ext cx="5994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78" y="0"/>
                </a:moveTo>
                <a:lnTo>
                  <a:pt x="9178" y="383"/>
                </a:lnTo>
                <a:lnTo>
                  <a:pt x="10486" y="765"/>
                </a:lnTo>
                <a:lnTo>
                  <a:pt x="11799" y="1153"/>
                </a:lnTo>
                <a:lnTo>
                  <a:pt x="13131" y="1543"/>
                </a:lnTo>
                <a:lnTo>
                  <a:pt x="13086" y="2629"/>
                </a:lnTo>
                <a:lnTo>
                  <a:pt x="12997" y="3675"/>
                </a:lnTo>
                <a:lnTo>
                  <a:pt x="12860" y="4698"/>
                </a:lnTo>
                <a:lnTo>
                  <a:pt x="12674" y="5716"/>
                </a:lnTo>
                <a:lnTo>
                  <a:pt x="12437" y="6747"/>
                </a:lnTo>
                <a:lnTo>
                  <a:pt x="12146" y="7810"/>
                </a:lnTo>
                <a:lnTo>
                  <a:pt x="11923" y="8686"/>
                </a:lnTo>
                <a:lnTo>
                  <a:pt x="11694" y="9573"/>
                </a:lnTo>
                <a:lnTo>
                  <a:pt x="11408" y="10652"/>
                </a:lnTo>
                <a:lnTo>
                  <a:pt x="11114" y="11730"/>
                </a:lnTo>
                <a:lnTo>
                  <a:pt x="10812" y="12809"/>
                </a:lnTo>
                <a:lnTo>
                  <a:pt x="10505" y="13886"/>
                </a:lnTo>
                <a:lnTo>
                  <a:pt x="11074" y="13915"/>
                </a:lnTo>
                <a:lnTo>
                  <a:pt x="12802" y="14006"/>
                </a:lnTo>
                <a:lnTo>
                  <a:pt x="14578" y="14176"/>
                </a:lnTo>
                <a:lnTo>
                  <a:pt x="16232" y="14372"/>
                </a:lnTo>
                <a:lnTo>
                  <a:pt x="17824" y="14626"/>
                </a:lnTo>
                <a:lnTo>
                  <a:pt x="19397" y="14967"/>
                </a:lnTo>
                <a:lnTo>
                  <a:pt x="21009" y="15429"/>
                </a:lnTo>
                <a:lnTo>
                  <a:pt x="21411" y="16499"/>
                </a:lnTo>
                <a:lnTo>
                  <a:pt x="21592" y="17501"/>
                </a:lnTo>
                <a:lnTo>
                  <a:pt x="21600" y="18471"/>
                </a:lnTo>
                <a:lnTo>
                  <a:pt x="21474" y="19451"/>
                </a:lnTo>
                <a:lnTo>
                  <a:pt x="21261" y="20481"/>
                </a:lnTo>
                <a:lnTo>
                  <a:pt x="21009" y="21600"/>
                </a:lnTo>
                <a:lnTo>
                  <a:pt x="19121" y="21387"/>
                </a:lnTo>
                <a:lnTo>
                  <a:pt x="17283" y="21146"/>
                </a:lnTo>
                <a:lnTo>
                  <a:pt x="15486" y="20873"/>
                </a:lnTo>
                <a:lnTo>
                  <a:pt x="13737" y="20563"/>
                </a:lnTo>
                <a:lnTo>
                  <a:pt x="12033" y="20213"/>
                </a:lnTo>
                <a:lnTo>
                  <a:pt x="10376" y="19816"/>
                </a:lnTo>
                <a:lnTo>
                  <a:pt x="8761" y="19372"/>
                </a:lnTo>
                <a:lnTo>
                  <a:pt x="7190" y="18874"/>
                </a:lnTo>
                <a:lnTo>
                  <a:pt x="5665" y="18317"/>
                </a:lnTo>
                <a:lnTo>
                  <a:pt x="4183" y="17700"/>
                </a:lnTo>
                <a:lnTo>
                  <a:pt x="2747" y="17015"/>
                </a:lnTo>
                <a:lnTo>
                  <a:pt x="1352" y="16259"/>
                </a:lnTo>
                <a:lnTo>
                  <a:pt x="0" y="15429"/>
                </a:lnTo>
                <a:lnTo>
                  <a:pt x="0" y="14409"/>
                </a:lnTo>
                <a:lnTo>
                  <a:pt x="0" y="13383"/>
                </a:lnTo>
                <a:lnTo>
                  <a:pt x="0" y="12343"/>
                </a:lnTo>
                <a:lnTo>
                  <a:pt x="1736" y="12343"/>
                </a:lnTo>
                <a:lnTo>
                  <a:pt x="3482" y="12343"/>
                </a:lnTo>
                <a:lnTo>
                  <a:pt x="5252" y="12343"/>
                </a:lnTo>
                <a:lnTo>
                  <a:pt x="5470" y="11325"/>
                </a:lnTo>
                <a:lnTo>
                  <a:pt x="5686" y="10306"/>
                </a:lnTo>
                <a:lnTo>
                  <a:pt x="5904" y="9286"/>
                </a:lnTo>
                <a:lnTo>
                  <a:pt x="6119" y="8265"/>
                </a:lnTo>
                <a:lnTo>
                  <a:pt x="6337" y="7242"/>
                </a:lnTo>
                <a:lnTo>
                  <a:pt x="6555" y="6218"/>
                </a:lnTo>
                <a:lnTo>
                  <a:pt x="6773" y="5190"/>
                </a:lnTo>
                <a:lnTo>
                  <a:pt x="6993" y="4160"/>
                </a:lnTo>
                <a:lnTo>
                  <a:pt x="7214" y="3126"/>
                </a:lnTo>
                <a:lnTo>
                  <a:pt x="7435" y="2089"/>
                </a:lnTo>
                <a:lnTo>
                  <a:pt x="7655" y="1046"/>
                </a:lnTo>
                <a:lnTo>
                  <a:pt x="7878" y="0"/>
                </a:lnTo>
                <a:close/>
              </a:path>
            </a:pathLst>
          </a:custGeom>
          <a:solidFill>
            <a:srgbClr val="5252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1" name="contour_06859"/>
          <p:cNvSpPr/>
          <p:nvPr/>
        </p:nvSpPr>
        <p:spPr>
          <a:xfrm>
            <a:off x="8151061" y="5873553"/>
            <a:ext cx="123896" cy="442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83" y="0"/>
                </a:moveTo>
                <a:lnTo>
                  <a:pt x="8454" y="647"/>
                </a:lnTo>
                <a:lnTo>
                  <a:pt x="9208" y="1368"/>
                </a:lnTo>
                <a:lnTo>
                  <a:pt x="9951" y="2143"/>
                </a:lnTo>
                <a:lnTo>
                  <a:pt x="10691" y="2967"/>
                </a:lnTo>
                <a:lnTo>
                  <a:pt x="11435" y="3831"/>
                </a:lnTo>
                <a:lnTo>
                  <a:pt x="12348" y="4517"/>
                </a:lnTo>
                <a:lnTo>
                  <a:pt x="13228" y="5146"/>
                </a:lnTo>
                <a:lnTo>
                  <a:pt x="14083" y="5697"/>
                </a:lnTo>
                <a:lnTo>
                  <a:pt x="14918" y="6155"/>
                </a:lnTo>
                <a:lnTo>
                  <a:pt x="15738" y="6493"/>
                </a:lnTo>
                <a:lnTo>
                  <a:pt x="16551" y="6695"/>
                </a:lnTo>
                <a:lnTo>
                  <a:pt x="17361" y="6734"/>
                </a:lnTo>
                <a:lnTo>
                  <a:pt x="18177" y="6599"/>
                </a:lnTo>
                <a:lnTo>
                  <a:pt x="19002" y="6258"/>
                </a:lnTo>
                <a:lnTo>
                  <a:pt x="19844" y="5697"/>
                </a:lnTo>
                <a:lnTo>
                  <a:pt x="20708" y="4897"/>
                </a:lnTo>
                <a:lnTo>
                  <a:pt x="21600" y="3831"/>
                </a:lnTo>
                <a:lnTo>
                  <a:pt x="21442" y="6031"/>
                </a:lnTo>
                <a:lnTo>
                  <a:pt x="21285" y="8231"/>
                </a:lnTo>
                <a:lnTo>
                  <a:pt x="21127" y="10438"/>
                </a:lnTo>
                <a:lnTo>
                  <a:pt x="20970" y="12648"/>
                </a:lnTo>
                <a:lnTo>
                  <a:pt x="20811" y="14869"/>
                </a:lnTo>
                <a:lnTo>
                  <a:pt x="20651" y="17097"/>
                </a:lnTo>
                <a:lnTo>
                  <a:pt x="20491" y="19343"/>
                </a:lnTo>
                <a:lnTo>
                  <a:pt x="20329" y="21600"/>
                </a:lnTo>
                <a:lnTo>
                  <a:pt x="19491" y="20818"/>
                </a:lnTo>
                <a:lnTo>
                  <a:pt x="18651" y="20036"/>
                </a:lnTo>
                <a:lnTo>
                  <a:pt x="17811" y="19251"/>
                </a:lnTo>
                <a:lnTo>
                  <a:pt x="16969" y="18466"/>
                </a:lnTo>
                <a:lnTo>
                  <a:pt x="16124" y="17677"/>
                </a:lnTo>
                <a:lnTo>
                  <a:pt x="15275" y="16888"/>
                </a:lnTo>
                <a:lnTo>
                  <a:pt x="14424" y="16092"/>
                </a:lnTo>
                <a:lnTo>
                  <a:pt x="13567" y="15296"/>
                </a:lnTo>
                <a:lnTo>
                  <a:pt x="12706" y="14492"/>
                </a:lnTo>
                <a:lnTo>
                  <a:pt x="12391" y="16252"/>
                </a:lnTo>
                <a:lnTo>
                  <a:pt x="12076" y="18018"/>
                </a:lnTo>
                <a:lnTo>
                  <a:pt x="11757" y="19798"/>
                </a:lnTo>
                <a:lnTo>
                  <a:pt x="11435" y="21600"/>
                </a:lnTo>
                <a:lnTo>
                  <a:pt x="10897" y="19589"/>
                </a:lnTo>
                <a:lnTo>
                  <a:pt x="10357" y="17577"/>
                </a:lnTo>
                <a:lnTo>
                  <a:pt x="9815" y="15559"/>
                </a:lnTo>
                <a:lnTo>
                  <a:pt x="9271" y="13533"/>
                </a:lnTo>
                <a:lnTo>
                  <a:pt x="8726" y="11497"/>
                </a:lnTo>
                <a:lnTo>
                  <a:pt x="8176" y="9446"/>
                </a:lnTo>
                <a:lnTo>
                  <a:pt x="7624" y="7385"/>
                </a:lnTo>
                <a:lnTo>
                  <a:pt x="7833" y="9730"/>
                </a:lnTo>
                <a:lnTo>
                  <a:pt x="8043" y="12079"/>
                </a:lnTo>
                <a:lnTo>
                  <a:pt x="8254" y="14439"/>
                </a:lnTo>
                <a:lnTo>
                  <a:pt x="8466" y="16809"/>
                </a:lnTo>
                <a:lnTo>
                  <a:pt x="8679" y="19194"/>
                </a:lnTo>
                <a:lnTo>
                  <a:pt x="8894" y="21600"/>
                </a:lnTo>
                <a:lnTo>
                  <a:pt x="8094" y="20960"/>
                </a:lnTo>
                <a:lnTo>
                  <a:pt x="7292" y="20321"/>
                </a:lnTo>
                <a:lnTo>
                  <a:pt x="6490" y="19677"/>
                </a:lnTo>
                <a:lnTo>
                  <a:pt x="5688" y="19038"/>
                </a:lnTo>
                <a:lnTo>
                  <a:pt x="4883" y="18394"/>
                </a:lnTo>
                <a:lnTo>
                  <a:pt x="4077" y="17751"/>
                </a:lnTo>
                <a:lnTo>
                  <a:pt x="3268" y="17104"/>
                </a:lnTo>
                <a:lnTo>
                  <a:pt x="2456" y="16454"/>
                </a:lnTo>
                <a:lnTo>
                  <a:pt x="1642" y="15804"/>
                </a:lnTo>
                <a:lnTo>
                  <a:pt x="822" y="15150"/>
                </a:lnTo>
                <a:lnTo>
                  <a:pt x="0" y="14492"/>
                </a:lnTo>
                <a:lnTo>
                  <a:pt x="1362" y="11003"/>
                </a:lnTo>
                <a:lnTo>
                  <a:pt x="2488" y="8142"/>
                </a:lnTo>
                <a:lnTo>
                  <a:pt x="3412" y="5850"/>
                </a:lnTo>
                <a:lnTo>
                  <a:pt x="4169" y="4055"/>
                </a:lnTo>
                <a:lnTo>
                  <a:pt x="4791" y="2694"/>
                </a:lnTo>
                <a:lnTo>
                  <a:pt x="5317" y="1706"/>
                </a:lnTo>
                <a:lnTo>
                  <a:pt x="5779" y="1016"/>
                </a:lnTo>
                <a:lnTo>
                  <a:pt x="6212" y="569"/>
                </a:lnTo>
                <a:lnTo>
                  <a:pt x="6650" y="291"/>
                </a:lnTo>
                <a:lnTo>
                  <a:pt x="7129" y="124"/>
                </a:lnTo>
                <a:lnTo>
                  <a:pt x="7683" y="0"/>
                </a:lnTo>
                <a:close/>
              </a:path>
            </a:pathLst>
          </a:custGeom>
          <a:solidFill>
            <a:srgbClr val="E1E9E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2" name="contour_06860"/>
          <p:cNvSpPr/>
          <p:nvPr/>
        </p:nvSpPr>
        <p:spPr>
          <a:xfrm>
            <a:off x="1103573" y="5896226"/>
            <a:ext cx="123896" cy="434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00"/>
                </a:moveTo>
                <a:lnTo>
                  <a:pt x="21600" y="5651"/>
                </a:lnTo>
                <a:lnTo>
                  <a:pt x="21600" y="7808"/>
                </a:lnTo>
                <a:lnTo>
                  <a:pt x="21600" y="9973"/>
                </a:lnTo>
                <a:lnTo>
                  <a:pt x="21600" y="12156"/>
                </a:lnTo>
                <a:lnTo>
                  <a:pt x="21600" y="14360"/>
                </a:lnTo>
                <a:lnTo>
                  <a:pt x="20693" y="14443"/>
                </a:lnTo>
                <a:lnTo>
                  <a:pt x="19798" y="14494"/>
                </a:lnTo>
                <a:lnTo>
                  <a:pt x="18913" y="14505"/>
                </a:lnTo>
                <a:lnTo>
                  <a:pt x="18035" y="14469"/>
                </a:lnTo>
                <a:lnTo>
                  <a:pt x="17162" y="14375"/>
                </a:lnTo>
                <a:lnTo>
                  <a:pt x="16293" y="14223"/>
                </a:lnTo>
                <a:lnTo>
                  <a:pt x="15424" y="14005"/>
                </a:lnTo>
                <a:lnTo>
                  <a:pt x="14553" y="13712"/>
                </a:lnTo>
                <a:lnTo>
                  <a:pt x="13679" y="13339"/>
                </a:lnTo>
                <a:lnTo>
                  <a:pt x="12800" y="12880"/>
                </a:lnTo>
                <a:lnTo>
                  <a:pt x="11912" y="12326"/>
                </a:lnTo>
                <a:lnTo>
                  <a:pt x="10952" y="11779"/>
                </a:lnTo>
                <a:lnTo>
                  <a:pt x="10068" y="11414"/>
                </a:lnTo>
                <a:lnTo>
                  <a:pt x="9235" y="11251"/>
                </a:lnTo>
                <a:lnTo>
                  <a:pt x="8432" y="11316"/>
                </a:lnTo>
                <a:lnTo>
                  <a:pt x="7636" y="11634"/>
                </a:lnTo>
                <a:lnTo>
                  <a:pt x="6828" y="12232"/>
                </a:lnTo>
                <a:lnTo>
                  <a:pt x="5984" y="13133"/>
                </a:lnTo>
                <a:lnTo>
                  <a:pt x="5082" y="14360"/>
                </a:lnTo>
                <a:lnTo>
                  <a:pt x="4193" y="16637"/>
                </a:lnTo>
                <a:lnTo>
                  <a:pt x="3633" y="18150"/>
                </a:lnTo>
                <a:lnTo>
                  <a:pt x="3161" y="19576"/>
                </a:lnTo>
                <a:lnTo>
                  <a:pt x="2541" y="21600"/>
                </a:lnTo>
                <a:lnTo>
                  <a:pt x="2541" y="19207"/>
                </a:lnTo>
                <a:lnTo>
                  <a:pt x="2541" y="16800"/>
                </a:lnTo>
                <a:lnTo>
                  <a:pt x="2541" y="14360"/>
                </a:lnTo>
                <a:lnTo>
                  <a:pt x="1786" y="13032"/>
                </a:lnTo>
                <a:lnTo>
                  <a:pt x="1271" y="12210"/>
                </a:lnTo>
                <a:lnTo>
                  <a:pt x="755" y="11562"/>
                </a:lnTo>
                <a:lnTo>
                  <a:pt x="0" y="10740"/>
                </a:lnTo>
                <a:lnTo>
                  <a:pt x="783" y="9144"/>
                </a:lnTo>
                <a:lnTo>
                  <a:pt x="1586" y="7692"/>
                </a:lnTo>
                <a:lnTo>
                  <a:pt x="2406" y="6382"/>
                </a:lnTo>
                <a:lnTo>
                  <a:pt x="3244" y="5209"/>
                </a:lnTo>
                <a:lnTo>
                  <a:pt x="4096" y="4170"/>
                </a:lnTo>
                <a:lnTo>
                  <a:pt x="4964" y="3254"/>
                </a:lnTo>
                <a:lnTo>
                  <a:pt x="5845" y="2465"/>
                </a:lnTo>
                <a:lnTo>
                  <a:pt x="6737" y="1792"/>
                </a:lnTo>
                <a:lnTo>
                  <a:pt x="7640" y="1234"/>
                </a:lnTo>
                <a:lnTo>
                  <a:pt x="8552" y="786"/>
                </a:lnTo>
                <a:lnTo>
                  <a:pt x="9472" y="442"/>
                </a:lnTo>
                <a:lnTo>
                  <a:pt x="10400" y="199"/>
                </a:lnTo>
                <a:lnTo>
                  <a:pt x="11332" y="54"/>
                </a:lnTo>
                <a:lnTo>
                  <a:pt x="12269" y="0"/>
                </a:lnTo>
                <a:lnTo>
                  <a:pt x="13209" y="29"/>
                </a:lnTo>
                <a:lnTo>
                  <a:pt x="14151" y="145"/>
                </a:lnTo>
                <a:lnTo>
                  <a:pt x="15093" y="337"/>
                </a:lnTo>
                <a:lnTo>
                  <a:pt x="16035" y="605"/>
                </a:lnTo>
                <a:lnTo>
                  <a:pt x="16974" y="941"/>
                </a:lnTo>
                <a:lnTo>
                  <a:pt x="17911" y="1343"/>
                </a:lnTo>
                <a:lnTo>
                  <a:pt x="18843" y="1803"/>
                </a:lnTo>
                <a:lnTo>
                  <a:pt x="19769" y="2317"/>
                </a:lnTo>
                <a:lnTo>
                  <a:pt x="20689" y="2885"/>
                </a:lnTo>
                <a:lnTo>
                  <a:pt x="21600" y="3500"/>
                </a:lnTo>
                <a:close/>
              </a:path>
            </a:pathLst>
          </a:custGeom>
          <a:solidFill>
            <a:srgbClr val="969B9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3" name="contour_06861"/>
          <p:cNvSpPr/>
          <p:nvPr/>
        </p:nvSpPr>
        <p:spPr>
          <a:xfrm>
            <a:off x="10709146" y="5873480"/>
            <a:ext cx="66306" cy="54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56"/>
                </a:moveTo>
                <a:lnTo>
                  <a:pt x="1557" y="218"/>
                </a:lnTo>
                <a:lnTo>
                  <a:pt x="3117" y="183"/>
                </a:lnTo>
                <a:lnTo>
                  <a:pt x="4675" y="154"/>
                </a:lnTo>
                <a:lnTo>
                  <a:pt x="6232" y="125"/>
                </a:lnTo>
                <a:lnTo>
                  <a:pt x="7792" y="99"/>
                </a:lnTo>
                <a:lnTo>
                  <a:pt x="9349" y="76"/>
                </a:lnTo>
                <a:lnTo>
                  <a:pt x="10681" y="38"/>
                </a:lnTo>
                <a:lnTo>
                  <a:pt x="12032" y="0"/>
                </a:lnTo>
                <a:lnTo>
                  <a:pt x="13426" y="3"/>
                </a:lnTo>
                <a:lnTo>
                  <a:pt x="14817" y="35"/>
                </a:lnTo>
                <a:lnTo>
                  <a:pt x="16211" y="93"/>
                </a:lnTo>
                <a:lnTo>
                  <a:pt x="17602" y="169"/>
                </a:lnTo>
                <a:lnTo>
                  <a:pt x="18993" y="256"/>
                </a:lnTo>
                <a:lnTo>
                  <a:pt x="20370" y="2004"/>
                </a:lnTo>
                <a:lnTo>
                  <a:pt x="21099" y="3317"/>
                </a:lnTo>
                <a:lnTo>
                  <a:pt x="21429" y="4855"/>
                </a:lnTo>
                <a:lnTo>
                  <a:pt x="21600" y="7275"/>
                </a:lnTo>
                <a:lnTo>
                  <a:pt x="21572" y="8865"/>
                </a:lnTo>
                <a:lnTo>
                  <a:pt x="21543" y="10464"/>
                </a:lnTo>
                <a:lnTo>
                  <a:pt x="21515" y="12086"/>
                </a:lnTo>
                <a:lnTo>
                  <a:pt x="21493" y="13685"/>
                </a:lnTo>
                <a:lnTo>
                  <a:pt x="21472" y="15292"/>
                </a:lnTo>
                <a:lnTo>
                  <a:pt x="21450" y="16923"/>
                </a:lnTo>
                <a:lnTo>
                  <a:pt x="21410" y="18769"/>
                </a:lnTo>
                <a:lnTo>
                  <a:pt x="21367" y="20642"/>
                </a:lnTo>
                <a:lnTo>
                  <a:pt x="18628" y="21175"/>
                </a:lnTo>
                <a:lnTo>
                  <a:pt x="16705" y="21495"/>
                </a:lnTo>
                <a:lnTo>
                  <a:pt x="15330" y="21600"/>
                </a:lnTo>
                <a:lnTo>
                  <a:pt x="14243" y="21495"/>
                </a:lnTo>
                <a:lnTo>
                  <a:pt x="13177" y="21175"/>
                </a:lnTo>
                <a:lnTo>
                  <a:pt x="11871" y="20642"/>
                </a:lnTo>
                <a:lnTo>
                  <a:pt x="11436" y="18833"/>
                </a:lnTo>
                <a:lnTo>
                  <a:pt x="11106" y="17037"/>
                </a:lnTo>
                <a:lnTo>
                  <a:pt x="10855" y="15240"/>
                </a:lnTo>
                <a:lnTo>
                  <a:pt x="10658" y="13428"/>
                </a:lnTo>
                <a:lnTo>
                  <a:pt x="10487" y="11588"/>
                </a:lnTo>
                <a:lnTo>
                  <a:pt x="10323" y="9709"/>
                </a:lnTo>
                <a:lnTo>
                  <a:pt x="9810" y="7578"/>
                </a:lnTo>
                <a:lnTo>
                  <a:pt x="9321" y="6253"/>
                </a:lnTo>
                <a:lnTo>
                  <a:pt x="8566" y="5184"/>
                </a:lnTo>
                <a:lnTo>
                  <a:pt x="7263" y="3818"/>
                </a:lnTo>
                <a:lnTo>
                  <a:pt x="5831" y="3003"/>
                </a:lnTo>
                <a:lnTo>
                  <a:pt x="4399" y="2237"/>
                </a:lnTo>
                <a:lnTo>
                  <a:pt x="2961" y="1523"/>
                </a:lnTo>
                <a:lnTo>
                  <a:pt x="1498" y="862"/>
                </a:lnTo>
                <a:lnTo>
                  <a:pt x="0" y="256"/>
                </a:lnTo>
                <a:close/>
              </a:path>
            </a:pathLst>
          </a:custGeom>
          <a:solidFill>
            <a:srgbClr val="F9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4" name="contour_06862"/>
          <p:cNvSpPr/>
          <p:nvPr/>
        </p:nvSpPr>
        <p:spPr>
          <a:xfrm>
            <a:off x="7152606" y="5864997"/>
            <a:ext cx="94744" cy="528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51"/>
                </a:moveTo>
                <a:lnTo>
                  <a:pt x="21484" y="2502"/>
                </a:lnTo>
                <a:lnTo>
                  <a:pt x="21362" y="4253"/>
                </a:lnTo>
                <a:lnTo>
                  <a:pt x="21238" y="6002"/>
                </a:lnTo>
                <a:lnTo>
                  <a:pt x="21108" y="7753"/>
                </a:lnTo>
                <a:lnTo>
                  <a:pt x="20977" y="9501"/>
                </a:lnTo>
                <a:lnTo>
                  <a:pt x="20861" y="11128"/>
                </a:lnTo>
                <a:lnTo>
                  <a:pt x="20744" y="12763"/>
                </a:lnTo>
                <a:lnTo>
                  <a:pt x="20626" y="14422"/>
                </a:lnTo>
                <a:lnTo>
                  <a:pt x="20204" y="16885"/>
                </a:lnTo>
                <a:lnTo>
                  <a:pt x="19824" y="18386"/>
                </a:lnTo>
                <a:lnTo>
                  <a:pt x="19272" y="19533"/>
                </a:lnTo>
                <a:lnTo>
                  <a:pt x="18335" y="20936"/>
                </a:lnTo>
                <a:lnTo>
                  <a:pt x="17483" y="21266"/>
                </a:lnTo>
                <a:lnTo>
                  <a:pt x="16615" y="21600"/>
                </a:lnTo>
                <a:lnTo>
                  <a:pt x="15964" y="20248"/>
                </a:lnTo>
                <a:lnTo>
                  <a:pt x="15306" y="18884"/>
                </a:lnTo>
                <a:lnTo>
                  <a:pt x="14641" y="17505"/>
                </a:lnTo>
                <a:lnTo>
                  <a:pt x="13753" y="15896"/>
                </a:lnTo>
                <a:lnTo>
                  <a:pt x="12802" y="14550"/>
                </a:lnTo>
                <a:lnTo>
                  <a:pt x="11794" y="13436"/>
                </a:lnTo>
                <a:lnTo>
                  <a:pt x="10735" y="12536"/>
                </a:lnTo>
                <a:lnTo>
                  <a:pt x="9632" y="11819"/>
                </a:lnTo>
                <a:lnTo>
                  <a:pt x="8492" y="11262"/>
                </a:lnTo>
                <a:lnTo>
                  <a:pt x="7321" y="10839"/>
                </a:lnTo>
                <a:lnTo>
                  <a:pt x="6126" y="10526"/>
                </a:lnTo>
                <a:lnTo>
                  <a:pt x="4912" y="10294"/>
                </a:lnTo>
                <a:lnTo>
                  <a:pt x="3685" y="10121"/>
                </a:lnTo>
                <a:lnTo>
                  <a:pt x="2454" y="9978"/>
                </a:lnTo>
                <a:lnTo>
                  <a:pt x="1223" y="9841"/>
                </a:lnTo>
                <a:lnTo>
                  <a:pt x="0" y="9686"/>
                </a:lnTo>
                <a:lnTo>
                  <a:pt x="927" y="7884"/>
                </a:lnTo>
                <a:lnTo>
                  <a:pt x="1888" y="6311"/>
                </a:lnTo>
                <a:lnTo>
                  <a:pt x="2874" y="4950"/>
                </a:lnTo>
                <a:lnTo>
                  <a:pt x="3891" y="3789"/>
                </a:lnTo>
                <a:lnTo>
                  <a:pt x="4935" y="2815"/>
                </a:lnTo>
                <a:lnTo>
                  <a:pt x="6005" y="2010"/>
                </a:lnTo>
                <a:lnTo>
                  <a:pt x="7098" y="1364"/>
                </a:lnTo>
                <a:lnTo>
                  <a:pt x="8215" y="861"/>
                </a:lnTo>
                <a:lnTo>
                  <a:pt x="9351" y="488"/>
                </a:lnTo>
                <a:lnTo>
                  <a:pt x="10509" y="229"/>
                </a:lnTo>
                <a:lnTo>
                  <a:pt x="11686" y="69"/>
                </a:lnTo>
                <a:lnTo>
                  <a:pt x="12879" y="0"/>
                </a:lnTo>
                <a:lnTo>
                  <a:pt x="14088" y="0"/>
                </a:lnTo>
                <a:lnTo>
                  <a:pt x="15311" y="60"/>
                </a:lnTo>
                <a:lnTo>
                  <a:pt x="16549" y="167"/>
                </a:lnTo>
                <a:lnTo>
                  <a:pt x="17797" y="301"/>
                </a:lnTo>
                <a:lnTo>
                  <a:pt x="19056" y="453"/>
                </a:lnTo>
                <a:lnTo>
                  <a:pt x="20324" y="608"/>
                </a:lnTo>
                <a:lnTo>
                  <a:pt x="21600" y="751"/>
                </a:lnTo>
                <a:close/>
              </a:path>
            </a:pathLst>
          </a:custGeom>
          <a:solidFill>
            <a:srgbClr val="E7F0F9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5" name="contour_06863"/>
          <p:cNvSpPr/>
          <p:nvPr/>
        </p:nvSpPr>
        <p:spPr>
          <a:xfrm>
            <a:off x="1183741" y="5830393"/>
            <a:ext cx="874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11" y="423"/>
                </a:lnTo>
                <a:lnTo>
                  <a:pt x="4036" y="851"/>
                </a:lnTo>
                <a:lnTo>
                  <a:pt x="4468" y="1006"/>
                </a:lnTo>
                <a:lnTo>
                  <a:pt x="5231" y="1282"/>
                </a:lnTo>
                <a:lnTo>
                  <a:pt x="6975" y="1912"/>
                </a:lnTo>
                <a:lnTo>
                  <a:pt x="7403" y="2070"/>
                </a:lnTo>
                <a:lnTo>
                  <a:pt x="8158" y="2349"/>
                </a:lnTo>
                <a:lnTo>
                  <a:pt x="9886" y="2988"/>
                </a:lnTo>
                <a:lnTo>
                  <a:pt x="11477" y="3272"/>
                </a:lnTo>
                <a:lnTo>
                  <a:pt x="12683" y="3292"/>
                </a:lnTo>
                <a:lnTo>
                  <a:pt x="13725" y="3051"/>
                </a:lnTo>
                <a:lnTo>
                  <a:pt x="14823" y="2552"/>
                </a:lnTo>
                <a:lnTo>
                  <a:pt x="16200" y="1800"/>
                </a:lnTo>
                <a:lnTo>
                  <a:pt x="17444" y="2520"/>
                </a:lnTo>
                <a:lnTo>
                  <a:pt x="18349" y="3058"/>
                </a:lnTo>
                <a:lnTo>
                  <a:pt x="19069" y="3515"/>
                </a:lnTo>
                <a:lnTo>
                  <a:pt x="19750" y="3992"/>
                </a:lnTo>
                <a:lnTo>
                  <a:pt x="20543" y="4586"/>
                </a:lnTo>
                <a:lnTo>
                  <a:pt x="21600" y="5400"/>
                </a:lnTo>
                <a:lnTo>
                  <a:pt x="21220" y="5699"/>
                </a:lnTo>
                <a:lnTo>
                  <a:pt x="20549" y="6223"/>
                </a:lnTo>
                <a:lnTo>
                  <a:pt x="19012" y="7425"/>
                </a:lnTo>
                <a:lnTo>
                  <a:pt x="18094" y="8419"/>
                </a:lnTo>
                <a:lnTo>
                  <a:pt x="17321" y="9455"/>
                </a:lnTo>
                <a:lnTo>
                  <a:pt x="16681" y="10534"/>
                </a:lnTo>
                <a:lnTo>
                  <a:pt x="16157" y="11648"/>
                </a:lnTo>
                <a:lnTo>
                  <a:pt x="15736" y="12796"/>
                </a:lnTo>
                <a:lnTo>
                  <a:pt x="15399" y="13979"/>
                </a:lnTo>
                <a:lnTo>
                  <a:pt x="15136" y="15190"/>
                </a:lnTo>
                <a:lnTo>
                  <a:pt x="14933" y="16429"/>
                </a:lnTo>
                <a:lnTo>
                  <a:pt x="14771" y="17690"/>
                </a:lnTo>
                <a:lnTo>
                  <a:pt x="14638" y="18976"/>
                </a:lnTo>
                <a:lnTo>
                  <a:pt x="14519" y="20279"/>
                </a:lnTo>
                <a:lnTo>
                  <a:pt x="14400" y="21600"/>
                </a:lnTo>
                <a:lnTo>
                  <a:pt x="13507" y="21600"/>
                </a:lnTo>
                <a:lnTo>
                  <a:pt x="12600" y="21600"/>
                </a:lnTo>
                <a:lnTo>
                  <a:pt x="12595" y="20731"/>
                </a:lnTo>
                <a:lnTo>
                  <a:pt x="12591" y="19858"/>
                </a:lnTo>
                <a:lnTo>
                  <a:pt x="12586" y="18970"/>
                </a:lnTo>
                <a:lnTo>
                  <a:pt x="12497" y="17644"/>
                </a:lnTo>
                <a:lnTo>
                  <a:pt x="12389" y="16367"/>
                </a:lnTo>
                <a:lnTo>
                  <a:pt x="12253" y="15125"/>
                </a:lnTo>
                <a:lnTo>
                  <a:pt x="12078" y="13907"/>
                </a:lnTo>
                <a:lnTo>
                  <a:pt x="11857" y="12699"/>
                </a:lnTo>
                <a:lnTo>
                  <a:pt x="11576" y="11486"/>
                </a:lnTo>
                <a:lnTo>
                  <a:pt x="11227" y="10258"/>
                </a:lnTo>
                <a:lnTo>
                  <a:pt x="10800" y="9000"/>
                </a:lnTo>
                <a:lnTo>
                  <a:pt x="9661" y="8312"/>
                </a:lnTo>
                <a:lnTo>
                  <a:pt x="8519" y="7720"/>
                </a:lnTo>
                <a:lnTo>
                  <a:pt x="7371" y="7214"/>
                </a:lnTo>
                <a:lnTo>
                  <a:pt x="6208" y="6784"/>
                </a:lnTo>
                <a:lnTo>
                  <a:pt x="5026" y="6417"/>
                </a:lnTo>
                <a:lnTo>
                  <a:pt x="3820" y="6107"/>
                </a:lnTo>
                <a:lnTo>
                  <a:pt x="2583" y="5841"/>
                </a:lnTo>
                <a:lnTo>
                  <a:pt x="1312" y="5609"/>
                </a:lnTo>
                <a:lnTo>
                  <a:pt x="0" y="5400"/>
                </a:lnTo>
                <a:lnTo>
                  <a:pt x="356" y="4331"/>
                </a:lnTo>
                <a:lnTo>
                  <a:pt x="715" y="3258"/>
                </a:lnTo>
                <a:lnTo>
                  <a:pt x="1073" y="2182"/>
                </a:lnTo>
                <a:lnTo>
                  <a:pt x="1435" y="1096"/>
                </a:lnTo>
                <a:lnTo>
                  <a:pt x="1800" y="0"/>
                </a:lnTo>
                <a:close/>
              </a:path>
            </a:pathLst>
          </a:custGeom>
          <a:solidFill>
            <a:srgbClr val="38352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6" name="contour_06864"/>
          <p:cNvSpPr/>
          <p:nvPr/>
        </p:nvSpPr>
        <p:spPr>
          <a:xfrm>
            <a:off x="636530" y="5764801"/>
            <a:ext cx="4444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7" y="0"/>
                </a:moveTo>
                <a:lnTo>
                  <a:pt x="2642" y="89"/>
                </a:lnTo>
                <a:lnTo>
                  <a:pt x="4926" y="219"/>
                </a:lnTo>
                <a:lnTo>
                  <a:pt x="7158" y="402"/>
                </a:lnTo>
                <a:lnTo>
                  <a:pt x="9353" y="659"/>
                </a:lnTo>
                <a:lnTo>
                  <a:pt x="11524" y="999"/>
                </a:lnTo>
                <a:lnTo>
                  <a:pt x="13681" y="1444"/>
                </a:lnTo>
                <a:lnTo>
                  <a:pt x="15838" y="2006"/>
                </a:lnTo>
                <a:lnTo>
                  <a:pt x="18005" y="2700"/>
                </a:lnTo>
                <a:lnTo>
                  <a:pt x="19047" y="4336"/>
                </a:lnTo>
                <a:lnTo>
                  <a:pt x="19886" y="5964"/>
                </a:lnTo>
                <a:lnTo>
                  <a:pt x="20541" y="7595"/>
                </a:lnTo>
                <a:lnTo>
                  <a:pt x="21026" y="9242"/>
                </a:lnTo>
                <a:lnTo>
                  <a:pt x="21356" y="10916"/>
                </a:lnTo>
                <a:lnTo>
                  <a:pt x="21543" y="12628"/>
                </a:lnTo>
                <a:lnTo>
                  <a:pt x="21600" y="14383"/>
                </a:lnTo>
                <a:lnTo>
                  <a:pt x="21547" y="16200"/>
                </a:lnTo>
                <a:lnTo>
                  <a:pt x="20761" y="18077"/>
                </a:lnTo>
                <a:lnTo>
                  <a:pt x="20130" y="19264"/>
                </a:lnTo>
                <a:lnTo>
                  <a:pt x="19323" y="20272"/>
                </a:lnTo>
                <a:lnTo>
                  <a:pt x="18005" y="21600"/>
                </a:lnTo>
                <a:lnTo>
                  <a:pt x="15530" y="21589"/>
                </a:lnTo>
                <a:lnTo>
                  <a:pt x="13692" y="21373"/>
                </a:lnTo>
                <a:lnTo>
                  <a:pt x="10922" y="20758"/>
                </a:lnTo>
                <a:lnTo>
                  <a:pt x="9056" y="20353"/>
                </a:lnTo>
                <a:lnTo>
                  <a:pt x="7161" y="19945"/>
                </a:lnTo>
                <a:lnTo>
                  <a:pt x="5185" y="19300"/>
                </a:lnTo>
                <a:lnTo>
                  <a:pt x="3811" y="18692"/>
                </a:lnTo>
                <a:lnTo>
                  <a:pt x="2398" y="17777"/>
                </a:lnTo>
                <a:lnTo>
                  <a:pt x="297" y="16200"/>
                </a:lnTo>
                <a:lnTo>
                  <a:pt x="127" y="14307"/>
                </a:lnTo>
                <a:lnTo>
                  <a:pt x="32" y="12930"/>
                </a:lnTo>
                <a:lnTo>
                  <a:pt x="0" y="11672"/>
                </a:lnTo>
                <a:lnTo>
                  <a:pt x="18" y="10138"/>
                </a:lnTo>
                <a:lnTo>
                  <a:pt x="78" y="7933"/>
                </a:lnTo>
                <a:lnTo>
                  <a:pt x="110" y="6450"/>
                </a:lnTo>
                <a:lnTo>
                  <a:pt x="142" y="4960"/>
                </a:lnTo>
                <a:lnTo>
                  <a:pt x="174" y="3448"/>
                </a:lnTo>
                <a:lnTo>
                  <a:pt x="234" y="1736"/>
                </a:lnTo>
                <a:lnTo>
                  <a:pt x="297" y="0"/>
                </a:lnTo>
                <a:close/>
              </a:path>
            </a:pathLst>
          </a:custGeom>
          <a:solidFill>
            <a:srgbClr val="21211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7" name="contour_06865"/>
          <p:cNvSpPr/>
          <p:nvPr/>
        </p:nvSpPr>
        <p:spPr>
          <a:xfrm>
            <a:off x="3668152" y="5750225"/>
            <a:ext cx="66386" cy="534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8" y="0"/>
                </a:moveTo>
                <a:lnTo>
                  <a:pt x="1824" y="0"/>
                </a:lnTo>
                <a:lnTo>
                  <a:pt x="3391" y="0"/>
                </a:lnTo>
                <a:lnTo>
                  <a:pt x="4958" y="0"/>
                </a:lnTo>
                <a:lnTo>
                  <a:pt x="6531" y="0"/>
                </a:lnTo>
                <a:lnTo>
                  <a:pt x="8107" y="0"/>
                </a:lnTo>
                <a:lnTo>
                  <a:pt x="9691" y="0"/>
                </a:lnTo>
                <a:lnTo>
                  <a:pt x="11280" y="0"/>
                </a:lnTo>
                <a:lnTo>
                  <a:pt x="12878" y="0"/>
                </a:lnTo>
                <a:lnTo>
                  <a:pt x="14486" y="0"/>
                </a:lnTo>
                <a:lnTo>
                  <a:pt x="13815" y="1667"/>
                </a:lnTo>
                <a:lnTo>
                  <a:pt x="13144" y="3335"/>
                </a:lnTo>
                <a:lnTo>
                  <a:pt x="12471" y="5008"/>
                </a:lnTo>
                <a:lnTo>
                  <a:pt x="11795" y="6687"/>
                </a:lnTo>
                <a:lnTo>
                  <a:pt x="11114" y="8375"/>
                </a:lnTo>
                <a:lnTo>
                  <a:pt x="10431" y="10072"/>
                </a:lnTo>
                <a:lnTo>
                  <a:pt x="9744" y="11784"/>
                </a:lnTo>
                <a:lnTo>
                  <a:pt x="11420" y="11784"/>
                </a:lnTo>
                <a:lnTo>
                  <a:pt x="13099" y="11784"/>
                </a:lnTo>
                <a:lnTo>
                  <a:pt x="14783" y="11784"/>
                </a:lnTo>
                <a:lnTo>
                  <a:pt x="16473" y="11784"/>
                </a:lnTo>
                <a:lnTo>
                  <a:pt x="18171" y="11784"/>
                </a:lnTo>
                <a:lnTo>
                  <a:pt x="19878" y="11784"/>
                </a:lnTo>
                <a:lnTo>
                  <a:pt x="21600" y="11784"/>
                </a:lnTo>
                <a:lnTo>
                  <a:pt x="21439" y="13976"/>
                </a:lnTo>
                <a:lnTo>
                  <a:pt x="21235" y="15531"/>
                </a:lnTo>
                <a:lnTo>
                  <a:pt x="20874" y="16875"/>
                </a:lnTo>
                <a:lnTo>
                  <a:pt x="20244" y="18430"/>
                </a:lnTo>
                <a:lnTo>
                  <a:pt x="19229" y="20622"/>
                </a:lnTo>
                <a:lnTo>
                  <a:pt x="17614" y="21028"/>
                </a:lnTo>
                <a:lnTo>
                  <a:pt x="16025" y="21323"/>
                </a:lnTo>
                <a:lnTo>
                  <a:pt x="14455" y="21512"/>
                </a:lnTo>
                <a:lnTo>
                  <a:pt x="12897" y="21600"/>
                </a:lnTo>
                <a:lnTo>
                  <a:pt x="11342" y="21585"/>
                </a:lnTo>
                <a:lnTo>
                  <a:pt x="9784" y="21476"/>
                </a:lnTo>
                <a:lnTo>
                  <a:pt x="8212" y="21279"/>
                </a:lnTo>
                <a:lnTo>
                  <a:pt x="6621" y="20990"/>
                </a:lnTo>
                <a:lnTo>
                  <a:pt x="5001" y="20622"/>
                </a:lnTo>
                <a:lnTo>
                  <a:pt x="3664" y="19031"/>
                </a:lnTo>
                <a:lnTo>
                  <a:pt x="2582" y="17537"/>
                </a:lnTo>
                <a:lnTo>
                  <a:pt x="1731" y="16056"/>
                </a:lnTo>
                <a:lnTo>
                  <a:pt x="1079" y="14506"/>
                </a:lnTo>
                <a:lnTo>
                  <a:pt x="590" y="12797"/>
                </a:lnTo>
                <a:lnTo>
                  <a:pt x="242" y="10847"/>
                </a:lnTo>
                <a:lnTo>
                  <a:pt x="0" y="8573"/>
                </a:lnTo>
                <a:lnTo>
                  <a:pt x="0" y="6858"/>
                </a:lnTo>
                <a:lnTo>
                  <a:pt x="31" y="5141"/>
                </a:lnTo>
                <a:lnTo>
                  <a:pt x="90" y="3426"/>
                </a:lnTo>
                <a:lnTo>
                  <a:pt x="168" y="1712"/>
                </a:lnTo>
                <a:lnTo>
                  <a:pt x="258" y="0"/>
                </a:lnTo>
                <a:close/>
              </a:path>
            </a:pathLst>
          </a:custGeom>
          <a:solidFill>
            <a:srgbClr val="76787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8" name="contour_06866"/>
          <p:cNvSpPr/>
          <p:nvPr/>
        </p:nvSpPr>
        <p:spPr>
          <a:xfrm>
            <a:off x="8143773" y="5721073"/>
            <a:ext cx="58304" cy="658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457" y="1037"/>
                </a:lnTo>
                <a:lnTo>
                  <a:pt x="5516" y="2090"/>
                </a:lnTo>
                <a:lnTo>
                  <a:pt x="5778" y="3750"/>
                </a:lnTo>
                <a:lnTo>
                  <a:pt x="6099" y="5260"/>
                </a:lnTo>
                <a:lnTo>
                  <a:pt x="6545" y="6682"/>
                </a:lnTo>
                <a:lnTo>
                  <a:pt x="7190" y="8091"/>
                </a:lnTo>
                <a:lnTo>
                  <a:pt x="8100" y="9555"/>
                </a:lnTo>
                <a:lnTo>
                  <a:pt x="10049" y="9873"/>
                </a:lnTo>
                <a:lnTo>
                  <a:pt x="11972" y="10050"/>
                </a:lnTo>
                <a:lnTo>
                  <a:pt x="13881" y="10112"/>
                </a:lnTo>
                <a:lnTo>
                  <a:pt x="15787" y="10071"/>
                </a:lnTo>
                <a:lnTo>
                  <a:pt x="17699" y="9954"/>
                </a:lnTo>
                <a:lnTo>
                  <a:pt x="19634" y="9775"/>
                </a:lnTo>
                <a:lnTo>
                  <a:pt x="21600" y="9555"/>
                </a:lnTo>
                <a:lnTo>
                  <a:pt x="21041" y="11063"/>
                </a:lnTo>
                <a:lnTo>
                  <a:pt x="20442" y="12508"/>
                </a:lnTo>
                <a:lnTo>
                  <a:pt x="19786" y="13898"/>
                </a:lnTo>
                <a:lnTo>
                  <a:pt x="19051" y="15243"/>
                </a:lnTo>
                <a:lnTo>
                  <a:pt x="18220" y="16555"/>
                </a:lnTo>
                <a:lnTo>
                  <a:pt x="17275" y="17840"/>
                </a:lnTo>
                <a:lnTo>
                  <a:pt x="16200" y="19111"/>
                </a:lnTo>
                <a:lnTo>
                  <a:pt x="14558" y="19746"/>
                </a:lnTo>
                <a:lnTo>
                  <a:pt x="12920" y="20305"/>
                </a:lnTo>
                <a:lnTo>
                  <a:pt x="11275" y="20773"/>
                </a:lnTo>
                <a:lnTo>
                  <a:pt x="9620" y="21146"/>
                </a:lnTo>
                <a:lnTo>
                  <a:pt x="7943" y="21414"/>
                </a:lnTo>
                <a:lnTo>
                  <a:pt x="6237" y="21569"/>
                </a:lnTo>
                <a:lnTo>
                  <a:pt x="4490" y="21600"/>
                </a:lnTo>
                <a:lnTo>
                  <a:pt x="2700" y="21500"/>
                </a:lnTo>
                <a:lnTo>
                  <a:pt x="1577" y="20396"/>
                </a:lnTo>
                <a:lnTo>
                  <a:pt x="923" y="19531"/>
                </a:lnTo>
                <a:lnTo>
                  <a:pt x="481" y="18454"/>
                </a:lnTo>
                <a:lnTo>
                  <a:pt x="0" y="16722"/>
                </a:lnTo>
                <a:lnTo>
                  <a:pt x="394" y="14964"/>
                </a:lnTo>
                <a:lnTo>
                  <a:pt x="705" y="13650"/>
                </a:lnTo>
                <a:lnTo>
                  <a:pt x="1004" y="12546"/>
                </a:lnTo>
                <a:lnTo>
                  <a:pt x="1364" y="11407"/>
                </a:lnTo>
                <a:lnTo>
                  <a:pt x="1847" y="9993"/>
                </a:lnTo>
                <a:lnTo>
                  <a:pt x="2533" y="8062"/>
                </a:lnTo>
                <a:lnTo>
                  <a:pt x="2735" y="7477"/>
                </a:lnTo>
                <a:lnTo>
                  <a:pt x="3348" y="5712"/>
                </a:lnTo>
                <a:lnTo>
                  <a:pt x="3853" y="4281"/>
                </a:lnTo>
                <a:lnTo>
                  <a:pt x="4363" y="2852"/>
                </a:lnTo>
                <a:lnTo>
                  <a:pt x="4882" y="1426"/>
                </a:lnTo>
                <a:lnTo>
                  <a:pt x="5400" y="0"/>
                </a:lnTo>
                <a:close/>
              </a:path>
            </a:pathLst>
          </a:custGeom>
          <a:solidFill>
            <a:srgbClr val="2D2E2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69" name="contour_06867"/>
          <p:cNvSpPr/>
          <p:nvPr/>
        </p:nvSpPr>
        <p:spPr>
          <a:xfrm>
            <a:off x="8340549" y="5685158"/>
            <a:ext cx="80168" cy="66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89" y="664"/>
                </a:moveTo>
                <a:lnTo>
                  <a:pt x="18763" y="1831"/>
                </a:lnTo>
                <a:lnTo>
                  <a:pt x="19603" y="2974"/>
                </a:lnTo>
                <a:lnTo>
                  <a:pt x="20335" y="4157"/>
                </a:lnTo>
                <a:lnTo>
                  <a:pt x="20991" y="5457"/>
                </a:lnTo>
                <a:lnTo>
                  <a:pt x="21600" y="6944"/>
                </a:lnTo>
                <a:lnTo>
                  <a:pt x="21600" y="8509"/>
                </a:lnTo>
                <a:lnTo>
                  <a:pt x="21600" y="10086"/>
                </a:lnTo>
                <a:lnTo>
                  <a:pt x="21600" y="11687"/>
                </a:lnTo>
                <a:lnTo>
                  <a:pt x="21168" y="11637"/>
                </a:lnTo>
                <a:lnTo>
                  <a:pt x="20406" y="11552"/>
                </a:lnTo>
                <a:lnTo>
                  <a:pt x="18662" y="11355"/>
                </a:lnTo>
                <a:lnTo>
                  <a:pt x="17276" y="11265"/>
                </a:lnTo>
                <a:lnTo>
                  <a:pt x="15917" y="11196"/>
                </a:lnTo>
                <a:lnTo>
                  <a:pt x="14574" y="11153"/>
                </a:lnTo>
                <a:lnTo>
                  <a:pt x="13243" y="11151"/>
                </a:lnTo>
                <a:lnTo>
                  <a:pt x="11913" y="11191"/>
                </a:lnTo>
                <a:lnTo>
                  <a:pt x="10576" y="11289"/>
                </a:lnTo>
                <a:lnTo>
                  <a:pt x="9225" y="11450"/>
                </a:lnTo>
                <a:lnTo>
                  <a:pt x="7855" y="11687"/>
                </a:lnTo>
                <a:lnTo>
                  <a:pt x="7171" y="13143"/>
                </a:lnTo>
                <a:lnTo>
                  <a:pt x="6735" y="14516"/>
                </a:lnTo>
                <a:lnTo>
                  <a:pt x="6480" y="15899"/>
                </a:lnTo>
                <a:lnTo>
                  <a:pt x="6335" y="17381"/>
                </a:lnTo>
                <a:lnTo>
                  <a:pt x="6237" y="19062"/>
                </a:lnTo>
                <a:lnTo>
                  <a:pt x="6150" y="19587"/>
                </a:lnTo>
                <a:lnTo>
                  <a:pt x="5891" y="21173"/>
                </a:lnTo>
                <a:lnTo>
                  <a:pt x="4371" y="21458"/>
                </a:lnTo>
                <a:lnTo>
                  <a:pt x="3305" y="21600"/>
                </a:lnTo>
                <a:lnTo>
                  <a:pt x="2409" y="21600"/>
                </a:lnTo>
                <a:lnTo>
                  <a:pt x="1402" y="21458"/>
                </a:lnTo>
                <a:lnTo>
                  <a:pt x="0" y="21173"/>
                </a:lnTo>
                <a:lnTo>
                  <a:pt x="385" y="19368"/>
                </a:lnTo>
                <a:lnTo>
                  <a:pt x="809" y="17673"/>
                </a:lnTo>
                <a:lnTo>
                  <a:pt x="1278" y="16077"/>
                </a:lnTo>
                <a:lnTo>
                  <a:pt x="1801" y="14568"/>
                </a:lnTo>
                <a:lnTo>
                  <a:pt x="2378" y="13141"/>
                </a:lnTo>
                <a:lnTo>
                  <a:pt x="3018" y="11782"/>
                </a:lnTo>
                <a:lnTo>
                  <a:pt x="3725" y="10482"/>
                </a:lnTo>
                <a:lnTo>
                  <a:pt x="4507" y="9232"/>
                </a:lnTo>
                <a:lnTo>
                  <a:pt x="5365" y="8021"/>
                </a:lnTo>
                <a:lnTo>
                  <a:pt x="6307" y="6842"/>
                </a:lnTo>
                <a:lnTo>
                  <a:pt x="7340" y="5682"/>
                </a:lnTo>
                <a:lnTo>
                  <a:pt x="8467" y="4534"/>
                </a:lnTo>
                <a:lnTo>
                  <a:pt x="9696" y="3387"/>
                </a:lnTo>
                <a:lnTo>
                  <a:pt x="11915" y="1762"/>
                </a:lnTo>
                <a:lnTo>
                  <a:pt x="13488" y="707"/>
                </a:lnTo>
                <a:lnTo>
                  <a:pt x="14637" y="145"/>
                </a:lnTo>
                <a:lnTo>
                  <a:pt x="15585" y="0"/>
                </a:lnTo>
                <a:lnTo>
                  <a:pt x="16561" y="199"/>
                </a:lnTo>
                <a:lnTo>
                  <a:pt x="17789" y="664"/>
                </a:lnTo>
                <a:close/>
              </a:path>
            </a:pathLst>
          </a:custGeom>
          <a:solidFill>
            <a:srgbClr val="C3C0B7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0" name="contour_06868"/>
          <p:cNvSpPr/>
          <p:nvPr/>
        </p:nvSpPr>
        <p:spPr>
          <a:xfrm>
            <a:off x="3785554" y="5677324"/>
            <a:ext cx="109320" cy="432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11"/>
                </a:moveTo>
                <a:lnTo>
                  <a:pt x="12557" y="0"/>
                </a:lnTo>
                <a:lnTo>
                  <a:pt x="13582" y="102"/>
                </a:lnTo>
                <a:lnTo>
                  <a:pt x="14596" y="302"/>
                </a:lnTo>
                <a:lnTo>
                  <a:pt x="15602" y="590"/>
                </a:lnTo>
                <a:lnTo>
                  <a:pt x="16602" y="961"/>
                </a:lnTo>
                <a:lnTo>
                  <a:pt x="17600" y="1398"/>
                </a:lnTo>
                <a:lnTo>
                  <a:pt x="18595" y="1896"/>
                </a:lnTo>
                <a:lnTo>
                  <a:pt x="19593" y="2446"/>
                </a:lnTo>
                <a:lnTo>
                  <a:pt x="20593" y="3032"/>
                </a:lnTo>
                <a:lnTo>
                  <a:pt x="21600" y="3650"/>
                </a:lnTo>
                <a:lnTo>
                  <a:pt x="21146" y="6234"/>
                </a:lnTo>
                <a:lnTo>
                  <a:pt x="20618" y="8484"/>
                </a:lnTo>
                <a:lnTo>
                  <a:pt x="20019" y="10445"/>
                </a:lnTo>
                <a:lnTo>
                  <a:pt x="19352" y="12163"/>
                </a:lnTo>
                <a:lnTo>
                  <a:pt x="18624" y="13684"/>
                </a:lnTo>
                <a:lnTo>
                  <a:pt x="17834" y="15053"/>
                </a:lnTo>
                <a:lnTo>
                  <a:pt x="16991" y="16316"/>
                </a:lnTo>
                <a:lnTo>
                  <a:pt x="16093" y="17517"/>
                </a:lnTo>
                <a:lnTo>
                  <a:pt x="15149" y="18699"/>
                </a:lnTo>
                <a:lnTo>
                  <a:pt x="14158" y="19915"/>
                </a:lnTo>
                <a:lnTo>
                  <a:pt x="13136" y="20574"/>
                </a:lnTo>
                <a:lnTo>
                  <a:pt x="12118" y="21058"/>
                </a:lnTo>
                <a:lnTo>
                  <a:pt x="11105" y="21382"/>
                </a:lnTo>
                <a:lnTo>
                  <a:pt x="10096" y="21556"/>
                </a:lnTo>
                <a:lnTo>
                  <a:pt x="9089" y="21600"/>
                </a:lnTo>
                <a:lnTo>
                  <a:pt x="8086" y="21520"/>
                </a:lnTo>
                <a:lnTo>
                  <a:pt x="7082" y="21334"/>
                </a:lnTo>
                <a:lnTo>
                  <a:pt x="6077" y="21054"/>
                </a:lnTo>
                <a:lnTo>
                  <a:pt x="5073" y="20697"/>
                </a:lnTo>
                <a:lnTo>
                  <a:pt x="4065" y="20275"/>
                </a:lnTo>
                <a:lnTo>
                  <a:pt x="3056" y="19802"/>
                </a:lnTo>
                <a:lnTo>
                  <a:pt x="2042" y="19289"/>
                </a:lnTo>
                <a:lnTo>
                  <a:pt x="1024" y="18754"/>
                </a:lnTo>
                <a:lnTo>
                  <a:pt x="0" y="18208"/>
                </a:lnTo>
                <a:lnTo>
                  <a:pt x="0" y="16403"/>
                </a:lnTo>
                <a:lnTo>
                  <a:pt x="0" y="14569"/>
                </a:lnTo>
                <a:lnTo>
                  <a:pt x="887" y="14823"/>
                </a:lnTo>
                <a:lnTo>
                  <a:pt x="1788" y="15082"/>
                </a:lnTo>
                <a:lnTo>
                  <a:pt x="2798" y="15238"/>
                </a:lnTo>
                <a:lnTo>
                  <a:pt x="3781" y="15351"/>
                </a:lnTo>
                <a:lnTo>
                  <a:pt x="4746" y="15402"/>
                </a:lnTo>
                <a:lnTo>
                  <a:pt x="5705" y="15366"/>
                </a:lnTo>
                <a:lnTo>
                  <a:pt x="6667" y="15231"/>
                </a:lnTo>
                <a:lnTo>
                  <a:pt x="7642" y="14969"/>
                </a:lnTo>
                <a:lnTo>
                  <a:pt x="8640" y="14569"/>
                </a:lnTo>
                <a:lnTo>
                  <a:pt x="9145" y="12556"/>
                </a:lnTo>
                <a:lnTo>
                  <a:pt x="9455" y="11104"/>
                </a:lnTo>
                <a:lnTo>
                  <a:pt x="9694" y="9506"/>
                </a:lnTo>
                <a:lnTo>
                  <a:pt x="9991" y="7064"/>
                </a:lnTo>
                <a:lnTo>
                  <a:pt x="10309" y="4673"/>
                </a:lnTo>
                <a:lnTo>
                  <a:pt x="10574" y="3141"/>
                </a:lnTo>
                <a:lnTo>
                  <a:pt x="10930" y="1809"/>
                </a:lnTo>
                <a:lnTo>
                  <a:pt x="11520" y="11"/>
                </a:lnTo>
                <a:close/>
              </a:path>
            </a:pathLst>
          </a:custGeom>
          <a:solidFill>
            <a:srgbClr val="9A9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1" name="contour_06869"/>
          <p:cNvSpPr/>
          <p:nvPr/>
        </p:nvSpPr>
        <p:spPr>
          <a:xfrm>
            <a:off x="6737191" y="5669525"/>
            <a:ext cx="67436" cy="44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09" y="3816"/>
                </a:moveTo>
                <a:lnTo>
                  <a:pt x="21404" y="6416"/>
                </a:lnTo>
                <a:lnTo>
                  <a:pt x="21600" y="8273"/>
                </a:lnTo>
                <a:lnTo>
                  <a:pt x="21600" y="9895"/>
                </a:lnTo>
                <a:lnTo>
                  <a:pt x="21404" y="11794"/>
                </a:lnTo>
                <a:lnTo>
                  <a:pt x="21009" y="14487"/>
                </a:lnTo>
                <a:lnTo>
                  <a:pt x="19574" y="15486"/>
                </a:lnTo>
                <a:lnTo>
                  <a:pt x="18112" y="16293"/>
                </a:lnTo>
                <a:lnTo>
                  <a:pt x="16630" y="16944"/>
                </a:lnTo>
                <a:lnTo>
                  <a:pt x="15127" y="17478"/>
                </a:lnTo>
                <a:lnTo>
                  <a:pt x="13605" y="17926"/>
                </a:lnTo>
                <a:lnTo>
                  <a:pt x="12064" y="18324"/>
                </a:lnTo>
                <a:lnTo>
                  <a:pt x="10505" y="18712"/>
                </a:lnTo>
                <a:lnTo>
                  <a:pt x="8997" y="19149"/>
                </a:lnTo>
                <a:lnTo>
                  <a:pt x="7468" y="19594"/>
                </a:lnTo>
                <a:lnTo>
                  <a:pt x="5976" y="20017"/>
                </a:lnTo>
                <a:lnTo>
                  <a:pt x="4484" y="20426"/>
                </a:lnTo>
                <a:lnTo>
                  <a:pt x="2990" y="20825"/>
                </a:lnTo>
                <a:lnTo>
                  <a:pt x="1496" y="21216"/>
                </a:lnTo>
                <a:lnTo>
                  <a:pt x="0" y="21600"/>
                </a:lnTo>
                <a:lnTo>
                  <a:pt x="0" y="19085"/>
                </a:lnTo>
                <a:lnTo>
                  <a:pt x="0" y="16567"/>
                </a:lnTo>
                <a:lnTo>
                  <a:pt x="0" y="14042"/>
                </a:lnTo>
                <a:lnTo>
                  <a:pt x="0" y="11506"/>
                </a:lnTo>
                <a:lnTo>
                  <a:pt x="0" y="8959"/>
                </a:lnTo>
                <a:lnTo>
                  <a:pt x="0" y="6399"/>
                </a:lnTo>
                <a:lnTo>
                  <a:pt x="0" y="3816"/>
                </a:lnTo>
                <a:lnTo>
                  <a:pt x="3411" y="2724"/>
                </a:lnTo>
                <a:lnTo>
                  <a:pt x="6312" y="1817"/>
                </a:lnTo>
                <a:lnTo>
                  <a:pt x="8763" y="1092"/>
                </a:lnTo>
                <a:lnTo>
                  <a:pt x="10818" y="544"/>
                </a:lnTo>
                <a:lnTo>
                  <a:pt x="12536" y="181"/>
                </a:lnTo>
                <a:lnTo>
                  <a:pt x="13971" y="0"/>
                </a:lnTo>
                <a:lnTo>
                  <a:pt x="15185" y="0"/>
                </a:lnTo>
                <a:lnTo>
                  <a:pt x="16236" y="181"/>
                </a:lnTo>
                <a:lnTo>
                  <a:pt x="17176" y="544"/>
                </a:lnTo>
                <a:lnTo>
                  <a:pt x="18068" y="1092"/>
                </a:lnTo>
                <a:lnTo>
                  <a:pt x="18964" y="1817"/>
                </a:lnTo>
                <a:lnTo>
                  <a:pt x="19926" y="2724"/>
                </a:lnTo>
                <a:lnTo>
                  <a:pt x="21009" y="3816"/>
                </a:lnTo>
                <a:close/>
              </a:path>
            </a:pathLst>
          </a:custGeom>
          <a:solidFill>
            <a:srgbClr val="9780B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2" name="contour_06870"/>
          <p:cNvSpPr/>
          <p:nvPr/>
        </p:nvSpPr>
        <p:spPr>
          <a:xfrm>
            <a:off x="10075091" y="5648193"/>
            <a:ext cx="72880" cy="454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0"/>
                </a:lnTo>
                <a:lnTo>
                  <a:pt x="15813" y="0"/>
                </a:lnTo>
                <a:lnTo>
                  <a:pt x="17248" y="0"/>
                </a:lnTo>
                <a:lnTo>
                  <a:pt x="18688" y="0"/>
                </a:lnTo>
                <a:lnTo>
                  <a:pt x="20138" y="0"/>
                </a:lnTo>
                <a:lnTo>
                  <a:pt x="21600" y="0"/>
                </a:lnTo>
                <a:lnTo>
                  <a:pt x="21194" y="2579"/>
                </a:lnTo>
                <a:lnTo>
                  <a:pt x="20879" y="4409"/>
                </a:lnTo>
                <a:lnTo>
                  <a:pt x="20550" y="5989"/>
                </a:lnTo>
                <a:lnTo>
                  <a:pt x="20105" y="7819"/>
                </a:lnTo>
                <a:lnTo>
                  <a:pt x="19440" y="10398"/>
                </a:lnTo>
                <a:lnTo>
                  <a:pt x="18012" y="10398"/>
                </a:lnTo>
                <a:lnTo>
                  <a:pt x="16576" y="10398"/>
                </a:lnTo>
                <a:lnTo>
                  <a:pt x="15120" y="10398"/>
                </a:lnTo>
                <a:lnTo>
                  <a:pt x="15120" y="12457"/>
                </a:lnTo>
                <a:lnTo>
                  <a:pt x="15120" y="14522"/>
                </a:lnTo>
                <a:lnTo>
                  <a:pt x="15120" y="16595"/>
                </a:lnTo>
                <a:lnTo>
                  <a:pt x="15120" y="18685"/>
                </a:lnTo>
                <a:lnTo>
                  <a:pt x="15120" y="20796"/>
                </a:lnTo>
                <a:lnTo>
                  <a:pt x="13658" y="21045"/>
                </a:lnTo>
                <a:lnTo>
                  <a:pt x="12210" y="21264"/>
                </a:lnTo>
                <a:lnTo>
                  <a:pt x="10772" y="21437"/>
                </a:lnTo>
                <a:lnTo>
                  <a:pt x="9342" y="21555"/>
                </a:lnTo>
                <a:lnTo>
                  <a:pt x="7914" y="21600"/>
                </a:lnTo>
                <a:lnTo>
                  <a:pt x="6486" y="21562"/>
                </a:lnTo>
                <a:lnTo>
                  <a:pt x="5054" y="21423"/>
                </a:lnTo>
                <a:lnTo>
                  <a:pt x="3614" y="21174"/>
                </a:lnTo>
                <a:lnTo>
                  <a:pt x="2160" y="20796"/>
                </a:lnTo>
                <a:lnTo>
                  <a:pt x="1300" y="18533"/>
                </a:lnTo>
                <a:lnTo>
                  <a:pt x="737" y="16411"/>
                </a:lnTo>
                <a:lnTo>
                  <a:pt x="393" y="14308"/>
                </a:lnTo>
                <a:lnTo>
                  <a:pt x="205" y="12107"/>
                </a:lnTo>
                <a:lnTo>
                  <a:pt x="97" y="9687"/>
                </a:lnTo>
                <a:lnTo>
                  <a:pt x="0" y="6932"/>
                </a:lnTo>
                <a:lnTo>
                  <a:pt x="1426" y="6932"/>
                </a:lnTo>
                <a:lnTo>
                  <a:pt x="2853" y="6932"/>
                </a:lnTo>
                <a:lnTo>
                  <a:pt x="4281" y="6932"/>
                </a:lnTo>
                <a:lnTo>
                  <a:pt x="5713" y="6932"/>
                </a:lnTo>
                <a:lnTo>
                  <a:pt x="7150" y="6932"/>
                </a:lnTo>
                <a:lnTo>
                  <a:pt x="8592" y="6932"/>
                </a:lnTo>
                <a:lnTo>
                  <a:pt x="10040" y="6932"/>
                </a:lnTo>
                <a:lnTo>
                  <a:pt x="11496" y="6932"/>
                </a:lnTo>
                <a:lnTo>
                  <a:pt x="12960" y="6932"/>
                </a:lnTo>
                <a:lnTo>
                  <a:pt x="12960" y="4641"/>
                </a:lnTo>
                <a:lnTo>
                  <a:pt x="12960" y="2336"/>
                </a:lnTo>
                <a:lnTo>
                  <a:pt x="12960" y="0"/>
                </a:lnTo>
                <a:close/>
              </a:path>
            </a:pathLst>
          </a:custGeom>
          <a:solidFill>
            <a:srgbClr val="F4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3" name="contour_06871"/>
          <p:cNvSpPr/>
          <p:nvPr/>
        </p:nvSpPr>
        <p:spPr>
          <a:xfrm>
            <a:off x="9885603" y="5645570"/>
            <a:ext cx="116608" cy="39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50" y="1451"/>
                </a:moveTo>
                <a:lnTo>
                  <a:pt x="18352" y="3413"/>
                </a:lnTo>
                <a:lnTo>
                  <a:pt x="19055" y="5436"/>
                </a:lnTo>
                <a:lnTo>
                  <a:pt x="19674" y="7544"/>
                </a:lnTo>
                <a:lnTo>
                  <a:pt x="20223" y="9780"/>
                </a:lnTo>
                <a:lnTo>
                  <a:pt x="20717" y="12170"/>
                </a:lnTo>
                <a:lnTo>
                  <a:pt x="21171" y="14757"/>
                </a:lnTo>
                <a:lnTo>
                  <a:pt x="21600" y="17570"/>
                </a:lnTo>
                <a:lnTo>
                  <a:pt x="20914" y="18908"/>
                </a:lnTo>
                <a:lnTo>
                  <a:pt x="20404" y="19774"/>
                </a:lnTo>
                <a:lnTo>
                  <a:pt x="19817" y="20544"/>
                </a:lnTo>
                <a:lnTo>
                  <a:pt x="18900" y="21600"/>
                </a:lnTo>
                <a:lnTo>
                  <a:pt x="17950" y="20685"/>
                </a:lnTo>
                <a:lnTo>
                  <a:pt x="17289" y="19964"/>
                </a:lnTo>
                <a:lnTo>
                  <a:pt x="16612" y="19049"/>
                </a:lnTo>
                <a:lnTo>
                  <a:pt x="15609" y="17570"/>
                </a:lnTo>
                <a:lnTo>
                  <a:pt x="14419" y="16027"/>
                </a:lnTo>
                <a:lnTo>
                  <a:pt x="13520" y="14947"/>
                </a:lnTo>
                <a:lnTo>
                  <a:pt x="12812" y="14282"/>
                </a:lnTo>
                <a:lnTo>
                  <a:pt x="12192" y="13984"/>
                </a:lnTo>
                <a:lnTo>
                  <a:pt x="11563" y="14000"/>
                </a:lnTo>
                <a:lnTo>
                  <a:pt x="10823" y="14290"/>
                </a:lnTo>
                <a:lnTo>
                  <a:pt x="9871" y="14798"/>
                </a:lnTo>
                <a:lnTo>
                  <a:pt x="9287" y="15712"/>
                </a:lnTo>
                <a:lnTo>
                  <a:pt x="8697" y="16635"/>
                </a:lnTo>
                <a:lnTo>
                  <a:pt x="8100" y="17570"/>
                </a:lnTo>
                <a:lnTo>
                  <a:pt x="7304" y="18694"/>
                </a:lnTo>
                <a:lnTo>
                  <a:pt x="6496" y="19835"/>
                </a:lnTo>
                <a:lnTo>
                  <a:pt x="6223" y="20278"/>
                </a:lnTo>
                <a:lnTo>
                  <a:pt x="5400" y="21600"/>
                </a:lnTo>
                <a:lnTo>
                  <a:pt x="5400" y="18936"/>
                </a:lnTo>
                <a:lnTo>
                  <a:pt x="5400" y="16256"/>
                </a:lnTo>
                <a:lnTo>
                  <a:pt x="5400" y="13540"/>
                </a:lnTo>
                <a:lnTo>
                  <a:pt x="4513" y="12335"/>
                </a:lnTo>
                <a:lnTo>
                  <a:pt x="3812" y="11683"/>
                </a:lnTo>
                <a:lnTo>
                  <a:pt x="2700" y="11022"/>
                </a:lnTo>
                <a:lnTo>
                  <a:pt x="1947" y="10566"/>
                </a:lnTo>
                <a:lnTo>
                  <a:pt x="1181" y="10107"/>
                </a:lnTo>
                <a:lnTo>
                  <a:pt x="594" y="9809"/>
                </a:lnTo>
                <a:lnTo>
                  <a:pt x="0" y="9510"/>
                </a:lnTo>
                <a:lnTo>
                  <a:pt x="878" y="8156"/>
                </a:lnTo>
                <a:lnTo>
                  <a:pt x="1759" y="6907"/>
                </a:lnTo>
                <a:lnTo>
                  <a:pt x="2646" y="5767"/>
                </a:lnTo>
                <a:lnTo>
                  <a:pt x="3538" y="4727"/>
                </a:lnTo>
                <a:lnTo>
                  <a:pt x="4436" y="3788"/>
                </a:lnTo>
                <a:lnTo>
                  <a:pt x="5339" y="2958"/>
                </a:lnTo>
                <a:lnTo>
                  <a:pt x="6248" y="2229"/>
                </a:lnTo>
                <a:lnTo>
                  <a:pt x="7160" y="1604"/>
                </a:lnTo>
                <a:lnTo>
                  <a:pt x="8080" y="1080"/>
                </a:lnTo>
                <a:lnTo>
                  <a:pt x="9003" y="661"/>
                </a:lnTo>
                <a:lnTo>
                  <a:pt x="9932" y="343"/>
                </a:lnTo>
                <a:lnTo>
                  <a:pt x="10866" y="129"/>
                </a:lnTo>
                <a:lnTo>
                  <a:pt x="11806" y="12"/>
                </a:lnTo>
                <a:lnTo>
                  <a:pt x="12749" y="0"/>
                </a:lnTo>
                <a:lnTo>
                  <a:pt x="13700" y="89"/>
                </a:lnTo>
                <a:lnTo>
                  <a:pt x="14654" y="278"/>
                </a:lnTo>
                <a:lnTo>
                  <a:pt x="15614" y="568"/>
                </a:lnTo>
                <a:lnTo>
                  <a:pt x="16579" y="959"/>
                </a:lnTo>
                <a:lnTo>
                  <a:pt x="17550" y="1451"/>
                </a:lnTo>
                <a:close/>
              </a:path>
            </a:pathLst>
          </a:custGeom>
          <a:solidFill>
            <a:srgbClr val="EAEAE9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4" name="contour_06872"/>
          <p:cNvSpPr/>
          <p:nvPr/>
        </p:nvSpPr>
        <p:spPr>
          <a:xfrm>
            <a:off x="7568022" y="5589889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270" y="1592"/>
                </a:lnTo>
                <a:lnTo>
                  <a:pt x="4943" y="3197"/>
                </a:lnTo>
                <a:lnTo>
                  <a:pt x="5625" y="4820"/>
                </a:lnTo>
                <a:lnTo>
                  <a:pt x="6496" y="6341"/>
                </a:lnTo>
                <a:lnTo>
                  <a:pt x="7139" y="7310"/>
                </a:lnTo>
                <a:lnTo>
                  <a:pt x="7868" y="8143"/>
                </a:lnTo>
                <a:lnTo>
                  <a:pt x="9000" y="9257"/>
                </a:lnTo>
                <a:lnTo>
                  <a:pt x="10238" y="9180"/>
                </a:lnTo>
                <a:lnTo>
                  <a:pt x="11457" y="9020"/>
                </a:lnTo>
                <a:lnTo>
                  <a:pt x="12663" y="8782"/>
                </a:lnTo>
                <a:lnTo>
                  <a:pt x="13858" y="8476"/>
                </a:lnTo>
                <a:lnTo>
                  <a:pt x="15044" y="8109"/>
                </a:lnTo>
                <a:lnTo>
                  <a:pt x="16229" y="7687"/>
                </a:lnTo>
                <a:lnTo>
                  <a:pt x="17415" y="7217"/>
                </a:lnTo>
                <a:lnTo>
                  <a:pt x="18603" y="6711"/>
                </a:lnTo>
                <a:lnTo>
                  <a:pt x="19800" y="6171"/>
                </a:lnTo>
                <a:lnTo>
                  <a:pt x="20097" y="8208"/>
                </a:lnTo>
                <a:lnTo>
                  <a:pt x="20394" y="10248"/>
                </a:lnTo>
                <a:lnTo>
                  <a:pt x="20693" y="12297"/>
                </a:lnTo>
                <a:lnTo>
                  <a:pt x="20993" y="14355"/>
                </a:lnTo>
                <a:lnTo>
                  <a:pt x="21296" y="16425"/>
                </a:lnTo>
                <a:lnTo>
                  <a:pt x="21600" y="18514"/>
                </a:lnTo>
                <a:lnTo>
                  <a:pt x="20358" y="18459"/>
                </a:lnTo>
                <a:lnTo>
                  <a:pt x="19096" y="18406"/>
                </a:lnTo>
                <a:lnTo>
                  <a:pt x="17798" y="18379"/>
                </a:lnTo>
                <a:lnTo>
                  <a:pt x="16520" y="18366"/>
                </a:lnTo>
                <a:lnTo>
                  <a:pt x="15262" y="18375"/>
                </a:lnTo>
                <a:lnTo>
                  <a:pt x="14017" y="18412"/>
                </a:lnTo>
                <a:lnTo>
                  <a:pt x="12784" y="18483"/>
                </a:lnTo>
                <a:lnTo>
                  <a:pt x="11561" y="18591"/>
                </a:lnTo>
                <a:lnTo>
                  <a:pt x="10345" y="18746"/>
                </a:lnTo>
                <a:lnTo>
                  <a:pt x="9133" y="18952"/>
                </a:lnTo>
                <a:lnTo>
                  <a:pt x="7922" y="19215"/>
                </a:lnTo>
                <a:lnTo>
                  <a:pt x="6710" y="19542"/>
                </a:lnTo>
                <a:lnTo>
                  <a:pt x="5495" y="19937"/>
                </a:lnTo>
                <a:lnTo>
                  <a:pt x="4273" y="20409"/>
                </a:lnTo>
                <a:lnTo>
                  <a:pt x="3042" y="20961"/>
                </a:lnTo>
                <a:lnTo>
                  <a:pt x="1800" y="21600"/>
                </a:lnTo>
                <a:lnTo>
                  <a:pt x="1130" y="18258"/>
                </a:lnTo>
                <a:lnTo>
                  <a:pt x="677" y="15888"/>
                </a:lnTo>
                <a:lnTo>
                  <a:pt x="385" y="14148"/>
                </a:lnTo>
                <a:lnTo>
                  <a:pt x="209" y="12688"/>
                </a:lnTo>
                <a:lnTo>
                  <a:pt x="97" y="11173"/>
                </a:lnTo>
                <a:lnTo>
                  <a:pt x="0" y="9257"/>
                </a:lnTo>
                <a:lnTo>
                  <a:pt x="720" y="6964"/>
                </a:lnTo>
                <a:lnTo>
                  <a:pt x="1258" y="5314"/>
                </a:lnTo>
                <a:lnTo>
                  <a:pt x="1717" y="4048"/>
                </a:lnTo>
                <a:lnTo>
                  <a:pt x="2192" y="2913"/>
                </a:lnTo>
                <a:lnTo>
                  <a:pt x="2786" y="1651"/>
                </a:lnTo>
                <a:lnTo>
                  <a:pt x="3600" y="0"/>
                </a:lnTo>
                <a:close/>
              </a:path>
            </a:pathLst>
          </a:custGeom>
          <a:solidFill>
            <a:srgbClr val="515051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5" name="contour_06873"/>
          <p:cNvSpPr/>
          <p:nvPr/>
        </p:nvSpPr>
        <p:spPr>
          <a:xfrm>
            <a:off x="8034453" y="5572340"/>
            <a:ext cx="102032" cy="39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383"/>
                </a:moveTo>
                <a:lnTo>
                  <a:pt x="11664" y="264"/>
                </a:lnTo>
                <a:lnTo>
                  <a:pt x="12534" y="148"/>
                </a:lnTo>
                <a:lnTo>
                  <a:pt x="13415" y="32"/>
                </a:lnTo>
                <a:lnTo>
                  <a:pt x="14410" y="0"/>
                </a:lnTo>
                <a:lnTo>
                  <a:pt x="15371" y="4"/>
                </a:lnTo>
                <a:lnTo>
                  <a:pt x="16308" y="80"/>
                </a:lnTo>
                <a:lnTo>
                  <a:pt x="17232" y="248"/>
                </a:lnTo>
                <a:lnTo>
                  <a:pt x="18158" y="543"/>
                </a:lnTo>
                <a:lnTo>
                  <a:pt x="19096" y="995"/>
                </a:lnTo>
                <a:lnTo>
                  <a:pt x="20057" y="1630"/>
                </a:lnTo>
                <a:lnTo>
                  <a:pt x="20648" y="4270"/>
                </a:lnTo>
                <a:lnTo>
                  <a:pt x="21046" y="6726"/>
                </a:lnTo>
                <a:lnTo>
                  <a:pt x="21295" y="9142"/>
                </a:lnTo>
                <a:lnTo>
                  <a:pt x="21438" y="11667"/>
                </a:lnTo>
                <a:lnTo>
                  <a:pt x="21526" y="14439"/>
                </a:lnTo>
                <a:lnTo>
                  <a:pt x="21600" y="17606"/>
                </a:lnTo>
                <a:lnTo>
                  <a:pt x="20762" y="17222"/>
                </a:lnTo>
                <a:lnTo>
                  <a:pt x="19918" y="16839"/>
                </a:lnTo>
                <a:lnTo>
                  <a:pt x="19062" y="16452"/>
                </a:lnTo>
                <a:lnTo>
                  <a:pt x="18226" y="16116"/>
                </a:lnTo>
                <a:lnTo>
                  <a:pt x="17391" y="15781"/>
                </a:lnTo>
                <a:lnTo>
                  <a:pt x="16555" y="15445"/>
                </a:lnTo>
                <a:lnTo>
                  <a:pt x="15719" y="15110"/>
                </a:lnTo>
                <a:lnTo>
                  <a:pt x="14892" y="14722"/>
                </a:lnTo>
                <a:lnTo>
                  <a:pt x="14051" y="14327"/>
                </a:lnTo>
                <a:lnTo>
                  <a:pt x="12813" y="13903"/>
                </a:lnTo>
                <a:lnTo>
                  <a:pt x="11687" y="13664"/>
                </a:lnTo>
                <a:lnTo>
                  <a:pt x="10640" y="13672"/>
                </a:lnTo>
                <a:lnTo>
                  <a:pt x="9637" y="13995"/>
                </a:lnTo>
                <a:lnTo>
                  <a:pt x="8642" y="14702"/>
                </a:lnTo>
                <a:lnTo>
                  <a:pt x="7620" y="15853"/>
                </a:lnTo>
                <a:lnTo>
                  <a:pt x="6539" y="17510"/>
                </a:lnTo>
                <a:lnTo>
                  <a:pt x="5908" y="18864"/>
                </a:lnTo>
                <a:lnTo>
                  <a:pt x="5272" y="20222"/>
                </a:lnTo>
                <a:lnTo>
                  <a:pt x="4629" y="21600"/>
                </a:lnTo>
                <a:lnTo>
                  <a:pt x="4437" y="19703"/>
                </a:lnTo>
                <a:lnTo>
                  <a:pt x="4246" y="17794"/>
                </a:lnTo>
                <a:lnTo>
                  <a:pt x="4050" y="15857"/>
                </a:lnTo>
                <a:lnTo>
                  <a:pt x="3467" y="12206"/>
                </a:lnTo>
                <a:lnTo>
                  <a:pt x="3001" y="10053"/>
                </a:lnTo>
                <a:lnTo>
                  <a:pt x="2410" y="8555"/>
                </a:lnTo>
                <a:lnTo>
                  <a:pt x="1447" y="6870"/>
                </a:lnTo>
                <a:lnTo>
                  <a:pt x="728" y="6255"/>
                </a:lnTo>
                <a:lnTo>
                  <a:pt x="0" y="5624"/>
                </a:lnTo>
                <a:lnTo>
                  <a:pt x="876" y="3730"/>
                </a:lnTo>
                <a:lnTo>
                  <a:pt x="1828" y="2333"/>
                </a:lnTo>
                <a:lnTo>
                  <a:pt x="2847" y="1350"/>
                </a:lnTo>
                <a:lnTo>
                  <a:pt x="3919" y="719"/>
                </a:lnTo>
                <a:lnTo>
                  <a:pt x="5031" y="367"/>
                </a:lnTo>
                <a:lnTo>
                  <a:pt x="6175" y="228"/>
                </a:lnTo>
                <a:lnTo>
                  <a:pt x="7333" y="228"/>
                </a:lnTo>
                <a:lnTo>
                  <a:pt x="8500" y="300"/>
                </a:lnTo>
                <a:lnTo>
                  <a:pt x="9658" y="375"/>
                </a:lnTo>
                <a:lnTo>
                  <a:pt x="10800" y="383"/>
                </a:lnTo>
                <a:close/>
              </a:path>
            </a:pathLst>
          </a:custGeom>
          <a:solidFill>
            <a:srgbClr val="E9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6" name="contour_06874"/>
          <p:cNvSpPr/>
          <p:nvPr/>
        </p:nvSpPr>
        <p:spPr>
          <a:xfrm>
            <a:off x="2670492" y="5495146"/>
            <a:ext cx="5101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5" y="0"/>
                </a:lnTo>
                <a:lnTo>
                  <a:pt x="7177" y="0"/>
                </a:lnTo>
                <a:lnTo>
                  <a:pt x="9257" y="0"/>
                </a:lnTo>
                <a:lnTo>
                  <a:pt x="9041" y="872"/>
                </a:lnTo>
                <a:lnTo>
                  <a:pt x="8822" y="1760"/>
                </a:lnTo>
                <a:lnTo>
                  <a:pt x="8668" y="2894"/>
                </a:lnTo>
                <a:lnTo>
                  <a:pt x="8569" y="3984"/>
                </a:lnTo>
                <a:lnTo>
                  <a:pt x="8554" y="5049"/>
                </a:lnTo>
                <a:lnTo>
                  <a:pt x="8643" y="6111"/>
                </a:lnTo>
                <a:lnTo>
                  <a:pt x="8868" y="7189"/>
                </a:lnTo>
                <a:lnTo>
                  <a:pt x="9257" y="8308"/>
                </a:lnTo>
                <a:lnTo>
                  <a:pt x="11220" y="8881"/>
                </a:lnTo>
                <a:lnTo>
                  <a:pt x="13188" y="9298"/>
                </a:lnTo>
                <a:lnTo>
                  <a:pt x="15188" y="9587"/>
                </a:lnTo>
                <a:lnTo>
                  <a:pt x="17240" y="9778"/>
                </a:lnTo>
                <a:lnTo>
                  <a:pt x="19369" y="9896"/>
                </a:lnTo>
                <a:lnTo>
                  <a:pt x="21600" y="9969"/>
                </a:lnTo>
                <a:lnTo>
                  <a:pt x="21406" y="11099"/>
                </a:lnTo>
                <a:lnTo>
                  <a:pt x="21190" y="12222"/>
                </a:lnTo>
                <a:lnTo>
                  <a:pt x="20949" y="13337"/>
                </a:lnTo>
                <a:lnTo>
                  <a:pt x="20674" y="14445"/>
                </a:lnTo>
                <a:lnTo>
                  <a:pt x="20356" y="15550"/>
                </a:lnTo>
                <a:lnTo>
                  <a:pt x="19986" y="16650"/>
                </a:lnTo>
                <a:lnTo>
                  <a:pt x="19563" y="17749"/>
                </a:lnTo>
                <a:lnTo>
                  <a:pt x="19076" y="18844"/>
                </a:lnTo>
                <a:lnTo>
                  <a:pt x="18514" y="19938"/>
                </a:lnTo>
                <a:lnTo>
                  <a:pt x="16311" y="20699"/>
                </a:lnTo>
                <a:lnTo>
                  <a:pt x="14728" y="21166"/>
                </a:lnTo>
                <a:lnTo>
                  <a:pt x="13321" y="21419"/>
                </a:lnTo>
                <a:lnTo>
                  <a:pt x="11645" y="21537"/>
                </a:lnTo>
                <a:lnTo>
                  <a:pt x="9257" y="21600"/>
                </a:lnTo>
                <a:lnTo>
                  <a:pt x="7097" y="21165"/>
                </a:lnTo>
                <a:lnTo>
                  <a:pt x="5736" y="20847"/>
                </a:lnTo>
                <a:lnTo>
                  <a:pt x="4592" y="20490"/>
                </a:lnTo>
                <a:lnTo>
                  <a:pt x="3086" y="19938"/>
                </a:lnTo>
                <a:lnTo>
                  <a:pt x="3675" y="18952"/>
                </a:lnTo>
                <a:lnTo>
                  <a:pt x="4193" y="18277"/>
                </a:lnTo>
                <a:lnTo>
                  <a:pt x="4928" y="17602"/>
                </a:lnTo>
                <a:lnTo>
                  <a:pt x="6171" y="16615"/>
                </a:lnTo>
                <a:lnTo>
                  <a:pt x="8560" y="16516"/>
                </a:lnTo>
                <a:lnTo>
                  <a:pt x="10235" y="16466"/>
                </a:lnTo>
                <a:lnTo>
                  <a:pt x="11642" y="16466"/>
                </a:lnTo>
                <a:lnTo>
                  <a:pt x="13225" y="16516"/>
                </a:lnTo>
                <a:lnTo>
                  <a:pt x="15429" y="16615"/>
                </a:lnTo>
                <a:lnTo>
                  <a:pt x="15429" y="15519"/>
                </a:lnTo>
                <a:lnTo>
                  <a:pt x="15429" y="14420"/>
                </a:lnTo>
                <a:lnTo>
                  <a:pt x="15429" y="13317"/>
                </a:lnTo>
                <a:lnTo>
                  <a:pt x="15429" y="12209"/>
                </a:lnTo>
                <a:lnTo>
                  <a:pt x="15429" y="11094"/>
                </a:lnTo>
                <a:lnTo>
                  <a:pt x="15429" y="9969"/>
                </a:lnTo>
                <a:lnTo>
                  <a:pt x="13454" y="9901"/>
                </a:lnTo>
                <a:lnTo>
                  <a:pt x="11463" y="9831"/>
                </a:lnTo>
                <a:lnTo>
                  <a:pt x="9448" y="9762"/>
                </a:lnTo>
                <a:lnTo>
                  <a:pt x="7782" y="9703"/>
                </a:lnTo>
                <a:lnTo>
                  <a:pt x="6088" y="9645"/>
                </a:lnTo>
                <a:lnTo>
                  <a:pt x="5341" y="9725"/>
                </a:lnTo>
                <a:lnTo>
                  <a:pt x="3086" y="9969"/>
                </a:lnTo>
                <a:lnTo>
                  <a:pt x="2320" y="10792"/>
                </a:lnTo>
                <a:lnTo>
                  <a:pt x="1555" y="11617"/>
                </a:lnTo>
                <a:lnTo>
                  <a:pt x="781" y="12450"/>
                </a:lnTo>
                <a:lnTo>
                  <a:pt x="0" y="13292"/>
                </a:lnTo>
                <a:lnTo>
                  <a:pt x="256" y="12196"/>
                </a:lnTo>
                <a:lnTo>
                  <a:pt x="509" y="11099"/>
                </a:lnTo>
                <a:lnTo>
                  <a:pt x="765" y="10001"/>
                </a:lnTo>
                <a:lnTo>
                  <a:pt x="1018" y="8901"/>
                </a:lnTo>
                <a:lnTo>
                  <a:pt x="1274" y="7799"/>
                </a:lnTo>
                <a:lnTo>
                  <a:pt x="1531" y="6696"/>
                </a:lnTo>
                <a:lnTo>
                  <a:pt x="1787" y="5589"/>
                </a:lnTo>
                <a:lnTo>
                  <a:pt x="2046" y="4480"/>
                </a:lnTo>
                <a:lnTo>
                  <a:pt x="2305" y="3366"/>
                </a:lnTo>
                <a:lnTo>
                  <a:pt x="2564" y="2250"/>
                </a:lnTo>
                <a:lnTo>
                  <a:pt x="2823" y="1127"/>
                </a:lnTo>
                <a:lnTo>
                  <a:pt x="3086" y="0"/>
                </a:lnTo>
                <a:close/>
              </a:path>
            </a:pathLst>
          </a:custGeom>
          <a:solidFill>
            <a:srgbClr val="D4DDE7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7" name="contour_06875"/>
          <p:cNvSpPr/>
          <p:nvPr/>
        </p:nvSpPr>
        <p:spPr>
          <a:xfrm>
            <a:off x="5141121" y="5480570"/>
            <a:ext cx="80168" cy="65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413" y="41"/>
                </a:lnTo>
                <a:lnTo>
                  <a:pt x="4778" y="166"/>
                </a:lnTo>
                <a:lnTo>
                  <a:pt x="6079" y="415"/>
                </a:lnTo>
                <a:lnTo>
                  <a:pt x="7340" y="840"/>
                </a:lnTo>
                <a:lnTo>
                  <a:pt x="8579" y="1485"/>
                </a:lnTo>
                <a:lnTo>
                  <a:pt x="9818" y="2399"/>
                </a:lnTo>
                <a:lnTo>
                  <a:pt x="10036" y="4046"/>
                </a:lnTo>
                <a:lnTo>
                  <a:pt x="10174" y="5646"/>
                </a:lnTo>
                <a:lnTo>
                  <a:pt x="10244" y="7218"/>
                </a:lnTo>
                <a:lnTo>
                  <a:pt x="10258" y="8770"/>
                </a:lnTo>
                <a:lnTo>
                  <a:pt x="10223" y="10320"/>
                </a:lnTo>
                <a:lnTo>
                  <a:pt x="10152" y="11885"/>
                </a:lnTo>
                <a:lnTo>
                  <a:pt x="10054" y="13475"/>
                </a:lnTo>
                <a:lnTo>
                  <a:pt x="9938" y="15107"/>
                </a:lnTo>
                <a:lnTo>
                  <a:pt x="9818" y="16796"/>
                </a:lnTo>
                <a:lnTo>
                  <a:pt x="11114" y="16796"/>
                </a:lnTo>
                <a:lnTo>
                  <a:pt x="12412" y="16796"/>
                </a:lnTo>
                <a:lnTo>
                  <a:pt x="13710" y="16796"/>
                </a:lnTo>
                <a:lnTo>
                  <a:pt x="15012" y="16796"/>
                </a:lnTo>
                <a:lnTo>
                  <a:pt x="16318" y="16796"/>
                </a:lnTo>
                <a:lnTo>
                  <a:pt x="17630" y="16796"/>
                </a:lnTo>
                <a:lnTo>
                  <a:pt x="18945" y="16796"/>
                </a:lnTo>
                <a:lnTo>
                  <a:pt x="20269" y="16796"/>
                </a:lnTo>
                <a:lnTo>
                  <a:pt x="21600" y="16796"/>
                </a:lnTo>
                <a:lnTo>
                  <a:pt x="21113" y="17984"/>
                </a:lnTo>
                <a:lnTo>
                  <a:pt x="20626" y="19177"/>
                </a:lnTo>
                <a:lnTo>
                  <a:pt x="20133" y="20379"/>
                </a:lnTo>
                <a:lnTo>
                  <a:pt x="19636" y="21595"/>
                </a:lnTo>
                <a:lnTo>
                  <a:pt x="18295" y="21600"/>
                </a:lnTo>
                <a:lnTo>
                  <a:pt x="16968" y="21506"/>
                </a:lnTo>
                <a:lnTo>
                  <a:pt x="15650" y="21326"/>
                </a:lnTo>
                <a:lnTo>
                  <a:pt x="14342" y="21072"/>
                </a:lnTo>
                <a:lnTo>
                  <a:pt x="13042" y="20758"/>
                </a:lnTo>
                <a:lnTo>
                  <a:pt x="11745" y="20400"/>
                </a:lnTo>
                <a:lnTo>
                  <a:pt x="10449" y="20012"/>
                </a:lnTo>
                <a:lnTo>
                  <a:pt x="9153" y="19606"/>
                </a:lnTo>
                <a:lnTo>
                  <a:pt x="7855" y="19196"/>
                </a:lnTo>
                <a:lnTo>
                  <a:pt x="6568" y="18829"/>
                </a:lnTo>
                <a:lnTo>
                  <a:pt x="5263" y="18454"/>
                </a:lnTo>
                <a:lnTo>
                  <a:pt x="3935" y="17888"/>
                </a:lnTo>
                <a:lnTo>
                  <a:pt x="2812" y="17315"/>
                </a:lnTo>
                <a:lnTo>
                  <a:pt x="1826" y="16616"/>
                </a:lnTo>
                <a:lnTo>
                  <a:pt x="911" y="15683"/>
                </a:lnTo>
                <a:lnTo>
                  <a:pt x="0" y="14397"/>
                </a:lnTo>
                <a:lnTo>
                  <a:pt x="16" y="12734"/>
                </a:lnTo>
                <a:lnTo>
                  <a:pt x="94" y="11102"/>
                </a:lnTo>
                <a:lnTo>
                  <a:pt x="232" y="9497"/>
                </a:lnTo>
                <a:lnTo>
                  <a:pt x="420" y="7906"/>
                </a:lnTo>
                <a:lnTo>
                  <a:pt x="658" y="6327"/>
                </a:lnTo>
                <a:lnTo>
                  <a:pt x="935" y="4756"/>
                </a:lnTo>
                <a:lnTo>
                  <a:pt x="1249" y="3179"/>
                </a:lnTo>
                <a:lnTo>
                  <a:pt x="1594" y="1598"/>
                </a:lnTo>
                <a:lnTo>
                  <a:pt x="1964" y="0"/>
                </a:lnTo>
                <a:close/>
              </a:path>
            </a:pathLst>
          </a:custGeom>
          <a:solidFill>
            <a:srgbClr val="937AA0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8" name="contour_06876"/>
          <p:cNvSpPr/>
          <p:nvPr/>
        </p:nvSpPr>
        <p:spPr>
          <a:xfrm>
            <a:off x="848494" y="5378421"/>
            <a:ext cx="65592" cy="87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71" y="0"/>
                </a:moveTo>
                <a:lnTo>
                  <a:pt x="8734" y="241"/>
                </a:lnTo>
                <a:lnTo>
                  <a:pt x="10193" y="518"/>
                </a:lnTo>
                <a:lnTo>
                  <a:pt x="11594" y="857"/>
                </a:lnTo>
                <a:lnTo>
                  <a:pt x="12984" y="1285"/>
                </a:lnTo>
                <a:lnTo>
                  <a:pt x="14400" y="1826"/>
                </a:lnTo>
                <a:lnTo>
                  <a:pt x="15139" y="3218"/>
                </a:lnTo>
                <a:lnTo>
                  <a:pt x="15634" y="4194"/>
                </a:lnTo>
                <a:lnTo>
                  <a:pt x="15998" y="5014"/>
                </a:lnTo>
                <a:lnTo>
                  <a:pt x="16349" y="5936"/>
                </a:lnTo>
                <a:lnTo>
                  <a:pt x="16800" y="7219"/>
                </a:lnTo>
                <a:lnTo>
                  <a:pt x="18386" y="7219"/>
                </a:lnTo>
                <a:lnTo>
                  <a:pt x="19982" y="7219"/>
                </a:lnTo>
                <a:lnTo>
                  <a:pt x="21600" y="7219"/>
                </a:lnTo>
                <a:lnTo>
                  <a:pt x="21506" y="8456"/>
                </a:lnTo>
                <a:lnTo>
                  <a:pt x="21396" y="9693"/>
                </a:lnTo>
                <a:lnTo>
                  <a:pt x="21276" y="10929"/>
                </a:lnTo>
                <a:lnTo>
                  <a:pt x="21142" y="12164"/>
                </a:lnTo>
                <a:lnTo>
                  <a:pt x="21000" y="13398"/>
                </a:lnTo>
                <a:lnTo>
                  <a:pt x="20952" y="13910"/>
                </a:lnTo>
                <a:lnTo>
                  <a:pt x="20863" y="14810"/>
                </a:lnTo>
                <a:lnTo>
                  <a:pt x="20662" y="16874"/>
                </a:lnTo>
                <a:lnTo>
                  <a:pt x="20179" y="17841"/>
                </a:lnTo>
                <a:lnTo>
                  <a:pt x="19694" y="18816"/>
                </a:lnTo>
                <a:lnTo>
                  <a:pt x="19200" y="19802"/>
                </a:lnTo>
                <a:lnTo>
                  <a:pt x="17616" y="20099"/>
                </a:lnTo>
                <a:lnTo>
                  <a:pt x="16030" y="20397"/>
                </a:lnTo>
                <a:lnTo>
                  <a:pt x="14436" y="20696"/>
                </a:lnTo>
                <a:lnTo>
                  <a:pt x="12835" y="20994"/>
                </a:lnTo>
                <a:lnTo>
                  <a:pt x="11225" y="21296"/>
                </a:lnTo>
                <a:lnTo>
                  <a:pt x="9600" y="21600"/>
                </a:lnTo>
                <a:lnTo>
                  <a:pt x="9782" y="20369"/>
                </a:lnTo>
                <a:lnTo>
                  <a:pt x="9967" y="19135"/>
                </a:lnTo>
                <a:lnTo>
                  <a:pt x="10150" y="17902"/>
                </a:lnTo>
                <a:lnTo>
                  <a:pt x="10332" y="16667"/>
                </a:lnTo>
                <a:lnTo>
                  <a:pt x="10517" y="15431"/>
                </a:lnTo>
                <a:lnTo>
                  <a:pt x="10699" y="14192"/>
                </a:lnTo>
                <a:lnTo>
                  <a:pt x="10884" y="12952"/>
                </a:lnTo>
                <a:lnTo>
                  <a:pt x="11069" y="11706"/>
                </a:lnTo>
                <a:lnTo>
                  <a:pt x="11254" y="10458"/>
                </a:lnTo>
                <a:lnTo>
                  <a:pt x="11438" y="9207"/>
                </a:lnTo>
                <a:lnTo>
                  <a:pt x="11626" y="7951"/>
                </a:lnTo>
                <a:lnTo>
                  <a:pt x="11813" y="6689"/>
                </a:lnTo>
                <a:lnTo>
                  <a:pt x="12000" y="5422"/>
                </a:lnTo>
                <a:lnTo>
                  <a:pt x="10514" y="5200"/>
                </a:lnTo>
                <a:lnTo>
                  <a:pt x="9029" y="4978"/>
                </a:lnTo>
                <a:lnTo>
                  <a:pt x="7538" y="4755"/>
                </a:lnTo>
                <a:lnTo>
                  <a:pt x="6046" y="4530"/>
                </a:lnTo>
                <a:lnTo>
                  <a:pt x="4546" y="4305"/>
                </a:lnTo>
                <a:lnTo>
                  <a:pt x="3041" y="4081"/>
                </a:lnTo>
                <a:lnTo>
                  <a:pt x="1526" y="3852"/>
                </a:lnTo>
                <a:lnTo>
                  <a:pt x="0" y="3624"/>
                </a:lnTo>
                <a:lnTo>
                  <a:pt x="989" y="2601"/>
                </a:lnTo>
                <a:lnTo>
                  <a:pt x="1946" y="1724"/>
                </a:lnTo>
                <a:lnTo>
                  <a:pt x="2962" y="1010"/>
                </a:lnTo>
                <a:lnTo>
                  <a:pt x="4114" y="475"/>
                </a:lnTo>
                <a:lnTo>
                  <a:pt x="5489" y="133"/>
                </a:lnTo>
                <a:lnTo>
                  <a:pt x="7171" y="0"/>
                </a:lnTo>
                <a:close/>
              </a:path>
            </a:pathLst>
          </a:custGeom>
          <a:solidFill>
            <a:srgbClr val="AD8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6879" name="contour_06877"/>
          <p:cNvSpPr/>
          <p:nvPr/>
        </p:nvSpPr>
        <p:spPr>
          <a:xfrm>
            <a:off x="1548141" y="5393114"/>
            <a:ext cx="65592" cy="44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4" y="0"/>
                </a:lnTo>
                <a:lnTo>
                  <a:pt x="5568" y="0"/>
                </a:lnTo>
                <a:lnTo>
                  <a:pt x="7154" y="0"/>
                </a:lnTo>
                <a:lnTo>
                  <a:pt x="8743" y="0"/>
                </a:lnTo>
                <a:lnTo>
                  <a:pt x="10334" y="0"/>
                </a:lnTo>
                <a:lnTo>
                  <a:pt x="11928" y="0"/>
                </a:lnTo>
                <a:lnTo>
                  <a:pt x="13526" y="0"/>
                </a:lnTo>
                <a:lnTo>
                  <a:pt x="15130" y="0"/>
                </a:lnTo>
                <a:lnTo>
                  <a:pt x="16738" y="0"/>
                </a:lnTo>
                <a:lnTo>
                  <a:pt x="18350" y="0"/>
                </a:lnTo>
                <a:lnTo>
                  <a:pt x="19973" y="0"/>
                </a:lnTo>
                <a:lnTo>
                  <a:pt x="21600" y="0"/>
                </a:lnTo>
                <a:lnTo>
                  <a:pt x="21458" y="4007"/>
                </a:lnTo>
                <a:lnTo>
                  <a:pt x="21329" y="7085"/>
                </a:lnTo>
                <a:lnTo>
                  <a:pt x="21180" y="9448"/>
                </a:lnTo>
                <a:lnTo>
                  <a:pt x="20986" y="11302"/>
                </a:lnTo>
                <a:lnTo>
                  <a:pt x="20722" y="12853"/>
                </a:lnTo>
                <a:lnTo>
                  <a:pt x="20352" y="14312"/>
                </a:lnTo>
                <a:lnTo>
                  <a:pt x="19855" y="15892"/>
                </a:lnTo>
                <a:lnTo>
                  <a:pt x="19200" y="17792"/>
                </a:lnTo>
                <a:lnTo>
                  <a:pt x="17638" y="18803"/>
                </a:lnTo>
                <a:lnTo>
                  <a:pt x="16080" y="19654"/>
                </a:lnTo>
                <a:lnTo>
                  <a:pt x="14522" y="20347"/>
                </a:lnTo>
                <a:lnTo>
                  <a:pt x="12960" y="20885"/>
                </a:lnTo>
                <a:lnTo>
                  <a:pt x="11381" y="21273"/>
                </a:lnTo>
                <a:lnTo>
                  <a:pt x="9785" y="21507"/>
                </a:lnTo>
                <a:lnTo>
                  <a:pt x="8160" y="21600"/>
                </a:lnTo>
                <a:lnTo>
                  <a:pt x="6499" y="21547"/>
                </a:lnTo>
                <a:lnTo>
                  <a:pt x="4800" y="21351"/>
                </a:lnTo>
                <a:lnTo>
                  <a:pt x="3118" y="19248"/>
                </a:lnTo>
                <a:lnTo>
                  <a:pt x="2057" y="17803"/>
                </a:lnTo>
                <a:lnTo>
                  <a:pt x="1166" y="16355"/>
                </a:lnTo>
                <a:lnTo>
                  <a:pt x="0" y="14234"/>
                </a:lnTo>
                <a:lnTo>
                  <a:pt x="1586" y="14234"/>
                </a:lnTo>
                <a:lnTo>
                  <a:pt x="3182" y="14234"/>
                </a:lnTo>
                <a:lnTo>
                  <a:pt x="4800" y="14234"/>
                </a:lnTo>
                <a:lnTo>
                  <a:pt x="4404" y="11885"/>
                </a:lnTo>
                <a:lnTo>
                  <a:pt x="4008" y="9533"/>
                </a:lnTo>
                <a:lnTo>
                  <a:pt x="3610" y="7170"/>
                </a:lnTo>
                <a:lnTo>
                  <a:pt x="3209" y="4797"/>
                </a:lnTo>
                <a:lnTo>
                  <a:pt x="2806" y="2409"/>
                </a:lnTo>
                <a:lnTo>
                  <a:pt x="2400" y="0"/>
                </a:lnTo>
                <a:close/>
              </a:path>
            </a:pathLst>
          </a:custGeom>
          <a:solidFill>
            <a:srgbClr val="5A595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0" name="contour_06878"/>
          <p:cNvSpPr/>
          <p:nvPr/>
        </p:nvSpPr>
        <p:spPr>
          <a:xfrm>
            <a:off x="635517" y="5399986"/>
            <a:ext cx="59929" cy="447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1"/>
                </a:moveTo>
                <a:lnTo>
                  <a:pt x="21122" y="4003"/>
                </a:lnTo>
                <a:lnTo>
                  <a:pt x="20710" y="7011"/>
                </a:lnTo>
                <a:lnTo>
                  <a:pt x="20318" y="9382"/>
                </a:lnTo>
                <a:lnTo>
                  <a:pt x="19893" y="11264"/>
                </a:lnTo>
                <a:lnTo>
                  <a:pt x="19383" y="12809"/>
                </a:lnTo>
                <a:lnTo>
                  <a:pt x="18742" y="14170"/>
                </a:lnTo>
                <a:lnTo>
                  <a:pt x="17920" y="15500"/>
                </a:lnTo>
                <a:lnTo>
                  <a:pt x="16864" y="16949"/>
                </a:lnTo>
                <a:lnTo>
                  <a:pt x="15527" y="18670"/>
                </a:lnTo>
                <a:lnTo>
                  <a:pt x="13756" y="19644"/>
                </a:lnTo>
                <a:lnTo>
                  <a:pt x="12104" y="20390"/>
                </a:lnTo>
                <a:lnTo>
                  <a:pt x="10528" y="20935"/>
                </a:lnTo>
                <a:lnTo>
                  <a:pt x="8991" y="21304"/>
                </a:lnTo>
                <a:lnTo>
                  <a:pt x="7457" y="21516"/>
                </a:lnTo>
                <a:lnTo>
                  <a:pt x="5889" y="21600"/>
                </a:lnTo>
                <a:lnTo>
                  <a:pt x="4245" y="21575"/>
                </a:lnTo>
                <a:lnTo>
                  <a:pt x="2490" y="21470"/>
                </a:lnTo>
                <a:lnTo>
                  <a:pt x="586" y="21308"/>
                </a:lnTo>
                <a:lnTo>
                  <a:pt x="347" y="18747"/>
                </a:lnTo>
                <a:lnTo>
                  <a:pt x="158" y="16228"/>
                </a:lnTo>
                <a:lnTo>
                  <a:pt x="37" y="13734"/>
                </a:lnTo>
                <a:lnTo>
                  <a:pt x="0" y="11254"/>
                </a:lnTo>
                <a:lnTo>
                  <a:pt x="66" y="8770"/>
                </a:lnTo>
                <a:lnTo>
                  <a:pt x="255" y="6262"/>
                </a:lnTo>
                <a:lnTo>
                  <a:pt x="586" y="3718"/>
                </a:lnTo>
                <a:lnTo>
                  <a:pt x="2296" y="2747"/>
                </a:lnTo>
                <a:lnTo>
                  <a:pt x="4003" y="1952"/>
                </a:lnTo>
                <a:lnTo>
                  <a:pt x="5711" y="1323"/>
                </a:lnTo>
                <a:lnTo>
                  <a:pt x="7421" y="834"/>
                </a:lnTo>
                <a:lnTo>
                  <a:pt x="9136" y="475"/>
                </a:lnTo>
                <a:lnTo>
                  <a:pt x="10864" y="229"/>
                </a:lnTo>
                <a:lnTo>
                  <a:pt x="12603" y="77"/>
                </a:lnTo>
                <a:lnTo>
                  <a:pt x="14358" y="7"/>
                </a:lnTo>
                <a:lnTo>
                  <a:pt x="16131" y="0"/>
                </a:lnTo>
                <a:lnTo>
                  <a:pt x="17928" y="42"/>
                </a:lnTo>
                <a:lnTo>
                  <a:pt x="19751" y="113"/>
                </a:lnTo>
                <a:lnTo>
                  <a:pt x="21600" y="201"/>
                </a:lnTo>
                <a:close/>
              </a:path>
            </a:pathLst>
          </a:custGeom>
          <a:solidFill>
            <a:srgbClr val="2A2926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1" name="contour_06879"/>
          <p:cNvSpPr/>
          <p:nvPr/>
        </p:nvSpPr>
        <p:spPr>
          <a:xfrm>
            <a:off x="5629416" y="5371250"/>
            <a:ext cx="94744" cy="513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4954" y="2027"/>
                </a:lnTo>
                <a:lnTo>
                  <a:pt x="14954" y="4067"/>
                </a:lnTo>
                <a:lnTo>
                  <a:pt x="14954" y="6134"/>
                </a:lnTo>
                <a:lnTo>
                  <a:pt x="16045" y="7051"/>
                </a:lnTo>
                <a:lnTo>
                  <a:pt x="16908" y="7548"/>
                </a:lnTo>
                <a:lnTo>
                  <a:pt x="18277" y="8051"/>
                </a:lnTo>
                <a:lnTo>
                  <a:pt x="19204" y="8397"/>
                </a:lnTo>
                <a:lnTo>
                  <a:pt x="20146" y="8747"/>
                </a:lnTo>
                <a:lnTo>
                  <a:pt x="20867" y="8974"/>
                </a:lnTo>
                <a:lnTo>
                  <a:pt x="21600" y="9201"/>
                </a:lnTo>
                <a:lnTo>
                  <a:pt x="21251" y="11124"/>
                </a:lnTo>
                <a:lnTo>
                  <a:pt x="20886" y="12985"/>
                </a:lnTo>
                <a:lnTo>
                  <a:pt x="20488" y="14785"/>
                </a:lnTo>
                <a:lnTo>
                  <a:pt x="20045" y="16534"/>
                </a:lnTo>
                <a:lnTo>
                  <a:pt x="19538" y="18226"/>
                </a:lnTo>
                <a:lnTo>
                  <a:pt x="18953" y="19870"/>
                </a:lnTo>
                <a:lnTo>
                  <a:pt x="18277" y="21468"/>
                </a:lnTo>
                <a:lnTo>
                  <a:pt x="17062" y="21600"/>
                </a:lnTo>
                <a:lnTo>
                  <a:pt x="15906" y="21483"/>
                </a:lnTo>
                <a:lnTo>
                  <a:pt x="14794" y="21112"/>
                </a:lnTo>
                <a:lnTo>
                  <a:pt x="13719" y="20481"/>
                </a:lnTo>
                <a:lnTo>
                  <a:pt x="12668" y="19579"/>
                </a:lnTo>
                <a:lnTo>
                  <a:pt x="11631" y="18401"/>
                </a:lnTo>
                <a:lnTo>
                  <a:pt x="11631" y="16374"/>
                </a:lnTo>
                <a:lnTo>
                  <a:pt x="11631" y="14335"/>
                </a:lnTo>
                <a:lnTo>
                  <a:pt x="11631" y="12267"/>
                </a:lnTo>
                <a:lnTo>
                  <a:pt x="10479" y="11964"/>
                </a:lnTo>
                <a:lnTo>
                  <a:pt x="9326" y="11660"/>
                </a:lnTo>
                <a:lnTo>
                  <a:pt x="8173" y="11357"/>
                </a:lnTo>
                <a:lnTo>
                  <a:pt x="7018" y="11050"/>
                </a:lnTo>
                <a:lnTo>
                  <a:pt x="5859" y="10746"/>
                </a:lnTo>
                <a:lnTo>
                  <a:pt x="4697" y="10440"/>
                </a:lnTo>
                <a:lnTo>
                  <a:pt x="3531" y="10133"/>
                </a:lnTo>
                <a:lnTo>
                  <a:pt x="2359" y="9823"/>
                </a:lnTo>
                <a:lnTo>
                  <a:pt x="1183" y="9513"/>
                </a:lnTo>
                <a:lnTo>
                  <a:pt x="0" y="9201"/>
                </a:lnTo>
                <a:lnTo>
                  <a:pt x="0" y="7679"/>
                </a:lnTo>
                <a:lnTo>
                  <a:pt x="0" y="6134"/>
                </a:lnTo>
                <a:lnTo>
                  <a:pt x="1210" y="5321"/>
                </a:lnTo>
                <a:lnTo>
                  <a:pt x="2107" y="4744"/>
                </a:lnTo>
                <a:lnTo>
                  <a:pt x="2959" y="4248"/>
                </a:lnTo>
                <a:lnTo>
                  <a:pt x="4036" y="3677"/>
                </a:lnTo>
                <a:lnTo>
                  <a:pt x="5608" y="2877"/>
                </a:lnTo>
                <a:lnTo>
                  <a:pt x="6649" y="2334"/>
                </a:lnTo>
                <a:lnTo>
                  <a:pt x="7698" y="1788"/>
                </a:lnTo>
                <a:lnTo>
                  <a:pt x="8761" y="1233"/>
                </a:lnTo>
                <a:lnTo>
                  <a:pt x="9986" y="715"/>
                </a:lnTo>
                <a:lnTo>
                  <a:pt x="10903" y="365"/>
                </a:lnTo>
                <a:lnTo>
                  <a:pt x="11687" y="153"/>
                </a:lnTo>
                <a:lnTo>
                  <a:pt x="12510" y="46"/>
                </a:lnTo>
                <a:lnTo>
                  <a:pt x="13540" y="6"/>
                </a:lnTo>
                <a:lnTo>
                  <a:pt x="14954" y="0"/>
                </a:lnTo>
                <a:close/>
              </a:path>
            </a:pathLst>
          </a:custGeom>
          <a:solidFill>
            <a:srgbClr val="49423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2" name="contour_06880"/>
          <p:cNvSpPr/>
          <p:nvPr/>
        </p:nvSpPr>
        <p:spPr>
          <a:xfrm>
            <a:off x="1810509" y="5334810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17" y="362"/>
                </a:lnTo>
                <a:lnTo>
                  <a:pt x="4123" y="653"/>
                </a:lnTo>
                <a:lnTo>
                  <a:pt x="5359" y="934"/>
                </a:lnTo>
                <a:lnTo>
                  <a:pt x="6363" y="1274"/>
                </a:lnTo>
                <a:lnTo>
                  <a:pt x="7376" y="1740"/>
                </a:lnTo>
                <a:lnTo>
                  <a:pt x="8640" y="2400"/>
                </a:lnTo>
                <a:lnTo>
                  <a:pt x="9390" y="3799"/>
                </a:lnTo>
                <a:lnTo>
                  <a:pt x="10044" y="5210"/>
                </a:lnTo>
                <a:lnTo>
                  <a:pt x="10629" y="6646"/>
                </a:lnTo>
                <a:lnTo>
                  <a:pt x="11182" y="8114"/>
                </a:lnTo>
                <a:lnTo>
                  <a:pt x="11729" y="9629"/>
                </a:lnTo>
                <a:lnTo>
                  <a:pt x="12614" y="11071"/>
                </a:lnTo>
                <a:lnTo>
                  <a:pt x="13634" y="12288"/>
                </a:lnTo>
                <a:lnTo>
                  <a:pt x="14768" y="13310"/>
                </a:lnTo>
                <a:lnTo>
                  <a:pt x="15999" y="14177"/>
                </a:lnTo>
                <a:lnTo>
                  <a:pt x="17317" y="14923"/>
                </a:lnTo>
                <a:lnTo>
                  <a:pt x="18699" y="15586"/>
                </a:lnTo>
                <a:lnTo>
                  <a:pt x="20133" y="16200"/>
                </a:lnTo>
                <a:lnTo>
                  <a:pt x="21600" y="16800"/>
                </a:lnTo>
                <a:lnTo>
                  <a:pt x="20578" y="17018"/>
                </a:lnTo>
                <a:lnTo>
                  <a:pt x="19542" y="17242"/>
                </a:lnTo>
                <a:lnTo>
                  <a:pt x="18081" y="17563"/>
                </a:lnTo>
                <a:lnTo>
                  <a:pt x="16626" y="17890"/>
                </a:lnTo>
                <a:lnTo>
                  <a:pt x="15170" y="18226"/>
                </a:lnTo>
                <a:lnTo>
                  <a:pt x="13718" y="18566"/>
                </a:lnTo>
                <a:lnTo>
                  <a:pt x="12269" y="18917"/>
                </a:lnTo>
                <a:lnTo>
                  <a:pt x="10822" y="19274"/>
                </a:lnTo>
                <a:lnTo>
                  <a:pt x="9374" y="19639"/>
                </a:lnTo>
                <a:lnTo>
                  <a:pt x="7929" y="20014"/>
                </a:lnTo>
                <a:lnTo>
                  <a:pt x="6486" y="20398"/>
                </a:lnTo>
                <a:lnTo>
                  <a:pt x="5044" y="20789"/>
                </a:lnTo>
                <a:lnTo>
                  <a:pt x="3601" y="21190"/>
                </a:lnTo>
                <a:lnTo>
                  <a:pt x="2160" y="21600"/>
                </a:lnTo>
                <a:lnTo>
                  <a:pt x="2696" y="20114"/>
                </a:lnTo>
                <a:lnTo>
                  <a:pt x="3229" y="18629"/>
                </a:lnTo>
                <a:lnTo>
                  <a:pt x="3767" y="17138"/>
                </a:lnTo>
                <a:lnTo>
                  <a:pt x="4305" y="15646"/>
                </a:lnTo>
                <a:lnTo>
                  <a:pt x="4843" y="14146"/>
                </a:lnTo>
                <a:lnTo>
                  <a:pt x="5385" y="12638"/>
                </a:lnTo>
                <a:lnTo>
                  <a:pt x="5931" y="11124"/>
                </a:lnTo>
                <a:lnTo>
                  <a:pt x="6480" y="9600"/>
                </a:lnTo>
                <a:lnTo>
                  <a:pt x="5197" y="9600"/>
                </a:lnTo>
                <a:lnTo>
                  <a:pt x="3910" y="9600"/>
                </a:lnTo>
                <a:lnTo>
                  <a:pt x="2618" y="9600"/>
                </a:lnTo>
                <a:lnTo>
                  <a:pt x="1315" y="9600"/>
                </a:lnTo>
                <a:lnTo>
                  <a:pt x="0" y="9600"/>
                </a:lnTo>
                <a:lnTo>
                  <a:pt x="0" y="8016"/>
                </a:lnTo>
                <a:lnTo>
                  <a:pt x="0" y="6430"/>
                </a:lnTo>
                <a:lnTo>
                  <a:pt x="0" y="4836"/>
                </a:lnTo>
                <a:lnTo>
                  <a:pt x="0" y="3235"/>
                </a:lnTo>
                <a:lnTo>
                  <a:pt x="0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696671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3" name="contour_06881"/>
          <p:cNvSpPr/>
          <p:nvPr/>
        </p:nvSpPr>
        <p:spPr>
          <a:xfrm>
            <a:off x="4922481" y="5327522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23" y="826"/>
                </a:lnTo>
                <a:lnTo>
                  <a:pt x="8043" y="1658"/>
                </a:lnTo>
                <a:lnTo>
                  <a:pt x="9361" y="2489"/>
                </a:lnTo>
                <a:lnTo>
                  <a:pt x="10673" y="3325"/>
                </a:lnTo>
                <a:lnTo>
                  <a:pt x="11983" y="4162"/>
                </a:lnTo>
                <a:lnTo>
                  <a:pt x="13206" y="4936"/>
                </a:lnTo>
                <a:lnTo>
                  <a:pt x="14434" y="5715"/>
                </a:lnTo>
                <a:lnTo>
                  <a:pt x="15684" y="6503"/>
                </a:lnTo>
                <a:lnTo>
                  <a:pt x="17002" y="7589"/>
                </a:lnTo>
                <a:lnTo>
                  <a:pt x="18104" y="8631"/>
                </a:lnTo>
                <a:lnTo>
                  <a:pt x="19024" y="9666"/>
                </a:lnTo>
                <a:lnTo>
                  <a:pt x="19799" y="10728"/>
                </a:lnTo>
                <a:lnTo>
                  <a:pt x="20461" y="11848"/>
                </a:lnTo>
                <a:lnTo>
                  <a:pt x="21052" y="13061"/>
                </a:lnTo>
                <a:lnTo>
                  <a:pt x="21600" y="14400"/>
                </a:lnTo>
                <a:lnTo>
                  <a:pt x="19818" y="14400"/>
                </a:lnTo>
                <a:lnTo>
                  <a:pt x="18033" y="14400"/>
                </a:lnTo>
                <a:lnTo>
                  <a:pt x="16240" y="14400"/>
                </a:lnTo>
                <a:lnTo>
                  <a:pt x="14440" y="14400"/>
                </a:lnTo>
                <a:lnTo>
                  <a:pt x="12628" y="14400"/>
                </a:lnTo>
                <a:lnTo>
                  <a:pt x="10800" y="14400"/>
                </a:lnTo>
                <a:lnTo>
                  <a:pt x="11564" y="15419"/>
                </a:lnTo>
                <a:lnTo>
                  <a:pt x="12328" y="16438"/>
                </a:lnTo>
                <a:lnTo>
                  <a:pt x="13095" y="17460"/>
                </a:lnTo>
                <a:lnTo>
                  <a:pt x="13864" y="18486"/>
                </a:lnTo>
                <a:lnTo>
                  <a:pt x="14639" y="19517"/>
                </a:lnTo>
                <a:lnTo>
                  <a:pt x="15417" y="20554"/>
                </a:lnTo>
                <a:lnTo>
                  <a:pt x="16200" y="21600"/>
                </a:lnTo>
                <a:lnTo>
                  <a:pt x="14418" y="21303"/>
                </a:lnTo>
                <a:lnTo>
                  <a:pt x="12633" y="21006"/>
                </a:lnTo>
                <a:lnTo>
                  <a:pt x="10840" y="20707"/>
                </a:lnTo>
                <a:lnTo>
                  <a:pt x="9040" y="20407"/>
                </a:lnTo>
                <a:lnTo>
                  <a:pt x="7228" y="20104"/>
                </a:lnTo>
                <a:lnTo>
                  <a:pt x="5400" y="19800"/>
                </a:lnTo>
                <a:lnTo>
                  <a:pt x="5689" y="18779"/>
                </a:lnTo>
                <a:lnTo>
                  <a:pt x="5981" y="17753"/>
                </a:lnTo>
                <a:lnTo>
                  <a:pt x="6275" y="16713"/>
                </a:lnTo>
                <a:lnTo>
                  <a:pt x="6520" y="15712"/>
                </a:lnTo>
                <a:lnTo>
                  <a:pt x="6766" y="14713"/>
                </a:lnTo>
                <a:lnTo>
                  <a:pt x="7012" y="13712"/>
                </a:lnTo>
                <a:lnTo>
                  <a:pt x="7258" y="12712"/>
                </a:lnTo>
                <a:lnTo>
                  <a:pt x="7552" y="11702"/>
                </a:lnTo>
                <a:lnTo>
                  <a:pt x="7852" y="10678"/>
                </a:lnTo>
                <a:lnTo>
                  <a:pt x="8068" y="9698"/>
                </a:lnTo>
                <a:lnTo>
                  <a:pt x="8189" y="8935"/>
                </a:lnTo>
                <a:lnTo>
                  <a:pt x="8227" y="8132"/>
                </a:lnTo>
                <a:lnTo>
                  <a:pt x="8194" y="7038"/>
                </a:lnTo>
                <a:lnTo>
                  <a:pt x="8100" y="5400"/>
                </a:lnTo>
                <a:lnTo>
                  <a:pt x="6118" y="4734"/>
                </a:lnTo>
                <a:lnTo>
                  <a:pt x="4703" y="4307"/>
                </a:lnTo>
                <a:lnTo>
                  <a:pt x="3472" y="4034"/>
                </a:lnTo>
                <a:lnTo>
                  <a:pt x="2036" y="3827"/>
                </a:lnTo>
                <a:lnTo>
                  <a:pt x="0" y="3600"/>
                </a:lnTo>
                <a:lnTo>
                  <a:pt x="1337" y="2709"/>
                </a:lnTo>
                <a:lnTo>
                  <a:pt x="2678" y="1814"/>
                </a:lnTo>
                <a:lnTo>
                  <a:pt x="4031" y="913"/>
                </a:lnTo>
                <a:lnTo>
                  <a:pt x="5400" y="0"/>
                </a:lnTo>
                <a:close/>
              </a:path>
            </a:pathLst>
          </a:custGeom>
          <a:solidFill>
            <a:srgbClr val="4D4D4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4" name="contour_06882"/>
          <p:cNvSpPr/>
          <p:nvPr/>
        </p:nvSpPr>
        <p:spPr>
          <a:xfrm>
            <a:off x="7389918" y="5305403"/>
            <a:ext cx="61496" cy="58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4"/>
                </a:moveTo>
                <a:lnTo>
                  <a:pt x="21600" y="1688"/>
                </a:lnTo>
                <a:lnTo>
                  <a:pt x="21600" y="3288"/>
                </a:lnTo>
                <a:lnTo>
                  <a:pt x="21600" y="4893"/>
                </a:lnTo>
                <a:lnTo>
                  <a:pt x="21600" y="6511"/>
                </a:lnTo>
                <a:lnTo>
                  <a:pt x="21600" y="8146"/>
                </a:lnTo>
                <a:lnTo>
                  <a:pt x="19911" y="8146"/>
                </a:lnTo>
                <a:lnTo>
                  <a:pt x="18218" y="8146"/>
                </a:lnTo>
                <a:lnTo>
                  <a:pt x="16519" y="8146"/>
                </a:lnTo>
                <a:lnTo>
                  <a:pt x="14811" y="8146"/>
                </a:lnTo>
                <a:lnTo>
                  <a:pt x="13094" y="8146"/>
                </a:lnTo>
                <a:lnTo>
                  <a:pt x="11361" y="8146"/>
                </a:lnTo>
                <a:lnTo>
                  <a:pt x="12446" y="9665"/>
                </a:lnTo>
                <a:lnTo>
                  <a:pt x="13534" y="11184"/>
                </a:lnTo>
                <a:lnTo>
                  <a:pt x="14624" y="12708"/>
                </a:lnTo>
                <a:lnTo>
                  <a:pt x="15720" y="14238"/>
                </a:lnTo>
                <a:lnTo>
                  <a:pt x="16818" y="15776"/>
                </a:lnTo>
                <a:lnTo>
                  <a:pt x="17927" y="17322"/>
                </a:lnTo>
                <a:lnTo>
                  <a:pt x="19040" y="18881"/>
                </a:lnTo>
                <a:lnTo>
                  <a:pt x="16306" y="20059"/>
                </a:lnTo>
                <a:lnTo>
                  <a:pt x="14363" y="20846"/>
                </a:lnTo>
                <a:lnTo>
                  <a:pt x="12925" y="21316"/>
                </a:lnTo>
                <a:lnTo>
                  <a:pt x="11706" y="21541"/>
                </a:lnTo>
                <a:lnTo>
                  <a:pt x="10429" y="21600"/>
                </a:lnTo>
                <a:lnTo>
                  <a:pt x="8801" y="21565"/>
                </a:lnTo>
                <a:lnTo>
                  <a:pt x="7395" y="20336"/>
                </a:lnTo>
                <a:lnTo>
                  <a:pt x="6133" y="19042"/>
                </a:lnTo>
                <a:lnTo>
                  <a:pt x="5010" y="17684"/>
                </a:lnTo>
                <a:lnTo>
                  <a:pt x="4011" y="16259"/>
                </a:lnTo>
                <a:lnTo>
                  <a:pt x="3123" y="14769"/>
                </a:lnTo>
                <a:lnTo>
                  <a:pt x="2340" y="13213"/>
                </a:lnTo>
                <a:lnTo>
                  <a:pt x="1646" y="11589"/>
                </a:lnTo>
                <a:lnTo>
                  <a:pt x="1032" y="9896"/>
                </a:lnTo>
                <a:lnTo>
                  <a:pt x="486" y="8132"/>
                </a:lnTo>
                <a:lnTo>
                  <a:pt x="0" y="6299"/>
                </a:lnTo>
                <a:lnTo>
                  <a:pt x="555" y="4552"/>
                </a:lnTo>
                <a:lnTo>
                  <a:pt x="1121" y="2778"/>
                </a:lnTo>
                <a:lnTo>
                  <a:pt x="2829" y="2126"/>
                </a:lnTo>
                <a:lnTo>
                  <a:pt x="4516" y="1578"/>
                </a:lnTo>
                <a:lnTo>
                  <a:pt x="6192" y="1127"/>
                </a:lnTo>
                <a:lnTo>
                  <a:pt x="7859" y="765"/>
                </a:lnTo>
                <a:lnTo>
                  <a:pt x="9525" y="483"/>
                </a:lnTo>
                <a:lnTo>
                  <a:pt x="11197" y="274"/>
                </a:lnTo>
                <a:lnTo>
                  <a:pt x="12873" y="129"/>
                </a:lnTo>
                <a:lnTo>
                  <a:pt x="14568" y="40"/>
                </a:lnTo>
                <a:lnTo>
                  <a:pt x="16283" y="0"/>
                </a:lnTo>
                <a:lnTo>
                  <a:pt x="18021" y="0"/>
                </a:lnTo>
                <a:lnTo>
                  <a:pt x="19793" y="35"/>
                </a:lnTo>
                <a:lnTo>
                  <a:pt x="21600" y="94"/>
                </a:lnTo>
                <a:close/>
              </a:path>
            </a:pathLst>
          </a:custGeom>
          <a:solidFill>
            <a:srgbClr val="535A88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5" name="contour_06883"/>
          <p:cNvSpPr/>
          <p:nvPr/>
        </p:nvSpPr>
        <p:spPr>
          <a:xfrm>
            <a:off x="5350833" y="5320234"/>
            <a:ext cx="8909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8" y="0"/>
                </a:moveTo>
                <a:lnTo>
                  <a:pt x="668" y="1372"/>
                </a:lnTo>
                <a:lnTo>
                  <a:pt x="944" y="2762"/>
                </a:lnTo>
                <a:lnTo>
                  <a:pt x="1247" y="3421"/>
                </a:lnTo>
                <a:lnTo>
                  <a:pt x="2164" y="5400"/>
                </a:lnTo>
                <a:lnTo>
                  <a:pt x="3403" y="5362"/>
                </a:lnTo>
                <a:lnTo>
                  <a:pt x="4304" y="5289"/>
                </a:lnTo>
                <a:lnTo>
                  <a:pt x="5127" y="5135"/>
                </a:lnTo>
                <a:lnTo>
                  <a:pt x="6131" y="4852"/>
                </a:lnTo>
                <a:lnTo>
                  <a:pt x="7575" y="4388"/>
                </a:lnTo>
                <a:lnTo>
                  <a:pt x="8545" y="4088"/>
                </a:lnTo>
                <a:lnTo>
                  <a:pt x="9520" y="3785"/>
                </a:lnTo>
                <a:lnTo>
                  <a:pt x="10509" y="3480"/>
                </a:lnTo>
                <a:lnTo>
                  <a:pt x="11069" y="3286"/>
                </a:lnTo>
                <a:lnTo>
                  <a:pt x="12766" y="2700"/>
                </a:lnTo>
                <a:lnTo>
                  <a:pt x="12766" y="4485"/>
                </a:lnTo>
                <a:lnTo>
                  <a:pt x="12766" y="6280"/>
                </a:lnTo>
                <a:lnTo>
                  <a:pt x="12766" y="8100"/>
                </a:lnTo>
                <a:lnTo>
                  <a:pt x="14015" y="8100"/>
                </a:lnTo>
                <a:lnTo>
                  <a:pt x="15266" y="8100"/>
                </a:lnTo>
                <a:lnTo>
                  <a:pt x="16520" y="8100"/>
                </a:lnTo>
                <a:lnTo>
                  <a:pt x="17780" y="8100"/>
                </a:lnTo>
                <a:lnTo>
                  <a:pt x="19045" y="8100"/>
                </a:lnTo>
                <a:lnTo>
                  <a:pt x="20317" y="8100"/>
                </a:lnTo>
                <a:lnTo>
                  <a:pt x="21600" y="8100"/>
                </a:lnTo>
                <a:lnTo>
                  <a:pt x="21600" y="10009"/>
                </a:lnTo>
                <a:lnTo>
                  <a:pt x="21600" y="11920"/>
                </a:lnTo>
                <a:lnTo>
                  <a:pt x="21600" y="13838"/>
                </a:lnTo>
                <a:lnTo>
                  <a:pt x="21600" y="15763"/>
                </a:lnTo>
                <a:lnTo>
                  <a:pt x="21600" y="17696"/>
                </a:lnTo>
                <a:lnTo>
                  <a:pt x="21600" y="19640"/>
                </a:lnTo>
                <a:lnTo>
                  <a:pt x="21600" y="21600"/>
                </a:lnTo>
                <a:lnTo>
                  <a:pt x="19344" y="20361"/>
                </a:lnTo>
                <a:lnTo>
                  <a:pt x="17524" y="19345"/>
                </a:lnTo>
                <a:lnTo>
                  <a:pt x="16075" y="18503"/>
                </a:lnTo>
                <a:lnTo>
                  <a:pt x="14934" y="17788"/>
                </a:lnTo>
                <a:lnTo>
                  <a:pt x="14038" y="17148"/>
                </a:lnTo>
                <a:lnTo>
                  <a:pt x="13322" y="16532"/>
                </a:lnTo>
                <a:lnTo>
                  <a:pt x="12725" y="15892"/>
                </a:lnTo>
                <a:lnTo>
                  <a:pt x="12181" y="15179"/>
                </a:lnTo>
                <a:lnTo>
                  <a:pt x="11626" y="14342"/>
                </a:lnTo>
                <a:lnTo>
                  <a:pt x="10999" y="13333"/>
                </a:lnTo>
                <a:lnTo>
                  <a:pt x="9969" y="12012"/>
                </a:lnTo>
                <a:lnTo>
                  <a:pt x="9018" y="11113"/>
                </a:lnTo>
                <a:lnTo>
                  <a:pt x="8075" y="10533"/>
                </a:lnTo>
                <a:lnTo>
                  <a:pt x="7071" y="10163"/>
                </a:lnTo>
                <a:lnTo>
                  <a:pt x="5935" y="9893"/>
                </a:lnTo>
                <a:lnTo>
                  <a:pt x="4594" y="9617"/>
                </a:lnTo>
                <a:lnTo>
                  <a:pt x="3205" y="9274"/>
                </a:lnTo>
                <a:lnTo>
                  <a:pt x="2304" y="9002"/>
                </a:lnTo>
                <a:lnTo>
                  <a:pt x="1500" y="8659"/>
                </a:lnTo>
                <a:lnTo>
                  <a:pt x="398" y="8100"/>
                </a:lnTo>
                <a:lnTo>
                  <a:pt x="133" y="6010"/>
                </a:lnTo>
                <a:lnTo>
                  <a:pt x="0" y="4544"/>
                </a:lnTo>
                <a:lnTo>
                  <a:pt x="0" y="3313"/>
                </a:lnTo>
                <a:lnTo>
                  <a:pt x="133" y="1928"/>
                </a:lnTo>
                <a:lnTo>
                  <a:pt x="398" y="0"/>
                </a:lnTo>
                <a:close/>
              </a:path>
            </a:pathLst>
          </a:custGeom>
          <a:solidFill>
            <a:srgbClr val="404041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6" name="contour_06884"/>
          <p:cNvSpPr/>
          <p:nvPr/>
        </p:nvSpPr>
        <p:spPr>
          <a:xfrm>
            <a:off x="8551901" y="5305658"/>
            <a:ext cx="58304" cy="671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752" y="300"/>
                </a:lnTo>
                <a:lnTo>
                  <a:pt x="17299" y="572"/>
                </a:lnTo>
                <a:lnTo>
                  <a:pt x="18530" y="929"/>
                </a:lnTo>
                <a:lnTo>
                  <a:pt x="19834" y="1483"/>
                </a:lnTo>
                <a:lnTo>
                  <a:pt x="21600" y="2346"/>
                </a:lnTo>
                <a:lnTo>
                  <a:pt x="21233" y="4030"/>
                </a:lnTo>
                <a:lnTo>
                  <a:pt x="20822" y="5682"/>
                </a:lnTo>
                <a:lnTo>
                  <a:pt x="20358" y="7296"/>
                </a:lnTo>
                <a:lnTo>
                  <a:pt x="19834" y="8873"/>
                </a:lnTo>
                <a:lnTo>
                  <a:pt x="19240" y="10409"/>
                </a:lnTo>
                <a:lnTo>
                  <a:pt x="18562" y="11906"/>
                </a:lnTo>
                <a:lnTo>
                  <a:pt x="17798" y="13361"/>
                </a:lnTo>
                <a:lnTo>
                  <a:pt x="16934" y="14771"/>
                </a:lnTo>
                <a:lnTo>
                  <a:pt x="15962" y="16136"/>
                </a:lnTo>
                <a:lnTo>
                  <a:pt x="14872" y="17455"/>
                </a:lnTo>
                <a:lnTo>
                  <a:pt x="13654" y="18726"/>
                </a:lnTo>
                <a:lnTo>
                  <a:pt x="12299" y="19946"/>
                </a:lnTo>
                <a:lnTo>
                  <a:pt x="10800" y="21114"/>
                </a:lnTo>
                <a:lnTo>
                  <a:pt x="8899" y="21426"/>
                </a:lnTo>
                <a:lnTo>
                  <a:pt x="7144" y="21581"/>
                </a:lnTo>
                <a:lnTo>
                  <a:pt x="5457" y="21600"/>
                </a:lnTo>
                <a:lnTo>
                  <a:pt x="3756" y="21513"/>
                </a:lnTo>
                <a:lnTo>
                  <a:pt x="1963" y="21342"/>
                </a:lnTo>
                <a:lnTo>
                  <a:pt x="0" y="21114"/>
                </a:lnTo>
                <a:lnTo>
                  <a:pt x="1212" y="18095"/>
                </a:lnTo>
                <a:lnTo>
                  <a:pt x="2276" y="15467"/>
                </a:lnTo>
                <a:lnTo>
                  <a:pt x="3216" y="13196"/>
                </a:lnTo>
                <a:lnTo>
                  <a:pt x="4055" y="11242"/>
                </a:lnTo>
                <a:lnTo>
                  <a:pt x="4817" y="9570"/>
                </a:lnTo>
                <a:lnTo>
                  <a:pt x="5527" y="8138"/>
                </a:lnTo>
                <a:lnTo>
                  <a:pt x="6207" y="6914"/>
                </a:lnTo>
                <a:lnTo>
                  <a:pt x="6882" y="5856"/>
                </a:lnTo>
                <a:lnTo>
                  <a:pt x="7579" y="4929"/>
                </a:lnTo>
                <a:lnTo>
                  <a:pt x="8316" y="4094"/>
                </a:lnTo>
                <a:lnTo>
                  <a:pt x="9123" y="3315"/>
                </a:lnTo>
                <a:lnTo>
                  <a:pt x="10020" y="2555"/>
                </a:lnTo>
                <a:lnTo>
                  <a:pt x="11032" y="1774"/>
                </a:lnTo>
                <a:lnTo>
                  <a:pt x="12185" y="934"/>
                </a:lnTo>
                <a:lnTo>
                  <a:pt x="13500" y="0"/>
                </a:lnTo>
                <a:close/>
              </a:path>
            </a:pathLst>
          </a:custGeom>
          <a:solidFill>
            <a:srgbClr val="E0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7" name="contour_06885"/>
          <p:cNvSpPr/>
          <p:nvPr/>
        </p:nvSpPr>
        <p:spPr>
          <a:xfrm>
            <a:off x="2218636" y="5320234"/>
            <a:ext cx="947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20475" y="21600"/>
                </a:lnTo>
                <a:lnTo>
                  <a:pt x="19349" y="21600"/>
                </a:lnTo>
                <a:lnTo>
                  <a:pt x="18222" y="21600"/>
                </a:lnTo>
                <a:lnTo>
                  <a:pt x="17096" y="21600"/>
                </a:lnTo>
                <a:lnTo>
                  <a:pt x="15969" y="21600"/>
                </a:lnTo>
                <a:lnTo>
                  <a:pt x="14841" y="21600"/>
                </a:lnTo>
                <a:lnTo>
                  <a:pt x="13711" y="21600"/>
                </a:lnTo>
                <a:lnTo>
                  <a:pt x="12580" y="21600"/>
                </a:lnTo>
                <a:lnTo>
                  <a:pt x="11448" y="21600"/>
                </a:lnTo>
                <a:lnTo>
                  <a:pt x="10313" y="21600"/>
                </a:lnTo>
                <a:lnTo>
                  <a:pt x="9178" y="21600"/>
                </a:lnTo>
                <a:lnTo>
                  <a:pt x="8040" y="21600"/>
                </a:lnTo>
                <a:lnTo>
                  <a:pt x="6900" y="21600"/>
                </a:lnTo>
                <a:lnTo>
                  <a:pt x="5757" y="21600"/>
                </a:lnTo>
                <a:lnTo>
                  <a:pt x="4612" y="21600"/>
                </a:lnTo>
                <a:lnTo>
                  <a:pt x="3463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329" y="18392"/>
                </a:lnTo>
                <a:lnTo>
                  <a:pt x="660" y="15174"/>
                </a:lnTo>
                <a:lnTo>
                  <a:pt x="990" y="11945"/>
                </a:lnTo>
                <a:lnTo>
                  <a:pt x="1324" y="8689"/>
                </a:lnTo>
                <a:lnTo>
                  <a:pt x="1662" y="5400"/>
                </a:lnTo>
                <a:lnTo>
                  <a:pt x="2818" y="4914"/>
                </a:lnTo>
                <a:lnTo>
                  <a:pt x="3900" y="4579"/>
                </a:lnTo>
                <a:lnTo>
                  <a:pt x="4945" y="4401"/>
                </a:lnTo>
                <a:lnTo>
                  <a:pt x="5987" y="4369"/>
                </a:lnTo>
                <a:lnTo>
                  <a:pt x="7062" y="4477"/>
                </a:lnTo>
                <a:lnTo>
                  <a:pt x="8205" y="4725"/>
                </a:lnTo>
                <a:lnTo>
                  <a:pt x="9421" y="4838"/>
                </a:lnTo>
                <a:lnTo>
                  <a:pt x="10596" y="4714"/>
                </a:lnTo>
                <a:lnTo>
                  <a:pt x="11735" y="4401"/>
                </a:lnTo>
                <a:lnTo>
                  <a:pt x="12845" y="3937"/>
                </a:lnTo>
                <a:lnTo>
                  <a:pt x="13935" y="3364"/>
                </a:lnTo>
                <a:lnTo>
                  <a:pt x="15012" y="2732"/>
                </a:lnTo>
                <a:lnTo>
                  <a:pt x="16082" y="2074"/>
                </a:lnTo>
                <a:lnTo>
                  <a:pt x="17154" y="1442"/>
                </a:lnTo>
                <a:lnTo>
                  <a:pt x="18234" y="875"/>
                </a:lnTo>
                <a:lnTo>
                  <a:pt x="19330" y="416"/>
                </a:lnTo>
                <a:lnTo>
                  <a:pt x="20450" y="113"/>
                </a:lnTo>
                <a:lnTo>
                  <a:pt x="21600" y="0"/>
                </a:lnTo>
                <a:close/>
              </a:path>
            </a:pathLst>
          </a:custGeom>
          <a:solidFill>
            <a:srgbClr val="3C383A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8" name="contour_06886"/>
          <p:cNvSpPr/>
          <p:nvPr/>
        </p:nvSpPr>
        <p:spPr>
          <a:xfrm>
            <a:off x="5235865" y="5203626"/>
            <a:ext cx="80168" cy="45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8161" y="524"/>
                </a:lnTo>
                <a:lnTo>
                  <a:pt x="9757" y="944"/>
                </a:lnTo>
                <a:lnTo>
                  <a:pt x="10894" y="1349"/>
                </a:lnTo>
                <a:lnTo>
                  <a:pt x="11794" y="1842"/>
                </a:lnTo>
                <a:lnTo>
                  <a:pt x="12671" y="2515"/>
                </a:lnTo>
                <a:lnTo>
                  <a:pt x="13745" y="3469"/>
                </a:lnTo>
                <a:lnTo>
                  <a:pt x="14338" y="5765"/>
                </a:lnTo>
                <a:lnTo>
                  <a:pt x="14774" y="7975"/>
                </a:lnTo>
                <a:lnTo>
                  <a:pt x="15093" y="10167"/>
                </a:lnTo>
                <a:lnTo>
                  <a:pt x="15330" y="12415"/>
                </a:lnTo>
                <a:lnTo>
                  <a:pt x="15523" y="14780"/>
                </a:lnTo>
                <a:lnTo>
                  <a:pt x="15709" y="17344"/>
                </a:lnTo>
                <a:lnTo>
                  <a:pt x="16875" y="16657"/>
                </a:lnTo>
                <a:lnTo>
                  <a:pt x="18046" y="15967"/>
                </a:lnTo>
                <a:lnTo>
                  <a:pt x="19220" y="15276"/>
                </a:lnTo>
                <a:lnTo>
                  <a:pt x="20404" y="14579"/>
                </a:lnTo>
                <a:lnTo>
                  <a:pt x="21600" y="13875"/>
                </a:lnTo>
                <a:lnTo>
                  <a:pt x="21600" y="16168"/>
                </a:lnTo>
                <a:lnTo>
                  <a:pt x="21600" y="18475"/>
                </a:lnTo>
                <a:lnTo>
                  <a:pt x="21600" y="20813"/>
                </a:lnTo>
                <a:lnTo>
                  <a:pt x="20216" y="20896"/>
                </a:lnTo>
                <a:lnTo>
                  <a:pt x="18829" y="20969"/>
                </a:lnTo>
                <a:lnTo>
                  <a:pt x="17445" y="21035"/>
                </a:lnTo>
                <a:lnTo>
                  <a:pt x="16061" y="21094"/>
                </a:lnTo>
                <a:lnTo>
                  <a:pt x="14674" y="21149"/>
                </a:lnTo>
                <a:lnTo>
                  <a:pt x="13290" y="21198"/>
                </a:lnTo>
                <a:lnTo>
                  <a:pt x="11904" y="21246"/>
                </a:lnTo>
                <a:lnTo>
                  <a:pt x="11210" y="21288"/>
                </a:lnTo>
                <a:lnTo>
                  <a:pt x="9117" y="21423"/>
                </a:lnTo>
                <a:lnTo>
                  <a:pt x="7794" y="21458"/>
                </a:lnTo>
                <a:lnTo>
                  <a:pt x="6451" y="21489"/>
                </a:lnTo>
                <a:lnTo>
                  <a:pt x="5229" y="21544"/>
                </a:lnTo>
                <a:lnTo>
                  <a:pt x="3988" y="21600"/>
                </a:lnTo>
                <a:lnTo>
                  <a:pt x="2985" y="21208"/>
                </a:lnTo>
                <a:lnTo>
                  <a:pt x="1964" y="20813"/>
                </a:lnTo>
                <a:lnTo>
                  <a:pt x="1223" y="18728"/>
                </a:lnTo>
                <a:lnTo>
                  <a:pt x="772" y="17313"/>
                </a:lnTo>
                <a:lnTo>
                  <a:pt x="424" y="15911"/>
                </a:lnTo>
                <a:lnTo>
                  <a:pt x="0" y="13875"/>
                </a:lnTo>
                <a:lnTo>
                  <a:pt x="1298" y="13875"/>
                </a:lnTo>
                <a:lnTo>
                  <a:pt x="2604" y="13875"/>
                </a:lnTo>
                <a:lnTo>
                  <a:pt x="3927" y="13875"/>
                </a:lnTo>
                <a:lnTo>
                  <a:pt x="4514" y="11596"/>
                </a:lnTo>
                <a:lnTo>
                  <a:pt x="4833" y="9796"/>
                </a:lnTo>
                <a:lnTo>
                  <a:pt x="5155" y="6938"/>
                </a:lnTo>
                <a:lnTo>
                  <a:pt x="5376" y="5002"/>
                </a:lnTo>
                <a:lnTo>
                  <a:pt x="5600" y="3035"/>
                </a:lnTo>
                <a:lnTo>
                  <a:pt x="5746" y="1530"/>
                </a:lnTo>
                <a:lnTo>
                  <a:pt x="5891" y="0"/>
                </a:lnTo>
                <a:close/>
              </a:path>
            </a:pathLst>
          </a:custGeom>
          <a:solidFill>
            <a:srgbClr val="A59CA6"/>
          </a:solidFill>
          <a:ln>
            <a:noFill/>
          </a:ln>
        </p:spPr>
        <p:txBody>
          <a:bodyPr/>
          <a:lstStyle/>
          <a:p/>
        </p:txBody>
      </p:sp>
      <p:sp>
        <p:nvSpPr>
          <p:cNvPr id="6889" name="contour_06887"/>
          <p:cNvSpPr/>
          <p:nvPr/>
        </p:nvSpPr>
        <p:spPr>
          <a:xfrm>
            <a:off x="593414" y="5152610"/>
            <a:ext cx="11660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6069" y="1901"/>
                </a:lnTo>
                <a:lnTo>
                  <a:pt x="16920" y="3254"/>
                </a:lnTo>
                <a:lnTo>
                  <a:pt x="17516" y="4260"/>
                </a:lnTo>
                <a:lnTo>
                  <a:pt x="17970" y="5122"/>
                </a:lnTo>
                <a:lnTo>
                  <a:pt x="18394" y="6034"/>
                </a:lnTo>
                <a:lnTo>
                  <a:pt x="18900" y="7200"/>
                </a:lnTo>
                <a:lnTo>
                  <a:pt x="18940" y="9130"/>
                </a:lnTo>
                <a:lnTo>
                  <a:pt x="18961" y="10469"/>
                </a:lnTo>
                <a:lnTo>
                  <a:pt x="18961" y="11563"/>
                </a:lnTo>
                <a:lnTo>
                  <a:pt x="18940" y="12758"/>
                </a:lnTo>
                <a:lnTo>
                  <a:pt x="18900" y="14400"/>
                </a:lnTo>
                <a:lnTo>
                  <a:pt x="19702" y="15197"/>
                </a:lnTo>
                <a:lnTo>
                  <a:pt x="20250" y="15713"/>
                </a:lnTo>
                <a:lnTo>
                  <a:pt x="20798" y="16171"/>
                </a:lnTo>
                <a:lnTo>
                  <a:pt x="21600" y="16800"/>
                </a:lnTo>
                <a:lnTo>
                  <a:pt x="21600" y="18386"/>
                </a:lnTo>
                <a:lnTo>
                  <a:pt x="21600" y="19982"/>
                </a:lnTo>
                <a:lnTo>
                  <a:pt x="21600" y="21600"/>
                </a:lnTo>
                <a:lnTo>
                  <a:pt x="20716" y="21298"/>
                </a:lnTo>
                <a:lnTo>
                  <a:pt x="19818" y="20990"/>
                </a:lnTo>
                <a:lnTo>
                  <a:pt x="18838" y="20707"/>
                </a:lnTo>
                <a:lnTo>
                  <a:pt x="17877" y="20460"/>
                </a:lnTo>
                <a:lnTo>
                  <a:pt x="16930" y="20249"/>
                </a:lnTo>
                <a:lnTo>
                  <a:pt x="15999" y="20076"/>
                </a:lnTo>
                <a:lnTo>
                  <a:pt x="15077" y="19939"/>
                </a:lnTo>
                <a:lnTo>
                  <a:pt x="14164" y="19843"/>
                </a:lnTo>
                <a:lnTo>
                  <a:pt x="13258" y="19786"/>
                </a:lnTo>
                <a:lnTo>
                  <a:pt x="12357" y="19771"/>
                </a:lnTo>
                <a:lnTo>
                  <a:pt x="11457" y="19795"/>
                </a:lnTo>
                <a:lnTo>
                  <a:pt x="10557" y="19865"/>
                </a:lnTo>
                <a:lnTo>
                  <a:pt x="9654" y="19975"/>
                </a:lnTo>
                <a:lnTo>
                  <a:pt x="8747" y="20131"/>
                </a:lnTo>
                <a:lnTo>
                  <a:pt x="7831" y="20330"/>
                </a:lnTo>
                <a:lnTo>
                  <a:pt x="6907" y="20578"/>
                </a:lnTo>
                <a:lnTo>
                  <a:pt x="5970" y="20870"/>
                </a:lnTo>
                <a:lnTo>
                  <a:pt x="5018" y="21211"/>
                </a:lnTo>
                <a:lnTo>
                  <a:pt x="4050" y="21600"/>
                </a:lnTo>
                <a:lnTo>
                  <a:pt x="4050" y="20014"/>
                </a:lnTo>
                <a:lnTo>
                  <a:pt x="4050" y="18418"/>
                </a:lnTo>
                <a:lnTo>
                  <a:pt x="4050" y="16800"/>
                </a:lnTo>
                <a:lnTo>
                  <a:pt x="3046" y="16061"/>
                </a:lnTo>
                <a:lnTo>
                  <a:pt x="2333" y="15566"/>
                </a:lnTo>
                <a:lnTo>
                  <a:pt x="1717" y="15202"/>
                </a:lnTo>
                <a:lnTo>
                  <a:pt x="1004" y="14851"/>
                </a:lnTo>
                <a:lnTo>
                  <a:pt x="0" y="14400"/>
                </a:lnTo>
                <a:lnTo>
                  <a:pt x="822" y="14054"/>
                </a:lnTo>
                <a:lnTo>
                  <a:pt x="1644" y="13716"/>
                </a:lnTo>
                <a:lnTo>
                  <a:pt x="2468" y="13380"/>
                </a:lnTo>
                <a:lnTo>
                  <a:pt x="3291" y="13051"/>
                </a:lnTo>
                <a:lnTo>
                  <a:pt x="4209" y="12674"/>
                </a:lnTo>
                <a:lnTo>
                  <a:pt x="5142" y="12290"/>
                </a:lnTo>
                <a:lnTo>
                  <a:pt x="5940" y="12146"/>
                </a:lnTo>
                <a:lnTo>
                  <a:pt x="6750" y="12000"/>
                </a:lnTo>
                <a:lnTo>
                  <a:pt x="7420" y="13190"/>
                </a:lnTo>
                <a:lnTo>
                  <a:pt x="8100" y="14400"/>
                </a:lnTo>
                <a:lnTo>
                  <a:pt x="9002" y="14491"/>
                </a:lnTo>
                <a:lnTo>
                  <a:pt x="9901" y="14546"/>
                </a:lnTo>
                <a:lnTo>
                  <a:pt x="10800" y="14570"/>
                </a:lnTo>
                <a:lnTo>
                  <a:pt x="11698" y="14570"/>
                </a:lnTo>
                <a:lnTo>
                  <a:pt x="12595" y="14551"/>
                </a:lnTo>
                <a:lnTo>
                  <a:pt x="13495" y="14520"/>
                </a:lnTo>
                <a:lnTo>
                  <a:pt x="14394" y="14479"/>
                </a:lnTo>
                <a:lnTo>
                  <a:pt x="15295" y="14438"/>
                </a:lnTo>
                <a:lnTo>
                  <a:pt x="16200" y="14400"/>
                </a:lnTo>
                <a:lnTo>
                  <a:pt x="16052" y="12816"/>
                </a:lnTo>
                <a:lnTo>
                  <a:pt x="15903" y="11230"/>
                </a:lnTo>
                <a:lnTo>
                  <a:pt x="15755" y="9643"/>
                </a:lnTo>
                <a:lnTo>
                  <a:pt x="15605" y="8052"/>
                </a:lnTo>
                <a:lnTo>
                  <a:pt x="15455" y="6456"/>
                </a:lnTo>
                <a:lnTo>
                  <a:pt x="15305" y="4853"/>
                </a:lnTo>
                <a:lnTo>
                  <a:pt x="15154" y="3245"/>
                </a:lnTo>
                <a:lnTo>
                  <a:pt x="15003" y="1627"/>
                </a:lnTo>
                <a:lnTo>
                  <a:pt x="14850" y="0"/>
                </a:lnTo>
                <a:close/>
              </a:path>
            </a:pathLst>
          </a:custGeom>
          <a:solidFill>
            <a:srgbClr val="65625A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0" name="contour_06888"/>
          <p:cNvSpPr/>
          <p:nvPr/>
        </p:nvSpPr>
        <p:spPr>
          <a:xfrm>
            <a:off x="6773631" y="5150788"/>
            <a:ext cx="58304" cy="601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0"/>
                </a:moveTo>
                <a:lnTo>
                  <a:pt x="7344" y="97"/>
                </a:lnTo>
                <a:lnTo>
                  <a:pt x="8394" y="264"/>
                </a:lnTo>
                <a:lnTo>
                  <a:pt x="10800" y="655"/>
                </a:lnTo>
                <a:lnTo>
                  <a:pt x="11372" y="2215"/>
                </a:lnTo>
                <a:lnTo>
                  <a:pt x="11929" y="3781"/>
                </a:lnTo>
                <a:lnTo>
                  <a:pt x="12469" y="5352"/>
                </a:lnTo>
                <a:lnTo>
                  <a:pt x="12992" y="6928"/>
                </a:lnTo>
                <a:lnTo>
                  <a:pt x="13500" y="8509"/>
                </a:lnTo>
                <a:lnTo>
                  <a:pt x="15295" y="9829"/>
                </a:lnTo>
                <a:lnTo>
                  <a:pt x="16610" y="10776"/>
                </a:lnTo>
                <a:lnTo>
                  <a:pt x="17677" y="11496"/>
                </a:lnTo>
                <a:lnTo>
                  <a:pt x="18711" y="12135"/>
                </a:lnTo>
                <a:lnTo>
                  <a:pt x="19945" y="12834"/>
                </a:lnTo>
                <a:lnTo>
                  <a:pt x="21600" y="13745"/>
                </a:lnTo>
                <a:lnTo>
                  <a:pt x="20428" y="15301"/>
                </a:lnTo>
                <a:lnTo>
                  <a:pt x="19235" y="16756"/>
                </a:lnTo>
                <a:lnTo>
                  <a:pt x="17985" y="18115"/>
                </a:lnTo>
                <a:lnTo>
                  <a:pt x="16637" y="19375"/>
                </a:lnTo>
                <a:lnTo>
                  <a:pt x="15155" y="20534"/>
                </a:lnTo>
                <a:lnTo>
                  <a:pt x="13500" y="21600"/>
                </a:lnTo>
                <a:lnTo>
                  <a:pt x="11605" y="21383"/>
                </a:lnTo>
                <a:lnTo>
                  <a:pt x="9887" y="20993"/>
                </a:lnTo>
                <a:lnTo>
                  <a:pt x="8311" y="20424"/>
                </a:lnTo>
                <a:lnTo>
                  <a:pt x="6839" y="19678"/>
                </a:lnTo>
                <a:lnTo>
                  <a:pt x="5438" y="18754"/>
                </a:lnTo>
                <a:lnTo>
                  <a:pt x="4069" y="17649"/>
                </a:lnTo>
                <a:lnTo>
                  <a:pt x="2700" y="16364"/>
                </a:lnTo>
                <a:lnTo>
                  <a:pt x="2047" y="14759"/>
                </a:lnTo>
                <a:lnTo>
                  <a:pt x="1482" y="13162"/>
                </a:lnTo>
                <a:lnTo>
                  <a:pt x="1007" y="11565"/>
                </a:lnTo>
                <a:lnTo>
                  <a:pt x="621" y="9957"/>
                </a:lnTo>
                <a:lnTo>
                  <a:pt x="327" y="8334"/>
                </a:lnTo>
                <a:lnTo>
                  <a:pt x="124" y="6684"/>
                </a:lnTo>
                <a:lnTo>
                  <a:pt x="16" y="5001"/>
                </a:lnTo>
                <a:lnTo>
                  <a:pt x="0" y="3273"/>
                </a:lnTo>
                <a:lnTo>
                  <a:pt x="1625" y="1749"/>
                </a:lnTo>
                <a:lnTo>
                  <a:pt x="2867" y="901"/>
                </a:lnTo>
                <a:lnTo>
                  <a:pt x="4366" y="419"/>
                </a:lnTo>
                <a:lnTo>
                  <a:pt x="6750" y="0"/>
                </a:lnTo>
                <a:close/>
              </a:path>
            </a:pathLst>
          </a:custGeom>
          <a:solidFill>
            <a:srgbClr val="9F894B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1" name="contour_06889"/>
          <p:cNvSpPr/>
          <p:nvPr/>
        </p:nvSpPr>
        <p:spPr>
          <a:xfrm>
            <a:off x="6422386" y="5116170"/>
            <a:ext cx="30573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51" y="0"/>
                </a:moveTo>
                <a:lnTo>
                  <a:pt x="19005" y="0"/>
                </a:lnTo>
                <a:lnTo>
                  <a:pt x="21600" y="0"/>
                </a:lnTo>
                <a:lnTo>
                  <a:pt x="21600" y="1018"/>
                </a:lnTo>
                <a:lnTo>
                  <a:pt x="21600" y="2036"/>
                </a:lnTo>
                <a:lnTo>
                  <a:pt x="21600" y="3056"/>
                </a:lnTo>
                <a:lnTo>
                  <a:pt x="21600" y="4075"/>
                </a:lnTo>
                <a:lnTo>
                  <a:pt x="21600" y="5095"/>
                </a:lnTo>
                <a:lnTo>
                  <a:pt x="21600" y="6114"/>
                </a:lnTo>
                <a:lnTo>
                  <a:pt x="21600" y="7137"/>
                </a:lnTo>
                <a:lnTo>
                  <a:pt x="21600" y="8158"/>
                </a:lnTo>
                <a:lnTo>
                  <a:pt x="21600" y="9181"/>
                </a:lnTo>
                <a:lnTo>
                  <a:pt x="21600" y="10207"/>
                </a:lnTo>
                <a:lnTo>
                  <a:pt x="21600" y="11232"/>
                </a:lnTo>
                <a:lnTo>
                  <a:pt x="21600" y="12260"/>
                </a:lnTo>
                <a:lnTo>
                  <a:pt x="21600" y="13288"/>
                </a:lnTo>
                <a:lnTo>
                  <a:pt x="21600" y="14319"/>
                </a:lnTo>
                <a:lnTo>
                  <a:pt x="21600" y="15353"/>
                </a:lnTo>
                <a:lnTo>
                  <a:pt x="21600" y="16389"/>
                </a:lnTo>
                <a:lnTo>
                  <a:pt x="21600" y="17425"/>
                </a:lnTo>
                <a:lnTo>
                  <a:pt x="21600" y="18465"/>
                </a:lnTo>
                <a:lnTo>
                  <a:pt x="21600" y="19508"/>
                </a:lnTo>
                <a:lnTo>
                  <a:pt x="21600" y="20552"/>
                </a:lnTo>
                <a:lnTo>
                  <a:pt x="21600" y="21600"/>
                </a:lnTo>
                <a:lnTo>
                  <a:pt x="18202" y="21600"/>
                </a:lnTo>
                <a:lnTo>
                  <a:pt x="14798" y="21600"/>
                </a:lnTo>
                <a:lnTo>
                  <a:pt x="11379" y="21600"/>
                </a:lnTo>
                <a:lnTo>
                  <a:pt x="7945" y="21600"/>
                </a:lnTo>
                <a:lnTo>
                  <a:pt x="4490" y="21600"/>
                </a:lnTo>
                <a:lnTo>
                  <a:pt x="1004" y="21600"/>
                </a:lnTo>
                <a:lnTo>
                  <a:pt x="844" y="20611"/>
                </a:lnTo>
                <a:lnTo>
                  <a:pt x="705" y="19621"/>
                </a:lnTo>
                <a:lnTo>
                  <a:pt x="577" y="18631"/>
                </a:lnTo>
                <a:lnTo>
                  <a:pt x="463" y="17640"/>
                </a:lnTo>
                <a:lnTo>
                  <a:pt x="360" y="16649"/>
                </a:lnTo>
                <a:lnTo>
                  <a:pt x="242" y="15729"/>
                </a:lnTo>
                <a:lnTo>
                  <a:pt x="124" y="14803"/>
                </a:lnTo>
                <a:lnTo>
                  <a:pt x="0" y="13866"/>
                </a:lnTo>
                <a:lnTo>
                  <a:pt x="330" y="13091"/>
                </a:lnTo>
                <a:lnTo>
                  <a:pt x="664" y="12311"/>
                </a:lnTo>
                <a:lnTo>
                  <a:pt x="1004" y="11520"/>
                </a:lnTo>
                <a:lnTo>
                  <a:pt x="3563" y="11153"/>
                </a:lnTo>
                <a:lnTo>
                  <a:pt x="6138" y="10791"/>
                </a:lnTo>
                <a:lnTo>
                  <a:pt x="8717" y="10433"/>
                </a:lnTo>
                <a:lnTo>
                  <a:pt x="11302" y="10080"/>
                </a:lnTo>
                <a:lnTo>
                  <a:pt x="12203" y="9079"/>
                </a:lnTo>
                <a:lnTo>
                  <a:pt x="12842" y="8326"/>
                </a:lnTo>
                <a:lnTo>
                  <a:pt x="13305" y="7680"/>
                </a:lnTo>
                <a:lnTo>
                  <a:pt x="13676" y="6997"/>
                </a:lnTo>
                <a:lnTo>
                  <a:pt x="14052" y="6134"/>
                </a:lnTo>
                <a:lnTo>
                  <a:pt x="14520" y="4951"/>
                </a:lnTo>
                <a:lnTo>
                  <a:pt x="14906" y="4026"/>
                </a:lnTo>
                <a:lnTo>
                  <a:pt x="15298" y="3096"/>
                </a:lnTo>
                <a:lnTo>
                  <a:pt x="15689" y="2154"/>
                </a:lnTo>
                <a:lnTo>
                  <a:pt x="15941" y="1443"/>
                </a:lnTo>
                <a:lnTo>
                  <a:pt x="16194" y="726"/>
                </a:lnTo>
                <a:lnTo>
                  <a:pt x="16451" y="0"/>
                </a:lnTo>
                <a:close/>
              </a:path>
            </a:pathLst>
          </a:custGeom>
          <a:solidFill>
            <a:srgbClr val="AAC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2" name="contour_06890"/>
          <p:cNvSpPr/>
          <p:nvPr/>
        </p:nvSpPr>
        <p:spPr>
          <a:xfrm>
            <a:off x="9368156" y="5116170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76" y="0"/>
                </a:lnTo>
                <a:lnTo>
                  <a:pt x="8356" y="0"/>
                </a:lnTo>
                <a:lnTo>
                  <a:pt x="10746" y="0"/>
                </a:lnTo>
                <a:lnTo>
                  <a:pt x="13147" y="0"/>
                </a:lnTo>
                <a:lnTo>
                  <a:pt x="15563" y="0"/>
                </a:lnTo>
                <a:lnTo>
                  <a:pt x="18000" y="0"/>
                </a:lnTo>
                <a:lnTo>
                  <a:pt x="18238" y="1426"/>
                </a:lnTo>
                <a:lnTo>
                  <a:pt x="18475" y="2851"/>
                </a:lnTo>
                <a:lnTo>
                  <a:pt x="18713" y="4279"/>
                </a:lnTo>
                <a:lnTo>
                  <a:pt x="18950" y="5707"/>
                </a:lnTo>
                <a:lnTo>
                  <a:pt x="19188" y="7137"/>
                </a:lnTo>
                <a:lnTo>
                  <a:pt x="19429" y="8567"/>
                </a:lnTo>
                <a:lnTo>
                  <a:pt x="19667" y="10001"/>
                </a:lnTo>
                <a:lnTo>
                  <a:pt x="19908" y="11437"/>
                </a:lnTo>
                <a:lnTo>
                  <a:pt x="20146" y="12878"/>
                </a:lnTo>
                <a:lnTo>
                  <a:pt x="20387" y="14321"/>
                </a:lnTo>
                <a:lnTo>
                  <a:pt x="20628" y="15766"/>
                </a:lnTo>
                <a:lnTo>
                  <a:pt x="20869" y="17217"/>
                </a:lnTo>
                <a:lnTo>
                  <a:pt x="21114" y="18673"/>
                </a:lnTo>
                <a:lnTo>
                  <a:pt x="21355" y="20133"/>
                </a:lnTo>
                <a:lnTo>
                  <a:pt x="21600" y="21600"/>
                </a:lnTo>
                <a:lnTo>
                  <a:pt x="20887" y="20317"/>
                </a:lnTo>
                <a:lnTo>
                  <a:pt x="20171" y="19030"/>
                </a:lnTo>
                <a:lnTo>
                  <a:pt x="19454" y="17738"/>
                </a:lnTo>
                <a:lnTo>
                  <a:pt x="18731" y="16435"/>
                </a:lnTo>
                <a:lnTo>
                  <a:pt x="18000" y="15120"/>
                </a:lnTo>
                <a:lnTo>
                  <a:pt x="15444" y="14757"/>
                </a:lnTo>
                <a:lnTo>
                  <a:pt x="13630" y="14595"/>
                </a:lnTo>
                <a:lnTo>
                  <a:pt x="11696" y="14593"/>
                </a:lnTo>
                <a:lnTo>
                  <a:pt x="8777" y="14714"/>
                </a:lnTo>
                <a:lnTo>
                  <a:pt x="7823" y="14757"/>
                </a:lnTo>
                <a:lnTo>
                  <a:pt x="6592" y="14815"/>
                </a:lnTo>
                <a:lnTo>
                  <a:pt x="4259" y="14923"/>
                </a:lnTo>
                <a:lnTo>
                  <a:pt x="0" y="15120"/>
                </a:lnTo>
                <a:lnTo>
                  <a:pt x="356" y="13623"/>
                </a:lnTo>
                <a:lnTo>
                  <a:pt x="713" y="12124"/>
                </a:lnTo>
                <a:lnTo>
                  <a:pt x="1069" y="10625"/>
                </a:lnTo>
                <a:lnTo>
                  <a:pt x="1429" y="9124"/>
                </a:lnTo>
                <a:lnTo>
                  <a:pt x="1786" y="7616"/>
                </a:lnTo>
                <a:lnTo>
                  <a:pt x="2146" y="6106"/>
                </a:lnTo>
                <a:lnTo>
                  <a:pt x="2506" y="4590"/>
                </a:lnTo>
                <a:lnTo>
                  <a:pt x="2869" y="3067"/>
                </a:lnTo>
                <a:lnTo>
                  <a:pt x="3233" y="1538"/>
                </a:lnTo>
                <a:lnTo>
                  <a:pt x="3600" y="0"/>
                </a:lnTo>
                <a:close/>
              </a:path>
            </a:pathLst>
          </a:custGeom>
          <a:solidFill>
            <a:srgbClr val="C5D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3" name="contour_06891"/>
          <p:cNvSpPr/>
          <p:nvPr/>
        </p:nvSpPr>
        <p:spPr>
          <a:xfrm>
            <a:off x="11095410" y="5064906"/>
            <a:ext cx="58304" cy="658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81"/>
                </a:moveTo>
                <a:lnTo>
                  <a:pt x="4582" y="5"/>
                </a:lnTo>
                <a:lnTo>
                  <a:pt x="6364" y="0"/>
                </a:lnTo>
                <a:lnTo>
                  <a:pt x="8065" y="81"/>
                </a:lnTo>
                <a:lnTo>
                  <a:pt x="9709" y="270"/>
                </a:lnTo>
                <a:lnTo>
                  <a:pt x="11321" y="585"/>
                </a:lnTo>
                <a:lnTo>
                  <a:pt x="12925" y="1044"/>
                </a:lnTo>
                <a:lnTo>
                  <a:pt x="14545" y="1668"/>
                </a:lnTo>
                <a:lnTo>
                  <a:pt x="16200" y="2471"/>
                </a:lnTo>
                <a:lnTo>
                  <a:pt x="17005" y="3948"/>
                </a:lnTo>
                <a:lnTo>
                  <a:pt x="17712" y="5463"/>
                </a:lnTo>
                <a:lnTo>
                  <a:pt x="18330" y="7011"/>
                </a:lnTo>
                <a:lnTo>
                  <a:pt x="18876" y="8588"/>
                </a:lnTo>
                <a:lnTo>
                  <a:pt x="19351" y="10189"/>
                </a:lnTo>
                <a:lnTo>
                  <a:pt x="19767" y="11807"/>
                </a:lnTo>
                <a:lnTo>
                  <a:pt x="20137" y="13437"/>
                </a:lnTo>
                <a:lnTo>
                  <a:pt x="20469" y="15074"/>
                </a:lnTo>
                <a:lnTo>
                  <a:pt x="20771" y="16713"/>
                </a:lnTo>
                <a:lnTo>
                  <a:pt x="21052" y="18350"/>
                </a:lnTo>
                <a:lnTo>
                  <a:pt x="21327" y="19975"/>
                </a:lnTo>
                <a:lnTo>
                  <a:pt x="21600" y="21588"/>
                </a:lnTo>
                <a:lnTo>
                  <a:pt x="19637" y="21600"/>
                </a:lnTo>
                <a:lnTo>
                  <a:pt x="17769" y="21555"/>
                </a:lnTo>
                <a:lnTo>
                  <a:pt x="15973" y="21447"/>
                </a:lnTo>
                <a:lnTo>
                  <a:pt x="14224" y="21270"/>
                </a:lnTo>
                <a:lnTo>
                  <a:pt x="12501" y="21022"/>
                </a:lnTo>
                <a:lnTo>
                  <a:pt x="10781" y="20694"/>
                </a:lnTo>
                <a:lnTo>
                  <a:pt x="9040" y="20286"/>
                </a:lnTo>
                <a:lnTo>
                  <a:pt x="7252" y="19789"/>
                </a:lnTo>
                <a:lnTo>
                  <a:pt x="5400" y="19198"/>
                </a:lnTo>
                <a:lnTo>
                  <a:pt x="5845" y="17621"/>
                </a:lnTo>
                <a:lnTo>
                  <a:pt x="6291" y="16042"/>
                </a:lnTo>
                <a:lnTo>
                  <a:pt x="6739" y="14455"/>
                </a:lnTo>
                <a:lnTo>
                  <a:pt x="7190" y="12861"/>
                </a:lnTo>
                <a:lnTo>
                  <a:pt x="7644" y="11258"/>
                </a:lnTo>
                <a:lnTo>
                  <a:pt x="8100" y="9640"/>
                </a:lnTo>
                <a:lnTo>
                  <a:pt x="6496" y="9167"/>
                </a:lnTo>
                <a:lnTo>
                  <a:pt x="4887" y="8691"/>
                </a:lnTo>
                <a:lnTo>
                  <a:pt x="3272" y="8216"/>
                </a:lnTo>
                <a:lnTo>
                  <a:pt x="1644" y="7735"/>
                </a:lnTo>
                <a:lnTo>
                  <a:pt x="0" y="7250"/>
                </a:lnTo>
                <a:lnTo>
                  <a:pt x="535" y="5831"/>
                </a:lnTo>
                <a:lnTo>
                  <a:pt x="1072" y="4407"/>
                </a:lnTo>
                <a:lnTo>
                  <a:pt x="1609" y="2977"/>
                </a:lnTo>
                <a:lnTo>
                  <a:pt x="2152" y="1537"/>
                </a:lnTo>
                <a:lnTo>
                  <a:pt x="2700" y="81"/>
                </a:lnTo>
                <a:close/>
              </a:path>
            </a:pathLst>
          </a:custGeom>
          <a:solidFill>
            <a:srgbClr val="F2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4" name="contour_06892"/>
          <p:cNvSpPr/>
          <p:nvPr/>
        </p:nvSpPr>
        <p:spPr>
          <a:xfrm>
            <a:off x="4878753" y="5028714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804" y="545"/>
                </a:lnTo>
                <a:lnTo>
                  <a:pt x="18900" y="974"/>
                </a:lnTo>
                <a:lnTo>
                  <a:pt x="19996" y="1519"/>
                </a:lnTo>
                <a:lnTo>
                  <a:pt x="21600" y="2400"/>
                </a:lnTo>
                <a:lnTo>
                  <a:pt x="21600" y="3986"/>
                </a:lnTo>
                <a:lnTo>
                  <a:pt x="21600" y="5582"/>
                </a:lnTo>
                <a:lnTo>
                  <a:pt x="21600" y="7200"/>
                </a:lnTo>
                <a:lnTo>
                  <a:pt x="19815" y="7200"/>
                </a:lnTo>
                <a:lnTo>
                  <a:pt x="18020" y="7200"/>
                </a:lnTo>
                <a:lnTo>
                  <a:pt x="16200" y="7200"/>
                </a:lnTo>
                <a:lnTo>
                  <a:pt x="16200" y="8784"/>
                </a:lnTo>
                <a:lnTo>
                  <a:pt x="16200" y="10370"/>
                </a:lnTo>
                <a:lnTo>
                  <a:pt x="16200" y="11957"/>
                </a:lnTo>
                <a:lnTo>
                  <a:pt x="16200" y="13548"/>
                </a:lnTo>
                <a:lnTo>
                  <a:pt x="16200" y="15144"/>
                </a:lnTo>
                <a:lnTo>
                  <a:pt x="16200" y="16747"/>
                </a:lnTo>
                <a:lnTo>
                  <a:pt x="16200" y="18355"/>
                </a:lnTo>
                <a:lnTo>
                  <a:pt x="16200" y="19973"/>
                </a:lnTo>
                <a:lnTo>
                  <a:pt x="16200" y="21600"/>
                </a:lnTo>
                <a:lnTo>
                  <a:pt x="14418" y="21600"/>
                </a:lnTo>
                <a:lnTo>
                  <a:pt x="12633" y="21600"/>
                </a:lnTo>
                <a:lnTo>
                  <a:pt x="10849" y="21600"/>
                </a:lnTo>
                <a:lnTo>
                  <a:pt x="9059" y="21600"/>
                </a:lnTo>
                <a:lnTo>
                  <a:pt x="7263" y="21600"/>
                </a:lnTo>
                <a:lnTo>
                  <a:pt x="5459" y="21600"/>
                </a:lnTo>
                <a:lnTo>
                  <a:pt x="3650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373" y="19805"/>
                </a:lnTo>
                <a:lnTo>
                  <a:pt x="783" y="18139"/>
                </a:lnTo>
                <a:lnTo>
                  <a:pt x="1239" y="16586"/>
                </a:lnTo>
                <a:lnTo>
                  <a:pt x="1763" y="15130"/>
                </a:lnTo>
                <a:lnTo>
                  <a:pt x="2368" y="13747"/>
                </a:lnTo>
                <a:lnTo>
                  <a:pt x="3070" y="12425"/>
                </a:lnTo>
                <a:lnTo>
                  <a:pt x="3885" y="11141"/>
                </a:lnTo>
                <a:lnTo>
                  <a:pt x="4828" y="9878"/>
                </a:lnTo>
                <a:lnTo>
                  <a:pt x="5918" y="8621"/>
                </a:lnTo>
                <a:lnTo>
                  <a:pt x="7168" y="7346"/>
                </a:lnTo>
                <a:lnTo>
                  <a:pt x="8597" y="6038"/>
                </a:lnTo>
                <a:lnTo>
                  <a:pt x="9715" y="5434"/>
                </a:lnTo>
                <a:lnTo>
                  <a:pt x="10670" y="5066"/>
                </a:lnTo>
                <a:lnTo>
                  <a:pt x="11826" y="4879"/>
                </a:lnTo>
                <a:lnTo>
                  <a:pt x="13546" y="4810"/>
                </a:lnTo>
                <a:lnTo>
                  <a:pt x="16200" y="4800"/>
                </a:lnTo>
                <a:lnTo>
                  <a:pt x="16200" y="3214"/>
                </a:lnTo>
                <a:lnTo>
                  <a:pt x="16200" y="1618"/>
                </a:lnTo>
                <a:lnTo>
                  <a:pt x="16200" y="0"/>
                </a:lnTo>
                <a:close/>
              </a:path>
            </a:pathLst>
          </a:custGeom>
          <a:solidFill>
            <a:srgbClr val="746F6A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5" name="contour_06893"/>
          <p:cNvSpPr/>
          <p:nvPr/>
        </p:nvSpPr>
        <p:spPr>
          <a:xfrm>
            <a:off x="7589886" y="5021426"/>
            <a:ext cx="94744" cy="667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727" y="0"/>
                </a:lnTo>
                <a:lnTo>
                  <a:pt x="13826" y="0"/>
                </a:lnTo>
                <a:lnTo>
                  <a:pt x="14924" y="0"/>
                </a:lnTo>
                <a:lnTo>
                  <a:pt x="16026" y="0"/>
                </a:lnTo>
                <a:lnTo>
                  <a:pt x="17130" y="0"/>
                </a:lnTo>
                <a:lnTo>
                  <a:pt x="18240" y="0"/>
                </a:lnTo>
                <a:lnTo>
                  <a:pt x="19354" y="0"/>
                </a:lnTo>
                <a:lnTo>
                  <a:pt x="20473" y="0"/>
                </a:lnTo>
                <a:lnTo>
                  <a:pt x="21600" y="0"/>
                </a:lnTo>
                <a:lnTo>
                  <a:pt x="19708" y="2179"/>
                </a:lnTo>
                <a:lnTo>
                  <a:pt x="18117" y="4004"/>
                </a:lnTo>
                <a:lnTo>
                  <a:pt x="16793" y="5516"/>
                </a:lnTo>
                <a:lnTo>
                  <a:pt x="15697" y="6758"/>
                </a:lnTo>
                <a:lnTo>
                  <a:pt x="14786" y="7772"/>
                </a:lnTo>
                <a:lnTo>
                  <a:pt x="14023" y="8598"/>
                </a:lnTo>
                <a:lnTo>
                  <a:pt x="13370" y="9279"/>
                </a:lnTo>
                <a:lnTo>
                  <a:pt x="12789" y="9854"/>
                </a:lnTo>
                <a:lnTo>
                  <a:pt x="12237" y="10366"/>
                </a:lnTo>
                <a:lnTo>
                  <a:pt x="11679" y="10857"/>
                </a:lnTo>
                <a:lnTo>
                  <a:pt x="11074" y="11366"/>
                </a:lnTo>
                <a:lnTo>
                  <a:pt x="10385" y="11937"/>
                </a:lnTo>
                <a:lnTo>
                  <a:pt x="9364" y="13047"/>
                </a:lnTo>
                <a:lnTo>
                  <a:pt x="8710" y="13915"/>
                </a:lnTo>
                <a:lnTo>
                  <a:pt x="8283" y="14835"/>
                </a:lnTo>
                <a:lnTo>
                  <a:pt x="7952" y="16092"/>
                </a:lnTo>
                <a:lnTo>
                  <a:pt x="7580" y="17980"/>
                </a:lnTo>
                <a:lnTo>
                  <a:pt x="7273" y="19051"/>
                </a:lnTo>
                <a:lnTo>
                  <a:pt x="6960" y="20131"/>
                </a:lnTo>
                <a:lnTo>
                  <a:pt x="6646" y="21223"/>
                </a:lnTo>
                <a:lnTo>
                  <a:pt x="5508" y="21480"/>
                </a:lnTo>
                <a:lnTo>
                  <a:pt x="4418" y="21595"/>
                </a:lnTo>
                <a:lnTo>
                  <a:pt x="3350" y="21600"/>
                </a:lnTo>
                <a:lnTo>
                  <a:pt x="2276" y="21520"/>
                </a:lnTo>
                <a:lnTo>
                  <a:pt x="1170" y="21385"/>
                </a:lnTo>
                <a:lnTo>
                  <a:pt x="0" y="21223"/>
                </a:lnTo>
                <a:lnTo>
                  <a:pt x="312" y="19468"/>
                </a:lnTo>
                <a:lnTo>
                  <a:pt x="555" y="18223"/>
                </a:lnTo>
                <a:lnTo>
                  <a:pt x="808" y="17148"/>
                </a:lnTo>
                <a:lnTo>
                  <a:pt x="1150" y="15903"/>
                </a:lnTo>
                <a:lnTo>
                  <a:pt x="1662" y="14148"/>
                </a:lnTo>
                <a:lnTo>
                  <a:pt x="2760" y="14148"/>
                </a:lnTo>
                <a:lnTo>
                  <a:pt x="3865" y="14148"/>
                </a:lnTo>
                <a:lnTo>
                  <a:pt x="4985" y="14148"/>
                </a:lnTo>
                <a:lnTo>
                  <a:pt x="4985" y="12592"/>
                </a:lnTo>
                <a:lnTo>
                  <a:pt x="4985" y="11033"/>
                </a:lnTo>
                <a:lnTo>
                  <a:pt x="4985" y="9468"/>
                </a:lnTo>
                <a:lnTo>
                  <a:pt x="4985" y="7895"/>
                </a:lnTo>
                <a:lnTo>
                  <a:pt x="4985" y="6313"/>
                </a:lnTo>
                <a:lnTo>
                  <a:pt x="4985" y="4716"/>
                </a:lnTo>
                <a:lnTo>
                  <a:pt x="6081" y="4716"/>
                </a:lnTo>
                <a:lnTo>
                  <a:pt x="7180" y="4716"/>
                </a:lnTo>
                <a:lnTo>
                  <a:pt x="8283" y="4716"/>
                </a:lnTo>
                <a:lnTo>
                  <a:pt x="9391" y="4716"/>
                </a:lnTo>
                <a:lnTo>
                  <a:pt x="10506" y="4716"/>
                </a:lnTo>
                <a:lnTo>
                  <a:pt x="11631" y="4716"/>
                </a:lnTo>
                <a:lnTo>
                  <a:pt x="11631" y="3157"/>
                </a:lnTo>
                <a:lnTo>
                  <a:pt x="11631" y="1589"/>
                </a:lnTo>
                <a:lnTo>
                  <a:pt x="11631" y="0"/>
                </a:lnTo>
                <a:close/>
              </a:path>
            </a:pathLst>
          </a:custGeom>
          <a:solidFill>
            <a:srgbClr val="2D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6" name="contour_06894"/>
          <p:cNvSpPr/>
          <p:nvPr/>
        </p:nvSpPr>
        <p:spPr>
          <a:xfrm>
            <a:off x="4689265" y="5021426"/>
            <a:ext cx="94744" cy="44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1631" y="2518"/>
                </a:lnTo>
                <a:lnTo>
                  <a:pt x="11631" y="5039"/>
                </a:lnTo>
                <a:lnTo>
                  <a:pt x="11631" y="7567"/>
                </a:lnTo>
                <a:lnTo>
                  <a:pt x="11631" y="10106"/>
                </a:lnTo>
                <a:lnTo>
                  <a:pt x="11631" y="12655"/>
                </a:lnTo>
                <a:lnTo>
                  <a:pt x="11631" y="15219"/>
                </a:lnTo>
                <a:lnTo>
                  <a:pt x="11631" y="17804"/>
                </a:lnTo>
                <a:lnTo>
                  <a:pt x="12545" y="16629"/>
                </a:lnTo>
                <a:lnTo>
                  <a:pt x="13460" y="15454"/>
                </a:lnTo>
                <a:lnTo>
                  <a:pt x="14376" y="14275"/>
                </a:lnTo>
                <a:lnTo>
                  <a:pt x="15293" y="13093"/>
                </a:lnTo>
                <a:lnTo>
                  <a:pt x="16215" y="11911"/>
                </a:lnTo>
                <a:lnTo>
                  <a:pt x="17139" y="10722"/>
                </a:lnTo>
                <a:lnTo>
                  <a:pt x="18068" y="9529"/>
                </a:lnTo>
                <a:lnTo>
                  <a:pt x="19000" y="8329"/>
                </a:lnTo>
                <a:lnTo>
                  <a:pt x="19938" y="7122"/>
                </a:lnTo>
                <a:lnTo>
                  <a:pt x="20213" y="9472"/>
                </a:lnTo>
                <a:lnTo>
                  <a:pt x="20487" y="11826"/>
                </a:lnTo>
                <a:lnTo>
                  <a:pt x="20763" y="14190"/>
                </a:lnTo>
                <a:lnTo>
                  <a:pt x="21040" y="16565"/>
                </a:lnTo>
                <a:lnTo>
                  <a:pt x="21319" y="18954"/>
                </a:lnTo>
                <a:lnTo>
                  <a:pt x="21600" y="21365"/>
                </a:lnTo>
                <a:lnTo>
                  <a:pt x="20362" y="21486"/>
                </a:lnTo>
                <a:lnTo>
                  <a:pt x="19149" y="21564"/>
                </a:lnTo>
                <a:lnTo>
                  <a:pt x="17958" y="21600"/>
                </a:lnTo>
                <a:lnTo>
                  <a:pt x="16787" y="21586"/>
                </a:lnTo>
                <a:lnTo>
                  <a:pt x="15632" y="21522"/>
                </a:lnTo>
                <a:lnTo>
                  <a:pt x="14492" y="21408"/>
                </a:lnTo>
                <a:lnTo>
                  <a:pt x="13365" y="21237"/>
                </a:lnTo>
                <a:lnTo>
                  <a:pt x="12249" y="21012"/>
                </a:lnTo>
                <a:lnTo>
                  <a:pt x="11141" y="20731"/>
                </a:lnTo>
                <a:lnTo>
                  <a:pt x="10037" y="20389"/>
                </a:lnTo>
                <a:lnTo>
                  <a:pt x="8939" y="19983"/>
                </a:lnTo>
                <a:lnTo>
                  <a:pt x="7841" y="19513"/>
                </a:lnTo>
                <a:lnTo>
                  <a:pt x="6743" y="18976"/>
                </a:lnTo>
                <a:lnTo>
                  <a:pt x="5639" y="18370"/>
                </a:lnTo>
                <a:lnTo>
                  <a:pt x="4533" y="17697"/>
                </a:lnTo>
                <a:lnTo>
                  <a:pt x="3416" y="16950"/>
                </a:lnTo>
                <a:lnTo>
                  <a:pt x="2291" y="16123"/>
                </a:lnTo>
                <a:lnTo>
                  <a:pt x="1153" y="15223"/>
                </a:lnTo>
                <a:lnTo>
                  <a:pt x="0" y="14243"/>
                </a:lnTo>
                <a:lnTo>
                  <a:pt x="316" y="11669"/>
                </a:lnTo>
                <a:lnTo>
                  <a:pt x="560" y="9824"/>
                </a:lnTo>
                <a:lnTo>
                  <a:pt x="812" y="8201"/>
                </a:lnTo>
                <a:lnTo>
                  <a:pt x="1153" y="6285"/>
                </a:lnTo>
                <a:lnTo>
                  <a:pt x="1662" y="3561"/>
                </a:lnTo>
                <a:lnTo>
                  <a:pt x="2780" y="2254"/>
                </a:lnTo>
                <a:lnTo>
                  <a:pt x="3616" y="1620"/>
                </a:lnTo>
                <a:lnTo>
                  <a:pt x="4882" y="1111"/>
                </a:lnTo>
                <a:lnTo>
                  <a:pt x="5305" y="936"/>
                </a:lnTo>
                <a:lnTo>
                  <a:pt x="6588" y="402"/>
                </a:lnTo>
                <a:lnTo>
                  <a:pt x="7454" y="207"/>
                </a:lnTo>
                <a:lnTo>
                  <a:pt x="8148" y="85"/>
                </a:lnTo>
                <a:lnTo>
                  <a:pt x="8916" y="25"/>
                </a:lnTo>
                <a:lnTo>
                  <a:pt x="9996" y="4"/>
                </a:lnTo>
                <a:lnTo>
                  <a:pt x="11631" y="0"/>
                </a:lnTo>
                <a:close/>
              </a:path>
            </a:pathLst>
          </a:custGeom>
          <a:solidFill>
            <a:srgbClr val="AEA69D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7" name="contour_06895"/>
          <p:cNvSpPr/>
          <p:nvPr/>
        </p:nvSpPr>
        <p:spPr>
          <a:xfrm>
            <a:off x="469518" y="4997675"/>
            <a:ext cx="72880" cy="691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590"/>
                </a:moveTo>
                <a:lnTo>
                  <a:pt x="9167" y="296"/>
                </a:lnTo>
                <a:lnTo>
                  <a:pt x="11159" y="98"/>
                </a:lnTo>
                <a:lnTo>
                  <a:pt x="12642" y="0"/>
                </a:lnTo>
                <a:lnTo>
                  <a:pt x="13807" y="0"/>
                </a:lnTo>
                <a:lnTo>
                  <a:pt x="14841" y="98"/>
                </a:lnTo>
                <a:lnTo>
                  <a:pt x="15936" y="296"/>
                </a:lnTo>
                <a:lnTo>
                  <a:pt x="17280" y="590"/>
                </a:lnTo>
                <a:lnTo>
                  <a:pt x="18183" y="1776"/>
                </a:lnTo>
                <a:lnTo>
                  <a:pt x="18958" y="2990"/>
                </a:lnTo>
                <a:lnTo>
                  <a:pt x="19626" y="4236"/>
                </a:lnTo>
                <a:lnTo>
                  <a:pt x="20202" y="5523"/>
                </a:lnTo>
                <a:lnTo>
                  <a:pt x="20710" y="6858"/>
                </a:lnTo>
                <a:lnTo>
                  <a:pt x="21170" y="8247"/>
                </a:lnTo>
                <a:lnTo>
                  <a:pt x="21600" y="9700"/>
                </a:lnTo>
                <a:lnTo>
                  <a:pt x="21030" y="9743"/>
                </a:lnTo>
                <a:lnTo>
                  <a:pt x="19313" y="9878"/>
                </a:lnTo>
                <a:lnTo>
                  <a:pt x="17816" y="10085"/>
                </a:lnTo>
                <a:lnTo>
                  <a:pt x="16377" y="10319"/>
                </a:lnTo>
                <a:lnTo>
                  <a:pt x="14977" y="10604"/>
                </a:lnTo>
                <a:lnTo>
                  <a:pt x="13595" y="10962"/>
                </a:lnTo>
                <a:lnTo>
                  <a:pt x="12210" y="11410"/>
                </a:lnTo>
                <a:lnTo>
                  <a:pt x="10800" y="11977"/>
                </a:lnTo>
                <a:lnTo>
                  <a:pt x="10158" y="13604"/>
                </a:lnTo>
                <a:lnTo>
                  <a:pt x="9843" y="14822"/>
                </a:lnTo>
                <a:lnTo>
                  <a:pt x="9586" y="16674"/>
                </a:lnTo>
                <a:lnTo>
                  <a:pt x="9273" y="18131"/>
                </a:lnTo>
                <a:lnTo>
                  <a:pt x="8960" y="19600"/>
                </a:lnTo>
                <a:lnTo>
                  <a:pt x="8640" y="21088"/>
                </a:lnTo>
                <a:lnTo>
                  <a:pt x="7145" y="21438"/>
                </a:lnTo>
                <a:lnTo>
                  <a:pt x="5743" y="21595"/>
                </a:lnTo>
                <a:lnTo>
                  <a:pt x="4378" y="21600"/>
                </a:lnTo>
                <a:lnTo>
                  <a:pt x="3002" y="21491"/>
                </a:lnTo>
                <a:lnTo>
                  <a:pt x="1560" y="21306"/>
                </a:lnTo>
                <a:lnTo>
                  <a:pt x="0" y="21088"/>
                </a:lnTo>
                <a:lnTo>
                  <a:pt x="0" y="19582"/>
                </a:lnTo>
                <a:lnTo>
                  <a:pt x="0" y="18068"/>
                </a:lnTo>
                <a:lnTo>
                  <a:pt x="0" y="16533"/>
                </a:lnTo>
                <a:lnTo>
                  <a:pt x="1283" y="16533"/>
                </a:lnTo>
                <a:lnTo>
                  <a:pt x="2570" y="16533"/>
                </a:lnTo>
                <a:lnTo>
                  <a:pt x="3862" y="16533"/>
                </a:lnTo>
                <a:lnTo>
                  <a:pt x="5165" y="16533"/>
                </a:lnTo>
                <a:lnTo>
                  <a:pt x="6480" y="16533"/>
                </a:lnTo>
                <a:lnTo>
                  <a:pt x="6480" y="14954"/>
                </a:lnTo>
                <a:lnTo>
                  <a:pt x="6480" y="13374"/>
                </a:lnTo>
                <a:lnTo>
                  <a:pt x="6480" y="11793"/>
                </a:lnTo>
                <a:lnTo>
                  <a:pt x="6480" y="10210"/>
                </a:lnTo>
                <a:lnTo>
                  <a:pt x="6480" y="8620"/>
                </a:lnTo>
                <a:lnTo>
                  <a:pt x="6480" y="7028"/>
                </a:lnTo>
                <a:lnTo>
                  <a:pt x="6480" y="5430"/>
                </a:lnTo>
                <a:lnTo>
                  <a:pt x="6480" y="3824"/>
                </a:lnTo>
                <a:lnTo>
                  <a:pt x="6480" y="2211"/>
                </a:lnTo>
                <a:lnTo>
                  <a:pt x="6480" y="590"/>
                </a:lnTo>
                <a:close/>
              </a:path>
            </a:pathLst>
          </a:custGeom>
          <a:solidFill>
            <a:srgbClr val="776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8" name="contour_06896"/>
          <p:cNvSpPr/>
          <p:nvPr/>
        </p:nvSpPr>
        <p:spPr>
          <a:xfrm>
            <a:off x="10475930" y="4912106"/>
            <a:ext cx="81779" cy="61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38" y="303"/>
                </a:lnTo>
                <a:lnTo>
                  <a:pt x="2974" y="609"/>
                </a:lnTo>
                <a:lnTo>
                  <a:pt x="4320" y="945"/>
                </a:lnTo>
                <a:lnTo>
                  <a:pt x="5590" y="1336"/>
                </a:lnTo>
                <a:lnTo>
                  <a:pt x="6799" y="1806"/>
                </a:lnTo>
                <a:lnTo>
                  <a:pt x="7958" y="2381"/>
                </a:lnTo>
                <a:lnTo>
                  <a:pt x="9082" y="3085"/>
                </a:lnTo>
                <a:lnTo>
                  <a:pt x="10181" y="3945"/>
                </a:lnTo>
                <a:lnTo>
                  <a:pt x="11271" y="4986"/>
                </a:lnTo>
                <a:lnTo>
                  <a:pt x="12364" y="6232"/>
                </a:lnTo>
                <a:lnTo>
                  <a:pt x="13475" y="7706"/>
                </a:lnTo>
                <a:lnTo>
                  <a:pt x="14493" y="7978"/>
                </a:lnTo>
                <a:lnTo>
                  <a:pt x="15515" y="8230"/>
                </a:lnTo>
                <a:lnTo>
                  <a:pt x="16539" y="8459"/>
                </a:lnTo>
                <a:lnTo>
                  <a:pt x="17565" y="8669"/>
                </a:lnTo>
                <a:lnTo>
                  <a:pt x="18757" y="9198"/>
                </a:lnTo>
                <a:lnTo>
                  <a:pt x="19958" y="9735"/>
                </a:lnTo>
                <a:lnTo>
                  <a:pt x="21175" y="10275"/>
                </a:lnTo>
                <a:lnTo>
                  <a:pt x="21463" y="12057"/>
                </a:lnTo>
                <a:lnTo>
                  <a:pt x="21596" y="13724"/>
                </a:lnTo>
                <a:lnTo>
                  <a:pt x="21600" y="15343"/>
                </a:lnTo>
                <a:lnTo>
                  <a:pt x="21511" y="16976"/>
                </a:lnTo>
                <a:lnTo>
                  <a:pt x="21357" y="18690"/>
                </a:lnTo>
                <a:lnTo>
                  <a:pt x="21175" y="20549"/>
                </a:lnTo>
                <a:lnTo>
                  <a:pt x="19837" y="20888"/>
                </a:lnTo>
                <a:lnTo>
                  <a:pt x="18534" y="21179"/>
                </a:lnTo>
                <a:lnTo>
                  <a:pt x="17259" y="21405"/>
                </a:lnTo>
                <a:lnTo>
                  <a:pt x="15998" y="21549"/>
                </a:lnTo>
                <a:lnTo>
                  <a:pt x="14747" y="21600"/>
                </a:lnTo>
                <a:lnTo>
                  <a:pt x="13494" y="21541"/>
                </a:lnTo>
                <a:lnTo>
                  <a:pt x="12227" y="21356"/>
                </a:lnTo>
                <a:lnTo>
                  <a:pt x="10941" y="21030"/>
                </a:lnTo>
                <a:lnTo>
                  <a:pt x="9625" y="20549"/>
                </a:lnTo>
                <a:lnTo>
                  <a:pt x="9045" y="18844"/>
                </a:lnTo>
                <a:lnTo>
                  <a:pt x="8555" y="17161"/>
                </a:lnTo>
                <a:lnTo>
                  <a:pt x="8141" y="15492"/>
                </a:lnTo>
                <a:lnTo>
                  <a:pt x="7788" y="13817"/>
                </a:lnTo>
                <a:lnTo>
                  <a:pt x="7488" y="12122"/>
                </a:lnTo>
                <a:lnTo>
                  <a:pt x="7226" y="10390"/>
                </a:lnTo>
                <a:lnTo>
                  <a:pt x="6993" y="8605"/>
                </a:lnTo>
                <a:lnTo>
                  <a:pt x="6776" y="6753"/>
                </a:lnTo>
                <a:lnTo>
                  <a:pt x="6445" y="5371"/>
                </a:lnTo>
                <a:lnTo>
                  <a:pt x="6112" y="3979"/>
                </a:lnTo>
                <a:lnTo>
                  <a:pt x="5775" y="2569"/>
                </a:lnTo>
                <a:lnTo>
                  <a:pt x="4297" y="1657"/>
                </a:lnTo>
                <a:lnTo>
                  <a:pt x="3255" y="1066"/>
                </a:lnTo>
                <a:lnTo>
                  <a:pt x="2377" y="676"/>
                </a:lnTo>
                <a:lnTo>
                  <a:pt x="1386" y="362"/>
                </a:lnTo>
                <a:lnTo>
                  <a:pt x="0" y="0"/>
                </a:lnTo>
                <a:close/>
              </a:path>
            </a:pathLst>
          </a:custGeom>
          <a:solidFill>
            <a:srgbClr val="F0F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899" name="contour_06897"/>
          <p:cNvSpPr/>
          <p:nvPr/>
        </p:nvSpPr>
        <p:spPr>
          <a:xfrm>
            <a:off x="11050377" y="4904818"/>
            <a:ext cx="52320" cy="743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9" y="0"/>
                </a:moveTo>
                <a:lnTo>
                  <a:pt x="2527" y="0"/>
                </a:lnTo>
                <a:lnTo>
                  <a:pt x="4528" y="0"/>
                </a:lnTo>
                <a:lnTo>
                  <a:pt x="6556" y="0"/>
                </a:lnTo>
                <a:lnTo>
                  <a:pt x="6556" y="1398"/>
                </a:lnTo>
                <a:lnTo>
                  <a:pt x="6556" y="2799"/>
                </a:lnTo>
                <a:lnTo>
                  <a:pt x="6556" y="4199"/>
                </a:lnTo>
                <a:lnTo>
                  <a:pt x="6556" y="5604"/>
                </a:lnTo>
                <a:lnTo>
                  <a:pt x="6556" y="7013"/>
                </a:lnTo>
                <a:lnTo>
                  <a:pt x="6556" y="8428"/>
                </a:lnTo>
                <a:lnTo>
                  <a:pt x="6556" y="9848"/>
                </a:lnTo>
                <a:lnTo>
                  <a:pt x="6556" y="11276"/>
                </a:lnTo>
                <a:lnTo>
                  <a:pt x="6556" y="12712"/>
                </a:lnTo>
                <a:lnTo>
                  <a:pt x="8683" y="12712"/>
                </a:lnTo>
                <a:lnTo>
                  <a:pt x="10814" y="12712"/>
                </a:lnTo>
                <a:lnTo>
                  <a:pt x="12950" y="12712"/>
                </a:lnTo>
                <a:lnTo>
                  <a:pt x="15095" y="12712"/>
                </a:lnTo>
                <a:lnTo>
                  <a:pt x="17249" y="12712"/>
                </a:lnTo>
                <a:lnTo>
                  <a:pt x="19416" y="12712"/>
                </a:lnTo>
                <a:lnTo>
                  <a:pt x="21600" y="12712"/>
                </a:lnTo>
                <a:lnTo>
                  <a:pt x="21600" y="14110"/>
                </a:lnTo>
                <a:lnTo>
                  <a:pt x="21600" y="15511"/>
                </a:lnTo>
                <a:lnTo>
                  <a:pt x="21600" y="16918"/>
                </a:lnTo>
                <a:lnTo>
                  <a:pt x="21600" y="18331"/>
                </a:lnTo>
                <a:lnTo>
                  <a:pt x="21600" y="19753"/>
                </a:lnTo>
                <a:lnTo>
                  <a:pt x="21600" y="21187"/>
                </a:lnTo>
                <a:lnTo>
                  <a:pt x="19816" y="21267"/>
                </a:lnTo>
                <a:lnTo>
                  <a:pt x="18029" y="21337"/>
                </a:lnTo>
                <a:lnTo>
                  <a:pt x="16241" y="21399"/>
                </a:lnTo>
                <a:lnTo>
                  <a:pt x="14454" y="21452"/>
                </a:lnTo>
                <a:lnTo>
                  <a:pt x="12459" y="21526"/>
                </a:lnTo>
                <a:lnTo>
                  <a:pt x="10434" y="21600"/>
                </a:lnTo>
                <a:lnTo>
                  <a:pt x="8139" y="21337"/>
                </a:lnTo>
                <a:lnTo>
                  <a:pt x="6607" y="21041"/>
                </a:lnTo>
                <a:lnTo>
                  <a:pt x="5148" y="20524"/>
                </a:lnTo>
                <a:lnTo>
                  <a:pt x="3078" y="19598"/>
                </a:lnTo>
                <a:lnTo>
                  <a:pt x="1920" y="18221"/>
                </a:lnTo>
                <a:lnTo>
                  <a:pt x="1083" y="16858"/>
                </a:lnTo>
                <a:lnTo>
                  <a:pt x="518" y="15498"/>
                </a:lnTo>
                <a:lnTo>
                  <a:pt x="181" y="14127"/>
                </a:lnTo>
                <a:lnTo>
                  <a:pt x="24" y="12727"/>
                </a:lnTo>
                <a:lnTo>
                  <a:pt x="0" y="11282"/>
                </a:lnTo>
                <a:lnTo>
                  <a:pt x="60" y="9782"/>
                </a:lnTo>
                <a:lnTo>
                  <a:pt x="162" y="8210"/>
                </a:lnTo>
                <a:lnTo>
                  <a:pt x="205" y="7023"/>
                </a:lnTo>
                <a:lnTo>
                  <a:pt x="244" y="5818"/>
                </a:lnTo>
                <a:lnTo>
                  <a:pt x="304" y="4362"/>
                </a:lnTo>
                <a:lnTo>
                  <a:pt x="376" y="2909"/>
                </a:lnTo>
                <a:lnTo>
                  <a:pt x="454" y="1453"/>
                </a:lnTo>
                <a:lnTo>
                  <a:pt x="539" y="0"/>
                </a:lnTo>
                <a:close/>
              </a:path>
            </a:pathLst>
          </a:custGeom>
          <a:solidFill>
            <a:srgbClr val="47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0" name="contour_06898"/>
          <p:cNvSpPr/>
          <p:nvPr/>
        </p:nvSpPr>
        <p:spPr>
          <a:xfrm>
            <a:off x="10228139" y="4857104"/>
            <a:ext cx="102032" cy="404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09" y="62"/>
                </a:moveTo>
                <a:lnTo>
                  <a:pt x="8924" y="47"/>
                </a:lnTo>
                <a:lnTo>
                  <a:pt x="9839" y="58"/>
                </a:lnTo>
                <a:lnTo>
                  <a:pt x="10754" y="105"/>
                </a:lnTo>
                <a:lnTo>
                  <a:pt x="11667" y="183"/>
                </a:lnTo>
                <a:lnTo>
                  <a:pt x="12133" y="140"/>
                </a:lnTo>
                <a:lnTo>
                  <a:pt x="13532" y="0"/>
                </a:lnTo>
                <a:lnTo>
                  <a:pt x="14606" y="74"/>
                </a:lnTo>
                <a:lnTo>
                  <a:pt x="15597" y="257"/>
                </a:lnTo>
                <a:lnTo>
                  <a:pt x="16550" y="619"/>
                </a:lnTo>
                <a:lnTo>
                  <a:pt x="17508" y="1219"/>
                </a:lnTo>
                <a:lnTo>
                  <a:pt x="18514" y="2130"/>
                </a:lnTo>
                <a:lnTo>
                  <a:pt x="19114" y="4206"/>
                </a:lnTo>
                <a:lnTo>
                  <a:pt x="19647" y="6312"/>
                </a:lnTo>
                <a:lnTo>
                  <a:pt x="20117" y="8462"/>
                </a:lnTo>
                <a:lnTo>
                  <a:pt x="20539" y="10666"/>
                </a:lnTo>
                <a:lnTo>
                  <a:pt x="20920" y="12932"/>
                </a:lnTo>
                <a:lnTo>
                  <a:pt x="21271" y="15276"/>
                </a:lnTo>
                <a:lnTo>
                  <a:pt x="21600" y="17706"/>
                </a:lnTo>
                <a:lnTo>
                  <a:pt x="20745" y="18991"/>
                </a:lnTo>
                <a:lnTo>
                  <a:pt x="20139" y="19824"/>
                </a:lnTo>
                <a:lnTo>
                  <a:pt x="19492" y="20572"/>
                </a:lnTo>
                <a:lnTo>
                  <a:pt x="18514" y="21600"/>
                </a:lnTo>
                <a:lnTo>
                  <a:pt x="17490" y="19423"/>
                </a:lnTo>
                <a:lnTo>
                  <a:pt x="16828" y="17889"/>
                </a:lnTo>
                <a:lnTo>
                  <a:pt x="16237" y="16261"/>
                </a:lnTo>
                <a:lnTo>
                  <a:pt x="15429" y="13812"/>
                </a:lnTo>
                <a:lnTo>
                  <a:pt x="15429" y="15743"/>
                </a:lnTo>
                <a:lnTo>
                  <a:pt x="15429" y="17706"/>
                </a:lnTo>
                <a:lnTo>
                  <a:pt x="14338" y="17706"/>
                </a:lnTo>
                <a:lnTo>
                  <a:pt x="13247" y="17706"/>
                </a:lnTo>
                <a:lnTo>
                  <a:pt x="12155" y="17706"/>
                </a:lnTo>
                <a:lnTo>
                  <a:pt x="11062" y="17706"/>
                </a:lnTo>
                <a:lnTo>
                  <a:pt x="9967" y="17706"/>
                </a:lnTo>
                <a:lnTo>
                  <a:pt x="8871" y="17706"/>
                </a:lnTo>
                <a:lnTo>
                  <a:pt x="7773" y="17706"/>
                </a:lnTo>
                <a:lnTo>
                  <a:pt x="6673" y="17706"/>
                </a:lnTo>
                <a:lnTo>
                  <a:pt x="5570" y="17706"/>
                </a:lnTo>
                <a:lnTo>
                  <a:pt x="4463" y="17706"/>
                </a:lnTo>
                <a:lnTo>
                  <a:pt x="3353" y="17706"/>
                </a:lnTo>
                <a:lnTo>
                  <a:pt x="2240" y="17706"/>
                </a:lnTo>
                <a:lnTo>
                  <a:pt x="1122" y="17706"/>
                </a:lnTo>
                <a:lnTo>
                  <a:pt x="0" y="17706"/>
                </a:lnTo>
                <a:lnTo>
                  <a:pt x="1259" y="13481"/>
                </a:lnTo>
                <a:lnTo>
                  <a:pt x="2287" y="10089"/>
                </a:lnTo>
                <a:lnTo>
                  <a:pt x="3134" y="7414"/>
                </a:lnTo>
                <a:lnTo>
                  <a:pt x="3846" y="5362"/>
                </a:lnTo>
                <a:lnTo>
                  <a:pt x="4473" y="3816"/>
                </a:lnTo>
                <a:lnTo>
                  <a:pt x="5064" y="2679"/>
                </a:lnTo>
                <a:lnTo>
                  <a:pt x="5664" y="1842"/>
                </a:lnTo>
                <a:lnTo>
                  <a:pt x="6323" y="1195"/>
                </a:lnTo>
                <a:lnTo>
                  <a:pt x="7089" y="639"/>
                </a:lnTo>
                <a:lnTo>
                  <a:pt x="8009" y="62"/>
                </a:lnTo>
                <a:close/>
              </a:path>
            </a:pathLst>
          </a:custGeom>
          <a:solidFill>
            <a:srgbClr val="DF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1" name="contour_06899"/>
          <p:cNvSpPr/>
          <p:nvPr/>
        </p:nvSpPr>
        <p:spPr>
          <a:xfrm>
            <a:off x="7356670" y="4830080"/>
            <a:ext cx="51016" cy="52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59"/>
                </a:moveTo>
                <a:lnTo>
                  <a:pt x="3777" y="381"/>
                </a:lnTo>
                <a:lnTo>
                  <a:pt x="6582" y="128"/>
                </a:lnTo>
                <a:lnTo>
                  <a:pt x="8680" y="0"/>
                </a:lnTo>
                <a:lnTo>
                  <a:pt x="10343" y="0"/>
                </a:lnTo>
                <a:lnTo>
                  <a:pt x="11843" y="128"/>
                </a:lnTo>
                <a:lnTo>
                  <a:pt x="13448" y="381"/>
                </a:lnTo>
                <a:lnTo>
                  <a:pt x="15429" y="759"/>
                </a:lnTo>
                <a:lnTo>
                  <a:pt x="16891" y="2257"/>
                </a:lnTo>
                <a:lnTo>
                  <a:pt x="18113" y="3784"/>
                </a:lnTo>
                <a:lnTo>
                  <a:pt x="19122" y="5368"/>
                </a:lnTo>
                <a:lnTo>
                  <a:pt x="19946" y="7029"/>
                </a:lnTo>
                <a:lnTo>
                  <a:pt x="20616" y="8783"/>
                </a:lnTo>
                <a:lnTo>
                  <a:pt x="21156" y="10656"/>
                </a:lnTo>
                <a:lnTo>
                  <a:pt x="21600" y="12668"/>
                </a:lnTo>
                <a:lnTo>
                  <a:pt x="21020" y="15241"/>
                </a:lnTo>
                <a:lnTo>
                  <a:pt x="20569" y="16991"/>
                </a:lnTo>
                <a:lnTo>
                  <a:pt x="20100" y="18349"/>
                </a:lnTo>
                <a:lnTo>
                  <a:pt x="19465" y="19742"/>
                </a:lnTo>
                <a:lnTo>
                  <a:pt x="18514" y="21600"/>
                </a:lnTo>
                <a:lnTo>
                  <a:pt x="17582" y="21451"/>
                </a:lnTo>
                <a:lnTo>
                  <a:pt x="16728" y="21311"/>
                </a:lnTo>
                <a:lnTo>
                  <a:pt x="15793" y="21162"/>
                </a:lnTo>
                <a:lnTo>
                  <a:pt x="14626" y="20975"/>
                </a:lnTo>
                <a:lnTo>
                  <a:pt x="13077" y="20725"/>
                </a:lnTo>
                <a:lnTo>
                  <a:pt x="10991" y="20391"/>
                </a:lnTo>
                <a:lnTo>
                  <a:pt x="8220" y="19945"/>
                </a:lnTo>
                <a:lnTo>
                  <a:pt x="4607" y="19364"/>
                </a:lnTo>
                <a:lnTo>
                  <a:pt x="0" y="18623"/>
                </a:lnTo>
                <a:lnTo>
                  <a:pt x="0" y="16658"/>
                </a:lnTo>
                <a:lnTo>
                  <a:pt x="0" y="14690"/>
                </a:lnTo>
                <a:lnTo>
                  <a:pt x="0" y="12722"/>
                </a:lnTo>
                <a:lnTo>
                  <a:pt x="0" y="10748"/>
                </a:lnTo>
                <a:lnTo>
                  <a:pt x="0" y="8768"/>
                </a:lnTo>
                <a:lnTo>
                  <a:pt x="0" y="6779"/>
                </a:lnTo>
                <a:lnTo>
                  <a:pt x="0" y="4784"/>
                </a:lnTo>
                <a:lnTo>
                  <a:pt x="0" y="2778"/>
                </a:lnTo>
                <a:lnTo>
                  <a:pt x="0" y="759"/>
                </a:lnTo>
                <a:close/>
              </a:path>
            </a:pathLst>
          </a:custGeom>
          <a:solidFill>
            <a:srgbClr val="C1A668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2" name="contour_06900"/>
          <p:cNvSpPr/>
          <p:nvPr/>
        </p:nvSpPr>
        <p:spPr>
          <a:xfrm>
            <a:off x="7965677" y="4780150"/>
            <a:ext cx="61489" cy="809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6"/>
                </a:moveTo>
                <a:lnTo>
                  <a:pt x="21600" y="1492"/>
                </a:lnTo>
                <a:lnTo>
                  <a:pt x="21600" y="2785"/>
                </a:lnTo>
                <a:lnTo>
                  <a:pt x="21600" y="4096"/>
                </a:lnTo>
                <a:lnTo>
                  <a:pt x="19926" y="4246"/>
                </a:lnTo>
                <a:lnTo>
                  <a:pt x="18699" y="4320"/>
                </a:lnTo>
                <a:lnTo>
                  <a:pt x="17325" y="4345"/>
                </a:lnTo>
                <a:lnTo>
                  <a:pt x="15200" y="4339"/>
                </a:lnTo>
                <a:lnTo>
                  <a:pt x="13103" y="4574"/>
                </a:lnTo>
                <a:lnTo>
                  <a:pt x="11736" y="4831"/>
                </a:lnTo>
                <a:lnTo>
                  <a:pt x="10502" y="5267"/>
                </a:lnTo>
                <a:lnTo>
                  <a:pt x="8799" y="6041"/>
                </a:lnTo>
                <a:lnTo>
                  <a:pt x="8523" y="7352"/>
                </a:lnTo>
                <a:lnTo>
                  <a:pt x="8315" y="8655"/>
                </a:lnTo>
                <a:lnTo>
                  <a:pt x="8169" y="9948"/>
                </a:lnTo>
                <a:lnTo>
                  <a:pt x="8082" y="11238"/>
                </a:lnTo>
                <a:lnTo>
                  <a:pt x="8049" y="12523"/>
                </a:lnTo>
                <a:lnTo>
                  <a:pt x="8062" y="13807"/>
                </a:lnTo>
                <a:lnTo>
                  <a:pt x="8113" y="15092"/>
                </a:lnTo>
                <a:lnTo>
                  <a:pt x="8203" y="16380"/>
                </a:lnTo>
                <a:lnTo>
                  <a:pt x="8320" y="17673"/>
                </a:lnTo>
                <a:lnTo>
                  <a:pt x="8464" y="18972"/>
                </a:lnTo>
                <a:lnTo>
                  <a:pt x="8625" y="20279"/>
                </a:lnTo>
                <a:lnTo>
                  <a:pt x="8799" y="21600"/>
                </a:lnTo>
                <a:lnTo>
                  <a:pt x="6928" y="21314"/>
                </a:lnTo>
                <a:lnTo>
                  <a:pt x="5591" y="21071"/>
                </a:lnTo>
                <a:lnTo>
                  <a:pt x="4424" y="20775"/>
                </a:lnTo>
                <a:lnTo>
                  <a:pt x="3057" y="20334"/>
                </a:lnTo>
                <a:lnTo>
                  <a:pt x="1119" y="19655"/>
                </a:lnTo>
                <a:lnTo>
                  <a:pt x="666" y="18284"/>
                </a:lnTo>
                <a:lnTo>
                  <a:pt x="338" y="16923"/>
                </a:lnTo>
                <a:lnTo>
                  <a:pt x="120" y="15569"/>
                </a:lnTo>
                <a:lnTo>
                  <a:pt x="13" y="14219"/>
                </a:lnTo>
                <a:lnTo>
                  <a:pt x="0" y="12869"/>
                </a:lnTo>
                <a:lnTo>
                  <a:pt x="77" y="11518"/>
                </a:lnTo>
                <a:lnTo>
                  <a:pt x="238" y="10164"/>
                </a:lnTo>
                <a:lnTo>
                  <a:pt x="469" y="8801"/>
                </a:lnTo>
                <a:lnTo>
                  <a:pt x="765" y="7428"/>
                </a:lnTo>
                <a:lnTo>
                  <a:pt x="1119" y="6041"/>
                </a:lnTo>
                <a:lnTo>
                  <a:pt x="2427" y="4712"/>
                </a:lnTo>
                <a:lnTo>
                  <a:pt x="3810" y="3575"/>
                </a:lnTo>
                <a:lnTo>
                  <a:pt x="5264" y="2620"/>
                </a:lnTo>
                <a:lnTo>
                  <a:pt x="6795" y="1832"/>
                </a:lnTo>
                <a:lnTo>
                  <a:pt x="8397" y="1204"/>
                </a:lnTo>
                <a:lnTo>
                  <a:pt x="10072" y="720"/>
                </a:lnTo>
                <a:lnTo>
                  <a:pt x="11818" y="370"/>
                </a:lnTo>
                <a:lnTo>
                  <a:pt x="13635" y="140"/>
                </a:lnTo>
                <a:lnTo>
                  <a:pt x="15522" y="21"/>
                </a:lnTo>
                <a:lnTo>
                  <a:pt x="17481" y="0"/>
                </a:lnTo>
                <a:lnTo>
                  <a:pt x="19506" y="66"/>
                </a:lnTo>
                <a:lnTo>
                  <a:pt x="21600" y="206"/>
                </a:lnTo>
                <a:close/>
              </a:path>
            </a:pathLst>
          </a:custGeom>
          <a:solidFill>
            <a:srgbClr val="939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3" name="contour_06901"/>
          <p:cNvSpPr/>
          <p:nvPr/>
        </p:nvSpPr>
        <p:spPr>
          <a:xfrm>
            <a:off x="1817797" y="4773445"/>
            <a:ext cx="94744" cy="453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8" y="90"/>
                </a:moveTo>
                <a:lnTo>
                  <a:pt x="20621" y="2128"/>
                </a:lnTo>
                <a:lnTo>
                  <a:pt x="21022" y="3531"/>
                </a:lnTo>
                <a:lnTo>
                  <a:pt x="21296" y="4948"/>
                </a:lnTo>
                <a:lnTo>
                  <a:pt x="21600" y="7034"/>
                </a:lnTo>
                <a:lnTo>
                  <a:pt x="20503" y="7034"/>
                </a:lnTo>
                <a:lnTo>
                  <a:pt x="19405" y="7034"/>
                </a:lnTo>
                <a:lnTo>
                  <a:pt x="18302" y="7034"/>
                </a:lnTo>
                <a:lnTo>
                  <a:pt x="17194" y="7034"/>
                </a:lnTo>
                <a:lnTo>
                  <a:pt x="16079" y="7034"/>
                </a:lnTo>
                <a:lnTo>
                  <a:pt x="14954" y="7034"/>
                </a:lnTo>
                <a:lnTo>
                  <a:pt x="14954" y="9326"/>
                </a:lnTo>
                <a:lnTo>
                  <a:pt x="14954" y="11621"/>
                </a:lnTo>
                <a:lnTo>
                  <a:pt x="14954" y="13927"/>
                </a:lnTo>
                <a:lnTo>
                  <a:pt x="14954" y="16243"/>
                </a:lnTo>
                <a:lnTo>
                  <a:pt x="14954" y="18572"/>
                </a:lnTo>
                <a:lnTo>
                  <a:pt x="14954" y="20923"/>
                </a:lnTo>
                <a:lnTo>
                  <a:pt x="13832" y="21031"/>
                </a:lnTo>
                <a:lnTo>
                  <a:pt x="12711" y="21124"/>
                </a:lnTo>
                <a:lnTo>
                  <a:pt x="11589" y="21211"/>
                </a:lnTo>
                <a:lnTo>
                  <a:pt x="10468" y="21288"/>
                </a:lnTo>
                <a:lnTo>
                  <a:pt x="9346" y="21357"/>
                </a:lnTo>
                <a:lnTo>
                  <a:pt x="8883" y="21395"/>
                </a:lnTo>
                <a:lnTo>
                  <a:pt x="8065" y="21458"/>
                </a:lnTo>
                <a:lnTo>
                  <a:pt x="6193" y="21600"/>
                </a:lnTo>
                <a:lnTo>
                  <a:pt x="4775" y="21242"/>
                </a:lnTo>
                <a:lnTo>
                  <a:pt x="3813" y="20847"/>
                </a:lnTo>
                <a:lnTo>
                  <a:pt x="3066" y="20211"/>
                </a:lnTo>
                <a:lnTo>
                  <a:pt x="2303" y="19135"/>
                </a:lnTo>
                <a:lnTo>
                  <a:pt x="1284" y="17423"/>
                </a:lnTo>
                <a:lnTo>
                  <a:pt x="646" y="15715"/>
                </a:lnTo>
                <a:lnTo>
                  <a:pt x="0" y="13979"/>
                </a:lnTo>
                <a:lnTo>
                  <a:pt x="1000" y="12486"/>
                </a:lnTo>
                <a:lnTo>
                  <a:pt x="2009" y="11062"/>
                </a:lnTo>
                <a:lnTo>
                  <a:pt x="3027" y="9711"/>
                </a:lnTo>
                <a:lnTo>
                  <a:pt x="4056" y="8434"/>
                </a:lnTo>
                <a:lnTo>
                  <a:pt x="5096" y="7232"/>
                </a:lnTo>
                <a:lnTo>
                  <a:pt x="6148" y="6111"/>
                </a:lnTo>
                <a:lnTo>
                  <a:pt x="7211" y="5076"/>
                </a:lnTo>
                <a:lnTo>
                  <a:pt x="8288" y="4128"/>
                </a:lnTo>
                <a:lnTo>
                  <a:pt x="9378" y="3267"/>
                </a:lnTo>
                <a:lnTo>
                  <a:pt x="10483" y="2500"/>
                </a:lnTo>
                <a:lnTo>
                  <a:pt x="11604" y="1830"/>
                </a:lnTo>
                <a:lnTo>
                  <a:pt x="12741" y="1260"/>
                </a:lnTo>
                <a:lnTo>
                  <a:pt x="13894" y="792"/>
                </a:lnTo>
                <a:lnTo>
                  <a:pt x="15065" y="427"/>
                </a:lnTo>
                <a:lnTo>
                  <a:pt x="16253" y="174"/>
                </a:lnTo>
                <a:lnTo>
                  <a:pt x="17463" y="31"/>
                </a:lnTo>
                <a:lnTo>
                  <a:pt x="18691" y="0"/>
                </a:lnTo>
                <a:lnTo>
                  <a:pt x="19938" y="90"/>
                </a:lnTo>
                <a:close/>
              </a:path>
            </a:pathLst>
          </a:custGeom>
          <a:solidFill>
            <a:srgbClr val="81715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4" name="contour_06902"/>
          <p:cNvSpPr/>
          <p:nvPr/>
        </p:nvSpPr>
        <p:spPr>
          <a:xfrm>
            <a:off x="673582" y="4751770"/>
            <a:ext cx="80168" cy="668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8379" y="1522"/>
                </a:lnTo>
                <a:lnTo>
                  <a:pt x="8779" y="3054"/>
                </a:lnTo>
                <a:lnTo>
                  <a:pt x="9090" y="4604"/>
                </a:lnTo>
                <a:lnTo>
                  <a:pt x="9345" y="6181"/>
                </a:lnTo>
                <a:lnTo>
                  <a:pt x="9577" y="7785"/>
                </a:lnTo>
                <a:lnTo>
                  <a:pt x="9818" y="9425"/>
                </a:lnTo>
                <a:lnTo>
                  <a:pt x="11114" y="8907"/>
                </a:lnTo>
                <a:lnTo>
                  <a:pt x="12412" y="8388"/>
                </a:lnTo>
                <a:lnTo>
                  <a:pt x="13710" y="7868"/>
                </a:lnTo>
                <a:lnTo>
                  <a:pt x="15012" y="7347"/>
                </a:lnTo>
                <a:lnTo>
                  <a:pt x="16318" y="6826"/>
                </a:lnTo>
                <a:lnTo>
                  <a:pt x="17630" y="6301"/>
                </a:lnTo>
                <a:lnTo>
                  <a:pt x="18945" y="5775"/>
                </a:lnTo>
                <a:lnTo>
                  <a:pt x="20269" y="5245"/>
                </a:lnTo>
                <a:lnTo>
                  <a:pt x="21600" y="4713"/>
                </a:lnTo>
                <a:lnTo>
                  <a:pt x="21600" y="6270"/>
                </a:lnTo>
                <a:lnTo>
                  <a:pt x="21600" y="7837"/>
                </a:lnTo>
                <a:lnTo>
                  <a:pt x="21600" y="9425"/>
                </a:lnTo>
                <a:lnTo>
                  <a:pt x="20302" y="9425"/>
                </a:lnTo>
                <a:lnTo>
                  <a:pt x="18996" y="9425"/>
                </a:lnTo>
                <a:lnTo>
                  <a:pt x="17673" y="9425"/>
                </a:lnTo>
                <a:lnTo>
                  <a:pt x="17673" y="10983"/>
                </a:lnTo>
                <a:lnTo>
                  <a:pt x="17673" y="12550"/>
                </a:lnTo>
                <a:lnTo>
                  <a:pt x="17673" y="14138"/>
                </a:lnTo>
                <a:lnTo>
                  <a:pt x="18839" y="15002"/>
                </a:lnTo>
                <a:lnTo>
                  <a:pt x="19636" y="15537"/>
                </a:lnTo>
                <a:lnTo>
                  <a:pt x="20434" y="15959"/>
                </a:lnTo>
                <a:lnTo>
                  <a:pt x="21600" y="16494"/>
                </a:lnTo>
                <a:lnTo>
                  <a:pt x="21229" y="17882"/>
                </a:lnTo>
                <a:lnTo>
                  <a:pt x="20899" y="18836"/>
                </a:lnTo>
                <a:lnTo>
                  <a:pt x="20430" y="19797"/>
                </a:lnTo>
                <a:lnTo>
                  <a:pt x="19636" y="21207"/>
                </a:lnTo>
                <a:lnTo>
                  <a:pt x="18260" y="21430"/>
                </a:lnTo>
                <a:lnTo>
                  <a:pt x="17258" y="21555"/>
                </a:lnTo>
                <a:lnTo>
                  <a:pt x="16343" y="21600"/>
                </a:lnTo>
                <a:lnTo>
                  <a:pt x="15228" y="21579"/>
                </a:lnTo>
                <a:lnTo>
                  <a:pt x="13624" y="21501"/>
                </a:lnTo>
                <a:lnTo>
                  <a:pt x="12546" y="21459"/>
                </a:lnTo>
                <a:lnTo>
                  <a:pt x="11462" y="21416"/>
                </a:lnTo>
                <a:lnTo>
                  <a:pt x="10362" y="21371"/>
                </a:lnTo>
                <a:lnTo>
                  <a:pt x="9117" y="21289"/>
                </a:lnTo>
                <a:lnTo>
                  <a:pt x="7855" y="21207"/>
                </a:lnTo>
                <a:lnTo>
                  <a:pt x="7782" y="20043"/>
                </a:lnTo>
                <a:lnTo>
                  <a:pt x="7707" y="18869"/>
                </a:lnTo>
                <a:lnTo>
                  <a:pt x="7633" y="17682"/>
                </a:lnTo>
                <a:lnTo>
                  <a:pt x="7503" y="16171"/>
                </a:lnTo>
                <a:lnTo>
                  <a:pt x="7373" y="14649"/>
                </a:lnTo>
                <a:lnTo>
                  <a:pt x="7242" y="13106"/>
                </a:lnTo>
                <a:lnTo>
                  <a:pt x="7126" y="11600"/>
                </a:lnTo>
                <a:lnTo>
                  <a:pt x="7012" y="10085"/>
                </a:lnTo>
                <a:lnTo>
                  <a:pt x="6896" y="8551"/>
                </a:lnTo>
                <a:lnTo>
                  <a:pt x="6564" y="7283"/>
                </a:lnTo>
                <a:lnTo>
                  <a:pt x="6231" y="6006"/>
                </a:lnTo>
                <a:lnTo>
                  <a:pt x="5891" y="4713"/>
                </a:lnTo>
                <a:lnTo>
                  <a:pt x="4389" y="3876"/>
                </a:lnTo>
                <a:lnTo>
                  <a:pt x="3332" y="3334"/>
                </a:lnTo>
                <a:lnTo>
                  <a:pt x="2437" y="2976"/>
                </a:lnTo>
                <a:lnTo>
                  <a:pt x="1420" y="2689"/>
                </a:lnTo>
                <a:lnTo>
                  <a:pt x="0" y="2356"/>
                </a:lnTo>
                <a:lnTo>
                  <a:pt x="1378" y="1461"/>
                </a:lnTo>
                <a:lnTo>
                  <a:pt x="2563" y="822"/>
                </a:lnTo>
                <a:lnTo>
                  <a:pt x="3678" y="398"/>
                </a:lnTo>
                <a:lnTo>
                  <a:pt x="4848" y="148"/>
                </a:lnTo>
                <a:lnTo>
                  <a:pt x="6199" y="31"/>
                </a:lnTo>
                <a:lnTo>
                  <a:pt x="7855" y="0"/>
                </a:lnTo>
                <a:close/>
              </a:path>
            </a:pathLst>
          </a:custGeom>
          <a:solidFill>
            <a:srgbClr val="6E6145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5" name="contour_06903"/>
          <p:cNvSpPr/>
          <p:nvPr/>
        </p:nvSpPr>
        <p:spPr>
          <a:xfrm>
            <a:off x="8202500" y="4737194"/>
            <a:ext cx="5788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62" y="0"/>
                </a:moveTo>
                <a:lnTo>
                  <a:pt x="3911" y="0"/>
                </a:lnTo>
                <a:lnTo>
                  <a:pt x="5282" y="0"/>
                </a:lnTo>
                <a:lnTo>
                  <a:pt x="5282" y="1527"/>
                </a:lnTo>
                <a:lnTo>
                  <a:pt x="5282" y="3056"/>
                </a:lnTo>
                <a:lnTo>
                  <a:pt x="5282" y="4590"/>
                </a:lnTo>
                <a:lnTo>
                  <a:pt x="5282" y="6130"/>
                </a:lnTo>
                <a:lnTo>
                  <a:pt x="5282" y="7677"/>
                </a:lnTo>
                <a:lnTo>
                  <a:pt x="5282" y="9232"/>
                </a:lnTo>
                <a:lnTo>
                  <a:pt x="5282" y="10800"/>
                </a:lnTo>
                <a:lnTo>
                  <a:pt x="7077" y="10800"/>
                </a:lnTo>
                <a:lnTo>
                  <a:pt x="8874" y="10800"/>
                </a:lnTo>
                <a:lnTo>
                  <a:pt x="10672" y="10800"/>
                </a:lnTo>
                <a:lnTo>
                  <a:pt x="12475" y="10800"/>
                </a:lnTo>
                <a:lnTo>
                  <a:pt x="14284" y="10800"/>
                </a:lnTo>
                <a:lnTo>
                  <a:pt x="16101" y="10800"/>
                </a:lnTo>
                <a:lnTo>
                  <a:pt x="17923" y="10800"/>
                </a:lnTo>
                <a:lnTo>
                  <a:pt x="19756" y="10800"/>
                </a:lnTo>
                <a:lnTo>
                  <a:pt x="21600" y="10800"/>
                </a:lnTo>
                <a:lnTo>
                  <a:pt x="21600" y="12083"/>
                </a:lnTo>
                <a:lnTo>
                  <a:pt x="21600" y="13370"/>
                </a:lnTo>
                <a:lnTo>
                  <a:pt x="21600" y="14662"/>
                </a:lnTo>
                <a:lnTo>
                  <a:pt x="21600" y="15965"/>
                </a:lnTo>
                <a:lnTo>
                  <a:pt x="21600" y="17280"/>
                </a:lnTo>
                <a:lnTo>
                  <a:pt x="19919" y="18116"/>
                </a:lnTo>
                <a:lnTo>
                  <a:pt x="18209" y="18842"/>
                </a:lnTo>
                <a:lnTo>
                  <a:pt x="16471" y="19470"/>
                </a:lnTo>
                <a:lnTo>
                  <a:pt x="14700" y="20006"/>
                </a:lnTo>
                <a:lnTo>
                  <a:pt x="12894" y="20457"/>
                </a:lnTo>
                <a:lnTo>
                  <a:pt x="11053" y="20835"/>
                </a:lnTo>
                <a:lnTo>
                  <a:pt x="9171" y="21146"/>
                </a:lnTo>
                <a:lnTo>
                  <a:pt x="7248" y="21397"/>
                </a:lnTo>
                <a:lnTo>
                  <a:pt x="5282" y="21600"/>
                </a:lnTo>
                <a:lnTo>
                  <a:pt x="3003" y="20399"/>
                </a:lnTo>
                <a:lnTo>
                  <a:pt x="1727" y="19596"/>
                </a:lnTo>
                <a:lnTo>
                  <a:pt x="979" y="18822"/>
                </a:lnTo>
                <a:lnTo>
                  <a:pt x="299" y="17718"/>
                </a:lnTo>
                <a:lnTo>
                  <a:pt x="95" y="16235"/>
                </a:lnTo>
                <a:lnTo>
                  <a:pt x="0" y="14748"/>
                </a:lnTo>
                <a:lnTo>
                  <a:pt x="3" y="13265"/>
                </a:lnTo>
                <a:lnTo>
                  <a:pt x="92" y="11778"/>
                </a:lnTo>
                <a:lnTo>
                  <a:pt x="256" y="10297"/>
                </a:lnTo>
                <a:lnTo>
                  <a:pt x="484" y="8815"/>
                </a:lnTo>
                <a:lnTo>
                  <a:pt x="764" y="7335"/>
                </a:lnTo>
                <a:lnTo>
                  <a:pt x="1085" y="5858"/>
                </a:lnTo>
                <a:lnTo>
                  <a:pt x="1436" y="4387"/>
                </a:lnTo>
                <a:lnTo>
                  <a:pt x="1806" y="2918"/>
                </a:lnTo>
                <a:lnTo>
                  <a:pt x="2187" y="1456"/>
                </a:lnTo>
                <a:lnTo>
                  <a:pt x="2562" y="0"/>
                </a:lnTo>
                <a:close/>
              </a:path>
            </a:pathLst>
          </a:custGeom>
          <a:solidFill>
            <a:srgbClr val="2A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6" name="contour_06904"/>
          <p:cNvSpPr/>
          <p:nvPr/>
        </p:nvSpPr>
        <p:spPr>
          <a:xfrm>
            <a:off x="11255746" y="4715330"/>
            <a:ext cx="674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98" y="235"/>
                </a:lnTo>
                <a:lnTo>
                  <a:pt x="3198" y="469"/>
                </a:lnTo>
                <a:lnTo>
                  <a:pt x="4799" y="707"/>
                </a:lnTo>
                <a:lnTo>
                  <a:pt x="6401" y="941"/>
                </a:lnTo>
                <a:lnTo>
                  <a:pt x="8006" y="1176"/>
                </a:lnTo>
                <a:lnTo>
                  <a:pt x="9614" y="1413"/>
                </a:lnTo>
                <a:lnTo>
                  <a:pt x="11226" y="1651"/>
                </a:lnTo>
                <a:lnTo>
                  <a:pt x="12840" y="1888"/>
                </a:lnTo>
                <a:lnTo>
                  <a:pt x="14459" y="2126"/>
                </a:lnTo>
                <a:lnTo>
                  <a:pt x="16085" y="2364"/>
                </a:lnTo>
                <a:lnTo>
                  <a:pt x="17716" y="2604"/>
                </a:lnTo>
                <a:lnTo>
                  <a:pt x="19351" y="2845"/>
                </a:lnTo>
                <a:lnTo>
                  <a:pt x="20996" y="3086"/>
                </a:lnTo>
                <a:lnTo>
                  <a:pt x="21297" y="7023"/>
                </a:lnTo>
                <a:lnTo>
                  <a:pt x="21500" y="9936"/>
                </a:lnTo>
                <a:lnTo>
                  <a:pt x="21600" y="12087"/>
                </a:lnTo>
                <a:lnTo>
                  <a:pt x="21600" y="13753"/>
                </a:lnTo>
                <a:lnTo>
                  <a:pt x="21500" y="15197"/>
                </a:lnTo>
                <a:lnTo>
                  <a:pt x="21297" y="16697"/>
                </a:lnTo>
                <a:lnTo>
                  <a:pt x="20996" y="18514"/>
                </a:lnTo>
                <a:lnTo>
                  <a:pt x="19512" y="19579"/>
                </a:lnTo>
                <a:lnTo>
                  <a:pt x="18024" y="20353"/>
                </a:lnTo>
                <a:lnTo>
                  <a:pt x="16512" y="20890"/>
                </a:lnTo>
                <a:lnTo>
                  <a:pt x="14961" y="21245"/>
                </a:lnTo>
                <a:lnTo>
                  <a:pt x="13351" y="21464"/>
                </a:lnTo>
                <a:lnTo>
                  <a:pt x="11664" y="21600"/>
                </a:lnTo>
                <a:lnTo>
                  <a:pt x="11664" y="19560"/>
                </a:lnTo>
                <a:lnTo>
                  <a:pt x="11664" y="17508"/>
                </a:lnTo>
                <a:lnTo>
                  <a:pt x="11664" y="15429"/>
                </a:lnTo>
                <a:lnTo>
                  <a:pt x="10122" y="15429"/>
                </a:lnTo>
                <a:lnTo>
                  <a:pt x="8571" y="15429"/>
                </a:lnTo>
                <a:lnTo>
                  <a:pt x="6999" y="15429"/>
                </a:lnTo>
                <a:lnTo>
                  <a:pt x="6420" y="13478"/>
                </a:lnTo>
                <a:lnTo>
                  <a:pt x="6119" y="11929"/>
                </a:lnTo>
                <a:lnTo>
                  <a:pt x="5832" y="9448"/>
                </a:lnTo>
                <a:lnTo>
                  <a:pt x="5545" y="6974"/>
                </a:lnTo>
                <a:lnTo>
                  <a:pt x="5244" y="5323"/>
                </a:lnTo>
                <a:lnTo>
                  <a:pt x="4666" y="3086"/>
                </a:lnTo>
                <a:lnTo>
                  <a:pt x="3511" y="2320"/>
                </a:lnTo>
                <a:lnTo>
                  <a:pt x="2349" y="1555"/>
                </a:lnTo>
                <a:lnTo>
                  <a:pt x="1183" y="781"/>
                </a:lnTo>
                <a:lnTo>
                  <a:pt x="0" y="0"/>
                </a:lnTo>
                <a:close/>
              </a:path>
            </a:pathLst>
          </a:custGeom>
          <a:solidFill>
            <a:srgbClr val="EA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7" name="contour_06905"/>
          <p:cNvSpPr/>
          <p:nvPr/>
        </p:nvSpPr>
        <p:spPr>
          <a:xfrm>
            <a:off x="4988073" y="4722618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738" y="0"/>
                </a:lnTo>
                <a:lnTo>
                  <a:pt x="7884" y="0"/>
                </a:lnTo>
                <a:lnTo>
                  <a:pt x="10037" y="0"/>
                </a:lnTo>
                <a:lnTo>
                  <a:pt x="12208" y="0"/>
                </a:lnTo>
                <a:lnTo>
                  <a:pt x="14400" y="0"/>
                </a:lnTo>
                <a:lnTo>
                  <a:pt x="15426" y="1542"/>
                </a:lnTo>
                <a:lnTo>
                  <a:pt x="16258" y="2944"/>
                </a:lnTo>
                <a:lnTo>
                  <a:pt x="16895" y="4249"/>
                </a:lnTo>
                <a:lnTo>
                  <a:pt x="17330" y="5502"/>
                </a:lnTo>
                <a:lnTo>
                  <a:pt x="17564" y="6739"/>
                </a:lnTo>
                <a:lnTo>
                  <a:pt x="17593" y="8009"/>
                </a:lnTo>
                <a:lnTo>
                  <a:pt x="17417" y="9351"/>
                </a:lnTo>
                <a:lnTo>
                  <a:pt x="17028" y="10806"/>
                </a:lnTo>
                <a:lnTo>
                  <a:pt x="16423" y="12420"/>
                </a:lnTo>
                <a:lnTo>
                  <a:pt x="15923" y="13092"/>
                </a:lnTo>
                <a:lnTo>
                  <a:pt x="14400" y="15120"/>
                </a:lnTo>
                <a:lnTo>
                  <a:pt x="16780" y="15120"/>
                </a:lnTo>
                <a:lnTo>
                  <a:pt x="19174" y="15120"/>
                </a:lnTo>
                <a:lnTo>
                  <a:pt x="21600" y="15120"/>
                </a:lnTo>
                <a:lnTo>
                  <a:pt x="20887" y="16403"/>
                </a:lnTo>
                <a:lnTo>
                  <a:pt x="20171" y="17690"/>
                </a:lnTo>
                <a:lnTo>
                  <a:pt x="19454" y="18982"/>
                </a:lnTo>
                <a:lnTo>
                  <a:pt x="18731" y="20285"/>
                </a:lnTo>
                <a:lnTo>
                  <a:pt x="18000" y="21600"/>
                </a:lnTo>
                <a:lnTo>
                  <a:pt x="15772" y="21332"/>
                </a:lnTo>
                <a:lnTo>
                  <a:pt x="13543" y="21064"/>
                </a:lnTo>
                <a:lnTo>
                  <a:pt x="11308" y="20796"/>
                </a:lnTo>
                <a:lnTo>
                  <a:pt x="9068" y="20529"/>
                </a:lnTo>
                <a:lnTo>
                  <a:pt x="6818" y="20259"/>
                </a:lnTo>
                <a:lnTo>
                  <a:pt x="4558" y="19986"/>
                </a:lnTo>
                <a:lnTo>
                  <a:pt x="2286" y="19714"/>
                </a:lnTo>
                <a:lnTo>
                  <a:pt x="0" y="19440"/>
                </a:lnTo>
                <a:lnTo>
                  <a:pt x="274" y="17960"/>
                </a:lnTo>
                <a:lnTo>
                  <a:pt x="547" y="16479"/>
                </a:lnTo>
                <a:lnTo>
                  <a:pt x="824" y="14997"/>
                </a:lnTo>
                <a:lnTo>
                  <a:pt x="1098" y="13513"/>
                </a:lnTo>
                <a:lnTo>
                  <a:pt x="1372" y="12027"/>
                </a:lnTo>
                <a:lnTo>
                  <a:pt x="1649" y="10539"/>
                </a:lnTo>
                <a:lnTo>
                  <a:pt x="1926" y="9046"/>
                </a:lnTo>
                <a:lnTo>
                  <a:pt x="2203" y="7551"/>
                </a:lnTo>
                <a:lnTo>
                  <a:pt x="2480" y="6052"/>
                </a:lnTo>
                <a:lnTo>
                  <a:pt x="2758" y="4547"/>
                </a:lnTo>
                <a:lnTo>
                  <a:pt x="3038" y="3037"/>
                </a:lnTo>
                <a:lnTo>
                  <a:pt x="3319" y="1523"/>
                </a:lnTo>
                <a:lnTo>
                  <a:pt x="3600" y="0"/>
                </a:lnTo>
                <a:close/>
              </a:path>
            </a:pathLst>
          </a:custGeom>
          <a:solidFill>
            <a:srgbClr val="D0C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8" name="contour_06906"/>
          <p:cNvSpPr/>
          <p:nvPr/>
        </p:nvSpPr>
        <p:spPr>
          <a:xfrm>
            <a:off x="8823590" y="4686179"/>
            <a:ext cx="4015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27" y="0"/>
                </a:moveTo>
                <a:lnTo>
                  <a:pt x="4462" y="795"/>
                </a:lnTo>
                <a:lnTo>
                  <a:pt x="5991" y="1590"/>
                </a:lnTo>
                <a:lnTo>
                  <a:pt x="7422" y="2387"/>
                </a:lnTo>
                <a:lnTo>
                  <a:pt x="8767" y="3190"/>
                </a:lnTo>
                <a:lnTo>
                  <a:pt x="10030" y="3999"/>
                </a:lnTo>
                <a:lnTo>
                  <a:pt x="11218" y="4817"/>
                </a:lnTo>
                <a:lnTo>
                  <a:pt x="12343" y="5646"/>
                </a:lnTo>
                <a:lnTo>
                  <a:pt x="13409" y="6489"/>
                </a:lnTo>
                <a:lnTo>
                  <a:pt x="14429" y="7348"/>
                </a:lnTo>
                <a:lnTo>
                  <a:pt x="15413" y="8224"/>
                </a:lnTo>
                <a:lnTo>
                  <a:pt x="16362" y="9122"/>
                </a:lnTo>
                <a:lnTo>
                  <a:pt x="17287" y="10041"/>
                </a:lnTo>
                <a:lnTo>
                  <a:pt x="18126" y="10818"/>
                </a:lnTo>
                <a:lnTo>
                  <a:pt x="18977" y="11605"/>
                </a:lnTo>
                <a:lnTo>
                  <a:pt x="19910" y="12616"/>
                </a:lnTo>
                <a:lnTo>
                  <a:pt x="20635" y="13566"/>
                </a:lnTo>
                <a:lnTo>
                  <a:pt x="21153" y="14468"/>
                </a:lnTo>
                <a:lnTo>
                  <a:pt x="21475" y="15335"/>
                </a:lnTo>
                <a:lnTo>
                  <a:pt x="21600" y="16182"/>
                </a:lnTo>
                <a:lnTo>
                  <a:pt x="21537" y="17022"/>
                </a:lnTo>
                <a:lnTo>
                  <a:pt x="21286" y="17869"/>
                </a:lnTo>
                <a:lnTo>
                  <a:pt x="20851" y="18737"/>
                </a:lnTo>
                <a:lnTo>
                  <a:pt x="20243" y="19638"/>
                </a:lnTo>
                <a:lnTo>
                  <a:pt x="19459" y="20588"/>
                </a:lnTo>
                <a:lnTo>
                  <a:pt x="18510" y="21600"/>
                </a:lnTo>
                <a:lnTo>
                  <a:pt x="18510" y="20798"/>
                </a:lnTo>
                <a:lnTo>
                  <a:pt x="18510" y="19993"/>
                </a:lnTo>
                <a:lnTo>
                  <a:pt x="18510" y="19186"/>
                </a:lnTo>
                <a:lnTo>
                  <a:pt x="18510" y="18372"/>
                </a:lnTo>
                <a:lnTo>
                  <a:pt x="18510" y="17550"/>
                </a:lnTo>
                <a:lnTo>
                  <a:pt x="16181" y="17817"/>
                </a:lnTo>
                <a:lnTo>
                  <a:pt x="13845" y="18086"/>
                </a:lnTo>
                <a:lnTo>
                  <a:pt x="11500" y="18355"/>
                </a:lnTo>
                <a:lnTo>
                  <a:pt x="9136" y="18626"/>
                </a:lnTo>
                <a:lnTo>
                  <a:pt x="6748" y="18900"/>
                </a:lnTo>
                <a:lnTo>
                  <a:pt x="5873" y="17908"/>
                </a:lnTo>
                <a:lnTo>
                  <a:pt x="5038" y="16934"/>
                </a:lnTo>
                <a:lnTo>
                  <a:pt x="4246" y="15977"/>
                </a:lnTo>
                <a:lnTo>
                  <a:pt x="3509" y="15035"/>
                </a:lnTo>
                <a:lnTo>
                  <a:pt x="2827" y="14103"/>
                </a:lnTo>
                <a:lnTo>
                  <a:pt x="2204" y="13183"/>
                </a:lnTo>
                <a:lnTo>
                  <a:pt x="1651" y="12269"/>
                </a:lnTo>
                <a:lnTo>
                  <a:pt x="1164" y="11359"/>
                </a:lnTo>
                <a:lnTo>
                  <a:pt x="761" y="10453"/>
                </a:lnTo>
                <a:lnTo>
                  <a:pt x="435" y="9547"/>
                </a:lnTo>
                <a:lnTo>
                  <a:pt x="196" y="8639"/>
                </a:lnTo>
                <a:lnTo>
                  <a:pt x="51" y="7727"/>
                </a:lnTo>
                <a:lnTo>
                  <a:pt x="0" y="6808"/>
                </a:lnTo>
                <a:lnTo>
                  <a:pt x="55" y="5881"/>
                </a:lnTo>
                <a:lnTo>
                  <a:pt x="220" y="4942"/>
                </a:lnTo>
                <a:lnTo>
                  <a:pt x="494" y="3989"/>
                </a:lnTo>
                <a:lnTo>
                  <a:pt x="886" y="3021"/>
                </a:lnTo>
                <a:lnTo>
                  <a:pt x="1404" y="2036"/>
                </a:lnTo>
                <a:lnTo>
                  <a:pt x="2047" y="1029"/>
                </a:lnTo>
                <a:lnTo>
                  <a:pt x="2827" y="0"/>
                </a:lnTo>
                <a:close/>
              </a:path>
            </a:pathLst>
          </a:custGeom>
          <a:solidFill>
            <a:srgbClr val="C8D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6909" name="contour_06907"/>
          <p:cNvSpPr/>
          <p:nvPr/>
        </p:nvSpPr>
        <p:spPr>
          <a:xfrm>
            <a:off x="1890677" y="4662347"/>
            <a:ext cx="86778" cy="449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12" y="945"/>
                </a:moveTo>
                <a:lnTo>
                  <a:pt x="15862" y="315"/>
                </a:lnTo>
                <a:lnTo>
                  <a:pt x="16820" y="0"/>
                </a:lnTo>
                <a:lnTo>
                  <a:pt x="17647" y="0"/>
                </a:lnTo>
                <a:lnTo>
                  <a:pt x="18605" y="315"/>
                </a:lnTo>
                <a:lnTo>
                  <a:pt x="19955" y="945"/>
                </a:lnTo>
                <a:lnTo>
                  <a:pt x="20613" y="3387"/>
                </a:lnTo>
                <a:lnTo>
                  <a:pt x="21119" y="5633"/>
                </a:lnTo>
                <a:lnTo>
                  <a:pt x="21453" y="7805"/>
                </a:lnTo>
                <a:lnTo>
                  <a:pt x="21600" y="10030"/>
                </a:lnTo>
                <a:lnTo>
                  <a:pt x="21544" y="12430"/>
                </a:lnTo>
                <a:lnTo>
                  <a:pt x="21266" y="15131"/>
                </a:lnTo>
                <a:lnTo>
                  <a:pt x="20394" y="17017"/>
                </a:lnTo>
                <a:lnTo>
                  <a:pt x="19496" y="18378"/>
                </a:lnTo>
                <a:lnTo>
                  <a:pt x="18552" y="19319"/>
                </a:lnTo>
                <a:lnTo>
                  <a:pt x="17546" y="19952"/>
                </a:lnTo>
                <a:lnTo>
                  <a:pt x="16455" y="20383"/>
                </a:lnTo>
                <a:lnTo>
                  <a:pt x="15262" y="20715"/>
                </a:lnTo>
                <a:lnTo>
                  <a:pt x="13946" y="21061"/>
                </a:lnTo>
                <a:lnTo>
                  <a:pt x="12517" y="21355"/>
                </a:lnTo>
                <a:lnTo>
                  <a:pt x="11189" y="21537"/>
                </a:lnTo>
                <a:lnTo>
                  <a:pt x="9948" y="21600"/>
                </a:lnTo>
                <a:lnTo>
                  <a:pt x="8778" y="21527"/>
                </a:lnTo>
                <a:lnTo>
                  <a:pt x="7663" y="21310"/>
                </a:lnTo>
                <a:lnTo>
                  <a:pt x="6585" y="20939"/>
                </a:lnTo>
                <a:lnTo>
                  <a:pt x="5529" y="20407"/>
                </a:lnTo>
                <a:lnTo>
                  <a:pt x="4479" y="19700"/>
                </a:lnTo>
                <a:lnTo>
                  <a:pt x="3416" y="18808"/>
                </a:lnTo>
                <a:lnTo>
                  <a:pt x="2326" y="17727"/>
                </a:lnTo>
                <a:lnTo>
                  <a:pt x="1194" y="16440"/>
                </a:lnTo>
                <a:lnTo>
                  <a:pt x="0" y="14939"/>
                </a:lnTo>
                <a:lnTo>
                  <a:pt x="900" y="13203"/>
                </a:lnTo>
                <a:lnTo>
                  <a:pt x="1814" y="11440"/>
                </a:lnTo>
                <a:lnTo>
                  <a:pt x="2904" y="11468"/>
                </a:lnTo>
                <a:lnTo>
                  <a:pt x="3993" y="11531"/>
                </a:lnTo>
                <a:lnTo>
                  <a:pt x="5081" y="11622"/>
                </a:lnTo>
                <a:lnTo>
                  <a:pt x="6170" y="11738"/>
                </a:lnTo>
                <a:lnTo>
                  <a:pt x="7256" y="11878"/>
                </a:lnTo>
                <a:lnTo>
                  <a:pt x="8733" y="11941"/>
                </a:lnTo>
                <a:lnTo>
                  <a:pt x="9752" y="11948"/>
                </a:lnTo>
                <a:lnTo>
                  <a:pt x="10580" y="11881"/>
                </a:lnTo>
                <a:lnTo>
                  <a:pt x="11476" y="11720"/>
                </a:lnTo>
                <a:lnTo>
                  <a:pt x="12698" y="11440"/>
                </a:lnTo>
                <a:lnTo>
                  <a:pt x="13312" y="8837"/>
                </a:lnTo>
                <a:lnTo>
                  <a:pt x="13712" y="6990"/>
                </a:lnTo>
                <a:lnTo>
                  <a:pt x="13988" y="5395"/>
                </a:lnTo>
                <a:lnTo>
                  <a:pt x="14226" y="3548"/>
                </a:lnTo>
                <a:lnTo>
                  <a:pt x="14512" y="945"/>
                </a:lnTo>
                <a:close/>
              </a:path>
            </a:pathLst>
          </a:custGeom>
          <a:solidFill>
            <a:srgbClr val="535454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0" name="contour_06908"/>
          <p:cNvSpPr/>
          <p:nvPr/>
        </p:nvSpPr>
        <p:spPr>
          <a:xfrm>
            <a:off x="8384277" y="4663003"/>
            <a:ext cx="59106" cy="596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54" y="475"/>
                </a:moveTo>
                <a:lnTo>
                  <a:pt x="12555" y="158"/>
                </a:lnTo>
                <a:lnTo>
                  <a:pt x="13921" y="0"/>
                </a:lnTo>
                <a:lnTo>
                  <a:pt x="15136" y="0"/>
                </a:lnTo>
                <a:lnTo>
                  <a:pt x="16582" y="158"/>
                </a:lnTo>
                <a:lnTo>
                  <a:pt x="18644" y="475"/>
                </a:lnTo>
                <a:lnTo>
                  <a:pt x="20010" y="3031"/>
                </a:lnTo>
                <a:lnTo>
                  <a:pt x="20910" y="4877"/>
                </a:lnTo>
                <a:lnTo>
                  <a:pt x="21416" y="6308"/>
                </a:lnTo>
                <a:lnTo>
                  <a:pt x="21600" y="7618"/>
                </a:lnTo>
                <a:lnTo>
                  <a:pt x="21539" y="9094"/>
                </a:lnTo>
                <a:lnTo>
                  <a:pt x="21307" y="11038"/>
                </a:lnTo>
                <a:lnTo>
                  <a:pt x="20143" y="12553"/>
                </a:lnTo>
                <a:lnTo>
                  <a:pt x="18929" y="13990"/>
                </a:lnTo>
                <a:lnTo>
                  <a:pt x="17661" y="15360"/>
                </a:lnTo>
                <a:lnTo>
                  <a:pt x="16348" y="16673"/>
                </a:lnTo>
                <a:lnTo>
                  <a:pt x="14989" y="17943"/>
                </a:lnTo>
                <a:lnTo>
                  <a:pt x="13586" y="19179"/>
                </a:lnTo>
                <a:lnTo>
                  <a:pt x="12140" y="20393"/>
                </a:lnTo>
                <a:lnTo>
                  <a:pt x="10654" y="21600"/>
                </a:lnTo>
                <a:lnTo>
                  <a:pt x="9146" y="20480"/>
                </a:lnTo>
                <a:lnTo>
                  <a:pt x="7639" y="19358"/>
                </a:lnTo>
                <a:lnTo>
                  <a:pt x="6126" y="18233"/>
                </a:lnTo>
                <a:lnTo>
                  <a:pt x="4608" y="17103"/>
                </a:lnTo>
                <a:lnTo>
                  <a:pt x="3082" y="15970"/>
                </a:lnTo>
                <a:lnTo>
                  <a:pt x="1547" y="14827"/>
                </a:lnTo>
                <a:lnTo>
                  <a:pt x="0" y="13678"/>
                </a:lnTo>
                <a:lnTo>
                  <a:pt x="996" y="11991"/>
                </a:lnTo>
                <a:lnTo>
                  <a:pt x="1750" y="10745"/>
                </a:lnTo>
                <a:lnTo>
                  <a:pt x="2413" y="9717"/>
                </a:lnTo>
                <a:lnTo>
                  <a:pt x="3132" y="8690"/>
                </a:lnTo>
                <a:lnTo>
                  <a:pt x="4054" y="7444"/>
                </a:lnTo>
                <a:lnTo>
                  <a:pt x="5327" y="5756"/>
                </a:lnTo>
                <a:lnTo>
                  <a:pt x="7087" y="5756"/>
                </a:lnTo>
                <a:lnTo>
                  <a:pt x="8858" y="5756"/>
                </a:lnTo>
                <a:lnTo>
                  <a:pt x="10654" y="5756"/>
                </a:lnTo>
                <a:lnTo>
                  <a:pt x="10654" y="4011"/>
                </a:lnTo>
                <a:lnTo>
                  <a:pt x="10654" y="2255"/>
                </a:lnTo>
                <a:lnTo>
                  <a:pt x="10654" y="475"/>
                </a:lnTo>
                <a:close/>
              </a:path>
            </a:pathLst>
          </a:custGeom>
          <a:solidFill>
            <a:srgbClr val="EB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1" name="contour_06909"/>
          <p:cNvSpPr/>
          <p:nvPr/>
        </p:nvSpPr>
        <p:spPr>
          <a:xfrm>
            <a:off x="1815443" y="4649739"/>
            <a:ext cx="6065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10" y="0"/>
                </a:moveTo>
                <a:lnTo>
                  <a:pt x="18133" y="327"/>
                </a:lnTo>
                <a:lnTo>
                  <a:pt x="19249" y="718"/>
                </a:lnTo>
                <a:lnTo>
                  <a:pt x="20243" y="1426"/>
                </a:lnTo>
                <a:lnTo>
                  <a:pt x="21600" y="2700"/>
                </a:lnTo>
                <a:lnTo>
                  <a:pt x="21366" y="4560"/>
                </a:lnTo>
                <a:lnTo>
                  <a:pt x="21032" y="6380"/>
                </a:lnTo>
                <a:lnTo>
                  <a:pt x="20614" y="8173"/>
                </a:lnTo>
                <a:lnTo>
                  <a:pt x="20123" y="9949"/>
                </a:lnTo>
                <a:lnTo>
                  <a:pt x="19584" y="11721"/>
                </a:lnTo>
                <a:lnTo>
                  <a:pt x="19005" y="13500"/>
                </a:lnTo>
                <a:lnTo>
                  <a:pt x="17720" y="12830"/>
                </a:lnTo>
                <a:lnTo>
                  <a:pt x="16428" y="12161"/>
                </a:lnTo>
                <a:lnTo>
                  <a:pt x="15130" y="11483"/>
                </a:lnTo>
                <a:lnTo>
                  <a:pt x="13814" y="10800"/>
                </a:lnTo>
                <a:lnTo>
                  <a:pt x="14243" y="12582"/>
                </a:lnTo>
                <a:lnTo>
                  <a:pt x="14671" y="14367"/>
                </a:lnTo>
                <a:lnTo>
                  <a:pt x="15102" y="16160"/>
                </a:lnTo>
                <a:lnTo>
                  <a:pt x="15535" y="17960"/>
                </a:lnTo>
                <a:lnTo>
                  <a:pt x="15971" y="19772"/>
                </a:lnTo>
                <a:lnTo>
                  <a:pt x="16410" y="21600"/>
                </a:lnTo>
                <a:lnTo>
                  <a:pt x="14697" y="21600"/>
                </a:lnTo>
                <a:lnTo>
                  <a:pt x="12981" y="21600"/>
                </a:lnTo>
                <a:lnTo>
                  <a:pt x="11266" y="21600"/>
                </a:lnTo>
                <a:lnTo>
                  <a:pt x="9545" y="21600"/>
                </a:lnTo>
                <a:lnTo>
                  <a:pt x="7819" y="21600"/>
                </a:lnTo>
                <a:lnTo>
                  <a:pt x="6086" y="21600"/>
                </a:lnTo>
                <a:lnTo>
                  <a:pt x="4347" y="21600"/>
                </a:lnTo>
                <a:lnTo>
                  <a:pt x="2598" y="21600"/>
                </a:lnTo>
                <a:lnTo>
                  <a:pt x="838" y="21600"/>
                </a:lnTo>
                <a:lnTo>
                  <a:pt x="420" y="18249"/>
                </a:lnTo>
                <a:lnTo>
                  <a:pt x="140" y="15768"/>
                </a:lnTo>
                <a:lnTo>
                  <a:pt x="0" y="13916"/>
                </a:lnTo>
                <a:lnTo>
                  <a:pt x="0" y="12461"/>
                </a:lnTo>
                <a:lnTo>
                  <a:pt x="140" y="11162"/>
                </a:lnTo>
                <a:lnTo>
                  <a:pt x="420" y="9788"/>
                </a:lnTo>
                <a:lnTo>
                  <a:pt x="838" y="8100"/>
                </a:lnTo>
                <a:lnTo>
                  <a:pt x="2427" y="7050"/>
                </a:lnTo>
                <a:lnTo>
                  <a:pt x="3997" y="6175"/>
                </a:lnTo>
                <a:lnTo>
                  <a:pt x="5582" y="5438"/>
                </a:lnTo>
                <a:lnTo>
                  <a:pt x="7212" y="4801"/>
                </a:lnTo>
                <a:lnTo>
                  <a:pt x="8915" y="4223"/>
                </a:lnTo>
                <a:lnTo>
                  <a:pt x="10723" y="3669"/>
                </a:lnTo>
                <a:lnTo>
                  <a:pt x="12550" y="3067"/>
                </a:lnTo>
                <a:lnTo>
                  <a:pt x="13752" y="2484"/>
                </a:lnTo>
                <a:lnTo>
                  <a:pt x="14860" y="1577"/>
                </a:lnTo>
                <a:lnTo>
                  <a:pt x="16410" y="0"/>
                </a:lnTo>
                <a:close/>
              </a:path>
            </a:pathLst>
          </a:custGeom>
          <a:solidFill>
            <a:srgbClr val="71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2" name="contour_06910"/>
          <p:cNvSpPr/>
          <p:nvPr/>
        </p:nvSpPr>
        <p:spPr>
          <a:xfrm>
            <a:off x="10242715" y="4647625"/>
            <a:ext cx="58304" cy="38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4"/>
                </a:moveTo>
                <a:lnTo>
                  <a:pt x="1925" y="853"/>
                </a:lnTo>
                <a:lnTo>
                  <a:pt x="3829" y="555"/>
                </a:lnTo>
                <a:lnTo>
                  <a:pt x="5719" y="306"/>
                </a:lnTo>
                <a:lnTo>
                  <a:pt x="7598" y="118"/>
                </a:lnTo>
                <a:lnTo>
                  <a:pt x="9469" y="12"/>
                </a:lnTo>
                <a:lnTo>
                  <a:pt x="11343" y="0"/>
                </a:lnTo>
                <a:lnTo>
                  <a:pt x="13216" y="94"/>
                </a:lnTo>
                <a:lnTo>
                  <a:pt x="15098" y="314"/>
                </a:lnTo>
                <a:lnTo>
                  <a:pt x="16991" y="674"/>
                </a:lnTo>
                <a:lnTo>
                  <a:pt x="18900" y="1184"/>
                </a:lnTo>
                <a:lnTo>
                  <a:pt x="19837" y="3740"/>
                </a:lnTo>
                <a:lnTo>
                  <a:pt x="20520" y="6157"/>
                </a:lnTo>
                <a:lnTo>
                  <a:pt x="20984" y="8501"/>
                </a:lnTo>
                <a:lnTo>
                  <a:pt x="21279" y="10845"/>
                </a:lnTo>
                <a:lnTo>
                  <a:pt x="21443" y="13258"/>
                </a:lnTo>
                <a:lnTo>
                  <a:pt x="21524" y="15810"/>
                </a:lnTo>
                <a:lnTo>
                  <a:pt x="21562" y="18566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713"/>
                </a:lnTo>
                <a:lnTo>
                  <a:pt x="0" y="15822"/>
                </a:lnTo>
                <a:lnTo>
                  <a:pt x="0" y="12923"/>
                </a:lnTo>
                <a:lnTo>
                  <a:pt x="0" y="10012"/>
                </a:lnTo>
                <a:lnTo>
                  <a:pt x="0" y="7088"/>
                </a:lnTo>
                <a:lnTo>
                  <a:pt x="0" y="4149"/>
                </a:lnTo>
                <a:lnTo>
                  <a:pt x="0" y="1184"/>
                </a:lnTo>
                <a:close/>
              </a:path>
            </a:pathLst>
          </a:custGeom>
          <a:solidFill>
            <a:srgbClr val="DBE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3" name="contour_06911"/>
          <p:cNvSpPr/>
          <p:nvPr/>
        </p:nvSpPr>
        <p:spPr>
          <a:xfrm>
            <a:off x="10359323" y="4620587"/>
            <a:ext cx="4630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00" y="0"/>
                </a:moveTo>
                <a:lnTo>
                  <a:pt x="12729" y="212"/>
                </a:lnTo>
                <a:lnTo>
                  <a:pt x="14525" y="430"/>
                </a:lnTo>
                <a:lnTo>
                  <a:pt x="16075" y="758"/>
                </a:lnTo>
                <a:lnTo>
                  <a:pt x="17870" y="1300"/>
                </a:lnTo>
                <a:lnTo>
                  <a:pt x="20400" y="2160"/>
                </a:lnTo>
                <a:lnTo>
                  <a:pt x="21019" y="3722"/>
                </a:lnTo>
                <a:lnTo>
                  <a:pt x="21416" y="5257"/>
                </a:lnTo>
                <a:lnTo>
                  <a:pt x="21600" y="6772"/>
                </a:lnTo>
                <a:lnTo>
                  <a:pt x="21569" y="8266"/>
                </a:lnTo>
                <a:lnTo>
                  <a:pt x="21331" y="9746"/>
                </a:lnTo>
                <a:lnTo>
                  <a:pt x="20883" y="11215"/>
                </a:lnTo>
                <a:lnTo>
                  <a:pt x="20233" y="12675"/>
                </a:lnTo>
                <a:lnTo>
                  <a:pt x="19380" y="14133"/>
                </a:lnTo>
                <a:lnTo>
                  <a:pt x="18329" y="15593"/>
                </a:lnTo>
                <a:lnTo>
                  <a:pt x="17085" y="16712"/>
                </a:lnTo>
                <a:lnTo>
                  <a:pt x="15854" y="17775"/>
                </a:lnTo>
                <a:lnTo>
                  <a:pt x="14596" y="18790"/>
                </a:lnTo>
                <a:lnTo>
                  <a:pt x="13263" y="19762"/>
                </a:lnTo>
                <a:lnTo>
                  <a:pt x="11811" y="20695"/>
                </a:lnTo>
                <a:lnTo>
                  <a:pt x="10200" y="21600"/>
                </a:lnTo>
                <a:lnTo>
                  <a:pt x="7953" y="21600"/>
                </a:lnTo>
                <a:lnTo>
                  <a:pt x="5692" y="21600"/>
                </a:lnTo>
                <a:lnTo>
                  <a:pt x="3400" y="21600"/>
                </a:lnTo>
                <a:lnTo>
                  <a:pt x="3118" y="20174"/>
                </a:lnTo>
                <a:lnTo>
                  <a:pt x="2839" y="18749"/>
                </a:lnTo>
                <a:lnTo>
                  <a:pt x="2557" y="17321"/>
                </a:lnTo>
                <a:lnTo>
                  <a:pt x="2278" y="15891"/>
                </a:lnTo>
                <a:lnTo>
                  <a:pt x="1996" y="14459"/>
                </a:lnTo>
                <a:lnTo>
                  <a:pt x="1714" y="13025"/>
                </a:lnTo>
                <a:lnTo>
                  <a:pt x="1431" y="11586"/>
                </a:lnTo>
                <a:lnTo>
                  <a:pt x="1146" y="10143"/>
                </a:lnTo>
                <a:lnTo>
                  <a:pt x="860" y="8696"/>
                </a:lnTo>
                <a:lnTo>
                  <a:pt x="575" y="7245"/>
                </a:lnTo>
                <a:lnTo>
                  <a:pt x="289" y="5784"/>
                </a:lnTo>
                <a:lnTo>
                  <a:pt x="0" y="4320"/>
                </a:lnTo>
                <a:lnTo>
                  <a:pt x="2244" y="4320"/>
                </a:lnTo>
                <a:lnTo>
                  <a:pt x="4491" y="4320"/>
                </a:lnTo>
                <a:lnTo>
                  <a:pt x="6749" y="4320"/>
                </a:lnTo>
                <a:lnTo>
                  <a:pt x="9017" y="4320"/>
                </a:lnTo>
                <a:lnTo>
                  <a:pt x="11298" y="4320"/>
                </a:lnTo>
                <a:lnTo>
                  <a:pt x="13600" y="4320"/>
                </a:lnTo>
                <a:lnTo>
                  <a:pt x="12757" y="3251"/>
                </a:lnTo>
                <a:lnTo>
                  <a:pt x="11913" y="2177"/>
                </a:lnTo>
                <a:lnTo>
                  <a:pt x="11060" y="1095"/>
                </a:lnTo>
                <a:lnTo>
                  <a:pt x="10200" y="0"/>
                </a:lnTo>
                <a:close/>
              </a:path>
            </a:pathLst>
          </a:custGeom>
          <a:solidFill>
            <a:srgbClr val="5E6061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4" name="contour_06912"/>
          <p:cNvSpPr/>
          <p:nvPr/>
        </p:nvSpPr>
        <p:spPr>
          <a:xfrm>
            <a:off x="8639357" y="4620587"/>
            <a:ext cx="65592" cy="582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045" y="1329"/>
                </a:lnTo>
                <a:lnTo>
                  <a:pt x="5292" y="2664"/>
                </a:lnTo>
                <a:lnTo>
                  <a:pt x="5542" y="4020"/>
                </a:lnTo>
                <a:lnTo>
                  <a:pt x="5786" y="4622"/>
                </a:lnTo>
                <a:lnTo>
                  <a:pt x="6216" y="5681"/>
                </a:lnTo>
                <a:lnTo>
                  <a:pt x="7200" y="8104"/>
                </a:lnTo>
                <a:lnTo>
                  <a:pt x="8882" y="8488"/>
                </a:lnTo>
                <a:lnTo>
                  <a:pt x="10106" y="8706"/>
                </a:lnTo>
                <a:lnTo>
                  <a:pt x="11225" y="8785"/>
                </a:lnTo>
                <a:lnTo>
                  <a:pt x="12588" y="8744"/>
                </a:lnTo>
                <a:lnTo>
                  <a:pt x="14549" y="8612"/>
                </a:lnTo>
                <a:lnTo>
                  <a:pt x="15134" y="8579"/>
                </a:lnTo>
                <a:lnTo>
                  <a:pt x="16169" y="8520"/>
                </a:lnTo>
                <a:lnTo>
                  <a:pt x="18535" y="8388"/>
                </a:lnTo>
                <a:lnTo>
                  <a:pt x="20057" y="8247"/>
                </a:lnTo>
                <a:lnTo>
                  <a:pt x="21600" y="8104"/>
                </a:lnTo>
                <a:lnTo>
                  <a:pt x="21329" y="11175"/>
                </a:lnTo>
                <a:lnTo>
                  <a:pt x="21096" y="13339"/>
                </a:lnTo>
                <a:lnTo>
                  <a:pt x="20832" y="14895"/>
                </a:lnTo>
                <a:lnTo>
                  <a:pt x="20472" y="16141"/>
                </a:lnTo>
                <a:lnTo>
                  <a:pt x="19951" y="17380"/>
                </a:lnTo>
                <a:lnTo>
                  <a:pt x="19200" y="18909"/>
                </a:lnTo>
                <a:lnTo>
                  <a:pt x="17633" y="19741"/>
                </a:lnTo>
                <a:lnTo>
                  <a:pt x="16066" y="20411"/>
                </a:lnTo>
                <a:lnTo>
                  <a:pt x="14489" y="20927"/>
                </a:lnTo>
                <a:lnTo>
                  <a:pt x="12902" y="21292"/>
                </a:lnTo>
                <a:lnTo>
                  <a:pt x="11299" y="21514"/>
                </a:lnTo>
                <a:lnTo>
                  <a:pt x="9677" y="21600"/>
                </a:lnTo>
                <a:lnTo>
                  <a:pt x="8028" y="21557"/>
                </a:lnTo>
                <a:lnTo>
                  <a:pt x="6353" y="21395"/>
                </a:lnTo>
                <a:lnTo>
                  <a:pt x="4642" y="21114"/>
                </a:lnTo>
                <a:lnTo>
                  <a:pt x="3391" y="20463"/>
                </a:lnTo>
                <a:lnTo>
                  <a:pt x="2491" y="19736"/>
                </a:lnTo>
                <a:lnTo>
                  <a:pt x="1507" y="18469"/>
                </a:lnTo>
                <a:lnTo>
                  <a:pt x="0" y="16208"/>
                </a:lnTo>
                <a:lnTo>
                  <a:pt x="338" y="14317"/>
                </a:lnTo>
                <a:lnTo>
                  <a:pt x="739" y="12464"/>
                </a:lnTo>
                <a:lnTo>
                  <a:pt x="1193" y="10643"/>
                </a:lnTo>
                <a:lnTo>
                  <a:pt x="1699" y="8844"/>
                </a:lnTo>
                <a:lnTo>
                  <a:pt x="2251" y="7061"/>
                </a:lnTo>
                <a:lnTo>
                  <a:pt x="2842" y="5295"/>
                </a:lnTo>
                <a:lnTo>
                  <a:pt x="3466" y="3531"/>
                </a:lnTo>
                <a:lnTo>
                  <a:pt x="4121" y="1769"/>
                </a:lnTo>
                <a:lnTo>
                  <a:pt x="4800" y="0"/>
                </a:lnTo>
                <a:close/>
              </a:path>
            </a:pathLst>
          </a:custGeom>
          <a:solidFill>
            <a:srgbClr val="A19B9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5" name="contour_06913"/>
          <p:cNvSpPr/>
          <p:nvPr/>
        </p:nvSpPr>
        <p:spPr>
          <a:xfrm>
            <a:off x="9659595" y="4635163"/>
            <a:ext cx="109400" cy="398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" y="0"/>
                </a:moveTo>
                <a:lnTo>
                  <a:pt x="987" y="276"/>
                </a:lnTo>
                <a:lnTo>
                  <a:pt x="1960" y="565"/>
                </a:lnTo>
                <a:lnTo>
                  <a:pt x="2931" y="861"/>
                </a:lnTo>
                <a:lnTo>
                  <a:pt x="3901" y="1169"/>
                </a:lnTo>
                <a:lnTo>
                  <a:pt x="4872" y="1481"/>
                </a:lnTo>
                <a:lnTo>
                  <a:pt x="5774" y="1757"/>
                </a:lnTo>
                <a:lnTo>
                  <a:pt x="6682" y="2033"/>
                </a:lnTo>
                <a:lnTo>
                  <a:pt x="7603" y="2314"/>
                </a:lnTo>
                <a:lnTo>
                  <a:pt x="8678" y="3131"/>
                </a:lnTo>
                <a:lnTo>
                  <a:pt x="9549" y="4047"/>
                </a:lnTo>
                <a:lnTo>
                  <a:pt x="10277" y="5109"/>
                </a:lnTo>
                <a:lnTo>
                  <a:pt x="10922" y="6368"/>
                </a:lnTo>
                <a:lnTo>
                  <a:pt x="11545" y="7876"/>
                </a:lnTo>
                <a:lnTo>
                  <a:pt x="12207" y="9685"/>
                </a:lnTo>
                <a:lnTo>
                  <a:pt x="12966" y="11844"/>
                </a:lnTo>
                <a:lnTo>
                  <a:pt x="14044" y="12650"/>
                </a:lnTo>
                <a:lnTo>
                  <a:pt x="14817" y="13179"/>
                </a:lnTo>
                <a:lnTo>
                  <a:pt x="15500" y="13554"/>
                </a:lnTo>
                <a:lnTo>
                  <a:pt x="16310" y="13893"/>
                </a:lnTo>
                <a:lnTo>
                  <a:pt x="17463" y="14312"/>
                </a:lnTo>
                <a:lnTo>
                  <a:pt x="18240" y="14608"/>
                </a:lnTo>
                <a:lnTo>
                  <a:pt x="19021" y="14908"/>
                </a:lnTo>
                <a:lnTo>
                  <a:pt x="19813" y="15208"/>
                </a:lnTo>
                <a:lnTo>
                  <a:pt x="20257" y="15354"/>
                </a:lnTo>
                <a:lnTo>
                  <a:pt x="21600" y="15792"/>
                </a:lnTo>
                <a:lnTo>
                  <a:pt x="21600" y="17751"/>
                </a:lnTo>
                <a:lnTo>
                  <a:pt x="21600" y="19740"/>
                </a:lnTo>
                <a:lnTo>
                  <a:pt x="20653" y="19898"/>
                </a:lnTo>
                <a:lnTo>
                  <a:pt x="19705" y="20044"/>
                </a:lnTo>
                <a:lnTo>
                  <a:pt x="18758" y="20183"/>
                </a:lnTo>
                <a:lnTo>
                  <a:pt x="17811" y="20313"/>
                </a:lnTo>
                <a:lnTo>
                  <a:pt x="16863" y="20435"/>
                </a:lnTo>
                <a:lnTo>
                  <a:pt x="15916" y="20546"/>
                </a:lnTo>
                <a:lnTo>
                  <a:pt x="14968" y="20649"/>
                </a:lnTo>
                <a:lnTo>
                  <a:pt x="14020" y="20743"/>
                </a:lnTo>
                <a:lnTo>
                  <a:pt x="13071" y="20826"/>
                </a:lnTo>
                <a:lnTo>
                  <a:pt x="12104" y="20937"/>
                </a:lnTo>
                <a:lnTo>
                  <a:pt x="11137" y="21071"/>
                </a:lnTo>
                <a:lnTo>
                  <a:pt x="10170" y="21229"/>
                </a:lnTo>
                <a:lnTo>
                  <a:pt x="9173" y="21395"/>
                </a:lnTo>
                <a:lnTo>
                  <a:pt x="8190" y="21525"/>
                </a:lnTo>
                <a:lnTo>
                  <a:pt x="7218" y="21600"/>
                </a:lnTo>
                <a:lnTo>
                  <a:pt x="6254" y="21600"/>
                </a:lnTo>
                <a:lnTo>
                  <a:pt x="5295" y="21505"/>
                </a:lnTo>
                <a:lnTo>
                  <a:pt x="4338" y="21292"/>
                </a:lnTo>
                <a:lnTo>
                  <a:pt x="3382" y="20941"/>
                </a:lnTo>
                <a:lnTo>
                  <a:pt x="2422" y="20431"/>
                </a:lnTo>
                <a:lnTo>
                  <a:pt x="1455" y="19740"/>
                </a:lnTo>
                <a:lnTo>
                  <a:pt x="994" y="17340"/>
                </a:lnTo>
                <a:lnTo>
                  <a:pt x="639" y="14971"/>
                </a:lnTo>
                <a:lnTo>
                  <a:pt x="376" y="12606"/>
                </a:lnTo>
                <a:lnTo>
                  <a:pt x="191" y="10218"/>
                </a:lnTo>
                <a:lnTo>
                  <a:pt x="76" y="7790"/>
                </a:lnTo>
                <a:lnTo>
                  <a:pt x="16" y="5294"/>
                </a:lnTo>
                <a:lnTo>
                  <a:pt x="0" y="2704"/>
                </a:lnTo>
                <a:lnTo>
                  <a:pt x="16" y="0"/>
                </a:lnTo>
                <a:close/>
              </a:path>
            </a:pathLst>
          </a:custGeom>
          <a:solidFill>
            <a:srgbClr val="EDD897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6" name="contour_06914"/>
          <p:cNvSpPr/>
          <p:nvPr/>
        </p:nvSpPr>
        <p:spPr>
          <a:xfrm>
            <a:off x="4776721" y="4591435"/>
            <a:ext cx="109320" cy="66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50" y="0"/>
                </a:lnTo>
                <a:lnTo>
                  <a:pt x="1902" y="0"/>
                </a:lnTo>
                <a:lnTo>
                  <a:pt x="2858" y="0"/>
                </a:lnTo>
                <a:lnTo>
                  <a:pt x="3819" y="0"/>
                </a:lnTo>
                <a:lnTo>
                  <a:pt x="4785" y="0"/>
                </a:lnTo>
                <a:lnTo>
                  <a:pt x="5760" y="0"/>
                </a:lnTo>
                <a:lnTo>
                  <a:pt x="5760" y="1575"/>
                </a:lnTo>
                <a:lnTo>
                  <a:pt x="5760" y="3159"/>
                </a:lnTo>
                <a:lnTo>
                  <a:pt x="5760" y="4765"/>
                </a:lnTo>
                <a:lnTo>
                  <a:pt x="6617" y="5632"/>
                </a:lnTo>
                <a:lnTo>
                  <a:pt x="7488" y="6442"/>
                </a:lnTo>
                <a:lnTo>
                  <a:pt x="8372" y="7194"/>
                </a:lnTo>
                <a:lnTo>
                  <a:pt x="9269" y="7900"/>
                </a:lnTo>
                <a:lnTo>
                  <a:pt x="10178" y="8555"/>
                </a:lnTo>
                <a:lnTo>
                  <a:pt x="11097" y="9169"/>
                </a:lnTo>
                <a:lnTo>
                  <a:pt x="12024" y="9743"/>
                </a:lnTo>
                <a:lnTo>
                  <a:pt x="12960" y="10284"/>
                </a:lnTo>
                <a:lnTo>
                  <a:pt x="13905" y="10794"/>
                </a:lnTo>
                <a:lnTo>
                  <a:pt x="14854" y="11280"/>
                </a:lnTo>
                <a:lnTo>
                  <a:pt x="15810" y="11742"/>
                </a:lnTo>
                <a:lnTo>
                  <a:pt x="16769" y="12188"/>
                </a:lnTo>
                <a:lnTo>
                  <a:pt x="17732" y="12619"/>
                </a:lnTo>
                <a:lnTo>
                  <a:pt x="18698" y="13041"/>
                </a:lnTo>
                <a:lnTo>
                  <a:pt x="19666" y="13457"/>
                </a:lnTo>
                <a:lnTo>
                  <a:pt x="20632" y="13874"/>
                </a:lnTo>
                <a:lnTo>
                  <a:pt x="21600" y="14294"/>
                </a:lnTo>
                <a:lnTo>
                  <a:pt x="21194" y="15952"/>
                </a:lnTo>
                <a:lnTo>
                  <a:pt x="20773" y="17310"/>
                </a:lnTo>
                <a:lnTo>
                  <a:pt x="20268" y="18453"/>
                </a:lnTo>
                <a:lnTo>
                  <a:pt x="19600" y="19473"/>
                </a:lnTo>
                <a:lnTo>
                  <a:pt x="18697" y="20464"/>
                </a:lnTo>
                <a:lnTo>
                  <a:pt x="17695" y="20907"/>
                </a:lnTo>
                <a:lnTo>
                  <a:pt x="16762" y="21250"/>
                </a:lnTo>
                <a:lnTo>
                  <a:pt x="15859" y="21486"/>
                </a:lnTo>
                <a:lnTo>
                  <a:pt x="14949" y="21600"/>
                </a:lnTo>
                <a:lnTo>
                  <a:pt x="13995" y="21590"/>
                </a:lnTo>
                <a:lnTo>
                  <a:pt x="12960" y="21440"/>
                </a:lnTo>
                <a:lnTo>
                  <a:pt x="12190" y="20435"/>
                </a:lnTo>
                <a:lnTo>
                  <a:pt x="11460" y="19401"/>
                </a:lnTo>
                <a:lnTo>
                  <a:pt x="10761" y="18339"/>
                </a:lnTo>
                <a:lnTo>
                  <a:pt x="10087" y="17248"/>
                </a:lnTo>
                <a:lnTo>
                  <a:pt x="9431" y="16123"/>
                </a:lnTo>
                <a:lnTo>
                  <a:pt x="8784" y="14970"/>
                </a:lnTo>
                <a:lnTo>
                  <a:pt x="8140" y="13784"/>
                </a:lnTo>
                <a:lnTo>
                  <a:pt x="7492" y="12562"/>
                </a:lnTo>
                <a:lnTo>
                  <a:pt x="6803" y="11402"/>
                </a:lnTo>
                <a:lnTo>
                  <a:pt x="6144" y="10399"/>
                </a:lnTo>
                <a:lnTo>
                  <a:pt x="5492" y="9522"/>
                </a:lnTo>
                <a:lnTo>
                  <a:pt x="4821" y="8745"/>
                </a:lnTo>
                <a:lnTo>
                  <a:pt x="4104" y="8035"/>
                </a:lnTo>
                <a:lnTo>
                  <a:pt x="3315" y="7364"/>
                </a:lnTo>
                <a:lnTo>
                  <a:pt x="2431" y="6699"/>
                </a:lnTo>
                <a:lnTo>
                  <a:pt x="1627" y="6060"/>
                </a:lnTo>
                <a:lnTo>
                  <a:pt x="819" y="5417"/>
                </a:lnTo>
                <a:lnTo>
                  <a:pt x="0" y="4765"/>
                </a:lnTo>
                <a:lnTo>
                  <a:pt x="0" y="3190"/>
                </a:lnTo>
                <a:lnTo>
                  <a:pt x="0" y="1606"/>
                </a:lnTo>
                <a:lnTo>
                  <a:pt x="0" y="0"/>
                </a:lnTo>
                <a:close/>
              </a:path>
            </a:pathLst>
          </a:custGeom>
          <a:solidFill>
            <a:srgbClr val="E3E5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7" name="contour_06915"/>
          <p:cNvSpPr/>
          <p:nvPr/>
        </p:nvSpPr>
        <p:spPr>
          <a:xfrm>
            <a:off x="928006" y="4627160"/>
            <a:ext cx="88112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91" y="0"/>
                </a:moveTo>
                <a:lnTo>
                  <a:pt x="9187" y="18"/>
                </a:lnTo>
                <a:lnTo>
                  <a:pt x="10400" y="35"/>
                </a:lnTo>
                <a:lnTo>
                  <a:pt x="11636" y="81"/>
                </a:lnTo>
                <a:lnTo>
                  <a:pt x="12890" y="124"/>
                </a:lnTo>
                <a:lnTo>
                  <a:pt x="14148" y="149"/>
                </a:lnTo>
                <a:lnTo>
                  <a:pt x="15424" y="174"/>
                </a:lnTo>
                <a:lnTo>
                  <a:pt x="16660" y="202"/>
                </a:lnTo>
                <a:lnTo>
                  <a:pt x="17895" y="234"/>
                </a:lnTo>
                <a:lnTo>
                  <a:pt x="19129" y="266"/>
                </a:lnTo>
                <a:lnTo>
                  <a:pt x="20365" y="305"/>
                </a:lnTo>
                <a:lnTo>
                  <a:pt x="21600" y="347"/>
                </a:lnTo>
                <a:lnTo>
                  <a:pt x="21600" y="2688"/>
                </a:lnTo>
                <a:lnTo>
                  <a:pt x="21600" y="5044"/>
                </a:lnTo>
                <a:lnTo>
                  <a:pt x="21600" y="7431"/>
                </a:lnTo>
                <a:lnTo>
                  <a:pt x="20458" y="8278"/>
                </a:lnTo>
                <a:lnTo>
                  <a:pt x="19590" y="8891"/>
                </a:lnTo>
                <a:lnTo>
                  <a:pt x="18827" y="9369"/>
                </a:lnTo>
                <a:lnTo>
                  <a:pt x="17998" y="9808"/>
                </a:lnTo>
                <a:lnTo>
                  <a:pt x="16932" y="10311"/>
                </a:lnTo>
                <a:lnTo>
                  <a:pt x="15459" y="10974"/>
                </a:lnTo>
                <a:lnTo>
                  <a:pt x="13201" y="11997"/>
                </a:lnTo>
                <a:lnTo>
                  <a:pt x="11554" y="12815"/>
                </a:lnTo>
                <a:lnTo>
                  <a:pt x="10384" y="13552"/>
                </a:lnTo>
                <a:lnTo>
                  <a:pt x="9558" y="14342"/>
                </a:lnTo>
                <a:lnTo>
                  <a:pt x="8942" y="15306"/>
                </a:lnTo>
                <a:lnTo>
                  <a:pt x="8402" y="16577"/>
                </a:lnTo>
                <a:lnTo>
                  <a:pt x="7804" y="18277"/>
                </a:lnTo>
                <a:lnTo>
                  <a:pt x="7557" y="19928"/>
                </a:lnTo>
                <a:lnTo>
                  <a:pt x="7307" y="21600"/>
                </a:lnTo>
                <a:lnTo>
                  <a:pt x="7307" y="19496"/>
                </a:lnTo>
                <a:lnTo>
                  <a:pt x="7307" y="17385"/>
                </a:lnTo>
                <a:lnTo>
                  <a:pt x="7307" y="15267"/>
                </a:lnTo>
                <a:lnTo>
                  <a:pt x="7307" y="13131"/>
                </a:lnTo>
                <a:lnTo>
                  <a:pt x="7307" y="10974"/>
                </a:lnTo>
                <a:lnTo>
                  <a:pt x="6128" y="11558"/>
                </a:lnTo>
                <a:lnTo>
                  <a:pt x="4945" y="12146"/>
                </a:lnTo>
                <a:lnTo>
                  <a:pt x="3761" y="12734"/>
                </a:lnTo>
                <a:lnTo>
                  <a:pt x="2569" y="13322"/>
                </a:lnTo>
                <a:lnTo>
                  <a:pt x="1370" y="13917"/>
                </a:lnTo>
                <a:lnTo>
                  <a:pt x="161" y="14516"/>
                </a:lnTo>
                <a:lnTo>
                  <a:pt x="54" y="11987"/>
                </a:lnTo>
                <a:lnTo>
                  <a:pt x="0" y="10169"/>
                </a:lnTo>
                <a:lnTo>
                  <a:pt x="0" y="8554"/>
                </a:lnTo>
                <a:lnTo>
                  <a:pt x="54" y="6631"/>
                </a:lnTo>
                <a:lnTo>
                  <a:pt x="161" y="3889"/>
                </a:lnTo>
                <a:lnTo>
                  <a:pt x="1247" y="2557"/>
                </a:lnTo>
                <a:lnTo>
                  <a:pt x="2305" y="1559"/>
                </a:lnTo>
                <a:lnTo>
                  <a:pt x="3357" y="850"/>
                </a:lnTo>
                <a:lnTo>
                  <a:pt x="4427" y="386"/>
                </a:lnTo>
                <a:lnTo>
                  <a:pt x="5540" y="120"/>
                </a:lnTo>
                <a:lnTo>
                  <a:pt x="6721" y="7"/>
                </a:lnTo>
                <a:lnTo>
                  <a:pt x="7991" y="0"/>
                </a:lnTo>
                <a:close/>
              </a:path>
            </a:pathLst>
          </a:custGeom>
          <a:solidFill>
            <a:srgbClr val="45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8" name="contour_06916"/>
          <p:cNvSpPr/>
          <p:nvPr/>
        </p:nvSpPr>
        <p:spPr>
          <a:xfrm>
            <a:off x="4601809" y="4619180"/>
            <a:ext cx="65592" cy="66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3"/>
                </a:moveTo>
                <a:lnTo>
                  <a:pt x="20902" y="1565"/>
                </a:lnTo>
                <a:lnTo>
                  <a:pt x="20194" y="2693"/>
                </a:lnTo>
                <a:lnTo>
                  <a:pt x="19313" y="4121"/>
                </a:lnTo>
                <a:lnTo>
                  <a:pt x="18442" y="5550"/>
                </a:lnTo>
                <a:lnTo>
                  <a:pt x="17582" y="6981"/>
                </a:lnTo>
                <a:lnTo>
                  <a:pt x="16733" y="8414"/>
                </a:lnTo>
                <a:lnTo>
                  <a:pt x="15895" y="9852"/>
                </a:lnTo>
                <a:lnTo>
                  <a:pt x="15067" y="11297"/>
                </a:lnTo>
                <a:lnTo>
                  <a:pt x="14254" y="12744"/>
                </a:lnTo>
                <a:lnTo>
                  <a:pt x="13450" y="14199"/>
                </a:lnTo>
                <a:lnTo>
                  <a:pt x="12655" y="15663"/>
                </a:lnTo>
                <a:lnTo>
                  <a:pt x="11875" y="17131"/>
                </a:lnTo>
                <a:lnTo>
                  <a:pt x="11105" y="18611"/>
                </a:lnTo>
                <a:lnTo>
                  <a:pt x="10346" y="20101"/>
                </a:lnTo>
                <a:lnTo>
                  <a:pt x="9600" y="21600"/>
                </a:lnTo>
                <a:lnTo>
                  <a:pt x="9600" y="20204"/>
                </a:lnTo>
                <a:lnTo>
                  <a:pt x="9600" y="18804"/>
                </a:lnTo>
                <a:lnTo>
                  <a:pt x="9600" y="17399"/>
                </a:lnTo>
                <a:lnTo>
                  <a:pt x="9600" y="15982"/>
                </a:lnTo>
                <a:lnTo>
                  <a:pt x="9600" y="14551"/>
                </a:lnTo>
                <a:lnTo>
                  <a:pt x="8460" y="14697"/>
                </a:lnTo>
                <a:lnTo>
                  <a:pt x="7313" y="14845"/>
                </a:lnTo>
                <a:lnTo>
                  <a:pt x="6149" y="14993"/>
                </a:lnTo>
                <a:lnTo>
                  <a:pt x="4910" y="14847"/>
                </a:lnTo>
                <a:lnTo>
                  <a:pt x="3665" y="14699"/>
                </a:lnTo>
                <a:lnTo>
                  <a:pt x="2400" y="14551"/>
                </a:lnTo>
                <a:lnTo>
                  <a:pt x="1373" y="13015"/>
                </a:lnTo>
                <a:lnTo>
                  <a:pt x="734" y="11880"/>
                </a:lnTo>
                <a:lnTo>
                  <a:pt x="370" y="10808"/>
                </a:lnTo>
                <a:lnTo>
                  <a:pt x="163" y="9462"/>
                </a:lnTo>
                <a:lnTo>
                  <a:pt x="0" y="7502"/>
                </a:lnTo>
                <a:lnTo>
                  <a:pt x="1193" y="5811"/>
                </a:lnTo>
                <a:lnTo>
                  <a:pt x="2419" y="4382"/>
                </a:lnTo>
                <a:lnTo>
                  <a:pt x="3686" y="3195"/>
                </a:lnTo>
                <a:lnTo>
                  <a:pt x="4999" y="2230"/>
                </a:lnTo>
                <a:lnTo>
                  <a:pt x="6360" y="1469"/>
                </a:lnTo>
                <a:lnTo>
                  <a:pt x="7776" y="888"/>
                </a:lnTo>
                <a:lnTo>
                  <a:pt x="9252" y="470"/>
                </a:lnTo>
                <a:lnTo>
                  <a:pt x="10788" y="197"/>
                </a:lnTo>
                <a:lnTo>
                  <a:pt x="12394" y="45"/>
                </a:lnTo>
                <a:lnTo>
                  <a:pt x="14071" y="0"/>
                </a:lnTo>
                <a:lnTo>
                  <a:pt x="15828" y="35"/>
                </a:lnTo>
                <a:lnTo>
                  <a:pt x="17664" y="136"/>
                </a:lnTo>
                <a:lnTo>
                  <a:pt x="19586" y="282"/>
                </a:lnTo>
                <a:lnTo>
                  <a:pt x="21600" y="453"/>
                </a:lnTo>
                <a:close/>
              </a:path>
            </a:pathLst>
          </a:custGeom>
          <a:solidFill>
            <a:srgbClr val="E5E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19" name="contour_06917"/>
          <p:cNvSpPr/>
          <p:nvPr/>
        </p:nvSpPr>
        <p:spPr>
          <a:xfrm>
            <a:off x="6544875" y="4576859"/>
            <a:ext cx="4055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17" y="0"/>
                </a:moveTo>
                <a:lnTo>
                  <a:pt x="21018" y="1247"/>
                </a:lnTo>
                <a:lnTo>
                  <a:pt x="21111" y="2496"/>
                </a:lnTo>
                <a:lnTo>
                  <a:pt x="21192" y="3743"/>
                </a:lnTo>
                <a:lnTo>
                  <a:pt x="21270" y="4990"/>
                </a:lnTo>
                <a:lnTo>
                  <a:pt x="21340" y="6237"/>
                </a:lnTo>
                <a:lnTo>
                  <a:pt x="21402" y="7485"/>
                </a:lnTo>
                <a:lnTo>
                  <a:pt x="21449" y="8014"/>
                </a:lnTo>
                <a:lnTo>
                  <a:pt x="21600" y="9608"/>
                </a:lnTo>
                <a:lnTo>
                  <a:pt x="21592" y="11069"/>
                </a:lnTo>
                <a:lnTo>
                  <a:pt x="21452" y="12422"/>
                </a:lnTo>
                <a:lnTo>
                  <a:pt x="21157" y="13689"/>
                </a:lnTo>
                <a:lnTo>
                  <a:pt x="20688" y="14882"/>
                </a:lnTo>
                <a:lnTo>
                  <a:pt x="20024" y="16025"/>
                </a:lnTo>
                <a:lnTo>
                  <a:pt x="19150" y="17135"/>
                </a:lnTo>
                <a:lnTo>
                  <a:pt x="18048" y="18228"/>
                </a:lnTo>
                <a:lnTo>
                  <a:pt x="16693" y="19326"/>
                </a:lnTo>
                <a:lnTo>
                  <a:pt x="15066" y="20443"/>
                </a:lnTo>
                <a:lnTo>
                  <a:pt x="13153" y="21600"/>
                </a:lnTo>
                <a:lnTo>
                  <a:pt x="10031" y="21584"/>
                </a:lnTo>
                <a:lnTo>
                  <a:pt x="7865" y="21474"/>
                </a:lnTo>
                <a:lnTo>
                  <a:pt x="6095" y="21176"/>
                </a:lnTo>
                <a:lnTo>
                  <a:pt x="4162" y="20595"/>
                </a:lnTo>
                <a:lnTo>
                  <a:pt x="1506" y="19636"/>
                </a:lnTo>
                <a:lnTo>
                  <a:pt x="707" y="18185"/>
                </a:lnTo>
                <a:lnTo>
                  <a:pt x="214" y="16787"/>
                </a:lnTo>
                <a:lnTo>
                  <a:pt x="0" y="15420"/>
                </a:lnTo>
                <a:lnTo>
                  <a:pt x="47" y="14062"/>
                </a:lnTo>
                <a:lnTo>
                  <a:pt x="326" y="12689"/>
                </a:lnTo>
                <a:lnTo>
                  <a:pt x="823" y="11283"/>
                </a:lnTo>
                <a:lnTo>
                  <a:pt x="1506" y="9818"/>
                </a:lnTo>
                <a:lnTo>
                  <a:pt x="4678" y="7157"/>
                </a:lnTo>
                <a:lnTo>
                  <a:pt x="7267" y="5027"/>
                </a:lnTo>
                <a:lnTo>
                  <a:pt x="9387" y="3368"/>
                </a:lnTo>
                <a:lnTo>
                  <a:pt x="11157" y="2121"/>
                </a:lnTo>
                <a:lnTo>
                  <a:pt x="12691" y="1227"/>
                </a:lnTo>
                <a:lnTo>
                  <a:pt x="14108" y="628"/>
                </a:lnTo>
                <a:lnTo>
                  <a:pt x="15521" y="265"/>
                </a:lnTo>
                <a:lnTo>
                  <a:pt x="17050" y="79"/>
                </a:lnTo>
                <a:lnTo>
                  <a:pt x="18809" y="10"/>
                </a:lnTo>
                <a:lnTo>
                  <a:pt x="20917" y="0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0" name="contour_06918"/>
          <p:cNvSpPr/>
          <p:nvPr/>
        </p:nvSpPr>
        <p:spPr>
          <a:xfrm>
            <a:off x="7101590" y="4556044"/>
            <a:ext cx="102032" cy="572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2354"/>
                </a:moveTo>
                <a:lnTo>
                  <a:pt x="14409" y="2354"/>
                </a:lnTo>
                <a:lnTo>
                  <a:pt x="13383" y="2354"/>
                </a:lnTo>
                <a:lnTo>
                  <a:pt x="12343" y="2354"/>
                </a:lnTo>
                <a:lnTo>
                  <a:pt x="12343" y="4171"/>
                </a:lnTo>
                <a:lnTo>
                  <a:pt x="12343" y="5999"/>
                </a:lnTo>
                <a:lnTo>
                  <a:pt x="12343" y="7853"/>
                </a:lnTo>
                <a:lnTo>
                  <a:pt x="11323" y="7853"/>
                </a:lnTo>
                <a:lnTo>
                  <a:pt x="10297" y="7853"/>
                </a:lnTo>
                <a:lnTo>
                  <a:pt x="9257" y="7853"/>
                </a:lnTo>
                <a:lnTo>
                  <a:pt x="9257" y="9670"/>
                </a:lnTo>
                <a:lnTo>
                  <a:pt x="9257" y="11498"/>
                </a:lnTo>
                <a:lnTo>
                  <a:pt x="9257" y="13352"/>
                </a:lnTo>
                <a:lnTo>
                  <a:pt x="10275" y="13352"/>
                </a:lnTo>
                <a:lnTo>
                  <a:pt x="11294" y="13352"/>
                </a:lnTo>
                <a:lnTo>
                  <a:pt x="12314" y="13352"/>
                </a:lnTo>
                <a:lnTo>
                  <a:pt x="13335" y="13352"/>
                </a:lnTo>
                <a:lnTo>
                  <a:pt x="14358" y="13352"/>
                </a:lnTo>
                <a:lnTo>
                  <a:pt x="15382" y="13352"/>
                </a:lnTo>
                <a:lnTo>
                  <a:pt x="16410" y="13352"/>
                </a:lnTo>
                <a:lnTo>
                  <a:pt x="17440" y="13352"/>
                </a:lnTo>
                <a:lnTo>
                  <a:pt x="18474" y="13352"/>
                </a:lnTo>
                <a:lnTo>
                  <a:pt x="19511" y="13352"/>
                </a:lnTo>
                <a:lnTo>
                  <a:pt x="20554" y="13352"/>
                </a:lnTo>
                <a:lnTo>
                  <a:pt x="21600" y="13352"/>
                </a:lnTo>
                <a:lnTo>
                  <a:pt x="21600" y="14715"/>
                </a:lnTo>
                <a:lnTo>
                  <a:pt x="21600" y="16101"/>
                </a:lnTo>
                <a:lnTo>
                  <a:pt x="21230" y="16153"/>
                </a:lnTo>
                <a:lnTo>
                  <a:pt x="20116" y="16310"/>
                </a:lnTo>
                <a:lnTo>
                  <a:pt x="19156" y="16447"/>
                </a:lnTo>
                <a:lnTo>
                  <a:pt x="18198" y="16588"/>
                </a:lnTo>
                <a:lnTo>
                  <a:pt x="17238" y="16731"/>
                </a:lnTo>
                <a:lnTo>
                  <a:pt x="16280" y="16874"/>
                </a:lnTo>
                <a:lnTo>
                  <a:pt x="15321" y="17017"/>
                </a:lnTo>
                <a:lnTo>
                  <a:pt x="14362" y="17160"/>
                </a:lnTo>
                <a:lnTo>
                  <a:pt x="13404" y="17305"/>
                </a:lnTo>
                <a:lnTo>
                  <a:pt x="13060" y="17352"/>
                </a:lnTo>
                <a:lnTo>
                  <a:pt x="12455" y="17437"/>
                </a:lnTo>
                <a:lnTo>
                  <a:pt x="11068" y="17632"/>
                </a:lnTo>
                <a:lnTo>
                  <a:pt x="10013" y="17800"/>
                </a:lnTo>
                <a:lnTo>
                  <a:pt x="8976" y="17982"/>
                </a:lnTo>
                <a:lnTo>
                  <a:pt x="7953" y="18185"/>
                </a:lnTo>
                <a:lnTo>
                  <a:pt x="6943" y="18419"/>
                </a:lnTo>
                <a:lnTo>
                  <a:pt x="5943" y="18691"/>
                </a:lnTo>
                <a:lnTo>
                  <a:pt x="4949" y="19010"/>
                </a:lnTo>
                <a:lnTo>
                  <a:pt x="3961" y="19387"/>
                </a:lnTo>
                <a:lnTo>
                  <a:pt x="2975" y="19824"/>
                </a:lnTo>
                <a:lnTo>
                  <a:pt x="1987" y="20332"/>
                </a:lnTo>
                <a:lnTo>
                  <a:pt x="997" y="20924"/>
                </a:lnTo>
                <a:lnTo>
                  <a:pt x="0" y="21600"/>
                </a:lnTo>
                <a:lnTo>
                  <a:pt x="961" y="18012"/>
                </a:lnTo>
                <a:lnTo>
                  <a:pt x="1793" y="14930"/>
                </a:lnTo>
                <a:lnTo>
                  <a:pt x="2515" y="12304"/>
                </a:lnTo>
                <a:lnTo>
                  <a:pt x="3144" y="10091"/>
                </a:lnTo>
                <a:lnTo>
                  <a:pt x="3698" y="8240"/>
                </a:lnTo>
                <a:lnTo>
                  <a:pt x="4198" y="6709"/>
                </a:lnTo>
                <a:lnTo>
                  <a:pt x="4659" y="5447"/>
                </a:lnTo>
                <a:lnTo>
                  <a:pt x="5104" y="4410"/>
                </a:lnTo>
                <a:lnTo>
                  <a:pt x="5545" y="3550"/>
                </a:lnTo>
                <a:lnTo>
                  <a:pt x="6006" y="2821"/>
                </a:lnTo>
                <a:lnTo>
                  <a:pt x="6502" y="2178"/>
                </a:lnTo>
                <a:lnTo>
                  <a:pt x="7052" y="1573"/>
                </a:lnTo>
                <a:lnTo>
                  <a:pt x="7676" y="960"/>
                </a:lnTo>
                <a:lnTo>
                  <a:pt x="8390" y="291"/>
                </a:lnTo>
                <a:lnTo>
                  <a:pt x="9533" y="47"/>
                </a:lnTo>
                <a:lnTo>
                  <a:pt x="10565" y="0"/>
                </a:lnTo>
                <a:lnTo>
                  <a:pt x="11527" y="140"/>
                </a:lnTo>
                <a:lnTo>
                  <a:pt x="12454" y="454"/>
                </a:lnTo>
                <a:lnTo>
                  <a:pt x="13389" y="935"/>
                </a:lnTo>
                <a:lnTo>
                  <a:pt x="14367" y="1570"/>
                </a:lnTo>
                <a:lnTo>
                  <a:pt x="15429" y="2354"/>
                </a:lnTo>
                <a:close/>
              </a:path>
            </a:pathLst>
          </a:custGeom>
          <a:solidFill>
            <a:srgbClr val="909295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1" name="contour_06919"/>
          <p:cNvSpPr/>
          <p:nvPr/>
        </p:nvSpPr>
        <p:spPr>
          <a:xfrm>
            <a:off x="1744917" y="4554995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90" y="0"/>
                </a:lnTo>
                <a:lnTo>
                  <a:pt x="4187" y="0"/>
                </a:lnTo>
                <a:lnTo>
                  <a:pt x="5400" y="0"/>
                </a:lnTo>
                <a:lnTo>
                  <a:pt x="5400" y="1785"/>
                </a:lnTo>
                <a:lnTo>
                  <a:pt x="5400" y="3580"/>
                </a:lnTo>
                <a:lnTo>
                  <a:pt x="5400" y="5400"/>
                </a:lnTo>
                <a:lnTo>
                  <a:pt x="6484" y="6151"/>
                </a:lnTo>
                <a:lnTo>
                  <a:pt x="7288" y="6666"/>
                </a:lnTo>
                <a:lnTo>
                  <a:pt x="8057" y="7077"/>
                </a:lnTo>
                <a:lnTo>
                  <a:pt x="9034" y="7511"/>
                </a:lnTo>
                <a:lnTo>
                  <a:pt x="10462" y="8100"/>
                </a:lnTo>
                <a:lnTo>
                  <a:pt x="11734" y="8686"/>
                </a:lnTo>
                <a:lnTo>
                  <a:pt x="12949" y="9288"/>
                </a:lnTo>
                <a:lnTo>
                  <a:pt x="14112" y="9920"/>
                </a:lnTo>
                <a:lnTo>
                  <a:pt x="15233" y="10592"/>
                </a:lnTo>
                <a:lnTo>
                  <a:pt x="16324" y="11316"/>
                </a:lnTo>
                <a:lnTo>
                  <a:pt x="17390" y="12110"/>
                </a:lnTo>
                <a:lnTo>
                  <a:pt x="18441" y="12982"/>
                </a:lnTo>
                <a:lnTo>
                  <a:pt x="19489" y="13945"/>
                </a:lnTo>
                <a:lnTo>
                  <a:pt x="20538" y="15012"/>
                </a:lnTo>
                <a:lnTo>
                  <a:pt x="21600" y="16200"/>
                </a:lnTo>
                <a:lnTo>
                  <a:pt x="21154" y="17537"/>
                </a:lnTo>
                <a:lnTo>
                  <a:pt x="20707" y="18878"/>
                </a:lnTo>
                <a:lnTo>
                  <a:pt x="20255" y="20231"/>
                </a:lnTo>
                <a:lnTo>
                  <a:pt x="19800" y="21600"/>
                </a:lnTo>
                <a:lnTo>
                  <a:pt x="19094" y="20652"/>
                </a:lnTo>
                <a:lnTo>
                  <a:pt x="18382" y="19699"/>
                </a:lnTo>
                <a:lnTo>
                  <a:pt x="17662" y="18733"/>
                </a:lnTo>
                <a:lnTo>
                  <a:pt x="16562" y="17690"/>
                </a:lnTo>
                <a:lnTo>
                  <a:pt x="15586" y="16969"/>
                </a:lnTo>
                <a:lnTo>
                  <a:pt x="14618" y="16532"/>
                </a:lnTo>
                <a:lnTo>
                  <a:pt x="13538" y="16338"/>
                </a:lnTo>
                <a:lnTo>
                  <a:pt x="12227" y="16348"/>
                </a:lnTo>
                <a:lnTo>
                  <a:pt x="10969" y="16745"/>
                </a:lnTo>
                <a:lnTo>
                  <a:pt x="9727" y="17183"/>
                </a:lnTo>
                <a:lnTo>
                  <a:pt x="8498" y="17653"/>
                </a:lnTo>
                <a:lnTo>
                  <a:pt x="7279" y="18152"/>
                </a:lnTo>
                <a:lnTo>
                  <a:pt x="6068" y="18679"/>
                </a:lnTo>
                <a:lnTo>
                  <a:pt x="4858" y="19229"/>
                </a:lnTo>
                <a:lnTo>
                  <a:pt x="3650" y="19799"/>
                </a:lnTo>
                <a:lnTo>
                  <a:pt x="2441" y="20388"/>
                </a:lnTo>
                <a:lnTo>
                  <a:pt x="1224" y="20990"/>
                </a:lnTo>
                <a:lnTo>
                  <a:pt x="0" y="21600"/>
                </a:lnTo>
                <a:lnTo>
                  <a:pt x="149" y="19818"/>
                </a:lnTo>
                <a:lnTo>
                  <a:pt x="297" y="18036"/>
                </a:lnTo>
                <a:lnTo>
                  <a:pt x="446" y="16251"/>
                </a:lnTo>
                <a:lnTo>
                  <a:pt x="594" y="14464"/>
                </a:lnTo>
                <a:lnTo>
                  <a:pt x="743" y="12674"/>
                </a:lnTo>
                <a:lnTo>
                  <a:pt x="893" y="10881"/>
                </a:lnTo>
                <a:lnTo>
                  <a:pt x="1042" y="9083"/>
                </a:lnTo>
                <a:lnTo>
                  <a:pt x="1193" y="7279"/>
                </a:lnTo>
                <a:lnTo>
                  <a:pt x="1345" y="5470"/>
                </a:lnTo>
                <a:lnTo>
                  <a:pt x="1496" y="3656"/>
                </a:lnTo>
                <a:lnTo>
                  <a:pt x="1647" y="1831"/>
                </a:lnTo>
                <a:lnTo>
                  <a:pt x="1800" y="0"/>
                </a:lnTo>
                <a:close/>
              </a:path>
            </a:pathLst>
          </a:custGeom>
          <a:solidFill>
            <a:srgbClr val="28282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2" name="contour_06920"/>
          <p:cNvSpPr/>
          <p:nvPr/>
        </p:nvSpPr>
        <p:spPr>
          <a:xfrm>
            <a:off x="790190" y="4569491"/>
            <a:ext cx="58304" cy="102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"/>
                </a:moveTo>
                <a:lnTo>
                  <a:pt x="21600" y="933"/>
                </a:lnTo>
                <a:lnTo>
                  <a:pt x="21600" y="1852"/>
                </a:lnTo>
                <a:lnTo>
                  <a:pt x="21600" y="2773"/>
                </a:lnTo>
                <a:lnTo>
                  <a:pt x="21600" y="3703"/>
                </a:lnTo>
                <a:lnTo>
                  <a:pt x="21600" y="4642"/>
                </a:lnTo>
                <a:lnTo>
                  <a:pt x="19815" y="4642"/>
                </a:lnTo>
                <a:lnTo>
                  <a:pt x="18020" y="4642"/>
                </a:lnTo>
                <a:lnTo>
                  <a:pt x="16200" y="4642"/>
                </a:lnTo>
                <a:lnTo>
                  <a:pt x="16586" y="5619"/>
                </a:lnTo>
                <a:lnTo>
                  <a:pt x="16980" y="6611"/>
                </a:lnTo>
                <a:lnTo>
                  <a:pt x="17280" y="7457"/>
                </a:lnTo>
                <a:lnTo>
                  <a:pt x="17582" y="8308"/>
                </a:lnTo>
                <a:lnTo>
                  <a:pt x="17888" y="9171"/>
                </a:lnTo>
                <a:lnTo>
                  <a:pt x="18201" y="10013"/>
                </a:lnTo>
                <a:lnTo>
                  <a:pt x="18517" y="10859"/>
                </a:lnTo>
                <a:lnTo>
                  <a:pt x="18838" y="11718"/>
                </a:lnTo>
                <a:lnTo>
                  <a:pt x="18868" y="12797"/>
                </a:lnTo>
                <a:lnTo>
                  <a:pt x="18900" y="13892"/>
                </a:lnTo>
                <a:lnTo>
                  <a:pt x="17345" y="14404"/>
                </a:lnTo>
                <a:lnTo>
                  <a:pt x="16262" y="14735"/>
                </a:lnTo>
                <a:lnTo>
                  <a:pt x="15150" y="15030"/>
                </a:lnTo>
                <a:lnTo>
                  <a:pt x="13500" y="15433"/>
                </a:lnTo>
                <a:lnTo>
                  <a:pt x="13135" y="16551"/>
                </a:lnTo>
                <a:lnTo>
                  <a:pt x="13049" y="17376"/>
                </a:lnTo>
                <a:lnTo>
                  <a:pt x="13162" y="18612"/>
                </a:lnTo>
                <a:lnTo>
                  <a:pt x="13214" y="19052"/>
                </a:lnTo>
                <a:lnTo>
                  <a:pt x="13300" y="19827"/>
                </a:lnTo>
                <a:lnTo>
                  <a:pt x="13500" y="21600"/>
                </a:lnTo>
                <a:lnTo>
                  <a:pt x="11829" y="21409"/>
                </a:lnTo>
                <a:lnTo>
                  <a:pt x="10157" y="21218"/>
                </a:lnTo>
                <a:lnTo>
                  <a:pt x="8481" y="21027"/>
                </a:lnTo>
                <a:lnTo>
                  <a:pt x="6801" y="20835"/>
                </a:lnTo>
                <a:lnTo>
                  <a:pt x="5114" y="20643"/>
                </a:lnTo>
                <a:lnTo>
                  <a:pt x="3418" y="20448"/>
                </a:lnTo>
                <a:lnTo>
                  <a:pt x="1715" y="20254"/>
                </a:lnTo>
                <a:lnTo>
                  <a:pt x="0" y="20058"/>
                </a:lnTo>
                <a:lnTo>
                  <a:pt x="1579" y="18067"/>
                </a:lnTo>
                <a:lnTo>
                  <a:pt x="2811" y="16560"/>
                </a:lnTo>
                <a:lnTo>
                  <a:pt x="3791" y="15461"/>
                </a:lnTo>
                <a:lnTo>
                  <a:pt x="4614" y="14686"/>
                </a:lnTo>
                <a:lnTo>
                  <a:pt x="5381" y="14158"/>
                </a:lnTo>
                <a:lnTo>
                  <a:pt x="6188" y="13799"/>
                </a:lnTo>
                <a:lnTo>
                  <a:pt x="7131" y="13525"/>
                </a:lnTo>
                <a:lnTo>
                  <a:pt x="8311" y="13260"/>
                </a:lnTo>
                <a:lnTo>
                  <a:pt x="9547" y="12808"/>
                </a:lnTo>
                <a:lnTo>
                  <a:pt x="10800" y="12350"/>
                </a:lnTo>
                <a:lnTo>
                  <a:pt x="10868" y="11128"/>
                </a:lnTo>
                <a:lnTo>
                  <a:pt x="10886" y="10235"/>
                </a:lnTo>
                <a:lnTo>
                  <a:pt x="10835" y="9415"/>
                </a:lnTo>
                <a:lnTo>
                  <a:pt x="10697" y="8408"/>
                </a:lnTo>
                <a:lnTo>
                  <a:pt x="10462" y="6954"/>
                </a:lnTo>
                <a:lnTo>
                  <a:pt x="10373" y="5498"/>
                </a:lnTo>
                <a:lnTo>
                  <a:pt x="10349" y="4489"/>
                </a:lnTo>
                <a:lnTo>
                  <a:pt x="10400" y="3669"/>
                </a:lnTo>
                <a:lnTo>
                  <a:pt x="10544" y="2778"/>
                </a:lnTo>
                <a:lnTo>
                  <a:pt x="10800" y="1559"/>
                </a:lnTo>
                <a:lnTo>
                  <a:pt x="12490" y="916"/>
                </a:lnTo>
                <a:lnTo>
                  <a:pt x="14175" y="472"/>
                </a:lnTo>
                <a:lnTo>
                  <a:pt x="15892" y="194"/>
                </a:lnTo>
                <a:lnTo>
                  <a:pt x="17677" y="48"/>
                </a:lnTo>
                <a:lnTo>
                  <a:pt x="19567" y="0"/>
                </a:lnTo>
                <a:lnTo>
                  <a:pt x="21600" y="17"/>
                </a:lnTo>
                <a:close/>
              </a:path>
            </a:pathLst>
          </a:custGeom>
          <a:solidFill>
            <a:srgbClr val="60605D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3" name="contour_06921"/>
          <p:cNvSpPr/>
          <p:nvPr/>
        </p:nvSpPr>
        <p:spPr>
          <a:xfrm>
            <a:off x="10548810" y="4569571"/>
            <a:ext cx="87456" cy="393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0"/>
                </a:lnTo>
                <a:lnTo>
                  <a:pt x="16778" y="0"/>
                </a:lnTo>
                <a:lnTo>
                  <a:pt x="17973" y="0"/>
                </a:lnTo>
                <a:lnTo>
                  <a:pt x="19174" y="0"/>
                </a:lnTo>
                <a:lnTo>
                  <a:pt x="20381" y="0"/>
                </a:lnTo>
                <a:lnTo>
                  <a:pt x="21600" y="0"/>
                </a:lnTo>
                <a:lnTo>
                  <a:pt x="21397" y="2886"/>
                </a:lnTo>
                <a:lnTo>
                  <a:pt x="21157" y="5612"/>
                </a:lnTo>
                <a:lnTo>
                  <a:pt x="20866" y="8202"/>
                </a:lnTo>
                <a:lnTo>
                  <a:pt x="20504" y="10684"/>
                </a:lnTo>
                <a:lnTo>
                  <a:pt x="20052" y="13086"/>
                </a:lnTo>
                <a:lnTo>
                  <a:pt x="19498" y="15423"/>
                </a:lnTo>
                <a:lnTo>
                  <a:pt x="18819" y="17725"/>
                </a:lnTo>
                <a:lnTo>
                  <a:pt x="18000" y="20015"/>
                </a:lnTo>
                <a:lnTo>
                  <a:pt x="16726" y="20531"/>
                </a:lnTo>
                <a:lnTo>
                  <a:pt x="15444" y="20948"/>
                </a:lnTo>
                <a:lnTo>
                  <a:pt x="14157" y="21268"/>
                </a:lnTo>
                <a:lnTo>
                  <a:pt x="12865" y="21484"/>
                </a:lnTo>
                <a:lnTo>
                  <a:pt x="11570" y="21596"/>
                </a:lnTo>
                <a:lnTo>
                  <a:pt x="10276" y="21600"/>
                </a:lnTo>
                <a:lnTo>
                  <a:pt x="8984" y="21496"/>
                </a:lnTo>
                <a:lnTo>
                  <a:pt x="7693" y="21280"/>
                </a:lnTo>
                <a:lnTo>
                  <a:pt x="6408" y="20948"/>
                </a:lnTo>
                <a:lnTo>
                  <a:pt x="5128" y="20499"/>
                </a:lnTo>
                <a:lnTo>
                  <a:pt x="3859" y="19931"/>
                </a:lnTo>
                <a:lnTo>
                  <a:pt x="2597" y="19238"/>
                </a:lnTo>
                <a:lnTo>
                  <a:pt x="1350" y="18422"/>
                </a:lnTo>
                <a:lnTo>
                  <a:pt x="680" y="17225"/>
                </a:lnTo>
                <a:lnTo>
                  <a:pt x="0" y="16012"/>
                </a:lnTo>
                <a:lnTo>
                  <a:pt x="0" y="13366"/>
                </a:lnTo>
                <a:lnTo>
                  <a:pt x="0" y="10704"/>
                </a:lnTo>
                <a:lnTo>
                  <a:pt x="0" y="8006"/>
                </a:lnTo>
                <a:lnTo>
                  <a:pt x="1188" y="8006"/>
                </a:lnTo>
                <a:lnTo>
                  <a:pt x="2376" y="8006"/>
                </a:lnTo>
                <a:lnTo>
                  <a:pt x="3566" y="8006"/>
                </a:lnTo>
                <a:lnTo>
                  <a:pt x="4757" y="8006"/>
                </a:lnTo>
                <a:lnTo>
                  <a:pt x="5951" y="8006"/>
                </a:lnTo>
                <a:lnTo>
                  <a:pt x="7146" y="8006"/>
                </a:lnTo>
                <a:lnTo>
                  <a:pt x="8345" y="8006"/>
                </a:lnTo>
                <a:lnTo>
                  <a:pt x="9547" y="8006"/>
                </a:lnTo>
                <a:lnTo>
                  <a:pt x="10753" y="8006"/>
                </a:lnTo>
                <a:lnTo>
                  <a:pt x="11963" y="8006"/>
                </a:lnTo>
                <a:lnTo>
                  <a:pt x="13180" y="8006"/>
                </a:lnTo>
                <a:lnTo>
                  <a:pt x="14400" y="8006"/>
                </a:lnTo>
                <a:lnTo>
                  <a:pt x="14400" y="5360"/>
                </a:lnTo>
                <a:lnTo>
                  <a:pt x="14400" y="2698"/>
                </a:lnTo>
                <a:lnTo>
                  <a:pt x="14400" y="0"/>
                </a:lnTo>
                <a:close/>
              </a:path>
            </a:pathLst>
          </a:custGeom>
          <a:solidFill>
            <a:srgbClr val="CED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4" name="contour_06922"/>
          <p:cNvSpPr/>
          <p:nvPr/>
        </p:nvSpPr>
        <p:spPr>
          <a:xfrm>
            <a:off x="8041741" y="4560949"/>
            <a:ext cx="80168" cy="515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91" y="177"/>
                </a:moveTo>
                <a:lnTo>
                  <a:pt x="14543" y="198"/>
                </a:lnTo>
                <a:lnTo>
                  <a:pt x="16208" y="259"/>
                </a:lnTo>
                <a:lnTo>
                  <a:pt x="17557" y="320"/>
                </a:lnTo>
                <a:lnTo>
                  <a:pt x="18904" y="394"/>
                </a:lnTo>
                <a:lnTo>
                  <a:pt x="20253" y="473"/>
                </a:lnTo>
                <a:lnTo>
                  <a:pt x="21600" y="559"/>
                </a:lnTo>
                <a:lnTo>
                  <a:pt x="20585" y="1831"/>
                </a:lnTo>
                <a:lnTo>
                  <a:pt x="19570" y="3104"/>
                </a:lnTo>
                <a:lnTo>
                  <a:pt x="18552" y="4371"/>
                </a:lnTo>
                <a:lnTo>
                  <a:pt x="17533" y="5640"/>
                </a:lnTo>
                <a:lnTo>
                  <a:pt x="16514" y="6904"/>
                </a:lnTo>
                <a:lnTo>
                  <a:pt x="15495" y="8168"/>
                </a:lnTo>
                <a:lnTo>
                  <a:pt x="14474" y="9428"/>
                </a:lnTo>
                <a:lnTo>
                  <a:pt x="13474" y="10673"/>
                </a:lnTo>
                <a:lnTo>
                  <a:pt x="12479" y="11925"/>
                </a:lnTo>
                <a:lnTo>
                  <a:pt x="11489" y="13182"/>
                </a:lnTo>
                <a:lnTo>
                  <a:pt x="10502" y="14449"/>
                </a:lnTo>
                <a:lnTo>
                  <a:pt x="9520" y="15725"/>
                </a:lnTo>
                <a:lnTo>
                  <a:pt x="9013" y="16366"/>
                </a:lnTo>
                <a:lnTo>
                  <a:pt x="7487" y="18301"/>
                </a:lnTo>
                <a:lnTo>
                  <a:pt x="6592" y="19464"/>
                </a:lnTo>
                <a:lnTo>
                  <a:pt x="5685" y="20648"/>
                </a:lnTo>
                <a:lnTo>
                  <a:pt x="4365" y="21511"/>
                </a:lnTo>
                <a:lnTo>
                  <a:pt x="3336" y="21600"/>
                </a:lnTo>
                <a:lnTo>
                  <a:pt x="1710" y="20993"/>
                </a:lnTo>
                <a:lnTo>
                  <a:pt x="862" y="19940"/>
                </a:lnTo>
                <a:lnTo>
                  <a:pt x="0" y="18871"/>
                </a:lnTo>
                <a:lnTo>
                  <a:pt x="206" y="16558"/>
                </a:lnTo>
                <a:lnTo>
                  <a:pt x="438" y="14446"/>
                </a:lnTo>
                <a:lnTo>
                  <a:pt x="713" y="12483"/>
                </a:lnTo>
                <a:lnTo>
                  <a:pt x="1054" y="10625"/>
                </a:lnTo>
                <a:lnTo>
                  <a:pt x="1485" y="8818"/>
                </a:lnTo>
                <a:lnTo>
                  <a:pt x="2023" y="7017"/>
                </a:lnTo>
                <a:lnTo>
                  <a:pt x="2692" y="5173"/>
                </a:lnTo>
                <a:lnTo>
                  <a:pt x="3513" y="3241"/>
                </a:lnTo>
                <a:lnTo>
                  <a:pt x="4768" y="2005"/>
                </a:lnTo>
                <a:lnTo>
                  <a:pt x="6011" y="1117"/>
                </a:lnTo>
                <a:lnTo>
                  <a:pt x="7258" y="525"/>
                </a:lnTo>
                <a:lnTo>
                  <a:pt x="8520" y="177"/>
                </a:lnTo>
                <a:lnTo>
                  <a:pt x="9810" y="18"/>
                </a:lnTo>
                <a:lnTo>
                  <a:pt x="11144" y="0"/>
                </a:lnTo>
                <a:lnTo>
                  <a:pt x="12534" y="70"/>
                </a:lnTo>
                <a:lnTo>
                  <a:pt x="13991" y="177"/>
                </a:lnTo>
                <a:close/>
              </a:path>
            </a:pathLst>
          </a:custGeom>
          <a:solidFill>
            <a:srgbClr val="393C3F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5" name="contour_06923"/>
          <p:cNvSpPr/>
          <p:nvPr/>
        </p:nvSpPr>
        <p:spPr>
          <a:xfrm>
            <a:off x="4769433" y="4533131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5808" y="329"/>
                </a:lnTo>
                <a:lnTo>
                  <a:pt x="8189" y="637"/>
                </a:lnTo>
                <a:lnTo>
                  <a:pt x="10006" y="988"/>
                </a:lnTo>
                <a:lnTo>
                  <a:pt x="11408" y="1453"/>
                </a:lnTo>
                <a:lnTo>
                  <a:pt x="12555" y="2098"/>
                </a:lnTo>
                <a:lnTo>
                  <a:pt x="13603" y="2989"/>
                </a:lnTo>
                <a:lnTo>
                  <a:pt x="14707" y="4198"/>
                </a:lnTo>
                <a:lnTo>
                  <a:pt x="16022" y="5791"/>
                </a:lnTo>
                <a:lnTo>
                  <a:pt x="17863" y="8856"/>
                </a:lnTo>
                <a:lnTo>
                  <a:pt x="19246" y="11205"/>
                </a:lnTo>
                <a:lnTo>
                  <a:pt x="20239" y="12995"/>
                </a:lnTo>
                <a:lnTo>
                  <a:pt x="20903" y="14375"/>
                </a:lnTo>
                <a:lnTo>
                  <a:pt x="21306" y="15503"/>
                </a:lnTo>
                <a:lnTo>
                  <a:pt x="21514" y="16532"/>
                </a:lnTo>
                <a:lnTo>
                  <a:pt x="21589" y="17612"/>
                </a:lnTo>
                <a:lnTo>
                  <a:pt x="21600" y="18900"/>
                </a:lnTo>
                <a:lnTo>
                  <a:pt x="19818" y="19124"/>
                </a:lnTo>
                <a:lnTo>
                  <a:pt x="18036" y="19345"/>
                </a:lnTo>
                <a:lnTo>
                  <a:pt x="16251" y="19570"/>
                </a:lnTo>
                <a:lnTo>
                  <a:pt x="14464" y="19791"/>
                </a:lnTo>
                <a:lnTo>
                  <a:pt x="12674" y="20015"/>
                </a:lnTo>
                <a:lnTo>
                  <a:pt x="10881" y="20239"/>
                </a:lnTo>
                <a:lnTo>
                  <a:pt x="9083" y="20463"/>
                </a:lnTo>
                <a:lnTo>
                  <a:pt x="7279" y="20690"/>
                </a:lnTo>
                <a:lnTo>
                  <a:pt x="5470" y="20917"/>
                </a:lnTo>
                <a:lnTo>
                  <a:pt x="3656" y="21144"/>
                </a:lnTo>
                <a:lnTo>
                  <a:pt x="1831" y="21370"/>
                </a:lnTo>
                <a:lnTo>
                  <a:pt x="0" y="21600"/>
                </a:lnTo>
                <a:lnTo>
                  <a:pt x="535" y="19996"/>
                </a:lnTo>
                <a:lnTo>
                  <a:pt x="1072" y="18387"/>
                </a:lnTo>
                <a:lnTo>
                  <a:pt x="1609" y="16772"/>
                </a:lnTo>
                <a:lnTo>
                  <a:pt x="2152" y="15144"/>
                </a:lnTo>
                <a:lnTo>
                  <a:pt x="2700" y="13500"/>
                </a:lnTo>
                <a:lnTo>
                  <a:pt x="4485" y="13500"/>
                </a:lnTo>
                <a:lnTo>
                  <a:pt x="6280" y="13500"/>
                </a:lnTo>
                <a:lnTo>
                  <a:pt x="8100" y="13500"/>
                </a:lnTo>
                <a:lnTo>
                  <a:pt x="8100" y="11715"/>
                </a:lnTo>
                <a:lnTo>
                  <a:pt x="8100" y="9920"/>
                </a:lnTo>
                <a:lnTo>
                  <a:pt x="8100" y="8100"/>
                </a:lnTo>
                <a:lnTo>
                  <a:pt x="6315" y="8100"/>
                </a:lnTo>
                <a:lnTo>
                  <a:pt x="4520" y="8100"/>
                </a:lnTo>
                <a:lnTo>
                  <a:pt x="2700" y="8100"/>
                </a:lnTo>
                <a:lnTo>
                  <a:pt x="2700" y="6496"/>
                </a:lnTo>
                <a:lnTo>
                  <a:pt x="2700" y="4887"/>
                </a:lnTo>
                <a:lnTo>
                  <a:pt x="2700" y="3272"/>
                </a:lnTo>
                <a:lnTo>
                  <a:pt x="2700" y="1644"/>
                </a:lnTo>
                <a:lnTo>
                  <a:pt x="2700" y="0"/>
                </a:lnTo>
                <a:close/>
              </a:path>
            </a:pathLst>
          </a:custGeom>
          <a:solidFill>
            <a:srgbClr val="5F584D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6" name="contour_06924"/>
          <p:cNvSpPr/>
          <p:nvPr/>
        </p:nvSpPr>
        <p:spPr>
          <a:xfrm>
            <a:off x="10184411" y="4489403"/>
            <a:ext cx="51060" cy="60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66" y="0"/>
                </a:moveTo>
                <a:lnTo>
                  <a:pt x="9687" y="295"/>
                </a:lnTo>
                <a:lnTo>
                  <a:pt x="12163" y="551"/>
                </a:lnTo>
                <a:lnTo>
                  <a:pt x="13942" y="838"/>
                </a:lnTo>
                <a:lnTo>
                  <a:pt x="15363" y="1227"/>
                </a:lnTo>
                <a:lnTo>
                  <a:pt x="16766" y="1793"/>
                </a:lnTo>
                <a:lnTo>
                  <a:pt x="18498" y="2610"/>
                </a:lnTo>
                <a:lnTo>
                  <a:pt x="19371" y="4207"/>
                </a:lnTo>
                <a:lnTo>
                  <a:pt x="20080" y="5786"/>
                </a:lnTo>
                <a:lnTo>
                  <a:pt x="20638" y="7364"/>
                </a:lnTo>
                <a:lnTo>
                  <a:pt x="21057" y="8948"/>
                </a:lnTo>
                <a:lnTo>
                  <a:pt x="21350" y="10559"/>
                </a:lnTo>
                <a:lnTo>
                  <a:pt x="21529" y="12205"/>
                </a:lnTo>
                <a:lnTo>
                  <a:pt x="21600" y="13899"/>
                </a:lnTo>
                <a:lnTo>
                  <a:pt x="21582" y="15658"/>
                </a:lnTo>
                <a:lnTo>
                  <a:pt x="20293" y="17665"/>
                </a:lnTo>
                <a:lnTo>
                  <a:pt x="19220" y="18878"/>
                </a:lnTo>
                <a:lnTo>
                  <a:pt x="17786" y="19786"/>
                </a:lnTo>
                <a:lnTo>
                  <a:pt x="15415" y="20877"/>
                </a:lnTo>
                <a:lnTo>
                  <a:pt x="13159" y="21308"/>
                </a:lnTo>
                <a:lnTo>
                  <a:pt x="11198" y="21543"/>
                </a:lnTo>
                <a:lnTo>
                  <a:pt x="9376" y="21600"/>
                </a:lnTo>
                <a:lnTo>
                  <a:pt x="7523" y="21498"/>
                </a:lnTo>
                <a:lnTo>
                  <a:pt x="5482" y="21250"/>
                </a:lnTo>
                <a:lnTo>
                  <a:pt x="3083" y="20877"/>
                </a:lnTo>
                <a:lnTo>
                  <a:pt x="2146" y="19199"/>
                </a:lnTo>
                <a:lnTo>
                  <a:pt x="1431" y="17516"/>
                </a:lnTo>
                <a:lnTo>
                  <a:pt x="894" y="15809"/>
                </a:lnTo>
                <a:lnTo>
                  <a:pt x="506" y="14071"/>
                </a:lnTo>
                <a:lnTo>
                  <a:pt x="219" y="12286"/>
                </a:lnTo>
                <a:lnTo>
                  <a:pt x="0" y="10439"/>
                </a:lnTo>
                <a:lnTo>
                  <a:pt x="1831" y="9922"/>
                </a:lnTo>
                <a:lnTo>
                  <a:pt x="3669" y="9403"/>
                </a:lnTo>
                <a:lnTo>
                  <a:pt x="5513" y="8883"/>
                </a:lnTo>
                <a:lnTo>
                  <a:pt x="7372" y="8359"/>
                </a:lnTo>
                <a:lnTo>
                  <a:pt x="9249" y="7829"/>
                </a:lnTo>
                <a:lnTo>
                  <a:pt x="8639" y="6279"/>
                </a:lnTo>
                <a:lnTo>
                  <a:pt x="8025" y="4723"/>
                </a:lnTo>
                <a:lnTo>
                  <a:pt x="7412" y="3163"/>
                </a:lnTo>
                <a:lnTo>
                  <a:pt x="6792" y="1589"/>
                </a:lnTo>
                <a:lnTo>
                  <a:pt x="6166" y="0"/>
                </a:lnTo>
                <a:close/>
              </a:path>
            </a:pathLst>
          </a:custGeom>
          <a:solidFill>
            <a:srgbClr val="3B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7" name="contour_06925"/>
          <p:cNvSpPr/>
          <p:nvPr/>
        </p:nvSpPr>
        <p:spPr>
          <a:xfrm>
            <a:off x="10672706" y="4496691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385" y="1007"/>
                </a:lnTo>
                <a:lnTo>
                  <a:pt x="11962" y="2017"/>
                </a:lnTo>
                <a:lnTo>
                  <a:pt x="12530" y="3033"/>
                </a:lnTo>
                <a:lnTo>
                  <a:pt x="13094" y="4050"/>
                </a:lnTo>
                <a:lnTo>
                  <a:pt x="13735" y="5180"/>
                </a:lnTo>
                <a:lnTo>
                  <a:pt x="14386" y="6329"/>
                </a:lnTo>
                <a:lnTo>
                  <a:pt x="14796" y="7703"/>
                </a:lnTo>
                <a:lnTo>
                  <a:pt x="14908" y="8657"/>
                </a:lnTo>
                <a:lnTo>
                  <a:pt x="14707" y="9636"/>
                </a:lnTo>
                <a:lnTo>
                  <a:pt x="14167" y="11087"/>
                </a:lnTo>
                <a:lnTo>
                  <a:pt x="13865" y="11554"/>
                </a:lnTo>
                <a:lnTo>
                  <a:pt x="12960" y="12960"/>
                </a:lnTo>
                <a:lnTo>
                  <a:pt x="14388" y="12960"/>
                </a:lnTo>
                <a:lnTo>
                  <a:pt x="15824" y="12960"/>
                </a:lnTo>
                <a:lnTo>
                  <a:pt x="17280" y="12960"/>
                </a:lnTo>
                <a:lnTo>
                  <a:pt x="18088" y="14090"/>
                </a:lnTo>
                <a:lnTo>
                  <a:pt x="18608" y="14917"/>
                </a:lnTo>
                <a:lnTo>
                  <a:pt x="19075" y="15846"/>
                </a:lnTo>
                <a:lnTo>
                  <a:pt x="19710" y="17280"/>
                </a:lnTo>
                <a:lnTo>
                  <a:pt x="20254" y="18485"/>
                </a:lnTo>
                <a:lnTo>
                  <a:pt x="20807" y="19710"/>
                </a:lnTo>
                <a:lnTo>
                  <a:pt x="21004" y="20179"/>
                </a:lnTo>
                <a:lnTo>
                  <a:pt x="21600" y="21600"/>
                </a:lnTo>
                <a:lnTo>
                  <a:pt x="20077" y="21341"/>
                </a:lnTo>
                <a:lnTo>
                  <a:pt x="18576" y="21056"/>
                </a:lnTo>
                <a:lnTo>
                  <a:pt x="17092" y="20749"/>
                </a:lnTo>
                <a:lnTo>
                  <a:pt x="15625" y="20418"/>
                </a:lnTo>
                <a:lnTo>
                  <a:pt x="14174" y="20062"/>
                </a:lnTo>
                <a:lnTo>
                  <a:pt x="12733" y="19682"/>
                </a:lnTo>
                <a:lnTo>
                  <a:pt x="11303" y="19276"/>
                </a:lnTo>
                <a:lnTo>
                  <a:pt x="9882" y="18846"/>
                </a:lnTo>
                <a:lnTo>
                  <a:pt x="8467" y="18390"/>
                </a:lnTo>
                <a:lnTo>
                  <a:pt x="7057" y="17911"/>
                </a:lnTo>
                <a:lnTo>
                  <a:pt x="5648" y="17403"/>
                </a:lnTo>
                <a:lnTo>
                  <a:pt x="4240" y="16872"/>
                </a:lnTo>
                <a:lnTo>
                  <a:pt x="2832" y="16314"/>
                </a:lnTo>
                <a:lnTo>
                  <a:pt x="1419" y="15729"/>
                </a:lnTo>
                <a:lnTo>
                  <a:pt x="0" y="15120"/>
                </a:lnTo>
                <a:lnTo>
                  <a:pt x="356" y="13694"/>
                </a:lnTo>
                <a:lnTo>
                  <a:pt x="713" y="12267"/>
                </a:lnTo>
                <a:lnTo>
                  <a:pt x="1071" y="10832"/>
                </a:lnTo>
                <a:lnTo>
                  <a:pt x="1432" y="9392"/>
                </a:lnTo>
                <a:lnTo>
                  <a:pt x="1795" y="7942"/>
                </a:lnTo>
                <a:lnTo>
                  <a:pt x="2160" y="6480"/>
                </a:lnTo>
                <a:lnTo>
                  <a:pt x="2795" y="6638"/>
                </a:lnTo>
                <a:lnTo>
                  <a:pt x="3430" y="6798"/>
                </a:lnTo>
                <a:lnTo>
                  <a:pt x="4309" y="7018"/>
                </a:lnTo>
                <a:lnTo>
                  <a:pt x="5670" y="7357"/>
                </a:lnTo>
                <a:lnTo>
                  <a:pt x="7754" y="7878"/>
                </a:lnTo>
                <a:lnTo>
                  <a:pt x="10800" y="8640"/>
                </a:lnTo>
                <a:lnTo>
                  <a:pt x="10800" y="7214"/>
                </a:lnTo>
                <a:lnTo>
                  <a:pt x="10800" y="5787"/>
                </a:lnTo>
                <a:lnTo>
                  <a:pt x="10800" y="4352"/>
                </a:lnTo>
                <a:lnTo>
                  <a:pt x="10800" y="2912"/>
                </a:lnTo>
                <a:lnTo>
                  <a:pt x="10800" y="1462"/>
                </a:lnTo>
                <a:lnTo>
                  <a:pt x="10800" y="0"/>
                </a:lnTo>
                <a:close/>
              </a:path>
            </a:pathLst>
          </a:custGeom>
          <a:solidFill>
            <a:srgbClr val="F0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8" name="contour_06926"/>
          <p:cNvSpPr/>
          <p:nvPr/>
        </p:nvSpPr>
        <p:spPr>
          <a:xfrm>
            <a:off x="5221289" y="4481605"/>
            <a:ext cx="65592" cy="58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2698"/>
                </a:moveTo>
                <a:lnTo>
                  <a:pt x="19790" y="3637"/>
                </a:lnTo>
                <a:lnTo>
                  <a:pt x="20690" y="4582"/>
                </a:lnTo>
                <a:lnTo>
                  <a:pt x="21600" y="5541"/>
                </a:lnTo>
                <a:lnTo>
                  <a:pt x="20174" y="5541"/>
                </a:lnTo>
                <a:lnTo>
                  <a:pt x="18744" y="5541"/>
                </a:lnTo>
                <a:lnTo>
                  <a:pt x="17309" y="5541"/>
                </a:lnTo>
                <a:lnTo>
                  <a:pt x="15862" y="5541"/>
                </a:lnTo>
                <a:lnTo>
                  <a:pt x="14400" y="5541"/>
                </a:lnTo>
                <a:lnTo>
                  <a:pt x="14698" y="7195"/>
                </a:lnTo>
                <a:lnTo>
                  <a:pt x="14995" y="8854"/>
                </a:lnTo>
                <a:lnTo>
                  <a:pt x="15293" y="10514"/>
                </a:lnTo>
                <a:lnTo>
                  <a:pt x="15590" y="12181"/>
                </a:lnTo>
                <a:lnTo>
                  <a:pt x="15890" y="13851"/>
                </a:lnTo>
                <a:lnTo>
                  <a:pt x="16193" y="15532"/>
                </a:lnTo>
                <a:lnTo>
                  <a:pt x="16495" y="17221"/>
                </a:lnTo>
                <a:lnTo>
                  <a:pt x="16800" y="18923"/>
                </a:lnTo>
                <a:lnTo>
                  <a:pt x="15314" y="19255"/>
                </a:lnTo>
                <a:lnTo>
                  <a:pt x="13829" y="19587"/>
                </a:lnTo>
                <a:lnTo>
                  <a:pt x="12338" y="19919"/>
                </a:lnTo>
                <a:lnTo>
                  <a:pt x="10846" y="20251"/>
                </a:lnTo>
                <a:lnTo>
                  <a:pt x="9346" y="20586"/>
                </a:lnTo>
                <a:lnTo>
                  <a:pt x="7838" y="20920"/>
                </a:lnTo>
                <a:lnTo>
                  <a:pt x="6324" y="21257"/>
                </a:lnTo>
                <a:lnTo>
                  <a:pt x="4800" y="21600"/>
                </a:lnTo>
                <a:lnTo>
                  <a:pt x="4884" y="19903"/>
                </a:lnTo>
                <a:lnTo>
                  <a:pt x="4968" y="18179"/>
                </a:lnTo>
                <a:lnTo>
                  <a:pt x="5011" y="16713"/>
                </a:lnTo>
                <a:lnTo>
                  <a:pt x="5054" y="15235"/>
                </a:lnTo>
                <a:lnTo>
                  <a:pt x="5100" y="13736"/>
                </a:lnTo>
                <a:lnTo>
                  <a:pt x="5155" y="12277"/>
                </a:lnTo>
                <a:lnTo>
                  <a:pt x="5210" y="10805"/>
                </a:lnTo>
                <a:lnTo>
                  <a:pt x="5268" y="9314"/>
                </a:lnTo>
                <a:lnTo>
                  <a:pt x="5035" y="7441"/>
                </a:lnTo>
                <a:lnTo>
                  <a:pt x="4800" y="5541"/>
                </a:lnTo>
                <a:lnTo>
                  <a:pt x="3365" y="4457"/>
                </a:lnTo>
                <a:lnTo>
                  <a:pt x="2386" y="3817"/>
                </a:lnTo>
                <a:lnTo>
                  <a:pt x="1414" y="3370"/>
                </a:lnTo>
                <a:lnTo>
                  <a:pt x="0" y="2864"/>
                </a:lnTo>
                <a:lnTo>
                  <a:pt x="3264" y="1994"/>
                </a:lnTo>
                <a:lnTo>
                  <a:pt x="6002" y="1282"/>
                </a:lnTo>
                <a:lnTo>
                  <a:pt x="8280" y="728"/>
                </a:lnTo>
                <a:lnTo>
                  <a:pt x="10164" y="329"/>
                </a:lnTo>
                <a:lnTo>
                  <a:pt x="11719" y="88"/>
                </a:lnTo>
                <a:lnTo>
                  <a:pt x="13010" y="0"/>
                </a:lnTo>
                <a:lnTo>
                  <a:pt x="14102" y="67"/>
                </a:lnTo>
                <a:lnTo>
                  <a:pt x="15065" y="286"/>
                </a:lnTo>
                <a:lnTo>
                  <a:pt x="15958" y="661"/>
                </a:lnTo>
                <a:lnTo>
                  <a:pt x="16853" y="1188"/>
                </a:lnTo>
                <a:lnTo>
                  <a:pt x="17810" y="1866"/>
                </a:lnTo>
                <a:lnTo>
                  <a:pt x="18900" y="2698"/>
                </a:lnTo>
                <a:close/>
              </a:path>
            </a:pathLst>
          </a:custGeom>
          <a:solidFill>
            <a:srgbClr val="5C4E33"/>
          </a:solidFill>
          <a:ln>
            <a:noFill/>
          </a:ln>
        </p:spPr>
        <p:txBody>
          <a:bodyPr/>
          <a:lstStyle/>
          <a:p/>
        </p:txBody>
      </p:sp>
      <p:sp>
        <p:nvSpPr>
          <p:cNvPr id="6929" name="contour_06927"/>
          <p:cNvSpPr/>
          <p:nvPr/>
        </p:nvSpPr>
        <p:spPr>
          <a:xfrm>
            <a:off x="5075529" y="4460251"/>
            <a:ext cx="65592" cy="651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590" y="0"/>
                </a:lnTo>
                <a:lnTo>
                  <a:pt x="4800" y="0"/>
                </a:lnTo>
                <a:lnTo>
                  <a:pt x="4800" y="1595"/>
                </a:lnTo>
                <a:lnTo>
                  <a:pt x="4800" y="3192"/>
                </a:lnTo>
                <a:lnTo>
                  <a:pt x="4800" y="4789"/>
                </a:lnTo>
                <a:lnTo>
                  <a:pt x="4800" y="6391"/>
                </a:lnTo>
                <a:lnTo>
                  <a:pt x="4800" y="7997"/>
                </a:lnTo>
                <a:lnTo>
                  <a:pt x="4800" y="9611"/>
                </a:lnTo>
                <a:lnTo>
                  <a:pt x="4800" y="11230"/>
                </a:lnTo>
                <a:lnTo>
                  <a:pt x="4800" y="12859"/>
                </a:lnTo>
                <a:lnTo>
                  <a:pt x="4800" y="14497"/>
                </a:lnTo>
                <a:lnTo>
                  <a:pt x="6386" y="14497"/>
                </a:lnTo>
                <a:lnTo>
                  <a:pt x="7982" y="14497"/>
                </a:lnTo>
                <a:lnTo>
                  <a:pt x="9600" y="14497"/>
                </a:lnTo>
                <a:lnTo>
                  <a:pt x="9600" y="13061"/>
                </a:lnTo>
                <a:lnTo>
                  <a:pt x="9600" y="11621"/>
                </a:lnTo>
                <a:lnTo>
                  <a:pt x="9600" y="10177"/>
                </a:lnTo>
                <a:lnTo>
                  <a:pt x="9600" y="8720"/>
                </a:lnTo>
                <a:lnTo>
                  <a:pt x="9600" y="7248"/>
                </a:lnTo>
                <a:lnTo>
                  <a:pt x="11297" y="7248"/>
                </a:lnTo>
                <a:lnTo>
                  <a:pt x="12996" y="7248"/>
                </a:lnTo>
                <a:lnTo>
                  <a:pt x="14700" y="7248"/>
                </a:lnTo>
                <a:lnTo>
                  <a:pt x="16411" y="7248"/>
                </a:lnTo>
                <a:lnTo>
                  <a:pt x="18130" y="7248"/>
                </a:lnTo>
                <a:lnTo>
                  <a:pt x="19858" y="7248"/>
                </a:lnTo>
                <a:lnTo>
                  <a:pt x="21600" y="7248"/>
                </a:lnTo>
                <a:lnTo>
                  <a:pt x="21226" y="10037"/>
                </a:lnTo>
                <a:lnTo>
                  <a:pt x="20904" y="12170"/>
                </a:lnTo>
                <a:lnTo>
                  <a:pt x="20585" y="13784"/>
                </a:lnTo>
                <a:lnTo>
                  <a:pt x="20218" y="15014"/>
                </a:lnTo>
                <a:lnTo>
                  <a:pt x="19752" y="15995"/>
                </a:lnTo>
                <a:lnTo>
                  <a:pt x="19133" y="16862"/>
                </a:lnTo>
                <a:lnTo>
                  <a:pt x="18314" y="17751"/>
                </a:lnTo>
                <a:lnTo>
                  <a:pt x="17242" y="18800"/>
                </a:lnTo>
                <a:lnTo>
                  <a:pt x="15751" y="19645"/>
                </a:lnTo>
                <a:lnTo>
                  <a:pt x="14326" y="20336"/>
                </a:lnTo>
                <a:lnTo>
                  <a:pt x="12926" y="20878"/>
                </a:lnTo>
                <a:lnTo>
                  <a:pt x="11508" y="21267"/>
                </a:lnTo>
                <a:lnTo>
                  <a:pt x="10034" y="21506"/>
                </a:lnTo>
                <a:lnTo>
                  <a:pt x="8462" y="21600"/>
                </a:lnTo>
                <a:lnTo>
                  <a:pt x="6749" y="21547"/>
                </a:lnTo>
                <a:lnTo>
                  <a:pt x="4968" y="20938"/>
                </a:lnTo>
                <a:lnTo>
                  <a:pt x="3518" y="20293"/>
                </a:lnTo>
                <a:lnTo>
                  <a:pt x="2287" y="19491"/>
                </a:lnTo>
                <a:lnTo>
                  <a:pt x="1154" y="18406"/>
                </a:lnTo>
                <a:lnTo>
                  <a:pt x="0" y="16913"/>
                </a:lnTo>
                <a:lnTo>
                  <a:pt x="7" y="15171"/>
                </a:lnTo>
                <a:lnTo>
                  <a:pt x="82" y="13453"/>
                </a:lnTo>
                <a:lnTo>
                  <a:pt x="216" y="11752"/>
                </a:lnTo>
                <a:lnTo>
                  <a:pt x="406" y="10063"/>
                </a:lnTo>
                <a:lnTo>
                  <a:pt x="646" y="8386"/>
                </a:lnTo>
                <a:lnTo>
                  <a:pt x="931" y="6714"/>
                </a:lnTo>
                <a:lnTo>
                  <a:pt x="1255" y="5045"/>
                </a:lnTo>
                <a:lnTo>
                  <a:pt x="1610" y="3370"/>
                </a:lnTo>
                <a:lnTo>
                  <a:pt x="1994" y="1691"/>
                </a:lnTo>
                <a:lnTo>
                  <a:pt x="2400" y="0"/>
                </a:lnTo>
                <a:close/>
              </a:path>
            </a:pathLst>
          </a:custGeom>
          <a:solidFill>
            <a:srgbClr val="614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0" name="contour_06928"/>
          <p:cNvSpPr/>
          <p:nvPr/>
        </p:nvSpPr>
        <p:spPr>
          <a:xfrm>
            <a:off x="8366968" y="4483332"/>
            <a:ext cx="61037" cy="44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18"/>
                </a:moveTo>
                <a:lnTo>
                  <a:pt x="21038" y="8592"/>
                </a:lnTo>
                <a:lnTo>
                  <a:pt x="20447" y="10697"/>
                </a:lnTo>
                <a:lnTo>
                  <a:pt x="19810" y="12738"/>
                </a:lnTo>
                <a:lnTo>
                  <a:pt x="19109" y="14727"/>
                </a:lnTo>
                <a:lnTo>
                  <a:pt x="18325" y="16667"/>
                </a:lnTo>
                <a:lnTo>
                  <a:pt x="17442" y="18561"/>
                </a:lnTo>
                <a:lnTo>
                  <a:pt x="16442" y="20424"/>
                </a:lnTo>
                <a:lnTo>
                  <a:pt x="14665" y="21127"/>
                </a:lnTo>
                <a:lnTo>
                  <a:pt x="12965" y="21509"/>
                </a:lnTo>
                <a:lnTo>
                  <a:pt x="11302" y="21600"/>
                </a:lnTo>
                <a:lnTo>
                  <a:pt x="9636" y="21428"/>
                </a:lnTo>
                <a:lnTo>
                  <a:pt x="7923" y="21026"/>
                </a:lnTo>
                <a:lnTo>
                  <a:pt x="6125" y="20424"/>
                </a:lnTo>
                <a:lnTo>
                  <a:pt x="4299" y="18673"/>
                </a:lnTo>
                <a:lnTo>
                  <a:pt x="2935" y="17010"/>
                </a:lnTo>
                <a:lnTo>
                  <a:pt x="1929" y="15266"/>
                </a:lnTo>
                <a:lnTo>
                  <a:pt x="1173" y="13284"/>
                </a:lnTo>
                <a:lnTo>
                  <a:pt x="567" y="10900"/>
                </a:lnTo>
                <a:lnTo>
                  <a:pt x="0" y="7952"/>
                </a:lnTo>
                <a:lnTo>
                  <a:pt x="142" y="7209"/>
                </a:lnTo>
                <a:lnTo>
                  <a:pt x="392" y="5903"/>
                </a:lnTo>
                <a:lnTo>
                  <a:pt x="967" y="2917"/>
                </a:lnTo>
                <a:lnTo>
                  <a:pt x="2984" y="1754"/>
                </a:lnTo>
                <a:lnTo>
                  <a:pt x="4877" y="893"/>
                </a:lnTo>
                <a:lnTo>
                  <a:pt x="6662" y="319"/>
                </a:lnTo>
                <a:lnTo>
                  <a:pt x="8361" y="28"/>
                </a:lnTo>
                <a:lnTo>
                  <a:pt x="10002" y="0"/>
                </a:lnTo>
                <a:lnTo>
                  <a:pt x="11603" y="235"/>
                </a:lnTo>
                <a:lnTo>
                  <a:pt x="13184" y="711"/>
                </a:lnTo>
                <a:lnTo>
                  <a:pt x="14773" y="1425"/>
                </a:lnTo>
                <a:lnTo>
                  <a:pt x="16385" y="2363"/>
                </a:lnTo>
                <a:lnTo>
                  <a:pt x="18046" y="3515"/>
                </a:lnTo>
                <a:lnTo>
                  <a:pt x="19777" y="4870"/>
                </a:lnTo>
                <a:lnTo>
                  <a:pt x="21600" y="6418"/>
                </a:lnTo>
                <a:close/>
              </a:path>
            </a:pathLst>
          </a:custGeom>
          <a:solidFill>
            <a:srgbClr val="EC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1" name="contour_06929"/>
          <p:cNvSpPr/>
          <p:nvPr/>
        </p:nvSpPr>
        <p:spPr>
          <a:xfrm>
            <a:off x="4871465" y="4380083"/>
            <a:ext cx="72880" cy="808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3673" y="963"/>
                </a:lnTo>
                <a:lnTo>
                  <a:pt x="14388" y="1929"/>
                </a:lnTo>
                <a:lnTo>
                  <a:pt x="15103" y="2898"/>
                </a:lnTo>
                <a:lnTo>
                  <a:pt x="15824" y="3871"/>
                </a:lnTo>
                <a:lnTo>
                  <a:pt x="16550" y="4850"/>
                </a:lnTo>
                <a:lnTo>
                  <a:pt x="17280" y="5839"/>
                </a:lnTo>
                <a:lnTo>
                  <a:pt x="16250" y="6166"/>
                </a:lnTo>
                <a:lnTo>
                  <a:pt x="15204" y="6501"/>
                </a:lnTo>
                <a:lnTo>
                  <a:pt x="13893" y="7279"/>
                </a:lnTo>
                <a:lnTo>
                  <a:pt x="13128" y="7914"/>
                </a:lnTo>
                <a:lnTo>
                  <a:pt x="12619" y="8743"/>
                </a:lnTo>
                <a:lnTo>
                  <a:pt x="12066" y="10103"/>
                </a:lnTo>
                <a:lnTo>
                  <a:pt x="11839" y="11429"/>
                </a:lnTo>
                <a:lnTo>
                  <a:pt x="11610" y="12772"/>
                </a:lnTo>
                <a:lnTo>
                  <a:pt x="11521" y="13287"/>
                </a:lnTo>
                <a:lnTo>
                  <a:pt x="11409" y="13953"/>
                </a:lnTo>
                <a:lnTo>
                  <a:pt x="11193" y="15214"/>
                </a:lnTo>
                <a:lnTo>
                  <a:pt x="10800" y="17517"/>
                </a:lnTo>
                <a:lnTo>
                  <a:pt x="12327" y="17517"/>
                </a:lnTo>
                <a:lnTo>
                  <a:pt x="13856" y="17517"/>
                </a:lnTo>
                <a:lnTo>
                  <a:pt x="15390" y="17517"/>
                </a:lnTo>
                <a:lnTo>
                  <a:pt x="16930" y="17517"/>
                </a:lnTo>
                <a:lnTo>
                  <a:pt x="18477" y="17517"/>
                </a:lnTo>
                <a:lnTo>
                  <a:pt x="20032" y="17517"/>
                </a:lnTo>
                <a:lnTo>
                  <a:pt x="21600" y="17517"/>
                </a:lnTo>
                <a:lnTo>
                  <a:pt x="21600" y="18803"/>
                </a:lnTo>
                <a:lnTo>
                  <a:pt x="21600" y="20097"/>
                </a:lnTo>
                <a:lnTo>
                  <a:pt x="21600" y="21409"/>
                </a:lnTo>
                <a:lnTo>
                  <a:pt x="20332" y="21438"/>
                </a:lnTo>
                <a:lnTo>
                  <a:pt x="19062" y="21466"/>
                </a:lnTo>
                <a:lnTo>
                  <a:pt x="17794" y="21489"/>
                </a:lnTo>
                <a:lnTo>
                  <a:pt x="16524" y="21510"/>
                </a:lnTo>
                <a:lnTo>
                  <a:pt x="15254" y="21530"/>
                </a:lnTo>
                <a:lnTo>
                  <a:pt x="14075" y="21553"/>
                </a:lnTo>
                <a:lnTo>
                  <a:pt x="12889" y="21577"/>
                </a:lnTo>
                <a:lnTo>
                  <a:pt x="11686" y="21600"/>
                </a:lnTo>
                <a:lnTo>
                  <a:pt x="9891" y="21460"/>
                </a:lnTo>
                <a:lnTo>
                  <a:pt x="8750" y="21189"/>
                </a:lnTo>
                <a:lnTo>
                  <a:pt x="7776" y="20592"/>
                </a:lnTo>
                <a:lnTo>
                  <a:pt x="6480" y="19463"/>
                </a:lnTo>
                <a:lnTo>
                  <a:pt x="6493" y="18122"/>
                </a:lnTo>
                <a:lnTo>
                  <a:pt x="6528" y="17168"/>
                </a:lnTo>
                <a:lnTo>
                  <a:pt x="6603" y="16145"/>
                </a:lnTo>
                <a:lnTo>
                  <a:pt x="6750" y="14597"/>
                </a:lnTo>
                <a:lnTo>
                  <a:pt x="6793" y="13038"/>
                </a:lnTo>
                <a:lnTo>
                  <a:pt x="6780" y="12011"/>
                </a:lnTo>
                <a:lnTo>
                  <a:pt x="6683" y="11061"/>
                </a:lnTo>
                <a:lnTo>
                  <a:pt x="6480" y="9731"/>
                </a:lnTo>
                <a:lnTo>
                  <a:pt x="4873" y="8957"/>
                </a:lnTo>
                <a:lnTo>
                  <a:pt x="3732" y="8468"/>
                </a:lnTo>
                <a:lnTo>
                  <a:pt x="2748" y="8172"/>
                </a:lnTo>
                <a:lnTo>
                  <a:pt x="1607" y="7976"/>
                </a:lnTo>
                <a:lnTo>
                  <a:pt x="0" y="7785"/>
                </a:lnTo>
                <a:lnTo>
                  <a:pt x="1346" y="7131"/>
                </a:lnTo>
                <a:lnTo>
                  <a:pt x="2696" y="6483"/>
                </a:lnTo>
                <a:lnTo>
                  <a:pt x="4050" y="5839"/>
                </a:lnTo>
                <a:lnTo>
                  <a:pt x="4616" y="5566"/>
                </a:lnTo>
                <a:lnTo>
                  <a:pt x="6329" y="4745"/>
                </a:lnTo>
                <a:lnTo>
                  <a:pt x="7491" y="4329"/>
                </a:lnTo>
                <a:lnTo>
                  <a:pt x="8418" y="4077"/>
                </a:lnTo>
                <a:lnTo>
                  <a:pt x="9426" y="3947"/>
                </a:lnTo>
                <a:lnTo>
                  <a:pt x="10832" y="3900"/>
                </a:lnTo>
                <a:lnTo>
                  <a:pt x="12960" y="3893"/>
                </a:lnTo>
                <a:lnTo>
                  <a:pt x="12960" y="2606"/>
                </a:lnTo>
                <a:lnTo>
                  <a:pt x="12960" y="1312"/>
                </a:lnTo>
                <a:lnTo>
                  <a:pt x="12960" y="0"/>
                </a:lnTo>
                <a:close/>
              </a:path>
            </a:pathLst>
          </a:custGeom>
          <a:solidFill>
            <a:srgbClr val="45413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2" name="contour_06930"/>
          <p:cNvSpPr/>
          <p:nvPr/>
        </p:nvSpPr>
        <p:spPr>
          <a:xfrm>
            <a:off x="10912051" y="4321779"/>
            <a:ext cx="5095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27" y="0"/>
                </a:moveTo>
                <a:lnTo>
                  <a:pt x="19833" y="1312"/>
                </a:lnTo>
                <a:lnTo>
                  <a:pt x="20488" y="2563"/>
                </a:lnTo>
                <a:lnTo>
                  <a:pt x="20988" y="3766"/>
                </a:lnTo>
                <a:lnTo>
                  <a:pt x="21337" y="4930"/>
                </a:lnTo>
                <a:lnTo>
                  <a:pt x="21541" y="6070"/>
                </a:lnTo>
                <a:lnTo>
                  <a:pt x="21600" y="7198"/>
                </a:lnTo>
                <a:lnTo>
                  <a:pt x="21517" y="8325"/>
                </a:lnTo>
                <a:lnTo>
                  <a:pt x="21291" y="9466"/>
                </a:lnTo>
                <a:lnTo>
                  <a:pt x="20927" y="10631"/>
                </a:lnTo>
                <a:lnTo>
                  <a:pt x="20426" y="11833"/>
                </a:lnTo>
                <a:lnTo>
                  <a:pt x="19793" y="13086"/>
                </a:lnTo>
                <a:lnTo>
                  <a:pt x="19027" y="14400"/>
                </a:lnTo>
                <a:lnTo>
                  <a:pt x="17837" y="15500"/>
                </a:lnTo>
                <a:lnTo>
                  <a:pt x="16605" y="16567"/>
                </a:lnTo>
                <a:lnTo>
                  <a:pt x="15329" y="17609"/>
                </a:lnTo>
                <a:lnTo>
                  <a:pt x="14007" y="18630"/>
                </a:lnTo>
                <a:lnTo>
                  <a:pt x="12638" y="19631"/>
                </a:lnTo>
                <a:lnTo>
                  <a:pt x="11223" y="20621"/>
                </a:lnTo>
                <a:lnTo>
                  <a:pt x="9759" y="21600"/>
                </a:lnTo>
                <a:lnTo>
                  <a:pt x="7785" y="21020"/>
                </a:lnTo>
                <a:lnTo>
                  <a:pt x="6327" y="20567"/>
                </a:lnTo>
                <a:lnTo>
                  <a:pt x="5125" y="20138"/>
                </a:lnTo>
                <a:lnTo>
                  <a:pt x="3923" y="19633"/>
                </a:lnTo>
                <a:lnTo>
                  <a:pt x="2465" y="18954"/>
                </a:lnTo>
                <a:lnTo>
                  <a:pt x="491" y="18000"/>
                </a:lnTo>
                <a:lnTo>
                  <a:pt x="164" y="16760"/>
                </a:lnTo>
                <a:lnTo>
                  <a:pt x="9" y="15581"/>
                </a:lnTo>
                <a:lnTo>
                  <a:pt x="0" y="14429"/>
                </a:lnTo>
                <a:lnTo>
                  <a:pt x="99" y="13270"/>
                </a:lnTo>
                <a:lnTo>
                  <a:pt x="275" y="12071"/>
                </a:lnTo>
                <a:lnTo>
                  <a:pt x="491" y="10800"/>
                </a:lnTo>
                <a:lnTo>
                  <a:pt x="2629" y="10967"/>
                </a:lnTo>
                <a:lnTo>
                  <a:pt x="4801" y="11138"/>
                </a:lnTo>
                <a:lnTo>
                  <a:pt x="5527" y="11088"/>
                </a:lnTo>
                <a:lnTo>
                  <a:pt x="6815" y="11002"/>
                </a:lnTo>
                <a:lnTo>
                  <a:pt x="9759" y="10800"/>
                </a:lnTo>
                <a:lnTo>
                  <a:pt x="11208" y="9623"/>
                </a:lnTo>
                <a:lnTo>
                  <a:pt x="12203" y="8753"/>
                </a:lnTo>
                <a:lnTo>
                  <a:pt x="12996" y="7933"/>
                </a:lnTo>
                <a:lnTo>
                  <a:pt x="13837" y="6901"/>
                </a:lnTo>
                <a:lnTo>
                  <a:pt x="14974" y="5400"/>
                </a:lnTo>
                <a:lnTo>
                  <a:pt x="15749" y="4396"/>
                </a:lnTo>
                <a:lnTo>
                  <a:pt x="16531" y="3386"/>
                </a:lnTo>
                <a:lnTo>
                  <a:pt x="17324" y="2362"/>
                </a:lnTo>
                <a:lnTo>
                  <a:pt x="18171" y="1190"/>
                </a:lnTo>
                <a:lnTo>
                  <a:pt x="19027" y="0"/>
                </a:lnTo>
                <a:close/>
              </a:path>
            </a:pathLst>
          </a:custGeom>
          <a:solidFill>
            <a:srgbClr val="F5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3" name="contour_06931"/>
          <p:cNvSpPr/>
          <p:nvPr/>
        </p:nvSpPr>
        <p:spPr>
          <a:xfrm>
            <a:off x="7414974" y="4270763"/>
            <a:ext cx="5830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3" y="479"/>
                </a:lnTo>
                <a:lnTo>
                  <a:pt x="2724" y="842"/>
                </a:lnTo>
                <a:lnTo>
                  <a:pt x="3815" y="1276"/>
                </a:lnTo>
                <a:lnTo>
                  <a:pt x="5400" y="1964"/>
                </a:lnTo>
                <a:lnTo>
                  <a:pt x="5233" y="2938"/>
                </a:lnTo>
                <a:lnTo>
                  <a:pt x="5062" y="3915"/>
                </a:lnTo>
                <a:lnTo>
                  <a:pt x="4892" y="4909"/>
                </a:lnTo>
                <a:lnTo>
                  <a:pt x="5060" y="5883"/>
                </a:lnTo>
                <a:lnTo>
                  <a:pt x="5230" y="6861"/>
                </a:lnTo>
                <a:lnTo>
                  <a:pt x="5400" y="7855"/>
                </a:lnTo>
                <a:lnTo>
                  <a:pt x="7036" y="8363"/>
                </a:lnTo>
                <a:lnTo>
                  <a:pt x="8675" y="8805"/>
                </a:lnTo>
                <a:lnTo>
                  <a:pt x="10325" y="9174"/>
                </a:lnTo>
                <a:lnTo>
                  <a:pt x="11988" y="9469"/>
                </a:lnTo>
                <a:lnTo>
                  <a:pt x="13673" y="9683"/>
                </a:lnTo>
                <a:lnTo>
                  <a:pt x="15385" y="9816"/>
                </a:lnTo>
                <a:lnTo>
                  <a:pt x="17123" y="9861"/>
                </a:lnTo>
                <a:lnTo>
                  <a:pt x="18900" y="9818"/>
                </a:lnTo>
                <a:lnTo>
                  <a:pt x="19945" y="8666"/>
                </a:lnTo>
                <a:lnTo>
                  <a:pt x="20574" y="7872"/>
                </a:lnTo>
                <a:lnTo>
                  <a:pt x="21041" y="7071"/>
                </a:lnTo>
                <a:lnTo>
                  <a:pt x="21600" y="5891"/>
                </a:lnTo>
                <a:lnTo>
                  <a:pt x="21600" y="7187"/>
                </a:lnTo>
                <a:lnTo>
                  <a:pt x="21600" y="8485"/>
                </a:lnTo>
                <a:lnTo>
                  <a:pt x="21600" y="9789"/>
                </a:lnTo>
                <a:lnTo>
                  <a:pt x="21600" y="11098"/>
                </a:lnTo>
                <a:lnTo>
                  <a:pt x="21600" y="12416"/>
                </a:lnTo>
                <a:lnTo>
                  <a:pt x="21600" y="13745"/>
                </a:lnTo>
                <a:lnTo>
                  <a:pt x="19818" y="13745"/>
                </a:lnTo>
                <a:lnTo>
                  <a:pt x="18033" y="13745"/>
                </a:lnTo>
                <a:lnTo>
                  <a:pt x="16240" y="13745"/>
                </a:lnTo>
                <a:lnTo>
                  <a:pt x="14440" y="13745"/>
                </a:lnTo>
                <a:lnTo>
                  <a:pt x="12628" y="13745"/>
                </a:lnTo>
                <a:lnTo>
                  <a:pt x="10800" y="13745"/>
                </a:lnTo>
                <a:lnTo>
                  <a:pt x="11245" y="15041"/>
                </a:lnTo>
                <a:lnTo>
                  <a:pt x="11691" y="16339"/>
                </a:lnTo>
                <a:lnTo>
                  <a:pt x="12139" y="17643"/>
                </a:lnTo>
                <a:lnTo>
                  <a:pt x="12590" y="18953"/>
                </a:lnTo>
                <a:lnTo>
                  <a:pt x="13044" y="20271"/>
                </a:lnTo>
                <a:lnTo>
                  <a:pt x="13500" y="21600"/>
                </a:lnTo>
                <a:lnTo>
                  <a:pt x="10411" y="21384"/>
                </a:lnTo>
                <a:lnTo>
                  <a:pt x="8238" y="21195"/>
                </a:lnTo>
                <a:lnTo>
                  <a:pt x="6680" y="20979"/>
                </a:lnTo>
                <a:lnTo>
                  <a:pt x="5438" y="20685"/>
                </a:lnTo>
                <a:lnTo>
                  <a:pt x="4212" y="20255"/>
                </a:lnTo>
                <a:lnTo>
                  <a:pt x="2700" y="19636"/>
                </a:lnTo>
                <a:lnTo>
                  <a:pt x="2090" y="18423"/>
                </a:lnTo>
                <a:lnTo>
                  <a:pt x="1625" y="17207"/>
                </a:lnTo>
                <a:lnTo>
                  <a:pt x="1285" y="15986"/>
                </a:lnTo>
                <a:lnTo>
                  <a:pt x="1048" y="14755"/>
                </a:lnTo>
                <a:lnTo>
                  <a:pt x="891" y="13514"/>
                </a:lnTo>
                <a:lnTo>
                  <a:pt x="791" y="12259"/>
                </a:lnTo>
                <a:lnTo>
                  <a:pt x="726" y="10987"/>
                </a:lnTo>
                <a:lnTo>
                  <a:pt x="675" y="9696"/>
                </a:lnTo>
                <a:lnTo>
                  <a:pt x="594" y="8768"/>
                </a:lnTo>
                <a:lnTo>
                  <a:pt x="513" y="7833"/>
                </a:lnTo>
                <a:lnTo>
                  <a:pt x="432" y="6885"/>
                </a:lnTo>
                <a:lnTo>
                  <a:pt x="324" y="5508"/>
                </a:lnTo>
                <a:lnTo>
                  <a:pt x="227" y="4131"/>
                </a:lnTo>
                <a:lnTo>
                  <a:pt x="140" y="2755"/>
                </a:lnTo>
                <a:lnTo>
                  <a:pt x="65" y="1378"/>
                </a:lnTo>
                <a:lnTo>
                  <a:pt x="0" y="0"/>
                </a:lnTo>
                <a:close/>
              </a:path>
            </a:pathLst>
          </a:custGeom>
          <a:solidFill>
            <a:srgbClr val="A9ABAA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4" name="contour_06932"/>
          <p:cNvSpPr/>
          <p:nvPr/>
        </p:nvSpPr>
        <p:spPr>
          <a:xfrm>
            <a:off x="2393264" y="4298567"/>
            <a:ext cx="51300" cy="59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31" y="488"/>
                </a:moveTo>
                <a:lnTo>
                  <a:pt x="19845" y="2056"/>
                </a:lnTo>
                <a:lnTo>
                  <a:pt x="20661" y="3251"/>
                </a:lnTo>
                <a:lnTo>
                  <a:pt x="21127" y="4455"/>
                </a:lnTo>
                <a:lnTo>
                  <a:pt x="21391" y="6046"/>
                </a:lnTo>
                <a:lnTo>
                  <a:pt x="21600" y="8405"/>
                </a:lnTo>
                <a:lnTo>
                  <a:pt x="20974" y="10113"/>
                </a:lnTo>
                <a:lnTo>
                  <a:pt x="20302" y="11796"/>
                </a:lnTo>
                <a:lnTo>
                  <a:pt x="19587" y="13459"/>
                </a:lnTo>
                <a:lnTo>
                  <a:pt x="18832" y="15103"/>
                </a:lnTo>
                <a:lnTo>
                  <a:pt x="18037" y="16736"/>
                </a:lnTo>
                <a:lnTo>
                  <a:pt x="17209" y="18362"/>
                </a:lnTo>
                <a:lnTo>
                  <a:pt x="16350" y="19980"/>
                </a:lnTo>
                <a:lnTo>
                  <a:pt x="15463" y="21600"/>
                </a:lnTo>
                <a:lnTo>
                  <a:pt x="11940" y="21394"/>
                </a:lnTo>
                <a:lnTo>
                  <a:pt x="9464" y="21194"/>
                </a:lnTo>
                <a:lnTo>
                  <a:pt x="7690" y="20924"/>
                </a:lnTo>
                <a:lnTo>
                  <a:pt x="6281" y="20510"/>
                </a:lnTo>
                <a:lnTo>
                  <a:pt x="4894" y="19879"/>
                </a:lnTo>
                <a:lnTo>
                  <a:pt x="3188" y="18961"/>
                </a:lnTo>
                <a:lnTo>
                  <a:pt x="2418" y="17240"/>
                </a:lnTo>
                <a:lnTo>
                  <a:pt x="1746" y="15522"/>
                </a:lnTo>
                <a:lnTo>
                  <a:pt x="1178" y="13799"/>
                </a:lnTo>
                <a:lnTo>
                  <a:pt x="718" y="12068"/>
                </a:lnTo>
                <a:lnTo>
                  <a:pt x="365" y="10324"/>
                </a:lnTo>
                <a:lnTo>
                  <a:pt x="123" y="8563"/>
                </a:lnTo>
                <a:lnTo>
                  <a:pt x="0" y="6780"/>
                </a:lnTo>
                <a:lnTo>
                  <a:pt x="0" y="4969"/>
                </a:lnTo>
                <a:lnTo>
                  <a:pt x="120" y="3127"/>
                </a:lnTo>
                <a:lnTo>
                  <a:pt x="2010" y="2019"/>
                </a:lnTo>
                <a:lnTo>
                  <a:pt x="3931" y="1188"/>
                </a:lnTo>
                <a:lnTo>
                  <a:pt x="5889" y="602"/>
                </a:lnTo>
                <a:lnTo>
                  <a:pt x="7880" y="230"/>
                </a:lnTo>
                <a:lnTo>
                  <a:pt x="9915" y="40"/>
                </a:lnTo>
                <a:lnTo>
                  <a:pt x="11995" y="0"/>
                </a:lnTo>
                <a:lnTo>
                  <a:pt x="14122" y="84"/>
                </a:lnTo>
                <a:lnTo>
                  <a:pt x="16297" y="256"/>
                </a:lnTo>
                <a:lnTo>
                  <a:pt x="18531" y="488"/>
                </a:lnTo>
                <a:close/>
              </a:path>
            </a:pathLst>
          </a:custGeom>
          <a:solidFill>
            <a:srgbClr val="F6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5" name="contour_06933"/>
          <p:cNvSpPr/>
          <p:nvPr/>
        </p:nvSpPr>
        <p:spPr>
          <a:xfrm>
            <a:off x="7458702" y="4248899"/>
            <a:ext cx="80168" cy="50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2125" y="1536"/>
                </a:lnTo>
                <a:lnTo>
                  <a:pt x="2290" y="3077"/>
                </a:lnTo>
                <a:lnTo>
                  <a:pt x="2455" y="4644"/>
                </a:lnTo>
                <a:lnTo>
                  <a:pt x="2942" y="6179"/>
                </a:lnTo>
                <a:lnTo>
                  <a:pt x="3430" y="7721"/>
                </a:lnTo>
                <a:lnTo>
                  <a:pt x="3927" y="9288"/>
                </a:lnTo>
                <a:lnTo>
                  <a:pt x="5308" y="9483"/>
                </a:lnTo>
                <a:lnTo>
                  <a:pt x="6612" y="9597"/>
                </a:lnTo>
                <a:lnTo>
                  <a:pt x="7872" y="9637"/>
                </a:lnTo>
                <a:lnTo>
                  <a:pt x="9131" y="9597"/>
                </a:lnTo>
                <a:lnTo>
                  <a:pt x="10421" y="9483"/>
                </a:lnTo>
                <a:lnTo>
                  <a:pt x="11782" y="9288"/>
                </a:lnTo>
                <a:lnTo>
                  <a:pt x="13143" y="9093"/>
                </a:lnTo>
                <a:lnTo>
                  <a:pt x="14433" y="8978"/>
                </a:lnTo>
                <a:lnTo>
                  <a:pt x="15691" y="8938"/>
                </a:lnTo>
                <a:lnTo>
                  <a:pt x="16952" y="8978"/>
                </a:lnTo>
                <a:lnTo>
                  <a:pt x="18256" y="9093"/>
                </a:lnTo>
                <a:lnTo>
                  <a:pt x="19636" y="9288"/>
                </a:lnTo>
                <a:lnTo>
                  <a:pt x="20359" y="11591"/>
                </a:lnTo>
                <a:lnTo>
                  <a:pt x="20822" y="13226"/>
                </a:lnTo>
                <a:lnTo>
                  <a:pt x="21121" y="14637"/>
                </a:lnTo>
                <a:lnTo>
                  <a:pt x="21349" y="16272"/>
                </a:lnTo>
                <a:lnTo>
                  <a:pt x="21600" y="18575"/>
                </a:lnTo>
                <a:lnTo>
                  <a:pt x="20200" y="19173"/>
                </a:lnTo>
                <a:lnTo>
                  <a:pt x="18792" y="19736"/>
                </a:lnTo>
                <a:lnTo>
                  <a:pt x="17378" y="20250"/>
                </a:lnTo>
                <a:lnTo>
                  <a:pt x="15960" y="20705"/>
                </a:lnTo>
                <a:lnTo>
                  <a:pt x="14539" y="21080"/>
                </a:lnTo>
                <a:lnTo>
                  <a:pt x="13119" y="21365"/>
                </a:lnTo>
                <a:lnTo>
                  <a:pt x="11699" y="21544"/>
                </a:lnTo>
                <a:lnTo>
                  <a:pt x="10284" y="21600"/>
                </a:lnTo>
                <a:lnTo>
                  <a:pt x="8874" y="21523"/>
                </a:lnTo>
                <a:lnTo>
                  <a:pt x="7470" y="21294"/>
                </a:lnTo>
                <a:lnTo>
                  <a:pt x="6075" y="20897"/>
                </a:lnTo>
                <a:lnTo>
                  <a:pt x="4691" y="20324"/>
                </a:lnTo>
                <a:lnTo>
                  <a:pt x="3321" y="19554"/>
                </a:lnTo>
                <a:lnTo>
                  <a:pt x="1964" y="18575"/>
                </a:lnTo>
                <a:lnTo>
                  <a:pt x="1245" y="16588"/>
                </a:lnTo>
                <a:lnTo>
                  <a:pt x="713" y="14628"/>
                </a:lnTo>
                <a:lnTo>
                  <a:pt x="346" y="12653"/>
                </a:lnTo>
                <a:lnTo>
                  <a:pt x="120" y="10616"/>
                </a:lnTo>
                <a:lnTo>
                  <a:pt x="12" y="8480"/>
                </a:lnTo>
                <a:lnTo>
                  <a:pt x="0" y="6192"/>
                </a:lnTo>
                <a:lnTo>
                  <a:pt x="514" y="3919"/>
                </a:lnTo>
                <a:lnTo>
                  <a:pt x="890" y="2514"/>
                </a:lnTo>
                <a:lnTo>
                  <a:pt x="1312" y="1402"/>
                </a:lnTo>
                <a:lnTo>
                  <a:pt x="1964" y="0"/>
                </a:lnTo>
                <a:close/>
              </a:path>
            </a:pathLst>
          </a:custGeom>
          <a:solidFill>
            <a:srgbClr val="EDE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6" name="contour_06934"/>
          <p:cNvSpPr/>
          <p:nvPr/>
        </p:nvSpPr>
        <p:spPr>
          <a:xfrm>
            <a:off x="10140559" y="4219747"/>
            <a:ext cx="5182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" y="0"/>
                </a:moveTo>
                <a:lnTo>
                  <a:pt x="653" y="1604"/>
                </a:lnTo>
                <a:lnTo>
                  <a:pt x="1258" y="3213"/>
                </a:lnTo>
                <a:lnTo>
                  <a:pt x="1862" y="4828"/>
                </a:lnTo>
                <a:lnTo>
                  <a:pt x="2473" y="6456"/>
                </a:lnTo>
                <a:lnTo>
                  <a:pt x="3089" y="8100"/>
                </a:lnTo>
                <a:lnTo>
                  <a:pt x="4301" y="7420"/>
                </a:lnTo>
                <a:lnTo>
                  <a:pt x="5534" y="6728"/>
                </a:lnTo>
                <a:lnTo>
                  <a:pt x="7439" y="5775"/>
                </a:lnTo>
                <a:lnTo>
                  <a:pt x="9319" y="4890"/>
                </a:lnTo>
                <a:lnTo>
                  <a:pt x="11221" y="4080"/>
                </a:lnTo>
                <a:lnTo>
                  <a:pt x="13183" y="3348"/>
                </a:lnTo>
                <a:lnTo>
                  <a:pt x="15239" y="2700"/>
                </a:lnTo>
                <a:lnTo>
                  <a:pt x="17469" y="3734"/>
                </a:lnTo>
                <a:lnTo>
                  <a:pt x="18848" y="4641"/>
                </a:lnTo>
                <a:lnTo>
                  <a:pt x="19938" y="5927"/>
                </a:lnTo>
                <a:lnTo>
                  <a:pt x="21314" y="8100"/>
                </a:lnTo>
                <a:lnTo>
                  <a:pt x="21500" y="9931"/>
                </a:lnTo>
                <a:lnTo>
                  <a:pt x="21588" y="11718"/>
                </a:lnTo>
                <a:lnTo>
                  <a:pt x="21600" y="13481"/>
                </a:lnTo>
                <a:lnTo>
                  <a:pt x="21545" y="15250"/>
                </a:lnTo>
                <a:lnTo>
                  <a:pt x="21445" y="17048"/>
                </a:lnTo>
                <a:lnTo>
                  <a:pt x="21314" y="18900"/>
                </a:lnTo>
                <a:lnTo>
                  <a:pt x="19310" y="19197"/>
                </a:lnTo>
                <a:lnTo>
                  <a:pt x="17302" y="19494"/>
                </a:lnTo>
                <a:lnTo>
                  <a:pt x="15294" y="19791"/>
                </a:lnTo>
                <a:lnTo>
                  <a:pt x="13280" y="20091"/>
                </a:lnTo>
                <a:lnTo>
                  <a:pt x="11260" y="20390"/>
                </a:lnTo>
                <a:lnTo>
                  <a:pt x="9231" y="20690"/>
                </a:lnTo>
                <a:lnTo>
                  <a:pt x="7196" y="20992"/>
                </a:lnTo>
                <a:lnTo>
                  <a:pt x="5149" y="21295"/>
                </a:lnTo>
                <a:lnTo>
                  <a:pt x="3089" y="21600"/>
                </a:lnTo>
                <a:lnTo>
                  <a:pt x="2515" y="19745"/>
                </a:lnTo>
                <a:lnTo>
                  <a:pt x="2002" y="17931"/>
                </a:lnTo>
                <a:lnTo>
                  <a:pt x="1549" y="16151"/>
                </a:lnTo>
                <a:lnTo>
                  <a:pt x="1157" y="14394"/>
                </a:lnTo>
                <a:lnTo>
                  <a:pt x="823" y="12649"/>
                </a:lnTo>
                <a:lnTo>
                  <a:pt x="547" y="10911"/>
                </a:lnTo>
                <a:lnTo>
                  <a:pt x="328" y="9164"/>
                </a:lnTo>
                <a:lnTo>
                  <a:pt x="164" y="7401"/>
                </a:lnTo>
                <a:lnTo>
                  <a:pt x="55" y="5613"/>
                </a:lnTo>
                <a:lnTo>
                  <a:pt x="0" y="3791"/>
                </a:lnTo>
                <a:lnTo>
                  <a:pt x="0" y="1922"/>
                </a:lnTo>
                <a:lnTo>
                  <a:pt x="52" y="0"/>
                </a:lnTo>
                <a:close/>
              </a:path>
            </a:pathLst>
          </a:custGeom>
          <a:solidFill>
            <a:srgbClr val="D7D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7" name="contour_06935"/>
          <p:cNvSpPr/>
          <p:nvPr/>
        </p:nvSpPr>
        <p:spPr>
          <a:xfrm>
            <a:off x="7932421" y="4218377"/>
            <a:ext cx="72880" cy="596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90" y="0"/>
                </a:moveTo>
                <a:lnTo>
                  <a:pt x="8774" y="84"/>
                </a:lnTo>
                <a:lnTo>
                  <a:pt x="10143" y="222"/>
                </a:lnTo>
                <a:lnTo>
                  <a:pt x="11439" y="427"/>
                </a:lnTo>
                <a:lnTo>
                  <a:pt x="12705" y="710"/>
                </a:lnTo>
                <a:lnTo>
                  <a:pt x="13982" y="1082"/>
                </a:lnTo>
                <a:lnTo>
                  <a:pt x="15312" y="1556"/>
                </a:lnTo>
                <a:lnTo>
                  <a:pt x="16740" y="2145"/>
                </a:lnTo>
                <a:lnTo>
                  <a:pt x="17783" y="3698"/>
                </a:lnTo>
                <a:lnTo>
                  <a:pt x="18647" y="5294"/>
                </a:lnTo>
                <a:lnTo>
                  <a:pt x="19349" y="6933"/>
                </a:lnTo>
                <a:lnTo>
                  <a:pt x="19911" y="8613"/>
                </a:lnTo>
                <a:lnTo>
                  <a:pt x="20352" y="10336"/>
                </a:lnTo>
                <a:lnTo>
                  <a:pt x="20693" y="12103"/>
                </a:lnTo>
                <a:lnTo>
                  <a:pt x="20952" y="13913"/>
                </a:lnTo>
                <a:lnTo>
                  <a:pt x="21153" y="15767"/>
                </a:lnTo>
                <a:lnTo>
                  <a:pt x="21315" y="17667"/>
                </a:lnTo>
                <a:lnTo>
                  <a:pt x="21457" y="19611"/>
                </a:lnTo>
                <a:lnTo>
                  <a:pt x="21600" y="21600"/>
                </a:lnTo>
                <a:lnTo>
                  <a:pt x="20172" y="21600"/>
                </a:lnTo>
                <a:lnTo>
                  <a:pt x="18736" y="21600"/>
                </a:lnTo>
                <a:lnTo>
                  <a:pt x="17280" y="21600"/>
                </a:lnTo>
                <a:lnTo>
                  <a:pt x="17058" y="20292"/>
                </a:lnTo>
                <a:lnTo>
                  <a:pt x="16833" y="18975"/>
                </a:lnTo>
                <a:lnTo>
                  <a:pt x="16604" y="17643"/>
                </a:lnTo>
                <a:lnTo>
                  <a:pt x="16386" y="17063"/>
                </a:lnTo>
                <a:lnTo>
                  <a:pt x="16001" y="16036"/>
                </a:lnTo>
                <a:lnTo>
                  <a:pt x="15120" y="13686"/>
                </a:lnTo>
                <a:lnTo>
                  <a:pt x="13699" y="13602"/>
                </a:lnTo>
                <a:lnTo>
                  <a:pt x="12677" y="13591"/>
                </a:lnTo>
                <a:lnTo>
                  <a:pt x="11560" y="13668"/>
                </a:lnTo>
                <a:lnTo>
                  <a:pt x="9856" y="13850"/>
                </a:lnTo>
                <a:lnTo>
                  <a:pt x="8132" y="13987"/>
                </a:lnTo>
                <a:lnTo>
                  <a:pt x="6981" y="14016"/>
                </a:lnTo>
                <a:lnTo>
                  <a:pt x="5882" y="13921"/>
                </a:lnTo>
                <a:lnTo>
                  <a:pt x="4320" y="13686"/>
                </a:lnTo>
                <a:lnTo>
                  <a:pt x="3352" y="12356"/>
                </a:lnTo>
                <a:lnTo>
                  <a:pt x="2512" y="10987"/>
                </a:lnTo>
                <a:lnTo>
                  <a:pt x="1791" y="9565"/>
                </a:lnTo>
                <a:lnTo>
                  <a:pt x="1186" y="8083"/>
                </a:lnTo>
                <a:lnTo>
                  <a:pt x="689" y="6526"/>
                </a:lnTo>
                <a:lnTo>
                  <a:pt x="296" y="4880"/>
                </a:lnTo>
                <a:lnTo>
                  <a:pt x="0" y="3134"/>
                </a:lnTo>
                <a:lnTo>
                  <a:pt x="1210" y="1775"/>
                </a:lnTo>
                <a:lnTo>
                  <a:pt x="2257" y="889"/>
                </a:lnTo>
                <a:lnTo>
                  <a:pt x="3264" y="372"/>
                </a:lnTo>
                <a:lnTo>
                  <a:pt x="4355" y="121"/>
                </a:lnTo>
                <a:lnTo>
                  <a:pt x="5655" y="32"/>
                </a:lnTo>
                <a:lnTo>
                  <a:pt x="7290" y="0"/>
                </a:lnTo>
                <a:close/>
              </a:path>
            </a:pathLst>
          </a:custGeom>
          <a:solidFill>
            <a:srgbClr val="D4B36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8" name="contour_06936"/>
          <p:cNvSpPr/>
          <p:nvPr/>
        </p:nvSpPr>
        <p:spPr>
          <a:xfrm>
            <a:off x="2444564" y="4205171"/>
            <a:ext cx="10203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34" y="481"/>
                </a:lnTo>
                <a:lnTo>
                  <a:pt x="2064" y="970"/>
                </a:lnTo>
                <a:lnTo>
                  <a:pt x="3089" y="1467"/>
                </a:lnTo>
                <a:lnTo>
                  <a:pt x="4106" y="1975"/>
                </a:lnTo>
                <a:lnTo>
                  <a:pt x="5113" y="2493"/>
                </a:lnTo>
                <a:lnTo>
                  <a:pt x="6111" y="3026"/>
                </a:lnTo>
                <a:lnTo>
                  <a:pt x="7097" y="3572"/>
                </a:lnTo>
                <a:lnTo>
                  <a:pt x="8071" y="4133"/>
                </a:lnTo>
                <a:lnTo>
                  <a:pt x="9027" y="4713"/>
                </a:lnTo>
                <a:lnTo>
                  <a:pt x="9970" y="5311"/>
                </a:lnTo>
                <a:lnTo>
                  <a:pt x="10894" y="5928"/>
                </a:lnTo>
                <a:lnTo>
                  <a:pt x="11798" y="6566"/>
                </a:lnTo>
                <a:lnTo>
                  <a:pt x="12682" y="7227"/>
                </a:lnTo>
                <a:lnTo>
                  <a:pt x="13543" y="7912"/>
                </a:lnTo>
                <a:lnTo>
                  <a:pt x="14381" y="8623"/>
                </a:lnTo>
                <a:lnTo>
                  <a:pt x="15194" y="9361"/>
                </a:lnTo>
                <a:lnTo>
                  <a:pt x="15979" y="10126"/>
                </a:lnTo>
                <a:lnTo>
                  <a:pt x="16737" y="10920"/>
                </a:lnTo>
                <a:lnTo>
                  <a:pt x="17465" y="11747"/>
                </a:lnTo>
                <a:lnTo>
                  <a:pt x="18161" y="12605"/>
                </a:lnTo>
                <a:lnTo>
                  <a:pt x="18826" y="13497"/>
                </a:lnTo>
                <a:lnTo>
                  <a:pt x="19455" y="14426"/>
                </a:lnTo>
                <a:lnTo>
                  <a:pt x="20048" y="15388"/>
                </a:lnTo>
                <a:lnTo>
                  <a:pt x="20605" y="16391"/>
                </a:lnTo>
                <a:lnTo>
                  <a:pt x="21123" y="17433"/>
                </a:lnTo>
                <a:lnTo>
                  <a:pt x="21600" y="18514"/>
                </a:lnTo>
                <a:lnTo>
                  <a:pt x="21173" y="19505"/>
                </a:lnTo>
                <a:lnTo>
                  <a:pt x="20869" y="20156"/>
                </a:lnTo>
                <a:lnTo>
                  <a:pt x="20546" y="20758"/>
                </a:lnTo>
                <a:lnTo>
                  <a:pt x="20057" y="21600"/>
                </a:lnTo>
                <a:lnTo>
                  <a:pt x="19276" y="20830"/>
                </a:lnTo>
                <a:lnTo>
                  <a:pt x="18497" y="20060"/>
                </a:lnTo>
                <a:lnTo>
                  <a:pt x="17717" y="19289"/>
                </a:lnTo>
                <a:lnTo>
                  <a:pt x="16937" y="18517"/>
                </a:lnTo>
                <a:lnTo>
                  <a:pt x="16158" y="17747"/>
                </a:lnTo>
                <a:lnTo>
                  <a:pt x="15379" y="16976"/>
                </a:lnTo>
                <a:lnTo>
                  <a:pt x="14600" y="16205"/>
                </a:lnTo>
                <a:lnTo>
                  <a:pt x="13822" y="15433"/>
                </a:lnTo>
                <a:lnTo>
                  <a:pt x="13043" y="14660"/>
                </a:lnTo>
                <a:lnTo>
                  <a:pt x="12266" y="13889"/>
                </a:lnTo>
                <a:lnTo>
                  <a:pt x="11488" y="13116"/>
                </a:lnTo>
                <a:lnTo>
                  <a:pt x="10758" y="12392"/>
                </a:lnTo>
                <a:lnTo>
                  <a:pt x="10030" y="11670"/>
                </a:lnTo>
                <a:lnTo>
                  <a:pt x="9300" y="10950"/>
                </a:lnTo>
                <a:lnTo>
                  <a:pt x="8569" y="10229"/>
                </a:lnTo>
                <a:lnTo>
                  <a:pt x="7870" y="9539"/>
                </a:lnTo>
                <a:lnTo>
                  <a:pt x="7173" y="8848"/>
                </a:lnTo>
                <a:lnTo>
                  <a:pt x="6475" y="8157"/>
                </a:lnTo>
                <a:lnTo>
                  <a:pt x="5780" y="7466"/>
                </a:lnTo>
                <a:lnTo>
                  <a:pt x="5084" y="6773"/>
                </a:lnTo>
                <a:lnTo>
                  <a:pt x="4388" y="6080"/>
                </a:lnTo>
                <a:lnTo>
                  <a:pt x="3728" y="5432"/>
                </a:lnTo>
                <a:lnTo>
                  <a:pt x="3058" y="4775"/>
                </a:lnTo>
                <a:lnTo>
                  <a:pt x="2433" y="4143"/>
                </a:lnTo>
                <a:lnTo>
                  <a:pt x="1816" y="3501"/>
                </a:lnTo>
                <a:lnTo>
                  <a:pt x="1207" y="2853"/>
                </a:lnTo>
                <a:lnTo>
                  <a:pt x="602" y="2199"/>
                </a:lnTo>
                <a:lnTo>
                  <a:pt x="0" y="1543"/>
                </a:lnTo>
                <a:lnTo>
                  <a:pt x="0" y="778"/>
                </a:lnTo>
                <a:lnTo>
                  <a:pt x="0" y="0"/>
                </a:lnTo>
                <a:close/>
              </a:path>
            </a:pathLst>
          </a:custGeom>
          <a:solidFill>
            <a:srgbClr val="A2BCD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39" name="contour_06937"/>
          <p:cNvSpPr/>
          <p:nvPr/>
        </p:nvSpPr>
        <p:spPr>
          <a:xfrm>
            <a:off x="4069786" y="4146867"/>
            <a:ext cx="102032" cy="52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470" y="1474"/>
                </a:lnTo>
                <a:lnTo>
                  <a:pt x="9685" y="2972"/>
                </a:lnTo>
                <a:lnTo>
                  <a:pt x="9962" y="3721"/>
                </a:lnTo>
                <a:lnTo>
                  <a:pt x="10800" y="5992"/>
                </a:lnTo>
                <a:lnTo>
                  <a:pt x="12050" y="6276"/>
                </a:lnTo>
                <a:lnTo>
                  <a:pt x="12962" y="6435"/>
                </a:lnTo>
                <a:lnTo>
                  <a:pt x="13796" y="6492"/>
                </a:lnTo>
                <a:lnTo>
                  <a:pt x="14821" y="6465"/>
                </a:lnTo>
                <a:lnTo>
                  <a:pt x="16296" y="6366"/>
                </a:lnTo>
                <a:lnTo>
                  <a:pt x="17286" y="6312"/>
                </a:lnTo>
                <a:lnTo>
                  <a:pt x="18283" y="6258"/>
                </a:lnTo>
                <a:lnTo>
                  <a:pt x="19292" y="6201"/>
                </a:lnTo>
                <a:lnTo>
                  <a:pt x="19631" y="6171"/>
                </a:lnTo>
                <a:lnTo>
                  <a:pt x="20230" y="6118"/>
                </a:lnTo>
                <a:lnTo>
                  <a:pt x="21600" y="5992"/>
                </a:lnTo>
                <a:lnTo>
                  <a:pt x="21600" y="8110"/>
                </a:lnTo>
                <a:lnTo>
                  <a:pt x="21600" y="10231"/>
                </a:lnTo>
                <a:lnTo>
                  <a:pt x="21600" y="12358"/>
                </a:lnTo>
                <a:lnTo>
                  <a:pt x="21600" y="14494"/>
                </a:lnTo>
                <a:lnTo>
                  <a:pt x="21600" y="16639"/>
                </a:lnTo>
                <a:lnTo>
                  <a:pt x="21600" y="18796"/>
                </a:lnTo>
                <a:lnTo>
                  <a:pt x="21600" y="20971"/>
                </a:lnTo>
                <a:lnTo>
                  <a:pt x="19747" y="21267"/>
                </a:lnTo>
                <a:lnTo>
                  <a:pt x="18215" y="21483"/>
                </a:lnTo>
                <a:lnTo>
                  <a:pt x="16954" y="21600"/>
                </a:lnTo>
                <a:lnTo>
                  <a:pt x="15918" y="21600"/>
                </a:lnTo>
                <a:lnTo>
                  <a:pt x="15054" y="21462"/>
                </a:lnTo>
                <a:lnTo>
                  <a:pt x="14315" y="21169"/>
                </a:lnTo>
                <a:lnTo>
                  <a:pt x="13653" y="20698"/>
                </a:lnTo>
                <a:lnTo>
                  <a:pt x="13020" y="20030"/>
                </a:lnTo>
                <a:lnTo>
                  <a:pt x="12366" y="19149"/>
                </a:lnTo>
                <a:lnTo>
                  <a:pt x="11642" y="18032"/>
                </a:lnTo>
                <a:lnTo>
                  <a:pt x="10800" y="16663"/>
                </a:lnTo>
                <a:lnTo>
                  <a:pt x="10070" y="15426"/>
                </a:lnTo>
                <a:lnTo>
                  <a:pt x="9330" y="14170"/>
                </a:lnTo>
                <a:lnTo>
                  <a:pt x="8409" y="13053"/>
                </a:lnTo>
                <a:lnTo>
                  <a:pt x="7480" y="12163"/>
                </a:lnTo>
                <a:lnTo>
                  <a:pt x="6537" y="11462"/>
                </a:lnTo>
                <a:lnTo>
                  <a:pt x="5576" y="10920"/>
                </a:lnTo>
                <a:lnTo>
                  <a:pt x="4593" y="10500"/>
                </a:lnTo>
                <a:lnTo>
                  <a:pt x="3584" y="10168"/>
                </a:lnTo>
                <a:lnTo>
                  <a:pt x="2544" y="9886"/>
                </a:lnTo>
                <a:lnTo>
                  <a:pt x="1470" y="9620"/>
                </a:lnTo>
                <a:lnTo>
                  <a:pt x="741" y="9305"/>
                </a:lnTo>
                <a:lnTo>
                  <a:pt x="0" y="8988"/>
                </a:lnTo>
                <a:lnTo>
                  <a:pt x="0" y="7502"/>
                </a:lnTo>
                <a:lnTo>
                  <a:pt x="0" y="5992"/>
                </a:lnTo>
                <a:lnTo>
                  <a:pt x="1009" y="5198"/>
                </a:lnTo>
                <a:lnTo>
                  <a:pt x="1754" y="4635"/>
                </a:lnTo>
                <a:lnTo>
                  <a:pt x="2458" y="4149"/>
                </a:lnTo>
                <a:lnTo>
                  <a:pt x="3342" y="3592"/>
                </a:lnTo>
                <a:lnTo>
                  <a:pt x="4629" y="2810"/>
                </a:lnTo>
                <a:lnTo>
                  <a:pt x="5489" y="2280"/>
                </a:lnTo>
                <a:lnTo>
                  <a:pt x="6355" y="1747"/>
                </a:lnTo>
                <a:lnTo>
                  <a:pt x="7233" y="1204"/>
                </a:lnTo>
                <a:lnTo>
                  <a:pt x="8237" y="608"/>
                </a:lnTo>
                <a:lnTo>
                  <a:pt x="9257" y="0"/>
                </a:lnTo>
                <a:close/>
              </a:path>
            </a:pathLst>
          </a:custGeom>
          <a:solidFill>
            <a:srgbClr val="F4F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0" name="contour_06938"/>
          <p:cNvSpPr/>
          <p:nvPr/>
        </p:nvSpPr>
        <p:spPr>
          <a:xfrm>
            <a:off x="4652825" y="4059411"/>
            <a:ext cx="58304" cy="124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513" y="894"/>
                </a:lnTo>
                <a:lnTo>
                  <a:pt x="12091" y="1764"/>
                </a:lnTo>
                <a:lnTo>
                  <a:pt x="12541" y="2618"/>
                </a:lnTo>
                <a:lnTo>
                  <a:pt x="12879" y="3464"/>
                </a:lnTo>
                <a:lnTo>
                  <a:pt x="13114" y="4309"/>
                </a:lnTo>
                <a:lnTo>
                  <a:pt x="13260" y="5157"/>
                </a:lnTo>
                <a:lnTo>
                  <a:pt x="13324" y="6019"/>
                </a:lnTo>
                <a:lnTo>
                  <a:pt x="13322" y="6899"/>
                </a:lnTo>
                <a:lnTo>
                  <a:pt x="13265" y="7805"/>
                </a:lnTo>
                <a:lnTo>
                  <a:pt x="13162" y="8746"/>
                </a:lnTo>
                <a:lnTo>
                  <a:pt x="13119" y="9709"/>
                </a:lnTo>
                <a:lnTo>
                  <a:pt x="13144" y="10618"/>
                </a:lnTo>
                <a:lnTo>
                  <a:pt x="13249" y="11478"/>
                </a:lnTo>
                <a:lnTo>
                  <a:pt x="13446" y="12294"/>
                </a:lnTo>
                <a:lnTo>
                  <a:pt x="13748" y="13077"/>
                </a:lnTo>
                <a:lnTo>
                  <a:pt x="14167" y="13832"/>
                </a:lnTo>
                <a:lnTo>
                  <a:pt x="14718" y="14566"/>
                </a:lnTo>
                <a:lnTo>
                  <a:pt x="15409" y="15286"/>
                </a:lnTo>
                <a:lnTo>
                  <a:pt x="16251" y="15998"/>
                </a:lnTo>
                <a:lnTo>
                  <a:pt x="17261" y="16710"/>
                </a:lnTo>
                <a:lnTo>
                  <a:pt x="18449" y="17429"/>
                </a:lnTo>
                <a:lnTo>
                  <a:pt x="19829" y="18160"/>
                </a:lnTo>
                <a:lnTo>
                  <a:pt x="20706" y="18532"/>
                </a:lnTo>
                <a:lnTo>
                  <a:pt x="21600" y="18909"/>
                </a:lnTo>
                <a:lnTo>
                  <a:pt x="19672" y="18946"/>
                </a:lnTo>
                <a:lnTo>
                  <a:pt x="18287" y="18965"/>
                </a:lnTo>
                <a:lnTo>
                  <a:pt x="17056" y="18965"/>
                </a:lnTo>
                <a:lnTo>
                  <a:pt x="15590" y="18946"/>
                </a:lnTo>
                <a:lnTo>
                  <a:pt x="13500" y="18909"/>
                </a:lnTo>
                <a:lnTo>
                  <a:pt x="12161" y="18283"/>
                </a:lnTo>
                <a:lnTo>
                  <a:pt x="10800" y="17648"/>
                </a:lnTo>
                <a:lnTo>
                  <a:pt x="10676" y="17925"/>
                </a:lnTo>
                <a:lnTo>
                  <a:pt x="10457" y="18416"/>
                </a:lnTo>
                <a:lnTo>
                  <a:pt x="9958" y="19539"/>
                </a:lnTo>
                <a:lnTo>
                  <a:pt x="9685" y="19816"/>
                </a:lnTo>
                <a:lnTo>
                  <a:pt x="9202" y="20307"/>
                </a:lnTo>
                <a:lnTo>
                  <a:pt x="8100" y="21430"/>
                </a:lnTo>
                <a:lnTo>
                  <a:pt x="6010" y="21543"/>
                </a:lnTo>
                <a:lnTo>
                  <a:pt x="4544" y="21600"/>
                </a:lnTo>
                <a:lnTo>
                  <a:pt x="3313" y="21600"/>
                </a:lnTo>
                <a:lnTo>
                  <a:pt x="1928" y="21543"/>
                </a:lnTo>
                <a:lnTo>
                  <a:pt x="0" y="21430"/>
                </a:lnTo>
                <a:lnTo>
                  <a:pt x="788" y="19854"/>
                </a:lnTo>
                <a:lnTo>
                  <a:pt x="1404" y="18653"/>
                </a:lnTo>
                <a:lnTo>
                  <a:pt x="1887" y="17751"/>
                </a:lnTo>
                <a:lnTo>
                  <a:pt x="2292" y="17078"/>
                </a:lnTo>
                <a:lnTo>
                  <a:pt x="2665" y="16560"/>
                </a:lnTo>
                <a:lnTo>
                  <a:pt x="3051" y="16124"/>
                </a:lnTo>
                <a:lnTo>
                  <a:pt x="3499" y="15698"/>
                </a:lnTo>
                <a:lnTo>
                  <a:pt x="4055" y="15208"/>
                </a:lnTo>
                <a:lnTo>
                  <a:pt x="4787" y="14402"/>
                </a:lnTo>
                <a:lnTo>
                  <a:pt x="5322" y="13642"/>
                </a:lnTo>
                <a:lnTo>
                  <a:pt x="5702" y="12887"/>
                </a:lnTo>
                <a:lnTo>
                  <a:pt x="5967" y="12095"/>
                </a:lnTo>
                <a:lnTo>
                  <a:pt x="6159" y="11227"/>
                </a:lnTo>
                <a:lnTo>
                  <a:pt x="6313" y="10487"/>
                </a:lnTo>
                <a:lnTo>
                  <a:pt x="6466" y="9735"/>
                </a:lnTo>
                <a:lnTo>
                  <a:pt x="6607" y="8970"/>
                </a:lnTo>
                <a:lnTo>
                  <a:pt x="6750" y="8194"/>
                </a:lnTo>
                <a:lnTo>
                  <a:pt x="6893" y="7435"/>
                </a:lnTo>
                <a:lnTo>
                  <a:pt x="7036" y="6677"/>
                </a:lnTo>
                <a:lnTo>
                  <a:pt x="7187" y="5918"/>
                </a:lnTo>
                <a:lnTo>
                  <a:pt x="7341" y="5161"/>
                </a:lnTo>
                <a:lnTo>
                  <a:pt x="7463" y="4490"/>
                </a:lnTo>
                <a:lnTo>
                  <a:pt x="7590" y="3808"/>
                </a:lnTo>
                <a:lnTo>
                  <a:pt x="7997" y="2981"/>
                </a:lnTo>
                <a:lnTo>
                  <a:pt x="8529" y="2212"/>
                </a:lnTo>
                <a:lnTo>
                  <a:pt x="9180" y="1477"/>
                </a:lnTo>
                <a:lnTo>
                  <a:pt x="9939" y="748"/>
                </a:lnTo>
                <a:lnTo>
                  <a:pt x="10800" y="0"/>
                </a:lnTo>
                <a:close/>
              </a:path>
            </a:pathLst>
          </a:custGeom>
          <a:solidFill>
            <a:srgbClr val="E8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1" name="contour_06939"/>
          <p:cNvSpPr/>
          <p:nvPr/>
        </p:nvSpPr>
        <p:spPr>
          <a:xfrm>
            <a:off x="11197442" y="3555884"/>
            <a:ext cx="145760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5"/>
                </a:moveTo>
                <a:lnTo>
                  <a:pt x="20911" y="2477"/>
                </a:lnTo>
                <a:lnTo>
                  <a:pt x="20217" y="4283"/>
                </a:lnTo>
                <a:lnTo>
                  <a:pt x="19517" y="5910"/>
                </a:lnTo>
                <a:lnTo>
                  <a:pt x="18813" y="7362"/>
                </a:lnTo>
                <a:lnTo>
                  <a:pt x="18102" y="8661"/>
                </a:lnTo>
                <a:lnTo>
                  <a:pt x="17387" y="9812"/>
                </a:lnTo>
                <a:lnTo>
                  <a:pt x="16667" y="10832"/>
                </a:lnTo>
                <a:lnTo>
                  <a:pt x="15942" y="11735"/>
                </a:lnTo>
                <a:lnTo>
                  <a:pt x="15210" y="12532"/>
                </a:lnTo>
                <a:lnTo>
                  <a:pt x="14473" y="13229"/>
                </a:lnTo>
                <a:lnTo>
                  <a:pt x="13731" y="13853"/>
                </a:lnTo>
                <a:lnTo>
                  <a:pt x="12983" y="14402"/>
                </a:lnTo>
                <a:lnTo>
                  <a:pt x="12229" y="14898"/>
                </a:lnTo>
                <a:lnTo>
                  <a:pt x="11470" y="15347"/>
                </a:lnTo>
                <a:lnTo>
                  <a:pt x="10704" y="15770"/>
                </a:lnTo>
                <a:lnTo>
                  <a:pt x="9932" y="16176"/>
                </a:lnTo>
                <a:lnTo>
                  <a:pt x="9154" y="16572"/>
                </a:lnTo>
                <a:lnTo>
                  <a:pt x="8370" y="16979"/>
                </a:lnTo>
                <a:lnTo>
                  <a:pt x="7760" y="17322"/>
                </a:lnTo>
                <a:lnTo>
                  <a:pt x="7151" y="17671"/>
                </a:lnTo>
                <a:lnTo>
                  <a:pt x="6542" y="18014"/>
                </a:lnTo>
                <a:lnTo>
                  <a:pt x="5931" y="18363"/>
                </a:lnTo>
                <a:lnTo>
                  <a:pt x="5190" y="18780"/>
                </a:lnTo>
                <a:lnTo>
                  <a:pt x="4449" y="19192"/>
                </a:lnTo>
                <a:lnTo>
                  <a:pt x="3708" y="19604"/>
                </a:lnTo>
                <a:lnTo>
                  <a:pt x="2967" y="20010"/>
                </a:lnTo>
                <a:lnTo>
                  <a:pt x="2225" y="20412"/>
                </a:lnTo>
                <a:lnTo>
                  <a:pt x="1484" y="20813"/>
                </a:lnTo>
                <a:lnTo>
                  <a:pt x="742" y="21209"/>
                </a:lnTo>
                <a:lnTo>
                  <a:pt x="0" y="21600"/>
                </a:lnTo>
                <a:lnTo>
                  <a:pt x="380" y="17306"/>
                </a:lnTo>
                <a:lnTo>
                  <a:pt x="687" y="14323"/>
                </a:lnTo>
                <a:lnTo>
                  <a:pt x="994" y="12252"/>
                </a:lnTo>
                <a:lnTo>
                  <a:pt x="1376" y="10716"/>
                </a:lnTo>
                <a:lnTo>
                  <a:pt x="1906" y="9327"/>
                </a:lnTo>
                <a:lnTo>
                  <a:pt x="2658" y="7695"/>
                </a:lnTo>
                <a:lnTo>
                  <a:pt x="3418" y="6776"/>
                </a:lnTo>
                <a:lnTo>
                  <a:pt x="4176" y="5920"/>
                </a:lnTo>
                <a:lnTo>
                  <a:pt x="4932" y="5139"/>
                </a:lnTo>
                <a:lnTo>
                  <a:pt x="5686" y="4420"/>
                </a:lnTo>
                <a:lnTo>
                  <a:pt x="6439" y="3771"/>
                </a:lnTo>
                <a:lnTo>
                  <a:pt x="7190" y="3179"/>
                </a:lnTo>
                <a:lnTo>
                  <a:pt x="7940" y="2646"/>
                </a:lnTo>
                <a:lnTo>
                  <a:pt x="8690" y="2171"/>
                </a:lnTo>
                <a:lnTo>
                  <a:pt x="9438" y="1748"/>
                </a:lnTo>
                <a:lnTo>
                  <a:pt x="10187" y="1378"/>
                </a:lnTo>
                <a:lnTo>
                  <a:pt x="10936" y="1056"/>
                </a:lnTo>
                <a:lnTo>
                  <a:pt x="11686" y="782"/>
                </a:lnTo>
                <a:lnTo>
                  <a:pt x="12436" y="555"/>
                </a:lnTo>
                <a:lnTo>
                  <a:pt x="13187" y="370"/>
                </a:lnTo>
                <a:lnTo>
                  <a:pt x="13940" y="222"/>
                </a:lnTo>
                <a:lnTo>
                  <a:pt x="14693" y="116"/>
                </a:lnTo>
                <a:lnTo>
                  <a:pt x="15449" y="42"/>
                </a:lnTo>
                <a:lnTo>
                  <a:pt x="16208" y="5"/>
                </a:lnTo>
                <a:lnTo>
                  <a:pt x="16968" y="0"/>
                </a:lnTo>
                <a:lnTo>
                  <a:pt x="17731" y="21"/>
                </a:lnTo>
                <a:lnTo>
                  <a:pt x="18498" y="69"/>
                </a:lnTo>
                <a:lnTo>
                  <a:pt x="19268" y="137"/>
                </a:lnTo>
                <a:lnTo>
                  <a:pt x="20042" y="232"/>
                </a:lnTo>
                <a:lnTo>
                  <a:pt x="20818" y="343"/>
                </a:lnTo>
                <a:lnTo>
                  <a:pt x="21600" y="475"/>
                </a:lnTo>
                <a:close/>
              </a:path>
            </a:pathLst>
          </a:custGeom>
          <a:solidFill>
            <a:srgbClr val="A2BBC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2" name="contour_06940"/>
          <p:cNvSpPr/>
          <p:nvPr/>
        </p:nvSpPr>
        <p:spPr>
          <a:xfrm>
            <a:off x="9674251" y="3469084"/>
            <a:ext cx="1020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0" y="305"/>
                </a:lnTo>
                <a:lnTo>
                  <a:pt x="2211" y="651"/>
                </a:lnTo>
                <a:lnTo>
                  <a:pt x="3277" y="1037"/>
                </a:lnTo>
                <a:lnTo>
                  <a:pt x="4320" y="1466"/>
                </a:lnTo>
                <a:lnTo>
                  <a:pt x="5344" y="1939"/>
                </a:lnTo>
                <a:lnTo>
                  <a:pt x="6350" y="2454"/>
                </a:lnTo>
                <a:lnTo>
                  <a:pt x="7344" y="3019"/>
                </a:lnTo>
                <a:lnTo>
                  <a:pt x="8325" y="3626"/>
                </a:lnTo>
                <a:lnTo>
                  <a:pt x="9299" y="4282"/>
                </a:lnTo>
                <a:lnTo>
                  <a:pt x="10268" y="4987"/>
                </a:lnTo>
                <a:lnTo>
                  <a:pt x="11235" y="5743"/>
                </a:lnTo>
                <a:lnTo>
                  <a:pt x="12202" y="6548"/>
                </a:lnTo>
                <a:lnTo>
                  <a:pt x="13173" y="7406"/>
                </a:lnTo>
                <a:lnTo>
                  <a:pt x="14151" y="8319"/>
                </a:lnTo>
                <a:lnTo>
                  <a:pt x="15139" y="9283"/>
                </a:lnTo>
                <a:lnTo>
                  <a:pt x="16083" y="10163"/>
                </a:lnTo>
                <a:lnTo>
                  <a:pt x="17041" y="11059"/>
                </a:lnTo>
                <a:lnTo>
                  <a:pt x="17930" y="11929"/>
                </a:lnTo>
                <a:lnTo>
                  <a:pt x="18834" y="12814"/>
                </a:lnTo>
                <a:lnTo>
                  <a:pt x="19634" y="13597"/>
                </a:lnTo>
                <a:lnTo>
                  <a:pt x="20447" y="14391"/>
                </a:lnTo>
                <a:lnTo>
                  <a:pt x="21020" y="15287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20501" y="21381"/>
                </a:lnTo>
                <a:lnTo>
                  <a:pt x="19423" y="21100"/>
                </a:lnTo>
                <a:lnTo>
                  <a:pt x="18363" y="20760"/>
                </a:lnTo>
                <a:lnTo>
                  <a:pt x="17320" y="20361"/>
                </a:lnTo>
                <a:lnTo>
                  <a:pt x="16289" y="19910"/>
                </a:lnTo>
                <a:lnTo>
                  <a:pt x="15273" y="19405"/>
                </a:lnTo>
                <a:lnTo>
                  <a:pt x="14265" y="18854"/>
                </a:lnTo>
                <a:lnTo>
                  <a:pt x="13265" y="18255"/>
                </a:lnTo>
                <a:lnTo>
                  <a:pt x="12272" y="17612"/>
                </a:lnTo>
                <a:lnTo>
                  <a:pt x="11283" y="16929"/>
                </a:lnTo>
                <a:lnTo>
                  <a:pt x="10297" y="16205"/>
                </a:lnTo>
                <a:lnTo>
                  <a:pt x="9310" y="15449"/>
                </a:lnTo>
                <a:lnTo>
                  <a:pt x="8321" y="14658"/>
                </a:lnTo>
                <a:lnTo>
                  <a:pt x="7329" y="13838"/>
                </a:lnTo>
                <a:lnTo>
                  <a:pt x="6509" y="13181"/>
                </a:lnTo>
                <a:lnTo>
                  <a:pt x="5678" y="12517"/>
                </a:lnTo>
                <a:lnTo>
                  <a:pt x="4559" y="11521"/>
                </a:lnTo>
                <a:lnTo>
                  <a:pt x="3623" y="10598"/>
                </a:lnTo>
                <a:lnTo>
                  <a:pt x="2833" y="9655"/>
                </a:lnTo>
                <a:lnTo>
                  <a:pt x="2154" y="8589"/>
                </a:lnTo>
                <a:lnTo>
                  <a:pt x="1547" y="7306"/>
                </a:lnTo>
                <a:lnTo>
                  <a:pt x="978" y="5705"/>
                </a:lnTo>
                <a:lnTo>
                  <a:pt x="410" y="3691"/>
                </a:lnTo>
                <a:lnTo>
                  <a:pt x="207" y="1860"/>
                </a:lnTo>
                <a:lnTo>
                  <a:pt x="0" y="0"/>
                </a:lnTo>
                <a:close/>
              </a:path>
            </a:pathLst>
          </a:custGeom>
          <a:solidFill>
            <a:srgbClr val="C4CCD2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3" name="contour_06941"/>
          <p:cNvSpPr/>
          <p:nvPr/>
        </p:nvSpPr>
        <p:spPr>
          <a:xfrm>
            <a:off x="4040634" y="3454508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0489" y="1526"/>
                </a:lnTo>
                <a:lnTo>
                  <a:pt x="19377" y="3056"/>
                </a:lnTo>
                <a:lnTo>
                  <a:pt x="18262" y="4590"/>
                </a:lnTo>
                <a:lnTo>
                  <a:pt x="17143" y="6131"/>
                </a:lnTo>
                <a:lnTo>
                  <a:pt x="16017" y="7675"/>
                </a:lnTo>
                <a:lnTo>
                  <a:pt x="14886" y="9234"/>
                </a:lnTo>
                <a:lnTo>
                  <a:pt x="13745" y="10800"/>
                </a:lnTo>
                <a:lnTo>
                  <a:pt x="13510" y="13802"/>
                </a:lnTo>
                <a:lnTo>
                  <a:pt x="13392" y="15865"/>
                </a:lnTo>
                <a:lnTo>
                  <a:pt x="13392" y="17507"/>
                </a:lnTo>
                <a:lnTo>
                  <a:pt x="13510" y="19246"/>
                </a:lnTo>
                <a:lnTo>
                  <a:pt x="13745" y="21600"/>
                </a:lnTo>
                <a:lnTo>
                  <a:pt x="12587" y="21096"/>
                </a:lnTo>
                <a:lnTo>
                  <a:pt x="11432" y="20570"/>
                </a:lnTo>
                <a:lnTo>
                  <a:pt x="10278" y="20027"/>
                </a:lnTo>
                <a:lnTo>
                  <a:pt x="9125" y="19469"/>
                </a:lnTo>
                <a:lnTo>
                  <a:pt x="7976" y="18900"/>
                </a:lnTo>
                <a:lnTo>
                  <a:pt x="6904" y="18400"/>
                </a:lnTo>
                <a:lnTo>
                  <a:pt x="5826" y="17896"/>
                </a:lnTo>
                <a:lnTo>
                  <a:pt x="4732" y="17381"/>
                </a:lnTo>
                <a:lnTo>
                  <a:pt x="3817" y="16398"/>
                </a:lnTo>
                <a:lnTo>
                  <a:pt x="2896" y="15404"/>
                </a:lnTo>
                <a:lnTo>
                  <a:pt x="1964" y="14400"/>
                </a:lnTo>
                <a:lnTo>
                  <a:pt x="1640" y="12024"/>
                </a:lnTo>
                <a:lnTo>
                  <a:pt x="1316" y="9644"/>
                </a:lnTo>
                <a:lnTo>
                  <a:pt x="990" y="7254"/>
                </a:lnTo>
                <a:lnTo>
                  <a:pt x="662" y="4853"/>
                </a:lnTo>
                <a:lnTo>
                  <a:pt x="332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CE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4" name="contour_06942"/>
          <p:cNvSpPr/>
          <p:nvPr/>
        </p:nvSpPr>
        <p:spPr>
          <a:xfrm>
            <a:off x="7174470" y="3410780"/>
            <a:ext cx="10932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0"/>
                </a:moveTo>
                <a:lnTo>
                  <a:pt x="6589" y="464"/>
                </a:lnTo>
                <a:lnTo>
                  <a:pt x="7419" y="932"/>
                </a:lnTo>
                <a:lnTo>
                  <a:pt x="8245" y="1404"/>
                </a:lnTo>
                <a:lnTo>
                  <a:pt x="9073" y="1882"/>
                </a:lnTo>
                <a:lnTo>
                  <a:pt x="9900" y="2362"/>
                </a:lnTo>
                <a:lnTo>
                  <a:pt x="10669" y="2800"/>
                </a:lnTo>
                <a:lnTo>
                  <a:pt x="11444" y="3243"/>
                </a:lnTo>
                <a:lnTo>
                  <a:pt x="12228" y="3691"/>
                </a:lnTo>
                <a:lnTo>
                  <a:pt x="13139" y="4466"/>
                </a:lnTo>
                <a:lnTo>
                  <a:pt x="13942" y="5276"/>
                </a:lnTo>
                <a:lnTo>
                  <a:pt x="14666" y="6151"/>
                </a:lnTo>
                <a:lnTo>
                  <a:pt x="15336" y="7112"/>
                </a:lnTo>
                <a:lnTo>
                  <a:pt x="15978" y="8192"/>
                </a:lnTo>
                <a:lnTo>
                  <a:pt x="16618" y="9412"/>
                </a:lnTo>
                <a:lnTo>
                  <a:pt x="17280" y="10800"/>
                </a:lnTo>
                <a:lnTo>
                  <a:pt x="16566" y="12139"/>
                </a:lnTo>
                <a:lnTo>
                  <a:pt x="15840" y="13500"/>
                </a:lnTo>
                <a:lnTo>
                  <a:pt x="16655" y="14645"/>
                </a:lnTo>
                <a:lnTo>
                  <a:pt x="17470" y="15792"/>
                </a:lnTo>
                <a:lnTo>
                  <a:pt x="18288" y="16942"/>
                </a:lnTo>
                <a:lnTo>
                  <a:pt x="19109" y="18098"/>
                </a:lnTo>
                <a:lnTo>
                  <a:pt x="19934" y="19256"/>
                </a:lnTo>
                <a:lnTo>
                  <a:pt x="20763" y="20425"/>
                </a:lnTo>
                <a:lnTo>
                  <a:pt x="21600" y="21600"/>
                </a:lnTo>
                <a:lnTo>
                  <a:pt x="21133" y="21484"/>
                </a:lnTo>
                <a:lnTo>
                  <a:pt x="20700" y="21376"/>
                </a:lnTo>
                <a:lnTo>
                  <a:pt x="20287" y="21271"/>
                </a:lnTo>
                <a:lnTo>
                  <a:pt x="19879" y="21171"/>
                </a:lnTo>
                <a:lnTo>
                  <a:pt x="19469" y="21068"/>
                </a:lnTo>
                <a:lnTo>
                  <a:pt x="19041" y="20960"/>
                </a:lnTo>
                <a:lnTo>
                  <a:pt x="18585" y="20847"/>
                </a:lnTo>
                <a:lnTo>
                  <a:pt x="18088" y="20723"/>
                </a:lnTo>
                <a:lnTo>
                  <a:pt x="17536" y="20585"/>
                </a:lnTo>
                <a:lnTo>
                  <a:pt x="16920" y="20431"/>
                </a:lnTo>
                <a:lnTo>
                  <a:pt x="16227" y="20255"/>
                </a:lnTo>
                <a:lnTo>
                  <a:pt x="15444" y="20061"/>
                </a:lnTo>
                <a:lnTo>
                  <a:pt x="14558" y="19840"/>
                </a:lnTo>
                <a:lnTo>
                  <a:pt x="13559" y="19591"/>
                </a:lnTo>
                <a:lnTo>
                  <a:pt x="12434" y="19308"/>
                </a:lnTo>
                <a:lnTo>
                  <a:pt x="11170" y="18992"/>
                </a:lnTo>
                <a:lnTo>
                  <a:pt x="9756" y="18638"/>
                </a:lnTo>
                <a:lnTo>
                  <a:pt x="8179" y="18244"/>
                </a:lnTo>
                <a:lnTo>
                  <a:pt x="6427" y="17807"/>
                </a:lnTo>
                <a:lnTo>
                  <a:pt x="4488" y="17323"/>
                </a:lnTo>
                <a:lnTo>
                  <a:pt x="2350" y="16789"/>
                </a:lnTo>
                <a:lnTo>
                  <a:pt x="0" y="16200"/>
                </a:lnTo>
                <a:lnTo>
                  <a:pt x="0" y="14861"/>
                </a:lnTo>
                <a:lnTo>
                  <a:pt x="0" y="13500"/>
                </a:lnTo>
                <a:lnTo>
                  <a:pt x="942" y="12995"/>
                </a:lnTo>
                <a:lnTo>
                  <a:pt x="1632" y="12671"/>
                </a:lnTo>
                <a:lnTo>
                  <a:pt x="2405" y="12379"/>
                </a:lnTo>
                <a:lnTo>
                  <a:pt x="3600" y="11983"/>
                </a:lnTo>
                <a:lnTo>
                  <a:pt x="4270" y="11756"/>
                </a:lnTo>
                <a:lnTo>
                  <a:pt x="4942" y="11526"/>
                </a:lnTo>
                <a:lnTo>
                  <a:pt x="5625" y="11297"/>
                </a:lnTo>
                <a:lnTo>
                  <a:pt x="6407" y="11048"/>
                </a:lnTo>
                <a:lnTo>
                  <a:pt x="7200" y="10800"/>
                </a:lnTo>
                <a:lnTo>
                  <a:pt x="6962" y="9018"/>
                </a:lnTo>
                <a:lnTo>
                  <a:pt x="6725" y="7233"/>
                </a:lnTo>
                <a:lnTo>
                  <a:pt x="6486" y="5440"/>
                </a:lnTo>
                <a:lnTo>
                  <a:pt x="6245" y="3640"/>
                </a:lnTo>
                <a:lnTo>
                  <a:pt x="6003" y="1828"/>
                </a:lnTo>
                <a:lnTo>
                  <a:pt x="5760" y="0"/>
                </a:lnTo>
                <a:close/>
              </a:path>
            </a:pathLst>
          </a:custGeom>
          <a:solidFill>
            <a:srgbClr val="C1D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5" name="contour_06943"/>
          <p:cNvSpPr/>
          <p:nvPr/>
        </p:nvSpPr>
        <p:spPr>
          <a:xfrm>
            <a:off x="3938602" y="3424642"/>
            <a:ext cx="80168" cy="723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2" y="0"/>
                </a:moveTo>
                <a:lnTo>
                  <a:pt x="5805" y="26"/>
                </a:lnTo>
                <a:lnTo>
                  <a:pt x="6885" y="52"/>
                </a:lnTo>
                <a:lnTo>
                  <a:pt x="7976" y="76"/>
                </a:lnTo>
                <a:lnTo>
                  <a:pt x="9054" y="96"/>
                </a:lnTo>
                <a:lnTo>
                  <a:pt x="10138" y="115"/>
                </a:lnTo>
                <a:lnTo>
                  <a:pt x="11236" y="135"/>
                </a:lnTo>
                <a:lnTo>
                  <a:pt x="12483" y="174"/>
                </a:lnTo>
                <a:lnTo>
                  <a:pt x="13745" y="213"/>
                </a:lnTo>
                <a:lnTo>
                  <a:pt x="12801" y="1124"/>
                </a:lnTo>
                <a:lnTo>
                  <a:pt x="11843" y="2046"/>
                </a:lnTo>
                <a:lnTo>
                  <a:pt x="10886" y="3346"/>
                </a:lnTo>
                <a:lnTo>
                  <a:pt x="10156" y="4590"/>
                </a:lnTo>
                <a:lnTo>
                  <a:pt x="9620" y="5812"/>
                </a:lnTo>
                <a:lnTo>
                  <a:pt x="9255" y="7049"/>
                </a:lnTo>
                <a:lnTo>
                  <a:pt x="9027" y="8341"/>
                </a:lnTo>
                <a:lnTo>
                  <a:pt x="8911" y="9717"/>
                </a:lnTo>
                <a:lnTo>
                  <a:pt x="8878" y="11217"/>
                </a:lnTo>
                <a:lnTo>
                  <a:pt x="8897" y="12877"/>
                </a:lnTo>
                <a:lnTo>
                  <a:pt x="9471" y="14381"/>
                </a:lnTo>
                <a:lnTo>
                  <a:pt x="10034" y="15323"/>
                </a:lnTo>
                <a:lnTo>
                  <a:pt x="10918" y="16099"/>
                </a:lnTo>
                <a:lnTo>
                  <a:pt x="12457" y="17106"/>
                </a:lnTo>
                <a:lnTo>
                  <a:pt x="13755" y="17564"/>
                </a:lnTo>
                <a:lnTo>
                  <a:pt x="15049" y="17997"/>
                </a:lnTo>
                <a:lnTo>
                  <a:pt x="16343" y="18406"/>
                </a:lnTo>
                <a:lnTo>
                  <a:pt x="17643" y="18786"/>
                </a:lnTo>
                <a:lnTo>
                  <a:pt x="18949" y="19143"/>
                </a:lnTo>
                <a:lnTo>
                  <a:pt x="20267" y="19476"/>
                </a:lnTo>
                <a:lnTo>
                  <a:pt x="21600" y="19782"/>
                </a:lnTo>
                <a:lnTo>
                  <a:pt x="20237" y="20417"/>
                </a:lnTo>
                <a:lnTo>
                  <a:pt x="18996" y="20930"/>
                </a:lnTo>
                <a:lnTo>
                  <a:pt x="17824" y="21306"/>
                </a:lnTo>
                <a:lnTo>
                  <a:pt x="16663" y="21535"/>
                </a:lnTo>
                <a:lnTo>
                  <a:pt x="15458" y="21600"/>
                </a:lnTo>
                <a:lnTo>
                  <a:pt x="14154" y="21493"/>
                </a:lnTo>
                <a:lnTo>
                  <a:pt x="12695" y="21200"/>
                </a:lnTo>
                <a:lnTo>
                  <a:pt x="10553" y="20087"/>
                </a:lnTo>
                <a:lnTo>
                  <a:pt x="8821" y="19165"/>
                </a:lnTo>
                <a:lnTo>
                  <a:pt x="7438" y="18378"/>
                </a:lnTo>
                <a:lnTo>
                  <a:pt x="6341" y="17675"/>
                </a:lnTo>
                <a:lnTo>
                  <a:pt x="5465" y="17001"/>
                </a:lnTo>
                <a:lnTo>
                  <a:pt x="4748" y="16303"/>
                </a:lnTo>
                <a:lnTo>
                  <a:pt x="4130" y="15523"/>
                </a:lnTo>
                <a:lnTo>
                  <a:pt x="3544" y="14609"/>
                </a:lnTo>
                <a:lnTo>
                  <a:pt x="2930" y="13507"/>
                </a:lnTo>
                <a:lnTo>
                  <a:pt x="2225" y="12163"/>
                </a:lnTo>
                <a:lnTo>
                  <a:pt x="1787" y="10763"/>
                </a:lnTo>
                <a:lnTo>
                  <a:pt x="1378" y="9389"/>
                </a:lnTo>
                <a:lnTo>
                  <a:pt x="1005" y="8026"/>
                </a:lnTo>
                <a:lnTo>
                  <a:pt x="675" y="6660"/>
                </a:lnTo>
                <a:lnTo>
                  <a:pt x="395" y="5275"/>
                </a:lnTo>
                <a:lnTo>
                  <a:pt x="167" y="3855"/>
                </a:lnTo>
                <a:lnTo>
                  <a:pt x="0" y="2387"/>
                </a:lnTo>
                <a:lnTo>
                  <a:pt x="1178" y="1128"/>
                </a:lnTo>
                <a:lnTo>
                  <a:pt x="2064" y="459"/>
                </a:lnTo>
                <a:lnTo>
                  <a:pt x="3101" y="159"/>
                </a:lnTo>
                <a:lnTo>
                  <a:pt x="4732" y="0"/>
                </a:lnTo>
                <a:close/>
              </a:path>
            </a:pathLst>
          </a:custGeom>
          <a:solidFill>
            <a:srgbClr val="B1C1C9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6" name="contour_06944"/>
          <p:cNvSpPr/>
          <p:nvPr/>
        </p:nvSpPr>
        <p:spPr>
          <a:xfrm>
            <a:off x="7159894" y="3357825"/>
            <a:ext cx="116608" cy="52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791"/>
                </a:moveTo>
                <a:lnTo>
                  <a:pt x="11700" y="404"/>
                </a:lnTo>
                <a:lnTo>
                  <a:pt x="12357" y="172"/>
                </a:lnTo>
                <a:lnTo>
                  <a:pt x="12959" y="59"/>
                </a:lnTo>
                <a:lnTo>
                  <a:pt x="13698" y="30"/>
                </a:lnTo>
                <a:lnTo>
                  <a:pt x="14766" y="48"/>
                </a:lnTo>
                <a:lnTo>
                  <a:pt x="15475" y="33"/>
                </a:lnTo>
                <a:lnTo>
                  <a:pt x="16188" y="18"/>
                </a:lnTo>
                <a:lnTo>
                  <a:pt x="16911" y="0"/>
                </a:lnTo>
                <a:lnTo>
                  <a:pt x="17981" y="547"/>
                </a:lnTo>
                <a:lnTo>
                  <a:pt x="18850" y="1266"/>
                </a:lnTo>
                <a:lnTo>
                  <a:pt x="19582" y="2203"/>
                </a:lnTo>
                <a:lnTo>
                  <a:pt x="20242" y="3398"/>
                </a:lnTo>
                <a:lnTo>
                  <a:pt x="20893" y="4896"/>
                </a:lnTo>
                <a:lnTo>
                  <a:pt x="21600" y="6736"/>
                </a:lnTo>
                <a:lnTo>
                  <a:pt x="20995" y="6938"/>
                </a:lnTo>
                <a:lnTo>
                  <a:pt x="20382" y="7141"/>
                </a:lnTo>
                <a:lnTo>
                  <a:pt x="19472" y="7459"/>
                </a:lnTo>
                <a:lnTo>
                  <a:pt x="18564" y="7786"/>
                </a:lnTo>
                <a:lnTo>
                  <a:pt x="17657" y="8122"/>
                </a:lnTo>
                <a:lnTo>
                  <a:pt x="16749" y="8463"/>
                </a:lnTo>
                <a:lnTo>
                  <a:pt x="15841" y="8805"/>
                </a:lnTo>
                <a:lnTo>
                  <a:pt x="14934" y="9150"/>
                </a:lnTo>
                <a:lnTo>
                  <a:pt x="14301" y="9361"/>
                </a:lnTo>
                <a:lnTo>
                  <a:pt x="13663" y="9572"/>
                </a:lnTo>
                <a:lnTo>
                  <a:pt x="13018" y="9783"/>
                </a:lnTo>
                <a:lnTo>
                  <a:pt x="12108" y="10146"/>
                </a:lnTo>
                <a:lnTo>
                  <a:pt x="11185" y="10512"/>
                </a:lnTo>
                <a:lnTo>
                  <a:pt x="10764" y="10663"/>
                </a:lnTo>
                <a:lnTo>
                  <a:pt x="9492" y="11124"/>
                </a:lnTo>
                <a:lnTo>
                  <a:pt x="8899" y="11823"/>
                </a:lnTo>
                <a:lnTo>
                  <a:pt x="8462" y="12551"/>
                </a:lnTo>
                <a:lnTo>
                  <a:pt x="8105" y="13603"/>
                </a:lnTo>
                <a:lnTo>
                  <a:pt x="7752" y="15265"/>
                </a:lnTo>
                <a:lnTo>
                  <a:pt x="7325" y="17836"/>
                </a:lnTo>
                <a:lnTo>
                  <a:pt x="6750" y="21600"/>
                </a:lnTo>
                <a:lnTo>
                  <a:pt x="6142" y="19995"/>
                </a:lnTo>
                <a:lnTo>
                  <a:pt x="5535" y="18389"/>
                </a:lnTo>
                <a:lnTo>
                  <a:pt x="4926" y="16781"/>
                </a:lnTo>
                <a:lnTo>
                  <a:pt x="4317" y="15170"/>
                </a:lnTo>
                <a:lnTo>
                  <a:pt x="3706" y="13556"/>
                </a:lnTo>
                <a:lnTo>
                  <a:pt x="3094" y="11939"/>
                </a:lnTo>
                <a:lnTo>
                  <a:pt x="2480" y="10318"/>
                </a:lnTo>
                <a:lnTo>
                  <a:pt x="1864" y="8689"/>
                </a:lnTo>
                <a:lnTo>
                  <a:pt x="1246" y="7054"/>
                </a:lnTo>
                <a:lnTo>
                  <a:pt x="624" y="5413"/>
                </a:lnTo>
                <a:lnTo>
                  <a:pt x="0" y="3764"/>
                </a:lnTo>
                <a:lnTo>
                  <a:pt x="906" y="4126"/>
                </a:lnTo>
                <a:lnTo>
                  <a:pt x="1813" y="4489"/>
                </a:lnTo>
                <a:lnTo>
                  <a:pt x="2719" y="4852"/>
                </a:lnTo>
                <a:lnTo>
                  <a:pt x="3626" y="5214"/>
                </a:lnTo>
                <a:lnTo>
                  <a:pt x="4532" y="5580"/>
                </a:lnTo>
                <a:lnTo>
                  <a:pt x="5438" y="5943"/>
                </a:lnTo>
                <a:lnTo>
                  <a:pt x="6345" y="6305"/>
                </a:lnTo>
                <a:lnTo>
                  <a:pt x="7251" y="6668"/>
                </a:lnTo>
                <a:lnTo>
                  <a:pt x="7977" y="6689"/>
                </a:lnTo>
                <a:lnTo>
                  <a:pt x="8709" y="6712"/>
                </a:lnTo>
                <a:lnTo>
                  <a:pt x="9450" y="6736"/>
                </a:lnTo>
                <a:lnTo>
                  <a:pt x="9881" y="5036"/>
                </a:lnTo>
                <a:lnTo>
                  <a:pt x="10164" y="3850"/>
                </a:lnTo>
                <a:lnTo>
                  <a:pt x="10429" y="2622"/>
                </a:lnTo>
                <a:lnTo>
                  <a:pt x="10800" y="791"/>
                </a:lnTo>
                <a:close/>
              </a:path>
            </a:pathLst>
          </a:custGeom>
          <a:solidFill>
            <a:srgbClr val="B6CBD9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7" name="contour_06945"/>
          <p:cNvSpPr/>
          <p:nvPr/>
        </p:nvSpPr>
        <p:spPr>
          <a:xfrm>
            <a:off x="8806361" y="3323324"/>
            <a:ext cx="3783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4" y="0"/>
                </a:moveTo>
                <a:lnTo>
                  <a:pt x="5680" y="321"/>
                </a:lnTo>
                <a:lnTo>
                  <a:pt x="9367" y="559"/>
                </a:lnTo>
                <a:lnTo>
                  <a:pt x="11880" y="758"/>
                </a:lnTo>
                <a:lnTo>
                  <a:pt x="13682" y="960"/>
                </a:lnTo>
                <a:lnTo>
                  <a:pt x="15234" y="1207"/>
                </a:lnTo>
                <a:lnTo>
                  <a:pt x="16998" y="1543"/>
                </a:lnTo>
                <a:lnTo>
                  <a:pt x="18250" y="2547"/>
                </a:lnTo>
                <a:lnTo>
                  <a:pt x="19261" y="3562"/>
                </a:lnTo>
                <a:lnTo>
                  <a:pt x="20052" y="4588"/>
                </a:lnTo>
                <a:lnTo>
                  <a:pt x="20651" y="5622"/>
                </a:lnTo>
                <a:lnTo>
                  <a:pt x="21080" y="6665"/>
                </a:lnTo>
                <a:lnTo>
                  <a:pt x="21363" y="7716"/>
                </a:lnTo>
                <a:lnTo>
                  <a:pt x="21529" y="8776"/>
                </a:lnTo>
                <a:lnTo>
                  <a:pt x="21600" y="9842"/>
                </a:lnTo>
                <a:lnTo>
                  <a:pt x="21596" y="10916"/>
                </a:lnTo>
                <a:lnTo>
                  <a:pt x="21550" y="11997"/>
                </a:lnTo>
                <a:lnTo>
                  <a:pt x="21483" y="13083"/>
                </a:lnTo>
                <a:lnTo>
                  <a:pt x="21417" y="14176"/>
                </a:lnTo>
                <a:lnTo>
                  <a:pt x="21388" y="15250"/>
                </a:lnTo>
                <a:lnTo>
                  <a:pt x="21363" y="16342"/>
                </a:lnTo>
                <a:lnTo>
                  <a:pt x="21330" y="17394"/>
                </a:lnTo>
                <a:lnTo>
                  <a:pt x="21296" y="18445"/>
                </a:lnTo>
                <a:lnTo>
                  <a:pt x="21255" y="19497"/>
                </a:lnTo>
                <a:lnTo>
                  <a:pt x="21209" y="20548"/>
                </a:lnTo>
                <a:lnTo>
                  <a:pt x="21159" y="21600"/>
                </a:lnTo>
                <a:lnTo>
                  <a:pt x="19095" y="21600"/>
                </a:lnTo>
                <a:lnTo>
                  <a:pt x="16998" y="21600"/>
                </a:lnTo>
                <a:lnTo>
                  <a:pt x="16037" y="20697"/>
                </a:lnTo>
                <a:lnTo>
                  <a:pt x="15354" y="20026"/>
                </a:lnTo>
                <a:lnTo>
                  <a:pt x="14763" y="19381"/>
                </a:lnTo>
                <a:lnTo>
                  <a:pt x="14073" y="18559"/>
                </a:lnTo>
                <a:lnTo>
                  <a:pt x="13095" y="17357"/>
                </a:lnTo>
                <a:lnTo>
                  <a:pt x="12267" y="16387"/>
                </a:lnTo>
                <a:lnTo>
                  <a:pt x="11418" y="15433"/>
                </a:lnTo>
                <a:lnTo>
                  <a:pt x="10544" y="14497"/>
                </a:lnTo>
                <a:lnTo>
                  <a:pt x="9625" y="13573"/>
                </a:lnTo>
                <a:lnTo>
                  <a:pt x="8655" y="12659"/>
                </a:lnTo>
                <a:lnTo>
                  <a:pt x="7619" y="11753"/>
                </a:lnTo>
                <a:lnTo>
                  <a:pt x="6504" y="10854"/>
                </a:lnTo>
                <a:lnTo>
                  <a:pt x="5301" y="9959"/>
                </a:lnTo>
                <a:lnTo>
                  <a:pt x="3995" y="9064"/>
                </a:lnTo>
                <a:lnTo>
                  <a:pt x="2659" y="8049"/>
                </a:lnTo>
                <a:lnTo>
                  <a:pt x="1639" y="7068"/>
                </a:lnTo>
                <a:lnTo>
                  <a:pt x="899" y="6108"/>
                </a:lnTo>
                <a:lnTo>
                  <a:pt x="399" y="5153"/>
                </a:lnTo>
                <a:lnTo>
                  <a:pt x="112" y="4192"/>
                </a:lnTo>
                <a:lnTo>
                  <a:pt x="0" y="3209"/>
                </a:lnTo>
                <a:lnTo>
                  <a:pt x="25" y="2192"/>
                </a:lnTo>
                <a:lnTo>
                  <a:pt x="154" y="1126"/>
                </a:lnTo>
                <a:lnTo>
                  <a:pt x="354" y="0"/>
                </a:lnTo>
                <a:close/>
              </a:path>
            </a:pathLst>
          </a:custGeom>
          <a:solidFill>
            <a:srgbClr val="E3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8" name="contour_06946"/>
          <p:cNvSpPr/>
          <p:nvPr/>
        </p:nvSpPr>
        <p:spPr>
          <a:xfrm>
            <a:off x="8595629" y="3323324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195" y="1337"/>
                </a:lnTo>
                <a:lnTo>
                  <a:pt x="10790" y="2681"/>
                </a:lnTo>
                <a:lnTo>
                  <a:pt x="11393" y="4031"/>
                </a:lnTo>
                <a:lnTo>
                  <a:pt x="12000" y="5400"/>
                </a:lnTo>
                <a:lnTo>
                  <a:pt x="13426" y="4865"/>
                </a:lnTo>
                <a:lnTo>
                  <a:pt x="14856" y="4328"/>
                </a:lnTo>
                <a:lnTo>
                  <a:pt x="16291" y="3791"/>
                </a:lnTo>
                <a:lnTo>
                  <a:pt x="17738" y="3248"/>
                </a:lnTo>
                <a:lnTo>
                  <a:pt x="19200" y="2700"/>
                </a:lnTo>
                <a:lnTo>
                  <a:pt x="19438" y="4571"/>
                </a:lnTo>
                <a:lnTo>
                  <a:pt x="19675" y="6445"/>
                </a:lnTo>
                <a:lnTo>
                  <a:pt x="19913" y="8319"/>
                </a:lnTo>
                <a:lnTo>
                  <a:pt x="20153" y="10195"/>
                </a:lnTo>
                <a:lnTo>
                  <a:pt x="20390" y="12080"/>
                </a:lnTo>
                <a:lnTo>
                  <a:pt x="20630" y="13967"/>
                </a:lnTo>
                <a:lnTo>
                  <a:pt x="20870" y="15862"/>
                </a:lnTo>
                <a:lnTo>
                  <a:pt x="21113" y="17766"/>
                </a:lnTo>
                <a:lnTo>
                  <a:pt x="21355" y="19678"/>
                </a:lnTo>
                <a:lnTo>
                  <a:pt x="21600" y="21600"/>
                </a:lnTo>
                <a:lnTo>
                  <a:pt x="18502" y="21076"/>
                </a:lnTo>
                <a:lnTo>
                  <a:pt x="16140" y="20668"/>
                </a:lnTo>
                <a:lnTo>
                  <a:pt x="14376" y="20345"/>
                </a:lnTo>
                <a:lnTo>
                  <a:pt x="13070" y="20075"/>
                </a:lnTo>
                <a:lnTo>
                  <a:pt x="12079" y="19829"/>
                </a:lnTo>
                <a:lnTo>
                  <a:pt x="11266" y="19570"/>
                </a:lnTo>
                <a:lnTo>
                  <a:pt x="10486" y="19273"/>
                </a:lnTo>
                <a:lnTo>
                  <a:pt x="9600" y="18900"/>
                </a:lnTo>
                <a:lnTo>
                  <a:pt x="9600" y="17115"/>
                </a:lnTo>
                <a:lnTo>
                  <a:pt x="9600" y="15320"/>
                </a:lnTo>
                <a:lnTo>
                  <a:pt x="9600" y="13500"/>
                </a:lnTo>
                <a:lnTo>
                  <a:pt x="8014" y="13500"/>
                </a:lnTo>
                <a:lnTo>
                  <a:pt x="6418" y="13500"/>
                </a:lnTo>
                <a:lnTo>
                  <a:pt x="4800" y="13500"/>
                </a:lnTo>
                <a:lnTo>
                  <a:pt x="4800" y="15285"/>
                </a:lnTo>
                <a:lnTo>
                  <a:pt x="4800" y="17080"/>
                </a:lnTo>
                <a:lnTo>
                  <a:pt x="4800" y="18900"/>
                </a:lnTo>
                <a:lnTo>
                  <a:pt x="3290" y="18479"/>
                </a:lnTo>
                <a:lnTo>
                  <a:pt x="2290" y="18058"/>
                </a:lnTo>
                <a:lnTo>
                  <a:pt x="1342" y="17383"/>
                </a:lnTo>
                <a:lnTo>
                  <a:pt x="0" y="16200"/>
                </a:lnTo>
                <a:lnTo>
                  <a:pt x="34" y="14253"/>
                </a:lnTo>
                <a:lnTo>
                  <a:pt x="202" y="12396"/>
                </a:lnTo>
                <a:lnTo>
                  <a:pt x="514" y="10600"/>
                </a:lnTo>
                <a:lnTo>
                  <a:pt x="977" y="8853"/>
                </a:lnTo>
                <a:lnTo>
                  <a:pt x="1603" y="7125"/>
                </a:lnTo>
                <a:lnTo>
                  <a:pt x="2400" y="5400"/>
                </a:lnTo>
                <a:lnTo>
                  <a:pt x="4258" y="5076"/>
                </a:lnTo>
                <a:lnTo>
                  <a:pt x="5561" y="4914"/>
                </a:lnTo>
                <a:lnTo>
                  <a:pt x="6655" y="4914"/>
                </a:lnTo>
                <a:lnTo>
                  <a:pt x="7886" y="5076"/>
                </a:lnTo>
                <a:lnTo>
                  <a:pt x="9600" y="5400"/>
                </a:lnTo>
                <a:lnTo>
                  <a:pt x="9600" y="3615"/>
                </a:lnTo>
                <a:lnTo>
                  <a:pt x="9600" y="1820"/>
                </a:lnTo>
                <a:lnTo>
                  <a:pt x="9600" y="0"/>
                </a:lnTo>
                <a:close/>
              </a:path>
            </a:pathLst>
          </a:custGeom>
          <a:solidFill>
            <a:srgbClr val="A2B6C0"/>
          </a:solidFill>
          <a:ln>
            <a:noFill/>
          </a:ln>
        </p:spPr>
        <p:txBody>
          <a:bodyPr/>
          <a:lstStyle/>
          <a:p/>
        </p:txBody>
      </p:sp>
      <p:sp>
        <p:nvSpPr>
          <p:cNvPr id="6949" name="contour_06947"/>
          <p:cNvSpPr/>
          <p:nvPr/>
        </p:nvSpPr>
        <p:spPr>
          <a:xfrm>
            <a:off x="6912103" y="3323324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43" y="166"/>
                </a:lnTo>
                <a:lnTo>
                  <a:pt x="7872" y="348"/>
                </a:lnTo>
                <a:lnTo>
                  <a:pt x="9386" y="557"/>
                </a:lnTo>
                <a:lnTo>
                  <a:pt x="10889" y="806"/>
                </a:lnTo>
                <a:lnTo>
                  <a:pt x="12379" y="1104"/>
                </a:lnTo>
                <a:lnTo>
                  <a:pt x="13860" y="1462"/>
                </a:lnTo>
                <a:lnTo>
                  <a:pt x="15334" y="1889"/>
                </a:lnTo>
                <a:lnTo>
                  <a:pt x="16800" y="2400"/>
                </a:lnTo>
                <a:lnTo>
                  <a:pt x="17160" y="4258"/>
                </a:lnTo>
                <a:lnTo>
                  <a:pt x="17340" y="5561"/>
                </a:lnTo>
                <a:lnTo>
                  <a:pt x="17340" y="6655"/>
                </a:lnTo>
                <a:lnTo>
                  <a:pt x="17160" y="7886"/>
                </a:lnTo>
                <a:lnTo>
                  <a:pt x="16800" y="9600"/>
                </a:lnTo>
                <a:lnTo>
                  <a:pt x="18386" y="9600"/>
                </a:lnTo>
                <a:lnTo>
                  <a:pt x="19982" y="9600"/>
                </a:lnTo>
                <a:lnTo>
                  <a:pt x="21600" y="9600"/>
                </a:lnTo>
                <a:lnTo>
                  <a:pt x="21600" y="11186"/>
                </a:lnTo>
                <a:lnTo>
                  <a:pt x="21600" y="12782"/>
                </a:lnTo>
                <a:lnTo>
                  <a:pt x="21600" y="14400"/>
                </a:lnTo>
                <a:lnTo>
                  <a:pt x="20129" y="15247"/>
                </a:lnTo>
                <a:lnTo>
                  <a:pt x="19046" y="15794"/>
                </a:lnTo>
                <a:lnTo>
                  <a:pt x="17815" y="16282"/>
                </a:lnTo>
                <a:lnTo>
                  <a:pt x="15900" y="16949"/>
                </a:lnTo>
                <a:lnTo>
                  <a:pt x="13277" y="17880"/>
                </a:lnTo>
                <a:lnTo>
                  <a:pt x="11436" y="18550"/>
                </a:lnTo>
                <a:lnTo>
                  <a:pt x="10135" y="19061"/>
                </a:lnTo>
                <a:lnTo>
                  <a:pt x="9122" y="19517"/>
                </a:lnTo>
                <a:lnTo>
                  <a:pt x="8153" y="20023"/>
                </a:lnTo>
                <a:lnTo>
                  <a:pt x="6974" y="20681"/>
                </a:lnTo>
                <a:lnTo>
                  <a:pt x="5894" y="21137"/>
                </a:lnTo>
                <a:lnTo>
                  <a:pt x="4800" y="21600"/>
                </a:lnTo>
                <a:lnTo>
                  <a:pt x="3206" y="20258"/>
                </a:lnTo>
                <a:lnTo>
                  <a:pt x="2174" y="19310"/>
                </a:lnTo>
                <a:lnTo>
                  <a:pt x="1255" y="18310"/>
                </a:lnTo>
                <a:lnTo>
                  <a:pt x="0" y="16800"/>
                </a:lnTo>
                <a:lnTo>
                  <a:pt x="1188" y="15612"/>
                </a:lnTo>
                <a:lnTo>
                  <a:pt x="2378" y="14422"/>
                </a:lnTo>
                <a:lnTo>
                  <a:pt x="3574" y="13226"/>
                </a:lnTo>
                <a:lnTo>
                  <a:pt x="4774" y="12026"/>
                </a:lnTo>
                <a:lnTo>
                  <a:pt x="5981" y="10819"/>
                </a:lnTo>
                <a:lnTo>
                  <a:pt x="7200" y="9600"/>
                </a:lnTo>
                <a:lnTo>
                  <a:pt x="6012" y="9005"/>
                </a:lnTo>
                <a:lnTo>
                  <a:pt x="4819" y="8410"/>
                </a:lnTo>
                <a:lnTo>
                  <a:pt x="3617" y="7807"/>
                </a:lnTo>
                <a:lnTo>
                  <a:pt x="2400" y="7200"/>
                </a:lnTo>
                <a:lnTo>
                  <a:pt x="2875" y="5774"/>
                </a:lnTo>
                <a:lnTo>
                  <a:pt x="3353" y="4344"/>
                </a:lnTo>
                <a:lnTo>
                  <a:pt x="3830" y="2909"/>
                </a:lnTo>
                <a:lnTo>
                  <a:pt x="4313" y="1462"/>
                </a:lnTo>
                <a:lnTo>
                  <a:pt x="4800" y="0"/>
                </a:lnTo>
                <a:close/>
              </a:path>
            </a:pathLst>
          </a:custGeom>
          <a:solidFill>
            <a:srgbClr val="95AAB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0" name="contour_06948"/>
          <p:cNvSpPr/>
          <p:nvPr/>
        </p:nvSpPr>
        <p:spPr>
          <a:xfrm>
            <a:off x="10803890" y="3243156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65" y="112"/>
                </a:lnTo>
                <a:lnTo>
                  <a:pt x="3101" y="248"/>
                </a:lnTo>
                <a:lnTo>
                  <a:pt x="4615" y="421"/>
                </a:lnTo>
                <a:lnTo>
                  <a:pt x="6110" y="637"/>
                </a:lnTo>
                <a:lnTo>
                  <a:pt x="7591" y="907"/>
                </a:lnTo>
                <a:lnTo>
                  <a:pt x="9065" y="1244"/>
                </a:lnTo>
                <a:lnTo>
                  <a:pt x="10531" y="1659"/>
                </a:lnTo>
                <a:lnTo>
                  <a:pt x="12000" y="2160"/>
                </a:lnTo>
                <a:lnTo>
                  <a:pt x="12636" y="3488"/>
                </a:lnTo>
                <a:lnTo>
                  <a:pt x="13070" y="4750"/>
                </a:lnTo>
                <a:lnTo>
                  <a:pt x="13346" y="6007"/>
                </a:lnTo>
                <a:lnTo>
                  <a:pt x="13507" y="7327"/>
                </a:lnTo>
                <a:lnTo>
                  <a:pt x="13594" y="8774"/>
                </a:lnTo>
                <a:lnTo>
                  <a:pt x="13994" y="9780"/>
                </a:lnTo>
                <a:lnTo>
                  <a:pt x="14400" y="10800"/>
                </a:lnTo>
                <a:lnTo>
                  <a:pt x="16212" y="11465"/>
                </a:lnTo>
                <a:lnTo>
                  <a:pt x="17494" y="11910"/>
                </a:lnTo>
                <a:lnTo>
                  <a:pt x="18588" y="12239"/>
                </a:lnTo>
                <a:lnTo>
                  <a:pt x="19841" y="12554"/>
                </a:lnTo>
                <a:lnTo>
                  <a:pt x="21600" y="12960"/>
                </a:lnTo>
                <a:lnTo>
                  <a:pt x="20357" y="14059"/>
                </a:lnTo>
                <a:lnTo>
                  <a:pt x="19111" y="15129"/>
                </a:lnTo>
                <a:lnTo>
                  <a:pt x="17854" y="16170"/>
                </a:lnTo>
                <a:lnTo>
                  <a:pt x="16577" y="17176"/>
                </a:lnTo>
                <a:lnTo>
                  <a:pt x="15274" y="18146"/>
                </a:lnTo>
                <a:lnTo>
                  <a:pt x="13932" y="19075"/>
                </a:lnTo>
                <a:lnTo>
                  <a:pt x="12545" y="19963"/>
                </a:lnTo>
                <a:lnTo>
                  <a:pt x="11105" y="20805"/>
                </a:lnTo>
                <a:lnTo>
                  <a:pt x="9600" y="21600"/>
                </a:lnTo>
                <a:lnTo>
                  <a:pt x="7939" y="21401"/>
                </a:lnTo>
                <a:lnTo>
                  <a:pt x="6406" y="21075"/>
                </a:lnTo>
                <a:lnTo>
                  <a:pt x="4982" y="20617"/>
                </a:lnTo>
                <a:lnTo>
                  <a:pt x="3650" y="20017"/>
                </a:lnTo>
                <a:lnTo>
                  <a:pt x="2388" y="19267"/>
                </a:lnTo>
                <a:lnTo>
                  <a:pt x="1178" y="18358"/>
                </a:lnTo>
                <a:lnTo>
                  <a:pt x="0" y="17280"/>
                </a:lnTo>
                <a:lnTo>
                  <a:pt x="0" y="15852"/>
                </a:lnTo>
                <a:lnTo>
                  <a:pt x="0" y="14416"/>
                </a:lnTo>
                <a:lnTo>
                  <a:pt x="0" y="12960"/>
                </a:lnTo>
                <a:lnTo>
                  <a:pt x="1697" y="12960"/>
                </a:lnTo>
                <a:lnTo>
                  <a:pt x="3396" y="12960"/>
                </a:lnTo>
                <a:lnTo>
                  <a:pt x="5100" y="12960"/>
                </a:lnTo>
                <a:lnTo>
                  <a:pt x="6811" y="12960"/>
                </a:lnTo>
                <a:lnTo>
                  <a:pt x="8530" y="12960"/>
                </a:lnTo>
                <a:lnTo>
                  <a:pt x="10258" y="12960"/>
                </a:lnTo>
                <a:lnTo>
                  <a:pt x="12000" y="12960"/>
                </a:lnTo>
                <a:lnTo>
                  <a:pt x="12288" y="11418"/>
                </a:lnTo>
                <a:lnTo>
                  <a:pt x="12432" y="10310"/>
                </a:lnTo>
                <a:lnTo>
                  <a:pt x="12432" y="9325"/>
                </a:lnTo>
                <a:lnTo>
                  <a:pt x="12288" y="8152"/>
                </a:lnTo>
                <a:lnTo>
                  <a:pt x="12000" y="6480"/>
                </a:lnTo>
                <a:lnTo>
                  <a:pt x="10560" y="6007"/>
                </a:lnTo>
                <a:lnTo>
                  <a:pt x="9142" y="5646"/>
                </a:lnTo>
                <a:lnTo>
                  <a:pt x="7716" y="5374"/>
                </a:lnTo>
                <a:lnTo>
                  <a:pt x="6257" y="5162"/>
                </a:lnTo>
                <a:lnTo>
                  <a:pt x="4735" y="4987"/>
                </a:lnTo>
                <a:lnTo>
                  <a:pt x="3036" y="4437"/>
                </a:lnTo>
                <a:lnTo>
                  <a:pt x="2040" y="3687"/>
                </a:lnTo>
                <a:lnTo>
                  <a:pt x="890" y="2102"/>
                </a:lnTo>
                <a:lnTo>
                  <a:pt x="449" y="1058"/>
                </a:lnTo>
                <a:lnTo>
                  <a:pt x="0" y="0"/>
                </a:lnTo>
                <a:close/>
              </a:path>
            </a:pathLst>
          </a:custGeom>
          <a:solidFill>
            <a:srgbClr val="CBDFE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1" name="contour_06949"/>
          <p:cNvSpPr/>
          <p:nvPr/>
        </p:nvSpPr>
        <p:spPr>
          <a:xfrm>
            <a:off x="5607552" y="3265020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396"/>
                </a:lnTo>
                <a:lnTo>
                  <a:pt x="13333" y="792"/>
                </a:lnTo>
                <a:lnTo>
                  <a:pt x="15382" y="1190"/>
                </a:lnTo>
                <a:lnTo>
                  <a:pt x="17440" y="1591"/>
                </a:lnTo>
                <a:lnTo>
                  <a:pt x="19511" y="1994"/>
                </a:lnTo>
                <a:lnTo>
                  <a:pt x="21600" y="2400"/>
                </a:lnTo>
                <a:lnTo>
                  <a:pt x="19560" y="2400"/>
                </a:lnTo>
                <a:lnTo>
                  <a:pt x="17508" y="2400"/>
                </a:lnTo>
                <a:lnTo>
                  <a:pt x="15429" y="2400"/>
                </a:lnTo>
                <a:lnTo>
                  <a:pt x="16206" y="3576"/>
                </a:lnTo>
                <a:lnTo>
                  <a:pt x="16996" y="4771"/>
                </a:lnTo>
                <a:lnTo>
                  <a:pt x="17931" y="6360"/>
                </a:lnTo>
                <a:lnTo>
                  <a:pt x="18804" y="7930"/>
                </a:lnTo>
                <a:lnTo>
                  <a:pt x="19613" y="9499"/>
                </a:lnTo>
                <a:lnTo>
                  <a:pt x="20353" y="11086"/>
                </a:lnTo>
                <a:lnTo>
                  <a:pt x="21017" y="12713"/>
                </a:lnTo>
                <a:lnTo>
                  <a:pt x="21600" y="14400"/>
                </a:lnTo>
                <a:lnTo>
                  <a:pt x="20606" y="16246"/>
                </a:lnTo>
                <a:lnTo>
                  <a:pt x="19829" y="17566"/>
                </a:lnTo>
                <a:lnTo>
                  <a:pt x="19094" y="18562"/>
                </a:lnTo>
                <a:lnTo>
                  <a:pt x="18227" y="19433"/>
                </a:lnTo>
                <a:lnTo>
                  <a:pt x="17064" y="20378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8125" y="20174"/>
                </a:lnTo>
                <a:lnTo>
                  <a:pt x="7424" y="19200"/>
                </a:lnTo>
                <a:lnTo>
                  <a:pt x="6872" y="18226"/>
                </a:lnTo>
                <a:lnTo>
                  <a:pt x="6171" y="16800"/>
                </a:lnTo>
                <a:lnTo>
                  <a:pt x="5502" y="17059"/>
                </a:lnTo>
                <a:lnTo>
                  <a:pt x="4638" y="17398"/>
                </a:lnTo>
                <a:lnTo>
                  <a:pt x="2996" y="18036"/>
                </a:lnTo>
                <a:lnTo>
                  <a:pt x="0" y="19200"/>
                </a:lnTo>
                <a:lnTo>
                  <a:pt x="0" y="17616"/>
                </a:lnTo>
                <a:lnTo>
                  <a:pt x="0" y="16030"/>
                </a:lnTo>
                <a:lnTo>
                  <a:pt x="0" y="14436"/>
                </a:lnTo>
                <a:lnTo>
                  <a:pt x="0" y="12835"/>
                </a:lnTo>
                <a:lnTo>
                  <a:pt x="0" y="11225"/>
                </a:lnTo>
                <a:lnTo>
                  <a:pt x="0" y="9600"/>
                </a:lnTo>
                <a:lnTo>
                  <a:pt x="2040" y="9600"/>
                </a:lnTo>
                <a:lnTo>
                  <a:pt x="4092" y="9600"/>
                </a:lnTo>
                <a:lnTo>
                  <a:pt x="6171" y="9600"/>
                </a:lnTo>
                <a:lnTo>
                  <a:pt x="7094" y="8023"/>
                </a:lnTo>
                <a:lnTo>
                  <a:pt x="7594" y="6778"/>
                </a:lnTo>
                <a:lnTo>
                  <a:pt x="8100" y="4800"/>
                </a:lnTo>
                <a:lnTo>
                  <a:pt x="8483" y="3214"/>
                </a:lnTo>
                <a:lnTo>
                  <a:pt x="8865" y="1618"/>
                </a:lnTo>
                <a:lnTo>
                  <a:pt x="9257" y="0"/>
                </a:lnTo>
                <a:close/>
              </a:path>
            </a:pathLst>
          </a:custGeom>
          <a:solidFill>
            <a:srgbClr val="A4A6B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2" name="contour_06950"/>
          <p:cNvSpPr/>
          <p:nvPr/>
        </p:nvSpPr>
        <p:spPr>
          <a:xfrm>
            <a:off x="9812723" y="3257732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0"/>
                </a:moveTo>
                <a:lnTo>
                  <a:pt x="20312" y="2376"/>
                </a:lnTo>
                <a:lnTo>
                  <a:pt x="20566" y="4756"/>
                </a:lnTo>
                <a:lnTo>
                  <a:pt x="20822" y="7146"/>
                </a:lnTo>
                <a:lnTo>
                  <a:pt x="21080" y="9547"/>
                </a:lnTo>
                <a:lnTo>
                  <a:pt x="21339" y="11963"/>
                </a:lnTo>
                <a:lnTo>
                  <a:pt x="21600" y="14400"/>
                </a:lnTo>
                <a:lnTo>
                  <a:pt x="21092" y="14566"/>
                </a:lnTo>
                <a:lnTo>
                  <a:pt x="19563" y="15062"/>
                </a:lnTo>
                <a:lnTo>
                  <a:pt x="18500" y="15412"/>
                </a:lnTo>
                <a:lnTo>
                  <a:pt x="17439" y="15768"/>
                </a:lnTo>
                <a:lnTo>
                  <a:pt x="16376" y="16124"/>
                </a:lnTo>
                <a:lnTo>
                  <a:pt x="15314" y="16488"/>
                </a:lnTo>
                <a:lnTo>
                  <a:pt x="14253" y="16855"/>
                </a:lnTo>
                <a:lnTo>
                  <a:pt x="13193" y="17226"/>
                </a:lnTo>
                <a:lnTo>
                  <a:pt x="12133" y="17600"/>
                </a:lnTo>
                <a:lnTo>
                  <a:pt x="11072" y="17978"/>
                </a:lnTo>
                <a:lnTo>
                  <a:pt x="10012" y="18360"/>
                </a:lnTo>
                <a:lnTo>
                  <a:pt x="8953" y="18749"/>
                </a:lnTo>
                <a:lnTo>
                  <a:pt x="7893" y="19141"/>
                </a:lnTo>
                <a:lnTo>
                  <a:pt x="6835" y="19541"/>
                </a:lnTo>
                <a:lnTo>
                  <a:pt x="5775" y="19940"/>
                </a:lnTo>
                <a:lnTo>
                  <a:pt x="4717" y="20347"/>
                </a:lnTo>
                <a:lnTo>
                  <a:pt x="3658" y="20761"/>
                </a:lnTo>
                <a:lnTo>
                  <a:pt x="2601" y="21179"/>
                </a:lnTo>
                <a:lnTo>
                  <a:pt x="1543" y="21600"/>
                </a:lnTo>
                <a:lnTo>
                  <a:pt x="1237" y="19462"/>
                </a:lnTo>
                <a:lnTo>
                  <a:pt x="930" y="17316"/>
                </a:lnTo>
                <a:lnTo>
                  <a:pt x="623" y="15163"/>
                </a:lnTo>
                <a:lnTo>
                  <a:pt x="313" y="12992"/>
                </a:lnTo>
                <a:lnTo>
                  <a:pt x="0" y="10800"/>
                </a:lnTo>
                <a:lnTo>
                  <a:pt x="1045" y="10238"/>
                </a:lnTo>
                <a:lnTo>
                  <a:pt x="2091" y="9673"/>
                </a:lnTo>
                <a:lnTo>
                  <a:pt x="3137" y="9112"/>
                </a:lnTo>
                <a:lnTo>
                  <a:pt x="4183" y="8546"/>
                </a:lnTo>
                <a:lnTo>
                  <a:pt x="5229" y="7985"/>
                </a:lnTo>
                <a:lnTo>
                  <a:pt x="6276" y="7420"/>
                </a:lnTo>
                <a:lnTo>
                  <a:pt x="7325" y="6854"/>
                </a:lnTo>
                <a:lnTo>
                  <a:pt x="8376" y="6289"/>
                </a:lnTo>
                <a:lnTo>
                  <a:pt x="9427" y="5724"/>
                </a:lnTo>
                <a:lnTo>
                  <a:pt x="10481" y="5155"/>
                </a:lnTo>
                <a:lnTo>
                  <a:pt x="11534" y="4590"/>
                </a:lnTo>
                <a:lnTo>
                  <a:pt x="12591" y="4021"/>
                </a:lnTo>
                <a:lnTo>
                  <a:pt x="13650" y="3449"/>
                </a:lnTo>
                <a:lnTo>
                  <a:pt x="14711" y="2880"/>
                </a:lnTo>
                <a:lnTo>
                  <a:pt x="15774" y="2308"/>
                </a:lnTo>
                <a:lnTo>
                  <a:pt x="16842" y="1732"/>
                </a:lnTo>
                <a:lnTo>
                  <a:pt x="17909" y="1156"/>
                </a:lnTo>
                <a:lnTo>
                  <a:pt x="18982" y="580"/>
                </a:lnTo>
                <a:lnTo>
                  <a:pt x="20057" y="0"/>
                </a:lnTo>
                <a:close/>
              </a:path>
            </a:pathLst>
          </a:custGeom>
          <a:solidFill>
            <a:srgbClr val="B0C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3" name="contour_06951"/>
          <p:cNvSpPr/>
          <p:nvPr/>
        </p:nvSpPr>
        <p:spPr>
          <a:xfrm>
            <a:off x="1992708" y="3227210"/>
            <a:ext cx="37118" cy="669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03" y="0"/>
                </a:moveTo>
                <a:lnTo>
                  <a:pt x="11540" y="66"/>
                </a:lnTo>
                <a:lnTo>
                  <a:pt x="13190" y="181"/>
                </a:lnTo>
                <a:lnTo>
                  <a:pt x="16964" y="442"/>
                </a:lnTo>
                <a:lnTo>
                  <a:pt x="18576" y="1805"/>
                </a:lnTo>
                <a:lnTo>
                  <a:pt x="19772" y="3185"/>
                </a:lnTo>
                <a:lnTo>
                  <a:pt x="20616" y="4587"/>
                </a:lnTo>
                <a:lnTo>
                  <a:pt x="21163" y="6014"/>
                </a:lnTo>
                <a:lnTo>
                  <a:pt x="21473" y="7471"/>
                </a:lnTo>
                <a:lnTo>
                  <a:pt x="21596" y="8959"/>
                </a:lnTo>
                <a:lnTo>
                  <a:pt x="21600" y="10487"/>
                </a:lnTo>
                <a:lnTo>
                  <a:pt x="21541" y="12053"/>
                </a:lnTo>
                <a:lnTo>
                  <a:pt x="21469" y="13666"/>
                </a:lnTo>
                <a:lnTo>
                  <a:pt x="21430" y="15152"/>
                </a:lnTo>
                <a:lnTo>
                  <a:pt x="21392" y="16649"/>
                </a:lnTo>
                <a:lnTo>
                  <a:pt x="21354" y="18165"/>
                </a:lnTo>
                <a:lnTo>
                  <a:pt x="21307" y="19301"/>
                </a:lnTo>
                <a:lnTo>
                  <a:pt x="21256" y="20443"/>
                </a:lnTo>
                <a:lnTo>
                  <a:pt x="21206" y="21600"/>
                </a:lnTo>
                <a:lnTo>
                  <a:pt x="16324" y="21504"/>
                </a:lnTo>
                <a:lnTo>
                  <a:pt x="12893" y="21377"/>
                </a:lnTo>
                <a:lnTo>
                  <a:pt x="10442" y="21153"/>
                </a:lnTo>
                <a:lnTo>
                  <a:pt x="8495" y="20768"/>
                </a:lnTo>
                <a:lnTo>
                  <a:pt x="6586" y="20154"/>
                </a:lnTo>
                <a:lnTo>
                  <a:pt x="4241" y="19249"/>
                </a:lnTo>
                <a:lnTo>
                  <a:pt x="3338" y="17629"/>
                </a:lnTo>
                <a:lnTo>
                  <a:pt x="2553" y="16007"/>
                </a:lnTo>
                <a:lnTo>
                  <a:pt x="1883" y="14385"/>
                </a:lnTo>
                <a:lnTo>
                  <a:pt x="1323" y="12758"/>
                </a:lnTo>
                <a:lnTo>
                  <a:pt x="869" y="11127"/>
                </a:lnTo>
                <a:lnTo>
                  <a:pt x="513" y="9486"/>
                </a:lnTo>
                <a:lnTo>
                  <a:pt x="254" y="7833"/>
                </a:lnTo>
                <a:lnTo>
                  <a:pt x="85" y="6171"/>
                </a:lnTo>
                <a:lnTo>
                  <a:pt x="0" y="4490"/>
                </a:lnTo>
                <a:lnTo>
                  <a:pt x="0" y="2793"/>
                </a:lnTo>
                <a:lnTo>
                  <a:pt x="2553" y="1427"/>
                </a:lnTo>
                <a:lnTo>
                  <a:pt x="4504" y="682"/>
                </a:lnTo>
                <a:lnTo>
                  <a:pt x="6858" y="294"/>
                </a:lnTo>
                <a:lnTo>
                  <a:pt x="10603" y="0"/>
                </a:lnTo>
                <a:close/>
              </a:path>
            </a:pathLst>
          </a:custGeom>
          <a:solidFill>
            <a:srgbClr val="766990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4" name="contour_06952"/>
          <p:cNvSpPr/>
          <p:nvPr/>
        </p:nvSpPr>
        <p:spPr>
          <a:xfrm>
            <a:off x="3858434" y="3227217"/>
            <a:ext cx="153048" cy="25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63"/>
                </a:moveTo>
                <a:lnTo>
                  <a:pt x="21071" y="4651"/>
                </a:lnTo>
                <a:lnTo>
                  <a:pt x="20545" y="7772"/>
                </a:lnTo>
                <a:lnTo>
                  <a:pt x="20012" y="10539"/>
                </a:lnTo>
                <a:lnTo>
                  <a:pt x="19466" y="12964"/>
                </a:lnTo>
                <a:lnTo>
                  <a:pt x="18899" y="15072"/>
                </a:lnTo>
                <a:lnTo>
                  <a:pt x="18305" y="16875"/>
                </a:lnTo>
                <a:lnTo>
                  <a:pt x="17676" y="18392"/>
                </a:lnTo>
                <a:lnTo>
                  <a:pt x="17004" y="19629"/>
                </a:lnTo>
                <a:lnTo>
                  <a:pt x="16284" y="20611"/>
                </a:lnTo>
                <a:lnTo>
                  <a:pt x="15507" y="21358"/>
                </a:lnTo>
                <a:lnTo>
                  <a:pt x="14804" y="21488"/>
                </a:lnTo>
                <a:lnTo>
                  <a:pt x="14102" y="21569"/>
                </a:lnTo>
                <a:lnTo>
                  <a:pt x="13400" y="21600"/>
                </a:lnTo>
                <a:lnTo>
                  <a:pt x="12698" y="21588"/>
                </a:lnTo>
                <a:lnTo>
                  <a:pt x="11996" y="21544"/>
                </a:lnTo>
                <a:lnTo>
                  <a:pt x="11295" y="21469"/>
                </a:lnTo>
                <a:lnTo>
                  <a:pt x="10592" y="21370"/>
                </a:lnTo>
                <a:lnTo>
                  <a:pt x="9891" y="21252"/>
                </a:lnTo>
                <a:lnTo>
                  <a:pt x="9188" y="21121"/>
                </a:lnTo>
                <a:lnTo>
                  <a:pt x="8486" y="20984"/>
                </a:lnTo>
                <a:lnTo>
                  <a:pt x="7868" y="20916"/>
                </a:lnTo>
                <a:lnTo>
                  <a:pt x="7250" y="20848"/>
                </a:lnTo>
                <a:lnTo>
                  <a:pt x="6632" y="20785"/>
                </a:lnTo>
                <a:lnTo>
                  <a:pt x="6015" y="20723"/>
                </a:lnTo>
                <a:lnTo>
                  <a:pt x="5347" y="20655"/>
                </a:lnTo>
                <a:lnTo>
                  <a:pt x="4678" y="20574"/>
                </a:lnTo>
                <a:lnTo>
                  <a:pt x="4009" y="20487"/>
                </a:lnTo>
                <a:lnTo>
                  <a:pt x="3342" y="20388"/>
                </a:lnTo>
                <a:lnTo>
                  <a:pt x="2673" y="20288"/>
                </a:lnTo>
                <a:lnTo>
                  <a:pt x="2005" y="20176"/>
                </a:lnTo>
                <a:lnTo>
                  <a:pt x="1336" y="20064"/>
                </a:lnTo>
                <a:lnTo>
                  <a:pt x="669" y="19940"/>
                </a:lnTo>
                <a:lnTo>
                  <a:pt x="0" y="19816"/>
                </a:lnTo>
                <a:lnTo>
                  <a:pt x="0" y="16732"/>
                </a:lnTo>
                <a:lnTo>
                  <a:pt x="0" y="13598"/>
                </a:lnTo>
                <a:lnTo>
                  <a:pt x="687" y="11950"/>
                </a:lnTo>
                <a:lnTo>
                  <a:pt x="1378" y="10439"/>
                </a:lnTo>
                <a:lnTo>
                  <a:pt x="2074" y="9053"/>
                </a:lnTo>
                <a:lnTo>
                  <a:pt x="2772" y="7784"/>
                </a:lnTo>
                <a:lnTo>
                  <a:pt x="3475" y="6634"/>
                </a:lnTo>
                <a:lnTo>
                  <a:pt x="4180" y="5602"/>
                </a:lnTo>
                <a:lnTo>
                  <a:pt x="4889" y="4669"/>
                </a:lnTo>
                <a:lnTo>
                  <a:pt x="5601" y="3842"/>
                </a:lnTo>
                <a:lnTo>
                  <a:pt x="6315" y="3109"/>
                </a:lnTo>
                <a:lnTo>
                  <a:pt x="7032" y="2468"/>
                </a:lnTo>
                <a:lnTo>
                  <a:pt x="7752" y="1915"/>
                </a:lnTo>
                <a:lnTo>
                  <a:pt x="8473" y="1442"/>
                </a:lnTo>
                <a:lnTo>
                  <a:pt x="9197" y="1045"/>
                </a:lnTo>
                <a:lnTo>
                  <a:pt x="9923" y="721"/>
                </a:lnTo>
                <a:lnTo>
                  <a:pt x="10649" y="466"/>
                </a:lnTo>
                <a:lnTo>
                  <a:pt x="11377" y="267"/>
                </a:lnTo>
                <a:lnTo>
                  <a:pt x="12106" y="131"/>
                </a:lnTo>
                <a:lnTo>
                  <a:pt x="12837" y="44"/>
                </a:lnTo>
                <a:lnTo>
                  <a:pt x="13568" y="0"/>
                </a:lnTo>
                <a:lnTo>
                  <a:pt x="14299" y="0"/>
                </a:lnTo>
                <a:lnTo>
                  <a:pt x="15032" y="37"/>
                </a:lnTo>
                <a:lnTo>
                  <a:pt x="15763" y="99"/>
                </a:lnTo>
                <a:lnTo>
                  <a:pt x="16495" y="193"/>
                </a:lnTo>
                <a:lnTo>
                  <a:pt x="17227" y="311"/>
                </a:lnTo>
                <a:lnTo>
                  <a:pt x="17958" y="441"/>
                </a:lnTo>
                <a:lnTo>
                  <a:pt x="18688" y="584"/>
                </a:lnTo>
                <a:lnTo>
                  <a:pt x="19418" y="734"/>
                </a:lnTo>
                <a:lnTo>
                  <a:pt x="20147" y="883"/>
                </a:lnTo>
                <a:lnTo>
                  <a:pt x="20874" y="1026"/>
                </a:lnTo>
                <a:lnTo>
                  <a:pt x="21600" y="1163"/>
                </a:lnTo>
                <a:close/>
              </a:path>
            </a:pathLst>
          </a:custGeom>
          <a:solidFill>
            <a:srgbClr val="CC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5" name="contour_06953"/>
          <p:cNvSpPr/>
          <p:nvPr/>
        </p:nvSpPr>
        <p:spPr>
          <a:xfrm>
            <a:off x="10825754" y="3236969"/>
            <a:ext cx="109320" cy="426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80" y="1174"/>
                </a:moveTo>
                <a:lnTo>
                  <a:pt x="5685" y="1880"/>
                </a:lnTo>
                <a:lnTo>
                  <a:pt x="6679" y="2426"/>
                </a:lnTo>
                <a:lnTo>
                  <a:pt x="7664" y="2840"/>
                </a:lnTo>
                <a:lnTo>
                  <a:pt x="8646" y="3128"/>
                </a:lnTo>
                <a:lnTo>
                  <a:pt x="9626" y="3320"/>
                </a:lnTo>
                <a:lnTo>
                  <a:pt x="10611" y="3423"/>
                </a:lnTo>
                <a:lnTo>
                  <a:pt x="11605" y="3464"/>
                </a:lnTo>
                <a:lnTo>
                  <a:pt x="12610" y="3457"/>
                </a:lnTo>
                <a:lnTo>
                  <a:pt x="13631" y="3416"/>
                </a:lnTo>
                <a:lnTo>
                  <a:pt x="14671" y="3368"/>
                </a:lnTo>
                <a:lnTo>
                  <a:pt x="15673" y="3342"/>
                </a:lnTo>
                <a:lnTo>
                  <a:pt x="16692" y="3316"/>
                </a:lnTo>
                <a:lnTo>
                  <a:pt x="17675" y="3287"/>
                </a:lnTo>
                <a:lnTo>
                  <a:pt x="18655" y="3253"/>
                </a:lnTo>
                <a:lnTo>
                  <a:pt x="19637" y="3220"/>
                </a:lnTo>
                <a:lnTo>
                  <a:pt x="20618" y="3180"/>
                </a:lnTo>
                <a:lnTo>
                  <a:pt x="21600" y="3135"/>
                </a:lnTo>
                <a:lnTo>
                  <a:pt x="20922" y="5222"/>
                </a:lnTo>
                <a:lnTo>
                  <a:pt x="20205" y="7031"/>
                </a:lnTo>
                <a:lnTo>
                  <a:pt x="19450" y="8597"/>
                </a:lnTo>
                <a:lnTo>
                  <a:pt x="18662" y="9945"/>
                </a:lnTo>
                <a:lnTo>
                  <a:pt x="17840" y="11112"/>
                </a:lnTo>
                <a:lnTo>
                  <a:pt x="16989" y="12117"/>
                </a:lnTo>
                <a:lnTo>
                  <a:pt x="16108" y="12995"/>
                </a:lnTo>
                <a:lnTo>
                  <a:pt x="15201" y="13778"/>
                </a:lnTo>
                <a:lnTo>
                  <a:pt x="14268" y="14491"/>
                </a:lnTo>
                <a:lnTo>
                  <a:pt x="13313" y="15167"/>
                </a:lnTo>
                <a:lnTo>
                  <a:pt x="12336" y="15835"/>
                </a:lnTo>
                <a:lnTo>
                  <a:pt x="11340" y="16522"/>
                </a:lnTo>
                <a:lnTo>
                  <a:pt x="10665" y="17017"/>
                </a:lnTo>
                <a:lnTo>
                  <a:pt x="9986" y="17516"/>
                </a:lnTo>
                <a:lnTo>
                  <a:pt x="9298" y="18022"/>
                </a:lnTo>
                <a:lnTo>
                  <a:pt x="8469" y="18627"/>
                </a:lnTo>
                <a:lnTo>
                  <a:pt x="7641" y="19229"/>
                </a:lnTo>
                <a:lnTo>
                  <a:pt x="6811" y="19827"/>
                </a:lnTo>
                <a:lnTo>
                  <a:pt x="5980" y="20422"/>
                </a:lnTo>
                <a:lnTo>
                  <a:pt x="5151" y="21013"/>
                </a:lnTo>
                <a:lnTo>
                  <a:pt x="4320" y="21600"/>
                </a:lnTo>
                <a:lnTo>
                  <a:pt x="4228" y="20824"/>
                </a:lnTo>
                <a:lnTo>
                  <a:pt x="4065" y="19462"/>
                </a:lnTo>
                <a:lnTo>
                  <a:pt x="3695" y="16334"/>
                </a:lnTo>
                <a:lnTo>
                  <a:pt x="3318" y="13882"/>
                </a:lnTo>
                <a:lnTo>
                  <a:pt x="2917" y="11762"/>
                </a:lnTo>
                <a:lnTo>
                  <a:pt x="2478" y="9882"/>
                </a:lnTo>
                <a:lnTo>
                  <a:pt x="1983" y="8169"/>
                </a:lnTo>
                <a:lnTo>
                  <a:pt x="1416" y="6525"/>
                </a:lnTo>
                <a:lnTo>
                  <a:pt x="760" y="4878"/>
                </a:lnTo>
                <a:lnTo>
                  <a:pt x="0" y="3135"/>
                </a:lnTo>
                <a:lnTo>
                  <a:pt x="995" y="1455"/>
                </a:lnTo>
                <a:lnTo>
                  <a:pt x="1826" y="406"/>
                </a:lnTo>
                <a:lnTo>
                  <a:pt x="2628" y="0"/>
                </a:lnTo>
                <a:lnTo>
                  <a:pt x="3535" y="255"/>
                </a:lnTo>
                <a:lnTo>
                  <a:pt x="4680" y="1174"/>
                </a:lnTo>
                <a:close/>
              </a:path>
            </a:pathLst>
          </a:custGeom>
          <a:solidFill>
            <a:srgbClr val="D3E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6" name="contour_06954"/>
          <p:cNvSpPr/>
          <p:nvPr/>
        </p:nvSpPr>
        <p:spPr>
          <a:xfrm>
            <a:off x="3902162" y="3206716"/>
            <a:ext cx="138472" cy="233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7" y="0"/>
                </a:moveTo>
                <a:lnTo>
                  <a:pt x="1328" y="3321"/>
                </a:lnTo>
                <a:lnTo>
                  <a:pt x="1523" y="6696"/>
                </a:lnTo>
                <a:lnTo>
                  <a:pt x="1710" y="8390"/>
                </a:lnTo>
                <a:lnTo>
                  <a:pt x="2274" y="13500"/>
                </a:lnTo>
                <a:lnTo>
                  <a:pt x="3081" y="14256"/>
                </a:lnTo>
                <a:lnTo>
                  <a:pt x="3653" y="14593"/>
                </a:lnTo>
                <a:lnTo>
                  <a:pt x="4264" y="14593"/>
                </a:lnTo>
                <a:lnTo>
                  <a:pt x="5186" y="14344"/>
                </a:lnTo>
                <a:lnTo>
                  <a:pt x="5965" y="14162"/>
                </a:lnTo>
                <a:lnTo>
                  <a:pt x="6754" y="13973"/>
                </a:lnTo>
                <a:lnTo>
                  <a:pt x="7352" y="13736"/>
                </a:lnTo>
                <a:lnTo>
                  <a:pt x="7958" y="13500"/>
                </a:lnTo>
                <a:lnTo>
                  <a:pt x="7958" y="9038"/>
                </a:lnTo>
                <a:lnTo>
                  <a:pt x="7958" y="4549"/>
                </a:lnTo>
                <a:lnTo>
                  <a:pt x="7958" y="0"/>
                </a:lnTo>
                <a:lnTo>
                  <a:pt x="8753" y="391"/>
                </a:lnTo>
                <a:lnTo>
                  <a:pt x="9547" y="783"/>
                </a:lnTo>
                <a:lnTo>
                  <a:pt x="10342" y="1181"/>
                </a:lnTo>
                <a:lnTo>
                  <a:pt x="11138" y="1573"/>
                </a:lnTo>
                <a:lnTo>
                  <a:pt x="11933" y="1964"/>
                </a:lnTo>
                <a:lnTo>
                  <a:pt x="12730" y="2363"/>
                </a:lnTo>
                <a:lnTo>
                  <a:pt x="13528" y="2754"/>
                </a:lnTo>
                <a:lnTo>
                  <a:pt x="14328" y="3152"/>
                </a:lnTo>
                <a:lnTo>
                  <a:pt x="15128" y="3551"/>
                </a:lnTo>
                <a:lnTo>
                  <a:pt x="15931" y="3942"/>
                </a:lnTo>
                <a:lnTo>
                  <a:pt x="16734" y="4340"/>
                </a:lnTo>
                <a:lnTo>
                  <a:pt x="17539" y="4739"/>
                </a:lnTo>
                <a:lnTo>
                  <a:pt x="18346" y="5144"/>
                </a:lnTo>
                <a:lnTo>
                  <a:pt x="19157" y="5542"/>
                </a:lnTo>
                <a:lnTo>
                  <a:pt x="19969" y="5940"/>
                </a:lnTo>
                <a:lnTo>
                  <a:pt x="20783" y="6345"/>
                </a:lnTo>
                <a:lnTo>
                  <a:pt x="21600" y="6750"/>
                </a:lnTo>
                <a:lnTo>
                  <a:pt x="20660" y="10442"/>
                </a:lnTo>
                <a:lnTo>
                  <a:pt x="19853" y="13493"/>
                </a:lnTo>
                <a:lnTo>
                  <a:pt x="19144" y="15950"/>
                </a:lnTo>
                <a:lnTo>
                  <a:pt x="18499" y="17881"/>
                </a:lnTo>
                <a:lnTo>
                  <a:pt x="17877" y="19339"/>
                </a:lnTo>
                <a:lnTo>
                  <a:pt x="17245" y="20385"/>
                </a:lnTo>
                <a:lnTo>
                  <a:pt x="16565" y="21067"/>
                </a:lnTo>
                <a:lnTo>
                  <a:pt x="15802" y="21452"/>
                </a:lnTo>
                <a:lnTo>
                  <a:pt x="14918" y="21600"/>
                </a:lnTo>
                <a:lnTo>
                  <a:pt x="13877" y="21566"/>
                </a:lnTo>
                <a:lnTo>
                  <a:pt x="13277" y="21539"/>
                </a:lnTo>
                <a:lnTo>
                  <a:pt x="12669" y="21512"/>
                </a:lnTo>
                <a:lnTo>
                  <a:pt x="11912" y="21458"/>
                </a:lnTo>
                <a:lnTo>
                  <a:pt x="11154" y="21384"/>
                </a:lnTo>
                <a:lnTo>
                  <a:pt x="10396" y="21296"/>
                </a:lnTo>
                <a:lnTo>
                  <a:pt x="9638" y="21195"/>
                </a:lnTo>
                <a:lnTo>
                  <a:pt x="8881" y="21094"/>
                </a:lnTo>
                <a:lnTo>
                  <a:pt x="8235" y="21047"/>
                </a:lnTo>
                <a:lnTo>
                  <a:pt x="7591" y="20999"/>
                </a:lnTo>
                <a:lnTo>
                  <a:pt x="6945" y="20952"/>
                </a:lnTo>
                <a:lnTo>
                  <a:pt x="6299" y="20912"/>
                </a:lnTo>
                <a:lnTo>
                  <a:pt x="5511" y="20851"/>
                </a:lnTo>
                <a:lnTo>
                  <a:pt x="4725" y="20783"/>
                </a:lnTo>
                <a:lnTo>
                  <a:pt x="3937" y="20709"/>
                </a:lnTo>
                <a:lnTo>
                  <a:pt x="3149" y="20628"/>
                </a:lnTo>
                <a:lnTo>
                  <a:pt x="2362" y="20540"/>
                </a:lnTo>
                <a:lnTo>
                  <a:pt x="1575" y="20452"/>
                </a:lnTo>
                <a:lnTo>
                  <a:pt x="788" y="20351"/>
                </a:lnTo>
                <a:lnTo>
                  <a:pt x="0" y="20250"/>
                </a:lnTo>
                <a:lnTo>
                  <a:pt x="225" y="16241"/>
                </a:lnTo>
                <a:lnTo>
                  <a:pt x="451" y="12218"/>
                </a:lnTo>
                <a:lnTo>
                  <a:pt x="678" y="8181"/>
                </a:lnTo>
                <a:lnTo>
                  <a:pt x="906" y="4111"/>
                </a:lnTo>
                <a:lnTo>
                  <a:pt x="1137" y="0"/>
                </a:lnTo>
                <a:close/>
              </a:path>
            </a:pathLst>
          </a:custGeom>
          <a:solidFill>
            <a:srgbClr val="9FAEB7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7" name="contour_06955"/>
          <p:cNvSpPr/>
          <p:nvPr/>
        </p:nvSpPr>
        <p:spPr>
          <a:xfrm>
            <a:off x="3749114" y="3204428"/>
            <a:ext cx="116608" cy="38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1276"/>
                </a:moveTo>
                <a:lnTo>
                  <a:pt x="2352" y="602"/>
                </a:lnTo>
                <a:lnTo>
                  <a:pt x="3090" y="203"/>
                </a:lnTo>
                <a:lnTo>
                  <a:pt x="3784" y="20"/>
                </a:lnTo>
                <a:lnTo>
                  <a:pt x="4651" y="0"/>
                </a:lnTo>
                <a:lnTo>
                  <a:pt x="5912" y="85"/>
                </a:lnTo>
                <a:lnTo>
                  <a:pt x="6249" y="98"/>
                </a:lnTo>
                <a:lnTo>
                  <a:pt x="7268" y="138"/>
                </a:lnTo>
                <a:lnTo>
                  <a:pt x="8127" y="187"/>
                </a:lnTo>
                <a:lnTo>
                  <a:pt x="8986" y="256"/>
                </a:lnTo>
                <a:lnTo>
                  <a:pt x="9843" y="333"/>
                </a:lnTo>
                <a:lnTo>
                  <a:pt x="10701" y="419"/>
                </a:lnTo>
                <a:lnTo>
                  <a:pt x="11559" y="512"/>
                </a:lnTo>
                <a:lnTo>
                  <a:pt x="12286" y="557"/>
                </a:lnTo>
                <a:lnTo>
                  <a:pt x="13014" y="602"/>
                </a:lnTo>
                <a:lnTo>
                  <a:pt x="13740" y="642"/>
                </a:lnTo>
                <a:lnTo>
                  <a:pt x="14468" y="683"/>
                </a:lnTo>
                <a:lnTo>
                  <a:pt x="15359" y="736"/>
                </a:lnTo>
                <a:lnTo>
                  <a:pt x="16251" y="797"/>
                </a:lnTo>
                <a:lnTo>
                  <a:pt x="17142" y="862"/>
                </a:lnTo>
                <a:lnTo>
                  <a:pt x="18035" y="935"/>
                </a:lnTo>
                <a:lnTo>
                  <a:pt x="18926" y="1012"/>
                </a:lnTo>
                <a:lnTo>
                  <a:pt x="19817" y="1097"/>
                </a:lnTo>
                <a:lnTo>
                  <a:pt x="20709" y="1183"/>
                </a:lnTo>
                <a:lnTo>
                  <a:pt x="21600" y="1276"/>
                </a:lnTo>
                <a:lnTo>
                  <a:pt x="21600" y="3963"/>
                </a:lnTo>
                <a:lnTo>
                  <a:pt x="21600" y="6666"/>
                </a:lnTo>
                <a:lnTo>
                  <a:pt x="21600" y="9406"/>
                </a:lnTo>
                <a:lnTo>
                  <a:pt x="20772" y="10194"/>
                </a:lnTo>
                <a:lnTo>
                  <a:pt x="19958" y="10914"/>
                </a:lnTo>
                <a:lnTo>
                  <a:pt x="19154" y="11572"/>
                </a:lnTo>
                <a:lnTo>
                  <a:pt x="18349" y="12174"/>
                </a:lnTo>
                <a:lnTo>
                  <a:pt x="17538" y="12727"/>
                </a:lnTo>
                <a:lnTo>
                  <a:pt x="16712" y="13243"/>
                </a:lnTo>
                <a:lnTo>
                  <a:pt x="15862" y="13723"/>
                </a:lnTo>
                <a:lnTo>
                  <a:pt x="15055" y="14202"/>
                </a:lnTo>
                <a:lnTo>
                  <a:pt x="14248" y="14682"/>
                </a:lnTo>
                <a:lnTo>
                  <a:pt x="13442" y="15166"/>
                </a:lnTo>
                <a:lnTo>
                  <a:pt x="12635" y="15645"/>
                </a:lnTo>
                <a:lnTo>
                  <a:pt x="11841" y="16104"/>
                </a:lnTo>
                <a:lnTo>
                  <a:pt x="11035" y="16568"/>
                </a:lnTo>
                <a:lnTo>
                  <a:pt x="10155" y="17121"/>
                </a:lnTo>
                <a:lnTo>
                  <a:pt x="9279" y="17706"/>
                </a:lnTo>
                <a:lnTo>
                  <a:pt x="8404" y="18312"/>
                </a:lnTo>
                <a:lnTo>
                  <a:pt x="7532" y="18942"/>
                </a:lnTo>
                <a:lnTo>
                  <a:pt x="6661" y="19588"/>
                </a:lnTo>
                <a:lnTo>
                  <a:pt x="5790" y="20251"/>
                </a:lnTo>
                <a:lnTo>
                  <a:pt x="4921" y="20921"/>
                </a:lnTo>
                <a:lnTo>
                  <a:pt x="4050" y="21600"/>
                </a:lnTo>
                <a:lnTo>
                  <a:pt x="4050" y="18913"/>
                </a:lnTo>
                <a:lnTo>
                  <a:pt x="4050" y="16210"/>
                </a:lnTo>
                <a:lnTo>
                  <a:pt x="4050" y="13471"/>
                </a:lnTo>
                <a:lnTo>
                  <a:pt x="3248" y="13471"/>
                </a:lnTo>
                <a:lnTo>
                  <a:pt x="2443" y="13471"/>
                </a:lnTo>
                <a:lnTo>
                  <a:pt x="1636" y="13471"/>
                </a:lnTo>
                <a:lnTo>
                  <a:pt x="822" y="13471"/>
                </a:lnTo>
                <a:lnTo>
                  <a:pt x="0" y="13471"/>
                </a:lnTo>
                <a:lnTo>
                  <a:pt x="198" y="10483"/>
                </a:lnTo>
                <a:lnTo>
                  <a:pt x="367" y="8353"/>
                </a:lnTo>
                <a:lnTo>
                  <a:pt x="572" y="6500"/>
                </a:lnTo>
                <a:lnTo>
                  <a:pt x="879" y="4337"/>
                </a:lnTo>
                <a:lnTo>
                  <a:pt x="1350" y="1276"/>
                </a:lnTo>
                <a:close/>
              </a:path>
            </a:pathLst>
          </a:custGeom>
          <a:solidFill>
            <a:srgbClr val="C2D2DA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8" name="contour_06956"/>
          <p:cNvSpPr/>
          <p:nvPr/>
        </p:nvSpPr>
        <p:spPr>
          <a:xfrm>
            <a:off x="7223475" y="3130892"/>
            <a:ext cx="67603" cy="53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3" y="1179"/>
                </a:moveTo>
                <a:lnTo>
                  <a:pt x="2329" y="834"/>
                </a:lnTo>
                <a:lnTo>
                  <a:pt x="3982" y="534"/>
                </a:lnTo>
                <a:lnTo>
                  <a:pt x="5612" y="286"/>
                </a:lnTo>
                <a:lnTo>
                  <a:pt x="7221" y="105"/>
                </a:lnTo>
                <a:lnTo>
                  <a:pt x="8823" y="6"/>
                </a:lnTo>
                <a:lnTo>
                  <a:pt x="10420" y="0"/>
                </a:lnTo>
                <a:lnTo>
                  <a:pt x="12025" y="102"/>
                </a:lnTo>
                <a:lnTo>
                  <a:pt x="13641" y="324"/>
                </a:lnTo>
                <a:lnTo>
                  <a:pt x="15278" y="677"/>
                </a:lnTo>
                <a:lnTo>
                  <a:pt x="16943" y="1179"/>
                </a:lnTo>
                <a:lnTo>
                  <a:pt x="17721" y="2961"/>
                </a:lnTo>
                <a:lnTo>
                  <a:pt x="18401" y="4741"/>
                </a:lnTo>
                <a:lnTo>
                  <a:pt x="18992" y="6529"/>
                </a:lnTo>
                <a:lnTo>
                  <a:pt x="19502" y="8323"/>
                </a:lnTo>
                <a:lnTo>
                  <a:pt x="19940" y="10135"/>
                </a:lnTo>
                <a:lnTo>
                  <a:pt x="20317" y="11964"/>
                </a:lnTo>
                <a:lnTo>
                  <a:pt x="20641" y="13822"/>
                </a:lnTo>
                <a:lnTo>
                  <a:pt x="20922" y="15707"/>
                </a:lnTo>
                <a:lnTo>
                  <a:pt x="21169" y="17629"/>
                </a:lnTo>
                <a:lnTo>
                  <a:pt x="21393" y="19593"/>
                </a:lnTo>
                <a:lnTo>
                  <a:pt x="21600" y="21600"/>
                </a:lnTo>
                <a:lnTo>
                  <a:pt x="20035" y="21154"/>
                </a:lnTo>
                <a:lnTo>
                  <a:pt x="18477" y="20696"/>
                </a:lnTo>
                <a:lnTo>
                  <a:pt x="16927" y="20217"/>
                </a:lnTo>
                <a:lnTo>
                  <a:pt x="15380" y="19724"/>
                </a:lnTo>
                <a:lnTo>
                  <a:pt x="13834" y="19214"/>
                </a:lnTo>
                <a:lnTo>
                  <a:pt x="12286" y="18683"/>
                </a:lnTo>
                <a:lnTo>
                  <a:pt x="10693" y="18146"/>
                </a:lnTo>
                <a:lnTo>
                  <a:pt x="9075" y="17600"/>
                </a:lnTo>
                <a:lnTo>
                  <a:pt x="7549" y="16973"/>
                </a:lnTo>
                <a:lnTo>
                  <a:pt x="6096" y="16328"/>
                </a:lnTo>
                <a:lnTo>
                  <a:pt x="4697" y="15634"/>
                </a:lnTo>
                <a:lnTo>
                  <a:pt x="3335" y="14846"/>
                </a:lnTo>
                <a:lnTo>
                  <a:pt x="1989" y="13930"/>
                </a:lnTo>
                <a:lnTo>
                  <a:pt x="643" y="12848"/>
                </a:lnTo>
                <a:lnTo>
                  <a:pt x="221" y="10780"/>
                </a:lnTo>
                <a:lnTo>
                  <a:pt x="19" y="8904"/>
                </a:lnTo>
                <a:lnTo>
                  <a:pt x="0" y="7112"/>
                </a:lnTo>
                <a:lnTo>
                  <a:pt x="123" y="5301"/>
                </a:lnTo>
                <a:lnTo>
                  <a:pt x="352" y="3358"/>
                </a:lnTo>
                <a:lnTo>
                  <a:pt x="643" y="1179"/>
                </a:lnTo>
                <a:close/>
              </a:path>
            </a:pathLst>
          </a:custGeom>
          <a:solidFill>
            <a:srgbClr val="7B898D"/>
          </a:solidFill>
          <a:ln>
            <a:noFill/>
          </a:ln>
        </p:spPr>
        <p:txBody>
          <a:bodyPr/>
          <a:lstStyle/>
          <a:p/>
        </p:txBody>
      </p:sp>
      <p:sp>
        <p:nvSpPr>
          <p:cNvPr id="6959" name="contour_06957"/>
          <p:cNvSpPr/>
          <p:nvPr/>
        </p:nvSpPr>
        <p:spPr>
          <a:xfrm>
            <a:off x="10432079" y="3101951"/>
            <a:ext cx="51264" cy="491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57" y="42"/>
                </a:lnTo>
                <a:lnTo>
                  <a:pt x="14872" y="179"/>
                </a:lnTo>
                <a:lnTo>
                  <a:pt x="16374" y="528"/>
                </a:lnTo>
                <a:lnTo>
                  <a:pt x="18477" y="1200"/>
                </a:lnTo>
                <a:lnTo>
                  <a:pt x="19386" y="3123"/>
                </a:lnTo>
                <a:lnTo>
                  <a:pt x="20120" y="5050"/>
                </a:lnTo>
                <a:lnTo>
                  <a:pt x="20691" y="6989"/>
                </a:lnTo>
                <a:lnTo>
                  <a:pt x="21109" y="8947"/>
                </a:lnTo>
                <a:lnTo>
                  <a:pt x="21391" y="10938"/>
                </a:lnTo>
                <a:lnTo>
                  <a:pt x="21551" y="12970"/>
                </a:lnTo>
                <a:lnTo>
                  <a:pt x="21600" y="15056"/>
                </a:lnTo>
                <a:lnTo>
                  <a:pt x="21548" y="17200"/>
                </a:lnTo>
                <a:lnTo>
                  <a:pt x="19807" y="18861"/>
                </a:lnTo>
                <a:lnTo>
                  <a:pt x="18247" y="19997"/>
                </a:lnTo>
                <a:lnTo>
                  <a:pt x="16721" y="20720"/>
                </a:lnTo>
                <a:lnTo>
                  <a:pt x="15075" y="21149"/>
                </a:lnTo>
                <a:lnTo>
                  <a:pt x="13152" y="21405"/>
                </a:lnTo>
                <a:lnTo>
                  <a:pt x="10800" y="21600"/>
                </a:lnTo>
                <a:lnTo>
                  <a:pt x="8343" y="21558"/>
                </a:lnTo>
                <a:lnTo>
                  <a:pt x="6728" y="21421"/>
                </a:lnTo>
                <a:lnTo>
                  <a:pt x="5226" y="21072"/>
                </a:lnTo>
                <a:lnTo>
                  <a:pt x="3123" y="20400"/>
                </a:lnTo>
                <a:lnTo>
                  <a:pt x="2214" y="18477"/>
                </a:lnTo>
                <a:lnTo>
                  <a:pt x="1480" y="16550"/>
                </a:lnTo>
                <a:lnTo>
                  <a:pt x="909" y="14611"/>
                </a:lnTo>
                <a:lnTo>
                  <a:pt x="491" y="12653"/>
                </a:lnTo>
                <a:lnTo>
                  <a:pt x="209" y="10662"/>
                </a:lnTo>
                <a:lnTo>
                  <a:pt x="49" y="8630"/>
                </a:lnTo>
                <a:lnTo>
                  <a:pt x="0" y="6544"/>
                </a:lnTo>
                <a:lnTo>
                  <a:pt x="52" y="4400"/>
                </a:lnTo>
                <a:lnTo>
                  <a:pt x="1793" y="2739"/>
                </a:lnTo>
                <a:lnTo>
                  <a:pt x="3353" y="1603"/>
                </a:lnTo>
                <a:lnTo>
                  <a:pt x="4879" y="880"/>
                </a:lnTo>
                <a:lnTo>
                  <a:pt x="6525" y="451"/>
                </a:lnTo>
                <a:lnTo>
                  <a:pt x="8448" y="195"/>
                </a:lnTo>
                <a:lnTo>
                  <a:pt x="10800" y="0"/>
                </a:lnTo>
                <a:close/>
              </a:path>
            </a:pathLst>
          </a:custGeom>
          <a:solidFill>
            <a:srgbClr val="CDDCE8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0" name="contour_06958"/>
          <p:cNvSpPr/>
          <p:nvPr/>
        </p:nvSpPr>
        <p:spPr>
          <a:xfrm>
            <a:off x="4149954" y="3082820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765" y="639"/>
                </a:lnTo>
                <a:lnTo>
                  <a:pt x="5309" y="1274"/>
                </a:lnTo>
                <a:lnTo>
                  <a:pt x="6800" y="1925"/>
                </a:lnTo>
                <a:lnTo>
                  <a:pt x="8236" y="2601"/>
                </a:lnTo>
                <a:lnTo>
                  <a:pt x="9625" y="3314"/>
                </a:lnTo>
                <a:lnTo>
                  <a:pt x="10966" y="4079"/>
                </a:lnTo>
                <a:lnTo>
                  <a:pt x="12269" y="4909"/>
                </a:lnTo>
                <a:lnTo>
                  <a:pt x="13530" y="5817"/>
                </a:lnTo>
                <a:lnTo>
                  <a:pt x="14759" y="6813"/>
                </a:lnTo>
                <a:lnTo>
                  <a:pt x="15956" y="7915"/>
                </a:lnTo>
                <a:lnTo>
                  <a:pt x="17127" y="9134"/>
                </a:lnTo>
                <a:lnTo>
                  <a:pt x="18271" y="10479"/>
                </a:lnTo>
                <a:lnTo>
                  <a:pt x="19397" y="11969"/>
                </a:lnTo>
                <a:lnTo>
                  <a:pt x="20505" y="13614"/>
                </a:lnTo>
                <a:lnTo>
                  <a:pt x="21600" y="15429"/>
                </a:lnTo>
                <a:lnTo>
                  <a:pt x="20172" y="15429"/>
                </a:lnTo>
                <a:lnTo>
                  <a:pt x="18736" y="15429"/>
                </a:lnTo>
                <a:lnTo>
                  <a:pt x="17280" y="15429"/>
                </a:lnTo>
                <a:lnTo>
                  <a:pt x="17280" y="17468"/>
                </a:lnTo>
                <a:lnTo>
                  <a:pt x="17280" y="19520"/>
                </a:lnTo>
                <a:lnTo>
                  <a:pt x="17280" y="21600"/>
                </a:lnTo>
                <a:lnTo>
                  <a:pt x="15854" y="21600"/>
                </a:lnTo>
                <a:lnTo>
                  <a:pt x="14427" y="21600"/>
                </a:lnTo>
                <a:lnTo>
                  <a:pt x="12992" y="21600"/>
                </a:lnTo>
                <a:lnTo>
                  <a:pt x="11552" y="21600"/>
                </a:lnTo>
                <a:lnTo>
                  <a:pt x="10102" y="21600"/>
                </a:lnTo>
                <a:lnTo>
                  <a:pt x="8640" y="21600"/>
                </a:lnTo>
                <a:lnTo>
                  <a:pt x="8640" y="19560"/>
                </a:lnTo>
                <a:lnTo>
                  <a:pt x="8640" y="17508"/>
                </a:lnTo>
                <a:lnTo>
                  <a:pt x="8640" y="15429"/>
                </a:lnTo>
                <a:lnTo>
                  <a:pt x="7510" y="14275"/>
                </a:lnTo>
                <a:lnTo>
                  <a:pt x="6683" y="13531"/>
                </a:lnTo>
                <a:lnTo>
                  <a:pt x="5754" y="12864"/>
                </a:lnTo>
                <a:lnTo>
                  <a:pt x="4320" y="11957"/>
                </a:lnTo>
                <a:lnTo>
                  <a:pt x="3115" y="11180"/>
                </a:lnTo>
                <a:lnTo>
                  <a:pt x="1890" y="10390"/>
                </a:lnTo>
                <a:lnTo>
                  <a:pt x="953" y="9828"/>
                </a:lnTo>
                <a:lnTo>
                  <a:pt x="0" y="9257"/>
                </a:lnTo>
                <a:lnTo>
                  <a:pt x="428" y="7424"/>
                </a:lnTo>
                <a:lnTo>
                  <a:pt x="858" y="5585"/>
                </a:lnTo>
                <a:lnTo>
                  <a:pt x="1287" y="3740"/>
                </a:lnTo>
                <a:lnTo>
                  <a:pt x="1722" y="1879"/>
                </a:lnTo>
                <a:lnTo>
                  <a:pt x="2160" y="0"/>
                </a:lnTo>
                <a:close/>
              </a:path>
            </a:pathLst>
          </a:custGeom>
          <a:solidFill>
            <a:srgbClr val="3A3935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1" name="contour_06959"/>
          <p:cNvSpPr/>
          <p:nvPr/>
        </p:nvSpPr>
        <p:spPr>
          <a:xfrm>
            <a:off x="5394160" y="3090983"/>
            <a:ext cx="60345" cy="574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12"/>
                </a:moveTo>
                <a:lnTo>
                  <a:pt x="20700" y="4399"/>
                </a:lnTo>
                <a:lnTo>
                  <a:pt x="19810" y="6288"/>
                </a:lnTo>
                <a:lnTo>
                  <a:pt x="18905" y="8078"/>
                </a:lnTo>
                <a:lnTo>
                  <a:pt x="17966" y="9769"/>
                </a:lnTo>
                <a:lnTo>
                  <a:pt x="16975" y="11362"/>
                </a:lnTo>
                <a:lnTo>
                  <a:pt x="15905" y="12856"/>
                </a:lnTo>
                <a:lnTo>
                  <a:pt x="14742" y="14248"/>
                </a:lnTo>
                <a:lnTo>
                  <a:pt x="13461" y="15542"/>
                </a:lnTo>
                <a:lnTo>
                  <a:pt x="12044" y="16735"/>
                </a:lnTo>
                <a:lnTo>
                  <a:pt x="10469" y="17828"/>
                </a:lnTo>
                <a:lnTo>
                  <a:pt x="8716" y="18823"/>
                </a:lnTo>
                <a:lnTo>
                  <a:pt x="6762" y="19714"/>
                </a:lnTo>
                <a:lnTo>
                  <a:pt x="5262" y="20216"/>
                </a:lnTo>
                <a:lnTo>
                  <a:pt x="3757" y="20698"/>
                </a:lnTo>
                <a:lnTo>
                  <a:pt x="2246" y="21161"/>
                </a:lnTo>
                <a:lnTo>
                  <a:pt x="730" y="21600"/>
                </a:lnTo>
                <a:lnTo>
                  <a:pt x="490" y="19728"/>
                </a:lnTo>
                <a:lnTo>
                  <a:pt x="287" y="17886"/>
                </a:lnTo>
                <a:lnTo>
                  <a:pt x="130" y="16066"/>
                </a:lnTo>
                <a:lnTo>
                  <a:pt x="31" y="14259"/>
                </a:lnTo>
                <a:lnTo>
                  <a:pt x="0" y="12461"/>
                </a:lnTo>
                <a:lnTo>
                  <a:pt x="42" y="10657"/>
                </a:lnTo>
                <a:lnTo>
                  <a:pt x="172" y="8846"/>
                </a:lnTo>
                <a:lnTo>
                  <a:pt x="399" y="7015"/>
                </a:lnTo>
                <a:lnTo>
                  <a:pt x="730" y="5153"/>
                </a:lnTo>
                <a:lnTo>
                  <a:pt x="2303" y="3829"/>
                </a:lnTo>
                <a:lnTo>
                  <a:pt x="3921" y="2697"/>
                </a:lnTo>
                <a:lnTo>
                  <a:pt x="5577" y="1760"/>
                </a:lnTo>
                <a:lnTo>
                  <a:pt x="7273" y="1020"/>
                </a:lnTo>
                <a:lnTo>
                  <a:pt x="8997" y="480"/>
                </a:lnTo>
                <a:lnTo>
                  <a:pt x="10750" y="137"/>
                </a:lnTo>
                <a:lnTo>
                  <a:pt x="12524" y="0"/>
                </a:lnTo>
                <a:lnTo>
                  <a:pt x="14319" y="66"/>
                </a:lnTo>
                <a:lnTo>
                  <a:pt x="16127" y="337"/>
                </a:lnTo>
                <a:lnTo>
                  <a:pt x="17948" y="817"/>
                </a:lnTo>
                <a:lnTo>
                  <a:pt x="19774" y="1508"/>
                </a:lnTo>
                <a:lnTo>
                  <a:pt x="21600" y="2412"/>
                </a:lnTo>
                <a:close/>
              </a:path>
            </a:pathLst>
          </a:custGeom>
          <a:solidFill>
            <a:srgbClr val="C7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2" name="contour_06960"/>
          <p:cNvSpPr/>
          <p:nvPr/>
        </p:nvSpPr>
        <p:spPr>
          <a:xfrm>
            <a:off x="10927786" y="3002652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85" y="0"/>
                </a:moveTo>
                <a:lnTo>
                  <a:pt x="4985" y="1697"/>
                </a:lnTo>
                <a:lnTo>
                  <a:pt x="4985" y="3396"/>
                </a:lnTo>
                <a:lnTo>
                  <a:pt x="4985" y="5100"/>
                </a:lnTo>
                <a:lnTo>
                  <a:pt x="4985" y="6811"/>
                </a:lnTo>
                <a:lnTo>
                  <a:pt x="4985" y="8530"/>
                </a:lnTo>
                <a:lnTo>
                  <a:pt x="4985" y="10258"/>
                </a:lnTo>
                <a:lnTo>
                  <a:pt x="4985" y="12000"/>
                </a:lnTo>
                <a:lnTo>
                  <a:pt x="6159" y="12000"/>
                </a:lnTo>
                <a:lnTo>
                  <a:pt x="7336" y="12000"/>
                </a:lnTo>
                <a:lnTo>
                  <a:pt x="8510" y="12000"/>
                </a:lnTo>
                <a:lnTo>
                  <a:pt x="9688" y="12000"/>
                </a:lnTo>
                <a:lnTo>
                  <a:pt x="10866" y="12000"/>
                </a:lnTo>
                <a:lnTo>
                  <a:pt x="12048" y="12000"/>
                </a:lnTo>
                <a:lnTo>
                  <a:pt x="13231" y="12000"/>
                </a:lnTo>
                <a:lnTo>
                  <a:pt x="14416" y="12000"/>
                </a:lnTo>
                <a:lnTo>
                  <a:pt x="15604" y="12000"/>
                </a:lnTo>
                <a:lnTo>
                  <a:pt x="16795" y="12000"/>
                </a:lnTo>
                <a:lnTo>
                  <a:pt x="17989" y="12000"/>
                </a:lnTo>
                <a:lnTo>
                  <a:pt x="19189" y="12000"/>
                </a:lnTo>
                <a:lnTo>
                  <a:pt x="20392" y="12000"/>
                </a:lnTo>
                <a:lnTo>
                  <a:pt x="21600" y="12000"/>
                </a:lnTo>
                <a:lnTo>
                  <a:pt x="21326" y="13584"/>
                </a:lnTo>
                <a:lnTo>
                  <a:pt x="21052" y="15170"/>
                </a:lnTo>
                <a:lnTo>
                  <a:pt x="20776" y="16764"/>
                </a:lnTo>
                <a:lnTo>
                  <a:pt x="20498" y="18365"/>
                </a:lnTo>
                <a:lnTo>
                  <a:pt x="20219" y="19975"/>
                </a:lnTo>
                <a:lnTo>
                  <a:pt x="19938" y="21600"/>
                </a:lnTo>
                <a:lnTo>
                  <a:pt x="18953" y="21314"/>
                </a:lnTo>
                <a:lnTo>
                  <a:pt x="17968" y="21029"/>
                </a:lnTo>
                <a:lnTo>
                  <a:pt x="16984" y="20741"/>
                </a:lnTo>
                <a:lnTo>
                  <a:pt x="15999" y="20448"/>
                </a:lnTo>
                <a:lnTo>
                  <a:pt x="15015" y="20155"/>
                </a:lnTo>
                <a:lnTo>
                  <a:pt x="14032" y="19855"/>
                </a:lnTo>
                <a:lnTo>
                  <a:pt x="12840" y="19534"/>
                </a:lnTo>
                <a:lnTo>
                  <a:pt x="11996" y="19318"/>
                </a:lnTo>
                <a:lnTo>
                  <a:pt x="11265" y="19166"/>
                </a:lnTo>
                <a:lnTo>
                  <a:pt x="10421" y="19022"/>
                </a:lnTo>
                <a:lnTo>
                  <a:pt x="9230" y="18845"/>
                </a:lnTo>
                <a:lnTo>
                  <a:pt x="7552" y="18547"/>
                </a:lnTo>
                <a:lnTo>
                  <a:pt x="6369" y="18310"/>
                </a:lnTo>
                <a:lnTo>
                  <a:pt x="5520" y="18072"/>
                </a:lnTo>
                <a:lnTo>
                  <a:pt x="4838" y="17779"/>
                </a:lnTo>
                <a:lnTo>
                  <a:pt x="4160" y="17374"/>
                </a:lnTo>
                <a:lnTo>
                  <a:pt x="3323" y="16800"/>
                </a:lnTo>
                <a:lnTo>
                  <a:pt x="3105" y="15271"/>
                </a:lnTo>
                <a:lnTo>
                  <a:pt x="3016" y="13834"/>
                </a:lnTo>
                <a:lnTo>
                  <a:pt x="3027" y="12420"/>
                </a:lnTo>
                <a:lnTo>
                  <a:pt x="3115" y="10968"/>
                </a:lnTo>
                <a:lnTo>
                  <a:pt x="3252" y="9413"/>
                </a:lnTo>
                <a:lnTo>
                  <a:pt x="3287" y="8314"/>
                </a:lnTo>
                <a:lnTo>
                  <a:pt x="3323" y="7200"/>
                </a:lnTo>
                <a:lnTo>
                  <a:pt x="2336" y="6149"/>
                </a:lnTo>
                <a:lnTo>
                  <a:pt x="1662" y="5549"/>
                </a:lnTo>
                <a:lnTo>
                  <a:pt x="987" y="5174"/>
                </a:lnTo>
                <a:lnTo>
                  <a:pt x="0" y="4800"/>
                </a:lnTo>
                <a:lnTo>
                  <a:pt x="1321" y="2777"/>
                </a:lnTo>
                <a:lnTo>
                  <a:pt x="2261" y="1423"/>
                </a:lnTo>
                <a:lnTo>
                  <a:pt x="2959" y="600"/>
                </a:lnTo>
                <a:lnTo>
                  <a:pt x="3554" y="178"/>
                </a:lnTo>
                <a:lnTo>
                  <a:pt x="4182" y="22"/>
                </a:lnTo>
                <a:lnTo>
                  <a:pt x="4985" y="0"/>
                </a:lnTo>
                <a:close/>
              </a:path>
            </a:pathLst>
          </a:custGeom>
          <a:solidFill>
            <a:srgbClr val="766A9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3" name="contour_06961"/>
          <p:cNvSpPr/>
          <p:nvPr/>
        </p:nvSpPr>
        <p:spPr>
          <a:xfrm>
            <a:off x="5702296" y="2988958"/>
            <a:ext cx="54376" cy="123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90" y="1395"/>
                </a:moveTo>
                <a:lnTo>
                  <a:pt x="19420" y="2156"/>
                </a:lnTo>
                <a:lnTo>
                  <a:pt x="20456" y="2875"/>
                </a:lnTo>
                <a:lnTo>
                  <a:pt x="21059" y="3629"/>
                </a:lnTo>
                <a:lnTo>
                  <a:pt x="21386" y="4497"/>
                </a:lnTo>
                <a:lnTo>
                  <a:pt x="21600" y="5554"/>
                </a:lnTo>
                <a:lnTo>
                  <a:pt x="21577" y="6300"/>
                </a:lnTo>
                <a:lnTo>
                  <a:pt x="21542" y="7046"/>
                </a:lnTo>
                <a:lnTo>
                  <a:pt x="21493" y="7792"/>
                </a:lnTo>
                <a:lnTo>
                  <a:pt x="21429" y="8537"/>
                </a:lnTo>
                <a:lnTo>
                  <a:pt x="21351" y="9283"/>
                </a:lnTo>
                <a:lnTo>
                  <a:pt x="21348" y="9900"/>
                </a:lnTo>
                <a:lnTo>
                  <a:pt x="21345" y="10522"/>
                </a:lnTo>
                <a:lnTo>
                  <a:pt x="21342" y="11153"/>
                </a:lnTo>
                <a:lnTo>
                  <a:pt x="21250" y="12158"/>
                </a:lnTo>
                <a:lnTo>
                  <a:pt x="21085" y="13114"/>
                </a:lnTo>
                <a:lnTo>
                  <a:pt x="20841" y="14029"/>
                </a:lnTo>
                <a:lnTo>
                  <a:pt x="20517" y="14908"/>
                </a:lnTo>
                <a:lnTo>
                  <a:pt x="20109" y="15761"/>
                </a:lnTo>
                <a:lnTo>
                  <a:pt x="19608" y="16594"/>
                </a:lnTo>
                <a:lnTo>
                  <a:pt x="19015" y="17414"/>
                </a:lnTo>
                <a:lnTo>
                  <a:pt x="18320" y="18231"/>
                </a:lnTo>
                <a:lnTo>
                  <a:pt x="17524" y="19050"/>
                </a:lnTo>
                <a:lnTo>
                  <a:pt x="16621" y="19879"/>
                </a:lnTo>
                <a:lnTo>
                  <a:pt x="15604" y="20727"/>
                </a:lnTo>
                <a:lnTo>
                  <a:pt x="14475" y="21600"/>
                </a:lnTo>
                <a:lnTo>
                  <a:pt x="14192" y="20787"/>
                </a:lnTo>
                <a:lnTo>
                  <a:pt x="13917" y="19975"/>
                </a:lnTo>
                <a:lnTo>
                  <a:pt x="13644" y="19162"/>
                </a:lnTo>
                <a:lnTo>
                  <a:pt x="13375" y="18348"/>
                </a:lnTo>
                <a:lnTo>
                  <a:pt x="13109" y="17536"/>
                </a:lnTo>
                <a:lnTo>
                  <a:pt x="12848" y="16722"/>
                </a:lnTo>
                <a:lnTo>
                  <a:pt x="12602" y="16036"/>
                </a:lnTo>
                <a:lnTo>
                  <a:pt x="12356" y="15338"/>
                </a:lnTo>
                <a:lnTo>
                  <a:pt x="12096" y="14383"/>
                </a:lnTo>
                <a:lnTo>
                  <a:pt x="11936" y="13483"/>
                </a:lnTo>
                <a:lnTo>
                  <a:pt x="11890" y="12623"/>
                </a:lnTo>
                <a:lnTo>
                  <a:pt x="11962" y="11790"/>
                </a:lnTo>
                <a:lnTo>
                  <a:pt x="12168" y="10968"/>
                </a:lnTo>
                <a:lnTo>
                  <a:pt x="12512" y="10145"/>
                </a:lnTo>
                <a:lnTo>
                  <a:pt x="13005" y="9307"/>
                </a:lnTo>
                <a:lnTo>
                  <a:pt x="13656" y="8437"/>
                </a:lnTo>
                <a:lnTo>
                  <a:pt x="14475" y="7523"/>
                </a:lnTo>
                <a:lnTo>
                  <a:pt x="12562" y="7523"/>
                </a:lnTo>
                <a:lnTo>
                  <a:pt x="10636" y="7523"/>
                </a:lnTo>
                <a:lnTo>
                  <a:pt x="8685" y="7523"/>
                </a:lnTo>
                <a:lnTo>
                  <a:pt x="8685" y="6677"/>
                </a:lnTo>
                <a:lnTo>
                  <a:pt x="8685" y="5826"/>
                </a:lnTo>
                <a:lnTo>
                  <a:pt x="8685" y="4964"/>
                </a:lnTo>
                <a:lnTo>
                  <a:pt x="7249" y="4753"/>
                </a:lnTo>
                <a:lnTo>
                  <a:pt x="5805" y="4539"/>
                </a:lnTo>
                <a:lnTo>
                  <a:pt x="4343" y="4324"/>
                </a:lnTo>
                <a:lnTo>
                  <a:pt x="2907" y="4113"/>
                </a:lnTo>
                <a:lnTo>
                  <a:pt x="1462" y="3899"/>
                </a:lnTo>
                <a:lnTo>
                  <a:pt x="0" y="3684"/>
                </a:lnTo>
                <a:lnTo>
                  <a:pt x="0" y="2838"/>
                </a:lnTo>
                <a:lnTo>
                  <a:pt x="0" y="1987"/>
                </a:lnTo>
                <a:lnTo>
                  <a:pt x="0" y="1125"/>
                </a:lnTo>
                <a:lnTo>
                  <a:pt x="2163" y="614"/>
                </a:lnTo>
                <a:lnTo>
                  <a:pt x="4201" y="264"/>
                </a:lnTo>
                <a:lnTo>
                  <a:pt x="6149" y="63"/>
                </a:lnTo>
                <a:lnTo>
                  <a:pt x="8037" y="0"/>
                </a:lnTo>
                <a:lnTo>
                  <a:pt x="9898" y="65"/>
                </a:lnTo>
                <a:lnTo>
                  <a:pt x="11771" y="248"/>
                </a:lnTo>
                <a:lnTo>
                  <a:pt x="13691" y="539"/>
                </a:lnTo>
                <a:lnTo>
                  <a:pt x="15683" y="924"/>
                </a:lnTo>
                <a:lnTo>
                  <a:pt x="17790" y="1395"/>
                </a:lnTo>
                <a:close/>
              </a:path>
            </a:pathLst>
          </a:custGeom>
          <a:solidFill>
            <a:srgbClr val="A8B2B8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4" name="contour_06962"/>
          <p:cNvSpPr/>
          <p:nvPr/>
        </p:nvSpPr>
        <p:spPr>
          <a:xfrm>
            <a:off x="7786662" y="2871469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248" y="1264"/>
                </a:lnTo>
                <a:lnTo>
                  <a:pt x="4896" y="2527"/>
                </a:lnTo>
                <a:lnTo>
                  <a:pt x="5542" y="3796"/>
                </a:lnTo>
                <a:lnTo>
                  <a:pt x="6188" y="5062"/>
                </a:lnTo>
                <a:lnTo>
                  <a:pt x="6910" y="6475"/>
                </a:lnTo>
                <a:lnTo>
                  <a:pt x="7643" y="7911"/>
                </a:lnTo>
                <a:lnTo>
                  <a:pt x="8438" y="9628"/>
                </a:lnTo>
                <a:lnTo>
                  <a:pt x="8923" y="10808"/>
                </a:lnTo>
                <a:lnTo>
                  <a:pt x="9286" y="12001"/>
                </a:lnTo>
                <a:lnTo>
                  <a:pt x="9731" y="13754"/>
                </a:lnTo>
                <a:lnTo>
                  <a:pt x="10388" y="15185"/>
                </a:lnTo>
                <a:lnTo>
                  <a:pt x="10984" y="16033"/>
                </a:lnTo>
                <a:lnTo>
                  <a:pt x="11855" y="16635"/>
                </a:lnTo>
                <a:lnTo>
                  <a:pt x="13338" y="17318"/>
                </a:lnTo>
                <a:lnTo>
                  <a:pt x="14321" y="17507"/>
                </a:lnTo>
                <a:lnTo>
                  <a:pt x="15309" y="17696"/>
                </a:lnTo>
                <a:lnTo>
                  <a:pt x="16312" y="17888"/>
                </a:lnTo>
                <a:lnTo>
                  <a:pt x="17300" y="18090"/>
                </a:lnTo>
                <a:lnTo>
                  <a:pt x="18293" y="18295"/>
                </a:lnTo>
                <a:lnTo>
                  <a:pt x="19301" y="18500"/>
                </a:lnTo>
                <a:lnTo>
                  <a:pt x="19872" y="18600"/>
                </a:lnTo>
                <a:lnTo>
                  <a:pt x="21600" y="18900"/>
                </a:lnTo>
                <a:lnTo>
                  <a:pt x="21600" y="20239"/>
                </a:lnTo>
                <a:lnTo>
                  <a:pt x="21600" y="21600"/>
                </a:lnTo>
                <a:lnTo>
                  <a:pt x="20342" y="21600"/>
                </a:lnTo>
                <a:lnTo>
                  <a:pt x="19084" y="21600"/>
                </a:lnTo>
                <a:lnTo>
                  <a:pt x="17825" y="21600"/>
                </a:lnTo>
                <a:lnTo>
                  <a:pt x="16565" y="21600"/>
                </a:lnTo>
                <a:lnTo>
                  <a:pt x="15305" y="21600"/>
                </a:lnTo>
                <a:lnTo>
                  <a:pt x="14044" y="21600"/>
                </a:lnTo>
                <a:lnTo>
                  <a:pt x="12780" y="21600"/>
                </a:lnTo>
                <a:lnTo>
                  <a:pt x="11515" y="21600"/>
                </a:lnTo>
                <a:lnTo>
                  <a:pt x="10247" y="21600"/>
                </a:lnTo>
                <a:lnTo>
                  <a:pt x="8977" y="21600"/>
                </a:lnTo>
                <a:lnTo>
                  <a:pt x="7704" y="21600"/>
                </a:lnTo>
                <a:lnTo>
                  <a:pt x="6430" y="21600"/>
                </a:lnTo>
                <a:lnTo>
                  <a:pt x="5152" y="21600"/>
                </a:lnTo>
                <a:lnTo>
                  <a:pt x="3868" y="21600"/>
                </a:lnTo>
                <a:lnTo>
                  <a:pt x="2583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2" y="17874"/>
                </a:lnTo>
                <a:lnTo>
                  <a:pt x="16" y="14750"/>
                </a:lnTo>
                <a:lnTo>
                  <a:pt x="56" y="12150"/>
                </a:lnTo>
                <a:lnTo>
                  <a:pt x="133" y="10001"/>
                </a:lnTo>
                <a:lnTo>
                  <a:pt x="261" y="8224"/>
                </a:lnTo>
                <a:lnTo>
                  <a:pt x="450" y="6750"/>
                </a:lnTo>
                <a:lnTo>
                  <a:pt x="715" y="5500"/>
                </a:lnTo>
                <a:lnTo>
                  <a:pt x="1067" y="4401"/>
                </a:lnTo>
                <a:lnTo>
                  <a:pt x="1519" y="3375"/>
                </a:lnTo>
                <a:lnTo>
                  <a:pt x="2083" y="2349"/>
                </a:lnTo>
                <a:lnTo>
                  <a:pt x="2774" y="1250"/>
                </a:lnTo>
                <a:lnTo>
                  <a:pt x="3600" y="0"/>
                </a:lnTo>
                <a:close/>
              </a:path>
            </a:pathLst>
          </a:custGeom>
          <a:solidFill>
            <a:srgbClr val="E3E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5" name="contour_06963"/>
          <p:cNvSpPr/>
          <p:nvPr/>
        </p:nvSpPr>
        <p:spPr>
          <a:xfrm>
            <a:off x="4784009" y="2886045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698" y="1284"/>
                </a:lnTo>
                <a:lnTo>
                  <a:pt x="18276" y="2225"/>
                </a:lnTo>
                <a:lnTo>
                  <a:pt x="18794" y="3279"/>
                </a:lnTo>
                <a:lnTo>
                  <a:pt x="19500" y="4909"/>
                </a:lnTo>
                <a:lnTo>
                  <a:pt x="19903" y="5822"/>
                </a:lnTo>
                <a:lnTo>
                  <a:pt x="20309" y="6739"/>
                </a:lnTo>
                <a:lnTo>
                  <a:pt x="20719" y="7670"/>
                </a:lnTo>
                <a:lnTo>
                  <a:pt x="21156" y="8736"/>
                </a:lnTo>
                <a:lnTo>
                  <a:pt x="21600" y="9818"/>
                </a:lnTo>
                <a:lnTo>
                  <a:pt x="20340" y="10142"/>
                </a:lnTo>
                <a:lnTo>
                  <a:pt x="19058" y="10470"/>
                </a:lnTo>
                <a:lnTo>
                  <a:pt x="17422" y="10945"/>
                </a:lnTo>
                <a:lnTo>
                  <a:pt x="15818" y="11432"/>
                </a:lnTo>
                <a:lnTo>
                  <a:pt x="14242" y="11945"/>
                </a:lnTo>
                <a:lnTo>
                  <a:pt x="12684" y="12493"/>
                </a:lnTo>
                <a:lnTo>
                  <a:pt x="11138" y="13090"/>
                </a:lnTo>
                <a:lnTo>
                  <a:pt x="9600" y="13745"/>
                </a:lnTo>
                <a:lnTo>
                  <a:pt x="8861" y="15265"/>
                </a:lnTo>
                <a:lnTo>
                  <a:pt x="8366" y="16332"/>
                </a:lnTo>
                <a:lnTo>
                  <a:pt x="8002" y="17227"/>
                </a:lnTo>
                <a:lnTo>
                  <a:pt x="7651" y="18234"/>
                </a:lnTo>
                <a:lnTo>
                  <a:pt x="7200" y="19636"/>
                </a:lnTo>
                <a:lnTo>
                  <a:pt x="5388" y="20208"/>
                </a:lnTo>
                <a:lnTo>
                  <a:pt x="4106" y="20597"/>
                </a:lnTo>
                <a:lnTo>
                  <a:pt x="3012" y="20895"/>
                </a:lnTo>
                <a:lnTo>
                  <a:pt x="1759" y="21197"/>
                </a:lnTo>
                <a:lnTo>
                  <a:pt x="0" y="21600"/>
                </a:lnTo>
                <a:lnTo>
                  <a:pt x="466" y="20371"/>
                </a:lnTo>
                <a:lnTo>
                  <a:pt x="931" y="19143"/>
                </a:lnTo>
                <a:lnTo>
                  <a:pt x="1402" y="17914"/>
                </a:lnTo>
                <a:lnTo>
                  <a:pt x="1874" y="16689"/>
                </a:lnTo>
                <a:lnTo>
                  <a:pt x="2347" y="15462"/>
                </a:lnTo>
                <a:lnTo>
                  <a:pt x="2822" y="14234"/>
                </a:lnTo>
                <a:lnTo>
                  <a:pt x="3300" y="13009"/>
                </a:lnTo>
                <a:lnTo>
                  <a:pt x="3528" y="12398"/>
                </a:lnTo>
                <a:lnTo>
                  <a:pt x="4219" y="10555"/>
                </a:lnTo>
                <a:lnTo>
                  <a:pt x="5261" y="7929"/>
                </a:lnTo>
                <a:lnTo>
                  <a:pt x="6151" y="5781"/>
                </a:lnTo>
                <a:lnTo>
                  <a:pt x="6950" y="4061"/>
                </a:lnTo>
                <a:lnTo>
                  <a:pt x="7714" y="2720"/>
                </a:lnTo>
                <a:lnTo>
                  <a:pt x="8496" y="1712"/>
                </a:lnTo>
                <a:lnTo>
                  <a:pt x="9355" y="992"/>
                </a:lnTo>
                <a:lnTo>
                  <a:pt x="10351" y="507"/>
                </a:lnTo>
                <a:lnTo>
                  <a:pt x="11534" y="214"/>
                </a:lnTo>
                <a:lnTo>
                  <a:pt x="12967" y="63"/>
                </a:lnTo>
                <a:lnTo>
                  <a:pt x="14702" y="8"/>
                </a:lnTo>
                <a:lnTo>
                  <a:pt x="16800" y="0"/>
                </a:lnTo>
                <a:close/>
              </a:path>
            </a:pathLst>
          </a:custGeom>
          <a:solidFill>
            <a:srgbClr val="4B474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6" name="contour_06964"/>
          <p:cNvSpPr/>
          <p:nvPr/>
        </p:nvSpPr>
        <p:spPr>
          <a:xfrm>
            <a:off x="4258662" y="2886045"/>
            <a:ext cx="807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" y="0"/>
                </a:moveTo>
                <a:lnTo>
                  <a:pt x="1321" y="356"/>
                </a:lnTo>
                <a:lnTo>
                  <a:pt x="2483" y="715"/>
                </a:lnTo>
                <a:lnTo>
                  <a:pt x="3648" y="1073"/>
                </a:lnTo>
                <a:lnTo>
                  <a:pt x="4823" y="1435"/>
                </a:lnTo>
                <a:lnTo>
                  <a:pt x="6010" y="1800"/>
                </a:lnTo>
                <a:lnTo>
                  <a:pt x="5768" y="2914"/>
                </a:lnTo>
                <a:lnTo>
                  <a:pt x="5527" y="4028"/>
                </a:lnTo>
                <a:lnTo>
                  <a:pt x="5285" y="5146"/>
                </a:lnTo>
                <a:lnTo>
                  <a:pt x="5043" y="6266"/>
                </a:lnTo>
                <a:lnTo>
                  <a:pt x="4800" y="7391"/>
                </a:lnTo>
                <a:lnTo>
                  <a:pt x="4554" y="8521"/>
                </a:lnTo>
                <a:lnTo>
                  <a:pt x="4309" y="9657"/>
                </a:lnTo>
                <a:lnTo>
                  <a:pt x="4061" y="10800"/>
                </a:lnTo>
                <a:lnTo>
                  <a:pt x="4650" y="10890"/>
                </a:lnTo>
                <a:lnTo>
                  <a:pt x="5190" y="10975"/>
                </a:lnTo>
                <a:lnTo>
                  <a:pt x="5780" y="11065"/>
                </a:lnTo>
                <a:lnTo>
                  <a:pt x="6517" y="11178"/>
                </a:lnTo>
                <a:lnTo>
                  <a:pt x="7495" y="11329"/>
                </a:lnTo>
                <a:lnTo>
                  <a:pt x="8812" y="11531"/>
                </a:lnTo>
                <a:lnTo>
                  <a:pt x="10562" y="11801"/>
                </a:lnTo>
                <a:lnTo>
                  <a:pt x="12844" y="12152"/>
                </a:lnTo>
                <a:lnTo>
                  <a:pt x="15754" y="12600"/>
                </a:lnTo>
                <a:lnTo>
                  <a:pt x="15754" y="11410"/>
                </a:lnTo>
                <a:lnTo>
                  <a:pt x="15754" y="10213"/>
                </a:lnTo>
                <a:lnTo>
                  <a:pt x="15754" y="9000"/>
                </a:lnTo>
                <a:lnTo>
                  <a:pt x="16911" y="9000"/>
                </a:lnTo>
                <a:lnTo>
                  <a:pt x="18073" y="9000"/>
                </a:lnTo>
                <a:lnTo>
                  <a:pt x="19238" y="9000"/>
                </a:lnTo>
                <a:lnTo>
                  <a:pt x="20413" y="9000"/>
                </a:lnTo>
                <a:lnTo>
                  <a:pt x="21600" y="9000"/>
                </a:lnTo>
                <a:lnTo>
                  <a:pt x="21600" y="10069"/>
                </a:lnTo>
                <a:lnTo>
                  <a:pt x="21600" y="11142"/>
                </a:lnTo>
                <a:lnTo>
                  <a:pt x="21600" y="12218"/>
                </a:lnTo>
                <a:lnTo>
                  <a:pt x="21600" y="13304"/>
                </a:lnTo>
                <a:lnTo>
                  <a:pt x="21600" y="14400"/>
                </a:lnTo>
                <a:lnTo>
                  <a:pt x="20312" y="14400"/>
                </a:lnTo>
                <a:lnTo>
                  <a:pt x="19016" y="14400"/>
                </a:lnTo>
                <a:lnTo>
                  <a:pt x="17702" y="14400"/>
                </a:lnTo>
                <a:lnTo>
                  <a:pt x="17120" y="15583"/>
                </a:lnTo>
                <a:lnTo>
                  <a:pt x="16804" y="16517"/>
                </a:lnTo>
                <a:lnTo>
                  <a:pt x="16485" y="18000"/>
                </a:lnTo>
                <a:lnTo>
                  <a:pt x="16264" y="19004"/>
                </a:lnTo>
                <a:lnTo>
                  <a:pt x="16042" y="20025"/>
                </a:lnTo>
                <a:lnTo>
                  <a:pt x="15898" y="20806"/>
                </a:lnTo>
                <a:lnTo>
                  <a:pt x="15754" y="21600"/>
                </a:lnTo>
                <a:lnTo>
                  <a:pt x="15754" y="20412"/>
                </a:lnTo>
                <a:lnTo>
                  <a:pt x="15754" y="19222"/>
                </a:lnTo>
                <a:lnTo>
                  <a:pt x="15754" y="18027"/>
                </a:lnTo>
                <a:lnTo>
                  <a:pt x="15754" y="16826"/>
                </a:lnTo>
                <a:lnTo>
                  <a:pt x="15754" y="15619"/>
                </a:lnTo>
                <a:lnTo>
                  <a:pt x="15754" y="14400"/>
                </a:lnTo>
                <a:lnTo>
                  <a:pt x="14791" y="14422"/>
                </a:lnTo>
                <a:lnTo>
                  <a:pt x="13821" y="14441"/>
                </a:lnTo>
                <a:lnTo>
                  <a:pt x="12838" y="14463"/>
                </a:lnTo>
                <a:lnTo>
                  <a:pt x="11589" y="14479"/>
                </a:lnTo>
                <a:lnTo>
                  <a:pt x="10330" y="14495"/>
                </a:lnTo>
                <a:lnTo>
                  <a:pt x="9054" y="14512"/>
                </a:lnTo>
                <a:lnTo>
                  <a:pt x="7809" y="14533"/>
                </a:lnTo>
                <a:lnTo>
                  <a:pt x="6556" y="14555"/>
                </a:lnTo>
                <a:lnTo>
                  <a:pt x="5287" y="14576"/>
                </a:lnTo>
                <a:lnTo>
                  <a:pt x="3422" y="14447"/>
                </a:lnTo>
                <a:lnTo>
                  <a:pt x="2266" y="14197"/>
                </a:lnTo>
                <a:lnTo>
                  <a:pt x="1341" y="13644"/>
                </a:lnTo>
                <a:lnTo>
                  <a:pt x="164" y="12600"/>
                </a:lnTo>
                <a:lnTo>
                  <a:pt x="70" y="11142"/>
                </a:lnTo>
                <a:lnTo>
                  <a:pt x="18" y="10078"/>
                </a:lnTo>
                <a:lnTo>
                  <a:pt x="0" y="9104"/>
                </a:lnTo>
                <a:lnTo>
                  <a:pt x="10" y="7909"/>
                </a:lnTo>
                <a:lnTo>
                  <a:pt x="43" y="6188"/>
                </a:lnTo>
                <a:lnTo>
                  <a:pt x="60" y="5033"/>
                </a:lnTo>
                <a:lnTo>
                  <a:pt x="78" y="3870"/>
                </a:lnTo>
                <a:lnTo>
                  <a:pt x="95" y="2693"/>
                </a:lnTo>
                <a:lnTo>
                  <a:pt x="117" y="1804"/>
                </a:lnTo>
                <a:lnTo>
                  <a:pt x="140" y="907"/>
                </a:lnTo>
                <a:lnTo>
                  <a:pt x="164" y="0"/>
                </a:lnTo>
                <a:close/>
              </a:path>
            </a:pathLst>
          </a:custGeom>
          <a:solidFill>
            <a:srgbClr val="D3D7DA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7" name="contour_06965"/>
          <p:cNvSpPr/>
          <p:nvPr/>
        </p:nvSpPr>
        <p:spPr>
          <a:xfrm>
            <a:off x="4528929" y="2849605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305" y="1176"/>
                </a:lnTo>
                <a:lnTo>
                  <a:pt x="10794" y="2358"/>
                </a:lnTo>
                <a:lnTo>
                  <a:pt x="11291" y="3558"/>
                </a:lnTo>
                <a:lnTo>
                  <a:pt x="11974" y="4838"/>
                </a:lnTo>
                <a:lnTo>
                  <a:pt x="12707" y="6001"/>
                </a:lnTo>
                <a:lnTo>
                  <a:pt x="13488" y="7061"/>
                </a:lnTo>
                <a:lnTo>
                  <a:pt x="14319" y="8037"/>
                </a:lnTo>
                <a:lnTo>
                  <a:pt x="15201" y="8940"/>
                </a:lnTo>
                <a:lnTo>
                  <a:pt x="16133" y="9789"/>
                </a:lnTo>
                <a:lnTo>
                  <a:pt x="17119" y="10598"/>
                </a:lnTo>
                <a:lnTo>
                  <a:pt x="18158" y="11383"/>
                </a:lnTo>
                <a:lnTo>
                  <a:pt x="19250" y="12159"/>
                </a:lnTo>
                <a:lnTo>
                  <a:pt x="20398" y="12940"/>
                </a:lnTo>
                <a:lnTo>
                  <a:pt x="21600" y="13745"/>
                </a:lnTo>
                <a:lnTo>
                  <a:pt x="20212" y="13745"/>
                </a:lnTo>
                <a:lnTo>
                  <a:pt x="18821" y="13745"/>
                </a:lnTo>
                <a:lnTo>
                  <a:pt x="17427" y="13745"/>
                </a:lnTo>
                <a:lnTo>
                  <a:pt x="16027" y="13745"/>
                </a:lnTo>
                <a:lnTo>
                  <a:pt x="14621" y="13745"/>
                </a:lnTo>
                <a:lnTo>
                  <a:pt x="13207" y="13745"/>
                </a:lnTo>
                <a:lnTo>
                  <a:pt x="11782" y="13745"/>
                </a:lnTo>
                <a:lnTo>
                  <a:pt x="11943" y="14678"/>
                </a:lnTo>
                <a:lnTo>
                  <a:pt x="12108" y="15617"/>
                </a:lnTo>
                <a:lnTo>
                  <a:pt x="12273" y="16569"/>
                </a:lnTo>
                <a:lnTo>
                  <a:pt x="12112" y="17582"/>
                </a:lnTo>
                <a:lnTo>
                  <a:pt x="11947" y="18602"/>
                </a:lnTo>
                <a:lnTo>
                  <a:pt x="11782" y="19636"/>
                </a:lnTo>
                <a:lnTo>
                  <a:pt x="10513" y="20172"/>
                </a:lnTo>
                <a:lnTo>
                  <a:pt x="9235" y="20597"/>
                </a:lnTo>
                <a:lnTo>
                  <a:pt x="7941" y="20932"/>
                </a:lnTo>
                <a:lnTo>
                  <a:pt x="6627" y="21197"/>
                </a:lnTo>
                <a:lnTo>
                  <a:pt x="5292" y="21413"/>
                </a:lnTo>
                <a:lnTo>
                  <a:pt x="3927" y="21600"/>
                </a:lnTo>
                <a:lnTo>
                  <a:pt x="3898" y="20447"/>
                </a:lnTo>
                <a:lnTo>
                  <a:pt x="3870" y="19293"/>
                </a:lnTo>
                <a:lnTo>
                  <a:pt x="3847" y="18140"/>
                </a:lnTo>
                <a:lnTo>
                  <a:pt x="3825" y="16985"/>
                </a:lnTo>
                <a:lnTo>
                  <a:pt x="3806" y="15831"/>
                </a:lnTo>
                <a:lnTo>
                  <a:pt x="3782" y="14759"/>
                </a:lnTo>
                <a:lnTo>
                  <a:pt x="3758" y="13681"/>
                </a:lnTo>
                <a:lnTo>
                  <a:pt x="3735" y="12587"/>
                </a:lnTo>
                <a:lnTo>
                  <a:pt x="3876" y="10955"/>
                </a:lnTo>
                <a:lnTo>
                  <a:pt x="4149" y="9918"/>
                </a:lnTo>
                <a:lnTo>
                  <a:pt x="4752" y="9033"/>
                </a:lnTo>
                <a:lnTo>
                  <a:pt x="5891" y="7855"/>
                </a:lnTo>
                <a:lnTo>
                  <a:pt x="4919" y="7207"/>
                </a:lnTo>
                <a:lnTo>
                  <a:pt x="3945" y="6557"/>
                </a:lnTo>
                <a:lnTo>
                  <a:pt x="2967" y="5905"/>
                </a:lnTo>
                <a:lnTo>
                  <a:pt x="1985" y="5251"/>
                </a:lnTo>
                <a:lnTo>
                  <a:pt x="998" y="4591"/>
                </a:lnTo>
                <a:lnTo>
                  <a:pt x="0" y="3927"/>
                </a:lnTo>
                <a:lnTo>
                  <a:pt x="1215" y="3440"/>
                </a:lnTo>
                <a:lnTo>
                  <a:pt x="2431" y="2955"/>
                </a:lnTo>
                <a:lnTo>
                  <a:pt x="3650" y="2466"/>
                </a:lnTo>
                <a:lnTo>
                  <a:pt x="4872" y="1977"/>
                </a:lnTo>
                <a:lnTo>
                  <a:pt x="6099" y="1488"/>
                </a:lnTo>
                <a:lnTo>
                  <a:pt x="7332" y="996"/>
                </a:lnTo>
                <a:lnTo>
                  <a:pt x="8571" y="499"/>
                </a:lnTo>
                <a:lnTo>
                  <a:pt x="9818" y="0"/>
                </a:lnTo>
                <a:close/>
              </a:path>
            </a:pathLst>
          </a:custGeom>
          <a:solidFill>
            <a:srgbClr val="D2D6D2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8" name="contour_06966"/>
          <p:cNvSpPr/>
          <p:nvPr/>
        </p:nvSpPr>
        <p:spPr>
          <a:xfrm>
            <a:off x="5111969" y="2856441"/>
            <a:ext cx="80168" cy="582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76" y="0"/>
                </a:moveTo>
                <a:lnTo>
                  <a:pt x="19709" y="54"/>
                </a:lnTo>
                <a:lnTo>
                  <a:pt x="20650" y="111"/>
                </a:lnTo>
                <a:lnTo>
                  <a:pt x="21600" y="167"/>
                </a:lnTo>
                <a:lnTo>
                  <a:pt x="21378" y="3166"/>
                </a:lnTo>
                <a:lnTo>
                  <a:pt x="21186" y="5283"/>
                </a:lnTo>
                <a:lnTo>
                  <a:pt x="20970" y="6823"/>
                </a:lnTo>
                <a:lnTo>
                  <a:pt x="20677" y="8084"/>
                </a:lnTo>
                <a:lnTo>
                  <a:pt x="20251" y="9367"/>
                </a:lnTo>
                <a:lnTo>
                  <a:pt x="19636" y="10972"/>
                </a:lnTo>
                <a:lnTo>
                  <a:pt x="18450" y="11879"/>
                </a:lnTo>
                <a:lnTo>
                  <a:pt x="17266" y="12673"/>
                </a:lnTo>
                <a:lnTo>
                  <a:pt x="16070" y="13373"/>
                </a:lnTo>
                <a:lnTo>
                  <a:pt x="14853" y="14007"/>
                </a:lnTo>
                <a:lnTo>
                  <a:pt x="13604" y="14602"/>
                </a:lnTo>
                <a:lnTo>
                  <a:pt x="12310" y="15180"/>
                </a:lnTo>
                <a:lnTo>
                  <a:pt x="10992" y="15871"/>
                </a:lnTo>
                <a:lnTo>
                  <a:pt x="9814" y="16619"/>
                </a:lnTo>
                <a:lnTo>
                  <a:pt x="8713" y="17462"/>
                </a:lnTo>
                <a:lnTo>
                  <a:pt x="7629" y="18434"/>
                </a:lnTo>
                <a:lnTo>
                  <a:pt x="6504" y="19582"/>
                </a:lnTo>
                <a:lnTo>
                  <a:pt x="4976" y="20844"/>
                </a:lnTo>
                <a:lnTo>
                  <a:pt x="3943" y="21457"/>
                </a:lnTo>
                <a:lnTo>
                  <a:pt x="2934" y="21600"/>
                </a:lnTo>
                <a:lnTo>
                  <a:pt x="1473" y="21438"/>
                </a:lnTo>
                <a:lnTo>
                  <a:pt x="756" y="20244"/>
                </a:lnTo>
                <a:lnTo>
                  <a:pt x="320" y="19250"/>
                </a:lnTo>
                <a:lnTo>
                  <a:pt x="94" y="18094"/>
                </a:lnTo>
                <a:lnTo>
                  <a:pt x="12" y="16414"/>
                </a:lnTo>
                <a:lnTo>
                  <a:pt x="0" y="13840"/>
                </a:lnTo>
                <a:lnTo>
                  <a:pt x="377" y="12117"/>
                </a:lnTo>
                <a:lnTo>
                  <a:pt x="707" y="10961"/>
                </a:lnTo>
                <a:lnTo>
                  <a:pt x="1174" y="9853"/>
                </a:lnTo>
                <a:lnTo>
                  <a:pt x="1964" y="8271"/>
                </a:lnTo>
                <a:lnTo>
                  <a:pt x="3238" y="7457"/>
                </a:lnTo>
                <a:lnTo>
                  <a:pt x="4507" y="6731"/>
                </a:lnTo>
                <a:lnTo>
                  <a:pt x="5779" y="6080"/>
                </a:lnTo>
                <a:lnTo>
                  <a:pt x="7061" y="5486"/>
                </a:lnTo>
                <a:lnTo>
                  <a:pt x="8361" y="4940"/>
                </a:lnTo>
                <a:lnTo>
                  <a:pt x="9687" y="4427"/>
                </a:lnTo>
                <a:lnTo>
                  <a:pt x="11045" y="3933"/>
                </a:lnTo>
                <a:lnTo>
                  <a:pt x="12569" y="3179"/>
                </a:lnTo>
                <a:lnTo>
                  <a:pt x="13769" y="2347"/>
                </a:lnTo>
                <a:lnTo>
                  <a:pt x="14816" y="1526"/>
                </a:lnTo>
                <a:lnTo>
                  <a:pt x="15884" y="805"/>
                </a:lnTo>
                <a:lnTo>
                  <a:pt x="17146" y="265"/>
                </a:lnTo>
                <a:lnTo>
                  <a:pt x="18776" y="0"/>
                </a:lnTo>
                <a:close/>
              </a:path>
            </a:pathLst>
          </a:custGeom>
          <a:solidFill>
            <a:srgbClr val="908F8D"/>
          </a:solidFill>
          <a:ln>
            <a:noFill/>
          </a:ln>
        </p:spPr>
        <p:txBody>
          <a:bodyPr/>
          <a:lstStyle/>
          <a:p/>
        </p:txBody>
      </p:sp>
      <p:sp>
        <p:nvSpPr>
          <p:cNvPr id="6969" name="contour_06967"/>
          <p:cNvSpPr/>
          <p:nvPr/>
        </p:nvSpPr>
        <p:spPr>
          <a:xfrm>
            <a:off x="4171818" y="2806868"/>
            <a:ext cx="94744" cy="791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41" y="581"/>
                </a:moveTo>
                <a:lnTo>
                  <a:pt x="20866" y="1145"/>
                </a:lnTo>
                <a:lnTo>
                  <a:pt x="21600" y="1718"/>
                </a:lnTo>
                <a:lnTo>
                  <a:pt x="20809" y="1921"/>
                </a:lnTo>
                <a:lnTo>
                  <a:pt x="20012" y="2123"/>
                </a:lnTo>
                <a:lnTo>
                  <a:pt x="19206" y="2330"/>
                </a:lnTo>
                <a:lnTo>
                  <a:pt x="17933" y="3024"/>
                </a:lnTo>
                <a:lnTo>
                  <a:pt x="17112" y="3589"/>
                </a:lnTo>
                <a:lnTo>
                  <a:pt x="16569" y="4225"/>
                </a:lnTo>
                <a:lnTo>
                  <a:pt x="16134" y="5132"/>
                </a:lnTo>
                <a:lnTo>
                  <a:pt x="15637" y="6509"/>
                </a:lnTo>
                <a:lnTo>
                  <a:pt x="15444" y="7595"/>
                </a:lnTo>
                <a:lnTo>
                  <a:pt x="15253" y="8689"/>
                </a:lnTo>
                <a:lnTo>
                  <a:pt x="15059" y="9794"/>
                </a:lnTo>
                <a:lnTo>
                  <a:pt x="14676" y="11414"/>
                </a:lnTo>
                <a:lnTo>
                  <a:pt x="14394" y="12528"/>
                </a:lnTo>
                <a:lnTo>
                  <a:pt x="14125" y="13416"/>
                </a:lnTo>
                <a:lnTo>
                  <a:pt x="13786" y="14359"/>
                </a:lnTo>
                <a:lnTo>
                  <a:pt x="13292" y="15635"/>
                </a:lnTo>
                <a:lnTo>
                  <a:pt x="12162" y="15942"/>
                </a:lnTo>
                <a:lnTo>
                  <a:pt x="11081" y="16065"/>
                </a:lnTo>
                <a:lnTo>
                  <a:pt x="10017" y="16051"/>
                </a:lnTo>
                <a:lnTo>
                  <a:pt x="8944" y="15946"/>
                </a:lnTo>
                <a:lnTo>
                  <a:pt x="7829" y="15792"/>
                </a:lnTo>
                <a:lnTo>
                  <a:pt x="6646" y="15635"/>
                </a:lnTo>
                <a:lnTo>
                  <a:pt x="6035" y="17115"/>
                </a:lnTo>
                <a:lnTo>
                  <a:pt x="5643" y="18164"/>
                </a:lnTo>
                <a:lnTo>
                  <a:pt x="5390" y="19071"/>
                </a:lnTo>
                <a:lnTo>
                  <a:pt x="5197" y="20121"/>
                </a:lnTo>
                <a:lnTo>
                  <a:pt x="4985" y="21600"/>
                </a:lnTo>
                <a:lnTo>
                  <a:pt x="3810" y="21009"/>
                </a:lnTo>
                <a:lnTo>
                  <a:pt x="2856" y="20415"/>
                </a:lnTo>
                <a:lnTo>
                  <a:pt x="2054" y="19705"/>
                </a:lnTo>
                <a:lnTo>
                  <a:pt x="1333" y="18771"/>
                </a:lnTo>
                <a:lnTo>
                  <a:pt x="623" y="17498"/>
                </a:lnTo>
                <a:lnTo>
                  <a:pt x="314" y="16574"/>
                </a:lnTo>
                <a:lnTo>
                  <a:pt x="0" y="15635"/>
                </a:lnTo>
                <a:lnTo>
                  <a:pt x="987" y="15635"/>
                </a:lnTo>
                <a:lnTo>
                  <a:pt x="1977" y="15635"/>
                </a:lnTo>
                <a:lnTo>
                  <a:pt x="2971" y="15635"/>
                </a:lnTo>
                <a:lnTo>
                  <a:pt x="3973" y="15635"/>
                </a:lnTo>
                <a:lnTo>
                  <a:pt x="4985" y="15635"/>
                </a:lnTo>
                <a:lnTo>
                  <a:pt x="4985" y="14323"/>
                </a:lnTo>
                <a:lnTo>
                  <a:pt x="4985" y="13001"/>
                </a:lnTo>
                <a:lnTo>
                  <a:pt x="4985" y="11659"/>
                </a:lnTo>
                <a:lnTo>
                  <a:pt x="5701" y="10748"/>
                </a:lnTo>
                <a:lnTo>
                  <a:pt x="6457" y="9889"/>
                </a:lnTo>
                <a:lnTo>
                  <a:pt x="7244" y="9074"/>
                </a:lnTo>
                <a:lnTo>
                  <a:pt x="8055" y="8293"/>
                </a:lnTo>
                <a:lnTo>
                  <a:pt x="8886" y="7535"/>
                </a:lnTo>
                <a:lnTo>
                  <a:pt x="9728" y="6794"/>
                </a:lnTo>
                <a:lnTo>
                  <a:pt x="10576" y="6060"/>
                </a:lnTo>
                <a:lnTo>
                  <a:pt x="11423" y="5320"/>
                </a:lnTo>
                <a:lnTo>
                  <a:pt x="12334" y="4468"/>
                </a:lnTo>
                <a:lnTo>
                  <a:pt x="13261" y="3601"/>
                </a:lnTo>
                <a:lnTo>
                  <a:pt x="14145" y="2809"/>
                </a:lnTo>
                <a:lnTo>
                  <a:pt x="15045" y="2004"/>
                </a:lnTo>
                <a:lnTo>
                  <a:pt x="15451" y="1640"/>
                </a:lnTo>
                <a:lnTo>
                  <a:pt x="16680" y="535"/>
                </a:lnTo>
                <a:lnTo>
                  <a:pt x="17872" y="0"/>
                </a:lnTo>
                <a:lnTo>
                  <a:pt x="18769" y="12"/>
                </a:lnTo>
                <a:lnTo>
                  <a:pt x="20141" y="581"/>
                </a:lnTo>
                <a:close/>
              </a:path>
            </a:pathLst>
          </a:custGeom>
          <a:solidFill>
            <a:srgbClr val="DE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0" name="contour_06968"/>
          <p:cNvSpPr/>
          <p:nvPr/>
        </p:nvSpPr>
        <p:spPr>
          <a:xfrm>
            <a:off x="8267669" y="2775530"/>
            <a:ext cx="58304" cy="594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434"/>
                </a:moveTo>
                <a:lnTo>
                  <a:pt x="10044" y="190"/>
                </a:lnTo>
                <a:lnTo>
                  <a:pt x="11969" y="50"/>
                </a:lnTo>
                <a:lnTo>
                  <a:pt x="13886" y="0"/>
                </a:lnTo>
                <a:lnTo>
                  <a:pt x="15800" y="26"/>
                </a:lnTo>
                <a:lnTo>
                  <a:pt x="17717" y="116"/>
                </a:lnTo>
                <a:lnTo>
                  <a:pt x="19648" y="257"/>
                </a:lnTo>
                <a:lnTo>
                  <a:pt x="21600" y="434"/>
                </a:lnTo>
                <a:lnTo>
                  <a:pt x="20960" y="2103"/>
                </a:lnTo>
                <a:lnTo>
                  <a:pt x="20312" y="3768"/>
                </a:lnTo>
                <a:lnTo>
                  <a:pt x="19651" y="5426"/>
                </a:lnTo>
                <a:lnTo>
                  <a:pt x="18981" y="7080"/>
                </a:lnTo>
                <a:lnTo>
                  <a:pt x="18301" y="8731"/>
                </a:lnTo>
                <a:lnTo>
                  <a:pt x="17609" y="10377"/>
                </a:lnTo>
                <a:lnTo>
                  <a:pt x="16910" y="12022"/>
                </a:lnTo>
                <a:lnTo>
                  <a:pt x="16200" y="13663"/>
                </a:lnTo>
                <a:lnTo>
                  <a:pt x="15906" y="14345"/>
                </a:lnTo>
                <a:lnTo>
                  <a:pt x="15017" y="16401"/>
                </a:lnTo>
                <a:lnTo>
                  <a:pt x="14288" y="17732"/>
                </a:lnTo>
                <a:lnTo>
                  <a:pt x="13605" y="18719"/>
                </a:lnTo>
                <a:lnTo>
                  <a:pt x="12574" y="19843"/>
                </a:lnTo>
                <a:lnTo>
                  <a:pt x="10800" y="21600"/>
                </a:lnTo>
                <a:lnTo>
                  <a:pt x="8861" y="21441"/>
                </a:lnTo>
                <a:lnTo>
                  <a:pt x="7061" y="21150"/>
                </a:lnTo>
                <a:lnTo>
                  <a:pt x="5335" y="20737"/>
                </a:lnTo>
                <a:lnTo>
                  <a:pt x="3626" y="20224"/>
                </a:lnTo>
                <a:lnTo>
                  <a:pt x="1868" y="19624"/>
                </a:lnTo>
                <a:lnTo>
                  <a:pt x="0" y="18954"/>
                </a:lnTo>
                <a:lnTo>
                  <a:pt x="540" y="17944"/>
                </a:lnTo>
                <a:lnTo>
                  <a:pt x="1085" y="16917"/>
                </a:lnTo>
                <a:lnTo>
                  <a:pt x="1804" y="15549"/>
                </a:lnTo>
                <a:lnTo>
                  <a:pt x="2533" y="14160"/>
                </a:lnTo>
                <a:lnTo>
                  <a:pt x="3297" y="12718"/>
                </a:lnTo>
                <a:lnTo>
                  <a:pt x="4072" y="11255"/>
                </a:lnTo>
                <a:lnTo>
                  <a:pt x="4728" y="9810"/>
                </a:lnTo>
                <a:lnTo>
                  <a:pt x="5168" y="8697"/>
                </a:lnTo>
                <a:lnTo>
                  <a:pt x="5497" y="7556"/>
                </a:lnTo>
                <a:lnTo>
                  <a:pt x="5821" y="6024"/>
                </a:lnTo>
                <a:lnTo>
                  <a:pt x="6242" y="3741"/>
                </a:lnTo>
                <a:lnTo>
                  <a:pt x="7163" y="2101"/>
                </a:lnTo>
                <a:lnTo>
                  <a:pt x="8100" y="434"/>
                </a:lnTo>
                <a:close/>
              </a:path>
            </a:pathLst>
          </a:custGeom>
          <a:solidFill>
            <a:srgbClr val="E4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1" name="contour_06969"/>
          <p:cNvSpPr/>
          <p:nvPr/>
        </p:nvSpPr>
        <p:spPr>
          <a:xfrm>
            <a:off x="7617945" y="2747573"/>
            <a:ext cx="6668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4" y="0"/>
                </a:moveTo>
                <a:lnTo>
                  <a:pt x="2044" y="490"/>
                </a:lnTo>
                <a:lnTo>
                  <a:pt x="3593" y="1032"/>
                </a:lnTo>
                <a:lnTo>
                  <a:pt x="5023" y="1632"/>
                </a:lnTo>
                <a:lnTo>
                  <a:pt x="6360" y="2302"/>
                </a:lnTo>
                <a:lnTo>
                  <a:pt x="7623" y="3050"/>
                </a:lnTo>
                <a:lnTo>
                  <a:pt x="8836" y="3883"/>
                </a:lnTo>
                <a:lnTo>
                  <a:pt x="10021" y="4810"/>
                </a:lnTo>
                <a:lnTo>
                  <a:pt x="11199" y="5842"/>
                </a:lnTo>
                <a:lnTo>
                  <a:pt x="12396" y="6986"/>
                </a:lnTo>
                <a:lnTo>
                  <a:pt x="13633" y="8251"/>
                </a:lnTo>
                <a:lnTo>
                  <a:pt x="14638" y="9288"/>
                </a:lnTo>
                <a:lnTo>
                  <a:pt x="15651" y="10332"/>
                </a:lnTo>
                <a:lnTo>
                  <a:pt x="16676" y="11390"/>
                </a:lnTo>
                <a:lnTo>
                  <a:pt x="17714" y="12648"/>
                </a:lnTo>
                <a:lnTo>
                  <a:pt x="18644" y="13870"/>
                </a:lnTo>
                <a:lnTo>
                  <a:pt x="19480" y="15094"/>
                </a:lnTo>
                <a:lnTo>
                  <a:pt x="20240" y="16361"/>
                </a:lnTo>
                <a:lnTo>
                  <a:pt x="20941" y="17717"/>
                </a:lnTo>
                <a:lnTo>
                  <a:pt x="21600" y="19200"/>
                </a:lnTo>
                <a:lnTo>
                  <a:pt x="20025" y="19663"/>
                </a:lnTo>
                <a:lnTo>
                  <a:pt x="18470" y="20093"/>
                </a:lnTo>
                <a:lnTo>
                  <a:pt x="16921" y="20479"/>
                </a:lnTo>
                <a:lnTo>
                  <a:pt x="15375" y="20818"/>
                </a:lnTo>
                <a:lnTo>
                  <a:pt x="13826" y="21106"/>
                </a:lnTo>
                <a:lnTo>
                  <a:pt x="12264" y="21331"/>
                </a:lnTo>
                <a:lnTo>
                  <a:pt x="10684" y="21494"/>
                </a:lnTo>
                <a:lnTo>
                  <a:pt x="9077" y="21586"/>
                </a:lnTo>
                <a:lnTo>
                  <a:pt x="7436" y="21600"/>
                </a:lnTo>
                <a:lnTo>
                  <a:pt x="5904" y="20539"/>
                </a:lnTo>
                <a:lnTo>
                  <a:pt x="4606" y="19399"/>
                </a:lnTo>
                <a:lnTo>
                  <a:pt x="3503" y="18166"/>
                </a:lnTo>
                <a:lnTo>
                  <a:pt x="2564" y="16824"/>
                </a:lnTo>
                <a:lnTo>
                  <a:pt x="1749" y="15358"/>
                </a:lnTo>
                <a:lnTo>
                  <a:pt x="1025" y="13757"/>
                </a:lnTo>
                <a:lnTo>
                  <a:pt x="354" y="12000"/>
                </a:lnTo>
                <a:lnTo>
                  <a:pt x="170" y="10262"/>
                </a:lnTo>
                <a:lnTo>
                  <a:pt x="54" y="8549"/>
                </a:lnTo>
                <a:lnTo>
                  <a:pt x="0" y="6847"/>
                </a:lnTo>
                <a:lnTo>
                  <a:pt x="7" y="5153"/>
                </a:lnTo>
                <a:lnTo>
                  <a:pt x="71" y="3451"/>
                </a:lnTo>
                <a:lnTo>
                  <a:pt x="186" y="1738"/>
                </a:lnTo>
                <a:lnTo>
                  <a:pt x="354" y="0"/>
                </a:lnTo>
                <a:close/>
              </a:path>
            </a:pathLst>
          </a:custGeom>
          <a:solidFill>
            <a:srgbClr val="E6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2" name="contour_06970"/>
          <p:cNvSpPr/>
          <p:nvPr/>
        </p:nvSpPr>
        <p:spPr>
          <a:xfrm>
            <a:off x="8056317" y="2696557"/>
            <a:ext cx="874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62" y="1402"/>
                </a:lnTo>
                <a:lnTo>
                  <a:pt x="20999" y="2409"/>
                </a:lnTo>
                <a:lnTo>
                  <a:pt x="20725" y="3305"/>
                </a:lnTo>
                <a:lnTo>
                  <a:pt x="20354" y="4371"/>
                </a:lnTo>
                <a:lnTo>
                  <a:pt x="19800" y="5891"/>
                </a:lnTo>
                <a:lnTo>
                  <a:pt x="18907" y="6317"/>
                </a:lnTo>
                <a:lnTo>
                  <a:pt x="18000" y="6751"/>
                </a:lnTo>
                <a:lnTo>
                  <a:pt x="17552" y="7024"/>
                </a:lnTo>
                <a:lnTo>
                  <a:pt x="16200" y="7855"/>
                </a:lnTo>
                <a:lnTo>
                  <a:pt x="16117" y="8414"/>
                </a:lnTo>
                <a:lnTo>
                  <a:pt x="15971" y="9402"/>
                </a:lnTo>
                <a:lnTo>
                  <a:pt x="15638" y="11660"/>
                </a:lnTo>
                <a:lnTo>
                  <a:pt x="15401" y="12915"/>
                </a:lnTo>
                <a:lnTo>
                  <a:pt x="15194" y="13753"/>
                </a:lnTo>
                <a:lnTo>
                  <a:pt x="14899" y="14558"/>
                </a:lnTo>
                <a:lnTo>
                  <a:pt x="14400" y="15709"/>
                </a:lnTo>
                <a:lnTo>
                  <a:pt x="13334" y="16392"/>
                </a:lnTo>
                <a:lnTo>
                  <a:pt x="12251" y="16999"/>
                </a:lnTo>
                <a:lnTo>
                  <a:pt x="11153" y="17537"/>
                </a:lnTo>
                <a:lnTo>
                  <a:pt x="10037" y="18020"/>
                </a:lnTo>
                <a:lnTo>
                  <a:pt x="8905" y="18460"/>
                </a:lnTo>
                <a:lnTo>
                  <a:pt x="7754" y="18869"/>
                </a:lnTo>
                <a:lnTo>
                  <a:pt x="6586" y="19257"/>
                </a:lnTo>
                <a:lnTo>
                  <a:pt x="5400" y="19636"/>
                </a:lnTo>
                <a:lnTo>
                  <a:pt x="4322" y="20041"/>
                </a:lnTo>
                <a:lnTo>
                  <a:pt x="3238" y="20451"/>
                </a:lnTo>
                <a:lnTo>
                  <a:pt x="2138" y="20864"/>
                </a:lnTo>
                <a:lnTo>
                  <a:pt x="1078" y="21229"/>
                </a:lnTo>
                <a:lnTo>
                  <a:pt x="0" y="21600"/>
                </a:lnTo>
                <a:lnTo>
                  <a:pt x="180" y="20167"/>
                </a:lnTo>
                <a:lnTo>
                  <a:pt x="373" y="18833"/>
                </a:lnTo>
                <a:lnTo>
                  <a:pt x="605" y="17561"/>
                </a:lnTo>
                <a:lnTo>
                  <a:pt x="902" y="16314"/>
                </a:lnTo>
                <a:lnTo>
                  <a:pt x="1292" y="15053"/>
                </a:lnTo>
                <a:lnTo>
                  <a:pt x="1800" y="13745"/>
                </a:lnTo>
                <a:lnTo>
                  <a:pt x="3353" y="12840"/>
                </a:lnTo>
                <a:lnTo>
                  <a:pt x="4392" y="12247"/>
                </a:lnTo>
                <a:lnTo>
                  <a:pt x="5164" y="11841"/>
                </a:lnTo>
                <a:lnTo>
                  <a:pt x="5911" y="11491"/>
                </a:lnTo>
                <a:lnTo>
                  <a:pt x="6876" y="11069"/>
                </a:lnTo>
                <a:lnTo>
                  <a:pt x="7952" y="10378"/>
                </a:lnTo>
                <a:lnTo>
                  <a:pt x="8968" y="9614"/>
                </a:lnTo>
                <a:lnTo>
                  <a:pt x="9934" y="8787"/>
                </a:lnTo>
                <a:lnTo>
                  <a:pt x="10856" y="7908"/>
                </a:lnTo>
                <a:lnTo>
                  <a:pt x="11741" y="6985"/>
                </a:lnTo>
                <a:lnTo>
                  <a:pt x="12602" y="6024"/>
                </a:lnTo>
                <a:lnTo>
                  <a:pt x="13442" y="5037"/>
                </a:lnTo>
                <a:lnTo>
                  <a:pt x="14272" y="4033"/>
                </a:lnTo>
                <a:lnTo>
                  <a:pt x="15100" y="3020"/>
                </a:lnTo>
                <a:lnTo>
                  <a:pt x="15934" y="2009"/>
                </a:lnTo>
                <a:lnTo>
                  <a:pt x="16970" y="1029"/>
                </a:lnTo>
                <a:lnTo>
                  <a:pt x="17784" y="434"/>
                </a:lnTo>
                <a:lnTo>
                  <a:pt x="18646" y="128"/>
                </a:lnTo>
                <a:lnTo>
                  <a:pt x="19827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C8C0A8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3" name="contour_06971"/>
          <p:cNvSpPr/>
          <p:nvPr/>
        </p:nvSpPr>
        <p:spPr>
          <a:xfrm>
            <a:off x="11015242" y="2711133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286" y="298"/>
                </a:lnTo>
                <a:lnTo>
                  <a:pt x="7771" y="595"/>
                </a:lnTo>
                <a:lnTo>
                  <a:pt x="9262" y="893"/>
                </a:lnTo>
                <a:lnTo>
                  <a:pt x="10754" y="1190"/>
                </a:lnTo>
                <a:lnTo>
                  <a:pt x="12254" y="1490"/>
                </a:lnTo>
                <a:lnTo>
                  <a:pt x="13762" y="1793"/>
                </a:lnTo>
                <a:lnTo>
                  <a:pt x="15276" y="2095"/>
                </a:lnTo>
                <a:lnTo>
                  <a:pt x="16800" y="2400"/>
                </a:lnTo>
                <a:lnTo>
                  <a:pt x="15782" y="3758"/>
                </a:lnTo>
                <a:lnTo>
                  <a:pt x="14762" y="5117"/>
                </a:lnTo>
                <a:lnTo>
                  <a:pt x="13740" y="6480"/>
                </a:lnTo>
                <a:lnTo>
                  <a:pt x="12713" y="7848"/>
                </a:lnTo>
                <a:lnTo>
                  <a:pt x="11683" y="9223"/>
                </a:lnTo>
                <a:lnTo>
                  <a:pt x="10644" y="10606"/>
                </a:lnTo>
                <a:lnTo>
                  <a:pt x="9600" y="12000"/>
                </a:lnTo>
                <a:lnTo>
                  <a:pt x="11136" y="11803"/>
                </a:lnTo>
                <a:lnTo>
                  <a:pt x="12684" y="11602"/>
                </a:lnTo>
                <a:lnTo>
                  <a:pt x="14251" y="11400"/>
                </a:lnTo>
                <a:lnTo>
                  <a:pt x="16202" y="11398"/>
                </a:lnTo>
                <a:lnTo>
                  <a:pt x="17486" y="11551"/>
                </a:lnTo>
                <a:lnTo>
                  <a:pt x="19200" y="12000"/>
                </a:lnTo>
                <a:lnTo>
                  <a:pt x="19961" y="13574"/>
                </a:lnTo>
                <a:lnTo>
                  <a:pt x="20506" y="15096"/>
                </a:lnTo>
                <a:lnTo>
                  <a:pt x="20890" y="16613"/>
                </a:lnTo>
                <a:lnTo>
                  <a:pt x="21166" y="18170"/>
                </a:lnTo>
                <a:lnTo>
                  <a:pt x="21384" y="19819"/>
                </a:lnTo>
                <a:lnTo>
                  <a:pt x="21600" y="21600"/>
                </a:lnTo>
                <a:lnTo>
                  <a:pt x="19937" y="21362"/>
                </a:lnTo>
                <a:lnTo>
                  <a:pt x="18271" y="21125"/>
                </a:lnTo>
                <a:lnTo>
                  <a:pt x="16606" y="20887"/>
                </a:lnTo>
                <a:lnTo>
                  <a:pt x="14938" y="20647"/>
                </a:lnTo>
                <a:lnTo>
                  <a:pt x="13262" y="20410"/>
                </a:lnTo>
                <a:lnTo>
                  <a:pt x="11585" y="20170"/>
                </a:lnTo>
                <a:lnTo>
                  <a:pt x="9900" y="19930"/>
                </a:lnTo>
                <a:lnTo>
                  <a:pt x="8208" y="19687"/>
                </a:lnTo>
                <a:lnTo>
                  <a:pt x="6509" y="19445"/>
                </a:lnTo>
                <a:lnTo>
                  <a:pt x="4800" y="19200"/>
                </a:lnTo>
                <a:lnTo>
                  <a:pt x="5275" y="17774"/>
                </a:lnTo>
                <a:lnTo>
                  <a:pt x="5753" y="16344"/>
                </a:lnTo>
                <a:lnTo>
                  <a:pt x="6230" y="14909"/>
                </a:lnTo>
                <a:lnTo>
                  <a:pt x="6713" y="13462"/>
                </a:lnTo>
                <a:lnTo>
                  <a:pt x="7200" y="12000"/>
                </a:lnTo>
                <a:lnTo>
                  <a:pt x="5774" y="11525"/>
                </a:lnTo>
                <a:lnTo>
                  <a:pt x="4344" y="11047"/>
                </a:lnTo>
                <a:lnTo>
                  <a:pt x="2909" y="10570"/>
                </a:lnTo>
                <a:lnTo>
                  <a:pt x="1462" y="10087"/>
                </a:lnTo>
                <a:lnTo>
                  <a:pt x="0" y="9600"/>
                </a:lnTo>
                <a:lnTo>
                  <a:pt x="1586" y="9600"/>
                </a:lnTo>
                <a:lnTo>
                  <a:pt x="3182" y="9600"/>
                </a:lnTo>
                <a:lnTo>
                  <a:pt x="4800" y="9600"/>
                </a:lnTo>
                <a:lnTo>
                  <a:pt x="4800" y="8016"/>
                </a:lnTo>
                <a:lnTo>
                  <a:pt x="4800" y="6430"/>
                </a:lnTo>
                <a:lnTo>
                  <a:pt x="4800" y="4836"/>
                </a:lnTo>
                <a:lnTo>
                  <a:pt x="4800" y="3235"/>
                </a:lnTo>
                <a:lnTo>
                  <a:pt x="4800" y="1625"/>
                </a:lnTo>
                <a:lnTo>
                  <a:pt x="4800" y="0"/>
                </a:lnTo>
                <a:close/>
              </a:path>
            </a:pathLst>
          </a:custGeom>
          <a:solidFill>
            <a:srgbClr val="888574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4" name="contour_06972"/>
          <p:cNvSpPr/>
          <p:nvPr/>
        </p:nvSpPr>
        <p:spPr>
          <a:xfrm>
            <a:off x="7006847" y="2696557"/>
            <a:ext cx="4514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1" y="0"/>
                </a:lnTo>
                <a:lnTo>
                  <a:pt x="4606" y="0"/>
                </a:lnTo>
                <a:lnTo>
                  <a:pt x="6911" y="0"/>
                </a:lnTo>
                <a:lnTo>
                  <a:pt x="9222" y="0"/>
                </a:lnTo>
                <a:lnTo>
                  <a:pt x="11541" y="0"/>
                </a:lnTo>
                <a:lnTo>
                  <a:pt x="13870" y="0"/>
                </a:lnTo>
                <a:lnTo>
                  <a:pt x="16206" y="0"/>
                </a:lnTo>
                <a:lnTo>
                  <a:pt x="18556" y="0"/>
                </a:lnTo>
                <a:lnTo>
                  <a:pt x="20920" y="0"/>
                </a:lnTo>
                <a:lnTo>
                  <a:pt x="21028" y="1855"/>
                </a:lnTo>
                <a:lnTo>
                  <a:pt x="21122" y="3710"/>
                </a:lnTo>
                <a:lnTo>
                  <a:pt x="21209" y="5567"/>
                </a:lnTo>
                <a:lnTo>
                  <a:pt x="21286" y="7425"/>
                </a:lnTo>
                <a:lnTo>
                  <a:pt x="21356" y="9283"/>
                </a:lnTo>
                <a:lnTo>
                  <a:pt x="21436" y="11008"/>
                </a:lnTo>
                <a:lnTo>
                  <a:pt x="21516" y="12744"/>
                </a:lnTo>
                <a:lnTo>
                  <a:pt x="21600" y="14502"/>
                </a:lnTo>
                <a:lnTo>
                  <a:pt x="21377" y="15954"/>
                </a:lnTo>
                <a:lnTo>
                  <a:pt x="21150" y="17418"/>
                </a:lnTo>
                <a:lnTo>
                  <a:pt x="20920" y="18900"/>
                </a:lnTo>
                <a:lnTo>
                  <a:pt x="18835" y="20039"/>
                </a:lnTo>
                <a:lnTo>
                  <a:pt x="17412" y="20701"/>
                </a:lnTo>
                <a:lnTo>
                  <a:pt x="16000" y="21138"/>
                </a:lnTo>
                <a:lnTo>
                  <a:pt x="13947" y="21600"/>
                </a:lnTo>
                <a:lnTo>
                  <a:pt x="13082" y="20263"/>
                </a:lnTo>
                <a:lnTo>
                  <a:pt x="12217" y="18919"/>
                </a:lnTo>
                <a:lnTo>
                  <a:pt x="11342" y="17569"/>
                </a:lnTo>
                <a:lnTo>
                  <a:pt x="10460" y="16200"/>
                </a:lnTo>
                <a:lnTo>
                  <a:pt x="9812" y="17539"/>
                </a:lnTo>
                <a:lnTo>
                  <a:pt x="9153" y="18900"/>
                </a:lnTo>
                <a:lnTo>
                  <a:pt x="8072" y="20239"/>
                </a:lnTo>
                <a:lnTo>
                  <a:pt x="6973" y="21600"/>
                </a:lnTo>
                <a:lnTo>
                  <a:pt x="4669" y="21600"/>
                </a:lnTo>
                <a:lnTo>
                  <a:pt x="2350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7D7F7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5" name="contour_06973"/>
          <p:cNvSpPr/>
          <p:nvPr/>
        </p:nvSpPr>
        <p:spPr>
          <a:xfrm>
            <a:off x="2480938" y="2639302"/>
            <a:ext cx="65658" cy="426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15" y="3891"/>
                </a:moveTo>
                <a:lnTo>
                  <a:pt x="20449" y="5359"/>
                </a:lnTo>
                <a:lnTo>
                  <a:pt x="21600" y="6846"/>
                </a:lnTo>
                <a:lnTo>
                  <a:pt x="21600" y="9037"/>
                </a:lnTo>
                <a:lnTo>
                  <a:pt x="21600" y="11235"/>
                </a:lnTo>
                <a:lnTo>
                  <a:pt x="21600" y="13445"/>
                </a:lnTo>
                <a:lnTo>
                  <a:pt x="21600" y="15669"/>
                </a:lnTo>
                <a:lnTo>
                  <a:pt x="21600" y="17911"/>
                </a:lnTo>
                <a:lnTo>
                  <a:pt x="20018" y="18218"/>
                </a:lnTo>
                <a:lnTo>
                  <a:pt x="18435" y="18520"/>
                </a:lnTo>
                <a:lnTo>
                  <a:pt x="16850" y="18826"/>
                </a:lnTo>
                <a:lnTo>
                  <a:pt x="15263" y="19132"/>
                </a:lnTo>
                <a:lnTo>
                  <a:pt x="13674" y="19435"/>
                </a:lnTo>
                <a:lnTo>
                  <a:pt x="12082" y="19741"/>
                </a:lnTo>
                <a:lnTo>
                  <a:pt x="10485" y="20051"/>
                </a:lnTo>
                <a:lnTo>
                  <a:pt x="8883" y="20357"/>
                </a:lnTo>
                <a:lnTo>
                  <a:pt x="7277" y="20667"/>
                </a:lnTo>
                <a:lnTo>
                  <a:pt x="5666" y="20977"/>
                </a:lnTo>
                <a:lnTo>
                  <a:pt x="4045" y="21286"/>
                </a:lnTo>
                <a:lnTo>
                  <a:pt x="2419" y="21600"/>
                </a:lnTo>
                <a:lnTo>
                  <a:pt x="1376" y="17565"/>
                </a:lnTo>
                <a:lnTo>
                  <a:pt x="681" y="14706"/>
                </a:lnTo>
                <a:lnTo>
                  <a:pt x="264" y="12615"/>
                </a:lnTo>
                <a:lnTo>
                  <a:pt x="60" y="10881"/>
                </a:lnTo>
                <a:lnTo>
                  <a:pt x="0" y="9096"/>
                </a:lnTo>
                <a:lnTo>
                  <a:pt x="22" y="6846"/>
                </a:lnTo>
                <a:lnTo>
                  <a:pt x="1410" y="4589"/>
                </a:lnTo>
                <a:lnTo>
                  <a:pt x="2856" y="2833"/>
                </a:lnTo>
                <a:lnTo>
                  <a:pt x="4349" y="1534"/>
                </a:lnTo>
                <a:lnTo>
                  <a:pt x="5891" y="657"/>
                </a:lnTo>
                <a:lnTo>
                  <a:pt x="7473" y="159"/>
                </a:lnTo>
                <a:lnTo>
                  <a:pt x="9092" y="0"/>
                </a:lnTo>
                <a:lnTo>
                  <a:pt x="10741" y="136"/>
                </a:lnTo>
                <a:lnTo>
                  <a:pt x="12420" y="535"/>
                </a:lnTo>
                <a:lnTo>
                  <a:pt x="14119" y="1147"/>
                </a:lnTo>
                <a:lnTo>
                  <a:pt x="15839" y="1940"/>
                </a:lnTo>
                <a:lnTo>
                  <a:pt x="17572" y="2866"/>
                </a:lnTo>
                <a:lnTo>
                  <a:pt x="19315" y="3891"/>
                </a:lnTo>
                <a:close/>
              </a:path>
            </a:pathLst>
          </a:custGeom>
          <a:solidFill>
            <a:srgbClr val="80868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6" name="contour_06974"/>
          <p:cNvSpPr/>
          <p:nvPr/>
        </p:nvSpPr>
        <p:spPr>
          <a:xfrm>
            <a:off x="5394787" y="2615128"/>
            <a:ext cx="96158" cy="52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77" y="521"/>
                </a:moveTo>
                <a:lnTo>
                  <a:pt x="12874" y="277"/>
                </a:lnTo>
                <a:lnTo>
                  <a:pt x="13966" y="114"/>
                </a:lnTo>
                <a:lnTo>
                  <a:pt x="15055" y="24"/>
                </a:lnTo>
                <a:lnTo>
                  <a:pt x="16140" y="0"/>
                </a:lnTo>
                <a:lnTo>
                  <a:pt x="17227" y="30"/>
                </a:lnTo>
                <a:lnTo>
                  <a:pt x="18314" y="105"/>
                </a:lnTo>
                <a:lnTo>
                  <a:pt x="19405" y="220"/>
                </a:lnTo>
                <a:lnTo>
                  <a:pt x="20498" y="361"/>
                </a:lnTo>
                <a:lnTo>
                  <a:pt x="21600" y="521"/>
                </a:lnTo>
                <a:lnTo>
                  <a:pt x="21600" y="2511"/>
                </a:lnTo>
                <a:lnTo>
                  <a:pt x="21600" y="4514"/>
                </a:lnTo>
                <a:lnTo>
                  <a:pt x="21600" y="6544"/>
                </a:lnTo>
                <a:lnTo>
                  <a:pt x="20596" y="7022"/>
                </a:lnTo>
                <a:lnTo>
                  <a:pt x="19858" y="7302"/>
                </a:lnTo>
                <a:lnTo>
                  <a:pt x="19018" y="7483"/>
                </a:lnTo>
                <a:lnTo>
                  <a:pt x="17712" y="7673"/>
                </a:lnTo>
                <a:lnTo>
                  <a:pt x="16044" y="8149"/>
                </a:lnTo>
                <a:lnTo>
                  <a:pt x="14876" y="8576"/>
                </a:lnTo>
                <a:lnTo>
                  <a:pt x="14058" y="9082"/>
                </a:lnTo>
                <a:lnTo>
                  <a:pt x="13432" y="9805"/>
                </a:lnTo>
                <a:lnTo>
                  <a:pt x="12846" y="10871"/>
                </a:lnTo>
                <a:lnTo>
                  <a:pt x="12142" y="12413"/>
                </a:lnTo>
                <a:lnTo>
                  <a:pt x="11682" y="14222"/>
                </a:lnTo>
                <a:lnTo>
                  <a:pt x="11252" y="16032"/>
                </a:lnTo>
                <a:lnTo>
                  <a:pt x="10852" y="17854"/>
                </a:lnTo>
                <a:lnTo>
                  <a:pt x="10481" y="19703"/>
                </a:lnTo>
                <a:lnTo>
                  <a:pt x="10140" y="21600"/>
                </a:lnTo>
                <a:lnTo>
                  <a:pt x="9155" y="21133"/>
                </a:lnTo>
                <a:lnTo>
                  <a:pt x="8171" y="20654"/>
                </a:lnTo>
                <a:lnTo>
                  <a:pt x="7189" y="20164"/>
                </a:lnTo>
                <a:lnTo>
                  <a:pt x="6208" y="19664"/>
                </a:lnTo>
                <a:lnTo>
                  <a:pt x="5229" y="19155"/>
                </a:lnTo>
                <a:lnTo>
                  <a:pt x="4315" y="18700"/>
                </a:lnTo>
                <a:lnTo>
                  <a:pt x="3397" y="18242"/>
                </a:lnTo>
                <a:lnTo>
                  <a:pt x="2465" y="17776"/>
                </a:lnTo>
                <a:lnTo>
                  <a:pt x="1757" y="17050"/>
                </a:lnTo>
                <a:lnTo>
                  <a:pt x="1041" y="16318"/>
                </a:lnTo>
                <a:lnTo>
                  <a:pt x="318" y="15577"/>
                </a:lnTo>
                <a:lnTo>
                  <a:pt x="105" y="13304"/>
                </a:lnTo>
                <a:lnTo>
                  <a:pt x="0" y="11696"/>
                </a:lnTo>
                <a:lnTo>
                  <a:pt x="0" y="10323"/>
                </a:lnTo>
                <a:lnTo>
                  <a:pt x="105" y="8751"/>
                </a:lnTo>
                <a:lnTo>
                  <a:pt x="318" y="6544"/>
                </a:lnTo>
                <a:lnTo>
                  <a:pt x="1388" y="5345"/>
                </a:lnTo>
                <a:lnTo>
                  <a:pt x="2179" y="4589"/>
                </a:lnTo>
                <a:lnTo>
                  <a:pt x="2926" y="4131"/>
                </a:lnTo>
                <a:lnTo>
                  <a:pt x="3864" y="3827"/>
                </a:lnTo>
                <a:lnTo>
                  <a:pt x="5229" y="3532"/>
                </a:lnTo>
                <a:lnTo>
                  <a:pt x="6403" y="4737"/>
                </a:lnTo>
                <a:lnTo>
                  <a:pt x="7252" y="5637"/>
                </a:lnTo>
                <a:lnTo>
                  <a:pt x="7915" y="6405"/>
                </a:lnTo>
                <a:lnTo>
                  <a:pt x="8526" y="7200"/>
                </a:lnTo>
                <a:lnTo>
                  <a:pt x="9222" y="8194"/>
                </a:lnTo>
                <a:lnTo>
                  <a:pt x="10140" y="9555"/>
                </a:lnTo>
                <a:lnTo>
                  <a:pt x="10207" y="8061"/>
                </a:lnTo>
                <a:lnTo>
                  <a:pt x="10276" y="6562"/>
                </a:lnTo>
                <a:lnTo>
                  <a:pt x="10345" y="5038"/>
                </a:lnTo>
                <a:lnTo>
                  <a:pt x="10818" y="3544"/>
                </a:lnTo>
                <a:lnTo>
                  <a:pt x="11294" y="2045"/>
                </a:lnTo>
                <a:lnTo>
                  <a:pt x="11777" y="521"/>
                </a:lnTo>
                <a:close/>
              </a:path>
            </a:pathLst>
          </a:custGeom>
          <a:solidFill>
            <a:srgbClr val="36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7" name="contour_06975"/>
          <p:cNvSpPr/>
          <p:nvPr/>
        </p:nvSpPr>
        <p:spPr>
          <a:xfrm>
            <a:off x="9922043" y="2585109"/>
            <a:ext cx="51016" cy="67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679"/>
                </a:moveTo>
                <a:lnTo>
                  <a:pt x="6560" y="302"/>
                </a:lnTo>
                <a:lnTo>
                  <a:pt x="9010" y="77"/>
                </a:lnTo>
                <a:lnTo>
                  <a:pt x="10781" y="0"/>
                </a:lnTo>
                <a:lnTo>
                  <a:pt x="12210" y="77"/>
                </a:lnTo>
                <a:lnTo>
                  <a:pt x="13645" y="302"/>
                </a:lnTo>
                <a:lnTo>
                  <a:pt x="15429" y="679"/>
                </a:lnTo>
                <a:lnTo>
                  <a:pt x="16438" y="2085"/>
                </a:lnTo>
                <a:lnTo>
                  <a:pt x="17224" y="3519"/>
                </a:lnTo>
                <a:lnTo>
                  <a:pt x="17832" y="4984"/>
                </a:lnTo>
                <a:lnTo>
                  <a:pt x="18301" y="6479"/>
                </a:lnTo>
                <a:lnTo>
                  <a:pt x="18672" y="8004"/>
                </a:lnTo>
                <a:lnTo>
                  <a:pt x="18986" y="9556"/>
                </a:lnTo>
                <a:lnTo>
                  <a:pt x="19286" y="11139"/>
                </a:lnTo>
                <a:lnTo>
                  <a:pt x="19468" y="11893"/>
                </a:lnTo>
                <a:lnTo>
                  <a:pt x="20008" y="14164"/>
                </a:lnTo>
                <a:lnTo>
                  <a:pt x="20350" y="15647"/>
                </a:lnTo>
                <a:lnTo>
                  <a:pt x="20677" y="17134"/>
                </a:lnTo>
                <a:lnTo>
                  <a:pt x="20992" y="18622"/>
                </a:lnTo>
                <a:lnTo>
                  <a:pt x="21301" y="20110"/>
                </a:lnTo>
                <a:lnTo>
                  <a:pt x="21600" y="21600"/>
                </a:lnTo>
                <a:lnTo>
                  <a:pt x="19462" y="21370"/>
                </a:lnTo>
                <a:lnTo>
                  <a:pt x="17320" y="21140"/>
                </a:lnTo>
                <a:lnTo>
                  <a:pt x="15179" y="20910"/>
                </a:lnTo>
                <a:lnTo>
                  <a:pt x="13034" y="20677"/>
                </a:lnTo>
                <a:lnTo>
                  <a:pt x="10880" y="20447"/>
                </a:lnTo>
                <a:lnTo>
                  <a:pt x="8723" y="20215"/>
                </a:lnTo>
                <a:lnTo>
                  <a:pt x="6557" y="19982"/>
                </a:lnTo>
                <a:lnTo>
                  <a:pt x="4382" y="19747"/>
                </a:lnTo>
                <a:lnTo>
                  <a:pt x="2197" y="19513"/>
                </a:lnTo>
                <a:lnTo>
                  <a:pt x="0" y="19275"/>
                </a:lnTo>
                <a:lnTo>
                  <a:pt x="0" y="17741"/>
                </a:lnTo>
                <a:lnTo>
                  <a:pt x="0" y="16205"/>
                </a:lnTo>
                <a:lnTo>
                  <a:pt x="0" y="14661"/>
                </a:lnTo>
                <a:lnTo>
                  <a:pt x="0" y="13111"/>
                </a:lnTo>
                <a:lnTo>
                  <a:pt x="0" y="11551"/>
                </a:lnTo>
                <a:lnTo>
                  <a:pt x="0" y="9977"/>
                </a:lnTo>
                <a:lnTo>
                  <a:pt x="2040" y="9977"/>
                </a:lnTo>
                <a:lnTo>
                  <a:pt x="4092" y="9977"/>
                </a:lnTo>
                <a:lnTo>
                  <a:pt x="6171" y="9977"/>
                </a:lnTo>
                <a:lnTo>
                  <a:pt x="5662" y="8443"/>
                </a:lnTo>
                <a:lnTo>
                  <a:pt x="5153" y="6906"/>
                </a:lnTo>
                <a:lnTo>
                  <a:pt x="4641" y="5363"/>
                </a:lnTo>
                <a:lnTo>
                  <a:pt x="4126" y="3812"/>
                </a:lnTo>
                <a:lnTo>
                  <a:pt x="3607" y="2253"/>
                </a:lnTo>
                <a:lnTo>
                  <a:pt x="3086" y="679"/>
                </a:lnTo>
                <a:close/>
              </a:path>
            </a:pathLst>
          </a:custGeom>
          <a:solidFill>
            <a:srgbClr val="DB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8" name="contour_06976"/>
          <p:cNvSpPr/>
          <p:nvPr/>
        </p:nvSpPr>
        <p:spPr>
          <a:xfrm>
            <a:off x="8639357" y="2580481"/>
            <a:ext cx="81064" cy="504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04" y="1172"/>
                </a:moveTo>
                <a:lnTo>
                  <a:pt x="18887" y="2470"/>
                </a:lnTo>
                <a:lnTo>
                  <a:pt x="19705" y="3782"/>
                </a:lnTo>
                <a:lnTo>
                  <a:pt x="20334" y="5223"/>
                </a:lnTo>
                <a:lnTo>
                  <a:pt x="20860" y="6904"/>
                </a:lnTo>
                <a:lnTo>
                  <a:pt x="21361" y="8931"/>
                </a:lnTo>
                <a:lnTo>
                  <a:pt x="21600" y="11403"/>
                </a:lnTo>
                <a:lnTo>
                  <a:pt x="21600" y="13069"/>
                </a:lnTo>
                <a:lnTo>
                  <a:pt x="21361" y="15364"/>
                </a:lnTo>
                <a:lnTo>
                  <a:pt x="20346" y="16626"/>
                </a:lnTo>
                <a:lnTo>
                  <a:pt x="19303" y="17721"/>
                </a:lnTo>
                <a:lnTo>
                  <a:pt x="18231" y="18669"/>
                </a:lnTo>
                <a:lnTo>
                  <a:pt x="17128" y="19508"/>
                </a:lnTo>
                <a:lnTo>
                  <a:pt x="15988" y="20256"/>
                </a:lnTo>
                <a:lnTo>
                  <a:pt x="14811" y="20945"/>
                </a:lnTo>
                <a:lnTo>
                  <a:pt x="13593" y="21600"/>
                </a:lnTo>
                <a:lnTo>
                  <a:pt x="13296" y="20113"/>
                </a:lnTo>
                <a:lnTo>
                  <a:pt x="12993" y="18603"/>
                </a:lnTo>
                <a:lnTo>
                  <a:pt x="12174" y="16711"/>
                </a:lnTo>
                <a:lnTo>
                  <a:pt x="11477" y="15607"/>
                </a:lnTo>
                <a:lnTo>
                  <a:pt x="10517" y="14871"/>
                </a:lnTo>
                <a:lnTo>
                  <a:pt x="8913" y="14073"/>
                </a:lnTo>
                <a:lnTo>
                  <a:pt x="7853" y="13854"/>
                </a:lnTo>
                <a:lnTo>
                  <a:pt x="6785" y="13636"/>
                </a:lnTo>
                <a:lnTo>
                  <a:pt x="5705" y="13415"/>
                </a:lnTo>
                <a:lnTo>
                  <a:pt x="4639" y="13181"/>
                </a:lnTo>
                <a:lnTo>
                  <a:pt x="3567" y="12947"/>
                </a:lnTo>
                <a:lnTo>
                  <a:pt x="2480" y="12707"/>
                </a:lnTo>
                <a:lnTo>
                  <a:pt x="1249" y="12479"/>
                </a:lnTo>
                <a:lnTo>
                  <a:pt x="0" y="12245"/>
                </a:lnTo>
                <a:lnTo>
                  <a:pt x="1076" y="10477"/>
                </a:lnTo>
                <a:lnTo>
                  <a:pt x="2165" y="8781"/>
                </a:lnTo>
                <a:lnTo>
                  <a:pt x="3276" y="7175"/>
                </a:lnTo>
                <a:lnTo>
                  <a:pt x="4408" y="5685"/>
                </a:lnTo>
                <a:lnTo>
                  <a:pt x="5566" y="4325"/>
                </a:lnTo>
                <a:lnTo>
                  <a:pt x="6754" y="3115"/>
                </a:lnTo>
                <a:lnTo>
                  <a:pt x="7977" y="2077"/>
                </a:lnTo>
                <a:lnTo>
                  <a:pt x="9238" y="1225"/>
                </a:lnTo>
                <a:lnTo>
                  <a:pt x="10541" y="583"/>
                </a:lnTo>
                <a:lnTo>
                  <a:pt x="11887" y="168"/>
                </a:lnTo>
                <a:lnTo>
                  <a:pt x="13283" y="0"/>
                </a:lnTo>
                <a:lnTo>
                  <a:pt x="14731" y="100"/>
                </a:lnTo>
                <a:lnTo>
                  <a:pt x="16238" y="483"/>
                </a:lnTo>
                <a:lnTo>
                  <a:pt x="17804" y="1172"/>
                </a:lnTo>
                <a:close/>
              </a:path>
            </a:pathLst>
          </a:custGeom>
          <a:solidFill>
            <a:srgbClr val="D0E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6979" name="contour_06977"/>
          <p:cNvSpPr/>
          <p:nvPr/>
        </p:nvSpPr>
        <p:spPr>
          <a:xfrm>
            <a:off x="4729794" y="2559215"/>
            <a:ext cx="77501" cy="863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89" y="230"/>
                </a:moveTo>
                <a:lnTo>
                  <a:pt x="20769" y="1218"/>
                </a:lnTo>
                <a:lnTo>
                  <a:pt x="21265" y="2019"/>
                </a:lnTo>
                <a:lnTo>
                  <a:pt x="21600" y="3313"/>
                </a:lnTo>
                <a:lnTo>
                  <a:pt x="21521" y="4418"/>
                </a:lnTo>
                <a:lnTo>
                  <a:pt x="21442" y="5524"/>
                </a:lnTo>
                <a:lnTo>
                  <a:pt x="21362" y="6627"/>
                </a:lnTo>
                <a:lnTo>
                  <a:pt x="21283" y="7732"/>
                </a:lnTo>
                <a:lnTo>
                  <a:pt x="21204" y="8835"/>
                </a:lnTo>
                <a:lnTo>
                  <a:pt x="19796" y="8655"/>
                </a:lnTo>
                <a:lnTo>
                  <a:pt x="18387" y="8474"/>
                </a:lnTo>
                <a:lnTo>
                  <a:pt x="16977" y="8294"/>
                </a:lnTo>
                <a:lnTo>
                  <a:pt x="15563" y="8113"/>
                </a:lnTo>
                <a:lnTo>
                  <a:pt x="14147" y="7931"/>
                </a:lnTo>
                <a:lnTo>
                  <a:pt x="12728" y="7748"/>
                </a:lnTo>
                <a:lnTo>
                  <a:pt x="11302" y="7566"/>
                </a:lnTo>
                <a:lnTo>
                  <a:pt x="9870" y="7382"/>
                </a:lnTo>
                <a:lnTo>
                  <a:pt x="8432" y="7198"/>
                </a:lnTo>
                <a:lnTo>
                  <a:pt x="6985" y="7012"/>
                </a:lnTo>
                <a:lnTo>
                  <a:pt x="7209" y="8215"/>
                </a:lnTo>
                <a:lnTo>
                  <a:pt x="7432" y="9420"/>
                </a:lnTo>
                <a:lnTo>
                  <a:pt x="7656" y="10626"/>
                </a:lnTo>
                <a:lnTo>
                  <a:pt x="7881" y="11837"/>
                </a:lnTo>
                <a:lnTo>
                  <a:pt x="8107" y="13049"/>
                </a:lnTo>
                <a:lnTo>
                  <a:pt x="8332" y="14266"/>
                </a:lnTo>
                <a:lnTo>
                  <a:pt x="8560" y="15487"/>
                </a:lnTo>
                <a:lnTo>
                  <a:pt x="8787" y="16717"/>
                </a:lnTo>
                <a:lnTo>
                  <a:pt x="9017" y="17953"/>
                </a:lnTo>
                <a:lnTo>
                  <a:pt x="7674" y="17953"/>
                </a:lnTo>
                <a:lnTo>
                  <a:pt x="6323" y="17953"/>
                </a:lnTo>
                <a:lnTo>
                  <a:pt x="4954" y="17953"/>
                </a:lnTo>
                <a:lnTo>
                  <a:pt x="4209" y="19036"/>
                </a:lnTo>
                <a:lnTo>
                  <a:pt x="3748" y="19776"/>
                </a:lnTo>
                <a:lnTo>
                  <a:pt x="3382" y="20517"/>
                </a:lnTo>
                <a:lnTo>
                  <a:pt x="2923" y="21600"/>
                </a:lnTo>
                <a:lnTo>
                  <a:pt x="2131" y="19304"/>
                </a:lnTo>
                <a:lnTo>
                  <a:pt x="1475" y="17373"/>
                </a:lnTo>
                <a:lnTo>
                  <a:pt x="947" y="15756"/>
                </a:lnTo>
                <a:lnTo>
                  <a:pt x="544" y="14402"/>
                </a:lnTo>
                <a:lnTo>
                  <a:pt x="256" y="13265"/>
                </a:lnTo>
                <a:lnTo>
                  <a:pt x="77" y="12287"/>
                </a:lnTo>
                <a:lnTo>
                  <a:pt x="0" y="11423"/>
                </a:lnTo>
                <a:lnTo>
                  <a:pt x="18" y="10620"/>
                </a:lnTo>
                <a:lnTo>
                  <a:pt x="122" y="9829"/>
                </a:lnTo>
                <a:lnTo>
                  <a:pt x="307" y="8997"/>
                </a:lnTo>
                <a:lnTo>
                  <a:pt x="567" y="8075"/>
                </a:lnTo>
                <a:lnTo>
                  <a:pt x="892" y="7012"/>
                </a:lnTo>
                <a:lnTo>
                  <a:pt x="1834" y="6136"/>
                </a:lnTo>
                <a:lnTo>
                  <a:pt x="2901" y="5279"/>
                </a:lnTo>
                <a:lnTo>
                  <a:pt x="4071" y="4448"/>
                </a:lnTo>
                <a:lnTo>
                  <a:pt x="5332" y="3656"/>
                </a:lnTo>
                <a:lnTo>
                  <a:pt x="6671" y="2912"/>
                </a:lnTo>
                <a:lnTo>
                  <a:pt x="8072" y="2228"/>
                </a:lnTo>
                <a:lnTo>
                  <a:pt x="9518" y="1617"/>
                </a:lnTo>
                <a:lnTo>
                  <a:pt x="10995" y="1087"/>
                </a:lnTo>
                <a:lnTo>
                  <a:pt x="12490" y="649"/>
                </a:lnTo>
                <a:lnTo>
                  <a:pt x="13987" y="314"/>
                </a:lnTo>
                <a:lnTo>
                  <a:pt x="15470" y="95"/>
                </a:lnTo>
                <a:lnTo>
                  <a:pt x="16924" y="0"/>
                </a:lnTo>
                <a:lnTo>
                  <a:pt x="18336" y="42"/>
                </a:lnTo>
                <a:lnTo>
                  <a:pt x="19689" y="230"/>
                </a:lnTo>
                <a:close/>
              </a:path>
            </a:pathLst>
          </a:custGeom>
          <a:solidFill>
            <a:srgbClr val="32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0" name="contour_06978"/>
          <p:cNvSpPr/>
          <p:nvPr/>
        </p:nvSpPr>
        <p:spPr>
          <a:xfrm>
            <a:off x="5505520" y="2572661"/>
            <a:ext cx="5740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42" y="0"/>
                </a:moveTo>
                <a:lnTo>
                  <a:pt x="4590" y="267"/>
                </a:lnTo>
                <a:lnTo>
                  <a:pt x="6411" y="545"/>
                </a:lnTo>
                <a:lnTo>
                  <a:pt x="8207" y="848"/>
                </a:lnTo>
                <a:lnTo>
                  <a:pt x="9981" y="1188"/>
                </a:lnTo>
                <a:lnTo>
                  <a:pt x="11731" y="1577"/>
                </a:lnTo>
                <a:lnTo>
                  <a:pt x="13464" y="2030"/>
                </a:lnTo>
                <a:lnTo>
                  <a:pt x="15175" y="2560"/>
                </a:lnTo>
                <a:lnTo>
                  <a:pt x="16873" y="3175"/>
                </a:lnTo>
                <a:lnTo>
                  <a:pt x="18553" y="3893"/>
                </a:lnTo>
                <a:lnTo>
                  <a:pt x="20223" y="4725"/>
                </a:lnTo>
                <a:lnTo>
                  <a:pt x="20997" y="6593"/>
                </a:lnTo>
                <a:lnTo>
                  <a:pt x="21438" y="8451"/>
                </a:lnTo>
                <a:lnTo>
                  <a:pt x="21600" y="10300"/>
                </a:lnTo>
                <a:lnTo>
                  <a:pt x="21523" y="12153"/>
                </a:lnTo>
                <a:lnTo>
                  <a:pt x="21254" y="14010"/>
                </a:lnTo>
                <a:lnTo>
                  <a:pt x="20840" y="15879"/>
                </a:lnTo>
                <a:lnTo>
                  <a:pt x="20330" y="17761"/>
                </a:lnTo>
                <a:lnTo>
                  <a:pt x="19765" y="19667"/>
                </a:lnTo>
                <a:lnTo>
                  <a:pt x="19195" y="21600"/>
                </a:lnTo>
                <a:lnTo>
                  <a:pt x="17533" y="20968"/>
                </a:lnTo>
                <a:lnTo>
                  <a:pt x="15905" y="20315"/>
                </a:lnTo>
                <a:lnTo>
                  <a:pt x="14306" y="19624"/>
                </a:lnTo>
                <a:lnTo>
                  <a:pt x="12740" y="18884"/>
                </a:lnTo>
                <a:lnTo>
                  <a:pt x="11204" y="18074"/>
                </a:lnTo>
                <a:lnTo>
                  <a:pt x="9699" y="17186"/>
                </a:lnTo>
                <a:lnTo>
                  <a:pt x="8226" y="16200"/>
                </a:lnTo>
                <a:lnTo>
                  <a:pt x="7897" y="14029"/>
                </a:lnTo>
                <a:lnTo>
                  <a:pt x="7733" y="12523"/>
                </a:lnTo>
                <a:lnTo>
                  <a:pt x="7733" y="11291"/>
                </a:lnTo>
                <a:lnTo>
                  <a:pt x="7897" y="9947"/>
                </a:lnTo>
                <a:lnTo>
                  <a:pt x="8226" y="8100"/>
                </a:lnTo>
                <a:lnTo>
                  <a:pt x="6598" y="8100"/>
                </a:lnTo>
                <a:lnTo>
                  <a:pt x="4963" y="8100"/>
                </a:lnTo>
                <a:lnTo>
                  <a:pt x="3323" y="8100"/>
                </a:lnTo>
                <a:lnTo>
                  <a:pt x="1670" y="8100"/>
                </a:lnTo>
                <a:lnTo>
                  <a:pt x="0" y="8100"/>
                </a:lnTo>
                <a:lnTo>
                  <a:pt x="543" y="6496"/>
                </a:lnTo>
                <a:lnTo>
                  <a:pt x="1089" y="4887"/>
                </a:lnTo>
                <a:lnTo>
                  <a:pt x="1634" y="3272"/>
                </a:lnTo>
                <a:lnTo>
                  <a:pt x="2186" y="1644"/>
                </a:lnTo>
                <a:lnTo>
                  <a:pt x="2742" y="0"/>
                </a:lnTo>
                <a:close/>
              </a:path>
            </a:pathLst>
          </a:custGeom>
          <a:solidFill>
            <a:srgbClr val="A19370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1" name="contour_06979"/>
          <p:cNvSpPr/>
          <p:nvPr/>
        </p:nvSpPr>
        <p:spPr>
          <a:xfrm>
            <a:off x="899510" y="2528933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971" y="0"/>
                </a:lnTo>
                <a:lnTo>
                  <a:pt x="20277" y="0"/>
                </a:lnTo>
                <a:lnTo>
                  <a:pt x="21600" y="0"/>
                </a:lnTo>
                <a:lnTo>
                  <a:pt x="21276" y="1584"/>
                </a:lnTo>
                <a:lnTo>
                  <a:pt x="20952" y="3170"/>
                </a:lnTo>
                <a:lnTo>
                  <a:pt x="20626" y="4764"/>
                </a:lnTo>
                <a:lnTo>
                  <a:pt x="20298" y="6365"/>
                </a:lnTo>
                <a:lnTo>
                  <a:pt x="19968" y="7975"/>
                </a:lnTo>
                <a:lnTo>
                  <a:pt x="19636" y="9600"/>
                </a:lnTo>
                <a:lnTo>
                  <a:pt x="18470" y="9125"/>
                </a:lnTo>
                <a:lnTo>
                  <a:pt x="17300" y="8647"/>
                </a:lnTo>
                <a:lnTo>
                  <a:pt x="16125" y="8170"/>
                </a:lnTo>
                <a:lnTo>
                  <a:pt x="14941" y="7687"/>
                </a:lnTo>
                <a:lnTo>
                  <a:pt x="13745" y="7200"/>
                </a:lnTo>
                <a:lnTo>
                  <a:pt x="13353" y="8158"/>
                </a:lnTo>
                <a:lnTo>
                  <a:pt x="12956" y="9132"/>
                </a:lnTo>
                <a:lnTo>
                  <a:pt x="12389" y="10517"/>
                </a:lnTo>
                <a:lnTo>
                  <a:pt x="11823" y="11902"/>
                </a:lnTo>
                <a:lnTo>
                  <a:pt x="11256" y="13286"/>
                </a:lnTo>
                <a:lnTo>
                  <a:pt x="10688" y="14674"/>
                </a:lnTo>
                <a:lnTo>
                  <a:pt x="10123" y="16058"/>
                </a:lnTo>
                <a:lnTo>
                  <a:pt x="9555" y="17443"/>
                </a:lnTo>
                <a:lnTo>
                  <a:pt x="8988" y="18828"/>
                </a:lnTo>
                <a:lnTo>
                  <a:pt x="8422" y="20215"/>
                </a:lnTo>
                <a:lnTo>
                  <a:pt x="7855" y="21600"/>
                </a:lnTo>
                <a:lnTo>
                  <a:pt x="6883" y="21005"/>
                </a:lnTo>
                <a:lnTo>
                  <a:pt x="5905" y="20410"/>
                </a:lnTo>
                <a:lnTo>
                  <a:pt x="4923" y="19807"/>
                </a:lnTo>
                <a:lnTo>
                  <a:pt x="3927" y="19200"/>
                </a:lnTo>
                <a:lnTo>
                  <a:pt x="4316" y="17774"/>
                </a:lnTo>
                <a:lnTo>
                  <a:pt x="4707" y="16344"/>
                </a:lnTo>
                <a:lnTo>
                  <a:pt x="5098" y="14909"/>
                </a:lnTo>
                <a:lnTo>
                  <a:pt x="5492" y="13462"/>
                </a:lnTo>
                <a:lnTo>
                  <a:pt x="5891" y="12000"/>
                </a:lnTo>
                <a:lnTo>
                  <a:pt x="4725" y="12000"/>
                </a:lnTo>
                <a:lnTo>
                  <a:pt x="3554" y="12000"/>
                </a:lnTo>
                <a:lnTo>
                  <a:pt x="2380" y="12000"/>
                </a:lnTo>
                <a:lnTo>
                  <a:pt x="1196" y="12000"/>
                </a:lnTo>
                <a:lnTo>
                  <a:pt x="0" y="12000"/>
                </a:lnTo>
                <a:lnTo>
                  <a:pt x="247" y="10229"/>
                </a:lnTo>
                <a:lnTo>
                  <a:pt x="473" y="8969"/>
                </a:lnTo>
                <a:lnTo>
                  <a:pt x="772" y="7874"/>
                </a:lnTo>
                <a:lnTo>
                  <a:pt x="1237" y="6600"/>
                </a:lnTo>
                <a:lnTo>
                  <a:pt x="1964" y="4800"/>
                </a:lnTo>
                <a:lnTo>
                  <a:pt x="3374" y="4553"/>
                </a:lnTo>
                <a:lnTo>
                  <a:pt x="4691" y="4378"/>
                </a:lnTo>
                <a:lnTo>
                  <a:pt x="5964" y="4272"/>
                </a:lnTo>
                <a:lnTo>
                  <a:pt x="7234" y="4234"/>
                </a:lnTo>
                <a:lnTo>
                  <a:pt x="8544" y="4260"/>
                </a:lnTo>
                <a:lnTo>
                  <a:pt x="9940" y="4349"/>
                </a:lnTo>
                <a:lnTo>
                  <a:pt x="11055" y="4399"/>
                </a:lnTo>
                <a:lnTo>
                  <a:pt x="12184" y="4450"/>
                </a:lnTo>
                <a:lnTo>
                  <a:pt x="13557" y="4522"/>
                </a:lnTo>
                <a:lnTo>
                  <a:pt x="14930" y="4606"/>
                </a:lnTo>
                <a:lnTo>
                  <a:pt x="16302" y="4699"/>
                </a:lnTo>
                <a:lnTo>
                  <a:pt x="17673" y="4800"/>
                </a:lnTo>
                <a:lnTo>
                  <a:pt x="17673" y="3214"/>
                </a:lnTo>
                <a:lnTo>
                  <a:pt x="17673" y="1618"/>
                </a:lnTo>
                <a:lnTo>
                  <a:pt x="17673" y="0"/>
                </a:lnTo>
                <a:close/>
              </a:path>
            </a:pathLst>
          </a:custGeom>
          <a:solidFill>
            <a:srgbClr val="434342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2" name="contour_06980"/>
          <p:cNvSpPr/>
          <p:nvPr/>
        </p:nvSpPr>
        <p:spPr>
          <a:xfrm>
            <a:off x="4463338" y="2514357"/>
            <a:ext cx="5995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03" y="0"/>
                </a:moveTo>
                <a:lnTo>
                  <a:pt x="12063" y="259"/>
                </a:lnTo>
                <a:lnTo>
                  <a:pt x="13129" y="518"/>
                </a:lnTo>
                <a:lnTo>
                  <a:pt x="14195" y="934"/>
                </a:lnTo>
                <a:lnTo>
                  <a:pt x="15755" y="1662"/>
                </a:lnTo>
                <a:lnTo>
                  <a:pt x="15947" y="2785"/>
                </a:lnTo>
                <a:lnTo>
                  <a:pt x="16031" y="3883"/>
                </a:lnTo>
                <a:lnTo>
                  <a:pt x="16031" y="4971"/>
                </a:lnTo>
                <a:lnTo>
                  <a:pt x="15970" y="6061"/>
                </a:lnTo>
                <a:lnTo>
                  <a:pt x="15873" y="7168"/>
                </a:lnTo>
                <a:lnTo>
                  <a:pt x="15755" y="8308"/>
                </a:lnTo>
                <a:lnTo>
                  <a:pt x="14019" y="8308"/>
                </a:lnTo>
                <a:lnTo>
                  <a:pt x="12273" y="8308"/>
                </a:lnTo>
                <a:lnTo>
                  <a:pt x="10503" y="8308"/>
                </a:lnTo>
                <a:lnTo>
                  <a:pt x="10188" y="9494"/>
                </a:lnTo>
                <a:lnTo>
                  <a:pt x="10031" y="10346"/>
                </a:lnTo>
                <a:lnTo>
                  <a:pt x="10031" y="11104"/>
                </a:lnTo>
                <a:lnTo>
                  <a:pt x="10188" y="12006"/>
                </a:lnTo>
                <a:lnTo>
                  <a:pt x="10503" y="13292"/>
                </a:lnTo>
                <a:lnTo>
                  <a:pt x="12257" y="13631"/>
                </a:lnTo>
                <a:lnTo>
                  <a:pt x="13620" y="13819"/>
                </a:lnTo>
                <a:lnTo>
                  <a:pt x="15755" y="14020"/>
                </a:lnTo>
                <a:lnTo>
                  <a:pt x="17890" y="14253"/>
                </a:lnTo>
                <a:lnTo>
                  <a:pt x="19253" y="14495"/>
                </a:lnTo>
                <a:lnTo>
                  <a:pt x="21007" y="14954"/>
                </a:lnTo>
                <a:lnTo>
                  <a:pt x="21414" y="16105"/>
                </a:lnTo>
                <a:lnTo>
                  <a:pt x="21595" y="17184"/>
                </a:lnTo>
                <a:lnTo>
                  <a:pt x="21600" y="18230"/>
                </a:lnTo>
                <a:lnTo>
                  <a:pt x="21471" y="19289"/>
                </a:lnTo>
                <a:lnTo>
                  <a:pt x="21259" y="20399"/>
                </a:lnTo>
                <a:lnTo>
                  <a:pt x="21007" y="21600"/>
                </a:lnTo>
                <a:lnTo>
                  <a:pt x="19232" y="21323"/>
                </a:lnTo>
                <a:lnTo>
                  <a:pt x="17501" y="21028"/>
                </a:lnTo>
                <a:lnTo>
                  <a:pt x="15815" y="20704"/>
                </a:lnTo>
                <a:lnTo>
                  <a:pt x="14166" y="20342"/>
                </a:lnTo>
                <a:lnTo>
                  <a:pt x="12551" y="19930"/>
                </a:lnTo>
                <a:lnTo>
                  <a:pt x="10968" y="19455"/>
                </a:lnTo>
                <a:lnTo>
                  <a:pt x="9411" y="18908"/>
                </a:lnTo>
                <a:lnTo>
                  <a:pt x="7877" y="18277"/>
                </a:lnTo>
                <a:lnTo>
                  <a:pt x="7620" y="17165"/>
                </a:lnTo>
                <a:lnTo>
                  <a:pt x="7505" y="16097"/>
                </a:lnTo>
                <a:lnTo>
                  <a:pt x="7502" y="15052"/>
                </a:lnTo>
                <a:lnTo>
                  <a:pt x="7591" y="14003"/>
                </a:lnTo>
                <a:lnTo>
                  <a:pt x="7746" y="12932"/>
                </a:lnTo>
                <a:lnTo>
                  <a:pt x="7938" y="11812"/>
                </a:lnTo>
                <a:lnTo>
                  <a:pt x="7909" y="10898"/>
                </a:lnTo>
                <a:lnTo>
                  <a:pt x="7877" y="9969"/>
                </a:lnTo>
                <a:lnTo>
                  <a:pt x="5924" y="9308"/>
                </a:lnTo>
                <a:lnTo>
                  <a:pt x="4537" y="8891"/>
                </a:lnTo>
                <a:lnTo>
                  <a:pt x="3340" y="8638"/>
                </a:lnTo>
                <a:lnTo>
                  <a:pt x="1954" y="8471"/>
                </a:lnTo>
                <a:lnTo>
                  <a:pt x="0" y="8308"/>
                </a:lnTo>
                <a:lnTo>
                  <a:pt x="502" y="7321"/>
                </a:lnTo>
                <a:lnTo>
                  <a:pt x="943" y="6646"/>
                </a:lnTo>
                <a:lnTo>
                  <a:pt x="1568" y="5972"/>
                </a:lnTo>
                <a:lnTo>
                  <a:pt x="2626" y="4985"/>
                </a:lnTo>
                <a:lnTo>
                  <a:pt x="4658" y="4885"/>
                </a:lnTo>
                <a:lnTo>
                  <a:pt x="6084" y="4835"/>
                </a:lnTo>
                <a:lnTo>
                  <a:pt x="7281" y="4835"/>
                </a:lnTo>
                <a:lnTo>
                  <a:pt x="8628" y="4885"/>
                </a:lnTo>
                <a:lnTo>
                  <a:pt x="10503" y="4985"/>
                </a:lnTo>
                <a:lnTo>
                  <a:pt x="10503" y="3998"/>
                </a:lnTo>
                <a:lnTo>
                  <a:pt x="10503" y="3007"/>
                </a:lnTo>
                <a:lnTo>
                  <a:pt x="10503" y="2014"/>
                </a:lnTo>
                <a:lnTo>
                  <a:pt x="10503" y="1012"/>
                </a:lnTo>
                <a:lnTo>
                  <a:pt x="10503" y="0"/>
                </a:lnTo>
                <a:close/>
              </a:path>
            </a:pathLst>
          </a:custGeom>
          <a:solidFill>
            <a:srgbClr val="40403E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3" name="contour_06981"/>
          <p:cNvSpPr/>
          <p:nvPr/>
        </p:nvSpPr>
        <p:spPr>
          <a:xfrm>
            <a:off x="3698098" y="2528933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356" y="392"/>
                </a:lnTo>
                <a:lnTo>
                  <a:pt x="4036" y="1568"/>
                </a:lnTo>
                <a:lnTo>
                  <a:pt x="5008" y="2197"/>
                </a:lnTo>
                <a:lnTo>
                  <a:pt x="5985" y="2830"/>
                </a:lnTo>
                <a:lnTo>
                  <a:pt x="6975" y="3471"/>
                </a:lnTo>
                <a:lnTo>
                  <a:pt x="7403" y="3758"/>
                </a:lnTo>
                <a:lnTo>
                  <a:pt x="8158" y="4264"/>
                </a:lnTo>
                <a:lnTo>
                  <a:pt x="9886" y="5425"/>
                </a:lnTo>
                <a:lnTo>
                  <a:pt x="10285" y="5536"/>
                </a:lnTo>
                <a:lnTo>
                  <a:pt x="10989" y="5727"/>
                </a:lnTo>
                <a:lnTo>
                  <a:pt x="12600" y="6171"/>
                </a:lnTo>
                <a:lnTo>
                  <a:pt x="13865" y="4434"/>
                </a:lnTo>
                <a:lnTo>
                  <a:pt x="14663" y="3212"/>
                </a:lnTo>
                <a:lnTo>
                  <a:pt x="15329" y="1929"/>
                </a:lnTo>
                <a:lnTo>
                  <a:pt x="16200" y="0"/>
                </a:lnTo>
                <a:lnTo>
                  <a:pt x="16200" y="1833"/>
                </a:lnTo>
                <a:lnTo>
                  <a:pt x="16200" y="3672"/>
                </a:lnTo>
                <a:lnTo>
                  <a:pt x="16200" y="5517"/>
                </a:lnTo>
                <a:lnTo>
                  <a:pt x="16200" y="7378"/>
                </a:lnTo>
                <a:lnTo>
                  <a:pt x="16200" y="9257"/>
                </a:lnTo>
                <a:lnTo>
                  <a:pt x="17269" y="9257"/>
                </a:lnTo>
                <a:lnTo>
                  <a:pt x="18342" y="9257"/>
                </a:lnTo>
                <a:lnTo>
                  <a:pt x="19418" y="9257"/>
                </a:lnTo>
                <a:lnTo>
                  <a:pt x="20504" y="9257"/>
                </a:lnTo>
                <a:lnTo>
                  <a:pt x="21600" y="9257"/>
                </a:lnTo>
                <a:lnTo>
                  <a:pt x="21600" y="11090"/>
                </a:lnTo>
                <a:lnTo>
                  <a:pt x="21600" y="12929"/>
                </a:lnTo>
                <a:lnTo>
                  <a:pt x="21600" y="14774"/>
                </a:lnTo>
                <a:lnTo>
                  <a:pt x="21600" y="16635"/>
                </a:lnTo>
                <a:lnTo>
                  <a:pt x="21600" y="18514"/>
                </a:lnTo>
                <a:lnTo>
                  <a:pt x="20543" y="18610"/>
                </a:lnTo>
                <a:lnTo>
                  <a:pt x="19485" y="18693"/>
                </a:lnTo>
                <a:lnTo>
                  <a:pt x="18428" y="18770"/>
                </a:lnTo>
                <a:lnTo>
                  <a:pt x="17370" y="18838"/>
                </a:lnTo>
                <a:lnTo>
                  <a:pt x="16312" y="18900"/>
                </a:lnTo>
                <a:lnTo>
                  <a:pt x="15329" y="18971"/>
                </a:lnTo>
                <a:lnTo>
                  <a:pt x="14341" y="19042"/>
                </a:lnTo>
                <a:lnTo>
                  <a:pt x="13338" y="19116"/>
                </a:lnTo>
                <a:lnTo>
                  <a:pt x="12078" y="18817"/>
                </a:lnTo>
                <a:lnTo>
                  <a:pt x="10800" y="18514"/>
                </a:lnTo>
                <a:lnTo>
                  <a:pt x="10073" y="16669"/>
                </a:lnTo>
                <a:lnTo>
                  <a:pt x="9643" y="15410"/>
                </a:lnTo>
                <a:lnTo>
                  <a:pt x="9340" y="14160"/>
                </a:lnTo>
                <a:lnTo>
                  <a:pt x="9000" y="12343"/>
                </a:lnTo>
                <a:lnTo>
                  <a:pt x="8735" y="13022"/>
                </a:lnTo>
                <a:lnTo>
                  <a:pt x="8471" y="13704"/>
                </a:lnTo>
                <a:lnTo>
                  <a:pt x="8104" y="14645"/>
                </a:lnTo>
                <a:lnTo>
                  <a:pt x="7537" y="16104"/>
                </a:lnTo>
                <a:lnTo>
                  <a:pt x="6669" y="18335"/>
                </a:lnTo>
                <a:lnTo>
                  <a:pt x="5400" y="21600"/>
                </a:lnTo>
                <a:lnTo>
                  <a:pt x="5512" y="20134"/>
                </a:lnTo>
                <a:lnTo>
                  <a:pt x="5625" y="18659"/>
                </a:lnTo>
                <a:lnTo>
                  <a:pt x="5738" y="17163"/>
                </a:lnTo>
                <a:lnTo>
                  <a:pt x="5627" y="15571"/>
                </a:lnTo>
                <a:lnTo>
                  <a:pt x="5513" y="13969"/>
                </a:lnTo>
                <a:lnTo>
                  <a:pt x="5400" y="12343"/>
                </a:lnTo>
                <a:lnTo>
                  <a:pt x="4061" y="11300"/>
                </a:lnTo>
                <a:lnTo>
                  <a:pt x="3110" y="10618"/>
                </a:lnTo>
                <a:lnTo>
                  <a:pt x="2290" y="10149"/>
                </a:lnTo>
                <a:lnTo>
                  <a:pt x="1339" y="9745"/>
                </a:lnTo>
                <a:lnTo>
                  <a:pt x="0" y="9257"/>
                </a:lnTo>
                <a:lnTo>
                  <a:pt x="1190" y="9257"/>
                </a:lnTo>
                <a:lnTo>
                  <a:pt x="2387" y="9257"/>
                </a:lnTo>
                <a:lnTo>
                  <a:pt x="3600" y="9257"/>
                </a:lnTo>
                <a:lnTo>
                  <a:pt x="3244" y="7424"/>
                </a:lnTo>
                <a:lnTo>
                  <a:pt x="2885" y="5585"/>
                </a:lnTo>
                <a:lnTo>
                  <a:pt x="2527" y="3740"/>
                </a:lnTo>
                <a:lnTo>
                  <a:pt x="2165" y="1879"/>
                </a:lnTo>
                <a:lnTo>
                  <a:pt x="1800" y="0"/>
                </a:lnTo>
                <a:close/>
              </a:path>
            </a:pathLst>
          </a:custGeom>
          <a:solidFill>
            <a:srgbClr val="B7BFC3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4" name="contour_06982"/>
          <p:cNvSpPr/>
          <p:nvPr/>
        </p:nvSpPr>
        <p:spPr>
          <a:xfrm>
            <a:off x="7647169" y="2528933"/>
            <a:ext cx="37460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8" y="0"/>
                </a:moveTo>
                <a:lnTo>
                  <a:pt x="5568" y="8"/>
                </a:lnTo>
                <a:lnTo>
                  <a:pt x="9052" y="57"/>
                </a:lnTo>
                <a:lnTo>
                  <a:pt x="11510" y="193"/>
                </a:lnTo>
                <a:lnTo>
                  <a:pt x="13410" y="457"/>
                </a:lnTo>
                <a:lnTo>
                  <a:pt x="15217" y="893"/>
                </a:lnTo>
                <a:lnTo>
                  <a:pt x="17398" y="1543"/>
                </a:lnTo>
                <a:lnTo>
                  <a:pt x="17730" y="2584"/>
                </a:lnTo>
                <a:lnTo>
                  <a:pt x="17957" y="3613"/>
                </a:lnTo>
                <a:lnTo>
                  <a:pt x="18091" y="4636"/>
                </a:lnTo>
                <a:lnTo>
                  <a:pt x="18150" y="5653"/>
                </a:lnTo>
                <a:lnTo>
                  <a:pt x="18141" y="6670"/>
                </a:lnTo>
                <a:lnTo>
                  <a:pt x="18078" y="7688"/>
                </a:lnTo>
                <a:lnTo>
                  <a:pt x="17973" y="8711"/>
                </a:lnTo>
                <a:lnTo>
                  <a:pt x="17835" y="9743"/>
                </a:lnTo>
                <a:lnTo>
                  <a:pt x="17675" y="10788"/>
                </a:lnTo>
                <a:lnTo>
                  <a:pt x="17574" y="11826"/>
                </a:lnTo>
                <a:lnTo>
                  <a:pt x="17604" y="12818"/>
                </a:lnTo>
                <a:lnTo>
                  <a:pt x="17767" y="13779"/>
                </a:lnTo>
                <a:lnTo>
                  <a:pt x="18083" y="14728"/>
                </a:lnTo>
                <a:lnTo>
                  <a:pt x="18558" y="15679"/>
                </a:lnTo>
                <a:lnTo>
                  <a:pt x="19200" y="16646"/>
                </a:lnTo>
                <a:lnTo>
                  <a:pt x="20024" y="17647"/>
                </a:lnTo>
                <a:lnTo>
                  <a:pt x="20545" y="18443"/>
                </a:lnTo>
                <a:lnTo>
                  <a:pt x="21066" y="19244"/>
                </a:lnTo>
                <a:lnTo>
                  <a:pt x="21600" y="20057"/>
                </a:lnTo>
                <a:lnTo>
                  <a:pt x="19251" y="20733"/>
                </a:lnTo>
                <a:lnTo>
                  <a:pt x="17591" y="21119"/>
                </a:lnTo>
                <a:lnTo>
                  <a:pt x="15839" y="21359"/>
                </a:lnTo>
                <a:lnTo>
                  <a:pt x="13195" y="21600"/>
                </a:lnTo>
                <a:lnTo>
                  <a:pt x="12884" y="20930"/>
                </a:lnTo>
                <a:lnTo>
                  <a:pt x="12573" y="20250"/>
                </a:lnTo>
                <a:lnTo>
                  <a:pt x="12099" y="19389"/>
                </a:lnTo>
                <a:lnTo>
                  <a:pt x="11619" y="18514"/>
                </a:lnTo>
                <a:lnTo>
                  <a:pt x="11178" y="17653"/>
                </a:lnTo>
                <a:lnTo>
                  <a:pt x="10733" y="16779"/>
                </a:lnTo>
                <a:lnTo>
                  <a:pt x="10300" y="16444"/>
                </a:lnTo>
                <a:lnTo>
                  <a:pt x="8993" y="15429"/>
                </a:lnTo>
                <a:lnTo>
                  <a:pt x="6215" y="15429"/>
                </a:lnTo>
                <a:lnTo>
                  <a:pt x="3421" y="15429"/>
                </a:lnTo>
                <a:lnTo>
                  <a:pt x="588" y="15429"/>
                </a:lnTo>
                <a:lnTo>
                  <a:pt x="588" y="14409"/>
                </a:lnTo>
                <a:lnTo>
                  <a:pt x="588" y="13383"/>
                </a:lnTo>
                <a:lnTo>
                  <a:pt x="588" y="12343"/>
                </a:lnTo>
                <a:lnTo>
                  <a:pt x="3366" y="12343"/>
                </a:lnTo>
                <a:lnTo>
                  <a:pt x="6161" y="12343"/>
                </a:lnTo>
                <a:lnTo>
                  <a:pt x="8993" y="12343"/>
                </a:lnTo>
                <a:lnTo>
                  <a:pt x="7606" y="11738"/>
                </a:lnTo>
                <a:lnTo>
                  <a:pt x="6207" y="11127"/>
                </a:lnTo>
                <a:lnTo>
                  <a:pt x="4791" y="10510"/>
                </a:lnTo>
                <a:lnTo>
                  <a:pt x="3177" y="9524"/>
                </a:lnTo>
                <a:lnTo>
                  <a:pt x="1950" y="8527"/>
                </a:lnTo>
                <a:lnTo>
                  <a:pt x="1063" y="7518"/>
                </a:lnTo>
                <a:lnTo>
                  <a:pt x="475" y="6495"/>
                </a:lnTo>
                <a:lnTo>
                  <a:pt x="134" y="5457"/>
                </a:lnTo>
                <a:lnTo>
                  <a:pt x="0" y="4403"/>
                </a:lnTo>
                <a:lnTo>
                  <a:pt x="25" y="3331"/>
                </a:lnTo>
                <a:lnTo>
                  <a:pt x="160" y="2240"/>
                </a:lnTo>
                <a:lnTo>
                  <a:pt x="361" y="1131"/>
                </a:lnTo>
                <a:lnTo>
                  <a:pt x="588" y="0"/>
                </a:lnTo>
                <a:close/>
              </a:path>
            </a:pathLst>
          </a:custGeom>
          <a:solidFill>
            <a:srgbClr val="E4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5" name="contour_06983"/>
          <p:cNvSpPr/>
          <p:nvPr/>
        </p:nvSpPr>
        <p:spPr>
          <a:xfrm>
            <a:off x="4521641" y="2499781"/>
            <a:ext cx="11660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833"/>
                </a:lnTo>
                <a:lnTo>
                  <a:pt x="21600" y="3672"/>
                </a:lnTo>
                <a:lnTo>
                  <a:pt x="21600" y="5517"/>
                </a:lnTo>
                <a:lnTo>
                  <a:pt x="21600" y="7378"/>
                </a:lnTo>
                <a:lnTo>
                  <a:pt x="21600" y="9257"/>
                </a:lnTo>
                <a:lnTo>
                  <a:pt x="21192" y="9103"/>
                </a:lnTo>
                <a:lnTo>
                  <a:pt x="20818" y="8958"/>
                </a:lnTo>
                <a:lnTo>
                  <a:pt x="20409" y="8804"/>
                </a:lnTo>
                <a:lnTo>
                  <a:pt x="19899" y="8609"/>
                </a:lnTo>
                <a:lnTo>
                  <a:pt x="19221" y="8350"/>
                </a:lnTo>
                <a:lnTo>
                  <a:pt x="18309" y="8004"/>
                </a:lnTo>
                <a:lnTo>
                  <a:pt x="17096" y="7541"/>
                </a:lnTo>
                <a:lnTo>
                  <a:pt x="15516" y="6940"/>
                </a:lnTo>
                <a:lnTo>
                  <a:pt x="13500" y="6171"/>
                </a:lnTo>
                <a:lnTo>
                  <a:pt x="13362" y="7625"/>
                </a:lnTo>
                <a:lnTo>
                  <a:pt x="13223" y="9087"/>
                </a:lnTo>
                <a:lnTo>
                  <a:pt x="13083" y="10572"/>
                </a:lnTo>
                <a:lnTo>
                  <a:pt x="12613" y="12960"/>
                </a:lnTo>
                <a:lnTo>
                  <a:pt x="12230" y="14524"/>
                </a:lnTo>
                <a:lnTo>
                  <a:pt x="11799" y="15604"/>
                </a:lnTo>
                <a:lnTo>
                  <a:pt x="11183" y="16543"/>
                </a:lnTo>
                <a:lnTo>
                  <a:pt x="10247" y="17681"/>
                </a:lnTo>
                <a:lnTo>
                  <a:pt x="9918" y="17891"/>
                </a:lnTo>
                <a:lnTo>
                  <a:pt x="9341" y="18255"/>
                </a:lnTo>
                <a:lnTo>
                  <a:pt x="8016" y="19094"/>
                </a:lnTo>
                <a:lnTo>
                  <a:pt x="7687" y="19310"/>
                </a:lnTo>
                <a:lnTo>
                  <a:pt x="7105" y="19696"/>
                </a:lnTo>
                <a:lnTo>
                  <a:pt x="5774" y="20576"/>
                </a:lnTo>
                <a:lnTo>
                  <a:pt x="5346" y="20832"/>
                </a:lnTo>
                <a:lnTo>
                  <a:pt x="4050" y="21600"/>
                </a:lnTo>
                <a:lnTo>
                  <a:pt x="4113" y="20545"/>
                </a:lnTo>
                <a:lnTo>
                  <a:pt x="4304" y="17357"/>
                </a:lnTo>
                <a:lnTo>
                  <a:pt x="4220" y="15700"/>
                </a:lnTo>
                <a:lnTo>
                  <a:pt x="4135" y="14034"/>
                </a:lnTo>
                <a:lnTo>
                  <a:pt x="4050" y="12343"/>
                </a:lnTo>
                <a:lnTo>
                  <a:pt x="3382" y="11325"/>
                </a:lnTo>
                <a:lnTo>
                  <a:pt x="2712" y="10303"/>
                </a:lnTo>
                <a:lnTo>
                  <a:pt x="2040" y="9279"/>
                </a:lnTo>
                <a:lnTo>
                  <a:pt x="1365" y="8251"/>
                </a:lnTo>
                <a:lnTo>
                  <a:pt x="686" y="7214"/>
                </a:lnTo>
                <a:lnTo>
                  <a:pt x="0" y="6171"/>
                </a:lnTo>
                <a:lnTo>
                  <a:pt x="930" y="5906"/>
                </a:lnTo>
                <a:lnTo>
                  <a:pt x="1859" y="5641"/>
                </a:lnTo>
                <a:lnTo>
                  <a:pt x="2789" y="5375"/>
                </a:lnTo>
                <a:lnTo>
                  <a:pt x="3721" y="5110"/>
                </a:lnTo>
                <a:lnTo>
                  <a:pt x="4651" y="4841"/>
                </a:lnTo>
                <a:lnTo>
                  <a:pt x="5582" y="4576"/>
                </a:lnTo>
                <a:lnTo>
                  <a:pt x="6514" y="4311"/>
                </a:lnTo>
                <a:lnTo>
                  <a:pt x="7447" y="4042"/>
                </a:lnTo>
                <a:lnTo>
                  <a:pt x="8381" y="3777"/>
                </a:lnTo>
                <a:lnTo>
                  <a:pt x="9315" y="3508"/>
                </a:lnTo>
                <a:lnTo>
                  <a:pt x="10251" y="3243"/>
                </a:lnTo>
                <a:lnTo>
                  <a:pt x="11187" y="2975"/>
                </a:lnTo>
                <a:lnTo>
                  <a:pt x="12126" y="2706"/>
                </a:lnTo>
                <a:lnTo>
                  <a:pt x="13065" y="2438"/>
                </a:lnTo>
                <a:lnTo>
                  <a:pt x="14006" y="2169"/>
                </a:lnTo>
                <a:lnTo>
                  <a:pt x="14949" y="1901"/>
                </a:lnTo>
                <a:lnTo>
                  <a:pt x="15892" y="1629"/>
                </a:lnTo>
                <a:lnTo>
                  <a:pt x="16839" y="1361"/>
                </a:lnTo>
                <a:lnTo>
                  <a:pt x="17786" y="1089"/>
                </a:lnTo>
                <a:lnTo>
                  <a:pt x="18737" y="818"/>
                </a:lnTo>
                <a:lnTo>
                  <a:pt x="19688" y="546"/>
                </a:lnTo>
                <a:lnTo>
                  <a:pt x="20643" y="275"/>
                </a:lnTo>
                <a:lnTo>
                  <a:pt x="21600" y="0"/>
                </a:lnTo>
                <a:close/>
              </a:path>
            </a:pathLst>
          </a:custGeom>
          <a:solidFill>
            <a:srgbClr val="494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6" name="contour_06984"/>
          <p:cNvSpPr/>
          <p:nvPr/>
        </p:nvSpPr>
        <p:spPr>
          <a:xfrm>
            <a:off x="2488292" y="2434189"/>
            <a:ext cx="94744" cy="429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791" y="451"/>
                </a:lnTo>
                <a:lnTo>
                  <a:pt x="3916" y="924"/>
                </a:lnTo>
                <a:lnTo>
                  <a:pt x="5036" y="1427"/>
                </a:lnTo>
                <a:lnTo>
                  <a:pt x="6154" y="1948"/>
                </a:lnTo>
                <a:lnTo>
                  <a:pt x="7269" y="2494"/>
                </a:lnTo>
                <a:lnTo>
                  <a:pt x="8381" y="3059"/>
                </a:lnTo>
                <a:lnTo>
                  <a:pt x="9489" y="3642"/>
                </a:lnTo>
                <a:lnTo>
                  <a:pt x="10596" y="4244"/>
                </a:lnTo>
                <a:lnTo>
                  <a:pt x="11701" y="4864"/>
                </a:lnTo>
                <a:lnTo>
                  <a:pt x="12804" y="5498"/>
                </a:lnTo>
                <a:lnTo>
                  <a:pt x="13905" y="6147"/>
                </a:lnTo>
                <a:lnTo>
                  <a:pt x="15005" y="6811"/>
                </a:lnTo>
                <a:lnTo>
                  <a:pt x="16105" y="7486"/>
                </a:lnTo>
                <a:lnTo>
                  <a:pt x="17204" y="8172"/>
                </a:lnTo>
                <a:lnTo>
                  <a:pt x="18302" y="8869"/>
                </a:lnTo>
                <a:lnTo>
                  <a:pt x="19402" y="9573"/>
                </a:lnTo>
                <a:lnTo>
                  <a:pt x="20500" y="10285"/>
                </a:lnTo>
                <a:lnTo>
                  <a:pt x="21600" y="11004"/>
                </a:lnTo>
                <a:lnTo>
                  <a:pt x="20598" y="12155"/>
                </a:lnTo>
                <a:lnTo>
                  <a:pt x="19595" y="13303"/>
                </a:lnTo>
                <a:lnTo>
                  <a:pt x="18589" y="14444"/>
                </a:lnTo>
                <a:lnTo>
                  <a:pt x="18167" y="14925"/>
                </a:lnTo>
                <a:lnTo>
                  <a:pt x="16895" y="16377"/>
                </a:lnTo>
                <a:lnTo>
                  <a:pt x="15059" y="18226"/>
                </a:lnTo>
                <a:lnTo>
                  <a:pt x="13600" y="19645"/>
                </a:lnTo>
                <a:lnTo>
                  <a:pt x="12438" y="20657"/>
                </a:lnTo>
                <a:lnTo>
                  <a:pt x="11495" y="21303"/>
                </a:lnTo>
                <a:lnTo>
                  <a:pt x="10692" y="21600"/>
                </a:lnTo>
                <a:lnTo>
                  <a:pt x="9951" y="21589"/>
                </a:lnTo>
                <a:lnTo>
                  <a:pt x="9192" y="21288"/>
                </a:lnTo>
                <a:lnTo>
                  <a:pt x="8334" y="20734"/>
                </a:lnTo>
                <a:lnTo>
                  <a:pt x="7302" y="19957"/>
                </a:lnTo>
                <a:lnTo>
                  <a:pt x="6433" y="18893"/>
                </a:lnTo>
                <a:lnTo>
                  <a:pt x="5558" y="17818"/>
                </a:lnTo>
                <a:lnTo>
                  <a:pt x="4672" y="16733"/>
                </a:lnTo>
                <a:lnTo>
                  <a:pt x="3792" y="15680"/>
                </a:lnTo>
                <a:lnTo>
                  <a:pt x="2904" y="14616"/>
                </a:lnTo>
                <a:lnTo>
                  <a:pt x="2005" y="13538"/>
                </a:lnTo>
                <a:lnTo>
                  <a:pt x="1010" y="12280"/>
                </a:lnTo>
                <a:lnTo>
                  <a:pt x="0" y="11004"/>
                </a:lnTo>
                <a:lnTo>
                  <a:pt x="329" y="8825"/>
                </a:lnTo>
                <a:lnTo>
                  <a:pt x="660" y="6639"/>
                </a:lnTo>
                <a:lnTo>
                  <a:pt x="990" y="4445"/>
                </a:lnTo>
                <a:lnTo>
                  <a:pt x="1324" y="2234"/>
                </a:lnTo>
                <a:lnTo>
                  <a:pt x="1662" y="0"/>
                </a:lnTo>
                <a:close/>
              </a:path>
            </a:pathLst>
          </a:custGeom>
          <a:solidFill>
            <a:srgbClr val="ECEAE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7" name="contour_06985"/>
          <p:cNvSpPr/>
          <p:nvPr/>
        </p:nvSpPr>
        <p:spPr>
          <a:xfrm>
            <a:off x="9287988" y="2412325"/>
            <a:ext cx="4203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24" y="0"/>
                </a:moveTo>
                <a:lnTo>
                  <a:pt x="19619" y="1626"/>
                </a:lnTo>
                <a:lnTo>
                  <a:pt x="20334" y="3210"/>
                </a:lnTo>
                <a:lnTo>
                  <a:pt x="20881" y="4756"/>
                </a:lnTo>
                <a:lnTo>
                  <a:pt x="21263" y="6273"/>
                </a:lnTo>
                <a:lnTo>
                  <a:pt x="21499" y="7770"/>
                </a:lnTo>
                <a:lnTo>
                  <a:pt x="21600" y="9253"/>
                </a:lnTo>
                <a:lnTo>
                  <a:pt x="21570" y="10733"/>
                </a:lnTo>
                <a:lnTo>
                  <a:pt x="21424" y="12215"/>
                </a:lnTo>
                <a:lnTo>
                  <a:pt x="21173" y="13705"/>
                </a:lnTo>
                <a:lnTo>
                  <a:pt x="20829" y="15217"/>
                </a:lnTo>
                <a:lnTo>
                  <a:pt x="20402" y="16753"/>
                </a:lnTo>
                <a:lnTo>
                  <a:pt x="19900" y="18323"/>
                </a:lnTo>
                <a:lnTo>
                  <a:pt x="19338" y="19937"/>
                </a:lnTo>
                <a:lnTo>
                  <a:pt x="18724" y="21600"/>
                </a:lnTo>
                <a:lnTo>
                  <a:pt x="16076" y="21600"/>
                </a:lnTo>
                <a:lnTo>
                  <a:pt x="13425" y="21600"/>
                </a:lnTo>
                <a:lnTo>
                  <a:pt x="10766" y="21600"/>
                </a:lnTo>
                <a:lnTo>
                  <a:pt x="8096" y="21600"/>
                </a:lnTo>
                <a:lnTo>
                  <a:pt x="5415" y="21600"/>
                </a:lnTo>
                <a:lnTo>
                  <a:pt x="2719" y="21600"/>
                </a:lnTo>
                <a:lnTo>
                  <a:pt x="0" y="21600"/>
                </a:lnTo>
                <a:lnTo>
                  <a:pt x="232" y="19850"/>
                </a:lnTo>
                <a:lnTo>
                  <a:pt x="521" y="18196"/>
                </a:lnTo>
                <a:lnTo>
                  <a:pt x="876" y="16628"/>
                </a:lnTo>
                <a:lnTo>
                  <a:pt x="1318" y="15135"/>
                </a:lnTo>
                <a:lnTo>
                  <a:pt x="1854" y="13712"/>
                </a:lnTo>
                <a:lnTo>
                  <a:pt x="2502" y="12349"/>
                </a:lnTo>
                <a:lnTo>
                  <a:pt x="3277" y="11040"/>
                </a:lnTo>
                <a:lnTo>
                  <a:pt x="4187" y="9772"/>
                </a:lnTo>
                <a:lnTo>
                  <a:pt x="5250" y="8541"/>
                </a:lnTo>
                <a:lnTo>
                  <a:pt x="6475" y="7338"/>
                </a:lnTo>
                <a:lnTo>
                  <a:pt x="7883" y="6152"/>
                </a:lnTo>
                <a:lnTo>
                  <a:pt x="9486" y="4979"/>
                </a:lnTo>
                <a:lnTo>
                  <a:pt x="11291" y="3806"/>
                </a:lnTo>
                <a:lnTo>
                  <a:pt x="13317" y="2627"/>
                </a:lnTo>
                <a:lnTo>
                  <a:pt x="15578" y="1434"/>
                </a:lnTo>
                <a:lnTo>
                  <a:pt x="16361" y="1076"/>
                </a:lnTo>
                <a:lnTo>
                  <a:pt x="18724" y="0"/>
                </a:lnTo>
                <a:close/>
              </a:path>
            </a:pathLst>
          </a:custGeom>
          <a:solidFill>
            <a:srgbClr val="7699C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8" name="contour_06986"/>
          <p:cNvSpPr/>
          <p:nvPr/>
        </p:nvSpPr>
        <p:spPr>
          <a:xfrm>
            <a:off x="8180213" y="2354021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17" y="1310"/>
                </a:lnTo>
                <a:lnTo>
                  <a:pt x="16140" y="2610"/>
                </a:lnTo>
                <a:lnTo>
                  <a:pt x="16877" y="3904"/>
                </a:lnTo>
                <a:lnTo>
                  <a:pt x="17534" y="5194"/>
                </a:lnTo>
                <a:lnTo>
                  <a:pt x="18120" y="6486"/>
                </a:lnTo>
                <a:lnTo>
                  <a:pt x="18636" y="7780"/>
                </a:lnTo>
                <a:lnTo>
                  <a:pt x="19094" y="9080"/>
                </a:lnTo>
                <a:lnTo>
                  <a:pt x="19500" y="10390"/>
                </a:lnTo>
                <a:lnTo>
                  <a:pt x="19858" y="11713"/>
                </a:lnTo>
                <a:lnTo>
                  <a:pt x="20177" y="13052"/>
                </a:lnTo>
                <a:lnTo>
                  <a:pt x="20460" y="14411"/>
                </a:lnTo>
                <a:lnTo>
                  <a:pt x="20717" y="15792"/>
                </a:lnTo>
                <a:lnTo>
                  <a:pt x="20952" y="17198"/>
                </a:lnTo>
                <a:lnTo>
                  <a:pt x="21173" y="18633"/>
                </a:lnTo>
                <a:lnTo>
                  <a:pt x="21386" y="20098"/>
                </a:lnTo>
                <a:lnTo>
                  <a:pt x="21600" y="21600"/>
                </a:lnTo>
                <a:lnTo>
                  <a:pt x="19956" y="21451"/>
                </a:lnTo>
                <a:lnTo>
                  <a:pt x="18310" y="21302"/>
                </a:lnTo>
                <a:lnTo>
                  <a:pt x="16663" y="21150"/>
                </a:lnTo>
                <a:lnTo>
                  <a:pt x="15014" y="21001"/>
                </a:lnTo>
                <a:lnTo>
                  <a:pt x="13363" y="20852"/>
                </a:lnTo>
                <a:lnTo>
                  <a:pt x="11710" y="20701"/>
                </a:lnTo>
                <a:lnTo>
                  <a:pt x="10051" y="20549"/>
                </a:lnTo>
                <a:lnTo>
                  <a:pt x="8390" y="20398"/>
                </a:lnTo>
                <a:lnTo>
                  <a:pt x="6725" y="20247"/>
                </a:lnTo>
                <a:lnTo>
                  <a:pt x="5052" y="20096"/>
                </a:lnTo>
                <a:lnTo>
                  <a:pt x="3374" y="19943"/>
                </a:lnTo>
                <a:lnTo>
                  <a:pt x="1692" y="19790"/>
                </a:lnTo>
                <a:lnTo>
                  <a:pt x="0" y="19636"/>
                </a:lnTo>
                <a:lnTo>
                  <a:pt x="1188" y="18664"/>
                </a:lnTo>
                <a:lnTo>
                  <a:pt x="2378" y="17690"/>
                </a:lnTo>
                <a:lnTo>
                  <a:pt x="3574" y="16713"/>
                </a:lnTo>
                <a:lnTo>
                  <a:pt x="4774" y="15731"/>
                </a:lnTo>
                <a:lnTo>
                  <a:pt x="5981" y="14743"/>
                </a:lnTo>
                <a:lnTo>
                  <a:pt x="7200" y="13745"/>
                </a:lnTo>
                <a:lnTo>
                  <a:pt x="8786" y="13745"/>
                </a:lnTo>
                <a:lnTo>
                  <a:pt x="10382" y="13745"/>
                </a:lnTo>
                <a:lnTo>
                  <a:pt x="12000" y="13745"/>
                </a:lnTo>
                <a:lnTo>
                  <a:pt x="12238" y="12385"/>
                </a:lnTo>
                <a:lnTo>
                  <a:pt x="12475" y="11022"/>
                </a:lnTo>
                <a:lnTo>
                  <a:pt x="12713" y="9659"/>
                </a:lnTo>
                <a:lnTo>
                  <a:pt x="12953" y="8294"/>
                </a:lnTo>
                <a:lnTo>
                  <a:pt x="13190" y="6924"/>
                </a:lnTo>
                <a:lnTo>
                  <a:pt x="13430" y="5551"/>
                </a:lnTo>
                <a:lnTo>
                  <a:pt x="13670" y="4173"/>
                </a:lnTo>
                <a:lnTo>
                  <a:pt x="13913" y="2788"/>
                </a:lnTo>
                <a:lnTo>
                  <a:pt x="14155" y="1398"/>
                </a:lnTo>
                <a:lnTo>
                  <a:pt x="14400" y="0"/>
                </a:lnTo>
                <a:close/>
              </a:path>
            </a:pathLst>
          </a:custGeom>
          <a:solidFill>
            <a:srgbClr val="969895"/>
          </a:solidFill>
          <a:ln>
            <a:noFill/>
          </a:ln>
        </p:spPr>
        <p:txBody>
          <a:bodyPr/>
          <a:lstStyle/>
          <a:p/>
        </p:txBody>
      </p:sp>
      <p:sp>
        <p:nvSpPr>
          <p:cNvPr id="6989" name="contour_06987"/>
          <p:cNvSpPr/>
          <p:nvPr/>
        </p:nvSpPr>
        <p:spPr>
          <a:xfrm>
            <a:off x="2324968" y="2368597"/>
            <a:ext cx="56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14" y="0"/>
                </a:moveTo>
                <a:lnTo>
                  <a:pt x="19408" y="0"/>
                </a:lnTo>
                <a:lnTo>
                  <a:pt x="20824" y="0"/>
                </a:lnTo>
                <a:lnTo>
                  <a:pt x="20917" y="1369"/>
                </a:lnTo>
                <a:lnTo>
                  <a:pt x="21004" y="2739"/>
                </a:lnTo>
                <a:lnTo>
                  <a:pt x="21086" y="4106"/>
                </a:lnTo>
                <a:lnTo>
                  <a:pt x="21159" y="5476"/>
                </a:lnTo>
                <a:lnTo>
                  <a:pt x="21229" y="6845"/>
                </a:lnTo>
                <a:lnTo>
                  <a:pt x="21294" y="8214"/>
                </a:lnTo>
                <a:lnTo>
                  <a:pt x="21353" y="9586"/>
                </a:lnTo>
                <a:lnTo>
                  <a:pt x="21406" y="10271"/>
                </a:lnTo>
                <a:lnTo>
                  <a:pt x="21566" y="12340"/>
                </a:lnTo>
                <a:lnTo>
                  <a:pt x="21600" y="13813"/>
                </a:lnTo>
                <a:lnTo>
                  <a:pt x="21583" y="15226"/>
                </a:lnTo>
                <a:lnTo>
                  <a:pt x="21474" y="16613"/>
                </a:lnTo>
                <a:lnTo>
                  <a:pt x="21235" y="18006"/>
                </a:lnTo>
                <a:lnTo>
                  <a:pt x="20824" y="19440"/>
                </a:lnTo>
                <a:lnTo>
                  <a:pt x="18717" y="20272"/>
                </a:lnTo>
                <a:lnTo>
                  <a:pt x="17224" y="20799"/>
                </a:lnTo>
                <a:lnTo>
                  <a:pt x="15943" y="21127"/>
                </a:lnTo>
                <a:lnTo>
                  <a:pt x="14467" y="21360"/>
                </a:lnTo>
                <a:lnTo>
                  <a:pt x="12393" y="21600"/>
                </a:lnTo>
                <a:lnTo>
                  <a:pt x="12393" y="20317"/>
                </a:lnTo>
                <a:lnTo>
                  <a:pt x="12393" y="19030"/>
                </a:lnTo>
                <a:lnTo>
                  <a:pt x="12393" y="17738"/>
                </a:lnTo>
                <a:lnTo>
                  <a:pt x="12393" y="16435"/>
                </a:lnTo>
                <a:lnTo>
                  <a:pt x="12393" y="15120"/>
                </a:lnTo>
                <a:lnTo>
                  <a:pt x="10536" y="15120"/>
                </a:lnTo>
                <a:lnTo>
                  <a:pt x="8667" y="15120"/>
                </a:lnTo>
                <a:lnTo>
                  <a:pt x="6773" y="15120"/>
                </a:lnTo>
                <a:lnTo>
                  <a:pt x="6773" y="16548"/>
                </a:lnTo>
                <a:lnTo>
                  <a:pt x="6773" y="17984"/>
                </a:lnTo>
                <a:lnTo>
                  <a:pt x="6773" y="19440"/>
                </a:lnTo>
                <a:lnTo>
                  <a:pt x="5104" y="19103"/>
                </a:lnTo>
                <a:lnTo>
                  <a:pt x="3963" y="18766"/>
                </a:lnTo>
                <a:lnTo>
                  <a:pt x="2822" y="18226"/>
                </a:lnTo>
                <a:lnTo>
                  <a:pt x="1152" y="17280"/>
                </a:lnTo>
                <a:lnTo>
                  <a:pt x="565" y="15774"/>
                </a:lnTo>
                <a:lnTo>
                  <a:pt x="169" y="14338"/>
                </a:lnTo>
                <a:lnTo>
                  <a:pt x="0" y="12934"/>
                </a:lnTo>
                <a:lnTo>
                  <a:pt x="84" y="11539"/>
                </a:lnTo>
                <a:lnTo>
                  <a:pt x="458" y="10117"/>
                </a:lnTo>
                <a:lnTo>
                  <a:pt x="1152" y="8640"/>
                </a:lnTo>
                <a:lnTo>
                  <a:pt x="2931" y="8214"/>
                </a:lnTo>
                <a:lnTo>
                  <a:pt x="4696" y="7882"/>
                </a:lnTo>
                <a:lnTo>
                  <a:pt x="6458" y="7625"/>
                </a:lnTo>
                <a:lnTo>
                  <a:pt x="8234" y="7422"/>
                </a:lnTo>
                <a:lnTo>
                  <a:pt x="10044" y="7249"/>
                </a:lnTo>
                <a:lnTo>
                  <a:pt x="11899" y="7087"/>
                </a:lnTo>
                <a:lnTo>
                  <a:pt x="12719" y="6936"/>
                </a:lnTo>
                <a:lnTo>
                  <a:pt x="15204" y="6480"/>
                </a:lnTo>
                <a:lnTo>
                  <a:pt x="16238" y="4808"/>
                </a:lnTo>
                <a:lnTo>
                  <a:pt x="16901" y="3635"/>
                </a:lnTo>
                <a:lnTo>
                  <a:pt x="17328" y="2650"/>
                </a:lnTo>
                <a:lnTo>
                  <a:pt x="17654" y="1542"/>
                </a:lnTo>
                <a:lnTo>
                  <a:pt x="18014" y="0"/>
                </a:lnTo>
                <a:close/>
              </a:path>
            </a:pathLst>
          </a:custGeom>
          <a:solidFill>
            <a:srgbClr val="3E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0" name="contour_06988"/>
          <p:cNvSpPr/>
          <p:nvPr/>
        </p:nvSpPr>
        <p:spPr>
          <a:xfrm>
            <a:off x="651718" y="2375885"/>
            <a:ext cx="5948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30" y="355"/>
                </a:lnTo>
                <a:lnTo>
                  <a:pt x="3258" y="719"/>
                </a:lnTo>
                <a:lnTo>
                  <a:pt x="4885" y="1089"/>
                </a:lnTo>
                <a:lnTo>
                  <a:pt x="6513" y="1469"/>
                </a:lnTo>
                <a:lnTo>
                  <a:pt x="8135" y="1855"/>
                </a:lnTo>
                <a:lnTo>
                  <a:pt x="9760" y="2253"/>
                </a:lnTo>
                <a:lnTo>
                  <a:pt x="11406" y="2629"/>
                </a:lnTo>
                <a:lnTo>
                  <a:pt x="13055" y="2975"/>
                </a:lnTo>
                <a:lnTo>
                  <a:pt x="14709" y="3289"/>
                </a:lnTo>
                <a:lnTo>
                  <a:pt x="16368" y="3583"/>
                </a:lnTo>
                <a:lnTo>
                  <a:pt x="18027" y="3857"/>
                </a:lnTo>
                <a:lnTo>
                  <a:pt x="19586" y="5005"/>
                </a:lnTo>
                <a:lnTo>
                  <a:pt x="21171" y="6171"/>
                </a:lnTo>
                <a:lnTo>
                  <a:pt x="21409" y="8393"/>
                </a:lnTo>
                <a:lnTo>
                  <a:pt x="21547" y="10596"/>
                </a:lnTo>
                <a:lnTo>
                  <a:pt x="21600" y="12787"/>
                </a:lnTo>
                <a:lnTo>
                  <a:pt x="21574" y="14972"/>
                </a:lnTo>
                <a:lnTo>
                  <a:pt x="21486" y="17163"/>
                </a:lnTo>
                <a:lnTo>
                  <a:pt x="21349" y="19369"/>
                </a:lnTo>
                <a:lnTo>
                  <a:pt x="21171" y="21600"/>
                </a:lnTo>
                <a:lnTo>
                  <a:pt x="19210" y="21412"/>
                </a:lnTo>
                <a:lnTo>
                  <a:pt x="17297" y="21190"/>
                </a:lnTo>
                <a:lnTo>
                  <a:pt x="15429" y="20900"/>
                </a:lnTo>
                <a:lnTo>
                  <a:pt x="13610" y="20508"/>
                </a:lnTo>
                <a:lnTo>
                  <a:pt x="11843" y="19977"/>
                </a:lnTo>
                <a:lnTo>
                  <a:pt x="10125" y="19273"/>
                </a:lnTo>
                <a:lnTo>
                  <a:pt x="8461" y="18363"/>
                </a:lnTo>
                <a:lnTo>
                  <a:pt x="6849" y="17209"/>
                </a:lnTo>
                <a:lnTo>
                  <a:pt x="5293" y="15777"/>
                </a:lnTo>
                <a:lnTo>
                  <a:pt x="3972" y="13759"/>
                </a:lnTo>
                <a:lnTo>
                  <a:pt x="2861" y="11942"/>
                </a:lnTo>
                <a:lnTo>
                  <a:pt x="1948" y="10232"/>
                </a:lnTo>
                <a:lnTo>
                  <a:pt x="1220" y="8538"/>
                </a:lnTo>
                <a:lnTo>
                  <a:pt x="672" y="6758"/>
                </a:lnTo>
                <a:lnTo>
                  <a:pt x="291" y="4808"/>
                </a:lnTo>
                <a:lnTo>
                  <a:pt x="71" y="2586"/>
                </a:lnTo>
                <a:lnTo>
                  <a:pt x="0" y="0"/>
                </a:lnTo>
                <a:close/>
              </a:path>
            </a:pathLst>
          </a:custGeom>
          <a:solidFill>
            <a:srgbClr val="353833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1" name="contour_06989"/>
          <p:cNvSpPr/>
          <p:nvPr/>
        </p:nvSpPr>
        <p:spPr>
          <a:xfrm>
            <a:off x="4972528" y="2388778"/>
            <a:ext cx="51985" cy="672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01" y="101"/>
                </a:moveTo>
                <a:lnTo>
                  <a:pt x="13021" y="51"/>
                </a:lnTo>
                <a:lnTo>
                  <a:pt x="15071" y="0"/>
                </a:lnTo>
                <a:lnTo>
                  <a:pt x="16809" y="269"/>
                </a:lnTo>
                <a:lnTo>
                  <a:pt x="18572" y="541"/>
                </a:lnTo>
                <a:lnTo>
                  <a:pt x="19738" y="1944"/>
                </a:lnTo>
                <a:lnTo>
                  <a:pt x="20440" y="2902"/>
                </a:lnTo>
                <a:lnTo>
                  <a:pt x="20967" y="3847"/>
                </a:lnTo>
                <a:lnTo>
                  <a:pt x="21600" y="5220"/>
                </a:lnTo>
                <a:lnTo>
                  <a:pt x="19601" y="5606"/>
                </a:lnTo>
                <a:lnTo>
                  <a:pt x="17600" y="5993"/>
                </a:lnTo>
                <a:lnTo>
                  <a:pt x="15589" y="6381"/>
                </a:lnTo>
                <a:lnTo>
                  <a:pt x="13569" y="6772"/>
                </a:lnTo>
                <a:lnTo>
                  <a:pt x="11537" y="7165"/>
                </a:lnTo>
                <a:lnTo>
                  <a:pt x="9487" y="7560"/>
                </a:lnTo>
                <a:lnTo>
                  <a:pt x="10989" y="7851"/>
                </a:lnTo>
                <a:lnTo>
                  <a:pt x="12515" y="8145"/>
                </a:lnTo>
                <a:lnTo>
                  <a:pt x="14678" y="9460"/>
                </a:lnTo>
                <a:lnTo>
                  <a:pt x="15677" y="10476"/>
                </a:lnTo>
                <a:lnTo>
                  <a:pt x="16370" y="12055"/>
                </a:lnTo>
                <a:lnTo>
                  <a:pt x="16528" y="13607"/>
                </a:lnTo>
                <a:lnTo>
                  <a:pt x="16570" y="15027"/>
                </a:lnTo>
                <a:lnTo>
                  <a:pt x="16452" y="16391"/>
                </a:lnTo>
                <a:lnTo>
                  <a:pt x="16125" y="17777"/>
                </a:lnTo>
                <a:lnTo>
                  <a:pt x="15544" y="19260"/>
                </a:lnTo>
                <a:lnTo>
                  <a:pt x="13624" y="20060"/>
                </a:lnTo>
                <a:lnTo>
                  <a:pt x="11689" y="20676"/>
                </a:lnTo>
                <a:lnTo>
                  <a:pt x="9723" y="21127"/>
                </a:lnTo>
                <a:lnTo>
                  <a:pt x="7704" y="21422"/>
                </a:lnTo>
                <a:lnTo>
                  <a:pt x="5614" y="21574"/>
                </a:lnTo>
                <a:lnTo>
                  <a:pt x="3431" y="21600"/>
                </a:lnTo>
                <a:lnTo>
                  <a:pt x="1675" y="20189"/>
                </a:lnTo>
                <a:lnTo>
                  <a:pt x="730" y="19087"/>
                </a:lnTo>
                <a:lnTo>
                  <a:pt x="282" y="17725"/>
                </a:lnTo>
                <a:lnTo>
                  <a:pt x="0" y="15530"/>
                </a:lnTo>
                <a:lnTo>
                  <a:pt x="9" y="14058"/>
                </a:lnTo>
                <a:lnTo>
                  <a:pt x="15" y="12575"/>
                </a:lnTo>
                <a:lnTo>
                  <a:pt x="24" y="11070"/>
                </a:lnTo>
                <a:lnTo>
                  <a:pt x="15" y="9596"/>
                </a:lnTo>
                <a:lnTo>
                  <a:pt x="9" y="8113"/>
                </a:lnTo>
                <a:lnTo>
                  <a:pt x="0" y="6610"/>
                </a:lnTo>
                <a:lnTo>
                  <a:pt x="442" y="4329"/>
                </a:lnTo>
                <a:lnTo>
                  <a:pt x="1214" y="2663"/>
                </a:lnTo>
                <a:lnTo>
                  <a:pt x="2347" y="1509"/>
                </a:lnTo>
                <a:lnTo>
                  <a:pt x="3867" y="775"/>
                </a:lnTo>
                <a:lnTo>
                  <a:pt x="5799" y="358"/>
                </a:lnTo>
                <a:lnTo>
                  <a:pt x="8167" y="166"/>
                </a:lnTo>
                <a:lnTo>
                  <a:pt x="11001" y="101"/>
                </a:lnTo>
                <a:close/>
              </a:path>
            </a:pathLst>
          </a:custGeom>
          <a:solidFill>
            <a:srgbClr val="85979F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2" name="contour_06990"/>
          <p:cNvSpPr/>
          <p:nvPr/>
        </p:nvSpPr>
        <p:spPr>
          <a:xfrm>
            <a:off x="10826745" y="2346733"/>
            <a:ext cx="5731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67" y="0"/>
                </a:moveTo>
                <a:lnTo>
                  <a:pt x="8377" y="1004"/>
                </a:lnTo>
                <a:lnTo>
                  <a:pt x="8897" y="2026"/>
                </a:lnTo>
                <a:lnTo>
                  <a:pt x="9929" y="3367"/>
                </a:lnTo>
                <a:lnTo>
                  <a:pt x="10726" y="4154"/>
                </a:lnTo>
                <a:lnTo>
                  <a:pt x="11690" y="4694"/>
                </a:lnTo>
                <a:lnTo>
                  <a:pt x="13231" y="5290"/>
                </a:lnTo>
                <a:lnTo>
                  <a:pt x="14937" y="6096"/>
                </a:lnTo>
                <a:lnTo>
                  <a:pt x="16365" y="6977"/>
                </a:lnTo>
                <a:lnTo>
                  <a:pt x="17573" y="7942"/>
                </a:lnTo>
                <a:lnTo>
                  <a:pt x="18614" y="9003"/>
                </a:lnTo>
                <a:lnTo>
                  <a:pt x="19545" y="10167"/>
                </a:lnTo>
                <a:lnTo>
                  <a:pt x="20424" y="11444"/>
                </a:lnTo>
                <a:lnTo>
                  <a:pt x="21301" y="12841"/>
                </a:lnTo>
                <a:lnTo>
                  <a:pt x="21449" y="13971"/>
                </a:lnTo>
                <a:lnTo>
                  <a:pt x="21600" y="15120"/>
                </a:lnTo>
                <a:lnTo>
                  <a:pt x="20246" y="16306"/>
                </a:lnTo>
                <a:lnTo>
                  <a:pt x="18818" y="17369"/>
                </a:lnTo>
                <a:lnTo>
                  <a:pt x="17312" y="18332"/>
                </a:lnTo>
                <a:lnTo>
                  <a:pt x="15739" y="19213"/>
                </a:lnTo>
                <a:lnTo>
                  <a:pt x="14093" y="20038"/>
                </a:lnTo>
                <a:lnTo>
                  <a:pt x="12385" y="20827"/>
                </a:lnTo>
                <a:lnTo>
                  <a:pt x="10613" y="21600"/>
                </a:lnTo>
                <a:lnTo>
                  <a:pt x="9468" y="20364"/>
                </a:lnTo>
                <a:lnTo>
                  <a:pt x="8331" y="19127"/>
                </a:lnTo>
                <a:lnTo>
                  <a:pt x="7199" y="17885"/>
                </a:lnTo>
                <a:lnTo>
                  <a:pt x="6073" y="16638"/>
                </a:lnTo>
                <a:lnTo>
                  <a:pt x="4950" y="15390"/>
                </a:lnTo>
                <a:lnTo>
                  <a:pt x="3898" y="14237"/>
                </a:lnTo>
                <a:lnTo>
                  <a:pt x="2835" y="13074"/>
                </a:lnTo>
                <a:lnTo>
                  <a:pt x="1761" y="11897"/>
                </a:lnTo>
                <a:lnTo>
                  <a:pt x="541" y="9977"/>
                </a:lnTo>
                <a:lnTo>
                  <a:pt x="0" y="8744"/>
                </a:lnTo>
                <a:lnTo>
                  <a:pt x="22" y="7666"/>
                </a:lnTo>
                <a:lnTo>
                  <a:pt x="483" y="6210"/>
                </a:lnTo>
                <a:lnTo>
                  <a:pt x="1629" y="5102"/>
                </a:lnTo>
                <a:lnTo>
                  <a:pt x="2807" y="4031"/>
                </a:lnTo>
                <a:lnTo>
                  <a:pt x="4021" y="2992"/>
                </a:lnTo>
                <a:lnTo>
                  <a:pt x="5268" y="1979"/>
                </a:lnTo>
                <a:lnTo>
                  <a:pt x="6548" y="985"/>
                </a:lnTo>
                <a:lnTo>
                  <a:pt x="7867" y="0"/>
                </a:lnTo>
                <a:close/>
              </a:path>
            </a:pathLst>
          </a:custGeom>
          <a:solidFill>
            <a:srgbClr val="EF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3" name="contour_06991"/>
          <p:cNvSpPr/>
          <p:nvPr/>
        </p:nvSpPr>
        <p:spPr>
          <a:xfrm>
            <a:off x="761038" y="2368597"/>
            <a:ext cx="87456" cy="50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990" y="0"/>
                </a:lnTo>
                <a:lnTo>
                  <a:pt x="13187" y="0"/>
                </a:lnTo>
                <a:lnTo>
                  <a:pt x="14400" y="0"/>
                </a:lnTo>
                <a:lnTo>
                  <a:pt x="14760" y="1865"/>
                </a:lnTo>
                <a:lnTo>
                  <a:pt x="15120" y="3729"/>
                </a:lnTo>
                <a:lnTo>
                  <a:pt x="15480" y="5594"/>
                </a:lnTo>
                <a:lnTo>
                  <a:pt x="15840" y="7459"/>
                </a:lnTo>
                <a:lnTo>
                  <a:pt x="16200" y="9324"/>
                </a:lnTo>
                <a:lnTo>
                  <a:pt x="17046" y="10999"/>
                </a:lnTo>
                <a:lnTo>
                  <a:pt x="17914" y="12593"/>
                </a:lnTo>
                <a:lnTo>
                  <a:pt x="18803" y="14135"/>
                </a:lnTo>
                <a:lnTo>
                  <a:pt x="19714" y="15645"/>
                </a:lnTo>
                <a:lnTo>
                  <a:pt x="20646" y="17140"/>
                </a:lnTo>
                <a:lnTo>
                  <a:pt x="21600" y="18647"/>
                </a:lnTo>
                <a:lnTo>
                  <a:pt x="20399" y="19726"/>
                </a:lnTo>
                <a:lnTo>
                  <a:pt x="19240" y="20528"/>
                </a:lnTo>
                <a:lnTo>
                  <a:pt x="18108" y="21084"/>
                </a:lnTo>
                <a:lnTo>
                  <a:pt x="16987" y="21426"/>
                </a:lnTo>
                <a:lnTo>
                  <a:pt x="15867" y="21588"/>
                </a:lnTo>
                <a:lnTo>
                  <a:pt x="14731" y="21600"/>
                </a:lnTo>
                <a:lnTo>
                  <a:pt x="13570" y="21494"/>
                </a:lnTo>
                <a:lnTo>
                  <a:pt x="12368" y="21302"/>
                </a:lnTo>
                <a:lnTo>
                  <a:pt x="11111" y="21056"/>
                </a:lnTo>
                <a:lnTo>
                  <a:pt x="9788" y="20786"/>
                </a:lnTo>
                <a:lnTo>
                  <a:pt x="8672" y="20618"/>
                </a:lnTo>
                <a:lnTo>
                  <a:pt x="7540" y="20450"/>
                </a:lnTo>
                <a:lnTo>
                  <a:pt x="6475" y="20248"/>
                </a:lnTo>
                <a:lnTo>
                  <a:pt x="5393" y="20043"/>
                </a:lnTo>
                <a:lnTo>
                  <a:pt x="4421" y="19866"/>
                </a:lnTo>
                <a:lnTo>
                  <a:pt x="3434" y="19689"/>
                </a:lnTo>
                <a:lnTo>
                  <a:pt x="2243" y="18837"/>
                </a:lnTo>
                <a:lnTo>
                  <a:pt x="1526" y="17740"/>
                </a:lnTo>
                <a:lnTo>
                  <a:pt x="675" y="15453"/>
                </a:lnTo>
                <a:lnTo>
                  <a:pt x="340" y="13951"/>
                </a:lnTo>
                <a:lnTo>
                  <a:pt x="0" y="12432"/>
                </a:lnTo>
                <a:lnTo>
                  <a:pt x="1114" y="12687"/>
                </a:lnTo>
                <a:lnTo>
                  <a:pt x="2237" y="12948"/>
                </a:lnTo>
                <a:lnTo>
                  <a:pt x="3375" y="13209"/>
                </a:lnTo>
                <a:lnTo>
                  <a:pt x="4847" y="13212"/>
                </a:lnTo>
                <a:lnTo>
                  <a:pt x="5839" y="13013"/>
                </a:lnTo>
                <a:lnTo>
                  <a:pt x="7200" y="12432"/>
                </a:lnTo>
                <a:lnTo>
                  <a:pt x="7915" y="10570"/>
                </a:lnTo>
                <a:lnTo>
                  <a:pt x="8512" y="8708"/>
                </a:lnTo>
                <a:lnTo>
                  <a:pt x="9025" y="6809"/>
                </a:lnTo>
                <a:lnTo>
                  <a:pt x="9482" y="4830"/>
                </a:lnTo>
                <a:lnTo>
                  <a:pt x="9914" y="2719"/>
                </a:lnTo>
                <a:lnTo>
                  <a:pt x="10354" y="1371"/>
                </a:lnTo>
                <a:lnTo>
                  <a:pt x="10800" y="0"/>
                </a:lnTo>
                <a:close/>
              </a:path>
            </a:pathLst>
          </a:custGeom>
          <a:solidFill>
            <a:srgbClr val="727370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4" name="contour_06992"/>
          <p:cNvSpPr/>
          <p:nvPr/>
        </p:nvSpPr>
        <p:spPr>
          <a:xfrm>
            <a:off x="1993634" y="2316685"/>
            <a:ext cx="64666" cy="59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7"/>
                </a:moveTo>
                <a:lnTo>
                  <a:pt x="21050" y="1856"/>
                </a:lnTo>
                <a:lnTo>
                  <a:pt x="20497" y="3380"/>
                </a:lnTo>
                <a:lnTo>
                  <a:pt x="19940" y="4903"/>
                </a:lnTo>
                <a:lnTo>
                  <a:pt x="19380" y="6427"/>
                </a:lnTo>
                <a:lnTo>
                  <a:pt x="18818" y="7948"/>
                </a:lnTo>
                <a:lnTo>
                  <a:pt x="18253" y="9469"/>
                </a:lnTo>
                <a:lnTo>
                  <a:pt x="17790" y="10769"/>
                </a:lnTo>
                <a:lnTo>
                  <a:pt x="17320" y="12091"/>
                </a:lnTo>
                <a:lnTo>
                  <a:pt x="16629" y="13862"/>
                </a:lnTo>
                <a:lnTo>
                  <a:pt x="15916" y="15505"/>
                </a:lnTo>
                <a:lnTo>
                  <a:pt x="15137" y="17045"/>
                </a:lnTo>
                <a:lnTo>
                  <a:pt x="14246" y="18499"/>
                </a:lnTo>
                <a:lnTo>
                  <a:pt x="13197" y="19893"/>
                </a:lnTo>
                <a:lnTo>
                  <a:pt x="11948" y="21246"/>
                </a:lnTo>
                <a:lnTo>
                  <a:pt x="10699" y="21422"/>
                </a:lnTo>
                <a:lnTo>
                  <a:pt x="9428" y="21600"/>
                </a:lnTo>
                <a:lnTo>
                  <a:pt x="8094" y="20369"/>
                </a:lnTo>
                <a:lnTo>
                  <a:pt x="7150" y="19433"/>
                </a:lnTo>
                <a:lnTo>
                  <a:pt x="6341" y="18499"/>
                </a:lnTo>
                <a:lnTo>
                  <a:pt x="5409" y="17271"/>
                </a:lnTo>
                <a:lnTo>
                  <a:pt x="4102" y="15452"/>
                </a:lnTo>
                <a:lnTo>
                  <a:pt x="3213" y="14253"/>
                </a:lnTo>
                <a:lnTo>
                  <a:pt x="2320" y="13048"/>
                </a:lnTo>
                <a:lnTo>
                  <a:pt x="1412" y="11825"/>
                </a:lnTo>
                <a:lnTo>
                  <a:pt x="428" y="9743"/>
                </a:lnTo>
                <a:lnTo>
                  <a:pt x="0" y="8368"/>
                </a:lnTo>
                <a:lnTo>
                  <a:pt x="34" y="7092"/>
                </a:lnTo>
                <a:lnTo>
                  <a:pt x="443" y="5302"/>
                </a:lnTo>
                <a:lnTo>
                  <a:pt x="1648" y="3885"/>
                </a:lnTo>
                <a:lnTo>
                  <a:pt x="2987" y="2736"/>
                </a:lnTo>
                <a:lnTo>
                  <a:pt x="4440" y="1829"/>
                </a:lnTo>
                <a:lnTo>
                  <a:pt x="5993" y="1135"/>
                </a:lnTo>
                <a:lnTo>
                  <a:pt x="7627" y="633"/>
                </a:lnTo>
                <a:lnTo>
                  <a:pt x="9326" y="295"/>
                </a:lnTo>
                <a:lnTo>
                  <a:pt x="11074" y="93"/>
                </a:lnTo>
                <a:lnTo>
                  <a:pt x="12851" y="3"/>
                </a:lnTo>
                <a:lnTo>
                  <a:pt x="14643" y="0"/>
                </a:lnTo>
                <a:lnTo>
                  <a:pt x="16429" y="56"/>
                </a:lnTo>
                <a:lnTo>
                  <a:pt x="18197" y="146"/>
                </a:lnTo>
                <a:lnTo>
                  <a:pt x="19925" y="245"/>
                </a:lnTo>
                <a:lnTo>
                  <a:pt x="21600" y="327"/>
                </a:lnTo>
                <a:close/>
              </a:path>
            </a:pathLst>
          </a:custGeom>
          <a:solidFill>
            <a:srgbClr val="464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5" name="contour_06993"/>
          <p:cNvSpPr/>
          <p:nvPr/>
        </p:nvSpPr>
        <p:spPr>
          <a:xfrm>
            <a:off x="1147301" y="2293181"/>
            <a:ext cx="116608" cy="38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59" y="145"/>
                </a:moveTo>
                <a:lnTo>
                  <a:pt x="12227" y="129"/>
                </a:lnTo>
                <a:lnTo>
                  <a:pt x="12901" y="117"/>
                </a:lnTo>
                <a:lnTo>
                  <a:pt x="13581" y="105"/>
                </a:lnTo>
                <a:lnTo>
                  <a:pt x="15183" y="186"/>
                </a:lnTo>
                <a:lnTo>
                  <a:pt x="16416" y="311"/>
                </a:lnTo>
                <a:lnTo>
                  <a:pt x="17361" y="541"/>
                </a:lnTo>
                <a:lnTo>
                  <a:pt x="18103" y="945"/>
                </a:lnTo>
                <a:lnTo>
                  <a:pt x="18726" y="1579"/>
                </a:lnTo>
                <a:lnTo>
                  <a:pt x="19312" y="2512"/>
                </a:lnTo>
                <a:lnTo>
                  <a:pt x="19945" y="3805"/>
                </a:lnTo>
                <a:lnTo>
                  <a:pt x="20708" y="5521"/>
                </a:lnTo>
                <a:lnTo>
                  <a:pt x="21150" y="7488"/>
                </a:lnTo>
                <a:lnTo>
                  <a:pt x="21600" y="9483"/>
                </a:lnTo>
                <a:lnTo>
                  <a:pt x="19807" y="10481"/>
                </a:lnTo>
                <a:lnTo>
                  <a:pt x="18301" y="11313"/>
                </a:lnTo>
                <a:lnTo>
                  <a:pt x="17042" y="11991"/>
                </a:lnTo>
                <a:lnTo>
                  <a:pt x="15997" y="12529"/>
                </a:lnTo>
                <a:lnTo>
                  <a:pt x="15125" y="12933"/>
                </a:lnTo>
                <a:lnTo>
                  <a:pt x="14390" y="13223"/>
                </a:lnTo>
                <a:lnTo>
                  <a:pt x="13752" y="13409"/>
                </a:lnTo>
                <a:lnTo>
                  <a:pt x="13175" y="13510"/>
                </a:lnTo>
                <a:lnTo>
                  <a:pt x="12621" y="13530"/>
                </a:lnTo>
                <a:lnTo>
                  <a:pt x="12051" y="13490"/>
                </a:lnTo>
                <a:lnTo>
                  <a:pt x="11429" y="13397"/>
                </a:lnTo>
                <a:lnTo>
                  <a:pt x="10716" y="13272"/>
                </a:lnTo>
                <a:lnTo>
                  <a:pt x="9781" y="13441"/>
                </a:lnTo>
                <a:lnTo>
                  <a:pt x="8878" y="13769"/>
                </a:lnTo>
                <a:lnTo>
                  <a:pt x="8003" y="14237"/>
                </a:lnTo>
                <a:lnTo>
                  <a:pt x="7151" y="14831"/>
                </a:lnTo>
                <a:lnTo>
                  <a:pt x="6315" y="15546"/>
                </a:lnTo>
                <a:lnTo>
                  <a:pt x="5492" y="16362"/>
                </a:lnTo>
                <a:lnTo>
                  <a:pt x="4674" y="17270"/>
                </a:lnTo>
                <a:lnTo>
                  <a:pt x="3856" y="18264"/>
                </a:lnTo>
                <a:lnTo>
                  <a:pt x="3033" y="19322"/>
                </a:lnTo>
                <a:lnTo>
                  <a:pt x="2200" y="20437"/>
                </a:lnTo>
                <a:lnTo>
                  <a:pt x="1350" y="21600"/>
                </a:lnTo>
                <a:lnTo>
                  <a:pt x="807" y="19629"/>
                </a:lnTo>
                <a:lnTo>
                  <a:pt x="485" y="18127"/>
                </a:lnTo>
                <a:lnTo>
                  <a:pt x="259" y="16345"/>
                </a:lnTo>
                <a:lnTo>
                  <a:pt x="0" y="13522"/>
                </a:lnTo>
                <a:lnTo>
                  <a:pt x="722" y="10582"/>
                </a:lnTo>
                <a:lnTo>
                  <a:pt x="1451" y="8094"/>
                </a:lnTo>
                <a:lnTo>
                  <a:pt x="2192" y="6018"/>
                </a:lnTo>
                <a:lnTo>
                  <a:pt x="2952" y="4318"/>
                </a:lnTo>
                <a:lnTo>
                  <a:pt x="3738" y="2956"/>
                </a:lnTo>
                <a:lnTo>
                  <a:pt x="4552" y="1906"/>
                </a:lnTo>
                <a:lnTo>
                  <a:pt x="5401" y="1123"/>
                </a:lnTo>
                <a:lnTo>
                  <a:pt x="6292" y="578"/>
                </a:lnTo>
                <a:lnTo>
                  <a:pt x="7231" y="230"/>
                </a:lnTo>
                <a:lnTo>
                  <a:pt x="8220" y="48"/>
                </a:lnTo>
                <a:lnTo>
                  <a:pt x="9268" y="0"/>
                </a:lnTo>
                <a:lnTo>
                  <a:pt x="10379" y="40"/>
                </a:lnTo>
                <a:lnTo>
                  <a:pt x="11559" y="145"/>
                </a:lnTo>
                <a:close/>
              </a:path>
            </a:pathLst>
          </a:custGeom>
          <a:solidFill>
            <a:srgbClr val="635E54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6" name="contour_06994"/>
          <p:cNvSpPr/>
          <p:nvPr/>
        </p:nvSpPr>
        <p:spPr>
          <a:xfrm>
            <a:off x="10015621" y="2244701"/>
            <a:ext cx="81334" cy="45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45" y="0"/>
                </a:moveTo>
                <a:lnTo>
                  <a:pt x="2708" y="510"/>
                </a:lnTo>
                <a:lnTo>
                  <a:pt x="3523" y="1408"/>
                </a:lnTo>
                <a:lnTo>
                  <a:pt x="5390" y="3469"/>
                </a:lnTo>
                <a:lnTo>
                  <a:pt x="6703" y="4558"/>
                </a:lnTo>
                <a:lnTo>
                  <a:pt x="8015" y="5439"/>
                </a:lnTo>
                <a:lnTo>
                  <a:pt x="9329" y="6129"/>
                </a:lnTo>
                <a:lnTo>
                  <a:pt x="10647" y="6643"/>
                </a:lnTo>
                <a:lnTo>
                  <a:pt x="11971" y="7007"/>
                </a:lnTo>
                <a:lnTo>
                  <a:pt x="13305" y="7239"/>
                </a:lnTo>
                <a:lnTo>
                  <a:pt x="14648" y="7357"/>
                </a:lnTo>
                <a:lnTo>
                  <a:pt x="16003" y="7385"/>
                </a:lnTo>
                <a:lnTo>
                  <a:pt x="17375" y="7333"/>
                </a:lnTo>
                <a:lnTo>
                  <a:pt x="18763" y="7229"/>
                </a:lnTo>
                <a:lnTo>
                  <a:pt x="20170" y="7090"/>
                </a:lnTo>
                <a:lnTo>
                  <a:pt x="21600" y="6938"/>
                </a:lnTo>
                <a:lnTo>
                  <a:pt x="21600" y="8998"/>
                </a:lnTo>
                <a:lnTo>
                  <a:pt x="21600" y="11065"/>
                </a:lnTo>
                <a:lnTo>
                  <a:pt x="21600" y="13140"/>
                </a:lnTo>
                <a:lnTo>
                  <a:pt x="21600" y="15231"/>
                </a:lnTo>
                <a:lnTo>
                  <a:pt x="21600" y="17344"/>
                </a:lnTo>
                <a:lnTo>
                  <a:pt x="20642" y="16484"/>
                </a:lnTo>
                <a:lnTo>
                  <a:pt x="19678" y="15623"/>
                </a:lnTo>
                <a:lnTo>
                  <a:pt x="18710" y="14753"/>
                </a:lnTo>
                <a:lnTo>
                  <a:pt x="17729" y="13875"/>
                </a:lnTo>
                <a:lnTo>
                  <a:pt x="17729" y="16168"/>
                </a:lnTo>
                <a:lnTo>
                  <a:pt x="17729" y="18475"/>
                </a:lnTo>
                <a:lnTo>
                  <a:pt x="17729" y="20813"/>
                </a:lnTo>
                <a:lnTo>
                  <a:pt x="16423" y="21000"/>
                </a:lnTo>
                <a:lnTo>
                  <a:pt x="15124" y="21170"/>
                </a:lnTo>
                <a:lnTo>
                  <a:pt x="13833" y="21322"/>
                </a:lnTo>
                <a:lnTo>
                  <a:pt x="12546" y="21444"/>
                </a:lnTo>
                <a:lnTo>
                  <a:pt x="11261" y="21538"/>
                </a:lnTo>
                <a:lnTo>
                  <a:pt x="9979" y="21590"/>
                </a:lnTo>
                <a:lnTo>
                  <a:pt x="8698" y="21600"/>
                </a:lnTo>
                <a:lnTo>
                  <a:pt x="7417" y="21562"/>
                </a:lnTo>
                <a:lnTo>
                  <a:pt x="6132" y="21472"/>
                </a:lnTo>
                <a:lnTo>
                  <a:pt x="4843" y="21319"/>
                </a:lnTo>
                <a:lnTo>
                  <a:pt x="3548" y="21100"/>
                </a:lnTo>
                <a:lnTo>
                  <a:pt x="2245" y="20813"/>
                </a:lnTo>
                <a:lnTo>
                  <a:pt x="1324" y="18880"/>
                </a:lnTo>
                <a:lnTo>
                  <a:pt x="726" y="17098"/>
                </a:lnTo>
                <a:lnTo>
                  <a:pt x="362" y="15263"/>
                </a:lnTo>
                <a:lnTo>
                  <a:pt x="149" y="13178"/>
                </a:lnTo>
                <a:lnTo>
                  <a:pt x="0" y="10649"/>
                </a:lnTo>
                <a:lnTo>
                  <a:pt x="255" y="8304"/>
                </a:lnTo>
                <a:lnTo>
                  <a:pt x="608" y="6157"/>
                </a:lnTo>
                <a:lnTo>
                  <a:pt x="1057" y="4117"/>
                </a:lnTo>
                <a:lnTo>
                  <a:pt x="1603" y="2095"/>
                </a:lnTo>
                <a:lnTo>
                  <a:pt x="2245" y="0"/>
                </a:lnTo>
                <a:close/>
              </a:path>
            </a:pathLst>
          </a:custGeom>
          <a:solidFill>
            <a:srgbClr val="E7EEF4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7" name="contour_06995"/>
          <p:cNvSpPr/>
          <p:nvPr/>
        </p:nvSpPr>
        <p:spPr>
          <a:xfrm>
            <a:off x="4288426" y="2222837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699" y="648"/>
                </a:lnTo>
                <a:lnTo>
                  <a:pt x="9229" y="1298"/>
                </a:lnTo>
                <a:lnTo>
                  <a:pt x="10766" y="1950"/>
                </a:lnTo>
                <a:lnTo>
                  <a:pt x="12309" y="2604"/>
                </a:lnTo>
                <a:lnTo>
                  <a:pt x="13861" y="3264"/>
                </a:lnTo>
                <a:lnTo>
                  <a:pt x="15429" y="3927"/>
                </a:lnTo>
                <a:lnTo>
                  <a:pt x="14663" y="4899"/>
                </a:lnTo>
                <a:lnTo>
                  <a:pt x="13898" y="5877"/>
                </a:lnTo>
                <a:lnTo>
                  <a:pt x="13124" y="6859"/>
                </a:lnTo>
                <a:lnTo>
                  <a:pt x="12343" y="7855"/>
                </a:lnTo>
                <a:lnTo>
                  <a:pt x="14176" y="7466"/>
                </a:lnTo>
                <a:lnTo>
                  <a:pt x="16015" y="7075"/>
                </a:lnTo>
                <a:lnTo>
                  <a:pt x="17860" y="6684"/>
                </a:lnTo>
                <a:lnTo>
                  <a:pt x="19721" y="6290"/>
                </a:lnTo>
                <a:lnTo>
                  <a:pt x="21600" y="5891"/>
                </a:lnTo>
                <a:lnTo>
                  <a:pt x="21600" y="7187"/>
                </a:lnTo>
                <a:lnTo>
                  <a:pt x="21600" y="8483"/>
                </a:lnTo>
                <a:lnTo>
                  <a:pt x="21600" y="9781"/>
                </a:lnTo>
                <a:lnTo>
                  <a:pt x="21600" y="11081"/>
                </a:lnTo>
                <a:lnTo>
                  <a:pt x="21600" y="12383"/>
                </a:lnTo>
                <a:lnTo>
                  <a:pt x="21600" y="13687"/>
                </a:lnTo>
                <a:lnTo>
                  <a:pt x="21600" y="14994"/>
                </a:lnTo>
                <a:lnTo>
                  <a:pt x="21600" y="16306"/>
                </a:lnTo>
                <a:lnTo>
                  <a:pt x="21600" y="17622"/>
                </a:lnTo>
                <a:lnTo>
                  <a:pt x="21600" y="18941"/>
                </a:lnTo>
                <a:lnTo>
                  <a:pt x="21600" y="20269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592" y="20952"/>
                </a:lnTo>
                <a:lnTo>
                  <a:pt x="3197" y="20298"/>
                </a:lnTo>
                <a:lnTo>
                  <a:pt x="4820" y="19636"/>
                </a:lnTo>
                <a:lnTo>
                  <a:pt x="6341" y="18690"/>
                </a:lnTo>
                <a:lnTo>
                  <a:pt x="7310" y="17965"/>
                </a:lnTo>
                <a:lnTo>
                  <a:pt x="8143" y="17095"/>
                </a:lnTo>
                <a:lnTo>
                  <a:pt x="9257" y="15709"/>
                </a:lnTo>
                <a:lnTo>
                  <a:pt x="9208" y="14374"/>
                </a:lnTo>
                <a:lnTo>
                  <a:pt x="9106" y="13048"/>
                </a:lnTo>
                <a:lnTo>
                  <a:pt x="8961" y="11731"/>
                </a:lnTo>
                <a:lnTo>
                  <a:pt x="8776" y="10419"/>
                </a:lnTo>
                <a:lnTo>
                  <a:pt x="8551" y="9115"/>
                </a:lnTo>
                <a:lnTo>
                  <a:pt x="8288" y="7813"/>
                </a:lnTo>
                <a:lnTo>
                  <a:pt x="7995" y="6513"/>
                </a:lnTo>
                <a:lnTo>
                  <a:pt x="7674" y="5215"/>
                </a:lnTo>
                <a:lnTo>
                  <a:pt x="7329" y="3917"/>
                </a:lnTo>
                <a:lnTo>
                  <a:pt x="6958" y="2616"/>
                </a:lnTo>
                <a:lnTo>
                  <a:pt x="6573" y="1310"/>
                </a:lnTo>
                <a:lnTo>
                  <a:pt x="6171" y="0"/>
                </a:lnTo>
                <a:close/>
              </a:path>
            </a:pathLst>
          </a:custGeom>
          <a:solidFill>
            <a:srgbClr val="1C232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8" name="contour_06996"/>
          <p:cNvSpPr/>
          <p:nvPr/>
        </p:nvSpPr>
        <p:spPr>
          <a:xfrm>
            <a:off x="9307826" y="2252529"/>
            <a:ext cx="53042" cy="137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51" y="415"/>
                </a:moveTo>
                <a:lnTo>
                  <a:pt x="16543" y="590"/>
                </a:lnTo>
                <a:lnTo>
                  <a:pt x="18564" y="768"/>
                </a:lnTo>
                <a:lnTo>
                  <a:pt x="20069" y="911"/>
                </a:lnTo>
                <a:lnTo>
                  <a:pt x="21600" y="1057"/>
                </a:lnTo>
                <a:lnTo>
                  <a:pt x="19858" y="1573"/>
                </a:lnTo>
                <a:lnTo>
                  <a:pt x="18549" y="1949"/>
                </a:lnTo>
                <a:lnTo>
                  <a:pt x="17427" y="2252"/>
                </a:lnTo>
                <a:lnTo>
                  <a:pt x="16240" y="2542"/>
                </a:lnTo>
                <a:lnTo>
                  <a:pt x="14747" y="2883"/>
                </a:lnTo>
                <a:lnTo>
                  <a:pt x="12696" y="3339"/>
                </a:lnTo>
                <a:lnTo>
                  <a:pt x="10764" y="3038"/>
                </a:lnTo>
                <a:lnTo>
                  <a:pt x="9503" y="2819"/>
                </a:lnTo>
                <a:lnTo>
                  <a:pt x="8352" y="2575"/>
                </a:lnTo>
                <a:lnTo>
                  <a:pt x="6761" y="2198"/>
                </a:lnTo>
                <a:lnTo>
                  <a:pt x="7135" y="2866"/>
                </a:lnTo>
                <a:lnTo>
                  <a:pt x="7515" y="3545"/>
                </a:lnTo>
                <a:lnTo>
                  <a:pt x="7871" y="4349"/>
                </a:lnTo>
                <a:lnTo>
                  <a:pt x="8179" y="5148"/>
                </a:lnTo>
                <a:lnTo>
                  <a:pt x="8441" y="5943"/>
                </a:lnTo>
                <a:lnTo>
                  <a:pt x="8657" y="6734"/>
                </a:lnTo>
                <a:lnTo>
                  <a:pt x="8829" y="7520"/>
                </a:lnTo>
                <a:lnTo>
                  <a:pt x="8960" y="8302"/>
                </a:lnTo>
                <a:lnTo>
                  <a:pt x="9052" y="9082"/>
                </a:lnTo>
                <a:lnTo>
                  <a:pt x="9105" y="9860"/>
                </a:lnTo>
                <a:lnTo>
                  <a:pt x="9123" y="10636"/>
                </a:lnTo>
                <a:lnTo>
                  <a:pt x="9108" y="11409"/>
                </a:lnTo>
                <a:lnTo>
                  <a:pt x="9061" y="12183"/>
                </a:lnTo>
                <a:lnTo>
                  <a:pt x="8987" y="12957"/>
                </a:lnTo>
                <a:lnTo>
                  <a:pt x="8883" y="13731"/>
                </a:lnTo>
                <a:lnTo>
                  <a:pt x="8752" y="14505"/>
                </a:lnTo>
                <a:lnTo>
                  <a:pt x="8601" y="15281"/>
                </a:lnTo>
                <a:lnTo>
                  <a:pt x="8426" y="16059"/>
                </a:lnTo>
                <a:lnTo>
                  <a:pt x="8230" y="16839"/>
                </a:lnTo>
                <a:lnTo>
                  <a:pt x="8019" y="17621"/>
                </a:lnTo>
                <a:lnTo>
                  <a:pt x="7791" y="18409"/>
                </a:lnTo>
                <a:lnTo>
                  <a:pt x="7550" y="19199"/>
                </a:lnTo>
                <a:lnTo>
                  <a:pt x="7295" y="19994"/>
                </a:lnTo>
                <a:lnTo>
                  <a:pt x="7031" y="20794"/>
                </a:lnTo>
                <a:lnTo>
                  <a:pt x="6761" y="21600"/>
                </a:lnTo>
                <a:lnTo>
                  <a:pt x="5028" y="21413"/>
                </a:lnTo>
                <a:lnTo>
                  <a:pt x="3831" y="21231"/>
                </a:lnTo>
                <a:lnTo>
                  <a:pt x="2615" y="20949"/>
                </a:lnTo>
                <a:lnTo>
                  <a:pt x="825" y="20459"/>
                </a:lnTo>
                <a:lnTo>
                  <a:pt x="549" y="19718"/>
                </a:lnTo>
                <a:lnTo>
                  <a:pt x="338" y="19004"/>
                </a:lnTo>
                <a:lnTo>
                  <a:pt x="184" y="18302"/>
                </a:lnTo>
                <a:lnTo>
                  <a:pt x="86" y="17600"/>
                </a:lnTo>
                <a:lnTo>
                  <a:pt x="36" y="16885"/>
                </a:lnTo>
                <a:lnTo>
                  <a:pt x="36" y="16144"/>
                </a:lnTo>
                <a:lnTo>
                  <a:pt x="30" y="15502"/>
                </a:lnTo>
                <a:lnTo>
                  <a:pt x="21" y="14852"/>
                </a:lnTo>
                <a:lnTo>
                  <a:pt x="21" y="14175"/>
                </a:lnTo>
                <a:lnTo>
                  <a:pt x="24" y="13498"/>
                </a:lnTo>
                <a:lnTo>
                  <a:pt x="36" y="12822"/>
                </a:lnTo>
                <a:lnTo>
                  <a:pt x="50" y="12146"/>
                </a:lnTo>
                <a:lnTo>
                  <a:pt x="62" y="11455"/>
                </a:lnTo>
                <a:lnTo>
                  <a:pt x="62" y="10763"/>
                </a:lnTo>
                <a:lnTo>
                  <a:pt x="59" y="10072"/>
                </a:lnTo>
                <a:lnTo>
                  <a:pt x="47" y="9381"/>
                </a:lnTo>
                <a:lnTo>
                  <a:pt x="33" y="8690"/>
                </a:lnTo>
                <a:lnTo>
                  <a:pt x="15" y="7998"/>
                </a:lnTo>
                <a:lnTo>
                  <a:pt x="18" y="7342"/>
                </a:lnTo>
                <a:lnTo>
                  <a:pt x="21" y="6686"/>
                </a:lnTo>
                <a:lnTo>
                  <a:pt x="27" y="6029"/>
                </a:lnTo>
                <a:lnTo>
                  <a:pt x="36" y="5372"/>
                </a:lnTo>
                <a:lnTo>
                  <a:pt x="18" y="4749"/>
                </a:lnTo>
                <a:lnTo>
                  <a:pt x="0" y="4115"/>
                </a:lnTo>
                <a:lnTo>
                  <a:pt x="45" y="3411"/>
                </a:lnTo>
                <a:lnTo>
                  <a:pt x="145" y="2859"/>
                </a:lnTo>
                <a:lnTo>
                  <a:pt x="380" y="2170"/>
                </a:lnTo>
                <a:lnTo>
                  <a:pt x="825" y="1057"/>
                </a:lnTo>
                <a:lnTo>
                  <a:pt x="2766" y="542"/>
                </a:lnTo>
                <a:lnTo>
                  <a:pt x="4612" y="212"/>
                </a:lnTo>
                <a:lnTo>
                  <a:pt x="6419" y="40"/>
                </a:lnTo>
                <a:lnTo>
                  <a:pt x="8257" y="0"/>
                </a:lnTo>
                <a:lnTo>
                  <a:pt x="10183" y="66"/>
                </a:lnTo>
                <a:lnTo>
                  <a:pt x="12260" y="213"/>
                </a:lnTo>
                <a:lnTo>
                  <a:pt x="14551" y="415"/>
                </a:lnTo>
                <a:close/>
              </a:path>
            </a:pathLst>
          </a:custGeom>
          <a:solidFill>
            <a:srgbClr val="7599C6"/>
          </a:solidFill>
          <a:ln>
            <a:noFill/>
          </a:ln>
        </p:spPr>
        <p:txBody>
          <a:bodyPr/>
          <a:lstStyle/>
          <a:p/>
        </p:txBody>
      </p:sp>
      <p:sp>
        <p:nvSpPr>
          <p:cNvPr id="6999" name="contour_06997"/>
          <p:cNvSpPr/>
          <p:nvPr/>
        </p:nvSpPr>
        <p:spPr>
          <a:xfrm>
            <a:off x="1876101" y="2210251"/>
            <a:ext cx="58304" cy="56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32"/>
                </a:moveTo>
                <a:lnTo>
                  <a:pt x="21365" y="3782"/>
                </a:lnTo>
                <a:lnTo>
                  <a:pt x="21114" y="5529"/>
                </a:lnTo>
                <a:lnTo>
                  <a:pt x="20855" y="7276"/>
                </a:lnTo>
                <a:lnTo>
                  <a:pt x="20588" y="9021"/>
                </a:lnTo>
                <a:lnTo>
                  <a:pt x="20304" y="10972"/>
                </a:lnTo>
                <a:lnTo>
                  <a:pt x="20018" y="12951"/>
                </a:lnTo>
                <a:lnTo>
                  <a:pt x="19464" y="14469"/>
                </a:lnTo>
                <a:lnTo>
                  <a:pt x="18900" y="16009"/>
                </a:lnTo>
                <a:lnTo>
                  <a:pt x="17115" y="16009"/>
                </a:lnTo>
                <a:lnTo>
                  <a:pt x="15320" y="16009"/>
                </a:lnTo>
                <a:lnTo>
                  <a:pt x="13500" y="16009"/>
                </a:lnTo>
                <a:lnTo>
                  <a:pt x="13500" y="17857"/>
                </a:lnTo>
                <a:lnTo>
                  <a:pt x="13500" y="19716"/>
                </a:lnTo>
                <a:lnTo>
                  <a:pt x="13500" y="21600"/>
                </a:lnTo>
                <a:lnTo>
                  <a:pt x="11491" y="21242"/>
                </a:lnTo>
                <a:lnTo>
                  <a:pt x="10066" y="20918"/>
                </a:lnTo>
                <a:lnTo>
                  <a:pt x="8834" y="20493"/>
                </a:lnTo>
                <a:lnTo>
                  <a:pt x="7409" y="19833"/>
                </a:lnTo>
                <a:lnTo>
                  <a:pt x="5400" y="18805"/>
                </a:lnTo>
                <a:lnTo>
                  <a:pt x="5230" y="17046"/>
                </a:lnTo>
                <a:lnTo>
                  <a:pt x="5192" y="15355"/>
                </a:lnTo>
                <a:lnTo>
                  <a:pt x="5262" y="13686"/>
                </a:lnTo>
                <a:lnTo>
                  <a:pt x="5419" y="11998"/>
                </a:lnTo>
                <a:lnTo>
                  <a:pt x="5643" y="10245"/>
                </a:lnTo>
                <a:lnTo>
                  <a:pt x="5522" y="8942"/>
                </a:lnTo>
                <a:lnTo>
                  <a:pt x="5400" y="7623"/>
                </a:lnTo>
                <a:lnTo>
                  <a:pt x="3804" y="6597"/>
                </a:lnTo>
                <a:lnTo>
                  <a:pt x="2708" y="5963"/>
                </a:lnTo>
                <a:lnTo>
                  <a:pt x="1609" y="5462"/>
                </a:lnTo>
                <a:lnTo>
                  <a:pt x="0" y="4828"/>
                </a:lnTo>
                <a:lnTo>
                  <a:pt x="1958" y="3570"/>
                </a:lnTo>
                <a:lnTo>
                  <a:pt x="3788" y="2505"/>
                </a:lnTo>
                <a:lnTo>
                  <a:pt x="5519" y="1630"/>
                </a:lnTo>
                <a:lnTo>
                  <a:pt x="7182" y="945"/>
                </a:lnTo>
                <a:lnTo>
                  <a:pt x="8805" y="444"/>
                </a:lnTo>
                <a:lnTo>
                  <a:pt x="10419" y="131"/>
                </a:lnTo>
                <a:lnTo>
                  <a:pt x="12055" y="0"/>
                </a:lnTo>
                <a:lnTo>
                  <a:pt x="13743" y="50"/>
                </a:lnTo>
                <a:lnTo>
                  <a:pt x="15512" y="280"/>
                </a:lnTo>
                <a:lnTo>
                  <a:pt x="17388" y="688"/>
                </a:lnTo>
                <a:lnTo>
                  <a:pt x="19410" y="1272"/>
                </a:lnTo>
                <a:lnTo>
                  <a:pt x="21600" y="2032"/>
                </a:lnTo>
                <a:close/>
              </a:path>
            </a:pathLst>
          </a:custGeom>
          <a:solidFill>
            <a:srgbClr val="D0C098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0" name="contour_06998"/>
          <p:cNvSpPr/>
          <p:nvPr/>
        </p:nvSpPr>
        <p:spPr>
          <a:xfrm>
            <a:off x="9980347" y="2128094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96" y="752"/>
                </a:lnTo>
                <a:lnTo>
                  <a:pt x="4408" y="1386"/>
                </a:lnTo>
                <a:lnTo>
                  <a:pt x="6091" y="1930"/>
                </a:lnTo>
                <a:lnTo>
                  <a:pt x="7495" y="2394"/>
                </a:lnTo>
                <a:lnTo>
                  <a:pt x="8669" y="2804"/>
                </a:lnTo>
                <a:lnTo>
                  <a:pt x="9668" y="3179"/>
                </a:lnTo>
                <a:lnTo>
                  <a:pt x="10543" y="3542"/>
                </a:lnTo>
                <a:lnTo>
                  <a:pt x="11344" y="3910"/>
                </a:lnTo>
                <a:lnTo>
                  <a:pt x="12125" y="4306"/>
                </a:lnTo>
                <a:lnTo>
                  <a:pt x="12935" y="4745"/>
                </a:lnTo>
                <a:lnTo>
                  <a:pt x="13826" y="5256"/>
                </a:lnTo>
                <a:lnTo>
                  <a:pt x="14850" y="5850"/>
                </a:lnTo>
                <a:lnTo>
                  <a:pt x="16405" y="6494"/>
                </a:lnTo>
                <a:lnTo>
                  <a:pt x="17464" y="6808"/>
                </a:lnTo>
                <a:lnTo>
                  <a:pt x="18284" y="6772"/>
                </a:lnTo>
                <a:lnTo>
                  <a:pt x="19127" y="6383"/>
                </a:lnTo>
                <a:lnTo>
                  <a:pt x="20250" y="5623"/>
                </a:lnTo>
                <a:lnTo>
                  <a:pt x="20920" y="4619"/>
                </a:lnTo>
                <a:lnTo>
                  <a:pt x="21600" y="3600"/>
                </a:lnTo>
                <a:lnTo>
                  <a:pt x="21600" y="5738"/>
                </a:lnTo>
                <a:lnTo>
                  <a:pt x="21600" y="7884"/>
                </a:lnTo>
                <a:lnTo>
                  <a:pt x="21600" y="10037"/>
                </a:lnTo>
                <a:lnTo>
                  <a:pt x="21600" y="12208"/>
                </a:lnTo>
                <a:lnTo>
                  <a:pt x="21600" y="14400"/>
                </a:lnTo>
                <a:lnTo>
                  <a:pt x="20410" y="14400"/>
                </a:lnTo>
                <a:lnTo>
                  <a:pt x="19213" y="14400"/>
                </a:lnTo>
                <a:lnTo>
                  <a:pt x="18000" y="14400"/>
                </a:lnTo>
                <a:lnTo>
                  <a:pt x="18000" y="16780"/>
                </a:lnTo>
                <a:lnTo>
                  <a:pt x="18000" y="19174"/>
                </a:lnTo>
                <a:lnTo>
                  <a:pt x="18000" y="21600"/>
                </a:lnTo>
                <a:lnTo>
                  <a:pt x="16931" y="21600"/>
                </a:lnTo>
                <a:lnTo>
                  <a:pt x="15858" y="21600"/>
                </a:lnTo>
                <a:lnTo>
                  <a:pt x="14782" y="21600"/>
                </a:lnTo>
                <a:lnTo>
                  <a:pt x="13696" y="21600"/>
                </a:lnTo>
                <a:lnTo>
                  <a:pt x="12600" y="21600"/>
                </a:lnTo>
                <a:lnTo>
                  <a:pt x="12600" y="19220"/>
                </a:lnTo>
                <a:lnTo>
                  <a:pt x="12600" y="16826"/>
                </a:lnTo>
                <a:lnTo>
                  <a:pt x="12600" y="14400"/>
                </a:lnTo>
                <a:lnTo>
                  <a:pt x="11459" y="14652"/>
                </a:lnTo>
                <a:lnTo>
                  <a:pt x="10301" y="14908"/>
                </a:lnTo>
                <a:lnTo>
                  <a:pt x="9049" y="15059"/>
                </a:lnTo>
                <a:lnTo>
                  <a:pt x="7828" y="15170"/>
                </a:lnTo>
                <a:lnTo>
                  <a:pt x="6629" y="15221"/>
                </a:lnTo>
                <a:lnTo>
                  <a:pt x="5441" y="15188"/>
                </a:lnTo>
                <a:lnTo>
                  <a:pt x="4248" y="15055"/>
                </a:lnTo>
                <a:lnTo>
                  <a:pt x="3038" y="14800"/>
                </a:lnTo>
                <a:lnTo>
                  <a:pt x="1800" y="14400"/>
                </a:lnTo>
                <a:lnTo>
                  <a:pt x="1114" y="12128"/>
                </a:lnTo>
                <a:lnTo>
                  <a:pt x="630" y="9857"/>
                </a:lnTo>
                <a:lnTo>
                  <a:pt x="311" y="7546"/>
                </a:lnTo>
                <a:lnTo>
                  <a:pt x="124" y="5159"/>
                </a:lnTo>
                <a:lnTo>
                  <a:pt x="31" y="2657"/>
                </a:lnTo>
                <a:lnTo>
                  <a:pt x="0" y="0"/>
                </a:lnTo>
                <a:close/>
              </a:path>
            </a:pathLst>
          </a:custGeom>
          <a:solidFill>
            <a:srgbClr val="AFB3B6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1" name="contour_06999"/>
          <p:cNvSpPr/>
          <p:nvPr/>
        </p:nvSpPr>
        <p:spPr>
          <a:xfrm>
            <a:off x="5374336" y="2077078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535"/>
                </a:lnTo>
                <a:lnTo>
                  <a:pt x="18342" y="1072"/>
                </a:lnTo>
                <a:lnTo>
                  <a:pt x="19418" y="1609"/>
                </a:lnTo>
                <a:lnTo>
                  <a:pt x="20504" y="2152"/>
                </a:lnTo>
                <a:lnTo>
                  <a:pt x="21600" y="2700"/>
                </a:lnTo>
                <a:lnTo>
                  <a:pt x="21263" y="4452"/>
                </a:lnTo>
                <a:lnTo>
                  <a:pt x="20894" y="6110"/>
                </a:lnTo>
                <a:lnTo>
                  <a:pt x="20477" y="7684"/>
                </a:lnTo>
                <a:lnTo>
                  <a:pt x="19993" y="9196"/>
                </a:lnTo>
                <a:lnTo>
                  <a:pt x="19429" y="10657"/>
                </a:lnTo>
                <a:lnTo>
                  <a:pt x="18770" y="12088"/>
                </a:lnTo>
                <a:lnTo>
                  <a:pt x="18000" y="13500"/>
                </a:lnTo>
                <a:lnTo>
                  <a:pt x="16798" y="13983"/>
                </a:lnTo>
                <a:lnTo>
                  <a:pt x="15611" y="14383"/>
                </a:lnTo>
                <a:lnTo>
                  <a:pt x="14434" y="14704"/>
                </a:lnTo>
                <a:lnTo>
                  <a:pt x="13257" y="14963"/>
                </a:lnTo>
                <a:lnTo>
                  <a:pt x="12065" y="15169"/>
                </a:lnTo>
                <a:lnTo>
                  <a:pt x="10854" y="15331"/>
                </a:lnTo>
                <a:lnTo>
                  <a:pt x="9612" y="15463"/>
                </a:lnTo>
                <a:lnTo>
                  <a:pt x="8199" y="15933"/>
                </a:lnTo>
                <a:lnTo>
                  <a:pt x="7348" y="16454"/>
                </a:lnTo>
                <a:lnTo>
                  <a:pt x="6718" y="17353"/>
                </a:lnTo>
                <a:lnTo>
                  <a:pt x="5969" y="18962"/>
                </a:lnTo>
                <a:lnTo>
                  <a:pt x="5827" y="19621"/>
                </a:lnTo>
                <a:lnTo>
                  <a:pt x="5400" y="21600"/>
                </a:lnTo>
                <a:lnTo>
                  <a:pt x="5400" y="19815"/>
                </a:lnTo>
                <a:lnTo>
                  <a:pt x="5400" y="18020"/>
                </a:lnTo>
                <a:lnTo>
                  <a:pt x="5400" y="16200"/>
                </a:lnTo>
                <a:lnTo>
                  <a:pt x="4331" y="16200"/>
                </a:lnTo>
                <a:lnTo>
                  <a:pt x="3258" y="16200"/>
                </a:lnTo>
                <a:lnTo>
                  <a:pt x="2182" y="16200"/>
                </a:lnTo>
                <a:lnTo>
                  <a:pt x="1096" y="16200"/>
                </a:lnTo>
                <a:lnTo>
                  <a:pt x="0" y="16200"/>
                </a:lnTo>
                <a:lnTo>
                  <a:pt x="227" y="14248"/>
                </a:lnTo>
                <a:lnTo>
                  <a:pt x="434" y="12849"/>
                </a:lnTo>
                <a:lnTo>
                  <a:pt x="707" y="11618"/>
                </a:lnTo>
                <a:lnTo>
                  <a:pt x="1134" y="10165"/>
                </a:lnTo>
                <a:lnTo>
                  <a:pt x="1800" y="8100"/>
                </a:lnTo>
                <a:lnTo>
                  <a:pt x="3071" y="7598"/>
                </a:lnTo>
                <a:lnTo>
                  <a:pt x="4273" y="7185"/>
                </a:lnTo>
                <a:lnTo>
                  <a:pt x="5441" y="6853"/>
                </a:lnTo>
                <a:lnTo>
                  <a:pt x="6613" y="6588"/>
                </a:lnTo>
                <a:lnTo>
                  <a:pt x="7825" y="6388"/>
                </a:lnTo>
                <a:lnTo>
                  <a:pt x="9112" y="6242"/>
                </a:lnTo>
                <a:lnTo>
                  <a:pt x="10134" y="6105"/>
                </a:lnTo>
                <a:lnTo>
                  <a:pt x="11169" y="5964"/>
                </a:lnTo>
                <a:lnTo>
                  <a:pt x="12425" y="5805"/>
                </a:lnTo>
                <a:lnTo>
                  <a:pt x="13684" y="5662"/>
                </a:lnTo>
                <a:lnTo>
                  <a:pt x="14942" y="5527"/>
                </a:lnTo>
                <a:lnTo>
                  <a:pt x="16200" y="5400"/>
                </a:lnTo>
                <a:lnTo>
                  <a:pt x="16200" y="3615"/>
                </a:lnTo>
                <a:lnTo>
                  <a:pt x="16200" y="1820"/>
                </a:lnTo>
                <a:lnTo>
                  <a:pt x="16200" y="0"/>
                </a:lnTo>
                <a:close/>
              </a:path>
            </a:pathLst>
          </a:custGeom>
          <a:solidFill>
            <a:srgbClr val="5958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2" name="contour_07000"/>
          <p:cNvSpPr/>
          <p:nvPr/>
        </p:nvSpPr>
        <p:spPr>
          <a:xfrm>
            <a:off x="10002211" y="2077078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988" y="2462"/>
                </a:lnTo>
                <a:lnTo>
                  <a:pt x="12881" y="4388"/>
                </a:lnTo>
                <a:lnTo>
                  <a:pt x="13522" y="5932"/>
                </a:lnTo>
                <a:lnTo>
                  <a:pt x="13950" y="7258"/>
                </a:lnTo>
                <a:lnTo>
                  <a:pt x="14211" y="8516"/>
                </a:lnTo>
                <a:lnTo>
                  <a:pt x="14344" y="9871"/>
                </a:lnTo>
                <a:lnTo>
                  <a:pt x="14393" y="11480"/>
                </a:lnTo>
                <a:lnTo>
                  <a:pt x="14400" y="13500"/>
                </a:lnTo>
                <a:lnTo>
                  <a:pt x="15583" y="14170"/>
                </a:lnTo>
                <a:lnTo>
                  <a:pt x="16517" y="14518"/>
                </a:lnTo>
                <a:lnTo>
                  <a:pt x="18000" y="14850"/>
                </a:lnTo>
                <a:lnTo>
                  <a:pt x="19483" y="15182"/>
                </a:lnTo>
                <a:lnTo>
                  <a:pt x="20417" y="15530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20560" y="21098"/>
                </a:lnTo>
                <a:lnTo>
                  <a:pt x="19512" y="20593"/>
                </a:lnTo>
                <a:lnTo>
                  <a:pt x="18450" y="20083"/>
                </a:lnTo>
                <a:lnTo>
                  <a:pt x="17078" y="19637"/>
                </a:lnTo>
                <a:lnTo>
                  <a:pt x="15790" y="19381"/>
                </a:lnTo>
                <a:lnTo>
                  <a:pt x="14560" y="19302"/>
                </a:lnTo>
                <a:lnTo>
                  <a:pt x="13369" y="19381"/>
                </a:lnTo>
                <a:lnTo>
                  <a:pt x="12191" y="19605"/>
                </a:lnTo>
                <a:lnTo>
                  <a:pt x="11009" y="19956"/>
                </a:lnTo>
                <a:lnTo>
                  <a:pt x="9797" y="20415"/>
                </a:lnTo>
                <a:lnTo>
                  <a:pt x="8536" y="20968"/>
                </a:lnTo>
                <a:lnTo>
                  <a:pt x="7200" y="21600"/>
                </a:lnTo>
                <a:lnTo>
                  <a:pt x="7200" y="19815"/>
                </a:lnTo>
                <a:lnTo>
                  <a:pt x="7200" y="18020"/>
                </a:lnTo>
                <a:lnTo>
                  <a:pt x="7200" y="16200"/>
                </a:lnTo>
                <a:lnTo>
                  <a:pt x="6017" y="15393"/>
                </a:lnTo>
                <a:lnTo>
                  <a:pt x="5083" y="14955"/>
                </a:lnTo>
                <a:lnTo>
                  <a:pt x="3600" y="14512"/>
                </a:lnTo>
                <a:lnTo>
                  <a:pt x="2596" y="14207"/>
                </a:lnTo>
                <a:lnTo>
                  <a:pt x="1575" y="13900"/>
                </a:lnTo>
                <a:lnTo>
                  <a:pt x="792" y="13700"/>
                </a:lnTo>
                <a:lnTo>
                  <a:pt x="0" y="13500"/>
                </a:lnTo>
                <a:lnTo>
                  <a:pt x="1231" y="13824"/>
                </a:lnTo>
                <a:lnTo>
                  <a:pt x="2128" y="13986"/>
                </a:lnTo>
                <a:lnTo>
                  <a:pt x="2948" y="13986"/>
                </a:lnTo>
                <a:lnTo>
                  <a:pt x="3953" y="13824"/>
                </a:lnTo>
                <a:lnTo>
                  <a:pt x="5400" y="13500"/>
                </a:lnTo>
                <a:lnTo>
                  <a:pt x="6093" y="11931"/>
                </a:lnTo>
                <a:lnTo>
                  <a:pt x="6698" y="10349"/>
                </a:lnTo>
                <a:lnTo>
                  <a:pt x="7240" y="8732"/>
                </a:lnTo>
                <a:lnTo>
                  <a:pt x="7742" y="7066"/>
                </a:lnTo>
                <a:lnTo>
                  <a:pt x="8226" y="5327"/>
                </a:lnTo>
                <a:lnTo>
                  <a:pt x="8701" y="3766"/>
                </a:lnTo>
                <a:lnTo>
                  <a:pt x="9128" y="2692"/>
                </a:lnTo>
                <a:lnTo>
                  <a:pt x="9747" y="1601"/>
                </a:lnTo>
                <a:lnTo>
                  <a:pt x="10800" y="0"/>
                </a:lnTo>
                <a:close/>
              </a:path>
            </a:pathLst>
          </a:custGeom>
          <a:solidFill>
            <a:srgbClr val="909294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3" name="contour_07001"/>
          <p:cNvSpPr/>
          <p:nvPr/>
        </p:nvSpPr>
        <p:spPr>
          <a:xfrm>
            <a:off x="622566" y="2011486"/>
            <a:ext cx="87456" cy="470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08" y="304"/>
                </a:lnTo>
                <a:lnTo>
                  <a:pt x="2416" y="616"/>
                </a:lnTo>
                <a:lnTo>
                  <a:pt x="3622" y="930"/>
                </a:lnTo>
                <a:lnTo>
                  <a:pt x="4826" y="1248"/>
                </a:lnTo>
                <a:lnTo>
                  <a:pt x="6030" y="1576"/>
                </a:lnTo>
                <a:lnTo>
                  <a:pt x="7232" y="1907"/>
                </a:lnTo>
                <a:lnTo>
                  <a:pt x="8435" y="2245"/>
                </a:lnTo>
                <a:lnTo>
                  <a:pt x="9635" y="2593"/>
                </a:lnTo>
                <a:lnTo>
                  <a:pt x="10836" y="2951"/>
                </a:lnTo>
                <a:lnTo>
                  <a:pt x="12037" y="3316"/>
                </a:lnTo>
                <a:lnTo>
                  <a:pt x="13234" y="3694"/>
                </a:lnTo>
                <a:lnTo>
                  <a:pt x="14432" y="4082"/>
                </a:lnTo>
                <a:lnTo>
                  <a:pt x="15628" y="4483"/>
                </a:lnTo>
                <a:lnTo>
                  <a:pt x="16825" y="4895"/>
                </a:lnTo>
                <a:lnTo>
                  <a:pt x="18020" y="5323"/>
                </a:lnTo>
                <a:lnTo>
                  <a:pt x="19213" y="5765"/>
                </a:lnTo>
                <a:lnTo>
                  <a:pt x="20407" y="6220"/>
                </a:lnTo>
                <a:lnTo>
                  <a:pt x="21600" y="6691"/>
                </a:lnTo>
                <a:lnTo>
                  <a:pt x="21517" y="9110"/>
                </a:lnTo>
                <a:lnTo>
                  <a:pt x="21384" y="11412"/>
                </a:lnTo>
                <a:lnTo>
                  <a:pt x="21172" y="13630"/>
                </a:lnTo>
                <a:lnTo>
                  <a:pt x="20855" y="15795"/>
                </a:lnTo>
                <a:lnTo>
                  <a:pt x="20407" y="17933"/>
                </a:lnTo>
                <a:lnTo>
                  <a:pt x="19800" y="20074"/>
                </a:lnTo>
                <a:lnTo>
                  <a:pt x="18473" y="20874"/>
                </a:lnTo>
                <a:lnTo>
                  <a:pt x="17192" y="21376"/>
                </a:lnTo>
                <a:lnTo>
                  <a:pt x="15937" y="21600"/>
                </a:lnTo>
                <a:lnTo>
                  <a:pt x="14690" y="21560"/>
                </a:lnTo>
                <a:lnTo>
                  <a:pt x="13432" y="21282"/>
                </a:lnTo>
                <a:lnTo>
                  <a:pt x="12141" y="20780"/>
                </a:lnTo>
                <a:lnTo>
                  <a:pt x="10800" y="20074"/>
                </a:lnTo>
                <a:lnTo>
                  <a:pt x="9970" y="18535"/>
                </a:lnTo>
                <a:lnTo>
                  <a:pt x="9223" y="16973"/>
                </a:lnTo>
                <a:lnTo>
                  <a:pt x="8539" y="15370"/>
                </a:lnTo>
                <a:lnTo>
                  <a:pt x="7895" y="13704"/>
                </a:lnTo>
                <a:lnTo>
                  <a:pt x="7270" y="11958"/>
                </a:lnTo>
                <a:lnTo>
                  <a:pt x="6644" y="10114"/>
                </a:lnTo>
                <a:lnTo>
                  <a:pt x="5854" y="8143"/>
                </a:lnTo>
                <a:lnTo>
                  <a:pt x="5022" y="6454"/>
                </a:lnTo>
                <a:lnTo>
                  <a:pt x="4144" y="4975"/>
                </a:lnTo>
                <a:lnTo>
                  <a:pt x="3209" y="3654"/>
                </a:lnTo>
                <a:lnTo>
                  <a:pt x="2212" y="2426"/>
                </a:lnTo>
                <a:lnTo>
                  <a:pt x="1145" y="1228"/>
                </a:lnTo>
                <a:lnTo>
                  <a:pt x="0" y="0"/>
                </a:lnTo>
                <a:close/>
              </a:path>
            </a:pathLst>
          </a:custGeom>
          <a:solidFill>
            <a:srgbClr val="3C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4" name="contour_07002"/>
          <p:cNvSpPr/>
          <p:nvPr/>
        </p:nvSpPr>
        <p:spPr>
          <a:xfrm>
            <a:off x="7138030" y="1996910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6050" y="0"/>
                </a:lnTo>
                <a:lnTo>
                  <a:pt x="17149" y="0"/>
                </a:lnTo>
                <a:lnTo>
                  <a:pt x="18252" y="0"/>
                </a:lnTo>
                <a:lnTo>
                  <a:pt x="19360" y="0"/>
                </a:lnTo>
                <a:lnTo>
                  <a:pt x="20475" y="0"/>
                </a:lnTo>
                <a:lnTo>
                  <a:pt x="21600" y="0"/>
                </a:lnTo>
                <a:lnTo>
                  <a:pt x="21436" y="2138"/>
                </a:lnTo>
                <a:lnTo>
                  <a:pt x="21271" y="4280"/>
                </a:lnTo>
                <a:lnTo>
                  <a:pt x="21107" y="6421"/>
                </a:lnTo>
                <a:lnTo>
                  <a:pt x="20940" y="8566"/>
                </a:lnTo>
                <a:lnTo>
                  <a:pt x="20776" y="10720"/>
                </a:lnTo>
                <a:lnTo>
                  <a:pt x="20610" y="12877"/>
                </a:lnTo>
                <a:lnTo>
                  <a:pt x="20444" y="15043"/>
                </a:lnTo>
                <a:lnTo>
                  <a:pt x="20276" y="17218"/>
                </a:lnTo>
                <a:lnTo>
                  <a:pt x="20108" y="19403"/>
                </a:lnTo>
                <a:lnTo>
                  <a:pt x="19938" y="21600"/>
                </a:lnTo>
                <a:lnTo>
                  <a:pt x="18809" y="21079"/>
                </a:lnTo>
                <a:lnTo>
                  <a:pt x="17677" y="20554"/>
                </a:lnTo>
                <a:lnTo>
                  <a:pt x="16547" y="20029"/>
                </a:lnTo>
                <a:lnTo>
                  <a:pt x="15417" y="19499"/>
                </a:lnTo>
                <a:lnTo>
                  <a:pt x="14289" y="18968"/>
                </a:lnTo>
                <a:lnTo>
                  <a:pt x="13159" y="18434"/>
                </a:lnTo>
                <a:lnTo>
                  <a:pt x="12031" y="17897"/>
                </a:lnTo>
                <a:lnTo>
                  <a:pt x="10903" y="17357"/>
                </a:lnTo>
                <a:lnTo>
                  <a:pt x="10044" y="16968"/>
                </a:lnTo>
                <a:lnTo>
                  <a:pt x="9180" y="16573"/>
                </a:lnTo>
                <a:lnTo>
                  <a:pt x="8304" y="16175"/>
                </a:lnTo>
                <a:lnTo>
                  <a:pt x="7940" y="15999"/>
                </a:lnTo>
                <a:lnTo>
                  <a:pt x="7296" y="15688"/>
                </a:lnTo>
                <a:lnTo>
                  <a:pt x="5822" y="14972"/>
                </a:lnTo>
                <a:lnTo>
                  <a:pt x="4684" y="14435"/>
                </a:lnTo>
                <a:lnTo>
                  <a:pt x="3527" y="13892"/>
                </a:lnTo>
                <a:lnTo>
                  <a:pt x="2432" y="12945"/>
                </a:lnTo>
                <a:lnTo>
                  <a:pt x="1758" y="12130"/>
                </a:lnTo>
                <a:lnTo>
                  <a:pt x="1231" y="10997"/>
                </a:lnTo>
                <a:lnTo>
                  <a:pt x="572" y="9094"/>
                </a:lnTo>
                <a:lnTo>
                  <a:pt x="287" y="7643"/>
                </a:lnTo>
                <a:lnTo>
                  <a:pt x="0" y="6171"/>
                </a:lnTo>
                <a:lnTo>
                  <a:pt x="1102" y="6437"/>
                </a:lnTo>
                <a:lnTo>
                  <a:pt x="2203" y="6705"/>
                </a:lnTo>
                <a:lnTo>
                  <a:pt x="3303" y="6974"/>
                </a:lnTo>
                <a:lnTo>
                  <a:pt x="4403" y="7248"/>
                </a:lnTo>
                <a:lnTo>
                  <a:pt x="5503" y="7523"/>
                </a:lnTo>
                <a:lnTo>
                  <a:pt x="5958" y="7634"/>
                </a:lnTo>
                <a:lnTo>
                  <a:pt x="6762" y="7832"/>
                </a:lnTo>
                <a:lnTo>
                  <a:pt x="8600" y="8282"/>
                </a:lnTo>
                <a:lnTo>
                  <a:pt x="9644" y="8640"/>
                </a:lnTo>
                <a:lnTo>
                  <a:pt x="10664" y="9041"/>
                </a:lnTo>
                <a:lnTo>
                  <a:pt x="11667" y="9485"/>
                </a:lnTo>
                <a:lnTo>
                  <a:pt x="12659" y="9970"/>
                </a:lnTo>
                <a:lnTo>
                  <a:pt x="13645" y="10498"/>
                </a:lnTo>
                <a:lnTo>
                  <a:pt x="14628" y="11068"/>
                </a:lnTo>
                <a:lnTo>
                  <a:pt x="15617" y="11683"/>
                </a:lnTo>
                <a:lnTo>
                  <a:pt x="16615" y="12343"/>
                </a:lnTo>
                <a:lnTo>
                  <a:pt x="16341" y="10306"/>
                </a:lnTo>
                <a:lnTo>
                  <a:pt x="16067" y="8267"/>
                </a:lnTo>
                <a:lnTo>
                  <a:pt x="15791" y="6218"/>
                </a:lnTo>
                <a:lnTo>
                  <a:pt x="15514" y="4160"/>
                </a:lnTo>
                <a:lnTo>
                  <a:pt x="15235" y="2089"/>
                </a:lnTo>
                <a:lnTo>
                  <a:pt x="14954" y="0"/>
                </a:lnTo>
                <a:close/>
              </a:path>
            </a:pathLst>
          </a:custGeom>
          <a:solidFill>
            <a:srgbClr val="B8BABA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5" name="contour_07003"/>
          <p:cNvSpPr/>
          <p:nvPr/>
        </p:nvSpPr>
        <p:spPr>
          <a:xfrm>
            <a:off x="10133395" y="2011486"/>
            <a:ext cx="44945" cy="583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8" y="388"/>
                </a:lnTo>
                <a:lnTo>
                  <a:pt x="4354" y="782"/>
                </a:lnTo>
                <a:lnTo>
                  <a:pt x="6567" y="1181"/>
                </a:lnTo>
                <a:lnTo>
                  <a:pt x="7485" y="1346"/>
                </a:lnTo>
                <a:lnTo>
                  <a:pt x="10262" y="1844"/>
                </a:lnTo>
                <a:lnTo>
                  <a:pt x="13996" y="2702"/>
                </a:lnTo>
                <a:lnTo>
                  <a:pt x="16423" y="3317"/>
                </a:lnTo>
                <a:lnTo>
                  <a:pt x="18059" y="3856"/>
                </a:lnTo>
                <a:lnTo>
                  <a:pt x="19414" y="4490"/>
                </a:lnTo>
                <a:lnTo>
                  <a:pt x="21015" y="5393"/>
                </a:lnTo>
                <a:lnTo>
                  <a:pt x="21348" y="7284"/>
                </a:lnTo>
                <a:lnTo>
                  <a:pt x="21533" y="8659"/>
                </a:lnTo>
                <a:lnTo>
                  <a:pt x="21600" y="9916"/>
                </a:lnTo>
                <a:lnTo>
                  <a:pt x="21568" y="11447"/>
                </a:lnTo>
                <a:lnTo>
                  <a:pt x="21453" y="13650"/>
                </a:lnTo>
                <a:lnTo>
                  <a:pt x="21390" y="15131"/>
                </a:lnTo>
                <a:lnTo>
                  <a:pt x="21327" y="16619"/>
                </a:lnTo>
                <a:lnTo>
                  <a:pt x="21260" y="18129"/>
                </a:lnTo>
                <a:lnTo>
                  <a:pt x="21201" y="18984"/>
                </a:lnTo>
                <a:lnTo>
                  <a:pt x="21015" y="21573"/>
                </a:lnTo>
                <a:lnTo>
                  <a:pt x="18616" y="21600"/>
                </a:lnTo>
                <a:lnTo>
                  <a:pt x="16318" y="21568"/>
                </a:lnTo>
                <a:lnTo>
                  <a:pt x="14105" y="21454"/>
                </a:lnTo>
                <a:lnTo>
                  <a:pt x="11947" y="21239"/>
                </a:lnTo>
                <a:lnTo>
                  <a:pt x="9835" y="20893"/>
                </a:lnTo>
                <a:lnTo>
                  <a:pt x="7734" y="20400"/>
                </a:lnTo>
                <a:lnTo>
                  <a:pt x="5632" y="19737"/>
                </a:lnTo>
                <a:lnTo>
                  <a:pt x="3503" y="18876"/>
                </a:lnTo>
                <a:lnTo>
                  <a:pt x="2742" y="17013"/>
                </a:lnTo>
                <a:lnTo>
                  <a:pt x="2105" y="15152"/>
                </a:lnTo>
                <a:lnTo>
                  <a:pt x="1576" y="13292"/>
                </a:lnTo>
                <a:lnTo>
                  <a:pt x="1149" y="11428"/>
                </a:lnTo>
                <a:lnTo>
                  <a:pt x="809" y="9560"/>
                </a:lnTo>
                <a:lnTo>
                  <a:pt x="546" y="7680"/>
                </a:lnTo>
                <a:lnTo>
                  <a:pt x="343" y="5787"/>
                </a:lnTo>
                <a:lnTo>
                  <a:pt x="193" y="3878"/>
                </a:lnTo>
                <a:lnTo>
                  <a:pt x="84" y="1950"/>
                </a:lnTo>
                <a:lnTo>
                  <a:pt x="0" y="0"/>
                </a:lnTo>
                <a:close/>
              </a:path>
            </a:pathLst>
          </a:custGeom>
          <a:solidFill>
            <a:srgbClr val="F1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6" name="contour_07004"/>
          <p:cNvSpPr/>
          <p:nvPr/>
        </p:nvSpPr>
        <p:spPr>
          <a:xfrm>
            <a:off x="7247073" y="1982334"/>
            <a:ext cx="5401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39" y="0"/>
                </a:moveTo>
                <a:lnTo>
                  <a:pt x="6300" y="837"/>
                </a:lnTo>
                <a:lnTo>
                  <a:pt x="6668" y="1688"/>
                </a:lnTo>
                <a:lnTo>
                  <a:pt x="8308" y="3044"/>
                </a:lnTo>
                <a:lnTo>
                  <a:pt x="9582" y="3616"/>
                </a:lnTo>
                <a:lnTo>
                  <a:pt x="11590" y="3892"/>
                </a:lnTo>
                <a:lnTo>
                  <a:pt x="13169" y="3998"/>
                </a:lnTo>
                <a:lnTo>
                  <a:pt x="14772" y="4106"/>
                </a:lnTo>
                <a:lnTo>
                  <a:pt x="17098" y="4451"/>
                </a:lnTo>
                <a:lnTo>
                  <a:pt x="18584" y="4786"/>
                </a:lnTo>
                <a:lnTo>
                  <a:pt x="20510" y="5400"/>
                </a:lnTo>
                <a:lnTo>
                  <a:pt x="21064" y="6565"/>
                </a:lnTo>
                <a:lnTo>
                  <a:pt x="21405" y="7724"/>
                </a:lnTo>
                <a:lnTo>
                  <a:pt x="21571" y="8879"/>
                </a:lnTo>
                <a:lnTo>
                  <a:pt x="21600" y="10042"/>
                </a:lnTo>
                <a:lnTo>
                  <a:pt x="21530" y="11214"/>
                </a:lnTo>
                <a:lnTo>
                  <a:pt x="21396" y="12402"/>
                </a:lnTo>
                <a:lnTo>
                  <a:pt x="21239" y="13612"/>
                </a:lnTo>
                <a:lnTo>
                  <a:pt x="21160" y="14762"/>
                </a:lnTo>
                <a:lnTo>
                  <a:pt x="21078" y="15930"/>
                </a:lnTo>
                <a:lnTo>
                  <a:pt x="20988" y="17064"/>
                </a:lnTo>
                <a:lnTo>
                  <a:pt x="20883" y="18200"/>
                </a:lnTo>
                <a:lnTo>
                  <a:pt x="20767" y="19334"/>
                </a:lnTo>
                <a:lnTo>
                  <a:pt x="20641" y="20466"/>
                </a:lnTo>
                <a:lnTo>
                  <a:pt x="20510" y="21600"/>
                </a:lnTo>
                <a:lnTo>
                  <a:pt x="19065" y="21600"/>
                </a:lnTo>
                <a:lnTo>
                  <a:pt x="17596" y="21600"/>
                </a:lnTo>
                <a:lnTo>
                  <a:pt x="17596" y="20327"/>
                </a:lnTo>
                <a:lnTo>
                  <a:pt x="17596" y="19053"/>
                </a:lnTo>
                <a:lnTo>
                  <a:pt x="17596" y="17775"/>
                </a:lnTo>
                <a:lnTo>
                  <a:pt x="17596" y="16492"/>
                </a:lnTo>
                <a:lnTo>
                  <a:pt x="17596" y="15203"/>
                </a:lnTo>
                <a:lnTo>
                  <a:pt x="17596" y="13907"/>
                </a:lnTo>
                <a:lnTo>
                  <a:pt x="17596" y="12600"/>
                </a:lnTo>
                <a:lnTo>
                  <a:pt x="15836" y="12712"/>
                </a:lnTo>
                <a:lnTo>
                  <a:pt x="14070" y="12823"/>
                </a:lnTo>
                <a:lnTo>
                  <a:pt x="12292" y="12937"/>
                </a:lnTo>
                <a:lnTo>
                  <a:pt x="10491" y="13050"/>
                </a:lnTo>
                <a:lnTo>
                  <a:pt x="8122" y="13046"/>
                </a:lnTo>
                <a:lnTo>
                  <a:pt x="6554" y="13000"/>
                </a:lnTo>
                <a:lnTo>
                  <a:pt x="5088" y="12865"/>
                </a:lnTo>
                <a:lnTo>
                  <a:pt x="3025" y="12600"/>
                </a:lnTo>
                <a:lnTo>
                  <a:pt x="1778" y="11482"/>
                </a:lnTo>
                <a:lnTo>
                  <a:pt x="900" y="10361"/>
                </a:lnTo>
                <a:lnTo>
                  <a:pt x="344" y="9214"/>
                </a:lnTo>
                <a:lnTo>
                  <a:pt x="61" y="8021"/>
                </a:lnTo>
                <a:lnTo>
                  <a:pt x="0" y="6757"/>
                </a:lnTo>
                <a:lnTo>
                  <a:pt x="111" y="5400"/>
                </a:lnTo>
                <a:lnTo>
                  <a:pt x="1276" y="4063"/>
                </a:lnTo>
                <a:lnTo>
                  <a:pt x="2148" y="3100"/>
                </a:lnTo>
                <a:lnTo>
                  <a:pt x="2888" y="2362"/>
                </a:lnTo>
                <a:lnTo>
                  <a:pt x="3660" y="1699"/>
                </a:lnTo>
                <a:lnTo>
                  <a:pt x="4622" y="963"/>
                </a:lnTo>
                <a:lnTo>
                  <a:pt x="5939" y="0"/>
                </a:lnTo>
                <a:close/>
              </a:path>
            </a:pathLst>
          </a:custGeom>
          <a:solidFill>
            <a:srgbClr val="E4E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7" name="contour_07005"/>
          <p:cNvSpPr/>
          <p:nvPr/>
        </p:nvSpPr>
        <p:spPr>
          <a:xfrm>
            <a:off x="11350489" y="1990627"/>
            <a:ext cx="102032" cy="354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43" y="1333"/>
                </a:moveTo>
                <a:lnTo>
                  <a:pt x="15521" y="1506"/>
                </a:lnTo>
                <a:lnTo>
                  <a:pt x="16965" y="2035"/>
                </a:lnTo>
                <a:lnTo>
                  <a:pt x="17893" y="2377"/>
                </a:lnTo>
                <a:lnTo>
                  <a:pt x="18820" y="2732"/>
                </a:lnTo>
                <a:lnTo>
                  <a:pt x="19747" y="3097"/>
                </a:lnTo>
                <a:lnTo>
                  <a:pt x="20673" y="3461"/>
                </a:lnTo>
                <a:lnTo>
                  <a:pt x="21600" y="3830"/>
                </a:lnTo>
                <a:lnTo>
                  <a:pt x="21426" y="7193"/>
                </a:lnTo>
                <a:lnTo>
                  <a:pt x="21257" y="9569"/>
                </a:lnTo>
                <a:lnTo>
                  <a:pt x="21023" y="11595"/>
                </a:lnTo>
                <a:lnTo>
                  <a:pt x="20648" y="13910"/>
                </a:lnTo>
                <a:lnTo>
                  <a:pt x="20057" y="17157"/>
                </a:lnTo>
                <a:lnTo>
                  <a:pt x="19048" y="17406"/>
                </a:lnTo>
                <a:lnTo>
                  <a:pt x="18051" y="17402"/>
                </a:lnTo>
                <a:lnTo>
                  <a:pt x="17062" y="17193"/>
                </a:lnTo>
                <a:lnTo>
                  <a:pt x="16078" y="16820"/>
                </a:lnTo>
                <a:lnTo>
                  <a:pt x="15094" y="16335"/>
                </a:lnTo>
                <a:lnTo>
                  <a:pt x="14108" y="15785"/>
                </a:lnTo>
                <a:lnTo>
                  <a:pt x="13114" y="15212"/>
                </a:lnTo>
                <a:lnTo>
                  <a:pt x="12164" y="14710"/>
                </a:lnTo>
                <a:lnTo>
                  <a:pt x="11212" y="14216"/>
                </a:lnTo>
                <a:lnTo>
                  <a:pt x="10258" y="13745"/>
                </a:lnTo>
                <a:lnTo>
                  <a:pt x="9305" y="13283"/>
                </a:lnTo>
                <a:lnTo>
                  <a:pt x="8881" y="13048"/>
                </a:lnTo>
                <a:lnTo>
                  <a:pt x="7597" y="12328"/>
                </a:lnTo>
                <a:lnTo>
                  <a:pt x="7242" y="12422"/>
                </a:lnTo>
                <a:lnTo>
                  <a:pt x="6171" y="12715"/>
                </a:lnTo>
                <a:lnTo>
                  <a:pt x="5604" y="15331"/>
                </a:lnTo>
                <a:lnTo>
                  <a:pt x="5253" y="17126"/>
                </a:lnTo>
                <a:lnTo>
                  <a:pt x="4976" y="18939"/>
                </a:lnTo>
                <a:lnTo>
                  <a:pt x="4629" y="21600"/>
                </a:lnTo>
                <a:lnTo>
                  <a:pt x="3865" y="20129"/>
                </a:lnTo>
                <a:lnTo>
                  <a:pt x="3100" y="18663"/>
                </a:lnTo>
                <a:lnTo>
                  <a:pt x="2331" y="17188"/>
                </a:lnTo>
                <a:lnTo>
                  <a:pt x="1560" y="15709"/>
                </a:lnTo>
                <a:lnTo>
                  <a:pt x="784" y="14216"/>
                </a:lnTo>
                <a:lnTo>
                  <a:pt x="0" y="12715"/>
                </a:lnTo>
                <a:lnTo>
                  <a:pt x="241" y="10231"/>
                </a:lnTo>
                <a:lnTo>
                  <a:pt x="481" y="8481"/>
                </a:lnTo>
                <a:lnTo>
                  <a:pt x="867" y="6624"/>
                </a:lnTo>
                <a:lnTo>
                  <a:pt x="1543" y="3830"/>
                </a:lnTo>
                <a:lnTo>
                  <a:pt x="2627" y="2834"/>
                </a:lnTo>
                <a:lnTo>
                  <a:pt x="3683" y="2008"/>
                </a:lnTo>
                <a:lnTo>
                  <a:pt x="4715" y="1333"/>
                </a:lnTo>
                <a:lnTo>
                  <a:pt x="5730" y="804"/>
                </a:lnTo>
                <a:lnTo>
                  <a:pt x="6733" y="418"/>
                </a:lnTo>
                <a:lnTo>
                  <a:pt x="7731" y="160"/>
                </a:lnTo>
                <a:lnTo>
                  <a:pt x="8728" y="22"/>
                </a:lnTo>
                <a:lnTo>
                  <a:pt x="9732" y="0"/>
                </a:lnTo>
                <a:lnTo>
                  <a:pt x="10748" y="84"/>
                </a:lnTo>
                <a:lnTo>
                  <a:pt x="11780" y="271"/>
                </a:lnTo>
                <a:lnTo>
                  <a:pt x="12837" y="542"/>
                </a:lnTo>
                <a:lnTo>
                  <a:pt x="13923" y="902"/>
                </a:lnTo>
                <a:lnTo>
                  <a:pt x="15043" y="1333"/>
                </a:lnTo>
                <a:close/>
              </a:path>
            </a:pathLst>
          </a:custGeom>
          <a:solidFill>
            <a:srgbClr val="87784F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8" name="contour_07006"/>
          <p:cNvSpPr/>
          <p:nvPr/>
        </p:nvSpPr>
        <p:spPr>
          <a:xfrm>
            <a:off x="9958483" y="1975046"/>
            <a:ext cx="1173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1" y="0"/>
                </a:moveTo>
                <a:lnTo>
                  <a:pt x="2210" y="296"/>
                </a:lnTo>
                <a:lnTo>
                  <a:pt x="2831" y="555"/>
                </a:lnTo>
                <a:lnTo>
                  <a:pt x="3504" y="923"/>
                </a:lnTo>
                <a:lnTo>
                  <a:pt x="4526" y="1543"/>
                </a:lnTo>
                <a:lnTo>
                  <a:pt x="5922" y="2262"/>
                </a:lnTo>
                <a:lnTo>
                  <a:pt x="6921" y="2694"/>
                </a:lnTo>
                <a:lnTo>
                  <a:pt x="7675" y="2836"/>
                </a:lnTo>
                <a:lnTo>
                  <a:pt x="8335" y="2694"/>
                </a:lnTo>
                <a:lnTo>
                  <a:pt x="9051" y="2262"/>
                </a:lnTo>
                <a:lnTo>
                  <a:pt x="9975" y="1543"/>
                </a:lnTo>
                <a:lnTo>
                  <a:pt x="10914" y="929"/>
                </a:lnTo>
                <a:lnTo>
                  <a:pt x="11850" y="472"/>
                </a:lnTo>
                <a:lnTo>
                  <a:pt x="12782" y="170"/>
                </a:lnTo>
                <a:lnTo>
                  <a:pt x="13712" y="22"/>
                </a:lnTo>
                <a:lnTo>
                  <a:pt x="14637" y="22"/>
                </a:lnTo>
                <a:lnTo>
                  <a:pt x="15560" y="173"/>
                </a:lnTo>
                <a:lnTo>
                  <a:pt x="16478" y="469"/>
                </a:lnTo>
                <a:lnTo>
                  <a:pt x="17393" y="913"/>
                </a:lnTo>
                <a:lnTo>
                  <a:pt x="18305" y="1497"/>
                </a:lnTo>
                <a:lnTo>
                  <a:pt x="19213" y="2222"/>
                </a:lnTo>
                <a:lnTo>
                  <a:pt x="20117" y="3086"/>
                </a:lnTo>
                <a:lnTo>
                  <a:pt x="20559" y="4943"/>
                </a:lnTo>
                <a:lnTo>
                  <a:pt x="20924" y="6792"/>
                </a:lnTo>
                <a:lnTo>
                  <a:pt x="21211" y="8643"/>
                </a:lnTo>
                <a:lnTo>
                  <a:pt x="21420" y="10516"/>
                </a:lnTo>
                <a:lnTo>
                  <a:pt x="21549" y="12423"/>
                </a:lnTo>
                <a:lnTo>
                  <a:pt x="21600" y="14379"/>
                </a:lnTo>
                <a:lnTo>
                  <a:pt x="21569" y="16407"/>
                </a:lnTo>
                <a:lnTo>
                  <a:pt x="21458" y="18514"/>
                </a:lnTo>
                <a:lnTo>
                  <a:pt x="20661" y="19702"/>
                </a:lnTo>
                <a:lnTo>
                  <a:pt x="20117" y="20418"/>
                </a:lnTo>
                <a:lnTo>
                  <a:pt x="19572" y="20955"/>
                </a:lnTo>
                <a:lnTo>
                  <a:pt x="18776" y="21600"/>
                </a:lnTo>
                <a:lnTo>
                  <a:pt x="18776" y="19563"/>
                </a:lnTo>
                <a:lnTo>
                  <a:pt x="18776" y="17524"/>
                </a:lnTo>
                <a:lnTo>
                  <a:pt x="18776" y="15475"/>
                </a:lnTo>
                <a:lnTo>
                  <a:pt x="18776" y="13417"/>
                </a:lnTo>
                <a:lnTo>
                  <a:pt x="18776" y="11346"/>
                </a:lnTo>
                <a:lnTo>
                  <a:pt x="18776" y="9257"/>
                </a:lnTo>
                <a:lnTo>
                  <a:pt x="18063" y="9307"/>
                </a:lnTo>
                <a:lnTo>
                  <a:pt x="17341" y="9356"/>
                </a:lnTo>
                <a:lnTo>
                  <a:pt x="16421" y="9408"/>
                </a:lnTo>
                <a:lnTo>
                  <a:pt x="15499" y="9455"/>
                </a:lnTo>
                <a:lnTo>
                  <a:pt x="14579" y="9498"/>
                </a:lnTo>
                <a:lnTo>
                  <a:pt x="13659" y="9535"/>
                </a:lnTo>
                <a:lnTo>
                  <a:pt x="12738" y="9572"/>
                </a:lnTo>
                <a:lnTo>
                  <a:pt x="11818" y="9609"/>
                </a:lnTo>
                <a:lnTo>
                  <a:pt x="10897" y="9643"/>
                </a:lnTo>
                <a:lnTo>
                  <a:pt x="10564" y="9664"/>
                </a:lnTo>
                <a:lnTo>
                  <a:pt x="9979" y="9705"/>
                </a:lnTo>
                <a:lnTo>
                  <a:pt x="8638" y="9800"/>
                </a:lnTo>
                <a:lnTo>
                  <a:pt x="7919" y="9819"/>
                </a:lnTo>
                <a:lnTo>
                  <a:pt x="7196" y="9840"/>
                </a:lnTo>
                <a:lnTo>
                  <a:pt x="6464" y="9859"/>
                </a:lnTo>
                <a:lnTo>
                  <a:pt x="6170" y="9874"/>
                </a:lnTo>
                <a:lnTo>
                  <a:pt x="5651" y="9899"/>
                </a:lnTo>
                <a:lnTo>
                  <a:pt x="4465" y="9958"/>
                </a:lnTo>
                <a:lnTo>
                  <a:pt x="3452" y="9418"/>
                </a:lnTo>
                <a:lnTo>
                  <a:pt x="2626" y="8662"/>
                </a:lnTo>
                <a:lnTo>
                  <a:pt x="1927" y="7674"/>
                </a:lnTo>
                <a:lnTo>
                  <a:pt x="1296" y="6431"/>
                </a:lnTo>
                <a:lnTo>
                  <a:pt x="673" y="4909"/>
                </a:lnTo>
                <a:lnTo>
                  <a:pt x="0" y="3086"/>
                </a:lnTo>
                <a:lnTo>
                  <a:pt x="665" y="1555"/>
                </a:lnTo>
                <a:lnTo>
                  <a:pt x="1341" y="0"/>
                </a:lnTo>
                <a:close/>
              </a:path>
            </a:pathLst>
          </a:custGeom>
          <a:solidFill>
            <a:srgbClr val="EAECE2"/>
          </a:solidFill>
          <a:ln>
            <a:noFill/>
          </a:ln>
        </p:spPr>
        <p:txBody>
          <a:bodyPr/>
          <a:lstStyle/>
          <a:p/>
        </p:txBody>
      </p:sp>
      <p:sp>
        <p:nvSpPr>
          <p:cNvPr id="7009" name="contour_07007"/>
          <p:cNvSpPr/>
          <p:nvPr/>
        </p:nvSpPr>
        <p:spPr>
          <a:xfrm>
            <a:off x="2029148" y="1931318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034" y="1476"/>
                </a:lnTo>
                <a:lnTo>
                  <a:pt x="12365" y="2712"/>
                </a:lnTo>
                <a:lnTo>
                  <a:pt x="14258" y="3754"/>
                </a:lnTo>
                <a:lnTo>
                  <a:pt x="15775" y="4654"/>
                </a:lnTo>
                <a:lnTo>
                  <a:pt x="16978" y="5462"/>
                </a:lnTo>
                <a:lnTo>
                  <a:pt x="17933" y="6230"/>
                </a:lnTo>
                <a:lnTo>
                  <a:pt x="18698" y="7010"/>
                </a:lnTo>
                <a:lnTo>
                  <a:pt x="19342" y="7853"/>
                </a:lnTo>
                <a:lnTo>
                  <a:pt x="19920" y="8806"/>
                </a:lnTo>
                <a:lnTo>
                  <a:pt x="20503" y="9922"/>
                </a:lnTo>
                <a:lnTo>
                  <a:pt x="21149" y="11251"/>
                </a:lnTo>
                <a:lnTo>
                  <a:pt x="21372" y="12814"/>
                </a:lnTo>
                <a:lnTo>
                  <a:pt x="21600" y="14400"/>
                </a:lnTo>
                <a:lnTo>
                  <a:pt x="20340" y="14578"/>
                </a:lnTo>
                <a:lnTo>
                  <a:pt x="19058" y="14755"/>
                </a:lnTo>
                <a:lnTo>
                  <a:pt x="17417" y="15026"/>
                </a:lnTo>
                <a:lnTo>
                  <a:pt x="15749" y="15300"/>
                </a:lnTo>
                <a:lnTo>
                  <a:pt x="14930" y="15427"/>
                </a:lnTo>
                <a:lnTo>
                  <a:pt x="12458" y="15806"/>
                </a:lnTo>
                <a:lnTo>
                  <a:pt x="10781" y="16421"/>
                </a:lnTo>
                <a:lnTo>
                  <a:pt x="9758" y="16987"/>
                </a:lnTo>
                <a:lnTo>
                  <a:pt x="8976" y="17837"/>
                </a:lnTo>
                <a:lnTo>
                  <a:pt x="8016" y="19294"/>
                </a:lnTo>
                <a:lnTo>
                  <a:pt x="7610" y="20438"/>
                </a:lnTo>
                <a:lnTo>
                  <a:pt x="7200" y="21600"/>
                </a:lnTo>
                <a:lnTo>
                  <a:pt x="5774" y="21125"/>
                </a:lnTo>
                <a:lnTo>
                  <a:pt x="4344" y="20647"/>
                </a:lnTo>
                <a:lnTo>
                  <a:pt x="2909" y="20170"/>
                </a:lnTo>
                <a:lnTo>
                  <a:pt x="1462" y="19687"/>
                </a:lnTo>
                <a:lnTo>
                  <a:pt x="0" y="19200"/>
                </a:lnTo>
                <a:lnTo>
                  <a:pt x="396" y="17453"/>
                </a:lnTo>
                <a:lnTo>
                  <a:pt x="823" y="15756"/>
                </a:lnTo>
                <a:lnTo>
                  <a:pt x="1284" y="14105"/>
                </a:lnTo>
                <a:lnTo>
                  <a:pt x="1781" y="12490"/>
                </a:lnTo>
                <a:lnTo>
                  <a:pt x="2314" y="10903"/>
                </a:lnTo>
                <a:lnTo>
                  <a:pt x="2885" y="9338"/>
                </a:lnTo>
                <a:lnTo>
                  <a:pt x="3494" y="7790"/>
                </a:lnTo>
                <a:lnTo>
                  <a:pt x="4147" y="6247"/>
                </a:lnTo>
                <a:lnTo>
                  <a:pt x="4841" y="4704"/>
                </a:lnTo>
                <a:lnTo>
                  <a:pt x="5580" y="3154"/>
                </a:lnTo>
                <a:lnTo>
                  <a:pt x="6367" y="1589"/>
                </a:lnTo>
                <a:lnTo>
                  <a:pt x="7200" y="0"/>
                </a:lnTo>
                <a:close/>
              </a:path>
            </a:pathLst>
          </a:custGeom>
          <a:solidFill>
            <a:srgbClr val="44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0" name="contour_07008"/>
          <p:cNvSpPr/>
          <p:nvPr/>
        </p:nvSpPr>
        <p:spPr>
          <a:xfrm>
            <a:off x="1438632" y="1938773"/>
            <a:ext cx="43917" cy="60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43" y="52"/>
                </a:moveTo>
                <a:lnTo>
                  <a:pt x="12918" y="410"/>
                </a:lnTo>
                <a:lnTo>
                  <a:pt x="14460" y="721"/>
                </a:lnTo>
                <a:lnTo>
                  <a:pt x="16080" y="1101"/>
                </a:lnTo>
                <a:lnTo>
                  <a:pt x="18292" y="1673"/>
                </a:lnTo>
                <a:lnTo>
                  <a:pt x="21600" y="2554"/>
                </a:lnTo>
                <a:lnTo>
                  <a:pt x="20528" y="5895"/>
                </a:lnTo>
                <a:lnTo>
                  <a:pt x="19664" y="8535"/>
                </a:lnTo>
                <a:lnTo>
                  <a:pt x="18947" y="10605"/>
                </a:lnTo>
                <a:lnTo>
                  <a:pt x="18317" y="12231"/>
                </a:lnTo>
                <a:lnTo>
                  <a:pt x="17718" y="13543"/>
                </a:lnTo>
                <a:lnTo>
                  <a:pt x="17087" y="14670"/>
                </a:lnTo>
                <a:lnTo>
                  <a:pt x="16370" y="15742"/>
                </a:lnTo>
                <a:lnTo>
                  <a:pt x="15503" y="16889"/>
                </a:lnTo>
                <a:lnTo>
                  <a:pt x="14431" y="18238"/>
                </a:lnTo>
                <a:lnTo>
                  <a:pt x="16209" y="18887"/>
                </a:lnTo>
                <a:lnTo>
                  <a:pt x="17990" y="19535"/>
                </a:lnTo>
                <a:lnTo>
                  <a:pt x="19786" y="20191"/>
                </a:lnTo>
                <a:lnTo>
                  <a:pt x="21600" y="20852"/>
                </a:lnTo>
                <a:lnTo>
                  <a:pt x="18965" y="21153"/>
                </a:lnTo>
                <a:lnTo>
                  <a:pt x="16395" y="21396"/>
                </a:lnTo>
                <a:lnTo>
                  <a:pt x="13865" y="21550"/>
                </a:lnTo>
                <a:lnTo>
                  <a:pt x="11352" y="21600"/>
                </a:lnTo>
                <a:lnTo>
                  <a:pt x="8836" y="21514"/>
                </a:lnTo>
                <a:lnTo>
                  <a:pt x="6284" y="21273"/>
                </a:lnTo>
                <a:lnTo>
                  <a:pt x="3678" y="20852"/>
                </a:lnTo>
                <a:lnTo>
                  <a:pt x="2480" y="19281"/>
                </a:lnTo>
                <a:lnTo>
                  <a:pt x="1556" y="17718"/>
                </a:lnTo>
                <a:lnTo>
                  <a:pt x="875" y="16152"/>
                </a:lnTo>
                <a:lnTo>
                  <a:pt x="409" y="14568"/>
                </a:lnTo>
                <a:lnTo>
                  <a:pt x="125" y="12953"/>
                </a:lnTo>
                <a:lnTo>
                  <a:pt x="0" y="11293"/>
                </a:lnTo>
                <a:lnTo>
                  <a:pt x="0" y="9573"/>
                </a:lnTo>
                <a:lnTo>
                  <a:pt x="93" y="7782"/>
                </a:lnTo>
                <a:lnTo>
                  <a:pt x="1807" y="4439"/>
                </a:lnTo>
                <a:lnTo>
                  <a:pt x="3154" y="2204"/>
                </a:lnTo>
                <a:lnTo>
                  <a:pt x="4441" y="863"/>
                </a:lnTo>
                <a:lnTo>
                  <a:pt x="5968" y="199"/>
                </a:lnTo>
                <a:lnTo>
                  <a:pt x="8036" y="0"/>
                </a:lnTo>
                <a:lnTo>
                  <a:pt x="10943" y="52"/>
                </a:lnTo>
                <a:close/>
              </a:path>
            </a:pathLst>
          </a:custGeom>
          <a:solidFill>
            <a:srgbClr val="E3CD86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1" name="contour_07009"/>
          <p:cNvSpPr/>
          <p:nvPr/>
        </p:nvSpPr>
        <p:spPr>
          <a:xfrm>
            <a:off x="7181758" y="1930487"/>
            <a:ext cx="87456" cy="37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82"/>
                </a:moveTo>
                <a:lnTo>
                  <a:pt x="1253" y="431"/>
                </a:lnTo>
                <a:lnTo>
                  <a:pt x="2507" y="389"/>
                </a:lnTo>
                <a:lnTo>
                  <a:pt x="3760" y="346"/>
                </a:lnTo>
                <a:lnTo>
                  <a:pt x="5015" y="313"/>
                </a:lnTo>
                <a:lnTo>
                  <a:pt x="6268" y="279"/>
                </a:lnTo>
                <a:lnTo>
                  <a:pt x="7522" y="249"/>
                </a:lnTo>
                <a:lnTo>
                  <a:pt x="8775" y="220"/>
                </a:lnTo>
                <a:lnTo>
                  <a:pt x="10021" y="165"/>
                </a:lnTo>
                <a:lnTo>
                  <a:pt x="11286" y="110"/>
                </a:lnTo>
                <a:lnTo>
                  <a:pt x="12488" y="89"/>
                </a:lnTo>
                <a:lnTo>
                  <a:pt x="13711" y="68"/>
                </a:lnTo>
                <a:lnTo>
                  <a:pt x="14816" y="34"/>
                </a:lnTo>
                <a:lnTo>
                  <a:pt x="15939" y="0"/>
                </a:lnTo>
                <a:lnTo>
                  <a:pt x="17244" y="380"/>
                </a:lnTo>
                <a:lnTo>
                  <a:pt x="18398" y="933"/>
                </a:lnTo>
                <a:lnTo>
                  <a:pt x="19465" y="1770"/>
                </a:lnTo>
                <a:lnTo>
                  <a:pt x="20511" y="2990"/>
                </a:lnTo>
                <a:lnTo>
                  <a:pt x="21600" y="4705"/>
                </a:lnTo>
                <a:lnTo>
                  <a:pt x="21548" y="7767"/>
                </a:lnTo>
                <a:lnTo>
                  <a:pt x="21373" y="10027"/>
                </a:lnTo>
                <a:lnTo>
                  <a:pt x="20925" y="13414"/>
                </a:lnTo>
                <a:lnTo>
                  <a:pt x="20776" y="14572"/>
                </a:lnTo>
                <a:lnTo>
                  <a:pt x="20320" y="18052"/>
                </a:lnTo>
                <a:lnTo>
                  <a:pt x="20191" y="18935"/>
                </a:lnTo>
                <a:lnTo>
                  <a:pt x="19800" y="21600"/>
                </a:lnTo>
                <a:lnTo>
                  <a:pt x="18675" y="21038"/>
                </a:lnTo>
                <a:lnTo>
                  <a:pt x="17550" y="20476"/>
                </a:lnTo>
                <a:lnTo>
                  <a:pt x="16425" y="19915"/>
                </a:lnTo>
                <a:lnTo>
                  <a:pt x="15300" y="19349"/>
                </a:lnTo>
                <a:lnTo>
                  <a:pt x="14175" y="18779"/>
                </a:lnTo>
                <a:lnTo>
                  <a:pt x="13050" y="18208"/>
                </a:lnTo>
                <a:lnTo>
                  <a:pt x="11925" y="17638"/>
                </a:lnTo>
                <a:lnTo>
                  <a:pt x="10809" y="17085"/>
                </a:lnTo>
                <a:lnTo>
                  <a:pt x="9675" y="16527"/>
                </a:lnTo>
                <a:lnTo>
                  <a:pt x="8593" y="15974"/>
                </a:lnTo>
                <a:lnTo>
                  <a:pt x="7495" y="15412"/>
                </a:lnTo>
                <a:lnTo>
                  <a:pt x="6503" y="14914"/>
                </a:lnTo>
                <a:lnTo>
                  <a:pt x="5495" y="14407"/>
                </a:lnTo>
                <a:lnTo>
                  <a:pt x="4302" y="13588"/>
                </a:lnTo>
                <a:lnTo>
                  <a:pt x="3181" y="12709"/>
                </a:lnTo>
                <a:lnTo>
                  <a:pt x="2108" y="11695"/>
                </a:lnTo>
                <a:lnTo>
                  <a:pt x="1057" y="10462"/>
                </a:lnTo>
                <a:lnTo>
                  <a:pt x="0" y="8929"/>
                </a:lnTo>
                <a:lnTo>
                  <a:pt x="0" y="6137"/>
                </a:lnTo>
                <a:lnTo>
                  <a:pt x="0" y="3328"/>
                </a:lnTo>
                <a:lnTo>
                  <a:pt x="0" y="482"/>
                </a:lnTo>
                <a:close/>
              </a:path>
            </a:pathLst>
          </a:custGeom>
          <a:solidFill>
            <a:srgbClr val="EE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2" name="contour_07010"/>
          <p:cNvSpPr/>
          <p:nvPr/>
        </p:nvSpPr>
        <p:spPr>
          <a:xfrm>
            <a:off x="5357669" y="1873014"/>
            <a:ext cx="7497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1" y="0"/>
                </a:moveTo>
                <a:lnTo>
                  <a:pt x="13417" y="1382"/>
                </a:lnTo>
                <a:lnTo>
                  <a:pt x="13636" y="2776"/>
                </a:lnTo>
                <a:lnTo>
                  <a:pt x="13856" y="4186"/>
                </a:lnTo>
                <a:lnTo>
                  <a:pt x="14192" y="5599"/>
                </a:lnTo>
                <a:lnTo>
                  <a:pt x="14455" y="6532"/>
                </a:lnTo>
                <a:lnTo>
                  <a:pt x="14780" y="7407"/>
                </a:lnTo>
                <a:lnTo>
                  <a:pt x="15301" y="8640"/>
                </a:lnTo>
                <a:lnTo>
                  <a:pt x="16926" y="9435"/>
                </a:lnTo>
                <a:lnTo>
                  <a:pt x="18066" y="9945"/>
                </a:lnTo>
                <a:lnTo>
                  <a:pt x="19024" y="10273"/>
                </a:lnTo>
                <a:lnTo>
                  <a:pt x="20101" y="10524"/>
                </a:lnTo>
                <a:lnTo>
                  <a:pt x="21600" y="10800"/>
                </a:lnTo>
                <a:lnTo>
                  <a:pt x="20502" y="12083"/>
                </a:lnTo>
                <a:lnTo>
                  <a:pt x="19698" y="12960"/>
                </a:lnTo>
                <a:lnTo>
                  <a:pt x="18795" y="13837"/>
                </a:lnTo>
                <a:lnTo>
                  <a:pt x="17401" y="15120"/>
                </a:lnTo>
                <a:lnTo>
                  <a:pt x="16013" y="15120"/>
                </a:lnTo>
                <a:lnTo>
                  <a:pt x="14616" y="15120"/>
                </a:lnTo>
                <a:lnTo>
                  <a:pt x="13201" y="15120"/>
                </a:lnTo>
                <a:lnTo>
                  <a:pt x="11954" y="15967"/>
                </a:lnTo>
                <a:lnTo>
                  <a:pt x="11101" y="16589"/>
                </a:lnTo>
                <a:lnTo>
                  <a:pt x="10249" y="17284"/>
                </a:lnTo>
                <a:lnTo>
                  <a:pt x="9002" y="18360"/>
                </a:lnTo>
                <a:lnTo>
                  <a:pt x="7546" y="19600"/>
                </a:lnTo>
                <a:lnTo>
                  <a:pt x="6375" y="20481"/>
                </a:lnTo>
                <a:lnTo>
                  <a:pt x="5287" y="21060"/>
                </a:lnTo>
                <a:lnTo>
                  <a:pt x="4092" y="21401"/>
                </a:lnTo>
                <a:lnTo>
                  <a:pt x="2595" y="21561"/>
                </a:lnTo>
                <a:lnTo>
                  <a:pt x="603" y="21600"/>
                </a:lnTo>
                <a:lnTo>
                  <a:pt x="353" y="20010"/>
                </a:lnTo>
                <a:lnTo>
                  <a:pt x="160" y="18462"/>
                </a:lnTo>
                <a:lnTo>
                  <a:pt x="36" y="16939"/>
                </a:lnTo>
                <a:lnTo>
                  <a:pt x="0" y="15427"/>
                </a:lnTo>
                <a:lnTo>
                  <a:pt x="71" y="13910"/>
                </a:lnTo>
                <a:lnTo>
                  <a:pt x="267" y="12372"/>
                </a:lnTo>
                <a:lnTo>
                  <a:pt x="603" y="10800"/>
                </a:lnTo>
                <a:lnTo>
                  <a:pt x="1896" y="10038"/>
                </a:lnTo>
                <a:lnTo>
                  <a:pt x="3187" y="9398"/>
                </a:lnTo>
                <a:lnTo>
                  <a:pt x="4489" y="8854"/>
                </a:lnTo>
                <a:lnTo>
                  <a:pt x="5818" y="8374"/>
                </a:lnTo>
                <a:lnTo>
                  <a:pt x="7192" y="7929"/>
                </a:lnTo>
                <a:lnTo>
                  <a:pt x="8624" y="7493"/>
                </a:lnTo>
                <a:lnTo>
                  <a:pt x="9846" y="6970"/>
                </a:lnTo>
                <a:lnTo>
                  <a:pt x="10675" y="6474"/>
                </a:lnTo>
                <a:lnTo>
                  <a:pt x="11311" y="5787"/>
                </a:lnTo>
                <a:lnTo>
                  <a:pt x="11954" y="4692"/>
                </a:lnTo>
                <a:lnTo>
                  <a:pt x="12806" y="2970"/>
                </a:lnTo>
                <a:lnTo>
                  <a:pt x="13002" y="1495"/>
                </a:lnTo>
                <a:lnTo>
                  <a:pt x="13201" y="0"/>
                </a:lnTo>
                <a:close/>
              </a:path>
            </a:pathLst>
          </a:custGeom>
          <a:solidFill>
            <a:srgbClr val="E0E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3" name="contour_07011"/>
          <p:cNvSpPr/>
          <p:nvPr/>
        </p:nvSpPr>
        <p:spPr>
          <a:xfrm>
            <a:off x="4069786" y="1873495"/>
            <a:ext cx="80015" cy="578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66" y="438"/>
                </a:moveTo>
                <a:lnTo>
                  <a:pt x="21018" y="1723"/>
                </a:lnTo>
                <a:lnTo>
                  <a:pt x="21450" y="2834"/>
                </a:lnTo>
                <a:lnTo>
                  <a:pt x="21600" y="4380"/>
                </a:lnTo>
                <a:lnTo>
                  <a:pt x="21596" y="6978"/>
                </a:lnTo>
                <a:lnTo>
                  <a:pt x="21368" y="8717"/>
                </a:lnTo>
                <a:lnTo>
                  <a:pt x="21138" y="10468"/>
                </a:lnTo>
                <a:lnTo>
                  <a:pt x="20904" y="12243"/>
                </a:lnTo>
                <a:lnTo>
                  <a:pt x="20807" y="13019"/>
                </a:lnTo>
                <a:lnTo>
                  <a:pt x="20636" y="14388"/>
                </a:lnTo>
                <a:lnTo>
                  <a:pt x="20242" y="17527"/>
                </a:lnTo>
                <a:lnTo>
                  <a:pt x="20158" y="18126"/>
                </a:lnTo>
                <a:lnTo>
                  <a:pt x="20010" y="19180"/>
                </a:lnTo>
                <a:lnTo>
                  <a:pt x="19674" y="21600"/>
                </a:lnTo>
                <a:lnTo>
                  <a:pt x="18373" y="21600"/>
                </a:lnTo>
                <a:lnTo>
                  <a:pt x="17065" y="21600"/>
                </a:lnTo>
                <a:lnTo>
                  <a:pt x="15739" y="21600"/>
                </a:lnTo>
                <a:lnTo>
                  <a:pt x="15027" y="20133"/>
                </a:lnTo>
                <a:lnTo>
                  <a:pt x="14397" y="18633"/>
                </a:lnTo>
                <a:lnTo>
                  <a:pt x="13831" y="17105"/>
                </a:lnTo>
                <a:lnTo>
                  <a:pt x="13307" y="15548"/>
                </a:lnTo>
                <a:lnTo>
                  <a:pt x="12808" y="13961"/>
                </a:lnTo>
                <a:lnTo>
                  <a:pt x="12314" y="12349"/>
                </a:lnTo>
                <a:lnTo>
                  <a:pt x="11804" y="10710"/>
                </a:lnTo>
                <a:lnTo>
                  <a:pt x="10636" y="11519"/>
                </a:lnTo>
                <a:lnTo>
                  <a:pt x="9467" y="12327"/>
                </a:lnTo>
                <a:lnTo>
                  <a:pt x="8295" y="13136"/>
                </a:lnTo>
                <a:lnTo>
                  <a:pt x="7122" y="13947"/>
                </a:lnTo>
                <a:lnTo>
                  <a:pt x="5947" y="14761"/>
                </a:lnTo>
                <a:lnTo>
                  <a:pt x="4767" y="15578"/>
                </a:lnTo>
                <a:lnTo>
                  <a:pt x="3583" y="16397"/>
                </a:lnTo>
                <a:lnTo>
                  <a:pt x="2394" y="17220"/>
                </a:lnTo>
                <a:lnTo>
                  <a:pt x="1200" y="18044"/>
                </a:lnTo>
                <a:lnTo>
                  <a:pt x="0" y="18878"/>
                </a:lnTo>
                <a:lnTo>
                  <a:pt x="0" y="17258"/>
                </a:lnTo>
                <a:lnTo>
                  <a:pt x="0" y="15638"/>
                </a:lnTo>
                <a:lnTo>
                  <a:pt x="0" y="14007"/>
                </a:lnTo>
                <a:lnTo>
                  <a:pt x="0" y="12365"/>
                </a:lnTo>
                <a:lnTo>
                  <a:pt x="0" y="10710"/>
                </a:lnTo>
                <a:lnTo>
                  <a:pt x="1300" y="10710"/>
                </a:lnTo>
                <a:lnTo>
                  <a:pt x="2609" y="10710"/>
                </a:lnTo>
                <a:lnTo>
                  <a:pt x="3935" y="10710"/>
                </a:lnTo>
                <a:lnTo>
                  <a:pt x="3935" y="8911"/>
                </a:lnTo>
                <a:lnTo>
                  <a:pt x="3935" y="7100"/>
                </a:lnTo>
                <a:lnTo>
                  <a:pt x="3935" y="5265"/>
                </a:lnTo>
                <a:lnTo>
                  <a:pt x="5162" y="4492"/>
                </a:lnTo>
                <a:lnTo>
                  <a:pt x="6097" y="3931"/>
                </a:lnTo>
                <a:lnTo>
                  <a:pt x="6921" y="3496"/>
                </a:lnTo>
                <a:lnTo>
                  <a:pt x="7818" y="3095"/>
                </a:lnTo>
                <a:lnTo>
                  <a:pt x="8975" y="2635"/>
                </a:lnTo>
                <a:lnTo>
                  <a:pt x="10575" y="2034"/>
                </a:lnTo>
                <a:lnTo>
                  <a:pt x="11808" y="1544"/>
                </a:lnTo>
                <a:lnTo>
                  <a:pt x="13050" y="1054"/>
                </a:lnTo>
                <a:lnTo>
                  <a:pt x="14309" y="555"/>
                </a:lnTo>
                <a:lnTo>
                  <a:pt x="15987" y="201"/>
                </a:lnTo>
                <a:lnTo>
                  <a:pt x="17130" y="16"/>
                </a:lnTo>
                <a:lnTo>
                  <a:pt x="18019" y="0"/>
                </a:lnTo>
                <a:lnTo>
                  <a:pt x="18938" y="142"/>
                </a:lnTo>
                <a:lnTo>
                  <a:pt x="20166" y="438"/>
                </a:lnTo>
                <a:close/>
              </a:path>
            </a:pathLst>
          </a:custGeom>
          <a:solidFill>
            <a:srgbClr val="D6E8F4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4" name="contour_07012"/>
          <p:cNvSpPr/>
          <p:nvPr/>
        </p:nvSpPr>
        <p:spPr>
          <a:xfrm>
            <a:off x="5364913" y="1850858"/>
            <a:ext cx="45863" cy="59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6"/>
                </a:moveTo>
                <a:lnTo>
                  <a:pt x="21360" y="1637"/>
                </a:lnTo>
                <a:lnTo>
                  <a:pt x="21109" y="3164"/>
                </a:lnTo>
                <a:lnTo>
                  <a:pt x="20848" y="4692"/>
                </a:lnTo>
                <a:lnTo>
                  <a:pt x="20584" y="6220"/>
                </a:lnTo>
                <a:lnTo>
                  <a:pt x="20313" y="7745"/>
                </a:lnTo>
                <a:lnTo>
                  <a:pt x="20073" y="9163"/>
                </a:lnTo>
                <a:lnTo>
                  <a:pt x="19832" y="10593"/>
                </a:lnTo>
                <a:lnTo>
                  <a:pt x="19589" y="12041"/>
                </a:lnTo>
                <a:lnTo>
                  <a:pt x="18755" y="14166"/>
                </a:lnTo>
                <a:lnTo>
                  <a:pt x="17842" y="15922"/>
                </a:lnTo>
                <a:lnTo>
                  <a:pt x="16750" y="17415"/>
                </a:lnTo>
                <a:lnTo>
                  <a:pt x="15367" y="18749"/>
                </a:lnTo>
                <a:lnTo>
                  <a:pt x="13585" y="20027"/>
                </a:lnTo>
                <a:lnTo>
                  <a:pt x="11303" y="21361"/>
                </a:lnTo>
                <a:lnTo>
                  <a:pt x="8543" y="21520"/>
                </a:lnTo>
                <a:lnTo>
                  <a:pt x="6628" y="21600"/>
                </a:lnTo>
                <a:lnTo>
                  <a:pt x="5063" y="21600"/>
                </a:lnTo>
                <a:lnTo>
                  <a:pt x="3353" y="21520"/>
                </a:lnTo>
                <a:lnTo>
                  <a:pt x="1006" y="21361"/>
                </a:lnTo>
                <a:lnTo>
                  <a:pt x="848" y="19536"/>
                </a:lnTo>
                <a:lnTo>
                  <a:pt x="707" y="17710"/>
                </a:lnTo>
                <a:lnTo>
                  <a:pt x="580" y="15883"/>
                </a:lnTo>
                <a:lnTo>
                  <a:pt x="467" y="14055"/>
                </a:lnTo>
                <a:lnTo>
                  <a:pt x="360" y="12227"/>
                </a:lnTo>
                <a:lnTo>
                  <a:pt x="244" y="10529"/>
                </a:lnTo>
                <a:lnTo>
                  <a:pt x="124" y="8821"/>
                </a:lnTo>
                <a:lnTo>
                  <a:pt x="0" y="7091"/>
                </a:lnTo>
                <a:lnTo>
                  <a:pt x="333" y="5662"/>
                </a:lnTo>
                <a:lnTo>
                  <a:pt x="666" y="4222"/>
                </a:lnTo>
                <a:lnTo>
                  <a:pt x="1006" y="2763"/>
                </a:lnTo>
                <a:lnTo>
                  <a:pt x="3240" y="1913"/>
                </a:lnTo>
                <a:lnTo>
                  <a:pt x="5454" y="1246"/>
                </a:lnTo>
                <a:lnTo>
                  <a:pt x="7661" y="747"/>
                </a:lnTo>
                <a:lnTo>
                  <a:pt x="9878" y="391"/>
                </a:lnTo>
                <a:lnTo>
                  <a:pt x="12116" y="162"/>
                </a:lnTo>
                <a:lnTo>
                  <a:pt x="14392" y="37"/>
                </a:lnTo>
                <a:lnTo>
                  <a:pt x="16723" y="0"/>
                </a:lnTo>
                <a:lnTo>
                  <a:pt x="19122" y="29"/>
                </a:lnTo>
                <a:lnTo>
                  <a:pt x="21600" y="106"/>
                </a:lnTo>
                <a:close/>
              </a:path>
            </a:pathLst>
          </a:custGeom>
          <a:solidFill>
            <a:srgbClr val="D0D9DF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5" name="contour_07013"/>
          <p:cNvSpPr/>
          <p:nvPr/>
        </p:nvSpPr>
        <p:spPr>
          <a:xfrm>
            <a:off x="1752205" y="1829286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426"/>
                </a:lnTo>
                <a:lnTo>
                  <a:pt x="21600" y="2856"/>
                </a:lnTo>
                <a:lnTo>
                  <a:pt x="21600" y="4291"/>
                </a:lnTo>
                <a:lnTo>
                  <a:pt x="21600" y="5738"/>
                </a:lnTo>
                <a:lnTo>
                  <a:pt x="21600" y="7200"/>
                </a:lnTo>
                <a:lnTo>
                  <a:pt x="20302" y="7200"/>
                </a:lnTo>
                <a:lnTo>
                  <a:pt x="18996" y="7200"/>
                </a:lnTo>
                <a:lnTo>
                  <a:pt x="17673" y="7200"/>
                </a:lnTo>
                <a:lnTo>
                  <a:pt x="17673" y="8786"/>
                </a:lnTo>
                <a:lnTo>
                  <a:pt x="17673" y="10382"/>
                </a:lnTo>
                <a:lnTo>
                  <a:pt x="17673" y="12000"/>
                </a:lnTo>
                <a:lnTo>
                  <a:pt x="16428" y="11832"/>
                </a:lnTo>
                <a:lnTo>
                  <a:pt x="15165" y="11662"/>
                </a:lnTo>
                <a:lnTo>
                  <a:pt x="13798" y="11561"/>
                </a:lnTo>
                <a:lnTo>
                  <a:pt x="12467" y="11484"/>
                </a:lnTo>
                <a:lnTo>
                  <a:pt x="11159" y="11453"/>
                </a:lnTo>
                <a:lnTo>
                  <a:pt x="9861" y="11472"/>
                </a:lnTo>
                <a:lnTo>
                  <a:pt x="8559" y="11563"/>
                </a:lnTo>
                <a:lnTo>
                  <a:pt x="7242" y="11734"/>
                </a:lnTo>
                <a:lnTo>
                  <a:pt x="5891" y="12000"/>
                </a:lnTo>
                <a:lnTo>
                  <a:pt x="5233" y="13488"/>
                </a:lnTo>
                <a:lnTo>
                  <a:pt x="4801" y="14890"/>
                </a:lnTo>
                <a:lnTo>
                  <a:pt x="4542" y="16296"/>
                </a:lnTo>
                <a:lnTo>
                  <a:pt x="4402" y="17803"/>
                </a:lnTo>
                <a:lnTo>
                  <a:pt x="4326" y="19500"/>
                </a:lnTo>
                <a:lnTo>
                  <a:pt x="4128" y="20542"/>
                </a:lnTo>
                <a:lnTo>
                  <a:pt x="3927" y="21600"/>
                </a:lnTo>
                <a:lnTo>
                  <a:pt x="2629" y="21600"/>
                </a:lnTo>
                <a:lnTo>
                  <a:pt x="1323" y="21600"/>
                </a:lnTo>
                <a:lnTo>
                  <a:pt x="0" y="21600"/>
                </a:lnTo>
                <a:lnTo>
                  <a:pt x="242" y="19862"/>
                </a:lnTo>
                <a:lnTo>
                  <a:pt x="516" y="18180"/>
                </a:lnTo>
                <a:lnTo>
                  <a:pt x="827" y="16543"/>
                </a:lnTo>
                <a:lnTo>
                  <a:pt x="1186" y="14942"/>
                </a:lnTo>
                <a:lnTo>
                  <a:pt x="1596" y="13370"/>
                </a:lnTo>
                <a:lnTo>
                  <a:pt x="2070" y="11820"/>
                </a:lnTo>
                <a:lnTo>
                  <a:pt x="2610" y="10279"/>
                </a:lnTo>
                <a:lnTo>
                  <a:pt x="3226" y="8743"/>
                </a:lnTo>
                <a:lnTo>
                  <a:pt x="3927" y="7200"/>
                </a:lnTo>
                <a:lnTo>
                  <a:pt x="5092" y="6290"/>
                </a:lnTo>
                <a:lnTo>
                  <a:pt x="6268" y="5429"/>
                </a:lnTo>
                <a:lnTo>
                  <a:pt x="7454" y="4620"/>
                </a:lnTo>
                <a:lnTo>
                  <a:pt x="8654" y="3869"/>
                </a:lnTo>
                <a:lnTo>
                  <a:pt x="9865" y="3173"/>
                </a:lnTo>
                <a:lnTo>
                  <a:pt x="11093" y="2537"/>
                </a:lnTo>
                <a:lnTo>
                  <a:pt x="12336" y="1966"/>
                </a:lnTo>
                <a:lnTo>
                  <a:pt x="13596" y="1462"/>
                </a:lnTo>
                <a:lnTo>
                  <a:pt x="14877" y="1027"/>
                </a:lnTo>
                <a:lnTo>
                  <a:pt x="16176" y="665"/>
                </a:lnTo>
                <a:lnTo>
                  <a:pt x="17496" y="379"/>
                </a:lnTo>
                <a:lnTo>
                  <a:pt x="18841" y="170"/>
                </a:lnTo>
                <a:lnTo>
                  <a:pt x="20208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6" name="contour_07014"/>
          <p:cNvSpPr/>
          <p:nvPr/>
        </p:nvSpPr>
        <p:spPr>
          <a:xfrm>
            <a:off x="4200584" y="1800134"/>
            <a:ext cx="73266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" y="0"/>
                </a:moveTo>
                <a:lnTo>
                  <a:pt x="1534" y="0"/>
                </a:lnTo>
                <a:lnTo>
                  <a:pt x="2963" y="0"/>
                </a:lnTo>
                <a:lnTo>
                  <a:pt x="4411" y="0"/>
                </a:lnTo>
                <a:lnTo>
                  <a:pt x="5206" y="678"/>
                </a:lnTo>
                <a:lnTo>
                  <a:pt x="5763" y="1187"/>
                </a:lnTo>
                <a:lnTo>
                  <a:pt x="6233" y="1680"/>
                </a:lnTo>
                <a:lnTo>
                  <a:pt x="6762" y="2315"/>
                </a:lnTo>
                <a:lnTo>
                  <a:pt x="7501" y="3246"/>
                </a:lnTo>
                <a:lnTo>
                  <a:pt x="8049" y="3924"/>
                </a:lnTo>
                <a:lnTo>
                  <a:pt x="8601" y="4605"/>
                </a:lnTo>
                <a:lnTo>
                  <a:pt x="9162" y="5296"/>
                </a:lnTo>
                <a:lnTo>
                  <a:pt x="9722" y="6012"/>
                </a:lnTo>
                <a:lnTo>
                  <a:pt x="10285" y="6734"/>
                </a:lnTo>
                <a:lnTo>
                  <a:pt x="10857" y="7465"/>
                </a:lnTo>
                <a:lnTo>
                  <a:pt x="11413" y="8165"/>
                </a:lnTo>
                <a:lnTo>
                  <a:pt x="11970" y="8866"/>
                </a:lnTo>
                <a:lnTo>
                  <a:pt x="12529" y="9566"/>
                </a:lnTo>
                <a:lnTo>
                  <a:pt x="13089" y="10265"/>
                </a:lnTo>
                <a:lnTo>
                  <a:pt x="13650" y="10965"/>
                </a:lnTo>
                <a:lnTo>
                  <a:pt x="14213" y="11664"/>
                </a:lnTo>
                <a:lnTo>
                  <a:pt x="14705" y="12290"/>
                </a:lnTo>
                <a:lnTo>
                  <a:pt x="15199" y="12919"/>
                </a:lnTo>
                <a:lnTo>
                  <a:pt x="15700" y="13558"/>
                </a:lnTo>
                <a:lnTo>
                  <a:pt x="16501" y="14393"/>
                </a:lnTo>
                <a:lnTo>
                  <a:pt x="17109" y="14970"/>
                </a:lnTo>
                <a:lnTo>
                  <a:pt x="17717" y="15434"/>
                </a:lnTo>
                <a:lnTo>
                  <a:pt x="18515" y="15933"/>
                </a:lnTo>
                <a:lnTo>
                  <a:pt x="19694" y="16613"/>
                </a:lnTo>
                <a:lnTo>
                  <a:pt x="20640" y="17196"/>
                </a:lnTo>
                <a:lnTo>
                  <a:pt x="21600" y="17788"/>
                </a:lnTo>
                <a:lnTo>
                  <a:pt x="21196" y="18810"/>
                </a:lnTo>
                <a:lnTo>
                  <a:pt x="20882" y="19519"/>
                </a:lnTo>
                <a:lnTo>
                  <a:pt x="20556" y="20098"/>
                </a:lnTo>
                <a:lnTo>
                  <a:pt x="20113" y="20731"/>
                </a:lnTo>
                <a:lnTo>
                  <a:pt x="19451" y="21600"/>
                </a:lnTo>
                <a:lnTo>
                  <a:pt x="18538" y="20938"/>
                </a:lnTo>
                <a:lnTo>
                  <a:pt x="17627" y="20275"/>
                </a:lnTo>
                <a:lnTo>
                  <a:pt x="16718" y="19610"/>
                </a:lnTo>
                <a:lnTo>
                  <a:pt x="15814" y="18946"/>
                </a:lnTo>
                <a:lnTo>
                  <a:pt x="14907" y="18280"/>
                </a:lnTo>
                <a:lnTo>
                  <a:pt x="14005" y="17613"/>
                </a:lnTo>
                <a:lnTo>
                  <a:pt x="13102" y="16946"/>
                </a:lnTo>
                <a:lnTo>
                  <a:pt x="12200" y="16279"/>
                </a:lnTo>
                <a:lnTo>
                  <a:pt x="11519" y="15787"/>
                </a:lnTo>
                <a:lnTo>
                  <a:pt x="10831" y="15290"/>
                </a:lnTo>
                <a:lnTo>
                  <a:pt x="10135" y="14788"/>
                </a:lnTo>
                <a:lnTo>
                  <a:pt x="9179" y="14067"/>
                </a:lnTo>
                <a:lnTo>
                  <a:pt x="8238" y="13336"/>
                </a:lnTo>
                <a:lnTo>
                  <a:pt x="7318" y="12597"/>
                </a:lnTo>
                <a:lnTo>
                  <a:pt x="6426" y="11846"/>
                </a:lnTo>
                <a:lnTo>
                  <a:pt x="5567" y="11085"/>
                </a:lnTo>
                <a:lnTo>
                  <a:pt x="4746" y="10312"/>
                </a:lnTo>
                <a:lnTo>
                  <a:pt x="3973" y="9528"/>
                </a:lnTo>
                <a:lnTo>
                  <a:pt x="3247" y="8733"/>
                </a:lnTo>
                <a:lnTo>
                  <a:pt x="2580" y="7925"/>
                </a:lnTo>
                <a:lnTo>
                  <a:pt x="1975" y="7103"/>
                </a:lnTo>
                <a:lnTo>
                  <a:pt x="1440" y="6267"/>
                </a:lnTo>
                <a:lnTo>
                  <a:pt x="978" y="5418"/>
                </a:lnTo>
                <a:lnTo>
                  <a:pt x="597" y="4554"/>
                </a:lnTo>
                <a:lnTo>
                  <a:pt x="303" y="3675"/>
                </a:lnTo>
                <a:lnTo>
                  <a:pt x="103" y="2781"/>
                </a:lnTo>
                <a:lnTo>
                  <a:pt x="0" y="1870"/>
                </a:lnTo>
                <a:lnTo>
                  <a:pt x="2" y="944"/>
                </a:lnTo>
                <a:lnTo>
                  <a:pt x="114" y="0"/>
                </a:lnTo>
                <a:close/>
              </a:path>
            </a:pathLst>
          </a:custGeom>
          <a:solidFill>
            <a:srgbClr val="D7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7" name="contour_07015"/>
          <p:cNvSpPr/>
          <p:nvPr/>
        </p:nvSpPr>
        <p:spPr>
          <a:xfrm>
            <a:off x="2539308" y="1711038"/>
            <a:ext cx="87456" cy="751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471"/>
                </a:moveTo>
                <a:lnTo>
                  <a:pt x="17647" y="157"/>
                </a:lnTo>
                <a:lnTo>
                  <a:pt x="18652" y="0"/>
                </a:lnTo>
                <a:lnTo>
                  <a:pt x="19472" y="0"/>
                </a:lnTo>
                <a:lnTo>
                  <a:pt x="20369" y="157"/>
                </a:lnTo>
                <a:lnTo>
                  <a:pt x="21600" y="471"/>
                </a:lnTo>
                <a:lnTo>
                  <a:pt x="21600" y="1854"/>
                </a:lnTo>
                <a:lnTo>
                  <a:pt x="21600" y="3239"/>
                </a:lnTo>
                <a:lnTo>
                  <a:pt x="21600" y="4631"/>
                </a:lnTo>
                <a:lnTo>
                  <a:pt x="21600" y="6028"/>
                </a:lnTo>
                <a:lnTo>
                  <a:pt x="21600" y="7434"/>
                </a:lnTo>
                <a:lnTo>
                  <a:pt x="21600" y="8852"/>
                </a:lnTo>
                <a:lnTo>
                  <a:pt x="20410" y="8852"/>
                </a:lnTo>
                <a:lnTo>
                  <a:pt x="19213" y="8852"/>
                </a:lnTo>
                <a:lnTo>
                  <a:pt x="18000" y="8852"/>
                </a:lnTo>
                <a:lnTo>
                  <a:pt x="17365" y="10181"/>
                </a:lnTo>
                <a:lnTo>
                  <a:pt x="16954" y="11155"/>
                </a:lnTo>
                <a:lnTo>
                  <a:pt x="16589" y="12255"/>
                </a:lnTo>
                <a:lnTo>
                  <a:pt x="16088" y="13961"/>
                </a:lnTo>
                <a:lnTo>
                  <a:pt x="15431" y="16159"/>
                </a:lnTo>
                <a:lnTo>
                  <a:pt x="14933" y="17701"/>
                </a:lnTo>
                <a:lnTo>
                  <a:pt x="14499" y="18790"/>
                </a:lnTo>
                <a:lnTo>
                  <a:pt x="14029" y="19635"/>
                </a:lnTo>
                <a:lnTo>
                  <a:pt x="13428" y="20443"/>
                </a:lnTo>
                <a:lnTo>
                  <a:pt x="12600" y="21424"/>
                </a:lnTo>
                <a:lnTo>
                  <a:pt x="11142" y="21525"/>
                </a:lnTo>
                <a:lnTo>
                  <a:pt x="10078" y="21581"/>
                </a:lnTo>
                <a:lnTo>
                  <a:pt x="9104" y="21600"/>
                </a:lnTo>
                <a:lnTo>
                  <a:pt x="7909" y="21590"/>
                </a:lnTo>
                <a:lnTo>
                  <a:pt x="6188" y="21554"/>
                </a:lnTo>
                <a:lnTo>
                  <a:pt x="5674" y="21546"/>
                </a:lnTo>
                <a:lnTo>
                  <a:pt x="4768" y="21531"/>
                </a:lnTo>
                <a:lnTo>
                  <a:pt x="2693" y="21497"/>
                </a:lnTo>
                <a:lnTo>
                  <a:pt x="2297" y="21487"/>
                </a:lnTo>
                <a:lnTo>
                  <a:pt x="1598" y="21468"/>
                </a:lnTo>
                <a:lnTo>
                  <a:pt x="0" y="21424"/>
                </a:lnTo>
                <a:lnTo>
                  <a:pt x="927" y="19285"/>
                </a:lnTo>
                <a:lnTo>
                  <a:pt x="1651" y="17726"/>
                </a:lnTo>
                <a:lnTo>
                  <a:pt x="2270" y="16617"/>
                </a:lnTo>
                <a:lnTo>
                  <a:pt x="2887" y="15834"/>
                </a:lnTo>
                <a:lnTo>
                  <a:pt x="3600" y="15247"/>
                </a:lnTo>
                <a:lnTo>
                  <a:pt x="4511" y="14730"/>
                </a:lnTo>
                <a:lnTo>
                  <a:pt x="5717" y="14156"/>
                </a:lnTo>
                <a:lnTo>
                  <a:pt x="6309" y="13944"/>
                </a:lnTo>
                <a:lnTo>
                  <a:pt x="8100" y="13305"/>
                </a:lnTo>
                <a:lnTo>
                  <a:pt x="9457" y="12756"/>
                </a:lnTo>
                <a:lnTo>
                  <a:pt x="10570" y="12228"/>
                </a:lnTo>
                <a:lnTo>
                  <a:pt x="11500" y="11622"/>
                </a:lnTo>
                <a:lnTo>
                  <a:pt x="12308" y="10843"/>
                </a:lnTo>
                <a:lnTo>
                  <a:pt x="13054" y="9787"/>
                </a:lnTo>
                <a:lnTo>
                  <a:pt x="13795" y="8362"/>
                </a:lnTo>
                <a:lnTo>
                  <a:pt x="14117" y="7224"/>
                </a:lnTo>
                <a:lnTo>
                  <a:pt x="14434" y="6085"/>
                </a:lnTo>
                <a:lnTo>
                  <a:pt x="14746" y="4945"/>
                </a:lnTo>
                <a:lnTo>
                  <a:pt x="15053" y="3801"/>
                </a:lnTo>
                <a:lnTo>
                  <a:pt x="15356" y="2657"/>
                </a:lnTo>
                <a:lnTo>
                  <a:pt x="15775" y="1574"/>
                </a:lnTo>
                <a:lnTo>
                  <a:pt x="16200" y="471"/>
                </a:lnTo>
                <a:close/>
              </a:path>
            </a:pathLst>
          </a:custGeom>
          <a:solidFill>
            <a:srgbClr val="FAF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8" name="contour_07016"/>
          <p:cNvSpPr/>
          <p:nvPr/>
        </p:nvSpPr>
        <p:spPr>
          <a:xfrm>
            <a:off x="1788645" y="1749118"/>
            <a:ext cx="8656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03" y="0"/>
                </a:moveTo>
                <a:lnTo>
                  <a:pt x="20602" y="1656"/>
                </a:lnTo>
                <a:lnTo>
                  <a:pt x="21082" y="3223"/>
                </a:lnTo>
                <a:lnTo>
                  <a:pt x="21422" y="4764"/>
                </a:lnTo>
                <a:lnTo>
                  <a:pt x="21600" y="6336"/>
                </a:lnTo>
                <a:lnTo>
                  <a:pt x="21596" y="7999"/>
                </a:lnTo>
                <a:lnTo>
                  <a:pt x="21389" y="9816"/>
                </a:lnTo>
                <a:lnTo>
                  <a:pt x="20874" y="11405"/>
                </a:lnTo>
                <a:lnTo>
                  <a:pt x="20342" y="12850"/>
                </a:lnTo>
                <a:lnTo>
                  <a:pt x="19745" y="14198"/>
                </a:lnTo>
                <a:lnTo>
                  <a:pt x="19041" y="15499"/>
                </a:lnTo>
                <a:lnTo>
                  <a:pt x="18185" y="16800"/>
                </a:lnTo>
                <a:lnTo>
                  <a:pt x="16910" y="17138"/>
                </a:lnTo>
                <a:lnTo>
                  <a:pt x="15730" y="17297"/>
                </a:lnTo>
                <a:lnTo>
                  <a:pt x="14592" y="17311"/>
                </a:lnTo>
                <a:lnTo>
                  <a:pt x="13444" y="17213"/>
                </a:lnTo>
                <a:lnTo>
                  <a:pt x="12233" y="17030"/>
                </a:lnTo>
                <a:lnTo>
                  <a:pt x="10911" y="16800"/>
                </a:lnTo>
                <a:lnTo>
                  <a:pt x="10911" y="18386"/>
                </a:lnTo>
                <a:lnTo>
                  <a:pt x="10911" y="19982"/>
                </a:lnTo>
                <a:lnTo>
                  <a:pt x="10911" y="21600"/>
                </a:lnTo>
                <a:lnTo>
                  <a:pt x="9711" y="21600"/>
                </a:lnTo>
                <a:lnTo>
                  <a:pt x="8509" y="21600"/>
                </a:lnTo>
                <a:lnTo>
                  <a:pt x="7307" y="21600"/>
                </a:lnTo>
                <a:lnTo>
                  <a:pt x="6101" y="21600"/>
                </a:lnTo>
                <a:lnTo>
                  <a:pt x="4892" y="21600"/>
                </a:lnTo>
                <a:lnTo>
                  <a:pt x="3677" y="21600"/>
                </a:lnTo>
                <a:lnTo>
                  <a:pt x="2459" y="21600"/>
                </a:lnTo>
                <a:lnTo>
                  <a:pt x="1233" y="21600"/>
                </a:lnTo>
                <a:lnTo>
                  <a:pt x="0" y="21600"/>
                </a:lnTo>
                <a:lnTo>
                  <a:pt x="1164" y="21353"/>
                </a:lnTo>
                <a:lnTo>
                  <a:pt x="2337" y="21103"/>
                </a:lnTo>
                <a:lnTo>
                  <a:pt x="3524" y="20851"/>
                </a:lnTo>
                <a:lnTo>
                  <a:pt x="4721" y="20460"/>
                </a:lnTo>
                <a:lnTo>
                  <a:pt x="5510" y="20158"/>
                </a:lnTo>
                <a:lnTo>
                  <a:pt x="6245" y="19790"/>
                </a:lnTo>
                <a:lnTo>
                  <a:pt x="7274" y="19200"/>
                </a:lnTo>
                <a:lnTo>
                  <a:pt x="7834" y="17414"/>
                </a:lnTo>
                <a:lnTo>
                  <a:pt x="8209" y="16147"/>
                </a:lnTo>
                <a:lnTo>
                  <a:pt x="8485" y="15053"/>
                </a:lnTo>
                <a:lnTo>
                  <a:pt x="8751" y="13786"/>
                </a:lnTo>
                <a:lnTo>
                  <a:pt x="9092" y="12000"/>
                </a:lnTo>
                <a:lnTo>
                  <a:pt x="10236" y="11033"/>
                </a:lnTo>
                <a:lnTo>
                  <a:pt x="10996" y="10462"/>
                </a:lnTo>
                <a:lnTo>
                  <a:pt x="11713" y="10058"/>
                </a:lnTo>
                <a:lnTo>
                  <a:pt x="12729" y="9600"/>
                </a:lnTo>
                <a:lnTo>
                  <a:pt x="11829" y="8412"/>
                </a:lnTo>
                <a:lnTo>
                  <a:pt x="10924" y="7217"/>
                </a:lnTo>
                <a:lnTo>
                  <a:pt x="10014" y="6017"/>
                </a:lnTo>
                <a:lnTo>
                  <a:pt x="9092" y="4800"/>
                </a:lnTo>
                <a:lnTo>
                  <a:pt x="10427" y="4066"/>
                </a:lnTo>
                <a:lnTo>
                  <a:pt x="11617" y="3492"/>
                </a:lnTo>
                <a:lnTo>
                  <a:pt x="12722" y="3091"/>
                </a:lnTo>
                <a:lnTo>
                  <a:pt x="13811" y="2873"/>
                </a:lnTo>
                <a:lnTo>
                  <a:pt x="14948" y="2854"/>
                </a:lnTo>
                <a:lnTo>
                  <a:pt x="16195" y="3041"/>
                </a:lnTo>
                <a:lnTo>
                  <a:pt x="17618" y="3451"/>
                </a:lnTo>
                <a:lnTo>
                  <a:pt x="18801" y="4121"/>
                </a:lnTo>
                <a:lnTo>
                  <a:pt x="20003" y="4800"/>
                </a:lnTo>
                <a:lnTo>
                  <a:pt x="20003" y="3214"/>
                </a:lnTo>
                <a:lnTo>
                  <a:pt x="20003" y="1618"/>
                </a:lnTo>
                <a:lnTo>
                  <a:pt x="20003" y="0"/>
                </a:lnTo>
                <a:close/>
              </a:path>
            </a:pathLst>
          </a:custGeom>
          <a:solidFill>
            <a:srgbClr val="68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7019" name="contour_07017"/>
          <p:cNvSpPr/>
          <p:nvPr/>
        </p:nvSpPr>
        <p:spPr>
          <a:xfrm>
            <a:off x="4958921" y="1750116"/>
            <a:ext cx="102032" cy="57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2371"/>
                </a:moveTo>
                <a:lnTo>
                  <a:pt x="9257" y="4186"/>
                </a:lnTo>
                <a:lnTo>
                  <a:pt x="9257" y="6013"/>
                </a:lnTo>
                <a:lnTo>
                  <a:pt x="9257" y="7865"/>
                </a:lnTo>
                <a:lnTo>
                  <a:pt x="10144" y="7906"/>
                </a:lnTo>
                <a:lnTo>
                  <a:pt x="11031" y="7944"/>
                </a:lnTo>
                <a:lnTo>
                  <a:pt x="11919" y="7977"/>
                </a:lnTo>
                <a:lnTo>
                  <a:pt x="12806" y="8008"/>
                </a:lnTo>
                <a:lnTo>
                  <a:pt x="13693" y="8035"/>
                </a:lnTo>
                <a:lnTo>
                  <a:pt x="14517" y="8068"/>
                </a:lnTo>
                <a:lnTo>
                  <a:pt x="15347" y="8101"/>
                </a:lnTo>
                <a:lnTo>
                  <a:pt x="16188" y="8134"/>
                </a:lnTo>
                <a:lnTo>
                  <a:pt x="17243" y="7964"/>
                </a:lnTo>
                <a:lnTo>
                  <a:pt x="18175" y="7700"/>
                </a:lnTo>
                <a:lnTo>
                  <a:pt x="19028" y="7313"/>
                </a:lnTo>
                <a:lnTo>
                  <a:pt x="19852" y="6771"/>
                </a:lnTo>
                <a:lnTo>
                  <a:pt x="20693" y="6052"/>
                </a:lnTo>
                <a:lnTo>
                  <a:pt x="21600" y="5118"/>
                </a:lnTo>
                <a:lnTo>
                  <a:pt x="21183" y="7074"/>
                </a:lnTo>
                <a:lnTo>
                  <a:pt x="20759" y="8898"/>
                </a:lnTo>
                <a:lnTo>
                  <a:pt x="20313" y="10595"/>
                </a:lnTo>
                <a:lnTo>
                  <a:pt x="19830" y="12175"/>
                </a:lnTo>
                <a:lnTo>
                  <a:pt x="19292" y="13642"/>
                </a:lnTo>
                <a:lnTo>
                  <a:pt x="18684" y="15004"/>
                </a:lnTo>
                <a:lnTo>
                  <a:pt x="17991" y="16268"/>
                </a:lnTo>
                <a:lnTo>
                  <a:pt x="17195" y="17441"/>
                </a:lnTo>
                <a:lnTo>
                  <a:pt x="16282" y="18529"/>
                </a:lnTo>
                <a:lnTo>
                  <a:pt x="15236" y="19540"/>
                </a:lnTo>
                <a:lnTo>
                  <a:pt x="14278" y="20251"/>
                </a:lnTo>
                <a:lnTo>
                  <a:pt x="13313" y="20941"/>
                </a:lnTo>
                <a:lnTo>
                  <a:pt x="12343" y="21600"/>
                </a:lnTo>
                <a:lnTo>
                  <a:pt x="12343" y="19968"/>
                </a:lnTo>
                <a:lnTo>
                  <a:pt x="12343" y="18331"/>
                </a:lnTo>
                <a:lnTo>
                  <a:pt x="12343" y="16688"/>
                </a:lnTo>
                <a:lnTo>
                  <a:pt x="12343" y="15032"/>
                </a:lnTo>
                <a:lnTo>
                  <a:pt x="12343" y="13359"/>
                </a:lnTo>
                <a:lnTo>
                  <a:pt x="11325" y="13359"/>
                </a:lnTo>
                <a:lnTo>
                  <a:pt x="10305" y="13359"/>
                </a:lnTo>
                <a:lnTo>
                  <a:pt x="9280" y="13359"/>
                </a:lnTo>
                <a:lnTo>
                  <a:pt x="8251" y="13359"/>
                </a:lnTo>
                <a:lnTo>
                  <a:pt x="7216" y="13359"/>
                </a:lnTo>
                <a:lnTo>
                  <a:pt x="6171" y="13359"/>
                </a:lnTo>
                <a:lnTo>
                  <a:pt x="6171" y="11543"/>
                </a:lnTo>
                <a:lnTo>
                  <a:pt x="6171" y="9716"/>
                </a:lnTo>
                <a:lnTo>
                  <a:pt x="6171" y="7865"/>
                </a:lnTo>
                <a:lnTo>
                  <a:pt x="5365" y="6837"/>
                </a:lnTo>
                <a:lnTo>
                  <a:pt x="4774" y="6175"/>
                </a:lnTo>
                <a:lnTo>
                  <a:pt x="4110" y="5582"/>
                </a:lnTo>
                <a:lnTo>
                  <a:pt x="3086" y="4774"/>
                </a:lnTo>
                <a:lnTo>
                  <a:pt x="2225" y="4082"/>
                </a:lnTo>
                <a:lnTo>
                  <a:pt x="1350" y="3379"/>
                </a:lnTo>
                <a:lnTo>
                  <a:pt x="680" y="2879"/>
                </a:lnTo>
                <a:lnTo>
                  <a:pt x="0" y="2371"/>
                </a:lnTo>
                <a:lnTo>
                  <a:pt x="1128" y="1294"/>
                </a:lnTo>
                <a:lnTo>
                  <a:pt x="2163" y="560"/>
                </a:lnTo>
                <a:lnTo>
                  <a:pt x="3137" y="140"/>
                </a:lnTo>
                <a:lnTo>
                  <a:pt x="4076" y="0"/>
                </a:lnTo>
                <a:lnTo>
                  <a:pt x="5010" y="110"/>
                </a:lnTo>
                <a:lnTo>
                  <a:pt x="5966" y="434"/>
                </a:lnTo>
                <a:lnTo>
                  <a:pt x="6974" y="939"/>
                </a:lnTo>
                <a:lnTo>
                  <a:pt x="8061" y="1596"/>
                </a:lnTo>
                <a:lnTo>
                  <a:pt x="9257" y="2371"/>
                </a:lnTo>
                <a:close/>
              </a:path>
            </a:pathLst>
          </a:custGeom>
          <a:solidFill>
            <a:srgbClr val="D9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0" name="contour_07018"/>
          <p:cNvSpPr/>
          <p:nvPr/>
        </p:nvSpPr>
        <p:spPr>
          <a:xfrm>
            <a:off x="2364396" y="1727108"/>
            <a:ext cx="109320" cy="36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86"/>
                </a:moveTo>
                <a:lnTo>
                  <a:pt x="8087" y="0"/>
                </a:lnTo>
                <a:lnTo>
                  <a:pt x="8725" y="77"/>
                </a:lnTo>
                <a:lnTo>
                  <a:pt x="9423" y="422"/>
                </a:lnTo>
                <a:lnTo>
                  <a:pt x="10490" y="1127"/>
                </a:lnTo>
                <a:lnTo>
                  <a:pt x="10977" y="1441"/>
                </a:lnTo>
                <a:lnTo>
                  <a:pt x="12446" y="2388"/>
                </a:lnTo>
                <a:lnTo>
                  <a:pt x="12747" y="2603"/>
                </a:lnTo>
                <a:lnTo>
                  <a:pt x="13275" y="2982"/>
                </a:lnTo>
                <a:lnTo>
                  <a:pt x="14489" y="3851"/>
                </a:lnTo>
                <a:lnTo>
                  <a:pt x="15170" y="4298"/>
                </a:lnTo>
                <a:lnTo>
                  <a:pt x="15856" y="4755"/>
                </a:lnTo>
                <a:lnTo>
                  <a:pt x="16551" y="5211"/>
                </a:lnTo>
                <a:lnTo>
                  <a:pt x="17394" y="5774"/>
                </a:lnTo>
                <a:lnTo>
                  <a:pt x="18236" y="6347"/>
                </a:lnTo>
                <a:lnTo>
                  <a:pt x="19077" y="6923"/>
                </a:lnTo>
                <a:lnTo>
                  <a:pt x="19920" y="7504"/>
                </a:lnTo>
                <a:lnTo>
                  <a:pt x="20759" y="8094"/>
                </a:lnTo>
                <a:lnTo>
                  <a:pt x="21600" y="8692"/>
                </a:lnTo>
                <a:lnTo>
                  <a:pt x="21254" y="11217"/>
                </a:lnTo>
                <a:lnTo>
                  <a:pt x="20991" y="12956"/>
                </a:lnTo>
                <a:lnTo>
                  <a:pt x="20670" y="14711"/>
                </a:lnTo>
                <a:lnTo>
                  <a:pt x="20160" y="17297"/>
                </a:lnTo>
                <a:lnTo>
                  <a:pt x="18994" y="17706"/>
                </a:lnTo>
                <a:lnTo>
                  <a:pt x="18143" y="17934"/>
                </a:lnTo>
                <a:lnTo>
                  <a:pt x="17364" y="18016"/>
                </a:lnTo>
                <a:lnTo>
                  <a:pt x="16407" y="17977"/>
                </a:lnTo>
                <a:lnTo>
                  <a:pt x="15031" y="17835"/>
                </a:lnTo>
                <a:lnTo>
                  <a:pt x="14106" y="17758"/>
                </a:lnTo>
                <a:lnTo>
                  <a:pt x="13176" y="17680"/>
                </a:lnTo>
                <a:lnTo>
                  <a:pt x="12234" y="17598"/>
                </a:lnTo>
                <a:lnTo>
                  <a:pt x="11523" y="17499"/>
                </a:lnTo>
                <a:lnTo>
                  <a:pt x="10806" y="17400"/>
                </a:lnTo>
                <a:lnTo>
                  <a:pt x="10080" y="17297"/>
                </a:lnTo>
                <a:lnTo>
                  <a:pt x="10080" y="19431"/>
                </a:lnTo>
                <a:lnTo>
                  <a:pt x="10080" y="21600"/>
                </a:lnTo>
                <a:lnTo>
                  <a:pt x="9082" y="21600"/>
                </a:lnTo>
                <a:lnTo>
                  <a:pt x="8083" y="21600"/>
                </a:lnTo>
                <a:lnTo>
                  <a:pt x="7083" y="21600"/>
                </a:lnTo>
                <a:lnTo>
                  <a:pt x="6083" y="21600"/>
                </a:lnTo>
                <a:lnTo>
                  <a:pt x="5077" y="21600"/>
                </a:lnTo>
                <a:lnTo>
                  <a:pt x="4071" y="21600"/>
                </a:lnTo>
                <a:lnTo>
                  <a:pt x="3060" y="21600"/>
                </a:lnTo>
                <a:lnTo>
                  <a:pt x="2045" y="21600"/>
                </a:lnTo>
                <a:lnTo>
                  <a:pt x="1025" y="21600"/>
                </a:lnTo>
                <a:lnTo>
                  <a:pt x="0" y="21600"/>
                </a:lnTo>
                <a:lnTo>
                  <a:pt x="0" y="18756"/>
                </a:lnTo>
                <a:lnTo>
                  <a:pt x="0" y="15895"/>
                </a:lnTo>
                <a:lnTo>
                  <a:pt x="0" y="12994"/>
                </a:lnTo>
                <a:lnTo>
                  <a:pt x="910" y="11927"/>
                </a:lnTo>
                <a:lnTo>
                  <a:pt x="1633" y="11372"/>
                </a:lnTo>
                <a:lnTo>
                  <a:pt x="2791" y="10843"/>
                </a:lnTo>
                <a:lnTo>
                  <a:pt x="3946" y="10314"/>
                </a:lnTo>
                <a:lnTo>
                  <a:pt x="4716" y="9759"/>
                </a:lnTo>
                <a:lnTo>
                  <a:pt x="5760" y="8692"/>
                </a:lnTo>
                <a:lnTo>
                  <a:pt x="6058" y="6480"/>
                </a:lnTo>
                <a:lnTo>
                  <a:pt x="6362" y="4230"/>
                </a:lnTo>
                <a:lnTo>
                  <a:pt x="6571" y="3197"/>
                </a:lnTo>
                <a:lnTo>
                  <a:pt x="7200" y="86"/>
                </a:lnTo>
                <a:close/>
              </a:path>
            </a:pathLst>
          </a:custGeom>
          <a:solidFill>
            <a:srgbClr val="8A8C8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1" name="contour_07019"/>
          <p:cNvSpPr/>
          <p:nvPr/>
        </p:nvSpPr>
        <p:spPr>
          <a:xfrm>
            <a:off x="4413386" y="1661662"/>
            <a:ext cx="936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5" y="0"/>
                </a:moveTo>
                <a:lnTo>
                  <a:pt x="2445" y="367"/>
                </a:lnTo>
                <a:lnTo>
                  <a:pt x="3455" y="741"/>
                </a:lnTo>
                <a:lnTo>
                  <a:pt x="4463" y="1119"/>
                </a:lnTo>
                <a:lnTo>
                  <a:pt x="5470" y="1503"/>
                </a:lnTo>
                <a:lnTo>
                  <a:pt x="6476" y="1890"/>
                </a:lnTo>
                <a:lnTo>
                  <a:pt x="7414" y="2240"/>
                </a:lnTo>
                <a:lnTo>
                  <a:pt x="8357" y="2594"/>
                </a:lnTo>
                <a:lnTo>
                  <a:pt x="9313" y="2953"/>
                </a:lnTo>
                <a:lnTo>
                  <a:pt x="10040" y="3404"/>
                </a:lnTo>
                <a:lnTo>
                  <a:pt x="10775" y="3860"/>
                </a:lnTo>
                <a:lnTo>
                  <a:pt x="11518" y="4320"/>
                </a:lnTo>
                <a:lnTo>
                  <a:pt x="11518" y="5748"/>
                </a:lnTo>
                <a:lnTo>
                  <a:pt x="11518" y="7184"/>
                </a:lnTo>
                <a:lnTo>
                  <a:pt x="11518" y="8640"/>
                </a:lnTo>
                <a:lnTo>
                  <a:pt x="12067" y="8875"/>
                </a:lnTo>
                <a:lnTo>
                  <a:pt x="13722" y="9586"/>
                </a:lnTo>
                <a:lnTo>
                  <a:pt x="14838" y="10111"/>
                </a:lnTo>
                <a:lnTo>
                  <a:pt x="15877" y="10705"/>
                </a:lnTo>
                <a:lnTo>
                  <a:pt x="16848" y="11370"/>
                </a:lnTo>
                <a:lnTo>
                  <a:pt x="17757" y="12118"/>
                </a:lnTo>
                <a:lnTo>
                  <a:pt x="18611" y="12949"/>
                </a:lnTo>
                <a:lnTo>
                  <a:pt x="19414" y="13876"/>
                </a:lnTo>
                <a:lnTo>
                  <a:pt x="20177" y="14902"/>
                </a:lnTo>
                <a:lnTo>
                  <a:pt x="20903" y="16034"/>
                </a:lnTo>
                <a:lnTo>
                  <a:pt x="21600" y="17280"/>
                </a:lnTo>
                <a:lnTo>
                  <a:pt x="21600" y="18708"/>
                </a:lnTo>
                <a:lnTo>
                  <a:pt x="21600" y="20144"/>
                </a:lnTo>
                <a:lnTo>
                  <a:pt x="21600" y="21600"/>
                </a:lnTo>
                <a:lnTo>
                  <a:pt x="20555" y="20991"/>
                </a:lnTo>
                <a:lnTo>
                  <a:pt x="19518" y="20360"/>
                </a:lnTo>
                <a:lnTo>
                  <a:pt x="18490" y="19708"/>
                </a:lnTo>
                <a:lnTo>
                  <a:pt x="17475" y="19034"/>
                </a:lnTo>
                <a:lnTo>
                  <a:pt x="16470" y="18334"/>
                </a:lnTo>
                <a:lnTo>
                  <a:pt x="15477" y="17608"/>
                </a:lnTo>
                <a:lnTo>
                  <a:pt x="14499" y="16857"/>
                </a:lnTo>
                <a:lnTo>
                  <a:pt x="13536" y="16075"/>
                </a:lnTo>
                <a:lnTo>
                  <a:pt x="12588" y="15265"/>
                </a:lnTo>
                <a:lnTo>
                  <a:pt x="11657" y="14422"/>
                </a:lnTo>
                <a:lnTo>
                  <a:pt x="10745" y="13548"/>
                </a:lnTo>
                <a:lnTo>
                  <a:pt x="9849" y="12638"/>
                </a:lnTo>
                <a:lnTo>
                  <a:pt x="8973" y="11696"/>
                </a:lnTo>
                <a:lnTo>
                  <a:pt x="8120" y="10716"/>
                </a:lnTo>
                <a:lnTo>
                  <a:pt x="7286" y="9696"/>
                </a:lnTo>
                <a:lnTo>
                  <a:pt x="6476" y="8640"/>
                </a:lnTo>
                <a:lnTo>
                  <a:pt x="6476" y="7212"/>
                </a:lnTo>
                <a:lnTo>
                  <a:pt x="6476" y="5776"/>
                </a:lnTo>
                <a:lnTo>
                  <a:pt x="6476" y="4320"/>
                </a:lnTo>
                <a:lnTo>
                  <a:pt x="5366" y="4320"/>
                </a:lnTo>
                <a:lnTo>
                  <a:pt x="4248" y="4320"/>
                </a:lnTo>
                <a:lnTo>
                  <a:pt x="3115" y="4320"/>
                </a:lnTo>
                <a:lnTo>
                  <a:pt x="3393" y="5746"/>
                </a:lnTo>
                <a:lnTo>
                  <a:pt x="3670" y="7173"/>
                </a:lnTo>
                <a:lnTo>
                  <a:pt x="3949" y="8608"/>
                </a:lnTo>
                <a:lnTo>
                  <a:pt x="4230" y="10048"/>
                </a:lnTo>
                <a:lnTo>
                  <a:pt x="4512" y="11498"/>
                </a:lnTo>
                <a:lnTo>
                  <a:pt x="4796" y="12960"/>
                </a:lnTo>
                <a:lnTo>
                  <a:pt x="3685" y="12960"/>
                </a:lnTo>
                <a:lnTo>
                  <a:pt x="2568" y="12960"/>
                </a:lnTo>
                <a:lnTo>
                  <a:pt x="1435" y="12960"/>
                </a:lnTo>
                <a:lnTo>
                  <a:pt x="840" y="11416"/>
                </a:lnTo>
                <a:lnTo>
                  <a:pt x="403" y="10038"/>
                </a:lnTo>
                <a:lnTo>
                  <a:pt x="124" y="8750"/>
                </a:lnTo>
                <a:lnTo>
                  <a:pt x="0" y="7478"/>
                </a:lnTo>
                <a:lnTo>
                  <a:pt x="32" y="6147"/>
                </a:lnTo>
                <a:lnTo>
                  <a:pt x="220" y="4685"/>
                </a:lnTo>
                <a:lnTo>
                  <a:pt x="561" y="3013"/>
                </a:lnTo>
                <a:lnTo>
                  <a:pt x="850" y="2017"/>
                </a:lnTo>
                <a:lnTo>
                  <a:pt x="1141" y="1015"/>
                </a:lnTo>
                <a:lnTo>
                  <a:pt x="1435" y="0"/>
                </a:lnTo>
                <a:close/>
              </a:path>
            </a:pathLst>
          </a:custGeom>
          <a:solidFill>
            <a:srgbClr val="D1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2" name="contour_07020"/>
          <p:cNvSpPr/>
          <p:nvPr/>
        </p:nvSpPr>
        <p:spPr>
          <a:xfrm>
            <a:off x="2182196" y="1654374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01" y="491"/>
                </a:lnTo>
                <a:lnTo>
                  <a:pt x="4919" y="932"/>
                </a:lnTo>
                <a:lnTo>
                  <a:pt x="6977" y="1333"/>
                </a:lnTo>
                <a:lnTo>
                  <a:pt x="8795" y="1709"/>
                </a:lnTo>
                <a:lnTo>
                  <a:pt x="10397" y="2064"/>
                </a:lnTo>
                <a:lnTo>
                  <a:pt x="11803" y="2407"/>
                </a:lnTo>
                <a:lnTo>
                  <a:pt x="13037" y="2752"/>
                </a:lnTo>
                <a:lnTo>
                  <a:pt x="14121" y="3107"/>
                </a:lnTo>
                <a:lnTo>
                  <a:pt x="15079" y="3481"/>
                </a:lnTo>
                <a:lnTo>
                  <a:pt x="15928" y="3882"/>
                </a:lnTo>
                <a:lnTo>
                  <a:pt x="16697" y="4320"/>
                </a:lnTo>
                <a:lnTo>
                  <a:pt x="17402" y="4808"/>
                </a:lnTo>
                <a:lnTo>
                  <a:pt x="18070" y="5351"/>
                </a:lnTo>
                <a:lnTo>
                  <a:pt x="18720" y="5962"/>
                </a:lnTo>
                <a:lnTo>
                  <a:pt x="19377" y="6647"/>
                </a:lnTo>
                <a:lnTo>
                  <a:pt x="20061" y="7418"/>
                </a:lnTo>
                <a:lnTo>
                  <a:pt x="20794" y="8285"/>
                </a:lnTo>
                <a:lnTo>
                  <a:pt x="21600" y="9257"/>
                </a:lnTo>
                <a:lnTo>
                  <a:pt x="21600" y="11297"/>
                </a:lnTo>
                <a:lnTo>
                  <a:pt x="21600" y="13349"/>
                </a:lnTo>
                <a:lnTo>
                  <a:pt x="21600" y="15429"/>
                </a:lnTo>
                <a:lnTo>
                  <a:pt x="20531" y="15429"/>
                </a:lnTo>
                <a:lnTo>
                  <a:pt x="19458" y="15429"/>
                </a:lnTo>
                <a:lnTo>
                  <a:pt x="18382" y="15429"/>
                </a:lnTo>
                <a:lnTo>
                  <a:pt x="17296" y="15429"/>
                </a:lnTo>
                <a:lnTo>
                  <a:pt x="16200" y="15429"/>
                </a:lnTo>
                <a:lnTo>
                  <a:pt x="16200" y="17468"/>
                </a:lnTo>
                <a:lnTo>
                  <a:pt x="16200" y="19520"/>
                </a:lnTo>
                <a:lnTo>
                  <a:pt x="16200" y="21600"/>
                </a:lnTo>
                <a:lnTo>
                  <a:pt x="15010" y="21600"/>
                </a:lnTo>
                <a:lnTo>
                  <a:pt x="13813" y="21600"/>
                </a:lnTo>
                <a:lnTo>
                  <a:pt x="12600" y="21600"/>
                </a:lnTo>
                <a:lnTo>
                  <a:pt x="12046" y="19304"/>
                </a:lnTo>
                <a:lnTo>
                  <a:pt x="11675" y="17675"/>
                </a:lnTo>
                <a:lnTo>
                  <a:pt x="11401" y="16268"/>
                </a:lnTo>
                <a:lnTo>
                  <a:pt x="11138" y="14639"/>
                </a:lnTo>
                <a:lnTo>
                  <a:pt x="10800" y="12343"/>
                </a:lnTo>
                <a:lnTo>
                  <a:pt x="9909" y="13361"/>
                </a:lnTo>
                <a:lnTo>
                  <a:pt x="9016" y="14383"/>
                </a:lnTo>
                <a:lnTo>
                  <a:pt x="8120" y="15407"/>
                </a:lnTo>
                <a:lnTo>
                  <a:pt x="7220" y="16435"/>
                </a:lnTo>
                <a:lnTo>
                  <a:pt x="6314" y="17471"/>
                </a:lnTo>
                <a:lnTo>
                  <a:pt x="5400" y="18514"/>
                </a:lnTo>
                <a:lnTo>
                  <a:pt x="5512" y="17049"/>
                </a:lnTo>
                <a:lnTo>
                  <a:pt x="5625" y="15574"/>
                </a:lnTo>
                <a:lnTo>
                  <a:pt x="5738" y="14077"/>
                </a:lnTo>
                <a:lnTo>
                  <a:pt x="5627" y="12485"/>
                </a:lnTo>
                <a:lnTo>
                  <a:pt x="5513" y="10883"/>
                </a:lnTo>
                <a:lnTo>
                  <a:pt x="5400" y="9257"/>
                </a:lnTo>
                <a:lnTo>
                  <a:pt x="4061" y="8399"/>
                </a:lnTo>
                <a:lnTo>
                  <a:pt x="3110" y="7810"/>
                </a:lnTo>
                <a:lnTo>
                  <a:pt x="2290" y="7341"/>
                </a:lnTo>
                <a:lnTo>
                  <a:pt x="1339" y="6844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73716E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3" name="contour_07021"/>
          <p:cNvSpPr/>
          <p:nvPr/>
        </p:nvSpPr>
        <p:spPr>
          <a:xfrm>
            <a:off x="2269652" y="1646802"/>
            <a:ext cx="87456" cy="513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56" y="0"/>
                </a:moveTo>
                <a:lnTo>
                  <a:pt x="7229" y="635"/>
                </a:lnTo>
                <a:lnTo>
                  <a:pt x="8393" y="1120"/>
                </a:lnTo>
                <a:lnTo>
                  <a:pt x="9205" y="1605"/>
                </a:lnTo>
                <a:lnTo>
                  <a:pt x="9922" y="2243"/>
                </a:lnTo>
                <a:lnTo>
                  <a:pt x="10800" y="3188"/>
                </a:lnTo>
                <a:lnTo>
                  <a:pt x="10800" y="5217"/>
                </a:lnTo>
                <a:lnTo>
                  <a:pt x="10800" y="7257"/>
                </a:lnTo>
                <a:lnTo>
                  <a:pt x="10800" y="9326"/>
                </a:lnTo>
                <a:lnTo>
                  <a:pt x="11988" y="9326"/>
                </a:lnTo>
                <a:lnTo>
                  <a:pt x="13178" y="9326"/>
                </a:lnTo>
                <a:lnTo>
                  <a:pt x="14368" y="9326"/>
                </a:lnTo>
                <a:lnTo>
                  <a:pt x="15563" y="9326"/>
                </a:lnTo>
                <a:lnTo>
                  <a:pt x="16760" y="9326"/>
                </a:lnTo>
                <a:lnTo>
                  <a:pt x="17960" y="9326"/>
                </a:lnTo>
                <a:lnTo>
                  <a:pt x="19166" y="9326"/>
                </a:lnTo>
                <a:lnTo>
                  <a:pt x="20380" y="9326"/>
                </a:lnTo>
                <a:lnTo>
                  <a:pt x="21600" y="9326"/>
                </a:lnTo>
                <a:lnTo>
                  <a:pt x="21087" y="9467"/>
                </a:lnTo>
                <a:lnTo>
                  <a:pt x="20183" y="9715"/>
                </a:lnTo>
                <a:lnTo>
                  <a:pt x="18112" y="10286"/>
                </a:lnTo>
                <a:lnTo>
                  <a:pt x="16934" y="10777"/>
                </a:lnTo>
                <a:lnTo>
                  <a:pt x="16157" y="11161"/>
                </a:lnTo>
                <a:lnTo>
                  <a:pt x="15428" y="11633"/>
                </a:lnTo>
                <a:lnTo>
                  <a:pt x="14400" y="12394"/>
                </a:lnTo>
                <a:lnTo>
                  <a:pt x="13738" y="14769"/>
                </a:lnTo>
                <a:lnTo>
                  <a:pt x="13313" y="16436"/>
                </a:lnTo>
                <a:lnTo>
                  <a:pt x="13039" y="17835"/>
                </a:lnTo>
                <a:lnTo>
                  <a:pt x="12830" y="19409"/>
                </a:lnTo>
                <a:lnTo>
                  <a:pt x="12600" y="21600"/>
                </a:lnTo>
                <a:lnTo>
                  <a:pt x="10107" y="20072"/>
                </a:lnTo>
                <a:lnTo>
                  <a:pt x="8023" y="18780"/>
                </a:lnTo>
                <a:lnTo>
                  <a:pt x="6302" y="17675"/>
                </a:lnTo>
                <a:lnTo>
                  <a:pt x="4901" y="16721"/>
                </a:lnTo>
                <a:lnTo>
                  <a:pt x="3778" y="15874"/>
                </a:lnTo>
                <a:lnTo>
                  <a:pt x="2889" y="15088"/>
                </a:lnTo>
                <a:lnTo>
                  <a:pt x="2189" y="14324"/>
                </a:lnTo>
                <a:lnTo>
                  <a:pt x="1634" y="13539"/>
                </a:lnTo>
                <a:lnTo>
                  <a:pt x="1183" y="12689"/>
                </a:lnTo>
                <a:lnTo>
                  <a:pt x="788" y="11731"/>
                </a:lnTo>
                <a:lnTo>
                  <a:pt x="409" y="10624"/>
                </a:lnTo>
                <a:lnTo>
                  <a:pt x="0" y="9326"/>
                </a:lnTo>
                <a:lnTo>
                  <a:pt x="742" y="5956"/>
                </a:lnTo>
                <a:lnTo>
                  <a:pt x="1337" y="3535"/>
                </a:lnTo>
                <a:lnTo>
                  <a:pt x="1883" y="1906"/>
                </a:lnTo>
                <a:lnTo>
                  <a:pt x="2470" y="899"/>
                </a:lnTo>
                <a:lnTo>
                  <a:pt x="3199" y="356"/>
                </a:lnTo>
                <a:lnTo>
                  <a:pt x="4162" y="110"/>
                </a:lnTo>
                <a:lnTo>
                  <a:pt x="5456" y="0"/>
                </a:lnTo>
                <a:close/>
              </a:path>
            </a:pathLst>
          </a:custGeom>
          <a:solidFill>
            <a:srgbClr val="85848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4" name="contour_07022"/>
          <p:cNvSpPr/>
          <p:nvPr/>
        </p:nvSpPr>
        <p:spPr>
          <a:xfrm>
            <a:off x="7758027" y="1609538"/>
            <a:ext cx="94226" cy="66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78" y="0"/>
                </a:moveTo>
                <a:lnTo>
                  <a:pt x="4320" y="333"/>
                </a:lnTo>
                <a:lnTo>
                  <a:pt x="5349" y="701"/>
                </a:lnTo>
                <a:lnTo>
                  <a:pt x="6313" y="1175"/>
                </a:lnTo>
                <a:lnTo>
                  <a:pt x="7259" y="1824"/>
                </a:lnTo>
                <a:lnTo>
                  <a:pt x="8235" y="2719"/>
                </a:lnTo>
                <a:lnTo>
                  <a:pt x="8457" y="4463"/>
                </a:lnTo>
                <a:lnTo>
                  <a:pt x="8576" y="6129"/>
                </a:lnTo>
                <a:lnTo>
                  <a:pt x="8607" y="7753"/>
                </a:lnTo>
                <a:lnTo>
                  <a:pt x="8572" y="9370"/>
                </a:lnTo>
                <a:lnTo>
                  <a:pt x="8487" y="11012"/>
                </a:lnTo>
                <a:lnTo>
                  <a:pt x="8368" y="12716"/>
                </a:lnTo>
                <a:lnTo>
                  <a:pt x="8235" y="14520"/>
                </a:lnTo>
                <a:lnTo>
                  <a:pt x="8768" y="14411"/>
                </a:lnTo>
                <a:lnTo>
                  <a:pt x="9254" y="14312"/>
                </a:lnTo>
                <a:lnTo>
                  <a:pt x="9765" y="14210"/>
                </a:lnTo>
                <a:lnTo>
                  <a:pt x="10371" y="14088"/>
                </a:lnTo>
                <a:lnTo>
                  <a:pt x="11143" y="13932"/>
                </a:lnTo>
                <a:lnTo>
                  <a:pt x="12149" y="13729"/>
                </a:lnTo>
                <a:lnTo>
                  <a:pt x="13461" y="13465"/>
                </a:lnTo>
                <a:lnTo>
                  <a:pt x="15148" y="13122"/>
                </a:lnTo>
                <a:lnTo>
                  <a:pt x="17281" y="12693"/>
                </a:lnTo>
                <a:lnTo>
                  <a:pt x="19929" y="12159"/>
                </a:lnTo>
                <a:lnTo>
                  <a:pt x="20205" y="13717"/>
                </a:lnTo>
                <a:lnTo>
                  <a:pt x="20481" y="15277"/>
                </a:lnTo>
                <a:lnTo>
                  <a:pt x="20758" y="16844"/>
                </a:lnTo>
                <a:lnTo>
                  <a:pt x="21037" y="18419"/>
                </a:lnTo>
                <a:lnTo>
                  <a:pt x="21316" y="20002"/>
                </a:lnTo>
                <a:lnTo>
                  <a:pt x="21600" y="21600"/>
                </a:lnTo>
                <a:lnTo>
                  <a:pt x="20522" y="21340"/>
                </a:lnTo>
                <a:lnTo>
                  <a:pt x="19448" y="21076"/>
                </a:lnTo>
                <a:lnTo>
                  <a:pt x="18374" y="20807"/>
                </a:lnTo>
                <a:lnTo>
                  <a:pt x="17301" y="20533"/>
                </a:lnTo>
                <a:lnTo>
                  <a:pt x="16227" y="20252"/>
                </a:lnTo>
                <a:lnTo>
                  <a:pt x="15155" y="19969"/>
                </a:lnTo>
                <a:lnTo>
                  <a:pt x="14082" y="19684"/>
                </a:lnTo>
                <a:lnTo>
                  <a:pt x="13004" y="19433"/>
                </a:lnTo>
                <a:lnTo>
                  <a:pt x="11910" y="19181"/>
                </a:lnTo>
                <a:lnTo>
                  <a:pt x="10779" y="18855"/>
                </a:lnTo>
                <a:lnTo>
                  <a:pt x="9697" y="18503"/>
                </a:lnTo>
                <a:lnTo>
                  <a:pt x="8646" y="18086"/>
                </a:lnTo>
                <a:lnTo>
                  <a:pt x="7607" y="17557"/>
                </a:lnTo>
                <a:lnTo>
                  <a:pt x="6564" y="16880"/>
                </a:lnTo>
                <a:lnTo>
                  <a:pt x="6338" y="15039"/>
                </a:lnTo>
                <a:lnTo>
                  <a:pt x="6225" y="13750"/>
                </a:lnTo>
                <a:lnTo>
                  <a:pt x="6225" y="12674"/>
                </a:lnTo>
                <a:lnTo>
                  <a:pt x="6338" y="11470"/>
                </a:lnTo>
                <a:lnTo>
                  <a:pt x="6564" y="9799"/>
                </a:lnTo>
                <a:lnTo>
                  <a:pt x="5460" y="9799"/>
                </a:lnTo>
                <a:lnTo>
                  <a:pt x="4349" y="9799"/>
                </a:lnTo>
                <a:lnTo>
                  <a:pt x="3223" y="9799"/>
                </a:lnTo>
                <a:lnTo>
                  <a:pt x="2708" y="11555"/>
                </a:lnTo>
                <a:lnTo>
                  <a:pt x="2364" y="12801"/>
                </a:lnTo>
                <a:lnTo>
                  <a:pt x="2110" y="13878"/>
                </a:lnTo>
                <a:lnTo>
                  <a:pt x="1866" y="15124"/>
                </a:lnTo>
                <a:lnTo>
                  <a:pt x="1552" y="16880"/>
                </a:lnTo>
                <a:lnTo>
                  <a:pt x="1310" y="15480"/>
                </a:lnTo>
                <a:lnTo>
                  <a:pt x="1073" y="14081"/>
                </a:lnTo>
                <a:lnTo>
                  <a:pt x="840" y="12676"/>
                </a:lnTo>
                <a:lnTo>
                  <a:pt x="613" y="11274"/>
                </a:lnTo>
                <a:lnTo>
                  <a:pt x="349" y="9710"/>
                </a:lnTo>
                <a:lnTo>
                  <a:pt x="84" y="8121"/>
                </a:lnTo>
                <a:lnTo>
                  <a:pt x="0" y="6174"/>
                </a:lnTo>
                <a:lnTo>
                  <a:pt x="62" y="4387"/>
                </a:lnTo>
                <a:lnTo>
                  <a:pt x="341" y="2818"/>
                </a:lnTo>
                <a:lnTo>
                  <a:pt x="905" y="1525"/>
                </a:lnTo>
                <a:lnTo>
                  <a:pt x="1828" y="566"/>
                </a:lnTo>
                <a:lnTo>
                  <a:pt x="3178" y="0"/>
                </a:lnTo>
                <a:close/>
              </a:path>
            </a:pathLst>
          </a:custGeom>
          <a:solidFill>
            <a:srgbClr val="A49E85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5" name="contour_07023"/>
          <p:cNvSpPr/>
          <p:nvPr/>
        </p:nvSpPr>
        <p:spPr>
          <a:xfrm>
            <a:off x="4055210" y="1596070"/>
            <a:ext cx="4313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46" y="0"/>
                </a:moveTo>
                <a:lnTo>
                  <a:pt x="19272" y="1037"/>
                </a:lnTo>
                <a:lnTo>
                  <a:pt x="20086" y="2061"/>
                </a:lnTo>
                <a:lnTo>
                  <a:pt x="20702" y="3076"/>
                </a:lnTo>
                <a:lnTo>
                  <a:pt x="21144" y="4085"/>
                </a:lnTo>
                <a:lnTo>
                  <a:pt x="21428" y="5091"/>
                </a:lnTo>
                <a:lnTo>
                  <a:pt x="21574" y="6097"/>
                </a:lnTo>
                <a:lnTo>
                  <a:pt x="21600" y="7106"/>
                </a:lnTo>
                <a:lnTo>
                  <a:pt x="21523" y="8122"/>
                </a:lnTo>
                <a:lnTo>
                  <a:pt x="21366" y="9146"/>
                </a:lnTo>
                <a:lnTo>
                  <a:pt x="21147" y="10183"/>
                </a:lnTo>
                <a:lnTo>
                  <a:pt x="20885" y="11237"/>
                </a:lnTo>
                <a:lnTo>
                  <a:pt x="20593" y="12309"/>
                </a:lnTo>
                <a:lnTo>
                  <a:pt x="20297" y="13404"/>
                </a:lnTo>
                <a:lnTo>
                  <a:pt x="20107" y="14194"/>
                </a:lnTo>
                <a:lnTo>
                  <a:pt x="19914" y="14987"/>
                </a:lnTo>
                <a:lnTo>
                  <a:pt x="19721" y="15793"/>
                </a:lnTo>
                <a:lnTo>
                  <a:pt x="19483" y="16762"/>
                </a:lnTo>
                <a:lnTo>
                  <a:pt x="19243" y="17729"/>
                </a:lnTo>
                <a:lnTo>
                  <a:pt x="18998" y="18698"/>
                </a:lnTo>
                <a:lnTo>
                  <a:pt x="18750" y="19665"/>
                </a:lnTo>
                <a:lnTo>
                  <a:pt x="18502" y="20633"/>
                </a:lnTo>
                <a:lnTo>
                  <a:pt x="18246" y="21600"/>
                </a:lnTo>
                <a:lnTo>
                  <a:pt x="15838" y="20193"/>
                </a:lnTo>
                <a:lnTo>
                  <a:pt x="14028" y="19093"/>
                </a:lnTo>
                <a:lnTo>
                  <a:pt x="12729" y="18210"/>
                </a:lnTo>
                <a:lnTo>
                  <a:pt x="11860" y="17453"/>
                </a:lnTo>
                <a:lnTo>
                  <a:pt x="11331" y="16734"/>
                </a:lnTo>
                <a:lnTo>
                  <a:pt x="11061" y="15959"/>
                </a:lnTo>
                <a:lnTo>
                  <a:pt x="10962" y="15040"/>
                </a:lnTo>
                <a:lnTo>
                  <a:pt x="10948" y="13886"/>
                </a:lnTo>
                <a:lnTo>
                  <a:pt x="8780" y="13886"/>
                </a:lnTo>
                <a:lnTo>
                  <a:pt x="6605" y="13886"/>
                </a:lnTo>
                <a:lnTo>
                  <a:pt x="4423" y="13886"/>
                </a:lnTo>
                <a:lnTo>
                  <a:pt x="2222" y="13886"/>
                </a:lnTo>
                <a:lnTo>
                  <a:pt x="0" y="13886"/>
                </a:lnTo>
                <a:lnTo>
                  <a:pt x="310" y="12585"/>
                </a:lnTo>
                <a:lnTo>
                  <a:pt x="723" y="11374"/>
                </a:lnTo>
                <a:lnTo>
                  <a:pt x="1248" y="10241"/>
                </a:lnTo>
                <a:lnTo>
                  <a:pt x="1901" y="9180"/>
                </a:lnTo>
                <a:lnTo>
                  <a:pt x="2690" y="8177"/>
                </a:lnTo>
                <a:lnTo>
                  <a:pt x="3624" y="7224"/>
                </a:lnTo>
                <a:lnTo>
                  <a:pt x="4715" y="6309"/>
                </a:lnTo>
                <a:lnTo>
                  <a:pt x="5974" y="5425"/>
                </a:lnTo>
                <a:lnTo>
                  <a:pt x="7412" y="4558"/>
                </a:lnTo>
                <a:lnTo>
                  <a:pt x="9043" y="3700"/>
                </a:lnTo>
                <a:lnTo>
                  <a:pt x="10871" y="2842"/>
                </a:lnTo>
                <a:lnTo>
                  <a:pt x="12915" y="1970"/>
                </a:lnTo>
                <a:lnTo>
                  <a:pt x="15181" y="1078"/>
                </a:lnTo>
                <a:lnTo>
                  <a:pt x="16703" y="543"/>
                </a:lnTo>
                <a:lnTo>
                  <a:pt x="18246" y="0"/>
                </a:lnTo>
                <a:close/>
              </a:path>
            </a:pathLst>
          </a:custGeom>
          <a:solidFill>
            <a:srgbClr val="DDE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6" name="contour_07024"/>
          <p:cNvSpPr/>
          <p:nvPr/>
        </p:nvSpPr>
        <p:spPr>
          <a:xfrm>
            <a:off x="1679325" y="1574206"/>
            <a:ext cx="65592" cy="511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362" y="2133"/>
                </a:lnTo>
                <a:lnTo>
                  <a:pt x="21125" y="4270"/>
                </a:lnTo>
                <a:lnTo>
                  <a:pt x="20887" y="6406"/>
                </a:lnTo>
                <a:lnTo>
                  <a:pt x="20647" y="8545"/>
                </a:lnTo>
                <a:lnTo>
                  <a:pt x="20410" y="10694"/>
                </a:lnTo>
                <a:lnTo>
                  <a:pt x="20170" y="12845"/>
                </a:lnTo>
                <a:lnTo>
                  <a:pt x="19930" y="15006"/>
                </a:lnTo>
                <a:lnTo>
                  <a:pt x="19687" y="17177"/>
                </a:lnTo>
                <a:lnTo>
                  <a:pt x="19445" y="19356"/>
                </a:lnTo>
                <a:lnTo>
                  <a:pt x="19200" y="21548"/>
                </a:lnTo>
                <a:lnTo>
                  <a:pt x="17491" y="21600"/>
                </a:lnTo>
                <a:lnTo>
                  <a:pt x="15830" y="21600"/>
                </a:lnTo>
                <a:lnTo>
                  <a:pt x="14210" y="21545"/>
                </a:lnTo>
                <a:lnTo>
                  <a:pt x="12622" y="21434"/>
                </a:lnTo>
                <a:lnTo>
                  <a:pt x="11054" y="21268"/>
                </a:lnTo>
                <a:lnTo>
                  <a:pt x="9502" y="21046"/>
                </a:lnTo>
                <a:lnTo>
                  <a:pt x="7956" y="20766"/>
                </a:lnTo>
                <a:lnTo>
                  <a:pt x="6406" y="20427"/>
                </a:lnTo>
                <a:lnTo>
                  <a:pt x="4843" y="20030"/>
                </a:lnTo>
                <a:lnTo>
                  <a:pt x="3262" y="19571"/>
                </a:lnTo>
                <a:lnTo>
                  <a:pt x="1649" y="19051"/>
                </a:lnTo>
                <a:lnTo>
                  <a:pt x="0" y="18469"/>
                </a:lnTo>
                <a:lnTo>
                  <a:pt x="475" y="16641"/>
                </a:lnTo>
                <a:lnTo>
                  <a:pt x="953" y="14806"/>
                </a:lnTo>
                <a:lnTo>
                  <a:pt x="1430" y="12966"/>
                </a:lnTo>
                <a:lnTo>
                  <a:pt x="1913" y="11109"/>
                </a:lnTo>
                <a:lnTo>
                  <a:pt x="2400" y="9235"/>
                </a:lnTo>
                <a:lnTo>
                  <a:pt x="3358" y="9783"/>
                </a:lnTo>
                <a:lnTo>
                  <a:pt x="4332" y="10340"/>
                </a:lnTo>
                <a:lnTo>
                  <a:pt x="5897" y="11051"/>
                </a:lnTo>
                <a:lnTo>
                  <a:pt x="7370" y="11633"/>
                </a:lnTo>
                <a:lnTo>
                  <a:pt x="8830" y="12054"/>
                </a:lnTo>
                <a:lnTo>
                  <a:pt x="10346" y="12291"/>
                </a:lnTo>
                <a:lnTo>
                  <a:pt x="12000" y="12313"/>
                </a:lnTo>
                <a:lnTo>
                  <a:pt x="12991" y="10509"/>
                </a:lnTo>
                <a:lnTo>
                  <a:pt x="13798" y="8702"/>
                </a:lnTo>
                <a:lnTo>
                  <a:pt x="14467" y="6846"/>
                </a:lnTo>
                <a:lnTo>
                  <a:pt x="15058" y="4894"/>
                </a:lnTo>
                <a:lnTo>
                  <a:pt x="15619" y="2801"/>
                </a:lnTo>
                <a:lnTo>
                  <a:pt x="16205" y="1410"/>
                </a:lnTo>
                <a:lnTo>
                  <a:pt x="16800" y="0"/>
                </a:lnTo>
                <a:close/>
              </a:path>
            </a:pathLst>
          </a:custGeom>
          <a:solidFill>
            <a:srgbClr val="53514F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7" name="contour_07025"/>
          <p:cNvSpPr/>
          <p:nvPr/>
        </p:nvSpPr>
        <p:spPr>
          <a:xfrm>
            <a:off x="4689265" y="1558457"/>
            <a:ext cx="138472" cy="385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89" y="658"/>
                </a:moveTo>
                <a:lnTo>
                  <a:pt x="18189" y="3359"/>
                </a:lnTo>
                <a:lnTo>
                  <a:pt x="18189" y="6076"/>
                </a:lnTo>
                <a:lnTo>
                  <a:pt x="18189" y="8830"/>
                </a:lnTo>
                <a:lnTo>
                  <a:pt x="19035" y="10089"/>
                </a:lnTo>
                <a:lnTo>
                  <a:pt x="19636" y="10931"/>
                </a:lnTo>
                <a:lnTo>
                  <a:pt x="20154" y="11552"/>
                </a:lnTo>
                <a:lnTo>
                  <a:pt x="20754" y="12148"/>
                </a:lnTo>
                <a:lnTo>
                  <a:pt x="21600" y="12917"/>
                </a:lnTo>
                <a:lnTo>
                  <a:pt x="20796" y="12917"/>
                </a:lnTo>
                <a:lnTo>
                  <a:pt x="19991" y="12917"/>
                </a:lnTo>
                <a:lnTo>
                  <a:pt x="19184" y="12917"/>
                </a:lnTo>
                <a:lnTo>
                  <a:pt x="18374" y="12917"/>
                </a:lnTo>
                <a:lnTo>
                  <a:pt x="17560" y="12917"/>
                </a:lnTo>
                <a:lnTo>
                  <a:pt x="16741" y="12917"/>
                </a:lnTo>
                <a:lnTo>
                  <a:pt x="15916" y="12917"/>
                </a:lnTo>
                <a:lnTo>
                  <a:pt x="15916" y="10216"/>
                </a:lnTo>
                <a:lnTo>
                  <a:pt x="15916" y="7498"/>
                </a:lnTo>
                <a:lnTo>
                  <a:pt x="15916" y="4744"/>
                </a:lnTo>
                <a:lnTo>
                  <a:pt x="15112" y="4744"/>
                </a:lnTo>
                <a:lnTo>
                  <a:pt x="14307" y="4744"/>
                </a:lnTo>
                <a:lnTo>
                  <a:pt x="13500" y="4744"/>
                </a:lnTo>
                <a:lnTo>
                  <a:pt x="12689" y="4744"/>
                </a:lnTo>
                <a:lnTo>
                  <a:pt x="11875" y="4744"/>
                </a:lnTo>
                <a:lnTo>
                  <a:pt x="11057" y="4744"/>
                </a:lnTo>
                <a:lnTo>
                  <a:pt x="10232" y="4744"/>
                </a:lnTo>
                <a:lnTo>
                  <a:pt x="10232" y="7445"/>
                </a:lnTo>
                <a:lnTo>
                  <a:pt x="10232" y="10163"/>
                </a:lnTo>
                <a:lnTo>
                  <a:pt x="10232" y="12917"/>
                </a:lnTo>
                <a:lnTo>
                  <a:pt x="9617" y="15033"/>
                </a:lnTo>
                <a:lnTo>
                  <a:pt x="9044" y="16778"/>
                </a:lnTo>
                <a:lnTo>
                  <a:pt x="8488" y="18188"/>
                </a:lnTo>
                <a:lnTo>
                  <a:pt x="7924" y="19308"/>
                </a:lnTo>
                <a:lnTo>
                  <a:pt x="7325" y="20170"/>
                </a:lnTo>
                <a:lnTo>
                  <a:pt x="6668" y="20811"/>
                </a:lnTo>
                <a:lnTo>
                  <a:pt x="5926" y="21277"/>
                </a:lnTo>
                <a:lnTo>
                  <a:pt x="5076" y="21600"/>
                </a:lnTo>
                <a:lnTo>
                  <a:pt x="4348" y="21592"/>
                </a:lnTo>
                <a:lnTo>
                  <a:pt x="3623" y="21559"/>
                </a:lnTo>
                <a:lnTo>
                  <a:pt x="2899" y="21510"/>
                </a:lnTo>
                <a:lnTo>
                  <a:pt x="2175" y="21441"/>
                </a:lnTo>
                <a:lnTo>
                  <a:pt x="1451" y="21347"/>
                </a:lnTo>
                <a:lnTo>
                  <a:pt x="725" y="21228"/>
                </a:lnTo>
                <a:lnTo>
                  <a:pt x="0" y="21089"/>
                </a:lnTo>
                <a:lnTo>
                  <a:pt x="0" y="18388"/>
                </a:lnTo>
                <a:lnTo>
                  <a:pt x="0" y="15671"/>
                </a:lnTo>
                <a:lnTo>
                  <a:pt x="0" y="12917"/>
                </a:lnTo>
                <a:lnTo>
                  <a:pt x="664" y="11576"/>
                </a:lnTo>
                <a:lnTo>
                  <a:pt x="1310" y="10359"/>
                </a:lnTo>
                <a:lnTo>
                  <a:pt x="1951" y="9247"/>
                </a:lnTo>
                <a:lnTo>
                  <a:pt x="2601" y="8209"/>
                </a:lnTo>
                <a:lnTo>
                  <a:pt x="3272" y="7229"/>
                </a:lnTo>
                <a:lnTo>
                  <a:pt x="3979" y="6277"/>
                </a:lnTo>
                <a:lnTo>
                  <a:pt x="4586" y="5467"/>
                </a:lnTo>
                <a:lnTo>
                  <a:pt x="5202" y="4642"/>
                </a:lnTo>
                <a:lnTo>
                  <a:pt x="5965" y="3763"/>
                </a:lnTo>
                <a:lnTo>
                  <a:pt x="6724" y="2995"/>
                </a:lnTo>
                <a:lnTo>
                  <a:pt x="7480" y="2325"/>
                </a:lnTo>
                <a:lnTo>
                  <a:pt x="8235" y="1753"/>
                </a:lnTo>
                <a:lnTo>
                  <a:pt x="8989" y="1271"/>
                </a:lnTo>
                <a:lnTo>
                  <a:pt x="9742" y="879"/>
                </a:lnTo>
                <a:lnTo>
                  <a:pt x="10495" y="564"/>
                </a:lnTo>
                <a:lnTo>
                  <a:pt x="11249" y="323"/>
                </a:lnTo>
                <a:lnTo>
                  <a:pt x="12005" y="155"/>
                </a:lnTo>
                <a:lnTo>
                  <a:pt x="12763" y="49"/>
                </a:lnTo>
                <a:lnTo>
                  <a:pt x="13524" y="0"/>
                </a:lnTo>
                <a:lnTo>
                  <a:pt x="14289" y="8"/>
                </a:lnTo>
                <a:lnTo>
                  <a:pt x="15057" y="65"/>
                </a:lnTo>
                <a:lnTo>
                  <a:pt x="15832" y="159"/>
                </a:lnTo>
                <a:lnTo>
                  <a:pt x="16610" y="298"/>
                </a:lnTo>
                <a:lnTo>
                  <a:pt x="17397" y="466"/>
                </a:lnTo>
                <a:lnTo>
                  <a:pt x="18189" y="658"/>
                </a:lnTo>
                <a:close/>
              </a:path>
            </a:pathLst>
          </a:custGeom>
          <a:solidFill>
            <a:srgbClr val="5B7584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8" name="contour_07026"/>
          <p:cNvSpPr/>
          <p:nvPr/>
        </p:nvSpPr>
        <p:spPr>
          <a:xfrm>
            <a:off x="2153044" y="1428446"/>
            <a:ext cx="72880" cy="874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268" y="1247"/>
                </a:lnTo>
                <a:lnTo>
                  <a:pt x="6083" y="2412"/>
                </a:lnTo>
                <a:lnTo>
                  <a:pt x="6765" y="3518"/>
                </a:lnTo>
                <a:lnTo>
                  <a:pt x="7318" y="4589"/>
                </a:lnTo>
                <a:lnTo>
                  <a:pt x="7746" y="5649"/>
                </a:lnTo>
                <a:lnTo>
                  <a:pt x="8050" y="6720"/>
                </a:lnTo>
                <a:lnTo>
                  <a:pt x="8236" y="7825"/>
                </a:lnTo>
                <a:lnTo>
                  <a:pt x="8303" y="8986"/>
                </a:lnTo>
                <a:lnTo>
                  <a:pt x="8256" y="10229"/>
                </a:lnTo>
                <a:lnTo>
                  <a:pt x="8098" y="11576"/>
                </a:lnTo>
                <a:lnTo>
                  <a:pt x="7830" y="13048"/>
                </a:lnTo>
                <a:lnTo>
                  <a:pt x="7508" y="14288"/>
                </a:lnTo>
                <a:lnTo>
                  <a:pt x="7178" y="15526"/>
                </a:lnTo>
                <a:lnTo>
                  <a:pt x="6836" y="16762"/>
                </a:lnTo>
                <a:lnTo>
                  <a:pt x="6480" y="17997"/>
                </a:lnTo>
                <a:lnTo>
                  <a:pt x="7752" y="17689"/>
                </a:lnTo>
                <a:lnTo>
                  <a:pt x="9022" y="17378"/>
                </a:lnTo>
                <a:lnTo>
                  <a:pt x="10292" y="17063"/>
                </a:lnTo>
                <a:lnTo>
                  <a:pt x="11560" y="16744"/>
                </a:lnTo>
                <a:lnTo>
                  <a:pt x="12826" y="16422"/>
                </a:lnTo>
                <a:lnTo>
                  <a:pt x="13351" y="16293"/>
                </a:lnTo>
                <a:lnTo>
                  <a:pt x="14275" y="16062"/>
                </a:lnTo>
                <a:lnTo>
                  <a:pt x="16394" y="15537"/>
                </a:lnTo>
                <a:lnTo>
                  <a:pt x="17898" y="14952"/>
                </a:lnTo>
                <a:lnTo>
                  <a:pt x="18919" y="14414"/>
                </a:lnTo>
                <a:lnTo>
                  <a:pt x="19712" y="13694"/>
                </a:lnTo>
                <a:lnTo>
                  <a:pt x="20522" y="12564"/>
                </a:lnTo>
                <a:lnTo>
                  <a:pt x="21600" y="10798"/>
                </a:lnTo>
                <a:lnTo>
                  <a:pt x="21600" y="12071"/>
                </a:lnTo>
                <a:lnTo>
                  <a:pt x="21600" y="13345"/>
                </a:lnTo>
                <a:lnTo>
                  <a:pt x="21600" y="14623"/>
                </a:lnTo>
                <a:lnTo>
                  <a:pt x="21600" y="15906"/>
                </a:lnTo>
                <a:lnTo>
                  <a:pt x="21600" y="17194"/>
                </a:lnTo>
                <a:lnTo>
                  <a:pt x="21600" y="18490"/>
                </a:lnTo>
                <a:lnTo>
                  <a:pt x="21600" y="19797"/>
                </a:lnTo>
                <a:lnTo>
                  <a:pt x="20086" y="20108"/>
                </a:lnTo>
                <a:lnTo>
                  <a:pt x="18585" y="20403"/>
                </a:lnTo>
                <a:lnTo>
                  <a:pt x="17090" y="20675"/>
                </a:lnTo>
                <a:lnTo>
                  <a:pt x="15597" y="20920"/>
                </a:lnTo>
                <a:lnTo>
                  <a:pt x="14105" y="21136"/>
                </a:lnTo>
                <a:lnTo>
                  <a:pt x="12606" y="21316"/>
                </a:lnTo>
                <a:lnTo>
                  <a:pt x="11098" y="21456"/>
                </a:lnTo>
                <a:lnTo>
                  <a:pt x="9577" y="21551"/>
                </a:lnTo>
                <a:lnTo>
                  <a:pt x="8040" y="21600"/>
                </a:lnTo>
                <a:lnTo>
                  <a:pt x="6480" y="21596"/>
                </a:lnTo>
                <a:lnTo>
                  <a:pt x="5188" y="20740"/>
                </a:lnTo>
                <a:lnTo>
                  <a:pt x="4067" y="19840"/>
                </a:lnTo>
                <a:lnTo>
                  <a:pt x="3087" y="18888"/>
                </a:lnTo>
                <a:lnTo>
                  <a:pt x="2216" y="17878"/>
                </a:lnTo>
                <a:lnTo>
                  <a:pt x="1432" y="16798"/>
                </a:lnTo>
                <a:lnTo>
                  <a:pt x="702" y="15641"/>
                </a:lnTo>
                <a:lnTo>
                  <a:pt x="0" y="14398"/>
                </a:lnTo>
                <a:lnTo>
                  <a:pt x="1428" y="14398"/>
                </a:lnTo>
                <a:lnTo>
                  <a:pt x="2864" y="14398"/>
                </a:lnTo>
                <a:lnTo>
                  <a:pt x="4320" y="14398"/>
                </a:lnTo>
                <a:lnTo>
                  <a:pt x="4320" y="13210"/>
                </a:lnTo>
                <a:lnTo>
                  <a:pt x="4320" y="12022"/>
                </a:lnTo>
                <a:lnTo>
                  <a:pt x="4320" y="10832"/>
                </a:lnTo>
                <a:lnTo>
                  <a:pt x="4320" y="9641"/>
                </a:lnTo>
                <a:lnTo>
                  <a:pt x="4320" y="8448"/>
                </a:lnTo>
                <a:lnTo>
                  <a:pt x="4320" y="7253"/>
                </a:lnTo>
                <a:lnTo>
                  <a:pt x="4320" y="6054"/>
                </a:lnTo>
                <a:lnTo>
                  <a:pt x="4320" y="4852"/>
                </a:lnTo>
                <a:lnTo>
                  <a:pt x="4320" y="3646"/>
                </a:lnTo>
                <a:lnTo>
                  <a:pt x="4320" y="2437"/>
                </a:lnTo>
                <a:lnTo>
                  <a:pt x="4320" y="1220"/>
                </a:lnTo>
                <a:lnTo>
                  <a:pt x="4320" y="0"/>
                </a:lnTo>
                <a:close/>
              </a:path>
            </a:pathLst>
          </a:custGeom>
          <a:solidFill>
            <a:srgbClr val="8E8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29" name="contour_07027"/>
          <p:cNvSpPr/>
          <p:nvPr/>
        </p:nvSpPr>
        <p:spPr>
          <a:xfrm>
            <a:off x="6948543" y="1412551"/>
            <a:ext cx="123896" cy="450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33"/>
                </a:moveTo>
                <a:lnTo>
                  <a:pt x="882" y="566"/>
                </a:lnTo>
                <a:lnTo>
                  <a:pt x="1765" y="507"/>
                </a:lnTo>
                <a:lnTo>
                  <a:pt x="2647" y="451"/>
                </a:lnTo>
                <a:lnTo>
                  <a:pt x="3528" y="402"/>
                </a:lnTo>
                <a:lnTo>
                  <a:pt x="4411" y="353"/>
                </a:lnTo>
                <a:lnTo>
                  <a:pt x="5293" y="311"/>
                </a:lnTo>
                <a:lnTo>
                  <a:pt x="6176" y="269"/>
                </a:lnTo>
                <a:lnTo>
                  <a:pt x="7058" y="234"/>
                </a:lnTo>
                <a:lnTo>
                  <a:pt x="7941" y="196"/>
                </a:lnTo>
                <a:lnTo>
                  <a:pt x="8687" y="136"/>
                </a:lnTo>
                <a:lnTo>
                  <a:pt x="9438" y="77"/>
                </a:lnTo>
                <a:lnTo>
                  <a:pt x="10199" y="17"/>
                </a:lnTo>
                <a:lnTo>
                  <a:pt x="11212" y="0"/>
                </a:lnTo>
                <a:lnTo>
                  <a:pt x="12185" y="21"/>
                </a:lnTo>
                <a:lnTo>
                  <a:pt x="13121" y="98"/>
                </a:lnTo>
                <a:lnTo>
                  <a:pt x="14026" y="248"/>
                </a:lnTo>
                <a:lnTo>
                  <a:pt x="14905" y="489"/>
                </a:lnTo>
                <a:lnTo>
                  <a:pt x="15764" y="835"/>
                </a:lnTo>
                <a:lnTo>
                  <a:pt x="16605" y="1303"/>
                </a:lnTo>
                <a:lnTo>
                  <a:pt x="17436" y="1908"/>
                </a:lnTo>
                <a:lnTo>
                  <a:pt x="18262" y="2673"/>
                </a:lnTo>
                <a:lnTo>
                  <a:pt x="19086" y="3610"/>
                </a:lnTo>
                <a:lnTo>
                  <a:pt x="19913" y="4735"/>
                </a:lnTo>
                <a:lnTo>
                  <a:pt x="20750" y="6067"/>
                </a:lnTo>
                <a:lnTo>
                  <a:pt x="21600" y="7622"/>
                </a:lnTo>
                <a:lnTo>
                  <a:pt x="21600" y="9932"/>
                </a:lnTo>
                <a:lnTo>
                  <a:pt x="21600" y="12255"/>
                </a:lnTo>
                <a:lnTo>
                  <a:pt x="21600" y="14611"/>
                </a:lnTo>
                <a:lnTo>
                  <a:pt x="20769" y="15918"/>
                </a:lnTo>
                <a:lnTo>
                  <a:pt x="20160" y="16760"/>
                </a:lnTo>
                <a:lnTo>
                  <a:pt x="19478" y="17515"/>
                </a:lnTo>
                <a:lnTo>
                  <a:pt x="18424" y="18542"/>
                </a:lnTo>
                <a:lnTo>
                  <a:pt x="17833" y="19129"/>
                </a:lnTo>
                <a:lnTo>
                  <a:pt x="17239" y="19720"/>
                </a:lnTo>
                <a:lnTo>
                  <a:pt x="16637" y="20317"/>
                </a:lnTo>
                <a:lnTo>
                  <a:pt x="16291" y="20635"/>
                </a:lnTo>
                <a:lnTo>
                  <a:pt x="15247" y="21600"/>
                </a:lnTo>
                <a:lnTo>
                  <a:pt x="15247" y="19524"/>
                </a:lnTo>
                <a:lnTo>
                  <a:pt x="15247" y="17441"/>
                </a:lnTo>
                <a:lnTo>
                  <a:pt x="15247" y="15352"/>
                </a:lnTo>
                <a:lnTo>
                  <a:pt x="15247" y="13244"/>
                </a:lnTo>
                <a:lnTo>
                  <a:pt x="15247" y="11116"/>
                </a:lnTo>
                <a:lnTo>
                  <a:pt x="14580" y="11616"/>
                </a:lnTo>
                <a:lnTo>
                  <a:pt x="13902" y="12126"/>
                </a:lnTo>
                <a:lnTo>
                  <a:pt x="13032" y="12710"/>
                </a:lnTo>
                <a:lnTo>
                  <a:pt x="12149" y="13300"/>
                </a:lnTo>
                <a:lnTo>
                  <a:pt x="11285" y="13908"/>
                </a:lnTo>
                <a:lnTo>
                  <a:pt x="10407" y="14530"/>
                </a:lnTo>
                <a:lnTo>
                  <a:pt x="9656" y="14569"/>
                </a:lnTo>
                <a:lnTo>
                  <a:pt x="8894" y="14611"/>
                </a:lnTo>
                <a:lnTo>
                  <a:pt x="8576" y="12864"/>
                </a:lnTo>
                <a:lnTo>
                  <a:pt x="8259" y="11116"/>
                </a:lnTo>
                <a:lnTo>
                  <a:pt x="7941" y="9369"/>
                </a:lnTo>
                <a:lnTo>
                  <a:pt x="7624" y="7622"/>
                </a:lnTo>
                <a:lnTo>
                  <a:pt x="6733" y="6909"/>
                </a:lnTo>
                <a:lnTo>
                  <a:pt x="6085" y="6441"/>
                </a:lnTo>
                <a:lnTo>
                  <a:pt x="5493" y="6109"/>
                </a:lnTo>
                <a:lnTo>
                  <a:pt x="4771" y="5808"/>
                </a:lnTo>
                <a:lnTo>
                  <a:pt x="3733" y="5438"/>
                </a:lnTo>
                <a:lnTo>
                  <a:pt x="3035" y="5175"/>
                </a:lnTo>
                <a:lnTo>
                  <a:pt x="2334" y="4910"/>
                </a:lnTo>
                <a:lnTo>
                  <a:pt x="1623" y="4644"/>
                </a:lnTo>
                <a:lnTo>
                  <a:pt x="817" y="4386"/>
                </a:lnTo>
                <a:lnTo>
                  <a:pt x="0" y="4127"/>
                </a:lnTo>
                <a:lnTo>
                  <a:pt x="0" y="2394"/>
                </a:lnTo>
                <a:lnTo>
                  <a:pt x="0" y="633"/>
                </a:lnTo>
                <a:close/>
              </a:path>
            </a:pathLst>
          </a:custGeom>
          <a:solidFill>
            <a:srgbClr val="D8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0" name="contour_07028"/>
          <p:cNvSpPr/>
          <p:nvPr/>
        </p:nvSpPr>
        <p:spPr>
          <a:xfrm>
            <a:off x="3749114" y="1389907"/>
            <a:ext cx="94744" cy="60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51"/>
                </a:moveTo>
                <a:lnTo>
                  <a:pt x="1141" y="657"/>
                </a:lnTo>
                <a:lnTo>
                  <a:pt x="2285" y="573"/>
                </a:lnTo>
                <a:lnTo>
                  <a:pt x="3426" y="500"/>
                </a:lnTo>
                <a:lnTo>
                  <a:pt x="4568" y="433"/>
                </a:lnTo>
                <a:lnTo>
                  <a:pt x="5711" y="370"/>
                </a:lnTo>
                <a:lnTo>
                  <a:pt x="6852" y="315"/>
                </a:lnTo>
                <a:lnTo>
                  <a:pt x="7995" y="261"/>
                </a:lnTo>
                <a:lnTo>
                  <a:pt x="9125" y="162"/>
                </a:lnTo>
                <a:lnTo>
                  <a:pt x="10272" y="63"/>
                </a:lnTo>
                <a:lnTo>
                  <a:pt x="12325" y="0"/>
                </a:lnTo>
                <a:lnTo>
                  <a:pt x="13842" y="3"/>
                </a:lnTo>
                <a:lnTo>
                  <a:pt x="14962" y="117"/>
                </a:lnTo>
                <a:lnTo>
                  <a:pt x="15824" y="383"/>
                </a:lnTo>
                <a:lnTo>
                  <a:pt x="16571" y="844"/>
                </a:lnTo>
                <a:lnTo>
                  <a:pt x="17336" y="1543"/>
                </a:lnTo>
                <a:lnTo>
                  <a:pt x="18267" y="2525"/>
                </a:lnTo>
                <a:lnTo>
                  <a:pt x="18955" y="3612"/>
                </a:lnTo>
                <a:lnTo>
                  <a:pt x="19473" y="4472"/>
                </a:lnTo>
                <a:lnTo>
                  <a:pt x="19980" y="5390"/>
                </a:lnTo>
                <a:lnTo>
                  <a:pt x="20635" y="6659"/>
                </a:lnTo>
                <a:lnTo>
                  <a:pt x="21600" y="8569"/>
                </a:lnTo>
                <a:lnTo>
                  <a:pt x="20449" y="8569"/>
                </a:lnTo>
                <a:lnTo>
                  <a:pt x="19295" y="8569"/>
                </a:lnTo>
                <a:lnTo>
                  <a:pt x="18142" y="8569"/>
                </a:lnTo>
                <a:lnTo>
                  <a:pt x="16988" y="8569"/>
                </a:lnTo>
                <a:lnTo>
                  <a:pt x="15828" y="8569"/>
                </a:lnTo>
                <a:lnTo>
                  <a:pt x="14666" y="8569"/>
                </a:lnTo>
                <a:lnTo>
                  <a:pt x="13500" y="8569"/>
                </a:lnTo>
                <a:lnTo>
                  <a:pt x="12329" y="8569"/>
                </a:lnTo>
                <a:lnTo>
                  <a:pt x="11152" y="8569"/>
                </a:lnTo>
                <a:lnTo>
                  <a:pt x="9969" y="8569"/>
                </a:lnTo>
                <a:lnTo>
                  <a:pt x="9969" y="10292"/>
                </a:lnTo>
                <a:lnTo>
                  <a:pt x="9969" y="12025"/>
                </a:lnTo>
                <a:lnTo>
                  <a:pt x="9969" y="13781"/>
                </a:lnTo>
                <a:lnTo>
                  <a:pt x="8871" y="13781"/>
                </a:lnTo>
                <a:lnTo>
                  <a:pt x="7766" y="13781"/>
                </a:lnTo>
                <a:lnTo>
                  <a:pt x="6646" y="13781"/>
                </a:lnTo>
                <a:lnTo>
                  <a:pt x="6134" y="15720"/>
                </a:lnTo>
                <a:lnTo>
                  <a:pt x="5792" y="17097"/>
                </a:lnTo>
                <a:lnTo>
                  <a:pt x="5540" y="18285"/>
                </a:lnTo>
                <a:lnTo>
                  <a:pt x="5297" y="19661"/>
                </a:lnTo>
                <a:lnTo>
                  <a:pt x="4985" y="21600"/>
                </a:lnTo>
                <a:lnTo>
                  <a:pt x="4923" y="20795"/>
                </a:lnTo>
                <a:lnTo>
                  <a:pt x="4739" y="18363"/>
                </a:lnTo>
                <a:lnTo>
                  <a:pt x="4682" y="17738"/>
                </a:lnTo>
                <a:lnTo>
                  <a:pt x="4584" y="16633"/>
                </a:lnTo>
                <a:lnTo>
                  <a:pt x="4362" y="14107"/>
                </a:lnTo>
                <a:lnTo>
                  <a:pt x="4245" y="12716"/>
                </a:lnTo>
                <a:lnTo>
                  <a:pt x="4129" y="11313"/>
                </a:lnTo>
                <a:lnTo>
                  <a:pt x="4011" y="9893"/>
                </a:lnTo>
                <a:lnTo>
                  <a:pt x="3597" y="7873"/>
                </a:lnTo>
                <a:lnTo>
                  <a:pt x="3119" y="6195"/>
                </a:lnTo>
                <a:lnTo>
                  <a:pt x="2549" y="4748"/>
                </a:lnTo>
                <a:lnTo>
                  <a:pt x="1856" y="3432"/>
                </a:lnTo>
                <a:lnTo>
                  <a:pt x="1017" y="2134"/>
                </a:lnTo>
                <a:lnTo>
                  <a:pt x="0" y="751"/>
                </a:lnTo>
                <a:close/>
              </a:path>
            </a:pathLst>
          </a:custGeom>
          <a:solidFill>
            <a:srgbClr val="C0C8CE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1" name="contour_07029"/>
          <p:cNvSpPr/>
          <p:nvPr/>
        </p:nvSpPr>
        <p:spPr>
          <a:xfrm>
            <a:off x="8479021" y="1399039"/>
            <a:ext cx="131184" cy="366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0"/>
                </a:moveTo>
                <a:lnTo>
                  <a:pt x="21035" y="2823"/>
                </a:lnTo>
                <a:lnTo>
                  <a:pt x="20506" y="5195"/>
                </a:lnTo>
                <a:lnTo>
                  <a:pt x="19975" y="7336"/>
                </a:lnTo>
                <a:lnTo>
                  <a:pt x="19406" y="9309"/>
                </a:lnTo>
                <a:lnTo>
                  <a:pt x="18760" y="11184"/>
                </a:lnTo>
                <a:lnTo>
                  <a:pt x="18000" y="13020"/>
                </a:lnTo>
                <a:lnTo>
                  <a:pt x="17182" y="13222"/>
                </a:lnTo>
                <a:lnTo>
                  <a:pt x="16376" y="13320"/>
                </a:lnTo>
                <a:lnTo>
                  <a:pt x="15578" y="13329"/>
                </a:lnTo>
                <a:lnTo>
                  <a:pt x="14784" y="13252"/>
                </a:lnTo>
                <a:lnTo>
                  <a:pt x="13987" y="13106"/>
                </a:lnTo>
                <a:lnTo>
                  <a:pt x="13183" y="12896"/>
                </a:lnTo>
                <a:lnTo>
                  <a:pt x="12366" y="12634"/>
                </a:lnTo>
                <a:lnTo>
                  <a:pt x="11588" y="12827"/>
                </a:lnTo>
                <a:lnTo>
                  <a:pt x="10800" y="13020"/>
                </a:lnTo>
                <a:lnTo>
                  <a:pt x="10322" y="15555"/>
                </a:lnTo>
                <a:lnTo>
                  <a:pt x="10038" y="17297"/>
                </a:lnTo>
                <a:lnTo>
                  <a:pt x="9835" y="19043"/>
                </a:lnTo>
                <a:lnTo>
                  <a:pt x="9600" y="21600"/>
                </a:lnTo>
                <a:lnTo>
                  <a:pt x="8800" y="20583"/>
                </a:lnTo>
                <a:lnTo>
                  <a:pt x="7999" y="19558"/>
                </a:lnTo>
                <a:lnTo>
                  <a:pt x="7199" y="18533"/>
                </a:lnTo>
                <a:lnTo>
                  <a:pt x="6398" y="17503"/>
                </a:lnTo>
                <a:lnTo>
                  <a:pt x="5599" y="16469"/>
                </a:lnTo>
                <a:lnTo>
                  <a:pt x="4800" y="15431"/>
                </a:lnTo>
                <a:lnTo>
                  <a:pt x="4111" y="14564"/>
                </a:lnTo>
                <a:lnTo>
                  <a:pt x="3413" y="13681"/>
                </a:lnTo>
                <a:lnTo>
                  <a:pt x="2723" y="12754"/>
                </a:lnTo>
                <a:lnTo>
                  <a:pt x="2038" y="11789"/>
                </a:lnTo>
                <a:lnTo>
                  <a:pt x="1356" y="10789"/>
                </a:lnTo>
                <a:lnTo>
                  <a:pt x="677" y="9768"/>
                </a:lnTo>
                <a:lnTo>
                  <a:pt x="0" y="8730"/>
                </a:lnTo>
                <a:lnTo>
                  <a:pt x="0" y="6602"/>
                </a:lnTo>
                <a:lnTo>
                  <a:pt x="0" y="4440"/>
                </a:lnTo>
                <a:lnTo>
                  <a:pt x="832" y="4136"/>
                </a:lnTo>
                <a:lnTo>
                  <a:pt x="1663" y="3835"/>
                </a:lnTo>
                <a:lnTo>
                  <a:pt x="2494" y="3539"/>
                </a:lnTo>
                <a:lnTo>
                  <a:pt x="3324" y="3248"/>
                </a:lnTo>
                <a:lnTo>
                  <a:pt x="4154" y="2964"/>
                </a:lnTo>
                <a:lnTo>
                  <a:pt x="4984" y="2681"/>
                </a:lnTo>
                <a:lnTo>
                  <a:pt x="5812" y="2411"/>
                </a:lnTo>
                <a:lnTo>
                  <a:pt x="6641" y="2149"/>
                </a:lnTo>
                <a:lnTo>
                  <a:pt x="7469" y="1896"/>
                </a:lnTo>
                <a:lnTo>
                  <a:pt x="8298" y="1656"/>
                </a:lnTo>
                <a:lnTo>
                  <a:pt x="9126" y="1424"/>
                </a:lnTo>
                <a:lnTo>
                  <a:pt x="9954" y="1210"/>
                </a:lnTo>
                <a:lnTo>
                  <a:pt x="10783" y="1008"/>
                </a:lnTo>
                <a:lnTo>
                  <a:pt x="11611" y="819"/>
                </a:lnTo>
                <a:lnTo>
                  <a:pt x="12440" y="652"/>
                </a:lnTo>
                <a:lnTo>
                  <a:pt x="13270" y="498"/>
                </a:lnTo>
                <a:lnTo>
                  <a:pt x="14100" y="365"/>
                </a:lnTo>
                <a:lnTo>
                  <a:pt x="14930" y="249"/>
                </a:lnTo>
                <a:lnTo>
                  <a:pt x="15761" y="154"/>
                </a:lnTo>
                <a:lnTo>
                  <a:pt x="16592" y="82"/>
                </a:lnTo>
                <a:lnTo>
                  <a:pt x="17425" y="30"/>
                </a:lnTo>
                <a:lnTo>
                  <a:pt x="18258" y="0"/>
                </a:lnTo>
                <a:lnTo>
                  <a:pt x="19092" y="0"/>
                </a:lnTo>
                <a:lnTo>
                  <a:pt x="19927" y="21"/>
                </a:lnTo>
                <a:lnTo>
                  <a:pt x="20762" y="73"/>
                </a:lnTo>
                <a:lnTo>
                  <a:pt x="21600" y="150"/>
                </a:lnTo>
                <a:close/>
              </a:path>
            </a:pathLst>
          </a:custGeom>
          <a:solidFill>
            <a:srgbClr val="DFEB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2" name="contour_07030"/>
          <p:cNvSpPr/>
          <p:nvPr/>
        </p:nvSpPr>
        <p:spPr>
          <a:xfrm>
            <a:off x="3821994" y="1369465"/>
            <a:ext cx="102032" cy="371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94"/>
                </a:moveTo>
                <a:lnTo>
                  <a:pt x="2149" y="280"/>
                </a:lnTo>
                <a:lnTo>
                  <a:pt x="4090" y="178"/>
                </a:lnTo>
                <a:lnTo>
                  <a:pt x="5837" y="98"/>
                </a:lnTo>
                <a:lnTo>
                  <a:pt x="7406" y="38"/>
                </a:lnTo>
                <a:lnTo>
                  <a:pt x="8813" y="4"/>
                </a:lnTo>
                <a:lnTo>
                  <a:pt x="10076" y="0"/>
                </a:lnTo>
                <a:lnTo>
                  <a:pt x="11210" y="25"/>
                </a:lnTo>
                <a:lnTo>
                  <a:pt x="12232" y="81"/>
                </a:lnTo>
                <a:lnTo>
                  <a:pt x="13156" y="178"/>
                </a:lnTo>
                <a:lnTo>
                  <a:pt x="14000" y="318"/>
                </a:lnTo>
                <a:lnTo>
                  <a:pt x="14782" y="500"/>
                </a:lnTo>
                <a:lnTo>
                  <a:pt x="15515" y="725"/>
                </a:lnTo>
                <a:lnTo>
                  <a:pt x="16215" y="1005"/>
                </a:lnTo>
                <a:lnTo>
                  <a:pt x="16902" y="1340"/>
                </a:lnTo>
                <a:lnTo>
                  <a:pt x="17589" y="1726"/>
                </a:lnTo>
                <a:lnTo>
                  <a:pt x="18292" y="2176"/>
                </a:lnTo>
                <a:lnTo>
                  <a:pt x="19028" y="2689"/>
                </a:lnTo>
                <a:lnTo>
                  <a:pt x="19815" y="3266"/>
                </a:lnTo>
                <a:lnTo>
                  <a:pt x="20667" y="3915"/>
                </a:lnTo>
                <a:lnTo>
                  <a:pt x="21600" y="4636"/>
                </a:lnTo>
                <a:lnTo>
                  <a:pt x="20835" y="5161"/>
                </a:lnTo>
                <a:lnTo>
                  <a:pt x="20066" y="5692"/>
                </a:lnTo>
                <a:lnTo>
                  <a:pt x="19286" y="6226"/>
                </a:lnTo>
                <a:lnTo>
                  <a:pt x="18520" y="7100"/>
                </a:lnTo>
                <a:lnTo>
                  <a:pt x="17752" y="7982"/>
                </a:lnTo>
                <a:lnTo>
                  <a:pt x="16971" y="8877"/>
                </a:lnTo>
                <a:lnTo>
                  <a:pt x="16971" y="11680"/>
                </a:lnTo>
                <a:lnTo>
                  <a:pt x="16971" y="14500"/>
                </a:lnTo>
                <a:lnTo>
                  <a:pt x="16971" y="17359"/>
                </a:lnTo>
                <a:lnTo>
                  <a:pt x="17888" y="18199"/>
                </a:lnTo>
                <a:lnTo>
                  <a:pt x="18807" y="19043"/>
                </a:lnTo>
                <a:lnTo>
                  <a:pt x="19730" y="19887"/>
                </a:lnTo>
                <a:lnTo>
                  <a:pt x="20660" y="20739"/>
                </a:lnTo>
                <a:lnTo>
                  <a:pt x="21600" y="21600"/>
                </a:lnTo>
                <a:lnTo>
                  <a:pt x="21089" y="21498"/>
                </a:lnTo>
                <a:lnTo>
                  <a:pt x="20616" y="21405"/>
                </a:lnTo>
                <a:lnTo>
                  <a:pt x="20164" y="21320"/>
                </a:lnTo>
                <a:lnTo>
                  <a:pt x="19716" y="21231"/>
                </a:lnTo>
                <a:lnTo>
                  <a:pt x="19258" y="21142"/>
                </a:lnTo>
                <a:lnTo>
                  <a:pt x="18772" y="21044"/>
                </a:lnTo>
                <a:lnTo>
                  <a:pt x="18241" y="20943"/>
                </a:lnTo>
                <a:lnTo>
                  <a:pt x="17652" y="20824"/>
                </a:lnTo>
                <a:lnTo>
                  <a:pt x="16985" y="20692"/>
                </a:lnTo>
                <a:lnTo>
                  <a:pt x="16228" y="20544"/>
                </a:lnTo>
                <a:lnTo>
                  <a:pt x="15361" y="20374"/>
                </a:lnTo>
                <a:lnTo>
                  <a:pt x="14369" y="20179"/>
                </a:lnTo>
                <a:lnTo>
                  <a:pt x="13236" y="19959"/>
                </a:lnTo>
                <a:lnTo>
                  <a:pt x="11946" y="19704"/>
                </a:lnTo>
                <a:lnTo>
                  <a:pt x="10482" y="19416"/>
                </a:lnTo>
                <a:lnTo>
                  <a:pt x="8830" y="19094"/>
                </a:lnTo>
                <a:lnTo>
                  <a:pt x="6972" y="18729"/>
                </a:lnTo>
                <a:lnTo>
                  <a:pt x="4891" y="18317"/>
                </a:lnTo>
                <a:lnTo>
                  <a:pt x="2573" y="17864"/>
                </a:lnTo>
                <a:lnTo>
                  <a:pt x="0" y="17359"/>
                </a:lnTo>
                <a:lnTo>
                  <a:pt x="0" y="15255"/>
                </a:lnTo>
                <a:lnTo>
                  <a:pt x="0" y="13118"/>
                </a:lnTo>
                <a:lnTo>
                  <a:pt x="1069" y="13118"/>
                </a:lnTo>
                <a:lnTo>
                  <a:pt x="2140" y="13118"/>
                </a:lnTo>
                <a:lnTo>
                  <a:pt x="3211" y="13118"/>
                </a:lnTo>
                <a:lnTo>
                  <a:pt x="4283" y="13118"/>
                </a:lnTo>
                <a:lnTo>
                  <a:pt x="5360" y="13118"/>
                </a:lnTo>
                <a:lnTo>
                  <a:pt x="6438" y="13118"/>
                </a:lnTo>
                <a:lnTo>
                  <a:pt x="7521" y="13118"/>
                </a:lnTo>
                <a:lnTo>
                  <a:pt x="8609" y="13118"/>
                </a:lnTo>
                <a:lnTo>
                  <a:pt x="9701" y="13118"/>
                </a:lnTo>
                <a:lnTo>
                  <a:pt x="10800" y="13118"/>
                </a:lnTo>
                <a:lnTo>
                  <a:pt x="10800" y="10314"/>
                </a:lnTo>
                <a:lnTo>
                  <a:pt x="10800" y="7494"/>
                </a:lnTo>
                <a:lnTo>
                  <a:pt x="10800" y="4636"/>
                </a:lnTo>
                <a:lnTo>
                  <a:pt x="9731" y="4636"/>
                </a:lnTo>
                <a:lnTo>
                  <a:pt x="8660" y="4636"/>
                </a:lnTo>
                <a:lnTo>
                  <a:pt x="7589" y="4636"/>
                </a:lnTo>
                <a:lnTo>
                  <a:pt x="6517" y="4636"/>
                </a:lnTo>
                <a:lnTo>
                  <a:pt x="5440" y="4636"/>
                </a:lnTo>
                <a:lnTo>
                  <a:pt x="4362" y="4636"/>
                </a:lnTo>
                <a:lnTo>
                  <a:pt x="3279" y="4636"/>
                </a:lnTo>
                <a:lnTo>
                  <a:pt x="2191" y="4636"/>
                </a:lnTo>
                <a:lnTo>
                  <a:pt x="1099" y="4636"/>
                </a:lnTo>
                <a:lnTo>
                  <a:pt x="0" y="4636"/>
                </a:lnTo>
                <a:lnTo>
                  <a:pt x="0" y="2532"/>
                </a:lnTo>
                <a:lnTo>
                  <a:pt x="0" y="394"/>
                </a:lnTo>
                <a:close/>
              </a:path>
            </a:pathLst>
          </a:custGeom>
          <a:solidFill>
            <a:srgbClr val="63757B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3" name="contour_07031"/>
          <p:cNvSpPr/>
          <p:nvPr/>
        </p:nvSpPr>
        <p:spPr>
          <a:xfrm>
            <a:off x="11109986" y="1295951"/>
            <a:ext cx="131184" cy="24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54"/>
                </a:moveTo>
                <a:lnTo>
                  <a:pt x="810" y="1045"/>
                </a:lnTo>
                <a:lnTo>
                  <a:pt x="1620" y="949"/>
                </a:lnTo>
                <a:lnTo>
                  <a:pt x="2430" y="852"/>
                </a:lnTo>
                <a:lnTo>
                  <a:pt x="3240" y="769"/>
                </a:lnTo>
                <a:lnTo>
                  <a:pt x="4050" y="686"/>
                </a:lnTo>
                <a:lnTo>
                  <a:pt x="4860" y="615"/>
                </a:lnTo>
                <a:lnTo>
                  <a:pt x="5670" y="545"/>
                </a:lnTo>
                <a:lnTo>
                  <a:pt x="6480" y="474"/>
                </a:lnTo>
                <a:lnTo>
                  <a:pt x="7290" y="410"/>
                </a:lnTo>
                <a:lnTo>
                  <a:pt x="8100" y="353"/>
                </a:lnTo>
                <a:lnTo>
                  <a:pt x="8440" y="308"/>
                </a:lnTo>
                <a:lnTo>
                  <a:pt x="9037" y="224"/>
                </a:lnTo>
                <a:lnTo>
                  <a:pt x="10406" y="26"/>
                </a:lnTo>
                <a:lnTo>
                  <a:pt x="11336" y="0"/>
                </a:lnTo>
                <a:lnTo>
                  <a:pt x="12227" y="45"/>
                </a:lnTo>
                <a:lnTo>
                  <a:pt x="13082" y="179"/>
                </a:lnTo>
                <a:lnTo>
                  <a:pt x="13908" y="423"/>
                </a:lnTo>
                <a:lnTo>
                  <a:pt x="14708" y="808"/>
                </a:lnTo>
                <a:lnTo>
                  <a:pt x="15490" y="1346"/>
                </a:lnTo>
                <a:lnTo>
                  <a:pt x="16255" y="2070"/>
                </a:lnTo>
                <a:lnTo>
                  <a:pt x="17010" y="2987"/>
                </a:lnTo>
                <a:lnTo>
                  <a:pt x="17760" y="4128"/>
                </a:lnTo>
                <a:lnTo>
                  <a:pt x="18510" y="5519"/>
                </a:lnTo>
                <a:lnTo>
                  <a:pt x="19264" y="7179"/>
                </a:lnTo>
                <a:lnTo>
                  <a:pt x="20027" y="9121"/>
                </a:lnTo>
                <a:lnTo>
                  <a:pt x="20804" y="11383"/>
                </a:lnTo>
                <a:lnTo>
                  <a:pt x="21600" y="13973"/>
                </a:lnTo>
                <a:lnTo>
                  <a:pt x="20869" y="17357"/>
                </a:lnTo>
                <a:lnTo>
                  <a:pt x="20177" y="19530"/>
                </a:lnTo>
                <a:lnTo>
                  <a:pt x="19481" y="20760"/>
                </a:lnTo>
                <a:lnTo>
                  <a:pt x="18738" y="21337"/>
                </a:lnTo>
                <a:lnTo>
                  <a:pt x="17905" y="21523"/>
                </a:lnTo>
                <a:lnTo>
                  <a:pt x="16940" y="21600"/>
                </a:lnTo>
                <a:lnTo>
                  <a:pt x="16238" y="21594"/>
                </a:lnTo>
                <a:lnTo>
                  <a:pt x="15526" y="21587"/>
                </a:lnTo>
                <a:lnTo>
                  <a:pt x="14808" y="21581"/>
                </a:lnTo>
                <a:lnTo>
                  <a:pt x="14080" y="21581"/>
                </a:lnTo>
                <a:lnTo>
                  <a:pt x="13228" y="21453"/>
                </a:lnTo>
                <a:lnTo>
                  <a:pt x="12383" y="21235"/>
                </a:lnTo>
                <a:lnTo>
                  <a:pt x="11545" y="20933"/>
                </a:lnTo>
                <a:lnTo>
                  <a:pt x="10714" y="20549"/>
                </a:lnTo>
                <a:lnTo>
                  <a:pt x="9887" y="20075"/>
                </a:lnTo>
                <a:lnTo>
                  <a:pt x="9064" y="19517"/>
                </a:lnTo>
                <a:lnTo>
                  <a:pt x="8242" y="18876"/>
                </a:lnTo>
                <a:lnTo>
                  <a:pt x="7421" y="18145"/>
                </a:lnTo>
                <a:lnTo>
                  <a:pt x="6601" y="17331"/>
                </a:lnTo>
                <a:lnTo>
                  <a:pt x="5778" y="16428"/>
                </a:lnTo>
                <a:lnTo>
                  <a:pt x="4954" y="15440"/>
                </a:lnTo>
                <a:lnTo>
                  <a:pt x="4126" y="14370"/>
                </a:lnTo>
                <a:lnTo>
                  <a:pt x="3811" y="13953"/>
                </a:lnTo>
                <a:lnTo>
                  <a:pt x="2866" y="12691"/>
                </a:lnTo>
                <a:lnTo>
                  <a:pt x="2177" y="11652"/>
                </a:lnTo>
                <a:lnTo>
                  <a:pt x="1649" y="10774"/>
                </a:lnTo>
                <a:lnTo>
                  <a:pt x="1013" y="9569"/>
                </a:lnTo>
                <a:lnTo>
                  <a:pt x="0" y="7563"/>
                </a:lnTo>
                <a:lnTo>
                  <a:pt x="0" y="4384"/>
                </a:lnTo>
                <a:lnTo>
                  <a:pt x="0" y="1154"/>
                </a:lnTo>
                <a:close/>
              </a:path>
            </a:pathLst>
          </a:custGeom>
          <a:solidFill>
            <a:srgbClr val="DFE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4" name="contour_07032"/>
          <p:cNvSpPr/>
          <p:nvPr/>
        </p:nvSpPr>
        <p:spPr>
          <a:xfrm>
            <a:off x="5359760" y="1281178"/>
            <a:ext cx="116608" cy="258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60"/>
                </a:moveTo>
                <a:lnTo>
                  <a:pt x="1967" y="944"/>
                </a:lnTo>
                <a:lnTo>
                  <a:pt x="3765" y="664"/>
                </a:lnTo>
                <a:lnTo>
                  <a:pt x="5405" y="426"/>
                </a:lnTo>
                <a:lnTo>
                  <a:pt x="6900" y="237"/>
                </a:lnTo>
                <a:lnTo>
                  <a:pt x="8259" y="97"/>
                </a:lnTo>
                <a:lnTo>
                  <a:pt x="9492" y="12"/>
                </a:lnTo>
                <a:lnTo>
                  <a:pt x="10611" y="0"/>
                </a:lnTo>
                <a:lnTo>
                  <a:pt x="11625" y="55"/>
                </a:lnTo>
                <a:lnTo>
                  <a:pt x="12546" y="183"/>
                </a:lnTo>
                <a:lnTo>
                  <a:pt x="13384" y="396"/>
                </a:lnTo>
                <a:lnTo>
                  <a:pt x="14151" y="700"/>
                </a:lnTo>
                <a:lnTo>
                  <a:pt x="14855" y="1096"/>
                </a:lnTo>
                <a:lnTo>
                  <a:pt x="15509" y="1595"/>
                </a:lnTo>
                <a:lnTo>
                  <a:pt x="16123" y="2204"/>
                </a:lnTo>
                <a:lnTo>
                  <a:pt x="16708" y="2916"/>
                </a:lnTo>
                <a:lnTo>
                  <a:pt x="17273" y="3756"/>
                </a:lnTo>
                <a:lnTo>
                  <a:pt x="17831" y="4718"/>
                </a:lnTo>
                <a:lnTo>
                  <a:pt x="18391" y="5808"/>
                </a:lnTo>
                <a:lnTo>
                  <a:pt x="18963" y="7038"/>
                </a:lnTo>
                <a:lnTo>
                  <a:pt x="19560" y="8407"/>
                </a:lnTo>
                <a:lnTo>
                  <a:pt x="20192" y="9923"/>
                </a:lnTo>
                <a:lnTo>
                  <a:pt x="20868" y="11604"/>
                </a:lnTo>
                <a:lnTo>
                  <a:pt x="21600" y="13436"/>
                </a:lnTo>
                <a:lnTo>
                  <a:pt x="21600" y="16456"/>
                </a:lnTo>
                <a:lnTo>
                  <a:pt x="21600" y="19524"/>
                </a:lnTo>
                <a:lnTo>
                  <a:pt x="20647" y="19670"/>
                </a:lnTo>
                <a:lnTo>
                  <a:pt x="19694" y="19810"/>
                </a:lnTo>
                <a:lnTo>
                  <a:pt x="18741" y="19938"/>
                </a:lnTo>
                <a:lnTo>
                  <a:pt x="17788" y="20054"/>
                </a:lnTo>
                <a:lnTo>
                  <a:pt x="16835" y="20169"/>
                </a:lnTo>
                <a:lnTo>
                  <a:pt x="15881" y="20273"/>
                </a:lnTo>
                <a:lnTo>
                  <a:pt x="14928" y="20364"/>
                </a:lnTo>
                <a:lnTo>
                  <a:pt x="13975" y="20449"/>
                </a:lnTo>
                <a:lnTo>
                  <a:pt x="13022" y="20529"/>
                </a:lnTo>
                <a:lnTo>
                  <a:pt x="12292" y="20602"/>
                </a:lnTo>
                <a:lnTo>
                  <a:pt x="11563" y="20687"/>
                </a:lnTo>
                <a:lnTo>
                  <a:pt x="10834" y="20790"/>
                </a:lnTo>
                <a:lnTo>
                  <a:pt x="10103" y="20900"/>
                </a:lnTo>
                <a:lnTo>
                  <a:pt x="9265" y="21022"/>
                </a:lnTo>
                <a:lnTo>
                  <a:pt x="8427" y="21119"/>
                </a:lnTo>
                <a:lnTo>
                  <a:pt x="7588" y="21192"/>
                </a:lnTo>
                <a:lnTo>
                  <a:pt x="6750" y="21259"/>
                </a:lnTo>
                <a:lnTo>
                  <a:pt x="5912" y="21308"/>
                </a:lnTo>
                <a:lnTo>
                  <a:pt x="5069" y="21405"/>
                </a:lnTo>
                <a:lnTo>
                  <a:pt x="4221" y="21503"/>
                </a:lnTo>
                <a:lnTo>
                  <a:pt x="3362" y="21600"/>
                </a:lnTo>
                <a:lnTo>
                  <a:pt x="3066" y="21290"/>
                </a:lnTo>
                <a:lnTo>
                  <a:pt x="2545" y="20754"/>
                </a:lnTo>
                <a:lnTo>
                  <a:pt x="1350" y="19524"/>
                </a:lnTo>
                <a:lnTo>
                  <a:pt x="879" y="14940"/>
                </a:lnTo>
                <a:lnTo>
                  <a:pt x="572" y="11701"/>
                </a:lnTo>
                <a:lnTo>
                  <a:pt x="367" y="8925"/>
                </a:lnTo>
                <a:lnTo>
                  <a:pt x="198" y="5735"/>
                </a:lnTo>
                <a:lnTo>
                  <a:pt x="0" y="1260"/>
                </a:lnTo>
                <a:close/>
              </a:path>
            </a:pathLst>
          </a:custGeom>
          <a:solidFill>
            <a:srgbClr val="F6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5" name="contour_07033"/>
          <p:cNvSpPr/>
          <p:nvPr/>
        </p:nvSpPr>
        <p:spPr>
          <a:xfrm>
            <a:off x="8318685" y="1246247"/>
            <a:ext cx="72880" cy="45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6" y="0"/>
                </a:lnTo>
                <a:lnTo>
                  <a:pt x="7173" y="0"/>
                </a:lnTo>
                <a:lnTo>
                  <a:pt x="8608" y="0"/>
                </a:lnTo>
                <a:lnTo>
                  <a:pt x="10048" y="0"/>
                </a:lnTo>
                <a:lnTo>
                  <a:pt x="11498" y="0"/>
                </a:lnTo>
                <a:lnTo>
                  <a:pt x="12960" y="0"/>
                </a:lnTo>
                <a:lnTo>
                  <a:pt x="12783" y="1635"/>
                </a:lnTo>
                <a:lnTo>
                  <a:pt x="12601" y="3280"/>
                </a:lnTo>
                <a:lnTo>
                  <a:pt x="12420" y="4949"/>
                </a:lnTo>
                <a:lnTo>
                  <a:pt x="12597" y="6725"/>
                </a:lnTo>
                <a:lnTo>
                  <a:pt x="12779" y="8511"/>
                </a:lnTo>
                <a:lnTo>
                  <a:pt x="12960" y="10325"/>
                </a:lnTo>
                <a:lnTo>
                  <a:pt x="14299" y="11075"/>
                </a:lnTo>
                <a:lnTo>
                  <a:pt x="15619" y="11650"/>
                </a:lnTo>
                <a:lnTo>
                  <a:pt x="16943" y="12084"/>
                </a:lnTo>
                <a:lnTo>
                  <a:pt x="18300" y="12424"/>
                </a:lnTo>
                <a:lnTo>
                  <a:pt x="19710" y="12703"/>
                </a:lnTo>
                <a:lnTo>
                  <a:pt x="20179" y="12968"/>
                </a:lnTo>
                <a:lnTo>
                  <a:pt x="21600" y="13767"/>
                </a:lnTo>
                <a:lnTo>
                  <a:pt x="21600" y="16042"/>
                </a:lnTo>
                <a:lnTo>
                  <a:pt x="21600" y="18330"/>
                </a:lnTo>
                <a:lnTo>
                  <a:pt x="21600" y="20650"/>
                </a:lnTo>
                <a:lnTo>
                  <a:pt x="20205" y="20784"/>
                </a:lnTo>
                <a:lnTo>
                  <a:pt x="18809" y="20905"/>
                </a:lnTo>
                <a:lnTo>
                  <a:pt x="17416" y="21015"/>
                </a:lnTo>
                <a:lnTo>
                  <a:pt x="16021" y="21118"/>
                </a:lnTo>
                <a:lnTo>
                  <a:pt x="14628" y="21211"/>
                </a:lnTo>
                <a:lnTo>
                  <a:pt x="13230" y="21297"/>
                </a:lnTo>
                <a:lnTo>
                  <a:pt x="12636" y="21363"/>
                </a:lnTo>
                <a:lnTo>
                  <a:pt x="10843" y="21559"/>
                </a:lnTo>
                <a:lnTo>
                  <a:pt x="9677" y="21600"/>
                </a:lnTo>
                <a:lnTo>
                  <a:pt x="8754" y="21572"/>
                </a:lnTo>
                <a:lnTo>
                  <a:pt x="7763" y="21435"/>
                </a:lnTo>
                <a:lnTo>
                  <a:pt x="6389" y="21142"/>
                </a:lnTo>
                <a:lnTo>
                  <a:pt x="4320" y="20650"/>
                </a:lnTo>
                <a:lnTo>
                  <a:pt x="3169" y="18434"/>
                </a:lnTo>
                <a:lnTo>
                  <a:pt x="2348" y="16799"/>
                </a:lnTo>
                <a:lnTo>
                  <a:pt x="1741" y="15457"/>
                </a:lnTo>
                <a:lnTo>
                  <a:pt x="1229" y="14121"/>
                </a:lnTo>
                <a:lnTo>
                  <a:pt x="687" y="12507"/>
                </a:lnTo>
                <a:lnTo>
                  <a:pt x="0" y="10325"/>
                </a:lnTo>
                <a:lnTo>
                  <a:pt x="1428" y="10325"/>
                </a:lnTo>
                <a:lnTo>
                  <a:pt x="2864" y="10325"/>
                </a:lnTo>
                <a:lnTo>
                  <a:pt x="4320" y="10325"/>
                </a:lnTo>
                <a:lnTo>
                  <a:pt x="4320" y="8281"/>
                </a:lnTo>
                <a:lnTo>
                  <a:pt x="4320" y="6229"/>
                </a:lnTo>
                <a:lnTo>
                  <a:pt x="4320" y="4171"/>
                </a:lnTo>
                <a:lnTo>
                  <a:pt x="4320" y="2096"/>
                </a:lnTo>
                <a:lnTo>
                  <a:pt x="4320" y="0"/>
                </a:lnTo>
                <a:close/>
              </a:path>
            </a:pathLst>
          </a:custGeom>
          <a:solidFill>
            <a:srgbClr val="D0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6" name="contour_07034"/>
          <p:cNvSpPr/>
          <p:nvPr/>
        </p:nvSpPr>
        <p:spPr>
          <a:xfrm>
            <a:off x="1212893" y="1217095"/>
            <a:ext cx="94744" cy="387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86" y="1425"/>
                </a:lnTo>
                <a:lnTo>
                  <a:pt x="1377" y="2858"/>
                </a:lnTo>
                <a:lnTo>
                  <a:pt x="2077" y="4311"/>
                </a:lnTo>
                <a:lnTo>
                  <a:pt x="3316" y="5906"/>
                </a:lnTo>
                <a:lnTo>
                  <a:pt x="4242" y="6933"/>
                </a:lnTo>
                <a:lnTo>
                  <a:pt x="5024" y="7453"/>
                </a:lnTo>
                <a:lnTo>
                  <a:pt x="5830" y="7526"/>
                </a:lnTo>
                <a:lnTo>
                  <a:pt x="6834" y="7222"/>
                </a:lnTo>
                <a:lnTo>
                  <a:pt x="8205" y="6597"/>
                </a:lnTo>
                <a:lnTo>
                  <a:pt x="9044" y="5935"/>
                </a:lnTo>
                <a:lnTo>
                  <a:pt x="9898" y="5265"/>
                </a:lnTo>
                <a:lnTo>
                  <a:pt x="11061" y="4551"/>
                </a:lnTo>
                <a:lnTo>
                  <a:pt x="12224" y="4031"/>
                </a:lnTo>
                <a:lnTo>
                  <a:pt x="13385" y="3702"/>
                </a:lnTo>
                <a:lnTo>
                  <a:pt x="14547" y="3556"/>
                </a:lnTo>
                <a:lnTo>
                  <a:pt x="15710" y="3601"/>
                </a:lnTo>
                <a:lnTo>
                  <a:pt x="16871" y="3824"/>
                </a:lnTo>
                <a:lnTo>
                  <a:pt x="18031" y="4234"/>
                </a:lnTo>
                <a:lnTo>
                  <a:pt x="19192" y="4818"/>
                </a:lnTo>
                <a:lnTo>
                  <a:pt x="20354" y="5582"/>
                </a:lnTo>
                <a:lnTo>
                  <a:pt x="20972" y="6840"/>
                </a:lnTo>
                <a:lnTo>
                  <a:pt x="21600" y="8119"/>
                </a:lnTo>
                <a:lnTo>
                  <a:pt x="21600" y="10802"/>
                </a:lnTo>
                <a:lnTo>
                  <a:pt x="21600" y="13502"/>
                </a:lnTo>
                <a:lnTo>
                  <a:pt x="21600" y="16238"/>
                </a:lnTo>
                <a:lnTo>
                  <a:pt x="20678" y="17804"/>
                </a:lnTo>
                <a:lnTo>
                  <a:pt x="19681" y="19043"/>
                </a:lnTo>
                <a:lnTo>
                  <a:pt x="18621" y="19992"/>
                </a:lnTo>
                <a:lnTo>
                  <a:pt x="17509" y="20687"/>
                </a:lnTo>
                <a:lnTo>
                  <a:pt x="16358" y="21158"/>
                </a:lnTo>
                <a:lnTo>
                  <a:pt x="15178" y="21446"/>
                </a:lnTo>
                <a:lnTo>
                  <a:pt x="13982" y="21580"/>
                </a:lnTo>
                <a:lnTo>
                  <a:pt x="12782" y="21600"/>
                </a:lnTo>
                <a:lnTo>
                  <a:pt x="11588" y="21539"/>
                </a:lnTo>
                <a:lnTo>
                  <a:pt x="10410" y="21434"/>
                </a:lnTo>
                <a:lnTo>
                  <a:pt x="9263" y="21312"/>
                </a:lnTo>
                <a:lnTo>
                  <a:pt x="8158" y="21218"/>
                </a:lnTo>
                <a:lnTo>
                  <a:pt x="6769" y="20784"/>
                </a:lnTo>
                <a:lnTo>
                  <a:pt x="5601" y="20269"/>
                </a:lnTo>
                <a:lnTo>
                  <a:pt x="4581" y="19542"/>
                </a:lnTo>
                <a:lnTo>
                  <a:pt x="3634" y="18462"/>
                </a:lnTo>
                <a:lnTo>
                  <a:pt x="2685" y="16899"/>
                </a:lnTo>
                <a:lnTo>
                  <a:pt x="1662" y="14715"/>
                </a:lnTo>
                <a:lnTo>
                  <a:pt x="962" y="11898"/>
                </a:lnTo>
                <a:lnTo>
                  <a:pt x="492" y="9771"/>
                </a:lnTo>
                <a:lnTo>
                  <a:pt x="208" y="7928"/>
                </a:lnTo>
                <a:lnTo>
                  <a:pt x="61" y="5959"/>
                </a:lnTo>
                <a:lnTo>
                  <a:pt x="8" y="3450"/>
                </a:lnTo>
                <a:lnTo>
                  <a:pt x="0" y="0"/>
                </a:lnTo>
                <a:close/>
              </a:path>
            </a:pathLst>
          </a:custGeom>
          <a:solidFill>
            <a:srgbClr val="731715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7" name="contour_07035"/>
          <p:cNvSpPr/>
          <p:nvPr/>
        </p:nvSpPr>
        <p:spPr>
          <a:xfrm>
            <a:off x="6737191" y="1202519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166" y="364"/>
                </a:lnTo>
                <a:lnTo>
                  <a:pt x="10476" y="750"/>
                </a:lnTo>
                <a:lnTo>
                  <a:pt x="11782" y="1157"/>
                </a:lnTo>
                <a:lnTo>
                  <a:pt x="12878" y="1481"/>
                </a:lnTo>
                <a:lnTo>
                  <a:pt x="13991" y="1808"/>
                </a:lnTo>
                <a:lnTo>
                  <a:pt x="14843" y="2444"/>
                </a:lnTo>
                <a:lnTo>
                  <a:pt x="15709" y="3086"/>
                </a:lnTo>
                <a:lnTo>
                  <a:pt x="15709" y="5125"/>
                </a:lnTo>
                <a:lnTo>
                  <a:pt x="15709" y="7177"/>
                </a:lnTo>
                <a:lnTo>
                  <a:pt x="15709" y="9257"/>
                </a:lnTo>
                <a:lnTo>
                  <a:pt x="16683" y="9766"/>
                </a:lnTo>
                <a:lnTo>
                  <a:pt x="17661" y="10279"/>
                </a:lnTo>
                <a:lnTo>
                  <a:pt x="18655" y="10800"/>
                </a:lnTo>
                <a:lnTo>
                  <a:pt x="19629" y="11309"/>
                </a:lnTo>
                <a:lnTo>
                  <a:pt x="20606" y="11821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20263" y="18706"/>
                </a:lnTo>
                <a:lnTo>
                  <a:pt x="18927" y="18897"/>
                </a:lnTo>
                <a:lnTo>
                  <a:pt x="17588" y="19088"/>
                </a:lnTo>
                <a:lnTo>
                  <a:pt x="16251" y="19280"/>
                </a:lnTo>
                <a:lnTo>
                  <a:pt x="14912" y="19471"/>
                </a:lnTo>
                <a:lnTo>
                  <a:pt x="13569" y="19662"/>
                </a:lnTo>
                <a:lnTo>
                  <a:pt x="12226" y="19853"/>
                </a:lnTo>
                <a:lnTo>
                  <a:pt x="10881" y="20045"/>
                </a:lnTo>
                <a:lnTo>
                  <a:pt x="9533" y="20239"/>
                </a:lnTo>
                <a:lnTo>
                  <a:pt x="8182" y="20431"/>
                </a:lnTo>
                <a:lnTo>
                  <a:pt x="6828" y="20625"/>
                </a:lnTo>
                <a:lnTo>
                  <a:pt x="5471" y="20819"/>
                </a:lnTo>
                <a:lnTo>
                  <a:pt x="4110" y="21014"/>
                </a:lnTo>
                <a:lnTo>
                  <a:pt x="2745" y="21208"/>
                </a:lnTo>
                <a:lnTo>
                  <a:pt x="1375" y="21403"/>
                </a:lnTo>
                <a:lnTo>
                  <a:pt x="0" y="21600"/>
                </a:lnTo>
                <a:lnTo>
                  <a:pt x="1166" y="20989"/>
                </a:lnTo>
                <a:lnTo>
                  <a:pt x="2337" y="20375"/>
                </a:lnTo>
                <a:lnTo>
                  <a:pt x="3511" y="19761"/>
                </a:lnTo>
                <a:lnTo>
                  <a:pt x="4695" y="19141"/>
                </a:lnTo>
                <a:lnTo>
                  <a:pt x="5891" y="18514"/>
                </a:lnTo>
                <a:lnTo>
                  <a:pt x="6384" y="16351"/>
                </a:lnTo>
                <a:lnTo>
                  <a:pt x="6702" y="14777"/>
                </a:lnTo>
                <a:lnTo>
                  <a:pt x="6906" y="13340"/>
                </a:lnTo>
                <a:lnTo>
                  <a:pt x="7065" y="11587"/>
                </a:lnTo>
                <a:lnTo>
                  <a:pt x="7242" y="9066"/>
                </a:lnTo>
                <a:lnTo>
                  <a:pt x="7299" y="8313"/>
                </a:lnTo>
                <a:lnTo>
                  <a:pt x="7399" y="6983"/>
                </a:lnTo>
                <a:lnTo>
                  <a:pt x="7633" y="3940"/>
                </a:lnTo>
                <a:lnTo>
                  <a:pt x="7743" y="1984"/>
                </a:lnTo>
                <a:lnTo>
                  <a:pt x="7855" y="0"/>
                </a:lnTo>
                <a:close/>
              </a:path>
            </a:pathLst>
          </a:custGeom>
          <a:solidFill>
            <a:srgbClr val="E6E7EB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8" name="contour_07036"/>
          <p:cNvSpPr/>
          <p:nvPr/>
        </p:nvSpPr>
        <p:spPr>
          <a:xfrm>
            <a:off x="5759565" y="1005743"/>
            <a:ext cx="33430" cy="196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9" y="0"/>
                </a:moveTo>
                <a:lnTo>
                  <a:pt x="3607" y="334"/>
                </a:lnTo>
                <a:lnTo>
                  <a:pt x="6324" y="677"/>
                </a:lnTo>
                <a:lnTo>
                  <a:pt x="8853" y="1033"/>
                </a:lnTo>
                <a:lnTo>
                  <a:pt x="11212" y="1408"/>
                </a:lnTo>
                <a:lnTo>
                  <a:pt x="13430" y="1807"/>
                </a:lnTo>
                <a:lnTo>
                  <a:pt x="15535" y="2235"/>
                </a:lnTo>
                <a:lnTo>
                  <a:pt x="17550" y="2698"/>
                </a:lnTo>
                <a:lnTo>
                  <a:pt x="19505" y="3200"/>
                </a:lnTo>
                <a:lnTo>
                  <a:pt x="20055" y="3739"/>
                </a:lnTo>
                <a:lnTo>
                  <a:pt x="20517" y="4282"/>
                </a:lnTo>
                <a:lnTo>
                  <a:pt x="20894" y="4830"/>
                </a:lnTo>
                <a:lnTo>
                  <a:pt x="21186" y="5379"/>
                </a:lnTo>
                <a:lnTo>
                  <a:pt x="21398" y="5933"/>
                </a:lnTo>
                <a:lnTo>
                  <a:pt x="21534" y="6488"/>
                </a:lnTo>
                <a:lnTo>
                  <a:pt x="21600" y="7046"/>
                </a:lnTo>
                <a:lnTo>
                  <a:pt x="21595" y="7607"/>
                </a:lnTo>
                <a:lnTo>
                  <a:pt x="21529" y="8170"/>
                </a:lnTo>
                <a:lnTo>
                  <a:pt x="21398" y="8734"/>
                </a:lnTo>
                <a:lnTo>
                  <a:pt x="21214" y="9300"/>
                </a:lnTo>
                <a:lnTo>
                  <a:pt x="20974" y="9867"/>
                </a:lnTo>
                <a:lnTo>
                  <a:pt x="20686" y="10435"/>
                </a:lnTo>
                <a:lnTo>
                  <a:pt x="20352" y="11004"/>
                </a:lnTo>
                <a:lnTo>
                  <a:pt x="19971" y="11574"/>
                </a:lnTo>
                <a:lnTo>
                  <a:pt x="19556" y="12142"/>
                </a:lnTo>
                <a:lnTo>
                  <a:pt x="19104" y="12712"/>
                </a:lnTo>
                <a:lnTo>
                  <a:pt x="18619" y="13281"/>
                </a:lnTo>
                <a:lnTo>
                  <a:pt x="18111" y="13850"/>
                </a:lnTo>
                <a:lnTo>
                  <a:pt x="17574" y="14417"/>
                </a:lnTo>
                <a:lnTo>
                  <a:pt x="17018" y="14983"/>
                </a:lnTo>
                <a:lnTo>
                  <a:pt x="16444" y="15548"/>
                </a:lnTo>
                <a:lnTo>
                  <a:pt x="15860" y="16112"/>
                </a:lnTo>
                <a:lnTo>
                  <a:pt x="15262" y="16674"/>
                </a:lnTo>
                <a:lnTo>
                  <a:pt x="14664" y="17233"/>
                </a:lnTo>
                <a:lnTo>
                  <a:pt x="14061" y="17790"/>
                </a:lnTo>
                <a:lnTo>
                  <a:pt x="13458" y="18344"/>
                </a:lnTo>
                <a:lnTo>
                  <a:pt x="12860" y="18896"/>
                </a:lnTo>
                <a:lnTo>
                  <a:pt x="12276" y="19444"/>
                </a:lnTo>
                <a:lnTo>
                  <a:pt x="11697" y="19989"/>
                </a:lnTo>
                <a:lnTo>
                  <a:pt x="11141" y="20530"/>
                </a:lnTo>
                <a:lnTo>
                  <a:pt x="10600" y="21067"/>
                </a:lnTo>
                <a:lnTo>
                  <a:pt x="10087" y="21600"/>
                </a:lnTo>
                <a:lnTo>
                  <a:pt x="7751" y="21600"/>
                </a:lnTo>
                <a:lnTo>
                  <a:pt x="5378" y="21600"/>
                </a:lnTo>
                <a:lnTo>
                  <a:pt x="5340" y="21050"/>
                </a:lnTo>
                <a:lnTo>
                  <a:pt x="5302" y="20500"/>
                </a:lnTo>
                <a:lnTo>
                  <a:pt x="5269" y="19950"/>
                </a:lnTo>
                <a:lnTo>
                  <a:pt x="5236" y="19400"/>
                </a:lnTo>
                <a:lnTo>
                  <a:pt x="5208" y="18850"/>
                </a:lnTo>
                <a:lnTo>
                  <a:pt x="5180" y="18300"/>
                </a:lnTo>
                <a:lnTo>
                  <a:pt x="5156" y="17750"/>
                </a:lnTo>
                <a:lnTo>
                  <a:pt x="5128" y="17200"/>
                </a:lnTo>
                <a:lnTo>
                  <a:pt x="5109" y="16650"/>
                </a:lnTo>
                <a:lnTo>
                  <a:pt x="5086" y="16100"/>
                </a:lnTo>
                <a:lnTo>
                  <a:pt x="5043" y="15578"/>
                </a:lnTo>
                <a:lnTo>
                  <a:pt x="5006" y="15054"/>
                </a:lnTo>
                <a:lnTo>
                  <a:pt x="4963" y="14522"/>
                </a:lnTo>
                <a:lnTo>
                  <a:pt x="4949" y="14021"/>
                </a:lnTo>
                <a:lnTo>
                  <a:pt x="4935" y="13517"/>
                </a:lnTo>
                <a:lnTo>
                  <a:pt x="4916" y="13006"/>
                </a:lnTo>
                <a:lnTo>
                  <a:pt x="4893" y="12545"/>
                </a:lnTo>
                <a:lnTo>
                  <a:pt x="4869" y="12081"/>
                </a:lnTo>
                <a:lnTo>
                  <a:pt x="4841" y="11610"/>
                </a:lnTo>
                <a:lnTo>
                  <a:pt x="5175" y="11059"/>
                </a:lnTo>
                <a:lnTo>
                  <a:pt x="5679" y="10578"/>
                </a:lnTo>
                <a:lnTo>
                  <a:pt x="6385" y="10140"/>
                </a:lnTo>
                <a:lnTo>
                  <a:pt x="7332" y="9717"/>
                </a:lnTo>
                <a:lnTo>
                  <a:pt x="8556" y="9279"/>
                </a:lnTo>
                <a:lnTo>
                  <a:pt x="10087" y="8800"/>
                </a:lnTo>
                <a:lnTo>
                  <a:pt x="10473" y="8214"/>
                </a:lnTo>
                <a:lnTo>
                  <a:pt x="10713" y="7794"/>
                </a:lnTo>
                <a:lnTo>
                  <a:pt x="10849" y="7422"/>
                </a:lnTo>
                <a:lnTo>
                  <a:pt x="10920" y="6980"/>
                </a:lnTo>
                <a:lnTo>
                  <a:pt x="10972" y="6350"/>
                </a:lnTo>
                <a:lnTo>
                  <a:pt x="11038" y="5928"/>
                </a:lnTo>
                <a:lnTo>
                  <a:pt x="11104" y="5502"/>
                </a:lnTo>
                <a:lnTo>
                  <a:pt x="11170" y="5072"/>
                </a:lnTo>
                <a:lnTo>
                  <a:pt x="10633" y="4540"/>
                </a:lnTo>
                <a:lnTo>
                  <a:pt x="10087" y="4000"/>
                </a:lnTo>
                <a:lnTo>
                  <a:pt x="7280" y="3738"/>
                </a:lnTo>
                <a:lnTo>
                  <a:pt x="5364" y="3567"/>
                </a:lnTo>
                <a:lnTo>
                  <a:pt x="3452" y="3413"/>
                </a:lnTo>
                <a:lnTo>
                  <a:pt x="669" y="3200"/>
                </a:lnTo>
                <a:lnTo>
                  <a:pt x="188" y="2661"/>
                </a:lnTo>
                <a:lnTo>
                  <a:pt x="0" y="2134"/>
                </a:lnTo>
                <a:lnTo>
                  <a:pt x="24" y="1611"/>
                </a:lnTo>
                <a:lnTo>
                  <a:pt x="188" y="1086"/>
                </a:lnTo>
                <a:lnTo>
                  <a:pt x="429" y="552"/>
                </a:lnTo>
                <a:lnTo>
                  <a:pt x="669" y="0"/>
                </a:lnTo>
                <a:close/>
              </a:path>
            </a:pathLst>
          </a:custGeom>
          <a:solidFill>
            <a:srgbClr val="DDDEE0"/>
          </a:solidFill>
          <a:ln>
            <a:noFill/>
          </a:ln>
        </p:spPr>
        <p:txBody>
          <a:bodyPr/>
          <a:lstStyle/>
          <a:p/>
        </p:txBody>
      </p:sp>
      <p:sp>
        <p:nvSpPr>
          <p:cNvPr id="7039" name="contour_07037"/>
          <p:cNvSpPr/>
          <p:nvPr/>
        </p:nvSpPr>
        <p:spPr>
          <a:xfrm>
            <a:off x="1263909" y="1100487"/>
            <a:ext cx="51016" cy="102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090" y="0"/>
                </a:lnTo>
                <a:lnTo>
                  <a:pt x="12929" y="0"/>
                </a:lnTo>
                <a:lnTo>
                  <a:pt x="14774" y="0"/>
                </a:lnTo>
                <a:lnTo>
                  <a:pt x="16635" y="0"/>
                </a:lnTo>
                <a:lnTo>
                  <a:pt x="18514" y="0"/>
                </a:lnTo>
                <a:lnTo>
                  <a:pt x="18854" y="1017"/>
                </a:lnTo>
                <a:lnTo>
                  <a:pt x="19193" y="2037"/>
                </a:lnTo>
                <a:lnTo>
                  <a:pt x="19533" y="3056"/>
                </a:lnTo>
                <a:lnTo>
                  <a:pt x="19875" y="4078"/>
                </a:lnTo>
                <a:lnTo>
                  <a:pt x="20218" y="5103"/>
                </a:lnTo>
                <a:lnTo>
                  <a:pt x="20560" y="6133"/>
                </a:lnTo>
                <a:lnTo>
                  <a:pt x="20906" y="7166"/>
                </a:lnTo>
                <a:lnTo>
                  <a:pt x="21251" y="8205"/>
                </a:lnTo>
                <a:lnTo>
                  <a:pt x="21600" y="9250"/>
                </a:lnTo>
                <a:lnTo>
                  <a:pt x="19560" y="9250"/>
                </a:lnTo>
                <a:lnTo>
                  <a:pt x="17508" y="9250"/>
                </a:lnTo>
                <a:lnTo>
                  <a:pt x="15429" y="9250"/>
                </a:lnTo>
                <a:lnTo>
                  <a:pt x="15608" y="10011"/>
                </a:lnTo>
                <a:lnTo>
                  <a:pt x="15790" y="10779"/>
                </a:lnTo>
                <a:lnTo>
                  <a:pt x="15972" y="11556"/>
                </a:lnTo>
                <a:lnTo>
                  <a:pt x="16117" y="12657"/>
                </a:lnTo>
                <a:lnTo>
                  <a:pt x="16234" y="13728"/>
                </a:lnTo>
                <a:lnTo>
                  <a:pt x="16302" y="14778"/>
                </a:lnTo>
                <a:lnTo>
                  <a:pt x="16308" y="15817"/>
                </a:lnTo>
                <a:lnTo>
                  <a:pt x="16237" y="16853"/>
                </a:lnTo>
                <a:lnTo>
                  <a:pt x="16080" y="17895"/>
                </a:lnTo>
                <a:lnTo>
                  <a:pt x="15814" y="18956"/>
                </a:lnTo>
                <a:lnTo>
                  <a:pt x="15429" y="20041"/>
                </a:lnTo>
                <a:lnTo>
                  <a:pt x="13574" y="20552"/>
                </a:lnTo>
                <a:lnTo>
                  <a:pt x="11729" y="20940"/>
                </a:lnTo>
                <a:lnTo>
                  <a:pt x="9880" y="21222"/>
                </a:lnTo>
                <a:lnTo>
                  <a:pt x="8011" y="21415"/>
                </a:lnTo>
                <a:lnTo>
                  <a:pt x="6104" y="21532"/>
                </a:lnTo>
                <a:lnTo>
                  <a:pt x="4144" y="21589"/>
                </a:lnTo>
                <a:lnTo>
                  <a:pt x="2114" y="21600"/>
                </a:lnTo>
                <a:lnTo>
                  <a:pt x="0" y="21583"/>
                </a:lnTo>
                <a:lnTo>
                  <a:pt x="750" y="21267"/>
                </a:lnTo>
                <a:lnTo>
                  <a:pt x="3005" y="20313"/>
                </a:lnTo>
                <a:lnTo>
                  <a:pt x="4635" y="19295"/>
                </a:lnTo>
                <a:lnTo>
                  <a:pt x="5773" y="18380"/>
                </a:lnTo>
                <a:lnTo>
                  <a:pt x="6523" y="17485"/>
                </a:lnTo>
                <a:lnTo>
                  <a:pt x="6983" y="16534"/>
                </a:lnTo>
                <a:lnTo>
                  <a:pt x="7258" y="15450"/>
                </a:lnTo>
                <a:lnTo>
                  <a:pt x="7449" y="14152"/>
                </a:lnTo>
                <a:lnTo>
                  <a:pt x="7569" y="13326"/>
                </a:lnTo>
                <a:lnTo>
                  <a:pt x="7690" y="12495"/>
                </a:lnTo>
                <a:lnTo>
                  <a:pt x="7810" y="11653"/>
                </a:lnTo>
                <a:lnTo>
                  <a:pt x="7906" y="10795"/>
                </a:lnTo>
                <a:lnTo>
                  <a:pt x="8001" y="9931"/>
                </a:lnTo>
                <a:lnTo>
                  <a:pt x="8100" y="9057"/>
                </a:lnTo>
                <a:lnTo>
                  <a:pt x="8220" y="8188"/>
                </a:lnTo>
                <a:lnTo>
                  <a:pt x="8341" y="7312"/>
                </a:lnTo>
                <a:lnTo>
                  <a:pt x="8461" y="6426"/>
                </a:lnTo>
                <a:lnTo>
                  <a:pt x="8603" y="5354"/>
                </a:lnTo>
                <a:lnTo>
                  <a:pt x="8742" y="4284"/>
                </a:lnTo>
                <a:lnTo>
                  <a:pt x="8878" y="3213"/>
                </a:lnTo>
                <a:lnTo>
                  <a:pt x="9007" y="2143"/>
                </a:lnTo>
                <a:lnTo>
                  <a:pt x="9134" y="1071"/>
                </a:lnTo>
                <a:lnTo>
                  <a:pt x="9257" y="0"/>
                </a:lnTo>
                <a:close/>
              </a:path>
            </a:pathLst>
          </a:custGeom>
          <a:solidFill>
            <a:srgbClr val="AD9694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0" name="contour_07038"/>
          <p:cNvSpPr/>
          <p:nvPr/>
        </p:nvSpPr>
        <p:spPr>
          <a:xfrm>
            <a:off x="3595097" y="918287"/>
            <a:ext cx="5927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09" y="0"/>
                </a:moveTo>
                <a:lnTo>
                  <a:pt x="4765" y="0"/>
                </a:lnTo>
                <a:lnTo>
                  <a:pt x="6531" y="0"/>
                </a:lnTo>
                <a:lnTo>
                  <a:pt x="8321" y="0"/>
                </a:lnTo>
                <a:lnTo>
                  <a:pt x="8321" y="1785"/>
                </a:lnTo>
                <a:lnTo>
                  <a:pt x="8321" y="3580"/>
                </a:lnTo>
                <a:lnTo>
                  <a:pt x="8321" y="5400"/>
                </a:lnTo>
                <a:lnTo>
                  <a:pt x="9813" y="6399"/>
                </a:lnTo>
                <a:lnTo>
                  <a:pt x="10916" y="7098"/>
                </a:lnTo>
                <a:lnTo>
                  <a:pt x="11949" y="7690"/>
                </a:lnTo>
                <a:lnTo>
                  <a:pt x="13245" y="8354"/>
                </a:lnTo>
                <a:lnTo>
                  <a:pt x="15125" y="9283"/>
                </a:lnTo>
                <a:lnTo>
                  <a:pt x="16950" y="10309"/>
                </a:lnTo>
                <a:lnTo>
                  <a:pt x="18201" y="11040"/>
                </a:lnTo>
                <a:lnTo>
                  <a:pt x="19183" y="11680"/>
                </a:lnTo>
                <a:lnTo>
                  <a:pt x="20214" y="12433"/>
                </a:lnTo>
                <a:lnTo>
                  <a:pt x="21600" y="13500"/>
                </a:lnTo>
                <a:lnTo>
                  <a:pt x="21340" y="15752"/>
                </a:lnTo>
                <a:lnTo>
                  <a:pt x="21071" y="17299"/>
                </a:lnTo>
                <a:lnTo>
                  <a:pt x="20668" y="18530"/>
                </a:lnTo>
                <a:lnTo>
                  <a:pt x="20001" y="19834"/>
                </a:lnTo>
                <a:lnTo>
                  <a:pt x="18944" y="21600"/>
                </a:lnTo>
                <a:lnTo>
                  <a:pt x="17383" y="21370"/>
                </a:lnTo>
                <a:lnTo>
                  <a:pt x="15821" y="21136"/>
                </a:lnTo>
                <a:lnTo>
                  <a:pt x="14262" y="20898"/>
                </a:lnTo>
                <a:lnTo>
                  <a:pt x="12700" y="20660"/>
                </a:lnTo>
                <a:lnTo>
                  <a:pt x="11141" y="20417"/>
                </a:lnTo>
                <a:lnTo>
                  <a:pt x="10496" y="20320"/>
                </a:lnTo>
                <a:lnTo>
                  <a:pt x="9359" y="20147"/>
                </a:lnTo>
                <a:lnTo>
                  <a:pt x="6754" y="19753"/>
                </a:lnTo>
                <a:lnTo>
                  <a:pt x="4547" y="19219"/>
                </a:lnTo>
                <a:lnTo>
                  <a:pt x="3145" y="18670"/>
                </a:lnTo>
                <a:lnTo>
                  <a:pt x="1947" y="17774"/>
                </a:lnTo>
                <a:lnTo>
                  <a:pt x="353" y="16200"/>
                </a:lnTo>
                <a:lnTo>
                  <a:pt x="149" y="14340"/>
                </a:lnTo>
                <a:lnTo>
                  <a:pt x="48" y="13017"/>
                </a:lnTo>
                <a:lnTo>
                  <a:pt x="13" y="11596"/>
                </a:lnTo>
                <a:lnTo>
                  <a:pt x="21" y="9450"/>
                </a:lnTo>
                <a:lnTo>
                  <a:pt x="11" y="7649"/>
                </a:lnTo>
                <a:lnTo>
                  <a:pt x="0" y="5821"/>
                </a:lnTo>
                <a:lnTo>
                  <a:pt x="247" y="3974"/>
                </a:lnTo>
                <a:lnTo>
                  <a:pt x="640" y="2751"/>
                </a:lnTo>
                <a:lnTo>
                  <a:pt x="1469" y="1609"/>
                </a:lnTo>
                <a:lnTo>
                  <a:pt x="3009" y="0"/>
                </a:lnTo>
                <a:close/>
              </a:path>
            </a:pathLst>
          </a:custGeom>
          <a:solidFill>
            <a:srgbClr val="E1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1" name="contour_07039"/>
          <p:cNvSpPr/>
          <p:nvPr/>
        </p:nvSpPr>
        <p:spPr>
          <a:xfrm>
            <a:off x="7932421" y="6253097"/>
            <a:ext cx="1311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20809" y="6986"/>
                </a:lnTo>
                <a:lnTo>
                  <a:pt x="20033" y="7724"/>
                </a:lnTo>
                <a:lnTo>
                  <a:pt x="19262" y="8396"/>
                </a:lnTo>
                <a:lnTo>
                  <a:pt x="18487" y="9016"/>
                </a:lnTo>
                <a:lnTo>
                  <a:pt x="17694" y="9597"/>
                </a:lnTo>
                <a:lnTo>
                  <a:pt x="16874" y="10149"/>
                </a:lnTo>
                <a:lnTo>
                  <a:pt x="16153" y="10652"/>
                </a:lnTo>
                <a:lnTo>
                  <a:pt x="15422" y="11161"/>
                </a:lnTo>
                <a:lnTo>
                  <a:pt x="14653" y="11689"/>
                </a:lnTo>
                <a:lnTo>
                  <a:pt x="13883" y="12213"/>
                </a:lnTo>
                <a:lnTo>
                  <a:pt x="13112" y="12732"/>
                </a:lnTo>
                <a:lnTo>
                  <a:pt x="12342" y="13247"/>
                </a:lnTo>
                <a:lnTo>
                  <a:pt x="11570" y="13759"/>
                </a:lnTo>
                <a:lnTo>
                  <a:pt x="10800" y="14271"/>
                </a:lnTo>
                <a:lnTo>
                  <a:pt x="10020" y="14805"/>
                </a:lnTo>
                <a:lnTo>
                  <a:pt x="9239" y="15342"/>
                </a:lnTo>
                <a:lnTo>
                  <a:pt x="8458" y="15879"/>
                </a:lnTo>
                <a:lnTo>
                  <a:pt x="7678" y="16416"/>
                </a:lnTo>
                <a:lnTo>
                  <a:pt x="6911" y="16944"/>
                </a:lnTo>
                <a:lnTo>
                  <a:pt x="6144" y="17468"/>
                </a:lnTo>
                <a:lnTo>
                  <a:pt x="5376" y="17990"/>
                </a:lnTo>
                <a:lnTo>
                  <a:pt x="4609" y="18511"/>
                </a:lnTo>
                <a:lnTo>
                  <a:pt x="3841" y="19030"/>
                </a:lnTo>
                <a:lnTo>
                  <a:pt x="3073" y="19545"/>
                </a:lnTo>
                <a:lnTo>
                  <a:pt x="2305" y="20060"/>
                </a:lnTo>
                <a:lnTo>
                  <a:pt x="1537" y="20576"/>
                </a:lnTo>
                <a:lnTo>
                  <a:pt x="768" y="21088"/>
                </a:lnTo>
                <a:lnTo>
                  <a:pt x="0" y="21600"/>
                </a:lnTo>
                <a:lnTo>
                  <a:pt x="0" y="19767"/>
                </a:lnTo>
                <a:lnTo>
                  <a:pt x="0" y="17928"/>
                </a:lnTo>
                <a:lnTo>
                  <a:pt x="0" y="16083"/>
                </a:lnTo>
                <a:lnTo>
                  <a:pt x="0" y="14222"/>
                </a:lnTo>
                <a:lnTo>
                  <a:pt x="0" y="12343"/>
                </a:lnTo>
                <a:lnTo>
                  <a:pt x="848" y="12343"/>
                </a:lnTo>
                <a:lnTo>
                  <a:pt x="1698" y="12343"/>
                </a:lnTo>
                <a:lnTo>
                  <a:pt x="2550" y="12343"/>
                </a:lnTo>
                <a:lnTo>
                  <a:pt x="3406" y="12343"/>
                </a:lnTo>
                <a:lnTo>
                  <a:pt x="4265" y="12343"/>
                </a:lnTo>
                <a:lnTo>
                  <a:pt x="5129" y="12343"/>
                </a:lnTo>
                <a:lnTo>
                  <a:pt x="6000" y="12343"/>
                </a:lnTo>
                <a:lnTo>
                  <a:pt x="6000" y="10303"/>
                </a:lnTo>
                <a:lnTo>
                  <a:pt x="6000" y="8251"/>
                </a:lnTo>
                <a:lnTo>
                  <a:pt x="6000" y="6171"/>
                </a:lnTo>
                <a:lnTo>
                  <a:pt x="6704" y="5428"/>
                </a:lnTo>
                <a:lnTo>
                  <a:pt x="7230" y="4977"/>
                </a:lnTo>
                <a:lnTo>
                  <a:pt x="7843" y="4635"/>
                </a:lnTo>
                <a:lnTo>
                  <a:pt x="8803" y="4218"/>
                </a:lnTo>
                <a:lnTo>
                  <a:pt x="9389" y="3959"/>
                </a:lnTo>
                <a:lnTo>
                  <a:pt x="9977" y="3700"/>
                </a:lnTo>
                <a:lnTo>
                  <a:pt x="10574" y="3434"/>
                </a:lnTo>
                <a:lnTo>
                  <a:pt x="11195" y="3194"/>
                </a:lnTo>
                <a:lnTo>
                  <a:pt x="11818" y="2947"/>
                </a:lnTo>
                <a:lnTo>
                  <a:pt x="12450" y="2700"/>
                </a:lnTo>
                <a:lnTo>
                  <a:pt x="12721" y="2583"/>
                </a:lnTo>
                <a:lnTo>
                  <a:pt x="13200" y="2373"/>
                </a:lnTo>
                <a:lnTo>
                  <a:pt x="14297" y="1892"/>
                </a:lnTo>
                <a:lnTo>
                  <a:pt x="15118" y="1549"/>
                </a:lnTo>
                <a:lnTo>
                  <a:pt x="15929" y="1228"/>
                </a:lnTo>
                <a:lnTo>
                  <a:pt x="16733" y="932"/>
                </a:lnTo>
                <a:lnTo>
                  <a:pt x="17533" y="670"/>
                </a:lnTo>
                <a:lnTo>
                  <a:pt x="18334" y="441"/>
                </a:lnTo>
                <a:lnTo>
                  <a:pt x="19138" y="256"/>
                </a:lnTo>
                <a:lnTo>
                  <a:pt x="19948" y="117"/>
                </a:lnTo>
                <a:lnTo>
                  <a:pt x="20767" y="31"/>
                </a:lnTo>
                <a:lnTo>
                  <a:pt x="21600" y="0"/>
                </a:lnTo>
                <a:close/>
              </a:path>
            </a:pathLst>
          </a:custGeom>
          <a:solidFill>
            <a:srgbClr val="F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2" name="contour_07040"/>
          <p:cNvSpPr/>
          <p:nvPr/>
        </p:nvSpPr>
        <p:spPr>
          <a:xfrm>
            <a:off x="4514353" y="6100049"/>
            <a:ext cx="80168" cy="691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253" y="1631"/>
                </a:lnTo>
                <a:lnTo>
                  <a:pt x="20754" y="3082"/>
                </a:lnTo>
                <a:lnTo>
                  <a:pt x="21142" y="4459"/>
                </a:lnTo>
                <a:lnTo>
                  <a:pt x="21413" y="5853"/>
                </a:lnTo>
                <a:lnTo>
                  <a:pt x="21567" y="7366"/>
                </a:lnTo>
                <a:lnTo>
                  <a:pt x="21600" y="9100"/>
                </a:lnTo>
                <a:lnTo>
                  <a:pt x="20962" y="10660"/>
                </a:lnTo>
                <a:lnTo>
                  <a:pt x="20282" y="12121"/>
                </a:lnTo>
                <a:lnTo>
                  <a:pt x="19552" y="13495"/>
                </a:lnTo>
                <a:lnTo>
                  <a:pt x="18766" y="14791"/>
                </a:lnTo>
                <a:lnTo>
                  <a:pt x="17916" y="16022"/>
                </a:lnTo>
                <a:lnTo>
                  <a:pt x="16997" y="17194"/>
                </a:lnTo>
                <a:lnTo>
                  <a:pt x="16000" y="18320"/>
                </a:lnTo>
                <a:lnTo>
                  <a:pt x="14918" y="19409"/>
                </a:lnTo>
                <a:lnTo>
                  <a:pt x="13745" y="20474"/>
                </a:lnTo>
                <a:lnTo>
                  <a:pt x="12396" y="20865"/>
                </a:lnTo>
                <a:lnTo>
                  <a:pt x="11073" y="21184"/>
                </a:lnTo>
                <a:lnTo>
                  <a:pt x="9765" y="21420"/>
                </a:lnTo>
                <a:lnTo>
                  <a:pt x="8471" y="21564"/>
                </a:lnTo>
                <a:lnTo>
                  <a:pt x="7183" y="21600"/>
                </a:lnTo>
                <a:lnTo>
                  <a:pt x="5893" y="21520"/>
                </a:lnTo>
                <a:lnTo>
                  <a:pt x="4599" y="21313"/>
                </a:lnTo>
                <a:lnTo>
                  <a:pt x="3291" y="20968"/>
                </a:lnTo>
                <a:lnTo>
                  <a:pt x="1964" y="20474"/>
                </a:lnTo>
                <a:lnTo>
                  <a:pt x="1312" y="18747"/>
                </a:lnTo>
                <a:lnTo>
                  <a:pt x="882" y="17530"/>
                </a:lnTo>
                <a:lnTo>
                  <a:pt x="583" y="16493"/>
                </a:lnTo>
                <a:lnTo>
                  <a:pt x="322" y="15308"/>
                </a:lnTo>
                <a:lnTo>
                  <a:pt x="0" y="13649"/>
                </a:lnTo>
                <a:lnTo>
                  <a:pt x="1255" y="13617"/>
                </a:lnTo>
                <a:lnTo>
                  <a:pt x="2517" y="13586"/>
                </a:lnTo>
                <a:lnTo>
                  <a:pt x="3798" y="13551"/>
                </a:lnTo>
                <a:lnTo>
                  <a:pt x="6511" y="13399"/>
                </a:lnTo>
                <a:lnTo>
                  <a:pt x="8707" y="13265"/>
                </a:lnTo>
                <a:lnTo>
                  <a:pt x="10470" y="13140"/>
                </a:lnTo>
                <a:lnTo>
                  <a:pt x="11884" y="13010"/>
                </a:lnTo>
                <a:lnTo>
                  <a:pt x="13029" y="12860"/>
                </a:lnTo>
                <a:lnTo>
                  <a:pt x="13993" y="12678"/>
                </a:lnTo>
                <a:lnTo>
                  <a:pt x="14855" y="12453"/>
                </a:lnTo>
                <a:lnTo>
                  <a:pt x="15699" y="12168"/>
                </a:lnTo>
                <a:lnTo>
                  <a:pt x="16612" y="11813"/>
                </a:lnTo>
                <a:lnTo>
                  <a:pt x="17673" y="11374"/>
                </a:lnTo>
                <a:lnTo>
                  <a:pt x="18413" y="9998"/>
                </a:lnTo>
                <a:lnTo>
                  <a:pt x="18973" y="8651"/>
                </a:lnTo>
                <a:lnTo>
                  <a:pt x="19369" y="7311"/>
                </a:lnTo>
                <a:lnTo>
                  <a:pt x="19627" y="5958"/>
                </a:lnTo>
                <a:lnTo>
                  <a:pt x="19760" y="4573"/>
                </a:lnTo>
                <a:lnTo>
                  <a:pt x="19793" y="3130"/>
                </a:lnTo>
                <a:lnTo>
                  <a:pt x="19744" y="1613"/>
                </a:lnTo>
                <a:lnTo>
                  <a:pt x="19636" y="0"/>
                </a:lnTo>
                <a:close/>
              </a:path>
            </a:pathLst>
          </a:custGeom>
          <a:solidFill>
            <a:srgbClr val="987F46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3" name="contour_07041"/>
          <p:cNvSpPr/>
          <p:nvPr/>
        </p:nvSpPr>
        <p:spPr>
          <a:xfrm>
            <a:off x="4732993" y="6056321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8" y="655"/>
                </a:lnTo>
                <a:lnTo>
                  <a:pt x="3094" y="1314"/>
                </a:lnTo>
                <a:lnTo>
                  <a:pt x="4637" y="1984"/>
                </a:lnTo>
                <a:lnTo>
                  <a:pt x="6180" y="2660"/>
                </a:lnTo>
                <a:lnTo>
                  <a:pt x="7721" y="3341"/>
                </a:lnTo>
                <a:lnTo>
                  <a:pt x="9259" y="4028"/>
                </a:lnTo>
                <a:lnTo>
                  <a:pt x="10800" y="4723"/>
                </a:lnTo>
                <a:lnTo>
                  <a:pt x="12350" y="5364"/>
                </a:lnTo>
                <a:lnTo>
                  <a:pt x="13922" y="6012"/>
                </a:lnTo>
                <a:lnTo>
                  <a:pt x="14657" y="6354"/>
                </a:lnTo>
                <a:lnTo>
                  <a:pt x="16874" y="7384"/>
                </a:lnTo>
                <a:lnTo>
                  <a:pt x="18235" y="7978"/>
                </a:lnTo>
                <a:lnTo>
                  <a:pt x="19618" y="8582"/>
                </a:lnTo>
                <a:lnTo>
                  <a:pt x="20602" y="9684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9956" y="21326"/>
                </a:lnTo>
                <a:lnTo>
                  <a:pt x="18310" y="21053"/>
                </a:lnTo>
                <a:lnTo>
                  <a:pt x="16663" y="20776"/>
                </a:lnTo>
                <a:lnTo>
                  <a:pt x="15014" y="20502"/>
                </a:lnTo>
                <a:lnTo>
                  <a:pt x="13363" y="20228"/>
                </a:lnTo>
                <a:lnTo>
                  <a:pt x="11710" y="19951"/>
                </a:lnTo>
                <a:lnTo>
                  <a:pt x="10051" y="19674"/>
                </a:lnTo>
                <a:lnTo>
                  <a:pt x="8390" y="19397"/>
                </a:lnTo>
                <a:lnTo>
                  <a:pt x="6725" y="19120"/>
                </a:lnTo>
                <a:lnTo>
                  <a:pt x="5052" y="18842"/>
                </a:lnTo>
                <a:lnTo>
                  <a:pt x="3374" y="18562"/>
                </a:lnTo>
                <a:lnTo>
                  <a:pt x="1692" y="18281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393529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4" name="contour_07042"/>
          <p:cNvSpPr/>
          <p:nvPr/>
        </p:nvSpPr>
        <p:spPr>
          <a:xfrm>
            <a:off x="8457157" y="6012593"/>
            <a:ext cx="65592" cy="65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04" y="1721"/>
                </a:lnTo>
                <a:lnTo>
                  <a:pt x="21362" y="3368"/>
                </a:lnTo>
                <a:lnTo>
                  <a:pt x="21158" y="4951"/>
                </a:lnTo>
                <a:lnTo>
                  <a:pt x="20878" y="6473"/>
                </a:lnTo>
                <a:lnTo>
                  <a:pt x="20501" y="7948"/>
                </a:lnTo>
                <a:lnTo>
                  <a:pt x="20014" y="9382"/>
                </a:lnTo>
                <a:lnTo>
                  <a:pt x="19399" y="10783"/>
                </a:lnTo>
                <a:lnTo>
                  <a:pt x="18641" y="12160"/>
                </a:lnTo>
                <a:lnTo>
                  <a:pt x="17719" y="13523"/>
                </a:lnTo>
                <a:lnTo>
                  <a:pt x="16622" y="14876"/>
                </a:lnTo>
                <a:lnTo>
                  <a:pt x="15127" y="16112"/>
                </a:lnTo>
                <a:lnTo>
                  <a:pt x="13718" y="17230"/>
                </a:lnTo>
                <a:lnTo>
                  <a:pt x="12367" y="18232"/>
                </a:lnTo>
                <a:lnTo>
                  <a:pt x="11040" y="19112"/>
                </a:lnTo>
                <a:lnTo>
                  <a:pt x="9710" y="19867"/>
                </a:lnTo>
                <a:lnTo>
                  <a:pt x="8350" y="20488"/>
                </a:lnTo>
                <a:lnTo>
                  <a:pt x="6924" y="20978"/>
                </a:lnTo>
                <a:lnTo>
                  <a:pt x="5405" y="21330"/>
                </a:lnTo>
                <a:lnTo>
                  <a:pt x="3766" y="21538"/>
                </a:lnTo>
                <a:lnTo>
                  <a:pt x="1973" y="21600"/>
                </a:lnTo>
                <a:lnTo>
                  <a:pt x="0" y="21514"/>
                </a:lnTo>
                <a:lnTo>
                  <a:pt x="648" y="19984"/>
                </a:lnTo>
                <a:lnTo>
                  <a:pt x="1361" y="18406"/>
                </a:lnTo>
                <a:lnTo>
                  <a:pt x="2141" y="16795"/>
                </a:lnTo>
                <a:lnTo>
                  <a:pt x="2988" y="15170"/>
                </a:lnTo>
                <a:lnTo>
                  <a:pt x="3900" y="13544"/>
                </a:lnTo>
                <a:lnTo>
                  <a:pt x="4879" y="11938"/>
                </a:lnTo>
                <a:lnTo>
                  <a:pt x="5923" y="10363"/>
                </a:lnTo>
                <a:lnTo>
                  <a:pt x="7032" y="8840"/>
                </a:lnTo>
                <a:lnTo>
                  <a:pt x="8203" y="7382"/>
                </a:lnTo>
                <a:lnTo>
                  <a:pt x="9442" y="6010"/>
                </a:lnTo>
                <a:lnTo>
                  <a:pt x="10742" y="4735"/>
                </a:lnTo>
                <a:lnTo>
                  <a:pt x="12106" y="3578"/>
                </a:lnTo>
                <a:lnTo>
                  <a:pt x="13534" y="2553"/>
                </a:lnTo>
                <a:lnTo>
                  <a:pt x="15022" y="1678"/>
                </a:lnTo>
                <a:lnTo>
                  <a:pt x="16574" y="968"/>
                </a:lnTo>
                <a:lnTo>
                  <a:pt x="18190" y="442"/>
                </a:lnTo>
                <a:lnTo>
                  <a:pt x="19865" y="112"/>
                </a:lnTo>
                <a:lnTo>
                  <a:pt x="21600" y="0"/>
                </a:lnTo>
                <a:close/>
              </a:path>
            </a:pathLst>
          </a:custGeom>
          <a:solidFill>
            <a:srgbClr val="BB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5" name="contour_07043"/>
          <p:cNvSpPr/>
          <p:nvPr/>
        </p:nvSpPr>
        <p:spPr>
          <a:xfrm>
            <a:off x="6853799" y="5998017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20" y="1043"/>
                </a:lnTo>
                <a:lnTo>
                  <a:pt x="9742" y="2065"/>
                </a:lnTo>
                <a:lnTo>
                  <a:pt x="11337" y="3078"/>
                </a:lnTo>
                <a:lnTo>
                  <a:pt x="12812" y="4098"/>
                </a:lnTo>
                <a:lnTo>
                  <a:pt x="14167" y="5134"/>
                </a:lnTo>
                <a:lnTo>
                  <a:pt x="15398" y="6201"/>
                </a:lnTo>
                <a:lnTo>
                  <a:pt x="16515" y="7314"/>
                </a:lnTo>
                <a:lnTo>
                  <a:pt x="17515" y="8484"/>
                </a:lnTo>
                <a:lnTo>
                  <a:pt x="18400" y="9726"/>
                </a:lnTo>
                <a:lnTo>
                  <a:pt x="19172" y="11051"/>
                </a:lnTo>
                <a:lnTo>
                  <a:pt x="19832" y="12472"/>
                </a:lnTo>
                <a:lnTo>
                  <a:pt x="20384" y="14005"/>
                </a:lnTo>
                <a:lnTo>
                  <a:pt x="20829" y="15660"/>
                </a:lnTo>
                <a:lnTo>
                  <a:pt x="21054" y="17144"/>
                </a:lnTo>
                <a:lnTo>
                  <a:pt x="21261" y="18628"/>
                </a:lnTo>
                <a:lnTo>
                  <a:pt x="21443" y="20114"/>
                </a:lnTo>
                <a:lnTo>
                  <a:pt x="21600" y="21600"/>
                </a:lnTo>
                <a:lnTo>
                  <a:pt x="19320" y="21362"/>
                </a:lnTo>
                <a:lnTo>
                  <a:pt x="17203" y="21095"/>
                </a:lnTo>
                <a:lnTo>
                  <a:pt x="15228" y="20779"/>
                </a:lnTo>
                <a:lnTo>
                  <a:pt x="13370" y="20395"/>
                </a:lnTo>
                <a:lnTo>
                  <a:pt x="11608" y="19926"/>
                </a:lnTo>
                <a:lnTo>
                  <a:pt x="9921" y="19354"/>
                </a:lnTo>
                <a:lnTo>
                  <a:pt x="8285" y="18660"/>
                </a:lnTo>
                <a:lnTo>
                  <a:pt x="6681" y="17824"/>
                </a:lnTo>
                <a:lnTo>
                  <a:pt x="5082" y="16831"/>
                </a:lnTo>
                <a:lnTo>
                  <a:pt x="3471" y="15660"/>
                </a:lnTo>
                <a:lnTo>
                  <a:pt x="2151" y="14293"/>
                </a:lnTo>
                <a:lnTo>
                  <a:pt x="1348" y="13332"/>
                </a:lnTo>
                <a:lnTo>
                  <a:pt x="741" y="12318"/>
                </a:lnTo>
                <a:lnTo>
                  <a:pt x="0" y="10800"/>
                </a:lnTo>
                <a:lnTo>
                  <a:pt x="460" y="9333"/>
                </a:lnTo>
                <a:lnTo>
                  <a:pt x="1021" y="7923"/>
                </a:lnTo>
                <a:lnTo>
                  <a:pt x="1676" y="6556"/>
                </a:lnTo>
                <a:lnTo>
                  <a:pt x="2419" y="5223"/>
                </a:lnTo>
                <a:lnTo>
                  <a:pt x="3249" y="3910"/>
                </a:lnTo>
                <a:lnTo>
                  <a:pt x="4153" y="2609"/>
                </a:lnTo>
                <a:lnTo>
                  <a:pt x="5128" y="1309"/>
                </a:lnTo>
                <a:lnTo>
                  <a:pt x="6171" y="0"/>
                </a:lnTo>
                <a:close/>
              </a:path>
            </a:pathLst>
          </a:custGeom>
          <a:solidFill>
            <a:srgbClr val="F6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6" name="contour_07044"/>
          <p:cNvSpPr/>
          <p:nvPr/>
        </p:nvSpPr>
        <p:spPr>
          <a:xfrm>
            <a:off x="1438821" y="5932425"/>
            <a:ext cx="6559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698" y="855"/>
                </a:lnTo>
                <a:lnTo>
                  <a:pt x="14998" y="1715"/>
                </a:lnTo>
                <a:lnTo>
                  <a:pt x="15300" y="2588"/>
                </a:lnTo>
                <a:lnTo>
                  <a:pt x="16207" y="4230"/>
                </a:lnTo>
                <a:lnTo>
                  <a:pt x="16925" y="5184"/>
                </a:lnTo>
                <a:lnTo>
                  <a:pt x="17830" y="5810"/>
                </a:lnTo>
                <a:lnTo>
                  <a:pt x="19294" y="6476"/>
                </a:lnTo>
                <a:lnTo>
                  <a:pt x="20438" y="6835"/>
                </a:lnTo>
                <a:lnTo>
                  <a:pt x="21600" y="7200"/>
                </a:lnTo>
                <a:lnTo>
                  <a:pt x="21034" y="8453"/>
                </a:lnTo>
                <a:lnTo>
                  <a:pt x="20467" y="9671"/>
                </a:lnTo>
                <a:lnTo>
                  <a:pt x="19889" y="10858"/>
                </a:lnTo>
                <a:lnTo>
                  <a:pt x="19286" y="12010"/>
                </a:lnTo>
                <a:lnTo>
                  <a:pt x="18650" y="13126"/>
                </a:lnTo>
                <a:lnTo>
                  <a:pt x="17969" y="14209"/>
                </a:lnTo>
                <a:lnTo>
                  <a:pt x="17232" y="15257"/>
                </a:lnTo>
                <a:lnTo>
                  <a:pt x="16428" y="16270"/>
                </a:lnTo>
                <a:lnTo>
                  <a:pt x="15547" y="17248"/>
                </a:lnTo>
                <a:lnTo>
                  <a:pt x="14578" y="18191"/>
                </a:lnTo>
                <a:lnTo>
                  <a:pt x="13510" y="19098"/>
                </a:lnTo>
                <a:lnTo>
                  <a:pt x="12331" y="19967"/>
                </a:lnTo>
                <a:lnTo>
                  <a:pt x="11033" y="20803"/>
                </a:lnTo>
                <a:lnTo>
                  <a:pt x="9600" y="21600"/>
                </a:lnTo>
                <a:lnTo>
                  <a:pt x="7860" y="21497"/>
                </a:lnTo>
                <a:lnTo>
                  <a:pt x="6259" y="21305"/>
                </a:lnTo>
                <a:lnTo>
                  <a:pt x="4735" y="21031"/>
                </a:lnTo>
                <a:lnTo>
                  <a:pt x="3228" y="20684"/>
                </a:lnTo>
                <a:lnTo>
                  <a:pt x="1670" y="20272"/>
                </a:lnTo>
                <a:lnTo>
                  <a:pt x="0" y="19800"/>
                </a:lnTo>
                <a:lnTo>
                  <a:pt x="840" y="19125"/>
                </a:lnTo>
                <a:lnTo>
                  <a:pt x="1685" y="18443"/>
                </a:lnTo>
                <a:lnTo>
                  <a:pt x="2542" y="17753"/>
                </a:lnTo>
                <a:lnTo>
                  <a:pt x="3773" y="16720"/>
                </a:lnTo>
                <a:lnTo>
                  <a:pt x="4954" y="15709"/>
                </a:lnTo>
                <a:lnTo>
                  <a:pt x="6079" y="14711"/>
                </a:lnTo>
                <a:lnTo>
                  <a:pt x="7150" y="13725"/>
                </a:lnTo>
                <a:lnTo>
                  <a:pt x="8158" y="12739"/>
                </a:lnTo>
                <a:lnTo>
                  <a:pt x="9103" y="11747"/>
                </a:lnTo>
                <a:lnTo>
                  <a:pt x="9982" y="10742"/>
                </a:lnTo>
                <a:lnTo>
                  <a:pt x="10793" y="9718"/>
                </a:lnTo>
                <a:lnTo>
                  <a:pt x="11530" y="8667"/>
                </a:lnTo>
                <a:lnTo>
                  <a:pt x="12190" y="7585"/>
                </a:lnTo>
                <a:lnTo>
                  <a:pt x="12773" y="6460"/>
                </a:lnTo>
                <a:lnTo>
                  <a:pt x="13274" y="5290"/>
                </a:lnTo>
                <a:lnTo>
                  <a:pt x="13690" y="4066"/>
                </a:lnTo>
                <a:lnTo>
                  <a:pt x="14018" y="2781"/>
                </a:lnTo>
                <a:lnTo>
                  <a:pt x="14256" y="1427"/>
                </a:lnTo>
                <a:lnTo>
                  <a:pt x="14400" y="0"/>
                </a:lnTo>
                <a:close/>
              </a:path>
            </a:pathLst>
          </a:custGeom>
          <a:solidFill>
            <a:srgbClr val="7C6636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7" name="contour_07045"/>
          <p:cNvSpPr/>
          <p:nvPr/>
        </p:nvSpPr>
        <p:spPr>
          <a:xfrm>
            <a:off x="3769666" y="5945791"/>
            <a:ext cx="74192" cy="522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2" y="500"/>
                </a:moveTo>
                <a:lnTo>
                  <a:pt x="1916" y="292"/>
                </a:lnTo>
                <a:lnTo>
                  <a:pt x="3433" y="130"/>
                </a:lnTo>
                <a:lnTo>
                  <a:pt x="4940" y="30"/>
                </a:lnTo>
                <a:lnTo>
                  <a:pt x="6442" y="0"/>
                </a:lnTo>
                <a:lnTo>
                  <a:pt x="7948" y="60"/>
                </a:lnTo>
                <a:lnTo>
                  <a:pt x="9461" y="223"/>
                </a:lnTo>
                <a:lnTo>
                  <a:pt x="10991" y="500"/>
                </a:lnTo>
                <a:lnTo>
                  <a:pt x="12005" y="2270"/>
                </a:lnTo>
                <a:lnTo>
                  <a:pt x="12739" y="3599"/>
                </a:lnTo>
                <a:lnTo>
                  <a:pt x="13312" y="4738"/>
                </a:lnTo>
                <a:lnTo>
                  <a:pt x="13841" y="5944"/>
                </a:lnTo>
                <a:lnTo>
                  <a:pt x="14441" y="7460"/>
                </a:lnTo>
                <a:lnTo>
                  <a:pt x="15235" y="9543"/>
                </a:lnTo>
                <a:lnTo>
                  <a:pt x="16251" y="10682"/>
                </a:lnTo>
                <a:lnTo>
                  <a:pt x="17280" y="11737"/>
                </a:lnTo>
                <a:lnTo>
                  <a:pt x="18326" y="12732"/>
                </a:lnTo>
                <a:lnTo>
                  <a:pt x="19389" y="13688"/>
                </a:lnTo>
                <a:lnTo>
                  <a:pt x="20480" y="14628"/>
                </a:lnTo>
                <a:lnTo>
                  <a:pt x="21600" y="15572"/>
                </a:lnTo>
                <a:lnTo>
                  <a:pt x="20214" y="16524"/>
                </a:lnTo>
                <a:lnTo>
                  <a:pt x="18842" y="17425"/>
                </a:lnTo>
                <a:lnTo>
                  <a:pt x="17473" y="18263"/>
                </a:lnTo>
                <a:lnTo>
                  <a:pt x="16100" y="19032"/>
                </a:lnTo>
                <a:lnTo>
                  <a:pt x="14715" y="19725"/>
                </a:lnTo>
                <a:lnTo>
                  <a:pt x="13308" y="20337"/>
                </a:lnTo>
                <a:lnTo>
                  <a:pt x="11872" y="20858"/>
                </a:lnTo>
                <a:lnTo>
                  <a:pt x="10395" y="21280"/>
                </a:lnTo>
                <a:lnTo>
                  <a:pt x="8869" y="21600"/>
                </a:lnTo>
                <a:lnTo>
                  <a:pt x="7458" y="20485"/>
                </a:lnTo>
                <a:lnTo>
                  <a:pt x="6185" y="19273"/>
                </a:lnTo>
                <a:lnTo>
                  <a:pt x="5031" y="17959"/>
                </a:lnTo>
                <a:lnTo>
                  <a:pt x="3976" y="16530"/>
                </a:lnTo>
                <a:lnTo>
                  <a:pt x="3002" y="14981"/>
                </a:lnTo>
                <a:lnTo>
                  <a:pt x="2092" y="13308"/>
                </a:lnTo>
                <a:lnTo>
                  <a:pt x="1224" y="11496"/>
                </a:lnTo>
                <a:lnTo>
                  <a:pt x="382" y="9543"/>
                </a:lnTo>
                <a:lnTo>
                  <a:pt x="127" y="6939"/>
                </a:lnTo>
                <a:lnTo>
                  <a:pt x="0" y="5166"/>
                </a:lnTo>
                <a:lnTo>
                  <a:pt x="0" y="3792"/>
                </a:lnTo>
                <a:lnTo>
                  <a:pt x="127" y="2381"/>
                </a:lnTo>
                <a:lnTo>
                  <a:pt x="382" y="500"/>
                </a:lnTo>
                <a:close/>
              </a:path>
            </a:pathLst>
          </a:custGeom>
          <a:solidFill>
            <a:srgbClr val="E1E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8" name="contour_07046"/>
          <p:cNvSpPr/>
          <p:nvPr/>
        </p:nvSpPr>
        <p:spPr>
          <a:xfrm>
            <a:off x="4383170" y="5925633"/>
            <a:ext cx="87456" cy="57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38"/>
                </a:moveTo>
                <a:lnTo>
                  <a:pt x="19699" y="4983"/>
                </a:lnTo>
                <a:lnTo>
                  <a:pt x="18185" y="6887"/>
                </a:lnTo>
                <a:lnTo>
                  <a:pt x="16976" y="8311"/>
                </a:lnTo>
                <a:lnTo>
                  <a:pt x="15984" y="9327"/>
                </a:lnTo>
                <a:lnTo>
                  <a:pt x="15127" y="9997"/>
                </a:lnTo>
                <a:lnTo>
                  <a:pt x="14321" y="10386"/>
                </a:lnTo>
                <a:lnTo>
                  <a:pt x="13480" y="10563"/>
                </a:lnTo>
                <a:lnTo>
                  <a:pt x="12523" y="10590"/>
                </a:lnTo>
                <a:lnTo>
                  <a:pt x="11362" y="10539"/>
                </a:lnTo>
                <a:lnTo>
                  <a:pt x="10775" y="10579"/>
                </a:lnTo>
                <a:lnTo>
                  <a:pt x="9000" y="10707"/>
                </a:lnTo>
                <a:lnTo>
                  <a:pt x="8617" y="12396"/>
                </a:lnTo>
                <a:lnTo>
                  <a:pt x="8318" y="14060"/>
                </a:lnTo>
                <a:lnTo>
                  <a:pt x="8086" y="15734"/>
                </a:lnTo>
                <a:lnTo>
                  <a:pt x="7904" y="17444"/>
                </a:lnTo>
                <a:lnTo>
                  <a:pt x="7756" y="19217"/>
                </a:lnTo>
                <a:lnTo>
                  <a:pt x="7481" y="20399"/>
                </a:lnTo>
                <a:lnTo>
                  <a:pt x="7200" y="21600"/>
                </a:lnTo>
                <a:lnTo>
                  <a:pt x="6010" y="21600"/>
                </a:lnTo>
                <a:lnTo>
                  <a:pt x="4813" y="21600"/>
                </a:lnTo>
                <a:lnTo>
                  <a:pt x="3600" y="21600"/>
                </a:lnTo>
                <a:lnTo>
                  <a:pt x="3037" y="19819"/>
                </a:lnTo>
                <a:lnTo>
                  <a:pt x="2650" y="18504"/>
                </a:lnTo>
                <a:lnTo>
                  <a:pt x="2342" y="17262"/>
                </a:lnTo>
                <a:lnTo>
                  <a:pt x="2016" y="15702"/>
                </a:lnTo>
                <a:lnTo>
                  <a:pt x="1575" y="13431"/>
                </a:lnTo>
                <a:lnTo>
                  <a:pt x="1273" y="11911"/>
                </a:lnTo>
                <a:lnTo>
                  <a:pt x="968" y="10383"/>
                </a:lnTo>
                <a:lnTo>
                  <a:pt x="661" y="8834"/>
                </a:lnTo>
                <a:lnTo>
                  <a:pt x="333" y="7061"/>
                </a:lnTo>
                <a:lnTo>
                  <a:pt x="0" y="5261"/>
                </a:lnTo>
                <a:lnTo>
                  <a:pt x="1253" y="4836"/>
                </a:lnTo>
                <a:lnTo>
                  <a:pt x="2506" y="4420"/>
                </a:lnTo>
                <a:lnTo>
                  <a:pt x="3758" y="4003"/>
                </a:lnTo>
                <a:lnTo>
                  <a:pt x="5011" y="3592"/>
                </a:lnTo>
                <a:lnTo>
                  <a:pt x="6266" y="3181"/>
                </a:lnTo>
                <a:lnTo>
                  <a:pt x="7520" y="2775"/>
                </a:lnTo>
                <a:lnTo>
                  <a:pt x="8775" y="2369"/>
                </a:lnTo>
                <a:lnTo>
                  <a:pt x="9605" y="2086"/>
                </a:lnTo>
                <a:lnTo>
                  <a:pt x="10438" y="1800"/>
                </a:lnTo>
                <a:lnTo>
                  <a:pt x="11286" y="1511"/>
                </a:lnTo>
                <a:lnTo>
                  <a:pt x="12488" y="1130"/>
                </a:lnTo>
                <a:lnTo>
                  <a:pt x="13711" y="741"/>
                </a:lnTo>
                <a:lnTo>
                  <a:pt x="14265" y="558"/>
                </a:lnTo>
                <a:lnTo>
                  <a:pt x="15939" y="5"/>
                </a:lnTo>
                <a:lnTo>
                  <a:pt x="17262" y="0"/>
                </a:lnTo>
                <a:lnTo>
                  <a:pt x="18391" y="253"/>
                </a:lnTo>
                <a:lnTo>
                  <a:pt x="19422" y="762"/>
                </a:lnTo>
                <a:lnTo>
                  <a:pt x="20459" y="1525"/>
                </a:lnTo>
                <a:lnTo>
                  <a:pt x="21600" y="2538"/>
                </a:lnTo>
                <a:close/>
              </a:path>
            </a:pathLst>
          </a:custGeom>
          <a:solidFill>
            <a:srgbClr val="6B675D"/>
          </a:solidFill>
          <a:ln>
            <a:noFill/>
          </a:ln>
        </p:spPr>
        <p:txBody>
          <a:bodyPr/>
          <a:lstStyle/>
          <a:p/>
        </p:txBody>
      </p:sp>
      <p:sp>
        <p:nvSpPr>
          <p:cNvPr id="7049" name="contour_07047"/>
          <p:cNvSpPr/>
          <p:nvPr/>
        </p:nvSpPr>
        <p:spPr>
          <a:xfrm>
            <a:off x="2357108" y="5903273"/>
            <a:ext cx="65592" cy="668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432" y="1590"/>
                </a:lnTo>
                <a:lnTo>
                  <a:pt x="21257" y="3183"/>
                </a:lnTo>
                <a:lnTo>
                  <a:pt x="21077" y="4774"/>
                </a:lnTo>
                <a:lnTo>
                  <a:pt x="20890" y="6362"/>
                </a:lnTo>
                <a:lnTo>
                  <a:pt x="20700" y="7952"/>
                </a:lnTo>
                <a:lnTo>
                  <a:pt x="20532" y="9430"/>
                </a:lnTo>
                <a:lnTo>
                  <a:pt x="20364" y="10917"/>
                </a:lnTo>
                <a:lnTo>
                  <a:pt x="20194" y="12425"/>
                </a:lnTo>
                <a:lnTo>
                  <a:pt x="19730" y="14199"/>
                </a:lnTo>
                <a:lnTo>
                  <a:pt x="19246" y="15690"/>
                </a:lnTo>
                <a:lnTo>
                  <a:pt x="18682" y="16965"/>
                </a:lnTo>
                <a:lnTo>
                  <a:pt x="17974" y="18087"/>
                </a:lnTo>
                <a:lnTo>
                  <a:pt x="17066" y="19124"/>
                </a:lnTo>
                <a:lnTo>
                  <a:pt x="15895" y="20141"/>
                </a:lnTo>
                <a:lnTo>
                  <a:pt x="14400" y="21207"/>
                </a:lnTo>
                <a:lnTo>
                  <a:pt x="12602" y="21430"/>
                </a:lnTo>
                <a:lnTo>
                  <a:pt x="11314" y="21555"/>
                </a:lnTo>
                <a:lnTo>
                  <a:pt x="10174" y="21600"/>
                </a:lnTo>
                <a:lnTo>
                  <a:pt x="8822" y="21579"/>
                </a:lnTo>
                <a:lnTo>
                  <a:pt x="6900" y="21501"/>
                </a:lnTo>
                <a:lnTo>
                  <a:pt x="5604" y="21459"/>
                </a:lnTo>
                <a:lnTo>
                  <a:pt x="4301" y="21416"/>
                </a:lnTo>
                <a:lnTo>
                  <a:pt x="2981" y="21371"/>
                </a:lnTo>
                <a:lnTo>
                  <a:pt x="2239" y="21331"/>
                </a:lnTo>
                <a:lnTo>
                  <a:pt x="0" y="21207"/>
                </a:lnTo>
                <a:lnTo>
                  <a:pt x="1116" y="20768"/>
                </a:lnTo>
                <a:lnTo>
                  <a:pt x="2251" y="20323"/>
                </a:lnTo>
                <a:lnTo>
                  <a:pt x="3809" y="19307"/>
                </a:lnTo>
                <a:lnTo>
                  <a:pt x="4927" y="18296"/>
                </a:lnTo>
                <a:lnTo>
                  <a:pt x="5762" y="17177"/>
                </a:lnTo>
                <a:lnTo>
                  <a:pt x="6468" y="15829"/>
                </a:lnTo>
                <a:lnTo>
                  <a:pt x="7200" y="14138"/>
                </a:lnTo>
                <a:lnTo>
                  <a:pt x="8059" y="12300"/>
                </a:lnTo>
                <a:lnTo>
                  <a:pt x="8942" y="10881"/>
                </a:lnTo>
                <a:lnTo>
                  <a:pt x="9934" y="9769"/>
                </a:lnTo>
                <a:lnTo>
                  <a:pt x="11117" y="8841"/>
                </a:lnTo>
                <a:lnTo>
                  <a:pt x="12576" y="7978"/>
                </a:lnTo>
                <a:lnTo>
                  <a:pt x="14400" y="7069"/>
                </a:lnTo>
                <a:lnTo>
                  <a:pt x="14796" y="5853"/>
                </a:lnTo>
                <a:lnTo>
                  <a:pt x="15194" y="4628"/>
                </a:lnTo>
                <a:lnTo>
                  <a:pt x="15600" y="3388"/>
                </a:lnTo>
                <a:lnTo>
                  <a:pt x="15996" y="2269"/>
                </a:lnTo>
                <a:lnTo>
                  <a:pt x="16394" y="1143"/>
                </a:lnTo>
                <a:lnTo>
                  <a:pt x="16800" y="0"/>
                </a:lnTo>
                <a:close/>
              </a:path>
            </a:pathLst>
          </a:custGeom>
          <a:solidFill>
            <a:srgbClr val="9D89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0" name="contour_07048"/>
          <p:cNvSpPr/>
          <p:nvPr/>
        </p:nvSpPr>
        <p:spPr>
          <a:xfrm>
            <a:off x="4331600" y="5845268"/>
            <a:ext cx="73434" cy="36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56" y="4103"/>
                </a:moveTo>
                <a:lnTo>
                  <a:pt x="20342" y="6448"/>
                </a:lnTo>
                <a:lnTo>
                  <a:pt x="20860" y="8117"/>
                </a:lnTo>
                <a:lnTo>
                  <a:pt x="21214" y="9923"/>
                </a:lnTo>
                <a:lnTo>
                  <a:pt x="21600" y="12661"/>
                </a:lnTo>
                <a:lnTo>
                  <a:pt x="21141" y="15370"/>
                </a:lnTo>
                <a:lnTo>
                  <a:pt x="20764" y="17163"/>
                </a:lnTo>
                <a:lnTo>
                  <a:pt x="20271" y="18844"/>
                </a:lnTo>
                <a:lnTo>
                  <a:pt x="19456" y="21219"/>
                </a:lnTo>
                <a:lnTo>
                  <a:pt x="17949" y="21600"/>
                </a:lnTo>
                <a:lnTo>
                  <a:pt x="16800" y="21574"/>
                </a:lnTo>
                <a:lnTo>
                  <a:pt x="15027" y="21121"/>
                </a:lnTo>
                <a:lnTo>
                  <a:pt x="14376" y="20954"/>
                </a:lnTo>
                <a:lnTo>
                  <a:pt x="12410" y="20449"/>
                </a:lnTo>
                <a:lnTo>
                  <a:pt x="11053" y="20034"/>
                </a:lnTo>
                <a:lnTo>
                  <a:pt x="9677" y="19615"/>
                </a:lnTo>
                <a:lnTo>
                  <a:pt x="8307" y="19251"/>
                </a:lnTo>
                <a:lnTo>
                  <a:pt x="6916" y="18879"/>
                </a:lnTo>
                <a:lnTo>
                  <a:pt x="5565" y="18506"/>
                </a:lnTo>
                <a:lnTo>
                  <a:pt x="4212" y="18126"/>
                </a:lnTo>
                <a:lnTo>
                  <a:pt x="2862" y="17736"/>
                </a:lnTo>
                <a:lnTo>
                  <a:pt x="1513" y="17342"/>
                </a:lnTo>
                <a:lnTo>
                  <a:pt x="163" y="16940"/>
                </a:lnTo>
                <a:lnTo>
                  <a:pt x="56" y="13855"/>
                </a:lnTo>
                <a:lnTo>
                  <a:pt x="0" y="11643"/>
                </a:lnTo>
                <a:lnTo>
                  <a:pt x="0" y="9692"/>
                </a:lnTo>
                <a:lnTo>
                  <a:pt x="56" y="7385"/>
                </a:lnTo>
                <a:lnTo>
                  <a:pt x="163" y="4103"/>
                </a:lnTo>
                <a:lnTo>
                  <a:pt x="1616" y="2923"/>
                </a:lnTo>
                <a:lnTo>
                  <a:pt x="3083" y="1938"/>
                </a:lnTo>
                <a:lnTo>
                  <a:pt x="4558" y="1155"/>
                </a:lnTo>
                <a:lnTo>
                  <a:pt x="6041" y="573"/>
                </a:lnTo>
                <a:lnTo>
                  <a:pt x="7531" y="188"/>
                </a:lnTo>
                <a:lnTo>
                  <a:pt x="9025" y="0"/>
                </a:lnTo>
                <a:lnTo>
                  <a:pt x="10521" y="9"/>
                </a:lnTo>
                <a:lnTo>
                  <a:pt x="12020" y="210"/>
                </a:lnTo>
                <a:lnTo>
                  <a:pt x="13516" y="608"/>
                </a:lnTo>
                <a:lnTo>
                  <a:pt x="15010" y="1194"/>
                </a:lnTo>
                <a:lnTo>
                  <a:pt x="16498" y="1973"/>
                </a:lnTo>
                <a:lnTo>
                  <a:pt x="17981" y="2944"/>
                </a:lnTo>
                <a:lnTo>
                  <a:pt x="19456" y="4103"/>
                </a:lnTo>
                <a:close/>
              </a:path>
            </a:pathLst>
          </a:custGeom>
          <a:solidFill>
            <a:srgbClr val="D8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1" name="contour_07049"/>
          <p:cNvSpPr/>
          <p:nvPr/>
        </p:nvSpPr>
        <p:spPr>
          <a:xfrm>
            <a:off x="1548141" y="5771630"/>
            <a:ext cx="81480" cy="368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64" y="4"/>
                </a:moveTo>
                <a:lnTo>
                  <a:pt x="17960" y="60"/>
                </a:lnTo>
                <a:lnTo>
                  <a:pt x="19276" y="119"/>
                </a:lnTo>
                <a:lnTo>
                  <a:pt x="19767" y="154"/>
                </a:lnTo>
                <a:lnTo>
                  <a:pt x="21252" y="269"/>
                </a:lnTo>
                <a:lnTo>
                  <a:pt x="21484" y="3187"/>
                </a:lnTo>
                <a:lnTo>
                  <a:pt x="21600" y="5311"/>
                </a:lnTo>
                <a:lnTo>
                  <a:pt x="21600" y="7257"/>
                </a:lnTo>
                <a:lnTo>
                  <a:pt x="21484" y="9637"/>
                </a:lnTo>
                <a:lnTo>
                  <a:pt x="21252" y="13068"/>
                </a:lnTo>
                <a:lnTo>
                  <a:pt x="20286" y="15103"/>
                </a:lnTo>
                <a:lnTo>
                  <a:pt x="19295" y="16788"/>
                </a:lnTo>
                <a:lnTo>
                  <a:pt x="18265" y="18170"/>
                </a:lnTo>
                <a:lnTo>
                  <a:pt x="17185" y="19292"/>
                </a:lnTo>
                <a:lnTo>
                  <a:pt x="16044" y="20205"/>
                </a:lnTo>
                <a:lnTo>
                  <a:pt x="14828" y="20956"/>
                </a:lnTo>
                <a:lnTo>
                  <a:pt x="13524" y="21600"/>
                </a:lnTo>
                <a:lnTo>
                  <a:pt x="12150" y="21399"/>
                </a:lnTo>
                <a:lnTo>
                  <a:pt x="10785" y="21135"/>
                </a:lnTo>
                <a:lnTo>
                  <a:pt x="9426" y="20819"/>
                </a:lnTo>
                <a:lnTo>
                  <a:pt x="8076" y="20448"/>
                </a:lnTo>
                <a:lnTo>
                  <a:pt x="6727" y="20030"/>
                </a:lnTo>
                <a:lnTo>
                  <a:pt x="5383" y="19565"/>
                </a:lnTo>
                <a:lnTo>
                  <a:pt x="4038" y="19057"/>
                </a:lnTo>
                <a:lnTo>
                  <a:pt x="2695" y="18516"/>
                </a:lnTo>
                <a:lnTo>
                  <a:pt x="1349" y="17940"/>
                </a:lnTo>
                <a:lnTo>
                  <a:pt x="0" y="17334"/>
                </a:lnTo>
                <a:lnTo>
                  <a:pt x="904" y="15794"/>
                </a:lnTo>
                <a:lnTo>
                  <a:pt x="1808" y="14262"/>
                </a:lnTo>
                <a:lnTo>
                  <a:pt x="2716" y="12730"/>
                </a:lnTo>
                <a:lnTo>
                  <a:pt x="3623" y="11199"/>
                </a:lnTo>
                <a:lnTo>
                  <a:pt x="4633" y="9488"/>
                </a:lnTo>
                <a:lnTo>
                  <a:pt x="5661" y="7752"/>
                </a:lnTo>
                <a:lnTo>
                  <a:pt x="6890" y="5909"/>
                </a:lnTo>
                <a:lnTo>
                  <a:pt x="8047" y="4343"/>
                </a:lnTo>
                <a:lnTo>
                  <a:pt x="9164" y="3038"/>
                </a:lnTo>
                <a:lnTo>
                  <a:pt x="10269" y="1984"/>
                </a:lnTo>
                <a:lnTo>
                  <a:pt x="11391" y="1165"/>
                </a:lnTo>
                <a:lnTo>
                  <a:pt x="12562" y="567"/>
                </a:lnTo>
                <a:lnTo>
                  <a:pt x="13812" y="183"/>
                </a:lnTo>
                <a:lnTo>
                  <a:pt x="15168" y="0"/>
                </a:lnTo>
                <a:lnTo>
                  <a:pt x="16664" y="4"/>
                </a:lnTo>
                <a:close/>
              </a:path>
            </a:pathLst>
          </a:custGeom>
          <a:solidFill>
            <a:srgbClr val="37383B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2" name="contour_07050"/>
          <p:cNvSpPr/>
          <p:nvPr/>
        </p:nvSpPr>
        <p:spPr>
          <a:xfrm>
            <a:off x="673582" y="5735649"/>
            <a:ext cx="81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09" y="0"/>
                </a:moveTo>
                <a:lnTo>
                  <a:pt x="16842" y="427"/>
                </a:lnTo>
                <a:lnTo>
                  <a:pt x="17859" y="780"/>
                </a:lnTo>
                <a:lnTo>
                  <a:pt x="18738" y="1191"/>
                </a:lnTo>
                <a:lnTo>
                  <a:pt x="19755" y="1787"/>
                </a:lnTo>
                <a:lnTo>
                  <a:pt x="21188" y="2700"/>
                </a:lnTo>
                <a:lnTo>
                  <a:pt x="21463" y="4633"/>
                </a:lnTo>
                <a:lnTo>
                  <a:pt x="21600" y="6021"/>
                </a:lnTo>
                <a:lnTo>
                  <a:pt x="21600" y="7252"/>
                </a:lnTo>
                <a:lnTo>
                  <a:pt x="21463" y="8716"/>
                </a:lnTo>
                <a:lnTo>
                  <a:pt x="21188" y="10800"/>
                </a:lnTo>
                <a:lnTo>
                  <a:pt x="20042" y="11848"/>
                </a:lnTo>
                <a:lnTo>
                  <a:pt x="19169" y="12609"/>
                </a:lnTo>
                <a:lnTo>
                  <a:pt x="18395" y="13200"/>
                </a:lnTo>
                <a:lnTo>
                  <a:pt x="17547" y="13746"/>
                </a:lnTo>
                <a:lnTo>
                  <a:pt x="16449" y="14367"/>
                </a:lnTo>
                <a:lnTo>
                  <a:pt x="14928" y="15188"/>
                </a:lnTo>
                <a:lnTo>
                  <a:pt x="14005" y="15695"/>
                </a:lnTo>
                <a:lnTo>
                  <a:pt x="13069" y="16208"/>
                </a:lnTo>
                <a:lnTo>
                  <a:pt x="11780" y="16886"/>
                </a:lnTo>
                <a:lnTo>
                  <a:pt x="10494" y="17534"/>
                </a:lnTo>
                <a:lnTo>
                  <a:pt x="9203" y="18152"/>
                </a:lnTo>
                <a:lnTo>
                  <a:pt x="7911" y="18738"/>
                </a:lnTo>
                <a:lnTo>
                  <a:pt x="6613" y="19294"/>
                </a:lnTo>
                <a:lnTo>
                  <a:pt x="5310" y="19821"/>
                </a:lnTo>
                <a:lnTo>
                  <a:pt x="3999" y="20315"/>
                </a:lnTo>
                <a:lnTo>
                  <a:pt x="2677" y="20777"/>
                </a:lnTo>
                <a:lnTo>
                  <a:pt x="1344" y="21203"/>
                </a:lnTo>
                <a:lnTo>
                  <a:pt x="0" y="21600"/>
                </a:lnTo>
                <a:lnTo>
                  <a:pt x="79" y="18565"/>
                </a:lnTo>
                <a:lnTo>
                  <a:pt x="185" y="16424"/>
                </a:lnTo>
                <a:lnTo>
                  <a:pt x="368" y="14877"/>
                </a:lnTo>
                <a:lnTo>
                  <a:pt x="684" y="13624"/>
                </a:lnTo>
                <a:lnTo>
                  <a:pt x="1185" y="12366"/>
                </a:lnTo>
                <a:lnTo>
                  <a:pt x="1926" y="10800"/>
                </a:lnTo>
                <a:lnTo>
                  <a:pt x="3236" y="10112"/>
                </a:lnTo>
                <a:lnTo>
                  <a:pt x="4542" y="9490"/>
                </a:lnTo>
                <a:lnTo>
                  <a:pt x="5848" y="8929"/>
                </a:lnTo>
                <a:lnTo>
                  <a:pt x="7156" y="8421"/>
                </a:lnTo>
                <a:lnTo>
                  <a:pt x="8475" y="7954"/>
                </a:lnTo>
                <a:lnTo>
                  <a:pt x="9806" y="7522"/>
                </a:lnTo>
                <a:lnTo>
                  <a:pt x="11154" y="7117"/>
                </a:lnTo>
                <a:lnTo>
                  <a:pt x="12528" y="6728"/>
                </a:lnTo>
                <a:lnTo>
                  <a:pt x="13479" y="6291"/>
                </a:lnTo>
                <a:lnTo>
                  <a:pt x="14439" y="5848"/>
                </a:lnTo>
                <a:lnTo>
                  <a:pt x="15409" y="5400"/>
                </a:lnTo>
                <a:lnTo>
                  <a:pt x="15409" y="3615"/>
                </a:lnTo>
                <a:lnTo>
                  <a:pt x="15409" y="1820"/>
                </a:lnTo>
                <a:lnTo>
                  <a:pt x="15409" y="0"/>
                </a:lnTo>
                <a:close/>
              </a:path>
            </a:pathLst>
          </a:custGeom>
          <a:solidFill>
            <a:srgbClr val="14141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3" name="contour_07051"/>
          <p:cNvSpPr/>
          <p:nvPr/>
        </p:nvSpPr>
        <p:spPr>
          <a:xfrm>
            <a:off x="10709146" y="5750225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713"/>
                </a:lnTo>
                <a:lnTo>
                  <a:pt x="18342" y="1429"/>
                </a:lnTo>
                <a:lnTo>
                  <a:pt x="19418" y="2146"/>
                </a:lnTo>
                <a:lnTo>
                  <a:pt x="20504" y="2869"/>
                </a:lnTo>
                <a:lnTo>
                  <a:pt x="21600" y="3600"/>
                </a:lnTo>
                <a:lnTo>
                  <a:pt x="20410" y="3600"/>
                </a:lnTo>
                <a:lnTo>
                  <a:pt x="19213" y="3600"/>
                </a:lnTo>
                <a:lnTo>
                  <a:pt x="18000" y="3600"/>
                </a:lnTo>
                <a:lnTo>
                  <a:pt x="18223" y="5828"/>
                </a:lnTo>
                <a:lnTo>
                  <a:pt x="18446" y="8057"/>
                </a:lnTo>
                <a:lnTo>
                  <a:pt x="18670" y="10292"/>
                </a:lnTo>
                <a:lnTo>
                  <a:pt x="18893" y="12532"/>
                </a:lnTo>
                <a:lnTo>
                  <a:pt x="19118" y="14782"/>
                </a:lnTo>
                <a:lnTo>
                  <a:pt x="19345" y="17042"/>
                </a:lnTo>
                <a:lnTo>
                  <a:pt x="19571" y="19314"/>
                </a:lnTo>
                <a:lnTo>
                  <a:pt x="19800" y="21600"/>
                </a:lnTo>
                <a:lnTo>
                  <a:pt x="19224" y="21344"/>
                </a:lnTo>
                <a:lnTo>
                  <a:pt x="18697" y="21110"/>
                </a:lnTo>
                <a:lnTo>
                  <a:pt x="18178" y="20880"/>
                </a:lnTo>
                <a:lnTo>
                  <a:pt x="17620" y="20632"/>
                </a:lnTo>
                <a:lnTo>
                  <a:pt x="16981" y="20347"/>
                </a:lnTo>
                <a:lnTo>
                  <a:pt x="16214" y="20005"/>
                </a:lnTo>
                <a:lnTo>
                  <a:pt x="15278" y="19591"/>
                </a:lnTo>
                <a:lnTo>
                  <a:pt x="14126" y="19080"/>
                </a:lnTo>
                <a:lnTo>
                  <a:pt x="12717" y="18450"/>
                </a:lnTo>
                <a:lnTo>
                  <a:pt x="11003" y="17690"/>
                </a:lnTo>
                <a:lnTo>
                  <a:pt x="8942" y="16772"/>
                </a:lnTo>
                <a:lnTo>
                  <a:pt x="6489" y="15685"/>
                </a:lnTo>
                <a:lnTo>
                  <a:pt x="3600" y="14400"/>
                </a:lnTo>
                <a:lnTo>
                  <a:pt x="3600" y="16780"/>
                </a:lnTo>
                <a:lnTo>
                  <a:pt x="3600" y="19174"/>
                </a:lnTo>
                <a:lnTo>
                  <a:pt x="3600" y="21600"/>
                </a:lnTo>
                <a:lnTo>
                  <a:pt x="2410" y="21600"/>
                </a:lnTo>
                <a:lnTo>
                  <a:pt x="1213" y="21600"/>
                </a:lnTo>
                <a:lnTo>
                  <a:pt x="0" y="21600"/>
                </a:lnTo>
                <a:lnTo>
                  <a:pt x="223" y="19372"/>
                </a:lnTo>
                <a:lnTo>
                  <a:pt x="446" y="17143"/>
                </a:lnTo>
                <a:lnTo>
                  <a:pt x="670" y="14908"/>
                </a:lnTo>
                <a:lnTo>
                  <a:pt x="893" y="12668"/>
                </a:lnTo>
                <a:lnTo>
                  <a:pt x="1118" y="10418"/>
                </a:lnTo>
                <a:lnTo>
                  <a:pt x="1345" y="8158"/>
                </a:lnTo>
                <a:lnTo>
                  <a:pt x="1571" y="5886"/>
                </a:lnTo>
                <a:lnTo>
                  <a:pt x="1800" y="3600"/>
                </a:lnTo>
                <a:lnTo>
                  <a:pt x="4081" y="4442"/>
                </a:lnTo>
                <a:lnTo>
                  <a:pt x="5963" y="5152"/>
                </a:lnTo>
                <a:lnTo>
                  <a:pt x="7506" y="5756"/>
                </a:lnTo>
                <a:lnTo>
                  <a:pt x="8764" y="6289"/>
                </a:lnTo>
                <a:lnTo>
                  <a:pt x="9797" y="6790"/>
                </a:lnTo>
                <a:lnTo>
                  <a:pt x="10658" y="7279"/>
                </a:lnTo>
                <a:lnTo>
                  <a:pt x="11407" y="7801"/>
                </a:lnTo>
                <a:lnTo>
                  <a:pt x="12098" y="8377"/>
                </a:lnTo>
                <a:lnTo>
                  <a:pt x="12789" y="9050"/>
                </a:lnTo>
                <a:lnTo>
                  <a:pt x="13538" y="9846"/>
                </a:lnTo>
                <a:lnTo>
                  <a:pt x="14400" y="10800"/>
                </a:lnTo>
                <a:lnTo>
                  <a:pt x="14756" y="8662"/>
                </a:lnTo>
                <a:lnTo>
                  <a:pt x="15115" y="6516"/>
                </a:lnTo>
                <a:lnTo>
                  <a:pt x="15473" y="4363"/>
                </a:lnTo>
                <a:lnTo>
                  <a:pt x="15835" y="2192"/>
                </a:lnTo>
                <a:lnTo>
                  <a:pt x="16200" y="0"/>
                </a:lnTo>
                <a:close/>
              </a:path>
            </a:pathLst>
          </a:custGeom>
          <a:solidFill>
            <a:srgbClr val="4F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4" name="contour_07052"/>
          <p:cNvSpPr/>
          <p:nvPr/>
        </p:nvSpPr>
        <p:spPr>
          <a:xfrm>
            <a:off x="7713782" y="5742937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0"/>
                </a:lnTo>
                <a:lnTo>
                  <a:pt x="3170" y="0"/>
                </a:lnTo>
                <a:lnTo>
                  <a:pt x="4764" y="0"/>
                </a:lnTo>
                <a:lnTo>
                  <a:pt x="6365" y="0"/>
                </a:lnTo>
                <a:lnTo>
                  <a:pt x="7975" y="0"/>
                </a:lnTo>
                <a:lnTo>
                  <a:pt x="9600" y="0"/>
                </a:lnTo>
                <a:lnTo>
                  <a:pt x="9600" y="1833"/>
                </a:lnTo>
                <a:lnTo>
                  <a:pt x="9600" y="3672"/>
                </a:lnTo>
                <a:lnTo>
                  <a:pt x="9600" y="5517"/>
                </a:lnTo>
                <a:lnTo>
                  <a:pt x="9600" y="7378"/>
                </a:lnTo>
                <a:lnTo>
                  <a:pt x="9600" y="9257"/>
                </a:lnTo>
                <a:lnTo>
                  <a:pt x="11086" y="8875"/>
                </a:lnTo>
                <a:lnTo>
                  <a:pt x="12571" y="8492"/>
                </a:lnTo>
                <a:lnTo>
                  <a:pt x="14062" y="8109"/>
                </a:lnTo>
                <a:lnTo>
                  <a:pt x="15554" y="7727"/>
                </a:lnTo>
                <a:lnTo>
                  <a:pt x="17054" y="7341"/>
                </a:lnTo>
                <a:lnTo>
                  <a:pt x="18562" y="6952"/>
                </a:lnTo>
                <a:lnTo>
                  <a:pt x="20076" y="6563"/>
                </a:lnTo>
                <a:lnTo>
                  <a:pt x="21600" y="6171"/>
                </a:lnTo>
                <a:lnTo>
                  <a:pt x="21302" y="8081"/>
                </a:lnTo>
                <a:lnTo>
                  <a:pt x="21005" y="9992"/>
                </a:lnTo>
                <a:lnTo>
                  <a:pt x="20707" y="11908"/>
                </a:lnTo>
                <a:lnTo>
                  <a:pt x="20410" y="13827"/>
                </a:lnTo>
                <a:lnTo>
                  <a:pt x="20110" y="15756"/>
                </a:lnTo>
                <a:lnTo>
                  <a:pt x="19807" y="17693"/>
                </a:lnTo>
                <a:lnTo>
                  <a:pt x="19505" y="19641"/>
                </a:lnTo>
                <a:lnTo>
                  <a:pt x="19200" y="21600"/>
                </a:lnTo>
                <a:lnTo>
                  <a:pt x="18475" y="21446"/>
                </a:lnTo>
                <a:lnTo>
                  <a:pt x="17810" y="21301"/>
                </a:lnTo>
                <a:lnTo>
                  <a:pt x="17083" y="21146"/>
                </a:lnTo>
                <a:lnTo>
                  <a:pt x="16176" y="20952"/>
                </a:lnTo>
                <a:lnTo>
                  <a:pt x="14971" y="20693"/>
                </a:lnTo>
                <a:lnTo>
                  <a:pt x="13349" y="20347"/>
                </a:lnTo>
                <a:lnTo>
                  <a:pt x="11194" y="19884"/>
                </a:lnTo>
                <a:lnTo>
                  <a:pt x="8383" y="19283"/>
                </a:lnTo>
                <a:lnTo>
                  <a:pt x="4800" y="18514"/>
                </a:lnTo>
                <a:lnTo>
                  <a:pt x="4800" y="16681"/>
                </a:lnTo>
                <a:lnTo>
                  <a:pt x="4800" y="14842"/>
                </a:lnTo>
                <a:lnTo>
                  <a:pt x="4800" y="12997"/>
                </a:lnTo>
                <a:lnTo>
                  <a:pt x="4800" y="11136"/>
                </a:lnTo>
                <a:lnTo>
                  <a:pt x="4800" y="9257"/>
                </a:lnTo>
                <a:lnTo>
                  <a:pt x="3374" y="8233"/>
                </a:lnTo>
                <a:lnTo>
                  <a:pt x="2400" y="7569"/>
                </a:lnTo>
                <a:lnTo>
                  <a:pt x="1426" y="6980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9A7C44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5" name="contour_07053"/>
          <p:cNvSpPr/>
          <p:nvPr/>
        </p:nvSpPr>
        <p:spPr>
          <a:xfrm>
            <a:off x="10941874" y="5699209"/>
            <a:ext cx="7425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63" y="0"/>
                </a:moveTo>
                <a:lnTo>
                  <a:pt x="14951" y="11"/>
                </a:lnTo>
                <a:lnTo>
                  <a:pt x="16340" y="86"/>
                </a:lnTo>
                <a:lnTo>
                  <a:pt x="17347" y="292"/>
                </a:lnTo>
                <a:lnTo>
                  <a:pt x="18290" y="691"/>
                </a:lnTo>
                <a:lnTo>
                  <a:pt x="19488" y="1350"/>
                </a:lnTo>
                <a:lnTo>
                  <a:pt x="20353" y="2531"/>
                </a:lnTo>
                <a:lnTo>
                  <a:pt x="20955" y="3650"/>
                </a:lnTo>
                <a:lnTo>
                  <a:pt x="21337" y="4738"/>
                </a:lnTo>
                <a:lnTo>
                  <a:pt x="21539" y="5827"/>
                </a:lnTo>
                <a:lnTo>
                  <a:pt x="21600" y="6944"/>
                </a:lnTo>
                <a:lnTo>
                  <a:pt x="21562" y="8125"/>
                </a:lnTo>
                <a:lnTo>
                  <a:pt x="21462" y="9401"/>
                </a:lnTo>
                <a:lnTo>
                  <a:pt x="21343" y="10800"/>
                </a:lnTo>
                <a:lnTo>
                  <a:pt x="20084" y="10800"/>
                </a:lnTo>
                <a:lnTo>
                  <a:pt x="18820" y="10800"/>
                </a:lnTo>
                <a:lnTo>
                  <a:pt x="17553" y="10800"/>
                </a:lnTo>
                <a:lnTo>
                  <a:pt x="16274" y="10800"/>
                </a:lnTo>
                <a:lnTo>
                  <a:pt x="14983" y="10800"/>
                </a:lnTo>
                <a:lnTo>
                  <a:pt x="14983" y="11869"/>
                </a:lnTo>
                <a:lnTo>
                  <a:pt x="14983" y="12942"/>
                </a:lnTo>
                <a:lnTo>
                  <a:pt x="14983" y="14018"/>
                </a:lnTo>
                <a:lnTo>
                  <a:pt x="14983" y="15104"/>
                </a:lnTo>
                <a:lnTo>
                  <a:pt x="14983" y="16200"/>
                </a:lnTo>
                <a:lnTo>
                  <a:pt x="13976" y="16126"/>
                </a:lnTo>
                <a:lnTo>
                  <a:pt x="12963" y="16051"/>
                </a:lnTo>
                <a:lnTo>
                  <a:pt x="11934" y="15975"/>
                </a:lnTo>
                <a:lnTo>
                  <a:pt x="11449" y="16009"/>
                </a:lnTo>
                <a:lnTo>
                  <a:pt x="10590" y="16067"/>
                </a:lnTo>
                <a:lnTo>
                  <a:pt x="8623" y="16200"/>
                </a:lnTo>
                <a:lnTo>
                  <a:pt x="7919" y="17206"/>
                </a:lnTo>
                <a:lnTo>
                  <a:pt x="7465" y="17915"/>
                </a:lnTo>
                <a:lnTo>
                  <a:pt x="7058" y="18668"/>
                </a:lnTo>
                <a:lnTo>
                  <a:pt x="6502" y="19800"/>
                </a:lnTo>
                <a:lnTo>
                  <a:pt x="5169" y="20461"/>
                </a:lnTo>
                <a:lnTo>
                  <a:pt x="4285" y="20869"/>
                </a:lnTo>
                <a:lnTo>
                  <a:pt x="3447" y="21191"/>
                </a:lnTo>
                <a:lnTo>
                  <a:pt x="2262" y="21600"/>
                </a:lnTo>
                <a:lnTo>
                  <a:pt x="1512" y="20416"/>
                </a:lnTo>
                <a:lnTo>
                  <a:pt x="880" y="19274"/>
                </a:lnTo>
                <a:lnTo>
                  <a:pt x="396" y="18139"/>
                </a:lnTo>
                <a:lnTo>
                  <a:pt x="93" y="16972"/>
                </a:lnTo>
                <a:lnTo>
                  <a:pt x="0" y="15739"/>
                </a:lnTo>
                <a:lnTo>
                  <a:pt x="142" y="14400"/>
                </a:lnTo>
                <a:lnTo>
                  <a:pt x="1484" y="13725"/>
                </a:lnTo>
                <a:lnTo>
                  <a:pt x="2478" y="13252"/>
                </a:lnTo>
                <a:lnTo>
                  <a:pt x="3426" y="12859"/>
                </a:lnTo>
                <a:lnTo>
                  <a:pt x="4624" y="12420"/>
                </a:lnTo>
                <a:lnTo>
                  <a:pt x="6371" y="11812"/>
                </a:lnTo>
                <a:lnTo>
                  <a:pt x="8143" y="11182"/>
                </a:lnTo>
                <a:lnTo>
                  <a:pt x="9367" y="10721"/>
                </a:lnTo>
                <a:lnTo>
                  <a:pt x="10355" y="10292"/>
                </a:lnTo>
                <a:lnTo>
                  <a:pt x="11415" y="9765"/>
                </a:lnTo>
                <a:lnTo>
                  <a:pt x="12863" y="9000"/>
                </a:lnTo>
                <a:lnTo>
                  <a:pt x="13268" y="7675"/>
                </a:lnTo>
                <a:lnTo>
                  <a:pt x="13507" y="6395"/>
                </a:lnTo>
                <a:lnTo>
                  <a:pt x="13601" y="5141"/>
                </a:lnTo>
                <a:lnTo>
                  <a:pt x="13565" y="3893"/>
                </a:lnTo>
                <a:lnTo>
                  <a:pt x="13416" y="2633"/>
                </a:lnTo>
                <a:lnTo>
                  <a:pt x="13177" y="1341"/>
                </a:lnTo>
                <a:lnTo>
                  <a:pt x="12863" y="0"/>
                </a:lnTo>
                <a:close/>
              </a:path>
            </a:pathLst>
          </a:custGeom>
          <a:solidFill>
            <a:srgbClr val="ECEE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6" name="contour_07054"/>
          <p:cNvSpPr/>
          <p:nvPr/>
        </p:nvSpPr>
        <p:spPr>
          <a:xfrm>
            <a:off x="10905922" y="5684633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210" y="167"/>
                </a:lnTo>
                <a:lnTo>
                  <a:pt x="3452" y="676"/>
                </a:lnTo>
                <a:lnTo>
                  <a:pt x="4730" y="1139"/>
                </a:lnTo>
                <a:lnTo>
                  <a:pt x="5994" y="1546"/>
                </a:lnTo>
                <a:lnTo>
                  <a:pt x="7245" y="1904"/>
                </a:lnTo>
                <a:lnTo>
                  <a:pt x="8487" y="2212"/>
                </a:lnTo>
                <a:lnTo>
                  <a:pt x="9725" y="2472"/>
                </a:lnTo>
                <a:lnTo>
                  <a:pt x="10960" y="2688"/>
                </a:lnTo>
                <a:lnTo>
                  <a:pt x="12195" y="2860"/>
                </a:lnTo>
                <a:lnTo>
                  <a:pt x="13435" y="2990"/>
                </a:lnTo>
                <a:lnTo>
                  <a:pt x="14681" y="3083"/>
                </a:lnTo>
                <a:lnTo>
                  <a:pt x="15937" y="3135"/>
                </a:lnTo>
                <a:lnTo>
                  <a:pt x="17208" y="3154"/>
                </a:lnTo>
                <a:lnTo>
                  <a:pt x="18493" y="3135"/>
                </a:lnTo>
                <a:lnTo>
                  <a:pt x="19800" y="3086"/>
                </a:lnTo>
                <a:lnTo>
                  <a:pt x="19998" y="5122"/>
                </a:lnTo>
                <a:lnTo>
                  <a:pt x="20196" y="7162"/>
                </a:lnTo>
                <a:lnTo>
                  <a:pt x="20394" y="9202"/>
                </a:lnTo>
                <a:lnTo>
                  <a:pt x="20594" y="11247"/>
                </a:lnTo>
                <a:lnTo>
                  <a:pt x="20794" y="13299"/>
                </a:lnTo>
                <a:lnTo>
                  <a:pt x="20993" y="15361"/>
                </a:lnTo>
                <a:lnTo>
                  <a:pt x="21195" y="17428"/>
                </a:lnTo>
                <a:lnTo>
                  <a:pt x="21397" y="19508"/>
                </a:lnTo>
                <a:lnTo>
                  <a:pt x="21600" y="21600"/>
                </a:lnTo>
                <a:lnTo>
                  <a:pt x="21154" y="20073"/>
                </a:lnTo>
                <a:lnTo>
                  <a:pt x="20707" y="18539"/>
                </a:lnTo>
                <a:lnTo>
                  <a:pt x="20255" y="16993"/>
                </a:lnTo>
                <a:lnTo>
                  <a:pt x="19800" y="15429"/>
                </a:lnTo>
                <a:lnTo>
                  <a:pt x="18522" y="15083"/>
                </a:lnTo>
                <a:lnTo>
                  <a:pt x="17615" y="14929"/>
                </a:lnTo>
                <a:lnTo>
                  <a:pt x="16648" y="14929"/>
                </a:lnTo>
                <a:lnTo>
                  <a:pt x="15188" y="15043"/>
                </a:lnTo>
                <a:lnTo>
                  <a:pt x="14571" y="15086"/>
                </a:lnTo>
                <a:lnTo>
                  <a:pt x="12706" y="15213"/>
                </a:lnTo>
                <a:lnTo>
                  <a:pt x="11759" y="15321"/>
                </a:lnTo>
                <a:lnTo>
                  <a:pt x="10800" y="15429"/>
                </a:lnTo>
                <a:lnTo>
                  <a:pt x="10800" y="13389"/>
                </a:lnTo>
                <a:lnTo>
                  <a:pt x="10800" y="11337"/>
                </a:lnTo>
                <a:lnTo>
                  <a:pt x="10800" y="9257"/>
                </a:lnTo>
                <a:lnTo>
                  <a:pt x="9686" y="9831"/>
                </a:lnTo>
                <a:lnTo>
                  <a:pt x="8563" y="10408"/>
                </a:lnTo>
                <a:lnTo>
                  <a:pt x="7425" y="10991"/>
                </a:lnTo>
                <a:lnTo>
                  <a:pt x="5692" y="11732"/>
                </a:lnTo>
                <a:lnTo>
                  <a:pt x="4507" y="12099"/>
                </a:lnTo>
                <a:lnTo>
                  <a:pt x="3584" y="12099"/>
                </a:lnTo>
                <a:lnTo>
                  <a:pt x="2630" y="11732"/>
                </a:lnTo>
                <a:lnTo>
                  <a:pt x="1350" y="10991"/>
                </a:lnTo>
                <a:lnTo>
                  <a:pt x="680" y="10130"/>
                </a:lnTo>
                <a:lnTo>
                  <a:pt x="0" y="9257"/>
                </a:lnTo>
                <a:lnTo>
                  <a:pt x="356" y="7424"/>
                </a:lnTo>
                <a:lnTo>
                  <a:pt x="715" y="5585"/>
                </a:lnTo>
                <a:lnTo>
                  <a:pt x="1073" y="3740"/>
                </a:lnTo>
                <a:lnTo>
                  <a:pt x="1435" y="1879"/>
                </a:lnTo>
                <a:lnTo>
                  <a:pt x="1800" y="0"/>
                </a:lnTo>
                <a:close/>
              </a:path>
            </a:pathLst>
          </a:custGeom>
          <a:solidFill>
            <a:srgbClr val="D5BA78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7" name="contour_07055"/>
          <p:cNvSpPr/>
          <p:nvPr/>
        </p:nvSpPr>
        <p:spPr>
          <a:xfrm>
            <a:off x="860286" y="5670859"/>
            <a:ext cx="68376" cy="72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98" y="1944"/>
                </a:moveTo>
                <a:lnTo>
                  <a:pt x="20127" y="3302"/>
                </a:lnTo>
                <a:lnTo>
                  <a:pt x="20645" y="4211"/>
                </a:lnTo>
                <a:lnTo>
                  <a:pt x="21064" y="5078"/>
                </a:lnTo>
                <a:lnTo>
                  <a:pt x="21600" y="6312"/>
                </a:lnTo>
                <a:lnTo>
                  <a:pt x="20488" y="6683"/>
                </a:lnTo>
                <a:lnTo>
                  <a:pt x="19371" y="7059"/>
                </a:lnTo>
                <a:lnTo>
                  <a:pt x="18236" y="7439"/>
                </a:lnTo>
                <a:lnTo>
                  <a:pt x="15181" y="8531"/>
                </a:lnTo>
                <a:lnTo>
                  <a:pt x="12623" y="9459"/>
                </a:lnTo>
                <a:lnTo>
                  <a:pt x="10508" y="10263"/>
                </a:lnTo>
                <a:lnTo>
                  <a:pt x="8779" y="10975"/>
                </a:lnTo>
                <a:lnTo>
                  <a:pt x="7381" y="11632"/>
                </a:lnTo>
                <a:lnTo>
                  <a:pt x="6258" y="12268"/>
                </a:lnTo>
                <a:lnTo>
                  <a:pt x="5355" y="12919"/>
                </a:lnTo>
                <a:lnTo>
                  <a:pt x="4614" y="13620"/>
                </a:lnTo>
                <a:lnTo>
                  <a:pt x="3983" y="14408"/>
                </a:lnTo>
                <a:lnTo>
                  <a:pt x="3403" y="15317"/>
                </a:lnTo>
                <a:lnTo>
                  <a:pt x="2818" y="16385"/>
                </a:lnTo>
                <a:lnTo>
                  <a:pt x="2173" y="17643"/>
                </a:lnTo>
                <a:lnTo>
                  <a:pt x="1747" y="18951"/>
                </a:lnTo>
                <a:lnTo>
                  <a:pt x="1315" y="20266"/>
                </a:lnTo>
                <a:lnTo>
                  <a:pt x="879" y="21600"/>
                </a:lnTo>
                <a:lnTo>
                  <a:pt x="564" y="18553"/>
                </a:lnTo>
                <a:lnTo>
                  <a:pt x="313" y="15996"/>
                </a:lnTo>
                <a:lnTo>
                  <a:pt x="131" y="13866"/>
                </a:lnTo>
                <a:lnTo>
                  <a:pt x="25" y="12104"/>
                </a:lnTo>
                <a:lnTo>
                  <a:pt x="0" y="10647"/>
                </a:lnTo>
                <a:lnTo>
                  <a:pt x="62" y="9431"/>
                </a:lnTo>
                <a:lnTo>
                  <a:pt x="219" y="8395"/>
                </a:lnTo>
                <a:lnTo>
                  <a:pt x="474" y="7480"/>
                </a:lnTo>
                <a:lnTo>
                  <a:pt x="833" y="6620"/>
                </a:lnTo>
                <a:lnTo>
                  <a:pt x="1305" y="5755"/>
                </a:lnTo>
                <a:lnTo>
                  <a:pt x="1895" y="4822"/>
                </a:lnTo>
                <a:lnTo>
                  <a:pt x="2606" y="3761"/>
                </a:lnTo>
                <a:lnTo>
                  <a:pt x="4156" y="2616"/>
                </a:lnTo>
                <a:lnTo>
                  <a:pt x="5638" y="1688"/>
                </a:lnTo>
                <a:lnTo>
                  <a:pt x="7075" y="970"/>
                </a:lnTo>
                <a:lnTo>
                  <a:pt x="8484" y="452"/>
                </a:lnTo>
                <a:lnTo>
                  <a:pt x="9886" y="131"/>
                </a:lnTo>
                <a:lnTo>
                  <a:pt x="11302" y="0"/>
                </a:lnTo>
                <a:lnTo>
                  <a:pt x="12752" y="52"/>
                </a:lnTo>
                <a:lnTo>
                  <a:pt x="14256" y="277"/>
                </a:lnTo>
                <a:lnTo>
                  <a:pt x="15835" y="673"/>
                </a:lnTo>
                <a:lnTo>
                  <a:pt x="17509" y="1232"/>
                </a:lnTo>
                <a:lnTo>
                  <a:pt x="19298" y="1944"/>
                </a:lnTo>
                <a:close/>
              </a:path>
            </a:pathLst>
          </a:custGeom>
          <a:solidFill>
            <a:srgbClr val="9CA0A2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8" name="contour_07056"/>
          <p:cNvSpPr/>
          <p:nvPr/>
        </p:nvSpPr>
        <p:spPr>
          <a:xfrm>
            <a:off x="5008815" y="5640905"/>
            <a:ext cx="5942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55" y="0"/>
                </a:moveTo>
                <a:lnTo>
                  <a:pt x="9995" y="335"/>
                </a:lnTo>
                <a:lnTo>
                  <a:pt x="11634" y="670"/>
                </a:lnTo>
                <a:lnTo>
                  <a:pt x="13279" y="1004"/>
                </a:lnTo>
                <a:lnTo>
                  <a:pt x="14927" y="1339"/>
                </a:lnTo>
                <a:lnTo>
                  <a:pt x="16583" y="1677"/>
                </a:lnTo>
                <a:lnTo>
                  <a:pt x="18246" y="2017"/>
                </a:lnTo>
                <a:lnTo>
                  <a:pt x="19918" y="2357"/>
                </a:lnTo>
                <a:lnTo>
                  <a:pt x="21600" y="2700"/>
                </a:lnTo>
                <a:lnTo>
                  <a:pt x="21166" y="4574"/>
                </a:lnTo>
                <a:lnTo>
                  <a:pt x="20620" y="6364"/>
                </a:lnTo>
                <a:lnTo>
                  <a:pt x="19966" y="8076"/>
                </a:lnTo>
                <a:lnTo>
                  <a:pt x="19208" y="9707"/>
                </a:lnTo>
                <a:lnTo>
                  <a:pt x="18350" y="11267"/>
                </a:lnTo>
                <a:lnTo>
                  <a:pt x="17396" y="12760"/>
                </a:lnTo>
                <a:lnTo>
                  <a:pt x="16347" y="14186"/>
                </a:lnTo>
                <a:lnTo>
                  <a:pt x="15213" y="15552"/>
                </a:lnTo>
                <a:lnTo>
                  <a:pt x="13995" y="16859"/>
                </a:lnTo>
                <a:lnTo>
                  <a:pt x="12694" y="18114"/>
                </a:lnTo>
                <a:lnTo>
                  <a:pt x="11319" y="19321"/>
                </a:lnTo>
                <a:lnTo>
                  <a:pt x="9870" y="20482"/>
                </a:lnTo>
                <a:lnTo>
                  <a:pt x="8355" y="21600"/>
                </a:lnTo>
                <a:lnTo>
                  <a:pt x="6066" y="21578"/>
                </a:lnTo>
                <a:lnTo>
                  <a:pt x="4509" y="21427"/>
                </a:lnTo>
                <a:lnTo>
                  <a:pt x="3301" y="21017"/>
                </a:lnTo>
                <a:lnTo>
                  <a:pt x="2061" y="20218"/>
                </a:lnTo>
                <a:lnTo>
                  <a:pt x="408" y="18900"/>
                </a:lnTo>
                <a:lnTo>
                  <a:pt x="135" y="17045"/>
                </a:lnTo>
                <a:lnTo>
                  <a:pt x="8" y="15274"/>
                </a:lnTo>
                <a:lnTo>
                  <a:pt x="0" y="13543"/>
                </a:lnTo>
                <a:lnTo>
                  <a:pt x="82" y="11804"/>
                </a:lnTo>
                <a:lnTo>
                  <a:pt x="228" y="10006"/>
                </a:lnTo>
                <a:lnTo>
                  <a:pt x="408" y="8100"/>
                </a:lnTo>
                <a:lnTo>
                  <a:pt x="1981" y="8100"/>
                </a:lnTo>
                <a:lnTo>
                  <a:pt x="3560" y="8100"/>
                </a:lnTo>
                <a:lnTo>
                  <a:pt x="5144" y="8100"/>
                </a:lnTo>
                <a:lnTo>
                  <a:pt x="6742" y="8100"/>
                </a:lnTo>
                <a:lnTo>
                  <a:pt x="8355" y="8100"/>
                </a:lnTo>
                <a:lnTo>
                  <a:pt x="8355" y="6496"/>
                </a:lnTo>
                <a:lnTo>
                  <a:pt x="8355" y="4887"/>
                </a:lnTo>
                <a:lnTo>
                  <a:pt x="8355" y="3272"/>
                </a:lnTo>
                <a:lnTo>
                  <a:pt x="8355" y="1644"/>
                </a:lnTo>
                <a:lnTo>
                  <a:pt x="8355" y="0"/>
                </a:lnTo>
                <a:close/>
              </a:path>
            </a:pathLst>
          </a:custGeom>
          <a:solidFill>
            <a:srgbClr val="845B96"/>
          </a:solidFill>
          <a:ln>
            <a:noFill/>
          </a:ln>
        </p:spPr>
        <p:txBody>
          <a:bodyPr/>
          <a:lstStyle/>
          <a:p/>
        </p:txBody>
      </p:sp>
      <p:sp>
        <p:nvSpPr>
          <p:cNvPr id="7059" name="contour_07057"/>
          <p:cNvSpPr/>
          <p:nvPr/>
        </p:nvSpPr>
        <p:spPr>
          <a:xfrm>
            <a:off x="6569567" y="5619041"/>
            <a:ext cx="5101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2312" y="1051"/>
                </a:lnTo>
                <a:lnTo>
                  <a:pt x="14648" y="1873"/>
                </a:lnTo>
                <a:lnTo>
                  <a:pt x="16404" y="2533"/>
                </a:lnTo>
                <a:lnTo>
                  <a:pt x="17727" y="3097"/>
                </a:lnTo>
                <a:lnTo>
                  <a:pt x="18767" y="3635"/>
                </a:lnTo>
                <a:lnTo>
                  <a:pt x="19662" y="4213"/>
                </a:lnTo>
                <a:lnTo>
                  <a:pt x="20557" y="4899"/>
                </a:lnTo>
                <a:lnTo>
                  <a:pt x="21600" y="5760"/>
                </a:lnTo>
                <a:lnTo>
                  <a:pt x="21276" y="6798"/>
                </a:lnTo>
                <a:lnTo>
                  <a:pt x="20869" y="7799"/>
                </a:lnTo>
                <a:lnTo>
                  <a:pt x="20381" y="8772"/>
                </a:lnTo>
                <a:lnTo>
                  <a:pt x="19816" y="9727"/>
                </a:lnTo>
                <a:lnTo>
                  <a:pt x="19184" y="10672"/>
                </a:lnTo>
                <a:lnTo>
                  <a:pt x="18483" y="11619"/>
                </a:lnTo>
                <a:lnTo>
                  <a:pt x="17724" y="12577"/>
                </a:lnTo>
                <a:lnTo>
                  <a:pt x="16910" y="13556"/>
                </a:lnTo>
                <a:lnTo>
                  <a:pt x="16080" y="14901"/>
                </a:lnTo>
                <a:lnTo>
                  <a:pt x="15827" y="15751"/>
                </a:lnTo>
                <a:lnTo>
                  <a:pt x="16169" y="16464"/>
                </a:lnTo>
                <a:lnTo>
                  <a:pt x="17129" y="17404"/>
                </a:lnTo>
                <a:lnTo>
                  <a:pt x="17817" y="18058"/>
                </a:lnTo>
                <a:lnTo>
                  <a:pt x="18514" y="18720"/>
                </a:lnTo>
                <a:lnTo>
                  <a:pt x="16987" y="19433"/>
                </a:lnTo>
                <a:lnTo>
                  <a:pt x="15453" y="20148"/>
                </a:lnTo>
                <a:lnTo>
                  <a:pt x="13907" y="20870"/>
                </a:lnTo>
                <a:lnTo>
                  <a:pt x="12343" y="21600"/>
                </a:lnTo>
                <a:lnTo>
                  <a:pt x="11470" y="20684"/>
                </a:lnTo>
                <a:lnTo>
                  <a:pt x="10596" y="19767"/>
                </a:lnTo>
                <a:lnTo>
                  <a:pt x="9723" y="18850"/>
                </a:lnTo>
                <a:lnTo>
                  <a:pt x="8850" y="17931"/>
                </a:lnTo>
                <a:lnTo>
                  <a:pt x="7973" y="17012"/>
                </a:lnTo>
                <a:lnTo>
                  <a:pt x="7097" y="16091"/>
                </a:lnTo>
                <a:lnTo>
                  <a:pt x="6218" y="15169"/>
                </a:lnTo>
                <a:lnTo>
                  <a:pt x="5338" y="14244"/>
                </a:lnTo>
                <a:lnTo>
                  <a:pt x="4456" y="13317"/>
                </a:lnTo>
                <a:lnTo>
                  <a:pt x="3570" y="12388"/>
                </a:lnTo>
                <a:lnTo>
                  <a:pt x="2681" y="11457"/>
                </a:lnTo>
                <a:lnTo>
                  <a:pt x="1793" y="10521"/>
                </a:lnTo>
                <a:lnTo>
                  <a:pt x="898" y="9582"/>
                </a:lnTo>
                <a:lnTo>
                  <a:pt x="0" y="8640"/>
                </a:lnTo>
                <a:lnTo>
                  <a:pt x="2037" y="8878"/>
                </a:lnTo>
                <a:lnTo>
                  <a:pt x="4076" y="9115"/>
                </a:lnTo>
                <a:lnTo>
                  <a:pt x="6125" y="9354"/>
                </a:lnTo>
                <a:lnTo>
                  <a:pt x="8183" y="9595"/>
                </a:lnTo>
                <a:lnTo>
                  <a:pt x="10254" y="9837"/>
                </a:lnTo>
                <a:lnTo>
                  <a:pt x="12343" y="10080"/>
                </a:lnTo>
                <a:lnTo>
                  <a:pt x="12037" y="9082"/>
                </a:lnTo>
                <a:lnTo>
                  <a:pt x="11732" y="8083"/>
                </a:lnTo>
                <a:lnTo>
                  <a:pt x="11426" y="7083"/>
                </a:lnTo>
                <a:lnTo>
                  <a:pt x="11118" y="6083"/>
                </a:lnTo>
                <a:lnTo>
                  <a:pt x="10812" y="5077"/>
                </a:lnTo>
                <a:lnTo>
                  <a:pt x="10504" y="4071"/>
                </a:lnTo>
                <a:lnTo>
                  <a:pt x="10195" y="3060"/>
                </a:lnTo>
                <a:lnTo>
                  <a:pt x="9884" y="2045"/>
                </a:lnTo>
                <a:lnTo>
                  <a:pt x="9572" y="1025"/>
                </a:lnTo>
                <a:lnTo>
                  <a:pt x="9257" y="0"/>
                </a:lnTo>
                <a:close/>
              </a:path>
            </a:pathLst>
          </a:custGeom>
          <a:solidFill>
            <a:srgbClr val="F0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0" name="contour_07058"/>
          <p:cNvSpPr/>
          <p:nvPr/>
        </p:nvSpPr>
        <p:spPr>
          <a:xfrm>
            <a:off x="8464445" y="5574840"/>
            <a:ext cx="81480" cy="680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52" y="150"/>
                </a:moveTo>
                <a:lnTo>
                  <a:pt x="21484" y="1801"/>
                </a:lnTo>
                <a:lnTo>
                  <a:pt x="21600" y="2987"/>
                </a:lnTo>
                <a:lnTo>
                  <a:pt x="21600" y="4041"/>
                </a:lnTo>
                <a:lnTo>
                  <a:pt x="21484" y="5297"/>
                </a:lnTo>
                <a:lnTo>
                  <a:pt x="21252" y="7086"/>
                </a:lnTo>
                <a:lnTo>
                  <a:pt x="20126" y="7363"/>
                </a:lnTo>
                <a:lnTo>
                  <a:pt x="18996" y="7632"/>
                </a:lnTo>
                <a:lnTo>
                  <a:pt x="17865" y="7890"/>
                </a:lnTo>
                <a:lnTo>
                  <a:pt x="16733" y="8133"/>
                </a:lnTo>
                <a:lnTo>
                  <a:pt x="15599" y="8360"/>
                </a:lnTo>
                <a:lnTo>
                  <a:pt x="14305" y="9155"/>
                </a:lnTo>
                <a:lnTo>
                  <a:pt x="13314" y="10073"/>
                </a:lnTo>
                <a:lnTo>
                  <a:pt x="12539" y="11132"/>
                </a:lnTo>
                <a:lnTo>
                  <a:pt x="11894" y="12348"/>
                </a:lnTo>
                <a:lnTo>
                  <a:pt x="11285" y="13740"/>
                </a:lnTo>
                <a:lnTo>
                  <a:pt x="10626" y="15321"/>
                </a:lnTo>
                <a:lnTo>
                  <a:pt x="9948" y="16874"/>
                </a:lnTo>
                <a:lnTo>
                  <a:pt x="9457" y="17945"/>
                </a:lnTo>
                <a:lnTo>
                  <a:pt x="9017" y="18803"/>
                </a:lnTo>
                <a:lnTo>
                  <a:pt x="8487" y="19716"/>
                </a:lnTo>
                <a:lnTo>
                  <a:pt x="7728" y="20957"/>
                </a:lnTo>
                <a:lnTo>
                  <a:pt x="6349" y="21376"/>
                </a:lnTo>
                <a:lnTo>
                  <a:pt x="5106" y="21577"/>
                </a:lnTo>
                <a:lnTo>
                  <a:pt x="3924" y="21600"/>
                </a:lnTo>
                <a:lnTo>
                  <a:pt x="2728" y="21480"/>
                </a:lnTo>
                <a:lnTo>
                  <a:pt x="1445" y="21253"/>
                </a:lnTo>
                <a:lnTo>
                  <a:pt x="0" y="20957"/>
                </a:lnTo>
                <a:lnTo>
                  <a:pt x="539" y="19325"/>
                </a:lnTo>
                <a:lnTo>
                  <a:pt x="1115" y="17785"/>
                </a:lnTo>
                <a:lnTo>
                  <a:pt x="1731" y="16331"/>
                </a:lnTo>
                <a:lnTo>
                  <a:pt x="2390" y="14951"/>
                </a:lnTo>
                <a:lnTo>
                  <a:pt x="3095" y="13633"/>
                </a:lnTo>
                <a:lnTo>
                  <a:pt x="3847" y="12371"/>
                </a:lnTo>
                <a:lnTo>
                  <a:pt x="4652" y="11150"/>
                </a:lnTo>
                <a:lnTo>
                  <a:pt x="5510" y="9964"/>
                </a:lnTo>
                <a:lnTo>
                  <a:pt x="6424" y="8801"/>
                </a:lnTo>
                <a:lnTo>
                  <a:pt x="7400" y="7652"/>
                </a:lnTo>
                <a:lnTo>
                  <a:pt x="8437" y="6506"/>
                </a:lnTo>
                <a:lnTo>
                  <a:pt x="9540" y="5352"/>
                </a:lnTo>
                <a:lnTo>
                  <a:pt x="10274" y="4578"/>
                </a:lnTo>
                <a:lnTo>
                  <a:pt x="11020" y="3792"/>
                </a:lnTo>
                <a:lnTo>
                  <a:pt x="12274" y="2636"/>
                </a:lnTo>
                <a:lnTo>
                  <a:pt x="13458" y="1708"/>
                </a:lnTo>
                <a:lnTo>
                  <a:pt x="14612" y="996"/>
                </a:lnTo>
                <a:lnTo>
                  <a:pt x="15773" y="483"/>
                </a:lnTo>
                <a:lnTo>
                  <a:pt x="16979" y="155"/>
                </a:lnTo>
                <a:lnTo>
                  <a:pt x="18269" y="0"/>
                </a:lnTo>
                <a:lnTo>
                  <a:pt x="19680" y="5"/>
                </a:lnTo>
                <a:lnTo>
                  <a:pt x="21252" y="150"/>
                </a:lnTo>
                <a:close/>
              </a:path>
            </a:pathLst>
          </a:custGeom>
          <a:solidFill>
            <a:srgbClr val="D6D7D8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1" name="contour_07059"/>
          <p:cNvSpPr/>
          <p:nvPr/>
        </p:nvSpPr>
        <p:spPr>
          <a:xfrm>
            <a:off x="8149465" y="5611119"/>
            <a:ext cx="59900" cy="52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1306" y="2528"/>
                </a:lnTo>
                <a:lnTo>
                  <a:pt x="20982" y="4606"/>
                </a:lnTo>
                <a:lnTo>
                  <a:pt x="20599" y="6522"/>
                </a:lnTo>
                <a:lnTo>
                  <a:pt x="20131" y="8297"/>
                </a:lnTo>
                <a:lnTo>
                  <a:pt x="19550" y="9961"/>
                </a:lnTo>
                <a:lnTo>
                  <a:pt x="18833" y="11537"/>
                </a:lnTo>
                <a:lnTo>
                  <a:pt x="17950" y="13057"/>
                </a:lnTo>
                <a:lnTo>
                  <a:pt x="16875" y="14546"/>
                </a:lnTo>
                <a:lnTo>
                  <a:pt x="15582" y="16027"/>
                </a:lnTo>
                <a:lnTo>
                  <a:pt x="14044" y="17528"/>
                </a:lnTo>
                <a:lnTo>
                  <a:pt x="12378" y="18747"/>
                </a:lnTo>
                <a:lnTo>
                  <a:pt x="10793" y="19744"/>
                </a:lnTo>
                <a:lnTo>
                  <a:pt x="9248" y="20528"/>
                </a:lnTo>
                <a:lnTo>
                  <a:pt x="7695" y="21096"/>
                </a:lnTo>
                <a:lnTo>
                  <a:pt x="6097" y="21453"/>
                </a:lnTo>
                <a:lnTo>
                  <a:pt x="4405" y="21600"/>
                </a:lnTo>
                <a:lnTo>
                  <a:pt x="2581" y="21543"/>
                </a:lnTo>
                <a:lnTo>
                  <a:pt x="576" y="21282"/>
                </a:lnTo>
                <a:lnTo>
                  <a:pt x="331" y="19093"/>
                </a:lnTo>
                <a:lnTo>
                  <a:pt x="145" y="16942"/>
                </a:lnTo>
                <a:lnTo>
                  <a:pt x="29" y="14819"/>
                </a:lnTo>
                <a:lnTo>
                  <a:pt x="0" y="12705"/>
                </a:lnTo>
                <a:lnTo>
                  <a:pt x="71" y="10588"/>
                </a:lnTo>
                <a:lnTo>
                  <a:pt x="258" y="8447"/>
                </a:lnTo>
                <a:lnTo>
                  <a:pt x="576" y="6267"/>
                </a:lnTo>
                <a:lnTo>
                  <a:pt x="2029" y="4736"/>
                </a:lnTo>
                <a:lnTo>
                  <a:pt x="3564" y="3459"/>
                </a:lnTo>
                <a:lnTo>
                  <a:pt x="5172" y="2423"/>
                </a:lnTo>
                <a:lnTo>
                  <a:pt x="6846" y="1604"/>
                </a:lnTo>
                <a:lnTo>
                  <a:pt x="8575" y="979"/>
                </a:lnTo>
                <a:lnTo>
                  <a:pt x="10355" y="529"/>
                </a:lnTo>
                <a:lnTo>
                  <a:pt x="12176" y="228"/>
                </a:lnTo>
                <a:lnTo>
                  <a:pt x="14029" y="60"/>
                </a:lnTo>
                <a:lnTo>
                  <a:pt x="15905" y="0"/>
                </a:lnTo>
                <a:lnTo>
                  <a:pt x="17797" y="27"/>
                </a:lnTo>
                <a:lnTo>
                  <a:pt x="19700" y="123"/>
                </a:lnTo>
                <a:lnTo>
                  <a:pt x="21600" y="261"/>
                </a:lnTo>
                <a:close/>
              </a:path>
            </a:pathLst>
          </a:custGeom>
          <a:solidFill>
            <a:srgbClr val="2D2E2F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2" name="contour_07060"/>
          <p:cNvSpPr/>
          <p:nvPr/>
        </p:nvSpPr>
        <p:spPr>
          <a:xfrm>
            <a:off x="4162329" y="5601098"/>
            <a:ext cx="96945" cy="616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29" y="1179"/>
                </a:moveTo>
                <a:lnTo>
                  <a:pt x="17659" y="2443"/>
                </a:lnTo>
                <a:lnTo>
                  <a:pt x="18484" y="3747"/>
                </a:lnTo>
                <a:lnTo>
                  <a:pt x="19219" y="5103"/>
                </a:lnTo>
                <a:lnTo>
                  <a:pt x="19884" y="6530"/>
                </a:lnTo>
                <a:lnTo>
                  <a:pt x="20491" y="8043"/>
                </a:lnTo>
                <a:lnTo>
                  <a:pt x="21058" y="9656"/>
                </a:lnTo>
                <a:lnTo>
                  <a:pt x="21600" y="11390"/>
                </a:lnTo>
                <a:lnTo>
                  <a:pt x="20796" y="12653"/>
                </a:lnTo>
                <a:lnTo>
                  <a:pt x="19989" y="13922"/>
                </a:lnTo>
                <a:lnTo>
                  <a:pt x="19176" y="15201"/>
                </a:lnTo>
                <a:lnTo>
                  <a:pt x="18352" y="16495"/>
                </a:lnTo>
                <a:lnTo>
                  <a:pt x="18018" y="15229"/>
                </a:lnTo>
                <a:lnTo>
                  <a:pt x="17678" y="13958"/>
                </a:lnTo>
                <a:lnTo>
                  <a:pt x="17337" y="12666"/>
                </a:lnTo>
                <a:lnTo>
                  <a:pt x="16576" y="11022"/>
                </a:lnTo>
                <a:lnTo>
                  <a:pt x="15847" y="9871"/>
                </a:lnTo>
                <a:lnTo>
                  <a:pt x="15041" y="9064"/>
                </a:lnTo>
                <a:lnTo>
                  <a:pt x="14054" y="8452"/>
                </a:lnTo>
                <a:lnTo>
                  <a:pt x="12776" y="7880"/>
                </a:lnTo>
                <a:lnTo>
                  <a:pt x="11638" y="7757"/>
                </a:lnTo>
                <a:lnTo>
                  <a:pt x="10563" y="7686"/>
                </a:lnTo>
                <a:lnTo>
                  <a:pt x="9530" y="7688"/>
                </a:lnTo>
                <a:lnTo>
                  <a:pt x="8517" y="7783"/>
                </a:lnTo>
                <a:lnTo>
                  <a:pt x="7499" y="7992"/>
                </a:lnTo>
                <a:lnTo>
                  <a:pt x="6455" y="8337"/>
                </a:lnTo>
                <a:lnTo>
                  <a:pt x="5362" y="8837"/>
                </a:lnTo>
                <a:lnTo>
                  <a:pt x="4904" y="10512"/>
                </a:lnTo>
                <a:lnTo>
                  <a:pt x="4573" y="12109"/>
                </a:lnTo>
                <a:lnTo>
                  <a:pt x="4347" y="13684"/>
                </a:lnTo>
                <a:lnTo>
                  <a:pt x="4204" y="15293"/>
                </a:lnTo>
                <a:lnTo>
                  <a:pt x="4118" y="16982"/>
                </a:lnTo>
                <a:lnTo>
                  <a:pt x="4068" y="18807"/>
                </a:lnTo>
                <a:lnTo>
                  <a:pt x="3904" y="20194"/>
                </a:lnTo>
                <a:lnTo>
                  <a:pt x="3738" y="21600"/>
                </a:lnTo>
                <a:lnTo>
                  <a:pt x="2665" y="21600"/>
                </a:lnTo>
                <a:lnTo>
                  <a:pt x="1585" y="21600"/>
                </a:lnTo>
                <a:lnTo>
                  <a:pt x="490" y="21600"/>
                </a:lnTo>
                <a:lnTo>
                  <a:pt x="266" y="18266"/>
                </a:lnTo>
                <a:lnTo>
                  <a:pt x="104" y="15563"/>
                </a:lnTo>
                <a:lnTo>
                  <a:pt x="11" y="13391"/>
                </a:lnTo>
                <a:lnTo>
                  <a:pt x="0" y="11642"/>
                </a:lnTo>
                <a:lnTo>
                  <a:pt x="80" y="10213"/>
                </a:lnTo>
                <a:lnTo>
                  <a:pt x="261" y="8998"/>
                </a:lnTo>
                <a:lnTo>
                  <a:pt x="555" y="7895"/>
                </a:lnTo>
                <a:lnTo>
                  <a:pt x="973" y="6800"/>
                </a:lnTo>
                <a:lnTo>
                  <a:pt x="1522" y="5608"/>
                </a:lnTo>
                <a:lnTo>
                  <a:pt x="2215" y="4212"/>
                </a:lnTo>
                <a:lnTo>
                  <a:pt x="3170" y="3099"/>
                </a:lnTo>
                <a:lnTo>
                  <a:pt x="4175" y="2180"/>
                </a:lnTo>
                <a:lnTo>
                  <a:pt x="5227" y="1440"/>
                </a:lnTo>
                <a:lnTo>
                  <a:pt x="6317" y="868"/>
                </a:lnTo>
                <a:lnTo>
                  <a:pt x="7437" y="449"/>
                </a:lnTo>
                <a:lnTo>
                  <a:pt x="8583" y="174"/>
                </a:lnTo>
                <a:lnTo>
                  <a:pt x="9748" y="28"/>
                </a:lnTo>
                <a:lnTo>
                  <a:pt x="10923" y="0"/>
                </a:lnTo>
                <a:lnTo>
                  <a:pt x="12102" y="77"/>
                </a:lnTo>
                <a:lnTo>
                  <a:pt x="13280" y="245"/>
                </a:lnTo>
                <a:lnTo>
                  <a:pt x="14447" y="493"/>
                </a:lnTo>
                <a:lnTo>
                  <a:pt x="15600" y="809"/>
                </a:lnTo>
                <a:lnTo>
                  <a:pt x="16729" y="1179"/>
                </a:lnTo>
                <a:close/>
              </a:path>
            </a:pathLst>
          </a:custGeom>
          <a:solidFill>
            <a:srgbClr val="5A404A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3" name="contour_07061"/>
          <p:cNvSpPr/>
          <p:nvPr/>
        </p:nvSpPr>
        <p:spPr>
          <a:xfrm>
            <a:off x="2364396" y="5589889"/>
            <a:ext cx="47496" cy="512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14" y="0"/>
                </a:moveTo>
                <a:lnTo>
                  <a:pt x="5512" y="95"/>
                </a:lnTo>
                <a:lnTo>
                  <a:pt x="7653" y="227"/>
                </a:lnTo>
                <a:lnTo>
                  <a:pt x="9748" y="424"/>
                </a:lnTo>
                <a:lnTo>
                  <a:pt x="11809" y="704"/>
                </a:lnTo>
                <a:lnTo>
                  <a:pt x="13841" y="1088"/>
                </a:lnTo>
                <a:lnTo>
                  <a:pt x="15859" y="1595"/>
                </a:lnTo>
                <a:lnTo>
                  <a:pt x="17871" y="2250"/>
                </a:lnTo>
                <a:lnTo>
                  <a:pt x="19886" y="3074"/>
                </a:lnTo>
                <a:lnTo>
                  <a:pt x="20765" y="5349"/>
                </a:lnTo>
                <a:lnTo>
                  <a:pt x="21332" y="7540"/>
                </a:lnTo>
                <a:lnTo>
                  <a:pt x="21600" y="9680"/>
                </a:lnTo>
                <a:lnTo>
                  <a:pt x="21580" y="11807"/>
                </a:lnTo>
                <a:lnTo>
                  <a:pt x="21282" y="13952"/>
                </a:lnTo>
                <a:lnTo>
                  <a:pt x="20712" y="16153"/>
                </a:lnTo>
                <a:lnTo>
                  <a:pt x="19886" y="18443"/>
                </a:lnTo>
                <a:lnTo>
                  <a:pt x="17792" y="19707"/>
                </a:lnTo>
                <a:lnTo>
                  <a:pt x="15720" y="20607"/>
                </a:lnTo>
                <a:lnTo>
                  <a:pt x="13622" y="21191"/>
                </a:lnTo>
                <a:lnTo>
                  <a:pt x="11441" y="21508"/>
                </a:lnTo>
                <a:lnTo>
                  <a:pt x="9128" y="21600"/>
                </a:lnTo>
                <a:lnTo>
                  <a:pt x="6629" y="21517"/>
                </a:lnTo>
                <a:lnTo>
                  <a:pt x="4080" y="20340"/>
                </a:lnTo>
                <a:lnTo>
                  <a:pt x="2539" y="19307"/>
                </a:lnTo>
                <a:lnTo>
                  <a:pt x="1385" y="17844"/>
                </a:lnTo>
                <a:lnTo>
                  <a:pt x="0" y="15369"/>
                </a:lnTo>
                <a:lnTo>
                  <a:pt x="215" y="13399"/>
                </a:lnTo>
                <a:lnTo>
                  <a:pt x="500" y="11453"/>
                </a:lnTo>
                <a:lnTo>
                  <a:pt x="848" y="9526"/>
                </a:lnTo>
                <a:lnTo>
                  <a:pt x="1253" y="7614"/>
                </a:lnTo>
                <a:lnTo>
                  <a:pt x="1710" y="5708"/>
                </a:lnTo>
                <a:lnTo>
                  <a:pt x="2207" y="3809"/>
                </a:lnTo>
                <a:lnTo>
                  <a:pt x="2744" y="1909"/>
                </a:lnTo>
                <a:lnTo>
                  <a:pt x="3314" y="0"/>
                </a:lnTo>
                <a:close/>
              </a:path>
            </a:pathLst>
          </a:custGeom>
          <a:solidFill>
            <a:srgbClr val="B2707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4" name="contour_07062"/>
          <p:cNvSpPr/>
          <p:nvPr/>
        </p:nvSpPr>
        <p:spPr>
          <a:xfrm>
            <a:off x="848494" y="5589889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6013" y="1497"/>
                </a:lnTo>
                <a:lnTo>
                  <a:pt x="8548" y="2638"/>
                </a:lnTo>
                <a:lnTo>
                  <a:pt x="10457" y="3505"/>
                </a:lnTo>
                <a:lnTo>
                  <a:pt x="11902" y="4163"/>
                </a:lnTo>
                <a:lnTo>
                  <a:pt x="13041" y="4684"/>
                </a:lnTo>
                <a:lnTo>
                  <a:pt x="14032" y="5147"/>
                </a:lnTo>
                <a:lnTo>
                  <a:pt x="15031" y="5619"/>
                </a:lnTo>
                <a:lnTo>
                  <a:pt x="16200" y="6171"/>
                </a:lnTo>
                <a:lnTo>
                  <a:pt x="17761" y="6847"/>
                </a:lnTo>
                <a:lnTo>
                  <a:pt x="19343" y="7532"/>
                </a:lnTo>
                <a:lnTo>
                  <a:pt x="20463" y="8390"/>
                </a:lnTo>
                <a:lnTo>
                  <a:pt x="21600" y="9257"/>
                </a:lnTo>
                <a:lnTo>
                  <a:pt x="21600" y="11297"/>
                </a:lnTo>
                <a:lnTo>
                  <a:pt x="21600" y="13349"/>
                </a:lnTo>
                <a:lnTo>
                  <a:pt x="21600" y="15429"/>
                </a:lnTo>
                <a:lnTo>
                  <a:pt x="20002" y="16583"/>
                </a:lnTo>
                <a:lnTo>
                  <a:pt x="18819" y="17326"/>
                </a:lnTo>
                <a:lnTo>
                  <a:pt x="17466" y="17993"/>
                </a:lnTo>
                <a:lnTo>
                  <a:pt x="15358" y="18900"/>
                </a:lnTo>
                <a:lnTo>
                  <a:pt x="13613" y="19678"/>
                </a:lnTo>
                <a:lnTo>
                  <a:pt x="11845" y="20468"/>
                </a:lnTo>
                <a:lnTo>
                  <a:pt x="10435" y="20887"/>
                </a:lnTo>
                <a:lnTo>
                  <a:pt x="9275" y="21187"/>
                </a:lnTo>
                <a:lnTo>
                  <a:pt x="8162" y="21390"/>
                </a:lnTo>
                <a:lnTo>
                  <a:pt x="6882" y="21511"/>
                </a:lnTo>
                <a:lnTo>
                  <a:pt x="5235" y="21572"/>
                </a:lnTo>
                <a:lnTo>
                  <a:pt x="3010" y="21597"/>
                </a:lnTo>
                <a:lnTo>
                  <a:pt x="0" y="21600"/>
                </a:lnTo>
                <a:lnTo>
                  <a:pt x="267" y="19462"/>
                </a:lnTo>
                <a:lnTo>
                  <a:pt x="535" y="17320"/>
                </a:lnTo>
                <a:lnTo>
                  <a:pt x="802" y="15179"/>
                </a:lnTo>
                <a:lnTo>
                  <a:pt x="1072" y="13034"/>
                </a:lnTo>
                <a:lnTo>
                  <a:pt x="1339" y="10880"/>
                </a:lnTo>
                <a:lnTo>
                  <a:pt x="1609" y="8723"/>
                </a:lnTo>
                <a:lnTo>
                  <a:pt x="1879" y="6557"/>
                </a:lnTo>
                <a:lnTo>
                  <a:pt x="2152" y="4382"/>
                </a:lnTo>
                <a:lnTo>
                  <a:pt x="2425" y="2197"/>
                </a:lnTo>
                <a:lnTo>
                  <a:pt x="2700" y="0"/>
                </a:lnTo>
                <a:close/>
              </a:path>
            </a:pathLst>
          </a:custGeom>
          <a:solidFill>
            <a:srgbClr val="23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5" name="contour_07063"/>
          <p:cNvSpPr/>
          <p:nvPr/>
        </p:nvSpPr>
        <p:spPr>
          <a:xfrm>
            <a:off x="8785116" y="5546162"/>
            <a:ext cx="44581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25" y="0"/>
                </a:moveTo>
                <a:lnTo>
                  <a:pt x="16459" y="0"/>
                </a:lnTo>
                <a:lnTo>
                  <a:pt x="18807" y="0"/>
                </a:lnTo>
                <a:lnTo>
                  <a:pt x="21187" y="0"/>
                </a:lnTo>
                <a:lnTo>
                  <a:pt x="21335" y="1282"/>
                </a:lnTo>
                <a:lnTo>
                  <a:pt x="21462" y="2545"/>
                </a:lnTo>
                <a:lnTo>
                  <a:pt x="21554" y="3793"/>
                </a:lnTo>
                <a:lnTo>
                  <a:pt x="21600" y="5024"/>
                </a:lnTo>
                <a:lnTo>
                  <a:pt x="21586" y="6242"/>
                </a:lnTo>
                <a:lnTo>
                  <a:pt x="21498" y="7448"/>
                </a:lnTo>
                <a:lnTo>
                  <a:pt x="21318" y="8644"/>
                </a:lnTo>
                <a:lnTo>
                  <a:pt x="21035" y="9828"/>
                </a:lnTo>
                <a:lnTo>
                  <a:pt x="20632" y="11002"/>
                </a:lnTo>
                <a:lnTo>
                  <a:pt x="20103" y="12170"/>
                </a:lnTo>
                <a:lnTo>
                  <a:pt x="19425" y="13331"/>
                </a:lnTo>
                <a:lnTo>
                  <a:pt x="18591" y="14488"/>
                </a:lnTo>
                <a:lnTo>
                  <a:pt x="17582" y="15640"/>
                </a:lnTo>
                <a:lnTo>
                  <a:pt x="16388" y="16790"/>
                </a:lnTo>
                <a:lnTo>
                  <a:pt x="14993" y="17492"/>
                </a:lnTo>
                <a:lnTo>
                  <a:pt x="13718" y="17878"/>
                </a:lnTo>
                <a:lnTo>
                  <a:pt x="11833" y="18076"/>
                </a:lnTo>
                <a:lnTo>
                  <a:pt x="8609" y="18225"/>
                </a:lnTo>
                <a:lnTo>
                  <a:pt x="6932" y="18151"/>
                </a:lnTo>
                <a:lnTo>
                  <a:pt x="5244" y="18076"/>
                </a:lnTo>
                <a:lnTo>
                  <a:pt x="3531" y="18000"/>
                </a:lnTo>
                <a:lnTo>
                  <a:pt x="2302" y="19060"/>
                </a:lnTo>
                <a:lnTo>
                  <a:pt x="1525" y="19789"/>
                </a:lnTo>
                <a:lnTo>
                  <a:pt x="869" y="20524"/>
                </a:lnTo>
                <a:lnTo>
                  <a:pt x="0" y="21600"/>
                </a:lnTo>
                <a:lnTo>
                  <a:pt x="279" y="20311"/>
                </a:lnTo>
                <a:lnTo>
                  <a:pt x="590" y="19028"/>
                </a:lnTo>
                <a:lnTo>
                  <a:pt x="946" y="17752"/>
                </a:lnTo>
                <a:lnTo>
                  <a:pt x="1345" y="16483"/>
                </a:lnTo>
                <a:lnTo>
                  <a:pt x="1794" y="15223"/>
                </a:lnTo>
                <a:lnTo>
                  <a:pt x="2299" y="13972"/>
                </a:lnTo>
                <a:lnTo>
                  <a:pt x="2860" y="12731"/>
                </a:lnTo>
                <a:lnTo>
                  <a:pt x="3482" y="11502"/>
                </a:lnTo>
                <a:lnTo>
                  <a:pt x="4174" y="10283"/>
                </a:lnTo>
                <a:lnTo>
                  <a:pt x="4937" y="9079"/>
                </a:lnTo>
                <a:lnTo>
                  <a:pt x="5773" y="7888"/>
                </a:lnTo>
                <a:lnTo>
                  <a:pt x="6692" y="6710"/>
                </a:lnTo>
                <a:lnTo>
                  <a:pt x="7694" y="5549"/>
                </a:lnTo>
                <a:lnTo>
                  <a:pt x="8785" y="4403"/>
                </a:lnTo>
                <a:lnTo>
                  <a:pt x="9968" y="3274"/>
                </a:lnTo>
                <a:lnTo>
                  <a:pt x="11250" y="2164"/>
                </a:lnTo>
                <a:lnTo>
                  <a:pt x="12634" y="1073"/>
                </a:lnTo>
                <a:lnTo>
                  <a:pt x="14125" y="0"/>
                </a:lnTo>
                <a:close/>
              </a:path>
            </a:pathLst>
          </a:custGeom>
          <a:solidFill>
            <a:srgbClr val="B7C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6" name="contour_07064"/>
          <p:cNvSpPr/>
          <p:nvPr/>
        </p:nvSpPr>
        <p:spPr>
          <a:xfrm>
            <a:off x="5731448" y="5517010"/>
            <a:ext cx="5830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228" y="408"/>
                </a:lnTo>
                <a:lnTo>
                  <a:pt x="5756" y="815"/>
                </a:lnTo>
                <a:lnTo>
                  <a:pt x="7290" y="1224"/>
                </a:lnTo>
                <a:lnTo>
                  <a:pt x="8829" y="1634"/>
                </a:lnTo>
                <a:lnTo>
                  <a:pt x="10376" y="2048"/>
                </a:lnTo>
                <a:lnTo>
                  <a:pt x="11931" y="2462"/>
                </a:lnTo>
                <a:lnTo>
                  <a:pt x="13500" y="2880"/>
                </a:lnTo>
                <a:lnTo>
                  <a:pt x="11896" y="2880"/>
                </a:lnTo>
                <a:lnTo>
                  <a:pt x="10287" y="2880"/>
                </a:lnTo>
                <a:lnTo>
                  <a:pt x="8672" y="2880"/>
                </a:lnTo>
                <a:lnTo>
                  <a:pt x="7044" y="2880"/>
                </a:lnTo>
                <a:lnTo>
                  <a:pt x="5400" y="2880"/>
                </a:lnTo>
                <a:lnTo>
                  <a:pt x="5400" y="3832"/>
                </a:lnTo>
                <a:lnTo>
                  <a:pt x="5400" y="4789"/>
                </a:lnTo>
                <a:lnTo>
                  <a:pt x="5400" y="5760"/>
                </a:lnTo>
                <a:lnTo>
                  <a:pt x="7112" y="6268"/>
                </a:lnTo>
                <a:lnTo>
                  <a:pt x="8367" y="6597"/>
                </a:lnTo>
                <a:lnTo>
                  <a:pt x="9785" y="6889"/>
                </a:lnTo>
                <a:lnTo>
                  <a:pt x="11983" y="7289"/>
                </a:lnTo>
                <a:lnTo>
                  <a:pt x="14815" y="7815"/>
                </a:lnTo>
                <a:lnTo>
                  <a:pt x="16802" y="8214"/>
                </a:lnTo>
                <a:lnTo>
                  <a:pt x="18203" y="8562"/>
                </a:lnTo>
                <a:lnTo>
                  <a:pt x="19294" y="8937"/>
                </a:lnTo>
                <a:lnTo>
                  <a:pt x="20336" y="9418"/>
                </a:lnTo>
                <a:lnTo>
                  <a:pt x="21600" y="10080"/>
                </a:lnTo>
                <a:lnTo>
                  <a:pt x="21465" y="11069"/>
                </a:lnTo>
                <a:lnTo>
                  <a:pt x="21308" y="12046"/>
                </a:lnTo>
                <a:lnTo>
                  <a:pt x="21125" y="13015"/>
                </a:lnTo>
                <a:lnTo>
                  <a:pt x="20917" y="13981"/>
                </a:lnTo>
                <a:lnTo>
                  <a:pt x="20682" y="14952"/>
                </a:lnTo>
                <a:lnTo>
                  <a:pt x="20417" y="15929"/>
                </a:lnTo>
                <a:lnTo>
                  <a:pt x="20207" y="16747"/>
                </a:lnTo>
                <a:lnTo>
                  <a:pt x="19991" y="17575"/>
                </a:lnTo>
                <a:lnTo>
                  <a:pt x="19723" y="18582"/>
                </a:lnTo>
                <a:lnTo>
                  <a:pt x="19454" y="19588"/>
                </a:lnTo>
                <a:lnTo>
                  <a:pt x="19178" y="20595"/>
                </a:lnTo>
                <a:lnTo>
                  <a:pt x="18900" y="21600"/>
                </a:lnTo>
                <a:lnTo>
                  <a:pt x="17561" y="21600"/>
                </a:lnTo>
                <a:lnTo>
                  <a:pt x="16200" y="21600"/>
                </a:lnTo>
                <a:lnTo>
                  <a:pt x="15995" y="20614"/>
                </a:lnTo>
                <a:lnTo>
                  <a:pt x="15790" y="19626"/>
                </a:lnTo>
                <a:lnTo>
                  <a:pt x="15582" y="18638"/>
                </a:lnTo>
                <a:lnTo>
                  <a:pt x="15377" y="17649"/>
                </a:lnTo>
                <a:lnTo>
                  <a:pt x="15171" y="16658"/>
                </a:lnTo>
                <a:lnTo>
                  <a:pt x="14963" y="15666"/>
                </a:lnTo>
                <a:lnTo>
                  <a:pt x="14756" y="14671"/>
                </a:lnTo>
                <a:lnTo>
                  <a:pt x="14548" y="13674"/>
                </a:lnTo>
                <a:lnTo>
                  <a:pt x="14340" y="12675"/>
                </a:lnTo>
                <a:lnTo>
                  <a:pt x="14132" y="11671"/>
                </a:lnTo>
                <a:lnTo>
                  <a:pt x="13921" y="10665"/>
                </a:lnTo>
                <a:lnTo>
                  <a:pt x="13711" y="9655"/>
                </a:lnTo>
                <a:lnTo>
                  <a:pt x="13500" y="8640"/>
                </a:lnTo>
                <a:lnTo>
                  <a:pt x="11829" y="8819"/>
                </a:lnTo>
                <a:lnTo>
                  <a:pt x="10157" y="8997"/>
                </a:lnTo>
                <a:lnTo>
                  <a:pt x="8481" y="9176"/>
                </a:lnTo>
                <a:lnTo>
                  <a:pt x="6801" y="9354"/>
                </a:lnTo>
                <a:lnTo>
                  <a:pt x="5114" y="9534"/>
                </a:lnTo>
                <a:lnTo>
                  <a:pt x="3418" y="9716"/>
                </a:lnTo>
                <a:lnTo>
                  <a:pt x="1714" y="9897"/>
                </a:lnTo>
                <a:lnTo>
                  <a:pt x="0" y="10080"/>
                </a:lnTo>
                <a:lnTo>
                  <a:pt x="267" y="9082"/>
                </a:lnTo>
                <a:lnTo>
                  <a:pt x="535" y="8083"/>
                </a:lnTo>
                <a:lnTo>
                  <a:pt x="802" y="7083"/>
                </a:lnTo>
                <a:lnTo>
                  <a:pt x="1072" y="6083"/>
                </a:lnTo>
                <a:lnTo>
                  <a:pt x="1339" y="5077"/>
                </a:lnTo>
                <a:lnTo>
                  <a:pt x="1609" y="4071"/>
                </a:lnTo>
                <a:lnTo>
                  <a:pt x="1879" y="3060"/>
                </a:lnTo>
                <a:lnTo>
                  <a:pt x="2152" y="2045"/>
                </a:lnTo>
                <a:lnTo>
                  <a:pt x="2425" y="1025"/>
                </a:lnTo>
                <a:lnTo>
                  <a:pt x="2700" y="0"/>
                </a:lnTo>
                <a:close/>
              </a:path>
            </a:pathLst>
          </a:custGeom>
          <a:solidFill>
            <a:srgbClr val="B3AA9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7" name="contour_07065"/>
          <p:cNvSpPr/>
          <p:nvPr/>
        </p:nvSpPr>
        <p:spPr>
          <a:xfrm>
            <a:off x="1803221" y="5553450"/>
            <a:ext cx="13118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389"/>
                </a:lnTo>
                <a:lnTo>
                  <a:pt x="19428" y="780"/>
                </a:lnTo>
                <a:lnTo>
                  <a:pt x="20146" y="1170"/>
                </a:lnTo>
                <a:lnTo>
                  <a:pt x="20869" y="1565"/>
                </a:lnTo>
                <a:lnTo>
                  <a:pt x="21600" y="1964"/>
                </a:lnTo>
                <a:lnTo>
                  <a:pt x="21373" y="3087"/>
                </a:lnTo>
                <a:lnTo>
                  <a:pt x="21172" y="3870"/>
                </a:lnTo>
                <a:lnTo>
                  <a:pt x="20885" y="4681"/>
                </a:lnTo>
                <a:lnTo>
                  <a:pt x="20400" y="5891"/>
                </a:lnTo>
                <a:lnTo>
                  <a:pt x="19559" y="6291"/>
                </a:lnTo>
                <a:lnTo>
                  <a:pt x="18947" y="6555"/>
                </a:lnTo>
                <a:lnTo>
                  <a:pt x="18388" y="6741"/>
                </a:lnTo>
                <a:lnTo>
                  <a:pt x="17706" y="6910"/>
                </a:lnTo>
                <a:lnTo>
                  <a:pt x="16726" y="7118"/>
                </a:lnTo>
                <a:lnTo>
                  <a:pt x="16433" y="7183"/>
                </a:lnTo>
                <a:lnTo>
                  <a:pt x="15916" y="7299"/>
                </a:lnTo>
                <a:lnTo>
                  <a:pt x="14732" y="7564"/>
                </a:lnTo>
                <a:lnTo>
                  <a:pt x="14352" y="7637"/>
                </a:lnTo>
                <a:lnTo>
                  <a:pt x="13200" y="7855"/>
                </a:lnTo>
                <a:lnTo>
                  <a:pt x="13200" y="9151"/>
                </a:lnTo>
                <a:lnTo>
                  <a:pt x="13200" y="10449"/>
                </a:lnTo>
                <a:lnTo>
                  <a:pt x="13200" y="11752"/>
                </a:lnTo>
                <a:lnTo>
                  <a:pt x="13200" y="13062"/>
                </a:lnTo>
                <a:lnTo>
                  <a:pt x="13200" y="14380"/>
                </a:lnTo>
                <a:lnTo>
                  <a:pt x="13200" y="15709"/>
                </a:lnTo>
                <a:lnTo>
                  <a:pt x="12439" y="15605"/>
                </a:lnTo>
                <a:lnTo>
                  <a:pt x="11668" y="15503"/>
                </a:lnTo>
                <a:lnTo>
                  <a:pt x="10843" y="15440"/>
                </a:lnTo>
                <a:lnTo>
                  <a:pt x="10031" y="15397"/>
                </a:lnTo>
                <a:lnTo>
                  <a:pt x="9228" y="15377"/>
                </a:lnTo>
                <a:lnTo>
                  <a:pt x="8428" y="15389"/>
                </a:lnTo>
                <a:lnTo>
                  <a:pt x="7627" y="15444"/>
                </a:lnTo>
                <a:lnTo>
                  <a:pt x="6820" y="15548"/>
                </a:lnTo>
                <a:lnTo>
                  <a:pt x="6000" y="15709"/>
                </a:lnTo>
                <a:lnTo>
                  <a:pt x="5486" y="17170"/>
                </a:lnTo>
                <a:lnTo>
                  <a:pt x="5167" y="18207"/>
                </a:lnTo>
                <a:lnTo>
                  <a:pt x="4985" y="19102"/>
                </a:lnTo>
                <a:lnTo>
                  <a:pt x="4882" y="20139"/>
                </a:lnTo>
                <a:lnTo>
                  <a:pt x="4800" y="21600"/>
                </a:lnTo>
                <a:lnTo>
                  <a:pt x="4676" y="20667"/>
                </a:lnTo>
                <a:lnTo>
                  <a:pt x="4552" y="19729"/>
                </a:lnTo>
                <a:lnTo>
                  <a:pt x="4426" y="18776"/>
                </a:lnTo>
                <a:lnTo>
                  <a:pt x="4153" y="17763"/>
                </a:lnTo>
                <a:lnTo>
                  <a:pt x="3878" y="16744"/>
                </a:lnTo>
                <a:lnTo>
                  <a:pt x="3600" y="15709"/>
                </a:lnTo>
                <a:lnTo>
                  <a:pt x="2887" y="15320"/>
                </a:lnTo>
                <a:lnTo>
                  <a:pt x="2172" y="14930"/>
                </a:lnTo>
                <a:lnTo>
                  <a:pt x="1454" y="14539"/>
                </a:lnTo>
                <a:lnTo>
                  <a:pt x="731" y="14144"/>
                </a:lnTo>
                <a:lnTo>
                  <a:pt x="0" y="13745"/>
                </a:lnTo>
                <a:lnTo>
                  <a:pt x="848" y="13745"/>
                </a:lnTo>
                <a:lnTo>
                  <a:pt x="1698" y="13745"/>
                </a:lnTo>
                <a:lnTo>
                  <a:pt x="2546" y="13745"/>
                </a:lnTo>
                <a:lnTo>
                  <a:pt x="3397" y="13745"/>
                </a:lnTo>
                <a:lnTo>
                  <a:pt x="4248" y="13745"/>
                </a:lnTo>
                <a:lnTo>
                  <a:pt x="5101" y="13745"/>
                </a:lnTo>
                <a:lnTo>
                  <a:pt x="5956" y="13745"/>
                </a:lnTo>
                <a:lnTo>
                  <a:pt x="6811" y="13745"/>
                </a:lnTo>
                <a:lnTo>
                  <a:pt x="7669" y="13745"/>
                </a:lnTo>
                <a:lnTo>
                  <a:pt x="8530" y="13745"/>
                </a:lnTo>
                <a:lnTo>
                  <a:pt x="9392" y="13745"/>
                </a:lnTo>
                <a:lnTo>
                  <a:pt x="10259" y="13745"/>
                </a:lnTo>
                <a:lnTo>
                  <a:pt x="11128" y="13745"/>
                </a:lnTo>
                <a:lnTo>
                  <a:pt x="12000" y="13745"/>
                </a:lnTo>
                <a:lnTo>
                  <a:pt x="12000" y="12449"/>
                </a:lnTo>
                <a:lnTo>
                  <a:pt x="12000" y="11151"/>
                </a:lnTo>
                <a:lnTo>
                  <a:pt x="12000" y="9854"/>
                </a:lnTo>
                <a:lnTo>
                  <a:pt x="12000" y="8552"/>
                </a:lnTo>
                <a:lnTo>
                  <a:pt x="12000" y="7246"/>
                </a:lnTo>
                <a:lnTo>
                  <a:pt x="12000" y="5934"/>
                </a:lnTo>
                <a:lnTo>
                  <a:pt x="12000" y="4618"/>
                </a:lnTo>
                <a:lnTo>
                  <a:pt x="12000" y="3295"/>
                </a:lnTo>
                <a:lnTo>
                  <a:pt x="12000" y="1964"/>
                </a:lnTo>
                <a:lnTo>
                  <a:pt x="12743" y="2207"/>
                </a:lnTo>
                <a:lnTo>
                  <a:pt x="13486" y="2451"/>
                </a:lnTo>
                <a:lnTo>
                  <a:pt x="14231" y="2694"/>
                </a:lnTo>
                <a:lnTo>
                  <a:pt x="14977" y="2938"/>
                </a:lnTo>
                <a:lnTo>
                  <a:pt x="15727" y="3183"/>
                </a:lnTo>
                <a:lnTo>
                  <a:pt x="16481" y="3430"/>
                </a:lnTo>
                <a:lnTo>
                  <a:pt x="17238" y="3678"/>
                </a:lnTo>
                <a:lnTo>
                  <a:pt x="18000" y="3927"/>
                </a:lnTo>
                <a:lnTo>
                  <a:pt x="18000" y="2629"/>
                </a:lnTo>
                <a:lnTo>
                  <a:pt x="18000" y="1323"/>
                </a:lnTo>
                <a:lnTo>
                  <a:pt x="18000" y="0"/>
                </a:lnTo>
                <a:close/>
              </a:path>
            </a:pathLst>
          </a:custGeom>
          <a:solidFill>
            <a:srgbClr val="8F747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8" name="contour_07066"/>
          <p:cNvSpPr/>
          <p:nvPr/>
        </p:nvSpPr>
        <p:spPr>
          <a:xfrm>
            <a:off x="898526" y="5557946"/>
            <a:ext cx="88440" cy="32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38" y="5154"/>
                </a:moveTo>
                <a:lnTo>
                  <a:pt x="18866" y="7187"/>
                </a:lnTo>
                <a:lnTo>
                  <a:pt x="19411" y="8794"/>
                </a:lnTo>
                <a:lnTo>
                  <a:pt x="19936" y="10524"/>
                </a:lnTo>
                <a:lnTo>
                  <a:pt x="20610" y="12918"/>
                </a:lnTo>
                <a:lnTo>
                  <a:pt x="21600" y="16529"/>
                </a:lnTo>
                <a:lnTo>
                  <a:pt x="20402" y="17804"/>
                </a:lnTo>
                <a:lnTo>
                  <a:pt x="19222" y="18859"/>
                </a:lnTo>
                <a:lnTo>
                  <a:pt x="18056" y="19704"/>
                </a:lnTo>
                <a:lnTo>
                  <a:pt x="16899" y="20364"/>
                </a:lnTo>
                <a:lnTo>
                  <a:pt x="15746" y="20862"/>
                </a:lnTo>
                <a:lnTo>
                  <a:pt x="14592" y="21214"/>
                </a:lnTo>
                <a:lnTo>
                  <a:pt x="13432" y="21439"/>
                </a:lnTo>
                <a:lnTo>
                  <a:pt x="12259" y="21561"/>
                </a:lnTo>
                <a:lnTo>
                  <a:pt x="11071" y="21600"/>
                </a:lnTo>
                <a:lnTo>
                  <a:pt x="9861" y="21576"/>
                </a:lnTo>
                <a:lnTo>
                  <a:pt x="8626" y="21507"/>
                </a:lnTo>
                <a:lnTo>
                  <a:pt x="7360" y="21414"/>
                </a:lnTo>
                <a:lnTo>
                  <a:pt x="6331" y="21409"/>
                </a:lnTo>
                <a:lnTo>
                  <a:pt x="5303" y="21405"/>
                </a:lnTo>
                <a:lnTo>
                  <a:pt x="4274" y="21405"/>
                </a:lnTo>
                <a:lnTo>
                  <a:pt x="3245" y="21414"/>
                </a:lnTo>
                <a:lnTo>
                  <a:pt x="2252" y="21414"/>
                </a:lnTo>
                <a:lnTo>
                  <a:pt x="1253" y="21414"/>
                </a:lnTo>
                <a:lnTo>
                  <a:pt x="240" y="21414"/>
                </a:lnTo>
                <a:lnTo>
                  <a:pt x="80" y="17926"/>
                </a:lnTo>
                <a:lnTo>
                  <a:pt x="0" y="15419"/>
                </a:lnTo>
                <a:lnTo>
                  <a:pt x="0" y="13192"/>
                </a:lnTo>
                <a:lnTo>
                  <a:pt x="80" y="10539"/>
                </a:lnTo>
                <a:lnTo>
                  <a:pt x="240" y="6757"/>
                </a:lnTo>
                <a:lnTo>
                  <a:pt x="1205" y="5306"/>
                </a:lnTo>
                <a:lnTo>
                  <a:pt x="2266" y="4011"/>
                </a:lnTo>
                <a:lnTo>
                  <a:pt x="3409" y="2883"/>
                </a:lnTo>
                <a:lnTo>
                  <a:pt x="4617" y="1925"/>
                </a:lnTo>
                <a:lnTo>
                  <a:pt x="5879" y="1153"/>
                </a:lnTo>
                <a:lnTo>
                  <a:pt x="7179" y="567"/>
                </a:lnTo>
                <a:lnTo>
                  <a:pt x="8501" y="181"/>
                </a:lnTo>
                <a:lnTo>
                  <a:pt x="9833" y="0"/>
                </a:lnTo>
                <a:lnTo>
                  <a:pt x="11155" y="29"/>
                </a:lnTo>
                <a:lnTo>
                  <a:pt x="12458" y="283"/>
                </a:lnTo>
                <a:lnTo>
                  <a:pt x="13725" y="767"/>
                </a:lnTo>
                <a:lnTo>
                  <a:pt x="14941" y="1485"/>
                </a:lnTo>
                <a:lnTo>
                  <a:pt x="16091" y="2453"/>
                </a:lnTo>
                <a:lnTo>
                  <a:pt x="17163" y="3674"/>
                </a:lnTo>
                <a:lnTo>
                  <a:pt x="18138" y="5154"/>
                </a:lnTo>
                <a:close/>
              </a:path>
            </a:pathLst>
          </a:custGeom>
          <a:solidFill>
            <a:srgbClr val="C4C9D4"/>
          </a:solidFill>
          <a:ln>
            <a:noFill/>
          </a:ln>
        </p:spPr>
        <p:txBody>
          <a:bodyPr/>
          <a:lstStyle/>
          <a:p/>
        </p:txBody>
      </p:sp>
      <p:sp>
        <p:nvSpPr>
          <p:cNvPr id="7069" name="contour_07067"/>
          <p:cNvSpPr/>
          <p:nvPr/>
        </p:nvSpPr>
        <p:spPr>
          <a:xfrm>
            <a:off x="4339442" y="5532030"/>
            <a:ext cx="72880" cy="42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77" y="192"/>
                </a:moveTo>
                <a:lnTo>
                  <a:pt x="11735" y="884"/>
                </a:lnTo>
                <a:lnTo>
                  <a:pt x="13174" y="1638"/>
                </a:lnTo>
                <a:lnTo>
                  <a:pt x="14602" y="2452"/>
                </a:lnTo>
                <a:lnTo>
                  <a:pt x="16014" y="3314"/>
                </a:lnTo>
                <a:lnTo>
                  <a:pt x="17418" y="4224"/>
                </a:lnTo>
                <a:lnTo>
                  <a:pt x="18816" y="5174"/>
                </a:lnTo>
                <a:lnTo>
                  <a:pt x="20209" y="6158"/>
                </a:lnTo>
                <a:lnTo>
                  <a:pt x="21600" y="7172"/>
                </a:lnTo>
                <a:lnTo>
                  <a:pt x="20883" y="9798"/>
                </a:lnTo>
                <a:lnTo>
                  <a:pt x="20123" y="12024"/>
                </a:lnTo>
                <a:lnTo>
                  <a:pt x="19297" y="13918"/>
                </a:lnTo>
                <a:lnTo>
                  <a:pt x="18382" y="15549"/>
                </a:lnTo>
                <a:lnTo>
                  <a:pt x="17353" y="16988"/>
                </a:lnTo>
                <a:lnTo>
                  <a:pt x="16189" y="18297"/>
                </a:lnTo>
                <a:lnTo>
                  <a:pt x="14867" y="19555"/>
                </a:lnTo>
                <a:lnTo>
                  <a:pt x="13366" y="20823"/>
                </a:lnTo>
                <a:lnTo>
                  <a:pt x="11835" y="21356"/>
                </a:lnTo>
                <a:lnTo>
                  <a:pt x="10327" y="21600"/>
                </a:lnTo>
                <a:lnTo>
                  <a:pt x="8839" y="21593"/>
                </a:lnTo>
                <a:lnTo>
                  <a:pt x="7361" y="21371"/>
                </a:lnTo>
                <a:lnTo>
                  <a:pt x="5892" y="20971"/>
                </a:lnTo>
                <a:lnTo>
                  <a:pt x="4428" y="20424"/>
                </a:lnTo>
                <a:lnTo>
                  <a:pt x="2961" y="19765"/>
                </a:lnTo>
                <a:lnTo>
                  <a:pt x="1486" y="19037"/>
                </a:lnTo>
                <a:lnTo>
                  <a:pt x="0" y="18268"/>
                </a:lnTo>
                <a:lnTo>
                  <a:pt x="1054" y="13178"/>
                </a:lnTo>
                <a:lnTo>
                  <a:pt x="1938" y="9110"/>
                </a:lnTo>
                <a:lnTo>
                  <a:pt x="2711" y="5947"/>
                </a:lnTo>
                <a:lnTo>
                  <a:pt x="3439" y="3588"/>
                </a:lnTo>
                <a:lnTo>
                  <a:pt x="4182" y="1923"/>
                </a:lnTo>
                <a:lnTo>
                  <a:pt x="5003" y="843"/>
                </a:lnTo>
                <a:lnTo>
                  <a:pt x="5959" y="237"/>
                </a:lnTo>
                <a:lnTo>
                  <a:pt x="7117" y="0"/>
                </a:lnTo>
                <a:lnTo>
                  <a:pt x="8534" y="22"/>
                </a:lnTo>
                <a:lnTo>
                  <a:pt x="10277" y="192"/>
                </a:lnTo>
                <a:close/>
              </a:path>
            </a:pathLst>
          </a:custGeom>
          <a:solidFill>
            <a:srgbClr val="D4DBE1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0" name="contour_07068"/>
          <p:cNvSpPr/>
          <p:nvPr/>
        </p:nvSpPr>
        <p:spPr>
          <a:xfrm>
            <a:off x="9659675" y="5488047"/>
            <a:ext cx="88148" cy="508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53" y="8582"/>
                </a:moveTo>
                <a:lnTo>
                  <a:pt x="20575" y="10469"/>
                </a:lnTo>
                <a:lnTo>
                  <a:pt x="21080" y="12206"/>
                </a:lnTo>
                <a:lnTo>
                  <a:pt x="21398" y="13882"/>
                </a:lnTo>
                <a:lnTo>
                  <a:pt x="21561" y="15573"/>
                </a:lnTo>
                <a:lnTo>
                  <a:pt x="21600" y="17369"/>
                </a:lnTo>
                <a:lnTo>
                  <a:pt x="21546" y="19351"/>
                </a:lnTo>
                <a:lnTo>
                  <a:pt x="21430" y="21600"/>
                </a:lnTo>
                <a:lnTo>
                  <a:pt x="20341" y="21327"/>
                </a:lnTo>
                <a:lnTo>
                  <a:pt x="19252" y="21039"/>
                </a:lnTo>
                <a:lnTo>
                  <a:pt x="18164" y="20745"/>
                </a:lnTo>
                <a:lnTo>
                  <a:pt x="17076" y="20439"/>
                </a:lnTo>
                <a:lnTo>
                  <a:pt x="15862" y="20113"/>
                </a:lnTo>
                <a:lnTo>
                  <a:pt x="14628" y="19785"/>
                </a:lnTo>
                <a:lnTo>
                  <a:pt x="13573" y="19150"/>
                </a:lnTo>
                <a:lnTo>
                  <a:pt x="12501" y="18503"/>
                </a:lnTo>
                <a:lnTo>
                  <a:pt x="12085" y="16967"/>
                </a:lnTo>
                <a:lnTo>
                  <a:pt x="11663" y="15406"/>
                </a:lnTo>
                <a:lnTo>
                  <a:pt x="11194" y="13869"/>
                </a:lnTo>
                <a:lnTo>
                  <a:pt x="10715" y="12308"/>
                </a:lnTo>
                <a:lnTo>
                  <a:pt x="9463" y="11677"/>
                </a:lnTo>
                <a:lnTo>
                  <a:pt x="8552" y="11261"/>
                </a:lnTo>
                <a:lnTo>
                  <a:pt x="7720" y="10967"/>
                </a:lnTo>
                <a:lnTo>
                  <a:pt x="6706" y="10701"/>
                </a:lnTo>
                <a:lnTo>
                  <a:pt x="5245" y="10373"/>
                </a:lnTo>
                <a:lnTo>
                  <a:pt x="4266" y="10140"/>
                </a:lnTo>
                <a:lnTo>
                  <a:pt x="3281" y="9908"/>
                </a:lnTo>
                <a:lnTo>
                  <a:pt x="2281" y="9673"/>
                </a:lnTo>
                <a:lnTo>
                  <a:pt x="1150" y="9443"/>
                </a:lnTo>
                <a:lnTo>
                  <a:pt x="0" y="9211"/>
                </a:lnTo>
                <a:lnTo>
                  <a:pt x="357" y="7467"/>
                </a:lnTo>
                <a:lnTo>
                  <a:pt x="663" y="6241"/>
                </a:lnTo>
                <a:lnTo>
                  <a:pt x="1084" y="4952"/>
                </a:lnTo>
                <a:lnTo>
                  <a:pt x="1786" y="3017"/>
                </a:lnTo>
                <a:lnTo>
                  <a:pt x="3222" y="1982"/>
                </a:lnTo>
                <a:lnTo>
                  <a:pt x="4595" y="1171"/>
                </a:lnTo>
                <a:lnTo>
                  <a:pt x="5915" y="570"/>
                </a:lnTo>
                <a:lnTo>
                  <a:pt x="7188" y="183"/>
                </a:lnTo>
                <a:lnTo>
                  <a:pt x="8419" y="0"/>
                </a:lnTo>
                <a:lnTo>
                  <a:pt x="9615" y="19"/>
                </a:lnTo>
                <a:lnTo>
                  <a:pt x="10781" y="235"/>
                </a:lnTo>
                <a:lnTo>
                  <a:pt x="11926" y="647"/>
                </a:lnTo>
                <a:lnTo>
                  <a:pt x="13055" y="1248"/>
                </a:lnTo>
                <a:lnTo>
                  <a:pt x="14174" y="2032"/>
                </a:lnTo>
                <a:lnTo>
                  <a:pt x="15292" y="2998"/>
                </a:lnTo>
                <a:lnTo>
                  <a:pt x="16410" y="4141"/>
                </a:lnTo>
                <a:lnTo>
                  <a:pt x="17541" y="5454"/>
                </a:lnTo>
                <a:lnTo>
                  <a:pt x="18685" y="6935"/>
                </a:lnTo>
                <a:lnTo>
                  <a:pt x="19853" y="8582"/>
                </a:lnTo>
                <a:close/>
              </a:path>
            </a:pathLst>
          </a:custGeom>
          <a:solidFill>
            <a:srgbClr val="2C2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1" name="contour_07069"/>
          <p:cNvSpPr/>
          <p:nvPr/>
        </p:nvSpPr>
        <p:spPr>
          <a:xfrm>
            <a:off x="4922481" y="5493980"/>
            <a:ext cx="94744" cy="60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19"/>
                </a:moveTo>
                <a:lnTo>
                  <a:pt x="1243" y="220"/>
                </a:lnTo>
                <a:lnTo>
                  <a:pt x="2436" y="73"/>
                </a:lnTo>
                <a:lnTo>
                  <a:pt x="3589" y="0"/>
                </a:lnTo>
                <a:lnTo>
                  <a:pt x="4707" y="10"/>
                </a:lnTo>
                <a:lnTo>
                  <a:pt x="5799" y="126"/>
                </a:lnTo>
                <a:lnTo>
                  <a:pt x="6869" y="356"/>
                </a:lnTo>
                <a:lnTo>
                  <a:pt x="7926" y="722"/>
                </a:lnTo>
                <a:lnTo>
                  <a:pt x="8976" y="1240"/>
                </a:lnTo>
                <a:lnTo>
                  <a:pt x="10024" y="1922"/>
                </a:lnTo>
                <a:lnTo>
                  <a:pt x="11081" y="2786"/>
                </a:lnTo>
                <a:lnTo>
                  <a:pt x="12149" y="3850"/>
                </a:lnTo>
                <a:lnTo>
                  <a:pt x="13174" y="5244"/>
                </a:lnTo>
                <a:lnTo>
                  <a:pt x="13927" y="6424"/>
                </a:lnTo>
                <a:lnTo>
                  <a:pt x="14467" y="7572"/>
                </a:lnTo>
                <a:lnTo>
                  <a:pt x="14851" y="8872"/>
                </a:lnTo>
                <a:lnTo>
                  <a:pt x="15132" y="10515"/>
                </a:lnTo>
                <a:lnTo>
                  <a:pt x="15369" y="12681"/>
                </a:lnTo>
                <a:lnTo>
                  <a:pt x="15163" y="14383"/>
                </a:lnTo>
                <a:lnTo>
                  <a:pt x="14954" y="16112"/>
                </a:lnTo>
                <a:lnTo>
                  <a:pt x="16050" y="16112"/>
                </a:lnTo>
                <a:lnTo>
                  <a:pt x="17149" y="16112"/>
                </a:lnTo>
                <a:lnTo>
                  <a:pt x="18252" y="16112"/>
                </a:lnTo>
                <a:lnTo>
                  <a:pt x="19360" y="16112"/>
                </a:lnTo>
                <a:lnTo>
                  <a:pt x="20475" y="16112"/>
                </a:lnTo>
                <a:lnTo>
                  <a:pt x="21600" y="16112"/>
                </a:lnTo>
                <a:lnTo>
                  <a:pt x="21241" y="17666"/>
                </a:lnTo>
                <a:lnTo>
                  <a:pt x="20947" y="18731"/>
                </a:lnTo>
                <a:lnTo>
                  <a:pt x="20565" y="19793"/>
                </a:lnTo>
                <a:lnTo>
                  <a:pt x="19938" y="21344"/>
                </a:lnTo>
                <a:lnTo>
                  <a:pt x="18915" y="21542"/>
                </a:lnTo>
                <a:lnTo>
                  <a:pt x="18179" y="21600"/>
                </a:lnTo>
                <a:lnTo>
                  <a:pt x="17373" y="21516"/>
                </a:lnTo>
                <a:lnTo>
                  <a:pt x="16142" y="21284"/>
                </a:lnTo>
                <a:lnTo>
                  <a:pt x="15022" y="21079"/>
                </a:lnTo>
                <a:lnTo>
                  <a:pt x="13885" y="20873"/>
                </a:lnTo>
                <a:lnTo>
                  <a:pt x="13106" y="20705"/>
                </a:lnTo>
                <a:lnTo>
                  <a:pt x="12322" y="20535"/>
                </a:lnTo>
                <a:lnTo>
                  <a:pt x="11528" y="20363"/>
                </a:lnTo>
                <a:lnTo>
                  <a:pt x="10742" y="20214"/>
                </a:lnTo>
                <a:lnTo>
                  <a:pt x="9951" y="20065"/>
                </a:lnTo>
                <a:lnTo>
                  <a:pt x="9148" y="19913"/>
                </a:lnTo>
                <a:lnTo>
                  <a:pt x="7982" y="19688"/>
                </a:lnTo>
                <a:lnTo>
                  <a:pt x="6817" y="19455"/>
                </a:lnTo>
                <a:lnTo>
                  <a:pt x="5653" y="19220"/>
                </a:lnTo>
                <a:lnTo>
                  <a:pt x="4488" y="18977"/>
                </a:lnTo>
                <a:lnTo>
                  <a:pt x="3323" y="18728"/>
                </a:lnTo>
                <a:lnTo>
                  <a:pt x="4141" y="17951"/>
                </a:lnTo>
                <a:lnTo>
                  <a:pt x="4961" y="17172"/>
                </a:lnTo>
                <a:lnTo>
                  <a:pt x="5795" y="16379"/>
                </a:lnTo>
                <a:lnTo>
                  <a:pt x="6626" y="15427"/>
                </a:lnTo>
                <a:lnTo>
                  <a:pt x="7460" y="14467"/>
                </a:lnTo>
                <a:lnTo>
                  <a:pt x="8308" y="13497"/>
                </a:lnTo>
                <a:lnTo>
                  <a:pt x="8457" y="11394"/>
                </a:lnTo>
                <a:lnTo>
                  <a:pt x="8532" y="9934"/>
                </a:lnTo>
                <a:lnTo>
                  <a:pt x="8532" y="8741"/>
                </a:lnTo>
                <a:lnTo>
                  <a:pt x="8457" y="7439"/>
                </a:lnTo>
                <a:lnTo>
                  <a:pt x="8308" y="5650"/>
                </a:lnTo>
                <a:lnTo>
                  <a:pt x="7133" y="5650"/>
                </a:lnTo>
                <a:lnTo>
                  <a:pt x="5957" y="5650"/>
                </a:lnTo>
                <a:lnTo>
                  <a:pt x="4777" y="5650"/>
                </a:lnTo>
                <a:lnTo>
                  <a:pt x="3592" y="5650"/>
                </a:lnTo>
                <a:lnTo>
                  <a:pt x="2403" y="5650"/>
                </a:lnTo>
                <a:lnTo>
                  <a:pt x="1206" y="5650"/>
                </a:lnTo>
                <a:lnTo>
                  <a:pt x="0" y="5650"/>
                </a:lnTo>
                <a:lnTo>
                  <a:pt x="0" y="3921"/>
                </a:lnTo>
                <a:lnTo>
                  <a:pt x="0" y="2181"/>
                </a:lnTo>
                <a:lnTo>
                  <a:pt x="0" y="419"/>
                </a:lnTo>
                <a:close/>
              </a:path>
            </a:pathLst>
          </a:custGeom>
          <a:solidFill>
            <a:srgbClr val="BFA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2" name="contour_07070"/>
          <p:cNvSpPr/>
          <p:nvPr/>
        </p:nvSpPr>
        <p:spPr>
          <a:xfrm>
            <a:off x="8632069" y="5444130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51" y="416"/>
                </a:lnTo>
                <a:lnTo>
                  <a:pt x="6411" y="742"/>
                </a:lnTo>
                <a:lnTo>
                  <a:pt x="7305" y="1147"/>
                </a:lnTo>
                <a:lnTo>
                  <a:pt x="8640" y="1800"/>
                </a:lnTo>
                <a:lnTo>
                  <a:pt x="9236" y="3215"/>
                </a:lnTo>
                <a:lnTo>
                  <a:pt x="9724" y="4525"/>
                </a:lnTo>
                <a:lnTo>
                  <a:pt x="10096" y="5760"/>
                </a:lnTo>
                <a:lnTo>
                  <a:pt x="10338" y="6943"/>
                </a:lnTo>
                <a:lnTo>
                  <a:pt x="10446" y="8100"/>
                </a:lnTo>
                <a:lnTo>
                  <a:pt x="10409" y="9257"/>
                </a:lnTo>
                <a:lnTo>
                  <a:pt x="10219" y="10440"/>
                </a:lnTo>
                <a:lnTo>
                  <a:pt x="9867" y="11675"/>
                </a:lnTo>
                <a:lnTo>
                  <a:pt x="9342" y="12987"/>
                </a:lnTo>
                <a:lnTo>
                  <a:pt x="8640" y="14400"/>
                </a:lnTo>
                <a:lnTo>
                  <a:pt x="10066" y="14400"/>
                </a:lnTo>
                <a:lnTo>
                  <a:pt x="11493" y="14400"/>
                </a:lnTo>
                <a:lnTo>
                  <a:pt x="12921" y="14400"/>
                </a:lnTo>
                <a:lnTo>
                  <a:pt x="14353" y="14400"/>
                </a:lnTo>
                <a:lnTo>
                  <a:pt x="15790" y="14400"/>
                </a:lnTo>
                <a:lnTo>
                  <a:pt x="17232" y="14400"/>
                </a:lnTo>
                <a:lnTo>
                  <a:pt x="18680" y="14400"/>
                </a:lnTo>
                <a:lnTo>
                  <a:pt x="20136" y="14400"/>
                </a:lnTo>
                <a:lnTo>
                  <a:pt x="21600" y="14400"/>
                </a:lnTo>
                <a:lnTo>
                  <a:pt x="21244" y="15588"/>
                </a:lnTo>
                <a:lnTo>
                  <a:pt x="20887" y="16778"/>
                </a:lnTo>
                <a:lnTo>
                  <a:pt x="20529" y="17973"/>
                </a:lnTo>
                <a:lnTo>
                  <a:pt x="20168" y="19174"/>
                </a:lnTo>
                <a:lnTo>
                  <a:pt x="19805" y="20381"/>
                </a:lnTo>
                <a:lnTo>
                  <a:pt x="19440" y="21600"/>
                </a:lnTo>
                <a:lnTo>
                  <a:pt x="19440" y="20410"/>
                </a:lnTo>
                <a:lnTo>
                  <a:pt x="19440" y="19213"/>
                </a:lnTo>
                <a:lnTo>
                  <a:pt x="19440" y="18000"/>
                </a:lnTo>
                <a:lnTo>
                  <a:pt x="18418" y="18126"/>
                </a:lnTo>
                <a:lnTo>
                  <a:pt x="17382" y="18254"/>
                </a:lnTo>
                <a:lnTo>
                  <a:pt x="15703" y="18349"/>
                </a:lnTo>
                <a:lnTo>
                  <a:pt x="14135" y="18382"/>
                </a:lnTo>
                <a:lnTo>
                  <a:pt x="12662" y="18342"/>
                </a:lnTo>
                <a:lnTo>
                  <a:pt x="11262" y="18216"/>
                </a:lnTo>
                <a:lnTo>
                  <a:pt x="9917" y="17996"/>
                </a:lnTo>
                <a:lnTo>
                  <a:pt x="8610" y="17671"/>
                </a:lnTo>
                <a:lnTo>
                  <a:pt x="7320" y="17226"/>
                </a:lnTo>
                <a:lnTo>
                  <a:pt x="6031" y="16654"/>
                </a:lnTo>
                <a:lnTo>
                  <a:pt x="4720" y="15939"/>
                </a:lnTo>
                <a:lnTo>
                  <a:pt x="3374" y="15075"/>
                </a:lnTo>
                <a:lnTo>
                  <a:pt x="2130" y="13909"/>
                </a:lnTo>
                <a:lnTo>
                  <a:pt x="1365" y="13075"/>
                </a:lnTo>
                <a:lnTo>
                  <a:pt x="760" y="12172"/>
                </a:lnTo>
                <a:lnTo>
                  <a:pt x="0" y="10800"/>
                </a:lnTo>
                <a:lnTo>
                  <a:pt x="233" y="9508"/>
                </a:lnTo>
                <a:lnTo>
                  <a:pt x="540" y="8255"/>
                </a:lnTo>
                <a:lnTo>
                  <a:pt x="916" y="7034"/>
                </a:lnTo>
                <a:lnTo>
                  <a:pt x="1352" y="5841"/>
                </a:lnTo>
                <a:lnTo>
                  <a:pt x="1847" y="4666"/>
                </a:lnTo>
                <a:lnTo>
                  <a:pt x="2398" y="3501"/>
                </a:lnTo>
                <a:lnTo>
                  <a:pt x="2996" y="2340"/>
                </a:lnTo>
                <a:lnTo>
                  <a:pt x="3637" y="1175"/>
                </a:lnTo>
                <a:lnTo>
                  <a:pt x="4320" y="0"/>
                </a:lnTo>
                <a:close/>
              </a:path>
            </a:pathLst>
          </a:custGeom>
          <a:solidFill>
            <a:srgbClr val="AD9665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3" name="contour_07071"/>
          <p:cNvSpPr/>
          <p:nvPr/>
        </p:nvSpPr>
        <p:spPr>
          <a:xfrm>
            <a:off x="10169835" y="5444130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72" y="497"/>
                </a:lnTo>
                <a:lnTo>
                  <a:pt x="3942" y="943"/>
                </a:lnTo>
                <a:lnTo>
                  <a:pt x="5627" y="1350"/>
                </a:lnTo>
                <a:lnTo>
                  <a:pt x="7142" y="1724"/>
                </a:lnTo>
                <a:lnTo>
                  <a:pt x="8504" y="2063"/>
                </a:lnTo>
                <a:lnTo>
                  <a:pt x="9729" y="2380"/>
                </a:lnTo>
                <a:lnTo>
                  <a:pt x="10835" y="2678"/>
                </a:lnTo>
                <a:lnTo>
                  <a:pt x="11835" y="2959"/>
                </a:lnTo>
                <a:lnTo>
                  <a:pt x="12749" y="3233"/>
                </a:lnTo>
                <a:lnTo>
                  <a:pt x="13588" y="3503"/>
                </a:lnTo>
                <a:lnTo>
                  <a:pt x="14373" y="3776"/>
                </a:lnTo>
                <a:lnTo>
                  <a:pt x="15118" y="4054"/>
                </a:lnTo>
                <a:lnTo>
                  <a:pt x="15841" y="4345"/>
                </a:lnTo>
                <a:lnTo>
                  <a:pt x="16555" y="4655"/>
                </a:lnTo>
                <a:lnTo>
                  <a:pt x="17278" y="4990"/>
                </a:lnTo>
                <a:lnTo>
                  <a:pt x="18028" y="5353"/>
                </a:lnTo>
                <a:lnTo>
                  <a:pt x="18818" y="5749"/>
                </a:lnTo>
                <a:lnTo>
                  <a:pt x="19667" y="6185"/>
                </a:lnTo>
                <a:lnTo>
                  <a:pt x="20588" y="6667"/>
                </a:lnTo>
                <a:lnTo>
                  <a:pt x="21600" y="7200"/>
                </a:lnTo>
                <a:lnTo>
                  <a:pt x="20989" y="9608"/>
                </a:lnTo>
                <a:lnTo>
                  <a:pt x="20369" y="11812"/>
                </a:lnTo>
                <a:lnTo>
                  <a:pt x="19724" y="13824"/>
                </a:lnTo>
                <a:lnTo>
                  <a:pt x="19033" y="15664"/>
                </a:lnTo>
                <a:lnTo>
                  <a:pt x="18277" y="17345"/>
                </a:lnTo>
                <a:lnTo>
                  <a:pt x="17437" y="18886"/>
                </a:lnTo>
                <a:lnTo>
                  <a:pt x="16493" y="20297"/>
                </a:lnTo>
                <a:lnTo>
                  <a:pt x="15429" y="21600"/>
                </a:lnTo>
                <a:lnTo>
                  <a:pt x="14352" y="21388"/>
                </a:lnTo>
                <a:lnTo>
                  <a:pt x="13301" y="21035"/>
                </a:lnTo>
                <a:lnTo>
                  <a:pt x="12270" y="20560"/>
                </a:lnTo>
                <a:lnTo>
                  <a:pt x="11252" y="19976"/>
                </a:lnTo>
                <a:lnTo>
                  <a:pt x="10238" y="19307"/>
                </a:lnTo>
                <a:lnTo>
                  <a:pt x="9222" y="18569"/>
                </a:lnTo>
                <a:lnTo>
                  <a:pt x="8196" y="17777"/>
                </a:lnTo>
                <a:lnTo>
                  <a:pt x="7258" y="17053"/>
                </a:lnTo>
                <a:lnTo>
                  <a:pt x="6304" y="16322"/>
                </a:lnTo>
                <a:lnTo>
                  <a:pt x="5057" y="15188"/>
                </a:lnTo>
                <a:lnTo>
                  <a:pt x="4004" y="14123"/>
                </a:lnTo>
                <a:lnTo>
                  <a:pt x="3106" y="12982"/>
                </a:lnTo>
                <a:lnTo>
                  <a:pt x="2330" y="11635"/>
                </a:lnTo>
                <a:lnTo>
                  <a:pt x="1635" y="9940"/>
                </a:lnTo>
                <a:lnTo>
                  <a:pt x="991" y="7762"/>
                </a:lnTo>
                <a:lnTo>
                  <a:pt x="355" y="4964"/>
                </a:lnTo>
                <a:lnTo>
                  <a:pt x="179" y="2502"/>
                </a:lnTo>
                <a:lnTo>
                  <a:pt x="0" y="0"/>
                </a:lnTo>
                <a:close/>
              </a:path>
            </a:pathLst>
          </a:custGeom>
          <a:solidFill>
            <a:srgbClr val="484644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4" name="contour_07072"/>
          <p:cNvSpPr/>
          <p:nvPr/>
        </p:nvSpPr>
        <p:spPr>
          <a:xfrm>
            <a:off x="7108878" y="5407690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03" y="209"/>
                </a:lnTo>
                <a:lnTo>
                  <a:pt x="10032" y="432"/>
                </a:lnTo>
                <a:lnTo>
                  <a:pt x="11960" y="662"/>
                </a:lnTo>
                <a:lnTo>
                  <a:pt x="13886" y="900"/>
                </a:lnTo>
                <a:lnTo>
                  <a:pt x="16040" y="1152"/>
                </a:lnTo>
                <a:lnTo>
                  <a:pt x="18224" y="1406"/>
                </a:lnTo>
                <a:lnTo>
                  <a:pt x="19900" y="1901"/>
                </a:lnTo>
                <a:lnTo>
                  <a:pt x="21600" y="2400"/>
                </a:lnTo>
                <a:lnTo>
                  <a:pt x="21600" y="3986"/>
                </a:lnTo>
                <a:lnTo>
                  <a:pt x="21600" y="5582"/>
                </a:lnTo>
                <a:lnTo>
                  <a:pt x="21600" y="7200"/>
                </a:lnTo>
                <a:lnTo>
                  <a:pt x="19563" y="7200"/>
                </a:lnTo>
                <a:lnTo>
                  <a:pt x="17524" y="7200"/>
                </a:lnTo>
                <a:lnTo>
                  <a:pt x="15475" y="7200"/>
                </a:lnTo>
                <a:lnTo>
                  <a:pt x="13417" y="7200"/>
                </a:lnTo>
                <a:lnTo>
                  <a:pt x="11346" y="7200"/>
                </a:lnTo>
                <a:lnTo>
                  <a:pt x="9257" y="7200"/>
                </a:lnTo>
                <a:lnTo>
                  <a:pt x="10275" y="8239"/>
                </a:lnTo>
                <a:lnTo>
                  <a:pt x="11303" y="9288"/>
                </a:lnTo>
                <a:lnTo>
                  <a:pt x="12343" y="10349"/>
                </a:lnTo>
                <a:lnTo>
                  <a:pt x="13577" y="12072"/>
                </a:lnTo>
                <a:lnTo>
                  <a:pt x="14494" y="13608"/>
                </a:lnTo>
                <a:lnTo>
                  <a:pt x="15123" y="15046"/>
                </a:lnTo>
                <a:lnTo>
                  <a:pt x="15500" y="16476"/>
                </a:lnTo>
                <a:lnTo>
                  <a:pt x="15654" y="17986"/>
                </a:lnTo>
                <a:lnTo>
                  <a:pt x="15617" y="19663"/>
                </a:lnTo>
                <a:lnTo>
                  <a:pt x="15429" y="21600"/>
                </a:lnTo>
                <a:lnTo>
                  <a:pt x="13392" y="21600"/>
                </a:lnTo>
                <a:lnTo>
                  <a:pt x="11352" y="21600"/>
                </a:lnTo>
                <a:lnTo>
                  <a:pt x="9303" y="21600"/>
                </a:lnTo>
                <a:lnTo>
                  <a:pt x="7245" y="21600"/>
                </a:lnTo>
                <a:lnTo>
                  <a:pt x="5175" y="21600"/>
                </a:lnTo>
                <a:lnTo>
                  <a:pt x="3086" y="21600"/>
                </a:lnTo>
                <a:lnTo>
                  <a:pt x="2780" y="19937"/>
                </a:lnTo>
                <a:lnTo>
                  <a:pt x="2475" y="18271"/>
                </a:lnTo>
                <a:lnTo>
                  <a:pt x="2169" y="16606"/>
                </a:lnTo>
                <a:lnTo>
                  <a:pt x="1861" y="14938"/>
                </a:lnTo>
                <a:lnTo>
                  <a:pt x="1555" y="13262"/>
                </a:lnTo>
                <a:lnTo>
                  <a:pt x="1247" y="11585"/>
                </a:lnTo>
                <a:lnTo>
                  <a:pt x="938" y="9900"/>
                </a:lnTo>
                <a:lnTo>
                  <a:pt x="626" y="8208"/>
                </a:lnTo>
                <a:lnTo>
                  <a:pt x="315" y="6509"/>
                </a:lnTo>
                <a:lnTo>
                  <a:pt x="0" y="4800"/>
                </a:lnTo>
                <a:lnTo>
                  <a:pt x="2040" y="4800"/>
                </a:lnTo>
                <a:lnTo>
                  <a:pt x="4092" y="4800"/>
                </a:lnTo>
                <a:lnTo>
                  <a:pt x="6171" y="4800"/>
                </a:lnTo>
                <a:lnTo>
                  <a:pt x="6171" y="3214"/>
                </a:lnTo>
                <a:lnTo>
                  <a:pt x="6171" y="1618"/>
                </a:lnTo>
                <a:lnTo>
                  <a:pt x="6171" y="0"/>
                </a:lnTo>
                <a:close/>
              </a:path>
            </a:pathLst>
          </a:custGeom>
          <a:solidFill>
            <a:srgbClr val="1C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5" name="contour_07073"/>
          <p:cNvSpPr/>
          <p:nvPr/>
        </p:nvSpPr>
        <p:spPr>
          <a:xfrm>
            <a:off x="11553934" y="5429554"/>
            <a:ext cx="6530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" y="0"/>
                </a:moveTo>
                <a:lnTo>
                  <a:pt x="1789" y="209"/>
                </a:lnTo>
                <a:lnTo>
                  <a:pt x="3370" y="425"/>
                </a:lnTo>
                <a:lnTo>
                  <a:pt x="4952" y="648"/>
                </a:lnTo>
                <a:lnTo>
                  <a:pt x="6533" y="875"/>
                </a:lnTo>
                <a:lnTo>
                  <a:pt x="8117" y="1109"/>
                </a:lnTo>
                <a:lnTo>
                  <a:pt x="9698" y="1350"/>
                </a:lnTo>
                <a:lnTo>
                  <a:pt x="11051" y="1519"/>
                </a:lnTo>
                <a:lnTo>
                  <a:pt x="12422" y="1688"/>
                </a:lnTo>
                <a:lnTo>
                  <a:pt x="15212" y="2156"/>
                </a:lnTo>
                <a:lnTo>
                  <a:pt x="17152" y="2592"/>
                </a:lnTo>
                <a:lnTo>
                  <a:pt x="18488" y="3146"/>
                </a:lnTo>
                <a:lnTo>
                  <a:pt x="19471" y="3964"/>
                </a:lnTo>
                <a:lnTo>
                  <a:pt x="20351" y="5191"/>
                </a:lnTo>
                <a:lnTo>
                  <a:pt x="21373" y="6977"/>
                </a:lnTo>
                <a:lnTo>
                  <a:pt x="21600" y="9641"/>
                </a:lnTo>
                <a:lnTo>
                  <a:pt x="21542" y="12100"/>
                </a:lnTo>
                <a:lnTo>
                  <a:pt x="21253" y="14440"/>
                </a:lnTo>
                <a:lnTo>
                  <a:pt x="20780" y="16747"/>
                </a:lnTo>
                <a:lnTo>
                  <a:pt x="20175" y="19109"/>
                </a:lnTo>
                <a:lnTo>
                  <a:pt x="19491" y="21600"/>
                </a:lnTo>
                <a:lnTo>
                  <a:pt x="18006" y="21186"/>
                </a:lnTo>
                <a:lnTo>
                  <a:pt x="16523" y="20761"/>
                </a:lnTo>
                <a:lnTo>
                  <a:pt x="15040" y="20329"/>
                </a:lnTo>
                <a:lnTo>
                  <a:pt x="13560" y="19890"/>
                </a:lnTo>
                <a:lnTo>
                  <a:pt x="12080" y="19444"/>
                </a:lnTo>
                <a:lnTo>
                  <a:pt x="10600" y="18983"/>
                </a:lnTo>
                <a:lnTo>
                  <a:pt x="9098" y="18526"/>
                </a:lnTo>
                <a:lnTo>
                  <a:pt x="7594" y="18094"/>
                </a:lnTo>
                <a:lnTo>
                  <a:pt x="6087" y="17672"/>
                </a:lnTo>
                <a:lnTo>
                  <a:pt x="4578" y="17269"/>
                </a:lnTo>
                <a:lnTo>
                  <a:pt x="3069" y="16877"/>
                </a:lnTo>
                <a:lnTo>
                  <a:pt x="1649" y="15649"/>
                </a:lnTo>
                <a:lnTo>
                  <a:pt x="205" y="14400"/>
                </a:lnTo>
                <a:lnTo>
                  <a:pt x="58" y="11992"/>
                </a:lnTo>
                <a:lnTo>
                  <a:pt x="0" y="9601"/>
                </a:lnTo>
                <a:lnTo>
                  <a:pt x="7" y="7218"/>
                </a:lnTo>
                <a:lnTo>
                  <a:pt x="60" y="4831"/>
                </a:lnTo>
                <a:lnTo>
                  <a:pt x="133" y="2430"/>
                </a:lnTo>
                <a:lnTo>
                  <a:pt x="205" y="0"/>
                </a:lnTo>
                <a:close/>
              </a:path>
            </a:pathLst>
          </a:custGeom>
          <a:solidFill>
            <a:srgbClr val="6A5B8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6" name="contour_07074"/>
          <p:cNvSpPr/>
          <p:nvPr/>
        </p:nvSpPr>
        <p:spPr>
          <a:xfrm>
            <a:off x="5119257" y="5407690"/>
            <a:ext cx="5101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264" y="1065"/>
                </a:lnTo>
                <a:lnTo>
                  <a:pt x="20912" y="2109"/>
                </a:lnTo>
                <a:lnTo>
                  <a:pt x="20535" y="3134"/>
                </a:lnTo>
                <a:lnTo>
                  <a:pt x="20119" y="4143"/>
                </a:lnTo>
                <a:lnTo>
                  <a:pt x="19653" y="5135"/>
                </a:lnTo>
                <a:lnTo>
                  <a:pt x="19119" y="6116"/>
                </a:lnTo>
                <a:lnTo>
                  <a:pt x="18511" y="7085"/>
                </a:lnTo>
                <a:lnTo>
                  <a:pt x="17811" y="8046"/>
                </a:lnTo>
                <a:lnTo>
                  <a:pt x="17008" y="8999"/>
                </a:lnTo>
                <a:lnTo>
                  <a:pt x="16089" y="9948"/>
                </a:lnTo>
                <a:lnTo>
                  <a:pt x="15043" y="10896"/>
                </a:lnTo>
                <a:lnTo>
                  <a:pt x="13972" y="11882"/>
                </a:lnTo>
                <a:lnTo>
                  <a:pt x="13210" y="12732"/>
                </a:lnTo>
                <a:lnTo>
                  <a:pt x="12766" y="13559"/>
                </a:lnTo>
                <a:lnTo>
                  <a:pt x="12642" y="14474"/>
                </a:lnTo>
                <a:lnTo>
                  <a:pt x="12849" y="15586"/>
                </a:lnTo>
                <a:lnTo>
                  <a:pt x="13364" y="16416"/>
                </a:lnTo>
                <a:lnTo>
                  <a:pt x="13886" y="17261"/>
                </a:lnTo>
                <a:lnTo>
                  <a:pt x="14395" y="18186"/>
                </a:lnTo>
                <a:lnTo>
                  <a:pt x="14907" y="19114"/>
                </a:lnTo>
                <a:lnTo>
                  <a:pt x="15429" y="20057"/>
                </a:lnTo>
                <a:lnTo>
                  <a:pt x="13704" y="20733"/>
                </a:lnTo>
                <a:lnTo>
                  <a:pt x="12488" y="21119"/>
                </a:lnTo>
                <a:lnTo>
                  <a:pt x="11198" y="21359"/>
                </a:lnTo>
                <a:lnTo>
                  <a:pt x="9257" y="21600"/>
                </a:lnTo>
                <a:lnTo>
                  <a:pt x="8875" y="20867"/>
                </a:lnTo>
                <a:lnTo>
                  <a:pt x="8492" y="20130"/>
                </a:lnTo>
                <a:lnTo>
                  <a:pt x="8100" y="19381"/>
                </a:lnTo>
                <a:lnTo>
                  <a:pt x="7464" y="18585"/>
                </a:lnTo>
                <a:lnTo>
                  <a:pt x="6819" y="17785"/>
                </a:lnTo>
                <a:lnTo>
                  <a:pt x="6171" y="16971"/>
                </a:lnTo>
                <a:lnTo>
                  <a:pt x="4545" y="16709"/>
                </a:lnTo>
                <a:lnTo>
                  <a:pt x="2894" y="16441"/>
                </a:lnTo>
                <a:lnTo>
                  <a:pt x="2175" y="16189"/>
                </a:lnTo>
                <a:lnTo>
                  <a:pt x="0" y="15429"/>
                </a:lnTo>
                <a:lnTo>
                  <a:pt x="52" y="14342"/>
                </a:lnTo>
                <a:lnTo>
                  <a:pt x="157" y="13296"/>
                </a:lnTo>
                <a:lnTo>
                  <a:pt x="318" y="12273"/>
                </a:lnTo>
                <a:lnTo>
                  <a:pt x="537" y="11255"/>
                </a:lnTo>
                <a:lnTo>
                  <a:pt x="815" y="10225"/>
                </a:lnTo>
                <a:lnTo>
                  <a:pt x="1157" y="9161"/>
                </a:lnTo>
                <a:lnTo>
                  <a:pt x="1419" y="8285"/>
                </a:lnTo>
                <a:lnTo>
                  <a:pt x="1688" y="7398"/>
                </a:lnTo>
                <a:lnTo>
                  <a:pt x="2024" y="6320"/>
                </a:lnTo>
                <a:lnTo>
                  <a:pt x="2370" y="5241"/>
                </a:lnTo>
                <a:lnTo>
                  <a:pt x="2725" y="4163"/>
                </a:lnTo>
                <a:lnTo>
                  <a:pt x="3086" y="3086"/>
                </a:lnTo>
                <a:lnTo>
                  <a:pt x="4919" y="3391"/>
                </a:lnTo>
                <a:lnTo>
                  <a:pt x="6758" y="3698"/>
                </a:lnTo>
                <a:lnTo>
                  <a:pt x="8603" y="4005"/>
                </a:lnTo>
                <a:lnTo>
                  <a:pt x="10464" y="4315"/>
                </a:lnTo>
                <a:lnTo>
                  <a:pt x="12343" y="4629"/>
                </a:lnTo>
                <a:lnTo>
                  <a:pt x="12513" y="4289"/>
                </a:lnTo>
                <a:lnTo>
                  <a:pt x="12812" y="3689"/>
                </a:lnTo>
                <a:lnTo>
                  <a:pt x="13500" y="2314"/>
                </a:lnTo>
                <a:lnTo>
                  <a:pt x="14136" y="1549"/>
                </a:lnTo>
                <a:lnTo>
                  <a:pt x="14781" y="781"/>
                </a:lnTo>
                <a:lnTo>
                  <a:pt x="15429" y="0"/>
                </a:lnTo>
                <a:close/>
              </a:path>
            </a:pathLst>
          </a:custGeom>
          <a:solidFill>
            <a:srgbClr val="B9A4BE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7" name="contour_07075"/>
          <p:cNvSpPr/>
          <p:nvPr/>
        </p:nvSpPr>
        <p:spPr>
          <a:xfrm>
            <a:off x="411214" y="5312946"/>
            <a:ext cx="65592" cy="1246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826" y="567"/>
                </a:lnTo>
                <a:lnTo>
                  <a:pt x="5203" y="1136"/>
                </a:lnTo>
                <a:lnTo>
                  <a:pt x="6518" y="1713"/>
                </a:lnTo>
                <a:lnTo>
                  <a:pt x="7754" y="2312"/>
                </a:lnTo>
                <a:lnTo>
                  <a:pt x="8899" y="2940"/>
                </a:lnTo>
                <a:lnTo>
                  <a:pt x="9931" y="3607"/>
                </a:lnTo>
                <a:lnTo>
                  <a:pt x="10836" y="4323"/>
                </a:lnTo>
                <a:lnTo>
                  <a:pt x="11599" y="5100"/>
                </a:lnTo>
                <a:lnTo>
                  <a:pt x="12206" y="5946"/>
                </a:lnTo>
                <a:lnTo>
                  <a:pt x="12638" y="6871"/>
                </a:lnTo>
                <a:lnTo>
                  <a:pt x="12610" y="7733"/>
                </a:lnTo>
                <a:lnTo>
                  <a:pt x="12559" y="8592"/>
                </a:lnTo>
                <a:lnTo>
                  <a:pt x="12485" y="9447"/>
                </a:lnTo>
                <a:lnTo>
                  <a:pt x="12394" y="10301"/>
                </a:lnTo>
                <a:lnTo>
                  <a:pt x="12281" y="11155"/>
                </a:lnTo>
                <a:lnTo>
                  <a:pt x="12149" y="12012"/>
                </a:lnTo>
                <a:lnTo>
                  <a:pt x="12000" y="12871"/>
                </a:lnTo>
                <a:lnTo>
                  <a:pt x="11722" y="14427"/>
                </a:lnTo>
                <a:lnTo>
                  <a:pt x="11515" y="15657"/>
                </a:lnTo>
                <a:lnTo>
                  <a:pt x="11376" y="16623"/>
                </a:lnTo>
                <a:lnTo>
                  <a:pt x="11306" y="17382"/>
                </a:lnTo>
                <a:lnTo>
                  <a:pt x="11306" y="17996"/>
                </a:lnTo>
                <a:lnTo>
                  <a:pt x="11376" y="18526"/>
                </a:lnTo>
                <a:lnTo>
                  <a:pt x="11515" y="19032"/>
                </a:lnTo>
                <a:lnTo>
                  <a:pt x="11722" y="19574"/>
                </a:lnTo>
                <a:lnTo>
                  <a:pt x="12000" y="20213"/>
                </a:lnTo>
                <a:lnTo>
                  <a:pt x="13529" y="20674"/>
                </a:lnTo>
                <a:lnTo>
                  <a:pt x="15050" y="21006"/>
                </a:lnTo>
                <a:lnTo>
                  <a:pt x="16591" y="21232"/>
                </a:lnTo>
                <a:lnTo>
                  <a:pt x="18178" y="21371"/>
                </a:lnTo>
                <a:lnTo>
                  <a:pt x="19838" y="21446"/>
                </a:lnTo>
                <a:lnTo>
                  <a:pt x="21600" y="21476"/>
                </a:lnTo>
                <a:lnTo>
                  <a:pt x="20138" y="21500"/>
                </a:lnTo>
                <a:lnTo>
                  <a:pt x="18674" y="21520"/>
                </a:lnTo>
                <a:lnTo>
                  <a:pt x="17213" y="21538"/>
                </a:lnTo>
                <a:lnTo>
                  <a:pt x="15749" y="21555"/>
                </a:lnTo>
                <a:lnTo>
                  <a:pt x="14930" y="21566"/>
                </a:lnTo>
                <a:lnTo>
                  <a:pt x="12458" y="21600"/>
                </a:lnTo>
                <a:lnTo>
                  <a:pt x="10769" y="21509"/>
                </a:lnTo>
                <a:lnTo>
                  <a:pt x="9658" y="21333"/>
                </a:lnTo>
                <a:lnTo>
                  <a:pt x="8633" y="20946"/>
                </a:lnTo>
                <a:lnTo>
                  <a:pt x="7200" y="20213"/>
                </a:lnTo>
                <a:lnTo>
                  <a:pt x="7111" y="19378"/>
                </a:lnTo>
                <a:lnTo>
                  <a:pt x="7085" y="18774"/>
                </a:lnTo>
                <a:lnTo>
                  <a:pt x="7118" y="18111"/>
                </a:lnTo>
                <a:lnTo>
                  <a:pt x="7219" y="17094"/>
                </a:lnTo>
                <a:lnTo>
                  <a:pt x="7260" y="16476"/>
                </a:lnTo>
                <a:lnTo>
                  <a:pt x="7301" y="15854"/>
                </a:lnTo>
                <a:lnTo>
                  <a:pt x="7342" y="15224"/>
                </a:lnTo>
                <a:lnTo>
                  <a:pt x="7406" y="14441"/>
                </a:lnTo>
                <a:lnTo>
                  <a:pt x="7478" y="13656"/>
                </a:lnTo>
                <a:lnTo>
                  <a:pt x="7553" y="12873"/>
                </a:lnTo>
                <a:lnTo>
                  <a:pt x="7632" y="12089"/>
                </a:lnTo>
                <a:lnTo>
                  <a:pt x="7716" y="11305"/>
                </a:lnTo>
                <a:lnTo>
                  <a:pt x="7759" y="10451"/>
                </a:lnTo>
                <a:lnTo>
                  <a:pt x="7776" y="9618"/>
                </a:lnTo>
                <a:lnTo>
                  <a:pt x="7750" y="8798"/>
                </a:lnTo>
                <a:lnTo>
                  <a:pt x="7658" y="7980"/>
                </a:lnTo>
                <a:lnTo>
                  <a:pt x="7481" y="7157"/>
                </a:lnTo>
                <a:lnTo>
                  <a:pt x="7200" y="6317"/>
                </a:lnTo>
                <a:lnTo>
                  <a:pt x="5405" y="5795"/>
                </a:lnTo>
                <a:lnTo>
                  <a:pt x="4133" y="5468"/>
                </a:lnTo>
                <a:lnTo>
                  <a:pt x="3038" y="5276"/>
                </a:lnTo>
                <a:lnTo>
                  <a:pt x="1776" y="5158"/>
                </a:lnTo>
                <a:lnTo>
                  <a:pt x="0" y="5053"/>
                </a:lnTo>
                <a:lnTo>
                  <a:pt x="396" y="4219"/>
                </a:lnTo>
                <a:lnTo>
                  <a:pt x="792" y="3384"/>
                </a:lnTo>
                <a:lnTo>
                  <a:pt x="1190" y="2546"/>
                </a:lnTo>
                <a:lnTo>
                  <a:pt x="1591" y="1703"/>
                </a:lnTo>
                <a:lnTo>
                  <a:pt x="1994" y="855"/>
                </a:lnTo>
                <a:lnTo>
                  <a:pt x="2400" y="0"/>
                </a:lnTo>
                <a:close/>
              </a:path>
            </a:pathLst>
          </a:custGeom>
          <a:solidFill>
            <a:srgbClr val="7E7E7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8" name="contour_07076"/>
          <p:cNvSpPr/>
          <p:nvPr/>
        </p:nvSpPr>
        <p:spPr>
          <a:xfrm>
            <a:off x="826630" y="5320234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33" y="2189"/>
                </a:lnTo>
                <a:lnTo>
                  <a:pt x="20298" y="3900"/>
                </a:lnTo>
                <a:lnTo>
                  <a:pt x="20847" y="5273"/>
                </a:lnTo>
                <a:lnTo>
                  <a:pt x="21214" y="6451"/>
                </a:lnTo>
                <a:lnTo>
                  <a:pt x="21438" y="7570"/>
                </a:lnTo>
                <a:lnTo>
                  <a:pt x="21552" y="8774"/>
                </a:lnTo>
                <a:lnTo>
                  <a:pt x="21594" y="10205"/>
                </a:lnTo>
                <a:lnTo>
                  <a:pt x="21600" y="12000"/>
                </a:lnTo>
                <a:lnTo>
                  <a:pt x="20693" y="12852"/>
                </a:lnTo>
                <a:lnTo>
                  <a:pt x="19948" y="13358"/>
                </a:lnTo>
                <a:lnTo>
                  <a:pt x="18726" y="13958"/>
                </a:lnTo>
                <a:lnTo>
                  <a:pt x="18269" y="14184"/>
                </a:lnTo>
                <a:lnTo>
                  <a:pt x="16890" y="14863"/>
                </a:lnTo>
                <a:lnTo>
                  <a:pt x="15925" y="15302"/>
                </a:lnTo>
                <a:lnTo>
                  <a:pt x="14947" y="15749"/>
                </a:lnTo>
                <a:lnTo>
                  <a:pt x="14009" y="16202"/>
                </a:lnTo>
                <a:lnTo>
                  <a:pt x="13057" y="16663"/>
                </a:lnTo>
                <a:lnTo>
                  <a:pt x="12142" y="17105"/>
                </a:lnTo>
                <a:lnTo>
                  <a:pt x="11226" y="17539"/>
                </a:lnTo>
                <a:lnTo>
                  <a:pt x="10308" y="17971"/>
                </a:lnTo>
                <a:lnTo>
                  <a:pt x="9390" y="18396"/>
                </a:lnTo>
                <a:lnTo>
                  <a:pt x="8518" y="18828"/>
                </a:lnTo>
                <a:lnTo>
                  <a:pt x="7651" y="19284"/>
                </a:lnTo>
                <a:lnTo>
                  <a:pt x="6787" y="19757"/>
                </a:lnTo>
                <a:lnTo>
                  <a:pt x="5926" y="20244"/>
                </a:lnTo>
                <a:lnTo>
                  <a:pt x="5068" y="20738"/>
                </a:lnTo>
                <a:lnTo>
                  <a:pt x="4084" y="21166"/>
                </a:lnTo>
                <a:lnTo>
                  <a:pt x="3086" y="21600"/>
                </a:lnTo>
                <a:lnTo>
                  <a:pt x="1953" y="20429"/>
                </a:lnTo>
                <a:lnTo>
                  <a:pt x="1253" y="19538"/>
                </a:lnTo>
                <a:lnTo>
                  <a:pt x="699" y="18480"/>
                </a:lnTo>
                <a:lnTo>
                  <a:pt x="0" y="16800"/>
                </a:lnTo>
                <a:lnTo>
                  <a:pt x="295" y="15319"/>
                </a:lnTo>
                <a:lnTo>
                  <a:pt x="554" y="14326"/>
                </a:lnTo>
                <a:lnTo>
                  <a:pt x="921" y="13370"/>
                </a:lnTo>
                <a:lnTo>
                  <a:pt x="1543" y="12000"/>
                </a:lnTo>
                <a:lnTo>
                  <a:pt x="2479" y="11491"/>
                </a:lnTo>
                <a:lnTo>
                  <a:pt x="3152" y="11189"/>
                </a:lnTo>
                <a:lnTo>
                  <a:pt x="3890" y="10975"/>
                </a:lnTo>
                <a:lnTo>
                  <a:pt x="5014" y="10735"/>
                </a:lnTo>
                <a:lnTo>
                  <a:pt x="6043" y="10481"/>
                </a:lnTo>
                <a:lnTo>
                  <a:pt x="7088" y="10224"/>
                </a:lnTo>
                <a:lnTo>
                  <a:pt x="8173" y="9989"/>
                </a:lnTo>
                <a:lnTo>
                  <a:pt x="9257" y="9758"/>
                </a:lnTo>
                <a:lnTo>
                  <a:pt x="10342" y="9530"/>
                </a:lnTo>
                <a:lnTo>
                  <a:pt x="11426" y="9305"/>
                </a:lnTo>
                <a:lnTo>
                  <a:pt x="12388" y="9058"/>
                </a:lnTo>
                <a:lnTo>
                  <a:pt x="13324" y="8796"/>
                </a:lnTo>
                <a:lnTo>
                  <a:pt x="14242" y="8498"/>
                </a:lnTo>
                <a:lnTo>
                  <a:pt x="15151" y="8146"/>
                </a:lnTo>
                <a:lnTo>
                  <a:pt x="16058" y="7721"/>
                </a:lnTo>
                <a:lnTo>
                  <a:pt x="16971" y="7200"/>
                </a:lnTo>
                <a:lnTo>
                  <a:pt x="17585" y="5338"/>
                </a:lnTo>
                <a:lnTo>
                  <a:pt x="17973" y="4032"/>
                </a:lnTo>
                <a:lnTo>
                  <a:pt x="18207" y="2938"/>
                </a:lnTo>
                <a:lnTo>
                  <a:pt x="18363" y="1709"/>
                </a:lnTo>
                <a:lnTo>
                  <a:pt x="18514" y="0"/>
                </a:lnTo>
                <a:close/>
              </a:path>
            </a:pathLst>
          </a:custGeom>
          <a:solidFill>
            <a:srgbClr val="3E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79" name="contour_07077"/>
          <p:cNvSpPr/>
          <p:nvPr/>
        </p:nvSpPr>
        <p:spPr>
          <a:xfrm>
            <a:off x="2029148" y="5320234"/>
            <a:ext cx="65592" cy="438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43" y="258"/>
                </a:lnTo>
                <a:lnTo>
                  <a:pt x="10267" y="549"/>
                </a:lnTo>
                <a:lnTo>
                  <a:pt x="11777" y="883"/>
                </a:lnTo>
                <a:lnTo>
                  <a:pt x="13274" y="1270"/>
                </a:lnTo>
                <a:lnTo>
                  <a:pt x="14765" y="1722"/>
                </a:lnTo>
                <a:lnTo>
                  <a:pt x="16246" y="2249"/>
                </a:lnTo>
                <a:lnTo>
                  <a:pt x="17724" y="2870"/>
                </a:lnTo>
                <a:lnTo>
                  <a:pt x="19200" y="3587"/>
                </a:lnTo>
                <a:lnTo>
                  <a:pt x="20227" y="6149"/>
                </a:lnTo>
                <a:lnTo>
                  <a:pt x="20866" y="7989"/>
                </a:lnTo>
                <a:lnTo>
                  <a:pt x="21230" y="9625"/>
                </a:lnTo>
                <a:lnTo>
                  <a:pt x="21437" y="11573"/>
                </a:lnTo>
                <a:lnTo>
                  <a:pt x="21600" y="14350"/>
                </a:lnTo>
                <a:lnTo>
                  <a:pt x="21146" y="16707"/>
                </a:lnTo>
                <a:lnTo>
                  <a:pt x="20743" y="18242"/>
                </a:lnTo>
                <a:lnTo>
                  <a:pt x="20170" y="19623"/>
                </a:lnTo>
                <a:lnTo>
                  <a:pt x="19200" y="21525"/>
                </a:lnTo>
                <a:lnTo>
                  <a:pt x="17599" y="21600"/>
                </a:lnTo>
                <a:lnTo>
                  <a:pt x="16433" y="21589"/>
                </a:lnTo>
                <a:lnTo>
                  <a:pt x="15362" y="21453"/>
                </a:lnTo>
                <a:lnTo>
                  <a:pt x="14047" y="21148"/>
                </a:lnTo>
                <a:lnTo>
                  <a:pt x="12149" y="20628"/>
                </a:lnTo>
                <a:lnTo>
                  <a:pt x="11587" y="20488"/>
                </a:lnTo>
                <a:lnTo>
                  <a:pt x="10601" y="20240"/>
                </a:lnTo>
                <a:lnTo>
                  <a:pt x="8335" y="19674"/>
                </a:lnTo>
                <a:lnTo>
                  <a:pt x="6535" y="18665"/>
                </a:lnTo>
                <a:lnTo>
                  <a:pt x="5014" y="17543"/>
                </a:lnTo>
                <a:lnTo>
                  <a:pt x="3686" y="16244"/>
                </a:lnTo>
                <a:lnTo>
                  <a:pt x="2465" y="14716"/>
                </a:lnTo>
                <a:lnTo>
                  <a:pt x="1265" y="12908"/>
                </a:lnTo>
                <a:lnTo>
                  <a:pt x="0" y="10762"/>
                </a:lnTo>
                <a:lnTo>
                  <a:pt x="1586" y="10762"/>
                </a:lnTo>
                <a:lnTo>
                  <a:pt x="3182" y="10762"/>
                </a:lnTo>
                <a:lnTo>
                  <a:pt x="4800" y="10762"/>
                </a:lnTo>
                <a:lnTo>
                  <a:pt x="5539" y="8093"/>
                </a:lnTo>
                <a:lnTo>
                  <a:pt x="6034" y="6199"/>
                </a:lnTo>
                <a:lnTo>
                  <a:pt x="6398" y="4563"/>
                </a:lnTo>
                <a:lnTo>
                  <a:pt x="6749" y="2669"/>
                </a:lnTo>
                <a:lnTo>
                  <a:pt x="7200" y="0"/>
                </a:lnTo>
                <a:close/>
              </a:path>
            </a:pathLst>
          </a:custGeom>
          <a:solidFill>
            <a:srgbClr val="3E3C4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0" name="contour_07078"/>
          <p:cNvSpPr/>
          <p:nvPr/>
        </p:nvSpPr>
        <p:spPr>
          <a:xfrm>
            <a:off x="9768995" y="5318186"/>
            <a:ext cx="80168" cy="392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1127"/>
                </a:moveTo>
                <a:lnTo>
                  <a:pt x="20418" y="4112"/>
                </a:lnTo>
                <a:lnTo>
                  <a:pt x="20911" y="6230"/>
                </a:lnTo>
                <a:lnTo>
                  <a:pt x="21209" y="8060"/>
                </a:lnTo>
                <a:lnTo>
                  <a:pt x="21408" y="10178"/>
                </a:lnTo>
                <a:lnTo>
                  <a:pt x="21600" y="13163"/>
                </a:lnTo>
                <a:lnTo>
                  <a:pt x="20277" y="14796"/>
                </a:lnTo>
                <a:lnTo>
                  <a:pt x="18971" y="16212"/>
                </a:lnTo>
                <a:lnTo>
                  <a:pt x="17677" y="17428"/>
                </a:lnTo>
                <a:lnTo>
                  <a:pt x="16392" y="18459"/>
                </a:lnTo>
                <a:lnTo>
                  <a:pt x="15110" y="19313"/>
                </a:lnTo>
                <a:lnTo>
                  <a:pt x="13828" y="20011"/>
                </a:lnTo>
                <a:lnTo>
                  <a:pt x="12540" y="20561"/>
                </a:lnTo>
                <a:lnTo>
                  <a:pt x="11244" y="20982"/>
                </a:lnTo>
                <a:lnTo>
                  <a:pt x="9932" y="21279"/>
                </a:lnTo>
                <a:lnTo>
                  <a:pt x="8603" y="21476"/>
                </a:lnTo>
                <a:lnTo>
                  <a:pt x="7252" y="21576"/>
                </a:lnTo>
                <a:lnTo>
                  <a:pt x="5873" y="21600"/>
                </a:lnTo>
                <a:lnTo>
                  <a:pt x="4463" y="21560"/>
                </a:lnTo>
                <a:lnTo>
                  <a:pt x="3016" y="21468"/>
                </a:lnTo>
                <a:lnTo>
                  <a:pt x="1532" y="21339"/>
                </a:lnTo>
                <a:lnTo>
                  <a:pt x="0" y="21187"/>
                </a:lnTo>
                <a:lnTo>
                  <a:pt x="446" y="18804"/>
                </a:lnTo>
                <a:lnTo>
                  <a:pt x="797" y="17175"/>
                </a:lnTo>
                <a:lnTo>
                  <a:pt x="1243" y="15546"/>
                </a:lnTo>
                <a:lnTo>
                  <a:pt x="1964" y="13163"/>
                </a:lnTo>
                <a:lnTo>
                  <a:pt x="3262" y="13163"/>
                </a:lnTo>
                <a:lnTo>
                  <a:pt x="4567" y="13163"/>
                </a:lnTo>
                <a:lnTo>
                  <a:pt x="5891" y="13163"/>
                </a:lnTo>
                <a:lnTo>
                  <a:pt x="5891" y="10511"/>
                </a:lnTo>
                <a:lnTo>
                  <a:pt x="5891" y="7843"/>
                </a:lnTo>
                <a:lnTo>
                  <a:pt x="5891" y="5139"/>
                </a:lnTo>
                <a:lnTo>
                  <a:pt x="7106" y="3559"/>
                </a:lnTo>
                <a:lnTo>
                  <a:pt x="8385" y="2295"/>
                </a:lnTo>
                <a:lnTo>
                  <a:pt x="9718" y="1328"/>
                </a:lnTo>
                <a:lnTo>
                  <a:pt x="11095" y="634"/>
                </a:lnTo>
                <a:lnTo>
                  <a:pt x="12502" y="201"/>
                </a:lnTo>
                <a:lnTo>
                  <a:pt x="13932" y="0"/>
                </a:lnTo>
                <a:lnTo>
                  <a:pt x="15371" y="12"/>
                </a:lnTo>
                <a:lnTo>
                  <a:pt x="16809" y="217"/>
                </a:lnTo>
                <a:lnTo>
                  <a:pt x="18234" y="598"/>
                </a:lnTo>
                <a:lnTo>
                  <a:pt x="19636" y="1127"/>
                </a:lnTo>
                <a:close/>
              </a:path>
            </a:pathLst>
          </a:custGeom>
          <a:solidFill>
            <a:srgbClr val="E5E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1" name="contour_07079"/>
          <p:cNvSpPr/>
          <p:nvPr/>
        </p:nvSpPr>
        <p:spPr>
          <a:xfrm>
            <a:off x="8581053" y="5312946"/>
            <a:ext cx="58304" cy="73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602"/>
                </a:lnTo>
                <a:lnTo>
                  <a:pt x="13856" y="1204"/>
                </a:lnTo>
                <a:lnTo>
                  <a:pt x="15390" y="1808"/>
                </a:lnTo>
                <a:lnTo>
                  <a:pt x="16929" y="2415"/>
                </a:lnTo>
                <a:lnTo>
                  <a:pt x="18476" y="3025"/>
                </a:lnTo>
                <a:lnTo>
                  <a:pt x="20031" y="3638"/>
                </a:lnTo>
                <a:lnTo>
                  <a:pt x="21600" y="4255"/>
                </a:lnTo>
                <a:lnTo>
                  <a:pt x="19815" y="4255"/>
                </a:lnTo>
                <a:lnTo>
                  <a:pt x="18020" y="4255"/>
                </a:lnTo>
                <a:lnTo>
                  <a:pt x="16200" y="4255"/>
                </a:lnTo>
                <a:lnTo>
                  <a:pt x="15601" y="5514"/>
                </a:lnTo>
                <a:lnTo>
                  <a:pt x="15244" y="6446"/>
                </a:lnTo>
                <a:lnTo>
                  <a:pt x="14985" y="7512"/>
                </a:lnTo>
                <a:lnTo>
                  <a:pt x="14683" y="9174"/>
                </a:lnTo>
                <a:lnTo>
                  <a:pt x="14367" y="10627"/>
                </a:lnTo>
                <a:lnTo>
                  <a:pt x="14048" y="12101"/>
                </a:lnTo>
                <a:lnTo>
                  <a:pt x="13775" y="13486"/>
                </a:lnTo>
                <a:lnTo>
                  <a:pt x="13500" y="14892"/>
                </a:lnTo>
                <a:lnTo>
                  <a:pt x="13073" y="16794"/>
                </a:lnTo>
                <a:lnTo>
                  <a:pt x="12720" y="18077"/>
                </a:lnTo>
                <a:lnTo>
                  <a:pt x="12309" y="19047"/>
                </a:lnTo>
                <a:lnTo>
                  <a:pt x="11713" y="20011"/>
                </a:lnTo>
                <a:lnTo>
                  <a:pt x="10800" y="21275"/>
                </a:lnTo>
                <a:lnTo>
                  <a:pt x="8948" y="21492"/>
                </a:lnTo>
                <a:lnTo>
                  <a:pt x="7177" y="21594"/>
                </a:lnTo>
                <a:lnTo>
                  <a:pt x="5443" y="21600"/>
                </a:lnTo>
                <a:lnTo>
                  <a:pt x="3699" y="21534"/>
                </a:lnTo>
                <a:lnTo>
                  <a:pt x="1901" y="21417"/>
                </a:lnTo>
                <a:lnTo>
                  <a:pt x="0" y="21275"/>
                </a:lnTo>
                <a:lnTo>
                  <a:pt x="270" y="19736"/>
                </a:lnTo>
                <a:lnTo>
                  <a:pt x="594" y="18249"/>
                </a:lnTo>
                <a:lnTo>
                  <a:pt x="972" y="16807"/>
                </a:lnTo>
                <a:lnTo>
                  <a:pt x="1401" y="15405"/>
                </a:lnTo>
                <a:lnTo>
                  <a:pt x="1885" y="14039"/>
                </a:lnTo>
                <a:lnTo>
                  <a:pt x="2422" y="12705"/>
                </a:lnTo>
                <a:lnTo>
                  <a:pt x="3011" y="11397"/>
                </a:lnTo>
                <a:lnTo>
                  <a:pt x="3656" y="10110"/>
                </a:lnTo>
                <a:lnTo>
                  <a:pt x="4355" y="8837"/>
                </a:lnTo>
                <a:lnTo>
                  <a:pt x="5111" y="7580"/>
                </a:lnTo>
                <a:lnTo>
                  <a:pt x="5918" y="6327"/>
                </a:lnTo>
                <a:lnTo>
                  <a:pt x="6782" y="5076"/>
                </a:lnTo>
                <a:lnTo>
                  <a:pt x="7703" y="3823"/>
                </a:lnTo>
                <a:lnTo>
                  <a:pt x="8680" y="2564"/>
                </a:lnTo>
                <a:lnTo>
                  <a:pt x="9712" y="1289"/>
                </a:lnTo>
                <a:lnTo>
                  <a:pt x="10800" y="0"/>
                </a:lnTo>
                <a:close/>
              </a:path>
            </a:pathLst>
          </a:custGeom>
          <a:solidFill>
            <a:srgbClr val="666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2" name="contour_07080"/>
          <p:cNvSpPr/>
          <p:nvPr/>
        </p:nvSpPr>
        <p:spPr>
          <a:xfrm>
            <a:off x="1897964" y="5276265"/>
            <a:ext cx="72880" cy="44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7"/>
                </a:moveTo>
                <a:lnTo>
                  <a:pt x="21529" y="2455"/>
                </a:lnTo>
                <a:lnTo>
                  <a:pt x="21423" y="4730"/>
                </a:lnTo>
                <a:lnTo>
                  <a:pt x="21272" y="6955"/>
                </a:lnTo>
                <a:lnTo>
                  <a:pt x="21064" y="9145"/>
                </a:lnTo>
                <a:lnTo>
                  <a:pt x="20788" y="11307"/>
                </a:lnTo>
                <a:lnTo>
                  <a:pt x="20434" y="13458"/>
                </a:lnTo>
                <a:lnTo>
                  <a:pt x="19989" y="15609"/>
                </a:lnTo>
                <a:lnTo>
                  <a:pt x="19440" y="17778"/>
                </a:lnTo>
                <a:lnTo>
                  <a:pt x="18131" y="19014"/>
                </a:lnTo>
                <a:lnTo>
                  <a:pt x="16842" y="19989"/>
                </a:lnTo>
                <a:lnTo>
                  <a:pt x="15556" y="20713"/>
                </a:lnTo>
                <a:lnTo>
                  <a:pt x="14262" y="21208"/>
                </a:lnTo>
                <a:lnTo>
                  <a:pt x="12938" y="21498"/>
                </a:lnTo>
                <a:lnTo>
                  <a:pt x="11571" y="21600"/>
                </a:lnTo>
                <a:lnTo>
                  <a:pt x="10143" y="21529"/>
                </a:lnTo>
                <a:lnTo>
                  <a:pt x="8640" y="21310"/>
                </a:lnTo>
                <a:lnTo>
                  <a:pt x="7245" y="20071"/>
                </a:lnTo>
                <a:lnTo>
                  <a:pt x="5927" y="18742"/>
                </a:lnTo>
                <a:lnTo>
                  <a:pt x="4670" y="17326"/>
                </a:lnTo>
                <a:lnTo>
                  <a:pt x="3465" y="15818"/>
                </a:lnTo>
                <a:lnTo>
                  <a:pt x="2294" y="14214"/>
                </a:lnTo>
                <a:lnTo>
                  <a:pt x="1143" y="12515"/>
                </a:lnTo>
                <a:lnTo>
                  <a:pt x="0" y="10713"/>
                </a:lnTo>
                <a:lnTo>
                  <a:pt x="1428" y="10713"/>
                </a:lnTo>
                <a:lnTo>
                  <a:pt x="2864" y="10713"/>
                </a:lnTo>
                <a:lnTo>
                  <a:pt x="4320" y="10713"/>
                </a:lnTo>
                <a:lnTo>
                  <a:pt x="4789" y="9071"/>
                </a:lnTo>
                <a:lnTo>
                  <a:pt x="5266" y="7400"/>
                </a:lnTo>
                <a:lnTo>
                  <a:pt x="6011" y="5196"/>
                </a:lnTo>
                <a:lnTo>
                  <a:pt x="6683" y="3843"/>
                </a:lnTo>
                <a:lnTo>
                  <a:pt x="7657" y="2776"/>
                </a:lnTo>
                <a:lnTo>
                  <a:pt x="9314" y="1441"/>
                </a:lnTo>
                <a:lnTo>
                  <a:pt x="10891" y="929"/>
                </a:lnTo>
                <a:lnTo>
                  <a:pt x="12422" y="544"/>
                </a:lnTo>
                <a:lnTo>
                  <a:pt x="13928" y="276"/>
                </a:lnTo>
                <a:lnTo>
                  <a:pt x="15422" y="102"/>
                </a:lnTo>
                <a:lnTo>
                  <a:pt x="16921" y="18"/>
                </a:lnTo>
                <a:lnTo>
                  <a:pt x="18440" y="0"/>
                </a:lnTo>
                <a:lnTo>
                  <a:pt x="19993" y="39"/>
                </a:lnTo>
                <a:lnTo>
                  <a:pt x="21600" y="117"/>
                </a:lnTo>
                <a:close/>
              </a:path>
            </a:pathLst>
          </a:custGeom>
          <a:solidFill>
            <a:srgbClr val="4D435B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3" name="contour_07081"/>
          <p:cNvSpPr/>
          <p:nvPr/>
        </p:nvSpPr>
        <p:spPr>
          <a:xfrm>
            <a:off x="1511701" y="5240066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82" y="0"/>
                </a:lnTo>
                <a:lnTo>
                  <a:pt x="4366" y="0"/>
                </a:lnTo>
                <a:lnTo>
                  <a:pt x="6557" y="0"/>
                </a:lnTo>
                <a:lnTo>
                  <a:pt x="8757" y="0"/>
                </a:lnTo>
                <a:lnTo>
                  <a:pt x="10967" y="0"/>
                </a:lnTo>
                <a:lnTo>
                  <a:pt x="13188" y="0"/>
                </a:lnTo>
                <a:lnTo>
                  <a:pt x="15429" y="0"/>
                </a:lnTo>
                <a:lnTo>
                  <a:pt x="15429" y="1298"/>
                </a:lnTo>
                <a:lnTo>
                  <a:pt x="15429" y="2604"/>
                </a:lnTo>
                <a:lnTo>
                  <a:pt x="15429" y="3927"/>
                </a:lnTo>
                <a:lnTo>
                  <a:pt x="13389" y="3927"/>
                </a:lnTo>
                <a:lnTo>
                  <a:pt x="11337" y="3927"/>
                </a:lnTo>
                <a:lnTo>
                  <a:pt x="9257" y="3927"/>
                </a:lnTo>
                <a:lnTo>
                  <a:pt x="8973" y="5357"/>
                </a:lnTo>
                <a:lnTo>
                  <a:pt x="8742" y="6765"/>
                </a:lnTo>
                <a:lnTo>
                  <a:pt x="8588" y="8157"/>
                </a:lnTo>
                <a:lnTo>
                  <a:pt x="8535" y="9543"/>
                </a:lnTo>
                <a:lnTo>
                  <a:pt x="8612" y="10930"/>
                </a:lnTo>
                <a:lnTo>
                  <a:pt x="8844" y="12328"/>
                </a:lnTo>
                <a:lnTo>
                  <a:pt x="9257" y="13745"/>
                </a:lnTo>
                <a:lnTo>
                  <a:pt x="11183" y="14283"/>
                </a:lnTo>
                <a:lnTo>
                  <a:pt x="13022" y="14643"/>
                </a:lnTo>
                <a:lnTo>
                  <a:pt x="14861" y="14863"/>
                </a:lnTo>
                <a:lnTo>
                  <a:pt x="16789" y="14985"/>
                </a:lnTo>
                <a:lnTo>
                  <a:pt x="18900" y="15049"/>
                </a:lnTo>
                <a:lnTo>
                  <a:pt x="20239" y="15377"/>
                </a:lnTo>
                <a:lnTo>
                  <a:pt x="21600" y="15709"/>
                </a:lnTo>
                <a:lnTo>
                  <a:pt x="21600" y="16875"/>
                </a:lnTo>
                <a:lnTo>
                  <a:pt x="21600" y="18046"/>
                </a:lnTo>
                <a:lnTo>
                  <a:pt x="21600" y="19220"/>
                </a:lnTo>
                <a:lnTo>
                  <a:pt x="21600" y="20404"/>
                </a:lnTo>
                <a:lnTo>
                  <a:pt x="21600" y="21600"/>
                </a:lnTo>
                <a:lnTo>
                  <a:pt x="20668" y="21502"/>
                </a:lnTo>
                <a:lnTo>
                  <a:pt x="19813" y="21410"/>
                </a:lnTo>
                <a:lnTo>
                  <a:pt x="18878" y="21311"/>
                </a:lnTo>
                <a:lnTo>
                  <a:pt x="17712" y="21188"/>
                </a:lnTo>
                <a:lnTo>
                  <a:pt x="16163" y="21023"/>
                </a:lnTo>
                <a:lnTo>
                  <a:pt x="14077" y="20803"/>
                </a:lnTo>
                <a:lnTo>
                  <a:pt x="11306" y="20508"/>
                </a:lnTo>
                <a:lnTo>
                  <a:pt x="7693" y="20125"/>
                </a:lnTo>
                <a:lnTo>
                  <a:pt x="3086" y="19636"/>
                </a:lnTo>
                <a:lnTo>
                  <a:pt x="3113" y="18939"/>
                </a:lnTo>
                <a:lnTo>
                  <a:pt x="3194" y="16836"/>
                </a:lnTo>
                <a:lnTo>
                  <a:pt x="3221" y="15613"/>
                </a:lnTo>
                <a:lnTo>
                  <a:pt x="3249" y="14382"/>
                </a:lnTo>
                <a:lnTo>
                  <a:pt x="3277" y="13133"/>
                </a:lnTo>
                <a:lnTo>
                  <a:pt x="3292" y="12595"/>
                </a:lnTo>
                <a:lnTo>
                  <a:pt x="3323" y="11644"/>
                </a:lnTo>
                <a:lnTo>
                  <a:pt x="3388" y="9473"/>
                </a:lnTo>
                <a:lnTo>
                  <a:pt x="3212" y="8010"/>
                </a:lnTo>
                <a:lnTo>
                  <a:pt x="2938" y="6625"/>
                </a:lnTo>
                <a:lnTo>
                  <a:pt x="2564" y="5294"/>
                </a:lnTo>
                <a:lnTo>
                  <a:pt x="2083" y="3992"/>
                </a:lnTo>
                <a:lnTo>
                  <a:pt x="1500" y="2692"/>
                </a:lnTo>
                <a:lnTo>
                  <a:pt x="805" y="1371"/>
                </a:lnTo>
                <a:lnTo>
                  <a:pt x="0" y="0"/>
                </a:lnTo>
                <a:close/>
              </a:path>
            </a:pathLst>
          </a:custGeom>
          <a:solidFill>
            <a:srgbClr val="4E415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4" name="contour_07082"/>
          <p:cNvSpPr/>
          <p:nvPr/>
        </p:nvSpPr>
        <p:spPr>
          <a:xfrm>
            <a:off x="7976149" y="5181762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349" y="1283"/>
                </a:lnTo>
                <a:lnTo>
                  <a:pt x="7500" y="2573"/>
                </a:lnTo>
                <a:lnTo>
                  <a:pt x="7651" y="3883"/>
                </a:lnTo>
                <a:lnTo>
                  <a:pt x="8822" y="6340"/>
                </a:lnTo>
                <a:lnTo>
                  <a:pt x="9710" y="7714"/>
                </a:lnTo>
                <a:lnTo>
                  <a:pt x="10764" y="8516"/>
                </a:lnTo>
                <a:lnTo>
                  <a:pt x="12432" y="9239"/>
                </a:lnTo>
                <a:lnTo>
                  <a:pt x="13956" y="9558"/>
                </a:lnTo>
                <a:lnTo>
                  <a:pt x="15478" y="9855"/>
                </a:lnTo>
                <a:lnTo>
                  <a:pt x="17002" y="10128"/>
                </a:lnTo>
                <a:lnTo>
                  <a:pt x="18528" y="10376"/>
                </a:lnTo>
                <a:lnTo>
                  <a:pt x="20059" y="10600"/>
                </a:lnTo>
                <a:lnTo>
                  <a:pt x="21600" y="10800"/>
                </a:lnTo>
                <a:lnTo>
                  <a:pt x="21298" y="12752"/>
                </a:lnTo>
                <a:lnTo>
                  <a:pt x="21022" y="14151"/>
                </a:lnTo>
                <a:lnTo>
                  <a:pt x="20657" y="15382"/>
                </a:lnTo>
                <a:lnTo>
                  <a:pt x="20088" y="16835"/>
                </a:lnTo>
                <a:lnTo>
                  <a:pt x="19200" y="18900"/>
                </a:lnTo>
                <a:lnTo>
                  <a:pt x="17506" y="19402"/>
                </a:lnTo>
                <a:lnTo>
                  <a:pt x="15902" y="19815"/>
                </a:lnTo>
                <a:lnTo>
                  <a:pt x="14345" y="20147"/>
                </a:lnTo>
                <a:lnTo>
                  <a:pt x="12782" y="20412"/>
                </a:lnTo>
                <a:lnTo>
                  <a:pt x="11167" y="20612"/>
                </a:lnTo>
                <a:lnTo>
                  <a:pt x="9451" y="20758"/>
                </a:lnTo>
                <a:lnTo>
                  <a:pt x="8088" y="20895"/>
                </a:lnTo>
                <a:lnTo>
                  <a:pt x="6708" y="21036"/>
                </a:lnTo>
                <a:lnTo>
                  <a:pt x="5033" y="21195"/>
                </a:lnTo>
                <a:lnTo>
                  <a:pt x="3355" y="21338"/>
                </a:lnTo>
                <a:lnTo>
                  <a:pt x="1678" y="21473"/>
                </a:lnTo>
                <a:lnTo>
                  <a:pt x="0" y="21600"/>
                </a:lnTo>
                <a:lnTo>
                  <a:pt x="396" y="19634"/>
                </a:lnTo>
                <a:lnTo>
                  <a:pt x="823" y="17726"/>
                </a:lnTo>
                <a:lnTo>
                  <a:pt x="1284" y="15868"/>
                </a:lnTo>
                <a:lnTo>
                  <a:pt x="1781" y="14051"/>
                </a:lnTo>
                <a:lnTo>
                  <a:pt x="2314" y="12266"/>
                </a:lnTo>
                <a:lnTo>
                  <a:pt x="2882" y="10506"/>
                </a:lnTo>
                <a:lnTo>
                  <a:pt x="3494" y="8764"/>
                </a:lnTo>
                <a:lnTo>
                  <a:pt x="4147" y="7028"/>
                </a:lnTo>
                <a:lnTo>
                  <a:pt x="4841" y="5292"/>
                </a:lnTo>
                <a:lnTo>
                  <a:pt x="5580" y="3548"/>
                </a:lnTo>
                <a:lnTo>
                  <a:pt x="6367" y="1787"/>
                </a:lnTo>
                <a:lnTo>
                  <a:pt x="7200" y="0"/>
                </a:lnTo>
                <a:close/>
              </a:path>
            </a:pathLst>
          </a:custGeom>
          <a:solidFill>
            <a:srgbClr val="E4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5" name="contour_07083"/>
          <p:cNvSpPr/>
          <p:nvPr/>
        </p:nvSpPr>
        <p:spPr>
          <a:xfrm>
            <a:off x="5845921" y="5196338"/>
            <a:ext cx="31951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52" y="0"/>
                </a:moveTo>
                <a:lnTo>
                  <a:pt x="21206" y="1109"/>
                </a:lnTo>
                <a:lnTo>
                  <a:pt x="21255" y="2218"/>
                </a:lnTo>
                <a:lnTo>
                  <a:pt x="21304" y="3326"/>
                </a:lnTo>
                <a:lnTo>
                  <a:pt x="21349" y="4435"/>
                </a:lnTo>
                <a:lnTo>
                  <a:pt x="21388" y="5544"/>
                </a:lnTo>
                <a:lnTo>
                  <a:pt x="21423" y="6653"/>
                </a:lnTo>
                <a:lnTo>
                  <a:pt x="21457" y="7762"/>
                </a:lnTo>
                <a:lnTo>
                  <a:pt x="21521" y="8856"/>
                </a:lnTo>
                <a:lnTo>
                  <a:pt x="21585" y="9967"/>
                </a:lnTo>
                <a:lnTo>
                  <a:pt x="21600" y="11201"/>
                </a:lnTo>
                <a:lnTo>
                  <a:pt x="21575" y="12411"/>
                </a:lnTo>
                <a:lnTo>
                  <a:pt x="21477" y="13599"/>
                </a:lnTo>
                <a:lnTo>
                  <a:pt x="21275" y="14769"/>
                </a:lnTo>
                <a:lnTo>
                  <a:pt x="20940" y="15923"/>
                </a:lnTo>
                <a:lnTo>
                  <a:pt x="20442" y="17068"/>
                </a:lnTo>
                <a:lnTo>
                  <a:pt x="19752" y="18203"/>
                </a:lnTo>
                <a:lnTo>
                  <a:pt x="18841" y="19336"/>
                </a:lnTo>
                <a:lnTo>
                  <a:pt x="17673" y="20466"/>
                </a:lnTo>
                <a:lnTo>
                  <a:pt x="16225" y="21600"/>
                </a:lnTo>
                <a:lnTo>
                  <a:pt x="12968" y="21600"/>
                </a:lnTo>
                <a:lnTo>
                  <a:pt x="9691" y="21600"/>
                </a:lnTo>
                <a:lnTo>
                  <a:pt x="6371" y="21600"/>
                </a:lnTo>
                <a:lnTo>
                  <a:pt x="7184" y="20412"/>
                </a:lnTo>
                <a:lnTo>
                  <a:pt x="7997" y="19222"/>
                </a:lnTo>
                <a:lnTo>
                  <a:pt x="8814" y="18027"/>
                </a:lnTo>
                <a:lnTo>
                  <a:pt x="9637" y="16826"/>
                </a:lnTo>
                <a:lnTo>
                  <a:pt x="10465" y="15619"/>
                </a:lnTo>
                <a:lnTo>
                  <a:pt x="11298" y="14400"/>
                </a:lnTo>
                <a:lnTo>
                  <a:pt x="8041" y="14400"/>
                </a:lnTo>
                <a:lnTo>
                  <a:pt x="4764" y="14400"/>
                </a:lnTo>
                <a:lnTo>
                  <a:pt x="1444" y="14400"/>
                </a:lnTo>
                <a:lnTo>
                  <a:pt x="1217" y="13163"/>
                </a:lnTo>
                <a:lnTo>
                  <a:pt x="1015" y="11927"/>
                </a:lnTo>
                <a:lnTo>
                  <a:pt x="833" y="10688"/>
                </a:lnTo>
                <a:lnTo>
                  <a:pt x="670" y="9450"/>
                </a:lnTo>
                <a:lnTo>
                  <a:pt x="517" y="8212"/>
                </a:lnTo>
                <a:lnTo>
                  <a:pt x="350" y="7061"/>
                </a:lnTo>
                <a:lnTo>
                  <a:pt x="177" y="5904"/>
                </a:lnTo>
                <a:lnTo>
                  <a:pt x="0" y="4732"/>
                </a:lnTo>
                <a:lnTo>
                  <a:pt x="478" y="3764"/>
                </a:lnTo>
                <a:lnTo>
                  <a:pt x="956" y="2788"/>
                </a:lnTo>
                <a:lnTo>
                  <a:pt x="1444" y="1800"/>
                </a:lnTo>
                <a:lnTo>
                  <a:pt x="4769" y="1229"/>
                </a:lnTo>
                <a:lnTo>
                  <a:pt x="7913" y="772"/>
                </a:lnTo>
                <a:lnTo>
                  <a:pt x="10997" y="427"/>
                </a:lnTo>
                <a:lnTo>
                  <a:pt x="14150" y="185"/>
                </a:lnTo>
                <a:lnTo>
                  <a:pt x="17491" y="45"/>
                </a:lnTo>
                <a:lnTo>
                  <a:pt x="21152" y="0"/>
                </a:lnTo>
                <a:close/>
              </a:path>
            </a:pathLst>
          </a:custGeom>
          <a:solidFill>
            <a:srgbClr val="FA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6" name="contour_07084"/>
          <p:cNvSpPr/>
          <p:nvPr/>
        </p:nvSpPr>
        <p:spPr>
          <a:xfrm>
            <a:off x="4452129" y="5189050"/>
            <a:ext cx="6958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53" y="0"/>
                </a:moveTo>
                <a:lnTo>
                  <a:pt x="18548" y="0"/>
                </a:lnTo>
                <a:lnTo>
                  <a:pt x="20053" y="0"/>
                </a:lnTo>
                <a:lnTo>
                  <a:pt x="21577" y="0"/>
                </a:lnTo>
                <a:lnTo>
                  <a:pt x="21600" y="1233"/>
                </a:lnTo>
                <a:lnTo>
                  <a:pt x="21573" y="2414"/>
                </a:lnTo>
                <a:lnTo>
                  <a:pt x="21478" y="3551"/>
                </a:lnTo>
                <a:lnTo>
                  <a:pt x="21297" y="4658"/>
                </a:lnTo>
                <a:lnTo>
                  <a:pt x="21007" y="5746"/>
                </a:lnTo>
                <a:lnTo>
                  <a:pt x="20593" y="6826"/>
                </a:lnTo>
                <a:lnTo>
                  <a:pt x="20037" y="7906"/>
                </a:lnTo>
                <a:lnTo>
                  <a:pt x="19315" y="9000"/>
                </a:lnTo>
                <a:lnTo>
                  <a:pt x="17752" y="9391"/>
                </a:lnTo>
                <a:lnTo>
                  <a:pt x="16191" y="9718"/>
                </a:lnTo>
                <a:lnTo>
                  <a:pt x="14630" y="9990"/>
                </a:lnTo>
                <a:lnTo>
                  <a:pt x="13067" y="10210"/>
                </a:lnTo>
                <a:lnTo>
                  <a:pt x="11499" y="10384"/>
                </a:lnTo>
                <a:lnTo>
                  <a:pt x="9922" y="10519"/>
                </a:lnTo>
                <a:lnTo>
                  <a:pt x="8334" y="10624"/>
                </a:lnTo>
                <a:lnTo>
                  <a:pt x="6732" y="10701"/>
                </a:lnTo>
                <a:lnTo>
                  <a:pt x="5115" y="10757"/>
                </a:lnTo>
                <a:lnTo>
                  <a:pt x="3479" y="10800"/>
                </a:lnTo>
                <a:lnTo>
                  <a:pt x="3479" y="11988"/>
                </a:lnTo>
                <a:lnTo>
                  <a:pt x="3479" y="13178"/>
                </a:lnTo>
                <a:lnTo>
                  <a:pt x="3479" y="14368"/>
                </a:lnTo>
                <a:lnTo>
                  <a:pt x="3479" y="15561"/>
                </a:lnTo>
                <a:lnTo>
                  <a:pt x="3479" y="16758"/>
                </a:lnTo>
                <a:lnTo>
                  <a:pt x="3479" y="17960"/>
                </a:lnTo>
                <a:lnTo>
                  <a:pt x="3479" y="19166"/>
                </a:lnTo>
                <a:lnTo>
                  <a:pt x="3479" y="20380"/>
                </a:lnTo>
                <a:lnTo>
                  <a:pt x="3479" y="21600"/>
                </a:lnTo>
                <a:lnTo>
                  <a:pt x="2357" y="21600"/>
                </a:lnTo>
                <a:lnTo>
                  <a:pt x="1217" y="21600"/>
                </a:lnTo>
                <a:lnTo>
                  <a:pt x="869" y="19103"/>
                </a:lnTo>
                <a:lnTo>
                  <a:pt x="579" y="16979"/>
                </a:lnTo>
                <a:lnTo>
                  <a:pt x="348" y="15179"/>
                </a:lnTo>
                <a:lnTo>
                  <a:pt x="174" y="13662"/>
                </a:lnTo>
                <a:lnTo>
                  <a:pt x="59" y="12384"/>
                </a:lnTo>
                <a:lnTo>
                  <a:pt x="0" y="11297"/>
                </a:lnTo>
                <a:lnTo>
                  <a:pt x="0" y="10361"/>
                </a:lnTo>
                <a:lnTo>
                  <a:pt x="59" y="9529"/>
                </a:lnTo>
                <a:lnTo>
                  <a:pt x="174" y="8759"/>
                </a:lnTo>
                <a:lnTo>
                  <a:pt x="348" y="8005"/>
                </a:lnTo>
                <a:lnTo>
                  <a:pt x="579" y="7223"/>
                </a:lnTo>
                <a:lnTo>
                  <a:pt x="869" y="6370"/>
                </a:lnTo>
                <a:lnTo>
                  <a:pt x="1217" y="5400"/>
                </a:lnTo>
                <a:lnTo>
                  <a:pt x="2626" y="4610"/>
                </a:lnTo>
                <a:lnTo>
                  <a:pt x="4040" y="3967"/>
                </a:lnTo>
                <a:lnTo>
                  <a:pt x="5466" y="3449"/>
                </a:lnTo>
                <a:lnTo>
                  <a:pt x="6911" y="3035"/>
                </a:lnTo>
                <a:lnTo>
                  <a:pt x="8388" y="2705"/>
                </a:lnTo>
                <a:lnTo>
                  <a:pt x="9906" y="2439"/>
                </a:lnTo>
                <a:lnTo>
                  <a:pt x="11474" y="2212"/>
                </a:lnTo>
                <a:lnTo>
                  <a:pt x="13098" y="2007"/>
                </a:lnTo>
                <a:lnTo>
                  <a:pt x="14791" y="1800"/>
                </a:lnTo>
                <a:lnTo>
                  <a:pt x="15913" y="907"/>
                </a:lnTo>
                <a:lnTo>
                  <a:pt x="17053" y="0"/>
                </a:lnTo>
                <a:close/>
              </a:path>
            </a:pathLst>
          </a:custGeom>
          <a:solidFill>
            <a:srgbClr val="484238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7" name="contour_07085"/>
          <p:cNvSpPr/>
          <p:nvPr/>
        </p:nvSpPr>
        <p:spPr>
          <a:xfrm>
            <a:off x="3441036" y="5108882"/>
            <a:ext cx="89438" cy="88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9" y="0"/>
                </a:moveTo>
                <a:lnTo>
                  <a:pt x="1642" y="0"/>
                </a:lnTo>
                <a:lnTo>
                  <a:pt x="2813" y="0"/>
                </a:lnTo>
                <a:lnTo>
                  <a:pt x="3999" y="0"/>
                </a:lnTo>
                <a:lnTo>
                  <a:pt x="3795" y="1119"/>
                </a:lnTo>
                <a:lnTo>
                  <a:pt x="3589" y="2246"/>
                </a:lnTo>
                <a:lnTo>
                  <a:pt x="3379" y="3389"/>
                </a:lnTo>
                <a:lnTo>
                  <a:pt x="3070" y="5828"/>
                </a:lnTo>
                <a:lnTo>
                  <a:pt x="2832" y="7804"/>
                </a:lnTo>
                <a:lnTo>
                  <a:pt x="2670" y="9393"/>
                </a:lnTo>
                <a:lnTo>
                  <a:pt x="2591" y="10670"/>
                </a:lnTo>
                <a:lnTo>
                  <a:pt x="2594" y="11714"/>
                </a:lnTo>
                <a:lnTo>
                  <a:pt x="2684" y="12598"/>
                </a:lnTo>
                <a:lnTo>
                  <a:pt x="2867" y="13400"/>
                </a:lnTo>
                <a:lnTo>
                  <a:pt x="3144" y="14194"/>
                </a:lnTo>
                <a:lnTo>
                  <a:pt x="3520" y="15058"/>
                </a:lnTo>
                <a:lnTo>
                  <a:pt x="3999" y="16069"/>
                </a:lnTo>
                <a:lnTo>
                  <a:pt x="5096" y="16692"/>
                </a:lnTo>
                <a:lnTo>
                  <a:pt x="6234" y="17226"/>
                </a:lnTo>
                <a:lnTo>
                  <a:pt x="7408" y="17674"/>
                </a:lnTo>
                <a:lnTo>
                  <a:pt x="8616" y="18049"/>
                </a:lnTo>
                <a:lnTo>
                  <a:pt x="9848" y="18354"/>
                </a:lnTo>
                <a:lnTo>
                  <a:pt x="11101" y="18602"/>
                </a:lnTo>
                <a:lnTo>
                  <a:pt x="12370" y="18799"/>
                </a:lnTo>
                <a:lnTo>
                  <a:pt x="13648" y="18952"/>
                </a:lnTo>
                <a:lnTo>
                  <a:pt x="14929" y="19072"/>
                </a:lnTo>
                <a:lnTo>
                  <a:pt x="16209" y="19165"/>
                </a:lnTo>
                <a:lnTo>
                  <a:pt x="17481" y="19240"/>
                </a:lnTo>
                <a:lnTo>
                  <a:pt x="18742" y="19302"/>
                </a:lnTo>
                <a:lnTo>
                  <a:pt x="19984" y="19365"/>
                </a:lnTo>
                <a:lnTo>
                  <a:pt x="20787" y="19502"/>
                </a:lnTo>
                <a:lnTo>
                  <a:pt x="21600" y="19640"/>
                </a:lnTo>
                <a:lnTo>
                  <a:pt x="21600" y="20525"/>
                </a:lnTo>
                <a:lnTo>
                  <a:pt x="21600" y="21425"/>
                </a:lnTo>
                <a:lnTo>
                  <a:pt x="20516" y="21445"/>
                </a:lnTo>
                <a:lnTo>
                  <a:pt x="19432" y="21463"/>
                </a:lnTo>
                <a:lnTo>
                  <a:pt x="18347" y="21480"/>
                </a:lnTo>
                <a:lnTo>
                  <a:pt x="17263" y="21496"/>
                </a:lnTo>
                <a:lnTo>
                  <a:pt x="16179" y="21511"/>
                </a:lnTo>
                <a:lnTo>
                  <a:pt x="15095" y="21523"/>
                </a:lnTo>
                <a:lnTo>
                  <a:pt x="14010" y="21536"/>
                </a:lnTo>
                <a:lnTo>
                  <a:pt x="12940" y="21559"/>
                </a:lnTo>
                <a:lnTo>
                  <a:pt x="11854" y="21582"/>
                </a:lnTo>
                <a:lnTo>
                  <a:pt x="9545" y="21598"/>
                </a:lnTo>
                <a:lnTo>
                  <a:pt x="7678" y="21600"/>
                </a:lnTo>
                <a:lnTo>
                  <a:pt x="6185" y="21573"/>
                </a:lnTo>
                <a:lnTo>
                  <a:pt x="4999" y="21507"/>
                </a:lnTo>
                <a:lnTo>
                  <a:pt x="4050" y="21391"/>
                </a:lnTo>
                <a:lnTo>
                  <a:pt x="3270" y="21213"/>
                </a:lnTo>
                <a:lnTo>
                  <a:pt x="2591" y="20959"/>
                </a:lnTo>
                <a:lnTo>
                  <a:pt x="1945" y="20622"/>
                </a:lnTo>
                <a:lnTo>
                  <a:pt x="1264" y="20184"/>
                </a:lnTo>
                <a:lnTo>
                  <a:pt x="479" y="19640"/>
                </a:lnTo>
                <a:lnTo>
                  <a:pt x="264" y="18397"/>
                </a:lnTo>
                <a:lnTo>
                  <a:pt x="120" y="17160"/>
                </a:lnTo>
                <a:lnTo>
                  <a:pt x="35" y="15926"/>
                </a:lnTo>
                <a:lnTo>
                  <a:pt x="0" y="14694"/>
                </a:lnTo>
                <a:lnTo>
                  <a:pt x="5" y="13457"/>
                </a:lnTo>
                <a:lnTo>
                  <a:pt x="37" y="12216"/>
                </a:lnTo>
                <a:lnTo>
                  <a:pt x="88" y="10968"/>
                </a:lnTo>
                <a:lnTo>
                  <a:pt x="148" y="9709"/>
                </a:lnTo>
                <a:lnTo>
                  <a:pt x="172" y="8779"/>
                </a:lnTo>
                <a:lnTo>
                  <a:pt x="197" y="7842"/>
                </a:lnTo>
                <a:lnTo>
                  <a:pt x="222" y="6894"/>
                </a:lnTo>
                <a:lnTo>
                  <a:pt x="255" y="5744"/>
                </a:lnTo>
                <a:lnTo>
                  <a:pt x="292" y="4596"/>
                </a:lnTo>
                <a:lnTo>
                  <a:pt x="333" y="3446"/>
                </a:lnTo>
                <a:lnTo>
                  <a:pt x="377" y="2298"/>
                </a:lnTo>
                <a:lnTo>
                  <a:pt x="426" y="1148"/>
                </a:lnTo>
                <a:lnTo>
                  <a:pt x="479" y="0"/>
                </a:lnTo>
                <a:close/>
              </a:path>
            </a:pathLst>
          </a:custGeom>
          <a:solidFill>
            <a:srgbClr val="BDD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8" name="contour_07086"/>
          <p:cNvSpPr/>
          <p:nvPr/>
        </p:nvSpPr>
        <p:spPr>
          <a:xfrm>
            <a:off x="7560734" y="5159898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288" y="1506"/>
                </a:lnTo>
                <a:lnTo>
                  <a:pt x="20709" y="2651"/>
                </a:lnTo>
                <a:lnTo>
                  <a:pt x="21086" y="4015"/>
                </a:lnTo>
                <a:lnTo>
                  <a:pt x="21600" y="6171"/>
                </a:lnTo>
                <a:lnTo>
                  <a:pt x="21290" y="8652"/>
                </a:lnTo>
                <a:lnTo>
                  <a:pt x="21033" y="10374"/>
                </a:lnTo>
                <a:lnTo>
                  <a:pt x="20734" y="11781"/>
                </a:lnTo>
                <a:lnTo>
                  <a:pt x="20300" y="13318"/>
                </a:lnTo>
                <a:lnTo>
                  <a:pt x="19636" y="15429"/>
                </a:lnTo>
                <a:lnTo>
                  <a:pt x="18338" y="15429"/>
                </a:lnTo>
                <a:lnTo>
                  <a:pt x="17033" y="15429"/>
                </a:lnTo>
                <a:lnTo>
                  <a:pt x="15709" y="15429"/>
                </a:lnTo>
                <a:lnTo>
                  <a:pt x="15709" y="13389"/>
                </a:lnTo>
                <a:lnTo>
                  <a:pt x="15709" y="11337"/>
                </a:lnTo>
                <a:lnTo>
                  <a:pt x="15709" y="9257"/>
                </a:lnTo>
                <a:lnTo>
                  <a:pt x="14994" y="10652"/>
                </a:lnTo>
                <a:lnTo>
                  <a:pt x="14268" y="12065"/>
                </a:lnTo>
                <a:lnTo>
                  <a:pt x="13404" y="13589"/>
                </a:lnTo>
                <a:lnTo>
                  <a:pt x="12546" y="15052"/>
                </a:lnTo>
                <a:lnTo>
                  <a:pt x="11680" y="16456"/>
                </a:lnTo>
                <a:lnTo>
                  <a:pt x="10790" y="17811"/>
                </a:lnTo>
                <a:lnTo>
                  <a:pt x="9867" y="19116"/>
                </a:lnTo>
                <a:lnTo>
                  <a:pt x="8893" y="20378"/>
                </a:lnTo>
                <a:lnTo>
                  <a:pt x="7855" y="21600"/>
                </a:lnTo>
                <a:lnTo>
                  <a:pt x="6374" y="21575"/>
                </a:lnTo>
                <a:lnTo>
                  <a:pt x="5068" y="21332"/>
                </a:lnTo>
                <a:lnTo>
                  <a:pt x="3857" y="20884"/>
                </a:lnTo>
                <a:lnTo>
                  <a:pt x="2661" y="20255"/>
                </a:lnTo>
                <a:lnTo>
                  <a:pt x="1402" y="19459"/>
                </a:lnTo>
                <a:lnTo>
                  <a:pt x="0" y="18514"/>
                </a:lnTo>
                <a:lnTo>
                  <a:pt x="257" y="16339"/>
                </a:lnTo>
                <a:lnTo>
                  <a:pt x="548" y="14259"/>
                </a:lnTo>
                <a:lnTo>
                  <a:pt x="886" y="12266"/>
                </a:lnTo>
                <a:lnTo>
                  <a:pt x="1292" y="10340"/>
                </a:lnTo>
                <a:lnTo>
                  <a:pt x="1781" y="8473"/>
                </a:lnTo>
                <a:lnTo>
                  <a:pt x="2372" y="6653"/>
                </a:lnTo>
                <a:lnTo>
                  <a:pt x="3081" y="4860"/>
                </a:lnTo>
                <a:lnTo>
                  <a:pt x="3927" y="3086"/>
                </a:lnTo>
                <a:lnTo>
                  <a:pt x="5300" y="2752"/>
                </a:lnTo>
                <a:lnTo>
                  <a:pt x="6637" y="2530"/>
                </a:lnTo>
                <a:lnTo>
                  <a:pt x="7953" y="2407"/>
                </a:lnTo>
                <a:lnTo>
                  <a:pt x="9257" y="2370"/>
                </a:lnTo>
                <a:lnTo>
                  <a:pt x="10562" y="2407"/>
                </a:lnTo>
                <a:lnTo>
                  <a:pt x="11882" y="2509"/>
                </a:lnTo>
                <a:lnTo>
                  <a:pt x="13227" y="2657"/>
                </a:lnTo>
                <a:lnTo>
                  <a:pt x="14611" y="2845"/>
                </a:lnTo>
                <a:lnTo>
                  <a:pt x="15623" y="2925"/>
                </a:lnTo>
                <a:lnTo>
                  <a:pt x="16642" y="3005"/>
                </a:lnTo>
                <a:lnTo>
                  <a:pt x="17673" y="3086"/>
                </a:lnTo>
                <a:lnTo>
                  <a:pt x="18647" y="1555"/>
                </a:lnTo>
                <a:lnTo>
                  <a:pt x="19636" y="0"/>
                </a:lnTo>
                <a:close/>
              </a:path>
            </a:pathLst>
          </a:custGeom>
          <a:solidFill>
            <a:srgbClr val="988E73"/>
          </a:solidFill>
          <a:ln>
            <a:noFill/>
          </a:ln>
        </p:spPr>
        <p:txBody>
          <a:bodyPr/>
          <a:lstStyle/>
          <a:p/>
        </p:txBody>
      </p:sp>
      <p:sp>
        <p:nvSpPr>
          <p:cNvPr id="7089" name="contour_07087"/>
          <p:cNvSpPr/>
          <p:nvPr/>
        </p:nvSpPr>
        <p:spPr>
          <a:xfrm>
            <a:off x="3574341" y="5123618"/>
            <a:ext cx="43589" cy="65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18" y="2"/>
                </a:moveTo>
                <a:lnTo>
                  <a:pt x="11950" y="209"/>
                </a:lnTo>
                <a:lnTo>
                  <a:pt x="12965" y="435"/>
                </a:lnTo>
                <a:lnTo>
                  <a:pt x="14576" y="794"/>
                </a:lnTo>
                <a:lnTo>
                  <a:pt x="17284" y="1395"/>
                </a:lnTo>
                <a:lnTo>
                  <a:pt x="21600" y="2353"/>
                </a:lnTo>
                <a:lnTo>
                  <a:pt x="21040" y="4011"/>
                </a:lnTo>
                <a:lnTo>
                  <a:pt x="20462" y="5666"/>
                </a:lnTo>
                <a:lnTo>
                  <a:pt x="19874" y="7321"/>
                </a:lnTo>
                <a:lnTo>
                  <a:pt x="19274" y="8972"/>
                </a:lnTo>
                <a:lnTo>
                  <a:pt x="18664" y="10622"/>
                </a:lnTo>
                <a:lnTo>
                  <a:pt x="18119" y="12159"/>
                </a:lnTo>
                <a:lnTo>
                  <a:pt x="17573" y="13706"/>
                </a:lnTo>
                <a:lnTo>
                  <a:pt x="17013" y="15275"/>
                </a:lnTo>
                <a:lnTo>
                  <a:pt x="15681" y="17202"/>
                </a:lnTo>
                <a:lnTo>
                  <a:pt x="14583" y="18460"/>
                </a:lnTo>
                <a:lnTo>
                  <a:pt x="13319" y="19319"/>
                </a:lnTo>
                <a:lnTo>
                  <a:pt x="11488" y="20053"/>
                </a:lnTo>
                <a:lnTo>
                  <a:pt x="8689" y="20931"/>
                </a:lnTo>
                <a:lnTo>
                  <a:pt x="6992" y="21153"/>
                </a:lnTo>
                <a:lnTo>
                  <a:pt x="5276" y="21376"/>
                </a:lnTo>
                <a:lnTo>
                  <a:pt x="3543" y="21600"/>
                </a:lnTo>
                <a:lnTo>
                  <a:pt x="3070" y="19978"/>
                </a:lnTo>
                <a:lnTo>
                  <a:pt x="2607" y="18357"/>
                </a:lnTo>
                <a:lnTo>
                  <a:pt x="2156" y="16730"/>
                </a:lnTo>
                <a:lnTo>
                  <a:pt x="1719" y="15107"/>
                </a:lnTo>
                <a:lnTo>
                  <a:pt x="1286" y="13480"/>
                </a:lnTo>
                <a:lnTo>
                  <a:pt x="867" y="11972"/>
                </a:lnTo>
                <a:lnTo>
                  <a:pt x="444" y="10454"/>
                </a:lnTo>
                <a:lnTo>
                  <a:pt x="14" y="8911"/>
                </a:lnTo>
                <a:lnTo>
                  <a:pt x="0" y="6862"/>
                </a:lnTo>
                <a:lnTo>
                  <a:pt x="144" y="5464"/>
                </a:lnTo>
                <a:lnTo>
                  <a:pt x="596" y="4376"/>
                </a:lnTo>
                <a:lnTo>
                  <a:pt x="1492" y="3253"/>
                </a:lnTo>
                <a:lnTo>
                  <a:pt x="2976" y="1751"/>
                </a:lnTo>
                <a:lnTo>
                  <a:pt x="5453" y="710"/>
                </a:lnTo>
                <a:lnTo>
                  <a:pt x="7115" y="180"/>
                </a:lnTo>
                <a:lnTo>
                  <a:pt x="8722" y="0"/>
                </a:lnTo>
                <a:lnTo>
                  <a:pt x="11018" y="2"/>
                </a:lnTo>
                <a:close/>
              </a:path>
            </a:pathLst>
          </a:custGeom>
          <a:solidFill>
            <a:srgbClr val="BBC8CC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0" name="contour_07088"/>
          <p:cNvSpPr/>
          <p:nvPr/>
        </p:nvSpPr>
        <p:spPr>
          <a:xfrm>
            <a:off x="6350927" y="5123458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4" y="0"/>
                </a:lnTo>
                <a:lnTo>
                  <a:pt x="10370" y="0"/>
                </a:lnTo>
                <a:lnTo>
                  <a:pt x="11957" y="0"/>
                </a:lnTo>
                <a:lnTo>
                  <a:pt x="13548" y="0"/>
                </a:lnTo>
                <a:lnTo>
                  <a:pt x="15144" y="0"/>
                </a:lnTo>
                <a:lnTo>
                  <a:pt x="16747" y="0"/>
                </a:lnTo>
                <a:lnTo>
                  <a:pt x="18355" y="0"/>
                </a:lnTo>
                <a:lnTo>
                  <a:pt x="19973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7"/>
                </a:lnTo>
                <a:lnTo>
                  <a:pt x="21600" y="5351"/>
                </a:lnTo>
                <a:lnTo>
                  <a:pt x="21600" y="7141"/>
                </a:lnTo>
                <a:lnTo>
                  <a:pt x="21600" y="8937"/>
                </a:lnTo>
                <a:lnTo>
                  <a:pt x="21600" y="10741"/>
                </a:lnTo>
                <a:lnTo>
                  <a:pt x="21600" y="12550"/>
                </a:lnTo>
                <a:lnTo>
                  <a:pt x="21600" y="14369"/>
                </a:lnTo>
                <a:lnTo>
                  <a:pt x="21600" y="16200"/>
                </a:lnTo>
                <a:lnTo>
                  <a:pt x="20412" y="15530"/>
                </a:lnTo>
                <a:lnTo>
                  <a:pt x="19219" y="14861"/>
                </a:lnTo>
                <a:lnTo>
                  <a:pt x="18017" y="14183"/>
                </a:lnTo>
                <a:lnTo>
                  <a:pt x="16800" y="13500"/>
                </a:lnTo>
                <a:lnTo>
                  <a:pt x="15348" y="14302"/>
                </a:lnTo>
                <a:lnTo>
                  <a:pt x="14309" y="14915"/>
                </a:lnTo>
                <a:lnTo>
                  <a:pt x="13397" y="15530"/>
                </a:lnTo>
                <a:lnTo>
                  <a:pt x="12324" y="16343"/>
                </a:lnTo>
                <a:lnTo>
                  <a:pt x="10800" y="17550"/>
                </a:lnTo>
                <a:lnTo>
                  <a:pt x="9276" y="18757"/>
                </a:lnTo>
                <a:lnTo>
                  <a:pt x="8203" y="19570"/>
                </a:lnTo>
                <a:lnTo>
                  <a:pt x="7291" y="20185"/>
                </a:lnTo>
                <a:lnTo>
                  <a:pt x="6252" y="20798"/>
                </a:lnTo>
                <a:lnTo>
                  <a:pt x="4800" y="21600"/>
                </a:lnTo>
                <a:lnTo>
                  <a:pt x="3163" y="20941"/>
                </a:lnTo>
                <a:lnTo>
                  <a:pt x="2119" y="20442"/>
                </a:lnTo>
                <a:lnTo>
                  <a:pt x="1214" y="19845"/>
                </a:lnTo>
                <a:lnTo>
                  <a:pt x="0" y="18900"/>
                </a:lnTo>
                <a:lnTo>
                  <a:pt x="528" y="18403"/>
                </a:lnTo>
                <a:lnTo>
                  <a:pt x="1462" y="17528"/>
                </a:lnTo>
                <a:lnTo>
                  <a:pt x="3600" y="15525"/>
                </a:lnTo>
                <a:lnTo>
                  <a:pt x="4867" y="14086"/>
                </a:lnTo>
                <a:lnTo>
                  <a:pt x="5878" y="12763"/>
                </a:lnTo>
                <a:lnTo>
                  <a:pt x="6660" y="11394"/>
                </a:lnTo>
                <a:lnTo>
                  <a:pt x="7250" y="9814"/>
                </a:lnTo>
                <a:lnTo>
                  <a:pt x="7678" y="7857"/>
                </a:lnTo>
                <a:lnTo>
                  <a:pt x="7661" y="6372"/>
                </a:lnTo>
                <a:lnTo>
                  <a:pt x="7627" y="5219"/>
                </a:lnTo>
                <a:lnTo>
                  <a:pt x="7555" y="4026"/>
                </a:lnTo>
                <a:lnTo>
                  <a:pt x="7421" y="2411"/>
                </a:lnTo>
                <a:lnTo>
                  <a:pt x="7200" y="0"/>
                </a:lnTo>
                <a:close/>
              </a:path>
            </a:pathLst>
          </a:custGeom>
          <a:solidFill>
            <a:srgbClr val="E5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1" name="contour_07089"/>
          <p:cNvSpPr/>
          <p:nvPr/>
        </p:nvSpPr>
        <p:spPr>
          <a:xfrm>
            <a:off x="1570005" y="5087018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091" y="406"/>
                </a:lnTo>
                <a:lnTo>
                  <a:pt x="12349" y="823"/>
                </a:lnTo>
                <a:lnTo>
                  <a:pt x="13596" y="1261"/>
                </a:lnTo>
                <a:lnTo>
                  <a:pt x="14827" y="1720"/>
                </a:lnTo>
                <a:lnTo>
                  <a:pt x="16049" y="2211"/>
                </a:lnTo>
                <a:lnTo>
                  <a:pt x="17256" y="2739"/>
                </a:lnTo>
                <a:lnTo>
                  <a:pt x="18452" y="3309"/>
                </a:lnTo>
                <a:lnTo>
                  <a:pt x="19636" y="3927"/>
                </a:lnTo>
                <a:lnTo>
                  <a:pt x="20418" y="5506"/>
                </a:lnTo>
                <a:lnTo>
                  <a:pt x="20911" y="6602"/>
                </a:lnTo>
                <a:lnTo>
                  <a:pt x="21209" y="7497"/>
                </a:lnTo>
                <a:lnTo>
                  <a:pt x="21408" y="8475"/>
                </a:lnTo>
                <a:lnTo>
                  <a:pt x="21600" y="9818"/>
                </a:lnTo>
                <a:lnTo>
                  <a:pt x="20343" y="9979"/>
                </a:lnTo>
                <a:lnTo>
                  <a:pt x="19077" y="10144"/>
                </a:lnTo>
                <a:lnTo>
                  <a:pt x="17794" y="10309"/>
                </a:lnTo>
                <a:lnTo>
                  <a:pt x="16510" y="10621"/>
                </a:lnTo>
                <a:lnTo>
                  <a:pt x="15662" y="10879"/>
                </a:lnTo>
                <a:lnTo>
                  <a:pt x="14867" y="11220"/>
                </a:lnTo>
                <a:lnTo>
                  <a:pt x="13745" y="11782"/>
                </a:lnTo>
                <a:lnTo>
                  <a:pt x="13152" y="13082"/>
                </a:lnTo>
                <a:lnTo>
                  <a:pt x="12717" y="14333"/>
                </a:lnTo>
                <a:lnTo>
                  <a:pt x="12398" y="15574"/>
                </a:lnTo>
                <a:lnTo>
                  <a:pt x="12161" y="16846"/>
                </a:lnTo>
                <a:lnTo>
                  <a:pt x="11968" y="18185"/>
                </a:lnTo>
                <a:lnTo>
                  <a:pt x="11782" y="19636"/>
                </a:lnTo>
                <a:lnTo>
                  <a:pt x="11782" y="18338"/>
                </a:lnTo>
                <a:lnTo>
                  <a:pt x="11782" y="17033"/>
                </a:lnTo>
                <a:lnTo>
                  <a:pt x="11782" y="15709"/>
                </a:lnTo>
                <a:lnTo>
                  <a:pt x="10615" y="16292"/>
                </a:lnTo>
                <a:lnTo>
                  <a:pt x="9449" y="16875"/>
                </a:lnTo>
                <a:lnTo>
                  <a:pt x="8279" y="17461"/>
                </a:lnTo>
                <a:lnTo>
                  <a:pt x="7108" y="18046"/>
                </a:lnTo>
                <a:lnTo>
                  <a:pt x="5936" y="18633"/>
                </a:lnTo>
                <a:lnTo>
                  <a:pt x="4758" y="19220"/>
                </a:lnTo>
                <a:lnTo>
                  <a:pt x="3576" y="19811"/>
                </a:lnTo>
                <a:lnTo>
                  <a:pt x="2390" y="20404"/>
                </a:lnTo>
                <a:lnTo>
                  <a:pt x="1198" y="21001"/>
                </a:lnTo>
                <a:lnTo>
                  <a:pt x="0" y="21600"/>
                </a:lnTo>
                <a:lnTo>
                  <a:pt x="0" y="20434"/>
                </a:lnTo>
                <a:lnTo>
                  <a:pt x="0" y="19263"/>
                </a:lnTo>
                <a:lnTo>
                  <a:pt x="0" y="18089"/>
                </a:lnTo>
                <a:lnTo>
                  <a:pt x="0" y="16905"/>
                </a:lnTo>
                <a:lnTo>
                  <a:pt x="0" y="15709"/>
                </a:lnTo>
                <a:lnTo>
                  <a:pt x="1037" y="14767"/>
                </a:lnTo>
                <a:lnTo>
                  <a:pt x="2113" y="13899"/>
                </a:lnTo>
                <a:lnTo>
                  <a:pt x="3226" y="13101"/>
                </a:lnTo>
                <a:lnTo>
                  <a:pt x="4377" y="12379"/>
                </a:lnTo>
                <a:lnTo>
                  <a:pt x="5563" y="11731"/>
                </a:lnTo>
                <a:lnTo>
                  <a:pt x="6784" y="11157"/>
                </a:lnTo>
                <a:lnTo>
                  <a:pt x="8039" y="10661"/>
                </a:lnTo>
                <a:lnTo>
                  <a:pt x="9325" y="10240"/>
                </a:lnTo>
                <a:lnTo>
                  <a:pt x="10645" y="9897"/>
                </a:lnTo>
                <a:lnTo>
                  <a:pt x="11996" y="9634"/>
                </a:lnTo>
                <a:lnTo>
                  <a:pt x="13376" y="9449"/>
                </a:lnTo>
                <a:lnTo>
                  <a:pt x="14533" y="9632"/>
                </a:lnTo>
                <a:lnTo>
                  <a:pt x="15709" y="9818"/>
                </a:lnTo>
                <a:lnTo>
                  <a:pt x="15069" y="9247"/>
                </a:lnTo>
                <a:lnTo>
                  <a:pt x="14421" y="8667"/>
                </a:lnTo>
                <a:lnTo>
                  <a:pt x="13598" y="7900"/>
                </a:lnTo>
                <a:lnTo>
                  <a:pt x="12764" y="7118"/>
                </a:lnTo>
                <a:lnTo>
                  <a:pt x="12351" y="6739"/>
                </a:lnTo>
                <a:lnTo>
                  <a:pt x="11106" y="5600"/>
                </a:lnTo>
                <a:lnTo>
                  <a:pt x="10478" y="4752"/>
                </a:lnTo>
                <a:lnTo>
                  <a:pt x="10097" y="4037"/>
                </a:lnTo>
                <a:lnTo>
                  <a:pt x="9901" y="3187"/>
                </a:lnTo>
                <a:lnTo>
                  <a:pt x="9828" y="1930"/>
                </a:lnTo>
                <a:lnTo>
                  <a:pt x="9818" y="0"/>
                </a:lnTo>
                <a:close/>
              </a:path>
            </a:pathLst>
          </a:custGeom>
          <a:solidFill>
            <a:srgbClr val="544661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2" name="contour_07090"/>
          <p:cNvSpPr/>
          <p:nvPr/>
        </p:nvSpPr>
        <p:spPr>
          <a:xfrm>
            <a:off x="1169165" y="5056751"/>
            <a:ext cx="80168" cy="44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7"/>
                </a:moveTo>
                <a:lnTo>
                  <a:pt x="21384" y="4490"/>
                </a:lnTo>
                <a:lnTo>
                  <a:pt x="21195" y="7277"/>
                </a:lnTo>
                <a:lnTo>
                  <a:pt x="20981" y="9292"/>
                </a:lnTo>
                <a:lnTo>
                  <a:pt x="20685" y="10918"/>
                </a:lnTo>
                <a:lnTo>
                  <a:pt x="20255" y="12550"/>
                </a:lnTo>
                <a:lnTo>
                  <a:pt x="19636" y="14579"/>
                </a:lnTo>
                <a:lnTo>
                  <a:pt x="18442" y="15558"/>
                </a:lnTo>
                <a:lnTo>
                  <a:pt x="17237" y="16362"/>
                </a:lnTo>
                <a:lnTo>
                  <a:pt x="16019" y="17012"/>
                </a:lnTo>
                <a:lnTo>
                  <a:pt x="14790" y="17542"/>
                </a:lnTo>
                <a:lnTo>
                  <a:pt x="13543" y="17974"/>
                </a:lnTo>
                <a:lnTo>
                  <a:pt x="12281" y="18339"/>
                </a:lnTo>
                <a:lnTo>
                  <a:pt x="10998" y="18658"/>
                </a:lnTo>
                <a:lnTo>
                  <a:pt x="9696" y="18967"/>
                </a:lnTo>
                <a:lnTo>
                  <a:pt x="9282" y="19090"/>
                </a:lnTo>
                <a:lnTo>
                  <a:pt x="8554" y="19301"/>
                </a:lnTo>
                <a:lnTo>
                  <a:pt x="6885" y="19789"/>
                </a:lnTo>
                <a:lnTo>
                  <a:pt x="5510" y="20178"/>
                </a:lnTo>
                <a:lnTo>
                  <a:pt x="4133" y="20554"/>
                </a:lnTo>
                <a:lnTo>
                  <a:pt x="2757" y="20915"/>
                </a:lnTo>
                <a:lnTo>
                  <a:pt x="1380" y="21267"/>
                </a:lnTo>
                <a:lnTo>
                  <a:pt x="0" y="21600"/>
                </a:lnTo>
                <a:lnTo>
                  <a:pt x="599" y="19350"/>
                </a:lnTo>
                <a:lnTo>
                  <a:pt x="1204" y="17100"/>
                </a:lnTo>
                <a:lnTo>
                  <a:pt x="1810" y="14853"/>
                </a:lnTo>
                <a:lnTo>
                  <a:pt x="2315" y="12971"/>
                </a:lnTo>
                <a:lnTo>
                  <a:pt x="2828" y="11058"/>
                </a:lnTo>
                <a:lnTo>
                  <a:pt x="3694" y="8629"/>
                </a:lnTo>
                <a:lnTo>
                  <a:pt x="4638" y="6572"/>
                </a:lnTo>
                <a:lnTo>
                  <a:pt x="5657" y="4851"/>
                </a:lnTo>
                <a:lnTo>
                  <a:pt x="6743" y="3447"/>
                </a:lnTo>
                <a:lnTo>
                  <a:pt x="7894" y="2331"/>
                </a:lnTo>
                <a:lnTo>
                  <a:pt x="9101" y="1467"/>
                </a:lnTo>
                <a:lnTo>
                  <a:pt x="10360" y="832"/>
                </a:lnTo>
                <a:lnTo>
                  <a:pt x="11664" y="397"/>
                </a:lnTo>
                <a:lnTo>
                  <a:pt x="13007" y="133"/>
                </a:lnTo>
                <a:lnTo>
                  <a:pt x="14388" y="11"/>
                </a:lnTo>
                <a:lnTo>
                  <a:pt x="15794" y="0"/>
                </a:lnTo>
                <a:lnTo>
                  <a:pt x="17225" y="77"/>
                </a:lnTo>
                <a:lnTo>
                  <a:pt x="18674" y="211"/>
                </a:lnTo>
                <a:lnTo>
                  <a:pt x="20133" y="376"/>
                </a:lnTo>
                <a:lnTo>
                  <a:pt x="21600" y="537"/>
                </a:lnTo>
                <a:close/>
              </a:path>
            </a:pathLst>
          </a:custGeom>
          <a:solidFill>
            <a:srgbClr val="514249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3" name="contour_07091"/>
          <p:cNvSpPr/>
          <p:nvPr/>
        </p:nvSpPr>
        <p:spPr>
          <a:xfrm>
            <a:off x="724598" y="5028000"/>
            <a:ext cx="80168" cy="74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21" y="0"/>
                </a:moveTo>
                <a:lnTo>
                  <a:pt x="15458" y="38"/>
                </a:lnTo>
                <a:lnTo>
                  <a:pt x="16813" y="74"/>
                </a:lnTo>
                <a:lnTo>
                  <a:pt x="18158" y="103"/>
                </a:lnTo>
                <a:lnTo>
                  <a:pt x="19521" y="131"/>
                </a:lnTo>
                <a:lnTo>
                  <a:pt x="20553" y="169"/>
                </a:lnTo>
                <a:lnTo>
                  <a:pt x="21600" y="206"/>
                </a:lnTo>
                <a:lnTo>
                  <a:pt x="21211" y="1460"/>
                </a:lnTo>
                <a:lnTo>
                  <a:pt x="20822" y="2713"/>
                </a:lnTo>
                <a:lnTo>
                  <a:pt x="20430" y="3975"/>
                </a:lnTo>
                <a:lnTo>
                  <a:pt x="20035" y="5245"/>
                </a:lnTo>
                <a:lnTo>
                  <a:pt x="19636" y="6526"/>
                </a:lnTo>
                <a:lnTo>
                  <a:pt x="18470" y="6109"/>
                </a:lnTo>
                <a:lnTo>
                  <a:pt x="17300" y="5692"/>
                </a:lnTo>
                <a:lnTo>
                  <a:pt x="16125" y="5270"/>
                </a:lnTo>
                <a:lnTo>
                  <a:pt x="14941" y="4847"/>
                </a:lnTo>
                <a:lnTo>
                  <a:pt x="13745" y="4419"/>
                </a:lnTo>
                <a:lnTo>
                  <a:pt x="14026" y="5719"/>
                </a:lnTo>
                <a:lnTo>
                  <a:pt x="14313" y="7036"/>
                </a:lnTo>
                <a:lnTo>
                  <a:pt x="14531" y="8173"/>
                </a:lnTo>
                <a:lnTo>
                  <a:pt x="14751" y="9317"/>
                </a:lnTo>
                <a:lnTo>
                  <a:pt x="14973" y="10476"/>
                </a:lnTo>
                <a:lnTo>
                  <a:pt x="15202" y="11600"/>
                </a:lnTo>
                <a:lnTo>
                  <a:pt x="15430" y="12734"/>
                </a:lnTo>
                <a:lnTo>
                  <a:pt x="15662" y="13882"/>
                </a:lnTo>
                <a:lnTo>
                  <a:pt x="15666" y="15759"/>
                </a:lnTo>
                <a:lnTo>
                  <a:pt x="15513" y="16974"/>
                </a:lnTo>
                <a:lnTo>
                  <a:pt x="15061" y="18065"/>
                </a:lnTo>
                <a:lnTo>
                  <a:pt x="14174" y="19559"/>
                </a:lnTo>
                <a:lnTo>
                  <a:pt x="12931" y="20366"/>
                </a:lnTo>
                <a:lnTo>
                  <a:pt x="11784" y="20936"/>
                </a:lnTo>
                <a:lnTo>
                  <a:pt x="10680" y="21307"/>
                </a:lnTo>
                <a:lnTo>
                  <a:pt x="9569" y="21518"/>
                </a:lnTo>
                <a:lnTo>
                  <a:pt x="8395" y="21600"/>
                </a:lnTo>
                <a:lnTo>
                  <a:pt x="7104" y="21594"/>
                </a:lnTo>
                <a:lnTo>
                  <a:pt x="5645" y="21535"/>
                </a:lnTo>
                <a:lnTo>
                  <a:pt x="4587" y="21497"/>
                </a:lnTo>
                <a:lnTo>
                  <a:pt x="3521" y="21459"/>
                </a:lnTo>
                <a:lnTo>
                  <a:pt x="2439" y="21419"/>
                </a:lnTo>
                <a:lnTo>
                  <a:pt x="1832" y="21383"/>
                </a:lnTo>
                <a:lnTo>
                  <a:pt x="0" y="21271"/>
                </a:lnTo>
                <a:lnTo>
                  <a:pt x="819" y="21071"/>
                </a:lnTo>
                <a:lnTo>
                  <a:pt x="1647" y="20867"/>
                </a:lnTo>
                <a:lnTo>
                  <a:pt x="2879" y="20399"/>
                </a:lnTo>
                <a:lnTo>
                  <a:pt x="3974" y="19915"/>
                </a:lnTo>
                <a:lnTo>
                  <a:pt x="4978" y="19380"/>
                </a:lnTo>
                <a:lnTo>
                  <a:pt x="5930" y="18752"/>
                </a:lnTo>
                <a:lnTo>
                  <a:pt x="6877" y="17992"/>
                </a:lnTo>
                <a:lnTo>
                  <a:pt x="7855" y="17058"/>
                </a:lnTo>
                <a:lnTo>
                  <a:pt x="8196" y="15624"/>
                </a:lnTo>
                <a:lnTo>
                  <a:pt x="8485" y="14202"/>
                </a:lnTo>
                <a:lnTo>
                  <a:pt x="8726" y="12789"/>
                </a:lnTo>
                <a:lnTo>
                  <a:pt x="8931" y="11375"/>
                </a:lnTo>
                <a:lnTo>
                  <a:pt x="9101" y="9957"/>
                </a:lnTo>
                <a:lnTo>
                  <a:pt x="9245" y="8525"/>
                </a:lnTo>
                <a:lnTo>
                  <a:pt x="9367" y="7074"/>
                </a:lnTo>
                <a:lnTo>
                  <a:pt x="9473" y="5595"/>
                </a:lnTo>
                <a:lnTo>
                  <a:pt x="9751" y="3547"/>
                </a:lnTo>
                <a:lnTo>
                  <a:pt x="10199" y="2037"/>
                </a:lnTo>
                <a:lnTo>
                  <a:pt x="10971" y="990"/>
                </a:lnTo>
                <a:lnTo>
                  <a:pt x="12226" y="335"/>
                </a:lnTo>
                <a:lnTo>
                  <a:pt x="14121" y="0"/>
                </a:lnTo>
                <a:close/>
              </a:path>
            </a:pathLst>
          </a:custGeom>
          <a:solidFill>
            <a:srgbClr val="2D2B25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4" name="contour_07092"/>
          <p:cNvSpPr/>
          <p:nvPr/>
        </p:nvSpPr>
        <p:spPr>
          <a:xfrm>
            <a:off x="1081709" y="5040973"/>
            <a:ext cx="123896" cy="387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59" y="276"/>
                </a:moveTo>
                <a:lnTo>
                  <a:pt x="14401" y="146"/>
                </a:lnTo>
                <a:lnTo>
                  <a:pt x="15154" y="16"/>
                </a:lnTo>
                <a:lnTo>
                  <a:pt x="15868" y="0"/>
                </a:lnTo>
                <a:lnTo>
                  <a:pt x="16429" y="57"/>
                </a:lnTo>
                <a:lnTo>
                  <a:pt x="17022" y="252"/>
                </a:lnTo>
                <a:lnTo>
                  <a:pt x="17837" y="642"/>
                </a:lnTo>
                <a:lnTo>
                  <a:pt x="19059" y="1292"/>
                </a:lnTo>
                <a:lnTo>
                  <a:pt x="19741" y="3915"/>
                </a:lnTo>
                <a:lnTo>
                  <a:pt x="20225" y="5849"/>
                </a:lnTo>
                <a:lnTo>
                  <a:pt x="20584" y="7433"/>
                </a:lnTo>
                <a:lnTo>
                  <a:pt x="20885" y="9009"/>
                </a:lnTo>
                <a:lnTo>
                  <a:pt x="21200" y="10910"/>
                </a:lnTo>
                <a:lnTo>
                  <a:pt x="21600" y="13477"/>
                </a:lnTo>
                <a:lnTo>
                  <a:pt x="20780" y="14265"/>
                </a:lnTo>
                <a:lnTo>
                  <a:pt x="19961" y="15036"/>
                </a:lnTo>
                <a:lnTo>
                  <a:pt x="19141" y="15804"/>
                </a:lnTo>
                <a:lnTo>
                  <a:pt x="18321" y="16559"/>
                </a:lnTo>
                <a:lnTo>
                  <a:pt x="17500" y="17307"/>
                </a:lnTo>
                <a:lnTo>
                  <a:pt x="16676" y="18046"/>
                </a:lnTo>
                <a:lnTo>
                  <a:pt x="15979" y="18728"/>
                </a:lnTo>
                <a:lnTo>
                  <a:pt x="15272" y="19427"/>
                </a:lnTo>
                <a:lnTo>
                  <a:pt x="14586" y="20016"/>
                </a:lnTo>
                <a:lnTo>
                  <a:pt x="14044" y="20422"/>
                </a:lnTo>
                <a:lnTo>
                  <a:pt x="13461" y="20755"/>
                </a:lnTo>
                <a:lnTo>
                  <a:pt x="12653" y="21113"/>
                </a:lnTo>
                <a:lnTo>
                  <a:pt x="11435" y="21600"/>
                </a:lnTo>
                <a:lnTo>
                  <a:pt x="10659" y="19403"/>
                </a:lnTo>
                <a:lnTo>
                  <a:pt x="10135" y="17827"/>
                </a:lnTo>
                <a:lnTo>
                  <a:pt x="9626" y="16105"/>
                </a:lnTo>
                <a:lnTo>
                  <a:pt x="8894" y="13477"/>
                </a:lnTo>
                <a:lnTo>
                  <a:pt x="7959" y="12766"/>
                </a:lnTo>
                <a:lnTo>
                  <a:pt x="7260" y="12262"/>
                </a:lnTo>
                <a:lnTo>
                  <a:pt x="6673" y="11897"/>
                </a:lnTo>
                <a:lnTo>
                  <a:pt x="6067" y="11604"/>
                </a:lnTo>
                <a:lnTo>
                  <a:pt x="5315" y="11308"/>
                </a:lnTo>
                <a:lnTo>
                  <a:pt x="4288" y="10938"/>
                </a:lnTo>
                <a:lnTo>
                  <a:pt x="3485" y="10633"/>
                </a:lnTo>
                <a:lnTo>
                  <a:pt x="2676" y="10325"/>
                </a:lnTo>
                <a:lnTo>
                  <a:pt x="1856" y="10016"/>
                </a:lnTo>
                <a:lnTo>
                  <a:pt x="1243" y="9817"/>
                </a:lnTo>
                <a:lnTo>
                  <a:pt x="626" y="9618"/>
                </a:lnTo>
                <a:lnTo>
                  <a:pt x="0" y="9415"/>
                </a:lnTo>
                <a:lnTo>
                  <a:pt x="0" y="7400"/>
                </a:lnTo>
                <a:lnTo>
                  <a:pt x="0" y="5353"/>
                </a:lnTo>
                <a:lnTo>
                  <a:pt x="849" y="4777"/>
                </a:lnTo>
                <a:lnTo>
                  <a:pt x="1698" y="4240"/>
                </a:lnTo>
                <a:lnTo>
                  <a:pt x="2546" y="3737"/>
                </a:lnTo>
                <a:lnTo>
                  <a:pt x="3394" y="3274"/>
                </a:lnTo>
                <a:lnTo>
                  <a:pt x="4242" y="2847"/>
                </a:lnTo>
                <a:lnTo>
                  <a:pt x="5093" y="2457"/>
                </a:lnTo>
                <a:lnTo>
                  <a:pt x="5941" y="2100"/>
                </a:lnTo>
                <a:lnTo>
                  <a:pt x="6793" y="1775"/>
                </a:lnTo>
                <a:lnTo>
                  <a:pt x="7645" y="1483"/>
                </a:lnTo>
                <a:lnTo>
                  <a:pt x="8498" y="1223"/>
                </a:lnTo>
                <a:lnTo>
                  <a:pt x="9353" y="995"/>
                </a:lnTo>
                <a:lnTo>
                  <a:pt x="10209" y="792"/>
                </a:lnTo>
                <a:lnTo>
                  <a:pt x="11068" y="621"/>
                </a:lnTo>
                <a:lnTo>
                  <a:pt x="11930" y="479"/>
                </a:lnTo>
                <a:lnTo>
                  <a:pt x="12792" y="366"/>
                </a:lnTo>
                <a:lnTo>
                  <a:pt x="13659" y="276"/>
                </a:lnTo>
                <a:close/>
              </a:path>
            </a:pathLst>
          </a:custGeom>
          <a:solidFill>
            <a:srgbClr val="CACBDF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5" name="contour_07093"/>
          <p:cNvSpPr/>
          <p:nvPr/>
        </p:nvSpPr>
        <p:spPr>
          <a:xfrm>
            <a:off x="8049029" y="5021426"/>
            <a:ext cx="80168" cy="464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225" y="0"/>
                </a:lnTo>
                <a:lnTo>
                  <a:pt x="6531" y="0"/>
                </a:lnTo>
                <a:lnTo>
                  <a:pt x="7855" y="0"/>
                </a:lnTo>
                <a:lnTo>
                  <a:pt x="7855" y="2242"/>
                </a:lnTo>
                <a:lnTo>
                  <a:pt x="7855" y="4498"/>
                </a:lnTo>
                <a:lnTo>
                  <a:pt x="7855" y="6784"/>
                </a:lnTo>
                <a:lnTo>
                  <a:pt x="9215" y="6784"/>
                </a:lnTo>
                <a:lnTo>
                  <a:pt x="10578" y="6784"/>
                </a:lnTo>
                <a:lnTo>
                  <a:pt x="11941" y="6784"/>
                </a:lnTo>
                <a:lnTo>
                  <a:pt x="13306" y="6784"/>
                </a:lnTo>
                <a:lnTo>
                  <a:pt x="14676" y="6784"/>
                </a:lnTo>
                <a:lnTo>
                  <a:pt x="16049" y="6784"/>
                </a:lnTo>
                <a:lnTo>
                  <a:pt x="17427" y="6784"/>
                </a:lnTo>
                <a:lnTo>
                  <a:pt x="18812" y="6784"/>
                </a:lnTo>
                <a:lnTo>
                  <a:pt x="20202" y="6784"/>
                </a:lnTo>
                <a:lnTo>
                  <a:pt x="21600" y="6784"/>
                </a:lnTo>
                <a:lnTo>
                  <a:pt x="21380" y="10739"/>
                </a:lnTo>
                <a:lnTo>
                  <a:pt x="21190" y="13517"/>
                </a:lnTo>
                <a:lnTo>
                  <a:pt x="20974" y="15488"/>
                </a:lnTo>
                <a:lnTo>
                  <a:pt x="20681" y="17034"/>
                </a:lnTo>
                <a:lnTo>
                  <a:pt x="20253" y="18530"/>
                </a:lnTo>
                <a:lnTo>
                  <a:pt x="19636" y="20352"/>
                </a:lnTo>
                <a:lnTo>
                  <a:pt x="18299" y="20996"/>
                </a:lnTo>
                <a:lnTo>
                  <a:pt x="16956" y="21407"/>
                </a:lnTo>
                <a:lnTo>
                  <a:pt x="15607" y="21600"/>
                </a:lnTo>
                <a:lnTo>
                  <a:pt x="14258" y="21590"/>
                </a:lnTo>
                <a:lnTo>
                  <a:pt x="12911" y="21400"/>
                </a:lnTo>
                <a:lnTo>
                  <a:pt x="11566" y="21047"/>
                </a:lnTo>
                <a:lnTo>
                  <a:pt x="10227" y="20548"/>
                </a:lnTo>
                <a:lnTo>
                  <a:pt x="8895" y="19924"/>
                </a:lnTo>
                <a:lnTo>
                  <a:pt x="7574" y="19192"/>
                </a:lnTo>
                <a:lnTo>
                  <a:pt x="6266" y="18371"/>
                </a:lnTo>
                <a:lnTo>
                  <a:pt x="4974" y="17479"/>
                </a:lnTo>
                <a:lnTo>
                  <a:pt x="3698" y="16532"/>
                </a:lnTo>
                <a:lnTo>
                  <a:pt x="2443" y="15556"/>
                </a:lnTo>
                <a:lnTo>
                  <a:pt x="1210" y="14558"/>
                </a:lnTo>
                <a:lnTo>
                  <a:pt x="0" y="13568"/>
                </a:lnTo>
                <a:lnTo>
                  <a:pt x="966" y="12889"/>
                </a:lnTo>
                <a:lnTo>
                  <a:pt x="1948" y="12204"/>
                </a:lnTo>
                <a:lnTo>
                  <a:pt x="2930" y="11197"/>
                </a:lnTo>
                <a:lnTo>
                  <a:pt x="3927" y="10176"/>
                </a:lnTo>
                <a:lnTo>
                  <a:pt x="4045" y="7551"/>
                </a:lnTo>
                <a:lnTo>
                  <a:pt x="4104" y="5709"/>
                </a:lnTo>
                <a:lnTo>
                  <a:pt x="4104" y="4162"/>
                </a:lnTo>
                <a:lnTo>
                  <a:pt x="4045" y="2422"/>
                </a:lnTo>
                <a:lnTo>
                  <a:pt x="3927" y="0"/>
                </a:lnTo>
                <a:close/>
              </a:path>
            </a:pathLst>
          </a:custGeom>
          <a:solidFill>
            <a:srgbClr val="917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6" name="contour_07094"/>
          <p:cNvSpPr/>
          <p:nvPr/>
        </p:nvSpPr>
        <p:spPr>
          <a:xfrm>
            <a:off x="11219306" y="5021215"/>
            <a:ext cx="66984" cy="598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51" y="76"/>
                </a:moveTo>
                <a:lnTo>
                  <a:pt x="21320" y="1884"/>
                </a:lnTo>
                <a:lnTo>
                  <a:pt x="21464" y="3678"/>
                </a:lnTo>
                <a:lnTo>
                  <a:pt x="21565" y="5460"/>
                </a:lnTo>
                <a:lnTo>
                  <a:pt x="21600" y="7228"/>
                </a:lnTo>
                <a:lnTo>
                  <a:pt x="21548" y="8983"/>
                </a:lnTo>
                <a:lnTo>
                  <a:pt x="21393" y="10722"/>
                </a:lnTo>
                <a:lnTo>
                  <a:pt x="21109" y="12451"/>
                </a:lnTo>
                <a:lnTo>
                  <a:pt x="20676" y="14164"/>
                </a:lnTo>
                <a:lnTo>
                  <a:pt x="20077" y="15864"/>
                </a:lnTo>
                <a:lnTo>
                  <a:pt x="18874" y="17393"/>
                </a:lnTo>
                <a:lnTo>
                  <a:pt x="17711" y="18621"/>
                </a:lnTo>
                <a:lnTo>
                  <a:pt x="16528" y="19590"/>
                </a:lnTo>
                <a:lnTo>
                  <a:pt x="15271" y="20332"/>
                </a:lnTo>
                <a:lnTo>
                  <a:pt x="13885" y="20890"/>
                </a:lnTo>
                <a:lnTo>
                  <a:pt x="12310" y="21300"/>
                </a:lnTo>
                <a:lnTo>
                  <a:pt x="10493" y="21600"/>
                </a:lnTo>
                <a:lnTo>
                  <a:pt x="8987" y="21597"/>
                </a:lnTo>
                <a:lnTo>
                  <a:pt x="7485" y="21574"/>
                </a:lnTo>
                <a:lnTo>
                  <a:pt x="5988" y="21529"/>
                </a:lnTo>
                <a:lnTo>
                  <a:pt x="4493" y="21463"/>
                </a:lnTo>
                <a:lnTo>
                  <a:pt x="2999" y="21374"/>
                </a:lnTo>
                <a:lnTo>
                  <a:pt x="1502" y="21263"/>
                </a:lnTo>
                <a:lnTo>
                  <a:pt x="0" y="21126"/>
                </a:lnTo>
                <a:lnTo>
                  <a:pt x="301" y="19248"/>
                </a:lnTo>
                <a:lnTo>
                  <a:pt x="573" y="17898"/>
                </a:lnTo>
                <a:lnTo>
                  <a:pt x="931" y="16698"/>
                </a:lnTo>
                <a:lnTo>
                  <a:pt x="1485" y="15269"/>
                </a:lnTo>
                <a:lnTo>
                  <a:pt x="2350" y="13233"/>
                </a:lnTo>
                <a:lnTo>
                  <a:pt x="3901" y="12541"/>
                </a:lnTo>
                <a:lnTo>
                  <a:pt x="5424" y="11999"/>
                </a:lnTo>
                <a:lnTo>
                  <a:pt x="6942" y="11567"/>
                </a:lnTo>
                <a:lnTo>
                  <a:pt x="8484" y="11214"/>
                </a:lnTo>
                <a:lnTo>
                  <a:pt x="10077" y="10904"/>
                </a:lnTo>
                <a:lnTo>
                  <a:pt x="11751" y="10601"/>
                </a:lnTo>
                <a:lnTo>
                  <a:pt x="11285" y="9038"/>
                </a:lnTo>
                <a:lnTo>
                  <a:pt x="10818" y="7470"/>
                </a:lnTo>
                <a:lnTo>
                  <a:pt x="10350" y="5897"/>
                </a:lnTo>
                <a:lnTo>
                  <a:pt x="9878" y="4310"/>
                </a:lnTo>
                <a:lnTo>
                  <a:pt x="9401" y="2708"/>
                </a:lnTo>
                <a:lnTo>
                  <a:pt x="10862" y="1795"/>
                </a:lnTo>
                <a:lnTo>
                  <a:pt x="12270" y="1100"/>
                </a:lnTo>
                <a:lnTo>
                  <a:pt x="13652" y="603"/>
                </a:lnTo>
                <a:lnTo>
                  <a:pt x="15036" y="271"/>
                </a:lnTo>
                <a:lnTo>
                  <a:pt x="16449" y="79"/>
                </a:lnTo>
                <a:lnTo>
                  <a:pt x="17920" y="0"/>
                </a:lnTo>
                <a:lnTo>
                  <a:pt x="19478" y="8"/>
                </a:lnTo>
                <a:lnTo>
                  <a:pt x="21151" y="76"/>
                </a:lnTo>
                <a:close/>
              </a:path>
            </a:pathLst>
          </a:custGeom>
          <a:solidFill>
            <a:srgbClr val="ECE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7" name="contour_07095"/>
          <p:cNvSpPr/>
          <p:nvPr/>
        </p:nvSpPr>
        <p:spPr>
          <a:xfrm>
            <a:off x="6664311" y="4955834"/>
            <a:ext cx="88505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9" y="246"/>
                </a:lnTo>
                <a:lnTo>
                  <a:pt x="2174" y="497"/>
                </a:lnTo>
                <a:lnTo>
                  <a:pt x="3258" y="753"/>
                </a:lnTo>
                <a:lnTo>
                  <a:pt x="4342" y="1012"/>
                </a:lnTo>
                <a:lnTo>
                  <a:pt x="5425" y="1274"/>
                </a:lnTo>
                <a:lnTo>
                  <a:pt x="6508" y="1540"/>
                </a:lnTo>
                <a:lnTo>
                  <a:pt x="7590" y="1808"/>
                </a:lnTo>
                <a:lnTo>
                  <a:pt x="8671" y="2077"/>
                </a:lnTo>
                <a:lnTo>
                  <a:pt x="9491" y="2260"/>
                </a:lnTo>
                <a:lnTo>
                  <a:pt x="10314" y="2442"/>
                </a:lnTo>
                <a:lnTo>
                  <a:pt x="11152" y="2629"/>
                </a:lnTo>
                <a:lnTo>
                  <a:pt x="13089" y="3130"/>
                </a:lnTo>
                <a:lnTo>
                  <a:pt x="14569" y="3536"/>
                </a:lnTo>
                <a:lnTo>
                  <a:pt x="15690" y="3890"/>
                </a:lnTo>
                <a:lnTo>
                  <a:pt x="16542" y="4237"/>
                </a:lnTo>
                <a:lnTo>
                  <a:pt x="17219" y="4622"/>
                </a:lnTo>
                <a:lnTo>
                  <a:pt x="17815" y="5091"/>
                </a:lnTo>
                <a:lnTo>
                  <a:pt x="18425" y="5689"/>
                </a:lnTo>
                <a:lnTo>
                  <a:pt x="19142" y="6460"/>
                </a:lnTo>
                <a:lnTo>
                  <a:pt x="19704" y="7495"/>
                </a:lnTo>
                <a:lnTo>
                  <a:pt x="20186" y="8515"/>
                </a:lnTo>
                <a:lnTo>
                  <a:pt x="20592" y="9527"/>
                </a:lnTo>
                <a:lnTo>
                  <a:pt x="20922" y="10541"/>
                </a:lnTo>
                <a:lnTo>
                  <a:pt x="21182" y="11561"/>
                </a:lnTo>
                <a:lnTo>
                  <a:pt x="21378" y="12596"/>
                </a:lnTo>
                <a:lnTo>
                  <a:pt x="21509" y="13653"/>
                </a:lnTo>
                <a:lnTo>
                  <a:pt x="21582" y="14740"/>
                </a:lnTo>
                <a:lnTo>
                  <a:pt x="21600" y="15863"/>
                </a:lnTo>
                <a:lnTo>
                  <a:pt x="21566" y="17031"/>
                </a:lnTo>
                <a:lnTo>
                  <a:pt x="21534" y="17898"/>
                </a:lnTo>
                <a:lnTo>
                  <a:pt x="21502" y="18769"/>
                </a:lnTo>
                <a:lnTo>
                  <a:pt x="21468" y="19653"/>
                </a:lnTo>
                <a:lnTo>
                  <a:pt x="21438" y="20136"/>
                </a:lnTo>
                <a:lnTo>
                  <a:pt x="21344" y="21600"/>
                </a:lnTo>
                <a:lnTo>
                  <a:pt x="20168" y="19403"/>
                </a:lnTo>
                <a:lnTo>
                  <a:pt x="19275" y="17730"/>
                </a:lnTo>
                <a:lnTo>
                  <a:pt x="18617" y="16486"/>
                </a:lnTo>
                <a:lnTo>
                  <a:pt x="18141" y="15569"/>
                </a:lnTo>
                <a:lnTo>
                  <a:pt x="17797" y="14882"/>
                </a:lnTo>
                <a:lnTo>
                  <a:pt x="17538" y="14329"/>
                </a:lnTo>
                <a:lnTo>
                  <a:pt x="17310" y="13811"/>
                </a:lnTo>
                <a:lnTo>
                  <a:pt x="17064" y="13228"/>
                </a:lnTo>
                <a:lnTo>
                  <a:pt x="16314" y="12262"/>
                </a:lnTo>
                <a:lnTo>
                  <a:pt x="15453" y="11435"/>
                </a:lnTo>
                <a:lnTo>
                  <a:pt x="14501" y="10722"/>
                </a:lnTo>
                <a:lnTo>
                  <a:pt x="13477" y="10096"/>
                </a:lnTo>
                <a:lnTo>
                  <a:pt x="12397" y="9531"/>
                </a:lnTo>
                <a:lnTo>
                  <a:pt x="11278" y="9001"/>
                </a:lnTo>
                <a:lnTo>
                  <a:pt x="10140" y="8480"/>
                </a:lnTo>
                <a:lnTo>
                  <a:pt x="8998" y="7944"/>
                </a:lnTo>
                <a:lnTo>
                  <a:pt x="8063" y="7301"/>
                </a:lnTo>
                <a:lnTo>
                  <a:pt x="7115" y="6646"/>
                </a:lnTo>
                <a:lnTo>
                  <a:pt x="7115" y="5548"/>
                </a:lnTo>
                <a:lnTo>
                  <a:pt x="7115" y="4443"/>
                </a:lnTo>
                <a:lnTo>
                  <a:pt x="7115" y="3323"/>
                </a:lnTo>
                <a:lnTo>
                  <a:pt x="6058" y="3652"/>
                </a:lnTo>
                <a:lnTo>
                  <a:pt x="4998" y="3983"/>
                </a:lnTo>
                <a:lnTo>
                  <a:pt x="3934" y="4313"/>
                </a:lnTo>
                <a:lnTo>
                  <a:pt x="2862" y="4647"/>
                </a:lnTo>
                <a:lnTo>
                  <a:pt x="1779" y="4985"/>
                </a:lnTo>
                <a:lnTo>
                  <a:pt x="1426" y="3998"/>
                </a:lnTo>
                <a:lnTo>
                  <a:pt x="1073" y="3007"/>
                </a:lnTo>
                <a:lnTo>
                  <a:pt x="719" y="2014"/>
                </a:lnTo>
                <a:lnTo>
                  <a:pt x="361" y="1012"/>
                </a:lnTo>
                <a:lnTo>
                  <a:pt x="0" y="0"/>
                </a:lnTo>
                <a:close/>
              </a:path>
            </a:pathLst>
          </a:custGeom>
          <a:solidFill>
            <a:srgbClr val="ACC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8" name="contour_07096"/>
          <p:cNvSpPr/>
          <p:nvPr/>
        </p:nvSpPr>
        <p:spPr>
          <a:xfrm>
            <a:off x="4878753" y="4948546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64" y="305"/>
                </a:lnTo>
                <a:lnTo>
                  <a:pt x="6772" y="567"/>
                </a:lnTo>
                <a:lnTo>
                  <a:pt x="8816" y="864"/>
                </a:lnTo>
                <a:lnTo>
                  <a:pt x="10505" y="1269"/>
                </a:lnTo>
                <a:lnTo>
                  <a:pt x="12233" y="1855"/>
                </a:lnTo>
                <a:lnTo>
                  <a:pt x="14400" y="2700"/>
                </a:lnTo>
                <a:lnTo>
                  <a:pt x="15876" y="4280"/>
                </a:lnTo>
                <a:lnTo>
                  <a:pt x="17183" y="5856"/>
                </a:lnTo>
                <a:lnTo>
                  <a:pt x="18324" y="7447"/>
                </a:lnTo>
                <a:lnTo>
                  <a:pt x="19303" y="9069"/>
                </a:lnTo>
                <a:lnTo>
                  <a:pt x="20120" y="10738"/>
                </a:lnTo>
                <a:lnTo>
                  <a:pt x="20772" y="12471"/>
                </a:lnTo>
                <a:lnTo>
                  <a:pt x="21265" y="14286"/>
                </a:lnTo>
                <a:lnTo>
                  <a:pt x="21600" y="16200"/>
                </a:lnTo>
                <a:lnTo>
                  <a:pt x="19768" y="17701"/>
                </a:lnTo>
                <a:lnTo>
                  <a:pt x="18349" y="18762"/>
                </a:lnTo>
                <a:lnTo>
                  <a:pt x="17042" y="19532"/>
                </a:lnTo>
                <a:lnTo>
                  <a:pt x="15548" y="20161"/>
                </a:lnTo>
                <a:lnTo>
                  <a:pt x="13568" y="20801"/>
                </a:lnTo>
                <a:lnTo>
                  <a:pt x="10800" y="21600"/>
                </a:lnTo>
                <a:lnTo>
                  <a:pt x="8662" y="21600"/>
                </a:lnTo>
                <a:lnTo>
                  <a:pt x="6516" y="21600"/>
                </a:lnTo>
                <a:lnTo>
                  <a:pt x="4363" y="21600"/>
                </a:lnTo>
                <a:lnTo>
                  <a:pt x="2192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766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7099" name="contour_07097"/>
          <p:cNvSpPr/>
          <p:nvPr/>
        </p:nvSpPr>
        <p:spPr>
          <a:xfrm>
            <a:off x="4033346" y="4932848"/>
            <a:ext cx="66496" cy="37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67" y="639"/>
                </a:moveTo>
                <a:lnTo>
                  <a:pt x="4017" y="365"/>
                </a:lnTo>
                <a:lnTo>
                  <a:pt x="5613" y="170"/>
                </a:lnTo>
                <a:lnTo>
                  <a:pt x="7183" y="46"/>
                </a:lnTo>
                <a:lnTo>
                  <a:pt x="8752" y="0"/>
                </a:lnTo>
                <a:lnTo>
                  <a:pt x="10343" y="25"/>
                </a:lnTo>
                <a:lnTo>
                  <a:pt x="11984" y="120"/>
                </a:lnTo>
                <a:lnTo>
                  <a:pt x="12658" y="149"/>
                </a:lnTo>
                <a:lnTo>
                  <a:pt x="14690" y="232"/>
                </a:lnTo>
                <a:lnTo>
                  <a:pt x="16344" y="315"/>
                </a:lnTo>
                <a:lnTo>
                  <a:pt x="17999" y="415"/>
                </a:lnTo>
                <a:lnTo>
                  <a:pt x="19654" y="523"/>
                </a:lnTo>
                <a:lnTo>
                  <a:pt x="21306" y="639"/>
                </a:lnTo>
                <a:lnTo>
                  <a:pt x="21470" y="5959"/>
                </a:lnTo>
                <a:lnTo>
                  <a:pt x="21567" y="9644"/>
                </a:lnTo>
                <a:lnTo>
                  <a:pt x="21600" y="12155"/>
                </a:lnTo>
                <a:lnTo>
                  <a:pt x="21567" y="13948"/>
                </a:lnTo>
                <a:lnTo>
                  <a:pt x="21470" y="15491"/>
                </a:lnTo>
                <a:lnTo>
                  <a:pt x="21306" y="17239"/>
                </a:lnTo>
                <a:lnTo>
                  <a:pt x="19531" y="18936"/>
                </a:lnTo>
                <a:lnTo>
                  <a:pt x="18054" y="20189"/>
                </a:lnTo>
                <a:lnTo>
                  <a:pt x="16709" y="21031"/>
                </a:lnTo>
                <a:lnTo>
                  <a:pt x="15336" y="21492"/>
                </a:lnTo>
                <a:lnTo>
                  <a:pt x="13766" y="21600"/>
                </a:lnTo>
                <a:lnTo>
                  <a:pt x="11837" y="21388"/>
                </a:lnTo>
                <a:lnTo>
                  <a:pt x="10428" y="20235"/>
                </a:lnTo>
                <a:lnTo>
                  <a:pt x="9053" y="19019"/>
                </a:lnTo>
                <a:lnTo>
                  <a:pt x="7706" y="17741"/>
                </a:lnTo>
                <a:lnTo>
                  <a:pt x="6387" y="16404"/>
                </a:lnTo>
                <a:lnTo>
                  <a:pt x="5088" y="15010"/>
                </a:lnTo>
                <a:lnTo>
                  <a:pt x="3804" y="13566"/>
                </a:lnTo>
                <a:lnTo>
                  <a:pt x="2531" y="12068"/>
                </a:lnTo>
                <a:lnTo>
                  <a:pt x="1264" y="10528"/>
                </a:lnTo>
                <a:lnTo>
                  <a:pt x="0" y="8939"/>
                </a:lnTo>
                <a:lnTo>
                  <a:pt x="365" y="6495"/>
                </a:lnTo>
                <a:lnTo>
                  <a:pt x="732" y="4814"/>
                </a:lnTo>
                <a:lnTo>
                  <a:pt x="1326" y="3121"/>
                </a:lnTo>
                <a:lnTo>
                  <a:pt x="2367" y="639"/>
                </a:lnTo>
                <a:close/>
              </a:path>
            </a:pathLst>
          </a:custGeom>
          <a:solidFill>
            <a:srgbClr val="373839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0" name="contour_07098"/>
          <p:cNvSpPr/>
          <p:nvPr/>
        </p:nvSpPr>
        <p:spPr>
          <a:xfrm>
            <a:off x="1395093" y="4875666"/>
            <a:ext cx="886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83" y="0"/>
                </a:moveTo>
                <a:lnTo>
                  <a:pt x="17357" y="184"/>
                </a:lnTo>
                <a:lnTo>
                  <a:pt x="18322" y="416"/>
                </a:lnTo>
                <a:lnTo>
                  <a:pt x="19132" y="826"/>
                </a:lnTo>
                <a:lnTo>
                  <a:pt x="20043" y="1544"/>
                </a:lnTo>
                <a:lnTo>
                  <a:pt x="21311" y="2700"/>
                </a:lnTo>
                <a:lnTo>
                  <a:pt x="21483" y="4671"/>
                </a:lnTo>
                <a:lnTo>
                  <a:pt x="21575" y="6588"/>
                </a:lnTo>
                <a:lnTo>
                  <a:pt x="21600" y="8473"/>
                </a:lnTo>
                <a:lnTo>
                  <a:pt x="21572" y="10352"/>
                </a:lnTo>
                <a:lnTo>
                  <a:pt x="21506" y="12247"/>
                </a:lnTo>
                <a:lnTo>
                  <a:pt x="21414" y="14191"/>
                </a:lnTo>
                <a:lnTo>
                  <a:pt x="21311" y="16200"/>
                </a:lnTo>
                <a:lnTo>
                  <a:pt x="20138" y="15606"/>
                </a:lnTo>
                <a:lnTo>
                  <a:pt x="18965" y="15012"/>
                </a:lnTo>
                <a:lnTo>
                  <a:pt x="17791" y="14415"/>
                </a:lnTo>
                <a:lnTo>
                  <a:pt x="16613" y="13819"/>
                </a:lnTo>
                <a:lnTo>
                  <a:pt x="15432" y="13222"/>
                </a:lnTo>
                <a:lnTo>
                  <a:pt x="14246" y="12620"/>
                </a:lnTo>
                <a:lnTo>
                  <a:pt x="13056" y="12018"/>
                </a:lnTo>
                <a:lnTo>
                  <a:pt x="11859" y="11410"/>
                </a:lnTo>
                <a:lnTo>
                  <a:pt x="10655" y="10800"/>
                </a:lnTo>
                <a:lnTo>
                  <a:pt x="10655" y="12582"/>
                </a:lnTo>
                <a:lnTo>
                  <a:pt x="10655" y="14367"/>
                </a:lnTo>
                <a:lnTo>
                  <a:pt x="10655" y="16160"/>
                </a:lnTo>
                <a:lnTo>
                  <a:pt x="10655" y="17960"/>
                </a:lnTo>
                <a:lnTo>
                  <a:pt x="10655" y="19772"/>
                </a:lnTo>
                <a:lnTo>
                  <a:pt x="10655" y="21600"/>
                </a:lnTo>
                <a:lnTo>
                  <a:pt x="9483" y="21155"/>
                </a:lnTo>
                <a:lnTo>
                  <a:pt x="8309" y="20709"/>
                </a:lnTo>
                <a:lnTo>
                  <a:pt x="7130" y="20261"/>
                </a:lnTo>
                <a:lnTo>
                  <a:pt x="5946" y="19810"/>
                </a:lnTo>
                <a:lnTo>
                  <a:pt x="4754" y="19356"/>
                </a:lnTo>
                <a:lnTo>
                  <a:pt x="3552" y="18900"/>
                </a:lnTo>
                <a:lnTo>
                  <a:pt x="4433" y="18565"/>
                </a:lnTo>
                <a:lnTo>
                  <a:pt x="5317" y="18230"/>
                </a:lnTo>
                <a:lnTo>
                  <a:pt x="6216" y="17888"/>
                </a:lnTo>
                <a:lnTo>
                  <a:pt x="6608" y="17639"/>
                </a:lnTo>
                <a:lnTo>
                  <a:pt x="7299" y="17202"/>
                </a:lnTo>
                <a:lnTo>
                  <a:pt x="8879" y="16200"/>
                </a:lnTo>
                <a:lnTo>
                  <a:pt x="8879" y="14415"/>
                </a:lnTo>
                <a:lnTo>
                  <a:pt x="8879" y="12620"/>
                </a:lnTo>
                <a:lnTo>
                  <a:pt x="8879" y="10800"/>
                </a:lnTo>
                <a:lnTo>
                  <a:pt x="7624" y="10800"/>
                </a:lnTo>
                <a:lnTo>
                  <a:pt x="6367" y="10800"/>
                </a:lnTo>
                <a:lnTo>
                  <a:pt x="5106" y="10800"/>
                </a:lnTo>
                <a:lnTo>
                  <a:pt x="3839" y="10800"/>
                </a:lnTo>
                <a:lnTo>
                  <a:pt x="2568" y="10800"/>
                </a:lnTo>
                <a:lnTo>
                  <a:pt x="1289" y="10800"/>
                </a:lnTo>
                <a:lnTo>
                  <a:pt x="0" y="10800"/>
                </a:lnTo>
                <a:lnTo>
                  <a:pt x="0" y="9461"/>
                </a:lnTo>
                <a:lnTo>
                  <a:pt x="0" y="8100"/>
                </a:lnTo>
                <a:lnTo>
                  <a:pt x="1165" y="7595"/>
                </a:lnTo>
                <a:lnTo>
                  <a:pt x="2325" y="7114"/>
                </a:lnTo>
                <a:lnTo>
                  <a:pt x="3482" y="6658"/>
                </a:lnTo>
                <a:lnTo>
                  <a:pt x="4644" y="6221"/>
                </a:lnTo>
                <a:lnTo>
                  <a:pt x="5814" y="5802"/>
                </a:lnTo>
                <a:lnTo>
                  <a:pt x="6993" y="5400"/>
                </a:lnTo>
                <a:lnTo>
                  <a:pt x="9302" y="4620"/>
                </a:lnTo>
                <a:lnTo>
                  <a:pt x="11060" y="3996"/>
                </a:lnTo>
                <a:lnTo>
                  <a:pt x="12376" y="3467"/>
                </a:lnTo>
                <a:lnTo>
                  <a:pt x="13353" y="2965"/>
                </a:lnTo>
                <a:lnTo>
                  <a:pt x="14097" y="2433"/>
                </a:lnTo>
                <a:lnTo>
                  <a:pt x="14713" y="1801"/>
                </a:lnTo>
                <a:lnTo>
                  <a:pt x="15306" y="1012"/>
                </a:lnTo>
                <a:lnTo>
                  <a:pt x="15983" y="0"/>
                </a:lnTo>
                <a:close/>
              </a:path>
            </a:pathLst>
          </a:custGeom>
          <a:solidFill>
            <a:srgbClr val="E4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1" name="contour_07099"/>
          <p:cNvSpPr/>
          <p:nvPr/>
        </p:nvSpPr>
        <p:spPr>
          <a:xfrm>
            <a:off x="10373381" y="4861090"/>
            <a:ext cx="51533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7" y="0"/>
                </a:moveTo>
                <a:lnTo>
                  <a:pt x="2334" y="351"/>
                </a:lnTo>
                <a:lnTo>
                  <a:pt x="4454" y="701"/>
                </a:lnTo>
                <a:lnTo>
                  <a:pt x="6574" y="1052"/>
                </a:lnTo>
                <a:lnTo>
                  <a:pt x="8697" y="1406"/>
                </a:lnTo>
                <a:lnTo>
                  <a:pt x="10829" y="1757"/>
                </a:lnTo>
                <a:lnTo>
                  <a:pt x="12964" y="2111"/>
                </a:lnTo>
                <a:lnTo>
                  <a:pt x="15109" y="2465"/>
                </a:lnTo>
                <a:lnTo>
                  <a:pt x="17262" y="2823"/>
                </a:lnTo>
                <a:lnTo>
                  <a:pt x="19425" y="3181"/>
                </a:lnTo>
                <a:lnTo>
                  <a:pt x="21600" y="3542"/>
                </a:lnTo>
                <a:lnTo>
                  <a:pt x="21600" y="6046"/>
                </a:lnTo>
                <a:lnTo>
                  <a:pt x="21600" y="8554"/>
                </a:lnTo>
                <a:lnTo>
                  <a:pt x="21600" y="11069"/>
                </a:lnTo>
                <a:lnTo>
                  <a:pt x="21600" y="13595"/>
                </a:lnTo>
                <a:lnTo>
                  <a:pt x="21600" y="16131"/>
                </a:lnTo>
                <a:lnTo>
                  <a:pt x="21600" y="18681"/>
                </a:lnTo>
                <a:lnTo>
                  <a:pt x="21600" y="21253"/>
                </a:lnTo>
                <a:lnTo>
                  <a:pt x="19807" y="21306"/>
                </a:lnTo>
                <a:lnTo>
                  <a:pt x="18011" y="21356"/>
                </a:lnTo>
                <a:lnTo>
                  <a:pt x="16218" y="21398"/>
                </a:lnTo>
                <a:lnTo>
                  <a:pt x="14421" y="21437"/>
                </a:lnTo>
                <a:lnTo>
                  <a:pt x="12625" y="21472"/>
                </a:lnTo>
                <a:lnTo>
                  <a:pt x="10957" y="21515"/>
                </a:lnTo>
                <a:lnTo>
                  <a:pt x="9280" y="21557"/>
                </a:lnTo>
                <a:lnTo>
                  <a:pt x="7579" y="21600"/>
                </a:lnTo>
                <a:lnTo>
                  <a:pt x="5040" y="21345"/>
                </a:lnTo>
                <a:lnTo>
                  <a:pt x="3427" y="20853"/>
                </a:lnTo>
                <a:lnTo>
                  <a:pt x="2050" y="19765"/>
                </a:lnTo>
                <a:lnTo>
                  <a:pt x="217" y="17711"/>
                </a:lnTo>
                <a:lnTo>
                  <a:pt x="79" y="15175"/>
                </a:lnTo>
                <a:lnTo>
                  <a:pt x="12" y="12649"/>
                </a:lnTo>
                <a:lnTo>
                  <a:pt x="0" y="10127"/>
                </a:lnTo>
                <a:lnTo>
                  <a:pt x="31" y="7605"/>
                </a:lnTo>
                <a:lnTo>
                  <a:pt x="86" y="5079"/>
                </a:lnTo>
                <a:lnTo>
                  <a:pt x="153" y="2547"/>
                </a:lnTo>
                <a:lnTo>
                  <a:pt x="217" y="0"/>
                </a:lnTo>
                <a:close/>
              </a:path>
            </a:pathLst>
          </a:custGeom>
          <a:solidFill>
            <a:srgbClr val="D8B867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2" name="contour_07100"/>
          <p:cNvSpPr/>
          <p:nvPr/>
        </p:nvSpPr>
        <p:spPr>
          <a:xfrm>
            <a:off x="7699206" y="4869129"/>
            <a:ext cx="72880" cy="502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10" y="852"/>
                </a:moveTo>
                <a:lnTo>
                  <a:pt x="14919" y="1005"/>
                </a:lnTo>
                <a:lnTo>
                  <a:pt x="15990" y="1278"/>
                </a:lnTo>
                <a:lnTo>
                  <a:pt x="18444" y="1904"/>
                </a:lnTo>
                <a:lnTo>
                  <a:pt x="18909" y="2039"/>
                </a:lnTo>
                <a:lnTo>
                  <a:pt x="19727" y="2274"/>
                </a:lnTo>
                <a:lnTo>
                  <a:pt x="21600" y="2809"/>
                </a:lnTo>
                <a:lnTo>
                  <a:pt x="21116" y="4710"/>
                </a:lnTo>
                <a:lnTo>
                  <a:pt x="20730" y="5994"/>
                </a:lnTo>
                <a:lnTo>
                  <a:pt x="20237" y="7253"/>
                </a:lnTo>
                <a:lnTo>
                  <a:pt x="19440" y="9073"/>
                </a:lnTo>
                <a:lnTo>
                  <a:pt x="17874" y="8982"/>
                </a:lnTo>
                <a:lnTo>
                  <a:pt x="16718" y="8678"/>
                </a:lnTo>
                <a:lnTo>
                  <a:pt x="14984" y="7898"/>
                </a:lnTo>
                <a:lnTo>
                  <a:pt x="13809" y="7375"/>
                </a:lnTo>
                <a:lnTo>
                  <a:pt x="12614" y="6846"/>
                </a:lnTo>
                <a:lnTo>
                  <a:pt x="11714" y="6398"/>
                </a:lnTo>
                <a:lnTo>
                  <a:pt x="10800" y="5941"/>
                </a:lnTo>
                <a:lnTo>
                  <a:pt x="11022" y="7945"/>
                </a:lnTo>
                <a:lnTo>
                  <a:pt x="11247" y="9962"/>
                </a:lnTo>
                <a:lnTo>
                  <a:pt x="11476" y="12007"/>
                </a:lnTo>
                <a:lnTo>
                  <a:pt x="11478" y="14557"/>
                </a:lnTo>
                <a:lnTo>
                  <a:pt x="11303" y="16232"/>
                </a:lnTo>
                <a:lnTo>
                  <a:pt x="10800" y="18468"/>
                </a:lnTo>
                <a:lnTo>
                  <a:pt x="9487" y="19226"/>
                </a:lnTo>
                <a:lnTo>
                  <a:pt x="8169" y="19843"/>
                </a:lnTo>
                <a:lnTo>
                  <a:pt x="6845" y="20335"/>
                </a:lnTo>
                <a:lnTo>
                  <a:pt x="5510" y="20723"/>
                </a:lnTo>
                <a:lnTo>
                  <a:pt x="4160" y="21024"/>
                </a:lnTo>
                <a:lnTo>
                  <a:pt x="2795" y="21259"/>
                </a:lnTo>
                <a:lnTo>
                  <a:pt x="1410" y="21443"/>
                </a:lnTo>
                <a:lnTo>
                  <a:pt x="0" y="21600"/>
                </a:lnTo>
                <a:lnTo>
                  <a:pt x="190" y="19737"/>
                </a:lnTo>
                <a:lnTo>
                  <a:pt x="391" y="17876"/>
                </a:lnTo>
                <a:lnTo>
                  <a:pt x="596" y="16019"/>
                </a:lnTo>
                <a:lnTo>
                  <a:pt x="810" y="14162"/>
                </a:lnTo>
                <a:lnTo>
                  <a:pt x="1037" y="12086"/>
                </a:lnTo>
                <a:lnTo>
                  <a:pt x="1266" y="9978"/>
                </a:lnTo>
                <a:lnTo>
                  <a:pt x="2011" y="7109"/>
                </a:lnTo>
                <a:lnTo>
                  <a:pt x="2847" y="4798"/>
                </a:lnTo>
                <a:lnTo>
                  <a:pt x="3791" y="3000"/>
                </a:lnTo>
                <a:lnTo>
                  <a:pt x="4851" y="1666"/>
                </a:lnTo>
                <a:lnTo>
                  <a:pt x="6039" y="755"/>
                </a:lnTo>
                <a:lnTo>
                  <a:pt x="7368" y="216"/>
                </a:lnTo>
                <a:lnTo>
                  <a:pt x="8847" y="0"/>
                </a:lnTo>
                <a:lnTo>
                  <a:pt x="10489" y="66"/>
                </a:lnTo>
                <a:lnTo>
                  <a:pt x="12308" y="366"/>
                </a:lnTo>
                <a:lnTo>
                  <a:pt x="14310" y="852"/>
                </a:lnTo>
                <a:close/>
              </a:path>
            </a:pathLst>
          </a:custGeom>
          <a:solidFill>
            <a:srgbClr val="B5A570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3" name="contour_07101"/>
          <p:cNvSpPr/>
          <p:nvPr/>
        </p:nvSpPr>
        <p:spPr>
          <a:xfrm>
            <a:off x="8129197" y="4851689"/>
            <a:ext cx="58304" cy="60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761"/>
                </a:moveTo>
                <a:lnTo>
                  <a:pt x="10057" y="330"/>
                </a:lnTo>
                <a:lnTo>
                  <a:pt x="11980" y="84"/>
                </a:lnTo>
                <a:lnTo>
                  <a:pt x="13878" y="0"/>
                </a:lnTo>
                <a:lnTo>
                  <a:pt x="15773" y="50"/>
                </a:lnTo>
                <a:lnTo>
                  <a:pt x="17680" y="212"/>
                </a:lnTo>
                <a:lnTo>
                  <a:pt x="19616" y="456"/>
                </a:lnTo>
                <a:lnTo>
                  <a:pt x="21600" y="761"/>
                </a:lnTo>
                <a:lnTo>
                  <a:pt x="21360" y="2704"/>
                </a:lnTo>
                <a:lnTo>
                  <a:pt x="21095" y="4592"/>
                </a:lnTo>
                <a:lnTo>
                  <a:pt x="20787" y="6425"/>
                </a:lnTo>
                <a:lnTo>
                  <a:pt x="20420" y="8206"/>
                </a:lnTo>
                <a:lnTo>
                  <a:pt x="19975" y="9932"/>
                </a:lnTo>
                <a:lnTo>
                  <a:pt x="19435" y="11608"/>
                </a:lnTo>
                <a:lnTo>
                  <a:pt x="18781" y="13234"/>
                </a:lnTo>
                <a:lnTo>
                  <a:pt x="17998" y="14810"/>
                </a:lnTo>
                <a:lnTo>
                  <a:pt x="17069" y="16334"/>
                </a:lnTo>
                <a:lnTo>
                  <a:pt x="15976" y="17813"/>
                </a:lnTo>
                <a:lnTo>
                  <a:pt x="14699" y="19242"/>
                </a:lnTo>
                <a:lnTo>
                  <a:pt x="13225" y="20624"/>
                </a:lnTo>
                <a:lnTo>
                  <a:pt x="11456" y="21298"/>
                </a:lnTo>
                <a:lnTo>
                  <a:pt x="9890" y="21600"/>
                </a:lnTo>
                <a:lnTo>
                  <a:pt x="8375" y="21592"/>
                </a:lnTo>
                <a:lnTo>
                  <a:pt x="6761" y="21343"/>
                </a:lnTo>
                <a:lnTo>
                  <a:pt x="4892" y="20923"/>
                </a:lnTo>
                <a:lnTo>
                  <a:pt x="3275" y="20328"/>
                </a:lnTo>
                <a:lnTo>
                  <a:pt x="1650" y="19727"/>
                </a:lnTo>
                <a:lnTo>
                  <a:pt x="0" y="19119"/>
                </a:lnTo>
                <a:lnTo>
                  <a:pt x="1255" y="18225"/>
                </a:lnTo>
                <a:lnTo>
                  <a:pt x="2533" y="17315"/>
                </a:lnTo>
                <a:lnTo>
                  <a:pt x="3907" y="15529"/>
                </a:lnTo>
                <a:lnTo>
                  <a:pt x="4838" y="13981"/>
                </a:lnTo>
                <a:lnTo>
                  <a:pt x="5430" y="12510"/>
                </a:lnTo>
                <a:lnTo>
                  <a:pt x="5791" y="10960"/>
                </a:lnTo>
                <a:lnTo>
                  <a:pt x="6026" y="9171"/>
                </a:lnTo>
                <a:lnTo>
                  <a:pt x="6242" y="6989"/>
                </a:lnTo>
                <a:lnTo>
                  <a:pt x="6583" y="4928"/>
                </a:lnTo>
                <a:lnTo>
                  <a:pt x="6888" y="3590"/>
                </a:lnTo>
                <a:lnTo>
                  <a:pt x="7336" y="2397"/>
                </a:lnTo>
                <a:lnTo>
                  <a:pt x="8100" y="761"/>
                </a:lnTo>
                <a:close/>
              </a:path>
            </a:pathLst>
          </a:custGeom>
          <a:solidFill>
            <a:srgbClr val="262623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4" name="contour_07102"/>
          <p:cNvSpPr/>
          <p:nvPr/>
        </p:nvSpPr>
        <p:spPr>
          <a:xfrm>
            <a:off x="571550" y="4824650"/>
            <a:ext cx="80168" cy="5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8901" y="1406"/>
                </a:lnTo>
                <a:lnTo>
                  <a:pt x="9948" y="2811"/>
                </a:lnTo>
                <a:lnTo>
                  <a:pt x="10996" y="4220"/>
                </a:lnTo>
                <a:lnTo>
                  <a:pt x="12045" y="5625"/>
                </a:lnTo>
                <a:lnTo>
                  <a:pt x="13095" y="7037"/>
                </a:lnTo>
                <a:lnTo>
                  <a:pt x="14148" y="8449"/>
                </a:lnTo>
                <a:lnTo>
                  <a:pt x="15202" y="9867"/>
                </a:lnTo>
                <a:lnTo>
                  <a:pt x="16261" y="11284"/>
                </a:lnTo>
                <a:lnTo>
                  <a:pt x="17321" y="12708"/>
                </a:lnTo>
                <a:lnTo>
                  <a:pt x="18386" y="14139"/>
                </a:lnTo>
                <a:lnTo>
                  <a:pt x="19452" y="15572"/>
                </a:lnTo>
                <a:lnTo>
                  <a:pt x="20524" y="17008"/>
                </a:lnTo>
                <a:lnTo>
                  <a:pt x="21600" y="18454"/>
                </a:lnTo>
                <a:lnTo>
                  <a:pt x="20145" y="19001"/>
                </a:lnTo>
                <a:lnTo>
                  <a:pt x="18735" y="19484"/>
                </a:lnTo>
                <a:lnTo>
                  <a:pt x="17362" y="19905"/>
                </a:lnTo>
                <a:lnTo>
                  <a:pt x="16023" y="20271"/>
                </a:lnTo>
                <a:lnTo>
                  <a:pt x="14710" y="20585"/>
                </a:lnTo>
                <a:lnTo>
                  <a:pt x="13414" y="20850"/>
                </a:lnTo>
                <a:lnTo>
                  <a:pt x="12129" y="21068"/>
                </a:lnTo>
                <a:lnTo>
                  <a:pt x="10849" y="21243"/>
                </a:lnTo>
                <a:lnTo>
                  <a:pt x="9569" y="21379"/>
                </a:lnTo>
                <a:lnTo>
                  <a:pt x="8281" y="21477"/>
                </a:lnTo>
                <a:lnTo>
                  <a:pt x="6977" y="21545"/>
                </a:lnTo>
                <a:lnTo>
                  <a:pt x="5651" y="21585"/>
                </a:lnTo>
                <a:lnTo>
                  <a:pt x="4298" y="21600"/>
                </a:lnTo>
                <a:lnTo>
                  <a:pt x="2908" y="21594"/>
                </a:lnTo>
                <a:lnTo>
                  <a:pt x="1479" y="21569"/>
                </a:lnTo>
                <a:lnTo>
                  <a:pt x="0" y="21529"/>
                </a:lnTo>
                <a:lnTo>
                  <a:pt x="648" y="19752"/>
                </a:lnTo>
                <a:lnTo>
                  <a:pt x="1296" y="17977"/>
                </a:lnTo>
                <a:lnTo>
                  <a:pt x="1946" y="16196"/>
                </a:lnTo>
                <a:lnTo>
                  <a:pt x="2594" y="14415"/>
                </a:lnTo>
                <a:lnTo>
                  <a:pt x="3246" y="12632"/>
                </a:lnTo>
                <a:lnTo>
                  <a:pt x="3898" y="10845"/>
                </a:lnTo>
                <a:lnTo>
                  <a:pt x="4552" y="9055"/>
                </a:lnTo>
                <a:lnTo>
                  <a:pt x="5208" y="7255"/>
                </a:lnTo>
                <a:lnTo>
                  <a:pt x="5865" y="5453"/>
                </a:lnTo>
                <a:lnTo>
                  <a:pt x="6525" y="3642"/>
                </a:lnTo>
                <a:lnTo>
                  <a:pt x="7189" y="1827"/>
                </a:lnTo>
                <a:lnTo>
                  <a:pt x="7855" y="0"/>
                </a:lnTo>
                <a:close/>
              </a:path>
            </a:pathLst>
          </a:custGeom>
          <a:solidFill>
            <a:srgbClr val="3B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5" name="contour_07103"/>
          <p:cNvSpPr/>
          <p:nvPr/>
        </p:nvSpPr>
        <p:spPr>
          <a:xfrm>
            <a:off x="4338480" y="4802786"/>
            <a:ext cx="8113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9" y="0"/>
                </a:moveTo>
                <a:lnTo>
                  <a:pt x="15121" y="0"/>
                </a:lnTo>
                <a:lnTo>
                  <a:pt x="16411" y="0"/>
                </a:lnTo>
                <a:lnTo>
                  <a:pt x="17719" y="0"/>
                </a:lnTo>
                <a:lnTo>
                  <a:pt x="18445" y="2018"/>
                </a:lnTo>
                <a:lnTo>
                  <a:pt x="18913" y="3496"/>
                </a:lnTo>
                <a:lnTo>
                  <a:pt x="19332" y="5153"/>
                </a:lnTo>
                <a:lnTo>
                  <a:pt x="19902" y="7714"/>
                </a:lnTo>
                <a:lnTo>
                  <a:pt x="20228" y="9149"/>
                </a:lnTo>
                <a:lnTo>
                  <a:pt x="20556" y="10590"/>
                </a:lnTo>
                <a:lnTo>
                  <a:pt x="20888" y="12053"/>
                </a:lnTo>
                <a:lnTo>
                  <a:pt x="21241" y="13728"/>
                </a:lnTo>
                <a:lnTo>
                  <a:pt x="21600" y="15429"/>
                </a:lnTo>
                <a:lnTo>
                  <a:pt x="20152" y="16036"/>
                </a:lnTo>
                <a:lnTo>
                  <a:pt x="18757" y="16558"/>
                </a:lnTo>
                <a:lnTo>
                  <a:pt x="17407" y="16990"/>
                </a:lnTo>
                <a:lnTo>
                  <a:pt x="16089" y="17329"/>
                </a:lnTo>
                <a:lnTo>
                  <a:pt x="14795" y="17573"/>
                </a:lnTo>
                <a:lnTo>
                  <a:pt x="13518" y="17715"/>
                </a:lnTo>
                <a:lnTo>
                  <a:pt x="12244" y="17752"/>
                </a:lnTo>
                <a:lnTo>
                  <a:pt x="10967" y="17684"/>
                </a:lnTo>
                <a:lnTo>
                  <a:pt x="9675" y="17502"/>
                </a:lnTo>
                <a:lnTo>
                  <a:pt x="8357" y="17209"/>
                </a:lnTo>
                <a:lnTo>
                  <a:pt x="7007" y="16799"/>
                </a:lnTo>
                <a:lnTo>
                  <a:pt x="5613" y="16268"/>
                </a:lnTo>
                <a:lnTo>
                  <a:pt x="4168" y="15611"/>
                </a:lnTo>
                <a:lnTo>
                  <a:pt x="3188" y="15518"/>
                </a:lnTo>
                <a:lnTo>
                  <a:pt x="2196" y="15429"/>
                </a:lnTo>
                <a:lnTo>
                  <a:pt x="1467" y="17215"/>
                </a:lnTo>
                <a:lnTo>
                  <a:pt x="1021" y="18453"/>
                </a:lnTo>
                <a:lnTo>
                  <a:pt x="679" y="19721"/>
                </a:lnTo>
                <a:lnTo>
                  <a:pt x="256" y="21600"/>
                </a:lnTo>
                <a:lnTo>
                  <a:pt x="85" y="19455"/>
                </a:lnTo>
                <a:lnTo>
                  <a:pt x="0" y="17900"/>
                </a:lnTo>
                <a:lnTo>
                  <a:pt x="0" y="16493"/>
                </a:lnTo>
                <a:lnTo>
                  <a:pt x="85" y="14790"/>
                </a:lnTo>
                <a:lnTo>
                  <a:pt x="256" y="12343"/>
                </a:lnTo>
                <a:lnTo>
                  <a:pt x="1490" y="10948"/>
                </a:lnTo>
                <a:lnTo>
                  <a:pt x="2404" y="9992"/>
                </a:lnTo>
                <a:lnTo>
                  <a:pt x="3271" y="9229"/>
                </a:lnTo>
                <a:lnTo>
                  <a:pt x="4364" y="8421"/>
                </a:lnTo>
                <a:lnTo>
                  <a:pt x="5957" y="7329"/>
                </a:lnTo>
                <a:lnTo>
                  <a:pt x="8126" y="5807"/>
                </a:lnTo>
                <a:lnTo>
                  <a:pt x="9717" y="4656"/>
                </a:lnTo>
                <a:lnTo>
                  <a:pt x="10870" y="3749"/>
                </a:lnTo>
                <a:lnTo>
                  <a:pt x="11720" y="2959"/>
                </a:lnTo>
                <a:lnTo>
                  <a:pt x="12407" y="2157"/>
                </a:lnTo>
                <a:lnTo>
                  <a:pt x="13066" y="1213"/>
                </a:lnTo>
                <a:lnTo>
                  <a:pt x="13839" y="0"/>
                </a:lnTo>
                <a:close/>
              </a:path>
            </a:pathLst>
          </a:custGeom>
          <a:solidFill>
            <a:srgbClr val="F3E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6" name="contour_07104"/>
          <p:cNvSpPr/>
          <p:nvPr/>
        </p:nvSpPr>
        <p:spPr>
          <a:xfrm>
            <a:off x="4417933" y="4772643"/>
            <a:ext cx="147436" cy="738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0"/>
                </a:moveTo>
                <a:lnTo>
                  <a:pt x="21084" y="748"/>
                </a:lnTo>
                <a:lnTo>
                  <a:pt x="20561" y="1215"/>
                </a:lnTo>
                <a:lnTo>
                  <a:pt x="19919" y="1948"/>
                </a:lnTo>
                <a:lnTo>
                  <a:pt x="19544" y="2553"/>
                </a:lnTo>
                <a:lnTo>
                  <a:pt x="19284" y="3356"/>
                </a:lnTo>
                <a:lnTo>
                  <a:pt x="18997" y="4684"/>
                </a:lnTo>
                <a:lnTo>
                  <a:pt x="18699" y="5677"/>
                </a:lnTo>
                <a:lnTo>
                  <a:pt x="18397" y="6683"/>
                </a:lnTo>
                <a:lnTo>
                  <a:pt x="17711" y="6613"/>
                </a:lnTo>
                <a:lnTo>
                  <a:pt x="17016" y="6542"/>
                </a:lnTo>
                <a:lnTo>
                  <a:pt x="16244" y="6666"/>
                </a:lnTo>
                <a:lnTo>
                  <a:pt x="15529" y="6904"/>
                </a:lnTo>
                <a:lnTo>
                  <a:pt x="14857" y="7248"/>
                </a:lnTo>
                <a:lnTo>
                  <a:pt x="14218" y="7687"/>
                </a:lnTo>
                <a:lnTo>
                  <a:pt x="13597" y="8209"/>
                </a:lnTo>
                <a:lnTo>
                  <a:pt x="12983" y="8805"/>
                </a:lnTo>
                <a:lnTo>
                  <a:pt x="12363" y="9468"/>
                </a:lnTo>
                <a:lnTo>
                  <a:pt x="11726" y="10184"/>
                </a:lnTo>
                <a:lnTo>
                  <a:pt x="11056" y="10945"/>
                </a:lnTo>
                <a:lnTo>
                  <a:pt x="10301" y="11744"/>
                </a:lnTo>
                <a:lnTo>
                  <a:pt x="9580" y="12466"/>
                </a:lnTo>
                <a:lnTo>
                  <a:pt x="8881" y="13110"/>
                </a:lnTo>
                <a:lnTo>
                  <a:pt x="8198" y="13673"/>
                </a:lnTo>
                <a:lnTo>
                  <a:pt x="7522" y="14152"/>
                </a:lnTo>
                <a:lnTo>
                  <a:pt x="6845" y="14548"/>
                </a:lnTo>
                <a:lnTo>
                  <a:pt x="6158" y="14860"/>
                </a:lnTo>
                <a:lnTo>
                  <a:pt x="5451" y="15083"/>
                </a:lnTo>
                <a:lnTo>
                  <a:pt x="4718" y="15220"/>
                </a:lnTo>
                <a:lnTo>
                  <a:pt x="3950" y="15267"/>
                </a:lnTo>
                <a:lnTo>
                  <a:pt x="3137" y="15220"/>
                </a:lnTo>
                <a:lnTo>
                  <a:pt x="2272" y="15081"/>
                </a:lnTo>
                <a:lnTo>
                  <a:pt x="1796" y="15145"/>
                </a:lnTo>
                <a:lnTo>
                  <a:pt x="1313" y="15207"/>
                </a:lnTo>
                <a:lnTo>
                  <a:pt x="888" y="16792"/>
                </a:lnTo>
                <a:lnTo>
                  <a:pt x="620" y="17918"/>
                </a:lnTo>
                <a:lnTo>
                  <a:pt x="458" y="18889"/>
                </a:lnTo>
                <a:lnTo>
                  <a:pt x="350" y="20015"/>
                </a:lnTo>
                <a:lnTo>
                  <a:pt x="246" y="21600"/>
                </a:lnTo>
                <a:lnTo>
                  <a:pt x="109" y="19237"/>
                </a:lnTo>
                <a:lnTo>
                  <a:pt x="28" y="17566"/>
                </a:lnTo>
                <a:lnTo>
                  <a:pt x="0" y="16351"/>
                </a:lnTo>
                <a:lnTo>
                  <a:pt x="28" y="15354"/>
                </a:lnTo>
                <a:lnTo>
                  <a:pt x="110" y="14342"/>
                </a:lnTo>
                <a:lnTo>
                  <a:pt x="246" y="13076"/>
                </a:lnTo>
                <a:lnTo>
                  <a:pt x="902" y="12287"/>
                </a:lnTo>
                <a:lnTo>
                  <a:pt x="1508" y="11631"/>
                </a:lnTo>
                <a:lnTo>
                  <a:pt x="2093" y="11079"/>
                </a:lnTo>
                <a:lnTo>
                  <a:pt x="2691" y="10600"/>
                </a:lnTo>
                <a:lnTo>
                  <a:pt x="3332" y="10165"/>
                </a:lnTo>
                <a:lnTo>
                  <a:pt x="4049" y="9747"/>
                </a:lnTo>
                <a:lnTo>
                  <a:pt x="4639" y="9370"/>
                </a:lnTo>
                <a:lnTo>
                  <a:pt x="5230" y="8991"/>
                </a:lnTo>
                <a:lnTo>
                  <a:pt x="5820" y="8611"/>
                </a:lnTo>
                <a:lnTo>
                  <a:pt x="6410" y="8232"/>
                </a:lnTo>
                <a:lnTo>
                  <a:pt x="6711" y="8042"/>
                </a:lnTo>
                <a:lnTo>
                  <a:pt x="7618" y="7476"/>
                </a:lnTo>
                <a:lnTo>
                  <a:pt x="8277" y="7007"/>
                </a:lnTo>
                <a:lnTo>
                  <a:pt x="8925" y="6508"/>
                </a:lnTo>
                <a:lnTo>
                  <a:pt x="9566" y="5980"/>
                </a:lnTo>
                <a:lnTo>
                  <a:pt x="10201" y="5428"/>
                </a:lnTo>
                <a:lnTo>
                  <a:pt x="10832" y="4859"/>
                </a:lnTo>
                <a:lnTo>
                  <a:pt x="11462" y="4275"/>
                </a:lnTo>
                <a:lnTo>
                  <a:pt x="12092" y="3682"/>
                </a:lnTo>
                <a:lnTo>
                  <a:pt x="12725" y="3086"/>
                </a:lnTo>
                <a:lnTo>
                  <a:pt x="13480" y="2449"/>
                </a:lnTo>
                <a:lnTo>
                  <a:pt x="14216" y="1886"/>
                </a:lnTo>
                <a:lnTo>
                  <a:pt x="14937" y="1398"/>
                </a:lnTo>
                <a:lnTo>
                  <a:pt x="15650" y="982"/>
                </a:lnTo>
                <a:lnTo>
                  <a:pt x="16357" y="639"/>
                </a:lnTo>
                <a:lnTo>
                  <a:pt x="17065" y="369"/>
                </a:lnTo>
                <a:lnTo>
                  <a:pt x="17780" y="173"/>
                </a:lnTo>
                <a:lnTo>
                  <a:pt x="18504" y="49"/>
                </a:lnTo>
                <a:lnTo>
                  <a:pt x="19242" y="0"/>
                </a:lnTo>
                <a:lnTo>
                  <a:pt x="20002" y="23"/>
                </a:lnTo>
                <a:lnTo>
                  <a:pt x="20786" y="119"/>
                </a:lnTo>
                <a:lnTo>
                  <a:pt x="21600" y="290"/>
                </a:lnTo>
                <a:close/>
              </a:path>
            </a:pathLst>
          </a:custGeom>
          <a:solidFill>
            <a:srgbClr val="DEC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7" name="contour_07105"/>
          <p:cNvSpPr/>
          <p:nvPr/>
        </p:nvSpPr>
        <p:spPr>
          <a:xfrm>
            <a:off x="6190591" y="4766346"/>
            <a:ext cx="13118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42" y="317"/>
                </a:lnTo>
                <a:lnTo>
                  <a:pt x="1684" y="644"/>
                </a:lnTo>
                <a:lnTo>
                  <a:pt x="2522" y="986"/>
                </a:lnTo>
                <a:lnTo>
                  <a:pt x="3361" y="1339"/>
                </a:lnTo>
                <a:lnTo>
                  <a:pt x="4198" y="1706"/>
                </a:lnTo>
                <a:lnTo>
                  <a:pt x="5033" y="2084"/>
                </a:lnTo>
                <a:lnTo>
                  <a:pt x="5867" y="2480"/>
                </a:lnTo>
                <a:lnTo>
                  <a:pt x="6700" y="2887"/>
                </a:lnTo>
                <a:lnTo>
                  <a:pt x="7532" y="3308"/>
                </a:lnTo>
                <a:lnTo>
                  <a:pt x="8364" y="3744"/>
                </a:lnTo>
                <a:lnTo>
                  <a:pt x="9196" y="4194"/>
                </a:lnTo>
                <a:lnTo>
                  <a:pt x="10026" y="4658"/>
                </a:lnTo>
                <a:lnTo>
                  <a:pt x="10855" y="5137"/>
                </a:lnTo>
                <a:lnTo>
                  <a:pt x="11686" y="5630"/>
                </a:lnTo>
                <a:lnTo>
                  <a:pt x="12515" y="6138"/>
                </a:lnTo>
                <a:lnTo>
                  <a:pt x="13345" y="6660"/>
                </a:lnTo>
                <a:lnTo>
                  <a:pt x="14174" y="7200"/>
                </a:lnTo>
                <a:lnTo>
                  <a:pt x="14522" y="7423"/>
                </a:lnTo>
                <a:lnTo>
                  <a:pt x="15574" y="8104"/>
                </a:lnTo>
                <a:lnTo>
                  <a:pt x="16372" y="8654"/>
                </a:lnTo>
                <a:lnTo>
                  <a:pt x="17154" y="9223"/>
                </a:lnTo>
                <a:lnTo>
                  <a:pt x="17922" y="9842"/>
                </a:lnTo>
                <a:lnTo>
                  <a:pt x="18678" y="10526"/>
                </a:lnTo>
                <a:lnTo>
                  <a:pt x="19422" y="11304"/>
                </a:lnTo>
                <a:lnTo>
                  <a:pt x="20156" y="12193"/>
                </a:lnTo>
                <a:lnTo>
                  <a:pt x="20882" y="13216"/>
                </a:lnTo>
                <a:lnTo>
                  <a:pt x="21600" y="14400"/>
                </a:lnTo>
                <a:lnTo>
                  <a:pt x="21398" y="16650"/>
                </a:lnTo>
                <a:lnTo>
                  <a:pt x="21208" y="18148"/>
                </a:lnTo>
                <a:lnTo>
                  <a:pt x="20911" y="19573"/>
                </a:lnTo>
                <a:lnTo>
                  <a:pt x="20400" y="21600"/>
                </a:lnTo>
                <a:lnTo>
                  <a:pt x="19625" y="21222"/>
                </a:lnTo>
                <a:lnTo>
                  <a:pt x="18882" y="20794"/>
                </a:lnTo>
                <a:lnTo>
                  <a:pt x="18160" y="20308"/>
                </a:lnTo>
                <a:lnTo>
                  <a:pt x="17443" y="19760"/>
                </a:lnTo>
                <a:lnTo>
                  <a:pt x="16720" y="19141"/>
                </a:lnTo>
                <a:lnTo>
                  <a:pt x="15974" y="18450"/>
                </a:lnTo>
                <a:lnTo>
                  <a:pt x="15118" y="17708"/>
                </a:lnTo>
                <a:lnTo>
                  <a:pt x="14285" y="17035"/>
                </a:lnTo>
                <a:lnTo>
                  <a:pt x="13469" y="16434"/>
                </a:lnTo>
                <a:lnTo>
                  <a:pt x="12665" y="15912"/>
                </a:lnTo>
                <a:lnTo>
                  <a:pt x="11864" y="15473"/>
                </a:lnTo>
                <a:lnTo>
                  <a:pt x="11064" y="15120"/>
                </a:lnTo>
                <a:lnTo>
                  <a:pt x="10255" y="14857"/>
                </a:lnTo>
                <a:lnTo>
                  <a:pt x="9433" y="14695"/>
                </a:lnTo>
                <a:lnTo>
                  <a:pt x="8592" y="14638"/>
                </a:lnTo>
                <a:lnTo>
                  <a:pt x="7724" y="14688"/>
                </a:lnTo>
                <a:lnTo>
                  <a:pt x="6826" y="14850"/>
                </a:lnTo>
                <a:lnTo>
                  <a:pt x="5604" y="15008"/>
                </a:lnTo>
                <a:lnTo>
                  <a:pt x="4738" y="14998"/>
                </a:lnTo>
                <a:lnTo>
                  <a:pt x="4104" y="14713"/>
                </a:lnTo>
                <a:lnTo>
                  <a:pt x="3580" y="14058"/>
                </a:lnTo>
                <a:lnTo>
                  <a:pt x="3038" y="12928"/>
                </a:lnTo>
                <a:lnTo>
                  <a:pt x="2358" y="11221"/>
                </a:lnTo>
                <a:lnTo>
                  <a:pt x="1915" y="9410"/>
                </a:lnTo>
                <a:lnTo>
                  <a:pt x="1495" y="7596"/>
                </a:lnTo>
                <a:lnTo>
                  <a:pt x="1096" y="5764"/>
                </a:lnTo>
                <a:lnTo>
                  <a:pt x="714" y="3899"/>
                </a:lnTo>
                <a:lnTo>
                  <a:pt x="350" y="1984"/>
                </a:lnTo>
                <a:lnTo>
                  <a:pt x="0" y="0"/>
                </a:lnTo>
                <a:close/>
              </a:path>
            </a:pathLst>
          </a:custGeom>
          <a:solidFill>
            <a:srgbClr val="F2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8" name="contour_07106"/>
          <p:cNvSpPr/>
          <p:nvPr/>
        </p:nvSpPr>
        <p:spPr>
          <a:xfrm>
            <a:off x="1927116" y="4759058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1785"/>
                </a:lnTo>
                <a:lnTo>
                  <a:pt x="21600" y="3580"/>
                </a:lnTo>
                <a:lnTo>
                  <a:pt x="21600" y="5400"/>
                </a:lnTo>
                <a:lnTo>
                  <a:pt x="19818" y="5400"/>
                </a:lnTo>
                <a:lnTo>
                  <a:pt x="18033" y="5400"/>
                </a:lnTo>
                <a:lnTo>
                  <a:pt x="16249" y="5400"/>
                </a:lnTo>
                <a:lnTo>
                  <a:pt x="14459" y="5400"/>
                </a:lnTo>
                <a:lnTo>
                  <a:pt x="12663" y="5400"/>
                </a:lnTo>
                <a:lnTo>
                  <a:pt x="10859" y="5400"/>
                </a:lnTo>
                <a:lnTo>
                  <a:pt x="9050" y="5400"/>
                </a:lnTo>
                <a:lnTo>
                  <a:pt x="7231" y="5400"/>
                </a:lnTo>
                <a:lnTo>
                  <a:pt x="5400" y="5400"/>
                </a:lnTo>
                <a:lnTo>
                  <a:pt x="5400" y="7185"/>
                </a:lnTo>
                <a:lnTo>
                  <a:pt x="5400" y="8980"/>
                </a:lnTo>
                <a:lnTo>
                  <a:pt x="5400" y="10800"/>
                </a:lnTo>
                <a:lnTo>
                  <a:pt x="7185" y="10800"/>
                </a:lnTo>
                <a:lnTo>
                  <a:pt x="8980" y="10800"/>
                </a:lnTo>
                <a:lnTo>
                  <a:pt x="10800" y="10800"/>
                </a:lnTo>
                <a:lnTo>
                  <a:pt x="10800" y="12582"/>
                </a:lnTo>
                <a:lnTo>
                  <a:pt x="10800" y="14367"/>
                </a:lnTo>
                <a:lnTo>
                  <a:pt x="10800" y="16160"/>
                </a:lnTo>
                <a:lnTo>
                  <a:pt x="10800" y="17960"/>
                </a:lnTo>
                <a:lnTo>
                  <a:pt x="10800" y="19772"/>
                </a:lnTo>
                <a:lnTo>
                  <a:pt x="10800" y="21600"/>
                </a:lnTo>
                <a:lnTo>
                  <a:pt x="9018" y="21600"/>
                </a:lnTo>
                <a:lnTo>
                  <a:pt x="7233" y="21600"/>
                </a:lnTo>
                <a:lnTo>
                  <a:pt x="5440" y="21600"/>
                </a:lnTo>
                <a:lnTo>
                  <a:pt x="3640" y="21600"/>
                </a:lnTo>
                <a:lnTo>
                  <a:pt x="1828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7B7A79"/>
          </a:solidFill>
          <a:ln>
            <a:noFill/>
          </a:ln>
        </p:spPr>
        <p:txBody>
          <a:bodyPr/>
          <a:lstStyle/>
          <a:p/>
        </p:txBody>
      </p:sp>
      <p:sp>
        <p:nvSpPr>
          <p:cNvPr id="7109" name="contour_07107"/>
          <p:cNvSpPr/>
          <p:nvPr/>
        </p:nvSpPr>
        <p:spPr>
          <a:xfrm>
            <a:off x="8274957" y="4693467"/>
            <a:ext cx="51016" cy="592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84" y="1530"/>
                </a:lnTo>
                <a:lnTo>
                  <a:pt x="21159" y="3057"/>
                </a:lnTo>
                <a:lnTo>
                  <a:pt x="20924" y="4583"/>
                </a:lnTo>
                <a:lnTo>
                  <a:pt x="20687" y="6110"/>
                </a:lnTo>
                <a:lnTo>
                  <a:pt x="20443" y="7635"/>
                </a:lnTo>
                <a:lnTo>
                  <a:pt x="20227" y="9053"/>
                </a:lnTo>
                <a:lnTo>
                  <a:pt x="20011" y="10481"/>
                </a:lnTo>
                <a:lnTo>
                  <a:pt x="19792" y="11929"/>
                </a:lnTo>
                <a:lnTo>
                  <a:pt x="19036" y="14029"/>
                </a:lnTo>
                <a:lnTo>
                  <a:pt x="18193" y="15771"/>
                </a:lnTo>
                <a:lnTo>
                  <a:pt x="17184" y="17256"/>
                </a:lnTo>
                <a:lnTo>
                  <a:pt x="15928" y="18591"/>
                </a:lnTo>
                <a:lnTo>
                  <a:pt x="14339" y="19887"/>
                </a:lnTo>
                <a:lnTo>
                  <a:pt x="12343" y="21244"/>
                </a:lnTo>
                <a:lnTo>
                  <a:pt x="10245" y="21496"/>
                </a:lnTo>
                <a:lnTo>
                  <a:pt x="8214" y="21600"/>
                </a:lnTo>
                <a:lnTo>
                  <a:pt x="6215" y="21592"/>
                </a:lnTo>
                <a:lnTo>
                  <a:pt x="4203" y="21507"/>
                </a:lnTo>
                <a:lnTo>
                  <a:pt x="2145" y="21380"/>
                </a:lnTo>
                <a:lnTo>
                  <a:pt x="0" y="21244"/>
                </a:lnTo>
                <a:lnTo>
                  <a:pt x="188" y="19276"/>
                </a:lnTo>
                <a:lnTo>
                  <a:pt x="410" y="17356"/>
                </a:lnTo>
                <a:lnTo>
                  <a:pt x="700" y="15482"/>
                </a:lnTo>
                <a:lnTo>
                  <a:pt x="1092" y="13657"/>
                </a:lnTo>
                <a:lnTo>
                  <a:pt x="1623" y="11883"/>
                </a:lnTo>
                <a:lnTo>
                  <a:pt x="2327" y="10160"/>
                </a:lnTo>
                <a:lnTo>
                  <a:pt x="3237" y="8490"/>
                </a:lnTo>
                <a:lnTo>
                  <a:pt x="4391" y="6872"/>
                </a:lnTo>
                <a:lnTo>
                  <a:pt x="5823" y="5311"/>
                </a:lnTo>
                <a:lnTo>
                  <a:pt x="7841" y="3986"/>
                </a:lnTo>
                <a:lnTo>
                  <a:pt x="9658" y="2871"/>
                </a:lnTo>
                <a:lnTo>
                  <a:pt x="11368" y="1954"/>
                </a:lnTo>
                <a:lnTo>
                  <a:pt x="13065" y="1224"/>
                </a:lnTo>
                <a:lnTo>
                  <a:pt x="14842" y="675"/>
                </a:lnTo>
                <a:lnTo>
                  <a:pt x="16792" y="292"/>
                </a:lnTo>
                <a:lnTo>
                  <a:pt x="19014" y="72"/>
                </a:lnTo>
                <a:lnTo>
                  <a:pt x="21600" y="0"/>
                </a:lnTo>
                <a:close/>
              </a:path>
            </a:pathLst>
          </a:custGeom>
          <a:solidFill>
            <a:srgbClr val="F2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0" name="contour_07108"/>
          <p:cNvSpPr/>
          <p:nvPr/>
        </p:nvSpPr>
        <p:spPr>
          <a:xfrm>
            <a:off x="4507065" y="4700755"/>
            <a:ext cx="123896" cy="79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29" y="0"/>
                </a:moveTo>
                <a:lnTo>
                  <a:pt x="20843" y="1155"/>
                </a:lnTo>
                <a:lnTo>
                  <a:pt x="21146" y="1953"/>
                </a:lnTo>
                <a:lnTo>
                  <a:pt x="21360" y="2768"/>
                </a:lnTo>
                <a:lnTo>
                  <a:pt x="21600" y="3974"/>
                </a:lnTo>
                <a:lnTo>
                  <a:pt x="20986" y="4312"/>
                </a:lnTo>
                <a:lnTo>
                  <a:pt x="20370" y="4654"/>
                </a:lnTo>
                <a:lnTo>
                  <a:pt x="19744" y="5000"/>
                </a:lnTo>
                <a:lnTo>
                  <a:pt x="18119" y="5955"/>
                </a:lnTo>
                <a:lnTo>
                  <a:pt x="16781" y="6752"/>
                </a:lnTo>
                <a:lnTo>
                  <a:pt x="15696" y="7424"/>
                </a:lnTo>
                <a:lnTo>
                  <a:pt x="14826" y="7996"/>
                </a:lnTo>
                <a:lnTo>
                  <a:pt x="14138" y="8507"/>
                </a:lnTo>
                <a:lnTo>
                  <a:pt x="13593" y="8982"/>
                </a:lnTo>
                <a:lnTo>
                  <a:pt x="13156" y="9457"/>
                </a:lnTo>
                <a:lnTo>
                  <a:pt x="12791" y="9959"/>
                </a:lnTo>
                <a:lnTo>
                  <a:pt x="12463" y="10524"/>
                </a:lnTo>
                <a:lnTo>
                  <a:pt x="12137" y="11182"/>
                </a:lnTo>
                <a:lnTo>
                  <a:pt x="11773" y="11962"/>
                </a:lnTo>
                <a:lnTo>
                  <a:pt x="11531" y="12982"/>
                </a:lnTo>
                <a:lnTo>
                  <a:pt x="11292" y="14003"/>
                </a:lnTo>
                <a:lnTo>
                  <a:pt x="11057" y="15027"/>
                </a:lnTo>
                <a:lnTo>
                  <a:pt x="10825" y="16052"/>
                </a:lnTo>
                <a:lnTo>
                  <a:pt x="10346" y="17167"/>
                </a:lnTo>
                <a:lnTo>
                  <a:pt x="9796" y="18089"/>
                </a:lnTo>
                <a:lnTo>
                  <a:pt x="9184" y="18852"/>
                </a:lnTo>
                <a:lnTo>
                  <a:pt x="8518" y="19488"/>
                </a:lnTo>
                <a:lnTo>
                  <a:pt x="7806" y="20032"/>
                </a:lnTo>
                <a:lnTo>
                  <a:pt x="7058" y="20521"/>
                </a:lnTo>
                <a:lnTo>
                  <a:pt x="6282" y="20986"/>
                </a:lnTo>
                <a:lnTo>
                  <a:pt x="5484" y="21463"/>
                </a:lnTo>
                <a:lnTo>
                  <a:pt x="4612" y="21600"/>
                </a:lnTo>
                <a:lnTo>
                  <a:pt x="3809" y="21586"/>
                </a:lnTo>
                <a:lnTo>
                  <a:pt x="3052" y="21443"/>
                </a:lnTo>
                <a:lnTo>
                  <a:pt x="2316" y="21183"/>
                </a:lnTo>
                <a:lnTo>
                  <a:pt x="1578" y="20823"/>
                </a:lnTo>
                <a:lnTo>
                  <a:pt x="814" y="20380"/>
                </a:lnTo>
                <a:lnTo>
                  <a:pt x="0" y="19871"/>
                </a:lnTo>
                <a:lnTo>
                  <a:pt x="827" y="19543"/>
                </a:lnTo>
                <a:lnTo>
                  <a:pt x="1667" y="19211"/>
                </a:lnTo>
                <a:lnTo>
                  <a:pt x="2376" y="18896"/>
                </a:lnTo>
                <a:lnTo>
                  <a:pt x="3089" y="18580"/>
                </a:lnTo>
                <a:lnTo>
                  <a:pt x="3812" y="18258"/>
                </a:lnTo>
                <a:lnTo>
                  <a:pt x="4521" y="17958"/>
                </a:lnTo>
                <a:lnTo>
                  <a:pt x="5234" y="17656"/>
                </a:lnTo>
                <a:lnTo>
                  <a:pt x="5957" y="17348"/>
                </a:lnTo>
                <a:lnTo>
                  <a:pt x="6202" y="17135"/>
                </a:lnTo>
                <a:lnTo>
                  <a:pt x="6634" y="16759"/>
                </a:lnTo>
                <a:lnTo>
                  <a:pt x="7624" y="15897"/>
                </a:lnTo>
                <a:lnTo>
                  <a:pt x="7738" y="14347"/>
                </a:lnTo>
                <a:lnTo>
                  <a:pt x="7795" y="13264"/>
                </a:lnTo>
                <a:lnTo>
                  <a:pt x="7795" y="12358"/>
                </a:lnTo>
                <a:lnTo>
                  <a:pt x="7738" y="11342"/>
                </a:lnTo>
                <a:lnTo>
                  <a:pt x="7624" y="9936"/>
                </a:lnTo>
                <a:lnTo>
                  <a:pt x="8463" y="9936"/>
                </a:lnTo>
                <a:lnTo>
                  <a:pt x="9308" y="9936"/>
                </a:lnTo>
                <a:lnTo>
                  <a:pt x="10165" y="9936"/>
                </a:lnTo>
                <a:lnTo>
                  <a:pt x="10165" y="8622"/>
                </a:lnTo>
                <a:lnTo>
                  <a:pt x="10165" y="7301"/>
                </a:lnTo>
                <a:lnTo>
                  <a:pt x="10165" y="5961"/>
                </a:lnTo>
                <a:lnTo>
                  <a:pt x="11005" y="5961"/>
                </a:lnTo>
                <a:lnTo>
                  <a:pt x="11850" y="5961"/>
                </a:lnTo>
                <a:lnTo>
                  <a:pt x="12706" y="5961"/>
                </a:lnTo>
                <a:lnTo>
                  <a:pt x="12706" y="4648"/>
                </a:lnTo>
                <a:lnTo>
                  <a:pt x="12706" y="3326"/>
                </a:lnTo>
                <a:lnTo>
                  <a:pt x="12706" y="1987"/>
                </a:lnTo>
                <a:lnTo>
                  <a:pt x="13450" y="1727"/>
                </a:lnTo>
                <a:lnTo>
                  <a:pt x="14196" y="1474"/>
                </a:lnTo>
                <a:lnTo>
                  <a:pt x="14943" y="1226"/>
                </a:lnTo>
                <a:lnTo>
                  <a:pt x="15690" y="984"/>
                </a:lnTo>
                <a:lnTo>
                  <a:pt x="16439" y="745"/>
                </a:lnTo>
                <a:lnTo>
                  <a:pt x="17133" y="515"/>
                </a:lnTo>
                <a:lnTo>
                  <a:pt x="17830" y="282"/>
                </a:lnTo>
                <a:lnTo>
                  <a:pt x="18538" y="46"/>
                </a:lnTo>
                <a:lnTo>
                  <a:pt x="19427" y="24"/>
                </a:lnTo>
                <a:lnTo>
                  <a:pt x="20329" y="0"/>
                </a:lnTo>
                <a:close/>
              </a:path>
            </a:pathLst>
          </a:custGeom>
          <a:solidFill>
            <a:srgbClr val="E1D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1" name="contour_07109"/>
          <p:cNvSpPr/>
          <p:nvPr/>
        </p:nvSpPr>
        <p:spPr>
          <a:xfrm>
            <a:off x="7575310" y="4693467"/>
            <a:ext cx="51016" cy="671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452" y="586"/>
                </a:lnTo>
                <a:lnTo>
                  <a:pt x="10229" y="1268"/>
                </a:lnTo>
                <a:lnTo>
                  <a:pt x="11670" y="2146"/>
                </a:lnTo>
                <a:lnTo>
                  <a:pt x="12932" y="3320"/>
                </a:lnTo>
                <a:lnTo>
                  <a:pt x="14188" y="4887"/>
                </a:lnTo>
                <a:lnTo>
                  <a:pt x="14898" y="6387"/>
                </a:lnTo>
                <a:lnTo>
                  <a:pt x="15620" y="7908"/>
                </a:lnTo>
                <a:lnTo>
                  <a:pt x="16126" y="8950"/>
                </a:lnTo>
                <a:lnTo>
                  <a:pt x="16635" y="10000"/>
                </a:lnTo>
                <a:lnTo>
                  <a:pt x="17153" y="11066"/>
                </a:lnTo>
                <a:lnTo>
                  <a:pt x="18360" y="13716"/>
                </a:lnTo>
                <a:lnTo>
                  <a:pt x="19246" y="15668"/>
                </a:lnTo>
                <a:lnTo>
                  <a:pt x="19887" y="17097"/>
                </a:lnTo>
                <a:lnTo>
                  <a:pt x="20369" y="18177"/>
                </a:lnTo>
                <a:lnTo>
                  <a:pt x="20761" y="19086"/>
                </a:lnTo>
                <a:lnTo>
                  <a:pt x="21146" y="19997"/>
                </a:lnTo>
                <a:lnTo>
                  <a:pt x="21600" y="21087"/>
                </a:lnTo>
                <a:lnTo>
                  <a:pt x="19347" y="21305"/>
                </a:lnTo>
                <a:lnTo>
                  <a:pt x="17141" y="21471"/>
                </a:lnTo>
                <a:lnTo>
                  <a:pt x="14960" y="21572"/>
                </a:lnTo>
                <a:lnTo>
                  <a:pt x="12790" y="21600"/>
                </a:lnTo>
                <a:lnTo>
                  <a:pt x="10612" y="21534"/>
                </a:lnTo>
                <a:lnTo>
                  <a:pt x="8412" y="21368"/>
                </a:lnTo>
                <a:lnTo>
                  <a:pt x="6171" y="21087"/>
                </a:lnTo>
                <a:lnTo>
                  <a:pt x="4666" y="19922"/>
                </a:lnTo>
                <a:lnTo>
                  <a:pt x="3425" y="18727"/>
                </a:lnTo>
                <a:lnTo>
                  <a:pt x="2416" y="17486"/>
                </a:lnTo>
                <a:lnTo>
                  <a:pt x="1601" y="16183"/>
                </a:lnTo>
                <a:lnTo>
                  <a:pt x="953" y="14798"/>
                </a:lnTo>
                <a:lnTo>
                  <a:pt x="429" y="13315"/>
                </a:lnTo>
                <a:lnTo>
                  <a:pt x="0" y="11715"/>
                </a:lnTo>
                <a:lnTo>
                  <a:pt x="201" y="10012"/>
                </a:lnTo>
                <a:lnTo>
                  <a:pt x="509" y="8395"/>
                </a:lnTo>
                <a:lnTo>
                  <a:pt x="957" y="6851"/>
                </a:lnTo>
                <a:lnTo>
                  <a:pt x="1568" y="5377"/>
                </a:lnTo>
                <a:lnTo>
                  <a:pt x="2370" y="3964"/>
                </a:lnTo>
                <a:lnTo>
                  <a:pt x="3385" y="2601"/>
                </a:lnTo>
                <a:lnTo>
                  <a:pt x="4644" y="1284"/>
                </a:lnTo>
                <a:lnTo>
                  <a:pt x="6171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2" name="contour_07110"/>
          <p:cNvSpPr/>
          <p:nvPr/>
        </p:nvSpPr>
        <p:spPr>
          <a:xfrm>
            <a:off x="2772523" y="4657027"/>
            <a:ext cx="5009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42" y="0"/>
                </a:moveTo>
                <a:lnTo>
                  <a:pt x="4519" y="756"/>
                </a:lnTo>
                <a:lnTo>
                  <a:pt x="5791" y="1522"/>
                </a:lnTo>
                <a:lnTo>
                  <a:pt x="6973" y="2298"/>
                </a:lnTo>
                <a:lnTo>
                  <a:pt x="8069" y="3085"/>
                </a:lnTo>
                <a:lnTo>
                  <a:pt x="9091" y="3883"/>
                </a:lnTo>
                <a:lnTo>
                  <a:pt x="10046" y="4691"/>
                </a:lnTo>
                <a:lnTo>
                  <a:pt x="10941" y="5509"/>
                </a:lnTo>
                <a:lnTo>
                  <a:pt x="11787" y="6336"/>
                </a:lnTo>
                <a:lnTo>
                  <a:pt x="12591" y="7175"/>
                </a:lnTo>
                <a:lnTo>
                  <a:pt x="13364" y="8024"/>
                </a:lnTo>
                <a:lnTo>
                  <a:pt x="14112" y="8881"/>
                </a:lnTo>
                <a:lnTo>
                  <a:pt x="14847" y="9749"/>
                </a:lnTo>
                <a:lnTo>
                  <a:pt x="15573" y="10627"/>
                </a:lnTo>
                <a:lnTo>
                  <a:pt x="16302" y="11514"/>
                </a:lnTo>
                <a:lnTo>
                  <a:pt x="16899" y="12204"/>
                </a:lnTo>
                <a:lnTo>
                  <a:pt x="17502" y="12899"/>
                </a:lnTo>
                <a:lnTo>
                  <a:pt x="18112" y="13602"/>
                </a:lnTo>
                <a:lnTo>
                  <a:pt x="18659" y="14265"/>
                </a:lnTo>
                <a:lnTo>
                  <a:pt x="19215" y="14933"/>
                </a:lnTo>
                <a:lnTo>
                  <a:pt x="19774" y="15609"/>
                </a:lnTo>
                <a:lnTo>
                  <a:pt x="20277" y="16211"/>
                </a:lnTo>
                <a:lnTo>
                  <a:pt x="20783" y="16816"/>
                </a:lnTo>
                <a:lnTo>
                  <a:pt x="21298" y="17431"/>
                </a:lnTo>
                <a:lnTo>
                  <a:pt x="21600" y="18438"/>
                </a:lnTo>
                <a:lnTo>
                  <a:pt x="21521" y="19260"/>
                </a:lnTo>
                <a:lnTo>
                  <a:pt x="21050" y="19995"/>
                </a:lnTo>
                <a:lnTo>
                  <a:pt x="20164" y="20742"/>
                </a:lnTo>
                <a:lnTo>
                  <a:pt x="18854" y="21600"/>
                </a:lnTo>
                <a:lnTo>
                  <a:pt x="17496" y="20877"/>
                </a:lnTo>
                <a:lnTo>
                  <a:pt x="16142" y="20153"/>
                </a:lnTo>
                <a:lnTo>
                  <a:pt x="14794" y="19429"/>
                </a:lnTo>
                <a:lnTo>
                  <a:pt x="13449" y="18702"/>
                </a:lnTo>
                <a:lnTo>
                  <a:pt x="12104" y="17975"/>
                </a:lnTo>
                <a:lnTo>
                  <a:pt x="10765" y="17247"/>
                </a:lnTo>
                <a:lnTo>
                  <a:pt x="9427" y="16518"/>
                </a:lnTo>
                <a:lnTo>
                  <a:pt x="8258" y="15887"/>
                </a:lnTo>
                <a:lnTo>
                  <a:pt x="7083" y="15255"/>
                </a:lnTo>
                <a:lnTo>
                  <a:pt x="5892" y="14612"/>
                </a:lnTo>
                <a:lnTo>
                  <a:pt x="4814" y="13832"/>
                </a:lnTo>
                <a:lnTo>
                  <a:pt x="3881" y="13079"/>
                </a:lnTo>
                <a:lnTo>
                  <a:pt x="3073" y="12345"/>
                </a:lnTo>
                <a:lnTo>
                  <a:pt x="2372" y="11616"/>
                </a:lnTo>
                <a:lnTo>
                  <a:pt x="1769" y="10879"/>
                </a:lnTo>
                <a:lnTo>
                  <a:pt x="1247" y="10123"/>
                </a:lnTo>
                <a:lnTo>
                  <a:pt x="789" y="9336"/>
                </a:lnTo>
                <a:lnTo>
                  <a:pt x="377" y="8508"/>
                </a:lnTo>
                <a:lnTo>
                  <a:pt x="0" y="7624"/>
                </a:lnTo>
                <a:lnTo>
                  <a:pt x="823" y="6869"/>
                </a:lnTo>
                <a:lnTo>
                  <a:pt x="1427" y="6353"/>
                </a:lnTo>
                <a:lnTo>
                  <a:pt x="2099" y="5837"/>
                </a:lnTo>
                <a:lnTo>
                  <a:pt x="3142" y="5082"/>
                </a:lnTo>
                <a:lnTo>
                  <a:pt x="3255" y="4232"/>
                </a:lnTo>
                <a:lnTo>
                  <a:pt x="3306" y="3386"/>
                </a:lnTo>
                <a:lnTo>
                  <a:pt x="3306" y="2544"/>
                </a:lnTo>
                <a:lnTo>
                  <a:pt x="3271" y="1701"/>
                </a:lnTo>
                <a:lnTo>
                  <a:pt x="3211" y="854"/>
                </a:lnTo>
                <a:lnTo>
                  <a:pt x="3142" y="0"/>
                </a:lnTo>
                <a:close/>
              </a:path>
            </a:pathLst>
          </a:custGeom>
          <a:solidFill>
            <a:srgbClr val="B0C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3" name="contour_07111"/>
          <p:cNvSpPr/>
          <p:nvPr/>
        </p:nvSpPr>
        <p:spPr>
          <a:xfrm>
            <a:off x="8238517" y="4642451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55" y="406"/>
                </a:lnTo>
                <a:lnTo>
                  <a:pt x="10294" y="823"/>
                </a:lnTo>
                <a:lnTo>
                  <a:pt x="11818" y="1261"/>
                </a:lnTo>
                <a:lnTo>
                  <a:pt x="13322" y="1720"/>
                </a:lnTo>
                <a:lnTo>
                  <a:pt x="14815" y="2211"/>
                </a:lnTo>
                <a:lnTo>
                  <a:pt x="16291" y="2739"/>
                </a:lnTo>
                <a:lnTo>
                  <a:pt x="17753" y="3309"/>
                </a:lnTo>
                <a:lnTo>
                  <a:pt x="19200" y="3927"/>
                </a:lnTo>
                <a:lnTo>
                  <a:pt x="20155" y="5506"/>
                </a:lnTo>
                <a:lnTo>
                  <a:pt x="20758" y="6602"/>
                </a:lnTo>
                <a:lnTo>
                  <a:pt x="21122" y="7497"/>
                </a:lnTo>
                <a:lnTo>
                  <a:pt x="21365" y="8475"/>
                </a:lnTo>
                <a:lnTo>
                  <a:pt x="21600" y="9818"/>
                </a:lnTo>
                <a:lnTo>
                  <a:pt x="20988" y="9840"/>
                </a:lnTo>
                <a:lnTo>
                  <a:pt x="19145" y="9903"/>
                </a:lnTo>
                <a:lnTo>
                  <a:pt x="17436" y="10066"/>
                </a:lnTo>
                <a:lnTo>
                  <a:pt x="15823" y="10264"/>
                </a:lnTo>
                <a:lnTo>
                  <a:pt x="14268" y="10513"/>
                </a:lnTo>
                <a:lnTo>
                  <a:pt x="12737" y="10835"/>
                </a:lnTo>
                <a:lnTo>
                  <a:pt x="11191" y="11252"/>
                </a:lnTo>
                <a:lnTo>
                  <a:pt x="9600" y="11782"/>
                </a:lnTo>
                <a:lnTo>
                  <a:pt x="8724" y="12944"/>
                </a:lnTo>
                <a:lnTo>
                  <a:pt x="7954" y="14117"/>
                </a:lnTo>
                <a:lnTo>
                  <a:pt x="7274" y="15303"/>
                </a:lnTo>
                <a:lnTo>
                  <a:pt x="6672" y="16508"/>
                </a:lnTo>
                <a:lnTo>
                  <a:pt x="6137" y="17738"/>
                </a:lnTo>
                <a:lnTo>
                  <a:pt x="5657" y="18992"/>
                </a:lnTo>
                <a:lnTo>
                  <a:pt x="5215" y="20278"/>
                </a:lnTo>
                <a:lnTo>
                  <a:pt x="4800" y="21600"/>
                </a:lnTo>
                <a:lnTo>
                  <a:pt x="3343" y="20650"/>
                </a:lnTo>
                <a:lnTo>
                  <a:pt x="2359" y="19923"/>
                </a:lnTo>
                <a:lnTo>
                  <a:pt x="1394" y="19053"/>
                </a:lnTo>
                <a:lnTo>
                  <a:pt x="0" y="17673"/>
                </a:lnTo>
                <a:lnTo>
                  <a:pt x="34" y="16202"/>
                </a:lnTo>
                <a:lnTo>
                  <a:pt x="98" y="15147"/>
                </a:lnTo>
                <a:lnTo>
                  <a:pt x="235" y="14215"/>
                </a:lnTo>
                <a:lnTo>
                  <a:pt x="487" y="13109"/>
                </a:lnTo>
                <a:lnTo>
                  <a:pt x="900" y="11536"/>
                </a:lnTo>
                <a:lnTo>
                  <a:pt x="1166" y="10476"/>
                </a:lnTo>
                <a:lnTo>
                  <a:pt x="1435" y="9410"/>
                </a:lnTo>
                <a:lnTo>
                  <a:pt x="1706" y="8330"/>
                </a:lnTo>
                <a:lnTo>
                  <a:pt x="2050" y="7118"/>
                </a:lnTo>
                <a:lnTo>
                  <a:pt x="2400" y="5891"/>
                </a:lnTo>
                <a:lnTo>
                  <a:pt x="3986" y="5891"/>
                </a:lnTo>
                <a:lnTo>
                  <a:pt x="5582" y="5891"/>
                </a:lnTo>
                <a:lnTo>
                  <a:pt x="7200" y="5891"/>
                </a:lnTo>
                <a:lnTo>
                  <a:pt x="7200" y="4725"/>
                </a:lnTo>
                <a:lnTo>
                  <a:pt x="7200" y="3554"/>
                </a:lnTo>
                <a:lnTo>
                  <a:pt x="7200" y="2380"/>
                </a:lnTo>
                <a:lnTo>
                  <a:pt x="7200" y="1196"/>
                </a:lnTo>
                <a:lnTo>
                  <a:pt x="7200" y="0"/>
                </a:lnTo>
                <a:close/>
              </a:path>
            </a:pathLst>
          </a:custGeom>
          <a:solidFill>
            <a:srgbClr val="838483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4" name="contour_07112"/>
          <p:cNvSpPr/>
          <p:nvPr/>
        </p:nvSpPr>
        <p:spPr>
          <a:xfrm>
            <a:off x="9747488" y="4613146"/>
            <a:ext cx="57947" cy="54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84" y="60"/>
                </a:moveTo>
                <a:lnTo>
                  <a:pt x="4363" y="0"/>
                </a:lnTo>
                <a:lnTo>
                  <a:pt x="6107" y="86"/>
                </a:lnTo>
                <a:lnTo>
                  <a:pt x="7821" y="304"/>
                </a:lnTo>
                <a:lnTo>
                  <a:pt x="9514" y="643"/>
                </a:lnTo>
                <a:lnTo>
                  <a:pt x="11187" y="1088"/>
                </a:lnTo>
                <a:lnTo>
                  <a:pt x="12850" y="1628"/>
                </a:lnTo>
                <a:lnTo>
                  <a:pt x="14507" y="2246"/>
                </a:lnTo>
                <a:lnTo>
                  <a:pt x="16167" y="2932"/>
                </a:lnTo>
                <a:lnTo>
                  <a:pt x="17397" y="4273"/>
                </a:lnTo>
                <a:lnTo>
                  <a:pt x="18413" y="5577"/>
                </a:lnTo>
                <a:lnTo>
                  <a:pt x="19283" y="6904"/>
                </a:lnTo>
                <a:lnTo>
                  <a:pt x="20060" y="8306"/>
                </a:lnTo>
                <a:lnTo>
                  <a:pt x="20812" y="9834"/>
                </a:lnTo>
                <a:lnTo>
                  <a:pt x="21600" y="11548"/>
                </a:lnTo>
                <a:lnTo>
                  <a:pt x="20141" y="12855"/>
                </a:lnTo>
                <a:lnTo>
                  <a:pt x="18704" y="14107"/>
                </a:lnTo>
                <a:lnTo>
                  <a:pt x="17275" y="15305"/>
                </a:lnTo>
                <a:lnTo>
                  <a:pt x="15838" y="16436"/>
                </a:lnTo>
                <a:lnTo>
                  <a:pt x="14376" y="17502"/>
                </a:lnTo>
                <a:lnTo>
                  <a:pt x="12874" y="18493"/>
                </a:lnTo>
                <a:lnTo>
                  <a:pt x="11315" y="19403"/>
                </a:lnTo>
                <a:lnTo>
                  <a:pt x="9685" y="20227"/>
                </a:lnTo>
                <a:lnTo>
                  <a:pt x="7968" y="20962"/>
                </a:lnTo>
                <a:lnTo>
                  <a:pt x="6148" y="21600"/>
                </a:lnTo>
                <a:lnTo>
                  <a:pt x="4379" y="20888"/>
                </a:lnTo>
                <a:lnTo>
                  <a:pt x="2584" y="20164"/>
                </a:lnTo>
                <a:lnTo>
                  <a:pt x="1861" y="18228"/>
                </a:lnTo>
                <a:lnTo>
                  <a:pt x="1239" y="16290"/>
                </a:lnTo>
                <a:lnTo>
                  <a:pt x="728" y="14345"/>
                </a:lnTo>
                <a:lnTo>
                  <a:pt x="342" y="12395"/>
                </a:lnTo>
                <a:lnTo>
                  <a:pt x="95" y="10434"/>
                </a:lnTo>
                <a:lnTo>
                  <a:pt x="0" y="8458"/>
                </a:lnTo>
                <a:lnTo>
                  <a:pt x="73" y="6468"/>
                </a:lnTo>
                <a:lnTo>
                  <a:pt x="323" y="4457"/>
                </a:lnTo>
                <a:lnTo>
                  <a:pt x="769" y="2427"/>
                </a:lnTo>
                <a:lnTo>
                  <a:pt x="1668" y="1252"/>
                </a:lnTo>
                <a:lnTo>
                  <a:pt x="2584" y="60"/>
                </a:lnTo>
                <a:close/>
              </a:path>
            </a:pathLst>
          </a:custGeom>
          <a:solidFill>
            <a:srgbClr val="F6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5" name="contour_07113"/>
          <p:cNvSpPr/>
          <p:nvPr/>
        </p:nvSpPr>
        <p:spPr>
          <a:xfrm>
            <a:off x="11139138" y="4598723"/>
            <a:ext cx="116608" cy="886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0"/>
                </a:moveTo>
                <a:lnTo>
                  <a:pt x="2175" y="604"/>
                </a:lnTo>
                <a:lnTo>
                  <a:pt x="2998" y="1212"/>
                </a:lnTo>
                <a:lnTo>
                  <a:pt x="3820" y="1825"/>
                </a:lnTo>
                <a:lnTo>
                  <a:pt x="4641" y="2441"/>
                </a:lnTo>
                <a:lnTo>
                  <a:pt x="4913" y="2643"/>
                </a:lnTo>
                <a:lnTo>
                  <a:pt x="5393" y="2998"/>
                </a:lnTo>
                <a:lnTo>
                  <a:pt x="6492" y="3813"/>
                </a:lnTo>
                <a:lnTo>
                  <a:pt x="7433" y="4718"/>
                </a:lnTo>
                <a:lnTo>
                  <a:pt x="7989" y="5380"/>
                </a:lnTo>
                <a:lnTo>
                  <a:pt x="8379" y="6128"/>
                </a:lnTo>
                <a:lnTo>
                  <a:pt x="8822" y="7282"/>
                </a:lnTo>
                <a:lnTo>
                  <a:pt x="9134" y="8073"/>
                </a:lnTo>
                <a:lnTo>
                  <a:pt x="9450" y="8876"/>
                </a:lnTo>
                <a:lnTo>
                  <a:pt x="10342" y="8876"/>
                </a:lnTo>
                <a:lnTo>
                  <a:pt x="11240" y="8876"/>
                </a:lnTo>
                <a:lnTo>
                  <a:pt x="12150" y="8876"/>
                </a:lnTo>
                <a:lnTo>
                  <a:pt x="12797" y="9781"/>
                </a:lnTo>
                <a:lnTo>
                  <a:pt x="13256" y="10454"/>
                </a:lnTo>
                <a:lnTo>
                  <a:pt x="13653" y="11095"/>
                </a:lnTo>
                <a:lnTo>
                  <a:pt x="14114" y="11906"/>
                </a:lnTo>
                <a:lnTo>
                  <a:pt x="14766" y="13092"/>
                </a:lnTo>
                <a:lnTo>
                  <a:pt x="15382" y="14143"/>
                </a:lnTo>
                <a:lnTo>
                  <a:pt x="15988" y="15128"/>
                </a:lnTo>
                <a:lnTo>
                  <a:pt x="16591" y="16051"/>
                </a:lnTo>
                <a:lnTo>
                  <a:pt x="17203" y="16919"/>
                </a:lnTo>
                <a:lnTo>
                  <a:pt x="17834" y="17737"/>
                </a:lnTo>
                <a:lnTo>
                  <a:pt x="18492" y="18513"/>
                </a:lnTo>
                <a:lnTo>
                  <a:pt x="19188" y="19251"/>
                </a:lnTo>
                <a:lnTo>
                  <a:pt x="19931" y="19958"/>
                </a:lnTo>
                <a:lnTo>
                  <a:pt x="20732" y="20640"/>
                </a:lnTo>
                <a:lnTo>
                  <a:pt x="21600" y="21302"/>
                </a:lnTo>
                <a:lnTo>
                  <a:pt x="20624" y="21424"/>
                </a:lnTo>
                <a:lnTo>
                  <a:pt x="19659" y="21522"/>
                </a:lnTo>
                <a:lnTo>
                  <a:pt x="18700" y="21582"/>
                </a:lnTo>
                <a:lnTo>
                  <a:pt x="17743" y="21600"/>
                </a:lnTo>
                <a:lnTo>
                  <a:pt x="16786" y="21564"/>
                </a:lnTo>
                <a:lnTo>
                  <a:pt x="15823" y="21469"/>
                </a:lnTo>
                <a:lnTo>
                  <a:pt x="14850" y="21302"/>
                </a:lnTo>
                <a:lnTo>
                  <a:pt x="14240" y="20214"/>
                </a:lnTo>
                <a:lnTo>
                  <a:pt x="13794" y="19402"/>
                </a:lnTo>
                <a:lnTo>
                  <a:pt x="13438" y="18722"/>
                </a:lnTo>
                <a:lnTo>
                  <a:pt x="13094" y="18021"/>
                </a:lnTo>
                <a:lnTo>
                  <a:pt x="12690" y="17157"/>
                </a:lnTo>
                <a:lnTo>
                  <a:pt x="12150" y="15976"/>
                </a:lnTo>
                <a:lnTo>
                  <a:pt x="11343" y="15683"/>
                </a:lnTo>
                <a:lnTo>
                  <a:pt x="10774" y="15506"/>
                </a:lnTo>
                <a:lnTo>
                  <a:pt x="10178" y="15367"/>
                </a:lnTo>
                <a:lnTo>
                  <a:pt x="9281" y="15199"/>
                </a:lnTo>
                <a:lnTo>
                  <a:pt x="8446" y="14870"/>
                </a:lnTo>
                <a:lnTo>
                  <a:pt x="7603" y="14537"/>
                </a:lnTo>
                <a:lnTo>
                  <a:pt x="6750" y="14201"/>
                </a:lnTo>
                <a:lnTo>
                  <a:pt x="6680" y="12992"/>
                </a:lnTo>
                <a:lnTo>
                  <a:pt x="6701" y="12073"/>
                </a:lnTo>
                <a:lnTo>
                  <a:pt x="6834" y="10651"/>
                </a:lnTo>
                <a:lnTo>
                  <a:pt x="6947" y="9243"/>
                </a:lnTo>
                <a:lnTo>
                  <a:pt x="6926" y="8324"/>
                </a:lnTo>
                <a:lnTo>
                  <a:pt x="6750" y="7101"/>
                </a:lnTo>
                <a:lnTo>
                  <a:pt x="5929" y="6669"/>
                </a:lnTo>
                <a:lnTo>
                  <a:pt x="5106" y="6320"/>
                </a:lnTo>
                <a:lnTo>
                  <a:pt x="4278" y="6041"/>
                </a:lnTo>
                <a:lnTo>
                  <a:pt x="3444" y="5821"/>
                </a:lnTo>
                <a:lnTo>
                  <a:pt x="2600" y="5650"/>
                </a:lnTo>
                <a:lnTo>
                  <a:pt x="1747" y="5519"/>
                </a:lnTo>
                <a:lnTo>
                  <a:pt x="880" y="5414"/>
                </a:lnTo>
                <a:lnTo>
                  <a:pt x="0" y="5325"/>
                </a:lnTo>
                <a:lnTo>
                  <a:pt x="267" y="4271"/>
                </a:lnTo>
                <a:lnTo>
                  <a:pt x="536" y="3213"/>
                </a:lnTo>
                <a:lnTo>
                  <a:pt x="805" y="2151"/>
                </a:lnTo>
                <a:lnTo>
                  <a:pt x="1076" y="1081"/>
                </a:lnTo>
                <a:lnTo>
                  <a:pt x="1350" y="0"/>
                </a:lnTo>
                <a:close/>
              </a:path>
            </a:pathLst>
          </a:custGeom>
          <a:solidFill>
            <a:srgbClr val="EE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6" name="contour_07114"/>
          <p:cNvSpPr/>
          <p:nvPr/>
        </p:nvSpPr>
        <p:spPr>
          <a:xfrm>
            <a:off x="4689265" y="4618335"/>
            <a:ext cx="123896" cy="308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576"/>
                </a:moveTo>
                <a:lnTo>
                  <a:pt x="1742" y="1214"/>
                </a:lnTo>
                <a:lnTo>
                  <a:pt x="3348" y="888"/>
                </a:lnTo>
                <a:lnTo>
                  <a:pt x="4824" y="602"/>
                </a:lnTo>
                <a:lnTo>
                  <a:pt x="6181" y="367"/>
                </a:lnTo>
                <a:lnTo>
                  <a:pt x="7427" y="184"/>
                </a:lnTo>
                <a:lnTo>
                  <a:pt x="8568" y="61"/>
                </a:lnTo>
                <a:lnTo>
                  <a:pt x="9615" y="0"/>
                </a:lnTo>
                <a:lnTo>
                  <a:pt x="10573" y="15"/>
                </a:lnTo>
                <a:lnTo>
                  <a:pt x="11453" y="107"/>
                </a:lnTo>
                <a:lnTo>
                  <a:pt x="12264" y="281"/>
                </a:lnTo>
                <a:lnTo>
                  <a:pt x="13011" y="546"/>
                </a:lnTo>
                <a:lnTo>
                  <a:pt x="13705" y="903"/>
                </a:lnTo>
                <a:lnTo>
                  <a:pt x="14354" y="1362"/>
                </a:lnTo>
                <a:lnTo>
                  <a:pt x="14965" y="1928"/>
                </a:lnTo>
                <a:lnTo>
                  <a:pt x="15547" y="2607"/>
                </a:lnTo>
                <a:lnTo>
                  <a:pt x="16109" y="3408"/>
                </a:lnTo>
                <a:lnTo>
                  <a:pt x="16657" y="4326"/>
                </a:lnTo>
                <a:lnTo>
                  <a:pt x="17202" y="5377"/>
                </a:lnTo>
                <a:lnTo>
                  <a:pt x="17751" y="6566"/>
                </a:lnTo>
                <a:lnTo>
                  <a:pt x="18313" y="7897"/>
                </a:lnTo>
                <a:lnTo>
                  <a:pt x="18896" y="9377"/>
                </a:lnTo>
                <a:lnTo>
                  <a:pt x="19507" y="11004"/>
                </a:lnTo>
                <a:lnTo>
                  <a:pt x="20157" y="12795"/>
                </a:lnTo>
                <a:lnTo>
                  <a:pt x="20852" y="14754"/>
                </a:lnTo>
                <a:lnTo>
                  <a:pt x="21600" y="16881"/>
                </a:lnTo>
                <a:lnTo>
                  <a:pt x="19826" y="19003"/>
                </a:lnTo>
                <a:lnTo>
                  <a:pt x="18529" y="20467"/>
                </a:lnTo>
                <a:lnTo>
                  <a:pt x="17599" y="21314"/>
                </a:lnTo>
                <a:lnTo>
                  <a:pt x="16927" y="21600"/>
                </a:lnTo>
                <a:lnTo>
                  <a:pt x="16403" y="21360"/>
                </a:lnTo>
                <a:lnTo>
                  <a:pt x="15920" y="20646"/>
                </a:lnTo>
                <a:lnTo>
                  <a:pt x="15369" y="19503"/>
                </a:lnTo>
                <a:lnTo>
                  <a:pt x="14567" y="18172"/>
                </a:lnTo>
                <a:lnTo>
                  <a:pt x="13815" y="17269"/>
                </a:lnTo>
                <a:lnTo>
                  <a:pt x="13083" y="16728"/>
                </a:lnTo>
                <a:lnTo>
                  <a:pt x="12336" y="16453"/>
                </a:lnTo>
                <a:lnTo>
                  <a:pt x="11543" y="16361"/>
                </a:lnTo>
                <a:lnTo>
                  <a:pt x="10670" y="16381"/>
                </a:lnTo>
                <a:lnTo>
                  <a:pt x="10048" y="16402"/>
                </a:lnTo>
                <a:lnTo>
                  <a:pt x="9421" y="16417"/>
                </a:lnTo>
                <a:lnTo>
                  <a:pt x="8785" y="16432"/>
                </a:lnTo>
                <a:lnTo>
                  <a:pt x="8138" y="16473"/>
                </a:lnTo>
                <a:lnTo>
                  <a:pt x="7489" y="16519"/>
                </a:lnTo>
                <a:lnTo>
                  <a:pt x="6829" y="16565"/>
                </a:lnTo>
                <a:lnTo>
                  <a:pt x="6174" y="16585"/>
                </a:lnTo>
                <a:lnTo>
                  <a:pt x="5513" y="16611"/>
                </a:lnTo>
                <a:lnTo>
                  <a:pt x="4843" y="16631"/>
                </a:lnTo>
                <a:lnTo>
                  <a:pt x="4037" y="16662"/>
                </a:lnTo>
                <a:lnTo>
                  <a:pt x="3230" y="16697"/>
                </a:lnTo>
                <a:lnTo>
                  <a:pt x="2422" y="16738"/>
                </a:lnTo>
                <a:lnTo>
                  <a:pt x="1615" y="16784"/>
                </a:lnTo>
                <a:lnTo>
                  <a:pt x="807" y="16830"/>
                </a:lnTo>
                <a:lnTo>
                  <a:pt x="0" y="16881"/>
                </a:lnTo>
                <a:lnTo>
                  <a:pt x="0" y="13851"/>
                </a:lnTo>
                <a:lnTo>
                  <a:pt x="0" y="10810"/>
                </a:lnTo>
                <a:lnTo>
                  <a:pt x="0" y="7759"/>
                </a:lnTo>
                <a:lnTo>
                  <a:pt x="0" y="4683"/>
                </a:lnTo>
                <a:lnTo>
                  <a:pt x="0" y="1576"/>
                </a:lnTo>
                <a:close/>
              </a:path>
            </a:pathLst>
          </a:custGeom>
          <a:solidFill>
            <a:srgbClr val="5B4D75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7" name="contour_07115"/>
          <p:cNvSpPr/>
          <p:nvPr/>
        </p:nvSpPr>
        <p:spPr>
          <a:xfrm>
            <a:off x="5024513" y="4598723"/>
            <a:ext cx="72880" cy="463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715" y="58"/>
                </a:lnTo>
                <a:lnTo>
                  <a:pt x="5266" y="183"/>
                </a:lnTo>
                <a:lnTo>
                  <a:pt x="6804" y="390"/>
                </a:lnTo>
                <a:lnTo>
                  <a:pt x="8327" y="692"/>
                </a:lnTo>
                <a:lnTo>
                  <a:pt x="9828" y="1103"/>
                </a:lnTo>
                <a:lnTo>
                  <a:pt x="11303" y="1639"/>
                </a:lnTo>
                <a:lnTo>
                  <a:pt x="12746" y="2314"/>
                </a:lnTo>
                <a:lnTo>
                  <a:pt x="14152" y="3142"/>
                </a:lnTo>
                <a:lnTo>
                  <a:pt x="15517" y="4140"/>
                </a:lnTo>
                <a:lnTo>
                  <a:pt x="16833" y="5314"/>
                </a:lnTo>
                <a:lnTo>
                  <a:pt x="18099" y="6689"/>
                </a:lnTo>
                <a:lnTo>
                  <a:pt x="19306" y="8273"/>
                </a:lnTo>
                <a:lnTo>
                  <a:pt x="20064" y="10025"/>
                </a:lnTo>
                <a:lnTo>
                  <a:pt x="20827" y="11786"/>
                </a:lnTo>
                <a:lnTo>
                  <a:pt x="21600" y="13574"/>
                </a:lnTo>
                <a:lnTo>
                  <a:pt x="21224" y="15729"/>
                </a:lnTo>
                <a:lnTo>
                  <a:pt x="20874" y="17158"/>
                </a:lnTo>
                <a:lnTo>
                  <a:pt x="20347" y="18488"/>
                </a:lnTo>
                <a:lnTo>
                  <a:pt x="19440" y="20361"/>
                </a:lnTo>
                <a:lnTo>
                  <a:pt x="17872" y="20993"/>
                </a:lnTo>
                <a:lnTo>
                  <a:pt x="16332" y="21403"/>
                </a:lnTo>
                <a:lnTo>
                  <a:pt x="14807" y="21600"/>
                </a:lnTo>
                <a:lnTo>
                  <a:pt x="13284" y="21586"/>
                </a:lnTo>
                <a:lnTo>
                  <a:pt x="11757" y="21369"/>
                </a:lnTo>
                <a:lnTo>
                  <a:pt x="10212" y="20959"/>
                </a:lnTo>
                <a:lnTo>
                  <a:pt x="8640" y="20361"/>
                </a:lnTo>
                <a:lnTo>
                  <a:pt x="7713" y="18410"/>
                </a:lnTo>
                <a:lnTo>
                  <a:pt x="6966" y="16479"/>
                </a:lnTo>
                <a:lnTo>
                  <a:pt x="6348" y="14501"/>
                </a:lnTo>
                <a:lnTo>
                  <a:pt x="5810" y="12397"/>
                </a:lnTo>
                <a:lnTo>
                  <a:pt x="5307" y="10089"/>
                </a:lnTo>
                <a:lnTo>
                  <a:pt x="4530" y="7931"/>
                </a:lnTo>
                <a:lnTo>
                  <a:pt x="3672" y="6387"/>
                </a:lnTo>
                <a:lnTo>
                  <a:pt x="2674" y="5253"/>
                </a:lnTo>
                <a:lnTo>
                  <a:pt x="1471" y="4323"/>
                </a:lnTo>
                <a:lnTo>
                  <a:pt x="0" y="3394"/>
                </a:lnTo>
                <a:lnTo>
                  <a:pt x="1071" y="1710"/>
                </a:lnTo>
                <a:lnTo>
                  <a:pt x="2160" y="0"/>
                </a:lnTo>
                <a:close/>
              </a:path>
            </a:pathLst>
          </a:custGeom>
          <a:solidFill>
            <a:srgbClr val="93836E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8" name="contour_07116"/>
          <p:cNvSpPr/>
          <p:nvPr/>
        </p:nvSpPr>
        <p:spPr>
          <a:xfrm>
            <a:off x="5578029" y="4554995"/>
            <a:ext cx="73252" cy="528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08" y="0"/>
                </a:moveTo>
                <a:lnTo>
                  <a:pt x="5828" y="0"/>
                </a:lnTo>
                <a:lnTo>
                  <a:pt x="7257" y="0"/>
                </a:lnTo>
                <a:lnTo>
                  <a:pt x="8706" y="0"/>
                </a:lnTo>
                <a:lnTo>
                  <a:pt x="9202" y="1420"/>
                </a:lnTo>
                <a:lnTo>
                  <a:pt x="9705" y="2861"/>
                </a:lnTo>
                <a:lnTo>
                  <a:pt x="10410" y="4668"/>
                </a:lnTo>
                <a:lnTo>
                  <a:pt x="11031" y="5721"/>
                </a:lnTo>
                <a:lnTo>
                  <a:pt x="11916" y="6424"/>
                </a:lnTo>
                <a:lnTo>
                  <a:pt x="13414" y="7186"/>
                </a:lnTo>
                <a:lnTo>
                  <a:pt x="14878" y="7499"/>
                </a:lnTo>
                <a:lnTo>
                  <a:pt x="16361" y="7814"/>
                </a:lnTo>
                <a:lnTo>
                  <a:pt x="17833" y="8151"/>
                </a:lnTo>
                <a:lnTo>
                  <a:pt x="19324" y="8490"/>
                </a:lnTo>
                <a:lnTo>
                  <a:pt x="19892" y="8600"/>
                </a:lnTo>
                <a:lnTo>
                  <a:pt x="21600" y="8931"/>
                </a:lnTo>
                <a:lnTo>
                  <a:pt x="19533" y="11654"/>
                </a:lnTo>
                <a:lnTo>
                  <a:pt x="17764" y="13961"/>
                </a:lnTo>
                <a:lnTo>
                  <a:pt x="16247" y="15884"/>
                </a:lnTo>
                <a:lnTo>
                  <a:pt x="14934" y="17456"/>
                </a:lnTo>
                <a:lnTo>
                  <a:pt x="13782" y="18715"/>
                </a:lnTo>
                <a:lnTo>
                  <a:pt x="12742" y="19692"/>
                </a:lnTo>
                <a:lnTo>
                  <a:pt x="11772" y="20421"/>
                </a:lnTo>
                <a:lnTo>
                  <a:pt x="10825" y="20942"/>
                </a:lnTo>
                <a:lnTo>
                  <a:pt x="9851" y="21284"/>
                </a:lnTo>
                <a:lnTo>
                  <a:pt x="8811" y="21487"/>
                </a:lnTo>
                <a:lnTo>
                  <a:pt x="7655" y="21579"/>
                </a:lnTo>
                <a:lnTo>
                  <a:pt x="6335" y="21600"/>
                </a:lnTo>
                <a:lnTo>
                  <a:pt x="4812" y="21582"/>
                </a:lnTo>
                <a:lnTo>
                  <a:pt x="3632" y="21433"/>
                </a:lnTo>
                <a:lnTo>
                  <a:pt x="2454" y="21264"/>
                </a:lnTo>
                <a:lnTo>
                  <a:pt x="1281" y="21067"/>
                </a:lnTo>
                <a:lnTo>
                  <a:pt x="110" y="20838"/>
                </a:lnTo>
                <a:lnTo>
                  <a:pt x="0" y="18489"/>
                </a:lnTo>
                <a:lnTo>
                  <a:pt x="15" y="16295"/>
                </a:lnTo>
                <a:lnTo>
                  <a:pt x="148" y="14214"/>
                </a:lnTo>
                <a:lnTo>
                  <a:pt x="395" y="12220"/>
                </a:lnTo>
                <a:lnTo>
                  <a:pt x="746" y="10273"/>
                </a:lnTo>
                <a:lnTo>
                  <a:pt x="1193" y="8344"/>
                </a:lnTo>
                <a:lnTo>
                  <a:pt x="1730" y="6391"/>
                </a:lnTo>
                <a:lnTo>
                  <a:pt x="2351" y="4385"/>
                </a:lnTo>
                <a:lnTo>
                  <a:pt x="3047" y="2292"/>
                </a:lnTo>
                <a:lnTo>
                  <a:pt x="3387" y="1721"/>
                </a:lnTo>
                <a:lnTo>
                  <a:pt x="4408" y="0"/>
                </a:lnTo>
                <a:close/>
              </a:path>
            </a:pathLst>
          </a:custGeom>
          <a:solidFill>
            <a:srgbClr val="E1E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119" name="contour_07117"/>
          <p:cNvSpPr/>
          <p:nvPr/>
        </p:nvSpPr>
        <p:spPr>
          <a:xfrm>
            <a:off x="2845403" y="4585233"/>
            <a:ext cx="109320" cy="71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15" y="728"/>
                </a:moveTo>
                <a:lnTo>
                  <a:pt x="4896" y="1002"/>
                </a:lnTo>
                <a:lnTo>
                  <a:pt x="5391" y="1484"/>
                </a:lnTo>
                <a:lnTo>
                  <a:pt x="6525" y="2585"/>
                </a:lnTo>
                <a:lnTo>
                  <a:pt x="7219" y="3256"/>
                </a:lnTo>
                <a:lnTo>
                  <a:pt x="7916" y="3931"/>
                </a:lnTo>
                <a:lnTo>
                  <a:pt x="8623" y="4613"/>
                </a:lnTo>
                <a:lnTo>
                  <a:pt x="9343" y="5337"/>
                </a:lnTo>
                <a:lnTo>
                  <a:pt x="10067" y="6063"/>
                </a:lnTo>
                <a:lnTo>
                  <a:pt x="10800" y="6799"/>
                </a:lnTo>
                <a:lnTo>
                  <a:pt x="11520" y="7488"/>
                </a:lnTo>
                <a:lnTo>
                  <a:pt x="12244" y="8179"/>
                </a:lnTo>
                <a:lnTo>
                  <a:pt x="12977" y="8880"/>
                </a:lnTo>
                <a:lnTo>
                  <a:pt x="13890" y="9786"/>
                </a:lnTo>
                <a:lnTo>
                  <a:pt x="14767" y="10676"/>
                </a:lnTo>
                <a:lnTo>
                  <a:pt x="15607" y="11564"/>
                </a:lnTo>
                <a:lnTo>
                  <a:pt x="16412" y="12463"/>
                </a:lnTo>
                <a:lnTo>
                  <a:pt x="17179" y="13386"/>
                </a:lnTo>
                <a:lnTo>
                  <a:pt x="17914" y="14347"/>
                </a:lnTo>
                <a:lnTo>
                  <a:pt x="18612" y="15355"/>
                </a:lnTo>
                <a:lnTo>
                  <a:pt x="19276" y="16427"/>
                </a:lnTo>
                <a:lnTo>
                  <a:pt x="19907" y="17574"/>
                </a:lnTo>
                <a:lnTo>
                  <a:pt x="20504" y="18811"/>
                </a:lnTo>
                <a:lnTo>
                  <a:pt x="21069" y="20148"/>
                </a:lnTo>
                <a:lnTo>
                  <a:pt x="21600" y="21600"/>
                </a:lnTo>
                <a:lnTo>
                  <a:pt x="20640" y="21170"/>
                </a:lnTo>
                <a:lnTo>
                  <a:pt x="19685" y="20725"/>
                </a:lnTo>
                <a:lnTo>
                  <a:pt x="18734" y="20267"/>
                </a:lnTo>
                <a:lnTo>
                  <a:pt x="17790" y="19791"/>
                </a:lnTo>
                <a:lnTo>
                  <a:pt x="16849" y="19302"/>
                </a:lnTo>
                <a:lnTo>
                  <a:pt x="15915" y="18800"/>
                </a:lnTo>
                <a:lnTo>
                  <a:pt x="14983" y="18280"/>
                </a:lnTo>
                <a:lnTo>
                  <a:pt x="14056" y="17747"/>
                </a:lnTo>
                <a:lnTo>
                  <a:pt x="13133" y="17202"/>
                </a:lnTo>
                <a:lnTo>
                  <a:pt x="12213" y="16638"/>
                </a:lnTo>
                <a:lnTo>
                  <a:pt x="11297" y="16064"/>
                </a:lnTo>
                <a:lnTo>
                  <a:pt x="10382" y="15471"/>
                </a:lnTo>
                <a:lnTo>
                  <a:pt x="9471" y="14866"/>
                </a:lnTo>
                <a:lnTo>
                  <a:pt x="8562" y="14248"/>
                </a:lnTo>
                <a:lnTo>
                  <a:pt x="7655" y="13614"/>
                </a:lnTo>
                <a:lnTo>
                  <a:pt x="6749" y="12965"/>
                </a:lnTo>
                <a:lnTo>
                  <a:pt x="5993" y="12446"/>
                </a:lnTo>
                <a:lnTo>
                  <a:pt x="5226" y="11919"/>
                </a:lnTo>
                <a:lnTo>
                  <a:pt x="4215" y="11139"/>
                </a:lnTo>
                <a:lnTo>
                  <a:pt x="3357" y="10389"/>
                </a:lnTo>
                <a:lnTo>
                  <a:pt x="2621" y="9608"/>
                </a:lnTo>
                <a:lnTo>
                  <a:pt x="1984" y="8729"/>
                </a:lnTo>
                <a:lnTo>
                  <a:pt x="1417" y="7690"/>
                </a:lnTo>
                <a:lnTo>
                  <a:pt x="894" y="6427"/>
                </a:lnTo>
                <a:lnTo>
                  <a:pt x="387" y="4872"/>
                </a:lnTo>
                <a:lnTo>
                  <a:pt x="196" y="3381"/>
                </a:lnTo>
                <a:lnTo>
                  <a:pt x="0" y="1866"/>
                </a:lnTo>
                <a:lnTo>
                  <a:pt x="986" y="870"/>
                </a:lnTo>
                <a:lnTo>
                  <a:pt x="1807" y="243"/>
                </a:lnTo>
                <a:lnTo>
                  <a:pt x="2595" y="0"/>
                </a:lnTo>
                <a:lnTo>
                  <a:pt x="3486" y="156"/>
                </a:lnTo>
                <a:lnTo>
                  <a:pt x="4615" y="728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0" name="contour_07118"/>
          <p:cNvSpPr/>
          <p:nvPr/>
        </p:nvSpPr>
        <p:spPr>
          <a:xfrm>
            <a:off x="3756402" y="4540273"/>
            <a:ext cx="72880" cy="505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62"/>
                </a:moveTo>
                <a:lnTo>
                  <a:pt x="3678" y="0"/>
                </a:lnTo>
                <a:lnTo>
                  <a:pt x="4836" y="196"/>
                </a:lnTo>
                <a:lnTo>
                  <a:pt x="6623" y="816"/>
                </a:lnTo>
                <a:lnTo>
                  <a:pt x="7932" y="1271"/>
                </a:lnTo>
                <a:lnTo>
                  <a:pt x="9260" y="1729"/>
                </a:lnTo>
                <a:lnTo>
                  <a:pt x="9947" y="1993"/>
                </a:lnTo>
                <a:lnTo>
                  <a:pt x="12014" y="2788"/>
                </a:lnTo>
                <a:lnTo>
                  <a:pt x="13394" y="3277"/>
                </a:lnTo>
                <a:lnTo>
                  <a:pt x="14796" y="3772"/>
                </a:lnTo>
                <a:lnTo>
                  <a:pt x="16159" y="4264"/>
                </a:lnTo>
                <a:lnTo>
                  <a:pt x="17520" y="4762"/>
                </a:lnTo>
                <a:lnTo>
                  <a:pt x="18881" y="5270"/>
                </a:lnTo>
                <a:lnTo>
                  <a:pt x="20241" y="5778"/>
                </a:lnTo>
                <a:lnTo>
                  <a:pt x="21600" y="6292"/>
                </a:lnTo>
                <a:lnTo>
                  <a:pt x="21114" y="7812"/>
                </a:lnTo>
                <a:lnTo>
                  <a:pt x="20624" y="9331"/>
                </a:lnTo>
                <a:lnTo>
                  <a:pt x="20131" y="10848"/>
                </a:lnTo>
                <a:lnTo>
                  <a:pt x="19634" y="12362"/>
                </a:lnTo>
                <a:lnTo>
                  <a:pt x="19086" y="14056"/>
                </a:lnTo>
                <a:lnTo>
                  <a:pt x="18528" y="15779"/>
                </a:lnTo>
                <a:lnTo>
                  <a:pt x="17757" y="17535"/>
                </a:lnTo>
                <a:lnTo>
                  <a:pt x="17049" y="18694"/>
                </a:lnTo>
                <a:lnTo>
                  <a:pt x="15988" y="19772"/>
                </a:lnTo>
                <a:lnTo>
                  <a:pt x="14174" y="21279"/>
                </a:lnTo>
                <a:lnTo>
                  <a:pt x="12539" y="21516"/>
                </a:lnTo>
                <a:lnTo>
                  <a:pt x="11070" y="21600"/>
                </a:lnTo>
                <a:lnTo>
                  <a:pt x="9716" y="21503"/>
                </a:lnTo>
                <a:lnTo>
                  <a:pt x="8418" y="21201"/>
                </a:lnTo>
                <a:lnTo>
                  <a:pt x="7122" y="20659"/>
                </a:lnTo>
                <a:lnTo>
                  <a:pt x="5776" y="19853"/>
                </a:lnTo>
                <a:lnTo>
                  <a:pt x="4320" y="18750"/>
                </a:lnTo>
                <a:lnTo>
                  <a:pt x="4255" y="16433"/>
                </a:lnTo>
                <a:lnTo>
                  <a:pt x="4223" y="14788"/>
                </a:lnTo>
                <a:lnTo>
                  <a:pt x="4223" y="13368"/>
                </a:lnTo>
                <a:lnTo>
                  <a:pt x="4255" y="11723"/>
                </a:lnTo>
                <a:lnTo>
                  <a:pt x="4320" y="9406"/>
                </a:lnTo>
                <a:lnTo>
                  <a:pt x="3037" y="8151"/>
                </a:lnTo>
                <a:lnTo>
                  <a:pt x="2160" y="7410"/>
                </a:lnTo>
                <a:lnTo>
                  <a:pt x="1283" y="6886"/>
                </a:lnTo>
                <a:lnTo>
                  <a:pt x="0" y="6292"/>
                </a:lnTo>
                <a:lnTo>
                  <a:pt x="484" y="4417"/>
                </a:lnTo>
                <a:lnTo>
                  <a:pt x="870" y="3143"/>
                </a:lnTo>
                <a:lnTo>
                  <a:pt x="1363" y="1884"/>
                </a:lnTo>
                <a:lnTo>
                  <a:pt x="2160" y="62"/>
                </a:lnTo>
                <a:close/>
              </a:path>
            </a:pathLst>
          </a:custGeom>
          <a:solidFill>
            <a:srgbClr val="EE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1" name="contour_07119"/>
          <p:cNvSpPr/>
          <p:nvPr/>
        </p:nvSpPr>
        <p:spPr>
          <a:xfrm>
            <a:off x="6801799" y="4515341"/>
            <a:ext cx="96325" cy="39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32" y="1751"/>
                </a:moveTo>
                <a:lnTo>
                  <a:pt x="20463" y="4129"/>
                </a:lnTo>
                <a:lnTo>
                  <a:pt x="20933" y="6471"/>
                </a:lnTo>
                <a:lnTo>
                  <a:pt x="21263" y="8809"/>
                </a:lnTo>
                <a:lnTo>
                  <a:pt x="21473" y="11179"/>
                </a:lnTo>
                <a:lnTo>
                  <a:pt x="21577" y="13613"/>
                </a:lnTo>
                <a:lnTo>
                  <a:pt x="21600" y="16137"/>
                </a:lnTo>
                <a:lnTo>
                  <a:pt x="21556" y="18789"/>
                </a:lnTo>
                <a:lnTo>
                  <a:pt x="21466" y="21600"/>
                </a:lnTo>
                <a:lnTo>
                  <a:pt x="20386" y="21600"/>
                </a:lnTo>
                <a:lnTo>
                  <a:pt x="19299" y="21600"/>
                </a:lnTo>
                <a:lnTo>
                  <a:pt x="18197" y="21600"/>
                </a:lnTo>
                <a:lnTo>
                  <a:pt x="18197" y="18976"/>
                </a:lnTo>
                <a:lnTo>
                  <a:pt x="18197" y="16336"/>
                </a:lnTo>
                <a:lnTo>
                  <a:pt x="18197" y="13660"/>
                </a:lnTo>
                <a:lnTo>
                  <a:pt x="17119" y="13331"/>
                </a:lnTo>
                <a:lnTo>
                  <a:pt x="16040" y="13005"/>
                </a:lnTo>
                <a:lnTo>
                  <a:pt x="14960" y="12676"/>
                </a:lnTo>
                <a:lnTo>
                  <a:pt x="13878" y="12350"/>
                </a:lnTo>
                <a:lnTo>
                  <a:pt x="12795" y="12021"/>
                </a:lnTo>
                <a:lnTo>
                  <a:pt x="11709" y="11691"/>
                </a:lnTo>
                <a:lnTo>
                  <a:pt x="10621" y="11362"/>
                </a:lnTo>
                <a:lnTo>
                  <a:pt x="9529" y="11028"/>
                </a:lnTo>
                <a:lnTo>
                  <a:pt x="8434" y="10695"/>
                </a:lnTo>
                <a:lnTo>
                  <a:pt x="7336" y="10361"/>
                </a:lnTo>
                <a:lnTo>
                  <a:pt x="6231" y="10028"/>
                </a:lnTo>
                <a:lnTo>
                  <a:pt x="5123" y="9690"/>
                </a:lnTo>
                <a:lnTo>
                  <a:pt x="5123" y="12315"/>
                </a:lnTo>
                <a:lnTo>
                  <a:pt x="5123" y="14954"/>
                </a:lnTo>
                <a:lnTo>
                  <a:pt x="5123" y="17630"/>
                </a:lnTo>
                <a:lnTo>
                  <a:pt x="4153" y="17630"/>
                </a:lnTo>
                <a:lnTo>
                  <a:pt x="3179" y="17630"/>
                </a:lnTo>
                <a:lnTo>
                  <a:pt x="2201" y="17630"/>
                </a:lnTo>
                <a:lnTo>
                  <a:pt x="1216" y="17630"/>
                </a:lnTo>
                <a:lnTo>
                  <a:pt x="221" y="17630"/>
                </a:lnTo>
                <a:lnTo>
                  <a:pt x="74" y="14796"/>
                </a:lnTo>
                <a:lnTo>
                  <a:pt x="0" y="12759"/>
                </a:lnTo>
                <a:lnTo>
                  <a:pt x="0" y="10949"/>
                </a:lnTo>
                <a:lnTo>
                  <a:pt x="74" y="8793"/>
                </a:lnTo>
                <a:lnTo>
                  <a:pt x="221" y="5721"/>
                </a:lnTo>
                <a:lnTo>
                  <a:pt x="1271" y="4609"/>
                </a:lnTo>
                <a:lnTo>
                  <a:pt x="2352" y="3628"/>
                </a:lnTo>
                <a:lnTo>
                  <a:pt x="3460" y="2775"/>
                </a:lnTo>
                <a:lnTo>
                  <a:pt x="4591" y="2044"/>
                </a:lnTo>
                <a:lnTo>
                  <a:pt x="5741" y="1433"/>
                </a:lnTo>
                <a:lnTo>
                  <a:pt x="6908" y="933"/>
                </a:lnTo>
                <a:lnTo>
                  <a:pt x="8088" y="548"/>
                </a:lnTo>
                <a:lnTo>
                  <a:pt x="9276" y="266"/>
                </a:lnTo>
                <a:lnTo>
                  <a:pt x="10472" y="83"/>
                </a:lnTo>
                <a:lnTo>
                  <a:pt x="11669" y="0"/>
                </a:lnTo>
                <a:lnTo>
                  <a:pt x="12867" y="8"/>
                </a:lnTo>
                <a:lnTo>
                  <a:pt x="14058" y="103"/>
                </a:lnTo>
                <a:lnTo>
                  <a:pt x="15243" y="282"/>
                </a:lnTo>
                <a:lnTo>
                  <a:pt x="16416" y="540"/>
                </a:lnTo>
                <a:lnTo>
                  <a:pt x="17573" y="877"/>
                </a:lnTo>
                <a:lnTo>
                  <a:pt x="18714" y="1278"/>
                </a:lnTo>
                <a:lnTo>
                  <a:pt x="19832" y="1751"/>
                </a:lnTo>
                <a:close/>
              </a:path>
            </a:pathLst>
          </a:custGeom>
          <a:solidFill>
            <a:srgbClr val="50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2" name="contour_07120"/>
          <p:cNvSpPr/>
          <p:nvPr/>
        </p:nvSpPr>
        <p:spPr>
          <a:xfrm>
            <a:off x="9972899" y="4467539"/>
            <a:ext cx="657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12" y="0"/>
                </a:moveTo>
                <a:lnTo>
                  <a:pt x="16812" y="2037"/>
                </a:lnTo>
                <a:lnTo>
                  <a:pt x="16812" y="4076"/>
                </a:lnTo>
                <a:lnTo>
                  <a:pt x="16812" y="6125"/>
                </a:lnTo>
                <a:lnTo>
                  <a:pt x="16812" y="8183"/>
                </a:lnTo>
                <a:lnTo>
                  <a:pt x="16812" y="10254"/>
                </a:lnTo>
                <a:lnTo>
                  <a:pt x="16812" y="12343"/>
                </a:lnTo>
                <a:lnTo>
                  <a:pt x="18394" y="12343"/>
                </a:lnTo>
                <a:lnTo>
                  <a:pt x="19986" y="12343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19852" y="19573"/>
                </a:lnTo>
                <a:lnTo>
                  <a:pt x="18337" y="20400"/>
                </a:lnTo>
                <a:lnTo>
                  <a:pt x="16919" y="21001"/>
                </a:lnTo>
                <a:lnTo>
                  <a:pt x="15481" y="21393"/>
                </a:lnTo>
                <a:lnTo>
                  <a:pt x="13891" y="21588"/>
                </a:lnTo>
                <a:lnTo>
                  <a:pt x="12023" y="21600"/>
                </a:lnTo>
                <a:lnTo>
                  <a:pt x="10506" y="20866"/>
                </a:lnTo>
                <a:lnTo>
                  <a:pt x="9047" y="20085"/>
                </a:lnTo>
                <a:lnTo>
                  <a:pt x="7642" y="19239"/>
                </a:lnTo>
                <a:lnTo>
                  <a:pt x="6285" y="18326"/>
                </a:lnTo>
                <a:lnTo>
                  <a:pt x="4973" y="17332"/>
                </a:lnTo>
                <a:lnTo>
                  <a:pt x="3699" y="16246"/>
                </a:lnTo>
                <a:lnTo>
                  <a:pt x="2456" y="15061"/>
                </a:lnTo>
                <a:lnTo>
                  <a:pt x="1243" y="13762"/>
                </a:lnTo>
                <a:lnTo>
                  <a:pt x="53" y="12343"/>
                </a:lnTo>
                <a:lnTo>
                  <a:pt x="0" y="9862"/>
                </a:lnTo>
                <a:lnTo>
                  <a:pt x="98" y="8140"/>
                </a:lnTo>
                <a:lnTo>
                  <a:pt x="462" y="6733"/>
                </a:lnTo>
                <a:lnTo>
                  <a:pt x="1207" y="5196"/>
                </a:lnTo>
                <a:lnTo>
                  <a:pt x="2447" y="3086"/>
                </a:lnTo>
                <a:lnTo>
                  <a:pt x="4015" y="2253"/>
                </a:lnTo>
                <a:lnTo>
                  <a:pt x="5574" y="1583"/>
                </a:lnTo>
                <a:lnTo>
                  <a:pt x="7127" y="1058"/>
                </a:lnTo>
                <a:lnTo>
                  <a:pt x="8688" y="663"/>
                </a:lnTo>
                <a:lnTo>
                  <a:pt x="10259" y="380"/>
                </a:lnTo>
                <a:lnTo>
                  <a:pt x="11849" y="188"/>
                </a:lnTo>
                <a:lnTo>
                  <a:pt x="13467" y="71"/>
                </a:lnTo>
                <a:lnTo>
                  <a:pt x="15119" y="15"/>
                </a:lnTo>
                <a:lnTo>
                  <a:pt x="16812" y="0"/>
                </a:lnTo>
                <a:close/>
              </a:path>
            </a:pathLst>
          </a:custGeom>
          <a:solidFill>
            <a:srgbClr val="828382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3" name="contour_07121"/>
          <p:cNvSpPr/>
          <p:nvPr/>
        </p:nvSpPr>
        <p:spPr>
          <a:xfrm>
            <a:off x="7078305" y="4474827"/>
            <a:ext cx="118029" cy="47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4" y="0"/>
                </a:moveTo>
                <a:lnTo>
                  <a:pt x="2475" y="0"/>
                </a:lnTo>
                <a:lnTo>
                  <a:pt x="3362" y="0"/>
                </a:lnTo>
                <a:lnTo>
                  <a:pt x="4261" y="0"/>
                </a:lnTo>
                <a:lnTo>
                  <a:pt x="4604" y="1793"/>
                </a:lnTo>
                <a:lnTo>
                  <a:pt x="4825" y="3101"/>
                </a:lnTo>
                <a:lnTo>
                  <a:pt x="5023" y="4558"/>
                </a:lnTo>
                <a:lnTo>
                  <a:pt x="5292" y="6811"/>
                </a:lnTo>
                <a:lnTo>
                  <a:pt x="5692" y="8983"/>
                </a:lnTo>
                <a:lnTo>
                  <a:pt x="5997" y="10384"/>
                </a:lnTo>
                <a:lnTo>
                  <a:pt x="6357" y="11625"/>
                </a:lnTo>
                <a:lnTo>
                  <a:pt x="6929" y="13309"/>
                </a:lnTo>
                <a:lnTo>
                  <a:pt x="7897" y="13492"/>
                </a:lnTo>
                <a:lnTo>
                  <a:pt x="8848" y="13475"/>
                </a:lnTo>
                <a:lnTo>
                  <a:pt x="9784" y="13285"/>
                </a:lnTo>
                <a:lnTo>
                  <a:pt x="10711" y="12956"/>
                </a:lnTo>
                <a:lnTo>
                  <a:pt x="11636" y="12513"/>
                </a:lnTo>
                <a:lnTo>
                  <a:pt x="12560" y="11988"/>
                </a:lnTo>
                <a:lnTo>
                  <a:pt x="13489" y="11412"/>
                </a:lnTo>
                <a:lnTo>
                  <a:pt x="14431" y="10813"/>
                </a:lnTo>
                <a:lnTo>
                  <a:pt x="15119" y="10437"/>
                </a:lnTo>
                <a:lnTo>
                  <a:pt x="15813" y="10055"/>
                </a:lnTo>
                <a:lnTo>
                  <a:pt x="16516" y="9669"/>
                </a:lnTo>
                <a:lnTo>
                  <a:pt x="17365" y="9193"/>
                </a:lnTo>
                <a:lnTo>
                  <a:pt x="18215" y="8704"/>
                </a:lnTo>
                <a:lnTo>
                  <a:pt x="19062" y="8208"/>
                </a:lnTo>
                <a:lnTo>
                  <a:pt x="19909" y="7699"/>
                </a:lnTo>
                <a:lnTo>
                  <a:pt x="20754" y="7183"/>
                </a:lnTo>
                <a:lnTo>
                  <a:pt x="21600" y="6654"/>
                </a:lnTo>
                <a:lnTo>
                  <a:pt x="21600" y="8854"/>
                </a:lnTo>
                <a:lnTo>
                  <a:pt x="21600" y="11066"/>
                </a:lnTo>
                <a:lnTo>
                  <a:pt x="21600" y="13309"/>
                </a:lnTo>
                <a:lnTo>
                  <a:pt x="20845" y="14430"/>
                </a:lnTo>
                <a:lnTo>
                  <a:pt x="20057" y="15465"/>
                </a:lnTo>
                <a:lnTo>
                  <a:pt x="19235" y="16413"/>
                </a:lnTo>
                <a:lnTo>
                  <a:pt x="18386" y="17278"/>
                </a:lnTo>
                <a:lnTo>
                  <a:pt x="17509" y="18060"/>
                </a:lnTo>
                <a:lnTo>
                  <a:pt x="16610" y="18759"/>
                </a:lnTo>
                <a:lnTo>
                  <a:pt x="15693" y="19377"/>
                </a:lnTo>
                <a:lnTo>
                  <a:pt x="14758" y="19916"/>
                </a:lnTo>
                <a:lnTo>
                  <a:pt x="13808" y="20379"/>
                </a:lnTo>
                <a:lnTo>
                  <a:pt x="12849" y="20765"/>
                </a:lnTo>
                <a:lnTo>
                  <a:pt x="11881" y="21074"/>
                </a:lnTo>
                <a:lnTo>
                  <a:pt x="10910" y="21314"/>
                </a:lnTo>
                <a:lnTo>
                  <a:pt x="9936" y="21477"/>
                </a:lnTo>
                <a:lnTo>
                  <a:pt x="8963" y="21573"/>
                </a:lnTo>
                <a:lnTo>
                  <a:pt x="7996" y="21600"/>
                </a:lnTo>
                <a:lnTo>
                  <a:pt x="7034" y="21557"/>
                </a:lnTo>
                <a:lnTo>
                  <a:pt x="6085" y="21450"/>
                </a:lnTo>
                <a:lnTo>
                  <a:pt x="5147" y="21277"/>
                </a:lnTo>
                <a:lnTo>
                  <a:pt x="4227" y="21041"/>
                </a:lnTo>
                <a:lnTo>
                  <a:pt x="3326" y="20742"/>
                </a:lnTo>
                <a:lnTo>
                  <a:pt x="2447" y="20382"/>
                </a:lnTo>
                <a:lnTo>
                  <a:pt x="1594" y="19963"/>
                </a:lnTo>
                <a:lnTo>
                  <a:pt x="1015" y="17877"/>
                </a:lnTo>
                <a:lnTo>
                  <a:pt x="606" y="15940"/>
                </a:lnTo>
                <a:lnTo>
                  <a:pt x="332" y="14034"/>
                </a:lnTo>
                <a:lnTo>
                  <a:pt x="163" y="12034"/>
                </a:lnTo>
                <a:lnTo>
                  <a:pt x="63" y="9828"/>
                </a:lnTo>
                <a:lnTo>
                  <a:pt x="0" y="7290"/>
                </a:lnTo>
                <a:lnTo>
                  <a:pt x="171" y="4948"/>
                </a:lnTo>
                <a:lnTo>
                  <a:pt x="395" y="3407"/>
                </a:lnTo>
                <a:lnTo>
                  <a:pt x="819" y="1986"/>
                </a:lnTo>
                <a:lnTo>
                  <a:pt x="1594" y="0"/>
                </a:lnTo>
                <a:close/>
              </a:path>
            </a:pathLst>
          </a:custGeom>
          <a:solidFill>
            <a:srgbClr val="F4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4" name="contour_07122"/>
          <p:cNvSpPr/>
          <p:nvPr/>
        </p:nvSpPr>
        <p:spPr>
          <a:xfrm>
            <a:off x="1161877" y="4481495"/>
            <a:ext cx="72880" cy="443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70" y="82"/>
                </a:moveTo>
                <a:lnTo>
                  <a:pt x="17919" y="128"/>
                </a:lnTo>
                <a:lnTo>
                  <a:pt x="19390" y="177"/>
                </a:lnTo>
                <a:lnTo>
                  <a:pt x="19939" y="206"/>
                </a:lnTo>
                <a:lnTo>
                  <a:pt x="21600" y="302"/>
                </a:lnTo>
                <a:lnTo>
                  <a:pt x="21395" y="2769"/>
                </a:lnTo>
                <a:lnTo>
                  <a:pt x="21157" y="5186"/>
                </a:lnTo>
                <a:lnTo>
                  <a:pt x="20866" y="7557"/>
                </a:lnTo>
                <a:lnTo>
                  <a:pt x="20496" y="9897"/>
                </a:lnTo>
                <a:lnTo>
                  <a:pt x="20030" y="12207"/>
                </a:lnTo>
                <a:lnTo>
                  <a:pt x="19440" y="14501"/>
                </a:lnTo>
                <a:lnTo>
                  <a:pt x="17768" y="14927"/>
                </a:lnTo>
                <a:lnTo>
                  <a:pt x="16595" y="15136"/>
                </a:lnTo>
                <a:lnTo>
                  <a:pt x="15610" y="15136"/>
                </a:lnTo>
                <a:lnTo>
                  <a:pt x="14502" y="14927"/>
                </a:lnTo>
                <a:lnTo>
                  <a:pt x="12960" y="14501"/>
                </a:lnTo>
                <a:lnTo>
                  <a:pt x="12960" y="16843"/>
                </a:lnTo>
                <a:lnTo>
                  <a:pt x="12960" y="19207"/>
                </a:lnTo>
                <a:lnTo>
                  <a:pt x="12960" y="21600"/>
                </a:lnTo>
                <a:lnTo>
                  <a:pt x="11534" y="21600"/>
                </a:lnTo>
                <a:lnTo>
                  <a:pt x="10107" y="21600"/>
                </a:lnTo>
                <a:lnTo>
                  <a:pt x="8679" y="21600"/>
                </a:lnTo>
                <a:lnTo>
                  <a:pt x="7247" y="21600"/>
                </a:lnTo>
                <a:lnTo>
                  <a:pt x="5810" y="21600"/>
                </a:lnTo>
                <a:lnTo>
                  <a:pt x="4368" y="21600"/>
                </a:lnTo>
                <a:lnTo>
                  <a:pt x="2920" y="21600"/>
                </a:lnTo>
                <a:lnTo>
                  <a:pt x="1464" y="21600"/>
                </a:lnTo>
                <a:lnTo>
                  <a:pt x="0" y="21600"/>
                </a:lnTo>
                <a:lnTo>
                  <a:pt x="1501" y="17230"/>
                </a:lnTo>
                <a:lnTo>
                  <a:pt x="2810" y="13489"/>
                </a:lnTo>
                <a:lnTo>
                  <a:pt x="3959" y="10323"/>
                </a:lnTo>
                <a:lnTo>
                  <a:pt x="4987" y="7685"/>
                </a:lnTo>
                <a:lnTo>
                  <a:pt x="5929" y="5530"/>
                </a:lnTo>
                <a:lnTo>
                  <a:pt x="6821" y="3812"/>
                </a:lnTo>
                <a:lnTo>
                  <a:pt x="7698" y="2481"/>
                </a:lnTo>
                <a:lnTo>
                  <a:pt x="8597" y="1491"/>
                </a:lnTo>
                <a:lnTo>
                  <a:pt x="9554" y="795"/>
                </a:lnTo>
                <a:lnTo>
                  <a:pt x="10606" y="344"/>
                </a:lnTo>
                <a:lnTo>
                  <a:pt x="11787" y="96"/>
                </a:lnTo>
                <a:lnTo>
                  <a:pt x="13133" y="0"/>
                </a:lnTo>
                <a:lnTo>
                  <a:pt x="14684" y="11"/>
                </a:lnTo>
                <a:lnTo>
                  <a:pt x="16470" y="82"/>
                </a:lnTo>
                <a:close/>
              </a:path>
            </a:pathLst>
          </a:custGeom>
          <a:solidFill>
            <a:srgbClr val="E0C485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5" name="contour_07123"/>
          <p:cNvSpPr/>
          <p:nvPr/>
        </p:nvSpPr>
        <p:spPr>
          <a:xfrm>
            <a:off x="4295714" y="4401947"/>
            <a:ext cx="65592" cy="58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626" y="801"/>
                </a:lnTo>
                <a:lnTo>
                  <a:pt x="10051" y="1601"/>
                </a:lnTo>
                <a:lnTo>
                  <a:pt x="11482" y="2405"/>
                </a:lnTo>
                <a:lnTo>
                  <a:pt x="12912" y="3208"/>
                </a:lnTo>
                <a:lnTo>
                  <a:pt x="14345" y="4014"/>
                </a:lnTo>
                <a:lnTo>
                  <a:pt x="15785" y="4820"/>
                </a:lnTo>
                <a:lnTo>
                  <a:pt x="17230" y="5632"/>
                </a:lnTo>
                <a:lnTo>
                  <a:pt x="18679" y="6446"/>
                </a:lnTo>
                <a:lnTo>
                  <a:pt x="20136" y="7266"/>
                </a:lnTo>
                <a:lnTo>
                  <a:pt x="21600" y="8088"/>
                </a:lnTo>
                <a:lnTo>
                  <a:pt x="21036" y="9862"/>
                </a:lnTo>
                <a:lnTo>
                  <a:pt x="20489" y="11501"/>
                </a:lnTo>
                <a:lnTo>
                  <a:pt x="19925" y="13040"/>
                </a:lnTo>
                <a:lnTo>
                  <a:pt x="19308" y="14510"/>
                </a:lnTo>
                <a:lnTo>
                  <a:pt x="18607" y="15949"/>
                </a:lnTo>
                <a:lnTo>
                  <a:pt x="17782" y="17392"/>
                </a:lnTo>
                <a:lnTo>
                  <a:pt x="16800" y="18872"/>
                </a:lnTo>
                <a:lnTo>
                  <a:pt x="15324" y="19605"/>
                </a:lnTo>
                <a:lnTo>
                  <a:pt x="13867" y="20217"/>
                </a:lnTo>
                <a:lnTo>
                  <a:pt x="12415" y="20713"/>
                </a:lnTo>
                <a:lnTo>
                  <a:pt x="10958" y="21093"/>
                </a:lnTo>
                <a:lnTo>
                  <a:pt x="9480" y="21368"/>
                </a:lnTo>
                <a:lnTo>
                  <a:pt x="7968" y="21535"/>
                </a:lnTo>
                <a:lnTo>
                  <a:pt x="6413" y="21600"/>
                </a:lnTo>
                <a:lnTo>
                  <a:pt x="4800" y="21568"/>
                </a:lnTo>
                <a:lnTo>
                  <a:pt x="2954" y="20061"/>
                </a:lnTo>
                <a:lnTo>
                  <a:pt x="1838" y="18998"/>
                </a:lnTo>
                <a:lnTo>
                  <a:pt x="1003" y="17871"/>
                </a:lnTo>
                <a:lnTo>
                  <a:pt x="0" y="16176"/>
                </a:lnTo>
                <a:lnTo>
                  <a:pt x="1586" y="16176"/>
                </a:lnTo>
                <a:lnTo>
                  <a:pt x="3182" y="16176"/>
                </a:lnTo>
                <a:lnTo>
                  <a:pt x="4800" y="16176"/>
                </a:lnTo>
                <a:lnTo>
                  <a:pt x="5064" y="14396"/>
                </a:lnTo>
                <a:lnTo>
                  <a:pt x="5328" y="12614"/>
                </a:lnTo>
                <a:lnTo>
                  <a:pt x="5592" y="10832"/>
                </a:lnTo>
                <a:lnTo>
                  <a:pt x="5858" y="9045"/>
                </a:lnTo>
                <a:lnTo>
                  <a:pt x="6125" y="7252"/>
                </a:lnTo>
                <a:lnTo>
                  <a:pt x="6391" y="5451"/>
                </a:lnTo>
                <a:lnTo>
                  <a:pt x="6660" y="3645"/>
                </a:lnTo>
                <a:lnTo>
                  <a:pt x="6929" y="1828"/>
                </a:lnTo>
                <a:lnTo>
                  <a:pt x="7200" y="0"/>
                </a:lnTo>
                <a:close/>
              </a:path>
            </a:pathLst>
          </a:custGeom>
          <a:solidFill>
            <a:srgbClr val="584A34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6" name="contour_07124"/>
          <p:cNvSpPr/>
          <p:nvPr/>
        </p:nvSpPr>
        <p:spPr>
          <a:xfrm>
            <a:off x="4835025" y="4365055"/>
            <a:ext cx="87456" cy="387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12" y="0"/>
                </a:moveTo>
                <a:lnTo>
                  <a:pt x="19867" y="81"/>
                </a:lnTo>
                <a:lnTo>
                  <a:pt x="20729" y="167"/>
                </a:lnTo>
                <a:lnTo>
                  <a:pt x="21600" y="252"/>
                </a:lnTo>
                <a:lnTo>
                  <a:pt x="21103" y="5995"/>
                </a:lnTo>
                <a:lnTo>
                  <a:pt x="20709" y="10170"/>
                </a:lnTo>
                <a:lnTo>
                  <a:pt x="20362" y="13103"/>
                </a:lnTo>
                <a:lnTo>
                  <a:pt x="20002" y="15126"/>
                </a:lnTo>
                <a:lnTo>
                  <a:pt x="19570" y="16559"/>
                </a:lnTo>
                <a:lnTo>
                  <a:pt x="19010" y="17741"/>
                </a:lnTo>
                <a:lnTo>
                  <a:pt x="18259" y="18992"/>
                </a:lnTo>
                <a:lnTo>
                  <a:pt x="17113" y="19784"/>
                </a:lnTo>
                <a:lnTo>
                  <a:pt x="15959" y="20422"/>
                </a:lnTo>
                <a:lnTo>
                  <a:pt x="14801" y="20918"/>
                </a:lnTo>
                <a:lnTo>
                  <a:pt x="13639" y="21271"/>
                </a:lnTo>
                <a:lnTo>
                  <a:pt x="12470" y="21498"/>
                </a:lnTo>
                <a:lnTo>
                  <a:pt x="11300" y="21600"/>
                </a:lnTo>
                <a:lnTo>
                  <a:pt x="10125" y="21588"/>
                </a:lnTo>
                <a:lnTo>
                  <a:pt x="8948" y="21470"/>
                </a:lnTo>
                <a:lnTo>
                  <a:pt x="7769" y="21255"/>
                </a:lnTo>
                <a:lnTo>
                  <a:pt x="6586" y="20946"/>
                </a:lnTo>
                <a:lnTo>
                  <a:pt x="5400" y="20560"/>
                </a:lnTo>
                <a:lnTo>
                  <a:pt x="4266" y="18802"/>
                </a:lnTo>
                <a:lnTo>
                  <a:pt x="3299" y="17022"/>
                </a:lnTo>
                <a:lnTo>
                  <a:pt x="2444" y="15154"/>
                </a:lnTo>
                <a:lnTo>
                  <a:pt x="1645" y="13135"/>
                </a:lnTo>
                <a:lnTo>
                  <a:pt x="850" y="10897"/>
                </a:lnTo>
                <a:lnTo>
                  <a:pt x="0" y="8375"/>
                </a:lnTo>
                <a:lnTo>
                  <a:pt x="1271" y="7258"/>
                </a:lnTo>
                <a:lnTo>
                  <a:pt x="2509" y="6361"/>
                </a:lnTo>
                <a:lnTo>
                  <a:pt x="3722" y="5654"/>
                </a:lnTo>
                <a:lnTo>
                  <a:pt x="4923" y="5126"/>
                </a:lnTo>
                <a:lnTo>
                  <a:pt x="6120" y="4752"/>
                </a:lnTo>
                <a:lnTo>
                  <a:pt x="7328" y="4513"/>
                </a:lnTo>
                <a:lnTo>
                  <a:pt x="8554" y="4399"/>
                </a:lnTo>
                <a:lnTo>
                  <a:pt x="9806" y="4378"/>
                </a:lnTo>
                <a:lnTo>
                  <a:pt x="11102" y="4443"/>
                </a:lnTo>
                <a:lnTo>
                  <a:pt x="12445" y="4565"/>
                </a:lnTo>
                <a:lnTo>
                  <a:pt x="13757" y="4114"/>
                </a:lnTo>
                <a:lnTo>
                  <a:pt x="14760" y="3274"/>
                </a:lnTo>
                <a:lnTo>
                  <a:pt x="15622" y="2246"/>
                </a:lnTo>
                <a:lnTo>
                  <a:pt x="16508" y="1227"/>
                </a:lnTo>
                <a:lnTo>
                  <a:pt x="17582" y="414"/>
                </a:lnTo>
                <a:lnTo>
                  <a:pt x="19012" y="0"/>
                </a:lnTo>
                <a:close/>
              </a:path>
            </a:pathLst>
          </a:custGeom>
          <a:solidFill>
            <a:srgbClr val="7A6339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7" name="contour_07125"/>
          <p:cNvSpPr/>
          <p:nvPr/>
        </p:nvSpPr>
        <p:spPr>
          <a:xfrm>
            <a:off x="4492489" y="4344262"/>
            <a:ext cx="60272" cy="868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95" y="1659"/>
                </a:moveTo>
                <a:lnTo>
                  <a:pt x="21365" y="2899"/>
                </a:lnTo>
                <a:lnTo>
                  <a:pt x="21600" y="3802"/>
                </a:lnTo>
                <a:lnTo>
                  <a:pt x="21600" y="4628"/>
                </a:lnTo>
                <a:lnTo>
                  <a:pt x="21365" y="5640"/>
                </a:lnTo>
                <a:lnTo>
                  <a:pt x="20895" y="7097"/>
                </a:lnTo>
                <a:lnTo>
                  <a:pt x="19766" y="7877"/>
                </a:lnTo>
                <a:lnTo>
                  <a:pt x="18633" y="8651"/>
                </a:lnTo>
                <a:lnTo>
                  <a:pt x="17489" y="9418"/>
                </a:lnTo>
                <a:lnTo>
                  <a:pt x="16329" y="10174"/>
                </a:lnTo>
                <a:lnTo>
                  <a:pt x="15151" y="10913"/>
                </a:lnTo>
                <a:lnTo>
                  <a:pt x="14049" y="11843"/>
                </a:lnTo>
                <a:lnTo>
                  <a:pt x="13070" y="12820"/>
                </a:lnTo>
                <a:lnTo>
                  <a:pt x="12200" y="13836"/>
                </a:lnTo>
                <a:lnTo>
                  <a:pt x="11422" y="14887"/>
                </a:lnTo>
                <a:lnTo>
                  <a:pt x="10722" y="15966"/>
                </a:lnTo>
                <a:lnTo>
                  <a:pt x="10082" y="17070"/>
                </a:lnTo>
                <a:lnTo>
                  <a:pt x="9489" y="18190"/>
                </a:lnTo>
                <a:lnTo>
                  <a:pt x="8927" y="19321"/>
                </a:lnTo>
                <a:lnTo>
                  <a:pt x="8381" y="20460"/>
                </a:lnTo>
                <a:lnTo>
                  <a:pt x="7836" y="21600"/>
                </a:lnTo>
                <a:lnTo>
                  <a:pt x="6543" y="21002"/>
                </a:lnTo>
                <a:lnTo>
                  <a:pt x="5247" y="20402"/>
                </a:lnTo>
                <a:lnTo>
                  <a:pt x="3947" y="19802"/>
                </a:lnTo>
                <a:lnTo>
                  <a:pt x="2641" y="19196"/>
                </a:lnTo>
                <a:lnTo>
                  <a:pt x="1327" y="18587"/>
                </a:lnTo>
                <a:lnTo>
                  <a:pt x="0" y="17974"/>
                </a:lnTo>
                <a:lnTo>
                  <a:pt x="1322" y="17826"/>
                </a:lnTo>
                <a:lnTo>
                  <a:pt x="2651" y="17673"/>
                </a:lnTo>
                <a:lnTo>
                  <a:pt x="3999" y="17521"/>
                </a:lnTo>
                <a:lnTo>
                  <a:pt x="5268" y="17072"/>
                </a:lnTo>
                <a:lnTo>
                  <a:pt x="6543" y="16620"/>
                </a:lnTo>
                <a:lnTo>
                  <a:pt x="7836" y="16161"/>
                </a:lnTo>
                <a:lnTo>
                  <a:pt x="7775" y="14871"/>
                </a:lnTo>
                <a:lnTo>
                  <a:pt x="7661" y="13660"/>
                </a:lnTo>
                <a:lnTo>
                  <a:pt x="7483" y="12492"/>
                </a:lnTo>
                <a:lnTo>
                  <a:pt x="7237" y="11336"/>
                </a:lnTo>
                <a:lnTo>
                  <a:pt x="6924" y="10154"/>
                </a:lnTo>
                <a:lnTo>
                  <a:pt x="6530" y="8910"/>
                </a:lnTo>
                <a:lnTo>
                  <a:pt x="6135" y="7667"/>
                </a:lnTo>
                <a:lnTo>
                  <a:pt x="5822" y="6485"/>
                </a:lnTo>
                <a:lnTo>
                  <a:pt x="5576" y="5328"/>
                </a:lnTo>
                <a:lnTo>
                  <a:pt x="5399" y="4160"/>
                </a:lnTo>
                <a:lnTo>
                  <a:pt x="5284" y="2949"/>
                </a:lnTo>
                <a:lnTo>
                  <a:pt x="5224" y="1659"/>
                </a:lnTo>
                <a:lnTo>
                  <a:pt x="7073" y="1001"/>
                </a:lnTo>
                <a:lnTo>
                  <a:pt x="8841" y="504"/>
                </a:lnTo>
                <a:lnTo>
                  <a:pt x="10552" y="170"/>
                </a:lnTo>
                <a:lnTo>
                  <a:pt x="12226" y="2"/>
                </a:lnTo>
                <a:lnTo>
                  <a:pt x="13892" y="0"/>
                </a:lnTo>
                <a:lnTo>
                  <a:pt x="15567" y="163"/>
                </a:lnTo>
                <a:lnTo>
                  <a:pt x="17277" y="493"/>
                </a:lnTo>
                <a:lnTo>
                  <a:pt x="19046" y="992"/>
                </a:lnTo>
                <a:lnTo>
                  <a:pt x="20895" y="1659"/>
                </a:lnTo>
                <a:close/>
              </a:path>
            </a:pathLst>
          </a:custGeom>
          <a:solidFill>
            <a:srgbClr val="594D36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8" name="contour_07126"/>
          <p:cNvSpPr/>
          <p:nvPr/>
        </p:nvSpPr>
        <p:spPr>
          <a:xfrm>
            <a:off x="1846949" y="4329067"/>
            <a:ext cx="8156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70" y="0"/>
                </a:moveTo>
                <a:lnTo>
                  <a:pt x="18583" y="481"/>
                </a:lnTo>
                <a:lnTo>
                  <a:pt x="19388" y="963"/>
                </a:lnTo>
                <a:lnTo>
                  <a:pt x="20151" y="1734"/>
                </a:lnTo>
                <a:lnTo>
                  <a:pt x="21229" y="3086"/>
                </a:lnTo>
                <a:lnTo>
                  <a:pt x="21492" y="5329"/>
                </a:lnTo>
                <a:lnTo>
                  <a:pt x="21600" y="7363"/>
                </a:lnTo>
                <a:lnTo>
                  <a:pt x="21548" y="9276"/>
                </a:lnTo>
                <a:lnTo>
                  <a:pt x="21334" y="11161"/>
                </a:lnTo>
                <a:lnTo>
                  <a:pt x="20952" y="13114"/>
                </a:lnTo>
                <a:lnTo>
                  <a:pt x="20400" y="15225"/>
                </a:lnTo>
                <a:lnTo>
                  <a:pt x="19531" y="17055"/>
                </a:lnTo>
                <a:lnTo>
                  <a:pt x="18701" y="18502"/>
                </a:lnTo>
                <a:lnTo>
                  <a:pt x="17813" y="19671"/>
                </a:lnTo>
                <a:lnTo>
                  <a:pt x="16760" y="20671"/>
                </a:lnTo>
                <a:lnTo>
                  <a:pt x="15440" y="21600"/>
                </a:lnTo>
                <a:lnTo>
                  <a:pt x="14127" y="21387"/>
                </a:lnTo>
                <a:lnTo>
                  <a:pt x="12838" y="21116"/>
                </a:lnTo>
                <a:lnTo>
                  <a:pt x="11568" y="20785"/>
                </a:lnTo>
                <a:lnTo>
                  <a:pt x="10318" y="20390"/>
                </a:lnTo>
                <a:lnTo>
                  <a:pt x="9082" y="19924"/>
                </a:lnTo>
                <a:lnTo>
                  <a:pt x="7861" y="19384"/>
                </a:lnTo>
                <a:lnTo>
                  <a:pt x="6654" y="18767"/>
                </a:lnTo>
                <a:lnTo>
                  <a:pt x="5460" y="18067"/>
                </a:lnTo>
                <a:lnTo>
                  <a:pt x="4275" y="17280"/>
                </a:lnTo>
                <a:lnTo>
                  <a:pt x="3099" y="16404"/>
                </a:lnTo>
                <a:lnTo>
                  <a:pt x="1930" y="15429"/>
                </a:lnTo>
                <a:lnTo>
                  <a:pt x="1256" y="13006"/>
                </a:lnTo>
                <a:lnTo>
                  <a:pt x="818" y="11312"/>
                </a:lnTo>
                <a:lnTo>
                  <a:pt x="525" y="9905"/>
                </a:lnTo>
                <a:lnTo>
                  <a:pt x="284" y="8341"/>
                </a:lnTo>
                <a:lnTo>
                  <a:pt x="0" y="6171"/>
                </a:lnTo>
                <a:lnTo>
                  <a:pt x="1094" y="5983"/>
                </a:lnTo>
                <a:lnTo>
                  <a:pt x="2194" y="5795"/>
                </a:lnTo>
                <a:lnTo>
                  <a:pt x="3310" y="5604"/>
                </a:lnTo>
                <a:lnTo>
                  <a:pt x="4383" y="5409"/>
                </a:lnTo>
                <a:lnTo>
                  <a:pt x="5456" y="5212"/>
                </a:lnTo>
                <a:lnTo>
                  <a:pt x="6527" y="5017"/>
                </a:lnTo>
                <a:lnTo>
                  <a:pt x="7600" y="4820"/>
                </a:lnTo>
                <a:lnTo>
                  <a:pt x="8142" y="4730"/>
                </a:lnTo>
                <a:lnTo>
                  <a:pt x="9781" y="4453"/>
                </a:lnTo>
                <a:lnTo>
                  <a:pt x="12083" y="4008"/>
                </a:lnTo>
                <a:lnTo>
                  <a:pt x="13689" y="3610"/>
                </a:lnTo>
                <a:lnTo>
                  <a:pt x="14810" y="3132"/>
                </a:lnTo>
                <a:lnTo>
                  <a:pt x="15656" y="2453"/>
                </a:lnTo>
                <a:lnTo>
                  <a:pt x="16439" y="1450"/>
                </a:lnTo>
                <a:lnTo>
                  <a:pt x="17370" y="0"/>
                </a:lnTo>
                <a:close/>
              </a:path>
            </a:pathLst>
          </a:custGeom>
          <a:solidFill>
            <a:srgbClr val="F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29" name="contour_07127"/>
          <p:cNvSpPr/>
          <p:nvPr/>
        </p:nvSpPr>
        <p:spPr>
          <a:xfrm>
            <a:off x="2138468" y="4285339"/>
            <a:ext cx="72880" cy="75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191" y="0"/>
                </a:lnTo>
                <a:lnTo>
                  <a:pt x="17280" y="0"/>
                </a:lnTo>
                <a:lnTo>
                  <a:pt x="17241" y="661"/>
                </a:lnTo>
                <a:lnTo>
                  <a:pt x="17129" y="2654"/>
                </a:lnTo>
                <a:lnTo>
                  <a:pt x="17090" y="3794"/>
                </a:lnTo>
                <a:lnTo>
                  <a:pt x="17051" y="4941"/>
                </a:lnTo>
                <a:lnTo>
                  <a:pt x="17010" y="6105"/>
                </a:lnTo>
                <a:lnTo>
                  <a:pt x="16986" y="6610"/>
                </a:lnTo>
                <a:lnTo>
                  <a:pt x="16947" y="7499"/>
                </a:lnTo>
                <a:lnTo>
                  <a:pt x="16859" y="9538"/>
                </a:lnTo>
                <a:lnTo>
                  <a:pt x="17068" y="10992"/>
                </a:lnTo>
                <a:lnTo>
                  <a:pt x="17280" y="12468"/>
                </a:lnTo>
                <a:lnTo>
                  <a:pt x="18572" y="13307"/>
                </a:lnTo>
                <a:lnTo>
                  <a:pt x="19453" y="13804"/>
                </a:lnTo>
                <a:lnTo>
                  <a:pt x="20328" y="14153"/>
                </a:lnTo>
                <a:lnTo>
                  <a:pt x="21600" y="14545"/>
                </a:lnTo>
                <a:lnTo>
                  <a:pt x="20021" y="16455"/>
                </a:lnTo>
                <a:lnTo>
                  <a:pt x="18781" y="17905"/>
                </a:lnTo>
                <a:lnTo>
                  <a:pt x="17772" y="18976"/>
                </a:lnTo>
                <a:lnTo>
                  <a:pt x="16887" y="19749"/>
                </a:lnTo>
                <a:lnTo>
                  <a:pt x="16019" y="20305"/>
                </a:lnTo>
                <a:lnTo>
                  <a:pt x="15060" y="20725"/>
                </a:lnTo>
                <a:lnTo>
                  <a:pt x="13902" y="21091"/>
                </a:lnTo>
                <a:lnTo>
                  <a:pt x="12437" y="21486"/>
                </a:lnTo>
                <a:lnTo>
                  <a:pt x="10986" y="21571"/>
                </a:lnTo>
                <a:lnTo>
                  <a:pt x="9629" y="21600"/>
                </a:lnTo>
                <a:lnTo>
                  <a:pt x="8327" y="21552"/>
                </a:lnTo>
                <a:lnTo>
                  <a:pt x="7037" y="21413"/>
                </a:lnTo>
                <a:lnTo>
                  <a:pt x="5715" y="21162"/>
                </a:lnTo>
                <a:lnTo>
                  <a:pt x="4320" y="20779"/>
                </a:lnTo>
                <a:lnTo>
                  <a:pt x="3428" y="19686"/>
                </a:lnTo>
                <a:lnTo>
                  <a:pt x="2659" y="18577"/>
                </a:lnTo>
                <a:lnTo>
                  <a:pt x="1992" y="17440"/>
                </a:lnTo>
                <a:lnTo>
                  <a:pt x="1410" y="16270"/>
                </a:lnTo>
                <a:lnTo>
                  <a:pt x="896" y="15057"/>
                </a:lnTo>
                <a:lnTo>
                  <a:pt x="432" y="13791"/>
                </a:lnTo>
                <a:lnTo>
                  <a:pt x="0" y="12468"/>
                </a:lnTo>
                <a:lnTo>
                  <a:pt x="1097" y="12686"/>
                </a:lnTo>
                <a:lnTo>
                  <a:pt x="2210" y="12906"/>
                </a:lnTo>
                <a:lnTo>
                  <a:pt x="3756" y="13072"/>
                </a:lnTo>
                <a:lnTo>
                  <a:pt x="5186" y="13176"/>
                </a:lnTo>
                <a:lnTo>
                  <a:pt x="6549" y="13191"/>
                </a:lnTo>
                <a:lnTo>
                  <a:pt x="7901" y="13095"/>
                </a:lnTo>
                <a:lnTo>
                  <a:pt x="9301" y="12862"/>
                </a:lnTo>
                <a:lnTo>
                  <a:pt x="10800" y="12468"/>
                </a:lnTo>
                <a:lnTo>
                  <a:pt x="11534" y="11106"/>
                </a:lnTo>
                <a:lnTo>
                  <a:pt x="12161" y="9760"/>
                </a:lnTo>
                <a:lnTo>
                  <a:pt x="12701" y="8411"/>
                </a:lnTo>
                <a:lnTo>
                  <a:pt x="13172" y="7048"/>
                </a:lnTo>
                <a:lnTo>
                  <a:pt x="13591" y="5656"/>
                </a:lnTo>
                <a:lnTo>
                  <a:pt x="13975" y="4220"/>
                </a:lnTo>
                <a:lnTo>
                  <a:pt x="14345" y="2726"/>
                </a:lnTo>
                <a:lnTo>
                  <a:pt x="14729" y="1374"/>
                </a:lnTo>
                <a:lnTo>
                  <a:pt x="15120" y="0"/>
                </a:lnTo>
                <a:close/>
              </a:path>
            </a:pathLst>
          </a:custGeom>
          <a:solidFill>
            <a:srgbClr val="86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0" name="contour_07128"/>
          <p:cNvSpPr/>
          <p:nvPr/>
        </p:nvSpPr>
        <p:spPr>
          <a:xfrm>
            <a:off x="5031801" y="4327230"/>
            <a:ext cx="72880" cy="38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1036"/>
                </a:moveTo>
                <a:lnTo>
                  <a:pt x="8230" y="452"/>
                </a:lnTo>
                <a:lnTo>
                  <a:pt x="9506" y="119"/>
                </a:lnTo>
                <a:lnTo>
                  <a:pt x="10675" y="0"/>
                </a:lnTo>
                <a:lnTo>
                  <a:pt x="12109" y="62"/>
                </a:lnTo>
                <a:lnTo>
                  <a:pt x="14174" y="263"/>
                </a:lnTo>
                <a:lnTo>
                  <a:pt x="15561" y="378"/>
                </a:lnTo>
                <a:lnTo>
                  <a:pt x="16956" y="489"/>
                </a:lnTo>
                <a:lnTo>
                  <a:pt x="18369" y="605"/>
                </a:lnTo>
                <a:lnTo>
                  <a:pt x="19436" y="744"/>
                </a:lnTo>
                <a:lnTo>
                  <a:pt x="20511" y="888"/>
                </a:lnTo>
                <a:lnTo>
                  <a:pt x="21600" y="1036"/>
                </a:lnTo>
                <a:lnTo>
                  <a:pt x="21600" y="3751"/>
                </a:lnTo>
                <a:lnTo>
                  <a:pt x="21600" y="6469"/>
                </a:lnTo>
                <a:lnTo>
                  <a:pt x="21600" y="9200"/>
                </a:lnTo>
                <a:lnTo>
                  <a:pt x="21600" y="11943"/>
                </a:lnTo>
                <a:lnTo>
                  <a:pt x="21600" y="14703"/>
                </a:lnTo>
                <a:lnTo>
                  <a:pt x="21600" y="17487"/>
                </a:lnTo>
                <a:lnTo>
                  <a:pt x="20174" y="17759"/>
                </a:lnTo>
                <a:lnTo>
                  <a:pt x="18749" y="18030"/>
                </a:lnTo>
                <a:lnTo>
                  <a:pt x="17321" y="18302"/>
                </a:lnTo>
                <a:lnTo>
                  <a:pt x="15893" y="18573"/>
                </a:lnTo>
                <a:lnTo>
                  <a:pt x="14463" y="18844"/>
                </a:lnTo>
                <a:lnTo>
                  <a:pt x="13033" y="19120"/>
                </a:lnTo>
                <a:lnTo>
                  <a:pt x="11599" y="19391"/>
                </a:lnTo>
                <a:lnTo>
                  <a:pt x="10163" y="19667"/>
                </a:lnTo>
                <a:lnTo>
                  <a:pt x="8722" y="19938"/>
                </a:lnTo>
                <a:lnTo>
                  <a:pt x="7279" y="20214"/>
                </a:lnTo>
                <a:lnTo>
                  <a:pt x="5834" y="20490"/>
                </a:lnTo>
                <a:lnTo>
                  <a:pt x="4383" y="20765"/>
                </a:lnTo>
                <a:lnTo>
                  <a:pt x="2927" y="21045"/>
                </a:lnTo>
                <a:lnTo>
                  <a:pt x="1467" y="21320"/>
                </a:lnTo>
                <a:lnTo>
                  <a:pt x="0" y="21600"/>
                </a:lnTo>
                <a:lnTo>
                  <a:pt x="0" y="18881"/>
                </a:lnTo>
                <a:lnTo>
                  <a:pt x="0" y="16147"/>
                </a:lnTo>
                <a:lnTo>
                  <a:pt x="0" y="13375"/>
                </a:lnTo>
                <a:lnTo>
                  <a:pt x="1428" y="13375"/>
                </a:lnTo>
                <a:lnTo>
                  <a:pt x="2864" y="13375"/>
                </a:lnTo>
                <a:lnTo>
                  <a:pt x="4320" y="13375"/>
                </a:lnTo>
                <a:lnTo>
                  <a:pt x="4607" y="11351"/>
                </a:lnTo>
                <a:lnTo>
                  <a:pt x="4897" y="9319"/>
                </a:lnTo>
                <a:lnTo>
                  <a:pt x="5188" y="7255"/>
                </a:lnTo>
                <a:lnTo>
                  <a:pt x="5616" y="5198"/>
                </a:lnTo>
                <a:lnTo>
                  <a:pt x="6046" y="3134"/>
                </a:lnTo>
                <a:lnTo>
                  <a:pt x="6480" y="1036"/>
                </a:lnTo>
                <a:close/>
              </a:path>
            </a:pathLst>
          </a:custGeom>
          <a:solidFill>
            <a:srgbClr val="F4F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1" name="contour_07129"/>
          <p:cNvSpPr/>
          <p:nvPr/>
        </p:nvSpPr>
        <p:spPr>
          <a:xfrm>
            <a:off x="4303002" y="4216803"/>
            <a:ext cx="65592" cy="61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38"/>
                </a:moveTo>
                <a:lnTo>
                  <a:pt x="1673" y="691"/>
                </a:lnTo>
                <a:lnTo>
                  <a:pt x="3298" y="401"/>
                </a:lnTo>
                <a:lnTo>
                  <a:pt x="4884" y="180"/>
                </a:lnTo>
                <a:lnTo>
                  <a:pt x="6449" y="41"/>
                </a:lnTo>
                <a:lnTo>
                  <a:pt x="8004" y="0"/>
                </a:lnTo>
                <a:lnTo>
                  <a:pt x="9564" y="64"/>
                </a:lnTo>
                <a:lnTo>
                  <a:pt x="11141" y="252"/>
                </a:lnTo>
                <a:lnTo>
                  <a:pt x="12749" y="571"/>
                </a:lnTo>
                <a:lnTo>
                  <a:pt x="14400" y="1038"/>
                </a:lnTo>
                <a:lnTo>
                  <a:pt x="15338" y="2580"/>
                </a:lnTo>
                <a:lnTo>
                  <a:pt x="16198" y="4135"/>
                </a:lnTo>
                <a:lnTo>
                  <a:pt x="16985" y="5703"/>
                </a:lnTo>
                <a:lnTo>
                  <a:pt x="17707" y="7289"/>
                </a:lnTo>
                <a:lnTo>
                  <a:pt x="18372" y="8893"/>
                </a:lnTo>
                <a:lnTo>
                  <a:pt x="18989" y="10517"/>
                </a:lnTo>
                <a:lnTo>
                  <a:pt x="19562" y="12165"/>
                </a:lnTo>
                <a:lnTo>
                  <a:pt x="20102" y="13838"/>
                </a:lnTo>
                <a:lnTo>
                  <a:pt x="20618" y="15537"/>
                </a:lnTo>
                <a:lnTo>
                  <a:pt x="21115" y="17267"/>
                </a:lnTo>
                <a:lnTo>
                  <a:pt x="21600" y="19030"/>
                </a:lnTo>
                <a:lnTo>
                  <a:pt x="20114" y="19349"/>
                </a:lnTo>
                <a:lnTo>
                  <a:pt x="18629" y="19667"/>
                </a:lnTo>
                <a:lnTo>
                  <a:pt x="17138" y="19986"/>
                </a:lnTo>
                <a:lnTo>
                  <a:pt x="15646" y="20305"/>
                </a:lnTo>
                <a:lnTo>
                  <a:pt x="14146" y="20626"/>
                </a:lnTo>
                <a:lnTo>
                  <a:pt x="12638" y="20950"/>
                </a:lnTo>
                <a:lnTo>
                  <a:pt x="11124" y="21274"/>
                </a:lnTo>
                <a:lnTo>
                  <a:pt x="9600" y="21600"/>
                </a:lnTo>
                <a:lnTo>
                  <a:pt x="9600" y="19904"/>
                </a:lnTo>
                <a:lnTo>
                  <a:pt x="9600" y="18205"/>
                </a:lnTo>
                <a:lnTo>
                  <a:pt x="9600" y="16506"/>
                </a:lnTo>
                <a:lnTo>
                  <a:pt x="9600" y="14802"/>
                </a:lnTo>
                <a:lnTo>
                  <a:pt x="9600" y="13093"/>
                </a:lnTo>
                <a:lnTo>
                  <a:pt x="9600" y="11376"/>
                </a:lnTo>
                <a:lnTo>
                  <a:pt x="9600" y="9654"/>
                </a:lnTo>
                <a:lnTo>
                  <a:pt x="9600" y="7921"/>
                </a:lnTo>
                <a:lnTo>
                  <a:pt x="9600" y="6179"/>
                </a:lnTo>
                <a:lnTo>
                  <a:pt x="8016" y="6179"/>
                </a:lnTo>
                <a:lnTo>
                  <a:pt x="6430" y="6179"/>
                </a:lnTo>
                <a:lnTo>
                  <a:pt x="4836" y="6179"/>
                </a:lnTo>
                <a:lnTo>
                  <a:pt x="3235" y="6179"/>
                </a:lnTo>
                <a:lnTo>
                  <a:pt x="1625" y="6179"/>
                </a:lnTo>
                <a:lnTo>
                  <a:pt x="0" y="6179"/>
                </a:lnTo>
                <a:lnTo>
                  <a:pt x="0" y="4480"/>
                </a:lnTo>
                <a:lnTo>
                  <a:pt x="0" y="2771"/>
                </a:lnTo>
                <a:lnTo>
                  <a:pt x="0" y="1038"/>
                </a:lnTo>
                <a:close/>
              </a:path>
            </a:pathLst>
          </a:custGeom>
          <a:solidFill>
            <a:srgbClr val="413E35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2" name="contour_07130"/>
          <p:cNvSpPr/>
          <p:nvPr/>
        </p:nvSpPr>
        <p:spPr>
          <a:xfrm>
            <a:off x="841206" y="4095851"/>
            <a:ext cx="874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646" y="1188"/>
                </a:lnTo>
                <a:lnTo>
                  <a:pt x="17093" y="2381"/>
                </a:lnTo>
                <a:lnTo>
                  <a:pt x="17545" y="3583"/>
                </a:lnTo>
                <a:lnTo>
                  <a:pt x="18000" y="4800"/>
                </a:lnTo>
                <a:lnTo>
                  <a:pt x="18891" y="5395"/>
                </a:lnTo>
                <a:lnTo>
                  <a:pt x="19787" y="5990"/>
                </a:lnTo>
                <a:lnTo>
                  <a:pt x="20687" y="6593"/>
                </a:lnTo>
                <a:lnTo>
                  <a:pt x="21600" y="7200"/>
                </a:lnTo>
                <a:lnTo>
                  <a:pt x="21103" y="7598"/>
                </a:lnTo>
                <a:lnTo>
                  <a:pt x="20646" y="7963"/>
                </a:lnTo>
                <a:lnTo>
                  <a:pt x="20207" y="8316"/>
                </a:lnTo>
                <a:lnTo>
                  <a:pt x="19762" y="8671"/>
                </a:lnTo>
                <a:lnTo>
                  <a:pt x="19292" y="9046"/>
                </a:lnTo>
                <a:lnTo>
                  <a:pt x="18774" y="9461"/>
                </a:lnTo>
                <a:lnTo>
                  <a:pt x="18185" y="9931"/>
                </a:lnTo>
                <a:lnTo>
                  <a:pt x="17505" y="10476"/>
                </a:lnTo>
                <a:lnTo>
                  <a:pt x="16709" y="11112"/>
                </a:lnTo>
                <a:lnTo>
                  <a:pt x="15779" y="11858"/>
                </a:lnTo>
                <a:lnTo>
                  <a:pt x="14688" y="12730"/>
                </a:lnTo>
                <a:lnTo>
                  <a:pt x="13419" y="13745"/>
                </a:lnTo>
                <a:lnTo>
                  <a:pt x="11948" y="14921"/>
                </a:lnTo>
                <a:lnTo>
                  <a:pt x="10251" y="16279"/>
                </a:lnTo>
                <a:lnTo>
                  <a:pt x="8311" y="17832"/>
                </a:lnTo>
                <a:lnTo>
                  <a:pt x="6100" y="19601"/>
                </a:lnTo>
                <a:lnTo>
                  <a:pt x="3600" y="21600"/>
                </a:lnTo>
                <a:lnTo>
                  <a:pt x="3600" y="20014"/>
                </a:lnTo>
                <a:lnTo>
                  <a:pt x="3600" y="18418"/>
                </a:lnTo>
                <a:lnTo>
                  <a:pt x="3600" y="16800"/>
                </a:lnTo>
                <a:lnTo>
                  <a:pt x="2709" y="16205"/>
                </a:lnTo>
                <a:lnTo>
                  <a:pt x="1813" y="15610"/>
                </a:lnTo>
                <a:lnTo>
                  <a:pt x="913" y="15007"/>
                </a:lnTo>
                <a:lnTo>
                  <a:pt x="0" y="14400"/>
                </a:lnTo>
                <a:lnTo>
                  <a:pt x="1003" y="13510"/>
                </a:lnTo>
                <a:lnTo>
                  <a:pt x="2005" y="12617"/>
                </a:lnTo>
                <a:lnTo>
                  <a:pt x="3008" y="11726"/>
                </a:lnTo>
                <a:lnTo>
                  <a:pt x="4012" y="10834"/>
                </a:lnTo>
                <a:lnTo>
                  <a:pt x="5017" y="9941"/>
                </a:lnTo>
                <a:lnTo>
                  <a:pt x="6023" y="9046"/>
                </a:lnTo>
                <a:lnTo>
                  <a:pt x="7031" y="8150"/>
                </a:lnTo>
                <a:lnTo>
                  <a:pt x="8039" y="7255"/>
                </a:lnTo>
                <a:lnTo>
                  <a:pt x="9050" y="6355"/>
                </a:lnTo>
                <a:lnTo>
                  <a:pt x="10064" y="5455"/>
                </a:lnTo>
                <a:lnTo>
                  <a:pt x="11079" y="4553"/>
                </a:lnTo>
                <a:lnTo>
                  <a:pt x="12096" y="3648"/>
                </a:lnTo>
                <a:lnTo>
                  <a:pt x="13118" y="2741"/>
                </a:lnTo>
                <a:lnTo>
                  <a:pt x="14143" y="1829"/>
                </a:lnTo>
                <a:lnTo>
                  <a:pt x="15169" y="917"/>
                </a:lnTo>
                <a:lnTo>
                  <a:pt x="16200" y="0"/>
                </a:lnTo>
                <a:close/>
              </a:path>
            </a:pathLst>
          </a:custGeom>
          <a:solidFill>
            <a:srgbClr val="ACC5E1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3" name="contour_07131"/>
          <p:cNvSpPr/>
          <p:nvPr/>
        </p:nvSpPr>
        <p:spPr>
          <a:xfrm>
            <a:off x="1314925" y="3905270"/>
            <a:ext cx="138472" cy="30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64"/>
                </a:moveTo>
                <a:lnTo>
                  <a:pt x="21034" y="3789"/>
                </a:lnTo>
                <a:lnTo>
                  <a:pt x="20447" y="6336"/>
                </a:lnTo>
                <a:lnTo>
                  <a:pt x="19839" y="8465"/>
                </a:lnTo>
                <a:lnTo>
                  <a:pt x="19207" y="10217"/>
                </a:lnTo>
                <a:lnTo>
                  <a:pt x="18551" y="11658"/>
                </a:lnTo>
                <a:lnTo>
                  <a:pt x="17868" y="12835"/>
                </a:lnTo>
                <a:lnTo>
                  <a:pt x="17157" y="13802"/>
                </a:lnTo>
                <a:lnTo>
                  <a:pt x="16416" y="14617"/>
                </a:lnTo>
                <a:lnTo>
                  <a:pt x="15643" y="15335"/>
                </a:lnTo>
                <a:lnTo>
                  <a:pt x="14837" y="16003"/>
                </a:lnTo>
                <a:lnTo>
                  <a:pt x="13997" y="16680"/>
                </a:lnTo>
                <a:lnTo>
                  <a:pt x="13618" y="17006"/>
                </a:lnTo>
                <a:lnTo>
                  <a:pt x="12472" y="17989"/>
                </a:lnTo>
                <a:lnTo>
                  <a:pt x="11688" y="18595"/>
                </a:lnTo>
                <a:lnTo>
                  <a:pt x="10907" y="19140"/>
                </a:lnTo>
                <a:lnTo>
                  <a:pt x="10128" y="19634"/>
                </a:lnTo>
                <a:lnTo>
                  <a:pt x="9353" y="20067"/>
                </a:lnTo>
                <a:lnTo>
                  <a:pt x="8579" y="20449"/>
                </a:lnTo>
                <a:lnTo>
                  <a:pt x="7807" y="20770"/>
                </a:lnTo>
                <a:lnTo>
                  <a:pt x="7034" y="21040"/>
                </a:lnTo>
                <a:lnTo>
                  <a:pt x="6262" y="21259"/>
                </a:lnTo>
                <a:lnTo>
                  <a:pt x="5489" y="21422"/>
                </a:lnTo>
                <a:lnTo>
                  <a:pt x="4713" y="21534"/>
                </a:lnTo>
                <a:lnTo>
                  <a:pt x="3937" y="21595"/>
                </a:lnTo>
                <a:lnTo>
                  <a:pt x="3158" y="21600"/>
                </a:lnTo>
                <a:lnTo>
                  <a:pt x="2375" y="21559"/>
                </a:lnTo>
                <a:lnTo>
                  <a:pt x="1588" y="21468"/>
                </a:lnTo>
                <a:lnTo>
                  <a:pt x="797" y="21325"/>
                </a:lnTo>
                <a:lnTo>
                  <a:pt x="0" y="21137"/>
                </a:lnTo>
                <a:lnTo>
                  <a:pt x="590" y="18544"/>
                </a:lnTo>
                <a:lnTo>
                  <a:pt x="1206" y="16171"/>
                </a:lnTo>
                <a:lnTo>
                  <a:pt x="1847" y="14001"/>
                </a:lnTo>
                <a:lnTo>
                  <a:pt x="2511" y="12025"/>
                </a:lnTo>
                <a:lnTo>
                  <a:pt x="3198" y="10237"/>
                </a:lnTo>
                <a:lnTo>
                  <a:pt x="3904" y="8633"/>
                </a:lnTo>
                <a:lnTo>
                  <a:pt x="4629" y="7197"/>
                </a:lnTo>
                <a:lnTo>
                  <a:pt x="5373" y="5918"/>
                </a:lnTo>
                <a:lnTo>
                  <a:pt x="6131" y="4793"/>
                </a:lnTo>
                <a:lnTo>
                  <a:pt x="6905" y="3815"/>
                </a:lnTo>
                <a:lnTo>
                  <a:pt x="7691" y="2969"/>
                </a:lnTo>
                <a:lnTo>
                  <a:pt x="8489" y="2251"/>
                </a:lnTo>
                <a:lnTo>
                  <a:pt x="9297" y="1650"/>
                </a:lnTo>
                <a:lnTo>
                  <a:pt x="10112" y="1161"/>
                </a:lnTo>
                <a:lnTo>
                  <a:pt x="10936" y="769"/>
                </a:lnTo>
                <a:lnTo>
                  <a:pt x="11765" y="469"/>
                </a:lnTo>
                <a:lnTo>
                  <a:pt x="12597" y="250"/>
                </a:lnTo>
                <a:lnTo>
                  <a:pt x="13433" y="102"/>
                </a:lnTo>
                <a:lnTo>
                  <a:pt x="14270" y="20"/>
                </a:lnTo>
                <a:lnTo>
                  <a:pt x="15105" y="0"/>
                </a:lnTo>
                <a:lnTo>
                  <a:pt x="15940" y="20"/>
                </a:lnTo>
                <a:lnTo>
                  <a:pt x="16771" y="81"/>
                </a:lnTo>
                <a:lnTo>
                  <a:pt x="17596" y="173"/>
                </a:lnTo>
                <a:lnTo>
                  <a:pt x="18416" y="285"/>
                </a:lnTo>
                <a:lnTo>
                  <a:pt x="19227" y="407"/>
                </a:lnTo>
                <a:lnTo>
                  <a:pt x="20029" y="535"/>
                </a:lnTo>
                <a:lnTo>
                  <a:pt x="20821" y="657"/>
                </a:lnTo>
                <a:lnTo>
                  <a:pt x="21600" y="764"/>
                </a:lnTo>
                <a:close/>
              </a:path>
            </a:pathLst>
          </a:custGeom>
          <a:solidFill>
            <a:srgbClr val="A3BD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4" name="contour_07132"/>
          <p:cNvSpPr/>
          <p:nvPr/>
        </p:nvSpPr>
        <p:spPr>
          <a:xfrm>
            <a:off x="1635597" y="3641992"/>
            <a:ext cx="80168" cy="530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6"/>
                </a:moveTo>
                <a:lnTo>
                  <a:pt x="1386" y="719"/>
                </a:lnTo>
                <a:lnTo>
                  <a:pt x="2771" y="626"/>
                </a:lnTo>
                <a:lnTo>
                  <a:pt x="4155" y="540"/>
                </a:lnTo>
                <a:lnTo>
                  <a:pt x="5539" y="463"/>
                </a:lnTo>
                <a:lnTo>
                  <a:pt x="6924" y="389"/>
                </a:lnTo>
                <a:lnTo>
                  <a:pt x="8310" y="321"/>
                </a:lnTo>
                <a:lnTo>
                  <a:pt x="9696" y="258"/>
                </a:lnTo>
                <a:lnTo>
                  <a:pt x="11079" y="145"/>
                </a:lnTo>
                <a:lnTo>
                  <a:pt x="12483" y="33"/>
                </a:lnTo>
                <a:lnTo>
                  <a:pt x="13716" y="0"/>
                </a:lnTo>
                <a:lnTo>
                  <a:pt x="14912" y="0"/>
                </a:lnTo>
                <a:lnTo>
                  <a:pt x="16086" y="59"/>
                </a:lnTo>
                <a:lnTo>
                  <a:pt x="17253" y="196"/>
                </a:lnTo>
                <a:lnTo>
                  <a:pt x="18431" y="442"/>
                </a:lnTo>
                <a:lnTo>
                  <a:pt x="19636" y="816"/>
                </a:lnTo>
                <a:lnTo>
                  <a:pt x="20422" y="3043"/>
                </a:lnTo>
                <a:lnTo>
                  <a:pt x="20917" y="4620"/>
                </a:lnTo>
                <a:lnTo>
                  <a:pt x="21215" y="5974"/>
                </a:lnTo>
                <a:lnTo>
                  <a:pt x="21411" y="7533"/>
                </a:lnTo>
                <a:lnTo>
                  <a:pt x="21600" y="9724"/>
                </a:lnTo>
                <a:lnTo>
                  <a:pt x="20720" y="9632"/>
                </a:lnTo>
                <a:lnTo>
                  <a:pt x="19829" y="9537"/>
                </a:lnTo>
                <a:lnTo>
                  <a:pt x="18509" y="9421"/>
                </a:lnTo>
                <a:lnTo>
                  <a:pt x="17188" y="9317"/>
                </a:lnTo>
                <a:lnTo>
                  <a:pt x="15868" y="9225"/>
                </a:lnTo>
                <a:lnTo>
                  <a:pt x="14547" y="9139"/>
                </a:lnTo>
                <a:lnTo>
                  <a:pt x="13225" y="9059"/>
                </a:lnTo>
                <a:lnTo>
                  <a:pt x="11904" y="8981"/>
                </a:lnTo>
                <a:lnTo>
                  <a:pt x="10521" y="8830"/>
                </a:lnTo>
                <a:lnTo>
                  <a:pt x="9117" y="8679"/>
                </a:lnTo>
                <a:lnTo>
                  <a:pt x="7855" y="8631"/>
                </a:lnTo>
                <a:lnTo>
                  <a:pt x="6657" y="8628"/>
                </a:lnTo>
                <a:lnTo>
                  <a:pt x="5494" y="8702"/>
                </a:lnTo>
                <a:lnTo>
                  <a:pt x="4342" y="8889"/>
                </a:lnTo>
                <a:lnTo>
                  <a:pt x="3173" y="9216"/>
                </a:lnTo>
                <a:lnTo>
                  <a:pt x="1964" y="9724"/>
                </a:lnTo>
                <a:lnTo>
                  <a:pt x="1280" y="11686"/>
                </a:lnTo>
                <a:lnTo>
                  <a:pt x="807" y="13539"/>
                </a:lnTo>
                <a:lnTo>
                  <a:pt x="491" y="15374"/>
                </a:lnTo>
                <a:lnTo>
                  <a:pt x="285" y="17271"/>
                </a:lnTo>
                <a:lnTo>
                  <a:pt x="137" y="19317"/>
                </a:lnTo>
                <a:lnTo>
                  <a:pt x="0" y="21600"/>
                </a:lnTo>
                <a:lnTo>
                  <a:pt x="0" y="19542"/>
                </a:lnTo>
                <a:lnTo>
                  <a:pt x="0" y="17482"/>
                </a:lnTo>
                <a:lnTo>
                  <a:pt x="0" y="15421"/>
                </a:lnTo>
                <a:lnTo>
                  <a:pt x="0" y="13358"/>
                </a:lnTo>
                <a:lnTo>
                  <a:pt x="0" y="11285"/>
                </a:lnTo>
                <a:lnTo>
                  <a:pt x="0" y="9210"/>
                </a:lnTo>
                <a:lnTo>
                  <a:pt x="0" y="7126"/>
                </a:lnTo>
                <a:lnTo>
                  <a:pt x="0" y="5033"/>
                </a:lnTo>
                <a:lnTo>
                  <a:pt x="0" y="2930"/>
                </a:lnTo>
                <a:lnTo>
                  <a:pt x="0" y="816"/>
                </a:lnTo>
                <a:close/>
              </a:path>
            </a:pathLst>
          </a:custGeom>
          <a:solidFill>
            <a:srgbClr val="BFD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5" name="contour_07133"/>
          <p:cNvSpPr/>
          <p:nvPr/>
        </p:nvSpPr>
        <p:spPr>
          <a:xfrm>
            <a:off x="7159894" y="3606914"/>
            <a:ext cx="167624" cy="24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54"/>
                </a:moveTo>
                <a:lnTo>
                  <a:pt x="661" y="328"/>
                </a:lnTo>
                <a:lnTo>
                  <a:pt x="1321" y="164"/>
                </a:lnTo>
                <a:lnTo>
                  <a:pt x="1982" y="57"/>
                </a:lnTo>
                <a:lnTo>
                  <a:pt x="2640" y="0"/>
                </a:lnTo>
                <a:lnTo>
                  <a:pt x="3299" y="0"/>
                </a:lnTo>
                <a:lnTo>
                  <a:pt x="3957" y="50"/>
                </a:lnTo>
                <a:lnTo>
                  <a:pt x="4614" y="151"/>
                </a:lnTo>
                <a:lnTo>
                  <a:pt x="5271" y="302"/>
                </a:lnTo>
                <a:lnTo>
                  <a:pt x="5928" y="491"/>
                </a:lnTo>
                <a:lnTo>
                  <a:pt x="6583" y="725"/>
                </a:lnTo>
                <a:lnTo>
                  <a:pt x="7239" y="1002"/>
                </a:lnTo>
                <a:lnTo>
                  <a:pt x="7894" y="1317"/>
                </a:lnTo>
                <a:lnTo>
                  <a:pt x="8549" y="1663"/>
                </a:lnTo>
                <a:lnTo>
                  <a:pt x="9203" y="2048"/>
                </a:lnTo>
                <a:lnTo>
                  <a:pt x="9857" y="2470"/>
                </a:lnTo>
                <a:lnTo>
                  <a:pt x="10511" y="2917"/>
                </a:lnTo>
                <a:lnTo>
                  <a:pt x="11164" y="3390"/>
                </a:lnTo>
                <a:lnTo>
                  <a:pt x="11817" y="3894"/>
                </a:lnTo>
                <a:lnTo>
                  <a:pt x="12470" y="4423"/>
                </a:lnTo>
                <a:lnTo>
                  <a:pt x="13122" y="4972"/>
                </a:lnTo>
                <a:lnTo>
                  <a:pt x="13775" y="5539"/>
                </a:lnTo>
                <a:lnTo>
                  <a:pt x="14428" y="6125"/>
                </a:lnTo>
                <a:lnTo>
                  <a:pt x="15080" y="6723"/>
                </a:lnTo>
                <a:lnTo>
                  <a:pt x="15731" y="7341"/>
                </a:lnTo>
                <a:lnTo>
                  <a:pt x="16384" y="7965"/>
                </a:lnTo>
                <a:lnTo>
                  <a:pt x="17036" y="8607"/>
                </a:lnTo>
                <a:lnTo>
                  <a:pt x="17688" y="9250"/>
                </a:lnTo>
                <a:lnTo>
                  <a:pt x="18339" y="9899"/>
                </a:lnTo>
                <a:lnTo>
                  <a:pt x="18991" y="10554"/>
                </a:lnTo>
                <a:lnTo>
                  <a:pt x="19644" y="11203"/>
                </a:lnTo>
                <a:lnTo>
                  <a:pt x="20296" y="11859"/>
                </a:lnTo>
                <a:lnTo>
                  <a:pt x="20947" y="12508"/>
                </a:lnTo>
                <a:lnTo>
                  <a:pt x="21600" y="13157"/>
                </a:lnTo>
                <a:lnTo>
                  <a:pt x="21600" y="16282"/>
                </a:lnTo>
                <a:lnTo>
                  <a:pt x="21600" y="19458"/>
                </a:lnTo>
                <a:lnTo>
                  <a:pt x="20944" y="19571"/>
                </a:lnTo>
                <a:lnTo>
                  <a:pt x="20288" y="19678"/>
                </a:lnTo>
                <a:lnTo>
                  <a:pt x="19633" y="19785"/>
                </a:lnTo>
                <a:lnTo>
                  <a:pt x="18977" y="19886"/>
                </a:lnTo>
                <a:lnTo>
                  <a:pt x="18321" y="19981"/>
                </a:lnTo>
                <a:lnTo>
                  <a:pt x="17665" y="20069"/>
                </a:lnTo>
                <a:lnTo>
                  <a:pt x="17010" y="20151"/>
                </a:lnTo>
                <a:lnTo>
                  <a:pt x="16354" y="20233"/>
                </a:lnTo>
                <a:lnTo>
                  <a:pt x="15698" y="20302"/>
                </a:lnTo>
                <a:lnTo>
                  <a:pt x="15042" y="20371"/>
                </a:lnTo>
                <a:lnTo>
                  <a:pt x="14386" y="20441"/>
                </a:lnTo>
                <a:lnTo>
                  <a:pt x="13730" y="20497"/>
                </a:lnTo>
                <a:lnTo>
                  <a:pt x="13061" y="20573"/>
                </a:lnTo>
                <a:lnTo>
                  <a:pt x="12393" y="20661"/>
                </a:lnTo>
                <a:lnTo>
                  <a:pt x="11723" y="20768"/>
                </a:lnTo>
                <a:lnTo>
                  <a:pt x="11055" y="20882"/>
                </a:lnTo>
                <a:lnTo>
                  <a:pt x="10412" y="20989"/>
                </a:lnTo>
                <a:lnTo>
                  <a:pt x="9770" y="21077"/>
                </a:lnTo>
                <a:lnTo>
                  <a:pt x="9128" y="21153"/>
                </a:lnTo>
                <a:lnTo>
                  <a:pt x="8486" y="21209"/>
                </a:lnTo>
                <a:lnTo>
                  <a:pt x="7844" y="21260"/>
                </a:lnTo>
                <a:lnTo>
                  <a:pt x="7201" y="21304"/>
                </a:lnTo>
                <a:lnTo>
                  <a:pt x="6605" y="21449"/>
                </a:lnTo>
                <a:lnTo>
                  <a:pt x="6000" y="21600"/>
                </a:lnTo>
                <a:lnTo>
                  <a:pt x="5236" y="21524"/>
                </a:lnTo>
                <a:lnTo>
                  <a:pt x="4550" y="21241"/>
                </a:lnTo>
                <a:lnTo>
                  <a:pt x="3925" y="20642"/>
                </a:lnTo>
                <a:lnTo>
                  <a:pt x="3345" y="19653"/>
                </a:lnTo>
                <a:lnTo>
                  <a:pt x="2792" y="18179"/>
                </a:lnTo>
                <a:lnTo>
                  <a:pt x="2251" y="16118"/>
                </a:lnTo>
                <a:lnTo>
                  <a:pt x="1704" y="13383"/>
                </a:lnTo>
                <a:lnTo>
                  <a:pt x="1134" y="9893"/>
                </a:lnTo>
                <a:lnTo>
                  <a:pt x="760" y="6805"/>
                </a:lnTo>
                <a:lnTo>
                  <a:pt x="382" y="3705"/>
                </a:lnTo>
                <a:lnTo>
                  <a:pt x="0" y="554"/>
                </a:lnTo>
                <a:close/>
              </a:path>
            </a:pathLst>
          </a:custGeom>
          <a:solidFill>
            <a:srgbClr val="BCBEC0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6" name="contour_07134"/>
          <p:cNvSpPr/>
          <p:nvPr/>
        </p:nvSpPr>
        <p:spPr>
          <a:xfrm>
            <a:off x="8479021" y="3570730"/>
            <a:ext cx="196776" cy="35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5"/>
                </a:moveTo>
                <a:lnTo>
                  <a:pt x="21600" y="2431"/>
                </a:lnTo>
                <a:lnTo>
                  <a:pt x="21600" y="4663"/>
                </a:lnTo>
                <a:lnTo>
                  <a:pt x="21051" y="5230"/>
                </a:lnTo>
                <a:lnTo>
                  <a:pt x="20502" y="5796"/>
                </a:lnTo>
                <a:lnTo>
                  <a:pt x="19954" y="6363"/>
                </a:lnTo>
                <a:lnTo>
                  <a:pt x="19405" y="6925"/>
                </a:lnTo>
                <a:lnTo>
                  <a:pt x="18856" y="7488"/>
                </a:lnTo>
                <a:lnTo>
                  <a:pt x="18307" y="8046"/>
                </a:lnTo>
                <a:lnTo>
                  <a:pt x="17758" y="8604"/>
                </a:lnTo>
                <a:lnTo>
                  <a:pt x="17210" y="9162"/>
                </a:lnTo>
                <a:lnTo>
                  <a:pt x="16660" y="9715"/>
                </a:lnTo>
                <a:lnTo>
                  <a:pt x="16111" y="10269"/>
                </a:lnTo>
                <a:lnTo>
                  <a:pt x="15562" y="10822"/>
                </a:lnTo>
                <a:lnTo>
                  <a:pt x="15013" y="11376"/>
                </a:lnTo>
                <a:lnTo>
                  <a:pt x="14464" y="11925"/>
                </a:lnTo>
                <a:lnTo>
                  <a:pt x="13914" y="12474"/>
                </a:lnTo>
                <a:lnTo>
                  <a:pt x="13392" y="13001"/>
                </a:lnTo>
                <a:lnTo>
                  <a:pt x="12870" y="13532"/>
                </a:lnTo>
                <a:lnTo>
                  <a:pt x="12347" y="14063"/>
                </a:lnTo>
                <a:lnTo>
                  <a:pt x="11825" y="14599"/>
                </a:lnTo>
                <a:lnTo>
                  <a:pt x="11302" y="15139"/>
                </a:lnTo>
                <a:lnTo>
                  <a:pt x="10765" y="15693"/>
                </a:lnTo>
                <a:lnTo>
                  <a:pt x="10227" y="16242"/>
                </a:lnTo>
                <a:lnTo>
                  <a:pt x="9690" y="16787"/>
                </a:lnTo>
                <a:lnTo>
                  <a:pt x="9152" y="17327"/>
                </a:lnTo>
                <a:lnTo>
                  <a:pt x="8614" y="17867"/>
                </a:lnTo>
                <a:lnTo>
                  <a:pt x="8076" y="18399"/>
                </a:lnTo>
                <a:lnTo>
                  <a:pt x="7538" y="18934"/>
                </a:lnTo>
                <a:lnTo>
                  <a:pt x="7151" y="19342"/>
                </a:lnTo>
                <a:lnTo>
                  <a:pt x="6762" y="19758"/>
                </a:lnTo>
                <a:lnTo>
                  <a:pt x="6368" y="20174"/>
                </a:lnTo>
                <a:lnTo>
                  <a:pt x="5785" y="20697"/>
                </a:lnTo>
                <a:lnTo>
                  <a:pt x="5227" y="21100"/>
                </a:lnTo>
                <a:lnTo>
                  <a:pt x="4690" y="21392"/>
                </a:lnTo>
                <a:lnTo>
                  <a:pt x="4169" y="21556"/>
                </a:lnTo>
                <a:lnTo>
                  <a:pt x="3658" y="21600"/>
                </a:lnTo>
                <a:lnTo>
                  <a:pt x="3154" y="21507"/>
                </a:lnTo>
                <a:lnTo>
                  <a:pt x="2651" y="21281"/>
                </a:lnTo>
                <a:lnTo>
                  <a:pt x="2146" y="20914"/>
                </a:lnTo>
                <a:lnTo>
                  <a:pt x="1633" y="20400"/>
                </a:lnTo>
                <a:lnTo>
                  <a:pt x="1107" y="19736"/>
                </a:lnTo>
                <a:lnTo>
                  <a:pt x="565" y="18921"/>
                </a:lnTo>
                <a:lnTo>
                  <a:pt x="0" y="17947"/>
                </a:lnTo>
                <a:lnTo>
                  <a:pt x="543" y="16791"/>
                </a:lnTo>
                <a:lnTo>
                  <a:pt x="1086" y="15680"/>
                </a:lnTo>
                <a:lnTo>
                  <a:pt x="1628" y="14613"/>
                </a:lnTo>
                <a:lnTo>
                  <a:pt x="2170" y="13590"/>
                </a:lnTo>
                <a:lnTo>
                  <a:pt x="2713" y="12611"/>
                </a:lnTo>
                <a:lnTo>
                  <a:pt x="3255" y="11672"/>
                </a:lnTo>
                <a:lnTo>
                  <a:pt x="3798" y="10778"/>
                </a:lnTo>
                <a:lnTo>
                  <a:pt x="4341" y="9923"/>
                </a:lnTo>
                <a:lnTo>
                  <a:pt x="4884" y="9113"/>
                </a:lnTo>
                <a:lnTo>
                  <a:pt x="5427" y="8338"/>
                </a:lnTo>
                <a:lnTo>
                  <a:pt x="5970" y="7603"/>
                </a:lnTo>
                <a:lnTo>
                  <a:pt x="6514" y="6908"/>
                </a:lnTo>
                <a:lnTo>
                  <a:pt x="7059" y="6252"/>
                </a:lnTo>
                <a:lnTo>
                  <a:pt x="7605" y="5632"/>
                </a:lnTo>
                <a:lnTo>
                  <a:pt x="8150" y="5048"/>
                </a:lnTo>
                <a:lnTo>
                  <a:pt x="8697" y="4503"/>
                </a:lnTo>
                <a:lnTo>
                  <a:pt x="9244" y="3990"/>
                </a:lnTo>
                <a:lnTo>
                  <a:pt x="9792" y="3511"/>
                </a:lnTo>
                <a:lnTo>
                  <a:pt x="10341" y="3069"/>
                </a:lnTo>
                <a:lnTo>
                  <a:pt x="10891" y="2657"/>
                </a:lnTo>
                <a:lnTo>
                  <a:pt x="11442" y="2276"/>
                </a:lnTo>
                <a:lnTo>
                  <a:pt x="11994" y="1931"/>
                </a:lnTo>
                <a:lnTo>
                  <a:pt x="12546" y="1616"/>
                </a:lnTo>
                <a:lnTo>
                  <a:pt x="13101" y="1328"/>
                </a:lnTo>
                <a:lnTo>
                  <a:pt x="13656" y="1076"/>
                </a:lnTo>
                <a:lnTo>
                  <a:pt x="14213" y="846"/>
                </a:lnTo>
                <a:lnTo>
                  <a:pt x="14771" y="651"/>
                </a:lnTo>
                <a:lnTo>
                  <a:pt x="15331" y="478"/>
                </a:lnTo>
                <a:lnTo>
                  <a:pt x="15892" y="337"/>
                </a:lnTo>
                <a:lnTo>
                  <a:pt x="16454" y="217"/>
                </a:lnTo>
                <a:lnTo>
                  <a:pt x="17019" y="128"/>
                </a:lnTo>
                <a:lnTo>
                  <a:pt x="17585" y="62"/>
                </a:lnTo>
                <a:lnTo>
                  <a:pt x="18153" y="18"/>
                </a:lnTo>
                <a:lnTo>
                  <a:pt x="18722" y="0"/>
                </a:lnTo>
                <a:lnTo>
                  <a:pt x="19294" y="4"/>
                </a:lnTo>
                <a:lnTo>
                  <a:pt x="19867" y="31"/>
                </a:lnTo>
                <a:lnTo>
                  <a:pt x="20443" y="75"/>
                </a:lnTo>
                <a:lnTo>
                  <a:pt x="21020" y="146"/>
                </a:lnTo>
                <a:lnTo>
                  <a:pt x="21600" y="235"/>
                </a:lnTo>
                <a:close/>
              </a:path>
            </a:pathLst>
          </a:custGeom>
          <a:solidFill>
            <a:srgbClr val="EE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7" name="contour_07135"/>
          <p:cNvSpPr/>
          <p:nvPr/>
        </p:nvSpPr>
        <p:spPr>
          <a:xfrm>
            <a:off x="4237410" y="3576349"/>
            <a:ext cx="138472" cy="227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222"/>
                </a:moveTo>
                <a:lnTo>
                  <a:pt x="11462" y="166"/>
                </a:lnTo>
                <a:lnTo>
                  <a:pt x="12128" y="118"/>
                </a:lnTo>
                <a:lnTo>
                  <a:pt x="12803" y="62"/>
                </a:lnTo>
                <a:lnTo>
                  <a:pt x="13689" y="104"/>
                </a:lnTo>
                <a:lnTo>
                  <a:pt x="14528" y="215"/>
                </a:lnTo>
                <a:lnTo>
                  <a:pt x="15326" y="437"/>
                </a:lnTo>
                <a:lnTo>
                  <a:pt x="16090" y="825"/>
                </a:lnTo>
                <a:lnTo>
                  <a:pt x="16823" y="1428"/>
                </a:lnTo>
                <a:lnTo>
                  <a:pt x="17532" y="2302"/>
                </a:lnTo>
                <a:lnTo>
                  <a:pt x="18224" y="3481"/>
                </a:lnTo>
                <a:lnTo>
                  <a:pt x="18902" y="5027"/>
                </a:lnTo>
                <a:lnTo>
                  <a:pt x="19574" y="6983"/>
                </a:lnTo>
                <a:lnTo>
                  <a:pt x="20244" y="9403"/>
                </a:lnTo>
                <a:lnTo>
                  <a:pt x="20917" y="12336"/>
                </a:lnTo>
                <a:lnTo>
                  <a:pt x="21600" y="15824"/>
                </a:lnTo>
                <a:lnTo>
                  <a:pt x="20811" y="16829"/>
                </a:lnTo>
                <a:lnTo>
                  <a:pt x="20029" y="17731"/>
                </a:lnTo>
                <a:lnTo>
                  <a:pt x="19254" y="18528"/>
                </a:lnTo>
                <a:lnTo>
                  <a:pt x="18484" y="19229"/>
                </a:lnTo>
                <a:lnTo>
                  <a:pt x="17720" y="19832"/>
                </a:lnTo>
                <a:lnTo>
                  <a:pt x="16958" y="20345"/>
                </a:lnTo>
                <a:lnTo>
                  <a:pt x="16200" y="20768"/>
                </a:lnTo>
                <a:lnTo>
                  <a:pt x="15444" y="21101"/>
                </a:lnTo>
                <a:lnTo>
                  <a:pt x="14688" y="21343"/>
                </a:lnTo>
                <a:lnTo>
                  <a:pt x="13933" y="21510"/>
                </a:lnTo>
                <a:lnTo>
                  <a:pt x="13176" y="21593"/>
                </a:lnTo>
                <a:lnTo>
                  <a:pt x="12417" y="21600"/>
                </a:lnTo>
                <a:lnTo>
                  <a:pt x="11655" y="21531"/>
                </a:lnTo>
                <a:lnTo>
                  <a:pt x="10889" y="21392"/>
                </a:lnTo>
                <a:lnTo>
                  <a:pt x="10118" y="21184"/>
                </a:lnTo>
                <a:lnTo>
                  <a:pt x="9340" y="20914"/>
                </a:lnTo>
                <a:lnTo>
                  <a:pt x="8556" y="20574"/>
                </a:lnTo>
                <a:lnTo>
                  <a:pt x="7765" y="20178"/>
                </a:lnTo>
                <a:lnTo>
                  <a:pt x="6963" y="19721"/>
                </a:lnTo>
                <a:lnTo>
                  <a:pt x="6288" y="19360"/>
                </a:lnTo>
                <a:lnTo>
                  <a:pt x="5609" y="18993"/>
                </a:lnTo>
                <a:lnTo>
                  <a:pt x="4920" y="18625"/>
                </a:lnTo>
                <a:lnTo>
                  <a:pt x="4218" y="18244"/>
                </a:lnTo>
                <a:lnTo>
                  <a:pt x="3514" y="17856"/>
                </a:lnTo>
                <a:lnTo>
                  <a:pt x="2811" y="17460"/>
                </a:lnTo>
                <a:lnTo>
                  <a:pt x="2108" y="17058"/>
                </a:lnTo>
                <a:lnTo>
                  <a:pt x="1405" y="16649"/>
                </a:lnTo>
                <a:lnTo>
                  <a:pt x="703" y="16240"/>
                </a:lnTo>
                <a:lnTo>
                  <a:pt x="0" y="15824"/>
                </a:lnTo>
                <a:lnTo>
                  <a:pt x="698" y="12294"/>
                </a:lnTo>
                <a:lnTo>
                  <a:pt x="1399" y="9326"/>
                </a:lnTo>
                <a:lnTo>
                  <a:pt x="2109" y="6872"/>
                </a:lnTo>
                <a:lnTo>
                  <a:pt x="2825" y="4875"/>
                </a:lnTo>
                <a:lnTo>
                  <a:pt x="3553" y="3301"/>
                </a:lnTo>
                <a:lnTo>
                  <a:pt x="4290" y="2094"/>
                </a:lnTo>
                <a:lnTo>
                  <a:pt x="5041" y="1207"/>
                </a:lnTo>
                <a:lnTo>
                  <a:pt x="5807" y="603"/>
                </a:lnTo>
                <a:lnTo>
                  <a:pt x="6588" y="236"/>
                </a:lnTo>
                <a:lnTo>
                  <a:pt x="7388" y="49"/>
                </a:lnTo>
                <a:lnTo>
                  <a:pt x="8208" y="0"/>
                </a:lnTo>
                <a:lnTo>
                  <a:pt x="9048" y="42"/>
                </a:lnTo>
                <a:lnTo>
                  <a:pt x="9912" y="132"/>
                </a:lnTo>
                <a:lnTo>
                  <a:pt x="10800" y="222"/>
                </a:lnTo>
                <a:close/>
              </a:path>
            </a:pathLst>
          </a:custGeom>
          <a:solidFill>
            <a:srgbClr val="9EB1B7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8" name="contour_07136"/>
          <p:cNvSpPr/>
          <p:nvPr/>
        </p:nvSpPr>
        <p:spPr>
          <a:xfrm>
            <a:off x="5483656" y="3462452"/>
            <a:ext cx="153048" cy="420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78" y="1067"/>
                </a:moveTo>
                <a:lnTo>
                  <a:pt x="20985" y="2227"/>
                </a:lnTo>
                <a:lnTo>
                  <a:pt x="21600" y="3406"/>
                </a:lnTo>
                <a:lnTo>
                  <a:pt x="20991" y="5027"/>
                </a:lnTo>
                <a:lnTo>
                  <a:pt x="20380" y="6513"/>
                </a:lnTo>
                <a:lnTo>
                  <a:pt x="19764" y="7879"/>
                </a:lnTo>
                <a:lnTo>
                  <a:pt x="19144" y="9133"/>
                </a:lnTo>
                <a:lnTo>
                  <a:pt x="18516" y="10289"/>
                </a:lnTo>
                <a:lnTo>
                  <a:pt x="17882" y="11356"/>
                </a:lnTo>
                <a:lnTo>
                  <a:pt x="17238" y="12340"/>
                </a:lnTo>
                <a:lnTo>
                  <a:pt x="16584" y="13261"/>
                </a:lnTo>
                <a:lnTo>
                  <a:pt x="15918" y="14122"/>
                </a:lnTo>
                <a:lnTo>
                  <a:pt x="15240" y="14934"/>
                </a:lnTo>
                <a:lnTo>
                  <a:pt x="14547" y="15712"/>
                </a:lnTo>
                <a:lnTo>
                  <a:pt x="13839" y="16469"/>
                </a:lnTo>
                <a:lnTo>
                  <a:pt x="13114" y="17206"/>
                </a:lnTo>
                <a:lnTo>
                  <a:pt x="12614" y="17711"/>
                </a:lnTo>
                <a:lnTo>
                  <a:pt x="12111" y="18216"/>
                </a:lnTo>
                <a:lnTo>
                  <a:pt x="11602" y="18733"/>
                </a:lnTo>
                <a:lnTo>
                  <a:pt x="10835" y="19407"/>
                </a:lnTo>
                <a:lnTo>
                  <a:pt x="10084" y="19994"/>
                </a:lnTo>
                <a:lnTo>
                  <a:pt x="9349" y="20492"/>
                </a:lnTo>
                <a:lnTo>
                  <a:pt x="8626" y="20896"/>
                </a:lnTo>
                <a:lnTo>
                  <a:pt x="7912" y="21211"/>
                </a:lnTo>
                <a:lnTo>
                  <a:pt x="7206" y="21435"/>
                </a:lnTo>
                <a:lnTo>
                  <a:pt x="6505" y="21563"/>
                </a:lnTo>
                <a:lnTo>
                  <a:pt x="5806" y="21600"/>
                </a:lnTo>
                <a:lnTo>
                  <a:pt x="5107" y="21540"/>
                </a:lnTo>
                <a:lnTo>
                  <a:pt x="4405" y="21383"/>
                </a:lnTo>
                <a:lnTo>
                  <a:pt x="3699" y="21132"/>
                </a:lnTo>
                <a:lnTo>
                  <a:pt x="2985" y="20780"/>
                </a:lnTo>
                <a:lnTo>
                  <a:pt x="2260" y="20331"/>
                </a:lnTo>
                <a:lnTo>
                  <a:pt x="1523" y="19781"/>
                </a:lnTo>
                <a:lnTo>
                  <a:pt x="770" y="19130"/>
                </a:lnTo>
                <a:lnTo>
                  <a:pt x="0" y="18377"/>
                </a:lnTo>
                <a:lnTo>
                  <a:pt x="651" y="16570"/>
                </a:lnTo>
                <a:lnTo>
                  <a:pt x="1286" y="15024"/>
                </a:lnTo>
                <a:lnTo>
                  <a:pt x="1911" y="13721"/>
                </a:lnTo>
                <a:lnTo>
                  <a:pt x="2532" y="12632"/>
                </a:lnTo>
                <a:lnTo>
                  <a:pt x="3157" y="11741"/>
                </a:lnTo>
                <a:lnTo>
                  <a:pt x="3789" y="11019"/>
                </a:lnTo>
                <a:lnTo>
                  <a:pt x="4436" y="10450"/>
                </a:lnTo>
                <a:lnTo>
                  <a:pt x="5104" y="10005"/>
                </a:lnTo>
                <a:lnTo>
                  <a:pt x="5797" y="9660"/>
                </a:lnTo>
                <a:lnTo>
                  <a:pt x="6524" y="9398"/>
                </a:lnTo>
                <a:lnTo>
                  <a:pt x="7289" y="9192"/>
                </a:lnTo>
                <a:lnTo>
                  <a:pt x="8100" y="9020"/>
                </a:lnTo>
                <a:lnTo>
                  <a:pt x="8833" y="8814"/>
                </a:lnTo>
                <a:lnTo>
                  <a:pt x="9549" y="8579"/>
                </a:lnTo>
                <a:lnTo>
                  <a:pt x="10249" y="8309"/>
                </a:lnTo>
                <a:lnTo>
                  <a:pt x="10934" y="7995"/>
                </a:lnTo>
                <a:lnTo>
                  <a:pt x="11606" y="7632"/>
                </a:lnTo>
                <a:lnTo>
                  <a:pt x="12271" y="7212"/>
                </a:lnTo>
                <a:lnTo>
                  <a:pt x="12927" y="6730"/>
                </a:lnTo>
                <a:lnTo>
                  <a:pt x="13579" y="6176"/>
                </a:lnTo>
                <a:lnTo>
                  <a:pt x="14229" y="5543"/>
                </a:lnTo>
                <a:lnTo>
                  <a:pt x="14879" y="4825"/>
                </a:lnTo>
                <a:lnTo>
                  <a:pt x="15531" y="4012"/>
                </a:lnTo>
                <a:lnTo>
                  <a:pt x="16189" y="3103"/>
                </a:lnTo>
                <a:lnTo>
                  <a:pt x="16853" y="2085"/>
                </a:lnTo>
                <a:lnTo>
                  <a:pt x="17526" y="951"/>
                </a:lnTo>
                <a:lnTo>
                  <a:pt x="18127" y="228"/>
                </a:lnTo>
                <a:lnTo>
                  <a:pt x="18624" y="0"/>
                </a:lnTo>
                <a:lnTo>
                  <a:pt x="19286" y="277"/>
                </a:lnTo>
                <a:lnTo>
                  <a:pt x="20378" y="1067"/>
                </a:lnTo>
                <a:close/>
              </a:path>
            </a:pathLst>
          </a:custGeom>
          <a:solidFill>
            <a:srgbClr val="A5B4BA"/>
          </a:solidFill>
          <a:ln>
            <a:noFill/>
          </a:ln>
        </p:spPr>
        <p:txBody>
          <a:bodyPr/>
          <a:lstStyle/>
          <a:p/>
        </p:txBody>
      </p:sp>
      <p:sp>
        <p:nvSpPr>
          <p:cNvPr id="7139" name="contour_07137"/>
          <p:cNvSpPr/>
          <p:nvPr/>
        </p:nvSpPr>
        <p:spPr>
          <a:xfrm>
            <a:off x="6693463" y="3476372"/>
            <a:ext cx="138472" cy="65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17" y="53"/>
                </a:lnTo>
                <a:lnTo>
                  <a:pt x="1626" y="185"/>
                </a:lnTo>
                <a:lnTo>
                  <a:pt x="2425" y="389"/>
                </a:lnTo>
                <a:lnTo>
                  <a:pt x="3216" y="662"/>
                </a:lnTo>
                <a:lnTo>
                  <a:pt x="3998" y="1003"/>
                </a:lnTo>
                <a:lnTo>
                  <a:pt x="4774" y="1406"/>
                </a:lnTo>
                <a:lnTo>
                  <a:pt x="5540" y="1871"/>
                </a:lnTo>
                <a:lnTo>
                  <a:pt x="6300" y="2392"/>
                </a:lnTo>
                <a:lnTo>
                  <a:pt x="7052" y="2968"/>
                </a:lnTo>
                <a:lnTo>
                  <a:pt x="7798" y="3592"/>
                </a:lnTo>
                <a:lnTo>
                  <a:pt x="8537" y="4263"/>
                </a:lnTo>
                <a:lnTo>
                  <a:pt x="9269" y="4981"/>
                </a:lnTo>
                <a:lnTo>
                  <a:pt x="9994" y="5736"/>
                </a:lnTo>
                <a:lnTo>
                  <a:pt x="10714" y="6531"/>
                </a:lnTo>
                <a:lnTo>
                  <a:pt x="11428" y="7358"/>
                </a:lnTo>
                <a:lnTo>
                  <a:pt x="12136" y="8215"/>
                </a:lnTo>
                <a:lnTo>
                  <a:pt x="12838" y="9100"/>
                </a:lnTo>
                <a:lnTo>
                  <a:pt x="13536" y="10009"/>
                </a:lnTo>
                <a:lnTo>
                  <a:pt x="14230" y="10940"/>
                </a:lnTo>
                <a:lnTo>
                  <a:pt x="14918" y="11888"/>
                </a:lnTo>
                <a:lnTo>
                  <a:pt x="15602" y="12850"/>
                </a:lnTo>
                <a:lnTo>
                  <a:pt x="16282" y="13822"/>
                </a:lnTo>
                <a:lnTo>
                  <a:pt x="16958" y="14801"/>
                </a:lnTo>
                <a:lnTo>
                  <a:pt x="17630" y="15784"/>
                </a:lnTo>
                <a:lnTo>
                  <a:pt x="18299" y="16770"/>
                </a:lnTo>
                <a:lnTo>
                  <a:pt x="18965" y="17752"/>
                </a:lnTo>
                <a:lnTo>
                  <a:pt x="19628" y="18731"/>
                </a:lnTo>
                <a:lnTo>
                  <a:pt x="20287" y="19697"/>
                </a:lnTo>
                <a:lnTo>
                  <a:pt x="20945" y="20652"/>
                </a:lnTo>
                <a:lnTo>
                  <a:pt x="21600" y="21593"/>
                </a:lnTo>
                <a:lnTo>
                  <a:pt x="20777" y="21600"/>
                </a:lnTo>
                <a:lnTo>
                  <a:pt x="19960" y="21535"/>
                </a:lnTo>
                <a:lnTo>
                  <a:pt x="19144" y="21406"/>
                </a:lnTo>
                <a:lnTo>
                  <a:pt x="18335" y="21209"/>
                </a:lnTo>
                <a:lnTo>
                  <a:pt x="17530" y="20947"/>
                </a:lnTo>
                <a:lnTo>
                  <a:pt x="16730" y="20628"/>
                </a:lnTo>
                <a:lnTo>
                  <a:pt x="15935" y="20252"/>
                </a:lnTo>
                <a:lnTo>
                  <a:pt x="15144" y="19817"/>
                </a:lnTo>
                <a:lnTo>
                  <a:pt x="14359" y="19333"/>
                </a:lnTo>
                <a:lnTo>
                  <a:pt x="13580" y="18795"/>
                </a:lnTo>
                <a:lnTo>
                  <a:pt x="12805" y="18212"/>
                </a:lnTo>
                <a:lnTo>
                  <a:pt x="12037" y="17581"/>
                </a:lnTo>
                <a:lnTo>
                  <a:pt x="11274" y="16910"/>
                </a:lnTo>
                <a:lnTo>
                  <a:pt x="10518" y="16199"/>
                </a:lnTo>
                <a:lnTo>
                  <a:pt x="9768" y="15448"/>
                </a:lnTo>
                <a:lnTo>
                  <a:pt x="9023" y="14664"/>
                </a:lnTo>
                <a:lnTo>
                  <a:pt x="8285" y="13846"/>
                </a:lnTo>
                <a:lnTo>
                  <a:pt x="7555" y="12996"/>
                </a:lnTo>
                <a:lnTo>
                  <a:pt x="6831" y="12123"/>
                </a:lnTo>
                <a:lnTo>
                  <a:pt x="6114" y="11221"/>
                </a:lnTo>
                <a:lnTo>
                  <a:pt x="5403" y="10297"/>
                </a:lnTo>
                <a:lnTo>
                  <a:pt x="4701" y="9354"/>
                </a:lnTo>
                <a:lnTo>
                  <a:pt x="4006" y="8395"/>
                </a:lnTo>
                <a:lnTo>
                  <a:pt x="3318" y="7418"/>
                </a:lnTo>
                <a:lnTo>
                  <a:pt x="2639" y="6430"/>
                </a:lnTo>
                <a:lnTo>
                  <a:pt x="1967" y="5429"/>
                </a:lnTo>
                <a:lnTo>
                  <a:pt x="1303" y="4424"/>
                </a:lnTo>
                <a:lnTo>
                  <a:pt x="647" y="3414"/>
                </a:lnTo>
                <a:lnTo>
                  <a:pt x="0" y="2399"/>
                </a:lnTo>
                <a:lnTo>
                  <a:pt x="0" y="1209"/>
                </a:lnTo>
                <a:lnTo>
                  <a:pt x="0" y="0"/>
                </a:lnTo>
                <a:close/>
              </a:path>
            </a:pathLst>
          </a:custGeom>
          <a:solidFill>
            <a:srgbClr val="A8A9AA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0" name="contour_07138"/>
          <p:cNvSpPr/>
          <p:nvPr/>
        </p:nvSpPr>
        <p:spPr>
          <a:xfrm>
            <a:off x="8726813" y="3402822"/>
            <a:ext cx="53785" cy="66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88" y="219"/>
                </a:moveTo>
                <a:lnTo>
                  <a:pt x="20924" y="3288"/>
                </a:lnTo>
                <a:lnTo>
                  <a:pt x="21263" y="5821"/>
                </a:lnTo>
                <a:lnTo>
                  <a:pt x="21492" y="7895"/>
                </a:lnTo>
                <a:lnTo>
                  <a:pt x="21600" y="9586"/>
                </a:lnTo>
                <a:lnTo>
                  <a:pt x="21577" y="10971"/>
                </a:lnTo>
                <a:lnTo>
                  <a:pt x="21413" y="12123"/>
                </a:lnTo>
                <a:lnTo>
                  <a:pt x="21097" y="13123"/>
                </a:lnTo>
                <a:lnTo>
                  <a:pt x="20617" y="14043"/>
                </a:lnTo>
                <a:lnTo>
                  <a:pt x="19961" y="14960"/>
                </a:lnTo>
                <a:lnTo>
                  <a:pt x="19124" y="15951"/>
                </a:lnTo>
                <a:lnTo>
                  <a:pt x="18088" y="17091"/>
                </a:lnTo>
                <a:lnTo>
                  <a:pt x="16580" y="18051"/>
                </a:lnTo>
                <a:lnTo>
                  <a:pt x="15132" y="18927"/>
                </a:lnTo>
                <a:lnTo>
                  <a:pt x="13686" y="19721"/>
                </a:lnTo>
                <a:lnTo>
                  <a:pt x="12181" y="20431"/>
                </a:lnTo>
                <a:lnTo>
                  <a:pt x="10566" y="21058"/>
                </a:lnTo>
                <a:lnTo>
                  <a:pt x="8780" y="21600"/>
                </a:lnTo>
                <a:lnTo>
                  <a:pt x="6822" y="20982"/>
                </a:lnTo>
                <a:lnTo>
                  <a:pt x="5561" y="20531"/>
                </a:lnTo>
                <a:lnTo>
                  <a:pt x="4446" y="20018"/>
                </a:lnTo>
                <a:lnTo>
                  <a:pt x="2927" y="19224"/>
                </a:lnTo>
                <a:lnTo>
                  <a:pt x="3506" y="17813"/>
                </a:lnTo>
                <a:lnTo>
                  <a:pt x="4089" y="16397"/>
                </a:lnTo>
                <a:lnTo>
                  <a:pt x="4671" y="14977"/>
                </a:lnTo>
                <a:lnTo>
                  <a:pt x="5260" y="13544"/>
                </a:lnTo>
                <a:lnTo>
                  <a:pt x="5854" y="12097"/>
                </a:lnTo>
                <a:lnTo>
                  <a:pt x="4405" y="11508"/>
                </a:lnTo>
                <a:lnTo>
                  <a:pt x="2947" y="10919"/>
                </a:lnTo>
                <a:lnTo>
                  <a:pt x="1484" y="10322"/>
                </a:lnTo>
                <a:lnTo>
                  <a:pt x="0" y="9721"/>
                </a:lnTo>
                <a:lnTo>
                  <a:pt x="1311" y="8522"/>
                </a:lnTo>
                <a:lnTo>
                  <a:pt x="2634" y="7331"/>
                </a:lnTo>
                <a:lnTo>
                  <a:pt x="3966" y="6148"/>
                </a:lnTo>
                <a:lnTo>
                  <a:pt x="5303" y="4970"/>
                </a:lnTo>
                <a:lnTo>
                  <a:pt x="6290" y="4086"/>
                </a:lnTo>
                <a:lnTo>
                  <a:pt x="7282" y="3198"/>
                </a:lnTo>
                <a:lnTo>
                  <a:pt x="8289" y="2297"/>
                </a:lnTo>
                <a:lnTo>
                  <a:pt x="10326" y="1204"/>
                </a:lnTo>
                <a:lnTo>
                  <a:pt x="12199" y="506"/>
                </a:lnTo>
                <a:lnTo>
                  <a:pt x="14031" y="128"/>
                </a:lnTo>
                <a:lnTo>
                  <a:pt x="15942" y="0"/>
                </a:lnTo>
                <a:lnTo>
                  <a:pt x="18056" y="55"/>
                </a:lnTo>
                <a:lnTo>
                  <a:pt x="20488" y="219"/>
                </a:lnTo>
                <a:close/>
              </a:path>
            </a:pathLst>
          </a:custGeom>
          <a:solidFill>
            <a:srgbClr val="9A9EA1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1" name="contour_07139"/>
          <p:cNvSpPr/>
          <p:nvPr/>
        </p:nvSpPr>
        <p:spPr>
          <a:xfrm>
            <a:off x="5075675" y="3388916"/>
            <a:ext cx="80022" cy="51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98" y="0"/>
                </a:moveTo>
                <a:lnTo>
                  <a:pt x="16611" y="3514"/>
                </a:lnTo>
                <a:lnTo>
                  <a:pt x="17191" y="6000"/>
                </a:lnTo>
                <a:lnTo>
                  <a:pt x="17471" y="7821"/>
                </a:lnTo>
                <a:lnTo>
                  <a:pt x="17479" y="9324"/>
                </a:lnTo>
                <a:lnTo>
                  <a:pt x="17247" y="10873"/>
                </a:lnTo>
                <a:lnTo>
                  <a:pt x="16804" y="12820"/>
                </a:lnTo>
                <a:lnTo>
                  <a:pt x="16255" y="14054"/>
                </a:lnTo>
                <a:lnTo>
                  <a:pt x="15698" y="15306"/>
                </a:lnTo>
                <a:lnTo>
                  <a:pt x="16867" y="15912"/>
                </a:lnTo>
                <a:lnTo>
                  <a:pt x="18039" y="16521"/>
                </a:lnTo>
                <a:lnTo>
                  <a:pt x="19216" y="17131"/>
                </a:lnTo>
                <a:lnTo>
                  <a:pt x="20402" y="17746"/>
                </a:lnTo>
                <a:lnTo>
                  <a:pt x="21600" y="18367"/>
                </a:lnTo>
                <a:lnTo>
                  <a:pt x="20372" y="18655"/>
                </a:lnTo>
                <a:lnTo>
                  <a:pt x="19143" y="18940"/>
                </a:lnTo>
                <a:lnTo>
                  <a:pt x="17913" y="19215"/>
                </a:lnTo>
                <a:lnTo>
                  <a:pt x="16686" y="19488"/>
                </a:lnTo>
                <a:lnTo>
                  <a:pt x="15454" y="19757"/>
                </a:lnTo>
                <a:lnTo>
                  <a:pt x="14225" y="20020"/>
                </a:lnTo>
                <a:lnTo>
                  <a:pt x="12993" y="20281"/>
                </a:lnTo>
                <a:lnTo>
                  <a:pt x="11774" y="20578"/>
                </a:lnTo>
                <a:lnTo>
                  <a:pt x="10534" y="20878"/>
                </a:lnTo>
                <a:lnTo>
                  <a:pt x="8308" y="21312"/>
                </a:lnTo>
                <a:lnTo>
                  <a:pt x="6653" y="21566"/>
                </a:lnTo>
                <a:lnTo>
                  <a:pt x="5410" y="21600"/>
                </a:lnTo>
                <a:lnTo>
                  <a:pt x="4414" y="21383"/>
                </a:lnTo>
                <a:lnTo>
                  <a:pt x="3508" y="20874"/>
                </a:lnTo>
                <a:lnTo>
                  <a:pt x="2528" y="20039"/>
                </a:lnTo>
                <a:lnTo>
                  <a:pt x="1314" y="18845"/>
                </a:lnTo>
                <a:lnTo>
                  <a:pt x="533" y="16748"/>
                </a:lnTo>
                <a:lnTo>
                  <a:pt x="136" y="15340"/>
                </a:lnTo>
                <a:lnTo>
                  <a:pt x="0" y="13981"/>
                </a:lnTo>
                <a:lnTo>
                  <a:pt x="6" y="12031"/>
                </a:lnTo>
                <a:lnTo>
                  <a:pt x="390" y="10237"/>
                </a:lnTo>
                <a:lnTo>
                  <a:pt x="775" y="8443"/>
                </a:lnTo>
                <a:lnTo>
                  <a:pt x="1159" y="6649"/>
                </a:lnTo>
                <a:lnTo>
                  <a:pt x="1544" y="4855"/>
                </a:lnTo>
                <a:lnTo>
                  <a:pt x="1928" y="3061"/>
                </a:lnTo>
                <a:lnTo>
                  <a:pt x="1928" y="4880"/>
                </a:lnTo>
                <a:lnTo>
                  <a:pt x="1928" y="6704"/>
                </a:lnTo>
                <a:lnTo>
                  <a:pt x="1928" y="8535"/>
                </a:lnTo>
                <a:lnTo>
                  <a:pt x="1928" y="10381"/>
                </a:lnTo>
                <a:lnTo>
                  <a:pt x="1928" y="12245"/>
                </a:lnTo>
                <a:lnTo>
                  <a:pt x="2679" y="11581"/>
                </a:lnTo>
                <a:lnTo>
                  <a:pt x="3443" y="10904"/>
                </a:lnTo>
                <a:lnTo>
                  <a:pt x="4824" y="9771"/>
                </a:lnTo>
                <a:lnTo>
                  <a:pt x="6136" y="8767"/>
                </a:lnTo>
                <a:lnTo>
                  <a:pt x="7410" y="7901"/>
                </a:lnTo>
                <a:lnTo>
                  <a:pt x="8671" y="7182"/>
                </a:lnTo>
                <a:lnTo>
                  <a:pt x="9944" y="6618"/>
                </a:lnTo>
                <a:lnTo>
                  <a:pt x="11256" y="6223"/>
                </a:lnTo>
                <a:lnTo>
                  <a:pt x="12635" y="6000"/>
                </a:lnTo>
                <a:lnTo>
                  <a:pt x="14107" y="5963"/>
                </a:lnTo>
                <a:lnTo>
                  <a:pt x="15698" y="6122"/>
                </a:lnTo>
                <a:lnTo>
                  <a:pt x="15698" y="4099"/>
                </a:lnTo>
                <a:lnTo>
                  <a:pt x="15698" y="2063"/>
                </a:lnTo>
                <a:lnTo>
                  <a:pt x="15698" y="0"/>
                </a:lnTo>
                <a:close/>
              </a:path>
            </a:pathLst>
          </a:custGeom>
          <a:solidFill>
            <a:srgbClr val="A6A2A6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2" name="contour_07140"/>
          <p:cNvSpPr/>
          <p:nvPr/>
        </p:nvSpPr>
        <p:spPr>
          <a:xfrm>
            <a:off x="4594521" y="3432644"/>
            <a:ext cx="153048" cy="302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29" y="0"/>
                </a:moveTo>
                <a:lnTo>
                  <a:pt x="8925" y="0"/>
                </a:lnTo>
                <a:lnTo>
                  <a:pt x="9622" y="0"/>
                </a:lnTo>
                <a:lnTo>
                  <a:pt x="10320" y="0"/>
                </a:lnTo>
                <a:lnTo>
                  <a:pt x="11017" y="0"/>
                </a:lnTo>
                <a:lnTo>
                  <a:pt x="11714" y="0"/>
                </a:lnTo>
                <a:lnTo>
                  <a:pt x="12413" y="0"/>
                </a:lnTo>
                <a:lnTo>
                  <a:pt x="13112" y="0"/>
                </a:lnTo>
                <a:lnTo>
                  <a:pt x="13813" y="0"/>
                </a:lnTo>
                <a:lnTo>
                  <a:pt x="14513" y="0"/>
                </a:lnTo>
                <a:lnTo>
                  <a:pt x="15216" y="0"/>
                </a:lnTo>
                <a:lnTo>
                  <a:pt x="15918" y="0"/>
                </a:lnTo>
                <a:lnTo>
                  <a:pt x="16623" y="0"/>
                </a:lnTo>
                <a:lnTo>
                  <a:pt x="17328" y="0"/>
                </a:lnTo>
                <a:lnTo>
                  <a:pt x="18036" y="0"/>
                </a:lnTo>
                <a:lnTo>
                  <a:pt x="18745" y="0"/>
                </a:lnTo>
                <a:lnTo>
                  <a:pt x="19456" y="0"/>
                </a:lnTo>
                <a:lnTo>
                  <a:pt x="20168" y="0"/>
                </a:lnTo>
                <a:lnTo>
                  <a:pt x="20883" y="0"/>
                </a:lnTo>
                <a:lnTo>
                  <a:pt x="21600" y="0"/>
                </a:lnTo>
                <a:lnTo>
                  <a:pt x="21600" y="2583"/>
                </a:lnTo>
                <a:lnTo>
                  <a:pt x="21600" y="5209"/>
                </a:lnTo>
                <a:lnTo>
                  <a:pt x="20995" y="6521"/>
                </a:lnTo>
                <a:lnTo>
                  <a:pt x="20380" y="7709"/>
                </a:lnTo>
                <a:lnTo>
                  <a:pt x="19757" y="8782"/>
                </a:lnTo>
                <a:lnTo>
                  <a:pt x="19127" y="9777"/>
                </a:lnTo>
                <a:lnTo>
                  <a:pt x="18494" y="10704"/>
                </a:lnTo>
                <a:lnTo>
                  <a:pt x="17857" y="11594"/>
                </a:lnTo>
                <a:lnTo>
                  <a:pt x="17220" y="12464"/>
                </a:lnTo>
                <a:lnTo>
                  <a:pt x="16586" y="13344"/>
                </a:lnTo>
                <a:lnTo>
                  <a:pt x="16361" y="13662"/>
                </a:lnTo>
                <a:lnTo>
                  <a:pt x="15964" y="14225"/>
                </a:lnTo>
                <a:lnTo>
                  <a:pt x="15055" y="15501"/>
                </a:lnTo>
                <a:lnTo>
                  <a:pt x="14334" y="16397"/>
                </a:lnTo>
                <a:lnTo>
                  <a:pt x="13616" y="17214"/>
                </a:lnTo>
                <a:lnTo>
                  <a:pt x="12900" y="17949"/>
                </a:lnTo>
                <a:lnTo>
                  <a:pt x="12188" y="18605"/>
                </a:lnTo>
                <a:lnTo>
                  <a:pt x="11476" y="19188"/>
                </a:lnTo>
                <a:lnTo>
                  <a:pt x="10766" y="19704"/>
                </a:lnTo>
                <a:lnTo>
                  <a:pt x="10056" y="20147"/>
                </a:lnTo>
                <a:lnTo>
                  <a:pt x="9348" y="20527"/>
                </a:lnTo>
                <a:lnTo>
                  <a:pt x="8639" y="20845"/>
                </a:lnTo>
                <a:lnTo>
                  <a:pt x="7929" y="21105"/>
                </a:lnTo>
                <a:lnTo>
                  <a:pt x="7221" y="21303"/>
                </a:lnTo>
                <a:lnTo>
                  <a:pt x="6510" y="21449"/>
                </a:lnTo>
                <a:lnTo>
                  <a:pt x="5797" y="21548"/>
                </a:lnTo>
                <a:lnTo>
                  <a:pt x="5083" y="21595"/>
                </a:lnTo>
                <a:lnTo>
                  <a:pt x="4367" y="21600"/>
                </a:lnTo>
                <a:lnTo>
                  <a:pt x="3648" y="21558"/>
                </a:lnTo>
                <a:lnTo>
                  <a:pt x="2926" y="21480"/>
                </a:lnTo>
                <a:lnTo>
                  <a:pt x="2201" y="21366"/>
                </a:lnTo>
                <a:lnTo>
                  <a:pt x="1472" y="21220"/>
                </a:lnTo>
                <a:lnTo>
                  <a:pt x="739" y="21043"/>
                </a:lnTo>
                <a:lnTo>
                  <a:pt x="0" y="20834"/>
                </a:lnTo>
                <a:lnTo>
                  <a:pt x="0" y="18251"/>
                </a:lnTo>
                <a:lnTo>
                  <a:pt x="0" y="15626"/>
                </a:lnTo>
                <a:lnTo>
                  <a:pt x="679" y="15626"/>
                </a:lnTo>
                <a:lnTo>
                  <a:pt x="1358" y="15626"/>
                </a:lnTo>
                <a:lnTo>
                  <a:pt x="2038" y="15626"/>
                </a:lnTo>
                <a:lnTo>
                  <a:pt x="2719" y="15626"/>
                </a:lnTo>
                <a:lnTo>
                  <a:pt x="3400" y="15626"/>
                </a:lnTo>
                <a:lnTo>
                  <a:pt x="4083" y="15626"/>
                </a:lnTo>
                <a:lnTo>
                  <a:pt x="4768" y="15626"/>
                </a:lnTo>
                <a:lnTo>
                  <a:pt x="5456" y="15626"/>
                </a:lnTo>
                <a:lnTo>
                  <a:pt x="6145" y="15626"/>
                </a:lnTo>
                <a:lnTo>
                  <a:pt x="6836" y="15626"/>
                </a:lnTo>
                <a:lnTo>
                  <a:pt x="7531" y="15626"/>
                </a:lnTo>
                <a:lnTo>
                  <a:pt x="8229" y="15626"/>
                </a:lnTo>
                <a:lnTo>
                  <a:pt x="8229" y="12532"/>
                </a:lnTo>
                <a:lnTo>
                  <a:pt x="8229" y="9428"/>
                </a:lnTo>
                <a:lnTo>
                  <a:pt x="8229" y="6313"/>
                </a:lnTo>
                <a:lnTo>
                  <a:pt x="8229" y="3172"/>
                </a:lnTo>
                <a:lnTo>
                  <a:pt x="8229" y="0"/>
                </a:lnTo>
                <a:close/>
              </a:path>
            </a:pathLst>
          </a:custGeom>
          <a:solidFill>
            <a:srgbClr val="B4C2C9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3" name="contour_07141"/>
          <p:cNvSpPr/>
          <p:nvPr/>
        </p:nvSpPr>
        <p:spPr>
          <a:xfrm>
            <a:off x="6664311" y="3367052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315" y="752"/>
                </a:lnTo>
                <a:lnTo>
                  <a:pt x="4609" y="1531"/>
                </a:lnTo>
                <a:lnTo>
                  <a:pt x="5852" y="2344"/>
                </a:lnTo>
                <a:lnTo>
                  <a:pt x="7046" y="3184"/>
                </a:lnTo>
                <a:lnTo>
                  <a:pt x="8192" y="4054"/>
                </a:lnTo>
                <a:lnTo>
                  <a:pt x="9300" y="4957"/>
                </a:lnTo>
                <a:lnTo>
                  <a:pt x="10370" y="5888"/>
                </a:lnTo>
                <a:lnTo>
                  <a:pt x="11405" y="6849"/>
                </a:lnTo>
                <a:lnTo>
                  <a:pt x="12410" y="7841"/>
                </a:lnTo>
                <a:lnTo>
                  <a:pt x="13388" y="8862"/>
                </a:lnTo>
                <a:lnTo>
                  <a:pt x="14342" y="9914"/>
                </a:lnTo>
                <a:lnTo>
                  <a:pt x="15279" y="10999"/>
                </a:lnTo>
                <a:lnTo>
                  <a:pt x="16200" y="12111"/>
                </a:lnTo>
                <a:lnTo>
                  <a:pt x="17107" y="13256"/>
                </a:lnTo>
                <a:lnTo>
                  <a:pt x="18009" y="14431"/>
                </a:lnTo>
                <a:lnTo>
                  <a:pt x="18904" y="15636"/>
                </a:lnTo>
                <a:lnTo>
                  <a:pt x="19799" y="16874"/>
                </a:lnTo>
                <a:lnTo>
                  <a:pt x="20697" y="18142"/>
                </a:lnTo>
                <a:lnTo>
                  <a:pt x="21600" y="19440"/>
                </a:lnTo>
                <a:lnTo>
                  <a:pt x="20390" y="20151"/>
                </a:lnTo>
                <a:lnTo>
                  <a:pt x="19479" y="20617"/>
                </a:lnTo>
                <a:lnTo>
                  <a:pt x="18584" y="20946"/>
                </a:lnTo>
                <a:lnTo>
                  <a:pt x="17421" y="21239"/>
                </a:lnTo>
                <a:lnTo>
                  <a:pt x="15709" y="21600"/>
                </a:lnTo>
                <a:lnTo>
                  <a:pt x="14560" y="21036"/>
                </a:lnTo>
                <a:lnTo>
                  <a:pt x="13459" y="20414"/>
                </a:lnTo>
                <a:lnTo>
                  <a:pt x="12396" y="19736"/>
                </a:lnTo>
                <a:lnTo>
                  <a:pt x="11366" y="19014"/>
                </a:lnTo>
                <a:lnTo>
                  <a:pt x="10354" y="18250"/>
                </a:lnTo>
                <a:lnTo>
                  <a:pt x="9357" y="17455"/>
                </a:lnTo>
                <a:lnTo>
                  <a:pt x="8363" y="16634"/>
                </a:lnTo>
                <a:lnTo>
                  <a:pt x="7364" y="15794"/>
                </a:lnTo>
                <a:lnTo>
                  <a:pt x="6252" y="14958"/>
                </a:lnTo>
                <a:lnTo>
                  <a:pt x="5123" y="14111"/>
                </a:lnTo>
                <a:lnTo>
                  <a:pt x="4126" y="13278"/>
                </a:lnTo>
                <a:lnTo>
                  <a:pt x="3199" y="12459"/>
                </a:lnTo>
                <a:lnTo>
                  <a:pt x="2333" y="11621"/>
                </a:lnTo>
                <a:lnTo>
                  <a:pt x="1516" y="10727"/>
                </a:lnTo>
                <a:lnTo>
                  <a:pt x="742" y="9746"/>
                </a:lnTo>
                <a:lnTo>
                  <a:pt x="0" y="8640"/>
                </a:lnTo>
                <a:lnTo>
                  <a:pt x="53" y="7037"/>
                </a:lnTo>
                <a:lnTo>
                  <a:pt x="230" y="5599"/>
                </a:lnTo>
                <a:lnTo>
                  <a:pt x="518" y="4251"/>
                </a:lnTo>
                <a:lnTo>
                  <a:pt x="913" y="2918"/>
                </a:lnTo>
                <a:lnTo>
                  <a:pt x="1398" y="1527"/>
                </a:lnTo>
                <a:lnTo>
                  <a:pt x="1964" y="0"/>
                </a:lnTo>
                <a:close/>
              </a:path>
            </a:pathLst>
          </a:custGeom>
          <a:solidFill>
            <a:srgbClr val="CEDADF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4" name="contour_07142"/>
          <p:cNvSpPr/>
          <p:nvPr/>
        </p:nvSpPr>
        <p:spPr>
          <a:xfrm>
            <a:off x="11321338" y="3330612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189" y="0"/>
                </a:lnTo>
                <a:lnTo>
                  <a:pt x="8495" y="0"/>
                </a:lnTo>
                <a:lnTo>
                  <a:pt x="9818" y="0"/>
                </a:lnTo>
                <a:lnTo>
                  <a:pt x="9602" y="1584"/>
                </a:lnTo>
                <a:lnTo>
                  <a:pt x="9386" y="3170"/>
                </a:lnTo>
                <a:lnTo>
                  <a:pt x="9170" y="4757"/>
                </a:lnTo>
                <a:lnTo>
                  <a:pt x="8952" y="6348"/>
                </a:lnTo>
                <a:lnTo>
                  <a:pt x="8734" y="7944"/>
                </a:lnTo>
                <a:lnTo>
                  <a:pt x="8516" y="9547"/>
                </a:lnTo>
                <a:lnTo>
                  <a:pt x="8296" y="11155"/>
                </a:lnTo>
                <a:lnTo>
                  <a:pt x="8076" y="12773"/>
                </a:lnTo>
                <a:lnTo>
                  <a:pt x="7855" y="14400"/>
                </a:lnTo>
                <a:lnTo>
                  <a:pt x="9072" y="13582"/>
                </a:lnTo>
                <a:lnTo>
                  <a:pt x="10309" y="12749"/>
                </a:lnTo>
                <a:lnTo>
                  <a:pt x="12330" y="12338"/>
                </a:lnTo>
                <a:lnTo>
                  <a:pt x="13584" y="12274"/>
                </a:lnTo>
                <a:lnTo>
                  <a:pt x="14594" y="12622"/>
                </a:lnTo>
                <a:lnTo>
                  <a:pt x="15886" y="13445"/>
                </a:lnTo>
                <a:lnTo>
                  <a:pt x="16868" y="14369"/>
                </a:lnTo>
                <a:lnTo>
                  <a:pt x="17836" y="15302"/>
                </a:lnTo>
                <a:lnTo>
                  <a:pt x="18792" y="16250"/>
                </a:lnTo>
                <a:lnTo>
                  <a:pt x="19737" y="17215"/>
                </a:lnTo>
                <a:lnTo>
                  <a:pt x="20673" y="18197"/>
                </a:lnTo>
                <a:lnTo>
                  <a:pt x="21600" y="19200"/>
                </a:lnTo>
                <a:lnTo>
                  <a:pt x="20182" y="20014"/>
                </a:lnTo>
                <a:lnTo>
                  <a:pt x="18943" y="20654"/>
                </a:lnTo>
                <a:lnTo>
                  <a:pt x="17779" y="21127"/>
                </a:lnTo>
                <a:lnTo>
                  <a:pt x="16593" y="21437"/>
                </a:lnTo>
                <a:lnTo>
                  <a:pt x="15281" y="21593"/>
                </a:lnTo>
                <a:lnTo>
                  <a:pt x="13745" y="21600"/>
                </a:lnTo>
                <a:lnTo>
                  <a:pt x="12528" y="20981"/>
                </a:lnTo>
                <a:lnTo>
                  <a:pt x="11328" y="20311"/>
                </a:lnTo>
                <a:lnTo>
                  <a:pt x="10144" y="19598"/>
                </a:lnTo>
                <a:lnTo>
                  <a:pt x="8976" y="18842"/>
                </a:lnTo>
                <a:lnTo>
                  <a:pt x="7823" y="18053"/>
                </a:lnTo>
                <a:lnTo>
                  <a:pt x="6680" y="17232"/>
                </a:lnTo>
                <a:lnTo>
                  <a:pt x="5549" y="16390"/>
                </a:lnTo>
                <a:lnTo>
                  <a:pt x="4428" y="15528"/>
                </a:lnTo>
                <a:lnTo>
                  <a:pt x="3313" y="14652"/>
                </a:lnTo>
                <a:lnTo>
                  <a:pt x="2205" y="13769"/>
                </a:lnTo>
                <a:lnTo>
                  <a:pt x="1102" y="12883"/>
                </a:lnTo>
                <a:lnTo>
                  <a:pt x="0" y="12000"/>
                </a:lnTo>
                <a:lnTo>
                  <a:pt x="458" y="10836"/>
                </a:lnTo>
                <a:lnTo>
                  <a:pt x="917" y="9672"/>
                </a:lnTo>
                <a:lnTo>
                  <a:pt x="1378" y="8510"/>
                </a:lnTo>
                <a:lnTo>
                  <a:pt x="1842" y="7349"/>
                </a:lnTo>
                <a:lnTo>
                  <a:pt x="2356" y="6053"/>
                </a:lnTo>
                <a:lnTo>
                  <a:pt x="2877" y="4735"/>
                </a:lnTo>
                <a:lnTo>
                  <a:pt x="3515" y="3348"/>
                </a:lnTo>
                <a:lnTo>
                  <a:pt x="4041" y="2393"/>
                </a:lnTo>
                <a:lnTo>
                  <a:pt x="4740" y="1423"/>
                </a:lnTo>
                <a:lnTo>
                  <a:pt x="5891" y="0"/>
                </a:lnTo>
                <a:close/>
              </a:path>
            </a:pathLst>
          </a:custGeom>
          <a:solidFill>
            <a:srgbClr val="C1D8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5" name="contour_07143"/>
          <p:cNvSpPr/>
          <p:nvPr/>
        </p:nvSpPr>
        <p:spPr>
          <a:xfrm>
            <a:off x="11423369" y="3279596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78" y="199"/>
                </a:lnTo>
                <a:lnTo>
                  <a:pt x="3830" y="461"/>
                </a:lnTo>
                <a:lnTo>
                  <a:pt x="5570" y="797"/>
                </a:lnTo>
                <a:lnTo>
                  <a:pt x="7210" y="1210"/>
                </a:lnTo>
                <a:lnTo>
                  <a:pt x="8767" y="1706"/>
                </a:lnTo>
                <a:lnTo>
                  <a:pt x="10253" y="2297"/>
                </a:lnTo>
                <a:lnTo>
                  <a:pt x="11686" y="2983"/>
                </a:lnTo>
                <a:lnTo>
                  <a:pt x="13078" y="3773"/>
                </a:lnTo>
                <a:lnTo>
                  <a:pt x="14441" y="4675"/>
                </a:lnTo>
                <a:lnTo>
                  <a:pt x="15794" y="5693"/>
                </a:lnTo>
                <a:lnTo>
                  <a:pt x="17148" y="6835"/>
                </a:lnTo>
                <a:lnTo>
                  <a:pt x="18521" y="8107"/>
                </a:lnTo>
                <a:lnTo>
                  <a:pt x="19922" y="9516"/>
                </a:lnTo>
                <a:lnTo>
                  <a:pt x="20741" y="10766"/>
                </a:lnTo>
                <a:lnTo>
                  <a:pt x="21238" y="11770"/>
                </a:lnTo>
                <a:lnTo>
                  <a:pt x="21492" y="12878"/>
                </a:lnTo>
                <a:lnTo>
                  <a:pt x="21586" y="14438"/>
                </a:lnTo>
                <a:lnTo>
                  <a:pt x="21600" y="16800"/>
                </a:lnTo>
                <a:lnTo>
                  <a:pt x="20215" y="17719"/>
                </a:lnTo>
                <a:lnTo>
                  <a:pt x="18802" y="18533"/>
                </a:lnTo>
                <a:lnTo>
                  <a:pt x="17357" y="19248"/>
                </a:lnTo>
                <a:lnTo>
                  <a:pt x="15878" y="19870"/>
                </a:lnTo>
                <a:lnTo>
                  <a:pt x="14366" y="20410"/>
                </a:lnTo>
                <a:lnTo>
                  <a:pt x="12816" y="20873"/>
                </a:lnTo>
                <a:lnTo>
                  <a:pt x="11227" y="21266"/>
                </a:lnTo>
                <a:lnTo>
                  <a:pt x="9600" y="21600"/>
                </a:lnTo>
                <a:lnTo>
                  <a:pt x="8102" y="21046"/>
                </a:lnTo>
                <a:lnTo>
                  <a:pt x="6840" y="20426"/>
                </a:lnTo>
                <a:lnTo>
                  <a:pt x="5729" y="19716"/>
                </a:lnTo>
                <a:lnTo>
                  <a:pt x="4678" y="18890"/>
                </a:lnTo>
                <a:lnTo>
                  <a:pt x="3598" y="17928"/>
                </a:lnTo>
                <a:lnTo>
                  <a:pt x="2400" y="16800"/>
                </a:lnTo>
                <a:lnTo>
                  <a:pt x="3826" y="16325"/>
                </a:lnTo>
                <a:lnTo>
                  <a:pt x="5256" y="15847"/>
                </a:lnTo>
                <a:lnTo>
                  <a:pt x="6691" y="15370"/>
                </a:lnTo>
                <a:lnTo>
                  <a:pt x="8138" y="14887"/>
                </a:lnTo>
                <a:lnTo>
                  <a:pt x="9600" y="14400"/>
                </a:lnTo>
                <a:lnTo>
                  <a:pt x="8906" y="12893"/>
                </a:lnTo>
                <a:lnTo>
                  <a:pt x="8215" y="11429"/>
                </a:lnTo>
                <a:lnTo>
                  <a:pt x="7514" y="10008"/>
                </a:lnTo>
                <a:lnTo>
                  <a:pt x="6790" y="8628"/>
                </a:lnTo>
                <a:lnTo>
                  <a:pt x="6026" y="7286"/>
                </a:lnTo>
                <a:lnTo>
                  <a:pt x="5218" y="5986"/>
                </a:lnTo>
                <a:lnTo>
                  <a:pt x="4346" y="4718"/>
                </a:lnTo>
                <a:lnTo>
                  <a:pt x="3401" y="3490"/>
                </a:lnTo>
                <a:lnTo>
                  <a:pt x="2371" y="2294"/>
                </a:lnTo>
                <a:lnTo>
                  <a:pt x="1241" y="1130"/>
                </a:lnTo>
                <a:lnTo>
                  <a:pt x="0" y="0"/>
                </a:lnTo>
                <a:close/>
              </a:path>
            </a:pathLst>
          </a:custGeom>
          <a:solidFill>
            <a:srgbClr val="C0D7E6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6" name="contour_07144"/>
          <p:cNvSpPr/>
          <p:nvPr/>
        </p:nvSpPr>
        <p:spPr>
          <a:xfrm>
            <a:off x="6829639" y="3279786"/>
            <a:ext cx="83120" cy="441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13" y="1019"/>
                </a:moveTo>
                <a:lnTo>
                  <a:pt x="12166" y="1300"/>
                </a:lnTo>
                <a:lnTo>
                  <a:pt x="13327" y="1582"/>
                </a:lnTo>
                <a:lnTo>
                  <a:pt x="14505" y="1866"/>
                </a:lnTo>
                <a:lnTo>
                  <a:pt x="15863" y="2625"/>
                </a:lnTo>
                <a:lnTo>
                  <a:pt x="17015" y="3434"/>
                </a:lnTo>
                <a:lnTo>
                  <a:pt x="18011" y="4360"/>
                </a:lnTo>
                <a:lnTo>
                  <a:pt x="18901" y="5471"/>
                </a:lnTo>
                <a:lnTo>
                  <a:pt x="19735" y="6835"/>
                </a:lnTo>
                <a:lnTo>
                  <a:pt x="20560" y="8520"/>
                </a:lnTo>
                <a:lnTo>
                  <a:pt x="21430" y="10593"/>
                </a:lnTo>
                <a:lnTo>
                  <a:pt x="21543" y="13457"/>
                </a:lnTo>
                <a:lnTo>
                  <a:pt x="21600" y="15445"/>
                </a:lnTo>
                <a:lnTo>
                  <a:pt x="21600" y="17069"/>
                </a:lnTo>
                <a:lnTo>
                  <a:pt x="21543" y="18843"/>
                </a:lnTo>
                <a:lnTo>
                  <a:pt x="21430" y="21279"/>
                </a:lnTo>
                <a:lnTo>
                  <a:pt x="20077" y="21493"/>
                </a:lnTo>
                <a:lnTo>
                  <a:pt x="19106" y="21600"/>
                </a:lnTo>
                <a:lnTo>
                  <a:pt x="18242" y="21600"/>
                </a:lnTo>
                <a:lnTo>
                  <a:pt x="17214" y="21493"/>
                </a:lnTo>
                <a:lnTo>
                  <a:pt x="15748" y="21279"/>
                </a:lnTo>
                <a:lnTo>
                  <a:pt x="15337" y="19566"/>
                </a:lnTo>
                <a:lnTo>
                  <a:pt x="14918" y="17828"/>
                </a:lnTo>
                <a:lnTo>
                  <a:pt x="14267" y="15684"/>
                </a:lnTo>
                <a:lnTo>
                  <a:pt x="13704" y="14430"/>
                </a:lnTo>
                <a:lnTo>
                  <a:pt x="12918" y="13593"/>
                </a:lnTo>
                <a:lnTo>
                  <a:pt x="11598" y="12681"/>
                </a:lnTo>
                <a:lnTo>
                  <a:pt x="10309" y="12307"/>
                </a:lnTo>
                <a:lnTo>
                  <a:pt x="9002" y="11929"/>
                </a:lnTo>
                <a:lnTo>
                  <a:pt x="7704" y="11530"/>
                </a:lnTo>
                <a:lnTo>
                  <a:pt x="6390" y="11124"/>
                </a:lnTo>
                <a:lnTo>
                  <a:pt x="5394" y="10861"/>
                </a:lnTo>
                <a:lnTo>
                  <a:pt x="4384" y="10593"/>
                </a:lnTo>
                <a:lnTo>
                  <a:pt x="4759" y="12713"/>
                </a:lnTo>
                <a:lnTo>
                  <a:pt x="5136" y="14832"/>
                </a:lnTo>
                <a:lnTo>
                  <a:pt x="5513" y="16966"/>
                </a:lnTo>
                <a:lnTo>
                  <a:pt x="5894" y="19114"/>
                </a:lnTo>
                <a:lnTo>
                  <a:pt x="6278" y="21279"/>
                </a:lnTo>
                <a:lnTo>
                  <a:pt x="4869" y="20827"/>
                </a:lnTo>
                <a:lnTo>
                  <a:pt x="3869" y="20414"/>
                </a:lnTo>
                <a:lnTo>
                  <a:pt x="3006" y="19869"/>
                </a:lnTo>
                <a:lnTo>
                  <a:pt x="2006" y="19028"/>
                </a:lnTo>
                <a:lnTo>
                  <a:pt x="597" y="17717"/>
                </a:lnTo>
                <a:lnTo>
                  <a:pt x="275" y="15302"/>
                </a:lnTo>
                <a:lnTo>
                  <a:pt x="74" y="12930"/>
                </a:lnTo>
                <a:lnTo>
                  <a:pt x="0" y="10583"/>
                </a:lnTo>
                <a:lnTo>
                  <a:pt x="59" y="8235"/>
                </a:lnTo>
                <a:lnTo>
                  <a:pt x="256" y="5874"/>
                </a:lnTo>
                <a:lnTo>
                  <a:pt x="597" y="3469"/>
                </a:lnTo>
                <a:lnTo>
                  <a:pt x="1818" y="1906"/>
                </a:lnTo>
                <a:lnTo>
                  <a:pt x="3045" y="858"/>
                </a:lnTo>
                <a:lnTo>
                  <a:pt x="4286" y="249"/>
                </a:lnTo>
                <a:lnTo>
                  <a:pt x="5549" y="0"/>
                </a:lnTo>
                <a:lnTo>
                  <a:pt x="6843" y="32"/>
                </a:lnTo>
                <a:lnTo>
                  <a:pt x="8180" y="264"/>
                </a:lnTo>
                <a:lnTo>
                  <a:pt x="9566" y="620"/>
                </a:lnTo>
                <a:lnTo>
                  <a:pt x="11013" y="1019"/>
                </a:lnTo>
                <a:close/>
              </a:path>
            </a:pathLst>
          </a:custGeom>
          <a:solidFill>
            <a:srgbClr val="B85F68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7" name="contour_07145"/>
          <p:cNvSpPr/>
          <p:nvPr/>
        </p:nvSpPr>
        <p:spPr>
          <a:xfrm>
            <a:off x="1860963" y="3235868"/>
            <a:ext cx="44289" cy="74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37" y="0"/>
                </a:moveTo>
                <a:lnTo>
                  <a:pt x="13133" y="1063"/>
                </a:lnTo>
                <a:lnTo>
                  <a:pt x="14872" y="2053"/>
                </a:lnTo>
                <a:lnTo>
                  <a:pt x="16233" y="3036"/>
                </a:lnTo>
                <a:lnTo>
                  <a:pt x="17299" y="4087"/>
                </a:lnTo>
                <a:lnTo>
                  <a:pt x="18145" y="5273"/>
                </a:lnTo>
                <a:lnTo>
                  <a:pt x="18860" y="6668"/>
                </a:lnTo>
                <a:lnTo>
                  <a:pt x="19517" y="8340"/>
                </a:lnTo>
                <a:lnTo>
                  <a:pt x="19723" y="9492"/>
                </a:lnTo>
                <a:lnTo>
                  <a:pt x="19915" y="10645"/>
                </a:lnTo>
                <a:lnTo>
                  <a:pt x="20096" y="11797"/>
                </a:lnTo>
                <a:lnTo>
                  <a:pt x="20267" y="12949"/>
                </a:lnTo>
                <a:lnTo>
                  <a:pt x="20473" y="14133"/>
                </a:lnTo>
                <a:lnTo>
                  <a:pt x="20683" y="15336"/>
                </a:lnTo>
                <a:lnTo>
                  <a:pt x="20928" y="16786"/>
                </a:lnTo>
                <a:lnTo>
                  <a:pt x="21159" y="18236"/>
                </a:lnTo>
                <a:lnTo>
                  <a:pt x="21383" y="19689"/>
                </a:lnTo>
                <a:lnTo>
                  <a:pt x="21600" y="21141"/>
                </a:lnTo>
                <a:lnTo>
                  <a:pt x="19009" y="21332"/>
                </a:lnTo>
                <a:lnTo>
                  <a:pt x="16467" y="21479"/>
                </a:lnTo>
                <a:lnTo>
                  <a:pt x="13951" y="21575"/>
                </a:lnTo>
                <a:lnTo>
                  <a:pt x="11449" y="21600"/>
                </a:lnTo>
                <a:lnTo>
                  <a:pt x="8936" y="21547"/>
                </a:lnTo>
                <a:lnTo>
                  <a:pt x="6405" y="21397"/>
                </a:lnTo>
                <a:lnTo>
                  <a:pt x="3828" y="21141"/>
                </a:lnTo>
                <a:lnTo>
                  <a:pt x="2211" y="19541"/>
                </a:lnTo>
                <a:lnTo>
                  <a:pt x="1066" y="18241"/>
                </a:lnTo>
                <a:lnTo>
                  <a:pt x="348" y="17072"/>
                </a:lnTo>
                <a:lnTo>
                  <a:pt x="7" y="15869"/>
                </a:lnTo>
                <a:lnTo>
                  <a:pt x="0" y="14461"/>
                </a:lnTo>
                <a:lnTo>
                  <a:pt x="274" y="12685"/>
                </a:lnTo>
                <a:lnTo>
                  <a:pt x="1169" y="11355"/>
                </a:lnTo>
                <a:lnTo>
                  <a:pt x="2108" y="10046"/>
                </a:lnTo>
                <a:lnTo>
                  <a:pt x="3089" y="8755"/>
                </a:lnTo>
                <a:lnTo>
                  <a:pt x="4109" y="7478"/>
                </a:lnTo>
                <a:lnTo>
                  <a:pt x="5165" y="6213"/>
                </a:lnTo>
                <a:lnTo>
                  <a:pt x="6256" y="4960"/>
                </a:lnTo>
                <a:lnTo>
                  <a:pt x="7382" y="3712"/>
                </a:lnTo>
                <a:lnTo>
                  <a:pt x="8538" y="2474"/>
                </a:lnTo>
                <a:lnTo>
                  <a:pt x="9725" y="1237"/>
                </a:lnTo>
                <a:lnTo>
                  <a:pt x="10937" y="0"/>
                </a:lnTo>
                <a:close/>
              </a:path>
            </a:pathLst>
          </a:custGeom>
          <a:solidFill>
            <a:srgbClr val="F4F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8" name="contour_07146"/>
          <p:cNvSpPr/>
          <p:nvPr/>
        </p:nvSpPr>
        <p:spPr>
          <a:xfrm>
            <a:off x="10519658" y="3247835"/>
            <a:ext cx="65592" cy="390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1443"/>
                </a:moveTo>
                <a:lnTo>
                  <a:pt x="19865" y="3967"/>
                </a:lnTo>
                <a:lnTo>
                  <a:pt x="20374" y="6398"/>
                </a:lnTo>
                <a:lnTo>
                  <a:pt x="20750" y="8788"/>
                </a:lnTo>
                <a:lnTo>
                  <a:pt x="21022" y="11175"/>
                </a:lnTo>
                <a:lnTo>
                  <a:pt x="21216" y="13606"/>
                </a:lnTo>
                <a:lnTo>
                  <a:pt x="21360" y="16121"/>
                </a:lnTo>
                <a:lnTo>
                  <a:pt x="21480" y="18774"/>
                </a:lnTo>
                <a:lnTo>
                  <a:pt x="21600" y="21600"/>
                </a:lnTo>
                <a:lnTo>
                  <a:pt x="19956" y="21294"/>
                </a:lnTo>
                <a:lnTo>
                  <a:pt x="18310" y="20987"/>
                </a:lnTo>
                <a:lnTo>
                  <a:pt x="16663" y="20677"/>
                </a:lnTo>
                <a:lnTo>
                  <a:pt x="15014" y="20370"/>
                </a:lnTo>
                <a:lnTo>
                  <a:pt x="13363" y="20064"/>
                </a:lnTo>
                <a:lnTo>
                  <a:pt x="11710" y="19754"/>
                </a:lnTo>
                <a:lnTo>
                  <a:pt x="10051" y="19443"/>
                </a:lnTo>
                <a:lnTo>
                  <a:pt x="8390" y="19133"/>
                </a:lnTo>
                <a:lnTo>
                  <a:pt x="6725" y="18822"/>
                </a:lnTo>
                <a:lnTo>
                  <a:pt x="5052" y="18512"/>
                </a:lnTo>
                <a:lnTo>
                  <a:pt x="3374" y="18198"/>
                </a:lnTo>
                <a:lnTo>
                  <a:pt x="1692" y="17883"/>
                </a:lnTo>
                <a:lnTo>
                  <a:pt x="0" y="17569"/>
                </a:lnTo>
                <a:lnTo>
                  <a:pt x="1020" y="12461"/>
                </a:lnTo>
                <a:lnTo>
                  <a:pt x="1769" y="8958"/>
                </a:lnTo>
                <a:lnTo>
                  <a:pt x="2371" y="6652"/>
                </a:lnTo>
                <a:lnTo>
                  <a:pt x="2952" y="5128"/>
                </a:lnTo>
                <a:lnTo>
                  <a:pt x="3641" y="3983"/>
                </a:lnTo>
                <a:lnTo>
                  <a:pt x="4565" y="2798"/>
                </a:lnTo>
                <a:lnTo>
                  <a:pt x="6199" y="1991"/>
                </a:lnTo>
                <a:lnTo>
                  <a:pt x="7822" y="1286"/>
                </a:lnTo>
                <a:lnTo>
                  <a:pt x="9439" y="705"/>
                </a:lnTo>
                <a:lnTo>
                  <a:pt x="11052" y="278"/>
                </a:lnTo>
                <a:lnTo>
                  <a:pt x="12667" y="36"/>
                </a:lnTo>
                <a:lnTo>
                  <a:pt x="14285" y="0"/>
                </a:lnTo>
                <a:lnTo>
                  <a:pt x="15910" y="206"/>
                </a:lnTo>
                <a:lnTo>
                  <a:pt x="17546" y="677"/>
                </a:lnTo>
                <a:lnTo>
                  <a:pt x="19200" y="1443"/>
                </a:lnTo>
                <a:close/>
              </a:path>
            </a:pathLst>
          </a:custGeom>
          <a:solidFill>
            <a:srgbClr val="D8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149" name="contour_07147"/>
          <p:cNvSpPr/>
          <p:nvPr/>
        </p:nvSpPr>
        <p:spPr>
          <a:xfrm>
            <a:off x="5760600" y="3243156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2441" y="814"/>
                </a:lnTo>
                <a:lnTo>
                  <a:pt x="2726" y="1638"/>
                </a:lnTo>
                <a:lnTo>
                  <a:pt x="3309" y="2905"/>
                </a:lnTo>
                <a:lnTo>
                  <a:pt x="3914" y="4055"/>
                </a:lnTo>
                <a:lnTo>
                  <a:pt x="4603" y="5128"/>
                </a:lnTo>
                <a:lnTo>
                  <a:pt x="5437" y="6163"/>
                </a:lnTo>
                <a:lnTo>
                  <a:pt x="6480" y="7200"/>
                </a:lnTo>
                <a:lnTo>
                  <a:pt x="8033" y="7272"/>
                </a:lnTo>
                <a:lnTo>
                  <a:pt x="9534" y="7240"/>
                </a:lnTo>
                <a:lnTo>
                  <a:pt x="10986" y="7101"/>
                </a:lnTo>
                <a:lnTo>
                  <a:pt x="12390" y="6863"/>
                </a:lnTo>
                <a:lnTo>
                  <a:pt x="13755" y="6529"/>
                </a:lnTo>
                <a:lnTo>
                  <a:pt x="15083" y="6098"/>
                </a:lnTo>
                <a:lnTo>
                  <a:pt x="16379" y="5576"/>
                </a:lnTo>
                <a:lnTo>
                  <a:pt x="17647" y="4964"/>
                </a:lnTo>
                <a:lnTo>
                  <a:pt x="18889" y="4268"/>
                </a:lnTo>
                <a:lnTo>
                  <a:pt x="20114" y="3488"/>
                </a:lnTo>
                <a:lnTo>
                  <a:pt x="20850" y="2650"/>
                </a:lnTo>
                <a:lnTo>
                  <a:pt x="21600" y="1800"/>
                </a:lnTo>
                <a:lnTo>
                  <a:pt x="21058" y="4043"/>
                </a:lnTo>
                <a:lnTo>
                  <a:pt x="20617" y="5755"/>
                </a:lnTo>
                <a:lnTo>
                  <a:pt x="20226" y="7038"/>
                </a:lnTo>
                <a:lnTo>
                  <a:pt x="19837" y="7999"/>
                </a:lnTo>
                <a:lnTo>
                  <a:pt x="19401" y="8741"/>
                </a:lnTo>
                <a:lnTo>
                  <a:pt x="18861" y="9365"/>
                </a:lnTo>
                <a:lnTo>
                  <a:pt x="18172" y="9981"/>
                </a:lnTo>
                <a:lnTo>
                  <a:pt x="17280" y="10688"/>
                </a:lnTo>
                <a:lnTo>
                  <a:pt x="16248" y="11732"/>
                </a:lnTo>
                <a:lnTo>
                  <a:pt x="15427" y="12829"/>
                </a:lnTo>
                <a:lnTo>
                  <a:pt x="14785" y="13973"/>
                </a:lnTo>
                <a:lnTo>
                  <a:pt x="14293" y="15161"/>
                </a:lnTo>
                <a:lnTo>
                  <a:pt x="13917" y="16389"/>
                </a:lnTo>
                <a:lnTo>
                  <a:pt x="13627" y="17651"/>
                </a:lnTo>
                <a:lnTo>
                  <a:pt x="13392" y="18943"/>
                </a:lnTo>
                <a:lnTo>
                  <a:pt x="13180" y="20261"/>
                </a:lnTo>
                <a:lnTo>
                  <a:pt x="12960" y="21600"/>
                </a:lnTo>
                <a:lnTo>
                  <a:pt x="12234" y="20479"/>
                </a:lnTo>
                <a:lnTo>
                  <a:pt x="11515" y="19354"/>
                </a:lnTo>
                <a:lnTo>
                  <a:pt x="10800" y="18225"/>
                </a:lnTo>
                <a:lnTo>
                  <a:pt x="10197" y="17284"/>
                </a:lnTo>
                <a:lnTo>
                  <a:pt x="9586" y="16326"/>
                </a:lnTo>
                <a:lnTo>
                  <a:pt x="9124" y="15358"/>
                </a:lnTo>
                <a:lnTo>
                  <a:pt x="8845" y="14585"/>
                </a:lnTo>
                <a:lnTo>
                  <a:pt x="8700" y="13745"/>
                </a:lnTo>
                <a:lnTo>
                  <a:pt x="8649" y="12573"/>
                </a:lnTo>
                <a:lnTo>
                  <a:pt x="8640" y="10800"/>
                </a:lnTo>
                <a:lnTo>
                  <a:pt x="7465" y="10278"/>
                </a:lnTo>
                <a:lnTo>
                  <a:pt x="6610" y="9940"/>
                </a:lnTo>
                <a:lnTo>
                  <a:pt x="5655" y="9637"/>
                </a:lnTo>
                <a:lnTo>
                  <a:pt x="4186" y="9225"/>
                </a:lnTo>
                <a:lnTo>
                  <a:pt x="2767" y="8703"/>
                </a:lnTo>
                <a:lnTo>
                  <a:pt x="1858" y="8318"/>
                </a:lnTo>
                <a:lnTo>
                  <a:pt x="1067" y="7880"/>
                </a:lnTo>
                <a:lnTo>
                  <a:pt x="0" y="7200"/>
                </a:lnTo>
                <a:lnTo>
                  <a:pt x="24" y="5911"/>
                </a:lnTo>
                <a:lnTo>
                  <a:pt x="214" y="4687"/>
                </a:lnTo>
                <a:lnTo>
                  <a:pt x="546" y="3505"/>
                </a:lnTo>
                <a:lnTo>
                  <a:pt x="998" y="2345"/>
                </a:lnTo>
                <a:lnTo>
                  <a:pt x="1542" y="1184"/>
                </a:lnTo>
                <a:lnTo>
                  <a:pt x="2160" y="0"/>
                </a:lnTo>
                <a:close/>
              </a:path>
            </a:pathLst>
          </a:custGeom>
          <a:solidFill>
            <a:srgbClr val="B3C5CC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0" name="contour_07148"/>
          <p:cNvSpPr/>
          <p:nvPr/>
        </p:nvSpPr>
        <p:spPr>
          <a:xfrm>
            <a:off x="5680432" y="3221292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0"/>
                </a:lnTo>
                <a:lnTo>
                  <a:pt x="15813" y="0"/>
                </a:lnTo>
                <a:lnTo>
                  <a:pt x="17248" y="0"/>
                </a:lnTo>
                <a:lnTo>
                  <a:pt x="18688" y="0"/>
                </a:lnTo>
                <a:lnTo>
                  <a:pt x="20138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20172" y="10800"/>
                </a:lnTo>
                <a:lnTo>
                  <a:pt x="18736" y="10800"/>
                </a:lnTo>
                <a:lnTo>
                  <a:pt x="17280" y="10800"/>
                </a:lnTo>
                <a:lnTo>
                  <a:pt x="17280" y="12938"/>
                </a:lnTo>
                <a:lnTo>
                  <a:pt x="17280" y="15084"/>
                </a:lnTo>
                <a:lnTo>
                  <a:pt x="17280" y="17237"/>
                </a:lnTo>
                <a:lnTo>
                  <a:pt x="17280" y="19408"/>
                </a:lnTo>
                <a:lnTo>
                  <a:pt x="17280" y="21600"/>
                </a:lnTo>
                <a:lnTo>
                  <a:pt x="15854" y="21301"/>
                </a:lnTo>
                <a:lnTo>
                  <a:pt x="14429" y="21006"/>
                </a:lnTo>
                <a:lnTo>
                  <a:pt x="13001" y="20707"/>
                </a:lnTo>
                <a:lnTo>
                  <a:pt x="11571" y="20412"/>
                </a:lnTo>
                <a:lnTo>
                  <a:pt x="10139" y="20113"/>
                </a:lnTo>
                <a:lnTo>
                  <a:pt x="8705" y="19814"/>
                </a:lnTo>
                <a:lnTo>
                  <a:pt x="7266" y="19516"/>
                </a:lnTo>
                <a:lnTo>
                  <a:pt x="5823" y="19213"/>
                </a:lnTo>
                <a:lnTo>
                  <a:pt x="4376" y="18911"/>
                </a:lnTo>
                <a:lnTo>
                  <a:pt x="2925" y="18608"/>
                </a:lnTo>
                <a:lnTo>
                  <a:pt x="1464" y="18306"/>
                </a:lnTo>
                <a:lnTo>
                  <a:pt x="0" y="18000"/>
                </a:lnTo>
                <a:lnTo>
                  <a:pt x="0" y="15862"/>
                </a:lnTo>
                <a:lnTo>
                  <a:pt x="0" y="13716"/>
                </a:lnTo>
                <a:lnTo>
                  <a:pt x="0" y="11563"/>
                </a:lnTo>
                <a:lnTo>
                  <a:pt x="0" y="9392"/>
                </a:lnTo>
                <a:lnTo>
                  <a:pt x="0" y="7200"/>
                </a:lnTo>
                <a:lnTo>
                  <a:pt x="1426" y="7200"/>
                </a:lnTo>
                <a:lnTo>
                  <a:pt x="2853" y="7200"/>
                </a:lnTo>
                <a:lnTo>
                  <a:pt x="4281" y="7200"/>
                </a:lnTo>
                <a:lnTo>
                  <a:pt x="5713" y="7200"/>
                </a:lnTo>
                <a:lnTo>
                  <a:pt x="7150" y="7200"/>
                </a:lnTo>
                <a:lnTo>
                  <a:pt x="8592" y="7200"/>
                </a:lnTo>
                <a:lnTo>
                  <a:pt x="10040" y="7200"/>
                </a:lnTo>
                <a:lnTo>
                  <a:pt x="11496" y="7200"/>
                </a:lnTo>
                <a:lnTo>
                  <a:pt x="12960" y="7200"/>
                </a:lnTo>
                <a:lnTo>
                  <a:pt x="12960" y="4820"/>
                </a:lnTo>
                <a:lnTo>
                  <a:pt x="12960" y="2426"/>
                </a:lnTo>
                <a:lnTo>
                  <a:pt x="12960" y="0"/>
                </a:lnTo>
                <a:close/>
              </a:path>
            </a:pathLst>
          </a:custGeom>
          <a:solidFill>
            <a:srgbClr val="DCEA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1" name="contour_07149"/>
          <p:cNvSpPr/>
          <p:nvPr/>
        </p:nvSpPr>
        <p:spPr>
          <a:xfrm>
            <a:off x="1344077" y="3235868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475"/>
                </a:lnTo>
                <a:lnTo>
                  <a:pt x="17256" y="953"/>
                </a:lnTo>
                <a:lnTo>
                  <a:pt x="18691" y="1430"/>
                </a:lnTo>
                <a:lnTo>
                  <a:pt x="20138" y="1913"/>
                </a:lnTo>
                <a:lnTo>
                  <a:pt x="21600" y="2400"/>
                </a:lnTo>
                <a:lnTo>
                  <a:pt x="21204" y="4147"/>
                </a:lnTo>
                <a:lnTo>
                  <a:pt x="20777" y="5844"/>
                </a:lnTo>
                <a:lnTo>
                  <a:pt x="20316" y="7495"/>
                </a:lnTo>
                <a:lnTo>
                  <a:pt x="19819" y="9110"/>
                </a:lnTo>
                <a:lnTo>
                  <a:pt x="19286" y="10697"/>
                </a:lnTo>
                <a:lnTo>
                  <a:pt x="18715" y="12262"/>
                </a:lnTo>
                <a:lnTo>
                  <a:pt x="18106" y="13810"/>
                </a:lnTo>
                <a:lnTo>
                  <a:pt x="17453" y="15353"/>
                </a:lnTo>
                <a:lnTo>
                  <a:pt x="16759" y="16896"/>
                </a:lnTo>
                <a:lnTo>
                  <a:pt x="16020" y="18446"/>
                </a:lnTo>
                <a:lnTo>
                  <a:pt x="15233" y="20011"/>
                </a:lnTo>
                <a:lnTo>
                  <a:pt x="14400" y="21600"/>
                </a:lnTo>
                <a:lnTo>
                  <a:pt x="12958" y="21192"/>
                </a:lnTo>
                <a:lnTo>
                  <a:pt x="11515" y="20777"/>
                </a:lnTo>
                <a:lnTo>
                  <a:pt x="10075" y="20357"/>
                </a:lnTo>
                <a:lnTo>
                  <a:pt x="8638" y="19930"/>
                </a:lnTo>
                <a:lnTo>
                  <a:pt x="7200" y="19500"/>
                </a:lnTo>
                <a:lnTo>
                  <a:pt x="5861" y="19111"/>
                </a:lnTo>
                <a:lnTo>
                  <a:pt x="4514" y="18718"/>
                </a:lnTo>
                <a:lnTo>
                  <a:pt x="3149" y="18319"/>
                </a:lnTo>
                <a:lnTo>
                  <a:pt x="2686" y="18096"/>
                </a:lnTo>
                <a:lnTo>
                  <a:pt x="1870" y="17700"/>
                </a:lnTo>
                <a:lnTo>
                  <a:pt x="0" y="16800"/>
                </a:lnTo>
                <a:lnTo>
                  <a:pt x="0" y="15214"/>
                </a:lnTo>
                <a:lnTo>
                  <a:pt x="0" y="13618"/>
                </a:lnTo>
                <a:lnTo>
                  <a:pt x="0" y="12000"/>
                </a:lnTo>
                <a:lnTo>
                  <a:pt x="1260" y="12209"/>
                </a:lnTo>
                <a:lnTo>
                  <a:pt x="2542" y="12422"/>
                </a:lnTo>
                <a:lnTo>
                  <a:pt x="4212" y="12576"/>
                </a:lnTo>
                <a:lnTo>
                  <a:pt x="5786" y="12677"/>
                </a:lnTo>
                <a:lnTo>
                  <a:pt x="7308" y="12696"/>
                </a:lnTo>
                <a:lnTo>
                  <a:pt x="8822" y="12607"/>
                </a:lnTo>
                <a:lnTo>
                  <a:pt x="10370" y="12384"/>
                </a:lnTo>
                <a:lnTo>
                  <a:pt x="12000" y="12000"/>
                </a:lnTo>
                <a:lnTo>
                  <a:pt x="12653" y="10546"/>
                </a:lnTo>
                <a:lnTo>
                  <a:pt x="13166" y="9091"/>
                </a:lnTo>
                <a:lnTo>
                  <a:pt x="13565" y="7630"/>
                </a:lnTo>
                <a:lnTo>
                  <a:pt x="13862" y="6156"/>
                </a:lnTo>
                <a:lnTo>
                  <a:pt x="14076" y="4661"/>
                </a:lnTo>
                <a:lnTo>
                  <a:pt x="14227" y="3142"/>
                </a:lnTo>
                <a:lnTo>
                  <a:pt x="14328" y="1591"/>
                </a:lnTo>
                <a:lnTo>
                  <a:pt x="14400" y="0"/>
                </a:lnTo>
                <a:close/>
              </a:path>
            </a:pathLst>
          </a:custGeom>
          <a:solidFill>
            <a:srgbClr val="9D8F8F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2" name="contour_07150"/>
          <p:cNvSpPr/>
          <p:nvPr/>
        </p:nvSpPr>
        <p:spPr>
          <a:xfrm>
            <a:off x="8100045" y="3199428"/>
            <a:ext cx="960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60" y="256"/>
                </a:lnTo>
                <a:lnTo>
                  <a:pt x="2322" y="518"/>
                </a:lnTo>
                <a:lnTo>
                  <a:pt x="3483" y="778"/>
                </a:lnTo>
                <a:lnTo>
                  <a:pt x="4644" y="1044"/>
                </a:lnTo>
                <a:lnTo>
                  <a:pt x="5805" y="1310"/>
                </a:lnTo>
                <a:lnTo>
                  <a:pt x="6965" y="1577"/>
                </a:lnTo>
                <a:lnTo>
                  <a:pt x="7940" y="1789"/>
                </a:lnTo>
                <a:lnTo>
                  <a:pt x="8930" y="2005"/>
                </a:lnTo>
                <a:lnTo>
                  <a:pt x="9902" y="2239"/>
                </a:lnTo>
                <a:lnTo>
                  <a:pt x="10874" y="2488"/>
                </a:lnTo>
                <a:lnTo>
                  <a:pt x="11842" y="2750"/>
                </a:lnTo>
                <a:lnTo>
                  <a:pt x="12813" y="3020"/>
                </a:lnTo>
                <a:lnTo>
                  <a:pt x="13781" y="3305"/>
                </a:lnTo>
                <a:lnTo>
                  <a:pt x="14750" y="3600"/>
                </a:lnTo>
                <a:lnTo>
                  <a:pt x="15235" y="3737"/>
                </a:lnTo>
                <a:lnTo>
                  <a:pt x="16698" y="4151"/>
                </a:lnTo>
                <a:lnTo>
                  <a:pt x="17606" y="4511"/>
                </a:lnTo>
                <a:lnTo>
                  <a:pt x="18301" y="4853"/>
                </a:lnTo>
                <a:lnTo>
                  <a:pt x="19001" y="5314"/>
                </a:lnTo>
                <a:lnTo>
                  <a:pt x="19928" y="6048"/>
                </a:lnTo>
                <a:lnTo>
                  <a:pt x="21305" y="7200"/>
                </a:lnTo>
                <a:lnTo>
                  <a:pt x="21502" y="9986"/>
                </a:lnTo>
                <a:lnTo>
                  <a:pt x="21600" y="11941"/>
                </a:lnTo>
                <a:lnTo>
                  <a:pt x="21600" y="13583"/>
                </a:lnTo>
                <a:lnTo>
                  <a:pt x="21502" y="15430"/>
                </a:lnTo>
                <a:lnTo>
                  <a:pt x="21305" y="18000"/>
                </a:lnTo>
                <a:lnTo>
                  <a:pt x="20856" y="17845"/>
                </a:lnTo>
                <a:lnTo>
                  <a:pt x="20064" y="17575"/>
                </a:lnTo>
                <a:lnTo>
                  <a:pt x="18252" y="16960"/>
                </a:lnTo>
                <a:lnTo>
                  <a:pt x="17247" y="16654"/>
                </a:lnTo>
                <a:lnTo>
                  <a:pt x="16244" y="16351"/>
                </a:lnTo>
                <a:lnTo>
                  <a:pt x="15241" y="16049"/>
                </a:lnTo>
                <a:lnTo>
                  <a:pt x="14238" y="15750"/>
                </a:lnTo>
                <a:lnTo>
                  <a:pt x="13242" y="15401"/>
                </a:lnTo>
                <a:lnTo>
                  <a:pt x="12231" y="15048"/>
                </a:lnTo>
                <a:lnTo>
                  <a:pt x="11000" y="14713"/>
                </a:lnTo>
                <a:lnTo>
                  <a:pt x="9858" y="14476"/>
                </a:lnTo>
                <a:lnTo>
                  <a:pt x="8779" y="14389"/>
                </a:lnTo>
                <a:lnTo>
                  <a:pt x="7745" y="14501"/>
                </a:lnTo>
                <a:lnTo>
                  <a:pt x="6734" y="14857"/>
                </a:lnTo>
                <a:lnTo>
                  <a:pt x="5723" y="15512"/>
                </a:lnTo>
                <a:lnTo>
                  <a:pt x="4692" y="16517"/>
                </a:lnTo>
                <a:lnTo>
                  <a:pt x="3617" y="17917"/>
                </a:lnTo>
                <a:lnTo>
                  <a:pt x="3327" y="18457"/>
                </a:lnTo>
                <a:lnTo>
                  <a:pt x="2814" y="19411"/>
                </a:lnTo>
                <a:lnTo>
                  <a:pt x="1639" y="21600"/>
                </a:lnTo>
                <a:lnTo>
                  <a:pt x="1459" y="19224"/>
                </a:lnTo>
                <a:lnTo>
                  <a:pt x="1278" y="16844"/>
                </a:lnTo>
                <a:lnTo>
                  <a:pt x="1098" y="14465"/>
                </a:lnTo>
                <a:lnTo>
                  <a:pt x="916" y="12078"/>
                </a:lnTo>
                <a:lnTo>
                  <a:pt x="734" y="9684"/>
                </a:lnTo>
                <a:lnTo>
                  <a:pt x="552" y="7279"/>
                </a:lnTo>
                <a:lnTo>
                  <a:pt x="369" y="4867"/>
                </a:lnTo>
                <a:lnTo>
                  <a:pt x="185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5A6062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3" name="contour_07151"/>
          <p:cNvSpPr/>
          <p:nvPr/>
        </p:nvSpPr>
        <p:spPr>
          <a:xfrm>
            <a:off x="3719962" y="3111972"/>
            <a:ext cx="131184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8" y="1506"/>
                </a:lnTo>
                <a:lnTo>
                  <a:pt x="595" y="3022"/>
                </a:lnTo>
                <a:lnTo>
                  <a:pt x="896" y="4543"/>
                </a:lnTo>
                <a:lnTo>
                  <a:pt x="1200" y="6086"/>
                </a:lnTo>
                <a:lnTo>
                  <a:pt x="1954" y="6683"/>
                </a:lnTo>
                <a:lnTo>
                  <a:pt x="2700" y="7142"/>
                </a:lnTo>
                <a:lnTo>
                  <a:pt x="3449" y="7501"/>
                </a:lnTo>
                <a:lnTo>
                  <a:pt x="4210" y="7799"/>
                </a:lnTo>
                <a:lnTo>
                  <a:pt x="4992" y="8083"/>
                </a:lnTo>
                <a:lnTo>
                  <a:pt x="5492" y="8603"/>
                </a:lnTo>
                <a:lnTo>
                  <a:pt x="6000" y="9129"/>
                </a:lnTo>
                <a:lnTo>
                  <a:pt x="6000" y="11141"/>
                </a:lnTo>
                <a:lnTo>
                  <a:pt x="6000" y="13164"/>
                </a:lnTo>
                <a:lnTo>
                  <a:pt x="6000" y="15216"/>
                </a:lnTo>
                <a:lnTo>
                  <a:pt x="6812" y="15374"/>
                </a:lnTo>
                <a:lnTo>
                  <a:pt x="7626" y="15532"/>
                </a:lnTo>
                <a:lnTo>
                  <a:pt x="8440" y="15690"/>
                </a:lnTo>
                <a:lnTo>
                  <a:pt x="9253" y="15852"/>
                </a:lnTo>
                <a:lnTo>
                  <a:pt x="10067" y="16010"/>
                </a:lnTo>
                <a:lnTo>
                  <a:pt x="10882" y="16168"/>
                </a:lnTo>
                <a:lnTo>
                  <a:pt x="11698" y="16326"/>
                </a:lnTo>
                <a:lnTo>
                  <a:pt x="12515" y="16488"/>
                </a:lnTo>
                <a:lnTo>
                  <a:pt x="13332" y="16646"/>
                </a:lnTo>
                <a:lnTo>
                  <a:pt x="14152" y="16807"/>
                </a:lnTo>
                <a:lnTo>
                  <a:pt x="14971" y="16965"/>
                </a:lnTo>
                <a:lnTo>
                  <a:pt x="15793" y="17127"/>
                </a:lnTo>
                <a:lnTo>
                  <a:pt x="16616" y="17288"/>
                </a:lnTo>
                <a:lnTo>
                  <a:pt x="17442" y="17446"/>
                </a:lnTo>
                <a:lnTo>
                  <a:pt x="18269" y="17607"/>
                </a:lnTo>
                <a:lnTo>
                  <a:pt x="19099" y="17772"/>
                </a:lnTo>
                <a:lnTo>
                  <a:pt x="19930" y="17933"/>
                </a:lnTo>
                <a:lnTo>
                  <a:pt x="20764" y="18094"/>
                </a:lnTo>
                <a:lnTo>
                  <a:pt x="21600" y="18259"/>
                </a:lnTo>
                <a:lnTo>
                  <a:pt x="21600" y="19768"/>
                </a:lnTo>
                <a:lnTo>
                  <a:pt x="21600" y="21302"/>
                </a:lnTo>
                <a:lnTo>
                  <a:pt x="19920" y="21369"/>
                </a:lnTo>
                <a:lnTo>
                  <a:pt x="18368" y="21430"/>
                </a:lnTo>
                <a:lnTo>
                  <a:pt x="16934" y="21481"/>
                </a:lnTo>
                <a:lnTo>
                  <a:pt x="15613" y="21527"/>
                </a:lnTo>
                <a:lnTo>
                  <a:pt x="14398" y="21563"/>
                </a:lnTo>
                <a:lnTo>
                  <a:pt x="13279" y="21588"/>
                </a:lnTo>
                <a:lnTo>
                  <a:pt x="12250" y="21600"/>
                </a:lnTo>
                <a:lnTo>
                  <a:pt x="11304" y="21600"/>
                </a:lnTo>
                <a:lnTo>
                  <a:pt x="10433" y="21588"/>
                </a:lnTo>
                <a:lnTo>
                  <a:pt x="9630" y="21557"/>
                </a:lnTo>
                <a:lnTo>
                  <a:pt x="8887" y="21515"/>
                </a:lnTo>
                <a:lnTo>
                  <a:pt x="8198" y="21454"/>
                </a:lnTo>
                <a:lnTo>
                  <a:pt x="7554" y="21375"/>
                </a:lnTo>
                <a:lnTo>
                  <a:pt x="6949" y="21277"/>
                </a:lnTo>
                <a:lnTo>
                  <a:pt x="6376" y="21162"/>
                </a:lnTo>
                <a:lnTo>
                  <a:pt x="5825" y="21022"/>
                </a:lnTo>
                <a:lnTo>
                  <a:pt x="5291" y="20864"/>
                </a:lnTo>
                <a:lnTo>
                  <a:pt x="4765" y="20678"/>
                </a:lnTo>
                <a:lnTo>
                  <a:pt x="4242" y="20471"/>
                </a:lnTo>
                <a:lnTo>
                  <a:pt x="3713" y="20240"/>
                </a:lnTo>
                <a:lnTo>
                  <a:pt x="3169" y="19981"/>
                </a:lnTo>
                <a:lnTo>
                  <a:pt x="2606" y="19695"/>
                </a:lnTo>
                <a:lnTo>
                  <a:pt x="2015" y="19382"/>
                </a:lnTo>
                <a:lnTo>
                  <a:pt x="1388" y="19038"/>
                </a:lnTo>
                <a:lnTo>
                  <a:pt x="719" y="18663"/>
                </a:lnTo>
                <a:lnTo>
                  <a:pt x="0" y="18259"/>
                </a:lnTo>
                <a:lnTo>
                  <a:pt x="0" y="16250"/>
                </a:lnTo>
                <a:lnTo>
                  <a:pt x="0" y="14239"/>
                </a:lnTo>
                <a:lnTo>
                  <a:pt x="0" y="12227"/>
                </a:lnTo>
                <a:lnTo>
                  <a:pt x="0" y="10210"/>
                </a:lnTo>
                <a:lnTo>
                  <a:pt x="0" y="8186"/>
                </a:lnTo>
                <a:lnTo>
                  <a:pt x="0" y="6153"/>
                </a:lnTo>
                <a:lnTo>
                  <a:pt x="0" y="4114"/>
                </a:lnTo>
                <a:lnTo>
                  <a:pt x="0" y="2063"/>
                </a:lnTo>
                <a:lnTo>
                  <a:pt x="0" y="0"/>
                </a:lnTo>
                <a:close/>
              </a:path>
            </a:pathLst>
          </a:custGeom>
          <a:solidFill>
            <a:srgbClr val="A3AEB4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4" name="contour_07152"/>
          <p:cNvSpPr/>
          <p:nvPr/>
        </p:nvSpPr>
        <p:spPr>
          <a:xfrm>
            <a:off x="10745586" y="3104684"/>
            <a:ext cx="6559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2731" y="886"/>
                </a:lnTo>
                <a:lnTo>
                  <a:pt x="3065" y="1786"/>
                </a:lnTo>
                <a:lnTo>
                  <a:pt x="3926" y="2686"/>
                </a:lnTo>
                <a:lnTo>
                  <a:pt x="4800" y="3600"/>
                </a:lnTo>
                <a:lnTo>
                  <a:pt x="6744" y="3771"/>
                </a:lnTo>
                <a:lnTo>
                  <a:pt x="8162" y="3866"/>
                </a:lnTo>
                <a:lnTo>
                  <a:pt x="9461" y="3901"/>
                </a:lnTo>
                <a:lnTo>
                  <a:pt x="11054" y="3884"/>
                </a:lnTo>
                <a:lnTo>
                  <a:pt x="13349" y="3825"/>
                </a:lnTo>
                <a:lnTo>
                  <a:pt x="14890" y="3793"/>
                </a:lnTo>
                <a:lnTo>
                  <a:pt x="16440" y="3760"/>
                </a:lnTo>
                <a:lnTo>
                  <a:pt x="18010" y="3726"/>
                </a:lnTo>
                <a:lnTo>
                  <a:pt x="18538" y="3708"/>
                </a:lnTo>
                <a:lnTo>
                  <a:pt x="19469" y="3676"/>
                </a:lnTo>
                <a:lnTo>
                  <a:pt x="21600" y="3600"/>
                </a:lnTo>
                <a:lnTo>
                  <a:pt x="21600" y="4669"/>
                </a:lnTo>
                <a:lnTo>
                  <a:pt x="21600" y="5742"/>
                </a:lnTo>
                <a:lnTo>
                  <a:pt x="21600" y="6818"/>
                </a:lnTo>
                <a:lnTo>
                  <a:pt x="21600" y="7904"/>
                </a:lnTo>
                <a:lnTo>
                  <a:pt x="21600" y="9000"/>
                </a:lnTo>
                <a:lnTo>
                  <a:pt x="20016" y="9000"/>
                </a:lnTo>
                <a:lnTo>
                  <a:pt x="18430" y="9000"/>
                </a:lnTo>
                <a:lnTo>
                  <a:pt x="16836" y="9000"/>
                </a:lnTo>
                <a:lnTo>
                  <a:pt x="15235" y="9000"/>
                </a:lnTo>
                <a:lnTo>
                  <a:pt x="13625" y="9000"/>
                </a:lnTo>
                <a:lnTo>
                  <a:pt x="12000" y="9000"/>
                </a:lnTo>
                <a:lnTo>
                  <a:pt x="11810" y="11200"/>
                </a:lnTo>
                <a:lnTo>
                  <a:pt x="11705" y="12886"/>
                </a:lnTo>
                <a:lnTo>
                  <a:pt x="11712" y="14171"/>
                </a:lnTo>
                <a:lnTo>
                  <a:pt x="11856" y="15165"/>
                </a:lnTo>
                <a:lnTo>
                  <a:pt x="12170" y="15980"/>
                </a:lnTo>
                <a:lnTo>
                  <a:pt x="12682" y="16726"/>
                </a:lnTo>
                <a:lnTo>
                  <a:pt x="13414" y="17512"/>
                </a:lnTo>
                <a:lnTo>
                  <a:pt x="14400" y="18450"/>
                </a:lnTo>
                <a:lnTo>
                  <a:pt x="15590" y="19120"/>
                </a:lnTo>
                <a:lnTo>
                  <a:pt x="16800" y="19800"/>
                </a:lnTo>
                <a:lnTo>
                  <a:pt x="15216" y="20097"/>
                </a:lnTo>
                <a:lnTo>
                  <a:pt x="13630" y="20394"/>
                </a:lnTo>
                <a:lnTo>
                  <a:pt x="12036" y="20693"/>
                </a:lnTo>
                <a:lnTo>
                  <a:pt x="10435" y="20993"/>
                </a:lnTo>
                <a:lnTo>
                  <a:pt x="8825" y="21296"/>
                </a:lnTo>
                <a:lnTo>
                  <a:pt x="7200" y="21600"/>
                </a:lnTo>
                <a:lnTo>
                  <a:pt x="6852" y="20533"/>
                </a:lnTo>
                <a:lnTo>
                  <a:pt x="6511" y="19465"/>
                </a:lnTo>
                <a:lnTo>
                  <a:pt x="6180" y="18396"/>
                </a:lnTo>
                <a:lnTo>
                  <a:pt x="5851" y="17325"/>
                </a:lnTo>
                <a:lnTo>
                  <a:pt x="5474" y="16132"/>
                </a:lnTo>
                <a:lnTo>
                  <a:pt x="5090" y="14920"/>
                </a:lnTo>
                <a:lnTo>
                  <a:pt x="4944" y="13549"/>
                </a:lnTo>
                <a:lnTo>
                  <a:pt x="5006" y="12649"/>
                </a:lnTo>
                <a:lnTo>
                  <a:pt x="5378" y="11824"/>
                </a:lnTo>
                <a:lnTo>
                  <a:pt x="6158" y="10674"/>
                </a:lnTo>
                <a:lnTo>
                  <a:pt x="6418" y="10256"/>
                </a:lnTo>
                <a:lnTo>
                  <a:pt x="7200" y="9000"/>
                </a:lnTo>
                <a:lnTo>
                  <a:pt x="6115" y="7963"/>
                </a:lnTo>
                <a:lnTo>
                  <a:pt x="5184" y="7263"/>
                </a:lnTo>
                <a:lnTo>
                  <a:pt x="3600" y="6300"/>
                </a:lnTo>
                <a:lnTo>
                  <a:pt x="2086" y="5276"/>
                </a:lnTo>
                <a:lnTo>
                  <a:pt x="1152" y="4576"/>
                </a:lnTo>
                <a:lnTo>
                  <a:pt x="0" y="3600"/>
                </a:lnTo>
                <a:lnTo>
                  <a:pt x="458" y="2340"/>
                </a:lnTo>
                <a:lnTo>
                  <a:pt x="862" y="1546"/>
                </a:lnTo>
                <a:lnTo>
                  <a:pt x="1433" y="878"/>
                </a:lnTo>
                <a:lnTo>
                  <a:pt x="2400" y="0"/>
                </a:lnTo>
                <a:close/>
              </a:path>
            </a:pathLst>
          </a:custGeom>
          <a:solidFill>
            <a:srgbClr val="7B7E75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5" name="contour_07153"/>
          <p:cNvSpPr/>
          <p:nvPr/>
        </p:nvSpPr>
        <p:spPr>
          <a:xfrm>
            <a:off x="8734101" y="3097396"/>
            <a:ext cx="3809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97" y="0"/>
                </a:moveTo>
                <a:lnTo>
                  <a:pt x="15459" y="894"/>
                </a:lnTo>
                <a:lnTo>
                  <a:pt x="17670" y="1573"/>
                </a:lnTo>
                <a:lnTo>
                  <a:pt x="19195" y="2112"/>
                </a:lnTo>
                <a:lnTo>
                  <a:pt x="20187" y="2591"/>
                </a:lnTo>
                <a:lnTo>
                  <a:pt x="20811" y="3085"/>
                </a:lnTo>
                <a:lnTo>
                  <a:pt x="21228" y="3674"/>
                </a:lnTo>
                <a:lnTo>
                  <a:pt x="21600" y="4435"/>
                </a:lnTo>
                <a:lnTo>
                  <a:pt x="21559" y="5227"/>
                </a:lnTo>
                <a:lnTo>
                  <a:pt x="21513" y="6025"/>
                </a:lnTo>
                <a:lnTo>
                  <a:pt x="21468" y="6834"/>
                </a:lnTo>
                <a:lnTo>
                  <a:pt x="21451" y="7470"/>
                </a:lnTo>
                <a:lnTo>
                  <a:pt x="21435" y="8116"/>
                </a:lnTo>
                <a:lnTo>
                  <a:pt x="21402" y="8922"/>
                </a:lnTo>
                <a:lnTo>
                  <a:pt x="21356" y="9730"/>
                </a:lnTo>
                <a:lnTo>
                  <a:pt x="21298" y="10536"/>
                </a:lnTo>
                <a:lnTo>
                  <a:pt x="21240" y="11344"/>
                </a:lnTo>
                <a:lnTo>
                  <a:pt x="21178" y="12150"/>
                </a:lnTo>
                <a:lnTo>
                  <a:pt x="21150" y="12835"/>
                </a:lnTo>
                <a:lnTo>
                  <a:pt x="21121" y="13520"/>
                </a:lnTo>
                <a:lnTo>
                  <a:pt x="21092" y="14207"/>
                </a:lnTo>
                <a:lnTo>
                  <a:pt x="21067" y="14892"/>
                </a:lnTo>
                <a:lnTo>
                  <a:pt x="21030" y="15731"/>
                </a:lnTo>
                <a:lnTo>
                  <a:pt x="20988" y="16570"/>
                </a:lnTo>
                <a:lnTo>
                  <a:pt x="20943" y="17408"/>
                </a:lnTo>
                <a:lnTo>
                  <a:pt x="20893" y="18246"/>
                </a:lnTo>
                <a:lnTo>
                  <a:pt x="20840" y="19085"/>
                </a:lnTo>
                <a:lnTo>
                  <a:pt x="20786" y="19924"/>
                </a:lnTo>
                <a:lnTo>
                  <a:pt x="20724" y="20761"/>
                </a:lnTo>
                <a:lnTo>
                  <a:pt x="20662" y="21600"/>
                </a:lnTo>
                <a:lnTo>
                  <a:pt x="18819" y="21028"/>
                </a:lnTo>
                <a:lnTo>
                  <a:pt x="16951" y="20447"/>
                </a:lnTo>
                <a:lnTo>
                  <a:pt x="14699" y="19880"/>
                </a:lnTo>
                <a:lnTo>
                  <a:pt x="12480" y="19420"/>
                </a:lnTo>
                <a:lnTo>
                  <a:pt x="10244" y="19044"/>
                </a:lnTo>
                <a:lnTo>
                  <a:pt x="7934" y="18736"/>
                </a:lnTo>
                <a:lnTo>
                  <a:pt x="5492" y="18472"/>
                </a:lnTo>
                <a:lnTo>
                  <a:pt x="2864" y="18234"/>
                </a:lnTo>
                <a:lnTo>
                  <a:pt x="0" y="18000"/>
                </a:lnTo>
                <a:lnTo>
                  <a:pt x="2732" y="18000"/>
                </a:lnTo>
                <a:lnTo>
                  <a:pt x="5480" y="18000"/>
                </a:lnTo>
                <a:lnTo>
                  <a:pt x="8265" y="18000"/>
                </a:lnTo>
                <a:lnTo>
                  <a:pt x="8451" y="17190"/>
                </a:lnTo>
                <a:lnTo>
                  <a:pt x="8637" y="16380"/>
                </a:lnTo>
                <a:lnTo>
                  <a:pt x="8823" y="15570"/>
                </a:lnTo>
                <a:lnTo>
                  <a:pt x="9009" y="14759"/>
                </a:lnTo>
                <a:lnTo>
                  <a:pt x="9195" y="13948"/>
                </a:lnTo>
                <a:lnTo>
                  <a:pt x="9381" y="13136"/>
                </a:lnTo>
                <a:lnTo>
                  <a:pt x="9566" y="12324"/>
                </a:lnTo>
                <a:lnTo>
                  <a:pt x="9752" y="11512"/>
                </a:lnTo>
                <a:lnTo>
                  <a:pt x="9943" y="10698"/>
                </a:lnTo>
                <a:lnTo>
                  <a:pt x="10128" y="9883"/>
                </a:lnTo>
                <a:lnTo>
                  <a:pt x="10314" y="9067"/>
                </a:lnTo>
                <a:lnTo>
                  <a:pt x="10505" y="8251"/>
                </a:lnTo>
                <a:lnTo>
                  <a:pt x="10690" y="7433"/>
                </a:lnTo>
                <a:lnTo>
                  <a:pt x="10881" y="6613"/>
                </a:lnTo>
                <a:lnTo>
                  <a:pt x="11067" y="5792"/>
                </a:lnTo>
                <a:lnTo>
                  <a:pt x="11257" y="4970"/>
                </a:lnTo>
                <a:lnTo>
                  <a:pt x="11447" y="4147"/>
                </a:lnTo>
                <a:lnTo>
                  <a:pt x="11633" y="3322"/>
                </a:lnTo>
                <a:lnTo>
                  <a:pt x="11823" y="2494"/>
                </a:lnTo>
                <a:lnTo>
                  <a:pt x="12017" y="1664"/>
                </a:lnTo>
                <a:lnTo>
                  <a:pt x="12207" y="834"/>
                </a:lnTo>
                <a:lnTo>
                  <a:pt x="12397" y="0"/>
                </a:lnTo>
                <a:close/>
              </a:path>
            </a:pathLst>
          </a:custGeom>
          <a:solidFill>
            <a:srgbClr val="A5B6BE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6" name="contour_07154"/>
          <p:cNvSpPr/>
          <p:nvPr/>
        </p:nvSpPr>
        <p:spPr>
          <a:xfrm>
            <a:off x="440366" y="3060956"/>
            <a:ext cx="88564" cy="750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75" y="0"/>
                </a:moveTo>
                <a:lnTo>
                  <a:pt x="18884" y="1084"/>
                </a:lnTo>
                <a:lnTo>
                  <a:pt x="19780" y="2070"/>
                </a:lnTo>
                <a:lnTo>
                  <a:pt x="20478" y="3068"/>
                </a:lnTo>
                <a:lnTo>
                  <a:pt x="21003" y="4186"/>
                </a:lnTo>
                <a:lnTo>
                  <a:pt x="21369" y="5530"/>
                </a:lnTo>
                <a:lnTo>
                  <a:pt x="21600" y="7210"/>
                </a:lnTo>
                <a:lnTo>
                  <a:pt x="21300" y="9756"/>
                </a:lnTo>
                <a:lnTo>
                  <a:pt x="21042" y="11763"/>
                </a:lnTo>
                <a:lnTo>
                  <a:pt x="20795" y="13323"/>
                </a:lnTo>
                <a:lnTo>
                  <a:pt x="20525" y="14531"/>
                </a:lnTo>
                <a:lnTo>
                  <a:pt x="20203" y="15479"/>
                </a:lnTo>
                <a:lnTo>
                  <a:pt x="19796" y="16259"/>
                </a:lnTo>
                <a:lnTo>
                  <a:pt x="19273" y="16965"/>
                </a:lnTo>
                <a:lnTo>
                  <a:pt x="18603" y="17691"/>
                </a:lnTo>
                <a:lnTo>
                  <a:pt x="17754" y="18530"/>
                </a:lnTo>
                <a:lnTo>
                  <a:pt x="16632" y="19077"/>
                </a:lnTo>
                <a:lnTo>
                  <a:pt x="15471" y="19589"/>
                </a:lnTo>
                <a:lnTo>
                  <a:pt x="14273" y="20057"/>
                </a:lnTo>
                <a:lnTo>
                  <a:pt x="13049" y="20474"/>
                </a:lnTo>
                <a:lnTo>
                  <a:pt x="11801" y="20835"/>
                </a:lnTo>
                <a:lnTo>
                  <a:pt x="10537" y="21134"/>
                </a:lnTo>
                <a:lnTo>
                  <a:pt x="9264" y="21367"/>
                </a:lnTo>
                <a:lnTo>
                  <a:pt x="7988" y="21522"/>
                </a:lnTo>
                <a:lnTo>
                  <a:pt x="6714" y="21600"/>
                </a:lnTo>
                <a:lnTo>
                  <a:pt x="5450" y="21587"/>
                </a:lnTo>
                <a:lnTo>
                  <a:pt x="4202" y="21485"/>
                </a:lnTo>
                <a:lnTo>
                  <a:pt x="2976" y="21281"/>
                </a:lnTo>
                <a:lnTo>
                  <a:pt x="1777" y="20971"/>
                </a:lnTo>
                <a:lnTo>
                  <a:pt x="1109" y="19706"/>
                </a:lnTo>
                <a:lnTo>
                  <a:pt x="700" y="18849"/>
                </a:lnTo>
                <a:lnTo>
                  <a:pt x="387" y="18003"/>
                </a:lnTo>
                <a:lnTo>
                  <a:pt x="0" y="16777"/>
                </a:lnTo>
                <a:lnTo>
                  <a:pt x="811" y="17070"/>
                </a:lnTo>
                <a:lnTo>
                  <a:pt x="1632" y="17366"/>
                </a:lnTo>
                <a:lnTo>
                  <a:pt x="2986" y="17613"/>
                </a:lnTo>
                <a:lnTo>
                  <a:pt x="4184" y="17748"/>
                </a:lnTo>
                <a:lnTo>
                  <a:pt x="5299" y="17750"/>
                </a:lnTo>
                <a:lnTo>
                  <a:pt x="6406" y="17603"/>
                </a:lnTo>
                <a:lnTo>
                  <a:pt x="7577" y="17284"/>
                </a:lnTo>
                <a:lnTo>
                  <a:pt x="8887" y="16777"/>
                </a:lnTo>
                <a:lnTo>
                  <a:pt x="9682" y="15722"/>
                </a:lnTo>
                <a:lnTo>
                  <a:pt x="10439" y="14629"/>
                </a:lnTo>
                <a:lnTo>
                  <a:pt x="11164" y="13505"/>
                </a:lnTo>
                <a:lnTo>
                  <a:pt x="11859" y="12350"/>
                </a:lnTo>
                <a:lnTo>
                  <a:pt x="12526" y="11171"/>
                </a:lnTo>
                <a:lnTo>
                  <a:pt x="13168" y="9967"/>
                </a:lnTo>
                <a:lnTo>
                  <a:pt x="13790" y="8747"/>
                </a:lnTo>
                <a:lnTo>
                  <a:pt x="14391" y="7512"/>
                </a:lnTo>
                <a:lnTo>
                  <a:pt x="14977" y="6266"/>
                </a:lnTo>
                <a:lnTo>
                  <a:pt x="15551" y="5012"/>
                </a:lnTo>
                <a:lnTo>
                  <a:pt x="16115" y="3756"/>
                </a:lnTo>
                <a:lnTo>
                  <a:pt x="16671" y="2500"/>
                </a:lnTo>
                <a:lnTo>
                  <a:pt x="17224" y="1246"/>
                </a:lnTo>
                <a:lnTo>
                  <a:pt x="17775" y="0"/>
                </a:lnTo>
                <a:close/>
              </a:path>
            </a:pathLst>
          </a:custGeom>
          <a:solidFill>
            <a:srgbClr val="971B19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7" name="contour_07155"/>
          <p:cNvSpPr/>
          <p:nvPr/>
        </p:nvSpPr>
        <p:spPr>
          <a:xfrm>
            <a:off x="1198317" y="3039092"/>
            <a:ext cx="60388" cy="66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48" y="0"/>
                </a:moveTo>
                <a:lnTo>
                  <a:pt x="19541" y="0"/>
                </a:lnTo>
                <a:lnTo>
                  <a:pt x="20854" y="0"/>
                </a:lnTo>
                <a:lnTo>
                  <a:pt x="21165" y="3223"/>
                </a:lnTo>
                <a:lnTo>
                  <a:pt x="21397" y="5833"/>
                </a:lnTo>
                <a:lnTo>
                  <a:pt x="21545" y="7931"/>
                </a:lnTo>
                <a:lnTo>
                  <a:pt x="21600" y="9616"/>
                </a:lnTo>
                <a:lnTo>
                  <a:pt x="21556" y="10986"/>
                </a:lnTo>
                <a:lnTo>
                  <a:pt x="21404" y="12144"/>
                </a:lnTo>
                <a:lnTo>
                  <a:pt x="21139" y="13187"/>
                </a:lnTo>
                <a:lnTo>
                  <a:pt x="20750" y="14216"/>
                </a:lnTo>
                <a:lnTo>
                  <a:pt x="20229" y="15331"/>
                </a:lnTo>
                <a:lnTo>
                  <a:pt x="19572" y="16633"/>
                </a:lnTo>
                <a:lnTo>
                  <a:pt x="18308" y="17883"/>
                </a:lnTo>
                <a:lnTo>
                  <a:pt x="17082" y="18916"/>
                </a:lnTo>
                <a:lnTo>
                  <a:pt x="15842" y="19750"/>
                </a:lnTo>
                <a:lnTo>
                  <a:pt x="14530" y="20414"/>
                </a:lnTo>
                <a:lnTo>
                  <a:pt x="13091" y="20927"/>
                </a:lnTo>
                <a:lnTo>
                  <a:pt x="11470" y="21315"/>
                </a:lnTo>
                <a:lnTo>
                  <a:pt x="9614" y="21600"/>
                </a:lnTo>
                <a:lnTo>
                  <a:pt x="7998" y="21600"/>
                </a:lnTo>
                <a:lnTo>
                  <a:pt x="6394" y="21572"/>
                </a:lnTo>
                <a:lnTo>
                  <a:pt x="4799" y="21518"/>
                </a:lnTo>
                <a:lnTo>
                  <a:pt x="3204" y="21438"/>
                </a:lnTo>
                <a:lnTo>
                  <a:pt x="1608" y="21327"/>
                </a:lnTo>
                <a:lnTo>
                  <a:pt x="0" y="21186"/>
                </a:lnTo>
                <a:lnTo>
                  <a:pt x="665" y="19766"/>
                </a:lnTo>
                <a:lnTo>
                  <a:pt x="1343" y="18352"/>
                </a:lnTo>
                <a:lnTo>
                  <a:pt x="2028" y="16939"/>
                </a:lnTo>
                <a:lnTo>
                  <a:pt x="2722" y="15531"/>
                </a:lnTo>
                <a:lnTo>
                  <a:pt x="3420" y="14124"/>
                </a:lnTo>
                <a:lnTo>
                  <a:pt x="4056" y="12810"/>
                </a:lnTo>
                <a:lnTo>
                  <a:pt x="4697" y="11490"/>
                </a:lnTo>
                <a:lnTo>
                  <a:pt x="5347" y="10150"/>
                </a:lnTo>
                <a:lnTo>
                  <a:pt x="5709" y="9696"/>
                </a:lnTo>
                <a:lnTo>
                  <a:pt x="6350" y="8896"/>
                </a:lnTo>
                <a:lnTo>
                  <a:pt x="7820" y="7062"/>
                </a:lnTo>
                <a:lnTo>
                  <a:pt x="9843" y="6956"/>
                </a:lnTo>
                <a:lnTo>
                  <a:pt x="11261" y="6902"/>
                </a:lnTo>
                <a:lnTo>
                  <a:pt x="12450" y="6902"/>
                </a:lnTo>
                <a:lnTo>
                  <a:pt x="13785" y="6956"/>
                </a:lnTo>
                <a:lnTo>
                  <a:pt x="15641" y="7062"/>
                </a:lnTo>
                <a:lnTo>
                  <a:pt x="16444" y="5311"/>
                </a:lnTo>
                <a:lnTo>
                  <a:pt x="16981" y="4068"/>
                </a:lnTo>
                <a:lnTo>
                  <a:pt x="17377" y="2994"/>
                </a:lnTo>
                <a:lnTo>
                  <a:pt x="17758" y="1751"/>
                </a:lnTo>
                <a:lnTo>
                  <a:pt x="18248" y="0"/>
                </a:lnTo>
                <a:close/>
              </a:path>
            </a:pathLst>
          </a:custGeom>
          <a:solidFill>
            <a:srgbClr val="63567C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8" name="contour_07156"/>
          <p:cNvSpPr/>
          <p:nvPr/>
        </p:nvSpPr>
        <p:spPr>
          <a:xfrm>
            <a:off x="6708039" y="3024516"/>
            <a:ext cx="3644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033" y="332"/>
                </a:lnTo>
                <a:lnTo>
                  <a:pt x="9374" y="644"/>
                </a:lnTo>
                <a:lnTo>
                  <a:pt x="11457" y="972"/>
                </a:lnTo>
                <a:lnTo>
                  <a:pt x="13392" y="1350"/>
                </a:lnTo>
                <a:lnTo>
                  <a:pt x="15297" y="1814"/>
                </a:lnTo>
                <a:lnTo>
                  <a:pt x="17280" y="2400"/>
                </a:lnTo>
                <a:lnTo>
                  <a:pt x="18049" y="3192"/>
                </a:lnTo>
                <a:lnTo>
                  <a:pt x="18723" y="3983"/>
                </a:lnTo>
                <a:lnTo>
                  <a:pt x="19310" y="4776"/>
                </a:lnTo>
                <a:lnTo>
                  <a:pt x="19824" y="5572"/>
                </a:lnTo>
                <a:lnTo>
                  <a:pt x="20274" y="6368"/>
                </a:lnTo>
                <a:lnTo>
                  <a:pt x="20667" y="7169"/>
                </a:lnTo>
                <a:lnTo>
                  <a:pt x="21012" y="7974"/>
                </a:lnTo>
                <a:lnTo>
                  <a:pt x="21319" y="8784"/>
                </a:lnTo>
                <a:lnTo>
                  <a:pt x="21600" y="9600"/>
                </a:lnTo>
                <a:lnTo>
                  <a:pt x="18744" y="9600"/>
                </a:lnTo>
                <a:lnTo>
                  <a:pt x="15872" y="9600"/>
                </a:lnTo>
                <a:lnTo>
                  <a:pt x="12960" y="9600"/>
                </a:lnTo>
                <a:lnTo>
                  <a:pt x="12960" y="10448"/>
                </a:lnTo>
                <a:lnTo>
                  <a:pt x="12960" y="11298"/>
                </a:lnTo>
                <a:lnTo>
                  <a:pt x="12960" y="12146"/>
                </a:lnTo>
                <a:lnTo>
                  <a:pt x="12960" y="12997"/>
                </a:lnTo>
                <a:lnTo>
                  <a:pt x="12960" y="13848"/>
                </a:lnTo>
                <a:lnTo>
                  <a:pt x="12960" y="14701"/>
                </a:lnTo>
                <a:lnTo>
                  <a:pt x="12960" y="15554"/>
                </a:lnTo>
                <a:lnTo>
                  <a:pt x="12960" y="16411"/>
                </a:lnTo>
                <a:lnTo>
                  <a:pt x="12960" y="17269"/>
                </a:lnTo>
                <a:lnTo>
                  <a:pt x="12960" y="18130"/>
                </a:lnTo>
                <a:lnTo>
                  <a:pt x="12960" y="18992"/>
                </a:lnTo>
                <a:lnTo>
                  <a:pt x="12960" y="19859"/>
                </a:lnTo>
                <a:lnTo>
                  <a:pt x="12960" y="20728"/>
                </a:lnTo>
                <a:lnTo>
                  <a:pt x="12960" y="21600"/>
                </a:lnTo>
                <a:lnTo>
                  <a:pt x="11889" y="21006"/>
                </a:lnTo>
                <a:lnTo>
                  <a:pt x="10817" y="20408"/>
                </a:lnTo>
                <a:lnTo>
                  <a:pt x="9733" y="19808"/>
                </a:lnTo>
                <a:lnTo>
                  <a:pt x="8640" y="19200"/>
                </a:lnTo>
                <a:lnTo>
                  <a:pt x="5784" y="19200"/>
                </a:lnTo>
                <a:lnTo>
                  <a:pt x="2912" y="19200"/>
                </a:lnTo>
                <a:lnTo>
                  <a:pt x="0" y="19200"/>
                </a:lnTo>
                <a:lnTo>
                  <a:pt x="199" y="18454"/>
                </a:lnTo>
                <a:lnTo>
                  <a:pt x="397" y="17696"/>
                </a:lnTo>
                <a:lnTo>
                  <a:pt x="605" y="16904"/>
                </a:lnTo>
                <a:lnTo>
                  <a:pt x="812" y="16112"/>
                </a:lnTo>
                <a:lnTo>
                  <a:pt x="1020" y="15320"/>
                </a:lnTo>
                <a:lnTo>
                  <a:pt x="1227" y="14530"/>
                </a:lnTo>
                <a:lnTo>
                  <a:pt x="1434" y="13738"/>
                </a:lnTo>
                <a:lnTo>
                  <a:pt x="1637" y="12946"/>
                </a:lnTo>
                <a:lnTo>
                  <a:pt x="1845" y="12154"/>
                </a:lnTo>
                <a:lnTo>
                  <a:pt x="2030" y="11440"/>
                </a:lnTo>
                <a:lnTo>
                  <a:pt x="2220" y="10726"/>
                </a:lnTo>
                <a:lnTo>
                  <a:pt x="2406" y="10010"/>
                </a:lnTo>
                <a:lnTo>
                  <a:pt x="2596" y="9296"/>
                </a:lnTo>
                <a:lnTo>
                  <a:pt x="2786" y="8582"/>
                </a:lnTo>
                <a:lnTo>
                  <a:pt x="2981" y="7831"/>
                </a:lnTo>
                <a:lnTo>
                  <a:pt x="3175" y="7075"/>
                </a:lnTo>
                <a:lnTo>
                  <a:pt x="3374" y="6310"/>
                </a:lnTo>
                <a:lnTo>
                  <a:pt x="3555" y="5617"/>
                </a:lnTo>
                <a:lnTo>
                  <a:pt x="3737" y="4921"/>
                </a:lnTo>
                <a:lnTo>
                  <a:pt x="3923" y="4214"/>
                </a:lnTo>
                <a:lnTo>
                  <a:pt x="4082" y="3372"/>
                </a:lnTo>
                <a:lnTo>
                  <a:pt x="4195" y="2530"/>
                </a:lnTo>
                <a:lnTo>
                  <a:pt x="4268" y="1686"/>
                </a:lnTo>
                <a:lnTo>
                  <a:pt x="4307" y="844"/>
                </a:lnTo>
                <a:lnTo>
                  <a:pt x="4320" y="0"/>
                </a:lnTo>
                <a:close/>
              </a:path>
            </a:pathLst>
          </a:custGeom>
          <a:solidFill>
            <a:srgbClr val="AABAC5"/>
          </a:solidFill>
          <a:ln>
            <a:noFill/>
          </a:ln>
        </p:spPr>
        <p:txBody>
          <a:bodyPr/>
          <a:lstStyle/>
          <a:p/>
        </p:txBody>
      </p:sp>
      <p:sp>
        <p:nvSpPr>
          <p:cNvPr id="7159" name="contour_07157"/>
          <p:cNvSpPr/>
          <p:nvPr/>
        </p:nvSpPr>
        <p:spPr>
          <a:xfrm>
            <a:off x="5388198" y="2995365"/>
            <a:ext cx="6630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3" y="0"/>
                </a:moveTo>
                <a:lnTo>
                  <a:pt x="1802" y="0"/>
                </a:lnTo>
                <a:lnTo>
                  <a:pt x="3381" y="0"/>
                </a:lnTo>
                <a:lnTo>
                  <a:pt x="4981" y="0"/>
                </a:lnTo>
                <a:lnTo>
                  <a:pt x="4981" y="1586"/>
                </a:lnTo>
                <a:lnTo>
                  <a:pt x="4981" y="3182"/>
                </a:lnTo>
                <a:lnTo>
                  <a:pt x="4981" y="4800"/>
                </a:lnTo>
                <a:lnTo>
                  <a:pt x="6548" y="4800"/>
                </a:lnTo>
                <a:lnTo>
                  <a:pt x="8117" y="4800"/>
                </a:lnTo>
                <a:lnTo>
                  <a:pt x="9694" y="4800"/>
                </a:lnTo>
                <a:lnTo>
                  <a:pt x="11277" y="4800"/>
                </a:lnTo>
                <a:lnTo>
                  <a:pt x="12870" y="4800"/>
                </a:lnTo>
                <a:lnTo>
                  <a:pt x="14478" y="4800"/>
                </a:lnTo>
                <a:lnTo>
                  <a:pt x="14478" y="3214"/>
                </a:lnTo>
                <a:lnTo>
                  <a:pt x="14478" y="1618"/>
                </a:lnTo>
                <a:lnTo>
                  <a:pt x="14478" y="0"/>
                </a:lnTo>
                <a:lnTo>
                  <a:pt x="15888" y="475"/>
                </a:lnTo>
                <a:lnTo>
                  <a:pt x="17303" y="953"/>
                </a:lnTo>
                <a:lnTo>
                  <a:pt x="18723" y="1430"/>
                </a:lnTo>
                <a:lnTo>
                  <a:pt x="20154" y="1913"/>
                </a:lnTo>
                <a:lnTo>
                  <a:pt x="21600" y="2400"/>
                </a:lnTo>
                <a:lnTo>
                  <a:pt x="21208" y="3984"/>
                </a:lnTo>
                <a:lnTo>
                  <a:pt x="20817" y="5570"/>
                </a:lnTo>
                <a:lnTo>
                  <a:pt x="20422" y="7164"/>
                </a:lnTo>
                <a:lnTo>
                  <a:pt x="20026" y="8765"/>
                </a:lnTo>
                <a:lnTo>
                  <a:pt x="19627" y="10375"/>
                </a:lnTo>
                <a:lnTo>
                  <a:pt x="19226" y="12000"/>
                </a:lnTo>
                <a:lnTo>
                  <a:pt x="17730" y="11568"/>
                </a:lnTo>
                <a:lnTo>
                  <a:pt x="16234" y="11136"/>
                </a:lnTo>
                <a:lnTo>
                  <a:pt x="14736" y="10704"/>
                </a:lnTo>
                <a:lnTo>
                  <a:pt x="13236" y="10270"/>
                </a:lnTo>
                <a:lnTo>
                  <a:pt x="11731" y="9835"/>
                </a:lnTo>
                <a:lnTo>
                  <a:pt x="10225" y="9401"/>
                </a:lnTo>
                <a:lnTo>
                  <a:pt x="8713" y="8964"/>
                </a:lnTo>
                <a:lnTo>
                  <a:pt x="7196" y="8525"/>
                </a:lnTo>
                <a:lnTo>
                  <a:pt x="5674" y="8086"/>
                </a:lnTo>
                <a:lnTo>
                  <a:pt x="4143" y="7644"/>
                </a:lnTo>
                <a:lnTo>
                  <a:pt x="2607" y="7200"/>
                </a:lnTo>
                <a:lnTo>
                  <a:pt x="2607" y="8786"/>
                </a:lnTo>
                <a:lnTo>
                  <a:pt x="2607" y="10382"/>
                </a:lnTo>
                <a:lnTo>
                  <a:pt x="2607" y="12000"/>
                </a:lnTo>
                <a:lnTo>
                  <a:pt x="4017" y="12000"/>
                </a:lnTo>
                <a:lnTo>
                  <a:pt x="5432" y="12000"/>
                </a:lnTo>
                <a:lnTo>
                  <a:pt x="6852" y="12000"/>
                </a:lnTo>
                <a:lnTo>
                  <a:pt x="8283" y="12000"/>
                </a:lnTo>
                <a:lnTo>
                  <a:pt x="9729" y="12000"/>
                </a:lnTo>
                <a:lnTo>
                  <a:pt x="9943" y="13714"/>
                </a:lnTo>
                <a:lnTo>
                  <a:pt x="10050" y="14945"/>
                </a:lnTo>
                <a:lnTo>
                  <a:pt x="10050" y="16039"/>
                </a:lnTo>
                <a:lnTo>
                  <a:pt x="9943" y="17342"/>
                </a:lnTo>
                <a:lnTo>
                  <a:pt x="9729" y="19200"/>
                </a:lnTo>
                <a:lnTo>
                  <a:pt x="8034" y="20083"/>
                </a:lnTo>
                <a:lnTo>
                  <a:pt x="6816" y="20650"/>
                </a:lnTo>
                <a:lnTo>
                  <a:pt x="5734" y="21014"/>
                </a:lnTo>
                <a:lnTo>
                  <a:pt x="4444" y="21293"/>
                </a:lnTo>
                <a:lnTo>
                  <a:pt x="2607" y="21600"/>
                </a:lnTo>
                <a:lnTo>
                  <a:pt x="1446" y="20393"/>
                </a:lnTo>
                <a:lnTo>
                  <a:pt x="731" y="19435"/>
                </a:lnTo>
                <a:lnTo>
                  <a:pt x="335" y="18396"/>
                </a:lnTo>
                <a:lnTo>
                  <a:pt x="133" y="16949"/>
                </a:lnTo>
                <a:lnTo>
                  <a:pt x="0" y="14765"/>
                </a:lnTo>
                <a:lnTo>
                  <a:pt x="14" y="13438"/>
                </a:lnTo>
                <a:lnTo>
                  <a:pt x="33" y="12108"/>
                </a:lnTo>
                <a:lnTo>
                  <a:pt x="57" y="10778"/>
                </a:lnTo>
                <a:lnTo>
                  <a:pt x="85" y="9451"/>
                </a:lnTo>
                <a:lnTo>
                  <a:pt x="93" y="8767"/>
                </a:lnTo>
                <a:lnTo>
                  <a:pt x="116" y="6708"/>
                </a:lnTo>
                <a:lnTo>
                  <a:pt x="140" y="5030"/>
                </a:lnTo>
                <a:lnTo>
                  <a:pt x="169" y="3353"/>
                </a:lnTo>
                <a:lnTo>
                  <a:pt x="199" y="1678"/>
                </a:lnTo>
                <a:lnTo>
                  <a:pt x="233" y="0"/>
                </a:lnTo>
                <a:close/>
              </a:path>
            </a:pathLst>
          </a:custGeom>
          <a:solidFill>
            <a:srgbClr val="9E8587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0" name="contour_07158"/>
          <p:cNvSpPr/>
          <p:nvPr/>
        </p:nvSpPr>
        <p:spPr>
          <a:xfrm>
            <a:off x="3996906" y="3008016"/>
            <a:ext cx="51016" cy="667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23"/>
                </a:moveTo>
                <a:lnTo>
                  <a:pt x="3453" y="276"/>
                </a:lnTo>
                <a:lnTo>
                  <a:pt x="5891" y="68"/>
                </a:lnTo>
                <a:lnTo>
                  <a:pt x="7656" y="0"/>
                </a:lnTo>
                <a:lnTo>
                  <a:pt x="9094" y="68"/>
                </a:lnTo>
                <a:lnTo>
                  <a:pt x="10541" y="276"/>
                </a:lnTo>
                <a:lnTo>
                  <a:pt x="12343" y="623"/>
                </a:lnTo>
                <a:lnTo>
                  <a:pt x="13552" y="1871"/>
                </a:lnTo>
                <a:lnTo>
                  <a:pt x="14611" y="3147"/>
                </a:lnTo>
                <a:lnTo>
                  <a:pt x="15549" y="4454"/>
                </a:lnTo>
                <a:lnTo>
                  <a:pt x="16385" y="5793"/>
                </a:lnTo>
                <a:lnTo>
                  <a:pt x="17141" y="7173"/>
                </a:lnTo>
                <a:lnTo>
                  <a:pt x="17845" y="8593"/>
                </a:lnTo>
                <a:lnTo>
                  <a:pt x="18514" y="10058"/>
                </a:lnTo>
                <a:lnTo>
                  <a:pt x="16475" y="10058"/>
                </a:lnTo>
                <a:lnTo>
                  <a:pt x="14423" y="10058"/>
                </a:lnTo>
                <a:lnTo>
                  <a:pt x="12343" y="10058"/>
                </a:lnTo>
                <a:lnTo>
                  <a:pt x="12343" y="11617"/>
                </a:lnTo>
                <a:lnTo>
                  <a:pt x="12343" y="13186"/>
                </a:lnTo>
                <a:lnTo>
                  <a:pt x="12343" y="14776"/>
                </a:lnTo>
                <a:lnTo>
                  <a:pt x="14639" y="15502"/>
                </a:lnTo>
                <a:lnTo>
                  <a:pt x="16268" y="15988"/>
                </a:lnTo>
                <a:lnTo>
                  <a:pt x="17675" y="16347"/>
                </a:lnTo>
                <a:lnTo>
                  <a:pt x="19304" y="16691"/>
                </a:lnTo>
                <a:lnTo>
                  <a:pt x="21600" y="17135"/>
                </a:lnTo>
                <a:lnTo>
                  <a:pt x="18422" y="18621"/>
                </a:lnTo>
                <a:lnTo>
                  <a:pt x="15888" y="19767"/>
                </a:lnTo>
                <a:lnTo>
                  <a:pt x="13849" y="20607"/>
                </a:lnTo>
                <a:lnTo>
                  <a:pt x="12158" y="21173"/>
                </a:lnTo>
                <a:lnTo>
                  <a:pt x="10673" y="21494"/>
                </a:lnTo>
                <a:lnTo>
                  <a:pt x="9248" y="21600"/>
                </a:lnTo>
                <a:lnTo>
                  <a:pt x="7733" y="21529"/>
                </a:lnTo>
                <a:lnTo>
                  <a:pt x="5986" y="21308"/>
                </a:lnTo>
                <a:lnTo>
                  <a:pt x="3857" y="20968"/>
                </a:lnTo>
                <a:lnTo>
                  <a:pt x="1944" y="20237"/>
                </a:lnTo>
                <a:lnTo>
                  <a:pt x="0" y="19494"/>
                </a:lnTo>
                <a:lnTo>
                  <a:pt x="256" y="18887"/>
                </a:lnTo>
                <a:lnTo>
                  <a:pt x="707" y="17816"/>
                </a:lnTo>
                <a:lnTo>
                  <a:pt x="1734" y="15366"/>
                </a:lnTo>
                <a:lnTo>
                  <a:pt x="2243" y="13568"/>
                </a:lnTo>
                <a:lnTo>
                  <a:pt x="2536" y="11879"/>
                </a:lnTo>
                <a:lnTo>
                  <a:pt x="2626" y="10268"/>
                </a:lnTo>
                <a:lnTo>
                  <a:pt x="2536" y="8707"/>
                </a:lnTo>
                <a:lnTo>
                  <a:pt x="2280" y="7164"/>
                </a:lnTo>
                <a:lnTo>
                  <a:pt x="1879" y="5614"/>
                </a:lnTo>
                <a:lnTo>
                  <a:pt x="1355" y="4027"/>
                </a:lnTo>
                <a:lnTo>
                  <a:pt x="722" y="2373"/>
                </a:lnTo>
                <a:lnTo>
                  <a:pt x="0" y="623"/>
                </a:lnTo>
                <a:close/>
              </a:path>
            </a:pathLst>
          </a:custGeom>
          <a:solidFill>
            <a:srgbClr val="5E553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1" name="contour_07159"/>
          <p:cNvSpPr/>
          <p:nvPr/>
        </p:nvSpPr>
        <p:spPr>
          <a:xfrm>
            <a:off x="10235427" y="2994650"/>
            <a:ext cx="65592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84" y="0"/>
                </a:moveTo>
                <a:lnTo>
                  <a:pt x="11894" y="51"/>
                </a:lnTo>
                <a:lnTo>
                  <a:pt x="13214" y="102"/>
                </a:lnTo>
                <a:lnTo>
                  <a:pt x="14549" y="148"/>
                </a:lnTo>
                <a:lnTo>
                  <a:pt x="15866" y="186"/>
                </a:lnTo>
                <a:lnTo>
                  <a:pt x="17191" y="225"/>
                </a:lnTo>
                <a:lnTo>
                  <a:pt x="18533" y="263"/>
                </a:lnTo>
                <a:lnTo>
                  <a:pt x="20057" y="339"/>
                </a:lnTo>
                <a:lnTo>
                  <a:pt x="21600" y="415"/>
                </a:lnTo>
                <a:lnTo>
                  <a:pt x="21600" y="3415"/>
                </a:lnTo>
                <a:lnTo>
                  <a:pt x="21600" y="6415"/>
                </a:lnTo>
                <a:lnTo>
                  <a:pt x="21600" y="9423"/>
                </a:lnTo>
                <a:lnTo>
                  <a:pt x="21600" y="12440"/>
                </a:lnTo>
                <a:lnTo>
                  <a:pt x="21600" y="15473"/>
                </a:lnTo>
                <a:lnTo>
                  <a:pt x="21600" y="18528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1620" y="15901"/>
                </a:lnTo>
                <a:lnTo>
                  <a:pt x="2945" y="11334"/>
                </a:lnTo>
                <a:lnTo>
                  <a:pt x="4039" y="7766"/>
                </a:lnTo>
                <a:lnTo>
                  <a:pt x="4966" y="5076"/>
                </a:lnTo>
                <a:lnTo>
                  <a:pt x="5791" y="3127"/>
                </a:lnTo>
                <a:lnTo>
                  <a:pt x="6576" y="1792"/>
                </a:lnTo>
                <a:lnTo>
                  <a:pt x="7382" y="941"/>
                </a:lnTo>
                <a:lnTo>
                  <a:pt x="8278" y="445"/>
                </a:lnTo>
                <a:lnTo>
                  <a:pt x="9324" y="178"/>
                </a:lnTo>
                <a:lnTo>
                  <a:pt x="10584" y="0"/>
                </a:lnTo>
                <a:close/>
              </a:path>
            </a:pathLst>
          </a:custGeom>
          <a:solidFill>
            <a:srgbClr val="D4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2" name="contour_07160"/>
          <p:cNvSpPr/>
          <p:nvPr/>
        </p:nvSpPr>
        <p:spPr>
          <a:xfrm>
            <a:off x="5374336" y="2959624"/>
            <a:ext cx="72880" cy="50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90" y="676"/>
                </a:moveTo>
                <a:lnTo>
                  <a:pt x="11439" y="1048"/>
                </a:lnTo>
                <a:lnTo>
                  <a:pt x="12910" y="1420"/>
                </a:lnTo>
                <a:lnTo>
                  <a:pt x="13459" y="1771"/>
                </a:lnTo>
                <a:lnTo>
                  <a:pt x="15120" y="2828"/>
                </a:lnTo>
                <a:lnTo>
                  <a:pt x="15120" y="4896"/>
                </a:lnTo>
                <a:lnTo>
                  <a:pt x="15120" y="6977"/>
                </a:lnTo>
                <a:lnTo>
                  <a:pt x="15120" y="9086"/>
                </a:lnTo>
                <a:lnTo>
                  <a:pt x="16500" y="10581"/>
                </a:lnTo>
                <a:lnTo>
                  <a:pt x="17520" y="11663"/>
                </a:lnTo>
                <a:lnTo>
                  <a:pt x="18360" y="12508"/>
                </a:lnTo>
                <a:lnTo>
                  <a:pt x="19200" y="13284"/>
                </a:lnTo>
                <a:lnTo>
                  <a:pt x="20220" y="14173"/>
                </a:lnTo>
                <a:lnTo>
                  <a:pt x="21600" y="15343"/>
                </a:lnTo>
                <a:lnTo>
                  <a:pt x="20172" y="15343"/>
                </a:lnTo>
                <a:lnTo>
                  <a:pt x="18736" y="15343"/>
                </a:lnTo>
                <a:lnTo>
                  <a:pt x="17280" y="15343"/>
                </a:lnTo>
                <a:lnTo>
                  <a:pt x="17280" y="17411"/>
                </a:lnTo>
                <a:lnTo>
                  <a:pt x="17280" y="19491"/>
                </a:lnTo>
                <a:lnTo>
                  <a:pt x="17280" y="21600"/>
                </a:lnTo>
                <a:lnTo>
                  <a:pt x="15854" y="21600"/>
                </a:lnTo>
                <a:lnTo>
                  <a:pt x="14427" y="21600"/>
                </a:lnTo>
                <a:lnTo>
                  <a:pt x="12992" y="21600"/>
                </a:lnTo>
                <a:lnTo>
                  <a:pt x="11552" y="21600"/>
                </a:lnTo>
                <a:lnTo>
                  <a:pt x="10102" y="21600"/>
                </a:lnTo>
                <a:lnTo>
                  <a:pt x="8640" y="21600"/>
                </a:lnTo>
                <a:lnTo>
                  <a:pt x="8640" y="19532"/>
                </a:lnTo>
                <a:lnTo>
                  <a:pt x="8640" y="17451"/>
                </a:lnTo>
                <a:lnTo>
                  <a:pt x="8640" y="15343"/>
                </a:lnTo>
                <a:lnTo>
                  <a:pt x="7212" y="15343"/>
                </a:lnTo>
                <a:lnTo>
                  <a:pt x="5776" y="15343"/>
                </a:lnTo>
                <a:lnTo>
                  <a:pt x="4320" y="15343"/>
                </a:lnTo>
                <a:lnTo>
                  <a:pt x="4409" y="13857"/>
                </a:lnTo>
                <a:lnTo>
                  <a:pt x="4499" y="12361"/>
                </a:lnTo>
                <a:lnTo>
                  <a:pt x="4590" y="10844"/>
                </a:lnTo>
                <a:lnTo>
                  <a:pt x="4501" y="9229"/>
                </a:lnTo>
                <a:lnTo>
                  <a:pt x="4411" y="7606"/>
                </a:lnTo>
                <a:lnTo>
                  <a:pt x="4320" y="5957"/>
                </a:lnTo>
                <a:lnTo>
                  <a:pt x="3037" y="4699"/>
                </a:lnTo>
                <a:lnTo>
                  <a:pt x="2160" y="3955"/>
                </a:lnTo>
                <a:lnTo>
                  <a:pt x="1283" y="3429"/>
                </a:lnTo>
                <a:lnTo>
                  <a:pt x="0" y="2828"/>
                </a:lnTo>
                <a:lnTo>
                  <a:pt x="1477" y="1621"/>
                </a:lnTo>
                <a:lnTo>
                  <a:pt x="2840" y="767"/>
                </a:lnTo>
                <a:lnTo>
                  <a:pt x="4147" y="238"/>
                </a:lnTo>
                <a:lnTo>
                  <a:pt x="5454" y="0"/>
                </a:lnTo>
                <a:lnTo>
                  <a:pt x="6826" y="16"/>
                </a:lnTo>
                <a:lnTo>
                  <a:pt x="8318" y="253"/>
                </a:lnTo>
                <a:lnTo>
                  <a:pt x="9990" y="676"/>
                </a:lnTo>
                <a:close/>
              </a:path>
            </a:pathLst>
          </a:custGeom>
          <a:solidFill>
            <a:srgbClr val="D7DCDE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3" name="contour_07161"/>
          <p:cNvSpPr/>
          <p:nvPr/>
        </p:nvSpPr>
        <p:spPr>
          <a:xfrm>
            <a:off x="5257729" y="2944349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33" y="1952"/>
                </a:lnTo>
                <a:lnTo>
                  <a:pt x="20298" y="3468"/>
                </a:lnTo>
                <a:lnTo>
                  <a:pt x="20847" y="4660"/>
                </a:lnTo>
                <a:lnTo>
                  <a:pt x="21214" y="5645"/>
                </a:lnTo>
                <a:lnTo>
                  <a:pt x="21436" y="6539"/>
                </a:lnTo>
                <a:lnTo>
                  <a:pt x="21551" y="7456"/>
                </a:lnTo>
                <a:lnTo>
                  <a:pt x="21594" y="8510"/>
                </a:lnTo>
                <a:lnTo>
                  <a:pt x="21600" y="9818"/>
                </a:lnTo>
                <a:lnTo>
                  <a:pt x="19560" y="9818"/>
                </a:lnTo>
                <a:lnTo>
                  <a:pt x="17508" y="9818"/>
                </a:lnTo>
                <a:lnTo>
                  <a:pt x="15429" y="9818"/>
                </a:lnTo>
                <a:lnTo>
                  <a:pt x="15429" y="11114"/>
                </a:lnTo>
                <a:lnTo>
                  <a:pt x="15429" y="12412"/>
                </a:lnTo>
                <a:lnTo>
                  <a:pt x="15429" y="13710"/>
                </a:lnTo>
                <a:lnTo>
                  <a:pt x="15429" y="15012"/>
                </a:lnTo>
                <a:lnTo>
                  <a:pt x="15429" y="16318"/>
                </a:lnTo>
                <a:lnTo>
                  <a:pt x="15429" y="17630"/>
                </a:lnTo>
                <a:lnTo>
                  <a:pt x="15429" y="18945"/>
                </a:lnTo>
                <a:lnTo>
                  <a:pt x="15429" y="20269"/>
                </a:lnTo>
                <a:lnTo>
                  <a:pt x="15429" y="21600"/>
                </a:lnTo>
                <a:lnTo>
                  <a:pt x="14663" y="20628"/>
                </a:lnTo>
                <a:lnTo>
                  <a:pt x="13898" y="19650"/>
                </a:lnTo>
                <a:lnTo>
                  <a:pt x="13124" y="18668"/>
                </a:lnTo>
                <a:lnTo>
                  <a:pt x="12343" y="17673"/>
                </a:lnTo>
                <a:lnTo>
                  <a:pt x="10812" y="17512"/>
                </a:lnTo>
                <a:lnTo>
                  <a:pt x="9276" y="17347"/>
                </a:lnTo>
                <a:lnTo>
                  <a:pt x="7714" y="17182"/>
                </a:lnTo>
                <a:lnTo>
                  <a:pt x="6184" y="16695"/>
                </a:lnTo>
                <a:lnTo>
                  <a:pt x="4647" y="16206"/>
                </a:lnTo>
                <a:lnTo>
                  <a:pt x="3086" y="15709"/>
                </a:lnTo>
                <a:lnTo>
                  <a:pt x="2512" y="14403"/>
                </a:lnTo>
                <a:lnTo>
                  <a:pt x="2027" y="13107"/>
                </a:lnTo>
                <a:lnTo>
                  <a:pt x="1614" y="11819"/>
                </a:lnTo>
                <a:lnTo>
                  <a:pt x="1262" y="10531"/>
                </a:lnTo>
                <a:lnTo>
                  <a:pt x="960" y="9239"/>
                </a:lnTo>
                <a:lnTo>
                  <a:pt x="694" y="7939"/>
                </a:lnTo>
                <a:lnTo>
                  <a:pt x="454" y="6623"/>
                </a:lnTo>
                <a:lnTo>
                  <a:pt x="225" y="5288"/>
                </a:lnTo>
                <a:lnTo>
                  <a:pt x="0" y="3927"/>
                </a:lnTo>
                <a:lnTo>
                  <a:pt x="2037" y="3495"/>
                </a:lnTo>
                <a:lnTo>
                  <a:pt x="4076" y="3063"/>
                </a:lnTo>
                <a:lnTo>
                  <a:pt x="6116" y="2629"/>
                </a:lnTo>
                <a:lnTo>
                  <a:pt x="8162" y="2195"/>
                </a:lnTo>
                <a:lnTo>
                  <a:pt x="10214" y="1761"/>
                </a:lnTo>
                <a:lnTo>
                  <a:pt x="12275" y="1323"/>
                </a:lnTo>
                <a:lnTo>
                  <a:pt x="14342" y="886"/>
                </a:lnTo>
                <a:lnTo>
                  <a:pt x="16422" y="444"/>
                </a:lnTo>
                <a:lnTo>
                  <a:pt x="18514" y="0"/>
                </a:lnTo>
                <a:close/>
              </a:path>
            </a:pathLst>
          </a:custGeom>
          <a:solidFill>
            <a:srgbClr val="CAD6DE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4" name="contour_07162"/>
          <p:cNvSpPr/>
          <p:nvPr/>
        </p:nvSpPr>
        <p:spPr>
          <a:xfrm>
            <a:off x="8636944" y="2900621"/>
            <a:ext cx="53589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432" y="866"/>
                </a:lnTo>
                <a:lnTo>
                  <a:pt x="18633" y="1500"/>
                </a:lnTo>
                <a:lnTo>
                  <a:pt x="19817" y="2216"/>
                </a:lnTo>
                <a:lnTo>
                  <a:pt x="21535" y="3323"/>
                </a:lnTo>
                <a:lnTo>
                  <a:pt x="21600" y="4596"/>
                </a:lnTo>
                <a:lnTo>
                  <a:pt x="21409" y="5485"/>
                </a:lnTo>
                <a:lnTo>
                  <a:pt x="20801" y="6749"/>
                </a:lnTo>
                <a:lnTo>
                  <a:pt x="20607" y="7178"/>
                </a:lnTo>
                <a:lnTo>
                  <a:pt x="20020" y="8471"/>
                </a:lnTo>
                <a:lnTo>
                  <a:pt x="18912" y="9552"/>
                </a:lnTo>
                <a:lnTo>
                  <a:pt x="17799" y="10125"/>
                </a:lnTo>
                <a:lnTo>
                  <a:pt x="15719" y="10684"/>
                </a:lnTo>
                <a:lnTo>
                  <a:pt x="13959" y="11269"/>
                </a:lnTo>
                <a:lnTo>
                  <a:pt x="12878" y="11805"/>
                </a:lnTo>
                <a:lnTo>
                  <a:pt x="12029" y="12604"/>
                </a:lnTo>
                <a:lnTo>
                  <a:pt x="10966" y="13974"/>
                </a:lnTo>
                <a:lnTo>
                  <a:pt x="10517" y="14881"/>
                </a:lnTo>
                <a:lnTo>
                  <a:pt x="10064" y="15793"/>
                </a:lnTo>
                <a:lnTo>
                  <a:pt x="9603" y="16718"/>
                </a:lnTo>
                <a:lnTo>
                  <a:pt x="9098" y="17704"/>
                </a:lnTo>
                <a:lnTo>
                  <a:pt x="8572" y="18684"/>
                </a:lnTo>
                <a:lnTo>
                  <a:pt x="8025" y="19661"/>
                </a:lnTo>
                <a:lnTo>
                  <a:pt x="7450" y="20633"/>
                </a:lnTo>
                <a:lnTo>
                  <a:pt x="6847" y="21600"/>
                </a:lnTo>
                <a:lnTo>
                  <a:pt x="5390" y="21600"/>
                </a:lnTo>
                <a:lnTo>
                  <a:pt x="3910" y="21600"/>
                </a:lnTo>
                <a:lnTo>
                  <a:pt x="2782" y="19460"/>
                </a:lnTo>
                <a:lnTo>
                  <a:pt x="1854" y="17662"/>
                </a:lnTo>
                <a:lnTo>
                  <a:pt x="1119" y="16160"/>
                </a:lnTo>
                <a:lnTo>
                  <a:pt x="570" y="14909"/>
                </a:lnTo>
                <a:lnTo>
                  <a:pt x="206" y="13862"/>
                </a:lnTo>
                <a:lnTo>
                  <a:pt x="18" y="12975"/>
                </a:lnTo>
                <a:lnTo>
                  <a:pt x="0" y="12202"/>
                </a:lnTo>
                <a:lnTo>
                  <a:pt x="147" y="11496"/>
                </a:lnTo>
                <a:lnTo>
                  <a:pt x="452" y="10813"/>
                </a:lnTo>
                <a:lnTo>
                  <a:pt x="914" y="10107"/>
                </a:lnTo>
                <a:lnTo>
                  <a:pt x="1522" y="9331"/>
                </a:lnTo>
                <a:lnTo>
                  <a:pt x="2274" y="8441"/>
                </a:lnTo>
                <a:lnTo>
                  <a:pt x="3446" y="7508"/>
                </a:lnTo>
                <a:lnTo>
                  <a:pt x="4665" y="6603"/>
                </a:lnTo>
                <a:lnTo>
                  <a:pt x="5925" y="5721"/>
                </a:lnTo>
                <a:lnTo>
                  <a:pt x="7226" y="4860"/>
                </a:lnTo>
                <a:lnTo>
                  <a:pt x="8563" y="4019"/>
                </a:lnTo>
                <a:lnTo>
                  <a:pt x="9932" y="3193"/>
                </a:lnTo>
                <a:lnTo>
                  <a:pt x="11330" y="2381"/>
                </a:lnTo>
                <a:lnTo>
                  <a:pt x="12752" y="1580"/>
                </a:lnTo>
                <a:lnTo>
                  <a:pt x="14197" y="788"/>
                </a:lnTo>
                <a:lnTo>
                  <a:pt x="15660" y="0"/>
                </a:lnTo>
                <a:close/>
              </a:path>
            </a:pathLst>
          </a:custGeom>
          <a:solidFill>
            <a:srgbClr val="C4D2DB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5" name="contour_07163"/>
          <p:cNvSpPr/>
          <p:nvPr/>
        </p:nvSpPr>
        <p:spPr>
          <a:xfrm>
            <a:off x="5512808" y="2886045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287" y="220"/>
                </a:lnTo>
                <a:lnTo>
                  <a:pt x="8624" y="473"/>
                </a:lnTo>
                <a:lnTo>
                  <a:pt x="9928" y="760"/>
                </a:lnTo>
                <a:lnTo>
                  <a:pt x="11220" y="1089"/>
                </a:lnTo>
                <a:lnTo>
                  <a:pt x="12526" y="1464"/>
                </a:lnTo>
                <a:lnTo>
                  <a:pt x="13867" y="1890"/>
                </a:lnTo>
                <a:lnTo>
                  <a:pt x="14983" y="2229"/>
                </a:lnTo>
                <a:lnTo>
                  <a:pt x="16112" y="2573"/>
                </a:lnTo>
                <a:lnTo>
                  <a:pt x="17211" y="2914"/>
                </a:lnTo>
                <a:lnTo>
                  <a:pt x="18309" y="3259"/>
                </a:lnTo>
                <a:lnTo>
                  <a:pt x="19407" y="3612"/>
                </a:lnTo>
                <a:lnTo>
                  <a:pt x="20504" y="3964"/>
                </a:lnTo>
                <a:lnTo>
                  <a:pt x="21600" y="4320"/>
                </a:lnTo>
                <a:lnTo>
                  <a:pt x="19809" y="5746"/>
                </a:lnTo>
                <a:lnTo>
                  <a:pt x="18409" y="6817"/>
                </a:lnTo>
                <a:lnTo>
                  <a:pt x="17286" y="7586"/>
                </a:lnTo>
                <a:lnTo>
                  <a:pt x="16322" y="8100"/>
                </a:lnTo>
                <a:lnTo>
                  <a:pt x="15407" y="8413"/>
                </a:lnTo>
                <a:lnTo>
                  <a:pt x="14421" y="8573"/>
                </a:lnTo>
                <a:lnTo>
                  <a:pt x="13251" y="8631"/>
                </a:lnTo>
                <a:lnTo>
                  <a:pt x="11782" y="8640"/>
                </a:lnTo>
                <a:lnTo>
                  <a:pt x="11061" y="9923"/>
                </a:lnTo>
                <a:lnTo>
                  <a:pt x="10615" y="10800"/>
                </a:lnTo>
                <a:lnTo>
                  <a:pt x="10264" y="11677"/>
                </a:lnTo>
                <a:lnTo>
                  <a:pt x="9818" y="12960"/>
                </a:lnTo>
                <a:lnTo>
                  <a:pt x="8846" y="12424"/>
                </a:lnTo>
                <a:lnTo>
                  <a:pt x="7870" y="11889"/>
                </a:lnTo>
                <a:lnTo>
                  <a:pt x="6886" y="11346"/>
                </a:lnTo>
                <a:lnTo>
                  <a:pt x="5891" y="10800"/>
                </a:lnTo>
                <a:lnTo>
                  <a:pt x="5647" y="12137"/>
                </a:lnTo>
                <a:lnTo>
                  <a:pt x="5404" y="13474"/>
                </a:lnTo>
                <a:lnTo>
                  <a:pt x="5160" y="14815"/>
                </a:lnTo>
                <a:lnTo>
                  <a:pt x="4917" y="16159"/>
                </a:lnTo>
                <a:lnTo>
                  <a:pt x="4671" y="17509"/>
                </a:lnTo>
                <a:lnTo>
                  <a:pt x="4424" y="18865"/>
                </a:lnTo>
                <a:lnTo>
                  <a:pt x="4177" y="20228"/>
                </a:lnTo>
                <a:lnTo>
                  <a:pt x="3927" y="21600"/>
                </a:lnTo>
                <a:lnTo>
                  <a:pt x="2621" y="20075"/>
                </a:lnTo>
                <a:lnTo>
                  <a:pt x="1722" y="18969"/>
                </a:lnTo>
                <a:lnTo>
                  <a:pt x="1119" y="18101"/>
                </a:lnTo>
                <a:lnTo>
                  <a:pt x="705" y="17289"/>
                </a:lnTo>
                <a:lnTo>
                  <a:pt x="367" y="16356"/>
                </a:lnTo>
                <a:lnTo>
                  <a:pt x="0" y="15120"/>
                </a:lnTo>
                <a:lnTo>
                  <a:pt x="328" y="13686"/>
                </a:lnTo>
                <a:lnTo>
                  <a:pt x="717" y="12290"/>
                </a:lnTo>
                <a:lnTo>
                  <a:pt x="1157" y="10925"/>
                </a:lnTo>
                <a:lnTo>
                  <a:pt x="1644" y="9586"/>
                </a:lnTo>
                <a:lnTo>
                  <a:pt x="2172" y="8264"/>
                </a:lnTo>
                <a:lnTo>
                  <a:pt x="2731" y="6951"/>
                </a:lnTo>
                <a:lnTo>
                  <a:pt x="3321" y="5638"/>
                </a:lnTo>
                <a:lnTo>
                  <a:pt x="3927" y="4320"/>
                </a:lnTo>
                <a:lnTo>
                  <a:pt x="4239" y="3026"/>
                </a:lnTo>
                <a:lnTo>
                  <a:pt x="4556" y="1713"/>
                </a:lnTo>
                <a:lnTo>
                  <a:pt x="5219" y="862"/>
                </a:lnTo>
                <a:lnTo>
                  <a:pt x="5891" y="0"/>
                </a:lnTo>
                <a:close/>
              </a:path>
            </a:pathLst>
          </a:custGeom>
          <a:solidFill>
            <a:srgbClr val="CED5D9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6" name="contour_07164"/>
          <p:cNvSpPr/>
          <p:nvPr/>
        </p:nvSpPr>
        <p:spPr>
          <a:xfrm>
            <a:off x="7684630" y="2864181"/>
            <a:ext cx="58304" cy="676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86" y="251"/>
                </a:lnTo>
                <a:lnTo>
                  <a:pt x="1342" y="579"/>
                </a:lnTo>
                <a:lnTo>
                  <a:pt x="2778" y="1198"/>
                </a:lnTo>
                <a:lnTo>
                  <a:pt x="5400" y="2326"/>
                </a:lnTo>
                <a:lnTo>
                  <a:pt x="5524" y="2861"/>
                </a:lnTo>
                <a:lnTo>
                  <a:pt x="5743" y="3804"/>
                </a:lnTo>
                <a:lnTo>
                  <a:pt x="6242" y="5960"/>
                </a:lnTo>
                <a:lnTo>
                  <a:pt x="6855" y="7065"/>
                </a:lnTo>
                <a:lnTo>
                  <a:pt x="7474" y="8177"/>
                </a:lnTo>
                <a:lnTo>
                  <a:pt x="8100" y="9305"/>
                </a:lnTo>
                <a:lnTo>
                  <a:pt x="10041" y="9531"/>
                </a:lnTo>
                <a:lnTo>
                  <a:pt x="11966" y="9659"/>
                </a:lnTo>
                <a:lnTo>
                  <a:pt x="13883" y="9703"/>
                </a:lnTo>
                <a:lnTo>
                  <a:pt x="15798" y="9675"/>
                </a:lnTo>
                <a:lnTo>
                  <a:pt x="17717" y="9591"/>
                </a:lnTo>
                <a:lnTo>
                  <a:pt x="19651" y="9464"/>
                </a:lnTo>
                <a:lnTo>
                  <a:pt x="21600" y="9305"/>
                </a:lnTo>
                <a:lnTo>
                  <a:pt x="21573" y="10871"/>
                </a:lnTo>
                <a:lnTo>
                  <a:pt x="21505" y="12388"/>
                </a:lnTo>
                <a:lnTo>
                  <a:pt x="21370" y="13865"/>
                </a:lnTo>
                <a:lnTo>
                  <a:pt x="21149" y="15307"/>
                </a:lnTo>
                <a:lnTo>
                  <a:pt x="20814" y="16726"/>
                </a:lnTo>
                <a:lnTo>
                  <a:pt x="20345" y="18131"/>
                </a:lnTo>
                <a:lnTo>
                  <a:pt x="19713" y="19532"/>
                </a:lnTo>
                <a:lnTo>
                  <a:pt x="18900" y="20937"/>
                </a:lnTo>
                <a:lnTo>
                  <a:pt x="17026" y="21265"/>
                </a:lnTo>
                <a:lnTo>
                  <a:pt x="15225" y="21472"/>
                </a:lnTo>
                <a:lnTo>
                  <a:pt x="13473" y="21579"/>
                </a:lnTo>
                <a:lnTo>
                  <a:pt x="11748" y="21600"/>
                </a:lnTo>
                <a:lnTo>
                  <a:pt x="10022" y="21549"/>
                </a:lnTo>
                <a:lnTo>
                  <a:pt x="8281" y="21442"/>
                </a:lnTo>
                <a:lnTo>
                  <a:pt x="6493" y="21293"/>
                </a:lnTo>
                <a:lnTo>
                  <a:pt x="4641" y="21121"/>
                </a:lnTo>
                <a:lnTo>
                  <a:pt x="2700" y="20937"/>
                </a:lnTo>
                <a:lnTo>
                  <a:pt x="2495" y="19343"/>
                </a:lnTo>
                <a:lnTo>
                  <a:pt x="2290" y="17748"/>
                </a:lnTo>
                <a:lnTo>
                  <a:pt x="2082" y="16152"/>
                </a:lnTo>
                <a:lnTo>
                  <a:pt x="1876" y="14554"/>
                </a:lnTo>
                <a:lnTo>
                  <a:pt x="1671" y="12953"/>
                </a:lnTo>
                <a:lnTo>
                  <a:pt x="1463" y="11350"/>
                </a:lnTo>
                <a:lnTo>
                  <a:pt x="1255" y="9743"/>
                </a:lnTo>
                <a:lnTo>
                  <a:pt x="1048" y="8133"/>
                </a:lnTo>
                <a:lnTo>
                  <a:pt x="840" y="6518"/>
                </a:lnTo>
                <a:lnTo>
                  <a:pt x="632" y="4897"/>
                </a:lnTo>
                <a:lnTo>
                  <a:pt x="421" y="3271"/>
                </a:lnTo>
                <a:lnTo>
                  <a:pt x="211" y="1640"/>
                </a:lnTo>
                <a:lnTo>
                  <a:pt x="0" y="0"/>
                </a:lnTo>
                <a:close/>
              </a:path>
            </a:pathLst>
          </a:custGeom>
          <a:solidFill>
            <a:srgbClr val="D5D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7" name="contour_07165"/>
          <p:cNvSpPr/>
          <p:nvPr/>
        </p:nvSpPr>
        <p:spPr>
          <a:xfrm>
            <a:off x="5197144" y="2850159"/>
            <a:ext cx="75161" cy="354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84" y="1606"/>
                </a:moveTo>
                <a:lnTo>
                  <a:pt x="14657" y="1952"/>
                </a:lnTo>
                <a:lnTo>
                  <a:pt x="15849" y="2307"/>
                </a:lnTo>
                <a:lnTo>
                  <a:pt x="17288" y="2742"/>
                </a:lnTo>
                <a:lnTo>
                  <a:pt x="18724" y="3185"/>
                </a:lnTo>
                <a:lnTo>
                  <a:pt x="20163" y="3638"/>
                </a:lnTo>
                <a:lnTo>
                  <a:pt x="21600" y="4099"/>
                </a:lnTo>
                <a:lnTo>
                  <a:pt x="21261" y="7298"/>
                </a:lnTo>
                <a:lnTo>
                  <a:pt x="20984" y="9591"/>
                </a:lnTo>
                <a:lnTo>
                  <a:pt x="20666" y="11614"/>
                </a:lnTo>
                <a:lnTo>
                  <a:pt x="20205" y="14005"/>
                </a:lnTo>
                <a:lnTo>
                  <a:pt x="19506" y="17408"/>
                </a:lnTo>
                <a:lnTo>
                  <a:pt x="18188" y="18477"/>
                </a:lnTo>
                <a:lnTo>
                  <a:pt x="16854" y="19373"/>
                </a:lnTo>
                <a:lnTo>
                  <a:pt x="15505" y="20105"/>
                </a:lnTo>
                <a:lnTo>
                  <a:pt x="14142" y="20682"/>
                </a:lnTo>
                <a:lnTo>
                  <a:pt x="12768" y="21112"/>
                </a:lnTo>
                <a:lnTo>
                  <a:pt x="11383" y="21400"/>
                </a:lnTo>
                <a:lnTo>
                  <a:pt x="9993" y="21560"/>
                </a:lnTo>
                <a:lnTo>
                  <a:pt x="8598" y="21600"/>
                </a:lnTo>
                <a:lnTo>
                  <a:pt x="7201" y="21529"/>
                </a:lnTo>
                <a:lnTo>
                  <a:pt x="5802" y="21356"/>
                </a:lnTo>
                <a:lnTo>
                  <a:pt x="4405" y="21085"/>
                </a:lnTo>
                <a:lnTo>
                  <a:pt x="3012" y="20735"/>
                </a:lnTo>
                <a:lnTo>
                  <a:pt x="1640" y="18703"/>
                </a:lnTo>
                <a:lnTo>
                  <a:pt x="867" y="16991"/>
                </a:lnTo>
                <a:lnTo>
                  <a:pt x="417" y="14648"/>
                </a:lnTo>
                <a:lnTo>
                  <a:pt x="0" y="10753"/>
                </a:lnTo>
                <a:lnTo>
                  <a:pt x="404" y="6863"/>
                </a:lnTo>
                <a:lnTo>
                  <a:pt x="773" y="4583"/>
                </a:lnTo>
                <a:lnTo>
                  <a:pt x="1319" y="3039"/>
                </a:lnTo>
                <a:lnTo>
                  <a:pt x="2252" y="1340"/>
                </a:lnTo>
                <a:lnTo>
                  <a:pt x="3676" y="590"/>
                </a:lnTo>
                <a:lnTo>
                  <a:pt x="5077" y="160"/>
                </a:lnTo>
                <a:lnTo>
                  <a:pt x="6466" y="0"/>
                </a:lnTo>
                <a:lnTo>
                  <a:pt x="7850" y="67"/>
                </a:lnTo>
                <a:lnTo>
                  <a:pt x="9236" y="311"/>
                </a:lnTo>
                <a:lnTo>
                  <a:pt x="10631" y="679"/>
                </a:lnTo>
                <a:lnTo>
                  <a:pt x="12045" y="1127"/>
                </a:lnTo>
                <a:lnTo>
                  <a:pt x="13484" y="1606"/>
                </a:lnTo>
                <a:close/>
              </a:path>
            </a:pathLst>
          </a:custGeom>
          <a:solidFill>
            <a:srgbClr val="1C1B19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8" name="contour_07166"/>
          <p:cNvSpPr/>
          <p:nvPr/>
        </p:nvSpPr>
        <p:spPr>
          <a:xfrm>
            <a:off x="1438821" y="2849605"/>
            <a:ext cx="10995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49" y="0"/>
                </a:moveTo>
                <a:lnTo>
                  <a:pt x="16787" y="54"/>
                </a:lnTo>
                <a:lnTo>
                  <a:pt x="17553" y="229"/>
                </a:lnTo>
                <a:lnTo>
                  <a:pt x="18701" y="675"/>
                </a:lnTo>
                <a:lnTo>
                  <a:pt x="19481" y="948"/>
                </a:lnTo>
                <a:lnTo>
                  <a:pt x="20273" y="1223"/>
                </a:lnTo>
                <a:lnTo>
                  <a:pt x="20870" y="1958"/>
                </a:lnTo>
                <a:lnTo>
                  <a:pt x="21475" y="2700"/>
                </a:lnTo>
                <a:lnTo>
                  <a:pt x="21558" y="4771"/>
                </a:lnTo>
                <a:lnTo>
                  <a:pt x="21600" y="6226"/>
                </a:lnTo>
                <a:lnTo>
                  <a:pt x="21600" y="7457"/>
                </a:lnTo>
                <a:lnTo>
                  <a:pt x="21558" y="8853"/>
                </a:lnTo>
                <a:lnTo>
                  <a:pt x="21475" y="10800"/>
                </a:lnTo>
                <a:lnTo>
                  <a:pt x="20628" y="10900"/>
                </a:lnTo>
                <a:lnTo>
                  <a:pt x="19773" y="11002"/>
                </a:lnTo>
                <a:lnTo>
                  <a:pt x="18908" y="11105"/>
                </a:lnTo>
                <a:lnTo>
                  <a:pt x="17797" y="11275"/>
                </a:lnTo>
                <a:lnTo>
                  <a:pt x="16714" y="11456"/>
                </a:lnTo>
                <a:lnTo>
                  <a:pt x="15653" y="11656"/>
                </a:lnTo>
                <a:lnTo>
                  <a:pt x="14613" y="11880"/>
                </a:lnTo>
                <a:lnTo>
                  <a:pt x="13595" y="12139"/>
                </a:lnTo>
                <a:lnTo>
                  <a:pt x="12595" y="12436"/>
                </a:lnTo>
                <a:lnTo>
                  <a:pt x="11612" y="12782"/>
                </a:lnTo>
                <a:lnTo>
                  <a:pt x="10645" y="13179"/>
                </a:lnTo>
                <a:lnTo>
                  <a:pt x="9691" y="13635"/>
                </a:lnTo>
                <a:lnTo>
                  <a:pt x="8749" y="14162"/>
                </a:lnTo>
                <a:lnTo>
                  <a:pt x="7817" y="14758"/>
                </a:lnTo>
                <a:lnTo>
                  <a:pt x="6894" y="15439"/>
                </a:lnTo>
                <a:lnTo>
                  <a:pt x="5977" y="16205"/>
                </a:lnTo>
                <a:lnTo>
                  <a:pt x="5065" y="17067"/>
                </a:lnTo>
                <a:lnTo>
                  <a:pt x="4156" y="18031"/>
                </a:lnTo>
                <a:lnTo>
                  <a:pt x="3249" y="19102"/>
                </a:lnTo>
                <a:lnTo>
                  <a:pt x="2341" y="20290"/>
                </a:lnTo>
                <a:lnTo>
                  <a:pt x="1432" y="21600"/>
                </a:lnTo>
                <a:lnTo>
                  <a:pt x="1077" y="20263"/>
                </a:lnTo>
                <a:lnTo>
                  <a:pt x="722" y="18919"/>
                </a:lnTo>
                <a:lnTo>
                  <a:pt x="362" y="17569"/>
                </a:lnTo>
                <a:lnTo>
                  <a:pt x="0" y="16200"/>
                </a:lnTo>
                <a:lnTo>
                  <a:pt x="976" y="16535"/>
                </a:lnTo>
                <a:lnTo>
                  <a:pt x="1969" y="16875"/>
                </a:lnTo>
                <a:lnTo>
                  <a:pt x="2737" y="16654"/>
                </a:lnTo>
                <a:lnTo>
                  <a:pt x="3511" y="16427"/>
                </a:lnTo>
                <a:lnTo>
                  <a:pt x="4295" y="16200"/>
                </a:lnTo>
                <a:lnTo>
                  <a:pt x="4789" y="14467"/>
                </a:lnTo>
                <a:lnTo>
                  <a:pt x="5114" y="13111"/>
                </a:lnTo>
                <a:lnTo>
                  <a:pt x="5548" y="10967"/>
                </a:lnTo>
                <a:lnTo>
                  <a:pt x="5942" y="9196"/>
                </a:lnTo>
                <a:lnTo>
                  <a:pt x="6239" y="8027"/>
                </a:lnTo>
                <a:lnTo>
                  <a:pt x="6596" y="6934"/>
                </a:lnTo>
                <a:lnTo>
                  <a:pt x="7158" y="5400"/>
                </a:lnTo>
                <a:lnTo>
                  <a:pt x="8083" y="4798"/>
                </a:lnTo>
                <a:lnTo>
                  <a:pt x="8990" y="4315"/>
                </a:lnTo>
                <a:lnTo>
                  <a:pt x="9893" y="3931"/>
                </a:lnTo>
                <a:lnTo>
                  <a:pt x="10805" y="3629"/>
                </a:lnTo>
                <a:lnTo>
                  <a:pt x="11740" y="3383"/>
                </a:lnTo>
                <a:lnTo>
                  <a:pt x="12712" y="3175"/>
                </a:lnTo>
                <a:lnTo>
                  <a:pt x="13663" y="2859"/>
                </a:lnTo>
                <a:lnTo>
                  <a:pt x="14295" y="2422"/>
                </a:lnTo>
                <a:lnTo>
                  <a:pt x="14895" y="1569"/>
                </a:lnTo>
                <a:lnTo>
                  <a:pt x="15749" y="0"/>
                </a:lnTo>
                <a:close/>
              </a:path>
            </a:pathLst>
          </a:custGeom>
          <a:solidFill>
            <a:srgbClr val="999B98"/>
          </a:solidFill>
          <a:ln>
            <a:noFill/>
          </a:ln>
        </p:spPr>
        <p:txBody>
          <a:bodyPr/>
          <a:lstStyle/>
          <a:p/>
        </p:txBody>
      </p:sp>
      <p:sp>
        <p:nvSpPr>
          <p:cNvPr id="7169" name="contour_07167"/>
          <p:cNvSpPr/>
          <p:nvPr/>
        </p:nvSpPr>
        <p:spPr>
          <a:xfrm>
            <a:off x="7967550" y="2805877"/>
            <a:ext cx="46716" cy="807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16" y="0"/>
                </a:moveTo>
                <a:lnTo>
                  <a:pt x="12943" y="0"/>
                </a:lnTo>
                <a:lnTo>
                  <a:pt x="15184" y="0"/>
                </a:lnTo>
                <a:lnTo>
                  <a:pt x="17455" y="0"/>
                </a:lnTo>
                <a:lnTo>
                  <a:pt x="18867" y="1216"/>
                </a:lnTo>
                <a:lnTo>
                  <a:pt x="19898" y="2470"/>
                </a:lnTo>
                <a:lnTo>
                  <a:pt x="20606" y="3762"/>
                </a:lnTo>
                <a:lnTo>
                  <a:pt x="21054" y="5087"/>
                </a:lnTo>
                <a:lnTo>
                  <a:pt x="21300" y="6448"/>
                </a:lnTo>
                <a:lnTo>
                  <a:pt x="21411" y="7841"/>
                </a:lnTo>
                <a:lnTo>
                  <a:pt x="21442" y="9266"/>
                </a:lnTo>
                <a:lnTo>
                  <a:pt x="21458" y="10720"/>
                </a:lnTo>
                <a:lnTo>
                  <a:pt x="21506" y="11907"/>
                </a:lnTo>
                <a:lnTo>
                  <a:pt x="21553" y="13102"/>
                </a:lnTo>
                <a:lnTo>
                  <a:pt x="21600" y="14314"/>
                </a:lnTo>
                <a:lnTo>
                  <a:pt x="21199" y="15909"/>
                </a:lnTo>
                <a:lnTo>
                  <a:pt x="20801" y="16998"/>
                </a:lnTo>
                <a:lnTo>
                  <a:pt x="20235" y="17854"/>
                </a:lnTo>
                <a:lnTo>
                  <a:pt x="19315" y="18745"/>
                </a:lnTo>
                <a:lnTo>
                  <a:pt x="17863" y="19939"/>
                </a:lnTo>
                <a:lnTo>
                  <a:pt x="15622" y="20809"/>
                </a:lnTo>
                <a:lnTo>
                  <a:pt x="14106" y="21273"/>
                </a:lnTo>
                <a:lnTo>
                  <a:pt x="12623" y="21485"/>
                </a:lnTo>
                <a:lnTo>
                  <a:pt x="10480" y="21600"/>
                </a:lnTo>
                <a:lnTo>
                  <a:pt x="8370" y="21282"/>
                </a:lnTo>
                <a:lnTo>
                  <a:pt x="6365" y="20947"/>
                </a:lnTo>
                <a:lnTo>
                  <a:pt x="4428" y="20561"/>
                </a:lnTo>
                <a:lnTo>
                  <a:pt x="2521" y="20087"/>
                </a:lnTo>
                <a:lnTo>
                  <a:pt x="607" y="19491"/>
                </a:lnTo>
                <a:lnTo>
                  <a:pt x="202" y="17982"/>
                </a:lnTo>
                <a:lnTo>
                  <a:pt x="0" y="16924"/>
                </a:lnTo>
                <a:lnTo>
                  <a:pt x="0" y="16035"/>
                </a:lnTo>
                <a:lnTo>
                  <a:pt x="202" y="15035"/>
                </a:lnTo>
                <a:lnTo>
                  <a:pt x="607" y="13644"/>
                </a:lnTo>
                <a:lnTo>
                  <a:pt x="2608" y="13644"/>
                </a:lnTo>
                <a:lnTo>
                  <a:pt x="4617" y="13644"/>
                </a:lnTo>
                <a:lnTo>
                  <a:pt x="6632" y="13644"/>
                </a:lnTo>
                <a:lnTo>
                  <a:pt x="8664" y="13644"/>
                </a:lnTo>
                <a:lnTo>
                  <a:pt x="10716" y="13644"/>
                </a:lnTo>
                <a:lnTo>
                  <a:pt x="10716" y="12293"/>
                </a:lnTo>
                <a:lnTo>
                  <a:pt x="10716" y="10940"/>
                </a:lnTo>
                <a:lnTo>
                  <a:pt x="10716" y="9588"/>
                </a:lnTo>
                <a:lnTo>
                  <a:pt x="10716" y="8233"/>
                </a:lnTo>
                <a:lnTo>
                  <a:pt x="10716" y="6873"/>
                </a:lnTo>
                <a:lnTo>
                  <a:pt x="10716" y="5510"/>
                </a:lnTo>
                <a:lnTo>
                  <a:pt x="10716" y="4142"/>
                </a:lnTo>
                <a:lnTo>
                  <a:pt x="10716" y="2768"/>
                </a:lnTo>
                <a:lnTo>
                  <a:pt x="10716" y="1388"/>
                </a:lnTo>
                <a:lnTo>
                  <a:pt x="10716" y="0"/>
                </a:lnTo>
                <a:close/>
              </a:path>
            </a:pathLst>
          </a:custGeom>
          <a:solidFill>
            <a:srgbClr val="A28E59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0" name="contour_07168"/>
          <p:cNvSpPr/>
          <p:nvPr/>
        </p:nvSpPr>
        <p:spPr>
          <a:xfrm>
            <a:off x="4528929" y="2798589"/>
            <a:ext cx="4501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97" y="0"/>
                </a:moveTo>
                <a:lnTo>
                  <a:pt x="5808" y="0"/>
                </a:lnTo>
                <a:lnTo>
                  <a:pt x="8134" y="0"/>
                </a:lnTo>
                <a:lnTo>
                  <a:pt x="10491" y="0"/>
                </a:lnTo>
                <a:lnTo>
                  <a:pt x="10491" y="1586"/>
                </a:lnTo>
                <a:lnTo>
                  <a:pt x="10491" y="3182"/>
                </a:lnTo>
                <a:lnTo>
                  <a:pt x="10491" y="4800"/>
                </a:lnTo>
                <a:lnTo>
                  <a:pt x="12568" y="4800"/>
                </a:lnTo>
                <a:lnTo>
                  <a:pt x="14652" y="4800"/>
                </a:lnTo>
                <a:lnTo>
                  <a:pt x="16743" y="4800"/>
                </a:lnTo>
                <a:lnTo>
                  <a:pt x="18851" y="4800"/>
                </a:lnTo>
                <a:lnTo>
                  <a:pt x="20981" y="4800"/>
                </a:lnTo>
                <a:lnTo>
                  <a:pt x="21296" y="7994"/>
                </a:lnTo>
                <a:lnTo>
                  <a:pt x="21509" y="10519"/>
                </a:lnTo>
                <a:lnTo>
                  <a:pt x="21600" y="12502"/>
                </a:lnTo>
                <a:lnTo>
                  <a:pt x="21548" y="14064"/>
                </a:lnTo>
                <a:lnTo>
                  <a:pt x="21327" y="15331"/>
                </a:lnTo>
                <a:lnTo>
                  <a:pt x="20918" y="16430"/>
                </a:lnTo>
                <a:lnTo>
                  <a:pt x="20303" y="17482"/>
                </a:lnTo>
                <a:lnTo>
                  <a:pt x="19456" y="18612"/>
                </a:lnTo>
                <a:lnTo>
                  <a:pt x="18358" y="19949"/>
                </a:lnTo>
                <a:lnTo>
                  <a:pt x="16890" y="20494"/>
                </a:lnTo>
                <a:lnTo>
                  <a:pt x="15613" y="20904"/>
                </a:lnTo>
                <a:lnTo>
                  <a:pt x="14316" y="21197"/>
                </a:lnTo>
                <a:lnTo>
                  <a:pt x="12784" y="21394"/>
                </a:lnTo>
                <a:lnTo>
                  <a:pt x="10802" y="21514"/>
                </a:lnTo>
                <a:lnTo>
                  <a:pt x="8155" y="21574"/>
                </a:lnTo>
                <a:lnTo>
                  <a:pt x="4626" y="21598"/>
                </a:lnTo>
                <a:lnTo>
                  <a:pt x="0" y="21600"/>
                </a:lnTo>
                <a:lnTo>
                  <a:pt x="266" y="19956"/>
                </a:lnTo>
                <a:lnTo>
                  <a:pt x="532" y="18310"/>
                </a:lnTo>
                <a:lnTo>
                  <a:pt x="801" y="16663"/>
                </a:lnTo>
                <a:lnTo>
                  <a:pt x="1067" y="15014"/>
                </a:lnTo>
                <a:lnTo>
                  <a:pt x="1332" y="13363"/>
                </a:lnTo>
                <a:lnTo>
                  <a:pt x="1602" y="11710"/>
                </a:lnTo>
                <a:lnTo>
                  <a:pt x="1871" y="10051"/>
                </a:lnTo>
                <a:lnTo>
                  <a:pt x="2140" y="8390"/>
                </a:lnTo>
                <a:lnTo>
                  <a:pt x="2409" y="6725"/>
                </a:lnTo>
                <a:lnTo>
                  <a:pt x="2679" y="5052"/>
                </a:lnTo>
                <a:lnTo>
                  <a:pt x="2951" y="3374"/>
                </a:lnTo>
                <a:lnTo>
                  <a:pt x="3224" y="1692"/>
                </a:lnTo>
                <a:lnTo>
                  <a:pt x="3497" y="0"/>
                </a:lnTo>
                <a:close/>
              </a:path>
            </a:pathLst>
          </a:custGeom>
          <a:solidFill>
            <a:srgbClr val="987D51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1" name="contour_07169"/>
          <p:cNvSpPr/>
          <p:nvPr/>
        </p:nvSpPr>
        <p:spPr>
          <a:xfrm>
            <a:off x="2166636" y="2820453"/>
            <a:ext cx="88440" cy="64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60" y="0"/>
                </a:moveTo>
                <a:lnTo>
                  <a:pt x="7686" y="356"/>
                </a:lnTo>
                <a:lnTo>
                  <a:pt x="8667" y="1427"/>
                </a:lnTo>
                <a:lnTo>
                  <a:pt x="9699" y="2504"/>
                </a:lnTo>
                <a:lnTo>
                  <a:pt x="10730" y="3539"/>
                </a:lnTo>
                <a:lnTo>
                  <a:pt x="11764" y="4538"/>
                </a:lnTo>
                <a:lnTo>
                  <a:pt x="12802" y="5497"/>
                </a:lnTo>
                <a:lnTo>
                  <a:pt x="13848" y="6425"/>
                </a:lnTo>
                <a:lnTo>
                  <a:pt x="14904" y="7319"/>
                </a:lnTo>
                <a:lnTo>
                  <a:pt x="15972" y="8186"/>
                </a:lnTo>
                <a:lnTo>
                  <a:pt x="17056" y="9027"/>
                </a:lnTo>
                <a:lnTo>
                  <a:pt x="18159" y="9845"/>
                </a:lnTo>
                <a:lnTo>
                  <a:pt x="19281" y="10639"/>
                </a:lnTo>
                <a:lnTo>
                  <a:pt x="20427" y="11419"/>
                </a:lnTo>
                <a:lnTo>
                  <a:pt x="21600" y="12179"/>
                </a:lnTo>
                <a:lnTo>
                  <a:pt x="20785" y="13197"/>
                </a:lnTo>
                <a:lnTo>
                  <a:pt x="19966" y="14208"/>
                </a:lnTo>
                <a:lnTo>
                  <a:pt x="19142" y="15211"/>
                </a:lnTo>
                <a:lnTo>
                  <a:pt x="18316" y="16207"/>
                </a:lnTo>
                <a:lnTo>
                  <a:pt x="17485" y="17201"/>
                </a:lnTo>
                <a:lnTo>
                  <a:pt x="16719" y="18134"/>
                </a:lnTo>
                <a:lnTo>
                  <a:pt x="15949" y="19077"/>
                </a:lnTo>
                <a:lnTo>
                  <a:pt x="15169" y="20029"/>
                </a:lnTo>
                <a:lnTo>
                  <a:pt x="13941" y="20945"/>
                </a:lnTo>
                <a:lnTo>
                  <a:pt x="13044" y="21454"/>
                </a:lnTo>
                <a:lnTo>
                  <a:pt x="12216" y="21600"/>
                </a:lnTo>
                <a:lnTo>
                  <a:pt x="11200" y="21434"/>
                </a:lnTo>
                <a:lnTo>
                  <a:pt x="9731" y="20998"/>
                </a:lnTo>
                <a:lnTo>
                  <a:pt x="8948" y="20499"/>
                </a:lnTo>
                <a:lnTo>
                  <a:pt x="8159" y="19995"/>
                </a:lnTo>
                <a:lnTo>
                  <a:pt x="7360" y="19486"/>
                </a:lnTo>
                <a:lnTo>
                  <a:pt x="8243" y="19235"/>
                </a:lnTo>
                <a:lnTo>
                  <a:pt x="9129" y="18982"/>
                </a:lnTo>
                <a:lnTo>
                  <a:pt x="10030" y="18726"/>
                </a:lnTo>
                <a:lnTo>
                  <a:pt x="10424" y="18480"/>
                </a:lnTo>
                <a:lnTo>
                  <a:pt x="11116" y="18044"/>
                </a:lnTo>
                <a:lnTo>
                  <a:pt x="12700" y="17050"/>
                </a:lnTo>
                <a:lnTo>
                  <a:pt x="12860" y="15165"/>
                </a:lnTo>
                <a:lnTo>
                  <a:pt x="12940" y="13842"/>
                </a:lnTo>
                <a:lnTo>
                  <a:pt x="12940" y="12732"/>
                </a:lnTo>
                <a:lnTo>
                  <a:pt x="12860" y="11482"/>
                </a:lnTo>
                <a:lnTo>
                  <a:pt x="12700" y="9743"/>
                </a:lnTo>
                <a:lnTo>
                  <a:pt x="11442" y="9743"/>
                </a:lnTo>
                <a:lnTo>
                  <a:pt x="10181" y="9743"/>
                </a:lnTo>
                <a:lnTo>
                  <a:pt x="8918" y="9743"/>
                </a:lnTo>
                <a:lnTo>
                  <a:pt x="7649" y="9743"/>
                </a:lnTo>
                <a:lnTo>
                  <a:pt x="6374" y="9743"/>
                </a:lnTo>
                <a:lnTo>
                  <a:pt x="5093" y="9743"/>
                </a:lnTo>
                <a:lnTo>
                  <a:pt x="3800" y="9743"/>
                </a:lnTo>
                <a:lnTo>
                  <a:pt x="3800" y="11353"/>
                </a:lnTo>
                <a:lnTo>
                  <a:pt x="3800" y="12973"/>
                </a:lnTo>
                <a:lnTo>
                  <a:pt x="3800" y="14614"/>
                </a:lnTo>
                <a:lnTo>
                  <a:pt x="2624" y="14614"/>
                </a:lnTo>
                <a:lnTo>
                  <a:pt x="1440" y="14614"/>
                </a:lnTo>
                <a:lnTo>
                  <a:pt x="240" y="14614"/>
                </a:lnTo>
                <a:lnTo>
                  <a:pt x="80" y="12875"/>
                </a:lnTo>
                <a:lnTo>
                  <a:pt x="0" y="11626"/>
                </a:lnTo>
                <a:lnTo>
                  <a:pt x="0" y="10515"/>
                </a:lnTo>
                <a:lnTo>
                  <a:pt x="80" y="9192"/>
                </a:lnTo>
                <a:lnTo>
                  <a:pt x="240" y="7307"/>
                </a:lnTo>
                <a:lnTo>
                  <a:pt x="1511" y="6630"/>
                </a:lnTo>
                <a:lnTo>
                  <a:pt x="2424" y="6165"/>
                </a:lnTo>
                <a:lnTo>
                  <a:pt x="3236" y="5795"/>
                </a:lnTo>
                <a:lnTo>
                  <a:pt x="4203" y="5402"/>
                </a:lnTo>
                <a:lnTo>
                  <a:pt x="5580" y="4871"/>
                </a:lnTo>
                <a:lnTo>
                  <a:pt x="6207" y="3388"/>
                </a:lnTo>
                <a:lnTo>
                  <a:pt x="6602" y="2387"/>
                </a:lnTo>
                <a:lnTo>
                  <a:pt x="6929" y="1410"/>
                </a:lnTo>
                <a:lnTo>
                  <a:pt x="7360" y="0"/>
                </a:lnTo>
                <a:close/>
              </a:path>
            </a:pathLst>
          </a:custGeom>
          <a:solidFill>
            <a:srgbClr val="3B3830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2" name="contour_07170"/>
          <p:cNvSpPr/>
          <p:nvPr/>
        </p:nvSpPr>
        <p:spPr>
          <a:xfrm>
            <a:off x="3996906" y="2798589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025" y="1426"/>
                </a:lnTo>
                <a:lnTo>
                  <a:pt x="20416" y="2856"/>
                </a:lnTo>
                <a:lnTo>
                  <a:pt x="20807" y="4291"/>
                </a:lnTo>
                <a:lnTo>
                  <a:pt x="21201" y="5738"/>
                </a:lnTo>
                <a:lnTo>
                  <a:pt x="21600" y="7200"/>
                </a:lnTo>
                <a:lnTo>
                  <a:pt x="21040" y="7310"/>
                </a:lnTo>
                <a:lnTo>
                  <a:pt x="20053" y="7505"/>
                </a:lnTo>
                <a:lnTo>
                  <a:pt x="17794" y="7949"/>
                </a:lnTo>
                <a:lnTo>
                  <a:pt x="16510" y="8333"/>
                </a:lnTo>
                <a:lnTo>
                  <a:pt x="15662" y="8635"/>
                </a:lnTo>
                <a:lnTo>
                  <a:pt x="14867" y="9005"/>
                </a:lnTo>
                <a:lnTo>
                  <a:pt x="13745" y="9600"/>
                </a:lnTo>
                <a:lnTo>
                  <a:pt x="13023" y="11458"/>
                </a:lnTo>
                <a:lnTo>
                  <a:pt x="12559" y="12761"/>
                </a:lnTo>
                <a:lnTo>
                  <a:pt x="12261" y="13855"/>
                </a:lnTo>
                <a:lnTo>
                  <a:pt x="12033" y="15086"/>
                </a:lnTo>
                <a:lnTo>
                  <a:pt x="11782" y="16800"/>
                </a:lnTo>
                <a:lnTo>
                  <a:pt x="13080" y="16800"/>
                </a:lnTo>
                <a:lnTo>
                  <a:pt x="14386" y="16800"/>
                </a:lnTo>
                <a:lnTo>
                  <a:pt x="15709" y="16800"/>
                </a:lnTo>
                <a:lnTo>
                  <a:pt x="15709" y="18386"/>
                </a:lnTo>
                <a:lnTo>
                  <a:pt x="15709" y="19982"/>
                </a:lnTo>
                <a:lnTo>
                  <a:pt x="15709" y="21600"/>
                </a:lnTo>
                <a:lnTo>
                  <a:pt x="14543" y="21600"/>
                </a:lnTo>
                <a:lnTo>
                  <a:pt x="13372" y="21600"/>
                </a:lnTo>
                <a:lnTo>
                  <a:pt x="12198" y="21600"/>
                </a:lnTo>
                <a:lnTo>
                  <a:pt x="11014" y="21600"/>
                </a:lnTo>
                <a:lnTo>
                  <a:pt x="9818" y="21600"/>
                </a:lnTo>
                <a:lnTo>
                  <a:pt x="9818" y="20174"/>
                </a:lnTo>
                <a:lnTo>
                  <a:pt x="9818" y="18744"/>
                </a:lnTo>
                <a:lnTo>
                  <a:pt x="9818" y="17309"/>
                </a:lnTo>
                <a:lnTo>
                  <a:pt x="9818" y="15862"/>
                </a:lnTo>
                <a:lnTo>
                  <a:pt x="9818" y="14400"/>
                </a:lnTo>
                <a:lnTo>
                  <a:pt x="8603" y="14698"/>
                </a:lnTo>
                <a:lnTo>
                  <a:pt x="7387" y="14995"/>
                </a:lnTo>
                <a:lnTo>
                  <a:pt x="6168" y="15293"/>
                </a:lnTo>
                <a:lnTo>
                  <a:pt x="4946" y="15590"/>
                </a:lnTo>
                <a:lnTo>
                  <a:pt x="3719" y="15890"/>
                </a:lnTo>
                <a:lnTo>
                  <a:pt x="2486" y="16193"/>
                </a:lnTo>
                <a:lnTo>
                  <a:pt x="1247" y="16495"/>
                </a:lnTo>
                <a:lnTo>
                  <a:pt x="0" y="16800"/>
                </a:lnTo>
                <a:lnTo>
                  <a:pt x="0" y="15374"/>
                </a:lnTo>
                <a:lnTo>
                  <a:pt x="0" y="13944"/>
                </a:lnTo>
                <a:lnTo>
                  <a:pt x="0" y="12509"/>
                </a:lnTo>
                <a:lnTo>
                  <a:pt x="0" y="11062"/>
                </a:lnTo>
                <a:lnTo>
                  <a:pt x="0" y="9600"/>
                </a:lnTo>
                <a:lnTo>
                  <a:pt x="550" y="9734"/>
                </a:lnTo>
                <a:lnTo>
                  <a:pt x="1064" y="9859"/>
                </a:lnTo>
                <a:lnTo>
                  <a:pt x="1657" y="10006"/>
                </a:lnTo>
                <a:lnTo>
                  <a:pt x="2443" y="10198"/>
                </a:lnTo>
                <a:lnTo>
                  <a:pt x="3537" y="10464"/>
                </a:lnTo>
                <a:lnTo>
                  <a:pt x="5052" y="10836"/>
                </a:lnTo>
                <a:lnTo>
                  <a:pt x="7108" y="11338"/>
                </a:lnTo>
                <a:lnTo>
                  <a:pt x="9818" y="12000"/>
                </a:lnTo>
                <a:lnTo>
                  <a:pt x="9494" y="10416"/>
                </a:lnTo>
                <a:lnTo>
                  <a:pt x="9170" y="8830"/>
                </a:lnTo>
                <a:lnTo>
                  <a:pt x="8844" y="7236"/>
                </a:lnTo>
                <a:lnTo>
                  <a:pt x="8516" y="5635"/>
                </a:lnTo>
                <a:lnTo>
                  <a:pt x="8186" y="4025"/>
                </a:lnTo>
                <a:lnTo>
                  <a:pt x="7855" y="2400"/>
                </a:lnTo>
                <a:lnTo>
                  <a:pt x="9151" y="2136"/>
                </a:lnTo>
                <a:lnTo>
                  <a:pt x="10449" y="1872"/>
                </a:lnTo>
                <a:lnTo>
                  <a:pt x="11746" y="1608"/>
                </a:lnTo>
                <a:lnTo>
                  <a:pt x="13048" y="1342"/>
                </a:lnTo>
                <a:lnTo>
                  <a:pt x="14354" y="1075"/>
                </a:lnTo>
                <a:lnTo>
                  <a:pt x="15666" y="809"/>
                </a:lnTo>
                <a:lnTo>
                  <a:pt x="16982" y="540"/>
                </a:lnTo>
                <a:lnTo>
                  <a:pt x="18305" y="271"/>
                </a:lnTo>
                <a:lnTo>
                  <a:pt x="19636" y="0"/>
                </a:lnTo>
                <a:close/>
              </a:path>
            </a:pathLst>
          </a:custGeom>
          <a:solidFill>
            <a:srgbClr val="56524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3" name="contour_07171"/>
          <p:cNvSpPr/>
          <p:nvPr/>
        </p:nvSpPr>
        <p:spPr>
          <a:xfrm>
            <a:off x="7822752" y="2813165"/>
            <a:ext cx="6594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" y="0"/>
                </a:moveTo>
                <a:lnTo>
                  <a:pt x="1244" y="586"/>
                </a:lnTo>
                <a:lnTo>
                  <a:pt x="2390" y="1183"/>
                </a:lnTo>
                <a:lnTo>
                  <a:pt x="4054" y="1976"/>
                </a:lnTo>
                <a:lnTo>
                  <a:pt x="5658" y="2695"/>
                </a:lnTo>
                <a:lnTo>
                  <a:pt x="7217" y="3335"/>
                </a:lnTo>
                <a:lnTo>
                  <a:pt x="8745" y="3893"/>
                </a:lnTo>
                <a:lnTo>
                  <a:pt x="10258" y="4374"/>
                </a:lnTo>
                <a:lnTo>
                  <a:pt x="11769" y="4774"/>
                </a:lnTo>
                <a:lnTo>
                  <a:pt x="13292" y="5089"/>
                </a:lnTo>
                <a:lnTo>
                  <a:pt x="14844" y="5322"/>
                </a:lnTo>
                <a:lnTo>
                  <a:pt x="16434" y="5470"/>
                </a:lnTo>
                <a:lnTo>
                  <a:pt x="18081" y="5535"/>
                </a:lnTo>
                <a:lnTo>
                  <a:pt x="19798" y="5511"/>
                </a:lnTo>
                <a:lnTo>
                  <a:pt x="21600" y="5400"/>
                </a:lnTo>
                <a:lnTo>
                  <a:pt x="20910" y="7096"/>
                </a:lnTo>
                <a:lnTo>
                  <a:pt x="20223" y="8743"/>
                </a:lnTo>
                <a:lnTo>
                  <a:pt x="19525" y="10341"/>
                </a:lnTo>
                <a:lnTo>
                  <a:pt x="18805" y="11893"/>
                </a:lnTo>
                <a:lnTo>
                  <a:pt x="18045" y="13403"/>
                </a:lnTo>
                <a:lnTo>
                  <a:pt x="17241" y="14866"/>
                </a:lnTo>
                <a:lnTo>
                  <a:pt x="16374" y="16292"/>
                </a:lnTo>
                <a:lnTo>
                  <a:pt x="15434" y="17674"/>
                </a:lnTo>
                <a:lnTo>
                  <a:pt x="14410" y="19019"/>
                </a:lnTo>
                <a:lnTo>
                  <a:pt x="13285" y="20328"/>
                </a:lnTo>
                <a:lnTo>
                  <a:pt x="12051" y="21600"/>
                </a:lnTo>
                <a:lnTo>
                  <a:pt x="12051" y="19815"/>
                </a:lnTo>
                <a:lnTo>
                  <a:pt x="12051" y="18020"/>
                </a:lnTo>
                <a:lnTo>
                  <a:pt x="12051" y="16200"/>
                </a:lnTo>
                <a:lnTo>
                  <a:pt x="10633" y="16735"/>
                </a:lnTo>
                <a:lnTo>
                  <a:pt x="9210" y="17272"/>
                </a:lnTo>
                <a:lnTo>
                  <a:pt x="7782" y="17809"/>
                </a:lnTo>
                <a:lnTo>
                  <a:pt x="6343" y="18352"/>
                </a:lnTo>
                <a:lnTo>
                  <a:pt x="4889" y="18900"/>
                </a:lnTo>
                <a:lnTo>
                  <a:pt x="4032" y="17180"/>
                </a:lnTo>
                <a:lnTo>
                  <a:pt x="3235" y="15520"/>
                </a:lnTo>
                <a:lnTo>
                  <a:pt x="2507" y="13900"/>
                </a:lnTo>
                <a:lnTo>
                  <a:pt x="1853" y="12301"/>
                </a:lnTo>
                <a:lnTo>
                  <a:pt x="1284" y="10703"/>
                </a:lnTo>
                <a:lnTo>
                  <a:pt x="807" y="9083"/>
                </a:lnTo>
                <a:lnTo>
                  <a:pt x="432" y="7425"/>
                </a:lnTo>
                <a:lnTo>
                  <a:pt x="167" y="5708"/>
                </a:lnTo>
                <a:lnTo>
                  <a:pt x="21" y="3912"/>
                </a:lnTo>
                <a:lnTo>
                  <a:pt x="0" y="2017"/>
                </a:lnTo>
                <a:lnTo>
                  <a:pt x="115" y="0"/>
                </a:lnTo>
                <a:close/>
              </a:path>
            </a:pathLst>
          </a:custGeom>
          <a:solidFill>
            <a:srgbClr val="E9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4" name="contour_07172"/>
          <p:cNvSpPr/>
          <p:nvPr/>
        </p:nvSpPr>
        <p:spPr>
          <a:xfrm>
            <a:off x="4346730" y="2762149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200" y="886"/>
                </a:lnTo>
                <a:lnTo>
                  <a:pt x="13595" y="1787"/>
                </a:lnTo>
                <a:lnTo>
                  <a:pt x="14986" y="2700"/>
                </a:lnTo>
                <a:lnTo>
                  <a:pt x="15569" y="3076"/>
                </a:lnTo>
                <a:lnTo>
                  <a:pt x="17338" y="4218"/>
                </a:lnTo>
                <a:lnTo>
                  <a:pt x="18626" y="5573"/>
                </a:lnTo>
                <a:lnTo>
                  <a:pt x="19593" y="6958"/>
                </a:lnTo>
                <a:lnTo>
                  <a:pt x="20345" y="8480"/>
                </a:lnTo>
                <a:lnTo>
                  <a:pt x="20980" y="10238"/>
                </a:lnTo>
                <a:lnTo>
                  <a:pt x="21600" y="12343"/>
                </a:lnTo>
                <a:lnTo>
                  <a:pt x="20414" y="13201"/>
                </a:lnTo>
                <a:lnTo>
                  <a:pt x="19224" y="14049"/>
                </a:lnTo>
                <a:lnTo>
                  <a:pt x="18034" y="14889"/>
                </a:lnTo>
                <a:lnTo>
                  <a:pt x="16842" y="15716"/>
                </a:lnTo>
                <a:lnTo>
                  <a:pt x="15645" y="16539"/>
                </a:lnTo>
                <a:lnTo>
                  <a:pt x="14446" y="17357"/>
                </a:lnTo>
                <a:lnTo>
                  <a:pt x="13442" y="18098"/>
                </a:lnTo>
                <a:lnTo>
                  <a:pt x="12424" y="18851"/>
                </a:lnTo>
                <a:lnTo>
                  <a:pt x="11416" y="19511"/>
                </a:lnTo>
                <a:lnTo>
                  <a:pt x="10601" y="19983"/>
                </a:lnTo>
                <a:lnTo>
                  <a:pt x="9696" y="20400"/>
                </a:lnTo>
                <a:lnTo>
                  <a:pt x="8420" y="20896"/>
                </a:lnTo>
                <a:lnTo>
                  <a:pt x="6480" y="21600"/>
                </a:lnTo>
                <a:lnTo>
                  <a:pt x="4875" y="20566"/>
                </a:lnTo>
                <a:lnTo>
                  <a:pt x="3720" y="19764"/>
                </a:lnTo>
                <a:lnTo>
                  <a:pt x="2834" y="19020"/>
                </a:lnTo>
                <a:lnTo>
                  <a:pt x="2039" y="18166"/>
                </a:lnTo>
                <a:lnTo>
                  <a:pt x="1156" y="17024"/>
                </a:lnTo>
                <a:lnTo>
                  <a:pt x="0" y="15429"/>
                </a:lnTo>
                <a:lnTo>
                  <a:pt x="0" y="13191"/>
                </a:lnTo>
                <a:lnTo>
                  <a:pt x="201" y="11136"/>
                </a:lnTo>
                <a:lnTo>
                  <a:pt x="559" y="9186"/>
                </a:lnTo>
                <a:lnTo>
                  <a:pt x="1032" y="7248"/>
                </a:lnTo>
                <a:lnTo>
                  <a:pt x="1581" y="5243"/>
                </a:lnTo>
                <a:lnTo>
                  <a:pt x="2160" y="3086"/>
                </a:lnTo>
                <a:lnTo>
                  <a:pt x="2495" y="4616"/>
                </a:lnTo>
                <a:lnTo>
                  <a:pt x="2834" y="6171"/>
                </a:lnTo>
                <a:lnTo>
                  <a:pt x="3570" y="7702"/>
                </a:lnTo>
                <a:lnTo>
                  <a:pt x="4320" y="9257"/>
                </a:lnTo>
                <a:lnTo>
                  <a:pt x="5992" y="9442"/>
                </a:lnTo>
                <a:lnTo>
                  <a:pt x="7165" y="9535"/>
                </a:lnTo>
                <a:lnTo>
                  <a:pt x="8150" y="9535"/>
                </a:lnTo>
                <a:lnTo>
                  <a:pt x="9258" y="9442"/>
                </a:lnTo>
                <a:lnTo>
                  <a:pt x="10800" y="9257"/>
                </a:lnTo>
                <a:lnTo>
                  <a:pt x="10800" y="7424"/>
                </a:lnTo>
                <a:lnTo>
                  <a:pt x="10800" y="5585"/>
                </a:lnTo>
                <a:lnTo>
                  <a:pt x="10800" y="3740"/>
                </a:lnTo>
                <a:lnTo>
                  <a:pt x="10800" y="1879"/>
                </a:lnTo>
                <a:lnTo>
                  <a:pt x="10800" y="0"/>
                </a:lnTo>
                <a:close/>
              </a:path>
            </a:pathLst>
          </a:custGeom>
          <a:solidFill>
            <a:srgbClr val="85764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5" name="contour_07173"/>
          <p:cNvSpPr/>
          <p:nvPr/>
        </p:nvSpPr>
        <p:spPr>
          <a:xfrm>
            <a:off x="4055210" y="2791301"/>
            <a:ext cx="80168" cy="51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8448" y="152"/>
                </a:lnTo>
                <a:lnTo>
                  <a:pt x="8991" y="295"/>
                </a:lnTo>
                <a:lnTo>
                  <a:pt x="9586" y="447"/>
                </a:lnTo>
                <a:lnTo>
                  <a:pt x="10329" y="639"/>
                </a:lnTo>
                <a:lnTo>
                  <a:pt x="11314" y="894"/>
                </a:lnTo>
                <a:lnTo>
                  <a:pt x="12642" y="1235"/>
                </a:lnTo>
                <a:lnTo>
                  <a:pt x="14405" y="1691"/>
                </a:lnTo>
                <a:lnTo>
                  <a:pt x="16705" y="2284"/>
                </a:lnTo>
                <a:lnTo>
                  <a:pt x="19636" y="3041"/>
                </a:lnTo>
                <a:lnTo>
                  <a:pt x="18340" y="3543"/>
                </a:lnTo>
                <a:lnTo>
                  <a:pt x="17042" y="4044"/>
                </a:lnTo>
                <a:lnTo>
                  <a:pt x="15739" y="4549"/>
                </a:lnTo>
                <a:lnTo>
                  <a:pt x="14429" y="5057"/>
                </a:lnTo>
                <a:lnTo>
                  <a:pt x="13111" y="5568"/>
                </a:lnTo>
                <a:lnTo>
                  <a:pt x="11782" y="6082"/>
                </a:lnTo>
                <a:lnTo>
                  <a:pt x="12078" y="9597"/>
                </a:lnTo>
                <a:lnTo>
                  <a:pt x="12316" y="12070"/>
                </a:lnTo>
                <a:lnTo>
                  <a:pt x="12546" y="13830"/>
                </a:lnTo>
                <a:lnTo>
                  <a:pt x="12825" y="15223"/>
                </a:lnTo>
                <a:lnTo>
                  <a:pt x="13205" y="16582"/>
                </a:lnTo>
                <a:lnTo>
                  <a:pt x="13745" y="18246"/>
                </a:lnTo>
                <a:lnTo>
                  <a:pt x="15045" y="19164"/>
                </a:lnTo>
                <a:lnTo>
                  <a:pt x="16296" y="19839"/>
                </a:lnTo>
                <a:lnTo>
                  <a:pt x="17537" y="20332"/>
                </a:lnTo>
                <a:lnTo>
                  <a:pt x="18810" y="20700"/>
                </a:lnTo>
                <a:lnTo>
                  <a:pt x="20149" y="20998"/>
                </a:lnTo>
                <a:lnTo>
                  <a:pt x="21600" y="21287"/>
                </a:lnTo>
                <a:lnTo>
                  <a:pt x="20068" y="21402"/>
                </a:lnTo>
                <a:lnTo>
                  <a:pt x="18584" y="21500"/>
                </a:lnTo>
                <a:lnTo>
                  <a:pt x="17137" y="21570"/>
                </a:lnTo>
                <a:lnTo>
                  <a:pt x="15727" y="21600"/>
                </a:lnTo>
                <a:lnTo>
                  <a:pt x="14348" y="21582"/>
                </a:lnTo>
                <a:lnTo>
                  <a:pt x="12997" y="21506"/>
                </a:lnTo>
                <a:lnTo>
                  <a:pt x="11668" y="21357"/>
                </a:lnTo>
                <a:lnTo>
                  <a:pt x="10356" y="21132"/>
                </a:lnTo>
                <a:lnTo>
                  <a:pt x="9060" y="20812"/>
                </a:lnTo>
                <a:lnTo>
                  <a:pt x="7772" y="20396"/>
                </a:lnTo>
                <a:lnTo>
                  <a:pt x="6490" y="19867"/>
                </a:lnTo>
                <a:lnTo>
                  <a:pt x="5208" y="19219"/>
                </a:lnTo>
                <a:lnTo>
                  <a:pt x="3923" y="18437"/>
                </a:lnTo>
                <a:lnTo>
                  <a:pt x="2629" y="17516"/>
                </a:lnTo>
                <a:lnTo>
                  <a:pt x="1323" y="16443"/>
                </a:lnTo>
                <a:lnTo>
                  <a:pt x="0" y="15205"/>
                </a:lnTo>
                <a:lnTo>
                  <a:pt x="487" y="13700"/>
                </a:lnTo>
                <a:lnTo>
                  <a:pt x="974" y="12185"/>
                </a:lnTo>
                <a:lnTo>
                  <a:pt x="1467" y="10665"/>
                </a:lnTo>
                <a:lnTo>
                  <a:pt x="1964" y="9123"/>
                </a:lnTo>
                <a:lnTo>
                  <a:pt x="2936" y="9877"/>
                </a:lnTo>
                <a:lnTo>
                  <a:pt x="3912" y="10631"/>
                </a:lnTo>
                <a:lnTo>
                  <a:pt x="4895" y="11395"/>
                </a:lnTo>
                <a:lnTo>
                  <a:pt x="5891" y="12164"/>
                </a:lnTo>
                <a:lnTo>
                  <a:pt x="6215" y="10157"/>
                </a:lnTo>
                <a:lnTo>
                  <a:pt x="6539" y="8147"/>
                </a:lnTo>
                <a:lnTo>
                  <a:pt x="6865" y="6128"/>
                </a:lnTo>
                <a:lnTo>
                  <a:pt x="7193" y="4099"/>
                </a:lnTo>
                <a:lnTo>
                  <a:pt x="7523" y="2059"/>
                </a:lnTo>
                <a:lnTo>
                  <a:pt x="7855" y="0"/>
                </a:lnTo>
                <a:close/>
              </a:path>
            </a:pathLst>
          </a:custGeom>
          <a:solidFill>
            <a:srgbClr val="BABDC0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6" name="contour_07174"/>
          <p:cNvSpPr/>
          <p:nvPr/>
        </p:nvSpPr>
        <p:spPr>
          <a:xfrm>
            <a:off x="4434186" y="2725709"/>
            <a:ext cx="65592" cy="61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626" y="509"/>
                </a:lnTo>
                <a:lnTo>
                  <a:pt x="10056" y="1020"/>
                </a:lnTo>
                <a:lnTo>
                  <a:pt x="11491" y="1531"/>
                </a:lnTo>
                <a:lnTo>
                  <a:pt x="12938" y="2047"/>
                </a:lnTo>
                <a:lnTo>
                  <a:pt x="14400" y="2569"/>
                </a:lnTo>
                <a:lnTo>
                  <a:pt x="13805" y="3840"/>
                </a:lnTo>
                <a:lnTo>
                  <a:pt x="13210" y="5119"/>
                </a:lnTo>
                <a:lnTo>
                  <a:pt x="12607" y="6404"/>
                </a:lnTo>
                <a:lnTo>
                  <a:pt x="12000" y="7706"/>
                </a:lnTo>
                <a:lnTo>
                  <a:pt x="13584" y="8130"/>
                </a:lnTo>
                <a:lnTo>
                  <a:pt x="15170" y="8554"/>
                </a:lnTo>
                <a:lnTo>
                  <a:pt x="16764" y="8980"/>
                </a:lnTo>
                <a:lnTo>
                  <a:pt x="18365" y="9409"/>
                </a:lnTo>
                <a:lnTo>
                  <a:pt x="19975" y="9841"/>
                </a:lnTo>
                <a:lnTo>
                  <a:pt x="21600" y="10275"/>
                </a:lnTo>
                <a:lnTo>
                  <a:pt x="21240" y="13303"/>
                </a:lnTo>
                <a:lnTo>
                  <a:pt x="20954" y="15425"/>
                </a:lnTo>
                <a:lnTo>
                  <a:pt x="20674" y="16925"/>
                </a:lnTo>
                <a:lnTo>
                  <a:pt x="20333" y="18091"/>
                </a:lnTo>
                <a:lnTo>
                  <a:pt x="19862" y="19203"/>
                </a:lnTo>
                <a:lnTo>
                  <a:pt x="19200" y="20549"/>
                </a:lnTo>
                <a:lnTo>
                  <a:pt x="17551" y="21148"/>
                </a:lnTo>
                <a:lnTo>
                  <a:pt x="15965" y="21495"/>
                </a:lnTo>
                <a:lnTo>
                  <a:pt x="14410" y="21600"/>
                </a:lnTo>
                <a:lnTo>
                  <a:pt x="12852" y="21472"/>
                </a:lnTo>
                <a:lnTo>
                  <a:pt x="11261" y="21117"/>
                </a:lnTo>
                <a:lnTo>
                  <a:pt x="9600" y="20549"/>
                </a:lnTo>
                <a:lnTo>
                  <a:pt x="8933" y="18715"/>
                </a:lnTo>
                <a:lnTo>
                  <a:pt x="8474" y="17398"/>
                </a:lnTo>
                <a:lnTo>
                  <a:pt x="8110" y="16226"/>
                </a:lnTo>
                <a:lnTo>
                  <a:pt x="7723" y="14832"/>
                </a:lnTo>
                <a:lnTo>
                  <a:pt x="7200" y="12843"/>
                </a:lnTo>
                <a:lnTo>
                  <a:pt x="5342" y="11975"/>
                </a:lnTo>
                <a:lnTo>
                  <a:pt x="4039" y="11407"/>
                </a:lnTo>
                <a:lnTo>
                  <a:pt x="2945" y="11017"/>
                </a:lnTo>
                <a:lnTo>
                  <a:pt x="1714" y="10681"/>
                </a:lnTo>
                <a:lnTo>
                  <a:pt x="0" y="10275"/>
                </a:lnTo>
                <a:lnTo>
                  <a:pt x="1586" y="10275"/>
                </a:lnTo>
                <a:lnTo>
                  <a:pt x="3182" y="10275"/>
                </a:lnTo>
                <a:lnTo>
                  <a:pt x="4800" y="10275"/>
                </a:lnTo>
                <a:lnTo>
                  <a:pt x="5518" y="8587"/>
                </a:lnTo>
                <a:lnTo>
                  <a:pt x="5906" y="7254"/>
                </a:lnTo>
                <a:lnTo>
                  <a:pt x="6300" y="5137"/>
                </a:lnTo>
                <a:lnTo>
                  <a:pt x="6571" y="3704"/>
                </a:lnTo>
                <a:lnTo>
                  <a:pt x="6845" y="2248"/>
                </a:lnTo>
                <a:lnTo>
                  <a:pt x="7022" y="1133"/>
                </a:lnTo>
                <a:lnTo>
                  <a:pt x="7200" y="0"/>
                </a:lnTo>
                <a:close/>
              </a:path>
            </a:pathLst>
          </a:custGeom>
          <a:solidFill>
            <a:srgbClr val="636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7" name="contour_07175"/>
          <p:cNvSpPr/>
          <p:nvPr/>
        </p:nvSpPr>
        <p:spPr>
          <a:xfrm>
            <a:off x="11044394" y="2689269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9898" y="1255"/>
                </a:lnTo>
                <a:lnTo>
                  <a:pt x="10200" y="2533"/>
                </a:lnTo>
                <a:lnTo>
                  <a:pt x="11400" y="4242"/>
                </a:lnTo>
                <a:lnTo>
                  <a:pt x="12480" y="5305"/>
                </a:lnTo>
                <a:lnTo>
                  <a:pt x="13639" y="5935"/>
                </a:lnTo>
                <a:lnTo>
                  <a:pt x="15062" y="6342"/>
                </a:lnTo>
                <a:lnTo>
                  <a:pt x="16949" y="6750"/>
                </a:lnTo>
                <a:lnTo>
                  <a:pt x="18257" y="6961"/>
                </a:lnTo>
                <a:lnTo>
                  <a:pt x="19584" y="7171"/>
                </a:lnTo>
                <a:lnTo>
                  <a:pt x="20585" y="7633"/>
                </a:lnTo>
                <a:lnTo>
                  <a:pt x="21600" y="8100"/>
                </a:lnTo>
                <a:lnTo>
                  <a:pt x="21600" y="9885"/>
                </a:lnTo>
                <a:lnTo>
                  <a:pt x="21600" y="11680"/>
                </a:lnTo>
                <a:lnTo>
                  <a:pt x="21600" y="13500"/>
                </a:lnTo>
                <a:lnTo>
                  <a:pt x="20117" y="14067"/>
                </a:lnTo>
                <a:lnTo>
                  <a:pt x="18646" y="14480"/>
                </a:lnTo>
                <a:lnTo>
                  <a:pt x="17165" y="14785"/>
                </a:lnTo>
                <a:lnTo>
                  <a:pt x="15655" y="15034"/>
                </a:lnTo>
                <a:lnTo>
                  <a:pt x="14100" y="15271"/>
                </a:lnTo>
                <a:lnTo>
                  <a:pt x="13056" y="15733"/>
                </a:lnTo>
                <a:lnTo>
                  <a:pt x="12000" y="16200"/>
                </a:lnTo>
                <a:lnTo>
                  <a:pt x="12000" y="17985"/>
                </a:lnTo>
                <a:lnTo>
                  <a:pt x="12000" y="19780"/>
                </a:lnTo>
                <a:lnTo>
                  <a:pt x="12000" y="21600"/>
                </a:lnTo>
                <a:lnTo>
                  <a:pt x="10303" y="21600"/>
                </a:lnTo>
                <a:lnTo>
                  <a:pt x="8604" y="21600"/>
                </a:lnTo>
                <a:lnTo>
                  <a:pt x="6900" y="21600"/>
                </a:lnTo>
                <a:lnTo>
                  <a:pt x="5189" y="21600"/>
                </a:lnTo>
                <a:lnTo>
                  <a:pt x="3470" y="21600"/>
                </a:lnTo>
                <a:lnTo>
                  <a:pt x="1742" y="21600"/>
                </a:lnTo>
                <a:lnTo>
                  <a:pt x="0" y="21600"/>
                </a:lnTo>
                <a:lnTo>
                  <a:pt x="610" y="19796"/>
                </a:lnTo>
                <a:lnTo>
                  <a:pt x="1222" y="18025"/>
                </a:lnTo>
                <a:lnTo>
                  <a:pt x="1838" y="16284"/>
                </a:lnTo>
                <a:lnTo>
                  <a:pt x="2467" y="14569"/>
                </a:lnTo>
                <a:lnTo>
                  <a:pt x="3113" y="12879"/>
                </a:lnTo>
                <a:lnTo>
                  <a:pt x="3782" y="11213"/>
                </a:lnTo>
                <a:lnTo>
                  <a:pt x="4481" y="9569"/>
                </a:lnTo>
                <a:lnTo>
                  <a:pt x="5215" y="7941"/>
                </a:lnTo>
                <a:lnTo>
                  <a:pt x="5988" y="6329"/>
                </a:lnTo>
                <a:lnTo>
                  <a:pt x="6806" y="4730"/>
                </a:lnTo>
                <a:lnTo>
                  <a:pt x="7680" y="3146"/>
                </a:lnTo>
                <a:lnTo>
                  <a:pt x="8609" y="1569"/>
                </a:lnTo>
                <a:lnTo>
                  <a:pt x="9600" y="0"/>
                </a:lnTo>
                <a:close/>
              </a:path>
            </a:pathLst>
          </a:custGeom>
          <a:solidFill>
            <a:srgbClr val="BDB89E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8" name="contour_07176"/>
          <p:cNvSpPr/>
          <p:nvPr/>
        </p:nvSpPr>
        <p:spPr>
          <a:xfrm>
            <a:off x="1788645" y="2701790"/>
            <a:ext cx="116608" cy="457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970"/>
                </a:moveTo>
                <a:lnTo>
                  <a:pt x="10326" y="474"/>
                </a:lnTo>
                <a:lnTo>
                  <a:pt x="11198" y="168"/>
                </a:lnTo>
                <a:lnTo>
                  <a:pt x="12072" y="24"/>
                </a:lnTo>
                <a:lnTo>
                  <a:pt x="12947" y="0"/>
                </a:lnTo>
                <a:lnTo>
                  <a:pt x="13827" y="65"/>
                </a:lnTo>
                <a:lnTo>
                  <a:pt x="14714" y="186"/>
                </a:lnTo>
                <a:lnTo>
                  <a:pt x="15609" y="323"/>
                </a:lnTo>
                <a:lnTo>
                  <a:pt x="16471" y="395"/>
                </a:lnTo>
                <a:lnTo>
                  <a:pt x="17348" y="468"/>
                </a:lnTo>
                <a:lnTo>
                  <a:pt x="18198" y="547"/>
                </a:lnTo>
                <a:lnTo>
                  <a:pt x="19049" y="640"/>
                </a:lnTo>
                <a:lnTo>
                  <a:pt x="19899" y="743"/>
                </a:lnTo>
                <a:lnTo>
                  <a:pt x="20750" y="853"/>
                </a:lnTo>
                <a:lnTo>
                  <a:pt x="21600" y="970"/>
                </a:lnTo>
                <a:lnTo>
                  <a:pt x="21600" y="3239"/>
                </a:lnTo>
                <a:lnTo>
                  <a:pt x="21600" y="5512"/>
                </a:lnTo>
                <a:lnTo>
                  <a:pt x="21600" y="7785"/>
                </a:lnTo>
                <a:lnTo>
                  <a:pt x="21600" y="10064"/>
                </a:lnTo>
                <a:lnTo>
                  <a:pt x="21600" y="12351"/>
                </a:lnTo>
                <a:lnTo>
                  <a:pt x="21600" y="14648"/>
                </a:lnTo>
                <a:lnTo>
                  <a:pt x="21600" y="16951"/>
                </a:lnTo>
                <a:lnTo>
                  <a:pt x="21600" y="19269"/>
                </a:lnTo>
                <a:lnTo>
                  <a:pt x="21600" y="21600"/>
                </a:lnTo>
                <a:lnTo>
                  <a:pt x="20930" y="21600"/>
                </a:lnTo>
                <a:lnTo>
                  <a:pt x="20250" y="21600"/>
                </a:lnTo>
                <a:lnTo>
                  <a:pt x="20250" y="19169"/>
                </a:lnTo>
                <a:lnTo>
                  <a:pt x="20250" y="16735"/>
                </a:lnTo>
                <a:lnTo>
                  <a:pt x="20250" y="14293"/>
                </a:lnTo>
                <a:lnTo>
                  <a:pt x="20250" y="11842"/>
                </a:lnTo>
                <a:lnTo>
                  <a:pt x="20250" y="9380"/>
                </a:lnTo>
                <a:lnTo>
                  <a:pt x="20250" y="6904"/>
                </a:lnTo>
                <a:lnTo>
                  <a:pt x="20250" y="4408"/>
                </a:lnTo>
                <a:lnTo>
                  <a:pt x="19894" y="4525"/>
                </a:lnTo>
                <a:lnTo>
                  <a:pt x="19432" y="4676"/>
                </a:lnTo>
                <a:lnTo>
                  <a:pt x="18556" y="4962"/>
                </a:lnTo>
                <a:lnTo>
                  <a:pt x="16959" y="5481"/>
                </a:lnTo>
                <a:lnTo>
                  <a:pt x="16498" y="5632"/>
                </a:lnTo>
                <a:lnTo>
                  <a:pt x="15108" y="6086"/>
                </a:lnTo>
                <a:lnTo>
                  <a:pt x="14310" y="6959"/>
                </a:lnTo>
                <a:lnTo>
                  <a:pt x="13500" y="7846"/>
                </a:lnTo>
                <a:lnTo>
                  <a:pt x="13333" y="9621"/>
                </a:lnTo>
                <a:lnTo>
                  <a:pt x="13164" y="11409"/>
                </a:lnTo>
                <a:lnTo>
                  <a:pt x="12994" y="13217"/>
                </a:lnTo>
                <a:lnTo>
                  <a:pt x="12716" y="14850"/>
                </a:lnTo>
                <a:lnTo>
                  <a:pt x="12435" y="16494"/>
                </a:lnTo>
                <a:lnTo>
                  <a:pt x="12150" y="18162"/>
                </a:lnTo>
                <a:lnTo>
                  <a:pt x="11258" y="18426"/>
                </a:lnTo>
                <a:lnTo>
                  <a:pt x="10375" y="18495"/>
                </a:lnTo>
                <a:lnTo>
                  <a:pt x="9500" y="18395"/>
                </a:lnTo>
                <a:lnTo>
                  <a:pt x="8626" y="18172"/>
                </a:lnTo>
                <a:lnTo>
                  <a:pt x="7754" y="17856"/>
                </a:lnTo>
                <a:lnTo>
                  <a:pt x="6877" y="17481"/>
                </a:lnTo>
                <a:lnTo>
                  <a:pt x="5991" y="17089"/>
                </a:lnTo>
                <a:lnTo>
                  <a:pt x="5558" y="16931"/>
                </a:lnTo>
                <a:lnTo>
                  <a:pt x="4253" y="16449"/>
                </a:lnTo>
                <a:lnTo>
                  <a:pt x="3401" y="16126"/>
                </a:lnTo>
                <a:lnTo>
                  <a:pt x="2550" y="15786"/>
                </a:lnTo>
                <a:lnTo>
                  <a:pt x="1700" y="15438"/>
                </a:lnTo>
                <a:lnTo>
                  <a:pt x="849" y="15084"/>
                </a:lnTo>
                <a:lnTo>
                  <a:pt x="0" y="14723"/>
                </a:lnTo>
                <a:lnTo>
                  <a:pt x="0" y="13018"/>
                </a:lnTo>
                <a:lnTo>
                  <a:pt x="0" y="11285"/>
                </a:lnTo>
                <a:lnTo>
                  <a:pt x="856" y="11467"/>
                </a:lnTo>
                <a:lnTo>
                  <a:pt x="1724" y="11646"/>
                </a:lnTo>
                <a:lnTo>
                  <a:pt x="2465" y="11742"/>
                </a:lnTo>
                <a:lnTo>
                  <a:pt x="3210" y="11835"/>
                </a:lnTo>
                <a:lnTo>
                  <a:pt x="3966" y="11931"/>
                </a:lnTo>
                <a:lnTo>
                  <a:pt x="4703" y="12048"/>
                </a:lnTo>
                <a:lnTo>
                  <a:pt x="5445" y="12168"/>
                </a:lnTo>
                <a:lnTo>
                  <a:pt x="6197" y="12292"/>
                </a:lnTo>
                <a:lnTo>
                  <a:pt x="6826" y="11959"/>
                </a:lnTo>
                <a:lnTo>
                  <a:pt x="7459" y="11625"/>
                </a:lnTo>
                <a:lnTo>
                  <a:pt x="8100" y="11285"/>
                </a:lnTo>
                <a:lnTo>
                  <a:pt x="8281" y="9579"/>
                </a:lnTo>
                <a:lnTo>
                  <a:pt x="8463" y="7867"/>
                </a:lnTo>
                <a:lnTo>
                  <a:pt x="8648" y="6127"/>
                </a:lnTo>
                <a:lnTo>
                  <a:pt x="8913" y="4422"/>
                </a:lnTo>
                <a:lnTo>
                  <a:pt x="9180" y="2709"/>
                </a:lnTo>
                <a:lnTo>
                  <a:pt x="9450" y="970"/>
                </a:lnTo>
                <a:close/>
              </a:path>
            </a:pathLst>
          </a:custGeom>
          <a:solidFill>
            <a:srgbClr val="363635"/>
          </a:solidFill>
          <a:ln>
            <a:noFill/>
          </a:ln>
        </p:spPr>
        <p:txBody>
          <a:bodyPr/>
          <a:lstStyle/>
          <a:p/>
        </p:txBody>
      </p:sp>
      <p:sp>
        <p:nvSpPr>
          <p:cNvPr id="7179" name="contour_07177"/>
          <p:cNvSpPr/>
          <p:nvPr/>
        </p:nvSpPr>
        <p:spPr>
          <a:xfrm>
            <a:off x="7152606" y="2665583"/>
            <a:ext cx="58304" cy="69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25" y="0"/>
                </a:moveTo>
                <a:lnTo>
                  <a:pt x="19899" y="283"/>
                </a:lnTo>
                <a:lnTo>
                  <a:pt x="21600" y="570"/>
                </a:lnTo>
                <a:lnTo>
                  <a:pt x="21281" y="2093"/>
                </a:lnTo>
                <a:lnTo>
                  <a:pt x="20944" y="3613"/>
                </a:lnTo>
                <a:lnTo>
                  <a:pt x="20588" y="5129"/>
                </a:lnTo>
                <a:lnTo>
                  <a:pt x="20304" y="6401"/>
                </a:lnTo>
                <a:lnTo>
                  <a:pt x="20018" y="7694"/>
                </a:lnTo>
                <a:lnTo>
                  <a:pt x="19462" y="8683"/>
                </a:lnTo>
                <a:lnTo>
                  <a:pt x="18900" y="9689"/>
                </a:lnTo>
                <a:lnTo>
                  <a:pt x="17115" y="9689"/>
                </a:lnTo>
                <a:lnTo>
                  <a:pt x="15320" y="9689"/>
                </a:lnTo>
                <a:lnTo>
                  <a:pt x="13500" y="9689"/>
                </a:lnTo>
                <a:lnTo>
                  <a:pt x="12660" y="11180"/>
                </a:lnTo>
                <a:lnTo>
                  <a:pt x="12115" y="12272"/>
                </a:lnTo>
                <a:lnTo>
                  <a:pt x="11632" y="13496"/>
                </a:lnTo>
                <a:lnTo>
                  <a:pt x="10967" y="15388"/>
                </a:lnTo>
                <a:lnTo>
                  <a:pt x="10182" y="17255"/>
                </a:lnTo>
                <a:lnTo>
                  <a:pt x="9620" y="18472"/>
                </a:lnTo>
                <a:lnTo>
                  <a:pt x="9015" y="19571"/>
                </a:lnTo>
                <a:lnTo>
                  <a:pt x="8100" y="21087"/>
                </a:lnTo>
                <a:lnTo>
                  <a:pt x="5929" y="21429"/>
                </a:lnTo>
                <a:lnTo>
                  <a:pt x="4423" y="21600"/>
                </a:lnTo>
                <a:lnTo>
                  <a:pt x="3191" y="21600"/>
                </a:lnTo>
                <a:lnTo>
                  <a:pt x="1847" y="21429"/>
                </a:lnTo>
                <a:lnTo>
                  <a:pt x="0" y="21087"/>
                </a:lnTo>
                <a:lnTo>
                  <a:pt x="216" y="19231"/>
                </a:lnTo>
                <a:lnTo>
                  <a:pt x="502" y="17483"/>
                </a:lnTo>
                <a:lnTo>
                  <a:pt x="867" y="15832"/>
                </a:lnTo>
                <a:lnTo>
                  <a:pt x="1318" y="14264"/>
                </a:lnTo>
                <a:lnTo>
                  <a:pt x="1860" y="12771"/>
                </a:lnTo>
                <a:lnTo>
                  <a:pt x="2508" y="11344"/>
                </a:lnTo>
                <a:lnTo>
                  <a:pt x="3270" y="9967"/>
                </a:lnTo>
                <a:lnTo>
                  <a:pt x="4147" y="8631"/>
                </a:lnTo>
                <a:lnTo>
                  <a:pt x="5157" y="7327"/>
                </a:lnTo>
                <a:lnTo>
                  <a:pt x="6302" y="6043"/>
                </a:lnTo>
                <a:lnTo>
                  <a:pt x="7595" y="4767"/>
                </a:lnTo>
                <a:lnTo>
                  <a:pt x="9042" y="3490"/>
                </a:lnTo>
                <a:lnTo>
                  <a:pt x="10652" y="2200"/>
                </a:lnTo>
                <a:lnTo>
                  <a:pt x="12080" y="1400"/>
                </a:lnTo>
                <a:lnTo>
                  <a:pt x="13187" y="885"/>
                </a:lnTo>
                <a:lnTo>
                  <a:pt x="14337" y="552"/>
                </a:lnTo>
                <a:lnTo>
                  <a:pt x="15898" y="292"/>
                </a:lnTo>
                <a:lnTo>
                  <a:pt x="18225" y="0"/>
                </a:lnTo>
                <a:close/>
              </a:path>
            </a:pathLst>
          </a:custGeom>
          <a:solidFill>
            <a:srgbClr val="DBDFE1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0" name="contour_07178"/>
          <p:cNvSpPr/>
          <p:nvPr/>
        </p:nvSpPr>
        <p:spPr>
          <a:xfrm>
            <a:off x="382062" y="2638253"/>
            <a:ext cx="74542" cy="67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07" y="0"/>
                </a:moveTo>
                <a:lnTo>
                  <a:pt x="20054" y="0"/>
                </a:lnTo>
                <a:lnTo>
                  <a:pt x="21118" y="0"/>
                </a:lnTo>
                <a:lnTo>
                  <a:pt x="21334" y="1736"/>
                </a:lnTo>
                <a:lnTo>
                  <a:pt x="21499" y="3418"/>
                </a:lnTo>
                <a:lnTo>
                  <a:pt x="21594" y="5058"/>
                </a:lnTo>
                <a:lnTo>
                  <a:pt x="21600" y="6667"/>
                </a:lnTo>
                <a:lnTo>
                  <a:pt x="21501" y="8251"/>
                </a:lnTo>
                <a:lnTo>
                  <a:pt x="21279" y="9821"/>
                </a:lnTo>
                <a:lnTo>
                  <a:pt x="20914" y="11386"/>
                </a:lnTo>
                <a:lnTo>
                  <a:pt x="20388" y="12954"/>
                </a:lnTo>
                <a:lnTo>
                  <a:pt x="19682" y="14538"/>
                </a:lnTo>
                <a:lnTo>
                  <a:pt x="18648" y="15820"/>
                </a:lnTo>
                <a:lnTo>
                  <a:pt x="17649" y="16970"/>
                </a:lnTo>
                <a:lnTo>
                  <a:pt x="16658" y="17988"/>
                </a:lnTo>
                <a:lnTo>
                  <a:pt x="15645" y="18881"/>
                </a:lnTo>
                <a:lnTo>
                  <a:pt x="14584" y="19649"/>
                </a:lnTo>
                <a:lnTo>
                  <a:pt x="13446" y="20301"/>
                </a:lnTo>
                <a:lnTo>
                  <a:pt x="12202" y="20841"/>
                </a:lnTo>
                <a:lnTo>
                  <a:pt x="10825" y="21273"/>
                </a:lnTo>
                <a:lnTo>
                  <a:pt x="9288" y="21600"/>
                </a:lnTo>
                <a:lnTo>
                  <a:pt x="7947" y="21593"/>
                </a:lnTo>
                <a:lnTo>
                  <a:pt x="6619" y="21563"/>
                </a:lnTo>
                <a:lnTo>
                  <a:pt x="5294" y="21509"/>
                </a:lnTo>
                <a:lnTo>
                  <a:pt x="3977" y="21427"/>
                </a:lnTo>
                <a:lnTo>
                  <a:pt x="2657" y="21322"/>
                </a:lnTo>
                <a:lnTo>
                  <a:pt x="1333" y="21189"/>
                </a:lnTo>
                <a:lnTo>
                  <a:pt x="0" y="21025"/>
                </a:lnTo>
                <a:lnTo>
                  <a:pt x="1877" y="18168"/>
                </a:lnTo>
                <a:lnTo>
                  <a:pt x="3476" y="15748"/>
                </a:lnTo>
                <a:lnTo>
                  <a:pt x="4838" y="13718"/>
                </a:lnTo>
                <a:lnTo>
                  <a:pt x="5993" y="12040"/>
                </a:lnTo>
                <a:lnTo>
                  <a:pt x="6982" y="10676"/>
                </a:lnTo>
                <a:lnTo>
                  <a:pt x="7839" y="9583"/>
                </a:lnTo>
                <a:lnTo>
                  <a:pt x="8599" y="8718"/>
                </a:lnTo>
                <a:lnTo>
                  <a:pt x="9298" y="8043"/>
                </a:lnTo>
                <a:lnTo>
                  <a:pt x="9972" y="7518"/>
                </a:lnTo>
                <a:lnTo>
                  <a:pt x="10659" y="7097"/>
                </a:lnTo>
                <a:lnTo>
                  <a:pt x="11391" y="6747"/>
                </a:lnTo>
                <a:lnTo>
                  <a:pt x="12206" y="6420"/>
                </a:lnTo>
                <a:lnTo>
                  <a:pt x="13142" y="6079"/>
                </a:lnTo>
                <a:lnTo>
                  <a:pt x="14527" y="6123"/>
                </a:lnTo>
                <a:lnTo>
                  <a:pt x="15600" y="6235"/>
                </a:lnTo>
                <a:lnTo>
                  <a:pt x="16910" y="6501"/>
                </a:lnTo>
                <a:lnTo>
                  <a:pt x="19007" y="7008"/>
                </a:lnTo>
                <a:lnTo>
                  <a:pt x="19007" y="5621"/>
                </a:lnTo>
                <a:lnTo>
                  <a:pt x="19007" y="4228"/>
                </a:lnTo>
                <a:lnTo>
                  <a:pt x="19007" y="2831"/>
                </a:lnTo>
                <a:lnTo>
                  <a:pt x="19007" y="1423"/>
                </a:lnTo>
                <a:lnTo>
                  <a:pt x="19007" y="0"/>
                </a:lnTo>
                <a:close/>
              </a:path>
            </a:pathLst>
          </a:custGeom>
          <a:solidFill>
            <a:srgbClr val="4D3E66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1" name="contour_07179"/>
          <p:cNvSpPr/>
          <p:nvPr/>
        </p:nvSpPr>
        <p:spPr>
          <a:xfrm>
            <a:off x="8735514" y="2645541"/>
            <a:ext cx="28205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1" y="0"/>
                </a:moveTo>
                <a:lnTo>
                  <a:pt x="18430" y="0"/>
                </a:lnTo>
                <a:lnTo>
                  <a:pt x="21243" y="0"/>
                </a:lnTo>
                <a:lnTo>
                  <a:pt x="21399" y="739"/>
                </a:lnTo>
                <a:lnTo>
                  <a:pt x="21511" y="1474"/>
                </a:lnTo>
                <a:lnTo>
                  <a:pt x="21578" y="2207"/>
                </a:lnTo>
                <a:lnTo>
                  <a:pt x="21600" y="2938"/>
                </a:lnTo>
                <a:lnTo>
                  <a:pt x="21572" y="3666"/>
                </a:lnTo>
                <a:lnTo>
                  <a:pt x="21505" y="4392"/>
                </a:lnTo>
                <a:lnTo>
                  <a:pt x="21399" y="5115"/>
                </a:lnTo>
                <a:lnTo>
                  <a:pt x="21248" y="5837"/>
                </a:lnTo>
                <a:lnTo>
                  <a:pt x="21064" y="6557"/>
                </a:lnTo>
                <a:lnTo>
                  <a:pt x="20835" y="7276"/>
                </a:lnTo>
                <a:lnTo>
                  <a:pt x="20573" y="7993"/>
                </a:lnTo>
                <a:lnTo>
                  <a:pt x="20277" y="8709"/>
                </a:lnTo>
                <a:lnTo>
                  <a:pt x="19942" y="9425"/>
                </a:lnTo>
                <a:lnTo>
                  <a:pt x="19574" y="10139"/>
                </a:lnTo>
                <a:lnTo>
                  <a:pt x="19178" y="10852"/>
                </a:lnTo>
                <a:lnTo>
                  <a:pt x="18742" y="11565"/>
                </a:lnTo>
                <a:lnTo>
                  <a:pt x="18285" y="12279"/>
                </a:lnTo>
                <a:lnTo>
                  <a:pt x="17793" y="12992"/>
                </a:lnTo>
                <a:lnTo>
                  <a:pt x="17280" y="13705"/>
                </a:lnTo>
                <a:lnTo>
                  <a:pt x="16733" y="14417"/>
                </a:lnTo>
                <a:lnTo>
                  <a:pt x="16164" y="15131"/>
                </a:lnTo>
                <a:lnTo>
                  <a:pt x="15572" y="15845"/>
                </a:lnTo>
                <a:lnTo>
                  <a:pt x="14953" y="16560"/>
                </a:lnTo>
                <a:lnTo>
                  <a:pt x="14316" y="17276"/>
                </a:lnTo>
                <a:lnTo>
                  <a:pt x="13652" y="17993"/>
                </a:lnTo>
                <a:lnTo>
                  <a:pt x="12977" y="18711"/>
                </a:lnTo>
                <a:lnTo>
                  <a:pt x="12273" y="19431"/>
                </a:lnTo>
                <a:lnTo>
                  <a:pt x="11559" y="20152"/>
                </a:lnTo>
                <a:lnTo>
                  <a:pt x="10828" y="20875"/>
                </a:lnTo>
                <a:lnTo>
                  <a:pt x="10080" y="21600"/>
                </a:lnTo>
                <a:lnTo>
                  <a:pt x="7312" y="21600"/>
                </a:lnTo>
                <a:lnTo>
                  <a:pt x="4499" y="21600"/>
                </a:lnTo>
                <a:lnTo>
                  <a:pt x="3896" y="20876"/>
                </a:lnTo>
                <a:lnTo>
                  <a:pt x="3327" y="20154"/>
                </a:lnTo>
                <a:lnTo>
                  <a:pt x="2791" y="19433"/>
                </a:lnTo>
                <a:lnTo>
                  <a:pt x="2294" y="18714"/>
                </a:lnTo>
                <a:lnTo>
                  <a:pt x="1842" y="17996"/>
                </a:lnTo>
                <a:lnTo>
                  <a:pt x="1429" y="17280"/>
                </a:lnTo>
                <a:lnTo>
                  <a:pt x="1066" y="16565"/>
                </a:lnTo>
                <a:lnTo>
                  <a:pt x="753" y="15851"/>
                </a:lnTo>
                <a:lnTo>
                  <a:pt x="486" y="15139"/>
                </a:lnTo>
                <a:lnTo>
                  <a:pt x="279" y="14427"/>
                </a:lnTo>
                <a:lnTo>
                  <a:pt x="128" y="13717"/>
                </a:lnTo>
                <a:lnTo>
                  <a:pt x="33" y="13007"/>
                </a:lnTo>
                <a:lnTo>
                  <a:pt x="0" y="12299"/>
                </a:lnTo>
                <a:lnTo>
                  <a:pt x="39" y="11591"/>
                </a:lnTo>
                <a:lnTo>
                  <a:pt x="140" y="10884"/>
                </a:lnTo>
                <a:lnTo>
                  <a:pt x="307" y="10178"/>
                </a:lnTo>
                <a:lnTo>
                  <a:pt x="553" y="9472"/>
                </a:lnTo>
                <a:lnTo>
                  <a:pt x="871" y="8768"/>
                </a:lnTo>
                <a:lnTo>
                  <a:pt x="1267" y="8063"/>
                </a:lnTo>
                <a:lnTo>
                  <a:pt x="1747" y="7358"/>
                </a:lnTo>
                <a:lnTo>
                  <a:pt x="2305" y="6655"/>
                </a:lnTo>
                <a:lnTo>
                  <a:pt x="2953" y="5951"/>
                </a:lnTo>
                <a:lnTo>
                  <a:pt x="3684" y="5248"/>
                </a:lnTo>
                <a:lnTo>
                  <a:pt x="4510" y="4545"/>
                </a:lnTo>
                <a:lnTo>
                  <a:pt x="5425" y="3842"/>
                </a:lnTo>
                <a:lnTo>
                  <a:pt x="6441" y="3138"/>
                </a:lnTo>
                <a:lnTo>
                  <a:pt x="7552" y="2436"/>
                </a:lnTo>
                <a:lnTo>
                  <a:pt x="8763" y="1732"/>
                </a:lnTo>
                <a:lnTo>
                  <a:pt x="10080" y="1029"/>
                </a:lnTo>
                <a:lnTo>
                  <a:pt x="12848" y="518"/>
                </a:lnTo>
                <a:lnTo>
                  <a:pt x="15661" y="0"/>
                </a:lnTo>
                <a:close/>
              </a:path>
            </a:pathLst>
          </a:custGeom>
          <a:solidFill>
            <a:srgbClr val="B8C9D3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2" name="contour_07180"/>
          <p:cNvSpPr/>
          <p:nvPr/>
        </p:nvSpPr>
        <p:spPr>
          <a:xfrm>
            <a:off x="1285773" y="2645541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3" y="238"/>
                </a:lnTo>
                <a:lnTo>
                  <a:pt x="8129" y="475"/>
                </a:lnTo>
                <a:lnTo>
                  <a:pt x="9794" y="713"/>
                </a:lnTo>
                <a:lnTo>
                  <a:pt x="11462" y="953"/>
                </a:lnTo>
                <a:lnTo>
                  <a:pt x="13138" y="1190"/>
                </a:lnTo>
                <a:lnTo>
                  <a:pt x="14815" y="1430"/>
                </a:lnTo>
                <a:lnTo>
                  <a:pt x="16500" y="1670"/>
                </a:lnTo>
                <a:lnTo>
                  <a:pt x="18192" y="1913"/>
                </a:lnTo>
                <a:lnTo>
                  <a:pt x="19891" y="2155"/>
                </a:lnTo>
                <a:lnTo>
                  <a:pt x="21600" y="2400"/>
                </a:lnTo>
                <a:lnTo>
                  <a:pt x="21600" y="3986"/>
                </a:lnTo>
                <a:lnTo>
                  <a:pt x="21600" y="5582"/>
                </a:lnTo>
                <a:lnTo>
                  <a:pt x="21600" y="7200"/>
                </a:lnTo>
                <a:lnTo>
                  <a:pt x="20966" y="7094"/>
                </a:lnTo>
                <a:lnTo>
                  <a:pt x="19058" y="6778"/>
                </a:lnTo>
                <a:lnTo>
                  <a:pt x="17390" y="6624"/>
                </a:lnTo>
                <a:lnTo>
                  <a:pt x="15816" y="6526"/>
                </a:lnTo>
                <a:lnTo>
                  <a:pt x="14292" y="6506"/>
                </a:lnTo>
                <a:lnTo>
                  <a:pt x="12775" y="6595"/>
                </a:lnTo>
                <a:lnTo>
                  <a:pt x="11227" y="6818"/>
                </a:lnTo>
                <a:lnTo>
                  <a:pt x="9600" y="7200"/>
                </a:lnTo>
                <a:lnTo>
                  <a:pt x="9041" y="8719"/>
                </a:lnTo>
                <a:lnTo>
                  <a:pt x="8628" y="10212"/>
                </a:lnTo>
                <a:lnTo>
                  <a:pt x="8328" y="11698"/>
                </a:lnTo>
                <a:lnTo>
                  <a:pt x="8112" y="13202"/>
                </a:lnTo>
                <a:lnTo>
                  <a:pt x="7942" y="14750"/>
                </a:lnTo>
                <a:lnTo>
                  <a:pt x="7790" y="16368"/>
                </a:lnTo>
                <a:lnTo>
                  <a:pt x="7498" y="17774"/>
                </a:lnTo>
                <a:lnTo>
                  <a:pt x="7200" y="19200"/>
                </a:lnTo>
                <a:lnTo>
                  <a:pt x="5342" y="20155"/>
                </a:lnTo>
                <a:lnTo>
                  <a:pt x="4039" y="20758"/>
                </a:lnTo>
                <a:lnTo>
                  <a:pt x="2945" y="21122"/>
                </a:lnTo>
                <a:lnTo>
                  <a:pt x="1714" y="21365"/>
                </a:lnTo>
                <a:lnTo>
                  <a:pt x="0" y="21600"/>
                </a:lnTo>
                <a:lnTo>
                  <a:pt x="0" y="19903"/>
                </a:lnTo>
                <a:lnTo>
                  <a:pt x="0" y="18204"/>
                </a:lnTo>
                <a:lnTo>
                  <a:pt x="0" y="16500"/>
                </a:lnTo>
                <a:lnTo>
                  <a:pt x="0" y="14789"/>
                </a:lnTo>
                <a:lnTo>
                  <a:pt x="0" y="13070"/>
                </a:lnTo>
                <a:lnTo>
                  <a:pt x="0" y="11342"/>
                </a:lnTo>
                <a:lnTo>
                  <a:pt x="0" y="9600"/>
                </a:lnTo>
                <a:lnTo>
                  <a:pt x="1586" y="9600"/>
                </a:lnTo>
                <a:lnTo>
                  <a:pt x="3182" y="9600"/>
                </a:lnTo>
                <a:lnTo>
                  <a:pt x="4800" y="9600"/>
                </a:lnTo>
                <a:lnTo>
                  <a:pt x="4800" y="8016"/>
                </a:lnTo>
                <a:lnTo>
                  <a:pt x="4800" y="6430"/>
                </a:lnTo>
                <a:lnTo>
                  <a:pt x="4800" y="4836"/>
                </a:lnTo>
                <a:lnTo>
                  <a:pt x="4800" y="3235"/>
                </a:lnTo>
                <a:lnTo>
                  <a:pt x="4800" y="1625"/>
                </a:lnTo>
                <a:lnTo>
                  <a:pt x="4800" y="0"/>
                </a:lnTo>
                <a:close/>
              </a:path>
            </a:pathLst>
          </a:custGeom>
          <a:solidFill>
            <a:srgbClr val="BAB8B1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3" name="contour_07181"/>
          <p:cNvSpPr/>
          <p:nvPr/>
        </p:nvSpPr>
        <p:spPr>
          <a:xfrm>
            <a:off x="5162985" y="2593811"/>
            <a:ext cx="65592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58" y="0"/>
                </a:moveTo>
                <a:lnTo>
                  <a:pt x="14093" y="48"/>
                </a:lnTo>
                <a:lnTo>
                  <a:pt x="15749" y="93"/>
                </a:lnTo>
                <a:lnTo>
                  <a:pt x="16574" y="112"/>
                </a:lnTo>
                <a:lnTo>
                  <a:pt x="19058" y="165"/>
                </a:lnTo>
                <a:lnTo>
                  <a:pt x="20321" y="213"/>
                </a:lnTo>
                <a:lnTo>
                  <a:pt x="21600" y="261"/>
                </a:lnTo>
                <a:lnTo>
                  <a:pt x="21600" y="2024"/>
                </a:lnTo>
                <a:lnTo>
                  <a:pt x="21600" y="3788"/>
                </a:lnTo>
                <a:lnTo>
                  <a:pt x="21600" y="5556"/>
                </a:lnTo>
                <a:lnTo>
                  <a:pt x="21600" y="7335"/>
                </a:lnTo>
                <a:lnTo>
                  <a:pt x="21600" y="9125"/>
                </a:lnTo>
                <a:lnTo>
                  <a:pt x="21600" y="10931"/>
                </a:lnTo>
                <a:lnTo>
                  <a:pt x="19903" y="10931"/>
                </a:lnTo>
                <a:lnTo>
                  <a:pt x="18204" y="10931"/>
                </a:lnTo>
                <a:lnTo>
                  <a:pt x="16500" y="10931"/>
                </a:lnTo>
                <a:lnTo>
                  <a:pt x="14791" y="10931"/>
                </a:lnTo>
                <a:lnTo>
                  <a:pt x="13070" y="10931"/>
                </a:lnTo>
                <a:lnTo>
                  <a:pt x="11342" y="10931"/>
                </a:lnTo>
                <a:lnTo>
                  <a:pt x="9600" y="10931"/>
                </a:lnTo>
                <a:lnTo>
                  <a:pt x="10793" y="12256"/>
                </a:lnTo>
                <a:lnTo>
                  <a:pt x="12000" y="13598"/>
                </a:lnTo>
                <a:lnTo>
                  <a:pt x="12072" y="15663"/>
                </a:lnTo>
                <a:lnTo>
                  <a:pt x="12108" y="17111"/>
                </a:lnTo>
                <a:lnTo>
                  <a:pt x="12108" y="18327"/>
                </a:lnTo>
                <a:lnTo>
                  <a:pt x="12072" y="19696"/>
                </a:lnTo>
                <a:lnTo>
                  <a:pt x="12000" y="21600"/>
                </a:lnTo>
                <a:lnTo>
                  <a:pt x="10303" y="21600"/>
                </a:lnTo>
                <a:lnTo>
                  <a:pt x="8604" y="21600"/>
                </a:lnTo>
                <a:lnTo>
                  <a:pt x="6900" y="21600"/>
                </a:lnTo>
                <a:lnTo>
                  <a:pt x="5191" y="21600"/>
                </a:lnTo>
                <a:lnTo>
                  <a:pt x="3470" y="21600"/>
                </a:lnTo>
                <a:lnTo>
                  <a:pt x="1742" y="21600"/>
                </a:lnTo>
                <a:lnTo>
                  <a:pt x="0" y="21600"/>
                </a:lnTo>
                <a:lnTo>
                  <a:pt x="574" y="20072"/>
                </a:lnTo>
                <a:lnTo>
                  <a:pt x="1145" y="18543"/>
                </a:lnTo>
                <a:lnTo>
                  <a:pt x="1721" y="17015"/>
                </a:lnTo>
                <a:lnTo>
                  <a:pt x="2294" y="15486"/>
                </a:lnTo>
                <a:lnTo>
                  <a:pt x="2873" y="13958"/>
                </a:lnTo>
                <a:lnTo>
                  <a:pt x="3449" y="12430"/>
                </a:lnTo>
                <a:lnTo>
                  <a:pt x="3936" y="11125"/>
                </a:lnTo>
                <a:lnTo>
                  <a:pt x="4428" y="9800"/>
                </a:lnTo>
                <a:lnTo>
                  <a:pt x="5765" y="6322"/>
                </a:lnTo>
                <a:lnTo>
                  <a:pt x="6804" y="3820"/>
                </a:lnTo>
                <a:lnTo>
                  <a:pt x="7687" y="2129"/>
                </a:lnTo>
                <a:lnTo>
                  <a:pt x="8554" y="1070"/>
                </a:lnTo>
                <a:lnTo>
                  <a:pt x="9542" y="477"/>
                </a:lnTo>
                <a:lnTo>
                  <a:pt x="10798" y="179"/>
                </a:lnTo>
                <a:lnTo>
                  <a:pt x="12458" y="0"/>
                </a:lnTo>
                <a:close/>
              </a:path>
            </a:pathLst>
          </a:custGeom>
          <a:solidFill>
            <a:srgbClr val="706D64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4" name="contour_07182"/>
          <p:cNvSpPr/>
          <p:nvPr/>
        </p:nvSpPr>
        <p:spPr>
          <a:xfrm>
            <a:off x="1001542" y="2645541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37" y="223"/>
                </a:lnTo>
                <a:lnTo>
                  <a:pt x="13474" y="446"/>
                </a:lnTo>
                <a:lnTo>
                  <a:pt x="14815" y="670"/>
                </a:lnTo>
                <a:lnTo>
                  <a:pt x="16159" y="893"/>
                </a:lnTo>
                <a:lnTo>
                  <a:pt x="17509" y="1118"/>
                </a:lnTo>
                <a:lnTo>
                  <a:pt x="18865" y="1345"/>
                </a:lnTo>
                <a:lnTo>
                  <a:pt x="20228" y="1571"/>
                </a:lnTo>
                <a:lnTo>
                  <a:pt x="21600" y="1800"/>
                </a:lnTo>
                <a:lnTo>
                  <a:pt x="20680" y="3325"/>
                </a:lnTo>
                <a:lnTo>
                  <a:pt x="19999" y="4399"/>
                </a:lnTo>
                <a:lnTo>
                  <a:pt x="19440" y="5175"/>
                </a:lnTo>
                <a:lnTo>
                  <a:pt x="18881" y="5800"/>
                </a:lnTo>
                <a:lnTo>
                  <a:pt x="18200" y="6424"/>
                </a:lnTo>
                <a:lnTo>
                  <a:pt x="17280" y="7200"/>
                </a:lnTo>
                <a:lnTo>
                  <a:pt x="15530" y="7286"/>
                </a:lnTo>
                <a:lnTo>
                  <a:pt x="14254" y="7335"/>
                </a:lnTo>
                <a:lnTo>
                  <a:pt x="13085" y="7351"/>
                </a:lnTo>
                <a:lnTo>
                  <a:pt x="11651" y="7342"/>
                </a:lnTo>
                <a:lnTo>
                  <a:pt x="9586" y="7312"/>
                </a:lnTo>
                <a:lnTo>
                  <a:pt x="8968" y="7304"/>
                </a:lnTo>
                <a:lnTo>
                  <a:pt x="7882" y="7292"/>
                </a:lnTo>
                <a:lnTo>
                  <a:pt x="5391" y="7263"/>
                </a:lnTo>
                <a:lnTo>
                  <a:pt x="4916" y="7254"/>
                </a:lnTo>
                <a:lnTo>
                  <a:pt x="4078" y="7238"/>
                </a:lnTo>
                <a:lnTo>
                  <a:pt x="2160" y="7200"/>
                </a:lnTo>
                <a:lnTo>
                  <a:pt x="2160" y="8390"/>
                </a:lnTo>
                <a:lnTo>
                  <a:pt x="2160" y="9587"/>
                </a:lnTo>
                <a:lnTo>
                  <a:pt x="2160" y="10800"/>
                </a:lnTo>
                <a:lnTo>
                  <a:pt x="3588" y="10800"/>
                </a:lnTo>
                <a:lnTo>
                  <a:pt x="5024" y="10800"/>
                </a:lnTo>
                <a:lnTo>
                  <a:pt x="6480" y="10800"/>
                </a:lnTo>
                <a:lnTo>
                  <a:pt x="6480" y="11988"/>
                </a:lnTo>
                <a:lnTo>
                  <a:pt x="6480" y="13178"/>
                </a:lnTo>
                <a:lnTo>
                  <a:pt x="6480" y="14368"/>
                </a:lnTo>
                <a:lnTo>
                  <a:pt x="6480" y="15561"/>
                </a:lnTo>
                <a:lnTo>
                  <a:pt x="6480" y="16758"/>
                </a:lnTo>
                <a:lnTo>
                  <a:pt x="6480" y="17960"/>
                </a:lnTo>
                <a:lnTo>
                  <a:pt x="6480" y="19166"/>
                </a:lnTo>
                <a:lnTo>
                  <a:pt x="6480" y="20380"/>
                </a:lnTo>
                <a:lnTo>
                  <a:pt x="6480" y="21600"/>
                </a:lnTo>
                <a:lnTo>
                  <a:pt x="5052" y="21600"/>
                </a:lnTo>
                <a:lnTo>
                  <a:pt x="3616" y="21600"/>
                </a:lnTo>
                <a:lnTo>
                  <a:pt x="2160" y="21600"/>
                </a:lnTo>
                <a:lnTo>
                  <a:pt x="1996" y="20367"/>
                </a:lnTo>
                <a:lnTo>
                  <a:pt x="1832" y="19132"/>
                </a:lnTo>
                <a:lnTo>
                  <a:pt x="1665" y="17897"/>
                </a:lnTo>
                <a:lnTo>
                  <a:pt x="1501" y="16661"/>
                </a:lnTo>
                <a:lnTo>
                  <a:pt x="1337" y="15422"/>
                </a:lnTo>
                <a:lnTo>
                  <a:pt x="1171" y="14182"/>
                </a:lnTo>
                <a:lnTo>
                  <a:pt x="1004" y="12938"/>
                </a:lnTo>
                <a:lnTo>
                  <a:pt x="838" y="11693"/>
                </a:lnTo>
                <a:lnTo>
                  <a:pt x="672" y="10444"/>
                </a:lnTo>
                <a:lnTo>
                  <a:pt x="505" y="9189"/>
                </a:lnTo>
                <a:lnTo>
                  <a:pt x="337" y="7931"/>
                </a:lnTo>
                <a:lnTo>
                  <a:pt x="168" y="6669"/>
                </a:lnTo>
                <a:lnTo>
                  <a:pt x="0" y="5400"/>
                </a:lnTo>
                <a:lnTo>
                  <a:pt x="1527" y="5400"/>
                </a:lnTo>
                <a:lnTo>
                  <a:pt x="3056" y="5400"/>
                </a:lnTo>
                <a:lnTo>
                  <a:pt x="4590" y="5400"/>
                </a:lnTo>
                <a:lnTo>
                  <a:pt x="6130" y="5400"/>
                </a:lnTo>
                <a:lnTo>
                  <a:pt x="7677" y="5400"/>
                </a:lnTo>
                <a:lnTo>
                  <a:pt x="9232" y="5400"/>
                </a:lnTo>
                <a:lnTo>
                  <a:pt x="10800" y="5400"/>
                </a:lnTo>
                <a:lnTo>
                  <a:pt x="10800" y="4331"/>
                </a:lnTo>
                <a:lnTo>
                  <a:pt x="10800" y="3258"/>
                </a:lnTo>
                <a:lnTo>
                  <a:pt x="10800" y="2182"/>
                </a:lnTo>
                <a:lnTo>
                  <a:pt x="10800" y="1096"/>
                </a:lnTo>
                <a:lnTo>
                  <a:pt x="10800" y="0"/>
                </a:lnTo>
                <a:close/>
              </a:path>
            </a:pathLst>
          </a:custGeom>
          <a:solidFill>
            <a:srgbClr val="3F3E3B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5" name="contour_07183"/>
          <p:cNvSpPr/>
          <p:nvPr/>
        </p:nvSpPr>
        <p:spPr>
          <a:xfrm>
            <a:off x="11350489" y="2550797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977" y="1728"/>
                </a:lnTo>
                <a:lnTo>
                  <a:pt x="11159" y="3470"/>
                </a:lnTo>
                <a:lnTo>
                  <a:pt x="11340" y="5233"/>
                </a:lnTo>
                <a:lnTo>
                  <a:pt x="11683" y="7017"/>
                </a:lnTo>
                <a:lnTo>
                  <a:pt x="11966" y="8192"/>
                </a:lnTo>
                <a:lnTo>
                  <a:pt x="12342" y="9277"/>
                </a:lnTo>
                <a:lnTo>
                  <a:pt x="12960" y="10800"/>
                </a:lnTo>
                <a:lnTo>
                  <a:pt x="14502" y="11545"/>
                </a:lnTo>
                <a:lnTo>
                  <a:pt x="15658" y="11939"/>
                </a:lnTo>
                <a:lnTo>
                  <a:pt x="17414" y="12317"/>
                </a:lnTo>
                <a:lnTo>
                  <a:pt x="18030" y="12493"/>
                </a:lnTo>
                <a:lnTo>
                  <a:pt x="19116" y="12798"/>
                </a:lnTo>
                <a:lnTo>
                  <a:pt x="21600" y="13500"/>
                </a:lnTo>
                <a:lnTo>
                  <a:pt x="21600" y="15104"/>
                </a:lnTo>
                <a:lnTo>
                  <a:pt x="21600" y="16713"/>
                </a:lnTo>
                <a:lnTo>
                  <a:pt x="21600" y="18328"/>
                </a:lnTo>
                <a:lnTo>
                  <a:pt x="21600" y="19956"/>
                </a:lnTo>
                <a:lnTo>
                  <a:pt x="21600" y="21600"/>
                </a:lnTo>
                <a:lnTo>
                  <a:pt x="20174" y="21422"/>
                </a:lnTo>
                <a:lnTo>
                  <a:pt x="18749" y="21244"/>
                </a:lnTo>
                <a:lnTo>
                  <a:pt x="17321" y="21065"/>
                </a:lnTo>
                <a:lnTo>
                  <a:pt x="15893" y="20887"/>
                </a:lnTo>
                <a:lnTo>
                  <a:pt x="14463" y="20709"/>
                </a:lnTo>
                <a:lnTo>
                  <a:pt x="13033" y="20528"/>
                </a:lnTo>
                <a:lnTo>
                  <a:pt x="11599" y="20350"/>
                </a:lnTo>
                <a:lnTo>
                  <a:pt x="10163" y="20169"/>
                </a:lnTo>
                <a:lnTo>
                  <a:pt x="8722" y="19991"/>
                </a:lnTo>
                <a:lnTo>
                  <a:pt x="7279" y="19810"/>
                </a:lnTo>
                <a:lnTo>
                  <a:pt x="5834" y="19629"/>
                </a:lnTo>
                <a:lnTo>
                  <a:pt x="4383" y="19448"/>
                </a:lnTo>
                <a:lnTo>
                  <a:pt x="2927" y="19264"/>
                </a:lnTo>
                <a:lnTo>
                  <a:pt x="1467" y="19084"/>
                </a:lnTo>
                <a:lnTo>
                  <a:pt x="0" y="18900"/>
                </a:lnTo>
                <a:lnTo>
                  <a:pt x="0" y="17118"/>
                </a:lnTo>
                <a:lnTo>
                  <a:pt x="0" y="15333"/>
                </a:lnTo>
                <a:lnTo>
                  <a:pt x="0" y="13540"/>
                </a:lnTo>
                <a:lnTo>
                  <a:pt x="0" y="11740"/>
                </a:lnTo>
                <a:lnTo>
                  <a:pt x="0" y="9928"/>
                </a:lnTo>
                <a:lnTo>
                  <a:pt x="0" y="8100"/>
                </a:lnTo>
                <a:lnTo>
                  <a:pt x="1365" y="7069"/>
                </a:lnTo>
                <a:lnTo>
                  <a:pt x="2449" y="6628"/>
                </a:lnTo>
                <a:lnTo>
                  <a:pt x="4186" y="6412"/>
                </a:lnTo>
                <a:lnTo>
                  <a:pt x="5942" y="6086"/>
                </a:lnTo>
                <a:lnTo>
                  <a:pt x="7098" y="5824"/>
                </a:lnTo>
                <a:lnTo>
                  <a:pt x="8640" y="5400"/>
                </a:lnTo>
                <a:lnTo>
                  <a:pt x="9586" y="3702"/>
                </a:lnTo>
                <a:lnTo>
                  <a:pt x="10126" y="2576"/>
                </a:lnTo>
                <a:lnTo>
                  <a:pt x="10463" y="1509"/>
                </a:lnTo>
                <a:lnTo>
                  <a:pt x="10800" y="0"/>
                </a:lnTo>
                <a:close/>
              </a:path>
            </a:pathLst>
          </a:custGeom>
          <a:solidFill>
            <a:srgbClr val="686C71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6" name="contour_07184"/>
          <p:cNvSpPr/>
          <p:nvPr/>
        </p:nvSpPr>
        <p:spPr>
          <a:xfrm>
            <a:off x="11525401" y="2527825"/>
            <a:ext cx="65592" cy="66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22" y="0"/>
                </a:moveTo>
                <a:lnTo>
                  <a:pt x="9401" y="227"/>
                </a:lnTo>
                <a:lnTo>
                  <a:pt x="11030" y="512"/>
                </a:lnTo>
                <a:lnTo>
                  <a:pt x="12528" y="885"/>
                </a:lnTo>
                <a:lnTo>
                  <a:pt x="13922" y="1385"/>
                </a:lnTo>
                <a:lnTo>
                  <a:pt x="15233" y="2039"/>
                </a:lnTo>
                <a:lnTo>
                  <a:pt x="16483" y="2884"/>
                </a:lnTo>
                <a:lnTo>
                  <a:pt x="17698" y="3956"/>
                </a:lnTo>
                <a:lnTo>
                  <a:pt x="18900" y="5282"/>
                </a:lnTo>
                <a:lnTo>
                  <a:pt x="19637" y="6837"/>
                </a:lnTo>
                <a:lnTo>
                  <a:pt x="20256" y="8315"/>
                </a:lnTo>
                <a:lnTo>
                  <a:pt x="20762" y="9766"/>
                </a:lnTo>
                <a:lnTo>
                  <a:pt x="21154" y="11251"/>
                </a:lnTo>
                <a:lnTo>
                  <a:pt x="21432" y="12816"/>
                </a:lnTo>
                <a:lnTo>
                  <a:pt x="21600" y="14520"/>
                </a:lnTo>
                <a:lnTo>
                  <a:pt x="20736" y="16124"/>
                </a:lnTo>
                <a:lnTo>
                  <a:pt x="19774" y="17517"/>
                </a:lnTo>
                <a:lnTo>
                  <a:pt x="18686" y="18725"/>
                </a:lnTo>
                <a:lnTo>
                  <a:pt x="17446" y="19787"/>
                </a:lnTo>
                <a:lnTo>
                  <a:pt x="16025" y="20734"/>
                </a:lnTo>
                <a:lnTo>
                  <a:pt x="14400" y="21600"/>
                </a:lnTo>
                <a:lnTo>
                  <a:pt x="12722" y="21149"/>
                </a:lnTo>
                <a:lnTo>
                  <a:pt x="11664" y="20753"/>
                </a:lnTo>
                <a:lnTo>
                  <a:pt x="10771" y="20189"/>
                </a:lnTo>
                <a:lnTo>
                  <a:pt x="9600" y="19240"/>
                </a:lnTo>
                <a:lnTo>
                  <a:pt x="10193" y="18069"/>
                </a:lnTo>
                <a:lnTo>
                  <a:pt x="10790" y="16896"/>
                </a:lnTo>
                <a:lnTo>
                  <a:pt x="11390" y="15714"/>
                </a:lnTo>
                <a:lnTo>
                  <a:pt x="12000" y="14520"/>
                </a:lnTo>
                <a:lnTo>
                  <a:pt x="10301" y="14520"/>
                </a:lnTo>
                <a:lnTo>
                  <a:pt x="8602" y="14520"/>
                </a:lnTo>
                <a:lnTo>
                  <a:pt x="6898" y="14520"/>
                </a:lnTo>
                <a:lnTo>
                  <a:pt x="5189" y="14520"/>
                </a:lnTo>
                <a:lnTo>
                  <a:pt x="3470" y="14520"/>
                </a:lnTo>
                <a:lnTo>
                  <a:pt x="1740" y="14520"/>
                </a:lnTo>
                <a:lnTo>
                  <a:pt x="0" y="14520"/>
                </a:lnTo>
                <a:lnTo>
                  <a:pt x="0" y="13347"/>
                </a:lnTo>
                <a:lnTo>
                  <a:pt x="0" y="12159"/>
                </a:lnTo>
                <a:lnTo>
                  <a:pt x="1584" y="12159"/>
                </a:lnTo>
                <a:lnTo>
                  <a:pt x="3168" y="12159"/>
                </a:lnTo>
                <a:lnTo>
                  <a:pt x="4757" y="12159"/>
                </a:lnTo>
                <a:lnTo>
                  <a:pt x="6348" y="12159"/>
                </a:lnTo>
                <a:lnTo>
                  <a:pt x="7944" y="12159"/>
                </a:lnTo>
                <a:lnTo>
                  <a:pt x="9547" y="12159"/>
                </a:lnTo>
                <a:lnTo>
                  <a:pt x="11155" y="12159"/>
                </a:lnTo>
                <a:lnTo>
                  <a:pt x="12773" y="12159"/>
                </a:lnTo>
                <a:lnTo>
                  <a:pt x="14400" y="12159"/>
                </a:lnTo>
                <a:lnTo>
                  <a:pt x="14400" y="10599"/>
                </a:lnTo>
                <a:lnTo>
                  <a:pt x="14400" y="9030"/>
                </a:lnTo>
                <a:lnTo>
                  <a:pt x="14400" y="7439"/>
                </a:lnTo>
                <a:lnTo>
                  <a:pt x="12816" y="7439"/>
                </a:lnTo>
                <a:lnTo>
                  <a:pt x="11230" y="7439"/>
                </a:lnTo>
                <a:lnTo>
                  <a:pt x="9643" y="7439"/>
                </a:lnTo>
                <a:lnTo>
                  <a:pt x="8052" y="7439"/>
                </a:lnTo>
                <a:lnTo>
                  <a:pt x="6454" y="7439"/>
                </a:lnTo>
                <a:lnTo>
                  <a:pt x="4853" y="7439"/>
                </a:lnTo>
                <a:lnTo>
                  <a:pt x="3245" y="7439"/>
                </a:lnTo>
                <a:lnTo>
                  <a:pt x="1627" y="7439"/>
                </a:lnTo>
                <a:lnTo>
                  <a:pt x="0" y="7439"/>
                </a:lnTo>
                <a:lnTo>
                  <a:pt x="1150" y="4897"/>
                </a:lnTo>
                <a:lnTo>
                  <a:pt x="2057" y="3066"/>
                </a:lnTo>
                <a:lnTo>
                  <a:pt x="2854" y="1815"/>
                </a:lnTo>
                <a:lnTo>
                  <a:pt x="3677" y="1012"/>
                </a:lnTo>
                <a:lnTo>
                  <a:pt x="4656" y="529"/>
                </a:lnTo>
                <a:lnTo>
                  <a:pt x="5928" y="234"/>
                </a:lnTo>
                <a:lnTo>
                  <a:pt x="7622" y="0"/>
                </a:lnTo>
                <a:close/>
              </a:path>
            </a:pathLst>
          </a:custGeom>
          <a:solidFill>
            <a:srgbClr val="C7D3DA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7" name="contour_07185"/>
          <p:cNvSpPr/>
          <p:nvPr/>
        </p:nvSpPr>
        <p:spPr>
          <a:xfrm>
            <a:off x="8413429" y="2485205"/>
            <a:ext cx="10203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0"/>
                </a:moveTo>
                <a:lnTo>
                  <a:pt x="20554" y="827"/>
                </a:lnTo>
                <a:lnTo>
                  <a:pt x="20883" y="1438"/>
                </a:lnTo>
                <a:lnTo>
                  <a:pt x="21117" y="2018"/>
                </a:lnTo>
                <a:lnTo>
                  <a:pt x="21332" y="2748"/>
                </a:lnTo>
                <a:lnTo>
                  <a:pt x="21600" y="3812"/>
                </a:lnTo>
                <a:lnTo>
                  <a:pt x="21009" y="4559"/>
                </a:lnTo>
                <a:lnTo>
                  <a:pt x="20427" y="5242"/>
                </a:lnTo>
                <a:lnTo>
                  <a:pt x="19837" y="5884"/>
                </a:lnTo>
                <a:lnTo>
                  <a:pt x="19215" y="6503"/>
                </a:lnTo>
                <a:lnTo>
                  <a:pt x="18545" y="7119"/>
                </a:lnTo>
                <a:lnTo>
                  <a:pt x="17809" y="7753"/>
                </a:lnTo>
                <a:lnTo>
                  <a:pt x="17200" y="8291"/>
                </a:lnTo>
                <a:lnTo>
                  <a:pt x="16580" y="8838"/>
                </a:lnTo>
                <a:lnTo>
                  <a:pt x="15933" y="9404"/>
                </a:lnTo>
                <a:lnTo>
                  <a:pt x="15282" y="9966"/>
                </a:lnTo>
                <a:lnTo>
                  <a:pt x="14629" y="10528"/>
                </a:lnTo>
                <a:lnTo>
                  <a:pt x="13975" y="11087"/>
                </a:lnTo>
                <a:lnTo>
                  <a:pt x="13309" y="11656"/>
                </a:lnTo>
                <a:lnTo>
                  <a:pt x="12645" y="12228"/>
                </a:lnTo>
                <a:lnTo>
                  <a:pt x="11985" y="12802"/>
                </a:lnTo>
                <a:lnTo>
                  <a:pt x="11326" y="13378"/>
                </a:lnTo>
                <a:lnTo>
                  <a:pt x="10669" y="13955"/>
                </a:lnTo>
                <a:lnTo>
                  <a:pt x="10013" y="14533"/>
                </a:lnTo>
                <a:lnTo>
                  <a:pt x="9384" y="15082"/>
                </a:lnTo>
                <a:lnTo>
                  <a:pt x="8753" y="15630"/>
                </a:lnTo>
                <a:lnTo>
                  <a:pt x="8122" y="16178"/>
                </a:lnTo>
                <a:lnTo>
                  <a:pt x="7491" y="16726"/>
                </a:lnTo>
                <a:lnTo>
                  <a:pt x="7194" y="16985"/>
                </a:lnTo>
                <a:lnTo>
                  <a:pt x="6298" y="17765"/>
                </a:lnTo>
                <a:lnTo>
                  <a:pt x="5576" y="18369"/>
                </a:lnTo>
                <a:lnTo>
                  <a:pt x="4862" y="18942"/>
                </a:lnTo>
                <a:lnTo>
                  <a:pt x="4141" y="19481"/>
                </a:lnTo>
                <a:lnTo>
                  <a:pt x="3404" y="19984"/>
                </a:lnTo>
                <a:lnTo>
                  <a:pt x="2634" y="20449"/>
                </a:lnTo>
                <a:lnTo>
                  <a:pt x="1817" y="20874"/>
                </a:lnTo>
                <a:lnTo>
                  <a:pt x="944" y="21259"/>
                </a:lnTo>
                <a:lnTo>
                  <a:pt x="0" y="21600"/>
                </a:lnTo>
                <a:lnTo>
                  <a:pt x="435" y="20769"/>
                </a:lnTo>
                <a:lnTo>
                  <a:pt x="901" y="19960"/>
                </a:lnTo>
                <a:lnTo>
                  <a:pt x="1395" y="19168"/>
                </a:lnTo>
                <a:lnTo>
                  <a:pt x="1916" y="18393"/>
                </a:lnTo>
                <a:lnTo>
                  <a:pt x="2462" y="17636"/>
                </a:lnTo>
                <a:lnTo>
                  <a:pt x="3032" y="16892"/>
                </a:lnTo>
                <a:lnTo>
                  <a:pt x="3623" y="16162"/>
                </a:lnTo>
                <a:lnTo>
                  <a:pt x="4234" y="15444"/>
                </a:lnTo>
                <a:lnTo>
                  <a:pt x="4862" y="14736"/>
                </a:lnTo>
                <a:lnTo>
                  <a:pt x="5508" y="14037"/>
                </a:lnTo>
                <a:lnTo>
                  <a:pt x="6167" y="13348"/>
                </a:lnTo>
                <a:lnTo>
                  <a:pt x="6839" y="12663"/>
                </a:lnTo>
                <a:lnTo>
                  <a:pt x="7525" y="11984"/>
                </a:lnTo>
                <a:lnTo>
                  <a:pt x="8217" y="11308"/>
                </a:lnTo>
                <a:lnTo>
                  <a:pt x="8918" y="10636"/>
                </a:lnTo>
                <a:lnTo>
                  <a:pt x="9626" y="9964"/>
                </a:lnTo>
                <a:lnTo>
                  <a:pt x="10337" y="9292"/>
                </a:lnTo>
                <a:lnTo>
                  <a:pt x="11050" y="8618"/>
                </a:lnTo>
                <a:lnTo>
                  <a:pt x="11764" y="7941"/>
                </a:lnTo>
                <a:lnTo>
                  <a:pt x="12368" y="7362"/>
                </a:lnTo>
                <a:lnTo>
                  <a:pt x="12971" y="6782"/>
                </a:lnTo>
                <a:lnTo>
                  <a:pt x="13573" y="6203"/>
                </a:lnTo>
                <a:lnTo>
                  <a:pt x="14176" y="5624"/>
                </a:lnTo>
                <a:lnTo>
                  <a:pt x="14827" y="4997"/>
                </a:lnTo>
                <a:lnTo>
                  <a:pt x="15479" y="4372"/>
                </a:lnTo>
                <a:lnTo>
                  <a:pt x="16132" y="3746"/>
                </a:lnTo>
                <a:lnTo>
                  <a:pt x="16785" y="3121"/>
                </a:lnTo>
                <a:lnTo>
                  <a:pt x="17439" y="2497"/>
                </a:lnTo>
                <a:lnTo>
                  <a:pt x="18093" y="1872"/>
                </a:lnTo>
                <a:lnTo>
                  <a:pt x="18747" y="1248"/>
                </a:lnTo>
                <a:lnTo>
                  <a:pt x="19401" y="624"/>
                </a:lnTo>
                <a:lnTo>
                  <a:pt x="20057" y="0"/>
                </a:lnTo>
                <a:close/>
              </a:path>
            </a:pathLst>
          </a:custGeom>
          <a:solidFill>
            <a:srgbClr val="EA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8" name="contour_07186"/>
          <p:cNvSpPr/>
          <p:nvPr/>
        </p:nvSpPr>
        <p:spPr>
          <a:xfrm>
            <a:off x="2072876" y="2526324"/>
            <a:ext cx="87456" cy="390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1443"/>
                </a:moveTo>
                <a:lnTo>
                  <a:pt x="18970" y="3225"/>
                </a:lnTo>
                <a:lnTo>
                  <a:pt x="19701" y="4918"/>
                </a:lnTo>
                <a:lnTo>
                  <a:pt x="20259" y="6656"/>
                </a:lnTo>
                <a:lnTo>
                  <a:pt x="20716" y="8579"/>
                </a:lnTo>
                <a:lnTo>
                  <a:pt x="21139" y="10824"/>
                </a:lnTo>
                <a:lnTo>
                  <a:pt x="21600" y="13537"/>
                </a:lnTo>
                <a:lnTo>
                  <a:pt x="20371" y="13287"/>
                </a:lnTo>
                <a:lnTo>
                  <a:pt x="19125" y="13033"/>
                </a:lnTo>
                <a:lnTo>
                  <a:pt x="17680" y="13312"/>
                </a:lnTo>
                <a:lnTo>
                  <a:pt x="16695" y="13686"/>
                </a:lnTo>
                <a:lnTo>
                  <a:pt x="15925" y="14376"/>
                </a:lnTo>
                <a:lnTo>
                  <a:pt x="15129" y="15597"/>
                </a:lnTo>
                <a:lnTo>
                  <a:pt x="14062" y="17569"/>
                </a:lnTo>
                <a:lnTo>
                  <a:pt x="13336" y="19568"/>
                </a:lnTo>
                <a:lnTo>
                  <a:pt x="12600" y="21600"/>
                </a:lnTo>
                <a:lnTo>
                  <a:pt x="12600" y="18935"/>
                </a:lnTo>
                <a:lnTo>
                  <a:pt x="12600" y="16254"/>
                </a:lnTo>
                <a:lnTo>
                  <a:pt x="12600" y="13537"/>
                </a:lnTo>
                <a:lnTo>
                  <a:pt x="11410" y="13537"/>
                </a:lnTo>
                <a:lnTo>
                  <a:pt x="10213" y="13537"/>
                </a:lnTo>
                <a:lnTo>
                  <a:pt x="9000" y="13537"/>
                </a:lnTo>
                <a:lnTo>
                  <a:pt x="9000" y="16202"/>
                </a:lnTo>
                <a:lnTo>
                  <a:pt x="9000" y="18883"/>
                </a:lnTo>
                <a:lnTo>
                  <a:pt x="9000" y="21600"/>
                </a:lnTo>
                <a:lnTo>
                  <a:pt x="7873" y="21249"/>
                </a:lnTo>
                <a:lnTo>
                  <a:pt x="6748" y="20874"/>
                </a:lnTo>
                <a:lnTo>
                  <a:pt x="5623" y="20487"/>
                </a:lnTo>
                <a:lnTo>
                  <a:pt x="4500" y="20088"/>
                </a:lnTo>
                <a:lnTo>
                  <a:pt x="3244" y="19665"/>
                </a:lnTo>
                <a:lnTo>
                  <a:pt x="1969" y="19238"/>
                </a:lnTo>
                <a:lnTo>
                  <a:pt x="992" y="18411"/>
                </a:lnTo>
                <a:lnTo>
                  <a:pt x="0" y="17569"/>
                </a:lnTo>
                <a:lnTo>
                  <a:pt x="14" y="13598"/>
                </a:lnTo>
                <a:lnTo>
                  <a:pt x="122" y="10957"/>
                </a:lnTo>
                <a:lnTo>
                  <a:pt x="412" y="9042"/>
                </a:lnTo>
                <a:lnTo>
                  <a:pt x="979" y="7248"/>
                </a:lnTo>
                <a:lnTo>
                  <a:pt x="1912" y="4971"/>
                </a:lnTo>
                <a:lnTo>
                  <a:pt x="3026" y="3628"/>
                </a:lnTo>
                <a:lnTo>
                  <a:pt x="4181" y="2528"/>
                </a:lnTo>
                <a:lnTo>
                  <a:pt x="5377" y="1645"/>
                </a:lnTo>
                <a:lnTo>
                  <a:pt x="6601" y="972"/>
                </a:lnTo>
                <a:lnTo>
                  <a:pt x="7852" y="484"/>
                </a:lnTo>
                <a:lnTo>
                  <a:pt x="9119" y="173"/>
                </a:lnTo>
                <a:lnTo>
                  <a:pt x="10400" y="16"/>
                </a:lnTo>
                <a:lnTo>
                  <a:pt x="11687" y="0"/>
                </a:lnTo>
                <a:lnTo>
                  <a:pt x="12974" y="105"/>
                </a:lnTo>
                <a:lnTo>
                  <a:pt x="14256" y="318"/>
                </a:lnTo>
                <a:lnTo>
                  <a:pt x="15525" y="625"/>
                </a:lnTo>
                <a:lnTo>
                  <a:pt x="16774" y="1004"/>
                </a:lnTo>
                <a:lnTo>
                  <a:pt x="18000" y="1443"/>
                </a:lnTo>
                <a:close/>
              </a:path>
            </a:pathLst>
          </a:custGeom>
          <a:solidFill>
            <a:srgbClr val="6E6E6A"/>
          </a:solidFill>
          <a:ln>
            <a:noFill/>
          </a:ln>
        </p:spPr>
        <p:txBody>
          <a:bodyPr/>
          <a:lstStyle/>
          <a:p/>
        </p:txBody>
      </p:sp>
      <p:sp>
        <p:nvSpPr>
          <p:cNvPr id="7189" name="contour_07187"/>
          <p:cNvSpPr/>
          <p:nvPr/>
        </p:nvSpPr>
        <p:spPr>
          <a:xfrm>
            <a:off x="2167620" y="2499781"/>
            <a:ext cx="6984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16" y="0"/>
                </a:moveTo>
                <a:lnTo>
                  <a:pt x="10610" y="0"/>
                </a:lnTo>
                <a:lnTo>
                  <a:pt x="12205" y="0"/>
                </a:lnTo>
                <a:lnTo>
                  <a:pt x="13806" y="0"/>
                </a:lnTo>
                <a:lnTo>
                  <a:pt x="15413" y="0"/>
                </a:lnTo>
                <a:lnTo>
                  <a:pt x="17027" y="0"/>
                </a:lnTo>
                <a:lnTo>
                  <a:pt x="18650" y="0"/>
                </a:lnTo>
                <a:lnTo>
                  <a:pt x="20286" y="0"/>
                </a:lnTo>
                <a:lnTo>
                  <a:pt x="20942" y="3839"/>
                </a:lnTo>
                <a:lnTo>
                  <a:pt x="21381" y="6684"/>
                </a:lnTo>
                <a:lnTo>
                  <a:pt x="21600" y="8804"/>
                </a:lnTo>
                <a:lnTo>
                  <a:pt x="21600" y="10467"/>
                </a:lnTo>
                <a:lnTo>
                  <a:pt x="21381" y="11945"/>
                </a:lnTo>
                <a:lnTo>
                  <a:pt x="20942" y="13509"/>
                </a:lnTo>
                <a:lnTo>
                  <a:pt x="20286" y="15429"/>
                </a:lnTo>
                <a:lnTo>
                  <a:pt x="18841" y="16327"/>
                </a:lnTo>
                <a:lnTo>
                  <a:pt x="17358" y="17116"/>
                </a:lnTo>
                <a:lnTo>
                  <a:pt x="15841" y="17811"/>
                </a:lnTo>
                <a:lnTo>
                  <a:pt x="14299" y="18416"/>
                </a:lnTo>
                <a:lnTo>
                  <a:pt x="12733" y="18940"/>
                </a:lnTo>
                <a:lnTo>
                  <a:pt x="11150" y="19400"/>
                </a:lnTo>
                <a:lnTo>
                  <a:pt x="9555" y="19804"/>
                </a:lnTo>
                <a:lnTo>
                  <a:pt x="7952" y="20159"/>
                </a:lnTo>
                <a:lnTo>
                  <a:pt x="6347" y="20480"/>
                </a:lnTo>
                <a:lnTo>
                  <a:pt x="4745" y="20773"/>
                </a:lnTo>
                <a:lnTo>
                  <a:pt x="3149" y="21051"/>
                </a:lnTo>
                <a:lnTo>
                  <a:pt x="1567" y="21322"/>
                </a:lnTo>
                <a:lnTo>
                  <a:pt x="0" y="21600"/>
                </a:lnTo>
                <a:lnTo>
                  <a:pt x="482" y="20051"/>
                </a:lnTo>
                <a:lnTo>
                  <a:pt x="971" y="18505"/>
                </a:lnTo>
                <a:lnTo>
                  <a:pt x="1470" y="16965"/>
                </a:lnTo>
                <a:lnTo>
                  <a:pt x="1972" y="15429"/>
                </a:lnTo>
                <a:lnTo>
                  <a:pt x="2522" y="13707"/>
                </a:lnTo>
                <a:lnTo>
                  <a:pt x="3081" y="11957"/>
                </a:lnTo>
                <a:lnTo>
                  <a:pt x="3789" y="10618"/>
                </a:lnTo>
                <a:lnTo>
                  <a:pt x="4508" y="9257"/>
                </a:lnTo>
                <a:lnTo>
                  <a:pt x="5998" y="9257"/>
                </a:lnTo>
                <a:lnTo>
                  <a:pt x="7497" y="9257"/>
                </a:lnTo>
                <a:lnTo>
                  <a:pt x="9016" y="9257"/>
                </a:lnTo>
                <a:lnTo>
                  <a:pt x="9016" y="7424"/>
                </a:lnTo>
                <a:lnTo>
                  <a:pt x="9016" y="5585"/>
                </a:lnTo>
                <a:lnTo>
                  <a:pt x="9016" y="3740"/>
                </a:lnTo>
                <a:lnTo>
                  <a:pt x="9016" y="1879"/>
                </a:lnTo>
                <a:lnTo>
                  <a:pt x="9016" y="0"/>
                </a:lnTo>
                <a:close/>
              </a:path>
            </a:pathLst>
          </a:custGeom>
          <a:solidFill>
            <a:srgbClr val="BA9457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0" name="contour_07188"/>
          <p:cNvSpPr/>
          <p:nvPr/>
        </p:nvSpPr>
        <p:spPr>
          <a:xfrm>
            <a:off x="1001542" y="2492493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106" y="158"/>
                </a:lnTo>
                <a:lnTo>
                  <a:pt x="3811" y="318"/>
                </a:lnTo>
                <a:lnTo>
                  <a:pt x="4788" y="538"/>
                </a:lnTo>
                <a:lnTo>
                  <a:pt x="6300" y="877"/>
                </a:lnTo>
                <a:lnTo>
                  <a:pt x="8616" y="1398"/>
                </a:lnTo>
                <a:lnTo>
                  <a:pt x="12000" y="2160"/>
                </a:lnTo>
                <a:lnTo>
                  <a:pt x="10414" y="2160"/>
                </a:lnTo>
                <a:lnTo>
                  <a:pt x="8818" y="2160"/>
                </a:lnTo>
                <a:lnTo>
                  <a:pt x="7200" y="2160"/>
                </a:lnTo>
                <a:lnTo>
                  <a:pt x="7306" y="3722"/>
                </a:lnTo>
                <a:lnTo>
                  <a:pt x="7476" y="5212"/>
                </a:lnTo>
                <a:lnTo>
                  <a:pt x="7752" y="6648"/>
                </a:lnTo>
                <a:lnTo>
                  <a:pt x="8170" y="8048"/>
                </a:lnTo>
                <a:lnTo>
                  <a:pt x="8772" y="9426"/>
                </a:lnTo>
                <a:lnTo>
                  <a:pt x="9600" y="10800"/>
                </a:lnTo>
                <a:lnTo>
                  <a:pt x="11333" y="11087"/>
                </a:lnTo>
                <a:lnTo>
                  <a:pt x="13042" y="11247"/>
                </a:lnTo>
                <a:lnTo>
                  <a:pt x="14738" y="11303"/>
                </a:lnTo>
                <a:lnTo>
                  <a:pt x="16433" y="11267"/>
                </a:lnTo>
                <a:lnTo>
                  <a:pt x="18132" y="11161"/>
                </a:lnTo>
                <a:lnTo>
                  <a:pt x="19853" y="10999"/>
                </a:lnTo>
                <a:lnTo>
                  <a:pt x="21600" y="10800"/>
                </a:lnTo>
                <a:lnTo>
                  <a:pt x="21600" y="12228"/>
                </a:lnTo>
                <a:lnTo>
                  <a:pt x="21600" y="13664"/>
                </a:lnTo>
                <a:lnTo>
                  <a:pt x="21600" y="15120"/>
                </a:lnTo>
                <a:lnTo>
                  <a:pt x="20174" y="15120"/>
                </a:lnTo>
                <a:lnTo>
                  <a:pt x="18744" y="15120"/>
                </a:lnTo>
                <a:lnTo>
                  <a:pt x="17309" y="15120"/>
                </a:lnTo>
                <a:lnTo>
                  <a:pt x="15862" y="15120"/>
                </a:lnTo>
                <a:lnTo>
                  <a:pt x="14400" y="15120"/>
                </a:lnTo>
                <a:lnTo>
                  <a:pt x="14400" y="16403"/>
                </a:lnTo>
                <a:lnTo>
                  <a:pt x="14400" y="17690"/>
                </a:lnTo>
                <a:lnTo>
                  <a:pt x="14400" y="18982"/>
                </a:lnTo>
                <a:lnTo>
                  <a:pt x="14400" y="20285"/>
                </a:lnTo>
                <a:lnTo>
                  <a:pt x="14400" y="21600"/>
                </a:lnTo>
                <a:lnTo>
                  <a:pt x="12974" y="21600"/>
                </a:lnTo>
                <a:lnTo>
                  <a:pt x="11544" y="21600"/>
                </a:lnTo>
                <a:lnTo>
                  <a:pt x="10109" y="21600"/>
                </a:lnTo>
                <a:lnTo>
                  <a:pt x="8662" y="21600"/>
                </a:lnTo>
                <a:lnTo>
                  <a:pt x="7200" y="21600"/>
                </a:lnTo>
                <a:lnTo>
                  <a:pt x="7022" y="20231"/>
                </a:lnTo>
                <a:lnTo>
                  <a:pt x="6845" y="18842"/>
                </a:lnTo>
                <a:lnTo>
                  <a:pt x="6763" y="18315"/>
                </a:lnTo>
                <a:lnTo>
                  <a:pt x="6622" y="17384"/>
                </a:lnTo>
                <a:lnTo>
                  <a:pt x="6300" y="15254"/>
                </a:lnTo>
                <a:lnTo>
                  <a:pt x="6132" y="14075"/>
                </a:lnTo>
                <a:lnTo>
                  <a:pt x="5964" y="12889"/>
                </a:lnTo>
                <a:lnTo>
                  <a:pt x="5794" y="11686"/>
                </a:lnTo>
                <a:lnTo>
                  <a:pt x="5179" y="9901"/>
                </a:lnTo>
                <a:lnTo>
                  <a:pt x="4613" y="8834"/>
                </a:lnTo>
                <a:lnTo>
                  <a:pt x="3763" y="8059"/>
                </a:lnTo>
                <a:lnTo>
                  <a:pt x="2306" y="7147"/>
                </a:lnTo>
                <a:lnTo>
                  <a:pt x="1733" y="6981"/>
                </a:lnTo>
                <a:lnTo>
                  <a:pt x="0" y="6480"/>
                </a:lnTo>
                <a:lnTo>
                  <a:pt x="475" y="5197"/>
                </a:lnTo>
                <a:lnTo>
                  <a:pt x="953" y="3910"/>
                </a:lnTo>
                <a:lnTo>
                  <a:pt x="1430" y="2618"/>
                </a:lnTo>
                <a:lnTo>
                  <a:pt x="1913" y="1315"/>
                </a:lnTo>
                <a:lnTo>
                  <a:pt x="2400" y="0"/>
                </a:lnTo>
                <a:close/>
              </a:path>
            </a:pathLst>
          </a:custGeom>
          <a:solidFill>
            <a:srgbClr val="41413F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1" name="contour_07189"/>
          <p:cNvSpPr/>
          <p:nvPr/>
        </p:nvSpPr>
        <p:spPr>
          <a:xfrm>
            <a:off x="1409669" y="2485205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177" y="0"/>
                </a:lnTo>
                <a:lnTo>
                  <a:pt x="5269" y="0"/>
                </a:lnTo>
                <a:lnTo>
                  <a:pt x="6364" y="0"/>
                </a:lnTo>
                <a:lnTo>
                  <a:pt x="7464" y="0"/>
                </a:lnTo>
                <a:lnTo>
                  <a:pt x="8569" y="0"/>
                </a:lnTo>
                <a:lnTo>
                  <a:pt x="9680" y="0"/>
                </a:lnTo>
                <a:lnTo>
                  <a:pt x="10800" y="0"/>
                </a:lnTo>
                <a:lnTo>
                  <a:pt x="10800" y="2380"/>
                </a:lnTo>
                <a:lnTo>
                  <a:pt x="10800" y="4774"/>
                </a:lnTo>
                <a:lnTo>
                  <a:pt x="10800" y="7200"/>
                </a:lnTo>
                <a:lnTo>
                  <a:pt x="11869" y="7200"/>
                </a:lnTo>
                <a:lnTo>
                  <a:pt x="12940" y="7200"/>
                </a:lnTo>
                <a:lnTo>
                  <a:pt x="14011" y="7200"/>
                </a:lnTo>
                <a:lnTo>
                  <a:pt x="15083" y="7200"/>
                </a:lnTo>
                <a:lnTo>
                  <a:pt x="16160" y="7200"/>
                </a:lnTo>
                <a:lnTo>
                  <a:pt x="17238" y="7200"/>
                </a:lnTo>
                <a:lnTo>
                  <a:pt x="18321" y="7200"/>
                </a:lnTo>
                <a:lnTo>
                  <a:pt x="19409" y="7200"/>
                </a:lnTo>
                <a:lnTo>
                  <a:pt x="20501" y="7200"/>
                </a:lnTo>
                <a:lnTo>
                  <a:pt x="21600" y="7200"/>
                </a:lnTo>
                <a:lnTo>
                  <a:pt x="20767" y="10901"/>
                </a:lnTo>
                <a:lnTo>
                  <a:pt x="20125" y="13597"/>
                </a:lnTo>
                <a:lnTo>
                  <a:pt x="19594" y="15502"/>
                </a:lnTo>
                <a:lnTo>
                  <a:pt x="19091" y="16830"/>
                </a:lnTo>
                <a:lnTo>
                  <a:pt x="18534" y="17798"/>
                </a:lnTo>
                <a:lnTo>
                  <a:pt x="17843" y="18623"/>
                </a:lnTo>
                <a:lnTo>
                  <a:pt x="16936" y="19519"/>
                </a:lnTo>
                <a:lnTo>
                  <a:pt x="16024" y="20005"/>
                </a:lnTo>
                <a:lnTo>
                  <a:pt x="15108" y="20448"/>
                </a:lnTo>
                <a:lnTo>
                  <a:pt x="14188" y="20855"/>
                </a:lnTo>
                <a:lnTo>
                  <a:pt x="13265" y="21236"/>
                </a:lnTo>
                <a:lnTo>
                  <a:pt x="12343" y="21600"/>
                </a:lnTo>
                <a:lnTo>
                  <a:pt x="12343" y="19462"/>
                </a:lnTo>
                <a:lnTo>
                  <a:pt x="12343" y="17316"/>
                </a:lnTo>
                <a:lnTo>
                  <a:pt x="12343" y="15163"/>
                </a:lnTo>
                <a:lnTo>
                  <a:pt x="12343" y="12992"/>
                </a:lnTo>
                <a:lnTo>
                  <a:pt x="12343" y="10800"/>
                </a:lnTo>
                <a:lnTo>
                  <a:pt x="11581" y="11142"/>
                </a:lnTo>
                <a:lnTo>
                  <a:pt x="10812" y="11491"/>
                </a:lnTo>
                <a:lnTo>
                  <a:pt x="10035" y="11840"/>
                </a:lnTo>
                <a:lnTo>
                  <a:pt x="9046" y="12240"/>
                </a:lnTo>
                <a:lnTo>
                  <a:pt x="8049" y="12643"/>
                </a:lnTo>
                <a:lnTo>
                  <a:pt x="7039" y="13050"/>
                </a:lnTo>
                <a:lnTo>
                  <a:pt x="6053" y="13468"/>
                </a:lnTo>
                <a:lnTo>
                  <a:pt x="5061" y="13889"/>
                </a:lnTo>
                <a:lnTo>
                  <a:pt x="4056" y="14317"/>
                </a:lnTo>
                <a:lnTo>
                  <a:pt x="3226" y="14342"/>
                </a:lnTo>
                <a:lnTo>
                  <a:pt x="2390" y="14371"/>
                </a:lnTo>
                <a:lnTo>
                  <a:pt x="1543" y="14400"/>
                </a:lnTo>
                <a:lnTo>
                  <a:pt x="892" y="12308"/>
                </a:lnTo>
                <a:lnTo>
                  <a:pt x="514" y="10861"/>
                </a:lnTo>
                <a:lnTo>
                  <a:pt x="264" y="9385"/>
                </a:lnTo>
                <a:lnTo>
                  <a:pt x="0" y="7200"/>
                </a:lnTo>
                <a:lnTo>
                  <a:pt x="1020" y="7200"/>
                </a:lnTo>
                <a:lnTo>
                  <a:pt x="2046" y="7200"/>
                </a:lnTo>
                <a:lnTo>
                  <a:pt x="3086" y="7200"/>
                </a:lnTo>
                <a:lnTo>
                  <a:pt x="3086" y="4820"/>
                </a:lnTo>
                <a:lnTo>
                  <a:pt x="3086" y="2426"/>
                </a:lnTo>
                <a:lnTo>
                  <a:pt x="3086" y="0"/>
                </a:lnTo>
                <a:close/>
              </a:path>
            </a:pathLst>
          </a:custGeom>
          <a:solidFill>
            <a:srgbClr val="665F52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2" name="contour_07190"/>
          <p:cNvSpPr/>
          <p:nvPr/>
        </p:nvSpPr>
        <p:spPr>
          <a:xfrm>
            <a:off x="8114621" y="2470629"/>
            <a:ext cx="5315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23" y="0"/>
                </a:moveTo>
                <a:lnTo>
                  <a:pt x="6510" y="1426"/>
                </a:lnTo>
                <a:lnTo>
                  <a:pt x="7099" y="2856"/>
                </a:lnTo>
                <a:lnTo>
                  <a:pt x="7689" y="4291"/>
                </a:lnTo>
                <a:lnTo>
                  <a:pt x="8284" y="5738"/>
                </a:lnTo>
                <a:lnTo>
                  <a:pt x="8885" y="7200"/>
                </a:lnTo>
                <a:lnTo>
                  <a:pt x="11032" y="7685"/>
                </a:lnTo>
                <a:lnTo>
                  <a:pt x="12617" y="7802"/>
                </a:lnTo>
                <a:lnTo>
                  <a:pt x="14992" y="7651"/>
                </a:lnTo>
                <a:lnTo>
                  <a:pt x="16888" y="7502"/>
                </a:lnTo>
                <a:lnTo>
                  <a:pt x="18798" y="7351"/>
                </a:lnTo>
                <a:lnTo>
                  <a:pt x="20732" y="7200"/>
                </a:lnTo>
                <a:lnTo>
                  <a:pt x="21076" y="8964"/>
                </a:lnTo>
                <a:lnTo>
                  <a:pt x="21357" y="10687"/>
                </a:lnTo>
                <a:lnTo>
                  <a:pt x="21541" y="12382"/>
                </a:lnTo>
                <a:lnTo>
                  <a:pt x="21600" y="14066"/>
                </a:lnTo>
                <a:lnTo>
                  <a:pt x="21505" y="15754"/>
                </a:lnTo>
                <a:lnTo>
                  <a:pt x="21227" y="17460"/>
                </a:lnTo>
                <a:lnTo>
                  <a:pt x="20732" y="19200"/>
                </a:lnTo>
                <a:lnTo>
                  <a:pt x="18937" y="19853"/>
                </a:lnTo>
                <a:lnTo>
                  <a:pt x="17143" y="20366"/>
                </a:lnTo>
                <a:lnTo>
                  <a:pt x="15339" y="20765"/>
                </a:lnTo>
                <a:lnTo>
                  <a:pt x="13520" y="21062"/>
                </a:lnTo>
                <a:lnTo>
                  <a:pt x="11675" y="21276"/>
                </a:lnTo>
                <a:lnTo>
                  <a:pt x="9800" y="21427"/>
                </a:lnTo>
                <a:lnTo>
                  <a:pt x="7887" y="21528"/>
                </a:lnTo>
                <a:lnTo>
                  <a:pt x="5923" y="21600"/>
                </a:lnTo>
                <a:lnTo>
                  <a:pt x="6510" y="20174"/>
                </a:lnTo>
                <a:lnTo>
                  <a:pt x="7099" y="18744"/>
                </a:lnTo>
                <a:lnTo>
                  <a:pt x="7689" y="17309"/>
                </a:lnTo>
                <a:lnTo>
                  <a:pt x="8284" y="15862"/>
                </a:lnTo>
                <a:lnTo>
                  <a:pt x="8885" y="14400"/>
                </a:lnTo>
                <a:lnTo>
                  <a:pt x="7126" y="14875"/>
                </a:lnTo>
                <a:lnTo>
                  <a:pt x="5361" y="15353"/>
                </a:lnTo>
                <a:lnTo>
                  <a:pt x="3590" y="15830"/>
                </a:lnTo>
                <a:lnTo>
                  <a:pt x="1804" y="16313"/>
                </a:lnTo>
                <a:lnTo>
                  <a:pt x="0" y="16800"/>
                </a:lnTo>
                <a:lnTo>
                  <a:pt x="533" y="15288"/>
                </a:lnTo>
                <a:lnTo>
                  <a:pt x="1066" y="13776"/>
                </a:lnTo>
                <a:lnTo>
                  <a:pt x="1599" y="12262"/>
                </a:lnTo>
                <a:lnTo>
                  <a:pt x="2135" y="10745"/>
                </a:lnTo>
                <a:lnTo>
                  <a:pt x="2671" y="9223"/>
                </a:lnTo>
                <a:lnTo>
                  <a:pt x="3208" y="7702"/>
                </a:lnTo>
                <a:lnTo>
                  <a:pt x="3747" y="6173"/>
                </a:lnTo>
                <a:lnTo>
                  <a:pt x="4289" y="4639"/>
                </a:lnTo>
                <a:lnTo>
                  <a:pt x="4831" y="3101"/>
                </a:lnTo>
                <a:lnTo>
                  <a:pt x="5376" y="1553"/>
                </a:lnTo>
                <a:lnTo>
                  <a:pt x="5923" y="0"/>
                </a:lnTo>
                <a:close/>
              </a:path>
            </a:pathLst>
          </a:custGeom>
          <a:solidFill>
            <a:srgbClr val="5455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3" name="contour_07191"/>
          <p:cNvSpPr/>
          <p:nvPr/>
        </p:nvSpPr>
        <p:spPr>
          <a:xfrm>
            <a:off x="5199425" y="2441477"/>
            <a:ext cx="87456" cy="500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760" y="1500"/>
                </a:lnTo>
                <a:lnTo>
                  <a:pt x="15124" y="3023"/>
                </a:lnTo>
                <a:lnTo>
                  <a:pt x="15790" y="4942"/>
                </a:lnTo>
                <a:lnTo>
                  <a:pt x="16416" y="6127"/>
                </a:lnTo>
                <a:lnTo>
                  <a:pt x="17370" y="7068"/>
                </a:lnTo>
                <a:lnTo>
                  <a:pt x="19012" y="8257"/>
                </a:lnTo>
                <a:lnTo>
                  <a:pt x="19867" y="8647"/>
                </a:lnTo>
                <a:lnTo>
                  <a:pt x="20727" y="9040"/>
                </a:lnTo>
                <a:lnTo>
                  <a:pt x="21600" y="9436"/>
                </a:lnTo>
                <a:lnTo>
                  <a:pt x="20412" y="9436"/>
                </a:lnTo>
                <a:lnTo>
                  <a:pt x="19222" y="9436"/>
                </a:lnTo>
                <a:lnTo>
                  <a:pt x="18027" y="9436"/>
                </a:lnTo>
                <a:lnTo>
                  <a:pt x="16826" y="9436"/>
                </a:lnTo>
                <a:lnTo>
                  <a:pt x="15619" y="9436"/>
                </a:lnTo>
                <a:lnTo>
                  <a:pt x="14400" y="9436"/>
                </a:lnTo>
                <a:lnTo>
                  <a:pt x="14400" y="11516"/>
                </a:lnTo>
                <a:lnTo>
                  <a:pt x="14400" y="13607"/>
                </a:lnTo>
                <a:lnTo>
                  <a:pt x="14400" y="15727"/>
                </a:lnTo>
                <a:lnTo>
                  <a:pt x="15739" y="16696"/>
                </a:lnTo>
                <a:lnTo>
                  <a:pt x="16690" y="17344"/>
                </a:lnTo>
                <a:lnTo>
                  <a:pt x="17510" y="17822"/>
                </a:lnTo>
                <a:lnTo>
                  <a:pt x="18461" y="18282"/>
                </a:lnTo>
                <a:lnTo>
                  <a:pt x="19800" y="18873"/>
                </a:lnTo>
                <a:lnTo>
                  <a:pt x="18553" y="19728"/>
                </a:lnTo>
                <a:lnTo>
                  <a:pt x="17357" y="20408"/>
                </a:lnTo>
                <a:lnTo>
                  <a:pt x="16202" y="20921"/>
                </a:lnTo>
                <a:lnTo>
                  <a:pt x="15071" y="21282"/>
                </a:lnTo>
                <a:lnTo>
                  <a:pt x="13957" y="21502"/>
                </a:lnTo>
                <a:lnTo>
                  <a:pt x="12843" y="21600"/>
                </a:lnTo>
                <a:lnTo>
                  <a:pt x="11720" y="21581"/>
                </a:lnTo>
                <a:lnTo>
                  <a:pt x="10571" y="21465"/>
                </a:lnTo>
                <a:lnTo>
                  <a:pt x="9389" y="21257"/>
                </a:lnTo>
                <a:lnTo>
                  <a:pt x="8156" y="20980"/>
                </a:lnTo>
                <a:lnTo>
                  <a:pt x="6862" y="20641"/>
                </a:lnTo>
                <a:lnTo>
                  <a:pt x="5866" y="20395"/>
                </a:lnTo>
                <a:lnTo>
                  <a:pt x="4855" y="20144"/>
                </a:lnTo>
                <a:lnTo>
                  <a:pt x="3640" y="19835"/>
                </a:lnTo>
                <a:lnTo>
                  <a:pt x="2426" y="19521"/>
                </a:lnTo>
                <a:lnTo>
                  <a:pt x="1213" y="19200"/>
                </a:lnTo>
                <a:lnTo>
                  <a:pt x="0" y="18873"/>
                </a:lnTo>
                <a:lnTo>
                  <a:pt x="0" y="16797"/>
                </a:lnTo>
                <a:lnTo>
                  <a:pt x="0" y="14718"/>
                </a:lnTo>
                <a:lnTo>
                  <a:pt x="0" y="12629"/>
                </a:lnTo>
                <a:lnTo>
                  <a:pt x="0" y="10531"/>
                </a:lnTo>
                <a:lnTo>
                  <a:pt x="0" y="8420"/>
                </a:lnTo>
                <a:lnTo>
                  <a:pt x="0" y="6291"/>
                </a:lnTo>
                <a:lnTo>
                  <a:pt x="1188" y="6291"/>
                </a:lnTo>
                <a:lnTo>
                  <a:pt x="2378" y="6291"/>
                </a:lnTo>
                <a:lnTo>
                  <a:pt x="3573" y="6291"/>
                </a:lnTo>
                <a:lnTo>
                  <a:pt x="4774" y="6291"/>
                </a:lnTo>
                <a:lnTo>
                  <a:pt x="5981" y="6291"/>
                </a:lnTo>
                <a:lnTo>
                  <a:pt x="7200" y="6291"/>
                </a:lnTo>
                <a:lnTo>
                  <a:pt x="7200" y="8159"/>
                </a:lnTo>
                <a:lnTo>
                  <a:pt x="7200" y="10034"/>
                </a:lnTo>
                <a:lnTo>
                  <a:pt x="7200" y="11915"/>
                </a:lnTo>
                <a:lnTo>
                  <a:pt x="7200" y="13812"/>
                </a:lnTo>
                <a:lnTo>
                  <a:pt x="7200" y="15727"/>
                </a:lnTo>
                <a:lnTo>
                  <a:pt x="8429" y="14784"/>
                </a:lnTo>
                <a:lnTo>
                  <a:pt x="9450" y="13796"/>
                </a:lnTo>
                <a:lnTo>
                  <a:pt x="10298" y="12705"/>
                </a:lnTo>
                <a:lnTo>
                  <a:pt x="11020" y="11450"/>
                </a:lnTo>
                <a:lnTo>
                  <a:pt x="11653" y="9968"/>
                </a:lnTo>
                <a:lnTo>
                  <a:pt x="12242" y="8203"/>
                </a:lnTo>
                <a:lnTo>
                  <a:pt x="12825" y="6096"/>
                </a:lnTo>
                <a:lnTo>
                  <a:pt x="13279" y="4382"/>
                </a:lnTo>
                <a:lnTo>
                  <a:pt x="13739" y="2642"/>
                </a:lnTo>
                <a:lnTo>
                  <a:pt x="14067" y="1331"/>
                </a:lnTo>
                <a:lnTo>
                  <a:pt x="14400" y="0"/>
                </a:lnTo>
                <a:close/>
              </a:path>
            </a:pathLst>
          </a:custGeom>
          <a:solidFill>
            <a:srgbClr val="535352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4" name="contour_07192"/>
          <p:cNvSpPr/>
          <p:nvPr/>
        </p:nvSpPr>
        <p:spPr>
          <a:xfrm>
            <a:off x="1300349" y="2456053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157"/>
                </a:lnTo>
                <a:lnTo>
                  <a:pt x="2516" y="313"/>
                </a:lnTo>
                <a:lnTo>
                  <a:pt x="3775" y="473"/>
                </a:lnTo>
                <a:lnTo>
                  <a:pt x="5035" y="629"/>
                </a:lnTo>
                <a:lnTo>
                  <a:pt x="6295" y="786"/>
                </a:lnTo>
                <a:lnTo>
                  <a:pt x="7556" y="945"/>
                </a:lnTo>
                <a:lnTo>
                  <a:pt x="8820" y="1102"/>
                </a:lnTo>
                <a:lnTo>
                  <a:pt x="10085" y="1261"/>
                </a:lnTo>
                <a:lnTo>
                  <a:pt x="11353" y="1420"/>
                </a:lnTo>
                <a:lnTo>
                  <a:pt x="12623" y="1577"/>
                </a:lnTo>
                <a:lnTo>
                  <a:pt x="13896" y="1736"/>
                </a:lnTo>
                <a:lnTo>
                  <a:pt x="15170" y="1895"/>
                </a:lnTo>
                <a:lnTo>
                  <a:pt x="16448" y="2057"/>
                </a:lnTo>
                <a:lnTo>
                  <a:pt x="17732" y="2217"/>
                </a:lnTo>
                <a:lnTo>
                  <a:pt x="19017" y="2376"/>
                </a:lnTo>
                <a:lnTo>
                  <a:pt x="20306" y="2538"/>
                </a:lnTo>
                <a:lnTo>
                  <a:pt x="21600" y="2700"/>
                </a:lnTo>
                <a:lnTo>
                  <a:pt x="20709" y="3591"/>
                </a:lnTo>
                <a:lnTo>
                  <a:pt x="19816" y="4485"/>
                </a:lnTo>
                <a:lnTo>
                  <a:pt x="18920" y="5381"/>
                </a:lnTo>
                <a:lnTo>
                  <a:pt x="18020" y="6280"/>
                </a:lnTo>
                <a:lnTo>
                  <a:pt x="17114" y="7187"/>
                </a:lnTo>
                <a:lnTo>
                  <a:pt x="16200" y="8100"/>
                </a:lnTo>
                <a:lnTo>
                  <a:pt x="15977" y="9439"/>
                </a:lnTo>
                <a:lnTo>
                  <a:pt x="15752" y="10784"/>
                </a:lnTo>
                <a:lnTo>
                  <a:pt x="15525" y="12150"/>
                </a:lnTo>
                <a:lnTo>
                  <a:pt x="14841" y="14518"/>
                </a:lnTo>
                <a:lnTo>
                  <a:pt x="14278" y="15908"/>
                </a:lnTo>
                <a:lnTo>
                  <a:pt x="13531" y="16862"/>
                </a:lnTo>
                <a:lnTo>
                  <a:pt x="12298" y="17920"/>
                </a:lnTo>
                <a:lnTo>
                  <a:pt x="11160" y="18579"/>
                </a:lnTo>
                <a:lnTo>
                  <a:pt x="10015" y="19213"/>
                </a:lnTo>
                <a:lnTo>
                  <a:pt x="8865" y="19829"/>
                </a:lnTo>
                <a:lnTo>
                  <a:pt x="7713" y="20431"/>
                </a:lnTo>
                <a:lnTo>
                  <a:pt x="6557" y="21020"/>
                </a:lnTo>
                <a:lnTo>
                  <a:pt x="5400" y="21600"/>
                </a:lnTo>
                <a:lnTo>
                  <a:pt x="5578" y="19729"/>
                </a:lnTo>
                <a:lnTo>
                  <a:pt x="5756" y="17855"/>
                </a:lnTo>
                <a:lnTo>
                  <a:pt x="5935" y="15981"/>
                </a:lnTo>
                <a:lnTo>
                  <a:pt x="6115" y="14105"/>
                </a:lnTo>
                <a:lnTo>
                  <a:pt x="6293" y="12220"/>
                </a:lnTo>
                <a:lnTo>
                  <a:pt x="6473" y="10333"/>
                </a:lnTo>
                <a:lnTo>
                  <a:pt x="6653" y="8438"/>
                </a:lnTo>
                <a:lnTo>
                  <a:pt x="6835" y="6534"/>
                </a:lnTo>
                <a:lnTo>
                  <a:pt x="7016" y="4622"/>
                </a:lnTo>
                <a:lnTo>
                  <a:pt x="7200" y="2700"/>
                </a:lnTo>
                <a:lnTo>
                  <a:pt x="6012" y="3146"/>
                </a:lnTo>
                <a:lnTo>
                  <a:pt x="4822" y="3591"/>
                </a:lnTo>
                <a:lnTo>
                  <a:pt x="3627" y="4039"/>
                </a:lnTo>
                <a:lnTo>
                  <a:pt x="2426" y="4490"/>
                </a:lnTo>
                <a:lnTo>
                  <a:pt x="1219" y="4944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696764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5" name="contour_07193"/>
          <p:cNvSpPr/>
          <p:nvPr/>
        </p:nvSpPr>
        <p:spPr>
          <a:xfrm>
            <a:off x="1824567" y="2434189"/>
            <a:ext cx="4424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3" y="0"/>
                </a:moveTo>
                <a:lnTo>
                  <a:pt x="2601" y="0"/>
                </a:lnTo>
                <a:lnTo>
                  <a:pt x="4953" y="0"/>
                </a:lnTo>
                <a:lnTo>
                  <a:pt x="7304" y="0"/>
                </a:lnTo>
                <a:lnTo>
                  <a:pt x="9663" y="0"/>
                </a:lnTo>
                <a:lnTo>
                  <a:pt x="12029" y="0"/>
                </a:lnTo>
                <a:lnTo>
                  <a:pt x="14406" y="0"/>
                </a:lnTo>
                <a:lnTo>
                  <a:pt x="16790" y="0"/>
                </a:lnTo>
                <a:lnTo>
                  <a:pt x="19188" y="0"/>
                </a:lnTo>
                <a:lnTo>
                  <a:pt x="21600" y="0"/>
                </a:lnTo>
                <a:lnTo>
                  <a:pt x="21248" y="2138"/>
                </a:lnTo>
                <a:lnTo>
                  <a:pt x="20896" y="4280"/>
                </a:lnTo>
                <a:lnTo>
                  <a:pt x="20543" y="6421"/>
                </a:lnTo>
                <a:lnTo>
                  <a:pt x="20188" y="8566"/>
                </a:lnTo>
                <a:lnTo>
                  <a:pt x="19835" y="10720"/>
                </a:lnTo>
                <a:lnTo>
                  <a:pt x="19479" y="12877"/>
                </a:lnTo>
                <a:lnTo>
                  <a:pt x="19124" y="15043"/>
                </a:lnTo>
                <a:lnTo>
                  <a:pt x="18764" y="17218"/>
                </a:lnTo>
                <a:lnTo>
                  <a:pt x="18405" y="19403"/>
                </a:lnTo>
                <a:lnTo>
                  <a:pt x="18042" y="21600"/>
                </a:lnTo>
                <a:lnTo>
                  <a:pt x="15765" y="21156"/>
                </a:lnTo>
                <a:lnTo>
                  <a:pt x="13470" y="20705"/>
                </a:lnTo>
                <a:lnTo>
                  <a:pt x="11147" y="20248"/>
                </a:lnTo>
                <a:lnTo>
                  <a:pt x="9226" y="19872"/>
                </a:lnTo>
                <a:lnTo>
                  <a:pt x="7272" y="19489"/>
                </a:lnTo>
                <a:lnTo>
                  <a:pt x="5216" y="18878"/>
                </a:lnTo>
                <a:lnTo>
                  <a:pt x="3800" y="18249"/>
                </a:lnTo>
                <a:lnTo>
                  <a:pt x="2362" y="17228"/>
                </a:lnTo>
                <a:lnTo>
                  <a:pt x="253" y="15429"/>
                </a:lnTo>
                <a:lnTo>
                  <a:pt x="93" y="13219"/>
                </a:lnTo>
                <a:lnTo>
                  <a:pt x="14" y="11019"/>
                </a:lnTo>
                <a:lnTo>
                  <a:pt x="0" y="8822"/>
                </a:lnTo>
                <a:lnTo>
                  <a:pt x="36" y="6625"/>
                </a:lnTo>
                <a:lnTo>
                  <a:pt x="100" y="4425"/>
                </a:lnTo>
                <a:lnTo>
                  <a:pt x="178" y="2219"/>
                </a:lnTo>
                <a:lnTo>
                  <a:pt x="253" y="0"/>
                </a:lnTo>
                <a:close/>
              </a:path>
            </a:pathLst>
          </a:custGeom>
          <a:solidFill>
            <a:srgbClr val="9F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6" name="contour_07194"/>
          <p:cNvSpPr/>
          <p:nvPr/>
        </p:nvSpPr>
        <p:spPr>
          <a:xfrm>
            <a:off x="8362413" y="2419613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420" y="601"/>
                </a:lnTo>
                <a:lnTo>
                  <a:pt x="15941" y="1076"/>
                </a:lnTo>
                <a:lnTo>
                  <a:pt x="17163" y="1538"/>
                </a:lnTo>
                <a:lnTo>
                  <a:pt x="18341" y="2095"/>
                </a:lnTo>
                <a:lnTo>
                  <a:pt x="19733" y="2855"/>
                </a:lnTo>
                <a:lnTo>
                  <a:pt x="21600" y="3927"/>
                </a:lnTo>
                <a:lnTo>
                  <a:pt x="21421" y="5302"/>
                </a:lnTo>
                <a:lnTo>
                  <a:pt x="21057" y="6631"/>
                </a:lnTo>
                <a:lnTo>
                  <a:pt x="20539" y="7929"/>
                </a:lnTo>
                <a:lnTo>
                  <a:pt x="19897" y="9204"/>
                </a:lnTo>
                <a:lnTo>
                  <a:pt x="19165" y="10466"/>
                </a:lnTo>
                <a:lnTo>
                  <a:pt x="18372" y="11731"/>
                </a:lnTo>
                <a:lnTo>
                  <a:pt x="17552" y="13009"/>
                </a:lnTo>
                <a:lnTo>
                  <a:pt x="17184" y="13632"/>
                </a:lnTo>
                <a:lnTo>
                  <a:pt x="16086" y="15509"/>
                </a:lnTo>
                <a:lnTo>
                  <a:pt x="15358" y="16734"/>
                </a:lnTo>
                <a:lnTo>
                  <a:pt x="14620" y="17954"/>
                </a:lnTo>
                <a:lnTo>
                  <a:pt x="13870" y="19171"/>
                </a:lnTo>
                <a:lnTo>
                  <a:pt x="13111" y="20386"/>
                </a:lnTo>
                <a:lnTo>
                  <a:pt x="12343" y="21600"/>
                </a:lnTo>
                <a:lnTo>
                  <a:pt x="11726" y="20663"/>
                </a:lnTo>
                <a:lnTo>
                  <a:pt x="11102" y="19713"/>
                </a:lnTo>
                <a:lnTo>
                  <a:pt x="9961" y="18515"/>
                </a:lnTo>
                <a:lnTo>
                  <a:pt x="8887" y="17775"/>
                </a:lnTo>
                <a:lnTo>
                  <a:pt x="7251" y="17188"/>
                </a:lnTo>
                <a:lnTo>
                  <a:pt x="4437" y="16445"/>
                </a:lnTo>
                <a:lnTo>
                  <a:pt x="2972" y="16202"/>
                </a:lnTo>
                <a:lnTo>
                  <a:pt x="1497" y="15957"/>
                </a:lnTo>
                <a:lnTo>
                  <a:pt x="0" y="15709"/>
                </a:lnTo>
                <a:lnTo>
                  <a:pt x="586" y="13419"/>
                </a:lnTo>
                <a:lnTo>
                  <a:pt x="1028" y="11811"/>
                </a:lnTo>
                <a:lnTo>
                  <a:pt x="1413" y="10670"/>
                </a:lnTo>
                <a:lnTo>
                  <a:pt x="1827" y="9775"/>
                </a:lnTo>
                <a:lnTo>
                  <a:pt x="2357" y="8909"/>
                </a:lnTo>
                <a:lnTo>
                  <a:pt x="3086" y="7855"/>
                </a:lnTo>
                <a:lnTo>
                  <a:pt x="4925" y="7438"/>
                </a:lnTo>
                <a:lnTo>
                  <a:pt x="6770" y="7034"/>
                </a:lnTo>
                <a:lnTo>
                  <a:pt x="8621" y="6641"/>
                </a:lnTo>
                <a:lnTo>
                  <a:pt x="10479" y="6260"/>
                </a:lnTo>
                <a:lnTo>
                  <a:pt x="12343" y="5891"/>
                </a:lnTo>
                <a:lnTo>
                  <a:pt x="12621" y="4371"/>
                </a:lnTo>
                <a:lnTo>
                  <a:pt x="12759" y="3305"/>
                </a:lnTo>
                <a:lnTo>
                  <a:pt x="12759" y="2409"/>
                </a:lnTo>
                <a:lnTo>
                  <a:pt x="12621" y="1402"/>
                </a:lnTo>
                <a:lnTo>
                  <a:pt x="12343" y="0"/>
                </a:lnTo>
                <a:close/>
              </a:path>
            </a:pathLst>
          </a:custGeom>
          <a:solidFill>
            <a:srgbClr val="E3E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7" name="contour_07195"/>
          <p:cNvSpPr/>
          <p:nvPr/>
        </p:nvSpPr>
        <p:spPr>
          <a:xfrm>
            <a:off x="8362413" y="2354021"/>
            <a:ext cx="80168" cy="58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7892" y="590"/>
                </a:lnTo>
                <a:lnTo>
                  <a:pt x="7955" y="1629"/>
                </a:lnTo>
                <a:lnTo>
                  <a:pt x="8100" y="4005"/>
                </a:lnTo>
                <a:lnTo>
                  <a:pt x="8667" y="5329"/>
                </a:lnTo>
                <a:lnTo>
                  <a:pt x="9239" y="6659"/>
                </a:lnTo>
                <a:lnTo>
                  <a:pt x="9818" y="8010"/>
                </a:lnTo>
                <a:lnTo>
                  <a:pt x="11134" y="8226"/>
                </a:lnTo>
                <a:lnTo>
                  <a:pt x="12444" y="8370"/>
                </a:lnTo>
                <a:lnTo>
                  <a:pt x="13749" y="8450"/>
                </a:lnTo>
                <a:lnTo>
                  <a:pt x="15051" y="8472"/>
                </a:lnTo>
                <a:lnTo>
                  <a:pt x="16355" y="8445"/>
                </a:lnTo>
                <a:lnTo>
                  <a:pt x="17659" y="8378"/>
                </a:lnTo>
                <a:lnTo>
                  <a:pt x="18967" y="8277"/>
                </a:lnTo>
                <a:lnTo>
                  <a:pt x="20278" y="8151"/>
                </a:lnTo>
                <a:lnTo>
                  <a:pt x="21600" y="8010"/>
                </a:lnTo>
                <a:lnTo>
                  <a:pt x="21276" y="9772"/>
                </a:lnTo>
                <a:lnTo>
                  <a:pt x="20952" y="11537"/>
                </a:lnTo>
                <a:lnTo>
                  <a:pt x="20626" y="13310"/>
                </a:lnTo>
                <a:lnTo>
                  <a:pt x="20298" y="15091"/>
                </a:lnTo>
                <a:lnTo>
                  <a:pt x="19968" y="16882"/>
                </a:lnTo>
                <a:lnTo>
                  <a:pt x="19636" y="18690"/>
                </a:lnTo>
                <a:lnTo>
                  <a:pt x="18639" y="18308"/>
                </a:lnTo>
                <a:lnTo>
                  <a:pt x="17628" y="17918"/>
                </a:lnTo>
                <a:lnTo>
                  <a:pt x="16324" y="17488"/>
                </a:lnTo>
                <a:lnTo>
                  <a:pt x="15034" y="17090"/>
                </a:lnTo>
                <a:lnTo>
                  <a:pt x="13749" y="16735"/>
                </a:lnTo>
                <a:lnTo>
                  <a:pt x="12459" y="16434"/>
                </a:lnTo>
                <a:lnTo>
                  <a:pt x="11153" y="16191"/>
                </a:lnTo>
                <a:lnTo>
                  <a:pt x="9818" y="16020"/>
                </a:lnTo>
                <a:lnTo>
                  <a:pt x="8514" y="17512"/>
                </a:lnTo>
                <a:lnTo>
                  <a:pt x="7670" y="18567"/>
                </a:lnTo>
                <a:lnTo>
                  <a:pt x="6918" y="19680"/>
                </a:lnTo>
                <a:lnTo>
                  <a:pt x="5891" y="21360"/>
                </a:lnTo>
                <a:lnTo>
                  <a:pt x="4312" y="21520"/>
                </a:lnTo>
                <a:lnTo>
                  <a:pt x="3216" y="21600"/>
                </a:lnTo>
                <a:lnTo>
                  <a:pt x="2321" y="21600"/>
                </a:lnTo>
                <a:lnTo>
                  <a:pt x="1343" y="21520"/>
                </a:lnTo>
                <a:lnTo>
                  <a:pt x="0" y="21360"/>
                </a:lnTo>
                <a:lnTo>
                  <a:pt x="605" y="19718"/>
                </a:lnTo>
                <a:lnTo>
                  <a:pt x="1208" y="18073"/>
                </a:lnTo>
                <a:lnTo>
                  <a:pt x="1812" y="16431"/>
                </a:lnTo>
                <a:lnTo>
                  <a:pt x="2417" y="14786"/>
                </a:lnTo>
                <a:lnTo>
                  <a:pt x="3020" y="13144"/>
                </a:lnTo>
                <a:lnTo>
                  <a:pt x="3625" y="11502"/>
                </a:lnTo>
                <a:lnTo>
                  <a:pt x="4230" y="9858"/>
                </a:lnTo>
                <a:lnTo>
                  <a:pt x="4834" y="8215"/>
                </a:lnTo>
                <a:lnTo>
                  <a:pt x="5437" y="6573"/>
                </a:lnTo>
                <a:lnTo>
                  <a:pt x="6042" y="4929"/>
                </a:lnTo>
                <a:lnTo>
                  <a:pt x="6647" y="3287"/>
                </a:lnTo>
                <a:lnTo>
                  <a:pt x="7250" y="1642"/>
                </a:lnTo>
                <a:lnTo>
                  <a:pt x="7855" y="0"/>
                </a:lnTo>
                <a:close/>
              </a:path>
            </a:pathLst>
          </a:custGeom>
          <a:solidFill>
            <a:srgbClr val="C5B785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8" name="contour_07196"/>
          <p:cNvSpPr/>
          <p:nvPr/>
        </p:nvSpPr>
        <p:spPr>
          <a:xfrm>
            <a:off x="9222396" y="2310293"/>
            <a:ext cx="4372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19" y="167"/>
                </a:lnTo>
                <a:lnTo>
                  <a:pt x="19811" y="384"/>
                </a:lnTo>
                <a:lnTo>
                  <a:pt x="17896" y="795"/>
                </a:lnTo>
                <a:lnTo>
                  <a:pt x="14400" y="1543"/>
                </a:lnTo>
                <a:lnTo>
                  <a:pt x="13997" y="2549"/>
                </a:lnTo>
                <a:lnTo>
                  <a:pt x="13817" y="3275"/>
                </a:lnTo>
                <a:lnTo>
                  <a:pt x="13817" y="4075"/>
                </a:lnTo>
                <a:lnTo>
                  <a:pt x="13950" y="5298"/>
                </a:lnTo>
                <a:lnTo>
                  <a:pt x="14004" y="6046"/>
                </a:lnTo>
                <a:lnTo>
                  <a:pt x="14062" y="6798"/>
                </a:lnTo>
                <a:lnTo>
                  <a:pt x="14119" y="7560"/>
                </a:lnTo>
                <a:lnTo>
                  <a:pt x="14231" y="8506"/>
                </a:lnTo>
                <a:lnTo>
                  <a:pt x="14342" y="9450"/>
                </a:lnTo>
                <a:lnTo>
                  <a:pt x="14458" y="10396"/>
                </a:lnTo>
                <a:lnTo>
                  <a:pt x="14569" y="11340"/>
                </a:lnTo>
                <a:lnTo>
                  <a:pt x="14681" y="12286"/>
                </a:lnTo>
                <a:lnTo>
                  <a:pt x="14814" y="14211"/>
                </a:lnTo>
                <a:lnTo>
                  <a:pt x="14864" y="15688"/>
                </a:lnTo>
                <a:lnTo>
                  <a:pt x="14782" y="16814"/>
                </a:lnTo>
                <a:lnTo>
                  <a:pt x="14519" y="17687"/>
                </a:lnTo>
                <a:lnTo>
                  <a:pt x="14036" y="18403"/>
                </a:lnTo>
                <a:lnTo>
                  <a:pt x="13288" y="19062"/>
                </a:lnTo>
                <a:lnTo>
                  <a:pt x="12222" y="19761"/>
                </a:lnTo>
                <a:lnTo>
                  <a:pt x="10800" y="20594"/>
                </a:lnTo>
                <a:lnTo>
                  <a:pt x="9014" y="21092"/>
                </a:lnTo>
                <a:lnTo>
                  <a:pt x="7200" y="21600"/>
                </a:lnTo>
                <a:lnTo>
                  <a:pt x="6980" y="20687"/>
                </a:lnTo>
                <a:lnTo>
                  <a:pt x="6761" y="19766"/>
                </a:lnTo>
                <a:lnTo>
                  <a:pt x="6538" y="18834"/>
                </a:lnTo>
                <a:lnTo>
                  <a:pt x="6278" y="17775"/>
                </a:lnTo>
                <a:lnTo>
                  <a:pt x="6012" y="16720"/>
                </a:lnTo>
                <a:lnTo>
                  <a:pt x="5742" y="15666"/>
                </a:lnTo>
                <a:lnTo>
                  <a:pt x="5465" y="14614"/>
                </a:lnTo>
                <a:lnTo>
                  <a:pt x="5177" y="13563"/>
                </a:lnTo>
                <a:lnTo>
                  <a:pt x="4882" y="12514"/>
                </a:lnTo>
                <a:lnTo>
                  <a:pt x="4576" y="11467"/>
                </a:lnTo>
                <a:lnTo>
                  <a:pt x="4255" y="10420"/>
                </a:lnTo>
                <a:lnTo>
                  <a:pt x="3917" y="9374"/>
                </a:lnTo>
                <a:lnTo>
                  <a:pt x="3568" y="8330"/>
                </a:lnTo>
                <a:lnTo>
                  <a:pt x="3197" y="7287"/>
                </a:lnTo>
                <a:lnTo>
                  <a:pt x="2812" y="6244"/>
                </a:lnTo>
                <a:lnTo>
                  <a:pt x="2401" y="5203"/>
                </a:lnTo>
                <a:lnTo>
                  <a:pt x="1973" y="4161"/>
                </a:lnTo>
                <a:lnTo>
                  <a:pt x="1519" y="3120"/>
                </a:lnTo>
                <a:lnTo>
                  <a:pt x="1040" y="2080"/>
                </a:lnTo>
                <a:lnTo>
                  <a:pt x="533" y="1040"/>
                </a:lnTo>
                <a:lnTo>
                  <a:pt x="0" y="0"/>
                </a:lnTo>
                <a:close/>
              </a:path>
            </a:pathLst>
          </a:custGeom>
          <a:solidFill>
            <a:srgbClr val="89A7CD"/>
          </a:solidFill>
          <a:ln>
            <a:noFill/>
          </a:ln>
        </p:spPr>
        <p:txBody>
          <a:bodyPr/>
          <a:lstStyle/>
          <a:p/>
        </p:txBody>
      </p:sp>
      <p:sp>
        <p:nvSpPr>
          <p:cNvPr id="7199" name="contour_07197"/>
          <p:cNvSpPr/>
          <p:nvPr/>
        </p:nvSpPr>
        <p:spPr>
          <a:xfrm>
            <a:off x="8690373" y="2281141"/>
            <a:ext cx="44894" cy="72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19" y="0"/>
                </a:moveTo>
                <a:lnTo>
                  <a:pt x="13128" y="276"/>
                </a:lnTo>
                <a:lnTo>
                  <a:pt x="14980" y="527"/>
                </a:lnTo>
                <a:lnTo>
                  <a:pt x="16579" y="855"/>
                </a:lnTo>
                <a:lnTo>
                  <a:pt x="18430" y="1365"/>
                </a:lnTo>
                <a:lnTo>
                  <a:pt x="21039" y="2159"/>
                </a:lnTo>
                <a:lnTo>
                  <a:pt x="21351" y="3727"/>
                </a:lnTo>
                <a:lnTo>
                  <a:pt x="21537" y="5154"/>
                </a:lnTo>
                <a:lnTo>
                  <a:pt x="21600" y="6510"/>
                </a:lnTo>
                <a:lnTo>
                  <a:pt x="21540" y="7860"/>
                </a:lnTo>
                <a:lnTo>
                  <a:pt x="21355" y="9268"/>
                </a:lnTo>
                <a:lnTo>
                  <a:pt x="21039" y="10797"/>
                </a:lnTo>
                <a:lnTo>
                  <a:pt x="20786" y="11993"/>
                </a:lnTo>
                <a:lnTo>
                  <a:pt x="20534" y="13209"/>
                </a:lnTo>
                <a:lnTo>
                  <a:pt x="20180" y="14368"/>
                </a:lnTo>
                <a:lnTo>
                  <a:pt x="19847" y="15273"/>
                </a:lnTo>
                <a:lnTo>
                  <a:pt x="19391" y="16219"/>
                </a:lnTo>
                <a:lnTo>
                  <a:pt x="18669" y="17506"/>
                </a:lnTo>
                <a:lnTo>
                  <a:pt x="17532" y="19434"/>
                </a:lnTo>
                <a:lnTo>
                  <a:pt x="15292" y="20224"/>
                </a:lnTo>
                <a:lnTo>
                  <a:pt x="13223" y="20797"/>
                </a:lnTo>
                <a:lnTo>
                  <a:pt x="11242" y="21185"/>
                </a:lnTo>
                <a:lnTo>
                  <a:pt x="9275" y="21425"/>
                </a:lnTo>
                <a:lnTo>
                  <a:pt x="7244" y="21550"/>
                </a:lnTo>
                <a:lnTo>
                  <a:pt x="5070" y="21598"/>
                </a:lnTo>
                <a:lnTo>
                  <a:pt x="2682" y="21600"/>
                </a:lnTo>
                <a:lnTo>
                  <a:pt x="0" y="21594"/>
                </a:lnTo>
                <a:lnTo>
                  <a:pt x="870" y="20257"/>
                </a:lnTo>
                <a:lnTo>
                  <a:pt x="1736" y="18920"/>
                </a:lnTo>
                <a:lnTo>
                  <a:pt x="2609" y="17579"/>
                </a:lnTo>
                <a:lnTo>
                  <a:pt x="3482" y="16236"/>
                </a:lnTo>
                <a:lnTo>
                  <a:pt x="4355" y="14887"/>
                </a:lnTo>
                <a:lnTo>
                  <a:pt x="5235" y="13531"/>
                </a:lnTo>
                <a:lnTo>
                  <a:pt x="6122" y="12168"/>
                </a:lnTo>
                <a:lnTo>
                  <a:pt x="7013" y="10797"/>
                </a:lnTo>
                <a:lnTo>
                  <a:pt x="5277" y="10261"/>
                </a:lnTo>
                <a:lnTo>
                  <a:pt x="3531" y="9726"/>
                </a:lnTo>
                <a:lnTo>
                  <a:pt x="1778" y="9184"/>
                </a:lnTo>
                <a:lnTo>
                  <a:pt x="0" y="8637"/>
                </a:lnTo>
                <a:lnTo>
                  <a:pt x="1739" y="8415"/>
                </a:lnTo>
                <a:lnTo>
                  <a:pt x="3485" y="8190"/>
                </a:lnTo>
                <a:lnTo>
                  <a:pt x="5260" y="7964"/>
                </a:lnTo>
                <a:lnTo>
                  <a:pt x="6999" y="7474"/>
                </a:lnTo>
                <a:lnTo>
                  <a:pt x="8745" y="6979"/>
                </a:lnTo>
                <a:lnTo>
                  <a:pt x="10519" y="6478"/>
                </a:lnTo>
                <a:lnTo>
                  <a:pt x="10835" y="4807"/>
                </a:lnTo>
                <a:lnTo>
                  <a:pt x="10993" y="3634"/>
                </a:lnTo>
                <a:lnTo>
                  <a:pt x="10993" y="2650"/>
                </a:lnTo>
                <a:lnTo>
                  <a:pt x="10835" y="1542"/>
                </a:lnTo>
                <a:lnTo>
                  <a:pt x="10519" y="0"/>
                </a:lnTo>
                <a:close/>
              </a:path>
            </a:pathLst>
          </a:custGeom>
          <a:solidFill>
            <a:srgbClr val="D0E3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0" name="contour_07198"/>
          <p:cNvSpPr/>
          <p:nvPr/>
        </p:nvSpPr>
        <p:spPr>
          <a:xfrm>
            <a:off x="5520096" y="2273853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902" y="1020"/>
                </a:lnTo>
                <a:lnTo>
                  <a:pt x="11174" y="1834"/>
                </a:lnTo>
                <a:lnTo>
                  <a:pt x="13604" y="2525"/>
                </a:lnTo>
                <a:lnTo>
                  <a:pt x="15383" y="3175"/>
                </a:lnTo>
                <a:lnTo>
                  <a:pt x="16697" y="3866"/>
                </a:lnTo>
                <a:lnTo>
                  <a:pt x="17737" y="4680"/>
                </a:lnTo>
                <a:lnTo>
                  <a:pt x="18695" y="5698"/>
                </a:lnTo>
                <a:lnTo>
                  <a:pt x="19757" y="7003"/>
                </a:lnTo>
                <a:lnTo>
                  <a:pt x="20329" y="8652"/>
                </a:lnTo>
                <a:lnTo>
                  <a:pt x="20772" y="10262"/>
                </a:lnTo>
                <a:lnTo>
                  <a:pt x="21096" y="11844"/>
                </a:lnTo>
                <a:lnTo>
                  <a:pt x="21323" y="13416"/>
                </a:lnTo>
                <a:lnTo>
                  <a:pt x="21470" y="14988"/>
                </a:lnTo>
                <a:lnTo>
                  <a:pt x="21553" y="16579"/>
                </a:lnTo>
                <a:lnTo>
                  <a:pt x="21589" y="18202"/>
                </a:lnTo>
                <a:lnTo>
                  <a:pt x="21600" y="19870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263" y="20962"/>
                </a:lnTo>
                <a:lnTo>
                  <a:pt x="731" y="19834"/>
                </a:lnTo>
                <a:lnTo>
                  <a:pt x="1800" y="17251"/>
                </a:lnTo>
                <a:lnTo>
                  <a:pt x="2351" y="15674"/>
                </a:lnTo>
                <a:lnTo>
                  <a:pt x="2801" y="14129"/>
                </a:lnTo>
                <a:lnTo>
                  <a:pt x="3154" y="12602"/>
                </a:lnTo>
                <a:lnTo>
                  <a:pt x="3413" y="11081"/>
                </a:lnTo>
                <a:lnTo>
                  <a:pt x="3586" y="9552"/>
                </a:lnTo>
                <a:lnTo>
                  <a:pt x="3668" y="8006"/>
                </a:lnTo>
                <a:lnTo>
                  <a:pt x="3676" y="6425"/>
                </a:lnTo>
                <a:lnTo>
                  <a:pt x="3600" y="4800"/>
                </a:lnTo>
                <a:lnTo>
                  <a:pt x="3600" y="3214"/>
                </a:lnTo>
                <a:lnTo>
                  <a:pt x="3600" y="1618"/>
                </a:lnTo>
                <a:lnTo>
                  <a:pt x="3600" y="0"/>
                </a:lnTo>
                <a:close/>
              </a:path>
            </a:pathLst>
          </a:custGeom>
          <a:solidFill>
            <a:srgbClr val="494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1" name="contour_07199"/>
          <p:cNvSpPr/>
          <p:nvPr/>
        </p:nvSpPr>
        <p:spPr>
          <a:xfrm>
            <a:off x="5323321" y="2273853"/>
            <a:ext cx="51016" cy="526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82" y="0"/>
                </a:lnTo>
                <a:lnTo>
                  <a:pt x="4366" y="0"/>
                </a:lnTo>
                <a:lnTo>
                  <a:pt x="6557" y="0"/>
                </a:lnTo>
                <a:lnTo>
                  <a:pt x="8757" y="0"/>
                </a:lnTo>
                <a:lnTo>
                  <a:pt x="10967" y="0"/>
                </a:lnTo>
                <a:lnTo>
                  <a:pt x="13188" y="0"/>
                </a:lnTo>
                <a:lnTo>
                  <a:pt x="15429" y="0"/>
                </a:lnTo>
                <a:lnTo>
                  <a:pt x="15429" y="1777"/>
                </a:lnTo>
                <a:lnTo>
                  <a:pt x="15429" y="3560"/>
                </a:lnTo>
                <a:lnTo>
                  <a:pt x="15429" y="5349"/>
                </a:lnTo>
                <a:lnTo>
                  <a:pt x="15429" y="7153"/>
                </a:lnTo>
                <a:lnTo>
                  <a:pt x="15429" y="8975"/>
                </a:lnTo>
                <a:lnTo>
                  <a:pt x="17468" y="8975"/>
                </a:lnTo>
                <a:lnTo>
                  <a:pt x="19520" y="8975"/>
                </a:lnTo>
                <a:lnTo>
                  <a:pt x="21600" y="8975"/>
                </a:lnTo>
                <a:lnTo>
                  <a:pt x="20930" y="10833"/>
                </a:lnTo>
                <a:lnTo>
                  <a:pt x="20227" y="12634"/>
                </a:lnTo>
                <a:lnTo>
                  <a:pt x="19471" y="14384"/>
                </a:lnTo>
                <a:lnTo>
                  <a:pt x="18635" y="16083"/>
                </a:lnTo>
                <a:lnTo>
                  <a:pt x="17697" y="17741"/>
                </a:lnTo>
                <a:lnTo>
                  <a:pt x="16638" y="19359"/>
                </a:lnTo>
                <a:lnTo>
                  <a:pt x="15429" y="20942"/>
                </a:lnTo>
                <a:lnTo>
                  <a:pt x="13272" y="21382"/>
                </a:lnTo>
                <a:lnTo>
                  <a:pt x="11269" y="21585"/>
                </a:lnTo>
                <a:lnTo>
                  <a:pt x="9334" y="21600"/>
                </a:lnTo>
                <a:lnTo>
                  <a:pt x="7384" y="21468"/>
                </a:lnTo>
                <a:lnTo>
                  <a:pt x="5332" y="21235"/>
                </a:lnTo>
                <a:lnTo>
                  <a:pt x="3086" y="20942"/>
                </a:lnTo>
                <a:lnTo>
                  <a:pt x="2780" y="18869"/>
                </a:lnTo>
                <a:lnTo>
                  <a:pt x="2475" y="16792"/>
                </a:lnTo>
                <a:lnTo>
                  <a:pt x="2169" y="14716"/>
                </a:lnTo>
                <a:lnTo>
                  <a:pt x="1861" y="12637"/>
                </a:lnTo>
                <a:lnTo>
                  <a:pt x="1555" y="10549"/>
                </a:lnTo>
                <a:lnTo>
                  <a:pt x="1247" y="8458"/>
                </a:lnTo>
                <a:lnTo>
                  <a:pt x="938" y="6357"/>
                </a:lnTo>
                <a:lnTo>
                  <a:pt x="626" y="4248"/>
                </a:lnTo>
                <a:lnTo>
                  <a:pt x="315" y="2130"/>
                </a:lnTo>
                <a:lnTo>
                  <a:pt x="0" y="0"/>
                </a:lnTo>
                <a:close/>
              </a:path>
            </a:pathLst>
          </a:custGeom>
          <a:solidFill>
            <a:srgbClr val="DCB973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2" name="contour_07200"/>
          <p:cNvSpPr/>
          <p:nvPr/>
        </p:nvSpPr>
        <p:spPr>
          <a:xfrm>
            <a:off x="4004194" y="2251989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560" y="646"/>
                </a:lnTo>
                <a:lnTo>
                  <a:pt x="10271" y="1197"/>
                </a:lnTo>
                <a:lnTo>
                  <a:pt x="12509" y="1676"/>
                </a:lnTo>
                <a:lnTo>
                  <a:pt x="14332" y="2106"/>
                </a:lnTo>
                <a:lnTo>
                  <a:pt x="15800" y="2512"/>
                </a:lnTo>
                <a:lnTo>
                  <a:pt x="16969" y="2914"/>
                </a:lnTo>
                <a:lnTo>
                  <a:pt x="17896" y="3335"/>
                </a:lnTo>
                <a:lnTo>
                  <a:pt x="18639" y="3799"/>
                </a:lnTo>
                <a:lnTo>
                  <a:pt x="19254" y="4329"/>
                </a:lnTo>
                <a:lnTo>
                  <a:pt x="19803" y="4944"/>
                </a:lnTo>
                <a:lnTo>
                  <a:pt x="20341" y="5670"/>
                </a:lnTo>
                <a:lnTo>
                  <a:pt x="20926" y="6530"/>
                </a:lnTo>
                <a:lnTo>
                  <a:pt x="21190" y="7724"/>
                </a:lnTo>
                <a:lnTo>
                  <a:pt x="21358" y="8655"/>
                </a:lnTo>
                <a:lnTo>
                  <a:pt x="21460" y="9631"/>
                </a:lnTo>
                <a:lnTo>
                  <a:pt x="21531" y="10964"/>
                </a:lnTo>
                <a:lnTo>
                  <a:pt x="21600" y="12960"/>
                </a:lnTo>
                <a:lnTo>
                  <a:pt x="20103" y="12746"/>
                </a:lnTo>
                <a:lnTo>
                  <a:pt x="18604" y="12532"/>
                </a:lnTo>
                <a:lnTo>
                  <a:pt x="17105" y="12318"/>
                </a:lnTo>
                <a:lnTo>
                  <a:pt x="15604" y="12102"/>
                </a:lnTo>
                <a:lnTo>
                  <a:pt x="14096" y="11889"/>
                </a:lnTo>
                <a:lnTo>
                  <a:pt x="12586" y="11673"/>
                </a:lnTo>
                <a:lnTo>
                  <a:pt x="11070" y="11457"/>
                </a:lnTo>
                <a:lnTo>
                  <a:pt x="9547" y="11238"/>
                </a:lnTo>
                <a:lnTo>
                  <a:pt x="8018" y="11020"/>
                </a:lnTo>
                <a:lnTo>
                  <a:pt x="6480" y="10800"/>
                </a:lnTo>
                <a:lnTo>
                  <a:pt x="6480" y="12327"/>
                </a:lnTo>
                <a:lnTo>
                  <a:pt x="6480" y="13856"/>
                </a:lnTo>
                <a:lnTo>
                  <a:pt x="6480" y="15390"/>
                </a:lnTo>
                <a:lnTo>
                  <a:pt x="6480" y="16930"/>
                </a:lnTo>
                <a:lnTo>
                  <a:pt x="6480" y="18477"/>
                </a:lnTo>
                <a:lnTo>
                  <a:pt x="6480" y="20032"/>
                </a:lnTo>
                <a:lnTo>
                  <a:pt x="6480" y="21600"/>
                </a:lnTo>
                <a:lnTo>
                  <a:pt x="6212" y="20574"/>
                </a:lnTo>
                <a:lnTo>
                  <a:pt x="5944" y="19542"/>
                </a:lnTo>
                <a:lnTo>
                  <a:pt x="5670" y="18494"/>
                </a:lnTo>
                <a:lnTo>
                  <a:pt x="5080" y="17062"/>
                </a:lnTo>
                <a:lnTo>
                  <a:pt x="4560" y="16040"/>
                </a:lnTo>
                <a:lnTo>
                  <a:pt x="3948" y="15271"/>
                </a:lnTo>
                <a:lnTo>
                  <a:pt x="3091" y="14606"/>
                </a:lnTo>
                <a:lnTo>
                  <a:pt x="1825" y="13887"/>
                </a:lnTo>
                <a:lnTo>
                  <a:pt x="0" y="12960"/>
                </a:lnTo>
                <a:lnTo>
                  <a:pt x="475" y="11534"/>
                </a:lnTo>
                <a:lnTo>
                  <a:pt x="950" y="10107"/>
                </a:lnTo>
                <a:lnTo>
                  <a:pt x="1428" y="8679"/>
                </a:lnTo>
                <a:lnTo>
                  <a:pt x="1905" y="7247"/>
                </a:lnTo>
                <a:lnTo>
                  <a:pt x="2382" y="5810"/>
                </a:lnTo>
                <a:lnTo>
                  <a:pt x="2864" y="4368"/>
                </a:lnTo>
                <a:lnTo>
                  <a:pt x="3346" y="2920"/>
                </a:lnTo>
                <a:lnTo>
                  <a:pt x="3832" y="1464"/>
                </a:lnTo>
                <a:lnTo>
                  <a:pt x="4320" y="0"/>
                </a:lnTo>
                <a:close/>
              </a:path>
            </a:pathLst>
          </a:custGeom>
          <a:solidFill>
            <a:srgbClr val="635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3" name="contour_07201"/>
          <p:cNvSpPr/>
          <p:nvPr/>
        </p:nvSpPr>
        <p:spPr>
          <a:xfrm>
            <a:off x="1897964" y="2200973"/>
            <a:ext cx="72880" cy="740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763" y="0"/>
                </a:lnTo>
                <a:lnTo>
                  <a:pt x="9050" y="0"/>
                </a:lnTo>
                <a:lnTo>
                  <a:pt x="10342" y="0"/>
                </a:lnTo>
                <a:lnTo>
                  <a:pt x="11645" y="0"/>
                </a:lnTo>
                <a:lnTo>
                  <a:pt x="12960" y="0"/>
                </a:lnTo>
                <a:lnTo>
                  <a:pt x="12783" y="1009"/>
                </a:lnTo>
                <a:lnTo>
                  <a:pt x="12601" y="2025"/>
                </a:lnTo>
                <a:lnTo>
                  <a:pt x="12420" y="3055"/>
                </a:lnTo>
                <a:lnTo>
                  <a:pt x="12597" y="4151"/>
                </a:lnTo>
                <a:lnTo>
                  <a:pt x="12779" y="5254"/>
                </a:lnTo>
                <a:lnTo>
                  <a:pt x="12960" y="6374"/>
                </a:lnTo>
                <a:lnTo>
                  <a:pt x="14355" y="6954"/>
                </a:lnTo>
                <a:lnTo>
                  <a:pt x="15762" y="7412"/>
                </a:lnTo>
                <a:lnTo>
                  <a:pt x="17185" y="7776"/>
                </a:lnTo>
                <a:lnTo>
                  <a:pt x="18630" y="8063"/>
                </a:lnTo>
                <a:lnTo>
                  <a:pt x="20099" y="8296"/>
                </a:lnTo>
                <a:lnTo>
                  <a:pt x="21600" y="8498"/>
                </a:lnTo>
                <a:lnTo>
                  <a:pt x="20174" y="8498"/>
                </a:lnTo>
                <a:lnTo>
                  <a:pt x="18747" y="8498"/>
                </a:lnTo>
                <a:lnTo>
                  <a:pt x="17312" y="8498"/>
                </a:lnTo>
                <a:lnTo>
                  <a:pt x="15872" y="8498"/>
                </a:lnTo>
                <a:lnTo>
                  <a:pt x="14422" y="8498"/>
                </a:lnTo>
                <a:lnTo>
                  <a:pt x="12960" y="8498"/>
                </a:lnTo>
                <a:lnTo>
                  <a:pt x="13632" y="10047"/>
                </a:lnTo>
                <a:lnTo>
                  <a:pt x="14431" y="11373"/>
                </a:lnTo>
                <a:lnTo>
                  <a:pt x="15349" y="12518"/>
                </a:lnTo>
                <a:lnTo>
                  <a:pt x="16384" y="13523"/>
                </a:lnTo>
                <a:lnTo>
                  <a:pt x="17531" y="14430"/>
                </a:lnTo>
                <a:lnTo>
                  <a:pt x="18786" y="15284"/>
                </a:lnTo>
                <a:lnTo>
                  <a:pt x="20144" y="16125"/>
                </a:lnTo>
                <a:lnTo>
                  <a:pt x="21600" y="16996"/>
                </a:lnTo>
                <a:lnTo>
                  <a:pt x="20172" y="16996"/>
                </a:lnTo>
                <a:lnTo>
                  <a:pt x="18736" y="16996"/>
                </a:lnTo>
                <a:lnTo>
                  <a:pt x="17280" y="16996"/>
                </a:lnTo>
                <a:lnTo>
                  <a:pt x="16848" y="18041"/>
                </a:lnTo>
                <a:lnTo>
                  <a:pt x="16412" y="19104"/>
                </a:lnTo>
                <a:lnTo>
                  <a:pt x="15770" y="20166"/>
                </a:lnTo>
                <a:lnTo>
                  <a:pt x="15120" y="21245"/>
                </a:lnTo>
                <a:lnTo>
                  <a:pt x="13370" y="21447"/>
                </a:lnTo>
                <a:lnTo>
                  <a:pt x="12094" y="21560"/>
                </a:lnTo>
                <a:lnTo>
                  <a:pt x="10925" y="21600"/>
                </a:lnTo>
                <a:lnTo>
                  <a:pt x="9491" y="21581"/>
                </a:lnTo>
                <a:lnTo>
                  <a:pt x="7426" y="21511"/>
                </a:lnTo>
                <a:lnTo>
                  <a:pt x="6039" y="21473"/>
                </a:lnTo>
                <a:lnTo>
                  <a:pt x="4644" y="21434"/>
                </a:lnTo>
                <a:lnTo>
                  <a:pt x="3231" y="21394"/>
                </a:lnTo>
                <a:lnTo>
                  <a:pt x="2164" y="21345"/>
                </a:lnTo>
                <a:lnTo>
                  <a:pt x="1089" y="21296"/>
                </a:lnTo>
                <a:lnTo>
                  <a:pt x="0" y="21245"/>
                </a:lnTo>
                <a:lnTo>
                  <a:pt x="1071" y="20850"/>
                </a:lnTo>
                <a:lnTo>
                  <a:pt x="2160" y="20449"/>
                </a:lnTo>
                <a:lnTo>
                  <a:pt x="3231" y="19790"/>
                </a:lnTo>
                <a:lnTo>
                  <a:pt x="4320" y="19121"/>
                </a:lnTo>
                <a:lnTo>
                  <a:pt x="4320" y="17716"/>
                </a:lnTo>
                <a:lnTo>
                  <a:pt x="4320" y="16304"/>
                </a:lnTo>
                <a:lnTo>
                  <a:pt x="4320" y="14872"/>
                </a:lnTo>
                <a:lnTo>
                  <a:pt x="5748" y="14872"/>
                </a:lnTo>
                <a:lnTo>
                  <a:pt x="7184" y="14872"/>
                </a:lnTo>
                <a:lnTo>
                  <a:pt x="8640" y="14872"/>
                </a:lnTo>
                <a:lnTo>
                  <a:pt x="8681" y="13612"/>
                </a:lnTo>
                <a:lnTo>
                  <a:pt x="8716" y="12350"/>
                </a:lnTo>
                <a:lnTo>
                  <a:pt x="8746" y="11088"/>
                </a:lnTo>
                <a:lnTo>
                  <a:pt x="8774" y="9826"/>
                </a:lnTo>
                <a:lnTo>
                  <a:pt x="8813" y="8417"/>
                </a:lnTo>
                <a:lnTo>
                  <a:pt x="8852" y="6988"/>
                </a:lnTo>
                <a:lnTo>
                  <a:pt x="8662" y="5396"/>
                </a:lnTo>
                <a:lnTo>
                  <a:pt x="8346" y="3996"/>
                </a:lnTo>
                <a:lnTo>
                  <a:pt x="7888" y="2692"/>
                </a:lnTo>
                <a:lnTo>
                  <a:pt x="7273" y="1389"/>
                </a:lnTo>
                <a:lnTo>
                  <a:pt x="6480" y="0"/>
                </a:lnTo>
                <a:close/>
              </a:path>
            </a:pathLst>
          </a:custGeom>
          <a:solidFill>
            <a:srgbClr val="817A6B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4" name="contour_07202"/>
          <p:cNvSpPr/>
          <p:nvPr/>
        </p:nvSpPr>
        <p:spPr>
          <a:xfrm>
            <a:off x="833918" y="2215549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44" y="1782"/>
                </a:lnTo>
                <a:lnTo>
                  <a:pt x="21091" y="3564"/>
                </a:lnTo>
                <a:lnTo>
                  <a:pt x="20835" y="5349"/>
                </a:lnTo>
                <a:lnTo>
                  <a:pt x="20582" y="7136"/>
                </a:lnTo>
                <a:lnTo>
                  <a:pt x="20326" y="8926"/>
                </a:lnTo>
                <a:lnTo>
                  <a:pt x="20069" y="10719"/>
                </a:lnTo>
                <a:lnTo>
                  <a:pt x="19813" y="12517"/>
                </a:lnTo>
                <a:lnTo>
                  <a:pt x="19554" y="14321"/>
                </a:lnTo>
                <a:lnTo>
                  <a:pt x="19295" y="16130"/>
                </a:lnTo>
                <a:lnTo>
                  <a:pt x="19036" y="17944"/>
                </a:lnTo>
                <a:lnTo>
                  <a:pt x="18777" y="19769"/>
                </a:lnTo>
                <a:lnTo>
                  <a:pt x="18514" y="21600"/>
                </a:lnTo>
                <a:lnTo>
                  <a:pt x="14830" y="21289"/>
                </a:lnTo>
                <a:lnTo>
                  <a:pt x="12253" y="21025"/>
                </a:lnTo>
                <a:lnTo>
                  <a:pt x="10442" y="20728"/>
                </a:lnTo>
                <a:lnTo>
                  <a:pt x="9053" y="20326"/>
                </a:lnTo>
                <a:lnTo>
                  <a:pt x="7745" y="19740"/>
                </a:lnTo>
                <a:lnTo>
                  <a:pt x="6171" y="18900"/>
                </a:lnTo>
                <a:lnTo>
                  <a:pt x="5897" y="17118"/>
                </a:lnTo>
                <a:lnTo>
                  <a:pt x="5773" y="15401"/>
                </a:lnTo>
                <a:lnTo>
                  <a:pt x="5780" y="13716"/>
                </a:lnTo>
                <a:lnTo>
                  <a:pt x="5891" y="12031"/>
                </a:lnTo>
                <a:lnTo>
                  <a:pt x="6085" y="10311"/>
                </a:lnTo>
                <a:lnTo>
                  <a:pt x="6341" y="8521"/>
                </a:lnTo>
                <a:lnTo>
                  <a:pt x="6258" y="6971"/>
                </a:lnTo>
                <a:lnTo>
                  <a:pt x="6171" y="5400"/>
                </a:lnTo>
                <a:lnTo>
                  <a:pt x="4354" y="4361"/>
                </a:lnTo>
                <a:lnTo>
                  <a:pt x="3104" y="3734"/>
                </a:lnTo>
                <a:lnTo>
                  <a:pt x="1845" y="3264"/>
                </a:lnTo>
                <a:lnTo>
                  <a:pt x="0" y="2700"/>
                </a:lnTo>
                <a:lnTo>
                  <a:pt x="2302" y="2160"/>
                </a:lnTo>
                <a:lnTo>
                  <a:pt x="4477" y="1685"/>
                </a:lnTo>
                <a:lnTo>
                  <a:pt x="6563" y="1272"/>
                </a:lnTo>
                <a:lnTo>
                  <a:pt x="8591" y="923"/>
                </a:lnTo>
                <a:lnTo>
                  <a:pt x="10596" y="632"/>
                </a:lnTo>
                <a:lnTo>
                  <a:pt x="12621" y="400"/>
                </a:lnTo>
                <a:lnTo>
                  <a:pt x="14697" y="221"/>
                </a:lnTo>
                <a:lnTo>
                  <a:pt x="16863" y="97"/>
                </a:lnTo>
                <a:lnTo>
                  <a:pt x="19150" y="24"/>
                </a:lnTo>
                <a:lnTo>
                  <a:pt x="21600" y="0"/>
                </a:lnTo>
                <a:close/>
              </a:path>
            </a:pathLst>
          </a:custGeom>
          <a:solidFill>
            <a:srgbClr val="C3A763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5" name="contour_07203"/>
          <p:cNvSpPr/>
          <p:nvPr/>
        </p:nvSpPr>
        <p:spPr>
          <a:xfrm>
            <a:off x="4158007" y="2206695"/>
            <a:ext cx="79978" cy="452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80" y="0"/>
                </a:moveTo>
                <a:lnTo>
                  <a:pt x="4757" y="122"/>
                </a:lnTo>
                <a:lnTo>
                  <a:pt x="5930" y="254"/>
                </a:lnTo>
                <a:lnTo>
                  <a:pt x="7104" y="403"/>
                </a:lnTo>
                <a:lnTo>
                  <a:pt x="8275" y="567"/>
                </a:lnTo>
                <a:lnTo>
                  <a:pt x="9446" y="754"/>
                </a:lnTo>
                <a:lnTo>
                  <a:pt x="10619" y="963"/>
                </a:lnTo>
                <a:lnTo>
                  <a:pt x="11235" y="1077"/>
                </a:lnTo>
                <a:lnTo>
                  <a:pt x="13099" y="1418"/>
                </a:lnTo>
                <a:lnTo>
                  <a:pt x="14428" y="1797"/>
                </a:lnTo>
                <a:lnTo>
                  <a:pt x="15709" y="2231"/>
                </a:lnTo>
                <a:lnTo>
                  <a:pt x="16965" y="2760"/>
                </a:lnTo>
                <a:lnTo>
                  <a:pt x="18215" y="3409"/>
                </a:lnTo>
                <a:lnTo>
                  <a:pt x="19476" y="4223"/>
                </a:lnTo>
                <a:lnTo>
                  <a:pt x="20214" y="6332"/>
                </a:lnTo>
                <a:lnTo>
                  <a:pt x="20773" y="8393"/>
                </a:lnTo>
                <a:lnTo>
                  <a:pt x="21171" y="10440"/>
                </a:lnTo>
                <a:lnTo>
                  <a:pt x="21429" y="12505"/>
                </a:lnTo>
                <a:lnTo>
                  <a:pt x="21565" y="14618"/>
                </a:lnTo>
                <a:lnTo>
                  <a:pt x="21600" y="16818"/>
                </a:lnTo>
                <a:lnTo>
                  <a:pt x="21553" y="19136"/>
                </a:lnTo>
                <a:lnTo>
                  <a:pt x="21445" y="21600"/>
                </a:lnTo>
                <a:lnTo>
                  <a:pt x="19996" y="20912"/>
                </a:lnTo>
                <a:lnTo>
                  <a:pt x="18683" y="20123"/>
                </a:lnTo>
                <a:lnTo>
                  <a:pt x="17484" y="19230"/>
                </a:lnTo>
                <a:lnTo>
                  <a:pt x="16378" y="18222"/>
                </a:lnTo>
                <a:lnTo>
                  <a:pt x="15349" y="17103"/>
                </a:lnTo>
                <a:lnTo>
                  <a:pt x="14374" y="15862"/>
                </a:lnTo>
                <a:lnTo>
                  <a:pt x="13436" y="14496"/>
                </a:lnTo>
                <a:lnTo>
                  <a:pt x="12512" y="13002"/>
                </a:lnTo>
                <a:lnTo>
                  <a:pt x="11583" y="11375"/>
                </a:lnTo>
                <a:lnTo>
                  <a:pt x="10631" y="9610"/>
                </a:lnTo>
                <a:lnTo>
                  <a:pt x="9635" y="7698"/>
                </a:lnTo>
                <a:lnTo>
                  <a:pt x="9635" y="9766"/>
                </a:lnTo>
                <a:lnTo>
                  <a:pt x="9635" y="11834"/>
                </a:lnTo>
                <a:lnTo>
                  <a:pt x="9635" y="13916"/>
                </a:lnTo>
                <a:lnTo>
                  <a:pt x="9635" y="16011"/>
                </a:lnTo>
                <a:lnTo>
                  <a:pt x="9635" y="18125"/>
                </a:lnTo>
                <a:lnTo>
                  <a:pt x="7184" y="17280"/>
                </a:lnTo>
                <a:lnTo>
                  <a:pt x="5318" y="16595"/>
                </a:lnTo>
                <a:lnTo>
                  <a:pt x="3925" y="15991"/>
                </a:lnTo>
                <a:lnTo>
                  <a:pt x="2893" y="15382"/>
                </a:lnTo>
                <a:lnTo>
                  <a:pt x="2112" y="14701"/>
                </a:lnTo>
                <a:lnTo>
                  <a:pt x="1470" y="13860"/>
                </a:lnTo>
                <a:lnTo>
                  <a:pt x="858" y="12783"/>
                </a:lnTo>
                <a:lnTo>
                  <a:pt x="163" y="11389"/>
                </a:lnTo>
                <a:lnTo>
                  <a:pt x="0" y="8755"/>
                </a:lnTo>
                <a:lnTo>
                  <a:pt x="81" y="6325"/>
                </a:lnTo>
                <a:lnTo>
                  <a:pt x="443" y="4164"/>
                </a:lnTo>
                <a:lnTo>
                  <a:pt x="1122" y="2346"/>
                </a:lnTo>
                <a:lnTo>
                  <a:pt x="2155" y="935"/>
                </a:lnTo>
                <a:lnTo>
                  <a:pt x="3580" y="0"/>
                </a:lnTo>
                <a:close/>
              </a:path>
            </a:pathLst>
          </a:custGeom>
          <a:solidFill>
            <a:srgbClr val="242321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6" name="contour_07204"/>
          <p:cNvSpPr/>
          <p:nvPr/>
        </p:nvSpPr>
        <p:spPr>
          <a:xfrm>
            <a:off x="4106226" y="2198350"/>
            <a:ext cx="51016" cy="60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930"/>
                </a:moveTo>
                <a:lnTo>
                  <a:pt x="8467" y="310"/>
                </a:lnTo>
                <a:lnTo>
                  <a:pt x="10096" y="0"/>
                </a:lnTo>
                <a:lnTo>
                  <a:pt x="11504" y="0"/>
                </a:lnTo>
                <a:lnTo>
                  <a:pt x="13133" y="310"/>
                </a:lnTo>
                <a:lnTo>
                  <a:pt x="15429" y="930"/>
                </a:lnTo>
                <a:lnTo>
                  <a:pt x="16277" y="2703"/>
                </a:lnTo>
                <a:lnTo>
                  <a:pt x="17002" y="4385"/>
                </a:lnTo>
                <a:lnTo>
                  <a:pt x="17629" y="6033"/>
                </a:lnTo>
                <a:lnTo>
                  <a:pt x="18175" y="7697"/>
                </a:lnTo>
                <a:lnTo>
                  <a:pt x="18656" y="9423"/>
                </a:lnTo>
                <a:lnTo>
                  <a:pt x="19094" y="11265"/>
                </a:lnTo>
                <a:lnTo>
                  <a:pt x="19474" y="12748"/>
                </a:lnTo>
                <a:lnTo>
                  <a:pt x="19860" y="14252"/>
                </a:lnTo>
                <a:lnTo>
                  <a:pt x="20224" y="15719"/>
                </a:lnTo>
                <a:lnTo>
                  <a:pt x="20579" y="17187"/>
                </a:lnTo>
                <a:lnTo>
                  <a:pt x="20924" y="18657"/>
                </a:lnTo>
                <a:lnTo>
                  <a:pt x="21264" y="20130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398" y="19871"/>
                </a:lnTo>
                <a:lnTo>
                  <a:pt x="802" y="18148"/>
                </a:lnTo>
                <a:lnTo>
                  <a:pt x="1216" y="16425"/>
                </a:lnTo>
                <a:lnTo>
                  <a:pt x="1639" y="14704"/>
                </a:lnTo>
                <a:lnTo>
                  <a:pt x="2071" y="12986"/>
                </a:lnTo>
                <a:lnTo>
                  <a:pt x="2506" y="11265"/>
                </a:lnTo>
                <a:lnTo>
                  <a:pt x="2833" y="9782"/>
                </a:lnTo>
                <a:lnTo>
                  <a:pt x="3163" y="8278"/>
                </a:lnTo>
                <a:lnTo>
                  <a:pt x="3549" y="6862"/>
                </a:lnTo>
                <a:lnTo>
                  <a:pt x="3900" y="5772"/>
                </a:lnTo>
                <a:lnTo>
                  <a:pt x="4357" y="4656"/>
                </a:lnTo>
                <a:lnTo>
                  <a:pt x="5067" y="3160"/>
                </a:lnTo>
                <a:lnTo>
                  <a:pt x="6171" y="93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7" name="contour_07205"/>
          <p:cNvSpPr/>
          <p:nvPr/>
        </p:nvSpPr>
        <p:spPr>
          <a:xfrm>
            <a:off x="1495930" y="2179109"/>
            <a:ext cx="6678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7" y="0"/>
                </a:moveTo>
                <a:lnTo>
                  <a:pt x="1942" y="0"/>
                </a:lnTo>
                <a:lnTo>
                  <a:pt x="3500" y="0"/>
                </a:lnTo>
                <a:lnTo>
                  <a:pt x="5058" y="0"/>
                </a:lnTo>
                <a:lnTo>
                  <a:pt x="6621" y="0"/>
                </a:lnTo>
                <a:lnTo>
                  <a:pt x="8188" y="0"/>
                </a:lnTo>
                <a:lnTo>
                  <a:pt x="9763" y="0"/>
                </a:lnTo>
                <a:lnTo>
                  <a:pt x="11342" y="0"/>
                </a:lnTo>
                <a:lnTo>
                  <a:pt x="12931" y="0"/>
                </a:lnTo>
                <a:lnTo>
                  <a:pt x="14529" y="0"/>
                </a:lnTo>
                <a:lnTo>
                  <a:pt x="14017" y="292"/>
                </a:lnTo>
                <a:lnTo>
                  <a:pt x="13355" y="672"/>
                </a:lnTo>
                <a:lnTo>
                  <a:pt x="12103" y="1390"/>
                </a:lnTo>
                <a:lnTo>
                  <a:pt x="9815" y="2700"/>
                </a:lnTo>
                <a:lnTo>
                  <a:pt x="9815" y="4485"/>
                </a:lnTo>
                <a:lnTo>
                  <a:pt x="9815" y="6280"/>
                </a:lnTo>
                <a:lnTo>
                  <a:pt x="9815" y="8100"/>
                </a:lnTo>
                <a:lnTo>
                  <a:pt x="11481" y="8100"/>
                </a:lnTo>
                <a:lnTo>
                  <a:pt x="13150" y="8100"/>
                </a:lnTo>
                <a:lnTo>
                  <a:pt x="14823" y="8100"/>
                </a:lnTo>
                <a:lnTo>
                  <a:pt x="16504" y="8100"/>
                </a:lnTo>
                <a:lnTo>
                  <a:pt x="18192" y="8100"/>
                </a:lnTo>
                <a:lnTo>
                  <a:pt x="19889" y="8100"/>
                </a:lnTo>
                <a:lnTo>
                  <a:pt x="21600" y="8100"/>
                </a:lnTo>
                <a:lnTo>
                  <a:pt x="20431" y="8321"/>
                </a:lnTo>
                <a:lnTo>
                  <a:pt x="19257" y="8548"/>
                </a:lnTo>
                <a:lnTo>
                  <a:pt x="18064" y="8775"/>
                </a:lnTo>
                <a:lnTo>
                  <a:pt x="16895" y="9445"/>
                </a:lnTo>
                <a:lnTo>
                  <a:pt x="15722" y="10117"/>
                </a:lnTo>
                <a:lnTo>
                  <a:pt x="14529" y="10800"/>
                </a:lnTo>
                <a:lnTo>
                  <a:pt x="14265" y="12650"/>
                </a:lnTo>
                <a:lnTo>
                  <a:pt x="14147" y="14421"/>
                </a:lnTo>
                <a:lnTo>
                  <a:pt x="14145" y="16154"/>
                </a:lnTo>
                <a:lnTo>
                  <a:pt x="14227" y="17898"/>
                </a:lnTo>
                <a:lnTo>
                  <a:pt x="14366" y="19699"/>
                </a:lnTo>
                <a:lnTo>
                  <a:pt x="14529" y="21600"/>
                </a:lnTo>
                <a:lnTo>
                  <a:pt x="12971" y="21600"/>
                </a:lnTo>
                <a:lnTo>
                  <a:pt x="11403" y="21600"/>
                </a:lnTo>
                <a:lnTo>
                  <a:pt x="9815" y="21600"/>
                </a:lnTo>
                <a:lnTo>
                  <a:pt x="9303" y="20345"/>
                </a:lnTo>
                <a:lnTo>
                  <a:pt x="8782" y="19067"/>
                </a:lnTo>
                <a:lnTo>
                  <a:pt x="8125" y="17645"/>
                </a:lnTo>
                <a:lnTo>
                  <a:pt x="7458" y="16200"/>
                </a:lnTo>
                <a:lnTo>
                  <a:pt x="6241" y="15922"/>
                </a:lnTo>
                <a:lnTo>
                  <a:pt x="5016" y="15641"/>
                </a:lnTo>
                <a:lnTo>
                  <a:pt x="3776" y="15358"/>
                </a:lnTo>
                <a:lnTo>
                  <a:pt x="2656" y="14745"/>
                </a:lnTo>
                <a:lnTo>
                  <a:pt x="1530" y="14126"/>
                </a:lnTo>
                <a:lnTo>
                  <a:pt x="387" y="13500"/>
                </a:lnTo>
                <a:lnTo>
                  <a:pt x="156" y="11529"/>
                </a:lnTo>
                <a:lnTo>
                  <a:pt x="33" y="9615"/>
                </a:lnTo>
                <a:lnTo>
                  <a:pt x="0" y="7727"/>
                </a:lnTo>
                <a:lnTo>
                  <a:pt x="38" y="5848"/>
                </a:lnTo>
                <a:lnTo>
                  <a:pt x="127" y="3950"/>
                </a:lnTo>
                <a:lnTo>
                  <a:pt x="250" y="2009"/>
                </a:lnTo>
                <a:lnTo>
                  <a:pt x="387" y="0"/>
                </a:lnTo>
                <a:close/>
              </a:path>
            </a:pathLst>
          </a:custGeom>
          <a:solidFill>
            <a:srgbClr val="39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8" name="contour_07206"/>
          <p:cNvSpPr/>
          <p:nvPr/>
        </p:nvSpPr>
        <p:spPr>
          <a:xfrm>
            <a:off x="964052" y="2193685"/>
            <a:ext cx="46643" cy="51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6" y="0"/>
                </a:moveTo>
                <a:lnTo>
                  <a:pt x="1505" y="154"/>
                </a:lnTo>
                <a:lnTo>
                  <a:pt x="2440" y="299"/>
                </a:lnTo>
                <a:lnTo>
                  <a:pt x="3463" y="453"/>
                </a:lnTo>
                <a:lnTo>
                  <a:pt x="4738" y="647"/>
                </a:lnTo>
                <a:lnTo>
                  <a:pt x="6433" y="905"/>
                </a:lnTo>
                <a:lnTo>
                  <a:pt x="8714" y="1250"/>
                </a:lnTo>
                <a:lnTo>
                  <a:pt x="11745" y="1712"/>
                </a:lnTo>
                <a:lnTo>
                  <a:pt x="15697" y="2312"/>
                </a:lnTo>
                <a:lnTo>
                  <a:pt x="20736" y="3079"/>
                </a:lnTo>
                <a:lnTo>
                  <a:pt x="21168" y="6968"/>
                </a:lnTo>
                <a:lnTo>
                  <a:pt x="21458" y="9847"/>
                </a:lnTo>
                <a:lnTo>
                  <a:pt x="21600" y="11981"/>
                </a:lnTo>
                <a:lnTo>
                  <a:pt x="21600" y="13640"/>
                </a:lnTo>
                <a:lnTo>
                  <a:pt x="21458" y="15097"/>
                </a:lnTo>
                <a:lnTo>
                  <a:pt x="21168" y="16618"/>
                </a:lnTo>
                <a:lnTo>
                  <a:pt x="20736" y="18475"/>
                </a:lnTo>
                <a:lnTo>
                  <a:pt x="18627" y="19682"/>
                </a:lnTo>
                <a:lnTo>
                  <a:pt x="16500" y="20556"/>
                </a:lnTo>
                <a:lnTo>
                  <a:pt x="14330" y="21141"/>
                </a:lnTo>
                <a:lnTo>
                  <a:pt x="12079" y="21477"/>
                </a:lnTo>
                <a:lnTo>
                  <a:pt x="9727" y="21600"/>
                </a:lnTo>
                <a:lnTo>
                  <a:pt x="7236" y="21554"/>
                </a:lnTo>
                <a:lnTo>
                  <a:pt x="4995" y="20984"/>
                </a:lnTo>
                <a:lnTo>
                  <a:pt x="3544" y="20473"/>
                </a:lnTo>
                <a:lnTo>
                  <a:pt x="2251" y="19734"/>
                </a:lnTo>
                <a:lnTo>
                  <a:pt x="486" y="18475"/>
                </a:lnTo>
                <a:lnTo>
                  <a:pt x="226" y="16409"/>
                </a:lnTo>
                <a:lnTo>
                  <a:pt x="71" y="14358"/>
                </a:lnTo>
                <a:lnTo>
                  <a:pt x="0" y="12320"/>
                </a:lnTo>
                <a:lnTo>
                  <a:pt x="0" y="10284"/>
                </a:lnTo>
                <a:lnTo>
                  <a:pt x="54" y="8249"/>
                </a:lnTo>
                <a:lnTo>
                  <a:pt x="145" y="6207"/>
                </a:lnTo>
                <a:lnTo>
                  <a:pt x="260" y="4157"/>
                </a:lnTo>
                <a:lnTo>
                  <a:pt x="378" y="2091"/>
                </a:lnTo>
                <a:lnTo>
                  <a:pt x="486" y="0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7209" name="contour_07207"/>
          <p:cNvSpPr/>
          <p:nvPr/>
        </p:nvSpPr>
        <p:spPr>
          <a:xfrm>
            <a:off x="6977695" y="2175881"/>
            <a:ext cx="87456" cy="469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1485"/>
                </a:moveTo>
                <a:lnTo>
                  <a:pt x="3067" y="882"/>
                </a:lnTo>
                <a:lnTo>
                  <a:pt x="4325" y="443"/>
                </a:lnTo>
                <a:lnTo>
                  <a:pt x="5580" y="158"/>
                </a:lnTo>
                <a:lnTo>
                  <a:pt x="6829" y="13"/>
                </a:lnTo>
                <a:lnTo>
                  <a:pt x="8080" y="0"/>
                </a:lnTo>
                <a:lnTo>
                  <a:pt x="9331" y="107"/>
                </a:lnTo>
                <a:lnTo>
                  <a:pt x="10588" y="318"/>
                </a:lnTo>
                <a:lnTo>
                  <a:pt x="11849" y="627"/>
                </a:lnTo>
                <a:lnTo>
                  <a:pt x="13118" y="1019"/>
                </a:lnTo>
                <a:lnTo>
                  <a:pt x="14400" y="1485"/>
                </a:lnTo>
                <a:lnTo>
                  <a:pt x="15484" y="2910"/>
                </a:lnTo>
                <a:lnTo>
                  <a:pt x="16495" y="4388"/>
                </a:lnTo>
                <a:lnTo>
                  <a:pt x="17444" y="5934"/>
                </a:lnTo>
                <a:lnTo>
                  <a:pt x="18338" y="7550"/>
                </a:lnTo>
                <a:lnTo>
                  <a:pt x="19192" y="9246"/>
                </a:lnTo>
                <a:lnTo>
                  <a:pt x="20012" y="11033"/>
                </a:lnTo>
                <a:lnTo>
                  <a:pt x="20812" y="12910"/>
                </a:lnTo>
                <a:lnTo>
                  <a:pt x="21600" y="14895"/>
                </a:lnTo>
                <a:lnTo>
                  <a:pt x="20709" y="16555"/>
                </a:lnTo>
                <a:lnTo>
                  <a:pt x="19814" y="18224"/>
                </a:lnTo>
                <a:lnTo>
                  <a:pt x="18913" y="19900"/>
                </a:lnTo>
                <a:lnTo>
                  <a:pt x="18000" y="21600"/>
                </a:lnTo>
                <a:lnTo>
                  <a:pt x="17888" y="20819"/>
                </a:lnTo>
                <a:lnTo>
                  <a:pt x="17550" y="18455"/>
                </a:lnTo>
                <a:lnTo>
                  <a:pt x="16709" y="16575"/>
                </a:lnTo>
                <a:lnTo>
                  <a:pt x="15808" y="15153"/>
                </a:lnTo>
                <a:lnTo>
                  <a:pt x="14843" y="14104"/>
                </a:lnTo>
                <a:lnTo>
                  <a:pt x="13813" y="13346"/>
                </a:lnTo>
                <a:lnTo>
                  <a:pt x="12717" y="12796"/>
                </a:lnTo>
                <a:lnTo>
                  <a:pt x="11551" y="12367"/>
                </a:lnTo>
                <a:lnTo>
                  <a:pt x="10312" y="11978"/>
                </a:lnTo>
                <a:lnTo>
                  <a:pt x="9000" y="11543"/>
                </a:lnTo>
                <a:lnTo>
                  <a:pt x="8644" y="13534"/>
                </a:lnTo>
                <a:lnTo>
                  <a:pt x="8285" y="15532"/>
                </a:lnTo>
                <a:lnTo>
                  <a:pt x="7927" y="17537"/>
                </a:lnTo>
                <a:lnTo>
                  <a:pt x="7565" y="19558"/>
                </a:lnTo>
                <a:lnTo>
                  <a:pt x="7200" y="21600"/>
                </a:lnTo>
                <a:lnTo>
                  <a:pt x="7200" y="19384"/>
                </a:lnTo>
                <a:lnTo>
                  <a:pt x="7200" y="17155"/>
                </a:lnTo>
                <a:lnTo>
                  <a:pt x="7200" y="14895"/>
                </a:lnTo>
                <a:lnTo>
                  <a:pt x="6017" y="13893"/>
                </a:lnTo>
                <a:lnTo>
                  <a:pt x="5083" y="13350"/>
                </a:lnTo>
                <a:lnTo>
                  <a:pt x="3600" y="12800"/>
                </a:lnTo>
                <a:lnTo>
                  <a:pt x="2596" y="12421"/>
                </a:lnTo>
                <a:lnTo>
                  <a:pt x="1575" y="12039"/>
                </a:lnTo>
                <a:lnTo>
                  <a:pt x="794" y="11791"/>
                </a:lnTo>
                <a:lnTo>
                  <a:pt x="0" y="11543"/>
                </a:lnTo>
                <a:lnTo>
                  <a:pt x="268" y="9092"/>
                </a:lnTo>
                <a:lnTo>
                  <a:pt x="495" y="7342"/>
                </a:lnTo>
                <a:lnTo>
                  <a:pt x="769" y="5813"/>
                </a:lnTo>
                <a:lnTo>
                  <a:pt x="1175" y="4023"/>
                </a:lnTo>
                <a:lnTo>
                  <a:pt x="1800" y="1485"/>
                </a:lnTo>
                <a:close/>
              </a:path>
            </a:pathLst>
          </a:custGeom>
          <a:solidFill>
            <a:srgbClr val="D4D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0" name="contour_07208"/>
          <p:cNvSpPr/>
          <p:nvPr/>
        </p:nvSpPr>
        <p:spPr>
          <a:xfrm>
            <a:off x="11401505" y="2142670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263" y="423"/>
                </a:lnTo>
                <a:lnTo>
                  <a:pt x="9077" y="858"/>
                </a:lnTo>
                <a:lnTo>
                  <a:pt x="10862" y="1330"/>
                </a:lnTo>
                <a:lnTo>
                  <a:pt x="12633" y="1845"/>
                </a:lnTo>
                <a:lnTo>
                  <a:pt x="14405" y="2425"/>
                </a:lnTo>
                <a:lnTo>
                  <a:pt x="16200" y="3086"/>
                </a:lnTo>
                <a:lnTo>
                  <a:pt x="17744" y="3666"/>
                </a:lnTo>
                <a:lnTo>
                  <a:pt x="19310" y="4255"/>
                </a:lnTo>
                <a:lnTo>
                  <a:pt x="20447" y="5206"/>
                </a:lnTo>
                <a:lnTo>
                  <a:pt x="21600" y="6171"/>
                </a:lnTo>
                <a:lnTo>
                  <a:pt x="21505" y="8168"/>
                </a:lnTo>
                <a:lnTo>
                  <a:pt x="21306" y="10121"/>
                </a:lnTo>
                <a:lnTo>
                  <a:pt x="21017" y="12037"/>
                </a:lnTo>
                <a:lnTo>
                  <a:pt x="20658" y="13938"/>
                </a:lnTo>
                <a:lnTo>
                  <a:pt x="20247" y="15830"/>
                </a:lnTo>
                <a:lnTo>
                  <a:pt x="19807" y="17727"/>
                </a:lnTo>
                <a:lnTo>
                  <a:pt x="19351" y="19647"/>
                </a:lnTo>
                <a:lnTo>
                  <a:pt x="18900" y="21600"/>
                </a:lnTo>
                <a:lnTo>
                  <a:pt x="17199" y="21045"/>
                </a:lnTo>
                <a:lnTo>
                  <a:pt x="15498" y="20489"/>
                </a:lnTo>
                <a:lnTo>
                  <a:pt x="13794" y="19934"/>
                </a:lnTo>
                <a:lnTo>
                  <a:pt x="12088" y="19375"/>
                </a:lnTo>
                <a:lnTo>
                  <a:pt x="10376" y="18817"/>
                </a:lnTo>
                <a:lnTo>
                  <a:pt x="8664" y="18258"/>
                </a:lnTo>
                <a:lnTo>
                  <a:pt x="6944" y="17697"/>
                </a:lnTo>
                <a:lnTo>
                  <a:pt x="5219" y="17132"/>
                </a:lnTo>
                <a:lnTo>
                  <a:pt x="3488" y="16567"/>
                </a:lnTo>
                <a:lnTo>
                  <a:pt x="1747" y="15999"/>
                </a:lnTo>
                <a:lnTo>
                  <a:pt x="0" y="15429"/>
                </a:lnTo>
                <a:lnTo>
                  <a:pt x="786" y="11476"/>
                </a:lnTo>
                <a:lnTo>
                  <a:pt x="1412" y="8461"/>
                </a:lnTo>
                <a:lnTo>
                  <a:pt x="1947" y="6208"/>
                </a:lnTo>
                <a:lnTo>
                  <a:pt x="2446" y="4533"/>
                </a:lnTo>
                <a:lnTo>
                  <a:pt x="2981" y="3255"/>
                </a:lnTo>
                <a:lnTo>
                  <a:pt x="3607" y="2194"/>
                </a:lnTo>
                <a:lnTo>
                  <a:pt x="4393" y="1169"/>
                </a:lnTo>
                <a:lnTo>
                  <a:pt x="5400" y="0"/>
                </a:lnTo>
                <a:close/>
              </a:path>
            </a:pathLst>
          </a:custGeom>
          <a:solidFill>
            <a:srgbClr val="CDD2D7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1" name="contour_07209"/>
          <p:cNvSpPr/>
          <p:nvPr/>
        </p:nvSpPr>
        <p:spPr>
          <a:xfrm>
            <a:off x="9965771" y="2113518"/>
            <a:ext cx="1093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2390" y="256"/>
                </a:lnTo>
                <a:lnTo>
                  <a:pt x="3341" y="509"/>
                </a:lnTo>
                <a:lnTo>
                  <a:pt x="4293" y="765"/>
                </a:lnTo>
                <a:lnTo>
                  <a:pt x="5246" y="1018"/>
                </a:lnTo>
                <a:lnTo>
                  <a:pt x="6201" y="1274"/>
                </a:lnTo>
                <a:lnTo>
                  <a:pt x="7157" y="1531"/>
                </a:lnTo>
                <a:lnTo>
                  <a:pt x="8116" y="1787"/>
                </a:lnTo>
                <a:lnTo>
                  <a:pt x="9078" y="2046"/>
                </a:lnTo>
                <a:lnTo>
                  <a:pt x="10043" y="2305"/>
                </a:lnTo>
                <a:lnTo>
                  <a:pt x="11010" y="2564"/>
                </a:lnTo>
                <a:lnTo>
                  <a:pt x="11984" y="2823"/>
                </a:lnTo>
                <a:lnTo>
                  <a:pt x="12960" y="3086"/>
                </a:lnTo>
                <a:lnTo>
                  <a:pt x="12960" y="5125"/>
                </a:lnTo>
                <a:lnTo>
                  <a:pt x="12960" y="7177"/>
                </a:lnTo>
                <a:lnTo>
                  <a:pt x="12960" y="9257"/>
                </a:lnTo>
                <a:lnTo>
                  <a:pt x="13910" y="8578"/>
                </a:lnTo>
                <a:lnTo>
                  <a:pt x="14862" y="7899"/>
                </a:lnTo>
                <a:lnTo>
                  <a:pt x="15814" y="7217"/>
                </a:lnTo>
                <a:lnTo>
                  <a:pt x="16769" y="6536"/>
                </a:lnTo>
                <a:lnTo>
                  <a:pt x="17726" y="5854"/>
                </a:lnTo>
                <a:lnTo>
                  <a:pt x="18688" y="5165"/>
                </a:lnTo>
                <a:lnTo>
                  <a:pt x="19653" y="4477"/>
                </a:lnTo>
                <a:lnTo>
                  <a:pt x="20624" y="3783"/>
                </a:lnTo>
                <a:lnTo>
                  <a:pt x="21600" y="3086"/>
                </a:lnTo>
                <a:lnTo>
                  <a:pt x="20683" y="6320"/>
                </a:lnTo>
                <a:lnTo>
                  <a:pt x="19993" y="8702"/>
                </a:lnTo>
                <a:lnTo>
                  <a:pt x="19452" y="10451"/>
                </a:lnTo>
                <a:lnTo>
                  <a:pt x="18986" y="11781"/>
                </a:lnTo>
                <a:lnTo>
                  <a:pt x="18518" y="12911"/>
                </a:lnTo>
                <a:lnTo>
                  <a:pt x="17976" y="14055"/>
                </a:lnTo>
                <a:lnTo>
                  <a:pt x="17280" y="15429"/>
                </a:lnTo>
                <a:lnTo>
                  <a:pt x="16163" y="15213"/>
                </a:lnTo>
                <a:lnTo>
                  <a:pt x="15193" y="14904"/>
                </a:lnTo>
                <a:lnTo>
                  <a:pt x="14306" y="14484"/>
                </a:lnTo>
                <a:lnTo>
                  <a:pt x="13441" y="13932"/>
                </a:lnTo>
                <a:lnTo>
                  <a:pt x="12532" y="13225"/>
                </a:lnTo>
                <a:lnTo>
                  <a:pt x="11520" y="12343"/>
                </a:lnTo>
                <a:lnTo>
                  <a:pt x="10585" y="11679"/>
                </a:lnTo>
                <a:lnTo>
                  <a:pt x="9649" y="11022"/>
                </a:lnTo>
                <a:lnTo>
                  <a:pt x="8713" y="10365"/>
                </a:lnTo>
                <a:lnTo>
                  <a:pt x="7777" y="9714"/>
                </a:lnTo>
                <a:lnTo>
                  <a:pt x="6840" y="9066"/>
                </a:lnTo>
                <a:lnTo>
                  <a:pt x="6048" y="8489"/>
                </a:lnTo>
                <a:lnTo>
                  <a:pt x="5256" y="7909"/>
                </a:lnTo>
                <a:lnTo>
                  <a:pt x="4464" y="7332"/>
                </a:lnTo>
                <a:lnTo>
                  <a:pt x="3672" y="6752"/>
                </a:lnTo>
                <a:lnTo>
                  <a:pt x="2880" y="6171"/>
                </a:lnTo>
                <a:lnTo>
                  <a:pt x="2880" y="8353"/>
                </a:lnTo>
                <a:lnTo>
                  <a:pt x="2880" y="10538"/>
                </a:lnTo>
                <a:lnTo>
                  <a:pt x="2880" y="12729"/>
                </a:lnTo>
                <a:lnTo>
                  <a:pt x="2880" y="14929"/>
                </a:lnTo>
                <a:lnTo>
                  <a:pt x="2880" y="17138"/>
                </a:lnTo>
                <a:lnTo>
                  <a:pt x="2880" y="19360"/>
                </a:lnTo>
                <a:lnTo>
                  <a:pt x="2880" y="21600"/>
                </a:lnTo>
                <a:lnTo>
                  <a:pt x="2167" y="20835"/>
                </a:lnTo>
                <a:lnTo>
                  <a:pt x="1450" y="20069"/>
                </a:lnTo>
                <a:lnTo>
                  <a:pt x="730" y="19295"/>
                </a:lnTo>
                <a:lnTo>
                  <a:pt x="0" y="18514"/>
                </a:lnTo>
                <a:lnTo>
                  <a:pt x="42" y="16404"/>
                </a:lnTo>
                <a:lnTo>
                  <a:pt x="130" y="14324"/>
                </a:lnTo>
                <a:lnTo>
                  <a:pt x="256" y="12269"/>
                </a:lnTo>
                <a:lnTo>
                  <a:pt x="415" y="10229"/>
                </a:lnTo>
                <a:lnTo>
                  <a:pt x="599" y="8199"/>
                </a:lnTo>
                <a:lnTo>
                  <a:pt x="801" y="6168"/>
                </a:lnTo>
                <a:lnTo>
                  <a:pt x="1012" y="4132"/>
                </a:lnTo>
                <a:lnTo>
                  <a:pt x="1228" y="2077"/>
                </a:lnTo>
                <a:lnTo>
                  <a:pt x="1440" y="0"/>
                </a:lnTo>
                <a:close/>
              </a:path>
            </a:pathLst>
          </a:custGeom>
          <a:solidFill>
            <a:srgbClr val="5B5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2" name="contour_07210"/>
          <p:cNvSpPr/>
          <p:nvPr/>
        </p:nvSpPr>
        <p:spPr>
          <a:xfrm>
            <a:off x="2553884" y="2075795"/>
            <a:ext cx="51074" cy="59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65"/>
                </a:moveTo>
                <a:lnTo>
                  <a:pt x="4041" y="230"/>
                </a:lnTo>
                <a:lnTo>
                  <a:pt x="7240" y="71"/>
                </a:lnTo>
                <a:lnTo>
                  <a:pt x="9761" y="0"/>
                </a:lnTo>
                <a:lnTo>
                  <a:pt x="11762" y="34"/>
                </a:lnTo>
                <a:lnTo>
                  <a:pt x="13404" y="185"/>
                </a:lnTo>
                <a:lnTo>
                  <a:pt x="14856" y="473"/>
                </a:lnTo>
                <a:lnTo>
                  <a:pt x="16271" y="906"/>
                </a:lnTo>
                <a:lnTo>
                  <a:pt x="17815" y="1506"/>
                </a:lnTo>
                <a:lnTo>
                  <a:pt x="19649" y="2283"/>
                </a:lnTo>
                <a:lnTo>
                  <a:pt x="20527" y="4071"/>
                </a:lnTo>
                <a:lnTo>
                  <a:pt x="21125" y="5770"/>
                </a:lnTo>
                <a:lnTo>
                  <a:pt x="21474" y="7413"/>
                </a:lnTo>
                <a:lnTo>
                  <a:pt x="21600" y="9035"/>
                </a:lnTo>
                <a:lnTo>
                  <a:pt x="21529" y="10673"/>
                </a:lnTo>
                <a:lnTo>
                  <a:pt x="21292" y="12361"/>
                </a:lnTo>
                <a:lnTo>
                  <a:pt x="20913" y="14134"/>
                </a:lnTo>
                <a:lnTo>
                  <a:pt x="20420" y="16028"/>
                </a:lnTo>
                <a:lnTo>
                  <a:pt x="19248" y="17745"/>
                </a:lnTo>
                <a:lnTo>
                  <a:pt x="18277" y="18773"/>
                </a:lnTo>
                <a:lnTo>
                  <a:pt x="16980" y="19521"/>
                </a:lnTo>
                <a:lnTo>
                  <a:pt x="14832" y="20403"/>
                </a:lnTo>
                <a:lnTo>
                  <a:pt x="12868" y="20710"/>
                </a:lnTo>
                <a:lnTo>
                  <a:pt x="10923" y="20971"/>
                </a:lnTo>
                <a:lnTo>
                  <a:pt x="8982" y="21193"/>
                </a:lnTo>
                <a:lnTo>
                  <a:pt x="7037" y="21373"/>
                </a:lnTo>
                <a:lnTo>
                  <a:pt x="5073" y="21508"/>
                </a:lnTo>
                <a:lnTo>
                  <a:pt x="3082" y="21600"/>
                </a:lnTo>
                <a:lnTo>
                  <a:pt x="3215" y="21019"/>
                </a:lnTo>
                <a:lnTo>
                  <a:pt x="3446" y="19994"/>
                </a:lnTo>
                <a:lnTo>
                  <a:pt x="3973" y="17648"/>
                </a:lnTo>
                <a:lnTo>
                  <a:pt x="4315" y="15954"/>
                </a:lnTo>
                <a:lnTo>
                  <a:pt x="4660" y="14248"/>
                </a:lnTo>
                <a:lnTo>
                  <a:pt x="5009" y="12517"/>
                </a:lnTo>
                <a:lnTo>
                  <a:pt x="5366" y="10829"/>
                </a:lnTo>
                <a:lnTo>
                  <a:pt x="5727" y="9130"/>
                </a:lnTo>
                <a:lnTo>
                  <a:pt x="6093" y="7410"/>
                </a:lnTo>
                <a:lnTo>
                  <a:pt x="6115" y="5989"/>
                </a:lnTo>
                <a:lnTo>
                  <a:pt x="6140" y="4557"/>
                </a:lnTo>
                <a:lnTo>
                  <a:pt x="6164" y="3107"/>
                </a:lnTo>
                <a:lnTo>
                  <a:pt x="4374" y="1992"/>
                </a:lnTo>
                <a:lnTo>
                  <a:pt x="3135" y="1345"/>
                </a:lnTo>
                <a:lnTo>
                  <a:pt x="1871" y="917"/>
                </a:lnTo>
                <a:lnTo>
                  <a:pt x="0" y="465"/>
                </a:lnTo>
                <a:close/>
              </a:path>
            </a:pathLst>
          </a:custGeom>
          <a:solidFill>
            <a:srgbClr val="9D8A5D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3" name="contour_07211"/>
          <p:cNvSpPr/>
          <p:nvPr/>
        </p:nvSpPr>
        <p:spPr>
          <a:xfrm>
            <a:off x="5534672" y="2047926"/>
            <a:ext cx="94744" cy="444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727" y="673"/>
                </a:lnTo>
                <a:lnTo>
                  <a:pt x="13804" y="1373"/>
                </a:lnTo>
                <a:lnTo>
                  <a:pt x="14862" y="2124"/>
                </a:lnTo>
                <a:lnTo>
                  <a:pt x="15904" y="2935"/>
                </a:lnTo>
                <a:lnTo>
                  <a:pt x="16931" y="3819"/>
                </a:lnTo>
                <a:lnTo>
                  <a:pt x="17945" y="4796"/>
                </a:lnTo>
                <a:lnTo>
                  <a:pt x="18947" y="5876"/>
                </a:lnTo>
                <a:lnTo>
                  <a:pt x="19938" y="7080"/>
                </a:lnTo>
                <a:lnTo>
                  <a:pt x="20480" y="9451"/>
                </a:lnTo>
                <a:lnTo>
                  <a:pt x="20871" y="11681"/>
                </a:lnTo>
                <a:lnTo>
                  <a:pt x="21141" y="13869"/>
                </a:lnTo>
                <a:lnTo>
                  <a:pt x="21329" y="16124"/>
                </a:lnTo>
                <a:lnTo>
                  <a:pt x="21470" y="18545"/>
                </a:lnTo>
                <a:lnTo>
                  <a:pt x="21600" y="21239"/>
                </a:lnTo>
                <a:lnTo>
                  <a:pt x="20982" y="20251"/>
                </a:lnTo>
                <a:lnTo>
                  <a:pt x="20354" y="19250"/>
                </a:lnTo>
                <a:lnTo>
                  <a:pt x="19146" y="18549"/>
                </a:lnTo>
                <a:lnTo>
                  <a:pt x="18064" y="18312"/>
                </a:lnTo>
                <a:lnTo>
                  <a:pt x="17049" y="18460"/>
                </a:lnTo>
                <a:lnTo>
                  <a:pt x="16036" y="18899"/>
                </a:lnTo>
                <a:lnTo>
                  <a:pt x="14962" y="19550"/>
                </a:lnTo>
                <a:lnTo>
                  <a:pt x="13766" y="20326"/>
                </a:lnTo>
                <a:lnTo>
                  <a:pt x="12634" y="20754"/>
                </a:lnTo>
                <a:lnTo>
                  <a:pt x="11498" y="21080"/>
                </a:lnTo>
                <a:lnTo>
                  <a:pt x="10356" y="21317"/>
                </a:lnTo>
                <a:lnTo>
                  <a:pt x="9210" y="21476"/>
                </a:lnTo>
                <a:lnTo>
                  <a:pt x="8060" y="21565"/>
                </a:lnTo>
                <a:lnTo>
                  <a:pt x="6909" y="21600"/>
                </a:lnTo>
                <a:lnTo>
                  <a:pt x="5756" y="21586"/>
                </a:lnTo>
                <a:lnTo>
                  <a:pt x="4601" y="21540"/>
                </a:lnTo>
                <a:lnTo>
                  <a:pt x="3448" y="21473"/>
                </a:lnTo>
                <a:lnTo>
                  <a:pt x="2296" y="21391"/>
                </a:lnTo>
                <a:lnTo>
                  <a:pt x="1146" y="21310"/>
                </a:lnTo>
                <a:lnTo>
                  <a:pt x="0" y="21239"/>
                </a:lnTo>
                <a:lnTo>
                  <a:pt x="1035" y="20050"/>
                </a:lnTo>
                <a:lnTo>
                  <a:pt x="2074" y="18871"/>
                </a:lnTo>
                <a:lnTo>
                  <a:pt x="3115" y="17699"/>
                </a:lnTo>
                <a:lnTo>
                  <a:pt x="3551" y="17204"/>
                </a:lnTo>
                <a:lnTo>
                  <a:pt x="4868" y="15710"/>
                </a:lnTo>
                <a:lnTo>
                  <a:pt x="5762" y="14952"/>
                </a:lnTo>
                <a:lnTo>
                  <a:pt x="6475" y="14496"/>
                </a:lnTo>
                <a:lnTo>
                  <a:pt x="7251" y="14258"/>
                </a:lnTo>
                <a:lnTo>
                  <a:pt x="8333" y="14173"/>
                </a:lnTo>
                <a:lnTo>
                  <a:pt x="9969" y="14159"/>
                </a:lnTo>
                <a:lnTo>
                  <a:pt x="10466" y="11834"/>
                </a:lnTo>
                <a:lnTo>
                  <a:pt x="10735" y="9996"/>
                </a:lnTo>
                <a:lnTo>
                  <a:pt x="11008" y="7080"/>
                </a:lnTo>
                <a:lnTo>
                  <a:pt x="11195" y="5104"/>
                </a:lnTo>
                <a:lnTo>
                  <a:pt x="11385" y="3097"/>
                </a:lnTo>
                <a:lnTo>
                  <a:pt x="11508" y="1561"/>
                </a:lnTo>
                <a:lnTo>
                  <a:pt x="11631" y="0"/>
                </a:lnTo>
                <a:close/>
              </a:path>
            </a:pathLst>
          </a:custGeom>
          <a:solidFill>
            <a:srgbClr val="ABA289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4" name="contour_07212"/>
          <p:cNvSpPr/>
          <p:nvPr/>
        </p:nvSpPr>
        <p:spPr>
          <a:xfrm>
            <a:off x="4507065" y="2047926"/>
            <a:ext cx="131184" cy="234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12" y="0"/>
                </a:lnTo>
                <a:lnTo>
                  <a:pt x="1626" y="0"/>
                </a:lnTo>
                <a:lnTo>
                  <a:pt x="2440" y="0"/>
                </a:lnTo>
                <a:lnTo>
                  <a:pt x="3253" y="0"/>
                </a:lnTo>
                <a:lnTo>
                  <a:pt x="4067" y="0"/>
                </a:lnTo>
                <a:lnTo>
                  <a:pt x="4882" y="0"/>
                </a:lnTo>
                <a:lnTo>
                  <a:pt x="5698" y="0"/>
                </a:lnTo>
                <a:lnTo>
                  <a:pt x="6515" y="0"/>
                </a:lnTo>
                <a:lnTo>
                  <a:pt x="7332" y="0"/>
                </a:lnTo>
                <a:lnTo>
                  <a:pt x="8152" y="0"/>
                </a:lnTo>
                <a:lnTo>
                  <a:pt x="8971" y="0"/>
                </a:lnTo>
                <a:lnTo>
                  <a:pt x="9793" y="0"/>
                </a:lnTo>
                <a:lnTo>
                  <a:pt x="10616" y="0"/>
                </a:lnTo>
                <a:lnTo>
                  <a:pt x="11442" y="0"/>
                </a:lnTo>
                <a:lnTo>
                  <a:pt x="12269" y="0"/>
                </a:lnTo>
                <a:lnTo>
                  <a:pt x="13099" y="0"/>
                </a:lnTo>
                <a:lnTo>
                  <a:pt x="13930" y="0"/>
                </a:lnTo>
                <a:lnTo>
                  <a:pt x="14764" y="0"/>
                </a:lnTo>
                <a:lnTo>
                  <a:pt x="15600" y="0"/>
                </a:lnTo>
                <a:lnTo>
                  <a:pt x="15600" y="4430"/>
                </a:lnTo>
                <a:lnTo>
                  <a:pt x="15600" y="8887"/>
                </a:lnTo>
                <a:lnTo>
                  <a:pt x="15600" y="13404"/>
                </a:lnTo>
                <a:lnTo>
                  <a:pt x="16448" y="13404"/>
                </a:lnTo>
                <a:lnTo>
                  <a:pt x="17298" y="13404"/>
                </a:lnTo>
                <a:lnTo>
                  <a:pt x="18150" y="13404"/>
                </a:lnTo>
                <a:lnTo>
                  <a:pt x="19006" y="13404"/>
                </a:lnTo>
                <a:lnTo>
                  <a:pt x="19865" y="13404"/>
                </a:lnTo>
                <a:lnTo>
                  <a:pt x="20729" y="13404"/>
                </a:lnTo>
                <a:lnTo>
                  <a:pt x="21600" y="13404"/>
                </a:lnTo>
                <a:lnTo>
                  <a:pt x="21600" y="16728"/>
                </a:lnTo>
                <a:lnTo>
                  <a:pt x="21600" y="20105"/>
                </a:lnTo>
                <a:lnTo>
                  <a:pt x="19742" y="20434"/>
                </a:lnTo>
                <a:lnTo>
                  <a:pt x="18026" y="20729"/>
                </a:lnTo>
                <a:lnTo>
                  <a:pt x="16445" y="20990"/>
                </a:lnTo>
                <a:lnTo>
                  <a:pt x="14988" y="21211"/>
                </a:lnTo>
                <a:lnTo>
                  <a:pt x="13651" y="21386"/>
                </a:lnTo>
                <a:lnTo>
                  <a:pt x="12426" y="21513"/>
                </a:lnTo>
                <a:lnTo>
                  <a:pt x="11305" y="21587"/>
                </a:lnTo>
                <a:lnTo>
                  <a:pt x="10280" y="21600"/>
                </a:lnTo>
                <a:lnTo>
                  <a:pt x="9346" y="21553"/>
                </a:lnTo>
                <a:lnTo>
                  <a:pt x="8494" y="21439"/>
                </a:lnTo>
                <a:lnTo>
                  <a:pt x="7715" y="21252"/>
                </a:lnTo>
                <a:lnTo>
                  <a:pt x="7004" y="20983"/>
                </a:lnTo>
                <a:lnTo>
                  <a:pt x="6354" y="20642"/>
                </a:lnTo>
                <a:lnTo>
                  <a:pt x="5756" y="20213"/>
                </a:lnTo>
                <a:lnTo>
                  <a:pt x="5203" y="19690"/>
                </a:lnTo>
                <a:lnTo>
                  <a:pt x="4688" y="19073"/>
                </a:lnTo>
                <a:lnTo>
                  <a:pt x="4204" y="18363"/>
                </a:lnTo>
                <a:lnTo>
                  <a:pt x="3743" y="17545"/>
                </a:lnTo>
                <a:lnTo>
                  <a:pt x="3298" y="16614"/>
                </a:lnTo>
                <a:lnTo>
                  <a:pt x="2860" y="15575"/>
                </a:lnTo>
                <a:lnTo>
                  <a:pt x="2424" y="14416"/>
                </a:lnTo>
                <a:lnTo>
                  <a:pt x="1981" y="13136"/>
                </a:lnTo>
                <a:lnTo>
                  <a:pt x="1525" y="11728"/>
                </a:lnTo>
                <a:lnTo>
                  <a:pt x="1048" y="10193"/>
                </a:lnTo>
                <a:lnTo>
                  <a:pt x="541" y="8518"/>
                </a:lnTo>
                <a:lnTo>
                  <a:pt x="0" y="6702"/>
                </a:lnTo>
                <a:lnTo>
                  <a:pt x="0" y="3378"/>
                </a:lnTo>
                <a:lnTo>
                  <a:pt x="0" y="0"/>
                </a:lnTo>
                <a:close/>
              </a:path>
            </a:pathLst>
          </a:custGeom>
          <a:solidFill>
            <a:srgbClr val="8BC5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5" name="contour_07213"/>
          <p:cNvSpPr/>
          <p:nvPr/>
        </p:nvSpPr>
        <p:spPr>
          <a:xfrm>
            <a:off x="3879234" y="2040638"/>
            <a:ext cx="885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0" y="0"/>
                </a:moveTo>
                <a:lnTo>
                  <a:pt x="2628" y="547"/>
                </a:lnTo>
                <a:lnTo>
                  <a:pt x="4739" y="1037"/>
                </a:lnTo>
                <a:lnTo>
                  <a:pt x="6617" y="1480"/>
                </a:lnTo>
                <a:lnTo>
                  <a:pt x="8282" y="1879"/>
                </a:lnTo>
                <a:lnTo>
                  <a:pt x="9756" y="2243"/>
                </a:lnTo>
                <a:lnTo>
                  <a:pt x="11063" y="2581"/>
                </a:lnTo>
                <a:lnTo>
                  <a:pt x="12223" y="2898"/>
                </a:lnTo>
                <a:lnTo>
                  <a:pt x="13259" y="3204"/>
                </a:lnTo>
                <a:lnTo>
                  <a:pt x="14193" y="3503"/>
                </a:lnTo>
                <a:lnTo>
                  <a:pt x="15045" y="3805"/>
                </a:lnTo>
                <a:lnTo>
                  <a:pt x="15838" y="4118"/>
                </a:lnTo>
                <a:lnTo>
                  <a:pt x="16596" y="4446"/>
                </a:lnTo>
                <a:lnTo>
                  <a:pt x="17339" y="4802"/>
                </a:lnTo>
                <a:lnTo>
                  <a:pt x="18088" y="5188"/>
                </a:lnTo>
                <a:lnTo>
                  <a:pt x="18868" y="5612"/>
                </a:lnTo>
                <a:lnTo>
                  <a:pt x="19699" y="6084"/>
                </a:lnTo>
                <a:lnTo>
                  <a:pt x="20602" y="6613"/>
                </a:lnTo>
                <a:lnTo>
                  <a:pt x="21600" y="7200"/>
                </a:lnTo>
                <a:lnTo>
                  <a:pt x="21307" y="9576"/>
                </a:lnTo>
                <a:lnTo>
                  <a:pt x="21013" y="11956"/>
                </a:lnTo>
                <a:lnTo>
                  <a:pt x="20718" y="14346"/>
                </a:lnTo>
                <a:lnTo>
                  <a:pt x="20421" y="16747"/>
                </a:lnTo>
                <a:lnTo>
                  <a:pt x="20122" y="19163"/>
                </a:lnTo>
                <a:lnTo>
                  <a:pt x="19822" y="21600"/>
                </a:lnTo>
                <a:lnTo>
                  <a:pt x="18644" y="21024"/>
                </a:lnTo>
                <a:lnTo>
                  <a:pt x="17467" y="20441"/>
                </a:lnTo>
                <a:lnTo>
                  <a:pt x="16292" y="19847"/>
                </a:lnTo>
                <a:lnTo>
                  <a:pt x="15118" y="19238"/>
                </a:lnTo>
                <a:lnTo>
                  <a:pt x="13990" y="18670"/>
                </a:lnTo>
                <a:lnTo>
                  <a:pt x="12861" y="18115"/>
                </a:lnTo>
                <a:lnTo>
                  <a:pt x="11730" y="17579"/>
                </a:lnTo>
                <a:lnTo>
                  <a:pt x="10599" y="17053"/>
                </a:lnTo>
                <a:lnTo>
                  <a:pt x="9464" y="16538"/>
                </a:lnTo>
                <a:lnTo>
                  <a:pt x="8333" y="15980"/>
                </a:lnTo>
                <a:lnTo>
                  <a:pt x="7193" y="15419"/>
                </a:lnTo>
                <a:lnTo>
                  <a:pt x="6039" y="14850"/>
                </a:lnTo>
                <a:lnTo>
                  <a:pt x="4947" y="14339"/>
                </a:lnTo>
                <a:lnTo>
                  <a:pt x="3847" y="13824"/>
                </a:lnTo>
                <a:lnTo>
                  <a:pt x="2733" y="13302"/>
                </a:lnTo>
                <a:lnTo>
                  <a:pt x="1915" y="12474"/>
                </a:lnTo>
                <a:lnTo>
                  <a:pt x="1094" y="11642"/>
                </a:lnTo>
                <a:lnTo>
                  <a:pt x="260" y="10800"/>
                </a:lnTo>
                <a:lnTo>
                  <a:pt x="87" y="7999"/>
                </a:lnTo>
                <a:lnTo>
                  <a:pt x="0" y="6041"/>
                </a:lnTo>
                <a:lnTo>
                  <a:pt x="0" y="4399"/>
                </a:lnTo>
                <a:lnTo>
                  <a:pt x="87" y="2556"/>
                </a:lnTo>
                <a:lnTo>
                  <a:pt x="260" y="0"/>
                </a:lnTo>
                <a:close/>
              </a:path>
            </a:pathLst>
          </a:custGeom>
          <a:solidFill>
            <a:srgbClr val="565655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6" name="contour_07214"/>
          <p:cNvSpPr/>
          <p:nvPr/>
        </p:nvSpPr>
        <p:spPr>
          <a:xfrm>
            <a:off x="5308745" y="2011486"/>
            <a:ext cx="58304" cy="512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01" y="553"/>
                </a:lnTo>
                <a:lnTo>
                  <a:pt x="6102" y="1106"/>
                </a:lnTo>
                <a:lnTo>
                  <a:pt x="7806" y="1659"/>
                </a:lnTo>
                <a:lnTo>
                  <a:pt x="9512" y="2215"/>
                </a:lnTo>
                <a:lnTo>
                  <a:pt x="11224" y="2771"/>
                </a:lnTo>
                <a:lnTo>
                  <a:pt x="12936" y="3327"/>
                </a:lnTo>
                <a:lnTo>
                  <a:pt x="14656" y="3886"/>
                </a:lnTo>
                <a:lnTo>
                  <a:pt x="16381" y="4448"/>
                </a:lnTo>
                <a:lnTo>
                  <a:pt x="18112" y="5011"/>
                </a:lnTo>
                <a:lnTo>
                  <a:pt x="19853" y="5576"/>
                </a:lnTo>
                <a:lnTo>
                  <a:pt x="21600" y="6144"/>
                </a:lnTo>
                <a:lnTo>
                  <a:pt x="20250" y="9453"/>
                </a:lnTo>
                <a:lnTo>
                  <a:pt x="19167" y="12064"/>
                </a:lnTo>
                <a:lnTo>
                  <a:pt x="18287" y="14110"/>
                </a:lnTo>
                <a:lnTo>
                  <a:pt x="17542" y="15711"/>
                </a:lnTo>
                <a:lnTo>
                  <a:pt x="16864" y="16995"/>
                </a:lnTo>
                <a:lnTo>
                  <a:pt x="16187" y="18092"/>
                </a:lnTo>
                <a:lnTo>
                  <a:pt x="15444" y="19124"/>
                </a:lnTo>
                <a:lnTo>
                  <a:pt x="14572" y="20221"/>
                </a:lnTo>
                <a:lnTo>
                  <a:pt x="13500" y="21505"/>
                </a:lnTo>
                <a:lnTo>
                  <a:pt x="11621" y="21600"/>
                </a:lnTo>
                <a:lnTo>
                  <a:pt x="9890" y="21520"/>
                </a:lnTo>
                <a:lnTo>
                  <a:pt x="8262" y="21287"/>
                </a:lnTo>
                <a:lnTo>
                  <a:pt x="6688" y="20918"/>
                </a:lnTo>
                <a:lnTo>
                  <a:pt x="5122" y="20430"/>
                </a:lnTo>
                <a:lnTo>
                  <a:pt x="3518" y="19840"/>
                </a:lnTo>
                <a:lnTo>
                  <a:pt x="1825" y="19170"/>
                </a:lnTo>
                <a:lnTo>
                  <a:pt x="0" y="18433"/>
                </a:lnTo>
                <a:lnTo>
                  <a:pt x="297" y="16405"/>
                </a:lnTo>
                <a:lnTo>
                  <a:pt x="594" y="14374"/>
                </a:lnTo>
                <a:lnTo>
                  <a:pt x="891" y="12344"/>
                </a:lnTo>
                <a:lnTo>
                  <a:pt x="1191" y="10307"/>
                </a:lnTo>
                <a:lnTo>
                  <a:pt x="1490" y="8264"/>
                </a:lnTo>
                <a:lnTo>
                  <a:pt x="1790" y="6212"/>
                </a:lnTo>
                <a:lnTo>
                  <a:pt x="2092" y="4153"/>
                </a:lnTo>
                <a:lnTo>
                  <a:pt x="2395" y="2083"/>
                </a:lnTo>
                <a:lnTo>
                  <a:pt x="2700" y="0"/>
                </a:lnTo>
                <a:close/>
              </a:path>
            </a:pathLst>
          </a:custGeom>
          <a:solidFill>
            <a:srgbClr val="E2EA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7" name="contour_07215"/>
          <p:cNvSpPr/>
          <p:nvPr/>
        </p:nvSpPr>
        <p:spPr>
          <a:xfrm>
            <a:off x="8646645" y="1924030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90" y="0"/>
                </a:lnTo>
                <a:lnTo>
                  <a:pt x="6130" y="0"/>
                </a:lnTo>
                <a:lnTo>
                  <a:pt x="7677" y="0"/>
                </a:lnTo>
                <a:lnTo>
                  <a:pt x="9232" y="0"/>
                </a:lnTo>
                <a:lnTo>
                  <a:pt x="10800" y="0"/>
                </a:lnTo>
                <a:lnTo>
                  <a:pt x="10578" y="1283"/>
                </a:lnTo>
                <a:lnTo>
                  <a:pt x="10353" y="2573"/>
                </a:lnTo>
                <a:lnTo>
                  <a:pt x="10126" y="3883"/>
                </a:lnTo>
                <a:lnTo>
                  <a:pt x="10349" y="5276"/>
                </a:lnTo>
                <a:lnTo>
                  <a:pt x="10573" y="6677"/>
                </a:lnTo>
                <a:lnTo>
                  <a:pt x="10800" y="8100"/>
                </a:lnTo>
                <a:lnTo>
                  <a:pt x="12120" y="8675"/>
                </a:lnTo>
                <a:lnTo>
                  <a:pt x="13446" y="9156"/>
                </a:lnTo>
                <a:lnTo>
                  <a:pt x="14779" y="9558"/>
                </a:lnTo>
                <a:lnTo>
                  <a:pt x="16120" y="9893"/>
                </a:lnTo>
                <a:lnTo>
                  <a:pt x="17472" y="10174"/>
                </a:lnTo>
                <a:lnTo>
                  <a:pt x="18835" y="10409"/>
                </a:lnTo>
                <a:lnTo>
                  <a:pt x="20211" y="10614"/>
                </a:lnTo>
                <a:lnTo>
                  <a:pt x="21600" y="10800"/>
                </a:lnTo>
                <a:lnTo>
                  <a:pt x="21244" y="12582"/>
                </a:lnTo>
                <a:lnTo>
                  <a:pt x="20887" y="14367"/>
                </a:lnTo>
                <a:lnTo>
                  <a:pt x="20529" y="16160"/>
                </a:lnTo>
                <a:lnTo>
                  <a:pt x="20168" y="17960"/>
                </a:lnTo>
                <a:lnTo>
                  <a:pt x="19805" y="19772"/>
                </a:lnTo>
                <a:lnTo>
                  <a:pt x="19440" y="21600"/>
                </a:lnTo>
                <a:lnTo>
                  <a:pt x="16859" y="20949"/>
                </a:lnTo>
                <a:lnTo>
                  <a:pt x="14874" y="20423"/>
                </a:lnTo>
                <a:lnTo>
                  <a:pt x="13351" y="19953"/>
                </a:lnTo>
                <a:lnTo>
                  <a:pt x="12156" y="19483"/>
                </a:lnTo>
                <a:lnTo>
                  <a:pt x="11154" y="18951"/>
                </a:lnTo>
                <a:lnTo>
                  <a:pt x="10212" y="18295"/>
                </a:lnTo>
                <a:lnTo>
                  <a:pt x="9195" y="17455"/>
                </a:lnTo>
                <a:lnTo>
                  <a:pt x="7966" y="16367"/>
                </a:lnTo>
                <a:lnTo>
                  <a:pt x="7230" y="14945"/>
                </a:lnTo>
                <a:lnTo>
                  <a:pt x="6480" y="13500"/>
                </a:lnTo>
                <a:lnTo>
                  <a:pt x="7070" y="11796"/>
                </a:lnTo>
                <a:lnTo>
                  <a:pt x="7491" y="10665"/>
                </a:lnTo>
                <a:lnTo>
                  <a:pt x="7947" y="9604"/>
                </a:lnTo>
                <a:lnTo>
                  <a:pt x="8640" y="8100"/>
                </a:lnTo>
                <a:lnTo>
                  <a:pt x="7700" y="7560"/>
                </a:lnTo>
                <a:lnTo>
                  <a:pt x="6750" y="7015"/>
                </a:lnTo>
                <a:lnTo>
                  <a:pt x="6145" y="6653"/>
                </a:lnTo>
                <a:lnTo>
                  <a:pt x="4320" y="5567"/>
                </a:lnTo>
                <a:lnTo>
                  <a:pt x="3115" y="4860"/>
                </a:lnTo>
                <a:lnTo>
                  <a:pt x="1890" y="4145"/>
                </a:lnTo>
                <a:lnTo>
                  <a:pt x="950" y="3429"/>
                </a:lnTo>
                <a:lnTo>
                  <a:pt x="0" y="2700"/>
                </a:lnTo>
                <a:lnTo>
                  <a:pt x="0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9F9B83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8" name="contour_07216"/>
          <p:cNvSpPr/>
          <p:nvPr/>
        </p:nvSpPr>
        <p:spPr>
          <a:xfrm>
            <a:off x="4193682" y="1921865"/>
            <a:ext cx="79322" cy="53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79"/>
                </a:moveTo>
                <a:lnTo>
                  <a:pt x="2983" y="595"/>
                </a:lnTo>
                <a:lnTo>
                  <a:pt x="5575" y="358"/>
                </a:lnTo>
                <a:lnTo>
                  <a:pt x="7815" y="178"/>
                </a:lnTo>
                <a:lnTo>
                  <a:pt x="9736" y="56"/>
                </a:lnTo>
                <a:lnTo>
                  <a:pt x="11376" y="0"/>
                </a:lnTo>
                <a:lnTo>
                  <a:pt x="12767" y="18"/>
                </a:lnTo>
                <a:lnTo>
                  <a:pt x="13948" y="118"/>
                </a:lnTo>
                <a:lnTo>
                  <a:pt x="14954" y="302"/>
                </a:lnTo>
                <a:lnTo>
                  <a:pt x="15821" y="580"/>
                </a:lnTo>
                <a:lnTo>
                  <a:pt x="16585" y="959"/>
                </a:lnTo>
                <a:lnTo>
                  <a:pt x="17280" y="1445"/>
                </a:lnTo>
                <a:lnTo>
                  <a:pt x="17942" y="2042"/>
                </a:lnTo>
                <a:lnTo>
                  <a:pt x="18607" y="2759"/>
                </a:lnTo>
                <a:lnTo>
                  <a:pt x="19314" y="3602"/>
                </a:lnTo>
                <a:lnTo>
                  <a:pt x="20094" y="4579"/>
                </a:lnTo>
                <a:lnTo>
                  <a:pt x="20937" y="7134"/>
                </a:lnTo>
                <a:lnTo>
                  <a:pt x="21419" y="8848"/>
                </a:lnTo>
                <a:lnTo>
                  <a:pt x="21600" y="10124"/>
                </a:lnTo>
                <a:lnTo>
                  <a:pt x="21535" y="11370"/>
                </a:lnTo>
                <a:lnTo>
                  <a:pt x="21280" y="12986"/>
                </a:lnTo>
                <a:lnTo>
                  <a:pt x="20665" y="14792"/>
                </a:lnTo>
                <a:lnTo>
                  <a:pt x="20022" y="16541"/>
                </a:lnTo>
                <a:lnTo>
                  <a:pt x="19346" y="18249"/>
                </a:lnTo>
                <a:lnTo>
                  <a:pt x="18627" y="19928"/>
                </a:lnTo>
                <a:lnTo>
                  <a:pt x="17861" y="21600"/>
                </a:lnTo>
                <a:lnTo>
                  <a:pt x="16551" y="18900"/>
                </a:lnTo>
                <a:lnTo>
                  <a:pt x="15567" y="16790"/>
                </a:lnTo>
                <a:lnTo>
                  <a:pt x="14860" y="15097"/>
                </a:lnTo>
                <a:lnTo>
                  <a:pt x="14388" y="13643"/>
                </a:lnTo>
                <a:lnTo>
                  <a:pt x="14100" y="12264"/>
                </a:lnTo>
                <a:lnTo>
                  <a:pt x="13953" y="10778"/>
                </a:lnTo>
                <a:lnTo>
                  <a:pt x="13900" y="9014"/>
                </a:lnTo>
                <a:lnTo>
                  <a:pt x="13892" y="6799"/>
                </a:lnTo>
                <a:lnTo>
                  <a:pt x="12713" y="7679"/>
                </a:lnTo>
                <a:lnTo>
                  <a:pt x="11534" y="8558"/>
                </a:lnTo>
                <a:lnTo>
                  <a:pt x="10351" y="9440"/>
                </a:lnTo>
                <a:lnTo>
                  <a:pt x="9169" y="10322"/>
                </a:lnTo>
                <a:lnTo>
                  <a:pt x="7984" y="11207"/>
                </a:lnTo>
                <a:lnTo>
                  <a:pt x="6793" y="12092"/>
                </a:lnTo>
                <a:lnTo>
                  <a:pt x="5598" y="12983"/>
                </a:lnTo>
                <a:lnTo>
                  <a:pt x="4400" y="13877"/>
                </a:lnTo>
                <a:lnTo>
                  <a:pt x="3195" y="14777"/>
                </a:lnTo>
                <a:lnTo>
                  <a:pt x="1985" y="15680"/>
                </a:lnTo>
                <a:lnTo>
                  <a:pt x="1738" y="13847"/>
                </a:lnTo>
                <a:lnTo>
                  <a:pt x="1492" y="12015"/>
                </a:lnTo>
                <a:lnTo>
                  <a:pt x="1246" y="10177"/>
                </a:lnTo>
                <a:lnTo>
                  <a:pt x="1000" y="8336"/>
                </a:lnTo>
                <a:lnTo>
                  <a:pt x="752" y="6486"/>
                </a:lnTo>
                <a:lnTo>
                  <a:pt x="502" y="4627"/>
                </a:lnTo>
                <a:lnTo>
                  <a:pt x="252" y="2759"/>
                </a:lnTo>
                <a:lnTo>
                  <a:pt x="0" y="879"/>
                </a:lnTo>
                <a:close/>
              </a:path>
            </a:pathLst>
          </a:custGeom>
          <a:solidFill>
            <a:srgbClr val="DB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19" name="contour_07217"/>
          <p:cNvSpPr/>
          <p:nvPr/>
        </p:nvSpPr>
        <p:spPr>
          <a:xfrm>
            <a:off x="5145617" y="1895468"/>
            <a:ext cx="75671" cy="57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07"/>
                </a:moveTo>
                <a:lnTo>
                  <a:pt x="20824" y="4353"/>
                </a:lnTo>
                <a:lnTo>
                  <a:pt x="20092" y="5973"/>
                </a:lnTo>
                <a:lnTo>
                  <a:pt x="19355" y="7392"/>
                </a:lnTo>
                <a:lnTo>
                  <a:pt x="18567" y="8638"/>
                </a:lnTo>
                <a:lnTo>
                  <a:pt x="17677" y="9746"/>
                </a:lnTo>
                <a:lnTo>
                  <a:pt x="16638" y="10736"/>
                </a:lnTo>
                <a:lnTo>
                  <a:pt x="15403" y="11641"/>
                </a:lnTo>
                <a:lnTo>
                  <a:pt x="13922" y="12490"/>
                </a:lnTo>
                <a:lnTo>
                  <a:pt x="12636" y="12853"/>
                </a:lnTo>
                <a:lnTo>
                  <a:pt x="11340" y="13218"/>
                </a:lnTo>
                <a:lnTo>
                  <a:pt x="10029" y="13586"/>
                </a:lnTo>
                <a:lnTo>
                  <a:pt x="7489" y="14323"/>
                </a:lnTo>
                <a:lnTo>
                  <a:pt x="5638" y="14915"/>
                </a:lnTo>
                <a:lnTo>
                  <a:pt x="4321" y="15455"/>
                </a:lnTo>
                <a:lnTo>
                  <a:pt x="3389" y="16044"/>
                </a:lnTo>
                <a:lnTo>
                  <a:pt x="2690" y="16772"/>
                </a:lnTo>
                <a:lnTo>
                  <a:pt x="2074" y="17738"/>
                </a:lnTo>
                <a:lnTo>
                  <a:pt x="1390" y="19033"/>
                </a:lnTo>
                <a:lnTo>
                  <a:pt x="1096" y="20307"/>
                </a:lnTo>
                <a:lnTo>
                  <a:pt x="797" y="21600"/>
                </a:lnTo>
                <a:lnTo>
                  <a:pt x="466" y="17727"/>
                </a:lnTo>
                <a:lnTo>
                  <a:pt x="216" y="14598"/>
                </a:lnTo>
                <a:lnTo>
                  <a:pt x="58" y="12100"/>
                </a:lnTo>
                <a:lnTo>
                  <a:pt x="0" y="10119"/>
                </a:lnTo>
                <a:lnTo>
                  <a:pt x="48" y="8548"/>
                </a:lnTo>
                <a:lnTo>
                  <a:pt x="214" y="7269"/>
                </a:lnTo>
                <a:lnTo>
                  <a:pt x="506" y="6170"/>
                </a:lnTo>
                <a:lnTo>
                  <a:pt x="930" y="5142"/>
                </a:lnTo>
                <a:lnTo>
                  <a:pt x="1496" y="4067"/>
                </a:lnTo>
                <a:lnTo>
                  <a:pt x="2211" y="2837"/>
                </a:lnTo>
                <a:lnTo>
                  <a:pt x="3551" y="1909"/>
                </a:lnTo>
                <a:lnTo>
                  <a:pt x="4899" y="1184"/>
                </a:lnTo>
                <a:lnTo>
                  <a:pt x="6253" y="646"/>
                </a:lnTo>
                <a:lnTo>
                  <a:pt x="7614" y="281"/>
                </a:lnTo>
                <a:lnTo>
                  <a:pt x="8983" y="71"/>
                </a:lnTo>
                <a:lnTo>
                  <a:pt x="10358" y="0"/>
                </a:lnTo>
                <a:lnTo>
                  <a:pt x="11739" y="52"/>
                </a:lnTo>
                <a:lnTo>
                  <a:pt x="13129" y="210"/>
                </a:lnTo>
                <a:lnTo>
                  <a:pt x="14525" y="458"/>
                </a:lnTo>
                <a:lnTo>
                  <a:pt x="15927" y="783"/>
                </a:lnTo>
                <a:lnTo>
                  <a:pt x="17335" y="1167"/>
                </a:lnTo>
                <a:lnTo>
                  <a:pt x="18752" y="1593"/>
                </a:lnTo>
                <a:lnTo>
                  <a:pt x="20173" y="2043"/>
                </a:lnTo>
                <a:lnTo>
                  <a:pt x="21600" y="2507"/>
                </a:lnTo>
                <a:close/>
              </a:path>
            </a:pathLst>
          </a:custGeom>
          <a:solidFill>
            <a:srgbClr val="CAE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0" name="contour_07218"/>
          <p:cNvSpPr/>
          <p:nvPr/>
        </p:nvSpPr>
        <p:spPr>
          <a:xfrm>
            <a:off x="4980785" y="1829286"/>
            <a:ext cx="874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0"/>
                </a:moveTo>
                <a:lnTo>
                  <a:pt x="20218" y="1284"/>
                </a:lnTo>
                <a:lnTo>
                  <a:pt x="20581" y="2494"/>
                </a:lnTo>
                <a:lnTo>
                  <a:pt x="20891" y="3658"/>
                </a:lnTo>
                <a:lnTo>
                  <a:pt x="21145" y="4805"/>
                </a:lnTo>
                <a:lnTo>
                  <a:pt x="21343" y="5964"/>
                </a:lnTo>
                <a:lnTo>
                  <a:pt x="21485" y="7167"/>
                </a:lnTo>
                <a:lnTo>
                  <a:pt x="21571" y="8442"/>
                </a:lnTo>
                <a:lnTo>
                  <a:pt x="21600" y="9818"/>
                </a:lnTo>
                <a:lnTo>
                  <a:pt x="20410" y="9818"/>
                </a:lnTo>
                <a:lnTo>
                  <a:pt x="19213" y="9818"/>
                </a:lnTo>
                <a:lnTo>
                  <a:pt x="18000" y="9818"/>
                </a:lnTo>
                <a:lnTo>
                  <a:pt x="18000" y="11114"/>
                </a:lnTo>
                <a:lnTo>
                  <a:pt x="18000" y="12412"/>
                </a:lnTo>
                <a:lnTo>
                  <a:pt x="18000" y="13716"/>
                </a:lnTo>
                <a:lnTo>
                  <a:pt x="18000" y="15026"/>
                </a:lnTo>
                <a:lnTo>
                  <a:pt x="18000" y="16343"/>
                </a:lnTo>
                <a:lnTo>
                  <a:pt x="18000" y="17673"/>
                </a:lnTo>
                <a:lnTo>
                  <a:pt x="16886" y="17429"/>
                </a:lnTo>
                <a:lnTo>
                  <a:pt x="15772" y="17186"/>
                </a:lnTo>
                <a:lnTo>
                  <a:pt x="14654" y="16942"/>
                </a:lnTo>
                <a:lnTo>
                  <a:pt x="13534" y="16699"/>
                </a:lnTo>
                <a:lnTo>
                  <a:pt x="12409" y="16453"/>
                </a:lnTo>
                <a:lnTo>
                  <a:pt x="11279" y="16206"/>
                </a:lnTo>
                <a:lnTo>
                  <a:pt x="10143" y="15958"/>
                </a:lnTo>
                <a:lnTo>
                  <a:pt x="9000" y="15709"/>
                </a:lnTo>
                <a:lnTo>
                  <a:pt x="9000" y="16875"/>
                </a:lnTo>
                <a:lnTo>
                  <a:pt x="9000" y="18046"/>
                </a:lnTo>
                <a:lnTo>
                  <a:pt x="9000" y="19220"/>
                </a:lnTo>
                <a:lnTo>
                  <a:pt x="9000" y="20404"/>
                </a:lnTo>
                <a:lnTo>
                  <a:pt x="9000" y="21600"/>
                </a:lnTo>
                <a:lnTo>
                  <a:pt x="7810" y="21600"/>
                </a:lnTo>
                <a:lnTo>
                  <a:pt x="6613" y="21600"/>
                </a:lnTo>
                <a:lnTo>
                  <a:pt x="5400" y="21600"/>
                </a:lnTo>
                <a:lnTo>
                  <a:pt x="5333" y="20993"/>
                </a:lnTo>
                <a:lnTo>
                  <a:pt x="5134" y="19161"/>
                </a:lnTo>
                <a:lnTo>
                  <a:pt x="5072" y="18690"/>
                </a:lnTo>
                <a:lnTo>
                  <a:pt x="4966" y="17857"/>
                </a:lnTo>
                <a:lnTo>
                  <a:pt x="4725" y="15955"/>
                </a:lnTo>
                <a:lnTo>
                  <a:pt x="4599" y="14906"/>
                </a:lnTo>
                <a:lnTo>
                  <a:pt x="4473" y="13850"/>
                </a:lnTo>
                <a:lnTo>
                  <a:pt x="4345" y="12779"/>
                </a:lnTo>
                <a:lnTo>
                  <a:pt x="3897" y="11258"/>
                </a:lnTo>
                <a:lnTo>
                  <a:pt x="3379" y="9993"/>
                </a:lnTo>
                <a:lnTo>
                  <a:pt x="2761" y="8903"/>
                </a:lnTo>
                <a:lnTo>
                  <a:pt x="2011" y="7911"/>
                </a:lnTo>
                <a:lnTo>
                  <a:pt x="1102" y="6934"/>
                </a:lnTo>
                <a:lnTo>
                  <a:pt x="0" y="5891"/>
                </a:lnTo>
                <a:lnTo>
                  <a:pt x="1188" y="5891"/>
                </a:lnTo>
                <a:lnTo>
                  <a:pt x="2378" y="5891"/>
                </a:lnTo>
                <a:lnTo>
                  <a:pt x="3573" y="5891"/>
                </a:lnTo>
                <a:lnTo>
                  <a:pt x="4774" y="5891"/>
                </a:lnTo>
                <a:lnTo>
                  <a:pt x="5981" y="5891"/>
                </a:lnTo>
                <a:lnTo>
                  <a:pt x="7200" y="5891"/>
                </a:lnTo>
                <a:lnTo>
                  <a:pt x="7200" y="7187"/>
                </a:lnTo>
                <a:lnTo>
                  <a:pt x="7200" y="8485"/>
                </a:lnTo>
                <a:lnTo>
                  <a:pt x="7200" y="9789"/>
                </a:lnTo>
                <a:lnTo>
                  <a:pt x="7200" y="11098"/>
                </a:lnTo>
                <a:lnTo>
                  <a:pt x="7200" y="12416"/>
                </a:lnTo>
                <a:lnTo>
                  <a:pt x="7200" y="13745"/>
                </a:lnTo>
                <a:lnTo>
                  <a:pt x="8473" y="13745"/>
                </a:lnTo>
                <a:lnTo>
                  <a:pt x="9747" y="13745"/>
                </a:lnTo>
                <a:lnTo>
                  <a:pt x="11025" y="13745"/>
                </a:lnTo>
                <a:lnTo>
                  <a:pt x="12308" y="13745"/>
                </a:lnTo>
                <a:lnTo>
                  <a:pt x="13597" y="13745"/>
                </a:lnTo>
                <a:lnTo>
                  <a:pt x="14893" y="13745"/>
                </a:lnTo>
                <a:lnTo>
                  <a:pt x="16200" y="13745"/>
                </a:lnTo>
                <a:lnTo>
                  <a:pt x="16364" y="12501"/>
                </a:lnTo>
                <a:lnTo>
                  <a:pt x="16531" y="11238"/>
                </a:lnTo>
                <a:lnTo>
                  <a:pt x="16681" y="10160"/>
                </a:lnTo>
                <a:lnTo>
                  <a:pt x="16834" y="9076"/>
                </a:lnTo>
                <a:lnTo>
                  <a:pt x="16988" y="7976"/>
                </a:lnTo>
                <a:lnTo>
                  <a:pt x="17134" y="6904"/>
                </a:lnTo>
                <a:lnTo>
                  <a:pt x="17282" y="5826"/>
                </a:lnTo>
                <a:lnTo>
                  <a:pt x="17431" y="4732"/>
                </a:lnTo>
                <a:lnTo>
                  <a:pt x="17788" y="3101"/>
                </a:lnTo>
                <a:lnTo>
                  <a:pt x="18155" y="2064"/>
                </a:lnTo>
                <a:lnTo>
                  <a:pt x="18751" y="1178"/>
                </a:lnTo>
                <a:lnTo>
                  <a:pt x="19800" y="0"/>
                </a:lnTo>
                <a:close/>
              </a:path>
            </a:pathLst>
          </a:custGeom>
          <a:solidFill>
            <a:srgbClr val="CCE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1" name="contour_07219"/>
          <p:cNvSpPr/>
          <p:nvPr/>
        </p:nvSpPr>
        <p:spPr>
          <a:xfrm>
            <a:off x="7662052" y="1851150"/>
            <a:ext cx="3715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52" y="0"/>
                </a:moveTo>
                <a:lnTo>
                  <a:pt x="7614" y="132"/>
                </a:lnTo>
                <a:lnTo>
                  <a:pt x="10453" y="422"/>
                </a:lnTo>
                <a:lnTo>
                  <a:pt x="13215" y="830"/>
                </a:lnTo>
                <a:lnTo>
                  <a:pt x="15961" y="1322"/>
                </a:lnTo>
                <a:lnTo>
                  <a:pt x="18740" y="1858"/>
                </a:lnTo>
                <a:lnTo>
                  <a:pt x="21600" y="2400"/>
                </a:lnTo>
                <a:lnTo>
                  <a:pt x="21248" y="3984"/>
                </a:lnTo>
                <a:lnTo>
                  <a:pt x="20901" y="5568"/>
                </a:lnTo>
                <a:lnTo>
                  <a:pt x="20549" y="7154"/>
                </a:lnTo>
                <a:lnTo>
                  <a:pt x="20202" y="8743"/>
                </a:lnTo>
                <a:lnTo>
                  <a:pt x="19850" y="10334"/>
                </a:lnTo>
                <a:lnTo>
                  <a:pt x="19498" y="11928"/>
                </a:lnTo>
                <a:lnTo>
                  <a:pt x="19147" y="13526"/>
                </a:lnTo>
                <a:lnTo>
                  <a:pt x="18791" y="15130"/>
                </a:lnTo>
                <a:lnTo>
                  <a:pt x="18435" y="16738"/>
                </a:lnTo>
                <a:lnTo>
                  <a:pt x="18079" y="18350"/>
                </a:lnTo>
                <a:lnTo>
                  <a:pt x="17723" y="19973"/>
                </a:lnTo>
                <a:lnTo>
                  <a:pt x="17363" y="21600"/>
                </a:lnTo>
                <a:lnTo>
                  <a:pt x="14567" y="21600"/>
                </a:lnTo>
                <a:lnTo>
                  <a:pt x="11766" y="21600"/>
                </a:lnTo>
                <a:lnTo>
                  <a:pt x="8953" y="21600"/>
                </a:lnTo>
                <a:lnTo>
                  <a:pt x="6127" y="21600"/>
                </a:lnTo>
                <a:lnTo>
                  <a:pt x="3284" y="21600"/>
                </a:lnTo>
                <a:lnTo>
                  <a:pt x="415" y="21600"/>
                </a:lnTo>
                <a:lnTo>
                  <a:pt x="352" y="19980"/>
                </a:lnTo>
                <a:lnTo>
                  <a:pt x="292" y="18360"/>
                </a:lnTo>
                <a:lnTo>
                  <a:pt x="242" y="16740"/>
                </a:lnTo>
                <a:lnTo>
                  <a:pt x="195" y="15120"/>
                </a:lnTo>
                <a:lnTo>
                  <a:pt x="153" y="13500"/>
                </a:lnTo>
                <a:lnTo>
                  <a:pt x="102" y="11995"/>
                </a:lnTo>
                <a:lnTo>
                  <a:pt x="51" y="10481"/>
                </a:lnTo>
                <a:lnTo>
                  <a:pt x="0" y="8945"/>
                </a:lnTo>
                <a:lnTo>
                  <a:pt x="280" y="6319"/>
                </a:lnTo>
                <a:lnTo>
                  <a:pt x="589" y="4478"/>
                </a:lnTo>
                <a:lnTo>
                  <a:pt x="1047" y="3173"/>
                </a:lnTo>
                <a:lnTo>
                  <a:pt x="1792" y="2158"/>
                </a:lnTo>
                <a:lnTo>
                  <a:pt x="2953" y="1183"/>
                </a:lnTo>
                <a:lnTo>
                  <a:pt x="4652" y="0"/>
                </a:lnTo>
                <a:close/>
              </a:path>
            </a:pathLst>
          </a:custGeom>
          <a:solidFill>
            <a:srgbClr val="E7EC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2" name="contour_07220"/>
          <p:cNvSpPr/>
          <p:nvPr/>
        </p:nvSpPr>
        <p:spPr>
          <a:xfrm>
            <a:off x="4106226" y="1836574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83" y="566"/>
                </a:lnTo>
                <a:lnTo>
                  <a:pt x="2743" y="2277"/>
                </a:lnTo>
                <a:lnTo>
                  <a:pt x="4316" y="3028"/>
                </a:lnTo>
                <a:lnTo>
                  <a:pt x="5787" y="3516"/>
                </a:lnTo>
                <a:lnTo>
                  <a:pt x="7193" y="3771"/>
                </a:lnTo>
                <a:lnTo>
                  <a:pt x="8567" y="3810"/>
                </a:lnTo>
                <a:lnTo>
                  <a:pt x="9942" y="3672"/>
                </a:lnTo>
                <a:lnTo>
                  <a:pt x="11359" y="3374"/>
                </a:lnTo>
                <a:lnTo>
                  <a:pt x="12848" y="2951"/>
                </a:lnTo>
                <a:lnTo>
                  <a:pt x="14446" y="2428"/>
                </a:lnTo>
                <a:lnTo>
                  <a:pt x="15792" y="1992"/>
                </a:lnTo>
                <a:lnTo>
                  <a:pt x="17146" y="1547"/>
                </a:lnTo>
                <a:lnTo>
                  <a:pt x="18520" y="1097"/>
                </a:lnTo>
                <a:lnTo>
                  <a:pt x="19537" y="734"/>
                </a:lnTo>
                <a:lnTo>
                  <a:pt x="20561" y="367"/>
                </a:lnTo>
                <a:lnTo>
                  <a:pt x="21600" y="0"/>
                </a:lnTo>
                <a:lnTo>
                  <a:pt x="21589" y="4994"/>
                </a:lnTo>
                <a:lnTo>
                  <a:pt x="21520" y="8506"/>
                </a:lnTo>
                <a:lnTo>
                  <a:pt x="21330" y="11007"/>
                </a:lnTo>
                <a:lnTo>
                  <a:pt x="20961" y="12986"/>
                </a:lnTo>
                <a:lnTo>
                  <a:pt x="20349" y="14917"/>
                </a:lnTo>
                <a:lnTo>
                  <a:pt x="19440" y="17280"/>
                </a:lnTo>
                <a:lnTo>
                  <a:pt x="18010" y="17993"/>
                </a:lnTo>
                <a:lnTo>
                  <a:pt x="16582" y="18615"/>
                </a:lnTo>
                <a:lnTo>
                  <a:pt x="15155" y="19159"/>
                </a:lnTo>
                <a:lnTo>
                  <a:pt x="13727" y="19626"/>
                </a:lnTo>
                <a:lnTo>
                  <a:pt x="12297" y="20032"/>
                </a:lnTo>
                <a:lnTo>
                  <a:pt x="10867" y="20373"/>
                </a:lnTo>
                <a:lnTo>
                  <a:pt x="9431" y="20667"/>
                </a:lnTo>
                <a:lnTo>
                  <a:pt x="7992" y="20913"/>
                </a:lnTo>
                <a:lnTo>
                  <a:pt x="6545" y="21125"/>
                </a:lnTo>
                <a:lnTo>
                  <a:pt x="5091" y="21306"/>
                </a:lnTo>
                <a:lnTo>
                  <a:pt x="3631" y="21462"/>
                </a:lnTo>
                <a:lnTo>
                  <a:pt x="2160" y="21600"/>
                </a:lnTo>
                <a:lnTo>
                  <a:pt x="1892" y="18926"/>
                </a:lnTo>
                <a:lnTo>
                  <a:pt x="1624" y="16252"/>
                </a:lnTo>
                <a:lnTo>
                  <a:pt x="1356" y="13569"/>
                </a:lnTo>
                <a:lnTo>
                  <a:pt x="1089" y="10882"/>
                </a:lnTo>
                <a:lnTo>
                  <a:pt x="819" y="8182"/>
                </a:lnTo>
                <a:lnTo>
                  <a:pt x="546" y="5469"/>
                </a:lnTo>
                <a:lnTo>
                  <a:pt x="27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7F7189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3" name="contour_07221"/>
          <p:cNvSpPr/>
          <p:nvPr/>
        </p:nvSpPr>
        <p:spPr>
          <a:xfrm>
            <a:off x="8121712" y="1821998"/>
            <a:ext cx="4369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00" y="0"/>
                </a:moveTo>
                <a:lnTo>
                  <a:pt x="6081" y="0"/>
                </a:lnTo>
                <a:lnTo>
                  <a:pt x="8476" y="0"/>
                </a:lnTo>
                <a:lnTo>
                  <a:pt x="10904" y="0"/>
                </a:lnTo>
                <a:lnTo>
                  <a:pt x="12309" y="1143"/>
                </a:lnTo>
                <a:lnTo>
                  <a:pt x="13678" y="2326"/>
                </a:lnTo>
                <a:lnTo>
                  <a:pt x="14997" y="3547"/>
                </a:lnTo>
                <a:lnTo>
                  <a:pt x="16247" y="4802"/>
                </a:lnTo>
                <a:lnTo>
                  <a:pt x="17407" y="6089"/>
                </a:lnTo>
                <a:lnTo>
                  <a:pt x="18462" y="7404"/>
                </a:lnTo>
                <a:lnTo>
                  <a:pt x="19395" y="8746"/>
                </a:lnTo>
                <a:lnTo>
                  <a:pt x="20188" y="10111"/>
                </a:lnTo>
                <a:lnTo>
                  <a:pt x="20822" y="11496"/>
                </a:lnTo>
                <a:lnTo>
                  <a:pt x="21279" y="12897"/>
                </a:lnTo>
                <a:lnTo>
                  <a:pt x="21546" y="14314"/>
                </a:lnTo>
                <a:lnTo>
                  <a:pt x="21600" y="15744"/>
                </a:lnTo>
                <a:lnTo>
                  <a:pt x="21085" y="16917"/>
                </a:lnTo>
                <a:lnTo>
                  <a:pt x="20649" y="17807"/>
                </a:lnTo>
                <a:lnTo>
                  <a:pt x="20116" y="18697"/>
                </a:lnTo>
                <a:lnTo>
                  <a:pt x="19327" y="19868"/>
                </a:lnTo>
                <a:lnTo>
                  <a:pt x="18109" y="21600"/>
                </a:lnTo>
                <a:lnTo>
                  <a:pt x="15789" y="21082"/>
                </a:lnTo>
                <a:lnTo>
                  <a:pt x="13567" y="20546"/>
                </a:lnTo>
                <a:lnTo>
                  <a:pt x="11430" y="19978"/>
                </a:lnTo>
                <a:lnTo>
                  <a:pt x="9377" y="19367"/>
                </a:lnTo>
                <a:lnTo>
                  <a:pt x="7399" y="18695"/>
                </a:lnTo>
                <a:lnTo>
                  <a:pt x="5486" y="17947"/>
                </a:lnTo>
                <a:lnTo>
                  <a:pt x="3638" y="17114"/>
                </a:lnTo>
                <a:lnTo>
                  <a:pt x="1844" y="16176"/>
                </a:lnTo>
                <a:lnTo>
                  <a:pt x="97" y="15120"/>
                </a:lnTo>
                <a:lnTo>
                  <a:pt x="0" y="13545"/>
                </a:lnTo>
                <a:lnTo>
                  <a:pt x="36" y="12001"/>
                </a:lnTo>
                <a:lnTo>
                  <a:pt x="187" y="10478"/>
                </a:lnTo>
                <a:lnTo>
                  <a:pt x="450" y="8975"/>
                </a:lnTo>
                <a:lnTo>
                  <a:pt x="811" y="7482"/>
                </a:lnTo>
                <a:lnTo>
                  <a:pt x="1257" y="5996"/>
                </a:lnTo>
                <a:lnTo>
                  <a:pt x="1780" y="4510"/>
                </a:lnTo>
                <a:lnTo>
                  <a:pt x="2370" y="3020"/>
                </a:lnTo>
                <a:lnTo>
                  <a:pt x="3012" y="1518"/>
                </a:lnTo>
                <a:lnTo>
                  <a:pt x="3700" y="0"/>
                </a:lnTo>
                <a:close/>
              </a:path>
            </a:pathLst>
          </a:custGeom>
          <a:solidFill>
            <a:srgbClr val="ED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4" name="contour_07222"/>
          <p:cNvSpPr/>
          <p:nvPr/>
        </p:nvSpPr>
        <p:spPr>
          <a:xfrm>
            <a:off x="7266671" y="1821998"/>
            <a:ext cx="4627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7" y="0"/>
                </a:moveTo>
                <a:lnTo>
                  <a:pt x="3433" y="0"/>
                </a:lnTo>
                <a:lnTo>
                  <a:pt x="5682" y="0"/>
                </a:lnTo>
                <a:lnTo>
                  <a:pt x="7930" y="0"/>
                </a:lnTo>
                <a:lnTo>
                  <a:pt x="10186" y="0"/>
                </a:lnTo>
                <a:lnTo>
                  <a:pt x="12448" y="0"/>
                </a:lnTo>
                <a:lnTo>
                  <a:pt x="14721" y="0"/>
                </a:lnTo>
                <a:lnTo>
                  <a:pt x="17000" y="0"/>
                </a:lnTo>
                <a:lnTo>
                  <a:pt x="19293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7310" y="20705"/>
                </a:lnTo>
                <a:lnTo>
                  <a:pt x="13918" y="19983"/>
                </a:lnTo>
                <a:lnTo>
                  <a:pt x="11254" y="19378"/>
                </a:lnTo>
                <a:lnTo>
                  <a:pt x="9152" y="18844"/>
                </a:lnTo>
                <a:lnTo>
                  <a:pt x="7444" y="18326"/>
                </a:lnTo>
                <a:lnTo>
                  <a:pt x="5964" y="17777"/>
                </a:lnTo>
                <a:lnTo>
                  <a:pt x="4538" y="17147"/>
                </a:lnTo>
                <a:lnTo>
                  <a:pt x="3001" y="16379"/>
                </a:lnTo>
                <a:lnTo>
                  <a:pt x="1187" y="15429"/>
                </a:lnTo>
                <a:lnTo>
                  <a:pt x="493" y="13083"/>
                </a:lnTo>
                <a:lnTo>
                  <a:pt x="116" y="10923"/>
                </a:lnTo>
                <a:lnTo>
                  <a:pt x="0" y="8868"/>
                </a:lnTo>
                <a:lnTo>
                  <a:pt x="102" y="6829"/>
                </a:lnTo>
                <a:lnTo>
                  <a:pt x="367" y="4727"/>
                </a:lnTo>
                <a:lnTo>
                  <a:pt x="745" y="2478"/>
                </a:lnTo>
                <a:lnTo>
                  <a:pt x="1187" y="0"/>
                </a:lnTo>
                <a:close/>
              </a:path>
            </a:pathLst>
          </a:custGeom>
          <a:solidFill>
            <a:srgbClr val="F0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5" name="contour_07223"/>
          <p:cNvSpPr/>
          <p:nvPr/>
        </p:nvSpPr>
        <p:spPr>
          <a:xfrm>
            <a:off x="4521641" y="1829286"/>
            <a:ext cx="109320" cy="37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2960" y="2504"/>
                </a:lnTo>
                <a:lnTo>
                  <a:pt x="12960" y="5016"/>
                </a:lnTo>
                <a:lnTo>
                  <a:pt x="12960" y="7537"/>
                </a:lnTo>
                <a:lnTo>
                  <a:pt x="12960" y="10079"/>
                </a:lnTo>
                <a:lnTo>
                  <a:pt x="12960" y="12646"/>
                </a:lnTo>
                <a:lnTo>
                  <a:pt x="13395" y="12857"/>
                </a:lnTo>
                <a:lnTo>
                  <a:pt x="13794" y="13055"/>
                </a:lnTo>
                <a:lnTo>
                  <a:pt x="14230" y="13266"/>
                </a:lnTo>
                <a:lnTo>
                  <a:pt x="14774" y="13532"/>
                </a:lnTo>
                <a:lnTo>
                  <a:pt x="15497" y="13886"/>
                </a:lnTo>
                <a:lnTo>
                  <a:pt x="16471" y="14358"/>
                </a:lnTo>
                <a:lnTo>
                  <a:pt x="17764" y="14990"/>
                </a:lnTo>
                <a:lnTo>
                  <a:pt x="19450" y="15812"/>
                </a:lnTo>
                <a:lnTo>
                  <a:pt x="21600" y="16862"/>
                </a:lnTo>
                <a:lnTo>
                  <a:pt x="21600" y="18953"/>
                </a:lnTo>
                <a:lnTo>
                  <a:pt x="21600" y="21077"/>
                </a:lnTo>
                <a:lnTo>
                  <a:pt x="20506" y="21284"/>
                </a:lnTo>
                <a:lnTo>
                  <a:pt x="19431" y="21440"/>
                </a:lnTo>
                <a:lnTo>
                  <a:pt x="18376" y="21545"/>
                </a:lnTo>
                <a:lnTo>
                  <a:pt x="17338" y="21600"/>
                </a:lnTo>
                <a:lnTo>
                  <a:pt x="16314" y="21592"/>
                </a:lnTo>
                <a:lnTo>
                  <a:pt x="15304" y="21524"/>
                </a:lnTo>
                <a:lnTo>
                  <a:pt x="14309" y="21385"/>
                </a:lnTo>
                <a:lnTo>
                  <a:pt x="13324" y="21178"/>
                </a:lnTo>
                <a:lnTo>
                  <a:pt x="12351" y="20892"/>
                </a:lnTo>
                <a:lnTo>
                  <a:pt x="11385" y="20529"/>
                </a:lnTo>
                <a:lnTo>
                  <a:pt x="10427" y="20082"/>
                </a:lnTo>
                <a:lnTo>
                  <a:pt x="9475" y="19547"/>
                </a:lnTo>
                <a:lnTo>
                  <a:pt x="8529" y="18919"/>
                </a:lnTo>
                <a:lnTo>
                  <a:pt x="7586" y="18194"/>
                </a:lnTo>
                <a:lnTo>
                  <a:pt x="6644" y="17368"/>
                </a:lnTo>
                <a:lnTo>
                  <a:pt x="5704" y="16440"/>
                </a:lnTo>
                <a:lnTo>
                  <a:pt x="4764" y="15399"/>
                </a:lnTo>
                <a:lnTo>
                  <a:pt x="3820" y="14248"/>
                </a:lnTo>
                <a:lnTo>
                  <a:pt x="2873" y="12979"/>
                </a:lnTo>
                <a:lnTo>
                  <a:pt x="1922" y="11593"/>
                </a:lnTo>
                <a:lnTo>
                  <a:pt x="965" y="10075"/>
                </a:lnTo>
                <a:lnTo>
                  <a:pt x="0" y="8431"/>
                </a:lnTo>
                <a:lnTo>
                  <a:pt x="0" y="6340"/>
                </a:lnTo>
                <a:lnTo>
                  <a:pt x="0" y="4215"/>
                </a:lnTo>
                <a:lnTo>
                  <a:pt x="972" y="3790"/>
                </a:lnTo>
                <a:lnTo>
                  <a:pt x="1944" y="3368"/>
                </a:lnTo>
                <a:lnTo>
                  <a:pt x="2916" y="2947"/>
                </a:lnTo>
                <a:lnTo>
                  <a:pt x="3888" y="2525"/>
                </a:lnTo>
                <a:lnTo>
                  <a:pt x="4860" y="2108"/>
                </a:lnTo>
                <a:lnTo>
                  <a:pt x="5763" y="1716"/>
                </a:lnTo>
                <a:lnTo>
                  <a:pt x="6672" y="1319"/>
                </a:lnTo>
                <a:lnTo>
                  <a:pt x="7593" y="923"/>
                </a:lnTo>
                <a:lnTo>
                  <a:pt x="8654" y="535"/>
                </a:lnTo>
                <a:lnTo>
                  <a:pt x="9449" y="274"/>
                </a:lnTo>
                <a:lnTo>
                  <a:pt x="10129" y="114"/>
                </a:lnTo>
                <a:lnTo>
                  <a:pt x="10842" y="34"/>
                </a:lnTo>
                <a:lnTo>
                  <a:pt x="11735" y="4"/>
                </a:lnTo>
                <a:lnTo>
                  <a:pt x="12960" y="0"/>
                </a:lnTo>
                <a:close/>
              </a:path>
            </a:pathLst>
          </a:custGeom>
          <a:solidFill>
            <a:srgbClr val="E8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6" name="contour_07224"/>
          <p:cNvSpPr/>
          <p:nvPr/>
        </p:nvSpPr>
        <p:spPr>
          <a:xfrm>
            <a:off x="7616465" y="1793334"/>
            <a:ext cx="46898" cy="64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68" y="2275"/>
                </a:moveTo>
                <a:lnTo>
                  <a:pt x="18794" y="3933"/>
                </a:lnTo>
                <a:lnTo>
                  <a:pt x="19371" y="5181"/>
                </a:lnTo>
                <a:lnTo>
                  <a:pt x="19774" y="6256"/>
                </a:lnTo>
                <a:lnTo>
                  <a:pt x="20079" y="7395"/>
                </a:lnTo>
                <a:lnTo>
                  <a:pt x="20358" y="8834"/>
                </a:lnTo>
                <a:lnTo>
                  <a:pt x="20694" y="10809"/>
                </a:lnTo>
                <a:lnTo>
                  <a:pt x="20992" y="12345"/>
                </a:lnTo>
                <a:lnTo>
                  <a:pt x="21295" y="13890"/>
                </a:lnTo>
                <a:lnTo>
                  <a:pt x="21600" y="15456"/>
                </a:lnTo>
                <a:lnTo>
                  <a:pt x="21395" y="17733"/>
                </a:lnTo>
                <a:lnTo>
                  <a:pt x="20999" y="19096"/>
                </a:lnTo>
                <a:lnTo>
                  <a:pt x="20120" y="20093"/>
                </a:lnTo>
                <a:lnTo>
                  <a:pt x="18455" y="21266"/>
                </a:lnTo>
                <a:lnTo>
                  <a:pt x="16176" y="21549"/>
                </a:lnTo>
                <a:lnTo>
                  <a:pt x="14642" y="21600"/>
                </a:lnTo>
                <a:lnTo>
                  <a:pt x="13155" y="21378"/>
                </a:lnTo>
                <a:lnTo>
                  <a:pt x="11020" y="20847"/>
                </a:lnTo>
                <a:lnTo>
                  <a:pt x="7962" y="19276"/>
                </a:lnTo>
                <a:lnTo>
                  <a:pt x="5646" y="18038"/>
                </a:lnTo>
                <a:lnTo>
                  <a:pt x="3937" y="17021"/>
                </a:lnTo>
                <a:lnTo>
                  <a:pt x="2716" y="16112"/>
                </a:lnTo>
                <a:lnTo>
                  <a:pt x="1846" y="15202"/>
                </a:lnTo>
                <a:lnTo>
                  <a:pt x="1202" y="14178"/>
                </a:lnTo>
                <a:lnTo>
                  <a:pt x="658" y="12927"/>
                </a:lnTo>
                <a:lnTo>
                  <a:pt x="84" y="11342"/>
                </a:lnTo>
                <a:lnTo>
                  <a:pt x="17" y="9745"/>
                </a:lnTo>
                <a:lnTo>
                  <a:pt x="0" y="8229"/>
                </a:lnTo>
                <a:lnTo>
                  <a:pt x="70" y="6759"/>
                </a:lnTo>
                <a:lnTo>
                  <a:pt x="265" y="5298"/>
                </a:lnTo>
                <a:lnTo>
                  <a:pt x="624" y="3816"/>
                </a:lnTo>
                <a:lnTo>
                  <a:pt x="1185" y="2275"/>
                </a:lnTo>
                <a:lnTo>
                  <a:pt x="3592" y="1026"/>
                </a:lnTo>
                <a:lnTo>
                  <a:pt x="5924" y="288"/>
                </a:lnTo>
                <a:lnTo>
                  <a:pt x="8224" y="0"/>
                </a:lnTo>
                <a:lnTo>
                  <a:pt x="10537" y="110"/>
                </a:lnTo>
                <a:lnTo>
                  <a:pt x="12903" y="563"/>
                </a:lnTo>
                <a:lnTo>
                  <a:pt x="15363" y="1302"/>
                </a:lnTo>
                <a:lnTo>
                  <a:pt x="17968" y="2275"/>
                </a:lnTo>
                <a:close/>
              </a:path>
            </a:pathLst>
          </a:custGeom>
          <a:solidFill>
            <a:srgbClr val="F5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7" name="contour_07225"/>
          <p:cNvSpPr/>
          <p:nvPr/>
        </p:nvSpPr>
        <p:spPr>
          <a:xfrm>
            <a:off x="11175578" y="1800134"/>
            <a:ext cx="94744" cy="439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1991" y="2126"/>
                </a:lnTo>
                <a:lnTo>
                  <a:pt x="2321" y="4258"/>
                </a:lnTo>
                <a:lnTo>
                  <a:pt x="2652" y="6398"/>
                </a:lnTo>
                <a:lnTo>
                  <a:pt x="2986" y="8556"/>
                </a:lnTo>
                <a:lnTo>
                  <a:pt x="3323" y="10736"/>
                </a:lnTo>
                <a:lnTo>
                  <a:pt x="4365" y="10134"/>
                </a:lnTo>
                <a:lnTo>
                  <a:pt x="5413" y="9530"/>
                </a:lnTo>
                <a:lnTo>
                  <a:pt x="6477" y="8918"/>
                </a:lnTo>
                <a:lnTo>
                  <a:pt x="7505" y="8367"/>
                </a:lnTo>
                <a:lnTo>
                  <a:pt x="8535" y="7812"/>
                </a:lnTo>
                <a:lnTo>
                  <a:pt x="9564" y="7261"/>
                </a:lnTo>
                <a:lnTo>
                  <a:pt x="10592" y="6710"/>
                </a:lnTo>
                <a:lnTo>
                  <a:pt x="11109" y="6409"/>
                </a:lnTo>
                <a:lnTo>
                  <a:pt x="12669" y="5493"/>
                </a:lnTo>
                <a:lnTo>
                  <a:pt x="13797" y="4920"/>
                </a:lnTo>
                <a:lnTo>
                  <a:pt x="14902" y="4416"/>
                </a:lnTo>
                <a:lnTo>
                  <a:pt x="16004" y="4004"/>
                </a:lnTo>
                <a:lnTo>
                  <a:pt x="17122" y="3718"/>
                </a:lnTo>
                <a:lnTo>
                  <a:pt x="18277" y="3579"/>
                </a:lnTo>
                <a:lnTo>
                  <a:pt x="19533" y="5593"/>
                </a:lnTo>
                <a:lnTo>
                  <a:pt x="20299" y="7010"/>
                </a:lnTo>
                <a:lnTo>
                  <a:pt x="20884" y="8499"/>
                </a:lnTo>
                <a:lnTo>
                  <a:pt x="21600" y="10736"/>
                </a:lnTo>
                <a:lnTo>
                  <a:pt x="20593" y="11512"/>
                </a:lnTo>
                <a:lnTo>
                  <a:pt x="19585" y="12285"/>
                </a:lnTo>
                <a:lnTo>
                  <a:pt x="18576" y="13054"/>
                </a:lnTo>
                <a:lnTo>
                  <a:pt x="17567" y="13820"/>
                </a:lnTo>
                <a:lnTo>
                  <a:pt x="16559" y="14583"/>
                </a:lnTo>
                <a:lnTo>
                  <a:pt x="15549" y="15345"/>
                </a:lnTo>
                <a:lnTo>
                  <a:pt x="14538" y="16103"/>
                </a:lnTo>
                <a:lnTo>
                  <a:pt x="13550" y="16873"/>
                </a:lnTo>
                <a:lnTo>
                  <a:pt x="12546" y="17656"/>
                </a:lnTo>
                <a:lnTo>
                  <a:pt x="11372" y="18487"/>
                </a:lnTo>
                <a:lnTo>
                  <a:pt x="10230" y="19217"/>
                </a:lnTo>
                <a:lnTo>
                  <a:pt x="9114" y="19847"/>
                </a:lnTo>
                <a:lnTo>
                  <a:pt x="8010" y="20373"/>
                </a:lnTo>
                <a:lnTo>
                  <a:pt x="6915" y="20806"/>
                </a:lnTo>
                <a:lnTo>
                  <a:pt x="5817" y="21142"/>
                </a:lnTo>
                <a:lnTo>
                  <a:pt x="4709" y="21385"/>
                </a:lnTo>
                <a:lnTo>
                  <a:pt x="3582" y="21539"/>
                </a:lnTo>
                <a:lnTo>
                  <a:pt x="2428" y="21600"/>
                </a:lnTo>
                <a:lnTo>
                  <a:pt x="1236" y="21579"/>
                </a:lnTo>
                <a:lnTo>
                  <a:pt x="0" y="21471"/>
                </a:lnTo>
                <a:lnTo>
                  <a:pt x="183" y="19109"/>
                </a:lnTo>
                <a:lnTo>
                  <a:pt x="366" y="16744"/>
                </a:lnTo>
                <a:lnTo>
                  <a:pt x="548" y="14379"/>
                </a:lnTo>
                <a:lnTo>
                  <a:pt x="733" y="12006"/>
                </a:lnTo>
                <a:lnTo>
                  <a:pt x="917" y="9626"/>
                </a:lnTo>
                <a:lnTo>
                  <a:pt x="1102" y="7236"/>
                </a:lnTo>
                <a:lnTo>
                  <a:pt x="1288" y="4838"/>
                </a:lnTo>
                <a:lnTo>
                  <a:pt x="1474" y="2426"/>
                </a:lnTo>
                <a:lnTo>
                  <a:pt x="1662" y="0"/>
                </a:lnTo>
                <a:close/>
              </a:path>
            </a:pathLst>
          </a:custGeom>
          <a:solidFill>
            <a:srgbClr val="E9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8" name="contour_07226"/>
          <p:cNvSpPr/>
          <p:nvPr/>
        </p:nvSpPr>
        <p:spPr>
          <a:xfrm>
            <a:off x="1883389" y="1723158"/>
            <a:ext cx="57874" cy="76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0" y="0"/>
                </a:moveTo>
                <a:lnTo>
                  <a:pt x="12972" y="143"/>
                </a:lnTo>
                <a:lnTo>
                  <a:pt x="14384" y="440"/>
                </a:lnTo>
                <a:lnTo>
                  <a:pt x="16320" y="1149"/>
                </a:lnTo>
                <a:lnTo>
                  <a:pt x="17332" y="2460"/>
                </a:lnTo>
                <a:lnTo>
                  <a:pt x="18249" y="3800"/>
                </a:lnTo>
                <a:lnTo>
                  <a:pt x="19068" y="5166"/>
                </a:lnTo>
                <a:lnTo>
                  <a:pt x="19783" y="6554"/>
                </a:lnTo>
                <a:lnTo>
                  <a:pt x="20390" y="7966"/>
                </a:lnTo>
                <a:lnTo>
                  <a:pt x="20879" y="9397"/>
                </a:lnTo>
                <a:lnTo>
                  <a:pt x="21246" y="10845"/>
                </a:lnTo>
                <a:lnTo>
                  <a:pt x="21488" y="12309"/>
                </a:lnTo>
                <a:lnTo>
                  <a:pt x="21600" y="13786"/>
                </a:lnTo>
                <a:lnTo>
                  <a:pt x="21573" y="15275"/>
                </a:lnTo>
                <a:lnTo>
                  <a:pt x="21401" y="16774"/>
                </a:lnTo>
                <a:lnTo>
                  <a:pt x="21080" y="18277"/>
                </a:lnTo>
                <a:lnTo>
                  <a:pt x="20406" y="19375"/>
                </a:lnTo>
                <a:lnTo>
                  <a:pt x="19729" y="20479"/>
                </a:lnTo>
                <a:lnTo>
                  <a:pt x="19040" y="21600"/>
                </a:lnTo>
                <a:lnTo>
                  <a:pt x="16367" y="21588"/>
                </a:lnTo>
                <a:lnTo>
                  <a:pt x="14626" y="21514"/>
                </a:lnTo>
                <a:lnTo>
                  <a:pt x="13448" y="21310"/>
                </a:lnTo>
                <a:lnTo>
                  <a:pt x="12458" y="20913"/>
                </a:lnTo>
                <a:lnTo>
                  <a:pt x="11283" y="20258"/>
                </a:lnTo>
                <a:lnTo>
                  <a:pt x="10238" y="19402"/>
                </a:lnTo>
                <a:lnTo>
                  <a:pt x="9180" y="18532"/>
                </a:lnTo>
                <a:lnTo>
                  <a:pt x="8114" y="17676"/>
                </a:lnTo>
                <a:lnTo>
                  <a:pt x="7034" y="16806"/>
                </a:lnTo>
                <a:lnTo>
                  <a:pt x="6243" y="16142"/>
                </a:lnTo>
                <a:lnTo>
                  <a:pt x="5440" y="15465"/>
                </a:lnTo>
                <a:lnTo>
                  <a:pt x="4766" y="16477"/>
                </a:lnTo>
                <a:lnTo>
                  <a:pt x="4091" y="17494"/>
                </a:lnTo>
                <a:lnTo>
                  <a:pt x="3408" y="18518"/>
                </a:lnTo>
                <a:lnTo>
                  <a:pt x="2720" y="19555"/>
                </a:lnTo>
                <a:lnTo>
                  <a:pt x="2394" y="18095"/>
                </a:lnTo>
                <a:lnTo>
                  <a:pt x="2230" y="17046"/>
                </a:lnTo>
                <a:lnTo>
                  <a:pt x="2230" y="16113"/>
                </a:lnTo>
                <a:lnTo>
                  <a:pt x="2394" y="15003"/>
                </a:lnTo>
                <a:lnTo>
                  <a:pt x="2720" y="13420"/>
                </a:lnTo>
                <a:lnTo>
                  <a:pt x="4504" y="12853"/>
                </a:lnTo>
                <a:lnTo>
                  <a:pt x="6259" y="12422"/>
                </a:lnTo>
                <a:lnTo>
                  <a:pt x="8013" y="12090"/>
                </a:lnTo>
                <a:lnTo>
                  <a:pt x="9800" y="11827"/>
                </a:lnTo>
                <a:lnTo>
                  <a:pt x="11650" y="11600"/>
                </a:lnTo>
                <a:lnTo>
                  <a:pt x="13600" y="11375"/>
                </a:lnTo>
                <a:lnTo>
                  <a:pt x="12839" y="11144"/>
                </a:lnTo>
                <a:lnTo>
                  <a:pt x="12126" y="10931"/>
                </a:lnTo>
                <a:lnTo>
                  <a:pt x="11305" y="10683"/>
                </a:lnTo>
                <a:lnTo>
                  <a:pt x="10217" y="10356"/>
                </a:lnTo>
                <a:lnTo>
                  <a:pt x="8701" y="9900"/>
                </a:lnTo>
                <a:lnTo>
                  <a:pt x="6602" y="9268"/>
                </a:lnTo>
                <a:lnTo>
                  <a:pt x="3754" y="8411"/>
                </a:lnTo>
                <a:lnTo>
                  <a:pt x="0" y="7285"/>
                </a:lnTo>
                <a:lnTo>
                  <a:pt x="996" y="5826"/>
                </a:lnTo>
                <a:lnTo>
                  <a:pt x="1980" y="4520"/>
                </a:lnTo>
                <a:lnTo>
                  <a:pt x="3017" y="3364"/>
                </a:lnTo>
                <a:lnTo>
                  <a:pt x="4154" y="2364"/>
                </a:lnTo>
                <a:lnTo>
                  <a:pt x="5454" y="1524"/>
                </a:lnTo>
                <a:lnTo>
                  <a:pt x="6969" y="847"/>
                </a:lnTo>
                <a:lnTo>
                  <a:pt x="8759" y="337"/>
                </a:lnTo>
                <a:lnTo>
                  <a:pt x="10880" y="0"/>
                </a:lnTo>
                <a:close/>
              </a:path>
            </a:pathLst>
          </a:custGeom>
          <a:solidFill>
            <a:srgbClr val="7E7E7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29" name="contour_07227"/>
          <p:cNvSpPr/>
          <p:nvPr/>
        </p:nvSpPr>
        <p:spPr>
          <a:xfrm>
            <a:off x="4674689" y="1676070"/>
            <a:ext cx="153048" cy="24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0"/>
                </a:moveTo>
                <a:lnTo>
                  <a:pt x="21071" y="3811"/>
                </a:lnTo>
                <a:lnTo>
                  <a:pt x="20545" y="7087"/>
                </a:lnTo>
                <a:lnTo>
                  <a:pt x="20012" y="9991"/>
                </a:lnTo>
                <a:lnTo>
                  <a:pt x="19466" y="12536"/>
                </a:lnTo>
                <a:lnTo>
                  <a:pt x="18899" y="14748"/>
                </a:lnTo>
                <a:lnTo>
                  <a:pt x="18305" y="16640"/>
                </a:lnTo>
                <a:lnTo>
                  <a:pt x="17676" y="18233"/>
                </a:lnTo>
                <a:lnTo>
                  <a:pt x="17004" y="19531"/>
                </a:lnTo>
                <a:lnTo>
                  <a:pt x="16284" y="20562"/>
                </a:lnTo>
                <a:lnTo>
                  <a:pt x="15507" y="21345"/>
                </a:lnTo>
                <a:lnTo>
                  <a:pt x="14804" y="21483"/>
                </a:lnTo>
                <a:lnTo>
                  <a:pt x="14102" y="21567"/>
                </a:lnTo>
                <a:lnTo>
                  <a:pt x="13400" y="21600"/>
                </a:lnTo>
                <a:lnTo>
                  <a:pt x="12698" y="21587"/>
                </a:lnTo>
                <a:lnTo>
                  <a:pt x="11996" y="21541"/>
                </a:lnTo>
                <a:lnTo>
                  <a:pt x="11295" y="21463"/>
                </a:lnTo>
                <a:lnTo>
                  <a:pt x="10592" y="21359"/>
                </a:lnTo>
                <a:lnTo>
                  <a:pt x="9891" y="21235"/>
                </a:lnTo>
                <a:lnTo>
                  <a:pt x="9188" y="21098"/>
                </a:lnTo>
                <a:lnTo>
                  <a:pt x="8486" y="20954"/>
                </a:lnTo>
                <a:lnTo>
                  <a:pt x="7868" y="20882"/>
                </a:lnTo>
                <a:lnTo>
                  <a:pt x="7250" y="20810"/>
                </a:lnTo>
                <a:lnTo>
                  <a:pt x="6632" y="20745"/>
                </a:lnTo>
                <a:lnTo>
                  <a:pt x="6015" y="20680"/>
                </a:lnTo>
                <a:lnTo>
                  <a:pt x="5347" y="20608"/>
                </a:lnTo>
                <a:lnTo>
                  <a:pt x="4678" y="20523"/>
                </a:lnTo>
                <a:lnTo>
                  <a:pt x="4009" y="20432"/>
                </a:lnTo>
                <a:lnTo>
                  <a:pt x="3342" y="20327"/>
                </a:lnTo>
                <a:lnTo>
                  <a:pt x="2673" y="20223"/>
                </a:lnTo>
                <a:lnTo>
                  <a:pt x="2005" y="20106"/>
                </a:lnTo>
                <a:lnTo>
                  <a:pt x="1336" y="19988"/>
                </a:lnTo>
                <a:lnTo>
                  <a:pt x="669" y="19858"/>
                </a:lnTo>
                <a:lnTo>
                  <a:pt x="0" y="19727"/>
                </a:lnTo>
                <a:lnTo>
                  <a:pt x="0" y="16490"/>
                </a:lnTo>
                <a:lnTo>
                  <a:pt x="0" y="13201"/>
                </a:lnTo>
                <a:lnTo>
                  <a:pt x="675" y="12634"/>
                </a:lnTo>
                <a:lnTo>
                  <a:pt x="1349" y="12073"/>
                </a:lnTo>
                <a:lnTo>
                  <a:pt x="2024" y="11511"/>
                </a:lnTo>
                <a:lnTo>
                  <a:pt x="2699" y="10950"/>
                </a:lnTo>
                <a:lnTo>
                  <a:pt x="3374" y="10395"/>
                </a:lnTo>
                <a:lnTo>
                  <a:pt x="4049" y="9834"/>
                </a:lnTo>
                <a:lnTo>
                  <a:pt x="4724" y="9280"/>
                </a:lnTo>
                <a:lnTo>
                  <a:pt x="5399" y="8731"/>
                </a:lnTo>
                <a:lnTo>
                  <a:pt x="6074" y="8177"/>
                </a:lnTo>
                <a:lnTo>
                  <a:pt x="6748" y="7629"/>
                </a:lnTo>
                <a:lnTo>
                  <a:pt x="7320" y="7159"/>
                </a:lnTo>
                <a:lnTo>
                  <a:pt x="7893" y="6682"/>
                </a:lnTo>
                <a:lnTo>
                  <a:pt x="8466" y="6206"/>
                </a:lnTo>
                <a:lnTo>
                  <a:pt x="9038" y="5723"/>
                </a:lnTo>
                <a:lnTo>
                  <a:pt x="9737" y="5142"/>
                </a:lnTo>
                <a:lnTo>
                  <a:pt x="10436" y="4575"/>
                </a:lnTo>
                <a:lnTo>
                  <a:pt x="11133" y="4026"/>
                </a:lnTo>
                <a:lnTo>
                  <a:pt x="11829" y="3498"/>
                </a:lnTo>
                <a:lnTo>
                  <a:pt x="12524" y="2995"/>
                </a:lnTo>
                <a:lnTo>
                  <a:pt x="13218" y="2525"/>
                </a:lnTo>
                <a:lnTo>
                  <a:pt x="13912" y="2082"/>
                </a:lnTo>
                <a:lnTo>
                  <a:pt x="14607" y="1671"/>
                </a:lnTo>
                <a:lnTo>
                  <a:pt x="15301" y="1299"/>
                </a:lnTo>
                <a:lnTo>
                  <a:pt x="15996" y="966"/>
                </a:lnTo>
                <a:lnTo>
                  <a:pt x="16692" y="679"/>
                </a:lnTo>
                <a:lnTo>
                  <a:pt x="17388" y="437"/>
                </a:lnTo>
                <a:lnTo>
                  <a:pt x="18085" y="241"/>
                </a:lnTo>
                <a:lnTo>
                  <a:pt x="18785" y="104"/>
                </a:lnTo>
                <a:lnTo>
                  <a:pt x="19485" y="26"/>
                </a:lnTo>
                <a:lnTo>
                  <a:pt x="20188" y="0"/>
                </a:lnTo>
                <a:lnTo>
                  <a:pt x="20892" y="46"/>
                </a:lnTo>
                <a:lnTo>
                  <a:pt x="21600" y="150"/>
                </a:lnTo>
                <a:close/>
              </a:path>
            </a:pathLst>
          </a:custGeom>
          <a:solidFill>
            <a:srgbClr val="ABE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0" name="contour_07228"/>
          <p:cNvSpPr/>
          <p:nvPr/>
        </p:nvSpPr>
        <p:spPr>
          <a:xfrm>
            <a:off x="1453397" y="1588782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985" y="1506"/>
                </a:lnTo>
                <a:lnTo>
                  <a:pt x="11782" y="2651"/>
                </a:lnTo>
                <a:lnTo>
                  <a:pt x="12579" y="4011"/>
                </a:lnTo>
                <a:lnTo>
                  <a:pt x="13745" y="6171"/>
                </a:lnTo>
                <a:lnTo>
                  <a:pt x="13863" y="8652"/>
                </a:lnTo>
                <a:lnTo>
                  <a:pt x="13922" y="10374"/>
                </a:lnTo>
                <a:lnTo>
                  <a:pt x="13922" y="11781"/>
                </a:lnTo>
                <a:lnTo>
                  <a:pt x="13863" y="13318"/>
                </a:lnTo>
                <a:lnTo>
                  <a:pt x="13745" y="15429"/>
                </a:lnTo>
                <a:lnTo>
                  <a:pt x="15041" y="15429"/>
                </a:lnTo>
                <a:lnTo>
                  <a:pt x="16339" y="15429"/>
                </a:lnTo>
                <a:lnTo>
                  <a:pt x="17643" y="15429"/>
                </a:lnTo>
                <a:lnTo>
                  <a:pt x="18953" y="15429"/>
                </a:lnTo>
                <a:lnTo>
                  <a:pt x="20271" y="15429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1259" y="18008"/>
                </a:lnTo>
                <a:lnTo>
                  <a:pt x="2252" y="15182"/>
                </a:lnTo>
                <a:lnTo>
                  <a:pt x="3030" y="12994"/>
                </a:lnTo>
                <a:lnTo>
                  <a:pt x="3641" y="11318"/>
                </a:lnTo>
                <a:lnTo>
                  <a:pt x="4135" y="10025"/>
                </a:lnTo>
                <a:lnTo>
                  <a:pt x="4558" y="8995"/>
                </a:lnTo>
                <a:lnTo>
                  <a:pt x="4958" y="8091"/>
                </a:lnTo>
                <a:lnTo>
                  <a:pt x="5386" y="7193"/>
                </a:lnTo>
                <a:lnTo>
                  <a:pt x="5891" y="6171"/>
                </a:lnTo>
                <a:lnTo>
                  <a:pt x="7189" y="6171"/>
                </a:lnTo>
                <a:lnTo>
                  <a:pt x="8495" y="6171"/>
                </a:lnTo>
                <a:lnTo>
                  <a:pt x="9818" y="6171"/>
                </a:lnTo>
                <a:lnTo>
                  <a:pt x="9818" y="4132"/>
                </a:lnTo>
                <a:lnTo>
                  <a:pt x="9818" y="2080"/>
                </a:lnTo>
                <a:lnTo>
                  <a:pt x="9818" y="0"/>
                </a:lnTo>
                <a:close/>
              </a:path>
            </a:pathLst>
          </a:custGeom>
          <a:solidFill>
            <a:srgbClr val="3B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1" name="contour_07229"/>
          <p:cNvSpPr/>
          <p:nvPr/>
        </p:nvSpPr>
        <p:spPr>
          <a:xfrm>
            <a:off x="811806" y="1625820"/>
            <a:ext cx="65840" cy="504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21" y="940"/>
                </a:moveTo>
                <a:lnTo>
                  <a:pt x="19888" y="1418"/>
                </a:lnTo>
                <a:lnTo>
                  <a:pt x="21600" y="2866"/>
                </a:lnTo>
                <a:lnTo>
                  <a:pt x="21600" y="4721"/>
                </a:lnTo>
                <a:lnTo>
                  <a:pt x="21600" y="6582"/>
                </a:lnTo>
                <a:lnTo>
                  <a:pt x="21600" y="8449"/>
                </a:lnTo>
                <a:lnTo>
                  <a:pt x="21600" y="10332"/>
                </a:lnTo>
                <a:lnTo>
                  <a:pt x="21600" y="12233"/>
                </a:lnTo>
                <a:lnTo>
                  <a:pt x="20022" y="12577"/>
                </a:lnTo>
                <a:lnTo>
                  <a:pt x="18442" y="12920"/>
                </a:lnTo>
                <a:lnTo>
                  <a:pt x="16861" y="13263"/>
                </a:lnTo>
                <a:lnTo>
                  <a:pt x="15276" y="13610"/>
                </a:lnTo>
                <a:lnTo>
                  <a:pt x="13686" y="13957"/>
                </a:lnTo>
                <a:lnTo>
                  <a:pt x="12089" y="14303"/>
                </a:lnTo>
                <a:lnTo>
                  <a:pt x="10487" y="14653"/>
                </a:lnTo>
                <a:lnTo>
                  <a:pt x="8875" y="15003"/>
                </a:lnTo>
                <a:lnTo>
                  <a:pt x="7254" y="15355"/>
                </a:lnTo>
                <a:lnTo>
                  <a:pt x="7254" y="17419"/>
                </a:lnTo>
                <a:lnTo>
                  <a:pt x="7254" y="19496"/>
                </a:lnTo>
                <a:lnTo>
                  <a:pt x="7254" y="21600"/>
                </a:lnTo>
                <a:lnTo>
                  <a:pt x="5674" y="21600"/>
                </a:lnTo>
                <a:lnTo>
                  <a:pt x="4084" y="21600"/>
                </a:lnTo>
                <a:lnTo>
                  <a:pt x="2472" y="21600"/>
                </a:lnTo>
                <a:lnTo>
                  <a:pt x="1528" y="19652"/>
                </a:lnTo>
                <a:lnTo>
                  <a:pt x="827" y="17685"/>
                </a:lnTo>
                <a:lnTo>
                  <a:pt x="354" y="15674"/>
                </a:lnTo>
                <a:lnTo>
                  <a:pt x="86" y="13591"/>
                </a:lnTo>
                <a:lnTo>
                  <a:pt x="0" y="11412"/>
                </a:lnTo>
                <a:lnTo>
                  <a:pt x="81" y="9111"/>
                </a:lnTo>
                <a:lnTo>
                  <a:pt x="1341" y="6916"/>
                </a:lnTo>
                <a:lnTo>
                  <a:pt x="2656" y="5064"/>
                </a:lnTo>
                <a:lnTo>
                  <a:pt x="4034" y="3534"/>
                </a:lnTo>
                <a:lnTo>
                  <a:pt x="5468" y="2307"/>
                </a:lnTo>
                <a:lnTo>
                  <a:pt x="6965" y="1364"/>
                </a:lnTo>
                <a:lnTo>
                  <a:pt x="8526" y="681"/>
                </a:lnTo>
                <a:lnTo>
                  <a:pt x="10154" y="240"/>
                </a:lnTo>
                <a:lnTo>
                  <a:pt x="11847" y="19"/>
                </a:lnTo>
                <a:lnTo>
                  <a:pt x="13609" y="0"/>
                </a:lnTo>
                <a:lnTo>
                  <a:pt x="15441" y="159"/>
                </a:lnTo>
                <a:lnTo>
                  <a:pt x="17344" y="481"/>
                </a:lnTo>
                <a:lnTo>
                  <a:pt x="19321" y="940"/>
                </a:lnTo>
                <a:close/>
              </a:path>
            </a:pathLst>
          </a:custGeom>
          <a:solidFill>
            <a:srgbClr val="838382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2" name="contour_07230"/>
          <p:cNvSpPr/>
          <p:nvPr/>
        </p:nvSpPr>
        <p:spPr>
          <a:xfrm>
            <a:off x="5183653" y="1564557"/>
            <a:ext cx="58515" cy="118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1" y="429"/>
                </a:moveTo>
                <a:lnTo>
                  <a:pt x="3400" y="191"/>
                </a:lnTo>
                <a:lnTo>
                  <a:pt x="5493" y="48"/>
                </a:lnTo>
                <a:lnTo>
                  <a:pt x="7022" y="0"/>
                </a:lnTo>
                <a:lnTo>
                  <a:pt x="8283" y="48"/>
                </a:lnTo>
                <a:lnTo>
                  <a:pt x="9577" y="191"/>
                </a:lnTo>
                <a:lnTo>
                  <a:pt x="11202" y="429"/>
                </a:lnTo>
                <a:lnTo>
                  <a:pt x="12181" y="1199"/>
                </a:lnTo>
                <a:lnTo>
                  <a:pt x="13023" y="1989"/>
                </a:lnTo>
                <a:lnTo>
                  <a:pt x="13753" y="2799"/>
                </a:lnTo>
                <a:lnTo>
                  <a:pt x="14398" y="3624"/>
                </a:lnTo>
                <a:lnTo>
                  <a:pt x="14977" y="4463"/>
                </a:lnTo>
                <a:lnTo>
                  <a:pt x="15520" y="5315"/>
                </a:lnTo>
                <a:lnTo>
                  <a:pt x="16045" y="6177"/>
                </a:lnTo>
                <a:lnTo>
                  <a:pt x="16583" y="7045"/>
                </a:lnTo>
                <a:lnTo>
                  <a:pt x="17379" y="7852"/>
                </a:lnTo>
                <a:lnTo>
                  <a:pt x="18175" y="8658"/>
                </a:lnTo>
                <a:lnTo>
                  <a:pt x="18977" y="9465"/>
                </a:lnTo>
                <a:lnTo>
                  <a:pt x="19779" y="10271"/>
                </a:lnTo>
                <a:lnTo>
                  <a:pt x="20492" y="11238"/>
                </a:lnTo>
                <a:lnTo>
                  <a:pt x="21016" y="12188"/>
                </a:lnTo>
                <a:lnTo>
                  <a:pt x="21363" y="13128"/>
                </a:lnTo>
                <a:lnTo>
                  <a:pt x="21552" y="14058"/>
                </a:lnTo>
                <a:lnTo>
                  <a:pt x="21600" y="14983"/>
                </a:lnTo>
                <a:lnTo>
                  <a:pt x="21519" y="15906"/>
                </a:lnTo>
                <a:lnTo>
                  <a:pt x="21328" y="16831"/>
                </a:lnTo>
                <a:lnTo>
                  <a:pt x="21043" y="17761"/>
                </a:lnTo>
                <a:lnTo>
                  <a:pt x="20677" y="18700"/>
                </a:lnTo>
                <a:lnTo>
                  <a:pt x="20252" y="19650"/>
                </a:lnTo>
                <a:lnTo>
                  <a:pt x="19779" y="20616"/>
                </a:lnTo>
                <a:lnTo>
                  <a:pt x="19273" y="21600"/>
                </a:lnTo>
                <a:lnTo>
                  <a:pt x="17939" y="21600"/>
                </a:lnTo>
                <a:lnTo>
                  <a:pt x="16583" y="21600"/>
                </a:lnTo>
                <a:lnTo>
                  <a:pt x="16451" y="20850"/>
                </a:lnTo>
                <a:lnTo>
                  <a:pt x="16319" y="20096"/>
                </a:lnTo>
                <a:lnTo>
                  <a:pt x="16185" y="19331"/>
                </a:lnTo>
                <a:lnTo>
                  <a:pt x="16034" y="18595"/>
                </a:lnTo>
                <a:lnTo>
                  <a:pt x="15881" y="17859"/>
                </a:lnTo>
                <a:lnTo>
                  <a:pt x="15727" y="17125"/>
                </a:lnTo>
                <a:lnTo>
                  <a:pt x="15574" y="16389"/>
                </a:lnTo>
                <a:lnTo>
                  <a:pt x="15447" y="15647"/>
                </a:lnTo>
                <a:lnTo>
                  <a:pt x="15321" y="14894"/>
                </a:lnTo>
                <a:lnTo>
                  <a:pt x="15160" y="14174"/>
                </a:lnTo>
                <a:lnTo>
                  <a:pt x="15004" y="13613"/>
                </a:lnTo>
                <a:lnTo>
                  <a:pt x="14786" y="13023"/>
                </a:lnTo>
                <a:lnTo>
                  <a:pt x="14439" y="12218"/>
                </a:lnTo>
                <a:lnTo>
                  <a:pt x="13892" y="11014"/>
                </a:lnTo>
                <a:lnTo>
                  <a:pt x="12235" y="10526"/>
                </a:lnTo>
                <a:lnTo>
                  <a:pt x="11124" y="10224"/>
                </a:lnTo>
                <a:lnTo>
                  <a:pt x="10051" y="9988"/>
                </a:lnTo>
                <a:lnTo>
                  <a:pt x="8512" y="9691"/>
                </a:lnTo>
                <a:lnTo>
                  <a:pt x="8512" y="8817"/>
                </a:lnTo>
                <a:lnTo>
                  <a:pt x="8512" y="7937"/>
                </a:lnTo>
                <a:lnTo>
                  <a:pt x="8512" y="7045"/>
                </a:lnTo>
                <a:lnTo>
                  <a:pt x="7178" y="6881"/>
                </a:lnTo>
                <a:lnTo>
                  <a:pt x="5838" y="6715"/>
                </a:lnTo>
                <a:lnTo>
                  <a:pt x="4477" y="6549"/>
                </a:lnTo>
                <a:lnTo>
                  <a:pt x="3142" y="6276"/>
                </a:lnTo>
                <a:lnTo>
                  <a:pt x="1802" y="6001"/>
                </a:lnTo>
                <a:lnTo>
                  <a:pt x="441" y="5722"/>
                </a:lnTo>
                <a:lnTo>
                  <a:pt x="137" y="4815"/>
                </a:lnTo>
                <a:lnTo>
                  <a:pt x="3" y="3948"/>
                </a:lnTo>
                <a:lnTo>
                  <a:pt x="0" y="3098"/>
                </a:lnTo>
                <a:lnTo>
                  <a:pt x="97" y="2243"/>
                </a:lnTo>
                <a:lnTo>
                  <a:pt x="253" y="1360"/>
                </a:lnTo>
                <a:lnTo>
                  <a:pt x="441" y="429"/>
                </a:lnTo>
                <a:close/>
              </a:path>
            </a:pathLst>
          </a:custGeom>
          <a:solidFill>
            <a:srgbClr val="D9E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3" name="contour_07231"/>
          <p:cNvSpPr/>
          <p:nvPr/>
        </p:nvSpPr>
        <p:spPr>
          <a:xfrm>
            <a:off x="1395093" y="1552342"/>
            <a:ext cx="7448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95" y="0"/>
                </a:moveTo>
                <a:lnTo>
                  <a:pt x="16367" y="488"/>
                </a:lnTo>
                <a:lnTo>
                  <a:pt x="17483" y="892"/>
                </a:lnTo>
                <a:lnTo>
                  <a:pt x="18447" y="1361"/>
                </a:lnTo>
                <a:lnTo>
                  <a:pt x="19563" y="2043"/>
                </a:lnTo>
                <a:lnTo>
                  <a:pt x="21135" y="3086"/>
                </a:lnTo>
                <a:lnTo>
                  <a:pt x="21444" y="5289"/>
                </a:lnTo>
                <a:lnTo>
                  <a:pt x="21600" y="6872"/>
                </a:lnTo>
                <a:lnTo>
                  <a:pt x="21600" y="8279"/>
                </a:lnTo>
                <a:lnTo>
                  <a:pt x="21444" y="9955"/>
                </a:lnTo>
                <a:lnTo>
                  <a:pt x="21135" y="12343"/>
                </a:lnTo>
                <a:lnTo>
                  <a:pt x="19928" y="13451"/>
                </a:lnTo>
                <a:lnTo>
                  <a:pt x="18783" y="14423"/>
                </a:lnTo>
                <a:lnTo>
                  <a:pt x="17658" y="15290"/>
                </a:lnTo>
                <a:lnTo>
                  <a:pt x="16515" y="16083"/>
                </a:lnTo>
                <a:lnTo>
                  <a:pt x="15308" y="16826"/>
                </a:lnTo>
                <a:lnTo>
                  <a:pt x="14002" y="17552"/>
                </a:lnTo>
                <a:lnTo>
                  <a:pt x="13497" y="17851"/>
                </a:lnTo>
                <a:lnTo>
                  <a:pt x="11971" y="18761"/>
                </a:lnTo>
                <a:lnTo>
                  <a:pt x="10513" y="19560"/>
                </a:lnTo>
                <a:lnTo>
                  <a:pt x="9143" y="20215"/>
                </a:lnTo>
                <a:lnTo>
                  <a:pt x="7818" y="20733"/>
                </a:lnTo>
                <a:lnTo>
                  <a:pt x="6497" y="21125"/>
                </a:lnTo>
                <a:lnTo>
                  <a:pt x="5136" y="21393"/>
                </a:lnTo>
                <a:lnTo>
                  <a:pt x="3688" y="21551"/>
                </a:lnTo>
                <a:lnTo>
                  <a:pt x="2114" y="21600"/>
                </a:lnTo>
                <a:lnTo>
                  <a:pt x="1549" y="19607"/>
                </a:lnTo>
                <a:lnTo>
                  <a:pt x="1118" y="17601"/>
                </a:lnTo>
                <a:lnTo>
                  <a:pt x="784" y="15571"/>
                </a:lnTo>
                <a:lnTo>
                  <a:pt x="509" y="13506"/>
                </a:lnTo>
                <a:lnTo>
                  <a:pt x="260" y="11405"/>
                </a:lnTo>
                <a:lnTo>
                  <a:pt x="0" y="9257"/>
                </a:lnTo>
                <a:lnTo>
                  <a:pt x="674" y="9115"/>
                </a:lnTo>
                <a:lnTo>
                  <a:pt x="1289" y="8989"/>
                </a:lnTo>
                <a:lnTo>
                  <a:pt x="1938" y="8853"/>
                </a:lnTo>
                <a:lnTo>
                  <a:pt x="2705" y="8692"/>
                </a:lnTo>
                <a:lnTo>
                  <a:pt x="3680" y="8489"/>
                </a:lnTo>
                <a:lnTo>
                  <a:pt x="4954" y="8223"/>
                </a:lnTo>
                <a:lnTo>
                  <a:pt x="6613" y="7878"/>
                </a:lnTo>
                <a:lnTo>
                  <a:pt x="8746" y="7433"/>
                </a:lnTo>
                <a:lnTo>
                  <a:pt x="11445" y="6869"/>
                </a:lnTo>
                <a:lnTo>
                  <a:pt x="14795" y="6171"/>
                </a:lnTo>
                <a:lnTo>
                  <a:pt x="14795" y="4132"/>
                </a:lnTo>
                <a:lnTo>
                  <a:pt x="14795" y="2080"/>
                </a:lnTo>
                <a:lnTo>
                  <a:pt x="14795" y="0"/>
                </a:lnTo>
                <a:close/>
              </a:path>
            </a:pathLst>
          </a:custGeom>
          <a:solidFill>
            <a:srgbClr val="5655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4" name="contour_07232"/>
          <p:cNvSpPr/>
          <p:nvPr/>
        </p:nvSpPr>
        <p:spPr>
          <a:xfrm>
            <a:off x="3687946" y="1552342"/>
            <a:ext cx="48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53" y="0"/>
                </a:moveTo>
                <a:lnTo>
                  <a:pt x="20802" y="1855"/>
                </a:lnTo>
                <a:lnTo>
                  <a:pt x="20934" y="3710"/>
                </a:lnTo>
                <a:lnTo>
                  <a:pt x="21054" y="5567"/>
                </a:lnTo>
                <a:lnTo>
                  <a:pt x="21161" y="7425"/>
                </a:lnTo>
                <a:lnTo>
                  <a:pt x="21261" y="9283"/>
                </a:lnTo>
                <a:lnTo>
                  <a:pt x="21371" y="11008"/>
                </a:lnTo>
                <a:lnTo>
                  <a:pt x="21484" y="12744"/>
                </a:lnTo>
                <a:lnTo>
                  <a:pt x="21600" y="14502"/>
                </a:lnTo>
                <a:lnTo>
                  <a:pt x="21287" y="15954"/>
                </a:lnTo>
                <a:lnTo>
                  <a:pt x="20973" y="17418"/>
                </a:lnTo>
                <a:lnTo>
                  <a:pt x="20653" y="18900"/>
                </a:lnTo>
                <a:lnTo>
                  <a:pt x="18395" y="19915"/>
                </a:lnTo>
                <a:lnTo>
                  <a:pt x="16764" y="20563"/>
                </a:lnTo>
                <a:lnTo>
                  <a:pt x="15291" y="20974"/>
                </a:lnTo>
                <a:lnTo>
                  <a:pt x="13510" y="21276"/>
                </a:lnTo>
                <a:lnTo>
                  <a:pt x="10962" y="21600"/>
                </a:lnTo>
                <a:lnTo>
                  <a:pt x="8645" y="20801"/>
                </a:lnTo>
                <a:lnTo>
                  <a:pt x="6968" y="20161"/>
                </a:lnTo>
                <a:lnTo>
                  <a:pt x="5660" y="19532"/>
                </a:lnTo>
                <a:lnTo>
                  <a:pt x="4455" y="18762"/>
                </a:lnTo>
                <a:lnTo>
                  <a:pt x="3082" y="17701"/>
                </a:lnTo>
                <a:lnTo>
                  <a:pt x="1270" y="16200"/>
                </a:lnTo>
                <a:lnTo>
                  <a:pt x="588" y="14310"/>
                </a:lnTo>
                <a:lnTo>
                  <a:pt x="162" y="12523"/>
                </a:lnTo>
                <a:lnTo>
                  <a:pt x="0" y="10789"/>
                </a:lnTo>
                <a:lnTo>
                  <a:pt x="123" y="9058"/>
                </a:lnTo>
                <a:lnTo>
                  <a:pt x="543" y="7279"/>
                </a:lnTo>
                <a:lnTo>
                  <a:pt x="1270" y="5400"/>
                </a:lnTo>
                <a:lnTo>
                  <a:pt x="3260" y="4099"/>
                </a:lnTo>
                <a:lnTo>
                  <a:pt x="5240" y="3008"/>
                </a:lnTo>
                <a:lnTo>
                  <a:pt x="7237" y="2117"/>
                </a:lnTo>
                <a:lnTo>
                  <a:pt x="9269" y="1404"/>
                </a:lnTo>
                <a:lnTo>
                  <a:pt x="11352" y="856"/>
                </a:lnTo>
                <a:lnTo>
                  <a:pt x="13514" y="459"/>
                </a:lnTo>
                <a:lnTo>
                  <a:pt x="15769" y="192"/>
                </a:lnTo>
                <a:lnTo>
                  <a:pt x="18143" y="46"/>
                </a:lnTo>
                <a:lnTo>
                  <a:pt x="20653" y="0"/>
                </a:lnTo>
                <a:close/>
              </a:path>
            </a:pathLst>
          </a:custGeom>
          <a:solidFill>
            <a:srgbClr val="BB6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5" name="contour_07233"/>
          <p:cNvSpPr/>
          <p:nvPr/>
        </p:nvSpPr>
        <p:spPr>
          <a:xfrm>
            <a:off x="5111969" y="1508614"/>
            <a:ext cx="65592" cy="41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65" y="199"/>
                </a:lnTo>
                <a:lnTo>
                  <a:pt x="10301" y="436"/>
                </a:lnTo>
                <a:lnTo>
                  <a:pt x="11815" y="732"/>
                </a:lnTo>
                <a:lnTo>
                  <a:pt x="13310" y="1108"/>
                </a:lnTo>
                <a:lnTo>
                  <a:pt x="14791" y="1581"/>
                </a:lnTo>
                <a:lnTo>
                  <a:pt x="16262" y="2166"/>
                </a:lnTo>
                <a:lnTo>
                  <a:pt x="17731" y="2884"/>
                </a:lnTo>
                <a:lnTo>
                  <a:pt x="19200" y="3755"/>
                </a:lnTo>
                <a:lnTo>
                  <a:pt x="20021" y="6244"/>
                </a:lnTo>
                <a:lnTo>
                  <a:pt x="20594" y="8598"/>
                </a:lnTo>
                <a:lnTo>
                  <a:pt x="20978" y="10918"/>
                </a:lnTo>
                <a:lnTo>
                  <a:pt x="21238" y="13317"/>
                </a:lnTo>
                <a:lnTo>
                  <a:pt x="21425" y="15897"/>
                </a:lnTo>
                <a:lnTo>
                  <a:pt x="21600" y="18773"/>
                </a:lnTo>
                <a:lnTo>
                  <a:pt x="19800" y="19648"/>
                </a:lnTo>
                <a:lnTo>
                  <a:pt x="18072" y="20350"/>
                </a:lnTo>
                <a:lnTo>
                  <a:pt x="16404" y="20890"/>
                </a:lnTo>
                <a:lnTo>
                  <a:pt x="14782" y="21277"/>
                </a:lnTo>
                <a:lnTo>
                  <a:pt x="13193" y="21510"/>
                </a:lnTo>
                <a:lnTo>
                  <a:pt x="11621" y="21600"/>
                </a:lnTo>
                <a:lnTo>
                  <a:pt x="10054" y="21555"/>
                </a:lnTo>
                <a:lnTo>
                  <a:pt x="8479" y="21382"/>
                </a:lnTo>
                <a:lnTo>
                  <a:pt x="6881" y="21082"/>
                </a:lnTo>
                <a:lnTo>
                  <a:pt x="5249" y="20665"/>
                </a:lnTo>
                <a:lnTo>
                  <a:pt x="3566" y="20136"/>
                </a:lnTo>
                <a:lnTo>
                  <a:pt x="1822" y="19505"/>
                </a:lnTo>
                <a:lnTo>
                  <a:pt x="0" y="18773"/>
                </a:lnTo>
                <a:lnTo>
                  <a:pt x="475" y="16543"/>
                </a:lnTo>
                <a:lnTo>
                  <a:pt x="953" y="14305"/>
                </a:lnTo>
                <a:lnTo>
                  <a:pt x="1430" y="12060"/>
                </a:lnTo>
                <a:lnTo>
                  <a:pt x="1913" y="9796"/>
                </a:lnTo>
                <a:lnTo>
                  <a:pt x="2400" y="7509"/>
                </a:lnTo>
                <a:lnTo>
                  <a:pt x="2995" y="9368"/>
                </a:lnTo>
                <a:lnTo>
                  <a:pt x="3590" y="11237"/>
                </a:lnTo>
                <a:lnTo>
                  <a:pt x="4193" y="13115"/>
                </a:lnTo>
                <a:lnTo>
                  <a:pt x="4800" y="15018"/>
                </a:lnTo>
                <a:lnTo>
                  <a:pt x="5196" y="12540"/>
                </a:lnTo>
                <a:lnTo>
                  <a:pt x="5592" y="10058"/>
                </a:lnTo>
                <a:lnTo>
                  <a:pt x="5990" y="7565"/>
                </a:lnTo>
                <a:lnTo>
                  <a:pt x="6391" y="5061"/>
                </a:lnTo>
                <a:lnTo>
                  <a:pt x="6794" y="2542"/>
                </a:lnTo>
                <a:lnTo>
                  <a:pt x="7200" y="0"/>
                </a:lnTo>
                <a:close/>
              </a:path>
            </a:pathLst>
          </a:custGeom>
          <a:solidFill>
            <a:srgbClr val="978590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6" name="contour_07234"/>
          <p:cNvSpPr/>
          <p:nvPr/>
        </p:nvSpPr>
        <p:spPr>
          <a:xfrm>
            <a:off x="7130742" y="1346165"/>
            <a:ext cx="123896" cy="39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53" y="1166"/>
                </a:moveTo>
                <a:lnTo>
                  <a:pt x="7995" y="619"/>
                </a:lnTo>
                <a:lnTo>
                  <a:pt x="9291" y="225"/>
                </a:lnTo>
                <a:lnTo>
                  <a:pt x="10301" y="12"/>
                </a:lnTo>
                <a:lnTo>
                  <a:pt x="11086" y="0"/>
                </a:lnTo>
                <a:lnTo>
                  <a:pt x="11710" y="201"/>
                </a:lnTo>
                <a:lnTo>
                  <a:pt x="12231" y="639"/>
                </a:lnTo>
                <a:lnTo>
                  <a:pt x="12711" y="1331"/>
                </a:lnTo>
                <a:lnTo>
                  <a:pt x="13213" y="2304"/>
                </a:lnTo>
                <a:lnTo>
                  <a:pt x="13797" y="3571"/>
                </a:lnTo>
                <a:lnTo>
                  <a:pt x="14393" y="5690"/>
                </a:lnTo>
                <a:lnTo>
                  <a:pt x="14979" y="7833"/>
                </a:lnTo>
                <a:lnTo>
                  <a:pt x="15555" y="10008"/>
                </a:lnTo>
                <a:lnTo>
                  <a:pt x="16209" y="11986"/>
                </a:lnTo>
                <a:lnTo>
                  <a:pt x="16900" y="13711"/>
                </a:lnTo>
                <a:lnTo>
                  <a:pt x="17624" y="15223"/>
                </a:lnTo>
                <a:lnTo>
                  <a:pt x="18378" y="16578"/>
                </a:lnTo>
                <a:lnTo>
                  <a:pt x="19157" y="17812"/>
                </a:lnTo>
                <a:lnTo>
                  <a:pt x="19956" y="18974"/>
                </a:lnTo>
                <a:lnTo>
                  <a:pt x="20772" y="20112"/>
                </a:lnTo>
                <a:lnTo>
                  <a:pt x="21600" y="21270"/>
                </a:lnTo>
                <a:lnTo>
                  <a:pt x="20707" y="21395"/>
                </a:lnTo>
                <a:lnTo>
                  <a:pt x="19820" y="21491"/>
                </a:lnTo>
                <a:lnTo>
                  <a:pt x="18938" y="21560"/>
                </a:lnTo>
                <a:lnTo>
                  <a:pt x="18061" y="21596"/>
                </a:lnTo>
                <a:lnTo>
                  <a:pt x="17190" y="21600"/>
                </a:lnTo>
                <a:lnTo>
                  <a:pt x="16321" y="21572"/>
                </a:lnTo>
                <a:lnTo>
                  <a:pt x="15455" y="21508"/>
                </a:lnTo>
                <a:lnTo>
                  <a:pt x="14591" y="21407"/>
                </a:lnTo>
                <a:lnTo>
                  <a:pt x="13730" y="21270"/>
                </a:lnTo>
                <a:lnTo>
                  <a:pt x="12870" y="21089"/>
                </a:lnTo>
                <a:lnTo>
                  <a:pt x="12010" y="20872"/>
                </a:lnTo>
                <a:lnTo>
                  <a:pt x="11151" y="20611"/>
                </a:lnTo>
                <a:lnTo>
                  <a:pt x="10290" y="20309"/>
                </a:lnTo>
                <a:lnTo>
                  <a:pt x="9429" y="19959"/>
                </a:lnTo>
                <a:lnTo>
                  <a:pt x="8565" y="19565"/>
                </a:lnTo>
                <a:lnTo>
                  <a:pt x="7700" y="19123"/>
                </a:lnTo>
                <a:lnTo>
                  <a:pt x="6831" y="18633"/>
                </a:lnTo>
                <a:lnTo>
                  <a:pt x="5959" y="18090"/>
                </a:lnTo>
                <a:lnTo>
                  <a:pt x="5082" y="17499"/>
                </a:lnTo>
                <a:lnTo>
                  <a:pt x="4323" y="16976"/>
                </a:lnTo>
                <a:lnTo>
                  <a:pt x="3551" y="16441"/>
                </a:lnTo>
                <a:lnTo>
                  <a:pt x="2835" y="15874"/>
                </a:lnTo>
                <a:lnTo>
                  <a:pt x="2122" y="15259"/>
                </a:lnTo>
                <a:lnTo>
                  <a:pt x="1413" y="14608"/>
                </a:lnTo>
                <a:lnTo>
                  <a:pt x="705" y="13928"/>
                </a:lnTo>
                <a:lnTo>
                  <a:pt x="0" y="13229"/>
                </a:lnTo>
                <a:lnTo>
                  <a:pt x="0" y="11234"/>
                </a:lnTo>
                <a:lnTo>
                  <a:pt x="0" y="9208"/>
                </a:lnTo>
                <a:lnTo>
                  <a:pt x="898" y="9208"/>
                </a:lnTo>
                <a:lnTo>
                  <a:pt x="1798" y="9208"/>
                </a:lnTo>
                <a:lnTo>
                  <a:pt x="2700" y="9208"/>
                </a:lnTo>
                <a:lnTo>
                  <a:pt x="3606" y="9208"/>
                </a:lnTo>
                <a:lnTo>
                  <a:pt x="4516" y="9208"/>
                </a:lnTo>
                <a:lnTo>
                  <a:pt x="5430" y="9208"/>
                </a:lnTo>
                <a:lnTo>
                  <a:pt x="6353" y="9208"/>
                </a:lnTo>
                <a:lnTo>
                  <a:pt x="6353" y="6550"/>
                </a:lnTo>
                <a:lnTo>
                  <a:pt x="6353" y="3876"/>
                </a:lnTo>
                <a:lnTo>
                  <a:pt x="6353" y="1166"/>
                </a:lnTo>
                <a:close/>
              </a:path>
            </a:pathLst>
          </a:custGeom>
          <a:solidFill>
            <a:srgbClr val="C0CAD1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7" name="contour_07235"/>
          <p:cNvSpPr/>
          <p:nvPr/>
        </p:nvSpPr>
        <p:spPr>
          <a:xfrm>
            <a:off x="6992271" y="1348278"/>
            <a:ext cx="138472" cy="440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42" y="0"/>
                </a:moveTo>
                <a:lnTo>
                  <a:pt x="14430" y="353"/>
                </a:lnTo>
                <a:lnTo>
                  <a:pt x="15219" y="707"/>
                </a:lnTo>
                <a:lnTo>
                  <a:pt x="16008" y="1060"/>
                </a:lnTo>
                <a:lnTo>
                  <a:pt x="16798" y="1417"/>
                </a:lnTo>
                <a:lnTo>
                  <a:pt x="17591" y="1771"/>
                </a:lnTo>
                <a:lnTo>
                  <a:pt x="18386" y="2128"/>
                </a:lnTo>
                <a:lnTo>
                  <a:pt x="19184" y="2485"/>
                </a:lnTo>
                <a:lnTo>
                  <a:pt x="19986" y="2845"/>
                </a:lnTo>
                <a:lnTo>
                  <a:pt x="20791" y="3206"/>
                </a:lnTo>
                <a:lnTo>
                  <a:pt x="21600" y="3570"/>
                </a:lnTo>
                <a:lnTo>
                  <a:pt x="21311" y="4024"/>
                </a:lnTo>
                <a:lnTo>
                  <a:pt x="21035" y="4459"/>
                </a:lnTo>
                <a:lnTo>
                  <a:pt x="20691" y="4998"/>
                </a:lnTo>
                <a:lnTo>
                  <a:pt x="20201" y="5770"/>
                </a:lnTo>
                <a:lnTo>
                  <a:pt x="19483" y="6894"/>
                </a:lnTo>
                <a:lnTo>
                  <a:pt x="18461" y="8501"/>
                </a:lnTo>
                <a:lnTo>
                  <a:pt x="17053" y="10711"/>
                </a:lnTo>
                <a:lnTo>
                  <a:pt x="17615" y="12478"/>
                </a:lnTo>
                <a:lnTo>
                  <a:pt x="18180" y="14256"/>
                </a:lnTo>
                <a:lnTo>
                  <a:pt x="18750" y="16041"/>
                </a:lnTo>
                <a:lnTo>
                  <a:pt x="19326" y="17851"/>
                </a:lnTo>
                <a:lnTo>
                  <a:pt x="17705" y="18451"/>
                </a:lnTo>
                <a:lnTo>
                  <a:pt x="16216" y="18997"/>
                </a:lnTo>
                <a:lnTo>
                  <a:pt x="14852" y="19490"/>
                </a:lnTo>
                <a:lnTo>
                  <a:pt x="13602" y="19933"/>
                </a:lnTo>
                <a:lnTo>
                  <a:pt x="12461" y="20325"/>
                </a:lnTo>
                <a:lnTo>
                  <a:pt x="11418" y="20661"/>
                </a:lnTo>
                <a:lnTo>
                  <a:pt x="10466" y="20950"/>
                </a:lnTo>
                <a:lnTo>
                  <a:pt x="9596" y="21182"/>
                </a:lnTo>
                <a:lnTo>
                  <a:pt x="8800" y="21364"/>
                </a:lnTo>
                <a:lnTo>
                  <a:pt x="8069" y="21496"/>
                </a:lnTo>
                <a:lnTo>
                  <a:pt x="7395" y="21575"/>
                </a:lnTo>
                <a:lnTo>
                  <a:pt x="6770" y="21600"/>
                </a:lnTo>
                <a:lnTo>
                  <a:pt x="6184" y="21575"/>
                </a:lnTo>
                <a:lnTo>
                  <a:pt x="5631" y="21496"/>
                </a:lnTo>
                <a:lnTo>
                  <a:pt x="5101" y="21364"/>
                </a:lnTo>
                <a:lnTo>
                  <a:pt x="4586" y="21182"/>
                </a:lnTo>
                <a:lnTo>
                  <a:pt x="4077" y="20950"/>
                </a:lnTo>
                <a:lnTo>
                  <a:pt x="3567" y="20661"/>
                </a:lnTo>
                <a:lnTo>
                  <a:pt x="3047" y="20325"/>
                </a:lnTo>
                <a:lnTo>
                  <a:pt x="2508" y="19933"/>
                </a:lnTo>
                <a:lnTo>
                  <a:pt x="1943" y="19490"/>
                </a:lnTo>
                <a:lnTo>
                  <a:pt x="1341" y="18997"/>
                </a:lnTo>
                <a:lnTo>
                  <a:pt x="697" y="18451"/>
                </a:lnTo>
                <a:lnTo>
                  <a:pt x="0" y="17851"/>
                </a:lnTo>
                <a:lnTo>
                  <a:pt x="0" y="16080"/>
                </a:lnTo>
                <a:lnTo>
                  <a:pt x="0" y="14281"/>
                </a:lnTo>
                <a:lnTo>
                  <a:pt x="795" y="14281"/>
                </a:lnTo>
                <a:lnTo>
                  <a:pt x="1589" y="14281"/>
                </a:lnTo>
                <a:lnTo>
                  <a:pt x="2384" y="14281"/>
                </a:lnTo>
                <a:lnTo>
                  <a:pt x="3180" y="14281"/>
                </a:lnTo>
                <a:lnTo>
                  <a:pt x="3976" y="14281"/>
                </a:lnTo>
                <a:lnTo>
                  <a:pt x="4772" y="14281"/>
                </a:lnTo>
                <a:lnTo>
                  <a:pt x="5571" y="14281"/>
                </a:lnTo>
                <a:lnTo>
                  <a:pt x="6370" y="14281"/>
                </a:lnTo>
                <a:lnTo>
                  <a:pt x="7170" y="14281"/>
                </a:lnTo>
                <a:lnTo>
                  <a:pt x="7973" y="14281"/>
                </a:lnTo>
                <a:lnTo>
                  <a:pt x="8776" y="14281"/>
                </a:lnTo>
                <a:lnTo>
                  <a:pt x="9581" y="14281"/>
                </a:lnTo>
                <a:lnTo>
                  <a:pt x="10388" y="14281"/>
                </a:lnTo>
                <a:lnTo>
                  <a:pt x="11199" y="14281"/>
                </a:lnTo>
                <a:lnTo>
                  <a:pt x="12011" y="14281"/>
                </a:lnTo>
                <a:lnTo>
                  <a:pt x="12825" y="14281"/>
                </a:lnTo>
                <a:lnTo>
                  <a:pt x="13642" y="14281"/>
                </a:lnTo>
                <a:lnTo>
                  <a:pt x="13642" y="11925"/>
                </a:lnTo>
                <a:lnTo>
                  <a:pt x="13642" y="9565"/>
                </a:lnTo>
                <a:lnTo>
                  <a:pt x="13642" y="7194"/>
                </a:lnTo>
                <a:lnTo>
                  <a:pt x="13642" y="4813"/>
                </a:lnTo>
                <a:lnTo>
                  <a:pt x="13642" y="2417"/>
                </a:lnTo>
                <a:lnTo>
                  <a:pt x="13642" y="0"/>
                </a:lnTo>
                <a:close/>
              </a:path>
            </a:pathLst>
          </a:custGeom>
          <a:solidFill>
            <a:srgbClr val="BECAD0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8" name="contour_07236"/>
          <p:cNvSpPr/>
          <p:nvPr/>
        </p:nvSpPr>
        <p:spPr>
          <a:xfrm>
            <a:off x="8522749" y="1332901"/>
            <a:ext cx="131184" cy="299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78"/>
                </a:moveTo>
                <a:lnTo>
                  <a:pt x="895" y="352"/>
                </a:lnTo>
                <a:lnTo>
                  <a:pt x="1780" y="179"/>
                </a:lnTo>
                <a:lnTo>
                  <a:pt x="2656" y="63"/>
                </a:lnTo>
                <a:lnTo>
                  <a:pt x="3523" y="0"/>
                </a:lnTo>
                <a:lnTo>
                  <a:pt x="4382" y="0"/>
                </a:lnTo>
                <a:lnTo>
                  <a:pt x="5234" y="53"/>
                </a:lnTo>
                <a:lnTo>
                  <a:pt x="6079" y="173"/>
                </a:lnTo>
                <a:lnTo>
                  <a:pt x="6917" y="352"/>
                </a:lnTo>
                <a:lnTo>
                  <a:pt x="7750" y="599"/>
                </a:lnTo>
                <a:lnTo>
                  <a:pt x="8578" y="914"/>
                </a:lnTo>
                <a:lnTo>
                  <a:pt x="9401" y="1293"/>
                </a:lnTo>
                <a:lnTo>
                  <a:pt x="10219" y="1745"/>
                </a:lnTo>
                <a:lnTo>
                  <a:pt x="11035" y="2265"/>
                </a:lnTo>
                <a:lnTo>
                  <a:pt x="11849" y="2864"/>
                </a:lnTo>
                <a:lnTo>
                  <a:pt x="12659" y="3532"/>
                </a:lnTo>
                <a:lnTo>
                  <a:pt x="13468" y="4283"/>
                </a:lnTo>
                <a:lnTo>
                  <a:pt x="14276" y="5108"/>
                </a:lnTo>
                <a:lnTo>
                  <a:pt x="15084" y="6012"/>
                </a:lnTo>
                <a:lnTo>
                  <a:pt x="15892" y="7000"/>
                </a:lnTo>
                <a:lnTo>
                  <a:pt x="16700" y="8072"/>
                </a:lnTo>
                <a:lnTo>
                  <a:pt x="17510" y="9229"/>
                </a:lnTo>
                <a:lnTo>
                  <a:pt x="18322" y="10469"/>
                </a:lnTo>
                <a:lnTo>
                  <a:pt x="19136" y="11804"/>
                </a:lnTo>
                <a:lnTo>
                  <a:pt x="19954" y="13223"/>
                </a:lnTo>
                <a:lnTo>
                  <a:pt x="20774" y="14736"/>
                </a:lnTo>
                <a:lnTo>
                  <a:pt x="21600" y="16345"/>
                </a:lnTo>
                <a:lnTo>
                  <a:pt x="21600" y="18951"/>
                </a:lnTo>
                <a:lnTo>
                  <a:pt x="21600" y="21600"/>
                </a:lnTo>
                <a:lnTo>
                  <a:pt x="20774" y="21400"/>
                </a:lnTo>
                <a:lnTo>
                  <a:pt x="19950" y="21195"/>
                </a:lnTo>
                <a:lnTo>
                  <a:pt x="19124" y="20985"/>
                </a:lnTo>
                <a:lnTo>
                  <a:pt x="18300" y="20770"/>
                </a:lnTo>
                <a:lnTo>
                  <a:pt x="17474" y="20549"/>
                </a:lnTo>
                <a:lnTo>
                  <a:pt x="16650" y="20323"/>
                </a:lnTo>
                <a:lnTo>
                  <a:pt x="15824" y="20092"/>
                </a:lnTo>
                <a:lnTo>
                  <a:pt x="15000" y="19860"/>
                </a:lnTo>
                <a:lnTo>
                  <a:pt x="14174" y="19629"/>
                </a:lnTo>
                <a:lnTo>
                  <a:pt x="13480" y="19466"/>
                </a:lnTo>
                <a:lnTo>
                  <a:pt x="12781" y="19303"/>
                </a:lnTo>
                <a:lnTo>
                  <a:pt x="12073" y="19135"/>
                </a:lnTo>
                <a:lnTo>
                  <a:pt x="11221" y="18867"/>
                </a:lnTo>
                <a:lnTo>
                  <a:pt x="10376" y="18562"/>
                </a:lnTo>
                <a:lnTo>
                  <a:pt x="9536" y="18210"/>
                </a:lnTo>
                <a:lnTo>
                  <a:pt x="8702" y="17795"/>
                </a:lnTo>
                <a:lnTo>
                  <a:pt x="7876" y="17312"/>
                </a:lnTo>
                <a:lnTo>
                  <a:pt x="7055" y="16739"/>
                </a:lnTo>
                <a:lnTo>
                  <a:pt x="6241" y="16071"/>
                </a:lnTo>
                <a:lnTo>
                  <a:pt x="5435" y="15299"/>
                </a:lnTo>
                <a:lnTo>
                  <a:pt x="4634" y="14400"/>
                </a:lnTo>
                <a:lnTo>
                  <a:pt x="3842" y="13375"/>
                </a:lnTo>
                <a:lnTo>
                  <a:pt x="3058" y="12203"/>
                </a:lnTo>
                <a:lnTo>
                  <a:pt x="2281" y="10874"/>
                </a:lnTo>
                <a:lnTo>
                  <a:pt x="1513" y="9376"/>
                </a:lnTo>
                <a:lnTo>
                  <a:pt x="752" y="7699"/>
                </a:lnTo>
                <a:lnTo>
                  <a:pt x="0" y="5834"/>
                </a:lnTo>
                <a:lnTo>
                  <a:pt x="0" y="3227"/>
                </a:lnTo>
                <a:lnTo>
                  <a:pt x="0" y="578"/>
                </a:lnTo>
                <a:close/>
              </a:path>
            </a:pathLst>
          </a:custGeom>
          <a:solidFill>
            <a:srgbClr val="CED8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239" name="contour_07237"/>
          <p:cNvSpPr/>
          <p:nvPr/>
        </p:nvSpPr>
        <p:spPr>
          <a:xfrm>
            <a:off x="11284898" y="1327857"/>
            <a:ext cx="102032" cy="366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48"/>
                </a:moveTo>
                <a:lnTo>
                  <a:pt x="21293" y="6187"/>
                </a:lnTo>
                <a:lnTo>
                  <a:pt x="20963" y="8805"/>
                </a:lnTo>
                <a:lnTo>
                  <a:pt x="20597" y="11320"/>
                </a:lnTo>
                <a:lnTo>
                  <a:pt x="20182" y="13745"/>
                </a:lnTo>
                <a:lnTo>
                  <a:pt x="19705" y="16097"/>
                </a:lnTo>
                <a:lnTo>
                  <a:pt x="19153" y="18388"/>
                </a:lnTo>
                <a:lnTo>
                  <a:pt x="18514" y="20646"/>
                </a:lnTo>
                <a:lnTo>
                  <a:pt x="17533" y="21200"/>
                </a:lnTo>
                <a:lnTo>
                  <a:pt x="16569" y="21510"/>
                </a:lnTo>
                <a:lnTo>
                  <a:pt x="15614" y="21600"/>
                </a:lnTo>
                <a:lnTo>
                  <a:pt x="14665" y="21514"/>
                </a:lnTo>
                <a:lnTo>
                  <a:pt x="13714" y="21286"/>
                </a:lnTo>
                <a:lnTo>
                  <a:pt x="12758" y="20951"/>
                </a:lnTo>
                <a:lnTo>
                  <a:pt x="11787" y="20547"/>
                </a:lnTo>
                <a:lnTo>
                  <a:pt x="10800" y="20108"/>
                </a:lnTo>
                <a:lnTo>
                  <a:pt x="10275" y="19953"/>
                </a:lnTo>
                <a:lnTo>
                  <a:pt x="8691" y="19472"/>
                </a:lnTo>
                <a:lnTo>
                  <a:pt x="7557" y="19046"/>
                </a:lnTo>
                <a:lnTo>
                  <a:pt x="6517" y="18586"/>
                </a:lnTo>
                <a:lnTo>
                  <a:pt x="5550" y="18036"/>
                </a:lnTo>
                <a:lnTo>
                  <a:pt x="4636" y="17335"/>
                </a:lnTo>
                <a:lnTo>
                  <a:pt x="3751" y="16419"/>
                </a:lnTo>
                <a:lnTo>
                  <a:pt x="2874" y="15237"/>
                </a:lnTo>
                <a:lnTo>
                  <a:pt x="1986" y="13719"/>
                </a:lnTo>
                <a:lnTo>
                  <a:pt x="1061" y="11810"/>
                </a:lnTo>
                <a:lnTo>
                  <a:pt x="535" y="9794"/>
                </a:lnTo>
                <a:lnTo>
                  <a:pt x="0" y="7747"/>
                </a:lnTo>
                <a:lnTo>
                  <a:pt x="1045" y="7072"/>
                </a:lnTo>
                <a:lnTo>
                  <a:pt x="2091" y="6406"/>
                </a:lnTo>
                <a:lnTo>
                  <a:pt x="3137" y="5753"/>
                </a:lnTo>
                <a:lnTo>
                  <a:pt x="4184" y="5103"/>
                </a:lnTo>
                <a:lnTo>
                  <a:pt x="5232" y="4458"/>
                </a:lnTo>
                <a:lnTo>
                  <a:pt x="6279" y="3818"/>
                </a:lnTo>
                <a:lnTo>
                  <a:pt x="7329" y="3182"/>
                </a:lnTo>
                <a:lnTo>
                  <a:pt x="8358" y="2511"/>
                </a:lnTo>
                <a:lnTo>
                  <a:pt x="9402" y="1827"/>
                </a:lnTo>
                <a:lnTo>
                  <a:pt x="10527" y="1204"/>
                </a:lnTo>
                <a:lnTo>
                  <a:pt x="11598" y="705"/>
                </a:lnTo>
                <a:lnTo>
                  <a:pt x="12624" y="335"/>
                </a:lnTo>
                <a:lnTo>
                  <a:pt x="13619" y="99"/>
                </a:lnTo>
                <a:lnTo>
                  <a:pt x="14591" y="0"/>
                </a:lnTo>
                <a:lnTo>
                  <a:pt x="15549" y="43"/>
                </a:lnTo>
                <a:lnTo>
                  <a:pt x="16505" y="228"/>
                </a:lnTo>
                <a:lnTo>
                  <a:pt x="17468" y="559"/>
                </a:lnTo>
                <a:lnTo>
                  <a:pt x="18449" y="1045"/>
                </a:lnTo>
                <a:lnTo>
                  <a:pt x="19459" y="1685"/>
                </a:lnTo>
                <a:lnTo>
                  <a:pt x="20505" y="2485"/>
                </a:lnTo>
                <a:lnTo>
                  <a:pt x="21600" y="3448"/>
                </a:lnTo>
                <a:close/>
              </a:path>
            </a:pathLst>
          </a:custGeom>
          <a:solidFill>
            <a:srgbClr val="C6D9E6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0" name="contour_07238"/>
          <p:cNvSpPr/>
          <p:nvPr/>
        </p:nvSpPr>
        <p:spPr>
          <a:xfrm>
            <a:off x="7342094" y="1202519"/>
            <a:ext cx="218640" cy="236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20" y="0"/>
                </a:moveTo>
                <a:lnTo>
                  <a:pt x="19242" y="646"/>
                </a:lnTo>
                <a:lnTo>
                  <a:pt x="19627" y="1400"/>
                </a:lnTo>
                <a:lnTo>
                  <a:pt x="20205" y="2919"/>
                </a:lnTo>
                <a:lnTo>
                  <a:pt x="20597" y="3932"/>
                </a:lnTo>
                <a:lnTo>
                  <a:pt x="20995" y="4972"/>
                </a:lnTo>
                <a:lnTo>
                  <a:pt x="21146" y="5392"/>
                </a:lnTo>
                <a:lnTo>
                  <a:pt x="21600" y="6665"/>
                </a:lnTo>
                <a:lnTo>
                  <a:pt x="21241" y="10557"/>
                </a:lnTo>
                <a:lnTo>
                  <a:pt x="20909" y="13829"/>
                </a:lnTo>
                <a:lnTo>
                  <a:pt x="20570" y="16535"/>
                </a:lnTo>
                <a:lnTo>
                  <a:pt x="20197" y="18701"/>
                </a:lnTo>
                <a:lnTo>
                  <a:pt x="19758" y="20374"/>
                </a:lnTo>
                <a:lnTo>
                  <a:pt x="19222" y="21600"/>
                </a:lnTo>
                <a:lnTo>
                  <a:pt x="18866" y="21567"/>
                </a:lnTo>
                <a:lnTo>
                  <a:pt x="18509" y="21540"/>
                </a:lnTo>
                <a:lnTo>
                  <a:pt x="18146" y="21507"/>
                </a:lnTo>
                <a:lnTo>
                  <a:pt x="17742" y="21507"/>
                </a:lnTo>
                <a:lnTo>
                  <a:pt x="17335" y="21507"/>
                </a:lnTo>
                <a:lnTo>
                  <a:pt x="16923" y="21507"/>
                </a:lnTo>
                <a:lnTo>
                  <a:pt x="16489" y="21433"/>
                </a:lnTo>
                <a:lnTo>
                  <a:pt x="16052" y="21367"/>
                </a:lnTo>
                <a:lnTo>
                  <a:pt x="15610" y="21293"/>
                </a:lnTo>
                <a:lnTo>
                  <a:pt x="15163" y="21273"/>
                </a:lnTo>
                <a:lnTo>
                  <a:pt x="14715" y="21260"/>
                </a:lnTo>
                <a:lnTo>
                  <a:pt x="14260" y="21240"/>
                </a:lnTo>
                <a:lnTo>
                  <a:pt x="13753" y="21207"/>
                </a:lnTo>
                <a:lnTo>
                  <a:pt x="13247" y="21173"/>
                </a:lnTo>
                <a:lnTo>
                  <a:pt x="12741" y="21127"/>
                </a:lnTo>
                <a:lnTo>
                  <a:pt x="12234" y="21080"/>
                </a:lnTo>
                <a:lnTo>
                  <a:pt x="11728" y="21027"/>
                </a:lnTo>
                <a:lnTo>
                  <a:pt x="11222" y="20967"/>
                </a:lnTo>
                <a:lnTo>
                  <a:pt x="10716" y="20907"/>
                </a:lnTo>
                <a:lnTo>
                  <a:pt x="10264" y="20860"/>
                </a:lnTo>
                <a:lnTo>
                  <a:pt x="9811" y="20820"/>
                </a:lnTo>
                <a:lnTo>
                  <a:pt x="9358" y="20787"/>
                </a:lnTo>
                <a:lnTo>
                  <a:pt x="8906" y="20754"/>
                </a:lnTo>
                <a:lnTo>
                  <a:pt x="8453" y="20720"/>
                </a:lnTo>
                <a:lnTo>
                  <a:pt x="8001" y="20700"/>
                </a:lnTo>
                <a:lnTo>
                  <a:pt x="7548" y="20674"/>
                </a:lnTo>
                <a:lnTo>
                  <a:pt x="7096" y="20647"/>
                </a:lnTo>
                <a:lnTo>
                  <a:pt x="6589" y="20614"/>
                </a:lnTo>
                <a:lnTo>
                  <a:pt x="6082" y="20580"/>
                </a:lnTo>
                <a:lnTo>
                  <a:pt x="5575" y="20540"/>
                </a:lnTo>
                <a:lnTo>
                  <a:pt x="5068" y="20500"/>
                </a:lnTo>
                <a:lnTo>
                  <a:pt x="4561" y="20460"/>
                </a:lnTo>
                <a:lnTo>
                  <a:pt x="4054" y="20414"/>
                </a:lnTo>
                <a:lnTo>
                  <a:pt x="3548" y="20367"/>
                </a:lnTo>
                <a:lnTo>
                  <a:pt x="3041" y="20320"/>
                </a:lnTo>
                <a:lnTo>
                  <a:pt x="2534" y="20274"/>
                </a:lnTo>
                <a:lnTo>
                  <a:pt x="2028" y="20220"/>
                </a:lnTo>
                <a:lnTo>
                  <a:pt x="1521" y="20167"/>
                </a:lnTo>
                <a:lnTo>
                  <a:pt x="1014" y="20107"/>
                </a:lnTo>
                <a:lnTo>
                  <a:pt x="507" y="20054"/>
                </a:lnTo>
                <a:lnTo>
                  <a:pt x="0" y="19994"/>
                </a:lnTo>
                <a:lnTo>
                  <a:pt x="0" y="16688"/>
                </a:lnTo>
                <a:lnTo>
                  <a:pt x="0" y="13329"/>
                </a:lnTo>
                <a:lnTo>
                  <a:pt x="168" y="13276"/>
                </a:lnTo>
                <a:lnTo>
                  <a:pt x="678" y="13123"/>
                </a:lnTo>
                <a:lnTo>
                  <a:pt x="1176" y="12969"/>
                </a:lnTo>
                <a:lnTo>
                  <a:pt x="1675" y="12809"/>
                </a:lnTo>
                <a:lnTo>
                  <a:pt x="2173" y="12656"/>
                </a:lnTo>
                <a:lnTo>
                  <a:pt x="2670" y="12496"/>
                </a:lnTo>
                <a:lnTo>
                  <a:pt x="3169" y="12336"/>
                </a:lnTo>
                <a:lnTo>
                  <a:pt x="3667" y="12176"/>
                </a:lnTo>
                <a:lnTo>
                  <a:pt x="4164" y="12010"/>
                </a:lnTo>
                <a:lnTo>
                  <a:pt x="4663" y="11850"/>
                </a:lnTo>
                <a:lnTo>
                  <a:pt x="5161" y="11683"/>
                </a:lnTo>
                <a:lnTo>
                  <a:pt x="5658" y="11516"/>
                </a:lnTo>
                <a:lnTo>
                  <a:pt x="6157" y="11350"/>
                </a:lnTo>
                <a:lnTo>
                  <a:pt x="6655" y="11183"/>
                </a:lnTo>
                <a:lnTo>
                  <a:pt x="7152" y="11017"/>
                </a:lnTo>
                <a:lnTo>
                  <a:pt x="7651" y="10850"/>
                </a:lnTo>
                <a:lnTo>
                  <a:pt x="8085" y="10703"/>
                </a:lnTo>
                <a:lnTo>
                  <a:pt x="8519" y="10563"/>
                </a:lnTo>
                <a:lnTo>
                  <a:pt x="8953" y="10423"/>
                </a:lnTo>
                <a:lnTo>
                  <a:pt x="9387" y="10283"/>
                </a:lnTo>
                <a:lnTo>
                  <a:pt x="9821" y="10150"/>
                </a:lnTo>
                <a:lnTo>
                  <a:pt x="10255" y="10017"/>
                </a:lnTo>
                <a:lnTo>
                  <a:pt x="10722" y="9870"/>
                </a:lnTo>
                <a:lnTo>
                  <a:pt x="11190" y="9717"/>
                </a:lnTo>
                <a:lnTo>
                  <a:pt x="11657" y="9564"/>
                </a:lnTo>
                <a:lnTo>
                  <a:pt x="12124" y="9410"/>
                </a:lnTo>
                <a:lnTo>
                  <a:pt x="12591" y="9250"/>
                </a:lnTo>
                <a:lnTo>
                  <a:pt x="13058" y="9091"/>
                </a:lnTo>
                <a:lnTo>
                  <a:pt x="13525" y="8931"/>
                </a:lnTo>
                <a:lnTo>
                  <a:pt x="13992" y="8771"/>
                </a:lnTo>
                <a:lnTo>
                  <a:pt x="14166" y="8724"/>
                </a:lnTo>
                <a:lnTo>
                  <a:pt x="14472" y="8637"/>
                </a:lnTo>
                <a:lnTo>
                  <a:pt x="15174" y="8437"/>
                </a:lnTo>
                <a:lnTo>
                  <a:pt x="15335" y="8377"/>
                </a:lnTo>
                <a:lnTo>
                  <a:pt x="15618" y="8271"/>
                </a:lnTo>
                <a:lnTo>
                  <a:pt x="16266" y="8031"/>
                </a:lnTo>
                <a:lnTo>
                  <a:pt x="16506" y="7958"/>
                </a:lnTo>
                <a:lnTo>
                  <a:pt x="17230" y="7718"/>
                </a:lnTo>
                <a:lnTo>
                  <a:pt x="17687" y="7005"/>
                </a:lnTo>
                <a:lnTo>
                  <a:pt x="17994" y="5965"/>
                </a:lnTo>
                <a:lnTo>
                  <a:pt x="18292" y="3872"/>
                </a:lnTo>
                <a:lnTo>
                  <a:pt x="18720" y="0"/>
                </a:lnTo>
                <a:close/>
              </a:path>
            </a:pathLst>
          </a:custGeom>
          <a:solidFill>
            <a:srgbClr val="E9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1" name="contour_07239"/>
          <p:cNvSpPr/>
          <p:nvPr/>
        </p:nvSpPr>
        <p:spPr>
          <a:xfrm>
            <a:off x="1212893" y="1144215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343" y="1782"/>
                </a:lnTo>
                <a:lnTo>
                  <a:pt x="12343" y="3567"/>
                </a:lnTo>
                <a:lnTo>
                  <a:pt x="12343" y="5360"/>
                </a:lnTo>
                <a:lnTo>
                  <a:pt x="12343" y="7160"/>
                </a:lnTo>
                <a:lnTo>
                  <a:pt x="12343" y="8972"/>
                </a:lnTo>
                <a:lnTo>
                  <a:pt x="12343" y="10800"/>
                </a:lnTo>
                <a:lnTo>
                  <a:pt x="14176" y="10800"/>
                </a:lnTo>
                <a:lnTo>
                  <a:pt x="16015" y="10800"/>
                </a:lnTo>
                <a:lnTo>
                  <a:pt x="17860" y="10800"/>
                </a:lnTo>
                <a:lnTo>
                  <a:pt x="19721" y="10800"/>
                </a:lnTo>
                <a:lnTo>
                  <a:pt x="21600" y="10800"/>
                </a:lnTo>
                <a:lnTo>
                  <a:pt x="21600" y="12582"/>
                </a:lnTo>
                <a:lnTo>
                  <a:pt x="21600" y="14367"/>
                </a:lnTo>
                <a:lnTo>
                  <a:pt x="21600" y="16160"/>
                </a:lnTo>
                <a:lnTo>
                  <a:pt x="21600" y="17960"/>
                </a:lnTo>
                <a:lnTo>
                  <a:pt x="21600" y="19772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84" y="21600"/>
                </a:lnTo>
                <a:lnTo>
                  <a:pt x="13438" y="21600"/>
                </a:lnTo>
                <a:lnTo>
                  <a:pt x="11386" y="21600"/>
                </a:lnTo>
                <a:lnTo>
                  <a:pt x="9325" y="21600"/>
                </a:lnTo>
                <a:lnTo>
                  <a:pt x="7258" y="21600"/>
                </a:lnTo>
                <a:lnTo>
                  <a:pt x="5178" y="21600"/>
                </a:lnTo>
                <a:lnTo>
                  <a:pt x="3086" y="21600"/>
                </a:lnTo>
                <a:lnTo>
                  <a:pt x="2188" y="17985"/>
                </a:lnTo>
                <a:lnTo>
                  <a:pt x="1487" y="15133"/>
                </a:lnTo>
                <a:lnTo>
                  <a:pt x="963" y="12914"/>
                </a:lnTo>
                <a:lnTo>
                  <a:pt x="583" y="11194"/>
                </a:lnTo>
                <a:lnTo>
                  <a:pt x="324" y="9839"/>
                </a:lnTo>
                <a:lnTo>
                  <a:pt x="160" y="8716"/>
                </a:lnTo>
                <a:lnTo>
                  <a:pt x="71" y="7690"/>
                </a:lnTo>
                <a:lnTo>
                  <a:pt x="25" y="6629"/>
                </a:lnTo>
                <a:lnTo>
                  <a:pt x="0" y="5400"/>
                </a:lnTo>
                <a:lnTo>
                  <a:pt x="1580" y="3542"/>
                </a:lnTo>
                <a:lnTo>
                  <a:pt x="2962" y="2163"/>
                </a:lnTo>
                <a:lnTo>
                  <a:pt x="4305" y="1196"/>
                </a:lnTo>
                <a:lnTo>
                  <a:pt x="5761" y="567"/>
                </a:lnTo>
                <a:lnTo>
                  <a:pt x="7483" y="205"/>
                </a:lnTo>
                <a:lnTo>
                  <a:pt x="9624" y="40"/>
                </a:lnTo>
                <a:lnTo>
                  <a:pt x="12343" y="0"/>
                </a:lnTo>
                <a:close/>
              </a:path>
            </a:pathLst>
          </a:custGeom>
          <a:solidFill>
            <a:srgbClr val="E6453F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2" name="contour_07240"/>
          <p:cNvSpPr/>
          <p:nvPr/>
        </p:nvSpPr>
        <p:spPr>
          <a:xfrm>
            <a:off x="11714889" y="976591"/>
            <a:ext cx="10203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0"/>
                </a:moveTo>
                <a:lnTo>
                  <a:pt x="20440" y="891"/>
                </a:lnTo>
                <a:lnTo>
                  <a:pt x="20822" y="1787"/>
                </a:lnTo>
                <a:lnTo>
                  <a:pt x="21210" y="2687"/>
                </a:lnTo>
                <a:lnTo>
                  <a:pt x="21600" y="3600"/>
                </a:lnTo>
                <a:lnTo>
                  <a:pt x="20498" y="4559"/>
                </a:lnTo>
                <a:lnTo>
                  <a:pt x="19539" y="5335"/>
                </a:lnTo>
                <a:lnTo>
                  <a:pt x="18670" y="5945"/>
                </a:lnTo>
                <a:lnTo>
                  <a:pt x="17837" y="6408"/>
                </a:lnTo>
                <a:lnTo>
                  <a:pt x="16987" y="6745"/>
                </a:lnTo>
                <a:lnTo>
                  <a:pt x="16066" y="6973"/>
                </a:lnTo>
                <a:lnTo>
                  <a:pt x="15020" y="7112"/>
                </a:lnTo>
                <a:lnTo>
                  <a:pt x="13798" y="7182"/>
                </a:lnTo>
                <a:lnTo>
                  <a:pt x="12343" y="7200"/>
                </a:lnTo>
                <a:lnTo>
                  <a:pt x="12215" y="8388"/>
                </a:lnTo>
                <a:lnTo>
                  <a:pt x="12088" y="9576"/>
                </a:lnTo>
                <a:lnTo>
                  <a:pt x="11960" y="10766"/>
                </a:lnTo>
                <a:lnTo>
                  <a:pt x="11834" y="11957"/>
                </a:lnTo>
                <a:lnTo>
                  <a:pt x="11706" y="13151"/>
                </a:lnTo>
                <a:lnTo>
                  <a:pt x="11578" y="14346"/>
                </a:lnTo>
                <a:lnTo>
                  <a:pt x="11450" y="15545"/>
                </a:lnTo>
                <a:lnTo>
                  <a:pt x="11320" y="16747"/>
                </a:lnTo>
                <a:lnTo>
                  <a:pt x="11190" y="17953"/>
                </a:lnTo>
                <a:lnTo>
                  <a:pt x="11061" y="19163"/>
                </a:lnTo>
                <a:lnTo>
                  <a:pt x="10931" y="20380"/>
                </a:lnTo>
                <a:lnTo>
                  <a:pt x="10800" y="21600"/>
                </a:lnTo>
                <a:lnTo>
                  <a:pt x="10035" y="21600"/>
                </a:lnTo>
                <a:lnTo>
                  <a:pt x="9257" y="21600"/>
                </a:lnTo>
                <a:lnTo>
                  <a:pt x="9257" y="20412"/>
                </a:lnTo>
                <a:lnTo>
                  <a:pt x="9257" y="19222"/>
                </a:lnTo>
                <a:lnTo>
                  <a:pt x="9257" y="18032"/>
                </a:lnTo>
                <a:lnTo>
                  <a:pt x="9257" y="16839"/>
                </a:lnTo>
                <a:lnTo>
                  <a:pt x="9257" y="15642"/>
                </a:lnTo>
                <a:lnTo>
                  <a:pt x="9257" y="14440"/>
                </a:lnTo>
                <a:lnTo>
                  <a:pt x="9257" y="13234"/>
                </a:lnTo>
                <a:lnTo>
                  <a:pt x="9257" y="12020"/>
                </a:lnTo>
                <a:lnTo>
                  <a:pt x="9257" y="10800"/>
                </a:lnTo>
                <a:lnTo>
                  <a:pt x="8791" y="10710"/>
                </a:lnTo>
                <a:lnTo>
                  <a:pt x="8364" y="10625"/>
                </a:lnTo>
                <a:lnTo>
                  <a:pt x="7896" y="10535"/>
                </a:lnTo>
                <a:lnTo>
                  <a:pt x="7313" y="10422"/>
                </a:lnTo>
                <a:lnTo>
                  <a:pt x="6539" y="10271"/>
                </a:lnTo>
                <a:lnTo>
                  <a:pt x="5496" y="10069"/>
                </a:lnTo>
                <a:lnTo>
                  <a:pt x="4110" y="9799"/>
                </a:lnTo>
                <a:lnTo>
                  <a:pt x="2303" y="9448"/>
                </a:lnTo>
                <a:lnTo>
                  <a:pt x="0" y="9000"/>
                </a:lnTo>
                <a:lnTo>
                  <a:pt x="944" y="8429"/>
                </a:lnTo>
                <a:lnTo>
                  <a:pt x="1887" y="7877"/>
                </a:lnTo>
                <a:lnTo>
                  <a:pt x="2830" y="7344"/>
                </a:lnTo>
                <a:lnTo>
                  <a:pt x="3774" y="6829"/>
                </a:lnTo>
                <a:lnTo>
                  <a:pt x="4721" y="6331"/>
                </a:lnTo>
                <a:lnTo>
                  <a:pt x="5670" y="5848"/>
                </a:lnTo>
                <a:lnTo>
                  <a:pt x="6625" y="5382"/>
                </a:lnTo>
                <a:lnTo>
                  <a:pt x="7583" y="4930"/>
                </a:lnTo>
                <a:lnTo>
                  <a:pt x="8549" y="4493"/>
                </a:lnTo>
                <a:lnTo>
                  <a:pt x="9521" y="4066"/>
                </a:lnTo>
                <a:lnTo>
                  <a:pt x="10501" y="3652"/>
                </a:lnTo>
                <a:lnTo>
                  <a:pt x="11491" y="3251"/>
                </a:lnTo>
                <a:lnTo>
                  <a:pt x="12489" y="2858"/>
                </a:lnTo>
                <a:lnTo>
                  <a:pt x="13500" y="2475"/>
                </a:lnTo>
                <a:lnTo>
                  <a:pt x="14453" y="2111"/>
                </a:lnTo>
                <a:lnTo>
                  <a:pt x="15422" y="1744"/>
                </a:lnTo>
                <a:lnTo>
                  <a:pt x="16348" y="1393"/>
                </a:lnTo>
                <a:lnTo>
                  <a:pt x="17275" y="1044"/>
                </a:lnTo>
                <a:lnTo>
                  <a:pt x="18203" y="695"/>
                </a:lnTo>
                <a:lnTo>
                  <a:pt x="19130" y="347"/>
                </a:lnTo>
                <a:lnTo>
                  <a:pt x="20057" y="0"/>
                </a:lnTo>
                <a:close/>
              </a:path>
            </a:pathLst>
          </a:custGeom>
          <a:solidFill>
            <a:srgbClr val="A6B0B2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3" name="contour_07241"/>
          <p:cNvSpPr/>
          <p:nvPr/>
        </p:nvSpPr>
        <p:spPr>
          <a:xfrm>
            <a:off x="10264579" y="6056321"/>
            <a:ext cx="4480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67" y="0"/>
                </a:moveTo>
                <a:lnTo>
                  <a:pt x="19309" y="0"/>
                </a:lnTo>
                <a:lnTo>
                  <a:pt x="21080" y="0"/>
                </a:lnTo>
                <a:lnTo>
                  <a:pt x="21308" y="1693"/>
                </a:lnTo>
                <a:lnTo>
                  <a:pt x="21481" y="3316"/>
                </a:lnTo>
                <a:lnTo>
                  <a:pt x="21582" y="4877"/>
                </a:lnTo>
                <a:lnTo>
                  <a:pt x="21600" y="6385"/>
                </a:lnTo>
                <a:lnTo>
                  <a:pt x="21516" y="7845"/>
                </a:lnTo>
                <a:lnTo>
                  <a:pt x="21315" y="9266"/>
                </a:lnTo>
                <a:lnTo>
                  <a:pt x="20989" y="10655"/>
                </a:lnTo>
                <a:lnTo>
                  <a:pt x="20518" y="12023"/>
                </a:lnTo>
                <a:lnTo>
                  <a:pt x="19889" y="13375"/>
                </a:lnTo>
                <a:lnTo>
                  <a:pt x="19088" y="14718"/>
                </a:lnTo>
                <a:lnTo>
                  <a:pt x="18101" y="16060"/>
                </a:lnTo>
                <a:lnTo>
                  <a:pt x="16913" y="17412"/>
                </a:lnTo>
                <a:lnTo>
                  <a:pt x="15508" y="18777"/>
                </a:lnTo>
                <a:lnTo>
                  <a:pt x="13874" y="20166"/>
                </a:lnTo>
                <a:lnTo>
                  <a:pt x="12420" y="20771"/>
                </a:lnTo>
                <a:lnTo>
                  <a:pt x="11137" y="21174"/>
                </a:lnTo>
                <a:lnTo>
                  <a:pt x="9641" y="21421"/>
                </a:lnTo>
                <a:lnTo>
                  <a:pt x="7540" y="21546"/>
                </a:lnTo>
                <a:lnTo>
                  <a:pt x="4455" y="21594"/>
                </a:lnTo>
                <a:lnTo>
                  <a:pt x="0" y="21600"/>
                </a:lnTo>
                <a:lnTo>
                  <a:pt x="0" y="20174"/>
                </a:lnTo>
                <a:lnTo>
                  <a:pt x="0" y="18747"/>
                </a:lnTo>
                <a:lnTo>
                  <a:pt x="0" y="17319"/>
                </a:lnTo>
                <a:lnTo>
                  <a:pt x="0" y="15887"/>
                </a:lnTo>
                <a:lnTo>
                  <a:pt x="0" y="14450"/>
                </a:lnTo>
                <a:lnTo>
                  <a:pt x="0" y="13008"/>
                </a:lnTo>
                <a:lnTo>
                  <a:pt x="0" y="11560"/>
                </a:lnTo>
                <a:lnTo>
                  <a:pt x="0" y="10104"/>
                </a:lnTo>
                <a:lnTo>
                  <a:pt x="0" y="8640"/>
                </a:lnTo>
                <a:lnTo>
                  <a:pt x="2249" y="8817"/>
                </a:lnTo>
                <a:lnTo>
                  <a:pt x="4515" y="8999"/>
                </a:lnTo>
                <a:lnTo>
                  <a:pt x="6809" y="9180"/>
                </a:lnTo>
                <a:lnTo>
                  <a:pt x="9676" y="9182"/>
                </a:lnTo>
                <a:lnTo>
                  <a:pt x="11552" y="9044"/>
                </a:lnTo>
                <a:lnTo>
                  <a:pt x="14053" y="8640"/>
                </a:lnTo>
                <a:lnTo>
                  <a:pt x="15030" y="7307"/>
                </a:lnTo>
                <a:lnTo>
                  <a:pt x="15740" y="6009"/>
                </a:lnTo>
                <a:lnTo>
                  <a:pt x="16256" y="4702"/>
                </a:lnTo>
                <a:lnTo>
                  <a:pt x="16636" y="3344"/>
                </a:lnTo>
                <a:lnTo>
                  <a:pt x="16948" y="1890"/>
                </a:lnTo>
                <a:lnTo>
                  <a:pt x="17254" y="953"/>
                </a:lnTo>
                <a:lnTo>
                  <a:pt x="17567" y="0"/>
                </a:lnTo>
                <a:close/>
              </a:path>
            </a:pathLst>
          </a:custGeom>
          <a:solidFill>
            <a:srgbClr val="665984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4" name="contour_07242"/>
          <p:cNvSpPr/>
          <p:nvPr/>
        </p:nvSpPr>
        <p:spPr>
          <a:xfrm>
            <a:off x="9820747" y="5990729"/>
            <a:ext cx="575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27" y="0"/>
                </a:moveTo>
                <a:lnTo>
                  <a:pt x="8994" y="994"/>
                </a:lnTo>
                <a:lnTo>
                  <a:pt x="10058" y="1992"/>
                </a:lnTo>
                <a:lnTo>
                  <a:pt x="11116" y="2989"/>
                </a:lnTo>
                <a:lnTo>
                  <a:pt x="12171" y="3992"/>
                </a:lnTo>
                <a:lnTo>
                  <a:pt x="13227" y="4994"/>
                </a:lnTo>
                <a:lnTo>
                  <a:pt x="14211" y="5923"/>
                </a:lnTo>
                <a:lnTo>
                  <a:pt x="15201" y="6858"/>
                </a:lnTo>
                <a:lnTo>
                  <a:pt x="16205" y="7804"/>
                </a:lnTo>
                <a:lnTo>
                  <a:pt x="17340" y="9130"/>
                </a:lnTo>
                <a:lnTo>
                  <a:pt x="18332" y="10409"/>
                </a:lnTo>
                <a:lnTo>
                  <a:pt x="19194" y="11673"/>
                </a:lnTo>
                <a:lnTo>
                  <a:pt x="19940" y="12958"/>
                </a:lnTo>
                <a:lnTo>
                  <a:pt x="20580" y="14297"/>
                </a:lnTo>
                <a:lnTo>
                  <a:pt x="21130" y="15727"/>
                </a:lnTo>
                <a:lnTo>
                  <a:pt x="21600" y="17280"/>
                </a:lnTo>
                <a:lnTo>
                  <a:pt x="20884" y="18790"/>
                </a:lnTo>
                <a:lnTo>
                  <a:pt x="20359" y="19745"/>
                </a:lnTo>
                <a:lnTo>
                  <a:pt x="19773" y="20546"/>
                </a:lnTo>
                <a:lnTo>
                  <a:pt x="18865" y="21600"/>
                </a:lnTo>
                <a:lnTo>
                  <a:pt x="16979" y="20965"/>
                </a:lnTo>
                <a:lnTo>
                  <a:pt x="15177" y="20317"/>
                </a:lnTo>
                <a:lnTo>
                  <a:pt x="13448" y="19645"/>
                </a:lnTo>
                <a:lnTo>
                  <a:pt x="11794" y="18941"/>
                </a:lnTo>
                <a:lnTo>
                  <a:pt x="10205" y="18194"/>
                </a:lnTo>
                <a:lnTo>
                  <a:pt x="8682" y="17394"/>
                </a:lnTo>
                <a:lnTo>
                  <a:pt x="7219" y="16535"/>
                </a:lnTo>
                <a:lnTo>
                  <a:pt x="5808" y="15604"/>
                </a:lnTo>
                <a:lnTo>
                  <a:pt x="4446" y="14593"/>
                </a:lnTo>
                <a:lnTo>
                  <a:pt x="3134" y="13491"/>
                </a:lnTo>
                <a:lnTo>
                  <a:pt x="1859" y="12293"/>
                </a:lnTo>
                <a:lnTo>
                  <a:pt x="621" y="10986"/>
                </a:lnTo>
                <a:lnTo>
                  <a:pt x="123" y="9590"/>
                </a:lnTo>
                <a:lnTo>
                  <a:pt x="0" y="8623"/>
                </a:lnTo>
                <a:lnTo>
                  <a:pt x="295" y="7631"/>
                </a:lnTo>
                <a:lnTo>
                  <a:pt x="1047" y="6160"/>
                </a:lnTo>
                <a:lnTo>
                  <a:pt x="2119" y="5061"/>
                </a:lnTo>
                <a:lnTo>
                  <a:pt x="3210" y="4000"/>
                </a:lnTo>
                <a:lnTo>
                  <a:pt x="4331" y="2970"/>
                </a:lnTo>
                <a:lnTo>
                  <a:pt x="5485" y="1963"/>
                </a:lnTo>
                <a:lnTo>
                  <a:pt x="6680" y="974"/>
                </a:lnTo>
                <a:lnTo>
                  <a:pt x="7927" y="0"/>
                </a:lnTo>
                <a:close/>
              </a:path>
            </a:pathLst>
          </a:custGeom>
          <a:solidFill>
            <a:srgbClr val="FB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5" name="contour_07243"/>
          <p:cNvSpPr/>
          <p:nvPr/>
        </p:nvSpPr>
        <p:spPr>
          <a:xfrm>
            <a:off x="1774069" y="5954289"/>
            <a:ext cx="102032" cy="439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355"/>
                </a:lnTo>
                <a:lnTo>
                  <a:pt x="2138" y="710"/>
                </a:lnTo>
                <a:lnTo>
                  <a:pt x="3208" y="1065"/>
                </a:lnTo>
                <a:lnTo>
                  <a:pt x="4278" y="1420"/>
                </a:lnTo>
                <a:lnTo>
                  <a:pt x="5349" y="1775"/>
                </a:lnTo>
                <a:lnTo>
                  <a:pt x="6421" y="2133"/>
                </a:lnTo>
                <a:lnTo>
                  <a:pt x="7494" y="2488"/>
                </a:lnTo>
                <a:lnTo>
                  <a:pt x="8567" y="2843"/>
                </a:lnTo>
                <a:lnTo>
                  <a:pt x="9643" y="3201"/>
                </a:lnTo>
                <a:lnTo>
                  <a:pt x="10718" y="3556"/>
                </a:lnTo>
                <a:lnTo>
                  <a:pt x="11797" y="3915"/>
                </a:lnTo>
                <a:lnTo>
                  <a:pt x="12877" y="4273"/>
                </a:lnTo>
                <a:lnTo>
                  <a:pt x="13958" y="4632"/>
                </a:lnTo>
                <a:lnTo>
                  <a:pt x="15043" y="4994"/>
                </a:lnTo>
                <a:lnTo>
                  <a:pt x="16129" y="5352"/>
                </a:lnTo>
                <a:lnTo>
                  <a:pt x="17218" y="5715"/>
                </a:lnTo>
                <a:lnTo>
                  <a:pt x="18309" y="6077"/>
                </a:lnTo>
                <a:lnTo>
                  <a:pt x="19403" y="6442"/>
                </a:lnTo>
                <a:lnTo>
                  <a:pt x="20500" y="6804"/>
                </a:lnTo>
                <a:lnTo>
                  <a:pt x="21600" y="7170"/>
                </a:lnTo>
                <a:lnTo>
                  <a:pt x="21295" y="9300"/>
                </a:lnTo>
                <a:lnTo>
                  <a:pt x="20987" y="11436"/>
                </a:lnTo>
                <a:lnTo>
                  <a:pt x="20680" y="13580"/>
                </a:lnTo>
                <a:lnTo>
                  <a:pt x="20370" y="15742"/>
                </a:lnTo>
                <a:lnTo>
                  <a:pt x="20057" y="17925"/>
                </a:lnTo>
                <a:lnTo>
                  <a:pt x="19064" y="18947"/>
                </a:lnTo>
                <a:lnTo>
                  <a:pt x="18065" y="19779"/>
                </a:lnTo>
                <a:lnTo>
                  <a:pt x="17064" y="20435"/>
                </a:lnTo>
                <a:lnTo>
                  <a:pt x="16053" y="20933"/>
                </a:lnTo>
                <a:lnTo>
                  <a:pt x="15034" y="21281"/>
                </a:lnTo>
                <a:lnTo>
                  <a:pt x="14000" y="21500"/>
                </a:lnTo>
                <a:lnTo>
                  <a:pt x="12952" y="21600"/>
                </a:lnTo>
                <a:lnTo>
                  <a:pt x="11886" y="21600"/>
                </a:lnTo>
                <a:lnTo>
                  <a:pt x="10800" y="21510"/>
                </a:lnTo>
                <a:lnTo>
                  <a:pt x="9884" y="20388"/>
                </a:lnTo>
                <a:lnTo>
                  <a:pt x="9044" y="19205"/>
                </a:lnTo>
                <a:lnTo>
                  <a:pt x="8259" y="17940"/>
                </a:lnTo>
                <a:lnTo>
                  <a:pt x="7503" y="16577"/>
                </a:lnTo>
                <a:lnTo>
                  <a:pt x="6752" y="15100"/>
                </a:lnTo>
                <a:lnTo>
                  <a:pt x="5985" y="13487"/>
                </a:lnTo>
                <a:lnTo>
                  <a:pt x="5301" y="12139"/>
                </a:lnTo>
                <a:lnTo>
                  <a:pt x="4749" y="11218"/>
                </a:lnTo>
                <a:lnTo>
                  <a:pt x="4132" y="10493"/>
                </a:lnTo>
                <a:lnTo>
                  <a:pt x="3257" y="9744"/>
                </a:lnTo>
                <a:lnTo>
                  <a:pt x="1929" y="8740"/>
                </a:lnTo>
                <a:lnTo>
                  <a:pt x="1449" y="8346"/>
                </a:lnTo>
                <a:lnTo>
                  <a:pt x="0" y="7170"/>
                </a:lnTo>
                <a:lnTo>
                  <a:pt x="0" y="4800"/>
                </a:lnTo>
                <a:lnTo>
                  <a:pt x="0" y="2416"/>
                </a:lnTo>
                <a:lnTo>
                  <a:pt x="0" y="0"/>
                </a:lnTo>
                <a:close/>
              </a:path>
            </a:pathLst>
          </a:custGeom>
          <a:solidFill>
            <a:srgbClr val="A9AFB6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6" name="contour_07244"/>
          <p:cNvSpPr/>
          <p:nvPr/>
        </p:nvSpPr>
        <p:spPr>
          <a:xfrm>
            <a:off x="2087452" y="5916676"/>
            <a:ext cx="65592" cy="460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550"/>
                </a:moveTo>
                <a:lnTo>
                  <a:pt x="6538" y="318"/>
                </a:lnTo>
                <a:lnTo>
                  <a:pt x="8254" y="137"/>
                </a:lnTo>
                <a:lnTo>
                  <a:pt x="9955" y="27"/>
                </a:lnTo>
                <a:lnTo>
                  <a:pt x="11654" y="0"/>
                </a:lnTo>
                <a:lnTo>
                  <a:pt x="13356" y="68"/>
                </a:lnTo>
                <a:lnTo>
                  <a:pt x="15070" y="246"/>
                </a:lnTo>
                <a:lnTo>
                  <a:pt x="16800" y="550"/>
                </a:lnTo>
                <a:lnTo>
                  <a:pt x="18322" y="2467"/>
                </a:lnTo>
                <a:lnTo>
                  <a:pt x="19378" y="3920"/>
                </a:lnTo>
                <a:lnTo>
                  <a:pt x="20100" y="5194"/>
                </a:lnTo>
                <a:lnTo>
                  <a:pt x="20623" y="6578"/>
                </a:lnTo>
                <a:lnTo>
                  <a:pt x="21077" y="8352"/>
                </a:lnTo>
                <a:lnTo>
                  <a:pt x="21600" y="10802"/>
                </a:lnTo>
                <a:lnTo>
                  <a:pt x="20525" y="13337"/>
                </a:lnTo>
                <a:lnTo>
                  <a:pt x="19572" y="15357"/>
                </a:lnTo>
                <a:lnTo>
                  <a:pt x="18614" y="17000"/>
                </a:lnTo>
                <a:lnTo>
                  <a:pt x="17520" y="18405"/>
                </a:lnTo>
                <a:lnTo>
                  <a:pt x="16159" y="19710"/>
                </a:lnTo>
                <a:lnTo>
                  <a:pt x="14400" y="21053"/>
                </a:lnTo>
                <a:lnTo>
                  <a:pt x="12785" y="21296"/>
                </a:lnTo>
                <a:lnTo>
                  <a:pt x="11184" y="21463"/>
                </a:lnTo>
                <a:lnTo>
                  <a:pt x="9588" y="21562"/>
                </a:lnTo>
                <a:lnTo>
                  <a:pt x="7999" y="21600"/>
                </a:lnTo>
                <a:lnTo>
                  <a:pt x="6408" y="21579"/>
                </a:lnTo>
                <a:lnTo>
                  <a:pt x="4819" y="21508"/>
                </a:lnTo>
                <a:lnTo>
                  <a:pt x="3221" y="21395"/>
                </a:lnTo>
                <a:lnTo>
                  <a:pt x="1618" y="21241"/>
                </a:lnTo>
                <a:lnTo>
                  <a:pt x="0" y="21053"/>
                </a:lnTo>
                <a:lnTo>
                  <a:pt x="593" y="20763"/>
                </a:lnTo>
                <a:lnTo>
                  <a:pt x="2381" y="19891"/>
                </a:lnTo>
                <a:lnTo>
                  <a:pt x="2983" y="19331"/>
                </a:lnTo>
                <a:lnTo>
                  <a:pt x="4800" y="17636"/>
                </a:lnTo>
                <a:lnTo>
                  <a:pt x="5069" y="15210"/>
                </a:lnTo>
                <a:lnTo>
                  <a:pt x="5189" y="13491"/>
                </a:lnTo>
                <a:lnTo>
                  <a:pt x="5189" y="11653"/>
                </a:lnTo>
                <a:lnTo>
                  <a:pt x="5100" y="8881"/>
                </a:lnTo>
                <a:lnTo>
                  <a:pt x="5035" y="6540"/>
                </a:lnTo>
                <a:lnTo>
                  <a:pt x="4968" y="4169"/>
                </a:lnTo>
                <a:lnTo>
                  <a:pt x="4884" y="2372"/>
                </a:lnTo>
                <a:lnTo>
                  <a:pt x="4800" y="550"/>
                </a:lnTo>
                <a:close/>
              </a:path>
            </a:pathLst>
          </a:custGeom>
          <a:solidFill>
            <a:srgbClr val="38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7" name="contour_07245"/>
          <p:cNvSpPr/>
          <p:nvPr/>
        </p:nvSpPr>
        <p:spPr>
          <a:xfrm>
            <a:off x="11276662" y="5886788"/>
            <a:ext cx="59251" cy="378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41" y="0"/>
                </a:moveTo>
                <a:lnTo>
                  <a:pt x="9132" y="33"/>
                </a:lnTo>
                <a:lnTo>
                  <a:pt x="10920" y="92"/>
                </a:lnTo>
                <a:lnTo>
                  <a:pt x="12700" y="179"/>
                </a:lnTo>
                <a:lnTo>
                  <a:pt x="14477" y="300"/>
                </a:lnTo>
                <a:lnTo>
                  <a:pt x="16254" y="449"/>
                </a:lnTo>
                <a:lnTo>
                  <a:pt x="18035" y="632"/>
                </a:lnTo>
                <a:lnTo>
                  <a:pt x="19815" y="845"/>
                </a:lnTo>
                <a:lnTo>
                  <a:pt x="21600" y="1090"/>
                </a:lnTo>
                <a:lnTo>
                  <a:pt x="21600" y="3836"/>
                </a:lnTo>
                <a:lnTo>
                  <a:pt x="21600" y="6590"/>
                </a:lnTo>
                <a:lnTo>
                  <a:pt x="21600" y="9348"/>
                </a:lnTo>
                <a:lnTo>
                  <a:pt x="21600" y="12123"/>
                </a:lnTo>
                <a:lnTo>
                  <a:pt x="21600" y="14914"/>
                </a:lnTo>
                <a:lnTo>
                  <a:pt x="21600" y="17731"/>
                </a:lnTo>
                <a:lnTo>
                  <a:pt x="20072" y="18214"/>
                </a:lnTo>
                <a:lnTo>
                  <a:pt x="18547" y="18688"/>
                </a:lnTo>
                <a:lnTo>
                  <a:pt x="17020" y="19154"/>
                </a:lnTo>
                <a:lnTo>
                  <a:pt x="15492" y="19616"/>
                </a:lnTo>
                <a:lnTo>
                  <a:pt x="13962" y="20069"/>
                </a:lnTo>
                <a:lnTo>
                  <a:pt x="12543" y="20506"/>
                </a:lnTo>
                <a:lnTo>
                  <a:pt x="11114" y="20943"/>
                </a:lnTo>
                <a:lnTo>
                  <a:pt x="9666" y="21388"/>
                </a:lnTo>
                <a:lnTo>
                  <a:pt x="7742" y="21592"/>
                </a:lnTo>
                <a:lnTo>
                  <a:pt x="6108" y="21600"/>
                </a:lnTo>
                <a:lnTo>
                  <a:pt x="4657" y="21317"/>
                </a:lnTo>
                <a:lnTo>
                  <a:pt x="3281" y="20643"/>
                </a:lnTo>
                <a:lnTo>
                  <a:pt x="1878" y="19482"/>
                </a:lnTo>
                <a:lnTo>
                  <a:pt x="345" y="17731"/>
                </a:lnTo>
                <a:lnTo>
                  <a:pt x="45" y="14919"/>
                </a:lnTo>
                <a:lnTo>
                  <a:pt x="0" y="12377"/>
                </a:lnTo>
                <a:lnTo>
                  <a:pt x="167" y="9935"/>
                </a:lnTo>
                <a:lnTo>
                  <a:pt x="510" y="7418"/>
                </a:lnTo>
                <a:lnTo>
                  <a:pt x="988" y="4647"/>
                </a:lnTo>
                <a:lnTo>
                  <a:pt x="2221" y="2575"/>
                </a:lnTo>
                <a:lnTo>
                  <a:pt x="3292" y="1398"/>
                </a:lnTo>
                <a:lnTo>
                  <a:pt x="4801" y="686"/>
                </a:lnTo>
                <a:lnTo>
                  <a:pt x="7341" y="0"/>
                </a:lnTo>
                <a:close/>
              </a:path>
            </a:pathLst>
          </a:custGeom>
          <a:solidFill>
            <a:srgbClr val="801F1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8" name="contour_07246"/>
          <p:cNvSpPr/>
          <p:nvPr/>
        </p:nvSpPr>
        <p:spPr>
          <a:xfrm>
            <a:off x="8129197" y="5844969"/>
            <a:ext cx="72880" cy="44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8" y="2084"/>
                </a:lnTo>
                <a:lnTo>
                  <a:pt x="858" y="4175"/>
                </a:lnTo>
                <a:lnTo>
                  <a:pt x="1287" y="6273"/>
                </a:lnTo>
                <a:lnTo>
                  <a:pt x="1722" y="8388"/>
                </a:lnTo>
                <a:lnTo>
                  <a:pt x="2160" y="10525"/>
                </a:lnTo>
                <a:lnTo>
                  <a:pt x="3702" y="9865"/>
                </a:lnTo>
                <a:lnTo>
                  <a:pt x="4810" y="9353"/>
                </a:lnTo>
                <a:lnTo>
                  <a:pt x="5795" y="8820"/>
                </a:lnTo>
                <a:lnTo>
                  <a:pt x="6968" y="8097"/>
                </a:lnTo>
                <a:lnTo>
                  <a:pt x="8640" y="7016"/>
                </a:lnTo>
                <a:lnTo>
                  <a:pt x="9199" y="5276"/>
                </a:lnTo>
                <a:lnTo>
                  <a:pt x="9748" y="3529"/>
                </a:lnTo>
                <a:lnTo>
                  <a:pt x="10282" y="1772"/>
                </a:lnTo>
                <a:lnTo>
                  <a:pt x="10800" y="0"/>
                </a:lnTo>
                <a:lnTo>
                  <a:pt x="12228" y="0"/>
                </a:lnTo>
                <a:lnTo>
                  <a:pt x="13664" y="0"/>
                </a:lnTo>
                <a:lnTo>
                  <a:pt x="15120" y="0"/>
                </a:lnTo>
                <a:lnTo>
                  <a:pt x="15120" y="2319"/>
                </a:lnTo>
                <a:lnTo>
                  <a:pt x="15120" y="4652"/>
                </a:lnTo>
                <a:lnTo>
                  <a:pt x="15120" y="7016"/>
                </a:lnTo>
                <a:lnTo>
                  <a:pt x="16727" y="8097"/>
                </a:lnTo>
                <a:lnTo>
                  <a:pt x="17868" y="8820"/>
                </a:lnTo>
                <a:lnTo>
                  <a:pt x="18852" y="9353"/>
                </a:lnTo>
                <a:lnTo>
                  <a:pt x="19993" y="9865"/>
                </a:lnTo>
                <a:lnTo>
                  <a:pt x="21600" y="10525"/>
                </a:lnTo>
                <a:lnTo>
                  <a:pt x="20580" y="12710"/>
                </a:lnTo>
                <a:lnTo>
                  <a:pt x="19628" y="14647"/>
                </a:lnTo>
                <a:lnTo>
                  <a:pt x="18673" y="16394"/>
                </a:lnTo>
                <a:lnTo>
                  <a:pt x="17647" y="18004"/>
                </a:lnTo>
                <a:lnTo>
                  <a:pt x="16487" y="19541"/>
                </a:lnTo>
                <a:lnTo>
                  <a:pt x="15120" y="21049"/>
                </a:lnTo>
                <a:lnTo>
                  <a:pt x="13647" y="21312"/>
                </a:lnTo>
                <a:lnTo>
                  <a:pt x="12204" y="21488"/>
                </a:lnTo>
                <a:lnTo>
                  <a:pt x="10781" y="21579"/>
                </a:lnTo>
                <a:lnTo>
                  <a:pt x="9370" y="21600"/>
                </a:lnTo>
                <a:lnTo>
                  <a:pt x="7960" y="21561"/>
                </a:lnTo>
                <a:lnTo>
                  <a:pt x="6543" y="21477"/>
                </a:lnTo>
                <a:lnTo>
                  <a:pt x="5108" y="21354"/>
                </a:lnTo>
                <a:lnTo>
                  <a:pt x="3650" y="21211"/>
                </a:lnTo>
                <a:lnTo>
                  <a:pt x="2160" y="21049"/>
                </a:lnTo>
                <a:lnTo>
                  <a:pt x="1922" y="18734"/>
                </a:lnTo>
                <a:lnTo>
                  <a:pt x="1685" y="16415"/>
                </a:lnTo>
                <a:lnTo>
                  <a:pt x="1447" y="14096"/>
                </a:lnTo>
                <a:lnTo>
                  <a:pt x="1207" y="11770"/>
                </a:lnTo>
                <a:lnTo>
                  <a:pt x="968" y="9437"/>
                </a:lnTo>
                <a:lnTo>
                  <a:pt x="728" y="7094"/>
                </a:lnTo>
                <a:lnTo>
                  <a:pt x="486" y="4743"/>
                </a:lnTo>
                <a:lnTo>
                  <a:pt x="244" y="2379"/>
                </a:lnTo>
                <a:lnTo>
                  <a:pt x="0" y="0"/>
                </a:lnTo>
                <a:close/>
              </a:path>
            </a:pathLst>
          </a:custGeom>
          <a:solidFill>
            <a:srgbClr val="262725"/>
          </a:solidFill>
          <a:ln>
            <a:noFill/>
          </a:ln>
        </p:spPr>
        <p:txBody>
          <a:bodyPr/>
          <a:lstStyle/>
          <a:p/>
        </p:txBody>
      </p:sp>
      <p:sp>
        <p:nvSpPr>
          <p:cNvPr id="7249" name="contour_07247"/>
          <p:cNvSpPr/>
          <p:nvPr/>
        </p:nvSpPr>
        <p:spPr>
          <a:xfrm>
            <a:off x="5483656" y="5820773"/>
            <a:ext cx="53873" cy="606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51" y="0"/>
                </a:moveTo>
                <a:lnTo>
                  <a:pt x="14081" y="278"/>
                </a:lnTo>
                <a:lnTo>
                  <a:pt x="15835" y="667"/>
                </a:lnTo>
                <a:lnTo>
                  <a:pt x="17372" y="1259"/>
                </a:lnTo>
                <a:lnTo>
                  <a:pt x="18859" y="2147"/>
                </a:lnTo>
                <a:lnTo>
                  <a:pt x="20455" y="3427"/>
                </a:lnTo>
                <a:lnTo>
                  <a:pt x="20919" y="5203"/>
                </a:lnTo>
                <a:lnTo>
                  <a:pt x="21264" y="6945"/>
                </a:lnTo>
                <a:lnTo>
                  <a:pt x="21492" y="8663"/>
                </a:lnTo>
                <a:lnTo>
                  <a:pt x="21600" y="10364"/>
                </a:lnTo>
                <a:lnTo>
                  <a:pt x="21594" y="12059"/>
                </a:lnTo>
                <a:lnTo>
                  <a:pt x="21477" y="13762"/>
                </a:lnTo>
                <a:lnTo>
                  <a:pt x="21246" y="15478"/>
                </a:lnTo>
                <a:lnTo>
                  <a:pt x="20905" y="17223"/>
                </a:lnTo>
                <a:lnTo>
                  <a:pt x="20455" y="19004"/>
                </a:lnTo>
                <a:lnTo>
                  <a:pt x="18281" y="20115"/>
                </a:lnTo>
                <a:lnTo>
                  <a:pt x="16738" y="20806"/>
                </a:lnTo>
                <a:lnTo>
                  <a:pt x="15405" y="21200"/>
                </a:lnTo>
                <a:lnTo>
                  <a:pt x="13862" y="21423"/>
                </a:lnTo>
                <a:lnTo>
                  <a:pt x="11688" y="21600"/>
                </a:lnTo>
                <a:lnTo>
                  <a:pt x="11688" y="19884"/>
                </a:lnTo>
                <a:lnTo>
                  <a:pt x="11688" y="18157"/>
                </a:lnTo>
                <a:lnTo>
                  <a:pt x="11688" y="16408"/>
                </a:lnTo>
                <a:lnTo>
                  <a:pt x="9766" y="15631"/>
                </a:lnTo>
                <a:lnTo>
                  <a:pt x="8252" y="15211"/>
                </a:lnTo>
                <a:lnTo>
                  <a:pt x="5844" y="14785"/>
                </a:lnTo>
                <a:lnTo>
                  <a:pt x="4214" y="14494"/>
                </a:lnTo>
                <a:lnTo>
                  <a:pt x="2557" y="14198"/>
                </a:lnTo>
                <a:lnTo>
                  <a:pt x="1289" y="14006"/>
                </a:lnTo>
                <a:lnTo>
                  <a:pt x="0" y="13812"/>
                </a:lnTo>
                <a:lnTo>
                  <a:pt x="1727" y="10463"/>
                </a:lnTo>
                <a:lnTo>
                  <a:pt x="3144" y="7773"/>
                </a:lnTo>
                <a:lnTo>
                  <a:pt x="4322" y="5657"/>
                </a:lnTo>
                <a:lnTo>
                  <a:pt x="5336" y="4034"/>
                </a:lnTo>
                <a:lnTo>
                  <a:pt x="6256" y="2822"/>
                </a:lnTo>
                <a:lnTo>
                  <a:pt x="7153" y="1937"/>
                </a:lnTo>
                <a:lnTo>
                  <a:pt x="8100" y="1293"/>
                </a:lnTo>
                <a:lnTo>
                  <a:pt x="9167" y="810"/>
                </a:lnTo>
                <a:lnTo>
                  <a:pt x="10426" y="408"/>
                </a:lnTo>
                <a:lnTo>
                  <a:pt x="11951" y="0"/>
                </a:lnTo>
                <a:close/>
              </a:path>
            </a:pathLst>
          </a:custGeom>
          <a:solidFill>
            <a:srgbClr val="E2E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0" name="contour_07248"/>
          <p:cNvSpPr/>
          <p:nvPr/>
        </p:nvSpPr>
        <p:spPr>
          <a:xfrm>
            <a:off x="8376989" y="5793953"/>
            <a:ext cx="9474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796" y="268"/>
                </a:lnTo>
                <a:lnTo>
                  <a:pt x="13643" y="497"/>
                </a:lnTo>
                <a:lnTo>
                  <a:pt x="14417" y="786"/>
                </a:lnTo>
                <a:lnTo>
                  <a:pt x="15361" y="1218"/>
                </a:lnTo>
                <a:lnTo>
                  <a:pt x="16718" y="1892"/>
                </a:lnTo>
                <a:lnTo>
                  <a:pt x="17631" y="2328"/>
                </a:lnTo>
                <a:lnTo>
                  <a:pt x="18548" y="2773"/>
                </a:lnTo>
                <a:lnTo>
                  <a:pt x="19478" y="3223"/>
                </a:lnTo>
                <a:lnTo>
                  <a:pt x="20532" y="3767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20811" y="12783"/>
                </a:lnTo>
                <a:lnTo>
                  <a:pt x="20017" y="12601"/>
                </a:lnTo>
                <a:lnTo>
                  <a:pt x="19211" y="12420"/>
                </a:lnTo>
                <a:lnTo>
                  <a:pt x="18830" y="12502"/>
                </a:lnTo>
                <a:lnTo>
                  <a:pt x="18157" y="12640"/>
                </a:lnTo>
                <a:lnTo>
                  <a:pt x="16615" y="12960"/>
                </a:lnTo>
                <a:lnTo>
                  <a:pt x="16330" y="15219"/>
                </a:lnTo>
                <a:lnTo>
                  <a:pt x="16037" y="17518"/>
                </a:lnTo>
                <a:lnTo>
                  <a:pt x="15500" y="19544"/>
                </a:lnTo>
                <a:lnTo>
                  <a:pt x="14954" y="21600"/>
                </a:lnTo>
                <a:lnTo>
                  <a:pt x="13784" y="21267"/>
                </a:lnTo>
                <a:lnTo>
                  <a:pt x="12671" y="20866"/>
                </a:lnTo>
                <a:lnTo>
                  <a:pt x="11591" y="20386"/>
                </a:lnTo>
                <a:lnTo>
                  <a:pt x="10519" y="19812"/>
                </a:lnTo>
                <a:lnTo>
                  <a:pt x="9433" y="19142"/>
                </a:lnTo>
                <a:lnTo>
                  <a:pt x="8308" y="18360"/>
                </a:lnTo>
                <a:lnTo>
                  <a:pt x="7387" y="17790"/>
                </a:lnTo>
                <a:lnTo>
                  <a:pt x="6452" y="17211"/>
                </a:lnTo>
                <a:lnTo>
                  <a:pt x="4561" y="15898"/>
                </a:lnTo>
                <a:lnTo>
                  <a:pt x="3248" y="14848"/>
                </a:lnTo>
                <a:lnTo>
                  <a:pt x="2344" y="13811"/>
                </a:lnTo>
                <a:lnTo>
                  <a:pt x="1683" y="12537"/>
                </a:lnTo>
                <a:lnTo>
                  <a:pt x="1097" y="10787"/>
                </a:lnTo>
                <a:lnTo>
                  <a:pt x="415" y="8303"/>
                </a:lnTo>
                <a:lnTo>
                  <a:pt x="209" y="6324"/>
                </a:lnTo>
                <a:lnTo>
                  <a:pt x="0" y="4320"/>
                </a:lnTo>
                <a:lnTo>
                  <a:pt x="528" y="4359"/>
                </a:lnTo>
                <a:lnTo>
                  <a:pt x="2122" y="4471"/>
                </a:lnTo>
                <a:lnTo>
                  <a:pt x="3034" y="4510"/>
                </a:lnTo>
                <a:lnTo>
                  <a:pt x="3951" y="4549"/>
                </a:lnTo>
                <a:lnTo>
                  <a:pt x="4882" y="4588"/>
                </a:lnTo>
                <a:lnTo>
                  <a:pt x="5789" y="4640"/>
                </a:lnTo>
                <a:lnTo>
                  <a:pt x="6701" y="4692"/>
                </a:lnTo>
                <a:lnTo>
                  <a:pt x="7626" y="4743"/>
                </a:lnTo>
                <a:lnTo>
                  <a:pt x="9007" y="4432"/>
                </a:lnTo>
                <a:lnTo>
                  <a:pt x="9884" y="3832"/>
                </a:lnTo>
                <a:lnTo>
                  <a:pt x="10634" y="2506"/>
                </a:lnTo>
                <a:lnTo>
                  <a:pt x="11631" y="0"/>
                </a:lnTo>
                <a:close/>
              </a:path>
            </a:pathLst>
          </a:custGeom>
          <a:solidFill>
            <a:srgbClr val="F6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1" name="contour_07249"/>
          <p:cNvSpPr/>
          <p:nvPr/>
        </p:nvSpPr>
        <p:spPr>
          <a:xfrm>
            <a:off x="7750222" y="5757513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8685" y="1042"/>
                </a:lnTo>
                <a:lnTo>
                  <a:pt x="8733" y="2100"/>
                </a:lnTo>
                <a:lnTo>
                  <a:pt x="8942" y="3768"/>
                </a:lnTo>
                <a:lnTo>
                  <a:pt x="9199" y="5285"/>
                </a:lnTo>
                <a:lnTo>
                  <a:pt x="9556" y="6713"/>
                </a:lnTo>
                <a:lnTo>
                  <a:pt x="10072" y="8129"/>
                </a:lnTo>
                <a:lnTo>
                  <a:pt x="10800" y="9600"/>
                </a:lnTo>
                <a:lnTo>
                  <a:pt x="12360" y="9919"/>
                </a:lnTo>
                <a:lnTo>
                  <a:pt x="13897" y="10097"/>
                </a:lnTo>
                <a:lnTo>
                  <a:pt x="15425" y="10159"/>
                </a:lnTo>
                <a:lnTo>
                  <a:pt x="16950" y="10118"/>
                </a:lnTo>
                <a:lnTo>
                  <a:pt x="18479" y="10001"/>
                </a:lnTo>
                <a:lnTo>
                  <a:pt x="20028" y="9821"/>
                </a:lnTo>
                <a:lnTo>
                  <a:pt x="21600" y="9600"/>
                </a:lnTo>
                <a:lnTo>
                  <a:pt x="21116" y="11076"/>
                </a:lnTo>
                <a:lnTo>
                  <a:pt x="20606" y="12509"/>
                </a:lnTo>
                <a:lnTo>
                  <a:pt x="20062" y="13906"/>
                </a:lnTo>
                <a:lnTo>
                  <a:pt x="19468" y="15269"/>
                </a:lnTo>
                <a:lnTo>
                  <a:pt x="18816" y="16601"/>
                </a:lnTo>
                <a:lnTo>
                  <a:pt x="18090" y="17911"/>
                </a:lnTo>
                <a:lnTo>
                  <a:pt x="17280" y="19200"/>
                </a:lnTo>
                <a:lnTo>
                  <a:pt x="15839" y="19889"/>
                </a:lnTo>
                <a:lnTo>
                  <a:pt x="14457" y="20412"/>
                </a:lnTo>
                <a:lnTo>
                  <a:pt x="13090" y="20806"/>
                </a:lnTo>
                <a:lnTo>
                  <a:pt x="11692" y="21110"/>
                </a:lnTo>
                <a:lnTo>
                  <a:pt x="10223" y="21362"/>
                </a:lnTo>
                <a:lnTo>
                  <a:pt x="8640" y="21600"/>
                </a:lnTo>
                <a:lnTo>
                  <a:pt x="8418" y="20460"/>
                </a:lnTo>
                <a:lnTo>
                  <a:pt x="8193" y="19313"/>
                </a:lnTo>
                <a:lnTo>
                  <a:pt x="7966" y="18149"/>
                </a:lnTo>
                <a:lnTo>
                  <a:pt x="7214" y="16306"/>
                </a:lnTo>
                <a:lnTo>
                  <a:pt x="6586" y="15103"/>
                </a:lnTo>
                <a:lnTo>
                  <a:pt x="5847" y="14282"/>
                </a:lnTo>
                <a:lnTo>
                  <a:pt x="4765" y="13584"/>
                </a:lnTo>
                <a:lnTo>
                  <a:pt x="3106" y="12749"/>
                </a:lnTo>
                <a:lnTo>
                  <a:pt x="2080" y="12502"/>
                </a:lnTo>
                <a:lnTo>
                  <a:pt x="1048" y="12252"/>
                </a:lnTo>
                <a:lnTo>
                  <a:pt x="0" y="12000"/>
                </a:lnTo>
                <a:lnTo>
                  <a:pt x="1026" y="11803"/>
                </a:lnTo>
                <a:lnTo>
                  <a:pt x="2058" y="11602"/>
                </a:lnTo>
                <a:lnTo>
                  <a:pt x="3106" y="11400"/>
                </a:lnTo>
                <a:lnTo>
                  <a:pt x="5072" y="10322"/>
                </a:lnTo>
                <a:lnTo>
                  <a:pt x="6173" y="9538"/>
                </a:lnTo>
                <a:lnTo>
                  <a:pt x="6813" y="8659"/>
                </a:lnTo>
                <a:lnTo>
                  <a:pt x="7392" y="7303"/>
                </a:lnTo>
                <a:lnTo>
                  <a:pt x="7687" y="5854"/>
                </a:lnTo>
                <a:lnTo>
                  <a:pt x="7953" y="4397"/>
                </a:lnTo>
                <a:lnTo>
                  <a:pt x="8197" y="2933"/>
                </a:lnTo>
                <a:lnTo>
                  <a:pt x="8424" y="1466"/>
                </a:lnTo>
                <a:lnTo>
                  <a:pt x="8640" y="0"/>
                </a:lnTo>
                <a:close/>
              </a:path>
            </a:pathLst>
          </a:custGeom>
          <a:solidFill>
            <a:srgbClr val="E4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2" name="contour_07250"/>
          <p:cNvSpPr/>
          <p:nvPr/>
        </p:nvSpPr>
        <p:spPr>
          <a:xfrm>
            <a:off x="4790583" y="5772089"/>
            <a:ext cx="51730" cy="736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28" y="0"/>
                </a:moveTo>
                <a:lnTo>
                  <a:pt x="11460" y="252"/>
                </a:lnTo>
                <a:lnTo>
                  <a:pt x="13490" y="519"/>
                </a:lnTo>
                <a:lnTo>
                  <a:pt x="15514" y="801"/>
                </a:lnTo>
                <a:lnTo>
                  <a:pt x="17212" y="1026"/>
                </a:lnTo>
                <a:lnTo>
                  <a:pt x="18937" y="1252"/>
                </a:lnTo>
                <a:lnTo>
                  <a:pt x="20258" y="1693"/>
                </a:lnTo>
                <a:lnTo>
                  <a:pt x="21600" y="2137"/>
                </a:lnTo>
                <a:lnTo>
                  <a:pt x="21600" y="3550"/>
                </a:lnTo>
                <a:lnTo>
                  <a:pt x="21600" y="4971"/>
                </a:lnTo>
                <a:lnTo>
                  <a:pt x="21600" y="6411"/>
                </a:lnTo>
                <a:lnTo>
                  <a:pt x="20958" y="6666"/>
                </a:lnTo>
                <a:lnTo>
                  <a:pt x="19823" y="7117"/>
                </a:lnTo>
                <a:lnTo>
                  <a:pt x="17224" y="8147"/>
                </a:lnTo>
                <a:lnTo>
                  <a:pt x="14896" y="9408"/>
                </a:lnTo>
                <a:lnTo>
                  <a:pt x="13435" y="10307"/>
                </a:lnTo>
                <a:lnTo>
                  <a:pt x="12568" y="11094"/>
                </a:lnTo>
                <a:lnTo>
                  <a:pt x="12017" y="12019"/>
                </a:lnTo>
                <a:lnTo>
                  <a:pt x="11509" y="13331"/>
                </a:lnTo>
                <a:lnTo>
                  <a:pt x="11250" y="14791"/>
                </a:lnTo>
                <a:lnTo>
                  <a:pt x="11022" y="16253"/>
                </a:lnTo>
                <a:lnTo>
                  <a:pt x="10824" y="17719"/>
                </a:lnTo>
                <a:lnTo>
                  <a:pt x="10663" y="19185"/>
                </a:lnTo>
                <a:lnTo>
                  <a:pt x="10051" y="20269"/>
                </a:lnTo>
                <a:lnTo>
                  <a:pt x="9428" y="21371"/>
                </a:lnTo>
                <a:lnTo>
                  <a:pt x="7118" y="21523"/>
                </a:lnTo>
                <a:lnTo>
                  <a:pt x="5490" y="21600"/>
                </a:lnTo>
                <a:lnTo>
                  <a:pt x="4102" y="21600"/>
                </a:lnTo>
                <a:lnTo>
                  <a:pt x="2517" y="21523"/>
                </a:lnTo>
                <a:lnTo>
                  <a:pt x="298" y="21371"/>
                </a:lnTo>
                <a:lnTo>
                  <a:pt x="253" y="20142"/>
                </a:lnTo>
                <a:lnTo>
                  <a:pt x="210" y="18914"/>
                </a:lnTo>
                <a:lnTo>
                  <a:pt x="173" y="17685"/>
                </a:lnTo>
                <a:lnTo>
                  <a:pt x="140" y="16456"/>
                </a:lnTo>
                <a:lnTo>
                  <a:pt x="110" y="15227"/>
                </a:lnTo>
                <a:lnTo>
                  <a:pt x="73" y="14086"/>
                </a:lnTo>
                <a:lnTo>
                  <a:pt x="37" y="12936"/>
                </a:lnTo>
                <a:lnTo>
                  <a:pt x="0" y="11771"/>
                </a:lnTo>
                <a:lnTo>
                  <a:pt x="158" y="10288"/>
                </a:lnTo>
                <a:lnTo>
                  <a:pt x="383" y="8976"/>
                </a:lnTo>
                <a:lnTo>
                  <a:pt x="743" y="7777"/>
                </a:lnTo>
                <a:lnTo>
                  <a:pt x="1312" y="6632"/>
                </a:lnTo>
                <a:lnTo>
                  <a:pt x="2155" y="5484"/>
                </a:lnTo>
                <a:lnTo>
                  <a:pt x="3341" y="4274"/>
                </a:lnTo>
                <a:lnTo>
                  <a:pt x="5353" y="4274"/>
                </a:lnTo>
                <a:lnTo>
                  <a:pt x="7377" y="4274"/>
                </a:lnTo>
                <a:lnTo>
                  <a:pt x="9428" y="4274"/>
                </a:lnTo>
                <a:lnTo>
                  <a:pt x="9428" y="2862"/>
                </a:lnTo>
                <a:lnTo>
                  <a:pt x="9428" y="1440"/>
                </a:lnTo>
                <a:lnTo>
                  <a:pt x="9428" y="0"/>
                </a:lnTo>
                <a:close/>
              </a:path>
            </a:pathLst>
          </a:custGeom>
          <a:solidFill>
            <a:srgbClr val="D5D2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3" name="contour_07251"/>
          <p:cNvSpPr/>
          <p:nvPr/>
        </p:nvSpPr>
        <p:spPr>
          <a:xfrm>
            <a:off x="753750" y="5772089"/>
            <a:ext cx="58304" cy="526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93"/>
                </a:lnTo>
                <a:lnTo>
                  <a:pt x="3564" y="987"/>
                </a:lnTo>
                <a:lnTo>
                  <a:pt x="5349" y="1480"/>
                </a:lnTo>
                <a:lnTo>
                  <a:pt x="7136" y="1977"/>
                </a:lnTo>
                <a:lnTo>
                  <a:pt x="8926" y="2470"/>
                </a:lnTo>
                <a:lnTo>
                  <a:pt x="10719" y="2967"/>
                </a:lnTo>
                <a:lnTo>
                  <a:pt x="12517" y="3466"/>
                </a:lnTo>
                <a:lnTo>
                  <a:pt x="14321" y="3966"/>
                </a:lnTo>
                <a:lnTo>
                  <a:pt x="16130" y="4465"/>
                </a:lnTo>
                <a:lnTo>
                  <a:pt x="17944" y="4971"/>
                </a:lnTo>
                <a:lnTo>
                  <a:pt x="19769" y="5473"/>
                </a:lnTo>
                <a:lnTo>
                  <a:pt x="21600" y="5982"/>
                </a:lnTo>
                <a:lnTo>
                  <a:pt x="20744" y="9496"/>
                </a:lnTo>
                <a:lnTo>
                  <a:pt x="20069" y="12191"/>
                </a:lnTo>
                <a:lnTo>
                  <a:pt x="19505" y="14236"/>
                </a:lnTo>
                <a:lnTo>
                  <a:pt x="18994" y="15816"/>
                </a:lnTo>
                <a:lnTo>
                  <a:pt x="18473" y="17099"/>
                </a:lnTo>
                <a:lnTo>
                  <a:pt x="17874" y="18265"/>
                </a:lnTo>
                <a:lnTo>
                  <a:pt x="17137" y="19485"/>
                </a:lnTo>
                <a:lnTo>
                  <a:pt x="16200" y="20936"/>
                </a:lnTo>
                <a:lnTo>
                  <a:pt x="14288" y="21397"/>
                </a:lnTo>
                <a:lnTo>
                  <a:pt x="12560" y="21600"/>
                </a:lnTo>
                <a:lnTo>
                  <a:pt x="10930" y="21570"/>
                </a:lnTo>
                <a:lnTo>
                  <a:pt x="9301" y="21334"/>
                </a:lnTo>
                <a:lnTo>
                  <a:pt x="7587" y="20912"/>
                </a:lnTo>
                <a:lnTo>
                  <a:pt x="5694" y="20329"/>
                </a:lnTo>
                <a:lnTo>
                  <a:pt x="3939" y="18884"/>
                </a:lnTo>
                <a:lnTo>
                  <a:pt x="2889" y="17712"/>
                </a:lnTo>
                <a:lnTo>
                  <a:pt x="2125" y="16190"/>
                </a:lnTo>
                <a:lnTo>
                  <a:pt x="1223" y="13692"/>
                </a:lnTo>
                <a:lnTo>
                  <a:pt x="956" y="11850"/>
                </a:lnTo>
                <a:lnTo>
                  <a:pt x="756" y="10369"/>
                </a:lnTo>
                <a:lnTo>
                  <a:pt x="602" y="9011"/>
                </a:lnTo>
                <a:lnTo>
                  <a:pt x="470" y="7534"/>
                </a:lnTo>
                <a:lnTo>
                  <a:pt x="340" y="5701"/>
                </a:lnTo>
                <a:lnTo>
                  <a:pt x="189" y="3269"/>
                </a:lnTo>
                <a:lnTo>
                  <a:pt x="0" y="0"/>
                </a:lnTo>
                <a:close/>
              </a:path>
            </a:pathLst>
          </a:custGeom>
          <a:solidFill>
            <a:srgbClr val="35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4" name="contour_07252"/>
          <p:cNvSpPr/>
          <p:nvPr/>
        </p:nvSpPr>
        <p:spPr>
          <a:xfrm>
            <a:off x="1678800" y="5764400"/>
            <a:ext cx="44253" cy="51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50" y="0"/>
                </a:moveTo>
                <a:lnTo>
                  <a:pt x="9576" y="383"/>
                </a:lnTo>
                <a:lnTo>
                  <a:pt x="11775" y="824"/>
                </a:lnTo>
                <a:lnTo>
                  <a:pt x="13849" y="1396"/>
                </a:lnTo>
                <a:lnTo>
                  <a:pt x="15905" y="2177"/>
                </a:lnTo>
                <a:lnTo>
                  <a:pt x="18043" y="3230"/>
                </a:lnTo>
                <a:lnTo>
                  <a:pt x="18879" y="5150"/>
                </a:lnTo>
                <a:lnTo>
                  <a:pt x="19547" y="7017"/>
                </a:lnTo>
                <a:lnTo>
                  <a:pt x="20077" y="8864"/>
                </a:lnTo>
                <a:lnTo>
                  <a:pt x="20494" y="10704"/>
                </a:lnTo>
                <a:lnTo>
                  <a:pt x="20828" y="12571"/>
                </a:lnTo>
                <a:lnTo>
                  <a:pt x="21106" y="14482"/>
                </a:lnTo>
                <a:lnTo>
                  <a:pt x="21355" y="16463"/>
                </a:lnTo>
                <a:lnTo>
                  <a:pt x="21600" y="18538"/>
                </a:lnTo>
                <a:lnTo>
                  <a:pt x="19252" y="18875"/>
                </a:lnTo>
                <a:lnTo>
                  <a:pt x="16901" y="19212"/>
                </a:lnTo>
                <a:lnTo>
                  <a:pt x="14549" y="19552"/>
                </a:lnTo>
                <a:lnTo>
                  <a:pt x="12191" y="19889"/>
                </a:lnTo>
                <a:lnTo>
                  <a:pt x="9825" y="20228"/>
                </a:lnTo>
                <a:lnTo>
                  <a:pt x="7449" y="20568"/>
                </a:lnTo>
                <a:lnTo>
                  <a:pt x="5062" y="20911"/>
                </a:lnTo>
                <a:lnTo>
                  <a:pt x="2664" y="21254"/>
                </a:lnTo>
                <a:lnTo>
                  <a:pt x="256" y="21600"/>
                </a:lnTo>
                <a:lnTo>
                  <a:pt x="153" y="17412"/>
                </a:lnTo>
                <a:lnTo>
                  <a:pt x="75" y="14111"/>
                </a:lnTo>
                <a:lnTo>
                  <a:pt x="25" y="11552"/>
                </a:lnTo>
                <a:lnTo>
                  <a:pt x="0" y="9580"/>
                </a:lnTo>
                <a:lnTo>
                  <a:pt x="0" y="8043"/>
                </a:lnTo>
                <a:lnTo>
                  <a:pt x="25" y="6791"/>
                </a:lnTo>
                <a:lnTo>
                  <a:pt x="75" y="5670"/>
                </a:lnTo>
                <a:lnTo>
                  <a:pt x="153" y="4534"/>
                </a:lnTo>
                <a:lnTo>
                  <a:pt x="256" y="3230"/>
                </a:lnTo>
                <a:lnTo>
                  <a:pt x="2362" y="1457"/>
                </a:lnTo>
                <a:lnTo>
                  <a:pt x="3785" y="530"/>
                </a:lnTo>
                <a:lnTo>
                  <a:pt x="5165" y="147"/>
                </a:lnTo>
                <a:lnTo>
                  <a:pt x="7150" y="0"/>
                </a:lnTo>
                <a:close/>
              </a:path>
            </a:pathLst>
          </a:custGeom>
          <a:solidFill>
            <a:srgbClr val="C0A76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5" name="contour_07253"/>
          <p:cNvSpPr/>
          <p:nvPr/>
        </p:nvSpPr>
        <p:spPr>
          <a:xfrm>
            <a:off x="10898634" y="5706497"/>
            <a:ext cx="87456" cy="46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190" y="0"/>
                </a:lnTo>
                <a:lnTo>
                  <a:pt x="11387" y="0"/>
                </a:lnTo>
                <a:lnTo>
                  <a:pt x="12600" y="0"/>
                </a:lnTo>
                <a:lnTo>
                  <a:pt x="12600" y="2242"/>
                </a:lnTo>
                <a:lnTo>
                  <a:pt x="12600" y="4498"/>
                </a:lnTo>
                <a:lnTo>
                  <a:pt x="12600" y="6785"/>
                </a:lnTo>
                <a:lnTo>
                  <a:pt x="13873" y="6785"/>
                </a:lnTo>
                <a:lnTo>
                  <a:pt x="15147" y="6785"/>
                </a:lnTo>
                <a:lnTo>
                  <a:pt x="16425" y="6785"/>
                </a:lnTo>
                <a:lnTo>
                  <a:pt x="17708" y="6785"/>
                </a:lnTo>
                <a:lnTo>
                  <a:pt x="18997" y="6785"/>
                </a:lnTo>
                <a:lnTo>
                  <a:pt x="20293" y="6785"/>
                </a:lnTo>
                <a:lnTo>
                  <a:pt x="21600" y="6785"/>
                </a:lnTo>
                <a:lnTo>
                  <a:pt x="21395" y="10802"/>
                </a:lnTo>
                <a:lnTo>
                  <a:pt x="21218" y="13611"/>
                </a:lnTo>
                <a:lnTo>
                  <a:pt x="21020" y="15595"/>
                </a:lnTo>
                <a:lnTo>
                  <a:pt x="20752" y="17129"/>
                </a:lnTo>
                <a:lnTo>
                  <a:pt x="20362" y="18591"/>
                </a:lnTo>
                <a:lnTo>
                  <a:pt x="19800" y="20355"/>
                </a:lnTo>
                <a:lnTo>
                  <a:pt x="18495" y="20979"/>
                </a:lnTo>
                <a:lnTo>
                  <a:pt x="17210" y="21393"/>
                </a:lnTo>
                <a:lnTo>
                  <a:pt x="15935" y="21600"/>
                </a:lnTo>
                <a:lnTo>
                  <a:pt x="14666" y="21597"/>
                </a:lnTo>
                <a:lnTo>
                  <a:pt x="13392" y="21390"/>
                </a:lnTo>
                <a:lnTo>
                  <a:pt x="12105" y="20972"/>
                </a:lnTo>
                <a:lnTo>
                  <a:pt x="10800" y="20355"/>
                </a:lnTo>
                <a:lnTo>
                  <a:pt x="10348" y="18659"/>
                </a:lnTo>
                <a:lnTo>
                  <a:pt x="9896" y="16966"/>
                </a:lnTo>
                <a:lnTo>
                  <a:pt x="9448" y="15270"/>
                </a:lnTo>
                <a:lnTo>
                  <a:pt x="9000" y="13570"/>
                </a:lnTo>
                <a:lnTo>
                  <a:pt x="7722" y="12746"/>
                </a:lnTo>
                <a:lnTo>
                  <a:pt x="6815" y="12250"/>
                </a:lnTo>
                <a:lnTo>
                  <a:pt x="5848" y="11884"/>
                </a:lnTo>
                <a:lnTo>
                  <a:pt x="4388" y="11450"/>
                </a:lnTo>
                <a:lnTo>
                  <a:pt x="3155" y="11066"/>
                </a:lnTo>
                <a:lnTo>
                  <a:pt x="1906" y="10680"/>
                </a:lnTo>
                <a:lnTo>
                  <a:pt x="959" y="10429"/>
                </a:lnTo>
                <a:lnTo>
                  <a:pt x="0" y="10177"/>
                </a:lnTo>
                <a:lnTo>
                  <a:pt x="751" y="9499"/>
                </a:lnTo>
                <a:lnTo>
                  <a:pt x="1512" y="8814"/>
                </a:lnTo>
                <a:lnTo>
                  <a:pt x="2491" y="7911"/>
                </a:lnTo>
                <a:lnTo>
                  <a:pt x="3488" y="6995"/>
                </a:lnTo>
                <a:lnTo>
                  <a:pt x="4460" y="6106"/>
                </a:lnTo>
                <a:lnTo>
                  <a:pt x="5449" y="5207"/>
                </a:lnTo>
                <a:lnTo>
                  <a:pt x="6489" y="4105"/>
                </a:lnTo>
                <a:lnTo>
                  <a:pt x="7205" y="3196"/>
                </a:lnTo>
                <a:lnTo>
                  <a:pt x="7933" y="1988"/>
                </a:lnTo>
                <a:lnTo>
                  <a:pt x="9000" y="0"/>
                </a:lnTo>
                <a:close/>
              </a:path>
            </a:pathLst>
          </a:custGeom>
          <a:solidFill>
            <a:srgbClr val="7D6D4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6" name="contour_07254"/>
          <p:cNvSpPr/>
          <p:nvPr/>
        </p:nvSpPr>
        <p:spPr>
          <a:xfrm>
            <a:off x="6713716" y="5691921"/>
            <a:ext cx="59915" cy="64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1" y="0"/>
                </a:moveTo>
                <a:lnTo>
                  <a:pt x="1232" y="1152"/>
                </a:lnTo>
                <a:lnTo>
                  <a:pt x="1886" y="2311"/>
                </a:lnTo>
                <a:lnTo>
                  <a:pt x="2551" y="3487"/>
                </a:lnTo>
                <a:lnTo>
                  <a:pt x="3762" y="5039"/>
                </a:lnTo>
                <a:lnTo>
                  <a:pt x="4974" y="6241"/>
                </a:lnTo>
                <a:lnTo>
                  <a:pt x="6269" y="7163"/>
                </a:lnTo>
                <a:lnTo>
                  <a:pt x="7722" y="7873"/>
                </a:lnTo>
                <a:lnTo>
                  <a:pt x="9411" y="8443"/>
                </a:lnTo>
                <a:lnTo>
                  <a:pt x="11419" y="8943"/>
                </a:lnTo>
                <a:lnTo>
                  <a:pt x="12141" y="9054"/>
                </a:lnTo>
                <a:lnTo>
                  <a:pt x="13421" y="9248"/>
                </a:lnTo>
                <a:lnTo>
                  <a:pt x="16345" y="9699"/>
                </a:lnTo>
                <a:lnTo>
                  <a:pt x="16345" y="8096"/>
                </a:lnTo>
                <a:lnTo>
                  <a:pt x="16345" y="6484"/>
                </a:lnTo>
                <a:lnTo>
                  <a:pt x="16345" y="4850"/>
                </a:lnTo>
                <a:lnTo>
                  <a:pt x="18082" y="4850"/>
                </a:lnTo>
                <a:lnTo>
                  <a:pt x="19829" y="4850"/>
                </a:lnTo>
                <a:lnTo>
                  <a:pt x="21600" y="4850"/>
                </a:lnTo>
                <a:lnTo>
                  <a:pt x="21190" y="6278"/>
                </a:lnTo>
                <a:lnTo>
                  <a:pt x="20772" y="7706"/>
                </a:lnTo>
                <a:lnTo>
                  <a:pt x="20344" y="9129"/>
                </a:lnTo>
                <a:lnTo>
                  <a:pt x="19908" y="10553"/>
                </a:lnTo>
                <a:lnTo>
                  <a:pt x="19467" y="11974"/>
                </a:lnTo>
                <a:lnTo>
                  <a:pt x="19070" y="13298"/>
                </a:lnTo>
                <a:lnTo>
                  <a:pt x="18670" y="14629"/>
                </a:lnTo>
                <a:lnTo>
                  <a:pt x="18263" y="15979"/>
                </a:lnTo>
                <a:lnTo>
                  <a:pt x="17296" y="17662"/>
                </a:lnTo>
                <a:lnTo>
                  <a:pt x="16513" y="18773"/>
                </a:lnTo>
                <a:lnTo>
                  <a:pt x="15633" y="19558"/>
                </a:lnTo>
                <a:lnTo>
                  <a:pt x="14385" y="20269"/>
                </a:lnTo>
                <a:lnTo>
                  <a:pt x="12485" y="21151"/>
                </a:lnTo>
                <a:lnTo>
                  <a:pt x="10486" y="21469"/>
                </a:lnTo>
                <a:lnTo>
                  <a:pt x="9049" y="21600"/>
                </a:lnTo>
                <a:lnTo>
                  <a:pt x="7761" y="21518"/>
                </a:lnTo>
                <a:lnTo>
                  <a:pt x="6224" y="21197"/>
                </a:lnTo>
                <a:lnTo>
                  <a:pt x="4028" y="20611"/>
                </a:lnTo>
                <a:lnTo>
                  <a:pt x="2790" y="19161"/>
                </a:lnTo>
                <a:lnTo>
                  <a:pt x="1823" y="17728"/>
                </a:lnTo>
                <a:lnTo>
                  <a:pt x="1098" y="16295"/>
                </a:lnTo>
                <a:lnTo>
                  <a:pt x="586" y="14854"/>
                </a:lnTo>
                <a:lnTo>
                  <a:pt x="252" y="13395"/>
                </a:lnTo>
                <a:lnTo>
                  <a:pt x="66" y="11901"/>
                </a:lnTo>
                <a:lnTo>
                  <a:pt x="0" y="10364"/>
                </a:lnTo>
                <a:lnTo>
                  <a:pt x="21" y="8773"/>
                </a:lnTo>
                <a:lnTo>
                  <a:pt x="100" y="7112"/>
                </a:lnTo>
                <a:lnTo>
                  <a:pt x="205" y="5373"/>
                </a:lnTo>
                <a:lnTo>
                  <a:pt x="305" y="3543"/>
                </a:lnTo>
                <a:lnTo>
                  <a:pt x="394" y="2371"/>
                </a:lnTo>
                <a:lnTo>
                  <a:pt x="486" y="1195"/>
                </a:lnTo>
                <a:lnTo>
                  <a:pt x="581" y="0"/>
                </a:lnTo>
                <a:close/>
              </a:path>
            </a:pathLst>
          </a:custGeom>
          <a:solidFill>
            <a:srgbClr val="6F5C8F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7" name="contour_07255"/>
          <p:cNvSpPr/>
          <p:nvPr/>
        </p:nvSpPr>
        <p:spPr>
          <a:xfrm>
            <a:off x="5425352" y="5701891"/>
            <a:ext cx="65592" cy="483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15"/>
                </a:moveTo>
                <a:lnTo>
                  <a:pt x="21226" y="7621"/>
                </a:lnTo>
                <a:lnTo>
                  <a:pt x="20914" y="9286"/>
                </a:lnTo>
                <a:lnTo>
                  <a:pt x="20549" y="10771"/>
                </a:lnTo>
                <a:lnTo>
                  <a:pt x="20016" y="12546"/>
                </a:lnTo>
                <a:lnTo>
                  <a:pt x="19200" y="15086"/>
                </a:lnTo>
                <a:lnTo>
                  <a:pt x="17518" y="16259"/>
                </a:lnTo>
                <a:lnTo>
                  <a:pt x="16294" y="17047"/>
                </a:lnTo>
                <a:lnTo>
                  <a:pt x="15175" y="17633"/>
                </a:lnTo>
                <a:lnTo>
                  <a:pt x="13812" y="18210"/>
                </a:lnTo>
                <a:lnTo>
                  <a:pt x="11851" y="18955"/>
                </a:lnTo>
                <a:lnTo>
                  <a:pt x="11266" y="19183"/>
                </a:lnTo>
                <a:lnTo>
                  <a:pt x="10231" y="19590"/>
                </a:lnTo>
                <a:lnTo>
                  <a:pt x="7865" y="20519"/>
                </a:lnTo>
                <a:lnTo>
                  <a:pt x="7104" y="20789"/>
                </a:lnTo>
                <a:lnTo>
                  <a:pt x="4800" y="21600"/>
                </a:lnTo>
                <a:lnTo>
                  <a:pt x="4205" y="19584"/>
                </a:lnTo>
                <a:lnTo>
                  <a:pt x="3612" y="17568"/>
                </a:lnTo>
                <a:lnTo>
                  <a:pt x="3014" y="15545"/>
                </a:lnTo>
                <a:lnTo>
                  <a:pt x="2419" y="13520"/>
                </a:lnTo>
                <a:lnTo>
                  <a:pt x="1819" y="11484"/>
                </a:lnTo>
                <a:lnTo>
                  <a:pt x="1217" y="9439"/>
                </a:lnTo>
                <a:lnTo>
                  <a:pt x="610" y="7383"/>
                </a:lnTo>
                <a:lnTo>
                  <a:pt x="0" y="5315"/>
                </a:lnTo>
                <a:lnTo>
                  <a:pt x="1898" y="3690"/>
                </a:lnTo>
                <a:lnTo>
                  <a:pt x="3665" y="2374"/>
                </a:lnTo>
                <a:lnTo>
                  <a:pt x="5328" y="1358"/>
                </a:lnTo>
                <a:lnTo>
                  <a:pt x="6907" y="632"/>
                </a:lnTo>
                <a:lnTo>
                  <a:pt x="8434" y="182"/>
                </a:lnTo>
                <a:lnTo>
                  <a:pt x="9926" y="0"/>
                </a:lnTo>
                <a:lnTo>
                  <a:pt x="11414" y="75"/>
                </a:lnTo>
                <a:lnTo>
                  <a:pt x="12919" y="394"/>
                </a:lnTo>
                <a:lnTo>
                  <a:pt x="14470" y="951"/>
                </a:lnTo>
                <a:lnTo>
                  <a:pt x="16087" y="1733"/>
                </a:lnTo>
                <a:lnTo>
                  <a:pt x="17798" y="2726"/>
                </a:lnTo>
                <a:lnTo>
                  <a:pt x="19627" y="3925"/>
                </a:lnTo>
                <a:lnTo>
                  <a:pt x="21600" y="5315"/>
                </a:lnTo>
                <a:close/>
              </a:path>
            </a:pathLst>
          </a:custGeom>
          <a:solidFill>
            <a:srgbClr val="3D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8" name="contour_07256"/>
          <p:cNvSpPr/>
          <p:nvPr/>
        </p:nvSpPr>
        <p:spPr>
          <a:xfrm>
            <a:off x="1147301" y="5690493"/>
            <a:ext cx="94744" cy="451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683"/>
                </a:moveTo>
                <a:lnTo>
                  <a:pt x="2868" y="192"/>
                </a:lnTo>
                <a:lnTo>
                  <a:pt x="3742" y="0"/>
                </a:lnTo>
                <a:lnTo>
                  <a:pt x="4705" y="87"/>
                </a:lnTo>
                <a:lnTo>
                  <a:pt x="6186" y="425"/>
                </a:lnTo>
                <a:lnTo>
                  <a:pt x="6585" y="509"/>
                </a:lnTo>
                <a:lnTo>
                  <a:pt x="7288" y="659"/>
                </a:lnTo>
                <a:lnTo>
                  <a:pt x="8896" y="1004"/>
                </a:lnTo>
                <a:lnTo>
                  <a:pt x="9833" y="1258"/>
                </a:lnTo>
                <a:lnTo>
                  <a:pt x="10777" y="1513"/>
                </a:lnTo>
                <a:lnTo>
                  <a:pt x="11734" y="1771"/>
                </a:lnTo>
                <a:lnTo>
                  <a:pt x="12154" y="1869"/>
                </a:lnTo>
                <a:lnTo>
                  <a:pt x="12895" y="2036"/>
                </a:lnTo>
                <a:lnTo>
                  <a:pt x="14593" y="2419"/>
                </a:lnTo>
                <a:lnTo>
                  <a:pt x="15763" y="2691"/>
                </a:lnTo>
                <a:lnTo>
                  <a:pt x="16931" y="2974"/>
                </a:lnTo>
                <a:lnTo>
                  <a:pt x="18099" y="3260"/>
                </a:lnTo>
                <a:lnTo>
                  <a:pt x="19266" y="3556"/>
                </a:lnTo>
                <a:lnTo>
                  <a:pt x="20434" y="3859"/>
                </a:lnTo>
                <a:lnTo>
                  <a:pt x="21600" y="4169"/>
                </a:lnTo>
                <a:lnTo>
                  <a:pt x="21394" y="6327"/>
                </a:lnTo>
                <a:lnTo>
                  <a:pt x="21188" y="8485"/>
                </a:lnTo>
                <a:lnTo>
                  <a:pt x="20982" y="10650"/>
                </a:lnTo>
                <a:lnTo>
                  <a:pt x="20776" y="12818"/>
                </a:lnTo>
                <a:lnTo>
                  <a:pt x="20568" y="14997"/>
                </a:lnTo>
                <a:lnTo>
                  <a:pt x="20359" y="17187"/>
                </a:lnTo>
                <a:lnTo>
                  <a:pt x="20149" y="19386"/>
                </a:lnTo>
                <a:lnTo>
                  <a:pt x="19938" y="21600"/>
                </a:lnTo>
                <a:lnTo>
                  <a:pt x="19320" y="19979"/>
                </a:lnTo>
                <a:lnTo>
                  <a:pt x="18692" y="18330"/>
                </a:lnTo>
                <a:lnTo>
                  <a:pt x="17659" y="16646"/>
                </a:lnTo>
                <a:lnTo>
                  <a:pt x="16650" y="15304"/>
                </a:lnTo>
                <a:lnTo>
                  <a:pt x="15645" y="14251"/>
                </a:lnTo>
                <a:lnTo>
                  <a:pt x="14625" y="13422"/>
                </a:lnTo>
                <a:lnTo>
                  <a:pt x="13568" y="12759"/>
                </a:lnTo>
                <a:lnTo>
                  <a:pt x="12453" y="12198"/>
                </a:lnTo>
                <a:lnTo>
                  <a:pt x="11262" y="11679"/>
                </a:lnTo>
                <a:lnTo>
                  <a:pt x="9969" y="11142"/>
                </a:lnTo>
                <a:lnTo>
                  <a:pt x="9969" y="13446"/>
                </a:lnTo>
                <a:lnTo>
                  <a:pt x="9969" y="15764"/>
                </a:lnTo>
                <a:lnTo>
                  <a:pt x="9969" y="18114"/>
                </a:lnTo>
                <a:lnTo>
                  <a:pt x="8873" y="17347"/>
                </a:lnTo>
                <a:lnTo>
                  <a:pt x="7774" y="16580"/>
                </a:lnTo>
                <a:lnTo>
                  <a:pt x="6676" y="15810"/>
                </a:lnTo>
                <a:lnTo>
                  <a:pt x="5574" y="15039"/>
                </a:lnTo>
                <a:lnTo>
                  <a:pt x="4470" y="14269"/>
                </a:lnTo>
                <a:lnTo>
                  <a:pt x="3360" y="13491"/>
                </a:lnTo>
                <a:lnTo>
                  <a:pt x="2246" y="12714"/>
                </a:lnTo>
                <a:lnTo>
                  <a:pt x="1127" y="11930"/>
                </a:lnTo>
                <a:lnTo>
                  <a:pt x="0" y="11142"/>
                </a:lnTo>
                <a:lnTo>
                  <a:pt x="329" y="9071"/>
                </a:lnTo>
                <a:lnTo>
                  <a:pt x="660" y="6993"/>
                </a:lnTo>
                <a:lnTo>
                  <a:pt x="990" y="4908"/>
                </a:lnTo>
                <a:lnTo>
                  <a:pt x="1324" y="2806"/>
                </a:lnTo>
                <a:lnTo>
                  <a:pt x="1662" y="683"/>
                </a:lnTo>
                <a:close/>
              </a:path>
            </a:pathLst>
          </a:custGeom>
          <a:solidFill>
            <a:srgbClr val="B58F7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59" name="contour_07257"/>
          <p:cNvSpPr/>
          <p:nvPr/>
        </p:nvSpPr>
        <p:spPr>
          <a:xfrm>
            <a:off x="5192137" y="5648193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4" y="199"/>
                </a:lnTo>
                <a:lnTo>
                  <a:pt x="5568" y="396"/>
                </a:lnTo>
                <a:lnTo>
                  <a:pt x="7154" y="595"/>
                </a:lnTo>
                <a:lnTo>
                  <a:pt x="8743" y="792"/>
                </a:lnTo>
                <a:lnTo>
                  <a:pt x="10334" y="991"/>
                </a:lnTo>
                <a:lnTo>
                  <a:pt x="11928" y="1190"/>
                </a:lnTo>
                <a:lnTo>
                  <a:pt x="13526" y="1390"/>
                </a:lnTo>
                <a:lnTo>
                  <a:pt x="15130" y="1591"/>
                </a:lnTo>
                <a:lnTo>
                  <a:pt x="16738" y="1793"/>
                </a:lnTo>
                <a:lnTo>
                  <a:pt x="18350" y="1994"/>
                </a:lnTo>
                <a:lnTo>
                  <a:pt x="19973" y="2196"/>
                </a:lnTo>
                <a:lnTo>
                  <a:pt x="21600" y="2400"/>
                </a:lnTo>
                <a:lnTo>
                  <a:pt x="21600" y="3984"/>
                </a:lnTo>
                <a:lnTo>
                  <a:pt x="21600" y="5570"/>
                </a:lnTo>
                <a:lnTo>
                  <a:pt x="21600" y="7164"/>
                </a:lnTo>
                <a:lnTo>
                  <a:pt x="21600" y="8765"/>
                </a:lnTo>
                <a:lnTo>
                  <a:pt x="21600" y="10375"/>
                </a:lnTo>
                <a:lnTo>
                  <a:pt x="21600" y="12000"/>
                </a:lnTo>
                <a:lnTo>
                  <a:pt x="19903" y="12000"/>
                </a:lnTo>
                <a:lnTo>
                  <a:pt x="18204" y="12000"/>
                </a:lnTo>
                <a:lnTo>
                  <a:pt x="16500" y="12000"/>
                </a:lnTo>
                <a:lnTo>
                  <a:pt x="14789" y="12000"/>
                </a:lnTo>
                <a:lnTo>
                  <a:pt x="13070" y="12000"/>
                </a:lnTo>
                <a:lnTo>
                  <a:pt x="11342" y="12000"/>
                </a:lnTo>
                <a:lnTo>
                  <a:pt x="9600" y="12000"/>
                </a:lnTo>
                <a:lnTo>
                  <a:pt x="9600" y="13584"/>
                </a:lnTo>
                <a:lnTo>
                  <a:pt x="9600" y="15170"/>
                </a:lnTo>
                <a:lnTo>
                  <a:pt x="9600" y="16764"/>
                </a:lnTo>
                <a:lnTo>
                  <a:pt x="9600" y="18365"/>
                </a:lnTo>
                <a:lnTo>
                  <a:pt x="9600" y="19975"/>
                </a:lnTo>
                <a:lnTo>
                  <a:pt x="9600" y="21600"/>
                </a:lnTo>
                <a:lnTo>
                  <a:pt x="8016" y="21204"/>
                </a:lnTo>
                <a:lnTo>
                  <a:pt x="6430" y="20808"/>
                </a:lnTo>
                <a:lnTo>
                  <a:pt x="4836" y="20410"/>
                </a:lnTo>
                <a:lnTo>
                  <a:pt x="3235" y="20009"/>
                </a:lnTo>
                <a:lnTo>
                  <a:pt x="1625" y="19606"/>
                </a:lnTo>
                <a:lnTo>
                  <a:pt x="0" y="19200"/>
                </a:lnTo>
                <a:lnTo>
                  <a:pt x="1426" y="19200"/>
                </a:lnTo>
                <a:lnTo>
                  <a:pt x="2856" y="19200"/>
                </a:lnTo>
                <a:lnTo>
                  <a:pt x="4291" y="19200"/>
                </a:lnTo>
                <a:lnTo>
                  <a:pt x="5738" y="19200"/>
                </a:lnTo>
                <a:lnTo>
                  <a:pt x="7200" y="19200"/>
                </a:lnTo>
                <a:lnTo>
                  <a:pt x="7274" y="17551"/>
                </a:lnTo>
                <a:lnTo>
                  <a:pt x="7339" y="15902"/>
                </a:lnTo>
                <a:lnTo>
                  <a:pt x="7399" y="14251"/>
                </a:lnTo>
                <a:lnTo>
                  <a:pt x="7452" y="12600"/>
                </a:lnTo>
                <a:lnTo>
                  <a:pt x="7500" y="10949"/>
                </a:lnTo>
                <a:lnTo>
                  <a:pt x="7555" y="9415"/>
                </a:lnTo>
                <a:lnTo>
                  <a:pt x="7610" y="7872"/>
                </a:lnTo>
                <a:lnTo>
                  <a:pt x="7668" y="6310"/>
                </a:lnTo>
                <a:lnTo>
                  <a:pt x="7514" y="5018"/>
                </a:lnTo>
                <a:lnTo>
                  <a:pt x="7358" y="3718"/>
                </a:lnTo>
                <a:lnTo>
                  <a:pt x="7200" y="2400"/>
                </a:lnTo>
                <a:lnTo>
                  <a:pt x="6012" y="1805"/>
                </a:lnTo>
                <a:lnTo>
                  <a:pt x="4819" y="1210"/>
                </a:lnTo>
                <a:lnTo>
                  <a:pt x="3617" y="607"/>
                </a:lnTo>
                <a:lnTo>
                  <a:pt x="2400" y="0"/>
                </a:lnTo>
                <a:close/>
              </a:path>
            </a:pathLst>
          </a:custGeom>
          <a:solidFill>
            <a:srgbClr val="4A494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0" name="contour_07258"/>
          <p:cNvSpPr/>
          <p:nvPr/>
        </p:nvSpPr>
        <p:spPr>
          <a:xfrm>
            <a:off x="4135116" y="5640905"/>
            <a:ext cx="73142" cy="73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43" y="0"/>
                </a:moveTo>
                <a:lnTo>
                  <a:pt x="16422" y="0"/>
                </a:lnTo>
                <a:lnTo>
                  <a:pt x="17704" y="0"/>
                </a:lnTo>
                <a:lnTo>
                  <a:pt x="18991" y="0"/>
                </a:lnTo>
                <a:lnTo>
                  <a:pt x="20289" y="0"/>
                </a:lnTo>
                <a:lnTo>
                  <a:pt x="21600" y="0"/>
                </a:lnTo>
                <a:lnTo>
                  <a:pt x="21247" y="1559"/>
                </a:lnTo>
                <a:lnTo>
                  <a:pt x="20862" y="3078"/>
                </a:lnTo>
                <a:lnTo>
                  <a:pt x="20449" y="4560"/>
                </a:lnTo>
                <a:lnTo>
                  <a:pt x="20003" y="6012"/>
                </a:lnTo>
                <a:lnTo>
                  <a:pt x="19523" y="7438"/>
                </a:lnTo>
                <a:lnTo>
                  <a:pt x="19011" y="8845"/>
                </a:lnTo>
                <a:lnTo>
                  <a:pt x="18462" y="10241"/>
                </a:lnTo>
                <a:lnTo>
                  <a:pt x="17877" y="11626"/>
                </a:lnTo>
                <a:lnTo>
                  <a:pt x="17252" y="13011"/>
                </a:lnTo>
                <a:lnTo>
                  <a:pt x="16590" y="14399"/>
                </a:lnTo>
                <a:lnTo>
                  <a:pt x="15888" y="15795"/>
                </a:lnTo>
                <a:lnTo>
                  <a:pt x="15143" y="17208"/>
                </a:lnTo>
                <a:lnTo>
                  <a:pt x="14708" y="18408"/>
                </a:lnTo>
                <a:lnTo>
                  <a:pt x="14269" y="19628"/>
                </a:lnTo>
                <a:lnTo>
                  <a:pt x="13635" y="20561"/>
                </a:lnTo>
                <a:lnTo>
                  <a:pt x="12991" y="21510"/>
                </a:lnTo>
                <a:lnTo>
                  <a:pt x="11560" y="21600"/>
                </a:lnTo>
                <a:lnTo>
                  <a:pt x="10165" y="21576"/>
                </a:lnTo>
                <a:lnTo>
                  <a:pt x="8803" y="21445"/>
                </a:lnTo>
                <a:lnTo>
                  <a:pt x="7466" y="21211"/>
                </a:lnTo>
                <a:lnTo>
                  <a:pt x="6147" y="20882"/>
                </a:lnTo>
                <a:lnTo>
                  <a:pt x="4840" y="20458"/>
                </a:lnTo>
                <a:lnTo>
                  <a:pt x="3536" y="19950"/>
                </a:lnTo>
                <a:lnTo>
                  <a:pt x="2230" y="19359"/>
                </a:lnTo>
                <a:lnTo>
                  <a:pt x="1401" y="17984"/>
                </a:lnTo>
                <a:lnTo>
                  <a:pt x="775" y="16631"/>
                </a:lnTo>
                <a:lnTo>
                  <a:pt x="338" y="15263"/>
                </a:lnTo>
                <a:lnTo>
                  <a:pt x="82" y="13850"/>
                </a:lnTo>
                <a:lnTo>
                  <a:pt x="0" y="12359"/>
                </a:lnTo>
                <a:lnTo>
                  <a:pt x="77" y="10755"/>
                </a:lnTo>
                <a:lnTo>
                  <a:pt x="1281" y="9813"/>
                </a:lnTo>
                <a:lnTo>
                  <a:pt x="2129" y="9275"/>
                </a:lnTo>
                <a:lnTo>
                  <a:pt x="3028" y="8939"/>
                </a:lnTo>
                <a:lnTo>
                  <a:pt x="4382" y="8604"/>
                </a:lnTo>
                <a:lnTo>
                  <a:pt x="4382" y="10024"/>
                </a:lnTo>
                <a:lnTo>
                  <a:pt x="4382" y="11445"/>
                </a:lnTo>
                <a:lnTo>
                  <a:pt x="4382" y="12874"/>
                </a:lnTo>
                <a:lnTo>
                  <a:pt x="4382" y="14308"/>
                </a:lnTo>
                <a:lnTo>
                  <a:pt x="4382" y="15752"/>
                </a:lnTo>
                <a:lnTo>
                  <a:pt x="4382" y="17208"/>
                </a:lnTo>
                <a:lnTo>
                  <a:pt x="5660" y="17208"/>
                </a:lnTo>
                <a:lnTo>
                  <a:pt x="6943" y="17208"/>
                </a:lnTo>
                <a:lnTo>
                  <a:pt x="8230" y="17208"/>
                </a:lnTo>
                <a:lnTo>
                  <a:pt x="9528" y="17208"/>
                </a:lnTo>
                <a:lnTo>
                  <a:pt x="10839" y="17208"/>
                </a:lnTo>
                <a:lnTo>
                  <a:pt x="10839" y="15788"/>
                </a:lnTo>
                <a:lnTo>
                  <a:pt x="10839" y="14366"/>
                </a:lnTo>
                <a:lnTo>
                  <a:pt x="10839" y="12938"/>
                </a:lnTo>
                <a:lnTo>
                  <a:pt x="10839" y="11503"/>
                </a:lnTo>
                <a:lnTo>
                  <a:pt x="10839" y="10060"/>
                </a:lnTo>
                <a:lnTo>
                  <a:pt x="10839" y="8604"/>
                </a:lnTo>
                <a:lnTo>
                  <a:pt x="12261" y="8604"/>
                </a:lnTo>
                <a:lnTo>
                  <a:pt x="13693" y="8604"/>
                </a:lnTo>
                <a:lnTo>
                  <a:pt x="15143" y="8604"/>
                </a:lnTo>
                <a:lnTo>
                  <a:pt x="15143" y="7184"/>
                </a:lnTo>
                <a:lnTo>
                  <a:pt x="15143" y="5762"/>
                </a:lnTo>
                <a:lnTo>
                  <a:pt x="15143" y="4334"/>
                </a:lnTo>
                <a:lnTo>
                  <a:pt x="15143" y="2900"/>
                </a:lnTo>
                <a:lnTo>
                  <a:pt x="15143" y="1456"/>
                </a:lnTo>
                <a:lnTo>
                  <a:pt x="15143" y="0"/>
                </a:lnTo>
                <a:close/>
              </a:path>
            </a:pathLst>
          </a:custGeom>
          <a:solidFill>
            <a:srgbClr val="A2A1A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1" name="contour_07259"/>
          <p:cNvSpPr/>
          <p:nvPr/>
        </p:nvSpPr>
        <p:spPr>
          <a:xfrm>
            <a:off x="5388912" y="5670057"/>
            <a:ext cx="814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88" y="0"/>
                </a:moveTo>
                <a:lnTo>
                  <a:pt x="18536" y="516"/>
                </a:lnTo>
                <a:lnTo>
                  <a:pt x="19320" y="969"/>
                </a:lnTo>
                <a:lnTo>
                  <a:pt x="20105" y="1612"/>
                </a:lnTo>
                <a:lnTo>
                  <a:pt x="21252" y="2700"/>
                </a:lnTo>
                <a:lnTo>
                  <a:pt x="21484" y="4679"/>
                </a:lnTo>
                <a:lnTo>
                  <a:pt x="21600" y="6088"/>
                </a:lnTo>
                <a:lnTo>
                  <a:pt x="21600" y="7320"/>
                </a:lnTo>
                <a:lnTo>
                  <a:pt x="21484" y="8762"/>
                </a:lnTo>
                <a:lnTo>
                  <a:pt x="21252" y="10800"/>
                </a:lnTo>
                <a:lnTo>
                  <a:pt x="19989" y="11678"/>
                </a:lnTo>
                <a:lnTo>
                  <a:pt x="19056" y="12266"/>
                </a:lnTo>
                <a:lnTo>
                  <a:pt x="18175" y="12704"/>
                </a:lnTo>
                <a:lnTo>
                  <a:pt x="17067" y="13125"/>
                </a:lnTo>
                <a:lnTo>
                  <a:pt x="15456" y="13667"/>
                </a:lnTo>
                <a:lnTo>
                  <a:pt x="13845" y="14221"/>
                </a:lnTo>
                <a:lnTo>
                  <a:pt x="12738" y="14629"/>
                </a:lnTo>
                <a:lnTo>
                  <a:pt x="11857" y="15015"/>
                </a:lnTo>
                <a:lnTo>
                  <a:pt x="10924" y="15498"/>
                </a:lnTo>
                <a:lnTo>
                  <a:pt x="9660" y="16200"/>
                </a:lnTo>
                <a:lnTo>
                  <a:pt x="9660" y="17985"/>
                </a:lnTo>
                <a:lnTo>
                  <a:pt x="9660" y="19780"/>
                </a:lnTo>
                <a:lnTo>
                  <a:pt x="9660" y="21600"/>
                </a:lnTo>
                <a:lnTo>
                  <a:pt x="8464" y="21265"/>
                </a:lnTo>
                <a:lnTo>
                  <a:pt x="7268" y="20930"/>
                </a:lnTo>
                <a:lnTo>
                  <a:pt x="6068" y="20596"/>
                </a:lnTo>
                <a:lnTo>
                  <a:pt x="4867" y="20261"/>
                </a:lnTo>
                <a:lnTo>
                  <a:pt x="3659" y="19923"/>
                </a:lnTo>
                <a:lnTo>
                  <a:pt x="2446" y="19583"/>
                </a:lnTo>
                <a:lnTo>
                  <a:pt x="1227" y="19243"/>
                </a:lnTo>
                <a:lnTo>
                  <a:pt x="0" y="18900"/>
                </a:lnTo>
                <a:lnTo>
                  <a:pt x="10" y="15679"/>
                </a:lnTo>
                <a:lnTo>
                  <a:pt x="71" y="13427"/>
                </a:lnTo>
                <a:lnTo>
                  <a:pt x="242" y="11842"/>
                </a:lnTo>
                <a:lnTo>
                  <a:pt x="572" y="10624"/>
                </a:lnTo>
                <a:lnTo>
                  <a:pt x="1119" y="9480"/>
                </a:lnTo>
                <a:lnTo>
                  <a:pt x="1932" y="8100"/>
                </a:lnTo>
                <a:lnTo>
                  <a:pt x="3230" y="7868"/>
                </a:lnTo>
                <a:lnTo>
                  <a:pt x="4523" y="7695"/>
                </a:lnTo>
                <a:lnTo>
                  <a:pt x="5810" y="7573"/>
                </a:lnTo>
                <a:lnTo>
                  <a:pt x="7092" y="7501"/>
                </a:lnTo>
                <a:lnTo>
                  <a:pt x="8371" y="7474"/>
                </a:lnTo>
                <a:lnTo>
                  <a:pt x="9650" y="7482"/>
                </a:lnTo>
                <a:lnTo>
                  <a:pt x="10931" y="7528"/>
                </a:lnTo>
                <a:lnTo>
                  <a:pt x="12212" y="7601"/>
                </a:lnTo>
                <a:lnTo>
                  <a:pt x="13499" y="7700"/>
                </a:lnTo>
                <a:lnTo>
                  <a:pt x="14788" y="7819"/>
                </a:lnTo>
                <a:lnTo>
                  <a:pt x="16084" y="7954"/>
                </a:lnTo>
                <a:lnTo>
                  <a:pt x="17388" y="8100"/>
                </a:lnTo>
                <a:lnTo>
                  <a:pt x="17388" y="6496"/>
                </a:lnTo>
                <a:lnTo>
                  <a:pt x="17388" y="4887"/>
                </a:lnTo>
                <a:lnTo>
                  <a:pt x="17388" y="3272"/>
                </a:lnTo>
                <a:lnTo>
                  <a:pt x="17388" y="1644"/>
                </a:lnTo>
                <a:lnTo>
                  <a:pt x="17388" y="0"/>
                </a:lnTo>
                <a:close/>
              </a:path>
            </a:pathLst>
          </a:custGeom>
          <a:solidFill>
            <a:srgbClr val="81827F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2" name="contour_07260"/>
          <p:cNvSpPr/>
          <p:nvPr/>
        </p:nvSpPr>
        <p:spPr>
          <a:xfrm>
            <a:off x="5220465" y="5684633"/>
            <a:ext cx="6641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8" y="0"/>
                </a:moveTo>
                <a:lnTo>
                  <a:pt x="1633" y="446"/>
                </a:lnTo>
                <a:lnTo>
                  <a:pt x="2584" y="797"/>
                </a:lnTo>
                <a:lnTo>
                  <a:pt x="3560" y="1243"/>
                </a:lnTo>
                <a:lnTo>
                  <a:pt x="5008" y="1964"/>
                </a:lnTo>
                <a:lnTo>
                  <a:pt x="5596" y="3336"/>
                </a:lnTo>
                <a:lnTo>
                  <a:pt x="5902" y="4355"/>
                </a:lnTo>
                <a:lnTo>
                  <a:pt x="6193" y="5891"/>
                </a:lnTo>
                <a:lnTo>
                  <a:pt x="6658" y="7741"/>
                </a:lnTo>
                <a:lnTo>
                  <a:pt x="7082" y="8946"/>
                </a:lnTo>
                <a:lnTo>
                  <a:pt x="7644" y="9767"/>
                </a:lnTo>
                <a:lnTo>
                  <a:pt x="8523" y="10462"/>
                </a:lnTo>
                <a:lnTo>
                  <a:pt x="9896" y="11291"/>
                </a:lnTo>
                <a:lnTo>
                  <a:pt x="11000" y="11534"/>
                </a:lnTo>
                <a:lnTo>
                  <a:pt x="12119" y="11782"/>
                </a:lnTo>
                <a:lnTo>
                  <a:pt x="12707" y="10810"/>
                </a:lnTo>
                <a:lnTo>
                  <a:pt x="13295" y="9834"/>
                </a:lnTo>
                <a:lnTo>
                  <a:pt x="13890" y="8850"/>
                </a:lnTo>
                <a:lnTo>
                  <a:pt x="14489" y="7855"/>
                </a:lnTo>
                <a:lnTo>
                  <a:pt x="14342" y="8787"/>
                </a:lnTo>
                <a:lnTo>
                  <a:pt x="14193" y="9726"/>
                </a:lnTo>
                <a:lnTo>
                  <a:pt x="14044" y="10678"/>
                </a:lnTo>
                <a:lnTo>
                  <a:pt x="14191" y="11691"/>
                </a:lnTo>
                <a:lnTo>
                  <a:pt x="14340" y="12711"/>
                </a:lnTo>
                <a:lnTo>
                  <a:pt x="14489" y="13745"/>
                </a:lnTo>
                <a:lnTo>
                  <a:pt x="16253" y="14409"/>
                </a:lnTo>
                <a:lnTo>
                  <a:pt x="17504" y="14843"/>
                </a:lnTo>
                <a:lnTo>
                  <a:pt x="18585" y="15142"/>
                </a:lnTo>
                <a:lnTo>
                  <a:pt x="19837" y="15399"/>
                </a:lnTo>
                <a:lnTo>
                  <a:pt x="21600" y="15709"/>
                </a:lnTo>
                <a:lnTo>
                  <a:pt x="21131" y="16875"/>
                </a:lnTo>
                <a:lnTo>
                  <a:pt x="20659" y="18046"/>
                </a:lnTo>
                <a:lnTo>
                  <a:pt x="20187" y="19220"/>
                </a:lnTo>
                <a:lnTo>
                  <a:pt x="19711" y="20404"/>
                </a:lnTo>
                <a:lnTo>
                  <a:pt x="19230" y="21600"/>
                </a:lnTo>
                <a:lnTo>
                  <a:pt x="16438" y="21135"/>
                </a:lnTo>
                <a:lnTo>
                  <a:pt x="14176" y="20734"/>
                </a:lnTo>
                <a:lnTo>
                  <a:pt x="12363" y="20367"/>
                </a:lnTo>
                <a:lnTo>
                  <a:pt x="10910" y="19996"/>
                </a:lnTo>
                <a:lnTo>
                  <a:pt x="9735" y="19585"/>
                </a:lnTo>
                <a:lnTo>
                  <a:pt x="8749" y="19100"/>
                </a:lnTo>
                <a:lnTo>
                  <a:pt x="7869" y="18505"/>
                </a:lnTo>
                <a:lnTo>
                  <a:pt x="7009" y="17765"/>
                </a:lnTo>
                <a:lnTo>
                  <a:pt x="6084" y="16846"/>
                </a:lnTo>
                <a:lnTo>
                  <a:pt x="5008" y="15709"/>
                </a:lnTo>
                <a:lnTo>
                  <a:pt x="4129" y="14859"/>
                </a:lnTo>
                <a:lnTo>
                  <a:pt x="3240" y="14001"/>
                </a:lnTo>
                <a:lnTo>
                  <a:pt x="2342" y="13133"/>
                </a:lnTo>
                <a:lnTo>
                  <a:pt x="1593" y="11813"/>
                </a:lnTo>
                <a:lnTo>
                  <a:pt x="1012" y="10525"/>
                </a:lnTo>
                <a:lnTo>
                  <a:pt x="583" y="9259"/>
                </a:lnTo>
                <a:lnTo>
                  <a:pt x="284" y="8000"/>
                </a:lnTo>
                <a:lnTo>
                  <a:pt x="100" y="6741"/>
                </a:lnTo>
                <a:lnTo>
                  <a:pt x="9" y="5465"/>
                </a:lnTo>
                <a:lnTo>
                  <a:pt x="0" y="4165"/>
                </a:lnTo>
                <a:lnTo>
                  <a:pt x="52" y="2830"/>
                </a:lnTo>
                <a:lnTo>
                  <a:pt x="147" y="1445"/>
                </a:lnTo>
                <a:lnTo>
                  <a:pt x="268" y="0"/>
                </a:lnTo>
                <a:close/>
              </a:path>
            </a:pathLst>
          </a:custGeom>
          <a:solidFill>
            <a:srgbClr val="4A4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3" name="contour_07261"/>
          <p:cNvSpPr/>
          <p:nvPr/>
        </p:nvSpPr>
        <p:spPr>
          <a:xfrm>
            <a:off x="10250003" y="5655481"/>
            <a:ext cx="6038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07" y="0"/>
                </a:moveTo>
                <a:lnTo>
                  <a:pt x="3496" y="1004"/>
                </a:lnTo>
                <a:lnTo>
                  <a:pt x="4400" y="2026"/>
                </a:lnTo>
                <a:lnTo>
                  <a:pt x="6196" y="3136"/>
                </a:lnTo>
                <a:lnTo>
                  <a:pt x="7729" y="3860"/>
                </a:lnTo>
                <a:lnTo>
                  <a:pt x="9171" y="4288"/>
                </a:lnTo>
                <a:lnTo>
                  <a:pt x="10693" y="4514"/>
                </a:lnTo>
                <a:lnTo>
                  <a:pt x="12466" y="4631"/>
                </a:lnTo>
                <a:lnTo>
                  <a:pt x="14663" y="4726"/>
                </a:lnTo>
                <a:lnTo>
                  <a:pt x="16712" y="4990"/>
                </a:lnTo>
                <a:lnTo>
                  <a:pt x="18042" y="5262"/>
                </a:lnTo>
                <a:lnTo>
                  <a:pt x="19228" y="5702"/>
                </a:lnTo>
                <a:lnTo>
                  <a:pt x="20854" y="6480"/>
                </a:lnTo>
                <a:lnTo>
                  <a:pt x="21175" y="8007"/>
                </a:lnTo>
                <a:lnTo>
                  <a:pt x="21399" y="9523"/>
                </a:lnTo>
                <a:lnTo>
                  <a:pt x="21540" y="11029"/>
                </a:lnTo>
                <a:lnTo>
                  <a:pt x="21600" y="12528"/>
                </a:lnTo>
                <a:lnTo>
                  <a:pt x="21595" y="14025"/>
                </a:lnTo>
                <a:lnTo>
                  <a:pt x="21527" y="15524"/>
                </a:lnTo>
                <a:lnTo>
                  <a:pt x="21412" y="17025"/>
                </a:lnTo>
                <a:lnTo>
                  <a:pt x="21256" y="18537"/>
                </a:lnTo>
                <a:lnTo>
                  <a:pt x="21066" y="20060"/>
                </a:lnTo>
                <a:lnTo>
                  <a:pt x="20854" y="21600"/>
                </a:lnTo>
                <a:lnTo>
                  <a:pt x="19131" y="21600"/>
                </a:lnTo>
                <a:lnTo>
                  <a:pt x="17398" y="21600"/>
                </a:lnTo>
                <a:lnTo>
                  <a:pt x="15641" y="21600"/>
                </a:lnTo>
                <a:lnTo>
                  <a:pt x="14887" y="20619"/>
                </a:lnTo>
                <a:lnTo>
                  <a:pt x="14129" y="19630"/>
                </a:lnTo>
                <a:lnTo>
                  <a:pt x="13360" y="18630"/>
                </a:lnTo>
                <a:lnTo>
                  <a:pt x="11973" y="17036"/>
                </a:lnTo>
                <a:lnTo>
                  <a:pt x="10805" y="15891"/>
                </a:lnTo>
                <a:lnTo>
                  <a:pt x="9676" y="15068"/>
                </a:lnTo>
                <a:lnTo>
                  <a:pt x="8407" y="14435"/>
                </a:lnTo>
                <a:lnTo>
                  <a:pt x="6814" y="13865"/>
                </a:lnTo>
                <a:lnTo>
                  <a:pt x="4724" y="13230"/>
                </a:lnTo>
                <a:lnTo>
                  <a:pt x="2711" y="12487"/>
                </a:lnTo>
                <a:lnTo>
                  <a:pt x="1486" y="11858"/>
                </a:lnTo>
                <a:lnTo>
                  <a:pt x="0" y="10800"/>
                </a:lnTo>
                <a:lnTo>
                  <a:pt x="10" y="9379"/>
                </a:lnTo>
                <a:lnTo>
                  <a:pt x="136" y="7996"/>
                </a:lnTo>
                <a:lnTo>
                  <a:pt x="362" y="6642"/>
                </a:lnTo>
                <a:lnTo>
                  <a:pt x="678" y="5311"/>
                </a:lnTo>
                <a:lnTo>
                  <a:pt x="1074" y="3990"/>
                </a:lnTo>
                <a:lnTo>
                  <a:pt x="1535" y="2672"/>
                </a:lnTo>
                <a:lnTo>
                  <a:pt x="2049" y="1344"/>
                </a:lnTo>
                <a:lnTo>
                  <a:pt x="2607" y="0"/>
                </a:lnTo>
                <a:close/>
              </a:path>
            </a:pathLst>
          </a:custGeom>
          <a:solidFill>
            <a:srgbClr val="535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4" name="contour_07262"/>
          <p:cNvSpPr/>
          <p:nvPr/>
        </p:nvSpPr>
        <p:spPr>
          <a:xfrm>
            <a:off x="8078181" y="5633100"/>
            <a:ext cx="65592" cy="527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2"/>
                </a:moveTo>
                <a:lnTo>
                  <a:pt x="20959" y="4050"/>
                </a:lnTo>
                <a:lnTo>
                  <a:pt x="20414" y="7216"/>
                </a:lnTo>
                <a:lnTo>
                  <a:pt x="19930" y="9805"/>
                </a:lnTo>
                <a:lnTo>
                  <a:pt x="19476" y="11917"/>
                </a:lnTo>
                <a:lnTo>
                  <a:pt x="19020" y="13637"/>
                </a:lnTo>
                <a:lnTo>
                  <a:pt x="18528" y="15068"/>
                </a:lnTo>
                <a:lnTo>
                  <a:pt x="17966" y="16299"/>
                </a:lnTo>
                <a:lnTo>
                  <a:pt x="17306" y="17425"/>
                </a:lnTo>
                <a:lnTo>
                  <a:pt x="16514" y="18542"/>
                </a:lnTo>
                <a:lnTo>
                  <a:pt x="15557" y="19742"/>
                </a:lnTo>
                <a:lnTo>
                  <a:pt x="14400" y="21119"/>
                </a:lnTo>
                <a:lnTo>
                  <a:pt x="12787" y="21337"/>
                </a:lnTo>
                <a:lnTo>
                  <a:pt x="11186" y="21484"/>
                </a:lnTo>
                <a:lnTo>
                  <a:pt x="9590" y="21570"/>
                </a:lnTo>
                <a:lnTo>
                  <a:pt x="7999" y="21600"/>
                </a:lnTo>
                <a:lnTo>
                  <a:pt x="6410" y="21579"/>
                </a:lnTo>
                <a:lnTo>
                  <a:pt x="4817" y="21516"/>
                </a:lnTo>
                <a:lnTo>
                  <a:pt x="3221" y="21415"/>
                </a:lnTo>
                <a:lnTo>
                  <a:pt x="1615" y="21280"/>
                </a:lnTo>
                <a:lnTo>
                  <a:pt x="0" y="21119"/>
                </a:lnTo>
                <a:lnTo>
                  <a:pt x="521" y="18819"/>
                </a:lnTo>
                <a:lnTo>
                  <a:pt x="1087" y="16759"/>
                </a:lnTo>
                <a:lnTo>
                  <a:pt x="1718" y="14898"/>
                </a:lnTo>
                <a:lnTo>
                  <a:pt x="2441" y="13192"/>
                </a:lnTo>
                <a:lnTo>
                  <a:pt x="3271" y="11603"/>
                </a:lnTo>
                <a:lnTo>
                  <a:pt x="4231" y="10095"/>
                </a:lnTo>
                <a:lnTo>
                  <a:pt x="5342" y="8620"/>
                </a:lnTo>
                <a:lnTo>
                  <a:pt x="6624" y="7144"/>
                </a:lnTo>
                <a:lnTo>
                  <a:pt x="8100" y="5624"/>
                </a:lnTo>
                <a:lnTo>
                  <a:pt x="9108" y="4597"/>
                </a:lnTo>
                <a:lnTo>
                  <a:pt x="10126" y="3560"/>
                </a:lnTo>
                <a:lnTo>
                  <a:pt x="11155" y="2512"/>
                </a:lnTo>
                <a:lnTo>
                  <a:pt x="12701" y="1514"/>
                </a:lnTo>
                <a:lnTo>
                  <a:pt x="14134" y="803"/>
                </a:lnTo>
                <a:lnTo>
                  <a:pt x="15506" y="338"/>
                </a:lnTo>
                <a:lnTo>
                  <a:pt x="16882" y="81"/>
                </a:lnTo>
                <a:lnTo>
                  <a:pt x="18317" y="0"/>
                </a:lnTo>
                <a:lnTo>
                  <a:pt x="19870" y="57"/>
                </a:lnTo>
                <a:lnTo>
                  <a:pt x="21600" y="212"/>
                </a:lnTo>
                <a:close/>
              </a:path>
            </a:pathLst>
          </a:custGeom>
          <a:solidFill>
            <a:srgbClr val="D4D8D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5" name="contour_07263"/>
          <p:cNvSpPr/>
          <p:nvPr/>
        </p:nvSpPr>
        <p:spPr>
          <a:xfrm>
            <a:off x="9820011" y="5601565"/>
            <a:ext cx="51016" cy="53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0"/>
                </a:moveTo>
                <a:lnTo>
                  <a:pt x="14318" y="41"/>
                </a:lnTo>
                <a:lnTo>
                  <a:pt x="15635" y="123"/>
                </a:lnTo>
                <a:lnTo>
                  <a:pt x="16999" y="298"/>
                </a:lnTo>
                <a:lnTo>
                  <a:pt x="18844" y="625"/>
                </a:lnTo>
                <a:lnTo>
                  <a:pt x="21600" y="1162"/>
                </a:lnTo>
                <a:lnTo>
                  <a:pt x="21600" y="3185"/>
                </a:lnTo>
                <a:lnTo>
                  <a:pt x="21600" y="5209"/>
                </a:lnTo>
                <a:lnTo>
                  <a:pt x="21600" y="7235"/>
                </a:lnTo>
                <a:lnTo>
                  <a:pt x="21600" y="9267"/>
                </a:lnTo>
                <a:lnTo>
                  <a:pt x="21600" y="11302"/>
                </a:lnTo>
                <a:lnTo>
                  <a:pt x="21600" y="13346"/>
                </a:lnTo>
                <a:lnTo>
                  <a:pt x="21600" y="15396"/>
                </a:lnTo>
                <a:lnTo>
                  <a:pt x="21600" y="17451"/>
                </a:lnTo>
                <a:lnTo>
                  <a:pt x="21600" y="19521"/>
                </a:lnTo>
                <a:lnTo>
                  <a:pt x="21600" y="21600"/>
                </a:lnTo>
                <a:lnTo>
                  <a:pt x="19462" y="21311"/>
                </a:lnTo>
                <a:lnTo>
                  <a:pt x="17320" y="21019"/>
                </a:lnTo>
                <a:lnTo>
                  <a:pt x="15179" y="20730"/>
                </a:lnTo>
                <a:lnTo>
                  <a:pt x="13031" y="20441"/>
                </a:lnTo>
                <a:lnTo>
                  <a:pt x="10880" y="20149"/>
                </a:lnTo>
                <a:lnTo>
                  <a:pt x="8723" y="19857"/>
                </a:lnTo>
                <a:lnTo>
                  <a:pt x="6557" y="19565"/>
                </a:lnTo>
                <a:lnTo>
                  <a:pt x="4382" y="19270"/>
                </a:lnTo>
                <a:lnTo>
                  <a:pt x="2197" y="18975"/>
                </a:lnTo>
                <a:lnTo>
                  <a:pt x="0" y="18680"/>
                </a:lnTo>
                <a:lnTo>
                  <a:pt x="1851" y="14479"/>
                </a:lnTo>
                <a:lnTo>
                  <a:pt x="3394" y="11031"/>
                </a:lnTo>
                <a:lnTo>
                  <a:pt x="4681" y="8251"/>
                </a:lnTo>
                <a:lnTo>
                  <a:pt x="5770" y="6058"/>
                </a:lnTo>
                <a:lnTo>
                  <a:pt x="6718" y="4365"/>
                </a:lnTo>
                <a:lnTo>
                  <a:pt x="7579" y="3086"/>
                </a:lnTo>
                <a:lnTo>
                  <a:pt x="8415" y="2140"/>
                </a:lnTo>
                <a:lnTo>
                  <a:pt x="9279" y="1445"/>
                </a:lnTo>
                <a:lnTo>
                  <a:pt x="10232" y="911"/>
                </a:lnTo>
                <a:lnTo>
                  <a:pt x="11325" y="458"/>
                </a:lnTo>
                <a:lnTo>
                  <a:pt x="12621" y="0"/>
                </a:lnTo>
                <a:close/>
              </a:path>
            </a:pathLst>
          </a:custGeom>
          <a:solidFill>
            <a:srgbClr val="F1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6" name="contour_07264"/>
          <p:cNvSpPr/>
          <p:nvPr/>
        </p:nvSpPr>
        <p:spPr>
          <a:xfrm>
            <a:off x="1001542" y="5575313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157" y="186"/>
                </a:lnTo>
                <a:lnTo>
                  <a:pt x="11304" y="391"/>
                </a:lnTo>
                <a:lnTo>
                  <a:pt x="12440" y="629"/>
                </a:lnTo>
                <a:lnTo>
                  <a:pt x="13565" y="910"/>
                </a:lnTo>
                <a:lnTo>
                  <a:pt x="14683" y="1245"/>
                </a:lnTo>
                <a:lnTo>
                  <a:pt x="15795" y="1644"/>
                </a:lnTo>
                <a:lnTo>
                  <a:pt x="16898" y="2128"/>
                </a:lnTo>
                <a:lnTo>
                  <a:pt x="18000" y="2700"/>
                </a:lnTo>
                <a:lnTo>
                  <a:pt x="18162" y="4709"/>
                </a:lnTo>
                <a:lnTo>
                  <a:pt x="18243" y="6134"/>
                </a:lnTo>
                <a:lnTo>
                  <a:pt x="18243" y="7366"/>
                </a:lnTo>
                <a:lnTo>
                  <a:pt x="18162" y="8791"/>
                </a:lnTo>
                <a:lnTo>
                  <a:pt x="18000" y="10800"/>
                </a:lnTo>
                <a:lnTo>
                  <a:pt x="19069" y="11888"/>
                </a:lnTo>
                <a:lnTo>
                  <a:pt x="19800" y="12531"/>
                </a:lnTo>
                <a:lnTo>
                  <a:pt x="20531" y="12984"/>
                </a:lnTo>
                <a:lnTo>
                  <a:pt x="21600" y="13500"/>
                </a:lnTo>
                <a:lnTo>
                  <a:pt x="20372" y="14002"/>
                </a:lnTo>
                <a:lnTo>
                  <a:pt x="19125" y="14512"/>
                </a:lnTo>
                <a:lnTo>
                  <a:pt x="17923" y="15263"/>
                </a:lnTo>
                <a:lnTo>
                  <a:pt x="16877" y="16046"/>
                </a:lnTo>
                <a:lnTo>
                  <a:pt x="15948" y="16894"/>
                </a:lnTo>
                <a:lnTo>
                  <a:pt x="15095" y="17839"/>
                </a:lnTo>
                <a:lnTo>
                  <a:pt x="14279" y="18916"/>
                </a:lnTo>
                <a:lnTo>
                  <a:pt x="13460" y="20161"/>
                </a:lnTo>
                <a:lnTo>
                  <a:pt x="12600" y="21600"/>
                </a:lnTo>
                <a:lnTo>
                  <a:pt x="12600" y="19815"/>
                </a:lnTo>
                <a:lnTo>
                  <a:pt x="12600" y="18020"/>
                </a:lnTo>
                <a:lnTo>
                  <a:pt x="12600" y="16200"/>
                </a:lnTo>
                <a:lnTo>
                  <a:pt x="11540" y="15601"/>
                </a:lnTo>
                <a:lnTo>
                  <a:pt x="10505" y="15061"/>
                </a:lnTo>
                <a:lnTo>
                  <a:pt x="9481" y="14572"/>
                </a:lnTo>
                <a:lnTo>
                  <a:pt x="8449" y="14126"/>
                </a:lnTo>
                <a:lnTo>
                  <a:pt x="7394" y="13716"/>
                </a:lnTo>
                <a:lnTo>
                  <a:pt x="6300" y="13333"/>
                </a:lnTo>
                <a:lnTo>
                  <a:pt x="5238" y="12952"/>
                </a:lnTo>
                <a:lnTo>
                  <a:pt x="4185" y="12555"/>
                </a:lnTo>
                <a:lnTo>
                  <a:pt x="3137" y="12142"/>
                </a:lnTo>
                <a:lnTo>
                  <a:pt x="2093" y="11715"/>
                </a:lnTo>
                <a:lnTo>
                  <a:pt x="1048" y="11267"/>
                </a:lnTo>
                <a:lnTo>
                  <a:pt x="0" y="10800"/>
                </a:lnTo>
                <a:lnTo>
                  <a:pt x="0" y="9461"/>
                </a:lnTo>
                <a:lnTo>
                  <a:pt x="0" y="8100"/>
                </a:lnTo>
                <a:lnTo>
                  <a:pt x="1273" y="8100"/>
                </a:lnTo>
                <a:lnTo>
                  <a:pt x="2547" y="8100"/>
                </a:lnTo>
                <a:lnTo>
                  <a:pt x="3825" y="8100"/>
                </a:lnTo>
                <a:lnTo>
                  <a:pt x="5108" y="8100"/>
                </a:lnTo>
                <a:lnTo>
                  <a:pt x="6397" y="8100"/>
                </a:lnTo>
                <a:lnTo>
                  <a:pt x="7693" y="8100"/>
                </a:lnTo>
                <a:lnTo>
                  <a:pt x="9000" y="8100"/>
                </a:lnTo>
                <a:lnTo>
                  <a:pt x="9000" y="6496"/>
                </a:lnTo>
                <a:lnTo>
                  <a:pt x="9000" y="4887"/>
                </a:lnTo>
                <a:lnTo>
                  <a:pt x="9000" y="3272"/>
                </a:lnTo>
                <a:lnTo>
                  <a:pt x="9000" y="1644"/>
                </a:lnTo>
                <a:lnTo>
                  <a:pt x="9000" y="0"/>
                </a:lnTo>
                <a:close/>
              </a:path>
            </a:pathLst>
          </a:custGeom>
          <a:solidFill>
            <a:srgbClr val="443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7" name="contour_07265"/>
          <p:cNvSpPr/>
          <p:nvPr/>
        </p:nvSpPr>
        <p:spPr>
          <a:xfrm>
            <a:off x="7903262" y="5558464"/>
            <a:ext cx="57597" cy="46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66" y="0"/>
                </a:moveTo>
                <a:lnTo>
                  <a:pt x="12900" y="195"/>
                </a:lnTo>
                <a:lnTo>
                  <a:pt x="14518" y="541"/>
                </a:lnTo>
                <a:lnTo>
                  <a:pt x="15825" y="1143"/>
                </a:lnTo>
                <a:lnTo>
                  <a:pt x="17033" y="2111"/>
                </a:lnTo>
                <a:lnTo>
                  <a:pt x="18350" y="3545"/>
                </a:lnTo>
                <a:lnTo>
                  <a:pt x="19987" y="5557"/>
                </a:lnTo>
                <a:lnTo>
                  <a:pt x="20900" y="8422"/>
                </a:lnTo>
                <a:lnTo>
                  <a:pt x="21417" y="10454"/>
                </a:lnTo>
                <a:lnTo>
                  <a:pt x="21600" y="12210"/>
                </a:lnTo>
                <a:lnTo>
                  <a:pt x="21502" y="14243"/>
                </a:lnTo>
                <a:lnTo>
                  <a:pt x="21182" y="17110"/>
                </a:lnTo>
                <a:lnTo>
                  <a:pt x="20507" y="18592"/>
                </a:lnTo>
                <a:lnTo>
                  <a:pt x="19826" y="20084"/>
                </a:lnTo>
                <a:lnTo>
                  <a:pt x="19132" y="21600"/>
                </a:lnTo>
                <a:lnTo>
                  <a:pt x="17222" y="21600"/>
                </a:lnTo>
                <a:lnTo>
                  <a:pt x="15308" y="21600"/>
                </a:lnTo>
                <a:lnTo>
                  <a:pt x="13395" y="21600"/>
                </a:lnTo>
                <a:lnTo>
                  <a:pt x="11482" y="21600"/>
                </a:lnTo>
                <a:lnTo>
                  <a:pt x="9569" y="21600"/>
                </a:lnTo>
                <a:lnTo>
                  <a:pt x="7656" y="21600"/>
                </a:lnTo>
                <a:lnTo>
                  <a:pt x="5742" y="21600"/>
                </a:lnTo>
                <a:lnTo>
                  <a:pt x="3829" y="21600"/>
                </a:lnTo>
                <a:lnTo>
                  <a:pt x="1916" y="21600"/>
                </a:lnTo>
                <a:lnTo>
                  <a:pt x="0" y="21600"/>
                </a:lnTo>
                <a:lnTo>
                  <a:pt x="435" y="19307"/>
                </a:lnTo>
                <a:lnTo>
                  <a:pt x="875" y="17021"/>
                </a:lnTo>
                <a:lnTo>
                  <a:pt x="1326" y="14739"/>
                </a:lnTo>
                <a:lnTo>
                  <a:pt x="1785" y="12463"/>
                </a:lnTo>
                <a:lnTo>
                  <a:pt x="2255" y="10187"/>
                </a:lnTo>
                <a:lnTo>
                  <a:pt x="2733" y="7912"/>
                </a:lnTo>
                <a:lnTo>
                  <a:pt x="3160" y="5787"/>
                </a:lnTo>
                <a:lnTo>
                  <a:pt x="3589" y="3634"/>
                </a:lnTo>
                <a:lnTo>
                  <a:pt x="4758" y="2132"/>
                </a:lnTo>
                <a:lnTo>
                  <a:pt x="5895" y="1252"/>
                </a:lnTo>
                <a:lnTo>
                  <a:pt x="7672" y="657"/>
                </a:lnTo>
                <a:lnTo>
                  <a:pt x="10766" y="0"/>
                </a:lnTo>
                <a:close/>
              </a:path>
            </a:pathLst>
          </a:custGeom>
          <a:solidFill>
            <a:srgbClr val="B56490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8" name="contour_07266"/>
          <p:cNvSpPr/>
          <p:nvPr/>
        </p:nvSpPr>
        <p:spPr>
          <a:xfrm>
            <a:off x="8311397" y="5523102"/>
            <a:ext cx="51016" cy="959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269"/>
                </a:moveTo>
                <a:lnTo>
                  <a:pt x="11371" y="84"/>
                </a:lnTo>
                <a:lnTo>
                  <a:pt x="13392" y="2"/>
                </a:lnTo>
                <a:lnTo>
                  <a:pt x="15376" y="0"/>
                </a:lnTo>
                <a:lnTo>
                  <a:pt x="17369" y="59"/>
                </a:lnTo>
                <a:lnTo>
                  <a:pt x="19428" y="154"/>
                </a:lnTo>
                <a:lnTo>
                  <a:pt x="21600" y="269"/>
                </a:lnTo>
                <a:lnTo>
                  <a:pt x="21600" y="1354"/>
                </a:lnTo>
                <a:lnTo>
                  <a:pt x="21600" y="2445"/>
                </a:lnTo>
                <a:lnTo>
                  <a:pt x="21600" y="3551"/>
                </a:lnTo>
                <a:lnTo>
                  <a:pt x="20134" y="3382"/>
                </a:lnTo>
                <a:lnTo>
                  <a:pt x="18659" y="3211"/>
                </a:lnTo>
                <a:lnTo>
                  <a:pt x="17163" y="3039"/>
                </a:lnTo>
                <a:lnTo>
                  <a:pt x="15571" y="3208"/>
                </a:lnTo>
                <a:lnTo>
                  <a:pt x="13969" y="3378"/>
                </a:lnTo>
                <a:lnTo>
                  <a:pt x="12343" y="3551"/>
                </a:lnTo>
                <a:lnTo>
                  <a:pt x="11686" y="4553"/>
                </a:lnTo>
                <a:lnTo>
                  <a:pt x="11136" y="5561"/>
                </a:lnTo>
                <a:lnTo>
                  <a:pt x="10677" y="6573"/>
                </a:lnTo>
                <a:lnTo>
                  <a:pt x="10294" y="7592"/>
                </a:lnTo>
                <a:lnTo>
                  <a:pt x="9973" y="8619"/>
                </a:lnTo>
                <a:lnTo>
                  <a:pt x="9705" y="9655"/>
                </a:lnTo>
                <a:lnTo>
                  <a:pt x="9470" y="10700"/>
                </a:lnTo>
                <a:lnTo>
                  <a:pt x="9257" y="11755"/>
                </a:lnTo>
                <a:lnTo>
                  <a:pt x="11090" y="11755"/>
                </a:lnTo>
                <a:lnTo>
                  <a:pt x="12929" y="11755"/>
                </a:lnTo>
                <a:lnTo>
                  <a:pt x="14774" y="11755"/>
                </a:lnTo>
                <a:lnTo>
                  <a:pt x="16635" y="11755"/>
                </a:lnTo>
                <a:lnTo>
                  <a:pt x="18514" y="11755"/>
                </a:lnTo>
                <a:lnTo>
                  <a:pt x="18175" y="12838"/>
                </a:lnTo>
                <a:lnTo>
                  <a:pt x="17835" y="13923"/>
                </a:lnTo>
                <a:lnTo>
                  <a:pt x="17496" y="15007"/>
                </a:lnTo>
                <a:lnTo>
                  <a:pt x="17153" y="16095"/>
                </a:lnTo>
                <a:lnTo>
                  <a:pt x="16811" y="17186"/>
                </a:lnTo>
                <a:lnTo>
                  <a:pt x="16468" y="18282"/>
                </a:lnTo>
                <a:lnTo>
                  <a:pt x="16123" y="19382"/>
                </a:lnTo>
                <a:lnTo>
                  <a:pt x="15777" y="20488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9192" y="21134"/>
                </a:lnTo>
                <a:lnTo>
                  <a:pt x="9072" y="20310"/>
                </a:lnTo>
                <a:lnTo>
                  <a:pt x="8800" y="18427"/>
                </a:lnTo>
                <a:lnTo>
                  <a:pt x="8628" y="17399"/>
                </a:lnTo>
                <a:lnTo>
                  <a:pt x="8452" y="16372"/>
                </a:lnTo>
                <a:lnTo>
                  <a:pt x="8276" y="15345"/>
                </a:lnTo>
                <a:lnTo>
                  <a:pt x="8100" y="14318"/>
                </a:lnTo>
                <a:lnTo>
                  <a:pt x="7955" y="13281"/>
                </a:lnTo>
                <a:lnTo>
                  <a:pt x="7810" y="12226"/>
                </a:lnTo>
                <a:lnTo>
                  <a:pt x="7720" y="11729"/>
                </a:lnTo>
                <a:lnTo>
                  <a:pt x="7449" y="10222"/>
                </a:lnTo>
                <a:lnTo>
                  <a:pt x="7304" y="9307"/>
                </a:lnTo>
                <a:lnTo>
                  <a:pt x="7156" y="8375"/>
                </a:lnTo>
                <a:lnTo>
                  <a:pt x="6347" y="7251"/>
                </a:lnTo>
                <a:lnTo>
                  <a:pt x="5270" y="6583"/>
                </a:lnTo>
                <a:lnTo>
                  <a:pt x="3005" y="5800"/>
                </a:lnTo>
                <a:lnTo>
                  <a:pt x="2259" y="5649"/>
                </a:lnTo>
                <a:lnTo>
                  <a:pt x="0" y="5192"/>
                </a:lnTo>
                <a:lnTo>
                  <a:pt x="2040" y="5192"/>
                </a:lnTo>
                <a:lnTo>
                  <a:pt x="4092" y="5192"/>
                </a:lnTo>
                <a:lnTo>
                  <a:pt x="6171" y="5192"/>
                </a:lnTo>
                <a:lnTo>
                  <a:pt x="6554" y="4378"/>
                </a:lnTo>
                <a:lnTo>
                  <a:pt x="6937" y="3561"/>
                </a:lnTo>
                <a:lnTo>
                  <a:pt x="7329" y="2730"/>
                </a:lnTo>
                <a:lnTo>
                  <a:pt x="7964" y="1916"/>
                </a:lnTo>
                <a:lnTo>
                  <a:pt x="8606" y="1099"/>
                </a:lnTo>
                <a:lnTo>
                  <a:pt x="9257" y="269"/>
                </a:lnTo>
                <a:close/>
              </a:path>
            </a:pathLst>
          </a:custGeom>
          <a:solidFill>
            <a:srgbClr val="A5A7A7"/>
          </a:solidFill>
          <a:ln>
            <a:noFill/>
          </a:ln>
        </p:spPr>
        <p:txBody>
          <a:bodyPr/>
          <a:lstStyle/>
          <a:p/>
        </p:txBody>
      </p:sp>
      <p:sp>
        <p:nvSpPr>
          <p:cNvPr id="7269" name="contour_07267"/>
          <p:cNvSpPr/>
          <p:nvPr/>
        </p:nvSpPr>
        <p:spPr>
          <a:xfrm>
            <a:off x="10563386" y="5495146"/>
            <a:ext cx="947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0"/>
                </a:moveTo>
                <a:lnTo>
                  <a:pt x="11068" y="0"/>
                </a:lnTo>
                <a:lnTo>
                  <a:pt x="12172" y="0"/>
                </a:lnTo>
                <a:lnTo>
                  <a:pt x="13292" y="0"/>
                </a:lnTo>
                <a:lnTo>
                  <a:pt x="13601" y="1786"/>
                </a:lnTo>
                <a:lnTo>
                  <a:pt x="13915" y="3600"/>
                </a:lnTo>
                <a:lnTo>
                  <a:pt x="14430" y="5386"/>
                </a:lnTo>
                <a:lnTo>
                  <a:pt x="14954" y="7200"/>
                </a:lnTo>
                <a:lnTo>
                  <a:pt x="16077" y="7463"/>
                </a:lnTo>
                <a:lnTo>
                  <a:pt x="17175" y="7578"/>
                </a:lnTo>
                <a:lnTo>
                  <a:pt x="18264" y="7582"/>
                </a:lnTo>
                <a:lnTo>
                  <a:pt x="19354" y="7499"/>
                </a:lnTo>
                <a:lnTo>
                  <a:pt x="20462" y="7362"/>
                </a:lnTo>
                <a:lnTo>
                  <a:pt x="21600" y="7200"/>
                </a:lnTo>
                <a:lnTo>
                  <a:pt x="21600" y="9338"/>
                </a:lnTo>
                <a:lnTo>
                  <a:pt x="21600" y="11484"/>
                </a:lnTo>
                <a:lnTo>
                  <a:pt x="21600" y="13637"/>
                </a:lnTo>
                <a:lnTo>
                  <a:pt x="21600" y="15808"/>
                </a:lnTo>
                <a:lnTo>
                  <a:pt x="21600" y="18000"/>
                </a:lnTo>
                <a:lnTo>
                  <a:pt x="20460" y="18472"/>
                </a:lnTo>
                <a:lnTo>
                  <a:pt x="19319" y="18929"/>
                </a:lnTo>
                <a:lnTo>
                  <a:pt x="18176" y="19379"/>
                </a:lnTo>
                <a:lnTo>
                  <a:pt x="17032" y="19818"/>
                </a:lnTo>
                <a:lnTo>
                  <a:pt x="15888" y="20250"/>
                </a:lnTo>
                <a:lnTo>
                  <a:pt x="14826" y="20668"/>
                </a:lnTo>
                <a:lnTo>
                  <a:pt x="13758" y="21089"/>
                </a:lnTo>
                <a:lnTo>
                  <a:pt x="12676" y="21517"/>
                </a:lnTo>
                <a:lnTo>
                  <a:pt x="11782" y="21542"/>
                </a:lnTo>
                <a:lnTo>
                  <a:pt x="10881" y="21571"/>
                </a:lnTo>
                <a:lnTo>
                  <a:pt x="9969" y="21600"/>
                </a:lnTo>
                <a:lnTo>
                  <a:pt x="9418" y="19526"/>
                </a:lnTo>
                <a:lnTo>
                  <a:pt x="9062" y="18083"/>
                </a:lnTo>
                <a:lnTo>
                  <a:pt x="8743" y="16600"/>
                </a:lnTo>
                <a:lnTo>
                  <a:pt x="8308" y="14400"/>
                </a:lnTo>
                <a:lnTo>
                  <a:pt x="7128" y="13997"/>
                </a:lnTo>
                <a:lnTo>
                  <a:pt x="6291" y="13817"/>
                </a:lnTo>
                <a:lnTo>
                  <a:pt x="5398" y="13817"/>
                </a:lnTo>
                <a:lnTo>
                  <a:pt x="4051" y="13950"/>
                </a:lnTo>
                <a:lnTo>
                  <a:pt x="2913" y="14047"/>
                </a:lnTo>
                <a:lnTo>
                  <a:pt x="1760" y="14148"/>
                </a:lnTo>
                <a:lnTo>
                  <a:pt x="886" y="14274"/>
                </a:lnTo>
                <a:lnTo>
                  <a:pt x="0" y="14400"/>
                </a:lnTo>
                <a:lnTo>
                  <a:pt x="753" y="12262"/>
                </a:lnTo>
                <a:lnTo>
                  <a:pt x="1349" y="10800"/>
                </a:lnTo>
                <a:lnTo>
                  <a:pt x="2104" y="9338"/>
                </a:lnTo>
                <a:lnTo>
                  <a:pt x="3323" y="7200"/>
                </a:lnTo>
                <a:lnTo>
                  <a:pt x="4450" y="6952"/>
                </a:lnTo>
                <a:lnTo>
                  <a:pt x="5548" y="6840"/>
                </a:lnTo>
                <a:lnTo>
                  <a:pt x="6633" y="6833"/>
                </a:lnTo>
                <a:lnTo>
                  <a:pt x="7721" y="6908"/>
                </a:lnTo>
                <a:lnTo>
                  <a:pt x="8828" y="7038"/>
                </a:lnTo>
                <a:lnTo>
                  <a:pt x="9969" y="7200"/>
                </a:lnTo>
                <a:lnTo>
                  <a:pt x="9969" y="4820"/>
                </a:lnTo>
                <a:lnTo>
                  <a:pt x="9969" y="2426"/>
                </a:lnTo>
                <a:lnTo>
                  <a:pt x="9969" y="0"/>
                </a:lnTo>
                <a:close/>
              </a:path>
            </a:pathLst>
          </a:custGeom>
          <a:solidFill>
            <a:srgbClr val="807B69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0" name="contour_07268"/>
          <p:cNvSpPr/>
          <p:nvPr/>
        </p:nvSpPr>
        <p:spPr>
          <a:xfrm>
            <a:off x="7429550" y="5502434"/>
            <a:ext cx="65592" cy="52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372" y="1390"/>
                </a:lnTo>
                <a:lnTo>
                  <a:pt x="12749" y="2804"/>
                </a:lnTo>
                <a:lnTo>
                  <a:pt x="13927" y="4712"/>
                </a:lnTo>
                <a:lnTo>
                  <a:pt x="15180" y="6087"/>
                </a:lnTo>
                <a:lnTo>
                  <a:pt x="16541" y="7064"/>
                </a:lnTo>
                <a:lnTo>
                  <a:pt x="18041" y="7779"/>
                </a:lnTo>
                <a:lnTo>
                  <a:pt x="19716" y="8368"/>
                </a:lnTo>
                <a:lnTo>
                  <a:pt x="21600" y="8969"/>
                </a:lnTo>
                <a:lnTo>
                  <a:pt x="21432" y="11086"/>
                </a:lnTo>
                <a:lnTo>
                  <a:pt x="21214" y="13133"/>
                </a:lnTo>
                <a:lnTo>
                  <a:pt x="20916" y="15130"/>
                </a:lnTo>
                <a:lnTo>
                  <a:pt x="20503" y="17086"/>
                </a:lnTo>
                <a:lnTo>
                  <a:pt x="19942" y="19011"/>
                </a:lnTo>
                <a:lnTo>
                  <a:pt x="19200" y="20927"/>
                </a:lnTo>
                <a:lnTo>
                  <a:pt x="17534" y="21385"/>
                </a:lnTo>
                <a:lnTo>
                  <a:pt x="15977" y="21591"/>
                </a:lnTo>
                <a:lnTo>
                  <a:pt x="14467" y="21600"/>
                </a:lnTo>
                <a:lnTo>
                  <a:pt x="12943" y="21456"/>
                </a:lnTo>
                <a:lnTo>
                  <a:pt x="11340" y="21214"/>
                </a:lnTo>
                <a:lnTo>
                  <a:pt x="9600" y="20927"/>
                </a:lnTo>
                <a:lnTo>
                  <a:pt x="9600" y="18951"/>
                </a:lnTo>
                <a:lnTo>
                  <a:pt x="9600" y="16963"/>
                </a:lnTo>
                <a:lnTo>
                  <a:pt x="9600" y="14948"/>
                </a:lnTo>
                <a:lnTo>
                  <a:pt x="8345" y="13830"/>
                </a:lnTo>
                <a:lnTo>
                  <a:pt x="7426" y="13109"/>
                </a:lnTo>
                <a:lnTo>
                  <a:pt x="6394" y="12464"/>
                </a:lnTo>
                <a:lnTo>
                  <a:pt x="4800" y="11585"/>
                </a:lnTo>
                <a:lnTo>
                  <a:pt x="3461" y="10831"/>
                </a:lnTo>
                <a:lnTo>
                  <a:pt x="2100" y="10066"/>
                </a:lnTo>
                <a:lnTo>
                  <a:pt x="1058" y="9522"/>
                </a:lnTo>
                <a:lnTo>
                  <a:pt x="0" y="8969"/>
                </a:lnTo>
                <a:lnTo>
                  <a:pt x="1586" y="8969"/>
                </a:lnTo>
                <a:lnTo>
                  <a:pt x="3182" y="8969"/>
                </a:lnTo>
                <a:lnTo>
                  <a:pt x="4800" y="8969"/>
                </a:lnTo>
                <a:lnTo>
                  <a:pt x="4800" y="6993"/>
                </a:lnTo>
                <a:lnTo>
                  <a:pt x="4800" y="5005"/>
                </a:lnTo>
                <a:lnTo>
                  <a:pt x="4800" y="2990"/>
                </a:lnTo>
                <a:lnTo>
                  <a:pt x="6586" y="2069"/>
                </a:lnTo>
                <a:lnTo>
                  <a:pt x="7853" y="1453"/>
                </a:lnTo>
                <a:lnTo>
                  <a:pt x="8947" y="999"/>
                </a:lnTo>
                <a:lnTo>
                  <a:pt x="10214" y="562"/>
                </a:lnTo>
                <a:lnTo>
                  <a:pt x="12000" y="0"/>
                </a:lnTo>
                <a:close/>
              </a:path>
            </a:pathLst>
          </a:custGeom>
          <a:solidFill>
            <a:srgbClr val="E7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1" name="contour_07269"/>
          <p:cNvSpPr/>
          <p:nvPr/>
        </p:nvSpPr>
        <p:spPr>
          <a:xfrm>
            <a:off x="10978802" y="5481553"/>
            <a:ext cx="53377" cy="64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68" y="2242"/>
                </a:moveTo>
                <a:lnTo>
                  <a:pt x="19078" y="3397"/>
                </a:lnTo>
                <a:lnTo>
                  <a:pt x="20040" y="4310"/>
                </a:lnTo>
                <a:lnTo>
                  <a:pt x="20653" y="5290"/>
                </a:lnTo>
                <a:lnTo>
                  <a:pt x="21110" y="6640"/>
                </a:lnTo>
                <a:lnTo>
                  <a:pt x="21600" y="8677"/>
                </a:lnTo>
                <a:lnTo>
                  <a:pt x="21576" y="10307"/>
                </a:lnTo>
                <a:lnTo>
                  <a:pt x="21526" y="11927"/>
                </a:lnTo>
                <a:lnTo>
                  <a:pt x="21450" y="13540"/>
                </a:lnTo>
                <a:lnTo>
                  <a:pt x="21346" y="15150"/>
                </a:lnTo>
                <a:lnTo>
                  <a:pt x="21217" y="16756"/>
                </a:lnTo>
                <a:lnTo>
                  <a:pt x="21054" y="18367"/>
                </a:lnTo>
                <a:lnTo>
                  <a:pt x="20866" y="19980"/>
                </a:lnTo>
                <a:lnTo>
                  <a:pt x="20644" y="21600"/>
                </a:lnTo>
                <a:lnTo>
                  <a:pt x="18698" y="21600"/>
                </a:lnTo>
                <a:lnTo>
                  <a:pt x="16749" y="21600"/>
                </a:lnTo>
                <a:lnTo>
                  <a:pt x="14790" y="21600"/>
                </a:lnTo>
                <a:lnTo>
                  <a:pt x="12823" y="21600"/>
                </a:lnTo>
                <a:lnTo>
                  <a:pt x="10844" y="21600"/>
                </a:lnTo>
                <a:lnTo>
                  <a:pt x="8848" y="21600"/>
                </a:lnTo>
                <a:lnTo>
                  <a:pt x="9579" y="20391"/>
                </a:lnTo>
                <a:lnTo>
                  <a:pt x="10310" y="19181"/>
                </a:lnTo>
                <a:lnTo>
                  <a:pt x="11051" y="17960"/>
                </a:lnTo>
                <a:lnTo>
                  <a:pt x="11797" y="16727"/>
                </a:lnTo>
                <a:lnTo>
                  <a:pt x="13257" y="17329"/>
                </a:lnTo>
                <a:lnTo>
                  <a:pt x="14725" y="17935"/>
                </a:lnTo>
                <a:lnTo>
                  <a:pt x="16200" y="18545"/>
                </a:lnTo>
                <a:lnTo>
                  <a:pt x="17695" y="19163"/>
                </a:lnTo>
                <a:lnTo>
                  <a:pt x="17695" y="17553"/>
                </a:lnTo>
                <a:lnTo>
                  <a:pt x="17695" y="15933"/>
                </a:lnTo>
                <a:lnTo>
                  <a:pt x="17695" y="14290"/>
                </a:lnTo>
                <a:lnTo>
                  <a:pt x="15758" y="13749"/>
                </a:lnTo>
                <a:lnTo>
                  <a:pt x="14227" y="13474"/>
                </a:lnTo>
                <a:lnTo>
                  <a:pt x="11797" y="13226"/>
                </a:lnTo>
                <a:lnTo>
                  <a:pt x="9381" y="12826"/>
                </a:lnTo>
                <a:lnTo>
                  <a:pt x="7854" y="12470"/>
                </a:lnTo>
                <a:lnTo>
                  <a:pt x="5898" y="11854"/>
                </a:lnTo>
                <a:lnTo>
                  <a:pt x="5721" y="10041"/>
                </a:lnTo>
                <a:lnTo>
                  <a:pt x="5633" y="8755"/>
                </a:lnTo>
                <a:lnTo>
                  <a:pt x="5633" y="7643"/>
                </a:lnTo>
                <a:lnTo>
                  <a:pt x="5721" y="6357"/>
                </a:lnTo>
                <a:lnTo>
                  <a:pt x="5898" y="4544"/>
                </a:lnTo>
                <a:lnTo>
                  <a:pt x="4147" y="3565"/>
                </a:lnTo>
                <a:lnTo>
                  <a:pt x="2949" y="2982"/>
                </a:lnTo>
                <a:lnTo>
                  <a:pt x="1752" y="2573"/>
                </a:lnTo>
                <a:lnTo>
                  <a:pt x="0" y="2108"/>
                </a:lnTo>
                <a:lnTo>
                  <a:pt x="2082" y="1140"/>
                </a:lnTo>
                <a:lnTo>
                  <a:pt x="4043" y="487"/>
                </a:lnTo>
                <a:lnTo>
                  <a:pt x="5922" y="117"/>
                </a:lnTo>
                <a:lnTo>
                  <a:pt x="7753" y="0"/>
                </a:lnTo>
                <a:lnTo>
                  <a:pt x="9582" y="110"/>
                </a:lnTo>
                <a:lnTo>
                  <a:pt x="11437" y="417"/>
                </a:lnTo>
                <a:lnTo>
                  <a:pt x="13363" y="892"/>
                </a:lnTo>
                <a:lnTo>
                  <a:pt x="15395" y="1511"/>
                </a:lnTo>
                <a:lnTo>
                  <a:pt x="17568" y="2242"/>
                </a:lnTo>
                <a:close/>
              </a:path>
            </a:pathLst>
          </a:custGeom>
          <a:solidFill>
            <a:srgbClr val="E1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2" name="contour_07270"/>
          <p:cNvSpPr/>
          <p:nvPr/>
        </p:nvSpPr>
        <p:spPr>
          <a:xfrm>
            <a:off x="1570005" y="5495787"/>
            <a:ext cx="123896" cy="35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43" y="3738"/>
                </a:moveTo>
                <a:lnTo>
                  <a:pt x="16513" y="4397"/>
                </a:lnTo>
                <a:lnTo>
                  <a:pt x="17394" y="5066"/>
                </a:lnTo>
                <a:lnTo>
                  <a:pt x="18237" y="5717"/>
                </a:lnTo>
                <a:lnTo>
                  <a:pt x="19078" y="6376"/>
                </a:lnTo>
                <a:lnTo>
                  <a:pt x="19919" y="7040"/>
                </a:lnTo>
                <a:lnTo>
                  <a:pt x="20760" y="7717"/>
                </a:lnTo>
                <a:lnTo>
                  <a:pt x="21600" y="8408"/>
                </a:lnTo>
                <a:lnTo>
                  <a:pt x="20839" y="10576"/>
                </a:lnTo>
                <a:lnTo>
                  <a:pt x="20080" y="12401"/>
                </a:lnTo>
                <a:lnTo>
                  <a:pt x="19322" y="13905"/>
                </a:lnTo>
                <a:lnTo>
                  <a:pt x="18561" y="15114"/>
                </a:lnTo>
                <a:lnTo>
                  <a:pt x="17795" y="16068"/>
                </a:lnTo>
                <a:lnTo>
                  <a:pt x="17018" y="16785"/>
                </a:lnTo>
                <a:lnTo>
                  <a:pt x="16229" y="17295"/>
                </a:lnTo>
                <a:lnTo>
                  <a:pt x="15425" y="17629"/>
                </a:lnTo>
                <a:lnTo>
                  <a:pt x="14602" y="17814"/>
                </a:lnTo>
                <a:lnTo>
                  <a:pt x="13755" y="17875"/>
                </a:lnTo>
                <a:lnTo>
                  <a:pt x="12885" y="17845"/>
                </a:lnTo>
                <a:lnTo>
                  <a:pt x="11984" y="17748"/>
                </a:lnTo>
                <a:lnTo>
                  <a:pt x="11053" y="17616"/>
                </a:lnTo>
                <a:lnTo>
                  <a:pt x="10086" y="17475"/>
                </a:lnTo>
                <a:lnTo>
                  <a:pt x="9266" y="17387"/>
                </a:lnTo>
                <a:lnTo>
                  <a:pt x="8448" y="17304"/>
                </a:lnTo>
                <a:lnTo>
                  <a:pt x="7629" y="17225"/>
                </a:lnTo>
                <a:lnTo>
                  <a:pt x="6809" y="17150"/>
                </a:lnTo>
                <a:lnTo>
                  <a:pt x="5990" y="17079"/>
                </a:lnTo>
                <a:lnTo>
                  <a:pt x="5723" y="17049"/>
                </a:lnTo>
                <a:lnTo>
                  <a:pt x="5251" y="16987"/>
                </a:lnTo>
                <a:lnTo>
                  <a:pt x="4169" y="16842"/>
                </a:lnTo>
                <a:lnTo>
                  <a:pt x="3217" y="17194"/>
                </a:lnTo>
                <a:lnTo>
                  <a:pt x="2381" y="17809"/>
                </a:lnTo>
                <a:lnTo>
                  <a:pt x="1605" y="18724"/>
                </a:lnTo>
                <a:lnTo>
                  <a:pt x="830" y="19977"/>
                </a:lnTo>
                <a:lnTo>
                  <a:pt x="0" y="21600"/>
                </a:lnTo>
                <a:lnTo>
                  <a:pt x="266" y="18825"/>
                </a:lnTo>
                <a:lnTo>
                  <a:pt x="551" y="16178"/>
                </a:lnTo>
                <a:lnTo>
                  <a:pt x="865" y="13632"/>
                </a:lnTo>
                <a:lnTo>
                  <a:pt x="1215" y="11165"/>
                </a:lnTo>
                <a:lnTo>
                  <a:pt x="1606" y="8755"/>
                </a:lnTo>
                <a:lnTo>
                  <a:pt x="2047" y="6376"/>
                </a:lnTo>
                <a:lnTo>
                  <a:pt x="2541" y="4010"/>
                </a:lnTo>
                <a:lnTo>
                  <a:pt x="3408" y="2814"/>
                </a:lnTo>
                <a:lnTo>
                  <a:pt x="4274" y="1856"/>
                </a:lnTo>
                <a:lnTo>
                  <a:pt x="5142" y="1108"/>
                </a:lnTo>
                <a:lnTo>
                  <a:pt x="6010" y="567"/>
                </a:lnTo>
                <a:lnTo>
                  <a:pt x="6879" y="207"/>
                </a:lnTo>
                <a:lnTo>
                  <a:pt x="7748" y="26"/>
                </a:lnTo>
                <a:lnTo>
                  <a:pt x="8618" y="0"/>
                </a:lnTo>
                <a:lnTo>
                  <a:pt x="9490" y="114"/>
                </a:lnTo>
                <a:lnTo>
                  <a:pt x="10364" y="361"/>
                </a:lnTo>
                <a:lnTo>
                  <a:pt x="11238" y="721"/>
                </a:lnTo>
                <a:lnTo>
                  <a:pt x="12116" y="1183"/>
                </a:lnTo>
                <a:lnTo>
                  <a:pt x="12994" y="1728"/>
                </a:lnTo>
                <a:lnTo>
                  <a:pt x="13875" y="2348"/>
                </a:lnTo>
                <a:lnTo>
                  <a:pt x="14759" y="3021"/>
                </a:lnTo>
                <a:lnTo>
                  <a:pt x="15643" y="3738"/>
                </a:lnTo>
                <a:close/>
              </a:path>
            </a:pathLst>
          </a:custGeom>
          <a:solidFill>
            <a:srgbClr val="D8DAE3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3" name="contour_07271"/>
          <p:cNvSpPr/>
          <p:nvPr/>
        </p:nvSpPr>
        <p:spPr>
          <a:xfrm>
            <a:off x="1344077" y="5473282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681" y="1069"/>
                </a:lnTo>
                <a:lnTo>
                  <a:pt x="17655" y="2141"/>
                </a:lnTo>
                <a:lnTo>
                  <a:pt x="18633" y="3216"/>
                </a:lnTo>
                <a:lnTo>
                  <a:pt x="19615" y="4296"/>
                </a:lnTo>
                <a:lnTo>
                  <a:pt x="20602" y="5383"/>
                </a:lnTo>
                <a:lnTo>
                  <a:pt x="21600" y="6480"/>
                </a:lnTo>
                <a:lnTo>
                  <a:pt x="20626" y="7217"/>
                </a:lnTo>
                <a:lnTo>
                  <a:pt x="19636" y="7966"/>
                </a:lnTo>
                <a:lnTo>
                  <a:pt x="18778" y="9387"/>
                </a:lnTo>
                <a:lnTo>
                  <a:pt x="18158" y="10811"/>
                </a:lnTo>
                <a:lnTo>
                  <a:pt x="17739" y="12245"/>
                </a:lnTo>
                <a:lnTo>
                  <a:pt x="17492" y="13699"/>
                </a:lnTo>
                <a:lnTo>
                  <a:pt x="17384" y="15183"/>
                </a:lnTo>
                <a:lnTo>
                  <a:pt x="17380" y="16705"/>
                </a:lnTo>
                <a:lnTo>
                  <a:pt x="17449" y="18276"/>
                </a:lnTo>
                <a:lnTo>
                  <a:pt x="17557" y="19904"/>
                </a:lnTo>
                <a:lnTo>
                  <a:pt x="17673" y="21600"/>
                </a:lnTo>
                <a:lnTo>
                  <a:pt x="16506" y="21187"/>
                </a:lnTo>
                <a:lnTo>
                  <a:pt x="15709" y="20825"/>
                </a:lnTo>
                <a:lnTo>
                  <a:pt x="14912" y="20310"/>
                </a:lnTo>
                <a:lnTo>
                  <a:pt x="13745" y="19440"/>
                </a:lnTo>
                <a:lnTo>
                  <a:pt x="13771" y="18967"/>
                </a:lnTo>
                <a:lnTo>
                  <a:pt x="13820" y="18133"/>
                </a:lnTo>
                <a:lnTo>
                  <a:pt x="13930" y="16226"/>
                </a:lnTo>
                <a:lnTo>
                  <a:pt x="13869" y="15146"/>
                </a:lnTo>
                <a:lnTo>
                  <a:pt x="13808" y="14062"/>
                </a:lnTo>
                <a:lnTo>
                  <a:pt x="13745" y="12960"/>
                </a:lnTo>
                <a:lnTo>
                  <a:pt x="12561" y="12362"/>
                </a:lnTo>
                <a:lnTo>
                  <a:pt x="11450" y="11854"/>
                </a:lnTo>
                <a:lnTo>
                  <a:pt x="10366" y="11418"/>
                </a:lnTo>
                <a:lnTo>
                  <a:pt x="9268" y="11040"/>
                </a:lnTo>
                <a:lnTo>
                  <a:pt x="8118" y="10705"/>
                </a:lnTo>
                <a:lnTo>
                  <a:pt x="6873" y="10394"/>
                </a:lnTo>
                <a:lnTo>
                  <a:pt x="5887" y="10128"/>
                </a:lnTo>
                <a:lnTo>
                  <a:pt x="4886" y="9858"/>
                </a:lnTo>
                <a:lnTo>
                  <a:pt x="3668" y="9541"/>
                </a:lnTo>
                <a:lnTo>
                  <a:pt x="2447" y="9232"/>
                </a:lnTo>
                <a:lnTo>
                  <a:pt x="1223" y="8934"/>
                </a:lnTo>
                <a:lnTo>
                  <a:pt x="0" y="8640"/>
                </a:lnTo>
                <a:lnTo>
                  <a:pt x="389" y="7357"/>
                </a:lnTo>
                <a:lnTo>
                  <a:pt x="780" y="6070"/>
                </a:lnTo>
                <a:lnTo>
                  <a:pt x="1170" y="4778"/>
                </a:lnTo>
                <a:lnTo>
                  <a:pt x="1565" y="3475"/>
                </a:lnTo>
                <a:lnTo>
                  <a:pt x="1964" y="2160"/>
                </a:lnTo>
                <a:lnTo>
                  <a:pt x="1964" y="3588"/>
                </a:lnTo>
                <a:lnTo>
                  <a:pt x="1964" y="5024"/>
                </a:lnTo>
                <a:lnTo>
                  <a:pt x="1964" y="6480"/>
                </a:lnTo>
                <a:lnTo>
                  <a:pt x="2590" y="6381"/>
                </a:lnTo>
                <a:lnTo>
                  <a:pt x="3161" y="6292"/>
                </a:lnTo>
                <a:lnTo>
                  <a:pt x="3764" y="6197"/>
                </a:lnTo>
                <a:lnTo>
                  <a:pt x="4477" y="6085"/>
                </a:lnTo>
                <a:lnTo>
                  <a:pt x="5382" y="5942"/>
                </a:lnTo>
                <a:lnTo>
                  <a:pt x="6566" y="5756"/>
                </a:lnTo>
                <a:lnTo>
                  <a:pt x="8108" y="5514"/>
                </a:lnTo>
                <a:lnTo>
                  <a:pt x="10089" y="5203"/>
                </a:lnTo>
                <a:lnTo>
                  <a:pt x="12597" y="4808"/>
                </a:lnTo>
                <a:lnTo>
                  <a:pt x="15709" y="4320"/>
                </a:lnTo>
                <a:lnTo>
                  <a:pt x="15709" y="2892"/>
                </a:lnTo>
                <a:lnTo>
                  <a:pt x="15709" y="1456"/>
                </a:lnTo>
                <a:lnTo>
                  <a:pt x="15709" y="0"/>
                </a:lnTo>
                <a:close/>
              </a:path>
            </a:pathLst>
          </a:custGeom>
          <a:solidFill>
            <a:srgbClr val="D9D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4" name="contour_07272"/>
          <p:cNvSpPr/>
          <p:nvPr/>
        </p:nvSpPr>
        <p:spPr>
          <a:xfrm>
            <a:off x="2252168" y="5407690"/>
            <a:ext cx="7578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06" y="0"/>
                </a:moveTo>
                <a:lnTo>
                  <a:pt x="3656" y="1304"/>
                </a:lnTo>
                <a:lnTo>
                  <a:pt x="4227" y="2543"/>
                </a:lnTo>
                <a:lnTo>
                  <a:pt x="4638" y="3751"/>
                </a:lnTo>
                <a:lnTo>
                  <a:pt x="4910" y="4970"/>
                </a:lnTo>
                <a:lnTo>
                  <a:pt x="5066" y="6238"/>
                </a:lnTo>
                <a:lnTo>
                  <a:pt x="5126" y="7597"/>
                </a:lnTo>
                <a:lnTo>
                  <a:pt x="5112" y="9082"/>
                </a:lnTo>
                <a:lnTo>
                  <a:pt x="5083" y="10399"/>
                </a:lnTo>
                <a:lnTo>
                  <a:pt x="5056" y="11737"/>
                </a:lnTo>
                <a:lnTo>
                  <a:pt x="5037" y="12235"/>
                </a:lnTo>
                <a:lnTo>
                  <a:pt x="4983" y="13745"/>
                </a:lnTo>
                <a:lnTo>
                  <a:pt x="7382" y="14034"/>
                </a:lnTo>
                <a:lnTo>
                  <a:pt x="9069" y="14207"/>
                </a:lnTo>
                <a:lnTo>
                  <a:pt x="10271" y="14264"/>
                </a:lnTo>
                <a:lnTo>
                  <a:pt x="11223" y="14207"/>
                </a:lnTo>
                <a:lnTo>
                  <a:pt x="12151" y="14034"/>
                </a:lnTo>
                <a:lnTo>
                  <a:pt x="13292" y="13745"/>
                </a:lnTo>
                <a:lnTo>
                  <a:pt x="13782" y="12561"/>
                </a:lnTo>
                <a:lnTo>
                  <a:pt x="14124" y="11415"/>
                </a:lnTo>
                <a:lnTo>
                  <a:pt x="14353" y="10266"/>
                </a:lnTo>
                <a:lnTo>
                  <a:pt x="14498" y="9074"/>
                </a:lnTo>
                <a:lnTo>
                  <a:pt x="14598" y="7802"/>
                </a:lnTo>
                <a:lnTo>
                  <a:pt x="14980" y="6853"/>
                </a:lnTo>
                <a:lnTo>
                  <a:pt x="15369" y="5891"/>
                </a:lnTo>
                <a:lnTo>
                  <a:pt x="16941" y="5282"/>
                </a:lnTo>
                <a:lnTo>
                  <a:pt x="18050" y="4876"/>
                </a:lnTo>
                <a:lnTo>
                  <a:pt x="18997" y="4577"/>
                </a:lnTo>
                <a:lnTo>
                  <a:pt x="20082" y="4293"/>
                </a:lnTo>
                <a:lnTo>
                  <a:pt x="21600" y="3927"/>
                </a:lnTo>
                <a:lnTo>
                  <a:pt x="20827" y="6576"/>
                </a:lnTo>
                <a:lnTo>
                  <a:pt x="20146" y="8880"/>
                </a:lnTo>
                <a:lnTo>
                  <a:pt x="19539" y="10867"/>
                </a:lnTo>
                <a:lnTo>
                  <a:pt x="18985" y="12571"/>
                </a:lnTo>
                <a:lnTo>
                  <a:pt x="18468" y="14024"/>
                </a:lnTo>
                <a:lnTo>
                  <a:pt x="17969" y="15255"/>
                </a:lnTo>
                <a:lnTo>
                  <a:pt x="17467" y="16298"/>
                </a:lnTo>
                <a:lnTo>
                  <a:pt x="16947" y="17184"/>
                </a:lnTo>
                <a:lnTo>
                  <a:pt x="16391" y="17942"/>
                </a:lnTo>
                <a:lnTo>
                  <a:pt x="15776" y="18605"/>
                </a:lnTo>
                <a:lnTo>
                  <a:pt x="15086" y="19206"/>
                </a:lnTo>
                <a:lnTo>
                  <a:pt x="14305" y="19774"/>
                </a:lnTo>
                <a:lnTo>
                  <a:pt x="13410" y="20341"/>
                </a:lnTo>
                <a:lnTo>
                  <a:pt x="12386" y="20940"/>
                </a:lnTo>
                <a:lnTo>
                  <a:pt x="11214" y="21600"/>
                </a:lnTo>
                <a:lnTo>
                  <a:pt x="9675" y="21567"/>
                </a:lnTo>
                <a:lnTo>
                  <a:pt x="8275" y="21433"/>
                </a:lnTo>
                <a:lnTo>
                  <a:pt x="6956" y="21195"/>
                </a:lnTo>
                <a:lnTo>
                  <a:pt x="5664" y="20846"/>
                </a:lnTo>
                <a:lnTo>
                  <a:pt x="4341" y="20379"/>
                </a:lnTo>
                <a:lnTo>
                  <a:pt x="2931" y="19790"/>
                </a:lnTo>
                <a:lnTo>
                  <a:pt x="1903" y="18586"/>
                </a:lnTo>
                <a:lnTo>
                  <a:pt x="1138" y="17339"/>
                </a:lnTo>
                <a:lnTo>
                  <a:pt x="604" y="16051"/>
                </a:lnTo>
                <a:lnTo>
                  <a:pt x="262" y="14725"/>
                </a:lnTo>
                <a:lnTo>
                  <a:pt x="73" y="13359"/>
                </a:lnTo>
                <a:lnTo>
                  <a:pt x="0" y="11955"/>
                </a:lnTo>
                <a:lnTo>
                  <a:pt x="8" y="10513"/>
                </a:lnTo>
                <a:lnTo>
                  <a:pt x="60" y="9037"/>
                </a:lnTo>
                <a:lnTo>
                  <a:pt x="116" y="7527"/>
                </a:lnTo>
                <a:lnTo>
                  <a:pt x="280" y="5312"/>
                </a:lnTo>
                <a:lnTo>
                  <a:pt x="461" y="3758"/>
                </a:lnTo>
                <a:lnTo>
                  <a:pt x="737" y="2661"/>
                </a:lnTo>
                <a:lnTo>
                  <a:pt x="1186" y="1809"/>
                </a:lnTo>
                <a:lnTo>
                  <a:pt x="1882" y="990"/>
                </a:lnTo>
                <a:lnTo>
                  <a:pt x="2906" y="0"/>
                </a:lnTo>
                <a:close/>
              </a:path>
            </a:pathLst>
          </a:custGeom>
          <a:solidFill>
            <a:srgbClr val="CAA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5" name="contour_07273"/>
          <p:cNvSpPr/>
          <p:nvPr/>
        </p:nvSpPr>
        <p:spPr>
          <a:xfrm>
            <a:off x="4842313" y="5320234"/>
            <a:ext cx="65592" cy="583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94" y="413"/>
                </a:lnTo>
                <a:lnTo>
                  <a:pt x="3382" y="842"/>
                </a:lnTo>
                <a:lnTo>
                  <a:pt x="5062" y="1296"/>
                </a:lnTo>
                <a:lnTo>
                  <a:pt x="6730" y="1784"/>
                </a:lnTo>
                <a:lnTo>
                  <a:pt x="8381" y="2316"/>
                </a:lnTo>
                <a:lnTo>
                  <a:pt x="10013" y="2904"/>
                </a:lnTo>
                <a:lnTo>
                  <a:pt x="11621" y="3555"/>
                </a:lnTo>
                <a:lnTo>
                  <a:pt x="13205" y="4278"/>
                </a:lnTo>
                <a:lnTo>
                  <a:pt x="14758" y="5086"/>
                </a:lnTo>
                <a:lnTo>
                  <a:pt x="16277" y="5984"/>
                </a:lnTo>
                <a:lnTo>
                  <a:pt x="17758" y="6986"/>
                </a:lnTo>
                <a:lnTo>
                  <a:pt x="19200" y="8098"/>
                </a:lnTo>
                <a:lnTo>
                  <a:pt x="20155" y="10106"/>
                </a:lnTo>
                <a:lnTo>
                  <a:pt x="20758" y="11532"/>
                </a:lnTo>
                <a:lnTo>
                  <a:pt x="21122" y="12762"/>
                </a:lnTo>
                <a:lnTo>
                  <a:pt x="21365" y="14188"/>
                </a:lnTo>
                <a:lnTo>
                  <a:pt x="21600" y="16196"/>
                </a:lnTo>
                <a:lnTo>
                  <a:pt x="21115" y="17969"/>
                </a:lnTo>
                <a:lnTo>
                  <a:pt x="20702" y="19125"/>
                </a:lnTo>
                <a:lnTo>
                  <a:pt x="20138" y="20164"/>
                </a:lnTo>
                <a:lnTo>
                  <a:pt x="19200" y="21595"/>
                </a:lnTo>
                <a:lnTo>
                  <a:pt x="17546" y="21600"/>
                </a:lnTo>
                <a:lnTo>
                  <a:pt x="16370" y="21514"/>
                </a:lnTo>
                <a:lnTo>
                  <a:pt x="15108" y="21257"/>
                </a:lnTo>
                <a:lnTo>
                  <a:pt x="13200" y="20752"/>
                </a:lnTo>
                <a:lnTo>
                  <a:pt x="11599" y="20348"/>
                </a:lnTo>
                <a:lnTo>
                  <a:pt x="9974" y="19940"/>
                </a:lnTo>
                <a:lnTo>
                  <a:pt x="8333" y="19295"/>
                </a:lnTo>
                <a:lnTo>
                  <a:pt x="7246" y="18687"/>
                </a:lnTo>
                <a:lnTo>
                  <a:pt x="6230" y="17772"/>
                </a:lnTo>
                <a:lnTo>
                  <a:pt x="4800" y="16196"/>
                </a:lnTo>
                <a:lnTo>
                  <a:pt x="4788" y="14458"/>
                </a:lnTo>
                <a:lnTo>
                  <a:pt x="4817" y="12727"/>
                </a:lnTo>
                <a:lnTo>
                  <a:pt x="4879" y="11005"/>
                </a:lnTo>
                <a:lnTo>
                  <a:pt x="4968" y="9283"/>
                </a:lnTo>
                <a:lnTo>
                  <a:pt x="5071" y="7555"/>
                </a:lnTo>
                <a:lnTo>
                  <a:pt x="5184" y="5820"/>
                </a:lnTo>
                <a:lnTo>
                  <a:pt x="4992" y="4270"/>
                </a:lnTo>
                <a:lnTo>
                  <a:pt x="4800" y="2699"/>
                </a:lnTo>
                <a:lnTo>
                  <a:pt x="3370" y="1660"/>
                </a:lnTo>
                <a:lnTo>
                  <a:pt x="2393" y="1034"/>
                </a:lnTo>
                <a:lnTo>
                  <a:pt x="1418" y="564"/>
                </a:lnTo>
                <a:lnTo>
                  <a:pt x="0" y="0"/>
                </a:lnTo>
                <a:close/>
              </a:path>
            </a:pathLst>
          </a:custGeom>
          <a:solidFill>
            <a:srgbClr val="36312C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6" name="contour_07274"/>
          <p:cNvSpPr/>
          <p:nvPr/>
        </p:nvSpPr>
        <p:spPr>
          <a:xfrm>
            <a:off x="7050735" y="5312946"/>
            <a:ext cx="7272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7" y="0"/>
                </a:moveTo>
                <a:lnTo>
                  <a:pt x="4633" y="454"/>
                </a:lnTo>
                <a:lnTo>
                  <a:pt x="6399" y="797"/>
                </a:lnTo>
                <a:lnTo>
                  <a:pt x="7657" y="1097"/>
                </a:lnTo>
                <a:lnTo>
                  <a:pt x="8644" y="1421"/>
                </a:lnTo>
                <a:lnTo>
                  <a:pt x="9605" y="1831"/>
                </a:lnTo>
                <a:lnTo>
                  <a:pt x="10776" y="2400"/>
                </a:lnTo>
                <a:lnTo>
                  <a:pt x="10967" y="3034"/>
                </a:lnTo>
                <a:lnTo>
                  <a:pt x="11175" y="3725"/>
                </a:lnTo>
                <a:lnTo>
                  <a:pt x="11504" y="4819"/>
                </a:lnTo>
                <a:lnTo>
                  <a:pt x="12058" y="6662"/>
                </a:lnTo>
                <a:lnTo>
                  <a:pt x="12941" y="9600"/>
                </a:lnTo>
                <a:lnTo>
                  <a:pt x="14368" y="10234"/>
                </a:lnTo>
                <a:lnTo>
                  <a:pt x="15770" y="10730"/>
                </a:lnTo>
                <a:lnTo>
                  <a:pt x="17169" y="11122"/>
                </a:lnTo>
                <a:lnTo>
                  <a:pt x="18593" y="11443"/>
                </a:lnTo>
                <a:lnTo>
                  <a:pt x="20061" y="11724"/>
                </a:lnTo>
                <a:lnTo>
                  <a:pt x="21600" y="12000"/>
                </a:lnTo>
                <a:lnTo>
                  <a:pt x="21243" y="13584"/>
                </a:lnTo>
                <a:lnTo>
                  <a:pt x="20886" y="15170"/>
                </a:lnTo>
                <a:lnTo>
                  <a:pt x="20526" y="16764"/>
                </a:lnTo>
                <a:lnTo>
                  <a:pt x="20165" y="18365"/>
                </a:lnTo>
                <a:lnTo>
                  <a:pt x="19801" y="19975"/>
                </a:lnTo>
                <a:lnTo>
                  <a:pt x="19435" y="21600"/>
                </a:lnTo>
                <a:lnTo>
                  <a:pt x="19078" y="20016"/>
                </a:lnTo>
                <a:lnTo>
                  <a:pt x="18721" y="18430"/>
                </a:lnTo>
                <a:lnTo>
                  <a:pt x="18362" y="16836"/>
                </a:lnTo>
                <a:lnTo>
                  <a:pt x="18000" y="15235"/>
                </a:lnTo>
                <a:lnTo>
                  <a:pt x="17636" y="13625"/>
                </a:lnTo>
                <a:lnTo>
                  <a:pt x="17270" y="12000"/>
                </a:lnTo>
                <a:lnTo>
                  <a:pt x="15937" y="12343"/>
                </a:lnTo>
                <a:lnTo>
                  <a:pt x="14582" y="12694"/>
                </a:lnTo>
                <a:lnTo>
                  <a:pt x="13413" y="12960"/>
                </a:lnTo>
                <a:lnTo>
                  <a:pt x="12237" y="13229"/>
                </a:lnTo>
                <a:lnTo>
                  <a:pt x="11047" y="13500"/>
                </a:lnTo>
                <a:lnTo>
                  <a:pt x="9891" y="13778"/>
                </a:lnTo>
                <a:lnTo>
                  <a:pt x="8726" y="14059"/>
                </a:lnTo>
                <a:lnTo>
                  <a:pt x="7546" y="14345"/>
                </a:lnTo>
                <a:lnTo>
                  <a:pt x="5618" y="14345"/>
                </a:lnTo>
                <a:lnTo>
                  <a:pt x="4360" y="14141"/>
                </a:lnTo>
                <a:lnTo>
                  <a:pt x="3219" y="13546"/>
                </a:lnTo>
                <a:lnTo>
                  <a:pt x="1643" y="12374"/>
                </a:lnTo>
                <a:lnTo>
                  <a:pt x="667" y="10730"/>
                </a:lnTo>
                <a:lnTo>
                  <a:pt x="171" y="9626"/>
                </a:lnTo>
                <a:lnTo>
                  <a:pt x="0" y="8561"/>
                </a:lnTo>
                <a:lnTo>
                  <a:pt x="2" y="7032"/>
                </a:lnTo>
                <a:lnTo>
                  <a:pt x="424" y="5626"/>
                </a:lnTo>
                <a:lnTo>
                  <a:pt x="849" y="4219"/>
                </a:lnTo>
                <a:lnTo>
                  <a:pt x="1271" y="2813"/>
                </a:lnTo>
                <a:lnTo>
                  <a:pt x="1695" y="1406"/>
                </a:lnTo>
                <a:lnTo>
                  <a:pt x="2117" y="0"/>
                </a:lnTo>
                <a:close/>
              </a:path>
            </a:pathLst>
          </a:custGeom>
          <a:solidFill>
            <a:srgbClr val="78797A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7" name="contour_07275"/>
          <p:cNvSpPr/>
          <p:nvPr/>
        </p:nvSpPr>
        <p:spPr>
          <a:xfrm>
            <a:off x="6853799" y="5283794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258" y="427"/>
                </a:lnTo>
                <a:lnTo>
                  <a:pt x="5561" y="780"/>
                </a:lnTo>
                <a:lnTo>
                  <a:pt x="6655" y="1191"/>
                </a:lnTo>
                <a:lnTo>
                  <a:pt x="7886" y="1787"/>
                </a:lnTo>
                <a:lnTo>
                  <a:pt x="9600" y="2700"/>
                </a:lnTo>
                <a:lnTo>
                  <a:pt x="9600" y="4485"/>
                </a:lnTo>
                <a:lnTo>
                  <a:pt x="9600" y="6280"/>
                </a:lnTo>
                <a:lnTo>
                  <a:pt x="9600" y="8100"/>
                </a:lnTo>
                <a:lnTo>
                  <a:pt x="11170" y="8756"/>
                </a:lnTo>
                <a:lnTo>
                  <a:pt x="12319" y="9150"/>
                </a:lnTo>
                <a:lnTo>
                  <a:pt x="13608" y="9442"/>
                </a:lnTo>
                <a:lnTo>
                  <a:pt x="15600" y="9788"/>
                </a:lnTo>
                <a:lnTo>
                  <a:pt x="17275" y="10093"/>
                </a:lnTo>
                <a:lnTo>
                  <a:pt x="18974" y="10400"/>
                </a:lnTo>
                <a:lnTo>
                  <a:pt x="20278" y="10600"/>
                </a:lnTo>
                <a:lnTo>
                  <a:pt x="21600" y="10800"/>
                </a:lnTo>
                <a:lnTo>
                  <a:pt x="20921" y="12328"/>
                </a:lnTo>
                <a:lnTo>
                  <a:pt x="20242" y="13856"/>
                </a:lnTo>
                <a:lnTo>
                  <a:pt x="19560" y="15390"/>
                </a:lnTo>
                <a:lnTo>
                  <a:pt x="18876" y="16929"/>
                </a:lnTo>
                <a:lnTo>
                  <a:pt x="18187" y="18476"/>
                </a:lnTo>
                <a:lnTo>
                  <a:pt x="17496" y="20031"/>
                </a:lnTo>
                <a:lnTo>
                  <a:pt x="16800" y="21600"/>
                </a:lnTo>
                <a:lnTo>
                  <a:pt x="15029" y="20582"/>
                </a:lnTo>
                <a:lnTo>
                  <a:pt x="13356" y="19583"/>
                </a:lnTo>
                <a:lnTo>
                  <a:pt x="11779" y="18581"/>
                </a:lnTo>
                <a:lnTo>
                  <a:pt x="10294" y="17566"/>
                </a:lnTo>
                <a:lnTo>
                  <a:pt x="8899" y="16516"/>
                </a:lnTo>
                <a:lnTo>
                  <a:pt x="7591" y="15412"/>
                </a:lnTo>
                <a:lnTo>
                  <a:pt x="6370" y="14242"/>
                </a:lnTo>
                <a:lnTo>
                  <a:pt x="5232" y="12987"/>
                </a:lnTo>
                <a:lnTo>
                  <a:pt x="4174" y="11629"/>
                </a:lnTo>
                <a:lnTo>
                  <a:pt x="3192" y="10152"/>
                </a:lnTo>
                <a:lnTo>
                  <a:pt x="2287" y="8537"/>
                </a:lnTo>
                <a:lnTo>
                  <a:pt x="1454" y="6769"/>
                </a:lnTo>
                <a:lnTo>
                  <a:pt x="694" y="4828"/>
                </a:lnTo>
                <a:lnTo>
                  <a:pt x="0" y="2700"/>
                </a:lnTo>
                <a:lnTo>
                  <a:pt x="1190" y="1361"/>
                </a:lnTo>
                <a:lnTo>
                  <a:pt x="2400" y="0"/>
                </a:lnTo>
                <a:close/>
              </a:path>
            </a:pathLst>
          </a:custGeom>
          <a:solidFill>
            <a:srgbClr val="C5C3B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8" name="contour_07276"/>
          <p:cNvSpPr/>
          <p:nvPr/>
        </p:nvSpPr>
        <p:spPr>
          <a:xfrm>
            <a:off x="1730341" y="525464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54"/>
                </a:lnTo>
                <a:lnTo>
                  <a:pt x="2084" y="299"/>
                </a:lnTo>
                <a:lnTo>
                  <a:pt x="3175" y="454"/>
                </a:lnTo>
                <a:lnTo>
                  <a:pt x="4536" y="648"/>
                </a:lnTo>
                <a:lnTo>
                  <a:pt x="6343" y="907"/>
                </a:lnTo>
                <a:lnTo>
                  <a:pt x="8777" y="1253"/>
                </a:lnTo>
                <a:lnTo>
                  <a:pt x="12010" y="1716"/>
                </a:lnTo>
                <a:lnTo>
                  <a:pt x="16225" y="2317"/>
                </a:lnTo>
                <a:lnTo>
                  <a:pt x="21600" y="3086"/>
                </a:lnTo>
                <a:lnTo>
                  <a:pt x="21600" y="5122"/>
                </a:lnTo>
                <a:lnTo>
                  <a:pt x="21600" y="7162"/>
                </a:lnTo>
                <a:lnTo>
                  <a:pt x="21600" y="9202"/>
                </a:lnTo>
                <a:lnTo>
                  <a:pt x="21600" y="11247"/>
                </a:lnTo>
                <a:lnTo>
                  <a:pt x="21600" y="13299"/>
                </a:lnTo>
                <a:lnTo>
                  <a:pt x="21600" y="15361"/>
                </a:lnTo>
                <a:lnTo>
                  <a:pt x="21600" y="17428"/>
                </a:lnTo>
                <a:lnTo>
                  <a:pt x="21600" y="19508"/>
                </a:lnTo>
                <a:lnTo>
                  <a:pt x="21600" y="21600"/>
                </a:lnTo>
                <a:lnTo>
                  <a:pt x="20513" y="21446"/>
                </a:lnTo>
                <a:lnTo>
                  <a:pt x="19516" y="21301"/>
                </a:lnTo>
                <a:lnTo>
                  <a:pt x="18425" y="21146"/>
                </a:lnTo>
                <a:lnTo>
                  <a:pt x="17064" y="20952"/>
                </a:lnTo>
                <a:lnTo>
                  <a:pt x="15257" y="20693"/>
                </a:lnTo>
                <a:lnTo>
                  <a:pt x="12823" y="20347"/>
                </a:lnTo>
                <a:lnTo>
                  <a:pt x="9590" y="19884"/>
                </a:lnTo>
                <a:lnTo>
                  <a:pt x="5375" y="19283"/>
                </a:lnTo>
                <a:lnTo>
                  <a:pt x="0" y="18514"/>
                </a:lnTo>
                <a:lnTo>
                  <a:pt x="0" y="16478"/>
                </a:lnTo>
                <a:lnTo>
                  <a:pt x="0" y="14438"/>
                </a:lnTo>
                <a:lnTo>
                  <a:pt x="0" y="12398"/>
                </a:lnTo>
                <a:lnTo>
                  <a:pt x="0" y="10353"/>
                </a:lnTo>
                <a:lnTo>
                  <a:pt x="0" y="8301"/>
                </a:lnTo>
                <a:lnTo>
                  <a:pt x="0" y="6239"/>
                </a:lnTo>
                <a:lnTo>
                  <a:pt x="0" y="4172"/>
                </a:lnTo>
                <a:lnTo>
                  <a:pt x="0" y="2092"/>
                </a:lnTo>
                <a:lnTo>
                  <a:pt x="0" y="0"/>
                </a:lnTo>
                <a:close/>
              </a:path>
            </a:pathLst>
          </a:custGeom>
          <a:solidFill>
            <a:srgbClr val="E2C082"/>
          </a:solidFill>
          <a:ln>
            <a:noFill/>
          </a:ln>
        </p:spPr>
        <p:txBody>
          <a:bodyPr/>
          <a:lstStyle/>
          <a:p/>
        </p:txBody>
      </p:sp>
      <p:sp>
        <p:nvSpPr>
          <p:cNvPr id="7279" name="contour_07277"/>
          <p:cNvSpPr/>
          <p:nvPr/>
        </p:nvSpPr>
        <p:spPr>
          <a:xfrm>
            <a:off x="6824647" y="5202037"/>
            <a:ext cx="65592" cy="52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652"/>
                </a:moveTo>
                <a:lnTo>
                  <a:pt x="6007" y="362"/>
                </a:lnTo>
                <a:lnTo>
                  <a:pt x="8916" y="150"/>
                </a:lnTo>
                <a:lnTo>
                  <a:pt x="11225" y="24"/>
                </a:lnTo>
                <a:lnTo>
                  <a:pt x="13030" y="0"/>
                </a:lnTo>
                <a:lnTo>
                  <a:pt x="14431" y="90"/>
                </a:lnTo>
                <a:lnTo>
                  <a:pt x="15526" y="305"/>
                </a:lnTo>
                <a:lnTo>
                  <a:pt x="16416" y="655"/>
                </a:lnTo>
                <a:lnTo>
                  <a:pt x="17196" y="1155"/>
                </a:lnTo>
                <a:lnTo>
                  <a:pt x="17966" y="1816"/>
                </a:lnTo>
                <a:lnTo>
                  <a:pt x="18826" y="2651"/>
                </a:lnTo>
                <a:lnTo>
                  <a:pt x="19586" y="4160"/>
                </a:lnTo>
                <a:lnTo>
                  <a:pt x="20129" y="5390"/>
                </a:lnTo>
                <a:lnTo>
                  <a:pt x="20712" y="6997"/>
                </a:lnTo>
                <a:lnTo>
                  <a:pt x="21600" y="9630"/>
                </a:lnTo>
                <a:lnTo>
                  <a:pt x="20174" y="9630"/>
                </a:lnTo>
                <a:lnTo>
                  <a:pt x="18744" y="9630"/>
                </a:lnTo>
                <a:lnTo>
                  <a:pt x="17309" y="9630"/>
                </a:lnTo>
                <a:lnTo>
                  <a:pt x="15862" y="9630"/>
                </a:lnTo>
                <a:lnTo>
                  <a:pt x="14400" y="9630"/>
                </a:lnTo>
                <a:lnTo>
                  <a:pt x="14400" y="11608"/>
                </a:lnTo>
                <a:lnTo>
                  <a:pt x="14400" y="13598"/>
                </a:lnTo>
                <a:lnTo>
                  <a:pt x="14400" y="15615"/>
                </a:lnTo>
                <a:lnTo>
                  <a:pt x="12974" y="15615"/>
                </a:lnTo>
                <a:lnTo>
                  <a:pt x="11544" y="15615"/>
                </a:lnTo>
                <a:lnTo>
                  <a:pt x="10109" y="15615"/>
                </a:lnTo>
                <a:lnTo>
                  <a:pt x="8662" y="15615"/>
                </a:lnTo>
                <a:lnTo>
                  <a:pt x="7200" y="15615"/>
                </a:lnTo>
                <a:lnTo>
                  <a:pt x="7200" y="17593"/>
                </a:lnTo>
                <a:lnTo>
                  <a:pt x="7200" y="19583"/>
                </a:lnTo>
                <a:lnTo>
                  <a:pt x="7200" y="21600"/>
                </a:lnTo>
                <a:lnTo>
                  <a:pt x="5774" y="21007"/>
                </a:lnTo>
                <a:lnTo>
                  <a:pt x="4344" y="20412"/>
                </a:lnTo>
                <a:lnTo>
                  <a:pt x="2909" y="19816"/>
                </a:lnTo>
                <a:lnTo>
                  <a:pt x="1462" y="19215"/>
                </a:lnTo>
                <a:lnTo>
                  <a:pt x="0" y="18607"/>
                </a:lnTo>
                <a:lnTo>
                  <a:pt x="264" y="16632"/>
                </a:lnTo>
                <a:lnTo>
                  <a:pt x="528" y="14654"/>
                </a:lnTo>
                <a:lnTo>
                  <a:pt x="792" y="12676"/>
                </a:lnTo>
                <a:lnTo>
                  <a:pt x="1058" y="10692"/>
                </a:lnTo>
                <a:lnTo>
                  <a:pt x="1325" y="8702"/>
                </a:lnTo>
                <a:lnTo>
                  <a:pt x="1591" y="6703"/>
                </a:lnTo>
                <a:lnTo>
                  <a:pt x="1860" y="4698"/>
                </a:lnTo>
                <a:lnTo>
                  <a:pt x="2129" y="2681"/>
                </a:lnTo>
                <a:lnTo>
                  <a:pt x="2400" y="652"/>
                </a:lnTo>
                <a:close/>
              </a:path>
            </a:pathLst>
          </a:custGeom>
          <a:solidFill>
            <a:srgbClr val="F3F5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0" name="contour_07278"/>
          <p:cNvSpPr/>
          <p:nvPr/>
        </p:nvSpPr>
        <p:spPr>
          <a:xfrm>
            <a:off x="1978132" y="5181762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472" y="494"/>
                </a:lnTo>
                <a:lnTo>
                  <a:pt x="15309" y="893"/>
                </a:lnTo>
                <a:lnTo>
                  <a:pt x="16202" y="1409"/>
                </a:lnTo>
                <a:lnTo>
                  <a:pt x="17549" y="2251"/>
                </a:lnTo>
                <a:lnTo>
                  <a:pt x="17886" y="2458"/>
                </a:lnTo>
                <a:lnTo>
                  <a:pt x="18481" y="2825"/>
                </a:lnTo>
                <a:lnTo>
                  <a:pt x="19840" y="3665"/>
                </a:lnTo>
                <a:lnTo>
                  <a:pt x="20714" y="4229"/>
                </a:lnTo>
                <a:lnTo>
                  <a:pt x="21600" y="4800"/>
                </a:lnTo>
                <a:lnTo>
                  <a:pt x="20709" y="5549"/>
                </a:lnTo>
                <a:lnTo>
                  <a:pt x="20066" y="6048"/>
                </a:lnTo>
                <a:lnTo>
                  <a:pt x="19359" y="6523"/>
                </a:lnTo>
                <a:lnTo>
                  <a:pt x="18277" y="7200"/>
                </a:lnTo>
                <a:lnTo>
                  <a:pt x="16941" y="6677"/>
                </a:lnTo>
                <a:lnTo>
                  <a:pt x="16014" y="6290"/>
                </a:lnTo>
                <a:lnTo>
                  <a:pt x="15256" y="5926"/>
                </a:lnTo>
                <a:lnTo>
                  <a:pt x="14429" y="5467"/>
                </a:lnTo>
                <a:lnTo>
                  <a:pt x="13292" y="4800"/>
                </a:lnTo>
                <a:lnTo>
                  <a:pt x="13110" y="6384"/>
                </a:lnTo>
                <a:lnTo>
                  <a:pt x="12927" y="7970"/>
                </a:lnTo>
                <a:lnTo>
                  <a:pt x="12744" y="9557"/>
                </a:lnTo>
                <a:lnTo>
                  <a:pt x="12560" y="11148"/>
                </a:lnTo>
                <a:lnTo>
                  <a:pt x="12375" y="12744"/>
                </a:lnTo>
                <a:lnTo>
                  <a:pt x="12191" y="14347"/>
                </a:lnTo>
                <a:lnTo>
                  <a:pt x="12005" y="15955"/>
                </a:lnTo>
                <a:lnTo>
                  <a:pt x="11819" y="17573"/>
                </a:lnTo>
                <a:lnTo>
                  <a:pt x="11631" y="19200"/>
                </a:lnTo>
                <a:lnTo>
                  <a:pt x="12727" y="19596"/>
                </a:lnTo>
                <a:lnTo>
                  <a:pt x="13826" y="19992"/>
                </a:lnTo>
                <a:lnTo>
                  <a:pt x="14929" y="20390"/>
                </a:lnTo>
                <a:lnTo>
                  <a:pt x="16037" y="20791"/>
                </a:lnTo>
                <a:lnTo>
                  <a:pt x="17152" y="21194"/>
                </a:lnTo>
                <a:lnTo>
                  <a:pt x="18277" y="21600"/>
                </a:lnTo>
                <a:lnTo>
                  <a:pt x="17125" y="21600"/>
                </a:lnTo>
                <a:lnTo>
                  <a:pt x="15972" y="21600"/>
                </a:lnTo>
                <a:lnTo>
                  <a:pt x="14819" y="21600"/>
                </a:lnTo>
                <a:lnTo>
                  <a:pt x="13664" y="21600"/>
                </a:lnTo>
                <a:lnTo>
                  <a:pt x="12505" y="21600"/>
                </a:lnTo>
                <a:lnTo>
                  <a:pt x="11343" y="21600"/>
                </a:lnTo>
                <a:lnTo>
                  <a:pt x="10177" y="21600"/>
                </a:lnTo>
                <a:lnTo>
                  <a:pt x="9006" y="21600"/>
                </a:lnTo>
                <a:lnTo>
                  <a:pt x="7829" y="21600"/>
                </a:lnTo>
                <a:lnTo>
                  <a:pt x="6646" y="21600"/>
                </a:lnTo>
                <a:lnTo>
                  <a:pt x="6852" y="20114"/>
                </a:lnTo>
                <a:lnTo>
                  <a:pt x="7058" y="18629"/>
                </a:lnTo>
                <a:lnTo>
                  <a:pt x="7264" y="17138"/>
                </a:lnTo>
                <a:lnTo>
                  <a:pt x="7470" y="15646"/>
                </a:lnTo>
                <a:lnTo>
                  <a:pt x="7678" y="14146"/>
                </a:lnTo>
                <a:lnTo>
                  <a:pt x="7887" y="12638"/>
                </a:lnTo>
                <a:lnTo>
                  <a:pt x="8097" y="11124"/>
                </a:lnTo>
                <a:lnTo>
                  <a:pt x="8308" y="9600"/>
                </a:lnTo>
                <a:lnTo>
                  <a:pt x="7133" y="9600"/>
                </a:lnTo>
                <a:lnTo>
                  <a:pt x="5957" y="9600"/>
                </a:lnTo>
                <a:lnTo>
                  <a:pt x="4777" y="9600"/>
                </a:lnTo>
                <a:lnTo>
                  <a:pt x="3592" y="9600"/>
                </a:lnTo>
                <a:lnTo>
                  <a:pt x="2403" y="9600"/>
                </a:lnTo>
                <a:lnTo>
                  <a:pt x="1206" y="9600"/>
                </a:lnTo>
                <a:lnTo>
                  <a:pt x="0" y="9600"/>
                </a:lnTo>
                <a:lnTo>
                  <a:pt x="412" y="8412"/>
                </a:lnTo>
                <a:lnTo>
                  <a:pt x="824" y="7219"/>
                </a:lnTo>
                <a:lnTo>
                  <a:pt x="1241" y="6017"/>
                </a:lnTo>
                <a:lnTo>
                  <a:pt x="1662" y="4800"/>
                </a:lnTo>
                <a:lnTo>
                  <a:pt x="2798" y="4354"/>
                </a:lnTo>
                <a:lnTo>
                  <a:pt x="3625" y="4058"/>
                </a:lnTo>
                <a:lnTo>
                  <a:pt x="4383" y="3854"/>
                </a:lnTo>
                <a:lnTo>
                  <a:pt x="5310" y="3672"/>
                </a:lnTo>
                <a:lnTo>
                  <a:pt x="6646" y="3451"/>
                </a:lnTo>
                <a:lnTo>
                  <a:pt x="8688" y="3091"/>
                </a:lnTo>
                <a:lnTo>
                  <a:pt x="10110" y="2774"/>
                </a:lnTo>
                <a:lnTo>
                  <a:pt x="11097" y="2402"/>
                </a:lnTo>
                <a:lnTo>
                  <a:pt x="11833" y="1879"/>
                </a:lnTo>
                <a:lnTo>
                  <a:pt x="12503" y="1111"/>
                </a:lnTo>
                <a:lnTo>
                  <a:pt x="13292" y="0"/>
                </a:lnTo>
                <a:close/>
              </a:path>
            </a:pathLst>
          </a:custGeom>
          <a:solidFill>
            <a:srgbClr val="8C7569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1" name="contour_07279"/>
          <p:cNvSpPr/>
          <p:nvPr/>
        </p:nvSpPr>
        <p:spPr>
          <a:xfrm>
            <a:off x="6650442" y="5196338"/>
            <a:ext cx="4468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04" y="0"/>
                </a:moveTo>
                <a:lnTo>
                  <a:pt x="9146" y="298"/>
                </a:lnTo>
                <a:lnTo>
                  <a:pt x="11387" y="657"/>
                </a:lnTo>
                <a:lnTo>
                  <a:pt x="13455" y="1102"/>
                </a:lnTo>
                <a:lnTo>
                  <a:pt x="15396" y="1661"/>
                </a:lnTo>
                <a:lnTo>
                  <a:pt x="17242" y="2365"/>
                </a:lnTo>
                <a:lnTo>
                  <a:pt x="19032" y="3242"/>
                </a:lnTo>
                <a:lnTo>
                  <a:pt x="20797" y="4320"/>
                </a:lnTo>
                <a:lnTo>
                  <a:pt x="21089" y="5774"/>
                </a:lnTo>
                <a:lnTo>
                  <a:pt x="21311" y="7221"/>
                </a:lnTo>
                <a:lnTo>
                  <a:pt x="21466" y="8659"/>
                </a:lnTo>
                <a:lnTo>
                  <a:pt x="21561" y="10094"/>
                </a:lnTo>
                <a:lnTo>
                  <a:pt x="21600" y="11524"/>
                </a:lnTo>
                <a:lnTo>
                  <a:pt x="21593" y="12954"/>
                </a:lnTo>
                <a:lnTo>
                  <a:pt x="21537" y="14383"/>
                </a:lnTo>
                <a:lnTo>
                  <a:pt x="21445" y="15813"/>
                </a:lnTo>
                <a:lnTo>
                  <a:pt x="21322" y="17250"/>
                </a:lnTo>
                <a:lnTo>
                  <a:pt x="21167" y="18693"/>
                </a:lnTo>
                <a:lnTo>
                  <a:pt x="20991" y="20142"/>
                </a:lnTo>
                <a:lnTo>
                  <a:pt x="20797" y="21600"/>
                </a:lnTo>
                <a:lnTo>
                  <a:pt x="18419" y="21045"/>
                </a:lnTo>
                <a:lnTo>
                  <a:pt x="16150" y="20472"/>
                </a:lnTo>
                <a:lnTo>
                  <a:pt x="13987" y="19863"/>
                </a:lnTo>
                <a:lnTo>
                  <a:pt x="11936" y="19202"/>
                </a:lnTo>
                <a:lnTo>
                  <a:pt x="9991" y="18474"/>
                </a:lnTo>
                <a:lnTo>
                  <a:pt x="8152" y="17660"/>
                </a:lnTo>
                <a:lnTo>
                  <a:pt x="6423" y="16746"/>
                </a:lnTo>
                <a:lnTo>
                  <a:pt x="4798" y="15714"/>
                </a:lnTo>
                <a:lnTo>
                  <a:pt x="3276" y="14548"/>
                </a:lnTo>
                <a:lnTo>
                  <a:pt x="1860" y="13230"/>
                </a:lnTo>
                <a:lnTo>
                  <a:pt x="842" y="11694"/>
                </a:lnTo>
                <a:lnTo>
                  <a:pt x="218" y="10379"/>
                </a:lnTo>
                <a:lnTo>
                  <a:pt x="0" y="9128"/>
                </a:lnTo>
                <a:lnTo>
                  <a:pt x="194" y="7774"/>
                </a:lnTo>
                <a:lnTo>
                  <a:pt x="814" y="6160"/>
                </a:lnTo>
                <a:lnTo>
                  <a:pt x="1885" y="4877"/>
                </a:lnTo>
                <a:lnTo>
                  <a:pt x="2998" y="3627"/>
                </a:lnTo>
                <a:lnTo>
                  <a:pt x="4168" y="2404"/>
                </a:lnTo>
                <a:lnTo>
                  <a:pt x="5397" y="1197"/>
                </a:lnTo>
                <a:lnTo>
                  <a:pt x="6704" y="0"/>
                </a:lnTo>
                <a:close/>
              </a:path>
            </a:pathLst>
          </a:custGeom>
          <a:solidFill>
            <a:srgbClr val="E4F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2" name="contour_07280"/>
          <p:cNvSpPr/>
          <p:nvPr/>
        </p:nvSpPr>
        <p:spPr>
          <a:xfrm>
            <a:off x="4288426" y="5167186"/>
            <a:ext cx="80168" cy="36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267"/>
                </a:lnTo>
                <a:lnTo>
                  <a:pt x="2673" y="535"/>
                </a:lnTo>
                <a:lnTo>
                  <a:pt x="4012" y="802"/>
                </a:lnTo>
                <a:lnTo>
                  <a:pt x="5349" y="1069"/>
                </a:lnTo>
                <a:lnTo>
                  <a:pt x="6688" y="1336"/>
                </a:lnTo>
                <a:lnTo>
                  <a:pt x="8031" y="1604"/>
                </a:lnTo>
                <a:lnTo>
                  <a:pt x="9374" y="1871"/>
                </a:lnTo>
                <a:lnTo>
                  <a:pt x="10719" y="2138"/>
                </a:lnTo>
                <a:lnTo>
                  <a:pt x="12067" y="2410"/>
                </a:lnTo>
                <a:lnTo>
                  <a:pt x="13418" y="2677"/>
                </a:lnTo>
                <a:lnTo>
                  <a:pt x="14772" y="2948"/>
                </a:lnTo>
                <a:lnTo>
                  <a:pt x="16129" y="3220"/>
                </a:lnTo>
                <a:lnTo>
                  <a:pt x="17490" y="3492"/>
                </a:lnTo>
                <a:lnTo>
                  <a:pt x="18855" y="3763"/>
                </a:lnTo>
                <a:lnTo>
                  <a:pt x="20225" y="4035"/>
                </a:lnTo>
                <a:lnTo>
                  <a:pt x="21600" y="4311"/>
                </a:lnTo>
                <a:lnTo>
                  <a:pt x="21582" y="8561"/>
                </a:lnTo>
                <a:lnTo>
                  <a:pt x="21459" y="11397"/>
                </a:lnTo>
                <a:lnTo>
                  <a:pt x="21123" y="13488"/>
                </a:lnTo>
                <a:lnTo>
                  <a:pt x="20469" y="15483"/>
                </a:lnTo>
                <a:lnTo>
                  <a:pt x="19391" y="18052"/>
                </a:lnTo>
                <a:lnTo>
                  <a:pt x="18164" y="19449"/>
                </a:lnTo>
                <a:lnTo>
                  <a:pt x="16934" y="20453"/>
                </a:lnTo>
                <a:lnTo>
                  <a:pt x="15699" y="21117"/>
                </a:lnTo>
                <a:lnTo>
                  <a:pt x="14456" y="21479"/>
                </a:lnTo>
                <a:lnTo>
                  <a:pt x="13202" y="21600"/>
                </a:lnTo>
                <a:lnTo>
                  <a:pt x="11935" y="21518"/>
                </a:lnTo>
                <a:lnTo>
                  <a:pt x="10653" y="21285"/>
                </a:lnTo>
                <a:lnTo>
                  <a:pt x="9351" y="20953"/>
                </a:lnTo>
                <a:lnTo>
                  <a:pt x="8027" y="20565"/>
                </a:lnTo>
                <a:lnTo>
                  <a:pt x="6680" y="20173"/>
                </a:lnTo>
                <a:lnTo>
                  <a:pt x="5856" y="19277"/>
                </a:lnTo>
                <a:lnTo>
                  <a:pt x="5180" y="18432"/>
                </a:lnTo>
                <a:lnTo>
                  <a:pt x="4597" y="17471"/>
                </a:lnTo>
                <a:lnTo>
                  <a:pt x="4055" y="16229"/>
                </a:lnTo>
                <a:lnTo>
                  <a:pt x="3495" y="14544"/>
                </a:lnTo>
                <a:lnTo>
                  <a:pt x="2865" y="12242"/>
                </a:lnTo>
                <a:lnTo>
                  <a:pt x="2109" y="9160"/>
                </a:lnTo>
                <a:lnTo>
                  <a:pt x="1172" y="5138"/>
                </a:lnTo>
                <a:lnTo>
                  <a:pt x="0" y="0"/>
                </a:lnTo>
                <a:close/>
              </a:path>
            </a:pathLst>
          </a:custGeom>
          <a:solidFill>
            <a:srgbClr val="353430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3" name="contour_07281"/>
          <p:cNvSpPr/>
          <p:nvPr/>
        </p:nvSpPr>
        <p:spPr>
          <a:xfrm>
            <a:off x="4222834" y="5130746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7B7A79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4" name="contour_07282"/>
          <p:cNvSpPr/>
          <p:nvPr/>
        </p:nvSpPr>
        <p:spPr>
          <a:xfrm>
            <a:off x="5286669" y="5079730"/>
            <a:ext cx="65803" cy="475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" y="0"/>
                </a:moveTo>
                <a:lnTo>
                  <a:pt x="835" y="235"/>
                </a:lnTo>
                <a:lnTo>
                  <a:pt x="1536" y="450"/>
                </a:lnTo>
                <a:lnTo>
                  <a:pt x="2225" y="661"/>
                </a:lnTo>
                <a:lnTo>
                  <a:pt x="2966" y="890"/>
                </a:lnTo>
                <a:lnTo>
                  <a:pt x="3816" y="1151"/>
                </a:lnTo>
                <a:lnTo>
                  <a:pt x="4835" y="1465"/>
                </a:lnTo>
                <a:lnTo>
                  <a:pt x="6079" y="1845"/>
                </a:lnTo>
                <a:lnTo>
                  <a:pt x="7610" y="2315"/>
                </a:lnTo>
                <a:lnTo>
                  <a:pt x="9483" y="2894"/>
                </a:lnTo>
                <a:lnTo>
                  <a:pt x="11761" y="3592"/>
                </a:lnTo>
                <a:lnTo>
                  <a:pt x="14500" y="4435"/>
                </a:lnTo>
                <a:lnTo>
                  <a:pt x="17760" y="5434"/>
                </a:lnTo>
                <a:lnTo>
                  <a:pt x="21600" y="6615"/>
                </a:lnTo>
                <a:lnTo>
                  <a:pt x="20014" y="10984"/>
                </a:lnTo>
                <a:lnTo>
                  <a:pt x="18779" y="14291"/>
                </a:lnTo>
                <a:lnTo>
                  <a:pt x="17799" y="16705"/>
                </a:lnTo>
                <a:lnTo>
                  <a:pt x="16973" y="18408"/>
                </a:lnTo>
                <a:lnTo>
                  <a:pt x="16208" y="19576"/>
                </a:lnTo>
                <a:lnTo>
                  <a:pt x="15404" y="20380"/>
                </a:lnTo>
                <a:lnTo>
                  <a:pt x="14464" y="20995"/>
                </a:lnTo>
                <a:lnTo>
                  <a:pt x="13292" y="21600"/>
                </a:lnTo>
                <a:lnTo>
                  <a:pt x="11674" y="21550"/>
                </a:lnTo>
                <a:lnTo>
                  <a:pt x="10107" y="21474"/>
                </a:lnTo>
                <a:lnTo>
                  <a:pt x="8576" y="21345"/>
                </a:lnTo>
                <a:lnTo>
                  <a:pt x="7064" y="21144"/>
                </a:lnTo>
                <a:lnTo>
                  <a:pt x="5550" y="20843"/>
                </a:lnTo>
                <a:lnTo>
                  <a:pt x="4024" y="20416"/>
                </a:lnTo>
                <a:lnTo>
                  <a:pt x="2462" y="19844"/>
                </a:lnTo>
                <a:lnTo>
                  <a:pt x="1562" y="17853"/>
                </a:lnTo>
                <a:lnTo>
                  <a:pt x="909" y="15786"/>
                </a:lnTo>
                <a:lnTo>
                  <a:pt x="464" y="13646"/>
                </a:lnTo>
                <a:lnTo>
                  <a:pt x="189" y="11453"/>
                </a:lnTo>
                <a:lnTo>
                  <a:pt x="45" y="9214"/>
                </a:lnTo>
                <a:lnTo>
                  <a:pt x="0" y="6939"/>
                </a:lnTo>
                <a:lnTo>
                  <a:pt x="14" y="4637"/>
                </a:lnTo>
                <a:lnTo>
                  <a:pt x="50" y="2318"/>
                </a:lnTo>
                <a:lnTo>
                  <a:pt x="69" y="0"/>
                </a:lnTo>
                <a:close/>
              </a:path>
            </a:pathLst>
          </a:custGeom>
          <a:solidFill>
            <a:srgbClr val="87713E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5" name="contour_07283"/>
          <p:cNvSpPr/>
          <p:nvPr/>
        </p:nvSpPr>
        <p:spPr>
          <a:xfrm>
            <a:off x="3333699" y="5014138"/>
            <a:ext cx="2915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0"/>
                </a:lnTo>
                <a:lnTo>
                  <a:pt x="6426" y="0"/>
                </a:lnTo>
                <a:lnTo>
                  <a:pt x="9655" y="0"/>
                </a:lnTo>
                <a:lnTo>
                  <a:pt x="12911" y="0"/>
                </a:lnTo>
                <a:lnTo>
                  <a:pt x="16200" y="0"/>
                </a:lnTo>
                <a:lnTo>
                  <a:pt x="16157" y="718"/>
                </a:lnTo>
                <a:lnTo>
                  <a:pt x="16114" y="1446"/>
                </a:lnTo>
                <a:lnTo>
                  <a:pt x="16060" y="2537"/>
                </a:lnTo>
                <a:lnTo>
                  <a:pt x="16011" y="3629"/>
                </a:lnTo>
                <a:lnTo>
                  <a:pt x="15973" y="4720"/>
                </a:lnTo>
                <a:lnTo>
                  <a:pt x="15935" y="5812"/>
                </a:lnTo>
                <a:lnTo>
                  <a:pt x="15898" y="6904"/>
                </a:lnTo>
                <a:lnTo>
                  <a:pt x="15865" y="7995"/>
                </a:lnTo>
                <a:lnTo>
                  <a:pt x="15795" y="9125"/>
                </a:lnTo>
                <a:lnTo>
                  <a:pt x="15725" y="10272"/>
                </a:lnTo>
                <a:lnTo>
                  <a:pt x="15725" y="11486"/>
                </a:lnTo>
                <a:lnTo>
                  <a:pt x="15790" y="12663"/>
                </a:lnTo>
                <a:lnTo>
                  <a:pt x="15946" y="13806"/>
                </a:lnTo>
                <a:lnTo>
                  <a:pt x="16222" y="14927"/>
                </a:lnTo>
                <a:lnTo>
                  <a:pt x="16637" y="16032"/>
                </a:lnTo>
                <a:lnTo>
                  <a:pt x="17215" y="17129"/>
                </a:lnTo>
                <a:lnTo>
                  <a:pt x="17977" y="18227"/>
                </a:lnTo>
                <a:lnTo>
                  <a:pt x="18943" y="19332"/>
                </a:lnTo>
                <a:lnTo>
                  <a:pt x="20142" y="2045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20475"/>
                </a:lnTo>
                <a:lnTo>
                  <a:pt x="0" y="19349"/>
                </a:lnTo>
                <a:lnTo>
                  <a:pt x="0" y="18222"/>
                </a:lnTo>
                <a:lnTo>
                  <a:pt x="0" y="17096"/>
                </a:lnTo>
                <a:lnTo>
                  <a:pt x="0" y="15969"/>
                </a:lnTo>
                <a:lnTo>
                  <a:pt x="0" y="14841"/>
                </a:lnTo>
                <a:lnTo>
                  <a:pt x="0" y="13711"/>
                </a:lnTo>
                <a:lnTo>
                  <a:pt x="0" y="12580"/>
                </a:lnTo>
                <a:lnTo>
                  <a:pt x="0" y="11448"/>
                </a:lnTo>
                <a:lnTo>
                  <a:pt x="0" y="10313"/>
                </a:lnTo>
                <a:lnTo>
                  <a:pt x="0" y="9178"/>
                </a:lnTo>
                <a:lnTo>
                  <a:pt x="0" y="8040"/>
                </a:lnTo>
                <a:lnTo>
                  <a:pt x="0" y="6900"/>
                </a:lnTo>
                <a:lnTo>
                  <a:pt x="0" y="5757"/>
                </a:lnTo>
                <a:lnTo>
                  <a:pt x="0" y="4612"/>
                </a:lnTo>
                <a:lnTo>
                  <a:pt x="0" y="3463"/>
                </a:lnTo>
                <a:lnTo>
                  <a:pt x="0" y="2313"/>
                </a:lnTo>
                <a:lnTo>
                  <a:pt x="0" y="1158"/>
                </a:lnTo>
                <a:lnTo>
                  <a:pt x="0" y="0"/>
                </a:lnTo>
                <a:close/>
              </a:path>
            </a:pathLst>
          </a:custGeom>
          <a:solidFill>
            <a:srgbClr val="BBD6F4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6" name="contour_07284"/>
          <p:cNvSpPr/>
          <p:nvPr/>
        </p:nvSpPr>
        <p:spPr>
          <a:xfrm>
            <a:off x="3479459" y="5021426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1" y="0"/>
                </a:lnTo>
                <a:lnTo>
                  <a:pt x="5707" y="0"/>
                </a:lnTo>
                <a:lnTo>
                  <a:pt x="8575" y="0"/>
                </a:lnTo>
                <a:lnTo>
                  <a:pt x="11457" y="0"/>
                </a:lnTo>
                <a:lnTo>
                  <a:pt x="14355" y="0"/>
                </a:lnTo>
                <a:lnTo>
                  <a:pt x="17280" y="0"/>
                </a:lnTo>
                <a:lnTo>
                  <a:pt x="17639" y="1584"/>
                </a:lnTo>
                <a:lnTo>
                  <a:pt x="17993" y="3168"/>
                </a:lnTo>
                <a:lnTo>
                  <a:pt x="18351" y="4754"/>
                </a:lnTo>
                <a:lnTo>
                  <a:pt x="18706" y="6343"/>
                </a:lnTo>
                <a:lnTo>
                  <a:pt x="19064" y="7934"/>
                </a:lnTo>
                <a:lnTo>
                  <a:pt x="19423" y="9528"/>
                </a:lnTo>
                <a:lnTo>
                  <a:pt x="19781" y="11126"/>
                </a:lnTo>
                <a:lnTo>
                  <a:pt x="20144" y="12730"/>
                </a:lnTo>
                <a:lnTo>
                  <a:pt x="20507" y="14338"/>
                </a:lnTo>
                <a:lnTo>
                  <a:pt x="20870" y="15950"/>
                </a:lnTo>
                <a:lnTo>
                  <a:pt x="21233" y="17573"/>
                </a:lnTo>
                <a:lnTo>
                  <a:pt x="21600" y="19200"/>
                </a:lnTo>
                <a:lnTo>
                  <a:pt x="18926" y="19498"/>
                </a:lnTo>
                <a:lnTo>
                  <a:pt x="16252" y="19795"/>
                </a:lnTo>
                <a:lnTo>
                  <a:pt x="13569" y="20093"/>
                </a:lnTo>
                <a:lnTo>
                  <a:pt x="10882" y="20390"/>
                </a:lnTo>
                <a:lnTo>
                  <a:pt x="8182" y="20690"/>
                </a:lnTo>
                <a:lnTo>
                  <a:pt x="5469" y="20993"/>
                </a:lnTo>
                <a:lnTo>
                  <a:pt x="2743" y="21295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7A9EC4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7" name="contour_07285"/>
          <p:cNvSpPr/>
          <p:nvPr/>
        </p:nvSpPr>
        <p:spPr>
          <a:xfrm>
            <a:off x="5381624" y="5013030"/>
            <a:ext cx="80882" cy="88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70" y="270"/>
                </a:moveTo>
                <a:lnTo>
                  <a:pt x="17065" y="91"/>
                </a:lnTo>
                <a:lnTo>
                  <a:pt x="18118" y="0"/>
                </a:lnTo>
                <a:lnTo>
                  <a:pt x="19006" y="0"/>
                </a:lnTo>
                <a:lnTo>
                  <a:pt x="20008" y="91"/>
                </a:lnTo>
                <a:lnTo>
                  <a:pt x="21409" y="270"/>
                </a:lnTo>
                <a:lnTo>
                  <a:pt x="21438" y="1292"/>
                </a:lnTo>
                <a:lnTo>
                  <a:pt x="21466" y="2314"/>
                </a:lnTo>
                <a:lnTo>
                  <a:pt x="21489" y="3336"/>
                </a:lnTo>
                <a:lnTo>
                  <a:pt x="21510" y="4358"/>
                </a:lnTo>
                <a:lnTo>
                  <a:pt x="21530" y="5380"/>
                </a:lnTo>
                <a:lnTo>
                  <a:pt x="21553" y="6330"/>
                </a:lnTo>
                <a:lnTo>
                  <a:pt x="21577" y="7286"/>
                </a:lnTo>
                <a:lnTo>
                  <a:pt x="21600" y="8255"/>
                </a:lnTo>
                <a:lnTo>
                  <a:pt x="21493" y="9495"/>
                </a:lnTo>
                <a:lnTo>
                  <a:pt x="21337" y="10580"/>
                </a:lnTo>
                <a:lnTo>
                  <a:pt x="21094" y="11564"/>
                </a:lnTo>
                <a:lnTo>
                  <a:pt x="20726" y="12505"/>
                </a:lnTo>
                <a:lnTo>
                  <a:pt x="20195" y="13461"/>
                </a:lnTo>
                <a:lnTo>
                  <a:pt x="19463" y="14490"/>
                </a:lnTo>
                <a:lnTo>
                  <a:pt x="18416" y="15080"/>
                </a:lnTo>
                <a:lnTo>
                  <a:pt x="17674" y="15462"/>
                </a:lnTo>
                <a:lnTo>
                  <a:pt x="16884" y="15802"/>
                </a:lnTo>
                <a:lnTo>
                  <a:pt x="15691" y="16268"/>
                </a:lnTo>
                <a:lnTo>
                  <a:pt x="14508" y="16787"/>
                </a:lnTo>
                <a:lnTo>
                  <a:pt x="13406" y="17323"/>
                </a:lnTo>
                <a:lnTo>
                  <a:pt x="12377" y="17889"/>
                </a:lnTo>
                <a:lnTo>
                  <a:pt x="11401" y="18497"/>
                </a:lnTo>
                <a:lnTo>
                  <a:pt x="10467" y="19160"/>
                </a:lnTo>
                <a:lnTo>
                  <a:pt x="9564" y="19890"/>
                </a:lnTo>
                <a:lnTo>
                  <a:pt x="8675" y="20699"/>
                </a:lnTo>
                <a:lnTo>
                  <a:pt x="7785" y="21600"/>
                </a:lnTo>
                <a:lnTo>
                  <a:pt x="7785" y="20425"/>
                </a:lnTo>
                <a:lnTo>
                  <a:pt x="7785" y="19243"/>
                </a:lnTo>
                <a:lnTo>
                  <a:pt x="7785" y="18045"/>
                </a:lnTo>
                <a:lnTo>
                  <a:pt x="6506" y="17514"/>
                </a:lnTo>
                <a:lnTo>
                  <a:pt x="5496" y="17226"/>
                </a:lnTo>
                <a:lnTo>
                  <a:pt x="3893" y="16934"/>
                </a:lnTo>
                <a:lnTo>
                  <a:pt x="2807" y="16733"/>
                </a:lnTo>
                <a:lnTo>
                  <a:pt x="1703" y="16531"/>
                </a:lnTo>
                <a:lnTo>
                  <a:pt x="858" y="16399"/>
                </a:lnTo>
                <a:lnTo>
                  <a:pt x="0" y="16268"/>
                </a:lnTo>
                <a:lnTo>
                  <a:pt x="1199" y="16099"/>
                </a:lnTo>
                <a:lnTo>
                  <a:pt x="2417" y="15928"/>
                </a:lnTo>
                <a:lnTo>
                  <a:pt x="3704" y="15651"/>
                </a:lnTo>
                <a:lnTo>
                  <a:pt x="4922" y="15363"/>
                </a:lnTo>
                <a:lnTo>
                  <a:pt x="6086" y="15052"/>
                </a:lnTo>
                <a:lnTo>
                  <a:pt x="7215" y="14705"/>
                </a:lnTo>
                <a:lnTo>
                  <a:pt x="8322" y="14311"/>
                </a:lnTo>
                <a:lnTo>
                  <a:pt x="9426" y="13855"/>
                </a:lnTo>
                <a:lnTo>
                  <a:pt x="10539" y="13326"/>
                </a:lnTo>
                <a:lnTo>
                  <a:pt x="11678" y="12713"/>
                </a:lnTo>
                <a:lnTo>
                  <a:pt x="12172" y="11623"/>
                </a:lnTo>
                <a:lnTo>
                  <a:pt x="12608" y="10549"/>
                </a:lnTo>
                <a:lnTo>
                  <a:pt x="12993" y="9483"/>
                </a:lnTo>
                <a:lnTo>
                  <a:pt x="13332" y="8418"/>
                </a:lnTo>
                <a:lnTo>
                  <a:pt x="13632" y="7350"/>
                </a:lnTo>
                <a:lnTo>
                  <a:pt x="13897" y="6266"/>
                </a:lnTo>
                <a:lnTo>
                  <a:pt x="14136" y="5164"/>
                </a:lnTo>
                <a:lnTo>
                  <a:pt x="14354" y="4033"/>
                </a:lnTo>
                <a:lnTo>
                  <a:pt x="14558" y="2867"/>
                </a:lnTo>
                <a:lnTo>
                  <a:pt x="14708" y="2485"/>
                </a:lnTo>
                <a:lnTo>
                  <a:pt x="14969" y="1811"/>
                </a:lnTo>
                <a:lnTo>
                  <a:pt x="15570" y="270"/>
                </a:lnTo>
                <a:close/>
              </a:path>
            </a:pathLst>
          </a:custGeom>
          <a:solidFill>
            <a:srgbClr val="E8EF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8" name="contour_07286"/>
          <p:cNvSpPr/>
          <p:nvPr/>
        </p:nvSpPr>
        <p:spPr>
          <a:xfrm>
            <a:off x="1336789" y="5013832"/>
            <a:ext cx="65905" cy="38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97" y="170"/>
                </a:moveTo>
                <a:lnTo>
                  <a:pt x="21576" y="2993"/>
                </a:lnTo>
                <a:lnTo>
                  <a:pt x="21600" y="5677"/>
                </a:lnTo>
                <a:lnTo>
                  <a:pt x="21543" y="8253"/>
                </a:lnTo>
                <a:lnTo>
                  <a:pt x="21378" y="10747"/>
                </a:lnTo>
                <a:lnTo>
                  <a:pt x="21077" y="13185"/>
                </a:lnTo>
                <a:lnTo>
                  <a:pt x="20616" y="15591"/>
                </a:lnTo>
                <a:lnTo>
                  <a:pt x="19969" y="17992"/>
                </a:lnTo>
                <a:lnTo>
                  <a:pt x="19109" y="20418"/>
                </a:lnTo>
                <a:lnTo>
                  <a:pt x="17496" y="20855"/>
                </a:lnTo>
                <a:lnTo>
                  <a:pt x="15898" y="21183"/>
                </a:lnTo>
                <a:lnTo>
                  <a:pt x="14308" y="21410"/>
                </a:lnTo>
                <a:lnTo>
                  <a:pt x="12724" y="21547"/>
                </a:lnTo>
                <a:lnTo>
                  <a:pt x="11145" y="21600"/>
                </a:lnTo>
                <a:lnTo>
                  <a:pt x="9569" y="21584"/>
                </a:lnTo>
                <a:lnTo>
                  <a:pt x="7992" y="21499"/>
                </a:lnTo>
                <a:lnTo>
                  <a:pt x="6411" y="21361"/>
                </a:lnTo>
                <a:lnTo>
                  <a:pt x="4825" y="21175"/>
                </a:lnTo>
                <a:lnTo>
                  <a:pt x="3229" y="20948"/>
                </a:lnTo>
                <a:lnTo>
                  <a:pt x="1622" y="20693"/>
                </a:lnTo>
                <a:lnTo>
                  <a:pt x="0" y="20418"/>
                </a:lnTo>
                <a:lnTo>
                  <a:pt x="354" y="15829"/>
                </a:lnTo>
                <a:lnTo>
                  <a:pt x="638" y="12598"/>
                </a:lnTo>
                <a:lnTo>
                  <a:pt x="917" y="10274"/>
                </a:lnTo>
                <a:lnTo>
                  <a:pt x="1256" y="8399"/>
                </a:lnTo>
                <a:lnTo>
                  <a:pt x="1725" y="6532"/>
                </a:lnTo>
                <a:lnTo>
                  <a:pt x="2389" y="4220"/>
                </a:lnTo>
                <a:lnTo>
                  <a:pt x="3975" y="3191"/>
                </a:lnTo>
                <a:lnTo>
                  <a:pt x="5544" y="2337"/>
                </a:lnTo>
                <a:lnTo>
                  <a:pt x="7104" y="1640"/>
                </a:lnTo>
                <a:lnTo>
                  <a:pt x="8659" y="1089"/>
                </a:lnTo>
                <a:lnTo>
                  <a:pt x="10214" y="668"/>
                </a:lnTo>
                <a:lnTo>
                  <a:pt x="11771" y="360"/>
                </a:lnTo>
                <a:lnTo>
                  <a:pt x="13338" y="158"/>
                </a:lnTo>
                <a:lnTo>
                  <a:pt x="14922" y="40"/>
                </a:lnTo>
                <a:lnTo>
                  <a:pt x="16524" y="0"/>
                </a:lnTo>
                <a:lnTo>
                  <a:pt x="18151" y="16"/>
                </a:lnTo>
                <a:lnTo>
                  <a:pt x="19806" y="77"/>
                </a:lnTo>
                <a:lnTo>
                  <a:pt x="21497" y="170"/>
                </a:lnTo>
                <a:close/>
              </a:path>
            </a:pathLst>
          </a:custGeom>
          <a:solidFill>
            <a:srgbClr val="F4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289" name="contour_07287"/>
          <p:cNvSpPr/>
          <p:nvPr/>
        </p:nvSpPr>
        <p:spPr>
          <a:xfrm>
            <a:off x="1657461" y="4970410"/>
            <a:ext cx="4506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6" y="0"/>
                </a:lnTo>
                <a:lnTo>
                  <a:pt x="4615" y="0"/>
                </a:lnTo>
                <a:lnTo>
                  <a:pt x="6924" y="0"/>
                </a:lnTo>
                <a:lnTo>
                  <a:pt x="9240" y="0"/>
                </a:lnTo>
                <a:lnTo>
                  <a:pt x="11563" y="0"/>
                </a:lnTo>
                <a:lnTo>
                  <a:pt x="13897" y="0"/>
                </a:lnTo>
                <a:lnTo>
                  <a:pt x="16238" y="0"/>
                </a:lnTo>
                <a:lnTo>
                  <a:pt x="18592" y="0"/>
                </a:lnTo>
                <a:lnTo>
                  <a:pt x="20961" y="0"/>
                </a:lnTo>
                <a:lnTo>
                  <a:pt x="21052" y="1395"/>
                </a:lnTo>
                <a:lnTo>
                  <a:pt x="21135" y="2791"/>
                </a:lnTo>
                <a:lnTo>
                  <a:pt x="21209" y="4184"/>
                </a:lnTo>
                <a:lnTo>
                  <a:pt x="21279" y="5579"/>
                </a:lnTo>
                <a:lnTo>
                  <a:pt x="21341" y="6975"/>
                </a:lnTo>
                <a:lnTo>
                  <a:pt x="21397" y="8370"/>
                </a:lnTo>
                <a:lnTo>
                  <a:pt x="21439" y="8964"/>
                </a:lnTo>
                <a:lnTo>
                  <a:pt x="21576" y="10757"/>
                </a:lnTo>
                <a:lnTo>
                  <a:pt x="21600" y="12364"/>
                </a:lnTo>
                <a:lnTo>
                  <a:pt x="21530" y="13785"/>
                </a:lnTo>
                <a:lnTo>
                  <a:pt x="21296" y="15075"/>
                </a:lnTo>
                <a:lnTo>
                  <a:pt x="20835" y="16289"/>
                </a:lnTo>
                <a:lnTo>
                  <a:pt x="20084" y="17477"/>
                </a:lnTo>
                <a:lnTo>
                  <a:pt x="18973" y="18695"/>
                </a:lnTo>
                <a:lnTo>
                  <a:pt x="17439" y="19997"/>
                </a:lnTo>
                <a:lnTo>
                  <a:pt x="15721" y="20792"/>
                </a:lnTo>
                <a:lnTo>
                  <a:pt x="13974" y="21600"/>
                </a:lnTo>
                <a:lnTo>
                  <a:pt x="14218" y="20503"/>
                </a:lnTo>
                <a:lnTo>
                  <a:pt x="14466" y="19390"/>
                </a:lnTo>
                <a:lnTo>
                  <a:pt x="14641" y="17900"/>
                </a:lnTo>
                <a:lnTo>
                  <a:pt x="14749" y="16472"/>
                </a:lnTo>
                <a:lnTo>
                  <a:pt x="14760" y="15077"/>
                </a:lnTo>
                <a:lnTo>
                  <a:pt x="14655" y="13684"/>
                </a:lnTo>
                <a:lnTo>
                  <a:pt x="14400" y="12269"/>
                </a:lnTo>
                <a:lnTo>
                  <a:pt x="13974" y="10800"/>
                </a:lnTo>
                <a:lnTo>
                  <a:pt x="11881" y="9910"/>
                </a:lnTo>
                <a:lnTo>
                  <a:pt x="9824" y="9202"/>
                </a:lnTo>
                <a:lnTo>
                  <a:pt x="7721" y="8625"/>
                </a:lnTo>
                <a:lnTo>
                  <a:pt x="5492" y="8132"/>
                </a:lnTo>
                <a:lnTo>
                  <a:pt x="3057" y="7679"/>
                </a:lnTo>
                <a:lnTo>
                  <a:pt x="1541" y="7085"/>
                </a:lnTo>
                <a:lnTo>
                  <a:pt x="0" y="6480"/>
                </a:lnTo>
                <a:lnTo>
                  <a:pt x="0" y="5197"/>
                </a:lnTo>
                <a:lnTo>
                  <a:pt x="0" y="3910"/>
                </a:lnTo>
                <a:lnTo>
                  <a:pt x="0" y="2618"/>
                </a:lnTo>
                <a:lnTo>
                  <a:pt x="0" y="1315"/>
                </a:lnTo>
                <a:lnTo>
                  <a:pt x="0" y="0"/>
                </a:lnTo>
                <a:close/>
              </a:path>
            </a:pathLst>
          </a:custGeom>
          <a:solidFill>
            <a:srgbClr val="E6E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0" name="contour_07288"/>
          <p:cNvSpPr/>
          <p:nvPr/>
        </p:nvSpPr>
        <p:spPr>
          <a:xfrm>
            <a:off x="3756402" y="4941258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76" y="0"/>
                </a:lnTo>
                <a:lnTo>
                  <a:pt x="8356" y="0"/>
                </a:lnTo>
                <a:lnTo>
                  <a:pt x="10746" y="0"/>
                </a:lnTo>
                <a:lnTo>
                  <a:pt x="13147" y="0"/>
                </a:lnTo>
                <a:lnTo>
                  <a:pt x="15563" y="0"/>
                </a:lnTo>
                <a:lnTo>
                  <a:pt x="18000" y="0"/>
                </a:lnTo>
                <a:lnTo>
                  <a:pt x="18000" y="1296"/>
                </a:lnTo>
                <a:lnTo>
                  <a:pt x="18000" y="2594"/>
                </a:lnTo>
                <a:lnTo>
                  <a:pt x="18000" y="3898"/>
                </a:lnTo>
                <a:lnTo>
                  <a:pt x="18000" y="5208"/>
                </a:lnTo>
                <a:lnTo>
                  <a:pt x="18000" y="6525"/>
                </a:lnTo>
                <a:lnTo>
                  <a:pt x="18000" y="7855"/>
                </a:lnTo>
                <a:lnTo>
                  <a:pt x="15620" y="7855"/>
                </a:lnTo>
                <a:lnTo>
                  <a:pt x="13226" y="7855"/>
                </a:lnTo>
                <a:lnTo>
                  <a:pt x="10800" y="7855"/>
                </a:lnTo>
                <a:lnTo>
                  <a:pt x="11988" y="8935"/>
                </a:lnTo>
                <a:lnTo>
                  <a:pt x="13176" y="10017"/>
                </a:lnTo>
                <a:lnTo>
                  <a:pt x="14368" y="11098"/>
                </a:lnTo>
                <a:lnTo>
                  <a:pt x="15563" y="12182"/>
                </a:lnTo>
                <a:lnTo>
                  <a:pt x="16758" y="13272"/>
                </a:lnTo>
                <a:lnTo>
                  <a:pt x="17960" y="14364"/>
                </a:lnTo>
                <a:lnTo>
                  <a:pt x="19166" y="15462"/>
                </a:lnTo>
                <a:lnTo>
                  <a:pt x="20380" y="16563"/>
                </a:lnTo>
                <a:lnTo>
                  <a:pt x="21600" y="17673"/>
                </a:lnTo>
                <a:lnTo>
                  <a:pt x="19314" y="17608"/>
                </a:lnTo>
                <a:lnTo>
                  <a:pt x="17028" y="17545"/>
                </a:lnTo>
                <a:lnTo>
                  <a:pt x="14746" y="17482"/>
                </a:lnTo>
                <a:lnTo>
                  <a:pt x="12460" y="17417"/>
                </a:lnTo>
                <a:lnTo>
                  <a:pt x="10174" y="17353"/>
                </a:lnTo>
                <a:lnTo>
                  <a:pt x="7888" y="17290"/>
                </a:lnTo>
                <a:lnTo>
                  <a:pt x="5760" y="17480"/>
                </a:lnTo>
                <a:lnTo>
                  <a:pt x="3600" y="17673"/>
                </a:lnTo>
                <a:lnTo>
                  <a:pt x="2207" y="18847"/>
                </a:lnTo>
                <a:lnTo>
                  <a:pt x="1368" y="19648"/>
                </a:lnTo>
                <a:lnTo>
                  <a:pt x="745" y="20443"/>
                </a:lnTo>
                <a:lnTo>
                  <a:pt x="0" y="21600"/>
                </a:lnTo>
                <a:lnTo>
                  <a:pt x="194" y="21135"/>
                </a:lnTo>
                <a:lnTo>
                  <a:pt x="788" y="19729"/>
                </a:lnTo>
                <a:lnTo>
                  <a:pt x="1303" y="18386"/>
                </a:lnTo>
                <a:lnTo>
                  <a:pt x="1768" y="17062"/>
                </a:lnTo>
                <a:lnTo>
                  <a:pt x="2185" y="15754"/>
                </a:lnTo>
                <a:lnTo>
                  <a:pt x="2552" y="14456"/>
                </a:lnTo>
                <a:lnTo>
                  <a:pt x="2869" y="13164"/>
                </a:lnTo>
                <a:lnTo>
                  <a:pt x="3132" y="11872"/>
                </a:lnTo>
                <a:lnTo>
                  <a:pt x="3344" y="10580"/>
                </a:lnTo>
                <a:lnTo>
                  <a:pt x="3506" y="9280"/>
                </a:lnTo>
                <a:lnTo>
                  <a:pt x="3611" y="7968"/>
                </a:lnTo>
                <a:lnTo>
                  <a:pt x="3661" y="6643"/>
                </a:lnTo>
                <a:lnTo>
                  <a:pt x="3658" y="5298"/>
                </a:lnTo>
                <a:lnTo>
                  <a:pt x="3600" y="3927"/>
                </a:lnTo>
                <a:lnTo>
                  <a:pt x="3600" y="2629"/>
                </a:lnTo>
                <a:lnTo>
                  <a:pt x="3600" y="1323"/>
                </a:lnTo>
                <a:lnTo>
                  <a:pt x="3600" y="0"/>
                </a:lnTo>
                <a:close/>
              </a:path>
            </a:pathLst>
          </a:custGeom>
          <a:solidFill>
            <a:srgbClr val="806E45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1" name="contour_07289"/>
          <p:cNvSpPr/>
          <p:nvPr/>
        </p:nvSpPr>
        <p:spPr>
          <a:xfrm>
            <a:off x="1045269" y="4897530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60" y="316"/>
                </a:lnTo>
                <a:lnTo>
                  <a:pt x="8597" y="643"/>
                </a:lnTo>
                <a:lnTo>
                  <a:pt x="10955" y="1015"/>
                </a:lnTo>
                <a:lnTo>
                  <a:pt x="13277" y="1463"/>
                </a:lnTo>
                <a:lnTo>
                  <a:pt x="15610" y="2014"/>
                </a:lnTo>
                <a:lnTo>
                  <a:pt x="18000" y="2700"/>
                </a:lnTo>
                <a:lnTo>
                  <a:pt x="19649" y="4466"/>
                </a:lnTo>
                <a:lnTo>
                  <a:pt x="20660" y="5770"/>
                </a:lnTo>
                <a:lnTo>
                  <a:pt x="21208" y="7001"/>
                </a:lnTo>
                <a:lnTo>
                  <a:pt x="21463" y="8548"/>
                </a:lnTo>
                <a:lnTo>
                  <a:pt x="21600" y="10800"/>
                </a:lnTo>
                <a:lnTo>
                  <a:pt x="20416" y="12598"/>
                </a:lnTo>
                <a:lnTo>
                  <a:pt x="19156" y="14307"/>
                </a:lnTo>
                <a:lnTo>
                  <a:pt x="17795" y="15930"/>
                </a:lnTo>
                <a:lnTo>
                  <a:pt x="16304" y="17469"/>
                </a:lnTo>
                <a:lnTo>
                  <a:pt x="14659" y="18927"/>
                </a:lnTo>
                <a:lnTo>
                  <a:pt x="12834" y="20301"/>
                </a:lnTo>
                <a:lnTo>
                  <a:pt x="10800" y="21600"/>
                </a:lnTo>
                <a:lnTo>
                  <a:pt x="8662" y="21600"/>
                </a:lnTo>
                <a:lnTo>
                  <a:pt x="6516" y="21600"/>
                </a:lnTo>
                <a:lnTo>
                  <a:pt x="4363" y="21600"/>
                </a:lnTo>
                <a:lnTo>
                  <a:pt x="2192" y="21600"/>
                </a:lnTo>
                <a:lnTo>
                  <a:pt x="0" y="21600"/>
                </a:lnTo>
                <a:lnTo>
                  <a:pt x="299" y="19818"/>
                </a:lnTo>
                <a:lnTo>
                  <a:pt x="594" y="18036"/>
                </a:lnTo>
                <a:lnTo>
                  <a:pt x="893" y="16251"/>
                </a:lnTo>
                <a:lnTo>
                  <a:pt x="1188" y="14464"/>
                </a:lnTo>
                <a:lnTo>
                  <a:pt x="1487" y="12674"/>
                </a:lnTo>
                <a:lnTo>
                  <a:pt x="1786" y="10881"/>
                </a:lnTo>
                <a:lnTo>
                  <a:pt x="2084" y="9083"/>
                </a:lnTo>
                <a:lnTo>
                  <a:pt x="2387" y="7279"/>
                </a:lnTo>
                <a:lnTo>
                  <a:pt x="2689" y="5470"/>
                </a:lnTo>
                <a:lnTo>
                  <a:pt x="2992" y="3656"/>
                </a:lnTo>
                <a:lnTo>
                  <a:pt x="3294" y="1831"/>
                </a:lnTo>
                <a:lnTo>
                  <a:pt x="3600" y="0"/>
                </a:lnTo>
                <a:close/>
              </a:path>
            </a:pathLst>
          </a:custGeom>
          <a:solidFill>
            <a:srgbClr val="EBE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2" name="contour_07290"/>
          <p:cNvSpPr/>
          <p:nvPr/>
        </p:nvSpPr>
        <p:spPr>
          <a:xfrm>
            <a:off x="7218198" y="4882954"/>
            <a:ext cx="51191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02" y="70"/>
                </a:lnTo>
                <a:lnTo>
                  <a:pt x="4505" y="157"/>
                </a:lnTo>
                <a:lnTo>
                  <a:pt x="6427" y="288"/>
                </a:lnTo>
                <a:lnTo>
                  <a:pt x="8288" y="488"/>
                </a:lnTo>
                <a:lnTo>
                  <a:pt x="10206" y="784"/>
                </a:lnTo>
                <a:lnTo>
                  <a:pt x="12301" y="1200"/>
                </a:lnTo>
                <a:lnTo>
                  <a:pt x="13592" y="1921"/>
                </a:lnTo>
                <a:lnTo>
                  <a:pt x="14804" y="2640"/>
                </a:lnTo>
                <a:lnTo>
                  <a:pt x="15926" y="3360"/>
                </a:lnTo>
                <a:lnTo>
                  <a:pt x="16963" y="4084"/>
                </a:lnTo>
                <a:lnTo>
                  <a:pt x="17901" y="4812"/>
                </a:lnTo>
                <a:lnTo>
                  <a:pt x="18743" y="5549"/>
                </a:lnTo>
                <a:lnTo>
                  <a:pt x="19487" y="6295"/>
                </a:lnTo>
                <a:lnTo>
                  <a:pt x="20124" y="7055"/>
                </a:lnTo>
                <a:lnTo>
                  <a:pt x="20650" y="7829"/>
                </a:lnTo>
                <a:lnTo>
                  <a:pt x="21065" y="8620"/>
                </a:lnTo>
                <a:lnTo>
                  <a:pt x="21366" y="9430"/>
                </a:lnTo>
                <a:lnTo>
                  <a:pt x="21545" y="10261"/>
                </a:lnTo>
                <a:lnTo>
                  <a:pt x="21600" y="11118"/>
                </a:lnTo>
                <a:lnTo>
                  <a:pt x="21526" y="12000"/>
                </a:lnTo>
                <a:lnTo>
                  <a:pt x="20001" y="11405"/>
                </a:lnTo>
                <a:lnTo>
                  <a:pt x="18451" y="10800"/>
                </a:lnTo>
                <a:lnTo>
                  <a:pt x="18451" y="11622"/>
                </a:lnTo>
                <a:lnTo>
                  <a:pt x="18451" y="12445"/>
                </a:lnTo>
                <a:lnTo>
                  <a:pt x="18451" y="13268"/>
                </a:lnTo>
                <a:lnTo>
                  <a:pt x="18451" y="14093"/>
                </a:lnTo>
                <a:lnTo>
                  <a:pt x="18451" y="14918"/>
                </a:lnTo>
                <a:lnTo>
                  <a:pt x="18451" y="15745"/>
                </a:lnTo>
                <a:lnTo>
                  <a:pt x="18451" y="16574"/>
                </a:lnTo>
                <a:lnTo>
                  <a:pt x="18451" y="17405"/>
                </a:lnTo>
                <a:lnTo>
                  <a:pt x="18451" y="18238"/>
                </a:lnTo>
                <a:lnTo>
                  <a:pt x="18451" y="19074"/>
                </a:lnTo>
                <a:lnTo>
                  <a:pt x="18451" y="19913"/>
                </a:lnTo>
                <a:lnTo>
                  <a:pt x="18451" y="20754"/>
                </a:lnTo>
                <a:lnTo>
                  <a:pt x="18451" y="21600"/>
                </a:lnTo>
                <a:lnTo>
                  <a:pt x="16418" y="21600"/>
                </a:lnTo>
                <a:lnTo>
                  <a:pt x="14373" y="21600"/>
                </a:lnTo>
                <a:lnTo>
                  <a:pt x="12301" y="21600"/>
                </a:lnTo>
                <a:lnTo>
                  <a:pt x="12233" y="20936"/>
                </a:lnTo>
                <a:lnTo>
                  <a:pt x="12165" y="20263"/>
                </a:lnTo>
                <a:lnTo>
                  <a:pt x="12076" y="19502"/>
                </a:lnTo>
                <a:lnTo>
                  <a:pt x="11981" y="18740"/>
                </a:lnTo>
                <a:lnTo>
                  <a:pt x="11882" y="17980"/>
                </a:lnTo>
                <a:lnTo>
                  <a:pt x="11778" y="17219"/>
                </a:lnTo>
                <a:lnTo>
                  <a:pt x="11670" y="16458"/>
                </a:lnTo>
                <a:lnTo>
                  <a:pt x="11563" y="15697"/>
                </a:lnTo>
                <a:lnTo>
                  <a:pt x="11452" y="14935"/>
                </a:lnTo>
                <a:lnTo>
                  <a:pt x="11341" y="14174"/>
                </a:lnTo>
                <a:lnTo>
                  <a:pt x="11307" y="13865"/>
                </a:lnTo>
                <a:lnTo>
                  <a:pt x="11255" y="13321"/>
                </a:lnTo>
                <a:lnTo>
                  <a:pt x="11129" y="12073"/>
                </a:lnTo>
                <a:lnTo>
                  <a:pt x="10945" y="11118"/>
                </a:lnTo>
                <a:lnTo>
                  <a:pt x="10702" y="10202"/>
                </a:lnTo>
                <a:lnTo>
                  <a:pt x="10391" y="9322"/>
                </a:lnTo>
                <a:lnTo>
                  <a:pt x="10010" y="8472"/>
                </a:lnTo>
                <a:lnTo>
                  <a:pt x="9558" y="7649"/>
                </a:lnTo>
                <a:lnTo>
                  <a:pt x="9026" y="6850"/>
                </a:lnTo>
                <a:lnTo>
                  <a:pt x="8414" y="6068"/>
                </a:lnTo>
                <a:lnTo>
                  <a:pt x="7709" y="5302"/>
                </a:lnTo>
                <a:lnTo>
                  <a:pt x="6919" y="4544"/>
                </a:lnTo>
                <a:lnTo>
                  <a:pt x="6030" y="3796"/>
                </a:lnTo>
                <a:lnTo>
                  <a:pt x="5043" y="3048"/>
                </a:lnTo>
                <a:lnTo>
                  <a:pt x="3949" y="2299"/>
                </a:lnTo>
                <a:lnTo>
                  <a:pt x="2746" y="1543"/>
                </a:lnTo>
                <a:lnTo>
                  <a:pt x="1433" y="779"/>
                </a:lnTo>
                <a:lnTo>
                  <a:pt x="0" y="0"/>
                </a:lnTo>
                <a:close/>
              </a:path>
            </a:pathLst>
          </a:custGeom>
          <a:solidFill>
            <a:srgbClr val="D4E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3" name="contour_07291"/>
          <p:cNvSpPr/>
          <p:nvPr/>
        </p:nvSpPr>
        <p:spPr>
          <a:xfrm>
            <a:off x="3588779" y="4874952"/>
            <a:ext cx="109320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66" y="0"/>
                </a:moveTo>
                <a:lnTo>
                  <a:pt x="14786" y="37"/>
                </a:lnTo>
                <a:lnTo>
                  <a:pt x="15712" y="73"/>
                </a:lnTo>
                <a:lnTo>
                  <a:pt x="16651" y="107"/>
                </a:lnTo>
                <a:lnTo>
                  <a:pt x="17061" y="122"/>
                </a:lnTo>
                <a:lnTo>
                  <a:pt x="17785" y="143"/>
                </a:lnTo>
                <a:lnTo>
                  <a:pt x="19446" y="189"/>
                </a:lnTo>
                <a:lnTo>
                  <a:pt x="19763" y="207"/>
                </a:lnTo>
                <a:lnTo>
                  <a:pt x="20321" y="234"/>
                </a:lnTo>
                <a:lnTo>
                  <a:pt x="21600" y="298"/>
                </a:lnTo>
                <a:lnTo>
                  <a:pt x="21190" y="411"/>
                </a:lnTo>
                <a:lnTo>
                  <a:pt x="20467" y="609"/>
                </a:lnTo>
                <a:lnTo>
                  <a:pt x="18811" y="1059"/>
                </a:lnTo>
                <a:lnTo>
                  <a:pt x="17856" y="1543"/>
                </a:lnTo>
                <a:lnTo>
                  <a:pt x="17228" y="1942"/>
                </a:lnTo>
                <a:lnTo>
                  <a:pt x="16648" y="2471"/>
                </a:lnTo>
                <a:lnTo>
                  <a:pt x="15840" y="3341"/>
                </a:lnTo>
                <a:lnTo>
                  <a:pt x="15479" y="5517"/>
                </a:lnTo>
                <a:lnTo>
                  <a:pt x="15293" y="7142"/>
                </a:lnTo>
                <a:lnTo>
                  <a:pt x="15120" y="9616"/>
                </a:lnTo>
                <a:lnTo>
                  <a:pt x="14947" y="12029"/>
                </a:lnTo>
                <a:lnTo>
                  <a:pt x="14760" y="13560"/>
                </a:lnTo>
                <a:lnTo>
                  <a:pt x="14400" y="15514"/>
                </a:lnTo>
                <a:lnTo>
                  <a:pt x="13402" y="15979"/>
                </a:lnTo>
                <a:lnTo>
                  <a:pt x="12468" y="16189"/>
                </a:lnTo>
                <a:lnTo>
                  <a:pt x="11559" y="16195"/>
                </a:lnTo>
                <a:lnTo>
                  <a:pt x="10642" y="16049"/>
                </a:lnTo>
                <a:lnTo>
                  <a:pt x="9681" y="15806"/>
                </a:lnTo>
                <a:lnTo>
                  <a:pt x="8640" y="15514"/>
                </a:lnTo>
                <a:lnTo>
                  <a:pt x="8640" y="17525"/>
                </a:lnTo>
                <a:lnTo>
                  <a:pt x="8640" y="19549"/>
                </a:lnTo>
                <a:lnTo>
                  <a:pt x="8640" y="21600"/>
                </a:lnTo>
                <a:lnTo>
                  <a:pt x="8205" y="21448"/>
                </a:lnTo>
                <a:lnTo>
                  <a:pt x="7806" y="21308"/>
                </a:lnTo>
                <a:lnTo>
                  <a:pt x="7370" y="21153"/>
                </a:lnTo>
                <a:lnTo>
                  <a:pt x="6826" y="20961"/>
                </a:lnTo>
                <a:lnTo>
                  <a:pt x="6103" y="20708"/>
                </a:lnTo>
                <a:lnTo>
                  <a:pt x="5129" y="20364"/>
                </a:lnTo>
                <a:lnTo>
                  <a:pt x="3836" y="19908"/>
                </a:lnTo>
                <a:lnTo>
                  <a:pt x="2150" y="19315"/>
                </a:lnTo>
                <a:lnTo>
                  <a:pt x="0" y="18557"/>
                </a:lnTo>
                <a:lnTo>
                  <a:pt x="0" y="17048"/>
                </a:lnTo>
                <a:lnTo>
                  <a:pt x="0" y="15514"/>
                </a:lnTo>
                <a:lnTo>
                  <a:pt x="732" y="15727"/>
                </a:lnTo>
                <a:lnTo>
                  <a:pt x="1475" y="15940"/>
                </a:lnTo>
                <a:lnTo>
                  <a:pt x="2467" y="16092"/>
                </a:lnTo>
                <a:lnTo>
                  <a:pt x="3419" y="16183"/>
                </a:lnTo>
                <a:lnTo>
                  <a:pt x="4349" y="16192"/>
                </a:lnTo>
                <a:lnTo>
                  <a:pt x="5278" y="16098"/>
                </a:lnTo>
                <a:lnTo>
                  <a:pt x="6221" y="15879"/>
                </a:lnTo>
                <a:lnTo>
                  <a:pt x="7200" y="15514"/>
                </a:lnTo>
                <a:lnTo>
                  <a:pt x="7849" y="13776"/>
                </a:lnTo>
                <a:lnTo>
                  <a:pt x="8375" y="12054"/>
                </a:lnTo>
                <a:lnTo>
                  <a:pt x="8811" y="10277"/>
                </a:lnTo>
                <a:lnTo>
                  <a:pt x="9194" y="8381"/>
                </a:lnTo>
                <a:lnTo>
                  <a:pt x="9563" y="6299"/>
                </a:lnTo>
                <a:lnTo>
                  <a:pt x="10018" y="4020"/>
                </a:lnTo>
                <a:lnTo>
                  <a:pt x="10499" y="2389"/>
                </a:lnTo>
                <a:lnTo>
                  <a:pt x="11065" y="1293"/>
                </a:lnTo>
                <a:lnTo>
                  <a:pt x="11775" y="609"/>
                </a:lnTo>
                <a:lnTo>
                  <a:pt x="12689" y="216"/>
                </a:lnTo>
                <a:lnTo>
                  <a:pt x="13866" y="0"/>
                </a:lnTo>
                <a:close/>
              </a:path>
            </a:pathLst>
          </a:custGeom>
          <a:solidFill>
            <a:srgbClr val="C4B997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4" name="contour_07292"/>
          <p:cNvSpPr/>
          <p:nvPr/>
        </p:nvSpPr>
        <p:spPr>
          <a:xfrm>
            <a:off x="7159894" y="4810074"/>
            <a:ext cx="874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205" y="1121"/>
                </a:lnTo>
                <a:lnTo>
                  <a:pt x="4804" y="2246"/>
                </a:lnTo>
                <a:lnTo>
                  <a:pt x="5400" y="3375"/>
                </a:lnTo>
                <a:lnTo>
                  <a:pt x="5652" y="3847"/>
                </a:lnTo>
                <a:lnTo>
                  <a:pt x="6412" y="5274"/>
                </a:lnTo>
                <a:lnTo>
                  <a:pt x="6797" y="6242"/>
                </a:lnTo>
                <a:lnTo>
                  <a:pt x="7029" y="7015"/>
                </a:lnTo>
                <a:lnTo>
                  <a:pt x="7150" y="7855"/>
                </a:lnTo>
                <a:lnTo>
                  <a:pt x="7193" y="9027"/>
                </a:lnTo>
                <a:lnTo>
                  <a:pt x="7200" y="10800"/>
                </a:lnTo>
                <a:lnTo>
                  <a:pt x="8267" y="10834"/>
                </a:lnTo>
                <a:lnTo>
                  <a:pt x="9337" y="10863"/>
                </a:lnTo>
                <a:lnTo>
                  <a:pt x="10406" y="10888"/>
                </a:lnTo>
                <a:lnTo>
                  <a:pt x="11475" y="10912"/>
                </a:lnTo>
                <a:lnTo>
                  <a:pt x="12668" y="10944"/>
                </a:lnTo>
                <a:lnTo>
                  <a:pt x="13880" y="10976"/>
                </a:lnTo>
                <a:lnTo>
                  <a:pt x="15228" y="10818"/>
                </a:lnTo>
                <a:lnTo>
                  <a:pt x="16414" y="10555"/>
                </a:lnTo>
                <a:lnTo>
                  <a:pt x="17519" y="10174"/>
                </a:lnTo>
                <a:lnTo>
                  <a:pt x="18623" y="9661"/>
                </a:lnTo>
                <a:lnTo>
                  <a:pt x="19800" y="9000"/>
                </a:lnTo>
                <a:lnTo>
                  <a:pt x="20156" y="10069"/>
                </a:lnTo>
                <a:lnTo>
                  <a:pt x="20515" y="11142"/>
                </a:lnTo>
                <a:lnTo>
                  <a:pt x="20873" y="12218"/>
                </a:lnTo>
                <a:lnTo>
                  <a:pt x="21235" y="13304"/>
                </a:lnTo>
                <a:lnTo>
                  <a:pt x="21600" y="14400"/>
                </a:lnTo>
                <a:lnTo>
                  <a:pt x="20686" y="14501"/>
                </a:lnTo>
                <a:lnTo>
                  <a:pt x="19759" y="14603"/>
                </a:lnTo>
                <a:lnTo>
                  <a:pt x="17615" y="14922"/>
                </a:lnTo>
                <a:lnTo>
                  <a:pt x="15980" y="15187"/>
                </a:lnTo>
                <a:lnTo>
                  <a:pt x="14751" y="15430"/>
                </a:lnTo>
                <a:lnTo>
                  <a:pt x="13829" y="15685"/>
                </a:lnTo>
                <a:lnTo>
                  <a:pt x="13113" y="15988"/>
                </a:lnTo>
                <a:lnTo>
                  <a:pt x="12503" y="16373"/>
                </a:lnTo>
                <a:lnTo>
                  <a:pt x="11900" y="16871"/>
                </a:lnTo>
                <a:lnTo>
                  <a:pt x="11201" y="17521"/>
                </a:lnTo>
                <a:lnTo>
                  <a:pt x="10625" y="18423"/>
                </a:lnTo>
                <a:lnTo>
                  <a:pt x="10204" y="19148"/>
                </a:lnTo>
                <a:lnTo>
                  <a:pt x="9731" y="20081"/>
                </a:lnTo>
                <a:lnTo>
                  <a:pt x="9000" y="21600"/>
                </a:lnTo>
                <a:lnTo>
                  <a:pt x="8476" y="20655"/>
                </a:lnTo>
                <a:lnTo>
                  <a:pt x="7945" y="19694"/>
                </a:lnTo>
                <a:lnTo>
                  <a:pt x="7475" y="18873"/>
                </a:lnTo>
                <a:lnTo>
                  <a:pt x="7004" y="18049"/>
                </a:lnTo>
                <a:lnTo>
                  <a:pt x="6525" y="17212"/>
                </a:lnTo>
                <a:lnTo>
                  <a:pt x="6066" y="16396"/>
                </a:lnTo>
                <a:lnTo>
                  <a:pt x="5603" y="15577"/>
                </a:lnTo>
                <a:lnTo>
                  <a:pt x="5134" y="14744"/>
                </a:lnTo>
                <a:lnTo>
                  <a:pt x="4378" y="13748"/>
                </a:lnTo>
                <a:lnTo>
                  <a:pt x="3656" y="12947"/>
                </a:lnTo>
                <a:lnTo>
                  <a:pt x="2914" y="12298"/>
                </a:lnTo>
                <a:lnTo>
                  <a:pt x="2095" y="11752"/>
                </a:lnTo>
                <a:lnTo>
                  <a:pt x="1143" y="11268"/>
                </a:lnTo>
                <a:lnTo>
                  <a:pt x="0" y="10800"/>
                </a:lnTo>
                <a:lnTo>
                  <a:pt x="400" y="9599"/>
                </a:lnTo>
                <a:lnTo>
                  <a:pt x="801" y="8401"/>
                </a:lnTo>
                <a:lnTo>
                  <a:pt x="1201" y="7200"/>
                </a:lnTo>
                <a:lnTo>
                  <a:pt x="1600" y="5999"/>
                </a:lnTo>
                <a:lnTo>
                  <a:pt x="2000" y="4801"/>
                </a:lnTo>
                <a:lnTo>
                  <a:pt x="2399" y="3600"/>
                </a:lnTo>
                <a:lnTo>
                  <a:pt x="2799" y="2399"/>
                </a:lnTo>
                <a:lnTo>
                  <a:pt x="3200" y="1201"/>
                </a:lnTo>
                <a:lnTo>
                  <a:pt x="3600" y="0"/>
                </a:lnTo>
                <a:close/>
              </a:path>
            </a:pathLst>
          </a:custGeom>
          <a:solidFill>
            <a:srgbClr val="DE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5" name="contour_07293"/>
          <p:cNvSpPr/>
          <p:nvPr/>
        </p:nvSpPr>
        <p:spPr>
          <a:xfrm>
            <a:off x="11532689" y="4810074"/>
            <a:ext cx="80168" cy="442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6162" y="1749"/>
                </a:lnTo>
                <a:lnTo>
                  <a:pt x="6435" y="3526"/>
                </a:lnTo>
                <a:lnTo>
                  <a:pt x="7140" y="5303"/>
                </a:lnTo>
                <a:lnTo>
                  <a:pt x="7855" y="7109"/>
                </a:lnTo>
                <a:lnTo>
                  <a:pt x="9445" y="7446"/>
                </a:lnTo>
                <a:lnTo>
                  <a:pt x="10606" y="7635"/>
                </a:lnTo>
                <a:lnTo>
                  <a:pt x="11668" y="7702"/>
                </a:lnTo>
                <a:lnTo>
                  <a:pt x="12972" y="7670"/>
                </a:lnTo>
                <a:lnTo>
                  <a:pt x="14849" y="7553"/>
                </a:lnTo>
                <a:lnTo>
                  <a:pt x="16110" y="7489"/>
                </a:lnTo>
                <a:lnTo>
                  <a:pt x="17378" y="7425"/>
                </a:lnTo>
                <a:lnTo>
                  <a:pt x="18662" y="7358"/>
                </a:lnTo>
                <a:lnTo>
                  <a:pt x="19094" y="7322"/>
                </a:lnTo>
                <a:lnTo>
                  <a:pt x="19856" y="7258"/>
                </a:lnTo>
                <a:lnTo>
                  <a:pt x="21600" y="7109"/>
                </a:lnTo>
                <a:lnTo>
                  <a:pt x="21339" y="9590"/>
                </a:lnTo>
                <a:lnTo>
                  <a:pt x="21027" y="11868"/>
                </a:lnTo>
                <a:lnTo>
                  <a:pt x="20636" y="13969"/>
                </a:lnTo>
                <a:lnTo>
                  <a:pt x="20133" y="15934"/>
                </a:lnTo>
                <a:lnTo>
                  <a:pt x="19493" y="17790"/>
                </a:lnTo>
                <a:lnTo>
                  <a:pt x="18682" y="19578"/>
                </a:lnTo>
                <a:lnTo>
                  <a:pt x="17673" y="21326"/>
                </a:lnTo>
                <a:lnTo>
                  <a:pt x="16275" y="21497"/>
                </a:lnTo>
                <a:lnTo>
                  <a:pt x="14949" y="21589"/>
                </a:lnTo>
                <a:lnTo>
                  <a:pt x="13661" y="21600"/>
                </a:lnTo>
                <a:lnTo>
                  <a:pt x="12381" y="21525"/>
                </a:lnTo>
                <a:lnTo>
                  <a:pt x="11069" y="21362"/>
                </a:lnTo>
                <a:lnTo>
                  <a:pt x="9696" y="21106"/>
                </a:lnTo>
                <a:lnTo>
                  <a:pt x="8618" y="20903"/>
                </a:lnTo>
                <a:lnTo>
                  <a:pt x="7525" y="20697"/>
                </a:lnTo>
                <a:lnTo>
                  <a:pt x="6486" y="20381"/>
                </a:lnTo>
                <a:lnTo>
                  <a:pt x="5677" y="20072"/>
                </a:lnTo>
                <a:lnTo>
                  <a:pt x="4833" y="19627"/>
                </a:lnTo>
                <a:lnTo>
                  <a:pt x="3684" y="18909"/>
                </a:lnTo>
                <a:lnTo>
                  <a:pt x="1964" y="17772"/>
                </a:lnTo>
                <a:lnTo>
                  <a:pt x="1245" y="15028"/>
                </a:lnTo>
                <a:lnTo>
                  <a:pt x="783" y="13101"/>
                </a:lnTo>
                <a:lnTo>
                  <a:pt x="485" y="11481"/>
                </a:lnTo>
                <a:lnTo>
                  <a:pt x="255" y="9654"/>
                </a:lnTo>
                <a:lnTo>
                  <a:pt x="0" y="7109"/>
                </a:lnTo>
                <a:lnTo>
                  <a:pt x="1298" y="7109"/>
                </a:lnTo>
                <a:lnTo>
                  <a:pt x="2604" y="7109"/>
                </a:lnTo>
                <a:lnTo>
                  <a:pt x="3927" y="7109"/>
                </a:lnTo>
                <a:lnTo>
                  <a:pt x="4648" y="4997"/>
                </a:lnTo>
                <a:lnTo>
                  <a:pt x="5094" y="3554"/>
                </a:lnTo>
                <a:lnTo>
                  <a:pt x="5445" y="2111"/>
                </a:lnTo>
                <a:lnTo>
                  <a:pt x="5891" y="0"/>
                </a:lnTo>
                <a:close/>
              </a:path>
            </a:pathLst>
          </a:custGeom>
          <a:solidFill>
            <a:srgbClr val="7D6741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6" name="contour_07294"/>
          <p:cNvSpPr/>
          <p:nvPr/>
        </p:nvSpPr>
        <p:spPr>
          <a:xfrm>
            <a:off x="10009499" y="4817362"/>
            <a:ext cx="72880" cy="505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3496" y="1543"/>
                </a:lnTo>
                <a:lnTo>
                  <a:pt x="14031" y="3092"/>
                </a:lnTo>
                <a:lnTo>
                  <a:pt x="14574" y="4653"/>
                </a:lnTo>
                <a:lnTo>
                  <a:pt x="15120" y="6233"/>
                </a:lnTo>
                <a:lnTo>
                  <a:pt x="16792" y="6420"/>
                </a:lnTo>
                <a:lnTo>
                  <a:pt x="17965" y="6513"/>
                </a:lnTo>
                <a:lnTo>
                  <a:pt x="18950" y="6513"/>
                </a:lnTo>
                <a:lnTo>
                  <a:pt x="20058" y="6420"/>
                </a:lnTo>
                <a:lnTo>
                  <a:pt x="21600" y="6233"/>
                </a:lnTo>
                <a:lnTo>
                  <a:pt x="20691" y="9923"/>
                </a:lnTo>
                <a:lnTo>
                  <a:pt x="19963" y="12731"/>
                </a:lnTo>
                <a:lnTo>
                  <a:pt x="19345" y="14822"/>
                </a:lnTo>
                <a:lnTo>
                  <a:pt x="18762" y="16364"/>
                </a:lnTo>
                <a:lnTo>
                  <a:pt x="18138" y="17521"/>
                </a:lnTo>
                <a:lnTo>
                  <a:pt x="17403" y="18456"/>
                </a:lnTo>
                <a:lnTo>
                  <a:pt x="16481" y="19337"/>
                </a:lnTo>
                <a:lnTo>
                  <a:pt x="15297" y="20328"/>
                </a:lnTo>
                <a:lnTo>
                  <a:pt x="13774" y="20880"/>
                </a:lnTo>
                <a:lnTo>
                  <a:pt x="12318" y="21267"/>
                </a:lnTo>
                <a:lnTo>
                  <a:pt x="10899" y="21503"/>
                </a:lnTo>
                <a:lnTo>
                  <a:pt x="9489" y="21600"/>
                </a:lnTo>
                <a:lnTo>
                  <a:pt x="8055" y="21578"/>
                </a:lnTo>
                <a:lnTo>
                  <a:pt x="6566" y="21450"/>
                </a:lnTo>
                <a:lnTo>
                  <a:pt x="4994" y="21229"/>
                </a:lnTo>
                <a:lnTo>
                  <a:pt x="3378" y="19671"/>
                </a:lnTo>
                <a:lnTo>
                  <a:pt x="2326" y="18300"/>
                </a:lnTo>
                <a:lnTo>
                  <a:pt x="1648" y="16807"/>
                </a:lnTo>
                <a:lnTo>
                  <a:pt x="1160" y="14900"/>
                </a:lnTo>
                <a:lnTo>
                  <a:pt x="674" y="12273"/>
                </a:lnTo>
                <a:lnTo>
                  <a:pt x="451" y="10278"/>
                </a:lnTo>
                <a:lnTo>
                  <a:pt x="227" y="8268"/>
                </a:lnTo>
                <a:lnTo>
                  <a:pt x="0" y="6233"/>
                </a:lnTo>
                <a:lnTo>
                  <a:pt x="1426" y="5547"/>
                </a:lnTo>
                <a:lnTo>
                  <a:pt x="2853" y="4862"/>
                </a:lnTo>
                <a:lnTo>
                  <a:pt x="4281" y="4173"/>
                </a:lnTo>
                <a:lnTo>
                  <a:pt x="5713" y="3484"/>
                </a:lnTo>
                <a:lnTo>
                  <a:pt x="7150" y="2795"/>
                </a:lnTo>
                <a:lnTo>
                  <a:pt x="8592" y="2100"/>
                </a:lnTo>
                <a:lnTo>
                  <a:pt x="10040" y="1406"/>
                </a:lnTo>
                <a:lnTo>
                  <a:pt x="11496" y="704"/>
                </a:lnTo>
                <a:lnTo>
                  <a:pt x="12960" y="0"/>
                </a:lnTo>
                <a:close/>
              </a:path>
            </a:pathLst>
          </a:custGeom>
          <a:solidFill>
            <a:srgbClr val="E8E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7" name="contour_07295"/>
          <p:cNvSpPr/>
          <p:nvPr/>
        </p:nvSpPr>
        <p:spPr>
          <a:xfrm>
            <a:off x="5819655" y="4802786"/>
            <a:ext cx="3640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52" y="0"/>
                </a:moveTo>
                <a:lnTo>
                  <a:pt x="18448" y="1125"/>
                </a:lnTo>
                <a:lnTo>
                  <a:pt x="19654" y="2225"/>
                </a:lnTo>
                <a:lnTo>
                  <a:pt x="20519" y="3324"/>
                </a:lnTo>
                <a:lnTo>
                  <a:pt x="21098" y="4444"/>
                </a:lnTo>
                <a:lnTo>
                  <a:pt x="21440" y="5612"/>
                </a:lnTo>
                <a:lnTo>
                  <a:pt x="21591" y="6847"/>
                </a:lnTo>
                <a:lnTo>
                  <a:pt x="21600" y="8177"/>
                </a:lnTo>
                <a:lnTo>
                  <a:pt x="21587" y="8768"/>
                </a:lnTo>
                <a:lnTo>
                  <a:pt x="21557" y="10555"/>
                </a:lnTo>
                <a:lnTo>
                  <a:pt x="21501" y="11772"/>
                </a:lnTo>
                <a:lnTo>
                  <a:pt x="21444" y="13009"/>
                </a:lnTo>
                <a:lnTo>
                  <a:pt x="21431" y="13632"/>
                </a:lnTo>
                <a:lnTo>
                  <a:pt x="21388" y="15509"/>
                </a:lnTo>
                <a:lnTo>
                  <a:pt x="21354" y="16726"/>
                </a:lnTo>
                <a:lnTo>
                  <a:pt x="21315" y="17946"/>
                </a:lnTo>
                <a:lnTo>
                  <a:pt x="21271" y="19163"/>
                </a:lnTo>
                <a:lnTo>
                  <a:pt x="21224" y="20383"/>
                </a:lnTo>
                <a:lnTo>
                  <a:pt x="21176" y="21600"/>
                </a:lnTo>
                <a:lnTo>
                  <a:pt x="20372" y="20626"/>
                </a:lnTo>
                <a:lnTo>
                  <a:pt x="19555" y="19636"/>
                </a:lnTo>
                <a:lnTo>
                  <a:pt x="18884" y="19147"/>
                </a:lnTo>
                <a:lnTo>
                  <a:pt x="16852" y="17673"/>
                </a:lnTo>
                <a:lnTo>
                  <a:pt x="13994" y="17673"/>
                </a:lnTo>
                <a:lnTo>
                  <a:pt x="11118" y="17673"/>
                </a:lnTo>
                <a:lnTo>
                  <a:pt x="8203" y="17673"/>
                </a:lnTo>
                <a:lnTo>
                  <a:pt x="6811" y="16550"/>
                </a:lnTo>
                <a:lnTo>
                  <a:pt x="5470" y="15377"/>
                </a:lnTo>
                <a:lnTo>
                  <a:pt x="4203" y="14160"/>
                </a:lnTo>
                <a:lnTo>
                  <a:pt x="3049" y="12907"/>
                </a:lnTo>
                <a:lnTo>
                  <a:pt x="2032" y="11627"/>
                </a:lnTo>
                <a:lnTo>
                  <a:pt x="1189" y="10325"/>
                </a:lnTo>
                <a:lnTo>
                  <a:pt x="549" y="9013"/>
                </a:lnTo>
                <a:lnTo>
                  <a:pt x="143" y="7695"/>
                </a:lnTo>
                <a:lnTo>
                  <a:pt x="0" y="6382"/>
                </a:lnTo>
                <a:lnTo>
                  <a:pt x="156" y="5080"/>
                </a:lnTo>
                <a:lnTo>
                  <a:pt x="636" y="3798"/>
                </a:lnTo>
                <a:lnTo>
                  <a:pt x="2863" y="2292"/>
                </a:lnTo>
                <a:lnTo>
                  <a:pt x="4930" y="1247"/>
                </a:lnTo>
                <a:lnTo>
                  <a:pt x="7096" y="577"/>
                </a:lnTo>
                <a:lnTo>
                  <a:pt x="9626" y="202"/>
                </a:lnTo>
                <a:lnTo>
                  <a:pt x="12791" y="37"/>
                </a:lnTo>
                <a:lnTo>
                  <a:pt x="16852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8" name="contour_07296"/>
          <p:cNvSpPr/>
          <p:nvPr/>
        </p:nvSpPr>
        <p:spPr>
          <a:xfrm>
            <a:off x="4169959" y="4715330"/>
            <a:ext cx="52874" cy="1267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9" y="0"/>
                </a:moveTo>
                <a:lnTo>
                  <a:pt x="2236" y="0"/>
                </a:lnTo>
                <a:lnTo>
                  <a:pt x="3736" y="0"/>
                </a:lnTo>
                <a:lnTo>
                  <a:pt x="3882" y="735"/>
                </a:lnTo>
                <a:lnTo>
                  <a:pt x="4028" y="1477"/>
                </a:lnTo>
                <a:lnTo>
                  <a:pt x="4177" y="2227"/>
                </a:lnTo>
                <a:lnTo>
                  <a:pt x="4579" y="4069"/>
                </a:lnTo>
                <a:lnTo>
                  <a:pt x="4945" y="5709"/>
                </a:lnTo>
                <a:lnTo>
                  <a:pt x="5279" y="7164"/>
                </a:lnTo>
                <a:lnTo>
                  <a:pt x="5591" y="8451"/>
                </a:lnTo>
                <a:lnTo>
                  <a:pt x="5892" y="9583"/>
                </a:lnTo>
                <a:lnTo>
                  <a:pt x="6190" y="10576"/>
                </a:lnTo>
                <a:lnTo>
                  <a:pt x="6493" y="11447"/>
                </a:lnTo>
                <a:lnTo>
                  <a:pt x="6809" y="12211"/>
                </a:lnTo>
                <a:lnTo>
                  <a:pt x="7148" y="12884"/>
                </a:lnTo>
                <a:lnTo>
                  <a:pt x="7521" y="13480"/>
                </a:lnTo>
                <a:lnTo>
                  <a:pt x="7931" y="14016"/>
                </a:lnTo>
                <a:lnTo>
                  <a:pt x="8393" y="14508"/>
                </a:lnTo>
                <a:lnTo>
                  <a:pt x="8911" y="14970"/>
                </a:lnTo>
                <a:lnTo>
                  <a:pt x="9494" y="15418"/>
                </a:lnTo>
                <a:lnTo>
                  <a:pt x="10152" y="15869"/>
                </a:lnTo>
                <a:lnTo>
                  <a:pt x="10897" y="16337"/>
                </a:lnTo>
                <a:lnTo>
                  <a:pt x="11730" y="16839"/>
                </a:lnTo>
                <a:lnTo>
                  <a:pt x="12668" y="17389"/>
                </a:lnTo>
                <a:lnTo>
                  <a:pt x="15062" y="17809"/>
                </a:lnTo>
                <a:lnTo>
                  <a:pt x="16723" y="18084"/>
                </a:lnTo>
                <a:lnTo>
                  <a:pt x="18081" y="18272"/>
                </a:lnTo>
                <a:lnTo>
                  <a:pt x="19564" y="18435"/>
                </a:lnTo>
                <a:lnTo>
                  <a:pt x="21600" y="18631"/>
                </a:lnTo>
                <a:lnTo>
                  <a:pt x="21600" y="19452"/>
                </a:lnTo>
                <a:lnTo>
                  <a:pt x="21600" y="20278"/>
                </a:lnTo>
                <a:lnTo>
                  <a:pt x="21600" y="21116"/>
                </a:lnTo>
                <a:lnTo>
                  <a:pt x="19364" y="21324"/>
                </a:lnTo>
                <a:lnTo>
                  <a:pt x="17229" y="21482"/>
                </a:lnTo>
                <a:lnTo>
                  <a:pt x="15151" y="21578"/>
                </a:lnTo>
                <a:lnTo>
                  <a:pt x="13100" y="21600"/>
                </a:lnTo>
                <a:lnTo>
                  <a:pt x="11034" y="21538"/>
                </a:lnTo>
                <a:lnTo>
                  <a:pt x="8917" y="21380"/>
                </a:lnTo>
                <a:lnTo>
                  <a:pt x="6714" y="21116"/>
                </a:lnTo>
                <a:lnTo>
                  <a:pt x="5642" y="20368"/>
                </a:lnTo>
                <a:lnTo>
                  <a:pt x="4683" y="19595"/>
                </a:lnTo>
                <a:lnTo>
                  <a:pt x="3835" y="18798"/>
                </a:lnTo>
                <a:lnTo>
                  <a:pt x="3087" y="17977"/>
                </a:lnTo>
                <a:lnTo>
                  <a:pt x="2438" y="17137"/>
                </a:lnTo>
                <a:lnTo>
                  <a:pt x="1882" y="16279"/>
                </a:lnTo>
                <a:lnTo>
                  <a:pt x="1408" y="15404"/>
                </a:lnTo>
                <a:lnTo>
                  <a:pt x="1015" y="14515"/>
                </a:lnTo>
                <a:lnTo>
                  <a:pt x="697" y="13613"/>
                </a:lnTo>
                <a:lnTo>
                  <a:pt x="447" y="12703"/>
                </a:lnTo>
                <a:lnTo>
                  <a:pt x="256" y="11782"/>
                </a:lnTo>
                <a:lnTo>
                  <a:pt x="125" y="10857"/>
                </a:lnTo>
                <a:lnTo>
                  <a:pt x="42" y="9928"/>
                </a:lnTo>
                <a:lnTo>
                  <a:pt x="3" y="8995"/>
                </a:lnTo>
                <a:lnTo>
                  <a:pt x="0" y="8064"/>
                </a:lnTo>
                <a:lnTo>
                  <a:pt x="33" y="7133"/>
                </a:lnTo>
                <a:lnTo>
                  <a:pt x="92" y="6207"/>
                </a:lnTo>
                <a:lnTo>
                  <a:pt x="173" y="5286"/>
                </a:lnTo>
                <a:lnTo>
                  <a:pt x="268" y="4373"/>
                </a:lnTo>
                <a:lnTo>
                  <a:pt x="372" y="3470"/>
                </a:lnTo>
                <a:lnTo>
                  <a:pt x="476" y="2580"/>
                </a:lnTo>
                <a:lnTo>
                  <a:pt x="584" y="1704"/>
                </a:lnTo>
                <a:lnTo>
                  <a:pt x="679" y="843"/>
                </a:lnTo>
                <a:lnTo>
                  <a:pt x="759" y="0"/>
                </a:lnTo>
                <a:close/>
              </a:path>
            </a:pathLst>
          </a:custGeom>
          <a:solidFill>
            <a:srgbClr val="E5E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299" name="contour_07297"/>
          <p:cNvSpPr/>
          <p:nvPr/>
        </p:nvSpPr>
        <p:spPr>
          <a:xfrm>
            <a:off x="2109316" y="4802109"/>
            <a:ext cx="65592" cy="44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8"/>
                </a:moveTo>
                <a:lnTo>
                  <a:pt x="21473" y="2626"/>
                </a:lnTo>
                <a:lnTo>
                  <a:pt x="21314" y="4878"/>
                </a:lnTo>
                <a:lnTo>
                  <a:pt x="21118" y="7094"/>
                </a:lnTo>
                <a:lnTo>
                  <a:pt x="20873" y="9286"/>
                </a:lnTo>
                <a:lnTo>
                  <a:pt x="20568" y="11461"/>
                </a:lnTo>
                <a:lnTo>
                  <a:pt x="20194" y="13625"/>
                </a:lnTo>
                <a:lnTo>
                  <a:pt x="19740" y="15781"/>
                </a:lnTo>
                <a:lnTo>
                  <a:pt x="19200" y="17949"/>
                </a:lnTo>
                <a:lnTo>
                  <a:pt x="17688" y="19436"/>
                </a:lnTo>
                <a:lnTo>
                  <a:pt x="16193" y="20490"/>
                </a:lnTo>
                <a:lnTo>
                  <a:pt x="14676" y="21167"/>
                </a:lnTo>
                <a:lnTo>
                  <a:pt x="13097" y="21515"/>
                </a:lnTo>
                <a:lnTo>
                  <a:pt x="11419" y="21600"/>
                </a:lnTo>
                <a:lnTo>
                  <a:pt x="9600" y="21473"/>
                </a:lnTo>
                <a:lnTo>
                  <a:pt x="8134" y="20680"/>
                </a:lnTo>
                <a:lnTo>
                  <a:pt x="6715" y="19813"/>
                </a:lnTo>
                <a:lnTo>
                  <a:pt x="5333" y="18879"/>
                </a:lnTo>
                <a:lnTo>
                  <a:pt x="3982" y="17868"/>
                </a:lnTo>
                <a:lnTo>
                  <a:pt x="2647" y="16789"/>
                </a:lnTo>
                <a:lnTo>
                  <a:pt x="1322" y="15644"/>
                </a:lnTo>
                <a:lnTo>
                  <a:pt x="0" y="14425"/>
                </a:lnTo>
                <a:lnTo>
                  <a:pt x="1586" y="14425"/>
                </a:lnTo>
                <a:lnTo>
                  <a:pt x="3182" y="14425"/>
                </a:lnTo>
                <a:lnTo>
                  <a:pt x="4800" y="14425"/>
                </a:lnTo>
                <a:lnTo>
                  <a:pt x="5294" y="12317"/>
                </a:lnTo>
                <a:lnTo>
                  <a:pt x="5782" y="10206"/>
                </a:lnTo>
                <a:lnTo>
                  <a:pt x="6262" y="8092"/>
                </a:lnTo>
                <a:lnTo>
                  <a:pt x="6734" y="5974"/>
                </a:lnTo>
                <a:lnTo>
                  <a:pt x="7200" y="3852"/>
                </a:lnTo>
                <a:lnTo>
                  <a:pt x="8604" y="2382"/>
                </a:lnTo>
                <a:lnTo>
                  <a:pt x="10082" y="1329"/>
                </a:lnTo>
                <a:lnTo>
                  <a:pt x="11623" y="624"/>
                </a:lnTo>
                <a:lnTo>
                  <a:pt x="13217" y="208"/>
                </a:lnTo>
                <a:lnTo>
                  <a:pt x="14854" y="21"/>
                </a:lnTo>
                <a:lnTo>
                  <a:pt x="16519" y="0"/>
                </a:lnTo>
                <a:lnTo>
                  <a:pt x="18206" y="88"/>
                </a:lnTo>
                <a:lnTo>
                  <a:pt x="19903" y="215"/>
                </a:lnTo>
                <a:lnTo>
                  <a:pt x="21600" y="328"/>
                </a:lnTo>
                <a:close/>
              </a:path>
            </a:pathLst>
          </a:custGeom>
          <a:solidFill>
            <a:srgbClr val="383632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0" name="contour_07298"/>
          <p:cNvSpPr/>
          <p:nvPr/>
        </p:nvSpPr>
        <p:spPr>
          <a:xfrm>
            <a:off x="921374" y="4765676"/>
            <a:ext cx="66175" cy="530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44" y="1942"/>
                </a:moveTo>
                <a:lnTo>
                  <a:pt x="18890" y="3055"/>
                </a:lnTo>
                <a:lnTo>
                  <a:pt x="19742" y="3869"/>
                </a:lnTo>
                <a:lnTo>
                  <a:pt x="20461" y="4789"/>
                </a:lnTo>
                <a:lnTo>
                  <a:pt x="21410" y="6211"/>
                </a:lnTo>
                <a:lnTo>
                  <a:pt x="21600" y="8468"/>
                </a:lnTo>
                <a:lnTo>
                  <a:pt x="21550" y="10525"/>
                </a:lnTo>
                <a:lnTo>
                  <a:pt x="21262" y="12452"/>
                </a:lnTo>
                <a:lnTo>
                  <a:pt x="20741" y="14311"/>
                </a:lnTo>
                <a:lnTo>
                  <a:pt x="19997" y="16167"/>
                </a:lnTo>
                <a:lnTo>
                  <a:pt x="19031" y="18088"/>
                </a:lnTo>
                <a:lnTo>
                  <a:pt x="17701" y="19225"/>
                </a:lnTo>
                <a:lnTo>
                  <a:pt x="16438" y="20083"/>
                </a:lnTo>
                <a:lnTo>
                  <a:pt x="15156" y="20721"/>
                </a:lnTo>
                <a:lnTo>
                  <a:pt x="13766" y="21208"/>
                </a:lnTo>
                <a:lnTo>
                  <a:pt x="12182" y="21600"/>
                </a:lnTo>
                <a:lnTo>
                  <a:pt x="10591" y="21119"/>
                </a:lnTo>
                <a:lnTo>
                  <a:pt x="9118" y="20374"/>
                </a:lnTo>
                <a:lnTo>
                  <a:pt x="7750" y="19400"/>
                </a:lnTo>
                <a:lnTo>
                  <a:pt x="6475" y="18236"/>
                </a:lnTo>
                <a:lnTo>
                  <a:pt x="5279" y="16912"/>
                </a:lnTo>
                <a:lnTo>
                  <a:pt x="4146" y="15469"/>
                </a:lnTo>
                <a:lnTo>
                  <a:pt x="3066" y="13937"/>
                </a:lnTo>
                <a:lnTo>
                  <a:pt x="2024" y="12357"/>
                </a:lnTo>
                <a:lnTo>
                  <a:pt x="1006" y="10760"/>
                </a:lnTo>
                <a:lnTo>
                  <a:pt x="0" y="9180"/>
                </a:lnTo>
                <a:lnTo>
                  <a:pt x="2759" y="6565"/>
                </a:lnTo>
                <a:lnTo>
                  <a:pt x="5048" y="4436"/>
                </a:lnTo>
                <a:lnTo>
                  <a:pt x="6946" y="2764"/>
                </a:lnTo>
                <a:lnTo>
                  <a:pt x="8533" y="1517"/>
                </a:lnTo>
                <a:lnTo>
                  <a:pt x="9887" y="662"/>
                </a:lnTo>
                <a:lnTo>
                  <a:pt x="11085" y="166"/>
                </a:lnTo>
                <a:lnTo>
                  <a:pt x="12211" y="0"/>
                </a:lnTo>
                <a:lnTo>
                  <a:pt x="13338" y="125"/>
                </a:lnTo>
                <a:lnTo>
                  <a:pt x="14551" y="514"/>
                </a:lnTo>
                <a:lnTo>
                  <a:pt x="15926" y="1131"/>
                </a:lnTo>
                <a:lnTo>
                  <a:pt x="17544" y="1942"/>
                </a:lnTo>
                <a:close/>
              </a:path>
            </a:pathLst>
          </a:custGeom>
          <a:solidFill>
            <a:srgbClr val="1E1F1E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1" name="contour_07299"/>
          <p:cNvSpPr/>
          <p:nvPr/>
        </p:nvSpPr>
        <p:spPr>
          <a:xfrm>
            <a:off x="7108878" y="4729906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43" y="259"/>
                </a:lnTo>
                <a:lnTo>
                  <a:pt x="10267" y="547"/>
                </a:lnTo>
                <a:lnTo>
                  <a:pt x="11779" y="875"/>
                </a:lnTo>
                <a:lnTo>
                  <a:pt x="13279" y="1260"/>
                </a:lnTo>
                <a:lnTo>
                  <a:pt x="14767" y="1710"/>
                </a:lnTo>
                <a:lnTo>
                  <a:pt x="16250" y="2243"/>
                </a:lnTo>
                <a:lnTo>
                  <a:pt x="17726" y="2869"/>
                </a:lnTo>
                <a:lnTo>
                  <a:pt x="19200" y="3600"/>
                </a:lnTo>
                <a:lnTo>
                  <a:pt x="20155" y="6386"/>
                </a:lnTo>
                <a:lnTo>
                  <a:pt x="20758" y="8341"/>
                </a:lnTo>
                <a:lnTo>
                  <a:pt x="21122" y="9983"/>
                </a:lnTo>
                <a:lnTo>
                  <a:pt x="21365" y="11830"/>
                </a:lnTo>
                <a:lnTo>
                  <a:pt x="21600" y="14400"/>
                </a:lnTo>
                <a:lnTo>
                  <a:pt x="20016" y="14400"/>
                </a:lnTo>
                <a:lnTo>
                  <a:pt x="18430" y="14400"/>
                </a:lnTo>
                <a:lnTo>
                  <a:pt x="16836" y="14400"/>
                </a:lnTo>
                <a:lnTo>
                  <a:pt x="15235" y="14400"/>
                </a:lnTo>
                <a:lnTo>
                  <a:pt x="13625" y="14400"/>
                </a:lnTo>
                <a:lnTo>
                  <a:pt x="12000" y="14400"/>
                </a:lnTo>
                <a:lnTo>
                  <a:pt x="12000" y="16780"/>
                </a:lnTo>
                <a:lnTo>
                  <a:pt x="12000" y="19174"/>
                </a:lnTo>
                <a:lnTo>
                  <a:pt x="12000" y="21600"/>
                </a:lnTo>
                <a:lnTo>
                  <a:pt x="10498" y="21287"/>
                </a:lnTo>
                <a:lnTo>
                  <a:pt x="8998" y="20952"/>
                </a:lnTo>
                <a:lnTo>
                  <a:pt x="7498" y="20606"/>
                </a:lnTo>
                <a:lnTo>
                  <a:pt x="6000" y="20250"/>
                </a:lnTo>
                <a:lnTo>
                  <a:pt x="4325" y="19872"/>
                </a:lnTo>
                <a:lnTo>
                  <a:pt x="2626" y="19490"/>
                </a:lnTo>
                <a:lnTo>
                  <a:pt x="1322" y="18749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1586" y="10800"/>
                </a:lnTo>
                <a:lnTo>
                  <a:pt x="3182" y="10800"/>
                </a:lnTo>
                <a:lnTo>
                  <a:pt x="4800" y="10800"/>
                </a:lnTo>
                <a:lnTo>
                  <a:pt x="5539" y="8122"/>
                </a:lnTo>
                <a:lnTo>
                  <a:pt x="6034" y="6221"/>
                </a:lnTo>
                <a:lnTo>
                  <a:pt x="6398" y="4579"/>
                </a:lnTo>
                <a:lnTo>
                  <a:pt x="6749" y="2678"/>
                </a:lnTo>
                <a:lnTo>
                  <a:pt x="7200" y="0"/>
                </a:lnTo>
                <a:close/>
              </a:path>
            </a:pathLst>
          </a:custGeom>
          <a:solidFill>
            <a:srgbClr val="96989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2" name="contour_07300"/>
          <p:cNvSpPr/>
          <p:nvPr/>
        </p:nvSpPr>
        <p:spPr>
          <a:xfrm>
            <a:off x="2036436" y="4715112"/>
            <a:ext cx="94744" cy="366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9"/>
                </a:moveTo>
                <a:lnTo>
                  <a:pt x="21600" y="2967"/>
                </a:lnTo>
                <a:lnTo>
                  <a:pt x="21600" y="5823"/>
                </a:lnTo>
                <a:lnTo>
                  <a:pt x="21600" y="8717"/>
                </a:lnTo>
                <a:lnTo>
                  <a:pt x="20581" y="10409"/>
                </a:lnTo>
                <a:lnTo>
                  <a:pt x="19832" y="11504"/>
                </a:lnTo>
                <a:lnTo>
                  <a:pt x="18980" y="12483"/>
                </a:lnTo>
                <a:lnTo>
                  <a:pt x="17654" y="13819"/>
                </a:lnTo>
                <a:lnTo>
                  <a:pt x="16921" y="14588"/>
                </a:lnTo>
                <a:lnTo>
                  <a:pt x="16182" y="15360"/>
                </a:lnTo>
                <a:lnTo>
                  <a:pt x="15434" y="16146"/>
                </a:lnTo>
                <a:lnTo>
                  <a:pt x="14166" y="16786"/>
                </a:lnTo>
                <a:lnTo>
                  <a:pt x="13319" y="16919"/>
                </a:lnTo>
                <a:lnTo>
                  <a:pt x="12510" y="16473"/>
                </a:lnTo>
                <a:lnTo>
                  <a:pt x="11358" y="15378"/>
                </a:lnTo>
                <a:lnTo>
                  <a:pt x="10669" y="14201"/>
                </a:lnTo>
                <a:lnTo>
                  <a:pt x="9969" y="13012"/>
                </a:lnTo>
                <a:lnTo>
                  <a:pt x="9557" y="15137"/>
                </a:lnTo>
                <a:lnTo>
                  <a:pt x="9145" y="17271"/>
                </a:lnTo>
                <a:lnTo>
                  <a:pt x="8728" y="19423"/>
                </a:lnTo>
                <a:lnTo>
                  <a:pt x="8308" y="21600"/>
                </a:lnTo>
                <a:lnTo>
                  <a:pt x="7475" y="20372"/>
                </a:lnTo>
                <a:lnTo>
                  <a:pt x="6643" y="19144"/>
                </a:lnTo>
                <a:lnTo>
                  <a:pt x="5812" y="17907"/>
                </a:lnTo>
                <a:lnTo>
                  <a:pt x="4983" y="16666"/>
                </a:lnTo>
                <a:lnTo>
                  <a:pt x="4154" y="15425"/>
                </a:lnTo>
                <a:lnTo>
                  <a:pt x="3381" y="14278"/>
                </a:lnTo>
                <a:lnTo>
                  <a:pt x="2605" y="13127"/>
                </a:lnTo>
                <a:lnTo>
                  <a:pt x="1818" y="11955"/>
                </a:lnTo>
                <a:lnTo>
                  <a:pt x="1366" y="11152"/>
                </a:lnTo>
                <a:lnTo>
                  <a:pt x="0" y="8717"/>
                </a:lnTo>
                <a:lnTo>
                  <a:pt x="0" y="6587"/>
                </a:lnTo>
                <a:lnTo>
                  <a:pt x="0" y="4423"/>
                </a:lnTo>
                <a:lnTo>
                  <a:pt x="1145" y="3839"/>
                </a:lnTo>
                <a:lnTo>
                  <a:pt x="2285" y="3302"/>
                </a:lnTo>
                <a:lnTo>
                  <a:pt x="3419" y="2808"/>
                </a:lnTo>
                <a:lnTo>
                  <a:pt x="4551" y="2362"/>
                </a:lnTo>
                <a:lnTo>
                  <a:pt x="5681" y="1958"/>
                </a:lnTo>
                <a:lnTo>
                  <a:pt x="6807" y="1597"/>
                </a:lnTo>
                <a:lnTo>
                  <a:pt x="7934" y="1275"/>
                </a:lnTo>
                <a:lnTo>
                  <a:pt x="9059" y="992"/>
                </a:lnTo>
                <a:lnTo>
                  <a:pt x="10184" y="747"/>
                </a:lnTo>
                <a:lnTo>
                  <a:pt x="11310" y="541"/>
                </a:lnTo>
                <a:lnTo>
                  <a:pt x="12438" y="369"/>
                </a:lnTo>
                <a:lnTo>
                  <a:pt x="13568" y="232"/>
                </a:lnTo>
                <a:lnTo>
                  <a:pt x="14701" y="129"/>
                </a:lnTo>
                <a:lnTo>
                  <a:pt x="15838" y="56"/>
                </a:lnTo>
                <a:lnTo>
                  <a:pt x="16979" y="13"/>
                </a:lnTo>
                <a:lnTo>
                  <a:pt x="18124" y="0"/>
                </a:lnTo>
                <a:lnTo>
                  <a:pt x="19276" y="17"/>
                </a:lnTo>
                <a:lnTo>
                  <a:pt x="20435" y="60"/>
                </a:lnTo>
                <a:lnTo>
                  <a:pt x="21600" y="129"/>
                </a:lnTo>
                <a:close/>
              </a:path>
            </a:pathLst>
          </a:custGeom>
          <a:solidFill>
            <a:srgbClr val="C3AB7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3" name="contour_07301"/>
          <p:cNvSpPr/>
          <p:nvPr/>
        </p:nvSpPr>
        <p:spPr>
          <a:xfrm>
            <a:off x="4426898" y="4678891"/>
            <a:ext cx="4372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382" y="446"/>
                </a:lnTo>
                <a:lnTo>
                  <a:pt x="7171" y="893"/>
                </a:lnTo>
                <a:lnTo>
                  <a:pt x="8975" y="1345"/>
                </a:lnTo>
                <a:lnTo>
                  <a:pt x="10800" y="1800"/>
                </a:lnTo>
                <a:lnTo>
                  <a:pt x="11203" y="3078"/>
                </a:lnTo>
                <a:lnTo>
                  <a:pt x="11383" y="3983"/>
                </a:lnTo>
                <a:lnTo>
                  <a:pt x="11383" y="4952"/>
                </a:lnTo>
                <a:lnTo>
                  <a:pt x="11250" y="6412"/>
                </a:lnTo>
                <a:lnTo>
                  <a:pt x="11153" y="7645"/>
                </a:lnTo>
                <a:lnTo>
                  <a:pt x="11052" y="8894"/>
                </a:lnTo>
                <a:lnTo>
                  <a:pt x="10926" y="9841"/>
                </a:lnTo>
                <a:lnTo>
                  <a:pt x="10800" y="10800"/>
                </a:lnTo>
                <a:lnTo>
                  <a:pt x="13180" y="10800"/>
                </a:lnTo>
                <a:lnTo>
                  <a:pt x="15574" y="10800"/>
                </a:lnTo>
                <a:lnTo>
                  <a:pt x="18000" y="10800"/>
                </a:lnTo>
                <a:lnTo>
                  <a:pt x="18961" y="11963"/>
                </a:lnTo>
                <a:lnTo>
                  <a:pt x="19696" y="13133"/>
                </a:lnTo>
                <a:lnTo>
                  <a:pt x="20264" y="14317"/>
                </a:lnTo>
                <a:lnTo>
                  <a:pt x="20732" y="15521"/>
                </a:lnTo>
                <a:lnTo>
                  <a:pt x="21157" y="16747"/>
                </a:lnTo>
                <a:lnTo>
                  <a:pt x="21600" y="18000"/>
                </a:lnTo>
                <a:lnTo>
                  <a:pt x="19224" y="18396"/>
                </a:lnTo>
                <a:lnTo>
                  <a:pt x="16844" y="18792"/>
                </a:lnTo>
                <a:lnTo>
                  <a:pt x="14465" y="19190"/>
                </a:lnTo>
                <a:lnTo>
                  <a:pt x="12078" y="19588"/>
                </a:lnTo>
                <a:lnTo>
                  <a:pt x="9684" y="19985"/>
                </a:lnTo>
                <a:lnTo>
                  <a:pt x="7279" y="20387"/>
                </a:lnTo>
                <a:lnTo>
                  <a:pt x="4867" y="20788"/>
                </a:lnTo>
                <a:lnTo>
                  <a:pt x="2441" y="21193"/>
                </a:lnTo>
                <a:lnTo>
                  <a:pt x="0" y="21600"/>
                </a:lnTo>
                <a:lnTo>
                  <a:pt x="209" y="20342"/>
                </a:lnTo>
                <a:lnTo>
                  <a:pt x="418" y="19084"/>
                </a:lnTo>
                <a:lnTo>
                  <a:pt x="630" y="17825"/>
                </a:lnTo>
                <a:lnTo>
                  <a:pt x="839" y="16565"/>
                </a:lnTo>
                <a:lnTo>
                  <a:pt x="1048" y="15305"/>
                </a:lnTo>
                <a:lnTo>
                  <a:pt x="1260" y="14044"/>
                </a:lnTo>
                <a:lnTo>
                  <a:pt x="1469" y="12780"/>
                </a:lnTo>
                <a:lnTo>
                  <a:pt x="1681" y="11515"/>
                </a:lnTo>
                <a:lnTo>
                  <a:pt x="1894" y="10247"/>
                </a:lnTo>
                <a:lnTo>
                  <a:pt x="2102" y="8977"/>
                </a:lnTo>
                <a:lnTo>
                  <a:pt x="2315" y="7704"/>
                </a:lnTo>
                <a:lnTo>
                  <a:pt x="2527" y="6430"/>
                </a:lnTo>
                <a:lnTo>
                  <a:pt x="2743" y="5152"/>
                </a:lnTo>
                <a:lnTo>
                  <a:pt x="2956" y="3868"/>
                </a:lnTo>
                <a:lnTo>
                  <a:pt x="3168" y="2583"/>
                </a:lnTo>
                <a:lnTo>
                  <a:pt x="3384" y="1294"/>
                </a:lnTo>
                <a:lnTo>
                  <a:pt x="3600" y="0"/>
                </a:lnTo>
                <a:close/>
              </a:path>
            </a:pathLst>
          </a:custGeom>
          <a:solidFill>
            <a:srgbClr val="EBE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4" name="contour_07302"/>
          <p:cNvSpPr/>
          <p:nvPr/>
        </p:nvSpPr>
        <p:spPr>
          <a:xfrm>
            <a:off x="1803221" y="4706213"/>
            <a:ext cx="72880" cy="52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73" y="143"/>
                </a:moveTo>
                <a:lnTo>
                  <a:pt x="17157" y="274"/>
                </a:lnTo>
                <a:lnTo>
                  <a:pt x="18639" y="420"/>
                </a:lnTo>
                <a:lnTo>
                  <a:pt x="20118" y="581"/>
                </a:lnTo>
                <a:lnTo>
                  <a:pt x="21600" y="748"/>
                </a:lnTo>
                <a:lnTo>
                  <a:pt x="21600" y="2517"/>
                </a:lnTo>
                <a:lnTo>
                  <a:pt x="21600" y="4293"/>
                </a:lnTo>
                <a:lnTo>
                  <a:pt x="21600" y="6074"/>
                </a:lnTo>
                <a:lnTo>
                  <a:pt x="21600" y="7870"/>
                </a:lnTo>
                <a:lnTo>
                  <a:pt x="21600" y="9684"/>
                </a:lnTo>
                <a:lnTo>
                  <a:pt x="20933" y="9768"/>
                </a:lnTo>
                <a:lnTo>
                  <a:pt x="18917" y="10021"/>
                </a:lnTo>
                <a:lnTo>
                  <a:pt x="16118" y="10495"/>
                </a:lnTo>
                <a:lnTo>
                  <a:pt x="13913" y="10894"/>
                </a:lnTo>
                <a:lnTo>
                  <a:pt x="12206" y="11254"/>
                </a:lnTo>
                <a:lnTo>
                  <a:pt x="10897" y="11618"/>
                </a:lnTo>
                <a:lnTo>
                  <a:pt x="9884" y="12020"/>
                </a:lnTo>
                <a:lnTo>
                  <a:pt x="9070" y="12505"/>
                </a:lnTo>
                <a:lnTo>
                  <a:pt x="8353" y="13113"/>
                </a:lnTo>
                <a:lnTo>
                  <a:pt x="7636" y="13882"/>
                </a:lnTo>
                <a:lnTo>
                  <a:pt x="6817" y="14853"/>
                </a:lnTo>
                <a:lnTo>
                  <a:pt x="6132" y="16345"/>
                </a:lnTo>
                <a:lnTo>
                  <a:pt x="5644" y="17546"/>
                </a:lnTo>
                <a:lnTo>
                  <a:pt x="5117" y="19086"/>
                </a:lnTo>
                <a:lnTo>
                  <a:pt x="4320" y="21600"/>
                </a:lnTo>
                <a:lnTo>
                  <a:pt x="4320" y="19831"/>
                </a:lnTo>
                <a:lnTo>
                  <a:pt x="4320" y="18055"/>
                </a:lnTo>
                <a:lnTo>
                  <a:pt x="4320" y="16271"/>
                </a:lnTo>
                <a:lnTo>
                  <a:pt x="4320" y="14477"/>
                </a:lnTo>
                <a:lnTo>
                  <a:pt x="4320" y="12663"/>
                </a:lnTo>
                <a:lnTo>
                  <a:pt x="2892" y="12663"/>
                </a:lnTo>
                <a:lnTo>
                  <a:pt x="1456" y="12663"/>
                </a:lnTo>
                <a:lnTo>
                  <a:pt x="0" y="12663"/>
                </a:lnTo>
                <a:lnTo>
                  <a:pt x="501" y="9672"/>
                </a:lnTo>
                <a:lnTo>
                  <a:pt x="1162" y="7182"/>
                </a:lnTo>
                <a:lnTo>
                  <a:pt x="1979" y="5148"/>
                </a:lnTo>
                <a:lnTo>
                  <a:pt x="2944" y="3524"/>
                </a:lnTo>
                <a:lnTo>
                  <a:pt x="4059" y="2270"/>
                </a:lnTo>
                <a:lnTo>
                  <a:pt x="5316" y="1341"/>
                </a:lnTo>
                <a:lnTo>
                  <a:pt x="6713" y="694"/>
                </a:lnTo>
                <a:lnTo>
                  <a:pt x="8249" y="283"/>
                </a:lnTo>
                <a:lnTo>
                  <a:pt x="9914" y="66"/>
                </a:lnTo>
                <a:lnTo>
                  <a:pt x="11712" y="0"/>
                </a:lnTo>
                <a:lnTo>
                  <a:pt x="13632" y="39"/>
                </a:lnTo>
                <a:lnTo>
                  <a:pt x="15673" y="143"/>
                </a:lnTo>
                <a:close/>
              </a:path>
            </a:pathLst>
          </a:custGeom>
          <a:solidFill>
            <a:srgbClr val="BBAC84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5" name="contour_07303"/>
          <p:cNvSpPr/>
          <p:nvPr/>
        </p:nvSpPr>
        <p:spPr>
          <a:xfrm>
            <a:off x="4026058" y="4700529"/>
            <a:ext cx="58304" cy="585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53" y="0"/>
                </a:moveTo>
                <a:lnTo>
                  <a:pt x="13184" y="368"/>
                </a:lnTo>
                <a:lnTo>
                  <a:pt x="14890" y="772"/>
                </a:lnTo>
                <a:lnTo>
                  <a:pt x="16578" y="1210"/>
                </a:lnTo>
                <a:lnTo>
                  <a:pt x="18252" y="1689"/>
                </a:lnTo>
                <a:lnTo>
                  <a:pt x="19923" y="2208"/>
                </a:lnTo>
                <a:lnTo>
                  <a:pt x="21600" y="2773"/>
                </a:lnTo>
                <a:lnTo>
                  <a:pt x="21368" y="4908"/>
                </a:lnTo>
                <a:lnTo>
                  <a:pt x="21103" y="6829"/>
                </a:lnTo>
                <a:lnTo>
                  <a:pt x="20752" y="8577"/>
                </a:lnTo>
                <a:lnTo>
                  <a:pt x="20266" y="10191"/>
                </a:lnTo>
                <a:lnTo>
                  <a:pt x="19591" y="11710"/>
                </a:lnTo>
                <a:lnTo>
                  <a:pt x="18673" y="13182"/>
                </a:lnTo>
                <a:lnTo>
                  <a:pt x="17461" y="14645"/>
                </a:lnTo>
                <a:lnTo>
                  <a:pt x="15903" y="16137"/>
                </a:lnTo>
                <a:lnTo>
                  <a:pt x="13460" y="17679"/>
                </a:lnTo>
                <a:lnTo>
                  <a:pt x="11637" y="18808"/>
                </a:lnTo>
                <a:lnTo>
                  <a:pt x="10252" y="19620"/>
                </a:lnTo>
                <a:lnTo>
                  <a:pt x="9121" y="20209"/>
                </a:lnTo>
                <a:lnTo>
                  <a:pt x="8057" y="20672"/>
                </a:lnTo>
                <a:lnTo>
                  <a:pt x="6877" y="21102"/>
                </a:lnTo>
                <a:lnTo>
                  <a:pt x="5400" y="21600"/>
                </a:lnTo>
                <a:lnTo>
                  <a:pt x="3553" y="20914"/>
                </a:lnTo>
                <a:lnTo>
                  <a:pt x="2376" y="20403"/>
                </a:lnTo>
                <a:lnTo>
                  <a:pt x="1361" y="19819"/>
                </a:lnTo>
                <a:lnTo>
                  <a:pt x="0" y="18910"/>
                </a:lnTo>
                <a:lnTo>
                  <a:pt x="502" y="17286"/>
                </a:lnTo>
                <a:lnTo>
                  <a:pt x="1029" y="15667"/>
                </a:lnTo>
                <a:lnTo>
                  <a:pt x="1571" y="14053"/>
                </a:lnTo>
                <a:lnTo>
                  <a:pt x="2130" y="12445"/>
                </a:lnTo>
                <a:lnTo>
                  <a:pt x="2700" y="10842"/>
                </a:lnTo>
                <a:lnTo>
                  <a:pt x="3151" y="9341"/>
                </a:lnTo>
                <a:lnTo>
                  <a:pt x="3607" y="7816"/>
                </a:lnTo>
                <a:lnTo>
                  <a:pt x="4828" y="4575"/>
                </a:lnTo>
                <a:lnTo>
                  <a:pt x="5791" y="2399"/>
                </a:lnTo>
                <a:lnTo>
                  <a:pt x="6718" y="1070"/>
                </a:lnTo>
                <a:lnTo>
                  <a:pt x="7827" y="374"/>
                </a:lnTo>
                <a:lnTo>
                  <a:pt x="9331" y="89"/>
                </a:lnTo>
                <a:lnTo>
                  <a:pt x="11453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6" name="contour_07304"/>
          <p:cNvSpPr/>
          <p:nvPr/>
        </p:nvSpPr>
        <p:spPr>
          <a:xfrm>
            <a:off x="9863739" y="4662412"/>
            <a:ext cx="94744" cy="674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9"/>
                </a:moveTo>
                <a:lnTo>
                  <a:pt x="21600" y="1766"/>
                </a:lnTo>
                <a:lnTo>
                  <a:pt x="21600" y="2941"/>
                </a:lnTo>
                <a:lnTo>
                  <a:pt x="20658" y="2806"/>
                </a:lnTo>
                <a:lnTo>
                  <a:pt x="19711" y="2668"/>
                </a:lnTo>
                <a:lnTo>
                  <a:pt x="18750" y="2531"/>
                </a:lnTo>
                <a:lnTo>
                  <a:pt x="17559" y="2419"/>
                </a:lnTo>
                <a:lnTo>
                  <a:pt x="16389" y="2332"/>
                </a:lnTo>
                <a:lnTo>
                  <a:pt x="15235" y="2276"/>
                </a:lnTo>
                <a:lnTo>
                  <a:pt x="14088" y="2260"/>
                </a:lnTo>
                <a:lnTo>
                  <a:pt x="12947" y="2286"/>
                </a:lnTo>
                <a:lnTo>
                  <a:pt x="11804" y="2360"/>
                </a:lnTo>
                <a:lnTo>
                  <a:pt x="10654" y="2491"/>
                </a:lnTo>
                <a:lnTo>
                  <a:pt x="9491" y="2682"/>
                </a:lnTo>
                <a:lnTo>
                  <a:pt x="8308" y="2941"/>
                </a:lnTo>
                <a:lnTo>
                  <a:pt x="7678" y="4378"/>
                </a:lnTo>
                <a:lnTo>
                  <a:pt x="7244" y="5719"/>
                </a:lnTo>
                <a:lnTo>
                  <a:pt x="6970" y="7039"/>
                </a:lnTo>
                <a:lnTo>
                  <a:pt x="6814" y="8410"/>
                </a:lnTo>
                <a:lnTo>
                  <a:pt x="6739" y="9906"/>
                </a:lnTo>
                <a:lnTo>
                  <a:pt x="6704" y="11597"/>
                </a:lnTo>
                <a:lnTo>
                  <a:pt x="6663" y="13101"/>
                </a:lnTo>
                <a:lnTo>
                  <a:pt x="6553" y="14253"/>
                </a:lnTo>
                <a:lnTo>
                  <a:pt x="6291" y="15419"/>
                </a:lnTo>
                <a:lnTo>
                  <a:pt x="5795" y="16968"/>
                </a:lnTo>
                <a:lnTo>
                  <a:pt x="4985" y="19268"/>
                </a:lnTo>
                <a:lnTo>
                  <a:pt x="6136" y="19268"/>
                </a:lnTo>
                <a:lnTo>
                  <a:pt x="7289" y="19268"/>
                </a:lnTo>
                <a:lnTo>
                  <a:pt x="8442" y="19268"/>
                </a:lnTo>
                <a:lnTo>
                  <a:pt x="9597" y="19268"/>
                </a:lnTo>
                <a:lnTo>
                  <a:pt x="10757" y="19268"/>
                </a:lnTo>
                <a:lnTo>
                  <a:pt x="11918" y="19268"/>
                </a:lnTo>
                <a:lnTo>
                  <a:pt x="13085" y="19268"/>
                </a:lnTo>
                <a:lnTo>
                  <a:pt x="14256" y="19268"/>
                </a:lnTo>
                <a:lnTo>
                  <a:pt x="15432" y="19268"/>
                </a:lnTo>
                <a:lnTo>
                  <a:pt x="16615" y="19268"/>
                </a:lnTo>
                <a:lnTo>
                  <a:pt x="16615" y="20424"/>
                </a:lnTo>
                <a:lnTo>
                  <a:pt x="16615" y="21600"/>
                </a:lnTo>
                <a:lnTo>
                  <a:pt x="15519" y="21600"/>
                </a:lnTo>
                <a:lnTo>
                  <a:pt x="14422" y="21600"/>
                </a:lnTo>
                <a:lnTo>
                  <a:pt x="13324" y="21600"/>
                </a:lnTo>
                <a:lnTo>
                  <a:pt x="12224" y="21600"/>
                </a:lnTo>
                <a:lnTo>
                  <a:pt x="11122" y="21600"/>
                </a:lnTo>
                <a:lnTo>
                  <a:pt x="10019" y="21600"/>
                </a:lnTo>
                <a:lnTo>
                  <a:pt x="8912" y="21600"/>
                </a:lnTo>
                <a:lnTo>
                  <a:pt x="7803" y="21600"/>
                </a:lnTo>
                <a:lnTo>
                  <a:pt x="6689" y="21600"/>
                </a:lnTo>
                <a:lnTo>
                  <a:pt x="5573" y="21600"/>
                </a:lnTo>
                <a:lnTo>
                  <a:pt x="4450" y="21600"/>
                </a:lnTo>
                <a:lnTo>
                  <a:pt x="3323" y="21600"/>
                </a:lnTo>
                <a:lnTo>
                  <a:pt x="3323" y="20061"/>
                </a:lnTo>
                <a:lnTo>
                  <a:pt x="3323" y="18519"/>
                </a:lnTo>
                <a:lnTo>
                  <a:pt x="3323" y="16970"/>
                </a:lnTo>
                <a:lnTo>
                  <a:pt x="3323" y="15415"/>
                </a:lnTo>
                <a:lnTo>
                  <a:pt x="3323" y="13850"/>
                </a:lnTo>
                <a:lnTo>
                  <a:pt x="3323" y="12271"/>
                </a:lnTo>
                <a:lnTo>
                  <a:pt x="2225" y="12271"/>
                </a:lnTo>
                <a:lnTo>
                  <a:pt x="1120" y="12271"/>
                </a:lnTo>
                <a:lnTo>
                  <a:pt x="0" y="12271"/>
                </a:lnTo>
                <a:lnTo>
                  <a:pt x="7" y="9978"/>
                </a:lnTo>
                <a:lnTo>
                  <a:pt x="60" y="8485"/>
                </a:lnTo>
                <a:lnTo>
                  <a:pt x="201" y="7475"/>
                </a:lnTo>
                <a:lnTo>
                  <a:pt x="475" y="6626"/>
                </a:lnTo>
                <a:lnTo>
                  <a:pt x="929" y="5619"/>
                </a:lnTo>
                <a:lnTo>
                  <a:pt x="1929" y="4480"/>
                </a:lnTo>
                <a:lnTo>
                  <a:pt x="2956" y="3499"/>
                </a:lnTo>
                <a:lnTo>
                  <a:pt x="4004" y="2664"/>
                </a:lnTo>
                <a:lnTo>
                  <a:pt x="5074" y="1964"/>
                </a:lnTo>
                <a:lnTo>
                  <a:pt x="6166" y="1390"/>
                </a:lnTo>
                <a:lnTo>
                  <a:pt x="7278" y="931"/>
                </a:lnTo>
                <a:lnTo>
                  <a:pt x="8406" y="578"/>
                </a:lnTo>
                <a:lnTo>
                  <a:pt x="9551" y="317"/>
                </a:lnTo>
                <a:lnTo>
                  <a:pt x="10710" y="142"/>
                </a:lnTo>
                <a:lnTo>
                  <a:pt x="11883" y="40"/>
                </a:lnTo>
                <a:lnTo>
                  <a:pt x="13070" y="0"/>
                </a:lnTo>
                <a:lnTo>
                  <a:pt x="14266" y="14"/>
                </a:lnTo>
                <a:lnTo>
                  <a:pt x="15472" y="68"/>
                </a:lnTo>
                <a:lnTo>
                  <a:pt x="16687" y="156"/>
                </a:lnTo>
                <a:lnTo>
                  <a:pt x="17908" y="264"/>
                </a:lnTo>
                <a:lnTo>
                  <a:pt x="19136" y="383"/>
                </a:lnTo>
                <a:lnTo>
                  <a:pt x="20367" y="499"/>
                </a:lnTo>
                <a:lnTo>
                  <a:pt x="21600" y="609"/>
                </a:lnTo>
                <a:close/>
              </a:path>
            </a:pathLst>
          </a:custGeom>
          <a:solidFill>
            <a:srgbClr val="C2C4C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7" name="contour_07305"/>
          <p:cNvSpPr/>
          <p:nvPr/>
        </p:nvSpPr>
        <p:spPr>
          <a:xfrm>
            <a:off x="8296821" y="4649739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96" y="0"/>
                </a:lnTo>
                <a:lnTo>
                  <a:pt x="2594" y="0"/>
                </a:lnTo>
                <a:lnTo>
                  <a:pt x="3898" y="0"/>
                </a:lnTo>
                <a:lnTo>
                  <a:pt x="5208" y="0"/>
                </a:lnTo>
                <a:lnTo>
                  <a:pt x="6525" y="0"/>
                </a:lnTo>
                <a:lnTo>
                  <a:pt x="7855" y="0"/>
                </a:lnTo>
                <a:lnTo>
                  <a:pt x="7855" y="2380"/>
                </a:lnTo>
                <a:lnTo>
                  <a:pt x="7855" y="4774"/>
                </a:lnTo>
                <a:lnTo>
                  <a:pt x="7855" y="7200"/>
                </a:lnTo>
                <a:lnTo>
                  <a:pt x="9090" y="8356"/>
                </a:lnTo>
                <a:lnTo>
                  <a:pt x="10352" y="9259"/>
                </a:lnTo>
                <a:lnTo>
                  <a:pt x="11644" y="9929"/>
                </a:lnTo>
                <a:lnTo>
                  <a:pt x="12966" y="10393"/>
                </a:lnTo>
                <a:lnTo>
                  <a:pt x="14321" y="10678"/>
                </a:lnTo>
                <a:lnTo>
                  <a:pt x="15709" y="10800"/>
                </a:lnTo>
                <a:lnTo>
                  <a:pt x="16430" y="8788"/>
                </a:lnTo>
                <a:lnTo>
                  <a:pt x="16875" y="7369"/>
                </a:lnTo>
                <a:lnTo>
                  <a:pt x="17227" y="5864"/>
                </a:lnTo>
                <a:lnTo>
                  <a:pt x="17673" y="3600"/>
                </a:lnTo>
                <a:lnTo>
                  <a:pt x="18971" y="3600"/>
                </a:lnTo>
                <a:lnTo>
                  <a:pt x="20277" y="3600"/>
                </a:lnTo>
                <a:lnTo>
                  <a:pt x="21600" y="3600"/>
                </a:lnTo>
                <a:lnTo>
                  <a:pt x="21600" y="6145"/>
                </a:lnTo>
                <a:lnTo>
                  <a:pt x="21600" y="8694"/>
                </a:lnTo>
                <a:lnTo>
                  <a:pt x="21600" y="11250"/>
                </a:lnTo>
                <a:lnTo>
                  <a:pt x="21600" y="13817"/>
                </a:lnTo>
                <a:lnTo>
                  <a:pt x="21600" y="16394"/>
                </a:lnTo>
                <a:lnTo>
                  <a:pt x="21600" y="18986"/>
                </a:lnTo>
                <a:lnTo>
                  <a:pt x="21600" y="21600"/>
                </a:lnTo>
                <a:lnTo>
                  <a:pt x="20212" y="21244"/>
                </a:lnTo>
                <a:lnTo>
                  <a:pt x="18825" y="20876"/>
                </a:lnTo>
                <a:lnTo>
                  <a:pt x="17439" y="20498"/>
                </a:lnTo>
                <a:lnTo>
                  <a:pt x="16055" y="20110"/>
                </a:lnTo>
                <a:lnTo>
                  <a:pt x="14672" y="19714"/>
                </a:lnTo>
                <a:lnTo>
                  <a:pt x="13288" y="19310"/>
                </a:lnTo>
                <a:lnTo>
                  <a:pt x="11904" y="18900"/>
                </a:lnTo>
                <a:lnTo>
                  <a:pt x="10983" y="18677"/>
                </a:lnTo>
                <a:lnTo>
                  <a:pt x="10056" y="18450"/>
                </a:lnTo>
                <a:lnTo>
                  <a:pt x="9117" y="18223"/>
                </a:lnTo>
                <a:lnTo>
                  <a:pt x="7841" y="17806"/>
                </a:lnTo>
                <a:lnTo>
                  <a:pt x="6623" y="17356"/>
                </a:lnTo>
                <a:lnTo>
                  <a:pt x="5447" y="16830"/>
                </a:lnTo>
                <a:lnTo>
                  <a:pt x="4293" y="16189"/>
                </a:lnTo>
                <a:lnTo>
                  <a:pt x="3136" y="15394"/>
                </a:lnTo>
                <a:lnTo>
                  <a:pt x="1964" y="14400"/>
                </a:lnTo>
                <a:lnTo>
                  <a:pt x="1312" y="11999"/>
                </a:lnTo>
                <a:lnTo>
                  <a:pt x="846" y="9738"/>
                </a:lnTo>
                <a:lnTo>
                  <a:pt x="524" y="7513"/>
                </a:lnTo>
                <a:lnTo>
                  <a:pt x="306" y="5216"/>
                </a:lnTo>
                <a:lnTo>
                  <a:pt x="145" y="2750"/>
                </a:lnTo>
                <a:lnTo>
                  <a:pt x="0" y="0"/>
                </a:lnTo>
                <a:close/>
              </a:path>
            </a:pathLst>
          </a:custGeom>
          <a:solidFill>
            <a:srgbClr val="7A6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8" name="contour_07306"/>
          <p:cNvSpPr/>
          <p:nvPr/>
        </p:nvSpPr>
        <p:spPr>
          <a:xfrm>
            <a:off x="3632506" y="4670422"/>
            <a:ext cx="65592" cy="451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65"/>
                </a:moveTo>
                <a:lnTo>
                  <a:pt x="21473" y="2837"/>
                </a:lnTo>
                <a:lnTo>
                  <a:pt x="21314" y="5064"/>
                </a:lnTo>
                <a:lnTo>
                  <a:pt x="21118" y="7256"/>
                </a:lnTo>
                <a:lnTo>
                  <a:pt x="20873" y="9423"/>
                </a:lnTo>
                <a:lnTo>
                  <a:pt x="20568" y="11574"/>
                </a:lnTo>
                <a:lnTo>
                  <a:pt x="20194" y="13713"/>
                </a:lnTo>
                <a:lnTo>
                  <a:pt x="19740" y="15846"/>
                </a:lnTo>
                <a:lnTo>
                  <a:pt x="19200" y="17990"/>
                </a:lnTo>
                <a:lnTo>
                  <a:pt x="17688" y="19460"/>
                </a:lnTo>
                <a:lnTo>
                  <a:pt x="16193" y="20502"/>
                </a:lnTo>
                <a:lnTo>
                  <a:pt x="14676" y="21171"/>
                </a:lnTo>
                <a:lnTo>
                  <a:pt x="13097" y="21516"/>
                </a:lnTo>
                <a:lnTo>
                  <a:pt x="11419" y="21600"/>
                </a:lnTo>
                <a:lnTo>
                  <a:pt x="9600" y="21475"/>
                </a:lnTo>
                <a:lnTo>
                  <a:pt x="8134" y="20690"/>
                </a:lnTo>
                <a:lnTo>
                  <a:pt x="6715" y="19833"/>
                </a:lnTo>
                <a:lnTo>
                  <a:pt x="5333" y="18910"/>
                </a:lnTo>
                <a:lnTo>
                  <a:pt x="3982" y="17909"/>
                </a:lnTo>
                <a:lnTo>
                  <a:pt x="2647" y="16843"/>
                </a:lnTo>
                <a:lnTo>
                  <a:pt x="1322" y="15710"/>
                </a:lnTo>
                <a:lnTo>
                  <a:pt x="0" y="14505"/>
                </a:lnTo>
                <a:lnTo>
                  <a:pt x="1375" y="12069"/>
                </a:lnTo>
                <a:lnTo>
                  <a:pt x="2705" y="9863"/>
                </a:lnTo>
                <a:lnTo>
                  <a:pt x="4006" y="7887"/>
                </a:lnTo>
                <a:lnTo>
                  <a:pt x="5297" y="6137"/>
                </a:lnTo>
                <a:lnTo>
                  <a:pt x="6598" y="4611"/>
                </a:lnTo>
                <a:lnTo>
                  <a:pt x="7922" y="3304"/>
                </a:lnTo>
                <a:lnTo>
                  <a:pt x="9290" y="2220"/>
                </a:lnTo>
                <a:lnTo>
                  <a:pt x="10721" y="1352"/>
                </a:lnTo>
                <a:lnTo>
                  <a:pt x="12230" y="697"/>
                </a:lnTo>
                <a:lnTo>
                  <a:pt x="13836" y="254"/>
                </a:lnTo>
                <a:lnTo>
                  <a:pt x="15559" y="21"/>
                </a:lnTo>
                <a:lnTo>
                  <a:pt x="17417" y="0"/>
                </a:lnTo>
                <a:lnTo>
                  <a:pt x="19423" y="181"/>
                </a:lnTo>
                <a:lnTo>
                  <a:pt x="21600" y="565"/>
                </a:lnTo>
                <a:close/>
              </a:path>
            </a:pathLst>
          </a:custGeom>
          <a:solidFill>
            <a:srgbClr val="EB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09" name="contour_07307"/>
          <p:cNvSpPr/>
          <p:nvPr/>
        </p:nvSpPr>
        <p:spPr>
          <a:xfrm>
            <a:off x="2072876" y="4646750"/>
            <a:ext cx="51016" cy="61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53"/>
                </a:moveTo>
                <a:lnTo>
                  <a:pt x="2320" y="614"/>
                </a:lnTo>
                <a:lnTo>
                  <a:pt x="4539" y="275"/>
                </a:lnTo>
                <a:lnTo>
                  <a:pt x="6696" y="59"/>
                </a:lnTo>
                <a:lnTo>
                  <a:pt x="8825" y="0"/>
                </a:lnTo>
                <a:lnTo>
                  <a:pt x="10967" y="128"/>
                </a:lnTo>
                <a:lnTo>
                  <a:pt x="13154" y="467"/>
                </a:lnTo>
                <a:lnTo>
                  <a:pt x="15429" y="1053"/>
                </a:lnTo>
                <a:lnTo>
                  <a:pt x="16354" y="2638"/>
                </a:lnTo>
                <a:lnTo>
                  <a:pt x="17218" y="4256"/>
                </a:lnTo>
                <a:lnTo>
                  <a:pt x="18011" y="5910"/>
                </a:lnTo>
                <a:lnTo>
                  <a:pt x="18733" y="7590"/>
                </a:lnTo>
                <a:lnTo>
                  <a:pt x="19381" y="9295"/>
                </a:lnTo>
                <a:lnTo>
                  <a:pt x="19952" y="11021"/>
                </a:lnTo>
                <a:lnTo>
                  <a:pt x="20443" y="12765"/>
                </a:lnTo>
                <a:lnTo>
                  <a:pt x="20853" y="14522"/>
                </a:lnTo>
                <a:lnTo>
                  <a:pt x="21174" y="16286"/>
                </a:lnTo>
                <a:lnTo>
                  <a:pt x="21409" y="18058"/>
                </a:lnTo>
                <a:lnTo>
                  <a:pt x="21551" y="19830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171" y="19784"/>
                </a:lnTo>
                <a:lnTo>
                  <a:pt x="6171" y="17966"/>
                </a:lnTo>
                <a:lnTo>
                  <a:pt x="6171" y="16142"/>
                </a:lnTo>
                <a:lnTo>
                  <a:pt x="6171" y="14311"/>
                </a:lnTo>
                <a:lnTo>
                  <a:pt x="6171" y="12472"/>
                </a:lnTo>
                <a:lnTo>
                  <a:pt x="6171" y="10623"/>
                </a:lnTo>
                <a:lnTo>
                  <a:pt x="6171" y="8758"/>
                </a:lnTo>
                <a:lnTo>
                  <a:pt x="4132" y="8758"/>
                </a:lnTo>
                <a:lnTo>
                  <a:pt x="2080" y="8758"/>
                </a:lnTo>
                <a:lnTo>
                  <a:pt x="0" y="8758"/>
                </a:lnTo>
                <a:lnTo>
                  <a:pt x="0" y="7233"/>
                </a:lnTo>
                <a:lnTo>
                  <a:pt x="0" y="5702"/>
                </a:lnTo>
                <a:lnTo>
                  <a:pt x="0" y="4166"/>
                </a:lnTo>
                <a:lnTo>
                  <a:pt x="0" y="2617"/>
                </a:lnTo>
                <a:lnTo>
                  <a:pt x="0" y="1053"/>
                </a:lnTo>
                <a:close/>
              </a:path>
            </a:pathLst>
          </a:custGeom>
          <a:solidFill>
            <a:srgbClr val="A9AAAC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0" name="contour_07308"/>
          <p:cNvSpPr/>
          <p:nvPr/>
        </p:nvSpPr>
        <p:spPr>
          <a:xfrm>
            <a:off x="8505965" y="4657027"/>
            <a:ext cx="75088" cy="653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21" y="0"/>
                </a:moveTo>
                <a:lnTo>
                  <a:pt x="9229" y="1669"/>
                </a:lnTo>
                <a:lnTo>
                  <a:pt x="9436" y="3340"/>
                </a:lnTo>
                <a:lnTo>
                  <a:pt x="9644" y="5011"/>
                </a:lnTo>
                <a:lnTo>
                  <a:pt x="9853" y="6685"/>
                </a:lnTo>
                <a:lnTo>
                  <a:pt x="10061" y="8365"/>
                </a:lnTo>
                <a:lnTo>
                  <a:pt x="10271" y="10049"/>
                </a:lnTo>
                <a:lnTo>
                  <a:pt x="10480" y="11739"/>
                </a:lnTo>
                <a:lnTo>
                  <a:pt x="10692" y="13437"/>
                </a:lnTo>
                <a:lnTo>
                  <a:pt x="10904" y="15142"/>
                </a:lnTo>
                <a:lnTo>
                  <a:pt x="11118" y="16856"/>
                </a:lnTo>
                <a:lnTo>
                  <a:pt x="12600" y="16856"/>
                </a:lnTo>
                <a:lnTo>
                  <a:pt x="14084" y="16856"/>
                </a:lnTo>
                <a:lnTo>
                  <a:pt x="15573" y="16856"/>
                </a:lnTo>
                <a:lnTo>
                  <a:pt x="17067" y="16856"/>
                </a:lnTo>
                <a:lnTo>
                  <a:pt x="18568" y="16856"/>
                </a:lnTo>
                <a:lnTo>
                  <a:pt x="20078" y="16856"/>
                </a:lnTo>
                <a:lnTo>
                  <a:pt x="21600" y="16856"/>
                </a:lnTo>
                <a:lnTo>
                  <a:pt x="19277" y="18472"/>
                </a:lnTo>
                <a:lnTo>
                  <a:pt x="17485" y="19683"/>
                </a:lnTo>
                <a:lnTo>
                  <a:pt x="16103" y="20545"/>
                </a:lnTo>
                <a:lnTo>
                  <a:pt x="15002" y="21114"/>
                </a:lnTo>
                <a:lnTo>
                  <a:pt x="14061" y="21441"/>
                </a:lnTo>
                <a:lnTo>
                  <a:pt x="13153" y="21586"/>
                </a:lnTo>
                <a:lnTo>
                  <a:pt x="12153" y="21600"/>
                </a:lnTo>
                <a:lnTo>
                  <a:pt x="10937" y="21540"/>
                </a:lnTo>
                <a:lnTo>
                  <a:pt x="9843" y="21224"/>
                </a:lnTo>
                <a:lnTo>
                  <a:pt x="8977" y="20947"/>
                </a:lnTo>
                <a:lnTo>
                  <a:pt x="8048" y="20603"/>
                </a:lnTo>
                <a:lnTo>
                  <a:pt x="6763" y="20078"/>
                </a:lnTo>
                <a:lnTo>
                  <a:pt x="4828" y="19264"/>
                </a:lnTo>
                <a:lnTo>
                  <a:pt x="3688" y="18797"/>
                </a:lnTo>
                <a:lnTo>
                  <a:pt x="2526" y="18323"/>
                </a:lnTo>
                <a:lnTo>
                  <a:pt x="1172" y="17191"/>
                </a:lnTo>
                <a:lnTo>
                  <a:pt x="518" y="16110"/>
                </a:lnTo>
                <a:lnTo>
                  <a:pt x="4" y="14157"/>
                </a:lnTo>
                <a:lnTo>
                  <a:pt x="0" y="12553"/>
                </a:lnTo>
                <a:lnTo>
                  <a:pt x="21" y="10995"/>
                </a:lnTo>
                <a:lnTo>
                  <a:pt x="82" y="9461"/>
                </a:lnTo>
                <a:lnTo>
                  <a:pt x="195" y="7932"/>
                </a:lnTo>
                <a:lnTo>
                  <a:pt x="375" y="6391"/>
                </a:lnTo>
                <a:lnTo>
                  <a:pt x="635" y="4816"/>
                </a:lnTo>
                <a:lnTo>
                  <a:pt x="2346" y="3032"/>
                </a:lnTo>
                <a:lnTo>
                  <a:pt x="3642" y="1755"/>
                </a:lnTo>
                <a:lnTo>
                  <a:pt x="4669" y="898"/>
                </a:lnTo>
                <a:lnTo>
                  <a:pt x="5572" y="378"/>
                </a:lnTo>
                <a:lnTo>
                  <a:pt x="6503" y="113"/>
                </a:lnTo>
                <a:lnTo>
                  <a:pt x="7602" y="14"/>
                </a:lnTo>
                <a:lnTo>
                  <a:pt x="9021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1" name="contour_07309"/>
          <p:cNvSpPr/>
          <p:nvPr/>
        </p:nvSpPr>
        <p:spPr>
          <a:xfrm>
            <a:off x="10286443" y="4620587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20511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9081" y="21206"/>
                </a:lnTo>
                <a:lnTo>
                  <a:pt x="17150" y="20890"/>
                </a:lnTo>
                <a:lnTo>
                  <a:pt x="15679" y="20623"/>
                </a:lnTo>
                <a:lnTo>
                  <a:pt x="14543" y="20371"/>
                </a:lnTo>
                <a:lnTo>
                  <a:pt x="13612" y="20104"/>
                </a:lnTo>
                <a:lnTo>
                  <a:pt x="12763" y="19794"/>
                </a:lnTo>
                <a:lnTo>
                  <a:pt x="11867" y="19402"/>
                </a:lnTo>
                <a:lnTo>
                  <a:pt x="10800" y="18900"/>
                </a:lnTo>
                <a:lnTo>
                  <a:pt x="10476" y="16810"/>
                </a:lnTo>
                <a:lnTo>
                  <a:pt x="10314" y="15344"/>
                </a:lnTo>
                <a:lnTo>
                  <a:pt x="10314" y="14113"/>
                </a:lnTo>
                <a:lnTo>
                  <a:pt x="10476" y="12728"/>
                </a:lnTo>
                <a:lnTo>
                  <a:pt x="10800" y="10800"/>
                </a:lnTo>
                <a:lnTo>
                  <a:pt x="9258" y="10557"/>
                </a:lnTo>
                <a:lnTo>
                  <a:pt x="8150" y="10436"/>
                </a:lnTo>
                <a:lnTo>
                  <a:pt x="7165" y="10436"/>
                </a:lnTo>
                <a:lnTo>
                  <a:pt x="5992" y="10557"/>
                </a:lnTo>
                <a:lnTo>
                  <a:pt x="4320" y="10800"/>
                </a:lnTo>
                <a:lnTo>
                  <a:pt x="3590" y="12809"/>
                </a:lnTo>
                <a:lnTo>
                  <a:pt x="3113" y="14234"/>
                </a:lnTo>
                <a:lnTo>
                  <a:pt x="2784" y="15466"/>
                </a:lnTo>
                <a:lnTo>
                  <a:pt x="2501" y="16891"/>
                </a:lnTo>
                <a:lnTo>
                  <a:pt x="2160" y="18900"/>
                </a:lnTo>
                <a:lnTo>
                  <a:pt x="1804" y="17118"/>
                </a:lnTo>
                <a:lnTo>
                  <a:pt x="1447" y="15333"/>
                </a:lnTo>
                <a:lnTo>
                  <a:pt x="1089" y="13540"/>
                </a:lnTo>
                <a:lnTo>
                  <a:pt x="728" y="11740"/>
                </a:lnTo>
                <a:lnTo>
                  <a:pt x="365" y="9928"/>
                </a:lnTo>
                <a:lnTo>
                  <a:pt x="0" y="8100"/>
                </a:lnTo>
                <a:lnTo>
                  <a:pt x="1639" y="7573"/>
                </a:lnTo>
                <a:lnTo>
                  <a:pt x="3210" y="7120"/>
                </a:lnTo>
                <a:lnTo>
                  <a:pt x="4724" y="6739"/>
                </a:lnTo>
                <a:lnTo>
                  <a:pt x="6193" y="6439"/>
                </a:lnTo>
                <a:lnTo>
                  <a:pt x="7631" y="6223"/>
                </a:lnTo>
                <a:lnTo>
                  <a:pt x="9048" y="6099"/>
                </a:lnTo>
                <a:lnTo>
                  <a:pt x="10459" y="6067"/>
                </a:lnTo>
                <a:lnTo>
                  <a:pt x="11874" y="6132"/>
                </a:lnTo>
                <a:lnTo>
                  <a:pt x="13303" y="6299"/>
                </a:lnTo>
                <a:lnTo>
                  <a:pt x="14764" y="6577"/>
                </a:lnTo>
                <a:lnTo>
                  <a:pt x="16265" y="6966"/>
                </a:lnTo>
                <a:lnTo>
                  <a:pt x="17820" y="7471"/>
                </a:lnTo>
                <a:lnTo>
                  <a:pt x="19440" y="8100"/>
                </a:lnTo>
                <a:lnTo>
                  <a:pt x="19440" y="6496"/>
                </a:lnTo>
                <a:lnTo>
                  <a:pt x="19440" y="4887"/>
                </a:lnTo>
                <a:lnTo>
                  <a:pt x="19440" y="3272"/>
                </a:lnTo>
                <a:lnTo>
                  <a:pt x="19440" y="1644"/>
                </a:lnTo>
                <a:lnTo>
                  <a:pt x="19440" y="0"/>
                </a:lnTo>
                <a:close/>
              </a:path>
            </a:pathLst>
          </a:custGeom>
          <a:solidFill>
            <a:srgbClr val="8C8F92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2" name="contour_07310"/>
          <p:cNvSpPr/>
          <p:nvPr/>
        </p:nvSpPr>
        <p:spPr>
          <a:xfrm>
            <a:off x="9704234" y="4612446"/>
            <a:ext cx="50185" cy="518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5"/>
                </a:moveTo>
                <a:lnTo>
                  <a:pt x="21600" y="2458"/>
                </a:lnTo>
                <a:lnTo>
                  <a:pt x="21600" y="4565"/>
                </a:lnTo>
                <a:lnTo>
                  <a:pt x="21600" y="6671"/>
                </a:lnTo>
                <a:lnTo>
                  <a:pt x="21600" y="8780"/>
                </a:lnTo>
                <a:lnTo>
                  <a:pt x="21600" y="10899"/>
                </a:lnTo>
                <a:lnTo>
                  <a:pt x="21600" y="13020"/>
                </a:lnTo>
                <a:lnTo>
                  <a:pt x="21600" y="15151"/>
                </a:lnTo>
                <a:lnTo>
                  <a:pt x="21600" y="17290"/>
                </a:lnTo>
                <a:lnTo>
                  <a:pt x="21600" y="19439"/>
                </a:lnTo>
                <a:lnTo>
                  <a:pt x="21600" y="21600"/>
                </a:lnTo>
                <a:lnTo>
                  <a:pt x="17268" y="21045"/>
                </a:lnTo>
                <a:lnTo>
                  <a:pt x="13774" y="20565"/>
                </a:lnTo>
                <a:lnTo>
                  <a:pt x="10991" y="20125"/>
                </a:lnTo>
                <a:lnTo>
                  <a:pt x="8802" y="19676"/>
                </a:lnTo>
                <a:lnTo>
                  <a:pt x="7080" y="19175"/>
                </a:lnTo>
                <a:lnTo>
                  <a:pt x="5703" y="18580"/>
                </a:lnTo>
                <a:lnTo>
                  <a:pt x="4548" y="17846"/>
                </a:lnTo>
                <a:lnTo>
                  <a:pt x="3498" y="16932"/>
                </a:lnTo>
                <a:lnTo>
                  <a:pt x="2425" y="15797"/>
                </a:lnTo>
                <a:lnTo>
                  <a:pt x="1211" y="14392"/>
                </a:lnTo>
                <a:lnTo>
                  <a:pt x="323" y="11500"/>
                </a:lnTo>
                <a:lnTo>
                  <a:pt x="0" y="9748"/>
                </a:lnTo>
                <a:lnTo>
                  <a:pt x="213" y="8431"/>
                </a:lnTo>
                <a:lnTo>
                  <a:pt x="941" y="6841"/>
                </a:lnTo>
                <a:lnTo>
                  <a:pt x="2792" y="4929"/>
                </a:lnTo>
                <a:lnTo>
                  <a:pt x="4608" y="3381"/>
                </a:lnTo>
                <a:lnTo>
                  <a:pt x="6424" y="2167"/>
                </a:lnTo>
                <a:lnTo>
                  <a:pt x="8262" y="1260"/>
                </a:lnTo>
                <a:lnTo>
                  <a:pt x="10163" y="619"/>
                </a:lnTo>
                <a:lnTo>
                  <a:pt x="12149" y="215"/>
                </a:lnTo>
                <a:lnTo>
                  <a:pt x="14257" y="21"/>
                </a:lnTo>
                <a:lnTo>
                  <a:pt x="16512" y="0"/>
                </a:lnTo>
                <a:lnTo>
                  <a:pt x="18953" y="121"/>
                </a:lnTo>
                <a:lnTo>
                  <a:pt x="21600" y="355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3" name="contour_07311"/>
          <p:cNvSpPr/>
          <p:nvPr/>
        </p:nvSpPr>
        <p:spPr>
          <a:xfrm>
            <a:off x="1380517" y="4584147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116" y="0"/>
                </a:lnTo>
                <a:lnTo>
                  <a:pt x="12422" y="0"/>
                </a:lnTo>
                <a:lnTo>
                  <a:pt x="13745" y="0"/>
                </a:lnTo>
                <a:lnTo>
                  <a:pt x="13582" y="1026"/>
                </a:lnTo>
                <a:lnTo>
                  <a:pt x="13419" y="2058"/>
                </a:lnTo>
                <a:lnTo>
                  <a:pt x="13255" y="3106"/>
                </a:lnTo>
                <a:lnTo>
                  <a:pt x="13418" y="4221"/>
                </a:lnTo>
                <a:lnTo>
                  <a:pt x="13581" y="5342"/>
                </a:lnTo>
                <a:lnTo>
                  <a:pt x="13745" y="6480"/>
                </a:lnTo>
                <a:lnTo>
                  <a:pt x="14957" y="6998"/>
                </a:lnTo>
                <a:lnTo>
                  <a:pt x="16155" y="7400"/>
                </a:lnTo>
                <a:lnTo>
                  <a:pt x="17359" y="7713"/>
                </a:lnTo>
                <a:lnTo>
                  <a:pt x="18594" y="7964"/>
                </a:lnTo>
                <a:lnTo>
                  <a:pt x="19882" y="8184"/>
                </a:lnTo>
                <a:lnTo>
                  <a:pt x="20734" y="8411"/>
                </a:lnTo>
                <a:lnTo>
                  <a:pt x="21600" y="8640"/>
                </a:lnTo>
                <a:lnTo>
                  <a:pt x="21600" y="9711"/>
                </a:lnTo>
                <a:lnTo>
                  <a:pt x="21600" y="10800"/>
                </a:lnTo>
                <a:lnTo>
                  <a:pt x="20479" y="11025"/>
                </a:lnTo>
                <a:lnTo>
                  <a:pt x="19644" y="11169"/>
                </a:lnTo>
                <a:lnTo>
                  <a:pt x="18684" y="11299"/>
                </a:lnTo>
                <a:lnTo>
                  <a:pt x="17182" y="11474"/>
                </a:lnTo>
                <a:lnTo>
                  <a:pt x="15613" y="11832"/>
                </a:lnTo>
                <a:lnTo>
                  <a:pt x="14203" y="12290"/>
                </a:lnTo>
                <a:lnTo>
                  <a:pt x="12927" y="12850"/>
                </a:lnTo>
                <a:lnTo>
                  <a:pt x="11762" y="13511"/>
                </a:lnTo>
                <a:lnTo>
                  <a:pt x="10682" y="14280"/>
                </a:lnTo>
                <a:lnTo>
                  <a:pt x="9663" y="15155"/>
                </a:lnTo>
                <a:lnTo>
                  <a:pt x="8677" y="16142"/>
                </a:lnTo>
                <a:lnTo>
                  <a:pt x="7703" y="17241"/>
                </a:lnTo>
                <a:lnTo>
                  <a:pt x="6714" y="18455"/>
                </a:lnTo>
                <a:lnTo>
                  <a:pt x="5685" y="19786"/>
                </a:lnTo>
                <a:lnTo>
                  <a:pt x="4795" y="20671"/>
                </a:lnTo>
                <a:lnTo>
                  <a:pt x="4055" y="21209"/>
                </a:lnTo>
                <a:lnTo>
                  <a:pt x="3191" y="21483"/>
                </a:lnTo>
                <a:lnTo>
                  <a:pt x="1930" y="21585"/>
                </a:lnTo>
                <a:lnTo>
                  <a:pt x="0" y="21600"/>
                </a:lnTo>
                <a:lnTo>
                  <a:pt x="369" y="20058"/>
                </a:lnTo>
                <a:lnTo>
                  <a:pt x="656" y="18950"/>
                </a:lnTo>
                <a:lnTo>
                  <a:pt x="954" y="17965"/>
                </a:lnTo>
                <a:lnTo>
                  <a:pt x="1359" y="16792"/>
                </a:lnTo>
                <a:lnTo>
                  <a:pt x="1964" y="15120"/>
                </a:lnTo>
                <a:lnTo>
                  <a:pt x="2916" y="14684"/>
                </a:lnTo>
                <a:lnTo>
                  <a:pt x="3882" y="14243"/>
                </a:lnTo>
                <a:lnTo>
                  <a:pt x="5060" y="13455"/>
                </a:lnTo>
                <a:lnTo>
                  <a:pt x="5777" y="12740"/>
                </a:lnTo>
                <a:lnTo>
                  <a:pt x="6325" y="11694"/>
                </a:lnTo>
                <a:lnTo>
                  <a:pt x="6994" y="9914"/>
                </a:lnTo>
                <a:lnTo>
                  <a:pt x="7340" y="8484"/>
                </a:lnTo>
                <a:lnTo>
                  <a:pt x="7684" y="7052"/>
                </a:lnTo>
                <a:lnTo>
                  <a:pt x="8027" y="5622"/>
                </a:lnTo>
                <a:lnTo>
                  <a:pt x="8371" y="4190"/>
                </a:lnTo>
                <a:lnTo>
                  <a:pt x="8715" y="2758"/>
                </a:lnTo>
                <a:lnTo>
                  <a:pt x="9262" y="1389"/>
                </a:lnTo>
                <a:lnTo>
                  <a:pt x="9818" y="0"/>
                </a:lnTo>
                <a:close/>
              </a:path>
            </a:pathLst>
          </a:custGeom>
          <a:solidFill>
            <a:srgbClr val="69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4" name="contour_07312"/>
          <p:cNvSpPr/>
          <p:nvPr/>
        </p:nvSpPr>
        <p:spPr>
          <a:xfrm>
            <a:off x="8260381" y="4569724"/>
            <a:ext cx="72880" cy="518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73"/>
                </a:moveTo>
                <a:lnTo>
                  <a:pt x="21600" y="4979"/>
                </a:lnTo>
                <a:lnTo>
                  <a:pt x="21600" y="6999"/>
                </a:lnTo>
                <a:lnTo>
                  <a:pt x="21600" y="9045"/>
                </a:lnTo>
                <a:lnTo>
                  <a:pt x="20276" y="9595"/>
                </a:lnTo>
                <a:lnTo>
                  <a:pt x="19302" y="9916"/>
                </a:lnTo>
                <a:lnTo>
                  <a:pt x="18194" y="10135"/>
                </a:lnTo>
                <a:lnTo>
                  <a:pt x="16470" y="10375"/>
                </a:lnTo>
                <a:lnTo>
                  <a:pt x="14692" y="10761"/>
                </a:lnTo>
                <a:lnTo>
                  <a:pt x="13509" y="11067"/>
                </a:lnTo>
                <a:lnTo>
                  <a:pt x="12388" y="11453"/>
                </a:lnTo>
                <a:lnTo>
                  <a:pt x="10800" y="12081"/>
                </a:lnTo>
                <a:lnTo>
                  <a:pt x="9768" y="14100"/>
                </a:lnTo>
                <a:lnTo>
                  <a:pt x="9020" y="15579"/>
                </a:lnTo>
                <a:lnTo>
                  <a:pt x="8437" y="16778"/>
                </a:lnTo>
                <a:lnTo>
                  <a:pt x="7899" y="17941"/>
                </a:lnTo>
                <a:lnTo>
                  <a:pt x="7288" y="19329"/>
                </a:lnTo>
                <a:lnTo>
                  <a:pt x="6480" y="21190"/>
                </a:lnTo>
                <a:lnTo>
                  <a:pt x="4743" y="21463"/>
                </a:lnTo>
                <a:lnTo>
                  <a:pt x="3538" y="21600"/>
                </a:lnTo>
                <a:lnTo>
                  <a:pt x="2553" y="21600"/>
                </a:lnTo>
                <a:lnTo>
                  <a:pt x="1477" y="21463"/>
                </a:lnTo>
                <a:lnTo>
                  <a:pt x="0" y="21190"/>
                </a:lnTo>
                <a:lnTo>
                  <a:pt x="216" y="17298"/>
                </a:lnTo>
                <a:lnTo>
                  <a:pt x="410" y="14225"/>
                </a:lnTo>
                <a:lnTo>
                  <a:pt x="616" y="11829"/>
                </a:lnTo>
                <a:lnTo>
                  <a:pt x="862" y="9968"/>
                </a:lnTo>
                <a:lnTo>
                  <a:pt x="1184" y="8492"/>
                </a:lnTo>
                <a:lnTo>
                  <a:pt x="1611" y="7257"/>
                </a:lnTo>
                <a:lnTo>
                  <a:pt x="2177" y="6115"/>
                </a:lnTo>
                <a:lnTo>
                  <a:pt x="2912" y="4928"/>
                </a:lnTo>
                <a:lnTo>
                  <a:pt x="3847" y="3543"/>
                </a:lnTo>
                <a:lnTo>
                  <a:pt x="5255" y="2499"/>
                </a:lnTo>
                <a:lnTo>
                  <a:pt x="6694" y="1634"/>
                </a:lnTo>
                <a:lnTo>
                  <a:pt x="8156" y="953"/>
                </a:lnTo>
                <a:lnTo>
                  <a:pt x="9638" y="455"/>
                </a:lnTo>
                <a:lnTo>
                  <a:pt x="11135" y="137"/>
                </a:lnTo>
                <a:lnTo>
                  <a:pt x="12640" y="0"/>
                </a:lnTo>
                <a:lnTo>
                  <a:pt x="14152" y="46"/>
                </a:lnTo>
                <a:lnTo>
                  <a:pt x="15662" y="273"/>
                </a:lnTo>
                <a:lnTo>
                  <a:pt x="17166" y="677"/>
                </a:lnTo>
                <a:lnTo>
                  <a:pt x="18660" y="1263"/>
                </a:lnTo>
                <a:lnTo>
                  <a:pt x="20140" y="2028"/>
                </a:lnTo>
                <a:lnTo>
                  <a:pt x="21600" y="2973"/>
                </a:lnTo>
                <a:close/>
              </a:path>
            </a:pathLst>
          </a:custGeom>
          <a:solidFill>
            <a:srgbClr val="2F2E2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5" name="contour_07313"/>
          <p:cNvSpPr/>
          <p:nvPr/>
        </p:nvSpPr>
        <p:spPr>
          <a:xfrm>
            <a:off x="3529636" y="4539223"/>
            <a:ext cx="44566" cy="88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72" y="0"/>
                </a:moveTo>
                <a:lnTo>
                  <a:pt x="19117" y="144"/>
                </a:lnTo>
                <a:lnTo>
                  <a:pt x="21600" y="291"/>
                </a:lnTo>
                <a:lnTo>
                  <a:pt x="21328" y="1538"/>
                </a:lnTo>
                <a:lnTo>
                  <a:pt x="20978" y="2749"/>
                </a:lnTo>
                <a:lnTo>
                  <a:pt x="20547" y="3931"/>
                </a:lnTo>
                <a:lnTo>
                  <a:pt x="20039" y="5086"/>
                </a:lnTo>
                <a:lnTo>
                  <a:pt x="19456" y="6217"/>
                </a:lnTo>
                <a:lnTo>
                  <a:pt x="18795" y="7328"/>
                </a:lnTo>
                <a:lnTo>
                  <a:pt x="18064" y="8422"/>
                </a:lnTo>
                <a:lnTo>
                  <a:pt x="17262" y="9505"/>
                </a:lnTo>
                <a:lnTo>
                  <a:pt x="16386" y="10580"/>
                </a:lnTo>
                <a:lnTo>
                  <a:pt x="15443" y="11647"/>
                </a:lnTo>
                <a:lnTo>
                  <a:pt x="14433" y="12714"/>
                </a:lnTo>
                <a:lnTo>
                  <a:pt x="13356" y="13783"/>
                </a:lnTo>
                <a:lnTo>
                  <a:pt x="12211" y="14858"/>
                </a:lnTo>
                <a:lnTo>
                  <a:pt x="11003" y="15941"/>
                </a:lnTo>
                <a:lnTo>
                  <a:pt x="10056" y="16779"/>
                </a:lnTo>
                <a:lnTo>
                  <a:pt x="9092" y="17629"/>
                </a:lnTo>
                <a:lnTo>
                  <a:pt x="7863" y="18642"/>
                </a:lnTo>
                <a:lnTo>
                  <a:pt x="6584" y="19638"/>
                </a:lnTo>
                <a:lnTo>
                  <a:pt x="5274" y="20622"/>
                </a:lnTo>
                <a:lnTo>
                  <a:pt x="3939" y="21600"/>
                </a:lnTo>
                <a:lnTo>
                  <a:pt x="2186" y="21600"/>
                </a:lnTo>
                <a:lnTo>
                  <a:pt x="406" y="21600"/>
                </a:lnTo>
                <a:lnTo>
                  <a:pt x="187" y="20234"/>
                </a:lnTo>
                <a:lnTo>
                  <a:pt x="49" y="18915"/>
                </a:lnTo>
                <a:lnTo>
                  <a:pt x="0" y="17635"/>
                </a:lnTo>
                <a:lnTo>
                  <a:pt x="39" y="16390"/>
                </a:lnTo>
                <a:lnTo>
                  <a:pt x="162" y="15174"/>
                </a:lnTo>
                <a:lnTo>
                  <a:pt x="378" y="13982"/>
                </a:lnTo>
                <a:lnTo>
                  <a:pt x="685" y="12810"/>
                </a:lnTo>
                <a:lnTo>
                  <a:pt x="1081" y="11652"/>
                </a:lnTo>
                <a:lnTo>
                  <a:pt x="1572" y="10502"/>
                </a:lnTo>
                <a:lnTo>
                  <a:pt x="2155" y="9355"/>
                </a:lnTo>
                <a:lnTo>
                  <a:pt x="2829" y="8206"/>
                </a:lnTo>
                <a:lnTo>
                  <a:pt x="3599" y="7050"/>
                </a:lnTo>
                <a:lnTo>
                  <a:pt x="4468" y="5881"/>
                </a:lnTo>
                <a:lnTo>
                  <a:pt x="5429" y="4695"/>
                </a:lnTo>
                <a:lnTo>
                  <a:pt x="6489" y="3486"/>
                </a:lnTo>
                <a:lnTo>
                  <a:pt x="7647" y="2248"/>
                </a:lnTo>
                <a:lnTo>
                  <a:pt x="9678" y="1112"/>
                </a:lnTo>
                <a:lnTo>
                  <a:pt x="11293" y="499"/>
                </a:lnTo>
                <a:lnTo>
                  <a:pt x="13345" y="199"/>
                </a:lnTo>
                <a:lnTo>
                  <a:pt x="16672" y="0"/>
                </a:lnTo>
                <a:close/>
              </a:path>
            </a:pathLst>
          </a:custGeom>
          <a:solidFill>
            <a:srgbClr val="B1C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6" name="contour_07314"/>
          <p:cNvSpPr/>
          <p:nvPr/>
        </p:nvSpPr>
        <p:spPr>
          <a:xfrm>
            <a:off x="1110861" y="4570394"/>
            <a:ext cx="72880" cy="726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22"/>
                </a:moveTo>
                <a:lnTo>
                  <a:pt x="21600" y="3354"/>
                </a:lnTo>
                <a:lnTo>
                  <a:pt x="21600" y="4795"/>
                </a:lnTo>
                <a:lnTo>
                  <a:pt x="21600" y="6256"/>
                </a:lnTo>
                <a:lnTo>
                  <a:pt x="20466" y="6141"/>
                </a:lnTo>
                <a:lnTo>
                  <a:pt x="19313" y="6028"/>
                </a:lnTo>
                <a:lnTo>
                  <a:pt x="17863" y="5953"/>
                </a:lnTo>
                <a:lnTo>
                  <a:pt x="16446" y="5907"/>
                </a:lnTo>
                <a:lnTo>
                  <a:pt x="15047" y="5905"/>
                </a:lnTo>
                <a:lnTo>
                  <a:pt x="13647" y="5955"/>
                </a:lnTo>
                <a:lnTo>
                  <a:pt x="12236" y="6067"/>
                </a:lnTo>
                <a:lnTo>
                  <a:pt x="10800" y="6256"/>
                </a:lnTo>
                <a:lnTo>
                  <a:pt x="10005" y="7608"/>
                </a:lnTo>
                <a:lnTo>
                  <a:pt x="9495" y="8622"/>
                </a:lnTo>
                <a:lnTo>
                  <a:pt x="9167" y="9610"/>
                </a:lnTo>
                <a:lnTo>
                  <a:pt x="8916" y="10885"/>
                </a:lnTo>
                <a:lnTo>
                  <a:pt x="8640" y="12757"/>
                </a:lnTo>
                <a:lnTo>
                  <a:pt x="8389" y="14274"/>
                </a:lnTo>
                <a:lnTo>
                  <a:pt x="8102" y="15719"/>
                </a:lnTo>
                <a:lnTo>
                  <a:pt x="7774" y="17125"/>
                </a:lnTo>
                <a:lnTo>
                  <a:pt x="7398" y="18525"/>
                </a:lnTo>
                <a:lnTo>
                  <a:pt x="6968" y="19947"/>
                </a:lnTo>
                <a:lnTo>
                  <a:pt x="6480" y="21424"/>
                </a:lnTo>
                <a:lnTo>
                  <a:pt x="4832" y="21541"/>
                </a:lnTo>
                <a:lnTo>
                  <a:pt x="3672" y="21600"/>
                </a:lnTo>
                <a:lnTo>
                  <a:pt x="2687" y="21600"/>
                </a:lnTo>
                <a:lnTo>
                  <a:pt x="1566" y="21541"/>
                </a:lnTo>
                <a:lnTo>
                  <a:pt x="0" y="21424"/>
                </a:lnTo>
                <a:lnTo>
                  <a:pt x="93" y="18393"/>
                </a:lnTo>
                <a:lnTo>
                  <a:pt x="186" y="15851"/>
                </a:lnTo>
                <a:lnTo>
                  <a:pt x="292" y="13734"/>
                </a:lnTo>
                <a:lnTo>
                  <a:pt x="428" y="11983"/>
                </a:lnTo>
                <a:lnTo>
                  <a:pt x="607" y="10533"/>
                </a:lnTo>
                <a:lnTo>
                  <a:pt x="847" y="9329"/>
                </a:lnTo>
                <a:lnTo>
                  <a:pt x="1162" y="8302"/>
                </a:lnTo>
                <a:lnTo>
                  <a:pt x="1568" y="7394"/>
                </a:lnTo>
                <a:lnTo>
                  <a:pt x="2080" y="6544"/>
                </a:lnTo>
                <a:lnTo>
                  <a:pt x="2713" y="5690"/>
                </a:lnTo>
                <a:lnTo>
                  <a:pt x="3482" y="4772"/>
                </a:lnTo>
                <a:lnTo>
                  <a:pt x="4404" y="3725"/>
                </a:lnTo>
                <a:lnTo>
                  <a:pt x="5908" y="2780"/>
                </a:lnTo>
                <a:lnTo>
                  <a:pt x="7350" y="1965"/>
                </a:lnTo>
                <a:lnTo>
                  <a:pt x="8746" y="1287"/>
                </a:lnTo>
                <a:lnTo>
                  <a:pt x="10111" y="745"/>
                </a:lnTo>
                <a:lnTo>
                  <a:pt x="11457" y="349"/>
                </a:lnTo>
                <a:lnTo>
                  <a:pt x="12802" y="100"/>
                </a:lnTo>
                <a:lnTo>
                  <a:pt x="14157" y="0"/>
                </a:lnTo>
                <a:lnTo>
                  <a:pt x="15537" y="56"/>
                </a:lnTo>
                <a:lnTo>
                  <a:pt x="16956" y="273"/>
                </a:lnTo>
                <a:lnTo>
                  <a:pt x="18431" y="654"/>
                </a:lnTo>
                <a:lnTo>
                  <a:pt x="19974" y="1203"/>
                </a:lnTo>
                <a:lnTo>
                  <a:pt x="21600" y="1922"/>
                </a:lnTo>
                <a:close/>
              </a:path>
            </a:pathLst>
          </a:custGeom>
          <a:solidFill>
            <a:srgbClr val="272826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7" name="contour_07315"/>
          <p:cNvSpPr/>
          <p:nvPr/>
        </p:nvSpPr>
        <p:spPr>
          <a:xfrm>
            <a:off x="10495652" y="4583432"/>
            <a:ext cx="53159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07" y="0"/>
                </a:moveTo>
                <a:lnTo>
                  <a:pt x="9624" y="32"/>
                </a:lnTo>
                <a:lnTo>
                  <a:pt x="11253" y="64"/>
                </a:lnTo>
                <a:lnTo>
                  <a:pt x="12900" y="93"/>
                </a:lnTo>
                <a:lnTo>
                  <a:pt x="14525" y="117"/>
                </a:lnTo>
                <a:lnTo>
                  <a:pt x="16160" y="141"/>
                </a:lnTo>
                <a:lnTo>
                  <a:pt x="17815" y="165"/>
                </a:lnTo>
                <a:lnTo>
                  <a:pt x="19696" y="213"/>
                </a:lnTo>
                <a:lnTo>
                  <a:pt x="21600" y="261"/>
                </a:lnTo>
                <a:lnTo>
                  <a:pt x="21319" y="2115"/>
                </a:lnTo>
                <a:lnTo>
                  <a:pt x="20993" y="3932"/>
                </a:lnTo>
                <a:lnTo>
                  <a:pt x="20593" y="5716"/>
                </a:lnTo>
                <a:lnTo>
                  <a:pt x="20090" y="7474"/>
                </a:lnTo>
                <a:lnTo>
                  <a:pt x="19447" y="9210"/>
                </a:lnTo>
                <a:lnTo>
                  <a:pt x="18639" y="10931"/>
                </a:lnTo>
                <a:lnTo>
                  <a:pt x="16347" y="11251"/>
                </a:lnTo>
                <a:lnTo>
                  <a:pt x="14739" y="11411"/>
                </a:lnTo>
                <a:lnTo>
                  <a:pt x="13388" y="11411"/>
                </a:lnTo>
                <a:lnTo>
                  <a:pt x="11869" y="11251"/>
                </a:lnTo>
                <a:lnTo>
                  <a:pt x="9755" y="10931"/>
                </a:lnTo>
                <a:lnTo>
                  <a:pt x="10243" y="12694"/>
                </a:lnTo>
                <a:lnTo>
                  <a:pt x="10735" y="14457"/>
                </a:lnTo>
                <a:lnTo>
                  <a:pt x="11223" y="16225"/>
                </a:lnTo>
                <a:lnTo>
                  <a:pt x="11718" y="18004"/>
                </a:lnTo>
                <a:lnTo>
                  <a:pt x="12216" y="19794"/>
                </a:lnTo>
                <a:lnTo>
                  <a:pt x="12716" y="21600"/>
                </a:lnTo>
                <a:lnTo>
                  <a:pt x="10830" y="21069"/>
                </a:lnTo>
                <a:lnTo>
                  <a:pt x="9023" y="20498"/>
                </a:lnTo>
                <a:lnTo>
                  <a:pt x="7288" y="19869"/>
                </a:lnTo>
                <a:lnTo>
                  <a:pt x="5618" y="19154"/>
                </a:lnTo>
                <a:lnTo>
                  <a:pt x="3998" y="18333"/>
                </a:lnTo>
                <a:lnTo>
                  <a:pt x="2419" y="17378"/>
                </a:lnTo>
                <a:lnTo>
                  <a:pt x="871" y="16265"/>
                </a:lnTo>
                <a:lnTo>
                  <a:pt x="418" y="14332"/>
                </a:lnTo>
                <a:lnTo>
                  <a:pt x="130" y="12427"/>
                </a:lnTo>
                <a:lnTo>
                  <a:pt x="0" y="10547"/>
                </a:lnTo>
                <a:lnTo>
                  <a:pt x="21" y="8669"/>
                </a:lnTo>
                <a:lnTo>
                  <a:pt x="178" y="6783"/>
                </a:lnTo>
                <a:lnTo>
                  <a:pt x="465" y="4873"/>
                </a:lnTo>
                <a:lnTo>
                  <a:pt x="871" y="2929"/>
                </a:lnTo>
                <a:lnTo>
                  <a:pt x="2647" y="1384"/>
                </a:lnTo>
                <a:lnTo>
                  <a:pt x="3983" y="563"/>
                </a:lnTo>
                <a:lnTo>
                  <a:pt x="5547" y="195"/>
                </a:lnTo>
                <a:lnTo>
                  <a:pt x="8007" y="0"/>
                </a:lnTo>
                <a:close/>
              </a:path>
            </a:pathLst>
          </a:custGeom>
          <a:solidFill>
            <a:srgbClr val="94979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8" name="contour_07316"/>
          <p:cNvSpPr/>
          <p:nvPr/>
        </p:nvSpPr>
        <p:spPr>
          <a:xfrm>
            <a:off x="6511263" y="4562283"/>
            <a:ext cx="5830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085" y="741"/>
                </a:lnTo>
                <a:lnTo>
                  <a:pt x="16581" y="1477"/>
                </a:lnTo>
                <a:lnTo>
                  <a:pt x="17985" y="2238"/>
                </a:lnTo>
                <a:lnTo>
                  <a:pt x="19294" y="3056"/>
                </a:lnTo>
                <a:lnTo>
                  <a:pt x="20498" y="3961"/>
                </a:lnTo>
                <a:lnTo>
                  <a:pt x="21600" y="4985"/>
                </a:lnTo>
                <a:lnTo>
                  <a:pt x="21190" y="6058"/>
                </a:lnTo>
                <a:lnTo>
                  <a:pt x="20620" y="7062"/>
                </a:lnTo>
                <a:lnTo>
                  <a:pt x="19912" y="8014"/>
                </a:lnTo>
                <a:lnTo>
                  <a:pt x="19094" y="8931"/>
                </a:lnTo>
                <a:lnTo>
                  <a:pt x="18187" y="9828"/>
                </a:lnTo>
                <a:lnTo>
                  <a:pt x="17215" y="10722"/>
                </a:lnTo>
                <a:lnTo>
                  <a:pt x="16200" y="11631"/>
                </a:lnTo>
                <a:lnTo>
                  <a:pt x="15420" y="12488"/>
                </a:lnTo>
                <a:lnTo>
                  <a:pt x="14634" y="13352"/>
                </a:lnTo>
                <a:lnTo>
                  <a:pt x="13838" y="14226"/>
                </a:lnTo>
                <a:lnTo>
                  <a:pt x="12633" y="15127"/>
                </a:lnTo>
                <a:lnTo>
                  <a:pt x="11389" y="15971"/>
                </a:lnTo>
                <a:lnTo>
                  <a:pt x="10101" y="16768"/>
                </a:lnTo>
                <a:lnTo>
                  <a:pt x="8775" y="17524"/>
                </a:lnTo>
                <a:lnTo>
                  <a:pt x="7409" y="18247"/>
                </a:lnTo>
                <a:lnTo>
                  <a:pt x="6002" y="18942"/>
                </a:lnTo>
                <a:lnTo>
                  <a:pt x="4558" y="19618"/>
                </a:lnTo>
                <a:lnTo>
                  <a:pt x="3075" y="20282"/>
                </a:lnTo>
                <a:lnTo>
                  <a:pt x="1555" y="20940"/>
                </a:lnTo>
                <a:lnTo>
                  <a:pt x="0" y="21600"/>
                </a:lnTo>
                <a:lnTo>
                  <a:pt x="527" y="20590"/>
                </a:lnTo>
                <a:lnTo>
                  <a:pt x="1053" y="19581"/>
                </a:lnTo>
                <a:lnTo>
                  <a:pt x="1582" y="18573"/>
                </a:lnTo>
                <a:lnTo>
                  <a:pt x="2114" y="17564"/>
                </a:lnTo>
                <a:lnTo>
                  <a:pt x="2646" y="16556"/>
                </a:lnTo>
                <a:lnTo>
                  <a:pt x="3178" y="15547"/>
                </a:lnTo>
                <a:lnTo>
                  <a:pt x="3712" y="14538"/>
                </a:lnTo>
                <a:lnTo>
                  <a:pt x="3969" y="14043"/>
                </a:lnTo>
                <a:lnTo>
                  <a:pt x="4747" y="12546"/>
                </a:lnTo>
                <a:lnTo>
                  <a:pt x="5346" y="11450"/>
                </a:lnTo>
                <a:lnTo>
                  <a:pt x="5967" y="10370"/>
                </a:lnTo>
                <a:lnTo>
                  <a:pt x="6610" y="9301"/>
                </a:lnTo>
                <a:lnTo>
                  <a:pt x="7279" y="8245"/>
                </a:lnTo>
                <a:lnTo>
                  <a:pt x="7968" y="7198"/>
                </a:lnTo>
                <a:lnTo>
                  <a:pt x="8683" y="6159"/>
                </a:lnTo>
                <a:lnTo>
                  <a:pt x="9423" y="5126"/>
                </a:lnTo>
                <a:lnTo>
                  <a:pt x="10187" y="4097"/>
                </a:lnTo>
                <a:lnTo>
                  <a:pt x="10976" y="3074"/>
                </a:lnTo>
                <a:lnTo>
                  <a:pt x="11791" y="2050"/>
                </a:lnTo>
                <a:lnTo>
                  <a:pt x="12633" y="1025"/>
                </a:lnTo>
                <a:lnTo>
                  <a:pt x="13500" y="0"/>
                </a:lnTo>
                <a:close/>
              </a:path>
            </a:pathLst>
          </a:custGeom>
          <a:solidFill>
            <a:srgbClr val="BED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319" name="contour_07317"/>
          <p:cNvSpPr/>
          <p:nvPr/>
        </p:nvSpPr>
        <p:spPr>
          <a:xfrm>
            <a:off x="4681977" y="4474827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535" y="1670"/>
                </a:lnTo>
                <a:lnTo>
                  <a:pt x="21444" y="3312"/>
                </a:lnTo>
                <a:lnTo>
                  <a:pt x="21319" y="4930"/>
                </a:lnTo>
                <a:lnTo>
                  <a:pt x="21149" y="6528"/>
                </a:lnTo>
                <a:lnTo>
                  <a:pt x="20918" y="8114"/>
                </a:lnTo>
                <a:lnTo>
                  <a:pt x="20618" y="9689"/>
                </a:lnTo>
                <a:lnTo>
                  <a:pt x="20242" y="11258"/>
                </a:lnTo>
                <a:lnTo>
                  <a:pt x="19771" y="12828"/>
                </a:lnTo>
                <a:lnTo>
                  <a:pt x="19200" y="14400"/>
                </a:lnTo>
                <a:lnTo>
                  <a:pt x="17606" y="15067"/>
                </a:lnTo>
                <a:lnTo>
                  <a:pt x="16087" y="15552"/>
                </a:lnTo>
                <a:lnTo>
                  <a:pt x="14592" y="15886"/>
                </a:lnTo>
                <a:lnTo>
                  <a:pt x="13070" y="16104"/>
                </a:lnTo>
                <a:lnTo>
                  <a:pt x="11470" y="16236"/>
                </a:lnTo>
                <a:lnTo>
                  <a:pt x="9742" y="16313"/>
                </a:lnTo>
                <a:lnTo>
                  <a:pt x="8479" y="16555"/>
                </a:lnTo>
                <a:lnTo>
                  <a:pt x="7200" y="16800"/>
                </a:lnTo>
                <a:lnTo>
                  <a:pt x="7200" y="18386"/>
                </a:lnTo>
                <a:lnTo>
                  <a:pt x="7200" y="19982"/>
                </a:lnTo>
                <a:lnTo>
                  <a:pt x="7200" y="21600"/>
                </a:lnTo>
                <a:lnTo>
                  <a:pt x="5774" y="21600"/>
                </a:lnTo>
                <a:lnTo>
                  <a:pt x="4344" y="21600"/>
                </a:lnTo>
                <a:lnTo>
                  <a:pt x="2909" y="21600"/>
                </a:lnTo>
                <a:lnTo>
                  <a:pt x="1462" y="21600"/>
                </a:lnTo>
                <a:lnTo>
                  <a:pt x="0" y="21600"/>
                </a:lnTo>
                <a:lnTo>
                  <a:pt x="173" y="20057"/>
                </a:lnTo>
                <a:lnTo>
                  <a:pt x="365" y="18533"/>
                </a:lnTo>
                <a:lnTo>
                  <a:pt x="588" y="17023"/>
                </a:lnTo>
                <a:lnTo>
                  <a:pt x="845" y="15523"/>
                </a:lnTo>
                <a:lnTo>
                  <a:pt x="1147" y="14035"/>
                </a:lnTo>
                <a:lnTo>
                  <a:pt x="1500" y="12552"/>
                </a:lnTo>
                <a:lnTo>
                  <a:pt x="1915" y="11076"/>
                </a:lnTo>
                <a:lnTo>
                  <a:pt x="2400" y="9600"/>
                </a:lnTo>
                <a:lnTo>
                  <a:pt x="4186" y="8573"/>
                </a:lnTo>
                <a:lnTo>
                  <a:pt x="5453" y="7934"/>
                </a:lnTo>
                <a:lnTo>
                  <a:pt x="6547" y="7570"/>
                </a:lnTo>
                <a:lnTo>
                  <a:pt x="7814" y="7363"/>
                </a:lnTo>
                <a:lnTo>
                  <a:pt x="9600" y="7200"/>
                </a:lnTo>
                <a:lnTo>
                  <a:pt x="10790" y="8390"/>
                </a:lnTo>
                <a:lnTo>
                  <a:pt x="12000" y="9600"/>
                </a:lnTo>
                <a:lnTo>
                  <a:pt x="12221" y="9079"/>
                </a:lnTo>
                <a:lnTo>
                  <a:pt x="12881" y="7500"/>
                </a:lnTo>
                <a:lnTo>
                  <a:pt x="13486" y="6161"/>
                </a:lnTo>
                <a:lnTo>
                  <a:pt x="14100" y="4800"/>
                </a:lnTo>
                <a:lnTo>
                  <a:pt x="14686" y="3461"/>
                </a:lnTo>
                <a:lnTo>
                  <a:pt x="15281" y="2100"/>
                </a:lnTo>
                <a:lnTo>
                  <a:pt x="16034" y="1058"/>
                </a:lnTo>
                <a:lnTo>
                  <a:pt x="16800" y="0"/>
                </a:lnTo>
                <a:close/>
              </a:path>
            </a:pathLst>
          </a:custGeom>
          <a:solidFill>
            <a:srgbClr val="5A4B38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0" name="contour_07318"/>
          <p:cNvSpPr/>
          <p:nvPr/>
        </p:nvSpPr>
        <p:spPr>
          <a:xfrm>
            <a:off x="6713184" y="4482115"/>
            <a:ext cx="6773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07" y="0"/>
                </a:moveTo>
                <a:lnTo>
                  <a:pt x="4806" y="589"/>
                </a:lnTo>
                <a:lnTo>
                  <a:pt x="6068" y="1023"/>
                </a:lnTo>
                <a:lnTo>
                  <a:pt x="7128" y="1434"/>
                </a:lnTo>
                <a:lnTo>
                  <a:pt x="8320" y="1949"/>
                </a:lnTo>
                <a:lnTo>
                  <a:pt x="9980" y="2700"/>
                </a:lnTo>
                <a:lnTo>
                  <a:pt x="9403" y="4037"/>
                </a:lnTo>
                <a:lnTo>
                  <a:pt x="8827" y="5378"/>
                </a:lnTo>
                <a:lnTo>
                  <a:pt x="8244" y="6731"/>
                </a:lnTo>
                <a:lnTo>
                  <a:pt x="7656" y="8100"/>
                </a:lnTo>
                <a:lnTo>
                  <a:pt x="9189" y="8100"/>
                </a:lnTo>
                <a:lnTo>
                  <a:pt x="10726" y="8100"/>
                </a:lnTo>
                <a:lnTo>
                  <a:pt x="12262" y="8100"/>
                </a:lnTo>
                <a:lnTo>
                  <a:pt x="13803" y="8100"/>
                </a:lnTo>
                <a:lnTo>
                  <a:pt x="15348" y="8100"/>
                </a:lnTo>
                <a:lnTo>
                  <a:pt x="16901" y="8100"/>
                </a:lnTo>
                <a:lnTo>
                  <a:pt x="18458" y="8100"/>
                </a:lnTo>
                <a:lnTo>
                  <a:pt x="20024" y="8100"/>
                </a:lnTo>
                <a:lnTo>
                  <a:pt x="21600" y="8100"/>
                </a:lnTo>
                <a:lnTo>
                  <a:pt x="21600" y="9885"/>
                </a:lnTo>
                <a:lnTo>
                  <a:pt x="21600" y="11680"/>
                </a:lnTo>
                <a:lnTo>
                  <a:pt x="21600" y="13500"/>
                </a:lnTo>
                <a:lnTo>
                  <a:pt x="19871" y="14332"/>
                </a:lnTo>
                <a:lnTo>
                  <a:pt x="18644" y="14888"/>
                </a:lnTo>
                <a:lnTo>
                  <a:pt x="17584" y="15298"/>
                </a:lnTo>
                <a:lnTo>
                  <a:pt x="16357" y="15692"/>
                </a:lnTo>
                <a:lnTo>
                  <a:pt x="14628" y="16200"/>
                </a:lnTo>
                <a:lnTo>
                  <a:pt x="14628" y="14415"/>
                </a:lnTo>
                <a:lnTo>
                  <a:pt x="14628" y="12620"/>
                </a:lnTo>
                <a:lnTo>
                  <a:pt x="14628" y="10800"/>
                </a:lnTo>
                <a:lnTo>
                  <a:pt x="13092" y="10800"/>
                </a:lnTo>
                <a:lnTo>
                  <a:pt x="11546" y="10800"/>
                </a:lnTo>
                <a:lnTo>
                  <a:pt x="9980" y="10800"/>
                </a:lnTo>
                <a:lnTo>
                  <a:pt x="9980" y="12582"/>
                </a:lnTo>
                <a:lnTo>
                  <a:pt x="9980" y="14367"/>
                </a:lnTo>
                <a:lnTo>
                  <a:pt x="9980" y="16160"/>
                </a:lnTo>
                <a:lnTo>
                  <a:pt x="9980" y="17960"/>
                </a:lnTo>
                <a:lnTo>
                  <a:pt x="9980" y="19772"/>
                </a:lnTo>
                <a:lnTo>
                  <a:pt x="9980" y="21600"/>
                </a:lnTo>
                <a:lnTo>
                  <a:pt x="8497" y="21063"/>
                </a:lnTo>
                <a:lnTo>
                  <a:pt x="7081" y="20485"/>
                </a:lnTo>
                <a:lnTo>
                  <a:pt x="5722" y="19848"/>
                </a:lnTo>
                <a:lnTo>
                  <a:pt x="4409" y="19124"/>
                </a:lnTo>
                <a:lnTo>
                  <a:pt x="3138" y="18292"/>
                </a:lnTo>
                <a:lnTo>
                  <a:pt x="1899" y="17326"/>
                </a:lnTo>
                <a:lnTo>
                  <a:pt x="683" y="16200"/>
                </a:lnTo>
                <a:lnTo>
                  <a:pt x="328" y="14240"/>
                </a:lnTo>
                <a:lnTo>
                  <a:pt x="102" y="12315"/>
                </a:lnTo>
                <a:lnTo>
                  <a:pt x="0" y="10409"/>
                </a:lnTo>
                <a:lnTo>
                  <a:pt x="16" y="8508"/>
                </a:lnTo>
                <a:lnTo>
                  <a:pt x="139" y="6599"/>
                </a:lnTo>
                <a:lnTo>
                  <a:pt x="363" y="4668"/>
                </a:lnTo>
                <a:lnTo>
                  <a:pt x="683" y="2700"/>
                </a:lnTo>
                <a:lnTo>
                  <a:pt x="1836" y="1361"/>
                </a:lnTo>
                <a:lnTo>
                  <a:pt x="3007" y="0"/>
                </a:lnTo>
                <a:close/>
              </a:path>
            </a:pathLst>
          </a:custGeom>
          <a:solidFill>
            <a:srgbClr val="978557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1" name="contour_07319"/>
          <p:cNvSpPr/>
          <p:nvPr/>
        </p:nvSpPr>
        <p:spPr>
          <a:xfrm>
            <a:off x="4966209" y="4502324"/>
            <a:ext cx="72880" cy="45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90" y="0"/>
                </a:moveTo>
                <a:lnTo>
                  <a:pt x="4795" y="28"/>
                </a:lnTo>
                <a:lnTo>
                  <a:pt x="6625" y="111"/>
                </a:lnTo>
                <a:lnTo>
                  <a:pt x="7932" y="142"/>
                </a:lnTo>
                <a:lnTo>
                  <a:pt x="9260" y="177"/>
                </a:lnTo>
                <a:lnTo>
                  <a:pt x="10627" y="264"/>
                </a:lnTo>
                <a:lnTo>
                  <a:pt x="12016" y="354"/>
                </a:lnTo>
                <a:lnTo>
                  <a:pt x="13394" y="399"/>
                </a:lnTo>
                <a:lnTo>
                  <a:pt x="14796" y="447"/>
                </a:lnTo>
                <a:lnTo>
                  <a:pt x="16157" y="503"/>
                </a:lnTo>
                <a:lnTo>
                  <a:pt x="17518" y="565"/>
                </a:lnTo>
                <a:lnTo>
                  <a:pt x="18878" y="635"/>
                </a:lnTo>
                <a:lnTo>
                  <a:pt x="20239" y="708"/>
                </a:lnTo>
                <a:lnTo>
                  <a:pt x="21600" y="787"/>
                </a:lnTo>
                <a:lnTo>
                  <a:pt x="21345" y="3094"/>
                </a:lnTo>
                <a:lnTo>
                  <a:pt x="21073" y="5397"/>
                </a:lnTo>
                <a:lnTo>
                  <a:pt x="20790" y="7697"/>
                </a:lnTo>
                <a:lnTo>
                  <a:pt x="20563" y="9626"/>
                </a:lnTo>
                <a:lnTo>
                  <a:pt x="20334" y="11586"/>
                </a:lnTo>
                <a:lnTo>
                  <a:pt x="19891" y="13112"/>
                </a:lnTo>
                <a:lnTo>
                  <a:pt x="19440" y="14662"/>
                </a:lnTo>
                <a:lnTo>
                  <a:pt x="18068" y="14999"/>
                </a:lnTo>
                <a:lnTo>
                  <a:pt x="16766" y="15120"/>
                </a:lnTo>
                <a:lnTo>
                  <a:pt x="15485" y="15079"/>
                </a:lnTo>
                <a:lnTo>
                  <a:pt x="14174" y="14919"/>
                </a:lnTo>
                <a:lnTo>
                  <a:pt x="12792" y="14690"/>
                </a:lnTo>
                <a:lnTo>
                  <a:pt x="11802" y="14676"/>
                </a:lnTo>
                <a:lnTo>
                  <a:pt x="10800" y="14662"/>
                </a:lnTo>
                <a:lnTo>
                  <a:pt x="9854" y="16723"/>
                </a:lnTo>
                <a:lnTo>
                  <a:pt x="9314" y="18131"/>
                </a:lnTo>
                <a:lnTo>
                  <a:pt x="8977" y="19540"/>
                </a:lnTo>
                <a:lnTo>
                  <a:pt x="8640" y="21600"/>
                </a:lnTo>
                <a:lnTo>
                  <a:pt x="8016" y="19952"/>
                </a:lnTo>
                <a:lnTo>
                  <a:pt x="7387" y="18294"/>
                </a:lnTo>
                <a:lnTo>
                  <a:pt x="6750" y="16615"/>
                </a:lnTo>
                <a:lnTo>
                  <a:pt x="5713" y="14357"/>
                </a:lnTo>
                <a:lnTo>
                  <a:pt x="4780" y="12533"/>
                </a:lnTo>
                <a:lnTo>
                  <a:pt x="3847" y="11045"/>
                </a:lnTo>
                <a:lnTo>
                  <a:pt x="2808" y="9810"/>
                </a:lnTo>
                <a:lnTo>
                  <a:pt x="1562" y="8734"/>
                </a:lnTo>
                <a:lnTo>
                  <a:pt x="0" y="7725"/>
                </a:lnTo>
                <a:lnTo>
                  <a:pt x="786" y="4443"/>
                </a:lnTo>
                <a:lnTo>
                  <a:pt x="1398" y="2400"/>
                </a:lnTo>
                <a:lnTo>
                  <a:pt x="2033" y="1224"/>
                </a:lnTo>
                <a:lnTo>
                  <a:pt x="2897" y="548"/>
                </a:lnTo>
                <a:lnTo>
                  <a:pt x="4190" y="0"/>
                </a:lnTo>
                <a:close/>
              </a:path>
            </a:pathLst>
          </a:custGeom>
          <a:solidFill>
            <a:srgbClr val="4C4C4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2" name="contour_07320"/>
          <p:cNvSpPr/>
          <p:nvPr/>
        </p:nvSpPr>
        <p:spPr>
          <a:xfrm>
            <a:off x="898555" y="4495379"/>
            <a:ext cx="73835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38" y="192"/>
                </a:moveTo>
                <a:lnTo>
                  <a:pt x="13937" y="217"/>
                </a:lnTo>
                <a:lnTo>
                  <a:pt x="15745" y="287"/>
                </a:lnTo>
                <a:lnTo>
                  <a:pt x="17210" y="357"/>
                </a:lnTo>
                <a:lnTo>
                  <a:pt x="18673" y="440"/>
                </a:lnTo>
                <a:lnTo>
                  <a:pt x="20137" y="531"/>
                </a:lnTo>
                <a:lnTo>
                  <a:pt x="21600" y="629"/>
                </a:lnTo>
                <a:lnTo>
                  <a:pt x="20521" y="2663"/>
                </a:lnTo>
                <a:lnTo>
                  <a:pt x="19466" y="4621"/>
                </a:lnTo>
                <a:lnTo>
                  <a:pt x="18427" y="6501"/>
                </a:lnTo>
                <a:lnTo>
                  <a:pt x="17396" y="8297"/>
                </a:lnTo>
                <a:lnTo>
                  <a:pt x="16359" y="10003"/>
                </a:lnTo>
                <a:lnTo>
                  <a:pt x="15313" y="11618"/>
                </a:lnTo>
                <a:lnTo>
                  <a:pt x="14246" y="13131"/>
                </a:lnTo>
                <a:lnTo>
                  <a:pt x="13148" y="14540"/>
                </a:lnTo>
                <a:lnTo>
                  <a:pt x="12014" y="15840"/>
                </a:lnTo>
                <a:lnTo>
                  <a:pt x="10831" y="17025"/>
                </a:lnTo>
                <a:lnTo>
                  <a:pt x="9592" y="18087"/>
                </a:lnTo>
                <a:lnTo>
                  <a:pt x="8287" y="19031"/>
                </a:lnTo>
                <a:lnTo>
                  <a:pt x="6908" y="19842"/>
                </a:lnTo>
                <a:lnTo>
                  <a:pt x="5447" y="20520"/>
                </a:lnTo>
                <a:lnTo>
                  <a:pt x="3893" y="21058"/>
                </a:lnTo>
                <a:lnTo>
                  <a:pt x="2237" y="21450"/>
                </a:lnTo>
                <a:lnTo>
                  <a:pt x="1264" y="21523"/>
                </a:lnTo>
                <a:lnTo>
                  <a:pt x="279" y="21600"/>
                </a:lnTo>
                <a:lnTo>
                  <a:pt x="113" y="17395"/>
                </a:lnTo>
                <a:lnTo>
                  <a:pt x="15" y="14173"/>
                </a:lnTo>
                <a:lnTo>
                  <a:pt x="0" y="11719"/>
                </a:lnTo>
                <a:lnTo>
                  <a:pt x="92" y="9828"/>
                </a:lnTo>
                <a:lnTo>
                  <a:pt x="307" y="8290"/>
                </a:lnTo>
                <a:lnTo>
                  <a:pt x="663" y="6896"/>
                </a:lnTo>
                <a:lnTo>
                  <a:pt x="1181" y="5431"/>
                </a:lnTo>
                <a:lnTo>
                  <a:pt x="1878" y="3687"/>
                </a:lnTo>
                <a:lnTo>
                  <a:pt x="3260" y="2296"/>
                </a:lnTo>
                <a:lnTo>
                  <a:pt x="4627" y="1293"/>
                </a:lnTo>
                <a:lnTo>
                  <a:pt x="5989" y="619"/>
                </a:lnTo>
                <a:lnTo>
                  <a:pt x="7368" y="213"/>
                </a:lnTo>
                <a:lnTo>
                  <a:pt x="8778" y="28"/>
                </a:lnTo>
                <a:lnTo>
                  <a:pt x="10232" y="0"/>
                </a:lnTo>
                <a:lnTo>
                  <a:pt x="11746" y="73"/>
                </a:lnTo>
                <a:lnTo>
                  <a:pt x="13338" y="192"/>
                </a:lnTo>
                <a:close/>
              </a:path>
            </a:pathLst>
          </a:custGeom>
          <a:solidFill>
            <a:srgbClr val="D7B87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3" name="contour_07321"/>
          <p:cNvSpPr/>
          <p:nvPr/>
        </p:nvSpPr>
        <p:spPr>
          <a:xfrm>
            <a:off x="3902162" y="4387371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1" y="0"/>
                </a:moveTo>
                <a:lnTo>
                  <a:pt x="18258" y="677"/>
                </a:lnTo>
                <a:lnTo>
                  <a:pt x="19142" y="1202"/>
                </a:lnTo>
                <a:lnTo>
                  <a:pt x="19846" y="1750"/>
                </a:lnTo>
                <a:lnTo>
                  <a:pt x="20591" y="2491"/>
                </a:lnTo>
                <a:lnTo>
                  <a:pt x="21600" y="3600"/>
                </a:lnTo>
                <a:lnTo>
                  <a:pt x="21409" y="5828"/>
                </a:lnTo>
                <a:lnTo>
                  <a:pt x="21217" y="8057"/>
                </a:lnTo>
                <a:lnTo>
                  <a:pt x="21026" y="10292"/>
                </a:lnTo>
                <a:lnTo>
                  <a:pt x="20835" y="12532"/>
                </a:lnTo>
                <a:lnTo>
                  <a:pt x="20642" y="14782"/>
                </a:lnTo>
                <a:lnTo>
                  <a:pt x="20447" y="17042"/>
                </a:lnTo>
                <a:lnTo>
                  <a:pt x="20253" y="19314"/>
                </a:lnTo>
                <a:lnTo>
                  <a:pt x="20057" y="21600"/>
                </a:lnTo>
                <a:lnTo>
                  <a:pt x="19054" y="21089"/>
                </a:lnTo>
                <a:lnTo>
                  <a:pt x="18050" y="20578"/>
                </a:lnTo>
                <a:lnTo>
                  <a:pt x="17047" y="20063"/>
                </a:lnTo>
                <a:lnTo>
                  <a:pt x="16044" y="19548"/>
                </a:lnTo>
                <a:lnTo>
                  <a:pt x="15041" y="19030"/>
                </a:lnTo>
                <a:lnTo>
                  <a:pt x="14038" y="18511"/>
                </a:lnTo>
                <a:lnTo>
                  <a:pt x="13036" y="17989"/>
                </a:lnTo>
                <a:lnTo>
                  <a:pt x="12034" y="17467"/>
                </a:lnTo>
                <a:lnTo>
                  <a:pt x="11031" y="16945"/>
                </a:lnTo>
                <a:lnTo>
                  <a:pt x="10029" y="16423"/>
                </a:lnTo>
                <a:lnTo>
                  <a:pt x="9070" y="15941"/>
                </a:lnTo>
                <a:lnTo>
                  <a:pt x="8106" y="15451"/>
                </a:lnTo>
                <a:lnTo>
                  <a:pt x="7130" y="14954"/>
                </a:lnTo>
                <a:lnTo>
                  <a:pt x="6224" y="14479"/>
                </a:lnTo>
                <a:lnTo>
                  <a:pt x="5312" y="14000"/>
                </a:lnTo>
                <a:lnTo>
                  <a:pt x="4388" y="13514"/>
                </a:lnTo>
                <a:lnTo>
                  <a:pt x="3545" y="13079"/>
                </a:lnTo>
                <a:lnTo>
                  <a:pt x="2698" y="12643"/>
                </a:lnTo>
                <a:lnTo>
                  <a:pt x="1841" y="12200"/>
                </a:lnTo>
                <a:lnTo>
                  <a:pt x="1382" y="11851"/>
                </a:lnTo>
                <a:lnTo>
                  <a:pt x="0" y="10800"/>
                </a:lnTo>
                <a:lnTo>
                  <a:pt x="0" y="9014"/>
                </a:lnTo>
                <a:lnTo>
                  <a:pt x="0" y="7200"/>
                </a:lnTo>
                <a:lnTo>
                  <a:pt x="838" y="7283"/>
                </a:lnTo>
                <a:lnTo>
                  <a:pt x="1682" y="7366"/>
                </a:lnTo>
                <a:lnTo>
                  <a:pt x="2538" y="7452"/>
                </a:lnTo>
                <a:lnTo>
                  <a:pt x="3374" y="7502"/>
                </a:lnTo>
                <a:lnTo>
                  <a:pt x="4210" y="7553"/>
                </a:lnTo>
                <a:lnTo>
                  <a:pt x="5045" y="7600"/>
                </a:lnTo>
                <a:lnTo>
                  <a:pt x="5881" y="7650"/>
                </a:lnTo>
                <a:lnTo>
                  <a:pt x="6296" y="7693"/>
                </a:lnTo>
                <a:lnTo>
                  <a:pt x="7549" y="7834"/>
                </a:lnTo>
                <a:lnTo>
                  <a:pt x="8719" y="7812"/>
                </a:lnTo>
                <a:lnTo>
                  <a:pt x="9779" y="7636"/>
                </a:lnTo>
                <a:lnTo>
                  <a:pt x="10752" y="7297"/>
                </a:lnTo>
                <a:lnTo>
                  <a:pt x="11661" y="6793"/>
                </a:lnTo>
                <a:lnTo>
                  <a:pt x="12526" y="6120"/>
                </a:lnTo>
                <a:lnTo>
                  <a:pt x="13370" y="5270"/>
                </a:lnTo>
                <a:lnTo>
                  <a:pt x="14216" y="4241"/>
                </a:lnTo>
                <a:lnTo>
                  <a:pt x="15083" y="3020"/>
                </a:lnTo>
                <a:lnTo>
                  <a:pt x="15995" y="1609"/>
                </a:lnTo>
                <a:lnTo>
                  <a:pt x="16971" y="0"/>
                </a:lnTo>
                <a:close/>
              </a:path>
            </a:pathLst>
          </a:custGeom>
          <a:solidFill>
            <a:srgbClr val="EC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4" name="contour_07322"/>
          <p:cNvSpPr/>
          <p:nvPr/>
        </p:nvSpPr>
        <p:spPr>
          <a:xfrm>
            <a:off x="6956756" y="4285339"/>
            <a:ext cx="64666" cy="604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5" y="0"/>
                </a:moveTo>
                <a:lnTo>
                  <a:pt x="3571" y="497"/>
                </a:lnTo>
                <a:lnTo>
                  <a:pt x="4560" y="935"/>
                </a:lnTo>
                <a:lnTo>
                  <a:pt x="5548" y="1555"/>
                </a:lnTo>
                <a:lnTo>
                  <a:pt x="6994" y="2604"/>
                </a:lnTo>
                <a:lnTo>
                  <a:pt x="7140" y="4619"/>
                </a:lnTo>
                <a:lnTo>
                  <a:pt x="7213" y="6033"/>
                </a:lnTo>
                <a:lnTo>
                  <a:pt x="7213" y="7221"/>
                </a:lnTo>
                <a:lnTo>
                  <a:pt x="7140" y="8557"/>
                </a:lnTo>
                <a:lnTo>
                  <a:pt x="6994" y="10416"/>
                </a:lnTo>
                <a:lnTo>
                  <a:pt x="8601" y="10416"/>
                </a:lnTo>
                <a:lnTo>
                  <a:pt x="10210" y="10416"/>
                </a:lnTo>
                <a:lnTo>
                  <a:pt x="11826" y="10416"/>
                </a:lnTo>
                <a:lnTo>
                  <a:pt x="13450" y="10416"/>
                </a:lnTo>
                <a:lnTo>
                  <a:pt x="15083" y="10416"/>
                </a:lnTo>
                <a:lnTo>
                  <a:pt x="16731" y="10416"/>
                </a:lnTo>
                <a:lnTo>
                  <a:pt x="16731" y="8695"/>
                </a:lnTo>
                <a:lnTo>
                  <a:pt x="16731" y="6963"/>
                </a:lnTo>
                <a:lnTo>
                  <a:pt x="16731" y="5208"/>
                </a:lnTo>
                <a:lnTo>
                  <a:pt x="18340" y="5208"/>
                </a:lnTo>
                <a:lnTo>
                  <a:pt x="19959" y="5208"/>
                </a:lnTo>
                <a:lnTo>
                  <a:pt x="21600" y="5208"/>
                </a:lnTo>
                <a:lnTo>
                  <a:pt x="21340" y="6796"/>
                </a:lnTo>
                <a:lnTo>
                  <a:pt x="21074" y="8382"/>
                </a:lnTo>
                <a:lnTo>
                  <a:pt x="20806" y="9971"/>
                </a:lnTo>
                <a:lnTo>
                  <a:pt x="20534" y="11556"/>
                </a:lnTo>
                <a:lnTo>
                  <a:pt x="20237" y="13327"/>
                </a:lnTo>
                <a:lnTo>
                  <a:pt x="19935" y="15127"/>
                </a:lnTo>
                <a:lnTo>
                  <a:pt x="19453" y="16960"/>
                </a:lnTo>
                <a:lnTo>
                  <a:pt x="18956" y="18165"/>
                </a:lnTo>
                <a:lnTo>
                  <a:pt x="18151" y="19277"/>
                </a:lnTo>
                <a:lnTo>
                  <a:pt x="16731" y="20832"/>
                </a:lnTo>
                <a:lnTo>
                  <a:pt x="14959" y="21181"/>
                </a:lnTo>
                <a:lnTo>
                  <a:pt x="13216" y="21433"/>
                </a:lnTo>
                <a:lnTo>
                  <a:pt x="11493" y="21579"/>
                </a:lnTo>
                <a:lnTo>
                  <a:pt x="9776" y="21600"/>
                </a:lnTo>
                <a:lnTo>
                  <a:pt x="8055" y="21491"/>
                </a:lnTo>
                <a:lnTo>
                  <a:pt x="6320" y="21238"/>
                </a:lnTo>
                <a:lnTo>
                  <a:pt x="4560" y="20832"/>
                </a:lnTo>
                <a:lnTo>
                  <a:pt x="3742" y="19184"/>
                </a:lnTo>
                <a:lnTo>
                  <a:pt x="3165" y="17512"/>
                </a:lnTo>
                <a:lnTo>
                  <a:pt x="2775" y="15811"/>
                </a:lnTo>
                <a:lnTo>
                  <a:pt x="2512" y="14069"/>
                </a:lnTo>
                <a:lnTo>
                  <a:pt x="2315" y="12275"/>
                </a:lnTo>
                <a:lnTo>
                  <a:pt x="2125" y="10416"/>
                </a:lnTo>
                <a:lnTo>
                  <a:pt x="1371" y="8963"/>
                </a:lnTo>
                <a:lnTo>
                  <a:pt x="604" y="7486"/>
                </a:lnTo>
                <a:lnTo>
                  <a:pt x="0" y="5776"/>
                </a:lnTo>
                <a:lnTo>
                  <a:pt x="41" y="4424"/>
                </a:lnTo>
                <a:lnTo>
                  <a:pt x="757" y="2278"/>
                </a:lnTo>
                <a:lnTo>
                  <a:pt x="1436" y="1148"/>
                </a:lnTo>
                <a:lnTo>
                  <a:pt x="2125" y="0"/>
                </a:lnTo>
                <a:close/>
              </a:path>
            </a:pathLst>
          </a:custGeom>
          <a:solidFill>
            <a:srgbClr val="B7BABE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5" name="contour_07323"/>
          <p:cNvSpPr/>
          <p:nvPr/>
        </p:nvSpPr>
        <p:spPr>
          <a:xfrm>
            <a:off x="3785554" y="4285339"/>
            <a:ext cx="80168" cy="751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96" y="0"/>
                </a:lnTo>
                <a:lnTo>
                  <a:pt x="2592" y="0"/>
                </a:lnTo>
                <a:lnTo>
                  <a:pt x="3890" y="0"/>
                </a:lnTo>
                <a:lnTo>
                  <a:pt x="5190" y="0"/>
                </a:lnTo>
                <a:lnTo>
                  <a:pt x="6492" y="0"/>
                </a:lnTo>
                <a:lnTo>
                  <a:pt x="7796" y="0"/>
                </a:lnTo>
                <a:lnTo>
                  <a:pt x="9103" y="0"/>
                </a:lnTo>
                <a:lnTo>
                  <a:pt x="10415" y="0"/>
                </a:lnTo>
                <a:lnTo>
                  <a:pt x="11731" y="0"/>
                </a:lnTo>
                <a:lnTo>
                  <a:pt x="13050" y="0"/>
                </a:lnTo>
                <a:lnTo>
                  <a:pt x="14378" y="0"/>
                </a:lnTo>
                <a:lnTo>
                  <a:pt x="15709" y="0"/>
                </a:lnTo>
                <a:lnTo>
                  <a:pt x="15493" y="1382"/>
                </a:lnTo>
                <a:lnTo>
                  <a:pt x="15277" y="2766"/>
                </a:lnTo>
                <a:lnTo>
                  <a:pt x="15061" y="4150"/>
                </a:lnTo>
                <a:lnTo>
                  <a:pt x="14843" y="5539"/>
                </a:lnTo>
                <a:lnTo>
                  <a:pt x="14625" y="6931"/>
                </a:lnTo>
                <a:lnTo>
                  <a:pt x="14407" y="8330"/>
                </a:lnTo>
                <a:lnTo>
                  <a:pt x="14187" y="9733"/>
                </a:lnTo>
                <a:lnTo>
                  <a:pt x="13967" y="11144"/>
                </a:lnTo>
                <a:lnTo>
                  <a:pt x="13745" y="12564"/>
                </a:lnTo>
                <a:lnTo>
                  <a:pt x="15041" y="12910"/>
                </a:lnTo>
                <a:lnTo>
                  <a:pt x="16339" y="13255"/>
                </a:lnTo>
                <a:lnTo>
                  <a:pt x="17643" y="13603"/>
                </a:lnTo>
                <a:lnTo>
                  <a:pt x="18953" y="13953"/>
                </a:lnTo>
                <a:lnTo>
                  <a:pt x="20271" y="14304"/>
                </a:lnTo>
                <a:lnTo>
                  <a:pt x="21600" y="14658"/>
                </a:lnTo>
                <a:lnTo>
                  <a:pt x="21290" y="16216"/>
                </a:lnTo>
                <a:lnTo>
                  <a:pt x="21033" y="17322"/>
                </a:lnTo>
                <a:lnTo>
                  <a:pt x="20734" y="18277"/>
                </a:lnTo>
                <a:lnTo>
                  <a:pt x="20300" y="19382"/>
                </a:lnTo>
                <a:lnTo>
                  <a:pt x="19636" y="20940"/>
                </a:lnTo>
                <a:lnTo>
                  <a:pt x="18293" y="21380"/>
                </a:lnTo>
                <a:lnTo>
                  <a:pt x="17315" y="21600"/>
                </a:lnTo>
                <a:lnTo>
                  <a:pt x="16420" y="21600"/>
                </a:lnTo>
                <a:lnTo>
                  <a:pt x="15324" y="21380"/>
                </a:lnTo>
                <a:lnTo>
                  <a:pt x="13745" y="20940"/>
                </a:lnTo>
                <a:lnTo>
                  <a:pt x="12648" y="19898"/>
                </a:lnTo>
                <a:lnTo>
                  <a:pt x="11654" y="18823"/>
                </a:lnTo>
                <a:lnTo>
                  <a:pt x="10751" y="17707"/>
                </a:lnTo>
                <a:lnTo>
                  <a:pt x="9930" y="16537"/>
                </a:lnTo>
                <a:lnTo>
                  <a:pt x="9182" y="15297"/>
                </a:lnTo>
                <a:lnTo>
                  <a:pt x="8493" y="13978"/>
                </a:lnTo>
                <a:lnTo>
                  <a:pt x="7855" y="12564"/>
                </a:lnTo>
                <a:lnTo>
                  <a:pt x="7805" y="10893"/>
                </a:lnTo>
                <a:lnTo>
                  <a:pt x="7800" y="9750"/>
                </a:lnTo>
                <a:lnTo>
                  <a:pt x="7855" y="8606"/>
                </a:lnTo>
                <a:lnTo>
                  <a:pt x="7976" y="6935"/>
                </a:lnTo>
                <a:lnTo>
                  <a:pt x="8082" y="5361"/>
                </a:lnTo>
                <a:lnTo>
                  <a:pt x="8106" y="4330"/>
                </a:lnTo>
                <a:lnTo>
                  <a:pt x="8033" y="3394"/>
                </a:lnTo>
                <a:lnTo>
                  <a:pt x="7855" y="2094"/>
                </a:lnTo>
                <a:lnTo>
                  <a:pt x="6568" y="1355"/>
                </a:lnTo>
                <a:lnTo>
                  <a:pt x="5341" y="846"/>
                </a:lnTo>
                <a:lnTo>
                  <a:pt x="4124" y="511"/>
                </a:lnTo>
                <a:lnTo>
                  <a:pt x="2861" y="295"/>
                </a:lnTo>
                <a:lnTo>
                  <a:pt x="1504" y="144"/>
                </a:lnTo>
                <a:lnTo>
                  <a:pt x="0" y="0"/>
                </a:lnTo>
                <a:close/>
              </a:path>
            </a:pathLst>
          </a:custGeom>
          <a:solidFill>
            <a:srgbClr val="F5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6" name="contour_07324"/>
          <p:cNvSpPr/>
          <p:nvPr/>
        </p:nvSpPr>
        <p:spPr>
          <a:xfrm>
            <a:off x="11416081" y="4285339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3" y="0"/>
                </a:lnTo>
                <a:lnTo>
                  <a:pt x="4288" y="0"/>
                </a:lnTo>
                <a:lnTo>
                  <a:pt x="5728" y="0"/>
                </a:lnTo>
                <a:lnTo>
                  <a:pt x="7178" y="0"/>
                </a:lnTo>
                <a:lnTo>
                  <a:pt x="8640" y="0"/>
                </a:lnTo>
                <a:lnTo>
                  <a:pt x="8640" y="1586"/>
                </a:lnTo>
                <a:lnTo>
                  <a:pt x="8640" y="3182"/>
                </a:lnTo>
                <a:lnTo>
                  <a:pt x="8640" y="4800"/>
                </a:lnTo>
                <a:lnTo>
                  <a:pt x="10053" y="5551"/>
                </a:lnTo>
                <a:lnTo>
                  <a:pt x="11096" y="6067"/>
                </a:lnTo>
                <a:lnTo>
                  <a:pt x="12081" y="6478"/>
                </a:lnTo>
                <a:lnTo>
                  <a:pt x="13319" y="6912"/>
                </a:lnTo>
                <a:lnTo>
                  <a:pt x="15120" y="7500"/>
                </a:lnTo>
                <a:lnTo>
                  <a:pt x="16325" y="7903"/>
                </a:lnTo>
                <a:lnTo>
                  <a:pt x="17537" y="8309"/>
                </a:lnTo>
                <a:lnTo>
                  <a:pt x="18766" y="8719"/>
                </a:lnTo>
                <a:lnTo>
                  <a:pt x="20172" y="9156"/>
                </a:lnTo>
                <a:lnTo>
                  <a:pt x="21600" y="9600"/>
                </a:lnTo>
                <a:lnTo>
                  <a:pt x="21172" y="11026"/>
                </a:lnTo>
                <a:lnTo>
                  <a:pt x="20742" y="12456"/>
                </a:lnTo>
                <a:lnTo>
                  <a:pt x="20313" y="13891"/>
                </a:lnTo>
                <a:lnTo>
                  <a:pt x="19878" y="15338"/>
                </a:lnTo>
                <a:lnTo>
                  <a:pt x="19440" y="16800"/>
                </a:lnTo>
                <a:lnTo>
                  <a:pt x="18835" y="16531"/>
                </a:lnTo>
                <a:lnTo>
                  <a:pt x="18269" y="16279"/>
                </a:lnTo>
                <a:lnTo>
                  <a:pt x="17617" y="15991"/>
                </a:lnTo>
                <a:lnTo>
                  <a:pt x="16753" y="15607"/>
                </a:lnTo>
                <a:lnTo>
                  <a:pt x="15550" y="15072"/>
                </a:lnTo>
                <a:lnTo>
                  <a:pt x="13882" y="14330"/>
                </a:lnTo>
                <a:lnTo>
                  <a:pt x="11621" y="13325"/>
                </a:lnTo>
                <a:lnTo>
                  <a:pt x="8640" y="12000"/>
                </a:lnTo>
                <a:lnTo>
                  <a:pt x="8029" y="13358"/>
                </a:lnTo>
                <a:lnTo>
                  <a:pt x="7417" y="14717"/>
                </a:lnTo>
                <a:lnTo>
                  <a:pt x="6804" y="16080"/>
                </a:lnTo>
                <a:lnTo>
                  <a:pt x="6188" y="17448"/>
                </a:lnTo>
                <a:lnTo>
                  <a:pt x="5568" y="18823"/>
                </a:lnTo>
                <a:lnTo>
                  <a:pt x="4946" y="20206"/>
                </a:lnTo>
                <a:lnTo>
                  <a:pt x="4320" y="21600"/>
                </a:lnTo>
                <a:lnTo>
                  <a:pt x="3992" y="19956"/>
                </a:lnTo>
                <a:lnTo>
                  <a:pt x="3661" y="18310"/>
                </a:lnTo>
                <a:lnTo>
                  <a:pt x="3333" y="16663"/>
                </a:lnTo>
                <a:lnTo>
                  <a:pt x="3002" y="15014"/>
                </a:lnTo>
                <a:lnTo>
                  <a:pt x="2672" y="13363"/>
                </a:lnTo>
                <a:lnTo>
                  <a:pt x="2341" y="11710"/>
                </a:lnTo>
                <a:lnTo>
                  <a:pt x="2011" y="10051"/>
                </a:lnTo>
                <a:lnTo>
                  <a:pt x="1678" y="8390"/>
                </a:lnTo>
                <a:lnTo>
                  <a:pt x="1346" y="6725"/>
                </a:lnTo>
                <a:lnTo>
                  <a:pt x="1011" y="5052"/>
                </a:lnTo>
                <a:lnTo>
                  <a:pt x="674" y="3374"/>
                </a:lnTo>
                <a:lnTo>
                  <a:pt x="339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FA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7" name="contour_07325"/>
          <p:cNvSpPr/>
          <p:nvPr/>
        </p:nvSpPr>
        <p:spPr>
          <a:xfrm>
            <a:off x="7239618" y="4225155"/>
            <a:ext cx="58748" cy="491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8" y="0"/>
                </a:moveTo>
                <a:lnTo>
                  <a:pt x="9017" y="19"/>
                </a:lnTo>
                <a:lnTo>
                  <a:pt x="10820" y="64"/>
                </a:lnTo>
                <a:lnTo>
                  <a:pt x="12618" y="128"/>
                </a:lnTo>
                <a:lnTo>
                  <a:pt x="14411" y="218"/>
                </a:lnTo>
                <a:lnTo>
                  <a:pt x="16206" y="333"/>
                </a:lnTo>
                <a:lnTo>
                  <a:pt x="17999" y="474"/>
                </a:lnTo>
                <a:lnTo>
                  <a:pt x="19797" y="638"/>
                </a:lnTo>
                <a:lnTo>
                  <a:pt x="21600" y="827"/>
                </a:lnTo>
                <a:lnTo>
                  <a:pt x="21211" y="3093"/>
                </a:lnTo>
                <a:lnTo>
                  <a:pt x="20799" y="5320"/>
                </a:lnTo>
                <a:lnTo>
                  <a:pt x="20354" y="7509"/>
                </a:lnTo>
                <a:lnTo>
                  <a:pt x="19861" y="9662"/>
                </a:lnTo>
                <a:lnTo>
                  <a:pt x="19306" y="11787"/>
                </a:lnTo>
                <a:lnTo>
                  <a:pt x="18679" y="13886"/>
                </a:lnTo>
                <a:lnTo>
                  <a:pt x="17969" y="15960"/>
                </a:lnTo>
                <a:lnTo>
                  <a:pt x="17160" y="18017"/>
                </a:lnTo>
                <a:lnTo>
                  <a:pt x="16241" y="20055"/>
                </a:lnTo>
                <a:lnTo>
                  <a:pt x="14277" y="20840"/>
                </a:lnTo>
                <a:lnTo>
                  <a:pt x="12366" y="21353"/>
                </a:lnTo>
                <a:lnTo>
                  <a:pt x="10488" y="21600"/>
                </a:lnTo>
                <a:lnTo>
                  <a:pt x="8617" y="21587"/>
                </a:lnTo>
                <a:lnTo>
                  <a:pt x="6736" y="21321"/>
                </a:lnTo>
                <a:lnTo>
                  <a:pt x="4818" y="20808"/>
                </a:lnTo>
                <a:lnTo>
                  <a:pt x="2843" y="20055"/>
                </a:lnTo>
                <a:lnTo>
                  <a:pt x="1699" y="17943"/>
                </a:lnTo>
                <a:lnTo>
                  <a:pt x="868" y="15880"/>
                </a:lnTo>
                <a:lnTo>
                  <a:pt x="327" y="13800"/>
                </a:lnTo>
                <a:lnTo>
                  <a:pt x="46" y="11640"/>
                </a:lnTo>
                <a:lnTo>
                  <a:pt x="0" y="9342"/>
                </a:lnTo>
                <a:lnTo>
                  <a:pt x="163" y="6836"/>
                </a:lnTo>
                <a:lnTo>
                  <a:pt x="900" y="4048"/>
                </a:lnTo>
                <a:lnTo>
                  <a:pt x="1766" y="2263"/>
                </a:lnTo>
                <a:lnTo>
                  <a:pt x="2966" y="1183"/>
                </a:lnTo>
                <a:lnTo>
                  <a:pt x="4711" y="526"/>
                </a:lnTo>
                <a:lnTo>
                  <a:pt x="7208" y="0"/>
                </a:lnTo>
                <a:close/>
              </a:path>
            </a:pathLst>
          </a:custGeom>
          <a:solidFill>
            <a:srgbClr val="F6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8" name="contour_07326"/>
          <p:cNvSpPr/>
          <p:nvPr/>
        </p:nvSpPr>
        <p:spPr>
          <a:xfrm>
            <a:off x="4558081" y="4212459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4108" y="660"/>
                </a:lnTo>
                <a:lnTo>
                  <a:pt x="4426" y="1829"/>
                </a:lnTo>
                <a:lnTo>
                  <a:pt x="5155" y="4500"/>
                </a:lnTo>
                <a:lnTo>
                  <a:pt x="5856" y="6182"/>
                </a:lnTo>
                <a:lnTo>
                  <a:pt x="6531" y="7510"/>
                </a:lnTo>
                <a:lnTo>
                  <a:pt x="7265" y="8573"/>
                </a:lnTo>
                <a:lnTo>
                  <a:pt x="8145" y="9458"/>
                </a:lnTo>
                <a:lnTo>
                  <a:pt x="9251" y="10255"/>
                </a:lnTo>
                <a:lnTo>
                  <a:pt x="10670" y="11052"/>
                </a:lnTo>
                <a:lnTo>
                  <a:pt x="11929" y="11474"/>
                </a:lnTo>
                <a:lnTo>
                  <a:pt x="13194" y="11880"/>
                </a:lnTo>
                <a:lnTo>
                  <a:pt x="14460" y="12266"/>
                </a:lnTo>
                <a:lnTo>
                  <a:pt x="15731" y="12634"/>
                </a:lnTo>
                <a:lnTo>
                  <a:pt x="17005" y="12984"/>
                </a:lnTo>
                <a:lnTo>
                  <a:pt x="18299" y="13704"/>
                </a:lnTo>
                <a:lnTo>
                  <a:pt x="19153" y="14333"/>
                </a:lnTo>
                <a:lnTo>
                  <a:pt x="19758" y="15118"/>
                </a:lnTo>
                <a:lnTo>
                  <a:pt x="20302" y="16303"/>
                </a:lnTo>
                <a:lnTo>
                  <a:pt x="20979" y="18142"/>
                </a:lnTo>
                <a:lnTo>
                  <a:pt x="21184" y="19284"/>
                </a:lnTo>
                <a:lnTo>
                  <a:pt x="21390" y="20434"/>
                </a:lnTo>
                <a:lnTo>
                  <a:pt x="21600" y="21600"/>
                </a:lnTo>
                <a:lnTo>
                  <a:pt x="18898" y="21247"/>
                </a:lnTo>
                <a:lnTo>
                  <a:pt x="16522" y="20928"/>
                </a:lnTo>
                <a:lnTo>
                  <a:pt x="14445" y="20638"/>
                </a:lnTo>
                <a:lnTo>
                  <a:pt x="12630" y="20362"/>
                </a:lnTo>
                <a:lnTo>
                  <a:pt x="11049" y="20090"/>
                </a:lnTo>
                <a:lnTo>
                  <a:pt x="9671" y="19812"/>
                </a:lnTo>
                <a:lnTo>
                  <a:pt x="8461" y="19519"/>
                </a:lnTo>
                <a:lnTo>
                  <a:pt x="7391" y="19200"/>
                </a:lnTo>
                <a:lnTo>
                  <a:pt x="6427" y="18840"/>
                </a:lnTo>
                <a:lnTo>
                  <a:pt x="5537" y="18434"/>
                </a:lnTo>
                <a:lnTo>
                  <a:pt x="4691" y="17971"/>
                </a:lnTo>
                <a:lnTo>
                  <a:pt x="3855" y="17436"/>
                </a:lnTo>
                <a:lnTo>
                  <a:pt x="3000" y="16824"/>
                </a:lnTo>
                <a:lnTo>
                  <a:pt x="2095" y="16121"/>
                </a:lnTo>
                <a:lnTo>
                  <a:pt x="1106" y="15314"/>
                </a:lnTo>
                <a:lnTo>
                  <a:pt x="0" y="14400"/>
                </a:lnTo>
                <a:lnTo>
                  <a:pt x="0" y="12814"/>
                </a:lnTo>
                <a:lnTo>
                  <a:pt x="0" y="11218"/>
                </a:lnTo>
                <a:lnTo>
                  <a:pt x="0" y="9600"/>
                </a:lnTo>
                <a:lnTo>
                  <a:pt x="1298" y="9600"/>
                </a:lnTo>
                <a:lnTo>
                  <a:pt x="2604" y="9600"/>
                </a:lnTo>
                <a:lnTo>
                  <a:pt x="3927" y="9600"/>
                </a:lnTo>
                <a:lnTo>
                  <a:pt x="3927" y="8016"/>
                </a:lnTo>
                <a:lnTo>
                  <a:pt x="3927" y="6430"/>
                </a:lnTo>
                <a:lnTo>
                  <a:pt x="3927" y="4836"/>
                </a:lnTo>
                <a:lnTo>
                  <a:pt x="3927" y="3235"/>
                </a:lnTo>
                <a:lnTo>
                  <a:pt x="3927" y="1625"/>
                </a:lnTo>
                <a:lnTo>
                  <a:pt x="3927" y="0"/>
                </a:lnTo>
                <a:close/>
              </a:path>
            </a:pathLst>
          </a:custGeom>
          <a:solidFill>
            <a:srgbClr val="6D6E6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29" name="contour_07327"/>
          <p:cNvSpPr/>
          <p:nvPr/>
        </p:nvSpPr>
        <p:spPr>
          <a:xfrm>
            <a:off x="1715765" y="3746028"/>
            <a:ext cx="94744" cy="38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7489" y="1840"/>
                </a:lnTo>
                <a:lnTo>
                  <a:pt x="18353" y="3708"/>
                </a:lnTo>
                <a:lnTo>
                  <a:pt x="19211" y="5596"/>
                </a:lnTo>
                <a:lnTo>
                  <a:pt x="19937" y="7159"/>
                </a:lnTo>
                <a:lnTo>
                  <a:pt x="20671" y="8743"/>
                </a:lnTo>
                <a:lnTo>
                  <a:pt x="21133" y="10464"/>
                </a:lnTo>
                <a:lnTo>
                  <a:pt x="21600" y="12210"/>
                </a:lnTo>
                <a:lnTo>
                  <a:pt x="21352" y="14823"/>
                </a:lnTo>
                <a:lnTo>
                  <a:pt x="21097" y="16541"/>
                </a:lnTo>
                <a:lnTo>
                  <a:pt x="20676" y="18132"/>
                </a:lnTo>
                <a:lnTo>
                  <a:pt x="19938" y="20350"/>
                </a:lnTo>
                <a:lnTo>
                  <a:pt x="18787" y="20880"/>
                </a:lnTo>
                <a:lnTo>
                  <a:pt x="17619" y="21262"/>
                </a:lnTo>
                <a:lnTo>
                  <a:pt x="16439" y="21502"/>
                </a:lnTo>
                <a:lnTo>
                  <a:pt x="15250" y="21600"/>
                </a:lnTo>
                <a:lnTo>
                  <a:pt x="14055" y="21555"/>
                </a:lnTo>
                <a:lnTo>
                  <a:pt x="12860" y="21368"/>
                </a:lnTo>
                <a:lnTo>
                  <a:pt x="11667" y="21046"/>
                </a:lnTo>
                <a:lnTo>
                  <a:pt x="10481" y="20591"/>
                </a:lnTo>
                <a:lnTo>
                  <a:pt x="9303" y="19996"/>
                </a:lnTo>
                <a:lnTo>
                  <a:pt x="8140" y="19272"/>
                </a:lnTo>
                <a:lnTo>
                  <a:pt x="6995" y="18417"/>
                </a:lnTo>
                <a:lnTo>
                  <a:pt x="5870" y="17428"/>
                </a:lnTo>
                <a:lnTo>
                  <a:pt x="4772" y="16313"/>
                </a:lnTo>
                <a:lnTo>
                  <a:pt x="3702" y="15072"/>
                </a:lnTo>
                <a:lnTo>
                  <a:pt x="2663" y="13700"/>
                </a:lnTo>
                <a:lnTo>
                  <a:pt x="1662" y="12210"/>
                </a:lnTo>
                <a:lnTo>
                  <a:pt x="1249" y="10196"/>
                </a:lnTo>
                <a:lnTo>
                  <a:pt x="837" y="8173"/>
                </a:lnTo>
                <a:lnTo>
                  <a:pt x="420" y="6134"/>
                </a:lnTo>
                <a:lnTo>
                  <a:pt x="0" y="4070"/>
                </a:lnTo>
                <a:lnTo>
                  <a:pt x="1097" y="4339"/>
                </a:lnTo>
                <a:lnTo>
                  <a:pt x="2193" y="4607"/>
                </a:lnTo>
                <a:lnTo>
                  <a:pt x="3292" y="4876"/>
                </a:lnTo>
                <a:lnTo>
                  <a:pt x="4390" y="5145"/>
                </a:lnTo>
                <a:lnTo>
                  <a:pt x="5490" y="5413"/>
                </a:lnTo>
                <a:lnTo>
                  <a:pt x="6590" y="5686"/>
                </a:lnTo>
                <a:lnTo>
                  <a:pt x="7693" y="5955"/>
                </a:lnTo>
                <a:lnTo>
                  <a:pt x="8798" y="6227"/>
                </a:lnTo>
                <a:lnTo>
                  <a:pt x="9906" y="6496"/>
                </a:lnTo>
                <a:lnTo>
                  <a:pt x="11016" y="6769"/>
                </a:lnTo>
                <a:lnTo>
                  <a:pt x="12128" y="7041"/>
                </a:lnTo>
                <a:lnTo>
                  <a:pt x="13244" y="7314"/>
                </a:lnTo>
                <a:lnTo>
                  <a:pt x="14364" y="7591"/>
                </a:lnTo>
                <a:lnTo>
                  <a:pt x="15487" y="7863"/>
                </a:lnTo>
                <a:lnTo>
                  <a:pt x="16615" y="8140"/>
                </a:lnTo>
                <a:lnTo>
                  <a:pt x="16615" y="5450"/>
                </a:lnTo>
                <a:lnTo>
                  <a:pt x="16615" y="2743"/>
                </a:lnTo>
                <a:lnTo>
                  <a:pt x="16615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0" name="contour_07328"/>
          <p:cNvSpPr/>
          <p:nvPr/>
        </p:nvSpPr>
        <p:spPr>
          <a:xfrm>
            <a:off x="10701858" y="3716876"/>
            <a:ext cx="102360" cy="38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55" y="0"/>
                </a:moveTo>
                <a:lnTo>
                  <a:pt x="19368" y="2020"/>
                </a:lnTo>
                <a:lnTo>
                  <a:pt x="19993" y="3556"/>
                </a:lnTo>
                <a:lnTo>
                  <a:pt x="20617" y="5381"/>
                </a:lnTo>
                <a:lnTo>
                  <a:pt x="21531" y="8279"/>
                </a:lnTo>
                <a:lnTo>
                  <a:pt x="21577" y="11508"/>
                </a:lnTo>
                <a:lnTo>
                  <a:pt x="21600" y="13764"/>
                </a:lnTo>
                <a:lnTo>
                  <a:pt x="21600" y="15652"/>
                </a:lnTo>
                <a:lnTo>
                  <a:pt x="21577" y="17767"/>
                </a:lnTo>
                <a:lnTo>
                  <a:pt x="21531" y="20698"/>
                </a:lnTo>
                <a:lnTo>
                  <a:pt x="19115" y="20950"/>
                </a:lnTo>
                <a:lnTo>
                  <a:pt x="16936" y="21174"/>
                </a:lnTo>
                <a:lnTo>
                  <a:pt x="14979" y="21352"/>
                </a:lnTo>
                <a:lnTo>
                  <a:pt x="13229" y="21488"/>
                </a:lnTo>
                <a:lnTo>
                  <a:pt x="11667" y="21575"/>
                </a:lnTo>
                <a:lnTo>
                  <a:pt x="10279" y="21600"/>
                </a:lnTo>
                <a:lnTo>
                  <a:pt x="9048" y="21563"/>
                </a:lnTo>
                <a:lnTo>
                  <a:pt x="7959" y="21455"/>
                </a:lnTo>
                <a:lnTo>
                  <a:pt x="6993" y="21273"/>
                </a:lnTo>
                <a:lnTo>
                  <a:pt x="6136" y="21004"/>
                </a:lnTo>
                <a:lnTo>
                  <a:pt x="5373" y="20648"/>
                </a:lnTo>
                <a:lnTo>
                  <a:pt x="4686" y="20197"/>
                </a:lnTo>
                <a:lnTo>
                  <a:pt x="4059" y="19646"/>
                </a:lnTo>
                <a:lnTo>
                  <a:pt x="3476" y="18984"/>
                </a:lnTo>
                <a:lnTo>
                  <a:pt x="2920" y="18210"/>
                </a:lnTo>
                <a:lnTo>
                  <a:pt x="2378" y="17316"/>
                </a:lnTo>
                <a:lnTo>
                  <a:pt x="1830" y="16297"/>
                </a:lnTo>
                <a:lnTo>
                  <a:pt x="1261" y="15146"/>
                </a:lnTo>
                <a:lnTo>
                  <a:pt x="657" y="13855"/>
                </a:lnTo>
                <a:lnTo>
                  <a:pt x="0" y="12419"/>
                </a:lnTo>
                <a:lnTo>
                  <a:pt x="0" y="9682"/>
                </a:lnTo>
                <a:lnTo>
                  <a:pt x="0" y="6930"/>
                </a:lnTo>
                <a:lnTo>
                  <a:pt x="0" y="4140"/>
                </a:lnTo>
                <a:lnTo>
                  <a:pt x="1032" y="4516"/>
                </a:lnTo>
                <a:lnTo>
                  <a:pt x="2064" y="4901"/>
                </a:lnTo>
                <a:lnTo>
                  <a:pt x="3094" y="5290"/>
                </a:lnTo>
                <a:lnTo>
                  <a:pt x="4123" y="5684"/>
                </a:lnTo>
                <a:lnTo>
                  <a:pt x="5152" y="6089"/>
                </a:lnTo>
                <a:lnTo>
                  <a:pt x="6179" y="6499"/>
                </a:lnTo>
                <a:lnTo>
                  <a:pt x="7207" y="6917"/>
                </a:lnTo>
                <a:lnTo>
                  <a:pt x="8232" y="7348"/>
                </a:lnTo>
                <a:lnTo>
                  <a:pt x="9258" y="7791"/>
                </a:lnTo>
                <a:lnTo>
                  <a:pt x="10284" y="8242"/>
                </a:lnTo>
                <a:lnTo>
                  <a:pt x="11307" y="8710"/>
                </a:lnTo>
                <a:lnTo>
                  <a:pt x="12331" y="9190"/>
                </a:lnTo>
                <a:lnTo>
                  <a:pt x="13352" y="9686"/>
                </a:lnTo>
                <a:lnTo>
                  <a:pt x="14375" y="10196"/>
                </a:lnTo>
                <a:lnTo>
                  <a:pt x="15396" y="10725"/>
                </a:lnTo>
                <a:lnTo>
                  <a:pt x="16416" y="11272"/>
                </a:lnTo>
                <a:lnTo>
                  <a:pt x="17435" y="11835"/>
                </a:lnTo>
                <a:lnTo>
                  <a:pt x="18455" y="12419"/>
                </a:lnTo>
                <a:lnTo>
                  <a:pt x="18455" y="9960"/>
                </a:lnTo>
                <a:lnTo>
                  <a:pt x="18455" y="7493"/>
                </a:lnTo>
                <a:lnTo>
                  <a:pt x="18455" y="5017"/>
                </a:lnTo>
                <a:lnTo>
                  <a:pt x="18455" y="2521"/>
                </a:lnTo>
                <a:lnTo>
                  <a:pt x="18455" y="0"/>
                </a:lnTo>
                <a:close/>
              </a:path>
            </a:pathLst>
          </a:custGeom>
          <a:solidFill>
            <a:srgbClr val="E9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1" name="contour_07329"/>
          <p:cNvSpPr/>
          <p:nvPr/>
        </p:nvSpPr>
        <p:spPr>
          <a:xfrm>
            <a:off x="7546158" y="3665860"/>
            <a:ext cx="8745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223" y="946"/>
                </a:lnTo>
                <a:lnTo>
                  <a:pt x="2648" y="1897"/>
                </a:lnTo>
                <a:lnTo>
                  <a:pt x="3080" y="2861"/>
                </a:lnTo>
                <a:lnTo>
                  <a:pt x="3785" y="3963"/>
                </a:lnTo>
                <a:lnTo>
                  <a:pt x="4453" y="4825"/>
                </a:lnTo>
                <a:lnTo>
                  <a:pt x="5182" y="5506"/>
                </a:lnTo>
                <a:lnTo>
                  <a:pt x="6071" y="6066"/>
                </a:lnTo>
                <a:lnTo>
                  <a:pt x="7216" y="6561"/>
                </a:lnTo>
                <a:lnTo>
                  <a:pt x="8302" y="6723"/>
                </a:lnTo>
                <a:lnTo>
                  <a:pt x="9382" y="6865"/>
                </a:lnTo>
                <a:lnTo>
                  <a:pt x="10462" y="6983"/>
                </a:lnTo>
                <a:lnTo>
                  <a:pt x="11545" y="7085"/>
                </a:lnTo>
                <a:lnTo>
                  <a:pt x="12631" y="7169"/>
                </a:lnTo>
                <a:lnTo>
                  <a:pt x="13725" y="7242"/>
                </a:lnTo>
                <a:lnTo>
                  <a:pt x="14863" y="7342"/>
                </a:lnTo>
                <a:lnTo>
                  <a:pt x="16016" y="7444"/>
                </a:lnTo>
                <a:lnTo>
                  <a:pt x="17132" y="7536"/>
                </a:lnTo>
                <a:lnTo>
                  <a:pt x="18248" y="7623"/>
                </a:lnTo>
                <a:lnTo>
                  <a:pt x="19366" y="7703"/>
                </a:lnTo>
                <a:lnTo>
                  <a:pt x="20484" y="7780"/>
                </a:lnTo>
                <a:lnTo>
                  <a:pt x="21600" y="7855"/>
                </a:lnTo>
                <a:lnTo>
                  <a:pt x="21600" y="9215"/>
                </a:lnTo>
                <a:lnTo>
                  <a:pt x="21600" y="10578"/>
                </a:lnTo>
                <a:lnTo>
                  <a:pt x="21600" y="11941"/>
                </a:lnTo>
                <a:lnTo>
                  <a:pt x="21600" y="13306"/>
                </a:lnTo>
                <a:lnTo>
                  <a:pt x="21600" y="14676"/>
                </a:lnTo>
                <a:lnTo>
                  <a:pt x="21600" y="16049"/>
                </a:lnTo>
                <a:lnTo>
                  <a:pt x="21600" y="17427"/>
                </a:lnTo>
                <a:lnTo>
                  <a:pt x="21600" y="18812"/>
                </a:lnTo>
                <a:lnTo>
                  <a:pt x="21600" y="20202"/>
                </a:lnTo>
                <a:lnTo>
                  <a:pt x="21600" y="21600"/>
                </a:lnTo>
                <a:lnTo>
                  <a:pt x="21195" y="20353"/>
                </a:lnTo>
                <a:lnTo>
                  <a:pt x="20788" y="19098"/>
                </a:lnTo>
                <a:lnTo>
                  <a:pt x="20376" y="17826"/>
                </a:lnTo>
                <a:lnTo>
                  <a:pt x="19696" y="16402"/>
                </a:lnTo>
                <a:lnTo>
                  <a:pt x="19031" y="15255"/>
                </a:lnTo>
                <a:lnTo>
                  <a:pt x="18272" y="14309"/>
                </a:lnTo>
                <a:lnTo>
                  <a:pt x="17303" y="13492"/>
                </a:lnTo>
                <a:lnTo>
                  <a:pt x="16015" y="12728"/>
                </a:lnTo>
                <a:lnTo>
                  <a:pt x="14812" y="12426"/>
                </a:lnTo>
                <a:lnTo>
                  <a:pt x="13613" y="12153"/>
                </a:lnTo>
                <a:lnTo>
                  <a:pt x="12413" y="11906"/>
                </a:lnTo>
                <a:lnTo>
                  <a:pt x="11209" y="11684"/>
                </a:lnTo>
                <a:lnTo>
                  <a:pt x="9997" y="11479"/>
                </a:lnTo>
                <a:lnTo>
                  <a:pt x="8775" y="11291"/>
                </a:lnTo>
                <a:lnTo>
                  <a:pt x="7931" y="11140"/>
                </a:lnTo>
                <a:lnTo>
                  <a:pt x="7083" y="10987"/>
                </a:lnTo>
                <a:lnTo>
                  <a:pt x="6223" y="10831"/>
                </a:lnTo>
                <a:lnTo>
                  <a:pt x="4981" y="10615"/>
                </a:lnTo>
                <a:lnTo>
                  <a:pt x="3737" y="10407"/>
                </a:lnTo>
                <a:lnTo>
                  <a:pt x="2491" y="10205"/>
                </a:lnTo>
                <a:lnTo>
                  <a:pt x="1246" y="10011"/>
                </a:lnTo>
                <a:lnTo>
                  <a:pt x="0" y="9818"/>
                </a:lnTo>
                <a:lnTo>
                  <a:pt x="223" y="8603"/>
                </a:lnTo>
                <a:lnTo>
                  <a:pt x="446" y="7387"/>
                </a:lnTo>
                <a:lnTo>
                  <a:pt x="670" y="6168"/>
                </a:lnTo>
                <a:lnTo>
                  <a:pt x="893" y="4946"/>
                </a:lnTo>
                <a:lnTo>
                  <a:pt x="1118" y="3719"/>
                </a:lnTo>
                <a:lnTo>
                  <a:pt x="1345" y="2486"/>
                </a:lnTo>
                <a:lnTo>
                  <a:pt x="1571" y="1247"/>
                </a:lnTo>
                <a:lnTo>
                  <a:pt x="1800" y="0"/>
                </a:lnTo>
                <a:close/>
              </a:path>
            </a:pathLst>
          </a:custGeom>
          <a:solidFill>
            <a:srgbClr val="E4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2" name="contour_07330"/>
          <p:cNvSpPr/>
          <p:nvPr/>
        </p:nvSpPr>
        <p:spPr>
          <a:xfrm>
            <a:off x="4485201" y="3592980"/>
            <a:ext cx="131184" cy="23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22" y="0"/>
                </a:lnTo>
                <a:lnTo>
                  <a:pt x="1645" y="0"/>
                </a:lnTo>
                <a:lnTo>
                  <a:pt x="2467" y="0"/>
                </a:lnTo>
                <a:lnTo>
                  <a:pt x="3290" y="0"/>
                </a:lnTo>
                <a:lnTo>
                  <a:pt x="4114" y="0"/>
                </a:lnTo>
                <a:lnTo>
                  <a:pt x="4938" y="0"/>
                </a:lnTo>
                <a:lnTo>
                  <a:pt x="5761" y="0"/>
                </a:lnTo>
                <a:lnTo>
                  <a:pt x="6586" y="0"/>
                </a:lnTo>
                <a:lnTo>
                  <a:pt x="7411" y="0"/>
                </a:lnTo>
                <a:lnTo>
                  <a:pt x="8237" y="0"/>
                </a:lnTo>
                <a:lnTo>
                  <a:pt x="9064" y="0"/>
                </a:lnTo>
                <a:lnTo>
                  <a:pt x="9890" y="0"/>
                </a:lnTo>
                <a:lnTo>
                  <a:pt x="10720" y="0"/>
                </a:lnTo>
                <a:lnTo>
                  <a:pt x="11548" y="0"/>
                </a:lnTo>
                <a:lnTo>
                  <a:pt x="12378" y="0"/>
                </a:lnTo>
                <a:lnTo>
                  <a:pt x="13210" y="0"/>
                </a:lnTo>
                <a:lnTo>
                  <a:pt x="14042" y="0"/>
                </a:lnTo>
                <a:lnTo>
                  <a:pt x="14876" y="0"/>
                </a:lnTo>
                <a:lnTo>
                  <a:pt x="15712" y="0"/>
                </a:lnTo>
                <a:lnTo>
                  <a:pt x="16548" y="0"/>
                </a:lnTo>
                <a:lnTo>
                  <a:pt x="17386" y="0"/>
                </a:lnTo>
                <a:lnTo>
                  <a:pt x="18226" y="0"/>
                </a:lnTo>
                <a:lnTo>
                  <a:pt x="19066" y="0"/>
                </a:lnTo>
                <a:lnTo>
                  <a:pt x="19909" y="0"/>
                </a:lnTo>
                <a:lnTo>
                  <a:pt x="20754" y="0"/>
                </a:lnTo>
                <a:lnTo>
                  <a:pt x="21600" y="0"/>
                </a:lnTo>
                <a:lnTo>
                  <a:pt x="21362" y="3967"/>
                </a:lnTo>
                <a:lnTo>
                  <a:pt x="21124" y="7948"/>
                </a:lnTo>
                <a:lnTo>
                  <a:pt x="20885" y="11942"/>
                </a:lnTo>
                <a:lnTo>
                  <a:pt x="20644" y="15970"/>
                </a:lnTo>
                <a:lnTo>
                  <a:pt x="20400" y="20037"/>
                </a:lnTo>
                <a:lnTo>
                  <a:pt x="19528" y="20945"/>
                </a:lnTo>
                <a:lnTo>
                  <a:pt x="18886" y="21453"/>
                </a:lnTo>
                <a:lnTo>
                  <a:pt x="18282" y="21600"/>
                </a:lnTo>
                <a:lnTo>
                  <a:pt x="17526" y="21433"/>
                </a:lnTo>
                <a:lnTo>
                  <a:pt x="16429" y="21006"/>
                </a:lnTo>
                <a:lnTo>
                  <a:pt x="15840" y="20785"/>
                </a:lnTo>
                <a:lnTo>
                  <a:pt x="15241" y="20565"/>
                </a:lnTo>
                <a:lnTo>
                  <a:pt x="14411" y="20217"/>
                </a:lnTo>
                <a:lnTo>
                  <a:pt x="13580" y="19837"/>
                </a:lnTo>
                <a:lnTo>
                  <a:pt x="12751" y="19429"/>
                </a:lnTo>
                <a:lnTo>
                  <a:pt x="11992" y="19062"/>
                </a:lnTo>
                <a:lnTo>
                  <a:pt x="11232" y="18735"/>
                </a:lnTo>
                <a:lnTo>
                  <a:pt x="10472" y="18434"/>
                </a:lnTo>
                <a:lnTo>
                  <a:pt x="9712" y="18154"/>
                </a:lnTo>
                <a:lnTo>
                  <a:pt x="8951" y="17886"/>
                </a:lnTo>
                <a:lnTo>
                  <a:pt x="7523" y="17272"/>
                </a:lnTo>
                <a:lnTo>
                  <a:pt x="6322" y="16704"/>
                </a:lnTo>
                <a:lnTo>
                  <a:pt x="5318" y="16130"/>
                </a:lnTo>
                <a:lnTo>
                  <a:pt x="4480" y="15469"/>
                </a:lnTo>
                <a:lnTo>
                  <a:pt x="3775" y="14674"/>
                </a:lnTo>
                <a:lnTo>
                  <a:pt x="3174" y="13679"/>
                </a:lnTo>
                <a:lnTo>
                  <a:pt x="2646" y="12416"/>
                </a:lnTo>
                <a:lnTo>
                  <a:pt x="2159" y="10833"/>
                </a:lnTo>
                <a:lnTo>
                  <a:pt x="1681" y="8863"/>
                </a:lnTo>
                <a:lnTo>
                  <a:pt x="1183" y="6439"/>
                </a:lnTo>
                <a:lnTo>
                  <a:pt x="634" y="3506"/>
                </a:lnTo>
                <a:lnTo>
                  <a:pt x="0" y="0"/>
                </a:lnTo>
                <a:close/>
              </a:path>
            </a:pathLst>
          </a:custGeom>
          <a:solidFill>
            <a:srgbClr val="B9C9D0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3" name="contour_07331"/>
          <p:cNvSpPr/>
          <p:nvPr/>
        </p:nvSpPr>
        <p:spPr>
          <a:xfrm>
            <a:off x="5359760" y="3577048"/>
            <a:ext cx="131184" cy="237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31"/>
                </a:moveTo>
                <a:lnTo>
                  <a:pt x="20840" y="4222"/>
                </a:lnTo>
                <a:lnTo>
                  <a:pt x="20082" y="6915"/>
                </a:lnTo>
                <a:lnTo>
                  <a:pt x="19326" y="9318"/>
                </a:lnTo>
                <a:lnTo>
                  <a:pt x="18568" y="11455"/>
                </a:lnTo>
                <a:lnTo>
                  <a:pt x="17809" y="13335"/>
                </a:lnTo>
                <a:lnTo>
                  <a:pt x="17046" y="14976"/>
                </a:lnTo>
                <a:lnTo>
                  <a:pt x="16280" y="16392"/>
                </a:lnTo>
                <a:lnTo>
                  <a:pt x="15508" y="17596"/>
                </a:lnTo>
                <a:lnTo>
                  <a:pt x="14729" y="18609"/>
                </a:lnTo>
                <a:lnTo>
                  <a:pt x="13943" y="19443"/>
                </a:lnTo>
                <a:lnTo>
                  <a:pt x="13147" y="20118"/>
                </a:lnTo>
                <a:lnTo>
                  <a:pt x="12341" y="20640"/>
                </a:lnTo>
                <a:lnTo>
                  <a:pt x="11522" y="21038"/>
                </a:lnTo>
                <a:lnTo>
                  <a:pt x="10692" y="21315"/>
                </a:lnTo>
                <a:lnTo>
                  <a:pt x="9846" y="21488"/>
                </a:lnTo>
                <a:lnTo>
                  <a:pt x="8986" y="21580"/>
                </a:lnTo>
                <a:lnTo>
                  <a:pt x="8110" y="21600"/>
                </a:lnTo>
                <a:lnTo>
                  <a:pt x="7214" y="21567"/>
                </a:lnTo>
                <a:lnTo>
                  <a:pt x="6300" y="21494"/>
                </a:lnTo>
                <a:lnTo>
                  <a:pt x="5692" y="21468"/>
                </a:lnTo>
                <a:lnTo>
                  <a:pt x="5078" y="21435"/>
                </a:lnTo>
                <a:lnTo>
                  <a:pt x="4458" y="21408"/>
                </a:lnTo>
                <a:lnTo>
                  <a:pt x="3715" y="21368"/>
                </a:lnTo>
                <a:lnTo>
                  <a:pt x="2971" y="21322"/>
                </a:lnTo>
                <a:lnTo>
                  <a:pt x="2228" y="21269"/>
                </a:lnTo>
                <a:lnTo>
                  <a:pt x="1486" y="21210"/>
                </a:lnTo>
                <a:lnTo>
                  <a:pt x="743" y="21150"/>
                </a:lnTo>
                <a:lnTo>
                  <a:pt x="0" y="21084"/>
                </a:lnTo>
                <a:lnTo>
                  <a:pt x="302" y="17252"/>
                </a:lnTo>
                <a:lnTo>
                  <a:pt x="528" y="14592"/>
                </a:lnTo>
                <a:lnTo>
                  <a:pt x="790" y="11872"/>
                </a:lnTo>
                <a:lnTo>
                  <a:pt x="1200" y="7849"/>
                </a:lnTo>
                <a:lnTo>
                  <a:pt x="1997" y="6512"/>
                </a:lnTo>
                <a:lnTo>
                  <a:pt x="2806" y="5327"/>
                </a:lnTo>
                <a:lnTo>
                  <a:pt x="3624" y="4288"/>
                </a:lnTo>
                <a:lnTo>
                  <a:pt x="4453" y="3382"/>
                </a:lnTo>
                <a:lnTo>
                  <a:pt x="5290" y="2607"/>
                </a:lnTo>
                <a:lnTo>
                  <a:pt x="6134" y="1946"/>
                </a:lnTo>
                <a:lnTo>
                  <a:pt x="6985" y="1403"/>
                </a:lnTo>
                <a:lnTo>
                  <a:pt x="7842" y="960"/>
                </a:lnTo>
                <a:lnTo>
                  <a:pt x="8705" y="609"/>
                </a:lnTo>
                <a:lnTo>
                  <a:pt x="9570" y="344"/>
                </a:lnTo>
                <a:lnTo>
                  <a:pt x="10439" y="165"/>
                </a:lnTo>
                <a:lnTo>
                  <a:pt x="11310" y="53"/>
                </a:lnTo>
                <a:lnTo>
                  <a:pt x="12182" y="0"/>
                </a:lnTo>
                <a:lnTo>
                  <a:pt x="13056" y="7"/>
                </a:lnTo>
                <a:lnTo>
                  <a:pt x="13927" y="53"/>
                </a:lnTo>
                <a:lnTo>
                  <a:pt x="14798" y="139"/>
                </a:lnTo>
                <a:lnTo>
                  <a:pt x="15666" y="258"/>
                </a:lnTo>
                <a:lnTo>
                  <a:pt x="16531" y="397"/>
                </a:lnTo>
                <a:lnTo>
                  <a:pt x="17392" y="549"/>
                </a:lnTo>
                <a:lnTo>
                  <a:pt x="18247" y="708"/>
                </a:lnTo>
                <a:lnTo>
                  <a:pt x="19097" y="860"/>
                </a:lnTo>
                <a:lnTo>
                  <a:pt x="19939" y="1006"/>
                </a:lnTo>
                <a:lnTo>
                  <a:pt x="20774" y="1132"/>
                </a:lnTo>
                <a:lnTo>
                  <a:pt x="21600" y="1231"/>
                </a:lnTo>
                <a:close/>
              </a:path>
            </a:pathLst>
          </a:custGeom>
          <a:solidFill>
            <a:srgbClr val="E0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4" name="contour_07332"/>
          <p:cNvSpPr/>
          <p:nvPr/>
        </p:nvSpPr>
        <p:spPr>
          <a:xfrm>
            <a:off x="6780919" y="3512207"/>
            <a:ext cx="153048" cy="425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07"/>
                </a:moveTo>
                <a:lnTo>
                  <a:pt x="786" y="140"/>
                </a:lnTo>
                <a:lnTo>
                  <a:pt x="1553" y="37"/>
                </a:lnTo>
                <a:lnTo>
                  <a:pt x="2303" y="0"/>
                </a:lnTo>
                <a:lnTo>
                  <a:pt x="3038" y="22"/>
                </a:lnTo>
                <a:lnTo>
                  <a:pt x="3760" y="107"/>
                </a:lnTo>
                <a:lnTo>
                  <a:pt x="4470" y="251"/>
                </a:lnTo>
                <a:lnTo>
                  <a:pt x="5170" y="462"/>
                </a:lnTo>
                <a:lnTo>
                  <a:pt x="5861" y="728"/>
                </a:lnTo>
                <a:lnTo>
                  <a:pt x="6546" y="1057"/>
                </a:lnTo>
                <a:lnTo>
                  <a:pt x="7226" y="1449"/>
                </a:lnTo>
                <a:lnTo>
                  <a:pt x="7901" y="1896"/>
                </a:lnTo>
                <a:lnTo>
                  <a:pt x="8576" y="2402"/>
                </a:lnTo>
                <a:lnTo>
                  <a:pt x="9251" y="2967"/>
                </a:lnTo>
                <a:lnTo>
                  <a:pt x="9927" y="3592"/>
                </a:lnTo>
                <a:lnTo>
                  <a:pt x="10607" y="4272"/>
                </a:lnTo>
                <a:lnTo>
                  <a:pt x="11292" y="5011"/>
                </a:lnTo>
                <a:lnTo>
                  <a:pt x="11983" y="5806"/>
                </a:lnTo>
                <a:lnTo>
                  <a:pt x="12683" y="6659"/>
                </a:lnTo>
                <a:lnTo>
                  <a:pt x="13393" y="7565"/>
                </a:lnTo>
                <a:lnTo>
                  <a:pt x="14115" y="8529"/>
                </a:lnTo>
                <a:lnTo>
                  <a:pt x="14851" y="9545"/>
                </a:lnTo>
                <a:lnTo>
                  <a:pt x="15511" y="10440"/>
                </a:lnTo>
                <a:lnTo>
                  <a:pt x="16171" y="11330"/>
                </a:lnTo>
                <a:lnTo>
                  <a:pt x="16833" y="12217"/>
                </a:lnTo>
                <a:lnTo>
                  <a:pt x="17516" y="13141"/>
                </a:lnTo>
                <a:lnTo>
                  <a:pt x="18197" y="14069"/>
                </a:lnTo>
                <a:lnTo>
                  <a:pt x="18878" y="15004"/>
                </a:lnTo>
                <a:lnTo>
                  <a:pt x="19560" y="15942"/>
                </a:lnTo>
                <a:lnTo>
                  <a:pt x="20240" y="16885"/>
                </a:lnTo>
                <a:lnTo>
                  <a:pt x="20920" y="17831"/>
                </a:lnTo>
                <a:lnTo>
                  <a:pt x="21600" y="18784"/>
                </a:lnTo>
                <a:lnTo>
                  <a:pt x="20831" y="19797"/>
                </a:lnTo>
                <a:lnTo>
                  <a:pt x="20082" y="20565"/>
                </a:lnTo>
                <a:lnTo>
                  <a:pt x="19351" y="21109"/>
                </a:lnTo>
                <a:lnTo>
                  <a:pt x="18633" y="21448"/>
                </a:lnTo>
                <a:lnTo>
                  <a:pt x="17924" y="21600"/>
                </a:lnTo>
                <a:lnTo>
                  <a:pt x="17221" y="21589"/>
                </a:lnTo>
                <a:lnTo>
                  <a:pt x="16521" y="21430"/>
                </a:lnTo>
                <a:lnTo>
                  <a:pt x="15819" y="21142"/>
                </a:lnTo>
                <a:lnTo>
                  <a:pt x="15113" y="20750"/>
                </a:lnTo>
                <a:lnTo>
                  <a:pt x="14398" y="20270"/>
                </a:lnTo>
                <a:lnTo>
                  <a:pt x="13671" y="19719"/>
                </a:lnTo>
                <a:lnTo>
                  <a:pt x="12927" y="19124"/>
                </a:lnTo>
                <a:lnTo>
                  <a:pt x="12164" y="18496"/>
                </a:lnTo>
                <a:lnTo>
                  <a:pt x="11378" y="17860"/>
                </a:lnTo>
                <a:lnTo>
                  <a:pt x="10739" y="17409"/>
                </a:lnTo>
                <a:lnTo>
                  <a:pt x="10096" y="16951"/>
                </a:lnTo>
                <a:lnTo>
                  <a:pt x="9444" y="16489"/>
                </a:lnTo>
                <a:lnTo>
                  <a:pt x="8698" y="15894"/>
                </a:lnTo>
                <a:lnTo>
                  <a:pt x="7976" y="15270"/>
                </a:lnTo>
                <a:lnTo>
                  <a:pt x="7276" y="14608"/>
                </a:lnTo>
                <a:lnTo>
                  <a:pt x="6598" y="13906"/>
                </a:lnTo>
                <a:lnTo>
                  <a:pt x="5940" y="13145"/>
                </a:lnTo>
                <a:lnTo>
                  <a:pt x="5298" y="12317"/>
                </a:lnTo>
                <a:lnTo>
                  <a:pt x="4672" y="11415"/>
                </a:lnTo>
                <a:lnTo>
                  <a:pt x="4060" y="10429"/>
                </a:lnTo>
                <a:lnTo>
                  <a:pt x="3459" y="9346"/>
                </a:lnTo>
                <a:lnTo>
                  <a:pt x="2869" y="8160"/>
                </a:lnTo>
                <a:lnTo>
                  <a:pt x="2285" y="6855"/>
                </a:lnTo>
                <a:lnTo>
                  <a:pt x="1709" y="5429"/>
                </a:lnTo>
                <a:lnTo>
                  <a:pt x="1138" y="3869"/>
                </a:lnTo>
                <a:lnTo>
                  <a:pt x="569" y="2166"/>
                </a:lnTo>
                <a:lnTo>
                  <a:pt x="0" y="307"/>
                </a:lnTo>
                <a:close/>
              </a:path>
            </a:pathLst>
          </a:custGeom>
          <a:solidFill>
            <a:srgbClr val="858C8F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5" name="contour_07333"/>
          <p:cNvSpPr/>
          <p:nvPr/>
        </p:nvSpPr>
        <p:spPr>
          <a:xfrm>
            <a:off x="4222834" y="3519983"/>
            <a:ext cx="131184" cy="29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84"/>
                </a:moveTo>
                <a:lnTo>
                  <a:pt x="17926" y="2589"/>
                </a:lnTo>
                <a:lnTo>
                  <a:pt x="17850" y="5110"/>
                </a:lnTo>
                <a:lnTo>
                  <a:pt x="17774" y="7668"/>
                </a:lnTo>
                <a:lnTo>
                  <a:pt x="17849" y="10389"/>
                </a:lnTo>
                <a:lnTo>
                  <a:pt x="17924" y="13126"/>
                </a:lnTo>
                <a:lnTo>
                  <a:pt x="18000" y="15905"/>
                </a:lnTo>
                <a:lnTo>
                  <a:pt x="18900" y="17460"/>
                </a:lnTo>
                <a:lnTo>
                  <a:pt x="19537" y="18515"/>
                </a:lnTo>
                <a:lnTo>
                  <a:pt x="20084" y="19317"/>
                </a:lnTo>
                <a:lnTo>
                  <a:pt x="20714" y="20118"/>
                </a:lnTo>
                <a:lnTo>
                  <a:pt x="21600" y="21178"/>
                </a:lnTo>
                <a:lnTo>
                  <a:pt x="20723" y="21352"/>
                </a:lnTo>
                <a:lnTo>
                  <a:pt x="19853" y="21479"/>
                </a:lnTo>
                <a:lnTo>
                  <a:pt x="18989" y="21563"/>
                </a:lnTo>
                <a:lnTo>
                  <a:pt x="18128" y="21600"/>
                </a:lnTo>
                <a:lnTo>
                  <a:pt x="17274" y="21595"/>
                </a:lnTo>
                <a:lnTo>
                  <a:pt x="16422" y="21537"/>
                </a:lnTo>
                <a:lnTo>
                  <a:pt x="15575" y="21437"/>
                </a:lnTo>
                <a:lnTo>
                  <a:pt x="14729" y="21284"/>
                </a:lnTo>
                <a:lnTo>
                  <a:pt x="13885" y="21083"/>
                </a:lnTo>
                <a:lnTo>
                  <a:pt x="13042" y="20835"/>
                </a:lnTo>
                <a:lnTo>
                  <a:pt x="12199" y="20535"/>
                </a:lnTo>
                <a:lnTo>
                  <a:pt x="11357" y="20181"/>
                </a:lnTo>
                <a:lnTo>
                  <a:pt x="10513" y="19781"/>
                </a:lnTo>
                <a:lnTo>
                  <a:pt x="9668" y="19322"/>
                </a:lnTo>
                <a:lnTo>
                  <a:pt x="8822" y="18816"/>
                </a:lnTo>
                <a:lnTo>
                  <a:pt x="7973" y="18251"/>
                </a:lnTo>
                <a:lnTo>
                  <a:pt x="7120" y="17634"/>
                </a:lnTo>
                <a:lnTo>
                  <a:pt x="6262" y="16959"/>
                </a:lnTo>
                <a:lnTo>
                  <a:pt x="5400" y="16232"/>
                </a:lnTo>
                <a:lnTo>
                  <a:pt x="4597" y="15546"/>
                </a:lnTo>
                <a:lnTo>
                  <a:pt x="3781" y="14845"/>
                </a:lnTo>
                <a:lnTo>
                  <a:pt x="3019" y="14101"/>
                </a:lnTo>
                <a:lnTo>
                  <a:pt x="2261" y="13294"/>
                </a:lnTo>
                <a:lnTo>
                  <a:pt x="1505" y="12440"/>
                </a:lnTo>
                <a:lnTo>
                  <a:pt x="751" y="11549"/>
                </a:lnTo>
                <a:lnTo>
                  <a:pt x="0" y="10631"/>
                </a:lnTo>
                <a:lnTo>
                  <a:pt x="0" y="8016"/>
                </a:lnTo>
                <a:lnTo>
                  <a:pt x="0" y="5358"/>
                </a:lnTo>
                <a:lnTo>
                  <a:pt x="803" y="4973"/>
                </a:lnTo>
                <a:lnTo>
                  <a:pt x="1607" y="4593"/>
                </a:lnTo>
                <a:lnTo>
                  <a:pt x="2411" y="4213"/>
                </a:lnTo>
                <a:lnTo>
                  <a:pt x="3215" y="3839"/>
                </a:lnTo>
                <a:lnTo>
                  <a:pt x="4018" y="3465"/>
                </a:lnTo>
                <a:lnTo>
                  <a:pt x="4822" y="3090"/>
                </a:lnTo>
                <a:lnTo>
                  <a:pt x="5626" y="2721"/>
                </a:lnTo>
                <a:lnTo>
                  <a:pt x="6410" y="2341"/>
                </a:lnTo>
                <a:lnTo>
                  <a:pt x="7207" y="1956"/>
                </a:lnTo>
                <a:lnTo>
                  <a:pt x="8040" y="1598"/>
                </a:lnTo>
                <a:lnTo>
                  <a:pt x="8870" y="1276"/>
                </a:lnTo>
                <a:lnTo>
                  <a:pt x="9700" y="991"/>
                </a:lnTo>
                <a:lnTo>
                  <a:pt x="10528" y="744"/>
                </a:lnTo>
                <a:lnTo>
                  <a:pt x="11356" y="533"/>
                </a:lnTo>
                <a:lnTo>
                  <a:pt x="12182" y="359"/>
                </a:lnTo>
                <a:lnTo>
                  <a:pt x="13010" y="221"/>
                </a:lnTo>
                <a:lnTo>
                  <a:pt x="13838" y="116"/>
                </a:lnTo>
                <a:lnTo>
                  <a:pt x="14668" y="47"/>
                </a:lnTo>
                <a:lnTo>
                  <a:pt x="15498" y="5"/>
                </a:lnTo>
                <a:lnTo>
                  <a:pt x="16330" y="0"/>
                </a:lnTo>
                <a:lnTo>
                  <a:pt x="17164" y="26"/>
                </a:lnTo>
                <a:lnTo>
                  <a:pt x="18000" y="84"/>
                </a:lnTo>
                <a:close/>
              </a:path>
            </a:pathLst>
          </a:custGeom>
          <a:solidFill>
            <a:srgbClr val="D8E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6" name="contour_07334"/>
          <p:cNvSpPr/>
          <p:nvPr/>
        </p:nvSpPr>
        <p:spPr>
          <a:xfrm>
            <a:off x="8296821" y="3432644"/>
            <a:ext cx="7340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67" y="0"/>
                </a:moveTo>
                <a:lnTo>
                  <a:pt x="14283" y="356"/>
                </a:lnTo>
                <a:lnTo>
                  <a:pt x="15700" y="713"/>
                </a:lnTo>
                <a:lnTo>
                  <a:pt x="17124" y="1071"/>
                </a:lnTo>
                <a:lnTo>
                  <a:pt x="18555" y="1432"/>
                </a:lnTo>
                <a:lnTo>
                  <a:pt x="19994" y="1795"/>
                </a:lnTo>
                <a:lnTo>
                  <a:pt x="21446" y="2160"/>
                </a:lnTo>
                <a:lnTo>
                  <a:pt x="21551" y="3748"/>
                </a:lnTo>
                <a:lnTo>
                  <a:pt x="21600" y="5264"/>
                </a:lnTo>
                <a:lnTo>
                  <a:pt x="21579" y="6722"/>
                </a:lnTo>
                <a:lnTo>
                  <a:pt x="21476" y="8139"/>
                </a:lnTo>
                <a:lnTo>
                  <a:pt x="21278" y="9528"/>
                </a:lnTo>
                <a:lnTo>
                  <a:pt x="20974" y="10906"/>
                </a:lnTo>
                <a:lnTo>
                  <a:pt x="20551" y="12286"/>
                </a:lnTo>
                <a:lnTo>
                  <a:pt x="19998" y="13686"/>
                </a:lnTo>
                <a:lnTo>
                  <a:pt x="19301" y="15120"/>
                </a:lnTo>
                <a:lnTo>
                  <a:pt x="18049" y="15859"/>
                </a:lnTo>
                <a:lnTo>
                  <a:pt x="16762" y="16535"/>
                </a:lnTo>
                <a:lnTo>
                  <a:pt x="15443" y="17153"/>
                </a:lnTo>
                <a:lnTo>
                  <a:pt x="14098" y="17716"/>
                </a:lnTo>
                <a:lnTo>
                  <a:pt x="12732" y="18233"/>
                </a:lnTo>
                <a:lnTo>
                  <a:pt x="11345" y="18708"/>
                </a:lnTo>
                <a:lnTo>
                  <a:pt x="9942" y="19144"/>
                </a:lnTo>
                <a:lnTo>
                  <a:pt x="8527" y="19548"/>
                </a:lnTo>
                <a:lnTo>
                  <a:pt x="7105" y="19926"/>
                </a:lnTo>
                <a:lnTo>
                  <a:pt x="5677" y="20282"/>
                </a:lnTo>
                <a:lnTo>
                  <a:pt x="4251" y="20624"/>
                </a:lnTo>
                <a:lnTo>
                  <a:pt x="2824" y="20952"/>
                </a:lnTo>
                <a:lnTo>
                  <a:pt x="1407" y="21276"/>
                </a:lnTo>
                <a:lnTo>
                  <a:pt x="0" y="21600"/>
                </a:lnTo>
                <a:lnTo>
                  <a:pt x="843" y="20516"/>
                </a:lnTo>
                <a:lnTo>
                  <a:pt x="1688" y="19431"/>
                </a:lnTo>
                <a:lnTo>
                  <a:pt x="2537" y="18351"/>
                </a:lnTo>
                <a:lnTo>
                  <a:pt x="3386" y="17271"/>
                </a:lnTo>
                <a:lnTo>
                  <a:pt x="4240" y="16196"/>
                </a:lnTo>
                <a:lnTo>
                  <a:pt x="5093" y="15120"/>
                </a:lnTo>
                <a:lnTo>
                  <a:pt x="5807" y="14191"/>
                </a:lnTo>
                <a:lnTo>
                  <a:pt x="6534" y="13247"/>
                </a:lnTo>
                <a:lnTo>
                  <a:pt x="7251" y="12360"/>
                </a:lnTo>
                <a:lnTo>
                  <a:pt x="7828" y="11675"/>
                </a:lnTo>
                <a:lnTo>
                  <a:pt x="8465" y="10975"/>
                </a:lnTo>
                <a:lnTo>
                  <a:pt x="9363" y="10038"/>
                </a:lnTo>
                <a:lnTo>
                  <a:pt x="10723" y="8640"/>
                </a:lnTo>
                <a:lnTo>
                  <a:pt x="12140" y="8640"/>
                </a:lnTo>
                <a:lnTo>
                  <a:pt x="13566" y="8640"/>
                </a:lnTo>
                <a:lnTo>
                  <a:pt x="15012" y="8640"/>
                </a:lnTo>
                <a:lnTo>
                  <a:pt x="14658" y="7214"/>
                </a:lnTo>
                <a:lnTo>
                  <a:pt x="14304" y="5787"/>
                </a:lnTo>
                <a:lnTo>
                  <a:pt x="13948" y="4352"/>
                </a:lnTo>
                <a:lnTo>
                  <a:pt x="13590" y="2912"/>
                </a:lnTo>
                <a:lnTo>
                  <a:pt x="13230" y="1462"/>
                </a:lnTo>
                <a:lnTo>
                  <a:pt x="12867" y="0"/>
                </a:lnTo>
                <a:close/>
              </a:path>
            </a:pathLst>
          </a:custGeom>
          <a:solidFill>
            <a:srgbClr val="BCCDD6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7" name="contour_07335"/>
          <p:cNvSpPr/>
          <p:nvPr/>
        </p:nvSpPr>
        <p:spPr>
          <a:xfrm>
            <a:off x="3443019" y="3432644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3500" y="1833"/>
                </a:lnTo>
                <a:lnTo>
                  <a:pt x="13500" y="3672"/>
                </a:lnTo>
                <a:lnTo>
                  <a:pt x="13500" y="5517"/>
                </a:lnTo>
                <a:lnTo>
                  <a:pt x="13500" y="7378"/>
                </a:lnTo>
                <a:lnTo>
                  <a:pt x="13500" y="9257"/>
                </a:lnTo>
                <a:lnTo>
                  <a:pt x="15104" y="9257"/>
                </a:lnTo>
                <a:lnTo>
                  <a:pt x="16713" y="9257"/>
                </a:lnTo>
                <a:lnTo>
                  <a:pt x="18328" y="9257"/>
                </a:lnTo>
                <a:lnTo>
                  <a:pt x="19956" y="9257"/>
                </a:lnTo>
                <a:lnTo>
                  <a:pt x="21600" y="9257"/>
                </a:lnTo>
                <a:lnTo>
                  <a:pt x="21600" y="11090"/>
                </a:lnTo>
                <a:lnTo>
                  <a:pt x="21600" y="12929"/>
                </a:lnTo>
                <a:lnTo>
                  <a:pt x="21600" y="14774"/>
                </a:lnTo>
                <a:lnTo>
                  <a:pt x="21600" y="16635"/>
                </a:lnTo>
                <a:lnTo>
                  <a:pt x="21600" y="18514"/>
                </a:lnTo>
                <a:lnTo>
                  <a:pt x="19818" y="18854"/>
                </a:lnTo>
                <a:lnTo>
                  <a:pt x="18033" y="19193"/>
                </a:lnTo>
                <a:lnTo>
                  <a:pt x="16249" y="19533"/>
                </a:lnTo>
                <a:lnTo>
                  <a:pt x="14459" y="19875"/>
                </a:lnTo>
                <a:lnTo>
                  <a:pt x="12663" y="20218"/>
                </a:lnTo>
                <a:lnTo>
                  <a:pt x="10859" y="20560"/>
                </a:lnTo>
                <a:lnTo>
                  <a:pt x="9050" y="20906"/>
                </a:lnTo>
                <a:lnTo>
                  <a:pt x="7231" y="21251"/>
                </a:lnTo>
                <a:lnTo>
                  <a:pt x="5400" y="21600"/>
                </a:lnTo>
                <a:lnTo>
                  <a:pt x="4806" y="19563"/>
                </a:lnTo>
                <a:lnTo>
                  <a:pt x="4212" y="17524"/>
                </a:lnTo>
                <a:lnTo>
                  <a:pt x="3615" y="15484"/>
                </a:lnTo>
                <a:lnTo>
                  <a:pt x="3019" y="13438"/>
                </a:lnTo>
                <a:lnTo>
                  <a:pt x="2422" y="11386"/>
                </a:lnTo>
                <a:lnTo>
                  <a:pt x="1820" y="9325"/>
                </a:lnTo>
                <a:lnTo>
                  <a:pt x="1218" y="7258"/>
                </a:lnTo>
                <a:lnTo>
                  <a:pt x="610" y="5178"/>
                </a:lnTo>
                <a:lnTo>
                  <a:pt x="0" y="3086"/>
                </a:lnTo>
                <a:lnTo>
                  <a:pt x="2684" y="2067"/>
                </a:lnTo>
                <a:lnTo>
                  <a:pt x="4768" y="1302"/>
                </a:lnTo>
                <a:lnTo>
                  <a:pt x="6407" y="753"/>
                </a:lnTo>
                <a:lnTo>
                  <a:pt x="7762" y="386"/>
                </a:lnTo>
                <a:lnTo>
                  <a:pt x="8991" y="164"/>
                </a:lnTo>
                <a:lnTo>
                  <a:pt x="10252" y="49"/>
                </a:lnTo>
                <a:lnTo>
                  <a:pt x="11702" y="6"/>
                </a:lnTo>
                <a:lnTo>
                  <a:pt x="13500" y="0"/>
                </a:lnTo>
                <a:close/>
              </a:path>
            </a:pathLst>
          </a:custGeom>
          <a:solidFill>
            <a:srgbClr val="EC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8" name="contour_07336"/>
          <p:cNvSpPr/>
          <p:nvPr/>
        </p:nvSpPr>
        <p:spPr>
          <a:xfrm>
            <a:off x="9696115" y="3388916"/>
            <a:ext cx="9474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361" y="895"/>
                </a:lnTo>
                <a:lnTo>
                  <a:pt x="3071" y="1803"/>
                </a:lnTo>
                <a:lnTo>
                  <a:pt x="3881" y="2790"/>
                </a:lnTo>
                <a:lnTo>
                  <a:pt x="4700" y="3758"/>
                </a:lnTo>
                <a:lnTo>
                  <a:pt x="5525" y="4707"/>
                </a:lnTo>
                <a:lnTo>
                  <a:pt x="6355" y="5638"/>
                </a:lnTo>
                <a:lnTo>
                  <a:pt x="7193" y="6551"/>
                </a:lnTo>
                <a:lnTo>
                  <a:pt x="8037" y="7448"/>
                </a:lnTo>
                <a:lnTo>
                  <a:pt x="8888" y="8330"/>
                </a:lnTo>
                <a:lnTo>
                  <a:pt x="9747" y="9198"/>
                </a:lnTo>
                <a:lnTo>
                  <a:pt x="10612" y="10054"/>
                </a:lnTo>
                <a:lnTo>
                  <a:pt x="11485" y="10896"/>
                </a:lnTo>
                <a:lnTo>
                  <a:pt x="12365" y="11727"/>
                </a:lnTo>
                <a:lnTo>
                  <a:pt x="13252" y="12548"/>
                </a:lnTo>
                <a:lnTo>
                  <a:pt x="14148" y="13359"/>
                </a:lnTo>
                <a:lnTo>
                  <a:pt x="15050" y="14162"/>
                </a:lnTo>
                <a:lnTo>
                  <a:pt x="15961" y="14959"/>
                </a:lnTo>
                <a:lnTo>
                  <a:pt x="16880" y="15748"/>
                </a:lnTo>
                <a:lnTo>
                  <a:pt x="17807" y="16532"/>
                </a:lnTo>
                <a:lnTo>
                  <a:pt x="18742" y="17313"/>
                </a:lnTo>
                <a:lnTo>
                  <a:pt x="19686" y="18089"/>
                </a:lnTo>
                <a:lnTo>
                  <a:pt x="20640" y="18863"/>
                </a:lnTo>
                <a:lnTo>
                  <a:pt x="21600" y="19636"/>
                </a:lnTo>
                <a:lnTo>
                  <a:pt x="20623" y="20267"/>
                </a:lnTo>
                <a:lnTo>
                  <a:pt x="19874" y="20683"/>
                </a:lnTo>
                <a:lnTo>
                  <a:pt x="19116" y="20981"/>
                </a:lnTo>
                <a:lnTo>
                  <a:pt x="18111" y="21256"/>
                </a:lnTo>
                <a:lnTo>
                  <a:pt x="16615" y="21600"/>
                </a:lnTo>
                <a:lnTo>
                  <a:pt x="15607" y="21186"/>
                </a:lnTo>
                <a:lnTo>
                  <a:pt x="14618" y="20730"/>
                </a:lnTo>
                <a:lnTo>
                  <a:pt x="13648" y="20239"/>
                </a:lnTo>
                <a:lnTo>
                  <a:pt x="12689" y="19719"/>
                </a:lnTo>
                <a:lnTo>
                  <a:pt x="11742" y="19171"/>
                </a:lnTo>
                <a:lnTo>
                  <a:pt x="10803" y="18602"/>
                </a:lnTo>
                <a:lnTo>
                  <a:pt x="9868" y="18014"/>
                </a:lnTo>
                <a:lnTo>
                  <a:pt x="8932" y="17417"/>
                </a:lnTo>
                <a:lnTo>
                  <a:pt x="7995" y="16813"/>
                </a:lnTo>
                <a:lnTo>
                  <a:pt x="7224" y="16335"/>
                </a:lnTo>
                <a:lnTo>
                  <a:pt x="6450" y="15856"/>
                </a:lnTo>
                <a:lnTo>
                  <a:pt x="5663" y="15367"/>
                </a:lnTo>
                <a:lnTo>
                  <a:pt x="4715" y="14776"/>
                </a:lnTo>
                <a:lnTo>
                  <a:pt x="3770" y="14183"/>
                </a:lnTo>
                <a:lnTo>
                  <a:pt x="2826" y="13586"/>
                </a:lnTo>
                <a:lnTo>
                  <a:pt x="1883" y="12987"/>
                </a:lnTo>
                <a:lnTo>
                  <a:pt x="940" y="12387"/>
                </a:lnTo>
                <a:lnTo>
                  <a:pt x="0" y="11782"/>
                </a:lnTo>
                <a:lnTo>
                  <a:pt x="987" y="11393"/>
                </a:lnTo>
                <a:lnTo>
                  <a:pt x="1977" y="11002"/>
                </a:lnTo>
                <a:lnTo>
                  <a:pt x="2971" y="10611"/>
                </a:lnTo>
                <a:lnTo>
                  <a:pt x="3973" y="10217"/>
                </a:lnTo>
                <a:lnTo>
                  <a:pt x="4985" y="9818"/>
                </a:lnTo>
                <a:lnTo>
                  <a:pt x="4573" y="8603"/>
                </a:lnTo>
                <a:lnTo>
                  <a:pt x="4162" y="7387"/>
                </a:lnTo>
                <a:lnTo>
                  <a:pt x="3748" y="6168"/>
                </a:lnTo>
                <a:lnTo>
                  <a:pt x="3335" y="4946"/>
                </a:lnTo>
                <a:lnTo>
                  <a:pt x="2921" y="3719"/>
                </a:lnTo>
                <a:lnTo>
                  <a:pt x="2504" y="2486"/>
                </a:lnTo>
                <a:lnTo>
                  <a:pt x="2084" y="1247"/>
                </a:lnTo>
                <a:lnTo>
                  <a:pt x="1662" y="0"/>
                </a:lnTo>
                <a:close/>
              </a:path>
            </a:pathLst>
          </a:custGeom>
          <a:solidFill>
            <a:srgbClr val="CFE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339" name="contour_07337"/>
          <p:cNvSpPr/>
          <p:nvPr/>
        </p:nvSpPr>
        <p:spPr>
          <a:xfrm>
            <a:off x="10013041" y="3410780"/>
            <a:ext cx="69338" cy="975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89" y="0"/>
                </a:moveTo>
                <a:lnTo>
                  <a:pt x="15011" y="1848"/>
                </a:lnTo>
                <a:lnTo>
                  <a:pt x="15089" y="3151"/>
                </a:lnTo>
                <a:lnTo>
                  <a:pt x="14959" y="4090"/>
                </a:lnTo>
                <a:lnTo>
                  <a:pt x="14573" y="4850"/>
                </a:lnTo>
                <a:lnTo>
                  <a:pt x="13872" y="5612"/>
                </a:lnTo>
                <a:lnTo>
                  <a:pt x="12802" y="6556"/>
                </a:lnTo>
                <a:lnTo>
                  <a:pt x="11781" y="7161"/>
                </a:lnTo>
                <a:lnTo>
                  <a:pt x="10759" y="7767"/>
                </a:lnTo>
                <a:lnTo>
                  <a:pt x="9737" y="8373"/>
                </a:lnTo>
                <a:lnTo>
                  <a:pt x="8716" y="8979"/>
                </a:lnTo>
                <a:lnTo>
                  <a:pt x="7694" y="9584"/>
                </a:lnTo>
                <a:lnTo>
                  <a:pt x="6718" y="10441"/>
                </a:lnTo>
                <a:lnTo>
                  <a:pt x="6087" y="11088"/>
                </a:lnTo>
                <a:lnTo>
                  <a:pt x="5667" y="11730"/>
                </a:lnTo>
                <a:lnTo>
                  <a:pt x="5324" y="12570"/>
                </a:lnTo>
                <a:lnTo>
                  <a:pt x="4927" y="13808"/>
                </a:lnTo>
                <a:lnTo>
                  <a:pt x="5185" y="14579"/>
                </a:lnTo>
                <a:lnTo>
                  <a:pt x="5444" y="15354"/>
                </a:lnTo>
                <a:lnTo>
                  <a:pt x="5708" y="16140"/>
                </a:lnTo>
                <a:lnTo>
                  <a:pt x="7074" y="16564"/>
                </a:lnTo>
                <a:lnTo>
                  <a:pt x="8364" y="16926"/>
                </a:lnTo>
                <a:lnTo>
                  <a:pt x="9622" y="17234"/>
                </a:lnTo>
                <a:lnTo>
                  <a:pt x="10893" y="17502"/>
                </a:lnTo>
                <a:lnTo>
                  <a:pt x="12221" y="17739"/>
                </a:lnTo>
                <a:lnTo>
                  <a:pt x="13654" y="17956"/>
                </a:lnTo>
                <a:lnTo>
                  <a:pt x="14991" y="18169"/>
                </a:lnTo>
                <a:lnTo>
                  <a:pt x="16317" y="18391"/>
                </a:lnTo>
                <a:lnTo>
                  <a:pt x="17641" y="18621"/>
                </a:lnTo>
                <a:lnTo>
                  <a:pt x="18960" y="18861"/>
                </a:lnTo>
                <a:lnTo>
                  <a:pt x="20279" y="19110"/>
                </a:lnTo>
                <a:lnTo>
                  <a:pt x="21600" y="19368"/>
                </a:lnTo>
                <a:lnTo>
                  <a:pt x="21600" y="20168"/>
                </a:lnTo>
                <a:lnTo>
                  <a:pt x="21600" y="20982"/>
                </a:lnTo>
                <a:lnTo>
                  <a:pt x="18451" y="21240"/>
                </a:lnTo>
                <a:lnTo>
                  <a:pt x="15901" y="21434"/>
                </a:lnTo>
                <a:lnTo>
                  <a:pt x="13856" y="21556"/>
                </a:lnTo>
                <a:lnTo>
                  <a:pt x="12217" y="21600"/>
                </a:lnTo>
                <a:lnTo>
                  <a:pt x="10891" y="21560"/>
                </a:lnTo>
                <a:lnTo>
                  <a:pt x="9778" y="21426"/>
                </a:lnTo>
                <a:lnTo>
                  <a:pt x="8786" y="21192"/>
                </a:lnTo>
                <a:lnTo>
                  <a:pt x="7815" y="20853"/>
                </a:lnTo>
                <a:lnTo>
                  <a:pt x="6772" y="20401"/>
                </a:lnTo>
                <a:lnTo>
                  <a:pt x="5558" y="19828"/>
                </a:lnTo>
                <a:lnTo>
                  <a:pt x="4541" y="18906"/>
                </a:lnTo>
                <a:lnTo>
                  <a:pt x="3623" y="17969"/>
                </a:lnTo>
                <a:lnTo>
                  <a:pt x="2808" y="17011"/>
                </a:lnTo>
                <a:lnTo>
                  <a:pt x="2093" y="16032"/>
                </a:lnTo>
                <a:lnTo>
                  <a:pt x="1483" y="15031"/>
                </a:lnTo>
                <a:lnTo>
                  <a:pt x="976" y="14006"/>
                </a:lnTo>
                <a:lnTo>
                  <a:pt x="572" y="12954"/>
                </a:lnTo>
                <a:lnTo>
                  <a:pt x="275" y="11876"/>
                </a:lnTo>
                <a:lnTo>
                  <a:pt x="84" y="10767"/>
                </a:lnTo>
                <a:lnTo>
                  <a:pt x="0" y="9627"/>
                </a:lnTo>
                <a:lnTo>
                  <a:pt x="23" y="8454"/>
                </a:lnTo>
                <a:lnTo>
                  <a:pt x="729" y="7418"/>
                </a:lnTo>
                <a:lnTo>
                  <a:pt x="1592" y="6470"/>
                </a:lnTo>
                <a:lnTo>
                  <a:pt x="2595" y="5602"/>
                </a:lnTo>
                <a:lnTo>
                  <a:pt x="3719" y="4805"/>
                </a:lnTo>
                <a:lnTo>
                  <a:pt x="4943" y="4072"/>
                </a:lnTo>
                <a:lnTo>
                  <a:pt x="6250" y="3393"/>
                </a:lnTo>
                <a:lnTo>
                  <a:pt x="7624" y="2760"/>
                </a:lnTo>
                <a:lnTo>
                  <a:pt x="9040" y="2166"/>
                </a:lnTo>
                <a:lnTo>
                  <a:pt x="10484" y="1601"/>
                </a:lnTo>
                <a:lnTo>
                  <a:pt x="11937" y="1057"/>
                </a:lnTo>
                <a:lnTo>
                  <a:pt x="13377" y="526"/>
                </a:lnTo>
                <a:lnTo>
                  <a:pt x="14789" y="0"/>
                </a:lnTo>
                <a:close/>
              </a:path>
            </a:pathLst>
          </a:custGeom>
          <a:solidFill>
            <a:srgbClr val="CFE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0" name="contour_07338"/>
          <p:cNvSpPr/>
          <p:nvPr/>
        </p:nvSpPr>
        <p:spPr>
          <a:xfrm>
            <a:off x="7444126" y="3403492"/>
            <a:ext cx="4424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58" y="0"/>
                </a:moveTo>
                <a:lnTo>
                  <a:pt x="6045" y="219"/>
                </a:lnTo>
                <a:lnTo>
                  <a:pt x="7891" y="518"/>
                </a:lnTo>
                <a:lnTo>
                  <a:pt x="10674" y="1157"/>
                </a:lnTo>
                <a:lnTo>
                  <a:pt x="12549" y="1574"/>
                </a:lnTo>
                <a:lnTo>
                  <a:pt x="14452" y="2000"/>
                </a:lnTo>
                <a:lnTo>
                  <a:pt x="16437" y="2675"/>
                </a:lnTo>
                <a:lnTo>
                  <a:pt x="17818" y="3336"/>
                </a:lnTo>
                <a:lnTo>
                  <a:pt x="19238" y="4369"/>
                </a:lnTo>
                <a:lnTo>
                  <a:pt x="21347" y="6171"/>
                </a:lnTo>
                <a:lnTo>
                  <a:pt x="21507" y="8381"/>
                </a:lnTo>
                <a:lnTo>
                  <a:pt x="21586" y="10581"/>
                </a:lnTo>
                <a:lnTo>
                  <a:pt x="21600" y="12778"/>
                </a:lnTo>
                <a:lnTo>
                  <a:pt x="21564" y="14975"/>
                </a:lnTo>
                <a:lnTo>
                  <a:pt x="21500" y="17175"/>
                </a:lnTo>
                <a:lnTo>
                  <a:pt x="21422" y="19381"/>
                </a:lnTo>
                <a:lnTo>
                  <a:pt x="21347" y="21600"/>
                </a:lnTo>
                <a:lnTo>
                  <a:pt x="18832" y="21600"/>
                </a:lnTo>
                <a:lnTo>
                  <a:pt x="16313" y="21600"/>
                </a:lnTo>
                <a:lnTo>
                  <a:pt x="13787" y="21600"/>
                </a:lnTo>
                <a:lnTo>
                  <a:pt x="11250" y="21600"/>
                </a:lnTo>
                <a:lnTo>
                  <a:pt x="8703" y="21600"/>
                </a:lnTo>
                <a:lnTo>
                  <a:pt x="6141" y="21600"/>
                </a:lnTo>
                <a:lnTo>
                  <a:pt x="3558" y="21600"/>
                </a:lnTo>
                <a:lnTo>
                  <a:pt x="3149" y="19789"/>
                </a:lnTo>
                <a:lnTo>
                  <a:pt x="2743" y="17977"/>
                </a:lnTo>
                <a:lnTo>
                  <a:pt x="2345" y="16163"/>
                </a:lnTo>
                <a:lnTo>
                  <a:pt x="1950" y="14349"/>
                </a:lnTo>
                <a:lnTo>
                  <a:pt x="1558" y="12534"/>
                </a:lnTo>
                <a:lnTo>
                  <a:pt x="1185" y="10849"/>
                </a:lnTo>
                <a:lnTo>
                  <a:pt x="811" y="9155"/>
                </a:lnTo>
                <a:lnTo>
                  <a:pt x="431" y="7437"/>
                </a:lnTo>
                <a:lnTo>
                  <a:pt x="217" y="5277"/>
                </a:lnTo>
                <a:lnTo>
                  <a:pt x="0" y="3086"/>
                </a:lnTo>
                <a:lnTo>
                  <a:pt x="1765" y="1555"/>
                </a:lnTo>
                <a:lnTo>
                  <a:pt x="3558" y="0"/>
                </a:lnTo>
                <a:close/>
              </a:path>
            </a:pathLst>
          </a:custGeom>
          <a:solidFill>
            <a:srgbClr val="AB6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1" name="contour_07339"/>
          <p:cNvSpPr/>
          <p:nvPr/>
        </p:nvSpPr>
        <p:spPr>
          <a:xfrm>
            <a:off x="4849601" y="3418068"/>
            <a:ext cx="12389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65" y="0"/>
                </a:moveTo>
                <a:lnTo>
                  <a:pt x="10984" y="825"/>
                </a:lnTo>
                <a:lnTo>
                  <a:pt x="11801" y="1663"/>
                </a:lnTo>
                <a:lnTo>
                  <a:pt x="12619" y="2506"/>
                </a:lnTo>
                <a:lnTo>
                  <a:pt x="13435" y="3357"/>
                </a:lnTo>
                <a:lnTo>
                  <a:pt x="14251" y="4212"/>
                </a:lnTo>
                <a:lnTo>
                  <a:pt x="15067" y="5076"/>
                </a:lnTo>
                <a:lnTo>
                  <a:pt x="15882" y="5940"/>
                </a:lnTo>
                <a:lnTo>
                  <a:pt x="16703" y="6761"/>
                </a:lnTo>
                <a:lnTo>
                  <a:pt x="17535" y="7595"/>
                </a:lnTo>
                <a:lnTo>
                  <a:pt x="18312" y="8433"/>
                </a:lnTo>
                <a:lnTo>
                  <a:pt x="19098" y="9279"/>
                </a:lnTo>
                <a:lnTo>
                  <a:pt x="19819" y="10031"/>
                </a:lnTo>
                <a:lnTo>
                  <a:pt x="20550" y="10791"/>
                </a:lnTo>
                <a:lnTo>
                  <a:pt x="21071" y="11867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709" y="21423"/>
                </a:lnTo>
                <a:lnTo>
                  <a:pt x="19817" y="21241"/>
                </a:lnTo>
                <a:lnTo>
                  <a:pt x="18927" y="21064"/>
                </a:lnTo>
                <a:lnTo>
                  <a:pt x="18035" y="20887"/>
                </a:lnTo>
                <a:lnTo>
                  <a:pt x="17143" y="20710"/>
                </a:lnTo>
                <a:lnTo>
                  <a:pt x="16251" y="20529"/>
                </a:lnTo>
                <a:lnTo>
                  <a:pt x="15358" y="20352"/>
                </a:lnTo>
                <a:lnTo>
                  <a:pt x="14464" y="20174"/>
                </a:lnTo>
                <a:lnTo>
                  <a:pt x="13570" y="19993"/>
                </a:lnTo>
                <a:lnTo>
                  <a:pt x="12674" y="19816"/>
                </a:lnTo>
                <a:lnTo>
                  <a:pt x="11778" y="19634"/>
                </a:lnTo>
                <a:lnTo>
                  <a:pt x="10881" y="19457"/>
                </a:lnTo>
                <a:lnTo>
                  <a:pt x="9983" y="19276"/>
                </a:lnTo>
                <a:lnTo>
                  <a:pt x="9083" y="19099"/>
                </a:lnTo>
                <a:lnTo>
                  <a:pt x="8183" y="18917"/>
                </a:lnTo>
                <a:lnTo>
                  <a:pt x="7280" y="18736"/>
                </a:lnTo>
                <a:lnTo>
                  <a:pt x="6376" y="18554"/>
                </a:lnTo>
                <a:lnTo>
                  <a:pt x="5471" y="18373"/>
                </a:lnTo>
                <a:lnTo>
                  <a:pt x="4564" y="18192"/>
                </a:lnTo>
                <a:lnTo>
                  <a:pt x="3655" y="18010"/>
                </a:lnTo>
                <a:lnTo>
                  <a:pt x="2744" y="17829"/>
                </a:lnTo>
                <a:lnTo>
                  <a:pt x="1832" y="17647"/>
                </a:lnTo>
                <a:lnTo>
                  <a:pt x="917" y="17461"/>
                </a:lnTo>
                <a:lnTo>
                  <a:pt x="0" y="17280"/>
                </a:lnTo>
                <a:lnTo>
                  <a:pt x="0" y="15137"/>
                </a:lnTo>
                <a:lnTo>
                  <a:pt x="0" y="12960"/>
                </a:lnTo>
                <a:lnTo>
                  <a:pt x="280" y="12869"/>
                </a:lnTo>
                <a:lnTo>
                  <a:pt x="773" y="12701"/>
                </a:lnTo>
                <a:lnTo>
                  <a:pt x="1901" y="12321"/>
                </a:lnTo>
                <a:lnTo>
                  <a:pt x="2263" y="12174"/>
                </a:lnTo>
                <a:lnTo>
                  <a:pt x="2903" y="11919"/>
                </a:lnTo>
                <a:lnTo>
                  <a:pt x="4368" y="11340"/>
                </a:lnTo>
                <a:lnTo>
                  <a:pt x="5180" y="11038"/>
                </a:lnTo>
                <a:lnTo>
                  <a:pt x="5997" y="10735"/>
                </a:lnTo>
                <a:lnTo>
                  <a:pt x="6824" y="10428"/>
                </a:lnTo>
                <a:lnTo>
                  <a:pt x="7508" y="9837"/>
                </a:lnTo>
                <a:lnTo>
                  <a:pt x="8197" y="9245"/>
                </a:lnTo>
                <a:lnTo>
                  <a:pt x="8894" y="8640"/>
                </a:lnTo>
                <a:lnTo>
                  <a:pt x="9344" y="6013"/>
                </a:lnTo>
                <a:lnTo>
                  <a:pt x="9627" y="4238"/>
                </a:lnTo>
                <a:lnTo>
                  <a:pt x="9860" y="2501"/>
                </a:lnTo>
                <a:lnTo>
                  <a:pt x="10165" y="0"/>
                </a:lnTo>
                <a:close/>
              </a:path>
            </a:pathLst>
          </a:custGeom>
          <a:solidFill>
            <a:srgbClr val="B2BFC5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2" name="contour_07340"/>
          <p:cNvSpPr/>
          <p:nvPr/>
        </p:nvSpPr>
        <p:spPr>
          <a:xfrm>
            <a:off x="4681977" y="3402195"/>
            <a:ext cx="97112" cy="523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36"/>
                </a:moveTo>
                <a:lnTo>
                  <a:pt x="1148" y="457"/>
                </a:lnTo>
                <a:lnTo>
                  <a:pt x="2297" y="385"/>
                </a:lnTo>
                <a:lnTo>
                  <a:pt x="3445" y="319"/>
                </a:lnTo>
                <a:lnTo>
                  <a:pt x="4592" y="262"/>
                </a:lnTo>
                <a:lnTo>
                  <a:pt x="5740" y="208"/>
                </a:lnTo>
                <a:lnTo>
                  <a:pt x="6889" y="159"/>
                </a:lnTo>
                <a:lnTo>
                  <a:pt x="7854" y="81"/>
                </a:lnTo>
                <a:lnTo>
                  <a:pt x="8833" y="6"/>
                </a:lnTo>
                <a:lnTo>
                  <a:pt x="9971" y="0"/>
                </a:lnTo>
                <a:lnTo>
                  <a:pt x="11083" y="57"/>
                </a:lnTo>
                <a:lnTo>
                  <a:pt x="12172" y="190"/>
                </a:lnTo>
                <a:lnTo>
                  <a:pt x="13237" y="406"/>
                </a:lnTo>
                <a:lnTo>
                  <a:pt x="14283" y="722"/>
                </a:lnTo>
                <a:lnTo>
                  <a:pt x="15306" y="1143"/>
                </a:lnTo>
                <a:lnTo>
                  <a:pt x="16309" y="1685"/>
                </a:lnTo>
                <a:lnTo>
                  <a:pt x="17295" y="2356"/>
                </a:lnTo>
                <a:lnTo>
                  <a:pt x="18262" y="3169"/>
                </a:lnTo>
                <a:lnTo>
                  <a:pt x="19214" y="4132"/>
                </a:lnTo>
                <a:lnTo>
                  <a:pt x="20151" y="5257"/>
                </a:lnTo>
                <a:lnTo>
                  <a:pt x="21073" y="6554"/>
                </a:lnTo>
                <a:lnTo>
                  <a:pt x="21436" y="8859"/>
                </a:lnTo>
                <a:lnTo>
                  <a:pt x="21598" y="10451"/>
                </a:lnTo>
                <a:lnTo>
                  <a:pt x="21600" y="12067"/>
                </a:lnTo>
                <a:lnTo>
                  <a:pt x="21478" y="14453"/>
                </a:lnTo>
                <a:lnTo>
                  <a:pt x="21391" y="16472"/>
                </a:lnTo>
                <a:lnTo>
                  <a:pt x="21302" y="18522"/>
                </a:lnTo>
                <a:lnTo>
                  <a:pt x="21243" y="19286"/>
                </a:lnTo>
                <a:lnTo>
                  <a:pt x="21073" y="21600"/>
                </a:lnTo>
                <a:lnTo>
                  <a:pt x="20002" y="21600"/>
                </a:lnTo>
                <a:lnTo>
                  <a:pt x="18924" y="21600"/>
                </a:lnTo>
                <a:lnTo>
                  <a:pt x="17831" y="21600"/>
                </a:lnTo>
                <a:lnTo>
                  <a:pt x="17638" y="19623"/>
                </a:lnTo>
                <a:lnTo>
                  <a:pt x="17559" y="18061"/>
                </a:lnTo>
                <a:lnTo>
                  <a:pt x="17526" y="15582"/>
                </a:lnTo>
                <a:lnTo>
                  <a:pt x="17317" y="13590"/>
                </a:lnTo>
                <a:lnTo>
                  <a:pt x="17110" y="12299"/>
                </a:lnTo>
                <a:lnTo>
                  <a:pt x="16782" y="11146"/>
                </a:lnTo>
                <a:lnTo>
                  <a:pt x="16210" y="9563"/>
                </a:lnTo>
                <a:lnTo>
                  <a:pt x="15131" y="9392"/>
                </a:lnTo>
                <a:lnTo>
                  <a:pt x="14072" y="9304"/>
                </a:lnTo>
                <a:lnTo>
                  <a:pt x="13025" y="9289"/>
                </a:lnTo>
                <a:lnTo>
                  <a:pt x="11984" y="9341"/>
                </a:lnTo>
                <a:lnTo>
                  <a:pt x="10943" y="9449"/>
                </a:lnTo>
                <a:lnTo>
                  <a:pt x="9898" y="9602"/>
                </a:lnTo>
                <a:lnTo>
                  <a:pt x="8839" y="9798"/>
                </a:lnTo>
                <a:lnTo>
                  <a:pt x="7763" y="10021"/>
                </a:lnTo>
                <a:lnTo>
                  <a:pt x="6499" y="9714"/>
                </a:lnTo>
                <a:lnTo>
                  <a:pt x="5426" y="9223"/>
                </a:lnTo>
                <a:lnTo>
                  <a:pt x="4503" y="8549"/>
                </a:lnTo>
                <a:lnTo>
                  <a:pt x="3694" y="7688"/>
                </a:lnTo>
                <a:lnTo>
                  <a:pt x="2960" y="6638"/>
                </a:lnTo>
                <a:lnTo>
                  <a:pt x="2261" y="5402"/>
                </a:lnTo>
                <a:lnTo>
                  <a:pt x="1561" y="3972"/>
                </a:lnTo>
                <a:lnTo>
                  <a:pt x="820" y="2353"/>
                </a:lnTo>
                <a:lnTo>
                  <a:pt x="0" y="536"/>
                </a:lnTo>
                <a:close/>
              </a:path>
            </a:pathLst>
          </a:custGeom>
          <a:solidFill>
            <a:srgbClr val="C9D4DA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3" name="contour_07341"/>
          <p:cNvSpPr/>
          <p:nvPr/>
        </p:nvSpPr>
        <p:spPr>
          <a:xfrm>
            <a:off x="6984983" y="3330612"/>
            <a:ext cx="11660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20" y="658"/>
                </a:lnTo>
                <a:lnTo>
                  <a:pt x="1440" y="1318"/>
                </a:lnTo>
                <a:lnTo>
                  <a:pt x="2161" y="1976"/>
                </a:lnTo>
                <a:lnTo>
                  <a:pt x="2881" y="2634"/>
                </a:lnTo>
                <a:lnTo>
                  <a:pt x="3514" y="3213"/>
                </a:lnTo>
                <a:lnTo>
                  <a:pt x="4146" y="3790"/>
                </a:lnTo>
                <a:lnTo>
                  <a:pt x="4779" y="4368"/>
                </a:lnTo>
                <a:lnTo>
                  <a:pt x="5412" y="4945"/>
                </a:lnTo>
                <a:lnTo>
                  <a:pt x="6082" y="5557"/>
                </a:lnTo>
                <a:lnTo>
                  <a:pt x="6750" y="6169"/>
                </a:lnTo>
                <a:lnTo>
                  <a:pt x="7420" y="6781"/>
                </a:lnTo>
                <a:lnTo>
                  <a:pt x="8088" y="7394"/>
                </a:lnTo>
                <a:lnTo>
                  <a:pt x="8756" y="8008"/>
                </a:lnTo>
                <a:lnTo>
                  <a:pt x="9423" y="8623"/>
                </a:lnTo>
                <a:lnTo>
                  <a:pt x="10090" y="9238"/>
                </a:lnTo>
                <a:lnTo>
                  <a:pt x="10755" y="9852"/>
                </a:lnTo>
                <a:lnTo>
                  <a:pt x="11421" y="10469"/>
                </a:lnTo>
                <a:lnTo>
                  <a:pt x="12087" y="11087"/>
                </a:lnTo>
                <a:lnTo>
                  <a:pt x="12720" y="11673"/>
                </a:lnTo>
                <a:lnTo>
                  <a:pt x="13362" y="12267"/>
                </a:lnTo>
                <a:lnTo>
                  <a:pt x="13968" y="12829"/>
                </a:lnTo>
                <a:lnTo>
                  <a:pt x="14573" y="13392"/>
                </a:lnTo>
                <a:lnTo>
                  <a:pt x="15178" y="13955"/>
                </a:lnTo>
                <a:lnTo>
                  <a:pt x="15782" y="14520"/>
                </a:lnTo>
                <a:lnTo>
                  <a:pt x="16467" y="15147"/>
                </a:lnTo>
                <a:lnTo>
                  <a:pt x="17149" y="15752"/>
                </a:lnTo>
                <a:lnTo>
                  <a:pt x="17835" y="16332"/>
                </a:lnTo>
                <a:lnTo>
                  <a:pt x="18533" y="16883"/>
                </a:lnTo>
                <a:lnTo>
                  <a:pt x="19250" y="17400"/>
                </a:lnTo>
                <a:lnTo>
                  <a:pt x="19995" y="17880"/>
                </a:lnTo>
                <a:lnTo>
                  <a:pt x="20775" y="18323"/>
                </a:lnTo>
                <a:lnTo>
                  <a:pt x="21600" y="18720"/>
                </a:lnTo>
                <a:lnTo>
                  <a:pt x="21265" y="19433"/>
                </a:lnTo>
                <a:lnTo>
                  <a:pt x="20930" y="20150"/>
                </a:lnTo>
                <a:lnTo>
                  <a:pt x="20592" y="20870"/>
                </a:lnTo>
                <a:lnTo>
                  <a:pt x="20250" y="21600"/>
                </a:lnTo>
                <a:lnTo>
                  <a:pt x="19360" y="21312"/>
                </a:lnTo>
                <a:lnTo>
                  <a:pt x="18472" y="21018"/>
                </a:lnTo>
                <a:lnTo>
                  <a:pt x="17586" y="20720"/>
                </a:lnTo>
                <a:lnTo>
                  <a:pt x="16702" y="20418"/>
                </a:lnTo>
                <a:lnTo>
                  <a:pt x="15818" y="20111"/>
                </a:lnTo>
                <a:lnTo>
                  <a:pt x="14934" y="19800"/>
                </a:lnTo>
                <a:lnTo>
                  <a:pt x="14176" y="19562"/>
                </a:lnTo>
                <a:lnTo>
                  <a:pt x="13408" y="19322"/>
                </a:lnTo>
                <a:lnTo>
                  <a:pt x="12546" y="18996"/>
                </a:lnTo>
                <a:lnTo>
                  <a:pt x="11737" y="18654"/>
                </a:lnTo>
                <a:lnTo>
                  <a:pt x="10965" y="18271"/>
                </a:lnTo>
                <a:lnTo>
                  <a:pt x="10207" y="17821"/>
                </a:lnTo>
                <a:lnTo>
                  <a:pt x="9450" y="17280"/>
                </a:lnTo>
                <a:lnTo>
                  <a:pt x="9077" y="15922"/>
                </a:lnTo>
                <a:lnTo>
                  <a:pt x="8841" y="15022"/>
                </a:lnTo>
                <a:lnTo>
                  <a:pt x="8691" y="14370"/>
                </a:lnTo>
                <a:lnTo>
                  <a:pt x="8583" y="13764"/>
                </a:lnTo>
                <a:lnTo>
                  <a:pt x="8467" y="12996"/>
                </a:lnTo>
                <a:lnTo>
                  <a:pt x="8161" y="12043"/>
                </a:lnTo>
                <a:lnTo>
                  <a:pt x="7750" y="11182"/>
                </a:lnTo>
                <a:lnTo>
                  <a:pt x="7251" y="10395"/>
                </a:lnTo>
                <a:lnTo>
                  <a:pt x="6678" y="9670"/>
                </a:lnTo>
                <a:lnTo>
                  <a:pt x="6049" y="8986"/>
                </a:lnTo>
                <a:lnTo>
                  <a:pt x="5377" y="8326"/>
                </a:lnTo>
                <a:lnTo>
                  <a:pt x="4678" y="7677"/>
                </a:lnTo>
                <a:lnTo>
                  <a:pt x="3966" y="7020"/>
                </a:lnTo>
                <a:lnTo>
                  <a:pt x="3275" y="6352"/>
                </a:lnTo>
                <a:lnTo>
                  <a:pt x="2600" y="5679"/>
                </a:lnTo>
                <a:lnTo>
                  <a:pt x="1940" y="5001"/>
                </a:lnTo>
                <a:lnTo>
                  <a:pt x="1289" y="4310"/>
                </a:lnTo>
                <a:lnTo>
                  <a:pt x="644" y="3604"/>
                </a:lnTo>
                <a:lnTo>
                  <a:pt x="0" y="2880"/>
                </a:lnTo>
                <a:lnTo>
                  <a:pt x="0" y="1928"/>
                </a:lnTo>
                <a:lnTo>
                  <a:pt x="0" y="971"/>
                </a:lnTo>
                <a:lnTo>
                  <a:pt x="0" y="0"/>
                </a:lnTo>
                <a:close/>
              </a:path>
            </a:pathLst>
          </a:custGeom>
          <a:solidFill>
            <a:srgbClr val="A7C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4" name="contour_07342"/>
          <p:cNvSpPr/>
          <p:nvPr/>
        </p:nvSpPr>
        <p:spPr>
          <a:xfrm>
            <a:off x="10067803" y="3366556"/>
            <a:ext cx="145760" cy="453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6"/>
                </a:moveTo>
                <a:lnTo>
                  <a:pt x="20987" y="1222"/>
                </a:lnTo>
                <a:lnTo>
                  <a:pt x="20373" y="2211"/>
                </a:lnTo>
                <a:lnTo>
                  <a:pt x="19759" y="3197"/>
                </a:lnTo>
                <a:lnTo>
                  <a:pt x="19145" y="4183"/>
                </a:lnTo>
                <a:lnTo>
                  <a:pt x="18532" y="5168"/>
                </a:lnTo>
                <a:lnTo>
                  <a:pt x="17931" y="6133"/>
                </a:lnTo>
                <a:lnTo>
                  <a:pt x="17331" y="7102"/>
                </a:lnTo>
                <a:lnTo>
                  <a:pt x="16732" y="8077"/>
                </a:lnTo>
                <a:lnTo>
                  <a:pt x="16134" y="9052"/>
                </a:lnTo>
                <a:lnTo>
                  <a:pt x="15387" y="10253"/>
                </a:lnTo>
                <a:lnTo>
                  <a:pt x="14652" y="11406"/>
                </a:lnTo>
                <a:lnTo>
                  <a:pt x="13931" y="12509"/>
                </a:lnTo>
                <a:lnTo>
                  <a:pt x="13218" y="13565"/>
                </a:lnTo>
                <a:lnTo>
                  <a:pt x="12514" y="14561"/>
                </a:lnTo>
                <a:lnTo>
                  <a:pt x="11816" y="15505"/>
                </a:lnTo>
                <a:lnTo>
                  <a:pt x="11123" y="16390"/>
                </a:lnTo>
                <a:lnTo>
                  <a:pt x="10432" y="17216"/>
                </a:lnTo>
                <a:lnTo>
                  <a:pt x="9742" y="17976"/>
                </a:lnTo>
                <a:lnTo>
                  <a:pt x="9050" y="18670"/>
                </a:lnTo>
                <a:lnTo>
                  <a:pt x="8357" y="19299"/>
                </a:lnTo>
                <a:lnTo>
                  <a:pt x="7657" y="19858"/>
                </a:lnTo>
                <a:lnTo>
                  <a:pt x="6952" y="20343"/>
                </a:lnTo>
                <a:lnTo>
                  <a:pt x="6238" y="20753"/>
                </a:lnTo>
                <a:lnTo>
                  <a:pt x="5513" y="21086"/>
                </a:lnTo>
                <a:lnTo>
                  <a:pt x="4777" y="21340"/>
                </a:lnTo>
                <a:lnTo>
                  <a:pt x="4026" y="21513"/>
                </a:lnTo>
                <a:lnTo>
                  <a:pt x="3261" y="21600"/>
                </a:lnTo>
                <a:lnTo>
                  <a:pt x="2476" y="21600"/>
                </a:lnTo>
                <a:lnTo>
                  <a:pt x="1673" y="21513"/>
                </a:lnTo>
                <a:lnTo>
                  <a:pt x="848" y="21333"/>
                </a:lnTo>
                <a:lnTo>
                  <a:pt x="0" y="21062"/>
                </a:lnTo>
                <a:lnTo>
                  <a:pt x="555" y="19202"/>
                </a:lnTo>
                <a:lnTo>
                  <a:pt x="1121" y="17539"/>
                </a:lnTo>
                <a:lnTo>
                  <a:pt x="1700" y="16060"/>
                </a:lnTo>
                <a:lnTo>
                  <a:pt x="2292" y="14745"/>
                </a:lnTo>
                <a:lnTo>
                  <a:pt x="2898" y="13565"/>
                </a:lnTo>
                <a:lnTo>
                  <a:pt x="3519" y="12509"/>
                </a:lnTo>
                <a:lnTo>
                  <a:pt x="4156" y="11551"/>
                </a:lnTo>
                <a:lnTo>
                  <a:pt x="4809" y="10670"/>
                </a:lnTo>
                <a:lnTo>
                  <a:pt x="5482" y="9851"/>
                </a:lnTo>
                <a:lnTo>
                  <a:pt x="6173" y="9070"/>
                </a:lnTo>
                <a:lnTo>
                  <a:pt x="6884" y="8303"/>
                </a:lnTo>
                <a:lnTo>
                  <a:pt x="7616" y="7536"/>
                </a:lnTo>
                <a:lnTo>
                  <a:pt x="8370" y="6744"/>
                </a:lnTo>
                <a:lnTo>
                  <a:pt x="8617" y="6463"/>
                </a:lnTo>
                <a:lnTo>
                  <a:pt x="9053" y="5967"/>
                </a:lnTo>
                <a:lnTo>
                  <a:pt x="10049" y="4832"/>
                </a:lnTo>
                <a:lnTo>
                  <a:pt x="10783" y="4075"/>
                </a:lnTo>
                <a:lnTo>
                  <a:pt x="11506" y="3388"/>
                </a:lnTo>
                <a:lnTo>
                  <a:pt x="12222" y="2770"/>
                </a:lnTo>
                <a:lnTo>
                  <a:pt x="12933" y="2218"/>
                </a:lnTo>
                <a:lnTo>
                  <a:pt x="13639" y="1732"/>
                </a:lnTo>
                <a:lnTo>
                  <a:pt x="14343" y="1309"/>
                </a:lnTo>
                <a:lnTo>
                  <a:pt x="15045" y="948"/>
                </a:lnTo>
                <a:lnTo>
                  <a:pt x="15749" y="649"/>
                </a:lnTo>
                <a:lnTo>
                  <a:pt x="16455" y="406"/>
                </a:lnTo>
                <a:lnTo>
                  <a:pt x="17164" y="222"/>
                </a:lnTo>
                <a:lnTo>
                  <a:pt x="17879" y="94"/>
                </a:lnTo>
                <a:lnTo>
                  <a:pt x="18603" y="21"/>
                </a:lnTo>
                <a:lnTo>
                  <a:pt x="19334" y="0"/>
                </a:lnTo>
                <a:lnTo>
                  <a:pt x="20077" y="31"/>
                </a:lnTo>
                <a:lnTo>
                  <a:pt x="20831" y="108"/>
                </a:lnTo>
                <a:lnTo>
                  <a:pt x="21600" y="236"/>
                </a:lnTo>
                <a:close/>
              </a:path>
            </a:pathLst>
          </a:custGeom>
          <a:solidFill>
            <a:srgbClr val="CEE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5" name="contour_07343"/>
          <p:cNvSpPr/>
          <p:nvPr/>
        </p:nvSpPr>
        <p:spPr>
          <a:xfrm>
            <a:off x="3996819" y="3265020"/>
            <a:ext cx="65679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10" y="0"/>
                </a:moveTo>
                <a:lnTo>
                  <a:pt x="15833" y="329"/>
                </a:lnTo>
                <a:lnTo>
                  <a:pt x="17262" y="660"/>
                </a:lnTo>
                <a:lnTo>
                  <a:pt x="18695" y="990"/>
                </a:lnTo>
                <a:lnTo>
                  <a:pt x="20140" y="1324"/>
                </a:lnTo>
                <a:lnTo>
                  <a:pt x="21600" y="1662"/>
                </a:lnTo>
                <a:lnTo>
                  <a:pt x="20411" y="2486"/>
                </a:lnTo>
                <a:lnTo>
                  <a:pt x="19203" y="3323"/>
                </a:lnTo>
                <a:lnTo>
                  <a:pt x="19282" y="4480"/>
                </a:lnTo>
                <a:lnTo>
                  <a:pt x="19369" y="5636"/>
                </a:lnTo>
                <a:lnTo>
                  <a:pt x="19474" y="6791"/>
                </a:lnTo>
                <a:lnTo>
                  <a:pt x="19601" y="7944"/>
                </a:lnTo>
                <a:lnTo>
                  <a:pt x="19709" y="9065"/>
                </a:lnTo>
                <a:lnTo>
                  <a:pt x="19776" y="10155"/>
                </a:lnTo>
                <a:lnTo>
                  <a:pt x="19800" y="11224"/>
                </a:lnTo>
                <a:lnTo>
                  <a:pt x="19778" y="12280"/>
                </a:lnTo>
                <a:lnTo>
                  <a:pt x="19711" y="13337"/>
                </a:lnTo>
                <a:lnTo>
                  <a:pt x="19594" y="14406"/>
                </a:lnTo>
                <a:lnTo>
                  <a:pt x="19426" y="15494"/>
                </a:lnTo>
                <a:lnTo>
                  <a:pt x="19203" y="16615"/>
                </a:lnTo>
                <a:lnTo>
                  <a:pt x="18031" y="17435"/>
                </a:lnTo>
                <a:lnTo>
                  <a:pt x="16840" y="18164"/>
                </a:lnTo>
                <a:lnTo>
                  <a:pt x="15615" y="18812"/>
                </a:lnTo>
                <a:lnTo>
                  <a:pt x="14357" y="19388"/>
                </a:lnTo>
                <a:lnTo>
                  <a:pt x="13051" y="19909"/>
                </a:lnTo>
                <a:lnTo>
                  <a:pt x="11692" y="20377"/>
                </a:lnTo>
                <a:lnTo>
                  <a:pt x="10273" y="20809"/>
                </a:lnTo>
                <a:lnTo>
                  <a:pt x="8784" y="21213"/>
                </a:lnTo>
                <a:lnTo>
                  <a:pt x="7219" y="21600"/>
                </a:lnTo>
                <a:lnTo>
                  <a:pt x="5084" y="20098"/>
                </a:lnTo>
                <a:lnTo>
                  <a:pt x="3423" y="18895"/>
                </a:lnTo>
                <a:lnTo>
                  <a:pt x="2172" y="17916"/>
                </a:lnTo>
                <a:lnTo>
                  <a:pt x="1273" y="17091"/>
                </a:lnTo>
                <a:lnTo>
                  <a:pt x="669" y="16343"/>
                </a:lnTo>
                <a:lnTo>
                  <a:pt x="300" y="15600"/>
                </a:lnTo>
                <a:lnTo>
                  <a:pt x="103" y="14788"/>
                </a:lnTo>
                <a:lnTo>
                  <a:pt x="24" y="13834"/>
                </a:lnTo>
                <a:lnTo>
                  <a:pt x="0" y="12663"/>
                </a:lnTo>
                <a:lnTo>
                  <a:pt x="295" y="11617"/>
                </a:lnTo>
                <a:lnTo>
                  <a:pt x="609" y="10599"/>
                </a:lnTo>
                <a:lnTo>
                  <a:pt x="959" y="9600"/>
                </a:lnTo>
                <a:lnTo>
                  <a:pt x="1366" y="8613"/>
                </a:lnTo>
                <a:lnTo>
                  <a:pt x="1848" y="7631"/>
                </a:lnTo>
                <a:lnTo>
                  <a:pt x="2426" y="6646"/>
                </a:lnTo>
                <a:lnTo>
                  <a:pt x="3614" y="6646"/>
                </a:lnTo>
                <a:lnTo>
                  <a:pt x="4822" y="6646"/>
                </a:lnTo>
                <a:lnTo>
                  <a:pt x="4822" y="7743"/>
                </a:lnTo>
                <a:lnTo>
                  <a:pt x="4822" y="8841"/>
                </a:lnTo>
                <a:lnTo>
                  <a:pt x="4822" y="9939"/>
                </a:lnTo>
                <a:lnTo>
                  <a:pt x="4822" y="11041"/>
                </a:lnTo>
                <a:lnTo>
                  <a:pt x="4822" y="12146"/>
                </a:lnTo>
                <a:lnTo>
                  <a:pt x="4822" y="13256"/>
                </a:lnTo>
                <a:lnTo>
                  <a:pt x="4822" y="14369"/>
                </a:lnTo>
                <a:lnTo>
                  <a:pt x="4822" y="15489"/>
                </a:lnTo>
                <a:lnTo>
                  <a:pt x="4822" y="16615"/>
                </a:lnTo>
                <a:lnTo>
                  <a:pt x="7641" y="16428"/>
                </a:lnTo>
                <a:lnTo>
                  <a:pt x="9616" y="16266"/>
                </a:lnTo>
                <a:lnTo>
                  <a:pt x="11013" y="16084"/>
                </a:lnTo>
                <a:lnTo>
                  <a:pt x="12101" y="15834"/>
                </a:lnTo>
                <a:lnTo>
                  <a:pt x="13144" y="15474"/>
                </a:lnTo>
                <a:lnTo>
                  <a:pt x="14410" y="14954"/>
                </a:lnTo>
                <a:lnTo>
                  <a:pt x="14757" y="13763"/>
                </a:lnTo>
                <a:lnTo>
                  <a:pt x="14934" y="12583"/>
                </a:lnTo>
                <a:lnTo>
                  <a:pt x="14978" y="11406"/>
                </a:lnTo>
                <a:lnTo>
                  <a:pt x="14915" y="10230"/>
                </a:lnTo>
                <a:lnTo>
                  <a:pt x="14776" y="9047"/>
                </a:lnTo>
                <a:lnTo>
                  <a:pt x="14599" y="7854"/>
                </a:lnTo>
                <a:lnTo>
                  <a:pt x="14410" y="6646"/>
                </a:lnTo>
                <a:lnTo>
                  <a:pt x="14395" y="5686"/>
                </a:lnTo>
                <a:lnTo>
                  <a:pt x="14390" y="4725"/>
                </a:lnTo>
                <a:lnTo>
                  <a:pt x="14395" y="3765"/>
                </a:lnTo>
                <a:lnTo>
                  <a:pt x="14410" y="2805"/>
                </a:lnTo>
                <a:lnTo>
                  <a:pt x="14410" y="1878"/>
                </a:lnTo>
                <a:lnTo>
                  <a:pt x="14410" y="945"/>
                </a:lnTo>
                <a:lnTo>
                  <a:pt x="14410" y="0"/>
                </a:lnTo>
                <a:close/>
              </a:path>
            </a:pathLst>
          </a:custGeom>
          <a:solidFill>
            <a:srgbClr val="84719F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6" name="contour_07344"/>
          <p:cNvSpPr/>
          <p:nvPr/>
        </p:nvSpPr>
        <p:spPr>
          <a:xfrm>
            <a:off x="10534234" y="3286884"/>
            <a:ext cx="72880" cy="44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33" y="348"/>
                </a:lnTo>
                <a:lnTo>
                  <a:pt x="6776" y="706"/>
                </a:lnTo>
                <a:lnTo>
                  <a:pt x="7761" y="1245"/>
                </a:lnTo>
                <a:lnTo>
                  <a:pt x="8999" y="2135"/>
                </a:lnTo>
                <a:lnTo>
                  <a:pt x="10800" y="3546"/>
                </a:lnTo>
                <a:lnTo>
                  <a:pt x="11500" y="3947"/>
                </a:lnTo>
                <a:lnTo>
                  <a:pt x="13619" y="5153"/>
                </a:lnTo>
                <a:lnTo>
                  <a:pt x="16088" y="6578"/>
                </a:lnTo>
                <a:lnTo>
                  <a:pt x="17807" y="7596"/>
                </a:lnTo>
                <a:lnTo>
                  <a:pt x="18995" y="8358"/>
                </a:lnTo>
                <a:lnTo>
                  <a:pt x="19876" y="9018"/>
                </a:lnTo>
                <a:lnTo>
                  <a:pt x="20671" y="9727"/>
                </a:lnTo>
                <a:lnTo>
                  <a:pt x="21600" y="10639"/>
                </a:lnTo>
                <a:lnTo>
                  <a:pt x="21600" y="12983"/>
                </a:lnTo>
                <a:lnTo>
                  <a:pt x="21600" y="15341"/>
                </a:lnTo>
                <a:lnTo>
                  <a:pt x="21600" y="17731"/>
                </a:lnTo>
                <a:lnTo>
                  <a:pt x="20233" y="18103"/>
                </a:lnTo>
                <a:lnTo>
                  <a:pt x="18863" y="18465"/>
                </a:lnTo>
                <a:lnTo>
                  <a:pt x="17496" y="18823"/>
                </a:lnTo>
                <a:lnTo>
                  <a:pt x="16127" y="19167"/>
                </a:lnTo>
                <a:lnTo>
                  <a:pt x="14757" y="19508"/>
                </a:lnTo>
                <a:lnTo>
                  <a:pt x="13388" y="19845"/>
                </a:lnTo>
                <a:lnTo>
                  <a:pt x="12014" y="20171"/>
                </a:lnTo>
                <a:lnTo>
                  <a:pt x="10649" y="20557"/>
                </a:lnTo>
                <a:lnTo>
                  <a:pt x="9260" y="20951"/>
                </a:lnTo>
                <a:lnTo>
                  <a:pt x="7802" y="21260"/>
                </a:lnTo>
                <a:lnTo>
                  <a:pt x="6400" y="21494"/>
                </a:lnTo>
                <a:lnTo>
                  <a:pt x="5016" y="21600"/>
                </a:lnTo>
                <a:lnTo>
                  <a:pt x="3616" y="21543"/>
                </a:lnTo>
                <a:lnTo>
                  <a:pt x="2160" y="21277"/>
                </a:lnTo>
                <a:lnTo>
                  <a:pt x="1281" y="18859"/>
                </a:lnTo>
                <a:lnTo>
                  <a:pt x="728" y="17096"/>
                </a:lnTo>
                <a:lnTo>
                  <a:pt x="400" y="15479"/>
                </a:lnTo>
                <a:lnTo>
                  <a:pt x="192" y="13497"/>
                </a:lnTo>
                <a:lnTo>
                  <a:pt x="0" y="10639"/>
                </a:lnTo>
                <a:lnTo>
                  <a:pt x="696" y="8004"/>
                </a:lnTo>
                <a:lnTo>
                  <a:pt x="1240" y="6107"/>
                </a:lnTo>
                <a:lnTo>
                  <a:pt x="1754" y="4653"/>
                </a:lnTo>
                <a:lnTo>
                  <a:pt x="2361" y="3348"/>
                </a:lnTo>
                <a:lnTo>
                  <a:pt x="3175" y="1897"/>
                </a:lnTo>
                <a:lnTo>
                  <a:pt x="4320" y="0"/>
                </a:lnTo>
                <a:close/>
              </a:path>
            </a:pathLst>
          </a:custGeom>
          <a:solidFill>
            <a:srgbClr val="B4CF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7" name="contour_07345"/>
          <p:cNvSpPr/>
          <p:nvPr/>
        </p:nvSpPr>
        <p:spPr>
          <a:xfrm>
            <a:off x="6793301" y="3286884"/>
            <a:ext cx="3863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6" y="0"/>
                </a:moveTo>
                <a:lnTo>
                  <a:pt x="3671" y="373"/>
                </a:lnTo>
                <a:lnTo>
                  <a:pt x="6079" y="756"/>
                </a:lnTo>
                <a:lnTo>
                  <a:pt x="8447" y="1157"/>
                </a:lnTo>
                <a:lnTo>
                  <a:pt x="10778" y="1585"/>
                </a:lnTo>
                <a:lnTo>
                  <a:pt x="13068" y="2043"/>
                </a:lnTo>
                <a:lnTo>
                  <a:pt x="15317" y="2541"/>
                </a:lnTo>
                <a:lnTo>
                  <a:pt x="17525" y="3086"/>
                </a:lnTo>
                <a:lnTo>
                  <a:pt x="17737" y="4172"/>
                </a:lnTo>
                <a:lnTo>
                  <a:pt x="17648" y="4926"/>
                </a:lnTo>
                <a:lnTo>
                  <a:pt x="17114" y="5701"/>
                </a:lnTo>
                <a:lnTo>
                  <a:pt x="15997" y="6847"/>
                </a:lnTo>
                <a:lnTo>
                  <a:pt x="15044" y="8068"/>
                </a:lnTo>
                <a:lnTo>
                  <a:pt x="14461" y="8887"/>
                </a:lnTo>
                <a:lnTo>
                  <a:pt x="14009" y="9674"/>
                </a:lnTo>
                <a:lnTo>
                  <a:pt x="13451" y="10800"/>
                </a:lnTo>
                <a:lnTo>
                  <a:pt x="14779" y="11579"/>
                </a:lnTo>
                <a:lnTo>
                  <a:pt x="16115" y="12355"/>
                </a:lnTo>
                <a:lnTo>
                  <a:pt x="17468" y="13128"/>
                </a:lnTo>
                <a:lnTo>
                  <a:pt x="18833" y="13898"/>
                </a:lnTo>
                <a:lnTo>
                  <a:pt x="20211" y="14665"/>
                </a:lnTo>
                <a:lnTo>
                  <a:pt x="21600" y="15429"/>
                </a:lnTo>
                <a:lnTo>
                  <a:pt x="21270" y="16519"/>
                </a:lnTo>
                <a:lnTo>
                  <a:pt x="20769" y="17550"/>
                </a:lnTo>
                <a:lnTo>
                  <a:pt x="20125" y="18548"/>
                </a:lnTo>
                <a:lnTo>
                  <a:pt x="19351" y="19540"/>
                </a:lnTo>
                <a:lnTo>
                  <a:pt x="18479" y="20548"/>
                </a:lnTo>
                <a:lnTo>
                  <a:pt x="17525" y="21600"/>
                </a:lnTo>
                <a:lnTo>
                  <a:pt x="14889" y="20972"/>
                </a:lnTo>
                <a:lnTo>
                  <a:pt x="12477" y="20330"/>
                </a:lnTo>
                <a:lnTo>
                  <a:pt x="10264" y="19661"/>
                </a:lnTo>
                <a:lnTo>
                  <a:pt x="8223" y="18949"/>
                </a:lnTo>
                <a:lnTo>
                  <a:pt x="6324" y="18184"/>
                </a:lnTo>
                <a:lnTo>
                  <a:pt x="4543" y="17351"/>
                </a:lnTo>
                <a:lnTo>
                  <a:pt x="2852" y="16438"/>
                </a:lnTo>
                <a:lnTo>
                  <a:pt x="1226" y="15429"/>
                </a:lnTo>
                <a:lnTo>
                  <a:pt x="811" y="14339"/>
                </a:lnTo>
                <a:lnTo>
                  <a:pt x="493" y="13244"/>
                </a:lnTo>
                <a:lnTo>
                  <a:pt x="257" y="12145"/>
                </a:lnTo>
                <a:lnTo>
                  <a:pt x="102" y="11044"/>
                </a:lnTo>
                <a:lnTo>
                  <a:pt x="20" y="9939"/>
                </a:lnTo>
                <a:lnTo>
                  <a:pt x="0" y="8833"/>
                </a:lnTo>
                <a:lnTo>
                  <a:pt x="37" y="7725"/>
                </a:lnTo>
                <a:lnTo>
                  <a:pt x="122" y="6617"/>
                </a:lnTo>
                <a:lnTo>
                  <a:pt x="249" y="5510"/>
                </a:lnTo>
                <a:lnTo>
                  <a:pt x="407" y="4403"/>
                </a:lnTo>
                <a:lnTo>
                  <a:pt x="595" y="3299"/>
                </a:lnTo>
                <a:lnTo>
                  <a:pt x="799" y="2195"/>
                </a:lnTo>
                <a:lnTo>
                  <a:pt x="1011" y="1095"/>
                </a:lnTo>
                <a:lnTo>
                  <a:pt x="1226" y="0"/>
                </a:lnTo>
                <a:close/>
              </a:path>
            </a:pathLst>
          </a:custGeom>
          <a:solidFill>
            <a:srgbClr val="9DABB4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8" name="contour_07346"/>
          <p:cNvSpPr/>
          <p:nvPr/>
        </p:nvSpPr>
        <p:spPr>
          <a:xfrm>
            <a:off x="5695008" y="3206716"/>
            <a:ext cx="80620" cy="672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22" y="63"/>
                </a:lnTo>
                <a:lnTo>
                  <a:pt x="2445" y="136"/>
                </a:lnTo>
                <a:lnTo>
                  <a:pt x="3663" y="213"/>
                </a:lnTo>
                <a:lnTo>
                  <a:pt x="4884" y="297"/>
                </a:lnTo>
                <a:lnTo>
                  <a:pt x="6102" y="389"/>
                </a:lnTo>
                <a:lnTo>
                  <a:pt x="7322" y="485"/>
                </a:lnTo>
                <a:lnTo>
                  <a:pt x="8543" y="585"/>
                </a:lnTo>
                <a:lnTo>
                  <a:pt x="9753" y="635"/>
                </a:lnTo>
                <a:lnTo>
                  <a:pt x="10984" y="686"/>
                </a:lnTo>
                <a:lnTo>
                  <a:pt x="13141" y="904"/>
                </a:lnTo>
                <a:lnTo>
                  <a:pt x="14727" y="1115"/>
                </a:lnTo>
                <a:lnTo>
                  <a:pt x="15883" y="1389"/>
                </a:lnTo>
                <a:lnTo>
                  <a:pt x="16750" y="1785"/>
                </a:lnTo>
                <a:lnTo>
                  <a:pt x="17466" y="2368"/>
                </a:lnTo>
                <a:lnTo>
                  <a:pt x="18175" y="3204"/>
                </a:lnTo>
                <a:lnTo>
                  <a:pt x="19015" y="4356"/>
                </a:lnTo>
                <a:lnTo>
                  <a:pt x="19667" y="5876"/>
                </a:lnTo>
                <a:lnTo>
                  <a:pt x="20259" y="7391"/>
                </a:lnTo>
                <a:lnTo>
                  <a:pt x="20768" y="8916"/>
                </a:lnTo>
                <a:lnTo>
                  <a:pt x="21176" y="10455"/>
                </a:lnTo>
                <a:lnTo>
                  <a:pt x="21461" y="12021"/>
                </a:lnTo>
                <a:lnTo>
                  <a:pt x="21600" y="13626"/>
                </a:lnTo>
                <a:lnTo>
                  <a:pt x="21573" y="15274"/>
                </a:lnTo>
                <a:lnTo>
                  <a:pt x="21358" y="16979"/>
                </a:lnTo>
                <a:lnTo>
                  <a:pt x="20753" y="18333"/>
                </a:lnTo>
                <a:lnTo>
                  <a:pt x="20143" y="19696"/>
                </a:lnTo>
                <a:lnTo>
                  <a:pt x="19526" y="21078"/>
                </a:lnTo>
                <a:lnTo>
                  <a:pt x="18113" y="21370"/>
                </a:lnTo>
                <a:lnTo>
                  <a:pt x="16722" y="21539"/>
                </a:lnTo>
                <a:lnTo>
                  <a:pt x="15344" y="21600"/>
                </a:lnTo>
                <a:lnTo>
                  <a:pt x="13967" y="21567"/>
                </a:lnTo>
                <a:lnTo>
                  <a:pt x="12585" y="21459"/>
                </a:lnTo>
                <a:lnTo>
                  <a:pt x="11187" y="21291"/>
                </a:lnTo>
                <a:lnTo>
                  <a:pt x="9763" y="21078"/>
                </a:lnTo>
                <a:lnTo>
                  <a:pt x="9994" y="19513"/>
                </a:lnTo>
                <a:lnTo>
                  <a:pt x="10238" y="17951"/>
                </a:lnTo>
                <a:lnTo>
                  <a:pt x="10495" y="16394"/>
                </a:lnTo>
                <a:lnTo>
                  <a:pt x="10700" y="15087"/>
                </a:lnTo>
                <a:lnTo>
                  <a:pt x="10907" y="13759"/>
                </a:lnTo>
                <a:lnTo>
                  <a:pt x="11310" y="12743"/>
                </a:lnTo>
                <a:lnTo>
                  <a:pt x="11716" y="11710"/>
                </a:lnTo>
                <a:lnTo>
                  <a:pt x="13006" y="11710"/>
                </a:lnTo>
                <a:lnTo>
                  <a:pt x="14305" y="11710"/>
                </a:lnTo>
                <a:lnTo>
                  <a:pt x="15621" y="11710"/>
                </a:lnTo>
                <a:lnTo>
                  <a:pt x="15621" y="10319"/>
                </a:lnTo>
                <a:lnTo>
                  <a:pt x="15621" y="8923"/>
                </a:lnTo>
                <a:lnTo>
                  <a:pt x="15621" y="7522"/>
                </a:lnTo>
                <a:lnTo>
                  <a:pt x="15621" y="6110"/>
                </a:lnTo>
                <a:lnTo>
                  <a:pt x="15621" y="4684"/>
                </a:lnTo>
                <a:lnTo>
                  <a:pt x="14656" y="4738"/>
                </a:lnTo>
                <a:lnTo>
                  <a:pt x="13684" y="4792"/>
                </a:lnTo>
                <a:lnTo>
                  <a:pt x="12700" y="4848"/>
                </a:lnTo>
                <a:lnTo>
                  <a:pt x="11448" y="4890"/>
                </a:lnTo>
                <a:lnTo>
                  <a:pt x="10187" y="4932"/>
                </a:lnTo>
                <a:lnTo>
                  <a:pt x="8908" y="4977"/>
                </a:lnTo>
                <a:lnTo>
                  <a:pt x="7660" y="5031"/>
                </a:lnTo>
                <a:lnTo>
                  <a:pt x="6405" y="5084"/>
                </a:lnTo>
                <a:lnTo>
                  <a:pt x="5133" y="5141"/>
                </a:lnTo>
                <a:lnTo>
                  <a:pt x="4665" y="5073"/>
                </a:lnTo>
                <a:lnTo>
                  <a:pt x="3841" y="4956"/>
                </a:lnTo>
                <a:lnTo>
                  <a:pt x="1953" y="4684"/>
                </a:lnTo>
                <a:lnTo>
                  <a:pt x="1129" y="3283"/>
                </a:lnTo>
                <a:lnTo>
                  <a:pt x="650" y="2328"/>
                </a:lnTo>
                <a:lnTo>
                  <a:pt x="334" y="1379"/>
                </a:lnTo>
                <a:lnTo>
                  <a:pt x="0" y="0"/>
                </a:lnTo>
                <a:close/>
              </a:path>
            </a:pathLst>
          </a:custGeom>
          <a:solidFill>
            <a:srgbClr val="BACCD4"/>
          </a:solidFill>
          <a:ln>
            <a:noFill/>
          </a:ln>
        </p:spPr>
        <p:txBody>
          <a:bodyPr/>
          <a:lstStyle/>
          <a:p/>
        </p:txBody>
      </p:sp>
      <p:sp>
        <p:nvSpPr>
          <p:cNvPr id="7349" name="contour_07347"/>
          <p:cNvSpPr/>
          <p:nvPr/>
        </p:nvSpPr>
        <p:spPr>
          <a:xfrm>
            <a:off x="3632506" y="3221292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578" y="1728"/>
                </a:lnTo>
                <a:lnTo>
                  <a:pt x="10353" y="3470"/>
                </a:lnTo>
                <a:lnTo>
                  <a:pt x="10126" y="5233"/>
                </a:lnTo>
                <a:lnTo>
                  <a:pt x="10122" y="7441"/>
                </a:lnTo>
                <a:lnTo>
                  <a:pt x="10297" y="8886"/>
                </a:lnTo>
                <a:lnTo>
                  <a:pt x="10800" y="10800"/>
                </a:lnTo>
                <a:lnTo>
                  <a:pt x="12204" y="11391"/>
                </a:lnTo>
                <a:lnTo>
                  <a:pt x="13580" y="11842"/>
                </a:lnTo>
                <a:lnTo>
                  <a:pt x="14949" y="12180"/>
                </a:lnTo>
                <a:lnTo>
                  <a:pt x="16336" y="12428"/>
                </a:lnTo>
                <a:lnTo>
                  <a:pt x="17757" y="12614"/>
                </a:lnTo>
                <a:lnTo>
                  <a:pt x="19237" y="12763"/>
                </a:lnTo>
                <a:lnTo>
                  <a:pt x="20410" y="13127"/>
                </a:lnTo>
                <a:lnTo>
                  <a:pt x="21600" y="13500"/>
                </a:lnTo>
                <a:lnTo>
                  <a:pt x="21600" y="15285"/>
                </a:lnTo>
                <a:lnTo>
                  <a:pt x="21600" y="17080"/>
                </a:lnTo>
                <a:lnTo>
                  <a:pt x="21600" y="18900"/>
                </a:lnTo>
                <a:lnTo>
                  <a:pt x="20159" y="19437"/>
                </a:lnTo>
                <a:lnTo>
                  <a:pt x="18734" y="19929"/>
                </a:lnTo>
                <a:lnTo>
                  <a:pt x="17319" y="20372"/>
                </a:lnTo>
                <a:lnTo>
                  <a:pt x="15908" y="20755"/>
                </a:lnTo>
                <a:lnTo>
                  <a:pt x="14494" y="21076"/>
                </a:lnTo>
                <a:lnTo>
                  <a:pt x="13066" y="21327"/>
                </a:lnTo>
                <a:lnTo>
                  <a:pt x="11619" y="21503"/>
                </a:lnTo>
                <a:lnTo>
                  <a:pt x="10146" y="21595"/>
                </a:lnTo>
                <a:lnTo>
                  <a:pt x="8640" y="21600"/>
                </a:lnTo>
                <a:lnTo>
                  <a:pt x="7277" y="20536"/>
                </a:lnTo>
                <a:lnTo>
                  <a:pt x="6016" y="19408"/>
                </a:lnTo>
                <a:lnTo>
                  <a:pt x="4841" y="18203"/>
                </a:lnTo>
                <a:lnTo>
                  <a:pt x="3750" y="16921"/>
                </a:lnTo>
                <a:lnTo>
                  <a:pt x="2728" y="15547"/>
                </a:lnTo>
                <a:lnTo>
                  <a:pt x="1769" y="14075"/>
                </a:lnTo>
                <a:lnTo>
                  <a:pt x="862" y="12496"/>
                </a:lnTo>
                <a:lnTo>
                  <a:pt x="0" y="10800"/>
                </a:lnTo>
                <a:lnTo>
                  <a:pt x="0" y="9015"/>
                </a:lnTo>
                <a:lnTo>
                  <a:pt x="0" y="7220"/>
                </a:lnTo>
                <a:lnTo>
                  <a:pt x="0" y="5400"/>
                </a:lnTo>
                <a:lnTo>
                  <a:pt x="1378" y="4018"/>
                </a:lnTo>
                <a:lnTo>
                  <a:pt x="2618" y="2865"/>
                </a:lnTo>
                <a:lnTo>
                  <a:pt x="3784" y="1930"/>
                </a:lnTo>
                <a:lnTo>
                  <a:pt x="4942" y="1196"/>
                </a:lnTo>
                <a:lnTo>
                  <a:pt x="6158" y="653"/>
                </a:lnTo>
                <a:lnTo>
                  <a:pt x="7497" y="281"/>
                </a:lnTo>
                <a:lnTo>
                  <a:pt x="9022" y="67"/>
                </a:lnTo>
                <a:lnTo>
                  <a:pt x="10800" y="0"/>
                </a:lnTo>
                <a:close/>
              </a:path>
            </a:pathLst>
          </a:custGeom>
          <a:solidFill>
            <a:srgbClr val="66747B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0" name="contour_07348"/>
          <p:cNvSpPr/>
          <p:nvPr/>
        </p:nvSpPr>
        <p:spPr>
          <a:xfrm>
            <a:off x="5337896" y="3241502"/>
            <a:ext cx="80168" cy="322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08"/>
                </a:moveTo>
                <a:lnTo>
                  <a:pt x="1384" y="991"/>
                </a:lnTo>
                <a:lnTo>
                  <a:pt x="2771" y="889"/>
                </a:lnTo>
                <a:lnTo>
                  <a:pt x="4155" y="796"/>
                </a:lnTo>
                <a:lnTo>
                  <a:pt x="5539" y="713"/>
                </a:lnTo>
                <a:lnTo>
                  <a:pt x="6926" y="635"/>
                </a:lnTo>
                <a:lnTo>
                  <a:pt x="8310" y="566"/>
                </a:lnTo>
                <a:lnTo>
                  <a:pt x="9696" y="498"/>
                </a:lnTo>
                <a:lnTo>
                  <a:pt x="10390" y="439"/>
                </a:lnTo>
                <a:lnTo>
                  <a:pt x="12483" y="249"/>
                </a:lnTo>
                <a:lnTo>
                  <a:pt x="13147" y="225"/>
                </a:lnTo>
                <a:lnTo>
                  <a:pt x="15149" y="156"/>
                </a:lnTo>
                <a:lnTo>
                  <a:pt x="16371" y="78"/>
                </a:lnTo>
                <a:lnTo>
                  <a:pt x="17612" y="0"/>
                </a:lnTo>
                <a:lnTo>
                  <a:pt x="18615" y="552"/>
                </a:lnTo>
                <a:lnTo>
                  <a:pt x="19636" y="1108"/>
                </a:lnTo>
                <a:lnTo>
                  <a:pt x="20377" y="4043"/>
                </a:lnTo>
                <a:lnTo>
                  <a:pt x="20828" y="6035"/>
                </a:lnTo>
                <a:lnTo>
                  <a:pt x="21176" y="8007"/>
                </a:lnTo>
                <a:lnTo>
                  <a:pt x="21600" y="10873"/>
                </a:lnTo>
                <a:lnTo>
                  <a:pt x="20302" y="10873"/>
                </a:lnTo>
                <a:lnTo>
                  <a:pt x="18996" y="10873"/>
                </a:lnTo>
                <a:lnTo>
                  <a:pt x="17673" y="10873"/>
                </a:lnTo>
                <a:lnTo>
                  <a:pt x="17673" y="14101"/>
                </a:lnTo>
                <a:lnTo>
                  <a:pt x="17673" y="17347"/>
                </a:lnTo>
                <a:lnTo>
                  <a:pt x="17673" y="20638"/>
                </a:lnTo>
                <a:lnTo>
                  <a:pt x="15006" y="21019"/>
                </a:lnTo>
                <a:lnTo>
                  <a:pt x="12771" y="21317"/>
                </a:lnTo>
                <a:lnTo>
                  <a:pt x="10910" y="21517"/>
                </a:lnTo>
                <a:lnTo>
                  <a:pt x="9370" y="21600"/>
                </a:lnTo>
                <a:lnTo>
                  <a:pt x="8100" y="21556"/>
                </a:lnTo>
                <a:lnTo>
                  <a:pt x="7046" y="21366"/>
                </a:lnTo>
                <a:lnTo>
                  <a:pt x="6150" y="21014"/>
                </a:lnTo>
                <a:lnTo>
                  <a:pt x="5363" y="20492"/>
                </a:lnTo>
                <a:lnTo>
                  <a:pt x="4628" y="19779"/>
                </a:lnTo>
                <a:lnTo>
                  <a:pt x="3894" y="18866"/>
                </a:lnTo>
                <a:lnTo>
                  <a:pt x="3105" y="17733"/>
                </a:lnTo>
                <a:lnTo>
                  <a:pt x="2209" y="16366"/>
                </a:lnTo>
                <a:lnTo>
                  <a:pt x="1481" y="14550"/>
                </a:lnTo>
                <a:lnTo>
                  <a:pt x="744" y="12724"/>
                </a:lnTo>
                <a:lnTo>
                  <a:pt x="0" y="10873"/>
                </a:lnTo>
                <a:lnTo>
                  <a:pt x="0" y="7646"/>
                </a:lnTo>
                <a:lnTo>
                  <a:pt x="0" y="4399"/>
                </a:lnTo>
                <a:lnTo>
                  <a:pt x="0" y="1108"/>
                </a:lnTo>
                <a:close/>
              </a:path>
            </a:pathLst>
          </a:custGeom>
          <a:solidFill>
            <a:srgbClr val="E5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1" name="contour_07349"/>
          <p:cNvSpPr/>
          <p:nvPr/>
        </p:nvSpPr>
        <p:spPr>
          <a:xfrm>
            <a:off x="8114621" y="3221292"/>
            <a:ext cx="51016" cy="44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62" y="266"/>
                </a:lnTo>
                <a:lnTo>
                  <a:pt x="9917" y="519"/>
                </a:lnTo>
                <a:lnTo>
                  <a:pt x="11575" y="899"/>
                </a:lnTo>
                <a:lnTo>
                  <a:pt x="14077" y="1556"/>
                </a:lnTo>
                <a:lnTo>
                  <a:pt x="16191" y="2099"/>
                </a:lnTo>
                <a:lnTo>
                  <a:pt x="18332" y="2650"/>
                </a:lnTo>
                <a:lnTo>
                  <a:pt x="19955" y="3097"/>
                </a:lnTo>
                <a:lnTo>
                  <a:pt x="21600" y="3552"/>
                </a:lnTo>
                <a:lnTo>
                  <a:pt x="20702" y="8102"/>
                </a:lnTo>
                <a:lnTo>
                  <a:pt x="19986" y="11573"/>
                </a:lnTo>
                <a:lnTo>
                  <a:pt x="19375" y="14166"/>
                </a:lnTo>
                <a:lnTo>
                  <a:pt x="18804" y="16094"/>
                </a:lnTo>
                <a:lnTo>
                  <a:pt x="18193" y="17565"/>
                </a:lnTo>
                <a:lnTo>
                  <a:pt x="17477" y="18787"/>
                </a:lnTo>
                <a:lnTo>
                  <a:pt x="16580" y="19966"/>
                </a:lnTo>
                <a:lnTo>
                  <a:pt x="15429" y="21312"/>
                </a:lnTo>
                <a:lnTo>
                  <a:pt x="13238" y="21511"/>
                </a:lnTo>
                <a:lnTo>
                  <a:pt x="11683" y="21600"/>
                </a:lnTo>
                <a:lnTo>
                  <a:pt x="10025" y="21600"/>
                </a:lnTo>
                <a:lnTo>
                  <a:pt x="7523" y="21533"/>
                </a:lnTo>
                <a:lnTo>
                  <a:pt x="6465" y="21511"/>
                </a:lnTo>
                <a:lnTo>
                  <a:pt x="3268" y="21437"/>
                </a:lnTo>
                <a:lnTo>
                  <a:pt x="1645" y="21376"/>
                </a:lnTo>
                <a:lnTo>
                  <a:pt x="0" y="21312"/>
                </a:lnTo>
                <a:lnTo>
                  <a:pt x="330" y="19146"/>
                </a:lnTo>
                <a:lnTo>
                  <a:pt x="667" y="16982"/>
                </a:lnTo>
                <a:lnTo>
                  <a:pt x="1006" y="14816"/>
                </a:lnTo>
                <a:lnTo>
                  <a:pt x="1352" y="12652"/>
                </a:lnTo>
                <a:lnTo>
                  <a:pt x="1728" y="10237"/>
                </a:lnTo>
                <a:lnTo>
                  <a:pt x="2111" y="7783"/>
                </a:lnTo>
                <a:lnTo>
                  <a:pt x="2722" y="5282"/>
                </a:lnTo>
                <a:lnTo>
                  <a:pt x="3348" y="3637"/>
                </a:lnTo>
                <a:lnTo>
                  <a:pt x="4372" y="2121"/>
                </a:lnTo>
                <a:lnTo>
                  <a:pt x="6171" y="0"/>
                </a:lnTo>
                <a:close/>
              </a:path>
            </a:pathLst>
          </a:custGeom>
          <a:solidFill>
            <a:srgbClr val="C3D1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2" name="contour_07350"/>
          <p:cNvSpPr/>
          <p:nvPr/>
        </p:nvSpPr>
        <p:spPr>
          <a:xfrm>
            <a:off x="10621392" y="3197154"/>
            <a:ext cx="58902" cy="409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54" y="38"/>
                </a:lnTo>
                <a:lnTo>
                  <a:pt x="14448" y="119"/>
                </a:lnTo>
                <a:lnTo>
                  <a:pt x="15667" y="300"/>
                </a:lnTo>
                <a:lnTo>
                  <a:pt x="16995" y="641"/>
                </a:lnTo>
                <a:lnTo>
                  <a:pt x="18818" y="1198"/>
                </a:lnTo>
                <a:lnTo>
                  <a:pt x="19922" y="3587"/>
                </a:lnTo>
                <a:lnTo>
                  <a:pt x="20721" y="5991"/>
                </a:lnTo>
                <a:lnTo>
                  <a:pt x="21247" y="8446"/>
                </a:lnTo>
                <a:lnTo>
                  <a:pt x="21531" y="10996"/>
                </a:lnTo>
                <a:lnTo>
                  <a:pt x="21600" y="13688"/>
                </a:lnTo>
                <a:lnTo>
                  <a:pt x="21490" y="16561"/>
                </a:lnTo>
                <a:lnTo>
                  <a:pt x="19804" y="18689"/>
                </a:lnTo>
                <a:lnTo>
                  <a:pt x="18238" y="20071"/>
                </a:lnTo>
                <a:lnTo>
                  <a:pt x="16674" y="20882"/>
                </a:lnTo>
                <a:lnTo>
                  <a:pt x="14991" y="21289"/>
                </a:lnTo>
                <a:lnTo>
                  <a:pt x="13072" y="21469"/>
                </a:lnTo>
                <a:lnTo>
                  <a:pt x="10800" y="21600"/>
                </a:lnTo>
                <a:lnTo>
                  <a:pt x="8646" y="21562"/>
                </a:lnTo>
                <a:lnTo>
                  <a:pt x="7152" y="21481"/>
                </a:lnTo>
                <a:lnTo>
                  <a:pt x="5933" y="21297"/>
                </a:lnTo>
                <a:lnTo>
                  <a:pt x="4605" y="20959"/>
                </a:lnTo>
                <a:lnTo>
                  <a:pt x="2782" y="20402"/>
                </a:lnTo>
                <a:lnTo>
                  <a:pt x="1678" y="18009"/>
                </a:lnTo>
                <a:lnTo>
                  <a:pt x="879" y="15609"/>
                </a:lnTo>
                <a:lnTo>
                  <a:pt x="353" y="13154"/>
                </a:lnTo>
                <a:lnTo>
                  <a:pt x="69" y="10600"/>
                </a:lnTo>
                <a:lnTo>
                  <a:pt x="0" y="7912"/>
                </a:lnTo>
                <a:lnTo>
                  <a:pt x="110" y="5039"/>
                </a:lnTo>
                <a:lnTo>
                  <a:pt x="1796" y="2907"/>
                </a:lnTo>
                <a:lnTo>
                  <a:pt x="3362" y="1525"/>
                </a:lnTo>
                <a:lnTo>
                  <a:pt x="4926" y="718"/>
                </a:lnTo>
                <a:lnTo>
                  <a:pt x="6609" y="311"/>
                </a:lnTo>
                <a:lnTo>
                  <a:pt x="8528" y="131"/>
                </a:lnTo>
                <a:lnTo>
                  <a:pt x="10800" y="0"/>
                </a:lnTo>
                <a:close/>
              </a:path>
            </a:pathLst>
          </a:custGeom>
          <a:solidFill>
            <a:srgbClr val="CDDD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3" name="contour_07351"/>
          <p:cNvSpPr/>
          <p:nvPr/>
        </p:nvSpPr>
        <p:spPr>
          <a:xfrm>
            <a:off x="10111531" y="3169489"/>
            <a:ext cx="94744" cy="518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8"/>
                </a:moveTo>
                <a:lnTo>
                  <a:pt x="20173" y="3291"/>
                </a:lnTo>
                <a:lnTo>
                  <a:pt x="18985" y="5722"/>
                </a:lnTo>
                <a:lnTo>
                  <a:pt x="17996" y="7679"/>
                </a:lnTo>
                <a:lnTo>
                  <a:pt x="17162" y="9220"/>
                </a:lnTo>
                <a:lnTo>
                  <a:pt x="16441" y="10405"/>
                </a:lnTo>
                <a:lnTo>
                  <a:pt x="15786" y="11286"/>
                </a:lnTo>
                <a:lnTo>
                  <a:pt x="15160" y="11927"/>
                </a:lnTo>
                <a:lnTo>
                  <a:pt x="14515" y="12386"/>
                </a:lnTo>
                <a:lnTo>
                  <a:pt x="13809" y="12721"/>
                </a:lnTo>
                <a:lnTo>
                  <a:pt x="13002" y="12985"/>
                </a:lnTo>
                <a:lnTo>
                  <a:pt x="12046" y="13243"/>
                </a:lnTo>
                <a:lnTo>
                  <a:pt x="11016" y="12866"/>
                </a:lnTo>
                <a:lnTo>
                  <a:pt x="9969" y="12484"/>
                </a:lnTo>
                <a:lnTo>
                  <a:pt x="9969" y="14289"/>
                </a:lnTo>
                <a:lnTo>
                  <a:pt x="9969" y="16100"/>
                </a:lnTo>
                <a:lnTo>
                  <a:pt x="9969" y="17917"/>
                </a:lnTo>
                <a:lnTo>
                  <a:pt x="9969" y="19749"/>
                </a:lnTo>
                <a:lnTo>
                  <a:pt x="9969" y="21600"/>
                </a:lnTo>
                <a:lnTo>
                  <a:pt x="8037" y="20889"/>
                </a:lnTo>
                <a:lnTo>
                  <a:pt x="6472" y="20278"/>
                </a:lnTo>
                <a:lnTo>
                  <a:pt x="5214" y="19713"/>
                </a:lnTo>
                <a:lnTo>
                  <a:pt x="4204" y="19142"/>
                </a:lnTo>
                <a:lnTo>
                  <a:pt x="3381" y="18506"/>
                </a:lnTo>
                <a:lnTo>
                  <a:pt x="2688" y="17756"/>
                </a:lnTo>
                <a:lnTo>
                  <a:pt x="2064" y="16832"/>
                </a:lnTo>
                <a:lnTo>
                  <a:pt x="1447" y="15683"/>
                </a:lnTo>
                <a:lnTo>
                  <a:pt x="779" y="14252"/>
                </a:lnTo>
                <a:lnTo>
                  <a:pt x="0" y="12484"/>
                </a:lnTo>
                <a:lnTo>
                  <a:pt x="1097" y="12484"/>
                </a:lnTo>
                <a:lnTo>
                  <a:pt x="2195" y="12484"/>
                </a:lnTo>
                <a:lnTo>
                  <a:pt x="3298" y="12484"/>
                </a:lnTo>
                <a:lnTo>
                  <a:pt x="4406" y="12484"/>
                </a:lnTo>
                <a:lnTo>
                  <a:pt x="5521" y="12484"/>
                </a:lnTo>
                <a:lnTo>
                  <a:pt x="6646" y="12484"/>
                </a:lnTo>
                <a:lnTo>
                  <a:pt x="6646" y="10475"/>
                </a:lnTo>
                <a:lnTo>
                  <a:pt x="6646" y="8454"/>
                </a:lnTo>
                <a:lnTo>
                  <a:pt x="6646" y="6406"/>
                </a:lnTo>
                <a:lnTo>
                  <a:pt x="7638" y="4923"/>
                </a:lnTo>
                <a:lnTo>
                  <a:pt x="8668" y="3677"/>
                </a:lnTo>
                <a:lnTo>
                  <a:pt x="9735" y="2644"/>
                </a:lnTo>
                <a:lnTo>
                  <a:pt x="10833" y="1814"/>
                </a:lnTo>
                <a:lnTo>
                  <a:pt x="11961" y="1164"/>
                </a:lnTo>
                <a:lnTo>
                  <a:pt x="13115" y="675"/>
                </a:lnTo>
                <a:lnTo>
                  <a:pt x="14289" y="334"/>
                </a:lnTo>
                <a:lnTo>
                  <a:pt x="15482" y="119"/>
                </a:lnTo>
                <a:lnTo>
                  <a:pt x="16690" y="12"/>
                </a:lnTo>
                <a:lnTo>
                  <a:pt x="17910" y="0"/>
                </a:lnTo>
                <a:lnTo>
                  <a:pt x="19136" y="61"/>
                </a:lnTo>
                <a:lnTo>
                  <a:pt x="20369" y="176"/>
                </a:lnTo>
                <a:lnTo>
                  <a:pt x="21600" y="328"/>
                </a:lnTo>
                <a:close/>
              </a:path>
            </a:pathLst>
          </a:custGeom>
          <a:solidFill>
            <a:srgbClr val="BFD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4" name="contour_07352"/>
          <p:cNvSpPr/>
          <p:nvPr/>
        </p:nvSpPr>
        <p:spPr>
          <a:xfrm>
            <a:off x="8333261" y="3105748"/>
            <a:ext cx="51016" cy="499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91"/>
                </a:moveTo>
                <a:lnTo>
                  <a:pt x="21014" y="4771"/>
                </a:lnTo>
                <a:lnTo>
                  <a:pt x="20403" y="6813"/>
                </a:lnTo>
                <a:lnTo>
                  <a:pt x="19749" y="8821"/>
                </a:lnTo>
                <a:lnTo>
                  <a:pt x="19042" y="10797"/>
                </a:lnTo>
                <a:lnTo>
                  <a:pt x="18271" y="12744"/>
                </a:lnTo>
                <a:lnTo>
                  <a:pt x="17419" y="14667"/>
                </a:lnTo>
                <a:lnTo>
                  <a:pt x="16478" y="16567"/>
                </a:lnTo>
                <a:lnTo>
                  <a:pt x="15429" y="18449"/>
                </a:lnTo>
                <a:lnTo>
                  <a:pt x="13361" y="19476"/>
                </a:lnTo>
                <a:lnTo>
                  <a:pt x="11417" y="20217"/>
                </a:lnTo>
                <a:lnTo>
                  <a:pt x="9510" y="20730"/>
                </a:lnTo>
                <a:lnTo>
                  <a:pt x="7545" y="21086"/>
                </a:lnTo>
                <a:lnTo>
                  <a:pt x="5434" y="21354"/>
                </a:lnTo>
                <a:lnTo>
                  <a:pt x="3086" y="21600"/>
                </a:lnTo>
                <a:lnTo>
                  <a:pt x="2493" y="19640"/>
                </a:lnTo>
                <a:lnTo>
                  <a:pt x="1941" y="17699"/>
                </a:lnTo>
                <a:lnTo>
                  <a:pt x="1438" y="15764"/>
                </a:lnTo>
                <a:lnTo>
                  <a:pt x="997" y="13822"/>
                </a:lnTo>
                <a:lnTo>
                  <a:pt x="620" y="11871"/>
                </a:lnTo>
                <a:lnTo>
                  <a:pt x="324" y="9896"/>
                </a:lnTo>
                <a:lnTo>
                  <a:pt x="114" y="7891"/>
                </a:lnTo>
                <a:lnTo>
                  <a:pt x="0" y="5843"/>
                </a:lnTo>
                <a:lnTo>
                  <a:pt x="2046" y="3678"/>
                </a:lnTo>
                <a:lnTo>
                  <a:pt x="4042" y="2061"/>
                </a:lnTo>
                <a:lnTo>
                  <a:pt x="6017" y="945"/>
                </a:lnTo>
                <a:lnTo>
                  <a:pt x="7998" y="277"/>
                </a:lnTo>
                <a:lnTo>
                  <a:pt x="10016" y="0"/>
                </a:lnTo>
                <a:lnTo>
                  <a:pt x="12096" y="66"/>
                </a:lnTo>
                <a:lnTo>
                  <a:pt x="14265" y="419"/>
                </a:lnTo>
                <a:lnTo>
                  <a:pt x="16555" y="1012"/>
                </a:lnTo>
                <a:lnTo>
                  <a:pt x="18989" y="1787"/>
                </a:lnTo>
                <a:lnTo>
                  <a:pt x="21600" y="2691"/>
                </a:lnTo>
                <a:close/>
              </a:path>
            </a:pathLst>
          </a:custGeom>
          <a:solidFill>
            <a:srgbClr val="B1C1CC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5" name="contour_07353"/>
          <p:cNvSpPr/>
          <p:nvPr/>
        </p:nvSpPr>
        <p:spPr>
          <a:xfrm>
            <a:off x="11496249" y="3103562"/>
            <a:ext cx="80168" cy="594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408"/>
                </a:moveTo>
                <a:lnTo>
                  <a:pt x="7260" y="233"/>
                </a:lnTo>
                <a:lnTo>
                  <a:pt x="8583" y="109"/>
                </a:lnTo>
                <a:lnTo>
                  <a:pt x="9885" y="29"/>
                </a:lnTo>
                <a:lnTo>
                  <a:pt x="11187" y="0"/>
                </a:lnTo>
                <a:lnTo>
                  <a:pt x="12506" y="16"/>
                </a:lnTo>
                <a:lnTo>
                  <a:pt x="13867" y="77"/>
                </a:lnTo>
                <a:lnTo>
                  <a:pt x="14427" y="95"/>
                </a:lnTo>
                <a:lnTo>
                  <a:pt x="16112" y="148"/>
                </a:lnTo>
                <a:lnTo>
                  <a:pt x="17484" y="201"/>
                </a:lnTo>
                <a:lnTo>
                  <a:pt x="18857" y="265"/>
                </a:lnTo>
                <a:lnTo>
                  <a:pt x="20229" y="334"/>
                </a:lnTo>
                <a:lnTo>
                  <a:pt x="21600" y="408"/>
                </a:lnTo>
                <a:lnTo>
                  <a:pt x="21600" y="2159"/>
                </a:lnTo>
                <a:lnTo>
                  <a:pt x="21600" y="3921"/>
                </a:lnTo>
                <a:lnTo>
                  <a:pt x="21600" y="5706"/>
                </a:lnTo>
                <a:lnTo>
                  <a:pt x="20304" y="5706"/>
                </a:lnTo>
                <a:lnTo>
                  <a:pt x="19006" y="5706"/>
                </a:lnTo>
                <a:lnTo>
                  <a:pt x="17708" y="5706"/>
                </a:lnTo>
                <a:lnTo>
                  <a:pt x="16406" y="5706"/>
                </a:lnTo>
                <a:lnTo>
                  <a:pt x="15100" y="5706"/>
                </a:lnTo>
                <a:lnTo>
                  <a:pt x="13789" y="5706"/>
                </a:lnTo>
                <a:lnTo>
                  <a:pt x="12473" y="5706"/>
                </a:lnTo>
                <a:lnTo>
                  <a:pt x="11150" y="5706"/>
                </a:lnTo>
                <a:lnTo>
                  <a:pt x="9818" y="5706"/>
                </a:lnTo>
                <a:lnTo>
                  <a:pt x="9969" y="7306"/>
                </a:lnTo>
                <a:lnTo>
                  <a:pt x="10123" y="8911"/>
                </a:lnTo>
                <a:lnTo>
                  <a:pt x="10276" y="10527"/>
                </a:lnTo>
                <a:lnTo>
                  <a:pt x="10431" y="12164"/>
                </a:lnTo>
                <a:lnTo>
                  <a:pt x="10443" y="14328"/>
                </a:lnTo>
                <a:lnTo>
                  <a:pt x="10384" y="15759"/>
                </a:lnTo>
                <a:lnTo>
                  <a:pt x="10195" y="17086"/>
                </a:lnTo>
                <a:lnTo>
                  <a:pt x="9818" y="18951"/>
                </a:lnTo>
                <a:lnTo>
                  <a:pt x="8593" y="19693"/>
                </a:lnTo>
                <a:lnTo>
                  <a:pt x="7409" y="20260"/>
                </a:lnTo>
                <a:lnTo>
                  <a:pt x="6244" y="20675"/>
                </a:lnTo>
                <a:lnTo>
                  <a:pt x="5082" y="20975"/>
                </a:lnTo>
                <a:lnTo>
                  <a:pt x="3896" y="21184"/>
                </a:lnTo>
                <a:lnTo>
                  <a:pt x="2669" y="21340"/>
                </a:lnTo>
                <a:lnTo>
                  <a:pt x="1377" y="21468"/>
                </a:lnTo>
                <a:lnTo>
                  <a:pt x="0" y="21600"/>
                </a:lnTo>
                <a:lnTo>
                  <a:pt x="0" y="19764"/>
                </a:lnTo>
                <a:lnTo>
                  <a:pt x="0" y="17926"/>
                </a:lnTo>
                <a:lnTo>
                  <a:pt x="0" y="16087"/>
                </a:lnTo>
                <a:lnTo>
                  <a:pt x="0" y="14246"/>
                </a:lnTo>
                <a:lnTo>
                  <a:pt x="0" y="12397"/>
                </a:lnTo>
                <a:lnTo>
                  <a:pt x="0" y="10546"/>
                </a:lnTo>
                <a:lnTo>
                  <a:pt x="0" y="8686"/>
                </a:lnTo>
                <a:lnTo>
                  <a:pt x="0" y="6819"/>
                </a:lnTo>
                <a:lnTo>
                  <a:pt x="0" y="4943"/>
                </a:lnTo>
                <a:lnTo>
                  <a:pt x="0" y="3057"/>
                </a:lnTo>
                <a:lnTo>
                  <a:pt x="426" y="3343"/>
                </a:lnTo>
                <a:lnTo>
                  <a:pt x="976" y="3717"/>
                </a:lnTo>
                <a:lnTo>
                  <a:pt x="2021" y="4421"/>
                </a:lnTo>
                <a:lnTo>
                  <a:pt x="3927" y="5706"/>
                </a:lnTo>
                <a:lnTo>
                  <a:pt x="4167" y="4403"/>
                </a:lnTo>
                <a:lnTo>
                  <a:pt x="4410" y="3078"/>
                </a:lnTo>
                <a:lnTo>
                  <a:pt x="5145" y="1754"/>
                </a:lnTo>
                <a:lnTo>
                  <a:pt x="5891" y="408"/>
                </a:lnTo>
                <a:close/>
              </a:path>
            </a:pathLst>
          </a:custGeom>
          <a:solidFill>
            <a:srgbClr val="C0C9D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6" name="contour_07354"/>
          <p:cNvSpPr/>
          <p:nvPr/>
        </p:nvSpPr>
        <p:spPr>
          <a:xfrm>
            <a:off x="4405034" y="3069425"/>
            <a:ext cx="116608" cy="422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3121"/>
                </a:moveTo>
                <a:lnTo>
                  <a:pt x="13843" y="4975"/>
                </a:lnTo>
                <a:lnTo>
                  <a:pt x="14182" y="6834"/>
                </a:lnTo>
                <a:lnTo>
                  <a:pt x="14518" y="8700"/>
                </a:lnTo>
                <a:lnTo>
                  <a:pt x="14850" y="10569"/>
                </a:lnTo>
                <a:lnTo>
                  <a:pt x="15809" y="11396"/>
                </a:lnTo>
                <a:lnTo>
                  <a:pt x="16488" y="11887"/>
                </a:lnTo>
                <a:lnTo>
                  <a:pt x="17214" y="12245"/>
                </a:lnTo>
                <a:lnTo>
                  <a:pt x="18309" y="12662"/>
                </a:lnTo>
                <a:lnTo>
                  <a:pt x="19408" y="13090"/>
                </a:lnTo>
                <a:lnTo>
                  <a:pt x="20116" y="13403"/>
                </a:lnTo>
                <a:lnTo>
                  <a:pt x="20744" y="13753"/>
                </a:lnTo>
                <a:lnTo>
                  <a:pt x="21600" y="14293"/>
                </a:lnTo>
                <a:lnTo>
                  <a:pt x="21600" y="16140"/>
                </a:lnTo>
                <a:lnTo>
                  <a:pt x="21600" y="18017"/>
                </a:lnTo>
                <a:lnTo>
                  <a:pt x="20689" y="18449"/>
                </a:lnTo>
                <a:lnTo>
                  <a:pt x="19779" y="18874"/>
                </a:lnTo>
                <a:lnTo>
                  <a:pt x="18868" y="19291"/>
                </a:lnTo>
                <a:lnTo>
                  <a:pt x="17955" y="19704"/>
                </a:lnTo>
                <a:lnTo>
                  <a:pt x="17044" y="20110"/>
                </a:lnTo>
                <a:lnTo>
                  <a:pt x="16197" y="20501"/>
                </a:lnTo>
                <a:lnTo>
                  <a:pt x="15345" y="20892"/>
                </a:lnTo>
                <a:lnTo>
                  <a:pt x="14481" y="21291"/>
                </a:lnTo>
                <a:lnTo>
                  <a:pt x="13064" y="21544"/>
                </a:lnTo>
                <a:lnTo>
                  <a:pt x="12064" y="21600"/>
                </a:lnTo>
                <a:lnTo>
                  <a:pt x="11343" y="21369"/>
                </a:lnTo>
                <a:lnTo>
                  <a:pt x="10760" y="20755"/>
                </a:lnTo>
                <a:lnTo>
                  <a:pt x="10175" y="19667"/>
                </a:lnTo>
                <a:lnTo>
                  <a:pt x="9450" y="18017"/>
                </a:lnTo>
                <a:lnTo>
                  <a:pt x="9450" y="15556"/>
                </a:lnTo>
                <a:lnTo>
                  <a:pt x="9450" y="13079"/>
                </a:lnTo>
                <a:lnTo>
                  <a:pt x="9450" y="10569"/>
                </a:lnTo>
                <a:lnTo>
                  <a:pt x="8600" y="11239"/>
                </a:lnTo>
                <a:lnTo>
                  <a:pt x="7749" y="11910"/>
                </a:lnTo>
                <a:lnTo>
                  <a:pt x="6897" y="12580"/>
                </a:lnTo>
                <a:lnTo>
                  <a:pt x="6044" y="13254"/>
                </a:lnTo>
                <a:lnTo>
                  <a:pt x="5188" y="13928"/>
                </a:lnTo>
                <a:lnTo>
                  <a:pt x="4332" y="14602"/>
                </a:lnTo>
                <a:lnTo>
                  <a:pt x="3472" y="15280"/>
                </a:lnTo>
                <a:lnTo>
                  <a:pt x="2610" y="15962"/>
                </a:lnTo>
                <a:lnTo>
                  <a:pt x="1744" y="16643"/>
                </a:lnTo>
                <a:lnTo>
                  <a:pt x="873" y="17328"/>
                </a:lnTo>
                <a:lnTo>
                  <a:pt x="0" y="18017"/>
                </a:lnTo>
                <a:lnTo>
                  <a:pt x="0" y="15556"/>
                </a:lnTo>
                <a:lnTo>
                  <a:pt x="0" y="13079"/>
                </a:lnTo>
                <a:lnTo>
                  <a:pt x="0" y="10569"/>
                </a:lnTo>
                <a:lnTo>
                  <a:pt x="745" y="9329"/>
                </a:lnTo>
                <a:lnTo>
                  <a:pt x="1470" y="8193"/>
                </a:lnTo>
                <a:lnTo>
                  <a:pt x="2191" y="7139"/>
                </a:lnTo>
                <a:lnTo>
                  <a:pt x="2923" y="6152"/>
                </a:lnTo>
                <a:lnTo>
                  <a:pt x="3677" y="5206"/>
                </a:lnTo>
                <a:lnTo>
                  <a:pt x="4471" y="4283"/>
                </a:lnTo>
                <a:lnTo>
                  <a:pt x="5099" y="3486"/>
                </a:lnTo>
                <a:lnTo>
                  <a:pt x="5735" y="2678"/>
                </a:lnTo>
                <a:lnTo>
                  <a:pt x="6703" y="1620"/>
                </a:lnTo>
                <a:lnTo>
                  <a:pt x="7600" y="816"/>
                </a:lnTo>
                <a:lnTo>
                  <a:pt x="8447" y="272"/>
                </a:lnTo>
                <a:lnTo>
                  <a:pt x="9260" y="0"/>
                </a:lnTo>
                <a:lnTo>
                  <a:pt x="10060" y="15"/>
                </a:lnTo>
                <a:lnTo>
                  <a:pt x="10865" y="320"/>
                </a:lnTo>
                <a:lnTo>
                  <a:pt x="11694" y="935"/>
                </a:lnTo>
                <a:lnTo>
                  <a:pt x="12566" y="1866"/>
                </a:lnTo>
                <a:lnTo>
                  <a:pt x="13500" y="3121"/>
                </a:lnTo>
                <a:close/>
              </a:path>
            </a:pathLst>
          </a:custGeom>
          <a:solidFill>
            <a:srgbClr val="686867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7" name="contour_07355"/>
          <p:cNvSpPr/>
          <p:nvPr/>
        </p:nvSpPr>
        <p:spPr>
          <a:xfrm>
            <a:off x="5665856" y="3009940"/>
            <a:ext cx="65592" cy="57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545"/>
                </a:lnTo>
                <a:lnTo>
                  <a:pt x="17256" y="1093"/>
                </a:lnTo>
                <a:lnTo>
                  <a:pt x="18691" y="1641"/>
                </a:lnTo>
                <a:lnTo>
                  <a:pt x="20138" y="2195"/>
                </a:lnTo>
                <a:lnTo>
                  <a:pt x="21600" y="2754"/>
                </a:lnTo>
                <a:lnTo>
                  <a:pt x="21077" y="4588"/>
                </a:lnTo>
                <a:lnTo>
                  <a:pt x="20551" y="6364"/>
                </a:lnTo>
                <a:lnTo>
                  <a:pt x="20011" y="8082"/>
                </a:lnTo>
                <a:lnTo>
                  <a:pt x="19445" y="9751"/>
                </a:lnTo>
                <a:lnTo>
                  <a:pt x="18833" y="11373"/>
                </a:lnTo>
                <a:lnTo>
                  <a:pt x="18166" y="12948"/>
                </a:lnTo>
                <a:lnTo>
                  <a:pt x="17429" y="14484"/>
                </a:lnTo>
                <a:lnTo>
                  <a:pt x="16608" y="15985"/>
                </a:lnTo>
                <a:lnTo>
                  <a:pt x="15689" y="17453"/>
                </a:lnTo>
                <a:lnTo>
                  <a:pt x="14657" y="18893"/>
                </a:lnTo>
                <a:lnTo>
                  <a:pt x="13500" y="20309"/>
                </a:lnTo>
                <a:lnTo>
                  <a:pt x="11585" y="21041"/>
                </a:lnTo>
                <a:lnTo>
                  <a:pt x="9864" y="21460"/>
                </a:lnTo>
                <a:lnTo>
                  <a:pt x="8275" y="21600"/>
                </a:lnTo>
                <a:lnTo>
                  <a:pt x="6751" y="21495"/>
                </a:lnTo>
                <a:lnTo>
                  <a:pt x="5227" y="21179"/>
                </a:lnTo>
                <a:lnTo>
                  <a:pt x="3638" y="20680"/>
                </a:lnTo>
                <a:lnTo>
                  <a:pt x="1918" y="20036"/>
                </a:lnTo>
                <a:lnTo>
                  <a:pt x="0" y="19276"/>
                </a:lnTo>
                <a:lnTo>
                  <a:pt x="538" y="17582"/>
                </a:lnTo>
                <a:lnTo>
                  <a:pt x="1102" y="15936"/>
                </a:lnTo>
                <a:lnTo>
                  <a:pt x="1706" y="14333"/>
                </a:lnTo>
                <a:lnTo>
                  <a:pt x="2364" y="12769"/>
                </a:lnTo>
                <a:lnTo>
                  <a:pt x="3089" y="11238"/>
                </a:lnTo>
                <a:lnTo>
                  <a:pt x="3898" y="9737"/>
                </a:lnTo>
                <a:lnTo>
                  <a:pt x="4800" y="8261"/>
                </a:lnTo>
                <a:lnTo>
                  <a:pt x="6262" y="7586"/>
                </a:lnTo>
                <a:lnTo>
                  <a:pt x="7279" y="7182"/>
                </a:lnTo>
                <a:lnTo>
                  <a:pt x="8333" y="6887"/>
                </a:lnTo>
                <a:lnTo>
                  <a:pt x="9900" y="6540"/>
                </a:lnTo>
                <a:lnTo>
                  <a:pt x="11386" y="6199"/>
                </a:lnTo>
                <a:lnTo>
                  <a:pt x="12883" y="5854"/>
                </a:lnTo>
                <a:lnTo>
                  <a:pt x="14400" y="5507"/>
                </a:lnTo>
                <a:lnTo>
                  <a:pt x="14400" y="3687"/>
                </a:lnTo>
                <a:lnTo>
                  <a:pt x="14400" y="1856"/>
                </a:lnTo>
                <a:lnTo>
                  <a:pt x="14400" y="0"/>
                </a:lnTo>
                <a:close/>
              </a:path>
            </a:pathLst>
          </a:custGeom>
          <a:solidFill>
            <a:srgbClr val="B1BBC0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8" name="contour_07356"/>
          <p:cNvSpPr/>
          <p:nvPr/>
        </p:nvSpPr>
        <p:spPr>
          <a:xfrm>
            <a:off x="11015242" y="3001698"/>
            <a:ext cx="65592" cy="665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10"/>
                </a:moveTo>
                <a:lnTo>
                  <a:pt x="2753" y="137"/>
                </a:lnTo>
                <a:lnTo>
                  <a:pt x="4690" y="33"/>
                </a:lnTo>
                <a:lnTo>
                  <a:pt x="6077" y="0"/>
                </a:lnTo>
                <a:lnTo>
                  <a:pt x="7178" y="33"/>
                </a:lnTo>
                <a:lnTo>
                  <a:pt x="8266" y="137"/>
                </a:lnTo>
                <a:lnTo>
                  <a:pt x="9600" y="310"/>
                </a:lnTo>
                <a:lnTo>
                  <a:pt x="10476" y="1620"/>
                </a:lnTo>
                <a:lnTo>
                  <a:pt x="11018" y="2550"/>
                </a:lnTo>
                <a:lnTo>
                  <a:pt x="11450" y="3544"/>
                </a:lnTo>
                <a:lnTo>
                  <a:pt x="12000" y="5041"/>
                </a:lnTo>
                <a:lnTo>
                  <a:pt x="13392" y="5926"/>
                </a:lnTo>
                <a:lnTo>
                  <a:pt x="14369" y="6496"/>
                </a:lnTo>
                <a:lnTo>
                  <a:pt x="15401" y="7007"/>
                </a:lnTo>
                <a:lnTo>
                  <a:pt x="16949" y="7702"/>
                </a:lnTo>
                <a:lnTo>
                  <a:pt x="18257" y="8298"/>
                </a:lnTo>
                <a:lnTo>
                  <a:pt x="19584" y="8904"/>
                </a:lnTo>
                <a:lnTo>
                  <a:pt x="20585" y="9335"/>
                </a:lnTo>
                <a:lnTo>
                  <a:pt x="21600" y="9772"/>
                </a:lnTo>
                <a:lnTo>
                  <a:pt x="20467" y="10962"/>
                </a:lnTo>
                <a:lnTo>
                  <a:pt x="19330" y="12147"/>
                </a:lnTo>
                <a:lnTo>
                  <a:pt x="18190" y="13330"/>
                </a:lnTo>
                <a:lnTo>
                  <a:pt x="17045" y="14508"/>
                </a:lnTo>
                <a:lnTo>
                  <a:pt x="15900" y="15686"/>
                </a:lnTo>
                <a:lnTo>
                  <a:pt x="14842" y="16786"/>
                </a:lnTo>
                <a:lnTo>
                  <a:pt x="13774" y="17891"/>
                </a:lnTo>
                <a:lnTo>
                  <a:pt x="12694" y="19012"/>
                </a:lnTo>
                <a:lnTo>
                  <a:pt x="11146" y="20275"/>
                </a:lnTo>
                <a:lnTo>
                  <a:pt x="9960" y="21042"/>
                </a:lnTo>
                <a:lnTo>
                  <a:pt x="8760" y="21434"/>
                </a:lnTo>
                <a:lnTo>
                  <a:pt x="7166" y="21579"/>
                </a:lnTo>
                <a:lnTo>
                  <a:pt x="4800" y="21600"/>
                </a:lnTo>
                <a:lnTo>
                  <a:pt x="4087" y="20124"/>
                </a:lnTo>
                <a:lnTo>
                  <a:pt x="3691" y="18917"/>
                </a:lnTo>
                <a:lnTo>
                  <a:pt x="3281" y="16942"/>
                </a:lnTo>
                <a:lnTo>
                  <a:pt x="2978" y="15499"/>
                </a:lnTo>
                <a:lnTo>
                  <a:pt x="2671" y="14033"/>
                </a:lnTo>
                <a:lnTo>
                  <a:pt x="2388" y="12504"/>
                </a:lnTo>
                <a:lnTo>
                  <a:pt x="2100" y="10955"/>
                </a:lnTo>
                <a:lnTo>
                  <a:pt x="1788" y="9427"/>
                </a:lnTo>
                <a:lnTo>
                  <a:pt x="1471" y="7877"/>
                </a:lnTo>
                <a:lnTo>
                  <a:pt x="1166" y="6366"/>
                </a:lnTo>
                <a:lnTo>
                  <a:pt x="869" y="4852"/>
                </a:lnTo>
                <a:lnTo>
                  <a:pt x="574" y="3340"/>
                </a:lnTo>
                <a:lnTo>
                  <a:pt x="286" y="1826"/>
                </a:lnTo>
                <a:lnTo>
                  <a:pt x="0" y="310"/>
                </a:lnTo>
                <a:close/>
              </a:path>
            </a:pathLst>
          </a:custGeom>
          <a:solidFill>
            <a:srgbClr val="D7E6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359" name="contour_07357"/>
          <p:cNvSpPr/>
          <p:nvPr/>
        </p:nvSpPr>
        <p:spPr>
          <a:xfrm>
            <a:off x="4200970" y="2973362"/>
            <a:ext cx="58304" cy="61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49"/>
                </a:moveTo>
                <a:lnTo>
                  <a:pt x="16200" y="1743"/>
                </a:lnTo>
                <a:lnTo>
                  <a:pt x="16200" y="3447"/>
                </a:lnTo>
                <a:lnTo>
                  <a:pt x="16200" y="5174"/>
                </a:lnTo>
                <a:lnTo>
                  <a:pt x="14596" y="6115"/>
                </a:lnTo>
                <a:lnTo>
                  <a:pt x="13500" y="6697"/>
                </a:lnTo>
                <a:lnTo>
                  <a:pt x="12404" y="7156"/>
                </a:lnTo>
                <a:lnTo>
                  <a:pt x="10800" y="7737"/>
                </a:lnTo>
                <a:lnTo>
                  <a:pt x="12139" y="8214"/>
                </a:lnTo>
                <a:lnTo>
                  <a:pt x="13500" y="8698"/>
                </a:lnTo>
                <a:lnTo>
                  <a:pt x="14839" y="9493"/>
                </a:lnTo>
                <a:lnTo>
                  <a:pt x="16200" y="10300"/>
                </a:lnTo>
                <a:lnTo>
                  <a:pt x="16200" y="11994"/>
                </a:lnTo>
                <a:lnTo>
                  <a:pt x="16200" y="13699"/>
                </a:lnTo>
                <a:lnTo>
                  <a:pt x="16200" y="15426"/>
                </a:lnTo>
                <a:lnTo>
                  <a:pt x="17985" y="15426"/>
                </a:lnTo>
                <a:lnTo>
                  <a:pt x="19780" y="15426"/>
                </a:lnTo>
                <a:lnTo>
                  <a:pt x="21600" y="15426"/>
                </a:lnTo>
                <a:lnTo>
                  <a:pt x="21600" y="17120"/>
                </a:lnTo>
                <a:lnTo>
                  <a:pt x="21600" y="18824"/>
                </a:lnTo>
                <a:lnTo>
                  <a:pt x="21600" y="20552"/>
                </a:lnTo>
                <a:lnTo>
                  <a:pt x="19721" y="20890"/>
                </a:lnTo>
                <a:lnTo>
                  <a:pt x="17896" y="21180"/>
                </a:lnTo>
                <a:lnTo>
                  <a:pt x="16106" y="21405"/>
                </a:lnTo>
                <a:lnTo>
                  <a:pt x="14340" y="21551"/>
                </a:lnTo>
                <a:lnTo>
                  <a:pt x="12585" y="21600"/>
                </a:lnTo>
                <a:lnTo>
                  <a:pt x="10827" y="21541"/>
                </a:lnTo>
                <a:lnTo>
                  <a:pt x="9053" y="21357"/>
                </a:lnTo>
                <a:lnTo>
                  <a:pt x="7247" y="21031"/>
                </a:lnTo>
                <a:lnTo>
                  <a:pt x="5400" y="20552"/>
                </a:lnTo>
                <a:lnTo>
                  <a:pt x="4558" y="18981"/>
                </a:lnTo>
                <a:lnTo>
                  <a:pt x="3812" y="17407"/>
                </a:lnTo>
                <a:lnTo>
                  <a:pt x="3156" y="15828"/>
                </a:lnTo>
                <a:lnTo>
                  <a:pt x="2581" y="14242"/>
                </a:lnTo>
                <a:lnTo>
                  <a:pt x="2074" y="12640"/>
                </a:lnTo>
                <a:lnTo>
                  <a:pt x="1631" y="11026"/>
                </a:lnTo>
                <a:lnTo>
                  <a:pt x="1237" y="9393"/>
                </a:lnTo>
                <a:lnTo>
                  <a:pt x="888" y="7737"/>
                </a:lnTo>
                <a:lnTo>
                  <a:pt x="570" y="6059"/>
                </a:lnTo>
                <a:lnTo>
                  <a:pt x="278" y="4349"/>
                </a:lnTo>
                <a:lnTo>
                  <a:pt x="0" y="2612"/>
                </a:lnTo>
                <a:lnTo>
                  <a:pt x="1855" y="2007"/>
                </a:lnTo>
                <a:lnTo>
                  <a:pt x="3642" y="1481"/>
                </a:lnTo>
                <a:lnTo>
                  <a:pt x="5384" y="1030"/>
                </a:lnTo>
                <a:lnTo>
                  <a:pt x="7101" y="661"/>
                </a:lnTo>
                <a:lnTo>
                  <a:pt x="8821" y="372"/>
                </a:lnTo>
                <a:lnTo>
                  <a:pt x="10568" y="164"/>
                </a:lnTo>
                <a:lnTo>
                  <a:pt x="12363" y="41"/>
                </a:lnTo>
                <a:lnTo>
                  <a:pt x="14234" y="0"/>
                </a:lnTo>
                <a:lnTo>
                  <a:pt x="16200" y="49"/>
                </a:lnTo>
                <a:close/>
              </a:path>
            </a:pathLst>
          </a:custGeom>
          <a:solidFill>
            <a:srgbClr val="60605E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0" name="contour_07358"/>
          <p:cNvSpPr/>
          <p:nvPr/>
        </p:nvSpPr>
        <p:spPr>
          <a:xfrm>
            <a:off x="7582226" y="2980789"/>
            <a:ext cx="4410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21" y="0"/>
                </a:moveTo>
                <a:lnTo>
                  <a:pt x="9763" y="257"/>
                </a:lnTo>
                <a:lnTo>
                  <a:pt x="12155" y="598"/>
                </a:lnTo>
                <a:lnTo>
                  <a:pt x="14514" y="1003"/>
                </a:lnTo>
                <a:lnTo>
                  <a:pt x="16863" y="1452"/>
                </a:lnTo>
                <a:lnTo>
                  <a:pt x="19219" y="1925"/>
                </a:lnTo>
                <a:lnTo>
                  <a:pt x="21600" y="2400"/>
                </a:lnTo>
                <a:lnTo>
                  <a:pt x="21304" y="3984"/>
                </a:lnTo>
                <a:lnTo>
                  <a:pt x="21011" y="5568"/>
                </a:lnTo>
                <a:lnTo>
                  <a:pt x="20715" y="7154"/>
                </a:lnTo>
                <a:lnTo>
                  <a:pt x="20422" y="8743"/>
                </a:lnTo>
                <a:lnTo>
                  <a:pt x="20126" y="10334"/>
                </a:lnTo>
                <a:lnTo>
                  <a:pt x="19829" y="11928"/>
                </a:lnTo>
                <a:lnTo>
                  <a:pt x="19533" y="13526"/>
                </a:lnTo>
                <a:lnTo>
                  <a:pt x="19233" y="15130"/>
                </a:lnTo>
                <a:lnTo>
                  <a:pt x="18933" y="16738"/>
                </a:lnTo>
                <a:lnTo>
                  <a:pt x="18634" y="18350"/>
                </a:lnTo>
                <a:lnTo>
                  <a:pt x="18334" y="19973"/>
                </a:lnTo>
                <a:lnTo>
                  <a:pt x="18030" y="21600"/>
                </a:lnTo>
                <a:lnTo>
                  <a:pt x="14214" y="19846"/>
                </a:lnTo>
                <a:lnTo>
                  <a:pt x="11198" y="18449"/>
                </a:lnTo>
                <a:lnTo>
                  <a:pt x="8838" y="17328"/>
                </a:lnTo>
                <a:lnTo>
                  <a:pt x="6982" y="16406"/>
                </a:lnTo>
                <a:lnTo>
                  <a:pt x="5490" y="15602"/>
                </a:lnTo>
                <a:lnTo>
                  <a:pt x="4212" y="14839"/>
                </a:lnTo>
                <a:lnTo>
                  <a:pt x="2999" y="14038"/>
                </a:lnTo>
                <a:lnTo>
                  <a:pt x="1703" y="13116"/>
                </a:lnTo>
                <a:lnTo>
                  <a:pt x="182" y="12000"/>
                </a:lnTo>
                <a:lnTo>
                  <a:pt x="0" y="10210"/>
                </a:lnTo>
                <a:lnTo>
                  <a:pt x="157" y="8558"/>
                </a:lnTo>
                <a:lnTo>
                  <a:pt x="632" y="7001"/>
                </a:lnTo>
                <a:lnTo>
                  <a:pt x="1406" y="5489"/>
                </a:lnTo>
                <a:lnTo>
                  <a:pt x="2452" y="3970"/>
                </a:lnTo>
                <a:lnTo>
                  <a:pt x="3752" y="2400"/>
                </a:lnTo>
                <a:lnTo>
                  <a:pt x="5522" y="1210"/>
                </a:lnTo>
                <a:lnTo>
                  <a:pt x="7321" y="0"/>
                </a:lnTo>
                <a:close/>
              </a:path>
            </a:pathLst>
          </a:custGeom>
          <a:solidFill>
            <a:srgbClr val="E1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1" name="contour_07359"/>
          <p:cNvSpPr/>
          <p:nvPr/>
        </p:nvSpPr>
        <p:spPr>
          <a:xfrm>
            <a:off x="7662766" y="2929773"/>
            <a:ext cx="29152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8" y="643"/>
                </a:lnTo>
                <a:lnTo>
                  <a:pt x="3056" y="1287"/>
                </a:lnTo>
                <a:lnTo>
                  <a:pt x="4590" y="1933"/>
                </a:lnTo>
                <a:lnTo>
                  <a:pt x="6129" y="2581"/>
                </a:lnTo>
                <a:lnTo>
                  <a:pt x="7679" y="3232"/>
                </a:lnTo>
                <a:lnTo>
                  <a:pt x="9234" y="3887"/>
                </a:lnTo>
                <a:lnTo>
                  <a:pt x="10800" y="4547"/>
                </a:lnTo>
                <a:lnTo>
                  <a:pt x="13473" y="4829"/>
                </a:lnTo>
                <a:lnTo>
                  <a:pt x="16162" y="5111"/>
                </a:lnTo>
                <a:lnTo>
                  <a:pt x="18862" y="5397"/>
                </a:lnTo>
                <a:lnTo>
                  <a:pt x="21600" y="5684"/>
                </a:lnTo>
                <a:lnTo>
                  <a:pt x="21541" y="6474"/>
                </a:lnTo>
                <a:lnTo>
                  <a:pt x="21443" y="7069"/>
                </a:lnTo>
                <a:lnTo>
                  <a:pt x="21254" y="7579"/>
                </a:lnTo>
                <a:lnTo>
                  <a:pt x="20920" y="8118"/>
                </a:lnTo>
                <a:lnTo>
                  <a:pt x="20374" y="8799"/>
                </a:lnTo>
                <a:lnTo>
                  <a:pt x="19575" y="9734"/>
                </a:lnTo>
                <a:lnTo>
                  <a:pt x="18976" y="10463"/>
                </a:lnTo>
                <a:lnTo>
                  <a:pt x="18371" y="11198"/>
                </a:lnTo>
                <a:lnTo>
                  <a:pt x="17761" y="11941"/>
                </a:lnTo>
                <a:lnTo>
                  <a:pt x="17248" y="12503"/>
                </a:lnTo>
                <a:lnTo>
                  <a:pt x="16724" y="13069"/>
                </a:lnTo>
                <a:lnTo>
                  <a:pt x="16200" y="13642"/>
                </a:lnTo>
                <a:lnTo>
                  <a:pt x="12631" y="13642"/>
                </a:lnTo>
                <a:lnTo>
                  <a:pt x="9040" y="13642"/>
                </a:lnTo>
                <a:lnTo>
                  <a:pt x="5400" y="13642"/>
                </a:lnTo>
                <a:lnTo>
                  <a:pt x="5400" y="14430"/>
                </a:lnTo>
                <a:lnTo>
                  <a:pt x="5400" y="15219"/>
                </a:lnTo>
                <a:lnTo>
                  <a:pt x="5400" y="16008"/>
                </a:lnTo>
                <a:lnTo>
                  <a:pt x="5400" y="16798"/>
                </a:lnTo>
                <a:lnTo>
                  <a:pt x="5400" y="17591"/>
                </a:lnTo>
                <a:lnTo>
                  <a:pt x="5400" y="18386"/>
                </a:lnTo>
                <a:lnTo>
                  <a:pt x="5400" y="19184"/>
                </a:lnTo>
                <a:lnTo>
                  <a:pt x="5400" y="19986"/>
                </a:lnTo>
                <a:lnTo>
                  <a:pt x="5400" y="20791"/>
                </a:lnTo>
                <a:lnTo>
                  <a:pt x="5400" y="21600"/>
                </a:lnTo>
                <a:lnTo>
                  <a:pt x="2722" y="21600"/>
                </a:lnTo>
                <a:lnTo>
                  <a:pt x="0" y="21600"/>
                </a:lnTo>
                <a:lnTo>
                  <a:pt x="0" y="20808"/>
                </a:lnTo>
                <a:lnTo>
                  <a:pt x="0" y="20016"/>
                </a:lnTo>
                <a:lnTo>
                  <a:pt x="0" y="19224"/>
                </a:lnTo>
                <a:lnTo>
                  <a:pt x="0" y="18432"/>
                </a:lnTo>
                <a:lnTo>
                  <a:pt x="0" y="17638"/>
                </a:lnTo>
                <a:lnTo>
                  <a:pt x="0" y="16846"/>
                </a:lnTo>
                <a:lnTo>
                  <a:pt x="0" y="16052"/>
                </a:lnTo>
                <a:lnTo>
                  <a:pt x="0" y="15259"/>
                </a:lnTo>
                <a:lnTo>
                  <a:pt x="0" y="14464"/>
                </a:lnTo>
                <a:lnTo>
                  <a:pt x="0" y="13669"/>
                </a:lnTo>
                <a:lnTo>
                  <a:pt x="0" y="12874"/>
                </a:lnTo>
                <a:lnTo>
                  <a:pt x="0" y="12077"/>
                </a:lnTo>
                <a:lnTo>
                  <a:pt x="0" y="11280"/>
                </a:lnTo>
                <a:lnTo>
                  <a:pt x="0" y="10482"/>
                </a:lnTo>
                <a:lnTo>
                  <a:pt x="0" y="9682"/>
                </a:lnTo>
                <a:lnTo>
                  <a:pt x="0" y="8883"/>
                </a:lnTo>
                <a:lnTo>
                  <a:pt x="0" y="8082"/>
                </a:lnTo>
                <a:lnTo>
                  <a:pt x="0" y="7280"/>
                </a:lnTo>
                <a:lnTo>
                  <a:pt x="0" y="6477"/>
                </a:lnTo>
                <a:lnTo>
                  <a:pt x="0" y="5672"/>
                </a:lnTo>
                <a:lnTo>
                  <a:pt x="0" y="4867"/>
                </a:lnTo>
                <a:lnTo>
                  <a:pt x="0" y="4060"/>
                </a:lnTo>
                <a:lnTo>
                  <a:pt x="0" y="3250"/>
                </a:lnTo>
                <a:lnTo>
                  <a:pt x="0" y="2441"/>
                </a:lnTo>
                <a:lnTo>
                  <a:pt x="0" y="1629"/>
                </a:lnTo>
                <a:lnTo>
                  <a:pt x="0" y="815"/>
                </a:lnTo>
                <a:lnTo>
                  <a:pt x="0" y="0"/>
                </a:lnTo>
                <a:close/>
              </a:path>
            </a:pathLst>
          </a:custGeom>
          <a:solidFill>
            <a:srgbClr val="DF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2" name="contour_07360"/>
          <p:cNvSpPr/>
          <p:nvPr/>
        </p:nvSpPr>
        <p:spPr>
          <a:xfrm>
            <a:off x="2590324" y="2915197"/>
            <a:ext cx="58304" cy="524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080"/>
                </a:lnTo>
                <a:lnTo>
                  <a:pt x="21600" y="4162"/>
                </a:lnTo>
                <a:lnTo>
                  <a:pt x="21600" y="6245"/>
                </a:lnTo>
                <a:lnTo>
                  <a:pt x="21600" y="8330"/>
                </a:lnTo>
                <a:lnTo>
                  <a:pt x="21600" y="10425"/>
                </a:lnTo>
                <a:lnTo>
                  <a:pt x="21600" y="12522"/>
                </a:lnTo>
                <a:lnTo>
                  <a:pt x="21600" y="14629"/>
                </a:lnTo>
                <a:lnTo>
                  <a:pt x="21600" y="16745"/>
                </a:lnTo>
                <a:lnTo>
                  <a:pt x="21600" y="18869"/>
                </a:lnTo>
                <a:lnTo>
                  <a:pt x="21600" y="21006"/>
                </a:lnTo>
                <a:lnTo>
                  <a:pt x="18484" y="21336"/>
                </a:lnTo>
                <a:lnTo>
                  <a:pt x="16297" y="21534"/>
                </a:lnTo>
                <a:lnTo>
                  <a:pt x="14734" y="21600"/>
                </a:lnTo>
                <a:lnTo>
                  <a:pt x="13497" y="21534"/>
                </a:lnTo>
                <a:lnTo>
                  <a:pt x="12285" y="21336"/>
                </a:lnTo>
                <a:lnTo>
                  <a:pt x="10800" y="21006"/>
                </a:lnTo>
                <a:lnTo>
                  <a:pt x="10049" y="18863"/>
                </a:lnTo>
                <a:lnTo>
                  <a:pt x="9534" y="17324"/>
                </a:lnTo>
                <a:lnTo>
                  <a:pt x="9123" y="15955"/>
                </a:lnTo>
                <a:lnTo>
                  <a:pt x="8689" y="14326"/>
                </a:lnTo>
                <a:lnTo>
                  <a:pt x="8100" y="12003"/>
                </a:lnTo>
                <a:lnTo>
                  <a:pt x="6010" y="10989"/>
                </a:lnTo>
                <a:lnTo>
                  <a:pt x="4544" y="10326"/>
                </a:lnTo>
                <a:lnTo>
                  <a:pt x="3313" y="9870"/>
                </a:lnTo>
                <a:lnTo>
                  <a:pt x="1928" y="9477"/>
                </a:lnTo>
                <a:lnTo>
                  <a:pt x="0" y="9003"/>
                </a:lnTo>
                <a:lnTo>
                  <a:pt x="1604" y="9003"/>
                </a:lnTo>
                <a:lnTo>
                  <a:pt x="3213" y="9003"/>
                </a:lnTo>
                <a:lnTo>
                  <a:pt x="4828" y="9003"/>
                </a:lnTo>
                <a:lnTo>
                  <a:pt x="6456" y="9003"/>
                </a:lnTo>
                <a:lnTo>
                  <a:pt x="8100" y="9003"/>
                </a:lnTo>
                <a:lnTo>
                  <a:pt x="8100" y="7019"/>
                </a:lnTo>
                <a:lnTo>
                  <a:pt x="8100" y="5023"/>
                </a:lnTo>
                <a:lnTo>
                  <a:pt x="8100" y="3001"/>
                </a:lnTo>
                <a:lnTo>
                  <a:pt x="9806" y="2104"/>
                </a:lnTo>
                <a:lnTo>
                  <a:pt x="11162" y="1617"/>
                </a:lnTo>
                <a:lnTo>
                  <a:pt x="13333" y="1125"/>
                </a:lnTo>
                <a:lnTo>
                  <a:pt x="14791" y="786"/>
                </a:lnTo>
                <a:lnTo>
                  <a:pt x="16273" y="444"/>
                </a:lnTo>
                <a:lnTo>
                  <a:pt x="18222" y="132"/>
                </a:lnTo>
                <a:lnTo>
                  <a:pt x="19602" y="15"/>
                </a:lnTo>
                <a:lnTo>
                  <a:pt x="21600" y="0"/>
                </a:lnTo>
                <a:close/>
              </a:path>
            </a:pathLst>
          </a:custGeom>
          <a:solidFill>
            <a:srgbClr val="9D1B15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3" name="contour_07361"/>
          <p:cNvSpPr/>
          <p:nvPr/>
        </p:nvSpPr>
        <p:spPr>
          <a:xfrm>
            <a:off x="8231229" y="2900621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6258" y="21595"/>
                </a:lnTo>
                <a:lnTo>
                  <a:pt x="12370" y="21554"/>
                </a:lnTo>
                <a:lnTo>
                  <a:pt x="9623" y="21443"/>
                </a:lnTo>
                <a:lnTo>
                  <a:pt x="7708" y="21230"/>
                </a:lnTo>
                <a:lnTo>
                  <a:pt x="6311" y="20879"/>
                </a:lnTo>
                <a:lnTo>
                  <a:pt x="5123" y="20353"/>
                </a:lnTo>
                <a:lnTo>
                  <a:pt x="3838" y="19618"/>
                </a:lnTo>
                <a:lnTo>
                  <a:pt x="2700" y="17847"/>
                </a:lnTo>
                <a:lnTo>
                  <a:pt x="1739" y="16173"/>
                </a:lnTo>
                <a:lnTo>
                  <a:pt x="965" y="14502"/>
                </a:lnTo>
                <a:lnTo>
                  <a:pt x="382" y="12741"/>
                </a:lnTo>
                <a:lnTo>
                  <a:pt x="0" y="10800"/>
                </a:lnTo>
                <a:lnTo>
                  <a:pt x="1242" y="8554"/>
                </a:lnTo>
                <a:lnTo>
                  <a:pt x="2513" y="6626"/>
                </a:lnTo>
                <a:lnTo>
                  <a:pt x="3852" y="4998"/>
                </a:lnTo>
                <a:lnTo>
                  <a:pt x="5299" y="3642"/>
                </a:lnTo>
                <a:lnTo>
                  <a:pt x="6890" y="2543"/>
                </a:lnTo>
                <a:lnTo>
                  <a:pt x="8662" y="1671"/>
                </a:lnTo>
                <a:lnTo>
                  <a:pt x="10656" y="1010"/>
                </a:lnTo>
                <a:lnTo>
                  <a:pt x="12906" y="535"/>
                </a:lnTo>
                <a:lnTo>
                  <a:pt x="15458" y="224"/>
                </a:lnTo>
                <a:lnTo>
                  <a:pt x="18342" y="51"/>
                </a:lnTo>
                <a:lnTo>
                  <a:pt x="21600" y="0"/>
                </a:lnTo>
                <a:close/>
              </a:path>
            </a:pathLst>
          </a:custGeom>
          <a:solidFill>
            <a:srgbClr val="CF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4" name="contour_07362"/>
          <p:cNvSpPr/>
          <p:nvPr/>
        </p:nvSpPr>
        <p:spPr>
          <a:xfrm>
            <a:off x="7495142" y="2893333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988" y="536"/>
                </a:lnTo>
                <a:lnTo>
                  <a:pt x="19183" y="1071"/>
                </a:lnTo>
                <a:lnTo>
                  <a:pt x="20383" y="1614"/>
                </a:lnTo>
                <a:lnTo>
                  <a:pt x="21600" y="2160"/>
                </a:lnTo>
                <a:lnTo>
                  <a:pt x="20388" y="5244"/>
                </a:lnTo>
                <a:lnTo>
                  <a:pt x="19337" y="7893"/>
                </a:lnTo>
                <a:lnTo>
                  <a:pt x="18415" y="10150"/>
                </a:lnTo>
                <a:lnTo>
                  <a:pt x="17597" y="12053"/>
                </a:lnTo>
                <a:lnTo>
                  <a:pt x="16855" y="13640"/>
                </a:lnTo>
                <a:lnTo>
                  <a:pt x="16164" y="14956"/>
                </a:lnTo>
                <a:lnTo>
                  <a:pt x="15494" y="16036"/>
                </a:lnTo>
                <a:lnTo>
                  <a:pt x="14820" y="16921"/>
                </a:lnTo>
                <a:lnTo>
                  <a:pt x="14114" y="17654"/>
                </a:lnTo>
                <a:lnTo>
                  <a:pt x="13349" y="18269"/>
                </a:lnTo>
                <a:lnTo>
                  <a:pt x="12497" y="18811"/>
                </a:lnTo>
                <a:lnTo>
                  <a:pt x="11532" y="19319"/>
                </a:lnTo>
                <a:lnTo>
                  <a:pt x="10423" y="19829"/>
                </a:lnTo>
                <a:lnTo>
                  <a:pt x="9149" y="20386"/>
                </a:lnTo>
                <a:lnTo>
                  <a:pt x="8510" y="20563"/>
                </a:lnTo>
                <a:lnTo>
                  <a:pt x="7382" y="20879"/>
                </a:lnTo>
                <a:lnTo>
                  <a:pt x="4800" y="21600"/>
                </a:lnTo>
                <a:lnTo>
                  <a:pt x="5210" y="20036"/>
                </a:lnTo>
                <a:lnTo>
                  <a:pt x="5623" y="18539"/>
                </a:lnTo>
                <a:lnTo>
                  <a:pt x="6050" y="17092"/>
                </a:lnTo>
                <a:lnTo>
                  <a:pt x="6502" y="15682"/>
                </a:lnTo>
                <a:lnTo>
                  <a:pt x="6991" y="14293"/>
                </a:lnTo>
                <a:lnTo>
                  <a:pt x="7534" y="12908"/>
                </a:lnTo>
                <a:lnTo>
                  <a:pt x="8141" y="11515"/>
                </a:lnTo>
                <a:lnTo>
                  <a:pt x="8825" y="10098"/>
                </a:lnTo>
                <a:lnTo>
                  <a:pt x="9600" y="8640"/>
                </a:lnTo>
                <a:lnTo>
                  <a:pt x="8242" y="8029"/>
                </a:lnTo>
                <a:lnTo>
                  <a:pt x="6883" y="7417"/>
                </a:lnTo>
                <a:lnTo>
                  <a:pt x="5520" y="6804"/>
                </a:lnTo>
                <a:lnTo>
                  <a:pt x="4152" y="6188"/>
                </a:lnTo>
                <a:lnTo>
                  <a:pt x="2777" y="5568"/>
                </a:lnTo>
                <a:lnTo>
                  <a:pt x="1394" y="4946"/>
                </a:lnTo>
                <a:lnTo>
                  <a:pt x="0" y="4320"/>
                </a:lnTo>
                <a:lnTo>
                  <a:pt x="1426" y="3892"/>
                </a:lnTo>
                <a:lnTo>
                  <a:pt x="2856" y="3462"/>
                </a:lnTo>
                <a:lnTo>
                  <a:pt x="4291" y="3033"/>
                </a:lnTo>
                <a:lnTo>
                  <a:pt x="5738" y="2598"/>
                </a:lnTo>
                <a:lnTo>
                  <a:pt x="7200" y="2160"/>
                </a:lnTo>
                <a:lnTo>
                  <a:pt x="7200" y="3588"/>
                </a:lnTo>
                <a:lnTo>
                  <a:pt x="7200" y="5024"/>
                </a:lnTo>
                <a:lnTo>
                  <a:pt x="7200" y="6480"/>
                </a:lnTo>
                <a:lnTo>
                  <a:pt x="10073" y="5795"/>
                </a:lnTo>
                <a:lnTo>
                  <a:pt x="12058" y="5253"/>
                </a:lnTo>
                <a:lnTo>
                  <a:pt x="13402" y="4728"/>
                </a:lnTo>
                <a:lnTo>
                  <a:pt x="14352" y="4098"/>
                </a:lnTo>
                <a:lnTo>
                  <a:pt x="15154" y="3238"/>
                </a:lnTo>
                <a:lnTo>
                  <a:pt x="16051" y="2026"/>
                </a:lnTo>
                <a:lnTo>
                  <a:pt x="16423" y="1020"/>
                </a:lnTo>
                <a:lnTo>
                  <a:pt x="16800" y="0"/>
                </a:lnTo>
                <a:close/>
              </a:path>
            </a:pathLst>
          </a:custGeom>
          <a:solidFill>
            <a:srgbClr val="B5A88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5" name="contour_07363"/>
          <p:cNvSpPr/>
          <p:nvPr/>
        </p:nvSpPr>
        <p:spPr>
          <a:xfrm>
            <a:off x="6963119" y="2864181"/>
            <a:ext cx="67705" cy="661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50" y="0"/>
                </a:moveTo>
                <a:lnTo>
                  <a:pt x="15662" y="340"/>
                </a:lnTo>
                <a:lnTo>
                  <a:pt x="16880" y="633"/>
                </a:lnTo>
                <a:lnTo>
                  <a:pt x="17940" y="995"/>
                </a:lnTo>
                <a:lnTo>
                  <a:pt x="19177" y="1540"/>
                </a:lnTo>
                <a:lnTo>
                  <a:pt x="20926" y="2381"/>
                </a:lnTo>
                <a:lnTo>
                  <a:pt x="21295" y="4269"/>
                </a:lnTo>
                <a:lnTo>
                  <a:pt x="21512" y="5647"/>
                </a:lnTo>
                <a:lnTo>
                  <a:pt x="21600" y="6914"/>
                </a:lnTo>
                <a:lnTo>
                  <a:pt x="21588" y="8468"/>
                </a:lnTo>
                <a:lnTo>
                  <a:pt x="21507" y="10713"/>
                </a:lnTo>
                <a:lnTo>
                  <a:pt x="21491" y="11382"/>
                </a:lnTo>
                <a:lnTo>
                  <a:pt x="21463" y="12558"/>
                </a:lnTo>
                <a:lnTo>
                  <a:pt x="21398" y="15251"/>
                </a:lnTo>
                <a:lnTo>
                  <a:pt x="21149" y="17122"/>
                </a:lnTo>
                <a:lnTo>
                  <a:pt x="20879" y="18379"/>
                </a:lnTo>
                <a:lnTo>
                  <a:pt x="20454" y="19317"/>
                </a:lnTo>
                <a:lnTo>
                  <a:pt x="19740" y="20233"/>
                </a:lnTo>
                <a:lnTo>
                  <a:pt x="18601" y="21426"/>
                </a:lnTo>
                <a:lnTo>
                  <a:pt x="16971" y="21510"/>
                </a:lnTo>
                <a:lnTo>
                  <a:pt x="15343" y="21564"/>
                </a:lnTo>
                <a:lnTo>
                  <a:pt x="13718" y="21593"/>
                </a:lnTo>
                <a:lnTo>
                  <a:pt x="12093" y="21600"/>
                </a:lnTo>
                <a:lnTo>
                  <a:pt x="10468" y="21590"/>
                </a:lnTo>
                <a:lnTo>
                  <a:pt x="8842" y="21567"/>
                </a:lnTo>
                <a:lnTo>
                  <a:pt x="7217" y="21533"/>
                </a:lnTo>
                <a:lnTo>
                  <a:pt x="5589" y="21498"/>
                </a:lnTo>
                <a:lnTo>
                  <a:pt x="3957" y="21460"/>
                </a:lnTo>
                <a:lnTo>
                  <a:pt x="2325" y="21426"/>
                </a:lnTo>
                <a:lnTo>
                  <a:pt x="2095" y="19776"/>
                </a:lnTo>
                <a:lnTo>
                  <a:pt x="1865" y="18124"/>
                </a:lnTo>
                <a:lnTo>
                  <a:pt x="1635" y="16472"/>
                </a:lnTo>
                <a:lnTo>
                  <a:pt x="1402" y="14817"/>
                </a:lnTo>
                <a:lnTo>
                  <a:pt x="1172" y="13156"/>
                </a:lnTo>
                <a:lnTo>
                  <a:pt x="939" y="11492"/>
                </a:lnTo>
                <a:lnTo>
                  <a:pt x="707" y="9820"/>
                </a:lnTo>
                <a:lnTo>
                  <a:pt x="472" y="8142"/>
                </a:lnTo>
                <a:lnTo>
                  <a:pt x="237" y="6456"/>
                </a:lnTo>
                <a:lnTo>
                  <a:pt x="0" y="4761"/>
                </a:lnTo>
                <a:lnTo>
                  <a:pt x="577" y="6285"/>
                </a:lnTo>
                <a:lnTo>
                  <a:pt x="1156" y="7821"/>
                </a:lnTo>
                <a:lnTo>
                  <a:pt x="1744" y="9375"/>
                </a:lnTo>
                <a:lnTo>
                  <a:pt x="2565" y="11049"/>
                </a:lnTo>
                <a:lnTo>
                  <a:pt x="3357" y="12415"/>
                </a:lnTo>
                <a:lnTo>
                  <a:pt x="4271" y="13553"/>
                </a:lnTo>
                <a:lnTo>
                  <a:pt x="5445" y="14536"/>
                </a:lnTo>
                <a:lnTo>
                  <a:pt x="7029" y="15446"/>
                </a:lnTo>
                <a:lnTo>
                  <a:pt x="8314" y="15755"/>
                </a:lnTo>
                <a:lnTo>
                  <a:pt x="9317" y="15972"/>
                </a:lnTo>
                <a:lnTo>
                  <a:pt x="10368" y="16158"/>
                </a:lnTo>
                <a:lnTo>
                  <a:pt x="11802" y="16370"/>
                </a:lnTo>
                <a:lnTo>
                  <a:pt x="13950" y="16665"/>
                </a:lnTo>
                <a:lnTo>
                  <a:pt x="14288" y="15253"/>
                </a:lnTo>
                <a:lnTo>
                  <a:pt x="14618" y="13841"/>
                </a:lnTo>
                <a:lnTo>
                  <a:pt x="14939" y="12427"/>
                </a:lnTo>
                <a:lnTo>
                  <a:pt x="15257" y="11011"/>
                </a:lnTo>
                <a:lnTo>
                  <a:pt x="15441" y="10220"/>
                </a:lnTo>
                <a:lnTo>
                  <a:pt x="15994" y="7830"/>
                </a:lnTo>
                <a:lnTo>
                  <a:pt x="16076" y="5966"/>
                </a:lnTo>
                <a:lnTo>
                  <a:pt x="15927" y="4414"/>
                </a:lnTo>
                <a:lnTo>
                  <a:pt x="15532" y="3012"/>
                </a:lnTo>
                <a:lnTo>
                  <a:pt x="14878" y="1595"/>
                </a:lnTo>
                <a:lnTo>
                  <a:pt x="13950" y="0"/>
                </a:lnTo>
                <a:close/>
              </a:path>
            </a:pathLst>
          </a:custGeom>
          <a:solidFill>
            <a:srgbClr val="92845F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6" name="contour_07364"/>
          <p:cNvSpPr/>
          <p:nvPr/>
        </p:nvSpPr>
        <p:spPr>
          <a:xfrm>
            <a:off x="10250003" y="2886045"/>
            <a:ext cx="58304" cy="439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355"/>
                </a:lnTo>
                <a:lnTo>
                  <a:pt x="6445" y="709"/>
                </a:lnTo>
                <a:lnTo>
                  <a:pt x="8319" y="1064"/>
                </a:lnTo>
                <a:lnTo>
                  <a:pt x="10195" y="1423"/>
                </a:lnTo>
                <a:lnTo>
                  <a:pt x="12080" y="1777"/>
                </a:lnTo>
                <a:lnTo>
                  <a:pt x="13967" y="2136"/>
                </a:lnTo>
                <a:lnTo>
                  <a:pt x="15862" y="2494"/>
                </a:lnTo>
                <a:lnTo>
                  <a:pt x="17766" y="2856"/>
                </a:lnTo>
                <a:lnTo>
                  <a:pt x="19678" y="3218"/>
                </a:lnTo>
                <a:lnTo>
                  <a:pt x="21600" y="3583"/>
                </a:lnTo>
                <a:lnTo>
                  <a:pt x="20809" y="7865"/>
                </a:lnTo>
                <a:lnTo>
                  <a:pt x="20177" y="11140"/>
                </a:lnTo>
                <a:lnTo>
                  <a:pt x="19643" y="13627"/>
                </a:lnTo>
                <a:lnTo>
                  <a:pt x="19140" y="15526"/>
                </a:lnTo>
                <a:lnTo>
                  <a:pt x="18608" y="17056"/>
                </a:lnTo>
                <a:lnTo>
                  <a:pt x="17985" y="18422"/>
                </a:lnTo>
                <a:lnTo>
                  <a:pt x="17202" y="19830"/>
                </a:lnTo>
                <a:lnTo>
                  <a:pt x="16200" y="21500"/>
                </a:lnTo>
                <a:lnTo>
                  <a:pt x="14310" y="21600"/>
                </a:lnTo>
                <a:lnTo>
                  <a:pt x="12466" y="21539"/>
                </a:lnTo>
                <a:lnTo>
                  <a:pt x="10657" y="21331"/>
                </a:lnTo>
                <a:lnTo>
                  <a:pt x="8875" y="20994"/>
                </a:lnTo>
                <a:lnTo>
                  <a:pt x="7106" y="20543"/>
                </a:lnTo>
                <a:lnTo>
                  <a:pt x="5346" y="19991"/>
                </a:lnTo>
                <a:lnTo>
                  <a:pt x="3580" y="19360"/>
                </a:lnTo>
                <a:lnTo>
                  <a:pt x="1801" y="18662"/>
                </a:lnTo>
                <a:lnTo>
                  <a:pt x="0" y="17916"/>
                </a:lnTo>
                <a:lnTo>
                  <a:pt x="335" y="15698"/>
                </a:lnTo>
                <a:lnTo>
                  <a:pt x="670" y="13480"/>
                </a:lnTo>
                <a:lnTo>
                  <a:pt x="1004" y="11255"/>
                </a:lnTo>
                <a:lnTo>
                  <a:pt x="1339" y="9026"/>
                </a:lnTo>
                <a:lnTo>
                  <a:pt x="1677" y="6787"/>
                </a:lnTo>
                <a:lnTo>
                  <a:pt x="2017" y="4536"/>
                </a:lnTo>
                <a:lnTo>
                  <a:pt x="2357" y="2275"/>
                </a:lnTo>
                <a:lnTo>
                  <a:pt x="2700" y="0"/>
                </a:lnTo>
                <a:close/>
              </a:path>
            </a:pathLst>
          </a:custGeom>
          <a:solidFill>
            <a:srgbClr val="D7E7F4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7" name="contour_07365"/>
          <p:cNvSpPr/>
          <p:nvPr/>
        </p:nvSpPr>
        <p:spPr>
          <a:xfrm>
            <a:off x="7203622" y="2871469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9739" y="226"/>
                </a:lnTo>
                <a:lnTo>
                  <a:pt x="12247" y="418"/>
                </a:lnTo>
                <a:lnTo>
                  <a:pt x="14034" y="634"/>
                </a:lnTo>
                <a:lnTo>
                  <a:pt x="15447" y="927"/>
                </a:lnTo>
                <a:lnTo>
                  <a:pt x="16826" y="1353"/>
                </a:lnTo>
                <a:lnTo>
                  <a:pt x="18514" y="1964"/>
                </a:lnTo>
                <a:lnTo>
                  <a:pt x="19230" y="3165"/>
                </a:lnTo>
                <a:lnTo>
                  <a:pt x="19820" y="4367"/>
                </a:lnTo>
                <a:lnTo>
                  <a:pt x="20301" y="5571"/>
                </a:lnTo>
                <a:lnTo>
                  <a:pt x="20690" y="6782"/>
                </a:lnTo>
                <a:lnTo>
                  <a:pt x="20998" y="8006"/>
                </a:lnTo>
                <a:lnTo>
                  <a:pt x="21242" y="9245"/>
                </a:lnTo>
                <a:lnTo>
                  <a:pt x="21436" y="10502"/>
                </a:lnTo>
                <a:lnTo>
                  <a:pt x="21600" y="11782"/>
                </a:lnTo>
                <a:lnTo>
                  <a:pt x="19625" y="11943"/>
                </a:lnTo>
                <a:lnTo>
                  <a:pt x="17635" y="12108"/>
                </a:lnTo>
                <a:lnTo>
                  <a:pt x="15620" y="12273"/>
                </a:lnTo>
                <a:lnTo>
                  <a:pt x="13589" y="12585"/>
                </a:lnTo>
                <a:lnTo>
                  <a:pt x="12250" y="12842"/>
                </a:lnTo>
                <a:lnTo>
                  <a:pt x="11004" y="13184"/>
                </a:lnTo>
                <a:lnTo>
                  <a:pt x="9257" y="13745"/>
                </a:lnTo>
                <a:lnTo>
                  <a:pt x="8501" y="14867"/>
                </a:lnTo>
                <a:lnTo>
                  <a:pt x="8048" y="15662"/>
                </a:lnTo>
                <a:lnTo>
                  <a:pt x="7717" y="16510"/>
                </a:lnTo>
                <a:lnTo>
                  <a:pt x="7329" y="17794"/>
                </a:lnTo>
                <a:lnTo>
                  <a:pt x="6946" y="19051"/>
                </a:lnTo>
                <a:lnTo>
                  <a:pt x="6563" y="20318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444" y="20369"/>
                </a:lnTo>
                <a:lnTo>
                  <a:pt x="895" y="19130"/>
                </a:lnTo>
                <a:lnTo>
                  <a:pt x="1352" y="17873"/>
                </a:lnTo>
                <a:lnTo>
                  <a:pt x="1784" y="16658"/>
                </a:lnTo>
                <a:lnTo>
                  <a:pt x="2219" y="15440"/>
                </a:lnTo>
                <a:lnTo>
                  <a:pt x="2654" y="14225"/>
                </a:lnTo>
                <a:lnTo>
                  <a:pt x="3086" y="13009"/>
                </a:lnTo>
                <a:lnTo>
                  <a:pt x="3308" y="12398"/>
                </a:lnTo>
                <a:lnTo>
                  <a:pt x="3977" y="10555"/>
                </a:lnTo>
                <a:lnTo>
                  <a:pt x="4187" y="9963"/>
                </a:lnTo>
                <a:lnTo>
                  <a:pt x="4820" y="8177"/>
                </a:lnTo>
                <a:lnTo>
                  <a:pt x="5209" y="7095"/>
                </a:lnTo>
                <a:lnTo>
                  <a:pt x="5604" y="5995"/>
                </a:lnTo>
                <a:lnTo>
                  <a:pt x="5881" y="4954"/>
                </a:lnTo>
                <a:lnTo>
                  <a:pt x="6048" y="4122"/>
                </a:lnTo>
                <a:lnTo>
                  <a:pt x="6134" y="3211"/>
                </a:lnTo>
                <a:lnTo>
                  <a:pt x="6168" y="1932"/>
                </a:lnTo>
                <a:lnTo>
                  <a:pt x="6171" y="0"/>
                </a:lnTo>
                <a:close/>
              </a:path>
            </a:pathLst>
          </a:custGeom>
          <a:solidFill>
            <a:srgbClr val="DAE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8" name="contour_07366"/>
          <p:cNvSpPr/>
          <p:nvPr/>
        </p:nvSpPr>
        <p:spPr>
          <a:xfrm>
            <a:off x="11460698" y="2856893"/>
            <a:ext cx="5741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7" y="0"/>
                </a:moveTo>
                <a:lnTo>
                  <a:pt x="4332" y="338"/>
                </a:lnTo>
                <a:lnTo>
                  <a:pt x="6175" y="707"/>
                </a:lnTo>
                <a:lnTo>
                  <a:pt x="7968" y="1121"/>
                </a:lnTo>
                <a:lnTo>
                  <a:pt x="9744" y="1585"/>
                </a:lnTo>
                <a:lnTo>
                  <a:pt x="11535" y="2109"/>
                </a:lnTo>
                <a:lnTo>
                  <a:pt x="13375" y="2700"/>
                </a:lnTo>
                <a:lnTo>
                  <a:pt x="14959" y="3202"/>
                </a:lnTo>
                <a:lnTo>
                  <a:pt x="16555" y="3707"/>
                </a:lnTo>
                <a:lnTo>
                  <a:pt x="18173" y="4217"/>
                </a:lnTo>
                <a:lnTo>
                  <a:pt x="19873" y="4803"/>
                </a:lnTo>
                <a:lnTo>
                  <a:pt x="21600" y="5400"/>
                </a:lnTo>
                <a:lnTo>
                  <a:pt x="21298" y="7182"/>
                </a:lnTo>
                <a:lnTo>
                  <a:pt x="20997" y="8967"/>
                </a:lnTo>
                <a:lnTo>
                  <a:pt x="20695" y="10751"/>
                </a:lnTo>
                <a:lnTo>
                  <a:pt x="20391" y="12541"/>
                </a:lnTo>
                <a:lnTo>
                  <a:pt x="20087" y="14337"/>
                </a:lnTo>
                <a:lnTo>
                  <a:pt x="19782" y="16141"/>
                </a:lnTo>
                <a:lnTo>
                  <a:pt x="19475" y="17950"/>
                </a:lnTo>
                <a:lnTo>
                  <a:pt x="19168" y="19769"/>
                </a:lnTo>
                <a:lnTo>
                  <a:pt x="18858" y="21600"/>
                </a:lnTo>
                <a:lnTo>
                  <a:pt x="17230" y="21600"/>
                </a:lnTo>
                <a:lnTo>
                  <a:pt x="15595" y="21600"/>
                </a:lnTo>
                <a:lnTo>
                  <a:pt x="13956" y="21600"/>
                </a:lnTo>
                <a:lnTo>
                  <a:pt x="12303" y="21600"/>
                </a:lnTo>
                <a:lnTo>
                  <a:pt x="10633" y="21600"/>
                </a:lnTo>
                <a:lnTo>
                  <a:pt x="10633" y="19818"/>
                </a:lnTo>
                <a:lnTo>
                  <a:pt x="10633" y="18033"/>
                </a:lnTo>
                <a:lnTo>
                  <a:pt x="10633" y="16240"/>
                </a:lnTo>
                <a:lnTo>
                  <a:pt x="10633" y="14440"/>
                </a:lnTo>
                <a:lnTo>
                  <a:pt x="10633" y="12628"/>
                </a:lnTo>
                <a:lnTo>
                  <a:pt x="10633" y="10800"/>
                </a:lnTo>
                <a:lnTo>
                  <a:pt x="9004" y="11335"/>
                </a:lnTo>
                <a:lnTo>
                  <a:pt x="7370" y="11872"/>
                </a:lnTo>
                <a:lnTo>
                  <a:pt x="5730" y="12409"/>
                </a:lnTo>
                <a:lnTo>
                  <a:pt x="4077" y="12952"/>
                </a:lnTo>
                <a:lnTo>
                  <a:pt x="2407" y="13500"/>
                </a:lnTo>
                <a:lnTo>
                  <a:pt x="1711" y="11802"/>
                </a:lnTo>
                <a:lnTo>
                  <a:pt x="1099" y="10203"/>
                </a:lnTo>
                <a:lnTo>
                  <a:pt x="598" y="8656"/>
                </a:lnTo>
                <a:lnTo>
                  <a:pt x="233" y="7112"/>
                </a:lnTo>
                <a:lnTo>
                  <a:pt x="25" y="5527"/>
                </a:lnTo>
                <a:lnTo>
                  <a:pt x="0" y="3845"/>
                </a:lnTo>
                <a:lnTo>
                  <a:pt x="181" y="2025"/>
                </a:lnTo>
                <a:lnTo>
                  <a:pt x="1286" y="1021"/>
                </a:lnTo>
                <a:lnTo>
                  <a:pt x="2407" y="0"/>
                </a:lnTo>
                <a:close/>
              </a:path>
            </a:pathLst>
          </a:custGeom>
          <a:solidFill>
            <a:srgbClr val="CCCED2"/>
          </a:solidFill>
          <a:ln>
            <a:noFill/>
          </a:ln>
        </p:spPr>
        <p:txBody>
          <a:bodyPr/>
          <a:lstStyle/>
          <a:p/>
        </p:txBody>
      </p:sp>
      <p:sp>
        <p:nvSpPr>
          <p:cNvPr id="7369" name="contour_07367"/>
          <p:cNvSpPr/>
          <p:nvPr/>
        </p:nvSpPr>
        <p:spPr>
          <a:xfrm>
            <a:off x="6999559" y="2815679"/>
            <a:ext cx="72880" cy="55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70"/>
                </a:moveTo>
                <a:lnTo>
                  <a:pt x="20751" y="6086"/>
                </a:lnTo>
                <a:lnTo>
                  <a:pt x="19900" y="7503"/>
                </a:lnTo>
                <a:lnTo>
                  <a:pt x="19045" y="8914"/>
                </a:lnTo>
                <a:lnTo>
                  <a:pt x="18189" y="10325"/>
                </a:lnTo>
                <a:lnTo>
                  <a:pt x="17330" y="11730"/>
                </a:lnTo>
                <a:lnTo>
                  <a:pt x="16470" y="13135"/>
                </a:lnTo>
                <a:lnTo>
                  <a:pt x="15751" y="14348"/>
                </a:lnTo>
                <a:lnTo>
                  <a:pt x="15018" y="15581"/>
                </a:lnTo>
                <a:lnTo>
                  <a:pt x="14297" y="16741"/>
                </a:lnTo>
                <a:lnTo>
                  <a:pt x="13716" y="17636"/>
                </a:lnTo>
                <a:lnTo>
                  <a:pt x="13074" y="18550"/>
                </a:lnTo>
                <a:lnTo>
                  <a:pt x="12169" y="19774"/>
                </a:lnTo>
                <a:lnTo>
                  <a:pt x="10800" y="21600"/>
                </a:lnTo>
                <a:lnTo>
                  <a:pt x="9372" y="21600"/>
                </a:lnTo>
                <a:lnTo>
                  <a:pt x="7936" y="21600"/>
                </a:lnTo>
                <a:lnTo>
                  <a:pt x="6480" y="21600"/>
                </a:lnTo>
                <a:lnTo>
                  <a:pt x="6836" y="19738"/>
                </a:lnTo>
                <a:lnTo>
                  <a:pt x="7193" y="17873"/>
                </a:lnTo>
                <a:lnTo>
                  <a:pt x="7551" y="15999"/>
                </a:lnTo>
                <a:lnTo>
                  <a:pt x="7912" y="14117"/>
                </a:lnTo>
                <a:lnTo>
                  <a:pt x="8275" y="12224"/>
                </a:lnTo>
                <a:lnTo>
                  <a:pt x="8640" y="10313"/>
                </a:lnTo>
                <a:lnTo>
                  <a:pt x="7214" y="9848"/>
                </a:lnTo>
                <a:lnTo>
                  <a:pt x="5787" y="9382"/>
                </a:lnTo>
                <a:lnTo>
                  <a:pt x="4352" y="8914"/>
                </a:lnTo>
                <a:lnTo>
                  <a:pt x="2912" y="8442"/>
                </a:lnTo>
                <a:lnTo>
                  <a:pt x="1462" y="7968"/>
                </a:lnTo>
                <a:lnTo>
                  <a:pt x="0" y="7492"/>
                </a:lnTo>
                <a:lnTo>
                  <a:pt x="1402" y="5522"/>
                </a:lnTo>
                <a:lnTo>
                  <a:pt x="2773" y="3883"/>
                </a:lnTo>
                <a:lnTo>
                  <a:pt x="4121" y="2554"/>
                </a:lnTo>
                <a:lnTo>
                  <a:pt x="5454" y="1524"/>
                </a:lnTo>
                <a:lnTo>
                  <a:pt x="6782" y="770"/>
                </a:lnTo>
                <a:lnTo>
                  <a:pt x="8113" y="277"/>
                </a:lnTo>
                <a:lnTo>
                  <a:pt x="9454" y="25"/>
                </a:lnTo>
                <a:lnTo>
                  <a:pt x="10815" y="0"/>
                </a:lnTo>
                <a:lnTo>
                  <a:pt x="12206" y="183"/>
                </a:lnTo>
                <a:lnTo>
                  <a:pt x="13632" y="556"/>
                </a:lnTo>
                <a:lnTo>
                  <a:pt x="15101" y="1103"/>
                </a:lnTo>
                <a:lnTo>
                  <a:pt x="16626" y="1806"/>
                </a:lnTo>
                <a:lnTo>
                  <a:pt x="18211" y="2647"/>
                </a:lnTo>
                <a:lnTo>
                  <a:pt x="19866" y="3606"/>
                </a:lnTo>
                <a:lnTo>
                  <a:pt x="21600" y="4670"/>
                </a:lnTo>
                <a:close/>
              </a:path>
            </a:pathLst>
          </a:custGeom>
          <a:solidFill>
            <a:srgbClr val="3E4446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0" name="contour_07368"/>
          <p:cNvSpPr/>
          <p:nvPr/>
        </p:nvSpPr>
        <p:spPr>
          <a:xfrm>
            <a:off x="8027165" y="2755801"/>
            <a:ext cx="80168" cy="427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45" y="673"/>
                </a:moveTo>
                <a:lnTo>
                  <a:pt x="19756" y="1302"/>
                </a:lnTo>
                <a:lnTo>
                  <a:pt x="21600" y="3204"/>
                </a:lnTo>
                <a:lnTo>
                  <a:pt x="20720" y="5368"/>
                </a:lnTo>
                <a:lnTo>
                  <a:pt x="19848" y="7402"/>
                </a:lnTo>
                <a:lnTo>
                  <a:pt x="18973" y="9312"/>
                </a:lnTo>
                <a:lnTo>
                  <a:pt x="18077" y="11092"/>
                </a:lnTo>
                <a:lnTo>
                  <a:pt x="17150" y="12737"/>
                </a:lnTo>
                <a:lnTo>
                  <a:pt x="16178" y="14249"/>
                </a:lnTo>
                <a:lnTo>
                  <a:pt x="15147" y="15625"/>
                </a:lnTo>
                <a:lnTo>
                  <a:pt x="14044" y="16861"/>
                </a:lnTo>
                <a:lnTo>
                  <a:pt x="12854" y="17958"/>
                </a:lnTo>
                <a:lnTo>
                  <a:pt x="11566" y="18911"/>
                </a:lnTo>
                <a:lnTo>
                  <a:pt x="10164" y="19716"/>
                </a:lnTo>
                <a:lnTo>
                  <a:pt x="8893" y="20033"/>
                </a:lnTo>
                <a:lnTo>
                  <a:pt x="7625" y="20327"/>
                </a:lnTo>
                <a:lnTo>
                  <a:pt x="6358" y="20599"/>
                </a:lnTo>
                <a:lnTo>
                  <a:pt x="5090" y="20849"/>
                </a:lnTo>
                <a:lnTo>
                  <a:pt x="3823" y="21074"/>
                </a:lnTo>
                <a:lnTo>
                  <a:pt x="2553" y="21276"/>
                </a:lnTo>
                <a:lnTo>
                  <a:pt x="1278" y="21453"/>
                </a:lnTo>
                <a:lnTo>
                  <a:pt x="0" y="21600"/>
                </a:lnTo>
                <a:lnTo>
                  <a:pt x="135" y="19234"/>
                </a:lnTo>
                <a:lnTo>
                  <a:pt x="285" y="16891"/>
                </a:lnTo>
                <a:lnTo>
                  <a:pt x="456" y="14569"/>
                </a:lnTo>
                <a:lnTo>
                  <a:pt x="660" y="12266"/>
                </a:lnTo>
                <a:lnTo>
                  <a:pt x="903" y="9981"/>
                </a:lnTo>
                <a:lnTo>
                  <a:pt x="1196" y="7711"/>
                </a:lnTo>
                <a:lnTo>
                  <a:pt x="1545" y="5456"/>
                </a:lnTo>
                <a:lnTo>
                  <a:pt x="1964" y="3204"/>
                </a:lnTo>
                <a:lnTo>
                  <a:pt x="3483" y="2653"/>
                </a:lnTo>
                <a:lnTo>
                  <a:pt x="4550" y="2377"/>
                </a:lnTo>
                <a:lnTo>
                  <a:pt x="5445" y="2377"/>
                </a:lnTo>
                <a:lnTo>
                  <a:pt x="6453" y="2653"/>
                </a:lnTo>
                <a:lnTo>
                  <a:pt x="7855" y="3204"/>
                </a:lnTo>
                <a:lnTo>
                  <a:pt x="7855" y="5636"/>
                </a:lnTo>
                <a:lnTo>
                  <a:pt x="7855" y="8083"/>
                </a:lnTo>
                <a:lnTo>
                  <a:pt x="7855" y="10563"/>
                </a:lnTo>
                <a:lnTo>
                  <a:pt x="8230" y="9930"/>
                </a:lnTo>
                <a:lnTo>
                  <a:pt x="9367" y="8017"/>
                </a:lnTo>
                <a:lnTo>
                  <a:pt x="11220" y="5136"/>
                </a:lnTo>
                <a:lnTo>
                  <a:pt x="12663" y="2984"/>
                </a:lnTo>
                <a:lnTo>
                  <a:pt x="13812" y="1483"/>
                </a:lnTo>
                <a:lnTo>
                  <a:pt x="14780" y="541"/>
                </a:lnTo>
                <a:lnTo>
                  <a:pt x="15684" y="77"/>
                </a:lnTo>
                <a:lnTo>
                  <a:pt x="16636" y="0"/>
                </a:lnTo>
                <a:lnTo>
                  <a:pt x="17751" y="228"/>
                </a:lnTo>
                <a:lnTo>
                  <a:pt x="19145" y="673"/>
                </a:lnTo>
                <a:close/>
              </a:path>
            </a:pathLst>
          </a:custGeom>
          <a:solidFill>
            <a:srgbClr val="6E7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1" name="contour_07369"/>
          <p:cNvSpPr/>
          <p:nvPr/>
        </p:nvSpPr>
        <p:spPr>
          <a:xfrm>
            <a:off x="10956938" y="2645541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066" y="0"/>
                </a:lnTo>
                <a:lnTo>
                  <a:pt x="11493" y="0"/>
                </a:lnTo>
                <a:lnTo>
                  <a:pt x="12921" y="0"/>
                </a:lnTo>
                <a:lnTo>
                  <a:pt x="14353" y="0"/>
                </a:lnTo>
                <a:lnTo>
                  <a:pt x="15790" y="0"/>
                </a:lnTo>
                <a:lnTo>
                  <a:pt x="17232" y="0"/>
                </a:lnTo>
                <a:lnTo>
                  <a:pt x="18680" y="0"/>
                </a:lnTo>
                <a:lnTo>
                  <a:pt x="20136" y="0"/>
                </a:lnTo>
                <a:lnTo>
                  <a:pt x="21600" y="0"/>
                </a:lnTo>
                <a:lnTo>
                  <a:pt x="21144" y="398"/>
                </a:lnTo>
                <a:lnTo>
                  <a:pt x="20339" y="1097"/>
                </a:lnTo>
                <a:lnTo>
                  <a:pt x="18494" y="2700"/>
                </a:lnTo>
                <a:lnTo>
                  <a:pt x="17392" y="4025"/>
                </a:lnTo>
                <a:lnTo>
                  <a:pt x="16466" y="5407"/>
                </a:lnTo>
                <a:lnTo>
                  <a:pt x="15697" y="6845"/>
                </a:lnTo>
                <a:lnTo>
                  <a:pt x="15068" y="8330"/>
                </a:lnTo>
                <a:lnTo>
                  <a:pt x="14563" y="9862"/>
                </a:lnTo>
                <a:lnTo>
                  <a:pt x="14159" y="11438"/>
                </a:lnTo>
                <a:lnTo>
                  <a:pt x="13843" y="13054"/>
                </a:lnTo>
                <a:lnTo>
                  <a:pt x="13599" y="14705"/>
                </a:lnTo>
                <a:lnTo>
                  <a:pt x="13405" y="16387"/>
                </a:lnTo>
                <a:lnTo>
                  <a:pt x="13245" y="18101"/>
                </a:lnTo>
                <a:lnTo>
                  <a:pt x="13103" y="19838"/>
                </a:lnTo>
                <a:lnTo>
                  <a:pt x="12960" y="21600"/>
                </a:lnTo>
                <a:lnTo>
                  <a:pt x="11532" y="21600"/>
                </a:lnTo>
                <a:lnTo>
                  <a:pt x="10096" y="21600"/>
                </a:lnTo>
                <a:lnTo>
                  <a:pt x="8640" y="21600"/>
                </a:lnTo>
                <a:lnTo>
                  <a:pt x="8640" y="20014"/>
                </a:lnTo>
                <a:lnTo>
                  <a:pt x="8640" y="18418"/>
                </a:lnTo>
                <a:lnTo>
                  <a:pt x="8640" y="16800"/>
                </a:lnTo>
                <a:lnTo>
                  <a:pt x="7214" y="17196"/>
                </a:lnTo>
                <a:lnTo>
                  <a:pt x="5787" y="17592"/>
                </a:lnTo>
                <a:lnTo>
                  <a:pt x="4352" y="17990"/>
                </a:lnTo>
                <a:lnTo>
                  <a:pt x="2912" y="18391"/>
                </a:lnTo>
                <a:lnTo>
                  <a:pt x="1462" y="18794"/>
                </a:lnTo>
                <a:lnTo>
                  <a:pt x="0" y="19200"/>
                </a:lnTo>
                <a:lnTo>
                  <a:pt x="0" y="17503"/>
                </a:lnTo>
                <a:lnTo>
                  <a:pt x="0" y="15804"/>
                </a:lnTo>
                <a:lnTo>
                  <a:pt x="0" y="14100"/>
                </a:lnTo>
                <a:lnTo>
                  <a:pt x="0" y="12389"/>
                </a:lnTo>
                <a:lnTo>
                  <a:pt x="0" y="10670"/>
                </a:lnTo>
                <a:lnTo>
                  <a:pt x="0" y="8942"/>
                </a:lnTo>
                <a:lnTo>
                  <a:pt x="0" y="7200"/>
                </a:lnTo>
                <a:lnTo>
                  <a:pt x="605" y="7469"/>
                </a:lnTo>
                <a:lnTo>
                  <a:pt x="1171" y="7721"/>
                </a:lnTo>
                <a:lnTo>
                  <a:pt x="1823" y="8009"/>
                </a:lnTo>
                <a:lnTo>
                  <a:pt x="2687" y="8395"/>
                </a:lnTo>
                <a:lnTo>
                  <a:pt x="3890" y="8928"/>
                </a:lnTo>
                <a:lnTo>
                  <a:pt x="5558" y="9670"/>
                </a:lnTo>
                <a:lnTo>
                  <a:pt x="7819" y="10675"/>
                </a:lnTo>
                <a:lnTo>
                  <a:pt x="10800" y="12000"/>
                </a:lnTo>
                <a:lnTo>
                  <a:pt x="10532" y="10514"/>
                </a:lnTo>
                <a:lnTo>
                  <a:pt x="10264" y="9029"/>
                </a:lnTo>
                <a:lnTo>
                  <a:pt x="9996" y="7538"/>
                </a:lnTo>
                <a:lnTo>
                  <a:pt x="9729" y="6046"/>
                </a:lnTo>
                <a:lnTo>
                  <a:pt x="9459" y="4546"/>
                </a:lnTo>
                <a:lnTo>
                  <a:pt x="9186" y="3038"/>
                </a:lnTo>
                <a:lnTo>
                  <a:pt x="8914" y="1524"/>
                </a:lnTo>
                <a:lnTo>
                  <a:pt x="8640" y="0"/>
                </a:lnTo>
                <a:close/>
              </a:path>
            </a:pathLst>
          </a:custGeom>
          <a:solidFill>
            <a:srgbClr val="90949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2" name="contour_07370"/>
          <p:cNvSpPr/>
          <p:nvPr/>
        </p:nvSpPr>
        <p:spPr>
          <a:xfrm>
            <a:off x="5162985" y="2666705"/>
            <a:ext cx="94744" cy="590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256"/>
                </a:moveTo>
                <a:lnTo>
                  <a:pt x="2790" y="80"/>
                </a:lnTo>
                <a:lnTo>
                  <a:pt x="3913" y="0"/>
                </a:lnTo>
                <a:lnTo>
                  <a:pt x="5031" y="8"/>
                </a:lnTo>
                <a:lnTo>
                  <a:pt x="6148" y="88"/>
                </a:lnTo>
                <a:lnTo>
                  <a:pt x="7261" y="224"/>
                </a:lnTo>
                <a:lnTo>
                  <a:pt x="8374" y="408"/>
                </a:lnTo>
                <a:lnTo>
                  <a:pt x="9491" y="622"/>
                </a:lnTo>
                <a:lnTo>
                  <a:pt x="10609" y="854"/>
                </a:lnTo>
                <a:lnTo>
                  <a:pt x="11734" y="1089"/>
                </a:lnTo>
                <a:lnTo>
                  <a:pt x="12154" y="1163"/>
                </a:lnTo>
                <a:lnTo>
                  <a:pt x="12895" y="1291"/>
                </a:lnTo>
                <a:lnTo>
                  <a:pt x="14593" y="1585"/>
                </a:lnTo>
                <a:lnTo>
                  <a:pt x="15763" y="1793"/>
                </a:lnTo>
                <a:lnTo>
                  <a:pt x="16931" y="2009"/>
                </a:lnTo>
                <a:lnTo>
                  <a:pt x="18099" y="2228"/>
                </a:lnTo>
                <a:lnTo>
                  <a:pt x="19266" y="2455"/>
                </a:lnTo>
                <a:lnTo>
                  <a:pt x="20434" y="2687"/>
                </a:lnTo>
                <a:lnTo>
                  <a:pt x="21600" y="2924"/>
                </a:lnTo>
                <a:lnTo>
                  <a:pt x="21171" y="4504"/>
                </a:lnTo>
                <a:lnTo>
                  <a:pt x="20857" y="5587"/>
                </a:lnTo>
                <a:lnTo>
                  <a:pt x="20497" y="6673"/>
                </a:lnTo>
                <a:lnTo>
                  <a:pt x="19938" y="8260"/>
                </a:lnTo>
                <a:lnTo>
                  <a:pt x="18827" y="8337"/>
                </a:lnTo>
                <a:lnTo>
                  <a:pt x="18036" y="8329"/>
                </a:lnTo>
                <a:lnTo>
                  <a:pt x="17182" y="8201"/>
                </a:lnTo>
                <a:lnTo>
                  <a:pt x="15888" y="7927"/>
                </a:lnTo>
                <a:lnTo>
                  <a:pt x="14552" y="7833"/>
                </a:lnTo>
                <a:lnTo>
                  <a:pt x="13661" y="7836"/>
                </a:lnTo>
                <a:lnTo>
                  <a:pt x="12822" y="7969"/>
                </a:lnTo>
                <a:lnTo>
                  <a:pt x="11631" y="8260"/>
                </a:lnTo>
                <a:lnTo>
                  <a:pt x="10911" y="9789"/>
                </a:lnTo>
                <a:lnTo>
                  <a:pt x="10336" y="11304"/>
                </a:lnTo>
                <a:lnTo>
                  <a:pt x="9863" y="12862"/>
                </a:lnTo>
                <a:lnTo>
                  <a:pt x="9454" y="14522"/>
                </a:lnTo>
                <a:lnTo>
                  <a:pt x="9067" y="16336"/>
                </a:lnTo>
                <a:lnTo>
                  <a:pt x="8469" y="18033"/>
                </a:lnTo>
                <a:lnTo>
                  <a:pt x="7809" y="19247"/>
                </a:lnTo>
                <a:lnTo>
                  <a:pt x="7042" y="20138"/>
                </a:lnTo>
                <a:lnTo>
                  <a:pt x="6116" y="20869"/>
                </a:lnTo>
                <a:lnTo>
                  <a:pt x="4985" y="21600"/>
                </a:lnTo>
                <a:lnTo>
                  <a:pt x="5089" y="21042"/>
                </a:lnTo>
                <a:lnTo>
                  <a:pt x="5407" y="19359"/>
                </a:lnTo>
                <a:lnTo>
                  <a:pt x="5661" y="17905"/>
                </a:lnTo>
                <a:lnTo>
                  <a:pt x="5918" y="16429"/>
                </a:lnTo>
                <a:lnTo>
                  <a:pt x="6050" y="15709"/>
                </a:lnTo>
                <a:lnTo>
                  <a:pt x="6445" y="13524"/>
                </a:lnTo>
                <a:lnTo>
                  <a:pt x="6545" y="12235"/>
                </a:lnTo>
                <a:lnTo>
                  <a:pt x="6646" y="10928"/>
                </a:lnTo>
                <a:lnTo>
                  <a:pt x="5644" y="9383"/>
                </a:lnTo>
                <a:lnTo>
                  <a:pt x="4868" y="8572"/>
                </a:lnTo>
                <a:lnTo>
                  <a:pt x="3916" y="8231"/>
                </a:lnTo>
                <a:lnTo>
                  <a:pt x="2389" y="8095"/>
                </a:lnTo>
                <a:lnTo>
                  <a:pt x="1600" y="8148"/>
                </a:lnTo>
                <a:lnTo>
                  <a:pt x="806" y="8204"/>
                </a:lnTo>
                <a:lnTo>
                  <a:pt x="0" y="8260"/>
                </a:lnTo>
                <a:lnTo>
                  <a:pt x="110" y="6248"/>
                </a:lnTo>
                <a:lnTo>
                  <a:pt x="251" y="4829"/>
                </a:lnTo>
                <a:lnTo>
                  <a:pt x="503" y="3612"/>
                </a:lnTo>
                <a:lnTo>
                  <a:pt x="947" y="2214"/>
                </a:lnTo>
                <a:lnTo>
                  <a:pt x="1662" y="256"/>
                </a:lnTo>
                <a:close/>
              </a:path>
            </a:pathLst>
          </a:custGeom>
          <a:solidFill>
            <a:srgbClr val="A0A19A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3" name="contour_07371"/>
          <p:cNvSpPr/>
          <p:nvPr/>
        </p:nvSpPr>
        <p:spPr>
          <a:xfrm>
            <a:off x="4492489" y="2637539"/>
            <a:ext cx="37154" cy="66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60" y="0"/>
                </a:moveTo>
                <a:lnTo>
                  <a:pt x="10923" y="47"/>
                </a:lnTo>
                <a:lnTo>
                  <a:pt x="13486" y="95"/>
                </a:lnTo>
                <a:lnTo>
                  <a:pt x="16054" y="140"/>
                </a:lnTo>
                <a:lnTo>
                  <a:pt x="18617" y="188"/>
                </a:lnTo>
                <a:lnTo>
                  <a:pt x="21185" y="233"/>
                </a:lnTo>
                <a:lnTo>
                  <a:pt x="21248" y="1598"/>
                </a:lnTo>
                <a:lnTo>
                  <a:pt x="21308" y="2963"/>
                </a:lnTo>
                <a:lnTo>
                  <a:pt x="21358" y="4328"/>
                </a:lnTo>
                <a:lnTo>
                  <a:pt x="21409" y="5693"/>
                </a:lnTo>
                <a:lnTo>
                  <a:pt x="21452" y="7058"/>
                </a:lnTo>
                <a:lnTo>
                  <a:pt x="21498" y="8326"/>
                </a:lnTo>
                <a:lnTo>
                  <a:pt x="21549" y="9603"/>
                </a:lnTo>
                <a:lnTo>
                  <a:pt x="21600" y="10897"/>
                </a:lnTo>
                <a:lnTo>
                  <a:pt x="21375" y="12554"/>
                </a:lnTo>
                <a:lnTo>
                  <a:pt x="21049" y="14005"/>
                </a:lnTo>
                <a:lnTo>
                  <a:pt x="20532" y="15328"/>
                </a:lnTo>
                <a:lnTo>
                  <a:pt x="19740" y="16591"/>
                </a:lnTo>
                <a:lnTo>
                  <a:pt x="18575" y="17865"/>
                </a:lnTo>
                <a:lnTo>
                  <a:pt x="16948" y="19226"/>
                </a:lnTo>
                <a:lnTo>
                  <a:pt x="14495" y="19803"/>
                </a:lnTo>
                <a:lnTo>
                  <a:pt x="12766" y="20149"/>
                </a:lnTo>
                <a:lnTo>
                  <a:pt x="10944" y="20406"/>
                </a:lnTo>
                <a:lnTo>
                  <a:pt x="8211" y="20710"/>
                </a:lnTo>
                <a:lnTo>
                  <a:pt x="5495" y="21004"/>
                </a:lnTo>
                <a:lnTo>
                  <a:pt x="2767" y="21301"/>
                </a:lnTo>
                <a:lnTo>
                  <a:pt x="0" y="21600"/>
                </a:lnTo>
                <a:lnTo>
                  <a:pt x="788" y="20228"/>
                </a:lnTo>
                <a:lnTo>
                  <a:pt x="1580" y="18846"/>
                </a:lnTo>
                <a:lnTo>
                  <a:pt x="2385" y="17445"/>
                </a:lnTo>
                <a:lnTo>
                  <a:pt x="3059" y="15814"/>
                </a:lnTo>
                <a:lnTo>
                  <a:pt x="3495" y="14307"/>
                </a:lnTo>
                <a:lnTo>
                  <a:pt x="3699" y="12870"/>
                </a:lnTo>
                <a:lnTo>
                  <a:pt x="3661" y="11460"/>
                </a:lnTo>
                <a:lnTo>
                  <a:pt x="3385" y="10028"/>
                </a:lnTo>
                <a:lnTo>
                  <a:pt x="2873" y="8528"/>
                </a:lnTo>
                <a:lnTo>
                  <a:pt x="2118" y="6909"/>
                </a:lnTo>
                <a:lnTo>
                  <a:pt x="1415" y="5489"/>
                </a:lnTo>
                <a:lnTo>
                  <a:pt x="712" y="4057"/>
                </a:lnTo>
                <a:lnTo>
                  <a:pt x="0" y="2607"/>
                </a:lnTo>
                <a:lnTo>
                  <a:pt x="2513" y="1232"/>
                </a:lnTo>
                <a:lnTo>
                  <a:pt x="4220" y="501"/>
                </a:lnTo>
                <a:lnTo>
                  <a:pt x="5911" y="173"/>
                </a:lnTo>
                <a:lnTo>
                  <a:pt x="8360" y="0"/>
                </a:lnTo>
                <a:close/>
              </a:path>
            </a:pathLst>
          </a:custGeom>
          <a:solidFill>
            <a:srgbClr val="C6B995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4" name="contour_07372"/>
          <p:cNvSpPr/>
          <p:nvPr/>
        </p:nvSpPr>
        <p:spPr>
          <a:xfrm>
            <a:off x="1431533" y="2667405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164"/>
                </a:lnTo>
                <a:lnTo>
                  <a:pt x="2741" y="341"/>
                </a:lnTo>
                <a:lnTo>
                  <a:pt x="4110" y="527"/>
                </a:lnTo>
                <a:lnTo>
                  <a:pt x="5480" y="721"/>
                </a:lnTo>
                <a:lnTo>
                  <a:pt x="6847" y="924"/>
                </a:lnTo>
                <a:lnTo>
                  <a:pt x="8217" y="1132"/>
                </a:lnTo>
                <a:lnTo>
                  <a:pt x="9586" y="1348"/>
                </a:lnTo>
                <a:lnTo>
                  <a:pt x="10951" y="1495"/>
                </a:lnTo>
                <a:lnTo>
                  <a:pt x="12340" y="1646"/>
                </a:lnTo>
                <a:lnTo>
                  <a:pt x="12995" y="1763"/>
                </a:lnTo>
                <a:lnTo>
                  <a:pt x="14977" y="2108"/>
                </a:lnTo>
                <a:lnTo>
                  <a:pt x="16185" y="2281"/>
                </a:lnTo>
                <a:lnTo>
                  <a:pt x="17410" y="2454"/>
                </a:lnTo>
                <a:lnTo>
                  <a:pt x="17915" y="2916"/>
                </a:lnTo>
                <a:lnTo>
                  <a:pt x="19440" y="4320"/>
                </a:lnTo>
                <a:lnTo>
                  <a:pt x="19868" y="6886"/>
                </a:lnTo>
                <a:lnTo>
                  <a:pt x="20298" y="9461"/>
                </a:lnTo>
                <a:lnTo>
                  <a:pt x="20727" y="12044"/>
                </a:lnTo>
                <a:lnTo>
                  <a:pt x="21162" y="14649"/>
                </a:lnTo>
                <a:lnTo>
                  <a:pt x="21600" y="17280"/>
                </a:lnTo>
                <a:lnTo>
                  <a:pt x="20174" y="17565"/>
                </a:lnTo>
                <a:lnTo>
                  <a:pt x="18749" y="17850"/>
                </a:lnTo>
                <a:lnTo>
                  <a:pt x="17321" y="18135"/>
                </a:lnTo>
                <a:lnTo>
                  <a:pt x="15893" y="18420"/>
                </a:lnTo>
                <a:lnTo>
                  <a:pt x="14463" y="18706"/>
                </a:lnTo>
                <a:lnTo>
                  <a:pt x="13033" y="18995"/>
                </a:lnTo>
                <a:lnTo>
                  <a:pt x="11599" y="19280"/>
                </a:lnTo>
                <a:lnTo>
                  <a:pt x="10163" y="19570"/>
                </a:lnTo>
                <a:lnTo>
                  <a:pt x="8722" y="19855"/>
                </a:lnTo>
                <a:lnTo>
                  <a:pt x="7279" y="20144"/>
                </a:lnTo>
                <a:lnTo>
                  <a:pt x="5834" y="20434"/>
                </a:lnTo>
                <a:lnTo>
                  <a:pt x="4383" y="20723"/>
                </a:lnTo>
                <a:lnTo>
                  <a:pt x="2927" y="21017"/>
                </a:lnTo>
                <a:lnTo>
                  <a:pt x="1467" y="21306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918E84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5" name="contour_07373"/>
          <p:cNvSpPr/>
          <p:nvPr/>
        </p:nvSpPr>
        <p:spPr>
          <a:xfrm>
            <a:off x="804766" y="2638253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82" y="0"/>
                </a:lnTo>
                <a:lnTo>
                  <a:pt x="4366" y="0"/>
                </a:lnTo>
                <a:lnTo>
                  <a:pt x="6557" y="0"/>
                </a:lnTo>
                <a:lnTo>
                  <a:pt x="8757" y="0"/>
                </a:lnTo>
                <a:lnTo>
                  <a:pt x="10967" y="0"/>
                </a:lnTo>
                <a:lnTo>
                  <a:pt x="13188" y="0"/>
                </a:lnTo>
                <a:lnTo>
                  <a:pt x="15429" y="0"/>
                </a:lnTo>
                <a:lnTo>
                  <a:pt x="15429" y="1785"/>
                </a:lnTo>
                <a:lnTo>
                  <a:pt x="15429" y="3580"/>
                </a:lnTo>
                <a:lnTo>
                  <a:pt x="15429" y="5400"/>
                </a:lnTo>
                <a:lnTo>
                  <a:pt x="17468" y="5400"/>
                </a:lnTo>
                <a:lnTo>
                  <a:pt x="19520" y="5400"/>
                </a:lnTo>
                <a:lnTo>
                  <a:pt x="21600" y="5400"/>
                </a:lnTo>
                <a:lnTo>
                  <a:pt x="21600" y="7182"/>
                </a:lnTo>
                <a:lnTo>
                  <a:pt x="21600" y="8967"/>
                </a:lnTo>
                <a:lnTo>
                  <a:pt x="21600" y="10751"/>
                </a:lnTo>
                <a:lnTo>
                  <a:pt x="21600" y="12541"/>
                </a:lnTo>
                <a:lnTo>
                  <a:pt x="21600" y="14337"/>
                </a:lnTo>
                <a:lnTo>
                  <a:pt x="21600" y="16141"/>
                </a:lnTo>
                <a:lnTo>
                  <a:pt x="21600" y="17950"/>
                </a:lnTo>
                <a:lnTo>
                  <a:pt x="21600" y="19769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2852" y="19818"/>
                </a:lnTo>
                <a:lnTo>
                  <a:pt x="13361" y="18033"/>
                </a:lnTo>
                <a:lnTo>
                  <a:pt x="13873" y="16240"/>
                </a:lnTo>
                <a:lnTo>
                  <a:pt x="14389" y="14440"/>
                </a:lnTo>
                <a:lnTo>
                  <a:pt x="14907" y="12628"/>
                </a:lnTo>
                <a:lnTo>
                  <a:pt x="15429" y="10800"/>
                </a:lnTo>
                <a:lnTo>
                  <a:pt x="13519" y="11135"/>
                </a:lnTo>
                <a:lnTo>
                  <a:pt x="11608" y="11470"/>
                </a:lnTo>
                <a:lnTo>
                  <a:pt x="9692" y="11804"/>
                </a:lnTo>
                <a:lnTo>
                  <a:pt x="7773" y="12139"/>
                </a:lnTo>
                <a:lnTo>
                  <a:pt x="5844" y="12477"/>
                </a:lnTo>
                <a:lnTo>
                  <a:pt x="3907" y="12817"/>
                </a:lnTo>
                <a:lnTo>
                  <a:pt x="1959" y="13157"/>
                </a:lnTo>
                <a:lnTo>
                  <a:pt x="0" y="13500"/>
                </a:lnTo>
                <a:lnTo>
                  <a:pt x="0" y="11591"/>
                </a:lnTo>
                <a:lnTo>
                  <a:pt x="0" y="9679"/>
                </a:lnTo>
                <a:lnTo>
                  <a:pt x="0" y="7762"/>
                </a:lnTo>
                <a:lnTo>
                  <a:pt x="0" y="5837"/>
                </a:lnTo>
                <a:lnTo>
                  <a:pt x="0" y="3904"/>
                </a:lnTo>
                <a:lnTo>
                  <a:pt x="0" y="1960"/>
                </a:lnTo>
                <a:lnTo>
                  <a:pt x="0" y="0"/>
                </a:lnTo>
                <a:close/>
              </a:path>
            </a:pathLst>
          </a:custGeom>
          <a:solidFill>
            <a:srgbClr val="555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6" name="contour_07374"/>
          <p:cNvSpPr/>
          <p:nvPr/>
        </p:nvSpPr>
        <p:spPr>
          <a:xfrm>
            <a:off x="4383031" y="2630965"/>
            <a:ext cx="4386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34" y="0"/>
                </a:moveTo>
                <a:lnTo>
                  <a:pt x="12966" y="337"/>
                </a:lnTo>
                <a:lnTo>
                  <a:pt x="14423" y="674"/>
                </a:lnTo>
                <a:lnTo>
                  <a:pt x="15880" y="1214"/>
                </a:lnTo>
                <a:lnTo>
                  <a:pt x="18011" y="2160"/>
                </a:lnTo>
                <a:lnTo>
                  <a:pt x="19117" y="3832"/>
                </a:lnTo>
                <a:lnTo>
                  <a:pt x="19856" y="5005"/>
                </a:lnTo>
                <a:lnTo>
                  <a:pt x="20401" y="5990"/>
                </a:lnTo>
                <a:lnTo>
                  <a:pt x="20925" y="7098"/>
                </a:lnTo>
                <a:lnTo>
                  <a:pt x="21600" y="8640"/>
                </a:lnTo>
                <a:lnTo>
                  <a:pt x="19228" y="8640"/>
                </a:lnTo>
                <a:lnTo>
                  <a:pt x="16841" y="8640"/>
                </a:lnTo>
                <a:lnTo>
                  <a:pt x="14423" y="8640"/>
                </a:lnTo>
                <a:lnTo>
                  <a:pt x="13404" y="10009"/>
                </a:lnTo>
                <a:lnTo>
                  <a:pt x="12783" y="11014"/>
                </a:lnTo>
                <a:lnTo>
                  <a:pt x="12309" y="12148"/>
                </a:lnTo>
                <a:lnTo>
                  <a:pt x="11731" y="13906"/>
                </a:lnTo>
                <a:lnTo>
                  <a:pt x="11204" y="15375"/>
                </a:lnTo>
                <a:lnTo>
                  <a:pt x="10665" y="16867"/>
                </a:lnTo>
                <a:lnTo>
                  <a:pt x="10748" y="18144"/>
                </a:lnTo>
                <a:lnTo>
                  <a:pt x="10834" y="19440"/>
                </a:lnTo>
                <a:lnTo>
                  <a:pt x="12610" y="19976"/>
                </a:lnTo>
                <a:lnTo>
                  <a:pt x="14394" y="20511"/>
                </a:lnTo>
                <a:lnTo>
                  <a:pt x="16192" y="21054"/>
                </a:lnTo>
                <a:lnTo>
                  <a:pt x="18011" y="21600"/>
                </a:lnTo>
                <a:lnTo>
                  <a:pt x="15474" y="21600"/>
                </a:lnTo>
                <a:lnTo>
                  <a:pt x="12933" y="21600"/>
                </a:lnTo>
                <a:lnTo>
                  <a:pt x="10386" y="21600"/>
                </a:lnTo>
                <a:lnTo>
                  <a:pt x="7827" y="21600"/>
                </a:lnTo>
                <a:lnTo>
                  <a:pt x="5257" y="21600"/>
                </a:lnTo>
                <a:lnTo>
                  <a:pt x="2674" y="21600"/>
                </a:lnTo>
                <a:lnTo>
                  <a:pt x="68" y="21600"/>
                </a:lnTo>
                <a:lnTo>
                  <a:pt x="0" y="20015"/>
                </a:lnTo>
                <a:lnTo>
                  <a:pt x="43" y="18496"/>
                </a:lnTo>
                <a:lnTo>
                  <a:pt x="194" y="17027"/>
                </a:lnTo>
                <a:lnTo>
                  <a:pt x="456" y="15593"/>
                </a:lnTo>
                <a:lnTo>
                  <a:pt x="829" y="14178"/>
                </a:lnTo>
                <a:lnTo>
                  <a:pt x="1310" y="12763"/>
                </a:lnTo>
                <a:lnTo>
                  <a:pt x="1906" y="11336"/>
                </a:lnTo>
                <a:lnTo>
                  <a:pt x="2613" y="9876"/>
                </a:lnTo>
                <a:lnTo>
                  <a:pt x="3434" y="8370"/>
                </a:lnTo>
                <a:lnTo>
                  <a:pt x="4059" y="7249"/>
                </a:lnTo>
                <a:lnTo>
                  <a:pt x="4687" y="6121"/>
                </a:lnTo>
                <a:lnTo>
                  <a:pt x="5326" y="4979"/>
                </a:lnTo>
                <a:lnTo>
                  <a:pt x="6492" y="3316"/>
                </a:lnTo>
                <a:lnTo>
                  <a:pt x="7454" y="2242"/>
                </a:lnTo>
                <a:lnTo>
                  <a:pt x="8731" y="1294"/>
                </a:lnTo>
                <a:lnTo>
                  <a:pt x="10834" y="0"/>
                </a:lnTo>
                <a:close/>
              </a:path>
            </a:pathLst>
          </a:custGeom>
          <a:solidFill>
            <a:srgbClr val="5B5B52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7" name="contour_07375"/>
          <p:cNvSpPr/>
          <p:nvPr/>
        </p:nvSpPr>
        <p:spPr>
          <a:xfrm>
            <a:off x="1613325" y="2652829"/>
            <a:ext cx="8057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" y="0"/>
                </a:moveTo>
                <a:lnTo>
                  <a:pt x="1358" y="605"/>
                </a:lnTo>
                <a:lnTo>
                  <a:pt x="2614" y="1213"/>
                </a:lnTo>
                <a:lnTo>
                  <a:pt x="3888" y="1829"/>
                </a:lnTo>
                <a:lnTo>
                  <a:pt x="5111" y="2383"/>
                </a:lnTo>
                <a:lnTo>
                  <a:pt x="6334" y="2941"/>
                </a:lnTo>
                <a:lnTo>
                  <a:pt x="7557" y="3496"/>
                </a:lnTo>
                <a:lnTo>
                  <a:pt x="8780" y="4050"/>
                </a:lnTo>
                <a:lnTo>
                  <a:pt x="9399" y="4352"/>
                </a:lnTo>
                <a:lnTo>
                  <a:pt x="11271" y="5274"/>
                </a:lnTo>
                <a:lnTo>
                  <a:pt x="12455" y="5796"/>
                </a:lnTo>
                <a:lnTo>
                  <a:pt x="13656" y="6329"/>
                </a:lnTo>
                <a:lnTo>
                  <a:pt x="14203" y="6584"/>
                </a:lnTo>
                <a:lnTo>
                  <a:pt x="15856" y="7355"/>
                </a:lnTo>
                <a:lnTo>
                  <a:pt x="16769" y="7279"/>
                </a:lnTo>
                <a:lnTo>
                  <a:pt x="17693" y="7200"/>
                </a:lnTo>
                <a:lnTo>
                  <a:pt x="18414" y="5094"/>
                </a:lnTo>
                <a:lnTo>
                  <a:pt x="18859" y="3640"/>
                </a:lnTo>
                <a:lnTo>
                  <a:pt x="19209" y="2167"/>
                </a:lnTo>
                <a:lnTo>
                  <a:pt x="19646" y="0"/>
                </a:lnTo>
                <a:lnTo>
                  <a:pt x="20033" y="2138"/>
                </a:lnTo>
                <a:lnTo>
                  <a:pt x="20422" y="4284"/>
                </a:lnTo>
                <a:lnTo>
                  <a:pt x="20811" y="6437"/>
                </a:lnTo>
                <a:lnTo>
                  <a:pt x="21203" y="8608"/>
                </a:lnTo>
                <a:lnTo>
                  <a:pt x="21600" y="10800"/>
                </a:lnTo>
                <a:lnTo>
                  <a:pt x="20311" y="10800"/>
                </a:lnTo>
                <a:lnTo>
                  <a:pt x="19019" y="10800"/>
                </a:lnTo>
                <a:lnTo>
                  <a:pt x="17722" y="10800"/>
                </a:lnTo>
                <a:lnTo>
                  <a:pt x="16419" y="10800"/>
                </a:lnTo>
                <a:lnTo>
                  <a:pt x="15108" y="10800"/>
                </a:lnTo>
                <a:lnTo>
                  <a:pt x="13785" y="10800"/>
                </a:lnTo>
                <a:lnTo>
                  <a:pt x="13785" y="12938"/>
                </a:lnTo>
                <a:lnTo>
                  <a:pt x="13785" y="15084"/>
                </a:lnTo>
                <a:lnTo>
                  <a:pt x="13785" y="17237"/>
                </a:lnTo>
                <a:lnTo>
                  <a:pt x="13785" y="19408"/>
                </a:lnTo>
                <a:lnTo>
                  <a:pt x="13785" y="21600"/>
                </a:lnTo>
                <a:lnTo>
                  <a:pt x="12365" y="21046"/>
                </a:lnTo>
                <a:lnTo>
                  <a:pt x="10991" y="20477"/>
                </a:lnTo>
                <a:lnTo>
                  <a:pt x="9665" y="19865"/>
                </a:lnTo>
                <a:lnTo>
                  <a:pt x="8375" y="19192"/>
                </a:lnTo>
                <a:lnTo>
                  <a:pt x="7123" y="18432"/>
                </a:lnTo>
                <a:lnTo>
                  <a:pt x="5902" y="17564"/>
                </a:lnTo>
                <a:lnTo>
                  <a:pt x="4708" y="16564"/>
                </a:lnTo>
                <a:lnTo>
                  <a:pt x="3536" y="15412"/>
                </a:lnTo>
                <a:lnTo>
                  <a:pt x="2382" y="14080"/>
                </a:lnTo>
                <a:lnTo>
                  <a:pt x="1241" y="12553"/>
                </a:lnTo>
                <a:lnTo>
                  <a:pt x="109" y="10800"/>
                </a:lnTo>
                <a:lnTo>
                  <a:pt x="37" y="7999"/>
                </a:lnTo>
                <a:lnTo>
                  <a:pt x="0" y="6041"/>
                </a:lnTo>
                <a:lnTo>
                  <a:pt x="0" y="4399"/>
                </a:lnTo>
                <a:lnTo>
                  <a:pt x="37" y="2556"/>
                </a:lnTo>
                <a:lnTo>
                  <a:pt x="109" y="0"/>
                </a:lnTo>
                <a:close/>
              </a:path>
            </a:pathLst>
          </a:custGeom>
          <a:solidFill>
            <a:srgbClr val="03030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8" name="contour_07376"/>
          <p:cNvSpPr/>
          <p:nvPr/>
        </p:nvSpPr>
        <p:spPr>
          <a:xfrm>
            <a:off x="9724437" y="2616389"/>
            <a:ext cx="29983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49" y="0"/>
                </a:moveTo>
                <a:lnTo>
                  <a:pt x="9319" y="0"/>
                </a:lnTo>
                <a:lnTo>
                  <a:pt x="12811" y="0"/>
                </a:lnTo>
                <a:lnTo>
                  <a:pt x="16350" y="0"/>
                </a:lnTo>
                <a:lnTo>
                  <a:pt x="16287" y="766"/>
                </a:lnTo>
                <a:lnTo>
                  <a:pt x="16229" y="1536"/>
                </a:lnTo>
                <a:lnTo>
                  <a:pt x="16166" y="2317"/>
                </a:lnTo>
                <a:lnTo>
                  <a:pt x="16113" y="3345"/>
                </a:lnTo>
                <a:lnTo>
                  <a:pt x="16066" y="4372"/>
                </a:lnTo>
                <a:lnTo>
                  <a:pt x="16024" y="5400"/>
                </a:lnTo>
                <a:lnTo>
                  <a:pt x="15977" y="6196"/>
                </a:lnTo>
                <a:lnTo>
                  <a:pt x="15935" y="7004"/>
                </a:lnTo>
                <a:lnTo>
                  <a:pt x="15956" y="8050"/>
                </a:lnTo>
                <a:lnTo>
                  <a:pt x="16066" y="9055"/>
                </a:lnTo>
                <a:lnTo>
                  <a:pt x="16297" y="10031"/>
                </a:lnTo>
                <a:lnTo>
                  <a:pt x="16670" y="10987"/>
                </a:lnTo>
                <a:lnTo>
                  <a:pt x="17226" y="11936"/>
                </a:lnTo>
                <a:lnTo>
                  <a:pt x="17993" y="12889"/>
                </a:lnTo>
                <a:lnTo>
                  <a:pt x="19006" y="13856"/>
                </a:lnTo>
                <a:lnTo>
                  <a:pt x="20287" y="14849"/>
                </a:lnTo>
                <a:lnTo>
                  <a:pt x="20718" y="15653"/>
                </a:lnTo>
                <a:lnTo>
                  <a:pt x="21159" y="16461"/>
                </a:lnTo>
                <a:lnTo>
                  <a:pt x="21600" y="17280"/>
                </a:lnTo>
                <a:lnTo>
                  <a:pt x="18922" y="17981"/>
                </a:lnTo>
                <a:lnTo>
                  <a:pt x="16948" y="18455"/>
                </a:lnTo>
                <a:lnTo>
                  <a:pt x="14691" y="18920"/>
                </a:lnTo>
                <a:lnTo>
                  <a:pt x="11183" y="19591"/>
                </a:lnTo>
                <a:lnTo>
                  <a:pt x="8233" y="20161"/>
                </a:lnTo>
                <a:lnTo>
                  <a:pt x="5240" y="20740"/>
                </a:lnTo>
                <a:lnTo>
                  <a:pt x="4085" y="20955"/>
                </a:lnTo>
                <a:lnTo>
                  <a:pt x="599" y="21600"/>
                </a:lnTo>
                <a:lnTo>
                  <a:pt x="557" y="20652"/>
                </a:lnTo>
                <a:lnTo>
                  <a:pt x="515" y="19704"/>
                </a:lnTo>
                <a:lnTo>
                  <a:pt x="478" y="18756"/>
                </a:lnTo>
                <a:lnTo>
                  <a:pt x="446" y="17807"/>
                </a:lnTo>
                <a:lnTo>
                  <a:pt x="415" y="16860"/>
                </a:lnTo>
                <a:lnTo>
                  <a:pt x="383" y="15911"/>
                </a:lnTo>
                <a:lnTo>
                  <a:pt x="357" y="14962"/>
                </a:lnTo>
                <a:lnTo>
                  <a:pt x="331" y="14014"/>
                </a:lnTo>
                <a:lnTo>
                  <a:pt x="310" y="13065"/>
                </a:lnTo>
                <a:lnTo>
                  <a:pt x="284" y="12198"/>
                </a:lnTo>
                <a:lnTo>
                  <a:pt x="252" y="11331"/>
                </a:lnTo>
                <a:lnTo>
                  <a:pt x="215" y="10466"/>
                </a:lnTo>
                <a:lnTo>
                  <a:pt x="179" y="9599"/>
                </a:lnTo>
                <a:lnTo>
                  <a:pt x="137" y="8732"/>
                </a:lnTo>
                <a:lnTo>
                  <a:pt x="126" y="8329"/>
                </a:lnTo>
                <a:lnTo>
                  <a:pt x="116" y="7619"/>
                </a:lnTo>
                <a:lnTo>
                  <a:pt x="84" y="5990"/>
                </a:lnTo>
                <a:lnTo>
                  <a:pt x="58" y="5152"/>
                </a:lnTo>
                <a:lnTo>
                  <a:pt x="32" y="4310"/>
                </a:lnTo>
                <a:lnTo>
                  <a:pt x="0" y="3455"/>
                </a:lnTo>
                <a:lnTo>
                  <a:pt x="431" y="2268"/>
                </a:lnTo>
                <a:lnTo>
                  <a:pt x="1181" y="1512"/>
                </a:lnTo>
                <a:lnTo>
                  <a:pt x="2804" y="864"/>
                </a:lnTo>
                <a:lnTo>
                  <a:pt x="5849" y="0"/>
                </a:lnTo>
                <a:close/>
              </a:path>
            </a:pathLst>
          </a:custGeom>
          <a:solidFill>
            <a:srgbClr val="C5D5E2"/>
          </a:solidFill>
          <a:ln>
            <a:noFill/>
          </a:ln>
        </p:spPr>
        <p:txBody>
          <a:bodyPr/>
          <a:lstStyle/>
          <a:p/>
        </p:txBody>
      </p:sp>
      <p:sp>
        <p:nvSpPr>
          <p:cNvPr id="7379" name="contour_07377"/>
          <p:cNvSpPr/>
          <p:nvPr/>
        </p:nvSpPr>
        <p:spPr>
          <a:xfrm>
            <a:off x="1723053" y="2543509"/>
            <a:ext cx="45382" cy="82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93" y="0"/>
                </a:lnTo>
                <a:lnTo>
                  <a:pt x="4600" y="0"/>
                </a:lnTo>
                <a:lnTo>
                  <a:pt x="6938" y="0"/>
                </a:lnTo>
                <a:lnTo>
                  <a:pt x="6938" y="1268"/>
                </a:lnTo>
                <a:lnTo>
                  <a:pt x="6938" y="2544"/>
                </a:lnTo>
                <a:lnTo>
                  <a:pt x="6938" y="3837"/>
                </a:lnTo>
                <a:lnTo>
                  <a:pt x="9227" y="3837"/>
                </a:lnTo>
                <a:lnTo>
                  <a:pt x="11520" y="3837"/>
                </a:lnTo>
                <a:lnTo>
                  <a:pt x="13823" y="3837"/>
                </a:lnTo>
                <a:lnTo>
                  <a:pt x="16137" y="3837"/>
                </a:lnTo>
                <a:lnTo>
                  <a:pt x="18464" y="3837"/>
                </a:lnTo>
                <a:lnTo>
                  <a:pt x="20813" y="3837"/>
                </a:lnTo>
                <a:lnTo>
                  <a:pt x="21000" y="5132"/>
                </a:lnTo>
                <a:lnTo>
                  <a:pt x="21170" y="6420"/>
                </a:lnTo>
                <a:lnTo>
                  <a:pt x="21319" y="7699"/>
                </a:lnTo>
                <a:lnTo>
                  <a:pt x="21444" y="8975"/>
                </a:lnTo>
                <a:lnTo>
                  <a:pt x="21534" y="10247"/>
                </a:lnTo>
                <a:lnTo>
                  <a:pt x="21590" y="11518"/>
                </a:lnTo>
                <a:lnTo>
                  <a:pt x="21600" y="12788"/>
                </a:lnTo>
                <a:lnTo>
                  <a:pt x="21562" y="14060"/>
                </a:lnTo>
                <a:lnTo>
                  <a:pt x="21468" y="15334"/>
                </a:lnTo>
                <a:lnTo>
                  <a:pt x="21316" y="16612"/>
                </a:lnTo>
                <a:lnTo>
                  <a:pt x="21100" y="17895"/>
                </a:lnTo>
                <a:lnTo>
                  <a:pt x="20813" y="19186"/>
                </a:lnTo>
                <a:lnTo>
                  <a:pt x="18880" y="20196"/>
                </a:lnTo>
                <a:lnTo>
                  <a:pt x="17104" y="20857"/>
                </a:lnTo>
                <a:lnTo>
                  <a:pt x="15266" y="21255"/>
                </a:lnTo>
                <a:lnTo>
                  <a:pt x="13136" y="21475"/>
                </a:lnTo>
                <a:lnTo>
                  <a:pt x="10486" y="21600"/>
                </a:lnTo>
                <a:lnTo>
                  <a:pt x="8367" y="21270"/>
                </a:lnTo>
                <a:lnTo>
                  <a:pt x="6840" y="20823"/>
                </a:lnTo>
                <a:lnTo>
                  <a:pt x="5165" y="19948"/>
                </a:lnTo>
                <a:lnTo>
                  <a:pt x="2602" y="18346"/>
                </a:lnTo>
                <a:lnTo>
                  <a:pt x="1741" y="17356"/>
                </a:lnTo>
                <a:lnTo>
                  <a:pt x="878" y="16360"/>
                </a:lnTo>
                <a:lnTo>
                  <a:pt x="0" y="15349"/>
                </a:lnTo>
                <a:lnTo>
                  <a:pt x="753" y="15313"/>
                </a:lnTo>
                <a:lnTo>
                  <a:pt x="3035" y="15199"/>
                </a:lnTo>
                <a:lnTo>
                  <a:pt x="5377" y="14986"/>
                </a:lnTo>
                <a:lnTo>
                  <a:pt x="7562" y="14739"/>
                </a:lnTo>
                <a:lnTo>
                  <a:pt x="9661" y="14419"/>
                </a:lnTo>
                <a:lnTo>
                  <a:pt x="11742" y="13995"/>
                </a:lnTo>
                <a:lnTo>
                  <a:pt x="13875" y="13430"/>
                </a:lnTo>
                <a:lnTo>
                  <a:pt x="14715" y="12214"/>
                </a:lnTo>
                <a:lnTo>
                  <a:pt x="15214" y="11090"/>
                </a:lnTo>
                <a:lnTo>
                  <a:pt x="15436" y="9981"/>
                </a:lnTo>
                <a:lnTo>
                  <a:pt x="15439" y="8814"/>
                </a:lnTo>
                <a:lnTo>
                  <a:pt x="15283" y="7510"/>
                </a:lnTo>
                <a:lnTo>
                  <a:pt x="14177" y="6245"/>
                </a:lnTo>
                <a:lnTo>
                  <a:pt x="12997" y="5585"/>
                </a:lnTo>
                <a:lnTo>
                  <a:pt x="10732" y="4962"/>
                </a:lnTo>
                <a:lnTo>
                  <a:pt x="8478" y="4724"/>
                </a:lnTo>
                <a:lnTo>
                  <a:pt x="6924" y="4584"/>
                </a:lnTo>
                <a:lnTo>
                  <a:pt x="5349" y="4480"/>
                </a:lnTo>
                <a:lnTo>
                  <a:pt x="3035" y="4361"/>
                </a:lnTo>
                <a:lnTo>
                  <a:pt x="2282" y="4231"/>
                </a:lnTo>
                <a:lnTo>
                  <a:pt x="0" y="3837"/>
                </a:lnTo>
                <a:lnTo>
                  <a:pt x="0" y="2569"/>
                </a:lnTo>
                <a:lnTo>
                  <a:pt x="0" y="1293"/>
                </a:lnTo>
                <a:lnTo>
                  <a:pt x="0" y="0"/>
                </a:lnTo>
                <a:close/>
              </a:path>
            </a:pathLst>
          </a:custGeom>
          <a:solidFill>
            <a:srgbClr val="B29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0" name="contour_07378"/>
          <p:cNvSpPr/>
          <p:nvPr/>
        </p:nvSpPr>
        <p:spPr>
          <a:xfrm>
            <a:off x="5308745" y="2536221"/>
            <a:ext cx="5101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494" y="175"/>
                </a:lnTo>
                <a:lnTo>
                  <a:pt x="13145" y="378"/>
                </a:lnTo>
                <a:lnTo>
                  <a:pt x="15620" y="788"/>
                </a:lnTo>
                <a:lnTo>
                  <a:pt x="17302" y="1064"/>
                </a:lnTo>
                <a:lnTo>
                  <a:pt x="19008" y="1343"/>
                </a:lnTo>
                <a:lnTo>
                  <a:pt x="20295" y="1570"/>
                </a:lnTo>
                <a:lnTo>
                  <a:pt x="21600" y="1800"/>
                </a:lnTo>
                <a:lnTo>
                  <a:pt x="20110" y="2119"/>
                </a:lnTo>
                <a:lnTo>
                  <a:pt x="18595" y="2443"/>
                </a:lnTo>
                <a:lnTo>
                  <a:pt x="16749" y="3141"/>
                </a:lnTo>
                <a:lnTo>
                  <a:pt x="15700" y="3686"/>
                </a:lnTo>
                <a:lnTo>
                  <a:pt x="15061" y="4365"/>
                </a:lnTo>
                <a:lnTo>
                  <a:pt x="14444" y="5456"/>
                </a:lnTo>
                <a:lnTo>
                  <a:pt x="14299" y="6577"/>
                </a:lnTo>
                <a:lnTo>
                  <a:pt x="14151" y="7713"/>
                </a:lnTo>
                <a:lnTo>
                  <a:pt x="13972" y="8926"/>
                </a:lnTo>
                <a:lnTo>
                  <a:pt x="13790" y="10157"/>
                </a:lnTo>
                <a:lnTo>
                  <a:pt x="13645" y="11425"/>
                </a:lnTo>
                <a:lnTo>
                  <a:pt x="13500" y="12712"/>
                </a:lnTo>
                <a:lnTo>
                  <a:pt x="13380" y="13563"/>
                </a:lnTo>
                <a:lnTo>
                  <a:pt x="13259" y="14420"/>
                </a:lnTo>
                <a:lnTo>
                  <a:pt x="13139" y="15289"/>
                </a:lnTo>
                <a:lnTo>
                  <a:pt x="12966" y="16551"/>
                </a:lnTo>
                <a:lnTo>
                  <a:pt x="12803" y="17813"/>
                </a:lnTo>
                <a:lnTo>
                  <a:pt x="12642" y="19075"/>
                </a:lnTo>
                <a:lnTo>
                  <a:pt x="12491" y="20338"/>
                </a:lnTo>
                <a:lnTo>
                  <a:pt x="12343" y="21600"/>
                </a:lnTo>
                <a:lnTo>
                  <a:pt x="10510" y="21244"/>
                </a:lnTo>
                <a:lnTo>
                  <a:pt x="8671" y="20885"/>
                </a:lnTo>
                <a:lnTo>
                  <a:pt x="6826" y="20527"/>
                </a:lnTo>
                <a:lnTo>
                  <a:pt x="4965" y="20165"/>
                </a:lnTo>
                <a:lnTo>
                  <a:pt x="3086" y="19800"/>
                </a:lnTo>
                <a:lnTo>
                  <a:pt x="3697" y="18731"/>
                </a:lnTo>
                <a:lnTo>
                  <a:pt x="4311" y="17658"/>
                </a:lnTo>
                <a:lnTo>
                  <a:pt x="4925" y="16582"/>
                </a:lnTo>
                <a:lnTo>
                  <a:pt x="5545" y="15496"/>
                </a:lnTo>
                <a:lnTo>
                  <a:pt x="6171" y="14400"/>
                </a:lnTo>
                <a:lnTo>
                  <a:pt x="4132" y="14400"/>
                </a:lnTo>
                <a:lnTo>
                  <a:pt x="2080" y="14400"/>
                </a:lnTo>
                <a:lnTo>
                  <a:pt x="0" y="14400"/>
                </a:lnTo>
                <a:lnTo>
                  <a:pt x="571" y="13162"/>
                </a:lnTo>
                <a:lnTo>
                  <a:pt x="1148" y="11923"/>
                </a:lnTo>
                <a:lnTo>
                  <a:pt x="1728" y="10687"/>
                </a:lnTo>
                <a:lnTo>
                  <a:pt x="2311" y="9450"/>
                </a:lnTo>
                <a:lnTo>
                  <a:pt x="2894" y="8212"/>
                </a:lnTo>
                <a:lnTo>
                  <a:pt x="3299" y="7331"/>
                </a:lnTo>
                <a:lnTo>
                  <a:pt x="3706" y="6437"/>
                </a:lnTo>
                <a:lnTo>
                  <a:pt x="4613" y="4559"/>
                </a:lnTo>
                <a:lnTo>
                  <a:pt x="5323" y="3244"/>
                </a:lnTo>
                <a:lnTo>
                  <a:pt x="5986" y="2308"/>
                </a:lnTo>
                <a:lnTo>
                  <a:pt x="6761" y="1573"/>
                </a:lnTo>
                <a:lnTo>
                  <a:pt x="7801" y="864"/>
                </a:lnTo>
                <a:lnTo>
                  <a:pt x="9257" y="0"/>
                </a:lnTo>
                <a:close/>
              </a:path>
            </a:pathLst>
          </a:custGeom>
          <a:solidFill>
            <a:srgbClr val="736F6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1" name="contour_07379"/>
          <p:cNvSpPr/>
          <p:nvPr/>
        </p:nvSpPr>
        <p:spPr>
          <a:xfrm>
            <a:off x="2167620" y="2543509"/>
            <a:ext cx="138472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32" y="0"/>
                </a:moveTo>
                <a:lnTo>
                  <a:pt x="10353" y="1856"/>
                </a:lnTo>
                <a:lnTo>
                  <a:pt x="10476" y="3740"/>
                </a:lnTo>
                <a:lnTo>
                  <a:pt x="11008" y="6226"/>
                </a:lnTo>
                <a:lnTo>
                  <a:pt x="11389" y="7634"/>
                </a:lnTo>
                <a:lnTo>
                  <a:pt x="11798" y="8495"/>
                </a:lnTo>
                <a:lnTo>
                  <a:pt x="12421" y="9328"/>
                </a:lnTo>
                <a:lnTo>
                  <a:pt x="13106" y="9853"/>
                </a:lnTo>
                <a:lnTo>
                  <a:pt x="13791" y="10355"/>
                </a:lnTo>
                <a:lnTo>
                  <a:pt x="14478" y="10832"/>
                </a:lnTo>
                <a:lnTo>
                  <a:pt x="15167" y="11293"/>
                </a:lnTo>
                <a:lnTo>
                  <a:pt x="15859" y="11739"/>
                </a:lnTo>
                <a:lnTo>
                  <a:pt x="16555" y="12168"/>
                </a:lnTo>
                <a:lnTo>
                  <a:pt x="17267" y="12619"/>
                </a:lnTo>
                <a:lnTo>
                  <a:pt x="17980" y="13075"/>
                </a:lnTo>
                <a:lnTo>
                  <a:pt x="18691" y="13539"/>
                </a:lnTo>
                <a:lnTo>
                  <a:pt x="19401" y="14014"/>
                </a:lnTo>
                <a:lnTo>
                  <a:pt x="20036" y="14398"/>
                </a:lnTo>
                <a:lnTo>
                  <a:pt x="20679" y="14790"/>
                </a:lnTo>
                <a:lnTo>
                  <a:pt x="21136" y="15393"/>
                </a:lnTo>
                <a:lnTo>
                  <a:pt x="21600" y="16004"/>
                </a:lnTo>
                <a:lnTo>
                  <a:pt x="21600" y="17767"/>
                </a:lnTo>
                <a:lnTo>
                  <a:pt x="21600" y="19541"/>
                </a:lnTo>
                <a:lnTo>
                  <a:pt x="21600" y="21339"/>
                </a:lnTo>
                <a:lnTo>
                  <a:pt x="20926" y="21389"/>
                </a:lnTo>
                <a:lnTo>
                  <a:pt x="20251" y="21432"/>
                </a:lnTo>
                <a:lnTo>
                  <a:pt x="19575" y="21469"/>
                </a:lnTo>
                <a:lnTo>
                  <a:pt x="18900" y="21504"/>
                </a:lnTo>
                <a:lnTo>
                  <a:pt x="18146" y="21552"/>
                </a:lnTo>
                <a:lnTo>
                  <a:pt x="17381" y="21600"/>
                </a:lnTo>
                <a:lnTo>
                  <a:pt x="16511" y="21400"/>
                </a:lnTo>
                <a:lnTo>
                  <a:pt x="15752" y="21083"/>
                </a:lnTo>
                <a:lnTo>
                  <a:pt x="15053" y="20576"/>
                </a:lnTo>
                <a:lnTo>
                  <a:pt x="14366" y="19797"/>
                </a:lnTo>
                <a:lnTo>
                  <a:pt x="13642" y="18671"/>
                </a:lnTo>
                <a:lnTo>
                  <a:pt x="13642" y="16908"/>
                </a:lnTo>
                <a:lnTo>
                  <a:pt x="13642" y="15134"/>
                </a:lnTo>
                <a:lnTo>
                  <a:pt x="13642" y="13337"/>
                </a:lnTo>
                <a:lnTo>
                  <a:pt x="12892" y="13337"/>
                </a:lnTo>
                <a:lnTo>
                  <a:pt x="12140" y="13337"/>
                </a:lnTo>
                <a:lnTo>
                  <a:pt x="11385" y="13337"/>
                </a:lnTo>
                <a:lnTo>
                  <a:pt x="10627" y="13337"/>
                </a:lnTo>
                <a:lnTo>
                  <a:pt x="9864" y="13337"/>
                </a:lnTo>
                <a:lnTo>
                  <a:pt x="9095" y="13337"/>
                </a:lnTo>
                <a:lnTo>
                  <a:pt x="9095" y="11574"/>
                </a:lnTo>
                <a:lnTo>
                  <a:pt x="9095" y="9800"/>
                </a:lnTo>
                <a:lnTo>
                  <a:pt x="9095" y="8002"/>
                </a:lnTo>
                <a:lnTo>
                  <a:pt x="8344" y="8002"/>
                </a:lnTo>
                <a:lnTo>
                  <a:pt x="7594" y="8002"/>
                </a:lnTo>
                <a:lnTo>
                  <a:pt x="6843" y="8002"/>
                </a:lnTo>
                <a:lnTo>
                  <a:pt x="6090" y="8002"/>
                </a:lnTo>
                <a:lnTo>
                  <a:pt x="5336" y="8002"/>
                </a:lnTo>
                <a:lnTo>
                  <a:pt x="4581" y="8002"/>
                </a:lnTo>
                <a:lnTo>
                  <a:pt x="3824" y="8002"/>
                </a:lnTo>
                <a:lnTo>
                  <a:pt x="3065" y="8002"/>
                </a:lnTo>
                <a:lnTo>
                  <a:pt x="2303" y="8002"/>
                </a:lnTo>
                <a:lnTo>
                  <a:pt x="1539" y="8002"/>
                </a:lnTo>
                <a:lnTo>
                  <a:pt x="771" y="8002"/>
                </a:lnTo>
                <a:lnTo>
                  <a:pt x="0" y="8002"/>
                </a:lnTo>
                <a:lnTo>
                  <a:pt x="0" y="6679"/>
                </a:lnTo>
                <a:lnTo>
                  <a:pt x="0" y="5335"/>
                </a:lnTo>
                <a:lnTo>
                  <a:pt x="645" y="5172"/>
                </a:lnTo>
                <a:lnTo>
                  <a:pt x="1293" y="5009"/>
                </a:lnTo>
                <a:lnTo>
                  <a:pt x="1950" y="4844"/>
                </a:lnTo>
                <a:lnTo>
                  <a:pt x="2582" y="4676"/>
                </a:lnTo>
                <a:lnTo>
                  <a:pt x="3214" y="4505"/>
                </a:lnTo>
                <a:lnTo>
                  <a:pt x="3845" y="4337"/>
                </a:lnTo>
                <a:lnTo>
                  <a:pt x="4477" y="4166"/>
                </a:lnTo>
                <a:lnTo>
                  <a:pt x="4796" y="4089"/>
                </a:lnTo>
                <a:lnTo>
                  <a:pt x="5762" y="3849"/>
                </a:lnTo>
                <a:lnTo>
                  <a:pt x="7118" y="3465"/>
                </a:lnTo>
                <a:lnTo>
                  <a:pt x="8064" y="3121"/>
                </a:lnTo>
                <a:lnTo>
                  <a:pt x="8724" y="2707"/>
                </a:lnTo>
                <a:lnTo>
                  <a:pt x="9222" y="2121"/>
                </a:lnTo>
                <a:lnTo>
                  <a:pt x="9684" y="1254"/>
                </a:lnTo>
                <a:lnTo>
                  <a:pt x="10232" y="0"/>
                </a:lnTo>
                <a:close/>
              </a:path>
            </a:pathLst>
          </a:custGeom>
          <a:solidFill>
            <a:srgbClr val="22221F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2" name="contour_07380"/>
          <p:cNvSpPr/>
          <p:nvPr/>
        </p:nvSpPr>
        <p:spPr>
          <a:xfrm>
            <a:off x="6708039" y="2485205"/>
            <a:ext cx="43728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90" y="131"/>
                </a:lnTo>
                <a:lnTo>
                  <a:pt x="18338" y="287"/>
                </a:lnTo>
                <a:lnTo>
                  <a:pt x="19717" y="570"/>
                </a:lnTo>
                <a:lnTo>
                  <a:pt x="21600" y="1080"/>
                </a:lnTo>
                <a:lnTo>
                  <a:pt x="20938" y="1813"/>
                </a:lnTo>
                <a:lnTo>
                  <a:pt x="20272" y="2546"/>
                </a:lnTo>
                <a:lnTo>
                  <a:pt x="19602" y="3279"/>
                </a:lnTo>
                <a:lnTo>
                  <a:pt x="18929" y="4011"/>
                </a:lnTo>
                <a:lnTo>
                  <a:pt x="18504" y="4726"/>
                </a:lnTo>
                <a:lnTo>
                  <a:pt x="18173" y="5443"/>
                </a:lnTo>
                <a:lnTo>
                  <a:pt x="17924" y="6164"/>
                </a:lnTo>
                <a:lnTo>
                  <a:pt x="17752" y="6885"/>
                </a:lnTo>
                <a:lnTo>
                  <a:pt x="17640" y="7609"/>
                </a:lnTo>
                <a:lnTo>
                  <a:pt x="17586" y="8334"/>
                </a:lnTo>
                <a:lnTo>
                  <a:pt x="17572" y="9060"/>
                </a:lnTo>
                <a:lnTo>
                  <a:pt x="17590" y="9786"/>
                </a:lnTo>
                <a:lnTo>
                  <a:pt x="17629" y="10513"/>
                </a:lnTo>
                <a:lnTo>
                  <a:pt x="17680" y="11240"/>
                </a:lnTo>
                <a:lnTo>
                  <a:pt x="17734" y="11965"/>
                </a:lnTo>
                <a:lnTo>
                  <a:pt x="17777" y="12690"/>
                </a:lnTo>
                <a:lnTo>
                  <a:pt x="17791" y="13341"/>
                </a:lnTo>
                <a:lnTo>
                  <a:pt x="17809" y="13996"/>
                </a:lnTo>
                <a:lnTo>
                  <a:pt x="17824" y="14660"/>
                </a:lnTo>
                <a:lnTo>
                  <a:pt x="17842" y="15344"/>
                </a:lnTo>
                <a:lnTo>
                  <a:pt x="17863" y="16026"/>
                </a:lnTo>
                <a:lnTo>
                  <a:pt x="17888" y="16709"/>
                </a:lnTo>
                <a:lnTo>
                  <a:pt x="17914" y="17391"/>
                </a:lnTo>
                <a:lnTo>
                  <a:pt x="17939" y="18075"/>
                </a:lnTo>
                <a:lnTo>
                  <a:pt x="17968" y="18757"/>
                </a:lnTo>
                <a:lnTo>
                  <a:pt x="18000" y="19440"/>
                </a:lnTo>
                <a:lnTo>
                  <a:pt x="14994" y="18602"/>
                </a:lnTo>
                <a:lnTo>
                  <a:pt x="12960" y="17990"/>
                </a:lnTo>
                <a:lnTo>
                  <a:pt x="11682" y="17502"/>
                </a:lnTo>
                <a:lnTo>
                  <a:pt x="10944" y="17037"/>
                </a:lnTo>
                <a:lnTo>
                  <a:pt x="10530" y="16493"/>
                </a:lnTo>
                <a:lnTo>
                  <a:pt x="10224" y="15766"/>
                </a:lnTo>
                <a:lnTo>
                  <a:pt x="10339" y="15217"/>
                </a:lnTo>
                <a:lnTo>
                  <a:pt x="10458" y="14666"/>
                </a:lnTo>
                <a:lnTo>
                  <a:pt x="10577" y="14107"/>
                </a:lnTo>
                <a:lnTo>
                  <a:pt x="10721" y="12931"/>
                </a:lnTo>
                <a:lnTo>
                  <a:pt x="10782" y="12056"/>
                </a:lnTo>
                <a:lnTo>
                  <a:pt x="10732" y="11396"/>
                </a:lnTo>
                <a:lnTo>
                  <a:pt x="10537" y="10865"/>
                </a:lnTo>
                <a:lnTo>
                  <a:pt x="10166" y="10376"/>
                </a:lnTo>
                <a:lnTo>
                  <a:pt x="9590" y="9843"/>
                </a:lnTo>
                <a:lnTo>
                  <a:pt x="8777" y="9180"/>
                </a:lnTo>
                <a:lnTo>
                  <a:pt x="8179" y="8445"/>
                </a:lnTo>
                <a:lnTo>
                  <a:pt x="7801" y="7708"/>
                </a:lnTo>
                <a:lnTo>
                  <a:pt x="7621" y="6970"/>
                </a:lnTo>
                <a:lnTo>
                  <a:pt x="7621" y="6232"/>
                </a:lnTo>
                <a:lnTo>
                  <a:pt x="7776" y="5493"/>
                </a:lnTo>
                <a:lnTo>
                  <a:pt x="8064" y="4755"/>
                </a:lnTo>
                <a:lnTo>
                  <a:pt x="8467" y="4017"/>
                </a:lnTo>
                <a:lnTo>
                  <a:pt x="8964" y="3280"/>
                </a:lnTo>
                <a:lnTo>
                  <a:pt x="9533" y="2544"/>
                </a:lnTo>
                <a:lnTo>
                  <a:pt x="10152" y="1811"/>
                </a:lnTo>
                <a:lnTo>
                  <a:pt x="10800" y="1080"/>
                </a:lnTo>
                <a:lnTo>
                  <a:pt x="12586" y="544"/>
                </a:lnTo>
                <a:lnTo>
                  <a:pt x="14400" y="0"/>
                </a:lnTo>
                <a:lnTo>
                  <a:pt x="3600" y="18360"/>
                </a:lnTo>
                <a:lnTo>
                  <a:pt x="5382" y="18628"/>
                </a:lnTo>
                <a:lnTo>
                  <a:pt x="7171" y="18896"/>
                </a:lnTo>
                <a:lnTo>
                  <a:pt x="8975" y="19167"/>
                </a:lnTo>
                <a:lnTo>
                  <a:pt x="10800" y="19440"/>
                </a:lnTo>
                <a:lnTo>
                  <a:pt x="9983" y="20082"/>
                </a:lnTo>
                <a:lnTo>
                  <a:pt x="9338" y="20520"/>
                </a:lnTo>
                <a:lnTo>
                  <a:pt x="8521" y="20958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713" y="20958"/>
                </a:lnTo>
                <a:lnTo>
                  <a:pt x="1429" y="20315"/>
                </a:lnTo>
                <a:lnTo>
                  <a:pt x="2146" y="19669"/>
                </a:lnTo>
                <a:lnTo>
                  <a:pt x="2869" y="19018"/>
                </a:lnTo>
                <a:lnTo>
                  <a:pt x="3600" y="18360"/>
                </a:lnTo>
                <a:lnTo>
                  <a:pt x="14400" y="0"/>
                </a:lnTo>
                <a:close/>
              </a:path>
            </a:pathLst>
          </a:custGeom>
          <a:solidFill>
            <a:srgbClr val="BCCCD7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3" name="contour_07381"/>
          <p:cNvSpPr/>
          <p:nvPr/>
        </p:nvSpPr>
        <p:spPr>
          <a:xfrm>
            <a:off x="11328625" y="2521645"/>
            <a:ext cx="6475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31" y="0"/>
                </a:moveTo>
                <a:lnTo>
                  <a:pt x="4104" y="216"/>
                </a:lnTo>
                <a:lnTo>
                  <a:pt x="5776" y="441"/>
                </a:lnTo>
                <a:lnTo>
                  <a:pt x="7449" y="673"/>
                </a:lnTo>
                <a:lnTo>
                  <a:pt x="9119" y="910"/>
                </a:lnTo>
                <a:lnTo>
                  <a:pt x="10789" y="1157"/>
                </a:lnTo>
                <a:lnTo>
                  <a:pt x="12343" y="1373"/>
                </a:lnTo>
                <a:lnTo>
                  <a:pt x="13906" y="1589"/>
                </a:lnTo>
                <a:lnTo>
                  <a:pt x="15488" y="1808"/>
                </a:lnTo>
                <a:lnTo>
                  <a:pt x="17808" y="2589"/>
                </a:lnTo>
                <a:lnTo>
                  <a:pt x="19188" y="3277"/>
                </a:lnTo>
                <a:lnTo>
                  <a:pt x="20180" y="4246"/>
                </a:lnTo>
                <a:lnTo>
                  <a:pt x="21328" y="5881"/>
                </a:lnTo>
                <a:lnTo>
                  <a:pt x="21600" y="8186"/>
                </a:lnTo>
                <a:lnTo>
                  <a:pt x="21581" y="10115"/>
                </a:lnTo>
                <a:lnTo>
                  <a:pt x="21284" y="11883"/>
                </a:lnTo>
                <a:lnTo>
                  <a:pt x="20722" y="13710"/>
                </a:lnTo>
                <a:lnTo>
                  <a:pt x="19906" y="15814"/>
                </a:lnTo>
                <a:lnTo>
                  <a:pt x="19278" y="17453"/>
                </a:lnTo>
                <a:lnTo>
                  <a:pt x="18641" y="19116"/>
                </a:lnTo>
                <a:lnTo>
                  <a:pt x="17837" y="20347"/>
                </a:lnTo>
                <a:lnTo>
                  <a:pt x="17017" y="21600"/>
                </a:lnTo>
                <a:lnTo>
                  <a:pt x="15411" y="21600"/>
                </a:lnTo>
                <a:lnTo>
                  <a:pt x="13794" y="21600"/>
                </a:lnTo>
                <a:lnTo>
                  <a:pt x="12155" y="21600"/>
                </a:lnTo>
                <a:lnTo>
                  <a:pt x="11854" y="20069"/>
                </a:lnTo>
                <a:lnTo>
                  <a:pt x="11552" y="18533"/>
                </a:lnTo>
                <a:lnTo>
                  <a:pt x="11244" y="16971"/>
                </a:lnTo>
                <a:lnTo>
                  <a:pt x="11020" y="16289"/>
                </a:lnTo>
                <a:lnTo>
                  <a:pt x="10626" y="15089"/>
                </a:lnTo>
                <a:lnTo>
                  <a:pt x="9724" y="12343"/>
                </a:lnTo>
                <a:lnTo>
                  <a:pt x="8059" y="11994"/>
                </a:lnTo>
                <a:lnTo>
                  <a:pt x="6467" y="11840"/>
                </a:lnTo>
                <a:lnTo>
                  <a:pt x="4903" y="11837"/>
                </a:lnTo>
                <a:lnTo>
                  <a:pt x="3333" y="11948"/>
                </a:lnTo>
                <a:lnTo>
                  <a:pt x="1711" y="12127"/>
                </a:lnTo>
                <a:lnTo>
                  <a:pt x="0" y="12343"/>
                </a:lnTo>
                <a:lnTo>
                  <a:pt x="401" y="10306"/>
                </a:lnTo>
                <a:lnTo>
                  <a:pt x="802" y="8267"/>
                </a:lnTo>
                <a:lnTo>
                  <a:pt x="1206" y="6218"/>
                </a:lnTo>
                <a:lnTo>
                  <a:pt x="1612" y="4160"/>
                </a:lnTo>
                <a:lnTo>
                  <a:pt x="2020" y="2089"/>
                </a:lnTo>
                <a:lnTo>
                  <a:pt x="2431" y="0"/>
                </a:lnTo>
                <a:close/>
              </a:path>
            </a:pathLst>
          </a:custGeom>
          <a:solidFill>
            <a:srgbClr val="9BA1A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4" name="contour_07382"/>
          <p:cNvSpPr/>
          <p:nvPr/>
        </p:nvSpPr>
        <p:spPr>
          <a:xfrm>
            <a:off x="4558081" y="2432768"/>
            <a:ext cx="87456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5"/>
                </a:moveTo>
                <a:lnTo>
                  <a:pt x="1237" y="492"/>
                </a:lnTo>
                <a:lnTo>
                  <a:pt x="2473" y="411"/>
                </a:lnTo>
                <a:lnTo>
                  <a:pt x="3712" y="336"/>
                </a:lnTo>
                <a:lnTo>
                  <a:pt x="4950" y="270"/>
                </a:lnTo>
                <a:lnTo>
                  <a:pt x="6188" y="210"/>
                </a:lnTo>
                <a:lnTo>
                  <a:pt x="7339" y="141"/>
                </a:lnTo>
                <a:lnTo>
                  <a:pt x="8496" y="72"/>
                </a:lnTo>
                <a:lnTo>
                  <a:pt x="9668" y="0"/>
                </a:lnTo>
                <a:lnTo>
                  <a:pt x="10636" y="192"/>
                </a:lnTo>
                <a:lnTo>
                  <a:pt x="11612" y="387"/>
                </a:lnTo>
                <a:lnTo>
                  <a:pt x="12600" y="585"/>
                </a:lnTo>
                <a:lnTo>
                  <a:pt x="13230" y="2330"/>
                </a:lnTo>
                <a:lnTo>
                  <a:pt x="13628" y="3536"/>
                </a:lnTo>
                <a:lnTo>
                  <a:pt x="13961" y="4767"/>
                </a:lnTo>
                <a:lnTo>
                  <a:pt x="14400" y="6590"/>
                </a:lnTo>
                <a:lnTo>
                  <a:pt x="15530" y="7178"/>
                </a:lnTo>
                <a:lnTo>
                  <a:pt x="16650" y="7631"/>
                </a:lnTo>
                <a:lnTo>
                  <a:pt x="17773" y="7986"/>
                </a:lnTo>
                <a:lnTo>
                  <a:pt x="18914" y="8280"/>
                </a:lnTo>
                <a:lnTo>
                  <a:pt x="20088" y="8559"/>
                </a:lnTo>
                <a:lnTo>
                  <a:pt x="20839" y="9072"/>
                </a:lnTo>
                <a:lnTo>
                  <a:pt x="21600" y="9592"/>
                </a:lnTo>
                <a:lnTo>
                  <a:pt x="21600" y="11576"/>
                </a:lnTo>
                <a:lnTo>
                  <a:pt x="21600" y="13572"/>
                </a:lnTo>
                <a:lnTo>
                  <a:pt x="21600" y="15596"/>
                </a:lnTo>
                <a:lnTo>
                  <a:pt x="20412" y="15596"/>
                </a:lnTo>
                <a:lnTo>
                  <a:pt x="19222" y="15596"/>
                </a:lnTo>
                <a:lnTo>
                  <a:pt x="18027" y="15596"/>
                </a:lnTo>
                <a:lnTo>
                  <a:pt x="16826" y="15596"/>
                </a:lnTo>
                <a:lnTo>
                  <a:pt x="15619" y="15596"/>
                </a:lnTo>
                <a:lnTo>
                  <a:pt x="14400" y="15596"/>
                </a:lnTo>
                <a:lnTo>
                  <a:pt x="14400" y="17580"/>
                </a:lnTo>
                <a:lnTo>
                  <a:pt x="14400" y="19577"/>
                </a:lnTo>
                <a:lnTo>
                  <a:pt x="14400" y="21600"/>
                </a:lnTo>
                <a:lnTo>
                  <a:pt x="13061" y="21216"/>
                </a:lnTo>
                <a:lnTo>
                  <a:pt x="12110" y="20867"/>
                </a:lnTo>
                <a:lnTo>
                  <a:pt x="11290" y="20411"/>
                </a:lnTo>
                <a:lnTo>
                  <a:pt x="10339" y="19703"/>
                </a:lnTo>
                <a:lnTo>
                  <a:pt x="9000" y="18598"/>
                </a:lnTo>
                <a:lnTo>
                  <a:pt x="8980" y="16529"/>
                </a:lnTo>
                <a:lnTo>
                  <a:pt x="9040" y="14974"/>
                </a:lnTo>
                <a:lnTo>
                  <a:pt x="9225" y="12594"/>
                </a:lnTo>
                <a:lnTo>
                  <a:pt x="9338" y="10207"/>
                </a:lnTo>
                <a:lnTo>
                  <a:pt x="9281" y="8649"/>
                </a:lnTo>
                <a:lnTo>
                  <a:pt x="9000" y="6590"/>
                </a:lnTo>
                <a:lnTo>
                  <a:pt x="7835" y="5878"/>
                </a:lnTo>
                <a:lnTo>
                  <a:pt x="6691" y="5326"/>
                </a:lnTo>
                <a:lnTo>
                  <a:pt x="5549" y="4905"/>
                </a:lnTo>
                <a:lnTo>
                  <a:pt x="4394" y="4584"/>
                </a:lnTo>
                <a:lnTo>
                  <a:pt x="3206" y="4329"/>
                </a:lnTo>
                <a:lnTo>
                  <a:pt x="1969" y="4116"/>
                </a:lnTo>
                <a:lnTo>
                  <a:pt x="1480" y="3984"/>
                </a:lnTo>
                <a:lnTo>
                  <a:pt x="0" y="3587"/>
                </a:lnTo>
                <a:lnTo>
                  <a:pt x="0" y="2098"/>
                </a:lnTo>
                <a:lnTo>
                  <a:pt x="0" y="585"/>
                </a:lnTo>
                <a:close/>
              </a:path>
            </a:pathLst>
          </a:custGeom>
          <a:solidFill>
            <a:srgbClr val="BCC1B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5" name="contour_07383"/>
          <p:cNvSpPr/>
          <p:nvPr/>
        </p:nvSpPr>
        <p:spPr>
          <a:xfrm>
            <a:off x="3821994" y="2456053"/>
            <a:ext cx="65592" cy="505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8" y="221"/>
                </a:lnTo>
                <a:lnTo>
                  <a:pt x="1471" y="423"/>
                </a:lnTo>
                <a:lnTo>
                  <a:pt x="2162" y="622"/>
                </a:lnTo>
                <a:lnTo>
                  <a:pt x="2906" y="837"/>
                </a:lnTo>
                <a:lnTo>
                  <a:pt x="3758" y="1083"/>
                </a:lnTo>
                <a:lnTo>
                  <a:pt x="4781" y="1379"/>
                </a:lnTo>
                <a:lnTo>
                  <a:pt x="6029" y="1737"/>
                </a:lnTo>
                <a:lnTo>
                  <a:pt x="7565" y="2179"/>
                </a:lnTo>
                <a:lnTo>
                  <a:pt x="9444" y="2723"/>
                </a:lnTo>
                <a:lnTo>
                  <a:pt x="11729" y="3380"/>
                </a:lnTo>
                <a:lnTo>
                  <a:pt x="14477" y="4174"/>
                </a:lnTo>
                <a:lnTo>
                  <a:pt x="17748" y="5114"/>
                </a:lnTo>
                <a:lnTo>
                  <a:pt x="21600" y="6225"/>
                </a:lnTo>
                <a:lnTo>
                  <a:pt x="21079" y="6561"/>
                </a:lnTo>
                <a:lnTo>
                  <a:pt x="20407" y="7000"/>
                </a:lnTo>
                <a:lnTo>
                  <a:pt x="19130" y="7828"/>
                </a:lnTo>
                <a:lnTo>
                  <a:pt x="16800" y="9337"/>
                </a:lnTo>
                <a:lnTo>
                  <a:pt x="16454" y="10881"/>
                </a:lnTo>
                <a:lnTo>
                  <a:pt x="16104" y="12431"/>
                </a:lnTo>
                <a:lnTo>
                  <a:pt x="15749" y="14006"/>
                </a:lnTo>
                <a:lnTo>
                  <a:pt x="15065" y="16306"/>
                </a:lnTo>
                <a:lnTo>
                  <a:pt x="14479" y="17840"/>
                </a:lnTo>
                <a:lnTo>
                  <a:pt x="13774" y="18964"/>
                </a:lnTo>
                <a:lnTo>
                  <a:pt x="12720" y="20031"/>
                </a:lnTo>
                <a:lnTo>
                  <a:pt x="11100" y="21398"/>
                </a:lnTo>
                <a:lnTo>
                  <a:pt x="8813" y="21600"/>
                </a:lnTo>
                <a:lnTo>
                  <a:pt x="7428" y="21553"/>
                </a:lnTo>
                <a:lnTo>
                  <a:pt x="6386" y="21158"/>
                </a:lnTo>
                <a:lnTo>
                  <a:pt x="5129" y="20315"/>
                </a:lnTo>
                <a:lnTo>
                  <a:pt x="3840" y="18839"/>
                </a:lnTo>
                <a:lnTo>
                  <a:pt x="2726" y="17451"/>
                </a:lnTo>
                <a:lnTo>
                  <a:pt x="1745" y="16013"/>
                </a:lnTo>
                <a:lnTo>
                  <a:pt x="850" y="14392"/>
                </a:lnTo>
                <a:lnTo>
                  <a:pt x="0" y="12450"/>
                </a:lnTo>
                <a:lnTo>
                  <a:pt x="0" y="10395"/>
                </a:lnTo>
                <a:lnTo>
                  <a:pt x="0" y="8338"/>
                </a:lnTo>
                <a:lnTo>
                  <a:pt x="0" y="6271"/>
                </a:lnTo>
                <a:lnTo>
                  <a:pt x="0" y="4196"/>
                </a:lnTo>
                <a:lnTo>
                  <a:pt x="0" y="2107"/>
                </a:lnTo>
                <a:lnTo>
                  <a:pt x="0" y="0"/>
                </a:lnTo>
                <a:close/>
              </a:path>
            </a:pathLst>
          </a:custGeom>
          <a:solidFill>
            <a:srgbClr val="CAD0D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6" name="contour_07384"/>
          <p:cNvSpPr/>
          <p:nvPr/>
        </p:nvSpPr>
        <p:spPr>
          <a:xfrm>
            <a:off x="10315595" y="2361309"/>
            <a:ext cx="72880" cy="445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37" y="439"/>
                </a:lnTo>
                <a:lnTo>
                  <a:pt x="13474" y="877"/>
                </a:lnTo>
                <a:lnTo>
                  <a:pt x="14815" y="1316"/>
                </a:lnTo>
                <a:lnTo>
                  <a:pt x="16159" y="1755"/>
                </a:lnTo>
                <a:lnTo>
                  <a:pt x="17509" y="2197"/>
                </a:lnTo>
                <a:lnTo>
                  <a:pt x="18865" y="2643"/>
                </a:lnTo>
                <a:lnTo>
                  <a:pt x="20228" y="3088"/>
                </a:lnTo>
                <a:lnTo>
                  <a:pt x="21600" y="3538"/>
                </a:lnTo>
                <a:lnTo>
                  <a:pt x="21200" y="6201"/>
                </a:lnTo>
                <a:lnTo>
                  <a:pt x="20766" y="8550"/>
                </a:lnTo>
                <a:lnTo>
                  <a:pt x="20259" y="10666"/>
                </a:lnTo>
                <a:lnTo>
                  <a:pt x="19641" y="12622"/>
                </a:lnTo>
                <a:lnTo>
                  <a:pt x="18874" y="14504"/>
                </a:lnTo>
                <a:lnTo>
                  <a:pt x="17919" y="16389"/>
                </a:lnTo>
                <a:lnTo>
                  <a:pt x="16740" y="18353"/>
                </a:lnTo>
                <a:lnTo>
                  <a:pt x="15265" y="19371"/>
                </a:lnTo>
                <a:lnTo>
                  <a:pt x="13826" y="20167"/>
                </a:lnTo>
                <a:lnTo>
                  <a:pt x="12414" y="20765"/>
                </a:lnTo>
                <a:lnTo>
                  <a:pt x="11010" y="21183"/>
                </a:lnTo>
                <a:lnTo>
                  <a:pt x="9608" y="21448"/>
                </a:lnTo>
                <a:lnTo>
                  <a:pt x="8191" y="21579"/>
                </a:lnTo>
                <a:lnTo>
                  <a:pt x="6752" y="21600"/>
                </a:lnTo>
                <a:lnTo>
                  <a:pt x="5275" y="21533"/>
                </a:lnTo>
                <a:lnTo>
                  <a:pt x="3748" y="21398"/>
                </a:lnTo>
                <a:lnTo>
                  <a:pt x="2160" y="21225"/>
                </a:lnTo>
                <a:lnTo>
                  <a:pt x="2588" y="19124"/>
                </a:lnTo>
                <a:lnTo>
                  <a:pt x="3018" y="17015"/>
                </a:lnTo>
                <a:lnTo>
                  <a:pt x="3447" y="14900"/>
                </a:lnTo>
                <a:lnTo>
                  <a:pt x="3882" y="12767"/>
                </a:lnTo>
                <a:lnTo>
                  <a:pt x="4320" y="10613"/>
                </a:lnTo>
                <a:lnTo>
                  <a:pt x="3251" y="9735"/>
                </a:lnTo>
                <a:lnTo>
                  <a:pt x="2175" y="8858"/>
                </a:lnTo>
                <a:lnTo>
                  <a:pt x="1095" y="7970"/>
                </a:lnTo>
                <a:lnTo>
                  <a:pt x="0" y="7075"/>
                </a:lnTo>
                <a:lnTo>
                  <a:pt x="1527" y="7075"/>
                </a:lnTo>
                <a:lnTo>
                  <a:pt x="3056" y="7075"/>
                </a:lnTo>
                <a:lnTo>
                  <a:pt x="4590" y="7075"/>
                </a:lnTo>
                <a:lnTo>
                  <a:pt x="6130" y="7075"/>
                </a:lnTo>
                <a:lnTo>
                  <a:pt x="7677" y="7075"/>
                </a:lnTo>
                <a:lnTo>
                  <a:pt x="9232" y="7075"/>
                </a:lnTo>
                <a:lnTo>
                  <a:pt x="10800" y="7075"/>
                </a:lnTo>
                <a:lnTo>
                  <a:pt x="10800" y="4737"/>
                </a:lnTo>
                <a:lnTo>
                  <a:pt x="10800" y="2384"/>
                </a:lnTo>
                <a:lnTo>
                  <a:pt x="10800" y="0"/>
                </a:lnTo>
                <a:close/>
              </a:path>
            </a:pathLst>
          </a:custGeom>
          <a:solidFill>
            <a:srgbClr val="F3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7" name="contour_07385"/>
          <p:cNvSpPr/>
          <p:nvPr/>
        </p:nvSpPr>
        <p:spPr>
          <a:xfrm>
            <a:off x="9258836" y="2310293"/>
            <a:ext cx="29152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470" y="949"/>
                </a:lnTo>
                <a:lnTo>
                  <a:pt x="21335" y="1898"/>
                </a:lnTo>
                <a:lnTo>
                  <a:pt x="21195" y="2845"/>
                </a:lnTo>
                <a:lnTo>
                  <a:pt x="21044" y="3794"/>
                </a:lnTo>
                <a:lnTo>
                  <a:pt x="20887" y="4742"/>
                </a:lnTo>
                <a:lnTo>
                  <a:pt x="20720" y="5689"/>
                </a:lnTo>
                <a:lnTo>
                  <a:pt x="20547" y="6638"/>
                </a:lnTo>
                <a:lnTo>
                  <a:pt x="20369" y="7586"/>
                </a:lnTo>
                <a:lnTo>
                  <a:pt x="20185" y="8535"/>
                </a:lnTo>
                <a:lnTo>
                  <a:pt x="20034" y="9400"/>
                </a:lnTo>
                <a:lnTo>
                  <a:pt x="19894" y="10267"/>
                </a:lnTo>
                <a:lnTo>
                  <a:pt x="19769" y="11134"/>
                </a:lnTo>
                <a:lnTo>
                  <a:pt x="19656" y="12001"/>
                </a:lnTo>
                <a:lnTo>
                  <a:pt x="19543" y="12868"/>
                </a:lnTo>
                <a:lnTo>
                  <a:pt x="19354" y="13774"/>
                </a:lnTo>
                <a:lnTo>
                  <a:pt x="19159" y="14685"/>
                </a:lnTo>
                <a:lnTo>
                  <a:pt x="18965" y="15610"/>
                </a:lnTo>
                <a:lnTo>
                  <a:pt x="18824" y="16448"/>
                </a:lnTo>
                <a:lnTo>
                  <a:pt x="18679" y="17290"/>
                </a:lnTo>
                <a:lnTo>
                  <a:pt x="18533" y="18145"/>
                </a:lnTo>
                <a:lnTo>
                  <a:pt x="17766" y="18811"/>
                </a:lnTo>
                <a:lnTo>
                  <a:pt x="16988" y="19480"/>
                </a:lnTo>
                <a:lnTo>
                  <a:pt x="16200" y="20160"/>
                </a:lnTo>
                <a:lnTo>
                  <a:pt x="12992" y="20445"/>
                </a:lnTo>
                <a:lnTo>
                  <a:pt x="9774" y="20732"/>
                </a:lnTo>
                <a:lnTo>
                  <a:pt x="6545" y="21018"/>
                </a:lnTo>
                <a:lnTo>
                  <a:pt x="3289" y="21308"/>
                </a:lnTo>
                <a:lnTo>
                  <a:pt x="0" y="21600"/>
                </a:lnTo>
                <a:lnTo>
                  <a:pt x="281" y="20625"/>
                </a:lnTo>
                <a:lnTo>
                  <a:pt x="562" y="19649"/>
                </a:lnTo>
                <a:lnTo>
                  <a:pt x="842" y="18672"/>
                </a:lnTo>
                <a:lnTo>
                  <a:pt x="1129" y="17696"/>
                </a:lnTo>
                <a:lnTo>
                  <a:pt x="1409" y="16720"/>
                </a:lnTo>
                <a:lnTo>
                  <a:pt x="1690" y="15742"/>
                </a:lnTo>
                <a:lnTo>
                  <a:pt x="1971" y="14763"/>
                </a:lnTo>
                <a:lnTo>
                  <a:pt x="2257" y="13782"/>
                </a:lnTo>
                <a:lnTo>
                  <a:pt x="2538" y="12802"/>
                </a:lnTo>
                <a:lnTo>
                  <a:pt x="2824" y="11818"/>
                </a:lnTo>
                <a:lnTo>
                  <a:pt x="3105" y="10835"/>
                </a:lnTo>
                <a:lnTo>
                  <a:pt x="3391" y="9848"/>
                </a:lnTo>
                <a:lnTo>
                  <a:pt x="3677" y="8860"/>
                </a:lnTo>
                <a:lnTo>
                  <a:pt x="3958" y="7870"/>
                </a:lnTo>
                <a:lnTo>
                  <a:pt x="4244" y="6877"/>
                </a:lnTo>
                <a:lnTo>
                  <a:pt x="4536" y="5881"/>
                </a:lnTo>
                <a:lnTo>
                  <a:pt x="4822" y="4884"/>
                </a:lnTo>
                <a:lnTo>
                  <a:pt x="5108" y="3884"/>
                </a:lnTo>
                <a:lnTo>
                  <a:pt x="5400" y="2880"/>
                </a:lnTo>
                <a:lnTo>
                  <a:pt x="8969" y="2880"/>
                </a:lnTo>
                <a:lnTo>
                  <a:pt x="12560" y="2880"/>
                </a:lnTo>
                <a:lnTo>
                  <a:pt x="16200" y="2880"/>
                </a:lnTo>
                <a:lnTo>
                  <a:pt x="16200" y="1928"/>
                </a:lnTo>
                <a:lnTo>
                  <a:pt x="16200" y="971"/>
                </a:lnTo>
                <a:lnTo>
                  <a:pt x="16200" y="0"/>
                </a:lnTo>
                <a:close/>
              </a:path>
            </a:pathLst>
          </a:custGeom>
          <a:solidFill>
            <a:srgbClr val="81A1C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8" name="contour_07386"/>
          <p:cNvSpPr/>
          <p:nvPr/>
        </p:nvSpPr>
        <p:spPr>
          <a:xfrm>
            <a:off x="4944345" y="2324498"/>
            <a:ext cx="58304" cy="732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0"/>
                </a:moveTo>
                <a:lnTo>
                  <a:pt x="21600" y="1629"/>
                </a:lnTo>
                <a:lnTo>
                  <a:pt x="21600" y="3150"/>
                </a:lnTo>
                <a:lnTo>
                  <a:pt x="21600" y="4676"/>
                </a:lnTo>
                <a:lnTo>
                  <a:pt x="21600" y="6209"/>
                </a:lnTo>
                <a:lnTo>
                  <a:pt x="21600" y="7747"/>
                </a:lnTo>
                <a:lnTo>
                  <a:pt x="21600" y="9295"/>
                </a:lnTo>
                <a:lnTo>
                  <a:pt x="21600" y="10855"/>
                </a:lnTo>
                <a:lnTo>
                  <a:pt x="19929" y="10633"/>
                </a:lnTo>
                <a:lnTo>
                  <a:pt x="18244" y="10410"/>
                </a:lnTo>
                <a:lnTo>
                  <a:pt x="16538" y="10184"/>
                </a:lnTo>
                <a:lnTo>
                  <a:pt x="14764" y="10171"/>
                </a:lnTo>
                <a:lnTo>
                  <a:pt x="13576" y="10236"/>
                </a:lnTo>
                <a:lnTo>
                  <a:pt x="12434" y="10442"/>
                </a:lnTo>
                <a:lnTo>
                  <a:pt x="10800" y="10855"/>
                </a:lnTo>
                <a:lnTo>
                  <a:pt x="9882" y="12217"/>
                </a:lnTo>
                <a:lnTo>
                  <a:pt x="9096" y="13573"/>
                </a:lnTo>
                <a:lnTo>
                  <a:pt x="8411" y="14938"/>
                </a:lnTo>
                <a:lnTo>
                  <a:pt x="7806" y="16328"/>
                </a:lnTo>
                <a:lnTo>
                  <a:pt x="7255" y="17760"/>
                </a:lnTo>
                <a:lnTo>
                  <a:pt x="6728" y="19249"/>
                </a:lnTo>
                <a:lnTo>
                  <a:pt x="6399" y="19833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518" y="20235"/>
                </a:lnTo>
                <a:lnTo>
                  <a:pt x="1042" y="18871"/>
                </a:lnTo>
                <a:lnTo>
                  <a:pt x="1571" y="17508"/>
                </a:lnTo>
                <a:lnTo>
                  <a:pt x="2103" y="16146"/>
                </a:lnTo>
                <a:lnTo>
                  <a:pt x="2638" y="14783"/>
                </a:lnTo>
                <a:lnTo>
                  <a:pt x="3175" y="13423"/>
                </a:lnTo>
                <a:lnTo>
                  <a:pt x="3712" y="12063"/>
                </a:lnTo>
                <a:lnTo>
                  <a:pt x="4226" y="10704"/>
                </a:lnTo>
                <a:lnTo>
                  <a:pt x="4747" y="9323"/>
                </a:lnTo>
                <a:lnTo>
                  <a:pt x="5270" y="8020"/>
                </a:lnTo>
                <a:lnTo>
                  <a:pt x="5800" y="6699"/>
                </a:lnTo>
                <a:lnTo>
                  <a:pt x="6269" y="5497"/>
                </a:lnTo>
                <a:lnTo>
                  <a:pt x="6745" y="4279"/>
                </a:lnTo>
                <a:lnTo>
                  <a:pt x="7889" y="2882"/>
                </a:lnTo>
                <a:lnTo>
                  <a:pt x="9199" y="1818"/>
                </a:lnTo>
                <a:lnTo>
                  <a:pt x="10654" y="1044"/>
                </a:lnTo>
                <a:lnTo>
                  <a:pt x="12242" y="520"/>
                </a:lnTo>
                <a:lnTo>
                  <a:pt x="13945" y="198"/>
                </a:lnTo>
                <a:lnTo>
                  <a:pt x="15746" y="41"/>
                </a:lnTo>
                <a:lnTo>
                  <a:pt x="17634" y="0"/>
                </a:lnTo>
                <a:lnTo>
                  <a:pt x="19591" y="39"/>
                </a:lnTo>
                <a:lnTo>
                  <a:pt x="21600" y="110"/>
                </a:lnTo>
                <a:close/>
              </a:path>
            </a:pathLst>
          </a:custGeom>
          <a:solidFill>
            <a:srgbClr val="6C8DA3"/>
          </a:solidFill>
          <a:ln>
            <a:noFill/>
          </a:ln>
        </p:spPr>
        <p:txBody>
          <a:bodyPr/>
          <a:lstStyle/>
          <a:p/>
        </p:txBody>
      </p:sp>
      <p:sp>
        <p:nvSpPr>
          <p:cNvPr id="7389" name="contour_07387"/>
          <p:cNvSpPr/>
          <p:nvPr/>
        </p:nvSpPr>
        <p:spPr>
          <a:xfrm>
            <a:off x="10162430" y="2301635"/>
            <a:ext cx="45951" cy="544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1" y="0"/>
                </a:moveTo>
                <a:lnTo>
                  <a:pt x="10010" y="295"/>
                </a:lnTo>
                <a:lnTo>
                  <a:pt x="12254" y="627"/>
                </a:lnTo>
                <a:lnTo>
                  <a:pt x="14368" y="1046"/>
                </a:lnTo>
                <a:lnTo>
                  <a:pt x="16417" y="1618"/>
                </a:lnTo>
                <a:lnTo>
                  <a:pt x="18476" y="2395"/>
                </a:lnTo>
                <a:lnTo>
                  <a:pt x="20610" y="3432"/>
                </a:lnTo>
                <a:lnTo>
                  <a:pt x="21072" y="5385"/>
                </a:lnTo>
                <a:lnTo>
                  <a:pt x="21381" y="7315"/>
                </a:lnTo>
                <a:lnTo>
                  <a:pt x="21552" y="9224"/>
                </a:lnTo>
                <a:lnTo>
                  <a:pt x="21600" y="11125"/>
                </a:lnTo>
                <a:lnTo>
                  <a:pt x="21549" y="13026"/>
                </a:lnTo>
                <a:lnTo>
                  <a:pt x="21405" y="14933"/>
                </a:lnTo>
                <a:lnTo>
                  <a:pt x="21192" y="16854"/>
                </a:lnTo>
                <a:lnTo>
                  <a:pt x="20922" y="18795"/>
                </a:lnTo>
                <a:lnTo>
                  <a:pt x="20610" y="20765"/>
                </a:lnTo>
                <a:lnTo>
                  <a:pt x="18092" y="21100"/>
                </a:lnTo>
                <a:lnTo>
                  <a:pt x="15636" y="21369"/>
                </a:lnTo>
                <a:lnTo>
                  <a:pt x="13214" y="21545"/>
                </a:lnTo>
                <a:lnTo>
                  <a:pt x="10812" y="21600"/>
                </a:lnTo>
                <a:lnTo>
                  <a:pt x="8404" y="21508"/>
                </a:lnTo>
                <a:lnTo>
                  <a:pt x="5968" y="21239"/>
                </a:lnTo>
                <a:lnTo>
                  <a:pt x="3481" y="20765"/>
                </a:lnTo>
                <a:lnTo>
                  <a:pt x="2432" y="19035"/>
                </a:lnTo>
                <a:lnTo>
                  <a:pt x="1600" y="17298"/>
                </a:lnTo>
                <a:lnTo>
                  <a:pt x="963" y="15551"/>
                </a:lnTo>
                <a:lnTo>
                  <a:pt x="504" y="13783"/>
                </a:lnTo>
                <a:lnTo>
                  <a:pt x="206" y="11986"/>
                </a:lnTo>
                <a:lnTo>
                  <a:pt x="41" y="10149"/>
                </a:lnTo>
                <a:lnTo>
                  <a:pt x="0" y="8265"/>
                </a:lnTo>
                <a:lnTo>
                  <a:pt x="55" y="6321"/>
                </a:lnTo>
                <a:lnTo>
                  <a:pt x="884" y="4027"/>
                </a:lnTo>
                <a:lnTo>
                  <a:pt x="1754" y="2386"/>
                </a:lnTo>
                <a:lnTo>
                  <a:pt x="2963" y="1262"/>
                </a:lnTo>
                <a:lnTo>
                  <a:pt x="4803" y="514"/>
                </a:lnTo>
                <a:lnTo>
                  <a:pt x="7561" y="0"/>
                </a:lnTo>
                <a:close/>
              </a:path>
            </a:pathLst>
          </a:custGeom>
          <a:solidFill>
            <a:srgbClr val="EC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0" name="contour_07388"/>
          <p:cNvSpPr/>
          <p:nvPr/>
        </p:nvSpPr>
        <p:spPr>
          <a:xfrm>
            <a:off x="8179696" y="2346733"/>
            <a:ext cx="44245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3" y="0"/>
                </a:moveTo>
                <a:lnTo>
                  <a:pt x="2601" y="0"/>
                </a:lnTo>
                <a:lnTo>
                  <a:pt x="4953" y="0"/>
                </a:lnTo>
                <a:lnTo>
                  <a:pt x="7304" y="0"/>
                </a:lnTo>
                <a:lnTo>
                  <a:pt x="9663" y="0"/>
                </a:lnTo>
                <a:lnTo>
                  <a:pt x="12029" y="0"/>
                </a:lnTo>
                <a:lnTo>
                  <a:pt x="14406" y="0"/>
                </a:lnTo>
                <a:lnTo>
                  <a:pt x="16790" y="0"/>
                </a:lnTo>
                <a:lnTo>
                  <a:pt x="19188" y="0"/>
                </a:lnTo>
                <a:lnTo>
                  <a:pt x="21600" y="0"/>
                </a:lnTo>
                <a:lnTo>
                  <a:pt x="21600" y="2338"/>
                </a:lnTo>
                <a:lnTo>
                  <a:pt x="21600" y="4679"/>
                </a:lnTo>
                <a:lnTo>
                  <a:pt x="21600" y="7021"/>
                </a:lnTo>
                <a:lnTo>
                  <a:pt x="21600" y="9369"/>
                </a:lnTo>
                <a:lnTo>
                  <a:pt x="21600" y="11724"/>
                </a:lnTo>
                <a:lnTo>
                  <a:pt x="21600" y="14091"/>
                </a:lnTo>
                <a:lnTo>
                  <a:pt x="21600" y="16464"/>
                </a:lnTo>
                <a:lnTo>
                  <a:pt x="21600" y="18851"/>
                </a:lnTo>
                <a:lnTo>
                  <a:pt x="21600" y="21253"/>
                </a:lnTo>
                <a:lnTo>
                  <a:pt x="19451" y="21310"/>
                </a:lnTo>
                <a:lnTo>
                  <a:pt x="17295" y="21363"/>
                </a:lnTo>
                <a:lnTo>
                  <a:pt x="15125" y="21416"/>
                </a:lnTo>
                <a:lnTo>
                  <a:pt x="12926" y="21472"/>
                </a:lnTo>
                <a:lnTo>
                  <a:pt x="10506" y="21536"/>
                </a:lnTo>
                <a:lnTo>
                  <a:pt x="8048" y="21600"/>
                </a:lnTo>
                <a:lnTo>
                  <a:pt x="5543" y="21345"/>
                </a:lnTo>
                <a:lnTo>
                  <a:pt x="3896" y="20853"/>
                </a:lnTo>
                <a:lnTo>
                  <a:pt x="2377" y="19765"/>
                </a:lnTo>
                <a:lnTo>
                  <a:pt x="253" y="17711"/>
                </a:lnTo>
                <a:lnTo>
                  <a:pt x="93" y="15175"/>
                </a:lnTo>
                <a:lnTo>
                  <a:pt x="14" y="12649"/>
                </a:lnTo>
                <a:lnTo>
                  <a:pt x="0" y="10127"/>
                </a:lnTo>
                <a:lnTo>
                  <a:pt x="36" y="7605"/>
                </a:lnTo>
                <a:lnTo>
                  <a:pt x="100" y="5079"/>
                </a:lnTo>
                <a:lnTo>
                  <a:pt x="178" y="2547"/>
                </a:lnTo>
                <a:lnTo>
                  <a:pt x="253" y="0"/>
                </a:lnTo>
                <a:close/>
              </a:path>
            </a:pathLst>
          </a:custGeom>
          <a:solidFill>
            <a:srgbClr val="F1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1" name="contour_07389"/>
          <p:cNvSpPr/>
          <p:nvPr/>
        </p:nvSpPr>
        <p:spPr>
          <a:xfrm>
            <a:off x="7087014" y="2266565"/>
            <a:ext cx="10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088" y="0"/>
                </a:lnTo>
                <a:lnTo>
                  <a:pt x="8007" y="0"/>
                </a:lnTo>
                <a:lnTo>
                  <a:pt x="8930" y="0"/>
                </a:lnTo>
                <a:lnTo>
                  <a:pt x="9860" y="0"/>
                </a:lnTo>
                <a:lnTo>
                  <a:pt x="10800" y="0"/>
                </a:lnTo>
                <a:lnTo>
                  <a:pt x="10800" y="2040"/>
                </a:lnTo>
                <a:lnTo>
                  <a:pt x="10800" y="4092"/>
                </a:lnTo>
                <a:lnTo>
                  <a:pt x="10800" y="6171"/>
                </a:lnTo>
                <a:lnTo>
                  <a:pt x="11693" y="6659"/>
                </a:lnTo>
                <a:lnTo>
                  <a:pt x="12588" y="7134"/>
                </a:lnTo>
                <a:lnTo>
                  <a:pt x="13485" y="7588"/>
                </a:lnTo>
                <a:lnTo>
                  <a:pt x="14386" y="8014"/>
                </a:lnTo>
                <a:lnTo>
                  <a:pt x="15290" y="8402"/>
                </a:lnTo>
                <a:lnTo>
                  <a:pt x="16339" y="9023"/>
                </a:lnTo>
                <a:lnTo>
                  <a:pt x="17309" y="9772"/>
                </a:lnTo>
                <a:lnTo>
                  <a:pt x="18218" y="10649"/>
                </a:lnTo>
                <a:lnTo>
                  <a:pt x="19084" y="11652"/>
                </a:lnTo>
                <a:lnTo>
                  <a:pt x="19924" y="12784"/>
                </a:lnTo>
                <a:lnTo>
                  <a:pt x="20758" y="14043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20659" y="21270"/>
                </a:lnTo>
                <a:lnTo>
                  <a:pt x="19719" y="20933"/>
                </a:lnTo>
                <a:lnTo>
                  <a:pt x="18778" y="20594"/>
                </a:lnTo>
                <a:lnTo>
                  <a:pt x="17839" y="20248"/>
                </a:lnTo>
                <a:lnTo>
                  <a:pt x="16789" y="19872"/>
                </a:lnTo>
                <a:lnTo>
                  <a:pt x="15723" y="19489"/>
                </a:lnTo>
                <a:lnTo>
                  <a:pt x="14637" y="18878"/>
                </a:lnTo>
                <a:lnTo>
                  <a:pt x="13923" y="18249"/>
                </a:lnTo>
                <a:lnTo>
                  <a:pt x="13264" y="17228"/>
                </a:lnTo>
                <a:lnTo>
                  <a:pt x="12343" y="15429"/>
                </a:lnTo>
                <a:lnTo>
                  <a:pt x="11295" y="15080"/>
                </a:lnTo>
                <a:lnTo>
                  <a:pt x="10254" y="14759"/>
                </a:lnTo>
                <a:lnTo>
                  <a:pt x="9214" y="14460"/>
                </a:lnTo>
                <a:lnTo>
                  <a:pt x="8174" y="14182"/>
                </a:lnTo>
                <a:lnTo>
                  <a:pt x="7128" y="13926"/>
                </a:lnTo>
                <a:lnTo>
                  <a:pt x="6076" y="13694"/>
                </a:lnTo>
                <a:lnTo>
                  <a:pt x="5199" y="13494"/>
                </a:lnTo>
                <a:lnTo>
                  <a:pt x="4312" y="13290"/>
                </a:lnTo>
                <a:lnTo>
                  <a:pt x="3235" y="13046"/>
                </a:lnTo>
                <a:lnTo>
                  <a:pt x="2157" y="12809"/>
                </a:lnTo>
                <a:lnTo>
                  <a:pt x="1078" y="12574"/>
                </a:lnTo>
                <a:lnTo>
                  <a:pt x="0" y="12343"/>
                </a:lnTo>
                <a:lnTo>
                  <a:pt x="670" y="12170"/>
                </a:lnTo>
                <a:lnTo>
                  <a:pt x="1350" y="11994"/>
                </a:lnTo>
                <a:lnTo>
                  <a:pt x="2365" y="11618"/>
                </a:lnTo>
                <a:lnTo>
                  <a:pt x="3337" y="11201"/>
                </a:lnTo>
                <a:lnTo>
                  <a:pt x="4285" y="10698"/>
                </a:lnTo>
                <a:lnTo>
                  <a:pt x="5223" y="10066"/>
                </a:lnTo>
                <a:lnTo>
                  <a:pt x="6171" y="9257"/>
                </a:lnTo>
                <a:lnTo>
                  <a:pt x="6357" y="6869"/>
                </a:lnTo>
                <a:lnTo>
                  <a:pt x="6449" y="5193"/>
                </a:lnTo>
                <a:lnTo>
                  <a:pt x="6449" y="3786"/>
                </a:lnTo>
                <a:lnTo>
                  <a:pt x="6357" y="2203"/>
                </a:lnTo>
                <a:lnTo>
                  <a:pt x="6171" y="0"/>
                </a:lnTo>
                <a:close/>
              </a:path>
            </a:pathLst>
          </a:custGeom>
          <a:solidFill>
            <a:srgbClr val="E2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2" name="contour_07390"/>
          <p:cNvSpPr/>
          <p:nvPr/>
        </p:nvSpPr>
        <p:spPr>
          <a:xfrm>
            <a:off x="1256621" y="2230125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6" y="0"/>
                </a:lnTo>
                <a:lnTo>
                  <a:pt x="14400" y="0"/>
                </a:lnTo>
                <a:lnTo>
                  <a:pt x="15354" y="1445"/>
                </a:lnTo>
                <a:lnTo>
                  <a:pt x="16031" y="2518"/>
                </a:lnTo>
                <a:lnTo>
                  <a:pt x="16614" y="3542"/>
                </a:lnTo>
                <a:lnTo>
                  <a:pt x="17284" y="4846"/>
                </a:lnTo>
                <a:lnTo>
                  <a:pt x="18223" y="6749"/>
                </a:lnTo>
                <a:lnTo>
                  <a:pt x="18860" y="8004"/>
                </a:lnTo>
                <a:lnTo>
                  <a:pt x="19501" y="9269"/>
                </a:lnTo>
                <a:lnTo>
                  <a:pt x="20153" y="10548"/>
                </a:lnTo>
                <a:lnTo>
                  <a:pt x="20689" y="11995"/>
                </a:lnTo>
                <a:lnTo>
                  <a:pt x="21071" y="13164"/>
                </a:lnTo>
                <a:lnTo>
                  <a:pt x="21330" y="14249"/>
                </a:lnTo>
                <a:lnTo>
                  <a:pt x="21485" y="15439"/>
                </a:lnTo>
                <a:lnTo>
                  <a:pt x="21568" y="16934"/>
                </a:lnTo>
                <a:lnTo>
                  <a:pt x="21596" y="18924"/>
                </a:lnTo>
                <a:lnTo>
                  <a:pt x="21600" y="21600"/>
                </a:lnTo>
                <a:lnTo>
                  <a:pt x="20513" y="21480"/>
                </a:lnTo>
                <a:lnTo>
                  <a:pt x="19516" y="21367"/>
                </a:lnTo>
                <a:lnTo>
                  <a:pt x="18425" y="21247"/>
                </a:lnTo>
                <a:lnTo>
                  <a:pt x="17064" y="21096"/>
                </a:lnTo>
                <a:lnTo>
                  <a:pt x="15257" y="20894"/>
                </a:lnTo>
                <a:lnTo>
                  <a:pt x="12823" y="20626"/>
                </a:lnTo>
                <a:lnTo>
                  <a:pt x="9590" y="20266"/>
                </a:lnTo>
                <a:lnTo>
                  <a:pt x="5375" y="19798"/>
                </a:lnTo>
                <a:lnTo>
                  <a:pt x="0" y="19200"/>
                </a:lnTo>
                <a:lnTo>
                  <a:pt x="0" y="17616"/>
                </a:lnTo>
                <a:lnTo>
                  <a:pt x="0" y="16030"/>
                </a:lnTo>
                <a:lnTo>
                  <a:pt x="0" y="14443"/>
                </a:lnTo>
                <a:lnTo>
                  <a:pt x="0" y="12852"/>
                </a:lnTo>
                <a:lnTo>
                  <a:pt x="0" y="11256"/>
                </a:lnTo>
                <a:lnTo>
                  <a:pt x="0" y="9653"/>
                </a:lnTo>
                <a:lnTo>
                  <a:pt x="0" y="8045"/>
                </a:lnTo>
                <a:lnTo>
                  <a:pt x="0" y="6427"/>
                </a:lnTo>
                <a:lnTo>
                  <a:pt x="0" y="4800"/>
                </a:lnTo>
                <a:lnTo>
                  <a:pt x="2138" y="4800"/>
                </a:lnTo>
                <a:lnTo>
                  <a:pt x="4284" y="4800"/>
                </a:lnTo>
                <a:lnTo>
                  <a:pt x="6437" y="4800"/>
                </a:lnTo>
                <a:lnTo>
                  <a:pt x="8608" y="4800"/>
                </a:lnTo>
                <a:lnTo>
                  <a:pt x="10800" y="4800"/>
                </a:lnTo>
                <a:lnTo>
                  <a:pt x="10800" y="3214"/>
                </a:lnTo>
                <a:lnTo>
                  <a:pt x="10800" y="1618"/>
                </a:lnTo>
                <a:lnTo>
                  <a:pt x="10800" y="0"/>
                </a:lnTo>
                <a:close/>
              </a:path>
            </a:pathLst>
          </a:custGeom>
          <a:solidFill>
            <a:srgbClr val="201E1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3" name="contour_07391"/>
          <p:cNvSpPr/>
          <p:nvPr/>
        </p:nvSpPr>
        <p:spPr>
          <a:xfrm>
            <a:off x="5060953" y="2237297"/>
            <a:ext cx="103344" cy="43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26" y="3648"/>
                </a:moveTo>
                <a:lnTo>
                  <a:pt x="21509" y="6427"/>
                </a:lnTo>
                <a:lnTo>
                  <a:pt x="21600" y="8376"/>
                </a:lnTo>
                <a:lnTo>
                  <a:pt x="21600" y="10014"/>
                </a:lnTo>
                <a:lnTo>
                  <a:pt x="21509" y="11856"/>
                </a:lnTo>
                <a:lnTo>
                  <a:pt x="21326" y="14419"/>
                </a:lnTo>
                <a:lnTo>
                  <a:pt x="20608" y="14118"/>
                </a:lnTo>
                <a:lnTo>
                  <a:pt x="19886" y="13812"/>
                </a:lnTo>
                <a:lnTo>
                  <a:pt x="19154" y="13507"/>
                </a:lnTo>
                <a:lnTo>
                  <a:pt x="18205" y="13141"/>
                </a:lnTo>
                <a:lnTo>
                  <a:pt x="17250" y="12771"/>
                </a:lnTo>
                <a:lnTo>
                  <a:pt x="16281" y="12401"/>
                </a:lnTo>
                <a:lnTo>
                  <a:pt x="15342" y="12024"/>
                </a:lnTo>
                <a:lnTo>
                  <a:pt x="14398" y="11647"/>
                </a:lnTo>
                <a:lnTo>
                  <a:pt x="13441" y="11263"/>
                </a:lnTo>
                <a:lnTo>
                  <a:pt x="12252" y="11145"/>
                </a:lnTo>
                <a:lnTo>
                  <a:pt x="11169" y="11191"/>
                </a:lnTo>
                <a:lnTo>
                  <a:pt x="10157" y="11418"/>
                </a:lnTo>
                <a:lnTo>
                  <a:pt x="9179" y="11841"/>
                </a:lnTo>
                <a:lnTo>
                  <a:pt x="8201" y="12473"/>
                </a:lnTo>
                <a:lnTo>
                  <a:pt x="7184" y="13328"/>
                </a:lnTo>
                <a:lnTo>
                  <a:pt x="6093" y="14419"/>
                </a:lnTo>
                <a:lnTo>
                  <a:pt x="5479" y="16678"/>
                </a:lnTo>
                <a:lnTo>
                  <a:pt x="5117" y="18175"/>
                </a:lnTo>
                <a:lnTo>
                  <a:pt x="4861" y="19593"/>
                </a:lnTo>
                <a:lnTo>
                  <a:pt x="4570" y="21600"/>
                </a:lnTo>
                <a:lnTo>
                  <a:pt x="3665" y="20889"/>
                </a:lnTo>
                <a:lnTo>
                  <a:pt x="2757" y="20175"/>
                </a:lnTo>
                <a:lnTo>
                  <a:pt x="1846" y="19460"/>
                </a:lnTo>
                <a:lnTo>
                  <a:pt x="928" y="18738"/>
                </a:lnTo>
                <a:lnTo>
                  <a:pt x="0" y="18010"/>
                </a:lnTo>
                <a:lnTo>
                  <a:pt x="209" y="13920"/>
                </a:lnTo>
                <a:lnTo>
                  <a:pt x="379" y="11044"/>
                </a:lnTo>
                <a:lnTo>
                  <a:pt x="554" y="8976"/>
                </a:lnTo>
                <a:lnTo>
                  <a:pt x="774" y="7321"/>
                </a:lnTo>
                <a:lnTo>
                  <a:pt x="1083" y="5676"/>
                </a:lnTo>
                <a:lnTo>
                  <a:pt x="1523" y="3648"/>
                </a:lnTo>
                <a:lnTo>
                  <a:pt x="2430" y="2700"/>
                </a:lnTo>
                <a:lnTo>
                  <a:pt x="3341" y="2003"/>
                </a:lnTo>
                <a:lnTo>
                  <a:pt x="4259" y="1515"/>
                </a:lnTo>
                <a:lnTo>
                  <a:pt x="5188" y="1185"/>
                </a:lnTo>
                <a:lnTo>
                  <a:pt x="6134" y="977"/>
                </a:lnTo>
                <a:lnTo>
                  <a:pt x="7101" y="840"/>
                </a:lnTo>
                <a:lnTo>
                  <a:pt x="8092" y="732"/>
                </a:lnTo>
                <a:lnTo>
                  <a:pt x="8989" y="524"/>
                </a:lnTo>
                <a:lnTo>
                  <a:pt x="9898" y="316"/>
                </a:lnTo>
                <a:lnTo>
                  <a:pt x="11000" y="140"/>
                </a:lnTo>
                <a:lnTo>
                  <a:pt x="12075" y="32"/>
                </a:lnTo>
                <a:lnTo>
                  <a:pt x="13132" y="0"/>
                </a:lnTo>
                <a:lnTo>
                  <a:pt x="14174" y="57"/>
                </a:lnTo>
                <a:lnTo>
                  <a:pt x="15202" y="205"/>
                </a:lnTo>
                <a:lnTo>
                  <a:pt x="16221" y="460"/>
                </a:lnTo>
                <a:lnTo>
                  <a:pt x="17237" y="829"/>
                </a:lnTo>
                <a:lnTo>
                  <a:pt x="18250" y="1325"/>
                </a:lnTo>
                <a:lnTo>
                  <a:pt x="19268" y="1953"/>
                </a:lnTo>
                <a:lnTo>
                  <a:pt x="20292" y="2722"/>
                </a:lnTo>
                <a:lnTo>
                  <a:pt x="21326" y="3648"/>
                </a:lnTo>
                <a:close/>
              </a:path>
            </a:pathLst>
          </a:custGeom>
          <a:solidFill>
            <a:srgbClr val="405C6E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4" name="contour_07392"/>
          <p:cNvSpPr/>
          <p:nvPr/>
        </p:nvSpPr>
        <p:spPr>
          <a:xfrm>
            <a:off x="1825085" y="2184809"/>
            <a:ext cx="72880" cy="436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87"/>
                </a:moveTo>
                <a:lnTo>
                  <a:pt x="2860" y="404"/>
                </a:lnTo>
                <a:lnTo>
                  <a:pt x="5113" y="137"/>
                </a:lnTo>
                <a:lnTo>
                  <a:pt x="6869" y="0"/>
                </a:lnTo>
                <a:lnTo>
                  <a:pt x="8227" y="14"/>
                </a:lnTo>
                <a:lnTo>
                  <a:pt x="9301" y="195"/>
                </a:lnTo>
                <a:lnTo>
                  <a:pt x="10189" y="559"/>
                </a:lnTo>
                <a:lnTo>
                  <a:pt x="10999" y="1129"/>
                </a:lnTo>
                <a:lnTo>
                  <a:pt x="11837" y="1916"/>
                </a:lnTo>
                <a:lnTo>
                  <a:pt x="12809" y="2944"/>
                </a:lnTo>
                <a:lnTo>
                  <a:pt x="13757" y="4615"/>
                </a:lnTo>
                <a:lnTo>
                  <a:pt x="14671" y="6311"/>
                </a:lnTo>
                <a:lnTo>
                  <a:pt x="15556" y="8040"/>
                </a:lnTo>
                <a:lnTo>
                  <a:pt x="16422" y="9808"/>
                </a:lnTo>
                <a:lnTo>
                  <a:pt x="17280" y="11612"/>
                </a:lnTo>
                <a:lnTo>
                  <a:pt x="18127" y="13026"/>
                </a:lnTo>
                <a:lnTo>
                  <a:pt x="18982" y="14455"/>
                </a:lnTo>
                <a:lnTo>
                  <a:pt x="19846" y="15899"/>
                </a:lnTo>
                <a:lnTo>
                  <a:pt x="20717" y="17353"/>
                </a:lnTo>
                <a:lnTo>
                  <a:pt x="21600" y="18829"/>
                </a:lnTo>
                <a:lnTo>
                  <a:pt x="19974" y="19691"/>
                </a:lnTo>
                <a:lnTo>
                  <a:pt x="18390" y="20380"/>
                </a:lnTo>
                <a:lnTo>
                  <a:pt x="16844" y="20907"/>
                </a:lnTo>
                <a:lnTo>
                  <a:pt x="15327" y="21275"/>
                </a:lnTo>
                <a:lnTo>
                  <a:pt x="13830" y="21503"/>
                </a:lnTo>
                <a:lnTo>
                  <a:pt x="12347" y="21600"/>
                </a:lnTo>
                <a:lnTo>
                  <a:pt x="10867" y="21571"/>
                </a:lnTo>
                <a:lnTo>
                  <a:pt x="9385" y="21430"/>
                </a:lnTo>
                <a:lnTo>
                  <a:pt x="7895" y="21189"/>
                </a:lnTo>
                <a:lnTo>
                  <a:pt x="6383" y="20857"/>
                </a:lnTo>
                <a:lnTo>
                  <a:pt x="4847" y="20445"/>
                </a:lnTo>
                <a:lnTo>
                  <a:pt x="3277" y="19962"/>
                </a:lnTo>
                <a:lnTo>
                  <a:pt x="1663" y="19421"/>
                </a:lnTo>
                <a:lnTo>
                  <a:pt x="0" y="18829"/>
                </a:lnTo>
                <a:lnTo>
                  <a:pt x="0" y="16278"/>
                </a:lnTo>
                <a:lnTo>
                  <a:pt x="0" y="13723"/>
                </a:lnTo>
                <a:lnTo>
                  <a:pt x="0" y="11161"/>
                </a:lnTo>
                <a:lnTo>
                  <a:pt x="0" y="8588"/>
                </a:lnTo>
                <a:lnTo>
                  <a:pt x="0" y="6004"/>
                </a:lnTo>
                <a:lnTo>
                  <a:pt x="0" y="3406"/>
                </a:lnTo>
                <a:lnTo>
                  <a:pt x="0" y="787"/>
                </a:lnTo>
                <a:close/>
              </a:path>
            </a:pathLst>
          </a:custGeom>
          <a:solidFill>
            <a:srgbClr val="999B9E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5" name="contour_07393"/>
          <p:cNvSpPr/>
          <p:nvPr/>
        </p:nvSpPr>
        <p:spPr>
          <a:xfrm>
            <a:off x="761038" y="2185793"/>
            <a:ext cx="87456" cy="426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306"/>
                </a:moveTo>
                <a:lnTo>
                  <a:pt x="14252" y="2666"/>
                </a:lnTo>
                <a:lnTo>
                  <a:pt x="14101" y="5045"/>
                </a:lnTo>
                <a:lnTo>
                  <a:pt x="13950" y="7453"/>
                </a:lnTo>
                <a:lnTo>
                  <a:pt x="13948" y="10451"/>
                </a:lnTo>
                <a:lnTo>
                  <a:pt x="14063" y="12425"/>
                </a:lnTo>
                <a:lnTo>
                  <a:pt x="14400" y="15058"/>
                </a:lnTo>
                <a:lnTo>
                  <a:pt x="15554" y="16197"/>
                </a:lnTo>
                <a:lnTo>
                  <a:pt x="16713" y="17060"/>
                </a:lnTo>
                <a:lnTo>
                  <a:pt x="17890" y="17695"/>
                </a:lnTo>
                <a:lnTo>
                  <a:pt x="19093" y="18152"/>
                </a:lnTo>
                <a:lnTo>
                  <a:pt x="20326" y="18487"/>
                </a:lnTo>
                <a:lnTo>
                  <a:pt x="21600" y="18746"/>
                </a:lnTo>
                <a:lnTo>
                  <a:pt x="20284" y="19494"/>
                </a:lnTo>
                <a:lnTo>
                  <a:pt x="18988" y="20121"/>
                </a:lnTo>
                <a:lnTo>
                  <a:pt x="17708" y="20626"/>
                </a:lnTo>
                <a:lnTo>
                  <a:pt x="16443" y="21021"/>
                </a:lnTo>
                <a:lnTo>
                  <a:pt x="15187" y="21309"/>
                </a:lnTo>
                <a:lnTo>
                  <a:pt x="13941" y="21500"/>
                </a:lnTo>
                <a:lnTo>
                  <a:pt x="12701" y="21593"/>
                </a:lnTo>
                <a:lnTo>
                  <a:pt x="11462" y="21600"/>
                </a:lnTo>
                <a:lnTo>
                  <a:pt x="10224" y="21526"/>
                </a:lnTo>
                <a:lnTo>
                  <a:pt x="8984" y="21379"/>
                </a:lnTo>
                <a:lnTo>
                  <a:pt x="7738" y="21157"/>
                </a:lnTo>
                <a:lnTo>
                  <a:pt x="6484" y="20877"/>
                </a:lnTo>
                <a:lnTo>
                  <a:pt x="5220" y="20542"/>
                </a:lnTo>
                <a:lnTo>
                  <a:pt x="3942" y="20151"/>
                </a:lnTo>
                <a:lnTo>
                  <a:pt x="2648" y="19719"/>
                </a:lnTo>
                <a:lnTo>
                  <a:pt x="1336" y="19247"/>
                </a:lnTo>
                <a:lnTo>
                  <a:pt x="0" y="18746"/>
                </a:lnTo>
                <a:lnTo>
                  <a:pt x="0" y="16308"/>
                </a:lnTo>
                <a:lnTo>
                  <a:pt x="0" y="13855"/>
                </a:lnTo>
                <a:lnTo>
                  <a:pt x="0" y="11370"/>
                </a:lnTo>
                <a:lnTo>
                  <a:pt x="1042" y="9592"/>
                </a:lnTo>
                <a:lnTo>
                  <a:pt x="2111" y="7903"/>
                </a:lnTo>
                <a:lnTo>
                  <a:pt x="3206" y="6325"/>
                </a:lnTo>
                <a:lnTo>
                  <a:pt x="4331" y="4875"/>
                </a:lnTo>
                <a:lnTo>
                  <a:pt x="5483" y="3574"/>
                </a:lnTo>
                <a:lnTo>
                  <a:pt x="6665" y="2441"/>
                </a:lnTo>
                <a:lnTo>
                  <a:pt x="7877" y="1497"/>
                </a:lnTo>
                <a:lnTo>
                  <a:pt x="9117" y="763"/>
                </a:lnTo>
                <a:lnTo>
                  <a:pt x="10391" y="258"/>
                </a:lnTo>
                <a:lnTo>
                  <a:pt x="11695" y="0"/>
                </a:lnTo>
                <a:lnTo>
                  <a:pt x="13030" y="7"/>
                </a:lnTo>
                <a:lnTo>
                  <a:pt x="14400" y="306"/>
                </a:lnTo>
                <a:close/>
              </a:path>
            </a:pathLst>
          </a:custGeom>
          <a:solidFill>
            <a:srgbClr val="7E807D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6" name="contour_07394"/>
          <p:cNvSpPr/>
          <p:nvPr/>
        </p:nvSpPr>
        <p:spPr>
          <a:xfrm>
            <a:off x="4907905" y="2120806"/>
            <a:ext cx="123896" cy="589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0"/>
                </a:moveTo>
                <a:lnTo>
                  <a:pt x="16060" y="331"/>
                </a:lnTo>
                <a:lnTo>
                  <a:pt x="16880" y="665"/>
                </a:lnTo>
                <a:lnTo>
                  <a:pt x="17709" y="1001"/>
                </a:lnTo>
                <a:lnTo>
                  <a:pt x="18053" y="1142"/>
                </a:lnTo>
                <a:lnTo>
                  <a:pt x="19093" y="1564"/>
                </a:lnTo>
                <a:lnTo>
                  <a:pt x="19909" y="2474"/>
                </a:lnTo>
                <a:lnTo>
                  <a:pt x="20473" y="3512"/>
                </a:lnTo>
                <a:lnTo>
                  <a:pt x="20880" y="4737"/>
                </a:lnTo>
                <a:lnTo>
                  <a:pt x="21224" y="6216"/>
                </a:lnTo>
                <a:lnTo>
                  <a:pt x="21600" y="8007"/>
                </a:lnTo>
                <a:lnTo>
                  <a:pt x="20800" y="8760"/>
                </a:lnTo>
                <a:lnTo>
                  <a:pt x="19998" y="9510"/>
                </a:lnTo>
                <a:lnTo>
                  <a:pt x="19196" y="10254"/>
                </a:lnTo>
                <a:lnTo>
                  <a:pt x="18394" y="10996"/>
                </a:lnTo>
                <a:lnTo>
                  <a:pt x="17590" y="11738"/>
                </a:lnTo>
                <a:lnTo>
                  <a:pt x="16787" y="12475"/>
                </a:lnTo>
                <a:lnTo>
                  <a:pt x="15983" y="13211"/>
                </a:lnTo>
                <a:lnTo>
                  <a:pt x="15178" y="13945"/>
                </a:lnTo>
                <a:lnTo>
                  <a:pt x="14373" y="14679"/>
                </a:lnTo>
                <a:lnTo>
                  <a:pt x="14073" y="14962"/>
                </a:lnTo>
                <a:lnTo>
                  <a:pt x="13543" y="15464"/>
                </a:lnTo>
                <a:lnTo>
                  <a:pt x="12331" y="16609"/>
                </a:lnTo>
                <a:lnTo>
                  <a:pt x="11430" y="17402"/>
                </a:lnTo>
                <a:lnTo>
                  <a:pt x="10551" y="18133"/>
                </a:lnTo>
                <a:lnTo>
                  <a:pt x="9687" y="18800"/>
                </a:lnTo>
                <a:lnTo>
                  <a:pt x="8836" y="19401"/>
                </a:lnTo>
                <a:lnTo>
                  <a:pt x="7992" y="19935"/>
                </a:lnTo>
                <a:lnTo>
                  <a:pt x="7151" y="20396"/>
                </a:lnTo>
                <a:lnTo>
                  <a:pt x="6308" y="20789"/>
                </a:lnTo>
                <a:lnTo>
                  <a:pt x="5460" y="21106"/>
                </a:lnTo>
                <a:lnTo>
                  <a:pt x="4601" y="21349"/>
                </a:lnTo>
                <a:lnTo>
                  <a:pt x="3728" y="21512"/>
                </a:lnTo>
                <a:lnTo>
                  <a:pt x="2836" y="21597"/>
                </a:lnTo>
                <a:lnTo>
                  <a:pt x="1920" y="21600"/>
                </a:lnTo>
                <a:lnTo>
                  <a:pt x="976" y="21520"/>
                </a:lnTo>
                <a:lnTo>
                  <a:pt x="0" y="21352"/>
                </a:lnTo>
                <a:lnTo>
                  <a:pt x="297" y="19822"/>
                </a:lnTo>
                <a:lnTo>
                  <a:pt x="530" y="18758"/>
                </a:lnTo>
                <a:lnTo>
                  <a:pt x="814" y="17655"/>
                </a:lnTo>
                <a:lnTo>
                  <a:pt x="1271" y="16014"/>
                </a:lnTo>
                <a:lnTo>
                  <a:pt x="2110" y="15437"/>
                </a:lnTo>
                <a:lnTo>
                  <a:pt x="2936" y="14912"/>
                </a:lnTo>
                <a:lnTo>
                  <a:pt x="3756" y="14426"/>
                </a:lnTo>
                <a:lnTo>
                  <a:pt x="4579" y="13977"/>
                </a:lnTo>
                <a:lnTo>
                  <a:pt x="5415" y="13564"/>
                </a:lnTo>
                <a:lnTo>
                  <a:pt x="6274" y="13179"/>
                </a:lnTo>
                <a:lnTo>
                  <a:pt x="8066" y="12363"/>
                </a:lnTo>
                <a:lnTo>
                  <a:pt x="9476" y="11703"/>
                </a:lnTo>
                <a:lnTo>
                  <a:pt x="10567" y="11164"/>
                </a:lnTo>
                <a:lnTo>
                  <a:pt x="11404" y="10700"/>
                </a:lnTo>
                <a:lnTo>
                  <a:pt x="12049" y="10265"/>
                </a:lnTo>
                <a:lnTo>
                  <a:pt x="12565" y="9822"/>
                </a:lnTo>
                <a:lnTo>
                  <a:pt x="13016" y="9328"/>
                </a:lnTo>
                <a:lnTo>
                  <a:pt x="13466" y="8736"/>
                </a:lnTo>
                <a:lnTo>
                  <a:pt x="13976" y="8007"/>
                </a:lnTo>
                <a:lnTo>
                  <a:pt x="14368" y="5941"/>
                </a:lnTo>
                <a:lnTo>
                  <a:pt x="14630" y="4492"/>
                </a:lnTo>
                <a:lnTo>
                  <a:pt x="14823" y="3275"/>
                </a:lnTo>
                <a:lnTo>
                  <a:pt x="15008" y="1906"/>
                </a:lnTo>
                <a:lnTo>
                  <a:pt x="15247" y="0"/>
                </a:lnTo>
                <a:close/>
              </a:path>
            </a:pathLst>
          </a:custGeom>
          <a:solidFill>
            <a:srgbClr val="A9D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7" name="contour_07395"/>
          <p:cNvSpPr/>
          <p:nvPr/>
        </p:nvSpPr>
        <p:spPr>
          <a:xfrm>
            <a:off x="1999996" y="2111870"/>
            <a:ext cx="72880" cy="59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593"/>
                </a:moveTo>
                <a:lnTo>
                  <a:pt x="14457" y="186"/>
                </a:lnTo>
                <a:lnTo>
                  <a:pt x="15859" y="5"/>
                </a:lnTo>
                <a:lnTo>
                  <a:pt x="17220" y="0"/>
                </a:lnTo>
                <a:lnTo>
                  <a:pt x="18595" y="129"/>
                </a:lnTo>
                <a:lnTo>
                  <a:pt x="20038" y="341"/>
                </a:lnTo>
                <a:lnTo>
                  <a:pt x="21600" y="593"/>
                </a:lnTo>
                <a:lnTo>
                  <a:pt x="21600" y="2450"/>
                </a:lnTo>
                <a:lnTo>
                  <a:pt x="21600" y="4309"/>
                </a:lnTo>
                <a:lnTo>
                  <a:pt x="21600" y="6173"/>
                </a:lnTo>
                <a:lnTo>
                  <a:pt x="21600" y="8046"/>
                </a:lnTo>
                <a:lnTo>
                  <a:pt x="21600" y="9926"/>
                </a:lnTo>
                <a:lnTo>
                  <a:pt x="21600" y="11816"/>
                </a:lnTo>
                <a:lnTo>
                  <a:pt x="21600" y="13723"/>
                </a:lnTo>
                <a:lnTo>
                  <a:pt x="20103" y="13982"/>
                </a:lnTo>
                <a:lnTo>
                  <a:pt x="18604" y="14242"/>
                </a:lnTo>
                <a:lnTo>
                  <a:pt x="17105" y="14502"/>
                </a:lnTo>
                <a:lnTo>
                  <a:pt x="15604" y="14765"/>
                </a:lnTo>
                <a:lnTo>
                  <a:pt x="14096" y="15025"/>
                </a:lnTo>
                <a:lnTo>
                  <a:pt x="12586" y="15288"/>
                </a:lnTo>
                <a:lnTo>
                  <a:pt x="11070" y="15550"/>
                </a:lnTo>
                <a:lnTo>
                  <a:pt x="9547" y="15815"/>
                </a:lnTo>
                <a:lnTo>
                  <a:pt x="8018" y="16081"/>
                </a:lnTo>
                <a:lnTo>
                  <a:pt x="6480" y="16348"/>
                </a:lnTo>
                <a:lnTo>
                  <a:pt x="6480" y="18084"/>
                </a:lnTo>
                <a:lnTo>
                  <a:pt x="6480" y="19830"/>
                </a:lnTo>
                <a:lnTo>
                  <a:pt x="6480" y="21600"/>
                </a:lnTo>
                <a:lnTo>
                  <a:pt x="5197" y="21080"/>
                </a:lnTo>
                <a:lnTo>
                  <a:pt x="3910" y="20558"/>
                </a:lnTo>
                <a:lnTo>
                  <a:pt x="2618" y="20035"/>
                </a:lnTo>
                <a:lnTo>
                  <a:pt x="1315" y="19507"/>
                </a:lnTo>
                <a:lnTo>
                  <a:pt x="0" y="18974"/>
                </a:lnTo>
                <a:lnTo>
                  <a:pt x="752" y="17296"/>
                </a:lnTo>
                <a:lnTo>
                  <a:pt x="1328" y="16057"/>
                </a:lnTo>
                <a:lnTo>
                  <a:pt x="1855" y="15035"/>
                </a:lnTo>
                <a:lnTo>
                  <a:pt x="2449" y="14014"/>
                </a:lnTo>
                <a:lnTo>
                  <a:pt x="3231" y="12775"/>
                </a:lnTo>
                <a:lnTo>
                  <a:pt x="4320" y="11097"/>
                </a:lnTo>
                <a:lnTo>
                  <a:pt x="5435" y="11152"/>
                </a:lnTo>
                <a:lnTo>
                  <a:pt x="6558" y="11204"/>
                </a:lnTo>
                <a:lnTo>
                  <a:pt x="7694" y="11260"/>
                </a:lnTo>
                <a:lnTo>
                  <a:pt x="8152" y="11236"/>
                </a:lnTo>
                <a:lnTo>
                  <a:pt x="8958" y="11194"/>
                </a:lnTo>
                <a:lnTo>
                  <a:pt x="10800" y="11097"/>
                </a:lnTo>
                <a:lnTo>
                  <a:pt x="11228" y="9364"/>
                </a:lnTo>
                <a:lnTo>
                  <a:pt x="11474" y="8001"/>
                </a:lnTo>
                <a:lnTo>
                  <a:pt x="11746" y="5845"/>
                </a:lnTo>
                <a:lnTo>
                  <a:pt x="12048" y="3710"/>
                </a:lnTo>
                <a:lnTo>
                  <a:pt x="12364" y="2347"/>
                </a:lnTo>
                <a:lnTo>
                  <a:pt x="12960" y="593"/>
                </a:lnTo>
                <a:close/>
              </a:path>
            </a:pathLst>
          </a:custGeom>
          <a:solidFill>
            <a:srgbClr val="595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8" name="contour_07396"/>
          <p:cNvSpPr/>
          <p:nvPr/>
        </p:nvSpPr>
        <p:spPr>
          <a:xfrm>
            <a:off x="7109979" y="2098942"/>
            <a:ext cx="5058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42" y="0"/>
                </a:moveTo>
                <a:lnTo>
                  <a:pt x="4491" y="475"/>
                </a:lnTo>
                <a:lnTo>
                  <a:pt x="6345" y="953"/>
                </a:lnTo>
                <a:lnTo>
                  <a:pt x="8206" y="1430"/>
                </a:lnTo>
                <a:lnTo>
                  <a:pt x="10083" y="1913"/>
                </a:lnTo>
                <a:lnTo>
                  <a:pt x="11978" y="2400"/>
                </a:lnTo>
                <a:lnTo>
                  <a:pt x="10434" y="3590"/>
                </a:lnTo>
                <a:lnTo>
                  <a:pt x="8866" y="4800"/>
                </a:lnTo>
                <a:lnTo>
                  <a:pt x="10344" y="4997"/>
                </a:lnTo>
                <a:lnTo>
                  <a:pt x="11832" y="5198"/>
                </a:lnTo>
                <a:lnTo>
                  <a:pt x="13341" y="5400"/>
                </a:lnTo>
                <a:lnTo>
                  <a:pt x="15619" y="6276"/>
                </a:lnTo>
                <a:lnTo>
                  <a:pt x="17287" y="7042"/>
                </a:lnTo>
                <a:lnTo>
                  <a:pt x="18507" y="7841"/>
                </a:lnTo>
                <a:lnTo>
                  <a:pt x="19443" y="8815"/>
                </a:lnTo>
                <a:lnTo>
                  <a:pt x="20262" y="10104"/>
                </a:lnTo>
                <a:lnTo>
                  <a:pt x="21121" y="11851"/>
                </a:lnTo>
                <a:lnTo>
                  <a:pt x="21550" y="13740"/>
                </a:lnTo>
                <a:lnTo>
                  <a:pt x="21600" y="15024"/>
                </a:lnTo>
                <a:lnTo>
                  <a:pt x="21314" y="16800"/>
                </a:lnTo>
                <a:lnTo>
                  <a:pt x="19745" y="17926"/>
                </a:lnTo>
                <a:lnTo>
                  <a:pt x="18146" y="18874"/>
                </a:lnTo>
                <a:lnTo>
                  <a:pt x="16487" y="19666"/>
                </a:lnTo>
                <a:lnTo>
                  <a:pt x="14751" y="20316"/>
                </a:lnTo>
                <a:lnTo>
                  <a:pt x="12918" y="20842"/>
                </a:lnTo>
                <a:lnTo>
                  <a:pt x="10963" y="21264"/>
                </a:lnTo>
                <a:lnTo>
                  <a:pt x="8866" y="21600"/>
                </a:lnTo>
                <a:lnTo>
                  <a:pt x="6924" y="20705"/>
                </a:lnTo>
                <a:lnTo>
                  <a:pt x="5409" y="19764"/>
                </a:lnTo>
                <a:lnTo>
                  <a:pt x="4214" y="18730"/>
                </a:lnTo>
                <a:lnTo>
                  <a:pt x="3230" y="17551"/>
                </a:lnTo>
                <a:lnTo>
                  <a:pt x="2353" y="16183"/>
                </a:lnTo>
                <a:lnTo>
                  <a:pt x="1475" y="14578"/>
                </a:lnTo>
                <a:lnTo>
                  <a:pt x="825" y="12792"/>
                </a:lnTo>
                <a:lnTo>
                  <a:pt x="358" y="11122"/>
                </a:lnTo>
                <a:lnTo>
                  <a:pt x="81" y="9535"/>
                </a:lnTo>
                <a:lnTo>
                  <a:pt x="0" y="7999"/>
                </a:lnTo>
                <a:lnTo>
                  <a:pt x="115" y="6485"/>
                </a:lnTo>
                <a:lnTo>
                  <a:pt x="433" y="4961"/>
                </a:lnTo>
                <a:lnTo>
                  <a:pt x="958" y="3391"/>
                </a:lnTo>
                <a:lnTo>
                  <a:pt x="1693" y="1750"/>
                </a:lnTo>
                <a:lnTo>
                  <a:pt x="2642" y="0"/>
                </a:lnTo>
                <a:close/>
              </a:path>
            </a:pathLst>
          </a:custGeom>
          <a:solidFill>
            <a:srgbClr val="DE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399" name="contour_07397"/>
          <p:cNvSpPr/>
          <p:nvPr/>
        </p:nvSpPr>
        <p:spPr>
          <a:xfrm>
            <a:off x="4543505" y="2091457"/>
            <a:ext cx="123896" cy="31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136"/>
                </a:moveTo>
                <a:lnTo>
                  <a:pt x="14932" y="2623"/>
                </a:lnTo>
                <a:lnTo>
                  <a:pt x="14617" y="5126"/>
                </a:lnTo>
                <a:lnTo>
                  <a:pt x="14298" y="7639"/>
                </a:lnTo>
                <a:lnTo>
                  <a:pt x="13976" y="10187"/>
                </a:lnTo>
                <a:lnTo>
                  <a:pt x="14360" y="10438"/>
                </a:lnTo>
                <a:lnTo>
                  <a:pt x="14712" y="10674"/>
                </a:lnTo>
                <a:lnTo>
                  <a:pt x="15097" y="10926"/>
                </a:lnTo>
                <a:lnTo>
                  <a:pt x="15577" y="11242"/>
                </a:lnTo>
                <a:lnTo>
                  <a:pt x="16215" y="11664"/>
                </a:lnTo>
                <a:lnTo>
                  <a:pt x="17074" y="12227"/>
                </a:lnTo>
                <a:lnTo>
                  <a:pt x="18215" y="12981"/>
                </a:lnTo>
                <a:lnTo>
                  <a:pt x="19703" y="13961"/>
                </a:lnTo>
                <a:lnTo>
                  <a:pt x="21600" y="15212"/>
                </a:lnTo>
                <a:lnTo>
                  <a:pt x="21600" y="17705"/>
                </a:lnTo>
                <a:lnTo>
                  <a:pt x="21600" y="20238"/>
                </a:lnTo>
                <a:lnTo>
                  <a:pt x="20718" y="20379"/>
                </a:lnTo>
                <a:lnTo>
                  <a:pt x="19835" y="20509"/>
                </a:lnTo>
                <a:lnTo>
                  <a:pt x="18953" y="20625"/>
                </a:lnTo>
                <a:lnTo>
                  <a:pt x="18072" y="20736"/>
                </a:lnTo>
                <a:lnTo>
                  <a:pt x="17189" y="20836"/>
                </a:lnTo>
                <a:lnTo>
                  <a:pt x="16307" y="20932"/>
                </a:lnTo>
                <a:lnTo>
                  <a:pt x="15424" y="21017"/>
                </a:lnTo>
                <a:lnTo>
                  <a:pt x="14542" y="21102"/>
                </a:lnTo>
                <a:lnTo>
                  <a:pt x="13659" y="21183"/>
                </a:lnTo>
                <a:lnTo>
                  <a:pt x="13327" y="21238"/>
                </a:lnTo>
                <a:lnTo>
                  <a:pt x="12741" y="21339"/>
                </a:lnTo>
                <a:lnTo>
                  <a:pt x="11401" y="21565"/>
                </a:lnTo>
                <a:lnTo>
                  <a:pt x="10395" y="21600"/>
                </a:lnTo>
                <a:lnTo>
                  <a:pt x="9446" y="21550"/>
                </a:lnTo>
                <a:lnTo>
                  <a:pt x="8546" y="21389"/>
                </a:lnTo>
                <a:lnTo>
                  <a:pt x="7691" y="21092"/>
                </a:lnTo>
                <a:lnTo>
                  <a:pt x="6873" y="20645"/>
                </a:lnTo>
                <a:lnTo>
                  <a:pt x="6084" y="20012"/>
                </a:lnTo>
                <a:lnTo>
                  <a:pt x="5317" y="19168"/>
                </a:lnTo>
                <a:lnTo>
                  <a:pt x="4568" y="18097"/>
                </a:lnTo>
                <a:lnTo>
                  <a:pt x="3826" y="16770"/>
                </a:lnTo>
                <a:lnTo>
                  <a:pt x="3086" y="15167"/>
                </a:lnTo>
                <a:lnTo>
                  <a:pt x="2342" y="13258"/>
                </a:lnTo>
                <a:lnTo>
                  <a:pt x="1586" y="11021"/>
                </a:lnTo>
                <a:lnTo>
                  <a:pt x="811" y="8428"/>
                </a:lnTo>
                <a:lnTo>
                  <a:pt x="408" y="6805"/>
                </a:lnTo>
                <a:lnTo>
                  <a:pt x="0" y="5161"/>
                </a:lnTo>
                <a:lnTo>
                  <a:pt x="905" y="4473"/>
                </a:lnTo>
                <a:lnTo>
                  <a:pt x="1803" y="3835"/>
                </a:lnTo>
                <a:lnTo>
                  <a:pt x="2699" y="3247"/>
                </a:lnTo>
                <a:lnTo>
                  <a:pt x="3591" y="2709"/>
                </a:lnTo>
                <a:lnTo>
                  <a:pt x="4481" y="2216"/>
                </a:lnTo>
                <a:lnTo>
                  <a:pt x="5370" y="1774"/>
                </a:lnTo>
                <a:lnTo>
                  <a:pt x="6256" y="1382"/>
                </a:lnTo>
                <a:lnTo>
                  <a:pt x="7143" y="1040"/>
                </a:lnTo>
                <a:lnTo>
                  <a:pt x="8031" y="744"/>
                </a:lnTo>
                <a:lnTo>
                  <a:pt x="8920" y="498"/>
                </a:lnTo>
                <a:lnTo>
                  <a:pt x="9811" y="302"/>
                </a:lnTo>
                <a:lnTo>
                  <a:pt x="10705" y="151"/>
                </a:lnTo>
                <a:lnTo>
                  <a:pt x="11603" y="55"/>
                </a:lnTo>
                <a:lnTo>
                  <a:pt x="12505" y="0"/>
                </a:lnTo>
                <a:lnTo>
                  <a:pt x="13414" y="0"/>
                </a:lnTo>
                <a:lnTo>
                  <a:pt x="14327" y="40"/>
                </a:lnTo>
                <a:lnTo>
                  <a:pt x="15247" y="136"/>
                </a:lnTo>
                <a:close/>
              </a:path>
            </a:pathLst>
          </a:custGeom>
          <a:solidFill>
            <a:srgbClr val="9FD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0" name="contour_07398"/>
          <p:cNvSpPr/>
          <p:nvPr/>
        </p:nvSpPr>
        <p:spPr>
          <a:xfrm>
            <a:off x="8056317" y="2040638"/>
            <a:ext cx="7288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711" y="0"/>
                </a:lnTo>
                <a:lnTo>
                  <a:pt x="10800" y="0"/>
                </a:lnTo>
                <a:lnTo>
                  <a:pt x="11217" y="1292"/>
                </a:lnTo>
                <a:lnTo>
                  <a:pt x="11610" y="2588"/>
                </a:lnTo>
                <a:lnTo>
                  <a:pt x="11986" y="3890"/>
                </a:lnTo>
                <a:lnTo>
                  <a:pt x="12344" y="5196"/>
                </a:lnTo>
                <a:lnTo>
                  <a:pt x="12690" y="6504"/>
                </a:lnTo>
                <a:lnTo>
                  <a:pt x="13137" y="7972"/>
                </a:lnTo>
                <a:lnTo>
                  <a:pt x="13593" y="9333"/>
                </a:lnTo>
                <a:lnTo>
                  <a:pt x="14070" y="10594"/>
                </a:lnTo>
                <a:lnTo>
                  <a:pt x="14580" y="11770"/>
                </a:lnTo>
                <a:lnTo>
                  <a:pt x="15142" y="12876"/>
                </a:lnTo>
                <a:lnTo>
                  <a:pt x="15764" y="13920"/>
                </a:lnTo>
                <a:lnTo>
                  <a:pt x="16464" y="14918"/>
                </a:lnTo>
                <a:lnTo>
                  <a:pt x="17254" y="15880"/>
                </a:lnTo>
                <a:lnTo>
                  <a:pt x="18148" y="16821"/>
                </a:lnTo>
                <a:lnTo>
                  <a:pt x="19161" y="17751"/>
                </a:lnTo>
                <a:lnTo>
                  <a:pt x="20308" y="18686"/>
                </a:lnTo>
                <a:lnTo>
                  <a:pt x="21600" y="19636"/>
                </a:lnTo>
                <a:lnTo>
                  <a:pt x="20358" y="19835"/>
                </a:lnTo>
                <a:lnTo>
                  <a:pt x="19116" y="20031"/>
                </a:lnTo>
                <a:lnTo>
                  <a:pt x="17874" y="20227"/>
                </a:lnTo>
                <a:lnTo>
                  <a:pt x="16632" y="20424"/>
                </a:lnTo>
                <a:lnTo>
                  <a:pt x="15390" y="20618"/>
                </a:lnTo>
                <a:lnTo>
                  <a:pt x="14237" y="20801"/>
                </a:lnTo>
                <a:lnTo>
                  <a:pt x="13074" y="20985"/>
                </a:lnTo>
                <a:lnTo>
                  <a:pt x="11897" y="21170"/>
                </a:lnTo>
                <a:lnTo>
                  <a:pt x="10273" y="21380"/>
                </a:lnTo>
                <a:lnTo>
                  <a:pt x="9068" y="21508"/>
                </a:lnTo>
                <a:lnTo>
                  <a:pt x="7916" y="21573"/>
                </a:lnTo>
                <a:lnTo>
                  <a:pt x="6454" y="21596"/>
                </a:lnTo>
                <a:lnTo>
                  <a:pt x="4320" y="21600"/>
                </a:lnTo>
                <a:lnTo>
                  <a:pt x="4454" y="20259"/>
                </a:lnTo>
                <a:lnTo>
                  <a:pt x="4590" y="18900"/>
                </a:lnTo>
                <a:lnTo>
                  <a:pt x="4441" y="17323"/>
                </a:lnTo>
                <a:lnTo>
                  <a:pt x="4240" y="16249"/>
                </a:lnTo>
                <a:lnTo>
                  <a:pt x="3871" y="15409"/>
                </a:lnTo>
                <a:lnTo>
                  <a:pt x="3216" y="14541"/>
                </a:lnTo>
                <a:lnTo>
                  <a:pt x="2160" y="13376"/>
                </a:lnTo>
                <a:lnTo>
                  <a:pt x="1089" y="12585"/>
                </a:lnTo>
                <a:lnTo>
                  <a:pt x="0" y="11782"/>
                </a:lnTo>
                <a:lnTo>
                  <a:pt x="456" y="11727"/>
                </a:lnTo>
                <a:lnTo>
                  <a:pt x="1261" y="11633"/>
                </a:lnTo>
                <a:lnTo>
                  <a:pt x="3106" y="11413"/>
                </a:lnTo>
                <a:lnTo>
                  <a:pt x="5070" y="10454"/>
                </a:lnTo>
                <a:lnTo>
                  <a:pt x="6162" y="9728"/>
                </a:lnTo>
                <a:lnTo>
                  <a:pt x="6780" y="8866"/>
                </a:lnTo>
                <a:lnTo>
                  <a:pt x="7316" y="7501"/>
                </a:lnTo>
                <a:lnTo>
                  <a:pt x="7562" y="6150"/>
                </a:lnTo>
                <a:lnTo>
                  <a:pt x="7789" y="4795"/>
                </a:lnTo>
                <a:lnTo>
                  <a:pt x="7996" y="3438"/>
                </a:lnTo>
                <a:lnTo>
                  <a:pt x="8184" y="2079"/>
                </a:lnTo>
                <a:lnTo>
                  <a:pt x="8411" y="1047"/>
                </a:lnTo>
                <a:lnTo>
                  <a:pt x="8640" y="0"/>
                </a:lnTo>
                <a:close/>
              </a:path>
            </a:pathLst>
          </a:custGeom>
          <a:solidFill>
            <a:srgbClr val="DE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1" name="contour_07399"/>
          <p:cNvSpPr/>
          <p:nvPr/>
        </p:nvSpPr>
        <p:spPr>
          <a:xfrm>
            <a:off x="5002649" y="2072523"/>
            <a:ext cx="80241" cy="482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97" y="0"/>
                </a:moveTo>
                <a:lnTo>
                  <a:pt x="14796" y="199"/>
                </a:lnTo>
                <a:lnTo>
                  <a:pt x="16042" y="404"/>
                </a:lnTo>
                <a:lnTo>
                  <a:pt x="17049" y="714"/>
                </a:lnTo>
                <a:lnTo>
                  <a:pt x="18133" y="1226"/>
                </a:lnTo>
                <a:lnTo>
                  <a:pt x="19619" y="2038"/>
                </a:lnTo>
                <a:lnTo>
                  <a:pt x="20254" y="4014"/>
                </a:lnTo>
                <a:lnTo>
                  <a:pt x="20743" y="5966"/>
                </a:lnTo>
                <a:lnTo>
                  <a:pt x="21102" y="7919"/>
                </a:lnTo>
                <a:lnTo>
                  <a:pt x="21349" y="9892"/>
                </a:lnTo>
                <a:lnTo>
                  <a:pt x="21504" y="11900"/>
                </a:lnTo>
                <a:lnTo>
                  <a:pt x="21580" y="13964"/>
                </a:lnTo>
                <a:lnTo>
                  <a:pt x="21600" y="16106"/>
                </a:lnTo>
                <a:lnTo>
                  <a:pt x="21580" y="18340"/>
                </a:lnTo>
                <a:lnTo>
                  <a:pt x="20468" y="18030"/>
                </a:lnTo>
                <a:lnTo>
                  <a:pt x="19350" y="17714"/>
                </a:lnTo>
                <a:lnTo>
                  <a:pt x="18216" y="17397"/>
                </a:lnTo>
                <a:lnTo>
                  <a:pt x="17125" y="17120"/>
                </a:lnTo>
                <a:lnTo>
                  <a:pt x="16036" y="16846"/>
                </a:lnTo>
                <a:lnTo>
                  <a:pt x="14945" y="16572"/>
                </a:lnTo>
                <a:lnTo>
                  <a:pt x="13857" y="16302"/>
                </a:lnTo>
                <a:lnTo>
                  <a:pt x="13303" y="16145"/>
                </a:lnTo>
                <a:lnTo>
                  <a:pt x="11638" y="15666"/>
                </a:lnTo>
                <a:lnTo>
                  <a:pt x="10570" y="15415"/>
                </a:lnTo>
                <a:lnTo>
                  <a:pt x="9739" y="15259"/>
                </a:lnTo>
                <a:lnTo>
                  <a:pt x="8864" y="15171"/>
                </a:lnTo>
                <a:lnTo>
                  <a:pt x="7671" y="15118"/>
                </a:lnTo>
                <a:lnTo>
                  <a:pt x="5886" y="15079"/>
                </a:lnTo>
                <a:lnTo>
                  <a:pt x="5022" y="16974"/>
                </a:lnTo>
                <a:lnTo>
                  <a:pt x="4530" y="18284"/>
                </a:lnTo>
                <a:lnTo>
                  <a:pt x="4226" y="19621"/>
                </a:lnTo>
                <a:lnTo>
                  <a:pt x="3924" y="21600"/>
                </a:lnTo>
                <a:lnTo>
                  <a:pt x="2953" y="20791"/>
                </a:lnTo>
                <a:lnTo>
                  <a:pt x="1978" y="19983"/>
                </a:lnTo>
                <a:lnTo>
                  <a:pt x="995" y="19164"/>
                </a:lnTo>
                <a:lnTo>
                  <a:pt x="0" y="18340"/>
                </a:lnTo>
                <a:lnTo>
                  <a:pt x="614" y="15715"/>
                </a:lnTo>
                <a:lnTo>
                  <a:pt x="1234" y="13306"/>
                </a:lnTo>
                <a:lnTo>
                  <a:pt x="1877" y="11108"/>
                </a:lnTo>
                <a:lnTo>
                  <a:pt x="2556" y="9116"/>
                </a:lnTo>
                <a:lnTo>
                  <a:pt x="3290" y="7333"/>
                </a:lnTo>
                <a:lnTo>
                  <a:pt x="4092" y="5748"/>
                </a:lnTo>
                <a:lnTo>
                  <a:pt x="4981" y="4362"/>
                </a:lnTo>
                <a:lnTo>
                  <a:pt x="5970" y="3172"/>
                </a:lnTo>
                <a:lnTo>
                  <a:pt x="7076" y="2171"/>
                </a:lnTo>
                <a:lnTo>
                  <a:pt x="8316" y="1356"/>
                </a:lnTo>
                <a:lnTo>
                  <a:pt x="9707" y="724"/>
                </a:lnTo>
                <a:lnTo>
                  <a:pt x="11261" y="274"/>
                </a:lnTo>
                <a:lnTo>
                  <a:pt x="12997" y="0"/>
                </a:lnTo>
                <a:close/>
              </a:path>
            </a:pathLst>
          </a:custGeom>
          <a:solidFill>
            <a:srgbClr val="C2D9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2" name="contour_07400"/>
          <p:cNvSpPr/>
          <p:nvPr/>
        </p:nvSpPr>
        <p:spPr>
          <a:xfrm>
            <a:off x="906798" y="2066415"/>
            <a:ext cx="94744" cy="616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2"/>
                </a:moveTo>
                <a:lnTo>
                  <a:pt x="1095" y="1064"/>
                </a:lnTo>
                <a:lnTo>
                  <a:pt x="2192" y="955"/>
                </a:lnTo>
                <a:lnTo>
                  <a:pt x="3287" y="855"/>
                </a:lnTo>
                <a:lnTo>
                  <a:pt x="4381" y="763"/>
                </a:lnTo>
                <a:lnTo>
                  <a:pt x="5478" y="676"/>
                </a:lnTo>
                <a:lnTo>
                  <a:pt x="6575" y="597"/>
                </a:lnTo>
                <a:lnTo>
                  <a:pt x="7671" y="523"/>
                </a:lnTo>
                <a:lnTo>
                  <a:pt x="8768" y="452"/>
                </a:lnTo>
                <a:lnTo>
                  <a:pt x="9866" y="385"/>
                </a:lnTo>
                <a:lnTo>
                  <a:pt x="10283" y="337"/>
                </a:lnTo>
                <a:lnTo>
                  <a:pt x="11018" y="253"/>
                </a:lnTo>
                <a:lnTo>
                  <a:pt x="12704" y="61"/>
                </a:lnTo>
                <a:lnTo>
                  <a:pt x="13807" y="15"/>
                </a:lnTo>
                <a:lnTo>
                  <a:pt x="14857" y="0"/>
                </a:lnTo>
                <a:lnTo>
                  <a:pt x="15873" y="36"/>
                </a:lnTo>
                <a:lnTo>
                  <a:pt x="16871" y="148"/>
                </a:lnTo>
                <a:lnTo>
                  <a:pt x="17870" y="360"/>
                </a:lnTo>
                <a:lnTo>
                  <a:pt x="18885" y="697"/>
                </a:lnTo>
                <a:lnTo>
                  <a:pt x="19938" y="1182"/>
                </a:lnTo>
                <a:lnTo>
                  <a:pt x="20424" y="2736"/>
                </a:lnTo>
                <a:lnTo>
                  <a:pt x="20804" y="4278"/>
                </a:lnTo>
                <a:lnTo>
                  <a:pt x="21093" y="5819"/>
                </a:lnTo>
                <a:lnTo>
                  <a:pt x="21304" y="7374"/>
                </a:lnTo>
                <a:lnTo>
                  <a:pt x="21447" y="8951"/>
                </a:lnTo>
                <a:lnTo>
                  <a:pt x="21537" y="10564"/>
                </a:lnTo>
                <a:lnTo>
                  <a:pt x="21583" y="12223"/>
                </a:lnTo>
                <a:lnTo>
                  <a:pt x="21600" y="13943"/>
                </a:lnTo>
                <a:lnTo>
                  <a:pt x="20502" y="13943"/>
                </a:lnTo>
                <a:lnTo>
                  <a:pt x="19397" y="13943"/>
                </a:lnTo>
                <a:lnTo>
                  <a:pt x="18277" y="13943"/>
                </a:lnTo>
                <a:lnTo>
                  <a:pt x="18277" y="12259"/>
                </a:lnTo>
                <a:lnTo>
                  <a:pt x="18277" y="10572"/>
                </a:lnTo>
                <a:lnTo>
                  <a:pt x="18277" y="8877"/>
                </a:lnTo>
                <a:lnTo>
                  <a:pt x="18277" y="7174"/>
                </a:lnTo>
                <a:lnTo>
                  <a:pt x="18277" y="5462"/>
                </a:lnTo>
                <a:lnTo>
                  <a:pt x="18277" y="3734"/>
                </a:lnTo>
                <a:lnTo>
                  <a:pt x="17225" y="4375"/>
                </a:lnTo>
                <a:lnTo>
                  <a:pt x="16185" y="5025"/>
                </a:lnTo>
                <a:lnTo>
                  <a:pt x="15158" y="5694"/>
                </a:lnTo>
                <a:lnTo>
                  <a:pt x="14141" y="6386"/>
                </a:lnTo>
                <a:lnTo>
                  <a:pt x="13138" y="7108"/>
                </a:lnTo>
                <a:lnTo>
                  <a:pt x="12146" y="7864"/>
                </a:lnTo>
                <a:lnTo>
                  <a:pt x="11167" y="8665"/>
                </a:lnTo>
                <a:lnTo>
                  <a:pt x="10202" y="9515"/>
                </a:lnTo>
                <a:lnTo>
                  <a:pt x="9248" y="10421"/>
                </a:lnTo>
                <a:lnTo>
                  <a:pt x="8308" y="11391"/>
                </a:lnTo>
                <a:lnTo>
                  <a:pt x="7937" y="13239"/>
                </a:lnTo>
                <a:lnTo>
                  <a:pt x="7756" y="14865"/>
                </a:lnTo>
                <a:lnTo>
                  <a:pt x="7734" y="16391"/>
                </a:lnTo>
                <a:lnTo>
                  <a:pt x="7839" y="17937"/>
                </a:lnTo>
                <a:lnTo>
                  <a:pt x="8042" y="19635"/>
                </a:lnTo>
                <a:lnTo>
                  <a:pt x="8308" y="21600"/>
                </a:lnTo>
                <a:lnTo>
                  <a:pt x="7209" y="21600"/>
                </a:lnTo>
                <a:lnTo>
                  <a:pt x="6104" y="21600"/>
                </a:lnTo>
                <a:lnTo>
                  <a:pt x="4985" y="21600"/>
                </a:lnTo>
                <a:lnTo>
                  <a:pt x="4330" y="20035"/>
                </a:lnTo>
                <a:lnTo>
                  <a:pt x="3905" y="18884"/>
                </a:lnTo>
                <a:lnTo>
                  <a:pt x="3527" y="17575"/>
                </a:lnTo>
                <a:lnTo>
                  <a:pt x="3011" y="15538"/>
                </a:lnTo>
                <a:lnTo>
                  <a:pt x="2713" y="14413"/>
                </a:lnTo>
                <a:lnTo>
                  <a:pt x="2414" y="13277"/>
                </a:lnTo>
                <a:lnTo>
                  <a:pt x="2110" y="12128"/>
                </a:lnTo>
                <a:lnTo>
                  <a:pt x="1863" y="10181"/>
                </a:lnTo>
                <a:lnTo>
                  <a:pt x="1811" y="8879"/>
                </a:lnTo>
                <a:lnTo>
                  <a:pt x="1984" y="7636"/>
                </a:lnTo>
                <a:lnTo>
                  <a:pt x="2408" y="5868"/>
                </a:lnTo>
                <a:lnTo>
                  <a:pt x="2863" y="4809"/>
                </a:lnTo>
                <a:lnTo>
                  <a:pt x="3323" y="3734"/>
                </a:lnTo>
                <a:lnTo>
                  <a:pt x="2501" y="3101"/>
                </a:lnTo>
                <a:lnTo>
                  <a:pt x="1673" y="2468"/>
                </a:lnTo>
                <a:lnTo>
                  <a:pt x="842" y="1827"/>
                </a:lnTo>
                <a:lnTo>
                  <a:pt x="0" y="1182"/>
                </a:lnTo>
                <a:close/>
              </a:path>
            </a:pathLst>
          </a:custGeom>
          <a:solidFill>
            <a:srgbClr val="292B29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3" name="contour_07401"/>
          <p:cNvSpPr/>
          <p:nvPr/>
        </p:nvSpPr>
        <p:spPr>
          <a:xfrm>
            <a:off x="7699206" y="2047926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65" y="316"/>
                </a:lnTo>
                <a:lnTo>
                  <a:pt x="10454" y="643"/>
                </a:lnTo>
                <a:lnTo>
                  <a:pt x="12476" y="1015"/>
                </a:lnTo>
                <a:lnTo>
                  <a:pt x="14466" y="1463"/>
                </a:lnTo>
                <a:lnTo>
                  <a:pt x="16465" y="2014"/>
                </a:lnTo>
                <a:lnTo>
                  <a:pt x="18514" y="2700"/>
                </a:lnTo>
                <a:lnTo>
                  <a:pt x="19928" y="4466"/>
                </a:lnTo>
                <a:lnTo>
                  <a:pt x="20795" y="5770"/>
                </a:lnTo>
                <a:lnTo>
                  <a:pt x="21264" y="7001"/>
                </a:lnTo>
                <a:lnTo>
                  <a:pt x="21483" y="8548"/>
                </a:lnTo>
                <a:lnTo>
                  <a:pt x="21600" y="10800"/>
                </a:lnTo>
                <a:lnTo>
                  <a:pt x="20542" y="12552"/>
                </a:lnTo>
                <a:lnTo>
                  <a:pt x="19421" y="14229"/>
                </a:lnTo>
                <a:lnTo>
                  <a:pt x="18221" y="15836"/>
                </a:lnTo>
                <a:lnTo>
                  <a:pt x="16925" y="17375"/>
                </a:lnTo>
                <a:lnTo>
                  <a:pt x="15524" y="18846"/>
                </a:lnTo>
                <a:lnTo>
                  <a:pt x="14003" y="20255"/>
                </a:lnTo>
                <a:lnTo>
                  <a:pt x="12343" y="21600"/>
                </a:lnTo>
                <a:lnTo>
                  <a:pt x="10303" y="21600"/>
                </a:lnTo>
                <a:lnTo>
                  <a:pt x="8251" y="21600"/>
                </a:lnTo>
                <a:lnTo>
                  <a:pt x="6171" y="21600"/>
                </a:lnTo>
                <a:lnTo>
                  <a:pt x="5206" y="19834"/>
                </a:lnTo>
                <a:lnTo>
                  <a:pt x="4542" y="18530"/>
                </a:lnTo>
                <a:lnTo>
                  <a:pt x="4015" y="17299"/>
                </a:lnTo>
                <a:lnTo>
                  <a:pt x="3456" y="15752"/>
                </a:lnTo>
                <a:lnTo>
                  <a:pt x="2700" y="13500"/>
                </a:lnTo>
                <a:lnTo>
                  <a:pt x="2182" y="11993"/>
                </a:lnTo>
                <a:lnTo>
                  <a:pt x="1660" y="10479"/>
                </a:lnTo>
                <a:lnTo>
                  <a:pt x="1132" y="8942"/>
                </a:lnTo>
                <a:lnTo>
                  <a:pt x="571" y="7185"/>
                </a:lnTo>
                <a:lnTo>
                  <a:pt x="0" y="5400"/>
                </a:lnTo>
                <a:lnTo>
                  <a:pt x="2040" y="5400"/>
                </a:lnTo>
                <a:lnTo>
                  <a:pt x="4092" y="5400"/>
                </a:lnTo>
                <a:lnTo>
                  <a:pt x="6171" y="5400"/>
                </a:lnTo>
                <a:lnTo>
                  <a:pt x="6171" y="3615"/>
                </a:lnTo>
                <a:lnTo>
                  <a:pt x="6171" y="1820"/>
                </a:lnTo>
                <a:lnTo>
                  <a:pt x="6171" y="0"/>
                </a:lnTo>
                <a:close/>
              </a:path>
            </a:pathLst>
          </a:custGeom>
          <a:solidFill>
            <a:srgbClr val="EA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4" name="contour_07402"/>
          <p:cNvSpPr/>
          <p:nvPr/>
        </p:nvSpPr>
        <p:spPr>
          <a:xfrm>
            <a:off x="1052557" y="2040638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85" y="0"/>
                </a:moveTo>
                <a:lnTo>
                  <a:pt x="6922" y="586"/>
                </a:lnTo>
                <a:lnTo>
                  <a:pt x="8279" y="1028"/>
                </a:lnTo>
                <a:lnTo>
                  <a:pt x="9246" y="1413"/>
                </a:lnTo>
                <a:lnTo>
                  <a:pt x="10004" y="1827"/>
                </a:lnTo>
                <a:lnTo>
                  <a:pt x="10737" y="2357"/>
                </a:lnTo>
                <a:lnTo>
                  <a:pt x="11631" y="3086"/>
                </a:lnTo>
                <a:lnTo>
                  <a:pt x="11870" y="4616"/>
                </a:lnTo>
                <a:lnTo>
                  <a:pt x="12113" y="6153"/>
                </a:lnTo>
                <a:lnTo>
                  <a:pt x="12359" y="7714"/>
                </a:lnTo>
                <a:lnTo>
                  <a:pt x="12666" y="9245"/>
                </a:lnTo>
                <a:lnTo>
                  <a:pt x="12978" y="10781"/>
                </a:lnTo>
                <a:lnTo>
                  <a:pt x="13292" y="12343"/>
                </a:lnTo>
                <a:lnTo>
                  <a:pt x="14312" y="12972"/>
                </a:lnTo>
                <a:lnTo>
                  <a:pt x="15334" y="13509"/>
                </a:lnTo>
                <a:lnTo>
                  <a:pt x="16360" y="13966"/>
                </a:lnTo>
                <a:lnTo>
                  <a:pt x="17391" y="14352"/>
                </a:lnTo>
                <a:lnTo>
                  <a:pt x="18430" y="14682"/>
                </a:lnTo>
                <a:lnTo>
                  <a:pt x="19477" y="14963"/>
                </a:lnTo>
                <a:lnTo>
                  <a:pt x="20533" y="15206"/>
                </a:lnTo>
                <a:lnTo>
                  <a:pt x="21600" y="15429"/>
                </a:lnTo>
                <a:lnTo>
                  <a:pt x="20799" y="16259"/>
                </a:lnTo>
                <a:lnTo>
                  <a:pt x="19995" y="17083"/>
                </a:lnTo>
                <a:lnTo>
                  <a:pt x="19187" y="17897"/>
                </a:lnTo>
                <a:lnTo>
                  <a:pt x="18380" y="18706"/>
                </a:lnTo>
                <a:lnTo>
                  <a:pt x="17483" y="19622"/>
                </a:lnTo>
                <a:lnTo>
                  <a:pt x="16571" y="20551"/>
                </a:lnTo>
                <a:lnTo>
                  <a:pt x="15768" y="21072"/>
                </a:lnTo>
                <a:lnTo>
                  <a:pt x="14954" y="21600"/>
                </a:lnTo>
                <a:lnTo>
                  <a:pt x="14130" y="20069"/>
                </a:lnTo>
                <a:lnTo>
                  <a:pt x="13292" y="18514"/>
                </a:lnTo>
                <a:lnTo>
                  <a:pt x="12164" y="18166"/>
                </a:lnTo>
                <a:lnTo>
                  <a:pt x="11043" y="17845"/>
                </a:lnTo>
                <a:lnTo>
                  <a:pt x="9923" y="17545"/>
                </a:lnTo>
                <a:lnTo>
                  <a:pt x="8803" y="17268"/>
                </a:lnTo>
                <a:lnTo>
                  <a:pt x="7676" y="17012"/>
                </a:lnTo>
                <a:lnTo>
                  <a:pt x="6543" y="16780"/>
                </a:lnTo>
                <a:lnTo>
                  <a:pt x="5599" y="16580"/>
                </a:lnTo>
                <a:lnTo>
                  <a:pt x="4644" y="16376"/>
                </a:lnTo>
                <a:lnTo>
                  <a:pt x="3484" y="16132"/>
                </a:lnTo>
                <a:lnTo>
                  <a:pt x="2323" y="15895"/>
                </a:lnTo>
                <a:lnTo>
                  <a:pt x="1161" y="15660"/>
                </a:lnTo>
                <a:lnTo>
                  <a:pt x="0" y="15429"/>
                </a:lnTo>
                <a:lnTo>
                  <a:pt x="793" y="14861"/>
                </a:lnTo>
                <a:lnTo>
                  <a:pt x="1597" y="14284"/>
                </a:lnTo>
                <a:lnTo>
                  <a:pt x="2605" y="13114"/>
                </a:lnTo>
                <a:lnTo>
                  <a:pt x="3193" y="12210"/>
                </a:lnTo>
                <a:lnTo>
                  <a:pt x="3586" y="11105"/>
                </a:lnTo>
                <a:lnTo>
                  <a:pt x="4011" y="9340"/>
                </a:lnTo>
                <a:lnTo>
                  <a:pt x="4099" y="8507"/>
                </a:lnTo>
                <a:lnTo>
                  <a:pt x="4362" y="5980"/>
                </a:lnTo>
                <a:lnTo>
                  <a:pt x="4568" y="4005"/>
                </a:lnTo>
                <a:lnTo>
                  <a:pt x="4775" y="2015"/>
                </a:lnTo>
                <a:lnTo>
                  <a:pt x="4985" y="0"/>
                </a:lnTo>
                <a:close/>
              </a:path>
            </a:pathLst>
          </a:custGeom>
          <a:solidFill>
            <a:srgbClr val="8E8D88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5" name="contour_07403"/>
          <p:cNvSpPr/>
          <p:nvPr/>
        </p:nvSpPr>
        <p:spPr>
          <a:xfrm>
            <a:off x="1109797" y="2032796"/>
            <a:ext cx="52080" cy="442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21" y="50"/>
                </a:moveTo>
                <a:lnTo>
                  <a:pt x="15201" y="71"/>
                </a:lnTo>
                <a:lnTo>
                  <a:pt x="16208" y="103"/>
                </a:lnTo>
                <a:lnTo>
                  <a:pt x="18115" y="160"/>
                </a:lnTo>
                <a:lnTo>
                  <a:pt x="21600" y="270"/>
                </a:lnTo>
                <a:lnTo>
                  <a:pt x="21268" y="2616"/>
                </a:lnTo>
                <a:lnTo>
                  <a:pt x="20935" y="4966"/>
                </a:lnTo>
                <a:lnTo>
                  <a:pt x="20603" y="7316"/>
                </a:lnTo>
                <a:lnTo>
                  <a:pt x="20267" y="9673"/>
                </a:lnTo>
                <a:lnTo>
                  <a:pt x="19931" y="12037"/>
                </a:lnTo>
                <a:lnTo>
                  <a:pt x="19596" y="14412"/>
                </a:lnTo>
                <a:lnTo>
                  <a:pt x="19257" y="16794"/>
                </a:lnTo>
                <a:lnTo>
                  <a:pt x="18919" y="19190"/>
                </a:lnTo>
                <a:lnTo>
                  <a:pt x="18577" y="21600"/>
                </a:lnTo>
                <a:lnTo>
                  <a:pt x="17664" y="21419"/>
                </a:lnTo>
                <a:lnTo>
                  <a:pt x="16827" y="21255"/>
                </a:lnTo>
                <a:lnTo>
                  <a:pt x="15911" y="21074"/>
                </a:lnTo>
                <a:lnTo>
                  <a:pt x="14769" y="20850"/>
                </a:lnTo>
                <a:lnTo>
                  <a:pt x="13251" y="20555"/>
                </a:lnTo>
                <a:lnTo>
                  <a:pt x="11208" y="20153"/>
                </a:lnTo>
                <a:lnTo>
                  <a:pt x="8494" y="19620"/>
                </a:lnTo>
                <a:lnTo>
                  <a:pt x="4954" y="18927"/>
                </a:lnTo>
                <a:lnTo>
                  <a:pt x="441" y="18045"/>
                </a:lnTo>
                <a:lnTo>
                  <a:pt x="196" y="13495"/>
                </a:lnTo>
                <a:lnTo>
                  <a:pt x="48" y="10341"/>
                </a:lnTo>
                <a:lnTo>
                  <a:pt x="0" y="8194"/>
                </a:lnTo>
                <a:lnTo>
                  <a:pt x="48" y="6655"/>
                </a:lnTo>
                <a:lnTo>
                  <a:pt x="196" y="5329"/>
                </a:lnTo>
                <a:lnTo>
                  <a:pt x="441" y="3825"/>
                </a:lnTo>
                <a:lnTo>
                  <a:pt x="2343" y="2375"/>
                </a:lnTo>
                <a:lnTo>
                  <a:pt x="4223" y="1337"/>
                </a:lnTo>
                <a:lnTo>
                  <a:pt x="6112" y="643"/>
                </a:lnTo>
                <a:lnTo>
                  <a:pt x="8043" y="235"/>
                </a:lnTo>
                <a:lnTo>
                  <a:pt x="10053" y="39"/>
                </a:lnTo>
                <a:lnTo>
                  <a:pt x="12166" y="0"/>
                </a:lnTo>
                <a:lnTo>
                  <a:pt x="14421" y="50"/>
                </a:lnTo>
                <a:close/>
              </a:path>
            </a:pathLst>
          </a:custGeom>
          <a:solidFill>
            <a:srgbClr val="1B1713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6" name="contour_07404"/>
          <p:cNvSpPr/>
          <p:nvPr/>
        </p:nvSpPr>
        <p:spPr>
          <a:xfrm>
            <a:off x="1606445" y="2004198"/>
            <a:ext cx="58304" cy="505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0"/>
                </a:lnTo>
                <a:lnTo>
                  <a:pt x="16713" y="0"/>
                </a:lnTo>
                <a:lnTo>
                  <a:pt x="18328" y="0"/>
                </a:lnTo>
                <a:lnTo>
                  <a:pt x="19956" y="0"/>
                </a:lnTo>
                <a:lnTo>
                  <a:pt x="21600" y="0"/>
                </a:lnTo>
                <a:lnTo>
                  <a:pt x="21600" y="2056"/>
                </a:lnTo>
                <a:lnTo>
                  <a:pt x="21600" y="4115"/>
                </a:lnTo>
                <a:lnTo>
                  <a:pt x="21600" y="6174"/>
                </a:lnTo>
                <a:lnTo>
                  <a:pt x="21600" y="8239"/>
                </a:lnTo>
                <a:lnTo>
                  <a:pt x="21600" y="10311"/>
                </a:lnTo>
                <a:lnTo>
                  <a:pt x="21600" y="12392"/>
                </a:lnTo>
                <a:lnTo>
                  <a:pt x="21600" y="14479"/>
                </a:lnTo>
                <a:lnTo>
                  <a:pt x="21600" y="16578"/>
                </a:lnTo>
                <a:lnTo>
                  <a:pt x="21600" y="18691"/>
                </a:lnTo>
                <a:lnTo>
                  <a:pt x="17809" y="19544"/>
                </a:lnTo>
                <a:lnTo>
                  <a:pt x="14683" y="20239"/>
                </a:lnTo>
                <a:lnTo>
                  <a:pt x="12139" y="20778"/>
                </a:lnTo>
                <a:lnTo>
                  <a:pt x="10090" y="21176"/>
                </a:lnTo>
                <a:lnTo>
                  <a:pt x="8443" y="21438"/>
                </a:lnTo>
                <a:lnTo>
                  <a:pt x="7114" y="21578"/>
                </a:lnTo>
                <a:lnTo>
                  <a:pt x="6016" y="21600"/>
                </a:lnTo>
                <a:lnTo>
                  <a:pt x="5060" y="21519"/>
                </a:lnTo>
                <a:lnTo>
                  <a:pt x="4161" y="21338"/>
                </a:lnTo>
                <a:lnTo>
                  <a:pt x="3226" y="21070"/>
                </a:lnTo>
                <a:lnTo>
                  <a:pt x="2174" y="20722"/>
                </a:lnTo>
                <a:lnTo>
                  <a:pt x="1094" y="19715"/>
                </a:lnTo>
                <a:lnTo>
                  <a:pt x="0" y="18691"/>
                </a:lnTo>
                <a:lnTo>
                  <a:pt x="0" y="16631"/>
                </a:lnTo>
                <a:lnTo>
                  <a:pt x="0" y="14560"/>
                </a:lnTo>
                <a:lnTo>
                  <a:pt x="0" y="12460"/>
                </a:lnTo>
                <a:lnTo>
                  <a:pt x="1358" y="11426"/>
                </a:lnTo>
                <a:lnTo>
                  <a:pt x="2354" y="10760"/>
                </a:lnTo>
                <a:lnTo>
                  <a:pt x="3483" y="10161"/>
                </a:lnTo>
                <a:lnTo>
                  <a:pt x="5233" y="9345"/>
                </a:lnTo>
                <a:lnTo>
                  <a:pt x="6974" y="8529"/>
                </a:lnTo>
                <a:lnTo>
                  <a:pt x="8132" y="7931"/>
                </a:lnTo>
                <a:lnTo>
                  <a:pt x="9234" y="7264"/>
                </a:lnTo>
                <a:lnTo>
                  <a:pt x="10800" y="6230"/>
                </a:lnTo>
                <a:lnTo>
                  <a:pt x="11391" y="4589"/>
                </a:lnTo>
                <a:lnTo>
                  <a:pt x="11991" y="2922"/>
                </a:lnTo>
                <a:lnTo>
                  <a:pt x="12741" y="1470"/>
                </a:lnTo>
                <a:lnTo>
                  <a:pt x="13500" y="0"/>
                </a:lnTo>
                <a:close/>
              </a:path>
            </a:pathLst>
          </a:custGeom>
          <a:solidFill>
            <a:srgbClr val="15120F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7" name="contour_07405"/>
          <p:cNvSpPr/>
          <p:nvPr/>
        </p:nvSpPr>
        <p:spPr>
          <a:xfrm>
            <a:off x="5461668" y="1996910"/>
            <a:ext cx="43903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4" y="0"/>
                </a:moveTo>
                <a:lnTo>
                  <a:pt x="16566" y="362"/>
                </a:lnTo>
                <a:lnTo>
                  <a:pt x="18032" y="655"/>
                </a:lnTo>
                <a:lnTo>
                  <a:pt x="19477" y="1037"/>
                </a:lnTo>
                <a:lnTo>
                  <a:pt x="21575" y="1662"/>
                </a:lnTo>
                <a:lnTo>
                  <a:pt x="21600" y="2742"/>
                </a:lnTo>
                <a:lnTo>
                  <a:pt x="21471" y="3855"/>
                </a:lnTo>
                <a:lnTo>
                  <a:pt x="21198" y="4991"/>
                </a:lnTo>
                <a:lnTo>
                  <a:pt x="20793" y="6148"/>
                </a:lnTo>
                <a:lnTo>
                  <a:pt x="20270" y="7316"/>
                </a:lnTo>
                <a:lnTo>
                  <a:pt x="19635" y="8489"/>
                </a:lnTo>
                <a:lnTo>
                  <a:pt x="18900" y="9664"/>
                </a:lnTo>
                <a:lnTo>
                  <a:pt x="18079" y="10830"/>
                </a:lnTo>
                <a:lnTo>
                  <a:pt x="17182" y="11985"/>
                </a:lnTo>
                <a:lnTo>
                  <a:pt x="16222" y="13118"/>
                </a:lnTo>
                <a:lnTo>
                  <a:pt x="15203" y="14228"/>
                </a:lnTo>
                <a:lnTo>
                  <a:pt x="14145" y="15304"/>
                </a:lnTo>
                <a:lnTo>
                  <a:pt x="13052" y="16341"/>
                </a:lnTo>
                <a:lnTo>
                  <a:pt x="11940" y="17335"/>
                </a:lnTo>
                <a:lnTo>
                  <a:pt x="10818" y="18277"/>
                </a:lnTo>
                <a:lnTo>
                  <a:pt x="9115" y="18986"/>
                </a:lnTo>
                <a:lnTo>
                  <a:pt x="7447" y="19596"/>
                </a:lnTo>
                <a:lnTo>
                  <a:pt x="5766" y="20136"/>
                </a:lnTo>
                <a:lnTo>
                  <a:pt x="4009" y="20631"/>
                </a:lnTo>
                <a:lnTo>
                  <a:pt x="2126" y="21112"/>
                </a:lnTo>
                <a:lnTo>
                  <a:pt x="61" y="21600"/>
                </a:lnTo>
                <a:lnTo>
                  <a:pt x="0" y="20457"/>
                </a:lnTo>
                <a:lnTo>
                  <a:pt x="29" y="19345"/>
                </a:lnTo>
                <a:lnTo>
                  <a:pt x="147" y="18262"/>
                </a:lnTo>
                <a:lnTo>
                  <a:pt x="351" y="17197"/>
                </a:lnTo>
                <a:lnTo>
                  <a:pt x="635" y="16144"/>
                </a:lnTo>
                <a:lnTo>
                  <a:pt x="1000" y="15095"/>
                </a:lnTo>
                <a:lnTo>
                  <a:pt x="1441" y="14043"/>
                </a:lnTo>
                <a:lnTo>
                  <a:pt x="1958" y="12982"/>
                </a:lnTo>
                <a:lnTo>
                  <a:pt x="2546" y="11903"/>
                </a:lnTo>
                <a:lnTo>
                  <a:pt x="3198" y="10800"/>
                </a:lnTo>
                <a:lnTo>
                  <a:pt x="3457" y="10365"/>
                </a:lnTo>
                <a:lnTo>
                  <a:pt x="3916" y="9597"/>
                </a:lnTo>
                <a:lnTo>
                  <a:pt x="4963" y="7841"/>
                </a:lnTo>
                <a:lnTo>
                  <a:pt x="5898" y="6731"/>
                </a:lnTo>
                <a:lnTo>
                  <a:pt x="6888" y="5691"/>
                </a:lnTo>
                <a:lnTo>
                  <a:pt x="7935" y="4705"/>
                </a:lnTo>
                <a:lnTo>
                  <a:pt x="9054" y="3755"/>
                </a:lnTo>
                <a:lnTo>
                  <a:pt x="10248" y="2828"/>
                </a:lnTo>
                <a:lnTo>
                  <a:pt x="11531" y="1902"/>
                </a:lnTo>
                <a:lnTo>
                  <a:pt x="12916" y="967"/>
                </a:lnTo>
                <a:lnTo>
                  <a:pt x="14404" y="0"/>
                </a:lnTo>
                <a:close/>
              </a:path>
            </a:pathLst>
          </a:custGeom>
          <a:solidFill>
            <a:srgbClr val="D4DBE1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8" name="contour_07406"/>
          <p:cNvSpPr/>
          <p:nvPr/>
        </p:nvSpPr>
        <p:spPr>
          <a:xfrm>
            <a:off x="4601809" y="2011209"/>
            <a:ext cx="109320" cy="367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163"/>
                </a:moveTo>
                <a:lnTo>
                  <a:pt x="12521" y="39"/>
                </a:lnTo>
                <a:lnTo>
                  <a:pt x="13274" y="0"/>
                </a:lnTo>
                <a:lnTo>
                  <a:pt x="13920" y="90"/>
                </a:lnTo>
                <a:lnTo>
                  <a:pt x="14603" y="347"/>
                </a:lnTo>
                <a:lnTo>
                  <a:pt x="15466" y="806"/>
                </a:lnTo>
                <a:lnTo>
                  <a:pt x="16649" y="1501"/>
                </a:lnTo>
                <a:lnTo>
                  <a:pt x="17574" y="2015"/>
                </a:lnTo>
                <a:lnTo>
                  <a:pt x="18504" y="2534"/>
                </a:lnTo>
                <a:lnTo>
                  <a:pt x="19446" y="3061"/>
                </a:lnTo>
                <a:lnTo>
                  <a:pt x="19763" y="3263"/>
                </a:lnTo>
                <a:lnTo>
                  <a:pt x="20321" y="3623"/>
                </a:lnTo>
                <a:lnTo>
                  <a:pt x="21600" y="4450"/>
                </a:lnTo>
                <a:lnTo>
                  <a:pt x="21600" y="6997"/>
                </a:lnTo>
                <a:lnTo>
                  <a:pt x="21600" y="9552"/>
                </a:lnTo>
                <a:lnTo>
                  <a:pt x="21600" y="12116"/>
                </a:lnTo>
                <a:lnTo>
                  <a:pt x="21600" y="14702"/>
                </a:lnTo>
                <a:lnTo>
                  <a:pt x="21600" y="17313"/>
                </a:lnTo>
                <a:lnTo>
                  <a:pt x="20628" y="17506"/>
                </a:lnTo>
                <a:lnTo>
                  <a:pt x="19656" y="17698"/>
                </a:lnTo>
                <a:lnTo>
                  <a:pt x="18684" y="17891"/>
                </a:lnTo>
                <a:lnTo>
                  <a:pt x="17711" y="18084"/>
                </a:lnTo>
                <a:lnTo>
                  <a:pt x="16737" y="18277"/>
                </a:lnTo>
                <a:lnTo>
                  <a:pt x="15764" y="18470"/>
                </a:lnTo>
                <a:lnTo>
                  <a:pt x="14789" y="18663"/>
                </a:lnTo>
                <a:lnTo>
                  <a:pt x="13814" y="18856"/>
                </a:lnTo>
                <a:lnTo>
                  <a:pt x="12838" y="19053"/>
                </a:lnTo>
                <a:lnTo>
                  <a:pt x="11860" y="19246"/>
                </a:lnTo>
                <a:lnTo>
                  <a:pt x="10881" y="19439"/>
                </a:lnTo>
                <a:lnTo>
                  <a:pt x="9901" y="19636"/>
                </a:lnTo>
                <a:lnTo>
                  <a:pt x="8919" y="19829"/>
                </a:lnTo>
                <a:lnTo>
                  <a:pt x="7936" y="20027"/>
                </a:lnTo>
                <a:lnTo>
                  <a:pt x="6951" y="20219"/>
                </a:lnTo>
                <a:lnTo>
                  <a:pt x="5964" y="20417"/>
                </a:lnTo>
                <a:lnTo>
                  <a:pt x="4977" y="20614"/>
                </a:lnTo>
                <a:lnTo>
                  <a:pt x="3986" y="20807"/>
                </a:lnTo>
                <a:lnTo>
                  <a:pt x="2992" y="21004"/>
                </a:lnTo>
                <a:lnTo>
                  <a:pt x="1997" y="21206"/>
                </a:lnTo>
                <a:lnTo>
                  <a:pt x="1001" y="21403"/>
                </a:lnTo>
                <a:lnTo>
                  <a:pt x="0" y="21600"/>
                </a:lnTo>
                <a:lnTo>
                  <a:pt x="0" y="19473"/>
                </a:lnTo>
                <a:lnTo>
                  <a:pt x="0" y="17313"/>
                </a:lnTo>
                <a:lnTo>
                  <a:pt x="711" y="17154"/>
                </a:lnTo>
                <a:lnTo>
                  <a:pt x="1428" y="16991"/>
                </a:lnTo>
                <a:lnTo>
                  <a:pt x="2154" y="16828"/>
                </a:lnTo>
                <a:lnTo>
                  <a:pt x="3077" y="16545"/>
                </a:lnTo>
                <a:lnTo>
                  <a:pt x="4008" y="16262"/>
                </a:lnTo>
                <a:lnTo>
                  <a:pt x="4951" y="15975"/>
                </a:lnTo>
                <a:lnTo>
                  <a:pt x="5871" y="15722"/>
                </a:lnTo>
                <a:lnTo>
                  <a:pt x="6797" y="15473"/>
                </a:lnTo>
                <a:lnTo>
                  <a:pt x="7734" y="15220"/>
                </a:lnTo>
                <a:lnTo>
                  <a:pt x="8509" y="14496"/>
                </a:lnTo>
                <a:lnTo>
                  <a:pt x="9289" y="13767"/>
                </a:lnTo>
                <a:lnTo>
                  <a:pt x="10080" y="13025"/>
                </a:lnTo>
                <a:lnTo>
                  <a:pt x="10318" y="10813"/>
                </a:lnTo>
                <a:lnTo>
                  <a:pt x="10557" y="8583"/>
                </a:lnTo>
                <a:lnTo>
                  <a:pt x="10800" y="6328"/>
                </a:lnTo>
                <a:lnTo>
                  <a:pt x="11038" y="4292"/>
                </a:lnTo>
                <a:lnTo>
                  <a:pt x="11277" y="2242"/>
                </a:lnTo>
                <a:lnTo>
                  <a:pt x="11520" y="163"/>
                </a:lnTo>
                <a:close/>
              </a:path>
            </a:pathLst>
          </a:custGeom>
          <a:solidFill>
            <a:srgbClr val="E0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09" name="contour_07407"/>
          <p:cNvSpPr/>
          <p:nvPr/>
        </p:nvSpPr>
        <p:spPr>
          <a:xfrm>
            <a:off x="8740077" y="1894878"/>
            <a:ext cx="39173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98" y="0"/>
                </a:moveTo>
                <a:lnTo>
                  <a:pt x="18791" y="0"/>
                </a:lnTo>
                <a:lnTo>
                  <a:pt x="20816" y="0"/>
                </a:lnTo>
                <a:lnTo>
                  <a:pt x="20941" y="638"/>
                </a:lnTo>
                <a:lnTo>
                  <a:pt x="21053" y="1276"/>
                </a:lnTo>
                <a:lnTo>
                  <a:pt x="21150" y="1915"/>
                </a:lnTo>
                <a:lnTo>
                  <a:pt x="21238" y="2553"/>
                </a:lnTo>
                <a:lnTo>
                  <a:pt x="21319" y="3191"/>
                </a:lnTo>
                <a:lnTo>
                  <a:pt x="21411" y="3784"/>
                </a:lnTo>
                <a:lnTo>
                  <a:pt x="21504" y="4381"/>
                </a:lnTo>
                <a:lnTo>
                  <a:pt x="21600" y="4986"/>
                </a:lnTo>
                <a:lnTo>
                  <a:pt x="21238" y="5755"/>
                </a:lnTo>
                <a:lnTo>
                  <a:pt x="20812" y="6396"/>
                </a:lnTo>
                <a:lnTo>
                  <a:pt x="20254" y="6958"/>
                </a:lnTo>
                <a:lnTo>
                  <a:pt x="19482" y="7496"/>
                </a:lnTo>
                <a:lnTo>
                  <a:pt x="18433" y="8065"/>
                </a:lnTo>
                <a:lnTo>
                  <a:pt x="17035" y="8714"/>
                </a:lnTo>
                <a:lnTo>
                  <a:pt x="15745" y="9329"/>
                </a:lnTo>
                <a:lnTo>
                  <a:pt x="14608" y="9948"/>
                </a:lnTo>
                <a:lnTo>
                  <a:pt x="13619" y="10571"/>
                </a:lnTo>
                <a:lnTo>
                  <a:pt x="12755" y="11200"/>
                </a:lnTo>
                <a:lnTo>
                  <a:pt x="12000" y="11833"/>
                </a:lnTo>
                <a:lnTo>
                  <a:pt x="11345" y="12472"/>
                </a:lnTo>
                <a:lnTo>
                  <a:pt x="10766" y="13117"/>
                </a:lnTo>
                <a:lnTo>
                  <a:pt x="10251" y="13768"/>
                </a:lnTo>
                <a:lnTo>
                  <a:pt x="9781" y="14426"/>
                </a:lnTo>
                <a:lnTo>
                  <a:pt x="9347" y="15092"/>
                </a:lnTo>
                <a:lnTo>
                  <a:pt x="8929" y="15764"/>
                </a:lnTo>
                <a:lnTo>
                  <a:pt x="8511" y="16445"/>
                </a:lnTo>
                <a:lnTo>
                  <a:pt x="8138" y="17032"/>
                </a:lnTo>
                <a:lnTo>
                  <a:pt x="7764" y="17618"/>
                </a:lnTo>
                <a:lnTo>
                  <a:pt x="7382" y="18204"/>
                </a:lnTo>
                <a:lnTo>
                  <a:pt x="7000" y="18789"/>
                </a:lnTo>
                <a:lnTo>
                  <a:pt x="6611" y="19375"/>
                </a:lnTo>
                <a:lnTo>
                  <a:pt x="6213" y="20018"/>
                </a:lnTo>
                <a:lnTo>
                  <a:pt x="5807" y="20671"/>
                </a:lnTo>
                <a:lnTo>
                  <a:pt x="5280" y="21132"/>
                </a:lnTo>
                <a:lnTo>
                  <a:pt x="4742" y="21600"/>
                </a:lnTo>
                <a:lnTo>
                  <a:pt x="2749" y="21600"/>
                </a:lnTo>
                <a:lnTo>
                  <a:pt x="723" y="21600"/>
                </a:lnTo>
                <a:lnTo>
                  <a:pt x="567" y="20866"/>
                </a:lnTo>
                <a:lnTo>
                  <a:pt x="418" y="20140"/>
                </a:lnTo>
                <a:lnTo>
                  <a:pt x="285" y="19422"/>
                </a:lnTo>
                <a:lnTo>
                  <a:pt x="173" y="18713"/>
                </a:lnTo>
                <a:lnTo>
                  <a:pt x="84" y="18012"/>
                </a:lnTo>
                <a:lnTo>
                  <a:pt x="24" y="17318"/>
                </a:lnTo>
                <a:lnTo>
                  <a:pt x="0" y="16630"/>
                </a:lnTo>
                <a:lnTo>
                  <a:pt x="16" y="15948"/>
                </a:lnTo>
                <a:lnTo>
                  <a:pt x="76" y="15271"/>
                </a:lnTo>
                <a:lnTo>
                  <a:pt x="189" y="14599"/>
                </a:lnTo>
                <a:lnTo>
                  <a:pt x="354" y="13930"/>
                </a:lnTo>
                <a:lnTo>
                  <a:pt x="583" y="13264"/>
                </a:lnTo>
                <a:lnTo>
                  <a:pt x="872" y="12603"/>
                </a:lnTo>
                <a:lnTo>
                  <a:pt x="1234" y="11943"/>
                </a:lnTo>
                <a:lnTo>
                  <a:pt x="1672" y="11284"/>
                </a:lnTo>
                <a:lnTo>
                  <a:pt x="2190" y="10627"/>
                </a:lnTo>
                <a:lnTo>
                  <a:pt x="2797" y="9970"/>
                </a:lnTo>
                <a:lnTo>
                  <a:pt x="3488" y="9314"/>
                </a:lnTo>
                <a:lnTo>
                  <a:pt x="4280" y="8657"/>
                </a:lnTo>
                <a:lnTo>
                  <a:pt x="5172" y="7998"/>
                </a:lnTo>
                <a:lnTo>
                  <a:pt x="6169" y="7337"/>
                </a:lnTo>
                <a:lnTo>
                  <a:pt x="7278" y="6674"/>
                </a:lnTo>
                <a:lnTo>
                  <a:pt x="8499" y="6009"/>
                </a:lnTo>
                <a:lnTo>
                  <a:pt x="9846" y="5339"/>
                </a:lnTo>
                <a:lnTo>
                  <a:pt x="11095" y="4707"/>
                </a:lnTo>
                <a:lnTo>
                  <a:pt x="12180" y="4091"/>
                </a:lnTo>
                <a:lnTo>
                  <a:pt x="13117" y="3481"/>
                </a:lnTo>
                <a:lnTo>
                  <a:pt x="13933" y="2860"/>
                </a:lnTo>
                <a:lnTo>
                  <a:pt x="14648" y="2215"/>
                </a:lnTo>
                <a:lnTo>
                  <a:pt x="15291" y="1534"/>
                </a:lnTo>
                <a:lnTo>
                  <a:pt x="15789" y="1027"/>
                </a:lnTo>
                <a:lnTo>
                  <a:pt x="16287" y="517"/>
                </a:lnTo>
                <a:lnTo>
                  <a:pt x="16798" y="0"/>
                </a:lnTo>
                <a:close/>
              </a:path>
            </a:pathLst>
          </a:custGeom>
          <a:solidFill>
            <a:srgbClr val="C0D1D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0" name="contour_07408"/>
          <p:cNvSpPr/>
          <p:nvPr/>
        </p:nvSpPr>
        <p:spPr>
          <a:xfrm>
            <a:off x="6853799" y="1969857"/>
            <a:ext cx="65592" cy="56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95"/>
                </a:moveTo>
                <a:lnTo>
                  <a:pt x="21293" y="6879"/>
                </a:lnTo>
                <a:lnTo>
                  <a:pt x="21014" y="8358"/>
                </a:lnTo>
                <a:lnTo>
                  <a:pt x="20650" y="9635"/>
                </a:lnTo>
                <a:lnTo>
                  <a:pt x="20083" y="11114"/>
                </a:lnTo>
                <a:lnTo>
                  <a:pt x="19200" y="13198"/>
                </a:lnTo>
                <a:lnTo>
                  <a:pt x="17599" y="13198"/>
                </a:lnTo>
                <a:lnTo>
                  <a:pt x="16001" y="13198"/>
                </a:lnTo>
                <a:lnTo>
                  <a:pt x="14400" y="13198"/>
                </a:lnTo>
                <a:lnTo>
                  <a:pt x="12799" y="13198"/>
                </a:lnTo>
                <a:lnTo>
                  <a:pt x="11201" y="13198"/>
                </a:lnTo>
                <a:lnTo>
                  <a:pt x="9600" y="13198"/>
                </a:lnTo>
                <a:lnTo>
                  <a:pt x="9125" y="14861"/>
                </a:lnTo>
                <a:lnTo>
                  <a:pt x="8647" y="16530"/>
                </a:lnTo>
                <a:lnTo>
                  <a:pt x="8170" y="18205"/>
                </a:lnTo>
                <a:lnTo>
                  <a:pt x="7687" y="19894"/>
                </a:lnTo>
                <a:lnTo>
                  <a:pt x="7200" y="21600"/>
                </a:lnTo>
                <a:lnTo>
                  <a:pt x="6552" y="19835"/>
                </a:lnTo>
                <a:lnTo>
                  <a:pt x="5904" y="18071"/>
                </a:lnTo>
                <a:lnTo>
                  <a:pt x="5254" y="16304"/>
                </a:lnTo>
                <a:lnTo>
                  <a:pt x="4606" y="14534"/>
                </a:lnTo>
                <a:lnTo>
                  <a:pt x="3953" y="12758"/>
                </a:lnTo>
                <a:lnTo>
                  <a:pt x="3300" y="10982"/>
                </a:lnTo>
                <a:lnTo>
                  <a:pt x="2645" y="9198"/>
                </a:lnTo>
                <a:lnTo>
                  <a:pt x="1987" y="7408"/>
                </a:lnTo>
                <a:lnTo>
                  <a:pt x="1330" y="5613"/>
                </a:lnTo>
                <a:lnTo>
                  <a:pt x="665" y="3806"/>
                </a:lnTo>
                <a:lnTo>
                  <a:pt x="0" y="1994"/>
                </a:lnTo>
                <a:lnTo>
                  <a:pt x="1932" y="1230"/>
                </a:lnTo>
                <a:lnTo>
                  <a:pt x="3746" y="655"/>
                </a:lnTo>
                <a:lnTo>
                  <a:pt x="5462" y="263"/>
                </a:lnTo>
                <a:lnTo>
                  <a:pt x="7104" y="48"/>
                </a:lnTo>
                <a:lnTo>
                  <a:pt x="8686" y="0"/>
                </a:lnTo>
                <a:lnTo>
                  <a:pt x="10229" y="112"/>
                </a:lnTo>
                <a:lnTo>
                  <a:pt x="11753" y="378"/>
                </a:lnTo>
                <a:lnTo>
                  <a:pt x="13279" y="793"/>
                </a:lnTo>
                <a:lnTo>
                  <a:pt x="14825" y="1344"/>
                </a:lnTo>
                <a:lnTo>
                  <a:pt x="16411" y="2028"/>
                </a:lnTo>
                <a:lnTo>
                  <a:pt x="18055" y="2837"/>
                </a:lnTo>
                <a:lnTo>
                  <a:pt x="19778" y="3762"/>
                </a:lnTo>
                <a:lnTo>
                  <a:pt x="21600" y="4795"/>
                </a:lnTo>
                <a:close/>
              </a:path>
            </a:pathLst>
          </a:custGeom>
          <a:solidFill>
            <a:srgbClr val="D5DFE5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1" name="contour_07409"/>
          <p:cNvSpPr/>
          <p:nvPr/>
        </p:nvSpPr>
        <p:spPr>
          <a:xfrm>
            <a:off x="4893329" y="1946878"/>
            <a:ext cx="102032" cy="366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20"/>
                </a:moveTo>
                <a:lnTo>
                  <a:pt x="20577" y="5338"/>
                </a:lnTo>
                <a:lnTo>
                  <a:pt x="19573" y="6916"/>
                </a:lnTo>
                <a:lnTo>
                  <a:pt x="18581" y="8447"/>
                </a:lnTo>
                <a:lnTo>
                  <a:pt x="17599" y="9927"/>
                </a:lnTo>
                <a:lnTo>
                  <a:pt x="16627" y="11351"/>
                </a:lnTo>
                <a:lnTo>
                  <a:pt x="15662" y="12705"/>
                </a:lnTo>
                <a:lnTo>
                  <a:pt x="14697" y="13991"/>
                </a:lnTo>
                <a:lnTo>
                  <a:pt x="13735" y="15200"/>
                </a:lnTo>
                <a:lnTo>
                  <a:pt x="12769" y="16323"/>
                </a:lnTo>
                <a:lnTo>
                  <a:pt x="11798" y="17355"/>
                </a:lnTo>
                <a:lnTo>
                  <a:pt x="10819" y="18292"/>
                </a:lnTo>
                <a:lnTo>
                  <a:pt x="9830" y="19127"/>
                </a:lnTo>
                <a:lnTo>
                  <a:pt x="8827" y="19849"/>
                </a:lnTo>
                <a:lnTo>
                  <a:pt x="7808" y="20456"/>
                </a:lnTo>
                <a:lnTo>
                  <a:pt x="6772" y="20942"/>
                </a:lnTo>
                <a:lnTo>
                  <a:pt x="5712" y="21299"/>
                </a:lnTo>
                <a:lnTo>
                  <a:pt x="4629" y="21518"/>
                </a:lnTo>
                <a:lnTo>
                  <a:pt x="3519" y="21600"/>
                </a:lnTo>
                <a:lnTo>
                  <a:pt x="2379" y="21531"/>
                </a:lnTo>
                <a:lnTo>
                  <a:pt x="1207" y="21308"/>
                </a:lnTo>
                <a:lnTo>
                  <a:pt x="0" y="20925"/>
                </a:lnTo>
                <a:lnTo>
                  <a:pt x="157" y="17884"/>
                </a:lnTo>
                <a:lnTo>
                  <a:pt x="315" y="15695"/>
                </a:lnTo>
                <a:lnTo>
                  <a:pt x="549" y="13733"/>
                </a:lnTo>
                <a:lnTo>
                  <a:pt x="935" y="11381"/>
                </a:lnTo>
                <a:lnTo>
                  <a:pt x="1543" y="8022"/>
                </a:lnTo>
                <a:lnTo>
                  <a:pt x="2452" y="6942"/>
                </a:lnTo>
                <a:lnTo>
                  <a:pt x="3368" y="6034"/>
                </a:lnTo>
                <a:lnTo>
                  <a:pt x="4294" y="5265"/>
                </a:lnTo>
                <a:lnTo>
                  <a:pt x="5229" y="4611"/>
                </a:lnTo>
                <a:lnTo>
                  <a:pt x="6173" y="4047"/>
                </a:lnTo>
                <a:lnTo>
                  <a:pt x="7126" y="3553"/>
                </a:lnTo>
                <a:lnTo>
                  <a:pt x="8091" y="3092"/>
                </a:lnTo>
                <a:lnTo>
                  <a:pt x="9064" y="2645"/>
                </a:lnTo>
                <a:lnTo>
                  <a:pt x="10103" y="2065"/>
                </a:lnTo>
                <a:lnTo>
                  <a:pt x="11155" y="1471"/>
                </a:lnTo>
                <a:lnTo>
                  <a:pt x="12303" y="916"/>
                </a:lnTo>
                <a:lnTo>
                  <a:pt x="13394" y="469"/>
                </a:lnTo>
                <a:lnTo>
                  <a:pt x="14438" y="155"/>
                </a:lnTo>
                <a:lnTo>
                  <a:pt x="15453" y="0"/>
                </a:lnTo>
                <a:lnTo>
                  <a:pt x="16448" y="26"/>
                </a:lnTo>
                <a:lnTo>
                  <a:pt x="17437" y="258"/>
                </a:lnTo>
                <a:lnTo>
                  <a:pt x="18434" y="718"/>
                </a:lnTo>
                <a:lnTo>
                  <a:pt x="19452" y="1432"/>
                </a:lnTo>
                <a:lnTo>
                  <a:pt x="20503" y="2426"/>
                </a:lnTo>
                <a:lnTo>
                  <a:pt x="21600" y="3720"/>
                </a:lnTo>
                <a:close/>
              </a:path>
            </a:pathLst>
          </a:custGeom>
          <a:solidFill>
            <a:srgbClr val="7BC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2" name="contour_07410"/>
          <p:cNvSpPr/>
          <p:nvPr/>
        </p:nvSpPr>
        <p:spPr>
          <a:xfrm>
            <a:off x="4813161" y="1902166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5" y="0"/>
                </a:lnTo>
                <a:lnTo>
                  <a:pt x="3580" y="0"/>
                </a:lnTo>
                <a:lnTo>
                  <a:pt x="5400" y="0"/>
                </a:lnTo>
                <a:lnTo>
                  <a:pt x="5400" y="1584"/>
                </a:lnTo>
                <a:lnTo>
                  <a:pt x="5400" y="3170"/>
                </a:lnTo>
                <a:lnTo>
                  <a:pt x="5400" y="4764"/>
                </a:lnTo>
                <a:lnTo>
                  <a:pt x="5400" y="6365"/>
                </a:lnTo>
                <a:lnTo>
                  <a:pt x="5400" y="7975"/>
                </a:lnTo>
                <a:lnTo>
                  <a:pt x="5400" y="9600"/>
                </a:lnTo>
                <a:lnTo>
                  <a:pt x="7185" y="9600"/>
                </a:lnTo>
                <a:lnTo>
                  <a:pt x="8980" y="9600"/>
                </a:lnTo>
                <a:lnTo>
                  <a:pt x="10800" y="9600"/>
                </a:lnTo>
                <a:lnTo>
                  <a:pt x="10579" y="10740"/>
                </a:lnTo>
                <a:lnTo>
                  <a:pt x="10352" y="11887"/>
                </a:lnTo>
                <a:lnTo>
                  <a:pt x="10125" y="13051"/>
                </a:lnTo>
                <a:lnTo>
                  <a:pt x="10346" y="14290"/>
                </a:lnTo>
                <a:lnTo>
                  <a:pt x="10573" y="15535"/>
                </a:lnTo>
                <a:lnTo>
                  <a:pt x="10800" y="16800"/>
                </a:lnTo>
                <a:lnTo>
                  <a:pt x="12466" y="17376"/>
                </a:lnTo>
                <a:lnTo>
                  <a:pt x="14113" y="17822"/>
                </a:lnTo>
                <a:lnTo>
                  <a:pt x="15768" y="18170"/>
                </a:lnTo>
                <a:lnTo>
                  <a:pt x="17466" y="18449"/>
                </a:lnTo>
                <a:lnTo>
                  <a:pt x="19238" y="18694"/>
                </a:lnTo>
                <a:lnTo>
                  <a:pt x="20409" y="18946"/>
                </a:lnTo>
                <a:lnTo>
                  <a:pt x="21600" y="19200"/>
                </a:lnTo>
                <a:lnTo>
                  <a:pt x="21600" y="2039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EA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3" name="contour_07411"/>
          <p:cNvSpPr/>
          <p:nvPr/>
        </p:nvSpPr>
        <p:spPr>
          <a:xfrm>
            <a:off x="1642885" y="1821998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44" y="445"/>
                </a:lnTo>
                <a:lnTo>
                  <a:pt x="16178" y="821"/>
                </a:lnTo>
                <a:lnTo>
                  <a:pt x="16951" y="1334"/>
                </a:lnTo>
                <a:lnTo>
                  <a:pt x="18112" y="2192"/>
                </a:lnTo>
                <a:lnTo>
                  <a:pt x="19093" y="2889"/>
                </a:lnTo>
                <a:lnTo>
                  <a:pt x="20088" y="3596"/>
                </a:lnTo>
                <a:lnTo>
                  <a:pt x="20839" y="4490"/>
                </a:lnTo>
                <a:lnTo>
                  <a:pt x="21600" y="5400"/>
                </a:lnTo>
                <a:lnTo>
                  <a:pt x="21600" y="7185"/>
                </a:lnTo>
                <a:lnTo>
                  <a:pt x="21600" y="8980"/>
                </a:lnTo>
                <a:lnTo>
                  <a:pt x="21600" y="10800"/>
                </a:lnTo>
                <a:lnTo>
                  <a:pt x="20412" y="10800"/>
                </a:lnTo>
                <a:lnTo>
                  <a:pt x="19222" y="10800"/>
                </a:lnTo>
                <a:lnTo>
                  <a:pt x="18032" y="10800"/>
                </a:lnTo>
                <a:lnTo>
                  <a:pt x="16839" y="10800"/>
                </a:lnTo>
                <a:lnTo>
                  <a:pt x="15642" y="10800"/>
                </a:lnTo>
                <a:lnTo>
                  <a:pt x="14440" y="10800"/>
                </a:lnTo>
                <a:lnTo>
                  <a:pt x="13234" y="10800"/>
                </a:lnTo>
                <a:lnTo>
                  <a:pt x="12020" y="10800"/>
                </a:lnTo>
                <a:lnTo>
                  <a:pt x="10800" y="10800"/>
                </a:lnTo>
                <a:lnTo>
                  <a:pt x="10800" y="12404"/>
                </a:lnTo>
                <a:lnTo>
                  <a:pt x="10800" y="14013"/>
                </a:lnTo>
                <a:lnTo>
                  <a:pt x="10800" y="15628"/>
                </a:lnTo>
                <a:lnTo>
                  <a:pt x="10800" y="17256"/>
                </a:lnTo>
                <a:lnTo>
                  <a:pt x="10800" y="18900"/>
                </a:lnTo>
                <a:lnTo>
                  <a:pt x="10049" y="18514"/>
                </a:lnTo>
                <a:lnTo>
                  <a:pt x="9288" y="18120"/>
                </a:lnTo>
                <a:lnTo>
                  <a:pt x="8150" y="17607"/>
                </a:lnTo>
                <a:lnTo>
                  <a:pt x="7033" y="17142"/>
                </a:lnTo>
                <a:lnTo>
                  <a:pt x="5913" y="16743"/>
                </a:lnTo>
                <a:lnTo>
                  <a:pt x="4775" y="16421"/>
                </a:lnTo>
                <a:lnTo>
                  <a:pt x="3600" y="16200"/>
                </a:lnTo>
                <a:lnTo>
                  <a:pt x="2812" y="17709"/>
                </a:lnTo>
                <a:lnTo>
                  <a:pt x="2362" y="18776"/>
                </a:lnTo>
                <a:lnTo>
                  <a:pt x="2081" y="19902"/>
                </a:lnTo>
                <a:lnTo>
                  <a:pt x="1800" y="21600"/>
                </a:lnTo>
                <a:lnTo>
                  <a:pt x="1444" y="19996"/>
                </a:lnTo>
                <a:lnTo>
                  <a:pt x="1085" y="18387"/>
                </a:lnTo>
                <a:lnTo>
                  <a:pt x="727" y="16772"/>
                </a:lnTo>
                <a:lnTo>
                  <a:pt x="365" y="15144"/>
                </a:lnTo>
                <a:lnTo>
                  <a:pt x="0" y="13500"/>
                </a:lnTo>
                <a:lnTo>
                  <a:pt x="1190" y="13500"/>
                </a:lnTo>
                <a:lnTo>
                  <a:pt x="2387" y="13500"/>
                </a:lnTo>
                <a:lnTo>
                  <a:pt x="3600" y="13500"/>
                </a:lnTo>
                <a:lnTo>
                  <a:pt x="3600" y="11715"/>
                </a:lnTo>
                <a:lnTo>
                  <a:pt x="3600" y="9920"/>
                </a:lnTo>
                <a:lnTo>
                  <a:pt x="3600" y="8100"/>
                </a:lnTo>
                <a:lnTo>
                  <a:pt x="4741" y="7147"/>
                </a:lnTo>
                <a:lnTo>
                  <a:pt x="5578" y="6531"/>
                </a:lnTo>
                <a:lnTo>
                  <a:pt x="6523" y="5983"/>
                </a:lnTo>
                <a:lnTo>
                  <a:pt x="7988" y="5233"/>
                </a:lnTo>
                <a:lnTo>
                  <a:pt x="9877" y="4247"/>
                </a:lnTo>
                <a:lnTo>
                  <a:pt x="11201" y="3499"/>
                </a:lnTo>
                <a:lnTo>
                  <a:pt x="12137" y="2846"/>
                </a:lnTo>
                <a:lnTo>
                  <a:pt x="12863" y="2144"/>
                </a:lnTo>
                <a:lnTo>
                  <a:pt x="13558" y="1242"/>
                </a:lnTo>
                <a:lnTo>
                  <a:pt x="14400" y="0"/>
                </a:lnTo>
                <a:close/>
              </a:path>
            </a:pathLst>
          </a:custGeom>
          <a:solidFill>
            <a:srgbClr val="3F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4" name="contour_07412"/>
          <p:cNvSpPr/>
          <p:nvPr/>
        </p:nvSpPr>
        <p:spPr>
          <a:xfrm>
            <a:off x="5170273" y="1785558"/>
            <a:ext cx="4372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90" y="377"/>
                </a:lnTo>
                <a:lnTo>
                  <a:pt x="18338" y="675"/>
                </a:lnTo>
                <a:lnTo>
                  <a:pt x="19717" y="1052"/>
                </a:lnTo>
                <a:lnTo>
                  <a:pt x="21600" y="1662"/>
                </a:lnTo>
                <a:lnTo>
                  <a:pt x="20686" y="2715"/>
                </a:lnTo>
                <a:lnTo>
                  <a:pt x="19757" y="3783"/>
                </a:lnTo>
                <a:lnTo>
                  <a:pt x="19127" y="4938"/>
                </a:lnTo>
                <a:lnTo>
                  <a:pt x="18688" y="6035"/>
                </a:lnTo>
                <a:lnTo>
                  <a:pt x="18410" y="7095"/>
                </a:lnTo>
                <a:lnTo>
                  <a:pt x="18274" y="8137"/>
                </a:lnTo>
                <a:lnTo>
                  <a:pt x="18256" y="9185"/>
                </a:lnTo>
                <a:lnTo>
                  <a:pt x="18331" y="10258"/>
                </a:lnTo>
                <a:lnTo>
                  <a:pt x="18479" y="11378"/>
                </a:lnTo>
                <a:lnTo>
                  <a:pt x="18677" y="12565"/>
                </a:lnTo>
                <a:lnTo>
                  <a:pt x="18745" y="14087"/>
                </a:lnTo>
                <a:lnTo>
                  <a:pt x="18742" y="15145"/>
                </a:lnTo>
                <a:lnTo>
                  <a:pt x="18641" y="16014"/>
                </a:lnTo>
                <a:lnTo>
                  <a:pt x="18403" y="16966"/>
                </a:lnTo>
                <a:lnTo>
                  <a:pt x="18000" y="18277"/>
                </a:lnTo>
                <a:lnTo>
                  <a:pt x="16168" y="19058"/>
                </a:lnTo>
                <a:lnTo>
                  <a:pt x="14306" y="19704"/>
                </a:lnTo>
                <a:lnTo>
                  <a:pt x="12391" y="20236"/>
                </a:lnTo>
                <a:lnTo>
                  <a:pt x="10390" y="20671"/>
                </a:lnTo>
                <a:lnTo>
                  <a:pt x="8276" y="21030"/>
                </a:lnTo>
                <a:lnTo>
                  <a:pt x="6023" y="21334"/>
                </a:lnTo>
                <a:lnTo>
                  <a:pt x="3600" y="21600"/>
                </a:lnTo>
                <a:lnTo>
                  <a:pt x="2599" y="20414"/>
                </a:lnTo>
                <a:lnTo>
                  <a:pt x="1912" y="19561"/>
                </a:lnTo>
                <a:lnTo>
                  <a:pt x="1364" y="18804"/>
                </a:lnTo>
                <a:lnTo>
                  <a:pt x="785" y="17901"/>
                </a:lnTo>
                <a:lnTo>
                  <a:pt x="0" y="16615"/>
                </a:lnTo>
                <a:lnTo>
                  <a:pt x="1786" y="15791"/>
                </a:lnTo>
                <a:lnTo>
                  <a:pt x="3600" y="14954"/>
                </a:lnTo>
                <a:lnTo>
                  <a:pt x="3960" y="13854"/>
                </a:lnTo>
                <a:lnTo>
                  <a:pt x="4284" y="12754"/>
                </a:lnTo>
                <a:lnTo>
                  <a:pt x="4583" y="11654"/>
                </a:lnTo>
                <a:lnTo>
                  <a:pt x="4860" y="10552"/>
                </a:lnTo>
                <a:lnTo>
                  <a:pt x="5119" y="9449"/>
                </a:lnTo>
                <a:lnTo>
                  <a:pt x="5364" y="8346"/>
                </a:lnTo>
                <a:lnTo>
                  <a:pt x="5602" y="7239"/>
                </a:lnTo>
                <a:lnTo>
                  <a:pt x="5836" y="6133"/>
                </a:lnTo>
                <a:lnTo>
                  <a:pt x="6494" y="4913"/>
                </a:lnTo>
                <a:lnTo>
                  <a:pt x="7225" y="3885"/>
                </a:lnTo>
                <a:lnTo>
                  <a:pt x="8100" y="3001"/>
                </a:lnTo>
                <a:lnTo>
                  <a:pt x="9184" y="2216"/>
                </a:lnTo>
                <a:lnTo>
                  <a:pt x="10548" y="1485"/>
                </a:lnTo>
                <a:lnTo>
                  <a:pt x="12265" y="763"/>
                </a:lnTo>
                <a:lnTo>
                  <a:pt x="14400" y="0"/>
                </a:lnTo>
                <a:close/>
              </a:path>
            </a:pathLst>
          </a:custGeom>
          <a:solidFill>
            <a:srgbClr val="D5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5" name="contour_07413"/>
          <p:cNvSpPr/>
          <p:nvPr/>
        </p:nvSpPr>
        <p:spPr>
          <a:xfrm>
            <a:off x="10920498" y="1764117"/>
            <a:ext cx="72880" cy="43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059"/>
                </a:moveTo>
                <a:lnTo>
                  <a:pt x="21600" y="9462"/>
                </a:lnTo>
                <a:lnTo>
                  <a:pt x="21600" y="11880"/>
                </a:lnTo>
                <a:lnTo>
                  <a:pt x="21600" y="14330"/>
                </a:lnTo>
                <a:lnTo>
                  <a:pt x="20174" y="14330"/>
                </a:lnTo>
                <a:lnTo>
                  <a:pt x="18747" y="14330"/>
                </a:lnTo>
                <a:lnTo>
                  <a:pt x="17312" y="14330"/>
                </a:lnTo>
                <a:lnTo>
                  <a:pt x="15872" y="14330"/>
                </a:lnTo>
                <a:lnTo>
                  <a:pt x="14422" y="14330"/>
                </a:lnTo>
                <a:lnTo>
                  <a:pt x="12960" y="14330"/>
                </a:lnTo>
                <a:lnTo>
                  <a:pt x="12960" y="16733"/>
                </a:lnTo>
                <a:lnTo>
                  <a:pt x="12960" y="19150"/>
                </a:lnTo>
                <a:lnTo>
                  <a:pt x="12960" y="21600"/>
                </a:lnTo>
                <a:lnTo>
                  <a:pt x="11534" y="21600"/>
                </a:lnTo>
                <a:lnTo>
                  <a:pt x="10107" y="21600"/>
                </a:lnTo>
                <a:lnTo>
                  <a:pt x="8679" y="21600"/>
                </a:lnTo>
                <a:lnTo>
                  <a:pt x="7247" y="21600"/>
                </a:lnTo>
                <a:lnTo>
                  <a:pt x="5810" y="21600"/>
                </a:lnTo>
                <a:lnTo>
                  <a:pt x="4368" y="21600"/>
                </a:lnTo>
                <a:lnTo>
                  <a:pt x="2920" y="21600"/>
                </a:lnTo>
                <a:lnTo>
                  <a:pt x="1464" y="21600"/>
                </a:lnTo>
                <a:lnTo>
                  <a:pt x="0" y="21600"/>
                </a:lnTo>
                <a:lnTo>
                  <a:pt x="918" y="16976"/>
                </a:lnTo>
                <a:lnTo>
                  <a:pt x="1676" y="13246"/>
                </a:lnTo>
                <a:lnTo>
                  <a:pt x="2318" y="10280"/>
                </a:lnTo>
                <a:lnTo>
                  <a:pt x="2888" y="7950"/>
                </a:lnTo>
                <a:lnTo>
                  <a:pt x="3424" y="6122"/>
                </a:lnTo>
                <a:lnTo>
                  <a:pt x="3974" y="4668"/>
                </a:lnTo>
                <a:lnTo>
                  <a:pt x="4579" y="3461"/>
                </a:lnTo>
                <a:lnTo>
                  <a:pt x="5283" y="2370"/>
                </a:lnTo>
                <a:lnTo>
                  <a:pt x="6126" y="1261"/>
                </a:lnTo>
                <a:lnTo>
                  <a:pt x="7154" y="15"/>
                </a:lnTo>
                <a:lnTo>
                  <a:pt x="8716" y="0"/>
                </a:lnTo>
                <a:lnTo>
                  <a:pt x="10251" y="145"/>
                </a:lnTo>
                <a:lnTo>
                  <a:pt x="11761" y="454"/>
                </a:lnTo>
                <a:lnTo>
                  <a:pt x="13245" y="920"/>
                </a:lnTo>
                <a:lnTo>
                  <a:pt x="14703" y="1549"/>
                </a:lnTo>
                <a:lnTo>
                  <a:pt x="16135" y="2337"/>
                </a:lnTo>
                <a:lnTo>
                  <a:pt x="17541" y="3283"/>
                </a:lnTo>
                <a:lnTo>
                  <a:pt x="18922" y="4384"/>
                </a:lnTo>
                <a:lnTo>
                  <a:pt x="20274" y="5645"/>
                </a:lnTo>
                <a:lnTo>
                  <a:pt x="21600" y="7059"/>
                </a:lnTo>
                <a:close/>
              </a:path>
            </a:pathLst>
          </a:custGeom>
          <a:solidFill>
            <a:srgbClr val="A5A8A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6" name="contour_07414"/>
          <p:cNvSpPr/>
          <p:nvPr/>
        </p:nvSpPr>
        <p:spPr>
          <a:xfrm>
            <a:off x="4813161" y="1750007"/>
            <a:ext cx="116608" cy="53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06"/>
                </a:moveTo>
                <a:lnTo>
                  <a:pt x="20961" y="3420"/>
                </a:lnTo>
                <a:lnTo>
                  <a:pt x="20313" y="4242"/>
                </a:lnTo>
                <a:lnTo>
                  <a:pt x="19525" y="5266"/>
                </a:lnTo>
                <a:lnTo>
                  <a:pt x="18747" y="6291"/>
                </a:lnTo>
                <a:lnTo>
                  <a:pt x="17979" y="7324"/>
                </a:lnTo>
                <a:lnTo>
                  <a:pt x="17222" y="8369"/>
                </a:lnTo>
                <a:lnTo>
                  <a:pt x="16471" y="9434"/>
                </a:lnTo>
                <a:lnTo>
                  <a:pt x="15732" y="10521"/>
                </a:lnTo>
                <a:lnTo>
                  <a:pt x="15000" y="11640"/>
                </a:lnTo>
                <a:lnTo>
                  <a:pt x="14276" y="12795"/>
                </a:lnTo>
                <a:lnTo>
                  <a:pt x="13559" y="13988"/>
                </a:lnTo>
                <a:lnTo>
                  <a:pt x="12851" y="15229"/>
                </a:lnTo>
                <a:lnTo>
                  <a:pt x="12150" y="16524"/>
                </a:lnTo>
                <a:lnTo>
                  <a:pt x="11306" y="17836"/>
                </a:lnTo>
                <a:lnTo>
                  <a:pt x="10484" y="18901"/>
                </a:lnTo>
                <a:lnTo>
                  <a:pt x="9667" y="19742"/>
                </a:lnTo>
                <a:lnTo>
                  <a:pt x="8848" y="20383"/>
                </a:lnTo>
                <a:lnTo>
                  <a:pt x="8011" y="20858"/>
                </a:lnTo>
                <a:lnTo>
                  <a:pt x="7146" y="21190"/>
                </a:lnTo>
                <a:lnTo>
                  <a:pt x="6237" y="21407"/>
                </a:lnTo>
                <a:lnTo>
                  <a:pt x="5277" y="21535"/>
                </a:lnTo>
                <a:lnTo>
                  <a:pt x="4250" y="21600"/>
                </a:lnTo>
                <a:lnTo>
                  <a:pt x="3337" y="20718"/>
                </a:lnTo>
                <a:lnTo>
                  <a:pt x="2589" y="19620"/>
                </a:lnTo>
                <a:lnTo>
                  <a:pt x="1970" y="18323"/>
                </a:lnTo>
                <a:lnTo>
                  <a:pt x="1438" y="16847"/>
                </a:lnTo>
                <a:lnTo>
                  <a:pt x="959" y="15208"/>
                </a:lnTo>
                <a:lnTo>
                  <a:pt x="491" y="13424"/>
                </a:lnTo>
                <a:lnTo>
                  <a:pt x="0" y="11512"/>
                </a:lnTo>
                <a:lnTo>
                  <a:pt x="879" y="10922"/>
                </a:lnTo>
                <a:lnTo>
                  <a:pt x="1759" y="10334"/>
                </a:lnTo>
                <a:lnTo>
                  <a:pt x="2639" y="9749"/>
                </a:lnTo>
                <a:lnTo>
                  <a:pt x="3521" y="9164"/>
                </a:lnTo>
                <a:lnTo>
                  <a:pt x="4401" y="8582"/>
                </a:lnTo>
                <a:lnTo>
                  <a:pt x="5283" y="8004"/>
                </a:lnTo>
                <a:lnTo>
                  <a:pt x="6164" y="7425"/>
                </a:lnTo>
                <a:lnTo>
                  <a:pt x="7046" y="6849"/>
                </a:lnTo>
                <a:lnTo>
                  <a:pt x="7927" y="6276"/>
                </a:lnTo>
                <a:lnTo>
                  <a:pt x="8826" y="5685"/>
                </a:lnTo>
                <a:lnTo>
                  <a:pt x="9724" y="5088"/>
                </a:lnTo>
                <a:lnTo>
                  <a:pt x="10622" y="4489"/>
                </a:lnTo>
                <a:lnTo>
                  <a:pt x="11397" y="3969"/>
                </a:lnTo>
                <a:lnTo>
                  <a:pt x="12172" y="3458"/>
                </a:lnTo>
                <a:lnTo>
                  <a:pt x="12948" y="2951"/>
                </a:lnTo>
                <a:lnTo>
                  <a:pt x="13725" y="2446"/>
                </a:lnTo>
                <a:lnTo>
                  <a:pt x="14502" y="1944"/>
                </a:lnTo>
                <a:lnTo>
                  <a:pt x="15281" y="1434"/>
                </a:lnTo>
                <a:lnTo>
                  <a:pt x="16064" y="914"/>
                </a:lnTo>
                <a:lnTo>
                  <a:pt x="16859" y="392"/>
                </a:lnTo>
                <a:lnTo>
                  <a:pt x="17846" y="86"/>
                </a:lnTo>
                <a:lnTo>
                  <a:pt x="18662" y="0"/>
                </a:lnTo>
                <a:lnTo>
                  <a:pt x="19377" y="175"/>
                </a:lnTo>
                <a:lnTo>
                  <a:pt x="20058" y="641"/>
                </a:lnTo>
                <a:lnTo>
                  <a:pt x="20776" y="1440"/>
                </a:lnTo>
                <a:lnTo>
                  <a:pt x="21600" y="2606"/>
                </a:lnTo>
                <a:close/>
              </a:path>
            </a:pathLst>
          </a:custGeom>
          <a:solidFill>
            <a:srgbClr val="91D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7" name="contour_07415"/>
          <p:cNvSpPr/>
          <p:nvPr/>
        </p:nvSpPr>
        <p:spPr>
          <a:xfrm>
            <a:off x="7807600" y="1741830"/>
            <a:ext cx="3736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5" y="0"/>
                </a:moveTo>
                <a:lnTo>
                  <a:pt x="1715" y="134"/>
                </a:lnTo>
                <a:lnTo>
                  <a:pt x="2818" y="259"/>
                </a:lnTo>
                <a:lnTo>
                  <a:pt x="4091" y="406"/>
                </a:lnTo>
                <a:lnTo>
                  <a:pt x="5776" y="598"/>
                </a:lnTo>
                <a:lnTo>
                  <a:pt x="8123" y="864"/>
                </a:lnTo>
                <a:lnTo>
                  <a:pt x="11375" y="1236"/>
                </a:lnTo>
                <a:lnTo>
                  <a:pt x="15786" y="1738"/>
                </a:lnTo>
                <a:lnTo>
                  <a:pt x="21600" y="2400"/>
                </a:lnTo>
                <a:lnTo>
                  <a:pt x="21305" y="4051"/>
                </a:lnTo>
                <a:lnTo>
                  <a:pt x="20998" y="5702"/>
                </a:lnTo>
                <a:lnTo>
                  <a:pt x="20682" y="7354"/>
                </a:lnTo>
                <a:lnTo>
                  <a:pt x="20357" y="9002"/>
                </a:lnTo>
                <a:lnTo>
                  <a:pt x="20020" y="10651"/>
                </a:lnTo>
                <a:lnTo>
                  <a:pt x="19725" y="12185"/>
                </a:lnTo>
                <a:lnTo>
                  <a:pt x="19430" y="13728"/>
                </a:lnTo>
                <a:lnTo>
                  <a:pt x="19131" y="15290"/>
                </a:lnTo>
                <a:lnTo>
                  <a:pt x="18053" y="17578"/>
                </a:lnTo>
                <a:lnTo>
                  <a:pt x="17058" y="18929"/>
                </a:lnTo>
                <a:lnTo>
                  <a:pt x="15567" y="19872"/>
                </a:lnTo>
                <a:lnTo>
                  <a:pt x="13010" y="20935"/>
                </a:lnTo>
                <a:lnTo>
                  <a:pt x="11000" y="21264"/>
                </a:lnTo>
                <a:lnTo>
                  <a:pt x="8961" y="21600"/>
                </a:lnTo>
                <a:lnTo>
                  <a:pt x="6758" y="20066"/>
                </a:lnTo>
                <a:lnTo>
                  <a:pt x="4933" y="18538"/>
                </a:lnTo>
                <a:lnTo>
                  <a:pt x="3450" y="17006"/>
                </a:lnTo>
                <a:lnTo>
                  <a:pt x="2283" y="15468"/>
                </a:lnTo>
                <a:lnTo>
                  <a:pt x="1394" y="13913"/>
                </a:lnTo>
                <a:lnTo>
                  <a:pt x="754" y="12334"/>
                </a:lnTo>
                <a:lnTo>
                  <a:pt x="329" y="10723"/>
                </a:lnTo>
                <a:lnTo>
                  <a:pt x="88" y="9074"/>
                </a:lnTo>
                <a:lnTo>
                  <a:pt x="0" y="7380"/>
                </a:lnTo>
                <a:lnTo>
                  <a:pt x="34" y="5633"/>
                </a:lnTo>
                <a:lnTo>
                  <a:pt x="156" y="3826"/>
                </a:lnTo>
                <a:lnTo>
                  <a:pt x="333" y="1949"/>
                </a:lnTo>
                <a:lnTo>
                  <a:pt x="535" y="0"/>
                </a:lnTo>
                <a:close/>
              </a:path>
            </a:pathLst>
          </a:custGeom>
          <a:solidFill>
            <a:srgbClr val="E5EA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8" name="contour_07416"/>
          <p:cNvSpPr/>
          <p:nvPr/>
        </p:nvSpPr>
        <p:spPr>
          <a:xfrm>
            <a:off x="1715765" y="1721169"/>
            <a:ext cx="94744" cy="789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65"/>
                </a:moveTo>
                <a:lnTo>
                  <a:pt x="20337" y="3568"/>
                </a:lnTo>
                <a:lnTo>
                  <a:pt x="19347" y="5008"/>
                </a:lnTo>
                <a:lnTo>
                  <a:pt x="18546" y="6054"/>
                </a:lnTo>
                <a:lnTo>
                  <a:pt x="17852" y="6786"/>
                </a:lnTo>
                <a:lnTo>
                  <a:pt x="17175" y="7274"/>
                </a:lnTo>
                <a:lnTo>
                  <a:pt x="16438" y="7597"/>
                </a:lnTo>
                <a:lnTo>
                  <a:pt x="15552" y="7829"/>
                </a:lnTo>
                <a:lnTo>
                  <a:pt x="14435" y="8042"/>
                </a:lnTo>
                <a:lnTo>
                  <a:pt x="13407" y="8024"/>
                </a:lnTo>
                <a:lnTo>
                  <a:pt x="12385" y="7988"/>
                </a:lnTo>
                <a:lnTo>
                  <a:pt x="11367" y="7934"/>
                </a:lnTo>
                <a:lnTo>
                  <a:pt x="10350" y="7861"/>
                </a:lnTo>
                <a:lnTo>
                  <a:pt x="9330" y="7765"/>
                </a:lnTo>
                <a:lnTo>
                  <a:pt x="8308" y="7645"/>
                </a:lnTo>
                <a:lnTo>
                  <a:pt x="8446" y="8839"/>
                </a:lnTo>
                <a:lnTo>
                  <a:pt x="8584" y="10039"/>
                </a:lnTo>
                <a:lnTo>
                  <a:pt x="8723" y="11258"/>
                </a:lnTo>
                <a:lnTo>
                  <a:pt x="8710" y="12850"/>
                </a:lnTo>
                <a:lnTo>
                  <a:pt x="8579" y="14112"/>
                </a:lnTo>
                <a:lnTo>
                  <a:pt x="8266" y="15203"/>
                </a:lnTo>
                <a:lnTo>
                  <a:pt x="7705" y="16273"/>
                </a:lnTo>
                <a:lnTo>
                  <a:pt x="6827" y="17481"/>
                </a:lnTo>
                <a:lnTo>
                  <a:pt x="5987" y="18213"/>
                </a:lnTo>
                <a:lnTo>
                  <a:pt x="5141" y="18927"/>
                </a:lnTo>
                <a:lnTo>
                  <a:pt x="4288" y="19620"/>
                </a:lnTo>
                <a:lnTo>
                  <a:pt x="3426" y="20298"/>
                </a:lnTo>
                <a:lnTo>
                  <a:pt x="2552" y="20956"/>
                </a:lnTo>
                <a:lnTo>
                  <a:pt x="1662" y="21600"/>
                </a:lnTo>
                <a:lnTo>
                  <a:pt x="1387" y="20284"/>
                </a:lnTo>
                <a:lnTo>
                  <a:pt x="1113" y="18967"/>
                </a:lnTo>
                <a:lnTo>
                  <a:pt x="837" y="17643"/>
                </a:lnTo>
                <a:lnTo>
                  <a:pt x="560" y="16313"/>
                </a:lnTo>
                <a:lnTo>
                  <a:pt x="281" y="14975"/>
                </a:lnTo>
                <a:lnTo>
                  <a:pt x="0" y="13626"/>
                </a:lnTo>
                <a:lnTo>
                  <a:pt x="1098" y="13626"/>
                </a:lnTo>
                <a:lnTo>
                  <a:pt x="2203" y="13626"/>
                </a:lnTo>
                <a:lnTo>
                  <a:pt x="3323" y="13626"/>
                </a:lnTo>
                <a:lnTo>
                  <a:pt x="3323" y="12308"/>
                </a:lnTo>
                <a:lnTo>
                  <a:pt x="3323" y="10982"/>
                </a:lnTo>
                <a:lnTo>
                  <a:pt x="3323" y="9639"/>
                </a:lnTo>
                <a:lnTo>
                  <a:pt x="4421" y="9639"/>
                </a:lnTo>
                <a:lnTo>
                  <a:pt x="5526" y="9639"/>
                </a:lnTo>
                <a:lnTo>
                  <a:pt x="6646" y="9639"/>
                </a:lnTo>
                <a:lnTo>
                  <a:pt x="6904" y="8279"/>
                </a:lnTo>
                <a:lnTo>
                  <a:pt x="7165" y="6898"/>
                </a:lnTo>
                <a:lnTo>
                  <a:pt x="7796" y="5257"/>
                </a:lnTo>
                <a:lnTo>
                  <a:pt x="8401" y="4069"/>
                </a:lnTo>
                <a:lnTo>
                  <a:pt x="9064" y="3200"/>
                </a:lnTo>
                <a:lnTo>
                  <a:pt x="9870" y="2516"/>
                </a:lnTo>
                <a:lnTo>
                  <a:pt x="10903" y="1884"/>
                </a:lnTo>
                <a:lnTo>
                  <a:pt x="12254" y="1166"/>
                </a:lnTo>
                <a:lnTo>
                  <a:pt x="13556" y="652"/>
                </a:lnTo>
                <a:lnTo>
                  <a:pt x="14753" y="279"/>
                </a:lnTo>
                <a:lnTo>
                  <a:pt x="15879" y="58"/>
                </a:lnTo>
                <a:lnTo>
                  <a:pt x="16968" y="0"/>
                </a:lnTo>
                <a:lnTo>
                  <a:pt x="18051" y="120"/>
                </a:lnTo>
                <a:lnTo>
                  <a:pt x="19163" y="429"/>
                </a:lnTo>
                <a:lnTo>
                  <a:pt x="20334" y="939"/>
                </a:lnTo>
                <a:lnTo>
                  <a:pt x="21600" y="1665"/>
                </a:lnTo>
                <a:close/>
              </a:path>
            </a:pathLst>
          </a:custGeom>
          <a:solidFill>
            <a:srgbClr val="858684"/>
          </a:solidFill>
          <a:ln>
            <a:noFill/>
          </a:ln>
        </p:spPr>
        <p:txBody>
          <a:bodyPr/>
          <a:lstStyle/>
          <a:p/>
        </p:txBody>
      </p:sp>
      <p:sp>
        <p:nvSpPr>
          <p:cNvPr id="7419" name="contour_07417"/>
          <p:cNvSpPr/>
          <p:nvPr/>
        </p:nvSpPr>
        <p:spPr>
          <a:xfrm>
            <a:off x="4900617" y="1662908"/>
            <a:ext cx="103672" cy="424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99" y="1682"/>
                </a:moveTo>
                <a:lnTo>
                  <a:pt x="15834" y="2068"/>
                </a:lnTo>
                <a:lnTo>
                  <a:pt x="16783" y="2461"/>
                </a:lnTo>
                <a:lnTo>
                  <a:pt x="17778" y="3042"/>
                </a:lnTo>
                <a:lnTo>
                  <a:pt x="18692" y="3669"/>
                </a:lnTo>
                <a:lnTo>
                  <a:pt x="19556" y="4436"/>
                </a:lnTo>
                <a:lnTo>
                  <a:pt x="20402" y="5440"/>
                </a:lnTo>
                <a:lnTo>
                  <a:pt x="21258" y="6778"/>
                </a:lnTo>
                <a:lnTo>
                  <a:pt x="21486" y="9368"/>
                </a:lnTo>
                <a:lnTo>
                  <a:pt x="21592" y="11769"/>
                </a:lnTo>
                <a:lnTo>
                  <a:pt x="21600" y="14089"/>
                </a:lnTo>
                <a:lnTo>
                  <a:pt x="21532" y="16427"/>
                </a:lnTo>
                <a:lnTo>
                  <a:pt x="21410" y="18899"/>
                </a:lnTo>
                <a:lnTo>
                  <a:pt x="21258" y="21600"/>
                </a:lnTo>
                <a:lnTo>
                  <a:pt x="20256" y="21600"/>
                </a:lnTo>
                <a:lnTo>
                  <a:pt x="19245" y="21600"/>
                </a:lnTo>
                <a:lnTo>
                  <a:pt x="18221" y="21600"/>
                </a:lnTo>
                <a:lnTo>
                  <a:pt x="18221" y="19151"/>
                </a:lnTo>
                <a:lnTo>
                  <a:pt x="18221" y="16686"/>
                </a:lnTo>
                <a:lnTo>
                  <a:pt x="18221" y="14189"/>
                </a:lnTo>
                <a:lnTo>
                  <a:pt x="17476" y="14189"/>
                </a:lnTo>
                <a:lnTo>
                  <a:pt x="16720" y="14189"/>
                </a:lnTo>
                <a:lnTo>
                  <a:pt x="15690" y="14185"/>
                </a:lnTo>
                <a:lnTo>
                  <a:pt x="14659" y="14181"/>
                </a:lnTo>
                <a:lnTo>
                  <a:pt x="13628" y="14170"/>
                </a:lnTo>
                <a:lnTo>
                  <a:pt x="12599" y="14159"/>
                </a:lnTo>
                <a:lnTo>
                  <a:pt x="11619" y="14178"/>
                </a:lnTo>
                <a:lnTo>
                  <a:pt x="10902" y="14211"/>
                </a:lnTo>
                <a:lnTo>
                  <a:pt x="10243" y="14285"/>
                </a:lnTo>
                <a:lnTo>
                  <a:pt x="9431" y="14426"/>
                </a:lnTo>
                <a:lnTo>
                  <a:pt x="8257" y="14652"/>
                </a:lnTo>
                <a:lnTo>
                  <a:pt x="7234" y="14330"/>
                </a:lnTo>
                <a:lnTo>
                  <a:pt x="6259" y="13822"/>
                </a:lnTo>
                <a:lnTo>
                  <a:pt x="5321" y="13151"/>
                </a:lnTo>
                <a:lnTo>
                  <a:pt x="4413" y="12336"/>
                </a:lnTo>
                <a:lnTo>
                  <a:pt x="3524" y="11391"/>
                </a:lnTo>
                <a:lnTo>
                  <a:pt x="2648" y="10346"/>
                </a:lnTo>
                <a:lnTo>
                  <a:pt x="1775" y="9216"/>
                </a:lnTo>
                <a:lnTo>
                  <a:pt x="896" y="8019"/>
                </a:lnTo>
                <a:lnTo>
                  <a:pt x="0" y="6778"/>
                </a:lnTo>
                <a:lnTo>
                  <a:pt x="1061" y="5192"/>
                </a:lnTo>
                <a:lnTo>
                  <a:pt x="2103" y="3843"/>
                </a:lnTo>
                <a:lnTo>
                  <a:pt x="3133" y="2720"/>
                </a:lnTo>
                <a:lnTo>
                  <a:pt x="4151" y="1805"/>
                </a:lnTo>
                <a:lnTo>
                  <a:pt x="5169" y="1093"/>
                </a:lnTo>
                <a:lnTo>
                  <a:pt x="6185" y="567"/>
                </a:lnTo>
                <a:lnTo>
                  <a:pt x="7207" y="219"/>
                </a:lnTo>
                <a:lnTo>
                  <a:pt x="8239" y="33"/>
                </a:lnTo>
                <a:lnTo>
                  <a:pt x="9285" y="0"/>
                </a:lnTo>
                <a:lnTo>
                  <a:pt x="10351" y="107"/>
                </a:lnTo>
                <a:lnTo>
                  <a:pt x="11440" y="341"/>
                </a:lnTo>
                <a:lnTo>
                  <a:pt x="12559" y="689"/>
                </a:lnTo>
                <a:lnTo>
                  <a:pt x="13710" y="1138"/>
                </a:lnTo>
                <a:lnTo>
                  <a:pt x="14899" y="1682"/>
                </a:lnTo>
                <a:close/>
              </a:path>
            </a:pathLst>
          </a:custGeom>
          <a:solidFill>
            <a:srgbClr val="E1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0" name="contour_07418"/>
          <p:cNvSpPr/>
          <p:nvPr/>
        </p:nvSpPr>
        <p:spPr>
          <a:xfrm>
            <a:off x="4827737" y="1603358"/>
            <a:ext cx="4053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83" y="0"/>
                </a:moveTo>
                <a:lnTo>
                  <a:pt x="7709" y="1636"/>
                </a:lnTo>
                <a:lnTo>
                  <a:pt x="10901" y="3018"/>
                </a:lnTo>
                <a:lnTo>
                  <a:pt x="13522" y="4198"/>
                </a:lnTo>
                <a:lnTo>
                  <a:pt x="15635" y="5215"/>
                </a:lnTo>
                <a:lnTo>
                  <a:pt x="17301" y="6119"/>
                </a:lnTo>
                <a:lnTo>
                  <a:pt x="18583" y="6951"/>
                </a:lnTo>
                <a:lnTo>
                  <a:pt x="19538" y="7760"/>
                </a:lnTo>
                <a:lnTo>
                  <a:pt x="20229" y="8589"/>
                </a:lnTo>
                <a:lnTo>
                  <a:pt x="20718" y="9482"/>
                </a:lnTo>
                <a:lnTo>
                  <a:pt x="21072" y="10488"/>
                </a:lnTo>
                <a:lnTo>
                  <a:pt x="21344" y="11648"/>
                </a:lnTo>
                <a:lnTo>
                  <a:pt x="21600" y="13009"/>
                </a:lnTo>
                <a:lnTo>
                  <a:pt x="21060" y="14164"/>
                </a:lnTo>
                <a:lnTo>
                  <a:pt x="20517" y="15322"/>
                </a:lnTo>
                <a:lnTo>
                  <a:pt x="19969" y="16491"/>
                </a:lnTo>
                <a:lnTo>
                  <a:pt x="19417" y="17673"/>
                </a:lnTo>
                <a:lnTo>
                  <a:pt x="17014" y="18160"/>
                </a:lnTo>
                <a:lnTo>
                  <a:pt x="14610" y="18645"/>
                </a:lnTo>
                <a:lnTo>
                  <a:pt x="12198" y="19134"/>
                </a:lnTo>
                <a:lnTo>
                  <a:pt x="9783" y="19623"/>
                </a:lnTo>
                <a:lnTo>
                  <a:pt x="7355" y="20112"/>
                </a:lnTo>
                <a:lnTo>
                  <a:pt x="4917" y="20604"/>
                </a:lnTo>
                <a:lnTo>
                  <a:pt x="2466" y="21101"/>
                </a:lnTo>
                <a:lnTo>
                  <a:pt x="0" y="21600"/>
                </a:lnTo>
                <a:lnTo>
                  <a:pt x="241" y="20263"/>
                </a:lnTo>
                <a:lnTo>
                  <a:pt x="482" y="18927"/>
                </a:lnTo>
                <a:lnTo>
                  <a:pt x="722" y="17588"/>
                </a:lnTo>
                <a:lnTo>
                  <a:pt x="963" y="16251"/>
                </a:lnTo>
                <a:lnTo>
                  <a:pt x="1204" y="14912"/>
                </a:lnTo>
                <a:lnTo>
                  <a:pt x="1445" y="13569"/>
                </a:lnTo>
                <a:lnTo>
                  <a:pt x="1685" y="12226"/>
                </a:lnTo>
                <a:lnTo>
                  <a:pt x="1926" y="10881"/>
                </a:lnTo>
                <a:lnTo>
                  <a:pt x="2171" y="9533"/>
                </a:lnTo>
                <a:lnTo>
                  <a:pt x="2412" y="8182"/>
                </a:lnTo>
                <a:lnTo>
                  <a:pt x="2656" y="6828"/>
                </a:lnTo>
                <a:lnTo>
                  <a:pt x="2901" y="5471"/>
                </a:lnTo>
                <a:lnTo>
                  <a:pt x="3146" y="4110"/>
                </a:lnTo>
                <a:lnTo>
                  <a:pt x="3390" y="2745"/>
                </a:lnTo>
                <a:lnTo>
                  <a:pt x="3635" y="1375"/>
                </a:lnTo>
                <a:lnTo>
                  <a:pt x="3883" y="0"/>
                </a:lnTo>
                <a:close/>
              </a:path>
            </a:pathLst>
          </a:custGeom>
          <a:solidFill>
            <a:srgbClr val="ED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1" name="contour_07419"/>
          <p:cNvSpPr/>
          <p:nvPr/>
        </p:nvSpPr>
        <p:spPr>
          <a:xfrm>
            <a:off x="854142" y="1564644"/>
            <a:ext cx="81808" cy="53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09" y="0"/>
                </a:moveTo>
                <a:lnTo>
                  <a:pt x="18275" y="473"/>
                </a:lnTo>
                <a:lnTo>
                  <a:pt x="19202" y="958"/>
                </a:lnTo>
                <a:lnTo>
                  <a:pt x="19914" y="1680"/>
                </a:lnTo>
                <a:lnTo>
                  <a:pt x="20640" y="2866"/>
                </a:lnTo>
                <a:lnTo>
                  <a:pt x="21600" y="4745"/>
                </a:lnTo>
                <a:lnTo>
                  <a:pt x="21600" y="6375"/>
                </a:lnTo>
                <a:lnTo>
                  <a:pt x="21600" y="8014"/>
                </a:lnTo>
                <a:lnTo>
                  <a:pt x="21600" y="9677"/>
                </a:lnTo>
                <a:lnTo>
                  <a:pt x="20615" y="10837"/>
                </a:lnTo>
                <a:lnTo>
                  <a:pt x="19618" y="11912"/>
                </a:lnTo>
                <a:lnTo>
                  <a:pt x="18604" y="12917"/>
                </a:lnTo>
                <a:lnTo>
                  <a:pt x="17574" y="13866"/>
                </a:lnTo>
                <a:lnTo>
                  <a:pt x="16522" y="14778"/>
                </a:lnTo>
                <a:lnTo>
                  <a:pt x="15444" y="15666"/>
                </a:lnTo>
                <a:lnTo>
                  <a:pt x="14340" y="16545"/>
                </a:lnTo>
                <a:lnTo>
                  <a:pt x="12945" y="17688"/>
                </a:lnTo>
                <a:lnTo>
                  <a:pt x="12034" y="18567"/>
                </a:lnTo>
                <a:lnTo>
                  <a:pt x="11205" y="19642"/>
                </a:lnTo>
                <a:lnTo>
                  <a:pt x="10056" y="21363"/>
                </a:lnTo>
                <a:lnTo>
                  <a:pt x="8688" y="21527"/>
                </a:lnTo>
                <a:lnTo>
                  <a:pt x="7718" y="21600"/>
                </a:lnTo>
                <a:lnTo>
                  <a:pt x="6685" y="21600"/>
                </a:lnTo>
                <a:lnTo>
                  <a:pt x="5124" y="21544"/>
                </a:lnTo>
                <a:lnTo>
                  <a:pt x="4462" y="21524"/>
                </a:lnTo>
                <a:lnTo>
                  <a:pt x="2469" y="21469"/>
                </a:lnTo>
                <a:lnTo>
                  <a:pt x="1459" y="21416"/>
                </a:lnTo>
                <a:lnTo>
                  <a:pt x="435" y="21363"/>
                </a:lnTo>
                <a:lnTo>
                  <a:pt x="144" y="19365"/>
                </a:lnTo>
                <a:lnTo>
                  <a:pt x="0" y="17910"/>
                </a:lnTo>
                <a:lnTo>
                  <a:pt x="0" y="16578"/>
                </a:lnTo>
                <a:lnTo>
                  <a:pt x="144" y="14947"/>
                </a:lnTo>
                <a:lnTo>
                  <a:pt x="435" y="12598"/>
                </a:lnTo>
                <a:lnTo>
                  <a:pt x="1609" y="11675"/>
                </a:lnTo>
                <a:lnTo>
                  <a:pt x="2790" y="10854"/>
                </a:lnTo>
                <a:lnTo>
                  <a:pt x="3985" y="10115"/>
                </a:lnTo>
                <a:lnTo>
                  <a:pt x="5194" y="9428"/>
                </a:lnTo>
                <a:lnTo>
                  <a:pt x="6423" y="8777"/>
                </a:lnTo>
                <a:lnTo>
                  <a:pt x="7680" y="8134"/>
                </a:lnTo>
                <a:lnTo>
                  <a:pt x="9086" y="7284"/>
                </a:lnTo>
                <a:lnTo>
                  <a:pt x="10029" y="6515"/>
                </a:lnTo>
                <a:lnTo>
                  <a:pt x="10930" y="5391"/>
                </a:lnTo>
                <a:lnTo>
                  <a:pt x="12217" y="3468"/>
                </a:lnTo>
                <a:lnTo>
                  <a:pt x="13239" y="1975"/>
                </a:lnTo>
                <a:lnTo>
                  <a:pt x="14068" y="1116"/>
                </a:lnTo>
                <a:lnTo>
                  <a:pt x="15146" y="567"/>
                </a:lnTo>
                <a:lnTo>
                  <a:pt x="16909" y="0"/>
                </a:lnTo>
                <a:close/>
              </a:path>
            </a:pathLst>
          </a:custGeom>
          <a:solidFill>
            <a:srgbClr val="FC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2" name="contour_07420"/>
          <p:cNvSpPr/>
          <p:nvPr/>
        </p:nvSpPr>
        <p:spPr>
          <a:xfrm>
            <a:off x="4609097" y="1559630"/>
            <a:ext cx="13847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92" y="0"/>
                </a:lnTo>
                <a:lnTo>
                  <a:pt x="1584" y="0"/>
                </a:lnTo>
                <a:lnTo>
                  <a:pt x="2376" y="0"/>
                </a:lnTo>
                <a:lnTo>
                  <a:pt x="3168" y="0"/>
                </a:lnTo>
                <a:lnTo>
                  <a:pt x="3962" y="0"/>
                </a:lnTo>
                <a:lnTo>
                  <a:pt x="4754" y="0"/>
                </a:lnTo>
                <a:lnTo>
                  <a:pt x="5548" y="0"/>
                </a:lnTo>
                <a:lnTo>
                  <a:pt x="6341" y="0"/>
                </a:lnTo>
                <a:lnTo>
                  <a:pt x="7136" y="0"/>
                </a:lnTo>
                <a:lnTo>
                  <a:pt x="7931" y="0"/>
                </a:lnTo>
                <a:lnTo>
                  <a:pt x="8726" y="0"/>
                </a:lnTo>
                <a:lnTo>
                  <a:pt x="9523" y="0"/>
                </a:lnTo>
                <a:lnTo>
                  <a:pt x="10320" y="0"/>
                </a:lnTo>
                <a:lnTo>
                  <a:pt x="11118" y="0"/>
                </a:lnTo>
                <a:lnTo>
                  <a:pt x="11918" y="0"/>
                </a:lnTo>
                <a:lnTo>
                  <a:pt x="12717" y="0"/>
                </a:lnTo>
                <a:lnTo>
                  <a:pt x="13518" y="0"/>
                </a:lnTo>
                <a:lnTo>
                  <a:pt x="14320" y="0"/>
                </a:lnTo>
                <a:lnTo>
                  <a:pt x="15123" y="0"/>
                </a:lnTo>
                <a:lnTo>
                  <a:pt x="15928" y="0"/>
                </a:lnTo>
                <a:lnTo>
                  <a:pt x="16733" y="0"/>
                </a:lnTo>
                <a:lnTo>
                  <a:pt x="17540" y="0"/>
                </a:lnTo>
                <a:lnTo>
                  <a:pt x="18350" y="0"/>
                </a:lnTo>
                <a:lnTo>
                  <a:pt x="19159" y="0"/>
                </a:lnTo>
                <a:lnTo>
                  <a:pt x="19971" y="0"/>
                </a:lnTo>
                <a:lnTo>
                  <a:pt x="20785" y="0"/>
                </a:lnTo>
                <a:lnTo>
                  <a:pt x="21600" y="0"/>
                </a:lnTo>
                <a:lnTo>
                  <a:pt x="20634" y="6077"/>
                </a:lnTo>
                <a:lnTo>
                  <a:pt x="19933" y="10195"/>
                </a:lnTo>
                <a:lnTo>
                  <a:pt x="19385" y="12809"/>
                </a:lnTo>
                <a:lnTo>
                  <a:pt x="18876" y="14357"/>
                </a:lnTo>
                <a:lnTo>
                  <a:pt x="18293" y="15293"/>
                </a:lnTo>
                <a:lnTo>
                  <a:pt x="17523" y="16056"/>
                </a:lnTo>
                <a:lnTo>
                  <a:pt x="16726" y="15926"/>
                </a:lnTo>
                <a:lnTo>
                  <a:pt x="15940" y="15768"/>
                </a:lnTo>
                <a:lnTo>
                  <a:pt x="15162" y="15566"/>
                </a:lnTo>
                <a:lnTo>
                  <a:pt x="14391" y="15322"/>
                </a:lnTo>
                <a:lnTo>
                  <a:pt x="13626" y="15005"/>
                </a:lnTo>
                <a:lnTo>
                  <a:pt x="12866" y="14609"/>
                </a:lnTo>
                <a:lnTo>
                  <a:pt x="12110" y="14134"/>
                </a:lnTo>
                <a:lnTo>
                  <a:pt x="11356" y="13550"/>
                </a:lnTo>
                <a:lnTo>
                  <a:pt x="10604" y="12852"/>
                </a:lnTo>
                <a:lnTo>
                  <a:pt x="9852" y="12024"/>
                </a:lnTo>
                <a:lnTo>
                  <a:pt x="9099" y="11059"/>
                </a:lnTo>
                <a:lnTo>
                  <a:pt x="8343" y="9943"/>
                </a:lnTo>
                <a:lnTo>
                  <a:pt x="7585" y="8662"/>
                </a:lnTo>
                <a:lnTo>
                  <a:pt x="6821" y="7200"/>
                </a:lnTo>
                <a:lnTo>
                  <a:pt x="6821" y="11959"/>
                </a:lnTo>
                <a:lnTo>
                  <a:pt x="6821" y="16747"/>
                </a:lnTo>
                <a:lnTo>
                  <a:pt x="6821" y="21600"/>
                </a:lnTo>
                <a:lnTo>
                  <a:pt x="6128" y="20966"/>
                </a:lnTo>
                <a:lnTo>
                  <a:pt x="5434" y="20304"/>
                </a:lnTo>
                <a:lnTo>
                  <a:pt x="4742" y="19613"/>
                </a:lnTo>
                <a:lnTo>
                  <a:pt x="4049" y="18900"/>
                </a:lnTo>
                <a:lnTo>
                  <a:pt x="3276" y="18144"/>
                </a:lnTo>
                <a:lnTo>
                  <a:pt x="2491" y="17381"/>
                </a:lnTo>
                <a:lnTo>
                  <a:pt x="1821" y="15811"/>
                </a:lnTo>
                <a:lnTo>
                  <a:pt x="1356" y="14119"/>
                </a:lnTo>
                <a:lnTo>
                  <a:pt x="978" y="11477"/>
                </a:lnTo>
                <a:lnTo>
                  <a:pt x="566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566872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3" name="contour_07421"/>
          <p:cNvSpPr/>
          <p:nvPr/>
        </p:nvSpPr>
        <p:spPr>
          <a:xfrm>
            <a:off x="8217083" y="1545506"/>
            <a:ext cx="72450" cy="588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185"/>
                </a:moveTo>
                <a:lnTo>
                  <a:pt x="20587" y="6197"/>
                </a:lnTo>
                <a:lnTo>
                  <a:pt x="19571" y="7203"/>
                </a:lnTo>
                <a:lnTo>
                  <a:pt x="18549" y="8203"/>
                </a:lnTo>
                <a:lnTo>
                  <a:pt x="17526" y="9199"/>
                </a:lnTo>
                <a:lnTo>
                  <a:pt x="16390" y="10320"/>
                </a:lnTo>
                <a:lnTo>
                  <a:pt x="15234" y="11457"/>
                </a:lnTo>
                <a:lnTo>
                  <a:pt x="14065" y="12313"/>
                </a:lnTo>
                <a:lnTo>
                  <a:pt x="13133" y="12832"/>
                </a:lnTo>
                <a:lnTo>
                  <a:pt x="12118" y="13100"/>
                </a:lnTo>
                <a:lnTo>
                  <a:pt x="10703" y="13199"/>
                </a:lnTo>
                <a:lnTo>
                  <a:pt x="8563" y="13212"/>
                </a:lnTo>
                <a:lnTo>
                  <a:pt x="8563" y="14801"/>
                </a:lnTo>
                <a:lnTo>
                  <a:pt x="8563" y="16396"/>
                </a:lnTo>
                <a:lnTo>
                  <a:pt x="8563" y="17996"/>
                </a:lnTo>
                <a:lnTo>
                  <a:pt x="8563" y="19609"/>
                </a:lnTo>
                <a:lnTo>
                  <a:pt x="8563" y="21239"/>
                </a:lnTo>
                <a:lnTo>
                  <a:pt x="7012" y="21480"/>
                </a:lnTo>
                <a:lnTo>
                  <a:pt x="5897" y="21600"/>
                </a:lnTo>
                <a:lnTo>
                  <a:pt x="4906" y="21600"/>
                </a:lnTo>
                <a:lnTo>
                  <a:pt x="3726" y="21480"/>
                </a:lnTo>
                <a:lnTo>
                  <a:pt x="2045" y="21239"/>
                </a:lnTo>
                <a:lnTo>
                  <a:pt x="1162" y="19417"/>
                </a:lnTo>
                <a:lnTo>
                  <a:pt x="537" y="17723"/>
                </a:lnTo>
                <a:lnTo>
                  <a:pt x="152" y="16067"/>
                </a:lnTo>
                <a:lnTo>
                  <a:pt x="0" y="14355"/>
                </a:lnTo>
                <a:lnTo>
                  <a:pt x="65" y="12492"/>
                </a:lnTo>
                <a:lnTo>
                  <a:pt x="339" y="10389"/>
                </a:lnTo>
                <a:lnTo>
                  <a:pt x="947" y="8543"/>
                </a:lnTo>
                <a:lnTo>
                  <a:pt x="1584" y="6911"/>
                </a:lnTo>
                <a:lnTo>
                  <a:pt x="2290" y="5466"/>
                </a:lnTo>
                <a:lnTo>
                  <a:pt x="3111" y="4185"/>
                </a:lnTo>
                <a:lnTo>
                  <a:pt x="4091" y="3039"/>
                </a:lnTo>
                <a:lnTo>
                  <a:pt x="5276" y="2001"/>
                </a:lnTo>
                <a:lnTo>
                  <a:pt x="6705" y="1046"/>
                </a:lnTo>
                <a:lnTo>
                  <a:pt x="8574" y="516"/>
                </a:lnTo>
                <a:lnTo>
                  <a:pt x="10282" y="163"/>
                </a:lnTo>
                <a:lnTo>
                  <a:pt x="11857" y="0"/>
                </a:lnTo>
                <a:lnTo>
                  <a:pt x="13328" y="35"/>
                </a:lnTo>
                <a:lnTo>
                  <a:pt x="14725" y="284"/>
                </a:lnTo>
                <a:lnTo>
                  <a:pt x="16077" y="760"/>
                </a:lnTo>
                <a:lnTo>
                  <a:pt x="17413" y="1477"/>
                </a:lnTo>
                <a:lnTo>
                  <a:pt x="18758" y="2443"/>
                </a:lnTo>
                <a:lnTo>
                  <a:pt x="20144" y="3676"/>
                </a:lnTo>
                <a:lnTo>
                  <a:pt x="21600" y="5185"/>
                </a:lnTo>
                <a:close/>
              </a:path>
            </a:pathLst>
          </a:custGeom>
          <a:solidFill>
            <a:srgbClr val="E8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4" name="contour_07422"/>
          <p:cNvSpPr/>
          <p:nvPr/>
        </p:nvSpPr>
        <p:spPr>
          <a:xfrm>
            <a:off x="4842313" y="1479462"/>
            <a:ext cx="3149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98" y="396"/>
                </a:lnTo>
                <a:lnTo>
                  <a:pt x="6602" y="792"/>
                </a:lnTo>
                <a:lnTo>
                  <a:pt x="9920" y="1190"/>
                </a:lnTo>
                <a:lnTo>
                  <a:pt x="13254" y="1591"/>
                </a:lnTo>
                <a:lnTo>
                  <a:pt x="16607" y="1994"/>
                </a:lnTo>
                <a:lnTo>
                  <a:pt x="19991" y="2400"/>
                </a:lnTo>
                <a:lnTo>
                  <a:pt x="20710" y="4178"/>
                </a:lnTo>
                <a:lnTo>
                  <a:pt x="21210" y="5782"/>
                </a:lnTo>
                <a:lnTo>
                  <a:pt x="21505" y="7296"/>
                </a:lnTo>
                <a:lnTo>
                  <a:pt x="21600" y="8803"/>
                </a:lnTo>
                <a:lnTo>
                  <a:pt x="21505" y="10392"/>
                </a:lnTo>
                <a:lnTo>
                  <a:pt x="21240" y="12149"/>
                </a:lnTo>
                <a:lnTo>
                  <a:pt x="21105" y="13512"/>
                </a:lnTo>
                <a:lnTo>
                  <a:pt x="20965" y="14892"/>
                </a:lnTo>
                <a:lnTo>
                  <a:pt x="20765" y="16570"/>
                </a:lnTo>
                <a:lnTo>
                  <a:pt x="20530" y="18247"/>
                </a:lnTo>
                <a:lnTo>
                  <a:pt x="20271" y="19925"/>
                </a:lnTo>
                <a:lnTo>
                  <a:pt x="19991" y="21600"/>
                </a:lnTo>
                <a:lnTo>
                  <a:pt x="16692" y="21600"/>
                </a:lnTo>
                <a:lnTo>
                  <a:pt x="13389" y="21600"/>
                </a:lnTo>
                <a:lnTo>
                  <a:pt x="10070" y="21600"/>
                </a:lnTo>
                <a:lnTo>
                  <a:pt x="6737" y="21600"/>
                </a:lnTo>
                <a:lnTo>
                  <a:pt x="3383" y="21600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8C9699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5" name="contour_07423"/>
          <p:cNvSpPr/>
          <p:nvPr/>
        </p:nvSpPr>
        <p:spPr>
          <a:xfrm>
            <a:off x="1220181" y="1497230"/>
            <a:ext cx="58428" cy="55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25" y="0"/>
                </a:moveTo>
                <a:lnTo>
                  <a:pt x="17386" y="974"/>
                </a:lnTo>
                <a:lnTo>
                  <a:pt x="18577" y="1782"/>
                </a:lnTo>
                <a:lnTo>
                  <a:pt x="19345" y="2854"/>
                </a:lnTo>
                <a:lnTo>
                  <a:pt x="20142" y="4630"/>
                </a:lnTo>
                <a:lnTo>
                  <a:pt x="20598" y="6561"/>
                </a:lnTo>
                <a:lnTo>
                  <a:pt x="20991" y="8403"/>
                </a:lnTo>
                <a:lnTo>
                  <a:pt x="21301" y="10209"/>
                </a:lnTo>
                <a:lnTo>
                  <a:pt x="21511" y="12023"/>
                </a:lnTo>
                <a:lnTo>
                  <a:pt x="21600" y="13899"/>
                </a:lnTo>
                <a:lnTo>
                  <a:pt x="21554" y="15887"/>
                </a:lnTo>
                <a:lnTo>
                  <a:pt x="20269" y="17884"/>
                </a:lnTo>
                <a:lnTo>
                  <a:pt x="19278" y="19146"/>
                </a:lnTo>
                <a:lnTo>
                  <a:pt x="18079" y="20206"/>
                </a:lnTo>
                <a:lnTo>
                  <a:pt x="16166" y="21600"/>
                </a:lnTo>
                <a:lnTo>
                  <a:pt x="14148" y="21557"/>
                </a:lnTo>
                <a:lnTo>
                  <a:pt x="12704" y="21483"/>
                </a:lnTo>
                <a:lnTo>
                  <a:pt x="11424" y="21320"/>
                </a:lnTo>
                <a:lnTo>
                  <a:pt x="9907" y="21020"/>
                </a:lnTo>
                <a:lnTo>
                  <a:pt x="7746" y="20529"/>
                </a:lnTo>
                <a:lnTo>
                  <a:pt x="6294" y="20212"/>
                </a:lnTo>
                <a:lnTo>
                  <a:pt x="4831" y="19895"/>
                </a:lnTo>
                <a:lnTo>
                  <a:pt x="3349" y="19572"/>
                </a:lnTo>
                <a:lnTo>
                  <a:pt x="1687" y="19161"/>
                </a:lnTo>
                <a:lnTo>
                  <a:pt x="0" y="18744"/>
                </a:lnTo>
                <a:lnTo>
                  <a:pt x="48" y="16244"/>
                </a:lnTo>
                <a:lnTo>
                  <a:pt x="232" y="14302"/>
                </a:lnTo>
                <a:lnTo>
                  <a:pt x="601" y="12748"/>
                </a:lnTo>
                <a:lnTo>
                  <a:pt x="1199" y="11406"/>
                </a:lnTo>
                <a:lnTo>
                  <a:pt x="2080" y="10109"/>
                </a:lnTo>
                <a:lnTo>
                  <a:pt x="3292" y="8683"/>
                </a:lnTo>
                <a:lnTo>
                  <a:pt x="4882" y="6961"/>
                </a:lnTo>
                <a:lnTo>
                  <a:pt x="6350" y="5530"/>
                </a:lnTo>
                <a:lnTo>
                  <a:pt x="7700" y="4299"/>
                </a:lnTo>
                <a:lnTo>
                  <a:pt x="9010" y="3239"/>
                </a:lnTo>
                <a:lnTo>
                  <a:pt x="10349" y="2314"/>
                </a:lnTo>
                <a:lnTo>
                  <a:pt x="11798" y="1485"/>
                </a:lnTo>
                <a:lnTo>
                  <a:pt x="13431" y="726"/>
                </a:lnTo>
                <a:lnTo>
                  <a:pt x="15325" y="0"/>
                </a:lnTo>
                <a:close/>
              </a:path>
            </a:pathLst>
          </a:custGeom>
          <a:solidFill>
            <a:srgbClr val="676158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6" name="contour_07424"/>
          <p:cNvSpPr/>
          <p:nvPr/>
        </p:nvSpPr>
        <p:spPr>
          <a:xfrm>
            <a:off x="8559189" y="1486750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54"/>
                </a:lnTo>
                <a:lnTo>
                  <a:pt x="2084" y="299"/>
                </a:lnTo>
                <a:lnTo>
                  <a:pt x="3175" y="454"/>
                </a:lnTo>
                <a:lnTo>
                  <a:pt x="4536" y="648"/>
                </a:lnTo>
                <a:lnTo>
                  <a:pt x="6343" y="907"/>
                </a:lnTo>
                <a:lnTo>
                  <a:pt x="8777" y="1253"/>
                </a:lnTo>
                <a:lnTo>
                  <a:pt x="12010" y="1716"/>
                </a:lnTo>
                <a:lnTo>
                  <a:pt x="16225" y="2317"/>
                </a:lnTo>
                <a:lnTo>
                  <a:pt x="21600" y="3086"/>
                </a:lnTo>
                <a:lnTo>
                  <a:pt x="21600" y="5122"/>
                </a:lnTo>
                <a:lnTo>
                  <a:pt x="21600" y="7162"/>
                </a:lnTo>
                <a:lnTo>
                  <a:pt x="21600" y="9202"/>
                </a:lnTo>
                <a:lnTo>
                  <a:pt x="21600" y="11247"/>
                </a:lnTo>
                <a:lnTo>
                  <a:pt x="21600" y="13299"/>
                </a:lnTo>
                <a:lnTo>
                  <a:pt x="21600" y="15361"/>
                </a:lnTo>
                <a:lnTo>
                  <a:pt x="21600" y="17428"/>
                </a:lnTo>
                <a:lnTo>
                  <a:pt x="21600" y="19508"/>
                </a:lnTo>
                <a:lnTo>
                  <a:pt x="21600" y="21600"/>
                </a:lnTo>
                <a:lnTo>
                  <a:pt x="19055" y="21600"/>
                </a:lnTo>
                <a:lnTo>
                  <a:pt x="16506" y="21600"/>
                </a:lnTo>
                <a:lnTo>
                  <a:pt x="13950" y="21600"/>
                </a:lnTo>
                <a:lnTo>
                  <a:pt x="11383" y="21600"/>
                </a:lnTo>
                <a:lnTo>
                  <a:pt x="8806" y="21600"/>
                </a:lnTo>
                <a:lnTo>
                  <a:pt x="6214" y="21600"/>
                </a:lnTo>
                <a:lnTo>
                  <a:pt x="3600" y="21600"/>
                </a:lnTo>
                <a:lnTo>
                  <a:pt x="3244" y="19462"/>
                </a:lnTo>
                <a:lnTo>
                  <a:pt x="2887" y="17320"/>
                </a:lnTo>
                <a:lnTo>
                  <a:pt x="2531" y="15179"/>
                </a:lnTo>
                <a:lnTo>
                  <a:pt x="2171" y="13034"/>
                </a:lnTo>
                <a:lnTo>
                  <a:pt x="1814" y="10880"/>
                </a:lnTo>
                <a:lnTo>
                  <a:pt x="1454" y="8723"/>
                </a:lnTo>
                <a:lnTo>
                  <a:pt x="1094" y="6557"/>
                </a:lnTo>
                <a:lnTo>
                  <a:pt x="731" y="4382"/>
                </a:lnTo>
                <a:lnTo>
                  <a:pt x="367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55C5F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7" name="contour_07425"/>
          <p:cNvSpPr/>
          <p:nvPr/>
        </p:nvSpPr>
        <p:spPr>
          <a:xfrm>
            <a:off x="2174908" y="1448765"/>
            <a:ext cx="51016" cy="52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35"/>
                </a:moveTo>
                <a:lnTo>
                  <a:pt x="4045" y="329"/>
                </a:lnTo>
                <a:lnTo>
                  <a:pt x="7233" y="114"/>
                </a:lnTo>
                <a:lnTo>
                  <a:pt x="9720" y="0"/>
                </a:lnTo>
                <a:lnTo>
                  <a:pt x="11652" y="3"/>
                </a:lnTo>
                <a:lnTo>
                  <a:pt x="13179" y="135"/>
                </a:lnTo>
                <a:lnTo>
                  <a:pt x="14453" y="410"/>
                </a:lnTo>
                <a:lnTo>
                  <a:pt x="15626" y="839"/>
                </a:lnTo>
                <a:lnTo>
                  <a:pt x="16845" y="1435"/>
                </a:lnTo>
                <a:lnTo>
                  <a:pt x="18261" y="2213"/>
                </a:lnTo>
                <a:lnTo>
                  <a:pt x="19431" y="3546"/>
                </a:lnTo>
                <a:lnTo>
                  <a:pt x="20168" y="4762"/>
                </a:lnTo>
                <a:lnTo>
                  <a:pt x="20788" y="6556"/>
                </a:lnTo>
                <a:lnTo>
                  <a:pt x="21600" y="9620"/>
                </a:lnTo>
                <a:lnTo>
                  <a:pt x="20356" y="11462"/>
                </a:lnTo>
                <a:lnTo>
                  <a:pt x="19045" y="13190"/>
                </a:lnTo>
                <a:lnTo>
                  <a:pt x="17650" y="14813"/>
                </a:lnTo>
                <a:lnTo>
                  <a:pt x="16172" y="16335"/>
                </a:lnTo>
                <a:lnTo>
                  <a:pt x="14602" y="17766"/>
                </a:lnTo>
                <a:lnTo>
                  <a:pt x="12932" y="19114"/>
                </a:lnTo>
                <a:lnTo>
                  <a:pt x="11152" y="20390"/>
                </a:lnTo>
                <a:lnTo>
                  <a:pt x="9257" y="21600"/>
                </a:lnTo>
                <a:lnTo>
                  <a:pt x="7424" y="21600"/>
                </a:lnTo>
                <a:lnTo>
                  <a:pt x="5585" y="21600"/>
                </a:lnTo>
                <a:lnTo>
                  <a:pt x="3740" y="21600"/>
                </a:lnTo>
                <a:lnTo>
                  <a:pt x="1879" y="21600"/>
                </a:lnTo>
                <a:lnTo>
                  <a:pt x="0" y="21600"/>
                </a:lnTo>
                <a:lnTo>
                  <a:pt x="0" y="19524"/>
                </a:lnTo>
                <a:lnTo>
                  <a:pt x="0" y="17446"/>
                </a:lnTo>
                <a:lnTo>
                  <a:pt x="0" y="15367"/>
                </a:lnTo>
                <a:lnTo>
                  <a:pt x="0" y="13286"/>
                </a:lnTo>
                <a:lnTo>
                  <a:pt x="0" y="11195"/>
                </a:lnTo>
                <a:lnTo>
                  <a:pt x="0" y="9102"/>
                </a:lnTo>
                <a:lnTo>
                  <a:pt x="0" y="6999"/>
                </a:lnTo>
                <a:lnTo>
                  <a:pt x="0" y="4888"/>
                </a:lnTo>
                <a:lnTo>
                  <a:pt x="0" y="2767"/>
                </a:lnTo>
                <a:lnTo>
                  <a:pt x="0" y="635"/>
                </a:lnTo>
                <a:close/>
              </a:path>
            </a:pathLst>
          </a:custGeom>
          <a:solidFill>
            <a:srgbClr val="C3C2C0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8" name="contour_07426"/>
          <p:cNvSpPr/>
          <p:nvPr/>
        </p:nvSpPr>
        <p:spPr>
          <a:xfrm>
            <a:off x="4865431" y="1268111"/>
            <a:ext cx="27898" cy="211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72" y="0"/>
                </a:moveTo>
                <a:lnTo>
                  <a:pt x="7471" y="0"/>
                </a:lnTo>
                <a:lnTo>
                  <a:pt x="10315" y="0"/>
                </a:lnTo>
                <a:lnTo>
                  <a:pt x="10377" y="208"/>
                </a:lnTo>
                <a:lnTo>
                  <a:pt x="10490" y="574"/>
                </a:lnTo>
                <a:lnTo>
                  <a:pt x="10744" y="1412"/>
                </a:lnTo>
                <a:lnTo>
                  <a:pt x="10902" y="1931"/>
                </a:lnTo>
                <a:lnTo>
                  <a:pt x="11065" y="2450"/>
                </a:lnTo>
                <a:lnTo>
                  <a:pt x="11229" y="2969"/>
                </a:lnTo>
                <a:lnTo>
                  <a:pt x="11392" y="3487"/>
                </a:lnTo>
                <a:lnTo>
                  <a:pt x="11562" y="4006"/>
                </a:lnTo>
                <a:lnTo>
                  <a:pt x="11731" y="4526"/>
                </a:lnTo>
                <a:lnTo>
                  <a:pt x="11900" y="5044"/>
                </a:lnTo>
                <a:lnTo>
                  <a:pt x="12070" y="5563"/>
                </a:lnTo>
                <a:lnTo>
                  <a:pt x="12239" y="6082"/>
                </a:lnTo>
                <a:lnTo>
                  <a:pt x="12414" y="6601"/>
                </a:lnTo>
                <a:lnTo>
                  <a:pt x="12561" y="7050"/>
                </a:lnTo>
                <a:lnTo>
                  <a:pt x="12702" y="7499"/>
                </a:lnTo>
                <a:lnTo>
                  <a:pt x="12843" y="7948"/>
                </a:lnTo>
                <a:lnTo>
                  <a:pt x="12984" y="8397"/>
                </a:lnTo>
                <a:lnTo>
                  <a:pt x="13119" y="8846"/>
                </a:lnTo>
                <a:lnTo>
                  <a:pt x="13260" y="9307"/>
                </a:lnTo>
                <a:lnTo>
                  <a:pt x="13407" y="9768"/>
                </a:lnTo>
                <a:lnTo>
                  <a:pt x="13554" y="10229"/>
                </a:lnTo>
                <a:lnTo>
                  <a:pt x="13706" y="10691"/>
                </a:lnTo>
                <a:lnTo>
                  <a:pt x="13864" y="11152"/>
                </a:lnTo>
                <a:lnTo>
                  <a:pt x="14016" y="11613"/>
                </a:lnTo>
                <a:lnTo>
                  <a:pt x="14174" y="12074"/>
                </a:lnTo>
                <a:lnTo>
                  <a:pt x="14315" y="12577"/>
                </a:lnTo>
                <a:lnTo>
                  <a:pt x="14456" y="13088"/>
                </a:lnTo>
                <a:lnTo>
                  <a:pt x="14626" y="13559"/>
                </a:lnTo>
                <a:lnTo>
                  <a:pt x="14801" y="14036"/>
                </a:lnTo>
                <a:lnTo>
                  <a:pt x="14930" y="14449"/>
                </a:lnTo>
                <a:lnTo>
                  <a:pt x="15066" y="14868"/>
                </a:lnTo>
                <a:lnTo>
                  <a:pt x="15816" y="15365"/>
                </a:lnTo>
                <a:lnTo>
                  <a:pt x="16860" y="15821"/>
                </a:lnTo>
                <a:lnTo>
                  <a:pt x="18181" y="16255"/>
                </a:lnTo>
                <a:lnTo>
                  <a:pt x="19766" y="16686"/>
                </a:lnTo>
                <a:lnTo>
                  <a:pt x="21600" y="17131"/>
                </a:lnTo>
                <a:lnTo>
                  <a:pt x="17870" y="17131"/>
                </a:lnTo>
                <a:lnTo>
                  <a:pt x="14118" y="17131"/>
                </a:lnTo>
                <a:lnTo>
                  <a:pt x="10315" y="17131"/>
                </a:lnTo>
                <a:lnTo>
                  <a:pt x="10315" y="17623"/>
                </a:lnTo>
                <a:lnTo>
                  <a:pt x="10315" y="18115"/>
                </a:lnTo>
                <a:lnTo>
                  <a:pt x="10315" y="18607"/>
                </a:lnTo>
                <a:lnTo>
                  <a:pt x="10315" y="19101"/>
                </a:lnTo>
                <a:lnTo>
                  <a:pt x="10315" y="19596"/>
                </a:lnTo>
                <a:lnTo>
                  <a:pt x="10315" y="20094"/>
                </a:lnTo>
                <a:lnTo>
                  <a:pt x="10315" y="20593"/>
                </a:lnTo>
                <a:lnTo>
                  <a:pt x="10315" y="21095"/>
                </a:lnTo>
                <a:lnTo>
                  <a:pt x="10315" y="21600"/>
                </a:lnTo>
                <a:lnTo>
                  <a:pt x="7516" y="21600"/>
                </a:lnTo>
                <a:lnTo>
                  <a:pt x="4672" y="21600"/>
                </a:lnTo>
                <a:lnTo>
                  <a:pt x="4108" y="21073"/>
                </a:lnTo>
                <a:lnTo>
                  <a:pt x="3583" y="20548"/>
                </a:lnTo>
                <a:lnTo>
                  <a:pt x="3092" y="20024"/>
                </a:lnTo>
                <a:lnTo>
                  <a:pt x="2646" y="19502"/>
                </a:lnTo>
                <a:lnTo>
                  <a:pt x="2234" y="18981"/>
                </a:lnTo>
                <a:lnTo>
                  <a:pt x="1862" y="18461"/>
                </a:lnTo>
                <a:lnTo>
                  <a:pt x="1529" y="17942"/>
                </a:lnTo>
                <a:lnTo>
                  <a:pt x="1230" y="17424"/>
                </a:lnTo>
                <a:lnTo>
                  <a:pt x="965" y="16908"/>
                </a:lnTo>
                <a:lnTo>
                  <a:pt x="734" y="16391"/>
                </a:lnTo>
                <a:lnTo>
                  <a:pt x="530" y="15875"/>
                </a:lnTo>
                <a:lnTo>
                  <a:pt x="367" y="15359"/>
                </a:lnTo>
                <a:lnTo>
                  <a:pt x="231" y="14844"/>
                </a:lnTo>
                <a:lnTo>
                  <a:pt x="130" y="14328"/>
                </a:lnTo>
                <a:lnTo>
                  <a:pt x="56" y="13812"/>
                </a:lnTo>
                <a:lnTo>
                  <a:pt x="17" y="13296"/>
                </a:lnTo>
                <a:lnTo>
                  <a:pt x="0" y="12780"/>
                </a:lnTo>
                <a:lnTo>
                  <a:pt x="11" y="12262"/>
                </a:lnTo>
                <a:lnTo>
                  <a:pt x="51" y="11744"/>
                </a:lnTo>
                <a:lnTo>
                  <a:pt x="118" y="11226"/>
                </a:lnTo>
                <a:lnTo>
                  <a:pt x="209" y="10706"/>
                </a:lnTo>
                <a:lnTo>
                  <a:pt x="327" y="10186"/>
                </a:lnTo>
                <a:lnTo>
                  <a:pt x="468" y="9664"/>
                </a:lnTo>
                <a:lnTo>
                  <a:pt x="632" y="9141"/>
                </a:lnTo>
                <a:lnTo>
                  <a:pt x="818" y="8615"/>
                </a:lnTo>
                <a:lnTo>
                  <a:pt x="1027" y="8089"/>
                </a:lnTo>
                <a:lnTo>
                  <a:pt x="1253" y="7560"/>
                </a:lnTo>
                <a:lnTo>
                  <a:pt x="1501" y="7030"/>
                </a:lnTo>
                <a:lnTo>
                  <a:pt x="1727" y="6514"/>
                </a:lnTo>
                <a:lnTo>
                  <a:pt x="1947" y="5999"/>
                </a:lnTo>
                <a:lnTo>
                  <a:pt x="2172" y="5483"/>
                </a:lnTo>
                <a:lnTo>
                  <a:pt x="2392" y="4968"/>
                </a:lnTo>
                <a:lnTo>
                  <a:pt x="2607" y="4471"/>
                </a:lnTo>
                <a:lnTo>
                  <a:pt x="2827" y="3974"/>
                </a:lnTo>
                <a:lnTo>
                  <a:pt x="3053" y="3478"/>
                </a:lnTo>
                <a:lnTo>
                  <a:pt x="3273" y="2981"/>
                </a:lnTo>
                <a:lnTo>
                  <a:pt x="3504" y="2484"/>
                </a:lnTo>
                <a:lnTo>
                  <a:pt x="3730" y="1987"/>
                </a:lnTo>
                <a:lnTo>
                  <a:pt x="3967" y="1490"/>
                </a:lnTo>
                <a:lnTo>
                  <a:pt x="4198" y="994"/>
                </a:lnTo>
                <a:lnTo>
                  <a:pt x="4435" y="497"/>
                </a:lnTo>
                <a:lnTo>
                  <a:pt x="4672" y="0"/>
                </a:lnTo>
                <a:close/>
              </a:path>
            </a:pathLst>
          </a:custGeom>
          <a:solidFill>
            <a:srgbClr val="768084"/>
          </a:solidFill>
          <a:ln>
            <a:noFill/>
          </a:ln>
        </p:spPr>
        <p:txBody>
          <a:bodyPr/>
          <a:lstStyle/>
          <a:p/>
        </p:txBody>
      </p:sp>
      <p:sp>
        <p:nvSpPr>
          <p:cNvPr id="7429" name="contour_07427"/>
          <p:cNvSpPr/>
          <p:nvPr/>
        </p:nvSpPr>
        <p:spPr>
          <a:xfrm>
            <a:off x="2137958" y="1355566"/>
            <a:ext cx="5173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9" y="0"/>
                </a:moveTo>
                <a:lnTo>
                  <a:pt x="7310" y="869"/>
                </a:lnTo>
                <a:lnTo>
                  <a:pt x="7961" y="1505"/>
                </a:lnTo>
                <a:lnTo>
                  <a:pt x="8545" y="2220"/>
                </a:lnTo>
                <a:lnTo>
                  <a:pt x="9342" y="3323"/>
                </a:lnTo>
                <a:lnTo>
                  <a:pt x="8484" y="4375"/>
                </a:lnTo>
                <a:lnTo>
                  <a:pt x="7882" y="5073"/>
                </a:lnTo>
                <a:lnTo>
                  <a:pt x="7249" y="5726"/>
                </a:lnTo>
                <a:lnTo>
                  <a:pt x="6299" y="6646"/>
                </a:lnTo>
                <a:lnTo>
                  <a:pt x="8003" y="6804"/>
                </a:lnTo>
                <a:lnTo>
                  <a:pt x="9735" y="6964"/>
                </a:lnTo>
                <a:lnTo>
                  <a:pt x="12026" y="7299"/>
                </a:lnTo>
                <a:lnTo>
                  <a:pt x="14099" y="7646"/>
                </a:lnTo>
                <a:lnTo>
                  <a:pt x="16016" y="8047"/>
                </a:lnTo>
                <a:lnTo>
                  <a:pt x="17848" y="8540"/>
                </a:lnTo>
                <a:lnTo>
                  <a:pt x="19658" y="9167"/>
                </a:lnTo>
                <a:lnTo>
                  <a:pt x="21515" y="9969"/>
                </a:lnTo>
                <a:lnTo>
                  <a:pt x="21600" y="11176"/>
                </a:lnTo>
                <a:lnTo>
                  <a:pt x="21570" y="12364"/>
                </a:lnTo>
                <a:lnTo>
                  <a:pt x="21436" y="13533"/>
                </a:lnTo>
                <a:lnTo>
                  <a:pt x="21207" y="14691"/>
                </a:lnTo>
                <a:lnTo>
                  <a:pt x="20897" y="15843"/>
                </a:lnTo>
                <a:lnTo>
                  <a:pt x="20517" y="16988"/>
                </a:lnTo>
                <a:lnTo>
                  <a:pt x="20072" y="18132"/>
                </a:lnTo>
                <a:lnTo>
                  <a:pt x="19576" y="19279"/>
                </a:lnTo>
                <a:lnTo>
                  <a:pt x="19041" y="20434"/>
                </a:lnTo>
                <a:lnTo>
                  <a:pt x="18472" y="21600"/>
                </a:lnTo>
                <a:lnTo>
                  <a:pt x="18137" y="21294"/>
                </a:lnTo>
                <a:lnTo>
                  <a:pt x="17544" y="20756"/>
                </a:lnTo>
                <a:lnTo>
                  <a:pt x="16189" y="19523"/>
                </a:lnTo>
                <a:lnTo>
                  <a:pt x="14908" y="18508"/>
                </a:lnTo>
                <a:lnTo>
                  <a:pt x="13560" y="17577"/>
                </a:lnTo>
                <a:lnTo>
                  <a:pt x="12139" y="16710"/>
                </a:lnTo>
                <a:lnTo>
                  <a:pt x="10648" y="15888"/>
                </a:lnTo>
                <a:lnTo>
                  <a:pt x="9084" y="15092"/>
                </a:lnTo>
                <a:lnTo>
                  <a:pt x="7443" y="14303"/>
                </a:lnTo>
                <a:lnTo>
                  <a:pt x="5727" y="13500"/>
                </a:lnTo>
                <a:lnTo>
                  <a:pt x="3430" y="12284"/>
                </a:lnTo>
                <a:lnTo>
                  <a:pt x="1881" y="11385"/>
                </a:lnTo>
                <a:lnTo>
                  <a:pt x="922" y="10640"/>
                </a:lnTo>
                <a:lnTo>
                  <a:pt x="396" y="9894"/>
                </a:lnTo>
                <a:lnTo>
                  <a:pt x="143" y="8987"/>
                </a:lnTo>
                <a:lnTo>
                  <a:pt x="0" y="7756"/>
                </a:lnTo>
                <a:lnTo>
                  <a:pt x="417" y="6598"/>
                </a:lnTo>
                <a:lnTo>
                  <a:pt x="852" y="5520"/>
                </a:lnTo>
                <a:lnTo>
                  <a:pt x="1354" y="4509"/>
                </a:lnTo>
                <a:lnTo>
                  <a:pt x="1960" y="3552"/>
                </a:lnTo>
                <a:lnTo>
                  <a:pt x="2717" y="2637"/>
                </a:lnTo>
                <a:lnTo>
                  <a:pt x="3664" y="1748"/>
                </a:lnTo>
                <a:lnTo>
                  <a:pt x="4845" y="874"/>
                </a:lnTo>
                <a:lnTo>
                  <a:pt x="6299" y="0"/>
                </a:lnTo>
                <a:close/>
              </a:path>
            </a:pathLst>
          </a:custGeom>
          <a:solidFill>
            <a:srgbClr val="F4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0" name="contour_07428"/>
          <p:cNvSpPr/>
          <p:nvPr/>
        </p:nvSpPr>
        <p:spPr>
          <a:xfrm>
            <a:off x="8486309" y="1371061"/>
            <a:ext cx="145760" cy="28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20" y="4873"/>
                </a:moveTo>
                <a:lnTo>
                  <a:pt x="20788" y="7633"/>
                </a:lnTo>
                <a:lnTo>
                  <a:pt x="21056" y="10410"/>
                </a:lnTo>
                <a:lnTo>
                  <a:pt x="21327" y="13198"/>
                </a:lnTo>
                <a:lnTo>
                  <a:pt x="21600" y="16024"/>
                </a:lnTo>
                <a:lnTo>
                  <a:pt x="20862" y="16214"/>
                </a:lnTo>
                <a:lnTo>
                  <a:pt x="20125" y="16404"/>
                </a:lnTo>
                <a:lnTo>
                  <a:pt x="19388" y="16593"/>
                </a:lnTo>
                <a:lnTo>
                  <a:pt x="18649" y="16788"/>
                </a:lnTo>
                <a:lnTo>
                  <a:pt x="17912" y="16978"/>
                </a:lnTo>
                <a:lnTo>
                  <a:pt x="17174" y="17167"/>
                </a:lnTo>
                <a:lnTo>
                  <a:pt x="16435" y="17357"/>
                </a:lnTo>
                <a:lnTo>
                  <a:pt x="15697" y="17547"/>
                </a:lnTo>
                <a:lnTo>
                  <a:pt x="14957" y="17742"/>
                </a:lnTo>
                <a:lnTo>
                  <a:pt x="14217" y="17931"/>
                </a:lnTo>
                <a:lnTo>
                  <a:pt x="13477" y="18121"/>
                </a:lnTo>
                <a:lnTo>
                  <a:pt x="12736" y="18310"/>
                </a:lnTo>
                <a:lnTo>
                  <a:pt x="11994" y="18506"/>
                </a:lnTo>
                <a:lnTo>
                  <a:pt x="11253" y="18695"/>
                </a:lnTo>
                <a:lnTo>
                  <a:pt x="10509" y="18885"/>
                </a:lnTo>
                <a:lnTo>
                  <a:pt x="9765" y="19080"/>
                </a:lnTo>
                <a:lnTo>
                  <a:pt x="9021" y="19269"/>
                </a:lnTo>
                <a:lnTo>
                  <a:pt x="8276" y="19465"/>
                </a:lnTo>
                <a:lnTo>
                  <a:pt x="7529" y="19654"/>
                </a:lnTo>
                <a:lnTo>
                  <a:pt x="6781" y="19849"/>
                </a:lnTo>
                <a:lnTo>
                  <a:pt x="6033" y="20044"/>
                </a:lnTo>
                <a:lnTo>
                  <a:pt x="5283" y="20234"/>
                </a:lnTo>
                <a:lnTo>
                  <a:pt x="4533" y="20429"/>
                </a:lnTo>
                <a:lnTo>
                  <a:pt x="3780" y="20624"/>
                </a:lnTo>
                <a:lnTo>
                  <a:pt x="3027" y="20819"/>
                </a:lnTo>
                <a:lnTo>
                  <a:pt x="2272" y="21015"/>
                </a:lnTo>
                <a:lnTo>
                  <a:pt x="1516" y="21210"/>
                </a:lnTo>
                <a:lnTo>
                  <a:pt x="759" y="21405"/>
                </a:lnTo>
                <a:lnTo>
                  <a:pt x="0" y="21600"/>
                </a:lnTo>
                <a:lnTo>
                  <a:pt x="726" y="19175"/>
                </a:lnTo>
                <a:lnTo>
                  <a:pt x="1419" y="17022"/>
                </a:lnTo>
                <a:lnTo>
                  <a:pt x="2087" y="15104"/>
                </a:lnTo>
                <a:lnTo>
                  <a:pt x="2736" y="13415"/>
                </a:lnTo>
                <a:lnTo>
                  <a:pt x="3372" y="11921"/>
                </a:lnTo>
                <a:lnTo>
                  <a:pt x="4001" y="10605"/>
                </a:lnTo>
                <a:lnTo>
                  <a:pt x="4633" y="9445"/>
                </a:lnTo>
                <a:lnTo>
                  <a:pt x="5273" y="8414"/>
                </a:lnTo>
                <a:lnTo>
                  <a:pt x="5927" y="7499"/>
                </a:lnTo>
                <a:lnTo>
                  <a:pt x="6602" y="6674"/>
                </a:lnTo>
                <a:lnTo>
                  <a:pt x="7306" y="5916"/>
                </a:lnTo>
                <a:lnTo>
                  <a:pt x="8045" y="5202"/>
                </a:lnTo>
                <a:lnTo>
                  <a:pt x="8825" y="4511"/>
                </a:lnTo>
                <a:lnTo>
                  <a:pt x="9653" y="3825"/>
                </a:lnTo>
                <a:lnTo>
                  <a:pt x="10221" y="3301"/>
                </a:lnTo>
                <a:lnTo>
                  <a:pt x="10792" y="2766"/>
                </a:lnTo>
                <a:lnTo>
                  <a:pt x="11371" y="2225"/>
                </a:lnTo>
                <a:lnTo>
                  <a:pt x="12196" y="1556"/>
                </a:lnTo>
                <a:lnTo>
                  <a:pt x="12995" y="976"/>
                </a:lnTo>
                <a:lnTo>
                  <a:pt x="13770" y="507"/>
                </a:lnTo>
                <a:lnTo>
                  <a:pt x="14527" y="173"/>
                </a:lnTo>
                <a:lnTo>
                  <a:pt x="15271" y="0"/>
                </a:lnTo>
                <a:lnTo>
                  <a:pt x="16008" y="0"/>
                </a:lnTo>
                <a:lnTo>
                  <a:pt x="16740" y="195"/>
                </a:lnTo>
                <a:lnTo>
                  <a:pt x="17474" y="613"/>
                </a:lnTo>
                <a:lnTo>
                  <a:pt x="18214" y="1266"/>
                </a:lnTo>
                <a:lnTo>
                  <a:pt x="18966" y="2180"/>
                </a:lnTo>
                <a:lnTo>
                  <a:pt x="19733" y="3373"/>
                </a:lnTo>
                <a:lnTo>
                  <a:pt x="20520" y="4873"/>
                </a:lnTo>
                <a:close/>
              </a:path>
            </a:pathLst>
          </a:custGeom>
          <a:solidFill>
            <a:srgbClr val="3C5861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1" name="contour_07429"/>
          <p:cNvSpPr/>
          <p:nvPr/>
        </p:nvSpPr>
        <p:spPr>
          <a:xfrm>
            <a:off x="10920498" y="1370142"/>
            <a:ext cx="8745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313"/>
                </a:lnTo>
                <a:lnTo>
                  <a:pt x="2516" y="626"/>
                </a:lnTo>
                <a:lnTo>
                  <a:pt x="3775" y="945"/>
                </a:lnTo>
                <a:lnTo>
                  <a:pt x="5035" y="1258"/>
                </a:lnTo>
                <a:lnTo>
                  <a:pt x="6295" y="1571"/>
                </a:lnTo>
                <a:lnTo>
                  <a:pt x="7556" y="1890"/>
                </a:lnTo>
                <a:lnTo>
                  <a:pt x="8820" y="2203"/>
                </a:lnTo>
                <a:lnTo>
                  <a:pt x="10085" y="2522"/>
                </a:lnTo>
                <a:lnTo>
                  <a:pt x="11353" y="2840"/>
                </a:lnTo>
                <a:lnTo>
                  <a:pt x="12623" y="3154"/>
                </a:lnTo>
                <a:lnTo>
                  <a:pt x="13896" y="3472"/>
                </a:lnTo>
                <a:lnTo>
                  <a:pt x="15170" y="3791"/>
                </a:lnTo>
                <a:lnTo>
                  <a:pt x="16448" y="4115"/>
                </a:lnTo>
                <a:lnTo>
                  <a:pt x="17732" y="4433"/>
                </a:lnTo>
                <a:lnTo>
                  <a:pt x="19017" y="4752"/>
                </a:lnTo>
                <a:lnTo>
                  <a:pt x="20306" y="5076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0342" y="21600"/>
                </a:lnTo>
                <a:lnTo>
                  <a:pt x="19084" y="21600"/>
                </a:lnTo>
                <a:lnTo>
                  <a:pt x="17825" y="21600"/>
                </a:lnTo>
                <a:lnTo>
                  <a:pt x="16565" y="21600"/>
                </a:lnTo>
                <a:lnTo>
                  <a:pt x="15305" y="21600"/>
                </a:lnTo>
                <a:lnTo>
                  <a:pt x="14044" y="21600"/>
                </a:lnTo>
                <a:lnTo>
                  <a:pt x="12780" y="21600"/>
                </a:lnTo>
                <a:lnTo>
                  <a:pt x="11515" y="21600"/>
                </a:lnTo>
                <a:lnTo>
                  <a:pt x="10247" y="21600"/>
                </a:lnTo>
                <a:lnTo>
                  <a:pt x="8977" y="21600"/>
                </a:lnTo>
                <a:lnTo>
                  <a:pt x="7704" y="21600"/>
                </a:lnTo>
                <a:lnTo>
                  <a:pt x="6430" y="21600"/>
                </a:lnTo>
                <a:lnTo>
                  <a:pt x="5152" y="21600"/>
                </a:lnTo>
                <a:lnTo>
                  <a:pt x="3868" y="21600"/>
                </a:lnTo>
                <a:lnTo>
                  <a:pt x="2583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891" y="18927"/>
                </a:lnTo>
                <a:lnTo>
                  <a:pt x="1787" y="16238"/>
                </a:lnTo>
                <a:lnTo>
                  <a:pt x="2687" y="13538"/>
                </a:lnTo>
                <a:lnTo>
                  <a:pt x="3600" y="10800"/>
                </a:lnTo>
                <a:lnTo>
                  <a:pt x="2709" y="8127"/>
                </a:lnTo>
                <a:lnTo>
                  <a:pt x="1813" y="5438"/>
                </a:lnTo>
                <a:lnTo>
                  <a:pt x="913" y="2738"/>
                </a:lnTo>
                <a:lnTo>
                  <a:pt x="0" y="0"/>
                </a:lnTo>
                <a:close/>
              </a:path>
            </a:pathLst>
          </a:custGeom>
          <a:solidFill>
            <a:srgbClr val="E8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2" name="contour_07430"/>
          <p:cNvSpPr/>
          <p:nvPr/>
        </p:nvSpPr>
        <p:spPr>
          <a:xfrm>
            <a:off x="5192137" y="1338891"/>
            <a:ext cx="109320" cy="319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1418"/>
                </a:moveTo>
                <a:lnTo>
                  <a:pt x="7717" y="916"/>
                </a:lnTo>
                <a:lnTo>
                  <a:pt x="9405" y="502"/>
                </a:lnTo>
                <a:lnTo>
                  <a:pt x="10850" y="207"/>
                </a:lnTo>
                <a:lnTo>
                  <a:pt x="12086" y="30"/>
                </a:lnTo>
                <a:lnTo>
                  <a:pt x="13139" y="0"/>
                </a:lnTo>
                <a:lnTo>
                  <a:pt x="14040" y="128"/>
                </a:lnTo>
                <a:lnTo>
                  <a:pt x="14819" y="433"/>
                </a:lnTo>
                <a:lnTo>
                  <a:pt x="15506" y="926"/>
                </a:lnTo>
                <a:lnTo>
                  <a:pt x="16129" y="1625"/>
                </a:lnTo>
                <a:lnTo>
                  <a:pt x="16721" y="2550"/>
                </a:lnTo>
                <a:lnTo>
                  <a:pt x="17309" y="3712"/>
                </a:lnTo>
                <a:lnTo>
                  <a:pt x="17924" y="5135"/>
                </a:lnTo>
                <a:lnTo>
                  <a:pt x="18595" y="6824"/>
                </a:lnTo>
                <a:lnTo>
                  <a:pt x="19351" y="8803"/>
                </a:lnTo>
                <a:lnTo>
                  <a:pt x="19925" y="10601"/>
                </a:lnTo>
                <a:lnTo>
                  <a:pt x="20494" y="12427"/>
                </a:lnTo>
                <a:lnTo>
                  <a:pt x="21053" y="14288"/>
                </a:lnTo>
                <a:lnTo>
                  <a:pt x="21600" y="16189"/>
                </a:lnTo>
                <a:lnTo>
                  <a:pt x="20696" y="17907"/>
                </a:lnTo>
                <a:lnTo>
                  <a:pt x="19826" y="19222"/>
                </a:lnTo>
                <a:lnTo>
                  <a:pt x="18973" y="20192"/>
                </a:lnTo>
                <a:lnTo>
                  <a:pt x="18121" y="20861"/>
                </a:lnTo>
                <a:lnTo>
                  <a:pt x="17248" y="21285"/>
                </a:lnTo>
                <a:lnTo>
                  <a:pt x="16340" y="21516"/>
                </a:lnTo>
                <a:lnTo>
                  <a:pt x="15378" y="21600"/>
                </a:lnTo>
                <a:lnTo>
                  <a:pt x="14344" y="21595"/>
                </a:lnTo>
                <a:lnTo>
                  <a:pt x="13972" y="21585"/>
                </a:lnTo>
                <a:lnTo>
                  <a:pt x="13316" y="21575"/>
                </a:lnTo>
                <a:lnTo>
                  <a:pt x="11812" y="21546"/>
                </a:lnTo>
                <a:lnTo>
                  <a:pt x="10943" y="21506"/>
                </a:lnTo>
                <a:lnTo>
                  <a:pt x="10067" y="21462"/>
                </a:lnTo>
                <a:lnTo>
                  <a:pt x="9180" y="21418"/>
                </a:lnTo>
                <a:lnTo>
                  <a:pt x="8787" y="21408"/>
                </a:lnTo>
                <a:lnTo>
                  <a:pt x="8096" y="21393"/>
                </a:lnTo>
                <a:lnTo>
                  <a:pt x="6513" y="21354"/>
                </a:lnTo>
                <a:lnTo>
                  <a:pt x="5583" y="21329"/>
                </a:lnTo>
                <a:lnTo>
                  <a:pt x="4653" y="21300"/>
                </a:lnTo>
                <a:lnTo>
                  <a:pt x="3722" y="21265"/>
                </a:lnTo>
                <a:lnTo>
                  <a:pt x="2792" y="21231"/>
                </a:lnTo>
                <a:lnTo>
                  <a:pt x="1862" y="21196"/>
                </a:lnTo>
                <a:lnTo>
                  <a:pt x="930" y="21157"/>
                </a:lnTo>
                <a:lnTo>
                  <a:pt x="0" y="21113"/>
                </a:lnTo>
                <a:lnTo>
                  <a:pt x="625" y="20837"/>
                </a:lnTo>
                <a:lnTo>
                  <a:pt x="1260" y="20556"/>
                </a:lnTo>
                <a:lnTo>
                  <a:pt x="2208" y="19956"/>
                </a:lnTo>
                <a:lnTo>
                  <a:pt x="3115" y="19291"/>
                </a:lnTo>
                <a:lnTo>
                  <a:pt x="3999" y="18488"/>
                </a:lnTo>
                <a:lnTo>
                  <a:pt x="4874" y="17479"/>
                </a:lnTo>
                <a:lnTo>
                  <a:pt x="5760" y="16189"/>
                </a:lnTo>
                <a:lnTo>
                  <a:pt x="5933" y="12378"/>
                </a:lnTo>
                <a:lnTo>
                  <a:pt x="6019" y="9704"/>
                </a:lnTo>
                <a:lnTo>
                  <a:pt x="6019" y="7459"/>
                </a:lnTo>
                <a:lnTo>
                  <a:pt x="5933" y="4933"/>
                </a:lnTo>
                <a:lnTo>
                  <a:pt x="5760" y="1418"/>
                </a:lnTo>
                <a:close/>
              </a:path>
            </a:pathLst>
          </a:custGeom>
          <a:solidFill>
            <a:srgbClr val="B2BDC3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3" name="contour_07431"/>
          <p:cNvSpPr/>
          <p:nvPr/>
        </p:nvSpPr>
        <p:spPr>
          <a:xfrm>
            <a:off x="710022" y="1315774"/>
            <a:ext cx="58304" cy="76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44"/>
                </a:moveTo>
                <a:lnTo>
                  <a:pt x="3005" y="421"/>
                </a:lnTo>
                <a:lnTo>
                  <a:pt x="5127" y="105"/>
                </a:lnTo>
                <a:lnTo>
                  <a:pt x="6666" y="0"/>
                </a:lnTo>
                <a:lnTo>
                  <a:pt x="7927" y="105"/>
                </a:lnTo>
                <a:lnTo>
                  <a:pt x="9204" y="421"/>
                </a:lnTo>
                <a:lnTo>
                  <a:pt x="10800" y="944"/>
                </a:lnTo>
                <a:lnTo>
                  <a:pt x="11516" y="2252"/>
                </a:lnTo>
                <a:lnTo>
                  <a:pt x="12150" y="3553"/>
                </a:lnTo>
                <a:lnTo>
                  <a:pt x="12714" y="4856"/>
                </a:lnTo>
                <a:lnTo>
                  <a:pt x="13216" y="6164"/>
                </a:lnTo>
                <a:lnTo>
                  <a:pt x="13675" y="7485"/>
                </a:lnTo>
                <a:lnTo>
                  <a:pt x="14094" y="8821"/>
                </a:lnTo>
                <a:lnTo>
                  <a:pt x="14491" y="10180"/>
                </a:lnTo>
                <a:lnTo>
                  <a:pt x="14872" y="11568"/>
                </a:lnTo>
                <a:lnTo>
                  <a:pt x="15447" y="13047"/>
                </a:lnTo>
                <a:lnTo>
                  <a:pt x="16076" y="14390"/>
                </a:lnTo>
                <a:lnTo>
                  <a:pt x="16767" y="15627"/>
                </a:lnTo>
                <a:lnTo>
                  <a:pt x="17534" y="16797"/>
                </a:lnTo>
                <a:lnTo>
                  <a:pt x="18390" y="17930"/>
                </a:lnTo>
                <a:lnTo>
                  <a:pt x="19343" y="19065"/>
                </a:lnTo>
                <a:lnTo>
                  <a:pt x="20409" y="20233"/>
                </a:lnTo>
                <a:lnTo>
                  <a:pt x="21600" y="21469"/>
                </a:lnTo>
                <a:lnTo>
                  <a:pt x="19545" y="21582"/>
                </a:lnTo>
                <a:lnTo>
                  <a:pt x="17574" y="21600"/>
                </a:lnTo>
                <a:lnTo>
                  <a:pt x="15674" y="21522"/>
                </a:lnTo>
                <a:lnTo>
                  <a:pt x="13827" y="21345"/>
                </a:lnTo>
                <a:lnTo>
                  <a:pt x="12015" y="21070"/>
                </a:lnTo>
                <a:lnTo>
                  <a:pt x="10225" y="20693"/>
                </a:lnTo>
                <a:lnTo>
                  <a:pt x="8438" y="20213"/>
                </a:lnTo>
                <a:lnTo>
                  <a:pt x="6639" y="19628"/>
                </a:lnTo>
                <a:lnTo>
                  <a:pt x="4809" y="18936"/>
                </a:lnTo>
                <a:lnTo>
                  <a:pt x="3580" y="17990"/>
                </a:lnTo>
                <a:lnTo>
                  <a:pt x="2889" y="17267"/>
                </a:lnTo>
                <a:lnTo>
                  <a:pt x="2484" y="16401"/>
                </a:lnTo>
                <a:lnTo>
                  <a:pt x="2109" y="15022"/>
                </a:lnTo>
                <a:lnTo>
                  <a:pt x="2165" y="13678"/>
                </a:lnTo>
                <a:lnTo>
                  <a:pt x="2249" y="12335"/>
                </a:lnTo>
                <a:lnTo>
                  <a:pt x="2362" y="10993"/>
                </a:lnTo>
                <a:lnTo>
                  <a:pt x="2500" y="9651"/>
                </a:lnTo>
                <a:lnTo>
                  <a:pt x="2527" y="8300"/>
                </a:lnTo>
                <a:lnTo>
                  <a:pt x="2403" y="7023"/>
                </a:lnTo>
                <a:lnTo>
                  <a:pt x="2141" y="5796"/>
                </a:lnTo>
                <a:lnTo>
                  <a:pt x="1758" y="4597"/>
                </a:lnTo>
                <a:lnTo>
                  <a:pt x="1261" y="3403"/>
                </a:lnTo>
                <a:lnTo>
                  <a:pt x="672" y="2194"/>
                </a:lnTo>
                <a:lnTo>
                  <a:pt x="0" y="944"/>
                </a:lnTo>
                <a:close/>
              </a:path>
            </a:pathLst>
          </a:custGeom>
          <a:solidFill>
            <a:srgbClr val="F9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4" name="contour_07432"/>
          <p:cNvSpPr/>
          <p:nvPr/>
        </p:nvSpPr>
        <p:spPr>
          <a:xfrm>
            <a:off x="7990725" y="1294908"/>
            <a:ext cx="102032" cy="25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64" y="444"/>
                </a:moveTo>
                <a:lnTo>
                  <a:pt x="10103" y="256"/>
                </a:lnTo>
                <a:lnTo>
                  <a:pt x="11155" y="67"/>
                </a:lnTo>
                <a:lnTo>
                  <a:pt x="13026" y="0"/>
                </a:lnTo>
                <a:lnTo>
                  <a:pt x="14409" y="61"/>
                </a:lnTo>
                <a:lnTo>
                  <a:pt x="15432" y="371"/>
                </a:lnTo>
                <a:lnTo>
                  <a:pt x="16223" y="1028"/>
                </a:lnTo>
                <a:lnTo>
                  <a:pt x="16913" y="2136"/>
                </a:lnTo>
                <a:lnTo>
                  <a:pt x="17629" y="3803"/>
                </a:lnTo>
                <a:lnTo>
                  <a:pt x="18497" y="6139"/>
                </a:lnTo>
                <a:lnTo>
                  <a:pt x="19138" y="8677"/>
                </a:lnTo>
                <a:lnTo>
                  <a:pt x="19619" y="10678"/>
                </a:lnTo>
                <a:lnTo>
                  <a:pt x="20091" y="12814"/>
                </a:lnTo>
                <a:lnTo>
                  <a:pt x="20702" y="15771"/>
                </a:lnTo>
                <a:lnTo>
                  <a:pt x="21600" y="20219"/>
                </a:lnTo>
                <a:lnTo>
                  <a:pt x="20593" y="20334"/>
                </a:lnTo>
                <a:lnTo>
                  <a:pt x="19587" y="20438"/>
                </a:lnTo>
                <a:lnTo>
                  <a:pt x="18579" y="20529"/>
                </a:lnTo>
                <a:lnTo>
                  <a:pt x="17572" y="20620"/>
                </a:lnTo>
                <a:lnTo>
                  <a:pt x="16564" y="20699"/>
                </a:lnTo>
                <a:lnTo>
                  <a:pt x="15558" y="20779"/>
                </a:lnTo>
                <a:lnTo>
                  <a:pt x="14551" y="20846"/>
                </a:lnTo>
                <a:lnTo>
                  <a:pt x="13543" y="20912"/>
                </a:lnTo>
                <a:lnTo>
                  <a:pt x="12536" y="20979"/>
                </a:lnTo>
                <a:lnTo>
                  <a:pt x="12153" y="21022"/>
                </a:lnTo>
                <a:lnTo>
                  <a:pt x="11480" y="21101"/>
                </a:lnTo>
                <a:lnTo>
                  <a:pt x="9938" y="21290"/>
                </a:lnTo>
                <a:lnTo>
                  <a:pt x="9111" y="21326"/>
                </a:lnTo>
                <a:lnTo>
                  <a:pt x="8279" y="21369"/>
                </a:lnTo>
                <a:lnTo>
                  <a:pt x="7437" y="21405"/>
                </a:lnTo>
                <a:lnTo>
                  <a:pt x="7099" y="21436"/>
                </a:lnTo>
                <a:lnTo>
                  <a:pt x="6502" y="21484"/>
                </a:lnTo>
                <a:lnTo>
                  <a:pt x="5136" y="21600"/>
                </a:lnTo>
                <a:lnTo>
                  <a:pt x="3971" y="20535"/>
                </a:lnTo>
                <a:lnTo>
                  <a:pt x="3021" y="19045"/>
                </a:lnTo>
                <a:lnTo>
                  <a:pt x="2217" y="17097"/>
                </a:lnTo>
                <a:lnTo>
                  <a:pt x="1490" y="14645"/>
                </a:lnTo>
                <a:lnTo>
                  <a:pt x="775" y="11646"/>
                </a:lnTo>
                <a:lnTo>
                  <a:pt x="0" y="8050"/>
                </a:lnTo>
                <a:lnTo>
                  <a:pt x="862" y="5178"/>
                </a:lnTo>
                <a:lnTo>
                  <a:pt x="1765" y="3097"/>
                </a:lnTo>
                <a:lnTo>
                  <a:pt x="2709" y="1691"/>
                </a:lnTo>
                <a:lnTo>
                  <a:pt x="3689" y="840"/>
                </a:lnTo>
                <a:lnTo>
                  <a:pt x="4704" y="408"/>
                </a:lnTo>
                <a:lnTo>
                  <a:pt x="5750" y="274"/>
                </a:lnTo>
                <a:lnTo>
                  <a:pt x="6829" y="322"/>
                </a:lnTo>
                <a:lnTo>
                  <a:pt x="7933" y="420"/>
                </a:lnTo>
                <a:lnTo>
                  <a:pt x="9064" y="444"/>
                </a:lnTo>
                <a:close/>
              </a:path>
            </a:pathLst>
          </a:custGeom>
          <a:solidFill>
            <a:srgbClr val="BDCBD3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5" name="contour_07433"/>
          <p:cNvSpPr/>
          <p:nvPr/>
        </p:nvSpPr>
        <p:spPr>
          <a:xfrm>
            <a:off x="1846949" y="1231671"/>
            <a:ext cx="109320" cy="576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0"/>
                </a:moveTo>
                <a:lnTo>
                  <a:pt x="16128" y="1343"/>
                </a:lnTo>
                <a:lnTo>
                  <a:pt x="16419" y="2709"/>
                </a:lnTo>
                <a:lnTo>
                  <a:pt x="16847" y="4074"/>
                </a:lnTo>
                <a:lnTo>
                  <a:pt x="17280" y="5461"/>
                </a:lnTo>
                <a:lnTo>
                  <a:pt x="18395" y="5625"/>
                </a:lnTo>
                <a:lnTo>
                  <a:pt x="19176" y="5706"/>
                </a:lnTo>
                <a:lnTo>
                  <a:pt x="19833" y="5706"/>
                </a:lnTo>
                <a:lnTo>
                  <a:pt x="20572" y="5625"/>
                </a:lnTo>
                <a:lnTo>
                  <a:pt x="21600" y="5461"/>
                </a:lnTo>
                <a:lnTo>
                  <a:pt x="21432" y="7287"/>
                </a:lnTo>
                <a:lnTo>
                  <a:pt x="21210" y="8958"/>
                </a:lnTo>
                <a:lnTo>
                  <a:pt x="20923" y="10501"/>
                </a:lnTo>
                <a:lnTo>
                  <a:pt x="20560" y="11956"/>
                </a:lnTo>
                <a:lnTo>
                  <a:pt x="20112" y="13354"/>
                </a:lnTo>
                <a:lnTo>
                  <a:pt x="19568" y="14728"/>
                </a:lnTo>
                <a:lnTo>
                  <a:pt x="18917" y="16115"/>
                </a:lnTo>
                <a:lnTo>
                  <a:pt x="17957" y="17384"/>
                </a:lnTo>
                <a:lnTo>
                  <a:pt x="17011" y="18457"/>
                </a:lnTo>
                <a:lnTo>
                  <a:pt x="16076" y="19350"/>
                </a:lnTo>
                <a:lnTo>
                  <a:pt x="15147" y="20074"/>
                </a:lnTo>
                <a:lnTo>
                  <a:pt x="14221" y="20642"/>
                </a:lnTo>
                <a:lnTo>
                  <a:pt x="13294" y="21065"/>
                </a:lnTo>
                <a:lnTo>
                  <a:pt x="12362" y="21357"/>
                </a:lnTo>
                <a:lnTo>
                  <a:pt x="11421" y="21532"/>
                </a:lnTo>
                <a:lnTo>
                  <a:pt x="10467" y="21600"/>
                </a:lnTo>
                <a:lnTo>
                  <a:pt x="9495" y="21575"/>
                </a:lnTo>
                <a:lnTo>
                  <a:pt x="8503" y="21472"/>
                </a:lnTo>
                <a:lnTo>
                  <a:pt x="7485" y="21300"/>
                </a:lnTo>
                <a:lnTo>
                  <a:pt x="6440" y="21073"/>
                </a:lnTo>
                <a:lnTo>
                  <a:pt x="5360" y="20803"/>
                </a:lnTo>
                <a:lnTo>
                  <a:pt x="4244" y="20502"/>
                </a:lnTo>
                <a:lnTo>
                  <a:pt x="3394" y="20238"/>
                </a:lnTo>
                <a:lnTo>
                  <a:pt x="2544" y="19967"/>
                </a:lnTo>
                <a:lnTo>
                  <a:pt x="1696" y="19686"/>
                </a:lnTo>
                <a:lnTo>
                  <a:pt x="848" y="19402"/>
                </a:lnTo>
                <a:lnTo>
                  <a:pt x="0" y="19113"/>
                </a:lnTo>
                <a:lnTo>
                  <a:pt x="0" y="17758"/>
                </a:lnTo>
                <a:lnTo>
                  <a:pt x="0" y="16382"/>
                </a:lnTo>
                <a:lnTo>
                  <a:pt x="1009" y="15992"/>
                </a:lnTo>
                <a:lnTo>
                  <a:pt x="2019" y="15615"/>
                </a:lnTo>
                <a:lnTo>
                  <a:pt x="3028" y="15252"/>
                </a:lnTo>
                <a:lnTo>
                  <a:pt x="4038" y="14908"/>
                </a:lnTo>
                <a:lnTo>
                  <a:pt x="5050" y="14577"/>
                </a:lnTo>
                <a:lnTo>
                  <a:pt x="6064" y="14263"/>
                </a:lnTo>
                <a:lnTo>
                  <a:pt x="7080" y="13969"/>
                </a:lnTo>
                <a:lnTo>
                  <a:pt x="8100" y="13690"/>
                </a:lnTo>
                <a:lnTo>
                  <a:pt x="9716" y="13122"/>
                </a:lnTo>
                <a:lnTo>
                  <a:pt x="10904" y="12642"/>
                </a:lnTo>
                <a:lnTo>
                  <a:pt x="11765" y="12158"/>
                </a:lnTo>
                <a:lnTo>
                  <a:pt x="12403" y="11577"/>
                </a:lnTo>
                <a:lnTo>
                  <a:pt x="12923" y="10799"/>
                </a:lnTo>
                <a:lnTo>
                  <a:pt x="13427" y="9734"/>
                </a:lnTo>
                <a:lnTo>
                  <a:pt x="14018" y="8284"/>
                </a:lnTo>
                <a:lnTo>
                  <a:pt x="14436" y="6654"/>
                </a:lnTo>
                <a:lnTo>
                  <a:pt x="14825" y="5021"/>
                </a:lnTo>
                <a:lnTo>
                  <a:pt x="15188" y="3380"/>
                </a:lnTo>
                <a:lnTo>
                  <a:pt x="15526" y="1709"/>
                </a:lnTo>
                <a:lnTo>
                  <a:pt x="15840" y="0"/>
                </a:lnTo>
                <a:close/>
              </a:path>
            </a:pathLst>
          </a:custGeom>
          <a:solidFill>
            <a:srgbClr val="E8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6" name="contour_07434"/>
          <p:cNvSpPr/>
          <p:nvPr/>
        </p:nvSpPr>
        <p:spPr>
          <a:xfrm>
            <a:off x="5556536" y="1224958"/>
            <a:ext cx="109320" cy="37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60" y="3830"/>
                </a:moveTo>
                <a:lnTo>
                  <a:pt x="20688" y="6446"/>
                </a:lnTo>
                <a:lnTo>
                  <a:pt x="21015" y="8184"/>
                </a:lnTo>
                <a:lnTo>
                  <a:pt x="21273" y="9823"/>
                </a:lnTo>
                <a:lnTo>
                  <a:pt x="21600" y="12147"/>
                </a:lnTo>
                <a:lnTo>
                  <a:pt x="20638" y="14268"/>
                </a:lnTo>
                <a:lnTo>
                  <a:pt x="19712" y="16057"/>
                </a:lnTo>
                <a:lnTo>
                  <a:pt x="18809" y="17537"/>
                </a:lnTo>
                <a:lnTo>
                  <a:pt x="17915" y="18743"/>
                </a:lnTo>
                <a:lnTo>
                  <a:pt x="17016" y="19691"/>
                </a:lnTo>
                <a:lnTo>
                  <a:pt x="16102" y="20415"/>
                </a:lnTo>
                <a:lnTo>
                  <a:pt x="15156" y="20930"/>
                </a:lnTo>
                <a:lnTo>
                  <a:pt x="14165" y="21276"/>
                </a:lnTo>
                <a:lnTo>
                  <a:pt x="13118" y="21467"/>
                </a:lnTo>
                <a:lnTo>
                  <a:pt x="12001" y="21533"/>
                </a:lnTo>
                <a:lnTo>
                  <a:pt x="10800" y="21504"/>
                </a:lnTo>
                <a:lnTo>
                  <a:pt x="9955" y="21554"/>
                </a:lnTo>
                <a:lnTo>
                  <a:pt x="9095" y="21600"/>
                </a:lnTo>
                <a:lnTo>
                  <a:pt x="7968" y="21509"/>
                </a:lnTo>
                <a:lnTo>
                  <a:pt x="6932" y="21276"/>
                </a:lnTo>
                <a:lnTo>
                  <a:pt x="5975" y="20876"/>
                </a:lnTo>
                <a:lnTo>
                  <a:pt x="5076" y="20298"/>
                </a:lnTo>
                <a:lnTo>
                  <a:pt x="4221" y="19525"/>
                </a:lnTo>
                <a:lnTo>
                  <a:pt x="3391" y="18539"/>
                </a:lnTo>
                <a:lnTo>
                  <a:pt x="2572" y="17325"/>
                </a:lnTo>
                <a:lnTo>
                  <a:pt x="1744" y="15865"/>
                </a:lnTo>
                <a:lnTo>
                  <a:pt x="893" y="14148"/>
                </a:lnTo>
                <a:lnTo>
                  <a:pt x="0" y="12147"/>
                </a:lnTo>
                <a:lnTo>
                  <a:pt x="950" y="12147"/>
                </a:lnTo>
                <a:lnTo>
                  <a:pt x="1902" y="12147"/>
                </a:lnTo>
                <a:lnTo>
                  <a:pt x="2854" y="12147"/>
                </a:lnTo>
                <a:lnTo>
                  <a:pt x="3809" y="12147"/>
                </a:lnTo>
                <a:lnTo>
                  <a:pt x="4766" y="12147"/>
                </a:lnTo>
                <a:lnTo>
                  <a:pt x="5728" y="12147"/>
                </a:lnTo>
                <a:lnTo>
                  <a:pt x="6693" y="12147"/>
                </a:lnTo>
                <a:lnTo>
                  <a:pt x="7664" y="12147"/>
                </a:lnTo>
                <a:lnTo>
                  <a:pt x="8640" y="12147"/>
                </a:lnTo>
                <a:lnTo>
                  <a:pt x="8640" y="9399"/>
                </a:lnTo>
                <a:lnTo>
                  <a:pt x="8640" y="6633"/>
                </a:lnTo>
                <a:lnTo>
                  <a:pt x="8640" y="3830"/>
                </a:lnTo>
                <a:lnTo>
                  <a:pt x="9467" y="3348"/>
                </a:lnTo>
                <a:lnTo>
                  <a:pt x="10295" y="2874"/>
                </a:lnTo>
                <a:lnTo>
                  <a:pt x="11123" y="2408"/>
                </a:lnTo>
                <a:lnTo>
                  <a:pt x="11951" y="1946"/>
                </a:lnTo>
                <a:lnTo>
                  <a:pt x="12780" y="1493"/>
                </a:lnTo>
                <a:lnTo>
                  <a:pt x="13549" y="1056"/>
                </a:lnTo>
                <a:lnTo>
                  <a:pt x="14324" y="620"/>
                </a:lnTo>
                <a:lnTo>
                  <a:pt x="15108" y="175"/>
                </a:lnTo>
                <a:lnTo>
                  <a:pt x="16150" y="0"/>
                </a:lnTo>
                <a:lnTo>
                  <a:pt x="17024" y="50"/>
                </a:lnTo>
                <a:lnTo>
                  <a:pt x="17798" y="391"/>
                </a:lnTo>
                <a:lnTo>
                  <a:pt x="18536" y="1090"/>
                </a:lnTo>
                <a:lnTo>
                  <a:pt x="19300" y="2212"/>
                </a:lnTo>
                <a:lnTo>
                  <a:pt x="20160" y="3830"/>
                </a:lnTo>
                <a:close/>
              </a:path>
            </a:pathLst>
          </a:custGeom>
          <a:solidFill>
            <a:srgbClr val="D6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7" name="contour_07435"/>
          <p:cNvSpPr/>
          <p:nvPr/>
        </p:nvSpPr>
        <p:spPr>
          <a:xfrm>
            <a:off x="5629416" y="1005743"/>
            <a:ext cx="1093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18" y="0"/>
                </a:lnTo>
                <a:lnTo>
                  <a:pt x="2036" y="0"/>
                </a:lnTo>
                <a:lnTo>
                  <a:pt x="3056" y="0"/>
                </a:lnTo>
                <a:lnTo>
                  <a:pt x="4075" y="0"/>
                </a:lnTo>
                <a:lnTo>
                  <a:pt x="5095" y="0"/>
                </a:lnTo>
                <a:lnTo>
                  <a:pt x="6114" y="0"/>
                </a:lnTo>
                <a:lnTo>
                  <a:pt x="7137" y="0"/>
                </a:lnTo>
                <a:lnTo>
                  <a:pt x="8158" y="0"/>
                </a:lnTo>
                <a:lnTo>
                  <a:pt x="9181" y="0"/>
                </a:lnTo>
                <a:lnTo>
                  <a:pt x="10207" y="0"/>
                </a:lnTo>
                <a:lnTo>
                  <a:pt x="11232" y="0"/>
                </a:lnTo>
                <a:lnTo>
                  <a:pt x="12260" y="0"/>
                </a:lnTo>
                <a:lnTo>
                  <a:pt x="13288" y="0"/>
                </a:lnTo>
                <a:lnTo>
                  <a:pt x="14319" y="0"/>
                </a:lnTo>
                <a:lnTo>
                  <a:pt x="15353" y="0"/>
                </a:lnTo>
                <a:lnTo>
                  <a:pt x="16389" y="0"/>
                </a:lnTo>
                <a:lnTo>
                  <a:pt x="17425" y="0"/>
                </a:lnTo>
                <a:lnTo>
                  <a:pt x="18465" y="0"/>
                </a:lnTo>
                <a:lnTo>
                  <a:pt x="19508" y="0"/>
                </a:lnTo>
                <a:lnTo>
                  <a:pt x="20552" y="0"/>
                </a:lnTo>
                <a:lnTo>
                  <a:pt x="21600" y="0"/>
                </a:lnTo>
                <a:lnTo>
                  <a:pt x="21172" y="2138"/>
                </a:lnTo>
                <a:lnTo>
                  <a:pt x="20745" y="4277"/>
                </a:lnTo>
                <a:lnTo>
                  <a:pt x="20316" y="6422"/>
                </a:lnTo>
                <a:lnTo>
                  <a:pt x="19886" y="8568"/>
                </a:lnTo>
                <a:lnTo>
                  <a:pt x="19456" y="10717"/>
                </a:lnTo>
                <a:lnTo>
                  <a:pt x="19025" y="12877"/>
                </a:lnTo>
                <a:lnTo>
                  <a:pt x="18592" y="15044"/>
                </a:lnTo>
                <a:lnTo>
                  <a:pt x="18157" y="17219"/>
                </a:lnTo>
                <a:lnTo>
                  <a:pt x="17719" y="19404"/>
                </a:lnTo>
                <a:lnTo>
                  <a:pt x="17280" y="21600"/>
                </a:lnTo>
                <a:lnTo>
                  <a:pt x="15674" y="20250"/>
                </a:lnTo>
                <a:lnTo>
                  <a:pt x="14491" y="19184"/>
                </a:lnTo>
                <a:lnTo>
                  <a:pt x="13617" y="18248"/>
                </a:lnTo>
                <a:lnTo>
                  <a:pt x="12947" y="17276"/>
                </a:lnTo>
                <a:lnTo>
                  <a:pt x="12372" y="16117"/>
                </a:lnTo>
                <a:lnTo>
                  <a:pt x="11784" y="14609"/>
                </a:lnTo>
                <a:lnTo>
                  <a:pt x="11071" y="12600"/>
                </a:lnTo>
                <a:lnTo>
                  <a:pt x="10320" y="10760"/>
                </a:lnTo>
                <a:lnTo>
                  <a:pt x="9526" y="9220"/>
                </a:lnTo>
                <a:lnTo>
                  <a:pt x="8690" y="7949"/>
                </a:lnTo>
                <a:lnTo>
                  <a:pt x="7819" y="6919"/>
                </a:lnTo>
                <a:lnTo>
                  <a:pt x="6915" y="6098"/>
                </a:lnTo>
                <a:lnTo>
                  <a:pt x="5982" y="5458"/>
                </a:lnTo>
                <a:lnTo>
                  <a:pt x="5024" y="4961"/>
                </a:lnTo>
                <a:lnTo>
                  <a:pt x="4046" y="4579"/>
                </a:lnTo>
                <a:lnTo>
                  <a:pt x="3050" y="4284"/>
                </a:lnTo>
                <a:lnTo>
                  <a:pt x="2042" y="4043"/>
                </a:lnTo>
                <a:lnTo>
                  <a:pt x="1024" y="3827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E8E9EA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8" name="contour_07436"/>
          <p:cNvSpPr/>
          <p:nvPr/>
        </p:nvSpPr>
        <p:spPr>
          <a:xfrm>
            <a:off x="8646645" y="961855"/>
            <a:ext cx="109320" cy="303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55" y="0"/>
                </a:moveTo>
                <a:lnTo>
                  <a:pt x="4293" y="244"/>
                </a:lnTo>
                <a:lnTo>
                  <a:pt x="5135" y="494"/>
                </a:lnTo>
                <a:lnTo>
                  <a:pt x="5990" y="743"/>
                </a:lnTo>
                <a:lnTo>
                  <a:pt x="6896" y="997"/>
                </a:lnTo>
                <a:lnTo>
                  <a:pt x="7809" y="1247"/>
                </a:lnTo>
                <a:lnTo>
                  <a:pt x="8734" y="1501"/>
                </a:lnTo>
                <a:lnTo>
                  <a:pt x="9693" y="1797"/>
                </a:lnTo>
                <a:lnTo>
                  <a:pt x="10652" y="2094"/>
                </a:lnTo>
                <a:lnTo>
                  <a:pt x="11611" y="2384"/>
                </a:lnTo>
                <a:lnTo>
                  <a:pt x="12576" y="2660"/>
                </a:lnTo>
                <a:lnTo>
                  <a:pt x="13540" y="2935"/>
                </a:lnTo>
                <a:lnTo>
                  <a:pt x="14505" y="3205"/>
                </a:lnTo>
                <a:lnTo>
                  <a:pt x="15519" y="3496"/>
                </a:lnTo>
                <a:lnTo>
                  <a:pt x="16533" y="3792"/>
                </a:lnTo>
                <a:lnTo>
                  <a:pt x="17546" y="4088"/>
                </a:lnTo>
                <a:lnTo>
                  <a:pt x="18559" y="4390"/>
                </a:lnTo>
                <a:lnTo>
                  <a:pt x="19572" y="4691"/>
                </a:lnTo>
                <a:lnTo>
                  <a:pt x="20586" y="5003"/>
                </a:lnTo>
                <a:lnTo>
                  <a:pt x="21600" y="5309"/>
                </a:lnTo>
                <a:lnTo>
                  <a:pt x="20712" y="7797"/>
                </a:lnTo>
                <a:lnTo>
                  <a:pt x="19826" y="9953"/>
                </a:lnTo>
                <a:lnTo>
                  <a:pt x="18942" y="11808"/>
                </a:lnTo>
                <a:lnTo>
                  <a:pt x="18052" y="13392"/>
                </a:lnTo>
                <a:lnTo>
                  <a:pt x="17153" y="14727"/>
                </a:lnTo>
                <a:lnTo>
                  <a:pt x="16242" y="15849"/>
                </a:lnTo>
                <a:lnTo>
                  <a:pt x="15314" y="16779"/>
                </a:lnTo>
                <a:lnTo>
                  <a:pt x="14367" y="17548"/>
                </a:lnTo>
                <a:lnTo>
                  <a:pt x="13395" y="18182"/>
                </a:lnTo>
                <a:lnTo>
                  <a:pt x="12394" y="18706"/>
                </a:lnTo>
                <a:lnTo>
                  <a:pt x="11360" y="19153"/>
                </a:lnTo>
                <a:lnTo>
                  <a:pt x="10290" y="19548"/>
                </a:lnTo>
                <a:lnTo>
                  <a:pt x="9180" y="19917"/>
                </a:lnTo>
                <a:lnTo>
                  <a:pt x="8456" y="20249"/>
                </a:lnTo>
                <a:lnTo>
                  <a:pt x="7726" y="20587"/>
                </a:lnTo>
                <a:lnTo>
                  <a:pt x="6987" y="20925"/>
                </a:lnTo>
                <a:lnTo>
                  <a:pt x="6035" y="21236"/>
                </a:lnTo>
                <a:lnTo>
                  <a:pt x="5113" y="21475"/>
                </a:lnTo>
                <a:lnTo>
                  <a:pt x="4206" y="21600"/>
                </a:lnTo>
                <a:lnTo>
                  <a:pt x="3300" y="21574"/>
                </a:lnTo>
                <a:lnTo>
                  <a:pt x="2383" y="21351"/>
                </a:lnTo>
                <a:lnTo>
                  <a:pt x="1440" y="20894"/>
                </a:lnTo>
                <a:lnTo>
                  <a:pt x="808" y="17216"/>
                </a:lnTo>
                <a:lnTo>
                  <a:pt x="416" y="14566"/>
                </a:lnTo>
                <a:lnTo>
                  <a:pt x="197" y="12197"/>
                </a:lnTo>
                <a:lnTo>
                  <a:pt x="82" y="9361"/>
                </a:lnTo>
                <a:lnTo>
                  <a:pt x="0" y="5309"/>
                </a:lnTo>
                <a:lnTo>
                  <a:pt x="864" y="2306"/>
                </a:lnTo>
                <a:lnTo>
                  <a:pt x="1512" y="753"/>
                </a:lnTo>
                <a:lnTo>
                  <a:pt x="2267" y="151"/>
                </a:lnTo>
                <a:lnTo>
                  <a:pt x="3455" y="0"/>
                </a:lnTo>
                <a:close/>
              </a:path>
            </a:pathLst>
          </a:custGeom>
          <a:solidFill>
            <a:srgbClr val="E3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7439" name="contour_07437"/>
          <p:cNvSpPr/>
          <p:nvPr/>
        </p:nvSpPr>
        <p:spPr>
          <a:xfrm>
            <a:off x="4958921" y="495583"/>
            <a:ext cx="43728" cy="167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247" y="457"/>
                </a:lnTo>
                <a:lnTo>
                  <a:pt x="18061" y="923"/>
                </a:lnTo>
                <a:lnTo>
                  <a:pt x="19847" y="1397"/>
                </a:lnTo>
                <a:lnTo>
                  <a:pt x="21600" y="1878"/>
                </a:lnTo>
                <a:lnTo>
                  <a:pt x="21413" y="2544"/>
                </a:lnTo>
                <a:lnTo>
                  <a:pt x="20992" y="3171"/>
                </a:lnTo>
                <a:lnTo>
                  <a:pt x="20394" y="3776"/>
                </a:lnTo>
                <a:lnTo>
                  <a:pt x="19663" y="4377"/>
                </a:lnTo>
                <a:lnTo>
                  <a:pt x="18850" y="4991"/>
                </a:lnTo>
                <a:lnTo>
                  <a:pt x="18000" y="5635"/>
                </a:lnTo>
                <a:lnTo>
                  <a:pt x="16214" y="5169"/>
                </a:lnTo>
                <a:lnTo>
                  <a:pt x="14400" y="4696"/>
                </a:lnTo>
                <a:lnTo>
                  <a:pt x="13547" y="5316"/>
                </a:lnTo>
                <a:lnTo>
                  <a:pt x="12798" y="5927"/>
                </a:lnTo>
                <a:lnTo>
                  <a:pt x="12143" y="6531"/>
                </a:lnTo>
                <a:lnTo>
                  <a:pt x="11574" y="7131"/>
                </a:lnTo>
                <a:lnTo>
                  <a:pt x="11092" y="7732"/>
                </a:lnTo>
                <a:lnTo>
                  <a:pt x="10681" y="8337"/>
                </a:lnTo>
                <a:lnTo>
                  <a:pt x="10339" y="8949"/>
                </a:lnTo>
                <a:lnTo>
                  <a:pt x="10062" y="9573"/>
                </a:lnTo>
                <a:lnTo>
                  <a:pt x="9835" y="10212"/>
                </a:lnTo>
                <a:lnTo>
                  <a:pt x="9662" y="10869"/>
                </a:lnTo>
                <a:lnTo>
                  <a:pt x="9551" y="11334"/>
                </a:lnTo>
                <a:lnTo>
                  <a:pt x="9436" y="11805"/>
                </a:lnTo>
                <a:lnTo>
                  <a:pt x="9299" y="12390"/>
                </a:lnTo>
                <a:lnTo>
                  <a:pt x="9162" y="12976"/>
                </a:lnTo>
                <a:lnTo>
                  <a:pt x="9032" y="13561"/>
                </a:lnTo>
                <a:lnTo>
                  <a:pt x="8903" y="14147"/>
                </a:lnTo>
                <a:lnTo>
                  <a:pt x="8777" y="14733"/>
                </a:lnTo>
                <a:lnTo>
                  <a:pt x="8618" y="15399"/>
                </a:lnTo>
                <a:lnTo>
                  <a:pt x="8464" y="16064"/>
                </a:lnTo>
                <a:lnTo>
                  <a:pt x="8305" y="16730"/>
                </a:lnTo>
                <a:lnTo>
                  <a:pt x="8161" y="17338"/>
                </a:lnTo>
                <a:lnTo>
                  <a:pt x="8021" y="17948"/>
                </a:lnTo>
                <a:lnTo>
                  <a:pt x="7880" y="18556"/>
                </a:lnTo>
                <a:lnTo>
                  <a:pt x="7740" y="19165"/>
                </a:lnTo>
                <a:lnTo>
                  <a:pt x="7603" y="19773"/>
                </a:lnTo>
                <a:lnTo>
                  <a:pt x="7470" y="20382"/>
                </a:lnTo>
                <a:lnTo>
                  <a:pt x="7333" y="20991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79" y="20993"/>
                </a:lnTo>
                <a:lnTo>
                  <a:pt x="158" y="20388"/>
                </a:lnTo>
                <a:lnTo>
                  <a:pt x="245" y="19782"/>
                </a:lnTo>
                <a:lnTo>
                  <a:pt x="335" y="19176"/>
                </a:lnTo>
                <a:lnTo>
                  <a:pt x="425" y="18570"/>
                </a:lnTo>
                <a:lnTo>
                  <a:pt x="522" y="17965"/>
                </a:lnTo>
                <a:lnTo>
                  <a:pt x="623" y="17359"/>
                </a:lnTo>
                <a:lnTo>
                  <a:pt x="727" y="16753"/>
                </a:lnTo>
                <a:lnTo>
                  <a:pt x="832" y="16147"/>
                </a:lnTo>
                <a:lnTo>
                  <a:pt x="943" y="15542"/>
                </a:lnTo>
                <a:lnTo>
                  <a:pt x="1030" y="15029"/>
                </a:lnTo>
                <a:lnTo>
                  <a:pt x="1109" y="14516"/>
                </a:lnTo>
                <a:lnTo>
                  <a:pt x="1181" y="14002"/>
                </a:lnTo>
                <a:lnTo>
                  <a:pt x="1246" y="13490"/>
                </a:lnTo>
                <a:lnTo>
                  <a:pt x="1357" y="12772"/>
                </a:lnTo>
                <a:lnTo>
                  <a:pt x="1508" y="12070"/>
                </a:lnTo>
                <a:lnTo>
                  <a:pt x="1706" y="11382"/>
                </a:lnTo>
                <a:lnTo>
                  <a:pt x="1948" y="10707"/>
                </a:lnTo>
                <a:lnTo>
                  <a:pt x="2232" y="10043"/>
                </a:lnTo>
                <a:lnTo>
                  <a:pt x="2570" y="9390"/>
                </a:lnTo>
                <a:lnTo>
                  <a:pt x="2952" y="8746"/>
                </a:lnTo>
                <a:lnTo>
                  <a:pt x="3391" y="8110"/>
                </a:lnTo>
                <a:lnTo>
                  <a:pt x="3877" y="7480"/>
                </a:lnTo>
                <a:lnTo>
                  <a:pt x="4421" y="6857"/>
                </a:lnTo>
                <a:lnTo>
                  <a:pt x="5018" y="6237"/>
                </a:lnTo>
                <a:lnTo>
                  <a:pt x="5674" y="5620"/>
                </a:lnTo>
                <a:lnTo>
                  <a:pt x="6386" y="5005"/>
                </a:lnTo>
                <a:lnTo>
                  <a:pt x="7164" y="4390"/>
                </a:lnTo>
                <a:lnTo>
                  <a:pt x="7999" y="3775"/>
                </a:lnTo>
                <a:lnTo>
                  <a:pt x="8899" y="3158"/>
                </a:lnTo>
                <a:lnTo>
                  <a:pt x="9864" y="2538"/>
                </a:lnTo>
                <a:lnTo>
                  <a:pt x="10894" y="1913"/>
                </a:lnTo>
                <a:lnTo>
                  <a:pt x="11992" y="1283"/>
                </a:lnTo>
                <a:lnTo>
                  <a:pt x="13162" y="645"/>
                </a:lnTo>
                <a:lnTo>
                  <a:pt x="14400" y="0"/>
                </a:lnTo>
                <a:close/>
              </a:path>
            </a:pathLst>
          </a:custGeom>
          <a:solidFill>
            <a:srgbClr val="8C8B8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0" name="contour_07438"/>
          <p:cNvSpPr/>
          <p:nvPr/>
        </p:nvSpPr>
        <p:spPr>
          <a:xfrm>
            <a:off x="7582598" y="6224229"/>
            <a:ext cx="116608" cy="302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44" y="0"/>
                </a:moveTo>
                <a:lnTo>
                  <a:pt x="5037" y="682"/>
                </a:lnTo>
                <a:lnTo>
                  <a:pt x="5924" y="1410"/>
                </a:lnTo>
                <a:lnTo>
                  <a:pt x="6807" y="2175"/>
                </a:lnTo>
                <a:lnTo>
                  <a:pt x="7688" y="2976"/>
                </a:lnTo>
                <a:lnTo>
                  <a:pt x="8568" y="3809"/>
                </a:lnTo>
                <a:lnTo>
                  <a:pt x="9450" y="4678"/>
                </a:lnTo>
                <a:lnTo>
                  <a:pt x="10356" y="5542"/>
                </a:lnTo>
                <a:lnTo>
                  <a:pt x="11263" y="6395"/>
                </a:lnTo>
                <a:lnTo>
                  <a:pt x="12170" y="7238"/>
                </a:lnTo>
                <a:lnTo>
                  <a:pt x="13077" y="8071"/>
                </a:lnTo>
                <a:lnTo>
                  <a:pt x="13882" y="8867"/>
                </a:lnTo>
                <a:lnTo>
                  <a:pt x="14696" y="9679"/>
                </a:lnTo>
                <a:lnTo>
                  <a:pt x="15679" y="9736"/>
                </a:lnTo>
                <a:lnTo>
                  <a:pt x="16502" y="9200"/>
                </a:lnTo>
                <a:lnTo>
                  <a:pt x="17254" y="8170"/>
                </a:lnTo>
                <a:lnTo>
                  <a:pt x="18025" y="6739"/>
                </a:lnTo>
                <a:lnTo>
                  <a:pt x="18900" y="5001"/>
                </a:lnTo>
                <a:lnTo>
                  <a:pt x="19796" y="7904"/>
                </a:lnTo>
                <a:lnTo>
                  <a:pt x="20377" y="9960"/>
                </a:lnTo>
                <a:lnTo>
                  <a:pt x="20894" y="12135"/>
                </a:lnTo>
                <a:lnTo>
                  <a:pt x="21600" y="15408"/>
                </a:lnTo>
                <a:lnTo>
                  <a:pt x="20810" y="18046"/>
                </a:lnTo>
                <a:lnTo>
                  <a:pt x="20049" y="19810"/>
                </a:lnTo>
                <a:lnTo>
                  <a:pt x="19287" y="20866"/>
                </a:lnTo>
                <a:lnTo>
                  <a:pt x="18499" y="21397"/>
                </a:lnTo>
                <a:lnTo>
                  <a:pt x="17653" y="21579"/>
                </a:lnTo>
                <a:lnTo>
                  <a:pt x="16720" y="21590"/>
                </a:lnTo>
                <a:lnTo>
                  <a:pt x="15672" y="21600"/>
                </a:lnTo>
                <a:lnTo>
                  <a:pt x="14762" y="21595"/>
                </a:lnTo>
                <a:lnTo>
                  <a:pt x="13838" y="21590"/>
                </a:lnTo>
                <a:lnTo>
                  <a:pt x="12919" y="21595"/>
                </a:lnTo>
                <a:lnTo>
                  <a:pt x="11987" y="21600"/>
                </a:lnTo>
                <a:lnTo>
                  <a:pt x="10978" y="21496"/>
                </a:lnTo>
                <a:lnTo>
                  <a:pt x="9993" y="21309"/>
                </a:lnTo>
                <a:lnTo>
                  <a:pt x="9029" y="21028"/>
                </a:lnTo>
                <a:lnTo>
                  <a:pt x="8084" y="20637"/>
                </a:lnTo>
                <a:lnTo>
                  <a:pt x="7155" y="20122"/>
                </a:lnTo>
                <a:lnTo>
                  <a:pt x="6240" y="19477"/>
                </a:lnTo>
                <a:lnTo>
                  <a:pt x="5335" y="18686"/>
                </a:lnTo>
                <a:lnTo>
                  <a:pt x="4439" y="17734"/>
                </a:lnTo>
                <a:lnTo>
                  <a:pt x="3549" y="16615"/>
                </a:lnTo>
                <a:lnTo>
                  <a:pt x="2664" y="15314"/>
                </a:lnTo>
                <a:lnTo>
                  <a:pt x="1778" y="13821"/>
                </a:lnTo>
                <a:lnTo>
                  <a:pt x="891" y="12119"/>
                </a:lnTo>
                <a:lnTo>
                  <a:pt x="0" y="10204"/>
                </a:lnTo>
                <a:lnTo>
                  <a:pt x="554" y="7056"/>
                </a:lnTo>
                <a:lnTo>
                  <a:pt x="1098" y="4454"/>
                </a:lnTo>
                <a:lnTo>
                  <a:pt x="1681" y="2425"/>
                </a:lnTo>
                <a:lnTo>
                  <a:pt x="2350" y="989"/>
                </a:lnTo>
                <a:lnTo>
                  <a:pt x="3156" y="172"/>
                </a:lnTo>
                <a:lnTo>
                  <a:pt x="4144" y="0"/>
                </a:lnTo>
                <a:close/>
              </a:path>
            </a:pathLst>
          </a:custGeom>
          <a:solidFill>
            <a:srgbClr val="E8EE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1" name="contour_07439"/>
          <p:cNvSpPr/>
          <p:nvPr/>
        </p:nvSpPr>
        <p:spPr>
          <a:xfrm>
            <a:off x="979678" y="6158353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714" y="834"/>
                </a:lnTo>
                <a:lnTo>
                  <a:pt x="5828" y="1671"/>
                </a:lnTo>
                <a:lnTo>
                  <a:pt x="6943" y="2506"/>
                </a:lnTo>
                <a:lnTo>
                  <a:pt x="8059" y="3343"/>
                </a:lnTo>
                <a:lnTo>
                  <a:pt x="9175" y="4180"/>
                </a:lnTo>
                <a:lnTo>
                  <a:pt x="10292" y="5019"/>
                </a:lnTo>
                <a:lnTo>
                  <a:pt x="11412" y="5859"/>
                </a:lnTo>
                <a:lnTo>
                  <a:pt x="12533" y="6699"/>
                </a:lnTo>
                <a:lnTo>
                  <a:pt x="13657" y="7541"/>
                </a:lnTo>
                <a:lnTo>
                  <a:pt x="14782" y="8386"/>
                </a:lnTo>
                <a:lnTo>
                  <a:pt x="15910" y="9231"/>
                </a:lnTo>
                <a:lnTo>
                  <a:pt x="17041" y="10082"/>
                </a:lnTo>
                <a:lnTo>
                  <a:pt x="18175" y="10932"/>
                </a:lnTo>
                <a:lnTo>
                  <a:pt x="19312" y="11786"/>
                </a:lnTo>
                <a:lnTo>
                  <a:pt x="20455" y="12641"/>
                </a:lnTo>
                <a:lnTo>
                  <a:pt x="21600" y="13500"/>
                </a:lnTo>
                <a:lnTo>
                  <a:pt x="21244" y="15104"/>
                </a:lnTo>
                <a:lnTo>
                  <a:pt x="20885" y="16713"/>
                </a:lnTo>
                <a:lnTo>
                  <a:pt x="20527" y="18328"/>
                </a:lnTo>
                <a:lnTo>
                  <a:pt x="20165" y="19956"/>
                </a:lnTo>
                <a:lnTo>
                  <a:pt x="19800" y="21600"/>
                </a:lnTo>
                <a:lnTo>
                  <a:pt x="18598" y="20912"/>
                </a:lnTo>
                <a:lnTo>
                  <a:pt x="17402" y="20207"/>
                </a:lnTo>
                <a:lnTo>
                  <a:pt x="16213" y="19489"/>
                </a:lnTo>
                <a:lnTo>
                  <a:pt x="15030" y="18754"/>
                </a:lnTo>
                <a:lnTo>
                  <a:pt x="13853" y="18006"/>
                </a:lnTo>
                <a:lnTo>
                  <a:pt x="12681" y="17245"/>
                </a:lnTo>
                <a:lnTo>
                  <a:pt x="11513" y="16470"/>
                </a:lnTo>
                <a:lnTo>
                  <a:pt x="10350" y="15682"/>
                </a:lnTo>
                <a:lnTo>
                  <a:pt x="9191" y="14882"/>
                </a:lnTo>
                <a:lnTo>
                  <a:pt x="8035" y="14072"/>
                </a:lnTo>
                <a:lnTo>
                  <a:pt x="6881" y="13249"/>
                </a:lnTo>
                <a:lnTo>
                  <a:pt x="5731" y="12415"/>
                </a:lnTo>
                <a:lnTo>
                  <a:pt x="4583" y="11569"/>
                </a:lnTo>
                <a:lnTo>
                  <a:pt x="3434" y="10716"/>
                </a:lnTo>
                <a:lnTo>
                  <a:pt x="2290" y="9852"/>
                </a:lnTo>
                <a:lnTo>
                  <a:pt x="1145" y="8980"/>
                </a:lnTo>
                <a:lnTo>
                  <a:pt x="0" y="8100"/>
                </a:lnTo>
                <a:lnTo>
                  <a:pt x="448" y="7849"/>
                </a:lnTo>
                <a:lnTo>
                  <a:pt x="1800" y="7088"/>
                </a:lnTo>
                <a:lnTo>
                  <a:pt x="2693" y="6251"/>
                </a:lnTo>
                <a:lnTo>
                  <a:pt x="3600" y="5400"/>
                </a:lnTo>
                <a:lnTo>
                  <a:pt x="3600" y="3615"/>
                </a:lnTo>
                <a:lnTo>
                  <a:pt x="3600" y="1820"/>
                </a:lnTo>
                <a:lnTo>
                  <a:pt x="3600" y="0"/>
                </a:lnTo>
                <a:close/>
              </a:path>
            </a:pathLst>
          </a:custGeom>
          <a:solidFill>
            <a:srgbClr val="A9C2DE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2" name="contour_07440"/>
          <p:cNvSpPr/>
          <p:nvPr/>
        </p:nvSpPr>
        <p:spPr>
          <a:xfrm>
            <a:off x="6868375" y="6083243"/>
            <a:ext cx="87456" cy="605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96"/>
                </a:moveTo>
                <a:lnTo>
                  <a:pt x="1381" y="494"/>
                </a:lnTo>
                <a:lnTo>
                  <a:pt x="2732" y="250"/>
                </a:lnTo>
                <a:lnTo>
                  <a:pt x="4055" y="78"/>
                </a:lnTo>
                <a:lnTo>
                  <a:pt x="5351" y="0"/>
                </a:lnTo>
                <a:lnTo>
                  <a:pt x="6626" y="34"/>
                </a:lnTo>
                <a:lnTo>
                  <a:pt x="7879" y="203"/>
                </a:lnTo>
                <a:lnTo>
                  <a:pt x="9113" y="520"/>
                </a:lnTo>
                <a:lnTo>
                  <a:pt x="10334" y="1009"/>
                </a:lnTo>
                <a:lnTo>
                  <a:pt x="11540" y="1688"/>
                </a:lnTo>
                <a:lnTo>
                  <a:pt x="12735" y="2575"/>
                </a:lnTo>
                <a:lnTo>
                  <a:pt x="13921" y="3690"/>
                </a:lnTo>
                <a:lnTo>
                  <a:pt x="14816" y="4754"/>
                </a:lnTo>
                <a:lnTo>
                  <a:pt x="15696" y="5833"/>
                </a:lnTo>
                <a:lnTo>
                  <a:pt x="16565" y="6930"/>
                </a:lnTo>
                <a:lnTo>
                  <a:pt x="17424" y="8043"/>
                </a:lnTo>
                <a:lnTo>
                  <a:pt x="18272" y="9169"/>
                </a:lnTo>
                <a:lnTo>
                  <a:pt x="19114" y="10308"/>
                </a:lnTo>
                <a:lnTo>
                  <a:pt x="19948" y="11461"/>
                </a:lnTo>
                <a:lnTo>
                  <a:pt x="20776" y="12626"/>
                </a:lnTo>
                <a:lnTo>
                  <a:pt x="21600" y="13798"/>
                </a:lnTo>
                <a:lnTo>
                  <a:pt x="20709" y="15086"/>
                </a:lnTo>
                <a:lnTo>
                  <a:pt x="19816" y="16376"/>
                </a:lnTo>
                <a:lnTo>
                  <a:pt x="18920" y="17671"/>
                </a:lnTo>
                <a:lnTo>
                  <a:pt x="18020" y="18971"/>
                </a:lnTo>
                <a:lnTo>
                  <a:pt x="17114" y="20279"/>
                </a:lnTo>
                <a:lnTo>
                  <a:pt x="16200" y="21600"/>
                </a:lnTo>
                <a:lnTo>
                  <a:pt x="15185" y="20487"/>
                </a:lnTo>
                <a:lnTo>
                  <a:pt x="14171" y="19371"/>
                </a:lnTo>
                <a:lnTo>
                  <a:pt x="13158" y="18256"/>
                </a:lnTo>
                <a:lnTo>
                  <a:pt x="12146" y="17137"/>
                </a:lnTo>
                <a:lnTo>
                  <a:pt x="11135" y="16019"/>
                </a:lnTo>
                <a:lnTo>
                  <a:pt x="10123" y="14901"/>
                </a:lnTo>
                <a:lnTo>
                  <a:pt x="9112" y="13780"/>
                </a:lnTo>
                <a:lnTo>
                  <a:pt x="8100" y="12659"/>
                </a:lnTo>
                <a:lnTo>
                  <a:pt x="7326" y="11814"/>
                </a:lnTo>
                <a:lnTo>
                  <a:pt x="6547" y="10961"/>
                </a:lnTo>
                <a:lnTo>
                  <a:pt x="5758" y="10095"/>
                </a:lnTo>
                <a:lnTo>
                  <a:pt x="5027" y="9281"/>
                </a:lnTo>
                <a:lnTo>
                  <a:pt x="4289" y="8462"/>
                </a:lnTo>
                <a:lnTo>
                  <a:pt x="3544" y="7633"/>
                </a:lnTo>
                <a:lnTo>
                  <a:pt x="2866" y="6884"/>
                </a:lnTo>
                <a:lnTo>
                  <a:pt x="2180" y="6127"/>
                </a:lnTo>
                <a:lnTo>
                  <a:pt x="1487" y="5362"/>
                </a:lnTo>
                <a:lnTo>
                  <a:pt x="749" y="4387"/>
                </a:lnTo>
                <a:lnTo>
                  <a:pt x="0" y="3396"/>
                </a:lnTo>
                <a:lnTo>
                  <a:pt x="0" y="2106"/>
                </a:lnTo>
                <a:lnTo>
                  <a:pt x="0" y="796"/>
                </a:lnTo>
                <a:close/>
              </a:path>
            </a:pathLst>
          </a:custGeom>
          <a:solidFill>
            <a:srgbClr val="C0D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3" name="contour_07441"/>
          <p:cNvSpPr/>
          <p:nvPr/>
        </p:nvSpPr>
        <p:spPr>
          <a:xfrm>
            <a:off x="9827299" y="6056321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69" y="159"/>
                </a:lnTo>
                <a:lnTo>
                  <a:pt x="3421" y="427"/>
                </a:lnTo>
                <a:lnTo>
                  <a:pt x="4970" y="796"/>
                </a:lnTo>
                <a:lnTo>
                  <a:pt x="6426" y="1274"/>
                </a:lnTo>
                <a:lnTo>
                  <a:pt x="7800" y="1855"/>
                </a:lnTo>
                <a:lnTo>
                  <a:pt x="9104" y="2541"/>
                </a:lnTo>
                <a:lnTo>
                  <a:pt x="10349" y="3332"/>
                </a:lnTo>
                <a:lnTo>
                  <a:pt x="11550" y="4223"/>
                </a:lnTo>
                <a:lnTo>
                  <a:pt x="12714" y="5219"/>
                </a:lnTo>
                <a:lnTo>
                  <a:pt x="13854" y="6318"/>
                </a:lnTo>
                <a:lnTo>
                  <a:pt x="14984" y="7519"/>
                </a:lnTo>
                <a:lnTo>
                  <a:pt x="16114" y="8824"/>
                </a:lnTo>
                <a:lnTo>
                  <a:pt x="17254" y="10228"/>
                </a:lnTo>
                <a:lnTo>
                  <a:pt x="18418" y="11734"/>
                </a:lnTo>
                <a:lnTo>
                  <a:pt x="19617" y="13341"/>
                </a:lnTo>
                <a:lnTo>
                  <a:pt x="20602" y="14761"/>
                </a:lnTo>
                <a:lnTo>
                  <a:pt x="21600" y="16200"/>
                </a:lnTo>
                <a:lnTo>
                  <a:pt x="20427" y="17545"/>
                </a:lnTo>
                <a:lnTo>
                  <a:pt x="19531" y="18509"/>
                </a:lnTo>
                <a:lnTo>
                  <a:pt x="18732" y="19248"/>
                </a:lnTo>
                <a:lnTo>
                  <a:pt x="17850" y="19910"/>
                </a:lnTo>
                <a:lnTo>
                  <a:pt x="16708" y="20644"/>
                </a:lnTo>
                <a:lnTo>
                  <a:pt x="15120" y="21600"/>
                </a:lnTo>
                <a:lnTo>
                  <a:pt x="13796" y="20833"/>
                </a:lnTo>
                <a:lnTo>
                  <a:pt x="12569" y="19934"/>
                </a:lnTo>
                <a:lnTo>
                  <a:pt x="11418" y="18927"/>
                </a:lnTo>
                <a:lnTo>
                  <a:pt x="10320" y="17828"/>
                </a:lnTo>
                <a:lnTo>
                  <a:pt x="9260" y="16659"/>
                </a:lnTo>
                <a:lnTo>
                  <a:pt x="8210" y="15433"/>
                </a:lnTo>
                <a:lnTo>
                  <a:pt x="7154" y="14175"/>
                </a:lnTo>
                <a:lnTo>
                  <a:pt x="6115" y="13044"/>
                </a:lnTo>
                <a:lnTo>
                  <a:pt x="5059" y="11896"/>
                </a:lnTo>
                <a:lnTo>
                  <a:pt x="3246" y="9844"/>
                </a:lnTo>
                <a:lnTo>
                  <a:pt x="2078" y="8478"/>
                </a:lnTo>
                <a:lnTo>
                  <a:pt x="1309" y="7492"/>
                </a:lnTo>
                <a:lnTo>
                  <a:pt x="698" y="6569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C4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4" name="contour_07442"/>
          <p:cNvSpPr/>
          <p:nvPr/>
        </p:nvSpPr>
        <p:spPr>
          <a:xfrm>
            <a:off x="5139751" y="5968865"/>
            <a:ext cx="5238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5" y="0"/>
                </a:moveTo>
                <a:lnTo>
                  <a:pt x="1076" y="1200"/>
                </a:lnTo>
                <a:lnTo>
                  <a:pt x="1599" y="2419"/>
                </a:lnTo>
                <a:lnTo>
                  <a:pt x="2575" y="3600"/>
                </a:lnTo>
                <a:lnTo>
                  <a:pt x="3570" y="4800"/>
                </a:lnTo>
                <a:lnTo>
                  <a:pt x="5640" y="4870"/>
                </a:lnTo>
                <a:lnTo>
                  <a:pt x="7113" y="4862"/>
                </a:lnTo>
                <a:lnTo>
                  <a:pt x="8693" y="4747"/>
                </a:lnTo>
                <a:lnTo>
                  <a:pt x="11082" y="4500"/>
                </a:lnTo>
                <a:lnTo>
                  <a:pt x="13489" y="4411"/>
                </a:lnTo>
                <a:lnTo>
                  <a:pt x="15076" y="4411"/>
                </a:lnTo>
                <a:lnTo>
                  <a:pt x="16543" y="4531"/>
                </a:lnTo>
                <a:lnTo>
                  <a:pt x="18595" y="4800"/>
                </a:lnTo>
                <a:lnTo>
                  <a:pt x="19632" y="6324"/>
                </a:lnTo>
                <a:lnTo>
                  <a:pt x="20386" y="7858"/>
                </a:lnTo>
                <a:lnTo>
                  <a:pt x="20909" y="9413"/>
                </a:lnTo>
                <a:lnTo>
                  <a:pt x="21254" y="11011"/>
                </a:lnTo>
                <a:lnTo>
                  <a:pt x="21468" y="12667"/>
                </a:lnTo>
                <a:lnTo>
                  <a:pt x="21600" y="14400"/>
                </a:lnTo>
                <a:lnTo>
                  <a:pt x="20173" y="14698"/>
                </a:lnTo>
                <a:lnTo>
                  <a:pt x="18736" y="14995"/>
                </a:lnTo>
                <a:lnTo>
                  <a:pt x="17279" y="15300"/>
                </a:lnTo>
                <a:lnTo>
                  <a:pt x="14538" y="16207"/>
                </a:lnTo>
                <a:lnTo>
                  <a:pt x="12946" y="16925"/>
                </a:lnTo>
                <a:lnTo>
                  <a:pt x="11900" y="17830"/>
                </a:lnTo>
                <a:lnTo>
                  <a:pt x="10788" y="19294"/>
                </a:lnTo>
                <a:lnTo>
                  <a:pt x="10190" y="20438"/>
                </a:lnTo>
                <a:lnTo>
                  <a:pt x="9580" y="21600"/>
                </a:lnTo>
                <a:lnTo>
                  <a:pt x="7996" y="20230"/>
                </a:lnTo>
                <a:lnTo>
                  <a:pt x="6539" y="18902"/>
                </a:lnTo>
                <a:lnTo>
                  <a:pt x="5214" y="17597"/>
                </a:lnTo>
                <a:lnTo>
                  <a:pt x="4021" y="16291"/>
                </a:lnTo>
                <a:lnTo>
                  <a:pt x="2972" y="14964"/>
                </a:lnTo>
                <a:lnTo>
                  <a:pt x="2073" y="13596"/>
                </a:lnTo>
                <a:lnTo>
                  <a:pt x="1325" y="12163"/>
                </a:lnTo>
                <a:lnTo>
                  <a:pt x="739" y="10651"/>
                </a:lnTo>
                <a:lnTo>
                  <a:pt x="319" y="9031"/>
                </a:lnTo>
                <a:lnTo>
                  <a:pt x="69" y="7289"/>
                </a:lnTo>
                <a:lnTo>
                  <a:pt x="0" y="5400"/>
                </a:lnTo>
                <a:lnTo>
                  <a:pt x="114" y="4049"/>
                </a:lnTo>
                <a:lnTo>
                  <a:pt x="243" y="2698"/>
                </a:lnTo>
                <a:lnTo>
                  <a:pt x="391" y="1349"/>
                </a:lnTo>
                <a:lnTo>
                  <a:pt x="565" y="0"/>
                </a:lnTo>
                <a:close/>
              </a:path>
            </a:pathLst>
          </a:custGeom>
          <a:solidFill>
            <a:srgbClr val="BAB9BC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5" name="contour_07443"/>
          <p:cNvSpPr/>
          <p:nvPr/>
        </p:nvSpPr>
        <p:spPr>
          <a:xfrm>
            <a:off x="8515111" y="5966591"/>
            <a:ext cx="65949" cy="67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68" y="0"/>
                </a:moveTo>
                <a:lnTo>
                  <a:pt x="18900" y="239"/>
                </a:lnTo>
                <a:lnTo>
                  <a:pt x="20242" y="478"/>
                </a:lnTo>
                <a:lnTo>
                  <a:pt x="21600" y="724"/>
                </a:lnTo>
                <a:lnTo>
                  <a:pt x="20905" y="2398"/>
                </a:lnTo>
                <a:lnTo>
                  <a:pt x="20146" y="3980"/>
                </a:lnTo>
                <a:lnTo>
                  <a:pt x="19323" y="5479"/>
                </a:lnTo>
                <a:lnTo>
                  <a:pt x="18435" y="6898"/>
                </a:lnTo>
                <a:lnTo>
                  <a:pt x="17490" y="8246"/>
                </a:lnTo>
                <a:lnTo>
                  <a:pt x="16487" y="9531"/>
                </a:lnTo>
                <a:lnTo>
                  <a:pt x="15430" y="10761"/>
                </a:lnTo>
                <a:lnTo>
                  <a:pt x="14322" y="11941"/>
                </a:lnTo>
                <a:lnTo>
                  <a:pt x="13167" y="13082"/>
                </a:lnTo>
                <a:lnTo>
                  <a:pt x="11964" y="14187"/>
                </a:lnTo>
                <a:lnTo>
                  <a:pt x="10720" y="15268"/>
                </a:lnTo>
                <a:lnTo>
                  <a:pt x="9433" y="16328"/>
                </a:lnTo>
                <a:lnTo>
                  <a:pt x="8111" y="17376"/>
                </a:lnTo>
                <a:lnTo>
                  <a:pt x="6755" y="18420"/>
                </a:lnTo>
                <a:lnTo>
                  <a:pt x="5366" y="19466"/>
                </a:lnTo>
                <a:lnTo>
                  <a:pt x="3948" y="20524"/>
                </a:lnTo>
                <a:lnTo>
                  <a:pt x="2504" y="21600"/>
                </a:lnTo>
                <a:lnTo>
                  <a:pt x="1370" y="19294"/>
                </a:lnTo>
                <a:lnTo>
                  <a:pt x="618" y="17636"/>
                </a:lnTo>
                <a:lnTo>
                  <a:pt x="186" y="16367"/>
                </a:lnTo>
                <a:lnTo>
                  <a:pt x="0" y="15230"/>
                </a:lnTo>
                <a:lnTo>
                  <a:pt x="0" y="13966"/>
                </a:lnTo>
                <a:lnTo>
                  <a:pt x="117" y="12322"/>
                </a:lnTo>
                <a:lnTo>
                  <a:pt x="1081" y="10925"/>
                </a:lnTo>
                <a:lnTo>
                  <a:pt x="2098" y="9540"/>
                </a:lnTo>
                <a:lnTo>
                  <a:pt x="3172" y="8179"/>
                </a:lnTo>
                <a:lnTo>
                  <a:pt x="4301" y="6864"/>
                </a:lnTo>
                <a:lnTo>
                  <a:pt x="5490" y="5611"/>
                </a:lnTo>
                <a:lnTo>
                  <a:pt x="6746" y="4437"/>
                </a:lnTo>
                <a:lnTo>
                  <a:pt x="8066" y="3363"/>
                </a:lnTo>
                <a:lnTo>
                  <a:pt x="9457" y="2405"/>
                </a:lnTo>
                <a:lnTo>
                  <a:pt x="10921" y="1582"/>
                </a:lnTo>
                <a:lnTo>
                  <a:pt x="12460" y="912"/>
                </a:lnTo>
                <a:lnTo>
                  <a:pt x="14081" y="413"/>
                </a:lnTo>
                <a:lnTo>
                  <a:pt x="15783" y="102"/>
                </a:lnTo>
                <a:lnTo>
                  <a:pt x="17568" y="0"/>
                </a:lnTo>
                <a:close/>
              </a:path>
            </a:pathLst>
          </a:custGeom>
          <a:solidFill>
            <a:srgbClr val="BDD4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6" name="contour_07444"/>
          <p:cNvSpPr/>
          <p:nvPr/>
        </p:nvSpPr>
        <p:spPr>
          <a:xfrm>
            <a:off x="1409669" y="5932425"/>
            <a:ext cx="385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185"/>
                </a:lnTo>
                <a:lnTo>
                  <a:pt x="8408" y="355"/>
                </a:lnTo>
                <a:lnTo>
                  <a:pt x="11188" y="543"/>
                </a:lnTo>
                <a:lnTo>
                  <a:pt x="13335" y="793"/>
                </a:lnTo>
                <a:lnTo>
                  <a:pt x="15094" y="1136"/>
                </a:lnTo>
                <a:lnTo>
                  <a:pt x="16698" y="1608"/>
                </a:lnTo>
                <a:lnTo>
                  <a:pt x="18392" y="2246"/>
                </a:lnTo>
                <a:lnTo>
                  <a:pt x="20408" y="3086"/>
                </a:lnTo>
                <a:lnTo>
                  <a:pt x="20967" y="5169"/>
                </a:lnTo>
                <a:lnTo>
                  <a:pt x="21339" y="7227"/>
                </a:lnTo>
                <a:lnTo>
                  <a:pt x="21543" y="9269"/>
                </a:lnTo>
                <a:lnTo>
                  <a:pt x="21600" y="11300"/>
                </a:lnTo>
                <a:lnTo>
                  <a:pt x="21535" y="13330"/>
                </a:lnTo>
                <a:lnTo>
                  <a:pt x="21363" y="15370"/>
                </a:lnTo>
                <a:lnTo>
                  <a:pt x="21102" y="17422"/>
                </a:lnTo>
                <a:lnTo>
                  <a:pt x="20780" y="19496"/>
                </a:lnTo>
                <a:lnTo>
                  <a:pt x="20408" y="21600"/>
                </a:lnTo>
                <a:lnTo>
                  <a:pt x="17522" y="21600"/>
                </a:lnTo>
                <a:lnTo>
                  <a:pt x="14633" y="21600"/>
                </a:lnTo>
                <a:lnTo>
                  <a:pt x="11735" y="21600"/>
                </a:lnTo>
                <a:lnTo>
                  <a:pt x="8824" y="21600"/>
                </a:lnTo>
                <a:lnTo>
                  <a:pt x="5902" y="21600"/>
                </a:lnTo>
                <a:lnTo>
                  <a:pt x="2963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ECC74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7" name="contour_07445"/>
          <p:cNvSpPr/>
          <p:nvPr/>
        </p:nvSpPr>
        <p:spPr>
          <a:xfrm>
            <a:off x="1030694" y="5917849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3026" y="536"/>
                </a:lnTo>
                <a:lnTo>
                  <a:pt x="4250" y="1071"/>
                </a:lnTo>
                <a:lnTo>
                  <a:pt x="5477" y="1603"/>
                </a:lnTo>
                <a:lnTo>
                  <a:pt x="6703" y="2138"/>
                </a:lnTo>
                <a:lnTo>
                  <a:pt x="7931" y="2674"/>
                </a:lnTo>
                <a:lnTo>
                  <a:pt x="9162" y="3214"/>
                </a:lnTo>
                <a:lnTo>
                  <a:pt x="10393" y="3750"/>
                </a:lnTo>
                <a:lnTo>
                  <a:pt x="11626" y="4285"/>
                </a:lnTo>
                <a:lnTo>
                  <a:pt x="12861" y="4825"/>
                </a:lnTo>
                <a:lnTo>
                  <a:pt x="14099" y="5365"/>
                </a:lnTo>
                <a:lnTo>
                  <a:pt x="15341" y="5910"/>
                </a:lnTo>
                <a:lnTo>
                  <a:pt x="16585" y="6450"/>
                </a:lnTo>
                <a:lnTo>
                  <a:pt x="17833" y="6994"/>
                </a:lnTo>
                <a:lnTo>
                  <a:pt x="19084" y="7543"/>
                </a:lnTo>
                <a:lnTo>
                  <a:pt x="20340" y="8091"/>
                </a:lnTo>
                <a:lnTo>
                  <a:pt x="21600" y="8640"/>
                </a:lnTo>
                <a:lnTo>
                  <a:pt x="21244" y="11206"/>
                </a:lnTo>
                <a:lnTo>
                  <a:pt x="20885" y="13781"/>
                </a:lnTo>
                <a:lnTo>
                  <a:pt x="20527" y="16364"/>
                </a:lnTo>
                <a:lnTo>
                  <a:pt x="20165" y="18969"/>
                </a:lnTo>
                <a:lnTo>
                  <a:pt x="19800" y="21600"/>
                </a:lnTo>
                <a:lnTo>
                  <a:pt x="19291" y="21328"/>
                </a:lnTo>
                <a:lnTo>
                  <a:pt x="17753" y="20503"/>
                </a:lnTo>
                <a:lnTo>
                  <a:pt x="16375" y="19881"/>
                </a:lnTo>
                <a:lnTo>
                  <a:pt x="15046" y="19362"/>
                </a:lnTo>
                <a:lnTo>
                  <a:pt x="13756" y="18948"/>
                </a:lnTo>
                <a:lnTo>
                  <a:pt x="12497" y="18636"/>
                </a:lnTo>
                <a:lnTo>
                  <a:pt x="11264" y="18429"/>
                </a:lnTo>
                <a:lnTo>
                  <a:pt x="10049" y="18330"/>
                </a:lnTo>
                <a:lnTo>
                  <a:pt x="8842" y="18338"/>
                </a:lnTo>
                <a:lnTo>
                  <a:pt x="7636" y="18459"/>
                </a:lnTo>
                <a:lnTo>
                  <a:pt x="6424" y="18693"/>
                </a:lnTo>
                <a:lnTo>
                  <a:pt x="5198" y="19043"/>
                </a:lnTo>
                <a:lnTo>
                  <a:pt x="3951" y="19505"/>
                </a:lnTo>
                <a:lnTo>
                  <a:pt x="2673" y="20084"/>
                </a:lnTo>
                <a:lnTo>
                  <a:pt x="1359" y="20779"/>
                </a:lnTo>
                <a:lnTo>
                  <a:pt x="0" y="21600"/>
                </a:lnTo>
                <a:lnTo>
                  <a:pt x="223" y="18926"/>
                </a:lnTo>
                <a:lnTo>
                  <a:pt x="446" y="16252"/>
                </a:lnTo>
                <a:lnTo>
                  <a:pt x="670" y="13569"/>
                </a:lnTo>
                <a:lnTo>
                  <a:pt x="893" y="10882"/>
                </a:lnTo>
                <a:lnTo>
                  <a:pt x="1118" y="8182"/>
                </a:lnTo>
                <a:lnTo>
                  <a:pt x="1345" y="5469"/>
                </a:lnTo>
                <a:lnTo>
                  <a:pt x="1571" y="2743"/>
                </a:lnTo>
                <a:lnTo>
                  <a:pt x="1800" y="0"/>
                </a:lnTo>
                <a:close/>
              </a:path>
            </a:pathLst>
          </a:custGeom>
          <a:solidFill>
            <a:srgbClr val="282A29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8" name="contour_07446"/>
          <p:cNvSpPr/>
          <p:nvPr/>
        </p:nvSpPr>
        <p:spPr>
          <a:xfrm>
            <a:off x="1868813" y="5881409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790" y="0"/>
                </a:lnTo>
                <a:lnTo>
                  <a:pt x="12000" y="0"/>
                </a:lnTo>
                <a:lnTo>
                  <a:pt x="11832" y="1097"/>
                </a:lnTo>
                <a:lnTo>
                  <a:pt x="11662" y="2210"/>
                </a:lnTo>
                <a:lnTo>
                  <a:pt x="11542" y="3700"/>
                </a:lnTo>
                <a:lnTo>
                  <a:pt x="11470" y="5128"/>
                </a:lnTo>
                <a:lnTo>
                  <a:pt x="11460" y="6523"/>
                </a:lnTo>
                <a:lnTo>
                  <a:pt x="11534" y="7914"/>
                </a:lnTo>
                <a:lnTo>
                  <a:pt x="11710" y="9331"/>
                </a:lnTo>
                <a:lnTo>
                  <a:pt x="12000" y="10800"/>
                </a:lnTo>
                <a:lnTo>
                  <a:pt x="13250" y="11703"/>
                </a:lnTo>
                <a:lnTo>
                  <a:pt x="14530" y="12478"/>
                </a:lnTo>
                <a:lnTo>
                  <a:pt x="15842" y="13146"/>
                </a:lnTo>
                <a:lnTo>
                  <a:pt x="17198" y="13722"/>
                </a:lnTo>
                <a:lnTo>
                  <a:pt x="18605" y="14230"/>
                </a:lnTo>
                <a:lnTo>
                  <a:pt x="20069" y="14690"/>
                </a:lnTo>
                <a:lnTo>
                  <a:pt x="21600" y="15120"/>
                </a:lnTo>
                <a:lnTo>
                  <a:pt x="21125" y="16403"/>
                </a:lnTo>
                <a:lnTo>
                  <a:pt x="20647" y="17690"/>
                </a:lnTo>
                <a:lnTo>
                  <a:pt x="20170" y="18982"/>
                </a:lnTo>
                <a:lnTo>
                  <a:pt x="19687" y="20285"/>
                </a:lnTo>
                <a:lnTo>
                  <a:pt x="19200" y="21600"/>
                </a:lnTo>
                <a:lnTo>
                  <a:pt x="17328" y="21315"/>
                </a:lnTo>
                <a:lnTo>
                  <a:pt x="15590" y="20956"/>
                </a:lnTo>
                <a:lnTo>
                  <a:pt x="13973" y="20524"/>
                </a:lnTo>
                <a:lnTo>
                  <a:pt x="12463" y="20021"/>
                </a:lnTo>
                <a:lnTo>
                  <a:pt x="11047" y="19442"/>
                </a:lnTo>
                <a:lnTo>
                  <a:pt x="9706" y="18788"/>
                </a:lnTo>
                <a:lnTo>
                  <a:pt x="8426" y="18060"/>
                </a:lnTo>
                <a:lnTo>
                  <a:pt x="7198" y="17256"/>
                </a:lnTo>
                <a:lnTo>
                  <a:pt x="6000" y="16375"/>
                </a:lnTo>
                <a:lnTo>
                  <a:pt x="4822" y="15416"/>
                </a:lnTo>
                <a:lnTo>
                  <a:pt x="3646" y="14379"/>
                </a:lnTo>
                <a:lnTo>
                  <a:pt x="2460" y="13267"/>
                </a:lnTo>
                <a:lnTo>
                  <a:pt x="1250" y="12072"/>
                </a:lnTo>
                <a:lnTo>
                  <a:pt x="0" y="10800"/>
                </a:lnTo>
                <a:lnTo>
                  <a:pt x="1255" y="10083"/>
                </a:lnTo>
                <a:lnTo>
                  <a:pt x="2174" y="9618"/>
                </a:lnTo>
                <a:lnTo>
                  <a:pt x="3206" y="9206"/>
                </a:lnTo>
                <a:lnTo>
                  <a:pt x="4800" y="8640"/>
                </a:lnTo>
                <a:lnTo>
                  <a:pt x="5988" y="9176"/>
                </a:lnTo>
                <a:lnTo>
                  <a:pt x="7183" y="9711"/>
                </a:lnTo>
                <a:lnTo>
                  <a:pt x="8383" y="10254"/>
                </a:lnTo>
                <a:lnTo>
                  <a:pt x="9600" y="10800"/>
                </a:lnTo>
                <a:lnTo>
                  <a:pt x="9600" y="9273"/>
                </a:lnTo>
                <a:lnTo>
                  <a:pt x="9600" y="7744"/>
                </a:lnTo>
                <a:lnTo>
                  <a:pt x="9600" y="6210"/>
                </a:lnTo>
                <a:lnTo>
                  <a:pt x="9600" y="4670"/>
                </a:lnTo>
                <a:lnTo>
                  <a:pt x="9600" y="3123"/>
                </a:lnTo>
                <a:lnTo>
                  <a:pt x="9600" y="1568"/>
                </a:lnTo>
                <a:lnTo>
                  <a:pt x="9600" y="0"/>
                </a:lnTo>
                <a:close/>
              </a:path>
            </a:pathLst>
          </a:custGeom>
          <a:solidFill>
            <a:srgbClr val="444446"/>
          </a:solidFill>
          <a:ln>
            <a:noFill/>
          </a:ln>
        </p:spPr>
        <p:txBody>
          <a:bodyPr/>
          <a:lstStyle/>
          <a:p/>
        </p:txBody>
      </p:sp>
      <p:sp>
        <p:nvSpPr>
          <p:cNvPr id="7449" name="contour_07447"/>
          <p:cNvSpPr/>
          <p:nvPr/>
        </p:nvSpPr>
        <p:spPr>
          <a:xfrm>
            <a:off x="10373899" y="5844969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231"/>
                </a:lnTo>
                <a:lnTo>
                  <a:pt x="3666" y="467"/>
                </a:lnTo>
                <a:lnTo>
                  <a:pt x="5499" y="706"/>
                </a:lnTo>
                <a:lnTo>
                  <a:pt x="7329" y="946"/>
                </a:lnTo>
                <a:lnTo>
                  <a:pt x="8353" y="1078"/>
                </a:lnTo>
                <a:lnTo>
                  <a:pt x="11451" y="1477"/>
                </a:lnTo>
                <a:lnTo>
                  <a:pt x="12442" y="1648"/>
                </a:lnTo>
                <a:lnTo>
                  <a:pt x="15429" y="2160"/>
                </a:lnTo>
                <a:lnTo>
                  <a:pt x="17295" y="2462"/>
                </a:lnTo>
                <a:lnTo>
                  <a:pt x="19190" y="2767"/>
                </a:lnTo>
                <a:lnTo>
                  <a:pt x="19789" y="3154"/>
                </a:lnTo>
                <a:lnTo>
                  <a:pt x="21600" y="4320"/>
                </a:lnTo>
                <a:lnTo>
                  <a:pt x="21285" y="5856"/>
                </a:lnTo>
                <a:lnTo>
                  <a:pt x="20924" y="7327"/>
                </a:lnTo>
                <a:lnTo>
                  <a:pt x="20514" y="8761"/>
                </a:lnTo>
                <a:lnTo>
                  <a:pt x="20045" y="10182"/>
                </a:lnTo>
                <a:lnTo>
                  <a:pt x="19508" y="11619"/>
                </a:lnTo>
                <a:lnTo>
                  <a:pt x="18900" y="13094"/>
                </a:lnTo>
                <a:lnTo>
                  <a:pt x="18416" y="14321"/>
                </a:lnTo>
                <a:lnTo>
                  <a:pt x="17925" y="15563"/>
                </a:lnTo>
                <a:lnTo>
                  <a:pt x="17437" y="16772"/>
                </a:lnTo>
                <a:lnTo>
                  <a:pt x="16944" y="17980"/>
                </a:lnTo>
                <a:lnTo>
                  <a:pt x="16441" y="19187"/>
                </a:lnTo>
                <a:lnTo>
                  <a:pt x="15938" y="20395"/>
                </a:lnTo>
                <a:lnTo>
                  <a:pt x="15429" y="21600"/>
                </a:lnTo>
                <a:lnTo>
                  <a:pt x="13596" y="21172"/>
                </a:lnTo>
                <a:lnTo>
                  <a:pt x="11757" y="20742"/>
                </a:lnTo>
                <a:lnTo>
                  <a:pt x="9911" y="20313"/>
                </a:lnTo>
                <a:lnTo>
                  <a:pt x="8051" y="19878"/>
                </a:lnTo>
                <a:lnTo>
                  <a:pt x="6171" y="19440"/>
                </a:lnTo>
                <a:lnTo>
                  <a:pt x="6511" y="18014"/>
                </a:lnTo>
                <a:lnTo>
                  <a:pt x="6850" y="16587"/>
                </a:lnTo>
                <a:lnTo>
                  <a:pt x="7190" y="15159"/>
                </a:lnTo>
                <a:lnTo>
                  <a:pt x="7532" y="13727"/>
                </a:lnTo>
                <a:lnTo>
                  <a:pt x="7875" y="12290"/>
                </a:lnTo>
                <a:lnTo>
                  <a:pt x="8217" y="10848"/>
                </a:lnTo>
                <a:lnTo>
                  <a:pt x="8563" y="9400"/>
                </a:lnTo>
                <a:lnTo>
                  <a:pt x="8908" y="7944"/>
                </a:lnTo>
                <a:lnTo>
                  <a:pt x="9257" y="6480"/>
                </a:lnTo>
                <a:lnTo>
                  <a:pt x="7727" y="6212"/>
                </a:lnTo>
                <a:lnTo>
                  <a:pt x="6190" y="5944"/>
                </a:lnTo>
                <a:lnTo>
                  <a:pt x="4629" y="5670"/>
                </a:lnTo>
                <a:lnTo>
                  <a:pt x="3098" y="5225"/>
                </a:lnTo>
                <a:lnTo>
                  <a:pt x="1561" y="4774"/>
                </a:lnTo>
                <a:lnTo>
                  <a:pt x="0" y="4320"/>
                </a:lnTo>
                <a:lnTo>
                  <a:pt x="0" y="2892"/>
                </a:lnTo>
                <a:lnTo>
                  <a:pt x="0" y="1456"/>
                </a:lnTo>
                <a:lnTo>
                  <a:pt x="0" y="0"/>
                </a:lnTo>
                <a:close/>
              </a:path>
            </a:pathLst>
          </a:custGeom>
          <a:solidFill>
            <a:srgbClr val="FC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0" name="contour_07448"/>
          <p:cNvSpPr/>
          <p:nvPr/>
        </p:nvSpPr>
        <p:spPr>
          <a:xfrm>
            <a:off x="9884320" y="5801409"/>
            <a:ext cx="60396" cy="50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93" y="1306"/>
                </a:moveTo>
                <a:lnTo>
                  <a:pt x="17500" y="2347"/>
                </a:lnTo>
                <a:lnTo>
                  <a:pt x="18540" y="3170"/>
                </a:lnTo>
                <a:lnTo>
                  <a:pt x="19338" y="4214"/>
                </a:lnTo>
                <a:lnTo>
                  <a:pt x="20312" y="5901"/>
                </a:lnTo>
                <a:lnTo>
                  <a:pt x="21034" y="8817"/>
                </a:lnTo>
                <a:lnTo>
                  <a:pt x="21449" y="10767"/>
                </a:lnTo>
                <a:lnTo>
                  <a:pt x="21600" y="12213"/>
                </a:lnTo>
                <a:lnTo>
                  <a:pt x="21537" y="13606"/>
                </a:lnTo>
                <a:lnTo>
                  <a:pt x="21311" y="15408"/>
                </a:lnTo>
                <a:lnTo>
                  <a:pt x="20002" y="16606"/>
                </a:lnTo>
                <a:lnTo>
                  <a:pt x="19025" y="17328"/>
                </a:lnTo>
                <a:lnTo>
                  <a:pt x="17886" y="17863"/>
                </a:lnTo>
                <a:lnTo>
                  <a:pt x="16098" y="18504"/>
                </a:lnTo>
                <a:lnTo>
                  <a:pt x="14372" y="18148"/>
                </a:lnTo>
                <a:lnTo>
                  <a:pt x="12681" y="17724"/>
                </a:lnTo>
                <a:lnTo>
                  <a:pt x="11005" y="17244"/>
                </a:lnTo>
                <a:lnTo>
                  <a:pt x="9339" y="16721"/>
                </a:lnTo>
                <a:lnTo>
                  <a:pt x="7671" y="16164"/>
                </a:lnTo>
                <a:lnTo>
                  <a:pt x="5987" y="15588"/>
                </a:lnTo>
                <a:lnTo>
                  <a:pt x="4535" y="15501"/>
                </a:lnTo>
                <a:lnTo>
                  <a:pt x="3065" y="15408"/>
                </a:lnTo>
                <a:lnTo>
                  <a:pt x="2067" y="17198"/>
                </a:lnTo>
                <a:lnTo>
                  <a:pt x="1465" y="18439"/>
                </a:lnTo>
                <a:lnTo>
                  <a:pt x="1009" y="19715"/>
                </a:lnTo>
                <a:lnTo>
                  <a:pt x="459" y="21600"/>
                </a:lnTo>
                <a:lnTo>
                  <a:pt x="227" y="17541"/>
                </a:lnTo>
                <a:lnTo>
                  <a:pt x="70" y="14328"/>
                </a:lnTo>
                <a:lnTo>
                  <a:pt x="0" y="11798"/>
                </a:lnTo>
                <a:lnTo>
                  <a:pt x="34" y="9786"/>
                </a:lnTo>
                <a:lnTo>
                  <a:pt x="182" y="8136"/>
                </a:lnTo>
                <a:lnTo>
                  <a:pt x="464" y="6681"/>
                </a:lnTo>
                <a:lnTo>
                  <a:pt x="894" y="5257"/>
                </a:lnTo>
                <a:lnTo>
                  <a:pt x="1486" y="3706"/>
                </a:lnTo>
                <a:lnTo>
                  <a:pt x="2252" y="1864"/>
                </a:lnTo>
                <a:lnTo>
                  <a:pt x="4017" y="991"/>
                </a:lnTo>
                <a:lnTo>
                  <a:pt x="5690" y="412"/>
                </a:lnTo>
                <a:lnTo>
                  <a:pt x="7311" y="90"/>
                </a:lnTo>
                <a:lnTo>
                  <a:pt x="8912" y="0"/>
                </a:lnTo>
                <a:lnTo>
                  <a:pt x="10525" y="108"/>
                </a:lnTo>
                <a:lnTo>
                  <a:pt x="12185" y="384"/>
                </a:lnTo>
                <a:lnTo>
                  <a:pt x="13932" y="793"/>
                </a:lnTo>
                <a:lnTo>
                  <a:pt x="15793" y="1306"/>
                </a:lnTo>
                <a:close/>
              </a:path>
            </a:pathLst>
          </a:custGeom>
          <a:solidFill>
            <a:srgbClr val="C6C1C4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1" name="contour_07449"/>
          <p:cNvSpPr/>
          <p:nvPr/>
        </p:nvSpPr>
        <p:spPr>
          <a:xfrm>
            <a:off x="10213563" y="5756303"/>
            <a:ext cx="94744" cy="38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1"/>
                </a:moveTo>
                <a:lnTo>
                  <a:pt x="1261" y="469"/>
                </a:lnTo>
                <a:lnTo>
                  <a:pt x="2492" y="291"/>
                </a:lnTo>
                <a:lnTo>
                  <a:pt x="3695" y="146"/>
                </a:lnTo>
                <a:lnTo>
                  <a:pt x="4875" y="44"/>
                </a:lnTo>
                <a:lnTo>
                  <a:pt x="6033" y="0"/>
                </a:lnTo>
                <a:lnTo>
                  <a:pt x="7173" y="20"/>
                </a:lnTo>
                <a:lnTo>
                  <a:pt x="8294" y="117"/>
                </a:lnTo>
                <a:lnTo>
                  <a:pt x="9401" y="299"/>
                </a:lnTo>
                <a:lnTo>
                  <a:pt x="10498" y="582"/>
                </a:lnTo>
                <a:lnTo>
                  <a:pt x="11583" y="975"/>
                </a:lnTo>
                <a:lnTo>
                  <a:pt x="12663" y="1488"/>
                </a:lnTo>
                <a:lnTo>
                  <a:pt x="13739" y="2131"/>
                </a:lnTo>
                <a:lnTo>
                  <a:pt x="14813" y="2916"/>
                </a:lnTo>
                <a:lnTo>
                  <a:pt x="15889" y="3858"/>
                </a:lnTo>
                <a:lnTo>
                  <a:pt x="16968" y="4958"/>
                </a:lnTo>
                <a:lnTo>
                  <a:pt x="18053" y="6236"/>
                </a:lnTo>
                <a:lnTo>
                  <a:pt x="19146" y="7700"/>
                </a:lnTo>
                <a:lnTo>
                  <a:pt x="20251" y="9358"/>
                </a:lnTo>
                <a:lnTo>
                  <a:pt x="20909" y="11105"/>
                </a:lnTo>
                <a:lnTo>
                  <a:pt x="21309" y="12577"/>
                </a:lnTo>
                <a:lnTo>
                  <a:pt x="21514" y="14329"/>
                </a:lnTo>
                <a:lnTo>
                  <a:pt x="21590" y="16917"/>
                </a:lnTo>
                <a:lnTo>
                  <a:pt x="21600" y="20892"/>
                </a:lnTo>
                <a:lnTo>
                  <a:pt x="20483" y="21111"/>
                </a:lnTo>
                <a:lnTo>
                  <a:pt x="19372" y="21301"/>
                </a:lnTo>
                <a:lnTo>
                  <a:pt x="18265" y="21454"/>
                </a:lnTo>
                <a:lnTo>
                  <a:pt x="17160" y="21560"/>
                </a:lnTo>
                <a:lnTo>
                  <a:pt x="16059" y="21600"/>
                </a:lnTo>
                <a:lnTo>
                  <a:pt x="14956" y="21564"/>
                </a:lnTo>
                <a:lnTo>
                  <a:pt x="13852" y="21446"/>
                </a:lnTo>
                <a:lnTo>
                  <a:pt x="12744" y="21224"/>
                </a:lnTo>
                <a:lnTo>
                  <a:pt x="11631" y="20892"/>
                </a:lnTo>
                <a:lnTo>
                  <a:pt x="11485" y="19825"/>
                </a:lnTo>
                <a:lnTo>
                  <a:pt x="11325" y="18660"/>
                </a:lnTo>
                <a:lnTo>
                  <a:pt x="11072" y="16816"/>
                </a:lnTo>
                <a:lnTo>
                  <a:pt x="10647" y="13710"/>
                </a:lnTo>
                <a:lnTo>
                  <a:pt x="9969" y="8760"/>
                </a:lnTo>
                <a:lnTo>
                  <a:pt x="8856" y="8428"/>
                </a:lnTo>
                <a:lnTo>
                  <a:pt x="7748" y="8206"/>
                </a:lnTo>
                <a:lnTo>
                  <a:pt x="6644" y="8088"/>
                </a:lnTo>
                <a:lnTo>
                  <a:pt x="5541" y="8052"/>
                </a:lnTo>
                <a:lnTo>
                  <a:pt x="4440" y="8092"/>
                </a:lnTo>
                <a:lnTo>
                  <a:pt x="3335" y="8198"/>
                </a:lnTo>
                <a:lnTo>
                  <a:pt x="2228" y="8351"/>
                </a:lnTo>
                <a:lnTo>
                  <a:pt x="1117" y="8541"/>
                </a:lnTo>
                <a:lnTo>
                  <a:pt x="0" y="8760"/>
                </a:lnTo>
                <a:lnTo>
                  <a:pt x="0" y="6087"/>
                </a:lnTo>
                <a:lnTo>
                  <a:pt x="0" y="3397"/>
                </a:lnTo>
                <a:lnTo>
                  <a:pt x="0" y="671"/>
                </a:lnTo>
                <a:close/>
              </a:path>
            </a:pathLst>
          </a:custGeom>
          <a:solidFill>
            <a:srgbClr val="4B4A47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2" name="contour_07450"/>
          <p:cNvSpPr/>
          <p:nvPr/>
        </p:nvSpPr>
        <p:spPr>
          <a:xfrm>
            <a:off x="5532100" y="5728361"/>
            <a:ext cx="75453" cy="67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6" y="0"/>
                </a:moveTo>
                <a:lnTo>
                  <a:pt x="2116" y="0"/>
                </a:lnTo>
                <a:lnTo>
                  <a:pt x="3503" y="0"/>
                </a:lnTo>
                <a:lnTo>
                  <a:pt x="4909" y="0"/>
                </a:lnTo>
                <a:lnTo>
                  <a:pt x="4728" y="1229"/>
                </a:lnTo>
                <a:lnTo>
                  <a:pt x="4542" y="2480"/>
                </a:lnTo>
                <a:lnTo>
                  <a:pt x="4411" y="4105"/>
                </a:lnTo>
                <a:lnTo>
                  <a:pt x="4327" y="5641"/>
                </a:lnTo>
                <a:lnTo>
                  <a:pt x="4315" y="7127"/>
                </a:lnTo>
                <a:lnTo>
                  <a:pt x="4394" y="8610"/>
                </a:lnTo>
                <a:lnTo>
                  <a:pt x="4584" y="10122"/>
                </a:lnTo>
                <a:lnTo>
                  <a:pt x="4909" y="11707"/>
                </a:lnTo>
                <a:lnTo>
                  <a:pt x="6182" y="12267"/>
                </a:lnTo>
                <a:lnTo>
                  <a:pt x="7427" y="12674"/>
                </a:lnTo>
                <a:lnTo>
                  <a:pt x="8671" y="12965"/>
                </a:lnTo>
                <a:lnTo>
                  <a:pt x="9935" y="13171"/>
                </a:lnTo>
                <a:lnTo>
                  <a:pt x="11237" y="13330"/>
                </a:lnTo>
                <a:lnTo>
                  <a:pt x="12604" y="13473"/>
                </a:lnTo>
                <a:lnTo>
                  <a:pt x="14154" y="13911"/>
                </a:lnTo>
                <a:lnTo>
                  <a:pt x="15491" y="14517"/>
                </a:lnTo>
                <a:lnTo>
                  <a:pt x="16664" y="15280"/>
                </a:lnTo>
                <a:lnTo>
                  <a:pt x="17715" y="16189"/>
                </a:lnTo>
                <a:lnTo>
                  <a:pt x="18690" y="17233"/>
                </a:lnTo>
                <a:lnTo>
                  <a:pt x="19633" y="18404"/>
                </a:lnTo>
                <a:lnTo>
                  <a:pt x="20588" y="19687"/>
                </a:lnTo>
                <a:lnTo>
                  <a:pt x="21600" y="21073"/>
                </a:lnTo>
                <a:lnTo>
                  <a:pt x="18831" y="21258"/>
                </a:lnTo>
                <a:lnTo>
                  <a:pt x="16447" y="21408"/>
                </a:lnTo>
                <a:lnTo>
                  <a:pt x="14400" y="21520"/>
                </a:lnTo>
                <a:lnTo>
                  <a:pt x="12652" y="21586"/>
                </a:lnTo>
                <a:lnTo>
                  <a:pt x="11156" y="21600"/>
                </a:lnTo>
                <a:lnTo>
                  <a:pt x="9875" y="21558"/>
                </a:lnTo>
                <a:lnTo>
                  <a:pt x="8763" y="21455"/>
                </a:lnTo>
                <a:lnTo>
                  <a:pt x="7778" y="21284"/>
                </a:lnTo>
                <a:lnTo>
                  <a:pt x="6877" y="21038"/>
                </a:lnTo>
                <a:lnTo>
                  <a:pt x="6017" y="20715"/>
                </a:lnTo>
                <a:lnTo>
                  <a:pt x="5160" y="20308"/>
                </a:lnTo>
                <a:lnTo>
                  <a:pt x="4258" y="19809"/>
                </a:lnTo>
                <a:lnTo>
                  <a:pt x="3269" y="19216"/>
                </a:lnTo>
                <a:lnTo>
                  <a:pt x="2155" y="18521"/>
                </a:lnTo>
                <a:lnTo>
                  <a:pt x="1415" y="17212"/>
                </a:lnTo>
                <a:lnTo>
                  <a:pt x="851" y="15814"/>
                </a:lnTo>
                <a:lnTo>
                  <a:pt x="449" y="14337"/>
                </a:lnTo>
                <a:lnTo>
                  <a:pt x="186" y="12801"/>
                </a:lnTo>
                <a:lnTo>
                  <a:pt x="42" y="11213"/>
                </a:lnTo>
                <a:lnTo>
                  <a:pt x="0" y="9595"/>
                </a:lnTo>
                <a:lnTo>
                  <a:pt x="35" y="7959"/>
                </a:lnTo>
                <a:lnTo>
                  <a:pt x="134" y="6317"/>
                </a:lnTo>
                <a:lnTo>
                  <a:pt x="273" y="4685"/>
                </a:lnTo>
                <a:lnTo>
                  <a:pt x="432" y="3081"/>
                </a:lnTo>
                <a:lnTo>
                  <a:pt x="593" y="1513"/>
                </a:lnTo>
                <a:lnTo>
                  <a:pt x="736" y="0"/>
                </a:lnTo>
                <a:close/>
              </a:path>
            </a:pathLst>
          </a:custGeom>
          <a:solidFill>
            <a:srgbClr val="52585E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3" name="contour_07451"/>
          <p:cNvSpPr/>
          <p:nvPr/>
        </p:nvSpPr>
        <p:spPr>
          <a:xfrm>
            <a:off x="4055210" y="5742937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220" y="346"/>
                </a:lnTo>
                <a:lnTo>
                  <a:pt x="4487" y="696"/>
                </a:lnTo>
                <a:lnTo>
                  <a:pt x="5769" y="1051"/>
                </a:lnTo>
                <a:lnTo>
                  <a:pt x="6299" y="1198"/>
                </a:lnTo>
                <a:lnTo>
                  <a:pt x="7908" y="1642"/>
                </a:lnTo>
                <a:lnTo>
                  <a:pt x="9043" y="2117"/>
                </a:lnTo>
                <a:lnTo>
                  <a:pt x="9824" y="2606"/>
                </a:lnTo>
                <a:lnTo>
                  <a:pt x="10617" y="3401"/>
                </a:lnTo>
                <a:lnTo>
                  <a:pt x="11782" y="4800"/>
                </a:lnTo>
                <a:lnTo>
                  <a:pt x="11876" y="6482"/>
                </a:lnTo>
                <a:lnTo>
                  <a:pt x="11929" y="7706"/>
                </a:lnTo>
                <a:lnTo>
                  <a:pt x="11947" y="8825"/>
                </a:lnTo>
                <a:lnTo>
                  <a:pt x="11937" y="10188"/>
                </a:lnTo>
                <a:lnTo>
                  <a:pt x="11904" y="12149"/>
                </a:lnTo>
                <a:lnTo>
                  <a:pt x="11886" y="13466"/>
                </a:lnTo>
                <a:lnTo>
                  <a:pt x="11868" y="14791"/>
                </a:lnTo>
                <a:lnTo>
                  <a:pt x="11851" y="16135"/>
                </a:lnTo>
                <a:lnTo>
                  <a:pt x="11817" y="17657"/>
                </a:lnTo>
                <a:lnTo>
                  <a:pt x="11782" y="19200"/>
                </a:lnTo>
                <a:lnTo>
                  <a:pt x="13170" y="19200"/>
                </a:lnTo>
                <a:lnTo>
                  <a:pt x="14560" y="19200"/>
                </a:lnTo>
                <a:lnTo>
                  <a:pt x="15955" y="19200"/>
                </a:lnTo>
                <a:lnTo>
                  <a:pt x="17355" y="19200"/>
                </a:lnTo>
                <a:lnTo>
                  <a:pt x="18761" y="19200"/>
                </a:lnTo>
                <a:lnTo>
                  <a:pt x="20174" y="19200"/>
                </a:lnTo>
                <a:lnTo>
                  <a:pt x="21600" y="19200"/>
                </a:lnTo>
                <a:lnTo>
                  <a:pt x="21600" y="20390"/>
                </a:lnTo>
                <a:lnTo>
                  <a:pt x="21600" y="21600"/>
                </a:lnTo>
                <a:lnTo>
                  <a:pt x="20239" y="21600"/>
                </a:lnTo>
                <a:lnTo>
                  <a:pt x="18876" y="21600"/>
                </a:lnTo>
                <a:lnTo>
                  <a:pt x="17514" y="21600"/>
                </a:lnTo>
                <a:lnTo>
                  <a:pt x="16149" y="21600"/>
                </a:lnTo>
                <a:lnTo>
                  <a:pt x="14778" y="21600"/>
                </a:lnTo>
                <a:lnTo>
                  <a:pt x="13406" y="21600"/>
                </a:lnTo>
                <a:lnTo>
                  <a:pt x="12027" y="21600"/>
                </a:lnTo>
                <a:lnTo>
                  <a:pt x="10643" y="21600"/>
                </a:lnTo>
                <a:lnTo>
                  <a:pt x="9253" y="21600"/>
                </a:lnTo>
                <a:lnTo>
                  <a:pt x="7855" y="21600"/>
                </a:lnTo>
                <a:lnTo>
                  <a:pt x="8243" y="20174"/>
                </a:lnTo>
                <a:lnTo>
                  <a:pt x="8634" y="18744"/>
                </a:lnTo>
                <a:lnTo>
                  <a:pt x="9025" y="17309"/>
                </a:lnTo>
                <a:lnTo>
                  <a:pt x="9420" y="15862"/>
                </a:lnTo>
                <a:lnTo>
                  <a:pt x="9818" y="14400"/>
                </a:lnTo>
                <a:lnTo>
                  <a:pt x="9268" y="14131"/>
                </a:lnTo>
                <a:lnTo>
                  <a:pt x="8754" y="13879"/>
                </a:lnTo>
                <a:lnTo>
                  <a:pt x="8161" y="13591"/>
                </a:lnTo>
                <a:lnTo>
                  <a:pt x="7375" y="13207"/>
                </a:lnTo>
                <a:lnTo>
                  <a:pt x="6282" y="12672"/>
                </a:lnTo>
                <a:lnTo>
                  <a:pt x="4766" y="11930"/>
                </a:lnTo>
                <a:lnTo>
                  <a:pt x="2710" y="10925"/>
                </a:lnTo>
                <a:lnTo>
                  <a:pt x="0" y="9600"/>
                </a:lnTo>
                <a:lnTo>
                  <a:pt x="324" y="8016"/>
                </a:lnTo>
                <a:lnTo>
                  <a:pt x="648" y="6430"/>
                </a:lnTo>
                <a:lnTo>
                  <a:pt x="974" y="4836"/>
                </a:lnTo>
                <a:lnTo>
                  <a:pt x="1302" y="3235"/>
                </a:lnTo>
                <a:lnTo>
                  <a:pt x="1632" y="1625"/>
                </a:lnTo>
                <a:lnTo>
                  <a:pt x="1964" y="0"/>
                </a:lnTo>
                <a:close/>
              </a:path>
            </a:pathLst>
          </a:custGeom>
          <a:solidFill>
            <a:srgbClr val="847458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4" name="contour_07452"/>
          <p:cNvSpPr/>
          <p:nvPr/>
        </p:nvSpPr>
        <p:spPr>
          <a:xfrm>
            <a:off x="1905252" y="5684633"/>
            <a:ext cx="8016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130" y="0"/>
                </a:lnTo>
                <a:lnTo>
                  <a:pt x="4300" y="0"/>
                </a:lnTo>
                <a:lnTo>
                  <a:pt x="5475" y="0"/>
                </a:lnTo>
                <a:lnTo>
                  <a:pt x="6659" y="0"/>
                </a:lnTo>
                <a:lnTo>
                  <a:pt x="7855" y="0"/>
                </a:lnTo>
                <a:lnTo>
                  <a:pt x="8744" y="902"/>
                </a:lnTo>
                <a:lnTo>
                  <a:pt x="9245" y="1579"/>
                </a:lnTo>
                <a:lnTo>
                  <a:pt x="9541" y="2365"/>
                </a:lnTo>
                <a:lnTo>
                  <a:pt x="9818" y="3600"/>
                </a:lnTo>
                <a:lnTo>
                  <a:pt x="9268" y="4752"/>
                </a:lnTo>
                <a:lnTo>
                  <a:pt x="8846" y="5573"/>
                </a:lnTo>
                <a:lnTo>
                  <a:pt x="8418" y="6291"/>
                </a:lnTo>
                <a:lnTo>
                  <a:pt x="7845" y="7133"/>
                </a:lnTo>
                <a:lnTo>
                  <a:pt x="6994" y="8325"/>
                </a:lnTo>
                <a:lnTo>
                  <a:pt x="6431" y="9130"/>
                </a:lnTo>
                <a:lnTo>
                  <a:pt x="5861" y="9938"/>
                </a:lnTo>
                <a:lnTo>
                  <a:pt x="5284" y="10759"/>
                </a:lnTo>
                <a:lnTo>
                  <a:pt x="4611" y="11671"/>
                </a:lnTo>
                <a:lnTo>
                  <a:pt x="3927" y="12600"/>
                </a:lnTo>
                <a:lnTo>
                  <a:pt x="5094" y="12244"/>
                </a:lnTo>
                <a:lnTo>
                  <a:pt x="6264" y="11885"/>
                </a:lnTo>
                <a:lnTo>
                  <a:pt x="7438" y="11527"/>
                </a:lnTo>
                <a:lnTo>
                  <a:pt x="8622" y="11165"/>
                </a:lnTo>
                <a:lnTo>
                  <a:pt x="9818" y="10800"/>
                </a:lnTo>
                <a:lnTo>
                  <a:pt x="9818" y="11990"/>
                </a:lnTo>
                <a:lnTo>
                  <a:pt x="9818" y="13187"/>
                </a:lnTo>
                <a:lnTo>
                  <a:pt x="9818" y="14400"/>
                </a:lnTo>
                <a:lnTo>
                  <a:pt x="11114" y="14400"/>
                </a:lnTo>
                <a:lnTo>
                  <a:pt x="12412" y="14400"/>
                </a:lnTo>
                <a:lnTo>
                  <a:pt x="13710" y="14400"/>
                </a:lnTo>
                <a:lnTo>
                  <a:pt x="15012" y="14400"/>
                </a:lnTo>
                <a:lnTo>
                  <a:pt x="16318" y="14400"/>
                </a:lnTo>
                <a:lnTo>
                  <a:pt x="17630" y="14400"/>
                </a:lnTo>
                <a:lnTo>
                  <a:pt x="18945" y="14400"/>
                </a:lnTo>
                <a:lnTo>
                  <a:pt x="20269" y="14400"/>
                </a:lnTo>
                <a:lnTo>
                  <a:pt x="21600" y="14400"/>
                </a:lnTo>
                <a:lnTo>
                  <a:pt x="21600" y="15293"/>
                </a:lnTo>
                <a:lnTo>
                  <a:pt x="21600" y="16200"/>
                </a:lnTo>
                <a:lnTo>
                  <a:pt x="20534" y="16137"/>
                </a:lnTo>
                <a:lnTo>
                  <a:pt x="19460" y="16074"/>
                </a:lnTo>
                <a:lnTo>
                  <a:pt x="18370" y="16011"/>
                </a:lnTo>
                <a:lnTo>
                  <a:pt x="17306" y="15973"/>
                </a:lnTo>
                <a:lnTo>
                  <a:pt x="16243" y="15935"/>
                </a:lnTo>
                <a:lnTo>
                  <a:pt x="15179" y="15898"/>
                </a:lnTo>
                <a:lnTo>
                  <a:pt x="14115" y="15862"/>
                </a:lnTo>
                <a:lnTo>
                  <a:pt x="13062" y="15793"/>
                </a:lnTo>
                <a:lnTo>
                  <a:pt x="11992" y="15725"/>
                </a:lnTo>
                <a:lnTo>
                  <a:pt x="10939" y="15703"/>
                </a:lnTo>
                <a:lnTo>
                  <a:pt x="10097" y="15718"/>
                </a:lnTo>
                <a:lnTo>
                  <a:pt x="9170" y="15790"/>
                </a:lnTo>
                <a:lnTo>
                  <a:pt x="7864" y="15943"/>
                </a:lnTo>
                <a:lnTo>
                  <a:pt x="5891" y="16200"/>
                </a:lnTo>
                <a:lnTo>
                  <a:pt x="4919" y="17091"/>
                </a:lnTo>
                <a:lnTo>
                  <a:pt x="3945" y="17984"/>
                </a:lnTo>
                <a:lnTo>
                  <a:pt x="2967" y="18880"/>
                </a:lnTo>
                <a:lnTo>
                  <a:pt x="1985" y="19780"/>
                </a:lnTo>
                <a:lnTo>
                  <a:pt x="998" y="20686"/>
                </a:lnTo>
                <a:lnTo>
                  <a:pt x="0" y="21600"/>
                </a:lnTo>
                <a:lnTo>
                  <a:pt x="114" y="20342"/>
                </a:lnTo>
                <a:lnTo>
                  <a:pt x="228" y="19084"/>
                </a:lnTo>
                <a:lnTo>
                  <a:pt x="344" y="17825"/>
                </a:lnTo>
                <a:lnTo>
                  <a:pt x="458" y="16565"/>
                </a:lnTo>
                <a:lnTo>
                  <a:pt x="571" y="15305"/>
                </a:lnTo>
                <a:lnTo>
                  <a:pt x="687" y="14044"/>
                </a:lnTo>
                <a:lnTo>
                  <a:pt x="801" y="12780"/>
                </a:lnTo>
                <a:lnTo>
                  <a:pt x="917" y="11515"/>
                </a:lnTo>
                <a:lnTo>
                  <a:pt x="1033" y="10247"/>
                </a:lnTo>
                <a:lnTo>
                  <a:pt x="1147" y="8977"/>
                </a:lnTo>
                <a:lnTo>
                  <a:pt x="1263" y="7704"/>
                </a:lnTo>
                <a:lnTo>
                  <a:pt x="1378" y="6430"/>
                </a:lnTo>
                <a:lnTo>
                  <a:pt x="1496" y="5152"/>
                </a:lnTo>
                <a:lnTo>
                  <a:pt x="1612" y="3868"/>
                </a:lnTo>
                <a:lnTo>
                  <a:pt x="1728" y="2583"/>
                </a:lnTo>
                <a:lnTo>
                  <a:pt x="1846" y="1294"/>
                </a:lnTo>
                <a:lnTo>
                  <a:pt x="1964" y="0"/>
                </a:lnTo>
                <a:close/>
              </a:path>
            </a:pathLst>
          </a:custGeom>
          <a:solidFill>
            <a:srgbClr val="80667F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5" name="contour_07453"/>
          <p:cNvSpPr/>
          <p:nvPr/>
        </p:nvSpPr>
        <p:spPr>
          <a:xfrm>
            <a:off x="1329501" y="5670057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600" y="1527"/>
                </a:lnTo>
                <a:lnTo>
                  <a:pt x="21600" y="3056"/>
                </a:lnTo>
                <a:lnTo>
                  <a:pt x="21600" y="4584"/>
                </a:lnTo>
                <a:lnTo>
                  <a:pt x="21600" y="6115"/>
                </a:lnTo>
                <a:lnTo>
                  <a:pt x="21600" y="7646"/>
                </a:lnTo>
                <a:lnTo>
                  <a:pt x="21600" y="9182"/>
                </a:lnTo>
                <a:lnTo>
                  <a:pt x="21600" y="10718"/>
                </a:lnTo>
                <a:lnTo>
                  <a:pt x="21600" y="12260"/>
                </a:lnTo>
                <a:lnTo>
                  <a:pt x="21600" y="13805"/>
                </a:lnTo>
                <a:lnTo>
                  <a:pt x="21600" y="15353"/>
                </a:lnTo>
                <a:lnTo>
                  <a:pt x="21600" y="16906"/>
                </a:lnTo>
                <a:lnTo>
                  <a:pt x="21600" y="18466"/>
                </a:lnTo>
                <a:lnTo>
                  <a:pt x="21600" y="20030"/>
                </a:lnTo>
                <a:lnTo>
                  <a:pt x="21600" y="21600"/>
                </a:lnTo>
                <a:lnTo>
                  <a:pt x="16841" y="20883"/>
                </a:lnTo>
                <a:lnTo>
                  <a:pt x="13230" y="20310"/>
                </a:lnTo>
                <a:lnTo>
                  <a:pt x="10559" y="19831"/>
                </a:lnTo>
                <a:lnTo>
                  <a:pt x="8629" y="19388"/>
                </a:lnTo>
                <a:lnTo>
                  <a:pt x="7232" y="18926"/>
                </a:lnTo>
                <a:lnTo>
                  <a:pt x="6167" y="18388"/>
                </a:lnTo>
                <a:lnTo>
                  <a:pt x="5231" y="17721"/>
                </a:lnTo>
                <a:lnTo>
                  <a:pt x="4219" y="16867"/>
                </a:lnTo>
                <a:lnTo>
                  <a:pt x="3719" y="15889"/>
                </a:lnTo>
                <a:lnTo>
                  <a:pt x="3211" y="14904"/>
                </a:lnTo>
                <a:lnTo>
                  <a:pt x="2700" y="13906"/>
                </a:lnTo>
                <a:lnTo>
                  <a:pt x="2160" y="12921"/>
                </a:lnTo>
                <a:lnTo>
                  <a:pt x="1620" y="11930"/>
                </a:lnTo>
                <a:lnTo>
                  <a:pt x="1069" y="10927"/>
                </a:lnTo>
                <a:lnTo>
                  <a:pt x="540" y="9791"/>
                </a:lnTo>
                <a:lnTo>
                  <a:pt x="0" y="8640"/>
                </a:lnTo>
                <a:lnTo>
                  <a:pt x="2376" y="8996"/>
                </a:lnTo>
                <a:lnTo>
                  <a:pt x="4756" y="9353"/>
                </a:lnTo>
                <a:lnTo>
                  <a:pt x="7146" y="9711"/>
                </a:lnTo>
                <a:lnTo>
                  <a:pt x="9547" y="10072"/>
                </a:lnTo>
                <a:lnTo>
                  <a:pt x="11963" y="10435"/>
                </a:lnTo>
                <a:lnTo>
                  <a:pt x="14400" y="10800"/>
                </a:lnTo>
                <a:lnTo>
                  <a:pt x="14400" y="9273"/>
                </a:lnTo>
                <a:lnTo>
                  <a:pt x="14400" y="7744"/>
                </a:lnTo>
                <a:lnTo>
                  <a:pt x="14400" y="6210"/>
                </a:lnTo>
                <a:lnTo>
                  <a:pt x="14400" y="4670"/>
                </a:lnTo>
                <a:lnTo>
                  <a:pt x="14400" y="3123"/>
                </a:lnTo>
                <a:lnTo>
                  <a:pt x="14400" y="1568"/>
                </a:lnTo>
                <a:lnTo>
                  <a:pt x="14400" y="0"/>
                </a:lnTo>
                <a:close/>
              </a:path>
            </a:pathLst>
          </a:custGeom>
          <a:solidFill>
            <a:srgbClr val="171618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6" name="contour_07454"/>
          <p:cNvSpPr/>
          <p:nvPr/>
        </p:nvSpPr>
        <p:spPr>
          <a:xfrm>
            <a:off x="1533565" y="5699209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247" y="0"/>
                </a:lnTo>
                <a:lnTo>
                  <a:pt x="11497" y="0"/>
                </a:lnTo>
                <a:lnTo>
                  <a:pt x="12746" y="0"/>
                </a:lnTo>
                <a:lnTo>
                  <a:pt x="13997" y="0"/>
                </a:lnTo>
                <a:lnTo>
                  <a:pt x="15253" y="0"/>
                </a:lnTo>
                <a:lnTo>
                  <a:pt x="16511" y="0"/>
                </a:lnTo>
                <a:lnTo>
                  <a:pt x="17775" y="0"/>
                </a:lnTo>
                <a:lnTo>
                  <a:pt x="19044" y="0"/>
                </a:lnTo>
                <a:lnTo>
                  <a:pt x="20318" y="0"/>
                </a:lnTo>
                <a:lnTo>
                  <a:pt x="21600" y="0"/>
                </a:lnTo>
                <a:lnTo>
                  <a:pt x="21303" y="1782"/>
                </a:lnTo>
                <a:lnTo>
                  <a:pt x="21006" y="3567"/>
                </a:lnTo>
                <a:lnTo>
                  <a:pt x="20707" y="5360"/>
                </a:lnTo>
                <a:lnTo>
                  <a:pt x="20407" y="7160"/>
                </a:lnTo>
                <a:lnTo>
                  <a:pt x="20104" y="8972"/>
                </a:lnTo>
                <a:lnTo>
                  <a:pt x="19800" y="10800"/>
                </a:lnTo>
                <a:lnTo>
                  <a:pt x="19800" y="9196"/>
                </a:lnTo>
                <a:lnTo>
                  <a:pt x="19800" y="7587"/>
                </a:lnTo>
                <a:lnTo>
                  <a:pt x="19800" y="5972"/>
                </a:lnTo>
                <a:lnTo>
                  <a:pt x="19800" y="4344"/>
                </a:lnTo>
                <a:lnTo>
                  <a:pt x="19800" y="2700"/>
                </a:lnTo>
                <a:lnTo>
                  <a:pt x="17703" y="3011"/>
                </a:lnTo>
                <a:lnTo>
                  <a:pt x="16232" y="3278"/>
                </a:lnTo>
                <a:lnTo>
                  <a:pt x="15187" y="3575"/>
                </a:lnTo>
                <a:lnTo>
                  <a:pt x="14366" y="3980"/>
                </a:lnTo>
                <a:lnTo>
                  <a:pt x="13570" y="4563"/>
                </a:lnTo>
                <a:lnTo>
                  <a:pt x="12600" y="5400"/>
                </a:lnTo>
                <a:lnTo>
                  <a:pt x="12272" y="7244"/>
                </a:lnTo>
                <a:lnTo>
                  <a:pt x="12080" y="8562"/>
                </a:lnTo>
                <a:lnTo>
                  <a:pt x="11952" y="9987"/>
                </a:lnTo>
                <a:lnTo>
                  <a:pt x="11812" y="12150"/>
                </a:lnTo>
                <a:lnTo>
                  <a:pt x="11646" y="14313"/>
                </a:lnTo>
                <a:lnTo>
                  <a:pt x="11486" y="15738"/>
                </a:lnTo>
                <a:lnTo>
                  <a:pt x="11236" y="17056"/>
                </a:lnTo>
                <a:lnTo>
                  <a:pt x="10800" y="18900"/>
                </a:lnTo>
                <a:lnTo>
                  <a:pt x="9702" y="19607"/>
                </a:lnTo>
                <a:lnTo>
                  <a:pt x="8608" y="20174"/>
                </a:lnTo>
                <a:lnTo>
                  <a:pt x="7511" y="20617"/>
                </a:lnTo>
                <a:lnTo>
                  <a:pt x="6408" y="20957"/>
                </a:lnTo>
                <a:lnTo>
                  <a:pt x="5290" y="21209"/>
                </a:lnTo>
                <a:lnTo>
                  <a:pt x="4153" y="21389"/>
                </a:lnTo>
                <a:lnTo>
                  <a:pt x="2992" y="21514"/>
                </a:lnTo>
                <a:lnTo>
                  <a:pt x="1800" y="21600"/>
                </a:lnTo>
                <a:lnTo>
                  <a:pt x="1444" y="19996"/>
                </a:lnTo>
                <a:lnTo>
                  <a:pt x="1085" y="18387"/>
                </a:lnTo>
                <a:lnTo>
                  <a:pt x="727" y="16772"/>
                </a:lnTo>
                <a:lnTo>
                  <a:pt x="365" y="15144"/>
                </a:lnTo>
                <a:lnTo>
                  <a:pt x="0" y="13500"/>
                </a:lnTo>
                <a:lnTo>
                  <a:pt x="1273" y="13500"/>
                </a:lnTo>
                <a:lnTo>
                  <a:pt x="2547" y="13500"/>
                </a:lnTo>
                <a:lnTo>
                  <a:pt x="3825" y="13500"/>
                </a:lnTo>
                <a:lnTo>
                  <a:pt x="5108" y="13500"/>
                </a:lnTo>
                <a:lnTo>
                  <a:pt x="6397" y="13500"/>
                </a:lnTo>
                <a:lnTo>
                  <a:pt x="7693" y="13500"/>
                </a:lnTo>
                <a:lnTo>
                  <a:pt x="9000" y="13500"/>
                </a:lnTo>
                <a:lnTo>
                  <a:pt x="9000" y="11591"/>
                </a:lnTo>
                <a:lnTo>
                  <a:pt x="9000" y="9680"/>
                </a:lnTo>
                <a:lnTo>
                  <a:pt x="9000" y="7762"/>
                </a:lnTo>
                <a:lnTo>
                  <a:pt x="9000" y="5837"/>
                </a:lnTo>
                <a:lnTo>
                  <a:pt x="9000" y="3904"/>
                </a:lnTo>
                <a:lnTo>
                  <a:pt x="9000" y="1960"/>
                </a:lnTo>
                <a:lnTo>
                  <a:pt x="9000" y="0"/>
                </a:lnTo>
                <a:close/>
              </a:path>
            </a:pathLst>
          </a:custGeom>
          <a:solidFill>
            <a:srgbClr val="2B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7" name="contour_07455"/>
          <p:cNvSpPr/>
          <p:nvPr/>
        </p:nvSpPr>
        <p:spPr>
          <a:xfrm>
            <a:off x="1496411" y="5670057"/>
            <a:ext cx="6630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07" y="0"/>
                </a:moveTo>
                <a:lnTo>
                  <a:pt x="4176" y="0"/>
                </a:lnTo>
                <a:lnTo>
                  <a:pt x="5755" y="0"/>
                </a:lnTo>
                <a:lnTo>
                  <a:pt x="7355" y="0"/>
                </a:lnTo>
                <a:lnTo>
                  <a:pt x="7355" y="1584"/>
                </a:lnTo>
                <a:lnTo>
                  <a:pt x="7355" y="3170"/>
                </a:lnTo>
                <a:lnTo>
                  <a:pt x="7355" y="4764"/>
                </a:lnTo>
                <a:lnTo>
                  <a:pt x="7355" y="6365"/>
                </a:lnTo>
                <a:lnTo>
                  <a:pt x="7355" y="7975"/>
                </a:lnTo>
                <a:lnTo>
                  <a:pt x="7355" y="9600"/>
                </a:lnTo>
                <a:lnTo>
                  <a:pt x="8765" y="9125"/>
                </a:lnTo>
                <a:lnTo>
                  <a:pt x="10180" y="8647"/>
                </a:lnTo>
                <a:lnTo>
                  <a:pt x="11600" y="8170"/>
                </a:lnTo>
                <a:lnTo>
                  <a:pt x="13032" y="7687"/>
                </a:lnTo>
                <a:lnTo>
                  <a:pt x="14478" y="7200"/>
                </a:lnTo>
                <a:lnTo>
                  <a:pt x="14478" y="8786"/>
                </a:lnTo>
                <a:lnTo>
                  <a:pt x="14478" y="10382"/>
                </a:lnTo>
                <a:lnTo>
                  <a:pt x="14478" y="12000"/>
                </a:lnTo>
                <a:lnTo>
                  <a:pt x="16244" y="12739"/>
                </a:lnTo>
                <a:lnTo>
                  <a:pt x="17497" y="13234"/>
                </a:lnTo>
                <a:lnTo>
                  <a:pt x="18580" y="13598"/>
                </a:lnTo>
                <a:lnTo>
                  <a:pt x="19834" y="13949"/>
                </a:lnTo>
                <a:lnTo>
                  <a:pt x="21600" y="14400"/>
                </a:lnTo>
                <a:lnTo>
                  <a:pt x="20923" y="14333"/>
                </a:lnTo>
                <a:lnTo>
                  <a:pt x="19729" y="14218"/>
                </a:lnTo>
                <a:lnTo>
                  <a:pt x="16999" y="13949"/>
                </a:lnTo>
                <a:lnTo>
                  <a:pt x="15069" y="13949"/>
                </a:lnTo>
                <a:lnTo>
                  <a:pt x="13799" y="14064"/>
                </a:lnTo>
                <a:lnTo>
                  <a:pt x="12103" y="14400"/>
                </a:lnTo>
                <a:lnTo>
                  <a:pt x="11230" y="16186"/>
                </a:lnTo>
                <a:lnTo>
                  <a:pt x="10669" y="17453"/>
                </a:lnTo>
                <a:lnTo>
                  <a:pt x="10309" y="18547"/>
                </a:lnTo>
                <a:lnTo>
                  <a:pt x="10033" y="19814"/>
                </a:lnTo>
                <a:lnTo>
                  <a:pt x="9729" y="21600"/>
                </a:lnTo>
                <a:lnTo>
                  <a:pt x="9729" y="20014"/>
                </a:lnTo>
                <a:lnTo>
                  <a:pt x="9729" y="18418"/>
                </a:lnTo>
                <a:lnTo>
                  <a:pt x="9729" y="16800"/>
                </a:lnTo>
                <a:lnTo>
                  <a:pt x="8162" y="16800"/>
                </a:lnTo>
                <a:lnTo>
                  <a:pt x="6593" y="16800"/>
                </a:lnTo>
                <a:lnTo>
                  <a:pt x="5017" y="16800"/>
                </a:lnTo>
                <a:lnTo>
                  <a:pt x="3433" y="16800"/>
                </a:lnTo>
                <a:lnTo>
                  <a:pt x="1840" y="16800"/>
                </a:lnTo>
                <a:lnTo>
                  <a:pt x="233" y="16800"/>
                </a:lnTo>
                <a:lnTo>
                  <a:pt x="197" y="15391"/>
                </a:lnTo>
                <a:lnTo>
                  <a:pt x="164" y="13980"/>
                </a:lnTo>
                <a:lnTo>
                  <a:pt x="135" y="12571"/>
                </a:lnTo>
                <a:lnTo>
                  <a:pt x="109" y="11160"/>
                </a:lnTo>
                <a:lnTo>
                  <a:pt x="85" y="9749"/>
                </a:lnTo>
                <a:lnTo>
                  <a:pt x="57" y="8438"/>
                </a:lnTo>
                <a:lnTo>
                  <a:pt x="28" y="7121"/>
                </a:lnTo>
                <a:lnTo>
                  <a:pt x="0" y="5784"/>
                </a:lnTo>
                <a:lnTo>
                  <a:pt x="171" y="3790"/>
                </a:lnTo>
                <a:lnTo>
                  <a:pt x="501" y="2522"/>
                </a:lnTo>
                <a:lnTo>
                  <a:pt x="1230" y="1440"/>
                </a:lnTo>
                <a:lnTo>
                  <a:pt x="2607" y="0"/>
                </a:lnTo>
                <a:close/>
              </a:path>
            </a:pathLst>
          </a:custGeom>
          <a:solidFill>
            <a:srgbClr val="38383A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8" name="contour_07456"/>
          <p:cNvSpPr/>
          <p:nvPr/>
        </p:nvSpPr>
        <p:spPr>
          <a:xfrm>
            <a:off x="1970844" y="5661946"/>
            <a:ext cx="94744" cy="664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66" y="0"/>
                </a:moveTo>
                <a:lnTo>
                  <a:pt x="17881" y="363"/>
                </a:lnTo>
                <a:lnTo>
                  <a:pt x="18581" y="683"/>
                </a:lnTo>
                <a:lnTo>
                  <a:pt x="19285" y="1083"/>
                </a:lnTo>
                <a:lnTo>
                  <a:pt x="20218" y="1692"/>
                </a:lnTo>
                <a:lnTo>
                  <a:pt x="21600" y="2638"/>
                </a:lnTo>
                <a:lnTo>
                  <a:pt x="20085" y="4202"/>
                </a:lnTo>
                <a:lnTo>
                  <a:pt x="18900" y="5378"/>
                </a:lnTo>
                <a:lnTo>
                  <a:pt x="17950" y="6220"/>
                </a:lnTo>
                <a:lnTo>
                  <a:pt x="17134" y="6786"/>
                </a:lnTo>
                <a:lnTo>
                  <a:pt x="16360" y="7127"/>
                </a:lnTo>
                <a:lnTo>
                  <a:pt x="15525" y="7303"/>
                </a:lnTo>
                <a:lnTo>
                  <a:pt x="14535" y="7369"/>
                </a:lnTo>
                <a:lnTo>
                  <a:pt x="13292" y="7379"/>
                </a:lnTo>
                <a:lnTo>
                  <a:pt x="12779" y="8815"/>
                </a:lnTo>
                <a:lnTo>
                  <a:pt x="12455" y="9967"/>
                </a:lnTo>
                <a:lnTo>
                  <a:pt x="12046" y="11823"/>
                </a:lnTo>
                <a:lnTo>
                  <a:pt x="11496" y="13520"/>
                </a:lnTo>
                <a:lnTo>
                  <a:pt x="10958" y="14852"/>
                </a:lnTo>
                <a:lnTo>
                  <a:pt x="10363" y="15921"/>
                </a:lnTo>
                <a:lnTo>
                  <a:pt x="9642" y="16826"/>
                </a:lnTo>
                <a:lnTo>
                  <a:pt x="8725" y="17668"/>
                </a:lnTo>
                <a:lnTo>
                  <a:pt x="7542" y="18545"/>
                </a:lnTo>
                <a:lnTo>
                  <a:pt x="6472" y="19033"/>
                </a:lnTo>
                <a:lnTo>
                  <a:pt x="5400" y="19502"/>
                </a:lnTo>
                <a:lnTo>
                  <a:pt x="4328" y="19957"/>
                </a:lnTo>
                <a:lnTo>
                  <a:pt x="3255" y="20396"/>
                </a:lnTo>
                <a:lnTo>
                  <a:pt x="2175" y="20815"/>
                </a:lnTo>
                <a:lnTo>
                  <a:pt x="1092" y="21216"/>
                </a:lnTo>
                <a:lnTo>
                  <a:pt x="0" y="21600"/>
                </a:lnTo>
                <a:lnTo>
                  <a:pt x="206" y="20133"/>
                </a:lnTo>
                <a:lnTo>
                  <a:pt x="412" y="18663"/>
                </a:lnTo>
                <a:lnTo>
                  <a:pt x="618" y="17194"/>
                </a:lnTo>
                <a:lnTo>
                  <a:pt x="824" y="15717"/>
                </a:lnTo>
                <a:lnTo>
                  <a:pt x="1032" y="14238"/>
                </a:lnTo>
                <a:lnTo>
                  <a:pt x="1241" y="12750"/>
                </a:lnTo>
                <a:lnTo>
                  <a:pt x="1451" y="11254"/>
                </a:lnTo>
                <a:lnTo>
                  <a:pt x="1662" y="9749"/>
                </a:lnTo>
                <a:lnTo>
                  <a:pt x="1991" y="9979"/>
                </a:lnTo>
                <a:lnTo>
                  <a:pt x="2570" y="10382"/>
                </a:lnTo>
                <a:lnTo>
                  <a:pt x="3901" y="11306"/>
                </a:lnTo>
                <a:lnTo>
                  <a:pt x="4303" y="11425"/>
                </a:lnTo>
                <a:lnTo>
                  <a:pt x="5016" y="11636"/>
                </a:lnTo>
                <a:lnTo>
                  <a:pt x="6646" y="12119"/>
                </a:lnTo>
                <a:lnTo>
                  <a:pt x="7673" y="10898"/>
                </a:lnTo>
                <a:lnTo>
                  <a:pt x="8396" y="9979"/>
                </a:lnTo>
                <a:lnTo>
                  <a:pt x="9012" y="9078"/>
                </a:lnTo>
                <a:lnTo>
                  <a:pt x="9713" y="7912"/>
                </a:lnTo>
                <a:lnTo>
                  <a:pt x="10697" y="6193"/>
                </a:lnTo>
                <a:lnTo>
                  <a:pt x="12086" y="4025"/>
                </a:lnTo>
                <a:lnTo>
                  <a:pt x="13126" y="2465"/>
                </a:lnTo>
                <a:lnTo>
                  <a:pt x="13930" y="1403"/>
                </a:lnTo>
                <a:lnTo>
                  <a:pt x="14607" y="735"/>
                </a:lnTo>
                <a:lnTo>
                  <a:pt x="15265" y="351"/>
                </a:lnTo>
                <a:lnTo>
                  <a:pt x="16016" y="142"/>
                </a:lnTo>
                <a:lnTo>
                  <a:pt x="16966" y="0"/>
                </a:lnTo>
                <a:close/>
              </a:path>
            </a:pathLst>
          </a:custGeom>
          <a:solidFill>
            <a:srgbClr val="B19CA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59" name="contour_07457"/>
          <p:cNvSpPr/>
          <p:nvPr/>
        </p:nvSpPr>
        <p:spPr>
          <a:xfrm>
            <a:off x="1868813" y="5633617"/>
            <a:ext cx="72880" cy="742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858" y="223"/>
                </a:lnTo>
                <a:lnTo>
                  <a:pt x="5473" y="488"/>
                </a:lnTo>
                <a:lnTo>
                  <a:pt x="7018" y="799"/>
                </a:lnTo>
                <a:lnTo>
                  <a:pt x="8495" y="1162"/>
                </a:lnTo>
                <a:lnTo>
                  <a:pt x="9919" y="1580"/>
                </a:lnTo>
                <a:lnTo>
                  <a:pt x="11295" y="2054"/>
                </a:lnTo>
                <a:lnTo>
                  <a:pt x="12632" y="2593"/>
                </a:lnTo>
                <a:lnTo>
                  <a:pt x="13936" y="3199"/>
                </a:lnTo>
                <a:lnTo>
                  <a:pt x="15219" y="3878"/>
                </a:lnTo>
                <a:lnTo>
                  <a:pt x="16489" y="4630"/>
                </a:lnTo>
                <a:lnTo>
                  <a:pt x="17755" y="5464"/>
                </a:lnTo>
                <a:lnTo>
                  <a:pt x="19021" y="6380"/>
                </a:lnTo>
                <a:lnTo>
                  <a:pt x="20302" y="7384"/>
                </a:lnTo>
                <a:lnTo>
                  <a:pt x="21600" y="8481"/>
                </a:lnTo>
                <a:lnTo>
                  <a:pt x="20622" y="9551"/>
                </a:lnTo>
                <a:lnTo>
                  <a:pt x="19637" y="10618"/>
                </a:lnTo>
                <a:lnTo>
                  <a:pt x="18649" y="11678"/>
                </a:lnTo>
                <a:lnTo>
                  <a:pt x="17658" y="12736"/>
                </a:lnTo>
                <a:lnTo>
                  <a:pt x="16660" y="13789"/>
                </a:lnTo>
                <a:lnTo>
                  <a:pt x="15660" y="14841"/>
                </a:lnTo>
                <a:lnTo>
                  <a:pt x="15250" y="15299"/>
                </a:lnTo>
                <a:lnTo>
                  <a:pt x="14005" y="16679"/>
                </a:lnTo>
                <a:lnTo>
                  <a:pt x="12221" y="18505"/>
                </a:lnTo>
                <a:lnTo>
                  <a:pt x="10921" y="19745"/>
                </a:lnTo>
                <a:lnTo>
                  <a:pt x="9891" y="20538"/>
                </a:lnTo>
                <a:lnTo>
                  <a:pt x="8916" y="21021"/>
                </a:lnTo>
                <a:lnTo>
                  <a:pt x="7782" y="21329"/>
                </a:lnTo>
                <a:lnTo>
                  <a:pt x="6273" y="21600"/>
                </a:lnTo>
                <a:lnTo>
                  <a:pt x="5074" y="21596"/>
                </a:lnTo>
                <a:lnTo>
                  <a:pt x="4149" y="21575"/>
                </a:lnTo>
                <a:lnTo>
                  <a:pt x="3197" y="21513"/>
                </a:lnTo>
                <a:lnTo>
                  <a:pt x="1914" y="21396"/>
                </a:lnTo>
                <a:lnTo>
                  <a:pt x="0" y="21201"/>
                </a:lnTo>
                <a:lnTo>
                  <a:pt x="0" y="19800"/>
                </a:lnTo>
                <a:lnTo>
                  <a:pt x="0" y="18390"/>
                </a:lnTo>
                <a:lnTo>
                  <a:pt x="0" y="16961"/>
                </a:lnTo>
                <a:lnTo>
                  <a:pt x="1413" y="16168"/>
                </a:lnTo>
                <a:lnTo>
                  <a:pt x="2447" y="15657"/>
                </a:lnTo>
                <a:lnTo>
                  <a:pt x="3607" y="15199"/>
                </a:lnTo>
                <a:lnTo>
                  <a:pt x="5400" y="14576"/>
                </a:lnTo>
                <a:lnTo>
                  <a:pt x="6404" y="14220"/>
                </a:lnTo>
                <a:lnTo>
                  <a:pt x="7413" y="13861"/>
                </a:lnTo>
                <a:lnTo>
                  <a:pt x="8437" y="13499"/>
                </a:lnTo>
                <a:lnTo>
                  <a:pt x="9610" y="13113"/>
                </a:lnTo>
                <a:lnTo>
                  <a:pt x="10800" y="12721"/>
                </a:lnTo>
                <a:lnTo>
                  <a:pt x="10372" y="11160"/>
                </a:lnTo>
                <a:lnTo>
                  <a:pt x="9882" y="9746"/>
                </a:lnTo>
                <a:lnTo>
                  <a:pt x="9325" y="8455"/>
                </a:lnTo>
                <a:lnTo>
                  <a:pt x="8700" y="7266"/>
                </a:lnTo>
                <a:lnTo>
                  <a:pt x="8003" y="6157"/>
                </a:lnTo>
                <a:lnTo>
                  <a:pt x="7234" y="5105"/>
                </a:lnTo>
                <a:lnTo>
                  <a:pt x="6385" y="4094"/>
                </a:lnTo>
                <a:lnTo>
                  <a:pt x="5456" y="3100"/>
                </a:lnTo>
                <a:lnTo>
                  <a:pt x="4445" y="2099"/>
                </a:lnTo>
                <a:lnTo>
                  <a:pt x="3346" y="1073"/>
                </a:lnTo>
                <a:lnTo>
                  <a:pt x="2160" y="0"/>
                </a:lnTo>
                <a:close/>
              </a:path>
            </a:pathLst>
          </a:custGeom>
          <a:solidFill>
            <a:srgbClr val="DBD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0" name="contour_07458"/>
          <p:cNvSpPr/>
          <p:nvPr/>
        </p:nvSpPr>
        <p:spPr>
          <a:xfrm>
            <a:off x="1154589" y="5604465"/>
            <a:ext cx="7409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23" y="0"/>
                </a:moveTo>
                <a:lnTo>
                  <a:pt x="20176" y="0"/>
                </a:lnTo>
                <a:lnTo>
                  <a:pt x="21247" y="0"/>
                </a:lnTo>
                <a:lnTo>
                  <a:pt x="21394" y="1562"/>
                </a:lnTo>
                <a:lnTo>
                  <a:pt x="21509" y="3106"/>
                </a:lnTo>
                <a:lnTo>
                  <a:pt x="21579" y="4640"/>
                </a:lnTo>
                <a:lnTo>
                  <a:pt x="21600" y="6169"/>
                </a:lnTo>
                <a:lnTo>
                  <a:pt x="21558" y="7703"/>
                </a:lnTo>
                <a:lnTo>
                  <a:pt x="21443" y="9243"/>
                </a:lnTo>
                <a:lnTo>
                  <a:pt x="21247" y="10800"/>
                </a:lnTo>
                <a:lnTo>
                  <a:pt x="20000" y="11832"/>
                </a:lnTo>
                <a:lnTo>
                  <a:pt x="19063" y="12580"/>
                </a:lnTo>
                <a:lnTo>
                  <a:pt x="18260" y="13163"/>
                </a:lnTo>
                <a:lnTo>
                  <a:pt x="17410" y="13701"/>
                </a:lnTo>
                <a:lnTo>
                  <a:pt x="16341" y="14312"/>
                </a:lnTo>
                <a:lnTo>
                  <a:pt x="14873" y="15120"/>
                </a:lnTo>
                <a:lnTo>
                  <a:pt x="14070" y="16155"/>
                </a:lnTo>
                <a:lnTo>
                  <a:pt x="13326" y="17202"/>
                </a:lnTo>
                <a:lnTo>
                  <a:pt x="12625" y="18267"/>
                </a:lnTo>
                <a:lnTo>
                  <a:pt x="11952" y="19349"/>
                </a:lnTo>
                <a:lnTo>
                  <a:pt x="11289" y="20460"/>
                </a:lnTo>
                <a:lnTo>
                  <a:pt x="10624" y="21600"/>
                </a:lnTo>
                <a:lnTo>
                  <a:pt x="9421" y="20989"/>
                </a:lnTo>
                <a:lnTo>
                  <a:pt x="8218" y="20377"/>
                </a:lnTo>
                <a:lnTo>
                  <a:pt x="7012" y="19764"/>
                </a:lnTo>
                <a:lnTo>
                  <a:pt x="5801" y="19148"/>
                </a:lnTo>
                <a:lnTo>
                  <a:pt x="4583" y="18528"/>
                </a:lnTo>
                <a:lnTo>
                  <a:pt x="3359" y="17906"/>
                </a:lnTo>
                <a:lnTo>
                  <a:pt x="2125" y="17280"/>
                </a:lnTo>
                <a:lnTo>
                  <a:pt x="2652" y="16211"/>
                </a:lnTo>
                <a:lnTo>
                  <a:pt x="3179" y="15137"/>
                </a:lnTo>
                <a:lnTo>
                  <a:pt x="3712" y="14055"/>
                </a:lnTo>
                <a:lnTo>
                  <a:pt x="4249" y="12960"/>
                </a:lnTo>
                <a:lnTo>
                  <a:pt x="3198" y="12424"/>
                </a:lnTo>
                <a:lnTo>
                  <a:pt x="2140" y="11889"/>
                </a:lnTo>
                <a:lnTo>
                  <a:pt x="1077" y="11346"/>
                </a:lnTo>
                <a:lnTo>
                  <a:pt x="0" y="10800"/>
                </a:lnTo>
                <a:lnTo>
                  <a:pt x="542" y="10856"/>
                </a:lnTo>
                <a:lnTo>
                  <a:pt x="2174" y="11027"/>
                </a:lnTo>
                <a:lnTo>
                  <a:pt x="3616" y="11107"/>
                </a:lnTo>
                <a:lnTo>
                  <a:pt x="5023" y="11154"/>
                </a:lnTo>
                <a:lnTo>
                  <a:pt x="6410" y="11161"/>
                </a:lnTo>
                <a:lnTo>
                  <a:pt x="7794" y="11111"/>
                </a:lnTo>
                <a:lnTo>
                  <a:pt x="9194" y="10994"/>
                </a:lnTo>
                <a:lnTo>
                  <a:pt x="10624" y="10800"/>
                </a:lnTo>
                <a:lnTo>
                  <a:pt x="11695" y="9420"/>
                </a:lnTo>
                <a:lnTo>
                  <a:pt x="12464" y="8400"/>
                </a:lnTo>
                <a:lnTo>
                  <a:pt x="13048" y="7560"/>
                </a:lnTo>
                <a:lnTo>
                  <a:pt x="13566" y="6720"/>
                </a:lnTo>
                <a:lnTo>
                  <a:pt x="14134" y="5700"/>
                </a:lnTo>
                <a:lnTo>
                  <a:pt x="14873" y="4320"/>
                </a:lnTo>
                <a:lnTo>
                  <a:pt x="16278" y="4320"/>
                </a:lnTo>
                <a:lnTo>
                  <a:pt x="17690" y="4320"/>
                </a:lnTo>
                <a:lnTo>
                  <a:pt x="19123" y="4320"/>
                </a:lnTo>
                <a:lnTo>
                  <a:pt x="19123" y="2892"/>
                </a:lnTo>
                <a:lnTo>
                  <a:pt x="19123" y="1456"/>
                </a:lnTo>
                <a:lnTo>
                  <a:pt x="19123" y="0"/>
                </a:lnTo>
                <a:close/>
              </a:path>
            </a:pathLst>
          </a:custGeom>
          <a:solidFill>
            <a:srgbClr val="9F7664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1" name="contour_07459"/>
          <p:cNvSpPr/>
          <p:nvPr/>
        </p:nvSpPr>
        <p:spPr>
          <a:xfrm>
            <a:off x="10511387" y="5611753"/>
            <a:ext cx="6657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42" y="0"/>
                </a:moveTo>
                <a:lnTo>
                  <a:pt x="13705" y="0"/>
                </a:lnTo>
                <a:lnTo>
                  <a:pt x="15277" y="0"/>
                </a:lnTo>
                <a:lnTo>
                  <a:pt x="16871" y="0"/>
                </a:lnTo>
                <a:lnTo>
                  <a:pt x="16481" y="1584"/>
                </a:lnTo>
                <a:lnTo>
                  <a:pt x="16091" y="3170"/>
                </a:lnTo>
                <a:lnTo>
                  <a:pt x="15698" y="4764"/>
                </a:lnTo>
                <a:lnTo>
                  <a:pt x="15303" y="6365"/>
                </a:lnTo>
                <a:lnTo>
                  <a:pt x="14906" y="7975"/>
                </a:lnTo>
                <a:lnTo>
                  <a:pt x="14506" y="9600"/>
                </a:lnTo>
                <a:lnTo>
                  <a:pt x="15911" y="10075"/>
                </a:lnTo>
                <a:lnTo>
                  <a:pt x="17320" y="10553"/>
                </a:lnTo>
                <a:lnTo>
                  <a:pt x="18734" y="11030"/>
                </a:lnTo>
                <a:lnTo>
                  <a:pt x="20160" y="11513"/>
                </a:lnTo>
                <a:lnTo>
                  <a:pt x="21600" y="12000"/>
                </a:lnTo>
                <a:lnTo>
                  <a:pt x="20363" y="13510"/>
                </a:lnTo>
                <a:lnTo>
                  <a:pt x="19458" y="14513"/>
                </a:lnTo>
                <a:lnTo>
                  <a:pt x="18441" y="15458"/>
                </a:lnTo>
                <a:lnTo>
                  <a:pt x="16871" y="16800"/>
                </a:lnTo>
                <a:lnTo>
                  <a:pt x="15301" y="16255"/>
                </a:lnTo>
                <a:lnTo>
                  <a:pt x="14284" y="15826"/>
                </a:lnTo>
                <a:lnTo>
                  <a:pt x="13379" y="15281"/>
                </a:lnTo>
                <a:lnTo>
                  <a:pt x="12142" y="14400"/>
                </a:lnTo>
                <a:lnTo>
                  <a:pt x="12142" y="15826"/>
                </a:lnTo>
                <a:lnTo>
                  <a:pt x="12142" y="17256"/>
                </a:lnTo>
                <a:lnTo>
                  <a:pt x="12142" y="18691"/>
                </a:lnTo>
                <a:lnTo>
                  <a:pt x="12142" y="20138"/>
                </a:lnTo>
                <a:lnTo>
                  <a:pt x="12142" y="21600"/>
                </a:lnTo>
                <a:lnTo>
                  <a:pt x="10579" y="21600"/>
                </a:lnTo>
                <a:lnTo>
                  <a:pt x="9007" y="21600"/>
                </a:lnTo>
                <a:lnTo>
                  <a:pt x="7413" y="21600"/>
                </a:lnTo>
                <a:lnTo>
                  <a:pt x="7559" y="20460"/>
                </a:lnTo>
                <a:lnTo>
                  <a:pt x="7708" y="19313"/>
                </a:lnTo>
                <a:lnTo>
                  <a:pt x="7857" y="18149"/>
                </a:lnTo>
                <a:lnTo>
                  <a:pt x="7711" y="16910"/>
                </a:lnTo>
                <a:lnTo>
                  <a:pt x="7562" y="15665"/>
                </a:lnTo>
                <a:lnTo>
                  <a:pt x="7413" y="14400"/>
                </a:lnTo>
                <a:lnTo>
                  <a:pt x="6240" y="14004"/>
                </a:lnTo>
                <a:lnTo>
                  <a:pt x="5062" y="13606"/>
                </a:lnTo>
                <a:lnTo>
                  <a:pt x="3866" y="13200"/>
                </a:lnTo>
                <a:lnTo>
                  <a:pt x="2693" y="12804"/>
                </a:lnTo>
                <a:lnTo>
                  <a:pt x="1516" y="12406"/>
                </a:lnTo>
                <a:lnTo>
                  <a:pt x="319" y="12000"/>
                </a:lnTo>
                <a:lnTo>
                  <a:pt x="106" y="10142"/>
                </a:lnTo>
                <a:lnTo>
                  <a:pt x="0" y="8839"/>
                </a:lnTo>
                <a:lnTo>
                  <a:pt x="0" y="7745"/>
                </a:lnTo>
                <a:lnTo>
                  <a:pt x="106" y="6514"/>
                </a:lnTo>
                <a:lnTo>
                  <a:pt x="319" y="4800"/>
                </a:lnTo>
                <a:lnTo>
                  <a:pt x="1833" y="4898"/>
                </a:lnTo>
                <a:lnTo>
                  <a:pt x="3358" y="4999"/>
                </a:lnTo>
                <a:lnTo>
                  <a:pt x="4902" y="5100"/>
                </a:lnTo>
                <a:lnTo>
                  <a:pt x="6836" y="5102"/>
                </a:lnTo>
                <a:lnTo>
                  <a:pt x="8101" y="5023"/>
                </a:lnTo>
                <a:lnTo>
                  <a:pt x="9777" y="4800"/>
                </a:lnTo>
                <a:lnTo>
                  <a:pt x="10645" y="3374"/>
                </a:lnTo>
                <a:lnTo>
                  <a:pt x="11182" y="2400"/>
                </a:lnTo>
                <a:lnTo>
                  <a:pt x="11605" y="1426"/>
                </a:lnTo>
                <a:lnTo>
                  <a:pt x="12142" y="0"/>
                </a:lnTo>
                <a:close/>
              </a:path>
            </a:pathLst>
          </a:custGeom>
          <a:solidFill>
            <a:srgbClr val="818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2" name="contour_07460"/>
          <p:cNvSpPr/>
          <p:nvPr/>
        </p:nvSpPr>
        <p:spPr>
          <a:xfrm>
            <a:off x="9870313" y="5604465"/>
            <a:ext cx="51730" cy="604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" y="0"/>
                </a:moveTo>
                <a:lnTo>
                  <a:pt x="2310" y="0"/>
                </a:lnTo>
                <a:lnTo>
                  <a:pt x="4333" y="0"/>
                </a:lnTo>
                <a:lnTo>
                  <a:pt x="6384" y="0"/>
                </a:lnTo>
                <a:lnTo>
                  <a:pt x="6384" y="1718"/>
                </a:lnTo>
                <a:lnTo>
                  <a:pt x="6384" y="3438"/>
                </a:lnTo>
                <a:lnTo>
                  <a:pt x="6384" y="5166"/>
                </a:lnTo>
                <a:lnTo>
                  <a:pt x="6384" y="6902"/>
                </a:lnTo>
                <a:lnTo>
                  <a:pt x="6384" y="8649"/>
                </a:lnTo>
                <a:lnTo>
                  <a:pt x="6384" y="10411"/>
                </a:lnTo>
                <a:lnTo>
                  <a:pt x="8536" y="10411"/>
                </a:lnTo>
                <a:lnTo>
                  <a:pt x="10690" y="10411"/>
                </a:lnTo>
                <a:lnTo>
                  <a:pt x="12851" y="10411"/>
                </a:lnTo>
                <a:lnTo>
                  <a:pt x="15021" y="10411"/>
                </a:lnTo>
                <a:lnTo>
                  <a:pt x="17200" y="10411"/>
                </a:lnTo>
                <a:lnTo>
                  <a:pt x="19391" y="10411"/>
                </a:lnTo>
                <a:lnTo>
                  <a:pt x="21600" y="10411"/>
                </a:lnTo>
                <a:lnTo>
                  <a:pt x="21253" y="13498"/>
                </a:lnTo>
                <a:lnTo>
                  <a:pt x="20955" y="15661"/>
                </a:lnTo>
                <a:lnTo>
                  <a:pt x="20620" y="17183"/>
                </a:lnTo>
                <a:lnTo>
                  <a:pt x="20164" y="18360"/>
                </a:lnTo>
                <a:lnTo>
                  <a:pt x="19506" y="19476"/>
                </a:lnTo>
                <a:lnTo>
                  <a:pt x="18557" y="20822"/>
                </a:lnTo>
                <a:lnTo>
                  <a:pt x="16357" y="21236"/>
                </a:lnTo>
                <a:lnTo>
                  <a:pt x="14190" y="21491"/>
                </a:lnTo>
                <a:lnTo>
                  <a:pt x="12039" y="21600"/>
                </a:lnTo>
                <a:lnTo>
                  <a:pt x="9893" y="21574"/>
                </a:lnTo>
                <a:lnTo>
                  <a:pt x="7736" y="21428"/>
                </a:lnTo>
                <a:lnTo>
                  <a:pt x="5557" y="21173"/>
                </a:lnTo>
                <a:lnTo>
                  <a:pt x="3341" y="20822"/>
                </a:lnTo>
                <a:lnTo>
                  <a:pt x="1576" y="19250"/>
                </a:lnTo>
                <a:lnTo>
                  <a:pt x="642" y="18013"/>
                </a:lnTo>
                <a:lnTo>
                  <a:pt x="219" y="16470"/>
                </a:lnTo>
                <a:lnTo>
                  <a:pt x="0" y="13979"/>
                </a:lnTo>
                <a:lnTo>
                  <a:pt x="37" y="12316"/>
                </a:lnTo>
                <a:lnTo>
                  <a:pt x="73" y="10643"/>
                </a:lnTo>
                <a:lnTo>
                  <a:pt x="110" y="8948"/>
                </a:lnTo>
                <a:lnTo>
                  <a:pt x="137" y="7277"/>
                </a:lnTo>
                <a:lnTo>
                  <a:pt x="164" y="5596"/>
                </a:lnTo>
                <a:lnTo>
                  <a:pt x="192" y="3894"/>
                </a:lnTo>
                <a:lnTo>
                  <a:pt x="225" y="2608"/>
                </a:lnTo>
                <a:lnTo>
                  <a:pt x="262" y="1312"/>
                </a:lnTo>
                <a:lnTo>
                  <a:pt x="298" y="0"/>
                </a:lnTo>
                <a:close/>
              </a:path>
            </a:pathLst>
          </a:custGeom>
          <a:solidFill>
            <a:srgbClr val="957330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3" name="contour_07461"/>
          <p:cNvSpPr/>
          <p:nvPr/>
        </p:nvSpPr>
        <p:spPr>
          <a:xfrm>
            <a:off x="10257291" y="5626329"/>
            <a:ext cx="65592" cy="526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372" y="1390"/>
                </a:lnTo>
                <a:lnTo>
                  <a:pt x="12749" y="2803"/>
                </a:lnTo>
                <a:lnTo>
                  <a:pt x="13927" y="4710"/>
                </a:lnTo>
                <a:lnTo>
                  <a:pt x="15180" y="6085"/>
                </a:lnTo>
                <a:lnTo>
                  <a:pt x="16541" y="7063"/>
                </a:lnTo>
                <a:lnTo>
                  <a:pt x="18041" y="7777"/>
                </a:lnTo>
                <a:lnTo>
                  <a:pt x="19716" y="8366"/>
                </a:lnTo>
                <a:lnTo>
                  <a:pt x="21600" y="8966"/>
                </a:lnTo>
                <a:lnTo>
                  <a:pt x="20014" y="8966"/>
                </a:lnTo>
                <a:lnTo>
                  <a:pt x="18418" y="8966"/>
                </a:lnTo>
                <a:lnTo>
                  <a:pt x="16800" y="8966"/>
                </a:lnTo>
                <a:lnTo>
                  <a:pt x="16800" y="10939"/>
                </a:lnTo>
                <a:lnTo>
                  <a:pt x="16800" y="12915"/>
                </a:lnTo>
                <a:lnTo>
                  <a:pt x="16800" y="14899"/>
                </a:lnTo>
                <a:lnTo>
                  <a:pt x="16800" y="16893"/>
                </a:lnTo>
                <a:lnTo>
                  <a:pt x="16800" y="18898"/>
                </a:lnTo>
                <a:lnTo>
                  <a:pt x="16800" y="20922"/>
                </a:lnTo>
                <a:lnTo>
                  <a:pt x="15048" y="21202"/>
                </a:lnTo>
                <a:lnTo>
                  <a:pt x="13330" y="21421"/>
                </a:lnTo>
                <a:lnTo>
                  <a:pt x="11633" y="21561"/>
                </a:lnTo>
                <a:lnTo>
                  <a:pt x="9943" y="21600"/>
                </a:lnTo>
                <a:lnTo>
                  <a:pt x="8249" y="21522"/>
                </a:lnTo>
                <a:lnTo>
                  <a:pt x="6540" y="21301"/>
                </a:lnTo>
                <a:lnTo>
                  <a:pt x="4800" y="20922"/>
                </a:lnTo>
                <a:lnTo>
                  <a:pt x="3797" y="19364"/>
                </a:lnTo>
                <a:lnTo>
                  <a:pt x="2935" y="17771"/>
                </a:lnTo>
                <a:lnTo>
                  <a:pt x="2194" y="16136"/>
                </a:lnTo>
                <a:lnTo>
                  <a:pt x="1553" y="14448"/>
                </a:lnTo>
                <a:lnTo>
                  <a:pt x="989" y="12696"/>
                </a:lnTo>
                <a:lnTo>
                  <a:pt x="478" y="10873"/>
                </a:lnTo>
                <a:lnTo>
                  <a:pt x="0" y="8966"/>
                </a:lnTo>
                <a:lnTo>
                  <a:pt x="1586" y="8966"/>
                </a:lnTo>
                <a:lnTo>
                  <a:pt x="3182" y="8966"/>
                </a:lnTo>
                <a:lnTo>
                  <a:pt x="4800" y="8966"/>
                </a:lnTo>
                <a:lnTo>
                  <a:pt x="5681" y="7191"/>
                </a:lnTo>
                <a:lnTo>
                  <a:pt x="6226" y="5978"/>
                </a:lnTo>
                <a:lnTo>
                  <a:pt x="6655" y="4764"/>
                </a:lnTo>
                <a:lnTo>
                  <a:pt x="7200" y="2989"/>
                </a:lnTo>
                <a:lnTo>
                  <a:pt x="8388" y="3730"/>
                </a:lnTo>
                <a:lnTo>
                  <a:pt x="9583" y="4471"/>
                </a:lnTo>
                <a:lnTo>
                  <a:pt x="10783" y="5221"/>
                </a:lnTo>
                <a:lnTo>
                  <a:pt x="12000" y="5978"/>
                </a:lnTo>
                <a:lnTo>
                  <a:pt x="12000" y="4002"/>
                </a:lnTo>
                <a:lnTo>
                  <a:pt x="12000" y="2014"/>
                </a:lnTo>
                <a:lnTo>
                  <a:pt x="12000" y="0"/>
                </a:lnTo>
                <a:close/>
              </a:path>
            </a:pathLst>
          </a:custGeom>
          <a:solidFill>
            <a:srgbClr val="ACAFB1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4" name="contour_07462"/>
          <p:cNvSpPr/>
          <p:nvPr/>
        </p:nvSpPr>
        <p:spPr>
          <a:xfrm>
            <a:off x="2072876" y="5597177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297" y="0"/>
                </a:lnTo>
                <a:lnTo>
                  <a:pt x="12996" y="0"/>
                </a:lnTo>
                <a:lnTo>
                  <a:pt x="14700" y="0"/>
                </a:lnTo>
                <a:lnTo>
                  <a:pt x="16411" y="0"/>
                </a:lnTo>
                <a:lnTo>
                  <a:pt x="18130" y="0"/>
                </a:lnTo>
                <a:lnTo>
                  <a:pt x="19858" y="0"/>
                </a:lnTo>
                <a:lnTo>
                  <a:pt x="21600" y="0"/>
                </a:lnTo>
                <a:lnTo>
                  <a:pt x="21149" y="2296"/>
                </a:lnTo>
                <a:lnTo>
                  <a:pt x="20798" y="3925"/>
                </a:lnTo>
                <a:lnTo>
                  <a:pt x="20434" y="5332"/>
                </a:lnTo>
                <a:lnTo>
                  <a:pt x="19939" y="6961"/>
                </a:lnTo>
                <a:lnTo>
                  <a:pt x="19200" y="9257"/>
                </a:lnTo>
                <a:lnTo>
                  <a:pt x="17614" y="9257"/>
                </a:lnTo>
                <a:lnTo>
                  <a:pt x="16018" y="9257"/>
                </a:lnTo>
                <a:lnTo>
                  <a:pt x="14400" y="9257"/>
                </a:lnTo>
                <a:lnTo>
                  <a:pt x="13682" y="11284"/>
                </a:lnTo>
                <a:lnTo>
                  <a:pt x="13294" y="12886"/>
                </a:lnTo>
                <a:lnTo>
                  <a:pt x="12900" y="15429"/>
                </a:lnTo>
                <a:lnTo>
                  <a:pt x="12629" y="17150"/>
                </a:lnTo>
                <a:lnTo>
                  <a:pt x="12355" y="18900"/>
                </a:lnTo>
                <a:lnTo>
                  <a:pt x="12178" y="20239"/>
                </a:lnTo>
                <a:lnTo>
                  <a:pt x="12000" y="21600"/>
                </a:lnTo>
                <a:lnTo>
                  <a:pt x="9226" y="21020"/>
                </a:lnTo>
                <a:lnTo>
                  <a:pt x="7274" y="20582"/>
                </a:lnTo>
                <a:lnTo>
                  <a:pt x="5885" y="20196"/>
                </a:lnTo>
                <a:lnTo>
                  <a:pt x="4786" y="19779"/>
                </a:lnTo>
                <a:lnTo>
                  <a:pt x="3713" y="19249"/>
                </a:lnTo>
                <a:lnTo>
                  <a:pt x="2400" y="18514"/>
                </a:lnTo>
                <a:lnTo>
                  <a:pt x="1517" y="16126"/>
                </a:lnTo>
                <a:lnTo>
                  <a:pt x="950" y="14450"/>
                </a:lnTo>
                <a:lnTo>
                  <a:pt x="586" y="13043"/>
                </a:lnTo>
                <a:lnTo>
                  <a:pt x="307" y="11460"/>
                </a:lnTo>
                <a:lnTo>
                  <a:pt x="0" y="9257"/>
                </a:lnTo>
                <a:lnTo>
                  <a:pt x="1042" y="9029"/>
                </a:lnTo>
                <a:lnTo>
                  <a:pt x="2100" y="8800"/>
                </a:lnTo>
                <a:lnTo>
                  <a:pt x="2772" y="8625"/>
                </a:lnTo>
                <a:lnTo>
                  <a:pt x="4800" y="8100"/>
                </a:lnTo>
                <a:lnTo>
                  <a:pt x="6139" y="7776"/>
                </a:lnTo>
                <a:lnTo>
                  <a:pt x="7500" y="7449"/>
                </a:lnTo>
                <a:lnTo>
                  <a:pt x="8542" y="6813"/>
                </a:lnTo>
                <a:lnTo>
                  <a:pt x="9600" y="6171"/>
                </a:lnTo>
                <a:lnTo>
                  <a:pt x="9600" y="4132"/>
                </a:lnTo>
                <a:lnTo>
                  <a:pt x="9600" y="2080"/>
                </a:lnTo>
                <a:lnTo>
                  <a:pt x="9600" y="0"/>
                </a:lnTo>
                <a:close/>
              </a:path>
            </a:pathLst>
          </a:custGeom>
          <a:solidFill>
            <a:srgbClr val="312D32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5" name="contour_07463"/>
          <p:cNvSpPr/>
          <p:nvPr/>
        </p:nvSpPr>
        <p:spPr>
          <a:xfrm>
            <a:off x="4754857" y="5594102"/>
            <a:ext cx="94744" cy="468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79" y="0"/>
                </a:moveTo>
                <a:lnTo>
                  <a:pt x="12428" y="87"/>
                </a:lnTo>
                <a:lnTo>
                  <a:pt x="13578" y="188"/>
                </a:lnTo>
                <a:lnTo>
                  <a:pt x="14726" y="303"/>
                </a:lnTo>
                <a:lnTo>
                  <a:pt x="15873" y="441"/>
                </a:lnTo>
                <a:lnTo>
                  <a:pt x="17019" y="592"/>
                </a:lnTo>
                <a:lnTo>
                  <a:pt x="18164" y="767"/>
                </a:lnTo>
                <a:lnTo>
                  <a:pt x="19309" y="962"/>
                </a:lnTo>
                <a:lnTo>
                  <a:pt x="20454" y="1177"/>
                </a:lnTo>
                <a:lnTo>
                  <a:pt x="21600" y="1419"/>
                </a:lnTo>
                <a:lnTo>
                  <a:pt x="21271" y="3417"/>
                </a:lnTo>
                <a:lnTo>
                  <a:pt x="20940" y="5422"/>
                </a:lnTo>
                <a:lnTo>
                  <a:pt x="20608" y="7437"/>
                </a:lnTo>
                <a:lnTo>
                  <a:pt x="20274" y="9461"/>
                </a:lnTo>
                <a:lnTo>
                  <a:pt x="19938" y="11510"/>
                </a:lnTo>
                <a:lnTo>
                  <a:pt x="18863" y="10978"/>
                </a:lnTo>
                <a:lnTo>
                  <a:pt x="17793" y="10440"/>
                </a:lnTo>
                <a:lnTo>
                  <a:pt x="16728" y="9889"/>
                </a:lnTo>
                <a:lnTo>
                  <a:pt x="15667" y="9323"/>
                </a:lnTo>
                <a:lnTo>
                  <a:pt x="14610" y="8742"/>
                </a:lnTo>
                <a:lnTo>
                  <a:pt x="13555" y="8140"/>
                </a:lnTo>
                <a:lnTo>
                  <a:pt x="12501" y="7521"/>
                </a:lnTo>
                <a:lnTo>
                  <a:pt x="11451" y="6875"/>
                </a:lnTo>
                <a:lnTo>
                  <a:pt x="10403" y="6206"/>
                </a:lnTo>
                <a:lnTo>
                  <a:pt x="9354" y="5509"/>
                </a:lnTo>
                <a:lnTo>
                  <a:pt x="8308" y="4783"/>
                </a:lnTo>
                <a:lnTo>
                  <a:pt x="8308" y="7161"/>
                </a:lnTo>
                <a:lnTo>
                  <a:pt x="8308" y="9545"/>
                </a:lnTo>
                <a:lnTo>
                  <a:pt x="8308" y="11930"/>
                </a:lnTo>
                <a:lnTo>
                  <a:pt x="8308" y="14328"/>
                </a:lnTo>
                <a:lnTo>
                  <a:pt x="8308" y="16736"/>
                </a:lnTo>
                <a:lnTo>
                  <a:pt x="8308" y="19158"/>
                </a:lnTo>
                <a:lnTo>
                  <a:pt x="8308" y="21600"/>
                </a:lnTo>
                <a:lnTo>
                  <a:pt x="7131" y="21600"/>
                </a:lnTo>
                <a:lnTo>
                  <a:pt x="5955" y="21600"/>
                </a:lnTo>
                <a:lnTo>
                  <a:pt x="4775" y="21600"/>
                </a:lnTo>
                <a:lnTo>
                  <a:pt x="3592" y="21600"/>
                </a:lnTo>
                <a:lnTo>
                  <a:pt x="2403" y="21600"/>
                </a:lnTo>
                <a:lnTo>
                  <a:pt x="1205" y="21600"/>
                </a:lnTo>
                <a:lnTo>
                  <a:pt x="0" y="21600"/>
                </a:lnTo>
                <a:lnTo>
                  <a:pt x="366" y="18610"/>
                </a:lnTo>
                <a:lnTo>
                  <a:pt x="756" y="15855"/>
                </a:lnTo>
                <a:lnTo>
                  <a:pt x="1183" y="13326"/>
                </a:lnTo>
                <a:lnTo>
                  <a:pt x="1657" y="11025"/>
                </a:lnTo>
                <a:lnTo>
                  <a:pt x="2187" y="8950"/>
                </a:lnTo>
                <a:lnTo>
                  <a:pt x="2785" y="7097"/>
                </a:lnTo>
                <a:lnTo>
                  <a:pt x="3461" y="5462"/>
                </a:lnTo>
                <a:lnTo>
                  <a:pt x="4227" y="4046"/>
                </a:lnTo>
                <a:lnTo>
                  <a:pt x="5091" y="2849"/>
                </a:lnTo>
                <a:lnTo>
                  <a:pt x="6066" y="1860"/>
                </a:lnTo>
                <a:lnTo>
                  <a:pt x="7161" y="1086"/>
                </a:lnTo>
                <a:lnTo>
                  <a:pt x="8387" y="518"/>
                </a:lnTo>
                <a:lnTo>
                  <a:pt x="9757" y="158"/>
                </a:lnTo>
                <a:lnTo>
                  <a:pt x="11279" y="0"/>
                </a:lnTo>
                <a:close/>
              </a:path>
            </a:pathLst>
          </a:custGeom>
          <a:solidFill>
            <a:srgbClr val="937B86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6" name="contour_07464"/>
          <p:cNvSpPr/>
          <p:nvPr/>
        </p:nvSpPr>
        <p:spPr>
          <a:xfrm>
            <a:off x="3938602" y="5568026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04" y="540"/>
                </a:lnTo>
                <a:lnTo>
                  <a:pt x="2806" y="1085"/>
                </a:lnTo>
                <a:lnTo>
                  <a:pt x="4207" y="1632"/>
                </a:lnTo>
                <a:lnTo>
                  <a:pt x="5604" y="2186"/>
                </a:lnTo>
                <a:lnTo>
                  <a:pt x="7003" y="2741"/>
                </a:lnTo>
                <a:lnTo>
                  <a:pt x="8400" y="3300"/>
                </a:lnTo>
                <a:lnTo>
                  <a:pt x="9605" y="3756"/>
                </a:lnTo>
                <a:lnTo>
                  <a:pt x="10829" y="4219"/>
                </a:lnTo>
                <a:lnTo>
                  <a:pt x="12214" y="4793"/>
                </a:lnTo>
                <a:lnTo>
                  <a:pt x="13298" y="5294"/>
                </a:lnTo>
                <a:lnTo>
                  <a:pt x="14640" y="6002"/>
                </a:lnTo>
                <a:lnTo>
                  <a:pt x="16800" y="7200"/>
                </a:lnTo>
                <a:lnTo>
                  <a:pt x="16800" y="8786"/>
                </a:lnTo>
                <a:lnTo>
                  <a:pt x="16800" y="10382"/>
                </a:lnTo>
                <a:lnTo>
                  <a:pt x="16800" y="12000"/>
                </a:lnTo>
                <a:lnTo>
                  <a:pt x="18226" y="12881"/>
                </a:lnTo>
                <a:lnTo>
                  <a:pt x="19200" y="13426"/>
                </a:lnTo>
                <a:lnTo>
                  <a:pt x="20174" y="13855"/>
                </a:lnTo>
                <a:lnTo>
                  <a:pt x="21600" y="14400"/>
                </a:lnTo>
                <a:lnTo>
                  <a:pt x="20014" y="14400"/>
                </a:lnTo>
                <a:lnTo>
                  <a:pt x="18418" y="14400"/>
                </a:lnTo>
                <a:lnTo>
                  <a:pt x="16800" y="14400"/>
                </a:lnTo>
                <a:lnTo>
                  <a:pt x="16061" y="16186"/>
                </a:lnTo>
                <a:lnTo>
                  <a:pt x="15566" y="17453"/>
                </a:lnTo>
                <a:lnTo>
                  <a:pt x="15202" y="18547"/>
                </a:lnTo>
                <a:lnTo>
                  <a:pt x="14851" y="19814"/>
                </a:lnTo>
                <a:lnTo>
                  <a:pt x="14400" y="21600"/>
                </a:lnTo>
                <a:lnTo>
                  <a:pt x="14400" y="20014"/>
                </a:lnTo>
                <a:lnTo>
                  <a:pt x="14400" y="18418"/>
                </a:lnTo>
                <a:lnTo>
                  <a:pt x="14400" y="16800"/>
                </a:lnTo>
                <a:lnTo>
                  <a:pt x="12883" y="15960"/>
                </a:lnTo>
                <a:lnTo>
                  <a:pt x="11678" y="15492"/>
                </a:lnTo>
                <a:lnTo>
                  <a:pt x="9749" y="15000"/>
                </a:lnTo>
                <a:lnTo>
                  <a:pt x="8453" y="14647"/>
                </a:lnTo>
                <a:lnTo>
                  <a:pt x="7135" y="14287"/>
                </a:lnTo>
                <a:lnTo>
                  <a:pt x="5976" y="14342"/>
                </a:lnTo>
                <a:lnTo>
                  <a:pt x="4800" y="14400"/>
                </a:lnTo>
                <a:lnTo>
                  <a:pt x="3914" y="15804"/>
                </a:lnTo>
                <a:lnTo>
                  <a:pt x="3367" y="16771"/>
                </a:lnTo>
                <a:lnTo>
                  <a:pt x="2938" y="17753"/>
                </a:lnTo>
                <a:lnTo>
                  <a:pt x="2400" y="19200"/>
                </a:lnTo>
                <a:lnTo>
                  <a:pt x="2158" y="17820"/>
                </a:lnTo>
                <a:lnTo>
                  <a:pt x="1918" y="16440"/>
                </a:lnTo>
                <a:lnTo>
                  <a:pt x="1678" y="15060"/>
                </a:lnTo>
                <a:lnTo>
                  <a:pt x="1438" y="13680"/>
                </a:lnTo>
                <a:lnTo>
                  <a:pt x="1200" y="12300"/>
                </a:lnTo>
                <a:lnTo>
                  <a:pt x="977" y="11018"/>
                </a:lnTo>
                <a:lnTo>
                  <a:pt x="751" y="9727"/>
                </a:lnTo>
                <a:lnTo>
                  <a:pt x="526" y="8419"/>
                </a:lnTo>
                <a:lnTo>
                  <a:pt x="269" y="6614"/>
                </a:lnTo>
                <a:lnTo>
                  <a:pt x="113" y="5275"/>
                </a:lnTo>
                <a:lnTo>
                  <a:pt x="34" y="3996"/>
                </a:lnTo>
                <a:lnTo>
                  <a:pt x="5" y="2371"/>
                </a:lnTo>
                <a:lnTo>
                  <a:pt x="0" y="0"/>
                </a:lnTo>
                <a:close/>
              </a:path>
            </a:pathLst>
          </a:custGeom>
          <a:solidFill>
            <a:srgbClr val="EDE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7" name="contour_07465"/>
          <p:cNvSpPr/>
          <p:nvPr/>
        </p:nvSpPr>
        <p:spPr>
          <a:xfrm>
            <a:off x="3508611" y="5596223"/>
            <a:ext cx="51016" cy="88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33"/>
                </a:moveTo>
                <a:lnTo>
                  <a:pt x="2151" y="128"/>
                </a:lnTo>
                <a:lnTo>
                  <a:pt x="4206" y="45"/>
                </a:lnTo>
                <a:lnTo>
                  <a:pt x="6208" y="0"/>
                </a:lnTo>
                <a:lnTo>
                  <a:pt x="8202" y="5"/>
                </a:lnTo>
                <a:lnTo>
                  <a:pt x="10232" y="78"/>
                </a:lnTo>
                <a:lnTo>
                  <a:pt x="12343" y="233"/>
                </a:lnTo>
                <a:lnTo>
                  <a:pt x="13799" y="1156"/>
                </a:lnTo>
                <a:lnTo>
                  <a:pt x="15098" y="2114"/>
                </a:lnTo>
                <a:lnTo>
                  <a:pt x="16252" y="3105"/>
                </a:lnTo>
                <a:lnTo>
                  <a:pt x="17280" y="4129"/>
                </a:lnTo>
                <a:lnTo>
                  <a:pt x="18196" y="5187"/>
                </a:lnTo>
                <a:lnTo>
                  <a:pt x="19014" y="6275"/>
                </a:lnTo>
                <a:lnTo>
                  <a:pt x="19749" y="7393"/>
                </a:lnTo>
                <a:lnTo>
                  <a:pt x="20412" y="8540"/>
                </a:lnTo>
                <a:lnTo>
                  <a:pt x="21026" y="9715"/>
                </a:lnTo>
                <a:lnTo>
                  <a:pt x="21600" y="10917"/>
                </a:lnTo>
                <a:lnTo>
                  <a:pt x="21517" y="12151"/>
                </a:lnTo>
                <a:lnTo>
                  <a:pt x="21362" y="13360"/>
                </a:lnTo>
                <a:lnTo>
                  <a:pt x="21140" y="14553"/>
                </a:lnTo>
                <a:lnTo>
                  <a:pt x="20856" y="15731"/>
                </a:lnTo>
                <a:lnTo>
                  <a:pt x="20505" y="16903"/>
                </a:lnTo>
                <a:lnTo>
                  <a:pt x="20094" y="18069"/>
                </a:lnTo>
                <a:lnTo>
                  <a:pt x="19625" y="19239"/>
                </a:lnTo>
                <a:lnTo>
                  <a:pt x="19097" y="20414"/>
                </a:lnTo>
                <a:lnTo>
                  <a:pt x="18514" y="21600"/>
                </a:lnTo>
                <a:lnTo>
                  <a:pt x="17030" y="20585"/>
                </a:lnTo>
                <a:lnTo>
                  <a:pt x="15632" y="19559"/>
                </a:lnTo>
                <a:lnTo>
                  <a:pt x="14318" y="18523"/>
                </a:lnTo>
                <a:lnTo>
                  <a:pt x="13077" y="17473"/>
                </a:lnTo>
                <a:lnTo>
                  <a:pt x="11908" y="16413"/>
                </a:lnTo>
                <a:lnTo>
                  <a:pt x="10806" y="15340"/>
                </a:lnTo>
                <a:lnTo>
                  <a:pt x="9763" y="14255"/>
                </a:lnTo>
                <a:lnTo>
                  <a:pt x="8776" y="13158"/>
                </a:lnTo>
                <a:lnTo>
                  <a:pt x="7835" y="12047"/>
                </a:lnTo>
                <a:lnTo>
                  <a:pt x="6943" y="10926"/>
                </a:lnTo>
                <a:lnTo>
                  <a:pt x="6085" y="9790"/>
                </a:lnTo>
                <a:lnTo>
                  <a:pt x="5264" y="8643"/>
                </a:lnTo>
                <a:lnTo>
                  <a:pt x="4471" y="7482"/>
                </a:lnTo>
                <a:lnTo>
                  <a:pt x="3700" y="6307"/>
                </a:lnTo>
                <a:lnTo>
                  <a:pt x="2947" y="5119"/>
                </a:lnTo>
                <a:lnTo>
                  <a:pt x="2206" y="3919"/>
                </a:lnTo>
                <a:lnTo>
                  <a:pt x="1472" y="2705"/>
                </a:lnTo>
                <a:lnTo>
                  <a:pt x="737" y="1476"/>
                </a:lnTo>
                <a:lnTo>
                  <a:pt x="0" y="233"/>
                </a:lnTo>
                <a:close/>
              </a:path>
            </a:pathLst>
          </a:custGeom>
          <a:solidFill>
            <a:srgbClr val="B8CD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8" name="contour_07466"/>
          <p:cNvSpPr/>
          <p:nvPr/>
        </p:nvSpPr>
        <p:spPr>
          <a:xfrm>
            <a:off x="10731010" y="5546162"/>
            <a:ext cx="51147" cy="526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78" y="0"/>
                </a:moveTo>
                <a:lnTo>
                  <a:pt x="5395" y="386"/>
                </a:lnTo>
                <a:lnTo>
                  <a:pt x="7562" y="804"/>
                </a:lnTo>
                <a:lnTo>
                  <a:pt x="9618" y="1282"/>
                </a:lnTo>
                <a:lnTo>
                  <a:pt x="11594" y="1844"/>
                </a:lnTo>
                <a:lnTo>
                  <a:pt x="13527" y="2514"/>
                </a:lnTo>
                <a:lnTo>
                  <a:pt x="15454" y="3318"/>
                </a:lnTo>
                <a:lnTo>
                  <a:pt x="17408" y="4274"/>
                </a:lnTo>
                <a:lnTo>
                  <a:pt x="19427" y="5416"/>
                </a:lnTo>
                <a:lnTo>
                  <a:pt x="20594" y="7547"/>
                </a:lnTo>
                <a:lnTo>
                  <a:pt x="21292" y="9334"/>
                </a:lnTo>
                <a:lnTo>
                  <a:pt x="21600" y="11047"/>
                </a:lnTo>
                <a:lnTo>
                  <a:pt x="21594" y="12950"/>
                </a:lnTo>
                <a:lnTo>
                  <a:pt x="21354" y="15318"/>
                </a:lnTo>
                <a:lnTo>
                  <a:pt x="20606" y="17628"/>
                </a:lnTo>
                <a:lnTo>
                  <a:pt x="19855" y="19080"/>
                </a:lnTo>
                <a:lnTo>
                  <a:pt x="18467" y="20922"/>
                </a:lnTo>
                <a:lnTo>
                  <a:pt x="16242" y="21304"/>
                </a:lnTo>
                <a:lnTo>
                  <a:pt x="14050" y="21525"/>
                </a:lnTo>
                <a:lnTo>
                  <a:pt x="11874" y="21600"/>
                </a:lnTo>
                <a:lnTo>
                  <a:pt x="9704" y="21555"/>
                </a:lnTo>
                <a:lnTo>
                  <a:pt x="7525" y="21412"/>
                </a:lnTo>
                <a:lnTo>
                  <a:pt x="5322" y="21194"/>
                </a:lnTo>
                <a:lnTo>
                  <a:pt x="3078" y="20922"/>
                </a:lnTo>
                <a:lnTo>
                  <a:pt x="2724" y="19167"/>
                </a:lnTo>
                <a:lnTo>
                  <a:pt x="2373" y="17413"/>
                </a:lnTo>
                <a:lnTo>
                  <a:pt x="2028" y="15655"/>
                </a:lnTo>
                <a:lnTo>
                  <a:pt x="1687" y="13898"/>
                </a:lnTo>
                <a:lnTo>
                  <a:pt x="1348" y="12140"/>
                </a:lnTo>
                <a:lnTo>
                  <a:pt x="1025" y="10509"/>
                </a:lnTo>
                <a:lnTo>
                  <a:pt x="702" y="8868"/>
                </a:lnTo>
                <a:lnTo>
                  <a:pt x="372" y="7203"/>
                </a:lnTo>
                <a:lnTo>
                  <a:pt x="188" y="5111"/>
                </a:lnTo>
                <a:lnTo>
                  <a:pt x="0" y="2989"/>
                </a:lnTo>
                <a:lnTo>
                  <a:pt x="1527" y="1506"/>
                </a:lnTo>
                <a:lnTo>
                  <a:pt x="3078" y="0"/>
                </a:lnTo>
                <a:close/>
              </a:path>
            </a:pathLst>
          </a:custGeom>
          <a:solidFill>
            <a:srgbClr val="B89D55"/>
          </a:solidFill>
          <a:ln>
            <a:noFill/>
          </a:ln>
        </p:spPr>
        <p:txBody>
          <a:bodyPr/>
          <a:lstStyle/>
          <a:p/>
        </p:txBody>
      </p:sp>
      <p:sp>
        <p:nvSpPr>
          <p:cNvPr id="7469" name="contour_07467"/>
          <p:cNvSpPr/>
          <p:nvPr/>
        </p:nvSpPr>
        <p:spPr>
          <a:xfrm>
            <a:off x="9841875" y="5567945"/>
            <a:ext cx="65592" cy="36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"/>
                </a:moveTo>
                <a:lnTo>
                  <a:pt x="21600" y="2892"/>
                </a:lnTo>
                <a:lnTo>
                  <a:pt x="21600" y="5742"/>
                </a:lnTo>
                <a:lnTo>
                  <a:pt x="21600" y="8604"/>
                </a:lnTo>
                <a:lnTo>
                  <a:pt x="21600" y="11479"/>
                </a:lnTo>
                <a:lnTo>
                  <a:pt x="21600" y="14371"/>
                </a:lnTo>
                <a:lnTo>
                  <a:pt x="21600" y="17289"/>
                </a:lnTo>
                <a:lnTo>
                  <a:pt x="20016" y="17647"/>
                </a:lnTo>
                <a:lnTo>
                  <a:pt x="18432" y="18001"/>
                </a:lnTo>
                <a:lnTo>
                  <a:pt x="16846" y="18358"/>
                </a:lnTo>
                <a:lnTo>
                  <a:pt x="15257" y="18712"/>
                </a:lnTo>
                <a:lnTo>
                  <a:pt x="13666" y="19070"/>
                </a:lnTo>
                <a:lnTo>
                  <a:pt x="12072" y="19427"/>
                </a:lnTo>
                <a:lnTo>
                  <a:pt x="10474" y="19785"/>
                </a:lnTo>
                <a:lnTo>
                  <a:pt x="8870" y="20147"/>
                </a:lnTo>
                <a:lnTo>
                  <a:pt x="7262" y="20509"/>
                </a:lnTo>
                <a:lnTo>
                  <a:pt x="5650" y="20872"/>
                </a:lnTo>
                <a:lnTo>
                  <a:pt x="4027" y="21234"/>
                </a:lnTo>
                <a:lnTo>
                  <a:pt x="2400" y="21600"/>
                </a:lnTo>
                <a:lnTo>
                  <a:pt x="2004" y="18755"/>
                </a:lnTo>
                <a:lnTo>
                  <a:pt x="1608" y="15906"/>
                </a:lnTo>
                <a:lnTo>
                  <a:pt x="1210" y="13044"/>
                </a:lnTo>
                <a:lnTo>
                  <a:pt x="809" y="10169"/>
                </a:lnTo>
                <a:lnTo>
                  <a:pt x="406" y="7276"/>
                </a:lnTo>
                <a:lnTo>
                  <a:pt x="0" y="4358"/>
                </a:lnTo>
                <a:lnTo>
                  <a:pt x="1687" y="3810"/>
                </a:lnTo>
                <a:lnTo>
                  <a:pt x="3374" y="3272"/>
                </a:lnTo>
                <a:lnTo>
                  <a:pt x="5062" y="2733"/>
                </a:lnTo>
                <a:lnTo>
                  <a:pt x="6749" y="2203"/>
                </a:lnTo>
                <a:lnTo>
                  <a:pt x="8004" y="1802"/>
                </a:lnTo>
                <a:lnTo>
                  <a:pt x="9269" y="1397"/>
                </a:lnTo>
                <a:lnTo>
                  <a:pt x="10548" y="991"/>
                </a:lnTo>
                <a:lnTo>
                  <a:pt x="12139" y="642"/>
                </a:lnTo>
                <a:lnTo>
                  <a:pt x="13716" y="375"/>
                </a:lnTo>
                <a:lnTo>
                  <a:pt x="15281" y="181"/>
                </a:lnTo>
                <a:lnTo>
                  <a:pt x="16846" y="60"/>
                </a:lnTo>
                <a:lnTo>
                  <a:pt x="18415" y="4"/>
                </a:lnTo>
                <a:lnTo>
                  <a:pt x="19997" y="0"/>
                </a:lnTo>
                <a:lnTo>
                  <a:pt x="21600" y="47"/>
                </a:lnTo>
                <a:close/>
              </a:path>
            </a:pathLst>
          </a:custGeom>
          <a:solidFill>
            <a:srgbClr val="6B655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0" name="contour_07468"/>
          <p:cNvSpPr/>
          <p:nvPr/>
        </p:nvSpPr>
        <p:spPr>
          <a:xfrm>
            <a:off x="1686613" y="5568026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19462" y="18356"/>
                </a:lnTo>
                <a:lnTo>
                  <a:pt x="17320" y="18713"/>
                </a:lnTo>
                <a:lnTo>
                  <a:pt x="15179" y="19069"/>
                </a:lnTo>
                <a:lnTo>
                  <a:pt x="13034" y="19429"/>
                </a:lnTo>
                <a:lnTo>
                  <a:pt x="10880" y="19786"/>
                </a:lnTo>
                <a:lnTo>
                  <a:pt x="8723" y="20146"/>
                </a:lnTo>
                <a:lnTo>
                  <a:pt x="6557" y="20506"/>
                </a:lnTo>
                <a:lnTo>
                  <a:pt x="4382" y="20869"/>
                </a:lnTo>
                <a:lnTo>
                  <a:pt x="2197" y="2123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665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1" name="contour_07469"/>
          <p:cNvSpPr/>
          <p:nvPr/>
        </p:nvSpPr>
        <p:spPr>
          <a:xfrm>
            <a:off x="9630523" y="5507178"/>
            <a:ext cx="87456" cy="38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1409"/>
                </a:moveTo>
                <a:lnTo>
                  <a:pt x="18740" y="3533"/>
                </a:lnTo>
                <a:lnTo>
                  <a:pt x="19381" y="5694"/>
                </a:lnTo>
                <a:lnTo>
                  <a:pt x="19937" y="7903"/>
                </a:lnTo>
                <a:lnTo>
                  <a:pt x="20423" y="10176"/>
                </a:lnTo>
                <a:lnTo>
                  <a:pt x="20853" y="12534"/>
                </a:lnTo>
                <a:lnTo>
                  <a:pt x="21240" y="14990"/>
                </a:lnTo>
                <a:lnTo>
                  <a:pt x="21600" y="17562"/>
                </a:lnTo>
                <a:lnTo>
                  <a:pt x="20650" y="18830"/>
                </a:lnTo>
                <a:lnTo>
                  <a:pt x="19958" y="19674"/>
                </a:lnTo>
                <a:lnTo>
                  <a:pt x="19188" y="20473"/>
                </a:lnTo>
                <a:lnTo>
                  <a:pt x="18000" y="21600"/>
                </a:lnTo>
                <a:lnTo>
                  <a:pt x="16945" y="20966"/>
                </a:lnTo>
                <a:lnTo>
                  <a:pt x="15890" y="20324"/>
                </a:lnTo>
                <a:lnTo>
                  <a:pt x="14837" y="19666"/>
                </a:lnTo>
                <a:lnTo>
                  <a:pt x="13786" y="18991"/>
                </a:lnTo>
                <a:lnTo>
                  <a:pt x="12740" y="18289"/>
                </a:lnTo>
                <a:lnTo>
                  <a:pt x="11468" y="17982"/>
                </a:lnTo>
                <a:lnTo>
                  <a:pt x="10346" y="18055"/>
                </a:lnTo>
                <a:lnTo>
                  <a:pt x="9284" y="18462"/>
                </a:lnTo>
                <a:lnTo>
                  <a:pt x="8192" y="19157"/>
                </a:lnTo>
                <a:lnTo>
                  <a:pt x="6975" y="20086"/>
                </a:lnTo>
                <a:lnTo>
                  <a:pt x="5861" y="20586"/>
                </a:lnTo>
                <a:lnTo>
                  <a:pt x="4738" y="21087"/>
                </a:lnTo>
                <a:lnTo>
                  <a:pt x="3600" y="21600"/>
                </a:lnTo>
                <a:lnTo>
                  <a:pt x="2646" y="19125"/>
                </a:lnTo>
                <a:lnTo>
                  <a:pt x="1967" y="17279"/>
                </a:lnTo>
                <a:lnTo>
                  <a:pt x="1462" y="15733"/>
                </a:lnTo>
                <a:lnTo>
                  <a:pt x="1033" y="14138"/>
                </a:lnTo>
                <a:lnTo>
                  <a:pt x="580" y="12171"/>
                </a:lnTo>
                <a:lnTo>
                  <a:pt x="0" y="9486"/>
                </a:lnTo>
                <a:lnTo>
                  <a:pt x="1121" y="8294"/>
                </a:lnTo>
                <a:lnTo>
                  <a:pt x="2259" y="7107"/>
                </a:lnTo>
                <a:lnTo>
                  <a:pt x="3411" y="5944"/>
                </a:lnTo>
                <a:lnTo>
                  <a:pt x="4579" y="4830"/>
                </a:lnTo>
                <a:lnTo>
                  <a:pt x="5760" y="3780"/>
                </a:lnTo>
                <a:lnTo>
                  <a:pt x="6952" y="2815"/>
                </a:lnTo>
                <a:lnTo>
                  <a:pt x="8154" y="1963"/>
                </a:lnTo>
                <a:lnTo>
                  <a:pt x="9365" y="1232"/>
                </a:lnTo>
                <a:lnTo>
                  <a:pt x="10586" y="654"/>
                </a:lnTo>
                <a:lnTo>
                  <a:pt x="11812" y="242"/>
                </a:lnTo>
                <a:lnTo>
                  <a:pt x="13045" y="16"/>
                </a:lnTo>
                <a:lnTo>
                  <a:pt x="14279" y="0"/>
                </a:lnTo>
                <a:lnTo>
                  <a:pt x="15520" y="214"/>
                </a:lnTo>
                <a:lnTo>
                  <a:pt x="16760" y="678"/>
                </a:lnTo>
                <a:lnTo>
                  <a:pt x="18000" y="1409"/>
                </a:lnTo>
                <a:close/>
              </a:path>
            </a:pathLst>
          </a:custGeom>
          <a:solidFill>
            <a:srgbClr val="DDDE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2" name="contour_07470"/>
          <p:cNvSpPr/>
          <p:nvPr/>
        </p:nvSpPr>
        <p:spPr>
          <a:xfrm>
            <a:off x="9455612" y="5473282"/>
            <a:ext cx="4372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445" y="1053"/>
                </a:lnTo>
                <a:lnTo>
                  <a:pt x="13892" y="2115"/>
                </a:lnTo>
                <a:lnTo>
                  <a:pt x="15152" y="3184"/>
                </a:lnTo>
                <a:lnTo>
                  <a:pt x="16247" y="4268"/>
                </a:lnTo>
                <a:lnTo>
                  <a:pt x="17190" y="5362"/>
                </a:lnTo>
                <a:lnTo>
                  <a:pt x="18000" y="6475"/>
                </a:lnTo>
                <a:lnTo>
                  <a:pt x="18691" y="7605"/>
                </a:lnTo>
                <a:lnTo>
                  <a:pt x="19282" y="8755"/>
                </a:lnTo>
                <a:lnTo>
                  <a:pt x="19786" y="9927"/>
                </a:lnTo>
                <a:lnTo>
                  <a:pt x="20218" y="11124"/>
                </a:lnTo>
                <a:lnTo>
                  <a:pt x="20603" y="12348"/>
                </a:lnTo>
                <a:lnTo>
                  <a:pt x="20948" y="13601"/>
                </a:lnTo>
                <a:lnTo>
                  <a:pt x="21276" y="14884"/>
                </a:lnTo>
                <a:lnTo>
                  <a:pt x="21600" y="16200"/>
                </a:lnTo>
                <a:lnTo>
                  <a:pt x="19220" y="16200"/>
                </a:lnTo>
                <a:lnTo>
                  <a:pt x="16826" y="16200"/>
                </a:lnTo>
                <a:lnTo>
                  <a:pt x="14400" y="16200"/>
                </a:lnTo>
                <a:lnTo>
                  <a:pt x="13687" y="17269"/>
                </a:lnTo>
                <a:lnTo>
                  <a:pt x="12971" y="18342"/>
                </a:lnTo>
                <a:lnTo>
                  <a:pt x="12254" y="19418"/>
                </a:lnTo>
                <a:lnTo>
                  <a:pt x="11531" y="20504"/>
                </a:lnTo>
                <a:lnTo>
                  <a:pt x="10800" y="21600"/>
                </a:lnTo>
                <a:lnTo>
                  <a:pt x="10130" y="20374"/>
                </a:lnTo>
                <a:lnTo>
                  <a:pt x="9464" y="19150"/>
                </a:lnTo>
                <a:lnTo>
                  <a:pt x="8795" y="17923"/>
                </a:lnTo>
                <a:lnTo>
                  <a:pt x="8125" y="16697"/>
                </a:lnTo>
                <a:lnTo>
                  <a:pt x="7456" y="15469"/>
                </a:lnTo>
                <a:lnTo>
                  <a:pt x="6786" y="14238"/>
                </a:lnTo>
                <a:lnTo>
                  <a:pt x="6113" y="13007"/>
                </a:lnTo>
                <a:lnTo>
                  <a:pt x="5440" y="11774"/>
                </a:lnTo>
                <a:lnTo>
                  <a:pt x="4766" y="10539"/>
                </a:lnTo>
                <a:lnTo>
                  <a:pt x="4090" y="9301"/>
                </a:lnTo>
                <a:lnTo>
                  <a:pt x="3413" y="8059"/>
                </a:lnTo>
                <a:lnTo>
                  <a:pt x="2736" y="6815"/>
                </a:lnTo>
                <a:lnTo>
                  <a:pt x="2056" y="5567"/>
                </a:lnTo>
                <a:lnTo>
                  <a:pt x="1372" y="4316"/>
                </a:lnTo>
                <a:lnTo>
                  <a:pt x="688" y="3060"/>
                </a:lnTo>
                <a:lnTo>
                  <a:pt x="0" y="1800"/>
                </a:lnTo>
                <a:lnTo>
                  <a:pt x="2138" y="2156"/>
                </a:lnTo>
                <a:lnTo>
                  <a:pt x="4284" y="2515"/>
                </a:lnTo>
                <a:lnTo>
                  <a:pt x="6437" y="2873"/>
                </a:lnTo>
                <a:lnTo>
                  <a:pt x="8608" y="3235"/>
                </a:lnTo>
                <a:lnTo>
                  <a:pt x="10800" y="3600"/>
                </a:lnTo>
                <a:lnTo>
                  <a:pt x="10800" y="2410"/>
                </a:lnTo>
                <a:lnTo>
                  <a:pt x="10800" y="1213"/>
                </a:lnTo>
                <a:lnTo>
                  <a:pt x="10800" y="0"/>
                </a:lnTo>
                <a:close/>
              </a:path>
            </a:pathLst>
          </a:custGeom>
          <a:solidFill>
            <a:srgbClr val="C5D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3" name="contour_07471"/>
          <p:cNvSpPr/>
          <p:nvPr/>
        </p:nvSpPr>
        <p:spPr>
          <a:xfrm>
            <a:off x="549686" y="5485883"/>
            <a:ext cx="94744" cy="384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1111"/>
                </a:moveTo>
                <a:lnTo>
                  <a:pt x="18747" y="3430"/>
                </a:lnTo>
                <a:lnTo>
                  <a:pt x="19217" y="5749"/>
                </a:lnTo>
                <a:lnTo>
                  <a:pt x="19689" y="8077"/>
                </a:lnTo>
                <a:lnTo>
                  <a:pt x="20163" y="10413"/>
                </a:lnTo>
                <a:lnTo>
                  <a:pt x="20640" y="12761"/>
                </a:lnTo>
                <a:lnTo>
                  <a:pt x="21118" y="15121"/>
                </a:lnTo>
                <a:lnTo>
                  <a:pt x="21600" y="17502"/>
                </a:lnTo>
                <a:lnTo>
                  <a:pt x="20468" y="17756"/>
                </a:lnTo>
                <a:lnTo>
                  <a:pt x="19339" y="18010"/>
                </a:lnTo>
                <a:lnTo>
                  <a:pt x="18205" y="18264"/>
                </a:lnTo>
                <a:lnTo>
                  <a:pt x="17074" y="18518"/>
                </a:lnTo>
                <a:lnTo>
                  <a:pt x="15941" y="18772"/>
                </a:lnTo>
                <a:lnTo>
                  <a:pt x="14804" y="19027"/>
                </a:lnTo>
                <a:lnTo>
                  <a:pt x="13668" y="19281"/>
                </a:lnTo>
                <a:lnTo>
                  <a:pt x="12530" y="19535"/>
                </a:lnTo>
                <a:lnTo>
                  <a:pt x="11390" y="19793"/>
                </a:lnTo>
                <a:lnTo>
                  <a:pt x="10247" y="20047"/>
                </a:lnTo>
                <a:lnTo>
                  <a:pt x="9100" y="20305"/>
                </a:lnTo>
                <a:lnTo>
                  <a:pt x="7952" y="20563"/>
                </a:lnTo>
                <a:lnTo>
                  <a:pt x="6801" y="20821"/>
                </a:lnTo>
                <a:lnTo>
                  <a:pt x="5646" y="21080"/>
                </a:lnTo>
                <a:lnTo>
                  <a:pt x="4486" y="21338"/>
                </a:lnTo>
                <a:lnTo>
                  <a:pt x="3323" y="21600"/>
                </a:lnTo>
                <a:lnTo>
                  <a:pt x="3323" y="18891"/>
                </a:lnTo>
                <a:lnTo>
                  <a:pt x="3323" y="16166"/>
                </a:lnTo>
                <a:lnTo>
                  <a:pt x="3323" y="13404"/>
                </a:lnTo>
                <a:lnTo>
                  <a:pt x="2336" y="11900"/>
                </a:lnTo>
                <a:lnTo>
                  <a:pt x="1662" y="10970"/>
                </a:lnTo>
                <a:lnTo>
                  <a:pt x="987" y="10237"/>
                </a:lnTo>
                <a:lnTo>
                  <a:pt x="0" y="9306"/>
                </a:lnTo>
                <a:lnTo>
                  <a:pt x="1113" y="8622"/>
                </a:lnTo>
                <a:lnTo>
                  <a:pt x="2226" y="7954"/>
                </a:lnTo>
                <a:lnTo>
                  <a:pt x="3341" y="7302"/>
                </a:lnTo>
                <a:lnTo>
                  <a:pt x="4458" y="6659"/>
                </a:lnTo>
                <a:lnTo>
                  <a:pt x="5574" y="6032"/>
                </a:lnTo>
                <a:lnTo>
                  <a:pt x="6693" y="5409"/>
                </a:lnTo>
                <a:lnTo>
                  <a:pt x="7811" y="4795"/>
                </a:lnTo>
                <a:lnTo>
                  <a:pt x="8931" y="4184"/>
                </a:lnTo>
                <a:lnTo>
                  <a:pt x="9306" y="3950"/>
                </a:lnTo>
                <a:lnTo>
                  <a:pt x="9969" y="3532"/>
                </a:lnTo>
                <a:lnTo>
                  <a:pt x="11488" y="2582"/>
                </a:lnTo>
                <a:lnTo>
                  <a:pt x="12304" y="2160"/>
                </a:lnTo>
                <a:lnTo>
                  <a:pt x="13123" y="1733"/>
                </a:lnTo>
                <a:lnTo>
                  <a:pt x="13954" y="1303"/>
                </a:lnTo>
                <a:lnTo>
                  <a:pt x="15080" y="656"/>
                </a:lnTo>
                <a:lnTo>
                  <a:pt x="16222" y="0"/>
                </a:lnTo>
                <a:lnTo>
                  <a:pt x="16733" y="279"/>
                </a:lnTo>
                <a:lnTo>
                  <a:pt x="18277" y="1111"/>
                </a:lnTo>
                <a:close/>
              </a:path>
            </a:pathLst>
          </a:custGeom>
          <a:solidFill>
            <a:srgbClr val="CED2D6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4" name="contour_07472"/>
          <p:cNvSpPr/>
          <p:nvPr/>
        </p:nvSpPr>
        <p:spPr>
          <a:xfrm>
            <a:off x="8428005" y="5422266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90" y="0"/>
                </a:lnTo>
                <a:lnTo>
                  <a:pt x="9587" y="0"/>
                </a:lnTo>
                <a:lnTo>
                  <a:pt x="10800" y="0"/>
                </a:lnTo>
                <a:lnTo>
                  <a:pt x="10800" y="1428"/>
                </a:lnTo>
                <a:lnTo>
                  <a:pt x="10800" y="2864"/>
                </a:lnTo>
                <a:lnTo>
                  <a:pt x="10800" y="4320"/>
                </a:lnTo>
                <a:lnTo>
                  <a:pt x="12139" y="4985"/>
                </a:lnTo>
                <a:lnTo>
                  <a:pt x="13090" y="5430"/>
                </a:lnTo>
                <a:lnTo>
                  <a:pt x="13910" y="5759"/>
                </a:lnTo>
                <a:lnTo>
                  <a:pt x="14861" y="6074"/>
                </a:lnTo>
                <a:lnTo>
                  <a:pt x="16200" y="6480"/>
                </a:lnTo>
                <a:lnTo>
                  <a:pt x="14971" y="6748"/>
                </a:lnTo>
                <a:lnTo>
                  <a:pt x="13725" y="7020"/>
                </a:lnTo>
                <a:lnTo>
                  <a:pt x="12449" y="7821"/>
                </a:lnTo>
                <a:lnTo>
                  <a:pt x="11405" y="8675"/>
                </a:lnTo>
                <a:lnTo>
                  <a:pt x="10553" y="9595"/>
                </a:lnTo>
                <a:lnTo>
                  <a:pt x="9851" y="10595"/>
                </a:lnTo>
                <a:lnTo>
                  <a:pt x="9261" y="11690"/>
                </a:lnTo>
                <a:lnTo>
                  <a:pt x="8741" y="12891"/>
                </a:lnTo>
                <a:lnTo>
                  <a:pt x="8251" y="14215"/>
                </a:lnTo>
                <a:lnTo>
                  <a:pt x="7751" y="15673"/>
                </a:lnTo>
                <a:lnTo>
                  <a:pt x="7200" y="17280"/>
                </a:lnTo>
                <a:lnTo>
                  <a:pt x="8388" y="17101"/>
                </a:lnTo>
                <a:lnTo>
                  <a:pt x="9576" y="16924"/>
                </a:lnTo>
                <a:lnTo>
                  <a:pt x="10766" y="16744"/>
                </a:lnTo>
                <a:lnTo>
                  <a:pt x="11957" y="16567"/>
                </a:lnTo>
                <a:lnTo>
                  <a:pt x="13151" y="16388"/>
                </a:lnTo>
                <a:lnTo>
                  <a:pt x="14346" y="16209"/>
                </a:lnTo>
                <a:lnTo>
                  <a:pt x="15545" y="16029"/>
                </a:lnTo>
                <a:lnTo>
                  <a:pt x="16747" y="15848"/>
                </a:lnTo>
                <a:lnTo>
                  <a:pt x="17953" y="15666"/>
                </a:lnTo>
                <a:lnTo>
                  <a:pt x="19163" y="15485"/>
                </a:lnTo>
                <a:lnTo>
                  <a:pt x="20380" y="15304"/>
                </a:lnTo>
                <a:lnTo>
                  <a:pt x="21600" y="15120"/>
                </a:lnTo>
                <a:lnTo>
                  <a:pt x="21600" y="16548"/>
                </a:lnTo>
                <a:lnTo>
                  <a:pt x="21600" y="17984"/>
                </a:lnTo>
                <a:lnTo>
                  <a:pt x="21600" y="19440"/>
                </a:lnTo>
                <a:lnTo>
                  <a:pt x="20412" y="19583"/>
                </a:lnTo>
                <a:lnTo>
                  <a:pt x="19224" y="19725"/>
                </a:lnTo>
                <a:lnTo>
                  <a:pt x="18034" y="19868"/>
                </a:lnTo>
                <a:lnTo>
                  <a:pt x="16844" y="20010"/>
                </a:lnTo>
                <a:lnTo>
                  <a:pt x="15653" y="20153"/>
                </a:lnTo>
                <a:lnTo>
                  <a:pt x="14461" y="20298"/>
                </a:lnTo>
                <a:lnTo>
                  <a:pt x="13266" y="20440"/>
                </a:lnTo>
                <a:lnTo>
                  <a:pt x="12069" y="20585"/>
                </a:lnTo>
                <a:lnTo>
                  <a:pt x="10868" y="20727"/>
                </a:lnTo>
                <a:lnTo>
                  <a:pt x="9666" y="20872"/>
                </a:lnTo>
                <a:lnTo>
                  <a:pt x="8462" y="21017"/>
                </a:lnTo>
                <a:lnTo>
                  <a:pt x="7252" y="21162"/>
                </a:lnTo>
                <a:lnTo>
                  <a:pt x="6039" y="21308"/>
                </a:lnTo>
                <a:lnTo>
                  <a:pt x="4822" y="21453"/>
                </a:lnTo>
                <a:lnTo>
                  <a:pt x="3600" y="21600"/>
                </a:lnTo>
                <a:lnTo>
                  <a:pt x="3600" y="20317"/>
                </a:lnTo>
                <a:lnTo>
                  <a:pt x="3600" y="19030"/>
                </a:lnTo>
                <a:lnTo>
                  <a:pt x="3600" y="17738"/>
                </a:lnTo>
                <a:lnTo>
                  <a:pt x="3600" y="16435"/>
                </a:lnTo>
                <a:lnTo>
                  <a:pt x="3600" y="15120"/>
                </a:lnTo>
                <a:lnTo>
                  <a:pt x="2531" y="14250"/>
                </a:lnTo>
                <a:lnTo>
                  <a:pt x="1800" y="13735"/>
                </a:lnTo>
                <a:lnTo>
                  <a:pt x="1069" y="13373"/>
                </a:lnTo>
                <a:lnTo>
                  <a:pt x="0" y="12960"/>
                </a:lnTo>
                <a:lnTo>
                  <a:pt x="817" y="11871"/>
                </a:lnTo>
                <a:lnTo>
                  <a:pt x="1643" y="10791"/>
                </a:lnTo>
                <a:lnTo>
                  <a:pt x="2475" y="9720"/>
                </a:lnTo>
                <a:lnTo>
                  <a:pt x="3164" y="8815"/>
                </a:lnTo>
                <a:lnTo>
                  <a:pt x="3866" y="7897"/>
                </a:lnTo>
                <a:lnTo>
                  <a:pt x="4644" y="7206"/>
                </a:lnTo>
                <a:lnTo>
                  <a:pt x="5299" y="6787"/>
                </a:lnTo>
                <a:lnTo>
                  <a:pt x="6079" y="6571"/>
                </a:lnTo>
                <a:lnTo>
                  <a:pt x="7231" y="6491"/>
                </a:lnTo>
                <a:lnTo>
                  <a:pt x="9000" y="6480"/>
                </a:lnTo>
                <a:lnTo>
                  <a:pt x="8644" y="5197"/>
                </a:lnTo>
                <a:lnTo>
                  <a:pt x="8285" y="3910"/>
                </a:lnTo>
                <a:lnTo>
                  <a:pt x="7927" y="2618"/>
                </a:lnTo>
                <a:lnTo>
                  <a:pt x="7565" y="1315"/>
                </a:lnTo>
                <a:lnTo>
                  <a:pt x="7200" y="0"/>
                </a:lnTo>
                <a:close/>
              </a:path>
            </a:pathLst>
          </a:custGeom>
          <a:solidFill>
            <a:srgbClr val="4A4A4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5" name="contour_07473"/>
          <p:cNvSpPr/>
          <p:nvPr/>
        </p:nvSpPr>
        <p:spPr>
          <a:xfrm>
            <a:off x="5250441" y="5442118"/>
            <a:ext cx="87456" cy="38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30"/>
                </a:moveTo>
                <a:lnTo>
                  <a:pt x="4763" y="970"/>
                </a:lnTo>
                <a:lnTo>
                  <a:pt x="5926" y="827"/>
                </a:lnTo>
                <a:lnTo>
                  <a:pt x="7087" y="696"/>
                </a:lnTo>
                <a:lnTo>
                  <a:pt x="8249" y="573"/>
                </a:lnTo>
                <a:lnTo>
                  <a:pt x="9410" y="463"/>
                </a:lnTo>
                <a:lnTo>
                  <a:pt x="10575" y="360"/>
                </a:lnTo>
                <a:lnTo>
                  <a:pt x="11070" y="282"/>
                </a:lnTo>
                <a:lnTo>
                  <a:pt x="12564" y="49"/>
                </a:lnTo>
                <a:lnTo>
                  <a:pt x="13536" y="0"/>
                </a:lnTo>
                <a:lnTo>
                  <a:pt x="14305" y="33"/>
                </a:lnTo>
                <a:lnTo>
                  <a:pt x="15131" y="197"/>
                </a:lnTo>
                <a:lnTo>
                  <a:pt x="16276" y="545"/>
                </a:lnTo>
                <a:lnTo>
                  <a:pt x="18000" y="1130"/>
                </a:lnTo>
                <a:lnTo>
                  <a:pt x="18959" y="3766"/>
                </a:lnTo>
                <a:lnTo>
                  <a:pt x="19643" y="5711"/>
                </a:lnTo>
                <a:lnTo>
                  <a:pt x="20147" y="7308"/>
                </a:lnTo>
                <a:lnTo>
                  <a:pt x="20576" y="8896"/>
                </a:lnTo>
                <a:lnTo>
                  <a:pt x="21028" y="10816"/>
                </a:lnTo>
                <a:lnTo>
                  <a:pt x="21600" y="13412"/>
                </a:lnTo>
                <a:lnTo>
                  <a:pt x="20410" y="13412"/>
                </a:lnTo>
                <a:lnTo>
                  <a:pt x="19213" y="13412"/>
                </a:lnTo>
                <a:lnTo>
                  <a:pt x="18000" y="13412"/>
                </a:lnTo>
                <a:lnTo>
                  <a:pt x="18000" y="16118"/>
                </a:lnTo>
                <a:lnTo>
                  <a:pt x="18000" y="18841"/>
                </a:lnTo>
                <a:lnTo>
                  <a:pt x="18000" y="21600"/>
                </a:lnTo>
                <a:lnTo>
                  <a:pt x="16812" y="21060"/>
                </a:lnTo>
                <a:lnTo>
                  <a:pt x="15624" y="20519"/>
                </a:lnTo>
                <a:lnTo>
                  <a:pt x="14434" y="19979"/>
                </a:lnTo>
                <a:lnTo>
                  <a:pt x="13244" y="19438"/>
                </a:lnTo>
                <a:lnTo>
                  <a:pt x="12053" y="18894"/>
                </a:lnTo>
                <a:lnTo>
                  <a:pt x="10861" y="18353"/>
                </a:lnTo>
                <a:lnTo>
                  <a:pt x="9666" y="17809"/>
                </a:lnTo>
                <a:lnTo>
                  <a:pt x="8469" y="17264"/>
                </a:lnTo>
                <a:lnTo>
                  <a:pt x="7268" y="16720"/>
                </a:lnTo>
                <a:lnTo>
                  <a:pt x="6066" y="16171"/>
                </a:lnTo>
                <a:lnTo>
                  <a:pt x="4862" y="15623"/>
                </a:lnTo>
                <a:lnTo>
                  <a:pt x="3652" y="15074"/>
                </a:lnTo>
                <a:lnTo>
                  <a:pt x="2439" y="14521"/>
                </a:lnTo>
                <a:lnTo>
                  <a:pt x="1222" y="13969"/>
                </a:lnTo>
                <a:lnTo>
                  <a:pt x="0" y="13412"/>
                </a:lnTo>
                <a:lnTo>
                  <a:pt x="891" y="12397"/>
                </a:lnTo>
                <a:lnTo>
                  <a:pt x="1786" y="11381"/>
                </a:lnTo>
                <a:lnTo>
                  <a:pt x="2687" y="10354"/>
                </a:lnTo>
                <a:lnTo>
                  <a:pt x="3600" y="9318"/>
                </a:lnTo>
                <a:lnTo>
                  <a:pt x="3600" y="6612"/>
                </a:lnTo>
                <a:lnTo>
                  <a:pt x="3600" y="3889"/>
                </a:lnTo>
                <a:lnTo>
                  <a:pt x="3600" y="1130"/>
                </a:lnTo>
                <a:close/>
              </a:path>
            </a:pathLst>
          </a:custGeom>
          <a:solidFill>
            <a:srgbClr val="554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6" name="contour_07474"/>
          <p:cNvSpPr/>
          <p:nvPr/>
        </p:nvSpPr>
        <p:spPr>
          <a:xfrm>
            <a:off x="5729626" y="5408244"/>
            <a:ext cx="52838" cy="59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41" y="2450"/>
                </a:moveTo>
                <a:lnTo>
                  <a:pt x="15817" y="4110"/>
                </a:lnTo>
                <a:lnTo>
                  <a:pt x="15868" y="5733"/>
                </a:lnTo>
                <a:lnTo>
                  <a:pt x="15823" y="7343"/>
                </a:lnTo>
                <a:lnTo>
                  <a:pt x="15710" y="8969"/>
                </a:lnTo>
                <a:lnTo>
                  <a:pt x="15561" y="10634"/>
                </a:lnTo>
                <a:lnTo>
                  <a:pt x="15579" y="11236"/>
                </a:lnTo>
                <a:lnTo>
                  <a:pt x="15641" y="13058"/>
                </a:lnTo>
                <a:lnTo>
                  <a:pt x="17411" y="14031"/>
                </a:lnTo>
                <a:lnTo>
                  <a:pt x="18621" y="14633"/>
                </a:lnTo>
                <a:lnTo>
                  <a:pt x="19830" y="15108"/>
                </a:lnTo>
                <a:lnTo>
                  <a:pt x="21600" y="15710"/>
                </a:lnTo>
                <a:lnTo>
                  <a:pt x="21600" y="17463"/>
                </a:lnTo>
                <a:lnTo>
                  <a:pt x="21600" y="19227"/>
                </a:lnTo>
                <a:lnTo>
                  <a:pt x="21600" y="21014"/>
                </a:lnTo>
                <a:lnTo>
                  <a:pt x="19428" y="21261"/>
                </a:lnTo>
                <a:lnTo>
                  <a:pt x="17295" y="21451"/>
                </a:lnTo>
                <a:lnTo>
                  <a:pt x="15189" y="21568"/>
                </a:lnTo>
                <a:lnTo>
                  <a:pt x="13091" y="21600"/>
                </a:lnTo>
                <a:lnTo>
                  <a:pt x="10988" y="21528"/>
                </a:lnTo>
                <a:lnTo>
                  <a:pt x="8863" y="21337"/>
                </a:lnTo>
                <a:lnTo>
                  <a:pt x="6703" y="21014"/>
                </a:lnTo>
                <a:lnTo>
                  <a:pt x="5264" y="19571"/>
                </a:lnTo>
                <a:lnTo>
                  <a:pt x="4067" y="18065"/>
                </a:lnTo>
                <a:lnTo>
                  <a:pt x="3084" y="16498"/>
                </a:lnTo>
                <a:lnTo>
                  <a:pt x="2282" y="14869"/>
                </a:lnTo>
                <a:lnTo>
                  <a:pt x="1636" y="13188"/>
                </a:lnTo>
                <a:lnTo>
                  <a:pt x="1114" y="11448"/>
                </a:lnTo>
                <a:lnTo>
                  <a:pt x="688" y="9658"/>
                </a:lnTo>
                <a:lnTo>
                  <a:pt x="325" y="7818"/>
                </a:lnTo>
                <a:lnTo>
                  <a:pt x="0" y="5930"/>
                </a:lnTo>
                <a:lnTo>
                  <a:pt x="468" y="3888"/>
                </a:lnTo>
                <a:lnTo>
                  <a:pt x="953" y="2636"/>
                </a:lnTo>
                <a:lnTo>
                  <a:pt x="1755" y="1665"/>
                </a:lnTo>
                <a:lnTo>
                  <a:pt x="3164" y="461"/>
                </a:lnTo>
                <a:lnTo>
                  <a:pt x="5589" y="98"/>
                </a:lnTo>
                <a:lnTo>
                  <a:pt x="7707" y="0"/>
                </a:lnTo>
                <a:lnTo>
                  <a:pt x="9641" y="178"/>
                </a:lnTo>
                <a:lnTo>
                  <a:pt x="11524" y="639"/>
                </a:lnTo>
                <a:lnTo>
                  <a:pt x="13481" y="1392"/>
                </a:lnTo>
                <a:lnTo>
                  <a:pt x="15641" y="2450"/>
                </a:lnTo>
                <a:close/>
              </a:path>
            </a:pathLst>
          </a:custGeom>
          <a:solidFill>
            <a:srgbClr val="DD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7" name="contour_07475"/>
          <p:cNvSpPr/>
          <p:nvPr/>
        </p:nvSpPr>
        <p:spPr>
          <a:xfrm>
            <a:off x="1438821" y="5384434"/>
            <a:ext cx="61219" cy="88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38"/>
                </a:moveTo>
                <a:lnTo>
                  <a:pt x="1767" y="211"/>
                </a:lnTo>
                <a:lnTo>
                  <a:pt x="3520" y="103"/>
                </a:lnTo>
                <a:lnTo>
                  <a:pt x="5261" y="27"/>
                </a:lnTo>
                <a:lnTo>
                  <a:pt x="6989" y="0"/>
                </a:lnTo>
                <a:lnTo>
                  <a:pt x="8704" y="39"/>
                </a:lnTo>
                <a:lnTo>
                  <a:pt x="10404" y="156"/>
                </a:lnTo>
                <a:lnTo>
                  <a:pt x="12093" y="370"/>
                </a:lnTo>
                <a:lnTo>
                  <a:pt x="13767" y="696"/>
                </a:lnTo>
                <a:lnTo>
                  <a:pt x="15429" y="1148"/>
                </a:lnTo>
                <a:lnTo>
                  <a:pt x="16858" y="2023"/>
                </a:lnTo>
                <a:lnTo>
                  <a:pt x="18033" y="2893"/>
                </a:lnTo>
                <a:lnTo>
                  <a:pt x="18987" y="3785"/>
                </a:lnTo>
                <a:lnTo>
                  <a:pt x="19764" y="4731"/>
                </a:lnTo>
                <a:lnTo>
                  <a:pt x="20399" y="5760"/>
                </a:lnTo>
                <a:lnTo>
                  <a:pt x="20929" y="6901"/>
                </a:lnTo>
                <a:lnTo>
                  <a:pt x="21394" y="8187"/>
                </a:lnTo>
                <a:lnTo>
                  <a:pt x="21520" y="9454"/>
                </a:lnTo>
                <a:lnTo>
                  <a:pt x="21600" y="10659"/>
                </a:lnTo>
                <a:lnTo>
                  <a:pt x="21600" y="11813"/>
                </a:lnTo>
                <a:lnTo>
                  <a:pt x="21500" y="12924"/>
                </a:lnTo>
                <a:lnTo>
                  <a:pt x="21263" y="14004"/>
                </a:lnTo>
                <a:lnTo>
                  <a:pt x="20867" y="15064"/>
                </a:lnTo>
                <a:lnTo>
                  <a:pt x="20281" y="16113"/>
                </a:lnTo>
                <a:lnTo>
                  <a:pt x="19479" y="17160"/>
                </a:lnTo>
                <a:lnTo>
                  <a:pt x="18432" y="18216"/>
                </a:lnTo>
                <a:lnTo>
                  <a:pt x="17118" y="18942"/>
                </a:lnTo>
                <a:lnTo>
                  <a:pt x="15855" y="19603"/>
                </a:lnTo>
                <a:lnTo>
                  <a:pt x="14590" y="20199"/>
                </a:lnTo>
                <a:lnTo>
                  <a:pt x="13276" y="20728"/>
                </a:lnTo>
                <a:lnTo>
                  <a:pt x="11859" y="21196"/>
                </a:lnTo>
                <a:lnTo>
                  <a:pt x="10286" y="21600"/>
                </a:lnTo>
                <a:lnTo>
                  <a:pt x="8565" y="21139"/>
                </a:lnTo>
                <a:lnTo>
                  <a:pt x="7457" y="20801"/>
                </a:lnTo>
                <a:lnTo>
                  <a:pt x="6477" y="20420"/>
                </a:lnTo>
                <a:lnTo>
                  <a:pt x="5143" y="19828"/>
                </a:lnTo>
                <a:lnTo>
                  <a:pt x="6390" y="19141"/>
                </a:lnTo>
                <a:lnTo>
                  <a:pt x="7655" y="18444"/>
                </a:lnTo>
                <a:lnTo>
                  <a:pt x="8815" y="17369"/>
                </a:lnTo>
                <a:lnTo>
                  <a:pt x="9705" y="16286"/>
                </a:lnTo>
                <a:lnTo>
                  <a:pt x="10358" y="15191"/>
                </a:lnTo>
                <a:lnTo>
                  <a:pt x="10808" y="14080"/>
                </a:lnTo>
                <a:lnTo>
                  <a:pt x="11088" y="12947"/>
                </a:lnTo>
                <a:lnTo>
                  <a:pt x="11235" y="11784"/>
                </a:lnTo>
                <a:lnTo>
                  <a:pt x="11278" y="10588"/>
                </a:lnTo>
                <a:lnTo>
                  <a:pt x="11258" y="9355"/>
                </a:lnTo>
                <a:lnTo>
                  <a:pt x="11204" y="8079"/>
                </a:lnTo>
                <a:lnTo>
                  <a:pt x="11150" y="6754"/>
                </a:lnTo>
                <a:lnTo>
                  <a:pt x="10615" y="5069"/>
                </a:lnTo>
                <a:lnTo>
                  <a:pt x="10106" y="4041"/>
                </a:lnTo>
                <a:lnTo>
                  <a:pt x="9324" y="3253"/>
                </a:lnTo>
                <a:lnTo>
                  <a:pt x="7977" y="2284"/>
                </a:lnTo>
                <a:lnTo>
                  <a:pt x="6403" y="1782"/>
                </a:lnTo>
                <a:lnTo>
                  <a:pt x="4850" y="1339"/>
                </a:lnTo>
                <a:lnTo>
                  <a:pt x="3286" y="955"/>
                </a:lnTo>
                <a:lnTo>
                  <a:pt x="1682" y="622"/>
                </a:lnTo>
                <a:lnTo>
                  <a:pt x="0" y="338"/>
                </a:lnTo>
                <a:close/>
              </a:path>
            </a:pathLst>
          </a:custGeom>
          <a:solidFill>
            <a:srgbClr val="A98C53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8" name="contour_07476"/>
          <p:cNvSpPr/>
          <p:nvPr/>
        </p:nvSpPr>
        <p:spPr>
          <a:xfrm>
            <a:off x="3836570" y="5312946"/>
            <a:ext cx="76925" cy="1202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18" y="0"/>
                </a:moveTo>
                <a:lnTo>
                  <a:pt x="19433" y="0"/>
                </a:lnTo>
                <a:lnTo>
                  <a:pt x="20464" y="0"/>
                </a:lnTo>
                <a:lnTo>
                  <a:pt x="20726" y="1971"/>
                </a:lnTo>
                <a:lnTo>
                  <a:pt x="20957" y="3740"/>
                </a:lnTo>
                <a:lnTo>
                  <a:pt x="21156" y="5318"/>
                </a:lnTo>
                <a:lnTo>
                  <a:pt x="21322" y="6721"/>
                </a:lnTo>
                <a:lnTo>
                  <a:pt x="21449" y="7965"/>
                </a:lnTo>
                <a:lnTo>
                  <a:pt x="21541" y="9063"/>
                </a:lnTo>
                <a:lnTo>
                  <a:pt x="21590" y="10032"/>
                </a:lnTo>
                <a:lnTo>
                  <a:pt x="21600" y="10882"/>
                </a:lnTo>
                <a:lnTo>
                  <a:pt x="21565" y="11634"/>
                </a:lnTo>
                <a:lnTo>
                  <a:pt x="21487" y="12298"/>
                </a:lnTo>
                <a:lnTo>
                  <a:pt x="21363" y="12891"/>
                </a:lnTo>
                <a:lnTo>
                  <a:pt x="21189" y="13426"/>
                </a:lnTo>
                <a:lnTo>
                  <a:pt x="20964" y="13920"/>
                </a:lnTo>
                <a:lnTo>
                  <a:pt x="20689" y="14386"/>
                </a:lnTo>
                <a:lnTo>
                  <a:pt x="20360" y="14839"/>
                </a:lnTo>
                <a:lnTo>
                  <a:pt x="19975" y="15293"/>
                </a:lnTo>
                <a:lnTo>
                  <a:pt x="19533" y="15764"/>
                </a:lnTo>
                <a:lnTo>
                  <a:pt x="19034" y="16265"/>
                </a:lnTo>
                <a:lnTo>
                  <a:pt x="18473" y="16814"/>
                </a:lnTo>
                <a:lnTo>
                  <a:pt x="17460" y="17482"/>
                </a:lnTo>
                <a:lnTo>
                  <a:pt x="16443" y="18117"/>
                </a:lnTo>
                <a:lnTo>
                  <a:pt x="15414" y="18713"/>
                </a:lnTo>
                <a:lnTo>
                  <a:pt x="14362" y="19270"/>
                </a:lnTo>
                <a:lnTo>
                  <a:pt x="13279" y="19778"/>
                </a:lnTo>
                <a:lnTo>
                  <a:pt x="12156" y="20236"/>
                </a:lnTo>
                <a:lnTo>
                  <a:pt x="10985" y="20639"/>
                </a:lnTo>
                <a:lnTo>
                  <a:pt x="9755" y="20981"/>
                </a:lnTo>
                <a:lnTo>
                  <a:pt x="8458" y="21258"/>
                </a:lnTo>
                <a:lnTo>
                  <a:pt x="7085" y="21466"/>
                </a:lnTo>
                <a:lnTo>
                  <a:pt x="5628" y="21600"/>
                </a:lnTo>
                <a:lnTo>
                  <a:pt x="4445" y="21384"/>
                </a:lnTo>
                <a:lnTo>
                  <a:pt x="3254" y="21167"/>
                </a:lnTo>
                <a:lnTo>
                  <a:pt x="2046" y="20945"/>
                </a:lnTo>
                <a:lnTo>
                  <a:pt x="1293" y="19971"/>
                </a:lnTo>
                <a:lnTo>
                  <a:pt x="810" y="19280"/>
                </a:lnTo>
                <a:lnTo>
                  <a:pt x="499" y="18683"/>
                </a:lnTo>
                <a:lnTo>
                  <a:pt x="262" y="17992"/>
                </a:lnTo>
                <a:lnTo>
                  <a:pt x="0" y="17018"/>
                </a:lnTo>
                <a:lnTo>
                  <a:pt x="1003" y="16921"/>
                </a:lnTo>
                <a:lnTo>
                  <a:pt x="2022" y="16824"/>
                </a:lnTo>
                <a:lnTo>
                  <a:pt x="3366" y="16677"/>
                </a:lnTo>
                <a:lnTo>
                  <a:pt x="4731" y="16527"/>
                </a:lnTo>
                <a:lnTo>
                  <a:pt x="6053" y="16390"/>
                </a:lnTo>
                <a:lnTo>
                  <a:pt x="7394" y="16251"/>
                </a:lnTo>
                <a:lnTo>
                  <a:pt x="8755" y="15977"/>
                </a:lnTo>
                <a:lnTo>
                  <a:pt x="9993" y="15696"/>
                </a:lnTo>
                <a:lnTo>
                  <a:pt x="11135" y="15394"/>
                </a:lnTo>
                <a:lnTo>
                  <a:pt x="12211" y="15056"/>
                </a:lnTo>
                <a:lnTo>
                  <a:pt x="13244" y="14670"/>
                </a:lnTo>
                <a:lnTo>
                  <a:pt x="14264" y="14222"/>
                </a:lnTo>
                <a:lnTo>
                  <a:pt x="15297" y="13701"/>
                </a:lnTo>
                <a:lnTo>
                  <a:pt x="16371" y="13091"/>
                </a:lnTo>
                <a:lnTo>
                  <a:pt x="16723" y="12261"/>
                </a:lnTo>
                <a:lnTo>
                  <a:pt x="17006" y="11431"/>
                </a:lnTo>
                <a:lnTo>
                  <a:pt x="17227" y="10601"/>
                </a:lnTo>
                <a:lnTo>
                  <a:pt x="17399" y="9770"/>
                </a:lnTo>
                <a:lnTo>
                  <a:pt x="17530" y="8933"/>
                </a:lnTo>
                <a:lnTo>
                  <a:pt x="17630" y="8090"/>
                </a:lnTo>
                <a:lnTo>
                  <a:pt x="17710" y="7241"/>
                </a:lnTo>
                <a:lnTo>
                  <a:pt x="17779" y="6382"/>
                </a:lnTo>
                <a:lnTo>
                  <a:pt x="17884" y="5460"/>
                </a:lnTo>
                <a:lnTo>
                  <a:pt x="17990" y="4526"/>
                </a:lnTo>
                <a:lnTo>
                  <a:pt x="18088" y="3621"/>
                </a:lnTo>
                <a:lnTo>
                  <a:pt x="18178" y="2716"/>
                </a:lnTo>
                <a:lnTo>
                  <a:pt x="18264" y="1812"/>
                </a:lnTo>
                <a:lnTo>
                  <a:pt x="18344" y="906"/>
                </a:lnTo>
                <a:lnTo>
                  <a:pt x="18418" y="0"/>
                </a:lnTo>
                <a:close/>
              </a:path>
            </a:pathLst>
          </a:custGeom>
          <a:solidFill>
            <a:srgbClr val="E0E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479" name="contour_07477"/>
          <p:cNvSpPr/>
          <p:nvPr/>
        </p:nvSpPr>
        <p:spPr>
          <a:xfrm>
            <a:off x="7640902" y="5377889"/>
            <a:ext cx="80168" cy="516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271"/>
                </a:moveTo>
                <a:lnTo>
                  <a:pt x="3344" y="0"/>
                </a:lnTo>
                <a:lnTo>
                  <a:pt x="4397" y="18"/>
                </a:lnTo>
                <a:lnTo>
                  <a:pt x="6021" y="341"/>
                </a:lnTo>
                <a:lnTo>
                  <a:pt x="7210" y="579"/>
                </a:lnTo>
                <a:lnTo>
                  <a:pt x="8418" y="820"/>
                </a:lnTo>
                <a:lnTo>
                  <a:pt x="9661" y="1115"/>
                </a:lnTo>
                <a:lnTo>
                  <a:pt x="10922" y="1414"/>
                </a:lnTo>
                <a:lnTo>
                  <a:pt x="11552" y="1545"/>
                </a:lnTo>
                <a:lnTo>
                  <a:pt x="13451" y="1938"/>
                </a:lnTo>
                <a:lnTo>
                  <a:pt x="14688" y="2203"/>
                </a:lnTo>
                <a:lnTo>
                  <a:pt x="15927" y="2474"/>
                </a:lnTo>
                <a:lnTo>
                  <a:pt x="17164" y="2751"/>
                </a:lnTo>
                <a:lnTo>
                  <a:pt x="18399" y="3032"/>
                </a:lnTo>
                <a:lnTo>
                  <a:pt x="19636" y="3318"/>
                </a:lnTo>
                <a:lnTo>
                  <a:pt x="19206" y="3498"/>
                </a:lnTo>
                <a:lnTo>
                  <a:pt x="18448" y="3815"/>
                </a:lnTo>
                <a:lnTo>
                  <a:pt x="16714" y="4543"/>
                </a:lnTo>
                <a:lnTo>
                  <a:pt x="15733" y="5146"/>
                </a:lnTo>
                <a:lnTo>
                  <a:pt x="14747" y="5753"/>
                </a:lnTo>
                <a:lnTo>
                  <a:pt x="13745" y="6365"/>
                </a:lnTo>
                <a:lnTo>
                  <a:pt x="13569" y="8723"/>
                </a:lnTo>
                <a:lnTo>
                  <a:pt x="13480" y="10378"/>
                </a:lnTo>
                <a:lnTo>
                  <a:pt x="13480" y="11767"/>
                </a:lnTo>
                <a:lnTo>
                  <a:pt x="13569" y="13331"/>
                </a:lnTo>
                <a:lnTo>
                  <a:pt x="13745" y="15506"/>
                </a:lnTo>
                <a:lnTo>
                  <a:pt x="15041" y="15506"/>
                </a:lnTo>
                <a:lnTo>
                  <a:pt x="16339" y="15506"/>
                </a:lnTo>
                <a:lnTo>
                  <a:pt x="17643" y="15506"/>
                </a:lnTo>
                <a:lnTo>
                  <a:pt x="18953" y="15506"/>
                </a:lnTo>
                <a:lnTo>
                  <a:pt x="20271" y="15506"/>
                </a:lnTo>
                <a:lnTo>
                  <a:pt x="21600" y="15506"/>
                </a:lnTo>
                <a:lnTo>
                  <a:pt x="21600" y="17520"/>
                </a:lnTo>
                <a:lnTo>
                  <a:pt x="21600" y="19546"/>
                </a:lnTo>
                <a:lnTo>
                  <a:pt x="21600" y="21600"/>
                </a:lnTo>
                <a:lnTo>
                  <a:pt x="20084" y="21338"/>
                </a:lnTo>
                <a:lnTo>
                  <a:pt x="18621" y="20978"/>
                </a:lnTo>
                <a:lnTo>
                  <a:pt x="17211" y="20527"/>
                </a:lnTo>
                <a:lnTo>
                  <a:pt x="15845" y="19985"/>
                </a:lnTo>
                <a:lnTo>
                  <a:pt x="14519" y="19357"/>
                </a:lnTo>
                <a:lnTo>
                  <a:pt x="13229" y="18644"/>
                </a:lnTo>
                <a:lnTo>
                  <a:pt x="11970" y="17855"/>
                </a:lnTo>
                <a:lnTo>
                  <a:pt x="10737" y="16987"/>
                </a:lnTo>
                <a:lnTo>
                  <a:pt x="9526" y="16048"/>
                </a:lnTo>
                <a:lnTo>
                  <a:pt x="8328" y="15043"/>
                </a:lnTo>
                <a:lnTo>
                  <a:pt x="7144" y="13970"/>
                </a:lnTo>
                <a:lnTo>
                  <a:pt x="5966" y="12837"/>
                </a:lnTo>
                <a:lnTo>
                  <a:pt x="4789" y="11642"/>
                </a:lnTo>
                <a:lnTo>
                  <a:pt x="3609" y="10396"/>
                </a:lnTo>
                <a:lnTo>
                  <a:pt x="2421" y="9098"/>
                </a:lnTo>
                <a:lnTo>
                  <a:pt x="1219" y="7755"/>
                </a:lnTo>
                <a:lnTo>
                  <a:pt x="0" y="6365"/>
                </a:lnTo>
                <a:lnTo>
                  <a:pt x="440" y="4555"/>
                </a:lnTo>
                <a:lnTo>
                  <a:pt x="791" y="3315"/>
                </a:lnTo>
                <a:lnTo>
                  <a:pt x="1239" y="2078"/>
                </a:lnTo>
                <a:lnTo>
                  <a:pt x="1964" y="271"/>
                </a:lnTo>
                <a:close/>
              </a:path>
            </a:pathLst>
          </a:custGeom>
          <a:solidFill>
            <a:srgbClr val="EE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0" name="contour_07478"/>
          <p:cNvSpPr/>
          <p:nvPr/>
        </p:nvSpPr>
        <p:spPr>
          <a:xfrm>
            <a:off x="5345184" y="5356674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1B1B1A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1" name="contour_07479"/>
          <p:cNvSpPr/>
          <p:nvPr/>
        </p:nvSpPr>
        <p:spPr>
          <a:xfrm>
            <a:off x="4711129" y="5334810"/>
            <a:ext cx="8228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04" y="0"/>
                </a:moveTo>
                <a:lnTo>
                  <a:pt x="16728" y="395"/>
                </a:lnTo>
                <a:lnTo>
                  <a:pt x="17738" y="753"/>
                </a:lnTo>
                <a:lnTo>
                  <a:pt x="18610" y="1222"/>
                </a:lnTo>
                <a:lnTo>
                  <a:pt x="19620" y="1950"/>
                </a:lnTo>
                <a:lnTo>
                  <a:pt x="21043" y="3086"/>
                </a:lnTo>
                <a:lnTo>
                  <a:pt x="21321" y="5477"/>
                </a:lnTo>
                <a:lnTo>
                  <a:pt x="21514" y="7523"/>
                </a:lnTo>
                <a:lnTo>
                  <a:pt x="21600" y="9387"/>
                </a:lnTo>
                <a:lnTo>
                  <a:pt x="21564" y="11220"/>
                </a:lnTo>
                <a:lnTo>
                  <a:pt x="21386" y="13179"/>
                </a:lnTo>
                <a:lnTo>
                  <a:pt x="21043" y="15429"/>
                </a:lnTo>
                <a:lnTo>
                  <a:pt x="20119" y="17144"/>
                </a:lnTo>
                <a:lnTo>
                  <a:pt x="19396" y="18357"/>
                </a:lnTo>
                <a:lnTo>
                  <a:pt x="18711" y="19236"/>
                </a:lnTo>
                <a:lnTo>
                  <a:pt x="17908" y="19955"/>
                </a:lnTo>
                <a:lnTo>
                  <a:pt x="16825" y="20687"/>
                </a:lnTo>
                <a:lnTo>
                  <a:pt x="15304" y="21600"/>
                </a:lnTo>
                <a:lnTo>
                  <a:pt x="13921" y="21535"/>
                </a:lnTo>
                <a:lnTo>
                  <a:pt x="12561" y="21430"/>
                </a:lnTo>
                <a:lnTo>
                  <a:pt x="11222" y="21270"/>
                </a:lnTo>
                <a:lnTo>
                  <a:pt x="9908" y="21026"/>
                </a:lnTo>
                <a:lnTo>
                  <a:pt x="8620" y="20680"/>
                </a:lnTo>
                <a:lnTo>
                  <a:pt x="7361" y="20215"/>
                </a:lnTo>
                <a:lnTo>
                  <a:pt x="6133" y="19604"/>
                </a:lnTo>
                <a:lnTo>
                  <a:pt x="4938" y="18823"/>
                </a:lnTo>
                <a:lnTo>
                  <a:pt x="3776" y="17860"/>
                </a:lnTo>
                <a:lnTo>
                  <a:pt x="2650" y="16688"/>
                </a:lnTo>
                <a:lnTo>
                  <a:pt x="1561" y="15284"/>
                </a:lnTo>
                <a:lnTo>
                  <a:pt x="786" y="13824"/>
                </a:lnTo>
                <a:lnTo>
                  <a:pt x="0" y="12343"/>
                </a:lnTo>
                <a:lnTo>
                  <a:pt x="945" y="12229"/>
                </a:lnTo>
                <a:lnTo>
                  <a:pt x="1898" y="12111"/>
                </a:lnTo>
                <a:lnTo>
                  <a:pt x="2862" y="11994"/>
                </a:lnTo>
                <a:lnTo>
                  <a:pt x="4088" y="11791"/>
                </a:lnTo>
                <a:lnTo>
                  <a:pt x="5324" y="11587"/>
                </a:lnTo>
                <a:lnTo>
                  <a:pt x="6577" y="11380"/>
                </a:lnTo>
                <a:lnTo>
                  <a:pt x="7799" y="11198"/>
                </a:lnTo>
                <a:lnTo>
                  <a:pt x="9029" y="11019"/>
                </a:lnTo>
                <a:lnTo>
                  <a:pt x="10275" y="10837"/>
                </a:lnTo>
                <a:lnTo>
                  <a:pt x="11304" y="10316"/>
                </a:lnTo>
                <a:lnTo>
                  <a:pt x="12341" y="9791"/>
                </a:lnTo>
                <a:lnTo>
                  <a:pt x="13391" y="9257"/>
                </a:lnTo>
                <a:lnTo>
                  <a:pt x="14070" y="6897"/>
                </a:lnTo>
                <a:lnTo>
                  <a:pt x="14510" y="5236"/>
                </a:lnTo>
                <a:lnTo>
                  <a:pt x="14801" y="3829"/>
                </a:lnTo>
                <a:lnTo>
                  <a:pt x="15034" y="2231"/>
                </a:lnTo>
                <a:lnTo>
                  <a:pt x="15304" y="0"/>
                </a:lnTo>
                <a:close/>
              </a:path>
            </a:pathLst>
          </a:custGeom>
          <a:solidFill>
            <a:srgbClr val="1E1E1F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2" name="contour_07480"/>
          <p:cNvSpPr/>
          <p:nvPr/>
        </p:nvSpPr>
        <p:spPr>
          <a:xfrm>
            <a:off x="2319087" y="5320234"/>
            <a:ext cx="5988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0" y="0"/>
                </a:moveTo>
                <a:lnTo>
                  <a:pt x="2305" y="149"/>
                </a:lnTo>
                <a:lnTo>
                  <a:pt x="4040" y="297"/>
                </a:lnTo>
                <a:lnTo>
                  <a:pt x="5778" y="446"/>
                </a:lnTo>
                <a:lnTo>
                  <a:pt x="7518" y="594"/>
                </a:lnTo>
                <a:lnTo>
                  <a:pt x="9261" y="743"/>
                </a:lnTo>
                <a:lnTo>
                  <a:pt x="11006" y="893"/>
                </a:lnTo>
                <a:lnTo>
                  <a:pt x="12757" y="1042"/>
                </a:lnTo>
                <a:lnTo>
                  <a:pt x="14513" y="1193"/>
                </a:lnTo>
                <a:lnTo>
                  <a:pt x="16274" y="1345"/>
                </a:lnTo>
                <a:lnTo>
                  <a:pt x="18041" y="1496"/>
                </a:lnTo>
                <a:lnTo>
                  <a:pt x="19818" y="1647"/>
                </a:lnTo>
                <a:lnTo>
                  <a:pt x="21600" y="1800"/>
                </a:lnTo>
                <a:lnTo>
                  <a:pt x="21600" y="2693"/>
                </a:lnTo>
                <a:lnTo>
                  <a:pt x="21600" y="3600"/>
                </a:lnTo>
                <a:lnTo>
                  <a:pt x="19778" y="3600"/>
                </a:lnTo>
                <a:lnTo>
                  <a:pt x="17954" y="3600"/>
                </a:lnTo>
                <a:lnTo>
                  <a:pt x="16130" y="3600"/>
                </a:lnTo>
                <a:lnTo>
                  <a:pt x="14303" y="3600"/>
                </a:lnTo>
                <a:lnTo>
                  <a:pt x="12468" y="3600"/>
                </a:lnTo>
                <a:lnTo>
                  <a:pt x="10630" y="3600"/>
                </a:lnTo>
                <a:lnTo>
                  <a:pt x="8785" y="3600"/>
                </a:lnTo>
                <a:lnTo>
                  <a:pt x="6932" y="3600"/>
                </a:lnTo>
                <a:lnTo>
                  <a:pt x="5071" y="3600"/>
                </a:lnTo>
                <a:lnTo>
                  <a:pt x="3199" y="3600"/>
                </a:lnTo>
                <a:lnTo>
                  <a:pt x="3199" y="4790"/>
                </a:lnTo>
                <a:lnTo>
                  <a:pt x="3199" y="5987"/>
                </a:lnTo>
                <a:lnTo>
                  <a:pt x="3199" y="7200"/>
                </a:lnTo>
                <a:lnTo>
                  <a:pt x="4866" y="7835"/>
                </a:lnTo>
                <a:lnTo>
                  <a:pt x="6088" y="8246"/>
                </a:lnTo>
                <a:lnTo>
                  <a:pt x="7468" y="8611"/>
                </a:lnTo>
                <a:lnTo>
                  <a:pt x="9608" y="9112"/>
                </a:lnTo>
                <a:lnTo>
                  <a:pt x="12365" y="9769"/>
                </a:lnTo>
                <a:lnTo>
                  <a:pt x="14300" y="10267"/>
                </a:lnTo>
                <a:lnTo>
                  <a:pt x="15667" y="10703"/>
                </a:lnTo>
                <a:lnTo>
                  <a:pt x="16726" y="11171"/>
                </a:lnTo>
                <a:lnTo>
                  <a:pt x="17741" y="11772"/>
                </a:lnTo>
                <a:lnTo>
                  <a:pt x="18971" y="12600"/>
                </a:lnTo>
                <a:lnTo>
                  <a:pt x="19119" y="13878"/>
                </a:lnTo>
                <a:lnTo>
                  <a:pt x="19184" y="14783"/>
                </a:lnTo>
                <a:lnTo>
                  <a:pt x="19184" y="15752"/>
                </a:lnTo>
                <a:lnTo>
                  <a:pt x="19134" y="17212"/>
                </a:lnTo>
                <a:lnTo>
                  <a:pt x="19119" y="17829"/>
                </a:lnTo>
                <a:lnTo>
                  <a:pt x="19063" y="19694"/>
                </a:lnTo>
                <a:lnTo>
                  <a:pt x="19040" y="20169"/>
                </a:lnTo>
                <a:lnTo>
                  <a:pt x="18971" y="21600"/>
                </a:lnTo>
                <a:lnTo>
                  <a:pt x="17410" y="21600"/>
                </a:lnTo>
                <a:lnTo>
                  <a:pt x="15843" y="21600"/>
                </a:lnTo>
                <a:lnTo>
                  <a:pt x="14271" y="21600"/>
                </a:lnTo>
                <a:lnTo>
                  <a:pt x="12686" y="21600"/>
                </a:lnTo>
                <a:lnTo>
                  <a:pt x="11085" y="21600"/>
                </a:lnTo>
                <a:lnTo>
                  <a:pt x="11301" y="20522"/>
                </a:lnTo>
                <a:lnTo>
                  <a:pt x="11522" y="19438"/>
                </a:lnTo>
                <a:lnTo>
                  <a:pt x="11742" y="18338"/>
                </a:lnTo>
                <a:lnTo>
                  <a:pt x="11756" y="17145"/>
                </a:lnTo>
                <a:lnTo>
                  <a:pt x="11692" y="16337"/>
                </a:lnTo>
                <a:lnTo>
                  <a:pt x="11490" y="15545"/>
                </a:lnTo>
                <a:lnTo>
                  <a:pt x="11085" y="14400"/>
                </a:lnTo>
                <a:lnTo>
                  <a:pt x="9687" y="13592"/>
                </a:lnTo>
                <a:lnTo>
                  <a:pt x="8672" y="13054"/>
                </a:lnTo>
                <a:lnTo>
                  <a:pt x="7550" y="12541"/>
                </a:lnTo>
                <a:lnTo>
                  <a:pt x="5828" y="11812"/>
                </a:lnTo>
                <a:lnTo>
                  <a:pt x="4106" y="11056"/>
                </a:lnTo>
                <a:lnTo>
                  <a:pt x="2984" y="10512"/>
                </a:lnTo>
                <a:lnTo>
                  <a:pt x="1969" y="9914"/>
                </a:lnTo>
                <a:lnTo>
                  <a:pt x="570" y="9000"/>
                </a:lnTo>
                <a:lnTo>
                  <a:pt x="239" y="7661"/>
                </a:lnTo>
                <a:lnTo>
                  <a:pt x="58" y="6386"/>
                </a:lnTo>
                <a:lnTo>
                  <a:pt x="0" y="5150"/>
                </a:lnTo>
                <a:lnTo>
                  <a:pt x="45" y="3922"/>
                </a:lnTo>
                <a:lnTo>
                  <a:pt x="171" y="2675"/>
                </a:lnTo>
                <a:lnTo>
                  <a:pt x="355" y="1375"/>
                </a:lnTo>
                <a:lnTo>
                  <a:pt x="570" y="0"/>
                </a:lnTo>
                <a:close/>
              </a:path>
            </a:pathLst>
          </a:custGeom>
          <a:solidFill>
            <a:srgbClr val="BBAC85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3" name="contour_07481"/>
          <p:cNvSpPr/>
          <p:nvPr/>
        </p:nvSpPr>
        <p:spPr>
          <a:xfrm>
            <a:off x="8500885" y="5305658"/>
            <a:ext cx="4537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16" y="0"/>
                </a:moveTo>
                <a:lnTo>
                  <a:pt x="21163" y="1534"/>
                </a:lnTo>
                <a:lnTo>
                  <a:pt x="21423" y="3005"/>
                </a:lnTo>
                <a:lnTo>
                  <a:pt x="21576" y="4426"/>
                </a:lnTo>
                <a:lnTo>
                  <a:pt x="21600" y="5808"/>
                </a:lnTo>
                <a:lnTo>
                  <a:pt x="21479" y="7163"/>
                </a:lnTo>
                <a:lnTo>
                  <a:pt x="21187" y="8502"/>
                </a:lnTo>
                <a:lnTo>
                  <a:pt x="20712" y="9834"/>
                </a:lnTo>
                <a:lnTo>
                  <a:pt x="20032" y="11176"/>
                </a:lnTo>
                <a:lnTo>
                  <a:pt x="19123" y="12534"/>
                </a:lnTo>
                <a:lnTo>
                  <a:pt x="17971" y="13921"/>
                </a:lnTo>
                <a:lnTo>
                  <a:pt x="16490" y="15111"/>
                </a:lnTo>
                <a:lnTo>
                  <a:pt x="15019" y="16269"/>
                </a:lnTo>
                <a:lnTo>
                  <a:pt x="13530" y="17397"/>
                </a:lnTo>
                <a:lnTo>
                  <a:pt x="12004" y="18492"/>
                </a:lnTo>
                <a:lnTo>
                  <a:pt x="10411" y="19557"/>
                </a:lnTo>
                <a:lnTo>
                  <a:pt x="8732" y="20593"/>
                </a:lnTo>
                <a:lnTo>
                  <a:pt x="6939" y="21600"/>
                </a:lnTo>
                <a:lnTo>
                  <a:pt x="4645" y="21600"/>
                </a:lnTo>
                <a:lnTo>
                  <a:pt x="2338" y="21600"/>
                </a:lnTo>
                <a:lnTo>
                  <a:pt x="0" y="21600"/>
                </a:lnTo>
                <a:lnTo>
                  <a:pt x="413" y="18379"/>
                </a:lnTo>
                <a:lnTo>
                  <a:pt x="781" y="15643"/>
                </a:lnTo>
                <a:lnTo>
                  <a:pt x="1128" y="13336"/>
                </a:lnTo>
                <a:lnTo>
                  <a:pt x="1474" y="11405"/>
                </a:lnTo>
                <a:lnTo>
                  <a:pt x="1846" y="9800"/>
                </a:lnTo>
                <a:lnTo>
                  <a:pt x="2265" y="8465"/>
                </a:lnTo>
                <a:lnTo>
                  <a:pt x="2755" y="7348"/>
                </a:lnTo>
                <a:lnTo>
                  <a:pt x="3337" y="6398"/>
                </a:lnTo>
                <a:lnTo>
                  <a:pt x="4035" y="5562"/>
                </a:lnTo>
                <a:lnTo>
                  <a:pt x="4874" y="4787"/>
                </a:lnTo>
                <a:lnTo>
                  <a:pt x="5874" y="4018"/>
                </a:lnTo>
                <a:lnTo>
                  <a:pt x="7064" y="3205"/>
                </a:lnTo>
                <a:lnTo>
                  <a:pt x="8458" y="2294"/>
                </a:lnTo>
                <a:lnTo>
                  <a:pt x="10772" y="1328"/>
                </a:lnTo>
                <a:lnTo>
                  <a:pt x="12528" y="680"/>
                </a:lnTo>
                <a:lnTo>
                  <a:pt x="14068" y="287"/>
                </a:lnTo>
                <a:lnTo>
                  <a:pt x="15733" y="84"/>
                </a:lnTo>
                <a:lnTo>
                  <a:pt x="17867" y="11"/>
                </a:lnTo>
                <a:lnTo>
                  <a:pt x="20816" y="0"/>
                </a:lnTo>
                <a:close/>
              </a:path>
            </a:pathLst>
          </a:custGeom>
          <a:solidFill>
            <a:srgbClr val="D5D6D7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4" name="contour_07482"/>
          <p:cNvSpPr/>
          <p:nvPr/>
        </p:nvSpPr>
        <p:spPr>
          <a:xfrm>
            <a:off x="5585688" y="5283794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1" y="1029"/>
                </a:lnTo>
                <a:lnTo>
                  <a:pt x="3616" y="2060"/>
                </a:lnTo>
                <a:lnTo>
                  <a:pt x="5419" y="3100"/>
                </a:lnTo>
                <a:lnTo>
                  <a:pt x="7214" y="4142"/>
                </a:lnTo>
                <a:lnTo>
                  <a:pt x="9007" y="5189"/>
                </a:lnTo>
                <a:lnTo>
                  <a:pt x="10800" y="6242"/>
                </a:lnTo>
                <a:lnTo>
                  <a:pt x="11578" y="6677"/>
                </a:lnTo>
                <a:lnTo>
                  <a:pt x="13923" y="7989"/>
                </a:lnTo>
                <a:lnTo>
                  <a:pt x="15388" y="8867"/>
                </a:lnTo>
                <a:lnTo>
                  <a:pt x="16876" y="9755"/>
                </a:lnTo>
                <a:lnTo>
                  <a:pt x="18237" y="10543"/>
                </a:lnTo>
                <a:lnTo>
                  <a:pt x="19616" y="11340"/>
                </a:lnTo>
                <a:lnTo>
                  <a:pt x="20452" y="12288"/>
                </a:lnTo>
                <a:lnTo>
                  <a:pt x="21011" y="13160"/>
                </a:lnTo>
                <a:lnTo>
                  <a:pt x="21353" y="14242"/>
                </a:lnTo>
                <a:lnTo>
                  <a:pt x="21526" y="15819"/>
                </a:lnTo>
                <a:lnTo>
                  <a:pt x="21591" y="18176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F4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5" name="contour_07483"/>
          <p:cNvSpPr/>
          <p:nvPr/>
        </p:nvSpPr>
        <p:spPr>
          <a:xfrm>
            <a:off x="1497125" y="5247354"/>
            <a:ext cx="51016" cy="861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765" y="268"/>
                </a:lnTo>
                <a:lnTo>
                  <a:pt x="4447" y="537"/>
                </a:lnTo>
                <a:lnTo>
                  <a:pt x="5388" y="908"/>
                </a:lnTo>
                <a:lnTo>
                  <a:pt x="6847" y="1485"/>
                </a:lnTo>
                <a:lnTo>
                  <a:pt x="9078" y="2365"/>
                </a:lnTo>
                <a:lnTo>
                  <a:pt x="12343" y="3653"/>
                </a:lnTo>
                <a:lnTo>
                  <a:pt x="12232" y="5156"/>
                </a:lnTo>
                <a:lnTo>
                  <a:pt x="12087" y="6239"/>
                </a:lnTo>
                <a:lnTo>
                  <a:pt x="11821" y="7210"/>
                </a:lnTo>
                <a:lnTo>
                  <a:pt x="11359" y="8377"/>
                </a:lnTo>
                <a:lnTo>
                  <a:pt x="10609" y="10045"/>
                </a:lnTo>
                <a:lnTo>
                  <a:pt x="10041" y="11743"/>
                </a:lnTo>
                <a:lnTo>
                  <a:pt x="9686" y="12925"/>
                </a:lnTo>
                <a:lnTo>
                  <a:pt x="9482" y="13897"/>
                </a:lnTo>
                <a:lnTo>
                  <a:pt x="9359" y="14965"/>
                </a:lnTo>
                <a:lnTo>
                  <a:pt x="9257" y="16437"/>
                </a:lnTo>
                <a:lnTo>
                  <a:pt x="10781" y="17334"/>
                </a:lnTo>
                <a:lnTo>
                  <a:pt x="12355" y="18061"/>
                </a:lnTo>
                <a:lnTo>
                  <a:pt x="13997" y="18647"/>
                </a:lnTo>
                <a:lnTo>
                  <a:pt x="15722" y="19114"/>
                </a:lnTo>
                <a:lnTo>
                  <a:pt x="17552" y="19494"/>
                </a:lnTo>
                <a:lnTo>
                  <a:pt x="19505" y="19810"/>
                </a:lnTo>
                <a:lnTo>
                  <a:pt x="21600" y="20090"/>
                </a:lnTo>
                <a:lnTo>
                  <a:pt x="19091" y="20720"/>
                </a:lnTo>
                <a:lnTo>
                  <a:pt x="16925" y="21171"/>
                </a:lnTo>
                <a:lnTo>
                  <a:pt x="15006" y="21458"/>
                </a:lnTo>
                <a:lnTo>
                  <a:pt x="13228" y="21596"/>
                </a:lnTo>
                <a:lnTo>
                  <a:pt x="11497" y="21600"/>
                </a:lnTo>
                <a:lnTo>
                  <a:pt x="9711" y="21481"/>
                </a:lnTo>
                <a:lnTo>
                  <a:pt x="7767" y="21257"/>
                </a:lnTo>
                <a:lnTo>
                  <a:pt x="5567" y="20941"/>
                </a:lnTo>
                <a:lnTo>
                  <a:pt x="3012" y="20546"/>
                </a:lnTo>
                <a:lnTo>
                  <a:pt x="0" y="20090"/>
                </a:lnTo>
                <a:lnTo>
                  <a:pt x="191" y="18846"/>
                </a:lnTo>
                <a:lnTo>
                  <a:pt x="383" y="17604"/>
                </a:lnTo>
                <a:lnTo>
                  <a:pt x="574" y="16358"/>
                </a:lnTo>
                <a:lnTo>
                  <a:pt x="765" y="15115"/>
                </a:lnTo>
                <a:lnTo>
                  <a:pt x="957" y="13869"/>
                </a:lnTo>
                <a:lnTo>
                  <a:pt x="1148" y="12620"/>
                </a:lnTo>
                <a:lnTo>
                  <a:pt x="1339" y="11371"/>
                </a:lnTo>
                <a:lnTo>
                  <a:pt x="1531" y="10120"/>
                </a:lnTo>
                <a:lnTo>
                  <a:pt x="1725" y="8867"/>
                </a:lnTo>
                <a:lnTo>
                  <a:pt x="1916" y="7610"/>
                </a:lnTo>
                <a:lnTo>
                  <a:pt x="2111" y="6350"/>
                </a:lnTo>
                <a:lnTo>
                  <a:pt x="2305" y="5088"/>
                </a:lnTo>
                <a:lnTo>
                  <a:pt x="2499" y="3823"/>
                </a:lnTo>
                <a:lnTo>
                  <a:pt x="2694" y="2553"/>
                </a:lnTo>
                <a:lnTo>
                  <a:pt x="2888" y="1278"/>
                </a:lnTo>
                <a:lnTo>
                  <a:pt x="3086" y="0"/>
                </a:lnTo>
                <a:close/>
              </a:path>
            </a:pathLst>
          </a:custGeom>
          <a:solidFill>
            <a:srgbClr val="9F7E5E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6" name="contour_07484"/>
          <p:cNvSpPr/>
          <p:nvPr/>
        </p:nvSpPr>
        <p:spPr>
          <a:xfrm>
            <a:off x="7407686" y="5261930"/>
            <a:ext cx="5046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59" y="0"/>
                </a:moveTo>
                <a:lnTo>
                  <a:pt x="11421" y="0"/>
                </a:lnTo>
                <a:lnTo>
                  <a:pt x="13495" y="0"/>
                </a:lnTo>
                <a:lnTo>
                  <a:pt x="15598" y="0"/>
                </a:lnTo>
                <a:lnTo>
                  <a:pt x="16874" y="1012"/>
                </a:lnTo>
                <a:lnTo>
                  <a:pt x="17978" y="2048"/>
                </a:lnTo>
                <a:lnTo>
                  <a:pt x="18914" y="3109"/>
                </a:lnTo>
                <a:lnTo>
                  <a:pt x="19697" y="4192"/>
                </a:lnTo>
                <a:lnTo>
                  <a:pt x="20330" y="5299"/>
                </a:lnTo>
                <a:lnTo>
                  <a:pt x="20829" y="6430"/>
                </a:lnTo>
                <a:lnTo>
                  <a:pt x="21194" y="7582"/>
                </a:lnTo>
                <a:lnTo>
                  <a:pt x="21438" y="8755"/>
                </a:lnTo>
                <a:lnTo>
                  <a:pt x="21572" y="9950"/>
                </a:lnTo>
                <a:lnTo>
                  <a:pt x="21600" y="11167"/>
                </a:lnTo>
                <a:lnTo>
                  <a:pt x="21531" y="12404"/>
                </a:lnTo>
                <a:lnTo>
                  <a:pt x="21235" y="13561"/>
                </a:lnTo>
                <a:lnTo>
                  <a:pt x="20923" y="14715"/>
                </a:lnTo>
                <a:lnTo>
                  <a:pt x="20599" y="15867"/>
                </a:lnTo>
                <a:lnTo>
                  <a:pt x="20259" y="17015"/>
                </a:lnTo>
                <a:lnTo>
                  <a:pt x="19900" y="18162"/>
                </a:lnTo>
                <a:lnTo>
                  <a:pt x="19525" y="19309"/>
                </a:lnTo>
                <a:lnTo>
                  <a:pt x="19132" y="20453"/>
                </a:lnTo>
                <a:lnTo>
                  <a:pt x="18718" y="21600"/>
                </a:lnTo>
                <a:lnTo>
                  <a:pt x="16634" y="21388"/>
                </a:lnTo>
                <a:lnTo>
                  <a:pt x="14553" y="21163"/>
                </a:lnTo>
                <a:lnTo>
                  <a:pt x="12478" y="20925"/>
                </a:lnTo>
                <a:lnTo>
                  <a:pt x="10738" y="20736"/>
                </a:lnTo>
                <a:lnTo>
                  <a:pt x="8969" y="20545"/>
                </a:lnTo>
                <a:lnTo>
                  <a:pt x="7615" y="20174"/>
                </a:lnTo>
                <a:lnTo>
                  <a:pt x="6239" y="19800"/>
                </a:lnTo>
                <a:lnTo>
                  <a:pt x="6239" y="18610"/>
                </a:lnTo>
                <a:lnTo>
                  <a:pt x="6239" y="17413"/>
                </a:lnTo>
                <a:lnTo>
                  <a:pt x="6239" y="16200"/>
                </a:lnTo>
                <a:lnTo>
                  <a:pt x="8298" y="16200"/>
                </a:lnTo>
                <a:lnTo>
                  <a:pt x="10360" y="16200"/>
                </a:lnTo>
                <a:lnTo>
                  <a:pt x="12432" y="16200"/>
                </a:lnTo>
                <a:lnTo>
                  <a:pt x="14512" y="16200"/>
                </a:lnTo>
                <a:lnTo>
                  <a:pt x="16606" y="16200"/>
                </a:lnTo>
                <a:lnTo>
                  <a:pt x="18718" y="16200"/>
                </a:lnTo>
                <a:lnTo>
                  <a:pt x="18718" y="15131"/>
                </a:lnTo>
                <a:lnTo>
                  <a:pt x="18718" y="14058"/>
                </a:lnTo>
                <a:lnTo>
                  <a:pt x="18718" y="12982"/>
                </a:lnTo>
                <a:lnTo>
                  <a:pt x="18718" y="11896"/>
                </a:lnTo>
                <a:lnTo>
                  <a:pt x="18718" y="10800"/>
                </a:lnTo>
                <a:lnTo>
                  <a:pt x="16659" y="10998"/>
                </a:lnTo>
                <a:lnTo>
                  <a:pt x="14597" y="11196"/>
                </a:lnTo>
                <a:lnTo>
                  <a:pt x="12534" y="11394"/>
                </a:lnTo>
                <a:lnTo>
                  <a:pt x="10466" y="11594"/>
                </a:lnTo>
                <a:lnTo>
                  <a:pt x="8392" y="11794"/>
                </a:lnTo>
                <a:lnTo>
                  <a:pt x="6308" y="11993"/>
                </a:lnTo>
                <a:lnTo>
                  <a:pt x="4218" y="12195"/>
                </a:lnTo>
                <a:lnTo>
                  <a:pt x="2115" y="12397"/>
                </a:lnTo>
                <a:lnTo>
                  <a:pt x="0" y="12600"/>
                </a:lnTo>
                <a:lnTo>
                  <a:pt x="0" y="11410"/>
                </a:lnTo>
                <a:lnTo>
                  <a:pt x="0" y="10213"/>
                </a:lnTo>
                <a:lnTo>
                  <a:pt x="0" y="9000"/>
                </a:lnTo>
                <a:lnTo>
                  <a:pt x="2059" y="9000"/>
                </a:lnTo>
                <a:lnTo>
                  <a:pt x="4121" y="9000"/>
                </a:lnTo>
                <a:lnTo>
                  <a:pt x="6192" y="9000"/>
                </a:lnTo>
                <a:lnTo>
                  <a:pt x="8273" y="9000"/>
                </a:lnTo>
                <a:lnTo>
                  <a:pt x="10366" y="9000"/>
                </a:lnTo>
                <a:lnTo>
                  <a:pt x="12478" y="9000"/>
                </a:lnTo>
                <a:lnTo>
                  <a:pt x="12092" y="7886"/>
                </a:lnTo>
                <a:lnTo>
                  <a:pt x="11705" y="6772"/>
                </a:lnTo>
                <a:lnTo>
                  <a:pt x="11318" y="5654"/>
                </a:lnTo>
                <a:lnTo>
                  <a:pt x="10931" y="4534"/>
                </a:lnTo>
                <a:lnTo>
                  <a:pt x="10541" y="3409"/>
                </a:lnTo>
                <a:lnTo>
                  <a:pt x="10148" y="2279"/>
                </a:lnTo>
                <a:lnTo>
                  <a:pt x="9755" y="1143"/>
                </a:lnTo>
                <a:lnTo>
                  <a:pt x="9359" y="0"/>
                </a:lnTo>
                <a:close/>
              </a:path>
            </a:pathLst>
          </a:custGeom>
          <a:solidFill>
            <a:srgbClr val="97A1D2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7" name="contour_07485"/>
          <p:cNvSpPr/>
          <p:nvPr/>
        </p:nvSpPr>
        <p:spPr>
          <a:xfrm>
            <a:off x="6969875" y="5283794"/>
            <a:ext cx="5974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27" y="0"/>
                </a:moveTo>
                <a:lnTo>
                  <a:pt x="4542" y="77"/>
                </a:lnTo>
                <a:lnTo>
                  <a:pt x="6223" y="250"/>
                </a:lnTo>
                <a:lnTo>
                  <a:pt x="7883" y="518"/>
                </a:lnTo>
                <a:lnTo>
                  <a:pt x="9522" y="873"/>
                </a:lnTo>
                <a:lnTo>
                  <a:pt x="11148" y="1308"/>
                </a:lnTo>
                <a:lnTo>
                  <a:pt x="12766" y="1827"/>
                </a:lnTo>
                <a:lnTo>
                  <a:pt x="14383" y="2422"/>
                </a:lnTo>
                <a:lnTo>
                  <a:pt x="16001" y="3086"/>
                </a:lnTo>
                <a:lnTo>
                  <a:pt x="17382" y="4851"/>
                </a:lnTo>
                <a:lnTo>
                  <a:pt x="18517" y="6477"/>
                </a:lnTo>
                <a:lnTo>
                  <a:pt x="19434" y="8044"/>
                </a:lnTo>
                <a:lnTo>
                  <a:pt x="20154" y="9621"/>
                </a:lnTo>
                <a:lnTo>
                  <a:pt x="20704" y="11288"/>
                </a:lnTo>
                <a:lnTo>
                  <a:pt x="21113" y="13114"/>
                </a:lnTo>
                <a:lnTo>
                  <a:pt x="21402" y="15179"/>
                </a:lnTo>
                <a:lnTo>
                  <a:pt x="21600" y="17552"/>
                </a:lnTo>
                <a:lnTo>
                  <a:pt x="21437" y="19560"/>
                </a:lnTo>
                <a:lnTo>
                  <a:pt x="21271" y="21600"/>
                </a:lnTo>
                <a:lnTo>
                  <a:pt x="19310" y="21020"/>
                </a:lnTo>
                <a:lnTo>
                  <a:pt x="17919" y="20569"/>
                </a:lnTo>
                <a:lnTo>
                  <a:pt x="16718" y="20100"/>
                </a:lnTo>
                <a:lnTo>
                  <a:pt x="15327" y="19465"/>
                </a:lnTo>
                <a:lnTo>
                  <a:pt x="13366" y="18514"/>
                </a:lnTo>
                <a:lnTo>
                  <a:pt x="13366" y="16475"/>
                </a:lnTo>
                <a:lnTo>
                  <a:pt x="13366" y="14423"/>
                </a:lnTo>
                <a:lnTo>
                  <a:pt x="13366" y="12343"/>
                </a:lnTo>
                <a:lnTo>
                  <a:pt x="11735" y="12725"/>
                </a:lnTo>
                <a:lnTo>
                  <a:pt x="10104" y="13108"/>
                </a:lnTo>
                <a:lnTo>
                  <a:pt x="8468" y="13491"/>
                </a:lnTo>
                <a:lnTo>
                  <a:pt x="6829" y="13873"/>
                </a:lnTo>
                <a:lnTo>
                  <a:pt x="5183" y="14259"/>
                </a:lnTo>
                <a:lnTo>
                  <a:pt x="3528" y="14648"/>
                </a:lnTo>
                <a:lnTo>
                  <a:pt x="1865" y="15037"/>
                </a:lnTo>
                <a:lnTo>
                  <a:pt x="192" y="15429"/>
                </a:lnTo>
                <a:lnTo>
                  <a:pt x="84" y="11479"/>
                </a:lnTo>
                <a:lnTo>
                  <a:pt x="21" y="8745"/>
                </a:lnTo>
                <a:lnTo>
                  <a:pt x="0" y="6881"/>
                </a:lnTo>
                <a:lnTo>
                  <a:pt x="21" y="5545"/>
                </a:lnTo>
                <a:lnTo>
                  <a:pt x="84" y="4394"/>
                </a:lnTo>
                <a:lnTo>
                  <a:pt x="192" y="3086"/>
                </a:lnTo>
                <a:lnTo>
                  <a:pt x="1499" y="1555"/>
                </a:lnTo>
                <a:lnTo>
                  <a:pt x="2827" y="0"/>
                </a:lnTo>
                <a:close/>
              </a:path>
            </a:pathLst>
          </a:custGeom>
          <a:solidFill>
            <a:srgbClr val="D7D9D9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8" name="contour_07486"/>
          <p:cNvSpPr/>
          <p:nvPr/>
        </p:nvSpPr>
        <p:spPr>
          <a:xfrm>
            <a:off x="10577962" y="5203626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100" y="1604"/>
                </a:lnTo>
                <a:lnTo>
                  <a:pt x="8100" y="3213"/>
                </a:lnTo>
                <a:lnTo>
                  <a:pt x="8100" y="4828"/>
                </a:lnTo>
                <a:lnTo>
                  <a:pt x="8100" y="6456"/>
                </a:lnTo>
                <a:lnTo>
                  <a:pt x="8100" y="8100"/>
                </a:lnTo>
                <a:lnTo>
                  <a:pt x="9771" y="7765"/>
                </a:lnTo>
                <a:lnTo>
                  <a:pt x="11443" y="7430"/>
                </a:lnTo>
                <a:lnTo>
                  <a:pt x="13119" y="7096"/>
                </a:lnTo>
                <a:lnTo>
                  <a:pt x="14799" y="6761"/>
                </a:lnTo>
                <a:lnTo>
                  <a:pt x="16486" y="6423"/>
                </a:lnTo>
                <a:lnTo>
                  <a:pt x="18182" y="6083"/>
                </a:lnTo>
                <a:lnTo>
                  <a:pt x="19886" y="5743"/>
                </a:lnTo>
                <a:lnTo>
                  <a:pt x="21600" y="5400"/>
                </a:lnTo>
                <a:lnTo>
                  <a:pt x="21303" y="7182"/>
                </a:lnTo>
                <a:lnTo>
                  <a:pt x="21006" y="8967"/>
                </a:lnTo>
                <a:lnTo>
                  <a:pt x="20709" y="10751"/>
                </a:lnTo>
                <a:lnTo>
                  <a:pt x="20409" y="12541"/>
                </a:lnTo>
                <a:lnTo>
                  <a:pt x="20110" y="14337"/>
                </a:lnTo>
                <a:lnTo>
                  <a:pt x="19810" y="16141"/>
                </a:lnTo>
                <a:lnTo>
                  <a:pt x="19507" y="17950"/>
                </a:lnTo>
                <a:lnTo>
                  <a:pt x="19205" y="19769"/>
                </a:lnTo>
                <a:lnTo>
                  <a:pt x="18900" y="21600"/>
                </a:lnTo>
                <a:lnTo>
                  <a:pt x="17296" y="21600"/>
                </a:lnTo>
                <a:lnTo>
                  <a:pt x="15687" y="21600"/>
                </a:lnTo>
                <a:lnTo>
                  <a:pt x="14072" y="21600"/>
                </a:lnTo>
                <a:lnTo>
                  <a:pt x="12444" y="21600"/>
                </a:lnTo>
                <a:lnTo>
                  <a:pt x="10800" y="21600"/>
                </a:lnTo>
                <a:lnTo>
                  <a:pt x="11021" y="20317"/>
                </a:lnTo>
                <a:lnTo>
                  <a:pt x="11248" y="19027"/>
                </a:lnTo>
                <a:lnTo>
                  <a:pt x="11475" y="17717"/>
                </a:lnTo>
                <a:lnTo>
                  <a:pt x="11254" y="16324"/>
                </a:lnTo>
                <a:lnTo>
                  <a:pt x="11027" y="14923"/>
                </a:lnTo>
                <a:lnTo>
                  <a:pt x="10800" y="13500"/>
                </a:lnTo>
                <a:lnTo>
                  <a:pt x="9056" y="12763"/>
                </a:lnTo>
                <a:lnTo>
                  <a:pt x="7298" y="12180"/>
                </a:lnTo>
                <a:lnTo>
                  <a:pt x="5519" y="11718"/>
                </a:lnTo>
                <a:lnTo>
                  <a:pt x="3712" y="11354"/>
                </a:lnTo>
                <a:lnTo>
                  <a:pt x="1876" y="11057"/>
                </a:lnTo>
                <a:lnTo>
                  <a:pt x="0" y="10800"/>
                </a:lnTo>
                <a:lnTo>
                  <a:pt x="319" y="8996"/>
                </a:lnTo>
                <a:lnTo>
                  <a:pt x="656" y="7195"/>
                </a:lnTo>
                <a:lnTo>
                  <a:pt x="1012" y="5400"/>
                </a:lnTo>
                <a:lnTo>
                  <a:pt x="1296" y="3893"/>
                </a:lnTo>
                <a:lnTo>
                  <a:pt x="1582" y="2362"/>
                </a:lnTo>
                <a:lnTo>
                  <a:pt x="2138" y="1191"/>
                </a:lnTo>
                <a:lnTo>
                  <a:pt x="2700" y="0"/>
                </a:lnTo>
                <a:close/>
              </a:path>
            </a:pathLst>
          </a:custGeom>
          <a:solidFill>
            <a:srgbClr val="BFA19E"/>
          </a:solidFill>
          <a:ln>
            <a:noFill/>
          </a:ln>
        </p:spPr>
        <p:txBody>
          <a:bodyPr/>
          <a:lstStyle/>
          <a:p/>
        </p:txBody>
      </p:sp>
      <p:sp>
        <p:nvSpPr>
          <p:cNvPr id="7489" name="contour_07487"/>
          <p:cNvSpPr/>
          <p:nvPr/>
        </p:nvSpPr>
        <p:spPr>
          <a:xfrm>
            <a:off x="6518551" y="5196455"/>
            <a:ext cx="65592" cy="581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68" y="19"/>
                </a:moveTo>
                <a:lnTo>
                  <a:pt x="15187" y="252"/>
                </a:lnTo>
                <a:lnTo>
                  <a:pt x="15862" y="506"/>
                </a:lnTo>
                <a:lnTo>
                  <a:pt x="16932" y="909"/>
                </a:lnTo>
                <a:lnTo>
                  <a:pt x="18732" y="1585"/>
                </a:lnTo>
                <a:lnTo>
                  <a:pt x="21600" y="2662"/>
                </a:lnTo>
                <a:lnTo>
                  <a:pt x="20897" y="4469"/>
                </a:lnTo>
                <a:lnTo>
                  <a:pt x="20186" y="6209"/>
                </a:lnTo>
                <a:lnTo>
                  <a:pt x="19459" y="7878"/>
                </a:lnTo>
                <a:lnTo>
                  <a:pt x="18689" y="9474"/>
                </a:lnTo>
                <a:lnTo>
                  <a:pt x="17866" y="10995"/>
                </a:lnTo>
                <a:lnTo>
                  <a:pt x="16966" y="12434"/>
                </a:lnTo>
                <a:lnTo>
                  <a:pt x="15972" y="13789"/>
                </a:lnTo>
                <a:lnTo>
                  <a:pt x="14868" y="15056"/>
                </a:lnTo>
                <a:lnTo>
                  <a:pt x="13637" y="16230"/>
                </a:lnTo>
                <a:lnTo>
                  <a:pt x="12259" y="17312"/>
                </a:lnTo>
                <a:lnTo>
                  <a:pt x="10716" y="18291"/>
                </a:lnTo>
                <a:lnTo>
                  <a:pt x="9194" y="18838"/>
                </a:lnTo>
                <a:lnTo>
                  <a:pt x="7678" y="19360"/>
                </a:lnTo>
                <a:lnTo>
                  <a:pt x="6156" y="19858"/>
                </a:lnTo>
                <a:lnTo>
                  <a:pt x="4632" y="20334"/>
                </a:lnTo>
                <a:lnTo>
                  <a:pt x="3101" y="20783"/>
                </a:lnTo>
                <a:lnTo>
                  <a:pt x="1558" y="21205"/>
                </a:lnTo>
                <a:lnTo>
                  <a:pt x="0" y="21600"/>
                </a:lnTo>
                <a:lnTo>
                  <a:pt x="655" y="20042"/>
                </a:lnTo>
                <a:lnTo>
                  <a:pt x="1313" y="18486"/>
                </a:lnTo>
                <a:lnTo>
                  <a:pt x="1973" y="16930"/>
                </a:lnTo>
                <a:lnTo>
                  <a:pt x="2635" y="15375"/>
                </a:lnTo>
                <a:lnTo>
                  <a:pt x="3300" y="13822"/>
                </a:lnTo>
                <a:lnTo>
                  <a:pt x="3574" y="13181"/>
                </a:lnTo>
                <a:lnTo>
                  <a:pt x="4054" y="12044"/>
                </a:lnTo>
                <a:lnTo>
                  <a:pt x="5155" y="9445"/>
                </a:lnTo>
                <a:lnTo>
                  <a:pt x="6744" y="6298"/>
                </a:lnTo>
                <a:lnTo>
                  <a:pt x="7992" y="3934"/>
                </a:lnTo>
                <a:lnTo>
                  <a:pt x="9014" y="2240"/>
                </a:lnTo>
                <a:lnTo>
                  <a:pt x="9919" y="1112"/>
                </a:lnTo>
                <a:lnTo>
                  <a:pt x="10814" y="438"/>
                </a:lnTo>
                <a:lnTo>
                  <a:pt x="11815" y="103"/>
                </a:lnTo>
                <a:lnTo>
                  <a:pt x="13030" y="0"/>
                </a:lnTo>
                <a:lnTo>
                  <a:pt x="14568" y="19"/>
                </a:lnTo>
                <a:close/>
              </a:path>
            </a:pathLst>
          </a:custGeom>
          <a:solidFill>
            <a:srgbClr val="EE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0" name="contour_07488"/>
          <p:cNvSpPr/>
          <p:nvPr/>
        </p:nvSpPr>
        <p:spPr>
          <a:xfrm>
            <a:off x="2815421" y="5181762"/>
            <a:ext cx="2335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08" y="0"/>
                </a:moveTo>
                <a:lnTo>
                  <a:pt x="11963" y="0"/>
                </a:lnTo>
                <a:lnTo>
                  <a:pt x="16444" y="0"/>
                </a:lnTo>
                <a:lnTo>
                  <a:pt x="20987" y="0"/>
                </a:lnTo>
                <a:lnTo>
                  <a:pt x="21196" y="1030"/>
                </a:lnTo>
                <a:lnTo>
                  <a:pt x="21371" y="2052"/>
                </a:lnTo>
                <a:lnTo>
                  <a:pt x="21499" y="3067"/>
                </a:lnTo>
                <a:lnTo>
                  <a:pt x="21573" y="4074"/>
                </a:lnTo>
                <a:lnTo>
                  <a:pt x="21600" y="5076"/>
                </a:lnTo>
                <a:lnTo>
                  <a:pt x="21560" y="6070"/>
                </a:lnTo>
                <a:lnTo>
                  <a:pt x="21452" y="7060"/>
                </a:lnTo>
                <a:lnTo>
                  <a:pt x="21270" y="8044"/>
                </a:lnTo>
                <a:lnTo>
                  <a:pt x="21007" y="9024"/>
                </a:lnTo>
                <a:lnTo>
                  <a:pt x="20663" y="10001"/>
                </a:lnTo>
                <a:lnTo>
                  <a:pt x="20225" y="10973"/>
                </a:lnTo>
                <a:lnTo>
                  <a:pt x="19679" y="11943"/>
                </a:lnTo>
                <a:lnTo>
                  <a:pt x="19039" y="12911"/>
                </a:lnTo>
                <a:lnTo>
                  <a:pt x="18284" y="13877"/>
                </a:lnTo>
                <a:lnTo>
                  <a:pt x="17408" y="14841"/>
                </a:lnTo>
                <a:lnTo>
                  <a:pt x="16417" y="15805"/>
                </a:lnTo>
                <a:lnTo>
                  <a:pt x="15292" y="16769"/>
                </a:lnTo>
                <a:lnTo>
                  <a:pt x="14032" y="17732"/>
                </a:lnTo>
                <a:lnTo>
                  <a:pt x="12630" y="18697"/>
                </a:lnTo>
                <a:lnTo>
                  <a:pt x="11080" y="19662"/>
                </a:lnTo>
                <a:lnTo>
                  <a:pt x="9375" y="20629"/>
                </a:lnTo>
                <a:lnTo>
                  <a:pt x="7508" y="21600"/>
                </a:lnTo>
                <a:lnTo>
                  <a:pt x="4165" y="21600"/>
                </a:lnTo>
                <a:lnTo>
                  <a:pt x="768" y="21600"/>
                </a:lnTo>
                <a:lnTo>
                  <a:pt x="714" y="20652"/>
                </a:lnTo>
                <a:lnTo>
                  <a:pt x="660" y="19704"/>
                </a:lnTo>
                <a:lnTo>
                  <a:pt x="613" y="18756"/>
                </a:lnTo>
                <a:lnTo>
                  <a:pt x="573" y="17807"/>
                </a:lnTo>
                <a:lnTo>
                  <a:pt x="532" y="16860"/>
                </a:lnTo>
                <a:lnTo>
                  <a:pt x="492" y="15911"/>
                </a:lnTo>
                <a:lnTo>
                  <a:pt x="458" y="14962"/>
                </a:lnTo>
                <a:lnTo>
                  <a:pt x="425" y="14014"/>
                </a:lnTo>
                <a:lnTo>
                  <a:pt x="398" y="13065"/>
                </a:lnTo>
                <a:lnTo>
                  <a:pt x="364" y="12198"/>
                </a:lnTo>
                <a:lnTo>
                  <a:pt x="323" y="11331"/>
                </a:lnTo>
                <a:lnTo>
                  <a:pt x="276" y="10466"/>
                </a:lnTo>
                <a:lnTo>
                  <a:pt x="229" y="9599"/>
                </a:lnTo>
                <a:lnTo>
                  <a:pt x="175" y="8732"/>
                </a:lnTo>
                <a:lnTo>
                  <a:pt x="162" y="8329"/>
                </a:lnTo>
                <a:lnTo>
                  <a:pt x="148" y="7619"/>
                </a:lnTo>
                <a:lnTo>
                  <a:pt x="108" y="5990"/>
                </a:lnTo>
                <a:lnTo>
                  <a:pt x="74" y="5152"/>
                </a:lnTo>
                <a:lnTo>
                  <a:pt x="40" y="4310"/>
                </a:lnTo>
                <a:lnTo>
                  <a:pt x="0" y="3455"/>
                </a:lnTo>
                <a:lnTo>
                  <a:pt x="553" y="2268"/>
                </a:lnTo>
                <a:lnTo>
                  <a:pt x="1516" y="1512"/>
                </a:lnTo>
                <a:lnTo>
                  <a:pt x="3599" y="864"/>
                </a:lnTo>
                <a:lnTo>
                  <a:pt x="7508" y="0"/>
                </a:lnTo>
                <a:close/>
              </a:path>
            </a:pathLst>
          </a:custGeom>
          <a:solidFill>
            <a:srgbClr val="DBE3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1" name="contour_07489"/>
          <p:cNvSpPr/>
          <p:nvPr/>
        </p:nvSpPr>
        <p:spPr>
          <a:xfrm>
            <a:off x="2233212" y="5153572"/>
            <a:ext cx="58304" cy="64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963"/>
                </a:moveTo>
                <a:lnTo>
                  <a:pt x="15296" y="2436"/>
                </a:lnTo>
                <a:lnTo>
                  <a:pt x="16762" y="2916"/>
                </a:lnTo>
                <a:lnTo>
                  <a:pt x="18247" y="3400"/>
                </a:lnTo>
                <a:lnTo>
                  <a:pt x="19912" y="3970"/>
                </a:lnTo>
                <a:lnTo>
                  <a:pt x="21600" y="4550"/>
                </a:lnTo>
                <a:lnTo>
                  <a:pt x="20968" y="5997"/>
                </a:lnTo>
                <a:lnTo>
                  <a:pt x="20336" y="7444"/>
                </a:lnTo>
                <a:lnTo>
                  <a:pt x="19705" y="8890"/>
                </a:lnTo>
                <a:lnTo>
                  <a:pt x="19070" y="10335"/>
                </a:lnTo>
                <a:lnTo>
                  <a:pt x="18860" y="10815"/>
                </a:lnTo>
                <a:lnTo>
                  <a:pt x="18490" y="11657"/>
                </a:lnTo>
                <a:lnTo>
                  <a:pt x="17645" y="13589"/>
                </a:lnTo>
                <a:lnTo>
                  <a:pt x="16929" y="15148"/>
                </a:lnTo>
                <a:lnTo>
                  <a:pt x="16200" y="16729"/>
                </a:lnTo>
                <a:lnTo>
                  <a:pt x="15903" y="17435"/>
                </a:lnTo>
                <a:lnTo>
                  <a:pt x="15009" y="19564"/>
                </a:lnTo>
                <a:lnTo>
                  <a:pt x="14631" y="20070"/>
                </a:lnTo>
                <a:lnTo>
                  <a:pt x="13500" y="21600"/>
                </a:lnTo>
                <a:lnTo>
                  <a:pt x="11715" y="21600"/>
                </a:lnTo>
                <a:lnTo>
                  <a:pt x="9920" y="21600"/>
                </a:lnTo>
                <a:lnTo>
                  <a:pt x="8100" y="21600"/>
                </a:lnTo>
                <a:lnTo>
                  <a:pt x="8100" y="19990"/>
                </a:lnTo>
                <a:lnTo>
                  <a:pt x="8100" y="18382"/>
                </a:lnTo>
                <a:lnTo>
                  <a:pt x="8100" y="16770"/>
                </a:lnTo>
                <a:lnTo>
                  <a:pt x="8100" y="15155"/>
                </a:lnTo>
                <a:lnTo>
                  <a:pt x="8100" y="13535"/>
                </a:lnTo>
                <a:lnTo>
                  <a:pt x="8100" y="11911"/>
                </a:lnTo>
                <a:lnTo>
                  <a:pt x="8100" y="10276"/>
                </a:lnTo>
                <a:lnTo>
                  <a:pt x="8100" y="8635"/>
                </a:lnTo>
                <a:lnTo>
                  <a:pt x="8100" y="6986"/>
                </a:lnTo>
                <a:lnTo>
                  <a:pt x="6496" y="6986"/>
                </a:lnTo>
                <a:lnTo>
                  <a:pt x="4887" y="6986"/>
                </a:lnTo>
                <a:lnTo>
                  <a:pt x="3272" y="6986"/>
                </a:lnTo>
                <a:lnTo>
                  <a:pt x="1644" y="6986"/>
                </a:lnTo>
                <a:lnTo>
                  <a:pt x="0" y="6986"/>
                </a:lnTo>
                <a:lnTo>
                  <a:pt x="0" y="5376"/>
                </a:lnTo>
                <a:lnTo>
                  <a:pt x="0" y="3756"/>
                </a:lnTo>
                <a:lnTo>
                  <a:pt x="0" y="2114"/>
                </a:lnTo>
                <a:lnTo>
                  <a:pt x="1731" y="994"/>
                </a:lnTo>
                <a:lnTo>
                  <a:pt x="3399" y="309"/>
                </a:lnTo>
                <a:lnTo>
                  <a:pt x="5033" y="0"/>
                </a:lnTo>
                <a:lnTo>
                  <a:pt x="6669" y="5"/>
                </a:lnTo>
                <a:lnTo>
                  <a:pt x="8335" y="265"/>
                </a:lnTo>
                <a:lnTo>
                  <a:pt x="10066" y="719"/>
                </a:lnTo>
                <a:lnTo>
                  <a:pt x="11888" y="1303"/>
                </a:lnTo>
                <a:lnTo>
                  <a:pt x="13838" y="1963"/>
                </a:lnTo>
                <a:close/>
              </a:path>
            </a:pathLst>
          </a:custGeom>
          <a:solidFill>
            <a:srgbClr val="4A3E58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2" name="contour_07490"/>
          <p:cNvSpPr/>
          <p:nvPr/>
        </p:nvSpPr>
        <p:spPr>
          <a:xfrm>
            <a:off x="4616385" y="5145191"/>
            <a:ext cx="72880" cy="46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61"/>
                </a:moveTo>
                <a:lnTo>
                  <a:pt x="5927" y="0"/>
                </a:lnTo>
                <a:lnTo>
                  <a:pt x="7411" y="20"/>
                </a:lnTo>
                <a:lnTo>
                  <a:pt x="8830" y="136"/>
                </a:lnTo>
                <a:lnTo>
                  <a:pt x="10236" y="350"/>
                </a:lnTo>
                <a:lnTo>
                  <a:pt x="11683" y="677"/>
                </a:lnTo>
                <a:lnTo>
                  <a:pt x="13230" y="1123"/>
                </a:lnTo>
                <a:lnTo>
                  <a:pt x="14440" y="1439"/>
                </a:lnTo>
                <a:lnTo>
                  <a:pt x="15669" y="1756"/>
                </a:lnTo>
                <a:lnTo>
                  <a:pt x="17155" y="2157"/>
                </a:lnTo>
                <a:lnTo>
                  <a:pt x="18639" y="2579"/>
                </a:lnTo>
                <a:lnTo>
                  <a:pt x="20118" y="3018"/>
                </a:lnTo>
                <a:lnTo>
                  <a:pt x="21600" y="3464"/>
                </a:lnTo>
                <a:lnTo>
                  <a:pt x="21600" y="5870"/>
                </a:lnTo>
                <a:lnTo>
                  <a:pt x="21600" y="8279"/>
                </a:lnTo>
                <a:lnTo>
                  <a:pt x="21600" y="10695"/>
                </a:lnTo>
                <a:lnTo>
                  <a:pt x="21600" y="13121"/>
                </a:lnTo>
                <a:lnTo>
                  <a:pt x="21600" y="15557"/>
                </a:lnTo>
                <a:lnTo>
                  <a:pt x="21600" y="18007"/>
                </a:lnTo>
                <a:lnTo>
                  <a:pt x="21600" y="20477"/>
                </a:lnTo>
                <a:lnTo>
                  <a:pt x="19103" y="21100"/>
                </a:lnTo>
                <a:lnTo>
                  <a:pt x="17347" y="21474"/>
                </a:lnTo>
                <a:lnTo>
                  <a:pt x="16096" y="21600"/>
                </a:lnTo>
                <a:lnTo>
                  <a:pt x="15107" y="21474"/>
                </a:lnTo>
                <a:lnTo>
                  <a:pt x="14142" y="21100"/>
                </a:lnTo>
                <a:lnTo>
                  <a:pt x="12960" y="20477"/>
                </a:lnTo>
                <a:lnTo>
                  <a:pt x="12424" y="18361"/>
                </a:lnTo>
                <a:lnTo>
                  <a:pt x="12005" y="16292"/>
                </a:lnTo>
                <a:lnTo>
                  <a:pt x="11681" y="14243"/>
                </a:lnTo>
                <a:lnTo>
                  <a:pt x="11433" y="12195"/>
                </a:lnTo>
                <a:lnTo>
                  <a:pt x="11238" y="10119"/>
                </a:lnTo>
                <a:lnTo>
                  <a:pt x="11083" y="7986"/>
                </a:lnTo>
                <a:lnTo>
                  <a:pt x="10943" y="5778"/>
                </a:lnTo>
                <a:lnTo>
                  <a:pt x="10800" y="3464"/>
                </a:lnTo>
                <a:lnTo>
                  <a:pt x="9463" y="4308"/>
                </a:lnTo>
                <a:lnTo>
                  <a:pt x="8126" y="5148"/>
                </a:lnTo>
                <a:lnTo>
                  <a:pt x="6785" y="5995"/>
                </a:lnTo>
                <a:lnTo>
                  <a:pt x="5441" y="6839"/>
                </a:lnTo>
                <a:lnTo>
                  <a:pt x="4091" y="7690"/>
                </a:lnTo>
                <a:lnTo>
                  <a:pt x="2735" y="8544"/>
                </a:lnTo>
                <a:lnTo>
                  <a:pt x="1372" y="9405"/>
                </a:lnTo>
                <a:lnTo>
                  <a:pt x="0" y="10269"/>
                </a:lnTo>
                <a:lnTo>
                  <a:pt x="687" y="8068"/>
                </a:lnTo>
                <a:lnTo>
                  <a:pt x="1229" y="6445"/>
                </a:lnTo>
                <a:lnTo>
                  <a:pt x="1743" y="5114"/>
                </a:lnTo>
                <a:lnTo>
                  <a:pt x="2348" y="3797"/>
                </a:lnTo>
                <a:lnTo>
                  <a:pt x="3169" y="2208"/>
                </a:lnTo>
                <a:lnTo>
                  <a:pt x="4320" y="61"/>
                </a:lnTo>
                <a:close/>
              </a:path>
            </a:pathLst>
          </a:custGeom>
          <a:solidFill>
            <a:srgbClr val="E4D4AF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3" name="contour_07491"/>
          <p:cNvSpPr/>
          <p:nvPr/>
        </p:nvSpPr>
        <p:spPr>
          <a:xfrm>
            <a:off x="3734538" y="5152610"/>
            <a:ext cx="58304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314" y="747"/>
                </a:lnTo>
                <a:lnTo>
                  <a:pt x="9161" y="1658"/>
                </a:lnTo>
                <a:lnTo>
                  <a:pt x="10932" y="2731"/>
                </a:lnTo>
                <a:lnTo>
                  <a:pt x="12625" y="3967"/>
                </a:lnTo>
                <a:lnTo>
                  <a:pt x="14237" y="5370"/>
                </a:lnTo>
                <a:lnTo>
                  <a:pt x="15757" y="6939"/>
                </a:lnTo>
                <a:lnTo>
                  <a:pt x="17186" y="8668"/>
                </a:lnTo>
                <a:lnTo>
                  <a:pt x="18517" y="10559"/>
                </a:lnTo>
                <a:lnTo>
                  <a:pt x="19742" y="12617"/>
                </a:lnTo>
                <a:lnTo>
                  <a:pt x="20355" y="14300"/>
                </a:lnTo>
                <a:lnTo>
                  <a:pt x="20974" y="15993"/>
                </a:lnTo>
                <a:lnTo>
                  <a:pt x="21600" y="17711"/>
                </a:lnTo>
                <a:lnTo>
                  <a:pt x="19969" y="19765"/>
                </a:lnTo>
                <a:lnTo>
                  <a:pt x="18687" y="20853"/>
                </a:lnTo>
                <a:lnTo>
                  <a:pt x="17086" y="21345"/>
                </a:lnTo>
                <a:lnTo>
                  <a:pt x="14502" y="21600"/>
                </a:lnTo>
                <a:lnTo>
                  <a:pt x="12776" y="21557"/>
                </a:lnTo>
                <a:lnTo>
                  <a:pt x="11040" y="21515"/>
                </a:lnTo>
                <a:lnTo>
                  <a:pt x="9283" y="21472"/>
                </a:lnTo>
                <a:lnTo>
                  <a:pt x="8510" y="21458"/>
                </a:lnTo>
                <a:lnTo>
                  <a:pt x="7152" y="21434"/>
                </a:lnTo>
                <a:lnTo>
                  <a:pt x="4039" y="21377"/>
                </a:lnTo>
                <a:lnTo>
                  <a:pt x="3445" y="21359"/>
                </a:lnTo>
                <a:lnTo>
                  <a:pt x="2398" y="21327"/>
                </a:lnTo>
                <a:lnTo>
                  <a:pt x="0" y="21253"/>
                </a:lnTo>
                <a:lnTo>
                  <a:pt x="289" y="19092"/>
                </a:lnTo>
                <a:lnTo>
                  <a:pt x="583" y="16935"/>
                </a:lnTo>
                <a:lnTo>
                  <a:pt x="880" y="14774"/>
                </a:lnTo>
                <a:lnTo>
                  <a:pt x="1183" y="12617"/>
                </a:lnTo>
                <a:lnTo>
                  <a:pt x="1512" y="10208"/>
                </a:lnTo>
                <a:lnTo>
                  <a:pt x="1847" y="7761"/>
                </a:lnTo>
                <a:lnTo>
                  <a:pt x="2381" y="5267"/>
                </a:lnTo>
                <a:lnTo>
                  <a:pt x="2932" y="3627"/>
                </a:lnTo>
                <a:lnTo>
                  <a:pt x="3826" y="2115"/>
                </a:lnTo>
                <a:lnTo>
                  <a:pt x="5400" y="0"/>
                </a:lnTo>
                <a:close/>
              </a:path>
            </a:pathLst>
          </a:custGeom>
          <a:solidFill>
            <a:srgbClr val="43433D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4" name="contour_07492"/>
          <p:cNvSpPr/>
          <p:nvPr/>
        </p:nvSpPr>
        <p:spPr>
          <a:xfrm>
            <a:off x="7503676" y="5121665"/>
            <a:ext cx="64346" cy="600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4"/>
                </a:moveTo>
                <a:lnTo>
                  <a:pt x="21600" y="2200"/>
                </a:lnTo>
                <a:lnTo>
                  <a:pt x="21600" y="3762"/>
                </a:lnTo>
                <a:lnTo>
                  <a:pt x="21600" y="5328"/>
                </a:lnTo>
                <a:lnTo>
                  <a:pt x="21600" y="6907"/>
                </a:lnTo>
                <a:lnTo>
                  <a:pt x="21600" y="8503"/>
                </a:lnTo>
                <a:lnTo>
                  <a:pt x="19985" y="8071"/>
                </a:lnTo>
                <a:lnTo>
                  <a:pt x="18368" y="7638"/>
                </a:lnTo>
                <a:lnTo>
                  <a:pt x="16744" y="7203"/>
                </a:lnTo>
                <a:lnTo>
                  <a:pt x="15112" y="6766"/>
                </a:lnTo>
                <a:lnTo>
                  <a:pt x="13470" y="6326"/>
                </a:lnTo>
                <a:lnTo>
                  <a:pt x="11814" y="5883"/>
                </a:lnTo>
                <a:lnTo>
                  <a:pt x="11511" y="7615"/>
                </a:lnTo>
                <a:lnTo>
                  <a:pt x="11207" y="9357"/>
                </a:lnTo>
                <a:lnTo>
                  <a:pt x="10897" y="11122"/>
                </a:lnTo>
                <a:lnTo>
                  <a:pt x="10495" y="13281"/>
                </a:lnTo>
                <a:lnTo>
                  <a:pt x="10099" y="14640"/>
                </a:lnTo>
                <a:lnTo>
                  <a:pt x="9368" y="16361"/>
                </a:lnTo>
                <a:lnTo>
                  <a:pt x="7750" y="16361"/>
                </a:lnTo>
                <a:lnTo>
                  <a:pt x="6124" y="16361"/>
                </a:lnTo>
                <a:lnTo>
                  <a:pt x="4475" y="16361"/>
                </a:lnTo>
                <a:lnTo>
                  <a:pt x="3577" y="17917"/>
                </a:lnTo>
                <a:lnTo>
                  <a:pt x="3021" y="18981"/>
                </a:lnTo>
                <a:lnTo>
                  <a:pt x="2583" y="20044"/>
                </a:lnTo>
                <a:lnTo>
                  <a:pt x="2028" y="21600"/>
                </a:lnTo>
                <a:lnTo>
                  <a:pt x="1524" y="19727"/>
                </a:lnTo>
                <a:lnTo>
                  <a:pt x="1072" y="17920"/>
                </a:lnTo>
                <a:lnTo>
                  <a:pt x="680" y="16162"/>
                </a:lnTo>
                <a:lnTo>
                  <a:pt x="362" y="14436"/>
                </a:lnTo>
                <a:lnTo>
                  <a:pt x="135" y="12725"/>
                </a:lnTo>
                <a:lnTo>
                  <a:pt x="10" y="11010"/>
                </a:lnTo>
                <a:lnTo>
                  <a:pt x="0" y="9273"/>
                </a:lnTo>
                <a:lnTo>
                  <a:pt x="122" y="7497"/>
                </a:lnTo>
                <a:lnTo>
                  <a:pt x="384" y="5663"/>
                </a:lnTo>
                <a:lnTo>
                  <a:pt x="805" y="3756"/>
                </a:lnTo>
                <a:lnTo>
                  <a:pt x="2236" y="2674"/>
                </a:lnTo>
                <a:lnTo>
                  <a:pt x="3702" y="1807"/>
                </a:lnTo>
                <a:lnTo>
                  <a:pt x="5201" y="1137"/>
                </a:lnTo>
                <a:lnTo>
                  <a:pt x="6733" y="642"/>
                </a:lnTo>
                <a:lnTo>
                  <a:pt x="8291" y="301"/>
                </a:lnTo>
                <a:lnTo>
                  <a:pt x="9879" y="94"/>
                </a:lnTo>
                <a:lnTo>
                  <a:pt x="11491" y="0"/>
                </a:lnTo>
                <a:lnTo>
                  <a:pt x="13128" y="0"/>
                </a:lnTo>
                <a:lnTo>
                  <a:pt x="14787" y="68"/>
                </a:lnTo>
                <a:lnTo>
                  <a:pt x="16465" y="189"/>
                </a:lnTo>
                <a:lnTo>
                  <a:pt x="18160" y="338"/>
                </a:lnTo>
                <a:lnTo>
                  <a:pt x="19873" y="498"/>
                </a:lnTo>
                <a:lnTo>
                  <a:pt x="21600" y="644"/>
                </a:lnTo>
                <a:close/>
              </a:path>
            </a:pathLst>
          </a:custGeom>
          <a:solidFill>
            <a:srgbClr val="C0B382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5" name="contour_07493"/>
          <p:cNvSpPr/>
          <p:nvPr/>
        </p:nvSpPr>
        <p:spPr>
          <a:xfrm>
            <a:off x="454942" y="5087018"/>
            <a:ext cx="10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491" y="488"/>
                </a:lnTo>
                <a:lnTo>
                  <a:pt x="14305" y="892"/>
                </a:lnTo>
                <a:lnTo>
                  <a:pt x="15009" y="1361"/>
                </a:lnTo>
                <a:lnTo>
                  <a:pt x="15824" y="2043"/>
                </a:lnTo>
                <a:lnTo>
                  <a:pt x="16971" y="3086"/>
                </a:lnTo>
                <a:lnTo>
                  <a:pt x="16971" y="4937"/>
                </a:lnTo>
                <a:lnTo>
                  <a:pt x="16971" y="6789"/>
                </a:lnTo>
                <a:lnTo>
                  <a:pt x="16971" y="8640"/>
                </a:lnTo>
                <a:lnTo>
                  <a:pt x="16971" y="10491"/>
                </a:lnTo>
                <a:lnTo>
                  <a:pt x="16971" y="12343"/>
                </a:lnTo>
                <a:lnTo>
                  <a:pt x="18119" y="13386"/>
                </a:lnTo>
                <a:lnTo>
                  <a:pt x="18934" y="14068"/>
                </a:lnTo>
                <a:lnTo>
                  <a:pt x="19637" y="14537"/>
                </a:lnTo>
                <a:lnTo>
                  <a:pt x="20452" y="14941"/>
                </a:lnTo>
                <a:lnTo>
                  <a:pt x="21600" y="15429"/>
                </a:lnTo>
                <a:lnTo>
                  <a:pt x="20509" y="15429"/>
                </a:lnTo>
                <a:lnTo>
                  <a:pt x="19417" y="15429"/>
                </a:lnTo>
                <a:lnTo>
                  <a:pt x="18321" y="15429"/>
                </a:lnTo>
                <a:lnTo>
                  <a:pt x="17221" y="15429"/>
                </a:lnTo>
                <a:lnTo>
                  <a:pt x="16117" y="15429"/>
                </a:lnTo>
                <a:lnTo>
                  <a:pt x="15006" y="15429"/>
                </a:lnTo>
                <a:lnTo>
                  <a:pt x="13886" y="15429"/>
                </a:lnTo>
                <a:lnTo>
                  <a:pt x="13886" y="17468"/>
                </a:lnTo>
                <a:lnTo>
                  <a:pt x="13886" y="19520"/>
                </a:lnTo>
                <a:lnTo>
                  <a:pt x="13886" y="21600"/>
                </a:lnTo>
                <a:lnTo>
                  <a:pt x="12829" y="21600"/>
                </a:lnTo>
                <a:lnTo>
                  <a:pt x="11770" y="21600"/>
                </a:lnTo>
                <a:lnTo>
                  <a:pt x="10712" y="21600"/>
                </a:lnTo>
                <a:lnTo>
                  <a:pt x="9652" y="21600"/>
                </a:lnTo>
                <a:lnTo>
                  <a:pt x="8591" y="21600"/>
                </a:lnTo>
                <a:lnTo>
                  <a:pt x="7528" y="21600"/>
                </a:lnTo>
                <a:lnTo>
                  <a:pt x="6461" y="21600"/>
                </a:lnTo>
                <a:lnTo>
                  <a:pt x="5394" y="21600"/>
                </a:lnTo>
                <a:lnTo>
                  <a:pt x="4323" y="21600"/>
                </a:lnTo>
                <a:lnTo>
                  <a:pt x="3248" y="21600"/>
                </a:lnTo>
                <a:lnTo>
                  <a:pt x="2169" y="21600"/>
                </a:lnTo>
                <a:lnTo>
                  <a:pt x="1088" y="21600"/>
                </a:lnTo>
                <a:lnTo>
                  <a:pt x="0" y="21600"/>
                </a:lnTo>
                <a:lnTo>
                  <a:pt x="0" y="20069"/>
                </a:lnTo>
                <a:lnTo>
                  <a:pt x="0" y="18514"/>
                </a:lnTo>
                <a:lnTo>
                  <a:pt x="1069" y="18514"/>
                </a:lnTo>
                <a:lnTo>
                  <a:pt x="2140" y="18514"/>
                </a:lnTo>
                <a:lnTo>
                  <a:pt x="3211" y="18514"/>
                </a:lnTo>
                <a:lnTo>
                  <a:pt x="4283" y="18514"/>
                </a:lnTo>
                <a:lnTo>
                  <a:pt x="5360" y="18514"/>
                </a:lnTo>
                <a:lnTo>
                  <a:pt x="6438" y="18514"/>
                </a:lnTo>
                <a:lnTo>
                  <a:pt x="7521" y="18514"/>
                </a:lnTo>
                <a:lnTo>
                  <a:pt x="8609" y="18514"/>
                </a:lnTo>
                <a:lnTo>
                  <a:pt x="9701" y="18514"/>
                </a:lnTo>
                <a:lnTo>
                  <a:pt x="10800" y="18514"/>
                </a:lnTo>
                <a:lnTo>
                  <a:pt x="10800" y="16681"/>
                </a:lnTo>
                <a:lnTo>
                  <a:pt x="10800" y="14842"/>
                </a:lnTo>
                <a:lnTo>
                  <a:pt x="10800" y="12997"/>
                </a:lnTo>
                <a:lnTo>
                  <a:pt x="10800" y="11136"/>
                </a:lnTo>
                <a:lnTo>
                  <a:pt x="10800" y="9257"/>
                </a:lnTo>
                <a:lnTo>
                  <a:pt x="9786" y="8125"/>
                </a:lnTo>
                <a:lnTo>
                  <a:pt x="8986" y="7575"/>
                </a:lnTo>
                <a:lnTo>
                  <a:pt x="7714" y="7134"/>
                </a:lnTo>
                <a:lnTo>
                  <a:pt x="6694" y="6816"/>
                </a:lnTo>
                <a:lnTo>
                  <a:pt x="5668" y="6495"/>
                </a:lnTo>
                <a:lnTo>
                  <a:pt x="4629" y="6171"/>
                </a:lnTo>
                <a:lnTo>
                  <a:pt x="5719" y="6171"/>
                </a:lnTo>
                <a:lnTo>
                  <a:pt x="6812" y="6171"/>
                </a:lnTo>
                <a:lnTo>
                  <a:pt x="7907" y="6171"/>
                </a:lnTo>
                <a:lnTo>
                  <a:pt x="9007" y="6171"/>
                </a:lnTo>
                <a:lnTo>
                  <a:pt x="10112" y="6171"/>
                </a:lnTo>
                <a:lnTo>
                  <a:pt x="11223" y="6171"/>
                </a:lnTo>
                <a:lnTo>
                  <a:pt x="12343" y="6171"/>
                </a:lnTo>
                <a:lnTo>
                  <a:pt x="12343" y="4132"/>
                </a:lnTo>
                <a:lnTo>
                  <a:pt x="12343" y="2080"/>
                </a:lnTo>
                <a:lnTo>
                  <a:pt x="12343" y="0"/>
                </a:lnTo>
                <a:close/>
              </a:path>
            </a:pathLst>
          </a:custGeom>
          <a:solidFill>
            <a:srgbClr val="5A5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6" name="contour_07494"/>
          <p:cNvSpPr/>
          <p:nvPr/>
        </p:nvSpPr>
        <p:spPr>
          <a:xfrm>
            <a:off x="3361881" y="5028714"/>
            <a:ext cx="51985" cy="790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31" y="0"/>
                </a:moveTo>
                <a:lnTo>
                  <a:pt x="5433" y="0"/>
                </a:lnTo>
                <a:lnTo>
                  <a:pt x="7446" y="0"/>
                </a:lnTo>
                <a:lnTo>
                  <a:pt x="9487" y="0"/>
                </a:lnTo>
                <a:lnTo>
                  <a:pt x="9599" y="938"/>
                </a:lnTo>
                <a:lnTo>
                  <a:pt x="9714" y="1883"/>
                </a:lnTo>
                <a:lnTo>
                  <a:pt x="9829" y="2841"/>
                </a:lnTo>
                <a:lnTo>
                  <a:pt x="10253" y="5461"/>
                </a:lnTo>
                <a:lnTo>
                  <a:pt x="10626" y="7657"/>
                </a:lnTo>
                <a:lnTo>
                  <a:pt x="10974" y="9484"/>
                </a:lnTo>
                <a:lnTo>
                  <a:pt x="11322" y="10990"/>
                </a:lnTo>
                <a:lnTo>
                  <a:pt x="11701" y="12232"/>
                </a:lnTo>
                <a:lnTo>
                  <a:pt x="12128" y="13258"/>
                </a:lnTo>
                <a:lnTo>
                  <a:pt x="12637" y="14118"/>
                </a:lnTo>
                <a:lnTo>
                  <a:pt x="13245" y="14872"/>
                </a:lnTo>
                <a:lnTo>
                  <a:pt x="13987" y="15565"/>
                </a:lnTo>
                <a:lnTo>
                  <a:pt x="14883" y="16250"/>
                </a:lnTo>
                <a:lnTo>
                  <a:pt x="15962" y="16982"/>
                </a:lnTo>
                <a:lnTo>
                  <a:pt x="17245" y="17808"/>
                </a:lnTo>
                <a:lnTo>
                  <a:pt x="18684" y="18508"/>
                </a:lnTo>
                <a:lnTo>
                  <a:pt x="20131" y="19211"/>
                </a:lnTo>
                <a:lnTo>
                  <a:pt x="21600" y="19924"/>
                </a:lnTo>
                <a:lnTo>
                  <a:pt x="19459" y="20508"/>
                </a:lnTo>
                <a:lnTo>
                  <a:pt x="17512" y="20974"/>
                </a:lnTo>
                <a:lnTo>
                  <a:pt x="15668" y="21317"/>
                </a:lnTo>
                <a:lnTo>
                  <a:pt x="13842" y="21528"/>
                </a:lnTo>
                <a:lnTo>
                  <a:pt x="11946" y="21600"/>
                </a:lnTo>
                <a:lnTo>
                  <a:pt x="9893" y="21524"/>
                </a:lnTo>
                <a:lnTo>
                  <a:pt x="7595" y="21295"/>
                </a:lnTo>
                <a:lnTo>
                  <a:pt x="5526" y="20576"/>
                </a:lnTo>
                <a:lnTo>
                  <a:pt x="4003" y="19920"/>
                </a:lnTo>
                <a:lnTo>
                  <a:pt x="2880" y="19231"/>
                </a:lnTo>
                <a:lnTo>
                  <a:pt x="2005" y="18406"/>
                </a:lnTo>
                <a:lnTo>
                  <a:pt x="1229" y="17342"/>
                </a:lnTo>
                <a:lnTo>
                  <a:pt x="403" y="15939"/>
                </a:lnTo>
                <a:lnTo>
                  <a:pt x="206" y="14517"/>
                </a:lnTo>
                <a:lnTo>
                  <a:pt x="88" y="13495"/>
                </a:lnTo>
                <a:lnTo>
                  <a:pt x="30" y="12586"/>
                </a:lnTo>
                <a:lnTo>
                  <a:pt x="15" y="11504"/>
                </a:lnTo>
                <a:lnTo>
                  <a:pt x="24" y="9962"/>
                </a:lnTo>
                <a:lnTo>
                  <a:pt x="15" y="8934"/>
                </a:lnTo>
                <a:lnTo>
                  <a:pt x="9" y="7898"/>
                </a:lnTo>
                <a:lnTo>
                  <a:pt x="0" y="6850"/>
                </a:lnTo>
                <a:lnTo>
                  <a:pt x="212" y="5509"/>
                </a:lnTo>
                <a:lnTo>
                  <a:pt x="481" y="4312"/>
                </a:lnTo>
                <a:lnTo>
                  <a:pt x="875" y="3210"/>
                </a:lnTo>
                <a:lnTo>
                  <a:pt x="1457" y="2158"/>
                </a:lnTo>
                <a:lnTo>
                  <a:pt x="2289" y="1104"/>
                </a:lnTo>
                <a:lnTo>
                  <a:pt x="3431" y="0"/>
                </a:lnTo>
                <a:close/>
              </a:path>
            </a:pathLst>
          </a:custGeom>
          <a:solidFill>
            <a:srgbClr val="B0CF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7" name="contour_07495"/>
          <p:cNvSpPr/>
          <p:nvPr/>
        </p:nvSpPr>
        <p:spPr>
          <a:xfrm>
            <a:off x="10811178" y="5017935"/>
            <a:ext cx="94744" cy="333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46" y="477"/>
                </a:moveTo>
                <a:lnTo>
                  <a:pt x="6126" y="189"/>
                </a:lnTo>
                <a:lnTo>
                  <a:pt x="7291" y="38"/>
                </a:lnTo>
                <a:lnTo>
                  <a:pt x="8451" y="0"/>
                </a:lnTo>
                <a:lnTo>
                  <a:pt x="9615" y="61"/>
                </a:lnTo>
                <a:lnTo>
                  <a:pt x="10800" y="198"/>
                </a:lnTo>
                <a:lnTo>
                  <a:pt x="11809" y="146"/>
                </a:lnTo>
                <a:lnTo>
                  <a:pt x="12832" y="94"/>
                </a:lnTo>
                <a:lnTo>
                  <a:pt x="13972" y="203"/>
                </a:lnTo>
                <a:lnTo>
                  <a:pt x="15057" y="420"/>
                </a:lnTo>
                <a:lnTo>
                  <a:pt x="16117" y="798"/>
                </a:lnTo>
                <a:lnTo>
                  <a:pt x="17180" y="1392"/>
                </a:lnTo>
                <a:lnTo>
                  <a:pt x="18277" y="2261"/>
                </a:lnTo>
                <a:lnTo>
                  <a:pt x="19179" y="5328"/>
                </a:lnTo>
                <a:lnTo>
                  <a:pt x="19819" y="7589"/>
                </a:lnTo>
                <a:lnTo>
                  <a:pt x="20289" y="9438"/>
                </a:lnTo>
                <a:lnTo>
                  <a:pt x="20681" y="11260"/>
                </a:lnTo>
                <a:lnTo>
                  <a:pt x="21087" y="13455"/>
                </a:lnTo>
                <a:lnTo>
                  <a:pt x="21600" y="16418"/>
                </a:lnTo>
                <a:lnTo>
                  <a:pt x="20502" y="18108"/>
                </a:lnTo>
                <a:lnTo>
                  <a:pt x="19460" y="19406"/>
                </a:lnTo>
                <a:lnTo>
                  <a:pt x="18441" y="20354"/>
                </a:lnTo>
                <a:lnTo>
                  <a:pt x="17415" y="21001"/>
                </a:lnTo>
                <a:lnTo>
                  <a:pt x="16346" y="21392"/>
                </a:lnTo>
                <a:lnTo>
                  <a:pt x="15203" y="21576"/>
                </a:lnTo>
                <a:lnTo>
                  <a:pt x="13955" y="21600"/>
                </a:lnTo>
                <a:lnTo>
                  <a:pt x="13139" y="21586"/>
                </a:lnTo>
                <a:lnTo>
                  <a:pt x="12319" y="21567"/>
                </a:lnTo>
                <a:lnTo>
                  <a:pt x="11490" y="21553"/>
                </a:lnTo>
                <a:lnTo>
                  <a:pt x="10644" y="21515"/>
                </a:lnTo>
                <a:lnTo>
                  <a:pt x="9793" y="21473"/>
                </a:lnTo>
                <a:lnTo>
                  <a:pt x="8931" y="21435"/>
                </a:lnTo>
                <a:lnTo>
                  <a:pt x="8073" y="21411"/>
                </a:lnTo>
                <a:lnTo>
                  <a:pt x="7209" y="21388"/>
                </a:lnTo>
                <a:lnTo>
                  <a:pt x="6335" y="21369"/>
                </a:lnTo>
                <a:lnTo>
                  <a:pt x="5279" y="21336"/>
                </a:lnTo>
                <a:lnTo>
                  <a:pt x="4224" y="21303"/>
                </a:lnTo>
                <a:lnTo>
                  <a:pt x="3167" y="21265"/>
                </a:lnTo>
                <a:lnTo>
                  <a:pt x="2112" y="21227"/>
                </a:lnTo>
                <a:lnTo>
                  <a:pt x="1055" y="21185"/>
                </a:lnTo>
                <a:lnTo>
                  <a:pt x="0" y="21138"/>
                </a:lnTo>
                <a:lnTo>
                  <a:pt x="663" y="15385"/>
                </a:lnTo>
                <a:lnTo>
                  <a:pt x="1198" y="11019"/>
                </a:lnTo>
                <a:lnTo>
                  <a:pt x="1662" y="7806"/>
                </a:lnTo>
                <a:lnTo>
                  <a:pt x="2112" y="5498"/>
                </a:lnTo>
                <a:lnTo>
                  <a:pt x="2607" y="3851"/>
                </a:lnTo>
                <a:lnTo>
                  <a:pt x="3207" y="2629"/>
                </a:lnTo>
                <a:lnTo>
                  <a:pt x="3966" y="1581"/>
                </a:lnTo>
                <a:lnTo>
                  <a:pt x="4946" y="477"/>
                </a:lnTo>
                <a:close/>
              </a:path>
            </a:pathLst>
          </a:custGeom>
          <a:solidFill>
            <a:srgbClr val="EA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8" name="contour_07496"/>
          <p:cNvSpPr/>
          <p:nvPr/>
        </p:nvSpPr>
        <p:spPr>
          <a:xfrm>
            <a:off x="11241170" y="4992274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3" y="0"/>
                </a:lnTo>
                <a:lnTo>
                  <a:pt x="3329" y="0"/>
                </a:lnTo>
                <a:lnTo>
                  <a:pt x="4994" y="0"/>
                </a:lnTo>
                <a:lnTo>
                  <a:pt x="6662" y="0"/>
                </a:lnTo>
                <a:lnTo>
                  <a:pt x="8338" y="0"/>
                </a:lnTo>
                <a:lnTo>
                  <a:pt x="10015" y="0"/>
                </a:lnTo>
                <a:lnTo>
                  <a:pt x="11700" y="0"/>
                </a:lnTo>
                <a:lnTo>
                  <a:pt x="13392" y="0"/>
                </a:lnTo>
                <a:lnTo>
                  <a:pt x="15091" y="0"/>
                </a:lnTo>
                <a:lnTo>
                  <a:pt x="16800" y="0"/>
                </a:lnTo>
                <a:lnTo>
                  <a:pt x="16800" y="1782"/>
                </a:lnTo>
                <a:lnTo>
                  <a:pt x="16800" y="3567"/>
                </a:lnTo>
                <a:lnTo>
                  <a:pt x="16800" y="5360"/>
                </a:lnTo>
                <a:lnTo>
                  <a:pt x="16800" y="7160"/>
                </a:lnTo>
                <a:lnTo>
                  <a:pt x="16800" y="8972"/>
                </a:lnTo>
                <a:lnTo>
                  <a:pt x="16800" y="10800"/>
                </a:lnTo>
                <a:lnTo>
                  <a:pt x="18386" y="10800"/>
                </a:lnTo>
                <a:lnTo>
                  <a:pt x="19982" y="10800"/>
                </a:lnTo>
                <a:lnTo>
                  <a:pt x="21600" y="10800"/>
                </a:lnTo>
                <a:lnTo>
                  <a:pt x="21600" y="12582"/>
                </a:lnTo>
                <a:lnTo>
                  <a:pt x="21600" y="14367"/>
                </a:lnTo>
                <a:lnTo>
                  <a:pt x="21600" y="16160"/>
                </a:lnTo>
                <a:lnTo>
                  <a:pt x="21600" y="17960"/>
                </a:lnTo>
                <a:lnTo>
                  <a:pt x="21600" y="19772"/>
                </a:lnTo>
                <a:lnTo>
                  <a:pt x="21600" y="21600"/>
                </a:lnTo>
                <a:lnTo>
                  <a:pt x="20014" y="21600"/>
                </a:lnTo>
                <a:lnTo>
                  <a:pt x="18418" y="21600"/>
                </a:lnTo>
                <a:lnTo>
                  <a:pt x="16800" y="21600"/>
                </a:lnTo>
                <a:lnTo>
                  <a:pt x="16428" y="19756"/>
                </a:lnTo>
                <a:lnTo>
                  <a:pt x="16051" y="17888"/>
                </a:lnTo>
                <a:lnTo>
                  <a:pt x="15053" y="15328"/>
                </a:lnTo>
                <a:lnTo>
                  <a:pt x="14266" y="13867"/>
                </a:lnTo>
                <a:lnTo>
                  <a:pt x="13274" y="12955"/>
                </a:lnTo>
                <a:lnTo>
                  <a:pt x="11671" y="12045"/>
                </a:lnTo>
                <a:lnTo>
                  <a:pt x="10058" y="11443"/>
                </a:lnTo>
                <a:lnTo>
                  <a:pt x="8436" y="10867"/>
                </a:lnTo>
                <a:lnTo>
                  <a:pt x="6809" y="10314"/>
                </a:lnTo>
                <a:lnTo>
                  <a:pt x="5174" y="9788"/>
                </a:lnTo>
                <a:lnTo>
                  <a:pt x="3994" y="9040"/>
                </a:lnTo>
                <a:lnTo>
                  <a:pt x="3132" y="8300"/>
                </a:lnTo>
                <a:lnTo>
                  <a:pt x="2448" y="7298"/>
                </a:lnTo>
                <a:lnTo>
                  <a:pt x="1793" y="5762"/>
                </a:lnTo>
                <a:lnTo>
                  <a:pt x="1025" y="3421"/>
                </a:lnTo>
                <a:lnTo>
                  <a:pt x="0" y="0"/>
                </a:lnTo>
                <a:close/>
              </a:path>
            </a:pathLst>
          </a:custGeom>
          <a:solidFill>
            <a:srgbClr val="3C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7499" name="contour_07497"/>
          <p:cNvSpPr/>
          <p:nvPr/>
        </p:nvSpPr>
        <p:spPr>
          <a:xfrm>
            <a:off x="10956938" y="5019342"/>
            <a:ext cx="65592" cy="413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88"/>
                </a:moveTo>
                <a:lnTo>
                  <a:pt x="3454" y="696"/>
                </a:lnTo>
                <a:lnTo>
                  <a:pt x="6348" y="380"/>
                </a:lnTo>
                <a:lnTo>
                  <a:pt x="8748" y="156"/>
                </a:lnTo>
                <a:lnTo>
                  <a:pt x="10723" y="27"/>
                </a:lnTo>
                <a:lnTo>
                  <a:pt x="12338" y="0"/>
                </a:lnTo>
                <a:lnTo>
                  <a:pt x="13661" y="84"/>
                </a:lnTo>
                <a:lnTo>
                  <a:pt x="14755" y="285"/>
                </a:lnTo>
                <a:lnTo>
                  <a:pt x="15689" y="616"/>
                </a:lnTo>
                <a:lnTo>
                  <a:pt x="16529" y="1080"/>
                </a:lnTo>
                <a:lnTo>
                  <a:pt x="17342" y="1689"/>
                </a:lnTo>
                <a:lnTo>
                  <a:pt x="18194" y="2446"/>
                </a:lnTo>
                <a:lnTo>
                  <a:pt x="19152" y="3362"/>
                </a:lnTo>
                <a:lnTo>
                  <a:pt x="19975" y="5169"/>
                </a:lnTo>
                <a:lnTo>
                  <a:pt x="20506" y="6721"/>
                </a:lnTo>
                <a:lnTo>
                  <a:pt x="20971" y="8877"/>
                </a:lnTo>
                <a:lnTo>
                  <a:pt x="21600" y="12498"/>
                </a:lnTo>
                <a:lnTo>
                  <a:pt x="20767" y="15157"/>
                </a:lnTo>
                <a:lnTo>
                  <a:pt x="19990" y="16838"/>
                </a:lnTo>
                <a:lnTo>
                  <a:pt x="18816" y="18249"/>
                </a:lnTo>
                <a:lnTo>
                  <a:pt x="16800" y="20105"/>
                </a:lnTo>
                <a:lnTo>
                  <a:pt x="15010" y="20759"/>
                </a:lnTo>
                <a:lnTo>
                  <a:pt x="13286" y="21250"/>
                </a:lnTo>
                <a:lnTo>
                  <a:pt x="11606" y="21539"/>
                </a:lnTo>
                <a:lnTo>
                  <a:pt x="9946" y="21600"/>
                </a:lnTo>
                <a:lnTo>
                  <a:pt x="8275" y="21402"/>
                </a:lnTo>
                <a:lnTo>
                  <a:pt x="6569" y="20915"/>
                </a:lnTo>
                <a:lnTo>
                  <a:pt x="4800" y="20105"/>
                </a:lnTo>
                <a:lnTo>
                  <a:pt x="3900" y="17869"/>
                </a:lnTo>
                <a:lnTo>
                  <a:pt x="3113" y="15610"/>
                </a:lnTo>
                <a:lnTo>
                  <a:pt x="2429" y="13316"/>
                </a:lnTo>
                <a:lnTo>
                  <a:pt x="1831" y="10981"/>
                </a:lnTo>
                <a:lnTo>
                  <a:pt x="1303" y="8600"/>
                </a:lnTo>
                <a:lnTo>
                  <a:pt x="833" y="6162"/>
                </a:lnTo>
                <a:lnTo>
                  <a:pt x="403" y="3663"/>
                </a:lnTo>
                <a:lnTo>
                  <a:pt x="0" y="1088"/>
                </a:lnTo>
                <a:close/>
              </a:path>
            </a:pathLst>
          </a:custGeom>
          <a:solidFill>
            <a:srgbClr val="DBB761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0" name="contour_07498"/>
          <p:cNvSpPr/>
          <p:nvPr/>
        </p:nvSpPr>
        <p:spPr>
          <a:xfrm>
            <a:off x="6686175" y="5006850"/>
            <a:ext cx="3644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1" y="0"/>
                </a:lnTo>
                <a:lnTo>
                  <a:pt x="5707" y="0"/>
                </a:lnTo>
                <a:lnTo>
                  <a:pt x="8575" y="0"/>
                </a:lnTo>
                <a:lnTo>
                  <a:pt x="11457" y="0"/>
                </a:lnTo>
                <a:lnTo>
                  <a:pt x="14355" y="0"/>
                </a:lnTo>
                <a:lnTo>
                  <a:pt x="17280" y="0"/>
                </a:lnTo>
                <a:lnTo>
                  <a:pt x="18014" y="1195"/>
                </a:lnTo>
                <a:lnTo>
                  <a:pt x="18714" y="2385"/>
                </a:lnTo>
                <a:lnTo>
                  <a:pt x="19358" y="3571"/>
                </a:lnTo>
                <a:lnTo>
                  <a:pt x="19945" y="4757"/>
                </a:lnTo>
                <a:lnTo>
                  <a:pt x="20460" y="5947"/>
                </a:lnTo>
                <a:lnTo>
                  <a:pt x="20896" y="7142"/>
                </a:lnTo>
                <a:lnTo>
                  <a:pt x="21237" y="8348"/>
                </a:lnTo>
                <a:lnTo>
                  <a:pt x="21475" y="9567"/>
                </a:lnTo>
                <a:lnTo>
                  <a:pt x="21600" y="10800"/>
                </a:lnTo>
                <a:lnTo>
                  <a:pt x="19176" y="11660"/>
                </a:lnTo>
                <a:lnTo>
                  <a:pt x="17340" y="12283"/>
                </a:lnTo>
                <a:lnTo>
                  <a:pt x="15729" y="12769"/>
                </a:lnTo>
                <a:lnTo>
                  <a:pt x="13980" y="13217"/>
                </a:lnTo>
                <a:lnTo>
                  <a:pt x="11737" y="13727"/>
                </a:lnTo>
                <a:lnTo>
                  <a:pt x="8640" y="14400"/>
                </a:lnTo>
                <a:lnTo>
                  <a:pt x="7417" y="15419"/>
                </a:lnTo>
                <a:lnTo>
                  <a:pt x="6195" y="16438"/>
                </a:lnTo>
                <a:lnTo>
                  <a:pt x="4968" y="17460"/>
                </a:lnTo>
                <a:lnTo>
                  <a:pt x="3737" y="18486"/>
                </a:lnTo>
                <a:lnTo>
                  <a:pt x="2497" y="19517"/>
                </a:lnTo>
                <a:lnTo>
                  <a:pt x="1253" y="20554"/>
                </a:lnTo>
                <a:lnTo>
                  <a:pt x="0" y="21600"/>
                </a:lnTo>
                <a:lnTo>
                  <a:pt x="0" y="20342"/>
                </a:lnTo>
                <a:lnTo>
                  <a:pt x="0" y="19084"/>
                </a:lnTo>
                <a:lnTo>
                  <a:pt x="0" y="17825"/>
                </a:lnTo>
                <a:lnTo>
                  <a:pt x="0" y="16565"/>
                </a:lnTo>
                <a:lnTo>
                  <a:pt x="0" y="15305"/>
                </a:lnTo>
                <a:lnTo>
                  <a:pt x="0" y="14044"/>
                </a:lnTo>
                <a:lnTo>
                  <a:pt x="0" y="12780"/>
                </a:lnTo>
                <a:lnTo>
                  <a:pt x="0" y="11515"/>
                </a:lnTo>
                <a:lnTo>
                  <a:pt x="0" y="10247"/>
                </a:lnTo>
                <a:lnTo>
                  <a:pt x="0" y="8977"/>
                </a:lnTo>
                <a:lnTo>
                  <a:pt x="0" y="7704"/>
                </a:lnTo>
                <a:lnTo>
                  <a:pt x="0" y="6430"/>
                </a:lnTo>
                <a:lnTo>
                  <a:pt x="0" y="5152"/>
                </a:lnTo>
                <a:lnTo>
                  <a:pt x="0" y="3868"/>
                </a:lnTo>
                <a:lnTo>
                  <a:pt x="0" y="2583"/>
                </a:lnTo>
                <a:lnTo>
                  <a:pt x="0" y="1294"/>
                </a:lnTo>
                <a:lnTo>
                  <a:pt x="0" y="0"/>
                </a:lnTo>
                <a:close/>
              </a:path>
            </a:pathLst>
          </a:custGeom>
          <a:solidFill>
            <a:srgbClr val="97B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1" name="contour_07499"/>
          <p:cNvSpPr/>
          <p:nvPr/>
        </p:nvSpPr>
        <p:spPr>
          <a:xfrm>
            <a:off x="3617930" y="4974965"/>
            <a:ext cx="50703" cy="610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2" y="0"/>
                </a:moveTo>
                <a:lnTo>
                  <a:pt x="14658" y="142"/>
                </a:lnTo>
                <a:lnTo>
                  <a:pt x="15865" y="392"/>
                </a:lnTo>
                <a:lnTo>
                  <a:pt x="18629" y="967"/>
                </a:lnTo>
                <a:lnTo>
                  <a:pt x="19461" y="2672"/>
                </a:lnTo>
                <a:lnTo>
                  <a:pt x="20175" y="4392"/>
                </a:lnTo>
                <a:lnTo>
                  <a:pt x="20759" y="6123"/>
                </a:lnTo>
                <a:lnTo>
                  <a:pt x="21199" y="7866"/>
                </a:lnTo>
                <a:lnTo>
                  <a:pt x="21482" y="9623"/>
                </a:lnTo>
                <a:lnTo>
                  <a:pt x="21600" y="11389"/>
                </a:lnTo>
                <a:lnTo>
                  <a:pt x="21538" y="13169"/>
                </a:lnTo>
                <a:lnTo>
                  <a:pt x="21283" y="14961"/>
                </a:lnTo>
                <a:lnTo>
                  <a:pt x="20824" y="16764"/>
                </a:lnTo>
                <a:lnTo>
                  <a:pt x="19163" y="18196"/>
                </a:lnTo>
                <a:lnTo>
                  <a:pt x="17455" y="19163"/>
                </a:lnTo>
                <a:lnTo>
                  <a:pt x="15651" y="19774"/>
                </a:lnTo>
                <a:lnTo>
                  <a:pt x="13698" y="20145"/>
                </a:lnTo>
                <a:lnTo>
                  <a:pt x="11537" y="20393"/>
                </a:lnTo>
                <a:lnTo>
                  <a:pt x="9122" y="20633"/>
                </a:lnTo>
                <a:lnTo>
                  <a:pt x="7417" y="20826"/>
                </a:lnTo>
                <a:lnTo>
                  <a:pt x="5703" y="21022"/>
                </a:lnTo>
                <a:lnTo>
                  <a:pt x="3965" y="21218"/>
                </a:lnTo>
                <a:lnTo>
                  <a:pt x="2981" y="21314"/>
                </a:lnTo>
                <a:lnTo>
                  <a:pt x="0" y="21600"/>
                </a:lnTo>
                <a:lnTo>
                  <a:pt x="574" y="19826"/>
                </a:lnTo>
                <a:lnTo>
                  <a:pt x="1155" y="18051"/>
                </a:lnTo>
                <a:lnTo>
                  <a:pt x="1739" y="16279"/>
                </a:lnTo>
                <a:lnTo>
                  <a:pt x="2325" y="14507"/>
                </a:lnTo>
                <a:lnTo>
                  <a:pt x="2912" y="12736"/>
                </a:lnTo>
                <a:lnTo>
                  <a:pt x="3319" y="11472"/>
                </a:lnTo>
                <a:lnTo>
                  <a:pt x="3729" y="10190"/>
                </a:lnTo>
                <a:lnTo>
                  <a:pt x="4704" y="7327"/>
                </a:lnTo>
                <a:lnTo>
                  <a:pt x="5523" y="5156"/>
                </a:lnTo>
                <a:lnTo>
                  <a:pt x="6312" y="3559"/>
                </a:lnTo>
                <a:lnTo>
                  <a:pt x="7188" y="2417"/>
                </a:lnTo>
                <a:lnTo>
                  <a:pt x="8274" y="1609"/>
                </a:lnTo>
                <a:lnTo>
                  <a:pt x="9684" y="1016"/>
                </a:lnTo>
                <a:lnTo>
                  <a:pt x="11544" y="521"/>
                </a:lnTo>
                <a:lnTo>
                  <a:pt x="13972" y="0"/>
                </a:lnTo>
                <a:close/>
              </a:path>
            </a:pathLst>
          </a:custGeom>
          <a:solidFill>
            <a:srgbClr val="97ADC0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2" name="contour_07500"/>
          <p:cNvSpPr/>
          <p:nvPr/>
        </p:nvSpPr>
        <p:spPr>
          <a:xfrm>
            <a:off x="1599157" y="5014138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86" y="599"/>
                </a:lnTo>
                <a:lnTo>
                  <a:pt x="6143" y="1065"/>
                </a:lnTo>
                <a:lnTo>
                  <a:pt x="8127" y="1435"/>
                </a:lnTo>
                <a:lnTo>
                  <a:pt x="9596" y="1740"/>
                </a:lnTo>
                <a:lnTo>
                  <a:pt x="10711" y="2024"/>
                </a:lnTo>
                <a:lnTo>
                  <a:pt x="11626" y="2317"/>
                </a:lnTo>
                <a:lnTo>
                  <a:pt x="12504" y="2660"/>
                </a:lnTo>
                <a:lnTo>
                  <a:pt x="13500" y="3086"/>
                </a:lnTo>
                <a:lnTo>
                  <a:pt x="13500" y="5125"/>
                </a:lnTo>
                <a:lnTo>
                  <a:pt x="13500" y="7177"/>
                </a:lnTo>
                <a:lnTo>
                  <a:pt x="13500" y="9257"/>
                </a:lnTo>
                <a:lnTo>
                  <a:pt x="15285" y="9257"/>
                </a:lnTo>
                <a:lnTo>
                  <a:pt x="17080" y="9257"/>
                </a:lnTo>
                <a:lnTo>
                  <a:pt x="18900" y="9257"/>
                </a:lnTo>
                <a:lnTo>
                  <a:pt x="19621" y="11251"/>
                </a:lnTo>
                <a:lnTo>
                  <a:pt x="20172" y="13256"/>
                </a:lnTo>
                <a:lnTo>
                  <a:pt x="20598" y="15287"/>
                </a:lnTo>
                <a:lnTo>
                  <a:pt x="20949" y="17351"/>
                </a:lnTo>
                <a:lnTo>
                  <a:pt x="21268" y="19452"/>
                </a:lnTo>
                <a:lnTo>
                  <a:pt x="21600" y="21600"/>
                </a:lnTo>
                <a:lnTo>
                  <a:pt x="19729" y="21600"/>
                </a:lnTo>
                <a:lnTo>
                  <a:pt x="17855" y="21600"/>
                </a:lnTo>
                <a:lnTo>
                  <a:pt x="15981" y="21600"/>
                </a:lnTo>
                <a:lnTo>
                  <a:pt x="14105" y="21600"/>
                </a:lnTo>
                <a:lnTo>
                  <a:pt x="12220" y="21600"/>
                </a:lnTo>
                <a:lnTo>
                  <a:pt x="10333" y="21600"/>
                </a:lnTo>
                <a:lnTo>
                  <a:pt x="8438" y="21600"/>
                </a:lnTo>
                <a:lnTo>
                  <a:pt x="6534" y="21600"/>
                </a:lnTo>
                <a:lnTo>
                  <a:pt x="4622" y="21600"/>
                </a:lnTo>
                <a:lnTo>
                  <a:pt x="2700" y="21600"/>
                </a:lnTo>
                <a:lnTo>
                  <a:pt x="2433" y="19462"/>
                </a:lnTo>
                <a:lnTo>
                  <a:pt x="2165" y="17320"/>
                </a:lnTo>
                <a:lnTo>
                  <a:pt x="1898" y="15179"/>
                </a:lnTo>
                <a:lnTo>
                  <a:pt x="1628" y="13034"/>
                </a:lnTo>
                <a:lnTo>
                  <a:pt x="1361" y="10880"/>
                </a:lnTo>
                <a:lnTo>
                  <a:pt x="1091" y="8723"/>
                </a:lnTo>
                <a:lnTo>
                  <a:pt x="821" y="6557"/>
                </a:lnTo>
                <a:lnTo>
                  <a:pt x="548" y="4382"/>
                </a:lnTo>
                <a:lnTo>
                  <a:pt x="275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685C7A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3" name="contour_07501"/>
          <p:cNvSpPr/>
          <p:nvPr/>
        </p:nvSpPr>
        <p:spPr>
          <a:xfrm>
            <a:off x="8617493" y="4977698"/>
            <a:ext cx="116608" cy="32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48" y="228"/>
                </a:lnTo>
                <a:lnTo>
                  <a:pt x="1894" y="456"/>
                </a:lnTo>
                <a:lnTo>
                  <a:pt x="2842" y="689"/>
                </a:lnTo>
                <a:lnTo>
                  <a:pt x="3788" y="922"/>
                </a:lnTo>
                <a:lnTo>
                  <a:pt x="4734" y="1160"/>
                </a:lnTo>
                <a:lnTo>
                  <a:pt x="5682" y="1403"/>
                </a:lnTo>
                <a:lnTo>
                  <a:pt x="6629" y="1641"/>
                </a:lnTo>
                <a:lnTo>
                  <a:pt x="7575" y="1884"/>
                </a:lnTo>
                <a:lnTo>
                  <a:pt x="8521" y="2127"/>
                </a:lnTo>
                <a:lnTo>
                  <a:pt x="9326" y="2316"/>
                </a:lnTo>
                <a:lnTo>
                  <a:pt x="10134" y="2510"/>
                </a:lnTo>
                <a:lnTo>
                  <a:pt x="10955" y="2704"/>
                </a:lnTo>
                <a:lnTo>
                  <a:pt x="11302" y="2796"/>
                </a:lnTo>
                <a:lnTo>
                  <a:pt x="11915" y="2957"/>
                </a:lnTo>
                <a:lnTo>
                  <a:pt x="13315" y="3321"/>
                </a:lnTo>
                <a:lnTo>
                  <a:pt x="14031" y="3496"/>
                </a:lnTo>
                <a:lnTo>
                  <a:pt x="14750" y="3675"/>
                </a:lnTo>
                <a:lnTo>
                  <a:pt x="15479" y="3860"/>
                </a:lnTo>
                <a:lnTo>
                  <a:pt x="16394" y="4370"/>
                </a:lnTo>
                <a:lnTo>
                  <a:pt x="17284" y="5001"/>
                </a:lnTo>
                <a:lnTo>
                  <a:pt x="18155" y="5743"/>
                </a:lnTo>
                <a:lnTo>
                  <a:pt x="19013" y="6593"/>
                </a:lnTo>
                <a:lnTo>
                  <a:pt x="19869" y="7545"/>
                </a:lnTo>
                <a:lnTo>
                  <a:pt x="20728" y="8584"/>
                </a:lnTo>
                <a:lnTo>
                  <a:pt x="21600" y="9710"/>
                </a:lnTo>
                <a:lnTo>
                  <a:pt x="20709" y="12138"/>
                </a:lnTo>
                <a:lnTo>
                  <a:pt x="19849" y="14211"/>
                </a:lnTo>
                <a:lnTo>
                  <a:pt x="19009" y="15954"/>
                </a:lnTo>
                <a:lnTo>
                  <a:pt x="18175" y="17396"/>
                </a:lnTo>
                <a:lnTo>
                  <a:pt x="17337" y="18561"/>
                </a:lnTo>
                <a:lnTo>
                  <a:pt x="16484" y="19478"/>
                </a:lnTo>
                <a:lnTo>
                  <a:pt x="15601" y="20173"/>
                </a:lnTo>
                <a:lnTo>
                  <a:pt x="14679" y="20668"/>
                </a:lnTo>
                <a:lnTo>
                  <a:pt x="13707" y="20993"/>
                </a:lnTo>
                <a:lnTo>
                  <a:pt x="12670" y="21178"/>
                </a:lnTo>
                <a:lnTo>
                  <a:pt x="11559" y="21241"/>
                </a:lnTo>
                <a:lnTo>
                  <a:pt x="10782" y="21420"/>
                </a:lnTo>
                <a:lnTo>
                  <a:pt x="9995" y="21600"/>
                </a:lnTo>
                <a:lnTo>
                  <a:pt x="8938" y="21571"/>
                </a:lnTo>
                <a:lnTo>
                  <a:pt x="7992" y="21362"/>
                </a:lnTo>
                <a:lnTo>
                  <a:pt x="7124" y="20891"/>
                </a:lnTo>
                <a:lnTo>
                  <a:pt x="6305" y="20085"/>
                </a:lnTo>
                <a:lnTo>
                  <a:pt x="5500" y="18881"/>
                </a:lnTo>
                <a:lnTo>
                  <a:pt x="4680" y="17201"/>
                </a:lnTo>
                <a:lnTo>
                  <a:pt x="3812" y="14968"/>
                </a:lnTo>
                <a:lnTo>
                  <a:pt x="3148" y="12550"/>
                </a:lnTo>
                <a:lnTo>
                  <a:pt x="2496" y="10113"/>
                </a:lnTo>
                <a:lnTo>
                  <a:pt x="1856" y="7647"/>
                </a:lnTo>
                <a:lnTo>
                  <a:pt x="1229" y="5141"/>
                </a:lnTo>
                <a:lnTo>
                  <a:pt x="610" y="2597"/>
                </a:lnTo>
                <a:lnTo>
                  <a:pt x="0" y="0"/>
                </a:lnTo>
                <a:close/>
              </a:path>
            </a:pathLst>
          </a:custGeom>
          <a:solidFill>
            <a:srgbClr val="E9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4" name="contour_07502"/>
          <p:cNvSpPr/>
          <p:nvPr/>
        </p:nvSpPr>
        <p:spPr>
          <a:xfrm>
            <a:off x="6073984" y="4962802"/>
            <a:ext cx="182200" cy="29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35"/>
                </a:moveTo>
                <a:lnTo>
                  <a:pt x="604" y="187"/>
                </a:lnTo>
                <a:lnTo>
                  <a:pt x="1208" y="144"/>
                </a:lnTo>
                <a:lnTo>
                  <a:pt x="1811" y="107"/>
                </a:lnTo>
                <a:lnTo>
                  <a:pt x="2414" y="69"/>
                </a:lnTo>
                <a:lnTo>
                  <a:pt x="3016" y="43"/>
                </a:lnTo>
                <a:lnTo>
                  <a:pt x="3618" y="21"/>
                </a:lnTo>
                <a:lnTo>
                  <a:pt x="4220" y="5"/>
                </a:lnTo>
                <a:lnTo>
                  <a:pt x="4821" y="0"/>
                </a:lnTo>
                <a:lnTo>
                  <a:pt x="5422" y="0"/>
                </a:lnTo>
                <a:lnTo>
                  <a:pt x="6022" y="11"/>
                </a:lnTo>
                <a:lnTo>
                  <a:pt x="6623" y="27"/>
                </a:lnTo>
                <a:lnTo>
                  <a:pt x="7222" y="59"/>
                </a:lnTo>
                <a:lnTo>
                  <a:pt x="7822" y="96"/>
                </a:lnTo>
                <a:lnTo>
                  <a:pt x="8421" y="150"/>
                </a:lnTo>
                <a:lnTo>
                  <a:pt x="9020" y="214"/>
                </a:lnTo>
                <a:lnTo>
                  <a:pt x="9620" y="288"/>
                </a:lnTo>
                <a:lnTo>
                  <a:pt x="10219" y="379"/>
                </a:lnTo>
                <a:lnTo>
                  <a:pt x="10817" y="486"/>
                </a:lnTo>
                <a:lnTo>
                  <a:pt x="11416" y="604"/>
                </a:lnTo>
                <a:lnTo>
                  <a:pt x="12015" y="742"/>
                </a:lnTo>
                <a:lnTo>
                  <a:pt x="12613" y="892"/>
                </a:lnTo>
                <a:lnTo>
                  <a:pt x="13211" y="1063"/>
                </a:lnTo>
                <a:lnTo>
                  <a:pt x="13810" y="1250"/>
                </a:lnTo>
                <a:lnTo>
                  <a:pt x="14408" y="1453"/>
                </a:lnTo>
                <a:lnTo>
                  <a:pt x="15007" y="1677"/>
                </a:lnTo>
                <a:lnTo>
                  <a:pt x="15606" y="1918"/>
                </a:lnTo>
                <a:lnTo>
                  <a:pt x="16204" y="2185"/>
                </a:lnTo>
                <a:lnTo>
                  <a:pt x="16803" y="2468"/>
                </a:lnTo>
                <a:lnTo>
                  <a:pt x="17402" y="2772"/>
                </a:lnTo>
                <a:lnTo>
                  <a:pt x="18001" y="3103"/>
                </a:lnTo>
                <a:lnTo>
                  <a:pt x="18600" y="3456"/>
                </a:lnTo>
                <a:lnTo>
                  <a:pt x="19200" y="3830"/>
                </a:lnTo>
                <a:lnTo>
                  <a:pt x="19799" y="4225"/>
                </a:lnTo>
                <a:lnTo>
                  <a:pt x="20399" y="4652"/>
                </a:lnTo>
                <a:lnTo>
                  <a:pt x="21000" y="5101"/>
                </a:lnTo>
                <a:lnTo>
                  <a:pt x="21600" y="5576"/>
                </a:lnTo>
                <a:lnTo>
                  <a:pt x="21600" y="8226"/>
                </a:lnTo>
                <a:lnTo>
                  <a:pt x="21600" y="10918"/>
                </a:lnTo>
                <a:lnTo>
                  <a:pt x="21101" y="11120"/>
                </a:lnTo>
                <a:lnTo>
                  <a:pt x="20596" y="11323"/>
                </a:lnTo>
                <a:lnTo>
                  <a:pt x="20033" y="11558"/>
                </a:lnTo>
                <a:lnTo>
                  <a:pt x="19470" y="11793"/>
                </a:lnTo>
                <a:lnTo>
                  <a:pt x="18907" y="12034"/>
                </a:lnTo>
                <a:lnTo>
                  <a:pt x="18344" y="12274"/>
                </a:lnTo>
                <a:lnTo>
                  <a:pt x="17781" y="12520"/>
                </a:lnTo>
                <a:lnTo>
                  <a:pt x="17218" y="12766"/>
                </a:lnTo>
                <a:lnTo>
                  <a:pt x="16655" y="13011"/>
                </a:lnTo>
                <a:lnTo>
                  <a:pt x="16092" y="13257"/>
                </a:lnTo>
                <a:lnTo>
                  <a:pt x="15570" y="13465"/>
                </a:lnTo>
                <a:lnTo>
                  <a:pt x="15045" y="13679"/>
                </a:lnTo>
                <a:lnTo>
                  <a:pt x="14513" y="13893"/>
                </a:lnTo>
                <a:lnTo>
                  <a:pt x="14011" y="14117"/>
                </a:lnTo>
                <a:lnTo>
                  <a:pt x="13506" y="14341"/>
                </a:lnTo>
                <a:lnTo>
                  <a:pt x="12994" y="14571"/>
                </a:lnTo>
                <a:lnTo>
                  <a:pt x="12531" y="14763"/>
                </a:lnTo>
                <a:lnTo>
                  <a:pt x="12067" y="14961"/>
                </a:lnTo>
                <a:lnTo>
                  <a:pt x="11595" y="15164"/>
                </a:lnTo>
                <a:lnTo>
                  <a:pt x="11039" y="15746"/>
                </a:lnTo>
                <a:lnTo>
                  <a:pt x="10532" y="16472"/>
                </a:lnTo>
                <a:lnTo>
                  <a:pt x="10057" y="17380"/>
                </a:lnTo>
                <a:lnTo>
                  <a:pt x="9596" y="18513"/>
                </a:lnTo>
                <a:lnTo>
                  <a:pt x="9129" y="19907"/>
                </a:lnTo>
                <a:lnTo>
                  <a:pt x="8640" y="21600"/>
                </a:lnTo>
                <a:lnTo>
                  <a:pt x="8481" y="19020"/>
                </a:lnTo>
                <a:lnTo>
                  <a:pt x="8319" y="16398"/>
                </a:lnTo>
                <a:lnTo>
                  <a:pt x="7907" y="12477"/>
                </a:lnTo>
                <a:lnTo>
                  <a:pt x="7556" y="10613"/>
                </a:lnTo>
                <a:lnTo>
                  <a:pt x="6964" y="9214"/>
                </a:lnTo>
                <a:lnTo>
                  <a:pt x="6481" y="8963"/>
                </a:lnTo>
                <a:lnTo>
                  <a:pt x="5991" y="8706"/>
                </a:lnTo>
                <a:lnTo>
                  <a:pt x="5728" y="8551"/>
                </a:lnTo>
                <a:lnTo>
                  <a:pt x="4936" y="8081"/>
                </a:lnTo>
                <a:lnTo>
                  <a:pt x="4661" y="7953"/>
                </a:lnTo>
                <a:lnTo>
                  <a:pt x="3834" y="7579"/>
                </a:lnTo>
                <a:lnTo>
                  <a:pt x="3282" y="7269"/>
                </a:lnTo>
                <a:lnTo>
                  <a:pt x="2722" y="6954"/>
                </a:lnTo>
                <a:lnTo>
                  <a:pt x="2177" y="6655"/>
                </a:lnTo>
                <a:lnTo>
                  <a:pt x="1634" y="6372"/>
                </a:lnTo>
                <a:lnTo>
                  <a:pt x="1090" y="6100"/>
                </a:lnTo>
                <a:lnTo>
                  <a:pt x="544" y="5838"/>
                </a:lnTo>
                <a:lnTo>
                  <a:pt x="0" y="5576"/>
                </a:lnTo>
                <a:lnTo>
                  <a:pt x="0" y="2927"/>
                </a:lnTo>
                <a:lnTo>
                  <a:pt x="0" y="235"/>
                </a:lnTo>
                <a:close/>
              </a:path>
            </a:pathLst>
          </a:custGeom>
          <a:solidFill>
            <a:srgbClr val="EF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5" name="contour_07503"/>
          <p:cNvSpPr/>
          <p:nvPr/>
        </p:nvSpPr>
        <p:spPr>
          <a:xfrm>
            <a:off x="11624926" y="4919394"/>
            <a:ext cx="5352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2" y="0"/>
                </a:moveTo>
                <a:lnTo>
                  <a:pt x="1679" y="1140"/>
                </a:lnTo>
                <a:lnTo>
                  <a:pt x="2353" y="2287"/>
                </a:lnTo>
                <a:lnTo>
                  <a:pt x="3035" y="3451"/>
                </a:lnTo>
                <a:lnTo>
                  <a:pt x="4300" y="4934"/>
                </a:lnTo>
                <a:lnTo>
                  <a:pt x="5506" y="6041"/>
                </a:lnTo>
                <a:lnTo>
                  <a:pt x="6829" y="6881"/>
                </a:lnTo>
                <a:lnTo>
                  <a:pt x="8456" y="7567"/>
                </a:lnTo>
                <a:lnTo>
                  <a:pt x="10559" y="8213"/>
                </a:lnTo>
                <a:lnTo>
                  <a:pt x="12391" y="8486"/>
                </a:lnTo>
                <a:lnTo>
                  <a:pt x="14226" y="8738"/>
                </a:lnTo>
                <a:lnTo>
                  <a:pt x="16068" y="8974"/>
                </a:lnTo>
                <a:lnTo>
                  <a:pt x="17909" y="9192"/>
                </a:lnTo>
                <a:lnTo>
                  <a:pt x="19753" y="9398"/>
                </a:lnTo>
                <a:lnTo>
                  <a:pt x="21600" y="9600"/>
                </a:lnTo>
                <a:lnTo>
                  <a:pt x="21235" y="11086"/>
                </a:lnTo>
                <a:lnTo>
                  <a:pt x="20871" y="12571"/>
                </a:lnTo>
                <a:lnTo>
                  <a:pt x="20506" y="14062"/>
                </a:lnTo>
                <a:lnTo>
                  <a:pt x="20141" y="15554"/>
                </a:lnTo>
                <a:lnTo>
                  <a:pt x="19774" y="17054"/>
                </a:lnTo>
                <a:lnTo>
                  <a:pt x="19403" y="18562"/>
                </a:lnTo>
                <a:lnTo>
                  <a:pt x="19032" y="20076"/>
                </a:lnTo>
                <a:lnTo>
                  <a:pt x="18659" y="21600"/>
                </a:lnTo>
                <a:lnTo>
                  <a:pt x="16509" y="21331"/>
                </a:lnTo>
                <a:lnTo>
                  <a:pt x="14426" y="21034"/>
                </a:lnTo>
                <a:lnTo>
                  <a:pt x="12397" y="20690"/>
                </a:lnTo>
                <a:lnTo>
                  <a:pt x="10421" y="20287"/>
                </a:lnTo>
                <a:lnTo>
                  <a:pt x="8485" y="19807"/>
                </a:lnTo>
                <a:lnTo>
                  <a:pt x="6585" y="19236"/>
                </a:lnTo>
                <a:lnTo>
                  <a:pt x="4709" y="18554"/>
                </a:lnTo>
                <a:lnTo>
                  <a:pt x="2856" y="17748"/>
                </a:lnTo>
                <a:lnTo>
                  <a:pt x="1012" y="16800"/>
                </a:lnTo>
                <a:lnTo>
                  <a:pt x="582" y="15091"/>
                </a:lnTo>
                <a:lnTo>
                  <a:pt x="276" y="13406"/>
                </a:lnTo>
                <a:lnTo>
                  <a:pt x="88" y="11736"/>
                </a:lnTo>
                <a:lnTo>
                  <a:pt x="0" y="10078"/>
                </a:lnTo>
                <a:lnTo>
                  <a:pt x="6" y="8422"/>
                </a:lnTo>
                <a:lnTo>
                  <a:pt x="91" y="6766"/>
                </a:lnTo>
                <a:lnTo>
                  <a:pt x="247" y="5102"/>
                </a:lnTo>
                <a:lnTo>
                  <a:pt x="459" y="3422"/>
                </a:lnTo>
                <a:lnTo>
                  <a:pt x="718" y="1726"/>
                </a:lnTo>
                <a:lnTo>
                  <a:pt x="1012" y="0"/>
                </a:lnTo>
                <a:close/>
              </a:path>
            </a:pathLst>
          </a:custGeom>
          <a:solidFill>
            <a:srgbClr val="A5833A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6" name="contour_07504"/>
          <p:cNvSpPr/>
          <p:nvPr/>
        </p:nvSpPr>
        <p:spPr>
          <a:xfrm>
            <a:off x="4164530" y="4895402"/>
            <a:ext cx="52109" cy="45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21" y="1002"/>
                </a:moveTo>
                <a:lnTo>
                  <a:pt x="5060" y="532"/>
                </a:lnTo>
                <a:lnTo>
                  <a:pt x="7075" y="220"/>
                </a:lnTo>
                <a:lnTo>
                  <a:pt x="9075" y="48"/>
                </a:lnTo>
                <a:lnTo>
                  <a:pt x="11063" y="0"/>
                </a:lnTo>
                <a:lnTo>
                  <a:pt x="13051" y="55"/>
                </a:lnTo>
                <a:lnTo>
                  <a:pt x="15047" y="199"/>
                </a:lnTo>
                <a:lnTo>
                  <a:pt x="17056" y="419"/>
                </a:lnTo>
                <a:lnTo>
                  <a:pt x="19087" y="690"/>
                </a:lnTo>
                <a:lnTo>
                  <a:pt x="21147" y="1002"/>
                </a:lnTo>
                <a:lnTo>
                  <a:pt x="21352" y="3426"/>
                </a:lnTo>
                <a:lnTo>
                  <a:pt x="21515" y="5709"/>
                </a:lnTo>
                <a:lnTo>
                  <a:pt x="21600" y="7920"/>
                </a:lnTo>
                <a:lnTo>
                  <a:pt x="21588" y="10117"/>
                </a:lnTo>
                <a:lnTo>
                  <a:pt x="21446" y="12369"/>
                </a:lnTo>
                <a:lnTo>
                  <a:pt x="21147" y="14734"/>
                </a:lnTo>
                <a:lnTo>
                  <a:pt x="19531" y="16643"/>
                </a:lnTo>
                <a:lnTo>
                  <a:pt x="18295" y="17992"/>
                </a:lnTo>
                <a:lnTo>
                  <a:pt x="17183" y="18970"/>
                </a:lnTo>
                <a:lnTo>
                  <a:pt x="15945" y="19770"/>
                </a:lnTo>
                <a:lnTo>
                  <a:pt x="14329" y="20584"/>
                </a:lnTo>
                <a:lnTo>
                  <a:pt x="12084" y="21600"/>
                </a:lnTo>
                <a:lnTo>
                  <a:pt x="9951" y="21294"/>
                </a:lnTo>
                <a:lnTo>
                  <a:pt x="7933" y="20865"/>
                </a:lnTo>
                <a:lnTo>
                  <a:pt x="5979" y="20326"/>
                </a:lnTo>
                <a:lnTo>
                  <a:pt x="4039" y="19688"/>
                </a:lnTo>
                <a:lnTo>
                  <a:pt x="2063" y="18964"/>
                </a:lnTo>
                <a:lnTo>
                  <a:pt x="0" y="18167"/>
                </a:lnTo>
                <a:lnTo>
                  <a:pt x="30" y="15857"/>
                </a:lnTo>
                <a:lnTo>
                  <a:pt x="106" y="13618"/>
                </a:lnTo>
                <a:lnTo>
                  <a:pt x="257" y="11439"/>
                </a:lnTo>
                <a:lnTo>
                  <a:pt x="505" y="9310"/>
                </a:lnTo>
                <a:lnTo>
                  <a:pt x="879" y="7216"/>
                </a:lnTo>
                <a:lnTo>
                  <a:pt x="1405" y="5143"/>
                </a:lnTo>
                <a:lnTo>
                  <a:pt x="2112" y="3076"/>
                </a:lnTo>
                <a:lnTo>
                  <a:pt x="3021" y="1002"/>
                </a:lnTo>
                <a:close/>
              </a:path>
            </a:pathLst>
          </a:custGeom>
          <a:solidFill>
            <a:srgbClr val="37353F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7" name="contour_07505"/>
          <p:cNvSpPr/>
          <p:nvPr/>
        </p:nvSpPr>
        <p:spPr>
          <a:xfrm>
            <a:off x="7684630" y="4897530"/>
            <a:ext cx="80168" cy="44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5041" y="583"/>
                </a:lnTo>
                <a:lnTo>
                  <a:pt x="16339" y="1166"/>
                </a:lnTo>
                <a:lnTo>
                  <a:pt x="17643" y="1752"/>
                </a:lnTo>
                <a:lnTo>
                  <a:pt x="18953" y="2342"/>
                </a:lnTo>
                <a:lnTo>
                  <a:pt x="20271" y="2935"/>
                </a:lnTo>
                <a:lnTo>
                  <a:pt x="21600" y="3532"/>
                </a:lnTo>
                <a:lnTo>
                  <a:pt x="21315" y="5984"/>
                </a:lnTo>
                <a:lnTo>
                  <a:pt x="21005" y="8343"/>
                </a:lnTo>
                <a:lnTo>
                  <a:pt x="20652" y="10625"/>
                </a:lnTo>
                <a:lnTo>
                  <a:pt x="20241" y="12840"/>
                </a:lnTo>
                <a:lnTo>
                  <a:pt x="19754" y="14991"/>
                </a:lnTo>
                <a:lnTo>
                  <a:pt x="19177" y="17096"/>
                </a:lnTo>
                <a:lnTo>
                  <a:pt x="18488" y="19159"/>
                </a:lnTo>
                <a:lnTo>
                  <a:pt x="17673" y="21194"/>
                </a:lnTo>
                <a:lnTo>
                  <a:pt x="16312" y="21487"/>
                </a:lnTo>
                <a:lnTo>
                  <a:pt x="14969" y="21600"/>
                </a:lnTo>
                <a:lnTo>
                  <a:pt x="13641" y="21533"/>
                </a:lnTo>
                <a:lnTo>
                  <a:pt x="12334" y="21293"/>
                </a:lnTo>
                <a:lnTo>
                  <a:pt x="11043" y="20876"/>
                </a:lnTo>
                <a:lnTo>
                  <a:pt x="9777" y="20297"/>
                </a:lnTo>
                <a:lnTo>
                  <a:pt x="8532" y="19551"/>
                </a:lnTo>
                <a:lnTo>
                  <a:pt x="7313" y="18643"/>
                </a:lnTo>
                <a:lnTo>
                  <a:pt x="6117" y="17580"/>
                </a:lnTo>
                <a:lnTo>
                  <a:pt x="4950" y="16365"/>
                </a:lnTo>
                <a:lnTo>
                  <a:pt x="3811" y="14998"/>
                </a:lnTo>
                <a:lnTo>
                  <a:pt x="3012" y="13564"/>
                </a:lnTo>
                <a:lnTo>
                  <a:pt x="2413" y="12434"/>
                </a:lnTo>
                <a:lnTo>
                  <a:pt x="1834" y="11229"/>
                </a:lnTo>
                <a:lnTo>
                  <a:pt x="1092" y="9565"/>
                </a:lnTo>
                <a:lnTo>
                  <a:pt x="0" y="7065"/>
                </a:lnTo>
                <a:lnTo>
                  <a:pt x="1361" y="7065"/>
                </a:lnTo>
                <a:lnTo>
                  <a:pt x="2724" y="7065"/>
                </a:lnTo>
                <a:lnTo>
                  <a:pt x="4086" y="7065"/>
                </a:lnTo>
                <a:lnTo>
                  <a:pt x="5451" y="7065"/>
                </a:lnTo>
                <a:lnTo>
                  <a:pt x="6822" y="7065"/>
                </a:lnTo>
                <a:lnTo>
                  <a:pt x="8194" y="7065"/>
                </a:lnTo>
                <a:lnTo>
                  <a:pt x="9573" y="7065"/>
                </a:lnTo>
                <a:lnTo>
                  <a:pt x="10957" y="7065"/>
                </a:lnTo>
                <a:lnTo>
                  <a:pt x="12347" y="7065"/>
                </a:lnTo>
                <a:lnTo>
                  <a:pt x="13745" y="7065"/>
                </a:lnTo>
                <a:lnTo>
                  <a:pt x="13745" y="4730"/>
                </a:lnTo>
                <a:lnTo>
                  <a:pt x="13745" y="2381"/>
                </a:lnTo>
                <a:lnTo>
                  <a:pt x="13745" y="0"/>
                </a:lnTo>
                <a:close/>
              </a:path>
            </a:pathLst>
          </a:custGeom>
          <a:solidFill>
            <a:srgbClr val="323134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8" name="contour_07506"/>
          <p:cNvSpPr/>
          <p:nvPr/>
        </p:nvSpPr>
        <p:spPr>
          <a:xfrm>
            <a:off x="2357108" y="4868378"/>
            <a:ext cx="68493" cy="819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89" y="0"/>
                </a:moveTo>
                <a:lnTo>
                  <a:pt x="17424" y="380"/>
                </a:lnTo>
                <a:lnTo>
                  <a:pt x="18348" y="707"/>
                </a:lnTo>
                <a:lnTo>
                  <a:pt x="19290" y="1161"/>
                </a:lnTo>
                <a:lnTo>
                  <a:pt x="20685" y="1921"/>
                </a:lnTo>
                <a:lnTo>
                  <a:pt x="21055" y="3234"/>
                </a:lnTo>
                <a:lnTo>
                  <a:pt x="21336" y="4546"/>
                </a:lnTo>
                <a:lnTo>
                  <a:pt x="21517" y="5852"/>
                </a:lnTo>
                <a:lnTo>
                  <a:pt x="21600" y="7153"/>
                </a:lnTo>
                <a:lnTo>
                  <a:pt x="21579" y="8444"/>
                </a:lnTo>
                <a:lnTo>
                  <a:pt x="21448" y="9728"/>
                </a:lnTo>
                <a:lnTo>
                  <a:pt x="21207" y="10998"/>
                </a:lnTo>
                <a:lnTo>
                  <a:pt x="20846" y="12254"/>
                </a:lnTo>
                <a:lnTo>
                  <a:pt x="20366" y="13494"/>
                </a:lnTo>
                <a:lnTo>
                  <a:pt x="19759" y="14716"/>
                </a:lnTo>
                <a:lnTo>
                  <a:pt x="19024" y="15919"/>
                </a:lnTo>
                <a:lnTo>
                  <a:pt x="17833" y="17014"/>
                </a:lnTo>
                <a:lnTo>
                  <a:pt x="16670" y="17999"/>
                </a:lnTo>
                <a:lnTo>
                  <a:pt x="15505" y="18876"/>
                </a:lnTo>
                <a:lnTo>
                  <a:pt x="14296" y="19640"/>
                </a:lnTo>
                <a:lnTo>
                  <a:pt x="13009" y="20295"/>
                </a:lnTo>
                <a:lnTo>
                  <a:pt x="11609" y="20839"/>
                </a:lnTo>
                <a:lnTo>
                  <a:pt x="10058" y="21275"/>
                </a:lnTo>
                <a:lnTo>
                  <a:pt x="8322" y="21600"/>
                </a:lnTo>
                <a:lnTo>
                  <a:pt x="6916" y="21594"/>
                </a:lnTo>
                <a:lnTo>
                  <a:pt x="5528" y="21562"/>
                </a:lnTo>
                <a:lnTo>
                  <a:pt x="4149" y="21502"/>
                </a:lnTo>
                <a:lnTo>
                  <a:pt x="2774" y="21412"/>
                </a:lnTo>
                <a:lnTo>
                  <a:pt x="1393" y="21291"/>
                </a:lnTo>
                <a:lnTo>
                  <a:pt x="0" y="21135"/>
                </a:lnTo>
                <a:lnTo>
                  <a:pt x="786" y="21016"/>
                </a:lnTo>
                <a:lnTo>
                  <a:pt x="3160" y="20655"/>
                </a:lnTo>
                <a:lnTo>
                  <a:pt x="4744" y="19955"/>
                </a:lnTo>
                <a:lnTo>
                  <a:pt x="6075" y="19187"/>
                </a:lnTo>
                <a:lnTo>
                  <a:pt x="7192" y="18345"/>
                </a:lnTo>
                <a:lnTo>
                  <a:pt x="8132" y="17425"/>
                </a:lnTo>
                <a:lnTo>
                  <a:pt x="8931" y="16424"/>
                </a:lnTo>
                <a:lnTo>
                  <a:pt x="9630" y="15336"/>
                </a:lnTo>
                <a:lnTo>
                  <a:pt x="10264" y="14160"/>
                </a:lnTo>
                <a:lnTo>
                  <a:pt x="10874" y="12892"/>
                </a:lnTo>
                <a:lnTo>
                  <a:pt x="11492" y="11528"/>
                </a:lnTo>
                <a:lnTo>
                  <a:pt x="12027" y="10254"/>
                </a:lnTo>
                <a:lnTo>
                  <a:pt x="12558" y="8979"/>
                </a:lnTo>
                <a:lnTo>
                  <a:pt x="13082" y="7701"/>
                </a:lnTo>
                <a:lnTo>
                  <a:pt x="13597" y="6421"/>
                </a:lnTo>
                <a:lnTo>
                  <a:pt x="14107" y="5142"/>
                </a:lnTo>
                <a:lnTo>
                  <a:pt x="14613" y="3858"/>
                </a:lnTo>
                <a:lnTo>
                  <a:pt x="15109" y="2575"/>
                </a:lnTo>
                <a:lnTo>
                  <a:pt x="15601" y="1287"/>
                </a:lnTo>
                <a:lnTo>
                  <a:pt x="16089" y="0"/>
                </a:lnTo>
                <a:close/>
              </a:path>
            </a:pathLst>
          </a:custGeom>
          <a:solidFill>
            <a:srgbClr val="7E693B"/>
          </a:solidFill>
          <a:ln>
            <a:noFill/>
          </a:ln>
        </p:spPr>
        <p:txBody>
          <a:bodyPr/>
          <a:lstStyle/>
          <a:p/>
        </p:txBody>
      </p:sp>
      <p:sp>
        <p:nvSpPr>
          <p:cNvPr id="7509" name="contour_07507"/>
          <p:cNvSpPr/>
          <p:nvPr/>
        </p:nvSpPr>
        <p:spPr>
          <a:xfrm>
            <a:off x="11314050" y="4890242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7" y="144"/>
                </a:lnTo>
                <a:lnTo>
                  <a:pt x="3082" y="310"/>
                </a:lnTo>
                <a:lnTo>
                  <a:pt x="4607" y="508"/>
                </a:lnTo>
                <a:lnTo>
                  <a:pt x="6126" y="745"/>
                </a:lnTo>
                <a:lnTo>
                  <a:pt x="7633" y="1037"/>
                </a:lnTo>
                <a:lnTo>
                  <a:pt x="9137" y="1386"/>
                </a:lnTo>
                <a:lnTo>
                  <a:pt x="10636" y="1811"/>
                </a:lnTo>
                <a:lnTo>
                  <a:pt x="12131" y="2315"/>
                </a:lnTo>
                <a:lnTo>
                  <a:pt x="13625" y="2905"/>
                </a:lnTo>
                <a:lnTo>
                  <a:pt x="15120" y="3600"/>
                </a:lnTo>
                <a:lnTo>
                  <a:pt x="15906" y="5803"/>
                </a:lnTo>
                <a:lnTo>
                  <a:pt x="16418" y="7826"/>
                </a:lnTo>
                <a:lnTo>
                  <a:pt x="16716" y="9853"/>
                </a:lnTo>
                <a:lnTo>
                  <a:pt x="16861" y="12060"/>
                </a:lnTo>
                <a:lnTo>
                  <a:pt x="16917" y="14623"/>
                </a:lnTo>
                <a:lnTo>
                  <a:pt x="17096" y="16301"/>
                </a:lnTo>
                <a:lnTo>
                  <a:pt x="17280" y="18000"/>
                </a:lnTo>
                <a:lnTo>
                  <a:pt x="18349" y="18893"/>
                </a:lnTo>
                <a:lnTo>
                  <a:pt x="19425" y="19786"/>
                </a:lnTo>
                <a:lnTo>
                  <a:pt x="20505" y="20689"/>
                </a:lnTo>
                <a:lnTo>
                  <a:pt x="21600" y="21600"/>
                </a:lnTo>
                <a:lnTo>
                  <a:pt x="20103" y="21600"/>
                </a:lnTo>
                <a:lnTo>
                  <a:pt x="18604" y="21600"/>
                </a:lnTo>
                <a:lnTo>
                  <a:pt x="17105" y="21600"/>
                </a:lnTo>
                <a:lnTo>
                  <a:pt x="15604" y="21600"/>
                </a:lnTo>
                <a:lnTo>
                  <a:pt x="14096" y="21600"/>
                </a:lnTo>
                <a:lnTo>
                  <a:pt x="12586" y="21600"/>
                </a:lnTo>
                <a:lnTo>
                  <a:pt x="11070" y="21600"/>
                </a:lnTo>
                <a:lnTo>
                  <a:pt x="9547" y="21600"/>
                </a:lnTo>
                <a:lnTo>
                  <a:pt x="8018" y="21600"/>
                </a:lnTo>
                <a:lnTo>
                  <a:pt x="6480" y="21600"/>
                </a:lnTo>
                <a:lnTo>
                  <a:pt x="6480" y="19220"/>
                </a:lnTo>
                <a:lnTo>
                  <a:pt x="6480" y="16826"/>
                </a:lnTo>
                <a:lnTo>
                  <a:pt x="6480" y="14400"/>
                </a:lnTo>
                <a:lnTo>
                  <a:pt x="5052" y="14400"/>
                </a:lnTo>
                <a:lnTo>
                  <a:pt x="3616" y="14400"/>
                </a:lnTo>
                <a:lnTo>
                  <a:pt x="2160" y="14400"/>
                </a:lnTo>
                <a:lnTo>
                  <a:pt x="1514" y="12035"/>
                </a:lnTo>
                <a:lnTo>
                  <a:pt x="1164" y="10166"/>
                </a:lnTo>
                <a:lnTo>
                  <a:pt x="810" y="7200"/>
                </a:lnTo>
                <a:lnTo>
                  <a:pt x="566" y="5191"/>
                </a:lnTo>
                <a:lnTo>
                  <a:pt x="320" y="3150"/>
                </a:lnTo>
                <a:lnTo>
                  <a:pt x="160" y="1588"/>
                </a:lnTo>
                <a:lnTo>
                  <a:pt x="0" y="0"/>
                </a:lnTo>
                <a:close/>
              </a:path>
            </a:pathLst>
          </a:custGeom>
          <a:solidFill>
            <a:srgbClr val="FB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0" name="contour_07508"/>
          <p:cNvSpPr/>
          <p:nvPr/>
        </p:nvSpPr>
        <p:spPr>
          <a:xfrm>
            <a:off x="3122347" y="4875666"/>
            <a:ext cx="13847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47" y="0"/>
                </a:moveTo>
                <a:lnTo>
                  <a:pt x="4829" y="1527"/>
                </a:lnTo>
                <a:lnTo>
                  <a:pt x="5111" y="3061"/>
                </a:lnTo>
                <a:lnTo>
                  <a:pt x="5397" y="4607"/>
                </a:lnTo>
                <a:lnTo>
                  <a:pt x="5684" y="6171"/>
                </a:lnTo>
                <a:lnTo>
                  <a:pt x="6477" y="6887"/>
                </a:lnTo>
                <a:lnTo>
                  <a:pt x="7060" y="7372"/>
                </a:lnTo>
                <a:lnTo>
                  <a:pt x="7605" y="7739"/>
                </a:lnTo>
                <a:lnTo>
                  <a:pt x="8286" y="8103"/>
                </a:lnTo>
                <a:lnTo>
                  <a:pt x="9277" y="8581"/>
                </a:lnTo>
                <a:lnTo>
                  <a:pt x="9595" y="8745"/>
                </a:lnTo>
                <a:lnTo>
                  <a:pt x="10155" y="9038"/>
                </a:lnTo>
                <a:lnTo>
                  <a:pt x="11441" y="9705"/>
                </a:lnTo>
                <a:lnTo>
                  <a:pt x="12126" y="10038"/>
                </a:lnTo>
                <a:lnTo>
                  <a:pt x="12810" y="10365"/>
                </a:lnTo>
                <a:lnTo>
                  <a:pt x="13493" y="10695"/>
                </a:lnTo>
                <a:lnTo>
                  <a:pt x="14178" y="11019"/>
                </a:lnTo>
                <a:lnTo>
                  <a:pt x="14862" y="11346"/>
                </a:lnTo>
                <a:lnTo>
                  <a:pt x="15522" y="11670"/>
                </a:lnTo>
                <a:lnTo>
                  <a:pt x="16182" y="12000"/>
                </a:lnTo>
                <a:lnTo>
                  <a:pt x="16841" y="12337"/>
                </a:lnTo>
                <a:lnTo>
                  <a:pt x="17499" y="12676"/>
                </a:lnTo>
                <a:lnTo>
                  <a:pt x="18159" y="13019"/>
                </a:lnTo>
                <a:lnTo>
                  <a:pt x="18819" y="13333"/>
                </a:lnTo>
                <a:lnTo>
                  <a:pt x="19483" y="13654"/>
                </a:lnTo>
                <a:lnTo>
                  <a:pt x="20157" y="13975"/>
                </a:lnTo>
                <a:lnTo>
                  <a:pt x="20874" y="14697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19922" y="21035"/>
                </a:lnTo>
                <a:lnTo>
                  <a:pt x="18361" y="20508"/>
                </a:lnTo>
                <a:lnTo>
                  <a:pt x="16914" y="20014"/>
                </a:lnTo>
                <a:lnTo>
                  <a:pt x="15572" y="19551"/>
                </a:lnTo>
                <a:lnTo>
                  <a:pt x="14332" y="19110"/>
                </a:lnTo>
                <a:lnTo>
                  <a:pt x="13186" y="18690"/>
                </a:lnTo>
                <a:lnTo>
                  <a:pt x="12129" y="18289"/>
                </a:lnTo>
                <a:lnTo>
                  <a:pt x="11156" y="17897"/>
                </a:lnTo>
                <a:lnTo>
                  <a:pt x="10259" y="17515"/>
                </a:lnTo>
                <a:lnTo>
                  <a:pt x="9432" y="17138"/>
                </a:lnTo>
                <a:lnTo>
                  <a:pt x="8672" y="16759"/>
                </a:lnTo>
                <a:lnTo>
                  <a:pt x="7970" y="16376"/>
                </a:lnTo>
                <a:lnTo>
                  <a:pt x="7324" y="15984"/>
                </a:lnTo>
                <a:lnTo>
                  <a:pt x="6722" y="15577"/>
                </a:lnTo>
                <a:lnTo>
                  <a:pt x="6164" y="15154"/>
                </a:lnTo>
                <a:lnTo>
                  <a:pt x="5641" y="14710"/>
                </a:lnTo>
                <a:lnTo>
                  <a:pt x="5148" y="14241"/>
                </a:lnTo>
                <a:lnTo>
                  <a:pt x="4678" y="13741"/>
                </a:lnTo>
                <a:lnTo>
                  <a:pt x="4227" y="13207"/>
                </a:lnTo>
                <a:lnTo>
                  <a:pt x="3788" y="12636"/>
                </a:lnTo>
                <a:lnTo>
                  <a:pt x="3355" y="12022"/>
                </a:lnTo>
                <a:lnTo>
                  <a:pt x="2922" y="11359"/>
                </a:lnTo>
                <a:lnTo>
                  <a:pt x="2483" y="10646"/>
                </a:lnTo>
                <a:lnTo>
                  <a:pt x="2034" y="9877"/>
                </a:lnTo>
                <a:lnTo>
                  <a:pt x="1565" y="9050"/>
                </a:lnTo>
                <a:lnTo>
                  <a:pt x="1075" y="8162"/>
                </a:lnTo>
                <a:lnTo>
                  <a:pt x="555" y="7202"/>
                </a:lnTo>
                <a:lnTo>
                  <a:pt x="0" y="6171"/>
                </a:lnTo>
                <a:lnTo>
                  <a:pt x="643" y="5298"/>
                </a:lnTo>
                <a:lnTo>
                  <a:pt x="1287" y="4425"/>
                </a:lnTo>
                <a:lnTo>
                  <a:pt x="1933" y="3549"/>
                </a:lnTo>
                <a:lnTo>
                  <a:pt x="2581" y="2669"/>
                </a:lnTo>
                <a:lnTo>
                  <a:pt x="3232" y="1784"/>
                </a:lnTo>
                <a:lnTo>
                  <a:pt x="3887" y="895"/>
                </a:lnTo>
                <a:lnTo>
                  <a:pt x="4547" y="0"/>
                </a:lnTo>
                <a:close/>
              </a:path>
            </a:pathLst>
          </a:custGeom>
          <a:solidFill>
            <a:srgbClr val="EB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1" name="contour_07509"/>
          <p:cNvSpPr/>
          <p:nvPr/>
        </p:nvSpPr>
        <p:spPr>
          <a:xfrm>
            <a:off x="3821994" y="4860376"/>
            <a:ext cx="72880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99" y="0"/>
                </a:moveTo>
                <a:lnTo>
                  <a:pt x="11379" y="43"/>
                </a:lnTo>
                <a:lnTo>
                  <a:pt x="12768" y="85"/>
                </a:lnTo>
                <a:lnTo>
                  <a:pt x="14176" y="124"/>
                </a:lnTo>
                <a:lnTo>
                  <a:pt x="14792" y="142"/>
                </a:lnTo>
                <a:lnTo>
                  <a:pt x="15878" y="166"/>
                </a:lnTo>
                <a:lnTo>
                  <a:pt x="18369" y="220"/>
                </a:lnTo>
                <a:lnTo>
                  <a:pt x="18844" y="241"/>
                </a:lnTo>
                <a:lnTo>
                  <a:pt x="19682" y="273"/>
                </a:lnTo>
                <a:lnTo>
                  <a:pt x="21600" y="347"/>
                </a:lnTo>
                <a:lnTo>
                  <a:pt x="20529" y="1006"/>
                </a:lnTo>
                <a:lnTo>
                  <a:pt x="19440" y="1675"/>
                </a:lnTo>
                <a:lnTo>
                  <a:pt x="18369" y="2773"/>
                </a:lnTo>
                <a:lnTo>
                  <a:pt x="17280" y="3889"/>
                </a:lnTo>
                <a:lnTo>
                  <a:pt x="17280" y="6231"/>
                </a:lnTo>
                <a:lnTo>
                  <a:pt x="17280" y="8586"/>
                </a:lnTo>
                <a:lnTo>
                  <a:pt x="17280" y="10974"/>
                </a:lnTo>
                <a:lnTo>
                  <a:pt x="15852" y="10974"/>
                </a:lnTo>
                <a:lnTo>
                  <a:pt x="14416" y="10974"/>
                </a:lnTo>
                <a:lnTo>
                  <a:pt x="12960" y="10974"/>
                </a:lnTo>
                <a:lnTo>
                  <a:pt x="12960" y="13315"/>
                </a:lnTo>
                <a:lnTo>
                  <a:pt x="12960" y="15670"/>
                </a:lnTo>
                <a:lnTo>
                  <a:pt x="12960" y="18058"/>
                </a:lnTo>
                <a:lnTo>
                  <a:pt x="11534" y="18447"/>
                </a:lnTo>
                <a:lnTo>
                  <a:pt x="10107" y="18837"/>
                </a:lnTo>
                <a:lnTo>
                  <a:pt x="8679" y="19230"/>
                </a:lnTo>
                <a:lnTo>
                  <a:pt x="7247" y="19620"/>
                </a:lnTo>
                <a:lnTo>
                  <a:pt x="5810" y="20013"/>
                </a:lnTo>
                <a:lnTo>
                  <a:pt x="4368" y="20406"/>
                </a:lnTo>
                <a:lnTo>
                  <a:pt x="2920" y="20803"/>
                </a:lnTo>
                <a:lnTo>
                  <a:pt x="1464" y="21200"/>
                </a:lnTo>
                <a:lnTo>
                  <a:pt x="0" y="21600"/>
                </a:lnTo>
                <a:lnTo>
                  <a:pt x="1233" y="16354"/>
                </a:lnTo>
                <a:lnTo>
                  <a:pt x="2268" y="12054"/>
                </a:lnTo>
                <a:lnTo>
                  <a:pt x="3147" y="8604"/>
                </a:lnTo>
                <a:lnTo>
                  <a:pt x="3916" y="5912"/>
                </a:lnTo>
                <a:lnTo>
                  <a:pt x="4620" y="3875"/>
                </a:lnTo>
                <a:lnTo>
                  <a:pt x="5303" y="2398"/>
                </a:lnTo>
                <a:lnTo>
                  <a:pt x="6011" y="1385"/>
                </a:lnTo>
                <a:lnTo>
                  <a:pt x="6791" y="733"/>
                </a:lnTo>
                <a:lnTo>
                  <a:pt x="7685" y="351"/>
                </a:lnTo>
                <a:lnTo>
                  <a:pt x="8739" y="142"/>
                </a:lnTo>
                <a:lnTo>
                  <a:pt x="9999" y="0"/>
                </a:lnTo>
                <a:close/>
              </a:path>
            </a:pathLst>
          </a:custGeom>
          <a:solidFill>
            <a:srgbClr val="BBB092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2" name="contour_07510"/>
          <p:cNvSpPr/>
          <p:nvPr/>
        </p:nvSpPr>
        <p:spPr>
          <a:xfrm>
            <a:off x="3443019" y="4795498"/>
            <a:ext cx="2915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314" y="1024"/>
                </a:lnTo>
                <a:lnTo>
                  <a:pt x="21028" y="2049"/>
                </a:lnTo>
                <a:lnTo>
                  <a:pt x="20731" y="3073"/>
                </a:lnTo>
                <a:lnTo>
                  <a:pt x="20439" y="4098"/>
                </a:lnTo>
                <a:lnTo>
                  <a:pt x="20142" y="5122"/>
                </a:lnTo>
                <a:lnTo>
                  <a:pt x="19840" y="6147"/>
                </a:lnTo>
                <a:lnTo>
                  <a:pt x="19537" y="7171"/>
                </a:lnTo>
                <a:lnTo>
                  <a:pt x="19235" y="8196"/>
                </a:lnTo>
                <a:lnTo>
                  <a:pt x="19024" y="8969"/>
                </a:lnTo>
                <a:lnTo>
                  <a:pt x="18808" y="9745"/>
                </a:lnTo>
                <a:lnTo>
                  <a:pt x="18592" y="10532"/>
                </a:lnTo>
                <a:lnTo>
                  <a:pt x="17982" y="12548"/>
                </a:lnTo>
                <a:lnTo>
                  <a:pt x="17458" y="14213"/>
                </a:lnTo>
                <a:lnTo>
                  <a:pt x="16983" y="15575"/>
                </a:lnTo>
                <a:lnTo>
                  <a:pt x="16524" y="16688"/>
                </a:lnTo>
                <a:lnTo>
                  <a:pt x="16043" y="17596"/>
                </a:lnTo>
                <a:lnTo>
                  <a:pt x="15514" y="18352"/>
                </a:lnTo>
                <a:lnTo>
                  <a:pt x="14888" y="19006"/>
                </a:lnTo>
                <a:lnTo>
                  <a:pt x="14143" y="19610"/>
                </a:lnTo>
                <a:lnTo>
                  <a:pt x="13235" y="20208"/>
                </a:lnTo>
                <a:lnTo>
                  <a:pt x="12134" y="20856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20509"/>
                </a:lnTo>
                <a:lnTo>
                  <a:pt x="0" y="19417"/>
                </a:lnTo>
                <a:lnTo>
                  <a:pt x="0" y="18326"/>
                </a:lnTo>
                <a:lnTo>
                  <a:pt x="0" y="17232"/>
                </a:lnTo>
                <a:lnTo>
                  <a:pt x="0" y="16138"/>
                </a:lnTo>
                <a:lnTo>
                  <a:pt x="0" y="15041"/>
                </a:lnTo>
                <a:lnTo>
                  <a:pt x="0" y="13944"/>
                </a:lnTo>
                <a:lnTo>
                  <a:pt x="0" y="12843"/>
                </a:lnTo>
                <a:lnTo>
                  <a:pt x="0" y="11740"/>
                </a:lnTo>
                <a:lnTo>
                  <a:pt x="0" y="10633"/>
                </a:lnTo>
                <a:lnTo>
                  <a:pt x="0" y="9524"/>
                </a:lnTo>
                <a:lnTo>
                  <a:pt x="0" y="8410"/>
                </a:lnTo>
                <a:lnTo>
                  <a:pt x="0" y="7293"/>
                </a:lnTo>
                <a:lnTo>
                  <a:pt x="0" y="6171"/>
                </a:lnTo>
                <a:lnTo>
                  <a:pt x="3569" y="6171"/>
                </a:lnTo>
                <a:lnTo>
                  <a:pt x="7160" y="6171"/>
                </a:lnTo>
                <a:lnTo>
                  <a:pt x="10800" y="6171"/>
                </a:lnTo>
                <a:lnTo>
                  <a:pt x="12274" y="5158"/>
                </a:lnTo>
                <a:lnTo>
                  <a:pt x="13063" y="4357"/>
                </a:lnTo>
                <a:lnTo>
                  <a:pt x="13835" y="3086"/>
                </a:lnTo>
                <a:lnTo>
                  <a:pt x="14612" y="1814"/>
                </a:lnTo>
                <a:lnTo>
                  <a:pt x="15228" y="1014"/>
                </a:lnTo>
                <a:lnTo>
                  <a:pt x="16200" y="0"/>
                </a:lnTo>
                <a:close/>
              </a:path>
            </a:pathLst>
          </a:custGeom>
          <a:solidFill>
            <a:srgbClr val="AEC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3" name="contour_07511"/>
          <p:cNvSpPr/>
          <p:nvPr/>
        </p:nvSpPr>
        <p:spPr>
          <a:xfrm>
            <a:off x="7895668" y="4817362"/>
            <a:ext cx="5132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36" y="2765"/>
                </a:lnTo>
                <a:lnTo>
                  <a:pt x="20287" y="4679"/>
                </a:lnTo>
                <a:lnTo>
                  <a:pt x="19870" y="5983"/>
                </a:lnTo>
                <a:lnTo>
                  <a:pt x="19493" y="6918"/>
                </a:lnTo>
                <a:lnTo>
                  <a:pt x="19076" y="7724"/>
                </a:lnTo>
                <a:lnTo>
                  <a:pt x="18533" y="8640"/>
                </a:lnTo>
                <a:lnTo>
                  <a:pt x="17012" y="9143"/>
                </a:lnTo>
                <a:lnTo>
                  <a:pt x="15466" y="9653"/>
                </a:lnTo>
                <a:lnTo>
                  <a:pt x="13672" y="10357"/>
                </a:lnTo>
                <a:lnTo>
                  <a:pt x="12623" y="10977"/>
                </a:lnTo>
                <a:lnTo>
                  <a:pt x="11912" y="11867"/>
                </a:lnTo>
                <a:lnTo>
                  <a:pt x="11130" y="13373"/>
                </a:lnTo>
                <a:lnTo>
                  <a:pt x="10808" y="14844"/>
                </a:lnTo>
                <a:lnTo>
                  <a:pt x="10483" y="16334"/>
                </a:lnTo>
                <a:lnTo>
                  <a:pt x="10136" y="17814"/>
                </a:lnTo>
                <a:lnTo>
                  <a:pt x="9786" y="19313"/>
                </a:lnTo>
                <a:lnTo>
                  <a:pt x="9559" y="20449"/>
                </a:lnTo>
                <a:lnTo>
                  <a:pt x="9333" y="21600"/>
                </a:lnTo>
                <a:lnTo>
                  <a:pt x="6542" y="20099"/>
                </a:lnTo>
                <a:lnTo>
                  <a:pt x="4594" y="19008"/>
                </a:lnTo>
                <a:lnTo>
                  <a:pt x="3236" y="18142"/>
                </a:lnTo>
                <a:lnTo>
                  <a:pt x="2208" y="17328"/>
                </a:lnTo>
                <a:lnTo>
                  <a:pt x="1260" y="16379"/>
                </a:lnTo>
                <a:lnTo>
                  <a:pt x="132" y="15120"/>
                </a:lnTo>
                <a:lnTo>
                  <a:pt x="0" y="13643"/>
                </a:lnTo>
                <a:lnTo>
                  <a:pt x="12" y="12234"/>
                </a:lnTo>
                <a:lnTo>
                  <a:pt x="169" y="10878"/>
                </a:lnTo>
                <a:lnTo>
                  <a:pt x="475" y="9556"/>
                </a:lnTo>
                <a:lnTo>
                  <a:pt x="929" y="8256"/>
                </a:lnTo>
                <a:lnTo>
                  <a:pt x="1533" y="6962"/>
                </a:lnTo>
                <a:lnTo>
                  <a:pt x="2288" y="5655"/>
                </a:lnTo>
                <a:lnTo>
                  <a:pt x="3199" y="4320"/>
                </a:lnTo>
                <a:lnTo>
                  <a:pt x="5103" y="3259"/>
                </a:lnTo>
                <a:lnTo>
                  <a:pt x="6983" y="2380"/>
                </a:lnTo>
                <a:lnTo>
                  <a:pt x="8869" y="1661"/>
                </a:lnTo>
                <a:lnTo>
                  <a:pt x="10780" y="1095"/>
                </a:lnTo>
                <a:lnTo>
                  <a:pt x="12743" y="663"/>
                </a:lnTo>
                <a:lnTo>
                  <a:pt x="14782" y="352"/>
                </a:lnTo>
                <a:lnTo>
                  <a:pt x="16923" y="147"/>
                </a:lnTo>
                <a:lnTo>
                  <a:pt x="19186" y="35"/>
                </a:lnTo>
                <a:lnTo>
                  <a:pt x="21600" y="0"/>
                </a:lnTo>
                <a:close/>
              </a:path>
            </a:pathLst>
          </a:custGeom>
          <a:solidFill>
            <a:srgbClr val="B5B8B8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4" name="contour_07512"/>
          <p:cNvSpPr/>
          <p:nvPr/>
        </p:nvSpPr>
        <p:spPr>
          <a:xfrm>
            <a:off x="8406141" y="4722618"/>
            <a:ext cx="5830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120"/>
                </a:lnTo>
                <a:lnTo>
                  <a:pt x="3564" y="238"/>
                </a:lnTo>
                <a:lnTo>
                  <a:pt x="5349" y="357"/>
                </a:lnTo>
                <a:lnTo>
                  <a:pt x="7136" y="475"/>
                </a:lnTo>
                <a:lnTo>
                  <a:pt x="8926" y="595"/>
                </a:lnTo>
                <a:lnTo>
                  <a:pt x="10719" y="714"/>
                </a:lnTo>
                <a:lnTo>
                  <a:pt x="12517" y="834"/>
                </a:lnTo>
                <a:lnTo>
                  <a:pt x="14321" y="955"/>
                </a:lnTo>
                <a:lnTo>
                  <a:pt x="16130" y="1076"/>
                </a:lnTo>
                <a:lnTo>
                  <a:pt x="17944" y="1197"/>
                </a:lnTo>
                <a:lnTo>
                  <a:pt x="19769" y="1318"/>
                </a:lnTo>
                <a:lnTo>
                  <a:pt x="21600" y="1440"/>
                </a:lnTo>
                <a:lnTo>
                  <a:pt x="20264" y="1915"/>
                </a:lnTo>
                <a:lnTo>
                  <a:pt x="18924" y="2392"/>
                </a:lnTo>
                <a:lnTo>
                  <a:pt x="17580" y="2868"/>
                </a:lnTo>
                <a:lnTo>
                  <a:pt x="16230" y="3349"/>
                </a:lnTo>
                <a:lnTo>
                  <a:pt x="14872" y="3833"/>
                </a:lnTo>
                <a:lnTo>
                  <a:pt x="13500" y="4320"/>
                </a:lnTo>
                <a:lnTo>
                  <a:pt x="13022" y="5357"/>
                </a:lnTo>
                <a:lnTo>
                  <a:pt x="12739" y="6381"/>
                </a:lnTo>
                <a:lnTo>
                  <a:pt x="12631" y="7396"/>
                </a:lnTo>
                <a:lnTo>
                  <a:pt x="12674" y="8411"/>
                </a:lnTo>
                <a:lnTo>
                  <a:pt x="12849" y="9432"/>
                </a:lnTo>
                <a:lnTo>
                  <a:pt x="13130" y="10467"/>
                </a:lnTo>
                <a:lnTo>
                  <a:pt x="13500" y="11520"/>
                </a:lnTo>
                <a:lnTo>
                  <a:pt x="15104" y="12627"/>
                </a:lnTo>
                <a:lnTo>
                  <a:pt x="16200" y="13297"/>
                </a:lnTo>
                <a:lnTo>
                  <a:pt x="17296" y="13798"/>
                </a:lnTo>
                <a:lnTo>
                  <a:pt x="18900" y="14400"/>
                </a:lnTo>
                <a:lnTo>
                  <a:pt x="17115" y="14400"/>
                </a:lnTo>
                <a:lnTo>
                  <a:pt x="15320" y="14400"/>
                </a:lnTo>
                <a:lnTo>
                  <a:pt x="13500" y="14400"/>
                </a:lnTo>
                <a:lnTo>
                  <a:pt x="12830" y="15310"/>
                </a:lnTo>
                <a:lnTo>
                  <a:pt x="12482" y="16033"/>
                </a:lnTo>
                <a:lnTo>
                  <a:pt x="12150" y="17191"/>
                </a:lnTo>
                <a:lnTo>
                  <a:pt x="11618" y="18592"/>
                </a:lnTo>
                <a:lnTo>
                  <a:pt x="11132" y="19503"/>
                </a:lnTo>
                <a:lnTo>
                  <a:pt x="10489" y="20120"/>
                </a:lnTo>
                <a:lnTo>
                  <a:pt x="9491" y="20634"/>
                </a:lnTo>
                <a:lnTo>
                  <a:pt x="7933" y="21240"/>
                </a:lnTo>
                <a:lnTo>
                  <a:pt x="7303" y="21329"/>
                </a:lnTo>
                <a:lnTo>
                  <a:pt x="5400" y="21600"/>
                </a:lnTo>
                <a:lnTo>
                  <a:pt x="5956" y="20709"/>
                </a:lnTo>
                <a:lnTo>
                  <a:pt x="6518" y="19810"/>
                </a:lnTo>
                <a:lnTo>
                  <a:pt x="7088" y="18900"/>
                </a:lnTo>
                <a:lnTo>
                  <a:pt x="7536" y="17960"/>
                </a:lnTo>
                <a:lnTo>
                  <a:pt x="7792" y="17328"/>
                </a:lnTo>
                <a:lnTo>
                  <a:pt x="7949" y="16717"/>
                </a:lnTo>
                <a:lnTo>
                  <a:pt x="8100" y="15840"/>
                </a:lnTo>
                <a:lnTo>
                  <a:pt x="6591" y="14783"/>
                </a:lnTo>
                <a:lnTo>
                  <a:pt x="5524" y="14129"/>
                </a:lnTo>
                <a:lnTo>
                  <a:pt x="4398" y="13612"/>
                </a:lnTo>
                <a:lnTo>
                  <a:pt x="2700" y="12960"/>
                </a:lnTo>
                <a:lnTo>
                  <a:pt x="4039" y="12246"/>
                </a:lnTo>
                <a:lnTo>
                  <a:pt x="5400" y="11520"/>
                </a:lnTo>
                <a:lnTo>
                  <a:pt x="5662" y="10587"/>
                </a:lnTo>
                <a:lnTo>
                  <a:pt x="5802" y="9920"/>
                </a:lnTo>
                <a:lnTo>
                  <a:pt x="5870" y="9197"/>
                </a:lnTo>
                <a:lnTo>
                  <a:pt x="5908" y="8100"/>
                </a:lnTo>
                <a:lnTo>
                  <a:pt x="5964" y="7190"/>
                </a:lnTo>
                <a:lnTo>
                  <a:pt x="6021" y="6267"/>
                </a:lnTo>
                <a:lnTo>
                  <a:pt x="5775" y="5534"/>
                </a:lnTo>
                <a:lnTo>
                  <a:pt x="5500" y="4929"/>
                </a:lnTo>
                <a:lnTo>
                  <a:pt x="5089" y="4343"/>
                </a:lnTo>
                <a:lnTo>
                  <a:pt x="4441" y="3668"/>
                </a:lnTo>
                <a:lnTo>
                  <a:pt x="3448" y="2791"/>
                </a:lnTo>
                <a:lnTo>
                  <a:pt x="2001" y="1606"/>
                </a:lnTo>
                <a:lnTo>
                  <a:pt x="0" y="0"/>
                </a:lnTo>
                <a:close/>
              </a:path>
            </a:pathLst>
          </a:custGeom>
          <a:solidFill>
            <a:srgbClr val="F1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5" name="contour_07513"/>
          <p:cNvSpPr/>
          <p:nvPr/>
        </p:nvSpPr>
        <p:spPr>
          <a:xfrm>
            <a:off x="4332154" y="4759058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708" y="0"/>
                </a:lnTo>
                <a:lnTo>
                  <a:pt x="20144" y="0"/>
                </a:lnTo>
                <a:lnTo>
                  <a:pt x="21600" y="0"/>
                </a:lnTo>
                <a:lnTo>
                  <a:pt x="21406" y="1527"/>
                </a:lnTo>
                <a:lnTo>
                  <a:pt x="21187" y="3024"/>
                </a:lnTo>
                <a:lnTo>
                  <a:pt x="20935" y="4488"/>
                </a:lnTo>
                <a:lnTo>
                  <a:pt x="20645" y="5923"/>
                </a:lnTo>
                <a:lnTo>
                  <a:pt x="20310" y="7329"/>
                </a:lnTo>
                <a:lnTo>
                  <a:pt x="19922" y="8709"/>
                </a:lnTo>
                <a:lnTo>
                  <a:pt x="19475" y="10063"/>
                </a:lnTo>
                <a:lnTo>
                  <a:pt x="18963" y="11396"/>
                </a:lnTo>
                <a:lnTo>
                  <a:pt x="18379" y="12705"/>
                </a:lnTo>
                <a:lnTo>
                  <a:pt x="17716" y="13995"/>
                </a:lnTo>
                <a:lnTo>
                  <a:pt x="16967" y="15265"/>
                </a:lnTo>
                <a:lnTo>
                  <a:pt x="16127" y="16515"/>
                </a:lnTo>
                <a:lnTo>
                  <a:pt x="15187" y="17753"/>
                </a:lnTo>
                <a:lnTo>
                  <a:pt x="13962" y="18585"/>
                </a:lnTo>
                <a:lnTo>
                  <a:pt x="12692" y="19276"/>
                </a:lnTo>
                <a:lnTo>
                  <a:pt x="11381" y="19840"/>
                </a:lnTo>
                <a:lnTo>
                  <a:pt x="10033" y="20291"/>
                </a:lnTo>
                <a:lnTo>
                  <a:pt x="8655" y="20647"/>
                </a:lnTo>
                <a:lnTo>
                  <a:pt x="7249" y="20922"/>
                </a:lnTo>
                <a:lnTo>
                  <a:pt x="5821" y="21131"/>
                </a:lnTo>
                <a:lnTo>
                  <a:pt x="4378" y="21287"/>
                </a:lnTo>
                <a:lnTo>
                  <a:pt x="2925" y="21408"/>
                </a:lnTo>
                <a:lnTo>
                  <a:pt x="1462" y="21507"/>
                </a:lnTo>
                <a:lnTo>
                  <a:pt x="0" y="21600"/>
                </a:lnTo>
                <a:lnTo>
                  <a:pt x="413" y="19915"/>
                </a:lnTo>
                <a:lnTo>
                  <a:pt x="855" y="18455"/>
                </a:lnTo>
                <a:lnTo>
                  <a:pt x="1374" y="17166"/>
                </a:lnTo>
                <a:lnTo>
                  <a:pt x="2013" y="15988"/>
                </a:lnTo>
                <a:lnTo>
                  <a:pt x="2823" y="14867"/>
                </a:lnTo>
                <a:lnTo>
                  <a:pt x="3845" y="13740"/>
                </a:lnTo>
                <a:lnTo>
                  <a:pt x="5130" y="12554"/>
                </a:lnTo>
                <a:lnTo>
                  <a:pt x="6871" y="11701"/>
                </a:lnTo>
                <a:lnTo>
                  <a:pt x="8106" y="11204"/>
                </a:lnTo>
                <a:lnTo>
                  <a:pt x="9174" y="11001"/>
                </a:lnTo>
                <a:lnTo>
                  <a:pt x="10409" y="11022"/>
                </a:lnTo>
                <a:lnTo>
                  <a:pt x="12150" y="11206"/>
                </a:lnTo>
                <a:lnTo>
                  <a:pt x="13625" y="11005"/>
                </a:lnTo>
                <a:lnTo>
                  <a:pt x="15120" y="10800"/>
                </a:lnTo>
                <a:lnTo>
                  <a:pt x="15513" y="9398"/>
                </a:lnTo>
                <a:lnTo>
                  <a:pt x="15833" y="8011"/>
                </a:lnTo>
                <a:lnTo>
                  <a:pt x="16092" y="6625"/>
                </a:lnTo>
                <a:lnTo>
                  <a:pt x="16299" y="5229"/>
                </a:lnTo>
                <a:lnTo>
                  <a:pt x="16470" y="3812"/>
                </a:lnTo>
                <a:lnTo>
                  <a:pt x="16613" y="2363"/>
                </a:lnTo>
                <a:lnTo>
                  <a:pt x="16943" y="1190"/>
                </a:lnTo>
                <a:lnTo>
                  <a:pt x="17280" y="0"/>
                </a:lnTo>
                <a:close/>
              </a:path>
            </a:pathLst>
          </a:custGeom>
          <a:solidFill>
            <a:srgbClr val="B99ED7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6" name="contour_07514"/>
          <p:cNvSpPr/>
          <p:nvPr/>
        </p:nvSpPr>
        <p:spPr>
          <a:xfrm>
            <a:off x="2226179" y="4751770"/>
            <a:ext cx="8720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09" y="2329"/>
                </a:lnTo>
                <a:lnTo>
                  <a:pt x="20176" y="4106"/>
                </a:lnTo>
                <a:lnTo>
                  <a:pt x="19629" y="5439"/>
                </a:lnTo>
                <a:lnTo>
                  <a:pt x="19103" y="6437"/>
                </a:lnTo>
                <a:lnTo>
                  <a:pt x="18531" y="7210"/>
                </a:lnTo>
                <a:lnTo>
                  <a:pt x="17845" y="7864"/>
                </a:lnTo>
                <a:lnTo>
                  <a:pt x="16980" y="8508"/>
                </a:lnTo>
                <a:lnTo>
                  <a:pt x="15866" y="9251"/>
                </a:lnTo>
                <a:lnTo>
                  <a:pt x="14659" y="9771"/>
                </a:lnTo>
                <a:lnTo>
                  <a:pt x="13505" y="10234"/>
                </a:lnTo>
                <a:lnTo>
                  <a:pt x="12388" y="10641"/>
                </a:lnTo>
                <a:lnTo>
                  <a:pt x="11287" y="10985"/>
                </a:lnTo>
                <a:lnTo>
                  <a:pt x="10182" y="11269"/>
                </a:lnTo>
                <a:lnTo>
                  <a:pt x="9055" y="11491"/>
                </a:lnTo>
                <a:lnTo>
                  <a:pt x="7889" y="11652"/>
                </a:lnTo>
                <a:lnTo>
                  <a:pt x="6660" y="11748"/>
                </a:lnTo>
                <a:lnTo>
                  <a:pt x="5353" y="11782"/>
                </a:lnTo>
                <a:lnTo>
                  <a:pt x="4677" y="13066"/>
                </a:lnTo>
                <a:lnTo>
                  <a:pt x="4242" y="14007"/>
                </a:lnTo>
                <a:lnTo>
                  <a:pt x="3852" y="15061"/>
                </a:lnTo>
                <a:lnTo>
                  <a:pt x="3322" y="16691"/>
                </a:lnTo>
                <a:lnTo>
                  <a:pt x="3018" y="17604"/>
                </a:lnTo>
                <a:lnTo>
                  <a:pt x="2713" y="18521"/>
                </a:lnTo>
                <a:lnTo>
                  <a:pt x="2405" y="19452"/>
                </a:lnTo>
                <a:lnTo>
                  <a:pt x="2076" y="20518"/>
                </a:lnTo>
                <a:lnTo>
                  <a:pt x="1742" y="21600"/>
                </a:lnTo>
                <a:lnTo>
                  <a:pt x="1074" y="20273"/>
                </a:lnTo>
                <a:lnTo>
                  <a:pt x="585" y="19002"/>
                </a:lnTo>
                <a:lnTo>
                  <a:pt x="253" y="17765"/>
                </a:lnTo>
                <a:lnTo>
                  <a:pt x="63" y="16542"/>
                </a:lnTo>
                <a:lnTo>
                  <a:pt x="0" y="15312"/>
                </a:lnTo>
                <a:lnTo>
                  <a:pt x="47" y="14054"/>
                </a:lnTo>
                <a:lnTo>
                  <a:pt x="186" y="12746"/>
                </a:lnTo>
                <a:lnTo>
                  <a:pt x="403" y="11369"/>
                </a:lnTo>
                <a:lnTo>
                  <a:pt x="677" y="9903"/>
                </a:lnTo>
                <a:lnTo>
                  <a:pt x="942" y="9394"/>
                </a:lnTo>
                <a:lnTo>
                  <a:pt x="1742" y="7855"/>
                </a:lnTo>
                <a:lnTo>
                  <a:pt x="3053" y="7534"/>
                </a:lnTo>
                <a:lnTo>
                  <a:pt x="4338" y="7352"/>
                </a:lnTo>
                <a:lnTo>
                  <a:pt x="5607" y="7289"/>
                </a:lnTo>
                <a:lnTo>
                  <a:pt x="6873" y="7326"/>
                </a:lnTo>
                <a:lnTo>
                  <a:pt x="8147" y="7444"/>
                </a:lnTo>
                <a:lnTo>
                  <a:pt x="9442" y="7627"/>
                </a:lnTo>
                <a:lnTo>
                  <a:pt x="10768" y="7855"/>
                </a:lnTo>
                <a:lnTo>
                  <a:pt x="10768" y="6557"/>
                </a:lnTo>
                <a:lnTo>
                  <a:pt x="10768" y="5251"/>
                </a:lnTo>
                <a:lnTo>
                  <a:pt x="10768" y="3927"/>
                </a:lnTo>
                <a:lnTo>
                  <a:pt x="11639" y="3193"/>
                </a:lnTo>
                <a:lnTo>
                  <a:pt x="12281" y="2720"/>
                </a:lnTo>
                <a:lnTo>
                  <a:pt x="13014" y="2295"/>
                </a:lnTo>
                <a:lnTo>
                  <a:pt x="14153" y="1718"/>
                </a:lnTo>
                <a:lnTo>
                  <a:pt x="15097" y="1223"/>
                </a:lnTo>
                <a:lnTo>
                  <a:pt x="16058" y="721"/>
                </a:lnTo>
                <a:lnTo>
                  <a:pt x="17029" y="369"/>
                </a:lnTo>
                <a:lnTo>
                  <a:pt x="17804" y="155"/>
                </a:lnTo>
                <a:lnTo>
                  <a:pt x="18647" y="45"/>
                </a:lnTo>
                <a:lnTo>
                  <a:pt x="19822" y="6"/>
                </a:lnTo>
                <a:lnTo>
                  <a:pt x="21600" y="0"/>
                </a:lnTo>
                <a:close/>
              </a:path>
            </a:pathLst>
          </a:custGeom>
          <a:solidFill>
            <a:srgbClr val="555554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7" name="contour_07515"/>
          <p:cNvSpPr/>
          <p:nvPr/>
        </p:nvSpPr>
        <p:spPr>
          <a:xfrm>
            <a:off x="4301362" y="4766346"/>
            <a:ext cx="82216" cy="514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78" y="0"/>
                </a:moveTo>
                <a:lnTo>
                  <a:pt x="20256" y="2018"/>
                </a:lnTo>
                <a:lnTo>
                  <a:pt x="20817" y="3953"/>
                </a:lnTo>
                <a:lnTo>
                  <a:pt x="21242" y="5875"/>
                </a:lnTo>
                <a:lnTo>
                  <a:pt x="21510" y="7853"/>
                </a:lnTo>
                <a:lnTo>
                  <a:pt x="21600" y="9947"/>
                </a:lnTo>
                <a:lnTo>
                  <a:pt x="21493" y="12228"/>
                </a:lnTo>
                <a:lnTo>
                  <a:pt x="20453" y="13622"/>
                </a:lnTo>
                <a:lnTo>
                  <a:pt x="19383" y="14908"/>
                </a:lnTo>
                <a:lnTo>
                  <a:pt x="18284" y="16085"/>
                </a:lnTo>
                <a:lnTo>
                  <a:pt x="17156" y="17149"/>
                </a:lnTo>
                <a:lnTo>
                  <a:pt x="15999" y="18103"/>
                </a:lnTo>
                <a:lnTo>
                  <a:pt x="14812" y="18944"/>
                </a:lnTo>
                <a:lnTo>
                  <a:pt x="13598" y="19674"/>
                </a:lnTo>
                <a:lnTo>
                  <a:pt x="12356" y="20289"/>
                </a:lnTo>
                <a:lnTo>
                  <a:pt x="11084" y="20790"/>
                </a:lnTo>
                <a:lnTo>
                  <a:pt x="9784" y="21175"/>
                </a:lnTo>
                <a:lnTo>
                  <a:pt x="8457" y="21447"/>
                </a:lnTo>
                <a:lnTo>
                  <a:pt x="7102" y="21600"/>
                </a:lnTo>
                <a:lnTo>
                  <a:pt x="5876" y="21303"/>
                </a:lnTo>
                <a:lnTo>
                  <a:pt x="4733" y="20961"/>
                </a:lnTo>
                <a:lnTo>
                  <a:pt x="3646" y="20533"/>
                </a:lnTo>
                <a:lnTo>
                  <a:pt x="2583" y="19983"/>
                </a:lnTo>
                <a:lnTo>
                  <a:pt x="1520" y="19265"/>
                </a:lnTo>
                <a:lnTo>
                  <a:pt x="431" y="18341"/>
                </a:lnTo>
                <a:lnTo>
                  <a:pt x="144" y="15975"/>
                </a:lnTo>
                <a:lnTo>
                  <a:pt x="0" y="14315"/>
                </a:lnTo>
                <a:lnTo>
                  <a:pt x="0" y="12921"/>
                </a:lnTo>
                <a:lnTo>
                  <a:pt x="144" y="11353"/>
                </a:lnTo>
                <a:lnTo>
                  <a:pt x="431" y="9171"/>
                </a:lnTo>
                <a:lnTo>
                  <a:pt x="1618" y="10024"/>
                </a:lnTo>
                <a:lnTo>
                  <a:pt x="2824" y="10889"/>
                </a:lnTo>
                <a:lnTo>
                  <a:pt x="4241" y="11387"/>
                </a:lnTo>
                <a:lnTo>
                  <a:pt x="5524" y="11696"/>
                </a:lnTo>
                <a:lnTo>
                  <a:pt x="6713" y="11818"/>
                </a:lnTo>
                <a:lnTo>
                  <a:pt x="7843" y="11766"/>
                </a:lnTo>
                <a:lnTo>
                  <a:pt x="8948" y="11549"/>
                </a:lnTo>
                <a:lnTo>
                  <a:pt x="10064" y="11173"/>
                </a:lnTo>
                <a:lnTo>
                  <a:pt x="11226" y="10644"/>
                </a:lnTo>
                <a:lnTo>
                  <a:pt x="12471" y="9975"/>
                </a:lnTo>
                <a:lnTo>
                  <a:pt x="13834" y="9171"/>
                </a:lnTo>
                <a:lnTo>
                  <a:pt x="13834" y="7150"/>
                </a:lnTo>
                <a:lnTo>
                  <a:pt x="13834" y="5117"/>
                </a:lnTo>
                <a:lnTo>
                  <a:pt x="13834" y="3057"/>
                </a:lnTo>
                <a:lnTo>
                  <a:pt x="15258" y="2115"/>
                </a:lnTo>
                <a:lnTo>
                  <a:pt x="16269" y="1486"/>
                </a:lnTo>
                <a:lnTo>
                  <a:pt x="17143" y="1021"/>
                </a:lnTo>
                <a:lnTo>
                  <a:pt x="18153" y="575"/>
                </a:lnTo>
                <a:lnTo>
                  <a:pt x="19578" y="0"/>
                </a:lnTo>
                <a:close/>
              </a:path>
            </a:pathLst>
          </a:custGeom>
          <a:solidFill>
            <a:srgbClr val="F1E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8" name="contour_07516"/>
          <p:cNvSpPr/>
          <p:nvPr/>
        </p:nvSpPr>
        <p:spPr>
          <a:xfrm>
            <a:off x="11088122" y="4743331"/>
            <a:ext cx="88564" cy="589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22"/>
                </a:moveTo>
                <a:lnTo>
                  <a:pt x="1379" y="270"/>
                </a:lnTo>
                <a:lnTo>
                  <a:pt x="2730" y="142"/>
                </a:lnTo>
                <a:lnTo>
                  <a:pt x="4056" y="48"/>
                </a:lnTo>
                <a:lnTo>
                  <a:pt x="5357" y="0"/>
                </a:lnTo>
                <a:lnTo>
                  <a:pt x="6637" y="3"/>
                </a:lnTo>
                <a:lnTo>
                  <a:pt x="7896" y="64"/>
                </a:lnTo>
                <a:lnTo>
                  <a:pt x="9138" y="198"/>
                </a:lnTo>
                <a:lnTo>
                  <a:pt x="10366" y="409"/>
                </a:lnTo>
                <a:lnTo>
                  <a:pt x="11580" y="708"/>
                </a:lnTo>
                <a:lnTo>
                  <a:pt x="12782" y="1100"/>
                </a:lnTo>
                <a:lnTo>
                  <a:pt x="13976" y="1597"/>
                </a:lnTo>
                <a:lnTo>
                  <a:pt x="15164" y="2206"/>
                </a:lnTo>
                <a:lnTo>
                  <a:pt x="16348" y="2938"/>
                </a:lnTo>
                <a:lnTo>
                  <a:pt x="17528" y="3800"/>
                </a:lnTo>
                <a:lnTo>
                  <a:pt x="18710" y="4802"/>
                </a:lnTo>
                <a:lnTo>
                  <a:pt x="19892" y="5950"/>
                </a:lnTo>
                <a:lnTo>
                  <a:pt x="20727" y="7430"/>
                </a:lnTo>
                <a:lnTo>
                  <a:pt x="21184" y="8477"/>
                </a:lnTo>
                <a:lnTo>
                  <a:pt x="21420" y="9585"/>
                </a:lnTo>
                <a:lnTo>
                  <a:pt x="21600" y="11251"/>
                </a:lnTo>
                <a:lnTo>
                  <a:pt x="21328" y="13019"/>
                </a:lnTo>
                <a:lnTo>
                  <a:pt x="20997" y="14627"/>
                </a:lnTo>
                <a:lnTo>
                  <a:pt x="20596" y="16104"/>
                </a:lnTo>
                <a:lnTo>
                  <a:pt x="20109" y="17490"/>
                </a:lnTo>
                <a:lnTo>
                  <a:pt x="19522" y="18820"/>
                </a:lnTo>
                <a:lnTo>
                  <a:pt x="18824" y="20128"/>
                </a:lnTo>
                <a:lnTo>
                  <a:pt x="17997" y="21453"/>
                </a:lnTo>
                <a:lnTo>
                  <a:pt x="16996" y="21600"/>
                </a:lnTo>
                <a:lnTo>
                  <a:pt x="16237" y="21597"/>
                </a:lnTo>
                <a:lnTo>
                  <a:pt x="15477" y="21368"/>
                </a:lnTo>
                <a:lnTo>
                  <a:pt x="14478" y="20844"/>
                </a:lnTo>
                <a:lnTo>
                  <a:pt x="12997" y="19950"/>
                </a:lnTo>
                <a:lnTo>
                  <a:pt x="12227" y="18793"/>
                </a:lnTo>
                <a:lnTo>
                  <a:pt x="11451" y="17626"/>
                </a:lnTo>
                <a:lnTo>
                  <a:pt x="10665" y="16446"/>
                </a:lnTo>
                <a:lnTo>
                  <a:pt x="10759" y="14526"/>
                </a:lnTo>
                <a:lnTo>
                  <a:pt x="10953" y="12744"/>
                </a:lnTo>
                <a:lnTo>
                  <a:pt x="11232" y="11040"/>
                </a:lnTo>
                <a:lnTo>
                  <a:pt x="11582" y="9350"/>
                </a:lnTo>
                <a:lnTo>
                  <a:pt x="11989" y="7611"/>
                </a:lnTo>
                <a:lnTo>
                  <a:pt x="12442" y="5763"/>
                </a:lnTo>
                <a:lnTo>
                  <a:pt x="11211" y="5499"/>
                </a:lnTo>
                <a:lnTo>
                  <a:pt x="9977" y="5234"/>
                </a:lnTo>
                <a:lnTo>
                  <a:pt x="8743" y="4970"/>
                </a:lnTo>
                <a:lnTo>
                  <a:pt x="7508" y="4703"/>
                </a:lnTo>
                <a:lnTo>
                  <a:pt x="6267" y="4439"/>
                </a:lnTo>
                <a:lnTo>
                  <a:pt x="5025" y="4172"/>
                </a:lnTo>
                <a:lnTo>
                  <a:pt x="3777" y="3904"/>
                </a:lnTo>
                <a:lnTo>
                  <a:pt x="2524" y="3635"/>
                </a:lnTo>
                <a:lnTo>
                  <a:pt x="1266" y="3365"/>
                </a:lnTo>
                <a:lnTo>
                  <a:pt x="0" y="3093"/>
                </a:lnTo>
                <a:lnTo>
                  <a:pt x="0" y="1768"/>
                </a:lnTo>
                <a:lnTo>
                  <a:pt x="0" y="422"/>
                </a:lnTo>
                <a:close/>
              </a:path>
            </a:pathLst>
          </a:custGeom>
          <a:solidFill>
            <a:srgbClr val="EB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519" name="contour_07517"/>
          <p:cNvSpPr/>
          <p:nvPr/>
        </p:nvSpPr>
        <p:spPr>
          <a:xfrm>
            <a:off x="10898634" y="4759058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85" y="0"/>
                </a:moveTo>
                <a:lnTo>
                  <a:pt x="5290" y="1490"/>
                </a:lnTo>
                <a:lnTo>
                  <a:pt x="5601" y="3005"/>
                </a:lnTo>
                <a:lnTo>
                  <a:pt x="6394" y="5270"/>
                </a:lnTo>
                <a:lnTo>
                  <a:pt x="7070" y="6347"/>
                </a:lnTo>
                <a:lnTo>
                  <a:pt x="8208" y="7156"/>
                </a:lnTo>
                <a:lnTo>
                  <a:pt x="9137" y="7301"/>
                </a:lnTo>
                <a:lnTo>
                  <a:pt x="10079" y="7449"/>
                </a:lnTo>
                <a:lnTo>
                  <a:pt x="10584" y="7538"/>
                </a:lnTo>
                <a:lnTo>
                  <a:pt x="12108" y="7810"/>
                </a:lnTo>
                <a:lnTo>
                  <a:pt x="13159" y="7955"/>
                </a:lnTo>
                <a:lnTo>
                  <a:pt x="14226" y="8100"/>
                </a:lnTo>
                <a:lnTo>
                  <a:pt x="15288" y="8279"/>
                </a:lnTo>
                <a:lnTo>
                  <a:pt x="16366" y="8461"/>
                </a:lnTo>
                <a:lnTo>
                  <a:pt x="17413" y="8634"/>
                </a:lnTo>
                <a:lnTo>
                  <a:pt x="18458" y="8797"/>
                </a:lnTo>
                <a:lnTo>
                  <a:pt x="19505" y="8955"/>
                </a:lnTo>
                <a:lnTo>
                  <a:pt x="20553" y="9106"/>
                </a:lnTo>
                <a:lnTo>
                  <a:pt x="21600" y="9257"/>
                </a:lnTo>
                <a:lnTo>
                  <a:pt x="21600" y="10788"/>
                </a:lnTo>
                <a:lnTo>
                  <a:pt x="21600" y="12343"/>
                </a:lnTo>
                <a:lnTo>
                  <a:pt x="20716" y="12494"/>
                </a:lnTo>
                <a:lnTo>
                  <a:pt x="19827" y="12645"/>
                </a:lnTo>
                <a:lnTo>
                  <a:pt x="18927" y="12800"/>
                </a:lnTo>
                <a:lnTo>
                  <a:pt x="17740" y="13028"/>
                </a:lnTo>
                <a:lnTo>
                  <a:pt x="16576" y="13262"/>
                </a:lnTo>
                <a:lnTo>
                  <a:pt x="15434" y="13509"/>
                </a:lnTo>
                <a:lnTo>
                  <a:pt x="14312" y="13781"/>
                </a:lnTo>
                <a:lnTo>
                  <a:pt x="13208" y="14080"/>
                </a:lnTo>
                <a:lnTo>
                  <a:pt x="12119" y="14416"/>
                </a:lnTo>
                <a:lnTo>
                  <a:pt x="11044" y="14799"/>
                </a:lnTo>
                <a:lnTo>
                  <a:pt x="9981" y="15234"/>
                </a:lnTo>
                <a:lnTo>
                  <a:pt x="8927" y="15731"/>
                </a:lnTo>
                <a:lnTo>
                  <a:pt x="7881" y="16299"/>
                </a:lnTo>
                <a:lnTo>
                  <a:pt x="6842" y="16944"/>
                </a:lnTo>
                <a:lnTo>
                  <a:pt x="5805" y="17672"/>
                </a:lnTo>
                <a:lnTo>
                  <a:pt x="4772" y="18496"/>
                </a:lnTo>
                <a:lnTo>
                  <a:pt x="3738" y="19418"/>
                </a:lnTo>
                <a:lnTo>
                  <a:pt x="2702" y="20452"/>
                </a:lnTo>
                <a:lnTo>
                  <a:pt x="1662" y="21600"/>
                </a:lnTo>
                <a:lnTo>
                  <a:pt x="1387" y="19563"/>
                </a:lnTo>
                <a:lnTo>
                  <a:pt x="1113" y="17524"/>
                </a:lnTo>
                <a:lnTo>
                  <a:pt x="837" y="15475"/>
                </a:lnTo>
                <a:lnTo>
                  <a:pt x="560" y="13417"/>
                </a:lnTo>
                <a:lnTo>
                  <a:pt x="281" y="11346"/>
                </a:lnTo>
                <a:lnTo>
                  <a:pt x="0" y="9257"/>
                </a:lnTo>
                <a:lnTo>
                  <a:pt x="366" y="9087"/>
                </a:lnTo>
                <a:lnTo>
                  <a:pt x="1012" y="8788"/>
                </a:lnTo>
                <a:lnTo>
                  <a:pt x="2492" y="8100"/>
                </a:lnTo>
                <a:lnTo>
                  <a:pt x="3316" y="7464"/>
                </a:lnTo>
                <a:lnTo>
                  <a:pt x="4144" y="6819"/>
                </a:lnTo>
                <a:lnTo>
                  <a:pt x="4985" y="6171"/>
                </a:lnTo>
                <a:lnTo>
                  <a:pt x="4985" y="4132"/>
                </a:lnTo>
                <a:lnTo>
                  <a:pt x="4985" y="2080"/>
                </a:lnTo>
                <a:lnTo>
                  <a:pt x="4985" y="0"/>
                </a:lnTo>
                <a:close/>
              </a:path>
            </a:pathLst>
          </a:custGeom>
          <a:solidFill>
            <a:srgbClr val="626669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0" name="contour_07518"/>
          <p:cNvSpPr/>
          <p:nvPr/>
        </p:nvSpPr>
        <p:spPr>
          <a:xfrm>
            <a:off x="10009499" y="4700755"/>
            <a:ext cx="5390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41" y="0"/>
                </a:moveTo>
                <a:lnTo>
                  <a:pt x="7906" y="0"/>
                </a:lnTo>
                <a:lnTo>
                  <a:pt x="9973" y="0"/>
                </a:lnTo>
                <a:lnTo>
                  <a:pt x="12047" y="0"/>
                </a:lnTo>
                <a:lnTo>
                  <a:pt x="14129" y="0"/>
                </a:lnTo>
                <a:lnTo>
                  <a:pt x="16220" y="0"/>
                </a:lnTo>
                <a:lnTo>
                  <a:pt x="18323" y="0"/>
                </a:lnTo>
                <a:lnTo>
                  <a:pt x="20443" y="0"/>
                </a:lnTo>
                <a:lnTo>
                  <a:pt x="21086" y="3342"/>
                </a:lnTo>
                <a:lnTo>
                  <a:pt x="21471" y="5712"/>
                </a:lnTo>
                <a:lnTo>
                  <a:pt x="21600" y="7452"/>
                </a:lnTo>
                <a:lnTo>
                  <a:pt x="21471" y="8912"/>
                </a:lnTo>
                <a:lnTo>
                  <a:pt x="21086" y="10427"/>
                </a:lnTo>
                <a:lnTo>
                  <a:pt x="20443" y="12343"/>
                </a:lnTo>
                <a:lnTo>
                  <a:pt x="18790" y="13515"/>
                </a:lnTo>
                <a:lnTo>
                  <a:pt x="17114" y="14611"/>
                </a:lnTo>
                <a:lnTo>
                  <a:pt x="15417" y="15638"/>
                </a:lnTo>
                <a:lnTo>
                  <a:pt x="13697" y="16607"/>
                </a:lnTo>
                <a:lnTo>
                  <a:pt x="11954" y="17521"/>
                </a:lnTo>
                <a:lnTo>
                  <a:pt x="10190" y="18394"/>
                </a:lnTo>
                <a:lnTo>
                  <a:pt x="8402" y="19230"/>
                </a:lnTo>
                <a:lnTo>
                  <a:pt x="6597" y="20039"/>
                </a:lnTo>
                <a:lnTo>
                  <a:pt x="4769" y="20825"/>
                </a:lnTo>
                <a:lnTo>
                  <a:pt x="2920" y="21600"/>
                </a:lnTo>
                <a:lnTo>
                  <a:pt x="2439" y="19563"/>
                </a:lnTo>
                <a:lnTo>
                  <a:pt x="1957" y="17524"/>
                </a:lnTo>
                <a:lnTo>
                  <a:pt x="1472" y="15475"/>
                </a:lnTo>
                <a:lnTo>
                  <a:pt x="984" y="13417"/>
                </a:lnTo>
                <a:lnTo>
                  <a:pt x="494" y="11346"/>
                </a:lnTo>
                <a:lnTo>
                  <a:pt x="0" y="9257"/>
                </a:lnTo>
                <a:lnTo>
                  <a:pt x="1930" y="9257"/>
                </a:lnTo>
                <a:lnTo>
                  <a:pt x="3873" y="9257"/>
                </a:lnTo>
                <a:lnTo>
                  <a:pt x="5841" y="9257"/>
                </a:lnTo>
                <a:lnTo>
                  <a:pt x="5841" y="7424"/>
                </a:lnTo>
                <a:lnTo>
                  <a:pt x="5841" y="5585"/>
                </a:lnTo>
                <a:lnTo>
                  <a:pt x="5841" y="3740"/>
                </a:lnTo>
                <a:lnTo>
                  <a:pt x="5841" y="1879"/>
                </a:lnTo>
                <a:lnTo>
                  <a:pt x="5841" y="0"/>
                </a:lnTo>
                <a:close/>
              </a:path>
            </a:pathLst>
          </a:custGeom>
          <a:solidFill>
            <a:srgbClr val="3B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1" name="contour_07519"/>
          <p:cNvSpPr/>
          <p:nvPr/>
        </p:nvSpPr>
        <p:spPr>
          <a:xfrm>
            <a:off x="4674689" y="4648033"/>
            <a:ext cx="138472" cy="242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7" y="1521"/>
                </a:moveTo>
                <a:lnTo>
                  <a:pt x="1971" y="611"/>
                </a:lnTo>
                <a:lnTo>
                  <a:pt x="2577" y="150"/>
                </a:lnTo>
                <a:lnTo>
                  <a:pt x="3249" y="0"/>
                </a:lnTo>
                <a:lnTo>
                  <a:pt x="4281" y="26"/>
                </a:lnTo>
                <a:lnTo>
                  <a:pt x="4566" y="26"/>
                </a:lnTo>
                <a:lnTo>
                  <a:pt x="5066" y="33"/>
                </a:lnTo>
                <a:lnTo>
                  <a:pt x="6213" y="59"/>
                </a:lnTo>
                <a:lnTo>
                  <a:pt x="6884" y="143"/>
                </a:lnTo>
                <a:lnTo>
                  <a:pt x="7558" y="221"/>
                </a:lnTo>
                <a:lnTo>
                  <a:pt x="8242" y="299"/>
                </a:lnTo>
                <a:lnTo>
                  <a:pt x="8895" y="306"/>
                </a:lnTo>
                <a:lnTo>
                  <a:pt x="9552" y="312"/>
                </a:lnTo>
                <a:lnTo>
                  <a:pt x="10218" y="312"/>
                </a:lnTo>
                <a:lnTo>
                  <a:pt x="11853" y="410"/>
                </a:lnTo>
                <a:lnTo>
                  <a:pt x="13274" y="507"/>
                </a:lnTo>
                <a:lnTo>
                  <a:pt x="14503" y="618"/>
                </a:lnTo>
                <a:lnTo>
                  <a:pt x="15560" y="761"/>
                </a:lnTo>
                <a:lnTo>
                  <a:pt x="16465" y="943"/>
                </a:lnTo>
                <a:lnTo>
                  <a:pt x="17238" y="1177"/>
                </a:lnTo>
                <a:lnTo>
                  <a:pt x="17898" y="1482"/>
                </a:lnTo>
                <a:lnTo>
                  <a:pt x="18469" y="1866"/>
                </a:lnTo>
                <a:lnTo>
                  <a:pt x="18968" y="2347"/>
                </a:lnTo>
                <a:lnTo>
                  <a:pt x="19416" y="2939"/>
                </a:lnTo>
                <a:lnTo>
                  <a:pt x="19833" y="3654"/>
                </a:lnTo>
                <a:lnTo>
                  <a:pt x="20239" y="4506"/>
                </a:lnTo>
                <a:lnTo>
                  <a:pt x="20656" y="5507"/>
                </a:lnTo>
                <a:lnTo>
                  <a:pt x="21103" y="6678"/>
                </a:lnTo>
                <a:lnTo>
                  <a:pt x="21600" y="8024"/>
                </a:lnTo>
                <a:lnTo>
                  <a:pt x="21600" y="12321"/>
                </a:lnTo>
                <a:lnTo>
                  <a:pt x="21600" y="16645"/>
                </a:lnTo>
                <a:lnTo>
                  <a:pt x="21600" y="21028"/>
                </a:lnTo>
                <a:lnTo>
                  <a:pt x="20854" y="21112"/>
                </a:lnTo>
                <a:lnTo>
                  <a:pt x="20107" y="21190"/>
                </a:lnTo>
                <a:lnTo>
                  <a:pt x="19362" y="21255"/>
                </a:lnTo>
                <a:lnTo>
                  <a:pt x="18616" y="21320"/>
                </a:lnTo>
                <a:lnTo>
                  <a:pt x="17869" y="21379"/>
                </a:lnTo>
                <a:lnTo>
                  <a:pt x="17123" y="21431"/>
                </a:lnTo>
                <a:lnTo>
                  <a:pt x="16485" y="21515"/>
                </a:lnTo>
                <a:lnTo>
                  <a:pt x="15838" y="21600"/>
                </a:lnTo>
                <a:lnTo>
                  <a:pt x="15171" y="21593"/>
                </a:lnTo>
                <a:lnTo>
                  <a:pt x="14505" y="21522"/>
                </a:lnTo>
                <a:lnTo>
                  <a:pt x="13838" y="21392"/>
                </a:lnTo>
                <a:lnTo>
                  <a:pt x="13171" y="21223"/>
                </a:lnTo>
                <a:lnTo>
                  <a:pt x="12505" y="21028"/>
                </a:lnTo>
                <a:lnTo>
                  <a:pt x="11941" y="17803"/>
                </a:lnTo>
                <a:lnTo>
                  <a:pt x="11368" y="14526"/>
                </a:lnTo>
                <a:lnTo>
                  <a:pt x="10507" y="14214"/>
                </a:lnTo>
                <a:lnTo>
                  <a:pt x="9876" y="14038"/>
                </a:lnTo>
                <a:lnTo>
                  <a:pt x="9293" y="13980"/>
                </a:lnTo>
                <a:lnTo>
                  <a:pt x="8573" y="14012"/>
                </a:lnTo>
                <a:lnTo>
                  <a:pt x="7532" y="14123"/>
                </a:lnTo>
                <a:lnTo>
                  <a:pt x="6842" y="14181"/>
                </a:lnTo>
                <a:lnTo>
                  <a:pt x="6148" y="14240"/>
                </a:lnTo>
                <a:lnTo>
                  <a:pt x="5444" y="14298"/>
                </a:lnTo>
                <a:lnTo>
                  <a:pt x="4772" y="14370"/>
                </a:lnTo>
                <a:lnTo>
                  <a:pt x="4096" y="14448"/>
                </a:lnTo>
                <a:lnTo>
                  <a:pt x="3411" y="14526"/>
                </a:lnTo>
                <a:lnTo>
                  <a:pt x="2728" y="14532"/>
                </a:lnTo>
                <a:lnTo>
                  <a:pt x="2046" y="14539"/>
                </a:lnTo>
                <a:lnTo>
                  <a:pt x="1364" y="14539"/>
                </a:lnTo>
                <a:lnTo>
                  <a:pt x="682" y="14532"/>
                </a:lnTo>
                <a:lnTo>
                  <a:pt x="0" y="14526"/>
                </a:lnTo>
                <a:lnTo>
                  <a:pt x="227" y="10715"/>
                </a:lnTo>
                <a:lnTo>
                  <a:pt x="421" y="8089"/>
                </a:lnTo>
                <a:lnTo>
                  <a:pt x="689" y="5436"/>
                </a:lnTo>
                <a:lnTo>
                  <a:pt x="1137" y="1521"/>
                </a:lnTo>
                <a:close/>
              </a:path>
            </a:pathLst>
          </a:custGeom>
          <a:solidFill>
            <a:srgbClr val="786797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2" name="contour_07520"/>
          <p:cNvSpPr/>
          <p:nvPr/>
        </p:nvSpPr>
        <p:spPr>
          <a:xfrm>
            <a:off x="2706932" y="4598723"/>
            <a:ext cx="6474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63" y="0"/>
                </a:moveTo>
                <a:lnTo>
                  <a:pt x="6470" y="0"/>
                </a:lnTo>
                <a:lnTo>
                  <a:pt x="8087" y="0"/>
                </a:lnTo>
                <a:lnTo>
                  <a:pt x="9725" y="0"/>
                </a:lnTo>
                <a:lnTo>
                  <a:pt x="10571" y="824"/>
                </a:lnTo>
                <a:lnTo>
                  <a:pt x="11160" y="1441"/>
                </a:lnTo>
                <a:lnTo>
                  <a:pt x="11649" y="2040"/>
                </a:lnTo>
                <a:lnTo>
                  <a:pt x="12193" y="2811"/>
                </a:lnTo>
                <a:lnTo>
                  <a:pt x="12944" y="3942"/>
                </a:lnTo>
                <a:lnTo>
                  <a:pt x="13489" y="4764"/>
                </a:lnTo>
                <a:lnTo>
                  <a:pt x="14039" y="5591"/>
                </a:lnTo>
                <a:lnTo>
                  <a:pt x="14593" y="6431"/>
                </a:lnTo>
                <a:lnTo>
                  <a:pt x="14838" y="6818"/>
                </a:lnTo>
                <a:lnTo>
                  <a:pt x="15271" y="7501"/>
                </a:lnTo>
                <a:lnTo>
                  <a:pt x="16261" y="9064"/>
                </a:lnTo>
                <a:lnTo>
                  <a:pt x="16839" y="9922"/>
                </a:lnTo>
                <a:lnTo>
                  <a:pt x="17421" y="10786"/>
                </a:lnTo>
                <a:lnTo>
                  <a:pt x="18011" y="11662"/>
                </a:lnTo>
                <a:lnTo>
                  <a:pt x="19242" y="13569"/>
                </a:lnTo>
                <a:lnTo>
                  <a:pt x="20190" y="15074"/>
                </a:lnTo>
                <a:lnTo>
                  <a:pt x="20875" y="16246"/>
                </a:lnTo>
                <a:lnTo>
                  <a:pt x="21323" y="17160"/>
                </a:lnTo>
                <a:lnTo>
                  <a:pt x="21559" y="17886"/>
                </a:lnTo>
                <a:lnTo>
                  <a:pt x="21600" y="18494"/>
                </a:lnTo>
                <a:lnTo>
                  <a:pt x="21474" y="19056"/>
                </a:lnTo>
                <a:lnTo>
                  <a:pt x="21201" y="19644"/>
                </a:lnTo>
                <a:lnTo>
                  <a:pt x="20807" y="20329"/>
                </a:lnTo>
                <a:lnTo>
                  <a:pt x="20134" y="20960"/>
                </a:lnTo>
                <a:lnTo>
                  <a:pt x="19451" y="21600"/>
                </a:lnTo>
                <a:lnTo>
                  <a:pt x="17158" y="20457"/>
                </a:lnTo>
                <a:lnTo>
                  <a:pt x="15424" y="19554"/>
                </a:lnTo>
                <a:lnTo>
                  <a:pt x="14153" y="18814"/>
                </a:lnTo>
                <a:lnTo>
                  <a:pt x="13251" y="18155"/>
                </a:lnTo>
                <a:lnTo>
                  <a:pt x="12626" y="17496"/>
                </a:lnTo>
                <a:lnTo>
                  <a:pt x="12183" y="16755"/>
                </a:lnTo>
                <a:lnTo>
                  <a:pt x="11831" y="15854"/>
                </a:lnTo>
                <a:lnTo>
                  <a:pt x="11473" y="14711"/>
                </a:lnTo>
                <a:lnTo>
                  <a:pt x="11347" y="13897"/>
                </a:lnTo>
                <a:lnTo>
                  <a:pt x="11221" y="13077"/>
                </a:lnTo>
                <a:lnTo>
                  <a:pt x="11092" y="12247"/>
                </a:lnTo>
                <a:lnTo>
                  <a:pt x="10761" y="10474"/>
                </a:lnTo>
                <a:lnTo>
                  <a:pt x="10455" y="9239"/>
                </a:lnTo>
                <a:lnTo>
                  <a:pt x="10071" y="8378"/>
                </a:lnTo>
                <a:lnTo>
                  <a:pt x="9504" y="7730"/>
                </a:lnTo>
                <a:lnTo>
                  <a:pt x="8658" y="7136"/>
                </a:lnTo>
                <a:lnTo>
                  <a:pt x="7428" y="6431"/>
                </a:lnTo>
                <a:lnTo>
                  <a:pt x="5964" y="5996"/>
                </a:lnTo>
                <a:lnTo>
                  <a:pt x="4510" y="5599"/>
                </a:lnTo>
                <a:lnTo>
                  <a:pt x="3044" y="5240"/>
                </a:lnTo>
                <a:lnTo>
                  <a:pt x="1549" y="4916"/>
                </a:lnTo>
                <a:lnTo>
                  <a:pt x="0" y="4629"/>
                </a:lnTo>
                <a:lnTo>
                  <a:pt x="1607" y="4629"/>
                </a:lnTo>
                <a:lnTo>
                  <a:pt x="3224" y="4629"/>
                </a:lnTo>
                <a:lnTo>
                  <a:pt x="4863" y="4629"/>
                </a:lnTo>
                <a:lnTo>
                  <a:pt x="4863" y="3712"/>
                </a:lnTo>
                <a:lnTo>
                  <a:pt x="4863" y="2793"/>
                </a:lnTo>
                <a:lnTo>
                  <a:pt x="4863" y="1870"/>
                </a:lnTo>
                <a:lnTo>
                  <a:pt x="4863" y="940"/>
                </a:lnTo>
                <a:lnTo>
                  <a:pt x="4863" y="0"/>
                </a:lnTo>
                <a:close/>
              </a:path>
            </a:pathLst>
          </a:custGeom>
          <a:solidFill>
            <a:srgbClr val="E9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3" name="contour_07521"/>
          <p:cNvSpPr/>
          <p:nvPr/>
        </p:nvSpPr>
        <p:spPr>
          <a:xfrm>
            <a:off x="1722783" y="4576859"/>
            <a:ext cx="8936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50" y="0"/>
                </a:moveTo>
                <a:lnTo>
                  <a:pt x="5935" y="1318"/>
                </a:lnTo>
                <a:lnTo>
                  <a:pt x="6313" y="2319"/>
                </a:lnTo>
                <a:lnTo>
                  <a:pt x="6650" y="3513"/>
                </a:lnTo>
                <a:lnTo>
                  <a:pt x="7111" y="5400"/>
                </a:lnTo>
                <a:lnTo>
                  <a:pt x="6727" y="7571"/>
                </a:lnTo>
                <a:lnTo>
                  <a:pt x="6444" y="9077"/>
                </a:lnTo>
                <a:lnTo>
                  <a:pt x="6176" y="10309"/>
                </a:lnTo>
                <a:lnTo>
                  <a:pt x="5840" y="11653"/>
                </a:lnTo>
                <a:lnTo>
                  <a:pt x="5350" y="13500"/>
                </a:lnTo>
                <a:lnTo>
                  <a:pt x="5961" y="12820"/>
                </a:lnTo>
                <a:lnTo>
                  <a:pt x="6581" y="12128"/>
                </a:lnTo>
                <a:lnTo>
                  <a:pt x="7767" y="11024"/>
                </a:lnTo>
                <a:lnTo>
                  <a:pt x="8876" y="10093"/>
                </a:lnTo>
                <a:lnTo>
                  <a:pt x="9953" y="9353"/>
                </a:lnTo>
                <a:lnTo>
                  <a:pt x="11043" y="8821"/>
                </a:lnTo>
                <a:lnTo>
                  <a:pt x="12188" y="8516"/>
                </a:lnTo>
                <a:lnTo>
                  <a:pt x="13435" y="8456"/>
                </a:lnTo>
                <a:lnTo>
                  <a:pt x="14825" y="8659"/>
                </a:lnTo>
                <a:lnTo>
                  <a:pt x="15986" y="9304"/>
                </a:lnTo>
                <a:lnTo>
                  <a:pt x="17089" y="9974"/>
                </a:lnTo>
                <a:lnTo>
                  <a:pt x="18146" y="10697"/>
                </a:lnTo>
                <a:lnTo>
                  <a:pt x="19173" y="11505"/>
                </a:lnTo>
                <a:lnTo>
                  <a:pt x="20187" y="12431"/>
                </a:lnTo>
                <a:lnTo>
                  <a:pt x="21204" y="13500"/>
                </a:lnTo>
                <a:lnTo>
                  <a:pt x="21468" y="15671"/>
                </a:lnTo>
                <a:lnTo>
                  <a:pt x="21600" y="17177"/>
                </a:lnTo>
                <a:lnTo>
                  <a:pt x="21600" y="18409"/>
                </a:lnTo>
                <a:lnTo>
                  <a:pt x="21468" y="19753"/>
                </a:lnTo>
                <a:lnTo>
                  <a:pt x="21204" y="21600"/>
                </a:lnTo>
                <a:lnTo>
                  <a:pt x="20330" y="20261"/>
                </a:lnTo>
                <a:lnTo>
                  <a:pt x="19442" y="18900"/>
                </a:lnTo>
                <a:lnTo>
                  <a:pt x="18373" y="18676"/>
                </a:lnTo>
                <a:lnTo>
                  <a:pt x="17605" y="18552"/>
                </a:lnTo>
                <a:lnTo>
                  <a:pt x="16763" y="18484"/>
                </a:lnTo>
                <a:lnTo>
                  <a:pt x="15479" y="18425"/>
                </a:lnTo>
                <a:lnTo>
                  <a:pt x="14304" y="18328"/>
                </a:lnTo>
                <a:lnTo>
                  <a:pt x="13111" y="18230"/>
                </a:lnTo>
                <a:lnTo>
                  <a:pt x="11873" y="18149"/>
                </a:lnTo>
                <a:lnTo>
                  <a:pt x="10634" y="18079"/>
                </a:lnTo>
                <a:lnTo>
                  <a:pt x="9396" y="18022"/>
                </a:lnTo>
                <a:lnTo>
                  <a:pt x="8158" y="17977"/>
                </a:lnTo>
                <a:lnTo>
                  <a:pt x="7036" y="17861"/>
                </a:lnTo>
                <a:lnTo>
                  <a:pt x="5968" y="17709"/>
                </a:lnTo>
                <a:lnTo>
                  <a:pt x="4934" y="17499"/>
                </a:lnTo>
                <a:lnTo>
                  <a:pt x="3912" y="17196"/>
                </a:lnTo>
                <a:lnTo>
                  <a:pt x="2884" y="16772"/>
                </a:lnTo>
                <a:lnTo>
                  <a:pt x="1827" y="16200"/>
                </a:lnTo>
                <a:lnTo>
                  <a:pt x="1164" y="14488"/>
                </a:lnTo>
                <a:lnTo>
                  <a:pt x="652" y="12782"/>
                </a:lnTo>
                <a:lnTo>
                  <a:pt x="291" y="11048"/>
                </a:lnTo>
                <a:lnTo>
                  <a:pt x="74" y="9261"/>
                </a:lnTo>
                <a:lnTo>
                  <a:pt x="0" y="7390"/>
                </a:lnTo>
                <a:lnTo>
                  <a:pt x="65" y="5400"/>
                </a:lnTo>
                <a:lnTo>
                  <a:pt x="1145" y="3969"/>
                </a:lnTo>
                <a:lnTo>
                  <a:pt x="1950" y="2951"/>
                </a:lnTo>
                <a:lnTo>
                  <a:pt x="2625" y="2192"/>
                </a:lnTo>
                <a:lnTo>
                  <a:pt x="3321" y="1550"/>
                </a:lnTo>
                <a:lnTo>
                  <a:pt x="4178" y="869"/>
                </a:lnTo>
                <a:lnTo>
                  <a:pt x="5350" y="0"/>
                </a:lnTo>
                <a:close/>
              </a:path>
            </a:pathLst>
          </a:custGeom>
          <a:solidFill>
            <a:srgbClr val="373735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4" name="contour_07522"/>
          <p:cNvSpPr/>
          <p:nvPr/>
        </p:nvSpPr>
        <p:spPr>
          <a:xfrm>
            <a:off x="10123163" y="4518555"/>
            <a:ext cx="5448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7" y="0"/>
                </a:moveTo>
                <a:lnTo>
                  <a:pt x="3077" y="0"/>
                </a:lnTo>
                <a:lnTo>
                  <a:pt x="4998" y="0"/>
                </a:lnTo>
                <a:lnTo>
                  <a:pt x="6946" y="0"/>
                </a:lnTo>
                <a:lnTo>
                  <a:pt x="6946" y="1426"/>
                </a:lnTo>
                <a:lnTo>
                  <a:pt x="6946" y="2856"/>
                </a:lnTo>
                <a:lnTo>
                  <a:pt x="6946" y="4291"/>
                </a:lnTo>
                <a:lnTo>
                  <a:pt x="6946" y="5738"/>
                </a:lnTo>
                <a:lnTo>
                  <a:pt x="6946" y="7200"/>
                </a:lnTo>
                <a:lnTo>
                  <a:pt x="8856" y="7200"/>
                </a:lnTo>
                <a:lnTo>
                  <a:pt x="10777" y="7200"/>
                </a:lnTo>
                <a:lnTo>
                  <a:pt x="12724" y="7200"/>
                </a:lnTo>
                <a:lnTo>
                  <a:pt x="14539" y="8198"/>
                </a:lnTo>
                <a:lnTo>
                  <a:pt x="15755" y="9014"/>
                </a:lnTo>
                <a:lnTo>
                  <a:pt x="17419" y="10349"/>
                </a:lnTo>
                <a:lnTo>
                  <a:pt x="18549" y="11230"/>
                </a:lnTo>
                <a:lnTo>
                  <a:pt x="19699" y="12122"/>
                </a:lnTo>
                <a:lnTo>
                  <a:pt x="20667" y="13678"/>
                </a:lnTo>
                <a:lnTo>
                  <a:pt x="21253" y="15182"/>
                </a:lnTo>
                <a:lnTo>
                  <a:pt x="21536" y="16682"/>
                </a:lnTo>
                <a:lnTo>
                  <a:pt x="21600" y="18221"/>
                </a:lnTo>
                <a:lnTo>
                  <a:pt x="21525" y="19846"/>
                </a:lnTo>
                <a:lnTo>
                  <a:pt x="21392" y="21600"/>
                </a:lnTo>
                <a:lnTo>
                  <a:pt x="19404" y="21386"/>
                </a:lnTo>
                <a:lnTo>
                  <a:pt x="17460" y="21156"/>
                </a:lnTo>
                <a:lnTo>
                  <a:pt x="15556" y="20902"/>
                </a:lnTo>
                <a:lnTo>
                  <a:pt x="13689" y="20611"/>
                </a:lnTo>
                <a:lnTo>
                  <a:pt x="11849" y="20278"/>
                </a:lnTo>
                <a:lnTo>
                  <a:pt x="10037" y="19889"/>
                </a:lnTo>
                <a:lnTo>
                  <a:pt x="8243" y="19438"/>
                </a:lnTo>
                <a:lnTo>
                  <a:pt x="6466" y="18912"/>
                </a:lnTo>
                <a:lnTo>
                  <a:pt x="4695" y="18302"/>
                </a:lnTo>
                <a:lnTo>
                  <a:pt x="2933" y="17602"/>
                </a:lnTo>
                <a:lnTo>
                  <a:pt x="1167" y="16800"/>
                </a:lnTo>
                <a:lnTo>
                  <a:pt x="670" y="15084"/>
                </a:lnTo>
                <a:lnTo>
                  <a:pt x="321" y="13397"/>
                </a:lnTo>
                <a:lnTo>
                  <a:pt x="101" y="11731"/>
                </a:lnTo>
                <a:lnTo>
                  <a:pt x="0" y="10078"/>
                </a:lnTo>
                <a:lnTo>
                  <a:pt x="6" y="8431"/>
                </a:lnTo>
                <a:lnTo>
                  <a:pt x="104" y="6780"/>
                </a:lnTo>
                <a:lnTo>
                  <a:pt x="283" y="5122"/>
                </a:lnTo>
                <a:lnTo>
                  <a:pt x="529" y="3442"/>
                </a:lnTo>
                <a:lnTo>
                  <a:pt x="826" y="1738"/>
                </a:lnTo>
                <a:lnTo>
                  <a:pt x="1167" y="0"/>
                </a:lnTo>
                <a:close/>
              </a:path>
            </a:pathLst>
          </a:custGeom>
          <a:solidFill>
            <a:srgbClr val="48494C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5" name="contour_07523"/>
          <p:cNvSpPr/>
          <p:nvPr/>
        </p:nvSpPr>
        <p:spPr>
          <a:xfrm>
            <a:off x="8347830" y="4539049"/>
            <a:ext cx="59251" cy="52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37" y="0"/>
                </a:moveTo>
                <a:lnTo>
                  <a:pt x="11114" y="87"/>
                </a:lnTo>
                <a:lnTo>
                  <a:pt x="12851" y="243"/>
                </a:lnTo>
                <a:lnTo>
                  <a:pt x="14450" y="520"/>
                </a:lnTo>
                <a:lnTo>
                  <a:pt x="16013" y="977"/>
                </a:lnTo>
                <a:lnTo>
                  <a:pt x="17639" y="1662"/>
                </a:lnTo>
                <a:lnTo>
                  <a:pt x="19429" y="2632"/>
                </a:lnTo>
                <a:lnTo>
                  <a:pt x="20256" y="4673"/>
                </a:lnTo>
                <a:lnTo>
                  <a:pt x="20853" y="6716"/>
                </a:lnTo>
                <a:lnTo>
                  <a:pt x="21257" y="8766"/>
                </a:lnTo>
                <a:lnTo>
                  <a:pt x="21496" y="10833"/>
                </a:lnTo>
                <a:lnTo>
                  <a:pt x="21600" y="12919"/>
                </a:lnTo>
                <a:lnTo>
                  <a:pt x="21597" y="15031"/>
                </a:lnTo>
                <a:lnTo>
                  <a:pt x="21520" y="17180"/>
                </a:lnTo>
                <a:lnTo>
                  <a:pt x="21395" y="19367"/>
                </a:lnTo>
                <a:lnTo>
                  <a:pt x="21255" y="21600"/>
                </a:lnTo>
                <a:lnTo>
                  <a:pt x="20800" y="20097"/>
                </a:lnTo>
                <a:lnTo>
                  <a:pt x="20333" y="18571"/>
                </a:lnTo>
                <a:lnTo>
                  <a:pt x="19475" y="17092"/>
                </a:lnTo>
                <a:lnTo>
                  <a:pt x="18598" y="15590"/>
                </a:lnTo>
                <a:lnTo>
                  <a:pt x="16823" y="15503"/>
                </a:lnTo>
                <a:lnTo>
                  <a:pt x="15556" y="15515"/>
                </a:lnTo>
                <a:lnTo>
                  <a:pt x="14193" y="15656"/>
                </a:lnTo>
                <a:lnTo>
                  <a:pt x="12123" y="15966"/>
                </a:lnTo>
                <a:lnTo>
                  <a:pt x="10003" y="16071"/>
                </a:lnTo>
                <a:lnTo>
                  <a:pt x="8587" y="16068"/>
                </a:lnTo>
                <a:lnTo>
                  <a:pt x="7237" y="15921"/>
                </a:lnTo>
                <a:lnTo>
                  <a:pt x="5314" y="15590"/>
                </a:lnTo>
                <a:lnTo>
                  <a:pt x="4126" y="14072"/>
                </a:lnTo>
                <a:lnTo>
                  <a:pt x="3093" y="12510"/>
                </a:lnTo>
                <a:lnTo>
                  <a:pt x="2208" y="10893"/>
                </a:lnTo>
                <a:lnTo>
                  <a:pt x="1461" y="9207"/>
                </a:lnTo>
                <a:lnTo>
                  <a:pt x="850" y="7434"/>
                </a:lnTo>
                <a:lnTo>
                  <a:pt x="367" y="5559"/>
                </a:lnTo>
                <a:lnTo>
                  <a:pt x="0" y="3570"/>
                </a:lnTo>
                <a:lnTo>
                  <a:pt x="1509" y="2013"/>
                </a:lnTo>
                <a:lnTo>
                  <a:pt x="2824" y="998"/>
                </a:lnTo>
                <a:lnTo>
                  <a:pt x="4094" y="412"/>
                </a:lnTo>
                <a:lnTo>
                  <a:pt x="5470" y="129"/>
                </a:lnTo>
                <a:lnTo>
                  <a:pt x="7099" y="33"/>
                </a:lnTo>
                <a:lnTo>
                  <a:pt x="9137" y="0"/>
                </a:lnTo>
                <a:close/>
              </a:path>
            </a:pathLst>
          </a:custGeom>
          <a:solidFill>
            <a:srgbClr val="E0C683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6" name="contour_07524"/>
          <p:cNvSpPr/>
          <p:nvPr/>
        </p:nvSpPr>
        <p:spPr>
          <a:xfrm>
            <a:off x="4703535" y="4533131"/>
            <a:ext cx="73186" cy="542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94" y="0"/>
                </a:moveTo>
                <a:lnTo>
                  <a:pt x="10122" y="351"/>
                </a:lnTo>
                <a:lnTo>
                  <a:pt x="11047" y="771"/>
                </a:lnTo>
                <a:lnTo>
                  <a:pt x="11871" y="1531"/>
                </a:lnTo>
                <a:lnTo>
                  <a:pt x="12996" y="2900"/>
                </a:lnTo>
                <a:lnTo>
                  <a:pt x="12800" y="4918"/>
                </a:lnTo>
                <a:lnTo>
                  <a:pt x="12519" y="6858"/>
                </a:lnTo>
                <a:lnTo>
                  <a:pt x="12168" y="8751"/>
                </a:lnTo>
                <a:lnTo>
                  <a:pt x="11761" y="10636"/>
                </a:lnTo>
                <a:lnTo>
                  <a:pt x="11316" y="12538"/>
                </a:lnTo>
                <a:lnTo>
                  <a:pt x="10845" y="14499"/>
                </a:lnTo>
                <a:lnTo>
                  <a:pt x="12366" y="14499"/>
                </a:lnTo>
                <a:lnTo>
                  <a:pt x="13889" y="14499"/>
                </a:lnTo>
                <a:lnTo>
                  <a:pt x="15416" y="14499"/>
                </a:lnTo>
                <a:lnTo>
                  <a:pt x="16950" y="14499"/>
                </a:lnTo>
                <a:lnTo>
                  <a:pt x="18490" y="14499"/>
                </a:lnTo>
                <a:lnTo>
                  <a:pt x="20038" y="14499"/>
                </a:lnTo>
                <a:lnTo>
                  <a:pt x="21600" y="14499"/>
                </a:lnTo>
                <a:lnTo>
                  <a:pt x="21067" y="15934"/>
                </a:lnTo>
                <a:lnTo>
                  <a:pt x="20533" y="17375"/>
                </a:lnTo>
                <a:lnTo>
                  <a:pt x="19993" y="18828"/>
                </a:lnTo>
                <a:lnTo>
                  <a:pt x="19449" y="20298"/>
                </a:lnTo>
                <a:lnTo>
                  <a:pt x="17961" y="20684"/>
                </a:lnTo>
                <a:lnTo>
                  <a:pt x="16539" y="20997"/>
                </a:lnTo>
                <a:lnTo>
                  <a:pt x="15154" y="21238"/>
                </a:lnTo>
                <a:lnTo>
                  <a:pt x="13764" y="21412"/>
                </a:lnTo>
                <a:lnTo>
                  <a:pt x="12340" y="21522"/>
                </a:lnTo>
                <a:lnTo>
                  <a:pt x="10845" y="21568"/>
                </a:lnTo>
                <a:lnTo>
                  <a:pt x="10247" y="21574"/>
                </a:lnTo>
                <a:lnTo>
                  <a:pt x="8443" y="21600"/>
                </a:lnTo>
                <a:lnTo>
                  <a:pt x="7287" y="21525"/>
                </a:lnTo>
                <a:lnTo>
                  <a:pt x="6386" y="21417"/>
                </a:lnTo>
                <a:lnTo>
                  <a:pt x="5444" y="21220"/>
                </a:lnTo>
                <a:lnTo>
                  <a:pt x="4162" y="20869"/>
                </a:lnTo>
                <a:lnTo>
                  <a:pt x="2241" y="20298"/>
                </a:lnTo>
                <a:lnTo>
                  <a:pt x="1471" y="18555"/>
                </a:lnTo>
                <a:lnTo>
                  <a:pt x="890" y="16833"/>
                </a:lnTo>
                <a:lnTo>
                  <a:pt x="478" y="15110"/>
                </a:lnTo>
                <a:lnTo>
                  <a:pt x="206" y="13368"/>
                </a:lnTo>
                <a:lnTo>
                  <a:pt x="54" y="11584"/>
                </a:lnTo>
                <a:lnTo>
                  <a:pt x="0" y="9743"/>
                </a:lnTo>
                <a:lnTo>
                  <a:pt x="19" y="7821"/>
                </a:lnTo>
                <a:lnTo>
                  <a:pt x="90" y="5799"/>
                </a:lnTo>
                <a:lnTo>
                  <a:pt x="544" y="5614"/>
                </a:lnTo>
                <a:lnTo>
                  <a:pt x="1347" y="5283"/>
                </a:lnTo>
                <a:lnTo>
                  <a:pt x="3183" y="4529"/>
                </a:lnTo>
                <a:lnTo>
                  <a:pt x="4840" y="3712"/>
                </a:lnTo>
                <a:lnTo>
                  <a:pt x="5956" y="3065"/>
                </a:lnTo>
                <a:lnTo>
                  <a:pt x="6793" y="2378"/>
                </a:lnTo>
                <a:lnTo>
                  <a:pt x="7619" y="1427"/>
                </a:lnTo>
                <a:lnTo>
                  <a:pt x="8694" y="0"/>
                </a:lnTo>
                <a:close/>
              </a:path>
            </a:pathLst>
          </a:custGeom>
          <a:solidFill>
            <a:srgbClr val="44443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7" name="contour_07525"/>
          <p:cNvSpPr/>
          <p:nvPr/>
        </p:nvSpPr>
        <p:spPr>
          <a:xfrm>
            <a:off x="8164923" y="4518555"/>
            <a:ext cx="7654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" y="0"/>
                </a:moveTo>
                <a:lnTo>
                  <a:pt x="648" y="333"/>
                </a:lnTo>
                <a:lnTo>
                  <a:pt x="1224" y="768"/>
                </a:lnTo>
                <a:lnTo>
                  <a:pt x="2318" y="1589"/>
                </a:lnTo>
                <a:lnTo>
                  <a:pt x="4315" y="3086"/>
                </a:lnTo>
                <a:lnTo>
                  <a:pt x="3907" y="4919"/>
                </a:lnTo>
                <a:lnTo>
                  <a:pt x="3498" y="6758"/>
                </a:lnTo>
                <a:lnTo>
                  <a:pt x="3089" y="8603"/>
                </a:lnTo>
                <a:lnTo>
                  <a:pt x="2676" y="10464"/>
                </a:lnTo>
                <a:lnTo>
                  <a:pt x="2258" y="12343"/>
                </a:lnTo>
                <a:lnTo>
                  <a:pt x="3615" y="12343"/>
                </a:lnTo>
                <a:lnTo>
                  <a:pt x="4975" y="12343"/>
                </a:lnTo>
                <a:lnTo>
                  <a:pt x="6340" y="12343"/>
                </a:lnTo>
                <a:lnTo>
                  <a:pt x="7712" y="12343"/>
                </a:lnTo>
                <a:lnTo>
                  <a:pt x="9092" y="12343"/>
                </a:lnTo>
                <a:lnTo>
                  <a:pt x="10484" y="12343"/>
                </a:lnTo>
                <a:lnTo>
                  <a:pt x="10484" y="10306"/>
                </a:lnTo>
                <a:lnTo>
                  <a:pt x="10484" y="8267"/>
                </a:lnTo>
                <a:lnTo>
                  <a:pt x="10484" y="6218"/>
                </a:lnTo>
                <a:lnTo>
                  <a:pt x="10484" y="4160"/>
                </a:lnTo>
                <a:lnTo>
                  <a:pt x="10484" y="2089"/>
                </a:lnTo>
                <a:lnTo>
                  <a:pt x="10484" y="0"/>
                </a:lnTo>
                <a:lnTo>
                  <a:pt x="11825" y="620"/>
                </a:lnTo>
                <a:lnTo>
                  <a:pt x="13148" y="1265"/>
                </a:lnTo>
                <a:lnTo>
                  <a:pt x="14453" y="1941"/>
                </a:lnTo>
                <a:lnTo>
                  <a:pt x="15745" y="2660"/>
                </a:lnTo>
                <a:lnTo>
                  <a:pt x="17020" y="3431"/>
                </a:lnTo>
                <a:lnTo>
                  <a:pt x="18283" y="4264"/>
                </a:lnTo>
                <a:lnTo>
                  <a:pt x="19531" y="5175"/>
                </a:lnTo>
                <a:lnTo>
                  <a:pt x="20767" y="6171"/>
                </a:lnTo>
                <a:lnTo>
                  <a:pt x="21322" y="8467"/>
                </a:lnTo>
                <a:lnTo>
                  <a:pt x="21600" y="10096"/>
                </a:lnTo>
                <a:lnTo>
                  <a:pt x="21600" y="11504"/>
                </a:lnTo>
                <a:lnTo>
                  <a:pt x="21322" y="13133"/>
                </a:lnTo>
                <a:lnTo>
                  <a:pt x="20767" y="15429"/>
                </a:lnTo>
                <a:lnTo>
                  <a:pt x="19652" y="16536"/>
                </a:lnTo>
                <a:lnTo>
                  <a:pt x="18521" y="17545"/>
                </a:lnTo>
                <a:lnTo>
                  <a:pt x="17372" y="18468"/>
                </a:lnTo>
                <a:lnTo>
                  <a:pt x="16199" y="19323"/>
                </a:lnTo>
                <a:lnTo>
                  <a:pt x="15005" y="20119"/>
                </a:lnTo>
                <a:lnTo>
                  <a:pt x="13787" y="20875"/>
                </a:lnTo>
                <a:lnTo>
                  <a:pt x="12541" y="21600"/>
                </a:lnTo>
                <a:lnTo>
                  <a:pt x="12541" y="19560"/>
                </a:lnTo>
                <a:lnTo>
                  <a:pt x="12541" y="17508"/>
                </a:lnTo>
                <a:lnTo>
                  <a:pt x="12541" y="15429"/>
                </a:lnTo>
                <a:lnTo>
                  <a:pt x="11998" y="15623"/>
                </a:lnTo>
                <a:lnTo>
                  <a:pt x="10363" y="16212"/>
                </a:lnTo>
                <a:lnTo>
                  <a:pt x="8956" y="16684"/>
                </a:lnTo>
                <a:lnTo>
                  <a:pt x="7527" y="17163"/>
                </a:lnTo>
                <a:lnTo>
                  <a:pt x="6129" y="17647"/>
                </a:lnTo>
                <a:lnTo>
                  <a:pt x="4707" y="18141"/>
                </a:lnTo>
                <a:lnTo>
                  <a:pt x="3492" y="18326"/>
                </a:lnTo>
                <a:lnTo>
                  <a:pt x="2258" y="18514"/>
                </a:lnTo>
                <a:lnTo>
                  <a:pt x="1065" y="16672"/>
                </a:lnTo>
                <a:lnTo>
                  <a:pt x="434" y="15355"/>
                </a:lnTo>
                <a:lnTo>
                  <a:pt x="148" y="13926"/>
                </a:lnTo>
                <a:lnTo>
                  <a:pt x="0" y="11753"/>
                </a:lnTo>
                <a:lnTo>
                  <a:pt x="37" y="9652"/>
                </a:lnTo>
                <a:lnTo>
                  <a:pt x="74" y="7523"/>
                </a:lnTo>
                <a:lnTo>
                  <a:pt x="101" y="5409"/>
                </a:lnTo>
                <a:lnTo>
                  <a:pt x="130" y="3268"/>
                </a:lnTo>
                <a:lnTo>
                  <a:pt x="165" y="1645"/>
                </a:lnTo>
                <a:lnTo>
                  <a:pt x="202" y="0"/>
                </a:lnTo>
                <a:close/>
              </a:path>
            </a:pathLst>
          </a:custGeom>
          <a:solidFill>
            <a:srgbClr val="A2926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8" name="contour_07526"/>
          <p:cNvSpPr/>
          <p:nvPr/>
        </p:nvSpPr>
        <p:spPr>
          <a:xfrm>
            <a:off x="5592976" y="4502346"/>
            <a:ext cx="87456" cy="526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670"/>
                </a:moveTo>
                <a:lnTo>
                  <a:pt x="19094" y="2269"/>
                </a:lnTo>
                <a:lnTo>
                  <a:pt x="19859" y="3492"/>
                </a:lnTo>
                <a:lnTo>
                  <a:pt x="20390" y="4593"/>
                </a:lnTo>
                <a:lnTo>
                  <a:pt x="20792" y="5819"/>
                </a:lnTo>
                <a:lnTo>
                  <a:pt x="21163" y="7418"/>
                </a:lnTo>
                <a:lnTo>
                  <a:pt x="21600" y="9640"/>
                </a:lnTo>
                <a:lnTo>
                  <a:pt x="21433" y="11748"/>
                </a:lnTo>
                <a:lnTo>
                  <a:pt x="21206" y="13745"/>
                </a:lnTo>
                <a:lnTo>
                  <a:pt x="20925" y="15680"/>
                </a:lnTo>
                <a:lnTo>
                  <a:pt x="20594" y="17602"/>
                </a:lnTo>
                <a:lnTo>
                  <a:pt x="20218" y="19558"/>
                </a:lnTo>
                <a:lnTo>
                  <a:pt x="19800" y="21600"/>
                </a:lnTo>
                <a:lnTo>
                  <a:pt x="19800" y="19824"/>
                </a:lnTo>
                <a:lnTo>
                  <a:pt x="19800" y="18042"/>
                </a:lnTo>
                <a:lnTo>
                  <a:pt x="19800" y="16254"/>
                </a:lnTo>
                <a:lnTo>
                  <a:pt x="19800" y="14451"/>
                </a:lnTo>
                <a:lnTo>
                  <a:pt x="19800" y="12630"/>
                </a:lnTo>
                <a:lnTo>
                  <a:pt x="18823" y="12483"/>
                </a:lnTo>
                <a:lnTo>
                  <a:pt x="17838" y="12337"/>
                </a:lnTo>
                <a:lnTo>
                  <a:pt x="16839" y="12187"/>
                </a:lnTo>
                <a:lnTo>
                  <a:pt x="15863" y="12017"/>
                </a:lnTo>
                <a:lnTo>
                  <a:pt x="14888" y="11850"/>
                </a:lnTo>
                <a:lnTo>
                  <a:pt x="13914" y="11679"/>
                </a:lnTo>
                <a:lnTo>
                  <a:pt x="12938" y="11509"/>
                </a:lnTo>
                <a:lnTo>
                  <a:pt x="11974" y="11368"/>
                </a:lnTo>
                <a:lnTo>
                  <a:pt x="10993" y="11228"/>
                </a:lnTo>
                <a:lnTo>
                  <a:pt x="9662" y="10938"/>
                </a:lnTo>
                <a:lnTo>
                  <a:pt x="8431" y="10570"/>
                </a:lnTo>
                <a:lnTo>
                  <a:pt x="7277" y="10115"/>
                </a:lnTo>
                <a:lnTo>
                  <a:pt x="6188" y="9562"/>
                </a:lnTo>
                <a:lnTo>
                  <a:pt x="5143" y="8901"/>
                </a:lnTo>
                <a:lnTo>
                  <a:pt x="4127" y="8124"/>
                </a:lnTo>
                <a:lnTo>
                  <a:pt x="3121" y="7221"/>
                </a:lnTo>
                <a:lnTo>
                  <a:pt x="2110" y="6183"/>
                </a:lnTo>
                <a:lnTo>
                  <a:pt x="1075" y="4999"/>
                </a:lnTo>
                <a:lnTo>
                  <a:pt x="0" y="3660"/>
                </a:lnTo>
                <a:lnTo>
                  <a:pt x="1183" y="3074"/>
                </a:lnTo>
                <a:lnTo>
                  <a:pt x="2365" y="2530"/>
                </a:lnTo>
                <a:lnTo>
                  <a:pt x="3548" y="2027"/>
                </a:lnTo>
                <a:lnTo>
                  <a:pt x="4734" y="1573"/>
                </a:lnTo>
                <a:lnTo>
                  <a:pt x="5922" y="1169"/>
                </a:lnTo>
                <a:lnTo>
                  <a:pt x="7112" y="819"/>
                </a:lnTo>
                <a:lnTo>
                  <a:pt x="8305" y="526"/>
                </a:lnTo>
                <a:lnTo>
                  <a:pt x="9502" y="293"/>
                </a:lnTo>
                <a:lnTo>
                  <a:pt x="10703" y="126"/>
                </a:lnTo>
                <a:lnTo>
                  <a:pt x="11907" y="27"/>
                </a:lnTo>
                <a:lnTo>
                  <a:pt x="13115" y="0"/>
                </a:lnTo>
                <a:lnTo>
                  <a:pt x="14328" y="45"/>
                </a:lnTo>
                <a:lnTo>
                  <a:pt x="15547" y="170"/>
                </a:lnTo>
                <a:lnTo>
                  <a:pt x="16771" y="377"/>
                </a:lnTo>
                <a:lnTo>
                  <a:pt x="18000" y="670"/>
                </a:lnTo>
                <a:close/>
              </a:path>
            </a:pathLst>
          </a:custGeom>
          <a:solidFill>
            <a:srgbClr val="D9C595"/>
          </a:solidFill>
          <a:ln>
            <a:noFill/>
          </a:ln>
        </p:spPr>
        <p:txBody>
          <a:bodyPr/>
          <a:lstStyle/>
          <a:p/>
        </p:txBody>
      </p:sp>
      <p:sp>
        <p:nvSpPr>
          <p:cNvPr id="7529" name="contour_07527"/>
          <p:cNvSpPr/>
          <p:nvPr/>
        </p:nvSpPr>
        <p:spPr>
          <a:xfrm>
            <a:off x="10621690" y="4482115"/>
            <a:ext cx="87456" cy="53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172"/>
                </a:lnTo>
                <a:lnTo>
                  <a:pt x="2516" y="344"/>
                </a:lnTo>
                <a:lnTo>
                  <a:pt x="3775" y="519"/>
                </a:lnTo>
                <a:lnTo>
                  <a:pt x="5035" y="691"/>
                </a:lnTo>
                <a:lnTo>
                  <a:pt x="6295" y="863"/>
                </a:lnTo>
                <a:lnTo>
                  <a:pt x="7556" y="1038"/>
                </a:lnTo>
                <a:lnTo>
                  <a:pt x="8820" y="1210"/>
                </a:lnTo>
                <a:lnTo>
                  <a:pt x="10085" y="1385"/>
                </a:lnTo>
                <a:lnTo>
                  <a:pt x="11353" y="1560"/>
                </a:lnTo>
                <a:lnTo>
                  <a:pt x="12623" y="1733"/>
                </a:lnTo>
                <a:lnTo>
                  <a:pt x="13896" y="1908"/>
                </a:lnTo>
                <a:lnTo>
                  <a:pt x="15170" y="2083"/>
                </a:lnTo>
                <a:lnTo>
                  <a:pt x="16448" y="2261"/>
                </a:lnTo>
                <a:lnTo>
                  <a:pt x="17732" y="2436"/>
                </a:lnTo>
                <a:lnTo>
                  <a:pt x="19017" y="2611"/>
                </a:lnTo>
                <a:lnTo>
                  <a:pt x="20306" y="2789"/>
                </a:lnTo>
                <a:lnTo>
                  <a:pt x="21600" y="2967"/>
                </a:lnTo>
                <a:lnTo>
                  <a:pt x="21600" y="5064"/>
                </a:lnTo>
                <a:lnTo>
                  <a:pt x="21600" y="7164"/>
                </a:lnTo>
                <a:lnTo>
                  <a:pt x="21600" y="9271"/>
                </a:lnTo>
                <a:lnTo>
                  <a:pt x="21600" y="11386"/>
                </a:lnTo>
                <a:lnTo>
                  <a:pt x="21600" y="13510"/>
                </a:lnTo>
                <a:lnTo>
                  <a:pt x="21600" y="15646"/>
                </a:lnTo>
                <a:lnTo>
                  <a:pt x="21600" y="17800"/>
                </a:lnTo>
                <a:lnTo>
                  <a:pt x="19993" y="19431"/>
                </a:lnTo>
                <a:lnTo>
                  <a:pt x="18914" y="20446"/>
                </a:lnTo>
                <a:lnTo>
                  <a:pt x="18112" y="21024"/>
                </a:lnTo>
                <a:lnTo>
                  <a:pt x="17334" y="21348"/>
                </a:lnTo>
                <a:lnTo>
                  <a:pt x="16326" y="21600"/>
                </a:lnTo>
                <a:lnTo>
                  <a:pt x="15192" y="21069"/>
                </a:lnTo>
                <a:lnTo>
                  <a:pt x="14470" y="20488"/>
                </a:lnTo>
                <a:lnTo>
                  <a:pt x="13855" y="19488"/>
                </a:lnTo>
                <a:lnTo>
                  <a:pt x="13036" y="17708"/>
                </a:lnTo>
                <a:lnTo>
                  <a:pt x="12535" y="16073"/>
                </a:lnTo>
                <a:lnTo>
                  <a:pt x="12037" y="14439"/>
                </a:lnTo>
                <a:lnTo>
                  <a:pt x="11538" y="12801"/>
                </a:lnTo>
                <a:lnTo>
                  <a:pt x="11041" y="11163"/>
                </a:lnTo>
                <a:lnTo>
                  <a:pt x="10546" y="9526"/>
                </a:lnTo>
                <a:lnTo>
                  <a:pt x="9616" y="7425"/>
                </a:lnTo>
                <a:lnTo>
                  <a:pt x="8901" y="6188"/>
                </a:lnTo>
                <a:lnTo>
                  <a:pt x="8039" y="5334"/>
                </a:lnTo>
                <a:lnTo>
                  <a:pt x="6665" y="4382"/>
                </a:lnTo>
                <a:lnTo>
                  <a:pt x="5180" y="3987"/>
                </a:lnTo>
                <a:lnTo>
                  <a:pt x="4176" y="3753"/>
                </a:lnTo>
                <a:lnTo>
                  <a:pt x="3195" y="3584"/>
                </a:lnTo>
                <a:lnTo>
                  <a:pt x="1778" y="3385"/>
                </a:lnTo>
                <a:lnTo>
                  <a:pt x="896" y="3177"/>
                </a:lnTo>
                <a:lnTo>
                  <a:pt x="0" y="2967"/>
                </a:lnTo>
                <a:lnTo>
                  <a:pt x="0" y="1495"/>
                </a:lnTo>
                <a:lnTo>
                  <a:pt x="0" y="0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0" name="contour_07528"/>
          <p:cNvSpPr/>
          <p:nvPr/>
        </p:nvSpPr>
        <p:spPr>
          <a:xfrm>
            <a:off x="717310" y="4489403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52" y="307"/>
                </a:lnTo>
                <a:lnTo>
                  <a:pt x="5981" y="578"/>
                </a:lnTo>
                <a:lnTo>
                  <a:pt x="8254" y="835"/>
                </a:lnTo>
                <a:lnTo>
                  <a:pt x="10138" y="1097"/>
                </a:lnTo>
                <a:lnTo>
                  <a:pt x="11700" y="1380"/>
                </a:lnTo>
                <a:lnTo>
                  <a:pt x="13006" y="1709"/>
                </a:lnTo>
                <a:lnTo>
                  <a:pt x="14122" y="2100"/>
                </a:lnTo>
                <a:lnTo>
                  <a:pt x="15115" y="2573"/>
                </a:lnTo>
                <a:lnTo>
                  <a:pt x="16054" y="3151"/>
                </a:lnTo>
                <a:lnTo>
                  <a:pt x="17004" y="3852"/>
                </a:lnTo>
                <a:lnTo>
                  <a:pt x="18029" y="4694"/>
                </a:lnTo>
                <a:lnTo>
                  <a:pt x="19200" y="5700"/>
                </a:lnTo>
                <a:lnTo>
                  <a:pt x="19992" y="6989"/>
                </a:lnTo>
                <a:lnTo>
                  <a:pt x="20791" y="8285"/>
                </a:lnTo>
                <a:lnTo>
                  <a:pt x="21600" y="9600"/>
                </a:lnTo>
                <a:lnTo>
                  <a:pt x="20890" y="11321"/>
                </a:lnTo>
                <a:lnTo>
                  <a:pt x="20321" y="12566"/>
                </a:lnTo>
                <a:lnTo>
                  <a:pt x="19762" y="13538"/>
                </a:lnTo>
                <a:lnTo>
                  <a:pt x="19078" y="14434"/>
                </a:lnTo>
                <a:lnTo>
                  <a:pt x="18134" y="15454"/>
                </a:lnTo>
                <a:lnTo>
                  <a:pt x="16800" y="16800"/>
                </a:lnTo>
                <a:lnTo>
                  <a:pt x="15214" y="16800"/>
                </a:lnTo>
                <a:lnTo>
                  <a:pt x="13618" y="16800"/>
                </a:lnTo>
                <a:lnTo>
                  <a:pt x="12000" y="16800"/>
                </a:lnTo>
                <a:lnTo>
                  <a:pt x="10406" y="18226"/>
                </a:lnTo>
                <a:lnTo>
                  <a:pt x="9374" y="19200"/>
                </a:lnTo>
                <a:lnTo>
                  <a:pt x="8455" y="20174"/>
                </a:lnTo>
                <a:lnTo>
                  <a:pt x="7200" y="21600"/>
                </a:lnTo>
                <a:lnTo>
                  <a:pt x="7284" y="20414"/>
                </a:lnTo>
                <a:lnTo>
                  <a:pt x="7368" y="19219"/>
                </a:lnTo>
                <a:lnTo>
                  <a:pt x="7452" y="18010"/>
                </a:lnTo>
                <a:lnTo>
                  <a:pt x="7519" y="16471"/>
                </a:lnTo>
                <a:lnTo>
                  <a:pt x="7584" y="14921"/>
                </a:lnTo>
                <a:lnTo>
                  <a:pt x="7651" y="13349"/>
                </a:lnTo>
                <a:lnTo>
                  <a:pt x="7733" y="11815"/>
                </a:lnTo>
                <a:lnTo>
                  <a:pt x="7817" y="10272"/>
                </a:lnTo>
                <a:lnTo>
                  <a:pt x="7903" y="8710"/>
                </a:lnTo>
                <a:lnTo>
                  <a:pt x="7670" y="7418"/>
                </a:lnTo>
                <a:lnTo>
                  <a:pt x="7438" y="6118"/>
                </a:lnTo>
                <a:lnTo>
                  <a:pt x="7200" y="4800"/>
                </a:lnTo>
                <a:lnTo>
                  <a:pt x="5400" y="4020"/>
                </a:lnTo>
                <a:lnTo>
                  <a:pt x="4126" y="3506"/>
                </a:lnTo>
                <a:lnTo>
                  <a:pt x="3031" y="3142"/>
                </a:lnTo>
                <a:lnTo>
                  <a:pt x="1771" y="2810"/>
                </a:lnTo>
                <a:lnTo>
                  <a:pt x="0" y="2400"/>
                </a:lnTo>
                <a:lnTo>
                  <a:pt x="0" y="1210"/>
                </a:lnTo>
                <a:lnTo>
                  <a:pt x="0" y="0"/>
                </a:lnTo>
                <a:close/>
              </a:path>
            </a:pathLst>
          </a:custGeom>
          <a:solidFill>
            <a:srgbClr val="F4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1" name="contour_07529"/>
          <p:cNvSpPr/>
          <p:nvPr/>
        </p:nvSpPr>
        <p:spPr>
          <a:xfrm>
            <a:off x="6642447" y="4467539"/>
            <a:ext cx="3644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0" y="673"/>
                </a:lnTo>
                <a:lnTo>
                  <a:pt x="4800" y="1183"/>
                </a:lnTo>
                <a:lnTo>
                  <a:pt x="6480" y="1631"/>
                </a:lnTo>
                <a:lnTo>
                  <a:pt x="8160" y="2117"/>
                </a:lnTo>
                <a:lnTo>
                  <a:pt x="10200" y="2740"/>
                </a:lnTo>
                <a:lnTo>
                  <a:pt x="12960" y="3600"/>
                </a:lnTo>
                <a:lnTo>
                  <a:pt x="12960" y="4790"/>
                </a:lnTo>
                <a:lnTo>
                  <a:pt x="12960" y="5987"/>
                </a:lnTo>
                <a:lnTo>
                  <a:pt x="12960" y="7200"/>
                </a:lnTo>
                <a:lnTo>
                  <a:pt x="15816" y="7200"/>
                </a:lnTo>
                <a:lnTo>
                  <a:pt x="18688" y="7200"/>
                </a:lnTo>
                <a:lnTo>
                  <a:pt x="21600" y="7200"/>
                </a:lnTo>
                <a:lnTo>
                  <a:pt x="21241" y="8388"/>
                </a:lnTo>
                <a:lnTo>
                  <a:pt x="20887" y="9576"/>
                </a:lnTo>
                <a:lnTo>
                  <a:pt x="20529" y="10766"/>
                </a:lnTo>
                <a:lnTo>
                  <a:pt x="20174" y="11957"/>
                </a:lnTo>
                <a:lnTo>
                  <a:pt x="19816" y="13151"/>
                </a:lnTo>
                <a:lnTo>
                  <a:pt x="19457" y="14346"/>
                </a:lnTo>
                <a:lnTo>
                  <a:pt x="19099" y="15545"/>
                </a:lnTo>
                <a:lnTo>
                  <a:pt x="18736" y="16747"/>
                </a:lnTo>
                <a:lnTo>
                  <a:pt x="18373" y="17953"/>
                </a:lnTo>
                <a:lnTo>
                  <a:pt x="18010" y="19163"/>
                </a:lnTo>
                <a:lnTo>
                  <a:pt x="17647" y="20380"/>
                </a:lnTo>
                <a:lnTo>
                  <a:pt x="17280" y="21600"/>
                </a:lnTo>
                <a:lnTo>
                  <a:pt x="14429" y="21303"/>
                </a:lnTo>
                <a:lnTo>
                  <a:pt x="11573" y="21006"/>
                </a:lnTo>
                <a:lnTo>
                  <a:pt x="8705" y="20707"/>
                </a:lnTo>
                <a:lnTo>
                  <a:pt x="5823" y="20407"/>
                </a:lnTo>
                <a:lnTo>
                  <a:pt x="2925" y="20104"/>
                </a:lnTo>
                <a:lnTo>
                  <a:pt x="0" y="19800"/>
                </a:lnTo>
                <a:lnTo>
                  <a:pt x="544" y="18785"/>
                </a:lnTo>
                <a:lnTo>
                  <a:pt x="1097" y="17753"/>
                </a:lnTo>
                <a:lnTo>
                  <a:pt x="1711" y="16396"/>
                </a:lnTo>
                <a:lnTo>
                  <a:pt x="2233" y="15075"/>
                </a:lnTo>
                <a:lnTo>
                  <a:pt x="2657" y="13788"/>
                </a:lnTo>
                <a:lnTo>
                  <a:pt x="2985" y="12524"/>
                </a:lnTo>
                <a:lnTo>
                  <a:pt x="3210" y="11282"/>
                </a:lnTo>
                <a:lnTo>
                  <a:pt x="3326" y="10053"/>
                </a:lnTo>
                <a:lnTo>
                  <a:pt x="3335" y="8831"/>
                </a:lnTo>
                <a:lnTo>
                  <a:pt x="3227" y="7612"/>
                </a:lnTo>
                <a:lnTo>
                  <a:pt x="3007" y="6388"/>
                </a:lnTo>
                <a:lnTo>
                  <a:pt x="2661" y="5155"/>
                </a:lnTo>
                <a:lnTo>
                  <a:pt x="2190" y="3906"/>
                </a:lnTo>
                <a:lnTo>
                  <a:pt x="1594" y="2633"/>
                </a:lnTo>
                <a:lnTo>
                  <a:pt x="864" y="1334"/>
                </a:lnTo>
                <a:lnTo>
                  <a:pt x="0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2" name="contour_07530"/>
          <p:cNvSpPr/>
          <p:nvPr/>
        </p:nvSpPr>
        <p:spPr>
          <a:xfrm>
            <a:off x="4273850" y="4438387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1" y="0"/>
                </a:moveTo>
                <a:lnTo>
                  <a:pt x="18166" y="785"/>
                </a:lnTo>
                <a:lnTo>
                  <a:pt x="19003" y="1364"/>
                </a:lnTo>
                <a:lnTo>
                  <a:pt x="19707" y="1912"/>
                </a:lnTo>
                <a:lnTo>
                  <a:pt x="20498" y="2599"/>
                </a:lnTo>
                <a:lnTo>
                  <a:pt x="21600" y="3600"/>
                </a:lnTo>
                <a:lnTo>
                  <a:pt x="21295" y="5738"/>
                </a:lnTo>
                <a:lnTo>
                  <a:pt x="20987" y="7884"/>
                </a:lnTo>
                <a:lnTo>
                  <a:pt x="20680" y="10037"/>
                </a:lnTo>
                <a:lnTo>
                  <a:pt x="20370" y="12208"/>
                </a:lnTo>
                <a:lnTo>
                  <a:pt x="20057" y="14400"/>
                </a:lnTo>
                <a:lnTo>
                  <a:pt x="19141" y="13687"/>
                </a:lnTo>
                <a:lnTo>
                  <a:pt x="18221" y="12971"/>
                </a:lnTo>
                <a:lnTo>
                  <a:pt x="17299" y="12254"/>
                </a:lnTo>
                <a:lnTo>
                  <a:pt x="16368" y="11531"/>
                </a:lnTo>
                <a:lnTo>
                  <a:pt x="15429" y="10800"/>
                </a:lnTo>
                <a:lnTo>
                  <a:pt x="15429" y="12938"/>
                </a:lnTo>
                <a:lnTo>
                  <a:pt x="15429" y="15084"/>
                </a:lnTo>
                <a:lnTo>
                  <a:pt x="15429" y="17237"/>
                </a:lnTo>
                <a:lnTo>
                  <a:pt x="15429" y="19408"/>
                </a:lnTo>
                <a:lnTo>
                  <a:pt x="15429" y="21600"/>
                </a:lnTo>
                <a:lnTo>
                  <a:pt x="14410" y="21600"/>
                </a:lnTo>
                <a:lnTo>
                  <a:pt x="13390" y="21600"/>
                </a:lnTo>
                <a:lnTo>
                  <a:pt x="12371" y="21600"/>
                </a:lnTo>
                <a:lnTo>
                  <a:pt x="11348" y="21600"/>
                </a:lnTo>
                <a:lnTo>
                  <a:pt x="10322" y="21600"/>
                </a:lnTo>
                <a:lnTo>
                  <a:pt x="9291" y="21600"/>
                </a:lnTo>
                <a:lnTo>
                  <a:pt x="8257" y="21600"/>
                </a:lnTo>
                <a:lnTo>
                  <a:pt x="7217" y="21600"/>
                </a:lnTo>
                <a:lnTo>
                  <a:pt x="6171" y="21600"/>
                </a:lnTo>
                <a:lnTo>
                  <a:pt x="6171" y="19220"/>
                </a:lnTo>
                <a:lnTo>
                  <a:pt x="6171" y="16826"/>
                </a:lnTo>
                <a:lnTo>
                  <a:pt x="6171" y="14400"/>
                </a:lnTo>
                <a:lnTo>
                  <a:pt x="5158" y="13324"/>
                </a:lnTo>
                <a:lnTo>
                  <a:pt x="4357" y="12740"/>
                </a:lnTo>
                <a:lnTo>
                  <a:pt x="3086" y="12150"/>
                </a:lnTo>
                <a:lnTo>
                  <a:pt x="2225" y="11743"/>
                </a:lnTo>
                <a:lnTo>
                  <a:pt x="1350" y="11333"/>
                </a:lnTo>
                <a:lnTo>
                  <a:pt x="680" y="11066"/>
                </a:lnTo>
                <a:lnTo>
                  <a:pt x="0" y="10800"/>
                </a:lnTo>
                <a:lnTo>
                  <a:pt x="691" y="10501"/>
                </a:lnTo>
                <a:lnTo>
                  <a:pt x="1392" y="10195"/>
                </a:lnTo>
                <a:lnTo>
                  <a:pt x="2430" y="9738"/>
                </a:lnTo>
                <a:lnTo>
                  <a:pt x="3468" y="9281"/>
                </a:lnTo>
                <a:lnTo>
                  <a:pt x="4505" y="8820"/>
                </a:lnTo>
                <a:lnTo>
                  <a:pt x="5543" y="8356"/>
                </a:lnTo>
                <a:lnTo>
                  <a:pt x="6580" y="7888"/>
                </a:lnTo>
                <a:lnTo>
                  <a:pt x="7619" y="7423"/>
                </a:lnTo>
                <a:lnTo>
                  <a:pt x="8342" y="7110"/>
                </a:lnTo>
                <a:lnTo>
                  <a:pt x="9070" y="6793"/>
                </a:lnTo>
                <a:lnTo>
                  <a:pt x="9808" y="6476"/>
                </a:lnTo>
                <a:lnTo>
                  <a:pt x="10329" y="6239"/>
                </a:lnTo>
                <a:lnTo>
                  <a:pt x="11903" y="5526"/>
                </a:lnTo>
                <a:lnTo>
                  <a:pt x="12863" y="5101"/>
                </a:lnTo>
                <a:lnTo>
                  <a:pt x="13838" y="4669"/>
                </a:lnTo>
                <a:lnTo>
                  <a:pt x="14782" y="3996"/>
                </a:lnTo>
                <a:lnTo>
                  <a:pt x="15422" y="3283"/>
                </a:lnTo>
                <a:lnTo>
                  <a:pt x="16055" y="2099"/>
                </a:lnTo>
                <a:lnTo>
                  <a:pt x="16971" y="0"/>
                </a:lnTo>
                <a:close/>
              </a:path>
            </a:pathLst>
          </a:custGeom>
          <a:solidFill>
            <a:srgbClr val="34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3" name="contour_07531"/>
          <p:cNvSpPr/>
          <p:nvPr/>
        </p:nvSpPr>
        <p:spPr>
          <a:xfrm>
            <a:off x="4572657" y="4394659"/>
            <a:ext cx="8903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45" y="0"/>
                </a:moveTo>
                <a:lnTo>
                  <a:pt x="15254" y="651"/>
                </a:lnTo>
                <a:lnTo>
                  <a:pt x="16326" y="1333"/>
                </a:lnTo>
                <a:lnTo>
                  <a:pt x="17362" y="2077"/>
                </a:lnTo>
                <a:lnTo>
                  <a:pt x="18366" y="2904"/>
                </a:lnTo>
                <a:lnTo>
                  <a:pt x="19340" y="3845"/>
                </a:lnTo>
                <a:lnTo>
                  <a:pt x="20292" y="4925"/>
                </a:lnTo>
                <a:lnTo>
                  <a:pt x="21218" y="6171"/>
                </a:lnTo>
                <a:lnTo>
                  <a:pt x="21503" y="8335"/>
                </a:lnTo>
                <a:lnTo>
                  <a:pt x="21600" y="10223"/>
                </a:lnTo>
                <a:lnTo>
                  <a:pt x="21522" y="12013"/>
                </a:lnTo>
                <a:lnTo>
                  <a:pt x="21280" y="13880"/>
                </a:lnTo>
                <a:lnTo>
                  <a:pt x="20886" y="15996"/>
                </a:lnTo>
                <a:lnTo>
                  <a:pt x="20014" y="17462"/>
                </a:lnTo>
                <a:lnTo>
                  <a:pt x="19298" y="18286"/>
                </a:lnTo>
                <a:lnTo>
                  <a:pt x="18354" y="18764"/>
                </a:lnTo>
                <a:lnTo>
                  <a:pt x="16798" y="19202"/>
                </a:lnTo>
                <a:lnTo>
                  <a:pt x="15703" y="19159"/>
                </a:lnTo>
                <a:lnTo>
                  <a:pt x="14609" y="19101"/>
                </a:lnTo>
                <a:lnTo>
                  <a:pt x="13516" y="19030"/>
                </a:lnTo>
                <a:lnTo>
                  <a:pt x="12421" y="18946"/>
                </a:lnTo>
                <a:lnTo>
                  <a:pt x="11329" y="18851"/>
                </a:lnTo>
                <a:lnTo>
                  <a:pt x="10236" y="18743"/>
                </a:lnTo>
                <a:lnTo>
                  <a:pt x="8998" y="18703"/>
                </a:lnTo>
                <a:lnTo>
                  <a:pt x="7819" y="18761"/>
                </a:lnTo>
                <a:lnTo>
                  <a:pt x="6685" y="18912"/>
                </a:lnTo>
                <a:lnTo>
                  <a:pt x="5584" y="19159"/>
                </a:lnTo>
                <a:lnTo>
                  <a:pt x="4496" y="19489"/>
                </a:lnTo>
                <a:lnTo>
                  <a:pt x="3409" y="19903"/>
                </a:lnTo>
                <a:lnTo>
                  <a:pt x="2307" y="20397"/>
                </a:lnTo>
                <a:lnTo>
                  <a:pt x="1176" y="20961"/>
                </a:lnTo>
                <a:lnTo>
                  <a:pt x="0" y="21600"/>
                </a:lnTo>
                <a:lnTo>
                  <a:pt x="0" y="19560"/>
                </a:lnTo>
                <a:lnTo>
                  <a:pt x="0" y="17508"/>
                </a:lnTo>
                <a:lnTo>
                  <a:pt x="0" y="15429"/>
                </a:lnTo>
                <a:lnTo>
                  <a:pt x="1052" y="13981"/>
                </a:lnTo>
                <a:lnTo>
                  <a:pt x="2127" y="12756"/>
                </a:lnTo>
                <a:lnTo>
                  <a:pt x="3227" y="11738"/>
                </a:lnTo>
                <a:lnTo>
                  <a:pt x="4351" y="10908"/>
                </a:lnTo>
                <a:lnTo>
                  <a:pt x="5497" y="10251"/>
                </a:lnTo>
                <a:lnTo>
                  <a:pt x="6668" y="9757"/>
                </a:lnTo>
                <a:lnTo>
                  <a:pt x="7860" y="9402"/>
                </a:lnTo>
                <a:lnTo>
                  <a:pt x="9074" y="9180"/>
                </a:lnTo>
                <a:lnTo>
                  <a:pt x="10310" y="9069"/>
                </a:lnTo>
                <a:lnTo>
                  <a:pt x="11567" y="9053"/>
                </a:lnTo>
                <a:lnTo>
                  <a:pt x="12846" y="9121"/>
                </a:lnTo>
                <a:lnTo>
                  <a:pt x="14145" y="9257"/>
                </a:lnTo>
                <a:lnTo>
                  <a:pt x="14145" y="7424"/>
                </a:lnTo>
                <a:lnTo>
                  <a:pt x="14145" y="5585"/>
                </a:lnTo>
                <a:lnTo>
                  <a:pt x="14145" y="3740"/>
                </a:lnTo>
                <a:lnTo>
                  <a:pt x="14145" y="1879"/>
                </a:lnTo>
                <a:lnTo>
                  <a:pt x="14145" y="0"/>
                </a:lnTo>
                <a:close/>
              </a:path>
            </a:pathLst>
          </a:custGeom>
          <a:solidFill>
            <a:srgbClr val="2A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4" name="contour_07532"/>
          <p:cNvSpPr/>
          <p:nvPr/>
        </p:nvSpPr>
        <p:spPr>
          <a:xfrm>
            <a:off x="7998013" y="4350931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6" y="0"/>
                </a:lnTo>
                <a:lnTo>
                  <a:pt x="14400" y="0"/>
                </a:lnTo>
                <a:lnTo>
                  <a:pt x="15354" y="1396"/>
                </a:lnTo>
                <a:lnTo>
                  <a:pt x="16031" y="2433"/>
                </a:lnTo>
                <a:lnTo>
                  <a:pt x="16614" y="3421"/>
                </a:lnTo>
                <a:lnTo>
                  <a:pt x="17284" y="4673"/>
                </a:lnTo>
                <a:lnTo>
                  <a:pt x="18223" y="6504"/>
                </a:lnTo>
                <a:lnTo>
                  <a:pt x="18860" y="7713"/>
                </a:lnTo>
                <a:lnTo>
                  <a:pt x="19501" y="8931"/>
                </a:lnTo>
                <a:lnTo>
                  <a:pt x="20153" y="10164"/>
                </a:lnTo>
                <a:lnTo>
                  <a:pt x="20689" y="11507"/>
                </a:lnTo>
                <a:lnTo>
                  <a:pt x="21071" y="12577"/>
                </a:lnTo>
                <a:lnTo>
                  <a:pt x="21330" y="13541"/>
                </a:lnTo>
                <a:lnTo>
                  <a:pt x="21485" y="14562"/>
                </a:lnTo>
                <a:lnTo>
                  <a:pt x="21568" y="15809"/>
                </a:lnTo>
                <a:lnTo>
                  <a:pt x="21596" y="17445"/>
                </a:lnTo>
                <a:lnTo>
                  <a:pt x="21600" y="19636"/>
                </a:lnTo>
                <a:lnTo>
                  <a:pt x="19224" y="19852"/>
                </a:lnTo>
                <a:lnTo>
                  <a:pt x="16844" y="20068"/>
                </a:lnTo>
                <a:lnTo>
                  <a:pt x="14465" y="20284"/>
                </a:lnTo>
                <a:lnTo>
                  <a:pt x="12078" y="20502"/>
                </a:lnTo>
                <a:lnTo>
                  <a:pt x="9684" y="20720"/>
                </a:lnTo>
                <a:lnTo>
                  <a:pt x="7279" y="20938"/>
                </a:lnTo>
                <a:lnTo>
                  <a:pt x="4867" y="21158"/>
                </a:lnTo>
                <a:lnTo>
                  <a:pt x="2441" y="21378"/>
                </a:lnTo>
                <a:lnTo>
                  <a:pt x="0" y="21600"/>
                </a:lnTo>
                <a:lnTo>
                  <a:pt x="529" y="20385"/>
                </a:lnTo>
                <a:lnTo>
                  <a:pt x="1055" y="19171"/>
                </a:lnTo>
                <a:lnTo>
                  <a:pt x="1580" y="17955"/>
                </a:lnTo>
                <a:lnTo>
                  <a:pt x="2110" y="16742"/>
                </a:lnTo>
                <a:lnTo>
                  <a:pt x="2639" y="15528"/>
                </a:lnTo>
                <a:lnTo>
                  <a:pt x="3164" y="14313"/>
                </a:lnTo>
                <a:lnTo>
                  <a:pt x="3290" y="12775"/>
                </a:lnTo>
                <a:lnTo>
                  <a:pt x="3060" y="11495"/>
                </a:lnTo>
                <a:lnTo>
                  <a:pt x="2448" y="10339"/>
                </a:lnTo>
                <a:lnTo>
                  <a:pt x="1436" y="9170"/>
                </a:lnTo>
                <a:lnTo>
                  <a:pt x="0" y="7855"/>
                </a:lnTo>
                <a:lnTo>
                  <a:pt x="2138" y="7855"/>
                </a:lnTo>
                <a:lnTo>
                  <a:pt x="4284" y="7855"/>
                </a:lnTo>
                <a:lnTo>
                  <a:pt x="6437" y="7855"/>
                </a:lnTo>
                <a:lnTo>
                  <a:pt x="8608" y="7855"/>
                </a:lnTo>
                <a:lnTo>
                  <a:pt x="10800" y="7855"/>
                </a:lnTo>
                <a:lnTo>
                  <a:pt x="10800" y="6559"/>
                </a:lnTo>
                <a:lnTo>
                  <a:pt x="10800" y="5261"/>
                </a:lnTo>
                <a:lnTo>
                  <a:pt x="10800" y="3957"/>
                </a:lnTo>
                <a:lnTo>
                  <a:pt x="10800" y="2647"/>
                </a:lnTo>
                <a:lnTo>
                  <a:pt x="10800" y="1329"/>
                </a:lnTo>
                <a:lnTo>
                  <a:pt x="10800" y="0"/>
                </a:lnTo>
                <a:close/>
              </a:path>
            </a:pathLst>
          </a:custGeom>
          <a:solidFill>
            <a:srgbClr val="A3A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5" name="contour_07533"/>
          <p:cNvSpPr/>
          <p:nvPr/>
        </p:nvSpPr>
        <p:spPr>
          <a:xfrm>
            <a:off x="4098938" y="4334664"/>
            <a:ext cx="65643" cy="38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9"/>
                </a:moveTo>
                <a:lnTo>
                  <a:pt x="1619" y="720"/>
                </a:lnTo>
                <a:lnTo>
                  <a:pt x="3228" y="518"/>
                </a:lnTo>
                <a:lnTo>
                  <a:pt x="4827" y="340"/>
                </a:lnTo>
                <a:lnTo>
                  <a:pt x="6425" y="190"/>
                </a:lnTo>
                <a:lnTo>
                  <a:pt x="8015" y="81"/>
                </a:lnTo>
                <a:lnTo>
                  <a:pt x="9605" y="12"/>
                </a:lnTo>
                <a:lnTo>
                  <a:pt x="11192" y="0"/>
                </a:lnTo>
                <a:lnTo>
                  <a:pt x="12780" y="40"/>
                </a:lnTo>
                <a:lnTo>
                  <a:pt x="14372" y="150"/>
                </a:lnTo>
                <a:lnTo>
                  <a:pt x="15969" y="332"/>
                </a:lnTo>
                <a:lnTo>
                  <a:pt x="17574" y="591"/>
                </a:lnTo>
                <a:lnTo>
                  <a:pt x="19185" y="939"/>
                </a:lnTo>
                <a:lnTo>
                  <a:pt x="20334" y="3552"/>
                </a:lnTo>
                <a:lnTo>
                  <a:pt x="21048" y="5943"/>
                </a:lnTo>
                <a:lnTo>
                  <a:pt x="21432" y="8306"/>
                </a:lnTo>
                <a:lnTo>
                  <a:pt x="21583" y="10830"/>
                </a:lnTo>
                <a:lnTo>
                  <a:pt x="21600" y="13703"/>
                </a:lnTo>
                <a:lnTo>
                  <a:pt x="21583" y="17121"/>
                </a:lnTo>
                <a:lnTo>
                  <a:pt x="18197" y="18651"/>
                </a:lnTo>
                <a:lnTo>
                  <a:pt x="15461" y="19848"/>
                </a:lnTo>
                <a:lnTo>
                  <a:pt x="13266" y="20734"/>
                </a:lnTo>
                <a:lnTo>
                  <a:pt x="11516" y="21313"/>
                </a:lnTo>
                <a:lnTo>
                  <a:pt x="10108" y="21596"/>
                </a:lnTo>
                <a:lnTo>
                  <a:pt x="8940" y="21600"/>
                </a:lnTo>
                <a:lnTo>
                  <a:pt x="7911" y="21333"/>
                </a:lnTo>
                <a:lnTo>
                  <a:pt x="6919" y="20807"/>
                </a:lnTo>
                <a:lnTo>
                  <a:pt x="5861" y="20030"/>
                </a:lnTo>
                <a:lnTo>
                  <a:pt x="4638" y="19019"/>
                </a:lnTo>
                <a:lnTo>
                  <a:pt x="3513" y="17138"/>
                </a:lnTo>
                <a:lnTo>
                  <a:pt x="2506" y="15305"/>
                </a:lnTo>
                <a:lnTo>
                  <a:pt x="1597" y="13412"/>
                </a:lnTo>
                <a:lnTo>
                  <a:pt x="767" y="11356"/>
                </a:lnTo>
                <a:lnTo>
                  <a:pt x="0" y="9030"/>
                </a:lnTo>
                <a:lnTo>
                  <a:pt x="0" y="6356"/>
                </a:lnTo>
                <a:lnTo>
                  <a:pt x="0" y="3665"/>
                </a:lnTo>
                <a:lnTo>
                  <a:pt x="0" y="939"/>
                </a:lnTo>
                <a:close/>
              </a:path>
            </a:pathLst>
          </a:custGeom>
          <a:solidFill>
            <a:srgbClr val="2D2B28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6" name="contour_07534"/>
          <p:cNvSpPr/>
          <p:nvPr/>
        </p:nvSpPr>
        <p:spPr>
          <a:xfrm>
            <a:off x="890166" y="4285339"/>
            <a:ext cx="82223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13" y="0"/>
                </a:moveTo>
                <a:lnTo>
                  <a:pt x="10153" y="1141"/>
                </a:lnTo>
                <a:lnTo>
                  <a:pt x="10195" y="2299"/>
                </a:lnTo>
                <a:lnTo>
                  <a:pt x="10323" y="3587"/>
                </a:lnTo>
                <a:lnTo>
                  <a:pt x="10471" y="4828"/>
                </a:lnTo>
                <a:lnTo>
                  <a:pt x="10654" y="6032"/>
                </a:lnTo>
                <a:lnTo>
                  <a:pt x="10886" y="7216"/>
                </a:lnTo>
                <a:lnTo>
                  <a:pt x="11183" y="8395"/>
                </a:lnTo>
                <a:lnTo>
                  <a:pt x="11558" y="9585"/>
                </a:lnTo>
                <a:lnTo>
                  <a:pt x="12027" y="10800"/>
                </a:lnTo>
                <a:lnTo>
                  <a:pt x="13291" y="11331"/>
                </a:lnTo>
                <a:lnTo>
                  <a:pt x="14501" y="11723"/>
                </a:lnTo>
                <a:lnTo>
                  <a:pt x="15692" y="12002"/>
                </a:lnTo>
                <a:lnTo>
                  <a:pt x="16907" y="12191"/>
                </a:lnTo>
                <a:lnTo>
                  <a:pt x="18188" y="12319"/>
                </a:lnTo>
                <a:lnTo>
                  <a:pt x="19572" y="12411"/>
                </a:lnTo>
                <a:lnTo>
                  <a:pt x="20078" y="12458"/>
                </a:lnTo>
                <a:lnTo>
                  <a:pt x="21600" y="12600"/>
                </a:lnTo>
                <a:lnTo>
                  <a:pt x="21600" y="13493"/>
                </a:lnTo>
                <a:lnTo>
                  <a:pt x="21600" y="14400"/>
                </a:lnTo>
                <a:lnTo>
                  <a:pt x="20312" y="14495"/>
                </a:lnTo>
                <a:lnTo>
                  <a:pt x="19031" y="14582"/>
                </a:lnTo>
                <a:lnTo>
                  <a:pt x="17756" y="14648"/>
                </a:lnTo>
                <a:lnTo>
                  <a:pt x="16484" y="14695"/>
                </a:lnTo>
                <a:lnTo>
                  <a:pt x="15215" y="14713"/>
                </a:lnTo>
                <a:lnTo>
                  <a:pt x="13946" y="14699"/>
                </a:lnTo>
                <a:lnTo>
                  <a:pt x="12672" y="14645"/>
                </a:lnTo>
                <a:lnTo>
                  <a:pt x="11395" y="14548"/>
                </a:lnTo>
                <a:lnTo>
                  <a:pt x="10113" y="14400"/>
                </a:lnTo>
                <a:lnTo>
                  <a:pt x="9466" y="13061"/>
                </a:lnTo>
                <a:lnTo>
                  <a:pt x="9042" y="12110"/>
                </a:lnTo>
                <a:lnTo>
                  <a:pt x="8751" y="11290"/>
                </a:lnTo>
                <a:lnTo>
                  <a:pt x="8501" y="10339"/>
                </a:lnTo>
                <a:lnTo>
                  <a:pt x="8198" y="9000"/>
                </a:lnTo>
                <a:lnTo>
                  <a:pt x="7061" y="9000"/>
                </a:lnTo>
                <a:lnTo>
                  <a:pt x="5920" y="9000"/>
                </a:lnTo>
                <a:lnTo>
                  <a:pt x="4775" y="9000"/>
                </a:lnTo>
                <a:lnTo>
                  <a:pt x="3620" y="9000"/>
                </a:lnTo>
                <a:lnTo>
                  <a:pt x="2454" y="9000"/>
                </a:lnTo>
                <a:lnTo>
                  <a:pt x="2454" y="10247"/>
                </a:lnTo>
                <a:lnTo>
                  <a:pt x="2454" y="11497"/>
                </a:lnTo>
                <a:lnTo>
                  <a:pt x="2454" y="12746"/>
                </a:lnTo>
                <a:lnTo>
                  <a:pt x="2454" y="13997"/>
                </a:lnTo>
                <a:lnTo>
                  <a:pt x="2454" y="15253"/>
                </a:lnTo>
                <a:lnTo>
                  <a:pt x="2454" y="16511"/>
                </a:lnTo>
                <a:lnTo>
                  <a:pt x="2454" y="17775"/>
                </a:lnTo>
                <a:lnTo>
                  <a:pt x="2454" y="19044"/>
                </a:lnTo>
                <a:lnTo>
                  <a:pt x="2454" y="20318"/>
                </a:lnTo>
                <a:lnTo>
                  <a:pt x="2454" y="21600"/>
                </a:lnTo>
                <a:lnTo>
                  <a:pt x="1505" y="21600"/>
                </a:lnTo>
                <a:lnTo>
                  <a:pt x="540" y="21600"/>
                </a:lnTo>
                <a:lnTo>
                  <a:pt x="370" y="19129"/>
                </a:lnTo>
                <a:lnTo>
                  <a:pt x="224" y="16940"/>
                </a:lnTo>
                <a:lnTo>
                  <a:pt x="111" y="15008"/>
                </a:lnTo>
                <a:lnTo>
                  <a:pt x="34" y="13311"/>
                </a:lnTo>
                <a:lnTo>
                  <a:pt x="0" y="11822"/>
                </a:lnTo>
                <a:lnTo>
                  <a:pt x="11" y="10517"/>
                </a:lnTo>
                <a:lnTo>
                  <a:pt x="75" y="9369"/>
                </a:lnTo>
                <a:lnTo>
                  <a:pt x="195" y="8356"/>
                </a:lnTo>
                <a:lnTo>
                  <a:pt x="375" y="7448"/>
                </a:lnTo>
                <a:lnTo>
                  <a:pt x="624" y="6624"/>
                </a:lnTo>
                <a:lnTo>
                  <a:pt x="944" y="5857"/>
                </a:lnTo>
                <a:lnTo>
                  <a:pt x="1342" y="5125"/>
                </a:lnTo>
                <a:lnTo>
                  <a:pt x="1821" y="4397"/>
                </a:lnTo>
                <a:lnTo>
                  <a:pt x="2386" y="3654"/>
                </a:lnTo>
                <a:lnTo>
                  <a:pt x="3042" y="2869"/>
                </a:lnTo>
                <a:lnTo>
                  <a:pt x="3797" y="2016"/>
                </a:lnTo>
                <a:lnTo>
                  <a:pt x="4652" y="1069"/>
                </a:lnTo>
                <a:lnTo>
                  <a:pt x="5479" y="547"/>
                </a:lnTo>
                <a:lnTo>
                  <a:pt x="6176" y="230"/>
                </a:lnTo>
                <a:lnTo>
                  <a:pt x="7005" y="68"/>
                </a:lnTo>
                <a:lnTo>
                  <a:pt x="8231" y="9"/>
                </a:lnTo>
                <a:lnTo>
                  <a:pt x="10113" y="0"/>
                </a:lnTo>
                <a:close/>
              </a:path>
            </a:pathLst>
          </a:custGeom>
          <a:solidFill>
            <a:srgbClr val="A698C3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7" name="contour_07535"/>
          <p:cNvSpPr/>
          <p:nvPr/>
        </p:nvSpPr>
        <p:spPr>
          <a:xfrm>
            <a:off x="1794482" y="4248899"/>
            <a:ext cx="7433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1" y="0"/>
                </a:moveTo>
                <a:lnTo>
                  <a:pt x="849" y="1039"/>
                </a:lnTo>
                <a:lnTo>
                  <a:pt x="1281" y="2093"/>
                </a:lnTo>
                <a:lnTo>
                  <a:pt x="2059" y="3398"/>
                </a:lnTo>
                <a:lnTo>
                  <a:pt x="2779" y="4177"/>
                </a:lnTo>
                <a:lnTo>
                  <a:pt x="3861" y="4741"/>
                </a:lnTo>
                <a:lnTo>
                  <a:pt x="5716" y="5400"/>
                </a:lnTo>
                <a:lnTo>
                  <a:pt x="6767" y="5756"/>
                </a:lnTo>
                <a:lnTo>
                  <a:pt x="7821" y="6115"/>
                </a:lnTo>
                <a:lnTo>
                  <a:pt x="8893" y="6480"/>
                </a:lnTo>
                <a:lnTo>
                  <a:pt x="9348" y="7547"/>
                </a:lnTo>
                <a:lnTo>
                  <a:pt x="9812" y="8631"/>
                </a:lnTo>
                <a:lnTo>
                  <a:pt x="10545" y="9897"/>
                </a:lnTo>
                <a:lnTo>
                  <a:pt x="11176" y="10632"/>
                </a:lnTo>
                <a:lnTo>
                  <a:pt x="12057" y="11111"/>
                </a:lnTo>
                <a:lnTo>
                  <a:pt x="13533" y="11619"/>
                </a:lnTo>
                <a:lnTo>
                  <a:pt x="14257" y="11716"/>
                </a:lnTo>
                <a:lnTo>
                  <a:pt x="16437" y="12014"/>
                </a:lnTo>
                <a:lnTo>
                  <a:pt x="18161" y="12262"/>
                </a:lnTo>
                <a:lnTo>
                  <a:pt x="19272" y="12444"/>
                </a:lnTo>
                <a:lnTo>
                  <a:pt x="20257" y="12647"/>
                </a:lnTo>
                <a:lnTo>
                  <a:pt x="21600" y="12960"/>
                </a:lnTo>
                <a:lnTo>
                  <a:pt x="21600" y="14031"/>
                </a:lnTo>
                <a:lnTo>
                  <a:pt x="21600" y="15120"/>
                </a:lnTo>
                <a:lnTo>
                  <a:pt x="20302" y="15433"/>
                </a:lnTo>
                <a:lnTo>
                  <a:pt x="19347" y="15636"/>
                </a:lnTo>
                <a:lnTo>
                  <a:pt x="18260" y="15818"/>
                </a:lnTo>
                <a:lnTo>
                  <a:pt x="16570" y="16066"/>
                </a:lnTo>
                <a:lnTo>
                  <a:pt x="14969" y="16375"/>
                </a:lnTo>
                <a:lnTo>
                  <a:pt x="13533" y="16721"/>
                </a:lnTo>
                <a:lnTo>
                  <a:pt x="12231" y="17140"/>
                </a:lnTo>
                <a:lnTo>
                  <a:pt x="11036" y="17669"/>
                </a:lnTo>
                <a:lnTo>
                  <a:pt x="9920" y="18343"/>
                </a:lnTo>
                <a:lnTo>
                  <a:pt x="8857" y="19200"/>
                </a:lnTo>
                <a:lnTo>
                  <a:pt x="7817" y="20274"/>
                </a:lnTo>
                <a:lnTo>
                  <a:pt x="6775" y="21600"/>
                </a:lnTo>
                <a:lnTo>
                  <a:pt x="5731" y="20505"/>
                </a:lnTo>
                <a:lnTo>
                  <a:pt x="4755" y="19427"/>
                </a:lnTo>
                <a:lnTo>
                  <a:pt x="3852" y="18351"/>
                </a:lnTo>
                <a:lnTo>
                  <a:pt x="3026" y="17263"/>
                </a:lnTo>
                <a:lnTo>
                  <a:pt x="2285" y="16142"/>
                </a:lnTo>
                <a:lnTo>
                  <a:pt x="1631" y="14973"/>
                </a:lnTo>
                <a:lnTo>
                  <a:pt x="1070" y="13742"/>
                </a:lnTo>
                <a:lnTo>
                  <a:pt x="608" y="12429"/>
                </a:lnTo>
                <a:lnTo>
                  <a:pt x="250" y="11020"/>
                </a:lnTo>
                <a:lnTo>
                  <a:pt x="0" y="9500"/>
                </a:lnTo>
                <a:lnTo>
                  <a:pt x="15" y="8137"/>
                </a:lnTo>
                <a:lnTo>
                  <a:pt x="44" y="6778"/>
                </a:lnTo>
                <a:lnTo>
                  <a:pt x="87" y="5422"/>
                </a:lnTo>
                <a:lnTo>
                  <a:pt x="144" y="4067"/>
                </a:lnTo>
                <a:lnTo>
                  <a:pt x="220" y="2715"/>
                </a:lnTo>
                <a:lnTo>
                  <a:pt x="311" y="1359"/>
                </a:lnTo>
                <a:lnTo>
                  <a:pt x="421" y="0"/>
                </a:lnTo>
                <a:close/>
              </a:path>
            </a:pathLst>
          </a:custGeom>
          <a:solidFill>
            <a:srgbClr val="776799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8" name="contour_07536"/>
          <p:cNvSpPr/>
          <p:nvPr/>
        </p:nvSpPr>
        <p:spPr>
          <a:xfrm>
            <a:off x="8325973" y="4205171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303" y="2851"/>
                </a:lnTo>
                <a:lnTo>
                  <a:pt x="21006" y="5707"/>
                </a:lnTo>
                <a:lnTo>
                  <a:pt x="20707" y="8575"/>
                </a:lnTo>
                <a:lnTo>
                  <a:pt x="20407" y="11457"/>
                </a:lnTo>
                <a:lnTo>
                  <a:pt x="20104" y="14355"/>
                </a:lnTo>
                <a:lnTo>
                  <a:pt x="19800" y="17280"/>
                </a:lnTo>
                <a:lnTo>
                  <a:pt x="19800" y="14424"/>
                </a:lnTo>
                <a:lnTo>
                  <a:pt x="19800" y="11552"/>
                </a:lnTo>
                <a:lnTo>
                  <a:pt x="19800" y="8640"/>
                </a:lnTo>
                <a:lnTo>
                  <a:pt x="18657" y="9314"/>
                </a:lnTo>
                <a:lnTo>
                  <a:pt x="17512" y="9988"/>
                </a:lnTo>
                <a:lnTo>
                  <a:pt x="16369" y="10662"/>
                </a:lnTo>
                <a:lnTo>
                  <a:pt x="15224" y="11336"/>
                </a:lnTo>
                <a:lnTo>
                  <a:pt x="14081" y="12014"/>
                </a:lnTo>
                <a:lnTo>
                  <a:pt x="12938" y="12692"/>
                </a:lnTo>
                <a:lnTo>
                  <a:pt x="12454" y="12973"/>
                </a:lnTo>
                <a:lnTo>
                  <a:pt x="10993" y="13828"/>
                </a:lnTo>
                <a:lnTo>
                  <a:pt x="9752" y="14580"/>
                </a:lnTo>
                <a:lnTo>
                  <a:pt x="8519" y="15353"/>
                </a:lnTo>
                <a:lnTo>
                  <a:pt x="7292" y="16152"/>
                </a:lnTo>
                <a:lnTo>
                  <a:pt x="6070" y="16978"/>
                </a:lnTo>
                <a:lnTo>
                  <a:pt x="4849" y="17833"/>
                </a:lnTo>
                <a:lnTo>
                  <a:pt x="3634" y="18723"/>
                </a:lnTo>
                <a:lnTo>
                  <a:pt x="2421" y="19643"/>
                </a:lnTo>
                <a:lnTo>
                  <a:pt x="1210" y="20602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272A0"/>
          </a:solidFill>
          <a:ln>
            <a:noFill/>
          </a:ln>
        </p:spPr>
        <p:txBody>
          <a:bodyPr/>
          <a:lstStyle/>
          <a:p/>
        </p:txBody>
      </p:sp>
      <p:sp>
        <p:nvSpPr>
          <p:cNvPr id="7539" name="contour_07537"/>
          <p:cNvSpPr/>
          <p:nvPr/>
        </p:nvSpPr>
        <p:spPr>
          <a:xfrm>
            <a:off x="4272210" y="4176019"/>
            <a:ext cx="8180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30" y="0"/>
                </a:moveTo>
                <a:lnTo>
                  <a:pt x="8167" y="651"/>
                </a:lnTo>
                <a:lnTo>
                  <a:pt x="8228" y="1802"/>
                </a:lnTo>
                <a:lnTo>
                  <a:pt x="8371" y="4437"/>
                </a:lnTo>
                <a:lnTo>
                  <a:pt x="9213" y="6801"/>
                </a:lnTo>
                <a:lnTo>
                  <a:pt x="9864" y="8301"/>
                </a:lnTo>
                <a:lnTo>
                  <a:pt x="10530" y="9229"/>
                </a:lnTo>
                <a:lnTo>
                  <a:pt x="11423" y="9887"/>
                </a:lnTo>
                <a:lnTo>
                  <a:pt x="12752" y="10559"/>
                </a:lnTo>
                <a:lnTo>
                  <a:pt x="14015" y="10874"/>
                </a:lnTo>
                <a:lnTo>
                  <a:pt x="15275" y="11170"/>
                </a:lnTo>
                <a:lnTo>
                  <a:pt x="16535" y="11445"/>
                </a:lnTo>
                <a:lnTo>
                  <a:pt x="17798" y="11701"/>
                </a:lnTo>
                <a:lnTo>
                  <a:pt x="19062" y="11936"/>
                </a:lnTo>
                <a:lnTo>
                  <a:pt x="20328" y="12152"/>
                </a:lnTo>
                <a:lnTo>
                  <a:pt x="21600" y="12343"/>
                </a:lnTo>
                <a:lnTo>
                  <a:pt x="21219" y="14176"/>
                </a:lnTo>
                <a:lnTo>
                  <a:pt x="20836" y="16015"/>
                </a:lnTo>
                <a:lnTo>
                  <a:pt x="20453" y="17860"/>
                </a:lnTo>
                <a:lnTo>
                  <a:pt x="20066" y="19721"/>
                </a:lnTo>
                <a:lnTo>
                  <a:pt x="19676" y="21600"/>
                </a:lnTo>
                <a:lnTo>
                  <a:pt x="18471" y="21310"/>
                </a:lnTo>
                <a:lnTo>
                  <a:pt x="17267" y="21011"/>
                </a:lnTo>
                <a:lnTo>
                  <a:pt x="16064" y="20702"/>
                </a:lnTo>
                <a:lnTo>
                  <a:pt x="14861" y="20390"/>
                </a:lnTo>
                <a:lnTo>
                  <a:pt x="13659" y="20073"/>
                </a:lnTo>
                <a:lnTo>
                  <a:pt x="12458" y="19749"/>
                </a:lnTo>
                <a:lnTo>
                  <a:pt x="11255" y="19425"/>
                </a:lnTo>
                <a:lnTo>
                  <a:pt x="10054" y="19094"/>
                </a:lnTo>
                <a:lnTo>
                  <a:pt x="9135" y="18875"/>
                </a:lnTo>
                <a:lnTo>
                  <a:pt x="8211" y="18656"/>
                </a:lnTo>
                <a:lnTo>
                  <a:pt x="7274" y="18437"/>
                </a:lnTo>
                <a:lnTo>
                  <a:pt x="6075" y="18088"/>
                </a:lnTo>
                <a:lnTo>
                  <a:pt x="4915" y="17718"/>
                </a:lnTo>
                <a:lnTo>
                  <a:pt x="3781" y="17299"/>
                </a:lnTo>
                <a:lnTo>
                  <a:pt x="2665" y="16799"/>
                </a:lnTo>
                <a:lnTo>
                  <a:pt x="1551" y="16185"/>
                </a:lnTo>
                <a:lnTo>
                  <a:pt x="433" y="15429"/>
                </a:lnTo>
                <a:lnTo>
                  <a:pt x="144" y="13022"/>
                </a:lnTo>
                <a:lnTo>
                  <a:pt x="0" y="11340"/>
                </a:lnTo>
                <a:lnTo>
                  <a:pt x="0" y="9933"/>
                </a:lnTo>
                <a:lnTo>
                  <a:pt x="144" y="8356"/>
                </a:lnTo>
                <a:lnTo>
                  <a:pt x="433" y="6171"/>
                </a:lnTo>
                <a:lnTo>
                  <a:pt x="1703" y="6681"/>
                </a:lnTo>
                <a:lnTo>
                  <a:pt x="2975" y="7190"/>
                </a:lnTo>
                <a:lnTo>
                  <a:pt x="4253" y="7702"/>
                </a:lnTo>
                <a:lnTo>
                  <a:pt x="5536" y="8217"/>
                </a:lnTo>
                <a:lnTo>
                  <a:pt x="6827" y="8736"/>
                </a:lnTo>
                <a:lnTo>
                  <a:pt x="8130" y="9257"/>
                </a:lnTo>
                <a:lnTo>
                  <a:pt x="8130" y="7424"/>
                </a:lnTo>
                <a:lnTo>
                  <a:pt x="8130" y="5585"/>
                </a:lnTo>
                <a:lnTo>
                  <a:pt x="8130" y="3740"/>
                </a:lnTo>
                <a:lnTo>
                  <a:pt x="8130" y="1879"/>
                </a:lnTo>
                <a:lnTo>
                  <a:pt x="8130" y="0"/>
                </a:lnTo>
                <a:close/>
              </a:path>
            </a:pathLst>
          </a:custGeom>
          <a:solidFill>
            <a:srgbClr val="6E6F6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0" name="contour_07538"/>
          <p:cNvSpPr/>
          <p:nvPr/>
        </p:nvSpPr>
        <p:spPr>
          <a:xfrm>
            <a:off x="8245805" y="4181886"/>
            <a:ext cx="51016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7" y="0"/>
                </a:moveTo>
                <a:lnTo>
                  <a:pt x="8347" y="36"/>
                </a:lnTo>
                <a:lnTo>
                  <a:pt x="9214" y="72"/>
                </a:lnTo>
                <a:lnTo>
                  <a:pt x="10288" y="117"/>
                </a:lnTo>
                <a:lnTo>
                  <a:pt x="11815" y="180"/>
                </a:lnTo>
                <a:lnTo>
                  <a:pt x="14043" y="273"/>
                </a:lnTo>
                <a:lnTo>
                  <a:pt x="17224" y="405"/>
                </a:lnTo>
                <a:lnTo>
                  <a:pt x="21600" y="585"/>
                </a:lnTo>
                <a:lnTo>
                  <a:pt x="21600" y="2666"/>
                </a:lnTo>
                <a:lnTo>
                  <a:pt x="21600" y="4746"/>
                </a:lnTo>
                <a:lnTo>
                  <a:pt x="21600" y="6833"/>
                </a:lnTo>
                <a:lnTo>
                  <a:pt x="21600" y="8919"/>
                </a:lnTo>
                <a:lnTo>
                  <a:pt x="21600" y="11012"/>
                </a:lnTo>
                <a:lnTo>
                  <a:pt x="21600" y="13113"/>
                </a:lnTo>
                <a:lnTo>
                  <a:pt x="21600" y="15221"/>
                </a:lnTo>
                <a:lnTo>
                  <a:pt x="21600" y="17337"/>
                </a:lnTo>
                <a:lnTo>
                  <a:pt x="21600" y="19463"/>
                </a:lnTo>
                <a:lnTo>
                  <a:pt x="21600" y="21600"/>
                </a:lnTo>
                <a:lnTo>
                  <a:pt x="20838" y="20111"/>
                </a:lnTo>
                <a:lnTo>
                  <a:pt x="20069" y="18619"/>
                </a:lnTo>
                <a:lnTo>
                  <a:pt x="19295" y="17115"/>
                </a:lnTo>
                <a:lnTo>
                  <a:pt x="18514" y="15596"/>
                </a:lnTo>
                <a:lnTo>
                  <a:pt x="16438" y="15992"/>
                </a:lnTo>
                <a:lnTo>
                  <a:pt x="14889" y="16478"/>
                </a:lnTo>
                <a:lnTo>
                  <a:pt x="12534" y="17472"/>
                </a:lnTo>
                <a:lnTo>
                  <a:pt x="10096" y="18193"/>
                </a:lnTo>
                <a:lnTo>
                  <a:pt x="8449" y="18484"/>
                </a:lnTo>
                <a:lnTo>
                  <a:pt x="6171" y="18598"/>
                </a:lnTo>
                <a:lnTo>
                  <a:pt x="4771" y="17100"/>
                </a:lnTo>
                <a:lnTo>
                  <a:pt x="3567" y="15545"/>
                </a:lnTo>
                <a:lnTo>
                  <a:pt x="2546" y="13924"/>
                </a:lnTo>
                <a:lnTo>
                  <a:pt x="1694" y="12227"/>
                </a:lnTo>
                <a:lnTo>
                  <a:pt x="994" y="10444"/>
                </a:lnTo>
                <a:lnTo>
                  <a:pt x="435" y="8568"/>
                </a:lnTo>
                <a:lnTo>
                  <a:pt x="0" y="6590"/>
                </a:lnTo>
                <a:lnTo>
                  <a:pt x="728" y="4017"/>
                </a:lnTo>
                <a:lnTo>
                  <a:pt x="1595" y="2279"/>
                </a:lnTo>
                <a:lnTo>
                  <a:pt x="2842" y="1165"/>
                </a:lnTo>
                <a:lnTo>
                  <a:pt x="4709" y="474"/>
                </a:lnTo>
                <a:lnTo>
                  <a:pt x="7437" y="0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1" name="contour_07539"/>
          <p:cNvSpPr/>
          <p:nvPr/>
        </p:nvSpPr>
        <p:spPr>
          <a:xfrm>
            <a:off x="7604462" y="4154155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99" y="781"/>
                </a:lnTo>
                <a:lnTo>
                  <a:pt x="5424" y="1472"/>
                </a:lnTo>
                <a:lnTo>
                  <a:pt x="7612" y="2092"/>
                </a:lnTo>
                <a:lnTo>
                  <a:pt x="9500" y="2653"/>
                </a:lnTo>
                <a:lnTo>
                  <a:pt x="11130" y="3182"/>
                </a:lnTo>
                <a:lnTo>
                  <a:pt x="12539" y="3697"/>
                </a:lnTo>
                <a:lnTo>
                  <a:pt x="13766" y="4216"/>
                </a:lnTo>
                <a:lnTo>
                  <a:pt x="14848" y="4756"/>
                </a:lnTo>
                <a:lnTo>
                  <a:pt x="15822" y="5339"/>
                </a:lnTo>
                <a:lnTo>
                  <a:pt x="16731" y="5983"/>
                </a:lnTo>
                <a:lnTo>
                  <a:pt x="17608" y="6710"/>
                </a:lnTo>
                <a:lnTo>
                  <a:pt x="18498" y="7535"/>
                </a:lnTo>
                <a:lnTo>
                  <a:pt x="19434" y="8478"/>
                </a:lnTo>
                <a:lnTo>
                  <a:pt x="20455" y="9562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20103" y="18356"/>
                </a:lnTo>
                <a:lnTo>
                  <a:pt x="18604" y="18713"/>
                </a:lnTo>
                <a:lnTo>
                  <a:pt x="17105" y="19069"/>
                </a:lnTo>
                <a:lnTo>
                  <a:pt x="15604" y="19429"/>
                </a:lnTo>
                <a:lnTo>
                  <a:pt x="14096" y="19786"/>
                </a:lnTo>
                <a:lnTo>
                  <a:pt x="12586" y="20146"/>
                </a:lnTo>
                <a:lnTo>
                  <a:pt x="11070" y="20506"/>
                </a:lnTo>
                <a:lnTo>
                  <a:pt x="9547" y="20869"/>
                </a:lnTo>
                <a:lnTo>
                  <a:pt x="8018" y="21233"/>
                </a:lnTo>
                <a:lnTo>
                  <a:pt x="6480" y="21600"/>
                </a:lnTo>
                <a:lnTo>
                  <a:pt x="6480" y="19055"/>
                </a:lnTo>
                <a:lnTo>
                  <a:pt x="6480" y="16506"/>
                </a:lnTo>
                <a:lnTo>
                  <a:pt x="6480" y="13950"/>
                </a:lnTo>
                <a:lnTo>
                  <a:pt x="6480" y="11383"/>
                </a:lnTo>
                <a:lnTo>
                  <a:pt x="6480" y="8806"/>
                </a:lnTo>
                <a:lnTo>
                  <a:pt x="6480" y="6214"/>
                </a:lnTo>
                <a:lnTo>
                  <a:pt x="6480" y="3600"/>
                </a:lnTo>
                <a:lnTo>
                  <a:pt x="6212" y="5386"/>
                </a:lnTo>
                <a:lnTo>
                  <a:pt x="5944" y="7178"/>
                </a:lnTo>
                <a:lnTo>
                  <a:pt x="5670" y="9000"/>
                </a:lnTo>
                <a:lnTo>
                  <a:pt x="5225" y="10786"/>
                </a:lnTo>
                <a:lnTo>
                  <a:pt x="4776" y="12578"/>
                </a:lnTo>
                <a:lnTo>
                  <a:pt x="4320" y="14400"/>
                </a:lnTo>
                <a:lnTo>
                  <a:pt x="2892" y="14400"/>
                </a:lnTo>
                <a:lnTo>
                  <a:pt x="1456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EA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2" name="contour_07540"/>
          <p:cNvSpPr/>
          <p:nvPr/>
        </p:nvSpPr>
        <p:spPr>
          <a:xfrm>
            <a:off x="10592538" y="3723282"/>
            <a:ext cx="94744" cy="22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37"/>
                </a:moveTo>
                <a:lnTo>
                  <a:pt x="2632" y="595"/>
                </a:lnTo>
                <a:lnTo>
                  <a:pt x="4990" y="381"/>
                </a:lnTo>
                <a:lnTo>
                  <a:pt x="7093" y="215"/>
                </a:lnTo>
                <a:lnTo>
                  <a:pt x="8962" y="90"/>
                </a:lnTo>
                <a:lnTo>
                  <a:pt x="10614" y="14"/>
                </a:lnTo>
                <a:lnTo>
                  <a:pt x="12068" y="0"/>
                </a:lnTo>
                <a:lnTo>
                  <a:pt x="13344" y="42"/>
                </a:lnTo>
                <a:lnTo>
                  <a:pt x="14460" y="159"/>
                </a:lnTo>
                <a:lnTo>
                  <a:pt x="15436" y="353"/>
                </a:lnTo>
                <a:lnTo>
                  <a:pt x="16290" y="623"/>
                </a:lnTo>
                <a:lnTo>
                  <a:pt x="17039" y="983"/>
                </a:lnTo>
                <a:lnTo>
                  <a:pt x="17705" y="1440"/>
                </a:lnTo>
                <a:lnTo>
                  <a:pt x="18307" y="1993"/>
                </a:lnTo>
                <a:lnTo>
                  <a:pt x="18862" y="2658"/>
                </a:lnTo>
                <a:lnTo>
                  <a:pt x="19388" y="3426"/>
                </a:lnTo>
                <a:lnTo>
                  <a:pt x="19907" y="4319"/>
                </a:lnTo>
                <a:lnTo>
                  <a:pt x="20435" y="5336"/>
                </a:lnTo>
                <a:lnTo>
                  <a:pt x="20994" y="6478"/>
                </a:lnTo>
                <a:lnTo>
                  <a:pt x="21600" y="7758"/>
                </a:lnTo>
                <a:lnTo>
                  <a:pt x="21600" y="12333"/>
                </a:lnTo>
                <a:lnTo>
                  <a:pt x="21600" y="16935"/>
                </a:lnTo>
                <a:lnTo>
                  <a:pt x="21600" y="21600"/>
                </a:lnTo>
                <a:lnTo>
                  <a:pt x="20475" y="21600"/>
                </a:lnTo>
                <a:lnTo>
                  <a:pt x="19349" y="21600"/>
                </a:lnTo>
                <a:lnTo>
                  <a:pt x="18222" y="21600"/>
                </a:lnTo>
                <a:lnTo>
                  <a:pt x="17096" y="21600"/>
                </a:lnTo>
                <a:lnTo>
                  <a:pt x="15969" y="21600"/>
                </a:lnTo>
                <a:lnTo>
                  <a:pt x="14841" y="21600"/>
                </a:lnTo>
                <a:lnTo>
                  <a:pt x="13711" y="21600"/>
                </a:lnTo>
                <a:lnTo>
                  <a:pt x="12580" y="21600"/>
                </a:lnTo>
                <a:lnTo>
                  <a:pt x="11448" y="21600"/>
                </a:lnTo>
                <a:lnTo>
                  <a:pt x="10313" y="21600"/>
                </a:lnTo>
                <a:lnTo>
                  <a:pt x="9178" y="21600"/>
                </a:lnTo>
                <a:lnTo>
                  <a:pt x="8040" y="21600"/>
                </a:lnTo>
                <a:lnTo>
                  <a:pt x="6900" y="21600"/>
                </a:lnTo>
                <a:lnTo>
                  <a:pt x="5757" y="21600"/>
                </a:lnTo>
                <a:lnTo>
                  <a:pt x="4612" y="21600"/>
                </a:lnTo>
                <a:lnTo>
                  <a:pt x="3463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0" y="17489"/>
                </a:lnTo>
                <a:lnTo>
                  <a:pt x="0" y="13364"/>
                </a:lnTo>
                <a:lnTo>
                  <a:pt x="0" y="9226"/>
                </a:lnTo>
                <a:lnTo>
                  <a:pt x="0" y="5052"/>
                </a:lnTo>
                <a:lnTo>
                  <a:pt x="0" y="837"/>
                </a:lnTo>
                <a:close/>
              </a:path>
            </a:pathLst>
          </a:custGeom>
          <a:solidFill>
            <a:srgbClr val="ADC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3" name="contour_07541"/>
          <p:cNvSpPr/>
          <p:nvPr/>
        </p:nvSpPr>
        <p:spPr>
          <a:xfrm>
            <a:off x="4638249" y="3702300"/>
            <a:ext cx="11660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" y="2138"/>
                </a:lnTo>
                <a:lnTo>
                  <a:pt x="536" y="4284"/>
                </a:lnTo>
                <a:lnTo>
                  <a:pt x="805" y="6437"/>
                </a:lnTo>
                <a:lnTo>
                  <a:pt x="1076" y="8608"/>
                </a:lnTo>
                <a:lnTo>
                  <a:pt x="1350" y="10800"/>
                </a:lnTo>
                <a:lnTo>
                  <a:pt x="1893" y="9918"/>
                </a:lnTo>
                <a:lnTo>
                  <a:pt x="2443" y="9022"/>
                </a:lnTo>
                <a:lnTo>
                  <a:pt x="3411" y="8068"/>
                </a:lnTo>
                <a:lnTo>
                  <a:pt x="4331" y="7438"/>
                </a:lnTo>
                <a:lnTo>
                  <a:pt x="5234" y="7063"/>
                </a:lnTo>
                <a:lnTo>
                  <a:pt x="6152" y="6883"/>
                </a:lnTo>
                <a:lnTo>
                  <a:pt x="7113" y="6833"/>
                </a:lnTo>
                <a:lnTo>
                  <a:pt x="8153" y="6847"/>
                </a:lnTo>
                <a:lnTo>
                  <a:pt x="8501" y="6854"/>
                </a:lnTo>
                <a:lnTo>
                  <a:pt x="9117" y="6862"/>
                </a:lnTo>
                <a:lnTo>
                  <a:pt x="10526" y="6883"/>
                </a:lnTo>
                <a:lnTo>
                  <a:pt x="11341" y="6912"/>
                </a:lnTo>
                <a:lnTo>
                  <a:pt x="12162" y="6944"/>
                </a:lnTo>
                <a:lnTo>
                  <a:pt x="12994" y="6977"/>
                </a:lnTo>
                <a:lnTo>
                  <a:pt x="13362" y="6984"/>
                </a:lnTo>
                <a:lnTo>
                  <a:pt x="14010" y="6995"/>
                </a:lnTo>
                <a:lnTo>
                  <a:pt x="15494" y="7024"/>
                </a:lnTo>
                <a:lnTo>
                  <a:pt x="16366" y="7042"/>
                </a:lnTo>
                <a:lnTo>
                  <a:pt x="17238" y="7063"/>
                </a:lnTo>
                <a:lnTo>
                  <a:pt x="18110" y="7088"/>
                </a:lnTo>
                <a:lnTo>
                  <a:pt x="18982" y="7114"/>
                </a:lnTo>
                <a:lnTo>
                  <a:pt x="19854" y="7139"/>
                </a:lnTo>
                <a:lnTo>
                  <a:pt x="20728" y="7168"/>
                </a:lnTo>
                <a:lnTo>
                  <a:pt x="21600" y="7200"/>
                </a:lnTo>
                <a:lnTo>
                  <a:pt x="21600" y="8986"/>
                </a:lnTo>
                <a:lnTo>
                  <a:pt x="21600" y="10800"/>
                </a:lnTo>
                <a:lnTo>
                  <a:pt x="20760" y="11542"/>
                </a:lnTo>
                <a:lnTo>
                  <a:pt x="20069" y="12006"/>
                </a:lnTo>
                <a:lnTo>
                  <a:pt x="18931" y="12600"/>
                </a:lnTo>
                <a:lnTo>
                  <a:pt x="18076" y="13043"/>
                </a:lnTo>
                <a:lnTo>
                  <a:pt x="17210" y="13496"/>
                </a:lnTo>
                <a:lnTo>
                  <a:pt x="16290" y="13946"/>
                </a:lnTo>
                <a:lnTo>
                  <a:pt x="15356" y="14400"/>
                </a:lnTo>
                <a:lnTo>
                  <a:pt x="14434" y="14872"/>
                </a:lnTo>
                <a:lnTo>
                  <a:pt x="13499" y="15347"/>
                </a:lnTo>
                <a:lnTo>
                  <a:pt x="12601" y="15797"/>
                </a:lnTo>
                <a:lnTo>
                  <a:pt x="11703" y="16243"/>
                </a:lnTo>
                <a:lnTo>
                  <a:pt x="10804" y="16686"/>
                </a:lnTo>
                <a:lnTo>
                  <a:pt x="9906" y="17122"/>
                </a:lnTo>
                <a:lnTo>
                  <a:pt x="9007" y="17554"/>
                </a:lnTo>
                <a:lnTo>
                  <a:pt x="8108" y="17982"/>
                </a:lnTo>
                <a:lnTo>
                  <a:pt x="7208" y="18403"/>
                </a:lnTo>
                <a:lnTo>
                  <a:pt x="6309" y="18817"/>
                </a:lnTo>
                <a:lnTo>
                  <a:pt x="5408" y="19231"/>
                </a:lnTo>
                <a:lnTo>
                  <a:pt x="4508" y="19638"/>
                </a:lnTo>
                <a:lnTo>
                  <a:pt x="3607" y="20041"/>
                </a:lnTo>
                <a:lnTo>
                  <a:pt x="2705" y="20437"/>
                </a:lnTo>
                <a:lnTo>
                  <a:pt x="1805" y="20830"/>
                </a:lnTo>
                <a:lnTo>
                  <a:pt x="902" y="21218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1D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4" name="contour_07542"/>
          <p:cNvSpPr/>
          <p:nvPr/>
        </p:nvSpPr>
        <p:spPr>
          <a:xfrm>
            <a:off x="7757510" y="3629420"/>
            <a:ext cx="80168" cy="73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3094" y="732"/>
                </a:lnTo>
                <a:lnTo>
                  <a:pt x="14325" y="1494"/>
                </a:lnTo>
                <a:lnTo>
                  <a:pt x="15483" y="2308"/>
                </a:lnTo>
                <a:lnTo>
                  <a:pt x="16583" y="3188"/>
                </a:lnTo>
                <a:lnTo>
                  <a:pt x="17633" y="4156"/>
                </a:lnTo>
                <a:lnTo>
                  <a:pt x="18649" y="5228"/>
                </a:lnTo>
                <a:lnTo>
                  <a:pt x="19636" y="6423"/>
                </a:lnTo>
                <a:lnTo>
                  <a:pt x="19992" y="7911"/>
                </a:lnTo>
                <a:lnTo>
                  <a:pt x="20302" y="9394"/>
                </a:lnTo>
                <a:lnTo>
                  <a:pt x="20569" y="10878"/>
                </a:lnTo>
                <a:lnTo>
                  <a:pt x="20799" y="12364"/>
                </a:lnTo>
                <a:lnTo>
                  <a:pt x="20995" y="13852"/>
                </a:lnTo>
                <a:lnTo>
                  <a:pt x="21162" y="15346"/>
                </a:lnTo>
                <a:lnTo>
                  <a:pt x="21302" y="16847"/>
                </a:lnTo>
                <a:lnTo>
                  <a:pt x="21419" y="18356"/>
                </a:lnTo>
                <a:lnTo>
                  <a:pt x="21518" y="19877"/>
                </a:lnTo>
                <a:lnTo>
                  <a:pt x="21600" y="21409"/>
                </a:lnTo>
                <a:lnTo>
                  <a:pt x="20353" y="21437"/>
                </a:lnTo>
                <a:lnTo>
                  <a:pt x="19104" y="21463"/>
                </a:lnTo>
                <a:lnTo>
                  <a:pt x="17857" y="21487"/>
                </a:lnTo>
                <a:lnTo>
                  <a:pt x="16610" y="21506"/>
                </a:lnTo>
                <a:lnTo>
                  <a:pt x="15362" y="21525"/>
                </a:lnTo>
                <a:lnTo>
                  <a:pt x="14115" y="21542"/>
                </a:lnTo>
                <a:lnTo>
                  <a:pt x="13062" y="21570"/>
                </a:lnTo>
                <a:lnTo>
                  <a:pt x="11992" y="21598"/>
                </a:lnTo>
                <a:lnTo>
                  <a:pt x="10572" y="21600"/>
                </a:lnTo>
                <a:lnTo>
                  <a:pt x="9190" y="21570"/>
                </a:lnTo>
                <a:lnTo>
                  <a:pt x="7841" y="21493"/>
                </a:lnTo>
                <a:lnTo>
                  <a:pt x="6513" y="21356"/>
                </a:lnTo>
                <a:lnTo>
                  <a:pt x="5204" y="21144"/>
                </a:lnTo>
                <a:lnTo>
                  <a:pt x="3904" y="20842"/>
                </a:lnTo>
                <a:lnTo>
                  <a:pt x="2610" y="20440"/>
                </a:lnTo>
                <a:lnTo>
                  <a:pt x="1310" y="19919"/>
                </a:lnTo>
                <a:lnTo>
                  <a:pt x="0" y="19269"/>
                </a:lnTo>
                <a:lnTo>
                  <a:pt x="0" y="17853"/>
                </a:lnTo>
                <a:lnTo>
                  <a:pt x="0" y="16430"/>
                </a:lnTo>
                <a:lnTo>
                  <a:pt x="0" y="14987"/>
                </a:lnTo>
                <a:lnTo>
                  <a:pt x="1345" y="15149"/>
                </a:lnTo>
                <a:lnTo>
                  <a:pt x="2692" y="15312"/>
                </a:lnTo>
                <a:lnTo>
                  <a:pt x="4039" y="15477"/>
                </a:lnTo>
                <a:lnTo>
                  <a:pt x="5388" y="15640"/>
                </a:lnTo>
                <a:lnTo>
                  <a:pt x="6739" y="15802"/>
                </a:lnTo>
                <a:lnTo>
                  <a:pt x="8092" y="15967"/>
                </a:lnTo>
                <a:lnTo>
                  <a:pt x="9449" y="16132"/>
                </a:lnTo>
                <a:lnTo>
                  <a:pt x="10808" y="16297"/>
                </a:lnTo>
                <a:lnTo>
                  <a:pt x="12171" y="16462"/>
                </a:lnTo>
                <a:lnTo>
                  <a:pt x="13539" y="16627"/>
                </a:lnTo>
                <a:lnTo>
                  <a:pt x="14912" y="16794"/>
                </a:lnTo>
                <a:lnTo>
                  <a:pt x="16288" y="16961"/>
                </a:lnTo>
                <a:lnTo>
                  <a:pt x="17673" y="17128"/>
                </a:lnTo>
                <a:lnTo>
                  <a:pt x="17217" y="15901"/>
                </a:lnTo>
                <a:lnTo>
                  <a:pt x="16760" y="14672"/>
                </a:lnTo>
                <a:lnTo>
                  <a:pt x="16298" y="13432"/>
                </a:lnTo>
                <a:lnTo>
                  <a:pt x="15831" y="12178"/>
                </a:lnTo>
                <a:lnTo>
                  <a:pt x="15342" y="10837"/>
                </a:lnTo>
                <a:lnTo>
                  <a:pt x="14863" y="9495"/>
                </a:lnTo>
                <a:lnTo>
                  <a:pt x="14391" y="8151"/>
                </a:lnTo>
                <a:lnTo>
                  <a:pt x="13928" y="6804"/>
                </a:lnTo>
                <a:lnTo>
                  <a:pt x="13476" y="5455"/>
                </a:lnTo>
                <a:lnTo>
                  <a:pt x="13037" y="4100"/>
                </a:lnTo>
                <a:lnTo>
                  <a:pt x="12607" y="2740"/>
                </a:lnTo>
                <a:lnTo>
                  <a:pt x="12188" y="1374"/>
                </a:lnTo>
                <a:lnTo>
                  <a:pt x="11782" y="0"/>
                </a:lnTo>
                <a:close/>
              </a:path>
            </a:pathLst>
          </a:custGeom>
          <a:solidFill>
            <a:srgbClr val="D0E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5" name="contour_07543"/>
          <p:cNvSpPr/>
          <p:nvPr/>
        </p:nvSpPr>
        <p:spPr>
          <a:xfrm>
            <a:off x="10686692" y="3665860"/>
            <a:ext cx="80758" cy="44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" y="0"/>
                </a:moveTo>
                <a:lnTo>
                  <a:pt x="481" y="745"/>
                </a:lnTo>
                <a:lnTo>
                  <a:pt x="1049" y="2063"/>
                </a:lnTo>
                <a:lnTo>
                  <a:pt x="2351" y="5080"/>
                </a:lnTo>
                <a:lnTo>
                  <a:pt x="3427" y="6882"/>
                </a:lnTo>
                <a:lnTo>
                  <a:pt x="4550" y="8398"/>
                </a:lnTo>
                <a:lnTo>
                  <a:pt x="5717" y="9655"/>
                </a:lnTo>
                <a:lnTo>
                  <a:pt x="6924" y="10683"/>
                </a:lnTo>
                <a:lnTo>
                  <a:pt x="8167" y="11510"/>
                </a:lnTo>
                <a:lnTo>
                  <a:pt x="9448" y="12171"/>
                </a:lnTo>
                <a:lnTo>
                  <a:pt x="10760" y="12687"/>
                </a:lnTo>
                <a:lnTo>
                  <a:pt x="12101" y="13086"/>
                </a:lnTo>
                <a:lnTo>
                  <a:pt x="13468" y="13404"/>
                </a:lnTo>
                <a:lnTo>
                  <a:pt x="14859" y="13665"/>
                </a:lnTo>
                <a:lnTo>
                  <a:pt x="16271" y="13898"/>
                </a:lnTo>
                <a:lnTo>
                  <a:pt x="17701" y="14132"/>
                </a:lnTo>
                <a:lnTo>
                  <a:pt x="18087" y="12033"/>
                </a:lnTo>
                <a:lnTo>
                  <a:pt x="18475" y="9927"/>
                </a:lnTo>
                <a:lnTo>
                  <a:pt x="18863" y="7815"/>
                </a:lnTo>
                <a:lnTo>
                  <a:pt x="19255" y="5684"/>
                </a:lnTo>
                <a:lnTo>
                  <a:pt x="19651" y="3533"/>
                </a:lnTo>
                <a:lnTo>
                  <a:pt x="19892" y="5720"/>
                </a:lnTo>
                <a:lnTo>
                  <a:pt x="20134" y="7907"/>
                </a:lnTo>
                <a:lnTo>
                  <a:pt x="20376" y="10100"/>
                </a:lnTo>
                <a:lnTo>
                  <a:pt x="20618" y="12298"/>
                </a:lnTo>
                <a:lnTo>
                  <a:pt x="20861" y="14506"/>
                </a:lnTo>
                <a:lnTo>
                  <a:pt x="21107" y="16725"/>
                </a:lnTo>
                <a:lnTo>
                  <a:pt x="21352" y="18954"/>
                </a:lnTo>
                <a:lnTo>
                  <a:pt x="21600" y="21197"/>
                </a:lnTo>
                <a:lnTo>
                  <a:pt x="20226" y="21236"/>
                </a:lnTo>
                <a:lnTo>
                  <a:pt x="18850" y="21271"/>
                </a:lnTo>
                <a:lnTo>
                  <a:pt x="17475" y="21307"/>
                </a:lnTo>
                <a:lnTo>
                  <a:pt x="16101" y="21339"/>
                </a:lnTo>
                <a:lnTo>
                  <a:pt x="14725" y="21367"/>
                </a:lnTo>
                <a:lnTo>
                  <a:pt x="13351" y="21392"/>
                </a:lnTo>
                <a:lnTo>
                  <a:pt x="11974" y="21416"/>
                </a:lnTo>
                <a:lnTo>
                  <a:pt x="11286" y="21441"/>
                </a:lnTo>
                <a:lnTo>
                  <a:pt x="9208" y="21508"/>
                </a:lnTo>
                <a:lnTo>
                  <a:pt x="8550" y="21519"/>
                </a:lnTo>
                <a:lnTo>
                  <a:pt x="6561" y="21543"/>
                </a:lnTo>
                <a:lnTo>
                  <a:pt x="5349" y="21572"/>
                </a:lnTo>
                <a:lnTo>
                  <a:pt x="4117" y="21600"/>
                </a:lnTo>
                <a:lnTo>
                  <a:pt x="2924" y="21310"/>
                </a:lnTo>
                <a:lnTo>
                  <a:pt x="2115" y="20805"/>
                </a:lnTo>
                <a:lnTo>
                  <a:pt x="1316" y="19713"/>
                </a:lnTo>
                <a:lnTo>
                  <a:pt x="158" y="17664"/>
                </a:lnTo>
                <a:lnTo>
                  <a:pt x="49" y="15156"/>
                </a:lnTo>
                <a:lnTo>
                  <a:pt x="0" y="13375"/>
                </a:lnTo>
                <a:lnTo>
                  <a:pt x="0" y="11478"/>
                </a:lnTo>
                <a:lnTo>
                  <a:pt x="37" y="8613"/>
                </a:lnTo>
                <a:lnTo>
                  <a:pt x="62" y="6193"/>
                </a:lnTo>
                <a:lnTo>
                  <a:pt x="90" y="3741"/>
                </a:lnTo>
                <a:lnTo>
                  <a:pt x="123" y="1883"/>
                </a:lnTo>
                <a:lnTo>
                  <a:pt x="158" y="0"/>
                </a:lnTo>
                <a:close/>
              </a:path>
            </a:pathLst>
          </a:custGeom>
          <a:solidFill>
            <a:srgbClr val="CEE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6" name="contour_07544"/>
          <p:cNvSpPr/>
          <p:nvPr/>
        </p:nvSpPr>
        <p:spPr>
          <a:xfrm>
            <a:off x="4732993" y="3576830"/>
            <a:ext cx="58304" cy="38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4"/>
                </a:moveTo>
                <a:lnTo>
                  <a:pt x="3545" y="460"/>
                </a:lnTo>
                <a:lnTo>
                  <a:pt x="6342" y="153"/>
                </a:lnTo>
                <a:lnTo>
                  <a:pt x="8527" y="0"/>
                </a:lnTo>
                <a:lnTo>
                  <a:pt x="10228" y="17"/>
                </a:lnTo>
                <a:lnTo>
                  <a:pt x="11583" y="224"/>
                </a:lnTo>
                <a:lnTo>
                  <a:pt x="12725" y="642"/>
                </a:lnTo>
                <a:lnTo>
                  <a:pt x="13786" y="1292"/>
                </a:lnTo>
                <a:lnTo>
                  <a:pt x="14901" y="2195"/>
                </a:lnTo>
                <a:lnTo>
                  <a:pt x="16200" y="3371"/>
                </a:lnTo>
                <a:lnTo>
                  <a:pt x="17458" y="5251"/>
                </a:lnTo>
                <a:lnTo>
                  <a:pt x="18616" y="7094"/>
                </a:lnTo>
                <a:lnTo>
                  <a:pt x="19686" y="8990"/>
                </a:lnTo>
                <a:lnTo>
                  <a:pt x="20677" y="11036"/>
                </a:lnTo>
                <a:lnTo>
                  <a:pt x="21600" y="13318"/>
                </a:lnTo>
                <a:lnTo>
                  <a:pt x="21600" y="16055"/>
                </a:lnTo>
                <a:lnTo>
                  <a:pt x="21600" y="18809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672"/>
                </a:lnTo>
                <a:lnTo>
                  <a:pt x="0" y="15740"/>
                </a:lnTo>
                <a:lnTo>
                  <a:pt x="0" y="12800"/>
                </a:lnTo>
                <a:lnTo>
                  <a:pt x="0" y="9848"/>
                </a:lnTo>
                <a:lnTo>
                  <a:pt x="0" y="6883"/>
                </a:lnTo>
                <a:lnTo>
                  <a:pt x="0" y="3901"/>
                </a:lnTo>
                <a:lnTo>
                  <a:pt x="0" y="894"/>
                </a:lnTo>
                <a:close/>
              </a:path>
            </a:pathLst>
          </a:custGeom>
          <a:solidFill>
            <a:srgbClr val="A0C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7" name="contour_07545"/>
          <p:cNvSpPr/>
          <p:nvPr/>
        </p:nvSpPr>
        <p:spPr>
          <a:xfrm>
            <a:off x="4609097" y="3575984"/>
            <a:ext cx="58304" cy="38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66" y="0"/>
                </a:moveTo>
                <a:lnTo>
                  <a:pt x="11135" y="53"/>
                </a:lnTo>
                <a:lnTo>
                  <a:pt x="12887" y="146"/>
                </a:lnTo>
                <a:lnTo>
                  <a:pt x="14629" y="284"/>
                </a:lnTo>
                <a:lnTo>
                  <a:pt x="16367" y="474"/>
                </a:lnTo>
                <a:lnTo>
                  <a:pt x="18104" y="709"/>
                </a:lnTo>
                <a:lnTo>
                  <a:pt x="19848" y="1001"/>
                </a:lnTo>
                <a:lnTo>
                  <a:pt x="21600" y="1345"/>
                </a:lnTo>
                <a:lnTo>
                  <a:pt x="21600" y="4209"/>
                </a:lnTo>
                <a:lnTo>
                  <a:pt x="21600" y="7077"/>
                </a:lnTo>
                <a:lnTo>
                  <a:pt x="21600" y="9953"/>
                </a:lnTo>
                <a:lnTo>
                  <a:pt x="21600" y="12842"/>
                </a:lnTo>
                <a:lnTo>
                  <a:pt x="21600" y="15742"/>
                </a:lnTo>
                <a:lnTo>
                  <a:pt x="21600" y="18659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3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977" y="15787"/>
                </a:lnTo>
                <a:lnTo>
                  <a:pt x="1790" y="11238"/>
                </a:lnTo>
                <a:lnTo>
                  <a:pt x="2516" y="7782"/>
                </a:lnTo>
                <a:lnTo>
                  <a:pt x="3232" y="5238"/>
                </a:lnTo>
                <a:lnTo>
                  <a:pt x="4015" y="3431"/>
                </a:lnTo>
                <a:lnTo>
                  <a:pt x="4944" y="2183"/>
                </a:lnTo>
                <a:lnTo>
                  <a:pt x="6094" y="1313"/>
                </a:lnTo>
                <a:lnTo>
                  <a:pt x="7541" y="644"/>
                </a:lnTo>
                <a:lnTo>
                  <a:pt x="9366" y="0"/>
                </a:lnTo>
                <a:close/>
              </a:path>
            </a:pathLst>
          </a:custGeom>
          <a:solidFill>
            <a:srgbClr val="9EC5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8" name="contour_07546"/>
          <p:cNvSpPr/>
          <p:nvPr/>
        </p:nvSpPr>
        <p:spPr>
          <a:xfrm>
            <a:off x="1555429" y="3554346"/>
            <a:ext cx="59135" cy="750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48" y="0"/>
                </a:moveTo>
                <a:lnTo>
                  <a:pt x="10276" y="0"/>
                </a:lnTo>
                <a:lnTo>
                  <a:pt x="11958" y="25"/>
                </a:lnTo>
                <a:lnTo>
                  <a:pt x="13619" y="92"/>
                </a:lnTo>
                <a:lnTo>
                  <a:pt x="15272" y="208"/>
                </a:lnTo>
                <a:lnTo>
                  <a:pt x="16939" y="384"/>
                </a:lnTo>
                <a:lnTo>
                  <a:pt x="18634" y="631"/>
                </a:lnTo>
                <a:lnTo>
                  <a:pt x="20178" y="1875"/>
                </a:lnTo>
                <a:lnTo>
                  <a:pt x="21001" y="2713"/>
                </a:lnTo>
                <a:lnTo>
                  <a:pt x="21382" y="3527"/>
                </a:lnTo>
                <a:lnTo>
                  <a:pt x="21600" y="4697"/>
                </a:lnTo>
                <a:lnTo>
                  <a:pt x="21579" y="5871"/>
                </a:lnTo>
                <a:lnTo>
                  <a:pt x="21557" y="7060"/>
                </a:lnTo>
                <a:lnTo>
                  <a:pt x="21544" y="8331"/>
                </a:lnTo>
                <a:lnTo>
                  <a:pt x="21531" y="9621"/>
                </a:lnTo>
                <a:lnTo>
                  <a:pt x="21496" y="10948"/>
                </a:lnTo>
                <a:lnTo>
                  <a:pt x="21464" y="12294"/>
                </a:lnTo>
                <a:lnTo>
                  <a:pt x="21446" y="13634"/>
                </a:lnTo>
                <a:lnTo>
                  <a:pt x="21427" y="14993"/>
                </a:lnTo>
                <a:lnTo>
                  <a:pt x="21406" y="16316"/>
                </a:lnTo>
                <a:lnTo>
                  <a:pt x="21382" y="17637"/>
                </a:lnTo>
                <a:lnTo>
                  <a:pt x="21355" y="18958"/>
                </a:lnTo>
                <a:lnTo>
                  <a:pt x="21326" y="20279"/>
                </a:lnTo>
                <a:lnTo>
                  <a:pt x="21297" y="21600"/>
                </a:lnTo>
                <a:lnTo>
                  <a:pt x="19540" y="21600"/>
                </a:lnTo>
                <a:lnTo>
                  <a:pt x="17783" y="21600"/>
                </a:lnTo>
                <a:lnTo>
                  <a:pt x="16023" y="21600"/>
                </a:lnTo>
                <a:lnTo>
                  <a:pt x="14261" y="21600"/>
                </a:lnTo>
                <a:lnTo>
                  <a:pt x="12496" y="21600"/>
                </a:lnTo>
                <a:lnTo>
                  <a:pt x="10728" y="21600"/>
                </a:lnTo>
                <a:lnTo>
                  <a:pt x="8955" y="21600"/>
                </a:lnTo>
                <a:lnTo>
                  <a:pt x="7177" y="21600"/>
                </a:lnTo>
                <a:lnTo>
                  <a:pt x="5393" y="21600"/>
                </a:lnTo>
                <a:lnTo>
                  <a:pt x="3604" y="21600"/>
                </a:lnTo>
                <a:lnTo>
                  <a:pt x="1805" y="21600"/>
                </a:lnTo>
                <a:lnTo>
                  <a:pt x="0" y="21600"/>
                </a:lnTo>
                <a:lnTo>
                  <a:pt x="3519" y="20214"/>
                </a:lnTo>
                <a:lnTo>
                  <a:pt x="6203" y="19163"/>
                </a:lnTo>
                <a:lnTo>
                  <a:pt x="8207" y="18385"/>
                </a:lnTo>
                <a:lnTo>
                  <a:pt x="9693" y="17824"/>
                </a:lnTo>
                <a:lnTo>
                  <a:pt x="10819" y="17421"/>
                </a:lnTo>
                <a:lnTo>
                  <a:pt x="11745" y="17113"/>
                </a:lnTo>
                <a:lnTo>
                  <a:pt x="12634" y="16844"/>
                </a:lnTo>
                <a:lnTo>
                  <a:pt x="13643" y="16555"/>
                </a:lnTo>
                <a:lnTo>
                  <a:pt x="14798" y="15936"/>
                </a:lnTo>
                <a:lnTo>
                  <a:pt x="15972" y="15309"/>
                </a:lnTo>
                <a:lnTo>
                  <a:pt x="16271" y="13821"/>
                </a:lnTo>
                <a:lnTo>
                  <a:pt x="16404" y="12764"/>
                </a:lnTo>
                <a:lnTo>
                  <a:pt x="16404" y="11636"/>
                </a:lnTo>
                <a:lnTo>
                  <a:pt x="16305" y="9935"/>
                </a:lnTo>
                <a:lnTo>
                  <a:pt x="16223" y="8671"/>
                </a:lnTo>
                <a:lnTo>
                  <a:pt x="16140" y="7400"/>
                </a:lnTo>
                <a:lnTo>
                  <a:pt x="16058" y="6121"/>
                </a:lnTo>
                <a:lnTo>
                  <a:pt x="15972" y="4825"/>
                </a:lnTo>
                <a:lnTo>
                  <a:pt x="14215" y="5286"/>
                </a:lnTo>
                <a:lnTo>
                  <a:pt x="12456" y="5748"/>
                </a:lnTo>
                <a:lnTo>
                  <a:pt x="10696" y="6211"/>
                </a:lnTo>
                <a:lnTo>
                  <a:pt x="8931" y="6674"/>
                </a:lnTo>
                <a:lnTo>
                  <a:pt x="7161" y="7140"/>
                </a:lnTo>
                <a:lnTo>
                  <a:pt x="5383" y="7605"/>
                </a:lnTo>
                <a:lnTo>
                  <a:pt x="3599" y="8075"/>
                </a:lnTo>
                <a:lnTo>
                  <a:pt x="1805" y="8545"/>
                </a:lnTo>
                <a:lnTo>
                  <a:pt x="0" y="9019"/>
                </a:lnTo>
                <a:lnTo>
                  <a:pt x="1166" y="6366"/>
                </a:lnTo>
                <a:lnTo>
                  <a:pt x="2106" y="4362"/>
                </a:lnTo>
                <a:lnTo>
                  <a:pt x="2915" y="2896"/>
                </a:lnTo>
                <a:lnTo>
                  <a:pt x="3698" y="1868"/>
                </a:lnTo>
                <a:lnTo>
                  <a:pt x="4552" y="1170"/>
                </a:lnTo>
                <a:lnTo>
                  <a:pt x="5577" y="696"/>
                </a:lnTo>
                <a:lnTo>
                  <a:pt x="6876" y="342"/>
                </a:lnTo>
                <a:lnTo>
                  <a:pt x="8548" y="0"/>
                </a:lnTo>
                <a:close/>
              </a:path>
            </a:pathLst>
          </a:custGeom>
          <a:solidFill>
            <a:srgbClr val="81B7F3"/>
          </a:solidFill>
          <a:ln>
            <a:noFill/>
          </a:ln>
        </p:spPr>
        <p:txBody>
          <a:bodyPr/>
          <a:lstStyle/>
          <a:p/>
        </p:txBody>
      </p:sp>
      <p:sp>
        <p:nvSpPr>
          <p:cNvPr id="7549" name="contour_07547"/>
          <p:cNvSpPr/>
          <p:nvPr/>
        </p:nvSpPr>
        <p:spPr>
          <a:xfrm>
            <a:off x="8347837" y="3498236"/>
            <a:ext cx="13847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26" y="4369"/>
                </a:moveTo>
                <a:lnTo>
                  <a:pt x="14735" y="4687"/>
                </a:lnTo>
                <a:lnTo>
                  <a:pt x="15522" y="4817"/>
                </a:lnTo>
                <a:lnTo>
                  <a:pt x="16294" y="4752"/>
                </a:lnTo>
                <a:lnTo>
                  <a:pt x="17055" y="4514"/>
                </a:lnTo>
                <a:lnTo>
                  <a:pt x="17807" y="4109"/>
                </a:lnTo>
                <a:lnTo>
                  <a:pt x="18557" y="3553"/>
                </a:lnTo>
                <a:lnTo>
                  <a:pt x="19307" y="2851"/>
                </a:lnTo>
                <a:lnTo>
                  <a:pt x="20061" y="2020"/>
                </a:lnTo>
                <a:lnTo>
                  <a:pt x="20824" y="1064"/>
                </a:lnTo>
                <a:lnTo>
                  <a:pt x="21600" y="0"/>
                </a:lnTo>
                <a:lnTo>
                  <a:pt x="21232" y="3375"/>
                </a:lnTo>
                <a:lnTo>
                  <a:pt x="20944" y="5881"/>
                </a:lnTo>
                <a:lnTo>
                  <a:pt x="20672" y="7970"/>
                </a:lnTo>
                <a:lnTo>
                  <a:pt x="20354" y="10082"/>
                </a:lnTo>
                <a:lnTo>
                  <a:pt x="19927" y="12674"/>
                </a:lnTo>
                <a:lnTo>
                  <a:pt x="19326" y="16200"/>
                </a:lnTo>
                <a:lnTo>
                  <a:pt x="18546" y="17042"/>
                </a:lnTo>
                <a:lnTo>
                  <a:pt x="17814" y="17717"/>
                </a:lnTo>
                <a:lnTo>
                  <a:pt x="17105" y="18230"/>
                </a:lnTo>
                <a:lnTo>
                  <a:pt x="16396" y="18603"/>
                </a:lnTo>
                <a:lnTo>
                  <a:pt x="15661" y="18841"/>
                </a:lnTo>
                <a:lnTo>
                  <a:pt x="14877" y="18965"/>
                </a:lnTo>
                <a:lnTo>
                  <a:pt x="14237" y="19111"/>
                </a:lnTo>
                <a:lnTo>
                  <a:pt x="13586" y="19262"/>
                </a:lnTo>
                <a:lnTo>
                  <a:pt x="12909" y="19397"/>
                </a:lnTo>
                <a:lnTo>
                  <a:pt x="12231" y="19516"/>
                </a:lnTo>
                <a:lnTo>
                  <a:pt x="11554" y="19629"/>
                </a:lnTo>
                <a:lnTo>
                  <a:pt x="10876" y="19726"/>
                </a:lnTo>
                <a:lnTo>
                  <a:pt x="10199" y="19823"/>
                </a:lnTo>
                <a:lnTo>
                  <a:pt x="9521" y="19915"/>
                </a:lnTo>
                <a:lnTo>
                  <a:pt x="8830" y="20050"/>
                </a:lnTo>
                <a:lnTo>
                  <a:pt x="8140" y="20185"/>
                </a:lnTo>
                <a:lnTo>
                  <a:pt x="7450" y="20326"/>
                </a:lnTo>
                <a:lnTo>
                  <a:pt x="6759" y="20471"/>
                </a:lnTo>
                <a:lnTo>
                  <a:pt x="6008" y="20617"/>
                </a:lnTo>
                <a:lnTo>
                  <a:pt x="5257" y="20763"/>
                </a:lnTo>
                <a:lnTo>
                  <a:pt x="4506" y="20898"/>
                </a:lnTo>
                <a:lnTo>
                  <a:pt x="3755" y="21028"/>
                </a:lnTo>
                <a:lnTo>
                  <a:pt x="3005" y="21152"/>
                </a:lnTo>
                <a:lnTo>
                  <a:pt x="2253" y="21271"/>
                </a:lnTo>
                <a:lnTo>
                  <a:pt x="1502" y="21384"/>
                </a:lnTo>
                <a:lnTo>
                  <a:pt x="751" y="21492"/>
                </a:lnTo>
                <a:lnTo>
                  <a:pt x="0" y="21600"/>
                </a:lnTo>
                <a:lnTo>
                  <a:pt x="525" y="18976"/>
                </a:lnTo>
                <a:lnTo>
                  <a:pt x="1052" y="16357"/>
                </a:lnTo>
                <a:lnTo>
                  <a:pt x="1581" y="13754"/>
                </a:lnTo>
                <a:lnTo>
                  <a:pt x="2022" y="11561"/>
                </a:lnTo>
                <a:lnTo>
                  <a:pt x="2470" y="9342"/>
                </a:lnTo>
                <a:lnTo>
                  <a:pt x="3155" y="6772"/>
                </a:lnTo>
                <a:lnTo>
                  <a:pt x="3857" y="4693"/>
                </a:lnTo>
                <a:lnTo>
                  <a:pt x="4574" y="3073"/>
                </a:lnTo>
                <a:lnTo>
                  <a:pt x="5306" y="1868"/>
                </a:lnTo>
                <a:lnTo>
                  <a:pt x="6050" y="1037"/>
                </a:lnTo>
                <a:lnTo>
                  <a:pt x="6806" y="540"/>
                </a:lnTo>
                <a:lnTo>
                  <a:pt x="7573" y="335"/>
                </a:lnTo>
                <a:lnTo>
                  <a:pt x="8349" y="378"/>
                </a:lnTo>
                <a:lnTo>
                  <a:pt x="9132" y="637"/>
                </a:lnTo>
                <a:lnTo>
                  <a:pt x="9922" y="1069"/>
                </a:lnTo>
                <a:lnTo>
                  <a:pt x="10718" y="1625"/>
                </a:lnTo>
                <a:lnTo>
                  <a:pt x="11517" y="2279"/>
                </a:lnTo>
                <a:lnTo>
                  <a:pt x="12319" y="2981"/>
                </a:lnTo>
                <a:lnTo>
                  <a:pt x="13123" y="3688"/>
                </a:lnTo>
                <a:lnTo>
                  <a:pt x="13926" y="4369"/>
                </a:lnTo>
                <a:close/>
              </a:path>
            </a:pathLst>
          </a:custGeom>
          <a:solidFill>
            <a:srgbClr val="B9CBD3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0" name="contour_07548"/>
          <p:cNvSpPr/>
          <p:nvPr/>
        </p:nvSpPr>
        <p:spPr>
          <a:xfrm>
            <a:off x="4222834" y="3410780"/>
            <a:ext cx="72880" cy="537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243" y="0"/>
                </a:lnTo>
                <a:lnTo>
                  <a:pt x="15530" y="0"/>
                </a:lnTo>
                <a:lnTo>
                  <a:pt x="16822" y="0"/>
                </a:lnTo>
                <a:lnTo>
                  <a:pt x="18125" y="0"/>
                </a:lnTo>
                <a:lnTo>
                  <a:pt x="19440" y="0"/>
                </a:lnTo>
                <a:lnTo>
                  <a:pt x="19654" y="2031"/>
                </a:lnTo>
                <a:lnTo>
                  <a:pt x="19868" y="4066"/>
                </a:lnTo>
                <a:lnTo>
                  <a:pt x="20082" y="6100"/>
                </a:lnTo>
                <a:lnTo>
                  <a:pt x="20298" y="8137"/>
                </a:lnTo>
                <a:lnTo>
                  <a:pt x="20511" y="10183"/>
                </a:lnTo>
                <a:lnTo>
                  <a:pt x="20727" y="12232"/>
                </a:lnTo>
                <a:lnTo>
                  <a:pt x="20943" y="14290"/>
                </a:lnTo>
                <a:lnTo>
                  <a:pt x="21162" y="16356"/>
                </a:lnTo>
                <a:lnTo>
                  <a:pt x="21380" y="18431"/>
                </a:lnTo>
                <a:lnTo>
                  <a:pt x="21600" y="20518"/>
                </a:lnTo>
                <a:lnTo>
                  <a:pt x="20231" y="20650"/>
                </a:lnTo>
                <a:lnTo>
                  <a:pt x="18861" y="20770"/>
                </a:lnTo>
                <a:lnTo>
                  <a:pt x="17494" y="20882"/>
                </a:lnTo>
                <a:lnTo>
                  <a:pt x="16124" y="20984"/>
                </a:lnTo>
                <a:lnTo>
                  <a:pt x="14757" y="21081"/>
                </a:lnTo>
                <a:lnTo>
                  <a:pt x="13386" y="21169"/>
                </a:lnTo>
                <a:lnTo>
                  <a:pt x="12014" y="21251"/>
                </a:lnTo>
                <a:lnTo>
                  <a:pt x="10649" y="21401"/>
                </a:lnTo>
                <a:lnTo>
                  <a:pt x="9260" y="21550"/>
                </a:lnTo>
                <a:lnTo>
                  <a:pt x="7752" y="21600"/>
                </a:lnTo>
                <a:lnTo>
                  <a:pt x="6342" y="21579"/>
                </a:lnTo>
                <a:lnTo>
                  <a:pt x="4974" y="21433"/>
                </a:lnTo>
                <a:lnTo>
                  <a:pt x="3599" y="21096"/>
                </a:lnTo>
                <a:lnTo>
                  <a:pt x="2160" y="20518"/>
                </a:lnTo>
                <a:lnTo>
                  <a:pt x="1452" y="18584"/>
                </a:lnTo>
                <a:lnTo>
                  <a:pt x="948" y="16737"/>
                </a:lnTo>
                <a:lnTo>
                  <a:pt x="600" y="14908"/>
                </a:lnTo>
                <a:lnTo>
                  <a:pt x="359" y="13020"/>
                </a:lnTo>
                <a:lnTo>
                  <a:pt x="175" y="11007"/>
                </a:lnTo>
                <a:lnTo>
                  <a:pt x="0" y="8794"/>
                </a:lnTo>
                <a:lnTo>
                  <a:pt x="1426" y="9037"/>
                </a:lnTo>
                <a:lnTo>
                  <a:pt x="2851" y="9277"/>
                </a:lnTo>
                <a:lnTo>
                  <a:pt x="4279" y="9521"/>
                </a:lnTo>
                <a:lnTo>
                  <a:pt x="5709" y="9761"/>
                </a:lnTo>
                <a:lnTo>
                  <a:pt x="7141" y="10004"/>
                </a:lnTo>
                <a:lnTo>
                  <a:pt x="8575" y="10247"/>
                </a:lnTo>
                <a:lnTo>
                  <a:pt x="10014" y="10491"/>
                </a:lnTo>
                <a:lnTo>
                  <a:pt x="11457" y="10737"/>
                </a:lnTo>
                <a:lnTo>
                  <a:pt x="12904" y="10983"/>
                </a:lnTo>
                <a:lnTo>
                  <a:pt x="14355" y="11229"/>
                </a:lnTo>
                <a:lnTo>
                  <a:pt x="15816" y="11476"/>
                </a:lnTo>
                <a:lnTo>
                  <a:pt x="17280" y="11725"/>
                </a:lnTo>
                <a:lnTo>
                  <a:pt x="17280" y="9787"/>
                </a:lnTo>
                <a:lnTo>
                  <a:pt x="17280" y="7838"/>
                </a:lnTo>
                <a:lnTo>
                  <a:pt x="17280" y="5862"/>
                </a:lnTo>
                <a:lnTo>
                  <a:pt x="15852" y="5862"/>
                </a:lnTo>
                <a:lnTo>
                  <a:pt x="14416" y="5862"/>
                </a:lnTo>
                <a:lnTo>
                  <a:pt x="12960" y="5862"/>
                </a:lnTo>
                <a:lnTo>
                  <a:pt x="12960" y="3925"/>
                </a:lnTo>
                <a:lnTo>
                  <a:pt x="12960" y="1976"/>
                </a:lnTo>
                <a:lnTo>
                  <a:pt x="12960" y="0"/>
                </a:lnTo>
                <a:close/>
              </a:path>
            </a:pathLst>
          </a:custGeom>
          <a:solidFill>
            <a:srgbClr val="B0BBC0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1" name="contour_07549"/>
          <p:cNvSpPr/>
          <p:nvPr/>
        </p:nvSpPr>
        <p:spPr>
          <a:xfrm>
            <a:off x="6904815" y="3396204"/>
            <a:ext cx="13847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63" y="0"/>
                </a:moveTo>
                <a:lnTo>
                  <a:pt x="20745" y="1069"/>
                </a:lnTo>
                <a:lnTo>
                  <a:pt x="21027" y="2145"/>
                </a:lnTo>
                <a:lnTo>
                  <a:pt x="21312" y="3225"/>
                </a:lnTo>
                <a:lnTo>
                  <a:pt x="21600" y="4320"/>
                </a:lnTo>
                <a:lnTo>
                  <a:pt x="20954" y="4581"/>
                </a:lnTo>
                <a:lnTo>
                  <a:pt x="20297" y="4847"/>
                </a:lnTo>
                <a:lnTo>
                  <a:pt x="19563" y="5147"/>
                </a:lnTo>
                <a:lnTo>
                  <a:pt x="18828" y="5450"/>
                </a:lnTo>
                <a:lnTo>
                  <a:pt x="18094" y="5754"/>
                </a:lnTo>
                <a:lnTo>
                  <a:pt x="17360" y="6059"/>
                </a:lnTo>
                <a:lnTo>
                  <a:pt x="16625" y="6366"/>
                </a:lnTo>
                <a:lnTo>
                  <a:pt x="15892" y="6674"/>
                </a:lnTo>
                <a:lnTo>
                  <a:pt x="15158" y="6981"/>
                </a:lnTo>
                <a:lnTo>
                  <a:pt x="14424" y="7290"/>
                </a:lnTo>
                <a:lnTo>
                  <a:pt x="13747" y="7562"/>
                </a:lnTo>
                <a:lnTo>
                  <a:pt x="13066" y="7839"/>
                </a:lnTo>
                <a:lnTo>
                  <a:pt x="12375" y="8117"/>
                </a:lnTo>
                <a:lnTo>
                  <a:pt x="10894" y="8748"/>
                </a:lnTo>
                <a:lnTo>
                  <a:pt x="9652" y="9288"/>
                </a:lnTo>
                <a:lnTo>
                  <a:pt x="8614" y="9763"/>
                </a:lnTo>
                <a:lnTo>
                  <a:pt x="7752" y="10197"/>
                </a:lnTo>
                <a:lnTo>
                  <a:pt x="7034" y="10616"/>
                </a:lnTo>
                <a:lnTo>
                  <a:pt x="6428" y="11042"/>
                </a:lnTo>
                <a:lnTo>
                  <a:pt x="5902" y="11500"/>
                </a:lnTo>
                <a:lnTo>
                  <a:pt x="5428" y="12014"/>
                </a:lnTo>
                <a:lnTo>
                  <a:pt x="4973" y="12608"/>
                </a:lnTo>
                <a:lnTo>
                  <a:pt x="4505" y="13308"/>
                </a:lnTo>
                <a:lnTo>
                  <a:pt x="3995" y="14137"/>
                </a:lnTo>
                <a:lnTo>
                  <a:pt x="3411" y="15120"/>
                </a:lnTo>
                <a:lnTo>
                  <a:pt x="3026" y="16857"/>
                </a:lnTo>
                <a:lnTo>
                  <a:pt x="2775" y="18062"/>
                </a:lnTo>
                <a:lnTo>
                  <a:pt x="2602" y="19047"/>
                </a:lnTo>
                <a:lnTo>
                  <a:pt x="2453" y="20123"/>
                </a:lnTo>
                <a:lnTo>
                  <a:pt x="2274" y="21600"/>
                </a:lnTo>
                <a:lnTo>
                  <a:pt x="2274" y="20172"/>
                </a:lnTo>
                <a:lnTo>
                  <a:pt x="2274" y="18736"/>
                </a:lnTo>
                <a:lnTo>
                  <a:pt x="2274" y="17280"/>
                </a:lnTo>
                <a:lnTo>
                  <a:pt x="1598" y="16487"/>
                </a:lnTo>
                <a:lnTo>
                  <a:pt x="1137" y="15997"/>
                </a:lnTo>
                <a:lnTo>
                  <a:pt x="675" y="15610"/>
                </a:lnTo>
                <a:lnTo>
                  <a:pt x="0" y="15120"/>
                </a:lnTo>
                <a:lnTo>
                  <a:pt x="180" y="13513"/>
                </a:lnTo>
                <a:lnTo>
                  <a:pt x="329" y="12372"/>
                </a:lnTo>
                <a:lnTo>
                  <a:pt x="501" y="11388"/>
                </a:lnTo>
                <a:lnTo>
                  <a:pt x="753" y="10247"/>
                </a:lnTo>
                <a:lnTo>
                  <a:pt x="1137" y="8640"/>
                </a:lnTo>
                <a:lnTo>
                  <a:pt x="2017" y="8446"/>
                </a:lnTo>
                <a:lnTo>
                  <a:pt x="2634" y="8348"/>
                </a:lnTo>
                <a:lnTo>
                  <a:pt x="3152" y="8348"/>
                </a:lnTo>
                <a:lnTo>
                  <a:pt x="3736" y="8446"/>
                </a:lnTo>
                <a:lnTo>
                  <a:pt x="4547" y="8640"/>
                </a:lnTo>
                <a:lnTo>
                  <a:pt x="4547" y="7212"/>
                </a:lnTo>
                <a:lnTo>
                  <a:pt x="4547" y="5776"/>
                </a:lnTo>
                <a:lnTo>
                  <a:pt x="4547" y="4320"/>
                </a:lnTo>
                <a:lnTo>
                  <a:pt x="5091" y="4238"/>
                </a:lnTo>
                <a:lnTo>
                  <a:pt x="5641" y="4156"/>
                </a:lnTo>
                <a:lnTo>
                  <a:pt x="6348" y="4048"/>
                </a:lnTo>
                <a:lnTo>
                  <a:pt x="7054" y="3938"/>
                </a:lnTo>
                <a:lnTo>
                  <a:pt x="7761" y="3825"/>
                </a:lnTo>
                <a:lnTo>
                  <a:pt x="8467" y="3713"/>
                </a:lnTo>
                <a:lnTo>
                  <a:pt x="9174" y="3601"/>
                </a:lnTo>
                <a:lnTo>
                  <a:pt x="9880" y="3488"/>
                </a:lnTo>
                <a:lnTo>
                  <a:pt x="10586" y="3374"/>
                </a:lnTo>
                <a:lnTo>
                  <a:pt x="10840" y="3337"/>
                </a:lnTo>
                <a:lnTo>
                  <a:pt x="11285" y="3270"/>
                </a:lnTo>
                <a:lnTo>
                  <a:pt x="12307" y="3117"/>
                </a:lnTo>
                <a:lnTo>
                  <a:pt x="13085" y="2985"/>
                </a:lnTo>
                <a:lnTo>
                  <a:pt x="13849" y="2843"/>
                </a:lnTo>
                <a:lnTo>
                  <a:pt x="14603" y="2683"/>
                </a:lnTo>
                <a:lnTo>
                  <a:pt x="15347" y="2499"/>
                </a:lnTo>
                <a:lnTo>
                  <a:pt x="16084" y="2285"/>
                </a:lnTo>
                <a:lnTo>
                  <a:pt x="16816" y="2035"/>
                </a:lnTo>
                <a:lnTo>
                  <a:pt x="17545" y="1739"/>
                </a:lnTo>
                <a:lnTo>
                  <a:pt x="18271" y="1395"/>
                </a:lnTo>
                <a:lnTo>
                  <a:pt x="18999" y="996"/>
                </a:lnTo>
                <a:lnTo>
                  <a:pt x="19729" y="531"/>
                </a:lnTo>
                <a:lnTo>
                  <a:pt x="20463" y="0"/>
                </a:lnTo>
                <a:close/>
              </a:path>
            </a:pathLst>
          </a:custGeom>
          <a:solidFill>
            <a:srgbClr val="ADC0CB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2" name="contour_07550"/>
          <p:cNvSpPr/>
          <p:nvPr/>
        </p:nvSpPr>
        <p:spPr>
          <a:xfrm>
            <a:off x="6955714" y="3426260"/>
            <a:ext cx="51133" cy="57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21" y="516"/>
                </a:moveTo>
                <a:lnTo>
                  <a:pt x="17862" y="1141"/>
                </a:lnTo>
                <a:lnTo>
                  <a:pt x="19719" y="1769"/>
                </a:lnTo>
                <a:lnTo>
                  <a:pt x="21600" y="2402"/>
                </a:lnTo>
                <a:lnTo>
                  <a:pt x="20880" y="4031"/>
                </a:lnTo>
                <a:lnTo>
                  <a:pt x="20159" y="5661"/>
                </a:lnTo>
                <a:lnTo>
                  <a:pt x="19436" y="7287"/>
                </a:lnTo>
                <a:lnTo>
                  <a:pt x="18712" y="8916"/>
                </a:lnTo>
                <a:lnTo>
                  <a:pt x="18177" y="10125"/>
                </a:lnTo>
                <a:lnTo>
                  <a:pt x="17638" y="11343"/>
                </a:lnTo>
                <a:lnTo>
                  <a:pt x="17090" y="12580"/>
                </a:lnTo>
                <a:lnTo>
                  <a:pt x="16360" y="14113"/>
                </a:lnTo>
                <a:lnTo>
                  <a:pt x="15609" y="15632"/>
                </a:lnTo>
                <a:lnTo>
                  <a:pt x="14836" y="17135"/>
                </a:lnTo>
                <a:lnTo>
                  <a:pt x="14036" y="18630"/>
                </a:lnTo>
                <a:lnTo>
                  <a:pt x="13214" y="20116"/>
                </a:lnTo>
                <a:lnTo>
                  <a:pt x="12364" y="21600"/>
                </a:lnTo>
                <a:lnTo>
                  <a:pt x="10166" y="21252"/>
                </a:lnTo>
                <a:lnTo>
                  <a:pt x="8586" y="20934"/>
                </a:lnTo>
                <a:lnTo>
                  <a:pt x="7183" y="20514"/>
                </a:lnTo>
                <a:lnTo>
                  <a:pt x="5511" y="19867"/>
                </a:lnTo>
                <a:lnTo>
                  <a:pt x="3128" y="18857"/>
                </a:lnTo>
                <a:lnTo>
                  <a:pt x="2007" y="17089"/>
                </a:lnTo>
                <a:lnTo>
                  <a:pt x="1151" y="15350"/>
                </a:lnTo>
                <a:lnTo>
                  <a:pt x="539" y="13606"/>
                </a:lnTo>
                <a:lnTo>
                  <a:pt x="157" y="11809"/>
                </a:lnTo>
                <a:lnTo>
                  <a:pt x="0" y="9920"/>
                </a:lnTo>
                <a:lnTo>
                  <a:pt x="49" y="7887"/>
                </a:lnTo>
                <a:lnTo>
                  <a:pt x="1265" y="5888"/>
                </a:lnTo>
                <a:lnTo>
                  <a:pt x="2577" y="4169"/>
                </a:lnTo>
                <a:lnTo>
                  <a:pt x="4005" y="2737"/>
                </a:lnTo>
                <a:lnTo>
                  <a:pt x="5563" y="1596"/>
                </a:lnTo>
                <a:lnTo>
                  <a:pt x="7275" y="757"/>
                </a:lnTo>
                <a:lnTo>
                  <a:pt x="9159" y="222"/>
                </a:lnTo>
                <a:lnTo>
                  <a:pt x="11231" y="0"/>
                </a:lnTo>
                <a:lnTo>
                  <a:pt x="13512" y="96"/>
                </a:lnTo>
                <a:lnTo>
                  <a:pt x="16021" y="516"/>
                </a:lnTo>
                <a:close/>
              </a:path>
            </a:pathLst>
          </a:custGeom>
          <a:solidFill>
            <a:srgbClr val="B5C8D3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3" name="contour_07551"/>
          <p:cNvSpPr/>
          <p:nvPr/>
        </p:nvSpPr>
        <p:spPr>
          <a:xfrm>
            <a:off x="3801121" y="3396204"/>
            <a:ext cx="5731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20" y="0"/>
                </a:moveTo>
                <a:lnTo>
                  <a:pt x="6858" y="380"/>
                </a:lnTo>
                <a:lnTo>
                  <a:pt x="8012" y="732"/>
                </a:lnTo>
                <a:lnTo>
                  <a:pt x="9092" y="1257"/>
                </a:lnTo>
                <a:lnTo>
                  <a:pt x="10613" y="2160"/>
                </a:lnTo>
                <a:lnTo>
                  <a:pt x="10693" y="3605"/>
                </a:lnTo>
                <a:lnTo>
                  <a:pt x="10685" y="4635"/>
                </a:lnTo>
                <a:lnTo>
                  <a:pt x="10553" y="5743"/>
                </a:lnTo>
                <a:lnTo>
                  <a:pt x="10270" y="7426"/>
                </a:lnTo>
                <a:lnTo>
                  <a:pt x="10168" y="9163"/>
                </a:lnTo>
                <a:lnTo>
                  <a:pt x="10168" y="10318"/>
                </a:lnTo>
                <a:lnTo>
                  <a:pt x="10306" y="11411"/>
                </a:lnTo>
                <a:lnTo>
                  <a:pt x="10613" y="12960"/>
                </a:lnTo>
                <a:lnTo>
                  <a:pt x="12245" y="13893"/>
                </a:lnTo>
                <a:lnTo>
                  <a:pt x="13863" y="14643"/>
                </a:lnTo>
                <a:lnTo>
                  <a:pt x="15519" y="15258"/>
                </a:lnTo>
                <a:lnTo>
                  <a:pt x="17277" y="15792"/>
                </a:lnTo>
                <a:lnTo>
                  <a:pt x="19197" y="16293"/>
                </a:lnTo>
                <a:lnTo>
                  <a:pt x="20389" y="16783"/>
                </a:lnTo>
                <a:lnTo>
                  <a:pt x="21600" y="17280"/>
                </a:lnTo>
                <a:lnTo>
                  <a:pt x="21600" y="18708"/>
                </a:lnTo>
                <a:lnTo>
                  <a:pt x="21600" y="20144"/>
                </a:lnTo>
                <a:lnTo>
                  <a:pt x="21600" y="21600"/>
                </a:lnTo>
                <a:lnTo>
                  <a:pt x="17895" y="21332"/>
                </a:lnTo>
                <a:lnTo>
                  <a:pt x="14835" y="21095"/>
                </a:lnTo>
                <a:lnTo>
                  <a:pt x="12330" y="20866"/>
                </a:lnTo>
                <a:lnTo>
                  <a:pt x="10286" y="20626"/>
                </a:lnTo>
                <a:lnTo>
                  <a:pt x="8614" y="20349"/>
                </a:lnTo>
                <a:lnTo>
                  <a:pt x="7216" y="20017"/>
                </a:lnTo>
                <a:lnTo>
                  <a:pt x="6004" y="19606"/>
                </a:lnTo>
                <a:lnTo>
                  <a:pt x="4886" y="19097"/>
                </a:lnTo>
                <a:lnTo>
                  <a:pt x="3768" y="18462"/>
                </a:lnTo>
                <a:lnTo>
                  <a:pt x="2560" y="17684"/>
                </a:lnTo>
                <a:lnTo>
                  <a:pt x="1170" y="16740"/>
                </a:lnTo>
                <a:lnTo>
                  <a:pt x="621" y="15200"/>
                </a:lnTo>
                <a:lnTo>
                  <a:pt x="253" y="13707"/>
                </a:lnTo>
                <a:lnTo>
                  <a:pt x="49" y="12254"/>
                </a:lnTo>
                <a:lnTo>
                  <a:pt x="0" y="10826"/>
                </a:lnTo>
                <a:lnTo>
                  <a:pt x="99" y="9413"/>
                </a:lnTo>
                <a:lnTo>
                  <a:pt x="330" y="8003"/>
                </a:lnTo>
                <a:lnTo>
                  <a:pt x="684" y="6584"/>
                </a:lnTo>
                <a:lnTo>
                  <a:pt x="1151" y="5145"/>
                </a:lnTo>
                <a:lnTo>
                  <a:pt x="1717" y="3674"/>
                </a:lnTo>
                <a:lnTo>
                  <a:pt x="2373" y="2160"/>
                </a:lnTo>
                <a:lnTo>
                  <a:pt x="3736" y="1089"/>
                </a:lnTo>
                <a:lnTo>
                  <a:pt x="5120" y="0"/>
                </a:lnTo>
                <a:close/>
              </a:path>
            </a:pathLst>
          </a:custGeom>
          <a:solidFill>
            <a:srgbClr val="8D9EA5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4" name="contour_07552"/>
          <p:cNvSpPr/>
          <p:nvPr/>
        </p:nvSpPr>
        <p:spPr>
          <a:xfrm>
            <a:off x="11488961" y="3388916"/>
            <a:ext cx="10370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09" y="243"/>
                </a:lnTo>
                <a:lnTo>
                  <a:pt x="2019" y="493"/>
                </a:lnTo>
                <a:lnTo>
                  <a:pt x="3025" y="748"/>
                </a:lnTo>
                <a:lnTo>
                  <a:pt x="4032" y="1011"/>
                </a:lnTo>
                <a:lnTo>
                  <a:pt x="5036" y="1280"/>
                </a:lnTo>
                <a:lnTo>
                  <a:pt x="6040" y="1553"/>
                </a:lnTo>
                <a:lnTo>
                  <a:pt x="7043" y="1834"/>
                </a:lnTo>
                <a:lnTo>
                  <a:pt x="8045" y="2119"/>
                </a:lnTo>
                <a:lnTo>
                  <a:pt x="9045" y="2409"/>
                </a:lnTo>
                <a:lnTo>
                  <a:pt x="10046" y="2704"/>
                </a:lnTo>
                <a:lnTo>
                  <a:pt x="11046" y="3004"/>
                </a:lnTo>
                <a:lnTo>
                  <a:pt x="12045" y="3309"/>
                </a:lnTo>
                <a:lnTo>
                  <a:pt x="13042" y="3615"/>
                </a:lnTo>
                <a:lnTo>
                  <a:pt x="14041" y="3927"/>
                </a:lnTo>
                <a:lnTo>
                  <a:pt x="14847" y="4173"/>
                </a:lnTo>
                <a:lnTo>
                  <a:pt x="15665" y="4420"/>
                </a:lnTo>
                <a:lnTo>
                  <a:pt x="17312" y="4954"/>
                </a:lnTo>
                <a:lnTo>
                  <a:pt x="18467" y="5376"/>
                </a:lnTo>
                <a:lnTo>
                  <a:pt x="19282" y="5781"/>
                </a:lnTo>
                <a:lnTo>
                  <a:pt x="19915" y="6266"/>
                </a:lnTo>
                <a:lnTo>
                  <a:pt x="20519" y="6926"/>
                </a:lnTo>
                <a:lnTo>
                  <a:pt x="21251" y="7855"/>
                </a:lnTo>
                <a:lnTo>
                  <a:pt x="21375" y="9198"/>
                </a:lnTo>
                <a:lnTo>
                  <a:pt x="21453" y="10176"/>
                </a:lnTo>
                <a:lnTo>
                  <a:pt x="21497" y="11071"/>
                </a:lnTo>
                <a:lnTo>
                  <a:pt x="21520" y="12167"/>
                </a:lnTo>
                <a:lnTo>
                  <a:pt x="21536" y="13745"/>
                </a:lnTo>
                <a:lnTo>
                  <a:pt x="21557" y="14800"/>
                </a:lnTo>
                <a:lnTo>
                  <a:pt x="21579" y="15860"/>
                </a:lnTo>
                <a:lnTo>
                  <a:pt x="21600" y="16936"/>
                </a:lnTo>
                <a:lnTo>
                  <a:pt x="21427" y="18278"/>
                </a:lnTo>
                <a:lnTo>
                  <a:pt x="21251" y="19636"/>
                </a:lnTo>
                <a:lnTo>
                  <a:pt x="20339" y="20428"/>
                </a:lnTo>
                <a:lnTo>
                  <a:pt x="19719" y="20895"/>
                </a:lnTo>
                <a:lnTo>
                  <a:pt x="19106" y="21225"/>
                </a:lnTo>
                <a:lnTo>
                  <a:pt x="18215" y="21600"/>
                </a:lnTo>
                <a:lnTo>
                  <a:pt x="18007" y="20449"/>
                </a:lnTo>
                <a:lnTo>
                  <a:pt x="17799" y="19299"/>
                </a:lnTo>
                <a:lnTo>
                  <a:pt x="17593" y="18148"/>
                </a:lnTo>
                <a:lnTo>
                  <a:pt x="17385" y="16997"/>
                </a:lnTo>
                <a:lnTo>
                  <a:pt x="17177" y="15847"/>
                </a:lnTo>
                <a:lnTo>
                  <a:pt x="16938" y="14804"/>
                </a:lnTo>
                <a:lnTo>
                  <a:pt x="16697" y="13745"/>
                </a:lnTo>
                <a:lnTo>
                  <a:pt x="16462" y="12703"/>
                </a:lnTo>
                <a:lnTo>
                  <a:pt x="16224" y="11644"/>
                </a:lnTo>
                <a:lnTo>
                  <a:pt x="15543" y="10659"/>
                </a:lnTo>
                <a:lnTo>
                  <a:pt x="14762" y="9859"/>
                </a:lnTo>
                <a:lnTo>
                  <a:pt x="13892" y="9219"/>
                </a:lnTo>
                <a:lnTo>
                  <a:pt x="12952" y="8713"/>
                </a:lnTo>
                <a:lnTo>
                  <a:pt x="11963" y="8314"/>
                </a:lnTo>
                <a:lnTo>
                  <a:pt x="10937" y="7996"/>
                </a:lnTo>
                <a:lnTo>
                  <a:pt x="9892" y="7731"/>
                </a:lnTo>
                <a:lnTo>
                  <a:pt x="8848" y="7493"/>
                </a:lnTo>
                <a:lnTo>
                  <a:pt x="7820" y="7258"/>
                </a:lnTo>
                <a:lnTo>
                  <a:pt x="6825" y="6994"/>
                </a:lnTo>
                <a:lnTo>
                  <a:pt x="6075" y="6631"/>
                </a:lnTo>
                <a:lnTo>
                  <a:pt x="5319" y="6262"/>
                </a:lnTo>
                <a:lnTo>
                  <a:pt x="4554" y="5891"/>
                </a:lnTo>
                <a:lnTo>
                  <a:pt x="4554" y="4593"/>
                </a:lnTo>
                <a:lnTo>
                  <a:pt x="4554" y="3287"/>
                </a:lnTo>
                <a:lnTo>
                  <a:pt x="4554" y="1964"/>
                </a:lnTo>
                <a:lnTo>
                  <a:pt x="3424" y="1359"/>
                </a:lnTo>
                <a:lnTo>
                  <a:pt x="2623" y="954"/>
                </a:lnTo>
                <a:lnTo>
                  <a:pt x="1931" y="656"/>
                </a:lnTo>
                <a:lnTo>
                  <a:pt x="1129" y="369"/>
                </a:lnTo>
                <a:lnTo>
                  <a:pt x="0" y="0"/>
                </a:lnTo>
                <a:close/>
              </a:path>
            </a:pathLst>
          </a:custGeom>
          <a:solidFill>
            <a:srgbClr val="B8D0E0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5" name="contour_07553"/>
          <p:cNvSpPr/>
          <p:nvPr/>
        </p:nvSpPr>
        <p:spPr>
          <a:xfrm>
            <a:off x="5687720" y="3367052"/>
            <a:ext cx="65592" cy="573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664" y="189"/>
                </a:lnTo>
                <a:lnTo>
                  <a:pt x="10128" y="398"/>
                </a:lnTo>
                <a:lnTo>
                  <a:pt x="11590" y="620"/>
                </a:lnTo>
                <a:lnTo>
                  <a:pt x="13051" y="856"/>
                </a:lnTo>
                <a:lnTo>
                  <a:pt x="13870" y="977"/>
                </a:lnTo>
                <a:lnTo>
                  <a:pt x="16342" y="1339"/>
                </a:lnTo>
                <a:lnTo>
                  <a:pt x="18026" y="2211"/>
                </a:lnTo>
                <a:lnTo>
                  <a:pt x="19092" y="3048"/>
                </a:lnTo>
                <a:lnTo>
                  <a:pt x="19997" y="4343"/>
                </a:lnTo>
                <a:lnTo>
                  <a:pt x="21197" y="6590"/>
                </a:lnTo>
                <a:lnTo>
                  <a:pt x="21329" y="8039"/>
                </a:lnTo>
                <a:lnTo>
                  <a:pt x="21463" y="9498"/>
                </a:lnTo>
                <a:lnTo>
                  <a:pt x="21600" y="10974"/>
                </a:lnTo>
                <a:lnTo>
                  <a:pt x="20270" y="12607"/>
                </a:lnTo>
                <a:lnTo>
                  <a:pt x="19262" y="13745"/>
                </a:lnTo>
                <a:lnTo>
                  <a:pt x="18259" y="14684"/>
                </a:lnTo>
                <a:lnTo>
                  <a:pt x="16944" y="15718"/>
                </a:lnTo>
                <a:lnTo>
                  <a:pt x="15000" y="17147"/>
                </a:lnTo>
                <a:lnTo>
                  <a:pt x="13723" y="18124"/>
                </a:lnTo>
                <a:lnTo>
                  <a:pt x="12439" y="19109"/>
                </a:lnTo>
                <a:lnTo>
                  <a:pt x="11138" y="20105"/>
                </a:lnTo>
                <a:lnTo>
                  <a:pt x="9185" y="20996"/>
                </a:lnTo>
                <a:lnTo>
                  <a:pt x="7788" y="21482"/>
                </a:lnTo>
                <a:lnTo>
                  <a:pt x="6569" y="21600"/>
                </a:lnTo>
                <a:lnTo>
                  <a:pt x="5138" y="21383"/>
                </a:lnTo>
                <a:lnTo>
                  <a:pt x="3113" y="20876"/>
                </a:lnTo>
                <a:lnTo>
                  <a:pt x="2086" y="20324"/>
                </a:lnTo>
                <a:lnTo>
                  <a:pt x="1049" y="19767"/>
                </a:lnTo>
                <a:lnTo>
                  <a:pt x="0" y="19205"/>
                </a:lnTo>
                <a:lnTo>
                  <a:pt x="514" y="17828"/>
                </a:lnTo>
                <a:lnTo>
                  <a:pt x="1034" y="16453"/>
                </a:lnTo>
                <a:lnTo>
                  <a:pt x="1565" y="15084"/>
                </a:lnTo>
                <a:lnTo>
                  <a:pt x="2100" y="13718"/>
                </a:lnTo>
                <a:lnTo>
                  <a:pt x="2686" y="12187"/>
                </a:lnTo>
                <a:lnTo>
                  <a:pt x="3281" y="10631"/>
                </a:lnTo>
                <a:lnTo>
                  <a:pt x="4034" y="9441"/>
                </a:lnTo>
                <a:lnTo>
                  <a:pt x="4800" y="8231"/>
                </a:lnTo>
                <a:lnTo>
                  <a:pt x="6386" y="8231"/>
                </a:lnTo>
                <a:lnTo>
                  <a:pt x="7982" y="8231"/>
                </a:lnTo>
                <a:lnTo>
                  <a:pt x="9600" y="8231"/>
                </a:lnTo>
                <a:lnTo>
                  <a:pt x="9125" y="6601"/>
                </a:lnTo>
                <a:lnTo>
                  <a:pt x="8647" y="4966"/>
                </a:lnTo>
                <a:lnTo>
                  <a:pt x="8170" y="3325"/>
                </a:lnTo>
                <a:lnTo>
                  <a:pt x="7687" y="1671"/>
                </a:lnTo>
                <a:lnTo>
                  <a:pt x="7200" y="0"/>
                </a:lnTo>
                <a:close/>
              </a:path>
            </a:pathLst>
          </a:custGeom>
          <a:solidFill>
            <a:srgbClr val="7E8F96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6" name="contour_07554"/>
          <p:cNvSpPr/>
          <p:nvPr/>
        </p:nvSpPr>
        <p:spPr>
          <a:xfrm>
            <a:off x="4550793" y="3330612"/>
            <a:ext cx="385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86" y="0"/>
                </a:lnTo>
                <a:lnTo>
                  <a:pt x="5776" y="0"/>
                </a:lnTo>
                <a:lnTo>
                  <a:pt x="8673" y="0"/>
                </a:lnTo>
                <a:lnTo>
                  <a:pt x="11584" y="0"/>
                </a:lnTo>
                <a:lnTo>
                  <a:pt x="14506" y="0"/>
                </a:lnTo>
                <a:lnTo>
                  <a:pt x="17445" y="0"/>
                </a:lnTo>
                <a:lnTo>
                  <a:pt x="20408" y="0"/>
                </a:lnTo>
                <a:lnTo>
                  <a:pt x="20780" y="2104"/>
                </a:lnTo>
                <a:lnTo>
                  <a:pt x="21102" y="4178"/>
                </a:lnTo>
                <a:lnTo>
                  <a:pt x="21363" y="6230"/>
                </a:lnTo>
                <a:lnTo>
                  <a:pt x="21535" y="8270"/>
                </a:lnTo>
                <a:lnTo>
                  <a:pt x="21600" y="10300"/>
                </a:lnTo>
                <a:lnTo>
                  <a:pt x="21543" y="12331"/>
                </a:lnTo>
                <a:lnTo>
                  <a:pt x="21339" y="14373"/>
                </a:lnTo>
                <a:lnTo>
                  <a:pt x="20967" y="16431"/>
                </a:lnTo>
                <a:lnTo>
                  <a:pt x="20408" y="18514"/>
                </a:lnTo>
                <a:lnTo>
                  <a:pt x="17853" y="19483"/>
                </a:lnTo>
                <a:lnTo>
                  <a:pt x="15416" y="20199"/>
                </a:lnTo>
                <a:lnTo>
                  <a:pt x="13033" y="20708"/>
                </a:lnTo>
                <a:lnTo>
                  <a:pt x="10653" y="21048"/>
                </a:lnTo>
                <a:lnTo>
                  <a:pt x="8216" y="21267"/>
                </a:lnTo>
                <a:lnTo>
                  <a:pt x="5665" y="21403"/>
                </a:lnTo>
                <a:lnTo>
                  <a:pt x="2947" y="21498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9381B0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7" name="contour_07555"/>
          <p:cNvSpPr/>
          <p:nvPr/>
        </p:nvSpPr>
        <p:spPr>
          <a:xfrm>
            <a:off x="7619038" y="3313689"/>
            <a:ext cx="43852" cy="46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83"/>
                </a:moveTo>
                <a:lnTo>
                  <a:pt x="4563" y="542"/>
                </a:lnTo>
                <a:lnTo>
                  <a:pt x="7934" y="182"/>
                </a:lnTo>
                <a:lnTo>
                  <a:pt x="10432" y="0"/>
                </a:lnTo>
                <a:lnTo>
                  <a:pt x="12367" y="0"/>
                </a:lnTo>
                <a:lnTo>
                  <a:pt x="14054" y="182"/>
                </a:lnTo>
                <a:lnTo>
                  <a:pt x="15813" y="542"/>
                </a:lnTo>
                <a:lnTo>
                  <a:pt x="17949" y="1083"/>
                </a:lnTo>
                <a:lnTo>
                  <a:pt x="19019" y="3102"/>
                </a:lnTo>
                <a:lnTo>
                  <a:pt x="19877" y="5127"/>
                </a:lnTo>
                <a:lnTo>
                  <a:pt x="20545" y="7166"/>
                </a:lnTo>
                <a:lnTo>
                  <a:pt x="21036" y="9229"/>
                </a:lnTo>
                <a:lnTo>
                  <a:pt x="21363" y="11321"/>
                </a:lnTo>
                <a:lnTo>
                  <a:pt x="21546" y="13461"/>
                </a:lnTo>
                <a:lnTo>
                  <a:pt x="21600" y="15652"/>
                </a:lnTo>
                <a:lnTo>
                  <a:pt x="21539" y="17906"/>
                </a:lnTo>
                <a:lnTo>
                  <a:pt x="19396" y="19857"/>
                </a:lnTo>
                <a:lnTo>
                  <a:pt x="17863" y="20890"/>
                </a:lnTo>
                <a:lnTo>
                  <a:pt x="16201" y="21358"/>
                </a:lnTo>
                <a:lnTo>
                  <a:pt x="13674" y="21600"/>
                </a:lnTo>
                <a:lnTo>
                  <a:pt x="11229" y="21539"/>
                </a:lnTo>
                <a:lnTo>
                  <a:pt x="8752" y="21479"/>
                </a:lnTo>
                <a:lnTo>
                  <a:pt x="7801" y="21455"/>
                </a:lnTo>
                <a:lnTo>
                  <a:pt x="6573" y="21428"/>
                </a:lnTo>
                <a:lnTo>
                  <a:pt x="4247" y="21371"/>
                </a:lnTo>
                <a:lnTo>
                  <a:pt x="0" y="21270"/>
                </a:lnTo>
                <a:lnTo>
                  <a:pt x="0" y="19050"/>
                </a:lnTo>
                <a:lnTo>
                  <a:pt x="0" y="16826"/>
                </a:lnTo>
                <a:lnTo>
                  <a:pt x="0" y="14602"/>
                </a:lnTo>
                <a:lnTo>
                  <a:pt x="0" y="12371"/>
                </a:lnTo>
                <a:lnTo>
                  <a:pt x="0" y="10134"/>
                </a:lnTo>
                <a:lnTo>
                  <a:pt x="0" y="7886"/>
                </a:lnTo>
                <a:lnTo>
                  <a:pt x="0" y="5632"/>
                </a:lnTo>
                <a:lnTo>
                  <a:pt x="0" y="3364"/>
                </a:lnTo>
                <a:lnTo>
                  <a:pt x="0" y="1083"/>
                </a:lnTo>
                <a:close/>
              </a:path>
            </a:pathLst>
          </a:custGeom>
          <a:solidFill>
            <a:srgbClr val="BFD2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8" name="contour_07556"/>
          <p:cNvSpPr/>
          <p:nvPr/>
        </p:nvSpPr>
        <p:spPr>
          <a:xfrm>
            <a:off x="8704307" y="3316036"/>
            <a:ext cx="3151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35" y="0"/>
                </a:moveTo>
                <a:lnTo>
                  <a:pt x="9271" y="230"/>
                </a:lnTo>
                <a:lnTo>
                  <a:pt x="11974" y="470"/>
                </a:lnTo>
                <a:lnTo>
                  <a:pt x="14252" y="835"/>
                </a:lnTo>
                <a:lnTo>
                  <a:pt x="16824" y="1440"/>
                </a:lnTo>
                <a:lnTo>
                  <a:pt x="20421" y="2400"/>
                </a:lnTo>
                <a:lnTo>
                  <a:pt x="20936" y="4123"/>
                </a:lnTo>
                <a:lnTo>
                  <a:pt x="21300" y="5734"/>
                </a:lnTo>
                <a:lnTo>
                  <a:pt x="21520" y="7289"/>
                </a:lnTo>
                <a:lnTo>
                  <a:pt x="21600" y="8842"/>
                </a:lnTo>
                <a:lnTo>
                  <a:pt x="21545" y="10442"/>
                </a:lnTo>
                <a:lnTo>
                  <a:pt x="21360" y="12149"/>
                </a:lnTo>
                <a:lnTo>
                  <a:pt x="21255" y="13512"/>
                </a:lnTo>
                <a:lnTo>
                  <a:pt x="21150" y="14892"/>
                </a:lnTo>
                <a:lnTo>
                  <a:pt x="21001" y="16570"/>
                </a:lnTo>
                <a:lnTo>
                  <a:pt x="20826" y="18247"/>
                </a:lnTo>
                <a:lnTo>
                  <a:pt x="20631" y="19925"/>
                </a:lnTo>
                <a:lnTo>
                  <a:pt x="20421" y="21600"/>
                </a:lnTo>
                <a:lnTo>
                  <a:pt x="17124" y="21600"/>
                </a:lnTo>
                <a:lnTo>
                  <a:pt x="13822" y="21600"/>
                </a:lnTo>
                <a:lnTo>
                  <a:pt x="10505" y="21600"/>
                </a:lnTo>
                <a:lnTo>
                  <a:pt x="7173" y="21600"/>
                </a:lnTo>
                <a:lnTo>
                  <a:pt x="3821" y="21600"/>
                </a:lnTo>
                <a:lnTo>
                  <a:pt x="440" y="21600"/>
                </a:lnTo>
                <a:lnTo>
                  <a:pt x="375" y="20026"/>
                </a:lnTo>
                <a:lnTo>
                  <a:pt x="315" y="18449"/>
                </a:lnTo>
                <a:lnTo>
                  <a:pt x="265" y="16874"/>
                </a:lnTo>
                <a:lnTo>
                  <a:pt x="215" y="15300"/>
                </a:lnTo>
                <a:lnTo>
                  <a:pt x="170" y="13723"/>
                </a:lnTo>
                <a:lnTo>
                  <a:pt x="130" y="12149"/>
                </a:lnTo>
                <a:lnTo>
                  <a:pt x="65" y="10802"/>
                </a:lnTo>
                <a:lnTo>
                  <a:pt x="0" y="9437"/>
                </a:lnTo>
                <a:lnTo>
                  <a:pt x="5" y="8028"/>
                </a:lnTo>
                <a:lnTo>
                  <a:pt x="60" y="6622"/>
                </a:lnTo>
                <a:lnTo>
                  <a:pt x="160" y="5213"/>
                </a:lnTo>
                <a:lnTo>
                  <a:pt x="290" y="3806"/>
                </a:lnTo>
                <a:lnTo>
                  <a:pt x="440" y="2400"/>
                </a:lnTo>
                <a:lnTo>
                  <a:pt x="2917" y="1210"/>
                </a:lnTo>
                <a:lnTo>
                  <a:pt x="5435" y="0"/>
                </a:lnTo>
                <a:close/>
              </a:path>
            </a:pathLst>
          </a:custGeom>
          <a:solidFill>
            <a:srgbClr val="90A5AF"/>
          </a:solidFill>
          <a:ln>
            <a:noFill/>
          </a:ln>
        </p:spPr>
        <p:txBody>
          <a:bodyPr/>
          <a:lstStyle/>
          <a:p/>
        </p:txBody>
      </p:sp>
      <p:sp>
        <p:nvSpPr>
          <p:cNvPr id="7559" name="contour_07557"/>
          <p:cNvSpPr/>
          <p:nvPr/>
        </p:nvSpPr>
        <p:spPr>
          <a:xfrm>
            <a:off x="8289533" y="3221292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603" y="0"/>
                </a:lnTo>
                <a:lnTo>
                  <a:pt x="6890" y="0"/>
                </a:lnTo>
                <a:lnTo>
                  <a:pt x="8182" y="0"/>
                </a:lnTo>
                <a:lnTo>
                  <a:pt x="9485" y="0"/>
                </a:lnTo>
                <a:lnTo>
                  <a:pt x="10800" y="0"/>
                </a:lnTo>
                <a:lnTo>
                  <a:pt x="10612" y="1369"/>
                </a:lnTo>
                <a:lnTo>
                  <a:pt x="10420" y="2758"/>
                </a:lnTo>
                <a:lnTo>
                  <a:pt x="10301" y="4285"/>
                </a:lnTo>
                <a:lnTo>
                  <a:pt x="10215" y="5752"/>
                </a:lnTo>
                <a:lnTo>
                  <a:pt x="10176" y="7182"/>
                </a:lnTo>
                <a:lnTo>
                  <a:pt x="10200" y="8595"/>
                </a:lnTo>
                <a:lnTo>
                  <a:pt x="10301" y="10014"/>
                </a:lnTo>
                <a:lnTo>
                  <a:pt x="10495" y="11463"/>
                </a:lnTo>
                <a:lnTo>
                  <a:pt x="10800" y="12960"/>
                </a:lnTo>
                <a:lnTo>
                  <a:pt x="12206" y="13621"/>
                </a:lnTo>
                <a:lnTo>
                  <a:pt x="13552" y="14098"/>
                </a:lnTo>
                <a:lnTo>
                  <a:pt x="14885" y="14429"/>
                </a:lnTo>
                <a:lnTo>
                  <a:pt x="16248" y="14647"/>
                </a:lnTo>
                <a:lnTo>
                  <a:pt x="17682" y="14790"/>
                </a:lnTo>
                <a:lnTo>
                  <a:pt x="19237" y="14893"/>
                </a:lnTo>
                <a:lnTo>
                  <a:pt x="20410" y="15006"/>
                </a:lnTo>
                <a:lnTo>
                  <a:pt x="21600" y="15120"/>
                </a:lnTo>
                <a:lnTo>
                  <a:pt x="21600" y="16191"/>
                </a:lnTo>
                <a:lnTo>
                  <a:pt x="21600" y="17280"/>
                </a:lnTo>
                <a:lnTo>
                  <a:pt x="20358" y="17312"/>
                </a:lnTo>
                <a:lnTo>
                  <a:pt x="19116" y="17343"/>
                </a:lnTo>
                <a:lnTo>
                  <a:pt x="17874" y="17369"/>
                </a:lnTo>
                <a:lnTo>
                  <a:pt x="16632" y="17392"/>
                </a:lnTo>
                <a:lnTo>
                  <a:pt x="15390" y="17414"/>
                </a:lnTo>
                <a:lnTo>
                  <a:pt x="14237" y="17440"/>
                </a:lnTo>
                <a:lnTo>
                  <a:pt x="13074" y="17466"/>
                </a:lnTo>
                <a:lnTo>
                  <a:pt x="11897" y="17492"/>
                </a:lnTo>
                <a:lnTo>
                  <a:pt x="10420" y="17358"/>
                </a:lnTo>
                <a:lnTo>
                  <a:pt x="9115" y="17150"/>
                </a:lnTo>
                <a:lnTo>
                  <a:pt x="7921" y="16846"/>
                </a:lnTo>
                <a:lnTo>
                  <a:pt x="6767" y="16420"/>
                </a:lnTo>
                <a:lnTo>
                  <a:pt x="5590" y="15854"/>
                </a:lnTo>
                <a:lnTo>
                  <a:pt x="4320" y="15120"/>
                </a:lnTo>
                <a:lnTo>
                  <a:pt x="4748" y="16403"/>
                </a:lnTo>
                <a:lnTo>
                  <a:pt x="5178" y="17690"/>
                </a:lnTo>
                <a:lnTo>
                  <a:pt x="5607" y="18982"/>
                </a:lnTo>
                <a:lnTo>
                  <a:pt x="6042" y="20285"/>
                </a:lnTo>
                <a:lnTo>
                  <a:pt x="6480" y="21600"/>
                </a:lnTo>
                <a:lnTo>
                  <a:pt x="5197" y="21172"/>
                </a:lnTo>
                <a:lnTo>
                  <a:pt x="3910" y="20742"/>
                </a:lnTo>
                <a:lnTo>
                  <a:pt x="2618" y="20313"/>
                </a:lnTo>
                <a:lnTo>
                  <a:pt x="1315" y="19878"/>
                </a:lnTo>
                <a:lnTo>
                  <a:pt x="0" y="19440"/>
                </a:lnTo>
                <a:lnTo>
                  <a:pt x="205" y="17939"/>
                </a:lnTo>
                <a:lnTo>
                  <a:pt x="443" y="16470"/>
                </a:lnTo>
                <a:lnTo>
                  <a:pt x="734" y="15025"/>
                </a:lnTo>
                <a:lnTo>
                  <a:pt x="1104" y="13602"/>
                </a:lnTo>
                <a:lnTo>
                  <a:pt x="1570" y="12195"/>
                </a:lnTo>
                <a:lnTo>
                  <a:pt x="2160" y="10800"/>
                </a:lnTo>
                <a:lnTo>
                  <a:pt x="3832" y="10541"/>
                </a:lnTo>
                <a:lnTo>
                  <a:pt x="5005" y="10411"/>
                </a:lnTo>
                <a:lnTo>
                  <a:pt x="5990" y="10411"/>
                </a:lnTo>
                <a:lnTo>
                  <a:pt x="7098" y="10541"/>
                </a:lnTo>
                <a:lnTo>
                  <a:pt x="8640" y="10800"/>
                </a:lnTo>
                <a:lnTo>
                  <a:pt x="8640" y="9372"/>
                </a:lnTo>
                <a:lnTo>
                  <a:pt x="8640" y="7936"/>
                </a:lnTo>
                <a:lnTo>
                  <a:pt x="8640" y="6480"/>
                </a:lnTo>
                <a:lnTo>
                  <a:pt x="7212" y="6480"/>
                </a:lnTo>
                <a:lnTo>
                  <a:pt x="5776" y="6480"/>
                </a:lnTo>
                <a:lnTo>
                  <a:pt x="4320" y="6480"/>
                </a:lnTo>
                <a:lnTo>
                  <a:pt x="4320" y="5197"/>
                </a:lnTo>
                <a:lnTo>
                  <a:pt x="4320" y="3910"/>
                </a:lnTo>
                <a:lnTo>
                  <a:pt x="4320" y="2618"/>
                </a:lnTo>
                <a:lnTo>
                  <a:pt x="4320" y="1315"/>
                </a:lnTo>
                <a:lnTo>
                  <a:pt x="4320" y="0"/>
                </a:lnTo>
                <a:close/>
              </a:path>
            </a:pathLst>
          </a:custGeom>
          <a:solidFill>
            <a:srgbClr val="9FAEB4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0" name="contour_07558"/>
          <p:cNvSpPr/>
          <p:nvPr/>
        </p:nvSpPr>
        <p:spPr>
          <a:xfrm>
            <a:off x="8544613" y="3235664"/>
            <a:ext cx="153048" cy="237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33" y="989"/>
                </a:moveTo>
                <a:lnTo>
                  <a:pt x="7181" y="1228"/>
                </a:lnTo>
                <a:lnTo>
                  <a:pt x="7839" y="1467"/>
                </a:lnTo>
                <a:lnTo>
                  <a:pt x="8525" y="1726"/>
                </a:lnTo>
                <a:lnTo>
                  <a:pt x="9212" y="1985"/>
                </a:lnTo>
                <a:lnTo>
                  <a:pt x="9898" y="2257"/>
                </a:lnTo>
                <a:lnTo>
                  <a:pt x="10584" y="2529"/>
                </a:lnTo>
                <a:lnTo>
                  <a:pt x="11270" y="2808"/>
                </a:lnTo>
                <a:lnTo>
                  <a:pt x="11957" y="3087"/>
                </a:lnTo>
                <a:lnTo>
                  <a:pt x="12657" y="3352"/>
                </a:lnTo>
                <a:lnTo>
                  <a:pt x="13355" y="3618"/>
                </a:lnTo>
                <a:lnTo>
                  <a:pt x="14054" y="3877"/>
                </a:lnTo>
                <a:lnTo>
                  <a:pt x="14754" y="4142"/>
                </a:lnTo>
                <a:lnTo>
                  <a:pt x="15438" y="4401"/>
                </a:lnTo>
                <a:lnTo>
                  <a:pt x="16123" y="4660"/>
                </a:lnTo>
                <a:lnTo>
                  <a:pt x="16808" y="4925"/>
                </a:lnTo>
                <a:lnTo>
                  <a:pt x="17492" y="5191"/>
                </a:lnTo>
                <a:lnTo>
                  <a:pt x="18177" y="5456"/>
                </a:lnTo>
                <a:lnTo>
                  <a:pt x="18862" y="5729"/>
                </a:lnTo>
                <a:lnTo>
                  <a:pt x="19546" y="5994"/>
                </a:lnTo>
                <a:lnTo>
                  <a:pt x="20231" y="6273"/>
                </a:lnTo>
                <a:lnTo>
                  <a:pt x="20915" y="6545"/>
                </a:lnTo>
                <a:lnTo>
                  <a:pt x="21600" y="6824"/>
                </a:lnTo>
                <a:lnTo>
                  <a:pt x="21600" y="11212"/>
                </a:lnTo>
                <a:lnTo>
                  <a:pt x="21600" y="15626"/>
                </a:lnTo>
                <a:lnTo>
                  <a:pt x="21600" y="20100"/>
                </a:lnTo>
                <a:lnTo>
                  <a:pt x="20896" y="20186"/>
                </a:lnTo>
                <a:lnTo>
                  <a:pt x="20193" y="20272"/>
                </a:lnTo>
                <a:lnTo>
                  <a:pt x="19489" y="20352"/>
                </a:lnTo>
                <a:lnTo>
                  <a:pt x="18786" y="20425"/>
                </a:lnTo>
                <a:lnTo>
                  <a:pt x="18081" y="20498"/>
                </a:lnTo>
                <a:lnTo>
                  <a:pt x="17378" y="20564"/>
                </a:lnTo>
                <a:lnTo>
                  <a:pt x="16674" y="20624"/>
                </a:lnTo>
                <a:lnTo>
                  <a:pt x="15971" y="20684"/>
                </a:lnTo>
                <a:lnTo>
                  <a:pt x="15267" y="20737"/>
                </a:lnTo>
                <a:lnTo>
                  <a:pt x="14564" y="20784"/>
                </a:lnTo>
                <a:lnTo>
                  <a:pt x="13860" y="20830"/>
                </a:lnTo>
                <a:lnTo>
                  <a:pt x="13202" y="20883"/>
                </a:lnTo>
                <a:lnTo>
                  <a:pt x="12544" y="20949"/>
                </a:lnTo>
                <a:lnTo>
                  <a:pt x="11886" y="21022"/>
                </a:lnTo>
                <a:lnTo>
                  <a:pt x="11229" y="21102"/>
                </a:lnTo>
                <a:lnTo>
                  <a:pt x="10596" y="21175"/>
                </a:lnTo>
                <a:lnTo>
                  <a:pt x="9965" y="21235"/>
                </a:lnTo>
                <a:lnTo>
                  <a:pt x="9333" y="21288"/>
                </a:lnTo>
                <a:lnTo>
                  <a:pt x="8701" y="21328"/>
                </a:lnTo>
                <a:lnTo>
                  <a:pt x="8069" y="21361"/>
                </a:lnTo>
                <a:lnTo>
                  <a:pt x="7438" y="21394"/>
                </a:lnTo>
                <a:lnTo>
                  <a:pt x="6852" y="21500"/>
                </a:lnTo>
                <a:lnTo>
                  <a:pt x="6259" y="21600"/>
                </a:lnTo>
                <a:lnTo>
                  <a:pt x="5477" y="21487"/>
                </a:lnTo>
                <a:lnTo>
                  <a:pt x="4764" y="21129"/>
                </a:lnTo>
                <a:lnTo>
                  <a:pt x="4106" y="20498"/>
                </a:lnTo>
                <a:lnTo>
                  <a:pt x="3491" y="19575"/>
                </a:lnTo>
                <a:lnTo>
                  <a:pt x="2907" y="18347"/>
                </a:lnTo>
                <a:lnTo>
                  <a:pt x="2339" y="16787"/>
                </a:lnTo>
                <a:lnTo>
                  <a:pt x="1777" y="14876"/>
                </a:lnTo>
                <a:lnTo>
                  <a:pt x="1209" y="12592"/>
                </a:lnTo>
                <a:lnTo>
                  <a:pt x="620" y="9917"/>
                </a:lnTo>
                <a:lnTo>
                  <a:pt x="0" y="6824"/>
                </a:lnTo>
                <a:lnTo>
                  <a:pt x="681" y="4182"/>
                </a:lnTo>
                <a:lnTo>
                  <a:pt x="1373" y="2283"/>
                </a:lnTo>
                <a:lnTo>
                  <a:pt x="2075" y="1022"/>
                </a:lnTo>
                <a:lnTo>
                  <a:pt x="2787" y="299"/>
                </a:lnTo>
                <a:lnTo>
                  <a:pt x="3512" y="0"/>
                </a:lnTo>
                <a:lnTo>
                  <a:pt x="4247" y="20"/>
                </a:lnTo>
                <a:lnTo>
                  <a:pt x="4996" y="266"/>
                </a:lnTo>
                <a:lnTo>
                  <a:pt x="5758" y="624"/>
                </a:lnTo>
                <a:lnTo>
                  <a:pt x="6533" y="989"/>
                </a:lnTo>
                <a:close/>
              </a:path>
            </a:pathLst>
          </a:custGeom>
          <a:solidFill>
            <a:srgbClr val="D6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1" name="contour_07559"/>
          <p:cNvSpPr/>
          <p:nvPr/>
        </p:nvSpPr>
        <p:spPr>
          <a:xfrm>
            <a:off x="10162547" y="3177564"/>
            <a:ext cx="65592" cy="49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930" y="265"/>
                </a:lnTo>
                <a:lnTo>
                  <a:pt x="15269" y="563"/>
                </a:lnTo>
                <a:lnTo>
                  <a:pt x="16363" y="1049"/>
                </a:lnTo>
                <a:lnTo>
                  <a:pt x="17558" y="1878"/>
                </a:lnTo>
                <a:lnTo>
                  <a:pt x="19200" y="3199"/>
                </a:lnTo>
                <a:lnTo>
                  <a:pt x="19918" y="5470"/>
                </a:lnTo>
                <a:lnTo>
                  <a:pt x="20328" y="7082"/>
                </a:lnTo>
                <a:lnTo>
                  <a:pt x="20587" y="8799"/>
                </a:lnTo>
                <a:lnTo>
                  <a:pt x="20851" y="11393"/>
                </a:lnTo>
                <a:lnTo>
                  <a:pt x="20969" y="12490"/>
                </a:lnTo>
                <a:lnTo>
                  <a:pt x="21329" y="15804"/>
                </a:lnTo>
                <a:lnTo>
                  <a:pt x="21463" y="17487"/>
                </a:lnTo>
                <a:lnTo>
                  <a:pt x="21600" y="19191"/>
                </a:lnTo>
                <a:lnTo>
                  <a:pt x="19778" y="19815"/>
                </a:lnTo>
                <a:lnTo>
                  <a:pt x="18034" y="20353"/>
                </a:lnTo>
                <a:lnTo>
                  <a:pt x="16351" y="20804"/>
                </a:lnTo>
                <a:lnTo>
                  <a:pt x="14719" y="21159"/>
                </a:lnTo>
                <a:lnTo>
                  <a:pt x="13121" y="21414"/>
                </a:lnTo>
                <a:lnTo>
                  <a:pt x="11546" y="21562"/>
                </a:lnTo>
                <a:lnTo>
                  <a:pt x="9979" y="21600"/>
                </a:lnTo>
                <a:lnTo>
                  <a:pt x="8407" y="21523"/>
                </a:lnTo>
                <a:lnTo>
                  <a:pt x="6818" y="21325"/>
                </a:lnTo>
                <a:lnTo>
                  <a:pt x="5196" y="20995"/>
                </a:lnTo>
                <a:lnTo>
                  <a:pt x="3528" y="20535"/>
                </a:lnTo>
                <a:lnTo>
                  <a:pt x="1800" y="19937"/>
                </a:lnTo>
                <a:lnTo>
                  <a:pt x="0" y="19191"/>
                </a:lnTo>
                <a:lnTo>
                  <a:pt x="912" y="17544"/>
                </a:lnTo>
                <a:lnTo>
                  <a:pt x="1829" y="15903"/>
                </a:lnTo>
                <a:lnTo>
                  <a:pt x="2753" y="14272"/>
                </a:lnTo>
                <a:lnTo>
                  <a:pt x="3679" y="12644"/>
                </a:lnTo>
                <a:lnTo>
                  <a:pt x="4613" y="11019"/>
                </a:lnTo>
                <a:lnTo>
                  <a:pt x="5549" y="9397"/>
                </a:lnTo>
                <a:lnTo>
                  <a:pt x="5935" y="8684"/>
                </a:lnTo>
                <a:lnTo>
                  <a:pt x="7102" y="6541"/>
                </a:lnTo>
                <a:lnTo>
                  <a:pt x="7894" y="5214"/>
                </a:lnTo>
                <a:lnTo>
                  <a:pt x="8546" y="4213"/>
                </a:lnTo>
                <a:lnTo>
                  <a:pt x="9290" y="3218"/>
                </a:lnTo>
                <a:lnTo>
                  <a:pt x="10363" y="1919"/>
                </a:lnTo>
                <a:lnTo>
                  <a:pt x="12000" y="0"/>
                </a:lnTo>
                <a:close/>
              </a:path>
            </a:pathLst>
          </a:custGeom>
          <a:solidFill>
            <a:srgbClr val="CADEEB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2" name="contour_07560"/>
          <p:cNvSpPr/>
          <p:nvPr/>
        </p:nvSpPr>
        <p:spPr>
          <a:xfrm>
            <a:off x="4608748" y="3160372"/>
            <a:ext cx="109670" cy="53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43" y="94"/>
                </a:moveTo>
                <a:lnTo>
                  <a:pt x="4243" y="26"/>
                </a:lnTo>
                <a:lnTo>
                  <a:pt x="5238" y="0"/>
                </a:lnTo>
                <a:lnTo>
                  <a:pt x="6230" y="9"/>
                </a:lnTo>
                <a:lnTo>
                  <a:pt x="7220" y="47"/>
                </a:lnTo>
                <a:lnTo>
                  <a:pt x="8212" y="114"/>
                </a:lnTo>
                <a:lnTo>
                  <a:pt x="9207" y="205"/>
                </a:lnTo>
                <a:lnTo>
                  <a:pt x="10206" y="320"/>
                </a:lnTo>
                <a:lnTo>
                  <a:pt x="11022" y="373"/>
                </a:lnTo>
                <a:lnTo>
                  <a:pt x="11844" y="426"/>
                </a:lnTo>
                <a:lnTo>
                  <a:pt x="12676" y="481"/>
                </a:lnTo>
                <a:lnTo>
                  <a:pt x="13685" y="555"/>
                </a:lnTo>
                <a:lnTo>
                  <a:pt x="14694" y="637"/>
                </a:lnTo>
                <a:lnTo>
                  <a:pt x="15703" y="728"/>
                </a:lnTo>
                <a:lnTo>
                  <a:pt x="16712" y="828"/>
                </a:lnTo>
                <a:lnTo>
                  <a:pt x="17720" y="936"/>
                </a:lnTo>
                <a:lnTo>
                  <a:pt x="18729" y="1054"/>
                </a:lnTo>
                <a:lnTo>
                  <a:pt x="18729" y="2994"/>
                </a:lnTo>
                <a:lnTo>
                  <a:pt x="18729" y="4946"/>
                </a:lnTo>
                <a:lnTo>
                  <a:pt x="18729" y="6924"/>
                </a:lnTo>
                <a:lnTo>
                  <a:pt x="19678" y="6924"/>
                </a:lnTo>
                <a:lnTo>
                  <a:pt x="20633" y="6924"/>
                </a:lnTo>
                <a:lnTo>
                  <a:pt x="21600" y="6924"/>
                </a:lnTo>
                <a:lnTo>
                  <a:pt x="21330" y="10317"/>
                </a:lnTo>
                <a:lnTo>
                  <a:pt x="21125" y="12703"/>
                </a:lnTo>
                <a:lnTo>
                  <a:pt x="20945" y="14403"/>
                </a:lnTo>
                <a:lnTo>
                  <a:pt x="20753" y="15747"/>
                </a:lnTo>
                <a:lnTo>
                  <a:pt x="20506" y="17059"/>
                </a:lnTo>
                <a:lnTo>
                  <a:pt x="20165" y="18665"/>
                </a:lnTo>
                <a:lnTo>
                  <a:pt x="19054" y="19745"/>
                </a:lnTo>
                <a:lnTo>
                  <a:pt x="18274" y="20438"/>
                </a:lnTo>
                <a:lnTo>
                  <a:pt x="17620" y="20884"/>
                </a:lnTo>
                <a:lnTo>
                  <a:pt x="16883" y="21224"/>
                </a:lnTo>
                <a:lnTo>
                  <a:pt x="15858" y="21600"/>
                </a:lnTo>
                <a:lnTo>
                  <a:pt x="15858" y="19525"/>
                </a:lnTo>
                <a:lnTo>
                  <a:pt x="15858" y="17444"/>
                </a:lnTo>
                <a:lnTo>
                  <a:pt x="15858" y="15360"/>
                </a:lnTo>
                <a:lnTo>
                  <a:pt x="15858" y="13270"/>
                </a:lnTo>
                <a:lnTo>
                  <a:pt x="15858" y="11168"/>
                </a:lnTo>
                <a:lnTo>
                  <a:pt x="15858" y="9055"/>
                </a:lnTo>
                <a:lnTo>
                  <a:pt x="15858" y="6924"/>
                </a:lnTo>
                <a:lnTo>
                  <a:pt x="14875" y="6924"/>
                </a:lnTo>
                <a:lnTo>
                  <a:pt x="13890" y="6924"/>
                </a:lnTo>
                <a:lnTo>
                  <a:pt x="12906" y="6924"/>
                </a:lnTo>
                <a:lnTo>
                  <a:pt x="11920" y="6924"/>
                </a:lnTo>
                <a:lnTo>
                  <a:pt x="10932" y="6924"/>
                </a:lnTo>
                <a:lnTo>
                  <a:pt x="9943" y="6924"/>
                </a:lnTo>
                <a:lnTo>
                  <a:pt x="8951" y="6924"/>
                </a:lnTo>
                <a:lnTo>
                  <a:pt x="7958" y="6924"/>
                </a:lnTo>
                <a:lnTo>
                  <a:pt x="6962" y="6924"/>
                </a:lnTo>
                <a:lnTo>
                  <a:pt x="5961" y="6924"/>
                </a:lnTo>
                <a:lnTo>
                  <a:pt x="4958" y="6924"/>
                </a:lnTo>
                <a:lnTo>
                  <a:pt x="3952" y="6924"/>
                </a:lnTo>
                <a:lnTo>
                  <a:pt x="2940" y="6924"/>
                </a:lnTo>
                <a:lnTo>
                  <a:pt x="2940" y="8668"/>
                </a:lnTo>
                <a:lnTo>
                  <a:pt x="2940" y="10417"/>
                </a:lnTo>
                <a:lnTo>
                  <a:pt x="2940" y="12172"/>
                </a:lnTo>
                <a:lnTo>
                  <a:pt x="2940" y="13942"/>
                </a:lnTo>
                <a:lnTo>
                  <a:pt x="2940" y="15730"/>
                </a:lnTo>
                <a:lnTo>
                  <a:pt x="2037" y="15272"/>
                </a:lnTo>
                <a:lnTo>
                  <a:pt x="1437" y="14811"/>
                </a:lnTo>
                <a:lnTo>
                  <a:pt x="870" y="14077"/>
                </a:lnTo>
                <a:lnTo>
                  <a:pt x="69" y="12794"/>
                </a:lnTo>
                <a:lnTo>
                  <a:pt x="0" y="10294"/>
                </a:lnTo>
                <a:lnTo>
                  <a:pt x="47" y="7954"/>
                </a:lnTo>
                <a:lnTo>
                  <a:pt x="245" y="5815"/>
                </a:lnTo>
                <a:lnTo>
                  <a:pt x="629" y="3916"/>
                </a:lnTo>
                <a:lnTo>
                  <a:pt x="1233" y="2301"/>
                </a:lnTo>
                <a:lnTo>
                  <a:pt x="2093" y="1013"/>
                </a:lnTo>
                <a:lnTo>
                  <a:pt x="3243" y="94"/>
                </a:lnTo>
                <a:close/>
              </a:path>
            </a:pathLst>
          </a:custGeom>
          <a:solidFill>
            <a:srgbClr val="B4BCBC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3" name="contour_07561"/>
          <p:cNvSpPr/>
          <p:nvPr/>
        </p:nvSpPr>
        <p:spPr>
          <a:xfrm>
            <a:off x="7735646" y="3133836"/>
            <a:ext cx="59259" cy="555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56" y="0"/>
                </a:moveTo>
                <a:lnTo>
                  <a:pt x="4412" y="0"/>
                </a:lnTo>
                <a:lnTo>
                  <a:pt x="6179" y="0"/>
                </a:lnTo>
                <a:lnTo>
                  <a:pt x="7969" y="0"/>
                </a:lnTo>
                <a:lnTo>
                  <a:pt x="7969" y="1870"/>
                </a:lnTo>
                <a:lnTo>
                  <a:pt x="7969" y="3742"/>
                </a:lnTo>
                <a:lnTo>
                  <a:pt x="7969" y="5623"/>
                </a:lnTo>
                <a:lnTo>
                  <a:pt x="7969" y="7513"/>
                </a:lnTo>
                <a:lnTo>
                  <a:pt x="7969" y="9413"/>
                </a:lnTo>
                <a:lnTo>
                  <a:pt x="7969" y="11331"/>
                </a:lnTo>
                <a:lnTo>
                  <a:pt x="9725" y="11331"/>
                </a:lnTo>
                <a:lnTo>
                  <a:pt x="11492" y="11331"/>
                </a:lnTo>
                <a:lnTo>
                  <a:pt x="13282" y="11331"/>
                </a:lnTo>
                <a:lnTo>
                  <a:pt x="12757" y="9648"/>
                </a:lnTo>
                <a:lnTo>
                  <a:pt x="12228" y="7960"/>
                </a:lnTo>
                <a:lnTo>
                  <a:pt x="11699" y="6266"/>
                </a:lnTo>
                <a:lnTo>
                  <a:pt x="11165" y="4558"/>
                </a:lnTo>
                <a:lnTo>
                  <a:pt x="10626" y="2833"/>
                </a:lnTo>
                <a:lnTo>
                  <a:pt x="12292" y="3428"/>
                </a:lnTo>
                <a:lnTo>
                  <a:pt x="13901" y="4054"/>
                </a:lnTo>
                <a:lnTo>
                  <a:pt x="15461" y="4734"/>
                </a:lnTo>
                <a:lnTo>
                  <a:pt x="16972" y="5493"/>
                </a:lnTo>
                <a:lnTo>
                  <a:pt x="18436" y="6357"/>
                </a:lnTo>
                <a:lnTo>
                  <a:pt x="19863" y="7351"/>
                </a:lnTo>
                <a:lnTo>
                  <a:pt x="21252" y="8498"/>
                </a:lnTo>
                <a:lnTo>
                  <a:pt x="21550" y="10461"/>
                </a:lnTo>
                <a:lnTo>
                  <a:pt x="21600" y="12198"/>
                </a:lnTo>
                <a:lnTo>
                  <a:pt x="21419" y="13847"/>
                </a:lnTo>
                <a:lnTo>
                  <a:pt x="21021" y="15549"/>
                </a:lnTo>
                <a:lnTo>
                  <a:pt x="20423" y="17439"/>
                </a:lnTo>
                <a:lnTo>
                  <a:pt x="18965" y="19096"/>
                </a:lnTo>
                <a:lnTo>
                  <a:pt x="17541" y="20192"/>
                </a:lnTo>
                <a:lnTo>
                  <a:pt x="16019" y="20875"/>
                </a:lnTo>
                <a:lnTo>
                  <a:pt x="14255" y="21294"/>
                </a:lnTo>
                <a:lnTo>
                  <a:pt x="12119" y="21600"/>
                </a:lnTo>
                <a:lnTo>
                  <a:pt x="9999" y="21430"/>
                </a:lnTo>
                <a:lnTo>
                  <a:pt x="8586" y="21186"/>
                </a:lnTo>
                <a:lnTo>
                  <a:pt x="7234" y="20711"/>
                </a:lnTo>
                <a:lnTo>
                  <a:pt x="5313" y="19830"/>
                </a:lnTo>
                <a:lnTo>
                  <a:pt x="4343" y="18045"/>
                </a:lnTo>
                <a:lnTo>
                  <a:pt x="3480" y="16249"/>
                </a:lnTo>
                <a:lnTo>
                  <a:pt x="2718" y="14430"/>
                </a:lnTo>
                <a:lnTo>
                  <a:pt x="2053" y="12592"/>
                </a:lnTo>
                <a:lnTo>
                  <a:pt x="1482" y="10722"/>
                </a:lnTo>
                <a:lnTo>
                  <a:pt x="996" y="8816"/>
                </a:lnTo>
                <a:lnTo>
                  <a:pt x="590" y="6870"/>
                </a:lnTo>
                <a:lnTo>
                  <a:pt x="260" y="4878"/>
                </a:lnTo>
                <a:lnTo>
                  <a:pt x="0" y="2833"/>
                </a:lnTo>
                <a:lnTo>
                  <a:pt x="1318" y="1428"/>
                </a:lnTo>
                <a:lnTo>
                  <a:pt x="2656" y="0"/>
                </a:lnTo>
                <a:close/>
              </a:path>
            </a:pathLst>
          </a:custGeom>
          <a:solidFill>
            <a:srgbClr val="9B545B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4" name="contour_07562"/>
          <p:cNvSpPr/>
          <p:nvPr/>
        </p:nvSpPr>
        <p:spPr>
          <a:xfrm>
            <a:off x="8236498" y="3090108"/>
            <a:ext cx="82573" cy="520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41" y="0"/>
                </a:moveTo>
                <a:lnTo>
                  <a:pt x="4656" y="1996"/>
                </a:lnTo>
                <a:lnTo>
                  <a:pt x="4970" y="3995"/>
                </a:lnTo>
                <a:lnTo>
                  <a:pt x="5287" y="6003"/>
                </a:lnTo>
                <a:lnTo>
                  <a:pt x="5605" y="8021"/>
                </a:lnTo>
                <a:lnTo>
                  <a:pt x="5925" y="10050"/>
                </a:lnTo>
                <a:lnTo>
                  <a:pt x="6247" y="12097"/>
                </a:lnTo>
                <a:lnTo>
                  <a:pt x="7182" y="11716"/>
                </a:lnTo>
                <a:lnTo>
                  <a:pt x="8131" y="11329"/>
                </a:lnTo>
                <a:lnTo>
                  <a:pt x="9418" y="10864"/>
                </a:lnTo>
                <a:lnTo>
                  <a:pt x="10659" y="10449"/>
                </a:lnTo>
                <a:lnTo>
                  <a:pt x="11866" y="10095"/>
                </a:lnTo>
                <a:lnTo>
                  <a:pt x="13053" y="9811"/>
                </a:lnTo>
                <a:lnTo>
                  <a:pt x="14237" y="9611"/>
                </a:lnTo>
                <a:lnTo>
                  <a:pt x="15435" y="9500"/>
                </a:lnTo>
                <a:lnTo>
                  <a:pt x="16655" y="9493"/>
                </a:lnTo>
                <a:lnTo>
                  <a:pt x="17917" y="9599"/>
                </a:lnTo>
                <a:lnTo>
                  <a:pt x="19234" y="9829"/>
                </a:lnTo>
                <a:lnTo>
                  <a:pt x="20357" y="10954"/>
                </a:lnTo>
                <a:lnTo>
                  <a:pt x="21499" y="12097"/>
                </a:lnTo>
                <a:lnTo>
                  <a:pt x="21568" y="14417"/>
                </a:lnTo>
                <a:lnTo>
                  <a:pt x="21600" y="16047"/>
                </a:lnTo>
                <a:lnTo>
                  <a:pt x="21600" y="17426"/>
                </a:lnTo>
                <a:lnTo>
                  <a:pt x="21568" y="18990"/>
                </a:lnTo>
                <a:lnTo>
                  <a:pt x="21499" y="21171"/>
                </a:lnTo>
                <a:lnTo>
                  <a:pt x="18594" y="21313"/>
                </a:lnTo>
                <a:lnTo>
                  <a:pt x="16043" y="21431"/>
                </a:lnTo>
                <a:lnTo>
                  <a:pt x="13818" y="21521"/>
                </a:lnTo>
                <a:lnTo>
                  <a:pt x="11889" y="21579"/>
                </a:lnTo>
                <a:lnTo>
                  <a:pt x="10222" y="21600"/>
                </a:lnTo>
                <a:lnTo>
                  <a:pt x="8789" y="21582"/>
                </a:lnTo>
                <a:lnTo>
                  <a:pt x="7559" y="21515"/>
                </a:lnTo>
                <a:lnTo>
                  <a:pt x="6499" y="21400"/>
                </a:lnTo>
                <a:lnTo>
                  <a:pt x="5582" y="21231"/>
                </a:lnTo>
                <a:lnTo>
                  <a:pt x="4774" y="21001"/>
                </a:lnTo>
                <a:lnTo>
                  <a:pt x="4047" y="20711"/>
                </a:lnTo>
                <a:lnTo>
                  <a:pt x="3369" y="20351"/>
                </a:lnTo>
                <a:lnTo>
                  <a:pt x="2707" y="19918"/>
                </a:lnTo>
                <a:lnTo>
                  <a:pt x="2034" y="19410"/>
                </a:lnTo>
                <a:lnTo>
                  <a:pt x="1319" y="18821"/>
                </a:lnTo>
                <a:lnTo>
                  <a:pt x="528" y="18146"/>
                </a:lnTo>
                <a:lnTo>
                  <a:pt x="175" y="16017"/>
                </a:lnTo>
                <a:lnTo>
                  <a:pt x="11" y="14072"/>
                </a:lnTo>
                <a:lnTo>
                  <a:pt x="0" y="12209"/>
                </a:lnTo>
                <a:lnTo>
                  <a:pt x="107" y="10322"/>
                </a:lnTo>
                <a:lnTo>
                  <a:pt x="294" y="8302"/>
                </a:lnTo>
                <a:lnTo>
                  <a:pt x="528" y="6049"/>
                </a:lnTo>
                <a:lnTo>
                  <a:pt x="1788" y="6049"/>
                </a:lnTo>
                <a:lnTo>
                  <a:pt x="3056" y="6049"/>
                </a:lnTo>
                <a:lnTo>
                  <a:pt x="4341" y="6049"/>
                </a:lnTo>
                <a:lnTo>
                  <a:pt x="4341" y="4050"/>
                </a:lnTo>
                <a:lnTo>
                  <a:pt x="4341" y="2038"/>
                </a:lnTo>
                <a:lnTo>
                  <a:pt x="4341" y="0"/>
                </a:lnTo>
                <a:close/>
              </a:path>
            </a:pathLst>
          </a:custGeom>
          <a:solidFill>
            <a:srgbClr val="879092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5" name="contour_07563"/>
          <p:cNvSpPr/>
          <p:nvPr/>
        </p:nvSpPr>
        <p:spPr>
          <a:xfrm>
            <a:off x="7553446" y="3075532"/>
            <a:ext cx="10932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327" y="516"/>
                </a:lnTo>
                <a:lnTo>
                  <a:pt x="5963" y="969"/>
                </a:lnTo>
                <a:lnTo>
                  <a:pt x="6497" y="1612"/>
                </a:lnTo>
                <a:lnTo>
                  <a:pt x="7200" y="2700"/>
                </a:lnTo>
                <a:lnTo>
                  <a:pt x="6487" y="4037"/>
                </a:lnTo>
                <a:lnTo>
                  <a:pt x="5773" y="5376"/>
                </a:lnTo>
                <a:lnTo>
                  <a:pt x="5056" y="6720"/>
                </a:lnTo>
                <a:lnTo>
                  <a:pt x="4336" y="8070"/>
                </a:lnTo>
                <a:lnTo>
                  <a:pt x="3612" y="9428"/>
                </a:lnTo>
                <a:lnTo>
                  <a:pt x="2880" y="10800"/>
                </a:lnTo>
                <a:lnTo>
                  <a:pt x="3745" y="12366"/>
                </a:lnTo>
                <a:lnTo>
                  <a:pt x="4408" y="13208"/>
                </a:lnTo>
                <a:lnTo>
                  <a:pt x="5201" y="13608"/>
                </a:lnTo>
                <a:lnTo>
                  <a:pt x="6463" y="13859"/>
                </a:lnTo>
                <a:lnTo>
                  <a:pt x="7487" y="13846"/>
                </a:lnTo>
                <a:lnTo>
                  <a:pt x="8496" y="13821"/>
                </a:lnTo>
                <a:lnTo>
                  <a:pt x="9492" y="13781"/>
                </a:lnTo>
                <a:lnTo>
                  <a:pt x="10479" y="13716"/>
                </a:lnTo>
                <a:lnTo>
                  <a:pt x="11457" y="13627"/>
                </a:lnTo>
                <a:lnTo>
                  <a:pt x="12427" y="13505"/>
                </a:lnTo>
                <a:lnTo>
                  <a:pt x="13393" y="13349"/>
                </a:lnTo>
                <a:lnTo>
                  <a:pt x="14355" y="13149"/>
                </a:lnTo>
                <a:lnTo>
                  <a:pt x="15316" y="12903"/>
                </a:lnTo>
                <a:lnTo>
                  <a:pt x="16276" y="12604"/>
                </a:lnTo>
                <a:lnTo>
                  <a:pt x="17240" y="12250"/>
                </a:lnTo>
                <a:lnTo>
                  <a:pt x="18206" y="11834"/>
                </a:lnTo>
                <a:lnTo>
                  <a:pt x="19179" y="11353"/>
                </a:lnTo>
                <a:lnTo>
                  <a:pt x="20160" y="10800"/>
                </a:lnTo>
                <a:lnTo>
                  <a:pt x="20445" y="12404"/>
                </a:lnTo>
                <a:lnTo>
                  <a:pt x="20732" y="14013"/>
                </a:lnTo>
                <a:lnTo>
                  <a:pt x="21018" y="15628"/>
                </a:lnTo>
                <a:lnTo>
                  <a:pt x="21308" y="17256"/>
                </a:lnTo>
                <a:lnTo>
                  <a:pt x="21600" y="18900"/>
                </a:lnTo>
                <a:lnTo>
                  <a:pt x="20628" y="19022"/>
                </a:lnTo>
                <a:lnTo>
                  <a:pt x="19656" y="19143"/>
                </a:lnTo>
                <a:lnTo>
                  <a:pt x="18684" y="19264"/>
                </a:lnTo>
                <a:lnTo>
                  <a:pt x="17711" y="19386"/>
                </a:lnTo>
                <a:lnTo>
                  <a:pt x="16737" y="19508"/>
                </a:lnTo>
                <a:lnTo>
                  <a:pt x="15764" y="19629"/>
                </a:lnTo>
                <a:lnTo>
                  <a:pt x="14789" y="19750"/>
                </a:lnTo>
                <a:lnTo>
                  <a:pt x="13814" y="19872"/>
                </a:lnTo>
                <a:lnTo>
                  <a:pt x="12838" y="19996"/>
                </a:lnTo>
                <a:lnTo>
                  <a:pt x="11860" y="20118"/>
                </a:lnTo>
                <a:lnTo>
                  <a:pt x="10881" y="20239"/>
                </a:lnTo>
                <a:lnTo>
                  <a:pt x="9901" y="20363"/>
                </a:lnTo>
                <a:lnTo>
                  <a:pt x="8919" y="20485"/>
                </a:lnTo>
                <a:lnTo>
                  <a:pt x="7936" y="20609"/>
                </a:lnTo>
                <a:lnTo>
                  <a:pt x="6951" y="20731"/>
                </a:lnTo>
                <a:lnTo>
                  <a:pt x="5964" y="20855"/>
                </a:lnTo>
                <a:lnTo>
                  <a:pt x="4977" y="20979"/>
                </a:lnTo>
                <a:lnTo>
                  <a:pt x="3986" y="21100"/>
                </a:lnTo>
                <a:lnTo>
                  <a:pt x="2992" y="21225"/>
                </a:lnTo>
                <a:lnTo>
                  <a:pt x="1997" y="21352"/>
                </a:lnTo>
                <a:lnTo>
                  <a:pt x="1001" y="21476"/>
                </a:lnTo>
                <a:lnTo>
                  <a:pt x="0" y="21600"/>
                </a:lnTo>
                <a:lnTo>
                  <a:pt x="1" y="17936"/>
                </a:lnTo>
                <a:lnTo>
                  <a:pt x="16" y="14972"/>
                </a:lnTo>
                <a:lnTo>
                  <a:pt x="53" y="12593"/>
                </a:lnTo>
                <a:lnTo>
                  <a:pt x="127" y="10692"/>
                </a:lnTo>
                <a:lnTo>
                  <a:pt x="248" y="9156"/>
                </a:lnTo>
                <a:lnTo>
                  <a:pt x="428" y="7871"/>
                </a:lnTo>
                <a:lnTo>
                  <a:pt x="680" y="6728"/>
                </a:lnTo>
                <a:lnTo>
                  <a:pt x="1014" y="5616"/>
                </a:lnTo>
                <a:lnTo>
                  <a:pt x="1443" y="4423"/>
                </a:lnTo>
                <a:lnTo>
                  <a:pt x="1980" y="3038"/>
                </a:lnTo>
                <a:lnTo>
                  <a:pt x="2753" y="2033"/>
                </a:lnTo>
                <a:lnTo>
                  <a:pt x="3531" y="1023"/>
                </a:lnTo>
                <a:lnTo>
                  <a:pt x="4320" y="0"/>
                </a:lnTo>
                <a:close/>
              </a:path>
            </a:pathLst>
          </a:custGeom>
          <a:solidFill>
            <a:srgbClr val="D1E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6" name="contour_07564"/>
          <p:cNvSpPr/>
          <p:nvPr/>
        </p:nvSpPr>
        <p:spPr>
          <a:xfrm>
            <a:off x="8500885" y="3082820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609" y="509"/>
                </a:lnTo>
                <a:lnTo>
                  <a:pt x="10676" y="938"/>
                </a:lnTo>
                <a:lnTo>
                  <a:pt x="11802" y="1524"/>
                </a:lnTo>
                <a:lnTo>
                  <a:pt x="13500" y="2506"/>
                </a:lnTo>
                <a:lnTo>
                  <a:pt x="14923" y="3302"/>
                </a:lnTo>
                <a:lnTo>
                  <a:pt x="16367" y="4110"/>
                </a:lnTo>
                <a:lnTo>
                  <a:pt x="17960" y="5523"/>
                </a:lnTo>
                <a:lnTo>
                  <a:pt x="19181" y="6912"/>
                </a:lnTo>
                <a:lnTo>
                  <a:pt x="20128" y="8421"/>
                </a:lnTo>
                <a:lnTo>
                  <a:pt x="20903" y="10183"/>
                </a:lnTo>
                <a:lnTo>
                  <a:pt x="21600" y="12343"/>
                </a:lnTo>
                <a:lnTo>
                  <a:pt x="20944" y="14636"/>
                </a:lnTo>
                <a:lnTo>
                  <a:pt x="20388" y="16286"/>
                </a:lnTo>
                <a:lnTo>
                  <a:pt x="19788" y="17552"/>
                </a:lnTo>
                <a:lnTo>
                  <a:pt x="18989" y="18687"/>
                </a:lnTo>
                <a:lnTo>
                  <a:pt x="17842" y="19949"/>
                </a:lnTo>
                <a:lnTo>
                  <a:pt x="16200" y="21600"/>
                </a:lnTo>
                <a:lnTo>
                  <a:pt x="14310" y="21177"/>
                </a:lnTo>
                <a:lnTo>
                  <a:pt x="12455" y="20671"/>
                </a:lnTo>
                <a:lnTo>
                  <a:pt x="10633" y="20088"/>
                </a:lnTo>
                <a:lnTo>
                  <a:pt x="8834" y="19437"/>
                </a:lnTo>
                <a:lnTo>
                  <a:pt x="7055" y="18724"/>
                </a:lnTo>
                <a:lnTo>
                  <a:pt x="5289" y="17959"/>
                </a:lnTo>
                <a:lnTo>
                  <a:pt x="3529" y="17147"/>
                </a:lnTo>
                <a:lnTo>
                  <a:pt x="1766" y="16302"/>
                </a:lnTo>
                <a:lnTo>
                  <a:pt x="0" y="15429"/>
                </a:lnTo>
                <a:lnTo>
                  <a:pt x="629" y="13932"/>
                </a:lnTo>
                <a:lnTo>
                  <a:pt x="1261" y="12435"/>
                </a:lnTo>
                <a:lnTo>
                  <a:pt x="1895" y="10942"/>
                </a:lnTo>
                <a:lnTo>
                  <a:pt x="2533" y="9448"/>
                </a:lnTo>
                <a:lnTo>
                  <a:pt x="3240" y="7782"/>
                </a:lnTo>
                <a:lnTo>
                  <a:pt x="3955" y="6088"/>
                </a:lnTo>
                <a:lnTo>
                  <a:pt x="4833" y="4305"/>
                </a:lnTo>
                <a:lnTo>
                  <a:pt x="5557" y="3076"/>
                </a:lnTo>
                <a:lnTo>
                  <a:pt x="6518" y="1830"/>
                </a:lnTo>
                <a:lnTo>
                  <a:pt x="8100" y="0"/>
                </a:lnTo>
                <a:close/>
              </a:path>
            </a:pathLst>
          </a:custGeom>
          <a:solidFill>
            <a:srgbClr val="B5C5CF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7" name="contour_07565"/>
          <p:cNvSpPr/>
          <p:nvPr/>
        </p:nvSpPr>
        <p:spPr>
          <a:xfrm>
            <a:off x="374774" y="3075532"/>
            <a:ext cx="5741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93" y="0"/>
                </a:moveTo>
                <a:lnTo>
                  <a:pt x="19906" y="2020"/>
                </a:lnTo>
                <a:lnTo>
                  <a:pt x="20520" y="3934"/>
                </a:lnTo>
                <a:lnTo>
                  <a:pt x="21019" y="5775"/>
                </a:lnTo>
                <a:lnTo>
                  <a:pt x="21375" y="7574"/>
                </a:lnTo>
                <a:lnTo>
                  <a:pt x="21578" y="9364"/>
                </a:lnTo>
                <a:lnTo>
                  <a:pt x="21600" y="11173"/>
                </a:lnTo>
                <a:lnTo>
                  <a:pt x="21422" y="13036"/>
                </a:lnTo>
                <a:lnTo>
                  <a:pt x="21027" y="14982"/>
                </a:lnTo>
                <a:lnTo>
                  <a:pt x="20394" y="17042"/>
                </a:lnTo>
                <a:lnTo>
                  <a:pt x="19470" y="18638"/>
                </a:lnTo>
                <a:lnTo>
                  <a:pt x="18751" y="19645"/>
                </a:lnTo>
                <a:lnTo>
                  <a:pt x="17868" y="20490"/>
                </a:lnTo>
                <a:lnTo>
                  <a:pt x="16451" y="21600"/>
                </a:lnTo>
                <a:lnTo>
                  <a:pt x="14551" y="21587"/>
                </a:lnTo>
                <a:lnTo>
                  <a:pt x="12686" y="21481"/>
                </a:lnTo>
                <a:lnTo>
                  <a:pt x="10852" y="21295"/>
                </a:lnTo>
                <a:lnTo>
                  <a:pt x="9034" y="21033"/>
                </a:lnTo>
                <a:lnTo>
                  <a:pt x="7233" y="20706"/>
                </a:lnTo>
                <a:lnTo>
                  <a:pt x="5434" y="20320"/>
                </a:lnTo>
                <a:lnTo>
                  <a:pt x="3636" y="19886"/>
                </a:lnTo>
                <a:lnTo>
                  <a:pt x="1826" y="19410"/>
                </a:lnTo>
                <a:lnTo>
                  <a:pt x="0" y="18900"/>
                </a:lnTo>
                <a:lnTo>
                  <a:pt x="0" y="16991"/>
                </a:lnTo>
                <a:lnTo>
                  <a:pt x="0" y="15079"/>
                </a:lnTo>
                <a:lnTo>
                  <a:pt x="0" y="13162"/>
                </a:lnTo>
                <a:lnTo>
                  <a:pt x="0" y="11237"/>
                </a:lnTo>
                <a:lnTo>
                  <a:pt x="0" y="9304"/>
                </a:lnTo>
                <a:lnTo>
                  <a:pt x="0" y="7360"/>
                </a:lnTo>
                <a:lnTo>
                  <a:pt x="0" y="5400"/>
                </a:lnTo>
                <a:lnTo>
                  <a:pt x="680" y="6737"/>
                </a:lnTo>
                <a:lnTo>
                  <a:pt x="1360" y="8081"/>
                </a:lnTo>
                <a:lnTo>
                  <a:pt x="2048" y="9431"/>
                </a:lnTo>
                <a:lnTo>
                  <a:pt x="2742" y="10800"/>
                </a:lnTo>
                <a:lnTo>
                  <a:pt x="4417" y="10222"/>
                </a:lnTo>
                <a:lnTo>
                  <a:pt x="6090" y="9634"/>
                </a:lnTo>
                <a:lnTo>
                  <a:pt x="7759" y="9040"/>
                </a:lnTo>
                <a:lnTo>
                  <a:pt x="9426" y="8438"/>
                </a:lnTo>
                <a:lnTo>
                  <a:pt x="10668" y="8000"/>
                </a:lnTo>
                <a:lnTo>
                  <a:pt x="11916" y="7557"/>
                </a:lnTo>
                <a:lnTo>
                  <a:pt x="13185" y="7109"/>
                </a:lnTo>
                <a:lnTo>
                  <a:pt x="15096" y="5991"/>
                </a:lnTo>
                <a:lnTo>
                  <a:pt x="16492" y="4868"/>
                </a:lnTo>
                <a:lnTo>
                  <a:pt x="17534" y="3591"/>
                </a:lnTo>
                <a:lnTo>
                  <a:pt x="18381" y="2017"/>
                </a:lnTo>
                <a:lnTo>
                  <a:pt x="19193" y="0"/>
                </a:lnTo>
                <a:close/>
              </a:path>
            </a:pathLst>
          </a:custGeom>
          <a:solidFill>
            <a:srgbClr val="969192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8" name="contour_07566"/>
          <p:cNvSpPr/>
          <p:nvPr/>
        </p:nvSpPr>
        <p:spPr>
          <a:xfrm>
            <a:off x="10687282" y="3075532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990" y="0"/>
                </a:lnTo>
                <a:lnTo>
                  <a:pt x="13187" y="0"/>
                </a:lnTo>
                <a:lnTo>
                  <a:pt x="14400" y="0"/>
                </a:lnTo>
                <a:lnTo>
                  <a:pt x="14400" y="2380"/>
                </a:lnTo>
                <a:lnTo>
                  <a:pt x="14400" y="4774"/>
                </a:lnTo>
                <a:lnTo>
                  <a:pt x="14400" y="7200"/>
                </a:lnTo>
                <a:lnTo>
                  <a:pt x="15588" y="6606"/>
                </a:lnTo>
                <a:lnTo>
                  <a:pt x="16778" y="6012"/>
                </a:lnTo>
                <a:lnTo>
                  <a:pt x="17973" y="5414"/>
                </a:lnTo>
                <a:lnTo>
                  <a:pt x="19174" y="4813"/>
                </a:lnTo>
                <a:lnTo>
                  <a:pt x="20381" y="4208"/>
                </a:lnTo>
                <a:lnTo>
                  <a:pt x="21600" y="3600"/>
                </a:lnTo>
                <a:lnTo>
                  <a:pt x="21424" y="6170"/>
                </a:lnTo>
                <a:lnTo>
                  <a:pt x="21242" y="8017"/>
                </a:lnTo>
                <a:lnTo>
                  <a:pt x="20968" y="9659"/>
                </a:lnTo>
                <a:lnTo>
                  <a:pt x="20516" y="11614"/>
                </a:lnTo>
                <a:lnTo>
                  <a:pt x="19800" y="14400"/>
                </a:lnTo>
                <a:lnTo>
                  <a:pt x="18522" y="15426"/>
                </a:lnTo>
                <a:lnTo>
                  <a:pt x="17262" y="16247"/>
                </a:lnTo>
                <a:lnTo>
                  <a:pt x="16015" y="16870"/>
                </a:lnTo>
                <a:lnTo>
                  <a:pt x="14780" y="17309"/>
                </a:lnTo>
                <a:lnTo>
                  <a:pt x="13550" y="17568"/>
                </a:lnTo>
                <a:lnTo>
                  <a:pt x="12326" y="17658"/>
                </a:lnTo>
                <a:lnTo>
                  <a:pt x="11102" y="17593"/>
                </a:lnTo>
                <a:lnTo>
                  <a:pt x="9877" y="17377"/>
                </a:lnTo>
                <a:lnTo>
                  <a:pt x="8645" y="17021"/>
                </a:lnTo>
                <a:lnTo>
                  <a:pt x="7405" y="16538"/>
                </a:lnTo>
                <a:lnTo>
                  <a:pt x="6152" y="15934"/>
                </a:lnTo>
                <a:lnTo>
                  <a:pt x="4885" y="15217"/>
                </a:lnTo>
                <a:lnTo>
                  <a:pt x="3600" y="14400"/>
                </a:lnTo>
                <a:lnTo>
                  <a:pt x="3600" y="16780"/>
                </a:lnTo>
                <a:lnTo>
                  <a:pt x="3600" y="19174"/>
                </a:lnTo>
                <a:lnTo>
                  <a:pt x="3600" y="21600"/>
                </a:lnTo>
                <a:lnTo>
                  <a:pt x="2410" y="21600"/>
                </a:lnTo>
                <a:lnTo>
                  <a:pt x="1213" y="21600"/>
                </a:lnTo>
                <a:lnTo>
                  <a:pt x="0" y="21600"/>
                </a:lnTo>
                <a:lnTo>
                  <a:pt x="79" y="18997"/>
                </a:lnTo>
                <a:lnTo>
                  <a:pt x="207" y="16513"/>
                </a:lnTo>
                <a:lnTo>
                  <a:pt x="414" y="14119"/>
                </a:lnTo>
                <a:lnTo>
                  <a:pt x="727" y="11786"/>
                </a:lnTo>
                <a:lnTo>
                  <a:pt x="1179" y="9490"/>
                </a:lnTo>
                <a:lnTo>
                  <a:pt x="1800" y="7200"/>
                </a:lnTo>
                <a:lnTo>
                  <a:pt x="3100" y="6721"/>
                </a:lnTo>
                <a:lnTo>
                  <a:pt x="4381" y="6455"/>
                </a:lnTo>
                <a:lnTo>
                  <a:pt x="5654" y="6361"/>
                </a:lnTo>
                <a:lnTo>
                  <a:pt x="6925" y="6422"/>
                </a:lnTo>
                <a:lnTo>
                  <a:pt x="8199" y="6599"/>
                </a:lnTo>
                <a:lnTo>
                  <a:pt x="9490" y="6869"/>
                </a:lnTo>
                <a:lnTo>
                  <a:pt x="10800" y="7200"/>
                </a:lnTo>
                <a:lnTo>
                  <a:pt x="10800" y="4820"/>
                </a:lnTo>
                <a:lnTo>
                  <a:pt x="10800" y="2426"/>
                </a:lnTo>
                <a:lnTo>
                  <a:pt x="10800" y="0"/>
                </a:lnTo>
                <a:close/>
              </a:path>
            </a:pathLst>
          </a:custGeom>
          <a:solidFill>
            <a:srgbClr val="62635A"/>
          </a:solidFill>
          <a:ln>
            <a:noFill/>
          </a:ln>
        </p:spPr>
        <p:txBody>
          <a:bodyPr/>
          <a:lstStyle/>
          <a:p/>
        </p:txBody>
      </p:sp>
      <p:sp>
        <p:nvSpPr>
          <p:cNvPr id="7569" name="contour_07567"/>
          <p:cNvSpPr/>
          <p:nvPr/>
        </p:nvSpPr>
        <p:spPr>
          <a:xfrm>
            <a:off x="10607114" y="3066116"/>
            <a:ext cx="51016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92"/>
                </a:moveTo>
                <a:lnTo>
                  <a:pt x="2104" y="820"/>
                </a:lnTo>
                <a:lnTo>
                  <a:pt x="4178" y="498"/>
                </a:lnTo>
                <a:lnTo>
                  <a:pt x="6230" y="237"/>
                </a:lnTo>
                <a:lnTo>
                  <a:pt x="8270" y="65"/>
                </a:lnTo>
                <a:lnTo>
                  <a:pt x="10300" y="0"/>
                </a:lnTo>
                <a:lnTo>
                  <a:pt x="12331" y="57"/>
                </a:lnTo>
                <a:lnTo>
                  <a:pt x="14373" y="261"/>
                </a:lnTo>
                <a:lnTo>
                  <a:pt x="16431" y="633"/>
                </a:lnTo>
                <a:lnTo>
                  <a:pt x="18514" y="1192"/>
                </a:lnTo>
                <a:lnTo>
                  <a:pt x="19483" y="3747"/>
                </a:lnTo>
                <a:lnTo>
                  <a:pt x="20199" y="6184"/>
                </a:lnTo>
                <a:lnTo>
                  <a:pt x="20708" y="8567"/>
                </a:lnTo>
                <a:lnTo>
                  <a:pt x="21048" y="10947"/>
                </a:lnTo>
                <a:lnTo>
                  <a:pt x="21267" y="13384"/>
                </a:lnTo>
                <a:lnTo>
                  <a:pt x="21403" y="15935"/>
                </a:lnTo>
                <a:lnTo>
                  <a:pt x="21498" y="18653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714"/>
                </a:lnTo>
                <a:lnTo>
                  <a:pt x="0" y="15824"/>
                </a:lnTo>
                <a:lnTo>
                  <a:pt x="0" y="12927"/>
                </a:lnTo>
                <a:lnTo>
                  <a:pt x="0" y="10016"/>
                </a:lnTo>
                <a:lnTo>
                  <a:pt x="0" y="7094"/>
                </a:lnTo>
                <a:lnTo>
                  <a:pt x="0" y="4155"/>
                </a:lnTo>
                <a:lnTo>
                  <a:pt x="0" y="1192"/>
                </a:lnTo>
                <a:close/>
              </a:path>
            </a:pathLst>
          </a:custGeom>
          <a:solidFill>
            <a:srgbClr val="C1D3E0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0" name="contour_07568"/>
          <p:cNvSpPr/>
          <p:nvPr/>
        </p:nvSpPr>
        <p:spPr>
          <a:xfrm>
            <a:off x="10250229" y="3036257"/>
            <a:ext cx="58377" cy="40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10" y="219"/>
                </a:moveTo>
                <a:lnTo>
                  <a:pt x="8190" y="73"/>
                </a:lnTo>
                <a:lnTo>
                  <a:pt x="9991" y="0"/>
                </a:lnTo>
                <a:lnTo>
                  <a:pt x="11738" y="23"/>
                </a:lnTo>
                <a:lnTo>
                  <a:pt x="13464" y="161"/>
                </a:lnTo>
                <a:lnTo>
                  <a:pt x="15198" y="438"/>
                </a:lnTo>
                <a:lnTo>
                  <a:pt x="16964" y="876"/>
                </a:lnTo>
                <a:lnTo>
                  <a:pt x="18793" y="1495"/>
                </a:lnTo>
                <a:lnTo>
                  <a:pt x="19904" y="3894"/>
                </a:lnTo>
                <a:lnTo>
                  <a:pt x="20710" y="6300"/>
                </a:lnTo>
                <a:lnTo>
                  <a:pt x="21241" y="8753"/>
                </a:lnTo>
                <a:lnTo>
                  <a:pt x="21527" y="11305"/>
                </a:lnTo>
                <a:lnTo>
                  <a:pt x="21600" y="13996"/>
                </a:lnTo>
                <a:lnTo>
                  <a:pt x="21489" y="16872"/>
                </a:lnTo>
                <a:lnTo>
                  <a:pt x="19780" y="19001"/>
                </a:lnTo>
                <a:lnTo>
                  <a:pt x="18202" y="20339"/>
                </a:lnTo>
                <a:lnTo>
                  <a:pt x="16630" y="21062"/>
                </a:lnTo>
                <a:lnTo>
                  <a:pt x="14942" y="21366"/>
                </a:lnTo>
                <a:lnTo>
                  <a:pt x="13006" y="21431"/>
                </a:lnTo>
                <a:lnTo>
                  <a:pt x="10703" y="21439"/>
                </a:lnTo>
                <a:lnTo>
                  <a:pt x="9255" y="21492"/>
                </a:lnTo>
                <a:lnTo>
                  <a:pt x="7799" y="21546"/>
                </a:lnTo>
                <a:lnTo>
                  <a:pt x="6321" y="21600"/>
                </a:lnTo>
                <a:lnTo>
                  <a:pt x="4147" y="21035"/>
                </a:lnTo>
                <a:lnTo>
                  <a:pt x="2845" y="20389"/>
                </a:lnTo>
                <a:lnTo>
                  <a:pt x="1885" y="19255"/>
                </a:lnTo>
                <a:lnTo>
                  <a:pt x="750" y="17218"/>
                </a:lnTo>
                <a:lnTo>
                  <a:pt x="270" y="14696"/>
                </a:lnTo>
                <a:lnTo>
                  <a:pt x="40" y="12770"/>
                </a:lnTo>
                <a:lnTo>
                  <a:pt x="0" y="10456"/>
                </a:lnTo>
                <a:lnTo>
                  <a:pt x="84" y="6781"/>
                </a:lnTo>
                <a:lnTo>
                  <a:pt x="1348" y="4190"/>
                </a:lnTo>
                <a:lnTo>
                  <a:pt x="2303" y="2556"/>
                </a:lnTo>
                <a:lnTo>
                  <a:pt x="3249" y="1557"/>
                </a:lnTo>
                <a:lnTo>
                  <a:pt x="4487" y="884"/>
                </a:lnTo>
                <a:lnTo>
                  <a:pt x="6310" y="219"/>
                </a:lnTo>
                <a:close/>
              </a:path>
            </a:pathLst>
          </a:custGeom>
          <a:solidFill>
            <a:srgbClr val="BCC9D6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1" name="contour_07569"/>
          <p:cNvSpPr/>
          <p:nvPr/>
        </p:nvSpPr>
        <p:spPr>
          <a:xfrm>
            <a:off x="7159894" y="2973501"/>
            <a:ext cx="4372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70" y="1348"/>
                </a:lnTo>
                <a:lnTo>
                  <a:pt x="21071" y="2660"/>
                </a:lnTo>
                <a:lnTo>
                  <a:pt x="20696" y="3937"/>
                </a:lnTo>
                <a:lnTo>
                  <a:pt x="20246" y="5182"/>
                </a:lnTo>
                <a:lnTo>
                  <a:pt x="19721" y="6397"/>
                </a:lnTo>
                <a:lnTo>
                  <a:pt x="19120" y="7583"/>
                </a:lnTo>
                <a:lnTo>
                  <a:pt x="18439" y="8746"/>
                </a:lnTo>
                <a:lnTo>
                  <a:pt x="17676" y="9886"/>
                </a:lnTo>
                <a:lnTo>
                  <a:pt x="16834" y="11005"/>
                </a:lnTo>
                <a:lnTo>
                  <a:pt x="15905" y="12105"/>
                </a:lnTo>
                <a:lnTo>
                  <a:pt x="14897" y="13192"/>
                </a:lnTo>
                <a:lnTo>
                  <a:pt x="13799" y="14263"/>
                </a:lnTo>
                <a:lnTo>
                  <a:pt x="12614" y="15325"/>
                </a:lnTo>
                <a:lnTo>
                  <a:pt x="11344" y="16378"/>
                </a:lnTo>
                <a:lnTo>
                  <a:pt x="9979" y="17426"/>
                </a:lnTo>
                <a:lnTo>
                  <a:pt x="8525" y="18468"/>
                </a:lnTo>
                <a:lnTo>
                  <a:pt x="6977" y="19510"/>
                </a:lnTo>
                <a:lnTo>
                  <a:pt x="5339" y="20554"/>
                </a:lnTo>
                <a:lnTo>
                  <a:pt x="3600" y="21600"/>
                </a:lnTo>
                <a:lnTo>
                  <a:pt x="1814" y="21600"/>
                </a:lnTo>
                <a:lnTo>
                  <a:pt x="0" y="21600"/>
                </a:lnTo>
                <a:lnTo>
                  <a:pt x="349" y="19130"/>
                </a:lnTo>
                <a:lnTo>
                  <a:pt x="670" y="16945"/>
                </a:lnTo>
                <a:lnTo>
                  <a:pt x="972" y="15017"/>
                </a:lnTo>
                <a:lnTo>
                  <a:pt x="1278" y="13322"/>
                </a:lnTo>
                <a:lnTo>
                  <a:pt x="1591" y="11835"/>
                </a:lnTo>
                <a:lnTo>
                  <a:pt x="1933" y="10530"/>
                </a:lnTo>
                <a:lnTo>
                  <a:pt x="2318" y="9383"/>
                </a:lnTo>
                <a:lnTo>
                  <a:pt x="2754" y="8370"/>
                </a:lnTo>
                <a:lnTo>
                  <a:pt x="3262" y="7463"/>
                </a:lnTo>
                <a:lnTo>
                  <a:pt x="3852" y="6638"/>
                </a:lnTo>
                <a:lnTo>
                  <a:pt x="4536" y="5872"/>
                </a:lnTo>
                <a:lnTo>
                  <a:pt x="5332" y="5137"/>
                </a:lnTo>
                <a:lnTo>
                  <a:pt x="6253" y="4408"/>
                </a:lnTo>
                <a:lnTo>
                  <a:pt x="7312" y="3663"/>
                </a:lnTo>
                <a:lnTo>
                  <a:pt x="8525" y="2875"/>
                </a:lnTo>
                <a:lnTo>
                  <a:pt x="9904" y="2018"/>
                </a:lnTo>
                <a:lnTo>
                  <a:pt x="11462" y="1069"/>
                </a:lnTo>
                <a:lnTo>
                  <a:pt x="12953" y="547"/>
                </a:lnTo>
                <a:lnTo>
                  <a:pt x="14227" y="230"/>
                </a:lnTo>
                <a:lnTo>
                  <a:pt x="15768" y="68"/>
                </a:lnTo>
                <a:lnTo>
                  <a:pt x="18061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DF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2" name="contour_07570"/>
          <p:cNvSpPr/>
          <p:nvPr/>
        </p:nvSpPr>
        <p:spPr>
          <a:xfrm>
            <a:off x="3792842" y="2929773"/>
            <a:ext cx="51016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329"/>
                </a:lnTo>
                <a:lnTo>
                  <a:pt x="16015" y="660"/>
                </a:lnTo>
                <a:lnTo>
                  <a:pt x="17860" y="990"/>
                </a:lnTo>
                <a:lnTo>
                  <a:pt x="19721" y="1324"/>
                </a:lnTo>
                <a:lnTo>
                  <a:pt x="21600" y="1662"/>
                </a:lnTo>
                <a:lnTo>
                  <a:pt x="21143" y="2678"/>
                </a:lnTo>
                <a:lnTo>
                  <a:pt x="20677" y="3692"/>
                </a:lnTo>
                <a:lnTo>
                  <a:pt x="20202" y="4705"/>
                </a:lnTo>
                <a:lnTo>
                  <a:pt x="19721" y="5717"/>
                </a:lnTo>
                <a:lnTo>
                  <a:pt x="19233" y="6729"/>
                </a:lnTo>
                <a:lnTo>
                  <a:pt x="18740" y="7741"/>
                </a:lnTo>
                <a:lnTo>
                  <a:pt x="18243" y="8751"/>
                </a:lnTo>
                <a:lnTo>
                  <a:pt x="17743" y="9762"/>
                </a:lnTo>
                <a:lnTo>
                  <a:pt x="17403" y="10528"/>
                </a:lnTo>
                <a:lnTo>
                  <a:pt x="17064" y="11297"/>
                </a:lnTo>
                <a:lnTo>
                  <a:pt x="16718" y="12079"/>
                </a:lnTo>
                <a:lnTo>
                  <a:pt x="15768" y="13920"/>
                </a:lnTo>
                <a:lnTo>
                  <a:pt x="15000" y="15328"/>
                </a:lnTo>
                <a:lnTo>
                  <a:pt x="14321" y="16388"/>
                </a:lnTo>
                <a:lnTo>
                  <a:pt x="13648" y="17189"/>
                </a:lnTo>
                <a:lnTo>
                  <a:pt x="12892" y="17818"/>
                </a:lnTo>
                <a:lnTo>
                  <a:pt x="11966" y="18363"/>
                </a:lnTo>
                <a:lnTo>
                  <a:pt x="10781" y="18912"/>
                </a:lnTo>
                <a:lnTo>
                  <a:pt x="9251" y="19551"/>
                </a:lnTo>
                <a:lnTo>
                  <a:pt x="7430" y="20027"/>
                </a:lnTo>
                <a:lnTo>
                  <a:pt x="5613" y="20468"/>
                </a:lnTo>
                <a:lnTo>
                  <a:pt x="3783" y="20876"/>
                </a:lnTo>
                <a:lnTo>
                  <a:pt x="1916" y="21253"/>
                </a:lnTo>
                <a:lnTo>
                  <a:pt x="0" y="21600"/>
                </a:lnTo>
                <a:lnTo>
                  <a:pt x="265" y="20645"/>
                </a:lnTo>
                <a:lnTo>
                  <a:pt x="534" y="19689"/>
                </a:lnTo>
                <a:lnTo>
                  <a:pt x="802" y="18734"/>
                </a:lnTo>
                <a:lnTo>
                  <a:pt x="1077" y="17778"/>
                </a:lnTo>
                <a:lnTo>
                  <a:pt x="1352" y="16823"/>
                </a:lnTo>
                <a:lnTo>
                  <a:pt x="1463" y="16428"/>
                </a:lnTo>
                <a:lnTo>
                  <a:pt x="1660" y="15731"/>
                </a:lnTo>
                <a:lnTo>
                  <a:pt x="2111" y="14136"/>
                </a:lnTo>
                <a:lnTo>
                  <a:pt x="2777" y="12448"/>
                </a:lnTo>
                <a:lnTo>
                  <a:pt x="3296" y="11264"/>
                </a:lnTo>
                <a:lnTo>
                  <a:pt x="3783" y="10418"/>
                </a:lnTo>
                <a:lnTo>
                  <a:pt x="4348" y="9752"/>
                </a:lnTo>
                <a:lnTo>
                  <a:pt x="5107" y="9102"/>
                </a:lnTo>
                <a:lnTo>
                  <a:pt x="6171" y="8308"/>
                </a:lnTo>
                <a:lnTo>
                  <a:pt x="8211" y="8308"/>
                </a:lnTo>
                <a:lnTo>
                  <a:pt x="10263" y="8308"/>
                </a:lnTo>
                <a:lnTo>
                  <a:pt x="12343" y="8308"/>
                </a:lnTo>
                <a:lnTo>
                  <a:pt x="12343" y="7133"/>
                </a:lnTo>
                <a:lnTo>
                  <a:pt x="12343" y="5957"/>
                </a:lnTo>
                <a:lnTo>
                  <a:pt x="12343" y="4777"/>
                </a:lnTo>
                <a:lnTo>
                  <a:pt x="12343" y="3592"/>
                </a:lnTo>
                <a:lnTo>
                  <a:pt x="12343" y="2403"/>
                </a:lnTo>
                <a:lnTo>
                  <a:pt x="12343" y="1206"/>
                </a:lnTo>
                <a:lnTo>
                  <a:pt x="12343" y="0"/>
                </a:lnTo>
                <a:close/>
              </a:path>
            </a:pathLst>
          </a:custGeom>
          <a:solidFill>
            <a:srgbClr val="B8BFC9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3" name="contour_07571"/>
          <p:cNvSpPr/>
          <p:nvPr/>
        </p:nvSpPr>
        <p:spPr>
          <a:xfrm>
            <a:off x="8347837" y="2929241"/>
            <a:ext cx="58304" cy="446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8" y="39"/>
                </a:moveTo>
                <a:lnTo>
                  <a:pt x="16999" y="85"/>
                </a:lnTo>
                <a:lnTo>
                  <a:pt x="18838" y="130"/>
                </a:lnTo>
                <a:lnTo>
                  <a:pt x="19524" y="162"/>
                </a:lnTo>
                <a:lnTo>
                  <a:pt x="21600" y="257"/>
                </a:lnTo>
                <a:lnTo>
                  <a:pt x="21171" y="4404"/>
                </a:lnTo>
                <a:lnTo>
                  <a:pt x="20801" y="7575"/>
                </a:lnTo>
                <a:lnTo>
                  <a:pt x="20434" y="9953"/>
                </a:lnTo>
                <a:lnTo>
                  <a:pt x="20012" y="11742"/>
                </a:lnTo>
                <a:lnTo>
                  <a:pt x="19478" y="13131"/>
                </a:lnTo>
                <a:lnTo>
                  <a:pt x="18768" y="14318"/>
                </a:lnTo>
                <a:lnTo>
                  <a:pt x="17828" y="15491"/>
                </a:lnTo>
                <a:lnTo>
                  <a:pt x="16600" y="16854"/>
                </a:lnTo>
                <a:lnTo>
                  <a:pt x="14772" y="18049"/>
                </a:lnTo>
                <a:lnTo>
                  <a:pt x="12990" y="19070"/>
                </a:lnTo>
                <a:lnTo>
                  <a:pt x="11235" y="19923"/>
                </a:lnTo>
                <a:lnTo>
                  <a:pt x="9482" y="20603"/>
                </a:lnTo>
                <a:lnTo>
                  <a:pt x="7711" y="21107"/>
                </a:lnTo>
                <a:lnTo>
                  <a:pt x="5899" y="21441"/>
                </a:lnTo>
                <a:lnTo>
                  <a:pt x="4026" y="21600"/>
                </a:lnTo>
                <a:lnTo>
                  <a:pt x="2066" y="21586"/>
                </a:lnTo>
                <a:lnTo>
                  <a:pt x="0" y="21396"/>
                </a:lnTo>
                <a:lnTo>
                  <a:pt x="238" y="19243"/>
                </a:lnTo>
                <a:lnTo>
                  <a:pt x="486" y="17098"/>
                </a:lnTo>
                <a:lnTo>
                  <a:pt x="745" y="14952"/>
                </a:lnTo>
                <a:lnTo>
                  <a:pt x="1012" y="12806"/>
                </a:lnTo>
                <a:lnTo>
                  <a:pt x="1296" y="10411"/>
                </a:lnTo>
                <a:lnTo>
                  <a:pt x="1582" y="7980"/>
                </a:lnTo>
                <a:lnTo>
                  <a:pt x="2265" y="5514"/>
                </a:lnTo>
                <a:lnTo>
                  <a:pt x="2857" y="4016"/>
                </a:lnTo>
                <a:lnTo>
                  <a:pt x="3680" y="2868"/>
                </a:lnTo>
                <a:lnTo>
                  <a:pt x="5062" y="1469"/>
                </a:lnTo>
                <a:lnTo>
                  <a:pt x="6782" y="863"/>
                </a:lnTo>
                <a:lnTo>
                  <a:pt x="8438" y="444"/>
                </a:lnTo>
                <a:lnTo>
                  <a:pt x="10068" y="176"/>
                </a:lnTo>
                <a:lnTo>
                  <a:pt x="11710" y="39"/>
                </a:lnTo>
                <a:lnTo>
                  <a:pt x="13403" y="0"/>
                </a:lnTo>
                <a:lnTo>
                  <a:pt x="15188" y="39"/>
                </a:lnTo>
                <a:close/>
              </a:path>
            </a:pathLst>
          </a:custGeom>
          <a:solidFill>
            <a:srgbClr val="C6D7E2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4" name="contour_07572"/>
          <p:cNvSpPr/>
          <p:nvPr/>
        </p:nvSpPr>
        <p:spPr>
          <a:xfrm>
            <a:off x="11649297" y="2871469"/>
            <a:ext cx="37038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01" y="0"/>
                </a:moveTo>
                <a:lnTo>
                  <a:pt x="18527" y="844"/>
                </a:lnTo>
                <a:lnTo>
                  <a:pt x="19696" y="1701"/>
                </a:lnTo>
                <a:lnTo>
                  <a:pt x="20546" y="2570"/>
                </a:lnTo>
                <a:lnTo>
                  <a:pt x="21124" y="3451"/>
                </a:lnTo>
                <a:lnTo>
                  <a:pt x="21464" y="4342"/>
                </a:lnTo>
                <a:lnTo>
                  <a:pt x="21600" y="5242"/>
                </a:lnTo>
                <a:lnTo>
                  <a:pt x="21583" y="6152"/>
                </a:lnTo>
                <a:lnTo>
                  <a:pt x="21443" y="7070"/>
                </a:lnTo>
                <a:lnTo>
                  <a:pt x="21217" y="7993"/>
                </a:lnTo>
                <a:lnTo>
                  <a:pt x="20954" y="8923"/>
                </a:lnTo>
                <a:lnTo>
                  <a:pt x="20686" y="9860"/>
                </a:lnTo>
                <a:lnTo>
                  <a:pt x="20452" y="10800"/>
                </a:lnTo>
                <a:lnTo>
                  <a:pt x="20376" y="11556"/>
                </a:lnTo>
                <a:lnTo>
                  <a:pt x="20295" y="12317"/>
                </a:lnTo>
                <a:lnTo>
                  <a:pt x="20214" y="13088"/>
                </a:lnTo>
                <a:lnTo>
                  <a:pt x="19857" y="14703"/>
                </a:lnTo>
                <a:lnTo>
                  <a:pt x="19530" y="15975"/>
                </a:lnTo>
                <a:lnTo>
                  <a:pt x="19169" y="16962"/>
                </a:lnTo>
                <a:lnTo>
                  <a:pt x="18714" y="17722"/>
                </a:lnTo>
                <a:lnTo>
                  <a:pt x="18111" y="18312"/>
                </a:lnTo>
                <a:lnTo>
                  <a:pt x="17294" y="18791"/>
                </a:lnTo>
                <a:lnTo>
                  <a:pt x="16211" y="19216"/>
                </a:lnTo>
                <a:lnTo>
                  <a:pt x="14795" y="19647"/>
                </a:lnTo>
                <a:lnTo>
                  <a:pt x="12989" y="20141"/>
                </a:lnTo>
                <a:lnTo>
                  <a:pt x="10430" y="20507"/>
                </a:lnTo>
                <a:lnTo>
                  <a:pt x="7901" y="20834"/>
                </a:lnTo>
                <a:lnTo>
                  <a:pt x="5351" y="21124"/>
                </a:lnTo>
                <a:lnTo>
                  <a:pt x="2733" y="21378"/>
                </a:lnTo>
                <a:lnTo>
                  <a:pt x="0" y="21600"/>
                </a:lnTo>
                <a:lnTo>
                  <a:pt x="1054" y="21046"/>
                </a:lnTo>
                <a:lnTo>
                  <a:pt x="2125" y="20484"/>
                </a:lnTo>
                <a:lnTo>
                  <a:pt x="3158" y="19652"/>
                </a:lnTo>
                <a:lnTo>
                  <a:pt x="3821" y="18817"/>
                </a:lnTo>
                <a:lnTo>
                  <a:pt x="4187" y="17976"/>
                </a:lnTo>
                <a:lnTo>
                  <a:pt x="4310" y="17130"/>
                </a:lnTo>
                <a:lnTo>
                  <a:pt x="4263" y="16276"/>
                </a:lnTo>
                <a:lnTo>
                  <a:pt x="4106" y="15414"/>
                </a:lnTo>
                <a:lnTo>
                  <a:pt x="3902" y="14542"/>
                </a:lnTo>
                <a:lnTo>
                  <a:pt x="3719" y="13659"/>
                </a:lnTo>
                <a:lnTo>
                  <a:pt x="3664" y="12651"/>
                </a:lnTo>
                <a:lnTo>
                  <a:pt x="3706" y="11686"/>
                </a:lnTo>
                <a:lnTo>
                  <a:pt x="3859" y="10758"/>
                </a:lnTo>
                <a:lnTo>
                  <a:pt x="4119" y="9861"/>
                </a:lnTo>
                <a:lnTo>
                  <a:pt x="4488" y="8993"/>
                </a:lnTo>
                <a:lnTo>
                  <a:pt x="4973" y="8148"/>
                </a:lnTo>
                <a:lnTo>
                  <a:pt x="5581" y="7324"/>
                </a:lnTo>
                <a:lnTo>
                  <a:pt x="6312" y="6512"/>
                </a:lnTo>
                <a:lnTo>
                  <a:pt x="7166" y="5711"/>
                </a:lnTo>
                <a:lnTo>
                  <a:pt x="8152" y="4915"/>
                </a:lnTo>
                <a:lnTo>
                  <a:pt x="9270" y="4121"/>
                </a:lnTo>
                <a:lnTo>
                  <a:pt x="10528" y="3321"/>
                </a:lnTo>
                <a:lnTo>
                  <a:pt x="11926" y="2514"/>
                </a:lnTo>
                <a:lnTo>
                  <a:pt x="13469" y="1695"/>
                </a:lnTo>
                <a:lnTo>
                  <a:pt x="15161" y="859"/>
                </a:lnTo>
                <a:lnTo>
                  <a:pt x="17001" y="0"/>
                </a:lnTo>
                <a:close/>
              </a:path>
            </a:pathLst>
          </a:custGeom>
          <a:solidFill>
            <a:srgbClr val="C6D6E4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5" name="contour_07573"/>
          <p:cNvSpPr/>
          <p:nvPr/>
        </p:nvSpPr>
        <p:spPr>
          <a:xfrm>
            <a:off x="4004194" y="2878757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491" y="670"/>
                </a:lnTo>
                <a:lnTo>
                  <a:pt x="5386" y="1339"/>
                </a:lnTo>
                <a:lnTo>
                  <a:pt x="6287" y="2017"/>
                </a:lnTo>
                <a:lnTo>
                  <a:pt x="7200" y="2700"/>
                </a:lnTo>
                <a:lnTo>
                  <a:pt x="7200" y="4485"/>
                </a:lnTo>
                <a:lnTo>
                  <a:pt x="7200" y="6280"/>
                </a:lnTo>
                <a:lnTo>
                  <a:pt x="7200" y="8100"/>
                </a:lnTo>
                <a:lnTo>
                  <a:pt x="8269" y="9091"/>
                </a:lnTo>
                <a:lnTo>
                  <a:pt x="9000" y="9704"/>
                </a:lnTo>
                <a:lnTo>
                  <a:pt x="9731" y="10187"/>
                </a:lnTo>
                <a:lnTo>
                  <a:pt x="10800" y="10800"/>
                </a:lnTo>
                <a:lnTo>
                  <a:pt x="11246" y="9463"/>
                </a:lnTo>
                <a:lnTo>
                  <a:pt x="11693" y="8119"/>
                </a:lnTo>
                <a:lnTo>
                  <a:pt x="12145" y="6769"/>
                </a:lnTo>
                <a:lnTo>
                  <a:pt x="12600" y="5400"/>
                </a:lnTo>
                <a:lnTo>
                  <a:pt x="13730" y="6315"/>
                </a:lnTo>
                <a:lnTo>
                  <a:pt x="14855" y="7241"/>
                </a:lnTo>
                <a:lnTo>
                  <a:pt x="15979" y="8173"/>
                </a:lnTo>
                <a:lnTo>
                  <a:pt x="17100" y="9112"/>
                </a:lnTo>
                <a:lnTo>
                  <a:pt x="17937" y="9801"/>
                </a:lnTo>
                <a:lnTo>
                  <a:pt x="18778" y="10495"/>
                </a:lnTo>
                <a:lnTo>
                  <a:pt x="19631" y="11200"/>
                </a:lnTo>
                <a:lnTo>
                  <a:pt x="20608" y="12342"/>
                </a:lnTo>
                <a:lnTo>
                  <a:pt x="21600" y="13500"/>
                </a:lnTo>
                <a:lnTo>
                  <a:pt x="21600" y="15285"/>
                </a:lnTo>
                <a:lnTo>
                  <a:pt x="21600" y="17080"/>
                </a:lnTo>
                <a:lnTo>
                  <a:pt x="21600" y="18900"/>
                </a:lnTo>
                <a:lnTo>
                  <a:pt x="20412" y="18306"/>
                </a:lnTo>
                <a:lnTo>
                  <a:pt x="19222" y="17712"/>
                </a:lnTo>
                <a:lnTo>
                  <a:pt x="18032" y="17115"/>
                </a:lnTo>
                <a:lnTo>
                  <a:pt x="16839" y="16519"/>
                </a:lnTo>
                <a:lnTo>
                  <a:pt x="15642" y="15922"/>
                </a:lnTo>
                <a:lnTo>
                  <a:pt x="14440" y="15320"/>
                </a:lnTo>
                <a:lnTo>
                  <a:pt x="13234" y="14718"/>
                </a:lnTo>
                <a:lnTo>
                  <a:pt x="12020" y="14110"/>
                </a:lnTo>
                <a:lnTo>
                  <a:pt x="10800" y="13500"/>
                </a:lnTo>
                <a:lnTo>
                  <a:pt x="11156" y="15104"/>
                </a:lnTo>
                <a:lnTo>
                  <a:pt x="11515" y="16713"/>
                </a:lnTo>
                <a:lnTo>
                  <a:pt x="11873" y="18328"/>
                </a:lnTo>
                <a:lnTo>
                  <a:pt x="12235" y="19956"/>
                </a:lnTo>
                <a:lnTo>
                  <a:pt x="12600" y="21600"/>
                </a:lnTo>
                <a:lnTo>
                  <a:pt x="11410" y="21600"/>
                </a:lnTo>
                <a:lnTo>
                  <a:pt x="10213" y="21600"/>
                </a:lnTo>
                <a:lnTo>
                  <a:pt x="9000" y="21600"/>
                </a:lnTo>
                <a:lnTo>
                  <a:pt x="9185" y="20317"/>
                </a:lnTo>
                <a:lnTo>
                  <a:pt x="9373" y="19027"/>
                </a:lnTo>
                <a:lnTo>
                  <a:pt x="9562" y="17717"/>
                </a:lnTo>
                <a:lnTo>
                  <a:pt x="9376" y="16324"/>
                </a:lnTo>
                <a:lnTo>
                  <a:pt x="9189" y="14923"/>
                </a:lnTo>
                <a:lnTo>
                  <a:pt x="9000" y="13500"/>
                </a:lnTo>
                <a:lnTo>
                  <a:pt x="7900" y="12925"/>
                </a:lnTo>
                <a:lnTo>
                  <a:pt x="6795" y="12444"/>
                </a:lnTo>
                <a:lnTo>
                  <a:pt x="5684" y="12042"/>
                </a:lnTo>
                <a:lnTo>
                  <a:pt x="4567" y="11707"/>
                </a:lnTo>
                <a:lnTo>
                  <a:pt x="3440" y="11426"/>
                </a:lnTo>
                <a:lnTo>
                  <a:pt x="2304" y="11191"/>
                </a:lnTo>
                <a:lnTo>
                  <a:pt x="1157" y="10986"/>
                </a:lnTo>
                <a:lnTo>
                  <a:pt x="0" y="10800"/>
                </a:lnTo>
                <a:lnTo>
                  <a:pt x="509" y="9272"/>
                </a:lnTo>
                <a:lnTo>
                  <a:pt x="1019" y="7744"/>
                </a:lnTo>
                <a:lnTo>
                  <a:pt x="1530" y="6210"/>
                </a:lnTo>
                <a:lnTo>
                  <a:pt x="2043" y="4671"/>
                </a:lnTo>
                <a:lnTo>
                  <a:pt x="2560" y="3124"/>
                </a:lnTo>
                <a:lnTo>
                  <a:pt x="3078" y="1569"/>
                </a:lnTo>
                <a:lnTo>
                  <a:pt x="3600" y="0"/>
                </a:lnTo>
                <a:close/>
              </a:path>
            </a:pathLst>
          </a:custGeom>
          <a:solidFill>
            <a:srgbClr val="706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6" name="contour_07574"/>
          <p:cNvSpPr/>
          <p:nvPr/>
        </p:nvSpPr>
        <p:spPr>
          <a:xfrm>
            <a:off x="4271729" y="2856893"/>
            <a:ext cx="5313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75" y="0"/>
                </a:moveTo>
                <a:lnTo>
                  <a:pt x="16653" y="1069"/>
                </a:lnTo>
                <a:lnTo>
                  <a:pt x="17633" y="2141"/>
                </a:lnTo>
                <a:lnTo>
                  <a:pt x="18614" y="3216"/>
                </a:lnTo>
                <a:lnTo>
                  <a:pt x="19603" y="4296"/>
                </a:lnTo>
                <a:lnTo>
                  <a:pt x="20599" y="5383"/>
                </a:lnTo>
                <a:lnTo>
                  <a:pt x="21600" y="6480"/>
                </a:lnTo>
                <a:lnTo>
                  <a:pt x="19840" y="6480"/>
                </a:lnTo>
                <a:lnTo>
                  <a:pt x="18075" y="6480"/>
                </a:lnTo>
                <a:lnTo>
                  <a:pt x="16303" y="6480"/>
                </a:lnTo>
                <a:lnTo>
                  <a:pt x="14517" y="6480"/>
                </a:lnTo>
                <a:lnTo>
                  <a:pt x="12712" y="6480"/>
                </a:lnTo>
                <a:lnTo>
                  <a:pt x="13038" y="7906"/>
                </a:lnTo>
                <a:lnTo>
                  <a:pt x="13364" y="9333"/>
                </a:lnTo>
                <a:lnTo>
                  <a:pt x="13690" y="10761"/>
                </a:lnTo>
                <a:lnTo>
                  <a:pt x="14019" y="12193"/>
                </a:lnTo>
                <a:lnTo>
                  <a:pt x="14348" y="13630"/>
                </a:lnTo>
                <a:lnTo>
                  <a:pt x="14677" y="15072"/>
                </a:lnTo>
                <a:lnTo>
                  <a:pt x="15008" y="16520"/>
                </a:lnTo>
                <a:lnTo>
                  <a:pt x="15340" y="17976"/>
                </a:lnTo>
                <a:lnTo>
                  <a:pt x="15675" y="19440"/>
                </a:lnTo>
                <a:lnTo>
                  <a:pt x="13841" y="19708"/>
                </a:lnTo>
                <a:lnTo>
                  <a:pt x="12007" y="19976"/>
                </a:lnTo>
                <a:lnTo>
                  <a:pt x="10167" y="20244"/>
                </a:lnTo>
                <a:lnTo>
                  <a:pt x="8325" y="20511"/>
                </a:lnTo>
                <a:lnTo>
                  <a:pt x="6473" y="20781"/>
                </a:lnTo>
                <a:lnTo>
                  <a:pt x="4613" y="21054"/>
                </a:lnTo>
                <a:lnTo>
                  <a:pt x="2743" y="21326"/>
                </a:lnTo>
                <a:lnTo>
                  <a:pt x="862" y="21600"/>
                </a:lnTo>
                <a:lnTo>
                  <a:pt x="622" y="20062"/>
                </a:lnTo>
                <a:lnTo>
                  <a:pt x="403" y="18537"/>
                </a:lnTo>
                <a:lnTo>
                  <a:pt x="222" y="17025"/>
                </a:lnTo>
                <a:lnTo>
                  <a:pt x="89" y="15522"/>
                </a:lnTo>
                <a:lnTo>
                  <a:pt x="9" y="14025"/>
                </a:lnTo>
                <a:lnTo>
                  <a:pt x="0" y="12526"/>
                </a:lnTo>
                <a:lnTo>
                  <a:pt x="71" y="11027"/>
                </a:lnTo>
                <a:lnTo>
                  <a:pt x="228" y="9521"/>
                </a:lnTo>
                <a:lnTo>
                  <a:pt x="489" y="8007"/>
                </a:lnTo>
                <a:lnTo>
                  <a:pt x="862" y="6480"/>
                </a:lnTo>
                <a:lnTo>
                  <a:pt x="2806" y="5782"/>
                </a:lnTo>
                <a:lnTo>
                  <a:pt x="4639" y="5298"/>
                </a:lnTo>
                <a:lnTo>
                  <a:pt x="6441" y="4985"/>
                </a:lnTo>
                <a:lnTo>
                  <a:pt x="8289" y="4806"/>
                </a:lnTo>
                <a:lnTo>
                  <a:pt x="10262" y="4720"/>
                </a:lnTo>
                <a:lnTo>
                  <a:pt x="12434" y="4683"/>
                </a:lnTo>
                <a:lnTo>
                  <a:pt x="14043" y="4504"/>
                </a:lnTo>
                <a:lnTo>
                  <a:pt x="15675" y="4320"/>
                </a:lnTo>
                <a:lnTo>
                  <a:pt x="15675" y="2892"/>
                </a:lnTo>
                <a:lnTo>
                  <a:pt x="15675" y="1456"/>
                </a:lnTo>
                <a:lnTo>
                  <a:pt x="15675" y="0"/>
                </a:lnTo>
                <a:close/>
              </a:path>
            </a:pathLst>
          </a:custGeom>
          <a:solidFill>
            <a:srgbClr val="D9DEE2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7" name="contour_07575"/>
          <p:cNvSpPr/>
          <p:nvPr/>
        </p:nvSpPr>
        <p:spPr>
          <a:xfrm>
            <a:off x="1919828" y="2827741"/>
            <a:ext cx="5259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79" y="0"/>
                </a:moveTo>
                <a:lnTo>
                  <a:pt x="10996" y="384"/>
                </a:lnTo>
                <a:lnTo>
                  <a:pt x="12873" y="821"/>
                </a:lnTo>
                <a:lnTo>
                  <a:pt x="14629" y="1337"/>
                </a:lnTo>
                <a:lnTo>
                  <a:pt x="16294" y="1963"/>
                </a:lnTo>
                <a:lnTo>
                  <a:pt x="17886" y="2731"/>
                </a:lnTo>
                <a:lnTo>
                  <a:pt x="19430" y="3667"/>
                </a:lnTo>
                <a:lnTo>
                  <a:pt x="20951" y="4800"/>
                </a:lnTo>
                <a:lnTo>
                  <a:pt x="21244" y="6523"/>
                </a:lnTo>
                <a:lnTo>
                  <a:pt x="21441" y="8213"/>
                </a:lnTo>
                <a:lnTo>
                  <a:pt x="21558" y="9874"/>
                </a:lnTo>
                <a:lnTo>
                  <a:pt x="21600" y="11518"/>
                </a:lnTo>
                <a:lnTo>
                  <a:pt x="21585" y="13157"/>
                </a:lnTo>
                <a:lnTo>
                  <a:pt x="21516" y="14798"/>
                </a:lnTo>
                <a:lnTo>
                  <a:pt x="21408" y="16452"/>
                </a:lnTo>
                <a:lnTo>
                  <a:pt x="21271" y="18132"/>
                </a:lnTo>
                <a:lnTo>
                  <a:pt x="21115" y="19843"/>
                </a:lnTo>
                <a:lnTo>
                  <a:pt x="20951" y="21600"/>
                </a:lnTo>
                <a:lnTo>
                  <a:pt x="19065" y="21168"/>
                </a:lnTo>
                <a:lnTo>
                  <a:pt x="17179" y="20736"/>
                </a:lnTo>
                <a:lnTo>
                  <a:pt x="15291" y="20304"/>
                </a:lnTo>
                <a:lnTo>
                  <a:pt x="13399" y="19870"/>
                </a:lnTo>
                <a:lnTo>
                  <a:pt x="11502" y="19435"/>
                </a:lnTo>
                <a:lnTo>
                  <a:pt x="9604" y="19001"/>
                </a:lnTo>
                <a:lnTo>
                  <a:pt x="7698" y="18564"/>
                </a:lnTo>
                <a:lnTo>
                  <a:pt x="5785" y="18125"/>
                </a:lnTo>
                <a:lnTo>
                  <a:pt x="3867" y="17686"/>
                </a:lnTo>
                <a:lnTo>
                  <a:pt x="1936" y="17244"/>
                </a:lnTo>
                <a:lnTo>
                  <a:pt x="0" y="16800"/>
                </a:lnTo>
                <a:lnTo>
                  <a:pt x="928" y="15362"/>
                </a:lnTo>
                <a:lnTo>
                  <a:pt x="1862" y="13918"/>
                </a:lnTo>
                <a:lnTo>
                  <a:pt x="2807" y="12451"/>
                </a:lnTo>
                <a:lnTo>
                  <a:pt x="3735" y="10930"/>
                </a:lnTo>
                <a:lnTo>
                  <a:pt x="4615" y="9406"/>
                </a:lnTo>
                <a:lnTo>
                  <a:pt x="5447" y="7877"/>
                </a:lnTo>
                <a:lnTo>
                  <a:pt x="6234" y="6338"/>
                </a:lnTo>
                <a:lnTo>
                  <a:pt x="6980" y="4786"/>
                </a:lnTo>
                <a:lnTo>
                  <a:pt x="7683" y="3216"/>
                </a:lnTo>
                <a:lnTo>
                  <a:pt x="8350" y="1620"/>
                </a:lnTo>
                <a:lnTo>
                  <a:pt x="8979" y="0"/>
                </a:lnTo>
                <a:close/>
              </a:path>
            </a:pathLst>
          </a:custGeom>
          <a:solidFill>
            <a:srgbClr val="0E0E0D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8" name="contour_07576"/>
          <p:cNvSpPr/>
          <p:nvPr/>
        </p:nvSpPr>
        <p:spPr>
          <a:xfrm>
            <a:off x="8464445" y="2864181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239" y="1278"/>
                </a:lnTo>
                <a:lnTo>
                  <a:pt x="15991" y="2547"/>
                </a:lnTo>
                <a:lnTo>
                  <a:pt x="16668" y="3809"/>
                </a:lnTo>
                <a:lnTo>
                  <a:pt x="17269" y="5070"/>
                </a:lnTo>
                <a:lnTo>
                  <a:pt x="17806" y="6331"/>
                </a:lnTo>
                <a:lnTo>
                  <a:pt x="18284" y="7597"/>
                </a:lnTo>
                <a:lnTo>
                  <a:pt x="18709" y="8870"/>
                </a:lnTo>
                <a:lnTo>
                  <a:pt x="19091" y="10156"/>
                </a:lnTo>
                <a:lnTo>
                  <a:pt x="19429" y="11456"/>
                </a:lnTo>
                <a:lnTo>
                  <a:pt x="19739" y="12773"/>
                </a:lnTo>
                <a:lnTo>
                  <a:pt x="20023" y="14115"/>
                </a:lnTo>
                <a:lnTo>
                  <a:pt x="20261" y="15201"/>
                </a:lnTo>
                <a:lnTo>
                  <a:pt x="20495" y="16304"/>
                </a:lnTo>
                <a:lnTo>
                  <a:pt x="20776" y="17628"/>
                </a:lnTo>
                <a:lnTo>
                  <a:pt x="21053" y="18951"/>
                </a:lnTo>
                <a:lnTo>
                  <a:pt x="21330" y="20277"/>
                </a:lnTo>
                <a:lnTo>
                  <a:pt x="21600" y="21600"/>
                </a:lnTo>
                <a:lnTo>
                  <a:pt x="20513" y="21502"/>
                </a:lnTo>
                <a:lnTo>
                  <a:pt x="19516" y="21410"/>
                </a:lnTo>
                <a:lnTo>
                  <a:pt x="18425" y="21311"/>
                </a:lnTo>
                <a:lnTo>
                  <a:pt x="17064" y="21188"/>
                </a:lnTo>
                <a:lnTo>
                  <a:pt x="15257" y="21023"/>
                </a:lnTo>
                <a:lnTo>
                  <a:pt x="12823" y="20803"/>
                </a:lnTo>
                <a:lnTo>
                  <a:pt x="9590" y="20508"/>
                </a:lnTo>
                <a:lnTo>
                  <a:pt x="5375" y="20125"/>
                </a:lnTo>
                <a:lnTo>
                  <a:pt x="0" y="19636"/>
                </a:lnTo>
                <a:lnTo>
                  <a:pt x="0" y="18470"/>
                </a:lnTo>
                <a:lnTo>
                  <a:pt x="0" y="17300"/>
                </a:lnTo>
                <a:lnTo>
                  <a:pt x="0" y="16125"/>
                </a:lnTo>
                <a:lnTo>
                  <a:pt x="0" y="14941"/>
                </a:lnTo>
                <a:lnTo>
                  <a:pt x="0" y="13745"/>
                </a:lnTo>
                <a:lnTo>
                  <a:pt x="1782" y="13237"/>
                </a:lnTo>
                <a:lnTo>
                  <a:pt x="3578" y="12738"/>
                </a:lnTo>
                <a:lnTo>
                  <a:pt x="5382" y="12253"/>
                </a:lnTo>
                <a:lnTo>
                  <a:pt x="7200" y="11782"/>
                </a:lnTo>
                <a:lnTo>
                  <a:pt x="7452" y="10429"/>
                </a:lnTo>
                <a:lnTo>
                  <a:pt x="7538" y="9465"/>
                </a:lnTo>
                <a:lnTo>
                  <a:pt x="7452" y="8434"/>
                </a:lnTo>
                <a:lnTo>
                  <a:pt x="7200" y="6873"/>
                </a:lnTo>
                <a:lnTo>
                  <a:pt x="6948" y="5312"/>
                </a:lnTo>
                <a:lnTo>
                  <a:pt x="6862" y="4281"/>
                </a:lnTo>
                <a:lnTo>
                  <a:pt x="6948" y="3317"/>
                </a:lnTo>
                <a:lnTo>
                  <a:pt x="7200" y="1964"/>
                </a:lnTo>
                <a:lnTo>
                  <a:pt x="9338" y="1208"/>
                </a:lnTo>
                <a:lnTo>
                  <a:pt x="10800" y="752"/>
                </a:lnTo>
                <a:lnTo>
                  <a:pt x="12262" y="410"/>
                </a:lnTo>
                <a:lnTo>
                  <a:pt x="14400" y="0"/>
                </a:lnTo>
                <a:close/>
              </a:path>
            </a:pathLst>
          </a:custGeom>
          <a:solidFill>
            <a:srgbClr val="D9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579" name="contour_07577"/>
          <p:cNvSpPr/>
          <p:nvPr/>
        </p:nvSpPr>
        <p:spPr>
          <a:xfrm>
            <a:off x="4098938" y="2799492"/>
            <a:ext cx="60075" cy="57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63" y="2402"/>
                </a:moveTo>
                <a:lnTo>
                  <a:pt x="21312" y="4462"/>
                </a:lnTo>
                <a:lnTo>
                  <a:pt x="21527" y="6363"/>
                </a:lnTo>
                <a:lnTo>
                  <a:pt x="21600" y="8140"/>
                </a:lnTo>
                <a:lnTo>
                  <a:pt x="21514" y="9826"/>
                </a:lnTo>
                <a:lnTo>
                  <a:pt x="21262" y="11461"/>
                </a:lnTo>
                <a:lnTo>
                  <a:pt x="20830" y="13076"/>
                </a:lnTo>
                <a:lnTo>
                  <a:pt x="20206" y="14711"/>
                </a:lnTo>
                <a:lnTo>
                  <a:pt x="19381" y="16397"/>
                </a:lnTo>
                <a:lnTo>
                  <a:pt x="18343" y="18172"/>
                </a:lnTo>
                <a:lnTo>
                  <a:pt x="17478" y="19305"/>
                </a:lnTo>
                <a:lnTo>
                  <a:pt x="16606" y="20445"/>
                </a:lnTo>
                <a:lnTo>
                  <a:pt x="15722" y="21600"/>
                </a:lnTo>
                <a:lnTo>
                  <a:pt x="15398" y="20325"/>
                </a:lnTo>
                <a:lnTo>
                  <a:pt x="15067" y="19028"/>
                </a:lnTo>
                <a:lnTo>
                  <a:pt x="13595" y="16957"/>
                </a:lnTo>
                <a:lnTo>
                  <a:pt x="12460" y="16049"/>
                </a:lnTo>
                <a:lnTo>
                  <a:pt x="10686" y="15525"/>
                </a:lnTo>
                <a:lnTo>
                  <a:pt x="9284" y="15306"/>
                </a:lnTo>
                <a:lnTo>
                  <a:pt x="7861" y="15087"/>
                </a:lnTo>
                <a:lnTo>
                  <a:pt x="5783" y="14645"/>
                </a:lnTo>
                <a:lnTo>
                  <a:pt x="4426" y="14201"/>
                </a:lnTo>
                <a:lnTo>
                  <a:pt x="2620" y="13372"/>
                </a:lnTo>
                <a:lnTo>
                  <a:pt x="1832" y="11560"/>
                </a:lnTo>
                <a:lnTo>
                  <a:pt x="1250" y="9810"/>
                </a:lnTo>
                <a:lnTo>
                  <a:pt x="823" y="8074"/>
                </a:lnTo>
                <a:lnTo>
                  <a:pt x="506" y="6297"/>
                </a:lnTo>
                <a:lnTo>
                  <a:pt x="249" y="4424"/>
                </a:lnTo>
                <a:lnTo>
                  <a:pt x="0" y="2402"/>
                </a:lnTo>
                <a:lnTo>
                  <a:pt x="1926" y="1772"/>
                </a:lnTo>
                <a:lnTo>
                  <a:pt x="3763" y="1218"/>
                </a:lnTo>
                <a:lnTo>
                  <a:pt x="5526" y="754"/>
                </a:lnTo>
                <a:lnTo>
                  <a:pt x="7235" y="387"/>
                </a:lnTo>
                <a:lnTo>
                  <a:pt x="8904" y="132"/>
                </a:lnTo>
                <a:lnTo>
                  <a:pt x="10552" y="0"/>
                </a:lnTo>
                <a:lnTo>
                  <a:pt x="12198" y="0"/>
                </a:lnTo>
                <a:lnTo>
                  <a:pt x="13857" y="145"/>
                </a:lnTo>
                <a:lnTo>
                  <a:pt x="15544" y="447"/>
                </a:lnTo>
                <a:lnTo>
                  <a:pt x="17279" y="916"/>
                </a:lnTo>
                <a:lnTo>
                  <a:pt x="19082" y="1563"/>
                </a:lnTo>
                <a:lnTo>
                  <a:pt x="20963" y="2402"/>
                </a:lnTo>
                <a:close/>
              </a:path>
            </a:pathLst>
          </a:custGeom>
          <a:solidFill>
            <a:srgbClr val="D8DCE0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0" name="contour_07578"/>
          <p:cNvSpPr/>
          <p:nvPr/>
        </p:nvSpPr>
        <p:spPr>
          <a:xfrm>
            <a:off x="10935074" y="2776907"/>
            <a:ext cx="94744" cy="443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63"/>
                </a:moveTo>
                <a:lnTo>
                  <a:pt x="21323" y="5977"/>
                </a:lnTo>
                <a:lnTo>
                  <a:pt x="21097" y="7792"/>
                </a:lnTo>
                <a:lnTo>
                  <a:pt x="20844" y="9411"/>
                </a:lnTo>
                <a:lnTo>
                  <a:pt x="20485" y="11347"/>
                </a:lnTo>
                <a:lnTo>
                  <a:pt x="19938" y="14117"/>
                </a:lnTo>
                <a:lnTo>
                  <a:pt x="18928" y="15349"/>
                </a:lnTo>
                <a:lnTo>
                  <a:pt x="17898" y="16450"/>
                </a:lnTo>
                <a:lnTo>
                  <a:pt x="16851" y="17420"/>
                </a:lnTo>
                <a:lnTo>
                  <a:pt x="15788" y="18272"/>
                </a:lnTo>
                <a:lnTo>
                  <a:pt x="14708" y="19007"/>
                </a:lnTo>
                <a:lnTo>
                  <a:pt x="13616" y="19640"/>
                </a:lnTo>
                <a:lnTo>
                  <a:pt x="12513" y="20165"/>
                </a:lnTo>
                <a:lnTo>
                  <a:pt x="11398" y="20602"/>
                </a:lnTo>
                <a:lnTo>
                  <a:pt x="10275" y="20947"/>
                </a:lnTo>
                <a:lnTo>
                  <a:pt x="9143" y="21213"/>
                </a:lnTo>
                <a:lnTo>
                  <a:pt x="8007" y="21405"/>
                </a:lnTo>
                <a:lnTo>
                  <a:pt x="6865" y="21529"/>
                </a:lnTo>
                <a:lnTo>
                  <a:pt x="5721" y="21589"/>
                </a:lnTo>
                <a:lnTo>
                  <a:pt x="4574" y="21600"/>
                </a:lnTo>
                <a:lnTo>
                  <a:pt x="3426" y="21561"/>
                </a:lnTo>
                <a:lnTo>
                  <a:pt x="2281" y="21479"/>
                </a:lnTo>
                <a:lnTo>
                  <a:pt x="1138" y="21362"/>
                </a:lnTo>
                <a:lnTo>
                  <a:pt x="0" y="21220"/>
                </a:lnTo>
                <a:lnTo>
                  <a:pt x="0" y="19458"/>
                </a:lnTo>
                <a:lnTo>
                  <a:pt x="0" y="17669"/>
                </a:lnTo>
                <a:lnTo>
                  <a:pt x="1175" y="17669"/>
                </a:lnTo>
                <a:lnTo>
                  <a:pt x="2351" y="17669"/>
                </a:lnTo>
                <a:lnTo>
                  <a:pt x="3531" y="17669"/>
                </a:lnTo>
                <a:lnTo>
                  <a:pt x="4715" y="17669"/>
                </a:lnTo>
                <a:lnTo>
                  <a:pt x="5905" y="17669"/>
                </a:lnTo>
                <a:lnTo>
                  <a:pt x="7101" y="17669"/>
                </a:lnTo>
                <a:lnTo>
                  <a:pt x="8308" y="17669"/>
                </a:lnTo>
                <a:lnTo>
                  <a:pt x="8137" y="15396"/>
                </a:lnTo>
                <a:lnTo>
                  <a:pt x="7964" y="13105"/>
                </a:lnTo>
                <a:lnTo>
                  <a:pt x="7789" y="10786"/>
                </a:lnTo>
                <a:lnTo>
                  <a:pt x="7799" y="7909"/>
                </a:lnTo>
                <a:lnTo>
                  <a:pt x="7934" y="6009"/>
                </a:lnTo>
                <a:lnTo>
                  <a:pt x="8308" y="3463"/>
                </a:lnTo>
                <a:lnTo>
                  <a:pt x="9398" y="2365"/>
                </a:lnTo>
                <a:lnTo>
                  <a:pt x="10496" y="1485"/>
                </a:lnTo>
                <a:lnTo>
                  <a:pt x="11601" y="810"/>
                </a:lnTo>
                <a:lnTo>
                  <a:pt x="12712" y="341"/>
                </a:lnTo>
                <a:lnTo>
                  <a:pt x="13827" y="71"/>
                </a:lnTo>
                <a:lnTo>
                  <a:pt x="14944" y="0"/>
                </a:lnTo>
                <a:lnTo>
                  <a:pt x="16060" y="117"/>
                </a:lnTo>
                <a:lnTo>
                  <a:pt x="17177" y="426"/>
                </a:lnTo>
                <a:lnTo>
                  <a:pt x="18290" y="920"/>
                </a:lnTo>
                <a:lnTo>
                  <a:pt x="19400" y="1595"/>
                </a:lnTo>
                <a:lnTo>
                  <a:pt x="20503" y="2443"/>
                </a:lnTo>
                <a:lnTo>
                  <a:pt x="21600" y="3463"/>
                </a:lnTo>
                <a:close/>
              </a:path>
            </a:pathLst>
          </a:custGeom>
          <a:solidFill>
            <a:srgbClr val="E8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1" name="contour_07579"/>
          <p:cNvSpPr/>
          <p:nvPr/>
        </p:nvSpPr>
        <p:spPr>
          <a:xfrm>
            <a:off x="8681292" y="2754861"/>
            <a:ext cx="4581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90" y="0"/>
                </a:moveTo>
                <a:lnTo>
                  <a:pt x="16645" y="423"/>
                </a:lnTo>
                <a:lnTo>
                  <a:pt x="18047" y="788"/>
                </a:lnTo>
                <a:lnTo>
                  <a:pt x="19439" y="1300"/>
                </a:lnTo>
                <a:lnTo>
                  <a:pt x="21463" y="2160"/>
                </a:lnTo>
                <a:lnTo>
                  <a:pt x="21600" y="3663"/>
                </a:lnTo>
                <a:lnTo>
                  <a:pt x="21583" y="5141"/>
                </a:lnTo>
                <a:lnTo>
                  <a:pt x="21421" y="6597"/>
                </a:lnTo>
                <a:lnTo>
                  <a:pt x="21126" y="8035"/>
                </a:lnTo>
                <a:lnTo>
                  <a:pt x="20710" y="9461"/>
                </a:lnTo>
                <a:lnTo>
                  <a:pt x="20181" y="10878"/>
                </a:lnTo>
                <a:lnTo>
                  <a:pt x="19552" y="12290"/>
                </a:lnTo>
                <a:lnTo>
                  <a:pt x="18830" y="13703"/>
                </a:lnTo>
                <a:lnTo>
                  <a:pt x="18026" y="15120"/>
                </a:lnTo>
                <a:lnTo>
                  <a:pt x="16260" y="16273"/>
                </a:lnTo>
                <a:lnTo>
                  <a:pt x="14453" y="17328"/>
                </a:lnTo>
                <a:lnTo>
                  <a:pt x="12587" y="18295"/>
                </a:lnTo>
                <a:lnTo>
                  <a:pt x="10649" y="19192"/>
                </a:lnTo>
                <a:lnTo>
                  <a:pt x="8628" y="20032"/>
                </a:lnTo>
                <a:lnTo>
                  <a:pt x="6508" y="20829"/>
                </a:lnTo>
                <a:lnTo>
                  <a:pt x="4282" y="21600"/>
                </a:lnTo>
                <a:lnTo>
                  <a:pt x="2952" y="18559"/>
                </a:lnTo>
                <a:lnTo>
                  <a:pt x="1893" y="16101"/>
                </a:lnTo>
                <a:lnTo>
                  <a:pt x="1089" y="14133"/>
                </a:lnTo>
                <a:lnTo>
                  <a:pt x="522" y="12565"/>
                </a:lnTo>
                <a:lnTo>
                  <a:pt x="165" y="11305"/>
                </a:lnTo>
                <a:lnTo>
                  <a:pt x="0" y="10266"/>
                </a:lnTo>
                <a:lnTo>
                  <a:pt x="3" y="9355"/>
                </a:lnTo>
                <a:lnTo>
                  <a:pt x="162" y="8480"/>
                </a:lnTo>
                <a:lnTo>
                  <a:pt x="450" y="7551"/>
                </a:lnTo>
                <a:lnTo>
                  <a:pt x="845" y="6480"/>
                </a:lnTo>
                <a:lnTo>
                  <a:pt x="2976" y="6024"/>
                </a:lnTo>
                <a:lnTo>
                  <a:pt x="5079" y="5668"/>
                </a:lnTo>
                <a:lnTo>
                  <a:pt x="7192" y="5387"/>
                </a:lnTo>
                <a:lnTo>
                  <a:pt x="9346" y="5167"/>
                </a:lnTo>
                <a:lnTo>
                  <a:pt x="11583" y="4987"/>
                </a:lnTo>
                <a:lnTo>
                  <a:pt x="13078" y="4657"/>
                </a:lnTo>
                <a:lnTo>
                  <a:pt x="14590" y="4320"/>
                </a:lnTo>
                <a:lnTo>
                  <a:pt x="14590" y="2892"/>
                </a:lnTo>
                <a:lnTo>
                  <a:pt x="14590" y="1456"/>
                </a:lnTo>
                <a:lnTo>
                  <a:pt x="14590" y="0"/>
                </a:lnTo>
                <a:close/>
              </a:path>
            </a:pathLst>
          </a:custGeom>
          <a:solidFill>
            <a:srgbClr val="C4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2" name="contour_07580"/>
          <p:cNvSpPr/>
          <p:nvPr/>
        </p:nvSpPr>
        <p:spPr>
          <a:xfrm>
            <a:off x="5169682" y="2762149"/>
            <a:ext cx="66182" cy="51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" y="0"/>
                </a:moveTo>
                <a:lnTo>
                  <a:pt x="1962" y="580"/>
                </a:lnTo>
                <a:lnTo>
                  <a:pt x="3218" y="1030"/>
                </a:lnTo>
                <a:lnTo>
                  <a:pt x="4303" y="1499"/>
                </a:lnTo>
                <a:lnTo>
                  <a:pt x="5559" y="2135"/>
                </a:lnTo>
                <a:lnTo>
                  <a:pt x="7328" y="3085"/>
                </a:lnTo>
                <a:lnTo>
                  <a:pt x="7328" y="5124"/>
                </a:lnTo>
                <a:lnTo>
                  <a:pt x="7328" y="7175"/>
                </a:lnTo>
                <a:lnTo>
                  <a:pt x="7328" y="9254"/>
                </a:lnTo>
                <a:lnTo>
                  <a:pt x="8741" y="9254"/>
                </a:lnTo>
                <a:lnTo>
                  <a:pt x="10159" y="9254"/>
                </a:lnTo>
                <a:lnTo>
                  <a:pt x="11581" y="9254"/>
                </a:lnTo>
                <a:lnTo>
                  <a:pt x="13016" y="9254"/>
                </a:lnTo>
                <a:lnTo>
                  <a:pt x="14464" y="9254"/>
                </a:lnTo>
                <a:lnTo>
                  <a:pt x="14464" y="7215"/>
                </a:lnTo>
                <a:lnTo>
                  <a:pt x="14464" y="5164"/>
                </a:lnTo>
                <a:lnTo>
                  <a:pt x="14464" y="3085"/>
                </a:lnTo>
                <a:lnTo>
                  <a:pt x="15877" y="3085"/>
                </a:lnTo>
                <a:lnTo>
                  <a:pt x="17295" y="3085"/>
                </a:lnTo>
                <a:lnTo>
                  <a:pt x="18717" y="3085"/>
                </a:lnTo>
                <a:lnTo>
                  <a:pt x="20151" y="3085"/>
                </a:lnTo>
                <a:lnTo>
                  <a:pt x="21600" y="3085"/>
                </a:lnTo>
                <a:lnTo>
                  <a:pt x="20920" y="4846"/>
                </a:lnTo>
                <a:lnTo>
                  <a:pt x="20239" y="6611"/>
                </a:lnTo>
                <a:lnTo>
                  <a:pt x="19562" y="8372"/>
                </a:lnTo>
                <a:lnTo>
                  <a:pt x="18881" y="10137"/>
                </a:lnTo>
                <a:lnTo>
                  <a:pt x="18203" y="11898"/>
                </a:lnTo>
                <a:lnTo>
                  <a:pt x="17523" y="13663"/>
                </a:lnTo>
                <a:lnTo>
                  <a:pt x="16843" y="15424"/>
                </a:lnTo>
                <a:lnTo>
                  <a:pt x="16360" y="17189"/>
                </a:lnTo>
                <a:lnTo>
                  <a:pt x="15868" y="18978"/>
                </a:lnTo>
                <a:lnTo>
                  <a:pt x="15518" y="19629"/>
                </a:lnTo>
                <a:lnTo>
                  <a:pt x="14464" y="21594"/>
                </a:lnTo>
                <a:lnTo>
                  <a:pt x="12825" y="21600"/>
                </a:lnTo>
                <a:lnTo>
                  <a:pt x="11660" y="21501"/>
                </a:lnTo>
                <a:lnTo>
                  <a:pt x="10409" y="21208"/>
                </a:lnTo>
                <a:lnTo>
                  <a:pt x="8518" y="20631"/>
                </a:lnTo>
                <a:lnTo>
                  <a:pt x="6931" y="20169"/>
                </a:lnTo>
                <a:lnTo>
                  <a:pt x="5321" y="19703"/>
                </a:lnTo>
                <a:lnTo>
                  <a:pt x="3694" y="18966"/>
                </a:lnTo>
                <a:lnTo>
                  <a:pt x="2616" y="18271"/>
                </a:lnTo>
                <a:lnTo>
                  <a:pt x="1610" y="17226"/>
                </a:lnTo>
                <a:lnTo>
                  <a:pt x="193" y="15424"/>
                </a:lnTo>
                <a:lnTo>
                  <a:pt x="59" y="13234"/>
                </a:lnTo>
                <a:lnTo>
                  <a:pt x="0" y="11679"/>
                </a:lnTo>
                <a:lnTo>
                  <a:pt x="0" y="10023"/>
                </a:lnTo>
                <a:lnTo>
                  <a:pt x="45" y="7521"/>
                </a:lnTo>
                <a:lnTo>
                  <a:pt x="78" y="5408"/>
                </a:lnTo>
                <a:lnTo>
                  <a:pt x="109" y="3267"/>
                </a:lnTo>
                <a:lnTo>
                  <a:pt x="150" y="1644"/>
                </a:lnTo>
                <a:lnTo>
                  <a:pt x="193" y="0"/>
                </a:lnTo>
                <a:close/>
              </a:path>
            </a:pathLst>
          </a:custGeom>
          <a:solidFill>
            <a:srgbClr val="BCB9C7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3" name="contour_07581"/>
          <p:cNvSpPr/>
          <p:nvPr/>
        </p:nvSpPr>
        <p:spPr>
          <a:xfrm>
            <a:off x="2014572" y="2740285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758" y="1071"/>
                </a:lnTo>
                <a:lnTo>
                  <a:pt x="8323" y="2160"/>
                </a:lnTo>
                <a:lnTo>
                  <a:pt x="9551" y="3231"/>
                </a:lnTo>
                <a:lnTo>
                  <a:pt x="10800" y="4320"/>
                </a:lnTo>
                <a:lnTo>
                  <a:pt x="12938" y="4320"/>
                </a:lnTo>
                <a:lnTo>
                  <a:pt x="15084" y="4320"/>
                </a:lnTo>
                <a:lnTo>
                  <a:pt x="17237" y="4320"/>
                </a:lnTo>
                <a:lnTo>
                  <a:pt x="19408" y="4320"/>
                </a:lnTo>
                <a:lnTo>
                  <a:pt x="21600" y="4320"/>
                </a:lnTo>
                <a:lnTo>
                  <a:pt x="21600" y="5746"/>
                </a:lnTo>
                <a:lnTo>
                  <a:pt x="21600" y="7171"/>
                </a:lnTo>
                <a:lnTo>
                  <a:pt x="21600" y="8599"/>
                </a:lnTo>
                <a:lnTo>
                  <a:pt x="21600" y="10029"/>
                </a:lnTo>
                <a:lnTo>
                  <a:pt x="21600" y="11461"/>
                </a:lnTo>
                <a:lnTo>
                  <a:pt x="21600" y="12895"/>
                </a:lnTo>
                <a:lnTo>
                  <a:pt x="21600" y="14334"/>
                </a:lnTo>
                <a:lnTo>
                  <a:pt x="21600" y="15777"/>
                </a:lnTo>
                <a:lnTo>
                  <a:pt x="21600" y="17224"/>
                </a:lnTo>
                <a:lnTo>
                  <a:pt x="21600" y="18675"/>
                </a:lnTo>
                <a:lnTo>
                  <a:pt x="21600" y="20136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20174"/>
                </a:lnTo>
                <a:lnTo>
                  <a:pt x="7200" y="18747"/>
                </a:lnTo>
                <a:lnTo>
                  <a:pt x="7200" y="17319"/>
                </a:lnTo>
                <a:lnTo>
                  <a:pt x="7200" y="15887"/>
                </a:lnTo>
                <a:lnTo>
                  <a:pt x="7200" y="14450"/>
                </a:lnTo>
                <a:lnTo>
                  <a:pt x="7200" y="13008"/>
                </a:lnTo>
                <a:lnTo>
                  <a:pt x="7200" y="11560"/>
                </a:lnTo>
                <a:lnTo>
                  <a:pt x="7200" y="10104"/>
                </a:lnTo>
                <a:lnTo>
                  <a:pt x="7200" y="8640"/>
                </a:lnTo>
                <a:lnTo>
                  <a:pt x="4820" y="8640"/>
                </a:lnTo>
                <a:lnTo>
                  <a:pt x="2426" y="8640"/>
                </a:lnTo>
                <a:lnTo>
                  <a:pt x="0" y="8640"/>
                </a:lnTo>
                <a:lnTo>
                  <a:pt x="0" y="7212"/>
                </a:lnTo>
                <a:lnTo>
                  <a:pt x="0" y="5776"/>
                </a:lnTo>
                <a:lnTo>
                  <a:pt x="0" y="4320"/>
                </a:lnTo>
                <a:lnTo>
                  <a:pt x="2380" y="4320"/>
                </a:lnTo>
                <a:lnTo>
                  <a:pt x="4774" y="4320"/>
                </a:lnTo>
                <a:lnTo>
                  <a:pt x="7200" y="4320"/>
                </a:lnTo>
                <a:lnTo>
                  <a:pt x="7200" y="2892"/>
                </a:lnTo>
                <a:lnTo>
                  <a:pt x="7200" y="1456"/>
                </a:lnTo>
                <a:lnTo>
                  <a:pt x="7200" y="0"/>
                </a:lnTo>
                <a:close/>
              </a:path>
            </a:pathLst>
          </a:custGeom>
          <a:solidFill>
            <a:srgbClr val="454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4" name="contour_07582"/>
          <p:cNvSpPr/>
          <p:nvPr/>
        </p:nvSpPr>
        <p:spPr>
          <a:xfrm>
            <a:off x="7050574" y="2760327"/>
            <a:ext cx="58960" cy="617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22" y="0"/>
                </a:moveTo>
                <a:lnTo>
                  <a:pt x="19678" y="316"/>
                </a:lnTo>
                <a:lnTo>
                  <a:pt x="21360" y="638"/>
                </a:lnTo>
                <a:lnTo>
                  <a:pt x="21520" y="2459"/>
                </a:lnTo>
                <a:lnTo>
                  <a:pt x="21600" y="3768"/>
                </a:lnTo>
                <a:lnTo>
                  <a:pt x="21600" y="4931"/>
                </a:lnTo>
                <a:lnTo>
                  <a:pt x="21520" y="6316"/>
                </a:lnTo>
                <a:lnTo>
                  <a:pt x="21360" y="8290"/>
                </a:lnTo>
                <a:lnTo>
                  <a:pt x="20097" y="8884"/>
                </a:lnTo>
                <a:lnTo>
                  <a:pt x="18815" y="9486"/>
                </a:lnTo>
                <a:lnTo>
                  <a:pt x="17040" y="10499"/>
                </a:lnTo>
                <a:lnTo>
                  <a:pt x="15844" y="11545"/>
                </a:lnTo>
                <a:lnTo>
                  <a:pt x="15024" y="12746"/>
                </a:lnTo>
                <a:lnTo>
                  <a:pt x="14372" y="14226"/>
                </a:lnTo>
                <a:lnTo>
                  <a:pt x="13684" y="16101"/>
                </a:lnTo>
                <a:lnTo>
                  <a:pt x="12909" y="17730"/>
                </a:lnTo>
                <a:lnTo>
                  <a:pt x="12338" y="18789"/>
                </a:lnTo>
                <a:lnTo>
                  <a:pt x="11689" y="19740"/>
                </a:lnTo>
                <a:lnTo>
                  <a:pt x="10680" y="21044"/>
                </a:lnTo>
                <a:lnTo>
                  <a:pt x="8814" y="21414"/>
                </a:lnTo>
                <a:lnTo>
                  <a:pt x="7081" y="21587"/>
                </a:lnTo>
                <a:lnTo>
                  <a:pt x="5407" y="21600"/>
                </a:lnTo>
                <a:lnTo>
                  <a:pt x="3717" y="21490"/>
                </a:lnTo>
                <a:lnTo>
                  <a:pt x="1938" y="21291"/>
                </a:lnTo>
                <a:lnTo>
                  <a:pt x="0" y="21044"/>
                </a:lnTo>
                <a:lnTo>
                  <a:pt x="347" y="19039"/>
                </a:lnTo>
                <a:lnTo>
                  <a:pt x="766" y="17179"/>
                </a:lnTo>
                <a:lnTo>
                  <a:pt x="1266" y="15445"/>
                </a:lnTo>
                <a:lnTo>
                  <a:pt x="1853" y="13823"/>
                </a:lnTo>
                <a:lnTo>
                  <a:pt x="2534" y="12290"/>
                </a:lnTo>
                <a:lnTo>
                  <a:pt x="3316" y="10828"/>
                </a:lnTo>
                <a:lnTo>
                  <a:pt x="4208" y="9423"/>
                </a:lnTo>
                <a:lnTo>
                  <a:pt x="5214" y="8050"/>
                </a:lnTo>
                <a:lnTo>
                  <a:pt x="6341" y="6696"/>
                </a:lnTo>
                <a:lnTo>
                  <a:pt x="7601" y="5341"/>
                </a:lnTo>
                <a:lnTo>
                  <a:pt x="8995" y="3964"/>
                </a:lnTo>
                <a:lnTo>
                  <a:pt x="10533" y="2551"/>
                </a:lnTo>
                <a:lnTo>
                  <a:pt x="11945" y="1612"/>
                </a:lnTo>
                <a:lnTo>
                  <a:pt x="13040" y="1010"/>
                </a:lnTo>
                <a:lnTo>
                  <a:pt x="14178" y="622"/>
                </a:lnTo>
                <a:lnTo>
                  <a:pt x="15721" y="326"/>
                </a:lnTo>
                <a:lnTo>
                  <a:pt x="18022" y="0"/>
                </a:lnTo>
                <a:close/>
              </a:path>
            </a:pathLst>
          </a:custGeom>
          <a:solidFill>
            <a:srgbClr val="DEE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5" name="contour_07583"/>
          <p:cNvSpPr/>
          <p:nvPr/>
        </p:nvSpPr>
        <p:spPr>
          <a:xfrm>
            <a:off x="1730341" y="2754307"/>
            <a:ext cx="45856" cy="515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61" y="43"/>
                </a:moveTo>
                <a:lnTo>
                  <a:pt x="15105" y="67"/>
                </a:lnTo>
                <a:lnTo>
                  <a:pt x="16777" y="119"/>
                </a:lnTo>
                <a:lnTo>
                  <a:pt x="20598" y="232"/>
                </a:lnTo>
                <a:lnTo>
                  <a:pt x="20910" y="2314"/>
                </a:lnTo>
                <a:lnTo>
                  <a:pt x="21181" y="4365"/>
                </a:lnTo>
                <a:lnTo>
                  <a:pt x="21401" y="6395"/>
                </a:lnTo>
                <a:lnTo>
                  <a:pt x="21545" y="8410"/>
                </a:lnTo>
                <a:lnTo>
                  <a:pt x="21600" y="10418"/>
                </a:lnTo>
                <a:lnTo>
                  <a:pt x="21552" y="12430"/>
                </a:lnTo>
                <a:lnTo>
                  <a:pt x="21380" y="14448"/>
                </a:lnTo>
                <a:lnTo>
                  <a:pt x="21068" y="16484"/>
                </a:lnTo>
                <a:lnTo>
                  <a:pt x="20598" y="18547"/>
                </a:lnTo>
                <a:lnTo>
                  <a:pt x="18524" y="19466"/>
                </a:lnTo>
                <a:lnTo>
                  <a:pt x="16457" y="20178"/>
                </a:lnTo>
                <a:lnTo>
                  <a:pt x="14384" y="20709"/>
                </a:lnTo>
                <a:lnTo>
                  <a:pt x="12290" y="21087"/>
                </a:lnTo>
                <a:lnTo>
                  <a:pt x="10161" y="21341"/>
                </a:lnTo>
                <a:lnTo>
                  <a:pt x="7982" y="21490"/>
                </a:lnTo>
                <a:lnTo>
                  <a:pt x="5743" y="21569"/>
                </a:lnTo>
                <a:lnTo>
                  <a:pt x="3433" y="21600"/>
                </a:lnTo>
                <a:lnTo>
                  <a:pt x="2983" y="19808"/>
                </a:lnTo>
                <a:lnTo>
                  <a:pt x="2547" y="18019"/>
                </a:lnTo>
                <a:lnTo>
                  <a:pt x="2118" y="16224"/>
                </a:lnTo>
                <a:lnTo>
                  <a:pt x="1699" y="14430"/>
                </a:lnTo>
                <a:lnTo>
                  <a:pt x="1287" y="12632"/>
                </a:lnTo>
                <a:lnTo>
                  <a:pt x="889" y="10968"/>
                </a:lnTo>
                <a:lnTo>
                  <a:pt x="487" y="9289"/>
                </a:lnTo>
                <a:lnTo>
                  <a:pt x="79" y="7592"/>
                </a:lnTo>
                <a:lnTo>
                  <a:pt x="41" y="5452"/>
                </a:lnTo>
                <a:lnTo>
                  <a:pt x="0" y="3285"/>
                </a:lnTo>
                <a:lnTo>
                  <a:pt x="2201" y="1917"/>
                </a:lnTo>
                <a:lnTo>
                  <a:pt x="4404" y="980"/>
                </a:lnTo>
                <a:lnTo>
                  <a:pt x="6653" y="397"/>
                </a:lnTo>
                <a:lnTo>
                  <a:pt x="8998" y="95"/>
                </a:lnTo>
                <a:lnTo>
                  <a:pt x="11483" y="0"/>
                </a:lnTo>
                <a:lnTo>
                  <a:pt x="14161" y="43"/>
                </a:lnTo>
                <a:close/>
              </a:path>
            </a:pathLst>
          </a:custGeom>
          <a:solidFill>
            <a:srgbClr val="ECDB99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6" name="contour_07584"/>
          <p:cNvSpPr/>
          <p:nvPr/>
        </p:nvSpPr>
        <p:spPr>
          <a:xfrm>
            <a:off x="4361225" y="2718421"/>
            <a:ext cx="8205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6" y="0"/>
                </a:moveTo>
                <a:lnTo>
                  <a:pt x="20157" y="0"/>
                </a:lnTo>
                <a:lnTo>
                  <a:pt x="21124" y="0"/>
                </a:lnTo>
                <a:lnTo>
                  <a:pt x="21333" y="1841"/>
                </a:lnTo>
                <a:lnTo>
                  <a:pt x="21496" y="3612"/>
                </a:lnTo>
                <a:lnTo>
                  <a:pt x="21594" y="5321"/>
                </a:lnTo>
                <a:lnTo>
                  <a:pt x="21600" y="6979"/>
                </a:lnTo>
                <a:lnTo>
                  <a:pt x="21491" y="8602"/>
                </a:lnTo>
                <a:lnTo>
                  <a:pt x="21241" y="10195"/>
                </a:lnTo>
                <a:lnTo>
                  <a:pt x="20829" y="11777"/>
                </a:lnTo>
                <a:lnTo>
                  <a:pt x="20228" y="13351"/>
                </a:lnTo>
                <a:lnTo>
                  <a:pt x="19415" y="14935"/>
                </a:lnTo>
                <a:lnTo>
                  <a:pt x="18454" y="16102"/>
                </a:lnTo>
                <a:lnTo>
                  <a:pt x="17483" y="17244"/>
                </a:lnTo>
                <a:lnTo>
                  <a:pt x="16501" y="18365"/>
                </a:lnTo>
                <a:lnTo>
                  <a:pt x="15503" y="19464"/>
                </a:lnTo>
                <a:lnTo>
                  <a:pt x="14488" y="20542"/>
                </a:lnTo>
                <a:lnTo>
                  <a:pt x="13450" y="21600"/>
                </a:lnTo>
                <a:lnTo>
                  <a:pt x="12365" y="20582"/>
                </a:lnTo>
                <a:lnTo>
                  <a:pt x="11279" y="19562"/>
                </a:lnTo>
                <a:lnTo>
                  <a:pt x="10189" y="18540"/>
                </a:lnTo>
                <a:lnTo>
                  <a:pt x="9095" y="17513"/>
                </a:lnTo>
                <a:lnTo>
                  <a:pt x="7996" y="16483"/>
                </a:lnTo>
                <a:lnTo>
                  <a:pt x="6891" y="15444"/>
                </a:lnTo>
                <a:lnTo>
                  <a:pt x="5776" y="14400"/>
                </a:lnTo>
                <a:lnTo>
                  <a:pt x="5776" y="15826"/>
                </a:lnTo>
                <a:lnTo>
                  <a:pt x="5776" y="17256"/>
                </a:lnTo>
                <a:lnTo>
                  <a:pt x="5776" y="18691"/>
                </a:lnTo>
                <a:lnTo>
                  <a:pt x="5776" y="20138"/>
                </a:lnTo>
                <a:lnTo>
                  <a:pt x="5776" y="21600"/>
                </a:lnTo>
                <a:lnTo>
                  <a:pt x="4637" y="21600"/>
                </a:lnTo>
                <a:lnTo>
                  <a:pt x="3494" y="21600"/>
                </a:lnTo>
                <a:lnTo>
                  <a:pt x="2346" y="21600"/>
                </a:lnTo>
                <a:lnTo>
                  <a:pt x="1189" y="21600"/>
                </a:lnTo>
                <a:lnTo>
                  <a:pt x="21" y="21600"/>
                </a:lnTo>
                <a:lnTo>
                  <a:pt x="0" y="19790"/>
                </a:lnTo>
                <a:lnTo>
                  <a:pt x="59" y="18110"/>
                </a:lnTo>
                <a:lnTo>
                  <a:pt x="242" y="16526"/>
                </a:lnTo>
                <a:lnTo>
                  <a:pt x="589" y="15002"/>
                </a:lnTo>
                <a:lnTo>
                  <a:pt x="1140" y="13505"/>
                </a:lnTo>
                <a:lnTo>
                  <a:pt x="1940" y="12000"/>
                </a:lnTo>
                <a:lnTo>
                  <a:pt x="3292" y="11760"/>
                </a:lnTo>
                <a:lnTo>
                  <a:pt x="4637" y="11594"/>
                </a:lnTo>
                <a:lnTo>
                  <a:pt x="5976" y="11491"/>
                </a:lnTo>
                <a:lnTo>
                  <a:pt x="7311" y="11446"/>
                </a:lnTo>
                <a:lnTo>
                  <a:pt x="8645" y="11453"/>
                </a:lnTo>
                <a:lnTo>
                  <a:pt x="9980" y="11503"/>
                </a:lnTo>
                <a:lnTo>
                  <a:pt x="11317" y="11590"/>
                </a:lnTo>
                <a:lnTo>
                  <a:pt x="12660" y="11705"/>
                </a:lnTo>
                <a:lnTo>
                  <a:pt x="14011" y="11844"/>
                </a:lnTo>
                <a:lnTo>
                  <a:pt x="15369" y="12000"/>
                </a:lnTo>
                <a:lnTo>
                  <a:pt x="15369" y="10414"/>
                </a:lnTo>
                <a:lnTo>
                  <a:pt x="15369" y="8818"/>
                </a:lnTo>
                <a:lnTo>
                  <a:pt x="15369" y="7200"/>
                </a:lnTo>
                <a:lnTo>
                  <a:pt x="16637" y="7200"/>
                </a:lnTo>
                <a:lnTo>
                  <a:pt x="17913" y="7200"/>
                </a:lnTo>
                <a:lnTo>
                  <a:pt x="19206" y="7200"/>
                </a:lnTo>
                <a:lnTo>
                  <a:pt x="19206" y="5774"/>
                </a:lnTo>
                <a:lnTo>
                  <a:pt x="19206" y="4344"/>
                </a:lnTo>
                <a:lnTo>
                  <a:pt x="19206" y="2909"/>
                </a:lnTo>
                <a:lnTo>
                  <a:pt x="19206" y="1462"/>
                </a:lnTo>
                <a:lnTo>
                  <a:pt x="19206" y="0"/>
                </a:lnTo>
                <a:close/>
              </a:path>
            </a:pathLst>
          </a:custGeom>
          <a:solidFill>
            <a:srgbClr val="CFD5D8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7" name="contour_07585"/>
          <p:cNvSpPr/>
          <p:nvPr/>
        </p:nvSpPr>
        <p:spPr>
          <a:xfrm>
            <a:off x="3639794" y="2696557"/>
            <a:ext cx="5218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49" y="0"/>
                </a:moveTo>
                <a:lnTo>
                  <a:pt x="10874" y="564"/>
                </a:lnTo>
                <a:lnTo>
                  <a:pt x="12663" y="1150"/>
                </a:lnTo>
                <a:lnTo>
                  <a:pt x="14415" y="1769"/>
                </a:lnTo>
                <a:lnTo>
                  <a:pt x="16134" y="2434"/>
                </a:lnTo>
                <a:lnTo>
                  <a:pt x="17824" y="3151"/>
                </a:lnTo>
                <a:lnTo>
                  <a:pt x="19483" y="3936"/>
                </a:lnTo>
                <a:lnTo>
                  <a:pt x="21114" y="4800"/>
                </a:lnTo>
                <a:lnTo>
                  <a:pt x="21470" y="6487"/>
                </a:lnTo>
                <a:lnTo>
                  <a:pt x="21600" y="8177"/>
                </a:lnTo>
                <a:lnTo>
                  <a:pt x="21528" y="9871"/>
                </a:lnTo>
                <a:lnTo>
                  <a:pt x="21292" y="11563"/>
                </a:lnTo>
                <a:lnTo>
                  <a:pt x="20918" y="13253"/>
                </a:lnTo>
                <a:lnTo>
                  <a:pt x="20442" y="14940"/>
                </a:lnTo>
                <a:lnTo>
                  <a:pt x="19890" y="16620"/>
                </a:lnTo>
                <a:lnTo>
                  <a:pt x="19296" y="18290"/>
                </a:lnTo>
                <a:lnTo>
                  <a:pt x="18686" y="19951"/>
                </a:lnTo>
                <a:lnTo>
                  <a:pt x="18098" y="21600"/>
                </a:lnTo>
                <a:lnTo>
                  <a:pt x="18098" y="20014"/>
                </a:lnTo>
                <a:lnTo>
                  <a:pt x="18098" y="18418"/>
                </a:lnTo>
                <a:lnTo>
                  <a:pt x="18098" y="16800"/>
                </a:lnTo>
                <a:lnTo>
                  <a:pt x="16107" y="16800"/>
                </a:lnTo>
                <a:lnTo>
                  <a:pt x="14113" y="16800"/>
                </a:lnTo>
                <a:lnTo>
                  <a:pt x="12120" y="16800"/>
                </a:lnTo>
                <a:lnTo>
                  <a:pt x="10120" y="16800"/>
                </a:lnTo>
                <a:lnTo>
                  <a:pt x="8114" y="16800"/>
                </a:lnTo>
                <a:lnTo>
                  <a:pt x="6099" y="16800"/>
                </a:lnTo>
                <a:lnTo>
                  <a:pt x="4078" y="16800"/>
                </a:lnTo>
                <a:lnTo>
                  <a:pt x="2045" y="16800"/>
                </a:lnTo>
                <a:lnTo>
                  <a:pt x="0" y="16800"/>
                </a:lnTo>
                <a:lnTo>
                  <a:pt x="0" y="15214"/>
                </a:lnTo>
                <a:lnTo>
                  <a:pt x="0" y="13618"/>
                </a:lnTo>
                <a:lnTo>
                  <a:pt x="0" y="12000"/>
                </a:lnTo>
                <a:lnTo>
                  <a:pt x="1403" y="11554"/>
                </a:lnTo>
                <a:lnTo>
                  <a:pt x="2829" y="11100"/>
                </a:lnTo>
                <a:lnTo>
                  <a:pt x="5122" y="9960"/>
                </a:lnTo>
                <a:lnTo>
                  <a:pt x="6232" y="8981"/>
                </a:lnTo>
                <a:lnTo>
                  <a:pt x="7103" y="7322"/>
                </a:lnTo>
                <a:lnTo>
                  <a:pt x="7532" y="5866"/>
                </a:lnTo>
                <a:lnTo>
                  <a:pt x="7936" y="4402"/>
                </a:lnTo>
                <a:lnTo>
                  <a:pt x="8319" y="2938"/>
                </a:lnTo>
                <a:lnTo>
                  <a:pt x="8687" y="1469"/>
                </a:lnTo>
                <a:lnTo>
                  <a:pt x="9049" y="0"/>
                </a:lnTo>
                <a:close/>
              </a:path>
            </a:pathLst>
          </a:custGeom>
          <a:solidFill>
            <a:srgbClr val="6D6B61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8" name="contour_07586"/>
          <p:cNvSpPr/>
          <p:nvPr/>
        </p:nvSpPr>
        <p:spPr>
          <a:xfrm>
            <a:off x="4366721" y="2702941"/>
            <a:ext cx="67465" cy="45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6"/>
                </a:moveTo>
                <a:lnTo>
                  <a:pt x="21136" y="2790"/>
                </a:lnTo>
                <a:lnTo>
                  <a:pt x="20662" y="5074"/>
                </a:lnTo>
                <a:lnTo>
                  <a:pt x="20165" y="7287"/>
                </a:lnTo>
                <a:lnTo>
                  <a:pt x="19628" y="9431"/>
                </a:lnTo>
                <a:lnTo>
                  <a:pt x="19031" y="11506"/>
                </a:lnTo>
                <a:lnTo>
                  <a:pt x="18361" y="13523"/>
                </a:lnTo>
                <a:lnTo>
                  <a:pt x="17598" y="15481"/>
                </a:lnTo>
                <a:lnTo>
                  <a:pt x="16728" y="17381"/>
                </a:lnTo>
                <a:lnTo>
                  <a:pt x="15734" y="19236"/>
                </a:lnTo>
                <a:lnTo>
                  <a:pt x="14600" y="21040"/>
                </a:lnTo>
                <a:lnTo>
                  <a:pt x="13032" y="21294"/>
                </a:lnTo>
                <a:lnTo>
                  <a:pt x="11476" y="21466"/>
                </a:lnTo>
                <a:lnTo>
                  <a:pt x="9924" y="21566"/>
                </a:lnTo>
                <a:lnTo>
                  <a:pt x="8377" y="21600"/>
                </a:lnTo>
                <a:lnTo>
                  <a:pt x="6832" y="21576"/>
                </a:lnTo>
                <a:lnTo>
                  <a:pt x="5285" y="21500"/>
                </a:lnTo>
                <a:lnTo>
                  <a:pt x="3731" y="21380"/>
                </a:lnTo>
                <a:lnTo>
                  <a:pt x="2170" y="21226"/>
                </a:lnTo>
                <a:lnTo>
                  <a:pt x="600" y="21040"/>
                </a:lnTo>
                <a:lnTo>
                  <a:pt x="266" y="17292"/>
                </a:lnTo>
                <a:lnTo>
                  <a:pt x="65" y="14639"/>
                </a:lnTo>
                <a:lnTo>
                  <a:pt x="0" y="12691"/>
                </a:lnTo>
                <a:lnTo>
                  <a:pt x="65" y="11073"/>
                </a:lnTo>
                <a:lnTo>
                  <a:pt x="266" y="9403"/>
                </a:lnTo>
                <a:lnTo>
                  <a:pt x="600" y="7297"/>
                </a:lnTo>
                <a:lnTo>
                  <a:pt x="1939" y="5545"/>
                </a:lnTo>
                <a:lnTo>
                  <a:pt x="3355" y="4085"/>
                </a:lnTo>
                <a:lnTo>
                  <a:pt x="4837" y="2889"/>
                </a:lnTo>
                <a:lnTo>
                  <a:pt x="6379" y="1938"/>
                </a:lnTo>
                <a:lnTo>
                  <a:pt x="7971" y="1206"/>
                </a:lnTo>
                <a:lnTo>
                  <a:pt x="9606" y="667"/>
                </a:lnTo>
                <a:lnTo>
                  <a:pt x="11280" y="302"/>
                </a:lnTo>
                <a:lnTo>
                  <a:pt x="12976" y="89"/>
                </a:lnTo>
                <a:lnTo>
                  <a:pt x="14696" y="0"/>
                </a:lnTo>
                <a:lnTo>
                  <a:pt x="16425" y="10"/>
                </a:lnTo>
                <a:lnTo>
                  <a:pt x="18156" y="103"/>
                </a:lnTo>
                <a:lnTo>
                  <a:pt x="19885" y="247"/>
                </a:lnTo>
                <a:lnTo>
                  <a:pt x="21600" y="426"/>
                </a:lnTo>
                <a:close/>
              </a:path>
            </a:pathLst>
          </a:custGeom>
          <a:solidFill>
            <a:srgbClr val="DEE4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589" name="contour_07587"/>
          <p:cNvSpPr/>
          <p:nvPr/>
        </p:nvSpPr>
        <p:spPr>
          <a:xfrm>
            <a:off x="2240500" y="2638253"/>
            <a:ext cx="5319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40" y="229"/>
                </a:lnTo>
                <a:lnTo>
                  <a:pt x="3480" y="464"/>
                </a:lnTo>
                <a:lnTo>
                  <a:pt x="5217" y="702"/>
                </a:lnTo>
                <a:lnTo>
                  <a:pt x="6957" y="940"/>
                </a:lnTo>
                <a:lnTo>
                  <a:pt x="8694" y="1183"/>
                </a:lnTo>
                <a:lnTo>
                  <a:pt x="9414" y="1280"/>
                </a:lnTo>
                <a:lnTo>
                  <a:pt x="10680" y="1453"/>
                </a:lnTo>
                <a:lnTo>
                  <a:pt x="13583" y="1847"/>
                </a:lnTo>
                <a:lnTo>
                  <a:pt x="16042" y="2381"/>
                </a:lnTo>
                <a:lnTo>
                  <a:pt x="17605" y="2932"/>
                </a:lnTo>
                <a:lnTo>
                  <a:pt x="18940" y="3826"/>
                </a:lnTo>
                <a:lnTo>
                  <a:pt x="20715" y="5400"/>
                </a:lnTo>
                <a:lnTo>
                  <a:pt x="21115" y="7366"/>
                </a:lnTo>
                <a:lnTo>
                  <a:pt x="21405" y="9299"/>
                </a:lnTo>
                <a:lnTo>
                  <a:pt x="21570" y="11213"/>
                </a:lnTo>
                <a:lnTo>
                  <a:pt x="21600" y="13117"/>
                </a:lnTo>
                <a:lnTo>
                  <a:pt x="21476" y="15025"/>
                </a:lnTo>
                <a:lnTo>
                  <a:pt x="21186" y="16948"/>
                </a:lnTo>
                <a:lnTo>
                  <a:pt x="20715" y="18900"/>
                </a:lnTo>
                <a:lnTo>
                  <a:pt x="18830" y="19823"/>
                </a:lnTo>
                <a:lnTo>
                  <a:pt x="16939" y="20501"/>
                </a:lnTo>
                <a:lnTo>
                  <a:pt x="15024" y="20974"/>
                </a:lnTo>
                <a:lnTo>
                  <a:pt x="13056" y="21284"/>
                </a:lnTo>
                <a:lnTo>
                  <a:pt x="11018" y="21478"/>
                </a:lnTo>
                <a:lnTo>
                  <a:pt x="8878" y="21600"/>
                </a:lnTo>
                <a:lnTo>
                  <a:pt x="9035" y="20183"/>
                </a:lnTo>
                <a:lnTo>
                  <a:pt x="9189" y="18741"/>
                </a:lnTo>
                <a:lnTo>
                  <a:pt x="9298" y="16926"/>
                </a:lnTo>
                <a:lnTo>
                  <a:pt x="9366" y="15152"/>
                </a:lnTo>
                <a:lnTo>
                  <a:pt x="9378" y="13405"/>
                </a:lnTo>
                <a:lnTo>
                  <a:pt x="9316" y="11661"/>
                </a:lnTo>
                <a:lnTo>
                  <a:pt x="9153" y="9898"/>
                </a:lnTo>
                <a:lnTo>
                  <a:pt x="8878" y="8100"/>
                </a:lnTo>
                <a:lnTo>
                  <a:pt x="6676" y="7187"/>
                </a:lnTo>
                <a:lnTo>
                  <a:pt x="5114" y="6591"/>
                </a:lnTo>
                <a:lnTo>
                  <a:pt x="3764" y="6180"/>
                </a:lnTo>
                <a:lnTo>
                  <a:pt x="2202" y="5827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928258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0" name="contour_07588"/>
          <p:cNvSpPr/>
          <p:nvPr/>
        </p:nvSpPr>
        <p:spPr>
          <a:xfrm>
            <a:off x="1453397" y="2616389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0"/>
                </a:moveTo>
                <a:lnTo>
                  <a:pt x="20532" y="1570"/>
                </a:lnTo>
                <a:lnTo>
                  <a:pt x="20850" y="2729"/>
                </a:lnTo>
                <a:lnTo>
                  <a:pt x="21085" y="3823"/>
                </a:lnTo>
                <a:lnTo>
                  <a:pt x="21310" y="5198"/>
                </a:lnTo>
                <a:lnTo>
                  <a:pt x="21600" y="7200"/>
                </a:lnTo>
                <a:lnTo>
                  <a:pt x="21103" y="8921"/>
                </a:lnTo>
                <a:lnTo>
                  <a:pt x="20714" y="10166"/>
                </a:lnTo>
                <a:lnTo>
                  <a:pt x="20347" y="11138"/>
                </a:lnTo>
                <a:lnTo>
                  <a:pt x="19914" y="12034"/>
                </a:lnTo>
                <a:lnTo>
                  <a:pt x="19332" y="13054"/>
                </a:lnTo>
                <a:lnTo>
                  <a:pt x="18514" y="14400"/>
                </a:lnTo>
                <a:lnTo>
                  <a:pt x="17274" y="14616"/>
                </a:lnTo>
                <a:lnTo>
                  <a:pt x="16413" y="14724"/>
                </a:lnTo>
                <a:lnTo>
                  <a:pt x="15709" y="14724"/>
                </a:lnTo>
                <a:lnTo>
                  <a:pt x="14941" y="14616"/>
                </a:lnTo>
                <a:lnTo>
                  <a:pt x="13886" y="14400"/>
                </a:lnTo>
                <a:lnTo>
                  <a:pt x="13886" y="15826"/>
                </a:lnTo>
                <a:lnTo>
                  <a:pt x="13886" y="17256"/>
                </a:lnTo>
                <a:lnTo>
                  <a:pt x="13886" y="18691"/>
                </a:lnTo>
                <a:lnTo>
                  <a:pt x="13886" y="20138"/>
                </a:lnTo>
                <a:lnTo>
                  <a:pt x="13886" y="21600"/>
                </a:lnTo>
                <a:lnTo>
                  <a:pt x="12892" y="21286"/>
                </a:lnTo>
                <a:lnTo>
                  <a:pt x="11900" y="20966"/>
                </a:lnTo>
                <a:lnTo>
                  <a:pt x="10908" y="20647"/>
                </a:lnTo>
                <a:lnTo>
                  <a:pt x="9917" y="20326"/>
                </a:lnTo>
                <a:lnTo>
                  <a:pt x="8925" y="20002"/>
                </a:lnTo>
                <a:lnTo>
                  <a:pt x="7933" y="19675"/>
                </a:lnTo>
                <a:lnTo>
                  <a:pt x="6943" y="19349"/>
                </a:lnTo>
                <a:lnTo>
                  <a:pt x="5946" y="19034"/>
                </a:lnTo>
                <a:lnTo>
                  <a:pt x="4936" y="18718"/>
                </a:lnTo>
                <a:lnTo>
                  <a:pt x="3994" y="18403"/>
                </a:lnTo>
                <a:lnTo>
                  <a:pt x="3038" y="18084"/>
                </a:lnTo>
                <a:lnTo>
                  <a:pt x="2163" y="17801"/>
                </a:lnTo>
                <a:lnTo>
                  <a:pt x="1274" y="17513"/>
                </a:lnTo>
                <a:lnTo>
                  <a:pt x="958" y="17335"/>
                </a:lnTo>
                <a:lnTo>
                  <a:pt x="0" y="16800"/>
                </a:lnTo>
                <a:lnTo>
                  <a:pt x="0" y="15610"/>
                </a:lnTo>
                <a:lnTo>
                  <a:pt x="0" y="14400"/>
                </a:lnTo>
                <a:lnTo>
                  <a:pt x="1018" y="14400"/>
                </a:lnTo>
                <a:lnTo>
                  <a:pt x="2037" y="14400"/>
                </a:lnTo>
                <a:lnTo>
                  <a:pt x="3056" y="14400"/>
                </a:lnTo>
                <a:lnTo>
                  <a:pt x="4078" y="14400"/>
                </a:lnTo>
                <a:lnTo>
                  <a:pt x="5101" y="14400"/>
                </a:lnTo>
                <a:lnTo>
                  <a:pt x="6125" y="14400"/>
                </a:lnTo>
                <a:lnTo>
                  <a:pt x="7153" y="14400"/>
                </a:lnTo>
                <a:lnTo>
                  <a:pt x="8183" y="14400"/>
                </a:lnTo>
                <a:lnTo>
                  <a:pt x="9217" y="14400"/>
                </a:lnTo>
                <a:lnTo>
                  <a:pt x="10254" y="14400"/>
                </a:lnTo>
                <a:lnTo>
                  <a:pt x="11297" y="14400"/>
                </a:lnTo>
                <a:lnTo>
                  <a:pt x="12343" y="14400"/>
                </a:lnTo>
                <a:lnTo>
                  <a:pt x="12343" y="12814"/>
                </a:lnTo>
                <a:lnTo>
                  <a:pt x="12343" y="11218"/>
                </a:lnTo>
                <a:lnTo>
                  <a:pt x="12343" y="9600"/>
                </a:lnTo>
                <a:lnTo>
                  <a:pt x="13259" y="9600"/>
                </a:lnTo>
                <a:lnTo>
                  <a:pt x="14179" y="9600"/>
                </a:lnTo>
                <a:lnTo>
                  <a:pt x="15101" y="9600"/>
                </a:lnTo>
                <a:lnTo>
                  <a:pt x="16032" y="9600"/>
                </a:lnTo>
                <a:lnTo>
                  <a:pt x="16971" y="9600"/>
                </a:lnTo>
                <a:lnTo>
                  <a:pt x="16971" y="8014"/>
                </a:lnTo>
                <a:lnTo>
                  <a:pt x="16971" y="6418"/>
                </a:lnTo>
                <a:lnTo>
                  <a:pt x="16971" y="4800"/>
                </a:lnTo>
                <a:lnTo>
                  <a:pt x="17991" y="4800"/>
                </a:lnTo>
                <a:lnTo>
                  <a:pt x="19017" y="4800"/>
                </a:lnTo>
                <a:lnTo>
                  <a:pt x="20057" y="4800"/>
                </a:lnTo>
                <a:lnTo>
                  <a:pt x="20057" y="3214"/>
                </a:lnTo>
                <a:lnTo>
                  <a:pt x="20057" y="1618"/>
                </a:lnTo>
                <a:lnTo>
                  <a:pt x="20057" y="0"/>
                </a:lnTo>
                <a:close/>
              </a:path>
            </a:pathLst>
          </a:custGeom>
          <a:solidFill>
            <a:srgbClr val="2E2D2E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1" name="contour_07589"/>
          <p:cNvSpPr/>
          <p:nvPr/>
        </p:nvSpPr>
        <p:spPr>
          <a:xfrm>
            <a:off x="7976149" y="2651233"/>
            <a:ext cx="87456" cy="45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5" y="326"/>
                </a:moveTo>
                <a:lnTo>
                  <a:pt x="14092" y="375"/>
                </a:lnTo>
                <a:lnTo>
                  <a:pt x="15377" y="420"/>
                </a:lnTo>
                <a:lnTo>
                  <a:pt x="16623" y="472"/>
                </a:lnTo>
                <a:lnTo>
                  <a:pt x="17867" y="535"/>
                </a:lnTo>
                <a:lnTo>
                  <a:pt x="19112" y="604"/>
                </a:lnTo>
                <a:lnTo>
                  <a:pt x="20356" y="677"/>
                </a:lnTo>
                <a:lnTo>
                  <a:pt x="21600" y="761"/>
                </a:lnTo>
                <a:lnTo>
                  <a:pt x="20707" y="1407"/>
                </a:lnTo>
                <a:lnTo>
                  <a:pt x="19800" y="2063"/>
                </a:lnTo>
                <a:lnTo>
                  <a:pt x="18907" y="3140"/>
                </a:lnTo>
                <a:lnTo>
                  <a:pt x="18000" y="4234"/>
                </a:lnTo>
                <a:lnTo>
                  <a:pt x="18000" y="6530"/>
                </a:lnTo>
                <a:lnTo>
                  <a:pt x="18000" y="8839"/>
                </a:lnTo>
                <a:lnTo>
                  <a:pt x="18000" y="11180"/>
                </a:lnTo>
                <a:lnTo>
                  <a:pt x="16810" y="11180"/>
                </a:lnTo>
                <a:lnTo>
                  <a:pt x="15613" y="11180"/>
                </a:lnTo>
                <a:lnTo>
                  <a:pt x="14400" y="11180"/>
                </a:lnTo>
                <a:lnTo>
                  <a:pt x="14103" y="12903"/>
                </a:lnTo>
                <a:lnTo>
                  <a:pt x="13804" y="14633"/>
                </a:lnTo>
                <a:lnTo>
                  <a:pt x="13500" y="16390"/>
                </a:lnTo>
                <a:lnTo>
                  <a:pt x="13203" y="18113"/>
                </a:lnTo>
                <a:lnTo>
                  <a:pt x="12904" y="19843"/>
                </a:lnTo>
                <a:lnTo>
                  <a:pt x="12600" y="21600"/>
                </a:lnTo>
                <a:lnTo>
                  <a:pt x="11410" y="21600"/>
                </a:lnTo>
                <a:lnTo>
                  <a:pt x="10213" y="21600"/>
                </a:lnTo>
                <a:lnTo>
                  <a:pt x="9000" y="21600"/>
                </a:lnTo>
                <a:lnTo>
                  <a:pt x="9185" y="19950"/>
                </a:lnTo>
                <a:lnTo>
                  <a:pt x="9373" y="18290"/>
                </a:lnTo>
                <a:lnTo>
                  <a:pt x="9563" y="16609"/>
                </a:lnTo>
                <a:lnTo>
                  <a:pt x="9376" y="14813"/>
                </a:lnTo>
                <a:lnTo>
                  <a:pt x="9189" y="13011"/>
                </a:lnTo>
                <a:lnTo>
                  <a:pt x="9000" y="11180"/>
                </a:lnTo>
                <a:lnTo>
                  <a:pt x="7900" y="10441"/>
                </a:lnTo>
                <a:lnTo>
                  <a:pt x="6795" y="9822"/>
                </a:lnTo>
                <a:lnTo>
                  <a:pt x="5684" y="9305"/>
                </a:lnTo>
                <a:lnTo>
                  <a:pt x="4567" y="8874"/>
                </a:lnTo>
                <a:lnTo>
                  <a:pt x="3440" y="8513"/>
                </a:lnTo>
                <a:lnTo>
                  <a:pt x="2304" y="8211"/>
                </a:lnTo>
                <a:lnTo>
                  <a:pt x="1157" y="7947"/>
                </a:lnTo>
                <a:lnTo>
                  <a:pt x="0" y="7707"/>
                </a:lnTo>
                <a:lnTo>
                  <a:pt x="925" y="5429"/>
                </a:lnTo>
                <a:lnTo>
                  <a:pt x="1895" y="3633"/>
                </a:lnTo>
                <a:lnTo>
                  <a:pt x="2914" y="2268"/>
                </a:lnTo>
                <a:lnTo>
                  <a:pt x="3980" y="1282"/>
                </a:lnTo>
                <a:lnTo>
                  <a:pt x="5094" y="615"/>
                </a:lnTo>
                <a:lnTo>
                  <a:pt x="6257" y="215"/>
                </a:lnTo>
                <a:lnTo>
                  <a:pt x="7470" y="28"/>
                </a:lnTo>
                <a:lnTo>
                  <a:pt x="8732" y="0"/>
                </a:lnTo>
                <a:lnTo>
                  <a:pt x="10044" y="80"/>
                </a:lnTo>
                <a:lnTo>
                  <a:pt x="11408" y="205"/>
                </a:lnTo>
                <a:lnTo>
                  <a:pt x="12825" y="326"/>
                </a:lnTo>
                <a:close/>
              </a:path>
            </a:pathLst>
          </a:custGeom>
          <a:solidFill>
            <a:srgbClr val="36373A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2" name="contour_07590"/>
          <p:cNvSpPr/>
          <p:nvPr/>
        </p:nvSpPr>
        <p:spPr>
          <a:xfrm>
            <a:off x="2043724" y="2630965"/>
            <a:ext cx="64003" cy="439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77" y="0"/>
                </a:moveTo>
                <a:lnTo>
                  <a:pt x="20486" y="4739"/>
                </a:lnTo>
                <a:lnTo>
                  <a:pt x="21069" y="8353"/>
                </a:lnTo>
                <a:lnTo>
                  <a:pt x="21440" y="11069"/>
                </a:lnTo>
                <a:lnTo>
                  <a:pt x="21600" y="13103"/>
                </a:lnTo>
                <a:lnTo>
                  <a:pt x="21558" y="14676"/>
                </a:lnTo>
                <a:lnTo>
                  <a:pt x="21325" y="16012"/>
                </a:lnTo>
                <a:lnTo>
                  <a:pt x="20901" y="17330"/>
                </a:lnTo>
                <a:lnTo>
                  <a:pt x="20301" y="18849"/>
                </a:lnTo>
                <a:lnTo>
                  <a:pt x="18690" y="20099"/>
                </a:lnTo>
                <a:lnTo>
                  <a:pt x="17239" y="20941"/>
                </a:lnTo>
                <a:lnTo>
                  <a:pt x="15874" y="21421"/>
                </a:lnTo>
                <a:lnTo>
                  <a:pt x="14514" y="21600"/>
                </a:lnTo>
                <a:lnTo>
                  <a:pt x="13080" y="21521"/>
                </a:lnTo>
                <a:lnTo>
                  <a:pt x="11499" y="21245"/>
                </a:lnTo>
                <a:lnTo>
                  <a:pt x="9686" y="20819"/>
                </a:lnTo>
                <a:lnTo>
                  <a:pt x="8387" y="20547"/>
                </a:lnTo>
                <a:lnTo>
                  <a:pt x="7079" y="20271"/>
                </a:lnTo>
                <a:lnTo>
                  <a:pt x="5755" y="19995"/>
                </a:lnTo>
                <a:lnTo>
                  <a:pt x="4666" y="19307"/>
                </a:lnTo>
                <a:lnTo>
                  <a:pt x="3571" y="18613"/>
                </a:lnTo>
                <a:lnTo>
                  <a:pt x="2460" y="17910"/>
                </a:lnTo>
                <a:lnTo>
                  <a:pt x="1973" y="15783"/>
                </a:lnTo>
                <a:lnTo>
                  <a:pt x="1483" y="13648"/>
                </a:lnTo>
                <a:lnTo>
                  <a:pt x="994" y="11506"/>
                </a:lnTo>
                <a:lnTo>
                  <a:pt x="499" y="9346"/>
                </a:lnTo>
                <a:lnTo>
                  <a:pt x="0" y="7164"/>
                </a:lnTo>
                <a:lnTo>
                  <a:pt x="1623" y="6573"/>
                </a:lnTo>
                <a:lnTo>
                  <a:pt x="3247" y="5982"/>
                </a:lnTo>
                <a:lnTo>
                  <a:pt x="4872" y="5391"/>
                </a:lnTo>
                <a:lnTo>
                  <a:pt x="6501" y="4796"/>
                </a:lnTo>
                <a:lnTo>
                  <a:pt x="8131" y="4205"/>
                </a:lnTo>
                <a:lnTo>
                  <a:pt x="9765" y="3607"/>
                </a:lnTo>
                <a:lnTo>
                  <a:pt x="11403" y="3013"/>
                </a:lnTo>
                <a:lnTo>
                  <a:pt x="13046" y="2414"/>
                </a:lnTo>
                <a:lnTo>
                  <a:pt x="14694" y="1816"/>
                </a:lnTo>
                <a:lnTo>
                  <a:pt x="16346" y="1211"/>
                </a:lnTo>
                <a:lnTo>
                  <a:pt x="18009" y="609"/>
                </a:lnTo>
                <a:lnTo>
                  <a:pt x="19677" y="0"/>
                </a:lnTo>
                <a:close/>
              </a:path>
            </a:pathLst>
          </a:custGeom>
          <a:solidFill>
            <a:srgbClr val="AD8C44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3" name="contour_07591"/>
          <p:cNvSpPr/>
          <p:nvPr/>
        </p:nvSpPr>
        <p:spPr>
          <a:xfrm>
            <a:off x="1118149" y="2636176"/>
            <a:ext cx="58858" cy="534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40"/>
                </a:moveTo>
                <a:lnTo>
                  <a:pt x="1907" y="601"/>
                </a:lnTo>
                <a:lnTo>
                  <a:pt x="3793" y="389"/>
                </a:lnTo>
                <a:lnTo>
                  <a:pt x="5665" y="212"/>
                </a:lnTo>
                <a:lnTo>
                  <a:pt x="7524" y="83"/>
                </a:lnTo>
                <a:lnTo>
                  <a:pt x="9380" y="9"/>
                </a:lnTo>
                <a:lnTo>
                  <a:pt x="11233" y="0"/>
                </a:lnTo>
                <a:lnTo>
                  <a:pt x="13089" y="71"/>
                </a:lnTo>
                <a:lnTo>
                  <a:pt x="14954" y="227"/>
                </a:lnTo>
                <a:lnTo>
                  <a:pt x="16829" y="480"/>
                </a:lnTo>
                <a:lnTo>
                  <a:pt x="18722" y="840"/>
                </a:lnTo>
                <a:lnTo>
                  <a:pt x="19701" y="2587"/>
                </a:lnTo>
                <a:lnTo>
                  <a:pt x="20450" y="4329"/>
                </a:lnTo>
                <a:lnTo>
                  <a:pt x="20990" y="6085"/>
                </a:lnTo>
                <a:lnTo>
                  <a:pt x="21346" y="7868"/>
                </a:lnTo>
                <a:lnTo>
                  <a:pt x="21541" y="9695"/>
                </a:lnTo>
                <a:lnTo>
                  <a:pt x="21600" y="11578"/>
                </a:lnTo>
                <a:lnTo>
                  <a:pt x="21544" y="13532"/>
                </a:lnTo>
                <a:lnTo>
                  <a:pt x="21397" y="15574"/>
                </a:lnTo>
                <a:lnTo>
                  <a:pt x="20798" y="17607"/>
                </a:lnTo>
                <a:lnTo>
                  <a:pt x="20319" y="18901"/>
                </a:lnTo>
                <a:lnTo>
                  <a:pt x="19709" y="20003"/>
                </a:lnTo>
                <a:lnTo>
                  <a:pt x="18722" y="21467"/>
                </a:lnTo>
                <a:lnTo>
                  <a:pt x="16778" y="21600"/>
                </a:lnTo>
                <a:lnTo>
                  <a:pt x="14919" y="21476"/>
                </a:lnTo>
                <a:lnTo>
                  <a:pt x="13132" y="21096"/>
                </a:lnTo>
                <a:lnTo>
                  <a:pt x="11399" y="20474"/>
                </a:lnTo>
                <a:lnTo>
                  <a:pt x="9703" y="19614"/>
                </a:lnTo>
                <a:lnTo>
                  <a:pt x="8024" y="18521"/>
                </a:lnTo>
                <a:lnTo>
                  <a:pt x="7623" y="16473"/>
                </a:lnTo>
                <a:lnTo>
                  <a:pt x="7438" y="14563"/>
                </a:lnTo>
                <a:lnTo>
                  <a:pt x="7430" y="12710"/>
                </a:lnTo>
                <a:lnTo>
                  <a:pt x="7556" y="10838"/>
                </a:lnTo>
                <a:lnTo>
                  <a:pt x="7767" y="8873"/>
                </a:lnTo>
                <a:lnTo>
                  <a:pt x="8024" y="6733"/>
                </a:lnTo>
                <a:lnTo>
                  <a:pt x="6435" y="6733"/>
                </a:lnTo>
                <a:lnTo>
                  <a:pt x="4841" y="6733"/>
                </a:lnTo>
                <a:lnTo>
                  <a:pt x="3242" y="6733"/>
                </a:lnTo>
                <a:lnTo>
                  <a:pt x="1629" y="6733"/>
                </a:lnTo>
                <a:lnTo>
                  <a:pt x="0" y="6733"/>
                </a:lnTo>
                <a:lnTo>
                  <a:pt x="0" y="4786"/>
                </a:lnTo>
                <a:lnTo>
                  <a:pt x="0" y="2826"/>
                </a:lnTo>
                <a:lnTo>
                  <a:pt x="0" y="840"/>
                </a:lnTo>
                <a:close/>
              </a:path>
            </a:pathLst>
          </a:custGeom>
          <a:solidFill>
            <a:srgbClr val="E4DAB5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4" name="contour_07592"/>
          <p:cNvSpPr/>
          <p:nvPr/>
        </p:nvSpPr>
        <p:spPr>
          <a:xfrm>
            <a:off x="7094302" y="2616520"/>
            <a:ext cx="87456" cy="65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09" y="12"/>
                </a:moveTo>
                <a:lnTo>
                  <a:pt x="13237" y="293"/>
                </a:lnTo>
                <a:lnTo>
                  <a:pt x="14373" y="575"/>
                </a:lnTo>
                <a:lnTo>
                  <a:pt x="15525" y="859"/>
                </a:lnTo>
                <a:lnTo>
                  <a:pt x="16031" y="979"/>
                </a:lnTo>
                <a:lnTo>
                  <a:pt x="16924" y="1188"/>
                </a:lnTo>
                <a:lnTo>
                  <a:pt x="18970" y="1667"/>
                </a:lnTo>
                <a:lnTo>
                  <a:pt x="19357" y="1768"/>
                </a:lnTo>
                <a:lnTo>
                  <a:pt x="20039" y="1948"/>
                </a:lnTo>
                <a:lnTo>
                  <a:pt x="21600" y="2362"/>
                </a:lnTo>
                <a:lnTo>
                  <a:pt x="20158" y="4569"/>
                </a:lnTo>
                <a:lnTo>
                  <a:pt x="18999" y="6293"/>
                </a:lnTo>
                <a:lnTo>
                  <a:pt x="18043" y="7606"/>
                </a:lnTo>
                <a:lnTo>
                  <a:pt x="17219" y="8576"/>
                </a:lnTo>
                <a:lnTo>
                  <a:pt x="16447" y="9266"/>
                </a:lnTo>
                <a:lnTo>
                  <a:pt x="15653" y="9749"/>
                </a:lnTo>
                <a:lnTo>
                  <a:pt x="14760" y="10093"/>
                </a:lnTo>
                <a:lnTo>
                  <a:pt x="13693" y="10362"/>
                </a:lnTo>
                <a:lnTo>
                  <a:pt x="12375" y="10627"/>
                </a:lnTo>
                <a:lnTo>
                  <a:pt x="11261" y="11074"/>
                </a:lnTo>
                <a:lnTo>
                  <a:pt x="10138" y="11524"/>
                </a:lnTo>
                <a:lnTo>
                  <a:pt x="9000" y="11981"/>
                </a:lnTo>
                <a:lnTo>
                  <a:pt x="8462" y="13573"/>
                </a:lnTo>
                <a:lnTo>
                  <a:pt x="8064" y="15107"/>
                </a:lnTo>
                <a:lnTo>
                  <a:pt x="7771" y="16629"/>
                </a:lnTo>
                <a:lnTo>
                  <a:pt x="7551" y="18188"/>
                </a:lnTo>
                <a:lnTo>
                  <a:pt x="7371" y="19830"/>
                </a:lnTo>
                <a:lnTo>
                  <a:pt x="7200" y="21600"/>
                </a:lnTo>
                <a:lnTo>
                  <a:pt x="6010" y="21203"/>
                </a:lnTo>
                <a:lnTo>
                  <a:pt x="4820" y="20806"/>
                </a:lnTo>
                <a:lnTo>
                  <a:pt x="3627" y="20407"/>
                </a:lnTo>
                <a:lnTo>
                  <a:pt x="2426" y="20006"/>
                </a:lnTo>
                <a:lnTo>
                  <a:pt x="1217" y="19604"/>
                </a:lnTo>
                <a:lnTo>
                  <a:pt x="0" y="19195"/>
                </a:lnTo>
                <a:lnTo>
                  <a:pt x="491" y="17810"/>
                </a:lnTo>
                <a:lnTo>
                  <a:pt x="985" y="16427"/>
                </a:lnTo>
                <a:lnTo>
                  <a:pt x="1480" y="15044"/>
                </a:lnTo>
                <a:lnTo>
                  <a:pt x="1976" y="13662"/>
                </a:lnTo>
                <a:lnTo>
                  <a:pt x="2475" y="12281"/>
                </a:lnTo>
                <a:lnTo>
                  <a:pt x="2680" y="11711"/>
                </a:lnTo>
                <a:lnTo>
                  <a:pt x="3040" y="10701"/>
                </a:lnTo>
                <a:lnTo>
                  <a:pt x="3868" y="8390"/>
                </a:lnTo>
                <a:lnTo>
                  <a:pt x="4939" y="5873"/>
                </a:lnTo>
                <a:lnTo>
                  <a:pt x="5814" y="3913"/>
                </a:lnTo>
                <a:lnTo>
                  <a:pt x="6557" y="2438"/>
                </a:lnTo>
                <a:lnTo>
                  <a:pt x="7241" y="1388"/>
                </a:lnTo>
                <a:lnTo>
                  <a:pt x="7931" y="685"/>
                </a:lnTo>
                <a:lnTo>
                  <a:pt x="8694" y="267"/>
                </a:lnTo>
                <a:lnTo>
                  <a:pt x="9599" y="63"/>
                </a:lnTo>
                <a:lnTo>
                  <a:pt x="10715" y="0"/>
                </a:lnTo>
                <a:lnTo>
                  <a:pt x="12109" y="12"/>
                </a:lnTo>
                <a:close/>
              </a:path>
            </a:pathLst>
          </a:custGeom>
          <a:solidFill>
            <a:srgbClr val="979A99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5" name="contour_07593"/>
          <p:cNvSpPr/>
          <p:nvPr/>
        </p:nvSpPr>
        <p:spPr>
          <a:xfrm>
            <a:off x="4346730" y="2601813"/>
            <a:ext cx="80168" cy="44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7" y="533"/>
                </a:lnTo>
                <a:lnTo>
                  <a:pt x="988" y="1469"/>
                </a:lnTo>
                <a:lnTo>
                  <a:pt x="2431" y="3614"/>
                </a:lnTo>
                <a:lnTo>
                  <a:pt x="3725" y="4984"/>
                </a:lnTo>
                <a:lnTo>
                  <a:pt x="4982" y="5963"/>
                </a:lnTo>
                <a:lnTo>
                  <a:pt x="6219" y="6598"/>
                </a:lnTo>
                <a:lnTo>
                  <a:pt x="7450" y="6934"/>
                </a:lnTo>
                <a:lnTo>
                  <a:pt x="8693" y="7015"/>
                </a:lnTo>
                <a:lnTo>
                  <a:pt x="9965" y="6892"/>
                </a:lnTo>
                <a:lnTo>
                  <a:pt x="11281" y="6609"/>
                </a:lnTo>
                <a:lnTo>
                  <a:pt x="12660" y="6210"/>
                </a:lnTo>
                <a:lnTo>
                  <a:pt x="14115" y="5740"/>
                </a:lnTo>
                <a:lnTo>
                  <a:pt x="14659" y="5588"/>
                </a:lnTo>
                <a:lnTo>
                  <a:pt x="16304" y="5132"/>
                </a:lnTo>
                <a:lnTo>
                  <a:pt x="17630" y="4751"/>
                </a:lnTo>
                <a:lnTo>
                  <a:pt x="18955" y="4355"/>
                </a:lnTo>
                <a:lnTo>
                  <a:pt x="20277" y="3949"/>
                </a:lnTo>
                <a:lnTo>
                  <a:pt x="21600" y="3532"/>
                </a:lnTo>
                <a:lnTo>
                  <a:pt x="20974" y="7277"/>
                </a:lnTo>
                <a:lnTo>
                  <a:pt x="20475" y="10046"/>
                </a:lnTo>
                <a:lnTo>
                  <a:pt x="20033" y="12098"/>
                </a:lnTo>
                <a:lnTo>
                  <a:pt x="19570" y="13695"/>
                </a:lnTo>
                <a:lnTo>
                  <a:pt x="19010" y="15090"/>
                </a:lnTo>
                <a:lnTo>
                  <a:pt x="18279" y="16549"/>
                </a:lnTo>
                <a:lnTo>
                  <a:pt x="17304" y="18326"/>
                </a:lnTo>
                <a:lnTo>
                  <a:pt x="15894" y="19353"/>
                </a:lnTo>
                <a:lnTo>
                  <a:pt x="14517" y="20155"/>
                </a:lnTo>
                <a:lnTo>
                  <a:pt x="13162" y="20752"/>
                </a:lnTo>
                <a:lnTo>
                  <a:pt x="11821" y="21169"/>
                </a:lnTo>
                <a:lnTo>
                  <a:pt x="10484" y="21434"/>
                </a:lnTo>
                <a:lnTo>
                  <a:pt x="9137" y="21568"/>
                </a:lnTo>
                <a:lnTo>
                  <a:pt x="7776" y="21600"/>
                </a:lnTo>
                <a:lnTo>
                  <a:pt x="6388" y="21554"/>
                </a:lnTo>
                <a:lnTo>
                  <a:pt x="4962" y="21452"/>
                </a:lnTo>
                <a:lnTo>
                  <a:pt x="3491" y="21324"/>
                </a:lnTo>
                <a:lnTo>
                  <a:pt x="1964" y="21194"/>
                </a:lnTo>
                <a:lnTo>
                  <a:pt x="1748" y="18862"/>
                </a:lnTo>
                <a:lnTo>
                  <a:pt x="1532" y="16528"/>
                </a:lnTo>
                <a:lnTo>
                  <a:pt x="1316" y="14193"/>
                </a:lnTo>
                <a:lnTo>
                  <a:pt x="1098" y="11851"/>
                </a:lnTo>
                <a:lnTo>
                  <a:pt x="880" y="9502"/>
                </a:lnTo>
                <a:lnTo>
                  <a:pt x="662" y="7142"/>
                </a:lnTo>
                <a:lnTo>
                  <a:pt x="442" y="4776"/>
                </a:lnTo>
                <a:lnTo>
                  <a:pt x="222" y="2395"/>
                </a:lnTo>
                <a:lnTo>
                  <a:pt x="0" y="0"/>
                </a:lnTo>
                <a:close/>
              </a:path>
            </a:pathLst>
          </a:custGeom>
          <a:solidFill>
            <a:srgbClr val="E8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6" name="contour_07594"/>
          <p:cNvSpPr/>
          <p:nvPr/>
        </p:nvSpPr>
        <p:spPr>
          <a:xfrm>
            <a:off x="11481673" y="2570992"/>
            <a:ext cx="80168" cy="59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601"/>
                </a:moveTo>
                <a:lnTo>
                  <a:pt x="11140" y="320"/>
                </a:lnTo>
                <a:lnTo>
                  <a:pt x="12449" y="134"/>
                </a:lnTo>
                <a:lnTo>
                  <a:pt x="13751" y="29"/>
                </a:lnTo>
                <a:lnTo>
                  <a:pt x="15049" y="0"/>
                </a:lnTo>
                <a:lnTo>
                  <a:pt x="16347" y="31"/>
                </a:lnTo>
                <a:lnTo>
                  <a:pt x="17649" y="118"/>
                </a:lnTo>
                <a:lnTo>
                  <a:pt x="18955" y="249"/>
                </a:lnTo>
                <a:lnTo>
                  <a:pt x="20271" y="412"/>
                </a:lnTo>
                <a:lnTo>
                  <a:pt x="21600" y="601"/>
                </a:lnTo>
                <a:lnTo>
                  <a:pt x="21590" y="3179"/>
                </a:lnTo>
                <a:lnTo>
                  <a:pt x="21527" y="4853"/>
                </a:lnTo>
                <a:lnTo>
                  <a:pt x="21355" y="5974"/>
                </a:lnTo>
                <a:lnTo>
                  <a:pt x="21019" y="6898"/>
                </a:lnTo>
                <a:lnTo>
                  <a:pt x="20463" y="7977"/>
                </a:lnTo>
                <a:lnTo>
                  <a:pt x="19601" y="9061"/>
                </a:lnTo>
                <a:lnTo>
                  <a:pt x="18733" y="10140"/>
                </a:lnTo>
                <a:lnTo>
                  <a:pt x="17861" y="11211"/>
                </a:lnTo>
                <a:lnTo>
                  <a:pt x="16985" y="12274"/>
                </a:lnTo>
                <a:lnTo>
                  <a:pt x="16106" y="13329"/>
                </a:lnTo>
                <a:lnTo>
                  <a:pt x="15218" y="14382"/>
                </a:lnTo>
                <a:lnTo>
                  <a:pt x="14331" y="15542"/>
                </a:lnTo>
                <a:lnTo>
                  <a:pt x="13431" y="16720"/>
                </a:lnTo>
                <a:lnTo>
                  <a:pt x="12365" y="17954"/>
                </a:lnTo>
                <a:lnTo>
                  <a:pt x="11338" y="19051"/>
                </a:lnTo>
                <a:lnTo>
                  <a:pt x="10286" y="20015"/>
                </a:lnTo>
                <a:lnTo>
                  <a:pt x="9147" y="20862"/>
                </a:lnTo>
                <a:lnTo>
                  <a:pt x="7855" y="21600"/>
                </a:lnTo>
                <a:lnTo>
                  <a:pt x="6600" y="21125"/>
                </a:lnTo>
                <a:lnTo>
                  <a:pt x="5416" y="20550"/>
                </a:lnTo>
                <a:lnTo>
                  <a:pt x="4285" y="19878"/>
                </a:lnTo>
                <a:lnTo>
                  <a:pt x="3195" y="19120"/>
                </a:lnTo>
                <a:lnTo>
                  <a:pt x="2127" y="18274"/>
                </a:lnTo>
                <a:lnTo>
                  <a:pt x="1068" y="17348"/>
                </a:lnTo>
                <a:lnTo>
                  <a:pt x="0" y="16350"/>
                </a:lnTo>
                <a:lnTo>
                  <a:pt x="876" y="15907"/>
                </a:lnTo>
                <a:lnTo>
                  <a:pt x="1763" y="15455"/>
                </a:lnTo>
                <a:lnTo>
                  <a:pt x="3085" y="14733"/>
                </a:lnTo>
                <a:lnTo>
                  <a:pt x="4330" y="13977"/>
                </a:lnTo>
                <a:lnTo>
                  <a:pt x="5524" y="13148"/>
                </a:lnTo>
                <a:lnTo>
                  <a:pt x="6690" y="12203"/>
                </a:lnTo>
                <a:lnTo>
                  <a:pt x="7855" y="11101"/>
                </a:lnTo>
                <a:lnTo>
                  <a:pt x="8173" y="9502"/>
                </a:lnTo>
                <a:lnTo>
                  <a:pt x="8355" y="8389"/>
                </a:lnTo>
                <a:lnTo>
                  <a:pt x="8471" y="7237"/>
                </a:lnTo>
                <a:lnTo>
                  <a:pt x="8591" y="5523"/>
                </a:lnTo>
                <a:lnTo>
                  <a:pt x="8995" y="3895"/>
                </a:lnTo>
                <a:lnTo>
                  <a:pt x="9404" y="2260"/>
                </a:lnTo>
                <a:lnTo>
                  <a:pt x="9818" y="601"/>
                </a:lnTo>
                <a:close/>
              </a:path>
            </a:pathLst>
          </a:custGeom>
          <a:solidFill>
            <a:srgbClr val="DA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7" name="contour_07595"/>
          <p:cNvSpPr/>
          <p:nvPr/>
        </p:nvSpPr>
        <p:spPr>
          <a:xfrm>
            <a:off x="7254638" y="2587237"/>
            <a:ext cx="94241" cy="449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45" y="0"/>
                </a:moveTo>
                <a:lnTo>
                  <a:pt x="20810" y="3965"/>
                </a:lnTo>
                <a:lnTo>
                  <a:pt x="21303" y="6770"/>
                </a:lnTo>
                <a:lnTo>
                  <a:pt x="21555" y="8823"/>
                </a:lnTo>
                <a:lnTo>
                  <a:pt x="21600" y="10525"/>
                </a:lnTo>
                <a:lnTo>
                  <a:pt x="21466" y="12273"/>
                </a:lnTo>
                <a:lnTo>
                  <a:pt x="21187" y="14476"/>
                </a:lnTo>
                <a:lnTo>
                  <a:pt x="20619" y="15982"/>
                </a:lnTo>
                <a:lnTo>
                  <a:pt x="20045" y="17513"/>
                </a:lnTo>
                <a:lnTo>
                  <a:pt x="18931" y="17239"/>
                </a:lnTo>
                <a:lnTo>
                  <a:pt x="17853" y="16826"/>
                </a:lnTo>
                <a:lnTo>
                  <a:pt x="16799" y="16301"/>
                </a:lnTo>
                <a:lnTo>
                  <a:pt x="15752" y="15691"/>
                </a:lnTo>
                <a:lnTo>
                  <a:pt x="14700" y="15029"/>
                </a:lnTo>
                <a:lnTo>
                  <a:pt x="13624" y="14339"/>
                </a:lnTo>
                <a:lnTo>
                  <a:pt x="12665" y="14175"/>
                </a:lnTo>
                <a:lnTo>
                  <a:pt x="11693" y="14010"/>
                </a:lnTo>
                <a:lnTo>
                  <a:pt x="11307" y="15681"/>
                </a:lnTo>
                <a:lnTo>
                  <a:pt x="10916" y="17376"/>
                </a:lnTo>
                <a:lnTo>
                  <a:pt x="10694" y="18280"/>
                </a:lnTo>
                <a:lnTo>
                  <a:pt x="10022" y="21015"/>
                </a:lnTo>
                <a:lnTo>
                  <a:pt x="8851" y="21348"/>
                </a:lnTo>
                <a:lnTo>
                  <a:pt x="8000" y="21533"/>
                </a:lnTo>
                <a:lnTo>
                  <a:pt x="7221" y="21600"/>
                </a:lnTo>
                <a:lnTo>
                  <a:pt x="6272" y="21568"/>
                </a:lnTo>
                <a:lnTo>
                  <a:pt x="4908" y="21453"/>
                </a:lnTo>
                <a:lnTo>
                  <a:pt x="3991" y="21390"/>
                </a:lnTo>
                <a:lnTo>
                  <a:pt x="3069" y="21327"/>
                </a:lnTo>
                <a:lnTo>
                  <a:pt x="2133" y="21260"/>
                </a:lnTo>
                <a:lnTo>
                  <a:pt x="1074" y="21138"/>
                </a:lnTo>
                <a:lnTo>
                  <a:pt x="0" y="21015"/>
                </a:lnTo>
                <a:lnTo>
                  <a:pt x="1523" y="18703"/>
                </a:lnTo>
                <a:lnTo>
                  <a:pt x="2714" y="16966"/>
                </a:lnTo>
                <a:lnTo>
                  <a:pt x="3670" y="15719"/>
                </a:lnTo>
                <a:lnTo>
                  <a:pt x="4490" y="14886"/>
                </a:lnTo>
                <a:lnTo>
                  <a:pt x="5268" y="14378"/>
                </a:lnTo>
                <a:lnTo>
                  <a:pt x="6107" y="14119"/>
                </a:lnTo>
                <a:lnTo>
                  <a:pt x="7103" y="14024"/>
                </a:lnTo>
                <a:lnTo>
                  <a:pt x="8352" y="14010"/>
                </a:lnTo>
                <a:lnTo>
                  <a:pt x="8021" y="11930"/>
                </a:lnTo>
                <a:lnTo>
                  <a:pt x="7689" y="9842"/>
                </a:lnTo>
                <a:lnTo>
                  <a:pt x="7356" y="7748"/>
                </a:lnTo>
                <a:lnTo>
                  <a:pt x="7021" y="5636"/>
                </a:lnTo>
                <a:lnTo>
                  <a:pt x="6682" y="3503"/>
                </a:lnTo>
                <a:lnTo>
                  <a:pt x="7049" y="3520"/>
                </a:lnTo>
                <a:lnTo>
                  <a:pt x="7697" y="3552"/>
                </a:lnTo>
                <a:lnTo>
                  <a:pt x="9181" y="3625"/>
                </a:lnTo>
                <a:lnTo>
                  <a:pt x="9657" y="3639"/>
                </a:lnTo>
                <a:lnTo>
                  <a:pt x="10498" y="3664"/>
                </a:lnTo>
                <a:lnTo>
                  <a:pt x="12424" y="3720"/>
                </a:lnTo>
                <a:lnTo>
                  <a:pt x="13492" y="3762"/>
                </a:lnTo>
                <a:lnTo>
                  <a:pt x="14566" y="3804"/>
                </a:lnTo>
                <a:lnTo>
                  <a:pt x="15653" y="3846"/>
                </a:lnTo>
                <a:lnTo>
                  <a:pt x="17252" y="3594"/>
                </a:lnTo>
                <a:lnTo>
                  <a:pt x="18242" y="3107"/>
                </a:lnTo>
                <a:lnTo>
                  <a:pt x="19036" y="2031"/>
                </a:lnTo>
                <a:lnTo>
                  <a:pt x="20045" y="0"/>
                </a:lnTo>
                <a:close/>
              </a:path>
            </a:pathLst>
          </a:custGeom>
          <a:solidFill>
            <a:srgbClr val="9B7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8" name="contour_07596"/>
          <p:cNvSpPr/>
          <p:nvPr/>
        </p:nvSpPr>
        <p:spPr>
          <a:xfrm>
            <a:off x="1665171" y="2576997"/>
            <a:ext cx="65956" cy="612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53" y="87"/>
                </a:moveTo>
                <a:lnTo>
                  <a:pt x="7735" y="31"/>
                </a:lnTo>
                <a:lnTo>
                  <a:pt x="9368" y="0"/>
                </a:lnTo>
                <a:lnTo>
                  <a:pt x="10969" y="5"/>
                </a:lnTo>
                <a:lnTo>
                  <a:pt x="12547" y="62"/>
                </a:lnTo>
                <a:lnTo>
                  <a:pt x="14122" y="180"/>
                </a:lnTo>
                <a:lnTo>
                  <a:pt x="15705" y="375"/>
                </a:lnTo>
                <a:lnTo>
                  <a:pt x="17311" y="658"/>
                </a:lnTo>
                <a:lnTo>
                  <a:pt x="18955" y="1041"/>
                </a:lnTo>
                <a:lnTo>
                  <a:pt x="19891" y="2565"/>
                </a:lnTo>
                <a:lnTo>
                  <a:pt x="20598" y="4078"/>
                </a:lnTo>
                <a:lnTo>
                  <a:pt x="21099" y="5595"/>
                </a:lnTo>
                <a:lnTo>
                  <a:pt x="21416" y="7137"/>
                </a:lnTo>
                <a:lnTo>
                  <a:pt x="21574" y="8717"/>
                </a:lnTo>
                <a:lnTo>
                  <a:pt x="21600" y="10357"/>
                </a:lnTo>
                <a:lnTo>
                  <a:pt x="21514" y="12076"/>
                </a:lnTo>
                <a:lnTo>
                  <a:pt x="21342" y="13890"/>
                </a:lnTo>
                <a:lnTo>
                  <a:pt x="20715" y="15414"/>
                </a:lnTo>
                <a:lnTo>
                  <a:pt x="20051" y="16751"/>
                </a:lnTo>
                <a:lnTo>
                  <a:pt x="19330" y="17969"/>
                </a:lnTo>
                <a:lnTo>
                  <a:pt x="18526" y="19135"/>
                </a:lnTo>
                <a:lnTo>
                  <a:pt x="17614" y="20323"/>
                </a:lnTo>
                <a:lnTo>
                  <a:pt x="16569" y="21600"/>
                </a:lnTo>
                <a:lnTo>
                  <a:pt x="16569" y="19904"/>
                </a:lnTo>
                <a:lnTo>
                  <a:pt x="16569" y="18203"/>
                </a:lnTo>
                <a:lnTo>
                  <a:pt x="16569" y="16499"/>
                </a:lnTo>
                <a:lnTo>
                  <a:pt x="16569" y="14785"/>
                </a:lnTo>
                <a:lnTo>
                  <a:pt x="16569" y="13060"/>
                </a:lnTo>
                <a:lnTo>
                  <a:pt x="16569" y="11320"/>
                </a:lnTo>
                <a:lnTo>
                  <a:pt x="15810" y="11367"/>
                </a:lnTo>
                <a:lnTo>
                  <a:pt x="13521" y="11500"/>
                </a:lnTo>
                <a:lnTo>
                  <a:pt x="12939" y="11521"/>
                </a:lnTo>
                <a:lnTo>
                  <a:pt x="11910" y="11557"/>
                </a:lnTo>
                <a:lnTo>
                  <a:pt x="9559" y="11642"/>
                </a:lnTo>
                <a:lnTo>
                  <a:pt x="8253" y="11701"/>
                </a:lnTo>
                <a:lnTo>
                  <a:pt x="6943" y="11762"/>
                </a:lnTo>
                <a:lnTo>
                  <a:pt x="5614" y="11822"/>
                </a:lnTo>
                <a:lnTo>
                  <a:pt x="3640" y="11495"/>
                </a:lnTo>
                <a:lnTo>
                  <a:pt x="2444" y="11099"/>
                </a:lnTo>
                <a:lnTo>
                  <a:pt x="1542" y="10370"/>
                </a:lnTo>
                <a:lnTo>
                  <a:pt x="449" y="9051"/>
                </a:lnTo>
                <a:lnTo>
                  <a:pt x="117" y="7347"/>
                </a:lnTo>
                <a:lnTo>
                  <a:pt x="0" y="6186"/>
                </a:lnTo>
                <a:lnTo>
                  <a:pt x="91" y="5034"/>
                </a:lnTo>
                <a:lnTo>
                  <a:pt x="384" y="3359"/>
                </a:lnTo>
                <a:lnTo>
                  <a:pt x="1520" y="2005"/>
                </a:lnTo>
                <a:lnTo>
                  <a:pt x="2489" y="1210"/>
                </a:lnTo>
                <a:lnTo>
                  <a:pt x="3824" y="673"/>
                </a:lnTo>
                <a:lnTo>
                  <a:pt x="6053" y="87"/>
                </a:lnTo>
                <a:close/>
              </a:path>
            </a:pathLst>
          </a:custGeom>
          <a:solidFill>
            <a:srgbClr val="37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7599" name="contour_07597"/>
          <p:cNvSpPr/>
          <p:nvPr/>
        </p:nvSpPr>
        <p:spPr>
          <a:xfrm>
            <a:off x="4725705" y="2521645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596" y="1782"/>
                </a:lnTo>
                <a:lnTo>
                  <a:pt x="19992" y="3567"/>
                </a:lnTo>
                <a:lnTo>
                  <a:pt x="20390" y="5360"/>
                </a:lnTo>
                <a:lnTo>
                  <a:pt x="20791" y="7160"/>
                </a:lnTo>
                <a:lnTo>
                  <a:pt x="21194" y="8972"/>
                </a:lnTo>
                <a:lnTo>
                  <a:pt x="21600" y="10800"/>
                </a:lnTo>
                <a:lnTo>
                  <a:pt x="20074" y="11564"/>
                </a:lnTo>
                <a:lnTo>
                  <a:pt x="18545" y="12328"/>
                </a:lnTo>
                <a:lnTo>
                  <a:pt x="17016" y="13092"/>
                </a:lnTo>
                <a:lnTo>
                  <a:pt x="15485" y="13856"/>
                </a:lnTo>
                <a:lnTo>
                  <a:pt x="13954" y="14623"/>
                </a:lnTo>
                <a:lnTo>
                  <a:pt x="12418" y="15390"/>
                </a:lnTo>
                <a:lnTo>
                  <a:pt x="10882" y="16160"/>
                </a:lnTo>
                <a:lnTo>
                  <a:pt x="9341" y="16929"/>
                </a:lnTo>
                <a:lnTo>
                  <a:pt x="7795" y="17701"/>
                </a:lnTo>
                <a:lnTo>
                  <a:pt x="6247" y="18476"/>
                </a:lnTo>
                <a:lnTo>
                  <a:pt x="4694" y="19254"/>
                </a:lnTo>
                <a:lnTo>
                  <a:pt x="3134" y="20031"/>
                </a:lnTo>
                <a:lnTo>
                  <a:pt x="1570" y="20814"/>
                </a:lnTo>
                <a:lnTo>
                  <a:pt x="0" y="21600"/>
                </a:lnTo>
                <a:lnTo>
                  <a:pt x="2" y="18031"/>
                </a:lnTo>
                <a:lnTo>
                  <a:pt x="26" y="15314"/>
                </a:lnTo>
                <a:lnTo>
                  <a:pt x="94" y="13292"/>
                </a:lnTo>
                <a:lnTo>
                  <a:pt x="221" y="11807"/>
                </a:lnTo>
                <a:lnTo>
                  <a:pt x="430" y="10703"/>
                </a:lnTo>
                <a:lnTo>
                  <a:pt x="744" y="9817"/>
                </a:lnTo>
                <a:lnTo>
                  <a:pt x="1181" y="8991"/>
                </a:lnTo>
                <a:lnTo>
                  <a:pt x="1762" y="8068"/>
                </a:lnTo>
                <a:lnTo>
                  <a:pt x="3312" y="6939"/>
                </a:lnTo>
                <a:lnTo>
                  <a:pt x="4831" y="5900"/>
                </a:lnTo>
                <a:lnTo>
                  <a:pt x="6331" y="4952"/>
                </a:lnTo>
                <a:lnTo>
                  <a:pt x="7824" y="4085"/>
                </a:lnTo>
                <a:lnTo>
                  <a:pt x="9322" y="3297"/>
                </a:lnTo>
                <a:lnTo>
                  <a:pt x="10841" y="2584"/>
                </a:lnTo>
                <a:lnTo>
                  <a:pt x="12394" y="1941"/>
                </a:lnTo>
                <a:lnTo>
                  <a:pt x="13992" y="1366"/>
                </a:lnTo>
                <a:lnTo>
                  <a:pt x="15650" y="856"/>
                </a:lnTo>
                <a:lnTo>
                  <a:pt x="17383" y="400"/>
                </a:lnTo>
                <a:lnTo>
                  <a:pt x="19200" y="0"/>
                </a:lnTo>
                <a:close/>
              </a:path>
            </a:pathLst>
          </a:custGeom>
          <a:solidFill>
            <a:srgbClr val="55636B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0" name="contour_07598"/>
          <p:cNvSpPr/>
          <p:nvPr/>
        </p:nvSpPr>
        <p:spPr>
          <a:xfrm>
            <a:off x="570756" y="2522986"/>
            <a:ext cx="44515" cy="56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64" y="354"/>
                </a:moveTo>
                <a:lnTo>
                  <a:pt x="18495" y="984"/>
                </a:lnTo>
                <a:lnTo>
                  <a:pt x="20037" y="1617"/>
                </a:lnTo>
                <a:lnTo>
                  <a:pt x="21600" y="2255"/>
                </a:lnTo>
                <a:lnTo>
                  <a:pt x="21444" y="4156"/>
                </a:lnTo>
                <a:lnTo>
                  <a:pt x="21257" y="6033"/>
                </a:lnTo>
                <a:lnTo>
                  <a:pt x="21027" y="7893"/>
                </a:lnTo>
                <a:lnTo>
                  <a:pt x="20744" y="9739"/>
                </a:lnTo>
                <a:lnTo>
                  <a:pt x="20394" y="11568"/>
                </a:lnTo>
                <a:lnTo>
                  <a:pt x="19963" y="13392"/>
                </a:lnTo>
                <a:lnTo>
                  <a:pt x="19439" y="15211"/>
                </a:lnTo>
                <a:lnTo>
                  <a:pt x="18813" y="17024"/>
                </a:lnTo>
                <a:lnTo>
                  <a:pt x="18064" y="18836"/>
                </a:lnTo>
                <a:lnTo>
                  <a:pt x="15719" y="19892"/>
                </a:lnTo>
                <a:lnTo>
                  <a:pt x="13541" y="20602"/>
                </a:lnTo>
                <a:lnTo>
                  <a:pt x="11405" y="21045"/>
                </a:lnTo>
                <a:lnTo>
                  <a:pt x="9173" y="21307"/>
                </a:lnTo>
                <a:lnTo>
                  <a:pt x="6723" y="21465"/>
                </a:lnTo>
                <a:lnTo>
                  <a:pt x="3918" y="21600"/>
                </a:lnTo>
                <a:lnTo>
                  <a:pt x="2472" y="18134"/>
                </a:lnTo>
                <a:lnTo>
                  <a:pt x="1369" y="15390"/>
                </a:lnTo>
                <a:lnTo>
                  <a:pt x="601" y="13232"/>
                </a:lnTo>
                <a:lnTo>
                  <a:pt x="149" y="11524"/>
                </a:lnTo>
                <a:lnTo>
                  <a:pt x="0" y="10128"/>
                </a:lnTo>
                <a:lnTo>
                  <a:pt x="138" y="8907"/>
                </a:lnTo>
                <a:lnTo>
                  <a:pt x="552" y="7724"/>
                </a:lnTo>
                <a:lnTo>
                  <a:pt x="1224" y="6442"/>
                </a:lnTo>
                <a:lnTo>
                  <a:pt x="2139" y="4919"/>
                </a:lnTo>
                <a:lnTo>
                  <a:pt x="4155" y="3220"/>
                </a:lnTo>
                <a:lnTo>
                  <a:pt x="5948" y="1890"/>
                </a:lnTo>
                <a:lnTo>
                  <a:pt x="7677" y="920"/>
                </a:lnTo>
                <a:lnTo>
                  <a:pt x="9488" y="293"/>
                </a:lnTo>
                <a:lnTo>
                  <a:pt x="11539" y="0"/>
                </a:lnTo>
                <a:lnTo>
                  <a:pt x="13979" y="25"/>
                </a:lnTo>
                <a:lnTo>
                  <a:pt x="16964" y="354"/>
                </a:lnTo>
                <a:close/>
              </a:path>
            </a:pathLst>
          </a:custGeom>
          <a:solidFill>
            <a:srgbClr val="ECD188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1" name="contour_07599"/>
          <p:cNvSpPr/>
          <p:nvPr/>
        </p:nvSpPr>
        <p:spPr>
          <a:xfrm>
            <a:off x="5053665" y="2448743"/>
            <a:ext cx="65592" cy="510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0" y="3094"/>
                </a:moveTo>
                <a:lnTo>
                  <a:pt x="15742" y="4624"/>
                </a:lnTo>
                <a:lnTo>
                  <a:pt x="16800" y="6178"/>
                </a:lnTo>
                <a:lnTo>
                  <a:pt x="18394" y="5478"/>
                </a:lnTo>
                <a:lnTo>
                  <a:pt x="19426" y="4926"/>
                </a:lnTo>
                <a:lnTo>
                  <a:pt x="20345" y="4226"/>
                </a:lnTo>
                <a:lnTo>
                  <a:pt x="21600" y="3094"/>
                </a:lnTo>
                <a:lnTo>
                  <a:pt x="21324" y="6545"/>
                </a:lnTo>
                <a:lnTo>
                  <a:pt x="21089" y="8982"/>
                </a:lnTo>
                <a:lnTo>
                  <a:pt x="20825" y="10746"/>
                </a:lnTo>
                <a:lnTo>
                  <a:pt x="20467" y="12183"/>
                </a:lnTo>
                <a:lnTo>
                  <a:pt x="19946" y="13630"/>
                </a:lnTo>
                <a:lnTo>
                  <a:pt x="19200" y="15431"/>
                </a:lnTo>
                <a:lnTo>
                  <a:pt x="17767" y="16480"/>
                </a:lnTo>
                <a:lnTo>
                  <a:pt x="16320" y="17421"/>
                </a:lnTo>
                <a:lnTo>
                  <a:pt x="14856" y="18272"/>
                </a:lnTo>
                <a:lnTo>
                  <a:pt x="13373" y="19043"/>
                </a:lnTo>
                <a:lnTo>
                  <a:pt x="11868" y="19749"/>
                </a:lnTo>
                <a:lnTo>
                  <a:pt x="10339" y="20403"/>
                </a:lnTo>
                <a:lnTo>
                  <a:pt x="8784" y="21014"/>
                </a:lnTo>
                <a:lnTo>
                  <a:pt x="7200" y="21600"/>
                </a:lnTo>
                <a:lnTo>
                  <a:pt x="7200" y="19561"/>
                </a:lnTo>
                <a:lnTo>
                  <a:pt x="7200" y="17510"/>
                </a:lnTo>
                <a:lnTo>
                  <a:pt x="7200" y="15431"/>
                </a:lnTo>
                <a:lnTo>
                  <a:pt x="5774" y="15431"/>
                </a:lnTo>
                <a:lnTo>
                  <a:pt x="4344" y="15431"/>
                </a:lnTo>
                <a:lnTo>
                  <a:pt x="2909" y="15431"/>
                </a:lnTo>
                <a:lnTo>
                  <a:pt x="1462" y="15431"/>
                </a:lnTo>
                <a:lnTo>
                  <a:pt x="0" y="15431"/>
                </a:lnTo>
                <a:lnTo>
                  <a:pt x="358" y="11918"/>
                </a:lnTo>
                <a:lnTo>
                  <a:pt x="643" y="9447"/>
                </a:lnTo>
                <a:lnTo>
                  <a:pt x="924" y="7671"/>
                </a:lnTo>
                <a:lnTo>
                  <a:pt x="1267" y="6249"/>
                </a:lnTo>
                <a:lnTo>
                  <a:pt x="1735" y="4836"/>
                </a:lnTo>
                <a:lnTo>
                  <a:pt x="2400" y="3094"/>
                </a:lnTo>
                <a:lnTo>
                  <a:pt x="4049" y="1863"/>
                </a:lnTo>
                <a:lnTo>
                  <a:pt x="5645" y="913"/>
                </a:lnTo>
                <a:lnTo>
                  <a:pt x="7195" y="281"/>
                </a:lnTo>
                <a:lnTo>
                  <a:pt x="8714" y="0"/>
                </a:lnTo>
                <a:lnTo>
                  <a:pt x="10214" y="108"/>
                </a:lnTo>
                <a:lnTo>
                  <a:pt x="11702" y="635"/>
                </a:lnTo>
                <a:lnTo>
                  <a:pt x="13195" y="1619"/>
                </a:lnTo>
                <a:lnTo>
                  <a:pt x="14700" y="3094"/>
                </a:lnTo>
                <a:close/>
              </a:path>
            </a:pathLst>
          </a:custGeom>
          <a:solidFill>
            <a:srgbClr val="464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2" name="contour_07600"/>
          <p:cNvSpPr/>
          <p:nvPr/>
        </p:nvSpPr>
        <p:spPr>
          <a:xfrm>
            <a:off x="4788841" y="2463480"/>
            <a:ext cx="68048" cy="435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43"/>
                </a:moveTo>
                <a:lnTo>
                  <a:pt x="21600" y="5930"/>
                </a:lnTo>
                <a:lnTo>
                  <a:pt x="21600" y="8332"/>
                </a:lnTo>
                <a:lnTo>
                  <a:pt x="21600" y="10766"/>
                </a:lnTo>
                <a:lnTo>
                  <a:pt x="20073" y="11163"/>
                </a:lnTo>
                <a:lnTo>
                  <a:pt x="18544" y="11560"/>
                </a:lnTo>
                <a:lnTo>
                  <a:pt x="17015" y="11957"/>
                </a:lnTo>
                <a:lnTo>
                  <a:pt x="15481" y="12358"/>
                </a:lnTo>
                <a:lnTo>
                  <a:pt x="13943" y="12759"/>
                </a:lnTo>
                <a:lnTo>
                  <a:pt x="12397" y="13160"/>
                </a:lnTo>
                <a:lnTo>
                  <a:pt x="10847" y="13565"/>
                </a:lnTo>
                <a:lnTo>
                  <a:pt x="9288" y="13969"/>
                </a:lnTo>
                <a:lnTo>
                  <a:pt x="7720" y="14377"/>
                </a:lnTo>
                <a:lnTo>
                  <a:pt x="7720" y="16764"/>
                </a:lnTo>
                <a:lnTo>
                  <a:pt x="7720" y="19166"/>
                </a:lnTo>
                <a:lnTo>
                  <a:pt x="7720" y="21600"/>
                </a:lnTo>
                <a:lnTo>
                  <a:pt x="5999" y="21138"/>
                </a:lnTo>
                <a:lnTo>
                  <a:pt x="4777" y="20719"/>
                </a:lnTo>
                <a:lnTo>
                  <a:pt x="3722" y="20170"/>
                </a:lnTo>
                <a:lnTo>
                  <a:pt x="2501" y="19318"/>
                </a:lnTo>
                <a:lnTo>
                  <a:pt x="780" y="17989"/>
                </a:lnTo>
                <a:lnTo>
                  <a:pt x="335" y="15504"/>
                </a:lnTo>
                <a:lnTo>
                  <a:pt x="79" y="13113"/>
                </a:lnTo>
                <a:lnTo>
                  <a:pt x="0" y="10773"/>
                </a:lnTo>
                <a:lnTo>
                  <a:pt x="97" y="8433"/>
                </a:lnTo>
                <a:lnTo>
                  <a:pt x="359" y="6038"/>
                </a:lnTo>
                <a:lnTo>
                  <a:pt x="780" y="3543"/>
                </a:lnTo>
                <a:lnTo>
                  <a:pt x="2195" y="2181"/>
                </a:lnTo>
                <a:lnTo>
                  <a:pt x="3676" y="1185"/>
                </a:lnTo>
                <a:lnTo>
                  <a:pt x="5217" y="513"/>
                </a:lnTo>
                <a:lnTo>
                  <a:pt x="6804" y="130"/>
                </a:lnTo>
                <a:lnTo>
                  <a:pt x="8428" y="0"/>
                </a:lnTo>
                <a:lnTo>
                  <a:pt x="10079" y="83"/>
                </a:lnTo>
                <a:lnTo>
                  <a:pt x="11750" y="343"/>
                </a:lnTo>
                <a:lnTo>
                  <a:pt x="13429" y="740"/>
                </a:lnTo>
                <a:lnTo>
                  <a:pt x="15106" y="1246"/>
                </a:lnTo>
                <a:lnTo>
                  <a:pt x="16772" y="1813"/>
                </a:lnTo>
                <a:lnTo>
                  <a:pt x="18414" y="2409"/>
                </a:lnTo>
                <a:lnTo>
                  <a:pt x="20027" y="3001"/>
                </a:lnTo>
                <a:lnTo>
                  <a:pt x="21600" y="3543"/>
                </a:lnTo>
                <a:close/>
              </a:path>
            </a:pathLst>
          </a:custGeom>
          <a:solidFill>
            <a:srgbClr val="4F697F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3" name="contour_07601"/>
          <p:cNvSpPr/>
          <p:nvPr/>
        </p:nvSpPr>
        <p:spPr>
          <a:xfrm>
            <a:off x="258166" y="2368597"/>
            <a:ext cx="6589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22" y="0"/>
                </a:moveTo>
                <a:lnTo>
                  <a:pt x="18150" y="497"/>
                </a:lnTo>
                <a:lnTo>
                  <a:pt x="19125" y="912"/>
                </a:lnTo>
                <a:lnTo>
                  <a:pt x="20093" y="1471"/>
                </a:lnTo>
                <a:lnTo>
                  <a:pt x="21500" y="2400"/>
                </a:lnTo>
                <a:lnTo>
                  <a:pt x="21600" y="3998"/>
                </a:lnTo>
                <a:lnTo>
                  <a:pt x="21583" y="5556"/>
                </a:lnTo>
                <a:lnTo>
                  <a:pt x="21452" y="7080"/>
                </a:lnTo>
                <a:lnTo>
                  <a:pt x="21208" y="8578"/>
                </a:lnTo>
                <a:lnTo>
                  <a:pt x="20850" y="10051"/>
                </a:lnTo>
                <a:lnTo>
                  <a:pt x="20382" y="11508"/>
                </a:lnTo>
                <a:lnTo>
                  <a:pt x="19801" y="12958"/>
                </a:lnTo>
                <a:lnTo>
                  <a:pt x="19111" y="14400"/>
                </a:lnTo>
                <a:lnTo>
                  <a:pt x="17434" y="14866"/>
                </a:lnTo>
                <a:lnTo>
                  <a:pt x="15900" y="15077"/>
                </a:lnTo>
                <a:lnTo>
                  <a:pt x="14429" y="15086"/>
                </a:lnTo>
                <a:lnTo>
                  <a:pt x="12936" y="14945"/>
                </a:lnTo>
                <a:lnTo>
                  <a:pt x="11337" y="14698"/>
                </a:lnTo>
                <a:lnTo>
                  <a:pt x="9555" y="14400"/>
                </a:lnTo>
                <a:lnTo>
                  <a:pt x="9555" y="15826"/>
                </a:lnTo>
                <a:lnTo>
                  <a:pt x="9555" y="17256"/>
                </a:lnTo>
                <a:lnTo>
                  <a:pt x="9555" y="18691"/>
                </a:lnTo>
                <a:lnTo>
                  <a:pt x="9555" y="20138"/>
                </a:lnTo>
                <a:lnTo>
                  <a:pt x="9555" y="21600"/>
                </a:lnTo>
                <a:lnTo>
                  <a:pt x="7979" y="21600"/>
                </a:lnTo>
                <a:lnTo>
                  <a:pt x="6400" y="21600"/>
                </a:lnTo>
                <a:lnTo>
                  <a:pt x="4814" y="21600"/>
                </a:lnTo>
                <a:lnTo>
                  <a:pt x="3220" y="21600"/>
                </a:lnTo>
                <a:lnTo>
                  <a:pt x="1617" y="21600"/>
                </a:lnTo>
                <a:lnTo>
                  <a:pt x="0" y="21600"/>
                </a:lnTo>
                <a:lnTo>
                  <a:pt x="0" y="20016"/>
                </a:lnTo>
                <a:lnTo>
                  <a:pt x="0" y="18430"/>
                </a:lnTo>
                <a:lnTo>
                  <a:pt x="0" y="16843"/>
                </a:lnTo>
                <a:lnTo>
                  <a:pt x="0" y="15252"/>
                </a:lnTo>
                <a:lnTo>
                  <a:pt x="0" y="13656"/>
                </a:lnTo>
                <a:lnTo>
                  <a:pt x="0" y="12053"/>
                </a:lnTo>
                <a:lnTo>
                  <a:pt x="0" y="10445"/>
                </a:lnTo>
                <a:lnTo>
                  <a:pt x="0" y="8827"/>
                </a:lnTo>
                <a:lnTo>
                  <a:pt x="0" y="7200"/>
                </a:lnTo>
                <a:lnTo>
                  <a:pt x="1579" y="7200"/>
                </a:lnTo>
                <a:lnTo>
                  <a:pt x="3168" y="7200"/>
                </a:lnTo>
                <a:lnTo>
                  <a:pt x="4778" y="7200"/>
                </a:lnTo>
                <a:lnTo>
                  <a:pt x="4778" y="8786"/>
                </a:lnTo>
                <a:lnTo>
                  <a:pt x="4778" y="10382"/>
                </a:lnTo>
                <a:lnTo>
                  <a:pt x="4778" y="12000"/>
                </a:lnTo>
                <a:lnTo>
                  <a:pt x="6197" y="12000"/>
                </a:lnTo>
                <a:lnTo>
                  <a:pt x="7620" y="12000"/>
                </a:lnTo>
                <a:lnTo>
                  <a:pt x="9049" y="12000"/>
                </a:lnTo>
                <a:lnTo>
                  <a:pt x="10489" y="12000"/>
                </a:lnTo>
                <a:lnTo>
                  <a:pt x="11944" y="12000"/>
                </a:lnTo>
                <a:lnTo>
                  <a:pt x="11944" y="10414"/>
                </a:lnTo>
                <a:lnTo>
                  <a:pt x="11944" y="8818"/>
                </a:lnTo>
                <a:lnTo>
                  <a:pt x="11944" y="7200"/>
                </a:lnTo>
                <a:lnTo>
                  <a:pt x="13523" y="7200"/>
                </a:lnTo>
                <a:lnTo>
                  <a:pt x="15112" y="7200"/>
                </a:lnTo>
                <a:lnTo>
                  <a:pt x="16722" y="7200"/>
                </a:lnTo>
                <a:lnTo>
                  <a:pt x="16722" y="5774"/>
                </a:lnTo>
                <a:lnTo>
                  <a:pt x="16722" y="4344"/>
                </a:lnTo>
                <a:lnTo>
                  <a:pt x="16722" y="2909"/>
                </a:lnTo>
                <a:lnTo>
                  <a:pt x="16722" y="1462"/>
                </a:lnTo>
                <a:lnTo>
                  <a:pt x="16722" y="0"/>
                </a:lnTo>
                <a:close/>
              </a:path>
            </a:pathLst>
          </a:custGeom>
          <a:solidFill>
            <a:srgbClr val="DE635B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4" name="contour_07602"/>
          <p:cNvSpPr/>
          <p:nvPr/>
        </p:nvSpPr>
        <p:spPr>
          <a:xfrm>
            <a:off x="4426898" y="2368051"/>
            <a:ext cx="65592" cy="515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00" y="40"/>
                </a:moveTo>
                <a:lnTo>
                  <a:pt x="17510" y="79"/>
                </a:lnTo>
                <a:lnTo>
                  <a:pt x="19145" y="119"/>
                </a:lnTo>
                <a:lnTo>
                  <a:pt x="19754" y="147"/>
                </a:lnTo>
                <a:lnTo>
                  <a:pt x="21600" y="229"/>
                </a:lnTo>
                <a:lnTo>
                  <a:pt x="20921" y="1954"/>
                </a:lnTo>
                <a:lnTo>
                  <a:pt x="20242" y="3685"/>
                </a:lnTo>
                <a:lnTo>
                  <a:pt x="19560" y="5419"/>
                </a:lnTo>
                <a:lnTo>
                  <a:pt x="18876" y="7159"/>
                </a:lnTo>
                <a:lnTo>
                  <a:pt x="18187" y="8909"/>
                </a:lnTo>
                <a:lnTo>
                  <a:pt x="17496" y="10667"/>
                </a:lnTo>
                <a:lnTo>
                  <a:pt x="16800" y="12441"/>
                </a:lnTo>
                <a:lnTo>
                  <a:pt x="15612" y="11684"/>
                </a:lnTo>
                <a:lnTo>
                  <a:pt x="14419" y="10927"/>
                </a:lnTo>
                <a:lnTo>
                  <a:pt x="13217" y="10160"/>
                </a:lnTo>
                <a:lnTo>
                  <a:pt x="12000" y="9388"/>
                </a:lnTo>
                <a:lnTo>
                  <a:pt x="11604" y="11403"/>
                </a:lnTo>
                <a:lnTo>
                  <a:pt x="11208" y="13421"/>
                </a:lnTo>
                <a:lnTo>
                  <a:pt x="10810" y="15448"/>
                </a:lnTo>
                <a:lnTo>
                  <a:pt x="10409" y="17481"/>
                </a:lnTo>
                <a:lnTo>
                  <a:pt x="10006" y="19533"/>
                </a:lnTo>
                <a:lnTo>
                  <a:pt x="9600" y="21600"/>
                </a:lnTo>
                <a:lnTo>
                  <a:pt x="6430" y="20840"/>
                </a:lnTo>
                <a:lnTo>
                  <a:pt x="4246" y="20293"/>
                </a:lnTo>
                <a:lnTo>
                  <a:pt x="2774" y="19878"/>
                </a:lnTo>
                <a:lnTo>
                  <a:pt x="1754" y="19503"/>
                </a:lnTo>
                <a:lnTo>
                  <a:pt x="919" y="19087"/>
                </a:lnTo>
                <a:lnTo>
                  <a:pt x="0" y="18547"/>
                </a:lnTo>
                <a:lnTo>
                  <a:pt x="0" y="16529"/>
                </a:lnTo>
                <a:lnTo>
                  <a:pt x="0" y="14499"/>
                </a:lnTo>
                <a:lnTo>
                  <a:pt x="0" y="12441"/>
                </a:lnTo>
                <a:lnTo>
                  <a:pt x="1586" y="12441"/>
                </a:lnTo>
                <a:lnTo>
                  <a:pt x="3182" y="12441"/>
                </a:lnTo>
                <a:lnTo>
                  <a:pt x="4800" y="12441"/>
                </a:lnTo>
                <a:lnTo>
                  <a:pt x="4702" y="10991"/>
                </a:lnTo>
                <a:lnTo>
                  <a:pt x="4601" y="9531"/>
                </a:lnTo>
                <a:lnTo>
                  <a:pt x="4500" y="8051"/>
                </a:lnTo>
                <a:lnTo>
                  <a:pt x="4598" y="6475"/>
                </a:lnTo>
                <a:lnTo>
                  <a:pt x="4699" y="4888"/>
                </a:lnTo>
                <a:lnTo>
                  <a:pt x="4800" y="3282"/>
                </a:lnTo>
                <a:lnTo>
                  <a:pt x="6331" y="2070"/>
                </a:lnTo>
                <a:lnTo>
                  <a:pt x="7829" y="1191"/>
                </a:lnTo>
                <a:lnTo>
                  <a:pt x="9324" y="592"/>
                </a:lnTo>
                <a:lnTo>
                  <a:pt x="10848" y="229"/>
                </a:lnTo>
                <a:lnTo>
                  <a:pt x="12432" y="49"/>
                </a:lnTo>
                <a:lnTo>
                  <a:pt x="14105" y="0"/>
                </a:lnTo>
                <a:lnTo>
                  <a:pt x="15900" y="40"/>
                </a:lnTo>
                <a:close/>
              </a:path>
            </a:pathLst>
          </a:custGeom>
          <a:solidFill>
            <a:srgbClr val="334550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5" name="contour_07603"/>
          <p:cNvSpPr/>
          <p:nvPr/>
        </p:nvSpPr>
        <p:spPr>
          <a:xfrm>
            <a:off x="9441036" y="2368597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487" y="95"/>
                </a:lnTo>
                <a:lnTo>
                  <a:pt x="15978" y="305"/>
                </a:lnTo>
                <a:lnTo>
                  <a:pt x="17433" y="653"/>
                </a:lnTo>
                <a:lnTo>
                  <a:pt x="18852" y="1156"/>
                </a:lnTo>
                <a:lnTo>
                  <a:pt x="20241" y="1833"/>
                </a:lnTo>
                <a:lnTo>
                  <a:pt x="21600" y="2700"/>
                </a:lnTo>
                <a:lnTo>
                  <a:pt x="21600" y="4485"/>
                </a:lnTo>
                <a:lnTo>
                  <a:pt x="21600" y="6280"/>
                </a:lnTo>
                <a:lnTo>
                  <a:pt x="21600" y="8100"/>
                </a:lnTo>
                <a:lnTo>
                  <a:pt x="20650" y="9196"/>
                </a:lnTo>
                <a:lnTo>
                  <a:pt x="19939" y="9925"/>
                </a:lnTo>
                <a:lnTo>
                  <a:pt x="19114" y="10611"/>
                </a:lnTo>
                <a:lnTo>
                  <a:pt x="17820" y="11580"/>
                </a:lnTo>
                <a:lnTo>
                  <a:pt x="16647" y="12469"/>
                </a:lnTo>
                <a:lnTo>
                  <a:pt x="15457" y="13373"/>
                </a:lnTo>
                <a:lnTo>
                  <a:pt x="14835" y="13824"/>
                </a:lnTo>
                <a:lnTo>
                  <a:pt x="12960" y="15188"/>
                </a:lnTo>
                <a:lnTo>
                  <a:pt x="11720" y="16119"/>
                </a:lnTo>
                <a:lnTo>
                  <a:pt x="10463" y="17064"/>
                </a:lnTo>
                <a:lnTo>
                  <a:pt x="9238" y="17979"/>
                </a:lnTo>
                <a:lnTo>
                  <a:pt x="8011" y="18892"/>
                </a:lnTo>
                <a:lnTo>
                  <a:pt x="6782" y="19799"/>
                </a:lnTo>
                <a:lnTo>
                  <a:pt x="5553" y="20701"/>
                </a:lnTo>
                <a:lnTo>
                  <a:pt x="4320" y="21600"/>
                </a:lnTo>
                <a:lnTo>
                  <a:pt x="4320" y="19815"/>
                </a:lnTo>
                <a:lnTo>
                  <a:pt x="4320" y="18020"/>
                </a:lnTo>
                <a:lnTo>
                  <a:pt x="4320" y="16200"/>
                </a:lnTo>
                <a:lnTo>
                  <a:pt x="2892" y="16200"/>
                </a:lnTo>
                <a:lnTo>
                  <a:pt x="1456" y="16200"/>
                </a:lnTo>
                <a:lnTo>
                  <a:pt x="0" y="16200"/>
                </a:lnTo>
                <a:lnTo>
                  <a:pt x="706" y="13316"/>
                </a:lnTo>
                <a:lnTo>
                  <a:pt x="1257" y="11197"/>
                </a:lnTo>
                <a:lnTo>
                  <a:pt x="1728" y="9647"/>
                </a:lnTo>
                <a:lnTo>
                  <a:pt x="2195" y="8481"/>
                </a:lnTo>
                <a:lnTo>
                  <a:pt x="2732" y="7511"/>
                </a:lnTo>
                <a:lnTo>
                  <a:pt x="3415" y="6548"/>
                </a:lnTo>
                <a:lnTo>
                  <a:pt x="4320" y="5400"/>
                </a:lnTo>
                <a:lnTo>
                  <a:pt x="5391" y="5457"/>
                </a:lnTo>
                <a:lnTo>
                  <a:pt x="6467" y="5511"/>
                </a:lnTo>
                <a:lnTo>
                  <a:pt x="7560" y="5567"/>
                </a:lnTo>
                <a:lnTo>
                  <a:pt x="8631" y="5513"/>
                </a:lnTo>
                <a:lnTo>
                  <a:pt x="9707" y="5457"/>
                </a:lnTo>
                <a:lnTo>
                  <a:pt x="10800" y="5400"/>
                </a:lnTo>
                <a:lnTo>
                  <a:pt x="11035" y="4687"/>
                </a:lnTo>
                <a:lnTo>
                  <a:pt x="11746" y="2533"/>
                </a:lnTo>
                <a:lnTo>
                  <a:pt x="12349" y="1274"/>
                </a:lnTo>
                <a:lnTo>
                  <a:pt x="12960" y="0"/>
                </a:lnTo>
                <a:close/>
              </a:path>
            </a:pathLst>
          </a:custGeom>
          <a:solidFill>
            <a:srgbClr val="658EBF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6" name="contour_07604"/>
          <p:cNvSpPr/>
          <p:nvPr/>
        </p:nvSpPr>
        <p:spPr>
          <a:xfrm>
            <a:off x="1278485" y="2346281"/>
            <a:ext cx="51016" cy="514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48"/>
                </a:moveTo>
                <a:lnTo>
                  <a:pt x="21557" y="5392"/>
                </a:lnTo>
                <a:lnTo>
                  <a:pt x="21473" y="6952"/>
                </a:lnTo>
                <a:lnTo>
                  <a:pt x="21298" y="8378"/>
                </a:lnTo>
                <a:lnTo>
                  <a:pt x="20974" y="10115"/>
                </a:lnTo>
                <a:lnTo>
                  <a:pt x="20443" y="12614"/>
                </a:lnTo>
                <a:lnTo>
                  <a:pt x="20100" y="14293"/>
                </a:lnTo>
                <a:lnTo>
                  <a:pt x="19755" y="15981"/>
                </a:lnTo>
                <a:lnTo>
                  <a:pt x="19406" y="17694"/>
                </a:lnTo>
                <a:lnTo>
                  <a:pt x="18965" y="19633"/>
                </a:lnTo>
                <a:lnTo>
                  <a:pt x="18514" y="21600"/>
                </a:lnTo>
                <a:lnTo>
                  <a:pt x="16478" y="21600"/>
                </a:lnTo>
                <a:lnTo>
                  <a:pt x="14438" y="21600"/>
                </a:lnTo>
                <a:lnTo>
                  <a:pt x="12398" y="21600"/>
                </a:lnTo>
                <a:lnTo>
                  <a:pt x="10353" y="21600"/>
                </a:lnTo>
                <a:lnTo>
                  <a:pt x="8301" y="21600"/>
                </a:lnTo>
                <a:lnTo>
                  <a:pt x="6239" y="21600"/>
                </a:lnTo>
                <a:lnTo>
                  <a:pt x="4172" y="21600"/>
                </a:lnTo>
                <a:lnTo>
                  <a:pt x="2092" y="21600"/>
                </a:lnTo>
                <a:lnTo>
                  <a:pt x="0" y="21600"/>
                </a:lnTo>
                <a:lnTo>
                  <a:pt x="321" y="17865"/>
                </a:lnTo>
                <a:lnTo>
                  <a:pt x="589" y="14908"/>
                </a:lnTo>
                <a:lnTo>
                  <a:pt x="830" y="12574"/>
                </a:lnTo>
                <a:lnTo>
                  <a:pt x="1068" y="10714"/>
                </a:lnTo>
                <a:lnTo>
                  <a:pt x="1324" y="9179"/>
                </a:lnTo>
                <a:lnTo>
                  <a:pt x="1629" y="7818"/>
                </a:lnTo>
                <a:lnTo>
                  <a:pt x="2009" y="6475"/>
                </a:lnTo>
                <a:lnTo>
                  <a:pt x="2484" y="5001"/>
                </a:lnTo>
                <a:lnTo>
                  <a:pt x="3086" y="3248"/>
                </a:lnTo>
                <a:lnTo>
                  <a:pt x="5039" y="1997"/>
                </a:lnTo>
                <a:lnTo>
                  <a:pt x="7079" y="1037"/>
                </a:lnTo>
                <a:lnTo>
                  <a:pt x="9180" y="376"/>
                </a:lnTo>
                <a:lnTo>
                  <a:pt x="11315" y="28"/>
                </a:lnTo>
                <a:lnTo>
                  <a:pt x="13457" y="0"/>
                </a:lnTo>
                <a:lnTo>
                  <a:pt x="15583" y="297"/>
                </a:lnTo>
                <a:lnTo>
                  <a:pt x="17666" y="933"/>
                </a:lnTo>
                <a:lnTo>
                  <a:pt x="19681" y="1915"/>
                </a:lnTo>
                <a:lnTo>
                  <a:pt x="21600" y="3248"/>
                </a:lnTo>
                <a:close/>
              </a:path>
            </a:pathLst>
          </a:custGeom>
          <a:solidFill>
            <a:srgbClr val="1D1D1B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7" name="contour_07605"/>
          <p:cNvSpPr/>
          <p:nvPr/>
        </p:nvSpPr>
        <p:spPr>
          <a:xfrm>
            <a:off x="4973497" y="2361229"/>
            <a:ext cx="87456" cy="36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47"/>
                </a:moveTo>
                <a:lnTo>
                  <a:pt x="16200" y="2897"/>
                </a:lnTo>
                <a:lnTo>
                  <a:pt x="16200" y="5763"/>
                </a:lnTo>
                <a:lnTo>
                  <a:pt x="16200" y="8668"/>
                </a:lnTo>
                <a:lnTo>
                  <a:pt x="17539" y="9996"/>
                </a:lnTo>
                <a:lnTo>
                  <a:pt x="18490" y="10884"/>
                </a:lnTo>
                <a:lnTo>
                  <a:pt x="19310" y="11539"/>
                </a:lnTo>
                <a:lnTo>
                  <a:pt x="20261" y="12169"/>
                </a:lnTo>
                <a:lnTo>
                  <a:pt x="21600" y="12979"/>
                </a:lnTo>
                <a:lnTo>
                  <a:pt x="20848" y="15690"/>
                </a:lnTo>
                <a:lnTo>
                  <a:pt x="20221" y="17488"/>
                </a:lnTo>
                <a:lnTo>
                  <a:pt x="19384" y="19190"/>
                </a:lnTo>
                <a:lnTo>
                  <a:pt x="18000" y="21600"/>
                </a:lnTo>
                <a:lnTo>
                  <a:pt x="16879" y="21389"/>
                </a:lnTo>
                <a:lnTo>
                  <a:pt x="15786" y="21053"/>
                </a:lnTo>
                <a:lnTo>
                  <a:pt x="14711" y="20604"/>
                </a:lnTo>
                <a:lnTo>
                  <a:pt x="13642" y="20070"/>
                </a:lnTo>
                <a:lnTo>
                  <a:pt x="12568" y="19466"/>
                </a:lnTo>
                <a:lnTo>
                  <a:pt x="11475" y="18807"/>
                </a:lnTo>
                <a:lnTo>
                  <a:pt x="10258" y="18104"/>
                </a:lnTo>
                <a:lnTo>
                  <a:pt x="9040" y="17475"/>
                </a:lnTo>
                <a:lnTo>
                  <a:pt x="7816" y="16910"/>
                </a:lnTo>
                <a:lnTo>
                  <a:pt x="6590" y="16397"/>
                </a:lnTo>
                <a:lnTo>
                  <a:pt x="5360" y="15919"/>
                </a:lnTo>
                <a:lnTo>
                  <a:pt x="4127" y="15475"/>
                </a:lnTo>
                <a:lnTo>
                  <a:pt x="2891" y="15039"/>
                </a:lnTo>
                <a:lnTo>
                  <a:pt x="1652" y="14613"/>
                </a:lnTo>
                <a:lnTo>
                  <a:pt x="832" y="13802"/>
                </a:lnTo>
                <a:lnTo>
                  <a:pt x="0" y="12979"/>
                </a:lnTo>
                <a:lnTo>
                  <a:pt x="0" y="10130"/>
                </a:lnTo>
                <a:lnTo>
                  <a:pt x="0" y="7263"/>
                </a:lnTo>
                <a:lnTo>
                  <a:pt x="0" y="4358"/>
                </a:lnTo>
                <a:lnTo>
                  <a:pt x="1265" y="3810"/>
                </a:lnTo>
                <a:lnTo>
                  <a:pt x="2531" y="3272"/>
                </a:lnTo>
                <a:lnTo>
                  <a:pt x="3796" y="2733"/>
                </a:lnTo>
                <a:lnTo>
                  <a:pt x="5062" y="2203"/>
                </a:lnTo>
                <a:lnTo>
                  <a:pt x="6003" y="1802"/>
                </a:lnTo>
                <a:lnTo>
                  <a:pt x="6952" y="1397"/>
                </a:lnTo>
                <a:lnTo>
                  <a:pt x="7911" y="991"/>
                </a:lnTo>
                <a:lnTo>
                  <a:pt x="9104" y="642"/>
                </a:lnTo>
                <a:lnTo>
                  <a:pt x="10287" y="375"/>
                </a:lnTo>
                <a:lnTo>
                  <a:pt x="11461" y="181"/>
                </a:lnTo>
                <a:lnTo>
                  <a:pt x="12634" y="60"/>
                </a:lnTo>
                <a:lnTo>
                  <a:pt x="13811" y="4"/>
                </a:lnTo>
                <a:lnTo>
                  <a:pt x="14998" y="0"/>
                </a:lnTo>
                <a:lnTo>
                  <a:pt x="16200" y="47"/>
                </a:lnTo>
                <a:close/>
              </a:path>
            </a:pathLst>
          </a:custGeom>
          <a:solidFill>
            <a:srgbClr val="495E6B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8" name="contour_07606"/>
          <p:cNvSpPr/>
          <p:nvPr/>
        </p:nvSpPr>
        <p:spPr>
          <a:xfrm>
            <a:off x="1118149" y="2266565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303" y="2376"/>
                </a:lnTo>
                <a:lnTo>
                  <a:pt x="21006" y="4756"/>
                </a:lnTo>
                <a:lnTo>
                  <a:pt x="20709" y="7135"/>
                </a:lnTo>
                <a:lnTo>
                  <a:pt x="20409" y="9522"/>
                </a:lnTo>
                <a:lnTo>
                  <a:pt x="20110" y="11916"/>
                </a:lnTo>
                <a:lnTo>
                  <a:pt x="19810" y="14321"/>
                </a:lnTo>
                <a:lnTo>
                  <a:pt x="19507" y="16733"/>
                </a:lnTo>
                <a:lnTo>
                  <a:pt x="19205" y="19159"/>
                </a:lnTo>
                <a:lnTo>
                  <a:pt x="18900" y="21600"/>
                </a:lnTo>
                <a:lnTo>
                  <a:pt x="17118" y="21600"/>
                </a:lnTo>
                <a:lnTo>
                  <a:pt x="15333" y="21600"/>
                </a:lnTo>
                <a:lnTo>
                  <a:pt x="13540" y="21600"/>
                </a:lnTo>
                <a:lnTo>
                  <a:pt x="11740" y="21600"/>
                </a:lnTo>
                <a:lnTo>
                  <a:pt x="9928" y="21600"/>
                </a:lnTo>
                <a:lnTo>
                  <a:pt x="8100" y="21600"/>
                </a:lnTo>
                <a:lnTo>
                  <a:pt x="8176" y="20574"/>
                </a:lnTo>
                <a:lnTo>
                  <a:pt x="8305" y="18763"/>
                </a:lnTo>
                <a:lnTo>
                  <a:pt x="8608" y="14623"/>
                </a:lnTo>
                <a:lnTo>
                  <a:pt x="8608" y="11686"/>
                </a:lnTo>
                <a:lnTo>
                  <a:pt x="8478" y="9763"/>
                </a:lnTo>
                <a:lnTo>
                  <a:pt x="8100" y="7200"/>
                </a:lnTo>
                <a:lnTo>
                  <a:pt x="6091" y="5983"/>
                </a:lnTo>
                <a:lnTo>
                  <a:pt x="4666" y="5188"/>
                </a:lnTo>
                <a:lnTo>
                  <a:pt x="3434" y="4640"/>
                </a:lnTo>
                <a:lnTo>
                  <a:pt x="2009" y="4169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DAC791"/>
          </a:solidFill>
          <a:ln>
            <a:noFill/>
          </a:ln>
        </p:spPr>
        <p:txBody>
          <a:bodyPr/>
          <a:lstStyle/>
          <a:p/>
        </p:txBody>
      </p:sp>
      <p:sp>
        <p:nvSpPr>
          <p:cNvPr id="7609" name="contour_07607"/>
          <p:cNvSpPr/>
          <p:nvPr/>
        </p:nvSpPr>
        <p:spPr>
          <a:xfrm>
            <a:off x="6278047" y="2252609"/>
            <a:ext cx="80168" cy="50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36" y="1103"/>
                </a:moveTo>
                <a:lnTo>
                  <a:pt x="17596" y="1340"/>
                </a:lnTo>
                <a:lnTo>
                  <a:pt x="19591" y="2068"/>
                </a:lnTo>
                <a:lnTo>
                  <a:pt x="20587" y="2458"/>
                </a:lnTo>
                <a:lnTo>
                  <a:pt x="21600" y="2858"/>
                </a:lnTo>
                <a:lnTo>
                  <a:pt x="20602" y="4801"/>
                </a:lnTo>
                <a:lnTo>
                  <a:pt x="19595" y="6594"/>
                </a:lnTo>
                <a:lnTo>
                  <a:pt x="18576" y="8243"/>
                </a:lnTo>
                <a:lnTo>
                  <a:pt x="17541" y="9755"/>
                </a:lnTo>
                <a:lnTo>
                  <a:pt x="16491" y="11142"/>
                </a:lnTo>
                <a:lnTo>
                  <a:pt x="15418" y="12410"/>
                </a:lnTo>
                <a:lnTo>
                  <a:pt x="14325" y="13569"/>
                </a:lnTo>
                <a:lnTo>
                  <a:pt x="13203" y="14628"/>
                </a:lnTo>
                <a:lnTo>
                  <a:pt x="12055" y="15596"/>
                </a:lnTo>
                <a:lnTo>
                  <a:pt x="10877" y="16480"/>
                </a:lnTo>
                <a:lnTo>
                  <a:pt x="9663" y="17289"/>
                </a:lnTo>
                <a:lnTo>
                  <a:pt x="8414" y="18033"/>
                </a:lnTo>
                <a:lnTo>
                  <a:pt x="7126" y="18720"/>
                </a:lnTo>
                <a:lnTo>
                  <a:pt x="5795" y="19357"/>
                </a:lnTo>
                <a:lnTo>
                  <a:pt x="4420" y="19957"/>
                </a:lnTo>
                <a:lnTo>
                  <a:pt x="2997" y="20522"/>
                </a:lnTo>
                <a:lnTo>
                  <a:pt x="1526" y="21069"/>
                </a:lnTo>
                <a:lnTo>
                  <a:pt x="0" y="21600"/>
                </a:lnTo>
                <a:lnTo>
                  <a:pt x="187" y="19429"/>
                </a:lnTo>
                <a:lnTo>
                  <a:pt x="403" y="17302"/>
                </a:lnTo>
                <a:lnTo>
                  <a:pt x="668" y="15212"/>
                </a:lnTo>
                <a:lnTo>
                  <a:pt x="1003" y="13154"/>
                </a:lnTo>
                <a:lnTo>
                  <a:pt x="1428" y="11120"/>
                </a:lnTo>
                <a:lnTo>
                  <a:pt x="1964" y="9105"/>
                </a:lnTo>
                <a:lnTo>
                  <a:pt x="3483" y="8731"/>
                </a:lnTo>
                <a:lnTo>
                  <a:pt x="4550" y="8543"/>
                </a:lnTo>
                <a:lnTo>
                  <a:pt x="5445" y="8543"/>
                </a:lnTo>
                <a:lnTo>
                  <a:pt x="6453" y="8731"/>
                </a:lnTo>
                <a:lnTo>
                  <a:pt x="7855" y="9105"/>
                </a:lnTo>
                <a:lnTo>
                  <a:pt x="7855" y="7041"/>
                </a:lnTo>
                <a:lnTo>
                  <a:pt x="7855" y="4963"/>
                </a:lnTo>
                <a:lnTo>
                  <a:pt x="7855" y="2858"/>
                </a:lnTo>
                <a:lnTo>
                  <a:pt x="9141" y="1477"/>
                </a:lnTo>
                <a:lnTo>
                  <a:pt x="10366" y="587"/>
                </a:lnTo>
                <a:lnTo>
                  <a:pt x="11572" y="116"/>
                </a:lnTo>
                <a:lnTo>
                  <a:pt x="12795" y="0"/>
                </a:lnTo>
                <a:lnTo>
                  <a:pt x="14071" y="172"/>
                </a:lnTo>
                <a:lnTo>
                  <a:pt x="15438" y="562"/>
                </a:lnTo>
                <a:lnTo>
                  <a:pt x="16936" y="1103"/>
                </a:lnTo>
                <a:close/>
              </a:path>
            </a:pathLst>
          </a:custGeom>
          <a:solidFill>
            <a:srgbClr val="789BC6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0" name="contour_07608"/>
          <p:cNvSpPr/>
          <p:nvPr/>
        </p:nvSpPr>
        <p:spPr>
          <a:xfrm>
            <a:off x="4943062" y="2259926"/>
            <a:ext cx="66875" cy="50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23" y="1335"/>
                </a:moveTo>
                <a:lnTo>
                  <a:pt x="15595" y="2278"/>
                </a:lnTo>
                <a:lnTo>
                  <a:pt x="16960" y="3341"/>
                </a:lnTo>
                <a:lnTo>
                  <a:pt x="18184" y="4538"/>
                </a:lnTo>
                <a:lnTo>
                  <a:pt x="19324" y="5885"/>
                </a:lnTo>
                <a:lnTo>
                  <a:pt x="20442" y="7398"/>
                </a:lnTo>
                <a:lnTo>
                  <a:pt x="21600" y="9098"/>
                </a:lnTo>
                <a:lnTo>
                  <a:pt x="20277" y="9998"/>
                </a:lnTo>
                <a:lnTo>
                  <a:pt x="18954" y="10902"/>
                </a:lnTo>
                <a:lnTo>
                  <a:pt x="17631" y="11799"/>
                </a:lnTo>
                <a:lnTo>
                  <a:pt x="16306" y="12696"/>
                </a:lnTo>
                <a:lnTo>
                  <a:pt x="14978" y="13593"/>
                </a:lnTo>
                <a:lnTo>
                  <a:pt x="13750" y="14427"/>
                </a:lnTo>
                <a:lnTo>
                  <a:pt x="12511" y="15268"/>
                </a:lnTo>
                <a:lnTo>
                  <a:pt x="11254" y="16118"/>
                </a:lnTo>
                <a:lnTo>
                  <a:pt x="9729" y="17040"/>
                </a:lnTo>
                <a:lnTo>
                  <a:pt x="8206" y="17906"/>
                </a:lnTo>
                <a:lnTo>
                  <a:pt x="6676" y="18721"/>
                </a:lnTo>
                <a:lnTo>
                  <a:pt x="5136" y="19493"/>
                </a:lnTo>
                <a:lnTo>
                  <a:pt x="3585" y="20225"/>
                </a:lnTo>
                <a:lnTo>
                  <a:pt x="2013" y="20925"/>
                </a:lnTo>
                <a:lnTo>
                  <a:pt x="414" y="21600"/>
                </a:lnTo>
                <a:lnTo>
                  <a:pt x="207" y="17499"/>
                </a:lnTo>
                <a:lnTo>
                  <a:pt x="64" y="14255"/>
                </a:lnTo>
                <a:lnTo>
                  <a:pt x="0" y="11702"/>
                </a:lnTo>
                <a:lnTo>
                  <a:pt x="31" y="9673"/>
                </a:lnTo>
                <a:lnTo>
                  <a:pt x="165" y="8004"/>
                </a:lnTo>
                <a:lnTo>
                  <a:pt x="419" y="6535"/>
                </a:lnTo>
                <a:lnTo>
                  <a:pt x="807" y="5101"/>
                </a:lnTo>
                <a:lnTo>
                  <a:pt x="1339" y="3535"/>
                </a:lnTo>
                <a:lnTo>
                  <a:pt x="2031" y="1675"/>
                </a:lnTo>
                <a:lnTo>
                  <a:pt x="3604" y="822"/>
                </a:lnTo>
                <a:lnTo>
                  <a:pt x="5087" y="288"/>
                </a:lnTo>
                <a:lnTo>
                  <a:pt x="6518" y="28"/>
                </a:lnTo>
                <a:lnTo>
                  <a:pt x="7928" y="0"/>
                </a:lnTo>
                <a:lnTo>
                  <a:pt x="9350" y="163"/>
                </a:lnTo>
                <a:lnTo>
                  <a:pt x="10819" y="466"/>
                </a:lnTo>
                <a:lnTo>
                  <a:pt x="12365" y="872"/>
                </a:lnTo>
                <a:lnTo>
                  <a:pt x="14023" y="1335"/>
                </a:lnTo>
                <a:close/>
              </a:path>
            </a:pathLst>
          </a:custGeom>
          <a:solidFill>
            <a:srgbClr val="8DA6B2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1" name="contour_07609"/>
          <p:cNvSpPr/>
          <p:nvPr/>
        </p:nvSpPr>
        <p:spPr>
          <a:xfrm>
            <a:off x="1716508" y="2208261"/>
            <a:ext cx="6484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80" y="0"/>
                </a:moveTo>
                <a:lnTo>
                  <a:pt x="3784" y="0"/>
                </a:lnTo>
                <a:lnTo>
                  <a:pt x="5399" y="0"/>
                </a:lnTo>
                <a:lnTo>
                  <a:pt x="7035" y="0"/>
                </a:lnTo>
                <a:lnTo>
                  <a:pt x="7909" y="1091"/>
                </a:lnTo>
                <a:lnTo>
                  <a:pt x="8460" y="1966"/>
                </a:lnTo>
                <a:lnTo>
                  <a:pt x="9159" y="3375"/>
                </a:lnTo>
                <a:lnTo>
                  <a:pt x="10004" y="4649"/>
                </a:lnTo>
                <a:lnTo>
                  <a:pt x="10909" y="5735"/>
                </a:lnTo>
                <a:lnTo>
                  <a:pt x="11888" y="6658"/>
                </a:lnTo>
                <a:lnTo>
                  <a:pt x="12946" y="7447"/>
                </a:lnTo>
                <a:lnTo>
                  <a:pt x="14099" y="8125"/>
                </a:lnTo>
                <a:lnTo>
                  <a:pt x="15354" y="8721"/>
                </a:lnTo>
                <a:lnTo>
                  <a:pt x="16721" y="9261"/>
                </a:lnTo>
                <a:lnTo>
                  <a:pt x="18211" y="9769"/>
                </a:lnTo>
                <a:lnTo>
                  <a:pt x="19833" y="10274"/>
                </a:lnTo>
                <a:lnTo>
                  <a:pt x="21600" y="10800"/>
                </a:lnTo>
                <a:lnTo>
                  <a:pt x="19998" y="11196"/>
                </a:lnTo>
                <a:lnTo>
                  <a:pt x="18393" y="11592"/>
                </a:lnTo>
                <a:lnTo>
                  <a:pt x="16789" y="11990"/>
                </a:lnTo>
                <a:lnTo>
                  <a:pt x="15179" y="12388"/>
                </a:lnTo>
                <a:lnTo>
                  <a:pt x="13565" y="12785"/>
                </a:lnTo>
                <a:lnTo>
                  <a:pt x="11943" y="13187"/>
                </a:lnTo>
                <a:lnTo>
                  <a:pt x="10317" y="13588"/>
                </a:lnTo>
                <a:lnTo>
                  <a:pt x="8681" y="13993"/>
                </a:lnTo>
                <a:lnTo>
                  <a:pt x="7035" y="14400"/>
                </a:lnTo>
                <a:lnTo>
                  <a:pt x="7435" y="15588"/>
                </a:lnTo>
                <a:lnTo>
                  <a:pt x="7836" y="16778"/>
                </a:lnTo>
                <a:lnTo>
                  <a:pt x="8239" y="17973"/>
                </a:lnTo>
                <a:lnTo>
                  <a:pt x="8644" y="19174"/>
                </a:lnTo>
                <a:lnTo>
                  <a:pt x="9052" y="20381"/>
                </a:lnTo>
                <a:lnTo>
                  <a:pt x="9462" y="21600"/>
                </a:lnTo>
                <a:lnTo>
                  <a:pt x="7858" y="21600"/>
                </a:lnTo>
                <a:lnTo>
                  <a:pt x="6244" y="21600"/>
                </a:lnTo>
                <a:lnTo>
                  <a:pt x="4607" y="21600"/>
                </a:lnTo>
                <a:lnTo>
                  <a:pt x="4083" y="20479"/>
                </a:lnTo>
                <a:lnTo>
                  <a:pt x="3602" y="19381"/>
                </a:lnTo>
                <a:lnTo>
                  <a:pt x="3165" y="18293"/>
                </a:lnTo>
                <a:lnTo>
                  <a:pt x="2765" y="17208"/>
                </a:lnTo>
                <a:lnTo>
                  <a:pt x="2394" y="16112"/>
                </a:lnTo>
                <a:lnTo>
                  <a:pt x="2049" y="14992"/>
                </a:lnTo>
                <a:lnTo>
                  <a:pt x="1724" y="13838"/>
                </a:lnTo>
                <a:lnTo>
                  <a:pt x="1379" y="12744"/>
                </a:lnTo>
                <a:lnTo>
                  <a:pt x="1027" y="11633"/>
                </a:lnTo>
                <a:lnTo>
                  <a:pt x="677" y="10370"/>
                </a:lnTo>
                <a:lnTo>
                  <a:pt x="379" y="9155"/>
                </a:lnTo>
                <a:lnTo>
                  <a:pt x="155" y="7981"/>
                </a:lnTo>
                <a:lnTo>
                  <a:pt x="24" y="6835"/>
                </a:lnTo>
                <a:lnTo>
                  <a:pt x="0" y="5710"/>
                </a:lnTo>
                <a:lnTo>
                  <a:pt x="104" y="4592"/>
                </a:lnTo>
                <a:lnTo>
                  <a:pt x="357" y="3472"/>
                </a:lnTo>
                <a:lnTo>
                  <a:pt x="774" y="2342"/>
                </a:lnTo>
                <a:lnTo>
                  <a:pt x="1376" y="1186"/>
                </a:lnTo>
                <a:lnTo>
                  <a:pt x="2180" y="0"/>
                </a:lnTo>
                <a:close/>
              </a:path>
            </a:pathLst>
          </a:custGeom>
          <a:solidFill>
            <a:srgbClr val="2B261D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2" name="contour_07610"/>
          <p:cNvSpPr/>
          <p:nvPr/>
        </p:nvSpPr>
        <p:spPr>
          <a:xfrm>
            <a:off x="4579945" y="2207620"/>
            <a:ext cx="131184" cy="234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90"/>
                </a:moveTo>
                <a:lnTo>
                  <a:pt x="824" y="530"/>
                </a:lnTo>
                <a:lnTo>
                  <a:pt x="1650" y="470"/>
                </a:lnTo>
                <a:lnTo>
                  <a:pt x="2474" y="416"/>
                </a:lnTo>
                <a:lnTo>
                  <a:pt x="3300" y="369"/>
                </a:lnTo>
                <a:lnTo>
                  <a:pt x="4124" y="322"/>
                </a:lnTo>
                <a:lnTo>
                  <a:pt x="4950" y="282"/>
                </a:lnTo>
                <a:lnTo>
                  <a:pt x="5776" y="248"/>
                </a:lnTo>
                <a:lnTo>
                  <a:pt x="6600" y="208"/>
                </a:lnTo>
                <a:lnTo>
                  <a:pt x="7426" y="174"/>
                </a:lnTo>
                <a:lnTo>
                  <a:pt x="8120" y="114"/>
                </a:lnTo>
                <a:lnTo>
                  <a:pt x="8819" y="60"/>
                </a:lnTo>
                <a:lnTo>
                  <a:pt x="9527" y="0"/>
                </a:lnTo>
                <a:lnTo>
                  <a:pt x="10358" y="0"/>
                </a:lnTo>
                <a:lnTo>
                  <a:pt x="11182" y="47"/>
                </a:lnTo>
                <a:lnTo>
                  <a:pt x="11998" y="154"/>
                </a:lnTo>
                <a:lnTo>
                  <a:pt x="12808" y="322"/>
                </a:lnTo>
                <a:lnTo>
                  <a:pt x="13613" y="557"/>
                </a:lnTo>
                <a:lnTo>
                  <a:pt x="14414" y="859"/>
                </a:lnTo>
                <a:lnTo>
                  <a:pt x="15211" y="1228"/>
                </a:lnTo>
                <a:lnTo>
                  <a:pt x="16007" y="1678"/>
                </a:lnTo>
                <a:lnTo>
                  <a:pt x="16801" y="2208"/>
                </a:lnTo>
                <a:lnTo>
                  <a:pt x="17596" y="2825"/>
                </a:lnTo>
                <a:lnTo>
                  <a:pt x="18391" y="3523"/>
                </a:lnTo>
                <a:lnTo>
                  <a:pt x="19188" y="4321"/>
                </a:lnTo>
                <a:lnTo>
                  <a:pt x="19988" y="5214"/>
                </a:lnTo>
                <a:lnTo>
                  <a:pt x="20791" y="6207"/>
                </a:lnTo>
                <a:lnTo>
                  <a:pt x="21600" y="7301"/>
                </a:lnTo>
                <a:lnTo>
                  <a:pt x="21362" y="11273"/>
                </a:lnTo>
                <a:lnTo>
                  <a:pt x="21157" y="13997"/>
                </a:lnTo>
                <a:lnTo>
                  <a:pt x="20874" y="16728"/>
                </a:lnTo>
                <a:lnTo>
                  <a:pt x="20400" y="20721"/>
                </a:lnTo>
                <a:lnTo>
                  <a:pt x="19508" y="21358"/>
                </a:lnTo>
                <a:lnTo>
                  <a:pt x="18862" y="21600"/>
                </a:lnTo>
                <a:lnTo>
                  <a:pt x="18143" y="21486"/>
                </a:lnTo>
                <a:lnTo>
                  <a:pt x="17039" y="21036"/>
                </a:lnTo>
                <a:lnTo>
                  <a:pt x="16738" y="20909"/>
                </a:lnTo>
                <a:lnTo>
                  <a:pt x="16204" y="20687"/>
                </a:lnTo>
                <a:lnTo>
                  <a:pt x="14983" y="20171"/>
                </a:lnTo>
                <a:lnTo>
                  <a:pt x="14270" y="19802"/>
                </a:lnTo>
                <a:lnTo>
                  <a:pt x="13553" y="19426"/>
                </a:lnTo>
                <a:lnTo>
                  <a:pt x="12826" y="19043"/>
                </a:lnTo>
                <a:lnTo>
                  <a:pt x="12126" y="18775"/>
                </a:lnTo>
                <a:lnTo>
                  <a:pt x="11422" y="18507"/>
                </a:lnTo>
                <a:lnTo>
                  <a:pt x="10709" y="18232"/>
                </a:lnTo>
                <a:lnTo>
                  <a:pt x="9840" y="17789"/>
                </a:lnTo>
                <a:lnTo>
                  <a:pt x="9002" y="17272"/>
                </a:lnTo>
                <a:lnTo>
                  <a:pt x="8191" y="16675"/>
                </a:lnTo>
                <a:lnTo>
                  <a:pt x="7403" y="15984"/>
                </a:lnTo>
                <a:lnTo>
                  <a:pt x="6634" y="15178"/>
                </a:lnTo>
                <a:lnTo>
                  <a:pt x="5880" y="14246"/>
                </a:lnTo>
                <a:lnTo>
                  <a:pt x="5140" y="13179"/>
                </a:lnTo>
                <a:lnTo>
                  <a:pt x="4408" y="11951"/>
                </a:lnTo>
                <a:lnTo>
                  <a:pt x="3682" y="10562"/>
                </a:lnTo>
                <a:lnTo>
                  <a:pt x="2956" y="8985"/>
                </a:lnTo>
                <a:lnTo>
                  <a:pt x="2228" y="7220"/>
                </a:lnTo>
                <a:lnTo>
                  <a:pt x="1496" y="5241"/>
                </a:lnTo>
                <a:lnTo>
                  <a:pt x="755" y="3033"/>
                </a:lnTo>
                <a:lnTo>
                  <a:pt x="0" y="590"/>
                </a:lnTo>
                <a:close/>
              </a:path>
            </a:pathLst>
          </a:custGeom>
          <a:solidFill>
            <a:srgbClr val="84C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3" name="contour_07611"/>
          <p:cNvSpPr/>
          <p:nvPr/>
        </p:nvSpPr>
        <p:spPr>
          <a:xfrm>
            <a:off x="2349820" y="2186397"/>
            <a:ext cx="43473" cy="680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42" y="0"/>
                </a:moveTo>
                <a:lnTo>
                  <a:pt x="9828" y="157"/>
                </a:lnTo>
                <a:lnTo>
                  <a:pt x="11685" y="356"/>
                </a:lnTo>
                <a:lnTo>
                  <a:pt x="13337" y="707"/>
                </a:lnTo>
                <a:lnTo>
                  <a:pt x="15303" y="1322"/>
                </a:lnTo>
                <a:lnTo>
                  <a:pt x="18106" y="2312"/>
                </a:lnTo>
                <a:lnTo>
                  <a:pt x="18866" y="3784"/>
                </a:lnTo>
                <a:lnTo>
                  <a:pt x="19558" y="5271"/>
                </a:lnTo>
                <a:lnTo>
                  <a:pt x="20173" y="6766"/>
                </a:lnTo>
                <a:lnTo>
                  <a:pt x="20698" y="8271"/>
                </a:lnTo>
                <a:lnTo>
                  <a:pt x="21115" y="9785"/>
                </a:lnTo>
                <a:lnTo>
                  <a:pt x="21412" y="11304"/>
                </a:lnTo>
                <a:lnTo>
                  <a:pt x="21578" y="12827"/>
                </a:lnTo>
                <a:lnTo>
                  <a:pt x="21600" y="14355"/>
                </a:lnTo>
                <a:lnTo>
                  <a:pt x="21459" y="15881"/>
                </a:lnTo>
                <a:lnTo>
                  <a:pt x="21147" y="17409"/>
                </a:lnTo>
                <a:lnTo>
                  <a:pt x="20651" y="18935"/>
                </a:lnTo>
                <a:lnTo>
                  <a:pt x="19094" y="20028"/>
                </a:lnTo>
                <a:lnTo>
                  <a:pt x="17751" y="20671"/>
                </a:lnTo>
                <a:lnTo>
                  <a:pt x="15871" y="21110"/>
                </a:lnTo>
                <a:lnTo>
                  <a:pt x="12717" y="21600"/>
                </a:lnTo>
                <a:lnTo>
                  <a:pt x="10907" y="21336"/>
                </a:lnTo>
                <a:lnTo>
                  <a:pt x="9089" y="21073"/>
                </a:lnTo>
                <a:lnTo>
                  <a:pt x="7242" y="20805"/>
                </a:lnTo>
                <a:lnTo>
                  <a:pt x="6239" y="19411"/>
                </a:lnTo>
                <a:lnTo>
                  <a:pt x="5388" y="18102"/>
                </a:lnTo>
                <a:lnTo>
                  <a:pt x="4657" y="16826"/>
                </a:lnTo>
                <a:lnTo>
                  <a:pt x="4023" y="15534"/>
                </a:lnTo>
                <a:lnTo>
                  <a:pt x="3462" y="14180"/>
                </a:lnTo>
                <a:lnTo>
                  <a:pt x="2940" y="12714"/>
                </a:lnTo>
                <a:lnTo>
                  <a:pt x="2499" y="11554"/>
                </a:lnTo>
                <a:lnTo>
                  <a:pt x="2042" y="10375"/>
                </a:lnTo>
                <a:lnTo>
                  <a:pt x="1510" y="8941"/>
                </a:lnTo>
                <a:lnTo>
                  <a:pt x="992" y="7504"/>
                </a:lnTo>
                <a:lnTo>
                  <a:pt x="492" y="6063"/>
                </a:lnTo>
                <a:lnTo>
                  <a:pt x="0" y="4623"/>
                </a:lnTo>
                <a:lnTo>
                  <a:pt x="2394" y="4623"/>
                </a:lnTo>
                <a:lnTo>
                  <a:pt x="4802" y="4623"/>
                </a:lnTo>
                <a:lnTo>
                  <a:pt x="7242" y="4623"/>
                </a:lnTo>
                <a:lnTo>
                  <a:pt x="7242" y="3095"/>
                </a:lnTo>
                <a:lnTo>
                  <a:pt x="7242" y="1558"/>
                </a:lnTo>
                <a:lnTo>
                  <a:pt x="7242" y="0"/>
                </a:lnTo>
                <a:close/>
              </a:path>
            </a:pathLst>
          </a:custGeom>
          <a:solidFill>
            <a:srgbClr val="666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4" name="contour_07612"/>
          <p:cNvSpPr/>
          <p:nvPr/>
        </p:nvSpPr>
        <p:spPr>
          <a:xfrm>
            <a:off x="7785977" y="2172084"/>
            <a:ext cx="51701" cy="580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70" y="19"/>
                </a:moveTo>
                <a:lnTo>
                  <a:pt x="12109" y="374"/>
                </a:lnTo>
                <a:lnTo>
                  <a:pt x="14024" y="757"/>
                </a:lnTo>
                <a:lnTo>
                  <a:pt x="15927" y="1172"/>
                </a:lnTo>
                <a:lnTo>
                  <a:pt x="17818" y="1619"/>
                </a:lnTo>
                <a:lnTo>
                  <a:pt x="19709" y="2099"/>
                </a:lnTo>
                <a:lnTo>
                  <a:pt x="21600" y="2615"/>
                </a:lnTo>
                <a:lnTo>
                  <a:pt x="20653" y="5899"/>
                </a:lnTo>
                <a:lnTo>
                  <a:pt x="19852" y="8552"/>
                </a:lnTo>
                <a:lnTo>
                  <a:pt x="19143" y="10667"/>
                </a:lnTo>
                <a:lnTo>
                  <a:pt x="18464" y="12335"/>
                </a:lnTo>
                <a:lnTo>
                  <a:pt x="17757" y="13656"/>
                </a:lnTo>
                <a:lnTo>
                  <a:pt x="16963" y="14719"/>
                </a:lnTo>
                <a:lnTo>
                  <a:pt x="16019" y="15617"/>
                </a:lnTo>
                <a:lnTo>
                  <a:pt x="14871" y="16450"/>
                </a:lnTo>
                <a:lnTo>
                  <a:pt x="13455" y="17307"/>
                </a:lnTo>
                <a:lnTo>
                  <a:pt x="11716" y="18283"/>
                </a:lnTo>
                <a:lnTo>
                  <a:pt x="9829" y="18920"/>
                </a:lnTo>
                <a:lnTo>
                  <a:pt x="7947" y="19525"/>
                </a:lnTo>
                <a:lnTo>
                  <a:pt x="6056" y="20097"/>
                </a:lnTo>
                <a:lnTo>
                  <a:pt x="4156" y="20634"/>
                </a:lnTo>
                <a:lnTo>
                  <a:pt x="2235" y="21134"/>
                </a:lnTo>
                <a:lnTo>
                  <a:pt x="286" y="21600"/>
                </a:lnTo>
                <a:lnTo>
                  <a:pt x="143" y="19609"/>
                </a:lnTo>
                <a:lnTo>
                  <a:pt x="43" y="17681"/>
                </a:lnTo>
                <a:lnTo>
                  <a:pt x="0" y="15804"/>
                </a:lnTo>
                <a:lnTo>
                  <a:pt x="27" y="13965"/>
                </a:lnTo>
                <a:lnTo>
                  <a:pt x="140" y="12151"/>
                </a:lnTo>
                <a:lnTo>
                  <a:pt x="344" y="10344"/>
                </a:lnTo>
                <a:lnTo>
                  <a:pt x="658" y="8538"/>
                </a:lnTo>
                <a:lnTo>
                  <a:pt x="1093" y="6710"/>
                </a:lnTo>
                <a:lnTo>
                  <a:pt x="1662" y="4855"/>
                </a:lnTo>
                <a:lnTo>
                  <a:pt x="2378" y="2954"/>
                </a:lnTo>
                <a:lnTo>
                  <a:pt x="4750" y="1191"/>
                </a:lnTo>
                <a:lnTo>
                  <a:pt x="6352" y="298"/>
                </a:lnTo>
                <a:lnTo>
                  <a:pt x="7914" y="0"/>
                </a:lnTo>
                <a:lnTo>
                  <a:pt x="10170" y="19"/>
                </a:lnTo>
                <a:close/>
              </a:path>
            </a:pathLst>
          </a:custGeom>
          <a:solidFill>
            <a:srgbClr val="EA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5" name="contour_07613"/>
          <p:cNvSpPr/>
          <p:nvPr/>
        </p:nvSpPr>
        <p:spPr>
          <a:xfrm>
            <a:off x="8631165" y="2120806"/>
            <a:ext cx="37825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6" y="0"/>
                </a:moveTo>
                <a:lnTo>
                  <a:pt x="2131" y="788"/>
                </a:lnTo>
                <a:lnTo>
                  <a:pt x="3746" y="1577"/>
                </a:lnTo>
                <a:lnTo>
                  <a:pt x="5360" y="2366"/>
                </a:lnTo>
                <a:lnTo>
                  <a:pt x="6971" y="3155"/>
                </a:lnTo>
                <a:lnTo>
                  <a:pt x="8582" y="3946"/>
                </a:lnTo>
                <a:lnTo>
                  <a:pt x="10080" y="4679"/>
                </a:lnTo>
                <a:lnTo>
                  <a:pt x="11587" y="5418"/>
                </a:lnTo>
                <a:lnTo>
                  <a:pt x="13114" y="6166"/>
                </a:lnTo>
                <a:lnTo>
                  <a:pt x="15083" y="7248"/>
                </a:lnTo>
                <a:lnTo>
                  <a:pt x="16743" y="8258"/>
                </a:lnTo>
                <a:lnTo>
                  <a:pt x="18117" y="9225"/>
                </a:lnTo>
                <a:lnTo>
                  <a:pt x="19232" y="10172"/>
                </a:lnTo>
                <a:lnTo>
                  <a:pt x="20106" y="11122"/>
                </a:lnTo>
                <a:lnTo>
                  <a:pt x="20755" y="12104"/>
                </a:lnTo>
                <a:lnTo>
                  <a:pt x="21209" y="13139"/>
                </a:lnTo>
                <a:lnTo>
                  <a:pt x="21483" y="14254"/>
                </a:lnTo>
                <a:lnTo>
                  <a:pt x="21600" y="15474"/>
                </a:lnTo>
                <a:lnTo>
                  <a:pt x="21583" y="16823"/>
                </a:lnTo>
                <a:lnTo>
                  <a:pt x="21546" y="17720"/>
                </a:lnTo>
                <a:lnTo>
                  <a:pt x="21508" y="18623"/>
                </a:lnTo>
                <a:lnTo>
                  <a:pt x="21471" y="19536"/>
                </a:lnTo>
                <a:lnTo>
                  <a:pt x="21400" y="20562"/>
                </a:lnTo>
                <a:lnTo>
                  <a:pt x="21325" y="21600"/>
                </a:lnTo>
                <a:lnTo>
                  <a:pt x="18574" y="21600"/>
                </a:lnTo>
                <a:lnTo>
                  <a:pt x="15807" y="21600"/>
                </a:lnTo>
                <a:lnTo>
                  <a:pt x="13002" y="21600"/>
                </a:lnTo>
                <a:lnTo>
                  <a:pt x="11337" y="20530"/>
                </a:lnTo>
                <a:lnTo>
                  <a:pt x="9793" y="19458"/>
                </a:lnTo>
                <a:lnTo>
                  <a:pt x="8369" y="18383"/>
                </a:lnTo>
                <a:lnTo>
                  <a:pt x="7067" y="17303"/>
                </a:lnTo>
                <a:lnTo>
                  <a:pt x="5877" y="16218"/>
                </a:lnTo>
                <a:lnTo>
                  <a:pt x="4803" y="15128"/>
                </a:lnTo>
                <a:lnTo>
                  <a:pt x="3841" y="14030"/>
                </a:lnTo>
                <a:lnTo>
                  <a:pt x="2992" y="12923"/>
                </a:lnTo>
                <a:lnTo>
                  <a:pt x="2252" y="11810"/>
                </a:lnTo>
                <a:lnTo>
                  <a:pt x="1619" y="10685"/>
                </a:lnTo>
                <a:lnTo>
                  <a:pt x="1090" y="9552"/>
                </a:lnTo>
                <a:lnTo>
                  <a:pt x="670" y="8406"/>
                </a:lnTo>
                <a:lnTo>
                  <a:pt x="354" y="7249"/>
                </a:lnTo>
                <a:lnTo>
                  <a:pt x="137" y="6078"/>
                </a:lnTo>
                <a:lnTo>
                  <a:pt x="21" y="4893"/>
                </a:lnTo>
                <a:lnTo>
                  <a:pt x="0" y="3694"/>
                </a:lnTo>
                <a:lnTo>
                  <a:pt x="79" y="2479"/>
                </a:lnTo>
                <a:lnTo>
                  <a:pt x="250" y="1248"/>
                </a:lnTo>
                <a:lnTo>
                  <a:pt x="516" y="0"/>
                </a:lnTo>
                <a:close/>
              </a:path>
            </a:pathLst>
          </a:custGeom>
          <a:solidFill>
            <a:srgbClr val="DFF1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6" name="contour_07614"/>
          <p:cNvSpPr/>
          <p:nvPr/>
        </p:nvSpPr>
        <p:spPr>
          <a:xfrm>
            <a:off x="2524732" y="2082711"/>
            <a:ext cx="51307" cy="526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8"/>
                </a:moveTo>
                <a:lnTo>
                  <a:pt x="2077" y="463"/>
                </a:lnTo>
                <a:lnTo>
                  <a:pt x="4136" y="278"/>
                </a:lnTo>
                <a:lnTo>
                  <a:pt x="6176" y="132"/>
                </a:lnTo>
                <a:lnTo>
                  <a:pt x="8207" y="36"/>
                </a:lnTo>
                <a:lnTo>
                  <a:pt x="10232" y="0"/>
                </a:lnTo>
                <a:lnTo>
                  <a:pt x="12260" y="36"/>
                </a:lnTo>
                <a:lnTo>
                  <a:pt x="14295" y="152"/>
                </a:lnTo>
                <a:lnTo>
                  <a:pt x="16344" y="365"/>
                </a:lnTo>
                <a:lnTo>
                  <a:pt x="18409" y="678"/>
                </a:lnTo>
                <a:lnTo>
                  <a:pt x="19722" y="2529"/>
                </a:lnTo>
                <a:lnTo>
                  <a:pt x="20646" y="4391"/>
                </a:lnTo>
                <a:lnTo>
                  <a:pt x="21235" y="6297"/>
                </a:lnTo>
                <a:lnTo>
                  <a:pt x="21536" y="8285"/>
                </a:lnTo>
                <a:lnTo>
                  <a:pt x="21600" y="10386"/>
                </a:lnTo>
                <a:lnTo>
                  <a:pt x="21477" y="12634"/>
                </a:lnTo>
                <a:lnTo>
                  <a:pt x="20848" y="14567"/>
                </a:lnTo>
                <a:lnTo>
                  <a:pt x="20321" y="15832"/>
                </a:lnTo>
                <a:lnTo>
                  <a:pt x="19603" y="16994"/>
                </a:lnTo>
                <a:lnTo>
                  <a:pt x="18409" y="18611"/>
                </a:lnTo>
                <a:lnTo>
                  <a:pt x="16231" y="19337"/>
                </a:lnTo>
                <a:lnTo>
                  <a:pt x="14684" y="19774"/>
                </a:lnTo>
                <a:lnTo>
                  <a:pt x="13037" y="20097"/>
                </a:lnTo>
                <a:lnTo>
                  <a:pt x="10548" y="20479"/>
                </a:lnTo>
                <a:lnTo>
                  <a:pt x="8447" y="20817"/>
                </a:lnTo>
                <a:lnTo>
                  <a:pt x="6317" y="21158"/>
                </a:lnTo>
                <a:lnTo>
                  <a:pt x="5507" y="21268"/>
                </a:lnTo>
                <a:lnTo>
                  <a:pt x="3068" y="21600"/>
                </a:lnTo>
                <a:lnTo>
                  <a:pt x="2682" y="19828"/>
                </a:lnTo>
                <a:lnTo>
                  <a:pt x="2295" y="18052"/>
                </a:lnTo>
                <a:lnTo>
                  <a:pt x="1915" y="16277"/>
                </a:lnTo>
                <a:lnTo>
                  <a:pt x="1534" y="14502"/>
                </a:lnTo>
                <a:lnTo>
                  <a:pt x="1105" y="12520"/>
                </a:lnTo>
                <a:lnTo>
                  <a:pt x="672" y="10509"/>
                </a:lnTo>
                <a:lnTo>
                  <a:pt x="344" y="8581"/>
                </a:lnTo>
                <a:lnTo>
                  <a:pt x="144" y="7104"/>
                </a:lnTo>
                <a:lnTo>
                  <a:pt x="43" y="5610"/>
                </a:lnTo>
                <a:lnTo>
                  <a:pt x="6" y="3625"/>
                </a:lnTo>
                <a:lnTo>
                  <a:pt x="0" y="678"/>
                </a:lnTo>
                <a:close/>
              </a:path>
            </a:pathLst>
          </a:custGeom>
          <a:solidFill>
            <a:srgbClr val="6B665B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7" name="contour_07615"/>
          <p:cNvSpPr/>
          <p:nvPr/>
        </p:nvSpPr>
        <p:spPr>
          <a:xfrm>
            <a:off x="10060515" y="2091654"/>
            <a:ext cx="9474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702" y="376"/>
                </a:lnTo>
                <a:lnTo>
                  <a:pt x="3740" y="778"/>
                </a:lnTo>
                <a:lnTo>
                  <a:pt x="4779" y="1192"/>
                </a:lnTo>
                <a:lnTo>
                  <a:pt x="5815" y="1620"/>
                </a:lnTo>
                <a:lnTo>
                  <a:pt x="6975" y="2074"/>
                </a:lnTo>
                <a:lnTo>
                  <a:pt x="8152" y="2532"/>
                </a:lnTo>
                <a:lnTo>
                  <a:pt x="9054" y="3417"/>
                </a:lnTo>
                <a:lnTo>
                  <a:pt x="9969" y="4320"/>
                </a:lnTo>
                <a:lnTo>
                  <a:pt x="9969" y="7176"/>
                </a:lnTo>
                <a:lnTo>
                  <a:pt x="9969" y="10048"/>
                </a:lnTo>
                <a:lnTo>
                  <a:pt x="9969" y="12960"/>
                </a:lnTo>
                <a:lnTo>
                  <a:pt x="10956" y="12960"/>
                </a:lnTo>
                <a:lnTo>
                  <a:pt x="11946" y="12960"/>
                </a:lnTo>
                <a:lnTo>
                  <a:pt x="12940" y="12960"/>
                </a:lnTo>
                <a:lnTo>
                  <a:pt x="13942" y="12960"/>
                </a:lnTo>
                <a:lnTo>
                  <a:pt x="14954" y="12960"/>
                </a:lnTo>
                <a:lnTo>
                  <a:pt x="14954" y="10104"/>
                </a:lnTo>
                <a:lnTo>
                  <a:pt x="14954" y="7232"/>
                </a:lnTo>
                <a:lnTo>
                  <a:pt x="14954" y="4320"/>
                </a:lnTo>
                <a:lnTo>
                  <a:pt x="16050" y="5033"/>
                </a:lnTo>
                <a:lnTo>
                  <a:pt x="17149" y="5746"/>
                </a:lnTo>
                <a:lnTo>
                  <a:pt x="18252" y="6463"/>
                </a:lnTo>
                <a:lnTo>
                  <a:pt x="19360" y="7184"/>
                </a:lnTo>
                <a:lnTo>
                  <a:pt x="20475" y="7910"/>
                </a:lnTo>
                <a:lnTo>
                  <a:pt x="21600" y="8640"/>
                </a:lnTo>
                <a:lnTo>
                  <a:pt x="21234" y="8878"/>
                </a:lnTo>
                <a:lnTo>
                  <a:pt x="20588" y="9297"/>
                </a:lnTo>
                <a:lnTo>
                  <a:pt x="19108" y="10260"/>
                </a:lnTo>
                <a:lnTo>
                  <a:pt x="18284" y="11150"/>
                </a:lnTo>
                <a:lnTo>
                  <a:pt x="17456" y="12053"/>
                </a:lnTo>
                <a:lnTo>
                  <a:pt x="16615" y="12960"/>
                </a:lnTo>
                <a:lnTo>
                  <a:pt x="16615" y="15816"/>
                </a:lnTo>
                <a:lnTo>
                  <a:pt x="16615" y="18688"/>
                </a:lnTo>
                <a:lnTo>
                  <a:pt x="16615" y="21600"/>
                </a:lnTo>
                <a:lnTo>
                  <a:pt x="15514" y="21228"/>
                </a:lnTo>
                <a:lnTo>
                  <a:pt x="14412" y="20853"/>
                </a:lnTo>
                <a:lnTo>
                  <a:pt x="13312" y="20477"/>
                </a:lnTo>
                <a:lnTo>
                  <a:pt x="12212" y="20092"/>
                </a:lnTo>
                <a:lnTo>
                  <a:pt x="11112" y="19708"/>
                </a:lnTo>
                <a:lnTo>
                  <a:pt x="10089" y="19358"/>
                </a:lnTo>
                <a:lnTo>
                  <a:pt x="9059" y="19004"/>
                </a:lnTo>
                <a:lnTo>
                  <a:pt x="8015" y="18645"/>
                </a:lnTo>
                <a:lnTo>
                  <a:pt x="6972" y="18144"/>
                </a:lnTo>
                <a:lnTo>
                  <a:pt x="5952" y="17582"/>
                </a:lnTo>
                <a:lnTo>
                  <a:pt x="4948" y="16960"/>
                </a:lnTo>
                <a:lnTo>
                  <a:pt x="3956" y="16282"/>
                </a:lnTo>
                <a:lnTo>
                  <a:pt x="2971" y="15543"/>
                </a:lnTo>
                <a:lnTo>
                  <a:pt x="1987" y="14744"/>
                </a:lnTo>
                <a:lnTo>
                  <a:pt x="999" y="13884"/>
                </a:lnTo>
                <a:lnTo>
                  <a:pt x="0" y="12960"/>
                </a:lnTo>
                <a:lnTo>
                  <a:pt x="329" y="10394"/>
                </a:lnTo>
                <a:lnTo>
                  <a:pt x="660" y="7819"/>
                </a:lnTo>
                <a:lnTo>
                  <a:pt x="990" y="5236"/>
                </a:lnTo>
                <a:lnTo>
                  <a:pt x="1324" y="2631"/>
                </a:lnTo>
                <a:lnTo>
                  <a:pt x="1662" y="0"/>
                </a:lnTo>
                <a:close/>
              </a:path>
            </a:pathLst>
          </a:custGeom>
          <a:solidFill>
            <a:srgbClr val="ABA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8" name="contour_07616"/>
          <p:cNvSpPr/>
          <p:nvPr/>
        </p:nvSpPr>
        <p:spPr>
          <a:xfrm>
            <a:off x="9855635" y="2091654"/>
            <a:ext cx="965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" y="0"/>
                </a:moveTo>
                <a:lnTo>
                  <a:pt x="1304" y="176"/>
                </a:lnTo>
                <a:lnTo>
                  <a:pt x="2425" y="356"/>
                </a:lnTo>
                <a:lnTo>
                  <a:pt x="3546" y="547"/>
                </a:lnTo>
                <a:lnTo>
                  <a:pt x="4667" y="742"/>
                </a:lnTo>
                <a:lnTo>
                  <a:pt x="5788" y="940"/>
                </a:lnTo>
                <a:lnTo>
                  <a:pt x="6909" y="1145"/>
                </a:lnTo>
                <a:lnTo>
                  <a:pt x="8029" y="1350"/>
                </a:lnTo>
                <a:lnTo>
                  <a:pt x="8585" y="1433"/>
                </a:lnTo>
                <a:lnTo>
                  <a:pt x="10263" y="1688"/>
                </a:lnTo>
                <a:lnTo>
                  <a:pt x="11481" y="1944"/>
                </a:lnTo>
                <a:lnTo>
                  <a:pt x="12630" y="2246"/>
                </a:lnTo>
                <a:lnTo>
                  <a:pt x="13718" y="2617"/>
                </a:lnTo>
                <a:lnTo>
                  <a:pt x="14757" y="3078"/>
                </a:lnTo>
                <a:lnTo>
                  <a:pt x="15753" y="3654"/>
                </a:lnTo>
                <a:lnTo>
                  <a:pt x="16716" y="4367"/>
                </a:lnTo>
                <a:lnTo>
                  <a:pt x="17659" y="5238"/>
                </a:lnTo>
                <a:lnTo>
                  <a:pt x="18587" y="6296"/>
                </a:lnTo>
                <a:lnTo>
                  <a:pt x="19510" y="7560"/>
                </a:lnTo>
                <a:lnTo>
                  <a:pt x="20437" y="9054"/>
                </a:lnTo>
                <a:lnTo>
                  <a:pt x="21380" y="10800"/>
                </a:lnTo>
                <a:lnTo>
                  <a:pt x="21527" y="13694"/>
                </a:lnTo>
                <a:lnTo>
                  <a:pt x="21600" y="15703"/>
                </a:lnTo>
                <a:lnTo>
                  <a:pt x="21600" y="17345"/>
                </a:lnTo>
                <a:lnTo>
                  <a:pt x="21527" y="19138"/>
                </a:lnTo>
                <a:lnTo>
                  <a:pt x="21380" y="21600"/>
                </a:lnTo>
                <a:lnTo>
                  <a:pt x="20297" y="20704"/>
                </a:lnTo>
                <a:lnTo>
                  <a:pt x="19232" y="19800"/>
                </a:lnTo>
                <a:lnTo>
                  <a:pt x="18181" y="18878"/>
                </a:lnTo>
                <a:lnTo>
                  <a:pt x="17145" y="17935"/>
                </a:lnTo>
                <a:lnTo>
                  <a:pt x="16121" y="16963"/>
                </a:lnTo>
                <a:lnTo>
                  <a:pt x="15112" y="15952"/>
                </a:lnTo>
                <a:lnTo>
                  <a:pt x="14114" y="14893"/>
                </a:lnTo>
                <a:lnTo>
                  <a:pt x="13128" y="13784"/>
                </a:lnTo>
                <a:lnTo>
                  <a:pt x="12153" y="12618"/>
                </a:lnTo>
                <a:lnTo>
                  <a:pt x="11186" y="11383"/>
                </a:lnTo>
                <a:lnTo>
                  <a:pt x="10227" y="10073"/>
                </a:lnTo>
                <a:lnTo>
                  <a:pt x="9278" y="8680"/>
                </a:lnTo>
                <a:lnTo>
                  <a:pt x="8335" y="7200"/>
                </a:lnTo>
                <a:lnTo>
                  <a:pt x="8335" y="9580"/>
                </a:lnTo>
                <a:lnTo>
                  <a:pt x="8335" y="11974"/>
                </a:lnTo>
                <a:lnTo>
                  <a:pt x="8335" y="14400"/>
                </a:lnTo>
                <a:lnTo>
                  <a:pt x="7315" y="14152"/>
                </a:lnTo>
                <a:lnTo>
                  <a:pt x="6296" y="13878"/>
                </a:lnTo>
                <a:lnTo>
                  <a:pt x="5276" y="13586"/>
                </a:lnTo>
                <a:lnTo>
                  <a:pt x="4259" y="13277"/>
                </a:lnTo>
                <a:lnTo>
                  <a:pt x="3121" y="12960"/>
                </a:lnTo>
                <a:lnTo>
                  <a:pt x="1966" y="12643"/>
                </a:lnTo>
                <a:lnTo>
                  <a:pt x="1081" y="11729"/>
                </a:lnTo>
                <a:lnTo>
                  <a:pt x="183" y="10800"/>
                </a:lnTo>
                <a:lnTo>
                  <a:pt x="60" y="8046"/>
                </a:lnTo>
                <a:lnTo>
                  <a:pt x="0" y="6109"/>
                </a:lnTo>
                <a:lnTo>
                  <a:pt x="0" y="4468"/>
                </a:lnTo>
                <a:lnTo>
                  <a:pt x="60" y="2603"/>
                </a:lnTo>
                <a:lnTo>
                  <a:pt x="183" y="0"/>
                </a:lnTo>
                <a:close/>
              </a:path>
            </a:pathLst>
          </a:custGeom>
          <a:solidFill>
            <a:srgbClr val="826A34"/>
          </a:solidFill>
          <a:ln>
            <a:noFill/>
          </a:ln>
        </p:spPr>
        <p:txBody>
          <a:bodyPr/>
          <a:lstStyle/>
          <a:p/>
        </p:txBody>
      </p:sp>
      <p:sp>
        <p:nvSpPr>
          <p:cNvPr id="7619" name="contour_07617"/>
          <p:cNvSpPr/>
          <p:nvPr/>
        </p:nvSpPr>
        <p:spPr>
          <a:xfrm>
            <a:off x="8092757" y="2003483"/>
            <a:ext cx="65592" cy="604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84" y="0"/>
                </a:moveTo>
                <a:lnTo>
                  <a:pt x="11894" y="31"/>
                </a:lnTo>
                <a:lnTo>
                  <a:pt x="13214" y="63"/>
                </a:lnTo>
                <a:lnTo>
                  <a:pt x="14549" y="91"/>
                </a:lnTo>
                <a:lnTo>
                  <a:pt x="15866" y="115"/>
                </a:lnTo>
                <a:lnTo>
                  <a:pt x="17191" y="138"/>
                </a:lnTo>
                <a:lnTo>
                  <a:pt x="18533" y="162"/>
                </a:lnTo>
                <a:lnTo>
                  <a:pt x="20057" y="208"/>
                </a:lnTo>
                <a:lnTo>
                  <a:pt x="21600" y="255"/>
                </a:lnTo>
                <a:lnTo>
                  <a:pt x="20602" y="967"/>
                </a:lnTo>
                <a:lnTo>
                  <a:pt x="19584" y="1689"/>
                </a:lnTo>
                <a:lnTo>
                  <a:pt x="18014" y="2885"/>
                </a:lnTo>
                <a:lnTo>
                  <a:pt x="16577" y="4031"/>
                </a:lnTo>
                <a:lnTo>
                  <a:pt x="15269" y="5165"/>
                </a:lnTo>
                <a:lnTo>
                  <a:pt x="14090" y="6322"/>
                </a:lnTo>
                <a:lnTo>
                  <a:pt x="13037" y="7541"/>
                </a:lnTo>
                <a:lnTo>
                  <a:pt x="12108" y="8863"/>
                </a:lnTo>
                <a:lnTo>
                  <a:pt x="11302" y="10319"/>
                </a:lnTo>
                <a:lnTo>
                  <a:pt x="10615" y="11953"/>
                </a:lnTo>
                <a:lnTo>
                  <a:pt x="10049" y="13798"/>
                </a:lnTo>
                <a:lnTo>
                  <a:pt x="9600" y="15891"/>
                </a:lnTo>
                <a:lnTo>
                  <a:pt x="11184" y="15891"/>
                </a:lnTo>
                <a:lnTo>
                  <a:pt x="12773" y="15891"/>
                </a:lnTo>
                <a:lnTo>
                  <a:pt x="14364" y="15891"/>
                </a:lnTo>
                <a:lnTo>
                  <a:pt x="15965" y="15891"/>
                </a:lnTo>
                <a:lnTo>
                  <a:pt x="17575" y="15891"/>
                </a:lnTo>
                <a:lnTo>
                  <a:pt x="19200" y="15891"/>
                </a:lnTo>
                <a:lnTo>
                  <a:pt x="19200" y="17613"/>
                </a:lnTo>
                <a:lnTo>
                  <a:pt x="19200" y="19346"/>
                </a:lnTo>
                <a:lnTo>
                  <a:pt x="19200" y="21102"/>
                </a:lnTo>
                <a:lnTo>
                  <a:pt x="17515" y="21293"/>
                </a:lnTo>
                <a:lnTo>
                  <a:pt x="15850" y="21457"/>
                </a:lnTo>
                <a:lnTo>
                  <a:pt x="14203" y="21566"/>
                </a:lnTo>
                <a:lnTo>
                  <a:pt x="12576" y="21600"/>
                </a:lnTo>
                <a:lnTo>
                  <a:pt x="10963" y="21530"/>
                </a:lnTo>
                <a:lnTo>
                  <a:pt x="9362" y="21332"/>
                </a:lnTo>
                <a:lnTo>
                  <a:pt x="7776" y="20982"/>
                </a:lnTo>
                <a:lnTo>
                  <a:pt x="6199" y="20456"/>
                </a:lnTo>
                <a:lnTo>
                  <a:pt x="4632" y="19726"/>
                </a:lnTo>
                <a:lnTo>
                  <a:pt x="3382" y="18556"/>
                </a:lnTo>
                <a:lnTo>
                  <a:pt x="2330" y="17436"/>
                </a:lnTo>
                <a:lnTo>
                  <a:pt x="1442" y="16255"/>
                </a:lnTo>
                <a:lnTo>
                  <a:pt x="679" y="14908"/>
                </a:lnTo>
                <a:lnTo>
                  <a:pt x="0" y="13285"/>
                </a:lnTo>
                <a:lnTo>
                  <a:pt x="432" y="11440"/>
                </a:lnTo>
                <a:lnTo>
                  <a:pt x="989" y="9600"/>
                </a:lnTo>
                <a:lnTo>
                  <a:pt x="1680" y="7805"/>
                </a:lnTo>
                <a:lnTo>
                  <a:pt x="2506" y="6100"/>
                </a:lnTo>
                <a:lnTo>
                  <a:pt x="3473" y="4521"/>
                </a:lnTo>
                <a:lnTo>
                  <a:pt x="4584" y="3114"/>
                </a:lnTo>
                <a:lnTo>
                  <a:pt x="5849" y="1918"/>
                </a:lnTo>
                <a:lnTo>
                  <a:pt x="7265" y="972"/>
                </a:lnTo>
                <a:lnTo>
                  <a:pt x="8844" y="318"/>
                </a:lnTo>
                <a:lnTo>
                  <a:pt x="10584" y="0"/>
                </a:lnTo>
                <a:close/>
              </a:path>
            </a:pathLst>
          </a:custGeom>
          <a:solidFill>
            <a:srgbClr val="9A85B5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0" name="contour_07618"/>
          <p:cNvSpPr/>
          <p:nvPr/>
        </p:nvSpPr>
        <p:spPr>
          <a:xfrm>
            <a:off x="7451414" y="2026062"/>
            <a:ext cx="72880" cy="599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403" y="0"/>
                </a:lnTo>
                <a:lnTo>
                  <a:pt x="17690" y="0"/>
                </a:lnTo>
                <a:lnTo>
                  <a:pt x="18982" y="0"/>
                </a:lnTo>
                <a:lnTo>
                  <a:pt x="20285" y="0"/>
                </a:lnTo>
                <a:lnTo>
                  <a:pt x="21600" y="0"/>
                </a:lnTo>
                <a:lnTo>
                  <a:pt x="21291" y="1497"/>
                </a:lnTo>
                <a:lnTo>
                  <a:pt x="20978" y="2995"/>
                </a:lnTo>
                <a:lnTo>
                  <a:pt x="20658" y="4489"/>
                </a:lnTo>
                <a:lnTo>
                  <a:pt x="20332" y="5981"/>
                </a:lnTo>
                <a:lnTo>
                  <a:pt x="19997" y="7471"/>
                </a:lnTo>
                <a:lnTo>
                  <a:pt x="19675" y="9273"/>
                </a:lnTo>
                <a:lnTo>
                  <a:pt x="19507" y="10507"/>
                </a:lnTo>
                <a:lnTo>
                  <a:pt x="19442" y="11742"/>
                </a:lnTo>
                <a:lnTo>
                  <a:pt x="19423" y="13544"/>
                </a:lnTo>
                <a:lnTo>
                  <a:pt x="19349" y="14983"/>
                </a:lnTo>
                <a:lnTo>
                  <a:pt x="19202" y="16092"/>
                </a:lnTo>
                <a:lnTo>
                  <a:pt x="18876" y="17226"/>
                </a:lnTo>
                <a:lnTo>
                  <a:pt x="18269" y="18747"/>
                </a:lnTo>
                <a:lnTo>
                  <a:pt x="17280" y="21014"/>
                </a:lnTo>
                <a:lnTo>
                  <a:pt x="15826" y="21227"/>
                </a:lnTo>
                <a:lnTo>
                  <a:pt x="14381" y="21387"/>
                </a:lnTo>
                <a:lnTo>
                  <a:pt x="12943" y="21503"/>
                </a:lnTo>
                <a:lnTo>
                  <a:pt x="11508" y="21571"/>
                </a:lnTo>
                <a:lnTo>
                  <a:pt x="10076" y="21600"/>
                </a:lnTo>
                <a:lnTo>
                  <a:pt x="8646" y="21595"/>
                </a:lnTo>
                <a:lnTo>
                  <a:pt x="7217" y="21555"/>
                </a:lnTo>
                <a:lnTo>
                  <a:pt x="5784" y="21487"/>
                </a:lnTo>
                <a:lnTo>
                  <a:pt x="4348" y="21395"/>
                </a:lnTo>
                <a:lnTo>
                  <a:pt x="2907" y="21285"/>
                </a:lnTo>
                <a:lnTo>
                  <a:pt x="1458" y="21156"/>
                </a:lnTo>
                <a:lnTo>
                  <a:pt x="0" y="21014"/>
                </a:lnTo>
                <a:lnTo>
                  <a:pt x="1097" y="20531"/>
                </a:lnTo>
                <a:lnTo>
                  <a:pt x="2210" y="20040"/>
                </a:lnTo>
                <a:lnTo>
                  <a:pt x="3257" y="19220"/>
                </a:lnTo>
                <a:lnTo>
                  <a:pt x="4320" y="18387"/>
                </a:lnTo>
                <a:lnTo>
                  <a:pt x="4257" y="16483"/>
                </a:lnTo>
                <a:lnTo>
                  <a:pt x="4048" y="15078"/>
                </a:lnTo>
                <a:lnTo>
                  <a:pt x="3510" y="12971"/>
                </a:lnTo>
                <a:lnTo>
                  <a:pt x="3065" y="11290"/>
                </a:lnTo>
                <a:lnTo>
                  <a:pt x="2614" y="9596"/>
                </a:lnTo>
                <a:lnTo>
                  <a:pt x="2160" y="7880"/>
                </a:lnTo>
                <a:lnTo>
                  <a:pt x="2812" y="8012"/>
                </a:lnTo>
                <a:lnTo>
                  <a:pt x="3411" y="8135"/>
                </a:lnTo>
                <a:lnTo>
                  <a:pt x="4065" y="8266"/>
                </a:lnTo>
                <a:lnTo>
                  <a:pt x="4882" y="8432"/>
                </a:lnTo>
                <a:lnTo>
                  <a:pt x="5966" y="8653"/>
                </a:lnTo>
                <a:lnTo>
                  <a:pt x="7426" y="8947"/>
                </a:lnTo>
                <a:lnTo>
                  <a:pt x="9366" y="9341"/>
                </a:lnTo>
                <a:lnTo>
                  <a:pt x="11895" y="9853"/>
                </a:lnTo>
                <a:lnTo>
                  <a:pt x="15120" y="10507"/>
                </a:lnTo>
                <a:lnTo>
                  <a:pt x="15120" y="8773"/>
                </a:lnTo>
                <a:lnTo>
                  <a:pt x="15120" y="7037"/>
                </a:lnTo>
                <a:lnTo>
                  <a:pt x="15120" y="5293"/>
                </a:lnTo>
                <a:lnTo>
                  <a:pt x="15120" y="3541"/>
                </a:lnTo>
                <a:lnTo>
                  <a:pt x="15120" y="1778"/>
                </a:lnTo>
                <a:lnTo>
                  <a:pt x="15120" y="0"/>
                </a:lnTo>
                <a:close/>
              </a:path>
            </a:pathLst>
          </a:custGeom>
          <a:solidFill>
            <a:srgbClr val="EE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1" name="contour_07619"/>
          <p:cNvSpPr/>
          <p:nvPr/>
        </p:nvSpPr>
        <p:spPr>
          <a:xfrm>
            <a:off x="1161877" y="1989622"/>
            <a:ext cx="87456" cy="58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88" y="0"/>
                </a:lnTo>
                <a:lnTo>
                  <a:pt x="2378" y="0"/>
                </a:lnTo>
                <a:lnTo>
                  <a:pt x="3568" y="0"/>
                </a:lnTo>
                <a:lnTo>
                  <a:pt x="4761" y="0"/>
                </a:lnTo>
                <a:lnTo>
                  <a:pt x="5958" y="0"/>
                </a:lnTo>
                <a:lnTo>
                  <a:pt x="7160" y="0"/>
                </a:lnTo>
                <a:lnTo>
                  <a:pt x="8366" y="0"/>
                </a:lnTo>
                <a:lnTo>
                  <a:pt x="9580" y="0"/>
                </a:lnTo>
                <a:lnTo>
                  <a:pt x="10800" y="0"/>
                </a:lnTo>
                <a:lnTo>
                  <a:pt x="10800" y="1594"/>
                </a:lnTo>
                <a:lnTo>
                  <a:pt x="10800" y="3193"/>
                </a:lnTo>
                <a:lnTo>
                  <a:pt x="10800" y="4798"/>
                </a:lnTo>
                <a:lnTo>
                  <a:pt x="10800" y="6416"/>
                </a:lnTo>
                <a:lnTo>
                  <a:pt x="10800" y="8051"/>
                </a:lnTo>
                <a:lnTo>
                  <a:pt x="11176" y="7857"/>
                </a:lnTo>
                <a:lnTo>
                  <a:pt x="12312" y="7275"/>
                </a:lnTo>
                <a:lnTo>
                  <a:pt x="13448" y="6771"/>
                </a:lnTo>
                <a:lnTo>
                  <a:pt x="14567" y="6317"/>
                </a:lnTo>
                <a:lnTo>
                  <a:pt x="15689" y="5923"/>
                </a:lnTo>
                <a:lnTo>
                  <a:pt x="16826" y="5603"/>
                </a:lnTo>
                <a:lnTo>
                  <a:pt x="18000" y="5367"/>
                </a:lnTo>
                <a:lnTo>
                  <a:pt x="18850" y="6583"/>
                </a:lnTo>
                <a:lnTo>
                  <a:pt x="19321" y="7546"/>
                </a:lnTo>
                <a:lnTo>
                  <a:pt x="19582" y="8765"/>
                </a:lnTo>
                <a:lnTo>
                  <a:pt x="19800" y="10734"/>
                </a:lnTo>
                <a:lnTo>
                  <a:pt x="19408" y="12892"/>
                </a:lnTo>
                <a:lnTo>
                  <a:pt x="19118" y="14389"/>
                </a:lnTo>
                <a:lnTo>
                  <a:pt x="18844" y="15613"/>
                </a:lnTo>
                <a:lnTo>
                  <a:pt x="18500" y="16949"/>
                </a:lnTo>
                <a:lnTo>
                  <a:pt x="18000" y="18785"/>
                </a:lnTo>
                <a:lnTo>
                  <a:pt x="18891" y="19450"/>
                </a:lnTo>
                <a:lnTo>
                  <a:pt x="19787" y="20116"/>
                </a:lnTo>
                <a:lnTo>
                  <a:pt x="20687" y="20790"/>
                </a:lnTo>
                <a:lnTo>
                  <a:pt x="21600" y="21469"/>
                </a:lnTo>
                <a:lnTo>
                  <a:pt x="20149" y="21600"/>
                </a:lnTo>
                <a:lnTo>
                  <a:pt x="18855" y="21581"/>
                </a:lnTo>
                <a:lnTo>
                  <a:pt x="17683" y="21404"/>
                </a:lnTo>
                <a:lnTo>
                  <a:pt x="16601" y="21058"/>
                </a:lnTo>
                <a:lnTo>
                  <a:pt x="15575" y="20532"/>
                </a:lnTo>
                <a:lnTo>
                  <a:pt x="14571" y="19815"/>
                </a:lnTo>
                <a:lnTo>
                  <a:pt x="13558" y="18903"/>
                </a:lnTo>
                <a:lnTo>
                  <a:pt x="12499" y="17779"/>
                </a:lnTo>
                <a:lnTo>
                  <a:pt x="11362" y="16437"/>
                </a:lnTo>
                <a:lnTo>
                  <a:pt x="10575" y="15503"/>
                </a:lnTo>
                <a:lnTo>
                  <a:pt x="9783" y="14561"/>
                </a:lnTo>
                <a:lnTo>
                  <a:pt x="8978" y="13606"/>
                </a:lnTo>
                <a:lnTo>
                  <a:pt x="8111" y="12162"/>
                </a:lnTo>
                <a:lnTo>
                  <a:pt x="7583" y="11011"/>
                </a:lnTo>
                <a:lnTo>
                  <a:pt x="7313" y="9757"/>
                </a:lnTo>
                <a:lnTo>
                  <a:pt x="7214" y="8010"/>
                </a:lnTo>
                <a:lnTo>
                  <a:pt x="7200" y="5367"/>
                </a:lnTo>
                <a:lnTo>
                  <a:pt x="6012" y="5367"/>
                </a:lnTo>
                <a:lnTo>
                  <a:pt x="4822" y="5367"/>
                </a:lnTo>
                <a:lnTo>
                  <a:pt x="3627" y="5367"/>
                </a:lnTo>
                <a:lnTo>
                  <a:pt x="2426" y="5367"/>
                </a:lnTo>
                <a:lnTo>
                  <a:pt x="1219" y="5367"/>
                </a:lnTo>
                <a:lnTo>
                  <a:pt x="0" y="5367"/>
                </a:lnTo>
                <a:lnTo>
                  <a:pt x="0" y="3593"/>
                </a:lnTo>
                <a:lnTo>
                  <a:pt x="0" y="1809"/>
                </a:lnTo>
                <a:lnTo>
                  <a:pt x="0" y="0"/>
                </a:lnTo>
                <a:close/>
              </a:path>
            </a:pathLst>
          </a:custGeom>
          <a:solidFill>
            <a:srgbClr val="141515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2" name="contour_07620"/>
          <p:cNvSpPr/>
          <p:nvPr/>
        </p:nvSpPr>
        <p:spPr>
          <a:xfrm>
            <a:off x="9907467" y="1989622"/>
            <a:ext cx="94744" cy="376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133" y="209"/>
                </a:lnTo>
                <a:lnTo>
                  <a:pt x="12593" y="406"/>
                </a:lnTo>
                <a:lnTo>
                  <a:pt x="13096" y="615"/>
                </a:lnTo>
                <a:lnTo>
                  <a:pt x="13724" y="879"/>
                </a:lnTo>
                <a:lnTo>
                  <a:pt x="14558" y="1230"/>
                </a:lnTo>
                <a:lnTo>
                  <a:pt x="15682" y="1699"/>
                </a:lnTo>
                <a:lnTo>
                  <a:pt x="17174" y="2326"/>
                </a:lnTo>
                <a:lnTo>
                  <a:pt x="19119" y="3142"/>
                </a:lnTo>
                <a:lnTo>
                  <a:pt x="21600" y="4184"/>
                </a:lnTo>
                <a:lnTo>
                  <a:pt x="20593" y="8514"/>
                </a:lnTo>
                <a:lnTo>
                  <a:pt x="19830" y="11714"/>
                </a:lnTo>
                <a:lnTo>
                  <a:pt x="19222" y="14065"/>
                </a:lnTo>
                <a:lnTo>
                  <a:pt x="18686" y="15873"/>
                </a:lnTo>
                <a:lnTo>
                  <a:pt x="18129" y="17421"/>
                </a:lnTo>
                <a:lnTo>
                  <a:pt x="17468" y="19006"/>
                </a:lnTo>
                <a:lnTo>
                  <a:pt x="16615" y="20918"/>
                </a:lnTo>
                <a:lnTo>
                  <a:pt x="15510" y="21357"/>
                </a:lnTo>
                <a:lnTo>
                  <a:pt x="14427" y="21575"/>
                </a:lnTo>
                <a:lnTo>
                  <a:pt x="13360" y="21600"/>
                </a:lnTo>
                <a:lnTo>
                  <a:pt x="12300" y="21462"/>
                </a:lnTo>
                <a:lnTo>
                  <a:pt x="11242" y="21190"/>
                </a:lnTo>
                <a:lnTo>
                  <a:pt x="10175" y="20813"/>
                </a:lnTo>
                <a:lnTo>
                  <a:pt x="9097" y="20366"/>
                </a:lnTo>
                <a:lnTo>
                  <a:pt x="7995" y="19872"/>
                </a:lnTo>
                <a:lnTo>
                  <a:pt x="6839" y="19458"/>
                </a:lnTo>
                <a:lnTo>
                  <a:pt x="5663" y="19040"/>
                </a:lnTo>
                <a:lnTo>
                  <a:pt x="4528" y="18617"/>
                </a:lnTo>
                <a:lnTo>
                  <a:pt x="3393" y="18174"/>
                </a:lnTo>
                <a:lnTo>
                  <a:pt x="2261" y="17713"/>
                </a:lnTo>
                <a:lnTo>
                  <a:pt x="1130" y="17232"/>
                </a:lnTo>
                <a:lnTo>
                  <a:pt x="0" y="16734"/>
                </a:lnTo>
                <a:lnTo>
                  <a:pt x="0" y="14249"/>
                </a:lnTo>
                <a:lnTo>
                  <a:pt x="0" y="11756"/>
                </a:lnTo>
                <a:lnTo>
                  <a:pt x="0" y="9254"/>
                </a:lnTo>
                <a:lnTo>
                  <a:pt x="0" y="6731"/>
                </a:lnTo>
                <a:lnTo>
                  <a:pt x="0" y="4184"/>
                </a:lnTo>
                <a:lnTo>
                  <a:pt x="1151" y="4598"/>
                </a:lnTo>
                <a:lnTo>
                  <a:pt x="2305" y="5012"/>
                </a:lnTo>
                <a:lnTo>
                  <a:pt x="3458" y="5426"/>
                </a:lnTo>
                <a:lnTo>
                  <a:pt x="4612" y="5845"/>
                </a:lnTo>
                <a:lnTo>
                  <a:pt x="5772" y="6259"/>
                </a:lnTo>
                <a:lnTo>
                  <a:pt x="6934" y="6677"/>
                </a:lnTo>
                <a:lnTo>
                  <a:pt x="8100" y="7095"/>
                </a:lnTo>
                <a:lnTo>
                  <a:pt x="9271" y="7518"/>
                </a:lnTo>
                <a:lnTo>
                  <a:pt x="10448" y="7940"/>
                </a:lnTo>
                <a:lnTo>
                  <a:pt x="11631" y="8367"/>
                </a:lnTo>
                <a:lnTo>
                  <a:pt x="11631" y="5602"/>
                </a:lnTo>
                <a:lnTo>
                  <a:pt x="11631" y="2820"/>
                </a:lnTo>
                <a:lnTo>
                  <a:pt x="11631" y="0"/>
                </a:lnTo>
                <a:close/>
              </a:path>
            </a:pathLst>
          </a:custGeom>
          <a:solidFill>
            <a:srgbClr val="70716D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3" name="contour_07621"/>
          <p:cNvSpPr/>
          <p:nvPr/>
        </p:nvSpPr>
        <p:spPr>
          <a:xfrm>
            <a:off x="1373229" y="1975046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302" y="2674"/>
                </a:lnTo>
                <a:lnTo>
                  <a:pt x="21005" y="5348"/>
                </a:lnTo>
                <a:lnTo>
                  <a:pt x="20707" y="8031"/>
                </a:lnTo>
                <a:lnTo>
                  <a:pt x="20410" y="10718"/>
                </a:lnTo>
                <a:lnTo>
                  <a:pt x="20110" y="13418"/>
                </a:lnTo>
                <a:lnTo>
                  <a:pt x="19807" y="16131"/>
                </a:lnTo>
                <a:lnTo>
                  <a:pt x="19505" y="18857"/>
                </a:lnTo>
                <a:lnTo>
                  <a:pt x="19200" y="21600"/>
                </a:lnTo>
                <a:lnTo>
                  <a:pt x="17546" y="20930"/>
                </a:lnTo>
                <a:lnTo>
                  <a:pt x="15895" y="20239"/>
                </a:lnTo>
                <a:lnTo>
                  <a:pt x="14244" y="19535"/>
                </a:lnTo>
                <a:lnTo>
                  <a:pt x="12595" y="18818"/>
                </a:lnTo>
                <a:lnTo>
                  <a:pt x="10949" y="18092"/>
                </a:lnTo>
                <a:lnTo>
                  <a:pt x="9415" y="17440"/>
                </a:lnTo>
                <a:lnTo>
                  <a:pt x="7872" y="16783"/>
                </a:lnTo>
                <a:lnTo>
                  <a:pt x="6310" y="16114"/>
                </a:lnTo>
                <a:lnTo>
                  <a:pt x="5018" y="15072"/>
                </a:lnTo>
                <a:lnTo>
                  <a:pt x="3718" y="14023"/>
                </a:lnTo>
                <a:lnTo>
                  <a:pt x="2400" y="12960"/>
                </a:lnTo>
                <a:lnTo>
                  <a:pt x="1925" y="10394"/>
                </a:lnTo>
                <a:lnTo>
                  <a:pt x="1447" y="7819"/>
                </a:lnTo>
                <a:lnTo>
                  <a:pt x="970" y="5236"/>
                </a:lnTo>
                <a:lnTo>
                  <a:pt x="487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080809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4" name="contour_07622"/>
          <p:cNvSpPr/>
          <p:nvPr/>
        </p:nvSpPr>
        <p:spPr>
          <a:xfrm>
            <a:off x="1285773" y="1932528"/>
            <a:ext cx="102032" cy="460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39" y="2426"/>
                </a:moveTo>
                <a:lnTo>
                  <a:pt x="15615" y="2659"/>
                </a:lnTo>
                <a:lnTo>
                  <a:pt x="17053" y="3367"/>
                </a:lnTo>
                <a:lnTo>
                  <a:pt x="17970" y="3883"/>
                </a:lnTo>
                <a:lnTo>
                  <a:pt x="18883" y="4441"/>
                </a:lnTo>
                <a:lnTo>
                  <a:pt x="19792" y="5030"/>
                </a:lnTo>
                <a:lnTo>
                  <a:pt x="20697" y="5645"/>
                </a:lnTo>
                <a:lnTo>
                  <a:pt x="21600" y="6275"/>
                </a:lnTo>
                <a:lnTo>
                  <a:pt x="21600" y="7972"/>
                </a:lnTo>
                <a:lnTo>
                  <a:pt x="21600" y="9697"/>
                </a:lnTo>
                <a:lnTo>
                  <a:pt x="20838" y="9577"/>
                </a:lnTo>
                <a:lnTo>
                  <a:pt x="20069" y="9457"/>
                </a:lnTo>
                <a:lnTo>
                  <a:pt x="19292" y="9337"/>
                </a:lnTo>
                <a:lnTo>
                  <a:pt x="18303" y="9242"/>
                </a:lnTo>
                <a:lnTo>
                  <a:pt x="17306" y="9149"/>
                </a:lnTo>
                <a:lnTo>
                  <a:pt x="16296" y="9057"/>
                </a:lnTo>
                <a:lnTo>
                  <a:pt x="15311" y="8937"/>
                </a:lnTo>
                <a:lnTo>
                  <a:pt x="14319" y="8817"/>
                </a:lnTo>
                <a:lnTo>
                  <a:pt x="13313" y="8694"/>
                </a:lnTo>
                <a:lnTo>
                  <a:pt x="12483" y="9026"/>
                </a:lnTo>
                <a:lnTo>
                  <a:pt x="11647" y="9358"/>
                </a:lnTo>
                <a:lnTo>
                  <a:pt x="10800" y="9697"/>
                </a:lnTo>
                <a:lnTo>
                  <a:pt x="10343" y="12208"/>
                </a:lnTo>
                <a:lnTo>
                  <a:pt x="10033" y="14001"/>
                </a:lnTo>
                <a:lnTo>
                  <a:pt x="9799" y="15561"/>
                </a:lnTo>
                <a:lnTo>
                  <a:pt x="9566" y="17381"/>
                </a:lnTo>
                <a:lnTo>
                  <a:pt x="9257" y="19961"/>
                </a:lnTo>
                <a:lnTo>
                  <a:pt x="8304" y="20892"/>
                </a:lnTo>
                <a:lnTo>
                  <a:pt x="7433" y="21405"/>
                </a:lnTo>
                <a:lnTo>
                  <a:pt x="6576" y="21600"/>
                </a:lnTo>
                <a:lnTo>
                  <a:pt x="5658" y="21583"/>
                </a:lnTo>
                <a:lnTo>
                  <a:pt x="4610" y="21456"/>
                </a:lnTo>
                <a:lnTo>
                  <a:pt x="3641" y="20296"/>
                </a:lnTo>
                <a:lnTo>
                  <a:pt x="2918" y="18976"/>
                </a:lnTo>
                <a:lnTo>
                  <a:pt x="2376" y="17467"/>
                </a:lnTo>
                <a:lnTo>
                  <a:pt x="1947" y="15725"/>
                </a:lnTo>
                <a:lnTo>
                  <a:pt x="1564" y="13717"/>
                </a:lnTo>
                <a:lnTo>
                  <a:pt x="1157" y="11407"/>
                </a:lnTo>
                <a:lnTo>
                  <a:pt x="853" y="9279"/>
                </a:lnTo>
                <a:lnTo>
                  <a:pt x="557" y="7148"/>
                </a:lnTo>
                <a:lnTo>
                  <a:pt x="272" y="5006"/>
                </a:lnTo>
                <a:lnTo>
                  <a:pt x="0" y="2854"/>
                </a:lnTo>
                <a:lnTo>
                  <a:pt x="1123" y="2002"/>
                </a:lnTo>
                <a:lnTo>
                  <a:pt x="2223" y="1314"/>
                </a:lnTo>
                <a:lnTo>
                  <a:pt x="3308" y="780"/>
                </a:lnTo>
                <a:lnTo>
                  <a:pt x="4377" y="393"/>
                </a:lnTo>
                <a:lnTo>
                  <a:pt x="5437" y="137"/>
                </a:lnTo>
                <a:lnTo>
                  <a:pt x="6491" y="10"/>
                </a:lnTo>
                <a:lnTo>
                  <a:pt x="7541" y="0"/>
                </a:lnTo>
                <a:lnTo>
                  <a:pt x="8594" y="99"/>
                </a:lnTo>
                <a:lnTo>
                  <a:pt x="9651" y="294"/>
                </a:lnTo>
                <a:lnTo>
                  <a:pt x="10715" y="578"/>
                </a:lnTo>
                <a:lnTo>
                  <a:pt x="11794" y="944"/>
                </a:lnTo>
                <a:lnTo>
                  <a:pt x="12887" y="1379"/>
                </a:lnTo>
                <a:lnTo>
                  <a:pt x="14001" y="1875"/>
                </a:lnTo>
                <a:lnTo>
                  <a:pt x="15139" y="2426"/>
                </a:lnTo>
                <a:close/>
              </a:path>
            </a:pathLst>
          </a:custGeom>
          <a:solidFill>
            <a:srgbClr val="A88A4D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5" name="contour_07623"/>
          <p:cNvSpPr/>
          <p:nvPr/>
        </p:nvSpPr>
        <p:spPr>
          <a:xfrm>
            <a:off x="7895982" y="1916603"/>
            <a:ext cx="80168" cy="36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85"/>
                </a:moveTo>
                <a:lnTo>
                  <a:pt x="21411" y="7497"/>
                </a:lnTo>
                <a:lnTo>
                  <a:pt x="21215" y="9726"/>
                </a:lnTo>
                <a:lnTo>
                  <a:pt x="20917" y="11689"/>
                </a:lnTo>
                <a:lnTo>
                  <a:pt x="20422" y="14004"/>
                </a:lnTo>
                <a:lnTo>
                  <a:pt x="19636" y="17296"/>
                </a:lnTo>
                <a:lnTo>
                  <a:pt x="18415" y="18093"/>
                </a:lnTo>
                <a:lnTo>
                  <a:pt x="17190" y="18712"/>
                </a:lnTo>
                <a:lnTo>
                  <a:pt x="15960" y="19186"/>
                </a:lnTo>
                <a:lnTo>
                  <a:pt x="14725" y="19534"/>
                </a:lnTo>
                <a:lnTo>
                  <a:pt x="13480" y="19788"/>
                </a:lnTo>
                <a:lnTo>
                  <a:pt x="12230" y="19978"/>
                </a:lnTo>
                <a:lnTo>
                  <a:pt x="10969" y="20124"/>
                </a:lnTo>
                <a:lnTo>
                  <a:pt x="9696" y="20257"/>
                </a:lnTo>
                <a:lnTo>
                  <a:pt x="8768" y="20404"/>
                </a:lnTo>
                <a:lnTo>
                  <a:pt x="7833" y="20550"/>
                </a:lnTo>
                <a:lnTo>
                  <a:pt x="6885" y="20701"/>
                </a:lnTo>
                <a:lnTo>
                  <a:pt x="5508" y="20907"/>
                </a:lnTo>
                <a:lnTo>
                  <a:pt x="4131" y="21101"/>
                </a:lnTo>
                <a:lnTo>
                  <a:pt x="2755" y="21282"/>
                </a:lnTo>
                <a:lnTo>
                  <a:pt x="1378" y="21445"/>
                </a:lnTo>
                <a:lnTo>
                  <a:pt x="0" y="21600"/>
                </a:lnTo>
                <a:lnTo>
                  <a:pt x="373" y="16707"/>
                </a:lnTo>
                <a:lnTo>
                  <a:pt x="656" y="13264"/>
                </a:lnTo>
                <a:lnTo>
                  <a:pt x="901" y="10785"/>
                </a:lnTo>
                <a:lnTo>
                  <a:pt x="1166" y="8797"/>
                </a:lnTo>
                <a:lnTo>
                  <a:pt x="1502" y="6826"/>
                </a:lnTo>
                <a:lnTo>
                  <a:pt x="1964" y="4385"/>
                </a:lnTo>
                <a:lnTo>
                  <a:pt x="3297" y="3051"/>
                </a:lnTo>
                <a:lnTo>
                  <a:pt x="4658" y="1975"/>
                </a:lnTo>
                <a:lnTo>
                  <a:pt x="6042" y="1149"/>
                </a:lnTo>
                <a:lnTo>
                  <a:pt x="7444" y="551"/>
                </a:lnTo>
                <a:lnTo>
                  <a:pt x="8862" y="172"/>
                </a:lnTo>
                <a:lnTo>
                  <a:pt x="10289" y="0"/>
                </a:lnTo>
                <a:lnTo>
                  <a:pt x="11723" y="22"/>
                </a:lnTo>
                <a:lnTo>
                  <a:pt x="13160" y="215"/>
                </a:lnTo>
                <a:lnTo>
                  <a:pt x="14596" y="581"/>
                </a:lnTo>
                <a:lnTo>
                  <a:pt x="16023" y="1093"/>
                </a:lnTo>
                <a:lnTo>
                  <a:pt x="17443" y="1743"/>
                </a:lnTo>
                <a:lnTo>
                  <a:pt x="18849" y="2518"/>
                </a:lnTo>
                <a:lnTo>
                  <a:pt x="20235" y="3404"/>
                </a:lnTo>
                <a:lnTo>
                  <a:pt x="21600" y="4385"/>
                </a:lnTo>
                <a:close/>
              </a:path>
            </a:pathLst>
          </a:custGeom>
          <a:solidFill>
            <a:srgbClr val="E7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6" name="contour_07624"/>
          <p:cNvSpPr/>
          <p:nvPr/>
        </p:nvSpPr>
        <p:spPr>
          <a:xfrm>
            <a:off x="1927116" y="1865726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595"/>
                </a:lnTo>
                <a:lnTo>
                  <a:pt x="16783" y="1190"/>
                </a:lnTo>
                <a:lnTo>
                  <a:pt x="17983" y="1793"/>
                </a:lnTo>
                <a:lnTo>
                  <a:pt x="19200" y="2400"/>
                </a:lnTo>
                <a:lnTo>
                  <a:pt x="18725" y="3826"/>
                </a:lnTo>
                <a:lnTo>
                  <a:pt x="18247" y="5256"/>
                </a:lnTo>
                <a:lnTo>
                  <a:pt x="17770" y="6691"/>
                </a:lnTo>
                <a:lnTo>
                  <a:pt x="17287" y="8138"/>
                </a:lnTo>
                <a:lnTo>
                  <a:pt x="16800" y="9600"/>
                </a:lnTo>
                <a:lnTo>
                  <a:pt x="17988" y="10195"/>
                </a:lnTo>
                <a:lnTo>
                  <a:pt x="19183" y="10790"/>
                </a:lnTo>
                <a:lnTo>
                  <a:pt x="20383" y="11393"/>
                </a:lnTo>
                <a:lnTo>
                  <a:pt x="21600" y="12000"/>
                </a:lnTo>
                <a:lnTo>
                  <a:pt x="18667" y="12876"/>
                </a:lnTo>
                <a:lnTo>
                  <a:pt x="16418" y="13517"/>
                </a:lnTo>
                <a:lnTo>
                  <a:pt x="14705" y="13942"/>
                </a:lnTo>
                <a:lnTo>
                  <a:pt x="13380" y="14162"/>
                </a:lnTo>
                <a:lnTo>
                  <a:pt x="12293" y="14198"/>
                </a:lnTo>
                <a:lnTo>
                  <a:pt x="11299" y="14064"/>
                </a:lnTo>
                <a:lnTo>
                  <a:pt x="10250" y="13776"/>
                </a:lnTo>
                <a:lnTo>
                  <a:pt x="9000" y="13349"/>
                </a:lnTo>
                <a:lnTo>
                  <a:pt x="8107" y="12679"/>
                </a:lnTo>
                <a:lnTo>
                  <a:pt x="7200" y="12000"/>
                </a:lnTo>
                <a:lnTo>
                  <a:pt x="7596" y="13584"/>
                </a:lnTo>
                <a:lnTo>
                  <a:pt x="7992" y="15170"/>
                </a:lnTo>
                <a:lnTo>
                  <a:pt x="8390" y="16764"/>
                </a:lnTo>
                <a:lnTo>
                  <a:pt x="8791" y="18365"/>
                </a:lnTo>
                <a:lnTo>
                  <a:pt x="9194" y="19975"/>
                </a:lnTo>
                <a:lnTo>
                  <a:pt x="9600" y="21600"/>
                </a:lnTo>
                <a:lnTo>
                  <a:pt x="8016" y="21600"/>
                </a:lnTo>
                <a:lnTo>
                  <a:pt x="6430" y="21600"/>
                </a:lnTo>
                <a:lnTo>
                  <a:pt x="4836" y="21600"/>
                </a:lnTo>
                <a:lnTo>
                  <a:pt x="3235" y="21600"/>
                </a:lnTo>
                <a:lnTo>
                  <a:pt x="1625" y="21600"/>
                </a:lnTo>
                <a:lnTo>
                  <a:pt x="0" y="21600"/>
                </a:lnTo>
                <a:lnTo>
                  <a:pt x="372" y="20155"/>
                </a:lnTo>
                <a:lnTo>
                  <a:pt x="754" y="18713"/>
                </a:lnTo>
                <a:lnTo>
                  <a:pt x="1145" y="17273"/>
                </a:lnTo>
                <a:lnTo>
                  <a:pt x="1543" y="15835"/>
                </a:lnTo>
                <a:lnTo>
                  <a:pt x="1949" y="14400"/>
                </a:lnTo>
                <a:lnTo>
                  <a:pt x="2112" y="13805"/>
                </a:lnTo>
                <a:lnTo>
                  <a:pt x="2395" y="12756"/>
                </a:lnTo>
                <a:lnTo>
                  <a:pt x="3048" y="10349"/>
                </a:lnTo>
                <a:lnTo>
                  <a:pt x="3626" y="9310"/>
                </a:lnTo>
                <a:lnTo>
                  <a:pt x="4210" y="8261"/>
                </a:lnTo>
                <a:lnTo>
                  <a:pt x="4800" y="7200"/>
                </a:lnTo>
                <a:lnTo>
                  <a:pt x="6622" y="7092"/>
                </a:lnTo>
                <a:lnTo>
                  <a:pt x="7906" y="7037"/>
                </a:lnTo>
                <a:lnTo>
                  <a:pt x="9000" y="7037"/>
                </a:lnTo>
                <a:lnTo>
                  <a:pt x="10250" y="7092"/>
                </a:lnTo>
                <a:lnTo>
                  <a:pt x="12000" y="7200"/>
                </a:lnTo>
                <a:lnTo>
                  <a:pt x="12811" y="5414"/>
                </a:lnTo>
                <a:lnTo>
                  <a:pt x="13342" y="4147"/>
                </a:lnTo>
                <a:lnTo>
                  <a:pt x="13706" y="3053"/>
                </a:lnTo>
                <a:lnTo>
                  <a:pt x="14021" y="1786"/>
                </a:lnTo>
                <a:lnTo>
                  <a:pt x="14400" y="0"/>
                </a:lnTo>
                <a:close/>
              </a:path>
            </a:pathLst>
          </a:custGeom>
          <a:solidFill>
            <a:srgbClr val="46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7" name="contour_07625"/>
          <p:cNvSpPr/>
          <p:nvPr/>
        </p:nvSpPr>
        <p:spPr>
          <a:xfrm>
            <a:off x="7167182" y="1885950"/>
            <a:ext cx="65592" cy="59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591"/>
                </a:moveTo>
                <a:lnTo>
                  <a:pt x="9058" y="197"/>
                </a:lnTo>
                <a:lnTo>
                  <a:pt x="10361" y="0"/>
                </a:lnTo>
                <a:lnTo>
                  <a:pt x="11455" y="0"/>
                </a:lnTo>
                <a:lnTo>
                  <a:pt x="12686" y="197"/>
                </a:lnTo>
                <a:lnTo>
                  <a:pt x="14400" y="591"/>
                </a:lnTo>
                <a:lnTo>
                  <a:pt x="14400" y="2327"/>
                </a:lnTo>
                <a:lnTo>
                  <a:pt x="14400" y="4073"/>
                </a:lnTo>
                <a:lnTo>
                  <a:pt x="14400" y="5843"/>
                </a:lnTo>
                <a:lnTo>
                  <a:pt x="15826" y="5843"/>
                </a:lnTo>
                <a:lnTo>
                  <a:pt x="17256" y="5843"/>
                </a:lnTo>
                <a:lnTo>
                  <a:pt x="18691" y="5843"/>
                </a:lnTo>
                <a:lnTo>
                  <a:pt x="20138" y="5843"/>
                </a:lnTo>
                <a:lnTo>
                  <a:pt x="21600" y="5843"/>
                </a:lnTo>
                <a:lnTo>
                  <a:pt x="21437" y="7718"/>
                </a:lnTo>
                <a:lnTo>
                  <a:pt x="21230" y="9065"/>
                </a:lnTo>
                <a:lnTo>
                  <a:pt x="20866" y="10263"/>
                </a:lnTo>
                <a:lnTo>
                  <a:pt x="20227" y="11689"/>
                </a:lnTo>
                <a:lnTo>
                  <a:pt x="19200" y="13722"/>
                </a:lnTo>
                <a:lnTo>
                  <a:pt x="17616" y="14134"/>
                </a:lnTo>
                <a:lnTo>
                  <a:pt x="16044" y="14481"/>
                </a:lnTo>
                <a:lnTo>
                  <a:pt x="14474" y="14769"/>
                </a:lnTo>
                <a:lnTo>
                  <a:pt x="12905" y="15011"/>
                </a:lnTo>
                <a:lnTo>
                  <a:pt x="11323" y="15216"/>
                </a:lnTo>
                <a:lnTo>
                  <a:pt x="9725" y="15387"/>
                </a:lnTo>
                <a:lnTo>
                  <a:pt x="8100" y="15536"/>
                </a:lnTo>
                <a:lnTo>
                  <a:pt x="6166" y="16048"/>
                </a:lnTo>
                <a:lnTo>
                  <a:pt x="5006" y="16584"/>
                </a:lnTo>
                <a:lnTo>
                  <a:pt x="4154" y="17472"/>
                </a:lnTo>
                <a:lnTo>
                  <a:pt x="3149" y="19045"/>
                </a:lnTo>
                <a:lnTo>
                  <a:pt x="2777" y="20313"/>
                </a:lnTo>
                <a:lnTo>
                  <a:pt x="2400" y="21600"/>
                </a:lnTo>
                <a:lnTo>
                  <a:pt x="1925" y="20040"/>
                </a:lnTo>
                <a:lnTo>
                  <a:pt x="1447" y="18475"/>
                </a:lnTo>
                <a:lnTo>
                  <a:pt x="970" y="16904"/>
                </a:lnTo>
                <a:lnTo>
                  <a:pt x="487" y="15321"/>
                </a:lnTo>
                <a:lnTo>
                  <a:pt x="0" y="13722"/>
                </a:lnTo>
                <a:lnTo>
                  <a:pt x="1586" y="13722"/>
                </a:lnTo>
                <a:lnTo>
                  <a:pt x="3182" y="13722"/>
                </a:lnTo>
                <a:lnTo>
                  <a:pt x="4800" y="13722"/>
                </a:lnTo>
                <a:lnTo>
                  <a:pt x="5234" y="12004"/>
                </a:lnTo>
                <a:lnTo>
                  <a:pt x="5489" y="10746"/>
                </a:lnTo>
                <a:lnTo>
                  <a:pt x="5662" y="9336"/>
                </a:lnTo>
                <a:lnTo>
                  <a:pt x="5851" y="7156"/>
                </a:lnTo>
                <a:lnTo>
                  <a:pt x="6156" y="5005"/>
                </a:lnTo>
                <a:lnTo>
                  <a:pt x="6398" y="3603"/>
                </a:lnTo>
                <a:lnTo>
                  <a:pt x="6703" y="2337"/>
                </a:lnTo>
                <a:lnTo>
                  <a:pt x="7200" y="591"/>
                </a:lnTo>
                <a:close/>
              </a:path>
            </a:pathLst>
          </a:custGeom>
          <a:solidFill>
            <a:srgbClr val="E3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8" name="contour_07626"/>
          <p:cNvSpPr/>
          <p:nvPr/>
        </p:nvSpPr>
        <p:spPr>
          <a:xfrm>
            <a:off x="10716434" y="1844700"/>
            <a:ext cx="72880" cy="35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3913"/>
                </a:moveTo>
                <a:lnTo>
                  <a:pt x="16368" y="4550"/>
                </a:lnTo>
                <a:lnTo>
                  <a:pt x="17626" y="5195"/>
                </a:lnTo>
                <a:lnTo>
                  <a:pt x="18900" y="5850"/>
                </a:lnTo>
                <a:lnTo>
                  <a:pt x="19572" y="6465"/>
                </a:lnTo>
                <a:lnTo>
                  <a:pt x="21600" y="8335"/>
                </a:lnTo>
                <a:lnTo>
                  <a:pt x="21600" y="11258"/>
                </a:lnTo>
                <a:lnTo>
                  <a:pt x="21600" y="14198"/>
                </a:lnTo>
                <a:lnTo>
                  <a:pt x="21600" y="17178"/>
                </a:lnTo>
                <a:lnTo>
                  <a:pt x="20174" y="17470"/>
                </a:lnTo>
                <a:lnTo>
                  <a:pt x="18749" y="17762"/>
                </a:lnTo>
                <a:lnTo>
                  <a:pt x="17321" y="18054"/>
                </a:lnTo>
                <a:lnTo>
                  <a:pt x="15893" y="18346"/>
                </a:lnTo>
                <a:lnTo>
                  <a:pt x="14463" y="18637"/>
                </a:lnTo>
                <a:lnTo>
                  <a:pt x="13033" y="18934"/>
                </a:lnTo>
                <a:lnTo>
                  <a:pt x="11599" y="19226"/>
                </a:lnTo>
                <a:lnTo>
                  <a:pt x="10163" y="19522"/>
                </a:lnTo>
                <a:lnTo>
                  <a:pt x="8722" y="19814"/>
                </a:lnTo>
                <a:lnTo>
                  <a:pt x="7279" y="20110"/>
                </a:lnTo>
                <a:lnTo>
                  <a:pt x="5834" y="20406"/>
                </a:lnTo>
                <a:lnTo>
                  <a:pt x="4383" y="20702"/>
                </a:lnTo>
                <a:lnTo>
                  <a:pt x="2927" y="21003"/>
                </a:lnTo>
                <a:lnTo>
                  <a:pt x="1467" y="21299"/>
                </a:lnTo>
                <a:lnTo>
                  <a:pt x="0" y="21600"/>
                </a:lnTo>
                <a:lnTo>
                  <a:pt x="717" y="15755"/>
                </a:lnTo>
                <a:lnTo>
                  <a:pt x="1277" y="11320"/>
                </a:lnTo>
                <a:lnTo>
                  <a:pt x="1726" y="8043"/>
                </a:lnTo>
                <a:lnTo>
                  <a:pt x="2108" y="5677"/>
                </a:lnTo>
                <a:lnTo>
                  <a:pt x="2475" y="3971"/>
                </a:lnTo>
                <a:lnTo>
                  <a:pt x="2866" y="2675"/>
                </a:lnTo>
                <a:lnTo>
                  <a:pt x="3331" y="1543"/>
                </a:lnTo>
                <a:lnTo>
                  <a:pt x="3914" y="323"/>
                </a:lnTo>
                <a:lnTo>
                  <a:pt x="5387" y="9"/>
                </a:lnTo>
                <a:lnTo>
                  <a:pt x="6817" y="0"/>
                </a:lnTo>
                <a:lnTo>
                  <a:pt x="8219" y="261"/>
                </a:lnTo>
                <a:lnTo>
                  <a:pt x="9599" y="734"/>
                </a:lnTo>
                <a:lnTo>
                  <a:pt x="10968" y="1384"/>
                </a:lnTo>
                <a:lnTo>
                  <a:pt x="12340" y="2158"/>
                </a:lnTo>
                <a:lnTo>
                  <a:pt x="13720" y="3020"/>
                </a:lnTo>
                <a:lnTo>
                  <a:pt x="15120" y="3913"/>
                </a:lnTo>
                <a:close/>
              </a:path>
            </a:pathLst>
          </a:custGeom>
          <a:solidFill>
            <a:srgbClr val="C4AF76"/>
          </a:solidFill>
          <a:ln>
            <a:noFill/>
          </a:ln>
        </p:spPr>
        <p:txBody>
          <a:bodyPr/>
          <a:lstStyle/>
          <a:p/>
        </p:txBody>
      </p:sp>
      <p:sp>
        <p:nvSpPr>
          <p:cNvPr id="7629" name="contour_07627"/>
          <p:cNvSpPr/>
          <p:nvPr/>
        </p:nvSpPr>
        <p:spPr>
          <a:xfrm>
            <a:off x="3960466" y="1821998"/>
            <a:ext cx="6559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02" y="309"/>
                </a:lnTo>
                <a:lnTo>
                  <a:pt x="2369" y="545"/>
                </a:lnTo>
                <a:lnTo>
                  <a:pt x="3353" y="826"/>
                </a:lnTo>
                <a:lnTo>
                  <a:pt x="4800" y="1271"/>
                </a:lnTo>
                <a:lnTo>
                  <a:pt x="5122" y="2234"/>
                </a:lnTo>
                <a:lnTo>
                  <a:pt x="5330" y="2939"/>
                </a:lnTo>
                <a:lnTo>
                  <a:pt x="5467" y="3591"/>
                </a:lnTo>
                <a:lnTo>
                  <a:pt x="5575" y="4395"/>
                </a:lnTo>
                <a:lnTo>
                  <a:pt x="5700" y="5559"/>
                </a:lnTo>
                <a:lnTo>
                  <a:pt x="6031" y="7139"/>
                </a:lnTo>
                <a:lnTo>
                  <a:pt x="6319" y="8302"/>
                </a:lnTo>
                <a:lnTo>
                  <a:pt x="6636" y="9148"/>
                </a:lnTo>
                <a:lnTo>
                  <a:pt x="7044" y="9781"/>
                </a:lnTo>
                <a:lnTo>
                  <a:pt x="7608" y="10302"/>
                </a:lnTo>
                <a:lnTo>
                  <a:pt x="8398" y="10814"/>
                </a:lnTo>
                <a:lnTo>
                  <a:pt x="9478" y="11420"/>
                </a:lnTo>
                <a:lnTo>
                  <a:pt x="10788" y="11852"/>
                </a:lnTo>
                <a:lnTo>
                  <a:pt x="12106" y="12278"/>
                </a:lnTo>
                <a:lnTo>
                  <a:pt x="13433" y="12696"/>
                </a:lnTo>
                <a:lnTo>
                  <a:pt x="14765" y="13107"/>
                </a:lnTo>
                <a:lnTo>
                  <a:pt x="16214" y="13767"/>
                </a:lnTo>
                <a:lnTo>
                  <a:pt x="16860" y="14331"/>
                </a:lnTo>
                <a:lnTo>
                  <a:pt x="17258" y="15281"/>
                </a:lnTo>
                <a:lnTo>
                  <a:pt x="17170" y="16037"/>
                </a:lnTo>
                <a:lnTo>
                  <a:pt x="17081" y="16792"/>
                </a:lnTo>
                <a:lnTo>
                  <a:pt x="16987" y="17548"/>
                </a:lnTo>
                <a:lnTo>
                  <a:pt x="16894" y="18303"/>
                </a:lnTo>
                <a:lnTo>
                  <a:pt x="16800" y="19059"/>
                </a:lnTo>
                <a:lnTo>
                  <a:pt x="17988" y="19374"/>
                </a:lnTo>
                <a:lnTo>
                  <a:pt x="19181" y="19689"/>
                </a:lnTo>
                <a:lnTo>
                  <a:pt x="20383" y="20008"/>
                </a:lnTo>
                <a:lnTo>
                  <a:pt x="21600" y="20329"/>
                </a:lnTo>
                <a:lnTo>
                  <a:pt x="20114" y="20487"/>
                </a:lnTo>
                <a:lnTo>
                  <a:pt x="18629" y="20645"/>
                </a:lnTo>
                <a:lnTo>
                  <a:pt x="17138" y="20802"/>
                </a:lnTo>
                <a:lnTo>
                  <a:pt x="15646" y="20960"/>
                </a:lnTo>
                <a:lnTo>
                  <a:pt x="14146" y="21118"/>
                </a:lnTo>
                <a:lnTo>
                  <a:pt x="12638" y="21279"/>
                </a:lnTo>
                <a:lnTo>
                  <a:pt x="11124" y="21439"/>
                </a:lnTo>
                <a:lnTo>
                  <a:pt x="9600" y="21600"/>
                </a:lnTo>
                <a:lnTo>
                  <a:pt x="9600" y="20760"/>
                </a:lnTo>
                <a:lnTo>
                  <a:pt x="9600" y="19915"/>
                </a:lnTo>
                <a:lnTo>
                  <a:pt x="9600" y="19059"/>
                </a:lnTo>
                <a:lnTo>
                  <a:pt x="11186" y="19059"/>
                </a:lnTo>
                <a:lnTo>
                  <a:pt x="12782" y="19059"/>
                </a:lnTo>
                <a:lnTo>
                  <a:pt x="14400" y="19059"/>
                </a:lnTo>
                <a:lnTo>
                  <a:pt x="14400" y="18219"/>
                </a:lnTo>
                <a:lnTo>
                  <a:pt x="14400" y="17374"/>
                </a:lnTo>
                <a:lnTo>
                  <a:pt x="14400" y="16518"/>
                </a:lnTo>
                <a:lnTo>
                  <a:pt x="13193" y="16069"/>
                </a:lnTo>
                <a:lnTo>
                  <a:pt x="12307" y="15779"/>
                </a:lnTo>
                <a:lnTo>
                  <a:pt x="11304" y="15522"/>
                </a:lnTo>
                <a:lnTo>
                  <a:pt x="9749" y="15168"/>
                </a:lnTo>
                <a:lnTo>
                  <a:pt x="8285" y="14825"/>
                </a:lnTo>
                <a:lnTo>
                  <a:pt x="6994" y="14497"/>
                </a:lnTo>
                <a:lnTo>
                  <a:pt x="5818" y="14154"/>
                </a:lnTo>
                <a:lnTo>
                  <a:pt x="4699" y="13763"/>
                </a:lnTo>
                <a:lnTo>
                  <a:pt x="3581" y="13290"/>
                </a:lnTo>
                <a:lnTo>
                  <a:pt x="2400" y="12706"/>
                </a:lnTo>
                <a:lnTo>
                  <a:pt x="2112" y="11923"/>
                </a:lnTo>
                <a:lnTo>
                  <a:pt x="1937" y="11360"/>
                </a:lnTo>
                <a:lnTo>
                  <a:pt x="1802" y="10744"/>
                </a:lnTo>
                <a:lnTo>
                  <a:pt x="1642" y="9803"/>
                </a:lnTo>
                <a:lnTo>
                  <a:pt x="1490" y="8946"/>
                </a:lnTo>
                <a:lnTo>
                  <a:pt x="1337" y="8077"/>
                </a:lnTo>
                <a:lnTo>
                  <a:pt x="1193" y="7183"/>
                </a:lnTo>
                <a:lnTo>
                  <a:pt x="1051" y="6274"/>
                </a:lnTo>
                <a:lnTo>
                  <a:pt x="946" y="5673"/>
                </a:lnTo>
                <a:lnTo>
                  <a:pt x="842" y="5068"/>
                </a:lnTo>
                <a:lnTo>
                  <a:pt x="737" y="4455"/>
                </a:lnTo>
                <a:lnTo>
                  <a:pt x="583" y="3564"/>
                </a:lnTo>
                <a:lnTo>
                  <a:pt x="434" y="2673"/>
                </a:lnTo>
                <a:lnTo>
                  <a:pt x="288" y="1783"/>
                </a:lnTo>
                <a:lnTo>
                  <a:pt x="142" y="891"/>
                </a:lnTo>
                <a:lnTo>
                  <a:pt x="0" y="0"/>
                </a:lnTo>
                <a:close/>
              </a:path>
            </a:pathLst>
          </a:custGeom>
          <a:solidFill>
            <a:srgbClr val="C9C8CD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0" name="contour_07628"/>
          <p:cNvSpPr/>
          <p:nvPr/>
        </p:nvSpPr>
        <p:spPr>
          <a:xfrm>
            <a:off x="8222301" y="1836574"/>
            <a:ext cx="110960" cy="358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9" y="0"/>
                </a:moveTo>
                <a:lnTo>
                  <a:pt x="1162" y="0"/>
                </a:lnTo>
                <a:lnTo>
                  <a:pt x="2007" y="0"/>
                </a:lnTo>
                <a:lnTo>
                  <a:pt x="2856" y="0"/>
                </a:lnTo>
                <a:lnTo>
                  <a:pt x="3711" y="0"/>
                </a:lnTo>
                <a:lnTo>
                  <a:pt x="4575" y="0"/>
                </a:lnTo>
                <a:lnTo>
                  <a:pt x="4575" y="2900"/>
                </a:lnTo>
                <a:lnTo>
                  <a:pt x="4575" y="5818"/>
                </a:lnTo>
                <a:lnTo>
                  <a:pt x="4575" y="8775"/>
                </a:lnTo>
                <a:lnTo>
                  <a:pt x="5173" y="8222"/>
                </a:lnTo>
                <a:lnTo>
                  <a:pt x="5778" y="7661"/>
                </a:lnTo>
                <a:lnTo>
                  <a:pt x="6803" y="6928"/>
                </a:lnTo>
                <a:lnTo>
                  <a:pt x="7811" y="6336"/>
                </a:lnTo>
                <a:lnTo>
                  <a:pt x="8807" y="5884"/>
                </a:lnTo>
                <a:lnTo>
                  <a:pt x="9795" y="5559"/>
                </a:lnTo>
                <a:lnTo>
                  <a:pt x="10772" y="5357"/>
                </a:lnTo>
                <a:lnTo>
                  <a:pt x="11746" y="5269"/>
                </a:lnTo>
                <a:lnTo>
                  <a:pt x="12713" y="5283"/>
                </a:lnTo>
                <a:lnTo>
                  <a:pt x="13681" y="5397"/>
                </a:lnTo>
                <a:lnTo>
                  <a:pt x="14647" y="5594"/>
                </a:lnTo>
                <a:lnTo>
                  <a:pt x="15616" y="5875"/>
                </a:lnTo>
                <a:lnTo>
                  <a:pt x="16591" y="6226"/>
                </a:lnTo>
                <a:lnTo>
                  <a:pt x="17571" y="6643"/>
                </a:lnTo>
                <a:lnTo>
                  <a:pt x="18560" y="7112"/>
                </a:lnTo>
                <a:lnTo>
                  <a:pt x="19560" y="7630"/>
                </a:lnTo>
                <a:lnTo>
                  <a:pt x="20571" y="8187"/>
                </a:lnTo>
                <a:lnTo>
                  <a:pt x="21600" y="8775"/>
                </a:lnTo>
                <a:lnTo>
                  <a:pt x="21600" y="10951"/>
                </a:lnTo>
                <a:lnTo>
                  <a:pt x="21600" y="13163"/>
                </a:lnTo>
                <a:lnTo>
                  <a:pt x="20729" y="14185"/>
                </a:lnTo>
                <a:lnTo>
                  <a:pt x="19822" y="15177"/>
                </a:lnTo>
                <a:lnTo>
                  <a:pt x="18887" y="16133"/>
                </a:lnTo>
                <a:lnTo>
                  <a:pt x="17927" y="17041"/>
                </a:lnTo>
                <a:lnTo>
                  <a:pt x="16944" y="17888"/>
                </a:lnTo>
                <a:lnTo>
                  <a:pt x="15942" y="18673"/>
                </a:lnTo>
                <a:lnTo>
                  <a:pt x="14926" y="19384"/>
                </a:lnTo>
                <a:lnTo>
                  <a:pt x="13899" y="20012"/>
                </a:lnTo>
                <a:lnTo>
                  <a:pt x="12865" y="20547"/>
                </a:lnTo>
                <a:lnTo>
                  <a:pt x="11828" y="20986"/>
                </a:lnTo>
                <a:lnTo>
                  <a:pt x="10791" y="21310"/>
                </a:lnTo>
                <a:lnTo>
                  <a:pt x="9759" y="21517"/>
                </a:lnTo>
                <a:lnTo>
                  <a:pt x="8736" y="21600"/>
                </a:lnTo>
                <a:lnTo>
                  <a:pt x="7724" y="21543"/>
                </a:lnTo>
                <a:lnTo>
                  <a:pt x="6728" y="21341"/>
                </a:lnTo>
                <a:lnTo>
                  <a:pt x="5751" y="20990"/>
                </a:lnTo>
                <a:lnTo>
                  <a:pt x="4800" y="20472"/>
                </a:lnTo>
                <a:lnTo>
                  <a:pt x="3873" y="19788"/>
                </a:lnTo>
                <a:lnTo>
                  <a:pt x="2979" y="18919"/>
                </a:lnTo>
                <a:lnTo>
                  <a:pt x="2050" y="17357"/>
                </a:lnTo>
                <a:lnTo>
                  <a:pt x="1463" y="16234"/>
                </a:lnTo>
                <a:lnTo>
                  <a:pt x="969" y="15019"/>
                </a:lnTo>
                <a:lnTo>
                  <a:pt x="319" y="13163"/>
                </a:lnTo>
                <a:lnTo>
                  <a:pt x="106" y="9635"/>
                </a:lnTo>
                <a:lnTo>
                  <a:pt x="0" y="7187"/>
                </a:lnTo>
                <a:lnTo>
                  <a:pt x="0" y="5186"/>
                </a:lnTo>
                <a:lnTo>
                  <a:pt x="106" y="3001"/>
                </a:lnTo>
                <a:lnTo>
                  <a:pt x="319" y="0"/>
                </a:lnTo>
                <a:close/>
              </a:path>
            </a:pathLst>
          </a:custGeom>
          <a:solidFill>
            <a:srgbClr val="EC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1" name="contour_07629"/>
          <p:cNvSpPr/>
          <p:nvPr/>
        </p:nvSpPr>
        <p:spPr>
          <a:xfrm>
            <a:off x="2320668" y="1797758"/>
            <a:ext cx="58304" cy="461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113"/>
                </a:moveTo>
                <a:lnTo>
                  <a:pt x="6035" y="669"/>
                </a:lnTo>
                <a:lnTo>
                  <a:pt x="8675" y="335"/>
                </a:lnTo>
                <a:lnTo>
                  <a:pt x="10751" y="113"/>
                </a:lnTo>
                <a:lnTo>
                  <a:pt x="12401" y="0"/>
                </a:lnTo>
                <a:lnTo>
                  <a:pt x="13757" y="0"/>
                </a:lnTo>
                <a:lnTo>
                  <a:pt x="14953" y="113"/>
                </a:lnTo>
                <a:lnTo>
                  <a:pt x="16119" y="335"/>
                </a:lnTo>
                <a:lnTo>
                  <a:pt x="17391" y="669"/>
                </a:lnTo>
                <a:lnTo>
                  <a:pt x="18900" y="1113"/>
                </a:lnTo>
                <a:lnTo>
                  <a:pt x="19713" y="3175"/>
                </a:lnTo>
                <a:lnTo>
                  <a:pt x="20345" y="5231"/>
                </a:lnTo>
                <a:lnTo>
                  <a:pt x="20814" y="7293"/>
                </a:lnTo>
                <a:lnTo>
                  <a:pt x="21149" y="9376"/>
                </a:lnTo>
                <a:lnTo>
                  <a:pt x="21371" y="11493"/>
                </a:lnTo>
                <a:lnTo>
                  <a:pt x="21505" y="13661"/>
                </a:lnTo>
                <a:lnTo>
                  <a:pt x="21573" y="15888"/>
                </a:lnTo>
                <a:lnTo>
                  <a:pt x="21600" y="18186"/>
                </a:lnTo>
                <a:lnTo>
                  <a:pt x="20266" y="17861"/>
                </a:lnTo>
                <a:lnTo>
                  <a:pt x="18922" y="17530"/>
                </a:lnTo>
                <a:lnTo>
                  <a:pt x="17561" y="17199"/>
                </a:lnTo>
                <a:lnTo>
                  <a:pt x="15830" y="16820"/>
                </a:lnTo>
                <a:lnTo>
                  <a:pt x="14086" y="16437"/>
                </a:lnTo>
                <a:lnTo>
                  <a:pt x="12317" y="16051"/>
                </a:lnTo>
                <a:lnTo>
                  <a:pt x="11551" y="15874"/>
                </a:lnTo>
                <a:lnTo>
                  <a:pt x="10198" y="15563"/>
                </a:lnTo>
                <a:lnTo>
                  <a:pt x="7098" y="14850"/>
                </a:lnTo>
                <a:lnTo>
                  <a:pt x="5646" y="14826"/>
                </a:lnTo>
                <a:lnTo>
                  <a:pt x="4182" y="14798"/>
                </a:lnTo>
                <a:lnTo>
                  <a:pt x="2700" y="14771"/>
                </a:lnTo>
                <a:lnTo>
                  <a:pt x="2030" y="16461"/>
                </a:lnTo>
                <a:lnTo>
                  <a:pt x="1361" y="18162"/>
                </a:lnTo>
                <a:lnTo>
                  <a:pt x="683" y="19869"/>
                </a:lnTo>
                <a:lnTo>
                  <a:pt x="0" y="21600"/>
                </a:lnTo>
                <a:lnTo>
                  <a:pt x="297" y="19346"/>
                </a:lnTo>
                <a:lnTo>
                  <a:pt x="594" y="17089"/>
                </a:lnTo>
                <a:lnTo>
                  <a:pt x="891" y="14833"/>
                </a:lnTo>
                <a:lnTo>
                  <a:pt x="1191" y="12569"/>
                </a:lnTo>
                <a:lnTo>
                  <a:pt x="1490" y="10298"/>
                </a:lnTo>
                <a:lnTo>
                  <a:pt x="1790" y="8017"/>
                </a:lnTo>
                <a:lnTo>
                  <a:pt x="2092" y="5729"/>
                </a:lnTo>
                <a:lnTo>
                  <a:pt x="2395" y="3428"/>
                </a:lnTo>
                <a:lnTo>
                  <a:pt x="2700" y="1113"/>
                </a:lnTo>
                <a:close/>
              </a:path>
            </a:pathLst>
          </a:custGeom>
          <a:solidFill>
            <a:srgbClr val="7A7B7B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2" name="contour_07630"/>
          <p:cNvSpPr/>
          <p:nvPr/>
        </p:nvSpPr>
        <p:spPr>
          <a:xfrm>
            <a:off x="965102" y="1792846"/>
            <a:ext cx="65592" cy="735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6" y="0"/>
                </a:lnTo>
                <a:lnTo>
                  <a:pt x="15182" y="0"/>
                </a:lnTo>
                <a:lnTo>
                  <a:pt x="16800" y="0"/>
                </a:lnTo>
                <a:lnTo>
                  <a:pt x="17698" y="1400"/>
                </a:lnTo>
                <a:lnTo>
                  <a:pt x="18276" y="2426"/>
                </a:lnTo>
                <a:lnTo>
                  <a:pt x="18794" y="3576"/>
                </a:lnTo>
                <a:lnTo>
                  <a:pt x="19500" y="5353"/>
                </a:lnTo>
                <a:lnTo>
                  <a:pt x="19903" y="6349"/>
                </a:lnTo>
                <a:lnTo>
                  <a:pt x="20309" y="7349"/>
                </a:lnTo>
                <a:lnTo>
                  <a:pt x="20719" y="8364"/>
                </a:lnTo>
                <a:lnTo>
                  <a:pt x="21156" y="9527"/>
                </a:lnTo>
                <a:lnTo>
                  <a:pt x="21600" y="10707"/>
                </a:lnTo>
                <a:lnTo>
                  <a:pt x="20966" y="10748"/>
                </a:lnTo>
                <a:lnTo>
                  <a:pt x="19058" y="10874"/>
                </a:lnTo>
                <a:lnTo>
                  <a:pt x="17395" y="11069"/>
                </a:lnTo>
                <a:lnTo>
                  <a:pt x="15797" y="11291"/>
                </a:lnTo>
                <a:lnTo>
                  <a:pt x="14242" y="11559"/>
                </a:lnTo>
                <a:lnTo>
                  <a:pt x="12706" y="11895"/>
                </a:lnTo>
                <a:lnTo>
                  <a:pt x="11167" y="12317"/>
                </a:lnTo>
                <a:lnTo>
                  <a:pt x="9600" y="12848"/>
                </a:lnTo>
                <a:lnTo>
                  <a:pt x="8971" y="14071"/>
                </a:lnTo>
                <a:lnTo>
                  <a:pt x="8604" y="14938"/>
                </a:lnTo>
                <a:lnTo>
                  <a:pt x="8362" y="15863"/>
                </a:lnTo>
                <a:lnTo>
                  <a:pt x="8100" y="17264"/>
                </a:lnTo>
                <a:lnTo>
                  <a:pt x="7802" y="18634"/>
                </a:lnTo>
                <a:lnTo>
                  <a:pt x="7502" y="20015"/>
                </a:lnTo>
                <a:lnTo>
                  <a:pt x="7200" y="21414"/>
                </a:lnTo>
                <a:lnTo>
                  <a:pt x="5388" y="21538"/>
                </a:lnTo>
                <a:lnTo>
                  <a:pt x="4106" y="21600"/>
                </a:lnTo>
                <a:lnTo>
                  <a:pt x="3012" y="21600"/>
                </a:lnTo>
                <a:lnTo>
                  <a:pt x="1759" y="21538"/>
                </a:lnTo>
                <a:lnTo>
                  <a:pt x="0" y="21414"/>
                </a:lnTo>
                <a:lnTo>
                  <a:pt x="408" y="20127"/>
                </a:lnTo>
                <a:lnTo>
                  <a:pt x="823" y="18840"/>
                </a:lnTo>
                <a:lnTo>
                  <a:pt x="1243" y="17555"/>
                </a:lnTo>
                <a:lnTo>
                  <a:pt x="1670" y="16272"/>
                </a:lnTo>
                <a:lnTo>
                  <a:pt x="2100" y="14990"/>
                </a:lnTo>
                <a:lnTo>
                  <a:pt x="2489" y="13795"/>
                </a:lnTo>
                <a:lnTo>
                  <a:pt x="2882" y="12593"/>
                </a:lnTo>
                <a:lnTo>
                  <a:pt x="3281" y="11375"/>
                </a:lnTo>
                <a:lnTo>
                  <a:pt x="3782" y="10448"/>
                </a:lnTo>
                <a:lnTo>
                  <a:pt x="4289" y="9512"/>
                </a:lnTo>
                <a:lnTo>
                  <a:pt x="4800" y="8565"/>
                </a:lnTo>
                <a:lnTo>
                  <a:pt x="6386" y="8565"/>
                </a:lnTo>
                <a:lnTo>
                  <a:pt x="7982" y="8565"/>
                </a:lnTo>
                <a:lnTo>
                  <a:pt x="9600" y="8565"/>
                </a:lnTo>
                <a:lnTo>
                  <a:pt x="10195" y="7159"/>
                </a:lnTo>
                <a:lnTo>
                  <a:pt x="10505" y="6047"/>
                </a:lnTo>
                <a:lnTo>
                  <a:pt x="10800" y="4283"/>
                </a:lnTo>
                <a:lnTo>
                  <a:pt x="11095" y="2518"/>
                </a:lnTo>
                <a:lnTo>
                  <a:pt x="11405" y="1407"/>
                </a:lnTo>
                <a:lnTo>
                  <a:pt x="12000" y="0"/>
                </a:lnTo>
                <a:close/>
              </a:path>
            </a:pathLst>
          </a:custGeom>
          <a:solidFill>
            <a:srgbClr val="38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3" name="contour_07631"/>
          <p:cNvSpPr/>
          <p:nvPr/>
        </p:nvSpPr>
        <p:spPr>
          <a:xfrm>
            <a:off x="10403051" y="1784610"/>
            <a:ext cx="102032" cy="30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867"/>
                </a:moveTo>
                <a:lnTo>
                  <a:pt x="21600" y="8952"/>
                </a:lnTo>
                <a:lnTo>
                  <a:pt x="21600" y="12046"/>
                </a:lnTo>
                <a:lnTo>
                  <a:pt x="21600" y="15151"/>
                </a:lnTo>
                <a:lnTo>
                  <a:pt x="21600" y="18282"/>
                </a:lnTo>
                <a:lnTo>
                  <a:pt x="21600" y="21444"/>
                </a:lnTo>
                <a:lnTo>
                  <a:pt x="20517" y="21553"/>
                </a:lnTo>
                <a:lnTo>
                  <a:pt x="19449" y="21600"/>
                </a:lnTo>
                <a:lnTo>
                  <a:pt x="18394" y="21574"/>
                </a:lnTo>
                <a:lnTo>
                  <a:pt x="17351" y="21486"/>
                </a:lnTo>
                <a:lnTo>
                  <a:pt x="16314" y="21330"/>
                </a:lnTo>
                <a:lnTo>
                  <a:pt x="15285" y="21102"/>
                </a:lnTo>
                <a:lnTo>
                  <a:pt x="14258" y="20806"/>
                </a:lnTo>
                <a:lnTo>
                  <a:pt x="13232" y="20432"/>
                </a:lnTo>
                <a:lnTo>
                  <a:pt x="12204" y="19985"/>
                </a:lnTo>
                <a:lnTo>
                  <a:pt x="11172" y="19461"/>
                </a:lnTo>
                <a:lnTo>
                  <a:pt x="10133" y="18858"/>
                </a:lnTo>
                <a:lnTo>
                  <a:pt x="9086" y="18173"/>
                </a:lnTo>
                <a:lnTo>
                  <a:pt x="8027" y="17410"/>
                </a:lnTo>
                <a:lnTo>
                  <a:pt x="7015" y="16859"/>
                </a:lnTo>
                <a:lnTo>
                  <a:pt x="6016" y="16465"/>
                </a:lnTo>
                <a:lnTo>
                  <a:pt x="5020" y="16210"/>
                </a:lnTo>
                <a:lnTo>
                  <a:pt x="4028" y="16065"/>
                </a:lnTo>
                <a:lnTo>
                  <a:pt x="3035" y="16023"/>
                </a:lnTo>
                <a:lnTo>
                  <a:pt x="2035" y="16049"/>
                </a:lnTo>
                <a:lnTo>
                  <a:pt x="1024" y="16133"/>
                </a:lnTo>
                <a:lnTo>
                  <a:pt x="0" y="16252"/>
                </a:lnTo>
                <a:lnTo>
                  <a:pt x="0" y="12820"/>
                </a:lnTo>
                <a:lnTo>
                  <a:pt x="0" y="9367"/>
                </a:lnTo>
                <a:lnTo>
                  <a:pt x="0" y="5867"/>
                </a:lnTo>
                <a:lnTo>
                  <a:pt x="915" y="4284"/>
                </a:lnTo>
                <a:lnTo>
                  <a:pt x="1875" y="2980"/>
                </a:lnTo>
                <a:lnTo>
                  <a:pt x="2876" y="1937"/>
                </a:lnTo>
                <a:lnTo>
                  <a:pt x="3913" y="1142"/>
                </a:lnTo>
                <a:lnTo>
                  <a:pt x="4980" y="566"/>
                </a:lnTo>
                <a:lnTo>
                  <a:pt x="6074" y="197"/>
                </a:lnTo>
                <a:lnTo>
                  <a:pt x="7191" y="16"/>
                </a:lnTo>
                <a:lnTo>
                  <a:pt x="8325" y="0"/>
                </a:lnTo>
                <a:lnTo>
                  <a:pt x="9472" y="130"/>
                </a:lnTo>
                <a:lnTo>
                  <a:pt x="10627" y="395"/>
                </a:lnTo>
                <a:lnTo>
                  <a:pt x="11784" y="763"/>
                </a:lnTo>
                <a:lnTo>
                  <a:pt x="12941" y="1220"/>
                </a:lnTo>
                <a:lnTo>
                  <a:pt x="14092" y="1755"/>
                </a:lnTo>
                <a:lnTo>
                  <a:pt x="15234" y="2337"/>
                </a:lnTo>
                <a:lnTo>
                  <a:pt x="16359" y="2954"/>
                </a:lnTo>
                <a:lnTo>
                  <a:pt x="17465" y="3588"/>
                </a:lnTo>
                <a:lnTo>
                  <a:pt x="18547" y="4211"/>
                </a:lnTo>
                <a:lnTo>
                  <a:pt x="19600" y="4813"/>
                </a:lnTo>
                <a:lnTo>
                  <a:pt x="20619" y="5374"/>
                </a:lnTo>
                <a:lnTo>
                  <a:pt x="21600" y="5867"/>
                </a:lnTo>
                <a:close/>
              </a:path>
            </a:pathLst>
          </a:custGeom>
          <a:solidFill>
            <a:srgbClr val="695E45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4" name="contour_07632"/>
          <p:cNvSpPr/>
          <p:nvPr/>
        </p:nvSpPr>
        <p:spPr>
          <a:xfrm>
            <a:off x="7006847" y="1778270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631" y="330"/>
                </a:lnTo>
                <a:lnTo>
                  <a:pt x="16837" y="768"/>
                </a:lnTo>
                <a:lnTo>
                  <a:pt x="18027" y="1290"/>
                </a:lnTo>
                <a:lnTo>
                  <a:pt x="19211" y="1867"/>
                </a:lnTo>
                <a:lnTo>
                  <a:pt x="20399" y="2475"/>
                </a:lnTo>
                <a:lnTo>
                  <a:pt x="21600" y="3086"/>
                </a:lnTo>
                <a:lnTo>
                  <a:pt x="21204" y="5122"/>
                </a:lnTo>
                <a:lnTo>
                  <a:pt x="20808" y="7162"/>
                </a:lnTo>
                <a:lnTo>
                  <a:pt x="20410" y="9202"/>
                </a:lnTo>
                <a:lnTo>
                  <a:pt x="20012" y="11247"/>
                </a:lnTo>
                <a:lnTo>
                  <a:pt x="19615" y="13299"/>
                </a:lnTo>
                <a:lnTo>
                  <a:pt x="19213" y="15361"/>
                </a:lnTo>
                <a:lnTo>
                  <a:pt x="18812" y="17428"/>
                </a:lnTo>
                <a:lnTo>
                  <a:pt x="18407" y="19508"/>
                </a:lnTo>
                <a:lnTo>
                  <a:pt x="18000" y="21600"/>
                </a:lnTo>
                <a:lnTo>
                  <a:pt x="17109" y="20073"/>
                </a:lnTo>
                <a:lnTo>
                  <a:pt x="16214" y="18536"/>
                </a:lnTo>
                <a:lnTo>
                  <a:pt x="15313" y="16993"/>
                </a:lnTo>
                <a:lnTo>
                  <a:pt x="14400" y="15429"/>
                </a:lnTo>
                <a:lnTo>
                  <a:pt x="12888" y="15243"/>
                </a:lnTo>
                <a:lnTo>
                  <a:pt x="11799" y="15151"/>
                </a:lnTo>
                <a:lnTo>
                  <a:pt x="10823" y="15151"/>
                </a:lnTo>
                <a:lnTo>
                  <a:pt x="9657" y="15243"/>
                </a:lnTo>
                <a:lnTo>
                  <a:pt x="7988" y="15429"/>
                </a:lnTo>
                <a:lnTo>
                  <a:pt x="6316" y="15614"/>
                </a:lnTo>
                <a:lnTo>
                  <a:pt x="5157" y="15706"/>
                </a:lnTo>
                <a:lnTo>
                  <a:pt x="4217" y="15706"/>
                </a:lnTo>
                <a:lnTo>
                  <a:pt x="3197" y="15614"/>
                </a:lnTo>
                <a:lnTo>
                  <a:pt x="1800" y="15429"/>
                </a:lnTo>
                <a:lnTo>
                  <a:pt x="1048" y="13596"/>
                </a:lnTo>
                <a:lnTo>
                  <a:pt x="610" y="12343"/>
                </a:lnTo>
                <a:lnTo>
                  <a:pt x="317" y="11090"/>
                </a:lnTo>
                <a:lnTo>
                  <a:pt x="0" y="9257"/>
                </a:lnTo>
                <a:lnTo>
                  <a:pt x="889" y="8847"/>
                </a:lnTo>
                <a:lnTo>
                  <a:pt x="1786" y="8433"/>
                </a:lnTo>
                <a:lnTo>
                  <a:pt x="2693" y="8017"/>
                </a:lnTo>
                <a:lnTo>
                  <a:pt x="3857" y="7464"/>
                </a:lnTo>
                <a:lnTo>
                  <a:pt x="5022" y="6915"/>
                </a:lnTo>
                <a:lnTo>
                  <a:pt x="6188" y="6363"/>
                </a:lnTo>
                <a:lnTo>
                  <a:pt x="7069" y="5959"/>
                </a:lnTo>
                <a:lnTo>
                  <a:pt x="7963" y="5551"/>
                </a:lnTo>
                <a:lnTo>
                  <a:pt x="9841" y="4644"/>
                </a:lnTo>
                <a:lnTo>
                  <a:pt x="11156" y="3934"/>
                </a:lnTo>
                <a:lnTo>
                  <a:pt x="12092" y="3271"/>
                </a:lnTo>
                <a:lnTo>
                  <a:pt x="12827" y="2496"/>
                </a:lnTo>
                <a:lnTo>
                  <a:pt x="13536" y="1456"/>
                </a:lnTo>
                <a:lnTo>
                  <a:pt x="14400" y="0"/>
                </a:lnTo>
                <a:close/>
              </a:path>
            </a:pathLst>
          </a:custGeom>
          <a:solidFill>
            <a:srgbClr val="E1E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5" name="contour_07633"/>
          <p:cNvSpPr/>
          <p:nvPr/>
        </p:nvSpPr>
        <p:spPr>
          <a:xfrm>
            <a:off x="2298804" y="1733966"/>
            <a:ext cx="65592" cy="51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1" y="241"/>
                </a:moveTo>
                <a:lnTo>
                  <a:pt x="16579" y="864"/>
                </a:lnTo>
                <a:lnTo>
                  <a:pt x="17707" y="1654"/>
                </a:lnTo>
                <a:lnTo>
                  <a:pt x="19200" y="3292"/>
                </a:lnTo>
                <a:lnTo>
                  <a:pt x="19596" y="5306"/>
                </a:lnTo>
                <a:lnTo>
                  <a:pt x="19992" y="7323"/>
                </a:lnTo>
                <a:lnTo>
                  <a:pt x="20390" y="9349"/>
                </a:lnTo>
                <a:lnTo>
                  <a:pt x="20791" y="11384"/>
                </a:lnTo>
                <a:lnTo>
                  <a:pt x="21194" y="13432"/>
                </a:lnTo>
                <a:lnTo>
                  <a:pt x="21600" y="15497"/>
                </a:lnTo>
                <a:lnTo>
                  <a:pt x="19954" y="15961"/>
                </a:lnTo>
                <a:lnTo>
                  <a:pt x="18307" y="16428"/>
                </a:lnTo>
                <a:lnTo>
                  <a:pt x="16661" y="16892"/>
                </a:lnTo>
                <a:lnTo>
                  <a:pt x="15014" y="17359"/>
                </a:lnTo>
                <a:lnTo>
                  <a:pt x="13363" y="17826"/>
                </a:lnTo>
                <a:lnTo>
                  <a:pt x="11710" y="18292"/>
                </a:lnTo>
                <a:lnTo>
                  <a:pt x="10051" y="18759"/>
                </a:lnTo>
                <a:lnTo>
                  <a:pt x="8390" y="19229"/>
                </a:lnTo>
                <a:lnTo>
                  <a:pt x="6725" y="19699"/>
                </a:lnTo>
                <a:lnTo>
                  <a:pt x="5052" y="20172"/>
                </a:lnTo>
                <a:lnTo>
                  <a:pt x="3374" y="20648"/>
                </a:lnTo>
                <a:lnTo>
                  <a:pt x="1690" y="21121"/>
                </a:lnTo>
                <a:lnTo>
                  <a:pt x="0" y="21600"/>
                </a:lnTo>
                <a:lnTo>
                  <a:pt x="7" y="18118"/>
                </a:lnTo>
                <a:lnTo>
                  <a:pt x="65" y="15436"/>
                </a:lnTo>
                <a:lnTo>
                  <a:pt x="221" y="13362"/>
                </a:lnTo>
                <a:lnTo>
                  <a:pt x="523" y="11711"/>
                </a:lnTo>
                <a:lnTo>
                  <a:pt x="1025" y="10295"/>
                </a:lnTo>
                <a:lnTo>
                  <a:pt x="1771" y="8928"/>
                </a:lnTo>
                <a:lnTo>
                  <a:pt x="2813" y="7418"/>
                </a:lnTo>
                <a:lnTo>
                  <a:pt x="4200" y="5581"/>
                </a:lnTo>
                <a:lnTo>
                  <a:pt x="5654" y="3912"/>
                </a:lnTo>
                <a:lnTo>
                  <a:pt x="7010" y="2511"/>
                </a:lnTo>
                <a:lnTo>
                  <a:pt x="8340" y="1401"/>
                </a:lnTo>
                <a:lnTo>
                  <a:pt x="9715" y="598"/>
                </a:lnTo>
                <a:lnTo>
                  <a:pt x="11210" y="125"/>
                </a:lnTo>
                <a:lnTo>
                  <a:pt x="12898" y="0"/>
                </a:lnTo>
                <a:lnTo>
                  <a:pt x="14851" y="241"/>
                </a:lnTo>
                <a:close/>
              </a:path>
            </a:pathLst>
          </a:custGeom>
          <a:solidFill>
            <a:srgbClr val="3E3C3A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6" name="contour_07634"/>
          <p:cNvSpPr/>
          <p:nvPr/>
        </p:nvSpPr>
        <p:spPr>
          <a:xfrm>
            <a:off x="6737191" y="1734542"/>
            <a:ext cx="10932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8" y="1366"/>
                </a:lnTo>
                <a:lnTo>
                  <a:pt x="258" y="2740"/>
                </a:lnTo>
                <a:lnTo>
                  <a:pt x="389" y="4134"/>
                </a:lnTo>
                <a:lnTo>
                  <a:pt x="736" y="5446"/>
                </a:lnTo>
                <a:lnTo>
                  <a:pt x="1086" y="6763"/>
                </a:lnTo>
                <a:lnTo>
                  <a:pt x="1440" y="8100"/>
                </a:lnTo>
                <a:lnTo>
                  <a:pt x="2389" y="8035"/>
                </a:lnTo>
                <a:lnTo>
                  <a:pt x="3275" y="7908"/>
                </a:lnTo>
                <a:lnTo>
                  <a:pt x="4127" y="7719"/>
                </a:lnTo>
                <a:lnTo>
                  <a:pt x="4972" y="7465"/>
                </a:lnTo>
                <a:lnTo>
                  <a:pt x="5838" y="7142"/>
                </a:lnTo>
                <a:lnTo>
                  <a:pt x="6751" y="6750"/>
                </a:lnTo>
                <a:lnTo>
                  <a:pt x="7923" y="6380"/>
                </a:lnTo>
                <a:lnTo>
                  <a:pt x="9042" y="6129"/>
                </a:lnTo>
                <a:lnTo>
                  <a:pt x="10112" y="6002"/>
                </a:lnTo>
                <a:lnTo>
                  <a:pt x="11140" y="5994"/>
                </a:lnTo>
                <a:lnTo>
                  <a:pt x="12132" y="6105"/>
                </a:lnTo>
                <a:lnTo>
                  <a:pt x="13098" y="6334"/>
                </a:lnTo>
                <a:lnTo>
                  <a:pt x="14041" y="6680"/>
                </a:lnTo>
                <a:lnTo>
                  <a:pt x="14969" y="7142"/>
                </a:lnTo>
                <a:lnTo>
                  <a:pt x="15889" y="7717"/>
                </a:lnTo>
                <a:lnTo>
                  <a:pt x="16806" y="8405"/>
                </a:lnTo>
                <a:lnTo>
                  <a:pt x="17729" y="9204"/>
                </a:lnTo>
                <a:lnTo>
                  <a:pt x="18664" y="10114"/>
                </a:lnTo>
                <a:lnTo>
                  <a:pt x="19616" y="11135"/>
                </a:lnTo>
                <a:lnTo>
                  <a:pt x="20592" y="12263"/>
                </a:lnTo>
                <a:lnTo>
                  <a:pt x="21600" y="13500"/>
                </a:lnTo>
                <a:lnTo>
                  <a:pt x="21388" y="14094"/>
                </a:lnTo>
                <a:lnTo>
                  <a:pt x="21177" y="14691"/>
                </a:lnTo>
                <a:lnTo>
                  <a:pt x="20884" y="15514"/>
                </a:lnTo>
                <a:lnTo>
                  <a:pt x="20429" y="16791"/>
                </a:lnTo>
                <a:lnTo>
                  <a:pt x="19735" y="18743"/>
                </a:lnTo>
                <a:lnTo>
                  <a:pt x="18720" y="21600"/>
                </a:lnTo>
                <a:lnTo>
                  <a:pt x="18720" y="19815"/>
                </a:lnTo>
                <a:lnTo>
                  <a:pt x="18720" y="18020"/>
                </a:lnTo>
                <a:lnTo>
                  <a:pt x="18720" y="16200"/>
                </a:lnTo>
                <a:lnTo>
                  <a:pt x="18331" y="16192"/>
                </a:lnTo>
                <a:lnTo>
                  <a:pt x="17156" y="16168"/>
                </a:lnTo>
                <a:lnTo>
                  <a:pt x="16157" y="16124"/>
                </a:lnTo>
                <a:lnTo>
                  <a:pt x="15159" y="16068"/>
                </a:lnTo>
                <a:lnTo>
                  <a:pt x="14161" y="16006"/>
                </a:lnTo>
                <a:lnTo>
                  <a:pt x="13163" y="15933"/>
                </a:lnTo>
                <a:lnTo>
                  <a:pt x="12165" y="15857"/>
                </a:lnTo>
                <a:lnTo>
                  <a:pt x="11167" y="15776"/>
                </a:lnTo>
                <a:lnTo>
                  <a:pt x="10169" y="15692"/>
                </a:lnTo>
                <a:lnTo>
                  <a:pt x="9357" y="15679"/>
                </a:lnTo>
                <a:lnTo>
                  <a:pt x="8539" y="15663"/>
                </a:lnTo>
                <a:lnTo>
                  <a:pt x="7710" y="15646"/>
                </a:lnTo>
                <a:lnTo>
                  <a:pt x="6748" y="15541"/>
                </a:lnTo>
                <a:lnTo>
                  <a:pt x="5831" y="15412"/>
                </a:lnTo>
                <a:lnTo>
                  <a:pt x="4945" y="15231"/>
                </a:lnTo>
                <a:lnTo>
                  <a:pt x="4078" y="14977"/>
                </a:lnTo>
                <a:lnTo>
                  <a:pt x="3214" y="14618"/>
                </a:lnTo>
                <a:lnTo>
                  <a:pt x="2339" y="14135"/>
                </a:lnTo>
                <a:lnTo>
                  <a:pt x="1440" y="13500"/>
                </a:lnTo>
                <a:lnTo>
                  <a:pt x="1028" y="11850"/>
                </a:lnTo>
                <a:lnTo>
                  <a:pt x="701" y="10217"/>
                </a:lnTo>
                <a:lnTo>
                  <a:pt x="452" y="8583"/>
                </a:lnTo>
                <a:lnTo>
                  <a:pt x="268" y="6942"/>
                </a:lnTo>
                <a:lnTo>
                  <a:pt x="140" y="5276"/>
                </a:lnTo>
                <a:lnTo>
                  <a:pt x="59" y="3572"/>
                </a:lnTo>
                <a:lnTo>
                  <a:pt x="16" y="1817"/>
                </a:lnTo>
                <a:lnTo>
                  <a:pt x="0" y="0"/>
                </a:lnTo>
                <a:close/>
              </a:path>
            </a:pathLst>
          </a:custGeom>
          <a:solidFill>
            <a:srgbClr val="665D4C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7" name="contour_07635"/>
          <p:cNvSpPr/>
          <p:nvPr/>
        </p:nvSpPr>
        <p:spPr>
          <a:xfrm>
            <a:off x="4541771" y="1697876"/>
            <a:ext cx="45462" cy="65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92" y="0"/>
                </a:moveTo>
                <a:lnTo>
                  <a:pt x="13207" y="342"/>
                </a:lnTo>
                <a:lnTo>
                  <a:pt x="14699" y="641"/>
                </a:lnTo>
                <a:lnTo>
                  <a:pt x="16268" y="1016"/>
                </a:lnTo>
                <a:lnTo>
                  <a:pt x="18404" y="1586"/>
                </a:lnTo>
                <a:lnTo>
                  <a:pt x="21600" y="2466"/>
                </a:lnTo>
                <a:lnTo>
                  <a:pt x="21316" y="4044"/>
                </a:lnTo>
                <a:lnTo>
                  <a:pt x="21029" y="5623"/>
                </a:lnTo>
                <a:lnTo>
                  <a:pt x="20745" y="7204"/>
                </a:lnTo>
                <a:lnTo>
                  <a:pt x="20457" y="8787"/>
                </a:lnTo>
                <a:lnTo>
                  <a:pt x="20170" y="10373"/>
                </a:lnTo>
                <a:lnTo>
                  <a:pt x="19883" y="11961"/>
                </a:lnTo>
                <a:lnTo>
                  <a:pt x="19595" y="13554"/>
                </a:lnTo>
                <a:lnTo>
                  <a:pt x="19304" y="15149"/>
                </a:lnTo>
                <a:lnTo>
                  <a:pt x="19017" y="16754"/>
                </a:lnTo>
                <a:lnTo>
                  <a:pt x="18726" y="18362"/>
                </a:lnTo>
                <a:lnTo>
                  <a:pt x="18432" y="19976"/>
                </a:lnTo>
                <a:lnTo>
                  <a:pt x="18137" y="21600"/>
                </a:lnTo>
                <a:lnTo>
                  <a:pt x="14228" y="20720"/>
                </a:lnTo>
                <a:lnTo>
                  <a:pt x="11226" y="20033"/>
                </a:lnTo>
                <a:lnTo>
                  <a:pt x="8920" y="19483"/>
                </a:lnTo>
                <a:lnTo>
                  <a:pt x="7116" y="19015"/>
                </a:lnTo>
                <a:lnTo>
                  <a:pt x="5606" y="18567"/>
                </a:lnTo>
                <a:lnTo>
                  <a:pt x="4190" y="18091"/>
                </a:lnTo>
                <a:lnTo>
                  <a:pt x="2666" y="17524"/>
                </a:lnTo>
                <a:lnTo>
                  <a:pt x="824" y="16816"/>
                </a:lnTo>
                <a:lnTo>
                  <a:pt x="232" y="15137"/>
                </a:lnTo>
                <a:lnTo>
                  <a:pt x="0" y="13535"/>
                </a:lnTo>
                <a:lnTo>
                  <a:pt x="87" y="11983"/>
                </a:lnTo>
                <a:lnTo>
                  <a:pt x="433" y="10462"/>
                </a:lnTo>
                <a:lnTo>
                  <a:pt x="994" y="8950"/>
                </a:lnTo>
                <a:lnTo>
                  <a:pt x="1711" y="7429"/>
                </a:lnTo>
                <a:lnTo>
                  <a:pt x="2538" y="5872"/>
                </a:lnTo>
                <a:lnTo>
                  <a:pt x="3421" y="4260"/>
                </a:lnTo>
                <a:lnTo>
                  <a:pt x="4997" y="2229"/>
                </a:lnTo>
                <a:lnTo>
                  <a:pt x="6191" y="993"/>
                </a:lnTo>
                <a:lnTo>
                  <a:pt x="7389" y="344"/>
                </a:lnTo>
                <a:lnTo>
                  <a:pt x="8965" y="81"/>
                </a:lnTo>
                <a:lnTo>
                  <a:pt x="11292" y="0"/>
                </a:lnTo>
                <a:close/>
              </a:path>
            </a:pathLst>
          </a:custGeom>
          <a:solidFill>
            <a:srgbClr val="E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8" name="contour_07636"/>
          <p:cNvSpPr/>
          <p:nvPr/>
        </p:nvSpPr>
        <p:spPr>
          <a:xfrm>
            <a:off x="1504413" y="1668950"/>
            <a:ext cx="58304" cy="67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5" y="0"/>
                </a:lnTo>
                <a:lnTo>
                  <a:pt x="8980" y="0"/>
                </a:lnTo>
                <a:lnTo>
                  <a:pt x="10800" y="0"/>
                </a:lnTo>
                <a:lnTo>
                  <a:pt x="10611" y="1188"/>
                </a:lnTo>
                <a:lnTo>
                  <a:pt x="10419" y="2393"/>
                </a:lnTo>
                <a:lnTo>
                  <a:pt x="10284" y="4007"/>
                </a:lnTo>
                <a:lnTo>
                  <a:pt x="10201" y="5556"/>
                </a:lnTo>
                <a:lnTo>
                  <a:pt x="10193" y="7067"/>
                </a:lnTo>
                <a:lnTo>
                  <a:pt x="10274" y="8574"/>
                </a:lnTo>
                <a:lnTo>
                  <a:pt x="10471" y="10106"/>
                </a:lnTo>
                <a:lnTo>
                  <a:pt x="10800" y="11697"/>
                </a:lnTo>
                <a:lnTo>
                  <a:pt x="12409" y="12705"/>
                </a:lnTo>
                <a:lnTo>
                  <a:pt x="13997" y="13517"/>
                </a:lnTo>
                <a:lnTo>
                  <a:pt x="15625" y="14184"/>
                </a:lnTo>
                <a:lnTo>
                  <a:pt x="17350" y="14764"/>
                </a:lnTo>
                <a:lnTo>
                  <a:pt x="19238" y="15307"/>
                </a:lnTo>
                <a:lnTo>
                  <a:pt x="20409" y="15838"/>
                </a:lnTo>
                <a:lnTo>
                  <a:pt x="21600" y="16376"/>
                </a:lnTo>
                <a:lnTo>
                  <a:pt x="21600" y="17922"/>
                </a:lnTo>
                <a:lnTo>
                  <a:pt x="21600" y="19478"/>
                </a:lnTo>
                <a:lnTo>
                  <a:pt x="21600" y="21055"/>
                </a:lnTo>
                <a:lnTo>
                  <a:pt x="19634" y="21270"/>
                </a:lnTo>
                <a:lnTo>
                  <a:pt x="17701" y="21446"/>
                </a:lnTo>
                <a:lnTo>
                  <a:pt x="15787" y="21563"/>
                </a:lnTo>
                <a:lnTo>
                  <a:pt x="13881" y="21600"/>
                </a:lnTo>
                <a:lnTo>
                  <a:pt x="11972" y="21542"/>
                </a:lnTo>
                <a:lnTo>
                  <a:pt x="10049" y="21366"/>
                </a:lnTo>
                <a:lnTo>
                  <a:pt x="8100" y="21055"/>
                </a:lnTo>
                <a:lnTo>
                  <a:pt x="7304" y="19604"/>
                </a:lnTo>
                <a:lnTo>
                  <a:pt x="6758" y="18215"/>
                </a:lnTo>
                <a:lnTo>
                  <a:pt x="6407" y="16821"/>
                </a:lnTo>
                <a:lnTo>
                  <a:pt x="6188" y="15354"/>
                </a:lnTo>
                <a:lnTo>
                  <a:pt x="6043" y="13744"/>
                </a:lnTo>
                <a:lnTo>
                  <a:pt x="5724" y="12729"/>
                </a:lnTo>
                <a:lnTo>
                  <a:pt x="5400" y="11697"/>
                </a:lnTo>
                <a:lnTo>
                  <a:pt x="3615" y="11697"/>
                </a:lnTo>
                <a:lnTo>
                  <a:pt x="1820" y="11697"/>
                </a:lnTo>
                <a:lnTo>
                  <a:pt x="0" y="11697"/>
                </a:lnTo>
                <a:lnTo>
                  <a:pt x="575" y="10230"/>
                </a:lnTo>
                <a:lnTo>
                  <a:pt x="1161" y="8766"/>
                </a:lnTo>
                <a:lnTo>
                  <a:pt x="1758" y="7306"/>
                </a:lnTo>
                <a:lnTo>
                  <a:pt x="2362" y="5849"/>
                </a:lnTo>
                <a:lnTo>
                  <a:pt x="2800" y="4761"/>
                </a:lnTo>
                <a:lnTo>
                  <a:pt x="3243" y="3668"/>
                </a:lnTo>
                <a:lnTo>
                  <a:pt x="3691" y="2559"/>
                </a:lnTo>
                <a:lnTo>
                  <a:pt x="4539" y="1289"/>
                </a:lnTo>
                <a:lnTo>
                  <a:pt x="5400" y="0"/>
                </a:lnTo>
                <a:close/>
              </a:path>
            </a:pathLst>
          </a:custGeom>
          <a:solidFill>
            <a:srgbClr val="8D8F8E"/>
          </a:solidFill>
          <a:ln>
            <a:noFill/>
          </a:ln>
        </p:spPr>
        <p:txBody>
          <a:bodyPr/>
          <a:lstStyle/>
          <a:p/>
        </p:txBody>
      </p:sp>
      <p:sp>
        <p:nvSpPr>
          <p:cNvPr id="7639" name="contour_07637"/>
          <p:cNvSpPr/>
          <p:nvPr/>
        </p:nvSpPr>
        <p:spPr>
          <a:xfrm>
            <a:off x="360198" y="1617111"/>
            <a:ext cx="51016" cy="518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3"/>
                </a:moveTo>
                <a:lnTo>
                  <a:pt x="21560" y="2387"/>
                </a:lnTo>
                <a:lnTo>
                  <a:pt x="21458" y="4358"/>
                </a:lnTo>
                <a:lnTo>
                  <a:pt x="21273" y="6271"/>
                </a:lnTo>
                <a:lnTo>
                  <a:pt x="20992" y="8141"/>
                </a:lnTo>
                <a:lnTo>
                  <a:pt x="20594" y="9985"/>
                </a:lnTo>
                <a:lnTo>
                  <a:pt x="20060" y="11822"/>
                </a:lnTo>
                <a:lnTo>
                  <a:pt x="19375" y="13662"/>
                </a:lnTo>
                <a:lnTo>
                  <a:pt x="18514" y="15527"/>
                </a:lnTo>
                <a:lnTo>
                  <a:pt x="16539" y="16541"/>
                </a:lnTo>
                <a:lnTo>
                  <a:pt x="14555" y="17440"/>
                </a:lnTo>
                <a:lnTo>
                  <a:pt x="12553" y="18238"/>
                </a:lnTo>
                <a:lnTo>
                  <a:pt x="10532" y="18946"/>
                </a:lnTo>
                <a:lnTo>
                  <a:pt x="8489" y="19581"/>
                </a:lnTo>
                <a:lnTo>
                  <a:pt x="6415" y="20151"/>
                </a:lnTo>
                <a:lnTo>
                  <a:pt x="4314" y="20668"/>
                </a:lnTo>
                <a:lnTo>
                  <a:pt x="2175" y="21148"/>
                </a:lnTo>
                <a:lnTo>
                  <a:pt x="0" y="21600"/>
                </a:lnTo>
                <a:lnTo>
                  <a:pt x="540" y="17956"/>
                </a:lnTo>
                <a:lnTo>
                  <a:pt x="994" y="15004"/>
                </a:lnTo>
                <a:lnTo>
                  <a:pt x="1398" y="12627"/>
                </a:lnTo>
                <a:lnTo>
                  <a:pt x="1780" y="10710"/>
                </a:lnTo>
                <a:lnTo>
                  <a:pt x="2182" y="9137"/>
                </a:lnTo>
                <a:lnTo>
                  <a:pt x="2632" y="7795"/>
                </a:lnTo>
                <a:lnTo>
                  <a:pt x="3163" y="6568"/>
                </a:lnTo>
                <a:lnTo>
                  <a:pt x="3811" y="5345"/>
                </a:lnTo>
                <a:lnTo>
                  <a:pt x="4610" y="4002"/>
                </a:lnTo>
                <a:lnTo>
                  <a:pt x="5591" y="2432"/>
                </a:lnTo>
                <a:lnTo>
                  <a:pt x="7597" y="1430"/>
                </a:lnTo>
                <a:lnTo>
                  <a:pt x="9523" y="732"/>
                </a:lnTo>
                <a:lnTo>
                  <a:pt x="11411" y="292"/>
                </a:lnTo>
                <a:lnTo>
                  <a:pt x="13299" y="64"/>
                </a:lnTo>
                <a:lnTo>
                  <a:pt x="15225" y="0"/>
                </a:lnTo>
                <a:lnTo>
                  <a:pt x="17224" y="58"/>
                </a:lnTo>
                <a:lnTo>
                  <a:pt x="19338" y="188"/>
                </a:lnTo>
                <a:lnTo>
                  <a:pt x="21600" y="343"/>
                </a:lnTo>
                <a:close/>
              </a:path>
            </a:pathLst>
          </a:custGeom>
          <a:solidFill>
            <a:srgbClr val="DD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0" name="contour_07638"/>
          <p:cNvSpPr/>
          <p:nvPr/>
        </p:nvSpPr>
        <p:spPr>
          <a:xfrm>
            <a:off x="4280103" y="1537766"/>
            <a:ext cx="44763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83" y="0"/>
                </a:moveTo>
                <a:lnTo>
                  <a:pt x="18259" y="1327"/>
                </a:lnTo>
                <a:lnTo>
                  <a:pt x="18238" y="2608"/>
                </a:lnTo>
                <a:lnTo>
                  <a:pt x="18041" y="3850"/>
                </a:lnTo>
                <a:lnTo>
                  <a:pt x="17682" y="5062"/>
                </a:lnTo>
                <a:lnTo>
                  <a:pt x="17179" y="6248"/>
                </a:lnTo>
                <a:lnTo>
                  <a:pt x="16550" y="7416"/>
                </a:lnTo>
                <a:lnTo>
                  <a:pt x="15811" y="8572"/>
                </a:lnTo>
                <a:lnTo>
                  <a:pt x="14978" y="9722"/>
                </a:lnTo>
                <a:lnTo>
                  <a:pt x="14067" y="10872"/>
                </a:lnTo>
                <a:lnTo>
                  <a:pt x="13100" y="12031"/>
                </a:lnTo>
                <a:lnTo>
                  <a:pt x="12087" y="13205"/>
                </a:lnTo>
                <a:lnTo>
                  <a:pt x="11050" y="14400"/>
                </a:lnTo>
                <a:lnTo>
                  <a:pt x="13139" y="14044"/>
                </a:lnTo>
                <a:lnTo>
                  <a:pt x="15235" y="13685"/>
                </a:lnTo>
                <a:lnTo>
                  <a:pt x="17338" y="13327"/>
                </a:lnTo>
                <a:lnTo>
                  <a:pt x="19458" y="12965"/>
                </a:lnTo>
                <a:lnTo>
                  <a:pt x="21600" y="12600"/>
                </a:lnTo>
                <a:lnTo>
                  <a:pt x="21600" y="13873"/>
                </a:lnTo>
                <a:lnTo>
                  <a:pt x="21600" y="15147"/>
                </a:lnTo>
                <a:lnTo>
                  <a:pt x="21600" y="16425"/>
                </a:lnTo>
                <a:lnTo>
                  <a:pt x="21600" y="17708"/>
                </a:lnTo>
                <a:lnTo>
                  <a:pt x="21600" y="18997"/>
                </a:lnTo>
                <a:lnTo>
                  <a:pt x="21600" y="20293"/>
                </a:lnTo>
                <a:lnTo>
                  <a:pt x="21600" y="21600"/>
                </a:lnTo>
                <a:lnTo>
                  <a:pt x="19075" y="21337"/>
                </a:lnTo>
                <a:lnTo>
                  <a:pt x="16655" y="21071"/>
                </a:lnTo>
                <a:lnTo>
                  <a:pt x="14320" y="20781"/>
                </a:lnTo>
                <a:lnTo>
                  <a:pt x="12045" y="20453"/>
                </a:lnTo>
                <a:lnTo>
                  <a:pt x="9812" y="20074"/>
                </a:lnTo>
                <a:lnTo>
                  <a:pt x="7596" y="19624"/>
                </a:lnTo>
                <a:lnTo>
                  <a:pt x="5377" y="19087"/>
                </a:lnTo>
                <a:lnTo>
                  <a:pt x="3137" y="18450"/>
                </a:lnTo>
                <a:lnTo>
                  <a:pt x="1931" y="17260"/>
                </a:lnTo>
                <a:lnTo>
                  <a:pt x="1059" y="16061"/>
                </a:lnTo>
                <a:lnTo>
                  <a:pt x="478" y="14850"/>
                </a:lnTo>
                <a:lnTo>
                  <a:pt x="141" y="13626"/>
                </a:lnTo>
                <a:lnTo>
                  <a:pt x="0" y="12386"/>
                </a:lnTo>
                <a:lnTo>
                  <a:pt x="14" y="11124"/>
                </a:lnTo>
                <a:lnTo>
                  <a:pt x="130" y="9842"/>
                </a:lnTo>
                <a:lnTo>
                  <a:pt x="309" y="8536"/>
                </a:lnTo>
                <a:lnTo>
                  <a:pt x="499" y="7200"/>
                </a:lnTo>
                <a:lnTo>
                  <a:pt x="2824" y="7200"/>
                </a:lnTo>
                <a:lnTo>
                  <a:pt x="5163" y="7200"/>
                </a:lnTo>
                <a:lnTo>
                  <a:pt x="7533" y="7200"/>
                </a:lnTo>
                <a:lnTo>
                  <a:pt x="7533" y="6010"/>
                </a:lnTo>
                <a:lnTo>
                  <a:pt x="7533" y="4813"/>
                </a:lnTo>
                <a:lnTo>
                  <a:pt x="7533" y="3600"/>
                </a:lnTo>
                <a:lnTo>
                  <a:pt x="9780" y="2740"/>
                </a:lnTo>
                <a:lnTo>
                  <a:pt x="11440" y="2117"/>
                </a:lnTo>
                <a:lnTo>
                  <a:pt x="12808" y="1631"/>
                </a:lnTo>
                <a:lnTo>
                  <a:pt x="14176" y="1183"/>
                </a:lnTo>
                <a:lnTo>
                  <a:pt x="15836" y="673"/>
                </a:lnTo>
                <a:lnTo>
                  <a:pt x="18083" y="0"/>
                </a:lnTo>
                <a:close/>
              </a:path>
            </a:pathLst>
          </a:custGeom>
          <a:solidFill>
            <a:srgbClr val="D4E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1" name="contour_07639"/>
          <p:cNvSpPr/>
          <p:nvPr/>
        </p:nvSpPr>
        <p:spPr>
          <a:xfrm>
            <a:off x="1832373" y="1603358"/>
            <a:ext cx="51016" cy="45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0"/>
                </a:lnTo>
                <a:lnTo>
                  <a:pt x="13333" y="0"/>
                </a:lnTo>
                <a:lnTo>
                  <a:pt x="15382" y="0"/>
                </a:lnTo>
                <a:lnTo>
                  <a:pt x="17440" y="0"/>
                </a:lnTo>
                <a:lnTo>
                  <a:pt x="19511" y="0"/>
                </a:lnTo>
                <a:lnTo>
                  <a:pt x="21600" y="0"/>
                </a:lnTo>
                <a:lnTo>
                  <a:pt x="21600" y="2277"/>
                </a:lnTo>
                <a:lnTo>
                  <a:pt x="21600" y="4557"/>
                </a:lnTo>
                <a:lnTo>
                  <a:pt x="21600" y="6838"/>
                </a:lnTo>
                <a:lnTo>
                  <a:pt x="21600" y="9125"/>
                </a:lnTo>
                <a:lnTo>
                  <a:pt x="21600" y="11419"/>
                </a:lnTo>
                <a:lnTo>
                  <a:pt x="21600" y="13724"/>
                </a:lnTo>
                <a:lnTo>
                  <a:pt x="21600" y="16035"/>
                </a:lnTo>
                <a:lnTo>
                  <a:pt x="21600" y="18361"/>
                </a:lnTo>
                <a:lnTo>
                  <a:pt x="21600" y="20700"/>
                </a:lnTo>
                <a:lnTo>
                  <a:pt x="17789" y="21058"/>
                </a:lnTo>
                <a:lnTo>
                  <a:pt x="14771" y="21331"/>
                </a:lnTo>
                <a:lnTo>
                  <a:pt x="12398" y="21510"/>
                </a:lnTo>
                <a:lnTo>
                  <a:pt x="10513" y="21600"/>
                </a:lnTo>
                <a:lnTo>
                  <a:pt x="8964" y="21600"/>
                </a:lnTo>
                <a:lnTo>
                  <a:pt x="7597" y="21510"/>
                </a:lnTo>
                <a:lnTo>
                  <a:pt x="6264" y="21331"/>
                </a:lnTo>
                <a:lnTo>
                  <a:pt x="4811" y="21058"/>
                </a:lnTo>
                <a:lnTo>
                  <a:pt x="3086" y="20700"/>
                </a:lnTo>
                <a:lnTo>
                  <a:pt x="1910" y="18523"/>
                </a:lnTo>
                <a:lnTo>
                  <a:pt x="1080" y="16346"/>
                </a:lnTo>
                <a:lnTo>
                  <a:pt x="534" y="14131"/>
                </a:lnTo>
                <a:lnTo>
                  <a:pt x="213" y="11844"/>
                </a:lnTo>
                <a:lnTo>
                  <a:pt x="52" y="9446"/>
                </a:lnTo>
                <a:lnTo>
                  <a:pt x="0" y="6900"/>
                </a:lnTo>
                <a:lnTo>
                  <a:pt x="1833" y="6900"/>
                </a:lnTo>
                <a:lnTo>
                  <a:pt x="3672" y="6900"/>
                </a:lnTo>
                <a:lnTo>
                  <a:pt x="5517" y="6900"/>
                </a:lnTo>
                <a:lnTo>
                  <a:pt x="7378" y="6900"/>
                </a:lnTo>
                <a:lnTo>
                  <a:pt x="9257" y="6900"/>
                </a:lnTo>
                <a:lnTo>
                  <a:pt x="9257" y="4619"/>
                </a:lnTo>
                <a:lnTo>
                  <a:pt x="9257" y="2325"/>
                </a:lnTo>
                <a:lnTo>
                  <a:pt x="9257" y="0"/>
                </a:lnTo>
                <a:close/>
              </a:path>
            </a:pathLst>
          </a:custGeom>
          <a:solidFill>
            <a:srgbClr val="3F403F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2" name="contour_07640"/>
          <p:cNvSpPr/>
          <p:nvPr/>
        </p:nvSpPr>
        <p:spPr>
          <a:xfrm>
            <a:off x="3865722" y="1574206"/>
            <a:ext cx="5172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18" y="0"/>
                </a:moveTo>
                <a:lnTo>
                  <a:pt x="16758" y="1541"/>
                </a:lnTo>
                <a:lnTo>
                  <a:pt x="18045" y="3041"/>
                </a:lnTo>
                <a:lnTo>
                  <a:pt x="19095" y="4514"/>
                </a:lnTo>
                <a:lnTo>
                  <a:pt x="19932" y="5978"/>
                </a:lnTo>
                <a:lnTo>
                  <a:pt x="20574" y="7450"/>
                </a:lnTo>
                <a:lnTo>
                  <a:pt x="21043" y="8940"/>
                </a:lnTo>
                <a:lnTo>
                  <a:pt x="21357" y="10466"/>
                </a:lnTo>
                <a:lnTo>
                  <a:pt x="21536" y="12046"/>
                </a:lnTo>
                <a:lnTo>
                  <a:pt x="21600" y="13694"/>
                </a:lnTo>
                <a:lnTo>
                  <a:pt x="21570" y="15425"/>
                </a:lnTo>
                <a:lnTo>
                  <a:pt x="21466" y="17256"/>
                </a:lnTo>
                <a:lnTo>
                  <a:pt x="21305" y="19200"/>
                </a:lnTo>
                <a:lnTo>
                  <a:pt x="20036" y="18857"/>
                </a:lnTo>
                <a:lnTo>
                  <a:pt x="18748" y="18506"/>
                </a:lnTo>
                <a:lnTo>
                  <a:pt x="17089" y="18106"/>
                </a:lnTo>
                <a:lnTo>
                  <a:pt x="15406" y="17700"/>
                </a:lnTo>
                <a:lnTo>
                  <a:pt x="14585" y="17489"/>
                </a:lnTo>
                <a:lnTo>
                  <a:pt x="12092" y="16855"/>
                </a:lnTo>
                <a:lnTo>
                  <a:pt x="10622" y="16829"/>
                </a:lnTo>
                <a:lnTo>
                  <a:pt x="9131" y="16800"/>
                </a:lnTo>
                <a:lnTo>
                  <a:pt x="8376" y="17988"/>
                </a:lnTo>
                <a:lnTo>
                  <a:pt x="7621" y="19183"/>
                </a:lnTo>
                <a:lnTo>
                  <a:pt x="6857" y="20383"/>
                </a:lnTo>
                <a:lnTo>
                  <a:pt x="6087" y="21600"/>
                </a:lnTo>
                <a:lnTo>
                  <a:pt x="5332" y="20114"/>
                </a:lnTo>
                <a:lnTo>
                  <a:pt x="4581" y="18629"/>
                </a:lnTo>
                <a:lnTo>
                  <a:pt x="3823" y="17138"/>
                </a:lnTo>
                <a:lnTo>
                  <a:pt x="3068" y="15646"/>
                </a:lnTo>
                <a:lnTo>
                  <a:pt x="2307" y="14146"/>
                </a:lnTo>
                <a:lnTo>
                  <a:pt x="1543" y="12638"/>
                </a:lnTo>
                <a:lnTo>
                  <a:pt x="773" y="11124"/>
                </a:lnTo>
                <a:lnTo>
                  <a:pt x="0" y="9600"/>
                </a:lnTo>
                <a:lnTo>
                  <a:pt x="1841" y="8945"/>
                </a:lnTo>
                <a:lnTo>
                  <a:pt x="3686" y="8287"/>
                </a:lnTo>
                <a:lnTo>
                  <a:pt x="5527" y="7632"/>
                </a:lnTo>
                <a:lnTo>
                  <a:pt x="7371" y="6974"/>
                </a:lnTo>
                <a:lnTo>
                  <a:pt x="9213" y="6319"/>
                </a:lnTo>
                <a:lnTo>
                  <a:pt x="11027" y="5266"/>
                </a:lnTo>
                <a:lnTo>
                  <a:pt x="12390" y="4188"/>
                </a:lnTo>
                <a:lnTo>
                  <a:pt x="13449" y="3005"/>
                </a:lnTo>
                <a:lnTo>
                  <a:pt x="14344" y="1637"/>
                </a:lnTo>
                <a:lnTo>
                  <a:pt x="15218" y="0"/>
                </a:lnTo>
                <a:close/>
              </a:path>
            </a:pathLst>
          </a:custGeom>
          <a:solidFill>
            <a:srgbClr val="D7DCE1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3" name="contour_07641"/>
          <p:cNvSpPr/>
          <p:nvPr/>
        </p:nvSpPr>
        <p:spPr>
          <a:xfrm>
            <a:off x="1045269" y="1545054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272" y="2078"/>
                </a:lnTo>
                <a:lnTo>
                  <a:pt x="10731" y="4186"/>
                </a:lnTo>
                <a:lnTo>
                  <a:pt x="11252" y="6394"/>
                </a:lnTo>
                <a:lnTo>
                  <a:pt x="11782" y="8640"/>
                </a:lnTo>
                <a:lnTo>
                  <a:pt x="13066" y="9374"/>
                </a:lnTo>
                <a:lnTo>
                  <a:pt x="14344" y="9958"/>
                </a:lnTo>
                <a:lnTo>
                  <a:pt x="15619" y="10424"/>
                </a:lnTo>
                <a:lnTo>
                  <a:pt x="16903" y="10809"/>
                </a:lnTo>
                <a:lnTo>
                  <a:pt x="18201" y="11146"/>
                </a:lnTo>
                <a:lnTo>
                  <a:pt x="19521" y="11474"/>
                </a:lnTo>
                <a:lnTo>
                  <a:pt x="20553" y="12213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652" y="15889"/>
                </a:lnTo>
                <a:lnTo>
                  <a:pt x="1164" y="11560"/>
                </a:lnTo>
                <a:lnTo>
                  <a:pt x="1581" y="8368"/>
                </a:lnTo>
                <a:lnTo>
                  <a:pt x="1948" y="6074"/>
                </a:lnTo>
                <a:lnTo>
                  <a:pt x="2309" y="4441"/>
                </a:lnTo>
                <a:lnTo>
                  <a:pt x="2710" y="3223"/>
                </a:lnTo>
                <a:lnTo>
                  <a:pt x="3193" y="2182"/>
                </a:lnTo>
                <a:lnTo>
                  <a:pt x="3806" y="1080"/>
                </a:lnTo>
                <a:lnTo>
                  <a:pt x="4854" y="553"/>
                </a:lnTo>
                <a:lnTo>
                  <a:pt x="5693" y="233"/>
                </a:lnTo>
                <a:lnTo>
                  <a:pt x="6606" y="69"/>
                </a:lnTo>
                <a:lnTo>
                  <a:pt x="7886" y="9"/>
                </a:lnTo>
                <a:lnTo>
                  <a:pt x="9818" y="0"/>
                </a:lnTo>
                <a:close/>
              </a:path>
            </a:pathLst>
          </a:custGeom>
          <a:solidFill>
            <a:srgbClr val="5F605F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4" name="contour_07642"/>
          <p:cNvSpPr/>
          <p:nvPr/>
        </p:nvSpPr>
        <p:spPr>
          <a:xfrm>
            <a:off x="8019877" y="1537052"/>
            <a:ext cx="72880" cy="463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62" y="0"/>
                </a:moveTo>
                <a:lnTo>
                  <a:pt x="16368" y="68"/>
                </a:lnTo>
                <a:lnTo>
                  <a:pt x="17675" y="136"/>
                </a:lnTo>
                <a:lnTo>
                  <a:pt x="18984" y="200"/>
                </a:lnTo>
                <a:lnTo>
                  <a:pt x="20291" y="268"/>
                </a:lnTo>
                <a:lnTo>
                  <a:pt x="21600" y="333"/>
                </a:lnTo>
                <a:lnTo>
                  <a:pt x="21084" y="4362"/>
                </a:lnTo>
                <a:lnTo>
                  <a:pt x="20641" y="7618"/>
                </a:lnTo>
                <a:lnTo>
                  <a:pt x="20235" y="10231"/>
                </a:lnTo>
                <a:lnTo>
                  <a:pt x="19824" y="12319"/>
                </a:lnTo>
                <a:lnTo>
                  <a:pt x="19373" y="14010"/>
                </a:lnTo>
                <a:lnTo>
                  <a:pt x="18840" y="15415"/>
                </a:lnTo>
                <a:lnTo>
                  <a:pt x="18187" y="16668"/>
                </a:lnTo>
                <a:lnTo>
                  <a:pt x="17375" y="17883"/>
                </a:lnTo>
                <a:lnTo>
                  <a:pt x="16366" y="19190"/>
                </a:lnTo>
                <a:lnTo>
                  <a:pt x="15120" y="20700"/>
                </a:lnTo>
                <a:lnTo>
                  <a:pt x="13541" y="21142"/>
                </a:lnTo>
                <a:lnTo>
                  <a:pt x="12407" y="21403"/>
                </a:lnTo>
                <a:lnTo>
                  <a:pt x="11400" y="21532"/>
                </a:lnTo>
                <a:lnTo>
                  <a:pt x="10206" y="21569"/>
                </a:lnTo>
                <a:lnTo>
                  <a:pt x="8506" y="21549"/>
                </a:lnTo>
                <a:lnTo>
                  <a:pt x="7366" y="21566"/>
                </a:lnTo>
                <a:lnTo>
                  <a:pt x="6216" y="21583"/>
                </a:lnTo>
                <a:lnTo>
                  <a:pt x="5054" y="21600"/>
                </a:lnTo>
                <a:lnTo>
                  <a:pt x="3357" y="21026"/>
                </a:lnTo>
                <a:lnTo>
                  <a:pt x="2337" y="20381"/>
                </a:lnTo>
                <a:lnTo>
                  <a:pt x="1581" y="19261"/>
                </a:lnTo>
                <a:lnTo>
                  <a:pt x="685" y="17251"/>
                </a:lnTo>
                <a:lnTo>
                  <a:pt x="343" y="15595"/>
                </a:lnTo>
                <a:lnTo>
                  <a:pt x="0" y="13911"/>
                </a:lnTo>
                <a:lnTo>
                  <a:pt x="1134" y="12866"/>
                </a:lnTo>
                <a:lnTo>
                  <a:pt x="2287" y="11803"/>
                </a:lnTo>
                <a:lnTo>
                  <a:pt x="3270" y="10887"/>
                </a:lnTo>
                <a:lnTo>
                  <a:pt x="4262" y="9967"/>
                </a:lnTo>
                <a:lnTo>
                  <a:pt x="5266" y="9030"/>
                </a:lnTo>
                <a:lnTo>
                  <a:pt x="6242" y="8123"/>
                </a:lnTo>
                <a:lnTo>
                  <a:pt x="7230" y="7210"/>
                </a:lnTo>
                <a:lnTo>
                  <a:pt x="8227" y="6287"/>
                </a:lnTo>
                <a:lnTo>
                  <a:pt x="10852" y="3680"/>
                </a:lnTo>
                <a:lnTo>
                  <a:pt x="12630" y="1928"/>
                </a:lnTo>
                <a:lnTo>
                  <a:pt x="13748" y="859"/>
                </a:lnTo>
                <a:lnTo>
                  <a:pt x="14401" y="299"/>
                </a:lnTo>
                <a:lnTo>
                  <a:pt x="14774" y="71"/>
                </a:lnTo>
                <a:lnTo>
                  <a:pt x="15062" y="0"/>
                </a:lnTo>
                <a:close/>
              </a:path>
            </a:pathLst>
          </a:custGeom>
          <a:solidFill>
            <a:srgbClr val="595075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5" name="contour_07643"/>
          <p:cNvSpPr/>
          <p:nvPr/>
        </p:nvSpPr>
        <p:spPr>
          <a:xfrm>
            <a:off x="7997292" y="1508614"/>
            <a:ext cx="9546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" y="0"/>
                </a:moveTo>
                <a:lnTo>
                  <a:pt x="1253" y="0"/>
                </a:lnTo>
                <a:lnTo>
                  <a:pt x="2350" y="0"/>
                </a:lnTo>
                <a:lnTo>
                  <a:pt x="3461" y="0"/>
                </a:lnTo>
                <a:lnTo>
                  <a:pt x="3461" y="1584"/>
                </a:lnTo>
                <a:lnTo>
                  <a:pt x="3461" y="3170"/>
                </a:lnTo>
                <a:lnTo>
                  <a:pt x="3461" y="4757"/>
                </a:lnTo>
                <a:lnTo>
                  <a:pt x="3461" y="6348"/>
                </a:lnTo>
                <a:lnTo>
                  <a:pt x="3461" y="7944"/>
                </a:lnTo>
                <a:lnTo>
                  <a:pt x="3461" y="9547"/>
                </a:lnTo>
                <a:lnTo>
                  <a:pt x="3461" y="11155"/>
                </a:lnTo>
                <a:lnTo>
                  <a:pt x="3461" y="12773"/>
                </a:lnTo>
                <a:lnTo>
                  <a:pt x="3461" y="14400"/>
                </a:lnTo>
                <a:lnTo>
                  <a:pt x="3897" y="14155"/>
                </a:lnTo>
                <a:lnTo>
                  <a:pt x="4460" y="13841"/>
                </a:lnTo>
                <a:lnTo>
                  <a:pt x="5531" y="13241"/>
                </a:lnTo>
                <a:lnTo>
                  <a:pt x="7481" y="12149"/>
                </a:lnTo>
                <a:lnTo>
                  <a:pt x="8228" y="11731"/>
                </a:lnTo>
                <a:lnTo>
                  <a:pt x="8979" y="11311"/>
                </a:lnTo>
                <a:lnTo>
                  <a:pt x="9742" y="10884"/>
                </a:lnTo>
                <a:lnTo>
                  <a:pt x="10903" y="10104"/>
                </a:lnTo>
                <a:lnTo>
                  <a:pt x="11667" y="9461"/>
                </a:lnTo>
                <a:lnTo>
                  <a:pt x="12371" y="8606"/>
                </a:lnTo>
                <a:lnTo>
                  <a:pt x="13355" y="7200"/>
                </a:lnTo>
                <a:lnTo>
                  <a:pt x="14526" y="7066"/>
                </a:lnTo>
                <a:lnTo>
                  <a:pt x="15357" y="7006"/>
                </a:lnTo>
                <a:lnTo>
                  <a:pt x="16242" y="7006"/>
                </a:lnTo>
                <a:lnTo>
                  <a:pt x="17580" y="7051"/>
                </a:lnTo>
                <a:lnTo>
                  <a:pt x="18709" y="7085"/>
                </a:lnTo>
                <a:lnTo>
                  <a:pt x="19854" y="7116"/>
                </a:lnTo>
                <a:lnTo>
                  <a:pt x="20721" y="7157"/>
                </a:lnTo>
                <a:lnTo>
                  <a:pt x="21600" y="7200"/>
                </a:lnTo>
                <a:lnTo>
                  <a:pt x="20817" y="8455"/>
                </a:lnTo>
                <a:lnTo>
                  <a:pt x="20015" y="9593"/>
                </a:lnTo>
                <a:lnTo>
                  <a:pt x="19196" y="10625"/>
                </a:lnTo>
                <a:lnTo>
                  <a:pt x="18353" y="11570"/>
                </a:lnTo>
                <a:lnTo>
                  <a:pt x="17489" y="12437"/>
                </a:lnTo>
                <a:lnTo>
                  <a:pt x="16600" y="13241"/>
                </a:lnTo>
                <a:lnTo>
                  <a:pt x="15683" y="13997"/>
                </a:lnTo>
                <a:lnTo>
                  <a:pt x="14737" y="14717"/>
                </a:lnTo>
                <a:lnTo>
                  <a:pt x="13761" y="15415"/>
                </a:lnTo>
                <a:lnTo>
                  <a:pt x="12750" y="16104"/>
                </a:lnTo>
                <a:lnTo>
                  <a:pt x="11706" y="16800"/>
                </a:lnTo>
                <a:lnTo>
                  <a:pt x="10997" y="17335"/>
                </a:lnTo>
                <a:lnTo>
                  <a:pt x="10283" y="17875"/>
                </a:lnTo>
                <a:lnTo>
                  <a:pt x="9561" y="18422"/>
                </a:lnTo>
                <a:lnTo>
                  <a:pt x="8550" y="19116"/>
                </a:lnTo>
                <a:lnTo>
                  <a:pt x="7564" y="19754"/>
                </a:lnTo>
                <a:lnTo>
                  <a:pt x="6583" y="20330"/>
                </a:lnTo>
                <a:lnTo>
                  <a:pt x="5583" y="20834"/>
                </a:lnTo>
                <a:lnTo>
                  <a:pt x="4551" y="21259"/>
                </a:lnTo>
                <a:lnTo>
                  <a:pt x="3461" y="21600"/>
                </a:lnTo>
                <a:lnTo>
                  <a:pt x="2447" y="20441"/>
                </a:lnTo>
                <a:lnTo>
                  <a:pt x="1707" y="19464"/>
                </a:lnTo>
                <a:lnTo>
                  <a:pt x="1176" y="18526"/>
                </a:lnTo>
                <a:lnTo>
                  <a:pt x="787" y="17467"/>
                </a:lnTo>
                <a:lnTo>
                  <a:pt x="472" y="16142"/>
                </a:lnTo>
                <a:lnTo>
                  <a:pt x="163" y="14400"/>
                </a:lnTo>
                <a:lnTo>
                  <a:pt x="92" y="12792"/>
                </a:lnTo>
                <a:lnTo>
                  <a:pt x="43" y="11191"/>
                </a:lnTo>
                <a:lnTo>
                  <a:pt x="12" y="9593"/>
                </a:lnTo>
                <a:lnTo>
                  <a:pt x="0" y="7999"/>
                </a:lnTo>
                <a:lnTo>
                  <a:pt x="3" y="6403"/>
                </a:lnTo>
                <a:lnTo>
                  <a:pt x="23" y="4807"/>
                </a:lnTo>
                <a:lnTo>
                  <a:pt x="58" y="3209"/>
                </a:lnTo>
                <a:lnTo>
                  <a:pt x="104" y="1608"/>
                </a:lnTo>
                <a:lnTo>
                  <a:pt x="163" y="0"/>
                </a:lnTo>
                <a:close/>
              </a:path>
            </a:pathLst>
          </a:custGeom>
          <a:solidFill>
            <a:srgbClr val="6B6089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6" name="contour_07644"/>
          <p:cNvSpPr/>
          <p:nvPr/>
        </p:nvSpPr>
        <p:spPr>
          <a:xfrm>
            <a:off x="10271867" y="1494038"/>
            <a:ext cx="12392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3" y="60"/>
                </a:lnTo>
                <a:lnTo>
                  <a:pt x="1724" y="130"/>
                </a:lnTo>
                <a:lnTo>
                  <a:pt x="2585" y="203"/>
                </a:lnTo>
                <a:lnTo>
                  <a:pt x="3446" y="281"/>
                </a:lnTo>
                <a:lnTo>
                  <a:pt x="4308" y="367"/>
                </a:lnTo>
                <a:lnTo>
                  <a:pt x="5169" y="462"/>
                </a:lnTo>
                <a:lnTo>
                  <a:pt x="6030" y="562"/>
                </a:lnTo>
                <a:lnTo>
                  <a:pt x="6891" y="665"/>
                </a:lnTo>
                <a:lnTo>
                  <a:pt x="7753" y="782"/>
                </a:lnTo>
                <a:lnTo>
                  <a:pt x="8614" y="899"/>
                </a:lnTo>
                <a:lnTo>
                  <a:pt x="9347" y="985"/>
                </a:lnTo>
                <a:lnTo>
                  <a:pt x="10080" y="1058"/>
                </a:lnTo>
                <a:lnTo>
                  <a:pt x="10813" y="1119"/>
                </a:lnTo>
                <a:lnTo>
                  <a:pt x="11546" y="1171"/>
                </a:lnTo>
                <a:lnTo>
                  <a:pt x="12442" y="1236"/>
                </a:lnTo>
                <a:lnTo>
                  <a:pt x="13333" y="1322"/>
                </a:lnTo>
                <a:lnTo>
                  <a:pt x="14216" y="1439"/>
                </a:lnTo>
                <a:lnTo>
                  <a:pt x="15095" y="1603"/>
                </a:lnTo>
                <a:lnTo>
                  <a:pt x="15970" y="1827"/>
                </a:lnTo>
                <a:lnTo>
                  <a:pt x="16841" y="2121"/>
                </a:lnTo>
                <a:lnTo>
                  <a:pt x="17713" y="2506"/>
                </a:lnTo>
                <a:lnTo>
                  <a:pt x="18582" y="2994"/>
                </a:lnTo>
                <a:lnTo>
                  <a:pt x="19453" y="3594"/>
                </a:lnTo>
                <a:lnTo>
                  <a:pt x="20325" y="4320"/>
                </a:lnTo>
                <a:lnTo>
                  <a:pt x="20905" y="7180"/>
                </a:lnTo>
                <a:lnTo>
                  <a:pt x="21277" y="9755"/>
                </a:lnTo>
                <a:lnTo>
                  <a:pt x="21487" y="12264"/>
                </a:lnTo>
                <a:lnTo>
                  <a:pt x="21580" y="14930"/>
                </a:lnTo>
                <a:lnTo>
                  <a:pt x="21600" y="17967"/>
                </a:lnTo>
                <a:lnTo>
                  <a:pt x="21595" y="21600"/>
                </a:lnTo>
                <a:lnTo>
                  <a:pt x="21361" y="21129"/>
                </a:lnTo>
                <a:lnTo>
                  <a:pt x="20652" y="19708"/>
                </a:lnTo>
                <a:lnTo>
                  <a:pt x="19804" y="18360"/>
                </a:lnTo>
                <a:lnTo>
                  <a:pt x="18963" y="17189"/>
                </a:lnTo>
                <a:lnTo>
                  <a:pt x="18126" y="16178"/>
                </a:lnTo>
                <a:lnTo>
                  <a:pt x="17292" y="15319"/>
                </a:lnTo>
                <a:lnTo>
                  <a:pt x="16460" y="14606"/>
                </a:lnTo>
                <a:lnTo>
                  <a:pt x="15630" y="14018"/>
                </a:lnTo>
                <a:lnTo>
                  <a:pt x="14796" y="13552"/>
                </a:lnTo>
                <a:lnTo>
                  <a:pt x="13960" y="13193"/>
                </a:lnTo>
                <a:lnTo>
                  <a:pt x="13120" y="12934"/>
                </a:lnTo>
                <a:lnTo>
                  <a:pt x="12272" y="12761"/>
                </a:lnTo>
                <a:lnTo>
                  <a:pt x="11416" y="12658"/>
                </a:lnTo>
                <a:lnTo>
                  <a:pt x="10551" y="12623"/>
                </a:lnTo>
                <a:lnTo>
                  <a:pt x="9675" y="12640"/>
                </a:lnTo>
                <a:lnTo>
                  <a:pt x="8785" y="12701"/>
                </a:lnTo>
                <a:lnTo>
                  <a:pt x="7881" y="12792"/>
                </a:lnTo>
                <a:lnTo>
                  <a:pt x="6960" y="12900"/>
                </a:lnTo>
                <a:lnTo>
                  <a:pt x="6557" y="12943"/>
                </a:lnTo>
                <a:lnTo>
                  <a:pt x="5344" y="13077"/>
                </a:lnTo>
                <a:lnTo>
                  <a:pt x="4625" y="13193"/>
                </a:lnTo>
                <a:lnTo>
                  <a:pt x="3895" y="13314"/>
                </a:lnTo>
                <a:lnTo>
                  <a:pt x="2994" y="12977"/>
                </a:lnTo>
                <a:lnTo>
                  <a:pt x="2204" y="12420"/>
                </a:lnTo>
                <a:lnTo>
                  <a:pt x="1474" y="11565"/>
                </a:lnTo>
                <a:lnTo>
                  <a:pt x="756" y="10333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D0CFD2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7" name="contour_07645"/>
          <p:cNvSpPr/>
          <p:nvPr/>
        </p:nvSpPr>
        <p:spPr>
          <a:xfrm>
            <a:off x="6813635" y="1435734"/>
            <a:ext cx="4670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76" y="0"/>
                </a:moveTo>
                <a:lnTo>
                  <a:pt x="20275" y="1415"/>
                </a:lnTo>
                <a:lnTo>
                  <a:pt x="21246" y="2373"/>
                </a:lnTo>
                <a:lnTo>
                  <a:pt x="21600" y="3106"/>
                </a:lnTo>
                <a:lnTo>
                  <a:pt x="21445" y="3845"/>
                </a:lnTo>
                <a:lnTo>
                  <a:pt x="20896" y="4821"/>
                </a:lnTo>
                <a:lnTo>
                  <a:pt x="19746" y="5491"/>
                </a:lnTo>
                <a:lnTo>
                  <a:pt x="18576" y="6171"/>
                </a:lnTo>
                <a:lnTo>
                  <a:pt x="16348" y="6171"/>
                </a:lnTo>
                <a:lnTo>
                  <a:pt x="14107" y="6171"/>
                </a:lnTo>
                <a:lnTo>
                  <a:pt x="11835" y="6171"/>
                </a:lnTo>
                <a:lnTo>
                  <a:pt x="10574" y="7180"/>
                </a:lnTo>
                <a:lnTo>
                  <a:pt x="9762" y="7919"/>
                </a:lnTo>
                <a:lnTo>
                  <a:pt x="9034" y="8748"/>
                </a:lnTo>
                <a:lnTo>
                  <a:pt x="8043" y="10029"/>
                </a:lnTo>
                <a:lnTo>
                  <a:pt x="7476" y="10746"/>
                </a:lnTo>
                <a:lnTo>
                  <a:pt x="6907" y="11467"/>
                </a:lnTo>
                <a:lnTo>
                  <a:pt x="6330" y="12198"/>
                </a:lnTo>
                <a:lnTo>
                  <a:pt x="5717" y="13036"/>
                </a:lnTo>
                <a:lnTo>
                  <a:pt x="5093" y="13886"/>
                </a:lnTo>
                <a:lnTo>
                  <a:pt x="7096" y="13886"/>
                </a:lnTo>
                <a:lnTo>
                  <a:pt x="9104" y="13886"/>
                </a:lnTo>
                <a:lnTo>
                  <a:pt x="11120" y="13886"/>
                </a:lnTo>
                <a:lnTo>
                  <a:pt x="13153" y="13886"/>
                </a:lnTo>
                <a:lnTo>
                  <a:pt x="15206" y="13886"/>
                </a:lnTo>
                <a:lnTo>
                  <a:pt x="15610" y="14941"/>
                </a:lnTo>
                <a:lnTo>
                  <a:pt x="15812" y="15709"/>
                </a:lnTo>
                <a:lnTo>
                  <a:pt x="15812" y="16413"/>
                </a:lnTo>
                <a:lnTo>
                  <a:pt x="15610" y="17274"/>
                </a:lnTo>
                <a:lnTo>
                  <a:pt x="15206" y="18514"/>
                </a:lnTo>
                <a:lnTo>
                  <a:pt x="13396" y="19057"/>
                </a:lnTo>
                <a:lnTo>
                  <a:pt x="12084" y="19417"/>
                </a:lnTo>
                <a:lnTo>
                  <a:pt x="10635" y="19749"/>
                </a:lnTo>
                <a:lnTo>
                  <a:pt x="8410" y="20215"/>
                </a:lnTo>
                <a:lnTo>
                  <a:pt x="6539" y="20611"/>
                </a:lnTo>
                <a:lnTo>
                  <a:pt x="4642" y="21014"/>
                </a:lnTo>
                <a:lnTo>
                  <a:pt x="3913" y="21159"/>
                </a:lnTo>
                <a:lnTo>
                  <a:pt x="1722" y="21600"/>
                </a:lnTo>
                <a:lnTo>
                  <a:pt x="1244" y="19357"/>
                </a:lnTo>
                <a:lnTo>
                  <a:pt x="833" y="17386"/>
                </a:lnTo>
                <a:lnTo>
                  <a:pt x="499" y="15668"/>
                </a:lnTo>
                <a:lnTo>
                  <a:pt x="246" y="14174"/>
                </a:lnTo>
                <a:lnTo>
                  <a:pt x="78" y="12883"/>
                </a:lnTo>
                <a:lnTo>
                  <a:pt x="0" y="11769"/>
                </a:lnTo>
                <a:lnTo>
                  <a:pt x="20" y="10809"/>
                </a:lnTo>
                <a:lnTo>
                  <a:pt x="145" y="9978"/>
                </a:lnTo>
                <a:lnTo>
                  <a:pt x="374" y="9251"/>
                </a:lnTo>
                <a:lnTo>
                  <a:pt x="718" y="8606"/>
                </a:lnTo>
                <a:lnTo>
                  <a:pt x="1183" y="8017"/>
                </a:lnTo>
                <a:lnTo>
                  <a:pt x="1770" y="7461"/>
                </a:lnTo>
                <a:lnTo>
                  <a:pt x="2488" y="6912"/>
                </a:lnTo>
                <a:lnTo>
                  <a:pt x="3340" y="6347"/>
                </a:lnTo>
                <a:lnTo>
                  <a:pt x="4335" y="5744"/>
                </a:lnTo>
                <a:lnTo>
                  <a:pt x="5474" y="5074"/>
                </a:lnTo>
                <a:lnTo>
                  <a:pt x="7042" y="4385"/>
                </a:lnTo>
                <a:lnTo>
                  <a:pt x="8616" y="3712"/>
                </a:lnTo>
                <a:lnTo>
                  <a:pt x="10203" y="3058"/>
                </a:lnTo>
                <a:lnTo>
                  <a:pt x="11811" y="2418"/>
                </a:lnTo>
                <a:lnTo>
                  <a:pt x="13443" y="1794"/>
                </a:lnTo>
                <a:lnTo>
                  <a:pt x="15111" y="1183"/>
                </a:lnTo>
                <a:lnTo>
                  <a:pt x="16820" y="586"/>
                </a:lnTo>
                <a:lnTo>
                  <a:pt x="18576" y="0"/>
                </a:lnTo>
                <a:close/>
              </a:path>
            </a:pathLst>
          </a:custGeom>
          <a:solidFill>
            <a:srgbClr val="CBD6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8" name="contour_07646"/>
          <p:cNvSpPr/>
          <p:nvPr/>
        </p:nvSpPr>
        <p:spPr>
          <a:xfrm>
            <a:off x="2014572" y="1443022"/>
            <a:ext cx="65592" cy="680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426" y="1047"/>
                </a:lnTo>
                <a:lnTo>
                  <a:pt x="14400" y="1877"/>
                </a:lnTo>
                <a:lnTo>
                  <a:pt x="15374" y="2927"/>
                </a:lnTo>
                <a:lnTo>
                  <a:pt x="16800" y="4623"/>
                </a:lnTo>
                <a:lnTo>
                  <a:pt x="16898" y="6322"/>
                </a:lnTo>
                <a:lnTo>
                  <a:pt x="16898" y="7559"/>
                </a:lnTo>
                <a:lnTo>
                  <a:pt x="16800" y="9390"/>
                </a:lnTo>
                <a:lnTo>
                  <a:pt x="16800" y="10869"/>
                </a:lnTo>
                <a:lnTo>
                  <a:pt x="16800" y="12360"/>
                </a:lnTo>
                <a:lnTo>
                  <a:pt x="16800" y="13870"/>
                </a:lnTo>
                <a:lnTo>
                  <a:pt x="18226" y="14882"/>
                </a:lnTo>
                <a:lnTo>
                  <a:pt x="19200" y="15460"/>
                </a:lnTo>
                <a:lnTo>
                  <a:pt x="20174" y="15821"/>
                </a:lnTo>
                <a:lnTo>
                  <a:pt x="21600" y="16182"/>
                </a:lnTo>
                <a:lnTo>
                  <a:pt x="20172" y="17284"/>
                </a:lnTo>
                <a:lnTo>
                  <a:pt x="18775" y="18246"/>
                </a:lnTo>
                <a:lnTo>
                  <a:pt x="17398" y="19069"/>
                </a:lnTo>
                <a:lnTo>
                  <a:pt x="16022" y="19762"/>
                </a:lnTo>
                <a:lnTo>
                  <a:pt x="14628" y="20336"/>
                </a:lnTo>
                <a:lnTo>
                  <a:pt x="13200" y="20791"/>
                </a:lnTo>
                <a:lnTo>
                  <a:pt x="11724" y="21138"/>
                </a:lnTo>
                <a:lnTo>
                  <a:pt x="10181" y="21385"/>
                </a:lnTo>
                <a:lnTo>
                  <a:pt x="8551" y="21535"/>
                </a:lnTo>
                <a:lnTo>
                  <a:pt x="6823" y="21600"/>
                </a:lnTo>
                <a:lnTo>
                  <a:pt x="4978" y="21582"/>
                </a:lnTo>
                <a:lnTo>
                  <a:pt x="3115" y="20957"/>
                </a:lnTo>
                <a:lnTo>
                  <a:pt x="2110" y="20218"/>
                </a:lnTo>
                <a:lnTo>
                  <a:pt x="1097" y="18729"/>
                </a:lnTo>
                <a:lnTo>
                  <a:pt x="758" y="17293"/>
                </a:lnTo>
                <a:lnTo>
                  <a:pt x="482" y="15874"/>
                </a:lnTo>
                <a:lnTo>
                  <a:pt x="264" y="14459"/>
                </a:lnTo>
                <a:lnTo>
                  <a:pt x="103" y="13026"/>
                </a:lnTo>
                <a:lnTo>
                  <a:pt x="0" y="11558"/>
                </a:lnTo>
                <a:lnTo>
                  <a:pt x="1536" y="11796"/>
                </a:lnTo>
                <a:lnTo>
                  <a:pt x="3084" y="12037"/>
                </a:lnTo>
                <a:lnTo>
                  <a:pt x="4651" y="12279"/>
                </a:lnTo>
                <a:lnTo>
                  <a:pt x="6602" y="12284"/>
                </a:lnTo>
                <a:lnTo>
                  <a:pt x="7886" y="12097"/>
                </a:lnTo>
                <a:lnTo>
                  <a:pt x="9600" y="11558"/>
                </a:lnTo>
                <a:lnTo>
                  <a:pt x="10181" y="10153"/>
                </a:lnTo>
                <a:lnTo>
                  <a:pt x="10654" y="8743"/>
                </a:lnTo>
                <a:lnTo>
                  <a:pt x="11030" y="7326"/>
                </a:lnTo>
                <a:lnTo>
                  <a:pt x="11328" y="5897"/>
                </a:lnTo>
                <a:lnTo>
                  <a:pt x="11558" y="4452"/>
                </a:lnTo>
                <a:lnTo>
                  <a:pt x="11738" y="2991"/>
                </a:lnTo>
                <a:lnTo>
                  <a:pt x="11880" y="1510"/>
                </a:lnTo>
                <a:lnTo>
                  <a:pt x="12000" y="0"/>
                </a:lnTo>
                <a:close/>
              </a:path>
            </a:pathLst>
          </a:custGeom>
          <a:solidFill>
            <a:srgbClr val="938C8E"/>
          </a:solidFill>
          <a:ln>
            <a:noFill/>
          </a:ln>
        </p:spPr>
        <p:txBody>
          <a:bodyPr/>
          <a:lstStyle/>
          <a:p/>
        </p:txBody>
      </p:sp>
      <p:sp>
        <p:nvSpPr>
          <p:cNvPr id="7649" name="contour_07647"/>
          <p:cNvSpPr/>
          <p:nvPr/>
        </p:nvSpPr>
        <p:spPr>
          <a:xfrm>
            <a:off x="10250003" y="1443022"/>
            <a:ext cx="109320" cy="24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72" y="288"/>
                </a:lnTo>
                <a:lnTo>
                  <a:pt x="1944" y="577"/>
                </a:lnTo>
                <a:lnTo>
                  <a:pt x="2916" y="865"/>
                </a:lnTo>
                <a:lnTo>
                  <a:pt x="3889" y="1153"/>
                </a:lnTo>
                <a:lnTo>
                  <a:pt x="4863" y="1441"/>
                </a:lnTo>
                <a:lnTo>
                  <a:pt x="5836" y="1730"/>
                </a:lnTo>
                <a:lnTo>
                  <a:pt x="6811" y="2018"/>
                </a:lnTo>
                <a:lnTo>
                  <a:pt x="7786" y="2306"/>
                </a:lnTo>
                <a:lnTo>
                  <a:pt x="8762" y="2601"/>
                </a:lnTo>
                <a:lnTo>
                  <a:pt x="9740" y="2889"/>
                </a:lnTo>
                <a:lnTo>
                  <a:pt x="10719" y="3177"/>
                </a:lnTo>
                <a:lnTo>
                  <a:pt x="11699" y="3472"/>
                </a:lnTo>
                <a:lnTo>
                  <a:pt x="12681" y="3760"/>
                </a:lnTo>
                <a:lnTo>
                  <a:pt x="13664" y="4055"/>
                </a:lnTo>
                <a:lnTo>
                  <a:pt x="14649" y="4343"/>
                </a:lnTo>
                <a:lnTo>
                  <a:pt x="15636" y="4638"/>
                </a:lnTo>
                <a:lnTo>
                  <a:pt x="16623" y="4932"/>
                </a:lnTo>
                <a:lnTo>
                  <a:pt x="17614" y="5221"/>
                </a:lnTo>
                <a:lnTo>
                  <a:pt x="18608" y="5515"/>
                </a:lnTo>
                <a:lnTo>
                  <a:pt x="19603" y="5816"/>
                </a:lnTo>
                <a:lnTo>
                  <a:pt x="20599" y="6111"/>
                </a:lnTo>
                <a:lnTo>
                  <a:pt x="21600" y="6406"/>
                </a:lnTo>
                <a:lnTo>
                  <a:pt x="21243" y="9577"/>
                </a:lnTo>
                <a:lnTo>
                  <a:pt x="20886" y="12767"/>
                </a:lnTo>
                <a:lnTo>
                  <a:pt x="20524" y="15969"/>
                </a:lnTo>
                <a:lnTo>
                  <a:pt x="20160" y="19217"/>
                </a:lnTo>
                <a:lnTo>
                  <a:pt x="19236" y="19979"/>
                </a:lnTo>
                <a:lnTo>
                  <a:pt x="18307" y="20549"/>
                </a:lnTo>
                <a:lnTo>
                  <a:pt x="17375" y="20947"/>
                </a:lnTo>
                <a:lnTo>
                  <a:pt x="16440" y="21196"/>
                </a:lnTo>
                <a:lnTo>
                  <a:pt x="15503" y="21337"/>
                </a:lnTo>
                <a:lnTo>
                  <a:pt x="14563" y="21382"/>
                </a:lnTo>
                <a:lnTo>
                  <a:pt x="13622" y="21369"/>
                </a:lnTo>
                <a:lnTo>
                  <a:pt x="12682" y="21318"/>
                </a:lnTo>
                <a:lnTo>
                  <a:pt x="11740" y="21254"/>
                </a:lnTo>
                <a:lnTo>
                  <a:pt x="10800" y="21216"/>
                </a:lnTo>
                <a:lnTo>
                  <a:pt x="10410" y="21267"/>
                </a:lnTo>
                <a:lnTo>
                  <a:pt x="9723" y="21350"/>
                </a:lnTo>
                <a:lnTo>
                  <a:pt x="8150" y="21530"/>
                </a:lnTo>
                <a:lnTo>
                  <a:pt x="7317" y="21536"/>
                </a:lnTo>
                <a:lnTo>
                  <a:pt x="6476" y="21542"/>
                </a:lnTo>
                <a:lnTo>
                  <a:pt x="5625" y="21542"/>
                </a:lnTo>
                <a:lnTo>
                  <a:pt x="5283" y="21555"/>
                </a:lnTo>
                <a:lnTo>
                  <a:pt x="4680" y="21568"/>
                </a:lnTo>
                <a:lnTo>
                  <a:pt x="3299" y="21600"/>
                </a:lnTo>
                <a:lnTo>
                  <a:pt x="2837" y="21011"/>
                </a:lnTo>
                <a:lnTo>
                  <a:pt x="1440" y="19217"/>
                </a:lnTo>
                <a:lnTo>
                  <a:pt x="1155" y="15412"/>
                </a:lnTo>
                <a:lnTo>
                  <a:pt x="868" y="11594"/>
                </a:lnTo>
                <a:lnTo>
                  <a:pt x="582" y="7764"/>
                </a:lnTo>
                <a:lnTo>
                  <a:pt x="292" y="3901"/>
                </a:lnTo>
                <a:lnTo>
                  <a:pt x="0" y="0"/>
                </a:lnTo>
                <a:close/>
              </a:path>
            </a:pathLst>
          </a:custGeom>
          <a:solidFill>
            <a:srgbClr val="DF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0" name="contour_07648"/>
          <p:cNvSpPr/>
          <p:nvPr/>
        </p:nvSpPr>
        <p:spPr>
          <a:xfrm>
            <a:off x="3792230" y="1413870"/>
            <a:ext cx="3705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7" y="0"/>
                </a:moveTo>
                <a:lnTo>
                  <a:pt x="3424" y="81"/>
                </a:lnTo>
                <a:lnTo>
                  <a:pt x="6352" y="214"/>
                </a:lnTo>
                <a:lnTo>
                  <a:pt x="9173" y="423"/>
                </a:lnTo>
                <a:lnTo>
                  <a:pt x="11926" y="740"/>
                </a:lnTo>
                <a:lnTo>
                  <a:pt x="14641" y="1190"/>
                </a:lnTo>
                <a:lnTo>
                  <a:pt x="17351" y="1800"/>
                </a:lnTo>
                <a:lnTo>
                  <a:pt x="17823" y="2921"/>
                </a:lnTo>
                <a:lnTo>
                  <a:pt x="18069" y="4007"/>
                </a:lnTo>
                <a:lnTo>
                  <a:pt x="18133" y="5074"/>
                </a:lnTo>
                <a:lnTo>
                  <a:pt x="18061" y="6147"/>
                </a:lnTo>
                <a:lnTo>
                  <a:pt x="17887" y="7241"/>
                </a:lnTo>
                <a:lnTo>
                  <a:pt x="17666" y="8381"/>
                </a:lnTo>
                <a:lnTo>
                  <a:pt x="17611" y="9661"/>
                </a:lnTo>
                <a:lnTo>
                  <a:pt x="17759" y="10888"/>
                </a:lnTo>
                <a:lnTo>
                  <a:pt x="18095" y="12080"/>
                </a:lnTo>
                <a:lnTo>
                  <a:pt x="18588" y="13250"/>
                </a:lnTo>
                <a:lnTo>
                  <a:pt x="19212" y="14411"/>
                </a:lnTo>
                <a:lnTo>
                  <a:pt x="19939" y="15581"/>
                </a:lnTo>
                <a:lnTo>
                  <a:pt x="20742" y="16772"/>
                </a:lnTo>
                <a:lnTo>
                  <a:pt x="21600" y="18000"/>
                </a:lnTo>
                <a:lnTo>
                  <a:pt x="18792" y="18000"/>
                </a:lnTo>
                <a:lnTo>
                  <a:pt x="15966" y="18000"/>
                </a:lnTo>
                <a:lnTo>
                  <a:pt x="13103" y="18000"/>
                </a:lnTo>
                <a:lnTo>
                  <a:pt x="10282" y="19069"/>
                </a:lnTo>
                <a:lnTo>
                  <a:pt x="8455" y="19800"/>
                </a:lnTo>
                <a:lnTo>
                  <a:pt x="6828" y="20531"/>
                </a:lnTo>
                <a:lnTo>
                  <a:pt x="4606" y="21600"/>
                </a:lnTo>
                <a:lnTo>
                  <a:pt x="4682" y="20655"/>
                </a:lnTo>
                <a:lnTo>
                  <a:pt x="4754" y="19694"/>
                </a:lnTo>
                <a:lnTo>
                  <a:pt x="4809" y="18463"/>
                </a:lnTo>
                <a:lnTo>
                  <a:pt x="4869" y="17212"/>
                </a:lnTo>
                <a:lnTo>
                  <a:pt x="4907" y="16598"/>
                </a:lnTo>
                <a:lnTo>
                  <a:pt x="5022" y="14744"/>
                </a:lnTo>
                <a:lnTo>
                  <a:pt x="4716" y="13477"/>
                </a:lnTo>
                <a:lnTo>
                  <a:pt x="4125" y="12643"/>
                </a:lnTo>
                <a:lnTo>
                  <a:pt x="2821" y="11875"/>
                </a:lnTo>
                <a:lnTo>
                  <a:pt x="357" y="10800"/>
                </a:lnTo>
                <a:lnTo>
                  <a:pt x="153" y="9538"/>
                </a:lnTo>
                <a:lnTo>
                  <a:pt x="38" y="8620"/>
                </a:lnTo>
                <a:lnTo>
                  <a:pt x="0" y="7781"/>
                </a:lnTo>
                <a:lnTo>
                  <a:pt x="21" y="6759"/>
                </a:lnTo>
                <a:lnTo>
                  <a:pt x="93" y="5288"/>
                </a:lnTo>
                <a:lnTo>
                  <a:pt x="132" y="4300"/>
                </a:lnTo>
                <a:lnTo>
                  <a:pt x="170" y="3307"/>
                </a:lnTo>
                <a:lnTo>
                  <a:pt x="208" y="2299"/>
                </a:lnTo>
                <a:lnTo>
                  <a:pt x="280" y="1157"/>
                </a:lnTo>
                <a:lnTo>
                  <a:pt x="357" y="0"/>
                </a:lnTo>
                <a:close/>
              </a:path>
            </a:pathLst>
          </a:custGeom>
          <a:solidFill>
            <a:srgbClr val="C7CDD3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1" name="contour_07649"/>
          <p:cNvSpPr/>
          <p:nvPr/>
        </p:nvSpPr>
        <p:spPr>
          <a:xfrm>
            <a:off x="8231229" y="1378239"/>
            <a:ext cx="138472" cy="28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63" y="1801"/>
                </a:moveTo>
                <a:lnTo>
                  <a:pt x="15694" y="2087"/>
                </a:lnTo>
                <a:lnTo>
                  <a:pt x="16330" y="2374"/>
                </a:lnTo>
                <a:lnTo>
                  <a:pt x="16973" y="2666"/>
                </a:lnTo>
                <a:lnTo>
                  <a:pt x="17744" y="3024"/>
                </a:lnTo>
                <a:lnTo>
                  <a:pt x="18516" y="3387"/>
                </a:lnTo>
                <a:lnTo>
                  <a:pt x="19287" y="3756"/>
                </a:lnTo>
                <a:lnTo>
                  <a:pt x="20058" y="4131"/>
                </a:lnTo>
                <a:lnTo>
                  <a:pt x="20829" y="4511"/>
                </a:lnTo>
                <a:lnTo>
                  <a:pt x="21600" y="4896"/>
                </a:lnTo>
                <a:lnTo>
                  <a:pt x="21600" y="7628"/>
                </a:lnTo>
                <a:lnTo>
                  <a:pt x="21600" y="10403"/>
                </a:lnTo>
                <a:lnTo>
                  <a:pt x="20841" y="10960"/>
                </a:lnTo>
                <a:lnTo>
                  <a:pt x="20080" y="11516"/>
                </a:lnTo>
                <a:lnTo>
                  <a:pt x="19319" y="12072"/>
                </a:lnTo>
                <a:lnTo>
                  <a:pt x="18560" y="12628"/>
                </a:lnTo>
                <a:lnTo>
                  <a:pt x="17800" y="13179"/>
                </a:lnTo>
                <a:lnTo>
                  <a:pt x="17039" y="13724"/>
                </a:lnTo>
                <a:lnTo>
                  <a:pt x="16278" y="14275"/>
                </a:lnTo>
                <a:lnTo>
                  <a:pt x="15518" y="14820"/>
                </a:lnTo>
                <a:lnTo>
                  <a:pt x="14757" y="15366"/>
                </a:lnTo>
                <a:lnTo>
                  <a:pt x="13997" y="15911"/>
                </a:lnTo>
                <a:lnTo>
                  <a:pt x="13681" y="16142"/>
                </a:lnTo>
                <a:lnTo>
                  <a:pt x="13121" y="16555"/>
                </a:lnTo>
                <a:lnTo>
                  <a:pt x="11841" y="17508"/>
                </a:lnTo>
                <a:lnTo>
                  <a:pt x="11048" y="18059"/>
                </a:lnTo>
                <a:lnTo>
                  <a:pt x="10257" y="18582"/>
                </a:lnTo>
                <a:lnTo>
                  <a:pt x="9468" y="19078"/>
                </a:lnTo>
                <a:lnTo>
                  <a:pt x="8682" y="19535"/>
                </a:lnTo>
                <a:lnTo>
                  <a:pt x="7897" y="19959"/>
                </a:lnTo>
                <a:lnTo>
                  <a:pt x="7113" y="20339"/>
                </a:lnTo>
                <a:lnTo>
                  <a:pt x="6329" y="20675"/>
                </a:lnTo>
                <a:lnTo>
                  <a:pt x="5546" y="20967"/>
                </a:lnTo>
                <a:lnTo>
                  <a:pt x="4760" y="21209"/>
                </a:lnTo>
                <a:lnTo>
                  <a:pt x="3974" y="21396"/>
                </a:lnTo>
                <a:lnTo>
                  <a:pt x="3185" y="21523"/>
                </a:lnTo>
                <a:lnTo>
                  <a:pt x="2394" y="21594"/>
                </a:lnTo>
                <a:lnTo>
                  <a:pt x="1601" y="21600"/>
                </a:lnTo>
                <a:lnTo>
                  <a:pt x="803" y="21545"/>
                </a:lnTo>
                <a:lnTo>
                  <a:pt x="0" y="21418"/>
                </a:lnTo>
                <a:lnTo>
                  <a:pt x="659" y="17938"/>
                </a:lnTo>
                <a:lnTo>
                  <a:pt x="1319" y="14831"/>
                </a:lnTo>
                <a:lnTo>
                  <a:pt x="1980" y="12078"/>
                </a:lnTo>
                <a:lnTo>
                  <a:pt x="2647" y="9665"/>
                </a:lnTo>
                <a:lnTo>
                  <a:pt x="3317" y="7573"/>
                </a:lnTo>
                <a:lnTo>
                  <a:pt x="3996" y="5777"/>
                </a:lnTo>
                <a:lnTo>
                  <a:pt x="4682" y="4263"/>
                </a:lnTo>
                <a:lnTo>
                  <a:pt x="5378" y="3013"/>
                </a:lnTo>
                <a:lnTo>
                  <a:pt x="6086" y="2010"/>
                </a:lnTo>
                <a:lnTo>
                  <a:pt x="6806" y="1228"/>
                </a:lnTo>
                <a:lnTo>
                  <a:pt x="7541" y="655"/>
                </a:lnTo>
                <a:lnTo>
                  <a:pt x="8292" y="275"/>
                </a:lnTo>
                <a:lnTo>
                  <a:pt x="9061" y="61"/>
                </a:lnTo>
                <a:lnTo>
                  <a:pt x="9848" y="0"/>
                </a:lnTo>
                <a:lnTo>
                  <a:pt x="10657" y="77"/>
                </a:lnTo>
                <a:lnTo>
                  <a:pt x="11488" y="264"/>
                </a:lnTo>
                <a:lnTo>
                  <a:pt x="12343" y="551"/>
                </a:lnTo>
                <a:lnTo>
                  <a:pt x="13221" y="909"/>
                </a:lnTo>
                <a:lnTo>
                  <a:pt x="14129" y="1333"/>
                </a:lnTo>
                <a:lnTo>
                  <a:pt x="15063" y="1801"/>
                </a:lnTo>
                <a:close/>
              </a:path>
            </a:pathLst>
          </a:custGeom>
          <a:solidFill>
            <a:srgbClr val="C6D4DB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2" name="contour_07650"/>
          <p:cNvSpPr/>
          <p:nvPr/>
        </p:nvSpPr>
        <p:spPr>
          <a:xfrm>
            <a:off x="6904815" y="1332558"/>
            <a:ext cx="102032" cy="462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5"/>
                </a:moveTo>
                <a:lnTo>
                  <a:pt x="21308" y="2422"/>
                </a:lnTo>
                <a:lnTo>
                  <a:pt x="21049" y="3761"/>
                </a:lnTo>
                <a:lnTo>
                  <a:pt x="20680" y="5192"/>
                </a:lnTo>
                <a:lnTo>
                  <a:pt x="20057" y="7349"/>
                </a:lnTo>
                <a:lnTo>
                  <a:pt x="18976" y="8415"/>
                </a:lnTo>
                <a:lnTo>
                  <a:pt x="18189" y="9148"/>
                </a:lnTo>
                <a:lnTo>
                  <a:pt x="17470" y="9730"/>
                </a:lnTo>
                <a:lnTo>
                  <a:pt x="16593" y="10347"/>
                </a:lnTo>
                <a:lnTo>
                  <a:pt x="15333" y="11182"/>
                </a:lnTo>
                <a:lnTo>
                  <a:pt x="14486" y="11754"/>
                </a:lnTo>
                <a:lnTo>
                  <a:pt x="13634" y="12330"/>
                </a:lnTo>
                <a:lnTo>
                  <a:pt x="12770" y="12912"/>
                </a:lnTo>
                <a:lnTo>
                  <a:pt x="11792" y="13532"/>
                </a:lnTo>
                <a:lnTo>
                  <a:pt x="10800" y="14163"/>
                </a:lnTo>
                <a:lnTo>
                  <a:pt x="11564" y="15287"/>
                </a:lnTo>
                <a:lnTo>
                  <a:pt x="12329" y="16415"/>
                </a:lnTo>
                <a:lnTo>
                  <a:pt x="13097" y="17546"/>
                </a:lnTo>
                <a:lnTo>
                  <a:pt x="13869" y="18680"/>
                </a:lnTo>
                <a:lnTo>
                  <a:pt x="14645" y="19825"/>
                </a:lnTo>
                <a:lnTo>
                  <a:pt x="15429" y="20977"/>
                </a:lnTo>
                <a:lnTo>
                  <a:pt x="14432" y="21065"/>
                </a:lnTo>
                <a:lnTo>
                  <a:pt x="13435" y="21147"/>
                </a:lnTo>
                <a:lnTo>
                  <a:pt x="12440" y="21218"/>
                </a:lnTo>
                <a:lnTo>
                  <a:pt x="11443" y="21287"/>
                </a:lnTo>
                <a:lnTo>
                  <a:pt x="10447" y="21348"/>
                </a:lnTo>
                <a:lnTo>
                  <a:pt x="9450" y="21402"/>
                </a:lnTo>
                <a:lnTo>
                  <a:pt x="8603" y="21488"/>
                </a:lnTo>
                <a:lnTo>
                  <a:pt x="7745" y="21576"/>
                </a:lnTo>
                <a:lnTo>
                  <a:pt x="6597" y="21600"/>
                </a:lnTo>
                <a:lnTo>
                  <a:pt x="5582" y="21532"/>
                </a:lnTo>
                <a:lnTo>
                  <a:pt x="4661" y="21304"/>
                </a:lnTo>
                <a:lnTo>
                  <a:pt x="3794" y="20854"/>
                </a:lnTo>
                <a:lnTo>
                  <a:pt x="2945" y="20121"/>
                </a:lnTo>
                <a:lnTo>
                  <a:pt x="2075" y="19038"/>
                </a:lnTo>
                <a:lnTo>
                  <a:pt x="1145" y="17542"/>
                </a:lnTo>
                <a:lnTo>
                  <a:pt x="577" y="15866"/>
                </a:lnTo>
                <a:lnTo>
                  <a:pt x="0" y="14163"/>
                </a:lnTo>
                <a:lnTo>
                  <a:pt x="1023" y="12882"/>
                </a:lnTo>
                <a:lnTo>
                  <a:pt x="2027" y="11631"/>
                </a:lnTo>
                <a:lnTo>
                  <a:pt x="3019" y="10418"/>
                </a:lnTo>
                <a:lnTo>
                  <a:pt x="4001" y="9246"/>
                </a:lnTo>
                <a:lnTo>
                  <a:pt x="4973" y="8119"/>
                </a:lnTo>
                <a:lnTo>
                  <a:pt x="5938" y="7046"/>
                </a:lnTo>
                <a:lnTo>
                  <a:pt x="6903" y="6027"/>
                </a:lnTo>
                <a:lnTo>
                  <a:pt x="7865" y="5070"/>
                </a:lnTo>
                <a:lnTo>
                  <a:pt x="8831" y="4180"/>
                </a:lnTo>
                <a:lnTo>
                  <a:pt x="9802" y="3363"/>
                </a:lnTo>
                <a:lnTo>
                  <a:pt x="10781" y="2620"/>
                </a:lnTo>
                <a:lnTo>
                  <a:pt x="11770" y="1959"/>
                </a:lnTo>
                <a:lnTo>
                  <a:pt x="12773" y="1387"/>
                </a:lnTo>
                <a:lnTo>
                  <a:pt x="13792" y="906"/>
                </a:lnTo>
                <a:lnTo>
                  <a:pt x="14828" y="521"/>
                </a:lnTo>
                <a:lnTo>
                  <a:pt x="15888" y="238"/>
                </a:lnTo>
                <a:lnTo>
                  <a:pt x="16971" y="65"/>
                </a:lnTo>
                <a:lnTo>
                  <a:pt x="18081" y="0"/>
                </a:lnTo>
                <a:lnTo>
                  <a:pt x="19221" y="55"/>
                </a:lnTo>
                <a:lnTo>
                  <a:pt x="20393" y="232"/>
                </a:lnTo>
                <a:lnTo>
                  <a:pt x="21600" y="535"/>
                </a:lnTo>
                <a:close/>
              </a:path>
            </a:pathLst>
          </a:custGeom>
          <a:solidFill>
            <a:srgbClr val="BDCAD1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3" name="contour_07651"/>
          <p:cNvSpPr/>
          <p:nvPr/>
        </p:nvSpPr>
        <p:spPr>
          <a:xfrm>
            <a:off x="10075091" y="1282687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0"/>
                </a:lnTo>
                <a:lnTo>
                  <a:pt x="2140" y="0"/>
                </a:lnTo>
                <a:lnTo>
                  <a:pt x="3211" y="0"/>
                </a:lnTo>
                <a:lnTo>
                  <a:pt x="4283" y="0"/>
                </a:lnTo>
                <a:lnTo>
                  <a:pt x="5360" y="0"/>
                </a:lnTo>
                <a:lnTo>
                  <a:pt x="6438" y="0"/>
                </a:lnTo>
                <a:lnTo>
                  <a:pt x="7521" y="0"/>
                </a:lnTo>
                <a:lnTo>
                  <a:pt x="8609" y="0"/>
                </a:lnTo>
                <a:lnTo>
                  <a:pt x="9701" y="0"/>
                </a:lnTo>
                <a:lnTo>
                  <a:pt x="10800" y="0"/>
                </a:lnTo>
                <a:lnTo>
                  <a:pt x="10417" y="1782"/>
                </a:lnTo>
                <a:lnTo>
                  <a:pt x="10035" y="3575"/>
                </a:lnTo>
                <a:lnTo>
                  <a:pt x="9647" y="5375"/>
                </a:lnTo>
                <a:lnTo>
                  <a:pt x="9257" y="7200"/>
                </a:lnTo>
                <a:lnTo>
                  <a:pt x="9654" y="7394"/>
                </a:lnTo>
                <a:lnTo>
                  <a:pt x="10354" y="7736"/>
                </a:lnTo>
                <a:lnTo>
                  <a:pt x="11957" y="8521"/>
                </a:lnTo>
                <a:lnTo>
                  <a:pt x="12824" y="8978"/>
                </a:lnTo>
                <a:lnTo>
                  <a:pt x="13693" y="9436"/>
                </a:lnTo>
                <a:lnTo>
                  <a:pt x="14561" y="9893"/>
                </a:lnTo>
                <a:lnTo>
                  <a:pt x="15429" y="10350"/>
                </a:lnTo>
                <a:lnTo>
                  <a:pt x="16314" y="10775"/>
                </a:lnTo>
                <a:lnTo>
                  <a:pt x="17212" y="11207"/>
                </a:lnTo>
                <a:lnTo>
                  <a:pt x="18058" y="11671"/>
                </a:lnTo>
                <a:lnTo>
                  <a:pt x="18709" y="12071"/>
                </a:lnTo>
                <a:lnTo>
                  <a:pt x="19375" y="12553"/>
                </a:lnTo>
                <a:lnTo>
                  <a:pt x="20269" y="1328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20509" y="21600"/>
                </a:lnTo>
                <a:lnTo>
                  <a:pt x="19417" y="21600"/>
                </a:lnTo>
                <a:lnTo>
                  <a:pt x="18321" y="21600"/>
                </a:lnTo>
                <a:lnTo>
                  <a:pt x="17221" y="21600"/>
                </a:lnTo>
                <a:lnTo>
                  <a:pt x="16117" y="21600"/>
                </a:lnTo>
                <a:lnTo>
                  <a:pt x="15006" y="21600"/>
                </a:lnTo>
                <a:lnTo>
                  <a:pt x="13886" y="21600"/>
                </a:lnTo>
                <a:lnTo>
                  <a:pt x="13886" y="19814"/>
                </a:lnTo>
                <a:lnTo>
                  <a:pt x="13886" y="18000"/>
                </a:lnTo>
                <a:lnTo>
                  <a:pt x="12912" y="17442"/>
                </a:lnTo>
                <a:lnTo>
                  <a:pt x="11939" y="16906"/>
                </a:lnTo>
                <a:lnTo>
                  <a:pt x="10965" y="16394"/>
                </a:lnTo>
                <a:lnTo>
                  <a:pt x="9990" y="15905"/>
                </a:lnTo>
                <a:lnTo>
                  <a:pt x="9013" y="15433"/>
                </a:lnTo>
                <a:lnTo>
                  <a:pt x="8035" y="14980"/>
                </a:lnTo>
                <a:lnTo>
                  <a:pt x="7052" y="14548"/>
                </a:lnTo>
                <a:lnTo>
                  <a:pt x="6067" y="14134"/>
                </a:lnTo>
                <a:lnTo>
                  <a:pt x="5227" y="13709"/>
                </a:lnTo>
                <a:lnTo>
                  <a:pt x="4573" y="13320"/>
                </a:lnTo>
                <a:lnTo>
                  <a:pt x="3885" y="12816"/>
                </a:lnTo>
                <a:lnTo>
                  <a:pt x="2947" y="12028"/>
                </a:lnTo>
                <a:lnTo>
                  <a:pt x="1543" y="10800"/>
                </a:lnTo>
                <a:lnTo>
                  <a:pt x="1237" y="8662"/>
                </a:lnTo>
                <a:lnTo>
                  <a:pt x="930" y="6516"/>
                </a:lnTo>
                <a:lnTo>
                  <a:pt x="623" y="4363"/>
                </a:lnTo>
                <a:lnTo>
                  <a:pt x="313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D6E7F4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4" name="contour_07652"/>
          <p:cNvSpPr/>
          <p:nvPr/>
        </p:nvSpPr>
        <p:spPr>
          <a:xfrm>
            <a:off x="4922481" y="1289974"/>
            <a:ext cx="1093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72" y="243"/>
                </a:lnTo>
                <a:lnTo>
                  <a:pt x="1944" y="486"/>
                </a:lnTo>
                <a:lnTo>
                  <a:pt x="2916" y="729"/>
                </a:lnTo>
                <a:lnTo>
                  <a:pt x="3889" y="972"/>
                </a:lnTo>
                <a:lnTo>
                  <a:pt x="4863" y="1215"/>
                </a:lnTo>
                <a:lnTo>
                  <a:pt x="5836" y="1458"/>
                </a:lnTo>
                <a:lnTo>
                  <a:pt x="6811" y="1701"/>
                </a:lnTo>
                <a:lnTo>
                  <a:pt x="7786" y="1944"/>
                </a:lnTo>
                <a:lnTo>
                  <a:pt x="8762" y="2192"/>
                </a:lnTo>
                <a:lnTo>
                  <a:pt x="9740" y="2435"/>
                </a:lnTo>
                <a:lnTo>
                  <a:pt x="10719" y="2678"/>
                </a:lnTo>
                <a:lnTo>
                  <a:pt x="11699" y="2927"/>
                </a:lnTo>
                <a:lnTo>
                  <a:pt x="12681" y="3170"/>
                </a:lnTo>
                <a:lnTo>
                  <a:pt x="13664" y="3418"/>
                </a:lnTo>
                <a:lnTo>
                  <a:pt x="14649" y="3661"/>
                </a:lnTo>
                <a:lnTo>
                  <a:pt x="15636" y="3910"/>
                </a:lnTo>
                <a:lnTo>
                  <a:pt x="16623" y="4158"/>
                </a:lnTo>
                <a:lnTo>
                  <a:pt x="17614" y="4401"/>
                </a:lnTo>
                <a:lnTo>
                  <a:pt x="18608" y="4649"/>
                </a:lnTo>
                <a:lnTo>
                  <a:pt x="19603" y="4903"/>
                </a:lnTo>
                <a:lnTo>
                  <a:pt x="20599" y="5152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0628" y="21357"/>
                </a:lnTo>
                <a:lnTo>
                  <a:pt x="19656" y="21114"/>
                </a:lnTo>
                <a:lnTo>
                  <a:pt x="18684" y="20871"/>
                </a:lnTo>
                <a:lnTo>
                  <a:pt x="17711" y="20628"/>
                </a:lnTo>
                <a:lnTo>
                  <a:pt x="16737" y="20385"/>
                </a:lnTo>
                <a:lnTo>
                  <a:pt x="15764" y="20142"/>
                </a:lnTo>
                <a:lnTo>
                  <a:pt x="14789" y="19899"/>
                </a:lnTo>
                <a:lnTo>
                  <a:pt x="13814" y="19656"/>
                </a:lnTo>
                <a:lnTo>
                  <a:pt x="12838" y="19408"/>
                </a:lnTo>
                <a:lnTo>
                  <a:pt x="11860" y="19165"/>
                </a:lnTo>
                <a:lnTo>
                  <a:pt x="10881" y="18922"/>
                </a:lnTo>
                <a:lnTo>
                  <a:pt x="9901" y="18673"/>
                </a:lnTo>
                <a:lnTo>
                  <a:pt x="8919" y="18430"/>
                </a:lnTo>
                <a:lnTo>
                  <a:pt x="7936" y="18182"/>
                </a:lnTo>
                <a:lnTo>
                  <a:pt x="6951" y="17939"/>
                </a:lnTo>
                <a:lnTo>
                  <a:pt x="5964" y="17690"/>
                </a:lnTo>
                <a:lnTo>
                  <a:pt x="4977" y="17442"/>
                </a:lnTo>
                <a:lnTo>
                  <a:pt x="3986" y="17199"/>
                </a:lnTo>
                <a:lnTo>
                  <a:pt x="2992" y="16951"/>
                </a:lnTo>
                <a:lnTo>
                  <a:pt x="1997" y="16697"/>
                </a:lnTo>
                <a:lnTo>
                  <a:pt x="1001" y="16448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DA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5" name="contour_07653"/>
          <p:cNvSpPr/>
          <p:nvPr/>
        </p:nvSpPr>
        <p:spPr>
          <a:xfrm>
            <a:off x="5658568" y="1282687"/>
            <a:ext cx="109320" cy="384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299" y="504"/>
                </a:lnTo>
                <a:lnTo>
                  <a:pt x="6274" y="1032"/>
                </a:lnTo>
                <a:lnTo>
                  <a:pt x="7245" y="1593"/>
                </a:lnTo>
                <a:lnTo>
                  <a:pt x="8214" y="2175"/>
                </a:lnTo>
                <a:lnTo>
                  <a:pt x="9180" y="2786"/>
                </a:lnTo>
                <a:lnTo>
                  <a:pt x="10143" y="3416"/>
                </a:lnTo>
                <a:lnTo>
                  <a:pt x="11104" y="4068"/>
                </a:lnTo>
                <a:lnTo>
                  <a:pt x="12063" y="4739"/>
                </a:lnTo>
                <a:lnTo>
                  <a:pt x="13020" y="5432"/>
                </a:lnTo>
                <a:lnTo>
                  <a:pt x="13977" y="6140"/>
                </a:lnTo>
                <a:lnTo>
                  <a:pt x="14931" y="6865"/>
                </a:lnTo>
                <a:lnTo>
                  <a:pt x="15885" y="7607"/>
                </a:lnTo>
                <a:lnTo>
                  <a:pt x="16838" y="8361"/>
                </a:lnTo>
                <a:lnTo>
                  <a:pt x="17790" y="9127"/>
                </a:lnTo>
                <a:lnTo>
                  <a:pt x="18742" y="9905"/>
                </a:lnTo>
                <a:lnTo>
                  <a:pt x="19695" y="10691"/>
                </a:lnTo>
                <a:lnTo>
                  <a:pt x="20647" y="11486"/>
                </a:lnTo>
                <a:lnTo>
                  <a:pt x="21600" y="12289"/>
                </a:lnTo>
                <a:lnTo>
                  <a:pt x="20622" y="13837"/>
                </a:lnTo>
                <a:lnTo>
                  <a:pt x="19679" y="15230"/>
                </a:lnTo>
                <a:lnTo>
                  <a:pt x="18760" y="16467"/>
                </a:lnTo>
                <a:lnTo>
                  <a:pt x="17859" y="17553"/>
                </a:lnTo>
                <a:lnTo>
                  <a:pt x="16968" y="18499"/>
                </a:lnTo>
                <a:lnTo>
                  <a:pt x="16076" y="19302"/>
                </a:lnTo>
                <a:lnTo>
                  <a:pt x="15178" y="19974"/>
                </a:lnTo>
                <a:lnTo>
                  <a:pt x="14265" y="20519"/>
                </a:lnTo>
                <a:lnTo>
                  <a:pt x="13327" y="20940"/>
                </a:lnTo>
                <a:lnTo>
                  <a:pt x="12360" y="21244"/>
                </a:lnTo>
                <a:lnTo>
                  <a:pt x="11350" y="21436"/>
                </a:lnTo>
                <a:lnTo>
                  <a:pt x="10293" y="21522"/>
                </a:lnTo>
                <a:lnTo>
                  <a:pt x="9180" y="21506"/>
                </a:lnTo>
                <a:lnTo>
                  <a:pt x="8326" y="21555"/>
                </a:lnTo>
                <a:lnTo>
                  <a:pt x="7459" y="21600"/>
                </a:lnTo>
                <a:lnTo>
                  <a:pt x="6332" y="21563"/>
                </a:lnTo>
                <a:lnTo>
                  <a:pt x="5347" y="21432"/>
                </a:lnTo>
                <a:lnTo>
                  <a:pt x="4461" y="21125"/>
                </a:lnTo>
                <a:lnTo>
                  <a:pt x="3633" y="20547"/>
                </a:lnTo>
                <a:lnTo>
                  <a:pt x="2817" y="19613"/>
                </a:lnTo>
                <a:lnTo>
                  <a:pt x="1968" y="18233"/>
                </a:lnTo>
                <a:lnTo>
                  <a:pt x="1047" y="16320"/>
                </a:lnTo>
                <a:lnTo>
                  <a:pt x="527" y="14321"/>
                </a:lnTo>
                <a:lnTo>
                  <a:pt x="0" y="12289"/>
                </a:lnTo>
                <a:lnTo>
                  <a:pt x="1018" y="12289"/>
                </a:lnTo>
                <a:lnTo>
                  <a:pt x="2038" y="12289"/>
                </a:lnTo>
                <a:lnTo>
                  <a:pt x="3060" y="12289"/>
                </a:lnTo>
                <a:lnTo>
                  <a:pt x="4087" y="12289"/>
                </a:lnTo>
                <a:lnTo>
                  <a:pt x="5118" y="12289"/>
                </a:lnTo>
                <a:lnTo>
                  <a:pt x="6155" y="12289"/>
                </a:lnTo>
                <a:lnTo>
                  <a:pt x="7200" y="12289"/>
                </a:lnTo>
                <a:lnTo>
                  <a:pt x="6725" y="10261"/>
                </a:lnTo>
                <a:lnTo>
                  <a:pt x="6248" y="8230"/>
                </a:lnTo>
                <a:lnTo>
                  <a:pt x="5772" y="6190"/>
                </a:lnTo>
                <a:lnTo>
                  <a:pt x="5291" y="4141"/>
                </a:lnTo>
                <a:lnTo>
                  <a:pt x="4807" y="2081"/>
                </a:lnTo>
                <a:lnTo>
                  <a:pt x="4320" y="0"/>
                </a:lnTo>
                <a:close/>
              </a:path>
            </a:pathLst>
          </a:custGeom>
          <a:solidFill>
            <a:srgbClr val="DAE5EA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6" name="contour_07654"/>
          <p:cNvSpPr/>
          <p:nvPr/>
        </p:nvSpPr>
        <p:spPr>
          <a:xfrm>
            <a:off x="5680432" y="975447"/>
            <a:ext cx="138472" cy="236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46"/>
                </a:moveTo>
                <a:lnTo>
                  <a:pt x="20963" y="4989"/>
                </a:lnTo>
                <a:lnTo>
                  <a:pt x="20335" y="8306"/>
                </a:lnTo>
                <a:lnTo>
                  <a:pt x="19705" y="11076"/>
                </a:lnTo>
                <a:lnTo>
                  <a:pt x="19068" y="13348"/>
                </a:lnTo>
                <a:lnTo>
                  <a:pt x="18415" y="15193"/>
                </a:lnTo>
                <a:lnTo>
                  <a:pt x="17738" y="16665"/>
                </a:lnTo>
                <a:lnTo>
                  <a:pt x="17031" y="17823"/>
                </a:lnTo>
                <a:lnTo>
                  <a:pt x="16284" y="18736"/>
                </a:lnTo>
                <a:lnTo>
                  <a:pt x="15489" y="19455"/>
                </a:lnTo>
                <a:lnTo>
                  <a:pt x="14641" y="20055"/>
                </a:lnTo>
                <a:lnTo>
                  <a:pt x="13731" y="20588"/>
                </a:lnTo>
                <a:lnTo>
                  <a:pt x="12925" y="20854"/>
                </a:lnTo>
                <a:lnTo>
                  <a:pt x="12119" y="21074"/>
                </a:lnTo>
                <a:lnTo>
                  <a:pt x="11312" y="21247"/>
                </a:lnTo>
                <a:lnTo>
                  <a:pt x="10503" y="21387"/>
                </a:lnTo>
                <a:lnTo>
                  <a:pt x="9696" y="21487"/>
                </a:lnTo>
                <a:lnTo>
                  <a:pt x="8888" y="21553"/>
                </a:lnTo>
                <a:lnTo>
                  <a:pt x="8080" y="21587"/>
                </a:lnTo>
                <a:lnTo>
                  <a:pt x="7271" y="21600"/>
                </a:lnTo>
                <a:lnTo>
                  <a:pt x="6463" y="21587"/>
                </a:lnTo>
                <a:lnTo>
                  <a:pt x="5655" y="21553"/>
                </a:lnTo>
                <a:lnTo>
                  <a:pt x="4846" y="21507"/>
                </a:lnTo>
                <a:lnTo>
                  <a:pt x="4038" y="21440"/>
                </a:lnTo>
                <a:lnTo>
                  <a:pt x="3230" y="21367"/>
                </a:lnTo>
                <a:lnTo>
                  <a:pt x="2421" y="21287"/>
                </a:lnTo>
                <a:lnTo>
                  <a:pt x="1614" y="21200"/>
                </a:lnTo>
                <a:lnTo>
                  <a:pt x="807" y="21114"/>
                </a:lnTo>
                <a:lnTo>
                  <a:pt x="0" y="21027"/>
                </a:lnTo>
                <a:lnTo>
                  <a:pt x="686" y="18236"/>
                </a:lnTo>
                <a:lnTo>
                  <a:pt x="1388" y="15692"/>
                </a:lnTo>
                <a:lnTo>
                  <a:pt x="2107" y="13388"/>
                </a:lnTo>
                <a:lnTo>
                  <a:pt x="2840" y="11310"/>
                </a:lnTo>
                <a:lnTo>
                  <a:pt x="3588" y="9451"/>
                </a:lnTo>
                <a:lnTo>
                  <a:pt x="4347" y="7799"/>
                </a:lnTo>
                <a:lnTo>
                  <a:pt x="5120" y="6341"/>
                </a:lnTo>
                <a:lnTo>
                  <a:pt x="5904" y="5069"/>
                </a:lnTo>
                <a:lnTo>
                  <a:pt x="6696" y="3970"/>
                </a:lnTo>
                <a:lnTo>
                  <a:pt x="7499" y="3031"/>
                </a:lnTo>
                <a:lnTo>
                  <a:pt x="8309" y="2238"/>
                </a:lnTo>
                <a:lnTo>
                  <a:pt x="9128" y="1585"/>
                </a:lnTo>
                <a:lnTo>
                  <a:pt x="9951" y="1066"/>
                </a:lnTo>
                <a:lnTo>
                  <a:pt x="10781" y="666"/>
                </a:lnTo>
                <a:lnTo>
                  <a:pt x="11614" y="366"/>
                </a:lnTo>
                <a:lnTo>
                  <a:pt x="12451" y="160"/>
                </a:lnTo>
                <a:lnTo>
                  <a:pt x="13290" y="47"/>
                </a:lnTo>
                <a:lnTo>
                  <a:pt x="14131" y="0"/>
                </a:lnTo>
                <a:lnTo>
                  <a:pt x="14971" y="13"/>
                </a:lnTo>
                <a:lnTo>
                  <a:pt x="15812" y="80"/>
                </a:lnTo>
                <a:lnTo>
                  <a:pt x="16651" y="186"/>
                </a:lnTo>
                <a:lnTo>
                  <a:pt x="17488" y="326"/>
                </a:lnTo>
                <a:lnTo>
                  <a:pt x="18321" y="480"/>
                </a:lnTo>
                <a:lnTo>
                  <a:pt x="19150" y="639"/>
                </a:lnTo>
                <a:lnTo>
                  <a:pt x="19973" y="793"/>
                </a:lnTo>
                <a:lnTo>
                  <a:pt x="20791" y="932"/>
                </a:lnTo>
                <a:lnTo>
                  <a:pt x="21600" y="1046"/>
                </a:lnTo>
                <a:close/>
              </a:path>
            </a:pathLst>
          </a:custGeom>
          <a:solidFill>
            <a:srgbClr val="8A9294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7" name="contour_07655"/>
          <p:cNvSpPr/>
          <p:nvPr/>
        </p:nvSpPr>
        <p:spPr>
          <a:xfrm>
            <a:off x="9652752" y="940989"/>
            <a:ext cx="50652" cy="574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92" y="2424"/>
                </a:moveTo>
                <a:lnTo>
                  <a:pt x="17852" y="4065"/>
                </a:lnTo>
                <a:lnTo>
                  <a:pt x="17205" y="5714"/>
                </a:lnTo>
                <a:lnTo>
                  <a:pt x="16550" y="7388"/>
                </a:lnTo>
                <a:lnTo>
                  <a:pt x="15937" y="9629"/>
                </a:lnTo>
                <a:lnTo>
                  <a:pt x="15642" y="11355"/>
                </a:lnTo>
                <a:lnTo>
                  <a:pt x="15698" y="12818"/>
                </a:lnTo>
                <a:lnTo>
                  <a:pt x="16139" y="14275"/>
                </a:lnTo>
                <a:lnTo>
                  <a:pt x="16994" y="15976"/>
                </a:lnTo>
                <a:lnTo>
                  <a:pt x="18299" y="18176"/>
                </a:lnTo>
                <a:lnTo>
                  <a:pt x="19390" y="19307"/>
                </a:lnTo>
                <a:lnTo>
                  <a:pt x="20487" y="20447"/>
                </a:lnTo>
                <a:lnTo>
                  <a:pt x="21600" y="21600"/>
                </a:lnTo>
                <a:lnTo>
                  <a:pt x="17902" y="21123"/>
                </a:lnTo>
                <a:lnTo>
                  <a:pt x="14902" y="20723"/>
                </a:lnTo>
                <a:lnTo>
                  <a:pt x="12481" y="20367"/>
                </a:lnTo>
                <a:lnTo>
                  <a:pt x="10523" y="20028"/>
                </a:lnTo>
                <a:lnTo>
                  <a:pt x="8904" y="19674"/>
                </a:lnTo>
                <a:lnTo>
                  <a:pt x="7512" y="19274"/>
                </a:lnTo>
                <a:lnTo>
                  <a:pt x="6219" y="18800"/>
                </a:lnTo>
                <a:lnTo>
                  <a:pt x="4917" y="18222"/>
                </a:lnTo>
                <a:lnTo>
                  <a:pt x="3478" y="17510"/>
                </a:lnTo>
                <a:lnTo>
                  <a:pt x="1787" y="16636"/>
                </a:lnTo>
                <a:lnTo>
                  <a:pt x="721" y="14661"/>
                </a:lnTo>
                <a:lnTo>
                  <a:pt x="152" y="13050"/>
                </a:lnTo>
                <a:lnTo>
                  <a:pt x="0" y="11536"/>
                </a:lnTo>
                <a:lnTo>
                  <a:pt x="183" y="9854"/>
                </a:lnTo>
                <a:lnTo>
                  <a:pt x="622" y="7733"/>
                </a:lnTo>
                <a:lnTo>
                  <a:pt x="1336" y="5860"/>
                </a:lnTo>
                <a:lnTo>
                  <a:pt x="2064" y="4304"/>
                </a:lnTo>
                <a:lnTo>
                  <a:pt x="2937" y="2934"/>
                </a:lnTo>
                <a:lnTo>
                  <a:pt x="4093" y="1611"/>
                </a:lnTo>
                <a:lnTo>
                  <a:pt x="5672" y="200"/>
                </a:lnTo>
                <a:lnTo>
                  <a:pt x="8012" y="0"/>
                </a:lnTo>
                <a:lnTo>
                  <a:pt x="10169" y="93"/>
                </a:lnTo>
                <a:lnTo>
                  <a:pt x="12223" y="427"/>
                </a:lnTo>
                <a:lnTo>
                  <a:pt x="14244" y="959"/>
                </a:lnTo>
                <a:lnTo>
                  <a:pt x="16307" y="1641"/>
                </a:lnTo>
                <a:lnTo>
                  <a:pt x="18492" y="2424"/>
                </a:lnTo>
                <a:close/>
              </a:path>
            </a:pathLst>
          </a:custGeom>
          <a:solidFill>
            <a:srgbClr val="EB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8" name="contour_07656"/>
          <p:cNvSpPr/>
          <p:nvPr/>
        </p:nvSpPr>
        <p:spPr>
          <a:xfrm>
            <a:off x="4740281" y="685071"/>
            <a:ext cx="29225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0" y="0"/>
                </a:lnTo>
                <a:lnTo>
                  <a:pt x="7143" y="0"/>
                </a:lnTo>
                <a:lnTo>
                  <a:pt x="10773" y="0"/>
                </a:lnTo>
                <a:lnTo>
                  <a:pt x="11102" y="485"/>
                </a:lnTo>
                <a:lnTo>
                  <a:pt x="11430" y="974"/>
                </a:lnTo>
                <a:lnTo>
                  <a:pt x="11764" y="1469"/>
                </a:lnTo>
                <a:lnTo>
                  <a:pt x="12211" y="2098"/>
                </a:lnTo>
                <a:lnTo>
                  <a:pt x="12669" y="2732"/>
                </a:lnTo>
                <a:lnTo>
                  <a:pt x="13132" y="3375"/>
                </a:lnTo>
                <a:lnTo>
                  <a:pt x="13569" y="4003"/>
                </a:lnTo>
                <a:lnTo>
                  <a:pt x="14010" y="4634"/>
                </a:lnTo>
                <a:lnTo>
                  <a:pt x="14457" y="5273"/>
                </a:lnTo>
                <a:lnTo>
                  <a:pt x="15330" y="6062"/>
                </a:lnTo>
                <a:lnTo>
                  <a:pt x="16138" y="6590"/>
                </a:lnTo>
                <a:lnTo>
                  <a:pt x="17215" y="6983"/>
                </a:lnTo>
                <a:lnTo>
                  <a:pt x="18901" y="7363"/>
                </a:lnTo>
                <a:lnTo>
                  <a:pt x="21546" y="7855"/>
                </a:lnTo>
                <a:lnTo>
                  <a:pt x="21600" y="8539"/>
                </a:lnTo>
                <a:lnTo>
                  <a:pt x="21589" y="9043"/>
                </a:lnTo>
                <a:lnTo>
                  <a:pt x="21492" y="9514"/>
                </a:lnTo>
                <a:lnTo>
                  <a:pt x="21271" y="10102"/>
                </a:lnTo>
                <a:lnTo>
                  <a:pt x="20894" y="10957"/>
                </a:lnTo>
                <a:lnTo>
                  <a:pt x="20636" y="11575"/>
                </a:lnTo>
                <a:lnTo>
                  <a:pt x="20372" y="12197"/>
                </a:lnTo>
                <a:lnTo>
                  <a:pt x="20103" y="12826"/>
                </a:lnTo>
                <a:lnTo>
                  <a:pt x="19801" y="13480"/>
                </a:lnTo>
                <a:lnTo>
                  <a:pt x="19494" y="14134"/>
                </a:lnTo>
                <a:lnTo>
                  <a:pt x="19187" y="14788"/>
                </a:lnTo>
                <a:lnTo>
                  <a:pt x="18901" y="15446"/>
                </a:lnTo>
                <a:lnTo>
                  <a:pt x="18621" y="16104"/>
                </a:lnTo>
                <a:lnTo>
                  <a:pt x="18336" y="16762"/>
                </a:lnTo>
                <a:lnTo>
                  <a:pt x="18034" y="17453"/>
                </a:lnTo>
                <a:lnTo>
                  <a:pt x="17727" y="18144"/>
                </a:lnTo>
                <a:lnTo>
                  <a:pt x="17420" y="18835"/>
                </a:lnTo>
                <a:lnTo>
                  <a:pt x="17108" y="19526"/>
                </a:lnTo>
                <a:lnTo>
                  <a:pt x="16795" y="20218"/>
                </a:lnTo>
                <a:lnTo>
                  <a:pt x="16477" y="20909"/>
                </a:lnTo>
                <a:lnTo>
                  <a:pt x="16160" y="21600"/>
                </a:lnTo>
                <a:lnTo>
                  <a:pt x="13488" y="21600"/>
                </a:lnTo>
                <a:lnTo>
                  <a:pt x="10773" y="21600"/>
                </a:lnTo>
                <a:lnTo>
                  <a:pt x="10428" y="20910"/>
                </a:lnTo>
                <a:lnTo>
                  <a:pt x="10084" y="20221"/>
                </a:lnTo>
                <a:lnTo>
                  <a:pt x="9739" y="19530"/>
                </a:lnTo>
                <a:lnTo>
                  <a:pt x="9394" y="18840"/>
                </a:lnTo>
                <a:lnTo>
                  <a:pt x="9055" y="18150"/>
                </a:lnTo>
                <a:lnTo>
                  <a:pt x="8710" y="17460"/>
                </a:lnTo>
                <a:lnTo>
                  <a:pt x="8365" y="16768"/>
                </a:lnTo>
                <a:lnTo>
                  <a:pt x="8021" y="16078"/>
                </a:lnTo>
                <a:lnTo>
                  <a:pt x="7676" y="15386"/>
                </a:lnTo>
                <a:lnTo>
                  <a:pt x="7331" y="14695"/>
                </a:lnTo>
                <a:lnTo>
                  <a:pt x="6986" y="14003"/>
                </a:lnTo>
                <a:lnTo>
                  <a:pt x="6636" y="13310"/>
                </a:lnTo>
                <a:lnTo>
                  <a:pt x="6291" y="12616"/>
                </a:lnTo>
                <a:lnTo>
                  <a:pt x="5947" y="11923"/>
                </a:lnTo>
                <a:lnTo>
                  <a:pt x="5602" y="11228"/>
                </a:lnTo>
                <a:lnTo>
                  <a:pt x="5252" y="10533"/>
                </a:lnTo>
                <a:lnTo>
                  <a:pt x="4907" y="9838"/>
                </a:lnTo>
                <a:lnTo>
                  <a:pt x="4557" y="9141"/>
                </a:lnTo>
                <a:lnTo>
                  <a:pt x="4212" y="8444"/>
                </a:lnTo>
                <a:lnTo>
                  <a:pt x="3862" y="7746"/>
                </a:lnTo>
                <a:lnTo>
                  <a:pt x="3512" y="7047"/>
                </a:lnTo>
                <a:lnTo>
                  <a:pt x="3167" y="6347"/>
                </a:lnTo>
                <a:lnTo>
                  <a:pt x="2817" y="5646"/>
                </a:lnTo>
                <a:lnTo>
                  <a:pt x="2467" y="4944"/>
                </a:lnTo>
                <a:lnTo>
                  <a:pt x="2117" y="4241"/>
                </a:lnTo>
                <a:lnTo>
                  <a:pt x="1767" y="3537"/>
                </a:lnTo>
                <a:lnTo>
                  <a:pt x="1411" y="2833"/>
                </a:lnTo>
                <a:lnTo>
                  <a:pt x="1061" y="2127"/>
                </a:lnTo>
                <a:lnTo>
                  <a:pt x="706" y="1419"/>
                </a:lnTo>
                <a:lnTo>
                  <a:pt x="356" y="710"/>
                </a:lnTo>
                <a:lnTo>
                  <a:pt x="0" y="0"/>
                </a:lnTo>
                <a:close/>
              </a:path>
            </a:pathLst>
          </a:custGeom>
          <a:solidFill>
            <a:srgbClr val="54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7659" name="contour_07657"/>
          <p:cNvSpPr/>
          <p:nvPr/>
        </p:nvSpPr>
        <p:spPr>
          <a:xfrm>
            <a:off x="4639517" y="451855"/>
            <a:ext cx="4246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92" y="0"/>
                </a:moveTo>
                <a:lnTo>
                  <a:pt x="19731" y="0"/>
                </a:lnTo>
                <a:lnTo>
                  <a:pt x="21600" y="0"/>
                </a:lnTo>
                <a:lnTo>
                  <a:pt x="21426" y="872"/>
                </a:lnTo>
                <a:lnTo>
                  <a:pt x="21200" y="1735"/>
                </a:lnTo>
                <a:lnTo>
                  <a:pt x="20929" y="2586"/>
                </a:lnTo>
                <a:lnTo>
                  <a:pt x="20614" y="3428"/>
                </a:lnTo>
                <a:lnTo>
                  <a:pt x="20254" y="4261"/>
                </a:lnTo>
                <a:lnTo>
                  <a:pt x="19846" y="5086"/>
                </a:lnTo>
                <a:lnTo>
                  <a:pt x="19401" y="5903"/>
                </a:lnTo>
                <a:lnTo>
                  <a:pt x="18912" y="6713"/>
                </a:lnTo>
                <a:lnTo>
                  <a:pt x="18382" y="7516"/>
                </a:lnTo>
                <a:lnTo>
                  <a:pt x="17811" y="8314"/>
                </a:lnTo>
                <a:lnTo>
                  <a:pt x="17203" y="9106"/>
                </a:lnTo>
                <a:lnTo>
                  <a:pt x="16558" y="9893"/>
                </a:lnTo>
                <a:lnTo>
                  <a:pt x="15876" y="10678"/>
                </a:lnTo>
                <a:lnTo>
                  <a:pt x="15156" y="11458"/>
                </a:lnTo>
                <a:lnTo>
                  <a:pt x="14404" y="12235"/>
                </a:lnTo>
                <a:lnTo>
                  <a:pt x="13618" y="13012"/>
                </a:lnTo>
                <a:lnTo>
                  <a:pt x="12802" y="13787"/>
                </a:lnTo>
                <a:lnTo>
                  <a:pt x="11953" y="14561"/>
                </a:lnTo>
                <a:lnTo>
                  <a:pt x="11071" y="15334"/>
                </a:lnTo>
                <a:lnTo>
                  <a:pt x="10162" y="16109"/>
                </a:lnTo>
                <a:lnTo>
                  <a:pt x="9224" y="16884"/>
                </a:lnTo>
                <a:lnTo>
                  <a:pt x="8260" y="17662"/>
                </a:lnTo>
                <a:lnTo>
                  <a:pt x="7270" y="18442"/>
                </a:lnTo>
                <a:lnTo>
                  <a:pt x="6251" y="19225"/>
                </a:lnTo>
                <a:lnTo>
                  <a:pt x="5213" y="20012"/>
                </a:lnTo>
                <a:lnTo>
                  <a:pt x="4149" y="20803"/>
                </a:lnTo>
                <a:lnTo>
                  <a:pt x="3062" y="21600"/>
                </a:lnTo>
                <a:lnTo>
                  <a:pt x="1965" y="20766"/>
                </a:lnTo>
                <a:lnTo>
                  <a:pt x="1131" y="19949"/>
                </a:lnTo>
                <a:lnTo>
                  <a:pt x="538" y="19144"/>
                </a:lnTo>
                <a:lnTo>
                  <a:pt x="167" y="18348"/>
                </a:lnTo>
                <a:lnTo>
                  <a:pt x="0" y="17562"/>
                </a:lnTo>
                <a:lnTo>
                  <a:pt x="22" y="16780"/>
                </a:lnTo>
                <a:lnTo>
                  <a:pt x="211" y="16000"/>
                </a:lnTo>
                <a:lnTo>
                  <a:pt x="552" y="15221"/>
                </a:lnTo>
                <a:lnTo>
                  <a:pt x="1023" y="14438"/>
                </a:lnTo>
                <a:lnTo>
                  <a:pt x="1609" y="13650"/>
                </a:lnTo>
                <a:lnTo>
                  <a:pt x="2288" y="12854"/>
                </a:lnTo>
                <a:lnTo>
                  <a:pt x="3044" y="12048"/>
                </a:lnTo>
                <a:lnTo>
                  <a:pt x="3860" y="11230"/>
                </a:lnTo>
                <a:lnTo>
                  <a:pt x="4712" y="10394"/>
                </a:lnTo>
                <a:lnTo>
                  <a:pt x="5635" y="9594"/>
                </a:lnTo>
                <a:lnTo>
                  <a:pt x="6573" y="8796"/>
                </a:lnTo>
                <a:lnTo>
                  <a:pt x="7530" y="8002"/>
                </a:lnTo>
                <a:lnTo>
                  <a:pt x="8501" y="7208"/>
                </a:lnTo>
                <a:lnTo>
                  <a:pt x="9484" y="6416"/>
                </a:lnTo>
                <a:lnTo>
                  <a:pt x="10477" y="5626"/>
                </a:lnTo>
                <a:lnTo>
                  <a:pt x="11137" y="5080"/>
                </a:lnTo>
                <a:lnTo>
                  <a:pt x="11801" y="4530"/>
                </a:lnTo>
                <a:lnTo>
                  <a:pt x="12476" y="3973"/>
                </a:lnTo>
                <a:lnTo>
                  <a:pt x="13440" y="3199"/>
                </a:lnTo>
                <a:lnTo>
                  <a:pt x="14415" y="2414"/>
                </a:lnTo>
                <a:lnTo>
                  <a:pt x="15286" y="1716"/>
                </a:lnTo>
                <a:lnTo>
                  <a:pt x="16168" y="1007"/>
                </a:lnTo>
                <a:lnTo>
                  <a:pt x="17025" y="506"/>
                </a:lnTo>
                <a:lnTo>
                  <a:pt x="17892" y="0"/>
                </a:lnTo>
                <a:close/>
              </a:path>
            </a:pathLst>
          </a:custGeom>
          <a:solidFill>
            <a:srgbClr val="F6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0" name="contour_07658"/>
          <p:cNvSpPr/>
          <p:nvPr/>
        </p:nvSpPr>
        <p:spPr>
          <a:xfrm>
            <a:off x="1424245" y="6325095"/>
            <a:ext cx="94744" cy="247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69"/>
                </a:moveTo>
                <a:lnTo>
                  <a:pt x="2632" y="547"/>
                </a:lnTo>
                <a:lnTo>
                  <a:pt x="4990" y="350"/>
                </a:lnTo>
                <a:lnTo>
                  <a:pt x="7093" y="197"/>
                </a:lnTo>
                <a:lnTo>
                  <a:pt x="8962" y="83"/>
                </a:lnTo>
                <a:lnTo>
                  <a:pt x="10614" y="13"/>
                </a:lnTo>
                <a:lnTo>
                  <a:pt x="12068" y="0"/>
                </a:lnTo>
                <a:lnTo>
                  <a:pt x="13344" y="38"/>
                </a:lnTo>
                <a:lnTo>
                  <a:pt x="14460" y="146"/>
                </a:lnTo>
                <a:lnTo>
                  <a:pt x="15436" y="324"/>
                </a:lnTo>
                <a:lnTo>
                  <a:pt x="16290" y="572"/>
                </a:lnTo>
                <a:lnTo>
                  <a:pt x="17039" y="903"/>
                </a:lnTo>
                <a:lnTo>
                  <a:pt x="17705" y="1323"/>
                </a:lnTo>
                <a:lnTo>
                  <a:pt x="18307" y="1831"/>
                </a:lnTo>
                <a:lnTo>
                  <a:pt x="18862" y="2442"/>
                </a:lnTo>
                <a:lnTo>
                  <a:pt x="19388" y="3147"/>
                </a:lnTo>
                <a:lnTo>
                  <a:pt x="19907" y="3968"/>
                </a:lnTo>
                <a:lnTo>
                  <a:pt x="20435" y="4902"/>
                </a:lnTo>
                <a:lnTo>
                  <a:pt x="20994" y="5952"/>
                </a:lnTo>
                <a:lnTo>
                  <a:pt x="21600" y="7128"/>
                </a:lnTo>
                <a:lnTo>
                  <a:pt x="21600" y="11331"/>
                </a:lnTo>
                <a:lnTo>
                  <a:pt x="21600" y="15559"/>
                </a:lnTo>
                <a:lnTo>
                  <a:pt x="21600" y="19845"/>
                </a:lnTo>
                <a:lnTo>
                  <a:pt x="20503" y="20023"/>
                </a:lnTo>
                <a:lnTo>
                  <a:pt x="19408" y="20182"/>
                </a:lnTo>
                <a:lnTo>
                  <a:pt x="18312" y="20335"/>
                </a:lnTo>
                <a:lnTo>
                  <a:pt x="17217" y="20468"/>
                </a:lnTo>
                <a:lnTo>
                  <a:pt x="16120" y="20595"/>
                </a:lnTo>
                <a:lnTo>
                  <a:pt x="15024" y="20716"/>
                </a:lnTo>
                <a:lnTo>
                  <a:pt x="13927" y="20831"/>
                </a:lnTo>
                <a:lnTo>
                  <a:pt x="12830" y="20939"/>
                </a:lnTo>
                <a:lnTo>
                  <a:pt x="11734" y="21040"/>
                </a:lnTo>
                <a:lnTo>
                  <a:pt x="10797" y="21199"/>
                </a:lnTo>
                <a:lnTo>
                  <a:pt x="9853" y="21358"/>
                </a:lnTo>
                <a:lnTo>
                  <a:pt x="8896" y="21524"/>
                </a:lnTo>
                <a:lnTo>
                  <a:pt x="7834" y="21587"/>
                </a:lnTo>
                <a:lnTo>
                  <a:pt x="6794" y="21600"/>
                </a:lnTo>
                <a:lnTo>
                  <a:pt x="5769" y="21543"/>
                </a:lnTo>
                <a:lnTo>
                  <a:pt x="4750" y="21371"/>
                </a:lnTo>
                <a:lnTo>
                  <a:pt x="3732" y="21053"/>
                </a:lnTo>
                <a:lnTo>
                  <a:pt x="2703" y="20551"/>
                </a:lnTo>
                <a:lnTo>
                  <a:pt x="1662" y="19845"/>
                </a:lnTo>
                <a:lnTo>
                  <a:pt x="947" y="15076"/>
                </a:lnTo>
                <a:lnTo>
                  <a:pt x="503" y="11700"/>
                </a:lnTo>
                <a:lnTo>
                  <a:pt x="251" y="8800"/>
                </a:lnTo>
                <a:lnTo>
                  <a:pt x="110" y="5462"/>
                </a:lnTo>
                <a:lnTo>
                  <a:pt x="0" y="769"/>
                </a:lnTo>
                <a:close/>
              </a:path>
            </a:pathLst>
          </a:custGeom>
          <a:solidFill>
            <a:srgbClr val="A3BDDB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1" name="contour_07659"/>
          <p:cNvSpPr/>
          <p:nvPr/>
        </p:nvSpPr>
        <p:spPr>
          <a:xfrm>
            <a:off x="4141813" y="6056321"/>
            <a:ext cx="95597" cy="982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86" y="0"/>
                </a:moveTo>
                <a:lnTo>
                  <a:pt x="4064" y="978"/>
                </a:lnTo>
                <a:lnTo>
                  <a:pt x="4504" y="1936"/>
                </a:lnTo>
                <a:lnTo>
                  <a:pt x="4823" y="2886"/>
                </a:lnTo>
                <a:lnTo>
                  <a:pt x="5042" y="3841"/>
                </a:lnTo>
                <a:lnTo>
                  <a:pt x="5177" y="4808"/>
                </a:lnTo>
                <a:lnTo>
                  <a:pt x="5246" y="5798"/>
                </a:lnTo>
                <a:lnTo>
                  <a:pt x="5266" y="6822"/>
                </a:lnTo>
                <a:lnTo>
                  <a:pt x="5256" y="7891"/>
                </a:lnTo>
                <a:lnTo>
                  <a:pt x="5235" y="9015"/>
                </a:lnTo>
                <a:lnTo>
                  <a:pt x="5220" y="10028"/>
                </a:lnTo>
                <a:lnTo>
                  <a:pt x="5205" y="11048"/>
                </a:lnTo>
                <a:lnTo>
                  <a:pt x="5190" y="12082"/>
                </a:lnTo>
                <a:lnTo>
                  <a:pt x="5172" y="12856"/>
                </a:lnTo>
                <a:lnTo>
                  <a:pt x="5153" y="13633"/>
                </a:lnTo>
                <a:lnTo>
                  <a:pt x="5133" y="14424"/>
                </a:lnTo>
                <a:lnTo>
                  <a:pt x="6220" y="14424"/>
                </a:lnTo>
                <a:lnTo>
                  <a:pt x="7308" y="14424"/>
                </a:lnTo>
                <a:lnTo>
                  <a:pt x="8397" y="14424"/>
                </a:lnTo>
                <a:lnTo>
                  <a:pt x="9488" y="14424"/>
                </a:lnTo>
                <a:lnTo>
                  <a:pt x="10583" y="14424"/>
                </a:lnTo>
                <a:lnTo>
                  <a:pt x="11683" y="14424"/>
                </a:lnTo>
                <a:lnTo>
                  <a:pt x="12787" y="14424"/>
                </a:lnTo>
                <a:lnTo>
                  <a:pt x="13897" y="14424"/>
                </a:lnTo>
                <a:lnTo>
                  <a:pt x="15013" y="14424"/>
                </a:lnTo>
                <a:lnTo>
                  <a:pt x="15013" y="15483"/>
                </a:lnTo>
                <a:lnTo>
                  <a:pt x="15013" y="16549"/>
                </a:lnTo>
                <a:lnTo>
                  <a:pt x="15013" y="17629"/>
                </a:lnTo>
                <a:lnTo>
                  <a:pt x="15874" y="18228"/>
                </a:lnTo>
                <a:lnTo>
                  <a:pt x="16505" y="18614"/>
                </a:lnTo>
                <a:lnTo>
                  <a:pt x="17213" y="18960"/>
                </a:lnTo>
                <a:lnTo>
                  <a:pt x="18307" y="19432"/>
                </a:lnTo>
                <a:lnTo>
                  <a:pt x="18768" y="19634"/>
                </a:lnTo>
                <a:lnTo>
                  <a:pt x="20159" y="20246"/>
                </a:lnTo>
                <a:lnTo>
                  <a:pt x="20874" y="20537"/>
                </a:lnTo>
                <a:lnTo>
                  <a:pt x="21600" y="20834"/>
                </a:lnTo>
                <a:lnTo>
                  <a:pt x="19364" y="21071"/>
                </a:lnTo>
                <a:lnTo>
                  <a:pt x="17435" y="21268"/>
                </a:lnTo>
                <a:lnTo>
                  <a:pt x="15784" y="21422"/>
                </a:lnTo>
                <a:lnTo>
                  <a:pt x="14374" y="21531"/>
                </a:lnTo>
                <a:lnTo>
                  <a:pt x="13172" y="21592"/>
                </a:lnTo>
                <a:lnTo>
                  <a:pt x="12145" y="21600"/>
                </a:lnTo>
                <a:lnTo>
                  <a:pt x="11257" y="21555"/>
                </a:lnTo>
                <a:lnTo>
                  <a:pt x="10476" y="21451"/>
                </a:lnTo>
                <a:lnTo>
                  <a:pt x="9770" y="21286"/>
                </a:lnTo>
                <a:lnTo>
                  <a:pt x="9101" y="21058"/>
                </a:lnTo>
                <a:lnTo>
                  <a:pt x="8438" y="20762"/>
                </a:lnTo>
                <a:lnTo>
                  <a:pt x="7746" y="20396"/>
                </a:lnTo>
                <a:lnTo>
                  <a:pt x="6992" y="19959"/>
                </a:lnTo>
                <a:lnTo>
                  <a:pt x="6142" y="19444"/>
                </a:lnTo>
                <a:lnTo>
                  <a:pt x="5350" y="18518"/>
                </a:lnTo>
                <a:lnTo>
                  <a:pt x="4632" y="17582"/>
                </a:lnTo>
                <a:lnTo>
                  <a:pt x="3985" y="16635"/>
                </a:lnTo>
                <a:lnTo>
                  <a:pt x="3405" y="15677"/>
                </a:lnTo>
                <a:lnTo>
                  <a:pt x="2885" y="14702"/>
                </a:lnTo>
                <a:lnTo>
                  <a:pt x="2421" y="13714"/>
                </a:lnTo>
                <a:lnTo>
                  <a:pt x="2009" y="12709"/>
                </a:lnTo>
                <a:lnTo>
                  <a:pt x="1645" y="11686"/>
                </a:lnTo>
                <a:lnTo>
                  <a:pt x="1321" y="10645"/>
                </a:lnTo>
                <a:lnTo>
                  <a:pt x="1036" y="9584"/>
                </a:lnTo>
                <a:lnTo>
                  <a:pt x="782" y="8500"/>
                </a:lnTo>
                <a:lnTo>
                  <a:pt x="557" y="7396"/>
                </a:lnTo>
                <a:lnTo>
                  <a:pt x="354" y="6266"/>
                </a:lnTo>
                <a:lnTo>
                  <a:pt x="171" y="5112"/>
                </a:lnTo>
                <a:lnTo>
                  <a:pt x="0" y="3931"/>
                </a:lnTo>
                <a:lnTo>
                  <a:pt x="63" y="3162"/>
                </a:lnTo>
                <a:lnTo>
                  <a:pt x="127" y="2388"/>
                </a:lnTo>
                <a:lnTo>
                  <a:pt x="193" y="1603"/>
                </a:lnTo>
                <a:lnTo>
                  <a:pt x="1163" y="944"/>
                </a:lnTo>
                <a:lnTo>
                  <a:pt x="1830" y="558"/>
                </a:lnTo>
                <a:lnTo>
                  <a:pt x="2501" y="293"/>
                </a:lnTo>
                <a:lnTo>
                  <a:pt x="3486" y="0"/>
                </a:lnTo>
                <a:close/>
              </a:path>
            </a:pathLst>
          </a:custGeom>
          <a:solidFill>
            <a:srgbClr val="A38A53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2" name="contour_07660"/>
          <p:cNvSpPr/>
          <p:nvPr/>
        </p:nvSpPr>
        <p:spPr>
          <a:xfrm>
            <a:off x="7626326" y="6107337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86" y="0"/>
                </a:lnTo>
                <a:lnTo>
                  <a:pt x="5013" y="0"/>
                </a:lnTo>
                <a:lnTo>
                  <a:pt x="6448" y="0"/>
                </a:lnTo>
                <a:lnTo>
                  <a:pt x="7888" y="0"/>
                </a:lnTo>
                <a:lnTo>
                  <a:pt x="9338" y="0"/>
                </a:lnTo>
                <a:lnTo>
                  <a:pt x="10800" y="0"/>
                </a:lnTo>
                <a:lnTo>
                  <a:pt x="10578" y="1975"/>
                </a:lnTo>
                <a:lnTo>
                  <a:pt x="10353" y="3965"/>
                </a:lnTo>
                <a:lnTo>
                  <a:pt x="10126" y="5980"/>
                </a:lnTo>
                <a:lnTo>
                  <a:pt x="10122" y="8498"/>
                </a:lnTo>
                <a:lnTo>
                  <a:pt x="10297" y="10146"/>
                </a:lnTo>
                <a:lnTo>
                  <a:pt x="10800" y="12343"/>
                </a:lnTo>
                <a:lnTo>
                  <a:pt x="12200" y="13074"/>
                </a:lnTo>
                <a:lnTo>
                  <a:pt x="13573" y="13642"/>
                </a:lnTo>
                <a:lnTo>
                  <a:pt x="14941" y="14074"/>
                </a:lnTo>
                <a:lnTo>
                  <a:pt x="16327" y="14404"/>
                </a:lnTo>
                <a:lnTo>
                  <a:pt x="17751" y="14666"/>
                </a:lnTo>
                <a:lnTo>
                  <a:pt x="19237" y="14885"/>
                </a:lnTo>
                <a:lnTo>
                  <a:pt x="20410" y="15154"/>
                </a:lnTo>
                <a:lnTo>
                  <a:pt x="21600" y="15429"/>
                </a:lnTo>
                <a:lnTo>
                  <a:pt x="21600" y="16959"/>
                </a:lnTo>
                <a:lnTo>
                  <a:pt x="21600" y="18514"/>
                </a:lnTo>
                <a:lnTo>
                  <a:pt x="20174" y="18258"/>
                </a:lnTo>
                <a:lnTo>
                  <a:pt x="18749" y="18005"/>
                </a:lnTo>
                <a:lnTo>
                  <a:pt x="17321" y="17749"/>
                </a:lnTo>
                <a:lnTo>
                  <a:pt x="15891" y="17496"/>
                </a:lnTo>
                <a:lnTo>
                  <a:pt x="14459" y="17240"/>
                </a:lnTo>
                <a:lnTo>
                  <a:pt x="13025" y="16984"/>
                </a:lnTo>
                <a:lnTo>
                  <a:pt x="11586" y="16728"/>
                </a:lnTo>
                <a:lnTo>
                  <a:pt x="10143" y="16468"/>
                </a:lnTo>
                <a:lnTo>
                  <a:pt x="8696" y="16209"/>
                </a:lnTo>
                <a:lnTo>
                  <a:pt x="7245" y="15950"/>
                </a:lnTo>
                <a:lnTo>
                  <a:pt x="5784" y="15691"/>
                </a:lnTo>
                <a:lnTo>
                  <a:pt x="4320" y="15429"/>
                </a:lnTo>
                <a:lnTo>
                  <a:pt x="4320" y="17468"/>
                </a:lnTo>
                <a:lnTo>
                  <a:pt x="4320" y="19520"/>
                </a:lnTo>
                <a:lnTo>
                  <a:pt x="4320" y="21600"/>
                </a:lnTo>
                <a:lnTo>
                  <a:pt x="2892" y="21600"/>
                </a:lnTo>
                <a:lnTo>
                  <a:pt x="1456" y="21600"/>
                </a:lnTo>
                <a:lnTo>
                  <a:pt x="0" y="21600"/>
                </a:lnTo>
                <a:lnTo>
                  <a:pt x="214" y="19462"/>
                </a:lnTo>
                <a:lnTo>
                  <a:pt x="428" y="17320"/>
                </a:lnTo>
                <a:lnTo>
                  <a:pt x="642" y="15179"/>
                </a:lnTo>
                <a:lnTo>
                  <a:pt x="858" y="13034"/>
                </a:lnTo>
                <a:lnTo>
                  <a:pt x="1071" y="10880"/>
                </a:lnTo>
                <a:lnTo>
                  <a:pt x="1287" y="8723"/>
                </a:lnTo>
                <a:lnTo>
                  <a:pt x="1503" y="6557"/>
                </a:lnTo>
                <a:lnTo>
                  <a:pt x="1722" y="4382"/>
                </a:lnTo>
                <a:lnTo>
                  <a:pt x="1940" y="2197"/>
                </a:lnTo>
                <a:lnTo>
                  <a:pt x="2160" y="0"/>
                </a:lnTo>
                <a:close/>
              </a:path>
            </a:pathLst>
          </a:custGeom>
          <a:solidFill>
            <a:srgbClr val="BCA5C2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3" name="contour_07661"/>
          <p:cNvSpPr/>
          <p:nvPr/>
        </p:nvSpPr>
        <p:spPr>
          <a:xfrm>
            <a:off x="4740281" y="6005305"/>
            <a:ext cx="87456" cy="504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90" y="0"/>
                </a:lnTo>
                <a:lnTo>
                  <a:pt x="9587" y="0"/>
                </a:lnTo>
                <a:lnTo>
                  <a:pt x="10800" y="0"/>
                </a:lnTo>
                <a:lnTo>
                  <a:pt x="10800" y="2061"/>
                </a:lnTo>
                <a:lnTo>
                  <a:pt x="10800" y="4135"/>
                </a:lnTo>
                <a:lnTo>
                  <a:pt x="10800" y="6236"/>
                </a:lnTo>
                <a:lnTo>
                  <a:pt x="11988" y="6236"/>
                </a:lnTo>
                <a:lnTo>
                  <a:pt x="13178" y="6236"/>
                </a:lnTo>
                <a:lnTo>
                  <a:pt x="14368" y="6236"/>
                </a:lnTo>
                <a:lnTo>
                  <a:pt x="15561" y="6236"/>
                </a:lnTo>
                <a:lnTo>
                  <a:pt x="16758" y="6236"/>
                </a:lnTo>
                <a:lnTo>
                  <a:pt x="17960" y="6236"/>
                </a:lnTo>
                <a:lnTo>
                  <a:pt x="19166" y="6236"/>
                </a:lnTo>
                <a:lnTo>
                  <a:pt x="20380" y="6236"/>
                </a:lnTo>
                <a:lnTo>
                  <a:pt x="21600" y="6236"/>
                </a:lnTo>
                <a:lnTo>
                  <a:pt x="21362" y="8429"/>
                </a:lnTo>
                <a:lnTo>
                  <a:pt x="21150" y="10010"/>
                </a:lnTo>
                <a:lnTo>
                  <a:pt x="20876" y="11431"/>
                </a:lnTo>
                <a:lnTo>
                  <a:pt x="20455" y="13143"/>
                </a:lnTo>
                <a:lnTo>
                  <a:pt x="19800" y="15591"/>
                </a:lnTo>
                <a:lnTo>
                  <a:pt x="18603" y="16555"/>
                </a:lnTo>
                <a:lnTo>
                  <a:pt x="17471" y="17394"/>
                </a:lnTo>
                <a:lnTo>
                  <a:pt x="16366" y="18123"/>
                </a:lnTo>
                <a:lnTo>
                  <a:pt x="15250" y="18769"/>
                </a:lnTo>
                <a:lnTo>
                  <a:pt x="14083" y="19346"/>
                </a:lnTo>
                <a:lnTo>
                  <a:pt x="12825" y="19879"/>
                </a:lnTo>
                <a:lnTo>
                  <a:pt x="11840" y="20290"/>
                </a:lnTo>
                <a:lnTo>
                  <a:pt x="10841" y="20711"/>
                </a:lnTo>
                <a:lnTo>
                  <a:pt x="9468" y="21167"/>
                </a:lnTo>
                <a:lnTo>
                  <a:pt x="8195" y="21485"/>
                </a:lnTo>
                <a:lnTo>
                  <a:pt x="6982" y="21600"/>
                </a:lnTo>
                <a:lnTo>
                  <a:pt x="5783" y="21453"/>
                </a:lnTo>
                <a:lnTo>
                  <a:pt x="4554" y="20983"/>
                </a:lnTo>
                <a:lnTo>
                  <a:pt x="3249" y="20122"/>
                </a:lnTo>
                <a:lnTo>
                  <a:pt x="2527" y="18822"/>
                </a:lnTo>
                <a:lnTo>
                  <a:pt x="1998" y="17774"/>
                </a:lnTo>
                <a:lnTo>
                  <a:pt x="1505" y="16611"/>
                </a:lnTo>
                <a:lnTo>
                  <a:pt x="889" y="14968"/>
                </a:lnTo>
                <a:lnTo>
                  <a:pt x="0" y="12473"/>
                </a:lnTo>
                <a:lnTo>
                  <a:pt x="855" y="11572"/>
                </a:lnTo>
                <a:lnTo>
                  <a:pt x="1715" y="10664"/>
                </a:lnTo>
                <a:lnTo>
                  <a:pt x="2588" y="9744"/>
                </a:lnTo>
                <a:lnTo>
                  <a:pt x="3969" y="8005"/>
                </a:lnTo>
                <a:lnTo>
                  <a:pt x="4858" y="6770"/>
                </a:lnTo>
                <a:lnTo>
                  <a:pt x="5438" y="5703"/>
                </a:lnTo>
                <a:lnTo>
                  <a:pt x="5895" y="4468"/>
                </a:lnTo>
                <a:lnTo>
                  <a:pt x="6412" y="2728"/>
                </a:lnTo>
                <a:lnTo>
                  <a:pt x="6610" y="2052"/>
                </a:lnTo>
                <a:lnTo>
                  <a:pt x="7200" y="0"/>
                </a:lnTo>
                <a:close/>
              </a:path>
            </a:pathLst>
          </a:custGeom>
          <a:solidFill>
            <a:srgbClr val="E3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4" name="contour_07662"/>
          <p:cNvSpPr/>
          <p:nvPr/>
        </p:nvSpPr>
        <p:spPr>
          <a:xfrm>
            <a:off x="1861525" y="5991939"/>
            <a:ext cx="102032" cy="352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99" y="4897"/>
                </a:moveTo>
                <a:lnTo>
                  <a:pt x="19323" y="6577"/>
                </a:lnTo>
                <a:lnTo>
                  <a:pt x="19841" y="8052"/>
                </a:lnTo>
                <a:lnTo>
                  <a:pt x="20296" y="9911"/>
                </a:lnTo>
                <a:lnTo>
                  <a:pt x="20835" y="12744"/>
                </a:lnTo>
                <a:lnTo>
                  <a:pt x="21600" y="17132"/>
                </a:lnTo>
                <a:lnTo>
                  <a:pt x="20531" y="17351"/>
                </a:lnTo>
                <a:lnTo>
                  <a:pt x="19462" y="17574"/>
                </a:lnTo>
                <a:lnTo>
                  <a:pt x="18391" y="17793"/>
                </a:lnTo>
                <a:lnTo>
                  <a:pt x="17322" y="18016"/>
                </a:lnTo>
                <a:lnTo>
                  <a:pt x="16251" y="18235"/>
                </a:lnTo>
                <a:lnTo>
                  <a:pt x="15179" y="18459"/>
                </a:lnTo>
                <a:lnTo>
                  <a:pt x="14106" y="18682"/>
                </a:lnTo>
                <a:lnTo>
                  <a:pt x="13033" y="18901"/>
                </a:lnTo>
                <a:lnTo>
                  <a:pt x="11957" y="19125"/>
                </a:lnTo>
                <a:lnTo>
                  <a:pt x="10880" y="19348"/>
                </a:lnTo>
                <a:lnTo>
                  <a:pt x="9802" y="19571"/>
                </a:lnTo>
                <a:lnTo>
                  <a:pt x="8722" y="19795"/>
                </a:lnTo>
                <a:lnTo>
                  <a:pt x="7640" y="20018"/>
                </a:lnTo>
                <a:lnTo>
                  <a:pt x="6557" y="20242"/>
                </a:lnTo>
                <a:lnTo>
                  <a:pt x="5471" y="20465"/>
                </a:lnTo>
                <a:lnTo>
                  <a:pt x="4382" y="20693"/>
                </a:lnTo>
                <a:lnTo>
                  <a:pt x="3291" y="20916"/>
                </a:lnTo>
                <a:lnTo>
                  <a:pt x="2197" y="21144"/>
                </a:lnTo>
                <a:lnTo>
                  <a:pt x="1100" y="21372"/>
                </a:lnTo>
                <a:lnTo>
                  <a:pt x="0" y="21600"/>
                </a:lnTo>
                <a:lnTo>
                  <a:pt x="602" y="18468"/>
                </a:lnTo>
                <a:lnTo>
                  <a:pt x="1254" y="15738"/>
                </a:lnTo>
                <a:lnTo>
                  <a:pt x="1956" y="13365"/>
                </a:lnTo>
                <a:lnTo>
                  <a:pt x="2709" y="11296"/>
                </a:lnTo>
                <a:lnTo>
                  <a:pt x="3513" y="9486"/>
                </a:lnTo>
                <a:lnTo>
                  <a:pt x="4371" y="7887"/>
                </a:lnTo>
                <a:lnTo>
                  <a:pt x="5283" y="6452"/>
                </a:lnTo>
                <a:lnTo>
                  <a:pt x="6250" y="5130"/>
                </a:lnTo>
                <a:lnTo>
                  <a:pt x="7271" y="3874"/>
                </a:lnTo>
                <a:lnTo>
                  <a:pt x="8350" y="2636"/>
                </a:lnTo>
                <a:lnTo>
                  <a:pt x="9487" y="1372"/>
                </a:lnTo>
                <a:lnTo>
                  <a:pt x="10669" y="608"/>
                </a:lnTo>
                <a:lnTo>
                  <a:pt x="11747" y="156"/>
                </a:lnTo>
                <a:lnTo>
                  <a:pt x="12752" y="0"/>
                </a:lnTo>
                <a:lnTo>
                  <a:pt x="13704" y="139"/>
                </a:lnTo>
                <a:lnTo>
                  <a:pt x="14631" y="554"/>
                </a:lnTo>
                <a:lnTo>
                  <a:pt x="15560" y="1251"/>
                </a:lnTo>
                <a:lnTo>
                  <a:pt x="16513" y="2207"/>
                </a:lnTo>
                <a:lnTo>
                  <a:pt x="17518" y="3427"/>
                </a:lnTo>
                <a:lnTo>
                  <a:pt x="18599" y="4897"/>
                </a:lnTo>
                <a:close/>
              </a:path>
            </a:pathLst>
          </a:custGeom>
          <a:solidFill>
            <a:srgbClr val="AAABAA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5" name="contour_07663"/>
          <p:cNvSpPr/>
          <p:nvPr/>
        </p:nvSpPr>
        <p:spPr>
          <a:xfrm>
            <a:off x="3938602" y="5968909"/>
            <a:ext cx="65592" cy="509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70"/>
                </a:moveTo>
                <a:lnTo>
                  <a:pt x="20014" y="3070"/>
                </a:lnTo>
                <a:lnTo>
                  <a:pt x="18418" y="3070"/>
                </a:lnTo>
                <a:lnTo>
                  <a:pt x="16800" y="3070"/>
                </a:lnTo>
                <a:lnTo>
                  <a:pt x="16049" y="5090"/>
                </a:lnTo>
                <a:lnTo>
                  <a:pt x="15533" y="6581"/>
                </a:lnTo>
                <a:lnTo>
                  <a:pt x="15122" y="7990"/>
                </a:lnTo>
                <a:lnTo>
                  <a:pt x="14688" y="9759"/>
                </a:lnTo>
                <a:lnTo>
                  <a:pt x="14100" y="12335"/>
                </a:lnTo>
                <a:lnTo>
                  <a:pt x="13697" y="14058"/>
                </a:lnTo>
                <a:lnTo>
                  <a:pt x="13291" y="15791"/>
                </a:lnTo>
                <a:lnTo>
                  <a:pt x="12881" y="17548"/>
                </a:lnTo>
                <a:lnTo>
                  <a:pt x="12444" y="19559"/>
                </a:lnTo>
                <a:lnTo>
                  <a:pt x="12000" y="21600"/>
                </a:lnTo>
                <a:lnTo>
                  <a:pt x="10214" y="21019"/>
                </a:lnTo>
                <a:lnTo>
                  <a:pt x="8947" y="20568"/>
                </a:lnTo>
                <a:lnTo>
                  <a:pt x="7853" y="20099"/>
                </a:lnTo>
                <a:lnTo>
                  <a:pt x="6586" y="19463"/>
                </a:lnTo>
                <a:lnTo>
                  <a:pt x="4800" y="18512"/>
                </a:lnTo>
                <a:lnTo>
                  <a:pt x="4800" y="16470"/>
                </a:lnTo>
                <a:lnTo>
                  <a:pt x="4800" y="14416"/>
                </a:lnTo>
                <a:lnTo>
                  <a:pt x="4800" y="12335"/>
                </a:lnTo>
                <a:lnTo>
                  <a:pt x="3214" y="12335"/>
                </a:lnTo>
                <a:lnTo>
                  <a:pt x="1618" y="12335"/>
                </a:lnTo>
                <a:lnTo>
                  <a:pt x="0" y="12335"/>
                </a:lnTo>
                <a:lnTo>
                  <a:pt x="0" y="10500"/>
                </a:lnTo>
                <a:lnTo>
                  <a:pt x="0" y="8660"/>
                </a:lnTo>
                <a:lnTo>
                  <a:pt x="0" y="6813"/>
                </a:lnTo>
                <a:lnTo>
                  <a:pt x="0" y="4951"/>
                </a:lnTo>
                <a:lnTo>
                  <a:pt x="0" y="3070"/>
                </a:lnTo>
                <a:lnTo>
                  <a:pt x="3250" y="2193"/>
                </a:lnTo>
                <a:lnTo>
                  <a:pt x="6017" y="1461"/>
                </a:lnTo>
                <a:lnTo>
                  <a:pt x="8362" y="877"/>
                </a:lnTo>
                <a:lnTo>
                  <a:pt x="10346" y="439"/>
                </a:lnTo>
                <a:lnTo>
                  <a:pt x="12024" y="145"/>
                </a:lnTo>
                <a:lnTo>
                  <a:pt x="13459" y="0"/>
                </a:lnTo>
                <a:lnTo>
                  <a:pt x="14707" y="0"/>
                </a:lnTo>
                <a:lnTo>
                  <a:pt x="15830" y="145"/>
                </a:lnTo>
                <a:lnTo>
                  <a:pt x="16884" y="439"/>
                </a:lnTo>
                <a:lnTo>
                  <a:pt x="17928" y="877"/>
                </a:lnTo>
                <a:lnTo>
                  <a:pt x="19022" y="1461"/>
                </a:lnTo>
                <a:lnTo>
                  <a:pt x="20227" y="2193"/>
                </a:lnTo>
                <a:lnTo>
                  <a:pt x="21600" y="3070"/>
                </a:lnTo>
                <a:close/>
              </a:path>
            </a:pathLst>
          </a:custGeom>
          <a:solidFill>
            <a:srgbClr val="9C9C9C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6" name="contour_07664"/>
          <p:cNvSpPr/>
          <p:nvPr/>
        </p:nvSpPr>
        <p:spPr>
          <a:xfrm>
            <a:off x="2035722" y="5947001"/>
            <a:ext cx="9545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1" y="0"/>
                </a:moveTo>
                <a:lnTo>
                  <a:pt x="2742" y="666"/>
                </a:lnTo>
                <a:lnTo>
                  <a:pt x="3417" y="1217"/>
                </a:lnTo>
                <a:lnTo>
                  <a:pt x="4166" y="1948"/>
                </a:lnTo>
                <a:lnTo>
                  <a:pt x="5315" y="3150"/>
                </a:lnTo>
                <a:lnTo>
                  <a:pt x="6369" y="4100"/>
                </a:lnTo>
                <a:lnTo>
                  <a:pt x="7428" y="4957"/>
                </a:lnTo>
                <a:lnTo>
                  <a:pt x="8486" y="5731"/>
                </a:lnTo>
                <a:lnTo>
                  <a:pt x="9550" y="6426"/>
                </a:lnTo>
                <a:lnTo>
                  <a:pt x="10619" y="7049"/>
                </a:lnTo>
                <a:lnTo>
                  <a:pt x="11691" y="7607"/>
                </a:lnTo>
                <a:lnTo>
                  <a:pt x="12766" y="8107"/>
                </a:lnTo>
                <a:lnTo>
                  <a:pt x="13848" y="8557"/>
                </a:lnTo>
                <a:lnTo>
                  <a:pt x="14936" y="8960"/>
                </a:lnTo>
                <a:lnTo>
                  <a:pt x="16029" y="9324"/>
                </a:lnTo>
                <a:lnTo>
                  <a:pt x="17128" y="9655"/>
                </a:lnTo>
                <a:lnTo>
                  <a:pt x="18234" y="9965"/>
                </a:lnTo>
                <a:lnTo>
                  <a:pt x="19349" y="10253"/>
                </a:lnTo>
                <a:lnTo>
                  <a:pt x="20470" y="10530"/>
                </a:lnTo>
                <a:lnTo>
                  <a:pt x="21600" y="10800"/>
                </a:lnTo>
                <a:lnTo>
                  <a:pt x="21254" y="12949"/>
                </a:lnTo>
                <a:lnTo>
                  <a:pt x="20965" y="14418"/>
                </a:lnTo>
                <a:lnTo>
                  <a:pt x="20584" y="15876"/>
                </a:lnTo>
                <a:lnTo>
                  <a:pt x="19951" y="18000"/>
                </a:lnTo>
                <a:lnTo>
                  <a:pt x="18861" y="18205"/>
                </a:lnTo>
                <a:lnTo>
                  <a:pt x="18073" y="18238"/>
                </a:lnTo>
                <a:lnTo>
                  <a:pt x="17207" y="18068"/>
                </a:lnTo>
                <a:lnTo>
                  <a:pt x="15879" y="17662"/>
                </a:lnTo>
                <a:lnTo>
                  <a:pt x="15073" y="17446"/>
                </a:lnTo>
                <a:lnTo>
                  <a:pt x="14261" y="17226"/>
                </a:lnTo>
                <a:lnTo>
                  <a:pt x="13439" y="17003"/>
                </a:lnTo>
                <a:lnTo>
                  <a:pt x="12416" y="16682"/>
                </a:lnTo>
                <a:lnTo>
                  <a:pt x="11392" y="16362"/>
                </a:lnTo>
                <a:lnTo>
                  <a:pt x="10370" y="16038"/>
                </a:lnTo>
                <a:lnTo>
                  <a:pt x="9345" y="15718"/>
                </a:lnTo>
                <a:lnTo>
                  <a:pt x="8323" y="15397"/>
                </a:lnTo>
                <a:lnTo>
                  <a:pt x="7517" y="15181"/>
                </a:lnTo>
                <a:lnTo>
                  <a:pt x="6705" y="14962"/>
                </a:lnTo>
                <a:lnTo>
                  <a:pt x="5882" y="14738"/>
                </a:lnTo>
                <a:lnTo>
                  <a:pt x="5323" y="14558"/>
                </a:lnTo>
                <a:lnTo>
                  <a:pt x="3636" y="14026"/>
                </a:lnTo>
                <a:lnTo>
                  <a:pt x="2731" y="14213"/>
                </a:lnTo>
                <a:lnTo>
                  <a:pt x="1811" y="14400"/>
                </a:lnTo>
                <a:lnTo>
                  <a:pt x="1177" y="16524"/>
                </a:lnTo>
                <a:lnTo>
                  <a:pt x="797" y="17982"/>
                </a:lnTo>
                <a:lnTo>
                  <a:pt x="508" y="19451"/>
                </a:lnTo>
                <a:lnTo>
                  <a:pt x="162" y="21600"/>
                </a:lnTo>
                <a:lnTo>
                  <a:pt x="130" y="19408"/>
                </a:lnTo>
                <a:lnTo>
                  <a:pt x="104" y="17212"/>
                </a:lnTo>
                <a:lnTo>
                  <a:pt x="81" y="15019"/>
                </a:lnTo>
                <a:lnTo>
                  <a:pt x="59" y="12823"/>
                </a:lnTo>
                <a:lnTo>
                  <a:pt x="30" y="10375"/>
                </a:lnTo>
                <a:lnTo>
                  <a:pt x="0" y="7888"/>
                </a:lnTo>
                <a:lnTo>
                  <a:pt x="119" y="5353"/>
                </a:lnTo>
                <a:lnTo>
                  <a:pt x="348" y="3686"/>
                </a:lnTo>
                <a:lnTo>
                  <a:pt x="854" y="2149"/>
                </a:lnTo>
                <a:lnTo>
                  <a:pt x="1811" y="0"/>
                </a:lnTo>
                <a:close/>
              </a:path>
            </a:pathLst>
          </a:custGeom>
          <a:solidFill>
            <a:srgbClr val="B3B7BD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7" name="contour_07665"/>
          <p:cNvSpPr/>
          <p:nvPr/>
        </p:nvSpPr>
        <p:spPr>
          <a:xfrm>
            <a:off x="2415412" y="5910561"/>
            <a:ext cx="7288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714" y="377"/>
                </a:lnTo>
                <a:lnTo>
                  <a:pt x="19643" y="675"/>
                </a:lnTo>
                <a:lnTo>
                  <a:pt x="20470" y="1052"/>
                </a:lnTo>
                <a:lnTo>
                  <a:pt x="21600" y="1662"/>
                </a:lnTo>
                <a:lnTo>
                  <a:pt x="20619" y="2343"/>
                </a:lnTo>
                <a:lnTo>
                  <a:pt x="19630" y="3031"/>
                </a:lnTo>
                <a:lnTo>
                  <a:pt x="18630" y="3725"/>
                </a:lnTo>
                <a:lnTo>
                  <a:pt x="17582" y="4578"/>
                </a:lnTo>
                <a:lnTo>
                  <a:pt x="16621" y="5452"/>
                </a:lnTo>
                <a:lnTo>
                  <a:pt x="15738" y="6345"/>
                </a:lnTo>
                <a:lnTo>
                  <a:pt x="14926" y="7263"/>
                </a:lnTo>
                <a:lnTo>
                  <a:pt x="14172" y="8200"/>
                </a:lnTo>
                <a:lnTo>
                  <a:pt x="13468" y="9157"/>
                </a:lnTo>
                <a:lnTo>
                  <a:pt x="12807" y="10134"/>
                </a:lnTo>
                <a:lnTo>
                  <a:pt x="12178" y="11131"/>
                </a:lnTo>
                <a:lnTo>
                  <a:pt x="11571" y="12148"/>
                </a:lnTo>
                <a:lnTo>
                  <a:pt x="10981" y="13184"/>
                </a:lnTo>
                <a:lnTo>
                  <a:pt x="10394" y="14238"/>
                </a:lnTo>
                <a:lnTo>
                  <a:pt x="9804" y="15311"/>
                </a:lnTo>
                <a:lnTo>
                  <a:pt x="8830" y="16934"/>
                </a:lnTo>
                <a:lnTo>
                  <a:pt x="8055" y="18124"/>
                </a:lnTo>
                <a:lnTo>
                  <a:pt x="7359" y="18985"/>
                </a:lnTo>
                <a:lnTo>
                  <a:pt x="6623" y="19616"/>
                </a:lnTo>
                <a:lnTo>
                  <a:pt x="5724" y="20123"/>
                </a:lnTo>
                <a:lnTo>
                  <a:pt x="4547" y="20608"/>
                </a:lnTo>
                <a:lnTo>
                  <a:pt x="2970" y="21171"/>
                </a:lnTo>
                <a:lnTo>
                  <a:pt x="1495" y="21384"/>
                </a:lnTo>
                <a:lnTo>
                  <a:pt x="0" y="21600"/>
                </a:lnTo>
                <a:lnTo>
                  <a:pt x="190" y="20586"/>
                </a:lnTo>
                <a:lnTo>
                  <a:pt x="389" y="19573"/>
                </a:lnTo>
                <a:lnTo>
                  <a:pt x="596" y="18561"/>
                </a:lnTo>
                <a:lnTo>
                  <a:pt x="810" y="17549"/>
                </a:lnTo>
                <a:lnTo>
                  <a:pt x="1037" y="16419"/>
                </a:lnTo>
                <a:lnTo>
                  <a:pt x="1266" y="15271"/>
                </a:lnTo>
                <a:lnTo>
                  <a:pt x="1814" y="14115"/>
                </a:lnTo>
                <a:lnTo>
                  <a:pt x="2303" y="13434"/>
                </a:lnTo>
                <a:lnTo>
                  <a:pt x="3007" y="12967"/>
                </a:lnTo>
                <a:lnTo>
                  <a:pt x="4201" y="12448"/>
                </a:lnTo>
                <a:lnTo>
                  <a:pt x="5331" y="12043"/>
                </a:lnTo>
                <a:lnTo>
                  <a:pt x="6480" y="11631"/>
                </a:lnTo>
                <a:lnTo>
                  <a:pt x="7316" y="10704"/>
                </a:lnTo>
                <a:lnTo>
                  <a:pt x="7901" y="10031"/>
                </a:lnTo>
                <a:lnTo>
                  <a:pt x="8394" y="9414"/>
                </a:lnTo>
                <a:lnTo>
                  <a:pt x="8949" y="8663"/>
                </a:lnTo>
                <a:lnTo>
                  <a:pt x="9720" y="7580"/>
                </a:lnTo>
                <a:lnTo>
                  <a:pt x="10426" y="6610"/>
                </a:lnTo>
                <a:lnTo>
                  <a:pt x="11137" y="5677"/>
                </a:lnTo>
                <a:lnTo>
                  <a:pt x="11865" y="4780"/>
                </a:lnTo>
                <a:lnTo>
                  <a:pt x="12623" y="3918"/>
                </a:lnTo>
                <a:lnTo>
                  <a:pt x="13422" y="3085"/>
                </a:lnTo>
                <a:lnTo>
                  <a:pt x="14275" y="2280"/>
                </a:lnTo>
                <a:lnTo>
                  <a:pt x="15196" y="1499"/>
                </a:lnTo>
                <a:lnTo>
                  <a:pt x="16191" y="739"/>
                </a:lnTo>
                <a:lnTo>
                  <a:pt x="17280" y="0"/>
                </a:lnTo>
                <a:close/>
              </a:path>
            </a:pathLst>
          </a:custGeom>
          <a:solidFill>
            <a:srgbClr val="D0D5DE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8" name="contour_07666"/>
          <p:cNvSpPr/>
          <p:nvPr/>
        </p:nvSpPr>
        <p:spPr>
          <a:xfrm>
            <a:off x="4295714" y="5899192"/>
            <a:ext cx="80168" cy="62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35" y="131"/>
                </a:moveTo>
                <a:lnTo>
                  <a:pt x="5557" y="0"/>
                </a:lnTo>
                <a:lnTo>
                  <a:pt x="7020" y="30"/>
                </a:lnTo>
                <a:lnTo>
                  <a:pt x="8363" y="232"/>
                </a:lnTo>
                <a:lnTo>
                  <a:pt x="9626" y="621"/>
                </a:lnTo>
                <a:lnTo>
                  <a:pt x="10843" y="1206"/>
                </a:lnTo>
                <a:lnTo>
                  <a:pt x="12057" y="2001"/>
                </a:lnTo>
                <a:lnTo>
                  <a:pt x="13300" y="3020"/>
                </a:lnTo>
                <a:lnTo>
                  <a:pt x="14613" y="4272"/>
                </a:lnTo>
                <a:lnTo>
                  <a:pt x="15526" y="5453"/>
                </a:lnTo>
                <a:lnTo>
                  <a:pt x="16426" y="6644"/>
                </a:lnTo>
                <a:lnTo>
                  <a:pt x="17315" y="7843"/>
                </a:lnTo>
                <a:lnTo>
                  <a:pt x="18191" y="9051"/>
                </a:lnTo>
                <a:lnTo>
                  <a:pt x="19057" y="10273"/>
                </a:lnTo>
                <a:lnTo>
                  <a:pt x="19913" y="11509"/>
                </a:lnTo>
                <a:lnTo>
                  <a:pt x="20762" y="12761"/>
                </a:lnTo>
                <a:lnTo>
                  <a:pt x="21600" y="14030"/>
                </a:lnTo>
                <a:lnTo>
                  <a:pt x="20261" y="13709"/>
                </a:lnTo>
                <a:lnTo>
                  <a:pt x="18929" y="13381"/>
                </a:lnTo>
                <a:lnTo>
                  <a:pt x="17604" y="13043"/>
                </a:lnTo>
                <a:lnTo>
                  <a:pt x="16282" y="12693"/>
                </a:lnTo>
                <a:lnTo>
                  <a:pt x="14969" y="12327"/>
                </a:lnTo>
                <a:lnTo>
                  <a:pt x="13659" y="11938"/>
                </a:lnTo>
                <a:lnTo>
                  <a:pt x="12355" y="11527"/>
                </a:lnTo>
                <a:lnTo>
                  <a:pt x="11055" y="11088"/>
                </a:lnTo>
                <a:lnTo>
                  <a:pt x="9759" y="10618"/>
                </a:lnTo>
                <a:lnTo>
                  <a:pt x="8467" y="10114"/>
                </a:lnTo>
                <a:lnTo>
                  <a:pt x="7177" y="9569"/>
                </a:lnTo>
                <a:lnTo>
                  <a:pt x="5891" y="8983"/>
                </a:lnTo>
                <a:lnTo>
                  <a:pt x="5891" y="10767"/>
                </a:lnTo>
                <a:lnTo>
                  <a:pt x="5891" y="12556"/>
                </a:lnTo>
                <a:lnTo>
                  <a:pt x="5891" y="14348"/>
                </a:lnTo>
                <a:lnTo>
                  <a:pt x="5891" y="16144"/>
                </a:lnTo>
                <a:lnTo>
                  <a:pt x="5891" y="17951"/>
                </a:lnTo>
                <a:lnTo>
                  <a:pt x="5891" y="19771"/>
                </a:lnTo>
                <a:lnTo>
                  <a:pt x="5891" y="21600"/>
                </a:lnTo>
                <a:lnTo>
                  <a:pt x="5647" y="20351"/>
                </a:lnTo>
                <a:lnTo>
                  <a:pt x="5402" y="19092"/>
                </a:lnTo>
                <a:lnTo>
                  <a:pt x="5155" y="17815"/>
                </a:lnTo>
                <a:lnTo>
                  <a:pt x="4974" y="17257"/>
                </a:lnTo>
                <a:lnTo>
                  <a:pt x="4656" y="16276"/>
                </a:lnTo>
                <a:lnTo>
                  <a:pt x="3927" y="14030"/>
                </a:lnTo>
                <a:lnTo>
                  <a:pt x="2629" y="14030"/>
                </a:lnTo>
                <a:lnTo>
                  <a:pt x="1323" y="14030"/>
                </a:lnTo>
                <a:lnTo>
                  <a:pt x="0" y="14030"/>
                </a:lnTo>
                <a:lnTo>
                  <a:pt x="110" y="10583"/>
                </a:lnTo>
                <a:lnTo>
                  <a:pt x="226" y="7878"/>
                </a:lnTo>
                <a:lnTo>
                  <a:pt x="381" y="5804"/>
                </a:lnTo>
                <a:lnTo>
                  <a:pt x="607" y="4239"/>
                </a:lnTo>
                <a:lnTo>
                  <a:pt x="937" y="3076"/>
                </a:lnTo>
                <a:lnTo>
                  <a:pt x="1402" y="2200"/>
                </a:lnTo>
                <a:lnTo>
                  <a:pt x="2034" y="1491"/>
                </a:lnTo>
                <a:lnTo>
                  <a:pt x="2869" y="840"/>
                </a:lnTo>
                <a:lnTo>
                  <a:pt x="3935" y="131"/>
                </a:lnTo>
                <a:close/>
              </a:path>
            </a:pathLst>
          </a:custGeom>
          <a:solidFill>
            <a:srgbClr val="565551"/>
          </a:solidFill>
          <a:ln>
            <a:noFill/>
          </a:ln>
        </p:spPr>
        <p:txBody>
          <a:bodyPr/>
          <a:lstStyle/>
          <a:p/>
        </p:txBody>
      </p:sp>
      <p:sp>
        <p:nvSpPr>
          <p:cNvPr id="7669" name="contour_07667"/>
          <p:cNvSpPr/>
          <p:nvPr/>
        </p:nvSpPr>
        <p:spPr>
          <a:xfrm>
            <a:off x="3989618" y="5888697"/>
            <a:ext cx="52277" cy="650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11" y="0"/>
                </a:moveTo>
                <a:lnTo>
                  <a:pt x="4767" y="774"/>
                </a:lnTo>
                <a:lnTo>
                  <a:pt x="6504" y="1555"/>
                </a:lnTo>
                <a:lnTo>
                  <a:pt x="8221" y="2349"/>
                </a:lnTo>
                <a:lnTo>
                  <a:pt x="9913" y="3157"/>
                </a:lnTo>
                <a:lnTo>
                  <a:pt x="11584" y="3986"/>
                </a:lnTo>
                <a:lnTo>
                  <a:pt x="13232" y="4842"/>
                </a:lnTo>
                <a:lnTo>
                  <a:pt x="14855" y="5728"/>
                </a:lnTo>
                <a:lnTo>
                  <a:pt x="16451" y="6649"/>
                </a:lnTo>
                <a:lnTo>
                  <a:pt x="18023" y="7612"/>
                </a:lnTo>
                <a:lnTo>
                  <a:pt x="19564" y="8618"/>
                </a:lnTo>
                <a:lnTo>
                  <a:pt x="21079" y="9675"/>
                </a:lnTo>
                <a:lnTo>
                  <a:pt x="21513" y="11431"/>
                </a:lnTo>
                <a:lnTo>
                  <a:pt x="21600" y="12912"/>
                </a:lnTo>
                <a:lnTo>
                  <a:pt x="21359" y="14281"/>
                </a:lnTo>
                <a:lnTo>
                  <a:pt x="20802" y="15705"/>
                </a:lnTo>
                <a:lnTo>
                  <a:pt x="19938" y="17357"/>
                </a:lnTo>
                <a:lnTo>
                  <a:pt x="18790" y="18543"/>
                </a:lnTo>
                <a:lnTo>
                  <a:pt x="17785" y="19365"/>
                </a:lnTo>
                <a:lnTo>
                  <a:pt x="16351" y="20212"/>
                </a:lnTo>
                <a:lnTo>
                  <a:pt x="13927" y="21467"/>
                </a:lnTo>
                <a:lnTo>
                  <a:pt x="11497" y="21600"/>
                </a:lnTo>
                <a:lnTo>
                  <a:pt x="9766" y="21578"/>
                </a:lnTo>
                <a:lnTo>
                  <a:pt x="8248" y="21327"/>
                </a:lnTo>
                <a:lnTo>
                  <a:pt x="6471" y="20761"/>
                </a:lnTo>
                <a:lnTo>
                  <a:pt x="3951" y="19805"/>
                </a:lnTo>
                <a:lnTo>
                  <a:pt x="2647" y="18857"/>
                </a:lnTo>
                <a:lnTo>
                  <a:pt x="1331" y="17899"/>
                </a:lnTo>
                <a:lnTo>
                  <a:pt x="0" y="16932"/>
                </a:lnTo>
                <a:lnTo>
                  <a:pt x="0" y="15333"/>
                </a:lnTo>
                <a:lnTo>
                  <a:pt x="0" y="13724"/>
                </a:lnTo>
                <a:lnTo>
                  <a:pt x="0" y="12094"/>
                </a:lnTo>
                <a:lnTo>
                  <a:pt x="1990" y="12094"/>
                </a:lnTo>
                <a:lnTo>
                  <a:pt x="3993" y="12094"/>
                </a:lnTo>
                <a:lnTo>
                  <a:pt x="6023" y="12094"/>
                </a:lnTo>
                <a:lnTo>
                  <a:pt x="5649" y="10597"/>
                </a:lnTo>
                <a:lnTo>
                  <a:pt x="5276" y="9100"/>
                </a:lnTo>
                <a:lnTo>
                  <a:pt x="4902" y="7597"/>
                </a:lnTo>
                <a:lnTo>
                  <a:pt x="4529" y="6093"/>
                </a:lnTo>
                <a:lnTo>
                  <a:pt x="4153" y="4581"/>
                </a:lnTo>
                <a:lnTo>
                  <a:pt x="3773" y="3062"/>
                </a:lnTo>
                <a:lnTo>
                  <a:pt x="3394" y="1536"/>
                </a:lnTo>
                <a:lnTo>
                  <a:pt x="3011" y="0"/>
                </a:lnTo>
                <a:close/>
              </a:path>
            </a:pathLst>
          </a:custGeom>
          <a:solidFill>
            <a:srgbClr val="21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0" name="contour_07668"/>
          <p:cNvSpPr/>
          <p:nvPr/>
        </p:nvSpPr>
        <p:spPr>
          <a:xfrm>
            <a:off x="4520577" y="5902734"/>
            <a:ext cx="81232" cy="37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8"/>
                </a:moveTo>
                <a:lnTo>
                  <a:pt x="21600" y="3055"/>
                </a:lnTo>
                <a:lnTo>
                  <a:pt x="21600" y="5820"/>
                </a:lnTo>
                <a:lnTo>
                  <a:pt x="21600" y="8622"/>
                </a:lnTo>
                <a:lnTo>
                  <a:pt x="20377" y="10509"/>
                </a:lnTo>
                <a:lnTo>
                  <a:pt x="19145" y="12242"/>
                </a:lnTo>
                <a:lnTo>
                  <a:pt x="17902" y="13830"/>
                </a:lnTo>
                <a:lnTo>
                  <a:pt x="16651" y="15269"/>
                </a:lnTo>
                <a:lnTo>
                  <a:pt x="15385" y="16562"/>
                </a:lnTo>
                <a:lnTo>
                  <a:pt x="14106" y="17701"/>
                </a:lnTo>
                <a:lnTo>
                  <a:pt x="12812" y="18698"/>
                </a:lnTo>
                <a:lnTo>
                  <a:pt x="11502" y="19546"/>
                </a:lnTo>
                <a:lnTo>
                  <a:pt x="10176" y="20249"/>
                </a:lnTo>
                <a:lnTo>
                  <a:pt x="8829" y="20806"/>
                </a:lnTo>
                <a:lnTo>
                  <a:pt x="7463" y="21213"/>
                </a:lnTo>
                <a:lnTo>
                  <a:pt x="6075" y="21479"/>
                </a:lnTo>
                <a:lnTo>
                  <a:pt x="4665" y="21600"/>
                </a:lnTo>
                <a:lnTo>
                  <a:pt x="3229" y="21575"/>
                </a:lnTo>
                <a:lnTo>
                  <a:pt x="1769" y="21405"/>
                </a:lnTo>
                <a:lnTo>
                  <a:pt x="283" y="21093"/>
                </a:lnTo>
                <a:lnTo>
                  <a:pt x="95" y="18150"/>
                </a:lnTo>
                <a:lnTo>
                  <a:pt x="0" y="16025"/>
                </a:lnTo>
                <a:lnTo>
                  <a:pt x="0" y="14130"/>
                </a:lnTo>
                <a:lnTo>
                  <a:pt x="95" y="11864"/>
                </a:lnTo>
                <a:lnTo>
                  <a:pt x="283" y="8622"/>
                </a:lnTo>
                <a:lnTo>
                  <a:pt x="1498" y="7329"/>
                </a:lnTo>
                <a:lnTo>
                  <a:pt x="2742" y="6144"/>
                </a:lnTo>
                <a:lnTo>
                  <a:pt x="4011" y="5072"/>
                </a:lnTo>
                <a:lnTo>
                  <a:pt x="5306" y="4107"/>
                </a:lnTo>
                <a:lnTo>
                  <a:pt x="6620" y="3251"/>
                </a:lnTo>
                <a:lnTo>
                  <a:pt x="7949" y="2498"/>
                </a:lnTo>
                <a:lnTo>
                  <a:pt x="9296" y="1850"/>
                </a:lnTo>
                <a:lnTo>
                  <a:pt x="10653" y="1301"/>
                </a:lnTo>
                <a:lnTo>
                  <a:pt x="12021" y="848"/>
                </a:lnTo>
                <a:lnTo>
                  <a:pt x="13393" y="499"/>
                </a:lnTo>
                <a:lnTo>
                  <a:pt x="14769" y="237"/>
                </a:lnTo>
                <a:lnTo>
                  <a:pt x="16147" y="75"/>
                </a:lnTo>
                <a:lnTo>
                  <a:pt x="17521" y="0"/>
                </a:lnTo>
                <a:lnTo>
                  <a:pt x="18889" y="17"/>
                </a:lnTo>
                <a:lnTo>
                  <a:pt x="20249" y="121"/>
                </a:lnTo>
                <a:lnTo>
                  <a:pt x="21600" y="308"/>
                </a:lnTo>
                <a:close/>
              </a:path>
            </a:pathLst>
          </a:custGeom>
          <a:solidFill>
            <a:srgbClr val="DFE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1" name="contour_07669"/>
          <p:cNvSpPr/>
          <p:nvPr/>
        </p:nvSpPr>
        <p:spPr>
          <a:xfrm>
            <a:off x="1263909" y="5866119"/>
            <a:ext cx="45871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9" y="0"/>
                </a:moveTo>
                <a:lnTo>
                  <a:pt x="9856" y="64"/>
                </a:lnTo>
                <a:lnTo>
                  <a:pt x="12224" y="124"/>
                </a:lnTo>
                <a:lnTo>
                  <a:pt x="13405" y="149"/>
                </a:lnTo>
                <a:lnTo>
                  <a:pt x="16957" y="220"/>
                </a:lnTo>
                <a:lnTo>
                  <a:pt x="18762" y="283"/>
                </a:lnTo>
                <a:lnTo>
                  <a:pt x="20591" y="347"/>
                </a:lnTo>
                <a:lnTo>
                  <a:pt x="20993" y="2951"/>
                </a:lnTo>
                <a:lnTo>
                  <a:pt x="21315" y="5494"/>
                </a:lnTo>
                <a:lnTo>
                  <a:pt x="21531" y="7995"/>
                </a:lnTo>
                <a:lnTo>
                  <a:pt x="21600" y="10481"/>
                </a:lnTo>
                <a:lnTo>
                  <a:pt x="21490" y="12971"/>
                </a:lnTo>
                <a:lnTo>
                  <a:pt x="21164" y="15490"/>
                </a:lnTo>
                <a:lnTo>
                  <a:pt x="20591" y="18058"/>
                </a:lnTo>
                <a:lnTo>
                  <a:pt x="18511" y="19021"/>
                </a:lnTo>
                <a:lnTo>
                  <a:pt x="16432" y="19783"/>
                </a:lnTo>
                <a:lnTo>
                  <a:pt x="14342" y="20367"/>
                </a:lnTo>
                <a:lnTo>
                  <a:pt x="12235" y="20807"/>
                </a:lnTo>
                <a:lnTo>
                  <a:pt x="10096" y="21122"/>
                </a:lnTo>
                <a:lnTo>
                  <a:pt x="7924" y="21341"/>
                </a:lnTo>
                <a:lnTo>
                  <a:pt x="5707" y="21494"/>
                </a:lnTo>
                <a:lnTo>
                  <a:pt x="3432" y="21600"/>
                </a:lnTo>
                <a:lnTo>
                  <a:pt x="2938" y="19446"/>
                </a:lnTo>
                <a:lnTo>
                  <a:pt x="2450" y="17286"/>
                </a:lnTo>
                <a:lnTo>
                  <a:pt x="1973" y="15129"/>
                </a:lnTo>
                <a:lnTo>
                  <a:pt x="1500" y="12964"/>
                </a:lnTo>
                <a:lnTo>
                  <a:pt x="1232" y="11756"/>
                </a:lnTo>
                <a:lnTo>
                  <a:pt x="415" y="8108"/>
                </a:lnTo>
                <a:lnTo>
                  <a:pt x="209" y="6015"/>
                </a:lnTo>
                <a:lnTo>
                  <a:pt x="0" y="3889"/>
                </a:lnTo>
                <a:lnTo>
                  <a:pt x="2049" y="1838"/>
                </a:lnTo>
                <a:lnTo>
                  <a:pt x="3514" y="747"/>
                </a:lnTo>
                <a:lnTo>
                  <a:pt x="5103" y="259"/>
                </a:lnTo>
                <a:lnTo>
                  <a:pt x="7519" y="0"/>
                </a:lnTo>
                <a:close/>
              </a:path>
            </a:pathLst>
          </a:custGeom>
          <a:solidFill>
            <a:srgbClr val="727376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2" name="contour_07670"/>
          <p:cNvSpPr/>
          <p:nvPr/>
        </p:nvSpPr>
        <p:spPr>
          <a:xfrm>
            <a:off x="10731010" y="5823105"/>
            <a:ext cx="10892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33" y="0"/>
                </a:moveTo>
                <a:lnTo>
                  <a:pt x="20885" y="4007"/>
                </a:lnTo>
                <a:lnTo>
                  <a:pt x="21310" y="6851"/>
                </a:lnTo>
                <a:lnTo>
                  <a:pt x="21538" y="8946"/>
                </a:lnTo>
                <a:lnTo>
                  <a:pt x="21600" y="10710"/>
                </a:lnTo>
                <a:lnTo>
                  <a:pt x="21529" y="12550"/>
                </a:lnTo>
                <a:lnTo>
                  <a:pt x="21356" y="14879"/>
                </a:lnTo>
                <a:lnTo>
                  <a:pt x="21077" y="15656"/>
                </a:lnTo>
                <a:lnTo>
                  <a:pt x="20233" y="18000"/>
                </a:lnTo>
                <a:lnTo>
                  <a:pt x="19283" y="17845"/>
                </a:lnTo>
                <a:lnTo>
                  <a:pt x="18351" y="17629"/>
                </a:lnTo>
                <a:lnTo>
                  <a:pt x="17429" y="17359"/>
                </a:lnTo>
                <a:lnTo>
                  <a:pt x="16514" y="17039"/>
                </a:lnTo>
                <a:lnTo>
                  <a:pt x="15602" y="16679"/>
                </a:lnTo>
                <a:lnTo>
                  <a:pt x="14689" y="16283"/>
                </a:lnTo>
                <a:lnTo>
                  <a:pt x="13768" y="15851"/>
                </a:lnTo>
                <a:lnTo>
                  <a:pt x="12838" y="15397"/>
                </a:lnTo>
                <a:lnTo>
                  <a:pt x="12062" y="15073"/>
                </a:lnTo>
                <a:lnTo>
                  <a:pt x="11456" y="14861"/>
                </a:lnTo>
                <a:lnTo>
                  <a:pt x="10823" y="14706"/>
                </a:lnTo>
                <a:lnTo>
                  <a:pt x="9962" y="14569"/>
                </a:lnTo>
                <a:lnTo>
                  <a:pt x="8671" y="14400"/>
                </a:lnTo>
                <a:lnTo>
                  <a:pt x="8038" y="16474"/>
                </a:lnTo>
                <a:lnTo>
                  <a:pt x="7677" y="17917"/>
                </a:lnTo>
                <a:lnTo>
                  <a:pt x="7451" y="19400"/>
                </a:lnTo>
                <a:lnTo>
                  <a:pt x="7226" y="21600"/>
                </a:lnTo>
                <a:lnTo>
                  <a:pt x="7226" y="19462"/>
                </a:lnTo>
                <a:lnTo>
                  <a:pt x="7226" y="17316"/>
                </a:lnTo>
                <a:lnTo>
                  <a:pt x="7226" y="15163"/>
                </a:lnTo>
                <a:lnTo>
                  <a:pt x="7226" y="12992"/>
                </a:lnTo>
                <a:lnTo>
                  <a:pt x="7226" y="10800"/>
                </a:lnTo>
                <a:lnTo>
                  <a:pt x="6204" y="10800"/>
                </a:lnTo>
                <a:lnTo>
                  <a:pt x="5181" y="10800"/>
                </a:lnTo>
                <a:lnTo>
                  <a:pt x="4155" y="10800"/>
                </a:lnTo>
                <a:lnTo>
                  <a:pt x="3125" y="10800"/>
                </a:lnTo>
                <a:lnTo>
                  <a:pt x="2090" y="10800"/>
                </a:lnTo>
                <a:lnTo>
                  <a:pt x="1049" y="10800"/>
                </a:lnTo>
                <a:lnTo>
                  <a:pt x="0" y="10800"/>
                </a:lnTo>
                <a:lnTo>
                  <a:pt x="358" y="9018"/>
                </a:lnTo>
                <a:lnTo>
                  <a:pt x="717" y="7229"/>
                </a:lnTo>
                <a:lnTo>
                  <a:pt x="1080" y="5425"/>
                </a:lnTo>
                <a:lnTo>
                  <a:pt x="1445" y="3600"/>
                </a:lnTo>
                <a:lnTo>
                  <a:pt x="2419" y="3614"/>
                </a:lnTo>
                <a:lnTo>
                  <a:pt x="3353" y="3697"/>
                </a:lnTo>
                <a:lnTo>
                  <a:pt x="4265" y="3845"/>
                </a:lnTo>
                <a:lnTo>
                  <a:pt x="5171" y="4064"/>
                </a:lnTo>
                <a:lnTo>
                  <a:pt x="6092" y="4356"/>
                </a:lnTo>
                <a:lnTo>
                  <a:pt x="7045" y="4723"/>
                </a:lnTo>
                <a:lnTo>
                  <a:pt x="7810" y="4986"/>
                </a:lnTo>
                <a:lnTo>
                  <a:pt x="8586" y="5252"/>
                </a:lnTo>
                <a:lnTo>
                  <a:pt x="9593" y="5648"/>
                </a:lnTo>
                <a:lnTo>
                  <a:pt x="10586" y="6095"/>
                </a:lnTo>
                <a:lnTo>
                  <a:pt x="11566" y="6595"/>
                </a:lnTo>
                <a:lnTo>
                  <a:pt x="12536" y="7150"/>
                </a:lnTo>
                <a:lnTo>
                  <a:pt x="13500" y="7758"/>
                </a:lnTo>
                <a:lnTo>
                  <a:pt x="14459" y="8428"/>
                </a:lnTo>
                <a:lnTo>
                  <a:pt x="15419" y="9155"/>
                </a:lnTo>
                <a:lnTo>
                  <a:pt x="16378" y="9947"/>
                </a:lnTo>
                <a:lnTo>
                  <a:pt x="17342" y="10800"/>
                </a:lnTo>
                <a:lnTo>
                  <a:pt x="17342" y="8420"/>
                </a:lnTo>
                <a:lnTo>
                  <a:pt x="17342" y="6026"/>
                </a:lnTo>
                <a:lnTo>
                  <a:pt x="17342" y="3600"/>
                </a:lnTo>
                <a:lnTo>
                  <a:pt x="18201" y="2279"/>
                </a:lnTo>
                <a:lnTo>
                  <a:pt x="18788" y="1462"/>
                </a:lnTo>
                <a:lnTo>
                  <a:pt x="19374" y="817"/>
                </a:lnTo>
                <a:lnTo>
                  <a:pt x="20233" y="0"/>
                </a:lnTo>
                <a:close/>
              </a:path>
            </a:pathLst>
          </a:custGeom>
          <a:solidFill>
            <a:srgbClr val="ACAEAF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3" name="contour_07671"/>
          <p:cNvSpPr/>
          <p:nvPr/>
        </p:nvSpPr>
        <p:spPr>
          <a:xfrm>
            <a:off x="4128090" y="5815817"/>
            <a:ext cx="65592" cy="53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3" y="293"/>
                </a:lnTo>
                <a:lnTo>
                  <a:pt x="8129" y="587"/>
                </a:lnTo>
                <a:lnTo>
                  <a:pt x="9794" y="880"/>
                </a:lnTo>
                <a:lnTo>
                  <a:pt x="11462" y="1176"/>
                </a:lnTo>
                <a:lnTo>
                  <a:pt x="13138" y="1469"/>
                </a:lnTo>
                <a:lnTo>
                  <a:pt x="14815" y="1766"/>
                </a:lnTo>
                <a:lnTo>
                  <a:pt x="16500" y="2062"/>
                </a:lnTo>
                <a:lnTo>
                  <a:pt x="18192" y="2361"/>
                </a:lnTo>
                <a:lnTo>
                  <a:pt x="19891" y="2660"/>
                </a:lnTo>
                <a:lnTo>
                  <a:pt x="21600" y="2963"/>
                </a:lnTo>
                <a:lnTo>
                  <a:pt x="21079" y="3283"/>
                </a:lnTo>
                <a:lnTo>
                  <a:pt x="20407" y="3700"/>
                </a:lnTo>
                <a:lnTo>
                  <a:pt x="19130" y="4488"/>
                </a:lnTo>
                <a:lnTo>
                  <a:pt x="16800" y="5925"/>
                </a:lnTo>
                <a:lnTo>
                  <a:pt x="16517" y="8029"/>
                </a:lnTo>
                <a:lnTo>
                  <a:pt x="16361" y="9519"/>
                </a:lnTo>
                <a:lnTo>
                  <a:pt x="16272" y="11113"/>
                </a:lnTo>
                <a:lnTo>
                  <a:pt x="16200" y="13515"/>
                </a:lnTo>
                <a:lnTo>
                  <a:pt x="15902" y="15894"/>
                </a:lnTo>
                <a:lnTo>
                  <a:pt x="15617" y="17441"/>
                </a:lnTo>
                <a:lnTo>
                  <a:pt x="15173" y="18830"/>
                </a:lnTo>
                <a:lnTo>
                  <a:pt x="14400" y="20738"/>
                </a:lnTo>
                <a:lnTo>
                  <a:pt x="12780" y="21141"/>
                </a:lnTo>
                <a:lnTo>
                  <a:pt x="11179" y="21407"/>
                </a:lnTo>
                <a:lnTo>
                  <a:pt x="9590" y="21556"/>
                </a:lnTo>
                <a:lnTo>
                  <a:pt x="8011" y="21600"/>
                </a:lnTo>
                <a:lnTo>
                  <a:pt x="6430" y="21553"/>
                </a:lnTo>
                <a:lnTo>
                  <a:pt x="4846" y="21428"/>
                </a:lnTo>
                <a:lnTo>
                  <a:pt x="3250" y="21242"/>
                </a:lnTo>
                <a:lnTo>
                  <a:pt x="1637" y="21007"/>
                </a:lnTo>
                <a:lnTo>
                  <a:pt x="0" y="20738"/>
                </a:lnTo>
                <a:lnTo>
                  <a:pt x="1181" y="19508"/>
                </a:lnTo>
                <a:lnTo>
                  <a:pt x="2381" y="18261"/>
                </a:lnTo>
                <a:lnTo>
                  <a:pt x="3610" y="16362"/>
                </a:lnTo>
                <a:lnTo>
                  <a:pt x="4433" y="14700"/>
                </a:lnTo>
                <a:lnTo>
                  <a:pt x="4920" y="13109"/>
                </a:lnTo>
                <a:lnTo>
                  <a:pt x="5146" y="11415"/>
                </a:lnTo>
                <a:lnTo>
                  <a:pt x="5182" y="9448"/>
                </a:lnTo>
                <a:lnTo>
                  <a:pt x="5100" y="7036"/>
                </a:lnTo>
                <a:lnTo>
                  <a:pt x="5066" y="6272"/>
                </a:lnTo>
                <a:lnTo>
                  <a:pt x="5026" y="5285"/>
                </a:lnTo>
                <a:lnTo>
                  <a:pt x="4944" y="3416"/>
                </a:lnTo>
                <a:lnTo>
                  <a:pt x="4800" y="0"/>
                </a:lnTo>
                <a:close/>
              </a:path>
            </a:pathLst>
          </a:custGeom>
          <a:solidFill>
            <a:srgbClr val="5A5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4" name="contour_07672"/>
          <p:cNvSpPr/>
          <p:nvPr/>
        </p:nvSpPr>
        <p:spPr>
          <a:xfrm>
            <a:off x="5286881" y="5764087"/>
            <a:ext cx="43728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03" y="0"/>
                </a:moveTo>
                <a:lnTo>
                  <a:pt x="12881" y="71"/>
                </a:lnTo>
                <a:lnTo>
                  <a:pt x="15059" y="142"/>
                </a:lnTo>
                <a:lnTo>
                  <a:pt x="17240" y="209"/>
                </a:lnTo>
                <a:lnTo>
                  <a:pt x="19418" y="280"/>
                </a:lnTo>
                <a:lnTo>
                  <a:pt x="21600" y="347"/>
                </a:lnTo>
                <a:lnTo>
                  <a:pt x="21600" y="2685"/>
                </a:lnTo>
                <a:lnTo>
                  <a:pt x="21600" y="5026"/>
                </a:lnTo>
                <a:lnTo>
                  <a:pt x="21600" y="7371"/>
                </a:lnTo>
                <a:lnTo>
                  <a:pt x="21600" y="9720"/>
                </a:lnTo>
                <a:lnTo>
                  <a:pt x="21600" y="12075"/>
                </a:lnTo>
                <a:lnTo>
                  <a:pt x="21600" y="14438"/>
                </a:lnTo>
                <a:lnTo>
                  <a:pt x="21600" y="16815"/>
                </a:lnTo>
                <a:lnTo>
                  <a:pt x="21600" y="19198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1" y="21600"/>
                </a:lnTo>
                <a:lnTo>
                  <a:pt x="12074" y="21600"/>
                </a:lnTo>
                <a:lnTo>
                  <a:pt x="9680" y="21600"/>
                </a:lnTo>
                <a:lnTo>
                  <a:pt x="7279" y="21600"/>
                </a:lnTo>
                <a:lnTo>
                  <a:pt x="4864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040" y="15933"/>
                </a:lnTo>
                <a:lnTo>
                  <a:pt x="1915" y="11388"/>
                </a:lnTo>
                <a:lnTo>
                  <a:pt x="2693" y="7839"/>
                </a:lnTo>
                <a:lnTo>
                  <a:pt x="3431" y="5157"/>
                </a:lnTo>
                <a:lnTo>
                  <a:pt x="4198" y="3213"/>
                </a:lnTo>
                <a:lnTo>
                  <a:pt x="5058" y="1874"/>
                </a:lnTo>
                <a:lnTo>
                  <a:pt x="6073" y="1013"/>
                </a:lnTo>
                <a:lnTo>
                  <a:pt x="7312" y="499"/>
                </a:lnTo>
                <a:lnTo>
                  <a:pt x="8831" y="205"/>
                </a:lnTo>
                <a:lnTo>
                  <a:pt x="10703" y="0"/>
                </a:lnTo>
                <a:close/>
              </a:path>
            </a:pathLst>
          </a:custGeom>
          <a:solidFill>
            <a:srgbClr val="BE9E58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5" name="contour_07673"/>
          <p:cNvSpPr/>
          <p:nvPr/>
        </p:nvSpPr>
        <p:spPr>
          <a:xfrm>
            <a:off x="7371246" y="5726496"/>
            <a:ext cx="43837" cy="466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64"/>
                </a:moveTo>
                <a:lnTo>
                  <a:pt x="4535" y="432"/>
                </a:lnTo>
                <a:lnTo>
                  <a:pt x="7893" y="142"/>
                </a:lnTo>
                <a:lnTo>
                  <a:pt x="10382" y="0"/>
                </a:lnTo>
                <a:lnTo>
                  <a:pt x="12317" y="0"/>
                </a:lnTo>
                <a:lnTo>
                  <a:pt x="14016" y="142"/>
                </a:lnTo>
                <a:lnTo>
                  <a:pt x="15790" y="432"/>
                </a:lnTo>
                <a:lnTo>
                  <a:pt x="17955" y="864"/>
                </a:lnTo>
                <a:lnTo>
                  <a:pt x="19363" y="2973"/>
                </a:lnTo>
                <a:lnTo>
                  <a:pt x="20383" y="5099"/>
                </a:lnTo>
                <a:lnTo>
                  <a:pt x="21065" y="7269"/>
                </a:lnTo>
                <a:lnTo>
                  <a:pt x="21456" y="9519"/>
                </a:lnTo>
                <a:lnTo>
                  <a:pt x="21600" y="11871"/>
                </a:lnTo>
                <a:lnTo>
                  <a:pt x="21546" y="14362"/>
                </a:lnTo>
                <a:lnTo>
                  <a:pt x="20821" y="16602"/>
                </a:lnTo>
                <a:lnTo>
                  <a:pt x="20203" y="18053"/>
                </a:lnTo>
                <a:lnTo>
                  <a:pt x="19359" y="19346"/>
                </a:lnTo>
                <a:lnTo>
                  <a:pt x="17955" y="21111"/>
                </a:lnTo>
                <a:lnTo>
                  <a:pt x="15370" y="21421"/>
                </a:lnTo>
                <a:lnTo>
                  <a:pt x="12820" y="21573"/>
                </a:lnTo>
                <a:lnTo>
                  <a:pt x="10285" y="21600"/>
                </a:lnTo>
                <a:lnTo>
                  <a:pt x="7753" y="21533"/>
                </a:lnTo>
                <a:lnTo>
                  <a:pt x="5207" y="21408"/>
                </a:lnTo>
                <a:lnTo>
                  <a:pt x="2629" y="21256"/>
                </a:lnTo>
                <a:lnTo>
                  <a:pt x="0" y="21111"/>
                </a:lnTo>
                <a:lnTo>
                  <a:pt x="0" y="18884"/>
                </a:lnTo>
                <a:lnTo>
                  <a:pt x="0" y="16653"/>
                </a:lnTo>
                <a:lnTo>
                  <a:pt x="0" y="14422"/>
                </a:lnTo>
                <a:lnTo>
                  <a:pt x="0" y="12185"/>
                </a:lnTo>
                <a:lnTo>
                  <a:pt x="0" y="9941"/>
                </a:lnTo>
                <a:lnTo>
                  <a:pt x="0" y="7687"/>
                </a:lnTo>
                <a:lnTo>
                  <a:pt x="0" y="5426"/>
                </a:lnTo>
                <a:lnTo>
                  <a:pt x="0" y="3152"/>
                </a:lnTo>
                <a:lnTo>
                  <a:pt x="0" y="864"/>
                </a:lnTo>
                <a:close/>
              </a:path>
            </a:pathLst>
          </a:custGeom>
          <a:solidFill>
            <a:srgbClr val="B99540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6" name="contour_07674"/>
          <p:cNvSpPr/>
          <p:nvPr/>
        </p:nvSpPr>
        <p:spPr>
          <a:xfrm>
            <a:off x="5571112" y="5721073"/>
            <a:ext cx="1049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88" y="598"/>
                </a:lnTo>
                <a:lnTo>
                  <a:pt x="1783" y="1203"/>
                </a:lnTo>
                <a:lnTo>
                  <a:pt x="2689" y="1814"/>
                </a:lnTo>
                <a:lnTo>
                  <a:pt x="3587" y="2408"/>
                </a:lnTo>
                <a:lnTo>
                  <a:pt x="4483" y="3002"/>
                </a:lnTo>
                <a:lnTo>
                  <a:pt x="5382" y="3594"/>
                </a:lnTo>
                <a:lnTo>
                  <a:pt x="6280" y="4186"/>
                </a:lnTo>
                <a:lnTo>
                  <a:pt x="7203" y="4793"/>
                </a:lnTo>
                <a:lnTo>
                  <a:pt x="8141" y="5413"/>
                </a:lnTo>
                <a:lnTo>
                  <a:pt x="9127" y="6035"/>
                </a:lnTo>
                <a:lnTo>
                  <a:pt x="10102" y="6625"/>
                </a:lnTo>
                <a:lnTo>
                  <a:pt x="11068" y="7178"/>
                </a:lnTo>
                <a:lnTo>
                  <a:pt x="12030" y="7694"/>
                </a:lnTo>
                <a:lnTo>
                  <a:pt x="12997" y="8171"/>
                </a:lnTo>
                <a:lnTo>
                  <a:pt x="13974" y="8603"/>
                </a:lnTo>
                <a:lnTo>
                  <a:pt x="14965" y="8990"/>
                </a:lnTo>
                <a:lnTo>
                  <a:pt x="15977" y="9329"/>
                </a:lnTo>
                <a:lnTo>
                  <a:pt x="17016" y="9618"/>
                </a:lnTo>
                <a:lnTo>
                  <a:pt x="18087" y="9854"/>
                </a:lnTo>
                <a:lnTo>
                  <a:pt x="18514" y="9994"/>
                </a:lnTo>
                <a:lnTo>
                  <a:pt x="19268" y="10238"/>
                </a:lnTo>
                <a:lnTo>
                  <a:pt x="20993" y="10800"/>
                </a:lnTo>
                <a:lnTo>
                  <a:pt x="21398" y="12342"/>
                </a:lnTo>
                <a:lnTo>
                  <a:pt x="21600" y="13450"/>
                </a:lnTo>
                <a:lnTo>
                  <a:pt x="21600" y="14435"/>
                </a:lnTo>
                <a:lnTo>
                  <a:pt x="21398" y="15608"/>
                </a:lnTo>
                <a:lnTo>
                  <a:pt x="20993" y="17280"/>
                </a:lnTo>
                <a:lnTo>
                  <a:pt x="20181" y="18058"/>
                </a:lnTo>
                <a:lnTo>
                  <a:pt x="19357" y="18764"/>
                </a:lnTo>
                <a:lnTo>
                  <a:pt x="18519" y="19412"/>
                </a:lnTo>
                <a:lnTo>
                  <a:pt x="17664" y="20008"/>
                </a:lnTo>
                <a:lnTo>
                  <a:pt x="16793" y="20565"/>
                </a:lnTo>
                <a:lnTo>
                  <a:pt x="15903" y="21092"/>
                </a:lnTo>
                <a:lnTo>
                  <a:pt x="14995" y="21600"/>
                </a:lnTo>
                <a:lnTo>
                  <a:pt x="15242" y="20174"/>
                </a:lnTo>
                <a:lnTo>
                  <a:pt x="15490" y="18747"/>
                </a:lnTo>
                <a:lnTo>
                  <a:pt x="15739" y="17312"/>
                </a:lnTo>
                <a:lnTo>
                  <a:pt x="15989" y="15872"/>
                </a:lnTo>
                <a:lnTo>
                  <a:pt x="16241" y="14422"/>
                </a:lnTo>
                <a:lnTo>
                  <a:pt x="16494" y="12960"/>
                </a:lnTo>
                <a:lnTo>
                  <a:pt x="15838" y="13111"/>
                </a:lnTo>
                <a:lnTo>
                  <a:pt x="15170" y="13265"/>
                </a:lnTo>
                <a:lnTo>
                  <a:pt x="13998" y="13364"/>
                </a:lnTo>
                <a:lnTo>
                  <a:pt x="12891" y="13357"/>
                </a:lnTo>
                <a:lnTo>
                  <a:pt x="11840" y="13252"/>
                </a:lnTo>
                <a:lnTo>
                  <a:pt x="10840" y="13049"/>
                </a:lnTo>
                <a:lnTo>
                  <a:pt x="9879" y="12753"/>
                </a:lnTo>
                <a:lnTo>
                  <a:pt x="8949" y="12370"/>
                </a:lnTo>
                <a:lnTo>
                  <a:pt x="8045" y="11902"/>
                </a:lnTo>
                <a:lnTo>
                  <a:pt x="7157" y="11355"/>
                </a:lnTo>
                <a:lnTo>
                  <a:pt x="6277" y="10731"/>
                </a:lnTo>
                <a:lnTo>
                  <a:pt x="5395" y="10038"/>
                </a:lnTo>
                <a:lnTo>
                  <a:pt x="4506" y="9275"/>
                </a:lnTo>
                <a:lnTo>
                  <a:pt x="3600" y="8452"/>
                </a:lnTo>
                <a:lnTo>
                  <a:pt x="2669" y="7569"/>
                </a:lnTo>
                <a:lnTo>
                  <a:pt x="1705" y="6631"/>
                </a:lnTo>
                <a:lnTo>
                  <a:pt x="1141" y="5869"/>
                </a:lnTo>
                <a:lnTo>
                  <a:pt x="574" y="5100"/>
                </a:lnTo>
                <a:lnTo>
                  <a:pt x="0" y="4320"/>
                </a:lnTo>
                <a:lnTo>
                  <a:pt x="0" y="2892"/>
                </a:lnTo>
                <a:lnTo>
                  <a:pt x="0" y="1456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7" name="contour_07675"/>
          <p:cNvSpPr/>
          <p:nvPr/>
        </p:nvSpPr>
        <p:spPr>
          <a:xfrm>
            <a:off x="4893329" y="5761886"/>
            <a:ext cx="109320" cy="327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24"/>
                </a:moveTo>
                <a:lnTo>
                  <a:pt x="21600" y="5104"/>
                </a:lnTo>
                <a:lnTo>
                  <a:pt x="21600" y="8303"/>
                </a:lnTo>
                <a:lnTo>
                  <a:pt x="21600" y="11546"/>
                </a:lnTo>
                <a:lnTo>
                  <a:pt x="20599" y="12700"/>
                </a:lnTo>
                <a:lnTo>
                  <a:pt x="19623" y="13735"/>
                </a:lnTo>
                <a:lnTo>
                  <a:pt x="18657" y="14658"/>
                </a:lnTo>
                <a:lnTo>
                  <a:pt x="17683" y="15495"/>
                </a:lnTo>
                <a:lnTo>
                  <a:pt x="16690" y="16255"/>
                </a:lnTo>
                <a:lnTo>
                  <a:pt x="15660" y="16958"/>
                </a:lnTo>
                <a:lnTo>
                  <a:pt x="15218" y="17266"/>
                </a:lnTo>
                <a:lnTo>
                  <a:pt x="13883" y="18194"/>
                </a:lnTo>
                <a:lnTo>
                  <a:pt x="12888" y="18815"/>
                </a:lnTo>
                <a:lnTo>
                  <a:pt x="11899" y="19377"/>
                </a:lnTo>
                <a:lnTo>
                  <a:pt x="10911" y="19873"/>
                </a:lnTo>
                <a:lnTo>
                  <a:pt x="9924" y="20311"/>
                </a:lnTo>
                <a:lnTo>
                  <a:pt x="8941" y="20686"/>
                </a:lnTo>
                <a:lnTo>
                  <a:pt x="7957" y="20994"/>
                </a:lnTo>
                <a:lnTo>
                  <a:pt x="6974" y="21239"/>
                </a:lnTo>
                <a:lnTo>
                  <a:pt x="5988" y="21422"/>
                </a:lnTo>
                <a:lnTo>
                  <a:pt x="5001" y="21542"/>
                </a:lnTo>
                <a:lnTo>
                  <a:pt x="4010" y="21600"/>
                </a:lnTo>
                <a:lnTo>
                  <a:pt x="3015" y="21590"/>
                </a:lnTo>
                <a:lnTo>
                  <a:pt x="2016" y="21513"/>
                </a:lnTo>
                <a:lnTo>
                  <a:pt x="1011" y="21374"/>
                </a:lnTo>
                <a:lnTo>
                  <a:pt x="0" y="21167"/>
                </a:lnTo>
                <a:lnTo>
                  <a:pt x="649" y="17641"/>
                </a:lnTo>
                <a:lnTo>
                  <a:pt x="1351" y="14514"/>
                </a:lnTo>
                <a:lnTo>
                  <a:pt x="2100" y="11757"/>
                </a:lnTo>
                <a:lnTo>
                  <a:pt x="2894" y="9352"/>
                </a:lnTo>
                <a:lnTo>
                  <a:pt x="3731" y="7283"/>
                </a:lnTo>
                <a:lnTo>
                  <a:pt x="4608" y="5518"/>
                </a:lnTo>
                <a:lnTo>
                  <a:pt x="5521" y="4046"/>
                </a:lnTo>
                <a:lnTo>
                  <a:pt x="6467" y="2838"/>
                </a:lnTo>
                <a:lnTo>
                  <a:pt x="7443" y="1881"/>
                </a:lnTo>
                <a:lnTo>
                  <a:pt x="8448" y="1140"/>
                </a:lnTo>
                <a:lnTo>
                  <a:pt x="9478" y="606"/>
                </a:lnTo>
                <a:lnTo>
                  <a:pt x="10529" y="250"/>
                </a:lnTo>
                <a:lnTo>
                  <a:pt x="11599" y="58"/>
                </a:lnTo>
                <a:lnTo>
                  <a:pt x="12686" y="0"/>
                </a:lnTo>
                <a:lnTo>
                  <a:pt x="13785" y="58"/>
                </a:lnTo>
                <a:lnTo>
                  <a:pt x="14895" y="212"/>
                </a:lnTo>
                <a:lnTo>
                  <a:pt x="16011" y="438"/>
                </a:lnTo>
                <a:lnTo>
                  <a:pt x="17132" y="717"/>
                </a:lnTo>
                <a:lnTo>
                  <a:pt x="18255" y="1029"/>
                </a:lnTo>
                <a:lnTo>
                  <a:pt x="19375" y="1347"/>
                </a:lnTo>
                <a:lnTo>
                  <a:pt x="20491" y="1655"/>
                </a:lnTo>
                <a:lnTo>
                  <a:pt x="21600" y="1924"/>
                </a:lnTo>
                <a:close/>
              </a:path>
            </a:pathLst>
          </a:custGeom>
          <a:solidFill>
            <a:srgbClr val="D7C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8" name="contour_07676"/>
          <p:cNvSpPr/>
          <p:nvPr/>
        </p:nvSpPr>
        <p:spPr>
          <a:xfrm>
            <a:off x="10177123" y="5705011"/>
            <a:ext cx="72880" cy="52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2"/>
                </a:moveTo>
                <a:lnTo>
                  <a:pt x="21600" y="2393"/>
                </a:lnTo>
                <a:lnTo>
                  <a:pt x="21600" y="4180"/>
                </a:lnTo>
                <a:lnTo>
                  <a:pt x="21600" y="5973"/>
                </a:lnTo>
                <a:lnTo>
                  <a:pt x="21600" y="7781"/>
                </a:lnTo>
                <a:lnTo>
                  <a:pt x="21600" y="9607"/>
                </a:lnTo>
                <a:lnTo>
                  <a:pt x="20984" y="9523"/>
                </a:lnTo>
                <a:lnTo>
                  <a:pt x="19898" y="9379"/>
                </a:lnTo>
                <a:lnTo>
                  <a:pt x="17414" y="9043"/>
                </a:lnTo>
                <a:lnTo>
                  <a:pt x="15630" y="9049"/>
                </a:lnTo>
                <a:lnTo>
                  <a:pt x="14476" y="9196"/>
                </a:lnTo>
                <a:lnTo>
                  <a:pt x="12960" y="9607"/>
                </a:lnTo>
                <a:lnTo>
                  <a:pt x="12649" y="11031"/>
                </a:lnTo>
                <a:lnTo>
                  <a:pt x="12334" y="12464"/>
                </a:lnTo>
                <a:lnTo>
                  <a:pt x="12014" y="13918"/>
                </a:lnTo>
                <a:lnTo>
                  <a:pt x="11614" y="15465"/>
                </a:lnTo>
                <a:lnTo>
                  <a:pt x="11208" y="17022"/>
                </a:lnTo>
                <a:lnTo>
                  <a:pt x="10800" y="18602"/>
                </a:lnTo>
                <a:lnTo>
                  <a:pt x="9456" y="19225"/>
                </a:lnTo>
                <a:lnTo>
                  <a:pt x="8130" y="19741"/>
                </a:lnTo>
                <a:lnTo>
                  <a:pt x="6810" y="20170"/>
                </a:lnTo>
                <a:lnTo>
                  <a:pt x="5489" y="20527"/>
                </a:lnTo>
                <a:lnTo>
                  <a:pt x="4154" y="20829"/>
                </a:lnTo>
                <a:lnTo>
                  <a:pt x="2802" y="21099"/>
                </a:lnTo>
                <a:lnTo>
                  <a:pt x="1419" y="21348"/>
                </a:lnTo>
                <a:lnTo>
                  <a:pt x="0" y="21600"/>
                </a:lnTo>
                <a:lnTo>
                  <a:pt x="238" y="19621"/>
                </a:lnTo>
                <a:lnTo>
                  <a:pt x="475" y="17639"/>
                </a:lnTo>
                <a:lnTo>
                  <a:pt x="713" y="15657"/>
                </a:lnTo>
                <a:lnTo>
                  <a:pt x="953" y="13669"/>
                </a:lnTo>
                <a:lnTo>
                  <a:pt x="1192" y="11676"/>
                </a:lnTo>
                <a:lnTo>
                  <a:pt x="1432" y="9673"/>
                </a:lnTo>
                <a:lnTo>
                  <a:pt x="1674" y="7664"/>
                </a:lnTo>
                <a:lnTo>
                  <a:pt x="1916" y="5643"/>
                </a:lnTo>
                <a:lnTo>
                  <a:pt x="2160" y="3610"/>
                </a:lnTo>
                <a:lnTo>
                  <a:pt x="2696" y="5094"/>
                </a:lnTo>
                <a:lnTo>
                  <a:pt x="3231" y="6584"/>
                </a:lnTo>
                <a:lnTo>
                  <a:pt x="3774" y="8087"/>
                </a:lnTo>
                <a:lnTo>
                  <a:pt x="4320" y="9607"/>
                </a:lnTo>
                <a:lnTo>
                  <a:pt x="5378" y="8629"/>
                </a:lnTo>
                <a:lnTo>
                  <a:pt x="6454" y="7640"/>
                </a:lnTo>
                <a:lnTo>
                  <a:pt x="8791" y="5577"/>
                </a:lnTo>
                <a:lnTo>
                  <a:pt x="10729" y="3895"/>
                </a:lnTo>
                <a:lnTo>
                  <a:pt x="12340" y="2564"/>
                </a:lnTo>
                <a:lnTo>
                  <a:pt x="13692" y="1544"/>
                </a:lnTo>
                <a:lnTo>
                  <a:pt x="14850" y="813"/>
                </a:lnTo>
                <a:lnTo>
                  <a:pt x="15887" y="330"/>
                </a:lnTo>
                <a:lnTo>
                  <a:pt x="16867" y="72"/>
                </a:lnTo>
                <a:lnTo>
                  <a:pt x="17859" y="0"/>
                </a:lnTo>
                <a:lnTo>
                  <a:pt x="18935" y="90"/>
                </a:lnTo>
                <a:lnTo>
                  <a:pt x="20159" y="303"/>
                </a:lnTo>
                <a:lnTo>
                  <a:pt x="21600" y="612"/>
                </a:lnTo>
                <a:close/>
              </a:path>
            </a:pathLst>
          </a:custGeom>
          <a:solidFill>
            <a:srgbClr val="D2C9B2"/>
          </a:solidFill>
          <a:ln>
            <a:noFill/>
          </a:ln>
        </p:spPr>
        <p:txBody>
          <a:bodyPr/>
          <a:lstStyle/>
          <a:p/>
        </p:txBody>
      </p:sp>
      <p:sp>
        <p:nvSpPr>
          <p:cNvPr id="7679" name="contour_07677"/>
          <p:cNvSpPr/>
          <p:nvPr/>
        </p:nvSpPr>
        <p:spPr>
          <a:xfrm>
            <a:off x="9987635" y="5684633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90" y="0"/>
                </a:lnTo>
                <a:lnTo>
                  <a:pt x="9600" y="0"/>
                </a:lnTo>
                <a:lnTo>
                  <a:pt x="9972" y="1339"/>
                </a:lnTo>
                <a:lnTo>
                  <a:pt x="10330" y="2678"/>
                </a:lnTo>
                <a:lnTo>
                  <a:pt x="10670" y="4018"/>
                </a:lnTo>
                <a:lnTo>
                  <a:pt x="10997" y="5359"/>
                </a:lnTo>
                <a:lnTo>
                  <a:pt x="11311" y="6702"/>
                </a:lnTo>
                <a:lnTo>
                  <a:pt x="11611" y="8048"/>
                </a:lnTo>
                <a:lnTo>
                  <a:pt x="11899" y="9400"/>
                </a:lnTo>
                <a:lnTo>
                  <a:pt x="12178" y="10757"/>
                </a:lnTo>
                <a:lnTo>
                  <a:pt x="12614" y="12487"/>
                </a:lnTo>
                <a:lnTo>
                  <a:pt x="13085" y="14025"/>
                </a:lnTo>
                <a:lnTo>
                  <a:pt x="13656" y="15407"/>
                </a:lnTo>
                <a:lnTo>
                  <a:pt x="14388" y="16662"/>
                </a:lnTo>
                <a:lnTo>
                  <a:pt x="15341" y="17824"/>
                </a:lnTo>
                <a:lnTo>
                  <a:pt x="16582" y="18924"/>
                </a:lnTo>
                <a:lnTo>
                  <a:pt x="18168" y="19997"/>
                </a:lnTo>
                <a:lnTo>
                  <a:pt x="19303" y="20526"/>
                </a:lnTo>
                <a:lnTo>
                  <a:pt x="20443" y="21060"/>
                </a:lnTo>
                <a:lnTo>
                  <a:pt x="21600" y="21600"/>
                </a:lnTo>
                <a:lnTo>
                  <a:pt x="18218" y="21436"/>
                </a:lnTo>
                <a:lnTo>
                  <a:pt x="15384" y="21287"/>
                </a:lnTo>
                <a:lnTo>
                  <a:pt x="13030" y="21142"/>
                </a:lnTo>
                <a:lnTo>
                  <a:pt x="11086" y="20984"/>
                </a:lnTo>
                <a:lnTo>
                  <a:pt x="9487" y="20805"/>
                </a:lnTo>
                <a:lnTo>
                  <a:pt x="8167" y="20587"/>
                </a:lnTo>
                <a:lnTo>
                  <a:pt x="7061" y="20319"/>
                </a:lnTo>
                <a:lnTo>
                  <a:pt x="6098" y="19989"/>
                </a:lnTo>
                <a:lnTo>
                  <a:pt x="5213" y="19578"/>
                </a:lnTo>
                <a:lnTo>
                  <a:pt x="4342" y="19079"/>
                </a:lnTo>
                <a:lnTo>
                  <a:pt x="3413" y="18474"/>
                </a:lnTo>
                <a:lnTo>
                  <a:pt x="2362" y="17753"/>
                </a:lnTo>
                <a:lnTo>
                  <a:pt x="1442" y="16349"/>
                </a:lnTo>
                <a:lnTo>
                  <a:pt x="773" y="15079"/>
                </a:lnTo>
                <a:lnTo>
                  <a:pt x="329" y="13813"/>
                </a:lnTo>
                <a:lnTo>
                  <a:pt x="82" y="12429"/>
                </a:lnTo>
                <a:lnTo>
                  <a:pt x="0" y="10800"/>
                </a:lnTo>
                <a:lnTo>
                  <a:pt x="600" y="9467"/>
                </a:lnTo>
                <a:lnTo>
                  <a:pt x="1243" y="8176"/>
                </a:lnTo>
                <a:lnTo>
                  <a:pt x="1934" y="6925"/>
                </a:lnTo>
                <a:lnTo>
                  <a:pt x="2674" y="5707"/>
                </a:lnTo>
                <a:lnTo>
                  <a:pt x="3466" y="4521"/>
                </a:lnTo>
                <a:lnTo>
                  <a:pt x="4310" y="3361"/>
                </a:lnTo>
                <a:lnTo>
                  <a:pt x="5213" y="2225"/>
                </a:lnTo>
                <a:lnTo>
                  <a:pt x="6175" y="1106"/>
                </a:lnTo>
                <a:lnTo>
                  <a:pt x="7200" y="0"/>
                </a:lnTo>
                <a:close/>
              </a:path>
            </a:pathLst>
          </a:custGeom>
          <a:solidFill>
            <a:srgbClr val="F9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0" name="contour_07678"/>
          <p:cNvSpPr/>
          <p:nvPr/>
        </p:nvSpPr>
        <p:spPr>
          <a:xfrm>
            <a:off x="7356670" y="5682950"/>
            <a:ext cx="72880" cy="452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803"/>
                </a:moveTo>
                <a:lnTo>
                  <a:pt x="8003" y="456"/>
                </a:lnTo>
                <a:lnTo>
                  <a:pt x="9517" y="212"/>
                </a:lnTo>
                <a:lnTo>
                  <a:pt x="11025" y="63"/>
                </a:lnTo>
                <a:lnTo>
                  <a:pt x="12528" y="0"/>
                </a:lnTo>
                <a:lnTo>
                  <a:pt x="14029" y="7"/>
                </a:lnTo>
                <a:lnTo>
                  <a:pt x="15533" y="80"/>
                </a:lnTo>
                <a:lnTo>
                  <a:pt x="17038" y="209"/>
                </a:lnTo>
                <a:lnTo>
                  <a:pt x="18550" y="376"/>
                </a:lnTo>
                <a:lnTo>
                  <a:pt x="20071" y="577"/>
                </a:lnTo>
                <a:lnTo>
                  <a:pt x="21600" y="803"/>
                </a:lnTo>
                <a:lnTo>
                  <a:pt x="20537" y="1443"/>
                </a:lnTo>
                <a:lnTo>
                  <a:pt x="19457" y="2094"/>
                </a:lnTo>
                <a:lnTo>
                  <a:pt x="18377" y="3179"/>
                </a:lnTo>
                <a:lnTo>
                  <a:pt x="17280" y="4281"/>
                </a:lnTo>
                <a:lnTo>
                  <a:pt x="16988" y="6802"/>
                </a:lnTo>
                <a:lnTo>
                  <a:pt x="16919" y="8663"/>
                </a:lnTo>
                <a:lnTo>
                  <a:pt x="17010" y="11452"/>
                </a:lnTo>
                <a:lnTo>
                  <a:pt x="17051" y="12443"/>
                </a:lnTo>
                <a:lnTo>
                  <a:pt x="17120" y="14192"/>
                </a:lnTo>
                <a:lnTo>
                  <a:pt x="17280" y="18192"/>
                </a:lnTo>
                <a:lnTo>
                  <a:pt x="16042" y="18647"/>
                </a:lnTo>
                <a:lnTo>
                  <a:pt x="14800" y="19093"/>
                </a:lnTo>
                <a:lnTo>
                  <a:pt x="13558" y="19524"/>
                </a:lnTo>
                <a:lnTo>
                  <a:pt x="12314" y="19948"/>
                </a:lnTo>
                <a:lnTo>
                  <a:pt x="11070" y="20365"/>
                </a:lnTo>
                <a:lnTo>
                  <a:pt x="9917" y="20769"/>
                </a:lnTo>
                <a:lnTo>
                  <a:pt x="8754" y="21176"/>
                </a:lnTo>
                <a:lnTo>
                  <a:pt x="7577" y="21590"/>
                </a:lnTo>
                <a:lnTo>
                  <a:pt x="5968" y="21600"/>
                </a:lnTo>
                <a:lnTo>
                  <a:pt x="4858" y="21437"/>
                </a:lnTo>
                <a:lnTo>
                  <a:pt x="3970" y="20929"/>
                </a:lnTo>
                <a:lnTo>
                  <a:pt x="3024" y="19931"/>
                </a:lnTo>
                <a:lnTo>
                  <a:pt x="1739" y="18272"/>
                </a:lnTo>
                <a:lnTo>
                  <a:pt x="1307" y="17389"/>
                </a:lnTo>
                <a:lnTo>
                  <a:pt x="0" y="14714"/>
                </a:lnTo>
                <a:lnTo>
                  <a:pt x="1428" y="14714"/>
                </a:lnTo>
                <a:lnTo>
                  <a:pt x="2864" y="14714"/>
                </a:lnTo>
                <a:lnTo>
                  <a:pt x="4320" y="14714"/>
                </a:lnTo>
                <a:lnTo>
                  <a:pt x="4577" y="12429"/>
                </a:lnTo>
                <a:lnTo>
                  <a:pt x="4683" y="10624"/>
                </a:lnTo>
                <a:lnTo>
                  <a:pt x="4726" y="7759"/>
                </a:lnTo>
                <a:lnTo>
                  <a:pt x="4990" y="5481"/>
                </a:lnTo>
                <a:lnTo>
                  <a:pt x="5262" y="3996"/>
                </a:lnTo>
                <a:lnTo>
                  <a:pt x="5702" y="2653"/>
                </a:lnTo>
                <a:lnTo>
                  <a:pt x="6480" y="803"/>
                </a:lnTo>
                <a:close/>
              </a:path>
            </a:pathLst>
          </a:custGeom>
          <a:solidFill>
            <a:srgbClr val="504E4A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1" name="contour_07679"/>
          <p:cNvSpPr/>
          <p:nvPr/>
        </p:nvSpPr>
        <p:spPr>
          <a:xfrm>
            <a:off x="10745586" y="5683212"/>
            <a:ext cx="65592" cy="540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68"/>
                </a:moveTo>
                <a:lnTo>
                  <a:pt x="1462" y="457"/>
                </a:lnTo>
                <a:lnTo>
                  <a:pt x="2926" y="361"/>
                </a:lnTo>
                <a:lnTo>
                  <a:pt x="4387" y="277"/>
                </a:lnTo>
                <a:lnTo>
                  <a:pt x="5851" y="204"/>
                </a:lnTo>
                <a:lnTo>
                  <a:pt x="7483" y="102"/>
                </a:lnTo>
                <a:lnTo>
                  <a:pt x="9142" y="0"/>
                </a:lnTo>
                <a:lnTo>
                  <a:pt x="10560" y="282"/>
                </a:lnTo>
                <a:lnTo>
                  <a:pt x="12000" y="568"/>
                </a:lnTo>
                <a:lnTo>
                  <a:pt x="12797" y="2244"/>
                </a:lnTo>
                <a:lnTo>
                  <a:pt x="13310" y="3412"/>
                </a:lnTo>
                <a:lnTo>
                  <a:pt x="13771" y="4611"/>
                </a:lnTo>
                <a:lnTo>
                  <a:pt x="14400" y="6390"/>
                </a:lnTo>
                <a:lnTo>
                  <a:pt x="16258" y="7286"/>
                </a:lnTo>
                <a:lnTo>
                  <a:pt x="17561" y="7886"/>
                </a:lnTo>
                <a:lnTo>
                  <a:pt x="18655" y="8329"/>
                </a:lnTo>
                <a:lnTo>
                  <a:pt x="19886" y="8754"/>
                </a:lnTo>
                <a:lnTo>
                  <a:pt x="21600" y="9301"/>
                </a:lnTo>
                <a:lnTo>
                  <a:pt x="21432" y="11362"/>
                </a:lnTo>
                <a:lnTo>
                  <a:pt x="21214" y="13356"/>
                </a:lnTo>
                <a:lnTo>
                  <a:pt x="20916" y="15300"/>
                </a:lnTo>
                <a:lnTo>
                  <a:pt x="20503" y="17204"/>
                </a:lnTo>
                <a:lnTo>
                  <a:pt x="19942" y="19079"/>
                </a:lnTo>
                <a:lnTo>
                  <a:pt x="19200" y="20945"/>
                </a:lnTo>
                <a:lnTo>
                  <a:pt x="17534" y="21390"/>
                </a:lnTo>
                <a:lnTo>
                  <a:pt x="15977" y="21591"/>
                </a:lnTo>
                <a:lnTo>
                  <a:pt x="14467" y="21600"/>
                </a:lnTo>
                <a:lnTo>
                  <a:pt x="12943" y="21460"/>
                </a:lnTo>
                <a:lnTo>
                  <a:pt x="11340" y="21224"/>
                </a:lnTo>
                <a:lnTo>
                  <a:pt x="9600" y="20945"/>
                </a:lnTo>
                <a:lnTo>
                  <a:pt x="9600" y="19216"/>
                </a:lnTo>
                <a:lnTo>
                  <a:pt x="9600" y="17481"/>
                </a:lnTo>
                <a:lnTo>
                  <a:pt x="9600" y="15740"/>
                </a:lnTo>
                <a:lnTo>
                  <a:pt x="9600" y="13985"/>
                </a:lnTo>
                <a:lnTo>
                  <a:pt x="9600" y="12212"/>
                </a:lnTo>
                <a:lnTo>
                  <a:pt x="8014" y="12212"/>
                </a:lnTo>
                <a:lnTo>
                  <a:pt x="6418" y="12212"/>
                </a:lnTo>
                <a:lnTo>
                  <a:pt x="4800" y="12212"/>
                </a:lnTo>
                <a:lnTo>
                  <a:pt x="4898" y="10829"/>
                </a:lnTo>
                <a:lnTo>
                  <a:pt x="4999" y="9438"/>
                </a:lnTo>
                <a:lnTo>
                  <a:pt x="5100" y="8026"/>
                </a:lnTo>
                <a:lnTo>
                  <a:pt x="5002" y="6524"/>
                </a:lnTo>
                <a:lnTo>
                  <a:pt x="4901" y="5013"/>
                </a:lnTo>
                <a:lnTo>
                  <a:pt x="4800" y="3479"/>
                </a:lnTo>
                <a:lnTo>
                  <a:pt x="3365" y="2454"/>
                </a:lnTo>
                <a:lnTo>
                  <a:pt x="2386" y="1811"/>
                </a:lnTo>
                <a:lnTo>
                  <a:pt x="1414" y="1272"/>
                </a:lnTo>
                <a:lnTo>
                  <a:pt x="0" y="568"/>
                </a:lnTo>
                <a:close/>
              </a:path>
            </a:pathLst>
          </a:custGeom>
          <a:solidFill>
            <a:srgbClr val="BFC2C2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2" name="contour_07680"/>
          <p:cNvSpPr/>
          <p:nvPr/>
        </p:nvSpPr>
        <p:spPr>
          <a:xfrm>
            <a:off x="4580441" y="5663170"/>
            <a:ext cx="72384" cy="433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60" y="1542"/>
                </a:moveTo>
                <a:lnTo>
                  <a:pt x="16267" y="2826"/>
                </a:lnTo>
                <a:lnTo>
                  <a:pt x="17524" y="4219"/>
                </a:lnTo>
                <a:lnTo>
                  <a:pt x="18577" y="5761"/>
                </a:lnTo>
                <a:lnTo>
                  <a:pt x="19469" y="7502"/>
                </a:lnTo>
                <a:lnTo>
                  <a:pt x="20241" y="9476"/>
                </a:lnTo>
                <a:lnTo>
                  <a:pt x="20939" y="11732"/>
                </a:lnTo>
                <a:lnTo>
                  <a:pt x="21600" y="14312"/>
                </a:lnTo>
                <a:lnTo>
                  <a:pt x="21309" y="16699"/>
                </a:lnTo>
                <a:lnTo>
                  <a:pt x="20985" y="18248"/>
                </a:lnTo>
                <a:lnTo>
                  <a:pt x="20426" y="19645"/>
                </a:lnTo>
                <a:lnTo>
                  <a:pt x="19425" y="21567"/>
                </a:lnTo>
                <a:lnTo>
                  <a:pt x="17909" y="21600"/>
                </a:lnTo>
                <a:lnTo>
                  <a:pt x="16461" y="21564"/>
                </a:lnTo>
                <a:lnTo>
                  <a:pt x="15047" y="21451"/>
                </a:lnTo>
                <a:lnTo>
                  <a:pt x="13642" y="21266"/>
                </a:lnTo>
                <a:lnTo>
                  <a:pt x="12211" y="21001"/>
                </a:lnTo>
                <a:lnTo>
                  <a:pt x="10726" y="20660"/>
                </a:lnTo>
                <a:lnTo>
                  <a:pt x="9521" y="20443"/>
                </a:lnTo>
                <a:lnTo>
                  <a:pt x="8295" y="20218"/>
                </a:lnTo>
                <a:lnTo>
                  <a:pt x="5861" y="19652"/>
                </a:lnTo>
                <a:lnTo>
                  <a:pt x="4160" y="19144"/>
                </a:lnTo>
                <a:lnTo>
                  <a:pt x="2973" y="18534"/>
                </a:lnTo>
                <a:lnTo>
                  <a:pt x="2073" y="17667"/>
                </a:lnTo>
                <a:lnTo>
                  <a:pt x="1237" y="16383"/>
                </a:lnTo>
                <a:lnTo>
                  <a:pt x="241" y="14522"/>
                </a:lnTo>
                <a:lnTo>
                  <a:pt x="0" y="11703"/>
                </a:lnTo>
                <a:lnTo>
                  <a:pt x="113" y="9875"/>
                </a:lnTo>
                <a:lnTo>
                  <a:pt x="683" y="7466"/>
                </a:lnTo>
                <a:lnTo>
                  <a:pt x="2003" y="5246"/>
                </a:lnTo>
                <a:lnTo>
                  <a:pt x="3271" y="3450"/>
                </a:lnTo>
                <a:lnTo>
                  <a:pt x="4513" y="2050"/>
                </a:lnTo>
                <a:lnTo>
                  <a:pt x="5754" y="1030"/>
                </a:lnTo>
                <a:lnTo>
                  <a:pt x="7027" y="363"/>
                </a:lnTo>
                <a:lnTo>
                  <a:pt x="8353" y="25"/>
                </a:lnTo>
                <a:lnTo>
                  <a:pt x="9765" y="0"/>
                </a:lnTo>
                <a:lnTo>
                  <a:pt x="11285" y="258"/>
                </a:lnTo>
                <a:lnTo>
                  <a:pt x="12940" y="780"/>
                </a:lnTo>
                <a:lnTo>
                  <a:pt x="14760" y="1542"/>
                </a:lnTo>
                <a:close/>
              </a:path>
            </a:pathLst>
          </a:custGeom>
          <a:solidFill>
            <a:srgbClr val="DCD9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3" name="contour_07681"/>
          <p:cNvSpPr/>
          <p:nvPr/>
        </p:nvSpPr>
        <p:spPr>
          <a:xfrm>
            <a:off x="7189046" y="5626329"/>
            <a:ext cx="102032" cy="43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1" y="0"/>
                </a:moveTo>
                <a:lnTo>
                  <a:pt x="17163" y="2321"/>
                </a:lnTo>
                <a:lnTo>
                  <a:pt x="17354" y="4661"/>
                </a:lnTo>
                <a:lnTo>
                  <a:pt x="17550" y="7030"/>
                </a:lnTo>
                <a:lnTo>
                  <a:pt x="17923" y="10519"/>
                </a:lnTo>
                <a:lnTo>
                  <a:pt x="18246" y="12797"/>
                </a:lnTo>
                <a:lnTo>
                  <a:pt x="18642" y="14346"/>
                </a:lnTo>
                <a:lnTo>
                  <a:pt x="19236" y="15662"/>
                </a:lnTo>
                <a:lnTo>
                  <a:pt x="20153" y="17229"/>
                </a:lnTo>
                <a:lnTo>
                  <a:pt x="20872" y="17679"/>
                </a:lnTo>
                <a:lnTo>
                  <a:pt x="21600" y="18136"/>
                </a:lnTo>
                <a:lnTo>
                  <a:pt x="21231" y="18103"/>
                </a:lnTo>
                <a:lnTo>
                  <a:pt x="20582" y="18045"/>
                </a:lnTo>
                <a:lnTo>
                  <a:pt x="19093" y="17911"/>
                </a:lnTo>
                <a:lnTo>
                  <a:pt x="18014" y="17937"/>
                </a:lnTo>
                <a:lnTo>
                  <a:pt x="16965" y="18074"/>
                </a:lnTo>
                <a:lnTo>
                  <a:pt x="15935" y="18317"/>
                </a:lnTo>
                <a:lnTo>
                  <a:pt x="14916" y="18651"/>
                </a:lnTo>
                <a:lnTo>
                  <a:pt x="13901" y="19061"/>
                </a:lnTo>
                <a:lnTo>
                  <a:pt x="12883" y="19536"/>
                </a:lnTo>
                <a:lnTo>
                  <a:pt x="11851" y="20062"/>
                </a:lnTo>
                <a:lnTo>
                  <a:pt x="10800" y="20632"/>
                </a:lnTo>
                <a:lnTo>
                  <a:pt x="9546" y="21161"/>
                </a:lnTo>
                <a:lnTo>
                  <a:pt x="8446" y="21509"/>
                </a:lnTo>
                <a:lnTo>
                  <a:pt x="7430" y="21600"/>
                </a:lnTo>
                <a:lnTo>
                  <a:pt x="6431" y="21357"/>
                </a:lnTo>
                <a:lnTo>
                  <a:pt x="5380" y="20708"/>
                </a:lnTo>
                <a:lnTo>
                  <a:pt x="4207" y="19580"/>
                </a:lnTo>
                <a:lnTo>
                  <a:pt x="3479" y="18277"/>
                </a:lnTo>
                <a:lnTo>
                  <a:pt x="2918" y="17236"/>
                </a:lnTo>
                <a:lnTo>
                  <a:pt x="2407" y="16217"/>
                </a:lnTo>
                <a:lnTo>
                  <a:pt x="1827" y="14980"/>
                </a:lnTo>
                <a:lnTo>
                  <a:pt x="1065" y="13283"/>
                </a:lnTo>
                <a:lnTo>
                  <a:pt x="0" y="10882"/>
                </a:lnTo>
                <a:lnTo>
                  <a:pt x="1018" y="10882"/>
                </a:lnTo>
                <a:lnTo>
                  <a:pt x="2038" y="10882"/>
                </a:lnTo>
                <a:lnTo>
                  <a:pt x="3058" y="10882"/>
                </a:lnTo>
                <a:lnTo>
                  <a:pt x="4081" y="10882"/>
                </a:lnTo>
                <a:lnTo>
                  <a:pt x="5107" y="10882"/>
                </a:lnTo>
                <a:lnTo>
                  <a:pt x="6137" y="10882"/>
                </a:lnTo>
                <a:lnTo>
                  <a:pt x="7171" y="10882"/>
                </a:lnTo>
                <a:lnTo>
                  <a:pt x="8211" y="10882"/>
                </a:lnTo>
                <a:lnTo>
                  <a:pt x="9257" y="10882"/>
                </a:lnTo>
                <a:lnTo>
                  <a:pt x="9257" y="8484"/>
                </a:lnTo>
                <a:lnTo>
                  <a:pt x="9257" y="6072"/>
                </a:lnTo>
                <a:lnTo>
                  <a:pt x="9257" y="3627"/>
                </a:lnTo>
                <a:lnTo>
                  <a:pt x="10212" y="4077"/>
                </a:lnTo>
                <a:lnTo>
                  <a:pt x="11167" y="4527"/>
                </a:lnTo>
                <a:lnTo>
                  <a:pt x="12125" y="4977"/>
                </a:lnTo>
                <a:lnTo>
                  <a:pt x="13085" y="5426"/>
                </a:lnTo>
                <a:lnTo>
                  <a:pt x="14049" y="5880"/>
                </a:lnTo>
                <a:lnTo>
                  <a:pt x="15018" y="6337"/>
                </a:lnTo>
                <a:lnTo>
                  <a:pt x="15992" y="6794"/>
                </a:lnTo>
                <a:lnTo>
                  <a:pt x="16971" y="7254"/>
                </a:lnTo>
                <a:lnTo>
                  <a:pt x="16971" y="4857"/>
                </a:lnTo>
                <a:lnTo>
                  <a:pt x="16971" y="2445"/>
                </a:lnTo>
                <a:lnTo>
                  <a:pt x="16971" y="0"/>
                </a:lnTo>
                <a:close/>
              </a:path>
            </a:pathLst>
          </a:custGeom>
          <a:solidFill>
            <a:srgbClr val="282624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4" name="contour_07682"/>
          <p:cNvSpPr/>
          <p:nvPr/>
        </p:nvSpPr>
        <p:spPr>
          <a:xfrm>
            <a:off x="5352472" y="5626329"/>
            <a:ext cx="65592" cy="38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925" y="205"/>
                </a:lnTo>
                <a:lnTo>
                  <a:pt x="8590" y="397"/>
                </a:lnTo>
                <a:lnTo>
                  <a:pt x="9317" y="602"/>
                </a:lnTo>
                <a:lnTo>
                  <a:pt x="10224" y="860"/>
                </a:lnTo>
                <a:lnTo>
                  <a:pt x="11429" y="1204"/>
                </a:lnTo>
                <a:lnTo>
                  <a:pt x="13051" y="1662"/>
                </a:lnTo>
                <a:lnTo>
                  <a:pt x="15206" y="2276"/>
                </a:lnTo>
                <a:lnTo>
                  <a:pt x="18017" y="3075"/>
                </a:lnTo>
                <a:lnTo>
                  <a:pt x="21600" y="4094"/>
                </a:lnTo>
                <a:lnTo>
                  <a:pt x="21600" y="6796"/>
                </a:lnTo>
                <a:lnTo>
                  <a:pt x="21600" y="9502"/>
                </a:lnTo>
                <a:lnTo>
                  <a:pt x="21600" y="12221"/>
                </a:lnTo>
                <a:lnTo>
                  <a:pt x="21600" y="14951"/>
                </a:lnTo>
                <a:lnTo>
                  <a:pt x="21600" y="17698"/>
                </a:lnTo>
                <a:lnTo>
                  <a:pt x="21600" y="20470"/>
                </a:lnTo>
                <a:lnTo>
                  <a:pt x="20023" y="20630"/>
                </a:lnTo>
                <a:lnTo>
                  <a:pt x="18449" y="20773"/>
                </a:lnTo>
                <a:lnTo>
                  <a:pt x="16874" y="20904"/>
                </a:lnTo>
                <a:lnTo>
                  <a:pt x="15300" y="21027"/>
                </a:lnTo>
                <a:lnTo>
                  <a:pt x="13726" y="21137"/>
                </a:lnTo>
                <a:lnTo>
                  <a:pt x="12149" y="21240"/>
                </a:lnTo>
                <a:lnTo>
                  <a:pt x="11474" y="21318"/>
                </a:lnTo>
                <a:lnTo>
                  <a:pt x="9437" y="21551"/>
                </a:lnTo>
                <a:lnTo>
                  <a:pt x="8131" y="21600"/>
                </a:lnTo>
                <a:lnTo>
                  <a:pt x="7114" y="21567"/>
                </a:lnTo>
                <a:lnTo>
                  <a:pt x="6043" y="21403"/>
                </a:lnTo>
                <a:lnTo>
                  <a:pt x="4584" y="21055"/>
                </a:lnTo>
                <a:lnTo>
                  <a:pt x="2400" y="20470"/>
                </a:lnTo>
                <a:lnTo>
                  <a:pt x="1512" y="17400"/>
                </a:lnTo>
                <a:lnTo>
                  <a:pt x="943" y="15226"/>
                </a:lnTo>
                <a:lnTo>
                  <a:pt x="578" y="13359"/>
                </a:lnTo>
                <a:lnTo>
                  <a:pt x="302" y="11209"/>
                </a:lnTo>
                <a:lnTo>
                  <a:pt x="0" y="8188"/>
                </a:lnTo>
                <a:lnTo>
                  <a:pt x="1426" y="8188"/>
                </a:lnTo>
                <a:lnTo>
                  <a:pt x="2856" y="8188"/>
                </a:lnTo>
                <a:lnTo>
                  <a:pt x="4291" y="8188"/>
                </a:lnTo>
                <a:lnTo>
                  <a:pt x="5738" y="8188"/>
                </a:lnTo>
                <a:lnTo>
                  <a:pt x="7200" y="8188"/>
                </a:lnTo>
                <a:lnTo>
                  <a:pt x="7200" y="5482"/>
                </a:lnTo>
                <a:lnTo>
                  <a:pt x="7200" y="2759"/>
                </a:lnTo>
                <a:lnTo>
                  <a:pt x="7200" y="0"/>
                </a:lnTo>
                <a:close/>
              </a:path>
            </a:pathLst>
          </a:custGeom>
          <a:solidFill>
            <a:srgbClr val="1F1E1F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5" name="contour_07683"/>
          <p:cNvSpPr/>
          <p:nvPr/>
        </p:nvSpPr>
        <p:spPr>
          <a:xfrm>
            <a:off x="1169165" y="559717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62" y="105"/>
                </a:lnTo>
                <a:lnTo>
                  <a:pt x="9917" y="238"/>
                </a:lnTo>
                <a:lnTo>
                  <a:pt x="11575" y="494"/>
                </a:lnTo>
                <a:lnTo>
                  <a:pt x="14077" y="963"/>
                </a:lnTo>
                <a:lnTo>
                  <a:pt x="16191" y="1330"/>
                </a:lnTo>
                <a:lnTo>
                  <a:pt x="18332" y="1700"/>
                </a:lnTo>
                <a:lnTo>
                  <a:pt x="19955" y="2388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19560" y="9257"/>
                </a:lnTo>
                <a:lnTo>
                  <a:pt x="17508" y="9257"/>
                </a:lnTo>
                <a:lnTo>
                  <a:pt x="15429" y="9257"/>
                </a:lnTo>
                <a:lnTo>
                  <a:pt x="14275" y="10871"/>
                </a:lnTo>
                <a:lnTo>
                  <a:pt x="13531" y="12053"/>
                </a:lnTo>
                <a:lnTo>
                  <a:pt x="12864" y="13380"/>
                </a:lnTo>
                <a:lnTo>
                  <a:pt x="11957" y="15429"/>
                </a:lnTo>
                <a:lnTo>
                  <a:pt x="11180" y="17150"/>
                </a:lnTo>
                <a:lnTo>
                  <a:pt x="10390" y="18900"/>
                </a:lnTo>
                <a:lnTo>
                  <a:pt x="9828" y="20239"/>
                </a:lnTo>
                <a:lnTo>
                  <a:pt x="9257" y="21600"/>
                </a:lnTo>
                <a:lnTo>
                  <a:pt x="7424" y="20989"/>
                </a:lnTo>
                <a:lnTo>
                  <a:pt x="5585" y="20375"/>
                </a:lnTo>
                <a:lnTo>
                  <a:pt x="3740" y="19761"/>
                </a:lnTo>
                <a:lnTo>
                  <a:pt x="1879" y="19141"/>
                </a:lnTo>
                <a:lnTo>
                  <a:pt x="0" y="18514"/>
                </a:lnTo>
                <a:lnTo>
                  <a:pt x="330" y="16632"/>
                </a:lnTo>
                <a:lnTo>
                  <a:pt x="667" y="14753"/>
                </a:lnTo>
                <a:lnTo>
                  <a:pt x="1006" y="12871"/>
                </a:lnTo>
                <a:lnTo>
                  <a:pt x="1352" y="10991"/>
                </a:lnTo>
                <a:lnTo>
                  <a:pt x="1728" y="8893"/>
                </a:lnTo>
                <a:lnTo>
                  <a:pt x="2111" y="6761"/>
                </a:lnTo>
                <a:lnTo>
                  <a:pt x="2722" y="4588"/>
                </a:lnTo>
                <a:lnTo>
                  <a:pt x="3348" y="3160"/>
                </a:lnTo>
                <a:lnTo>
                  <a:pt x="4372" y="1842"/>
                </a:lnTo>
                <a:lnTo>
                  <a:pt x="6171" y="0"/>
                </a:lnTo>
                <a:close/>
              </a:path>
            </a:pathLst>
          </a:custGeom>
          <a:solidFill>
            <a:srgbClr val="CA9478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6" name="contour_07684"/>
          <p:cNvSpPr/>
          <p:nvPr/>
        </p:nvSpPr>
        <p:spPr>
          <a:xfrm>
            <a:off x="4850177" y="5597010"/>
            <a:ext cx="43152" cy="686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69" y="0"/>
                </a:moveTo>
                <a:lnTo>
                  <a:pt x="13148" y="298"/>
                </a:lnTo>
                <a:lnTo>
                  <a:pt x="15347" y="626"/>
                </a:lnTo>
                <a:lnTo>
                  <a:pt x="17445" y="1039"/>
                </a:lnTo>
                <a:lnTo>
                  <a:pt x="19506" y="1595"/>
                </a:lnTo>
                <a:lnTo>
                  <a:pt x="21600" y="2347"/>
                </a:lnTo>
                <a:lnTo>
                  <a:pt x="21600" y="3862"/>
                </a:lnTo>
                <a:lnTo>
                  <a:pt x="21600" y="5387"/>
                </a:lnTo>
                <a:lnTo>
                  <a:pt x="21600" y="6936"/>
                </a:lnTo>
                <a:lnTo>
                  <a:pt x="19433" y="6936"/>
                </a:lnTo>
                <a:lnTo>
                  <a:pt x="17259" y="6936"/>
                </a:lnTo>
                <a:lnTo>
                  <a:pt x="15077" y="6936"/>
                </a:lnTo>
                <a:lnTo>
                  <a:pt x="12878" y="6936"/>
                </a:lnTo>
                <a:lnTo>
                  <a:pt x="10656" y="6936"/>
                </a:lnTo>
                <a:lnTo>
                  <a:pt x="10656" y="8299"/>
                </a:lnTo>
                <a:lnTo>
                  <a:pt x="10656" y="9664"/>
                </a:lnTo>
                <a:lnTo>
                  <a:pt x="10656" y="11039"/>
                </a:lnTo>
                <a:lnTo>
                  <a:pt x="10656" y="12422"/>
                </a:lnTo>
                <a:lnTo>
                  <a:pt x="10656" y="13820"/>
                </a:lnTo>
                <a:lnTo>
                  <a:pt x="12823" y="13820"/>
                </a:lnTo>
                <a:lnTo>
                  <a:pt x="14997" y="13820"/>
                </a:lnTo>
                <a:lnTo>
                  <a:pt x="17182" y="13820"/>
                </a:lnTo>
                <a:lnTo>
                  <a:pt x="19382" y="13820"/>
                </a:lnTo>
                <a:lnTo>
                  <a:pt x="21600" y="13820"/>
                </a:lnTo>
                <a:lnTo>
                  <a:pt x="21600" y="15182"/>
                </a:lnTo>
                <a:lnTo>
                  <a:pt x="21600" y="16548"/>
                </a:lnTo>
                <a:lnTo>
                  <a:pt x="21600" y="17922"/>
                </a:lnTo>
                <a:lnTo>
                  <a:pt x="21600" y="19306"/>
                </a:lnTo>
                <a:lnTo>
                  <a:pt x="21600" y="20703"/>
                </a:lnTo>
                <a:lnTo>
                  <a:pt x="17569" y="21201"/>
                </a:lnTo>
                <a:lnTo>
                  <a:pt x="14716" y="21501"/>
                </a:lnTo>
                <a:lnTo>
                  <a:pt x="12637" y="21600"/>
                </a:lnTo>
                <a:lnTo>
                  <a:pt x="10933" y="21501"/>
                </a:lnTo>
                <a:lnTo>
                  <a:pt x="9189" y="21201"/>
                </a:lnTo>
                <a:lnTo>
                  <a:pt x="7008" y="20703"/>
                </a:lnTo>
                <a:lnTo>
                  <a:pt x="5713" y="19358"/>
                </a:lnTo>
                <a:lnTo>
                  <a:pt x="4513" y="17977"/>
                </a:lnTo>
                <a:lnTo>
                  <a:pt x="3422" y="16564"/>
                </a:lnTo>
                <a:lnTo>
                  <a:pt x="2459" y="15120"/>
                </a:lnTo>
                <a:lnTo>
                  <a:pt x="1631" y="13650"/>
                </a:lnTo>
                <a:lnTo>
                  <a:pt x="956" y="12156"/>
                </a:lnTo>
                <a:lnTo>
                  <a:pt x="452" y="10637"/>
                </a:lnTo>
                <a:lnTo>
                  <a:pt x="128" y="9102"/>
                </a:lnTo>
                <a:lnTo>
                  <a:pt x="0" y="7551"/>
                </a:lnTo>
                <a:lnTo>
                  <a:pt x="84" y="5984"/>
                </a:lnTo>
                <a:lnTo>
                  <a:pt x="394" y="4410"/>
                </a:lnTo>
                <a:lnTo>
                  <a:pt x="1904" y="2829"/>
                </a:lnTo>
                <a:lnTo>
                  <a:pt x="3571" y="1608"/>
                </a:lnTo>
                <a:lnTo>
                  <a:pt x="5523" y="737"/>
                </a:lnTo>
                <a:lnTo>
                  <a:pt x="7880" y="204"/>
                </a:lnTo>
                <a:lnTo>
                  <a:pt x="10769" y="0"/>
                </a:lnTo>
                <a:close/>
              </a:path>
            </a:pathLst>
          </a:custGeom>
          <a:solidFill>
            <a:srgbClr val="895D85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7" name="contour_07685"/>
          <p:cNvSpPr/>
          <p:nvPr/>
        </p:nvSpPr>
        <p:spPr>
          <a:xfrm>
            <a:off x="5476368" y="5546162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565" y="605"/>
                </a:lnTo>
                <a:lnTo>
                  <a:pt x="15479" y="1073"/>
                </a:lnTo>
                <a:lnTo>
                  <a:pt x="16783" y="1505"/>
                </a:lnTo>
                <a:lnTo>
                  <a:pt x="17718" y="2005"/>
                </a:lnTo>
                <a:lnTo>
                  <a:pt x="18524" y="2671"/>
                </a:lnTo>
                <a:lnTo>
                  <a:pt x="19440" y="3600"/>
                </a:lnTo>
                <a:lnTo>
                  <a:pt x="19796" y="5976"/>
                </a:lnTo>
                <a:lnTo>
                  <a:pt x="20153" y="8356"/>
                </a:lnTo>
                <a:lnTo>
                  <a:pt x="20511" y="10746"/>
                </a:lnTo>
                <a:lnTo>
                  <a:pt x="20872" y="13147"/>
                </a:lnTo>
                <a:lnTo>
                  <a:pt x="21235" y="15563"/>
                </a:lnTo>
                <a:lnTo>
                  <a:pt x="21600" y="18000"/>
                </a:lnTo>
                <a:lnTo>
                  <a:pt x="20174" y="18238"/>
                </a:lnTo>
                <a:lnTo>
                  <a:pt x="18749" y="18475"/>
                </a:lnTo>
                <a:lnTo>
                  <a:pt x="17321" y="18713"/>
                </a:lnTo>
                <a:lnTo>
                  <a:pt x="15893" y="18950"/>
                </a:lnTo>
                <a:lnTo>
                  <a:pt x="14463" y="19188"/>
                </a:lnTo>
                <a:lnTo>
                  <a:pt x="13033" y="19429"/>
                </a:lnTo>
                <a:lnTo>
                  <a:pt x="11599" y="19667"/>
                </a:lnTo>
                <a:lnTo>
                  <a:pt x="10163" y="19908"/>
                </a:lnTo>
                <a:lnTo>
                  <a:pt x="8722" y="20146"/>
                </a:lnTo>
                <a:lnTo>
                  <a:pt x="7279" y="20387"/>
                </a:lnTo>
                <a:lnTo>
                  <a:pt x="5834" y="20628"/>
                </a:lnTo>
                <a:lnTo>
                  <a:pt x="4383" y="20869"/>
                </a:lnTo>
                <a:lnTo>
                  <a:pt x="2927" y="21114"/>
                </a:lnTo>
                <a:lnTo>
                  <a:pt x="1467" y="21355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1426" y="10800"/>
                </a:lnTo>
                <a:lnTo>
                  <a:pt x="2853" y="10800"/>
                </a:lnTo>
                <a:lnTo>
                  <a:pt x="4281" y="10800"/>
                </a:lnTo>
                <a:lnTo>
                  <a:pt x="5713" y="10800"/>
                </a:lnTo>
                <a:lnTo>
                  <a:pt x="7150" y="10800"/>
                </a:lnTo>
                <a:lnTo>
                  <a:pt x="8592" y="10800"/>
                </a:lnTo>
                <a:lnTo>
                  <a:pt x="10040" y="10800"/>
                </a:lnTo>
                <a:lnTo>
                  <a:pt x="11496" y="10800"/>
                </a:lnTo>
                <a:lnTo>
                  <a:pt x="12960" y="10800"/>
                </a:lnTo>
                <a:lnTo>
                  <a:pt x="12532" y="8662"/>
                </a:lnTo>
                <a:lnTo>
                  <a:pt x="12102" y="6516"/>
                </a:lnTo>
                <a:lnTo>
                  <a:pt x="11673" y="4363"/>
                </a:lnTo>
                <a:lnTo>
                  <a:pt x="11238" y="2192"/>
                </a:lnTo>
                <a:lnTo>
                  <a:pt x="10800" y="0"/>
                </a:lnTo>
                <a:close/>
              </a:path>
            </a:pathLst>
          </a:custGeom>
          <a:solidFill>
            <a:srgbClr val="8A8067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8" name="contour_07686"/>
          <p:cNvSpPr/>
          <p:nvPr/>
        </p:nvSpPr>
        <p:spPr>
          <a:xfrm>
            <a:off x="9739712" y="5523387"/>
            <a:ext cx="58442" cy="469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49" y="0"/>
                </a:moveTo>
                <a:lnTo>
                  <a:pt x="7521" y="64"/>
                </a:lnTo>
                <a:lnTo>
                  <a:pt x="8525" y="171"/>
                </a:lnTo>
                <a:lnTo>
                  <a:pt x="10826" y="419"/>
                </a:lnTo>
                <a:lnTo>
                  <a:pt x="10826" y="2637"/>
                </a:lnTo>
                <a:lnTo>
                  <a:pt x="10826" y="4868"/>
                </a:lnTo>
                <a:lnTo>
                  <a:pt x="10826" y="7130"/>
                </a:lnTo>
                <a:lnTo>
                  <a:pt x="12102" y="6922"/>
                </a:lnTo>
                <a:lnTo>
                  <a:pt x="13390" y="6714"/>
                </a:lnTo>
                <a:lnTo>
                  <a:pt x="14696" y="6502"/>
                </a:lnTo>
                <a:lnTo>
                  <a:pt x="16086" y="6707"/>
                </a:lnTo>
                <a:lnTo>
                  <a:pt x="17487" y="6918"/>
                </a:lnTo>
                <a:lnTo>
                  <a:pt x="18906" y="7130"/>
                </a:lnTo>
                <a:lnTo>
                  <a:pt x="19898" y="9525"/>
                </a:lnTo>
                <a:lnTo>
                  <a:pt x="20531" y="11246"/>
                </a:lnTo>
                <a:lnTo>
                  <a:pt x="20940" y="12776"/>
                </a:lnTo>
                <a:lnTo>
                  <a:pt x="21253" y="14598"/>
                </a:lnTo>
                <a:lnTo>
                  <a:pt x="21600" y="17195"/>
                </a:lnTo>
                <a:lnTo>
                  <a:pt x="19900" y="19057"/>
                </a:lnTo>
                <a:lnTo>
                  <a:pt x="18322" y="20265"/>
                </a:lnTo>
                <a:lnTo>
                  <a:pt x="16743" y="20969"/>
                </a:lnTo>
                <a:lnTo>
                  <a:pt x="15046" y="21325"/>
                </a:lnTo>
                <a:lnTo>
                  <a:pt x="13115" y="21486"/>
                </a:lnTo>
                <a:lnTo>
                  <a:pt x="10826" y="21600"/>
                </a:lnTo>
                <a:lnTo>
                  <a:pt x="8655" y="21560"/>
                </a:lnTo>
                <a:lnTo>
                  <a:pt x="7149" y="21486"/>
                </a:lnTo>
                <a:lnTo>
                  <a:pt x="5921" y="21325"/>
                </a:lnTo>
                <a:lnTo>
                  <a:pt x="4582" y="21030"/>
                </a:lnTo>
                <a:lnTo>
                  <a:pt x="2745" y="20550"/>
                </a:lnTo>
                <a:lnTo>
                  <a:pt x="1600" y="18456"/>
                </a:lnTo>
                <a:lnTo>
                  <a:pt x="811" y="16366"/>
                </a:lnTo>
                <a:lnTo>
                  <a:pt x="321" y="14236"/>
                </a:lnTo>
                <a:lnTo>
                  <a:pt x="70" y="12018"/>
                </a:lnTo>
                <a:lnTo>
                  <a:pt x="0" y="9663"/>
                </a:lnTo>
                <a:lnTo>
                  <a:pt x="51" y="7130"/>
                </a:lnTo>
                <a:lnTo>
                  <a:pt x="657" y="4029"/>
                </a:lnTo>
                <a:lnTo>
                  <a:pt x="1428" y="2060"/>
                </a:lnTo>
                <a:lnTo>
                  <a:pt x="2583" y="926"/>
                </a:lnTo>
                <a:lnTo>
                  <a:pt x="4350" y="336"/>
                </a:lnTo>
                <a:lnTo>
                  <a:pt x="6949" y="0"/>
                </a:lnTo>
                <a:close/>
              </a:path>
            </a:pathLst>
          </a:custGeom>
          <a:solidFill>
            <a:srgbClr val="BC9D53"/>
          </a:solidFill>
          <a:ln>
            <a:noFill/>
          </a:ln>
        </p:spPr>
        <p:txBody>
          <a:bodyPr/>
          <a:lstStyle/>
          <a:p/>
        </p:txBody>
      </p:sp>
      <p:sp>
        <p:nvSpPr>
          <p:cNvPr id="7689" name="contour_07687"/>
          <p:cNvSpPr/>
          <p:nvPr/>
        </p:nvSpPr>
        <p:spPr>
          <a:xfrm>
            <a:off x="10650689" y="5509722"/>
            <a:ext cx="7303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01" y="0"/>
                </a:moveTo>
                <a:lnTo>
                  <a:pt x="2791" y="823"/>
                </a:lnTo>
                <a:lnTo>
                  <a:pt x="3388" y="1658"/>
                </a:lnTo>
                <a:lnTo>
                  <a:pt x="4378" y="2899"/>
                </a:lnTo>
                <a:lnTo>
                  <a:pt x="5367" y="4066"/>
                </a:lnTo>
                <a:lnTo>
                  <a:pt x="6387" y="5167"/>
                </a:lnTo>
                <a:lnTo>
                  <a:pt x="7475" y="6209"/>
                </a:lnTo>
                <a:lnTo>
                  <a:pt x="8667" y="7200"/>
                </a:lnTo>
                <a:lnTo>
                  <a:pt x="10465" y="6821"/>
                </a:lnTo>
                <a:lnTo>
                  <a:pt x="11700" y="6506"/>
                </a:lnTo>
                <a:lnTo>
                  <a:pt x="12683" y="6142"/>
                </a:lnTo>
                <a:lnTo>
                  <a:pt x="13724" y="5611"/>
                </a:lnTo>
                <a:lnTo>
                  <a:pt x="15134" y="4800"/>
                </a:lnTo>
                <a:lnTo>
                  <a:pt x="14866" y="6286"/>
                </a:lnTo>
                <a:lnTo>
                  <a:pt x="14599" y="7771"/>
                </a:lnTo>
                <a:lnTo>
                  <a:pt x="14332" y="9262"/>
                </a:lnTo>
                <a:lnTo>
                  <a:pt x="14064" y="10754"/>
                </a:lnTo>
                <a:lnTo>
                  <a:pt x="13795" y="12254"/>
                </a:lnTo>
                <a:lnTo>
                  <a:pt x="13523" y="13762"/>
                </a:lnTo>
                <a:lnTo>
                  <a:pt x="13252" y="15276"/>
                </a:lnTo>
                <a:lnTo>
                  <a:pt x="12978" y="16800"/>
                </a:lnTo>
                <a:lnTo>
                  <a:pt x="14401" y="16800"/>
                </a:lnTo>
                <a:lnTo>
                  <a:pt x="15825" y="16800"/>
                </a:lnTo>
                <a:lnTo>
                  <a:pt x="17257" y="16800"/>
                </a:lnTo>
                <a:lnTo>
                  <a:pt x="18694" y="16800"/>
                </a:lnTo>
                <a:lnTo>
                  <a:pt x="20141" y="16800"/>
                </a:lnTo>
                <a:lnTo>
                  <a:pt x="21600" y="16800"/>
                </a:lnTo>
                <a:lnTo>
                  <a:pt x="21600" y="18386"/>
                </a:lnTo>
                <a:lnTo>
                  <a:pt x="21600" y="19982"/>
                </a:lnTo>
                <a:lnTo>
                  <a:pt x="21600" y="21600"/>
                </a:lnTo>
                <a:lnTo>
                  <a:pt x="20147" y="21391"/>
                </a:lnTo>
                <a:lnTo>
                  <a:pt x="18684" y="21156"/>
                </a:lnTo>
                <a:lnTo>
                  <a:pt x="17211" y="20892"/>
                </a:lnTo>
                <a:lnTo>
                  <a:pt x="15741" y="20592"/>
                </a:lnTo>
                <a:lnTo>
                  <a:pt x="14274" y="20249"/>
                </a:lnTo>
                <a:lnTo>
                  <a:pt x="12819" y="19855"/>
                </a:lnTo>
                <a:lnTo>
                  <a:pt x="11379" y="19411"/>
                </a:lnTo>
                <a:lnTo>
                  <a:pt x="9960" y="18905"/>
                </a:lnTo>
                <a:lnTo>
                  <a:pt x="8568" y="18334"/>
                </a:lnTo>
                <a:lnTo>
                  <a:pt x="7210" y="17690"/>
                </a:lnTo>
                <a:lnTo>
                  <a:pt x="5889" y="16968"/>
                </a:lnTo>
                <a:lnTo>
                  <a:pt x="4611" y="16164"/>
                </a:lnTo>
                <a:lnTo>
                  <a:pt x="3382" y="15271"/>
                </a:lnTo>
                <a:lnTo>
                  <a:pt x="2207" y="14285"/>
                </a:lnTo>
                <a:lnTo>
                  <a:pt x="1093" y="13195"/>
                </a:lnTo>
                <a:lnTo>
                  <a:pt x="45" y="12000"/>
                </a:lnTo>
                <a:lnTo>
                  <a:pt x="0" y="10390"/>
                </a:lnTo>
                <a:lnTo>
                  <a:pt x="63" y="8842"/>
                </a:lnTo>
                <a:lnTo>
                  <a:pt x="224" y="7342"/>
                </a:lnTo>
                <a:lnTo>
                  <a:pt x="474" y="5873"/>
                </a:lnTo>
                <a:lnTo>
                  <a:pt x="806" y="4423"/>
                </a:lnTo>
                <a:lnTo>
                  <a:pt x="1211" y="2969"/>
                </a:lnTo>
                <a:lnTo>
                  <a:pt x="1679" y="1500"/>
                </a:lnTo>
                <a:lnTo>
                  <a:pt x="2201" y="0"/>
                </a:lnTo>
                <a:close/>
              </a:path>
            </a:pathLst>
          </a:custGeom>
          <a:solidFill>
            <a:srgbClr val="E5E6E8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0" name="contour_07688"/>
          <p:cNvSpPr/>
          <p:nvPr/>
        </p:nvSpPr>
        <p:spPr>
          <a:xfrm>
            <a:off x="4317578" y="5458706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076" y="1290"/>
                </a:lnTo>
                <a:lnTo>
                  <a:pt x="19660" y="2309"/>
                </a:lnTo>
                <a:lnTo>
                  <a:pt x="20250" y="3927"/>
                </a:lnTo>
                <a:lnTo>
                  <a:pt x="20657" y="5023"/>
                </a:lnTo>
                <a:lnTo>
                  <a:pt x="21067" y="6136"/>
                </a:lnTo>
                <a:lnTo>
                  <a:pt x="21200" y="6562"/>
                </a:lnTo>
                <a:lnTo>
                  <a:pt x="21600" y="7855"/>
                </a:lnTo>
                <a:lnTo>
                  <a:pt x="19220" y="7855"/>
                </a:lnTo>
                <a:lnTo>
                  <a:pt x="16826" y="7855"/>
                </a:lnTo>
                <a:lnTo>
                  <a:pt x="14400" y="7855"/>
                </a:lnTo>
                <a:lnTo>
                  <a:pt x="15048" y="9092"/>
                </a:lnTo>
                <a:lnTo>
                  <a:pt x="15696" y="10329"/>
                </a:lnTo>
                <a:lnTo>
                  <a:pt x="16344" y="11568"/>
                </a:lnTo>
                <a:lnTo>
                  <a:pt x="16996" y="12809"/>
                </a:lnTo>
                <a:lnTo>
                  <a:pt x="17647" y="14054"/>
                </a:lnTo>
                <a:lnTo>
                  <a:pt x="18299" y="15299"/>
                </a:lnTo>
                <a:lnTo>
                  <a:pt x="18954" y="16550"/>
                </a:lnTo>
                <a:lnTo>
                  <a:pt x="19613" y="17804"/>
                </a:lnTo>
                <a:lnTo>
                  <a:pt x="20272" y="19063"/>
                </a:lnTo>
                <a:lnTo>
                  <a:pt x="20934" y="20330"/>
                </a:lnTo>
                <a:lnTo>
                  <a:pt x="21600" y="21600"/>
                </a:lnTo>
                <a:lnTo>
                  <a:pt x="19076" y="21180"/>
                </a:lnTo>
                <a:lnTo>
                  <a:pt x="16844" y="20775"/>
                </a:lnTo>
                <a:lnTo>
                  <a:pt x="14821" y="20349"/>
                </a:lnTo>
                <a:lnTo>
                  <a:pt x="12924" y="19862"/>
                </a:lnTo>
                <a:lnTo>
                  <a:pt x="11077" y="19281"/>
                </a:lnTo>
                <a:lnTo>
                  <a:pt x="9194" y="18562"/>
                </a:lnTo>
                <a:lnTo>
                  <a:pt x="7200" y="17673"/>
                </a:lnTo>
                <a:lnTo>
                  <a:pt x="6113" y="16471"/>
                </a:lnTo>
                <a:lnTo>
                  <a:pt x="5087" y="15267"/>
                </a:lnTo>
                <a:lnTo>
                  <a:pt x="4126" y="14060"/>
                </a:lnTo>
                <a:lnTo>
                  <a:pt x="3240" y="12848"/>
                </a:lnTo>
                <a:lnTo>
                  <a:pt x="2444" y="11625"/>
                </a:lnTo>
                <a:lnTo>
                  <a:pt x="1742" y="10390"/>
                </a:lnTo>
                <a:lnTo>
                  <a:pt x="1145" y="9141"/>
                </a:lnTo>
                <a:lnTo>
                  <a:pt x="662" y="7872"/>
                </a:lnTo>
                <a:lnTo>
                  <a:pt x="306" y="6582"/>
                </a:lnTo>
                <a:lnTo>
                  <a:pt x="79" y="5268"/>
                </a:lnTo>
                <a:lnTo>
                  <a:pt x="0" y="3927"/>
                </a:lnTo>
                <a:lnTo>
                  <a:pt x="2239" y="2855"/>
                </a:lnTo>
                <a:lnTo>
                  <a:pt x="4273" y="1987"/>
                </a:lnTo>
                <a:lnTo>
                  <a:pt x="6203" y="1304"/>
                </a:lnTo>
                <a:lnTo>
                  <a:pt x="8140" y="785"/>
                </a:lnTo>
                <a:lnTo>
                  <a:pt x="10184" y="414"/>
                </a:lnTo>
                <a:lnTo>
                  <a:pt x="12438" y="171"/>
                </a:lnTo>
                <a:lnTo>
                  <a:pt x="15008" y="39"/>
                </a:lnTo>
                <a:lnTo>
                  <a:pt x="18000" y="0"/>
                </a:lnTo>
                <a:close/>
              </a:path>
            </a:pathLst>
          </a:custGeom>
          <a:solidFill>
            <a:srgbClr val="644E29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1" name="contour_07689"/>
          <p:cNvSpPr/>
          <p:nvPr/>
        </p:nvSpPr>
        <p:spPr>
          <a:xfrm>
            <a:off x="4689265" y="5431354"/>
            <a:ext cx="72880" cy="49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8806"/>
                </a:moveTo>
                <a:lnTo>
                  <a:pt x="20099" y="10971"/>
                </a:lnTo>
                <a:lnTo>
                  <a:pt x="20589" y="12999"/>
                </a:lnTo>
                <a:lnTo>
                  <a:pt x="20950" y="14985"/>
                </a:lnTo>
                <a:lnTo>
                  <a:pt x="21216" y="17020"/>
                </a:lnTo>
                <a:lnTo>
                  <a:pt x="21421" y="19191"/>
                </a:lnTo>
                <a:lnTo>
                  <a:pt x="21600" y="21600"/>
                </a:lnTo>
                <a:lnTo>
                  <a:pt x="20317" y="21600"/>
                </a:lnTo>
                <a:lnTo>
                  <a:pt x="19030" y="21600"/>
                </a:lnTo>
                <a:lnTo>
                  <a:pt x="17738" y="21600"/>
                </a:lnTo>
                <a:lnTo>
                  <a:pt x="16435" y="21600"/>
                </a:lnTo>
                <a:lnTo>
                  <a:pt x="15120" y="21600"/>
                </a:lnTo>
                <a:lnTo>
                  <a:pt x="15120" y="19486"/>
                </a:lnTo>
                <a:lnTo>
                  <a:pt x="15120" y="17359"/>
                </a:lnTo>
                <a:lnTo>
                  <a:pt x="15120" y="15203"/>
                </a:lnTo>
                <a:lnTo>
                  <a:pt x="13826" y="15465"/>
                </a:lnTo>
                <a:lnTo>
                  <a:pt x="12526" y="15734"/>
                </a:lnTo>
                <a:lnTo>
                  <a:pt x="11206" y="16002"/>
                </a:lnTo>
                <a:lnTo>
                  <a:pt x="9480" y="15977"/>
                </a:lnTo>
                <a:lnTo>
                  <a:pt x="8113" y="15724"/>
                </a:lnTo>
                <a:lnTo>
                  <a:pt x="6931" y="15123"/>
                </a:lnTo>
                <a:lnTo>
                  <a:pt x="5772" y="14042"/>
                </a:lnTo>
                <a:lnTo>
                  <a:pt x="4463" y="12353"/>
                </a:lnTo>
                <a:lnTo>
                  <a:pt x="3670" y="10734"/>
                </a:lnTo>
                <a:lnTo>
                  <a:pt x="2897" y="9106"/>
                </a:lnTo>
                <a:lnTo>
                  <a:pt x="2145" y="7465"/>
                </a:lnTo>
                <a:lnTo>
                  <a:pt x="1410" y="5805"/>
                </a:lnTo>
                <a:lnTo>
                  <a:pt x="698" y="4123"/>
                </a:lnTo>
                <a:lnTo>
                  <a:pt x="0" y="2409"/>
                </a:lnTo>
                <a:lnTo>
                  <a:pt x="1795" y="1423"/>
                </a:lnTo>
                <a:lnTo>
                  <a:pt x="3501" y="697"/>
                </a:lnTo>
                <a:lnTo>
                  <a:pt x="5126" y="221"/>
                </a:lnTo>
                <a:lnTo>
                  <a:pt x="6681" y="0"/>
                </a:lnTo>
                <a:lnTo>
                  <a:pt x="8180" y="22"/>
                </a:lnTo>
                <a:lnTo>
                  <a:pt x="9631" y="291"/>
                </a:lnTo>
                <a:lnTo>
                  <a:pt x="11048" y="803"/>
                </a:lnTo>
                <a:lnTo>
                  <a:pt x="12439" y="1555"/>
                </a:lnTo>
                <a:lnTo>
                  <a:pt x="13820" y="2543"/>
                </a:lnTo>
                <a:lnTo>
                  <a:pt x="15200" y="3765"/>
                </a:lnTo>
                <a:lnTo>
                  <a:pt x="16589" y="5217"/>
                </a:lnTo>
                <a:lnTo>
                  <a:pt x="17997" y="6899"/>
                </a:lnTo>
                <a:lnTo>
                  <a:pt x="19440" y="8806"/>
                </a:lnTo>
                <a:close/>
              </a:path>
            </a:pathLst>
          </a:custGeom>
          <a:solidFill>
            <a:srgbClr val="574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2" name="contour_07690"/>
          <p:cNvSpPr/>
          <p:nvPr/>
        </p:nvSpPr>
        <p:spPr>
          <a:xfrm>
            <a:off x="1511701" y="5444130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3" y="0"/>
                </a:lnTo>
                <a:lnTo>
                  <a:pt x="3329" y="0"/>
                </a:lnTo>
                <a:lnTo>
                  <a:pt x="4994" y="0"/>
                </a:lnTo>
                <a:lnTo>
                  <a:pt x="6662" y="0"/>
                </a:lnTo>
                <a:lnTo>
                  <a:pt x="8338" y="0"/>
                </a:lnTo>
                <a:lnTo>
                  <a:pt x="10015" y="0"/>
                </a:lnTo>
                <a:lnTo>
                  <a:pt x="11700" y="0"/>
                </a:lnTo>
                <a:lnTo>
                  <a:pt x="13392" y="0"/>
                </a:lnTo>
                <a:lnTo>
                  <a:pt x="15091" y="0"/>
                </a:lnTo>
                <a:lnTo>
                  <a:pt x="16800" y="0"/>
                </a:lnTo>
                <a:lnTo>
                  <a:pt x="16800" y="2856"/>
                </a:lnTo>
                <a:lnTo>
                  <a:pt x="16800" y="5728"/>
                </a:lnTo>
                <a:lnTo>
                  <a:pt x="16800" y="8640"/>
                </a:lnTo>
                <a:lnTo>
                  <a:pt x="18386" y="8640"/>
                </a:lnTo>
                <a:lnTo>
                  <a:pt x="19982" y="8640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20016" y="17639"/>
                </a:lnTo>
                <a:lnTo>
                  <a:pt x="18432" y="17993"/>
                </a:lnTo>
                <a:lnTo>
                  <a:pt x="16846" y="18351"/>
                </a:lnTo>
                <a:lnTo>
                  <a:pt x="15257" y="18706"/>
                </a:lnTo>
                <a:lnTo>
                  <a:pt x="13666" y="19064"/>
                </a:lnTo>
                <a:lnTo>
                  <a:pt x="12072" y="19423"/>
                </a:lnTo>
                <a:lnTo>
                  <a:pt x="10474" y="19781"/>
                </a:lnTo>
                <a:lnTo>
                  <a:pt x="8870" y="20144"/>
                </a:lnTo>
                <a:lnTo>
                  <a:pt x="7262" y="20507"/>
                </a:lnTo>
                <a:lnTo>
                  <a:pt x="5650" y="20870"/>
                </a:lnTo>
                <a:lnTo>
                  <a:pt x="4027" y="21233"/>
                </a:lnTo>
                <a:lnTo>
                  <a:pt x="2400" y="21600"/>
                </a:lnTo>
                <a:lnTo>
                  <a:pt x="2102" y="18926"/>
                </a:lnTo>
                <a:lnTo>
                  <a:pt x="1805" y="16252"/>
                </a:lnTo>
                <a:lnTo>
                  <a:pt x="1507" y="13569"/>
                </a:lnTo>
                <a:lnTo>
                  <a:pt x="1210" y="10882"/>
                </a:lnTo>
                <a:lnTo>
                  <a:pt x="910" y="8182"/>
                </a:lnTo>
                <a:lnTo>
                  <a:pt x="607" y="5469"/>
                </a:lnTo>
                <a:lnTo>
                  <a:pt x="305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EBE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3" name="contour_07691"/>
          <p:cNvSpPr/>
          <p:nvPr/>
        </p:nvSpPr>
        <p:spPr>
          <a:xfrm>
            <a:off x="9805435" y="5420619"/>
            <a:ext cx="65592" cy="37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51"/>
                </a:moveTo>
                <a:lnTo>
                  <a:pt x="1702" y="673"/>
                </a:lnTo>
                <a:lnTo>
                  <a:pt x="3391" y="429"/>
                </a:lnTo>
                <a:lnTo>
                  <a:pt x="5069" y="231"/>
                </a:lnTo>
                <a:lnTo>
                  <a:pt x="6742" y="84"/>
                </a:lnTo>
                <a:lnTo>
                  <a:pt x="8410" y="4"/>
                </a:lnTo>
                <a:lnTo>
                  <a:pt x="10078" y="0"/>
                </a:lnTo>
                <a:lnTo>
                  <a:pt x="11748" y="80"/>
                </a:lnTo>
                <a:lnTo>
                  <a:pt x="13423" y="261"/>
                </a:lnTo>
                <a:lnTo>
                  <a:pt x="15106" y="547"/>
                </a:lnTo>
                <a:lnTo>
                  <a:pt x="16800" y="951"/>
                </a:lnTo>
                <a:lnTo>
                  <a:pt x="17933" y="3088"/>
                </a:lnTo>
                <a:lnTo>
                  <a:pt x="18869" y="5259"/>
                </a:lnTo>
                <a:lnTo>
                  <a:pt x="19637" y="7497"/>
                </a:lnTo>
                <a:lnTo>
                  <a:pt x="20263" y="9837"/>
                </a:lnTo>
                <a:lnTo>
                  <a:pt x="20779" y="12306"/>
                </a:lnTo>
                <a:lnTo>
                  <a:pt x="21216" y="14944"/>
                </a:lnTo>
                <a:lnTo>
                  <a:pt x="21600" y="17780"/>
                </a:lnTo>
                <a:lnTo>
                  <a:pt x="19817" y="19034"/>
                </a:lnTo>
                <a:lnTo>
                  <a:pt x="18192" y="20085"/>
                </a:lnTo>
                <a:lnTo>
                  <a:pt x="16670" y="20893"/>
                </a:lnTo>
                <a:lnTo>
                  <a:pt x="15197" y="21411"/>
                </a:lnTo>
                <a:lnTo>
                  <a:pt x="13716" y="21600"/>
                </a:lnTo>
                <a:lnTo>
                  <a:pt x="12175" y="21415"/>
                </a:lnTo>
                <a:lnTo>
                  <a:pt x="10519" y="20813"/>
                </a:lnTo>
                <a:lnTo>
                  <a:pt x="8690" y="19753"/>
                </a:lnTo>
                <a:lnTo>
                  <a:pt x="7349" y="18407"/>
                </a:lnTo>
                <a:lnTo>
                  <a:pt x="6046" y="17069"/>
                </a:lnTo>
                <a:lnTo>
                  <a:pt x="4781" y="15710"/>
                </a:lnTo>
                <a:lnTo>
                  <a:pt x="3545" y="14292"/>
                </a:lnTo>
                <a:lnTo>
                  <a:pt x="2340" y="12782"/>
                </a:lnTo>
                <a:lnTo>
                  <a:pt x="1159" y="11153"/>
                </a:lnTo>
                <a:lnTo>
                  <a:pt x="0" y="9365"/>
                </a:lnTo>
                <a:lnTo>
                  <a:pt x="0" y="6584"/>
                </a:lnTo>
                <a:lnTo>
                  <a:pt x="0" y="3787"/>
                </a:lnTo>
                <a:lnTo>
                  <a:pt x="0" y="951"/>
                </a:lnTo>
                <a:close/>
              </a:path>
            </a:pathLst>
          </a:custGeom>
          <a:solidFill>
            <a:srgbClr val="323134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4" name="contour_07692"/>
          <p:cNvSpPr/>
          <p:nvPr/>
        </p:nvSpPr>
        <p:spPr>
          <a:xfrm>
            <a:off x="10177123" y="5407544"/>
            <a:ext cx="58304" cy="36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16" y="0"/>
                </a:moveTo>
                <a:lnTo>
                  <a:pt x="12236" y="224"/>
                </a:lnTo>
                <a:lnTo>
                  <a:pt x="15017" y="891"/>
                </a:lnTo>
                <a:lnTo>
                  <a:pt x="16867" y="1252"/>
                </a:lnTo>
                <a:lnTo>
                  <a:pt x="18741" y="1614"/>
                </a:lnTo>
                <a:lnTo>
                  <a:pt x="20161" y="2990"/>
                </a:lnTo>
                <a:lnTo>
                  <a:pt x="21600" y="4389"/>
                </a:lnTo>
                <a:lnTo>
                  <a:pt x="21600" y="7233"/>
                </a:lnTo>
                <a:lnTo>
                  <a:pt x="21600" y="10077"/>
                </a:lnTo>
                <a:lnTo>
                  <a:pt x="21600" y="12930"/>
                </a:lnTo>
                <a:lnTo>
                  <a:pt x="21600" y="15800"/>
                </a:lnTo>
                <a:lnTo>
                  <a:pt x="21600" y="1869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6" y="21600"/>
                </a:lnTo>
                <a:lnTo>
                  <a:pt x="10881" y="21600"/>
                </a:lnTo>
                <a:lnTo>
                  <a:pt x="9086" y="21600"/>
                </a:lnTo>
                <a:lnTo>
                  <a:pt x="7282" y="21600"/>
                </a:lnTo>
                <a:lnTo>
                  <a:pt x="5473" y="21600"/>
                </a:lnTo>
                <a:lnTo>
                  <a:pt x="3656" y="21600"/>
                </a:lnTo>
                <a:lnTo>
                  <a:pt x="1833" y="21600"/>
                </a:lnTo>
                <a:lnTo>
                  <a:pt x="0" y="21600"/>
                </a:lnTo>
                <a:lnTo>
                  <a:pt x="1771" y="15783"/>
                </a:lnTo>
                <a:lnTo>
                  <a:pt x="3221" y="11123"/>
                </a:lnTo>
                <a:lnTo>
                  <a:pt x="4412" y="7491"/>
                </a:lnTo>
                <a:lnTo>
                  <a:pt x="5419" y="4759"/>
                </a:lnTo>
                <a:lnTo>
                  <a:pt x="6305" y="2797"/>
                </a:lnTo>
                <a:lnTo>
                  <a:pt x="7139" y="1476"/>
                </a:lnTo>
                <a:lnTo>
                  <a:pt x="7989" y="663"/>
                </a:lnTo>
                <a:lnTo>
                  <a:pt x="8924" y="237"/>
                </a:lnTo>
                <a:lnTo>
                  <a:pt x="10009" y="56"/>
                </a:lnTo>
                <a:lnTo>
                  <a:pt x="11316" y="0"/>
                </a:lnTo>
                <a:close/>
              </a:path>
            </a:pathLst>
          </a:custGeom>
          <a:solidFill>
            <a:srgbClr val="F2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5" name="contour_07693"/>
          <p:cNvSpPr/>
          <p:nvPr/>
        </p:nvSpPr>
        <p:spPr>
          <a:xfrm>
            <a:off x="2196772" y="5393114"/>
            <a:ext cx="58304" cy="43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2" y="310"/>
                </a:lnTo>
                <a:lnTo>
                  <a:pt x="3105" y="623"/>
                </a:lnTo>
                <a:lnTo>
                  <a:pt x="4658" y="936"/>
                </a:lnTo>
                <a:lnTo>
                  <a:pt x="6210" y="1256"/>
                </a:lnTo>
                <a:lnTo>
                  <a:pt x="7762" y="1577"/>
                </a:lnTo>
                <a:lnTo>
                  <a:pt x="8405" y="1706"/>
                </a:lnTo>
                <a:lnTo>
                  <a:pt x="9536" y="1936"/>
                </a:lnTo>
                <a:lnTo>
                  <a:pt x="12128" y="2462"/>
                </a:lnTo>
                <a:lnTo>
                  <a:pt x="13870" y="2995"/>
                </a:lnTo>
                <a:lnTo>
                  <a:pt x="15490" y="3596"/>
                </a:lnTo>
                <a:lnTo>
                  <a:pt x="17032" y="4290"/>
                </a:lnTo>
                <a:lnTo>
                  <a:pt x="18536" y="5104"/>
                </a:lnTo>
                <a:lnTo>
                  <a:pt x="20042" y="6065"/>
                </a:lnTo>
                <a:lnTo>
                  <a:pt x="21600" y="7199"/>
                </a:lnTo>
                <a:lnTo>
                  <a:pt x="21133" y="9578"/>
                </a:lnTo>
                <a:lnTo>
                  <a:pt x="20623" y="11828"/>
                </a:lnTo>
                <a:lnTo>
                  <a:pt x="20034" y="13955"/>
                </a:lnTo>
                <a:lnTo>
                  <a:pt x="19332" y="15981"/>
                </a:lnTo>
                <a:lnTo>
                  <a:pt x="18484" y="17921"/>
                </a:lnTo>
                <a:lnTo>
                  <a:pt x="17450" y="19786"/>
                </a:lnTo>
                <a:lnTo>
                  <a:pt x="16200" y="21596"/>
                </a:lnTo>
                <a:lnTo>
                  <a:pt x="14329" y="21600"/>
                </a:lnTo>
                <a:lnTo>
                  <a:pt x="12493" y="21470"/>
                </a:lnTo>
                <a:lnTo>
                  <a:pt x="10687" y="21226"/>
                </a:lnTo>
                <a:lnTo>
                  <a:pt x="8897" y="20873"/>
                </a:lnTo>
                <a:lnTo>
                  <a:pt x="7120" y="20430"/>
                </a:lnTo>
                <a:lnTo>
                  <a:pt x="5351" y="19908"/>
                </a:lnTo>
                <a:lnTo>
                  <a:pt x="3577" y="19322"/>
                </a:lnTo>
                <a:lnTo>
                  <a:pt x="1798" y="18677"/>
                </a:lnTo>
                <a:lnTo>
                  <a:pt x="0" y="17997"/>
                </a:lnTo>
                <a:lnTo>
                  <a:pt x="0" y="15427"/>
                </a:lnTo>
                <a:lnTo>
                  <a:pt x="0" y="12853"/>
                </a:lnTo>
                <a:lnTo>
                  <a:pt x="0" y="10283"/>
                </a:lnTo>
                <a:lnTo>
                  <a:pt x="0" y="7714"/>
                </a:lnTo>
                <a:lnTo>
                  <a:pt x="0" y="5144"/>
                </a:lnTo>
                <a:lnTo>
                  <a:pt x="0" y="2570"/>
                </a:lnTo>
                <a:lnTo>
                  <a:pt x="0" y="0"/>
                </a:lnTo>
                <a:close/>
              </a:path>
            </a:pathLst>
          </a:custGeom>
          <a:solidFill>
            <a:srgbClr val="58575E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6" name="contour_07694"/>
          <p:cNvSpPr/>
          <p:nvPr/>
        </p:nvSpPr>
        <p:spPr>
          <a:xfrm>
            <a:off x="2218636" y="5349386"/>
            <a:ext cx="1166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5520" y="0"/>
                </a:lnTo>
                <a:lnTo>
                  <a:pt x="16200" y="0"/>
                </a:lnTo>
                <a:lnTo>
                  <a:pt x="16276" y="1294"/>
                </a:lnTo>
                <a:lnTo>
                  <a:pt x="16353" y="2607"/>
                </a:lnTo>
                <a:lnTo>
                  <a:pt x="16497" y="4361"/>
                </a:lnTo>
                <a:lnTo>
                  <a:pt x="16652" y="5990"/>
                </a:lnTo>
                <a:lnTo>
                  <a:pt x="16828" y="7506"/>
                </a:lnTo>
                <a:lnTo>
                  <a:pt x="17032" y="8925"/>
                </a:lnTo>
                <a:lnTo>
                  <a:pt x="17273" y="10258"/>
                </a:lnTo>
                <a:lnTo>
                  <a:pt x="17561" y="11519"/>
                </a:lnTo>
                <a:lnTo>
                  <a:pt x="17904" y="12722"/>
                </a:lnTo>
                <a:lnTo>
                  <a:pt x="18310" y="13880"/>
                </a:lnTo>
                <a:lnTo>
                  <a:pt x="18788" y="15003"/>
                </a:lnTo>
                <a:lnTo>
                  <a:pt x="19348" y="16109"/>
                </a:lnTo>
                <a:lnTo>
                  <a:pt x="19998" y="17207"/>
                </a:lnTo>
                <a:lnTo>
                  <a:pt x="20745" y="18315"/>
                </a:lnTo>
                <a:lnTo>
                  <a:pt x="21600" y="19440"/>
                </a:lnTo>
                <a:lnTo>
                  <a:pt x="21307" y="19673"/>
                </a:lnTo>
                <a:lnTo>
                  <a:pt x="20928" y="19978"/>
                </a:lnTo>
                <a:lnTo>
                  <a:pt x="20211" y="20552"/>
                </a:lnTo>
                <a:lnTo>
                  <a:pt x="18900" y="21600"/>
                </a:lnTo>
                <a:lnTo>
                  <a:pt x="18900" y="20172"/>
                </a:lnTo>
                <a:lnTo>
                  <a:pt x="18900" y="18736"/>
                </a:lnTo>
                <a:lnTo>
                  <a:pt x="18900" y="17280"/>
                </a:lnTo>
                <a:lnTo>
                  <a:pt x="18101" y="17511"/>
                </a:lnTo>
                <a:lnTo>
                  <a:pt x="17295" y="17744"/>
                </a:lnTo>
                <a:lnTo>
                  <a:pt x="16479" y="17980"/>
                </a:lnTo>
                <a:lnTo>
                  <a:pt x="15451" y="18241"/>
                </a:lnTo>
                <a:lnTo>
                  <a:pt x="14453" y="18485"/>
                </a:lnTo>
                <a:lnTo>
                  <a:pt x="13481" y="18708"/>
                </a:lnTo>
                <a:lnTo>
                  <a:pt x="12535" y="18896"/>
                </a:lnTo>
                <a:lnTo>
                  <a:pt x="11607" y="19045"/>
                </a:lnTo>
                <a:lnTo>
                  <a:pt x="10700" y="19146"/>
                </a:lnTo>
                <a:lnTo>
                  <a:pt x="9806" y="19194"/>
                </a:lnTo>
                <a:lnTo>
                  <a:pt x="8925" y="19176"/>
                </a:lnTo>
                <a:lnTo>
                  <a:pt x="8053" y="19088"/>
                </a:lnTo>
                <a:lnTo>
                  <a:pt x="7187" y="18919"/>
                </a:lnTo>
                <a:lnTo>
                  <a:pt x="6325" y="18665"/>
                </a:lnTo>
                <a:lnTo>
                  <a:pt x="5462" y="18317"/>
                </a:lnTo>
                <a:lnTo>
                  <a:pt x="4597" y="17865"/>
                </a:lnTo>
                <a:lnTo>
                  <a:pt x="3726" y="17302"/>
                </a:lnTo>
                <a:lnTo>
                  <a:pt x="2846" y="16623"/>
                </a:lnTo>
                <a:lnTo>
                  <a:pt x="1955" y="15816"/>
                </a:lnTo>
                <a:lnTo>
                  <a:pt x="1049" y="14876"/>
                </a:lnTo>
                <a:lnTo>
                  <a:pt x="537" y="13906"/>
                </a:lnTo>
                <a:lnTo>
                  <a:pt x="227" y="13098"/>
                </a:lnTo>
                <a:lnTo>
                  <a:pt x="68" y="12150"/>
                </a:lnTo>
                <a:lnTo>
                  <a:pt x="8" y="10763"/>
                </a:lnTo>
                <a:lnTo>
                  <a:pt x="0" y="8640"/>
                </a:lnTo>
                <a:lnTo>
                  <a:pt x="297" y="8875"/>
                </a:lnTo>
                <a:lnTo>
                  <a:pt x="1192" y="9586"/>
                </a:lnTo>
                <a:lnTo>
                  <a:pt x="2128" y="10232"/>
                </a:lnTo>
                <a:lnTo>
                  <a:pt x="3040" y="10800"/>
                </a:lnTo>
                <a:lnTo>
                  <a:pt x="3935" y="11295"/>
                </a:lnTo>
                <a:lnTo>
                  <a:pt x="4817" y="11716"/>
                </a:lnTo>
                <a:lnTo>
                  <a:pt x="5688" y="12074"/>
                </a:lnTo>
                <a:lnTo>
                  <a:pt x="6554" y="12370"/>
                </a:lnTo>
                <a:lnTo>
                  <a:pt x="7420" y="12608"/>
                </a:lnTo>
                <a:lnTo>
                  <a:pt x="8289" y="12794"/>
                </a:lnTo>
                <a:lnTo>
                  <a:pt x="9167" y="12930"/>
                </a:lnTo>
                <a:lnTo>
                  <a:pt x="10056" y="13020"/>
                </a:lnTo>
                <a:lnTo>
                  <a:pt x="10963" y="13072"/>
                </a:lnTo>
                <a:lnTo>
                  <a:pt x="11892" y="13087"/>
                </a:lnTo>
                <a:lnTo>
                  <a:pt x="12847" y="13070"/>
                </a:lnTo>
                <a:lnTo>
                  <a:pt x="13831" y="13027"/>
                </a:lnTo>
                <a:lnTo>
                  <a:pt x="14850" y="12960"/>
                </a:lnTo>
                <a:lnTo>
                  <a:pt x="14850" y="11534"/>
                </a:lnTo>
                <a:lnTo>
                  <a:pt x="14850" y="10107"/>
                </a:lnTo>
                <a:lnTo>
                  <a:pt x="14850" y="8679"/>
                </a:lnTo>
                <a:lnTo>
                  <a:pt x="14850" y="7247"/>
                </a:lnTo>
                <a:lnTo>
                  <a:pt x="14850" y="5810"/>
                </a:lnTo>
                <a:lnTo>
                  <a:pt x="14850" y="4368"/>
                </a:lnTo>
                <a:lnTo>
                  <a:pt x="14850" y="2920"/>
                </a:lnTo>
                <a:lnTo>
                  <a:pt x="14850" y="1464"/>
                </a:lnTo>
                <a:lnTo>
                  <a:pt x="14850" y="0"/>
                </a:lnTo>
                <a:close/>
              </a:path>
            </a:pathLst>
          </a:custGeom>
          <a:solidFill>
            <a:srgbClr val="A8976E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7" name="contour_07695"/>
          <p:cNvSpPr/>
          <p:nvPr/>
        </p:nvSpPr>
        <p:spPr>
          <a:xfrm>
            <a:off x="3800130" y="5349386"/>
            <a:ext cx="10398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80" y="0"/>
                </a:moveTo>
                <a:lnTo>
                  <a:pt x="20431" y="0"/>
                </a:lnTo>
                <a:lnTo>
                  <a:pt x="21194" y="0"/>
                </a:lnTo>
                <a:lnTo>
                  <a:pt x="21380" y="1771"/>
                </a:lnTo>
                <a:lnTo>
                  <a:pt x="21514" y="3487"/>
                </a:lnTo>
                <a:lnTo>
                  <a:pt x="21588" y="5170"/>
                </a:lnTo>
                <a:lnTo>
                  <a:pt x="21600" y="6840"/>
                </a:lnTo>
                <a:lnTo>
                  <a:pt x="21541" y="8520"/>
                </a:lnTo>
                <a:lnTo>
                  <a:pt x="21408" y="10234"/>
                </a:lnTo>
                <a:lnTo>
                  <a:pt x="21194" y="12000"/>
                </a:lnTo>
                <a:lnTo>
                  <a:pt x="20493" y="13457"/>
                </a:lnTo>
                <a:lnTo>
                  <a:pt x="19776" y="14798"/>
                </a:lnTo>
                <a:lnTo>
                  <a:pt x="19034" y="16032"/>
                </a:lnTo>
                <a:lnTo>
                  <a:pt x="18260" y="17162"/>
                </a:lnTo>
                <a:lnTo>
                  <a:pt x="17444" y="18202"/>
                </a:lnTo>
                <a:lnTo>
                  <a:pt x="16581" y="19157"/>
                </a:lnTo>
                <a:lnTo>
                  <a:pt x="15663" y="20038"/>
                </a:lnTo>
                <a:lnTo>
                  <a:pt x="14680" y="20849"/>
                </a:lnTo>
                <a:lnTo>
                  <a:pt x="13625" y="21600"/>
                </a:lnTo>
                <a:lnTo>
                  <a:pt x="12499" y="21432"/>
                </a:lnTo>
                <a:lnTo>
                  <a:pt x="11419" y="21101"/>
                </a:lnTo>
                <a:lnTo>
                  <a:pt x="10384" y="20621"/>
                </a:lnTo>
                <a:lnTo>
                  <a:pt x="9391" y="20002"/>
                </a:lnTo>
                <a:lnTo>
                  <a:pt x="8435" y="19260"/>
                </a:lnTo>
                <a:lnTo>
                  <a:pt x="7515" y="18406"/>
                </a:lnTo>
                <a:lnTo>
                  <a:pt x="6626" y="17453"/>
                </a:lnTo>
                <a:lnTo>
                  <a:pt x="5768" y="16416"/>
                </a:lnTo>
                <a:lnTo>
                  <a:pt x="4934" y="15307"/>
                </a:lnTo>
                <a:lnTo>
                  <a:pt x="4125" y="14138"/>
                </a:lnTo>
                <a:lnTo>
                  <a:pt x="3335" y="12924"/>
                </a:lnTo>
                <a:lnTo>
                  <a:pt x="2563" y="11676"/>
                </a:lnTo>
                <a:lnTo>
                  <a:pt x="1805" y="10406"/>
                </a:lnTo>
                <a:lnTo>
                  <a:pt x="1058" y="9132"/>
                </a:lnTo>
                <a:lnTo>
                  <a:pt x="533" y="8172"/>
                </a:lnTo>
                <a:lnTo>
                  <a:pt x="0" y="7200"/>
                </a:lnTo>
                <a:lnTo>
                  <a:pt x="973" y="7373"/>
                </a:lnTo>
                <a:lnTo>
                  <a:pt x="1935" y="7565"/>
                </a:lnTo>
                <a:lnTo>
                  <a:pt x="2888" y="7783"/>
                </a:lnTo>
                <a:lnTo>
                  <a:pt x="3835" y="8040"/>
                </a:lnTo>
                <a:lnTo>
                  <a:pt x="4773" y="8340"/>
                </a:lnTo>
                <a:lnTo>
                  <a:pt x="5709" y="8695"/>
                </a:lnTo>
                <a:lnTo>
                  <a:pt x="6640" y="9113"/>
                </a:lnTo>
                <a:lnTo>
                  <a:pt x="7569" y="9600"/>
                </a:lnTo>
                <a:lnTo>
                  <a:pt x="8172" y="11458"/>
                </a:lnTo>
                <a:lnTo>
                  <a:pt x="8552" y="12761"/>
                </a:lnTo>
                <a:lnTo>
                  <a:pt x="8782" y="13855"/>
                </a:lnTo>
                <a:lnTo>
                  <a:pt x="8935" y="15086"/>
                </a:lnTo>
                <a:lnTo>
                  <a:pt x="9083" y="16800"/>
                </a:lnTo>
                <a:lnTo>
                  <a:pt x="9375" y="16447"/>
                </a:lnTo>
                <a:lnTo>
                  <a:pt x="9890" y="15826"/>
                </a:lnTo>
                <a:lnTo>
                  <a:pt x="11069" y="14400"/>
                </a:lnTo>
                <a:lnTo>
                  <a:pt x="12337" y="13234"/>
                </a:lnTo>
                <a:lnTo>
                  <a:pt x="13230" y="12547"/>
                </a:lnTo>
                <a:lnTo>
                  <a:pt x="13993" y="12252"/>
                </a:lnTo>
                <a:lnTo>
                  <a:pt x="14863" y="12250"/>
                </a:lnTo>
                <a:lnTo>
                  <a:pt x="16085" y="12451"/>
                </a:lnTo>
                <a:lnTo>
                  <a:pt x="17119" y="12228"/>
                </a:lnTo>
                <a:lnTo>
                  <a:pt x="18167" y="12000"/>
                </a:lnTo>
                <a:lnTo>
                  <a:pt x="18471" y="10447"/>
                </a:lnTo>
                <a:lnTo>
                  <a:pt x="18721" y="8909"/>
                </a:lnTo>
                <a:lnTo>
                  <a:pt x="18925" y="7370"/>
                </a:lnTo>
                <a:lnTo>
                  <a:pt x="19093" y="5818"/>
                </a:lnTo>
                <a:lnTo>
                  <a:pt x="19235" y="4241"/>
                </a:lnTo>
                <a:lnTo>
                  <a:pt x="19361" y="2626"/>
                </a:lnTo>
                <a:lnTo>
                  <a:pt x="19520" y="1322"/>
                </a:lnTo>
                <a:lnTo>
                  <a:pt x="19680" y="0"/>
                </a:lnTo>
                <a:close/>
              </a:path>
            </a:pathLst>
          </a:custGeom>
          <a:solidFill>
            <a:srgbClr val="E3E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8" name="contour_07696"/>
          <p:cNvSpPr/>
          <p:nvPr/>
        </p:nvSpPr>
        <p:spPr>
          <a:xfrm>
            <a:off x="527822" y="5349386"/>
            <a:ext cx="385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86" y="0"/>
                </a:lnTo>
                <a:lnTo>
                  <a:pt x="5776" y="0"/>
                </a:lnTo>
                <a:lnTo>
                  <a:pt x="8673" y="0"/>
                </a:lnTo>
                <a:lnTo>
                  <a:pt x="11584" y="0"/>
                </a:lnTo>
                <a:lnTo>
                  <a:pt x="14506" y="0"/>
                </a:lnTo>
                <a:lnTo>
                  <a:pt x="17445" y="0"/>
                </a:lnTo>
                <a:lnTo>
                  <a:pt x="20408" y="0"/>
                </a:lnTo>
                <a:lnTo>
                  <a:pt x="20780" y="2104"/>
                </a:lnTo>
                <a:lnTo>
                  <a:pt x="21102" y="4178"/>
                </a:lnTo>
                <a:lnTo>
                  <a:pt x="21363" y="6230"/>
                </a:lnTo>
                <a:lnTo>
                  <a:pt x="21535" y="8270"/>
                </a:lnTo>
                <a:lnTo>
                  <a:pt x="21600" y="10300"/>
                </a:lnTo>
                <a:lnTo>
                  <a:pt x="21543" y="12331"/>
                </a:lnTo>
                <a:lnTo>
                  <a:pt x="21339" y="14373"/>
                </a:lnTo>
                <a:lnTo>
                  <a:pt x="20967" y="16431"/>
                </a:lnTo>
                <a:lnTo>
                  <a:pt x="20408" y="18514"/>
                </a:lnTo>
                <a:lnTo>
                  <a:pt x="17853" y="19483"/>
                </a:lnTo>
                <a:lnTo>
                  <a:pt x="15416" y="20199"/>
                </a:lnTo>
                <a:lnTo>
                  <a:pt x="13033" y="20708"/>
                </a:lnTo>
                <a:lnTo>
                  <a:pt x="10653" y="21048"/>
                </a:lnTo>
                <a:lnTo>
                  <a:pt x="8216" y="21267"/>
                </a:lnTo>
                <a:lnTo>
                  <a:pt x="5665" y="21403"/>
                </a:lnTo>
                <a:lnTo>
                  <a:pt x="2947" y="21498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76797C"/>
          </a:solidFill>
          <a:ln>
            <a:noFill/>
          </a:ln>
        </p:spPr>
        <p:txBody>
          <a:bodyPr/>
          <a:lstStyle/>
          <a:p/>
        </p:txBody>
      </p:sp>
      <p:sp>
        <p:nvSpPr>
          <p:cNvPr id="7699" name="contour_07697"/>
          <p:cNvSpPr/>
          <p:nvPr/>
        </p:nvSpPr>
        <p:spPr>
          <a:xfrm>
            <a:off x="2115890" y="5334810"/>
            <a:ext cx="46789" cy="43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0" y="0"/>
                </a:moveTo>
                <a:lnTo>
                  <a:pt x="2550" y="0"/>
                </a:lnTo>
                <a:lnTo>
                  <a:pt x="4774" y="0"/>
                </a:lnTo>
                <a:lnTo>
                  <a:pt x="6998" y="0"/>
                </a:lnTo>
                <a:lnTo>
                  <a:pt x="9229" y="0"/>
                </a:lnTo>
                <a:lnTo>
                  <a:pt x="11466" y="0"/>
                </a:lnTo>
                <a:lnTo>
                  <a:pt x="13714" y="0"/>
                </a:lnTo>
                <a:lnTo>
                  <a:pt x="15968" y="0"/>
                </a:lnTo>
                <a:lnTo>
                  <a:pt x="18236" y="0"/>
                </a:lnTo>
                <a:lnTo>
                  <a:pt x="20517" y="0"/>
                </a:lnTo>
                <a:lnTo>
                  <a:pt x="21058" y="4563"/>
                </a:lnTo>
                <a:lnTo>
                  <a:pt x="21418" y="7934"/>
                </a:lnTo>
                <a:lnTo>
                  <a:pt x="21600" y="10432"/>
                </a:lnTo>
                <a:lnTo>
                  <a:pt x="21600" y="12367"/>
                </a:lnTo>
                <a:lnTo>
                  <a:pt x="21418" y="14054"/>
                </a:lnTo>
                <a:lnTo>
                  <a:pt x="21058" y="15813"/>
                </a:lnTo>
                <a:lnTo>
                  <a:pt x="20517" y="17949"/>
                </a:lnTo>
                <a:lnTo>
                  <a:pt x="18498" y="19019"/>
                </a:lnTo>
                <a:lnTo>
                  <a:pt x="16473" y="19877"/>
                </a:lnTo>
                <a:lnTo>
                  <a:pt x="14434" y="20545"/>
                </a:lnTo>
                <a:lnTo>
                  <a:pt x="12371" y="21036"/>
                </a:lnTo>
                <a:lnTo>
                  <a:pt x="10279" y="21363"/>
                </a:lnTo>
                <a:lnTo>
                  <a:pt x="8139" y="21546"/>
                </a:lnTo>
                <a:lnTo>
                  <a:pt x="5948" y="21600"/>
                </a:lnTo>
                <a:lnTo>
                  <a:pt x="3694" y="21539"/>
                </a:lnTo>
                <a:lnTo>
                  <a:pt x="1743" y="19396"/>
                </a:lnTo>
                <a:lnTo>
                  <a:pt x="710" y="17863"/>
                </a:lnTo>
                <a:lnTo>
                  <a:pt x="242" y="16201"/>
                </a:lnTo>
                <a:lnTo>
                  <a:pt x="0" y="13674"/>
                </a:lnTo>
                <a:lnTo>
                  <a:pt x="54" y="11394"/>
                </a:lnTo>
                <a:lnTo>
                  <a:pt x="111" y="9115"/>
                </a:lnTo>
                <a:lnTo>
                  <a:pt x="165" y="6835"/>
                </a:lnTo>
                <a:lnTo>
                  <a:pt x="219" y="4559"/>
                </a:lnTo>
                <a:lnTo>
                  <a:pt x="276" y="2280"/>
                </a:lnTo>
                <a:lnTo>
                  <a:pt x="330" y="0"/>
                </a:lnTo>
                <a:close/>
              </a:path>
            </a:pathLst>
          </a:custGeom>
          <a:solidFill>
            <a:srgbClr val="75747B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0" name="contour_07698"/>
          <p:cNvSpPr/>
          <p:nvPr/>
        </p:nvSpPr>
        <p:spPr>
          <a:xfrm>
            <a:off x="1714402" y="5254642"/>
            <a:ext cx="52379" cy="83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67" y="0"/>
                </a:moveTo>
                <a:lnTo>
                  <a:pt x="5058" y="0"/>
                </a:lnTo>
                <a:lnTo>
                  <a:pt x="6573" y="0"/>
                </a:lnTo>
                <a:lnTo>
                  <a:pt x="6441" y="597"/>
                </a:lnTo>
                <a:lnTo>
                  <a:pt x="6044" y="2397"/>
                </a:lnTo>
                <a:lnTo>
                  <a:pt x="5879" y="3725"/>
                </a:lnTo>
                <a:lnTo>
                  <a:pt x="5761" y="4999"/>
                </a:lnTo>
                <a:lnTo>
                  <a:pt x="5704" y="6242"/>
                </a:lnTo>
                <a:lnTo>
                  <a:pt x="5737" y="7470"/>
                </a:lnTo>
                <a:lnTo>
                  <a:pt x="5879" y="8703"/>
                </a:lnTo>
                <a:lnTo>
                  <a:pt x="6152" y="9961"/>
                </a:lnTo>
                <a:lnTo>
                  <a:pt x="6573" y="11264"/>
                </a:lnTo>
                <a:lnTo>
                  <a:pt x="8388" y="11829"/>
                </a:lnTo>
                <a:lnTo>
                  <a:pt x="10197" y="12268"/>
                </a:lnTo>
                <a:lnTo>
                  <a:pt x="12013" y="12595"/>
                </a:lnTo>
                <a:lnTo>
                  <a:pt x="13846" y="12827"/>
                </a:lnTo>
                <a:lnTo>
                  <a:pt x="15709" y="12981"/>
                </a:lnTo>
                <a:lnTo>
                  <a:pt x="17618" y="13075"/>
                </a:lnTo>
                <a:lnTo>
                  <a:pt x="19577" y="13122"/>
                </a:lnTo>
                <a:lnTo>
                  <a:pt x="21600" y="13141"/>
                </a:lnTo>
                <a:lnTo>
                  <a:pt x="21384" y="14470"/>
                </a:lnTo>
                <a:lnTo>
                  <a:pt x="21104" y="15754"/>
                </a:lnTo>
                <a:lnTo>
                  <a:pt x="20719" y="17003"/>
                </a:lnTo>
                <a:lnTo>
                  <a:pt x="20199" y="18228"/>
                </a:lnTo>
                <a:lnTo>
                  <a:pt x="19502" y="19439"/>
                </a:lnTo>
                <a:lnTo>
                  <a:pt x="18595" y="20650"/>
                </a:lnTo>
                <a:lnTo>
                  <a:pt x="16734" y="21157"/>
                </a:lnTo>
                <a:lnTo>
                  <a:pt x="15033" y="21461"/>
                </a:lnTo>
                <a:lnTo>
                  <a:pt x="13359" y="21598"/>
                </a:lnTo>
                <a:lnTo>
                  <a:pt x="11574" y="21600"/>
                </a:lnTo>
                <a:lnTo>
                  <a:pt x="9542" y="21501"/>
                </a:lnTo>
                <a:lnTo>
                  <a:pt x="7444" y="20780"/>
                </a:lnTo>
                <a:lnTo>
                  <a:pt x="5924" y="19984"/>
                </a:lnTo>
                <a:lnTo>
                  <a:pt x="4782" y="19054"/>
                </a:lnTo>
                <a:lnTo>
                  <a:pt x="3814" y="17926"/>
                </a:lnTo>
                <a:lnTo>
                  <a:pt x="2816" y="16543"/>
                </a:lnTo>
                <a:lnTo>
                  <a:pt x="2176" y="15232"/>
                </a:lnTo>
                <a:lnTo>
                  <a:pt x="1608" y="13918"/>
                </a:lnTo>
                <a:lnTo>
                  <a:pt x="1118" y="12602"/>
                </a:lnTo>
                <a:lnTo>
                  <a:pt x="712" y="11281"/>
                </a:lnTo>
                <a:lnTo>
                  <a:pt x="391" y="9955"/>
                </a:lnTo>
                <a:lnTo>
                  <a:pt x="162" y="8624"/>
                </a:lnTo>
                <a:lnTo>
                  <a:pt x="30" y="7288"/>
                </a:lnTo>
                <a:lnTo>
                  <a:pt x="0" y="5943"/>
                </a:lnTo>
                <a:lnTo>
                  <a:pt x="75" y="4596"/>
                </a:lnTo>
                <a:lnTo>
                  <a:pt x="261" y="3240"/>
                </a:lnTo>
                <a:lnTo>
                  <a:pt x="562" y="1877"/>
                </a:lnTo>
                <a:lnTo>
                  <a:pt x="2053" y="946"/>
                </a:lnTo>
                <a:lnTo>
                  <a:pt x="3567" y="0"/>
                </a:lnTo>
                <a:close/>
              </a:path>
            </a:pathLst>
          </a:custGeom>
          <a:solidFill>
            <a:srgbClr val="CEA665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1" name="contour_07699"/>
          <p:cNvSpPr/>
          <p:nvPr/>
        </p:nvSpPr>
        <p:spPr>
          <a:xfrm>
            <a:off x="3770978" y="5196338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90" y="0"/>
                </a:lnTo>
                <a:lnTo>
                  <a:pt x="2387" y="0"/>
                </a:lnTo>
                <a:lnTo>
                  <a:pt x="3600" y="0"/>
                </a:lnTo>
                <a:lnTo>
                  <a:pt x="4007" y="1214"/>
                </a:lnTo>
                <a:lnTo>
                  <a:pt x="4388" y="2417"/>
                </a:lnTo>
                <a:lnTo>
                  <a:pt x="4747" y="3616"/>
                </a:lnTo>
                <a:lnTo>
                  <a:pt x="5087" y="4823"/>
                </a:lnTo>
                <a:lnTo>
                  <a:pt x="5416" y="6046"/>
                </a:lnTo>
                <a:lnTo>
                  <a:pt x="5738" y="7290"/>
                </a:lnTo>
                <a:lnTo>
                  <a:pt x="6194" y="8791"/>
                </a:lnTo>
                <a:lnTo>
                  <a:pt x="6656" y="10152"/>
                </a:lnTo>
                <a:lnTo>
                  <a:pt x="7151" y="11390"/>
                </a:lnTo>
                <a:lnTo>
                  <a:pt x="7702" y="12519"/>
                </a:lnTo>
                <a:lnTo>
                  <a:pt x="8332" y="13552"/>
                </a:lnTo>
                <a:lnTo>
                  <a:pt x="9068" y="14504"/>
                </a:lnTo>
                <a:lnTo>
                  <a:pt x="9934" y="15388"/>
                </a:lnTo>
                <a:lnTo>
                  <a:pt x="10953" y="16217"/>
                </a:lnTo>
                <a:lnTo>
                  <a:pt x="12150" y="17010"/>
                </a:lnTo>
                <a:lnTo>
                  <a:pt x="13291" y="17390"/>
                </a:lnTo>
                <a:lnTo>
                  <a:pt x="14429" y="17727"/>
                </a:lnTo>
                <a:lnTo>
                  <a:pt x="15565" y="18027"/>
                </a:lnTo>
                <a:lnTo>
                  <a:pt x="16708" y="18304"/>
                </a:lnTo>
                <a:lnTo>
                  <a:pt x="17861" y="18563"/>
                </a:lnTo>
                <a:lnTo>
                  <a:pt x="19033" y="18816"/>
                </a:lnTo>
                <a:lnTo>
                  <a:pt x="19881" y="19021"/>
                </a:lnTo>
                <a:lnTo>
                  <a:pt x="20734" y="19230"/>
                </a:lnTo>
                <a:lnTo>
                  <a:pt x="21600" y="19440"/>
                </a:lnTo>
                <a:lnTo>
                  <a:pt x="21600" y="20511"/>
                </a:lnTo>
                <a:lnTo>
                  <a:pt x="21600" y="21600"/>
                </a:lnTo>
                <a:lnTo>
                  <a:pt x="20342" y="21600"/>
                </a:lnTo>
                <a:lnTo>
                  <a:pt x="19084" y="21600"/>
                </a:lnTo>
                <a:lnTo>
                  <a:pt x="17825" y="21600"/>
                </a:lnTo>
                <a:lnTo>
                  <a:pt x="16565" y="21600"/>
                </a:lnTo>
                <a:lnTo>
                  <a:pt x="15305" y="21600"/>
                </a:lnTo>
                <a:lnTo>
                  <a:pt x="14044" y="21600"/>
                </a:lnTo>
                <a:lnTo>
                  <a:pt x="12780" y="21600"/>
                </a:lnTo>
                <a:lnTo>
                  <a:pt x="11515" y="21600"/>
                </a:lnTo>
                <a:lnTo>
                  <a:pt x="10247" y="21600"/>
                </a:lnTo>
                <a:lnTo>
                  <a:pt x="8977" y="21600"/>
                </a:lnTo>
                <a:lnTo>
                  <a:pt x="7704" y="21600"/>
                </a:lnTo>
                <a:lnTo>
                  <a:pt x="6430" y="21600"/>
                </a:lnTo>
                <a:lnTo>
                  <a:pt x="5152" y="21600"/>
                </a:lnTo>
                <a:lnTo>
                  <a:pt x="3868" y="21600"/>
                </a:lnTo>
                <a:lnTo>
                  <a:pt x="2583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446" y="20263"/>
                </a:lnTo>
                <a:lnTo>
                  <a:pt x="891" y="18926"/>
                </a:lnTo>
                <a:lnTo>
                  <a:pt x="1339" y="17585"/>
                </a:lnTo>
                <a:lnTo>
                  <a:pt x="1786" y="16241"/>
                </a:lnTo>
                <a:lnTo>
                  <a:pt x="2236" y="14891"/>
                </a:lnTo>
                <a:lnTo>
                  <a:pt x="2687" y="13535"/>
                </a:lnTo>
                <a:lnTo>
                  <a:pt x="3143" y="12172"/>
                </a:lnTo>
                <a:lnTo>
                  <a:pt x="3600" y="10800"/>
                </a:lnTo>
                <a:lnTo>
                  <a:pt x="2410" y="10800"/>
                </a:lnTo>
                <a:lnTo>
                  <a:pt x="1213" y="10800"/>
                </a:lnTo>
                <a:lnTo>
                  <a:pt x="0" y="10800"/>
                </a:lnTo>
                <a:lnTo>
                  <a:pt x="0" y="9273"/>
                </a:lnTo>
                <a:lnTo>
                  <a:pt x="0" y="7744"/>
                </a:lnTo>
                <a:lnTo>
                  <a:pt x="0" y="6210"/>
                </a:lnTo>
                <a:lnTo>
                  <a:pt x="0" y="4670"/>
                </a:lnTo>
                <a:lnTo>
                  <a:pt x="0" y="3123"/>
                </a:lnTo>
                <a:lnTo>
                  <a:pt x="0" y="1568"/>
                </a:lnTo>
                <a:lnTo>
                  <a:pt x="0" y="0"/>
                </a:lnTo>
                <a:close/>
              </a:path>
            </a:pathLst>
          </a:custGeom>
          <a:solidFill>
            <a:srgbClr val="E8EF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2" name="contour_07700"/>
          <p:cNvSpPr/>
          <p:nvPr/>
        </p:nvSpPr>
        <p:spPr>
          <a:xfrm>
            <a:off x="411214" y="5116170"/>
            <a:ext cx="29152" cy="182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43"/>
                </a:lnTo>
                <a:lnTo>
                  <a:pt x="7133" y="285"/>
                </a:lnTo>
                <a:lnTo>
                  <a:pt x="10719" y="429"/>
                </a:lnTo>
                <a:lnTo>
                  <a:pt x="14321" y="573"/>
                </a:lnTo>
                <a:lnTo>
                  <a:pt x="17944" y="718"/>
                </a:lnTo>
                <a:lnTo>
                  <a:pt x="21600" y="864"/>
                </a:lnTo>
                <a:lnTo>
                  <a:pt x="18392" y="864"/>
                </a:lnTo>
                <a:lnTo>
                  <a:pt x="15174" y="864"/>
                </a:lnTo>
                <a:lnTo>
                  <a:pt x="11945" y="864"/>
                </a:lnTo>
                <a:lnTo>
                  <a:pt x="8689" y="864"/>
                </a:lnTo>
                <a:lnTo>
                  <a:pt x="5400" y="864"/>
                </a:lnTo>
                <a:lnTo>
                  <a:pt x="5400" y="1463"/>
                </a:lnTo>
                <a:lnTo>
                  <a:pt x="5400" y="2062"/>
                </a:lnTo>
                <a:lnTo>
                  <a:pt x="5400" y="2660"/>
                </a:lnTo>
                <a:lnTo>
                  <a:pt x="5400" y="3259"/>
                </a:lnTo>
                <a:lnTo>
                  <a:pt x="5400" y="3859"/>
                </a:lnTo>
                <a:lnTo>
                  <a:pt x="5400" y="4458"/>
                </a:lnTo>
                <a:lnTo>
                  <a:pt x="5400" y="5058"/>
                </a:lnTo>
                <a:lnTo>
                  <a:pt x="5400" y="5657"/>
                </a:lnTo>
                <a:lnTo>
                  <a:pt x="5400" y="6258"/>
                </a:lnTo>
                <a:lnTo>
                  <a:pt x="5400" y="6858"/>
                </a:lnTo>
                <a:lnTo>
                  <a:pt x="5400" y="7459"/>
                </a:lnTo>
                <a:lnTo>
                  <a:pt x="5400" y="8060"/>
                </a:lnTo>
                <a:lnTo>
                  <a:pt x="5400" y="8662"/>
                </a:lnTo>
                <a:lnTo>
                  <a:pt x="5400" y="9265"/>
                </a:lnTo>
                <a:lnTo>
                  <a:pt x="5400" y="9868"/>
                </a:lnTo>
                <a:lnTo>
                  <a:pt x="5400" y="10472"/>
                </a:lnTo>
                <a:lnTo>
                  <a:pt x="5400" y="11076"/>
                </a:lnTo>
                <a:lnTo>
                  <a:pt x="5400" y="11680"/>
                </a:lnTo>
                <a:lnTo>
                  <a:pt x="5400" y="12286"/>
                </a:lnTo>
                <a:lnTo>
                  <a:pt x="5400" y="12893"/>
                </a:lnTo>
                <a:lnTo>
                  <a:pt x="5400" y="13500"/>
                </a:lnTo>
                <a:lnTo>
                  <a:pt x="5400" y="14108"/>
                </a:lnTo>
                <a:lnTo>
                  <a:pt x="5400" y="14717"/>
                </a:lnTo>
                <a:lnTo>
                  <a:pt x="5400" y="15327"/>
                </a:lnTo>
                <a:lnTo>
                  <a:pt x="5400" y="15938"/>
                </a:lnTo>
                <a:lnTo>
                  <a:pt x="5400" y="16550"/>
                </a:lnTo>
                <a:lnTo>
                  <a:pt x="5400" y="17162"/>
                </a:lnTo>
                <a:lnTo>
                  <a:pt x="5400" y="17777"/>
                </a:lnTo>
                <a:lnTo>
                  <a:pt x="5400" y="18392"/>
                </a:lnTo>
                <a:lnTo>
                  <a:pt x="5400" y="19008"/>
                </a:lnTo>
                <a:lnTo>
                  <a:pt x="8969" y="19008"/>
                </a:lnTo>
                <a:lnTo>
                  <a:pt x="12560" y="19008"/>
                </a:lnTo>
                <a:lnTo>
                  <a:pt x="16200" y="19008"/>
                </a:lnTo>
                <a:lnTo>
                  <a:pt x="15185" y="19651"/>
                </a:lnTo>
                <a:lnTo>
                  <a:pt x="14396" y="20107"/>
                </a:lnTo>
                <a:lnTo>
                  <a:pt x="13576" y="20501"/>
                </a:lnTo>
                <a:lnTo>
                  <a:pt x="12463" y="20957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20989"/>
                </a:lnTo>
                <a:lnTo>
                  <a:pt x="0" y="20378"/>
                </a:lnTo>
                <a:lnTo>
                  <a:pt x="0" y="19767"/>
                </a:lnTo>
                <a:lnTo>
                  <a:pt x="0" y="19156"/>
                </a:lnTo>
                <a:lnTo>
                  <a:pt x="0" y="18545"/>
                </a:lnTo>
                <a:lnTo>
                  <a:pt x="0" y="17933"/>
                </a:lnTo>
                <a:lnTo>
                  <a:pt x="0" y="17321"/>
                </a:lnTo>
                <a:lnTo>
                  <a:pt x="0" y="16710"/>
                </a:lnTo>
                <a:lnTo>
                  <a:pt x="0" y="16097"/>
                </a:lnTo>
                <a:lnTo>
                  <a:pt x="0" y="15485"/>
                </a:lnTo>
                <a:lnTo>
                  <a:pt x="0" y="14873"/>
                </a:lnTo>
                <a:lnTo>
                  <a:pt x="0" y="14259"/>
                </a:lnTo>
                <a:lnTo>
                  <a:pt x="0" y="13646"/>
                </a:lnTo>
                <a:lnTo>
                  <a:pt x="0" y="13033"/>
                </a:lnTo>
                <a:lnTo>
                  <a:pt x="0" y="12418"/>
                </a:lnTo>
                <a:lnTo>
                  <a:pt x="0" y="11804"/>
                </a:lnTo>
                <a:lnTo>
                  <a:pt x="0" y="11189"/>
                </a:lnTo>
                <a:lnTo>
                  <a:pt x="0" y="10573"/>
                </a:lnTo>
                <a:lnTo>
                  <a:pt x="0" y="9957"/>
                </a:lnTo>
                <a:lnTo>
                  <a:pt x="0" y="9340"/>
                </a:lnTo>
                <a:lnTo>
                  <a:pt x="0" y="8723"/>
                </a:lnTo>
                <a:lnTo>
                  <a:pt x="0" y="8105"/>
                </a:lnTo>
                <a:lnTo>
                  <a:pt x="0" y="7487"/>
                </a:lnTo>
                <a:lnTo>
                  <a:pt x="0" y="6867"/>
                </a:lnTo>
                <a:lnTo>
                  <a:pt x="0" y="6247"/>
                </a:lnTo>
                <a:lnTo>
                  <a:pt x="0" y="5626"/>
                </a:lnTo>
                <a:lnTo>
                  <a:pt x="0" y="5004"/>
                </a:lnTo>
                <a:lnTo>
                  <a:pt x="0" y="4382"/>
                </a:lnTo>
                <a:lnTo>
                  <a:pt x="0" y="3759"/>
                </a:lnTo>
                <a:lnTo>
                  <a:pt x="0" y="3135"/>
                </a:lnTo>
                <a:lnTo>
                  <a:pt x="0" y="2510"/>
                </a:lnTo>
                <a:lnTo>
                  <a:pt x="0" y="1884"/>
                </a:lnTo>
                <a:lnTo>
                  <a:pt x="0" y="1257"/>
                </a:lnTo>
                <a:lnTo>
                  <a:pt x="0" y="629"/>
                </a:lnTo>
                <a:lnTo>
                  <a:pt x="0" y="0"/>
                </a:lnTo>
                <a:close/>
              </a:path>
            </a:pathLst>
          </a:custGeom>
          <a:solidFill>
            <a:srgbClr val="635F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3" name="contour_07701"/>
          <p:cNvSpPr/>
          <p:nvPr/>
        </p:nvSpPr>
        <p:spPr>
          <a:xfrm>
            <a:off x="1198317" y="5207605"/>
            <a:ext cx="51016" cy="470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53" y="305"/>
                </a:moveTo>
                <a:lnTo>
                  <a:pt x="8813" y="97"/>
                </a:lnTo>
                <a:lnTo>
                  <a:pt x="10797" y="0"/>
                </a:lnTo>
                <a:lnTo>
                  <a:pt x="12682" y="57"/>
                </a:lnTo>
                <a:lnTo>
                  <a:pt x="14543" y="301"/>
                </a:lnTo>
                <a:lnTo>
                  <a:pt x="16462" y="776"/>
                </a:lnTo>
                <a:lnTo>
                  <a:pt x="18514" y="1519"/>
                </a:lnTo>
                <a:lnTo>
                  <a:pt x="19344" y="3551"/>
                </a:lnTo>
                <a:lnTo>
                  <a:pt x="20002" y="5582"/>
                </a:lnTo>
                <a:lnTo>
                  <a:pt x="20511" y="7621"/>
                </a:lnTo>
                <a:lnTo>
                  <a:pt x="20896" y="9675"/>
                </a:lnTo>
                <a:lnTo>
                  <a:pt x="21174" y="11754"/>
                </a:lnTo>
                <a:lnTo>
                  <a:pt x="21372" y="13872"/>
                </a:lnTo>
                <a:lnTo>
                  <a:pt x="21507" y="16034"/>
                </a:lnTo>
                <a:lnTo>
                  <a:pt x="21600" y="18253"/>
                </a:lnTo>
                <a:lnTo>
                  <a:pt x="18317" y="19595"/>
                </a:lnTo>
                <a:lnTo>
                  <a:pt x="15981" y="20499"/>
                </a:lnTo>
                <a:lnTo>
                  <a:pt x="14250" y="21061"/>
                </a:lnTo>
                <a:lnTo>
                  <a:pt x="12781" y="21369"/>
                </a:lnTo>
                <a:lnTo>
                  <a:pt x="11232" y="21516"/>
                </a:lnTo>
                <a:lnTo>
                  <a:pt x="9257" y="21600"/>
                </a:lnTo>
                <a:lnTo>
                  <a:pt x="7217" y="20338"/>
                </a:lnTo>
                <a:lnTo>
                  <a:pt x="5431" y="18959"/>
                </a:lnTo>
                <a:lnTo>
                  <a:pt x="3857" y="17423"/>
                </a:lnTo>
                <a:lnTo>
                  <a:pt x="2453" y="15703"/>
                </a:lnTo>
                <a:lnTo>
                  <a:pt x="1182" y="13759"/>
                </a:lnTo>
                <a:lnTo>
                  <a:pt x="0" y="11560"/>
                </a:lnTo>
                <a:lnTo>
                  <a:pt x="77" y="8584"/>
                </a:lnTo>
                <a:lnTo>
                  <a:pt x="395" y="6171"/>
                </a:lnTo>
                <a:lnTo>
                  <a:pt x="1083" y="4230"/>
                </a:lnTo>
                <a:lnTo>
                  <a:pt x="2268" y="2667"/>
                </a:lnTo>
                <a:lnTo>
                  <a:pt x="4082" y="1389"/>
                </a:lnTo>
                <a:lnTo>
                  <a:pt x="6653" y="305"/>
                </a:lnTo>
                <a:close/>
              </a:path>
            </a:pathLst>
          </a:custGeom>
          <a:solidFill>
            <a:srgbClr val="231D25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4" name="contour_07702"/>
          <p:cNvSpPr/>
          <p:nvPr/>
        </p:nvSpPr>
        <p:spPr>
          <a:xfrm>
            <a:off x="9754419" y="5189648"/>
            <a:ext cx="65592" cy="649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35" y="397"/>
                </a:moveTo>
                <a:lnTo>
                  <a:pt x="16344" y="1163"/>
                </a:lnTo>
                <a:lnTo>
                  <a:pt x="17702" y="1955"/>
                </a:lnTo>
                <a:lnTo>
                  <a:pt x="19022" y="2790"/>
                </a:lnTo>
                <a:lnTo>
                  <a:pt x="20318" y="3684"/>
                </a:lnTo>
                <a:lnTo>
                  <a:pt x="21600" y="4646"/>
                </a:lnTo>
                <a:lnTo>
                  <a:pt x="20510" y="5866"/>
                </a:lnTo>
                <a:lnTo>
                  <a:pt x="19409" y="7077"/>
                </a:lnTo>
                <a:lnTo>
                  <a:pt x="18300" y="8279"/>
                </a:lnTo>
                <a:lnTo>
                  <a:pt x="17378" y="9293"/>
                </a:lnTo>
                <a:lnTo>
                  <a:pt x="16445" y="10323"/>
                </a:lnTo>
                <a:lnTo>
                  <a:pt x="15408" y="11098"/>
                </a:lnTo>
                <a:lnTo>
                  <a:pt x="14534" y="11568"/>
                </a:lnTo>
                <a:lnTo>
                  <a:pt x="13493" y="11810"/>
                </a:lnTo>
                <a:lnTo>
                  <a:pt x="11957" y="11900"/>
                </a:lnTo>
                <a:lnTo>
                  <a:pt x="9600" y="11912"/>
                </a:lnTo>
                <a:lnTo>
                  <a:pt x="8882" y="13505"/>
                </a:lnTo>
                <a:lnTo>
                  <a:pt x="8491" y="14760"/>
                </a:lnTo>
                <a:lnTo>
                  <a:pt x="8100" y="16756"/>
                </a:lnTo>
                <a:lnTo>
                  <a:pt x="7802" y="18357"/>
                </a:lnTo>
                <a:lnTo>
                  <a:pt x="7502" y="19968"/>
                </a:lnTo>
                <a:lnTo>
                  <a:pt x="7200" y="21600"/>
                </a:lnTo>
                <a:lnTo>
                  <a:pt x="6487" y="20161"/>
                </a:lnTo>
                <a:lnTo>
                  <a:pt x="5772" y="18723"/>
                </a:lnTo>
                <a:lnTo>
                  <a:pt x="5059" y="17279"/>
                </a:lnTo>
                <a:lnTo>
                  <a:pt x="4344" y="15835"/>
                </a:lnTo>
                <a:lnTo>
                  <a:pt x="3626" y="14390"/>
                </a:lnTo>
                <a:lnTo>
                  <a:pt x="2906" y="12936"/>
                </a:lnTo>
                <a:lnTo>
                  <a:pt x="2184" y="11481"/>
                </a:lnTo>
                <a:lnTo>
                  <a:pt x="1459" y="10015"/>
                </a:lnTo>
                <a:lnTo>
                  <a:pt x="732" y="8545"/>
                </a:lnTo>
                <a:lnTo>
                  <a:pt x="0" y="7068"/>
                </a:lnTo>
                <a:lnTo>
                  <a:pt x="2825" y="5011"/>
                </a:lnTo>
                <a:lnTo>
                  <a:pt x="5117" y="3372"/>
                </a:lnTo>
                <a:lnTo>
                  <a:pt x="6962" y="2107"/>
                </a:lnTo>
                <a:lnTo>
                  <a:pt x="8453" y="1177"/>
                </a:lnTo>
                <a:lnTo>
                  <a:pt x="9677" y="543"/>
                </a:lnTo>
                <a:lnTo>
                  <a:pt x="10723" y="162"/>
                </a:lnTo>
                <a:lnTo>
                  <a:pt x="11683" y="0"/>
                </a:lnTo>
                <a:lnTo>
                  <a:pt x="12646" y="10"/>
                </a:lnTo>
                <a:lnTo>
                  <a:pt x="13699" y="157"/>
                </a:lnTo>
                <a:lnTo>
                  <a:pt x="14935" y="397"/>
                </a:lnTo>
                <a:close/>
              </a:path>
            </a:pathLst>
          </a:custGeom>
          <a:solidFill>
            <a:srgbClr val="F3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5" name="contour_07703"/>
          <p:cNvSpPr/>
          <p:nvPr/>
        </p:nvSpPr>
        <p:spPr>
          <a:xfrm>
            <a:off x="8282245" y="5173286"/>
            <a:ext cx="72880" cy="39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644"/>
                </a:moveTo>
                <a:lnTo>
                  <a:pt x="14440" y="202"/>
                </a:lnTo>
                <a:lnTo>
                  <a:pt x="15857" y="4"/>
                </a:lnTo>
                <a:lnTo>
                  <a:pt x="17243" y="0"/>
                </a:lnTo>
                <a:lnTo>
                  <a:pt x="18639" y="138"/>
                </a:lnTo>
                <a:lnTo>
                  <a:pt x="20079" y="372"/>
                </a:lnTo>
                <a:lnTo>
                  <a:pt x="21600" y="644"/>
                </a:lnTo>
                <a:lnTo>
                  <a:pt x="20971" y="5709"/>
                </a:lnTo>
                <a:lnTo>
                  <a:pt x="20470" y="9572"/>
                </a:lnTo>
                <a:lnTo>
                  <a:pt x="20043" y="12459"/>
                </a:lnTo>
                <a:lnTo>
                  <a:pt x="19643" y="14606"/>
                </a:lnTo>
                <a:lnTo>
                  <a:pt x="19215" y="16243"/>
                </a:lnTo>
                <a:lnTo>
                  <a:pt x="18714" y="17603"/>
                </a:lnTo>
                <a:lnTo>
                  <a:pt x="18086" y="18915"/>
                </a:lnTo>
                <a:lnTo>
                  <a:pt x="17280" y="20414"/>
                </a:lnTo>
                <a:lnTo>
                  <a:pt x="15751" y="20801"/>
                </a:lnTo>
                <a:lnTo>
                  <a:pt x="14230" y="21122"/>
                </a:lnTo>
                <a:lnTo>
                  <a:pt x="12720" y="21363"/>
                </a:lnTo>
                <a:lnTo>
                  <a:pt x="11215" y="21525"/>
                </a:lnTo>
                <a:lnTo>
                  <a:pt x="9711" y="21600"/>
                </a:lnTo>
                <a:lnTo>
                  <a:pt x="8210" y="21580"/>
                </a:lnTo>
                <a:lnTo>
                  <a:pt x="6705" y="21458"/>
                </a:lnTo>
                <a:lnTo>
                  <a:pt x="5197" y="21224"/>
                </a:lnTo>
                <a:lnTo>
                  <a:pt x="3683" y="20880"/>
                </a:lnTo>
                <a:lnTo>
                  <a:pt x="2160" y="20414"/>
                </a:lnTo>
                <a:lnTo>
                  <a:pt x="1216" y="17840"/>
                </a:lnTo>
                <a:lnTo>
                  <a:pt x="613" y="15460"/>
                </a:lnTo>
                <a:lnTo>
                  <a:pt x="270" y="13111"/>
                </a:lnTo>
                <a:lnTo>
                  <a:pt x="108" y="10628"/>
                </a:lnTo>
                <a:lnTo>
                  <a:pt x="43" y="7844"/>
                </a:lnTo>
                <a:lnTo>
                  <a:pt x="0" y="4598"/>
                </a:lnTo>
                <a:lnTo>
                  <a:pt x="605" y="5041"/>
                </a:lnTo>
                <a:lnTo>
                  <a:pt x="1171" y="5456"/>
                </a:lnTo>
                <a:lnTo>
                  <a:pt x="1823" y="5931"/>
                </a:lnTo>
                <a:lnTo>
                  <a:pt x="2687" y="6563"/>
                </a:lnTo>
                <a:lnTo>
                  <a:pt x="3890" y="7445"/>
                </a:lnTo>
                <a:lnTo>
                  <a:pt x="5558" y="8667"/>
                </a:lnTo>
                <a:lnTo>
                  <a:pt x="7819" y="10324"/>
                </a:lnTo>
                <a:lnTo>
                  <a:pt x="10800" y="12506"/>
                </a:lnTo>
                <a:lnTo>
                  <a:pt x="10977" y="10545"/>
                </a:lnTo>
                <a:lnTo>
                  <a:pt x="11159" y="8576"/>
                </a:lnTo>
                <a:lnTo>
                  <a:pt x="11340" y="6575"/>
                </a:lnTo>
                <a:lnTo>
                  <a:pt x="11876" y="4614"/>
                </a:lnTo>
                <a:lnTo>
                  <a:pt x="12414" y="2645"/>
                </a:lnTo>
                <a:lnTo>
                  <a:pt x="12960" y="644"/>
                </a:lnTo>
                <a:close/>
              </a:path>
            </a:pathLst>
          </a:custGeom>
          <a:solidFill>
            <a:srgbClr val="421F1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6" name="contour_07704"/>
          <p:cNvSpPr/>
          <p:nvPr/>
        </p:nvSpPr>
        <p:spPr>
          <a:xfrm>
            <a:off x="3647082" y="5153332"/>
            <a:ext cx="81946" cy="43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31" y="3298"/>
                </a:moveTo>
                <a:lnTo>
                  <a:pt x="21454" y="5897"/>
                </a:lnTo>
                <a:lnTo>
                  <a:pt x="21598" y="7738"/>
                </a:lnTo>
                <a:lnTo>
                  <a:pt x="21600" y="9707"/>
                </a:lnTo>
                <a:lnTo>
                  <a:pt x="21492" y="12676"/>
                </a:lnTo>
                <a:lnTo>
                  <a:pt x="21414" y="15183"/>
                </a:lnTo>
                <a:lnTo>
                  <a:pt x="21333" y="17724"/>
                </a:lnTo>
                <a:lnTo>
                  <a:pt x="21233" y="19649"/>
                </a:lnTo>
                <a:lnTo>
                  <a:pt x="21131" y="21600"/>
                </a:lnTo>
                <a:lnTo>
                  <a:pt x="19861" y="21600"/>
                </a:lnTo>
                <a:lnTo>
                  <a:pt x="18584" y="21600"/>
                </a:lnTo>
                <a:lnTo>
                  <a:pt x="17289" y="21600"/>
                </a:lnTo>
                <a:lnTo>
                  <a:pt x="17289" y="19180"/>
                </a:lnTo>
                <a:lnTo>
                  <a:pt x="17289" y="16746"/>
                </a:lnTo>
                <a:lnTo>
                  <a:pt x="17289" y="14279"/>
                </a:lnTo>
                <a:lnTo>
                  <a:pt x="15973" y="14279"/>
                </a:lnTo>
                <a:lnTo>
                  <a:pt x="14655" y="14279"/>
                </a:lnTo>
                <a:lnTo>
                  <a:pt x="13338" y="14279"/>
                </a:lnTo>
                <a:lnTo>
                  <a:pt x="12018" y="14279"/>
                </a:lnTo>
                <a:lnTo>
                  <a:pt x="10696" y="14279"/>
                </a:lnTo>
                <a:lnTo>
                  <a:pt x="9373" y="14279"/>
                </a:lnTo>
                <a:lnTo>
                  <a:pt x="8045" y="14279"/>
                </a:lnTo>
                <a:lnTo>
                  <a:pt x="6716" y="14279"/>
                </a:lnTo>
                <a:lnTo>
                  <a:pt x="5383" y="14279"/>
                </a:lnTo>
                <a:lnTo>
                  <a:pt x="4044" y="14279"/>
                </a:lnTo>
                <a:lnTo>
                  <a:pt x="2701" y="14279"/>
                </a:lnTo>
                <a:lnTo>
                  <a:pt x="1354" y="14279"/>
                </a:lnTo>
                <a:lnTo>
                  <a:pt x="0" y="14279"/>
                </a:lnTo>
                <a:lnTo>
                  <a:pt x="0" y="11860"/>
                </a:lnTo>
                <a:lnTo>
                  <a:pt x="0" y="9426"/>
                </a:lnTo>
                <a:lnTo>
                  <a:pt x="0" y="6958"/>
                </a:lnTo>
                <a:lnTo>
                  <a:pt x="1233" y="6040"/>
                </a:lnTo>
                <a:lnTo>
                  <a:pt x="2434" y="5216"/>
                </a:lnTo>
                <a:lnTo>
                  <a:pt x="3621" y="4477"/>
                </a:lnTo>
                <a:lnTo>
                  <a:pt x="4818" y="3807"/>
                </a:lnTo>
                <a:lnTo>
                  <a:pt x="6045" y="3188"/>
                </a:lnTo>
                <a:lnTo>
                  <a:pt x="7323" y="2610"/>
                </a:lnTo>
                <a:lnTo>
                  <a:pt x="8353" y="2090"/>
                </a:lnTo>
                <a:lnTo>
                  <a:pt x="9400" y="1559"/>
                </a:lnTo>
                <a:lnTo>
                  <a:pt x="10821" y="944"/>
                </a:lnTo>
                <a:lnTo>
                  <a:pt x="12175" y="458"/>
                </a:lnTo>
                <a:lnTo>
                  <a:pt x="13478" y="132"/>
                </a:lnTo>
                <a:lnTo>
                  <a:pt x="14746" y="0"/>
                </a:lnTo>
                <a:lnTo>
                  <a:pt x="15996" y="88"/>
                </a:lnTo>
                <a:lnTo>
                  <a:pt x="17243" y="428"/>
                </a:lnTo>
                <a:lnTo>
                  <a:pt x="18505" y="1058"/>
                </a:lnTo>
                <a:lnTo>
                  <a:pt x="19794" y="2002"/>
                </a:lnTo>
                <a:lnTo>
                  <a:pt x="21131" y="3298"/>
                </a:lnTo>
                <a:close/>
              </a:path>
            </a:pathLst>
          </a:custGeom>
          <a:solidFill>
            <a:srgbClr val="51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7" name="contour_07705"/>
          <p:cNvSpPr/>
          <p:nvPr/>
        </p:nvSpPr>
        <p:spPr>
          <a:xfrm>
            <a:off x="1074421" y="5108882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7714" y="0"/>
                </a:lnTo>
                <a:lnTo>
                  <a:pt x="18819" y="0"/>
                </a:lnTo>
                <a:lnTo>
                  <a:pt x="19938" y="0"/>
                </a:lnTo>
                <a:lnTo>
                  <a:pt x="20435" y="2027"/>
                </a:lnTo>
                <a:lnTo>
                  <a:pt x="20704" y="3629"/>
                </a:lnTo>
                <a:lnTo>
                  <a:pt x="20977" y="6171"/>
                </a:lnTo>
                <a:lnTo>
                  <a:pt x="21165" y="7893"/>
                </a:lnTo>
                <a:lnTo>
                  <a:pt x="21354" y="9643"/>
                </a:lnTo>
                <a:lnTo>
                  <a:pt x="21414" y="10312"/>
                </a:lnTo>
                <a:lnTo>
                  <a:pt x="21600" y="12343"/>
                </a:lnTo>
                <a:lnTo>
                  <a:pt x="20502" y="12343"/>
                </a:lnTo>
                <a:lnTo>
                  <a:pt x="19397" y="12343"/>
                </a:lnTo>
                <a:lnTo>
                  <a:pt x="18277" y="12343"/>
                </a:lnTo>
                <a:lnTo>
                  <a:pt x="17880" y="13833"/>
                </a:lnTo>
                <a:lnTo>
                  <a:pt x="17476" y="15348"/>
                </a:lnTo>
                <a:lnTo>
                  <a:pt x="17262" y="16135"/>
                </a:lnTo>
                <a:lnTo>
                  <a:pt x="16615" y="18514"/>
                </a:lnTo>
                <a:lnTo>
                  <a:pt x="15592" y="19088"/>
                </a:lnTo>
                <a:lnTo>
                  <a:pt x="14856" y="19412"/>
                </a:lnTo>
                <a:lnTo>
                  <a:pt x="14050" y="19607"/>
                </a:lnTo>
                <a:lnTo>
                  <a:pt x="12819" y="19792"/>
                </a:lnTo>
                <a:lnTo>
                  <a:pt x="11699" y="19971"/>
                </a:lnTo>
                <a:lnTo>
                  <a:pt x="10562" y="20153"/>
                </a:lnTo>
                <a:lnTo>
                  <a:pt x="9393" y="20298"/>
                </a:lnTo>
                <a:lnTo>
                  <a:pt x="8205" y="20443"/>
                </a:lnTo>
                <a:lnTo>
                  <a:pt x="7419" y="20563"/>
                </a:lnTo>
                <a:lnTo>
                  <a:pt x="6628" y="20684"/>
                </a:lnTo>
                <a:lnTo>
                  <a:pt x="5825" y="20804"/>
                </a:lnTo>
                <a:lnTo>
                  <a:pt x="4661" y="20977"/>
                </a:lnTo>
                <a:lnTo>
                  <a:pt x="3496" y="21140"/>
                </a:lnTo>
                <a:lnTo>
                  <a:pt x="2331" y="21298"/>
                </a:lnTo>
                <a:lnTo>
                  <a:pt x="1165" y="21449"/>
                </a:lnTo>
                <a:lnTo>
                  <a:pt x="0" y="21600"/>
                </a:lnTo>
                <a:lnTo>
                  <a:pt x="0" y="19418"/>
                </a:lnTo>
                <a:lnTo>
                  <a:pt x="0" y="17234"/>
                </a:lnTo>
                <a:lnTo>
                  <a:pt x="0" y="15043"/>
                </a:lnTo>
                <a:lnTo>
                  <a:pt x="0" y="12843"/>
                </a:lnTo>
                <a:lnTo>
                  <a:pt x="0" y="10633"/>
                </a:lnTo>
                <a:lnTo>
                  <a:pt x="0" y="8412"/>
                </a:lnTo>
                <a:lnTo>
                  <a:pt x="0" y="6171"/>
                </a:lnTo>
                <a:lnTo>
                  <a:pt x="412" y="7699"/>
                </a:lnTo>
                <a:lnTo>
                  <a:pt x="824" y="9232"/>
                </a:lnTo>
                <a:lnTo>
                  <a:pt x="1241" y="10778"/>
                </a:lnTo>
                <a:lnTo>
                  <a:pt x="1662" y="12343"/>
                </a:lnTo>
                <a:lnTo>
                  <a:pt x="2823" y="12411"/>
                </a:lnTo>
                <a:lnTo>
                  <a:pt x="3928" y="12414"/>
                </a:lnTo>
                <a:lnTo>
                  <a:pt x="5005" y="12355"/>
                </a:lnTo>
                <a:lnTo>
                  <a:pt x="6076" y="12226"/>
                </a:lnTo>
                <a:lnTo>
                  <a:pt x="7170" y="12028"/>
                </a:lnTo>
                <a:lnTo>
                  <a:pt x="8308" y="11763"/>
                </a:lnTo>
                <a:lnTo>
                  <a:pt x="8770" y="11692"/>
                </a:lnTo>
                <a:lnTo>
                  <a:pt x="10164" y="11470"/>
                </a:lnTo>
                <a:lnTo>
                  <a:pt x="11056" y="11251"/>
                </a:lnTo>
                <a:lnTo>
                  <a:pt x="11752" y="11028"/>
                </a:lnTo>
                <a:lnTo>
                  <a:pt x="12480" y="10692"/>
                </a:lnTo>
                <a:lnTo>
                  <a:pt x="13470" y="10137"/>
                </a:lnTo>
                <a:lnTo>
                  <a:pt x="14954" y="9257"/>
                </a:lnTo>
                <a:lnTo>
                  <a:pt x="15466" y="6887"/>
                </a:lnTo>
                <a:lnTo>
                  <a:pt x="15808" y="5218"/>
                </a:lnTo>
                <a:lnTo>
                  <a:pt x="16060" y="3811"/>
                </a:lnTo>
                <a:lnTo>
                  <a:pt x="16303" y="2222"/>
                </a:lnTo>
                <a:lnTo>
                  <a:pt x="16615" y="0"/>
                </a:lnTo>
                <a:close/>
              </a:path>
            </a:pathLst>
          </a:custGeom>
          <a:solidFill>
            <a:srgbClr val="56516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8" name="contour_07706"/>
          <p:cNvSpPr/>
          <p:nvPr/>
        </p:nvSpPr>
        <p:spPr>
          <a:xfrm>
            <a:off x="5570587" y="5116170"/>
            <a:ext cx="5154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74" y="0"/>
                </a:moveTo>
                <a:lnTo>
                  <a:pt x="5373" y="497"/>
                </a:lnTo>
                <a:lnTo>
                  <a:pt x="7422" y="1026"/>
                </a:lnTo>
                <a:lnTo>
                  <a:pt x="9441" y="1591"/>
                </a:lnTo>
                <a:lnTo>
                  <a:pt x="11448" y="2203"/>
                </a:lnTo>
                <a:lnTo>
                  <a:pt x="13457" y="2869"/>
                </a:lnTo>
                <a:lnTo>
                  <a:pt x="15491" y="3600"/>
                </a:lnTo>
                <a:lnTo>
                  <a:pt x="16441" y="3935"/>
                </a:lnTo>
                <a:lnTo>
                  <a:pt x="19309" y="4950"/>
                </a:lnTo>
                <a:lnTo>
                  <a:pt x="20445" y="6066"/>
                </a:lnTo>
                <a:lnTo>
                  <a:pt x="21600" y="7200"/>
                </a:lnTo>
                <a:lnTo>
                  <a:pt x="21600" y="9338"/>
                </a:lnTo>
                <a:lnTo>
                  <a:pt x="21600" y="11484"/>
                </a:lnTo>
                <a:lnTo>
                  <a:pt x="21600" y="13637"/>
                </a:lnTo>
                <a:lnTo>
                  <a:pt x="21600" y="15808"/>
                </a:lnTo>
                <a:lnTo>
                  <a:pt x="21600" y="18000"/>
                </a:lnTo>
                <a:lnTo>
                  <a:pt x="19483" y="18356"/>
                </a:lnTo>
                <a:lnTo>
                  <a:pt x="17364" y="18713"/>
                </a:lnTo>
                <a:lnTo>
                  <a:pt x="15244" y="19069"/>
                </a:lnTo>
                <a:lnTo>
                  <a:pt x="13121" y="19429"/>
                </a:lnTo>
                <a:lnTo>
                  <a:pt x="10989" y="19786"/>
                </a:lnTo>
                <a:lnTo>
                  <a:pt x="8854" y="20146"/>
                </a:lnTo>
                <a:lnTo>
                  <a:pt x="6710" y="20506"/>
                </a:lnTo>
                <a:lnTo>
                  <a:pt x="4557" y="20869"/>
                </a:lnTo>
                <a:lnTo>
                  <a:pt x="2395" y="21233"/>
                </a:lnTo>
                <a:lnTo>
                  <a:pt x="220" y="21600"/>
                </a:lnTo>
                <a:lnTo>
                  <a:pt x="110" y="16510"/>
                </a:lnTo>
                <a:lnTo>
                  <a:pt x="37" y="12784"/>
                </a:lnTo>
                <a:lnTo>
                  <a:pt x="0" y="10109"/>
                </a:lnTo>
                <a:lnTo>
                  <a:pt x="0" y="8168"/>
                </a:lnTo>
                <a:lnTo>
                  <a:pt x="37" y="6646"/>
                </a:lnTo>
                <a:lnTo>
                  <a:pt x="110" y="5227"/>
                </a:lnTo>
                <a:lnTo>
                  <a:pt x="220" y="3600"/>
                </a:lnTo>
                <a:lnTo>
                  <a:pt x="1735" y="1814"/>
                </a:lnTo>
                <a:lnTo>
                  <a:pt x="3274" y="0"/>
                </a:lnTo>
                <a:close/>
              </a:path>
            </a:pathLst>
          </a:custGeom>
          <a:solidFill>
            <a:srgbClr val="D7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7709" name="contour_07707"/>
          <p:cNvSpPr/>
          <p:nvPr/>
        </p:nvSpPr>
        <p:spPr>
          <a:xfrm>
            <a:off x="1489837" y="5055957"/>
            <a:ext cx="80970" cy="52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1" y="0"/>
                </a:moveTo>
                <a:lnTo>
                  <a:pt x="12350" y="24"/>
                </a:lnTo>
                <a:lnTo>
                  <a:pt x="13644" y="65"/>
                </a:lnTo>
                <a:lnTo>
                  <a:pt x="14935" y="128"/>
                </a:lnTo>
                <a:lnTo>
                  <a:pt x="16224" y="211"/>
                </a:lnTo>
                <a:lnTo>
                  <a:pt x="17511" y="318"/>
                </a:lnTo>
                <a:lnTo>
                  <a:pt x="18800" y="449"/>
                </a:lnTo>
                <a:lnTo>
                  <a:pt x="20091" y="601"/>
                </a:lnTo>
                <a:lnTo>
                  <a:pt x="21386" y="779"/>
                </a:lnTo>
                <a:lnTo>
                  <a:pt x="21528" y="2948"/>
                </a:lnTo>
                <a:lnTo>
                  <a:pt x="21600" y="4494"/>
                </a:lnTo>
                <a:lnTo>
                  <a:pt x="21600" y="5851"/>
                </a:lnTo>
                <a:lnTo>
                  <a:pt x="21528" y="7445"/>
                </a:lnTo>
                <a:lnTo>
                  <a:pt x="21386" y="9702"/>
                </a:lnTo>
                <a:lnTo>
                  <a:pt x="20154" y="10404"/>
                </a:lnTo>
                <a:lnTo>
                  <a:pt x="19249" y="10794"/>
                </a:lnTo>
                <a:lnTo>
                  <a:pt x="18229" y="11011"/>
                </a:lnTo>
                <a:lnTo>
                  <a:pt x="16648" y="11190"/>
                </a:lnTo>
                <a:lnTo>
                  <a:pt x="15058" y="11520"/>
                </a:lnTo>
                <a:lnTo>
                  <a:pt x="14008" y="11785"/>
                </a:lnTo>
                <a:lnTo>
                  <a:pt x="13032" y="12124"/>
                </a:lnTo>
                <a:lnTo>
                  <a:pt x="11665" y="12677"/>
                </a:lnTo>
                <a:lnTo>
                  <a:pt x="10891" y="14979"/>
                </a:lnTo>
                <a:lnTo>
                  <a:pt x="10403" y="16594"/>
                </a:lnTo>
                <a:lnTo>
                  <a:pt x="10108" y="17950"/>
                </a:lnTo>
                <a:lnTo>
                  <a:pt x="9912" y="19476"/>
                </a:lnTo>
                <a:lnTo>
                  <a:pt x="9721" y="21600"/>
                </a:lnTo>
                <a:lnTo>
                  <a:pt x="9721" y="19637"/>
                </a:lnTo>
                <a:lnTo>
                  <a:pt x="9721" y="17656"/>
                </a:lnTo>
                <a:lnTo>
                  <a:pt x="9721" y="15651"/>
                </a:lnTo>
                <a:lnTo>
                  <a:pt x="8344" y="15651"/>
                </a:lnTo>
                <a:lnTo>
                  <a:pt x="6968" y="15651"/>
                </a:lnTo>
                <a:lnTo>
                  <a:pt x="5588" y="15651"/>
                </a:lnTo>
                <a:lnTo>
                  <a:pt x="4203" y="15651"/>
                </a:lnTo>
                <a:lnTo>
                  <a:pt x="2811" y="15651"/>
                </a:lnTo>
                <a:lnTo>
                  <a:pt x="1410" y="15651"/>
                </a:lnTo>
                <a:lnTo>
                  <a:pt x="0" y="15651"/>
                </a:lnTo>
                <a:lnTo>
                  <a:pt x="962" y="14917"/>
                </a:lnTo>
                <a:lnTo>
                  <a:pt x="1929" y="14176"/>
                </a:lnTo>
                <a:lnTo>
                  <a:pt x="2903" y="13432"/>
                </a:lnTo>
                <a:lnTo>
                  <a:pt x="3888" y="12677"/>
                </a:lnTo>
                <a:lnTo>
                  <a:pt x="4332" y="10955"/>
                </a:lnTo>
                <a:lnTo>
                  <a:pt x="4619" y="9741"/>
                </a:lnTo>
                <a:lnTo>
                  <a:pt x="4876" y="8462"/>
                </a:lnTo>
                <a:lnTo>
                  <a:pt x="5226" y="6541"/>
                </a:lnTo>
                <a:lnTo>
                  <a:pt x="5910" y="4328"/>
                </a:lnTo>
                <a:lnTo>
                  <a:pt x="6562" y="2748"/>
                </a:lnTo>
                <a:lnTo>
                  <a:pt x="7293" y="1669"/>
                </a:lnTo>
                <a:lnTo>
                  <a:pt x="8210" y="943"/>
                </a:lnTo>
                <a:lnTo>
                  <a:pt x="9425" y="434"/>
                </a:lnTo>
                <a:lnTo>
                  <a:pt x="11051" y="0"/>
                </a:lnTo>
                <a:close/>
              </a:path>
            </a:pathLst>
          </a:custGeom>
          <a:solidFill>
            <a:srgbClr val="4E3E55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0" name="contour_07708"/>
          <p:cNvSpPr/>
          <p:nvPr/>
        </p:nvSpPr>
        <p:spPr>
          <a:xfrm>
            <a:off x="3625218" y="5050578"/>
            <a:ext cx="87456" cy="72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251" y="112"/>
                </a:lnTo>
                <a:lnTo>
                  <a:pt x="11192" y="209"/>
                </a:lnTo>
                <a:lnTo>
                  <a:pt x="12001" y="313"/>
                </a:lnTo>
                <a:lnTo>
                  <a:pt x="12854" y="453"/>
                </a:lnTo>
                <a:lnTo>
                  <a:pt x="13932" y="656"/>
                </a:lnTo>
                <a:lnTo>
                  <a:pt x="15412" y="946"/>
                </a:lnTo>
                <a:lnTo>
                  <a:pt x="16567" y="1164"/>
                </a:lnTo>
                <a:lnTo>
                  <a:pt x="17730" y="1386"/>
                </a:lnTo>
                <a:lnTo>
                  <a:pt x="18907" y="1611"/>
                </a:lnTo>
                <a:lnTo>
                  <a:pt x="19796" y="1792"/>
                </a:lnTo>
                <a:lnTo>
                  <a:pt x="20693" y="1975"/>
                </a:lnTo>
                <a:lnTo>
                  <a:pt x="21600" y="2159"/>
                </a:lnTo>
                <a:lnTo>
                  <a:pt x="21600" y="3230"/>
                </a:lnTo>
                <a:lnTo>
                  <a:pt x="21600" y="4318"/>
                </a:lnTo>
                <a:lnTo>
                  <a:pt x="20686" y="4054"/>
                </a:lnTo>
                <a:lnTo>
                  <a:pt x="19759" y="3787"/>
                </a:lnTo>
                <a:lnTo>
                  <a:pt x="18446" y="3579"/>
                </a:lnTo>
                <a:lnTo>
                  <a:pt x="17255" y="3450"/>
                </a:lnTo>
                <a:lnTo>
                  <a:pt x="16130" y="3426"/>
                </a:lnTo>
                <a:lnTo>
                  <a:pt x="15016" y="3545"/>
                </a:lnTo>
                <a:lnTo>
                  <a:pt x="13856" y="3832"/>
                </a:lnTo>
                <a:lnTo>
                  <a:pt x="12600" y="4318"/>
                </a:lnTo>
                <a:lnTo>
                  <a:pt x="12159" y="5747"/>
                </a:lnTo>
                <a:lnTo>
                  <a:pt x="11774" y="7176"/>
                </a:lnTo>
                <a:lnTo>
                  <a:pt x="11434" y="8608"/>
                </a:lnTo>
                <a:lnTo>
                  <a:pt x="11129" y="10045"/>
                </a:lnTo>
                <a:lnTo>
                  <a:pt x="10850" y="11492"/>
                </a:lnTo>
                <a:lnTo>
                  <a:pt x="10589" y="12951"/>
                </a:lnTo>
                <a:lnTo>
                  <a:pt x="10337" y="14428"/>
                </a:lnTo>
                <a:lnTo>
                  <a:pt x="10084" y="15922"/>
                </a:lnTo>
                <a:lnTo>
                  <a:pt x="9536" y="17647"/>
                </a:lnTo>
                <a:lnTo>
                  <a:pt x="9094" y="18767"/>
                </a:lnTo>
                <a:lnTo>
                  <a:pt x="8591" y="19527"/>
                </a:lnTo>
                <a:lnTo>
                  <a:pt x="7879" y="20162"/>
                </a:lnTo>
                <a:lnTo>
                  <a:pt x="6791" y="20916"/>
                </a:lnTo>
                <a:lnTo>
                  <a:pt x="5648" y="21142"/>
                </a:lnTo>
                <a:lnTo>
                  <a:pt x="4523" y="21326"/>
                </a:lnTo>
                <a:lnTo>
                  <a:pt x="3409" y="21466"/>
                </a:lnTo>
                <a:lnTo>
                  <a:pt x="2290" y="21559"/>
                </a:lnTo>
                <a:lnTo>
                  <a:pt x="1157" y="21600"/>
                </a:lnTo>
                <a:lnTo>
                  <a:pt x="0" y="21589"/>
                </a:lnTo>
                <a:lnTo>
                  <a:pt x="0" y="20162"/>
                </a:lnTo>
                <a:lnTo>
                  <a:pt x="0" y="18726"/>
                </a:lnTo>
                <a:lnTo>
                  <a:pt x="0" y="17271"/>
                </a:lnTo>
                <a:lnTo>
                  <a:pt x="1188" y="17271"/>
                </a:lnTo>
                <a:lnTo>
                  <a:pt x="2378" y="17271"/>
                </a:lnTo>
                <a:lnTo>
                  <a:pt x="3573" y="17271"/>
                </a:lnTo>
                <a:lnTo>
                  <a:pt x="4774" y="17271"/>
                </a:lnTo>
                <a:lnTo>
                  <a:pt x="5981" y="17271"/>
                </a:lnTo>
                <a:lnTo>
                  <a:pt x="7200" y="17271"/>
                </a:lnTo>
                <a:lnTo>
                  <a:pt x="7178" y="16205"/>
                </a:lnTo>
                <a:lnTo>
                  <a:pt x="7159" y="15130"/>
                </a:lnTo>
                <a:lnTo>
                  <a:pt x="7137" y="14042"/>
                </a:lnTo>
                <a:lnTo>
                  <a:pt x="7130" y="13426"/>
                </a:lnTo>
                <a:lnTo>
                  <a:pt x="7117" y="12338"/>
                </a:lnTo>
                <a:lnTo>
                  <a:pt x="7088" y="9849"/>
                </a:lnTo>
                <a:lnTo>
                  <a:pt x="7067" y="8469"/>
                </a:lnTo>
                <a:lnTo>
                  <a:pt x="7045" y="7081"/>
                </a:lnTo>
                <a:lnTo>
                  <a:pt x="7024" y="5676"/>
                </a:lnTo>
                <a:lnTo>
                  <a:pt x="7153" y="3610"/>
                </a:lnTo>
                <a:lnTo>
                  <a:pt x="7403" y="2329"/>
                </a:lnTo>
                <a:lnTo>
                  <a:pt x="7956" y="1304"/>
                </a:lnTo>
                <a:lnTo>
                  <a:pt x="9000" y="0"/>
                </a:lnTo>
                <a:close/>
              </a:path>
            </a:pathLst>
          </a:custGeom>
          <a:solidFill>
            <a:srgbClr val="526A80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1" name="contour_07709"/>
          <p:cNvSpPr/>
          <p:nvPr/>
        </p:nvSpPr>
        <p:spPr>
          <a:xfrm>
            <a:off x="11685744" y="5055592"/>
            <a:ext cx="73048" cy="60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35" y="0"/>
                </a:moveTo>
                <a:lnTo>
                  <a:pt x="8842" y="104"/>
                </a:lnTo>
                <a:lnTo>
                  <a:pt x="10370" y="343"/>
                </a:lnTo>
                <a:lnTo>
                  <a:pt x="11758" y="730"/>
                </a:lnTo>
                <a:lnTo>
                  <a:pt x="13049" y="1276"/>
                </a:lnTo>
                <a:lnTo>
                  <a:pt x="14284" y="1998"/>
                </a:lnTo>
                <a:lnTo>
                  <a:pt x="15499" y="2910"/>
                </a:lnTo>
                <a:lnTo>
                  <a:pt x="16740" y="4025"/>
                </a:lnTo>
                <a:lnTo>
                  <a:pt x="18044" y="5358"/>
                </a:lnTo>
                <a:lnTo>
                  <a:pt x="19514" y="7359"/>
                </a:lnTo>
                <a:lnTo>
                  <a:pt x="20501" y="8822"/>
                </a:lnTo>
                <a:lnTo>
                  <a:pt x="21102" y="9994"/>
                </a:lnTo>
                <a:lnTo>
                  <a:pt x="21421" y="11117"/>
                </a:lnTo>
                <a:lnTo>
                  <a:pt x="21555" y="12442"/>
                </a:lnTo>
                <a:lnTo>
                  <a:pt x="21600" y="14212"/>
                </a:lnTo>
                <a:lnTo>
                  <a:pt x="21298" y="15633"/>
                </a:lnTo>
                <a:lnTo>
                  <a:pt x="21033" y="16728"/>
                </a:lnTo>
                <a:lnTo>
                  <a:pt x="20699" y="17853"/>
                </a:lnTo>
                <a:lnTo>
                  <a:pt x="20188" y="19357"/>
                </a:lnTo>
                <a:lnTo>
                  <a:pt x="19395" y="21600"/>
                </a:lnTo>
                <a:lnTo>
                  <a:pt x="19395" y="20054"/>
                </a:lnTo>
                <a:lnTo>
                  <a:pt x="19395" y="18508"/>
                </a:lnTo>
                <a:lnTo>
                  <a:pt x="19395" y="16951"/>
                </a:lnTo>
                <a:lnTo>
                  <a:pt x="19395" y="15384"/>
                </a:lnTo>
                <a:lnTo>
                  <a:pt x="19395" y="13804"/>
                </a:lnTo>
                <a:lnTo>
                  <a:pt x="17971" y="13804"/>
                </a:lnTo>
                <a:lnTo>
                  <a:pt x="16546" y="13804"/>
                </a:lnTo>
                <a:lnTo>
                  <a:pt x="15122" y="13804"/>
                </a:lnTo>
                <a:lnTo>
                  <a:pt x="13691" y="13804"/>
                </a:lnTo>
                <a:lnTo>
                  <a:pt x="12258" y="13804"/>
                </a:lnTo>
                <a:lnTo>
                  <a:pt x="10820" y="13804"/>
                </a:lnTo>
                <a:lnTo>
                  <a:pt x="9377" y="13804"/>
                </a:lnTo>
                <a:lnTo>
                  <a:pt x="7924" y="13804"/>
                </a:lnTo>
                <a:lnTo>
                  <a:pt x="6465" y="13804"/>
                </a:lnTo>
                <a:lnTo>
                  <a:pt x="6465" y="12258"/>
                </a:lnTo>
                <a:lnTo>
                  <a:pt x="6465" y="10712"/>
                </a:lnTo>
                <a:lnTo>
                  <a:pt x="6465" y="9155"/>
                </a:lnTo>
                <a:lnTo>
                  <a:pt x="6465" y="7588"/>
                </a:lnTo>
                <a:lnTo>
                  <a:pt x="6465" y="6008"/>
                </a:lnTo>
                <a:lnTo>
                  <a:pt x="4860" y="5130"/>
                </a:lnTo>
                <a:lnTo>
                  <a:pt x="3722" y="4555"/>
                </a:lnTo>
                <a:lnTo>
                  <a:pt x="2741" y="4160"/>
                </a:lnTo>
                <a:lnTo>
                  <a:pt x="1603" y="3820"/>
                </a:lnTo>
                <a:lnTo>
                  <a:pt x="0" y="3409"/>
                </a:lnTo>
                <a:lnTo>
                  <a:pt x="1392" y="1876"/>
                </a:lnTo>
                <a:lnTo>
                  <a:pt x="2599" y="930"/>
                </a:lnTo>
                <a:lnTo>
                  <a:pt x="3821" y="408"/>
                </a:lnTo>
                <a:lnTo>
                  <a:pt x="5265" y="151"/>
                </a:lnTo>
                <a:lnTo>
                  <a:pt x="7135" y="0"/>
                </a:lnTo>
                <a:close/>
              </a:path>
            </a:pathLst>
          </a:custGeom>
          <a:solidFill>
            <a:srgbClr val="F1DFA5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2" name="contour_07710"/>
          <p:cNvSpPr/>
          <p:nvPr/>
        </p:nvSpPr>
        <p:spPr>
          <a:xfrm>
            <a:off x="8121909" y="4984986"/>
            <a:ext cx="5830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6" y="412"/>
                </a:lnTo>
                <a:lnTo>
                  <a:pt x="8081" y="824"/>
                </a:lnTo>
                <a:lnTo>
                  <a:pt x="9431" y="1241"/>
                </a:lnTo>
                <a:lnTo>
                  <a:pt x="10800" y="1662"/>
                </a:lnTo>
                <a:lnTo>
                  <a:pt x="10770" y="2816"/>
                </a:lnTo>
                <a:lnTo>
                  <a:pt x="10722" y="3685"/>
                </a:lnTo>
                <a:lnTo>
                  <a:pt x="10627" y="4431"/>
                </a:lnTo>
                <a:lnTo>
                  <a:pt x="10460" y="5219"/>
                </a:lnTo>
                <a:lnTo>
                  <a:pt x="10187" y="6214"/>
                </a:lnTo>
                <a:lnTo>
                  <a:pt x="9788" y="7580"/>
                </a:lnTo>
                <a:lnTo>
                  <a:pt x="9488" y="8647"/>
                </a:lnTo>
                <a:lnTo>
                  <a:pt x="9185" y="9720"/>
                </a:lnTo>
                <a:lnTo>
                  <a:pt x="8880" y="10807"/>
                </a:lnTo>
                <a:lnTo>
                  <a:pt x="8624" y="11627"/>
                </a:lnTo>
                <a:lnTo>
                  <a:pt x="8362" y="12455"/>
                </a:lnTo>
                <a:lnTo>
                  <a:pt x="8100" y="13292"/>
                </a:lnTo>
                <a:lnTo>
                  <a:pt x="10009" y="13292"/>
                </a:lnTo>
                <a:lnTo>
                  <a:pt x="11920" y="13292"/>
                </a:lnTo>
                <a:lnTo>
                  <a:pt x="13838" y="13292"/>
                </a:lnTo>
                <a:lnTo>
                  <a:pt x="15763" y="13292"/>
                </a:lnTo>
                <a:lnTo>
                  <a:pt x="17696" y="13292"/>
                </a:lnTo>
                <a:lnTo>
                  <a:pt x="19640" y="13292"/>
                </a:lnTo>
                <a:lnTo>
                  <a:pt x="21600" y="13292"/>
                </a:lnTo>
                <a:lnTo>
                  <a:pt x="20501" y="14575"/>
                </a:lnTo>
                <a:lnTo>
                  <a:pt x="19451" y="15633"/>
                </a:lnTo>
                <a:lnTo>
                  <a:pt x="18390" y="16517"/>
                </a:lnTo>
                <a:lnTo>
                  <a:pt x="17256" y="17272"/>
                </a:lnTo>
                <a:lnTo>
                  <a:pt x="15992" y="17945"/>
                </a:lnTo>
                <a:lnTo>
                  <a:pt x="14537" y="18581"/>
                </a:lnTo>
                <a:lnTo>
                  <a:pt x="12825" y="19231"/>
                </a:lnTo>
                <a:lnTo>
                  <a:pt x="10800" y="19938"/>
                </a:lnTo>
                <a:lnTo>
                  <a:pt x="9018" y="20213"/>
                </a:lnTo>
                <a:lnTo>
                  <a:pt x="7233" y="20487"/>
                </a:lnTo>
                <a:lnTo>
                  <a:pt x="5441" y="20763"/>
                </a:lnTo>
                <a:lnTo>
                  <a:pt x="3640" y="21040"/>
                </a:lnTo>
                <a:lnTo>
                  <a:pt x="1828" y="21319"/>
                </a:lnTo>
                <a:lnTo>
                  <a:pt x="0" y="21600"/>
                </a:lnTo>
                <a:lnTo>
                  <a:pt x="281" y="20475"/>
                </a:lnTo>
                <a:lnTo>
                  <a:pt x="562" y="19349"/>
                </a:lnTo>
                <a:lnTo>
                  <a:pt x="845" y="18222"/>
                </a:lnTo>
                <a:lnTo>
                  <a:pt x="1126" y="17096"/>
                </a:lnTo>
                <a:lnTo>
                  <a:pt x="1407" y="15969"/>
                </a:lnTo>
                <a:lnTo>
                  <a:pt x="1690" y="14841"/>
                </a:lnTo>
                <a:lnTo>
                  <a:pt x="1971" y="13711"/>
                </a:lnTo>
                <a:lnTo>
                  <a:pt x="2255" y="12580"/>
                </a:lnTo>
                <a:lnTo>
                  <a:pt x="2538" y="11448"/>
                </a:lnTo>
                <a:lnTo>
                  <a:pt x="2822" y="10313"/>
                </a:lnTo>
                <a:lnTo>
                  <a:pt x="3105" y="9178"/>
                </a:lnTo>
                <a:lnTo>
                  <a:pt x="3391" y="8040"/>
                </a:lnTo>
                <a:lnTo>
                  <a:pt x="3675" y="6900"/>
                </a:lnTo>
                <a:lnTo>
                  <a:pt x="3961" y="5757"/>
                </a:lnTo>
                <a:lnTo>
                  <a:pt x="4247" y="4612"/>
                </a:lnTo>
                <a:lnTo>
                  <a:pt x="4533" y="3463"/>
                </a:lnTo>
                <a:lnTo>
                  <a:pt x="4822" y="2313"/>
                </a:lnTo>
                <a:lnTo>
                  <a:pt x="5111" y="1158"/>
                </a:lnTo>
                <a:lnTo>
                  <a:pt x="5400" y="0"/>
                </a:lnTo>
                <a:close/>
              </a:path>
            </a:pathLst>
          </a:custGeom>
          <a:solidFill>
            <a:srgbClr val="E9E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3" name="contour_07711"/>
          <p:cNvSpPr/>
          <p:nvPr/>
        </p:nvSpPr>
        <p:spPr>
          <a:xfrm>
            <a:off x="1511701" y="4998513"/>
            <a:ext cx="87456" cy="666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340"/>
                </a:moveTo>
                <a:lnTo>
                  <a:pt x="11462" y="203"/>
                </a:lnTo>
                <a:lnTo>
                  <a:pt x="13403" y="102"/>
                </a:lnTo>
                <a:lnTo>
                  <a:pt x="14908" y="33"/>
                </a:lnTo>
                <a:lnTo>
                  <a:pt x="16069" y="0"/>
                </a:lnTo>
                <a:lnTo>
                  <a:pt x="16972" y="0"/>
                </a:lnTo>
                <a:lnTo>
                  <a:pt x="17708" y="33"/>
                </a:lnTo>
                <a:lnTo>
                  <a:pt x="18365" y="102"/>
                </a:lnTo>
                <a:lnTo>
                  <a:pt x="19033" y="203"/>
                </a:lnTo>
                <a:lnTo>
                  <a:pt x="19800" y="340"/>
                </a:lnTo>
                <a:lnTo>
                  <a:pt x="20527" y="1753"/>
                </a:lnTo>
                <a:lnTo>
                  <a:pt x="20957" y="2717"/>
                </a:lnTo>
                <a:lnTo>
                  <a:pt x="21260" y="3673"/>
                </a:lnTo>
                <a:lnTo>
                  <a:pt x="21600" y="5065"/>
                </a:lnTo>
                <a:lnTo>
                  <a:pt x="20745" y="5211"/>
                </a:lnTo>
                <a:lnTo>
                  <a:pt x="19885" y="5360"/>
                </a:lnTo>
                <a:lnTo>
                  <a:pt x="19012" y="5509"/>
                </a:lnTo>
                <a:lnTo>
                  <a:pt x="18599" y="5790"/>
                </a:lnTo>
                <a:lnTo>
                  <a:pt x="17870" y="6288"/>
                </a:lnTo>
                <a:lnTo>
                  <a:pt x="16200" y="7427"/>
                </a:lnTo>
                <a:lnTo>
                  <a:pt x="16052" y="9040"/>
                </a:lnTo>
                <a:lnTo>
                  <a:pt x="15968" y="10193"/>
                </a:lnTo>
                <a:lnTo>
                  <a:pt x="15914" y="11440"/>
                </a:lnTo>
                <a:lnTo>
                  <a:pt x="15862" y="13332"/>
                </a:lnTo>
                <a:lnTo>
                  <a:pt x="15673" y="15224"/>
                </a:lnTo>
                <a:lnTo>
                  <a:pt x="15458" y="16472"/>
                </a:lnTo>
                <a:lnTo>
                  <a:pt x="15079" y="17624"/>
                </a:lnTo>
                <a:lnTo>
                  <a:pt x="14400" y="19238"/>
                </a:lnTo>
                <a:lnTo>
                  <a:pt x="13208" y="19677"/>
                </a:lnTo>
                <a:lnTo>
                  <a:pt x="12020" y="20055"/>
                </a:lnTo>
                <a:lnTo>
                  <a:pt x="10832" y="20376"/>
                </a:lnTo>
                <a:lnTo>
                  <a:pt x="9648" y="20650"/>
                </a:lnTo>
                <a:lnTo>
                  <a:pt x="8460" y="20877"/>
                </a:lnTo>
                <a:lnTo>
                  <a:pt x="7272" y="21064"/>
                </a:lnTo>
                <a:lnTo>
                  <a:pt x="6079" y="21213"/>
                </a:lnTo>
                <a:lnTo>
                  <a:pt x="4880" y="21333"/>
                </a:lnTo>
                <a:lnTo>
                  <a:pt x="3674" y="21428"/>
                </a:lnTo>
                <a:lnTo>
                  <a:pt x="2461" y="21498"/>
                </a:lnTo>
                <a:lnTo>
                  <a:pt x="1237" y="21555"/>
                </a:lnTo>
                <a:lnTo>
                  <a:pt x="0" y="21600"/>
                </a:lnTo>
                <a:lnTo>
                  <a:pt x="0" y="20197"/>
                </a:lnTo>
                <a:lnTo>
                  <a:pt x="0" y="18789"/>
                </a:lnTo>
                <a:lnTo>
                  <a:pt x="0" y="17376"/>
                </a:lnTo>
                <a:lnTo>
                  <a:pt x="0" y="15952"/>
                </a:lnTo>
                <a:lnTo>
                  <a:pt x="0" y="14513"/>
                </a:lnTo>
                <a:lnTo>
                  <a:pt x="1247" y="14747"/>
                </a:lnTo>
                <a:lnTo>
                  <a:pt x="2497" y="14981"/>
                </a:lnTo>
                <a:lnTo>
                  <a:pt x="3746" y="15215"/>
                </a:lnTo>
                <a:lnTo>
                  <a:pt x="4997" y="15451"/>
                </a:lnTo>
                <a:lnTo>
                  <a:pt x="6253" y="15685"/>
                </a:lnTo>
                <a:lnTo>
                  <a:pt x="7511" y="15921"/>
                </a:lnTo>
                <a:lnTo>
                  <a:pt x="8775" y="16157"/>
                </a:lnTo>
                <a:lnTo>
                  <a:pt x="10044" y="16396"/>
                </a:lnTo>
                <a:lnTo>
                  <a:pt x="11318" y="16635"/>
                </a:lnTo>
                <a:lnTo>
                  <a:pt x="12600" y="16876"/>
                </a:lnTo>
                <a:lnTo>
                  <a:pt x="12276" y="15387"/>
                </a:lnTo>
                <a:lnTo>
                  <a:pt x="11952" y="13899"/>
                </a:lnTo>
                <a:lnTo>
                  <a:pt x="11628" y="12409"/>
                </a:lnTo>
                <a:lnTo>
                  <a:pt x="11302" y="10916"/>
                </a:lnTo>
                <a:lnTo>
                  <a:pt x="10976" y="9418"/>
                </a:lnTo>
                <a:lnTo>
                  <a:pt x="10651" y="7920"/>
                </a:lnTo>
                <a:lnTo>
                  <a:pt x="10323" y="6416"/>
                </a:lnTo>
                <a:lnTo>
                  <a:pt x="9994" y="4906"/>
                </a:lnTo>
                <a:lnTo>
                  <a:pt x="9664" y="3392"/>
                </a:lnTo>
                <a:lnTo>
                  <a:pt x="9333" y="1869"/>
                </a:lnTo>
                <a:lnTo>
                  <a:pt x="9000" y="340"/>
                </a:lnTo>
                <a:close/>
              </a:path>
            </a:pathLst>
          </a:custGeom>
          <a:solidFill>
            <a:srgbClr val="7E6A6B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4" name="contour_07712"/>
          <p:cNvSpPr/>
          <p:nvPr/>
        </p:nvSpPr>
        <p:spPr>
          <a:xfrm>
            <a:off x="4995361" y="5020056"/>
            <a:ext cx="58304" cy="52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16" y="0"/>
                </a:moveTo>
                <a:lnTo>
                  <a:pt x="7641" y="18"/>
                </a:lnTo>
                <a:lnTo>
                  <a:pt x="9356" y="63"/>
                </a:lnTo>
                <a:lnTo>
                  <a:pt x="11065" y="141"/>
                </a:lnTo>
                <a:lnTo>
                  <a:pt x="12774" y="249"/>
                </a:lnTo>
                <a:lnTo>
                  <a:pt x="14483" y="391"/>
                </a:lnTo>
                <a:lnTo>
                  <a:pt x="16200" y="565"/>
                </a:lnTo>
                <a:lnTo>
                  <a:pt x="16311" y="4405"/>
                </a:lnTo>
                <a:lnTo>
                  <a:pt x="16370" y="7440"/>
                </a:lnTo>
                <a:lnTo>
                  <a:pt x="16357" y="9817"/>
                </a:lnTo>
                <a:lnTo>
                  <a:pt x="16249" y="11686"/>
                </a:lnTo>
                <a:lnTo>
                  <a:pt x="16022" y="13195"/>
                </a:lnTo>
                <a:lnTo>
                  <a:pt x="15657" y="14493"/>
                </a:lnTo>
                <a:lnTo>
                  <a:pt x="15131" y="15725"/>
                </a:lnTo>
                <a:lnTo>
                  <a:pt x="14418" y="17044"/>
                </a:lnTo>
                <a:lnTo>
                  <a:pt x="13500" y="18595"/>
                </a:lnTo>
                <a:lnTo>
                  <a:pt x="15107" y="19190"/>
                </a:lnTo>
                <a:lnTo>
                  <a:pt x="16713" y="19788"/>
                </a:lnTo>
                <a:lnTo>
                  <a:pt x="18330" y="20386"/>
                </a:lnTo>
                <a:lnTo>
                  <a:pt x="19958" y="20990"/>
                </a:lnTo>
                <a:lnTo>
                  <a:pt x="21600" y="21600"/>
                </a:lnTo>
                <a:lnTo>
                  <a:pt x="19715" y="21354"/>
                </a:lnTo>
                <a:lnTo>
                  <a:pt x="17871" y="21086"/>
                </a:lnTo>
                <a:lnTo>
                  <a:pt x="16065" y="20777"/>
                </a:lnTo>
                <a:lnTo>
                  <a:pt x="14299" y="20410"/>
                </a:lnTo>
                <a:lnTo>
                  <a:pt x="12571" y="19959"/>
                </a:lnTo>
                <a:lnTo>
                  <a:pt x="10884" y="19409"/>
                </a:lnTo>
                <a:lnTo>
                  <a:pt x="9237" y="18739"/>
                </a:lnTo>
                <a:lnTo>
                  <a:pt x="7628" y="17931"/>
                </a:lnTo>
                <a:lnTo>
                  <a:pt x="6059" y="16960"/>
                </a:lnTo>
                <a:lnTo>
                  <a:pt x="4531" y="15809"/>
                </a:lnTo>
                <a:lnTo>
                  <a:pt x="3038" y="14463"/>
                </a:lnTo>
                <a:lnTo>
                  <a:pt x="1555" y="12038"/>
                </a:lnTo>
                <a:lnTo>
                  <a:pt x="656" y="10310"/>
                </a:lnTo>
                <a:lnTo>
                  <a:pt x="194" y="8799"/>
                </a:lnTo>
                <a:lnTo>
                  <a:pt x="24" y="7023"/>
                </a:lnTo>
                <a:lnTo>
                  <a:pt x="0" y="4508"/>
                </a:lnTo>
                <a:lnTo>
                  <a:pt x="1612" y="2221"/>
                </a:lnTo>
                <a:lnTo>
                  <a:pt x="2765" y="989"/>
                </a:lnTo>
                <a:lnTo>
                  <a:pt x="4015" y="391"/>
                </a:lnTo>
                <a:lnTo>
                  <a:pt x="5916" y="0"/>
                </a:lnTo>
                <a:close/>
              </a:path>
            </a:pathLst>
          </a:custGeom>
          <a:solidFill>
            <a:srgbClr val="39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5" name="contour_07713"/>
          <p:cNvSpPr/>
          <p:nvPr/>
        </p:nvSpPr>
        <p:spPr>
          <a:xfrm>
            <a:off x="7188412" y="4963122"/>
            <a:ext cx="65534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" y="0"/>
                </a:moveTo>
                <a:lnTo>
                  <a:pt x="1535" y="617"/>
                </a:lnTo>
                <a:lnTo>
                  <a:pt x="2803" y="1250"/>
                </a:lnTo>
                <a:lnTo>
                  <a:pt x="4019" y="1898"/>
                </a:lnTo>
                <a:lnTo>
                  <a:pt x="5184" y="2561"/>
                </a:lnTo>
                <a:lnTo>
                  <a:pt x="6301" y="3239"/>
                </a:lnTo>
                <a:lnTo>
                  <a:pt x="7375" y="3933"/>
                </a:lnTo>
                <a:lnTo>
                  <a:pt x="8410" y="4641"/>
                </a:lnTo>
                <a:lnTo>
                  <a:pt x="9412" y="5364"/>
                </a:lnTo>
                <a:lnTo>
                  <a:pt x="10377" y="6101"/>
                </a:lnTo>
                <a:lnTo>
                  <a:pt x="11319" y="6851"/>
                </a:lnTo>
                <a:lnTo>
                  <a:pt x="12234" y="7617"/>
                </a:lnTo>
                <a:lnTo>
                  <a:pt x="13128" y="8394"/>
                </a:lnTo>
                <a:lnTo>
                  <a:pt x="14004" y="9187"/>
                </a:lnTo>
                <a:lnTo>
                  <a:pt x="14869" y="9993"/>
                </a:lnTo>
                <a:lnTo>
                  <a:pt x="15724" y="10812"/>
                </a:lnTo>
                <a:lnTo>
                  <a:pt x="16572" y="11644"/>
                </a:lnTo>
                <a:lnTo>
                  <a:pt x="17406" y="12448"/>
                </a:lnTo>
                <a:lnTo>
                  <a:pt x="18254" y="13265"/>
                </a:lnTo>
                <a:lnTo>
                  <a:pt x="19008" y="14036"/>
                </a:lnTo>
                <a:lnTo>
                  <a:pt x="19774" y="14819"/>
                </a:lnTo>
                <a:lnTo>
                  <a:pt x="20115" y="15166"/>
                </a:lnTo>
                <a:lnTo>
                  <a:pt x="21151" y="16213"/>
                </a:lnTo>
                <a:lnTo>
                  <a:pt x="21600" y="17207"/>
                </a:lnTo>
                <a:lnTo>
                  <a:pt x="21574" y="17927"/>
                </a:lnTo>
                <a:lnTo>
                  <a:pt x="21055" y="18986"/>
                </a:lnTo>
                <a:lnTo>
                  <a:pt x="19947" y="19755"/>
                </a:lnTo>
                <a:lnTo>
                  <a:pt x="18828" y="20346"/>
                </a:lnTo>
                <a:lnTo>
                  <a:pt x="17617" y="20814"/>
                </a:lnTo>
                <a:lnTo>
                  <a:pt x="16241" y="21214"/>
                </a:lnTo>
                <a:lnTo>
                  <a:pt x="14622" y="21600"/>
                </a:lnTo>
                <a:lnTo>
                  <a:pt x="14422" y="21307"/>
                </a:lnTo>
                <a:lnTo>
                  <a:pt x="13817" y="20425"/>
                </a:lnTo>
                <a:lnTo>
                  <a:pt x="13205" y="19537"/>
                </a:lnTo>
                <a:lnTo>
                  <a:pt x="12590" y="18650"/>
                </a:lnTo>
                <a:lnTo>
                  <a:pt x="11972" y="17763"/>
                </a:lnTo>
                <a:lnTo>
                  <a:pt x="11355" y="16876"/>
                </a:lnTo>
                <a:lnTo>
                  <a:pt x="10735" y="15991"/>
                </a:lnTo>
                <a:lnTo>
                  <a:pt x="10118" y="15104"/>
                </a:lnTo>
                <a:lnTo>
                  <a:pt x="9930" y="14832"/>
                </a:lnTo>
                <a:lnTo>
                  <a:pt x="9604" y="14352"/>
                </a:lnTo>
                <a:lnTo>
                  <a:pt x="8852" y="13254"/>
                </a:lnTo>
                <a:lnTo>
                  <a:pt x="8235" y="12378"/>
                </a:lnTo>
                <a:lnTo>
                  <a:pt x="7612" y="11513"/>
                </a:lnTo>
                <a:lnTo>
                  <a:pt x="6978" y="10660"/>
                </a:lnTo>
                <a:lnTo>
                  <a:pt x="6320" y="9817"/>
                </a:lnTo>
                <a:lnTo>
                  <a:pt x="5628" y="8987"/>
                </a:lnTo>
                <a:lnTo>
                  <a:pt x="4891" y="8167"/>
                </a:lnTo>
                <a:lnTo>
                  <a:pt x="4098" y="7360"/>
                </a:lnTo>
                <a:lnTo>
                  <a:pt x="3243" y="6564"/>
                </a:lnTo>
                <a:lnTo>
                  <a:pt x="2311" y="5779"/>
                </a:lnTo>
                <a:lnTo>
                  <a:pt x="1376" y="4934"/>
                </a:lnTo>
                <a:lnTo>
                  <a:pt x="716" y="4155"/>
                </a:lnTo>
                <a:lnTo>
                  <a:pt x="291" y="3409"/>
                </a:lnTo>
                <a:lnTo>
                  <a:pt x="65" y="2655"/>
                </a:lnTo>
                <a:lnTo>
                  <a:pt x="0" y="1860"/>
                </a:lnTo>
                <a:lnTo>
                  <a:pt x="60" y="988"/>
                </a:lnTo>
                <a:lnTo>
                  <a:pt x="209" y="0"/>
                </a:lnTo>
                <a:close/>
              </a:path>
            </a:pathLst>
          </a:custGeom>
          <a:solidFill>
            <a:srgbClr val="B4D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6" name="contour_07714"/>
          <p:cNvSpPr/>
          <p:nvPr/>
        </p:nvSpPr>
        <p:spPr>
          <a:xfrm>
            <a:off x="1577293" y="4970410"/>
            <a:ext cx="80168" cy="434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3170" y="0"/>
                </a:lnTo>
                <a:lnTo>
                  <a:pt x="14560" y="0"/>
                </a:lnTo>
                <a:lnTo>
                  <a:pt x="15955" y="0"/>
                </a:lnTo>
                <a:lnTo>
                  <a:pt x="17355" y="0"/>
                </a:lnTo>
                <a:lnTo>
                  <a:pt x="18761" y="0"/>
                </a:lnTo>
                <a:lnTo>
                  <a:pt x="20174" y="0"/>
                </a:lnTo>
                <a:lnTo>
                  <a:pt x="21600" y="0"/>
                </a:lnTo>
                <a:lnTo>
                  <a:pt x="21258" y="2774"/>
                </a:lnTo>
                <a:lnTo>
                  <a:pt x="20830" y="5284"/>
                </a:lnTo>
                <a:lnTo>
                  <a:pt x="20316" y="7559"/>
                </a:lnTo>
                <a:lnTo>
                  <a:pt x="19711" y="9634"/>
                </a:lnTo>
                <a:lnTo>
                  <a:pt x="19010" y="11550"/>
                </a:lnTo>
                <a:lnTo>
                  <a:pt x="18211" y="13335"/>
                </a:lnTo>
                <a:lnTo>
                  <a:pt x="17311" y="15030"/>
                </a:lnTo>
                <a:lnTo>
                  <a:pt x="16306" y="16667"/>
                </a:lnTo>
                <a:lnTo>
                  <a:pt x="15193" y="18279"/>
                </a:lnTo>
                <a:lnTo>
                  <a:pt x="13967" y="19905"/>
                </a:lnTo>
                <a:lnTo>
                  <a:pt x="12502" y="20937"/>
                </a:lnTo>
                <a:lnTo>
                  <a:pt x="11165" y="21480"/>
                </a:lnTo>
                <a:lnTo>
                  <a:pt x="9889" y="21600"/>
                </a:lnTo>
                <a:lnTo>
                  <a:pt x="8607" y="21350"/>
                </a:lnTo>
                <a:lnTo>
                  <a:pt x="7250" y="20796"/>
                </a:lnTo>
                <a:lnTo>
                  <a:pt x="5753" y="19992"/>
                </a:lnTo>
                <a:lnTo>
                  <a:pt x="4966" y="19166"/>
                </a:lnTo>
                <a:lnTo>
                  <a:pt x="4322" y="18398"/>
                </a:lnTo>
                <a:lnTo>
                  <a:pt x="3664" y="17439"/>
                </a:lnTo>
                <a:lnTo>
                  <a:pt x="2832" y="16033"/>
                </a:lnTo>
                <a:lnTo>
                  <a:pt x="1663" y="13926"/>
                </a:lnTo>
                <a:lnTo>
                  <a:pt x="0" y="10865"/>
                </a:lnTo>
                <a:lnTo>
                  <a:pt x="1296" y="10467"/>
                </a:lnTo>
                <a:lnTo>
                  <a:pt x="2594" y="10068"/>
                </a:lnTo>
                <a:lnTo>
                  <a:pt x="3892" y="9670"/>
                </a:lnTo>
                <a:lnTo>
                  <a:pt x="5194" y="9268"/>
                </a:lnTo>
                <a:lnTo>
                  <a:pt x="6500" y="8866"/>
                </a:lnTo>
                <a:lnTo>
                  <a:pt x="7811" y="8464"/>
                </a:lnTo>
                <a:lnTo>
                  <a:pt x="9127" y="8058"/>
                </a:lnTo>
                <a:lnTo>
                  <a:pt x="10450" y="7653"/>
                </a:lnTo>
                <a:lnTo>
                  <a:pt x="11782" y="7243"/>
                </a:lnTo>
                <a:lnTo>
                  <a:pt x="11782" y="4849"/>
                </a:lnTo>
                <a:lnTo>
                  <a:pt x="11782" y="2441"/>
                </a:lnTo>
                <a:lnTo>
                  <a:pt x="11782" y="0"/>
                </a:lnTo>
                <a:close/>
              </a:path>
            </a:pathLst>
          </a:custGeom>
          <a:solidFill>
            <a:srgbClr val="E1D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7" name="contour_07715"/>
          <p:cNvSpPr/>
          <p:nvPr/>
        </p:nvSpPr>
        <p:spPr>
          <a:xfrm>
            <a:off x="11197442" y="493397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320"/>
                </a:lnTo>
                <a:lnTo>
                  <a:pt x="7236" y="590"/>
                </a:lnTo>
                <a:lnTo>
                  <a:pt x="9644" y="857"/>
                </a:lnTo>
                <a:lnTo>
                  <a:pt x="11524" y="1163"/>
                </a:lnTo>
                <a:lnTo>
                  <a:pt x="13090" y="1548"/>
                </a:lnTo>
                <a:lnTo>
                  <a:pt x="14551" y="2052"/>
                </a:lnTo>
                <a:lnTo>
                  <a:pt x="16117" y="2725"/>
                </a:lnTo>
                <a:lnTo>
                  <a:pt x="18000" y="3600"/>
                </a:lnTo>
                <a:lnTo>
                  <a:pt x="18968" y="5864"/>
                </a:lnTo>
                <a:lnTo>
                  <a:pt x="19717" y="8046"/>
                </a:lnTo>
                <a:lnTo>
                  <a:pt x="20279" y="10181"/>
                </a:lnTo>
                <a:lnTo>
                  <a:pt x="20689" y="12312"/>
                </a:lnTo>
                <a:lnTo>
                  <a:pt x="20992" y="14479"/>
                </a:lnTo>
                <a:lnTo>
                  <a:pt x="21222" y="16722"/>
                </a:lnTo>
                <a:lnTo>
                  <a:pt x="21409" y="1908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5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8" name="contour_07716"/>
          <p:cNvSpPr/>
          <p:nvPr/>
        </p:nvSpPr>
        <p:spPr>
          <a:xfrm>
            <a:off x="2736084" y="4933970"/>
            <a:ext cx="947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38" y="182"/>
                </a:lnTo>
                <a:lnTo>
                  <a:pt x="2278" y="365"/>
                </a:lnTo>
                <a:lnTo>
                  <a:pt x="3418" y="550"/>
                </a:lnTo>
                <a:lnTo>
                  <a:pt x="4559" y="732"/>
                </a:lnTo>
                <a:lnTo>
                  <a:pt x="5702" y="914"/>
                </a:lnTo>
                <a:lnTo>
                  <a:pt x="6847" y="1099"/>
                </a:lnTo>
                <a:lnTo>
                  <a:pt x="7995" y="1284"/>
                </a:lnTo>
                <a:lnTo>
                  <a:pt x="9145" y="1469"/>
                </a:lnTo>
                <a:lnTo>
                  <a:pt x="10298" y="1654"/>
                </a:lnTo>
                <a:lnTo>
                  <a:pt x="11456" y="1838"/>
                </a:lnTo>
                <a:lnTo>
                  <a:pt x="12618" y="2026"/>
                </a:lnTo>
                <a:lnTo>
                  <a:pt x="13782" y="2213"/>
                </a:lnTo>
                <a:lnTo>
                  <a:pt x="14954" y="2400"/>
                </a:lnTo>
                <a:lnTo>
                  <a:pt x="14954" y="3986"/>
                </a:lnTo>
                <a:lnTo>
                  <a:pt x="14954" y="5582"/>
                </a:lnTo>
                <a:lnTo>
                  <a:pt x="14954" y="7200"/>
                </a:lnTo>
                <a:lnTo>
                  <a:pt x="16052" y="7200"/>
                </a:lnTo>
                <a:lnTo>
                  <a:pt x="17157" y="7200"/>
                </a:lnTo>
                <a:lnTo>
                  <a:pt x="18277" y="7200"/>
                </a:lnTo>
                <a:lnTo>
                  <a:pt x="18277" y="8786"/>
                </a:lnTo>
                <a:lnTo>
                  <a:pt x="18277" y="10382"/>
                </a:lnTo>
                <a:lnTo>
                  <a:pt x="18277" y="12000"/>
                </a:lnTo>
                <a:lnTo>
                  <a:pt x="19375" y="12000"/>
                </a:lnTo>
                <a:lnTo>
                  <a:pt x="20480" y="12000"/>
                </a:lnTo>
                <a:lnTo>
                  <a:pt x="21600" y="12000"/>
                </a:lnTo>
                <a:lnTo>
                  <a:pt x="21326" y="13584"/>
                </a:lnTo>
                <a:lnTo>
                  <a:pt x="21052" y="15170"/>
                </a:lnTo>
                <a:lnTo>
                  <a:pt x="20776" y="16764"/>
                </a:lnTo>
                <a:lnTo>
                  <a:pt x="20498" y="18365"/>
                </a:lnTo>
                <a:lnTo>
                  <a:pt x="20219" y="19975"/>
                </a:lnTo>
                <a:lnTo>
                  <a:pt x="19938" y="21600"/>
                </a:lnTo>
                <a:lnTo>
                  <a:pt x="18292" y="19418"/>
                </a:lnTo>
                <a:lnTo>
                  <a:pt x="17157" y="17897"/>
                </a:lnTo>
                <a:lnTo>
                  <a:pt x="16394" y="16834"/>
                </a:lnTo>
                <a:lnTo>
                  <a:pt x="15864" y="16030"/>
                </a:lnTo>
                <a:lnTo>
                  <a:pt x="15431" y="15286"/>
                </a:lnTo>
                <a:lnTo>
                  <a:pt x="14954" y="14400"/>
                </a:lnTo>
                <a:lnTo>
                  <a:pt x="14954" y="12814"/>
                </a:lnTo>
                <a:lnTo>
                  <a:pt x="14954" y="11218"/>
                </a:lnTo>
                <a:lnTo>
                  <a:pt x="14954" y="9600"/>
                </a:lnTo>
                <a:lnTo>
                  <a:pt x="13854" y="9098"/>
                </a:lnTo>
                <a:lnTo>
                  <a:pt x="12776" y="8645"/>
                </a:lnTo>
                <a:lnTo>
                  <a:pt x="11706" y="8234"/>
                </a:lnTo>
                <a:lnTo>
                  <a:pt x="10631" y="7860"/>
                </a:lnTo>
                <a:lnTo>
                  <a:pt x="9536" y="7517"/>
                </a:lnTo>
                <a:lnTo>
                  <a:pt x="8411" y="7200"/>
                </a:lnTo>
                <a:lnTo>
                  <a:pt x="7259" y="6874"/>
                </a:lnTo>
                <a:lnTo>
                  <a:pt x="6131" y="6521"/>
                </a:lnTo>
                <a:lnTo>
                  <a:pt x="5020" y="6142"/>
                </a:lnTo>
                <a:lnTo>
                  <a:pt x="3910" y="5729"/>
                </a:lnTo>
                <a:lnTo>
                  <a:pt x="2793" y="5282"/>
                </a:lnTo>
                <a:lnTo>
                  <a:pt x="1662" y="4800"/>
                </a:lnTo>
                <a:lnTo>
                  <a:pt x="1249" y="3612"/>
                </a:lnTo>
                <a:lnTo>
                  <a:pt x="837" y="2419"/>
                </a:lnTo>
                <a:lnTo>
                  <a:pt x="420" y="1217"/>
                </a:lnTo>
                <a:lnTo>
                  <a:pt x="0" y="0"/>
                </a:lnTo>
                <a:close/>
              </a:path>
            </a:pathLst>
          </a:custGeom>
          <a:solidFill>
            <a:srgbClr val="D9E2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719" name="contour_07717"/>
          <p:cNvSpPr/>
          <p:nvPr/>
        </p:nvSpPr>
        <p:spPr>
          <a:xfrm>
            <a:off x="695446" y="4933970"/>
            <a:ext cx="94744" cy="574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3635" y="1639"/>
                </a:lnTo>
                <a:lnTo>
                  <a:pt x="13972" y="3282"/>
                </a:lnTo>
                <a:lnTo>
                  <a:pt x="14304" y="4926"/>
                </a:lnTo>
                <a:lnTo>
                  <a:pt x="14632" y="6574"/>
                </a:lnTo>
                <a:lnTo>
                  <a:pt x="14954" y="8224"/>
                </a:lnTo>
                <a:lnTo>
                  <a:pt x="15778" y="8934"/>
                </a:lnTo>
                <a:lnTo>
                  <a:pt x="16605" y="9631"/>
                </a:lnTo>
                <a:lnTo>
                  <a:pt x="17438" y="10308"/>
                </a:lnTo>
                <a:lnTo>
                  <a:pt x="18277" y="10966"/>
                </a:lnTo>
                <a:lnTo>
                  <a:pt x="18277" y="12778"/>
                </a:lnTo>
                <a:lnTo>
                  <a:pt x="18277" y="14601"/>
                </a:lnTo>
                <a:lnTo>
                  <a:pt x="18277" y="16449"/>
                </a:lnTo>
                <a:lnTo>
                  <a:pt x="19264" y="17455"/>
                </a:lnTo>
                <a:lnTo>
                  <a:pt x="19938" y="18077"/>
                </a:lnTo>
                <a:lnTo>
                  <a:pt x="20613" y="18568"/>
                </a:lnTo>
                <a:lnTo>
                  <a:pt x="21600" y="19190"/>
                </a:lnTo>
                <a:lnTo>
                  <a:pt x="20462" y="20095"/>
                </a:lnTo>
                <a:lnTo>
                  <a:pt x="19384" y="20824"/>
                </a:lnTo>
                <a:lnTo>
                  <a:pt x="18328" y="21340"/>
                </a:lnTo>
                <a:lnTo>
                  <a:pt x="17250" y="21600"/>
                </a:lnTo>
                <a:lnTo>
                  <a:pt x="16109" y="21562"/>
                </a:lnTo>
                <a:lnTo>
                  <a:pt x="14862" y="21183"/>
                </a:lnTo>
                <a:lnTo>
                  <a:pt x="13801" y="20375"/>
                </a:lnTo>
                <a:lnTo>
                  <a:pt x="12797" y="19538"/>
                </a:lnTo>
                <a:lnTo>
                  <a:pt x="11835" y="18634"/>
                </a:lnTo>
                <a:lnTo>
                  <a:pt x="10900" y="17617"/>
                </a:lnTo>
                <a:lnTo>
                  <a:pt x="9969" y="16449"/>
                </a:lnTo>
                <a:lnTo>
                  <a:pt x="9730" y="14977"/>
                </a:lnTo>
                <a:lnTo>
                  <a:pt x="9487" y="13496"/>
                </a:lnTo>
                <a:lnTo>
                  <a:pt x="9241" y="11994"/>
                </a:lnTo>
                <a:lnTo>
                  <a:pt x="8934" y="10749"/>
                </a:lnTo>
                <a:lnTo>
                  <a:pt x="8622" y="9494"/>
                </a:lnTo>
                <a:lnTo>
                  <a:pt x="8308" y="8224"/>
                </a:lnTo>
                <a:lnTo>
                  <a:pt x="7113" y="7961"/>
                </a:lnTo>
                <a:lnTo>
                  <a:pt x="5927" y="7810"/>
                </a:lnTo>
                <a:lnTo>
                  <a:pt x="4747" y="7758"/>
                </a:lnTo>
                <a:lnTo>
                  <a:pt x="3569" y="7791"/>
                </a:lnTo>
                <a:lnTo>
                  <a:pt x="2389" y="7890"/>
                </a:lnTo>
                <a:lnTo>
                  <a:pt x="1200" y="8038"/>
                </a:lnTo>
                <a:lnTo>
                  <a:pt x="0" y="8224"/>
                </a:lnTo>
                <a:lnTo>
                  <a:pt x="0" y="6865"/>
                </a:lnTo>
                <a:lnTo>
                  <a:pt x="0" y="5483"/>
                </a:lnTo>
                <a:lnTo>
                  <a:pt x="1028" y="4756"/>
                </a:lnTo>
                <a:lnTo>
                  <a:pt x="1791" y="4241"/>
                </a:lnTo>
                <a:lnTo>
                  <a:pt x="2517" y="3797"/>
                </a:lnTo>
                <a:lnTo>
                  <a:pt x="3436" y="3287"/>
                </a:lnTo>
                <a:lnTo>
                  <a:pt x="4777" y="2571"/>
                </a:lnTo>
                <a:lnTo>
                  <a:pt x="5664" y="2086"/>
                </a:lnTo>
                <a:lnTo>
                  <a:pt x="6558" y="1598"/>
                </a:lnTo>
                <a:lnTo>
                  <a:pt x="7464" y="1102"/>
                </a:lnTo>
                <a:lnTo>
                  <a:pt x="8713" y="565"/>
                </a:lnTo>
                <a:lnTo>
                  <a:pt x="9640" y="239"/>
                </a:lnTo>
                <a:lnTo>
                  <a:pt x="10526" y="71"/>
                </a:lnTo>
                <a:lnTo>
                  <a:pt x="11651" y="8"/>
                </a:lnTo>
                <a:lnTo>
                  <a:pt x="13292" y="0"/>
                </a:lnTo>
                <a:close/>
              </a:path>
            </a:pathLst>
          </a:custGeom>
          <a:solidFill>
            <a:srgbClr val="DE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0" name="contour_07718"/>
          <p:cNvSpPr/>
          <p:nvPr/>
        </p:nvSpPr>
        <p:spPr>
          <a:xfrm>
            <a:off x="8573765" y="4897530"/>
            <a:ext cx="65592" cy="515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990" y="0"/>
                </a:lnTo>
                <a:lnTo>
                  <a:pt x="19200" y="0"/>
                </a:lnTo>
                <a:lnTo>
                  <a:pt x="19438" y="2115"/>
                </a:lnTo>
                <a:lnTo>
                  <a:pt x="19675" y="4233"/>
                </a:lnTo>
                <a:lnTo>
                  <a:pt x="19913" y="6352"/>
                </a:lnTo>
                <a:lnTo>
                  <a:pt x="20153" y="8473"/>
                </a:lnTo>
                <a:lnTo>
                  <a:pt x="20390" y="10603"/>
                </a:lnTo>
                <a:lnTo>
                  <a:pt x="20630" y="12737"/>
                </a:lnTo>
                <a:lnTo>
                  <a:pt x="20870" y="14879"/>
                </a:lnTo>
                <a:lnTo>
                  <a:pt x="21113" y="17031"/>
                </a:lnTo>
                <a:lnTo>
                  <a:pt x="21355" y="19192"/>
                </a:lnTo>
                <a:lnTo>
                  <a:pt x="21600" y="21365"/>
                </a:lnTo>
                <a:lnTo>
                  <a:pt x="18257" y="21478"/>
                </a:lnTo>
                <a:lnTo>
                  <a:pt x="15451" y="21560"/>
                </a:lnTo>
                <a:lnTo>
                  <a:pt x="13118" y="21600"/>
                </a:lnTo>
                <a:lnTo>
                  <a:pt x="11194" y="21585"/>
                </a:lnTo>
                <a:lnTo>
                  <a:pt x="9607" y="21508"/>
                </a:lnTo>
                <a:lnTo>
                  <a:pt x="8292" y="21359"/>
                </a:lnTo>
                <a:lnTo>
                  <a:pt x="7183" y="21124"/>
                </a:lnTo>
                <a:lnTo>
                  <a:pt x="6216" y="20794"/>
                </a:lnTo>
                <a:lnTo>
                  <a:pt x="5318" y="20358"/>
                </a:lnTo>
                <a:lnTo>
                  <a:pt x="4428" y="19808"/>
                </a:lnTo>
                <a:lnTo>
                  <a:pt x="3478" y="19128"/>
                </a:lnTo>
                <a:lnTo>
                  <a:pt x="2400" y="18313"/>
                </a:lnTo>
                <a:lnTo>
                  <a:pt x="1788" y="16289"/>
                </a:lnTo>
                <a:lnTo>
                  <a:pt x="1298" y="14311"/>
                </a:lnTo>
                <a:lnTo>
                  <a:pt x="902" y="12340"/>
                </a:lnTo>
                <a:lnTo>
                  <a:pt x="571" y="10341"/>
                </a:lnTo>
                <a:lnTo>
                  <a:pt x="281" y="8274"/>
                </a:lnTo>
                <a:lnTo>
                  <a:pt x="0" y="6104"/>
                </a:lnTo>
                <a:lnTo>
                  <a:pt x="1486" y="5726"/>
                </a:lnTo>
                <a:lnTo>
                  <a:pt x="2971" y="5347"/>
                </a:lnTo>
                <a:lnTo>
                  <a:pt x="4462" y="4969"/>
                </a:lnTo>
                <a:lnTo>
                  <a:pt x="5954" y="4590"/>
                </a:lnTo>
                <a:lnTo>
                  <a:pt x="7454" y="4209"/>
                </a:lnTo>
                <a:lnTo>
                  <a:pt x="8962" y="3824"/>
                </a:lnTo>
                <a:lnTo>
                  <a:pt x="10476" y="3440"/>
                </a:lnTo>
                <a:lnTo>
                  <a:pt x="12000" y="3052"/>
                </a:lnTo>
                <a:lnTo>
                  <a:pt x="12000" y="5070"/>
                </a:lnTo>
                <a:lnTo>
                  <a:pt x="12000" y="7099"/>
                </a:lnTo>
                <a:lnTo>
                  <a:pt x="12000" y="9156"/>
                </a:lnTo>
                <a:lnTo>
                  <a:pt x="13586" y="9156"/>
                </a:lnTo>
                <a:lnTo>
                  <a:pt x="15182" y="9156"/>
                </a:lnTo>
                <a:lnTo>
                  <a:pt x="16800" y="9156"/>
                </a:lnTo>
                <a:lnTo>
                  <a:pt x="16800" y="7343"/>
                </a:lnTo>
                <a:lnTo>
                  <a:pt x="16800" y="5524"/>
                </a:lnTo>
                <a:lnTo>
                  <a:pt x="16800" y="3699"/>
                </a:lnTo>
                <a:lnTo>
                  <a:pt x="16800" y="1859"/>
                </a:lnTo>
                <a:lnTo>
                  <a:pt x="16800" y="0"/>
                </a:lnTo>
                <a:close/>
              </a:path>
            </a:pathLst>
          </a:custGeom>
          <a:solidFill>
            <a:srgbClr val="E8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1" name="contour_07719"/>
          <p:cNvSpPr/>
          <p:nvPr/>
        </p:nvSpPr>
        <p:spPr>
          <a:xfrm>
            <a:off x="10592538" y="4882123"/>
            <a:ext cx="87456" cy="60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295"/>
                </a:moveTo>
                <a:lnTo>
                  <a:pt x="9535" y="1650"/>
                </a:lnTo>
                <a:lnTo>
                  <a:pt x="9900" y="2641"/>
                </a:lnTo>
                <a:lnTo>
                  <a:pt x="10265" y="3755"/>
                </a:lnTo>
                <a:lnTo>
                  <a:pt x="10800" y="5474"/>
                </a:lnTo>
                <a:lnTo>
                  <a:pt x="11767" y="6277"/>
                </a:lnTo>
                <a:lnTo>
                  <a:pt x="12739" y="7085"/>
                </a:lnTo>
                <a:lnTo>
                  <a:pt x="13725" y="7904"/>
                </a:lnTo>
                <a:lnTo>
                  <a:pt x="14542" y="8812"/>
                </a:lnTo>
                <a:lnTo>
                  <a:pt x="15367" y="9727"/>
                </a:lnTo>
                <a:lnTo>
                  <a:pt x="16200" y="10654"/>
                </a:lnTo>
                <a:lnTo>
                  <a:pt x="15916" y="12736"/>
                </a:lnTo>
                <a:lnTo>
                  <a:pt x="15680" y="14181"/>
                </a:lnTo>
                <a:lnTo>
                  <a:pt x="15406" y="15362"/>
                </a:lnTo>
                <a:lnTo>
                  <a:pt x="15008" y="16651"/>
                </a:lnTo>
                <a:lnTo>
                  <a:pt x="14400" y="18423"/>
                </a:lnTo>
                <a:lnTo>
                  <a:pt x="15588" y="18850"/>
                </a:lnTo>
                <a:lnTo>
                  <a:pt x="16778" y="19277"/>
                </a:lnTo>
                <a:lnTo>
                  <a:pt x="17973" y="19707"/>
                </a:lnTo>
                <a:lnTo>
                  <a:pt x="19174" y="20139"/>
                </a:lnTo>
                <a:lnTo>
                  <a:pt x="20381" y="20575"/>
                </a:lnTo>
                <a:lnTo>
                  <a:pt x="21600" y="21012"/>
                </a:lnTo>
                <a:lnTo>
                  <a:pt x="20380" y="21201"/>
                </a:lnTo>
                <a:lnTo>
                  <a:pt x="19174" y="21364"/>
                </a:lnTo>
                <a:lnTo>
                  <a:pt x="17977" y="21489"/>
                </a:lnTo>
                <a:lnTo>
                  <a:pt x="16787" y="21572"/>
                </a:lnTo>
                <a:lnTo>
                  <a:pt x="15599" y="21600"/>
                </a:lnTo>
                <a:lnTo>
                  <a:pt x="14409" y="21566"/>
                </a:lnTo>
                <a:lnTo>
                  <a:pt x="13216" y="21463"/>
                </a:lnTo>
                <a:lnTo>
                  <a:pt x="12013" y="21281"/>
                </a:lnTo>
                <a:lnTo>
                  <a:pt x="10800" y="21012"/>
                </a:lnTo>
                <a:lnTo>
                  <a:pt x="10033" y="19515"/>
                </a:lnTo>
                <a:lnTo>
                  <a:pt x="9432" y="18029"/>
                </a:lnTo>
                <a:lnTo>
                  <a:pt x="8946" y="16501"/>
                </a:lnTo>
                <a:lnTo>
                  <a:pt x="8519" y="14880"/>
                </a:lnTo>
                <a:lnTo>
                  <a:pt x="8100" y="13111"/>
                </a:lnTo>
                <a:lnTo>
                  <a:pt x="7400" y="11343"/>
                </a:lnTo>
                <a:lnTo>
                  <a:pt x="6700" y="10423"/>
                </a:lnTo>
                <a:lnTo>
                  <a:pt x="5400" y="9571"/>
                </a:lnTo>
                <a:lnTo>
                  <a:pt x="4896" y="9439"/>
                </a:lnTo>
                <a:lnTo>
                  <a:pt x="3375" y="9035"/>
                </a:lnTo>
                <a:lnTo>
                  <a:pt x="2261" y="8714"/>
                </a:lnTo>
                <a:lnTo>
                  <a:pt x="1138" y="8393"/>
                </a:lnTo>
                <a:lnTo>
                  <a:pt x="0" y="8064"/>
                </a:lnTo>
                <a:lnTo>
                  <a:pt x="0" y="6352"/>
                </a:lnTo>
                <a:lnTo>
                  <a:pt x="0" y="4630"/>
                </a:lnTo>
                <a:lnTo>
                  <a:pt x="0" y="2885"/>
                </a:lnTo>
                <a:lnTo>
                  <a:pt x="1044" y="1865"/>
                </a:lnTo>
                <a:lnTo>
                  <a:pt x="2101" y="1093"/>
                </a:lnTo>
                <a:lnTo>
                  <a:pt x="3172" y="546"/>
                </a:lnTo>
                <a:lnTo>
                  <a:pt x="4266" y="199"/>
                </a:lnTo>
                <a:lnTo>
                  <a:pt x="5391" y="23"/>
                </a:lnTo>
                <a:lnTo>
                  <a:pt x="6550" y="0"/>
                </a:lnTo>
                <a:lnTo>
                  <a:pt x="7751" y="98"/>
                </a:lnTo>
                <a:lnTo>
                  <a:pt x="9000" y="295"/>
                </a:lnTo>
                <a:close/>
              </a:path>
            </a:pathLst>
          </a:custGeom>
          <a:solidFill>
            <a:srgbClr val="E8E8E4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2" name="contour_07720"/>
          <p:cNvSpPr/>
          <p:nvPr/>
        </p:nvSpPr>
        <p:spPr>
          <a:xfrm>
            <a:off x="1051246" y="4845837"/>
            <a:ext cx="61503" cy="453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37" y="323"/>
                </a:moveTo>
                <a:lnTo>
                  <a:pt x="21306" y="4134"/>
                </a:lnTo>
                <a:lnTo>
                  <a:pt x="21526" y="6829"/>
                </a:lnTo>
                <a:lnTo>
                  <a:pt x="21600" y="8803"/>
                </a:lnTo>
                <a:lnTo>
                  <a:pt x="21526" y="10435"/>
                </a:lnTo>
                <a:lnTo>
                  <a:pt x="21306" y="12110"/>
                </a:lnTo>
                <a:lnTo>
                  <a:pt x="20937" y="14218"/>
                </a:lnTo>
                <a:lnTo>
                  <a:pt x="19563" y="15823"/>
                </a:lnTo>
                <a:lnTo>
                  <a:pt x="18132" y="17195"/>
                </a:lnTo>
                <a:lnTo>
                  <a:pt x="16645" y="18345"/>
                </a:lnTo>
                <a:lnTo>
                  <a:pt x="15104" y="19290"/>
                </a:lnTo>
                <a:lnTo>
                  <a:pt x="13517" y="20051"/>
                </a:lnTo>
                <a:lnTo>
                  <a:pt x="11881" y="20638"/>
                </a:lnTo>
                <a:lnTo>
                  <a:pt x="10205" y="21069"/>
                </a:lnTo>
                <a:lnTo>
                  <a:pt x="8485" y="21364"/>
                </a:lnTo>
                <a:lnTo>
                  <a:pt x="6732" y="21534"/>
                </a:lnTo>
                <a:lnTo>
                  <a:pt x="4940" y="21600"/>
                </a:lnTo>
                <a:lnTo>
                  <a:pt x="4282" y="21534"/>
                </a:lnTo>
                <a:lnTo>
                  <a:pt x="3120" y="21423"/>
                </a:lnTo>
                <a:lnTo>
                  <a:pt x="461" y="21166"/>
                </a:lnTo>
                <a:lnTo>
                  <a:pt x="154" y="18894"/>
                </a:lnTo>
                <a:lnTo>
                  <a:pt x="0" y="17216"/>
                </a:lnTo>
                <a:lnTo>
                  <a:pt x="0" y="15632"/>
                </a:lnTo>
                <a:lnTo>
                  <a:pt x="154" y="13642"/>
                </a:lnTo>
                <a:lnTo>
                  <a:pt x="461" y="10744"/>
                </a:lnTo>
                <a:lnTo>
                  <a:pt x="1945" y="8552"/>
                </a:lnTo>
                <a:lnTo>
                  <a:pt x="3432" y="6642"/>
                </a:lnTo>
                <a:lnTo>
                  <a:pt x="4932" y="4995"/>
                </a:lnTo>
                <a:lnTo>
                  <a:pt x="6455" y="3609"/>
                </a:lnTo>
                <a:lnTo>
                  <a:pt x="8016" y="2463"/>
                </a:lnTo>
                <a:lnTo>
                  <a:pt x="9624" y="1553"/>
                </a:lnTo>
                <a:lnTo>
                  <a:pt x="11293" y="861"/>
                </a:lnTo>
                <a:lnTo>
                  <a:pt x="13033" y="379"/>
                </a:lnTo>
                <a:lnTo>
                  <a:pt x="14856" y="97"/>
                </a:lnTo>
                <a:lnTo>
                  <a:pt x="16773" y="0"/>
                </a:lnTo>
                <a:lnTo>
                  <a:pt x="18797" y="80"/>
                </a:lnTo>
                <a:lnTo>
                  <a:pt x="20937" y="323"/>
                </a:lnTo>
                <a:close/>
              </a:path>
            </a:pathLst>
          </a:custGeom>
          <a:solidFill>
            <a:srgbClr val="17161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3" name="contour_07721"/>
          <p:cNvSpPr/>
          <p:nvPr/>
        </p:nvSpPr>
        <p:spPr>
          <a:xfrm>
            <a:off x="1518282" y="4853088"/>
            <a:ext cx="39275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97" y="0"/>
                </a:moveTo>
                <a:lnTo>
                  <a:pt x="10722" y="61"/>
                </a:lnTo>
                <a:lnTo>
                  <a:pt x="13147" y="122"/>
                </a:lnTo>
                <a:lnTo>
                  <a:pt x="15576" y="180"/>
                </a:lnTo>
                <a:lnTo>
                  <a:pt x="18001" y="240"/>
                </a:lnTo>
                <a:lnTo>
                  <a:pt x="20430" y="298"/>
                </a:lnTo>
                <a:lnTo>
                  <a:pt x="20790" y="2374"/>
                </a:lnTo>
                <a:lnTo>
                  <a:pt x="21111" y="4419"/>
                </a:lnTo>
                <a:lnTo>
                  <a:pt x="21364" y="6442"/>
                </a:lnTo>
                <a:lnTo>
                  <a:pt x="21536" y="8451"/>
                </a:lnTo>
                <a:lnTo>
                  <a:pt x="21600" y="10456"/>
                </a:lnTo>
                <a:lnTo>
                  <a:pt x="21540" y="12458"/>
                </a:lnTo>
                <a:lnTo>
                  <a:pt x="21339" y="14473"/>
                </a:lnTo>
                <a:lnTo>
                  <a:pt x="20975" y="16503"/>
                </a:lnTo>
                <a:lnTo>
                  <a:pt x="20430" y="18557"/>
                </a:lnTo>
                <a:lnTo>
                  <a:pt x="18009" y="19473"/>
                </a:lnTo>
                <a:lnTo>
                  <a:pt x="15600" y="20185"/>
                </a:lnTo>
                <a:lnTo>
                  <a:pt x="13179" y="20714"/>
                </a:lnTo>
                <a:lnTo>
                  <a:pt x="10730" y="21092"/>
                </a:lnTo>
                <a:lnTo>
                  <a:pt x="8245" y="21344"/>
                </a:lnTo>
                <a:lnTo>
                  <a:pt x="5704" y="21493"/>
                </a:lnTo>
                <a:lnTo>
                  <a:pt x="3086" y="21573"/>
                </a:lnTo>
                <a:lnTo>
                  <a:pt x="389" y="21600"/>
                </a:lnTo>
                <a:lnTo>
                  <a:pt x="325" y="19814"/>
                </a:lnTo>
                <a:lnTo>
                  <a:pt x="273" y="18024"/>
                </a:lnTo>
                <a:lnTo>
                  <a:pt x="224" y="16235"/>
                </a:lnTo>
                <a:lnTo>
                  <a:pt x="180" y="14449"/>
                </a:lnTo>
                <a:lnTo>
                  <a:pt x="140" y="12659"/>
                </a:lnTo>
                <a:lnTo>
                  <a:pt x="92" y="11001"/>
                </a:lnTo>
                <a:lnTo>
                  <a:pt x="44" y="9327"/>
                </a:lnTo>
                <a:lnTo>
                  <a:pt x="0" y="7632"/>
                </a:lnTo>
                <a:lnTo>
                  <a:pt x="373" y="4991"/>
                </a:lnTo>
                <a:lnTo>
                  <a:pt x="1134" y="2961"/>
                </a:lnTo>
                <a:lnTo>
                  <a:pt x="2537" y="1491"/>
                </a:lnTo>
                <a:lnTo>
                  <a:pt x="4838" y="520"/>
                </a:lnTo>
                <a:lnTo>
                  <a:pt x="8297" y="0"/>
                </a:lnTo>
                <a:close/>
              </a:path>
            </a:pathLst>
          </a:custGeom>
          <a:solidFill>
            <a:srgbClr val="F3D480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4" name="contour_07722"/>
          <p:cNvSpPr/>
          <p:nvPr/>
        </p:nvSpPr>
        <p:spPr>
          <a:xfrm>
            <a:off x="1242045" y="485380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172" y="2138"/>
                </a:lnTo>
                <a:lnTo>
                  <a:pt x="20745" y="4280"/>
                </a:lnTo>
                <a:lnTo>
                  <a:pt x="20317" y="6421"/>
                </a:lnTo>
                <a:lnTo>
                  <a:pt x="19885" y="8566"/>
                </a:lnTo>
                <a:lnTo>
                  <a:pt x="19457" y="10720"/>
                </a:lnTo>
                <a:lnTo>
                  <a:pt x="19025" y="12877"/>
                </a:lnTo>
                <a:lnTo>
                  <a:pt x="18593" y="15043"/>
                </a:lnTo>
                <a:lnTo>
                  <a:pt x="18157" y="17218"/>
                </a:lnTo>
                <a:lnTo>
                  <a:pt x="17721" y="19403"/>
                </a:lnTo>
                <a:lnTo>
                  <a:pt x="17280" y="21600"/>
                </a:lnTo>
                <a:lnTo>
                  <a:pt x="14429" y="21600"/>
                </a:lnTo>
                <a:lnTo>
                  <a:pt x="11573" y="21600"/>
                </a:lnTo>
                <a:lnTo>
                  <a:pt x="8705" y="21600"/>
                </a:lnTo>
                <a:lnTo>
                  <a:pt x="5823" y="21600"/>
                </a:lnTo>
                <a:lnTo>
                  <a:pt x="2925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F6DB7F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5" name="contour_07723"/>
          <p:cNvSpPr/>
          <p:nvPr/>
        </p:nvSpPr>
        <p:spPr>
          <a:xfrm>
            <a:off x="11226594" y="4824650"/>
            <a:ext cx="556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50" y="1272"/>
                </a:lnTo>
                <a:lnTo>
                  <a:pt x="7303" y="2362"/>
                </a:lnTo>
                <a:lnTo>
                  <a:pt x="10116" y="3302"/>
                </a:lnTo>
                <a:lnTo>
                  <a:pt x="12448" y="4120"/>
                </a:lnTo>
                <a:lnTo>
                  <a:pt x="14359" y="4846"/>
                </a:lnTo>
                <a:lnTo>
                  <a:pt x="15906" y="5511"/>
                </a:lnTo>
                <a:lnTo>
                  <a:pt x="17150" y="6145"/>
                </a:lnTo>
                <a:lnTo>
                  <a:pt x="18145" y="6774"/>
                </a:lnTo>
                <a:lnTo>
                  <a:pt x="18957" y="7433"/>
                </a:lnTo>
                <a:lnTo>
                  <a:pt x="19638" y="8151"/>
                </a:lnTo>
                <a:lnTo>
                  <a:pt x="20251" y="8956"/>
                </a:lnTo>
                <a:lnTo>
                  <a:pt x="20851" y="9879"/>
                </a:lnTo>
                <a:lnTo>
                  <a:pt x="21501" y="10948"/>
                </a:lnTo>
                <a:lnTo>
                  <a:pt x="21600" y="12398"/>
                </a:lnTo>
                <a:lnTo>
                  <a:pt x="21560" y="13538"/>
                </a:lnTo>
                <a:lnTo>
                  <a:pt x="21300" y="14747"/>
                </a:lnTo>
                <a:lnTo>
                  <a:pt x="20738" y="16405"/>
                </a:lnTo>
                <a:lnTo>
                  <a:pt x="19791" y="18900"/>
                </a:lnTo>
                <a:lnTo>
                  <a:pt x="17964" y="19707"/>
                </a:lnTo>
                <a:lnTo>
                  <a:pt x="16138" y="20331"/>
                </a:lnTo>
                <a:lnTo>
                  <a:pt x="14294" y="20801"/>
                </a:lnTo>
                <a:lnTo>
                  <a:pt x="12414" y="21149"/>
                </a:lnTo>
                <a:lnTo>
                  <a:pt x="10483" y="21406"/>
                </a:lnTo>
                <a:lnTo>
                  <a:pt x="8482" y="21600"/>
                </a:lnTo>
                <a:lnTo>
                  <a:pt x="8482" y="19815"/>
                </a:lnTo>
                <a:lnTo>
                  <a:pt x="8482" y="18020"/>
                </a:lnTo>
                <a:lnTo>
                  <a:pt x="8482" y="16200"/>
                </a:lnTo>
                <a:lnTo>
                  <a:pt x="6613" y="16200"/>
                </a:lnTo>
                <a:lnTo>
                  <a:pt x="4733" y="16200"/>
                </a:lnTo>
                <a:lnTo>
                  <a:pt x="2827" y="16200"/>
                </a:lnTo>
                <a:lnTo>
                  <a:pt x="2516" y="14418"/>
                </a:lnTo>
                <a:lnTo>
                  <a:pt x="2205" y="12633"/>
                </a:lnTo>
                <a:lnTo>
                  <a:pt x="1894" y="10849"/>
                </a:lnTo>
                <a:lnTo>
                  <a:pt x="1580" y="9059"/>
                </a:lnTo>
                <a:lnTo>
                  <a:pt x="1267" y="7263"/>
                </a:lnTo>
                <a:lnTo>
                  <a:pt x="953" y="5459"/>
                </a:lnTo>
                <a:lnTo>
                  <a:pt x="636" y="3650"/>
                </a:lnTo>
                <a:lnTo>
                  <a:pt x="319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656463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6" name="contour_07724"/>
          <p:cNvSpPr/>
          <p:nvPr/>
        </p:nvSpPr>
        <p:spPr>
          <a:xfrm>
            <a:off x="4317578" y="4846514"/>
            <a:ext cx="947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60" y="194"/>
                </a:lnTo>
                <a:lnTo>
                  <a:pt x="2251" y="788"/>
                </a:lnTo>
                <a:lnTo>
                  <a:pt x="3418" y="1170"/>
                </a:lnTo>
                <a:lnTo>
                  <a:pt x="4576" y="1537"/>
                </a:lnTo>
                <a:lnTo>
                  <a:pt x="5726" y="1883"/>
                </a:lnTo>
                <a:lnTo>
                  <a:pt x="6870" y="2200"/>
                </a:lnTo>
                <a:lnTo>
                  <a:pt x="8012" y="2488"/>
                </a:lnTo>
                <a:lnTo>
                  <a:pt x="9150" y="2743"/>
                </a:lnTo>
                <a:lnTo>
                  <a:pt x="10288" y="2959"/>
                </a:lnTo>
                <a:lnTo>
                  <a:pt x="11426" y="3132"/>
                </a:lnTo>
                <a:lnTo>
                  <a:pt x="12568" y="3258"/>
                </a:lnTo>
                <a:lnTo>
                  <a:pt x="13713" y="3330"/>
                </a:lnTo>
                <a:lnTo>
                  <a:pt x="14864" y="3348"/>
                </a:lnTo>
                <a:lnTo>
                  <a:pt x="16022" y="3308"/>
                </a:lnTo>
                <a:lnTo>
                  <a:pt x="17190" y="3200"/>
                </a:lnTo>
                <a:lnTo>
                  <a:pt x="18368" y="3024"/>
                </a:lnTo>
                <a:lnTo>
                  <a:pt x="19148" y="3312"/>
                </a:lnTo>
                <a:lnTo>
                  <a:pt x="19938" y="3600"/>
                </a:lnTo>
                <a:lnTo>
                  <a:pt x="20557" y="5746"/>
                </a:lnTo>
                <a:lnTo>
                  <a:pt x="20935" y="7211"/>
                </a:lnTo>
                <a:lnTo>
                  <a:pt x="21231" y="8672"/>
                </a:lnTo>
                <a:lnTo>
                  <a:pt x="21600" y="10800"/>
                </a:lnTo>
                <a:lnTo>
                  <a:pt x="20321" y="11390"/>
                </a:lnTo>
                <a:lnTo>
                  <a:pt x="19079" y="11930"/>
                </a:lnTo>
                <a:lnTo>
                  <a:pt x="17872" y="12413"/>
                </a:lnTo>
                <a:lnTo>
                  <a:pt x="16690" y="12823"/>
                </a:lnTo>
                <a:lnTo>
                  <a:pt x="15527" y="13154"/>
                </a:lnTo>
                <a:lnTo>
                  <a:pt x="14381" y="13396"/>
                </a:lnTo>
                <a:lnTo>
                  <a:pt x="13241" y="13536"/>
                </a:lnTo>
                <a:lnTo>
                  <a:pt x="12103" y="13565"/>
                </a:lnTo>
                <a:lnTo>
                  <a:pt x="10961" y="13468"/>
                </a:lnTo>
                <a:lnTo>
                  <a:pt x="9810" y="13241"/>
                </a:lnTo>
                <a:lnTo>
                  <a:pt x="8643" y="12874"/>
                </a:lnTo>
                <a:lnTo>
                  <a:pt x="7454" y="12348"/>
                </a:lnTo>
                <a:lnTo>
                  <a:pt x="6236" y="11660"/>
                </a:lnTo>
                <a:lnTo>
                  <a:pt x="4985" y="10800"/>
                </a:lnTo>
                <a:lnTo>
                  <a:pt x="4779" y="12586"/>
                </a:lnTo>
                <a:lnTo>
                  <a:pt x="4573" y="14378"/>
                </a:lnTo>
                <a:lnTo>
                  <a:pt x="4362" y="16200"/>
                </a:lnTo>
                <a:lnTo>
                  <a:pt x="4019" y="17986"/>
                </a:lnTo>
                <a:lnTo>
                  <a:pt x="3672" y="19778"/>
                </a:lnTo>
                <a:lnTo>
                  <a:pt x="3323" y="21600"/>
                </a:lnTo>
                <a:lnTo>
                  <a:pt x="2225" y="21600"/>
                </a:lnTo>
                <a:lnTo>
                  <a:pt x="1120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5D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7" name="contour_07725"/>
          <p:cNvSpPr/>
          <p:nvPr/>
        </p:nvSpPr>
        <p:spPr>
          <a:xfrm>
            <a:off x="7247350" y="4814564"/>
            <a:ext cx="87456" cy="33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14"/>
                </a:moveTo>
                <a:lnTo>
                  <a:pt x="2736" y="1275"/>
                </a:lnTo>
                <a:lnTo>
                  <a:pt x="5116" y="822"/>
                </a:lnTo>
                <a:lnTo>
                  <a:pt x="7171" y="458"/>
                </a:lnTo>
                <a:lnTo>
                  <a:pt x="8933" y="194"/>
                </a:lnTo>
                <a:lnTo>
                  <a:pt x="10438" y="38"/>
                </a:lnTo>
                <a:lnTo>
                  <a:pt x="11716" y="0"/>
                </a:lnTo>
                <a:lnTo>
                  <a:pt x="12802" y="80"/>
                </a:lnTo>
                <a:lnTo>
                  <a:pt x="13727" y="288"/>
                </a:lnTo>
                <a:lnTo>
                  <a:pt x="14526" y="638"/>
                </a:lnTo>
                <a:lnTo>
                  <a:pt x="15228" y="1129"/>
                </a:lnTo>
                <a:lnTo>
                  <a:pt x="15871" y="1776"/>
                </a:lnTo>
                <a:lnTo>
                  <a:pt x="16484" y="2579"/>
                </a:lnTo>
                <a:lnTo>
                  <a:pt x="17100" y="3552"/>
                </a:lnTo>
                <a:lnTo>
                  <a:pt x="17755" y="4695"/>
                </a:lnTo>
                <a:lnTo>
                  <a:pt x="18479" y="6022"/>
                </a:lnTo>
                <a:lnTo>
                  <a:pt x="19228" y="8861"/>
                </a:lnTo>
                <a:lnTo>
                  <a:pt x="19910" y="11676"/>
                </a:lnTo>
                <a:lnTo>
                  <a:pt x="20527" y="14543"/>
                </a:lnTo>
                <a:lnTo>
                  <a:pt x="21089" y="17528"/>
                </a:lnTo>
                <a:lnTo>
                  <a:pt x="21600" y="20707"/>
                </a:lnTo>
                <a:lnTo>
                  <a:pt x="19098" y="20991"/>
                </a:lnTo>
                <a:lnTo>
                  <a:pt x="16866" y="21232"/>
                </a:lnTo>
                <a:lnTo>
                  <a:pt x="14884" y="21421"/>
                </a:lnTo>
                <a:lnTo>
                  <a:pt x="13131" y="21548"/>
                </a:lnTo>
                <a:lnTo>
                  <a:pt x="11581" y="21600"/>
                </a:lnTo>
                <a:lnTo>
                  <a:pt x="10217" y="21572"/>
                </a:lnTo>
                <a:lnTo>
                  <a:pt x="9011" y="21449"/>
                </a:lnTo>
                <a:lnTo>
                  <a:pt x="7943" y="21227"/>
                </a:lnTo>
                <a:lnTo>
                  <a:pt x="6993" y="20891"/>
                </a:lnTo>
                <a:lnTo>
                  <a:pt x="6136" y="20433"/>
                </a:lnTo>
                <a:lnTo>
                  <a:pt x="5351" y="19848"/>
                </a:lnTo>
                <a:lnTo>
                  <a:pt x="4615" y="19120"/>
                </a:lnTo>
                <a:lnTo>
                  <a:pt x="3908" y="18242"/>
                </a:lnTo>
                <a:lnTo>
                  <a:pt x="3206" y="17207"/>
                </a:lnTo>
                <a:lnTo>
                  <a:pt x="2486" y="15998"/>
                </a:lnTo>
                <a:lnTo>
                  <a:pt x="1726" y="14609"/>
                </a:lnTo>
                <a:lnTo>
                  <a:pt x="905" y="13037"/>
                </a:lnTo>
                <a:lnTo>
                  <a:pt x="0" y="11261"/>
                </a:lnTo>
                <a:lnTo>
                  <a:pt x="0" y="8138"/>
                </a:lnTo>
                <a:lnTo>
                  <a:pt x="0" y="4997"/>
                </a:lnTo>
                <a:lnTo>
                  <a:pt x="0" y="1814"/>
                </a:lnTo>
                <a:close/>
              </a:path>
            </a:pathLst>
          </a:custGeom>
          <a:solidFill>
            <a:srgbClr val="3A3932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8" name="contour_07726"/>
          <p:cNvSpPr/>
          <p:nvPr/>
        </p:nvSpPr>
        <p:spPr>
          <a:xfrm>
            <a:off x="498670" y="4788210"/>
            <a:ext cx="87456" cy="576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50" y="1022"/>
                </a:lnTo>
                <a:lnTo>
                  <a:pt x="9200" y="1795"/>
                </a:lnTo>
                <a:lnTo>
                  <a:pt x="9900" y="2475"/>
                </a:lnTo>
                <a:lnTo>
                  <a:pt x="10600" y="3213"/>
                </a:lnTo>
                <a:lnTo>
                  <a:pt x="11450" y="4158"/>
                </a:lnTo>
                <a:lnTo>
                  <a:pt x="12600" y="5464"/>
                </a:lnTo>
                <a:lnTo>
                  <a:pt x="12600" y="7269"/>
                </a:lnTo>
                <a:lnTo>
                  <a:pt x="12600" y="9086"/>
                </a:lnTo>
                <a:lnTo>
                  <a:pt x="12600" y="10927"/>
                </a:lnTo>
                <a:lnTo>
                  <a:pt x="13714" y="10588"/>
                </a:lnTo>
                <a:lnTo>
                  <a:pt x="14828" y="10250"/>
                </a:lnTo>
                <a:lnTo>
                  <a:pt x="15946" y="9911"/>
                </a:lnTo>
                <a:lnTo>
                  <a:pt x="17066" y="9572"/>
                </a:lnTo>
                <a:lnTo>
                  <a:pt x="18191" y="9231"/>
                </a:lnTo>
                <a:lnTo>
                  <a:pt x="19321" y="8886"/>
                </a:lnTo>
                <a:lnTo>
                  <a:pt x="20457" y="8542"/>
                </a:lnTo>
                <a:lnTo>
                  <a:pt x="21600" y="8195"/>
                </a:lnTo>
                <a:lnTo>
                  <a:pt x="21332" y="10127"/>
                </a:lnTo>
                <a:lnTo>
                  <a:pt x="21105" y="11517"/>
                </a:lnTo>
                <a:lnTo>
                  <a:pt x="20831" y="12763"/>
                </a:lnTo>
                <a:lnTo>
                  <a:pt x="20425" y="14257"/>
                </a:lnTo>
                <a:lnTo>
                  <a:pt x="19800" y="16391"/>
                </a:lnTo>
                <a:lnTo>
                  <a:pt x="18689" y="17224"/>
                </a:lnTo>
                <a:lnTo>
                  <a:pt x="17548" y="18008"/>
                </a:lnTo>
                <a:lnTo>
                  <a:pt x="16382" y="18734"/>
                </a:lnTo>
                <a:lnTo>
                  <a:pt x="15192" y="19395"/>
                </a:lnTo>
                <a:lnTo>
                  <a:pt x="13982" y="19986"/>
                </a:lnTo>
                <a:lnTo>
                  <a:pt x="12758" y="20499"/>
                </a:lnTo>
                <a:lnTo>
                  <a:pt x="11522" y="20923"/>
                </a:lnTo>
                <a:lnTo>
                  <a:pt x="10276" y="21253"/>
                </a:lnTo>
                <a:lnTo>
                  <a:pt x="9025" y="21480"/>
                </a:lnTo>
                <a:lnTo>
                  <a:pt x="7772" y="21600"/>
                </a:lnTo>
                <a:lnTo>
                  <a:pt x="6521" y="21600"/>
                </a:lnTo>
                <a:lnTo>
                  <a:pt x="5276" y="21477"/>
                </a:lnTo>
                <a:lnTo>
                  <a:pt x="4037" y="21223"/>
                </a:lnTo>
                <a:lnTo>
                  <a:pt x="2812" y="20830"/>
                </a:lnTo>
                <a:lnTo>
                  <a:pt x="1883" y="20267"/>
                </a:lnTo>
                <a:lnTo>
                  <a:pt x="949" y="19696"/>
                </a:lnTo>
                <a:lnTo>
                  <a:pt x="0" y="19122"/>
                </a:lnTo>
                <a:lnTo>
                  <a:pt x="855" y="19010"/>
                </a:lnTo>
                <a:lnTo>
                  <a:pt x="1715" y="18896"/>
                </a:lnTo>
                <a:lnTo>
                  <a:pt x="2588" y="18781"/>
                </a:lnTo>
                <a:lnTo>
                  <a:pt x="3967" y="17584"/>
                </a:lnTo>
                <a:lnTo>
                  <a:pt x="4842" y="16661"/>
                </a:lnTo>
                <a:lnTo>
                  <a:pt x="5384" y="15716"/>
                </a:lnTo>
                <a:lnTo>
                  <a:pt x="5767" y="14448"/>
                </a:lnTo>
                <a:lnTo>
                  <a:pt x="6160" y="12561"/>
                </a:lnTo>
                <a:lnTo>
                  <a:pt x="6343" y="10769"/>
                </a:lnTo>
                <a:lnTo>
                  <a:pt x="6516" y="8979"/>
                </a:lnTo>
                <a:lnTo>
                  <a:pt x="6676" y="7190"/>
                </a:lnTo>
                <a:lnTo>
                  <a:pt x="6826" y="5398"/>
                </a:lnTo>
                <a:lnTo>
                  <a:pt x="6962" y="3603"/>
                </a:lnTo>
                <a:lnTo>
                  <a:pt x="7088" y="1806"/>
                </a:lnTo>
                <a:lnTo>
                  <a:pt x="7200" y="0"/>
                </a:lnTo>
                <a:close/>
              </a:path>
            </a:pathLst>
          </a:custGeom>
          <a:solidFill>
            <a:srgbClr val="6C6D6D"/>
          </a:solidFill>
          <a:ln>
            <a:noFill/>
          </a:ln>
        </p:spPr>
        <p:txBody>
          <a:bodyPr/>
          <a:lstStyle/>
          <a:p/>
        </p:txBody>
      </p:sp>
      <p:sp>
        <p:nvSpPr>
          <p:cNvPr id="7729" name="contour_07727"/>
          <p:cNvSpPr/>
          <p:nvPr/>
        </p:nvSpPr>
        <p:spPr>
          <a:xfrm>
            <a:off x="5387258" y="4788210"/>
            <a:ext cx="6127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60" y="0"/>
                </a:moveTo>
                <a:lnTo>
                  <a:pt x="10858" y="1454"/>
                </a:lnTo>
                <a:lnTo>
                  <a:pt x="10842" y="2884"/>
                </a:lnTo>
                <a:lnTo>
                  <a:pt x="10801" y="4301"/>
                </a:lnTo>
                <a:lnTo>
                  <a:pt x="10732" y="5713"/>
                </a:lnTo>
                <a:lnTo>
                  <a:pt x="10616" y="7126"/>
                </a:lnTo>
                <a:lnTo>
                  <a:pt x="10449" y="8549"/>
                </a:lnTo>
                <a:lnTo>
                  <a:pt x="10218" y="9990"/>
                </a:lnTo>
                <a:lnTo>
                  <a:pt x="10377" y="10729"/>
                </a:lnTo>
                <a:lnTo>
                  <a:pt x="10860" y="12960"/>
                </a:lnTo>
                <a:lnTo>
                  <a:pt x="12440" y="13368"/>
                </a:lnTo>
                <a:lnTo>
                  <a:pt x="14021" y="13699"/>
                </a:lnTo>
                <a:lnTo>
                  <a:pt x="15608" y="13971"/>
                </a:lnTo>
                <a:lnTo>
                  <a:pt x="17214" y="14208"/>
                </a:lnTo>
                <a:lnTo>
                  <a:pt x="18848" y="14437"/>
                </a:lnTo>
                <a:lnTo>
                  <a:pt x="19419" y="14608"/>
                </a:lnTo>
                <a:lnTo>
                  <a:pt x="21138" y="15120"/>
                </a:lnTo>
                <a:lnTo>
                  <a:pt x="21446" y="16792"/>
                </a:lnTo>
                <a:lnTo>
                  <a:pt x="21600" y="17965"/>
                </a:lnTo>
                <a:lnTo>
                  <a:pt x="21600" y="18950"/>
                </a:lnTo>
                <a:lnTo>
                  <a:pt x="21446" y="20058"/>
                </a:lnTo>
                <a:lnTo>
                  <a:pt x="21138" y="21600"/>
                </a:lnTo>
                <a:lnTo>
                  <a:pt x="19529" y="21412"/>
                </a:lnTo>
                <a:lnTo>
                  <a:pt x="17923" y="21211"/>
                </a:lnTo>
                <a:lnTo>
                  <a:pt x="16318" y="21004"/>
                </a:lnTo>
                <a:lnTo>
                  <a:pt x="14714" y="20790"/>
                </a:lnTo>
                <a:lnTo>
                  <a:pt x="12921" y="20563"/>
                </a:lnTo>
                <a:lnTo>
                  <a:pt x="11102" y="20334"/>
                </a:lnTo>
                <a:lnTo>
                  <a:pt x="9707" y="19889"/>
                </a:lnTo>
                <a:lnTo>
                  <a:pt x="8291" y="19440"/>
                </a:lnTo>
                <a:lnTo>
                  <a:pt x="8291" y="18012"/>
                </a:lnTo>
                <a:lnTo>
                  <a:pt x="8291" y="16576"/>
                </a:lnTo>
                <a:lnTo>
                  <a:pt x="8291" y="15120"/>
                </a:lnTo>
                <a:lnTo>
                  <a:pt x="6765" y="15120"/>
                </a:lnTo>
                <a:lnTo>
                  <a:pt x="5234" y="15120"/>
                </a:lnTo>
                <a:lnTo>
                  <a:pt x="3697" y="15120"/>
                </a:lnTo>
                <a:lnTo>
                  <a:pt x="2148" y="15120"/>
                </a:lnTo>
                <a:lnTo>
                  <a:pt x="583" y="15120"/>
                </a:lnTo>
                <a:lnTo>
                  <a:pt x="342" y="13543"/>
                </a:lnTo>
                <a:lnTo>
                  <a:pt x="154" y="11997"/>
                </a:lnTo>
                <a:lnTo>
                  <a:pt x="33" y="10470"/>
                </a:lnTo>
                <a:lnTo>
                  <a:pt x="0" y="8949"/>
                </a:lnTo>
                <a:lnTo>
                  <a:pt x="67" y="7424"/>
                </a:lnTo>
                <a:lnTo>
                  <a:pt x="257" y="5886"/>
                </a:lnTo>
                <a:lnTo>
                  <a:pt x="583" y="4320"/>
                </a:lnTo>
                <a:lnTo>
                  <a:pt x="1922" y="3417"/>
                </a:lnTo>
                <a:lnTo>
                  <a:pt x="3291" y="2642"/>
                </a:lnTo>
                <a:lnTo>
                  <a:pt x="4697" y="1974"/>
                </a:lnTo>
                <a:lnTo>
                  <a:pt x="6148" y="1398"/>
                </a:lnTo>
                <a:lnTo>
                  <a:pt x="7654" y="890"/>
                </a:lnTo>
                <a:lnTo>
                  <a:pt x="9221" y="430"/>
                </a:lnTo>
                <a:lnTo>
                  <a:pt x="10860" y="0"/>
                </a:lnTo>
                <a:close/>
              </a:path>
            </a:pathLst>
          </a:custGeom>
          <a:solidFill>
            <a:srgbClr val="E3E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0" name="contour_07728"/>
          <p:cNvSpPr/>
          <p:nvPr/>
        </p:nvSpPr>
        <p:spPr>
          <a:xfrm>
            <a:off x="3574203" y="4759678"/>
            <a:ext cx="51016" cy="57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59" y="696"/>
                </a:moveTo>
                <a:lnTo>
                  <a:pt x="14367" y="1602"/>
                </a:lnTo>
                <a:lnTo>
                  <a:pt x="16175" y="2508"/>
                </a:lnTo>
                <a:lnTo>
                  <a:pt x="17984" y="3414"/>
                </a:lnTo>
                <a:lnTo>
                  <a:pt x="19792" y="4320"/>
                </a:lnTo>
                <a:lnTo>
                  <a:pt x="21600" y="5226"/>
                </a:lnTo>
                <a:lnTo>
                  <a:pt x="20921" y="7027"/>
                </a:lnTo>
                <a:lnTo>
                  <a:pt x="20242" y="8831"/>
                </a:lnTo>
                <a:lnTo>
                  <a:pt x="19563" y="10635"/>
                </a:lnTo>
                <a:lnTo>
                  <a:pt x="18881" y="12444"/>
                </a:lnTo>
                <a:lnTo>
                  <a:pt x="18196" y="14259"/>
                </a:lnTo>
                <a:lnTo>
                  <a:pt x="17508" y="16082"/>
                </a:lnTo>
                <a:lnTo>
                  <a:pt x="16820" y="17910"/>
                </a:lnTo>
                <a:lnTo>
                  <a:pt x="16126" y="19750"/>
                </a:lnTo>
                <a:lnTo>
                  <a:pt x="15429" y="21600"/>
                </a:lnTo>
                <a:lnTo>
                  <a:pt x="13596" y="21060"/>
                </a:lnTo>
                <a:lnTo>
                  <a:pt x="11757" y="20517"/>
                </a:lnTo>
                <a:lnTo>
                  <a:pt x="9911" y="19974"/>
                </a:lnTo>
                <a:lnTo>
                  <a:pt x="8051" y="19425"/>
                </a:lnTo>
                <a:lnTo>
                  <a:pt x="6171" y="18871"/>
                </a:lnTo>
                <a:lnTo>
                  <a:pt x="6171" y="17067"/>
                </a:lnTo>
                <a:lnTo>
                  <a:pt x="6171" y="15252"/>
                </a:lnTo>
                <a:lnTo>
                  <a:pt x="6171" y="13413"/>
                </a:lnTo>
                <a:lnTo>
                  <a:pt x="4342" y="12411"/>
                </a:lnTo>
                <a:lnTo>
                  <a:pt x="3086" y="11792"/>
                </a:lnTo>
                <a:lnTo>
                  <a:pt x="1833" y="11301"/>
                </a:lnTo>
                <a:lnTo>
                  <a:pt x="0" y="10684"/>
                </a:lnTo>
                <a:lnTo>
                  <a:pt x="969" y="7447"/>
                </a:lnTo>
                <a:lnTo>
                  <a:pt x="1725" y="5210"/>
                </a:lnTo>
                <a:lnTo>
                  <a:pt x="2432" y="3692"/>
                </a:lnTo>
                <a:lnTo>
                  <a:pt x="3249" y="2623"/>
                </a:lnTo>
                <a:lnTo>
                  <a:pt x="4345" y="1719"/>
                </a:lnTo>
                <a:lnTo>
                  <a:pt x="5881" y="707"/>
                </a:lnTo>
                <a:lnTo>
                  <a:pt x="7884" y="177"/>
                </a:lnTo>
                <a:lnTo>
                  <a:pt x="9248" y="0"/>
                </a:lnTo>
                <a:lnTo>
                  <a:pt x="10599" y="175"/>
                </a:lnTo>
                <a:lnTo>
                  <a:pt x="12559" y="696"/>
                </a:lnTo>
                <a:close/>
              </a:path>
            </a:pathLst>
          </a:custGeom>
          <a:solidFill>
            <a:srgbClr val="A98482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1" name="contour_07729"/>
          <p:cNvSpPr/>
          <p:nvPr/>
        </p:nvSpPr>
        <p:spPr>
          <a:xfrm>
            <a:off x="782902" y="4767476"/>
            <a:ext cx="51016" cy="644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64"/>
                </a:moveTo>
                <a:lnTo>
                  <a:pt x="21261" y="3675"/>
                </a:lnTo>
                <a:lnTo>
                  <a:pt x="20921" y="5289"/>
                </a:lnTo>
                <a:lnTo>
                  <a:pt x="20582" y="6904"/>
                </a:lnTo>
                <a:lnTo>
                  <a:pt x="20239" y="8523"/>
                </a:lnTo>
                <a:lnTo>
                  <a:pt x="19897" y="10147"/>
                </a:lnTo>
                <a:lnTo>
                  <a:pt x="19554" y="11778"/>
                </a:lnTo>
                <a:lnTo>
                  <a:pt x="19209" y="13414"/>
                </a:lnTo>
                <a:lnTo>
                  <a:pt x="18863" y="15060"/>
                </a:lnTo>
                <a:lnTo>
                  <a:pt x="18514" y="16716"/>
                </a:lnTo>
                <a:lnTo>
                  <a:pt x="16475" y="16716"/>
                </a:lnTo>
                <a:lnTo>
                  <a:pt x="14423" y="16716"/>
                </a:lnTo>
                <a:lnTo>
                  <a:pt x="12343" y="16716"/>
                </a:lnTo>
                <a:lnTo>
                  <a:pt x="10294" y="18166"/>
                </a:lnTo>
                <a:lnTo>
                  <a:pt x="8967" y="19158"/>
                </a:lnTo>
                <a:lnTo>
                  <a:pt x="7785" y="20149"/>
                </a:lnTo>
                <a:lnTo>
                  <a:pt x="6171" y="21600"/>
                </a:lnTo>
                <a:lnTo>
                  <a:pt x="6242" y="20394"/>
                </a:lnTo>
                <a:lnTo>
                  <a:pt x="6313" y="19177"/>
                </a:lnTo>
                <a:lnTo>
                  <a:pt x="6387" y="17947"/>
                </a:lnTo>
                <a:lnTo>
                  <a:pt x="6443" y="16381"/>
                </a:lnTo>
                <a:lnTo>
                  <a:pt x="6499" y="14804"/>
                </a:lnTo>
                <a:lnTo>
                  <a:pt x="6557" y="13204"/>
                </a:lnTo>
                <a:lnTo>
                  <a:pt x="6628" y="11644"/>
                </a:lnTo>
                <a:lnTo>
                  <a:pt x="6699" y="10073"/>
                </a:lnTo>
                <a:lnTo>
                  <a:pt x="6773" y="8484"/>
                </a:lnTo>
                <a:lnTo>
                  <a:pt x="6576" y="7170"/>
                </a:lnTo>
                <a:lnTo>
                  <a:pt x="6375" y="5846"/>
                </a:lnTo>
                <a:lnTo>
                  <a:pt x="6171" y="4506"/>
                </a:lnTo>
                <a:lnTo>
                  <a:pt x="4326" y="3475"/>
                </a:lnTo>
                <a:lnTo>
                  <a:pt x="3067" y="2877"/>
                </a:lnTo>
                <a:lnTo>
                  <a:pt x="1817" y="2481"/>
                </a:lnTo>
                <a:lnTo>
                  <a:pt x="0" y="2064"/>
                </a:lnTo>
                <a:lnTo>
                  <a:pt x="2206" y="1111"/>
                </a:lnTo>
                <a:lnTo>
                  <a:pt x="4335" y="479"/>
                </a:lnTo>
                <a:lnTo>
                  <a:pt x="6415" y="120"/>
                </a:lnTo>
                <a:lnTo>
                  <a:pt x="8470" y="0"/>
                </a:lnTo>
                <a:lnTo>
                  <a:pt x="10522" y="81"/>
                </a:lnTo>
                <a:lnTo>
                  <a:pt x="12596" y="317"/>
                </a:lnTo>
                <a:lnTo>
                  <a:pt x="14716" y="674"/>
                </a:lnTo>
                <a:lnTo>
                  <a:pt x="16907" y="1111"/>
                </a:lnTo>
                <a:lnTo>
                  <a:pt x="19193" y="1587"/>
                </a:lnTo>
                <a:lnTo>
                  <a:pt x="21600" y="2064"/>
                </a:lnTo>
                <a:close/>
              </a:path>
            </a:pathLst>
          </a:custGeom>
          <a:solidFill>
            <a:srgbClr val="616161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2" name="contour_07730"/>
          <p:cNvSpPr/>
          <p:nvPr/>
        </p:nvSpPr>
        <p:spPr>
          <a:xfrm>
            <a:off x="1043207" y="4773634"/>
            <a:ext cx="3911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9" y="0"/>
                </a:moveTo>
                <a:lnTo>
                  <a:pt x="3715" y="346"/>
                </a:lnTo>
                <a:lnTo>
                  <a:pt x="6311" y="696"/>
                </a:lnTo>
                <a:lnTo>
                  <a:pt x="8939" y="1051"/>
                </a:lnTo>
                <a:lnTo>
                  <a:pt x="10025" y="1198"/>
                </a:lnTo>
                <a:lnTo>
                  <a:pt x="13321" y="1642"/>
                </a:lnTo>
                <a:lnTo>
                  <a:pt x="15648" y="2117"/>
                </a:lnTo>
                <a:lnTo>
                  <a:pt x="17249" y="2606"/>
                </a:lnTo>
                <a:lnTo>
                  <a:pt x="18875" y="3401"/>
                </a:lnTo>
                <a:lnTo>
                  <a:pt x="21262" y="4800"/>
                </a:lnTo>
                <a:lnTo>
                  <a:pt x="21455" y="6744"/>
                </a:lnTo>
                <a:lnTo>
                  <a:pt x="21564" y="8162"/>
                </a:lnTo>
                <a:lnTo>
                  <a:pt x="21600" y="9461"/>
                </a:lnTo>
                <a:lnTo>
                  <a:pt x="21580" y="11054"/>
                </a:lnTo>
                <a:lnTo>
                  <a:pt x="21511" y="13349"/>
                </a:lnTo>
                <a:lnTo>
                  <a:pt x="21475" y="14890"/>
                </a:lnTo>
                <a:lnTo>
                  <a:pt x="21439" y="16440"/>
                </a:lnTo>
                <a:lnTo>
                  <a:pt x="21403" y="18010"/>
                </a:lnTo>
                <a:lnTo>
                  <a:pt x="21359" y="19195"/>
                </a:lnTo>
                <a:lnTo>
                  <a:pt x="21310" y="20390"/>
                </a:lnTo>
                <a:lnTo>
                  <a:pt x="21262" y="21600"/>
                </a:lnTo>
                <a:lnTo>
                  <a:pt x="18759" y="20976"/>
                </a:lnTo>
                <a:lnTo>
                  <a:pt x="16332" y="20338"/>
                </a:lnTo>
                <a:lnTo>
                  <a:pt x="13981" y="19668"/>
                </a:lnTo>
                <a:lnTo>
                  <a:pt x="11695" y="18960"/>
                </a:lnTo>
                <a:lnTo>
                  <a:pt x="9478" y="18199"/>
                </a:lnTo>
                <a:lnTo>
                  <a:pt x="7317" y="17374"/>
                </a:lnTo>
                <a:lnTo>
                  <a:pt x="5212" y="16474"/>
                </a:lnTo>
                <a:lnTo>
                  <a:pt x="3155" y="15487"/>
                </a:lnTo>
                <a:lnTo>
                  <a:pt x="1139" y="14400"/>
                </a:lnTo>
                <a:lnTo>
                  <a:pt x="628" y="12768"/>
                </a:lnTo>
                <a:lnTo>
                  <a:pt x="278" y="11162"/>
                </a:lnTo>
                <a:lnTo>
                  <a:pt x="72" y="9576"/>
                </a:lnTo>
                <a:lnTo>
                  <a:pt x="0" y="7999"/>
                </a:lnTo>
                <a:lnTo>
                  <a:pt x="48" y="6427"/>
                </a:lnTo>
                <a:lnTo>
                  <a:pt x="201" y="4848"/>
                </a:lnTo>
                <a:lnTo>
                  <a:pt x="443" y="3257"/>
                </a:lnTo>
                <a:lnTo>
                  <a:pt x="761" y="1642"/>
                </a:lnTo>
                <a:lnTo>
                  <a:pt x="1139" y="0"/>
                </a:lnTo>
                <a:close/>
              </a:path>
            </a:pathLst>
          </a:custGeom>
          <a:solidFill>
            <a:srgbClr val="2E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3" name="contour_07731"/>
          <p:cNvSpPr/>
          <p:nvPr/>
        </p:nvSpPr>
        <p:spPr>
          <a:xfrm>
            <a:off x="498670" y="4759058"/>
            <a:ext cx="81669" cy="602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56" y="988"/>
                </a:lnTo>
                <a:lnTo>
                  <a:pt x="5195" y="1863"/>
                </a:lnTo>
                <a:lnTo>
                  <a:pt x="7342" y="2644"/>
                </a:lnTo>
                <a:lnTo>
                  <a:pt x="9221" y="3337"/>
                </a:lnTo>
                <a:lnTo>
                  <a:pt x="10860" y="3961"/>
                </a:lnTo>
                <a:lnTo>
                  <a:pt x="12286" y="4523"/>
                </a:lnTo>
                <a:lnTo>
                  <a:pt x="13522" y="5040"/>
                </a:lnTo>
                <a:lnTo>
                  <a:pt x="14595" y="5521"/>
                </a:lnTo>
                <a:lnTo>
                  <a:pt x="15532" y="5983"/>
                </a:lnTo>
                <a:lnTo>
                  <a:pt x="16357" y="6438"/>
                </a:lnTo>
                <a:lnTo>
                  <a:pt x="17097" y="6895"/>
                </a:lnTo>
                <a:lnTo>
                  <a:pt x="17778" y="7371"/>
                </a:lnTo>
                <a:lnTo>
                  <a:pt x="18427" y="7875"/>
                </a:lnTo>
                <a:lnTo>
                  <a:pt x="19067" y="8424"/>
                </a:lnTo>
                <a:lnTo>
                  <a:pt x="19726" y="9027"/>
                </a:lnTo>
                <a:lnTo>
                  <a:pt x="20430" y="9699"/>
                </a:lnTo>
                <a:lnTo>
                  <a:pt x="21203" y="10451"/>
                </a:lnTo>
                <a:lnTo>
                  <a:pt x="21461" y="12280"/>
                </a:lnTo>
                <a:lnTo>
                  <a:pt x="21587" y="13978"/>
                </a:lnTo>
                <a:lnTo>
                  <a:pt x="21600" y="15617"/>
                </a:lnTo>
                <a:lnTo>
                  <a:pt x="21525" y="17271"/>
                </a:lnTo>
                <a:lnTo>
                  <a:pt x="21386" y="19008"/>
                </a:lnTo>
                <a:lnTo>
                  <a:pt x="21203" y="20902"/>
                </a:lnTo>
                <a:lnTo>
                  <a:pt x="19759" y="21247"/>
                </a:lnTo>
                <a:lnTo>
                  <a:pt x="18489" y="21488"/>
                </a:lnTo>
                <a:lnTo>
                  <a:pt x="17309" y="21600"/>
                </a:lnTo>
                <a:lnTo>
                  <a:pt x="16137" y="21556"/>
                </a:lnTo>
                <a:lnTo>
                  <a:pt x="14892" y="21331"/>
                </a:lnTo>
                <a:lnTo>
                  <a:pt x="13493" y="20902"/>
                </a:lnTo>
                <a:lnTo>
                  <a:pt x="12398" y="19721"/>
                </a:lnTo>
                <a:lnTo>
                  <a:pt x="11338" y="18506"/>
                </a:lnTo>
                <a:lnTo>
                  <a:pt x="10310" y="17260"/>
                </a:lnTo>
                <a:lnTo>
                  <a:pt x="9318" y="15980"/>
                </a:lnTo>
                <a:lnTo>
                  <a:pt x="8354" y="14668"/>
                </a:lnTo>
                <a:lnTo>
                  <a:pt x="7419" y="13325"/>
                </a:lnTo>
                <a:lnTo>
                  <a:pt x="6511" y="11954"/>
                </a:lnTo>
                <a:lnTo>
                  <a:pt x="5628" y="10553"/>
                </a:lnTo>
                <a:lnTo>
                  <a:pt x="4769" y="9124"/>
                </a:lnTo>
                <a:lnTo>
                  <a:pt x="3930" y="7669"/>
                </a:lnTo>
                <a:lnTo>
                  <a:pt x="3111" y="6184"/>
                </a:lnTo>
                <a:lnTo>
                  <a:pt x="2311" y="4674"/>
                </a:lnTo>
                <a:lnTo>
                  <a:pt x="1527" y="3141"/>
                </a:lnTo>
                <a:lnTo>
                  <a:pt x="758" y="1581"/>
                </a:lnTo>
                <a:lnTo>
                  <a:pt x="0" y="0"/>
                </a:lnTo>
                <a:close/>
              </a:path>
            </a:pathLst>
          </a:custGeom>
          <a:solidFill>
            <a:srgbClr val="8B8C8C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4" name="contour_07732"/>
          <p:cNvSpPr/>
          <p:nvPr/>
        </p:nvSpPr>
        <p:spPr>
          <a:xfrm>
            <a:off x="11379641" y="4764976"/>
            <a:ext cx="58304" cy="40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0"/>
                </a:moveTo>
                <a:lnTo>
                  <a:pt x="15390" y="119"/>
                </a:lnTo>
                <a:lnTo>
                  <a:pt x="16945" y="246"/>
                </a:lnTo>
                <a:lnTo>
                  <a:pt x="18498" y="388"/>
                </a:lnTo>
                <a:lnTo>
                  <a:pt x="20050" y="546"/>
                </a:lnTo>
                <a:lnTo>
                  <a:pt x="21600" y="723"/>
                </a:lnTo>
                <a:lnTo>
                  <a:pt x="21573" y="3314"/>
                </a:lnTo>
                <a:lnTo>
                  <a:pt x="21503" y="5817"/>
                </a:lnTo>
                <a:lnTo>
                  <a:pt x="21365" y="8255"/>
                </a:lnTo>
                <a:lnTo>
                  <a:pt x="21141" y="10635"/>
                </a:lnTo>
                <a:lnTo>
                  <a:pt x="20803" y="12980"/>
                </a:lnTo>
                <a:lnTo>
                  <a:pt x="20334" y="15306"/>
                </a:lnTo>
                <a:lnTo>
                  <a:pt x="19707" y="17621"/>
                </a:lnTo>
                <a:lnTo>
                  <a:pt x="18900" y="19947"/>
                </a:lnTo>
                <a:lnTo>
                  <a:pt x="17072" y="20627"/>
                </a:lnTo>
                <a:lnTo>
                  <a:pt x="15268" y="21127"/>
                </a:lnTo>
                <a:lnTo>
                  <a:pt x="13478" y="21450"/>
                </a:lnTo>
                <a:lnTo>
                  <a:pt x="11699" y="21600"/>
                </a:lnTo>
                <a:lnTo>
                  <a:pt x="9920" y="21585"/>
                </a:lnTo>
                <a:lnTo>
                  <a:pt x="8138" y="21408"/>
                </a:lnTo>
                <a:lnTo>
                  <a:pt x="6345" y="21073"/>
                </a:lnTo>
                <a:lnTo>
                  <a:pt x="4533" y="20585"/>
                </a:lnTo>
                <a:lnTo>
                  <a:pt x="2700" y="19947"/>
                </a:lnTo>
                <a:lnTo>
                  <a:pt x="1561" y="17824"/>
                </a:lnTo>
                <a:lnTo>
                  <a:pt x="899" y="16317"/>
                </a:lnTo>
                <a:lnTo>
                  <a:pt x="462" y="14702"/>
                </a:lnTo>
                <a:lnTo>
                  <a:pt x="0" y="12257"/>
                </a:lnTo>
                <a:lnTo>
                  <a:pt x="934" y="8897"/>
                </a:lnTo>
                <a:lnTo>
                  <a:pt x="1949" y="6205"/>
                </a:lnTo>
                <a:lnTo>
                  <a:pt x="3075" y="4114"/>
                </a:lnTo>
                <a:lnTo>
                  <a:pt x="4344" y="2545"/>
                </a:lnTo>
                <a:lnTo>
                  <a:pt x="5781" y="1426"/>
                </a:lnTo>
                <a:lnTo>
                  <a:pt x="7420" y="688"/>
                </a:lnTo>
                <a:lnTo>
                  <a:pt x="9288" y="250"/>
                </a:lnTo>
                <a:lnTo>
                  <a:pt x="11418" y="46"/>
                </a:lnTo>
                <a:lnTo>
                  <a:pt x="13838" y="0"/>
                </a:lnTo>
                <a:close/>
              </a:path>
            </a:pathLst>
          </a:custGeom>
          <a:solidFill>
            <a:srgbClr val="F7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5" name="contour_07733"/>
          <p:cNvSpPr/>
          <p:nvPr/>
        </p:nvSpPr>
        <p:spPr>
          <a:xfrm>
            <a:off x="10723722" y="4661414"/>
            <a:ext cx="109320" cy="393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63" y="0"/>
                </a:moveTo>
                <a:lnTo>
                  <a:pt x="6188" y="80"/>
                </a:lnTo>
                <a:lnTo>
                  <a:pt x="7275" y="240"/>
                </a:lnTo>
                <a:lnTo>
                  <a:pt x="8329" y="480"/>
                </a:lnTo>
                <a:lnTo>
                  <a:pt x="9354" y="804"/>
                </a:lnTo>
                <a:lnTo>
                  <a:pt x="10352" y="1212"/>
                </a:lnTo>
                <a:lnTo>
                  <a:pt x="11328" y="1709"/>
                </a:lnTo>
                <a:lnTo>
                  <a:pt x="12285" y="2293"/>
                </a:lnTo>
                <a:lnTo>
                  <a:pt x="13226" y="2973"/>
                </a:lnTo>
                <a:lnTo>
                  <a:pt x="14155" y="3745"/>
                </a:lnTo>
                <a:lnTo>
                  <a:pt x="15077" y="4614"/>
                </a:lnTo>
                <a:lnTo>
                  <a:pt x="15994" y="5582"/>
                </a:lnTo>
                <a:lnTo>
                  <a:pt x="16910" y="6650"/>
                </a:lnTo>
                <a:lnTo>
                  <a:pt x="17827" y="7823"/>
                </a:lnTo>
                <a:lnTo>
                  <a:pt x="18753" y="9103"/>
                </a:lnTo>
                <a:lnTo>
                  <a:pt x="19686" y="10488"/>
                </a:lnTo>
                <a:lnTo>
                  <a:pt x="20635" y="11984"/>
                </a:lnTo>
                <a:lnTo>
                  <a:pt x="21600" y="13597"/>
                </a:lnTo>
                <a:lnTo>
                  <a:pt x="21243" y="15578"/>
                </a:lnTo>
                <a:lnTo>
                  <a:pt x="20884" y="17567"/>
                </a:lnTo>
                <a:lnTo>
                  <a:pt x="20524" y="19571"/>
                </a:lnTo>
                <a:lnTo>
                  <a:pt x="20160" y="21600"/>
                </a:lnTo>
                <a:lnTo>
                  <a:pt x="19604" y="20732"/>
                </a:lnTo>
                <a:lnTo>
                  <a:pt x="19041" y="19851"/>
                </a:lnTo>
                <a:lnTo>
                  <a:pt x="18063" y="18611"/>
                </a:lnTo>
                <a:lnTo>
                  <a:pt x="17087" y="17526"/>
                </a:lnTo>
                <a:lnTo>
                  <a:pt x="16111" y="16586"/>
                </a:lnTo>
                <a:lnTo>
                  <a:pt x="15132" y="15778"/>
                </a:lnTo>
                <a:lnTo>
                  <a:pt x="14152" y="15094"/>
                </a:lnTo>
                <a:lnTo>
                  <a:pt x="13172" y="14525"/>
                </a:lnTo>
                <a:lnTo>
                  <a:pt x="12187" y="14065"/>
                </a:lnTo>
                <a:lnTo>
                  <a:pt x="11200" y="13705"/>
                </a:lnTo>
                <a:lnTo>
                  <a:pt x="10210" y="13429"/>
                </a:lnTo>
                <a:lnTo>
                  <a:pt x="9216" y="13237"/>
                </a:lnTo>
                <a:lnTo>
                  <a:pt x="8217" y="13113"/>
                </a:lnTo>
                <a:lnTo>
                  <a:pt x="7213" y="13053"/>
                </a:lnTo>
                <a:lnTo>
                  <a:pt x="6204" y="13045"/>
                </a:lnTo>
                <a:lnTo>
                  <a:pt x="5187" y="13077"/>
                </a:lnTo>
                <a:lnTo>
                  <a:pt x="4164" y="13149"/>
                </a:lnTo>
                <a:lnTo>
                  <a:pt x="3136" y="13245"/>
                </a:lnTo>
                <a:lnTo>
                  <a:pt x="2098" y="13357"/>
                </a:lnTo>
                <a:lnTo>
                  <a:pt x="1053" y="13477"/>
                </a:lnTo>
                <a:lnTo>
                  <a:pt x="0" y="13597"/>
                </a:lnTo>
                <a:lnTo>
                  <a:pt x="837" y="9319"/>
                </a:lnTo>
                <a:lnTo>
                  <a:pt x="1489" y="6214"/>
                </a:lnTo>
                <a:lnTo>
                  <a:pt x="2045" y="4049"/>
                </a:lnTo>
                <a:lnTo>
                  <a:pt x="2591" y="2581"/>
                </a:lnTo>
                <a:lnTo>
                  <a:pt x="3217" y="1577"/>
                </a:lnTo>
                <a:lnTo>
                  <a:pt x="4010" y="796"/>
                </a:lnTo>
                <a:lnTo>
                  <a:pt x="5063" y="0"/>
                </a:lnTo>
                <a:close/>
              </a:path>
            </a:pathLst>
          </a:custGeom>
          <a:solidFill>
            <a:srgbClr val="EE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6" name="contour_07734"/>
          <p:cNvSpPr/>
          <p:nvPr/>
        </p:nvSpPr>
        <p:spPr>
          <a:xfrm>
            <a:off x="10650842" y="4583112"/>
            <a:ext cx="80168" cy="678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29"/>
                </a:moveTo>
                <a:lnTo>
                  <a:pt x="1406" y="114"/>
                </a:lnTo>
                <a:lnTo>
                  <a:pt x="2706" y="0"/>
                </a:lnTo>
                <a:lnTo>
                  <a:pt x="3933" y="46"/>
                </a:lnTo>
                <a:lnTo>
                  <a:pt x="5123" y="309"/>
                </a:lnTo>
                <a:lnTo>
                  <a:pt x="6309" y="847"/>
                </a:lnTo>
                <a:lnTo>
                  <a:pt x="7525" y="1717"/>
                </a:lnTo>
                <a:lnTo>
                  <a:pt x="8426" y="2775"/>
                </a:lnTo>
                <a:lnTo>
                  <a:pt x="9276" y="3815"/>
                </a:lnTo>
                <a:lnTo>
                  <a:pt x="10071" y="4866"/>
                </a:lnTo>
                <a:lnTo>
                  <a:pt x="10812" y="5952"/>
                </a:lnTo>
                <a:lnTo>
                  <a:pt x="11495" y="7098"/>
                </a:lnTo>
                <a:lnTo>
                  <a:pt x="12118" y="8335"/>
                </a:lnTo>
                <a:lnTo>
                  <a:pt x="12679" y="9683"/>
                </a:lnTo>
                <a:lnTo>
                  <a:pt x="13490" y="11156"/>
                </a:lnTo>
                <a:lnTo>
                  <a:pt x="14346" y="12242"/>
                </a:lnTo>
                <a:lnTo>
                  <a:pt x="15305" y="13077"/>
                </a:lnTo>
                <a:lnTo>
                  <a:pt x="16434" y="13799"/>
                </a:lnTo>
                <a:lnTo>
                  <a:pt x="17794" y="14542"/>
                </a:lnTo>
                <a:lnTo>
                  <a:pt x="18865" y="15126"/>
                </a:lnTo>
                <a:lnTo>
                  <a:pt x="19951" y="15720"/>
                </a:lnTo>
                <a:lnTo>
                  <a:pt x="20769" y="16143"/>
                </a:lnTo>
                <a:lnTo>
                  <a:pt x="21600" y="16572"/>
                </a:lnTo>
                <a:lnTo>
                  <a:pt x="21160" y="17939"/>
                </a:lnTo>
                <a:lnTo>
                  <a:pt x="20809" y="18878"/>
                </a:lnTo>
                <a:lnTo>
                  <a:pt x="20361" y="19825"/>
                </a:lnTo>
                <a:lnTo>
                  <a:pt x="19636" y="21213"/>
                </a:lnTo>
                <a:lnTo>
                  <a:pt x="18213" y="21526"/>
                </a:lnTo>
                <a:lnTo>
                  <a:pt x="17162" y="21600"/>
                </a:lnTo>
                <a:lnTo>
                  <a:pt x="15587" y="21503"/>
                </a:lnTo>
                <a:lnTo>
                  <a:pt x="14331" y="21407"/>
                </a:lnTo>
                <a:lnTo>
                  <a:pt x="13064" y="21310"/>
                </a:lnTo>
                <a:lnTo>
                  <a:pt x="11782" y="21213"/>
                </a:lnTo>
                <a:lnTo>
                  <a:pt x="11904" y="20110"/>
                </a:lnTo>
                <a:lnTo>
                  <a:pt x="12027" y="19001"/>
                </a:lnTo>
                <a:lnTo>
                  <a:pt x="12151" y="17876"/>
                </a:lnTo>
                <a:lnTo>
                  <a:pt x="12029" y="16679"/>
                </a:lnTo>
                <a:lnTo>
                  <a:pt x="11906" y="15474"/>
                </a:lnTo>
                <a:lnTo>
                  <a:pt x="11782" y="14251"/>
                </a:lnTo>
                <a:lnTo>
                  <a:pt x="10498" y="13676"/>
                </a:lnTo>
                <a:lnTo>
                  <a:pt x="9549" y="13268"/>
                </a:lnTo>
                <a:lnTo>
                  <a:pt x="8654" y="12915"/>
                </a:lnTo>
                <a:lnTo>
                  <a:pt x="7529" y="12507"/>
                </a:lnTo>
                <a:lnTo>
                  <a:pt x="5891" y="11931"/>
                </a:lnTo>
                <a:lnTo>
                  <a:pt x="4776" y="10908"/>
                </a:lnTo>
                <a:lnTo>
                  <a:pt x="3707" y="9850"/>
                </a:lnTo>
                <a:lnTo>
                  <a:pt x="2692" y="8741"/>
                </a:lnTo>
                <a:lnTo>
                  <a:pt x="1732" y="7567"/>
                </a:lnTo>
                <a:lnTo>
                  <a:pt x="833" y="6316"/>
                </a:lnTo>
                <a:lnTo>
                  <a:pt x="0" y="4970"/>
                </a:lnTo>
                <a:lnTo>
                  <a:pt x="0" y="3436"/>
                </a:lnTo>
                <a:lnTo>
                  <a:pt x="0" y="1893"/>
                </a:lnTo>
                <a:lnTo>
                  <a:pt x="0" y="329"/>
                </a:lnTo>
                <a:close/>
              </a:path>
            </a:pathLst>
          </a:custGeom>
          <a:solidFill>
            <a:srgbClr val="999C9F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7" name="contour_07735"/>
          <p:cNvSpPr/>
          <p:nvPr/>
        </p:nvSpPr>
        <p:spPr>
          <a:xfrm>
            <a:off x="7983437" y="4575634"/>
            <a:ext cx="51016" cy="595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45" y="0"/>
                </a:moveTo>
                <a:lnTo>
                  <a:pt x="14546" y="473"/>
                </a:lnTo>
                <a:lnTo>
                  <a:pt x="16357" y="1005"/>
                </a:lnTo>
                <a:lnTo>
                  <a:pt x="18113" y="1608"/>
                </a:lnTo>
                <a:lnTo>
                  <a:pt x="19850" y="2298"/>
                </a:lnTo>
                <a:lnTo>
                  <a:pt x="21600" y="3089"/>
                </a:lnTo>
                <a:lnTo>
                  <a:pt x="21285" y="6527"/>
                </a:lnTo>
                <a:lnTo>
                  <a:pt x="21001" y="9240"/>
                </a:lnTo>
                <a:lnTo>
                  <a:pt x="20699" y="11353"/>
                </a:lnTo>
                <a:lnTo>
                  <a:pt x="20326" y="12992"/>
                </a:lnTo>
                <a:lnTo>
                  <a:pt x="19841" y="14285"/>
                </a:lnTo>
                <a:lnTo>
                  <a:pt x="19190" y="15362"/>
                </a:lnTo>
                <a:lnTo>
                  <a:pt x="18329" y="16345"/>
                </a:lnTo>
                <a:lnTo>
                  <a:pt x="17206" y="17369"/>
                </a:lnTo>
                <a:lnTo>
                  <a:pt x="15780" y="18554"/>
                </a:lnTo>
                <a:lnTo>
                  <a:pt x="12864" y="19942"/>
                </a:lnTo>
                <a:lnTo>
                  <a:pt x="10908" y="20796"/>
                </a:lnTo>
                <a:lnTo>
                  <a:pt x="9448" y="21259"/>
                </a:lnTo>
                <a:lnTo>
                  <a:pt x="8023" y="21478"/>
                </a:lnTo>
                <a:lnTo>
                  <a:pt x="6171" y="21600"/>
                </a:lnTo>
                <a:lnTo>
                  <a:pt x="3993" y="20378"/>
                </a:lnTo>
                <a:lnTo>
                  <a:pt x="2623" y="19421"/>
                </a:lnTo>
                <a:lnTo>
                  <a:pt x="1484" y="18228"/>
                </a:lnTo>
                <a:lnTo>
                  <a:pt x="0" y="16311"/>
                </a:lnTo>
                <a:lnTo>
                  <a:pt x="441" y="14616"/>
                </a:lnTo>
                <a:lnTo>
                  <a:pt x="991" y="12807"/>
                </a:lnTo>
                <a:lnTo>
                  <a:pt x="1660" y="10932"/>
                </a:lnTo>
                <a:lnTo>
                  <a:pt x="2459" y="9047"/>
                </a:lnTo>
                <a:lnTo>
                  <a:pt x="3400" y="7204"/>
                </a:lnTo>
                <a:lnTo>
                  <a:pt x="4493" y="5456"/>
                </a:lnTo>
                <a:lnTo>
                  <a:pt x="5749" y="3858"/>
                </a:lnTo>
                <a:lnTo>
                  <a:pt x="7184" y="2459"/>
                </a:lnTo>
                <a:lnTo>
                  <a:pt x="8800" y="1314"/>
                </a:lnTo>
                <a:lnTo>
                  <a:pt x="10618" y="479"/>
                </a:lnTo>
                <a:lnTo>
                  <a:pt x="12645" y="0"/>
                </a:lnTo>
                <a:close/>
              </a:path>
            </a:pathLst>
          </a:custGeom>
          <a:solidFill>
            <a:srgbClr val="F4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8" name="contour_07736"/>
          <p:cNvSpPr/>
          <p:nvPr/>
        </p:nvSpPr>
        <p:spPr>
          <a:xfrm>
            <a:off x="957099" y="4569571"/>
            <a:ext cx="66306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07" y="0"/>
                </a:moveTo>
                <a:lnTo>
                  <a:pt x="4190" y="155"/>
                </a:lnTo>
                <a:lnTo>
                  <a:pt x="5344" y="303"/>
                </a:lnTo>
                <a:lnTo>
                  <a:pt x="6403" y="503"/>
                </a:lnTo>
                <a:lnTo>
                  <a:pt x="7704" y="820"/>
                </a:lnTo>
                <a:lnTo>
                  <a:pt x="9582" y="1320"/>
                </a:lnTo>
                <a:lnTo>
                  <a:pt x="10138" y="1461"/>
                </a:lnTo>
                <a:lnTo>
                  <a:pt x="11113" y="1711"/>
                </a:lnTo>
                <a:lnTo>
                  <a:pt x="13355" y="2281"/>
                </a:lnTo>
                <a:lnTo>
                  <a:pt x="15764" y="3144"/>
                </a:lnTo>
                <a:lnTo>
                  <a:pt x="17455" y="3802"/>
                </a:lnTo>
                <a:lnTo>
                  <a:pt x="18656" y="4390"/>
                </a:lnTo>
                <a:lnTo>
                  <a:pt x="19594" y="5038"/>
                </a:lnTo>
                <a:lnTo>
                  <a:pt x="20498" y="5876"/>
                </a:lnTo>
                <a:lnTo>
                  <a:pt x="21600" y="7042"/>
                </a:lnTo>
                <a:lnTo>
                  <a:pt x="21600" y="9369"/>
                </a:lnTo>
                <a:lnTo>
                  <a:pt x="21600" y="11710"/>
                </a:lnTo>
                <a:lnTo>
                  <a:pt x="21600" y="14083"/>
                </a:lnTo>
                <a:lnTo>
                  <a:pt x="20130" y="13647"/>
                </a:lnTo>
                <a:lnTo>
                  <a:pt x="18661" y="13210"/>
                </a:lnTo>
                <a:lnTo>
                  <a:pt x="17186" y="12773"/>
                </a:lnTo>
                <a:lnTo>
                  <a:pt x="15710" y="12337"/>
                </a:lnTo>
                <a:lnTo>
                  <a:pt x="14226" y="11897"/>
                </a:lnTo>
                <a:lnTo>
                  <a:pt x="12735" y="11453"/>
                </a:lnTo>
                <a:lnTo>
                  <a:pt x="11237" y="11009"/>
                </a:lnTo>
                <a:lnTo>
                  <a:pt x="9729" y="10562"/>
                </a:lnTo>
                <a:lnTo>
                  <a:pt x="9485" y="12309"/>
                </a:lnTo>
                <a:lnTo>
                  <a:pt x="9238" y="14062"/>
                </a:lnTo>
                <a:lnTo>
                  <a:pt x="8989" y="15844"/>
                </a:lnTo>
                <a:lnTo>
                  <a:pt x="8749" y="16618"/>
                </a:lnTo>
                <a:lnTo>
                  <a:pt x="8324" y="17988"/>
                </a:lnTo>
                <a:lnTo>
                  <a:pt x="7355" y="21125"/>
                </a:lnTo>
                <a:lnTo>
                  <a:pt x="5518" y="21442"/>
                </a:lnTo>
                <a:lnTo>
                  <a:pt x="4228" y="21600"/>
                </a:lnTo>
                <a:lnTo>
                  <a:pt x="3146" y="21600"/>
                </a:lnTo>
                <a:lnTo>
                  <a:pt x="1928" y="21442"/>
                </a:lnTo>
                <a:lnTo>
                  <a:pt x="233" y="21125"/>
                </a:lnTo>
                <a:lnTo>
                  <a:pt x="188" y="18981"/>
                </a:lnTo>
                <a:lnTo>
                  <a:pt x="150" y="16833"/>
                </a:lnTo>
                <a:lnTo>
                  <a:pt x="116" y="14689"/>
                </a:lnTo>
                <a:lnTo>
                  <a:pt x="85" y="12541"/>
                </a:lnTo>
                <a:lnTo>
                  <a:pt x="43" y="10147"/>
                </a:lnTo>
                <a:lnTo>
                  <a:pt x="0" y="7714"/>
                </a:lnTo>
                <a:lnTo>
                  <a:pt x="171" y="5235"/>
                </a:lnTo>
                <a:lnTo>
                  <a:pt x="501" y="3605"/>
                </a:lnTo>
                <a:lnTo>
                  <a:pt x="1230" y="2102"/>
                </a:lnTo>
                <a:lnTo>
                  <a:pt x="2607" y="0"/>
                </a:lnTo>
                <a:close/>
              </a:path>
            </a:pathLst>
          </a:custGeom>
          <a:solidFill>
            <a:srgbClr val="22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7739" name="contour_07737"/>
          <p:cNvSpPr/>
          <p:nvPr/>
        </p:nvSpPr>
        <p:spPr>
          <a:xfrm>
            <a:off x="8622988" y="4562283"/>
            <a:ext cx="67385" cy="521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5" y="0"/>
                </a:moveTo>
                <a:lnTo>
                  <a:pt x="2037" y="262"/>
                </a:lnTo>
                <a:lnTo>
                  <a:pt x="3497" y="543"/>
                </a:lnTo>
                <a:lnTo>
                  <a:pt x="4957" y="833"/>
                </a:lnTo>
                <a:lnTo>
                  <a:pt x="6415" y="1131"/>
                </a:lnTo>
                <a:lnTo>
                  <a:pt x="8046" y="1448"/>
                </a:lnTo>
                <a:lnTo>
                  <a:pt x="9700" y="1768"/>
                </a:lnTo>
                <a:lnTo>
                  <a:pt x="10968" y="2389"/>
                </a:lnTo>
                <a:lnTo>
                  <a:pt x="12255" y="3017"/>
                </a:lnTo>
                <a:lnTo>
                  <a:pt x="12255" y="5011"/>
                </a:lnTo>
                <a:lnTo>
                  <a:pt x="12255" y="7017"/>
                </a:lnTo>
                <a:lnTo>
                  <a:pt x="12255" y="9050"/>
                </a:lnTo>
                <a:lnTo>
                  <a:pt x="13800" y="9050"/>
                </a:lnTo>
                <a:lnTo>
                  <a:pt x="15353" y="9050"/>
                </a:lnTo>
                <a:lnTo>
                  <a:pt x="16928" y="9050"/>
                </a:lnTo>
                <a:lnTo>
                  <a:pt x="16928" y="11044"/>
                </a:lnTo>
                <a:lnTo>
                  <a:pt x="16928" y="13051"/>
                </a:lnTo>
                <a:lnTo>
                  <a:pt x="16928" y="15084"/>
                </a:lnTo>
                <a:lnTo>
                  <a:pt x="18472" y="15084"/>
                </a:lnTo>
                <a:lnTo>
                  <a:pt x="20025" y="15084"/>
                </a:lnTo>
                <a:lnTo>
                  <a:pt x="21600" y="15084"/>
                </a:lnTo>
                <a:lnTo>
                  <a:pt x="21600" y="17078"/>
                </a:lnTo>
                <a:lnTo>
                  <a:pt x="21600" y="19084"/>
                </a:lnTo>
                <a:lnTo>
                  <a:pt x="21600" y="21117"/>
                </a:lnTo>
                <a:lnTo>
                  <a:pt x="19871" y="21344"/>
                </a:lnTo>
                <a:lnTo>
                  <a:pt x="18203" y="21513"/>
                </a:lnTo>
                <a:lnTo>
                  <a:pt x="16589" y="21600"/>
                </a:lnTo>
                <a:lnTo>
                  <a:pt x="15014" y="21591"/>
                </a:lnTo>
                <a:lnTo>
                  <a:pt x="13477" y="21467"/>
                </a:lnTo>
                <a:lnTo>
                  <a:pt x="11966" y="21214"/>
                </a:lnTo>
                <a:lnTo>
                  <a:pt x="10473" y="20810"/>
                </a:lnTo>
                <a:lnTo>
                  <a:pt x="8989" y="20239"/>
                </a:lnTo>
                <a:lnTo>
                  <a:pt x="7508" y="19482"/>
                </a:lnTo>
                <a:lnTo>
                  <a:pt x="6020" y="18526"/>
                </a:lnTo>
                <a:lnTo>
                  <a:pt x="4518" y="17346"/>
                </a:lnTo>
                <a:lnTo>
                  <a:pt x="3128" y="15790"/>
                </a:lnTo>
                <a:lnTo>
                  <a:pt x="2028" y="14351"/>
                </a:lnTo>
                <a:lnTo>
                  <a:pt x="1168" y="12833"/>
                </a:lnTo>
                <a:lnTo>
                  <a:pt x="509" y="11041"/>
                </a:lnTo>
                <a:lnTo>
                  <a:pt x="0" y="8779"/>
                </a:lnTo>
                <a:lnTo>
                  <a:pt x="0" y="7120"/>
                </a:lnTo>
                <a:lnTo>
                  <a:pt x="30" y="5831"/>
                </a:lnTo>
                <a:lnTo>
                  <a:pt x="117" y="4498"/>
                </a:lnTo>
                <a:lnTo>
                  <a:pt x="290" y="2694"/>
                </a:lnTo>
                <a:lnTo>
                  <a:pt x="575" y="0"/>
                </a:lnTo>
                <a:close/>
              </a:path>
            </a:pathLst>
          </a:custGeom>
          <a:solidFill>
            <a:srgbClr val="F8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0" name="contour_07738"/>
          <p:cNvSpPr/>
          <p:nvPr/>
        </p:nvSpPr>
        <p:spPr>
          <a:xfrm>
            <a:off x="1446109" y="4525843"/>
            <a:ext cx="83105" cy="505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48" y="0"/>
                </a:moveTo>
                <a:lnTo>
                  <a:pt x="18300" y="0"/>
                </a:lnTo>
                <a:lnTo>
                  <a:pt x="19560" y="0"/>
                </a:lnTo>
                <a:lnTo>
                  <a:pt x="20837" y="0"/>
                </a:lnTo>
                <a:lnTo>
                  <a:pt x="21159" y="2340"/>
                </a:lnTo>
                <a:lnTo>
                  <a:pt x="21405" y="4580"/>
                </a:lnTo>
                <a:lnTo>
                  <a:pt x="21558" y="6754"/>
                </a:lnTo>
                <a:lnTo>
                  <a:pt x="21600" y="8904"/>
                </a:lnTo>
                <a:lnTo>
                  <a:pt x="21505" y="11066"/>
                </a:lnTo>
                <a:lnTo>
                  <a:pt x="21257" y="13278"/>
                </a:lnTo>
                <a:lnTo>
                  <a:pt x="20837" y="15578"/>
                </a:lnTo>
                <a:lnTo>
                  <a:pt x="19670" y="16624"/>
                </a:lnTo>
                <a:lnTo>
                  <a:pt x="18473" y="17584"/>
                </a:lnTo>
                <a:lnTo>
                  <a:pt x="17251" y="18453"/>
                </a:lnTo>
                <a:lnTo>
                  <a:pt x="16008" y="19229"/>
                </a:lnTo>
                <a:lnTo>
                  <a:pt x="14743" y="19905"/>
                </a:lnTo>
                <a:lnTo>
                  <a:pt x="13462" y="20472"/>
                </a:lnTo>
                <a:lnTo>
                  <a:pt x="12169" y="20933"/>
                </a:lnTo>
                <a:lnTo>
                  <a:pt x="10863" y="21276"/>
                </a:lnTo>
                <a:lnTo>
                  <a:pt x="9549" y="21500"/>
                </a:lnTo>
                <a:lnTo>
                  <a:pt x="8230" y="21600"/>
                </a:lnTo>
                <a:lnTo>
                  <a:pt x="6908" y="21569"/>
                </a:lnTo>
                <a:lnTo>
                  <a:pt x="5588" y="21401"/>
                </a:lnTo>
                <a:lnTo>
                  <a:pt x="4270" y="21092"/>
                </a:lnTo>
                <a:lnTo>
                  <a:pt x="2959" y="20640"/>
                </a:lnTo>
                <a:lnTo>
                  <a:pt x="1981" y="19999"/>
                </a:lnTo>
                <a:lnTo>
                  <a:pt x="998" y="19347"/>
                </a:lnTo>
                <a:lnTo>
                  <a:pt x="0" y="18693"/>
                </a:lnTo>
                <a:lnTo>
                  <a:pt x="1212" y="18372"/>
                </a:lnTo>
                <a:lnTo>
                  <a:pt x="2434" y="18048"/>
                </a:lnTo>
                <a:lnTo>
                  <a:pt x="3671" y="17721"/>
                </a:lnTo>
                <a:lnTo>
                  <a:pt x="4923" y="17223"/>
                </a:lnTo>
                <a:lnTo>
                  <a:pt x="5747" y="16833"/>
                </a:lnTo>
                <a:lnTo>
                  <a:pt x="6509" y="16350"/>
                </a:lnTo>
                <a:lnTo>
                  <a:pt x="7577" y="15578"/>
                </a:lnTo>
                <a:lnTo>
                  <a:pt x="7979" y="13721"/>
                </a:lnTo>
                <a:lnTo>
                  <a:pt x="8369" y="11858"/>
                </a:lnTo>
                <a:lnTo>
                  <a:pt x="8748" y="9988"/>
                </a:lnTo>
                <a:lnTo>
                  <a:pt x="9115" y="8113"/>
                </a:lnTo>
                <a:lnTo>
                  <a:pt x="9471" y="6231"/>
                </a:lnTo>
                <a:lnTo>
                  <a:pt x="10881" y="6138"/>
                </a:lnTo>
                <a:lnTo>
                  <a:pt x="11881" y="6091"/>
                </a:lnTo>
                <a:lnTo>
                  <a:pt x="12744" y="6091"/>
                </a:lnTo>
                <a:lnTo>
                  <a:pt x="13745" y="6138"/>
                </a:lnTo>
                <a:lnTo>
                  <a:pt x="15154" y="6231"/>
                </a:lnTo>
                <a:lnTo>
                  <a:pt x="15783" y="4380"/>
                </a:lnTo>
                <a:lnTo>
                  <a:pt x="16190" y="3116"/>
                </a:lnTo>
                <a:lnTo>
                  <a:pt x="16552" y="1851"/>
                </a:lnTo>
                <a:lnTo>
                  <a:pt x="17048" y="0"/>
                </a:lnTo>
                <a:close/>
              </a:path>
            </a:pathLst>
          </a:custGeom>
          <a:solidFill>
            <a:srgbClr val="696258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1" name="contour_07739"/>
          <p:cNvSpPr/>
          <p:nvPr/>
        </p:nvSpPr>
        <p:spPr>
          <a:xfrm>
            <a:off x="8034453" y="4511267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274"/>
                </a:lnTo>
                <a:lnTo>
                  <a:pt x="3290" y="547"/>
                </a:lnTo>
                <a:lnTo>
                  <a:pt x="4937" y="824"/>
                </a:lnTo>
                <a:lnTo>
                  <a:pt x="6586" y="1098"/>
                </a:lnTo>
                <a:lnTo>
                  <a:pt x="8237" y="1372"/>
                </a:lnTo>
                <a:lnTo>
                  <a:pt x="9890" y="1649"/>
                </a:lnTo>
                <a:lnTo>
                  <a:pt x="11549" y="1926"/>
                </a:lnTo>
                <a:lnTo>
                  <a:pt x="13210" y="2203"/>
                </a:lnTo>
                <a:lnTo>
                  <a:pt x="14875" y="2480"/>
                </a:lnTo>
                <a:lnTo>
                  <a:pt x="16548" y="2758"/>
                </a:lnTo>
                <a:lnTo>
                  <a:pt x="18226" y="3038"/>
                </a:lnTo>
                <a:lnTo>
                  <a:pt x="19908" y="3319"/>
                </a:lnTo>
                <a:lnTo>
                  <a:pt x="21600" y="3600"/>
                </a:lnTo>
                <a:lnTo>
                  <a:pt x="21204" y="5976"/>
                </a:lnTo>
                <a:lnTo>
                  <a:pt x="20808" y="8356"/>
                </a:lnTo>
                <a:lnTo>
                  <a:pt x="20410" y="10746"/>
                </a:lnTo>
                <a:lnTo>
                  <a:pt x="20009" y="13147"/>
                </a:lnTo>
                <a:lnTo>
                  <a:pt x="19606" y="15563"/>
                </a:lnTo>
                <a:lnTo>
                  <a:pt x="19200" y="18000"/>
                </a:lnTo>
                <a:lnTo>
                  <a:pt x="18012" y="17107"/>
                </a:lnTo>
                <a:lnTo>
                  <a:pt x="16817" y="16214"/>
                </a:lnTo>
                <a:lnTo>
                  <a:pt x="15617" y="15311"/>
                </a:lnTo>
                <a:lnTo>
                  <a:pt x="14400" y="14400"/>
                </a:lnTo>
                <a:lnTo>
                  <a:pt x="14400" y="16780"/>
                </a:lnTo>
                <a:lnTo>
                  <a:pt x="14400" y="19174"/>
                </a:lnTo>
                <a:lnTo>
                  <a:pt x="14400" y="21600"/>
                </a:lnTo>
                <a:lnTo>
                  <a:pt x="12974" y="20887"/>
                </a:lnTo>
                <a:lnTo>
                  <a:pt x="11544" y="20171"/>
                </a:lnTo>
                <a:lnTo>
                  <a:pt x="10109" y="19454"/>
                </a:lnTo>
                <a:lnTo>
                  <a:pt x="8662" y="18731"/>
                </a:lnTo>
                <a:lnTo>
                  <a:pt x="7200" y="18000"/>
                </a:lnTo>
                <a:lnTo>
                  <a:pt x="7795" y="16218"/>
                </a:lnTo>
                <a:lnTo>
                  <a:pt x="8390" y="14429"/>
                </a:lnTo>
                <a:lnTo>
                  <a:pt x="8993" y="12625"/>
                </a:lnTo>
                <a:lnTo>
                  <a:pt x="9600" y="10800"/>
                </a:lnTo>
                <a:lnTo>
                  <a:pt x="7886" y="10584"/>
                </a:lnTo>
                <a:lnTo>
                  <a:pt x="6655" y="10476"/>
                </a:lnTo>
                <a:lnTo>
                  <a:pt x="5561" y="10476"/>
                </a:lnTo>
                <a:lnTo>
                  <a:pt x="4258" y="10584"/>
                </a:lnTo>
                <a:lnTo>
                  <a:pt x="2400" y="10800"/>
                </a:lnTo>
                <a:lnTo>
                  <a:pt x="1805" y="12582"/>
                </a:lnTo>
                <a:lnTo>
                  <a:pt x="1210" y="14371"/>
                </a:lnTo>
                <a:lnTo>
                  <a:pt x="607" y="16175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DED2B1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2" name="contour_07740"/>
          <p:cNvSpPr/>
          <p:nvPr/>
        </p:nvSpPr>
        <p:spPr>
          <a:xfrm>
            <a:off x="7866830" y="4467539"/>
            <a:ext cx="43167" cy="83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87" y="0"/>
                </a:moveTo>
                <a:lnTo>
                  <a:pt x="16396" y="0"/>
                </a:lnTo>
                <a:lnTo>
                  <a:pt x="18234" y="0"/>
                </a:lnTo>
                <a:lnTo>
                  <a:pt x="18588" y="1195"/>
                </a:lnTo>
                <a:lnTo>
                  <a:pt x="18938" y="2390"/>
                </a:lnTo>
                <a:lnTo>
                  <a:pt x="19281" y="3585"/>
                </a:lnTo>
                <a:lnTo>
                  <a:pt x="19620" y="4782"/>
                </a:lnTo>
                <a:lnTo>
                  <a:pt x="19952" y="5977"/>
                </a:lnTo>
                <a:lnTo>
                  <a:pt x="20284" y="7174"/>
                </a:lnTo>
                <a:lnTo>
                  <a:pt x="20593" y="8183"/>
                </a:lnTo>
                <a:lnTo>
                  <a:pt x="20903" y="9209"/>
                </a:lnTo>
                <a:lnTo>
                  <a:pt x="21243" y="10600"/>
                </a:lnTo>
                <a:lnTo>
                  <a:pt x="21483" y="11928"/>
                </a:lnTo>
                <a:lnTo>
                  <a:pt x="21600" y="13208"/>
                </a:lnTo>
                <a:lnTo>
                  <a:pt x="21564" y="14454"/>
                </a:lnTo>
                <a:lnTo>
                  <a:pt x="21356" y="15683"/>
                </a:lnTo>
                <a:lnTo>
                  <a:pt x="20940" y="16906"/>
                </a:lnTo>
                <a:lnTo>
                  <a:pt x="20302" y="18141"/>
                </a:lnTo>
                <a:lnTo>
                  <a:pt x="19405" y="19402"/>
                </a:lnTo>
                <a:lnTo>
                  <a:pt x="18234" y="20702"/>
                </a:lnTo>
                <a:lnTo>
                  <a:pt x="15926" y="21209"/>
                </a:lnTo>
                <a:lnTo>
                  <a:pt x="13818" y="21489"/>
                </a:lnTo>
                <a:lnTo>
                  <a:pt x="11739" y="21600"/>
                </a:lnTo>
                <a:lnTo>
                  <a:pt x="9525" y="21594"/>
                </a:lnTo>
                <a:lnTo>
                  <a:pt x="7009" y="21527"/>
                </a:lnTo>
                <a:lnTo>
                  <a:pt x="4577" y="20868"/>
                </a:lnTo>
                <a:lnTo>
                  <a:pt x="3249" y="20106"/>
                </a:lnTo>
                <a:lnTo>
                  <a:pt x="1882" y="18585"/>
                </a:lnTo>
                <a:lnTo>
                  <a:pt x="1448" y="17371"/>
                </a:lnTo>
                <a:lnTo>
                  <a:pt x="1065" y="16161"/>
                </a:lnTo>
                <a:lnTo>
                  <a:pt x="726" y="14953"/>
                </a:lnTo>
                <a:lnTo>
                  <a:pt x="438" y="13741"/>
                </a:lnTo>
                <a:lnTo>
                  <a:pt x="193" y="12523"/>
                </a:lnTo>
                <a:lnTo>
                  <a:pt x="0" y="11292"/>
                </a:lnTo>
                <a:lnTo>
                  <a:pt x="791" y="11271"/>
                </a:lnTo>
                <a:lnTo>
                  <a:pt x="3191" y="11211"/>
                </a:lnTo>
                <a:lnTo>
                  <a:pt x="5725" y="11029"/>
                </a:lnTo>
                <a:lnTo>
                  <a:pt x="8030" y="10805"/>
                </a:lnTo>
                <a:lnTo>
                  <a:pt x="10200" y="10494"/>
                </a:lnTo>
                <a:lnTo>
                  <a:pt x="12352" y="10044"/>
                </a:lnTo>
                <a:lnTo>
                  <a:pt x="14587" y="9410"/>
                </a:lnTo>
                <a:lnTo>
                  <a:pt x="15072" y="8051"/>
                </a:lnTo>
                <a:lnTo>
                  <a:pt x="15342" y="6711"/>
                </a:lnTo>
                <a:lnTo>
                  <a:pt x="15437" y="5381"/>
                </a:lnTo>
                <a:lnTo>
                  <a:pt x="15375" y="4052"/>
                </a:lnTo>
                <a:lnTo>
                  <a:pt x="15196" y="2720"/>
                </a:lnTo>
                <a:lnTo>
                  <a:pt x="14923" y="1370"/>
                </a:lnTo>
                <a:lnTo>
                  <a:pt x="14587" y="0"/>
                </a:lnTo>
                <a:close/>
              </a:path>
            </a:pathLst>
          </a:custGeom>
          <a:solidFill>
            <a:srgbClr val="909392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3" name="contour_07741"/>
          <p:cNvSpPr/>
          <p:nvPr/>
        </p:nvSpPr>
        <p:spPr>
          <a:xfrm>
            <a:off x="4383170" y="4502558"/>
            <a:ext cx="123896" cy="372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65" y="824"/>
                </a:moveTo>
                <a:lnTo>
                  <a:pt x="11022" y="693"/>
                </a:lnTo>
                <a:lnTo>
                  <a:pt x="11880" y="579"/>
                </a:lnTo>
                <a:lnTo>
                  <a:pt x="12738" y="473"/>
                </a:lnTo>
                <a:lnTo>
                  <a:pt x="13595" y="380"/>
                </a:lnTo>
                <a:lnTo>
                  <a:pt x="14453" y="296"/>
                </a:lnTo>
                <a:lnTo>
                  <a:pt x="15250" y="199"/>
                </a:lnTo>
                <a:lnTo>
                  <a:pt x="16051" y="101"/>
                </a:lnTo>
                <a:lnTo>
                  <a:pt x="16865" y="0"/>
                </a:lnTo>
                <a:lnTo>
                  <a:pt x="17948" y="435"/>
                </a:lnTo>
                <a:lnTo>
                  <a:pt x="18684" y="917"/>
                </a:lnTo>
                <a:lnTo>
                  <a:pt x="19256" y="1690"/>
                </a:lnTo>
                <a:lnTo>
                  <a:pt x="19839" y="3001"/>
                </a:lnTo>
                <a:lnTo>
                  <a:pt x="20618" y="5084"/>
                </a:lnTo>
                <a:lnTo>
                  <a:pt x="21106" y="7163"/>
                </a:lnTo>
                <a:lnTo>
                  <a:pt x="21600" y="9276"/>
                </a:lnTo>
                <a:lnTo>
                  <a:pt x="21240" y="9167"/>
                </a:lnTo>
                <a:lnTo>
                  <a:pt x="20155" y="8833"/>
                </a:lnTo>
                <a:lnTo>
                  <a:pt x="19150" y="8676"/>
                </a:lnTo>
                <a:lnTo>
                  <a:pt x="18206" y="8592"/>
                </a:lnTo>
                <a:lnTo>
                  <a:pt x="17312" y="8609"/>
                </a:lnTo>
                <a:lnTo>
                  <a:pt x="16458" y="8757"/>
                </a:lnTo>
                <a:lnTo>
                  <a:pt x="15636" y="9065"/>
                </a:lnTo>
                <a:lnTo>
                  <a:pt x="14833" y="9564"/>
                </a:lnTo>
                <a:lnTo>
                  <a:pt x="14043" y="10274"/>
                </a:lnTo>
                <a:lnTo>
                  <a:pt x="13254" y="11233"/>
                </a:lnTo>
                <a:lnTo>
                  <a:pt x="12457" y="12467"/>
                </a:lnTo>
                <a:lnTo>
                  <a:pt x="11642" y="14006"/>
                </a:lnTo>
                <a:lnTo>
                  <a:pt x="10800" y="15878"/>
                </a:lnTo>
                <a:lnTo>
                  <a:pt x="9949" y="17733"/>
                </a:lnTo>
                <a:lnTo>
                  <a:pt x="9160" y="19191"/>
                </a:lnTo>
                <a:lnTo>
                  <a:pt x="8410" y="20277"/>
                </a:lnTo>
                <a:lnTo>
                  <a:pt x="7676" y="21021"/>
                </a:lnTo>
                <a:lnTo>
                  <a:pt x="6934" y="21452"/>
                </a:lnTo>
                <a:lnTo>
                  <a:pt x="6160" y="21600"/>
                </a:lnTo>
                <a:lnTo>
                  <a:pt x="5331" y="21494"/>
                </a:lnTo>
                <a:lnTo>
                  <a:pt x="4424" y="21165"/>
                </a:lnTo>
                <a:lnTo>
                  <a:pt x="3415" y="20636"/>
                </a:lnTo>
                <a:lnTo>
                  <a:pt x="2558" y="19956"/>
                </a:lnTo>
                <a:lnTo>
                  <a:pt x="1703" y="19250"/>
                </a:lnTo>
                <a:lnTo>
                  <a:pt x="849" y="18511"/>
                </a:lnTo>
                <a:lnTo>
                  <a:pt x="0" y="17729"/>
                </a:lnTo>
                <a:lnTo>
                  <a:pt x="0" y="14935"/>
                </a:lnTo>
                <a:lnTo>
                  <a:pt x="0" y="12125"/>
                </a:lnTo>
                <a:lnTo>
                  <a:pt x="0" y="9276"/>
                </a:lnTo>
                <a:lnTo>
                  <a:pt x="845" y="7844"/>
                </a:lnTo>
                <a:lnTo>
                  <a:pt x="1684" y="6796"/>
                </a:lnTo>
                <a:lnTo>
                  <a:pt x="2517" y="6090"/>
                </a:lnTo>
                <a:lnTo>
                  <a:pt x="3349" y="5693"/>
                </a:lnTo>
                <a:lnTo>
                  <a:pt x="4182" y="5566"/>
                </a:lnTo>
                <a:lnTo>
                  <a:pt x="5014" y="5680"/>
                </a:lnTo>
                <a:lnTo>
                  <a:pt x="5851" y="5988"/>
                </a:lnTo>
                <a:lnTo>
                  <a:pt x="6695" y="6466"/>
                </a:lnTo>
                <a:lnTo>
                  <a:pt x="7545" y="7066"/>
                </a:lnTo>
                <a:lnTo>
                  <a:pt x="8406" y="7763"/>
                </a:lnTo>
                <a:lnTo>
                  <a:pt x="9278" y="8512"/>
                </a:lnTo>
                <a:lnTo>
                  <a:pt x="10165" y="9276"/>
                </a:lnTo>
                <a:lnTo>
                  <a:pt x="10165" y="6483"/>
                </a:lnTo>
                <a:lnTo>
                  <a:pt x="10165" y="3673"/>
                </a:lnTo>
                <a:lnTo>
                  <a:pt x="10165" y="824"/>
                </a:lnTo>
                <a:close/>
              </a:path>
            </a:pathLst>
          </a:custGeom>
          <a:solidFill>
            <a:srgbClr val="36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4" name="contour_07742"/>
          <p:cNvSpPr/>
          <p:nvPr/>
        </p:nvSpPr>
        <p:spPr>
          <a:xfrm>
            <a:off x="1110628" y="4496691"/>
            <a:ext cx="43961" cy="52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76" y="0"/>
                </a:moveTo>
                <a:lnTo>
                  <a:pt x="9403" y="0"/>
                </a:lnTo>
                <a:lnTo>
                  <a:pt x="11538" y="0"/>
                </a:lnTo>
                <a:lnTo>
                  <a:pt x="13679" y="0"/>
                </a:lnTo>
                <a:lnTo>
                  <a:pt x="15838" y="0"/>
                </a:lnTo>
                <a:lnTo>
                  <a:pt x="18019" y="0"/>
                </a:lnTo>
                <a:lnTo>
                  <a:pt x="18374" y="2063"/>
                </a:lnTo>
                <a:lnTo>
                  <a:pt x="18728" y="4129"/>
                </a:lnTo>
                <a:lnTo>
                  <a:pt x="19083" y="6196"/>
                </a:lnTo>
                <a:lnTo>
                  <a:pt x="19441" y="8265"/>
                </a:lnTo>
                <a:lnTo>
                  <a:pt x="19795" y="10343"/>
                </a:lnTo>
                <a:lnTo>
                  <a:pt x="20153" y="12424"/>
                </a:lnTo>
                <a:lnTo>
                  <a:pt x="20511" y="14514"/>
                </a:lnTo>
                <a:lnTo>
                  <a:pt x="20873" y="16613"/>
                </a:lnTo>
                <a:lnTo>
                  <a:pt x="21235" y="18721"/>
                </a:lnTo>
                <a:lnTo>
                  <a:pt x="21600" y="20841"/>
                </a:lnTo>
                <a:lnTo>
                  <a:pt x="17102" y="21219"/>
                </a:lnTo>
                <a:lnTo>
                  <a:pt x="13776" y="21472"/>
                </a:lnTo>
                <a:lnTo>
                  <a:pt x="11301" y="21600"/>
                </a:lnTo>
                <a:lnTo>
                  <a:pt x="9371" y="21600"/>
                </a:lnTo>
                <a:lnTo>
                  <a:pt x="7667" y="21472"/>
                </a:lnTo>
                <a:lnTo>
                  <a:pt x="5880" y="21219"/>
                </a:lnTo>
                <a:lnTo>
                  <a:pt x="3695" y="20841"/>
                </a:lnTo>
                <a:lnTo>
                  <a:pt x="2163" y="18986"/>
                </a:lnTo>
                <a:lnTo>
                  <a:pt x="1092" y="17134"/>
                </a:lnTo>
                <a:lnTo>
                  <a:pt x="423" y="15241"/>
                </a:lnTo>
                <a:lnTo>
                  <a:pt x="79" y="13270"/>
                </a:lnTo>
                <a:lnTo>
                  <a:pt x="0" y="11180"/>
                </a:lnTo>
                <a:lnTo>
                  <a:pt x="115" y="8932"/>
                </a:lnTo>
                <a:lnTo>
                  <a:pt x="1268" y="6720"/>
                </a:lnTo>
                <a:lnTo>
                  <a:pt x="2170" y="5127"/>
                </a:lnTo>
                <a:lnTo>
                  <a:pt x="3022" y="3906"/>
                </a:lnTo>
                <a:lnTo>
                  <a:pt x="4029" y="2811"/>
                </a:lnTo>
                <a:lnTo>
                  <a:pt x="5379" y="1593"/>
                </a:lnTo>
                <a:lnTo>
                  <a:pt x="7276" y="0"/>
                </a:lnTo>
                <a:close/>
              </a:path>
            </a:pathLst>
          </a:custGeom>
          <a:solidFill>
            <a:srgbClr val="FA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5" name="contour_07743"/>
          <p:cNvSpPr/>
          <p:nvPr/>
        </p:nvSpPr>
        <p:spPr>
          <a:xfrm>
            <a:off x="9834587" y="4460251"/>
            <a:ext cx="65592" cy="36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303" y="43"/>
                </a:lnTo>
                <a:lnTo>
                  <a:pt x="5693" y="121"/>
                </a:lnTo>
                <a:lnTo>
                  <a:pt x="6970" y="285"/>
                </a:lnTo>
                <a:lnTo>
                  <a:pt x="8537" y="587"/>
                </a:lnTo>
                <a:lnTo>
                  <a:pt x="10800" y="1080"/>
                </a:lnTo>
                <a:lnTo>
                  <a:pt x="12312" y="1369"/>
                </a:lnTo>
                <a:lnTo>
                  <a:pt x="13834" y="1663"/>
                </a:lnTo>
                <a:lnTo>
                  <a:pt x="15374" y="1957"/>
                </a:lnTo>
                <a:lnTo>
                  <a:pt x="16639" y="2738"/>
                </a:lnTo>
                <a:lnTo>
                  <a:pt x="17911" y="3524"/>
                </a:lnTo>
                <a:lnTo>
                  <a:pt x="19200" y="4319"/>
                </a:lnTo>
                <a:lnTo>
                  <a:pt x="20047" y="7632"/>
                </a:lnTo>
                <a:lnTo>
                  <a:pt x="20597" y="9960"/>
                </a:lnTo>
                <a:lnTo>
                  <a:pt x="20962" y="11929"/>
                </a:lnTo>
                <a:lnTo>
                  <a:pt x="21257" y="14162"/>
                </a:lnTo>
                <a:lnTo>
                  <a:pt x="21600" y="17277"/>
                </a:lnTo>
                <a:lnTo>
                  <a:pt x="19920" y="18006"/>
                </a:lnTo>
                <a:lnTo>
                  <a:pt x="18252" y="18706"/>
                </a:lnTo>
                <a:lnTo>
                  <a:pt x="16589" y="19354"/>
                </a:lnTo>
                <a:lnTo>
                  <a:pt x="14930" y="19941"/>
                </a:lnTo>
                <a:lnTo>
                  <a:pt x="13270" y="20460"/>
                </a:lnTo>
                <a:lnTo>
                  <a:pt x="11604" y="20896"/>
                </a:lnTo>
                <a:lnTo>
                  <a:pt x="9926" y="21242"/>
                </a:lnTo>
                <a:lnTo>
                  <a:pt x="8237" y="21479"/>
                </a:lnTo>
                <a:lnTo>
                  <a:pt x="6530" y="21600"/>
                </a:lnTo>
                <a:lnTo>
                  <a:pt x="4800" y="21596"/>
                </a:lnTo>
                <a:lnTo>
                  <a:pt x="3559" y="19531"/>
                </a:lnTo>
                <a:lnTo>
                  <a:pt x="2532" y="17380"/>
                </a:lnTo>
                <a:lnTo>
                  <a:pt x="1704" y="15121"/>
                </a:lnTo>
                <a:lnTo>
                  <a:pt x="1054" y="12716"/>
                </a:lnTo>
                <a:lnTo>
                  <a:pt x="564" y="10133"/>
                </a:lnTo>
                <a:lnTo>
                  <a:pt x="221" y="7347"/>
                </a:lnTo>
                <a:lnTo>
                  <a:pt x="0" y="4319"/>
                </a:lnTo>
                <a:lnTo>
                  <a:pt x="1190" y="2177"/>
                </a:lnTo>
                <a:lnTo>
                  <a:pt x="2400" y="0"/>
                </a:lnTo>
                <a:close/>
              </a:path>
            </a:pathLst>
          </a:custGeom>
          <a:solidFill>
            <a:srgbClr val="D9B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6" name="contour_07744"/>
          <p:cNvSpPr/>
          <p:nvPr/>
        </p:nvSpPr>
        <p:spPr>
          <a:xfrm>
            <a:off x="4579945" y="4430530"/>
            <a:ext cx="72880" cy="32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10" y="78"/>
                </a:moveTo>
                <a:lnTo>
                  <a:pt x="15675" y="121"/>
                </a:lnTo>
                <a:lnTo>
                  <a:pt x="17051" y="165"/>
                </a:lnTo>
                <a:lnTo>
                  <a:pt x="18444" y="209"/>
                </a:lnTo>
                <a:lnTo>
                  <a:pt x="19488" y="262"/>
                </a:lnTo>
                <a:lnTo>
                  <a:pt x="20535" y="320"/>
                </a:lnTo>
                <a:lnTo>
                  <a:pt x="21600" y="378"/>
                </a:lnTo>
                <a:lnTo>
                  <a:pt x="21324" y="6015"/>
                </a:lnTo>
                <a:lnTo>
                  <a:pt x="21092" y="9973"/>
                </a:lnTo>
                <a:lnTo>
                  <a:pt x="20848" y="12786"/>
                </a:lnTo>
                <a:lnTo>
                  <a:pt x="20533" y="15003"/>
                </a:lnTo>
                <a:lnTo>
                  <a:pt x="20084" y="17152"/>
                </a:lnTo>
                <a:lnTo>
                  <a:pt x="19440" y="19781"/>
                </a:lnTo>
                <a:lnTo>
                  <a:pt x="18042" y="20703"/>
                </a:lnTo>
                <a:lnTo>
                  <a:pt x="16654" y="21275"/>
                </a:lnTo>
                <a:lnTo>
                  <a:pt x="15265" y="21551"/>
                </a:lnTo>
                <a:lnTo>
                  <a:pt x="13872" y="21600"/>
                </a:lnTo>
                <a:lnTo>
                  <a:pt x="12465" y="21479"/>
                </a:lnTo>
                <a:lnTo>
                  <a:pt x="11038" y="21256"/>
                </a:lnTo>
                <a:lnTo>
                  <a:pt x="9584" y="20994"/>
                </a:lnTo>
                <a:lnTo>
                  <a:pt x="8206" y="20858"/>
                </a:lnTo>
                <a:lnTo>
                  <a:pt x="6804" y="20732"/>
                </a:lnTo>
                <a:lnTo>
                  <a:pt x="5443" y="20577"/>
                </a:lnTo>
                <a:lnTo>
                  <a:pt x="4080" y="20402"/>
                </a:lnTo>
                <a:lnTo>
                  <a:pt x="2719" y="20208"/>
                </a:lnTo>
                <a:lnTo>
                  <a:pt x="1361" y="19999"/>
                </a:lnTo>
                <a:lnTo>
                  <a:pt x="0" y="19781"/>
                </a:lnTo>
                <a:lnTo>
                  <a:pt x="670" y="14091"/>
                </a:lnTo>
                <a:lnTo>
                  <a:pt x="1190" y="10148"/>
                </a:lnTo>
                <a:lnTo>
                  <a:pt x="1670" y="7455"/>
                </a:lnTo>
                <a:lnTo>
                  <a:pt x="2218" y="5515"/>
                </a:lnTo>
                <a:lnTo>
                  <a:pt x="2946" y="3832"/>
                </a:lnTo>
                <a:lnTo>
                  <a:pt x="3966" y="1916"/>
                </a:lnTo>
                <a:lnTo>
                  <a:pt x="5452" y="1130"/>
                </a:lnTo>
                <a:lnTo>
                  <a:pt x="6914" y="587"/>
                </a:lnTo>
                <a:lnTo>
                  <a:pt x="8366" y="243"/>
                </a:lnTo>
                <a:lnTo>
                  <a:pt x="9819" y="63"/>
                </a:lnTo>
                <a:lnTo>
                  <a:pt x="11286" y="0"/>
                </a:lnTo>
                <a:lnTo>
                  <a:pt x="12779" y="19"/>
                </a:lnTo>
                <a:lnTo>
                  <a:pt x="14310" y="78"/>
                </a:lnTo>
                <a:close/>
              </a:path>
            </a:pathLst>
          </a:custGeom>
          <a:solidFill>
            <a:srgbClr val="1C1D1D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7" name="contour_07745"/>
          <p:cNvSpPr/>
          <p:nvPr/>
        </p:nvSpPr>
        <p:spPr>
          <a:xfrm>
            <a:off x="5679091" y="4394659"/>
            <a:ext cx="52357" cy="825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3" y="0"/>
                </a:moveTo>
                <a:lnTo>
                  <a:pt x="1897" y="1057"/>
                </a:lnTo>
                <a:lnTo>
                  <a:pt x="3238" y="2114"/>
                </a:lnTo>
                <a:lnTo>
                  <a:pt x="4576" y="3173"/>
                </a:lnTo>
                <a:lnTo>
                  <a:pt x="5914" y="4231"/>
                </a:lnTo>
                <a:lnTo>
                  <a:pt x="7249" y="5292"/>
                </a:lnTo>
                <a:lnTo>
                  <a:pt x="8584" y="6353"/>
                </a:lnTo>
                <a:lnTo>
                  <a:pt x="9916" y="7414"/>
                </a:lnTo>
                <a:lnTo>
                  <a:pt x="11248" y="8476"/>
                </a:lnTo>
                <a:lnTo>
                  <a:pt x="12580" y="9539"/>
                </a:lnTo>
                <a:lnTo>
                  <a:pt x="13506" y="10266"/>
                </a:lnTo>
                <a:lnTo>
                  <a:pt x="14441" y="10997"/>
                </a:lnTo>
                <a:lnTo>
                  <a:pt x="15388" y="11737"/>
                </a:lnTo>
                <a:lnTo>
                  <a:pt x="16606" y="12717"/>
                </a:lnTo>
                <a:lnTo>
                  <a:pt x="17842" y="13713"/>
                </a:lnTo>
                <a:lnTo>
                  <a:pt x="18936" y="14581"/>
                </a:lnTo>
                <a:lnTo>
                  <a:pt x="20049" y="15463"/>
                </a:lnTo>
                <a:lnTo>
                  <a:pt x="20806" y="16327"/>
                </a:lnTo>
                <a:lnTo>
                  <a:pt x="21266" y="17046"/>
                </a:lnTo>
                <a:lnTo>
                  <a:pt x="21501" y="17886"/>
                </a:lnTo>
                <a:lnTo>
                  <a:pt x="21588" y="19110"/>
                </a:lnTo>
                <a:lnTo>
                  <a:pt x="21600" y="20986"/>
                </a:lnTo>
                <a:lnTo>
                  <a:pt x="18431" y="21327"/>
                </a:lnTo>
                <a:lnTo>
                  <a:pt x="16173" y="21531"/>
                </a:lnTo>
                <a:lnTo>
                  <a:pt x="14489" y="21600"/>
                </a:lnTo>
                <a:lnTo>
                  <a:pt x="13052" y="21531"/>
                </a:lnTo>
                <a:lnTo>
                  <a:pt x="11525" y="21327"/>
                </a:lnTo>
                <a:lnTo>
                  <a:pt x="9573" y="20986"/>
                </a:lnTo>
                <a:lnTo>
                  <a:pt x="8055" y="19997"/>
                </a:lnTo>
                <a:lnTo>
                  <a:pt x="6681" y="18984"/>
                </a:lnTo>
                <a:lnTo>
                  <a:pt x="5445" y="17941"/>
                </a:lnTo>
                <a:lnTo>
                  <a:pt x="4345" y="16867"/>
                </a:lnTo>
                <a:lnTo>
                  <a:pt x="3370" y="15758"/>
                </a:lnTo>
                <a:lnTo>
                  <a:pt x="2523" y="14614"/>
                </a:lnTo>
                <a:lnTo>
                  <a:pt x="1795" y="13431"/>
                </a:lnTo>
                <a:lnTo>
                  <a:pt x="1185" y="12208"/>
                </a:lnTo>
                <a:lnTo>
                  <a:pt x="686" y="10939"/>
                </a:lnTo>
                <a:lnTo>
                  <a:pt x="292" y="9627"/>
                </a:lnTo>
                <a:lnTo>
                  <a:pt x="0" y="8265"/>
                </a:lnTo>
                <a:lnTo>
                  <a:pt x="6" y="7076"/>
                </a:lnTo>
                <a:lnTo>
                  <a:pt x="36" y="5895"/>
                </a:lnTo>
                <a:lnTo>
                  <a:pt x="87" y="4716"/>
                </a:lnTo>
                <a:lnTo>
                  <a:pt x="162" y="3539"/>
                </a:lnTo>
                <a:lnTo>
                  <a:pt x="265" y="2364"/>
                </a:lnTo>
                <a:lnTo>
                  <a:pt x="394" y="1183"/>
                </a:lnTo>
                <a:lnTo>
                  <a:pt x="553" y="0"/>
                </a:lnTo>
                <a:close/>
              </a:path>
            </a:pathLst>
          </a:custGeom>
          <a:solidFill>
            <a:srgbClr val="C6D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8" name="contour_07746"/>
          <p:cNvSpPr/>
          <p:nvPr/>
        </p:nvSpPr>
        <p:spPr>
          <a:xfrm>
            <a:off x="7925133" y="4299915"/>
            <a:ext cx="3644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384" y="1111"/>
                </a:lnTo>
                <a:lnTo>
                  <a:pt x="21164" y="2219"/>
                </a:lnTo>
                <a:lnTo>
                  <a:pt x="20935" y="3328"/>
                </a:lnTo>
                <a:lnTo>
                  <a:pt x="20706" y="4437"/>
                </a:lnTo>
                <a:lnTo>
                  <a:pt x="20468" y="5544"/>
                </a:lnTo>
                <a:lnTo>
                  <a:pt x="20226" y="6653"/>
                </a:lnTo>
                <a:lnTo>
                  <a:pt x="19980" y="7762"/>
                </a:lnTo>
                <a:lnTo>
                  <a:pt x="19777" y="8856"/>
                </a:lnTo>
                <a:lnTo>
                  <a:pt x="19574" y="9967"/>
                </a:lnTo>
                <a:lnTo>
                  <a:pt x="19189" y="11376"/>
                </a:lnTo>
                <a:lnTo>
                  <a:pt x="18706" y="12683"/>
                </a:lnTo>
                <a:lnTo>
                  <a:pt x="18096" y="13907"/>
                </a:lnTo>
                <a:lnTo>
                  <a:pt x="17349" y="15064"/>
                </a:lnTo>
                <a:lnTo>
                  <a:pt x="16438" y="16171"/>
                </a:lnTo>
                <a:lnTo>
                  <a:pt x="15340" y="17248"/>
                </a:lnTo>
                <a:lnTo>
                  <a:pt x="14031" y="18311"/>
                </a:lnTo>
                <a:lnTo>
                  <a:pt x="12493" y="19381"/>
                </a:lnTo>
                <a:lnTo>
                  <a:pt x="10705" y="20470"/>
                </a:lnTo>
                <a:lnTo>
                  <a:pt x="8640" y="21600"/>
                </a:lnTo>
                <a:lnTo>
                  <a:pt x="5953" y="20785"/>
                </a:lnTo>
                <a:lnTo>
                  <a:pt x="4156" y="20138"/>
                </a:lnTo>
                <a:lnTo>
                  <a:pt x="2441" y="19321"/>
                </a:lnTo>
                <a:lnTo>
                  <a:pt x="0" y="18000"/>
                </a:lnTo>
                <a:lnTo>
                  <a:pt x="376" y="16724"/>
                </a:lnTo>
                <a:lnTo>
                  <a:pt x="816" y="15518"/>
                </a:lnTo>
                <a:lnTo>
                  <a:pt x="1335" y="14348"/>
                </a:lnTo>
                <a:lnTo>
                  <a:pt x="1948" y="13192"/>
                </a:lnTo>
                <a:lnTo>
                  <a:pt x="2665" y="12019"/>
                </a:lnTo>
                <a:lnTo>
                  <a:pt x="3508" y="10800"/>
                </a:lnTo>
                <a:lnTo>
                  <a:pt x="3823" y="10318"/>
                </a:lnTo>
                <a:lnTo>
                  <a:pt x="4769" y="8860"/>
                </a:lnTo>
                <a:lnTo>
                  <a:pt x="6268" y="6619"/>
                </a:lnTo>
                <a:lnTo>
                  <a:pt x="7439" y="4910"/>
                </a:lnTo>
                <a:lnTo>
                  <a:pt x="8376" y="3629"/>
                </a:lnTo>
                <a:lnTo>
                  <a:pt x="9184" y="2671"/>
                </a:lnTo>
                <a:lnTo>
                  <a:pt x="9945" y="1933"/>
                </a:lnTo>
                <a:lnTo>
                  <a:pt x="10765" y="1310"/>
                </a:lnTo>
                <a:lnTo>
                  <a:pt x="11737" y="702"/>
                </a:lnTo>
                <a:lnTo>
                  <a:pt x="12960" y="0"/>
                </a:lnTo>
                <a:close/>
              </a:path>
            </a:pathLst>
          </a:custGeom>
          <a:solidFill>
            <a:srgbClr val="A5A6A7"/>
          </a:solidFill>
          <a:ln>
            <a:noFill/>
          </a:ln>
        </p:spPr>
        <p:txBody>
          <a:bodyPr/>
          <a:lstStyle/>
          <a:p/>
        </p:txBody>
      </p:sp>
      <p:sp>
        <p:nvSpPr>
          <p:cNvPr id="7749" name="contour_07747"/>
          <p:cNvSpPr/>
          <p:nvPr/>
        </p:nvSpPr>
        <p:spPr>
          <a:xfrm>
            <a:off x="6896557" y="4285339"/>
            <a:ext cx="7384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15" y="0"/>
                </a:moveTo>
                <a:lnTo>
                  <a:pt x="2767" y="1782"/>
                </a:lnTo>
                <a:lnTo>
                  <a:pt x="3119" y="3567"/>
                </a:lnTo>
                <a:lnTo>
                  <a:pt x="3472" y="5360"/>
                </a:lnTo>
                <a:lnTo>
                  <a:pt x="3828" y="7160"/>
                </a:lnTo>
                <a:lnTo>
                  <a:pt x="4187" y="8972"/>
                </a:lnTo>
                <a:lnTo>
                  <a:pt x="4547" y="10800"/>
                </a:lnTo>
                <a:lnTo>
                  <a:pt x="5600" y="10543"/>
                </a:lnTo>
                <a:lnTo>
                  <a:pt x="6661" y="10282"/>
                </a:lnTo>
                <a:lnTo>
                  <a:pt x="7736" y="10020"/>
                </a:lnTo>
                <a:lnTo>
                  <a:pt x="9102" y="9720"/>
                </a:lnTo>
                <a:lnTo>
                  <a:pt x="10479" y="9418"/>
                </a:lnTo>
                <a:lnTo>
                  <a:pt x="11875" y="9112"/>
                </a:lnTo>
                <a:lnTo>
                  <a:pt x="13238" y="8799"/>
                </a:lnTo>
                <a:lnTo>
                  <a:pt x="14608" y="8483"/>
                </a:lnTo>
                <a:lnTo>
                  <a:pt x="15996" y="8162"/>
                </a:lnTo>
                <a:lnTo>
                  <a:pt x="17143" y="8143"/>
                </a:lnTo>
                <a:lnTo>
                  <a:pt x="18298" y="8122"/>
                </a:lnTo>
                <a:lnTo>
                  <a:pt x="19468" y="8100"/>
                </a:lnTo>
                <a:lnTo>
                  <a:pt x="20223" y="9701"/>
                </a:lnTo>
                <a:lnTo>
                  <a:pt x="20698" y="10797"/>
                </a:lnTo>
                <a:lnTo>
                  <a:pt x="21088" y="11896"/>
                </a:lnTo>
                <a:lnTo>
                  <a:pt x="21600" y="13500"/>
                </a:lnTo>
                <a:lnTo>
                  <a:pt x="20251" y="14110"/>
                </a:lnTo>
                <a:lnTo>
                  <a:pt x="18901" y="14720"/>
                </a:lnTo>
                <a:lnTo>
                  <a:pt x="17550" y="15322"/>
                </a:lnTo>
                <a:lnTo>
                  <a:pt x="16198" y="15925"/>
                </a:lnTo>
                <a:lnTo>
                  <a:pt x="14847" y="16524"/>
                </a:lnTo>
                <a:lnTo>
                  <a:pt x="13493" y="17121"/>
                </a:lnTo>
                <a:lnTo>
                  <a:pt x="12140" y="17717"/>
                </a:lnTo>
                <a:lnTo>
                  <a:pt x="10793" y="18333"/>
                </a:lnTo>
                <a:lnTo>
                  <a:pt x="9422" y="18957"/>
                </a:lnTo>
                <a:lnTo>
                  <a:pt x="8130" y="19521"/>
                </a:lnTo>
                <a:lnTo>
                  <a:pt x="6819" y="20091"/>
                </a:lnTo>
                <a:lnTo>
                  <a:pt x="5630" y="20623"/>
                </a:lnTo>
                <a:lnTo>
                  <a:pt x="4419" y="21163"/>
                </a:lnTo>
                <a:lnTo>
                  <a:pt x="3423" y="21381"/>
                </a:lnTo>
                <a:lnTo>
                  <a:pt x="2415" y="21600"/>
                </a:lnTo>
                <a:lnTo>
                  <a:pt x="1179" y="19980"/>
                </a:lnTo>
                <a:lnTo>
                  <a:pt x="514" y="18773"/>
                </a:lnTo>
                <a:lnTo>
                  <a:pt x="198" y="17377"/>
                </a:lnTo>
                <a:lnTo>
                  <a:pt x="0" y="15188"/>
                </a:lnTo>
                <a:lnTo>
                  <a:pt x="6" y="13738"/>
                </a:lnTo>
                <a:lnTo>
                  <a:pt x="11" y="12280"/>
                </a:lnTo>
                <a:lnTo>
                  <a:pt x="17" y="10800"/>
                </a:lnTo>
                <a:lnTo>
                  <a:pt x="11" y="9350"/>
                </a:lnTo>
                <a:lnTo>
                  <a:pt x="6" y="7892"/>
                </a:lnTo>
                <a:lnTo>
                  <a:pt x="0" y="6412"/>
                </a:lnTo>
                <a:lnTo>
                  <a:pt x="198" y="4223"/>
                </a:lnTo>
                <a:lnTo>
                  <a:pt x="514" y="2827"/>
                </a:lnTo>
                <a:lnTo>
                  <a:pt x="1179" y="1620"/>
                </a:lnTo>
                <a:lnTo>
                  <a:pt x="2415" y="0"/>
                </a:lnTo>
                <a:close/>
              </a:path>
            </a:pathLst>
          </a:custGeom>
          <a:solidFill>
            <a:srgbClr val="A12420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0" name="contour_07748"/>
          <p:cNvSpPr/>
          <p:nvPr/>
        </p:nvSpPr>
        <p:spPr>
          <a:xfrm>
            <a:off x="4514353" y="4285047"/>
            <a:ext cx="67465" cy="440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00" y="143"/>
                </a:moveTo>
                <a:lnTo>
                  <a:pt x="21334" y="4037"/>
                </a:lnTo>
                <a:lnTo>
                  <a:pt x="21535" y="6798"/>
                </a:lnTo>
                <a:lnTo>
                  <a:pt x="21600" y="8826"/>
                </a:lnTo>
                <a:lnTo>
                  <a:pt x="21535" y="10510"/>
                </a:lnTo>
                <a:lnTo>
                  <a:pt x="21334" y="12252"/>
                </a:lnTo>
                <a:lnTo>
                  <a:pt x="21000" y="14448"/>
                </a:lnTo>
                <a:lnTo>
                  <a:pt x="19829" y="16146"/>
                </a:lnTo>
                <a:lnTo>
                  <a:pt x="18630" y="17555"/>
                </a:lnTo>
                <a:lnTo>
                  <a:pt x="17386" y="18714"/>
                </a:lnTo>
                <a:lnTo>
                  <a:pt x="16084" y="19658"/>
                </a:lnTo>
                <a:lnTo>
                  <a:pt x="14707" y="20427"/>
                </a:lnTo>
                <a:lnTo>
                  <a:pt x="13240" y="21064"/>
                </a:lnTo>
                <a:lnTo>
                  <a:pt x="11667" y="21600"/>
                </a:lnTo>
                <a:lnTo>
                  <a:pt x="10138" y="21518"/>
                </a:lnTo>
                <a:lnTo>
                  <a:pt x="8631" y="21378"/>
                </a:lnTo>
                <a:lnTo>
                  <a:pt x="7145" y="21157"/>
                </a:lnTo>
                <a:lnTo>
                  <a:pt x="5679" y="20828"/>
                </a:lnTo>
                <a:lnTo>
                  <a:pt x="4230" y="20373"/>
                </a:lnTo>
                <a:lnTo>
                  <a:pt x="2802" y="19773"/>
                </a:lnTo>
                <a:lnTo>
                  <a:pt x="1393" y="18997"/>
                </a:lnTo>
                <a:lnTo>
                  <a:pt x="0" y="18024"/>
                </a:lnTo>
                <a:lnTo>
                  <a:pt x="0" y="15660"/>
                </a:lnTo>
                <a:lnTo>
                  <a:pt x="0" y="13282"/>
                </a:lnTo>
                <a:lnTo>
                  <a:pt x="0" y="10872"/>
                </a:lnTo>
                <a:lnTo>
                  <a:pt x="1405" y="9362"/>
                </a:lnTo>
                <a:lnTo>
                  <a:pt x="2448" y="8307"/>
                </a:lnTo>
                <a:lnTo>
                  <a:pt x="3444" y="7424"/>
                </a:lnTo>
                <a:lnTo>
                  <a:pt x="4711" y="6434"/>
                </a:lnTo>
                <a:lnTo>
                  <a:pt x="6561" y="5060"/>
                </a:lnTo>
                <a:lnTo>
                  <a:pt x="7782" y="4127"/>
                </a:lnTo>
                <a:lnTo>
                  <a:pt x="9011" y="3190"/>
                </a:lnTo>
                <a:lnTo>
                  <a:pt x="10255" y="2239"/>
                </a:lnTo>
                <a:lnTo>
                  <a:pt x="11854" y="1420"/>
                </a:lnTo>
                <a:lnTo>
                  <a:pt x="13363" y="805"/>
                </a:lnTo>
                <a:lnTo>
                  <a:pt x="14824" y="375"/>
                </a:lnTo>
                <a:lnTo>
                  <a:pt x="16275" y="114"/>
                </a:lnTo>
                <a:lnTo>
                  <a:pt x="17762" y="0"/>
                </a:lnTo>
                <a:lnTo>
                  <a:pt x="19323" y="18"/>
                </a:lnTo>
                <a:lnTo>
                  <a:pt x="21000" y="143"/>
                </a:lnTo>
                <a:close/>
              </a:path>
            </a:pathLst>
          </a:custGeom>
          <a:solidFill>
            <a:srgbClr val="595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1" name="contour_07749"/>
          <p:cNvSpPr/>
          <p:nvPr/>
        </p:nvSpPr>
        <p:spPr>
          <a:xfrm>
            <a:off x="7414515" y="4248899"/>
            <a:ext cx="5147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" y="0"/>
                </a:moveTo>
                <a:lnTo>
                  <a:pt x="2159" y="186"/>
                </a:lnTo>
                <a:lnTo>
                  <a:pt x="4107" y="391"/>
                </a:lnTo>
                <a:lnTo>
                  <a:pt x="6037" y="626"/>
                </a:lnTo>
                <a:lnTo>
                  <a:pt x="7951" y="907"/>
                </a:lnTo>
                <a:lnTo>
                  <a:pt x="9850" y="1242"/>
                </a:lnTo>
                <a:lnTo>
                  <a:pt x="11737" y="1644"/>
                </a:lnTo>
                <a:lnTo>
                  <a:pt x="13615" y="2125"/>
                </a:lnTo>
                <a:lnTo>
                  <a:pt x="15484" y="2700"/>
                </a:lnTo>
                <a:lnTo>
                  <a:pt x="15942" y="4790"/>
                </a:lnTo>
                <a:lnTo>
                  <a:pt x="16172" y="6256"/>
                </a:lnTo>
                <a:lnTo>
                  <a:pt x="16172" y="7487"/>
                </a:lnTo>
                <a:lnTo>
                  <a:pt x="15942" y="8872"/>
                </a:lnTo>
                <a:lnTo>
                  <a:pt x="15484" y="10800"/>
                </a:lnTo>
                <a:lnTo>
                  <a:pt x="17505" y="10800"/>
                </a:lnTo>
                <a:lnTo>
                  <a:pt x="19539" y="10800"/>
                </a:lnTo>
                <a:lnTo>
                  <a:pt x="21600" y="10800"/>
                </a:lnTo>
                <a:lnTo>
                  <a:pt x="21600" y="12582"/>
                </a:lnTo>
                <a:lnTo>
                  <a:pt x="21600" y="14367"/>
                </a:lnTo>
                <a:lnTo>
                  <a:pt x="21600" y="16160"/>
                </a:lnTo>
                <a:lnTo>
                  <a:pt x="21600" y="17960"/>
                </a:lnTo>
                <a:lnTo>
                  <a:pt x="21600" y="19772"/>
                </a:lnTo>
                <a:lnTo>
                  <a:pt x="21600" y="21600"/>
                </a:lnTo>
                <a:lnTo>
                  <a:pt x="17594" y="21325"/>
                </a:lnTo>
                <a:lnTo>
                  <a:pt x="14441" y="21076"/>
                </a:lnTo>
                <a:lnTo>
                  <a:pt x="11988" y="20812"/>
                </a:lnTo>
                <a:lnTo>
                  <a:pt x="10098" y="20490"/>
                </a:lnTo>
                <a:lnTo>
                  <a:pt x="8618" y="20072"/>
                </a:lnTo>
                <a:lnTo>
                  <a:pt x="7410" y="19516"/>
                </a:lnTo>
                <a:lnTo>
                  <a:pt x="6321" y="18779"/>
                </a:lnTo>
                <a:lnTo>
                  <a:pt x="5211" y="17820"/>
                </a:lnTo>
                <a:lnTo>
                  <a:pt x="3933" y="16600"/>
                </a:lnTo>
                <a:lnTo>
                  <a:pt x="2918" y="14783"/>
                </a:lnTo>
                <a:lnTo>
                  <a:pt x="2058" y="13001"/>
                </a:lnTo>
                <a:lnTo>
                  <a:pt x="1349" y="11237"/>
                </a:lnTo>
                <a:lnTo>
                  <a:pt x="792" y="9474"/>
                </a:lnTo>
                <a:lnTo>
                  <a:pt x="382" y="7690"/>
                </a:lnTo>
                <a:lnTo>
                  <a:pt x="119" y="5870"/>
                </a:lnTo>
                <a:lnTo>
                  <a:pt x="0" y="3993"/>
                </a:lnTo>
                <a:lnTo>
                  <a:pt x="24" y="2044"/>
                </a:lnTo>
                <a:lnTo>
                  <a:pt x="193" y="0"/>
                </a:lnTo>
                <a:close/>
              </a:path>
            </a:pathLst>
          </a:custGeom>
          <a:solidFill>
            <a:srgbClr val="5A585E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2" name="contour_07750"/>
          <p:cNvSpPr/>
          <p:nvPr/>
        </p:nvSpPr>
        <p:spPr>
          <a:xfrm>
            <a:off x="5534672" y="4234323"/>
            <a:ext cx="72880" cy="729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205" y="863"/>
                </a:lnTo>
                <a:lnTo>
                  <a:pt x="4249" y="1729"/>
                </a:lnTo>
                <a:lnTo>
                  <a:pt x="5290" y="2594"/>
                </a:lnTo>
                <a:lnTo>
                  <a:pt x="6331" y="3462"/>
                </a:lnTo>
                <a:lnTo>
                  <a:pt x="7372" y="4329"/>
                </a:lnTo>
                <a:lnTo>
                  <a:pt x="8411" y="5199"/>
                </a:lnTo>
                <a:lnTo>
                  <a:pt x="9450" y="6068"/>
                </a:lnTo>
                <a:lnTo>
                  <a:pt x="10480" y="6917"/>
                </a:lnTo>
                <a:lnTo>
                  <a:pt x="11526" y="7778"/>
                </a:lnTo>
                <a:lnTo>
                  <a:pt x="12755" y="8837"/>
                </a:lnTo>
                <a:lnTo>
                  <a:pt x="13919" y="9897"/>
                </a:lnTo>
                <a:lnTo>
                  <a:pt x="15025" y="10963"/>
                </a:lnTo>
                <a:lnTo>
                  <a:pt x="16079" y="12046"/>
                </a:lnTo>
                <a:lnTo>
                  <a:pt x="17086" y="13156"/>
                </a:lnTo>
                <a:lnTo>
                  <a:pt x="18049" y="14299"/>
                </a:lnTo>
                <a:lnTo>
                  <a:pt x="18978" y="15491"/>
                </a:lnTo>
                <a:lnTo>
                  <a:pt x="19874" y="16734"/>
                </a:lnTo>
                <a:lnTo>
                  <a:pt x="20747" y="18041"/>
                </a:lnTo>
                <a:lnTo>
                  <a:pt x="21600" y="19423"/>
                </a:lnTo>
                <a:lnTo>
                  <a:pt x="19313" y="20361"/>
                </a:lnTo>
                <a:lnTo>
                  <a:pt x="17686" y="20989"/>
                </a:lnTo>
                <a:lnTo>
                  <a:pt x="16476" y="21365"/>
                </a:lnTo>
                <a:lnTo>
                  <a:pt x="15446" y="21548"/>
                </a:lnTo>
                <a:lnTo>
                  <a:pt x="14353" y="21600"/>
                </a:lnTo>
                <a:lnTo>
                  <a:pt x="12960" y="21581"/>
                </a:lnTo>
                <a:lnTo>
                  <a:pt x="11766" y="20540"/>
                </a:lnTo>
                <a:lnTo>
                  <a:pt x="10705" y="19416"/>
                </a:lnTo>
                <a:lnTo>
                  <a:pt x="9755" y="18223"/>
                </a:lnTo>
                <a:lnTo>
                  <a:pt x="8884" y="16967"/>
                </a:lnTo>
                <a:lnTo>
                  <a:pt x="8068" y="15663"/>
                </a:lnTo>
                <a:lnTo>
                  <a:pt x="7275" y="14319"/>
                </a:lnTo>
                <a:lnTo>
                  <a:pt x="6480" y="12948"/>
                </a:lnTo>
                <a:lnTo>
                  <a:pt x="5847" y="11988"/>
                </a:lnTo>
                <a:lnTo>
                  <a:pt x="5210" y="11021"/>
                </a:lnTo>
                <a:lnTo>
                  <a:pt x="4564" y="10039"/>
                </a:lnTo>
                <a:lnTo>
                  <a:pt x="3078" y="7732"/>
                </a:lnTo>
                <a:lnTo>
                  <a:pt x="2052" y="6114"/>
                </a:lnTo>
                <a:lnTo>
                  <a:pt x="1359" y="4966"/>
                </a:lnTo>
                <a:lnTo>
                  <a:pt x="868" y="4070"/>
                </a:lnTo>
                <a:lnTo>
                  <a:pt x="458" y="3207"/>
                </a:lnTo>
                <a:lnTo>
                  <a:pt x="0" y="2158"/>
                </a:lnTo>
                <a:lnTo>
                  <a:pt x="1071" y="1088"/>
                </a:lnTo>
                <a:lnTo>
                  <a:pt x="2160" y="0"/>
                </a:lnTo>
                <a:close/>
              </a:path>
            </a:pathLst>
          </a:custGeom>
          <a:solidFill>
            <a:srgbClr val="C6D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3" name="contour_07751"/>
          <p:cNvSpPr/>
          <p:nvPr/>
        </p:nvSpPr>
        <p:spPr>
          <a:xfrm>
            <a:off x="10716434" y="4219033"/>
            <a:ext cx="51016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47" y="0"/>
                </a:moveTo>
                <a:lnTo>
                  <a:pt x="11948" y="64"/>
                </a:lnTo>
                <a:lnTo>
                  <a:pt x="14077" y="124"/>
                </a:lnTo>
                <a:lnTo>
                  <a:pt x="15139" y="149"/>
                </a:lnTo>
                <a:lnTo>
                  <a:pt x="18332" y="220"/>
                </a:lnTo>
                <a:lnTo>
                  <a:pt x="19955" y="283"/>
                </a:lnTo>
                <a:lnTo>
                  <a:pt x="21600" y="347"/>
                </a:lnTo>
                <a:lnTo>
                  <a:pt x="21378" y="2625"/>
                </a:lnTo>
                <a:lnTo>
                  <a:pt x="21125" y="4874"/>
                </a:lnTo>
                <a:lnTo>
                  <a:pt x="20838" y="7102"/>
                </a:lnTo>
                <a:lnTo>
                  <a:pt x="20501" y="9312"/>
                </a:lnTo>
                <a:lnTo>
                  <a:pt x="20113" y="11508"/>
                </a:lnTo>
                <a:lnTo>
                  <a:pt x="19659" y="13697"/>
                </a:lnTo>
                <a:lnTo>
                  <a:pt x="19128" y="15879"/>
                </a:lnTo>
                <a:lnTo>
                  <a:pt x="18514" y="18058"/>
                </a:lnTo>
                <a:lnTo>
                  <a:pt x="16404" y="19574"/>
                </a:lnTo>
                <a:lnTo>
                  <a:pt x="14867" y="20516"/>
                </a:lnTo>
                <a:lnTo>
                  <a:pt x="13460" y="21055"/>
                </a:lnTo>
                <a:lnTo>
                  <a:pt x="11738" y="21359"/>
                </a:lnTo>
                <a:lnTo>
                  <a:pt x="9257" y="21600"/>
                </a:lnTo>
                <a:lnTo>
                  <a:pt x="6684" y="20828"/>
                </a:lnTo>
                <a:lnTo>
                  <a:pt x="4916" y="20258"/>
                </a:lnTo>
                <a:lnTo>
                  <a:pt x="3508" y="19719"/>
                </a:lnTo>
                <a:lnTo>
                  <a:pt x="2018" y="19043"/>
                </a:lnTo>
                <a:lnTo>
                  <a:pt x="0" y="18058"/>
                </a:lnTo>
                <a:lnTo>
                  <a:pt x="1031" y="12862"/>
                </a:lnTo>
                <a:lnTo>
                  <a:pt x="1888" y="8809"/>
                </a:lnTo>
                <a:lnTo>
                  <a:pt x="2654" y="5752"/>
                </a:lnTo>
                <a:lnTo>
                  <a:pt x="3407" y="3542"/>
                </a:lnTo>
                <a:lnTo>
                  <a:pt x="4231" y="2033"/>
                </a:lnTo>
                <a:lnTo>
                  <a:pt x="5206" y="1070"/>
                </a:lnTo>
                <a:lnTo>
                  <a:pt x="6412" y="510"/>
                </a:lnTo>
                <a:lnTo>
                  <a:pt x="7933" y="205"/>
                </a:lnTo>
                <a:lnTo>
                  <a:pt x="9847" y="0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4" name="contour_07752"/>
          <p:cNvSpPr/>
          <p:nvPr/>
        </p:nvSpPr>
        <p:spPr>
          <a:xfrm>
            <a:off x="4033200" y="4197883"/>
            <a:ext cx="51162" cy="668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38" y="0"/>
                </a:moveTo>
                <a:lnTo>
                  <a:pt x="5172" y="0"/>
                </a:lnTo>
                <a:lnTo>
                  <a:pt x="7218" y="0"/>
                </a:lnTo>
                <a:lnTo>
                  <a:pt x="9292" y="0"/>
                </a:lnTo>
                <a:lnTo>
                  <a:pt x="9292" y="1665"/>
                </a:lnTo>
                <a:lnTo>
                  <a:pt x="9292" y="3332"/>
                </a:lnTo>
                <a:lnTo>
                  <a:pt x="9292" y="5004"/>
                </a:lnTo>
                <a:lnTo>
                  <a:pt x="9292" y="6683"/>
                </a:lnTo>
                <a:lnTo>
                  <a:pt x="9292" y="8369"/>
                </a:lnTo>
                <a:lnTo>
                  <a:pt x="9292" y="10064"/>
                </a:lnTo>
                <a:lnTo>
                  <a:pt x="9292" y="11774"/>
                </a:lnTo>
                <a:lnTo>
                  <a:pt x="11323" y="11774"/>
                </a:lnTo>
                <a:lnTo>
                  <a:pt x="13357" y="11774"/>
                </a:lnTo>
                <a:lnTo>
                  <a:pt x="15400" y="11774"/>
                </a:lnTo>
                <a:lnTo>
                  <a:pt x="17452" y="11774"/>
                </a:lnTo>
                <a:lnTo>
                  <a:pt x="19517" y="11774"/>
                </a:lnTo>
                <a:lnTo>
                  <a:pt x="21600" y="11774"/>
                </a:lnTo>
                <a:lnTo>
                  <a:pt x="20951" y="13250"/>
                </a:lnTo>
                <a:lnTo>
                  <a:pt x="20271" y="14677"/>
                </a:lnTo>
                <a:lnTo>
                  <a:pt x="19529" y="16055"/>
                </a:lnTo>
                <a:lnTo>
                  <a:pt x="18702" y="17394"/>
                </a:lnTo>
                <a:lnTo>
                  <a:pt x="17763" y="18692"/>
                </a:lnTo>
                <a:lnTo>
                  <a:pt x="16686" y="19959"/>
                </a:lnTo>
                <a:lnTo>
                  <a:pt x="15446" y="21193"/>
                </a:lnTo>
                <a:lnTo>
                  <a:pt x="13342" y="21515"/>
                </a:lnTo>
                <a:lnTo>
                  <a:pt x="11495" y="21600"/>
                </a:lnTo>
                <a:lnTo>
                  <a:pt x="9745" y="21466"/>
                </a:lnTo>
                <a:lnTo>
                  <a:pt x="7926" y="21129"/>
                </a:lnTo>
                <a:lnTo>
                  <a:pt x="5880" y="20613"/>
                </a:lnTo>
                <a:lnTo>
                  <a:pt x="4225" y="19344"/>
                </a:lnTo>
                <a:lnTo>
                  <a:pt x="2963" y="17971"/>
                </a:lnTo>
                <a:lnTo>
                  <a:pt x="2034" y="16509"/>
                </a:lnTo>
                <a:lnTo>
                  <a:pt x="1366" y="14964"/>
                </a:lnTo>
                <a:lnTo>
                  <a:pt x="898" y="13349"/>
                </a:lnTo>
                <a:lnTo>
                  <a:pt x="557" y="11675"/>
                </a:lnTo>
                <a:lnTo>
                  <a:pt x="280" y="9946"/>
                </a:lnTo>
                <a:lnTo>
                  <a:pt x="0" y="8178"/>
                </a:lnTo>
                <a:lnTo>
                  <a:pt x="55" y="6534"/>
                </a:lnTo>
                <a:lnTo>
                  <a:pt x="203" y="5100"/>
                </a:lnTo>
                <a:lnTo>
                  <a:pt x="517" y="3803"/>
                </a:lnTo>
                <a:lnTo>
                  <a:pt x="1062" y="2571"/>
                </a:lnTo>
                <a:lnTo>
                  <a:pt x="1914" y="1328"/>
                </a:lnTo>
                <a:lnTo>
                  <a:pt x="3138" y="0"/>
                </a:lnTo>
                <a:close/>
              </a:path>
            </a:pathLst>
          </a:custGeom>
          <a:solidFill>
            <a:srgbClr val="D3A84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5" name="contour_07753"/>
          <p:cNvSpPr/>
          <p:nvPr/>
        </p:nvSpPr>
        <p:spPr>
          <a:xfrm>
            <a:off x="1940862" y="4197883"/>
            <a:ext cx="44559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36" y="0"/>
                </a:moveTo>
                <a:lnTo>
                  <a:pt x="6271" y="0"/>
                </a:lnTo>
                <a:lnTo>
                  <a:pt x="8620" y="0"/>
                </a:lnTo>
                <a:lnTo>
                  <a:pt x="11001" y="0"/>
                </a:lnTo>
                <a:lnTo>
                  <a:pt x="10782" y="733"/>
                </a:lnTo>
                <a:lnTo>
                  <a:pt x="10560" y="1470"/>
                </a:lnTo>
                <a:lnTo>
                  <a:pt x="10337" y="2219"/>
                </a:lnTo>
                <a:lnTo>
                  <a:pt x="10556" y="3015"/>
                </a:lnTo>
                <a:lnTo>
                  <a:pt x="10779" y="3815"/>
                </a:lnTo>
                <a:lnTo>
                  <a:pt x="11001" y="4629"/>
                </a:lnTo>
                <a:lnTo>
                  <a:pt x="13630" y="5150"/>
                </a:lnTo>
                <a:lnTo>
                  <a:pt x="15495" y="5491"/>
                </a:lnTo>
                <a:lnTo>
                  <a:pt x="17106" y="5726"/>
                </a:lnTo>
                <a:lnTo>
                  <a:pt x="18972" y="5928"/>
                </a:lnTo>
                <a:lnTo>
                  <a:pt x="21600" y="6171"/>
                </a:lnTo>
                <a:lnTo>
                  <a:pt x="20600" y="7045"/>
                </a:lnTo>
                <a:lnTo>
                  <a:pt x="19600" y="7918"/>
                </a:lnTo>
                <a:lnTo>
                  <a:pt x="18597" y="8794"/>
                </a:lnTo>
                <a:lnTo>
                  <a:pt x="17590" y="9674"/>
                </a:lnTo>
                <a:lnTo>
                  <a:pt x="16576" y="10558"/>
                </a:lnTo>
                <a:lnTo>
                  <a:pt x="15559" y="11446"/>
                </a:lnTo>
                <a:lnTo>
                  <a:pt x="14534" y="12343"/>
                </a:lnTo>
                <a:lnTo>
                  <a:pt x="12782" y="11578"/>
                </a:lnTo>
                <a:lnTo>
                  <a:pt x="11001" y="10800"/>
                </a:lnTo>
                <a:lnTo>
                  <a:pt x="11189" y="11778"/>
                </a:lnTo>
                <a:lnTo>
                  <a:pt x="11372" y="12770"/>
                </a:lnTo>
                <a:lnTo>
                  <a:pt x="11471" y="13617"/>
                </a:lnTo>
                <a:lnTo>
                  <a:pt x="11567" y="14469"/>
                </a:lnTo>
                <a:lnTo>
                  <a:pt x="11666" y="15333"/>
                </a:lnTo>
                <a:lnTo>
                  <a:pt x="11786" y="16175"/>
                </a:lnTo>
                <a:lnTo>
                  <a:pt x="11909" y="17022"/>
                </a:lnTo>
                <a:lnTo>
                  <a:pt x="12037" y="17882"/>
                </a:lnTo>
                <a:lnTo>
                  <a:pt x="11694" y="18601"/>
                </a:lnTo>
                <a:lnTo>
                  <a:pt x="11351" y="19324"/>
                </a:lnTo>
                <a:lnTo>
                  <a:pt x="11001" y="20057"/>
                </a:lnTo>
                <a:lnTo>
                  <a:pt x="8341" y="20505"/>
                </a:lnTo>
                <a:lnTo>
                  <a:pt x="6462" y="20809"/>
                </a:lnTo>
                <a:lnTo>
                  <a:pt x="4851" y="21043"/>
                </a:lnTo>
                <a:lnTo>
                  <a:pt x="2999" y="21282"/>
                </a:lnTo>
                <a:lnTo>
                  <a:pt x="403" y="21600"/>
                </a:lnTo>
                <a:lnTo>
                  <a:pt x="374" y="20606"/>
                </a:lnTo>
                <a:lnTo>
                  <a:pt x="346" y="19613"/>
                </a:lnTo>
                <a:lnTo>
                  <a:pt x="321" y="18621"/>
                </a:lnTo>
                <a:lnTo>
                  <a:pt x="297" y="17627"/>
                </a:lnTo>
                <a:lnTo>
                  <a:pt x="276" y="16634"/>
                </a:lnTo>
                <a:lnTo>
                  <a:pt x="254" y="15640"/>
                </a:lnTo>
                <a:lnTo>
                  <a:pt x="237" y="14646"/>
                </a:lnTo>
                <a:lnTo>
                  <a:pt x="216" y="13654"/>
                </a:lnTo>
                <a:lnTo>
                  <a:pt x="201" y="12661"/>
                </a:lnTo>
                <a:lnTo>
                  <a:pt x="184" y="11667"/>
                </a:lnTo>
                <a:lnTo>
                  <a:pt x="152" y="10723"/>
                </a:lnTo>
                <a:lnTo>
                  <a:pt x="124" y="9772"/>
                </a:lnTo>
                <a:lnTo>
                  <a:pt x="92" y="8808"/>
                </a:lnTo>
                <a:lnTo>
                  <a:pt x="81" y="7907"/>
                </a:lnTo>
                <a:lnTo>
                  <a:pt x="71" y="7000"/>
                </a:lnTo>
                <a:lnTo>
                  <a:pt x="57" y="6080"/>
                </a:lnTo>
                <a:lnTo>
                  <a:pt x="39" y="5247"/>
                </a:lnTo>
                <a:lnTo>
                  <a:pt x="21" y="4409"/>
                </a:lnTo>
                <a:lnTo>
                  <a:pt x="0" y="3559"/>
                </a:lnTo>
                <a:lnTo>
                  <a:pt x="290" y="2370"/>
                </a:lnTo>
                <a:lnTo>
                  <a:pt x="795" y="1601"/>
                </a:lnTo>
                <a:lnTo>
                  <a:pt x="1887" y="924"/>
                </a:lnTo>
                <a:lnTo>
                  <a:pt x="3936" y="0"/>
                </a:lnTo>
                <a:close/>
              </a:path>
            </a:pathLst>
          </a:custGeom>
          <a:solidFill>
            <a:srgbClr val="E6E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6" name="contour_07754"/>
          <p:cNvSpPr/>
          <p:nvPr/>
        </p:nvSpPr>
        <p:spPr>
          <a:xfrm>
            <a:off x="10191699" y="3936295"/>
            <a:ext cx="138472" cy="502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98"/>
                </a:moveTo>
                <a:lnTo>
                  <a:pt x="20821" y="3275"/>
                </a:lnTo>
                <a:lnTo>
                  <a:pt x="20041" y="3754"/>
                </a:lnTo>
                <a:lnTo>
                  <a:pt x="19262" y="4230"/>
                </a:lnTo>
                <a:lnTo>
                  <a:pt x="18481" y="4710"/>
                </a:lnTo>
                <a:lnTo>
                  <a:pt x="17698" y="5189"/>
                </a:lnTo>
                <a:lnTo>
                  <a:pt x="16915" y="5669"/>
                </a:lnTo>
                <a:lnTo>
                  <a:pt x="16130" y="6148"/>
                </a:lnTo>
                <a:lnTo>
                  <a:pt x="15343" y="6631"/>
                </a:lnTo>
                <a:lnTo>
                  <a:pt x="14554" y="7113"/>
                </a:lnTo>
                <a:lnTo>
                  <a:pt x="13761" y="7599"/>
                </a:lnTo>
                <a:lnTo>
                  <a:pt x="12967" y="8088"/>
                </a:lnTo>
                <a:lnTo>
                  <a:pt x="12170" y="8574"/>
                </a:lnTo>
                <a:lnTo>
                  <a:pt x="11368" y="9066"/>
                </a:lnTo>
                <a:lnTo>
                  <a:pt x="11594" y="10927"/>
                </a:lnTo>
                <a:lnTo>
                  <a:pt x="11820" y="12795"/>
                </a:lnTo>
                <a:lnTo>
                  <a:pt x="12046" y="14668"/>
                </a:lnTo>
                <a:lnTo>
                  <a:pt x="12274" y="16558"/>
                </a:lnTo>
                <a:lnTo>
                  <a:pt x="12505" y="18466"/>
                </a:lnTo>
                <a:lnTo>
                  <a:pt x="11755" y="18983"/>
                </a:lnTo>
                <a:lnTo>
                  <a:pt x="11003" y="19500"/>
                </a:lnTo>
                <a:lnTo>
                  <a:pt x="10249" y="20021"/>
                </a:lnTo>
                <a:lnTo>
                  <a:pt x="9490" y="20544"/>
                </a:lnTo>
                <a:lnTo>
                  <a:pt x="8728" y="21070"/>
                </a:lnTo>
                <a:lnTo>
                  <a:pt x="7958" y="21600"/>
                </a:lnTo>
                <a:lnTo>
                  <a:pt x="7958" y="19529"/>
                </a:lnTo>
                <a:lnTo>
                  <a:pt x="7958" y="17445"/>
                </a:lnTo>
                <a:lnTo>
                  <a:pt x="7958" y="15333"/>
                </a:lnTo>
                <a:lnTo>
                  <a:pt x="7170" y="15643"/>
                </a:lnTo>
                <a:lnTo>
                  <a:pt x="6381" y="15953"/>
                </a:lnTo>
                <a:lnTo>
                  <a:pt x="5592" y="16263"/>
                </a:lnTo>
                <a:lnTo>
                  <a:pt x="4802" y="16577"/>
                </a:lnTo>
                <a:lnTo>
                  <a:pt x="4009" y="16887"/>
                </a:lnTo>
                <a:lnTo>
                  <a:pt x="3214" y="17200"/>
                </a:lnTo>
                <a:lnTo>
                  <a:pt x="2416" y="17514"/>
                </a:lnTo>
                <a:lnTo>
                  <a:pt x="1614" y="17830"/>
                </a:lnTo>
                <a:lnTo>
                  <a:pt x="809" y="18147"/>
                </a:lnTo>
                <a:lnTo>
                  <a:pt x="0" y="18466"/>
                </a:lnTo>
                <a:lnTo>
                  <a:pt x="670" y="17116"/>
                </a:lnTo>
                <a:lnTo>
                  <a:pt x="1347" y="15859"/>
                </a:lnTo>
                <a:lnTo>
                  <a:pt x="2033" y="14690"/>
                </a:lnTo>
                <a:lnTo>
                  <a:pt x="2728" y="13603"/>
                </a:lnTo>
                <a:lnTo>
                  <a:pt x="3431" y="12588"/>
                </a:lnTo>
                <a:lnTo>
                  <a:pt x="4144" y="11632"/>
                </a:lnTo>
                <a:lnTo>
                  <a:pt x="4865" y="10736"/>
                </a:lnTo>
                <a:lnTo>
                  <a:pt x="5594" y="9887"/>
                </a:lnTo>
                <a:lnTo>
                  <a:pt x="6333" y="9075"/>
                </a:lnTo>
                <a:lnTo>
                  <a:pt x="7081" y="8298"/>
                </a:lnTo>
                <a:lnTo>
                  <a:pt x="7837" y="7543"/>
                </a:lnTo>
                <a:lnTo>
                  <a:pt x="8604" y="6803"/>
                </a:lnTo>
                <a:lnTo>
                  <a:pt x="9378" y="6073"/>
                </a:lnTo>
                <a:lnTo>
                  <a:pt x="10161" y="5343"/>
                </a:lnTo>
                <a:lnTo>
                  <a:pt x="10759" y="4747"/>
                </a:lnTo>
                <a:lnTo>
                  <a:pt x="11360" y="4146"/>
                </a:lnTo>
                <a:lnTo>
                  <a:pt x="11970" y="3538"/>
                </a:lnTo>
                <a:lnTo>
                  <a:pt x="12556" y="2993"/>
                </a:lnTo>
                <a:lnTo>
                  <a:pt x="13146" y="2438"/>
                </a:lnTo>
                <a:lnTo>
                  <a:pt x="13744" y="1880"/>
                </a:lnTo>
                <a:lnTo>
                  <a:pt x="13979" y="1658"/>
                </a:lnTo>
                <a:lnTo>
                  <a:pt x="14391" y="1263"/>
                </a:lnTo>
                <a:lnTo>
                  <a:pt x="15338" y="360"/>
                </a:lnTo>
                <a:lnTo>
                  <a:pt x="15914" y="138"/>
                </a:lnTo>
                <a:lnTo>
                  <a:pt x="16400" y="6"/>
                </a:lnTo>
                <a:lnTo>
                  <a:pt x="16874" y="0"/>
                </a:lnTo>
                <a:lnTo>
                  <a:pt x="17407" y="144"/>
                </a:lnTo>
                <a:lnTo>
                  <a:pt x="18072" y="467"/>
                </a:lnTo>
                <a:lnTo>
                  <a:pt x="18944" y="996"/>
                </a:lnTo>
                <a:lnTo>
                  <a:pt x="20096" y="1764"/>
                </a:lnTo>
                <a:lnTo>
                  <a:pt x="21600" y="2798"/>
                </a:lnTo>
                <a:close/>
              </a:path>
            </a:pathLst>
          </a:custGeom>
          <a:solidFill>
            <a:srgbClr val="CDD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7" name="contour_07755"/>
          <p:cNvSpPr/>
          <p:nvPr/>
        </p:nvSpPr>
        <p:spPr>
          <a:xfrm>
            <a:off x="1336789" y="3912952"/>
            <a:ext cx="160336" cy="29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6"/>
                </a:moveTo>
                <a:lnTo>
                  <a:pt x="21600" y="3122"/>
                </a:lnTo>
                <a:lnTo>
                  <a:pt x="21600" y="5780"/>
                </a:lnTo>
                <a:lnTo>
                  <a:pt x="21005" y="6655"/>
                </a:lnTo>
                <a:lnTo>
                  <a:pt x="20561" y="7219"/>
                </a:lnTo>
                <a:lnTo>
                  <a:pt x="20046" y="7726"/>
                </a:lnTo>
                <a:lnTo>
                  <a:pt x="19238" y="8416"/>
                </a:lnTo>
                <a:lnTo>
                  <a:pt x="19021" y="8612"/>
                </a:lnTo>
                <a:lnTo>
                  <a:pt x="18638" y="8949"/>
                </a:lnTo>
                <a:lnTo>
                  <a:pt x="17761" y="9735"/>
                </a:lnTo>
                <a:lnTo>
                  <a:pt x="17137" y="10262"/>
                </a:lnTo>
                <a:lnTo>
                  <a:pt x="16512" y="10789"/>
                </a:lnTo>
                <a:lnTo>
                  <a:pt x="15888" y="11317"/>
                </a:lnTo>
                <a:lnTo>
                  <a:pt x="15263" y="11844"/>
                </a:lnTo>
                <a:lnTo>
                  <a:pt x="14639" y="12371"/>
                </a:lnTo>
                <a:lnTo>
                  <a:pt x="14151" y="12804"/>
                </a:lnTo>
                <a:lnTo>
                  <a:pt x="13660" y="13247"/>
                </a:lnTo>
                <a:lnTo>
                  <a:pt x="13162" y="13690"/>
                </a:lnTo>
                <a:lnTo>
                  <a:pt x="12822" y="13975"/>
                </a:lnTo>
                <a:lnTo>
                  <a:pt x="11792" y="14845"/>
                </a:lnTo>
                <a:lnTo>
                  <a:pt x="11300" y="15578"/>
                </a:lnTo>
                <a:lnTo>
                  <a:pt x="10800" y="16327"/>
                </a:lnTo>
                <a:lnTo>
                  <a:pt x="10800" y="18942"/>
                </a:lnTo>
                <a:lnTo>
                  <a:pt x="10800" y="21600"/>
                </a:lnTo>
                <a:lnTo>
                  <a:pt x="10131" y="21600"/>
                </a:lnTo>
                <a:lnTo>
                  <a:pt x="9464" y="21600"/>
                </a:lnTo>
                <a:lnTo>
                  <a:pt x="8794" y="21600"/>
                </a:lnTo>
                <a:lnTo>
                  <a:pt x="8126" y="21600"/>
                </a:lnTo>
                <a:lnTo>
                  <a:pt x="7456" y="21600"/>
                </a:lnTo>
                <a:lnTo>
                  <a:pt x="6784" y="21600"/>
                </a:lnTo>
                <a:lnTo>
                  <a:pt x="6113" y="21600"/>
                </a:lnTo>
                <a:lnTo>
                  <a:pt x="5440" y="21600"/>
                </a:lnTo>
                <a:lnTo>
                  <a:pt x="4767" y="21600"/>
                </a:lnTo>
                <a:lnTo>
                  <a:pt x="4091" y="21600"/>
                </a:lnTo>
                <a:lnTo>
                  <a:pt x="3414" y="21600"/>
                </a:lnTo>
                <a:lnTo>
                  <a:pt x="2735" y="21600"/>
                </a:lnTo>
                <a:lnTo>
                  <a:pt x="2055" y="21600"/>
                </a:lnTo>
                <a:lnTo>
                  <a:pt x="1373" y="21600"/>
                </a:lnTo>
                <a:lnTo>
                  <a:pt x="687" y="21600"/>
                </a:lnTo>
                <a:lnTo>
                  <a:pt x="0" y="21600"/>
                </a:lnTo>
                <a:lnTo>
                  <a:pt x="663" y="19839"/>
                </a:lnTo>
                <a:lnTo>
                  <a:pt x="1299" y="18188"/>
                </a:lnTo>
                <a:lnTo>
                  <a:pt x="1912" y="16648"/>
                </a:lnTo>
                <a:lnTo>
                  <a:pt x="2508" y="15209"/>
                </a:lnTo>
                <a:lnTo>
                  <a:pt x="3091" y="13864"/>
                </a:lnTo>
                <a:lnTo>
                  <a:pt x="3666" y="12614"/>
                </a:lnTo>
                <a:lnTo>
                  <a:pt x="4239" y="11443"/>
                </a:lnTo>
                <a:lnTo>
                  <a:pt x="4814" y="10352"/>
                </a:lnTo>
                <a:lnTo>
                  <a:pt x="5396" y="9334"/>
                </a:lnTo>
                <a:lnTo>
                  <a:pt x="5991" y="8385"/>
                </a:lnTo>
                <a:lnTo>
                  <a:pt x="6603" y="7494"/>
                </a:lnTo>
                <a:lnTo>
                  <a:pt x="7237" y="6655"/>
                </a:lnTo>
                <a:lnTo>
                  <a:pt x="7898" y="5869"/>
                </a:lnTo>
                <a:lnTo>
                  <a:pt x="8591" y="5121"/>
                </a:lnTo>
                <a:lnTo>
                  <a:pt x="9227" y="4446"/>
                </a:lnTo>
                <a:lnTo>
                  <a:pt x="9873" y="3765"/>
                </a:lnTo>
                <a:lnTo>
                  <a:pt x="10566" y="3117"/>
                </a:lnTo>
                <a:lnTo>
                  <a:pt x="11258" y="2537"/>
                </a:lnTo>
                <a:lnTo>
                  <a:pt x="11947" y="2025"/>
                </a:lnTo>
                <a:lnTo>
                  <a:pt x="12634" y="1571"/>
                </a:lnTo>
                <a:lnTo>
                  <a:pt x="13319" y="1187"/>
                </a:lnTo>
                <a:lnTo>
                  <a:pt x="14005" y="854"/>
                </a:lnTo>
                <a:lnTo>
                  <a:pt x="14689" y="585"/>
                </a:lnTo>
                <a:lnTo>
                  <a:pt x="15373" y="369"/>
                </a:lnTo>
                <a:lnTo>
                  <a:pt x="16058" y="200"/>
                </a:lnTo>
                <a:lnTo>
                  <a:pt x="16744" y="90"/>
                </a:lnTo>
                <a:lnTo>
                  <a:pt x="17430" y="21"/>
                </a:lnTo>
                <a:lnTo>
                  <a:pt x="18118" y="0"/>
                </a:lnTo>
                <a:lnTo>
                  <a:pt x="18810" y="26"/>
                </a:lnTo>
                <a:lnTo>
                  <a:pt x="19502" y="90"/>
                </a:lnTo>
                <a:lnTo>
                  <a:pt x="20198" y="190"/>
                </a:lnTo>
                <a:lnTo>
                  <a:pt x="20897" y="332"/>
                </a:lnTo>
                <a:lnTo>
                  <a:pt x="21600" y="506"/>
                </a:lnTo>
                <a:close/>
              </a:path>
            </a:pathLst>
          </a:custGeom>
          <a:solidFill>
            <a:srgbClr val="E5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8" name="contour_07756"/>
          <p:cNvSpPr/>
          <p:nvPr/>
        </p:nvSpPr>
        <p:spPr>
          <a:xfrm>
            <a:off x="4798585" y="3904716"/>
            <a:ext cx="167624" cy="235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0" y="254"/>
                </a:moveTo>
                <a:lnTo>
                  <a:pt x="14222" y="194"/>
                </a:lnTo>
                <a:lnTo>
                  <a:pt x="14984" y="0"/>
                </a:lnTo>
                <a:lnTo>
                  <a:pt x="15680" y="121"/>
                </a:lnTo>
                <a:lnTo>
                  <a:pt x="16336" y="522"/>
                </a:lnTo>
                <a:lnTo>
                  <a:pt x="16960" y="1192"/>
                </a:lnTo>
                <a:lnTo>
                  <a:pt x="17559" y="2116"/>
                </a:lnTo>
                <a:lnTo>
                  <a:pt x="18138" y="3288"/>
                </a:lnTo>
                <a:lnTo>
                  <a:pt x="18706" y="4694"/>
                </a:lnTo>
                <a:lnTo>
                  <a:pt x="19268" y="6327"/>
                </a:lnTo>
                <a:lnTo>
                  <a:pt x="19832" y="8175"/>
                </a:lnTo>
                <a:lnTo>
                  <a:pt x="20404" y="10231"/>
                </a:lnTo>
                <a:lnTo>
                  <a:pt x="20991" y="12481"/>
                </a:lnTo>
                <a:lnTo>
                  <a:pt x="21600" y="14904"/>
                </a:lnTo>
                <a:lnTo>
                  <a:pt x="20949" y="14904"/>
                </a:lnTo>
                <a:lnTo>
                  <a:pt x="20297" y="14904"/>
                </a:lnTo>
                <a:lnTo>
                  <a:pt x="19646" y="14904"/>
                </a:lnTo>
                <a:lnTo>
                  <a:pt x="18993" y="14904"/>
                </a:lnTo>
                <a:lnTo>
                  <a:pt x="18337" y="14904"/>
                </a:lnTo>
                <a:lnTo>
                  <a:pt x="17681" y="14904"/>
                </a:lnTo>
                <a:lnTo>
                  <a:pt x="17022" y="14904"/>
                </a:lnTo>
                <a:lnTo>
                  <a:pt x="16360" y="14904"/>
                </a:lnTo>
                <a:lnTo>
                  <a:pt x="15695" y="14904"/>
                </a:lnTo>
                <a:lnTo>
                  <a:pt x="15026" y="14904"/>
                </a:lnTo>
                <a:lnTo>
                  <a:pt x="15026" y="18225"/>
                </a:lnTo>
                <a:lnTo>
                  <a:pt x="15026" y="21600"/>
                </a:lnTo>
                <a:lnTo>
                  <a:pt x="14379" y="21312"/>
                </a:lnTo>
                <a:lnTo>
                  <a:pt x="13733" y="21024"/>
                </a:lnTo>
                <a:lnTo>
                  <a:pt x="13086" y="20736"/>
                </a:lnTo>
                <a:lnTo>
                  <a:pt x="12438" y="20448"/>
                </a:lnTo>
                <a:lnTo>
                  <a:pt x="11791" y="20160"/>
                </a:lnTo>
                <a:lnTo>
                  <a:pt x="11143" y="19873"/>
                </a:lnTo>
                <a:lnTo>
                  <a:pt x="10495" y="19578"/>
                </a:lnTo>
                <a:lnTo>
                  <a:pt x="9846" y="19290"/>
                </a:lnTo>
                <a:lnTo>
                  <a:pt x="9196" y="19002"/>
                </a:lnTo>
                <a:lnTo>
                  <a:pt x="8546" y="18714"/>
                </a:lnTo>
                <a:lnTo>
                  <a:pt x="7895" y="18426"/>
                </a:lnTo>
                <a:lnTo>
                  <a:pt x="7244" y="18132"/>
                </a:lnTo>
                <a:lnTo>
                  <a:pt x="6591" y="17844"/>
                </a:lnTo>
                <a:lnTo>
                  <a:pt x="5937" y="17549"/>
                </a:lnTo>
                <a:lnTo>
                  <a:pt x="5283" y="17261"/>
                </a:lnTo>
                <a:lnTo>
                  <a:pt x="4627" y="16967"/>
                </a:lnTo>
                <a:lnTo>
                  <a:pt x="3971" y="16679"/>
                </a:lnTo>
                <a:lnTo>
                  <a:pt x="3312" y="16384"/>
                </a:lnTo>
                <a:lnTo>
                  <a:pt x="2653" y="16090"/>
                </a:lnTo>
                <a:lnTo>
                  <a:pt x="1992" y="15795"/>
                </a:lnTo>
                <a:lnTo>
                  <a:pt x="1330" y="15500"/>
                </a:lnTo>
                <a:lnTo>
                  <a:pt x="666" y="15206"/>
                </a:lnTo>
                <a:lnTo>
                  <a:pt x="0" y="14904"/>
                </a:lnTo>
                <a:lnTo>
                  <a:pt x="0" y="11583"/>
                </a:lnTo>
                <a:lnTo>
                  <a:pt x="0" y="8209"/>
                </a:lnTo>
                <a:lnTo>
                  <a:pt x="664" y="7660"/>
                </a:lnTo>
                <a:lnTo>
                  <a:pt x="1327" y="7117"/>
                </a:lnTo>
                <a:lnTo>
                  <a:pt x="1991" y="6582"/>
                </a:lnTo>
                <a:lnTo>
                  <a:pt x="2655" y="6053"/>
                </a:lnTo>
                <a:lnTo>
                  <a:pt x="3319" y="5537"/>
                </a:lnTo>
                <a:lnTo>
                  <a:pt x="3983" y="5042"/>
                </a:lnTo>
                <a:lnTo>
                  <a:pt x="4647" y="4553"/>
                </a:lnTo>
                <a:lnTo>
                  <a:pt x="5311" y="4084"/>
                </a:lnTo>
                <a:lnTo>
                  <a:pt x="5975" y="3636"/>
                </a:lnTo>
                <a:lnTo>
                  <a:pt x="6640" y="3200"/>
                </a:lnTo>
                <a:lnTo>
                  <a:pt x="7305" y="2792"/>
                </a:lnTo>
                <a:lnTo>
                  <a:pt x="7969" y="2404"/>
                </a:lnTo>
                <a:lnTo>
                  <a:pt x="8634" y="2049"/>
                </a:lnTo>
                <a:lnTo>
                  <a:pt x="9300" y="1714"/>
                </a:lnTo>
                <a:lnTo>
                  <a:pt x="9966" y="1406"/>
                </a:lnTo>
                <a:lnTo>
                  <a:pt x="10632" y="1132"/>
                </a:lnTo>
                <a:lnTo>
                  <a:pt x="11299" y="884"/>
                </a:lnTo>
                <a:lnTo>
                  <a:pt x="11965" y="676"/>
                </a:lnTo>
                <a:lnTo>
                  <a:pt x="12633" y="495"/>
                </a:lnTo>
                <a:lnTo>
                  <a:pt x="13301" y="362"/>
                </a:lnTo>
                <a:lnTo>
                  <a:pt x="13970" y="254"/>
                </a:lnTo>
                <a:close/>
              </a:path>
            </a:pathLst>
          </a:custGeom>
          <a:solidFill>
            <a:srgbClr val="CCD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759" name="contour_07757"/>
          <p:cNvSpPr/>
          <p:nvPr/>
        </p:nvSpPr>
        <p:spPr>
          <a:xfrm>
            <a:off x="1533565" y="3673148"/>
            <a:ext cx="1020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5" y="2851"/>
                </a:lnTo>
                <a:lnTo>
                  <a:pt x="509" y="5707"/>
                </a:lnTo>
                <a:lnTo>
                  <a:pt x="765" y="8575"/>
                </a:lnTo>
                <a:lnTo>
                  <a:pt x="1023" y="11457"/>
                </a:lnTo>
                <a:lnTo>
                  <a:pt x="1282" y="14355"/>
                </a:lnTo>
                <a:lnTo>
                  <a:pt x="1543" y="17280"/>
                </a:lnTo>
                <a:lnTo>
                  <a:pt x="2553" y="16343"/>
                </a:lnTo>
                <a:lnTo>
                  <a:pt x="3579" y="15388"/>
                </a:lnTo>
                <a:lnTo>
                  <a:pt x="4670" y="14459"/>
                </a:lnTo>
                <a:lnTo>
                  <a:pt x="5744" y="13591"/>
                </a:lnTo>
                <a:lnTo>
                  <a:pt x="6801" y="12783"/>
                </a:lnTo>
                <a:lnTo>
                  <a:pt x="7845" y="12044"/>
                </a:lnTo>
                <a:lnTo>
                  <a:pt x="8881" y="11366"/>
                </a:lnTo>
                <a:lnTo>
                  <a:pt x="9910" y="10752"/>
                </a:lnTo>
                <a:lnTo>
                  <a:pt x="10934" y="10208"/>
                </a:lnTo>
                <a:lnTo>
                  <a:pt x="11957" y="9733"/>
                </a:lnTo>
                <a:lnTo>
                  <a:pt x="12983" y="9323"/>
                </a:lnTo>
                <a:lnTo>
                  <a:pt x="14012" y="8986"/>
                </a:lnTo>
                <a:lnTo>
                  <a:pt x="15051" y="8718"/>
                </a:lnTo>
                <a:lnTo>
                  <a:pt x="16098" y="8519"/>
                </a:lnTo>
                <a:lnTo>
                  <a:pt x="17161" y="8394"/>
                </a:lnTo>
                <a:lnTo>
                  <a:pt x="18238" y="8342"/>
                </a:lnTo>
                <a:lnTo>
                  <a:pt x="19337" y="8368"/>
                </a:lnTo>
                <a:lnTo>
                  <a:pt x="20455" y="8463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20531" y="21600"/>
                </a:lnTo>
                <a:lnTo>
                  <a:pt x="19462" y="21600"/>
                </a:lnTo>
                <a:lnTo>
                  <a:pt x="18392" y="21600"/>
                </a:lnTo>
                <a:lnTo>
                  <a:pt x="17322" y="21600"/>
                </a:lnTo>
                <a:lnTo>
                  <a:pt x="16251" y="21600"/>
                </a:lnTo>
                <a:lnTo>
                  <a:pt x="15179" y="21600"/>
                </a:lnTo>
                <a:lnTo>
                  <a:pt x="14106" y="21600"/>
                </a:lnTo>
                <a:lnTo>
                  <a:pt x="13033" y="21600"/>
                </a:lnTo>
                <a:lnTo>
                  <a:pt x="11957" y="21600"/>
                </a:lnTo>
                <a:lnTo>
                  <a:pt x="10882" y="21600"/>
                </a:lnTo>
                <a:lnTo>
                  <a:pt x="9803" y="21600"/>
                </a:lnTo>
                <a:lnTo>
                  <a:pt x="8723" y="21600"/>
                </a:lnTo>
                <a:lnTo>
                  <a:pt x="7642" y="21600"/>
                </a:lnTo>
                <a:lnTo>
                  <a:pt x="6557" y="21600"/>
                </a:lnTo>
                <a:lnTo>
                  <a:pt x="5471" y="21600"/>
                </a:lnTo>
                <a:lnTo>
                  <a:pt x="4382" y="21600"/>
                </a:lnTo>
                <a:lnTo>
                  <a:pt x="3291" y="21600"/>
                </a:lnTo>
                <a:lnTo>
                  <a:pt x="2197" y="21600"/>
                </a:lnTo>
                <a:lnTo>
                  <a:pt x="110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ABC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0" name="contour_07758"/>
          <p:cNvSpPr/>
          <p:nvPr/>
        </p:nvSpPr>
        <p:spPr>
          <a:xfrm>
            <a:off x="4587233" y="3629420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362" y="2376"/>
                </a:lnTo>
                <a:lnTo>
                  <a:pt x="21125" y="4756"/>
                </a:lnTo>
                <a:lnTo>
                  <a:pt x="20887" y="7135"/>
                </a:lnTo>
                <a:lnTo>
                  <a:pt x="20647" y="9522"/>
                </a:lnTo>
                <a:lnTo>
                  <a:pt x="20408" y="11916"/>
                </a:lnTo>
                <a:lnTo>
                  <a:pt x="20168" y="14321"/>
                </a:lnTo>
                <a:lnTo>
                  <a:pt x="19926" y="16733"/>
                </a:lnTo>
                <a:lnTo>
                  <a:pt x="19684" y="19159"/>
                </a:lnTo>
                <a:lnTo>
                  <a:pt x="19440" y="21600"/>
                </a:lnTo>
                <a:lnTo>
                  <a:pt x="19239" y="19814"/>
                </a:lnTo>
                <a:lnTo>
                  <a:pt x="19036" y="18022"/>
                </a:lnTo>
                <a:lnTo>
                  <a:pt x="18833" y="16200"/>
                </a:lnTo>
                <a:lnTo>
                  <a:pt x="18319" y="14414"/>
                </a:lnTo>
                <a:lnTo>
                  <a:pt x="17803" y="12622"/>
                </a:lnTo>
                <a:lnTo>
                  <a:pt x="17280" y="10800"/>
                </a:lnTo>
                <a:lnTo>
                  <a:pt x="15567" y="10476"/>
                </a:lnTo>
                <a:lnTo>
                  <a:pt x="14316" y="10314"/>
                </a:lnTo>
                <a:lnTo>
                  <a:pt x="13167" y="10314"/>
                </a:lnTo>
                <a:lnTo>
                  <a:pt x="11757" y="10476"/>
                </a:lnTo>
                <a:lnTo>
                  <a:pt x="9720" y="10800"/>
                </a:lnTo>
                <a:lnTo>
                  <a:pt x="7683" y="11124"/>
                </a:lnTo>
                <a:lnTo>
                  <a:pt x="6273" y="11286"/>
                </a:lnTo>
                <a:lnTo>
                  <a:pt x="5124" y="11286"/>
                </a:lnTo>
                <a:lnTo>
                  <a:pt x="3873" y="11124"/>
                </a:lnTo>
                <a:lnTo>
                  <a:pt x="2160" y="10800"/>
                </a:lnTo>
                <a:lnTo>
                  <a:pt x="1732" y="8662"/>
                </a:lnTo>
                <a:lnTo>
                  <a:pt x="1302" y="6516"/>
                </a:lnTo>
                <a:lnTo>
                  <a:pt x="873" y="4363"/>
                </a:lnTo>
                <a:lnTo>
                  <a:pt x="438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B1C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1" name="contour_07759"/>
          <p:cNvSpPr/>
          <p:nvPr/>
        </p:nvSpPr>
        <p:spPr>
          <a:xfrm>
            <a:off x="11423369" y="3500065"/>
            <a:ext cx="102032" cy="348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912"/>
                </a:moveTo>
                <a:lnTo>
                  <a:pt x="20665" y="9554"/>
                </a:lnTo>
                <a:lnTo>
                  <a:pt x="19738" y="11051"/>
                </a:lnTo>
                <a:lnTo>
                  <a:pt x="18815" y="12408"/>
                </a:lnTo>
                <a:lnTo>
                  <a:pt x="17893" y="13634"/>
                </a:lnTo>
                <a:lnTo>
                  <a:pt x="16967" y="14742"/>
                </a:lnTo>
                <a:lnTo>
                  <a:pt x="16036" y="15733"/>
                </a:lnTo>
                <a:lnTo>
                  <a:pt x="15095" y="16629"/>
                </a:lnTo>
                <a:lnTo>
                  <a:pt x="14142" y="17425"/>
                </a:lnTo>
                <a:lnTo>
                  <a:pt x="13171" y="18139"/>
                </a:lnTo>
                <a:lnTo>
                  <a:pt x="12182" y="18782"/>
                </a:lnTo>
                <a:lnTo>
                  <a:pt x="11170" y="19356"/>
                </a:lnTo>
                <a:lnTo>
                  <a:pt x="10132" y="19877"/>
                </a:lnTo>
                <a:lnTo>
                  <a:pt x="9064" y="20351"/>
                </a:lnTo>
                <a:lnTo>
                  <a:pt x="8659" y="20546"/>
                </a:lnTo>
                <a:lnTo>
                  <a:pt x="7433" y="21130"/>
                </a:lnTo>
                <a:lnTo>
                  <a:pt x="6486" y="21455"/>
                </a:lnTo>
                <a:lnTo>
                  <a:pt x="5718" y="21600"/>
                </a:lnTo>
                <a:lnTo>
                  <a:pt x="4720" y="21595"/>
                </a:lnTo>
                <a:lnTo>
                  <a:pt x="3086" y="21482"/>
                </a:lnTo>
                <a:lnTo>
                  <a:pt x="1959" y="18836"/>
                </a:lnTo>
                <a:lnTo>
                  <a:pt x="1264" y="17013"/>
                </a:lnTo>
                <a:lnTo>
                  <a:pt x="707" y="15163"/>
                </a:lnTo>
                <a:lnTo>
                  <a:pt x="0" y="12435"/>
                </a:lnTo>
                <a:lnTo>
                  <a:pt x="912" y="11481"/>
                </a:lnTo>
                <a:lnTo>
                  <a:pt x="1827" y="10540"/>
                </a:lnTo>
                <a:lnTo>
                  <a:pt x="2742" y="9613"/>
                </a:lnTo>
                <a:lnTo>
                  <a:pt x="3657" y="8694"/>
                </a:lnTo>
                <a:lnTo>
                  <a:pt x="4573" y="7785"/>
                </a:lnTo>
                <a:lnTo>
                  <a:pt x="5491" y="6880"/>
                </a:lnTo>
                <a:lnTo>
                  <a:pt x="6409" y="5980"/>
                </a:lnTo>
                <a:lnTo>
                  <a:pt x="7329" y="5084"/>
                </a:lnTo>
                <a:lnTo>
                  <a:pt x="8358" y="3999"/>
                </a:lnTo>
                <a:lnTo>
                  <a:pt x="9402" y="2895"/>
                </a:lnTo>
                <a:lnTo>
                  <a:pt x="10653" y="1782"/>
                </a:lnTo>
                <a:lnTo>
                  <a:pt x="11801" y="932"/>
                </a:lnTo>
                <a:lnTo>
                  <a:pt x="12864" y="348"/>
                </a:lnTo>
                <a:lnTo>
                  <a:pt x="13863" y="36"/>
                </a:lnTo>
                <a:lnTo>
                  <a:pt x="14811" y="0"/>
                </a:lnTo>
                <a:lnTo>
                  <a:pt x="15731" y="244"/>
                </a:lnTo>
                <a:lnTo>
                  <a:pt x="16637" y="774"/>
                </a:lnTo>
                <a:lnTo>
                  <a:pt x="17547" y="1597"/>
                </a:lnTo>
                <a:lnTo>
                  <a:pt x="18480" y="2719"/>
                </a:lnTo>
                <a:lnTo>
                  <a:pt x="19455" y="4139"/>
                </a:lnTo>
                <a:lnTo>
                  <a:pt x="20489" y="5872"/>
                </a:lnTo>
                <a:lnTo>
                  <a:pt x="21600" y="7912"/>
                </a:lnTo>
                <a:close/>
              </a:path>
            </a:pathLst>
          </a:custGeom>
          <a:solidFill>
            <a:srgbClr val="B7CBD8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2" name="contour_07760"/>
          <p:cNvSpPr/>
          <p:nvPr/>
        </p:nvSpPr>
        <p:spPr>
          <a:xfrm>
            <a:off x="8311397" y="3469084"/>
            <a:ext cx="80168" cy="51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3948" y="1442"/>
                </a:lnTo>
                <a:lnTo>
                  <a:pt x="14152" y="2893"/>
                </a:lnTo>
                <a:lnTo>
                  <a:pt x="14358" y="4366"/>
                </a:lnTo>
                <a:lnTo>
                  <a:pt x="15041" y="6697"/>
                </a:lnTo>
                <a:lnTo>
                  <a:pt x="15613" y="8218"/>
                </a:lnTo>
                <a:lnTo>
                  <a:pt x="16284" y="9256"/>
                </a:lnTo>
                <a:lnTo>
                  <a:pt x="17268" y="10140"/>
                </a:lnTo>
                <a:lnTo>
                  <a:pt x="18776" y="11196"/>
                </a:lnTo>
                <a:lnTo>
                  <a:pt x="19709" y="11509"/>
                </a:lnTo>
                <a:lnTo>
                  <a:pt x="20648" y="11825"/>
                </a:lnTo>
                <a:lnTo>
                  <a:pt x="21600" y="12143"/>
                </a:lnTo>
                <a:lnTo>
                  <a:pt x="20265" y="13628"/>
                </a:lnTo>
                <a:lnTo>
                  <a:pt x="18963" y="14973"/>
                </a:lnTo>
                <a:lnTo>
                  <a:pt x="17690" y="16178"/>
                </a:lnTo>
                <a:lnTo>
                  <a:pt x="16434" y="17253"/>
                </a:lnTo>
                <a:lnTo>
                  <a:pt x="15191" y="18197"/>
                </a:lnTo>
                <a:lnTo>
                  <a:pt x="13950" y="19017"/>
                </a:lnTo>
                <a:lnTo>
                  <a:pt x="12703" y="19712"/>
                </a:lnTo>
                <a:lnTo>
                  <a:pt x="11446" y="20295"/>
                </a:lnTo>
                <a:lnTo>
                  <a:pt x="10168" y="20762"/>
                </a:lnTo>
                <a:lnTo>
                  <a:pt x="8862" y="21123"/>
                </a:lnTo>
                <a:lnTo>
                  <a:pt x="7521" y="21381"/>
                </a:lnTo>
                <a:lnTo>
                  <a:pt x="6134" y="21539"/>
                </a:lnTo>
                <a:lnTo>
                  <a:pt x="4697" y="21600"/>
                </a:lnTo>
                <a:lnTo>
                  <a:pt x="3201" y="21570"/>
                </a:lnTo>
                <a:lnTo>
                  <a:pt x="1638" y="21451"/>
                </a:lnTo>
                <a:lnTo>
                  <a:pt x="0" y="21251"/>
                </a:lnTo>
                <a:lnTo>
                  <a:pt x="446" y="19448"/>
                </a:lnTo>
                <a:lnTo>
                  <a:pt x="797" y="18215"/>
                </a:lnTo>
                <a:lnTo>
                  <a:pt x="1243" y="16982"/>
                </a:lnTo>
                <a:lnTo>
                  <a:pt x="1964" y="15179"/>
                </a:lnTo>
                <a:lnTo>
                  <a:pt x="3262" y="15179"/>
                </a:lnTo>
                <a:lnTo>
                  <a:pt x="4567" y="15179"/>
                </a:lnTo>
                <a:lnTo>
                  <a:pt x="5891" y="15179"/>
                </a:lnTo>
                <a:lnTo>
                  <a:pt x="5891" y="13173"/>
                </a:lnTo>
                <a:lnTo>
                  <a:pt x="5891" y="11154"/>
                </a:lnTo>
                <a:lnTo>
                  <a:pt x="5891" y="9108"/>
                </a:lnTo>
                <a:lnTo>
                  <a:pt x="7104" y="8470"/>
                </a:lnTo>
                <a:lnTo>
                  <a:pt x="8308" y="8006"/>
                </a:lnTo>
                <a:lnTo>
                  <a:pt x="9520" y="7662"/>
                </a:lnTo>
                <a:lnTo>
                  <a:pt x="10755" y="7383"/>
                </a:lnTo>
                <a:lnTo>
                  <a:pt x="12027" y="7116"/>
                </a:lnTo>
                <a:lnTo>
                  <a:pt x="12453" y="6855"/>
                </a:lnTo>
                <a:lnTo>
                  <a:pt x="13745" y="6072"/>
                </a:lnTo>
                <a:lnTo>
                  <a:pt x="13745" y="4065"/>
                </a:lnTo>
                <a:lnTo>
                  <a:pt x="13745" y="2046"/>
                </a:lnTo>
                <a:lnTo>
                  <a:pt x="13745" y="0"/>
                </a:lnTo>
                <a:close/>
              </a:path>
            </a:pathLst>
          </a:custGeom>
          <a:solidFill>
            <a:srgbClr val="B0C2CB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3" name="contour_07761"/>
          <p:cNvSpPr/>
          <p:nvPr/>
        </p:nvSpPr>
        <p:spPr>
          <a:xfrm>
            <a:off x="4186394" y="3388916"/>
            <a:ext cx="72880" cy="734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735" y="523"/>
                </a:lnTo>
                <a:lnTo>
                  <a:pt x="8603" y="922"/>
                </a:lnTo>
                <a:lnTo>
                  <a:pt x="9489" y="1394"/>
                </a:lnTo>
                <a:lnTo>
                  <a:pt x="10800" y="2144"/>
                </a:lnTo>
                <a:lnTo>
                  <a:pt x="11068" y="3208"/>
                </a:lnTo>
                <a:lnTo>
                  <a:pt x="11336" y="4276"/>
                </a:lnTo>
                <a:lnTo>
                  <a:pt x="11610" y="5361"/>
                </a:lnTo>
                <a:lnTo>
                  <a:pt x="11809" y="5835"/>
                </a:lnTo>
                <a:lnTo>
                  <a:pt x="12159" y="6669"/>
                </a:lnTo>
                <a:lnTo>
                  <a:pt x="12960" y="8577"/>
                </a:lnTo>
                <a:lnTo>
                  <a:pt x="14491" y="9120"/>
                </a:lnTo>
                <a:lnTo>
                  <a:pt x="15647" y="9433"/>
                </a:lnTo>
                <a:lnTo>
                  <a:pt x="17414" y="9783"/>
                </a:lnTo>
                <a:lnTo>
                  <a:pt x="18030" y="9922"/>
                </a:lnTo>
                <a:lnTo>
                  <a:pt x="19116" y="10164"/>
                </a:lnTo>
                <a:lnTo>
                  <a:pt x="21600" y="10722"/>
                </a:lnTo>
                <a:lnTo>
                  <a:pt x="21600" y="12139"/>
                </a:lnTo>
                <a:lnTo>
                  <a:pt x="21600" y="13565"/>
                </a:lnTo>
                <a:lnTo>
                  <a:pt x="21600" y="15010"/>
                </a:lnTo>
                <a:lnTo>
                  <a:pt x="20174" y="15010"/>
                </a:lnTo>
                <a:lnTo>
                  <a:pt x="18747" y="15010"/>
                </a:lnTo>
                <a:lnTo>
                  <a:pt x="17312" y="15010"/>
                </a:lnTo>
                <a:lnTo>
                  <a:pt x="15872" y="15010"/>
                </a:lnTo>
                <a:lnTo>
                  <a:pt x="14422" y="15010"/>
                </a:lnTo>
                <a:lnTo>
                  <a:pt x="12960" y="15010"/>
                </a:lnTo>
                <a:lnTo>
                  <a:pt x="14029" y="16072"/>
                </a:lnTo>
                <a:lnTo>
                  <a:pt x="15103" y="17140"/>
                </a:lnTo>
                <a:lnTo>
                  <a:pt x="16185" y="18212"/>
                </a:lnTo>
                <a:lnTo>
                  <a:pt x="17280" y="19299"/>
                </a:lnTo>
                <a:lnTo>
                  <a:pt x="15906" y="20060"/>
                </a:lnTo>
                <a:lnTo>
                  <a:pt x="14580" y="20637"/>
                </a:lnTo>
                <a:lnTo>
                  <a:pt x="13278" y="21055"/>
                </a:lnTo>
                <a:lnTo>
                  <a:pt x="11973" y="21336"/>
                </a:lnTo>
                <a:lnTo>
                  <a:pt x="10640" y="21504"/>
                </a:lnTo>
                <a:lnTo>
                  <a:pt x="9251" y="21583"/>
                </a:lnTo>
                <a:lnTo>
                  <a:pt x="7785" y="21600"/>
                </a:lnTo>
                <a:lnTo>
                  <a:pt x="6210" y="21576"/>
                </a:lnTo>
                <a:lnTo>
                  <a:pt x="5044" y="21557"/>
                </a:lnTo>
                <a:lnTo>
                  <a:pt x="3871" y="21538"/>
                </a:lnTo>
                <a:lnTo>
                  <a:pt x="2683" y="21519"/>
                </a:lnTo>
                <a:lnTo>
                  <a:pt x="1350" y="21482"/>
                </a:lnTo>
                <a:lnTo>
                  <a:pt x="0" y="21443"/>
                </a:lnTo>
                <a:lnTo>
                  <a:pt x="1063" y="20918"/>
                </a:lnTo>
                <a:lnTo>
                  <a:pt x="2130" y="20388"/>
                </a:lnTo>
                <a:lnTo>
                  <a:pt x="3214" y="19852"/>
                </a:lnTo>
                <a:lnTo>
                  <a:pt x="4592" y="18697"/>
                </a:lnTo>
                <a:lnTo>
                  <a:pt x="5536" y="17800"/>
                </a:lnTo>
                <a:lnTo>
                  <a:pt x="6152" y="16970"/>
                </a:lnTo>
                <a:lnTo>
                  <a:pt x="6547" y="16018"/>
                </a:lnTo>
                <a:lnTo>
                  <a:pt x="6832" y="14753"/>
                </a:lnTo>
                <a:lnTo>
                  <a:pt x="7113" y="12984"/>
                </a:lnTo>
                <a:lnTo>
                  <a:pt x="7074" y="11815"/>
                </a:lnTo>
                <a:lnTo>
                  <a:pt x="7024" y="10647"/>
                </a:lnTo>
                <a:lnTo>
                  <a:pt x="6962" y="9478"/>
                </a:lnTo>
                <a:lnTo>
                  <a:pt x="6886" y="8309"/>
                </a:lnTo>
                <a:lnTo>
                  <a:pt x="6841" y="7109"/>
                </a:lnTo>
                <a:lnTo>
                  <a:pt x="6795" y="5888"/>
                </a:lnTo>
                <a:lnTo>
                  <a:pt x="6731" y="4415"/>
                </a:lnTo>
                <a:lnTo>
                  <a:pt x="6655" y="2944"/>
                </a:lnTo>
                <a:lnTo>
                  <a:pt x="6571" y="1471"/>
                </a:lnTo>
                <a:lnTo>
                  <a:pt x="6480" y="0"/>
                </a:lnTo>
                <a:close/>
              </a:path>
            </a:pathLst>
          </a:custGeom>
          <a:solidFill>
            <a:srgbClr val="C2CFD3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4" name="contour_07762"/>
          <p:cNvSpPr/>
          <p:nvPr/>
        </p:nvSpPr>
        <p:spPr>
          <a:xfrm>
            <a:off x="8479021" y="3422674"/>
            <a:ext cx="72588" cy="68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49"/>
                </a:moveTo>
                <a:lnTo>
                  <a:pt x="1375" y="745"/>
                </a:lnTo>
                <a:lnTo>
                  <a:pt x="2750" y="650"/>
                </a:lnTo>
                <a:lnTo>
                  <a:pt x="4123" y="563"/>
                </a:lnTo>
                <a:lnTo>
                  <a:pt x="5498" y="482"/>
                </a:lnTo>
                <a:lnTo>
                  <a:pt x="6870" y="406"/>
                </a:lnTo>
                <a:lnTo>
                  <a:pt x="8247" y="337"/>
                </a:lnTo>
                <a:lnTo>
                  <a:pt x="9625" y="272"/>
                </a:lnTo>
                <a:lnTo>
                  <a:pt x="10995" y="154"/>
                </a:lnTo>
                <a:lnTo>
                  <a:pt x="12390" y="37"/>
                </a:lnTo>
                <a:lnTo>
                  <a:pt x="13901" y="0"/>
                </a:lnTo>
                <a:lnTo>
                  <a:pt x="15317" y="21"/>
                </a:lnTo>
                <a:lnTo>
                  <a:pt x="16690" y="143"/>
                </a:lnTo>
                <a:lnTo>
                  <a:pt x="18074" y="404"/>
                </a:lnTo>
                <a:lnTo>
                  <a:pt x="19518" y="849"/>
                </a:lnTo>
                <a:lnTo>
                  <a:pt x="20277" y="2278"/>
                </a:lnTo>
                <a:lnTo>
                  <a:pt x="20847" y="3721"/>
                </a:lnTo>
                <a:lnTo>
                  <a:pt x="21247" y="5183"/>
                </a:lnTo>
                <a:lnTo>
                  <a:pt x="21492" y="6668"/>
                </a:lnTo>
                <a:lnTo>
                  <a:pt x="21600" y="8181"/>
                </a:lnTo>
                <a:lnTo>
                  <a:pt x="21585" y="9721"/>
                </a:lnTo>
                <a:lnTo>
                  <a:pt x="21463" y="11296"/>
                </a:lnTo>
                <a:lnTo>
                  <a:pt x="21255" y="12907"/>
                </a:lnTo>
                <a:lnTo>
                  <a:pt x="20206" y="15077"/>
                </a:lnTo>
                <a:lnTo>
                  <a:pt x="19394" y="16663"/>
                </a:lnTo>
                <a:lnTo>
                  <a:pt x="18711" y="17793"/>
                </a:lnTo>
                <a:lnTo>
                  <a:pt x="18050" y="18600"/>
                </a:lnTo>
                <a:lnTo>
                  <a:pt x="17302" y="19214"/>
                </a:lnTo>
                <a:lnTo>
                  <a:pt x="16363" y="19765"/>
                </a:lnTo>
                <a:lnTo>
                  <a:pt x="15122" y="20385"/>
                </a:lnTo>
                <a:lnTo>
                  <a:pt x="13927" y="20701"/>
                </a:lnTo>
                <a:lnTo>
                  <a:pt x="12995" y="20922"/>
                </a:lnTo>
                <a:lnTo>
                  <a:pt x="12014" y="21107"/>
                </a:lnTo>
                <a:lnTo>
                  <a:pt x="10679" y="21314"/>
                </a:lnTo>
                <a:lnTo>
                  <a:pt x="8675" y="21600"/>
                </a:lnTo>
                <a:lnTo>
                  <a:pt x="8675" y="20230"/>
                </a:lnTo>
                <a:lnTo>
                  <a:pt x="8675" y="18856"/>
                </a:lnTo>
                <a:lnTo>
                  <a:pt x="8675" y="17477"/>
                </a:lnTo>
                <a:lnTo>
                  <a:pt x="8675" y="16087"/>
                </a:lnTo>
                <a:lnTo>
                  <a:pt x="8675" y="14683"/>
                </a:lnTo>
                <a:lnTo>
                  <a:pt x="10108" y="14683"/>
                </a:lnTo>
                <a:lnTo>
                  <a:pt x="11550" y="14683"/>
                </a:lnTo>
                <a:lnTo>
                  <a:pt x="13012" y="14683"/>
                </a:lnTo>
                <a:lnTo>
                  <a:pt x="13539" y="13175"/>
                </a:lnTo>
                <a:lnTo>
                  <a:pt x="13856" y="12070"/>
                </a:lnTo>
                <a:lnTo>
                  <a:pt x="14090" y="10832"/>
                </a:lnTo>
                <a:lnTo>
                  <a:pt x="14367" y="8919"/>
                </a:lnTo>
                <a:lnTo>
                  <a:pt x="14456" y="8294"/>
                </a:lnTo>
                <a:lnTo>
                  <a:pt x="14569" y="7484"/>
                </a:lnTo>
                <a:lnTo>
                  <a:pt x="14786" y="5951"/>
                </a:lnTo>
                <a:lnTo>
                  <a:pt x="15181" y="3154"/>
                </a:lnTo>
                <a:lnTo>
                  <a:pt x="13678" y="3154"/>
                </a:lnTo>
                <a:lnTo>
                  <a:pt x="12173" y="3154"/>
                </a:lnTo>
                <a:lnTo>
                  <a:pt x="10668" y="3154"/>
                </a:lnTo>
                <a:lnTo>
                  <a:pt x="9160" y="3154"/>
                </a:lnTo>
                <a:lnTo>
                  <a:pt x="7647" y="3154"/>
                </a:lnTo>
                <a:lnTo>
                  <a:pt x="6131" y="3154"/>
                </a:lnTo>
                <a:lnTo>
                  <a:pt x="4608" y="3154"/>
                </a:lnTo>
                <a:lnTo>
                  <a:pt x="3080" y="3154"/>
                </a:lnTo>
                <a:lnTo>
                  <a:pt x="1544" y="3154"/>
                </a:lnTo>
                <a:lnTo>
                  <a:pt x="0" y="3154"/>
                </a:lnTo>
                <a:lnTo>
                  <a:pt x="0" y="2011"/>
                </a:lnTo>
                <a:lnTo>
                  <a:pt x="0" y="849"/>
                </a:lnTo>
                <a:close/>
              </a:path>
            </a:pathLst>
          </a:custGeom>
          <a:solidFill>
            <a:srgbClr val="BED1DA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5" name="contour_07763"/>
          <p:cNvSpPr/>
          <p:nvPr/>
        </p:nvSpPr>
        <p:spPr>
          <a:xfrm>
            <a:off x="8230887" y="3411042"/>
            <a:ext cx="80510" cy="507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34" y="264"/>
                </a:moveTo>
                <a:lnTo>
                  <a:pt x="8822" y="375"/>
                </a:lnTo>
                <a:lnTo>
                  <a:pt x="10602" y="716"/>
                </a:lnTo>
                <a:lnTo>
                  <a:pt x="11210" y="850"/>
                </a:lnTo>
                <a:lnTo>
                  <a:pt x="13046" y="1244"/>
                </a:lnTo>
                <a:lnTo>
                  <a:pt x="14281" y="1489"/>
                </a:lnTo>
                <a:lnTo>
                  <a:pt x="15535" y="1737"/>
                </a:lnTo>
                <a:lnTo>
                  <a:pt x="16749" y="1979"/>
                </a:lnTo>
                <a:lnTo>
                  <a:pt x="17963" y="2227"/>
                </a:lnTo>
                <a:lnTo>
                  <a:pt x="19175" y="2478"/>
                </a:lnTo>
                <a:lnTo>
                  <a:pt x="20388" y="2733"/>
                </a:lnTo>
                <a:lnTo>
                  <a:pt x="21600" y="2990"/>
                </a:lnTo>
                <a:lnTo>
                  <a:pt x="20751" y="3220"/>
                </a:lnTo>
                <a:lnTo>
                  <a:pt x="19889" y="3449"/>
                </a:lnTo>
                <a:lnTo>
                  <a:pt x="19342" y="3626"/>
                </a:lnTo>
                <a:lnTo>
                  <a:pt x="17689" y="4153"/>
                </a:lnTo>
                <a:lnTo>
                  <a:pt x="16598" y="4479"/>
                </a:lnTo>
                <a:lnTo>
                  <a:pt x="15490" y="4808"/>
                </a:lnTo>
                <a:lnTo>
                  <a:pt x="15065" y="5127"/>
                </a:lnTo>
                <a:lnTo>
                  <a:pt x="13779" y="6092"/>
                </a:lnTo>
                <a:lnTo>
                  <a:pt x="13779" y="8142"/>
                </a:lnTo>
                <a:lnTo>
                  <a:pt x="13779" y="10204"/>
                </a:lnTo>
                <a:lnTo>
                  <a:pt x="13779" y="12295"/>
                </a:lnTo>
                <a:lnTo>
                  <a:pt x="12488" y="12295"/>
                </a:lnTo>
                <a:lnTo>
                  <a:pt x="11196" y="12295"/>
                </a:lnTo>
                <a:lnTo>
                  <a:pt x="9898" y="12295"/>
                </a:lnTo>
                <a:lnTo>
                  <a:pt x="8593" y="12295"/>
                </a:lnTo>
                <a:lnTo>
                  <a:pt x="7281" y="12295"/>
                </a:lnTo>
                <a:lnTo>
                  <a:pt x="5958" y="12295"/>
                </a:lnTo>
                <a:lnTo>
                  <a:pt x="5958" y="14137"/>
                </a:lnTo>
                <a:lnTo>
                  <a:pt x="5958" y="15986"/>
                </a:lnTo>
                <a:lnTo>
                  <a:pt x="5958" y="17844"/>
                </a:lnTo>
                <a:lnTo>
                  <a:pt x="5958" y="19711"/>
                </a:lnTo>
                <a:lnTo>
                  <a:pt x="5958" y="21600"/>
                </a:lnTo>
                <a:lnTo>
                  <a:pt x="4849" y="20952"/>
                </a:lnTo>
                <a:lnTo>
                  <a:pt x="4071" y="20412"/>
                </a:lnTo>
                <a:lnTo>
                  <a:pt x="3259" y="19692"/>
                </a:lnTo>
                <a:lnTo>
                  <a:pt x="2047" y="18498"/>
                </a:lnTo>
                <a:lnTo>
                  <a:pt x="1492" y="16361"/>
                </a:lnTo>
                <a:lnTo>
                  <a:pt x="1154" y="14841"/>
                </a:lnTo>
                <a:lnTo>
                  <a:pt x="896" y="13210"/>
                </a:lnTo>
                <a:lnTo>
                  <a:pt x="581" y="10744"/>
                </a:lnTo>
                <a:lnTo>
                  <a:pt x="293" y="8675"/>
                </a:lnTo>
                <a:lnTo>
                  <a:pt x="0" y="6576"/>
                </a:lnTo>
                <a:lnTo>
                  <a:pt x="47" y="4798"/>
                </a:lnTo>
                <a:lnTo>
                  <a:pt x="92" y="2990"/>
                </a:lnTo>
                <a:lnTo>
                  <a:pt x="1449" y="1697"/>
                </a:lnTo>
                <a:lnTo>
                  <a:pt x="2722" y="794"/>
                </a:lnTo>
                <a:lnTo>
                  <a:pt x="3975" y="245"/>
                </a:lnTo>
                <a:lnTo>
                  <a:pt x="5271" y="0"/>
                </a:lnTo>
                <a:lnTo>
                  <a:pt x="6669" y="22"/>
                </a:lnTo>
                <a:lnTo>
                  <a:pt x="8234" y="264"/>
                </a:lnTo>
                <a:close/>
              </a:path>
            </a:pathLst>
          </a:custGeom>
          <a:solidFill>
            <a:srgbClr val="C4D6DE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6" name="contour_07764"/>
          <p:cNvSpPr/>
          <p:nvPr/>
        </p:nvSpPr>
        <p:spPr>
          <a:xfrm>
            <a:off x="8165637" y="3381628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3176" y="444"/>
                </a:lnTo>
                <a:lnTo>
                  <a:pt x="14166" y="811"/>
                </a:lnTo>
                <a:lnTo>
                  <a:pt x="15220" y="1298"/>
                </a:lnTo>
                <a:lnTo>
                  <a:pt x="16813" y="2100"/>
                </a:lnTo>
                <a:lnTo>
                  <a:pt x="17708" y="2539"/>
                </a:lnTo>
                <a:lnTo>
                  <a:pt x="18609" y="2983"/>
                </a:lnTo>
                <a:lnTo>
                  <a:pt x="19521" y="3432"/>
                </a:lnTo>
                <a:lnTo>
                  <a:pt x="20553" y="4111"/>
                </a:lnTo>
                <a:lnTo>
                  <a:pt x="21600" y="4800"/>
                </a:lnTo>
                <a:lnTo>
                  <a:pt x="21600" y="5990"/>
                </a:lnTo>
                <a:lnTo>
                  <a:pt x="21600" y="7200"/>
                </a:lnTo>
                <a:lnTo>
                  <a:pt x="20212" y="7200"/>
                </a:lnTo>
                <a:lnTo>
                  <a:pt x="18821" y="7200"/>
                </a:lnTo>
                <a:lnTo>
                  <a:pt x="17427" y="7200"/>
                </a:lnTo>
                <a:lnTo>
                  <a:pt x="16027" y="7200"/>
                </a:lnTo>
                <a:lnTo>
                  <a:pt x="14621" y="7200"/>
                </a:lnTo>
                <a:lnTo>
                  <a:pt x="13207" y="7200"/>
                </a:lnTo>
                <a:lnTo>
                  <a:pt x="11782" y="7200"/>
                </a:lnTo>
                <a:lnTo>
                  <a:pt x="12025" y="8686"/>
                </a:lnTo>
                <a:lnTo>
                  <a:pt x="12269" y="10171"/>
                </a:lnTo>
                <a:lnTo>
                  <a:pt x="12512" y="11662"/>
                </a:lnTo>
                <a:lnTo>
                  <a:pt x="12756" y="13154"/>
                </a:lnTo>
                <a:lnTo>
                  <a:pt x="13001" y="14654"/>
                </a:lnTo>
                <a:lnTo>
                  <a:pt x="13249" y="16162"/>
                </a:lnTo>
                <a:lnTo>
                  <a:pt x="13496" y="17676"/>
                </a:lnTo>
                <a:lnTo>
                  <a:pt x="13745" y="19200"/>
                </a:lnTo>
                <a:lnTo>
                  <a:pt x="12449" y="19464"/>
                </a:lnTo>
                <a:lnTo>
                  <a:pt x="11151" y="19728"/>
                </a:lnTo>
                <a:lnTo>
                  <a:pt x="9854" y="19992"/>
                </a:lnTo>
                <a:lnTo>
                  <a:pt x="8552" y="20258"/>
                </a:lnTo>
                <a:lnTo>
                  <a:pt x="7246" y="20525"/>
                </a:lnTo>
                <a:lnTo>
                  <a:pt x="5934" y="20791"/>
                </a:lnTo>
                <a:lnTo>
                  <a:pt x="4618" y="21060"/>
                </a:lnTo>
                <a:lnTo>
                  <a:pt x="3295" y="21329"/>
                </a:lnTo>
                <a:lnTo>
                  <a:pt x="1964" y="21600"/>
                </a:lnTo>
                <a:lnTo>
                  <a:pt x="1720" y="20114"/>
                </a:lnTo>
                <a:lnTo>
                  <a:pt x="1477" y="18629"/>
                </a:lnTo>
                <a:lnTo>
                  <a:pt x="1233" y="17138"/>
                </a:lnTo>
                <a:lnTo>
                  <a:pt x="990" y="15646"/>
                </a:lnTo>
                <a:lnTo>
                  <a:pt x="744" y="14146"/>
                </a:lnTo>
                <a:lnTo>
                  <a:pt x="497" y="12638"/>
                </a:lnTo>
                <a:lnTo>
                  <a:pt x="249" y="11124"/>
                </a:lnTo>
                <a:lnTo>
                  <a:pt x="0" y="9600"/>
                </a:lnTo>
                <a:lnTo>
                  <a:pt x="1298" y="9600"/>
                </a:lnTo>
                <a:lnTo>
                  <a:pt x="2604" y="9600"/>
                </a:lnTo>
                <a:lnTo>
                  <a:pt x="3927" y="9600"/>
                </a:lnTo>
                <a:lnTo>
                  <a:pt x="3927" y="11186"/>
                </a:lnTo>
                <a:lnTo>
                  <a:pt x="3927" y="12782"/>
                </a:lnTo>
                <a:lnTo>
                  <a:pt x="3927" y="14400"/>
                </a:lnTo>
                <a:lnTo>
                  <a:pt x="5225" y="14400"/>
                </a:lnTo>
                <a:lnTo>
                  <a:pt x="6531" y="14400"/>
                </a:lnTo>
                <a:lnTo>
                  <a:pt x="7855" y="14400"/>
                </a:lnTo>
                <a:lnTo>
                  <a:pt x="8290" y="12878"/>
                </a:lnTo>
                <a:lnTo>
                  <a:pt x="8550" y="11762"/>
                </a:lnTo>
                <a:lnTo>
                  <a:pt x="8738" y="10502"/>
                </a:lnTo>
                <a:lnTo>
                  <a:pt x="8958" y="8549"/>
                </a:lnTo>
                <a:lnTo>
                  <a:pt x="9253" y="6041"/>
                </a:lnTo>
                <a:lnTo>
                  <a:pt x="9514" y="4282"/>
                </a:lnTo>
                <a:lnTo>
                  <a:pt x="9820" y="3036"/>
                </a:lnTo>
                <a:lnTo>
                  <a:pt x="10246" y="2066"/>
                </a:lnTo>
                <a:lnTo>
                  <a:pt x="10875" y="1133"/>
                </a:lnTo>
                <a:lnTo>
                  <a:pt x="11782" y="0"/>
                </a:lnTo>
                <a:close/>
              </a:path>
            </a:pathLst>
          </a:custGeom>
          <a:solidFill>
            <a:srgbClr val="B4C6CE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7" name="contour_07765"/>
          <p:cNvSpPr/>
          <p:nvPr/>
        </p:nvSpPr>
        <p:spPr>
          <a:xfrm>
            <a:off x="6611101" y="3374340"/>
            <a:ext cx="67786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44" y="0"/>
                </a:moveTo>
                <a:lnTo>
                  <a:pt x="6168" y="981"/>
                </a:lnTo>
                <a:lnTo>
                  <a:pt x="6793" y="1929"/>
                </a:lnTo>
                <a:lnTo>
                  <a:pt x="7246" y="2859"/>
                </a:lnTo>
                <a:lnTo>
                  <a:pt x="7548" y="3791"/>
                </a:lnTo>
                <a:lnTo>
                  <a:pt x="7731" y="4743"/>
                </a:lnTo>
                <a:lnTo>
                  <a:pt x="7817" y="5735"/>
                </a:lnTo>
                <a:lnTo>
                  <a:pt x="7836" y="6782"/>
                </a:lnTo>
                <a:lnTo>
                  <a:pt x="7810" y="7907"/>
                </a:lnTo>
                <a:lnTo>
                  <a:pt x="7789" y="8740"/>
                </a:lnTo>
                <a:lnTo>
                  <a:pt x="7768" y="9578"/>
                </a:lnTo>
                <a:lnTo>
                  <a:pt x="7747" y="10427"/>
                </a:lnTo>
                <a:lnTo>
                  <a:pt x="7708" y="11379"/>
                </a:lnTo>
                <a:lnTo>
                  <a:pt x="7666" y="12343"/>
                </a:lnTo>
                <a:lnTo>
                  <a:pt x="9201" y="12343"/>
                </a:lnTo>
                <a:lnTo>
                  <a:pt x="10745" y="12343"/>
                </a:lnTo>
                <a:lnTo>
                  <a:pt x="12311" y="12343"/>
                </a:lnTo>
                <a:lnTo>
                  <a:pt x="13370" y="13208"/>
                </a:lnTo>
                <a:lnTo>
                  <a:pt x="14150" y="13864"/>
                </a:lnTo>
                <a:lnTo>
                  <a:pt x="14791" y="14440"/>
                </a:lnTo>
                <a:lnTo>
                  <a:pt x="15430" y="15064"/>
                </a:lnTo>
                <a:lnTo>
                  <a:pt x="16203" y="15865"/>
                </a:lnTo>
                <a:lnTo>
                  <a:pt x="17246" y="16971"/>
                </a:lnTo>
                <a:lnTo>
                  <a:pt x="18065" y="17832"/>
                </a:lnTo>
                <a:lnTo>
                  <a:pt x="18892" y="18698"/>
                </a:lnTo>
                <a:lnTo>
                  <a:pt x="19731" y="19576"/>
                </a:lnTo>
                <a:lnTo>
                  <a:pt x="20005" y="19874"/>
                </a:lnTo>
                <a:lnTo>
                  <a:pt x="20490" y="20398"/>
                </a:lnTo>
                <a:lnTo>
                  <a:pt x="21600" y="21600"/>
                </a:lnTo>
                <a:lnTo>
                  <a:pt x="19861" y="21378"/>
                </a:lnTo>
                <a:lnTo>
                  <a:pt x="18163" y="21145"/>
                </a:lnTo>
                <a:lnTo>
                  <a:pt x="16509" y="20887"/>
                </a:lnTo>
                <a:lnTo>
                  <a:pt x="14902" y="20593"/>
                </a:lnTo>
                <a:lnTo>
                  <a:pt x="13346" y="20252"/>
                </a:lnTo>
                <a:lnTo>
                  <a:pt x="11844" y="19849"/>
                </a:lnTo>
                <a:lnTo>
                  <a:pt x="10395" y="19375"/>
                </a:lnTo>
                <a:lnTo>
                  <a:pt x="9001" y="18817"/>
                </a:lnTo>
                <a:lnTo>
                  <a:pt x="7668" y="18163"/>
                </a:lnTo>
                <a:lnTo>
                  <a:pt x="6398" y="17402"/>
                </a:lnTo>
                <a:lnTo>
                  <a:pt x="5190" y="16519"/>
                </a:lnTo>
                <a:lnTo>
                  <a:pt x="4405" y="15504"/>
                </a:lnTo>
                <a:lnTo>
                  <a:pt x="3683" y="14501"/>
                </a:lnTo>
                <a:lnTo>
                  <a:pt x="3028" y="13503"/>
                </a:lnTo>
                <a:lnTo>
                  <a:pt x="2436" y="12508"/>
                </a:lnTo>
                <a:lnTo>
                  <a:pt x="1909" y="11511"/>
                </a:lnTo>
                <a:lnTo>
                  <a:pt x="1447" y="10510"/>
                </a:lnTo>
                <a:lnTo>
                  <a:pt x="1047" y="9501"/>
                </a:lnTo>
                <a:lnTo>
                  <a:pt x="713" y="8478"/>
                </a:lnTo>
                <a:lnTo>
                  <a:pt x="444" y="7441"/>
                </a:lnTo>
                <a:lnTo>
                  <a:pt x="237" y="6383"/>
                </a:lnTo>
                <a:lnTo>
                  <a:pt x="93" y="5303"/>
                </a:lnTo>
                <a:lnTo>
                  <a:pt x="16" y="4193"/>
                </a:lnTo>
                <a:lnTo>
                  <a:pt x="0" y="3055"/>
                </a:lnTo>
                <a:lnTo>
                  <a:pt x="581" y="1955"/>
                </a:lnTo>
                <a:lnTo>
                  <a:pt x="1375" y="1308"/>
                </a:lnTo>
                <a:lnTo>
                  <a:pt x="3068" y="560"/>
                </a:lnTo>
                <a:lnTo>
                  <a:pt x="4196" y="282"/>
                </a:lnTo>
                <a:lnTo>
                  <a:pt x="5344" y="0"/>
                </a:lnTo>
                <a:close/>
              </a:path>
            </a:pathLst>
          </a:custGeom>
          <a:solidFill>
            <a:srgbClr val="C0C1C3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8" name="contour_07766"/>
          <p:cNvSpPr/>
          <p:nvPr/>
        </p:nvSpPr>
        <p:spPr>
          <a:xfrm>
            <a:off x="4157242" y="3388916"/>
            <a:ext cx="58304" cy="42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58" y="167"/>
                </a:lnTo>
                <a:lnTo>
                  <a:pt x="6391" y="364"/>
                </a:lnTo>
                <a:lnTo>
                  <a:pt x="8208" y="606"/>
                </a:lnTo>
                <a:lnTo>
                  <a:pt x="10009" y="903"/>
                </a:lnTo>
                <a:lnTo>
                  <a:pt x="11799" y="1271"/>
                </a:lnTo>
                <a:lnTo>
                  <a:pt x="13581" y="1724"/>
                </a:lnTo>
                <a:lnTo>
                  <a:pt x="15355" y="2274"/>
                </a:lnTo>
                <a:lnTo>
                  <a:pt x="17126" y="2932"/>
                </a:lnTo>
                <a:lnTo>
                  <a:pt x="18900" y="3716"/>
                </a:lnTo>
                <a:lnTo>
                  <a:pt x="19931" y="6184"/>
                </a:lnTo>
                <a:lnTo>
                  <a:pt x="20625" y="8470"/>
                </a:lnTo>
                <a:lnTo>
                  <a:pt x="21060" y="10718"/>
                </a:lnTo>
                <a:lnTo>
                  <a:pt x="21314" y="13063"/>
                </a:lnTo>
                <a:lnTo>
                  <a:pt x="21468" y="15639"/>
                </a:lnTo>
                <a:lnTo>
                  <a:pt x="21600" y="18582"/>
                </a:lnTo>
                <a:lnTo>
                  <a:pt x="19672" y="19716"/>
                </a:lnTo>
                <a:lnTo>
                  <a:pt x="17828" y="20559"/>
                </a:lnTo>
                <a:lnTo>
                  <a:pt x="16043" y="21135"/>
                </a:lnTo>
                <a:lnTo>
                  <a:pt x="14307" y="21477"/>
                </a:lnTo>
                <a:lnTo>
                  <a:pt x="12601" y="21600"/>
                </a:lnTo>
                <a:lnTo>
                  <a:pt x="10903" y="21537"/>
                </a:lnTo>
                <a:lnTo>
                  <a:pt x="9202" y="21310"/>
                </a:lnTo>
                <a:lnTo>
                  <a:pt x="7476" y="20942"/>
                </a:lnTo>
                <a:lnTo>
                  <a:pt x="5711" y="20459"/>
                </a:lnTo>
                <a:lnTo>
                  <a:pt x="3888" y="19890"/>
                </a:lnTo>
                <a:lnTo>
                  <a:pt x="1990" y="19255"/>
                </a:lnTo>
                <a:lnTo>
                  <a:pt x="0" y="18582"/>
                </a:lnTo>
                <a:lnTo>
                  <a:pt x="335" y="16282"/>
                </a:lnTo>
                <a:lnTo>
                  <a:pt x="670" y="13981"/>
                </a:lnTo>
                <a:lnTo>
                  <a:pt x="1004" y="11673"/>
                </a:lnTo>
                <a:lnTo>
                  <a:pt x="1339" y="9362"/>
                </a:lnTo>
                <a:lnTo>
                  <a:pt x="1677" y="7039"/>
                </a:lnTo>
                <a:lnTo>
                  <a:pt x="2017" y="4705"/>
                </a:lnTo>
                <a:lnTo>
                  <a:pt x="2357" y="2360"/>
                </a:lnTo>
                <a:lnTo>
                  <a:pt x="2700" y="0"/>
                </a:lnTo>
                <a:close/>
              </a:path>
            </a:pathLst>
          </a:custGeom>
          <a:solidFill>
            <a:srgbClr val="B4C1C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69" name="contour_07767"/>
          <p:cNvSpPr/>
          <p:nvPr/>
        </p:nvSpPr>
        <p:spPr>
          <a:xfrm>
            <a:off x="9595060" y="3329526"/>
            <a:ext cx="42751" cy="958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53" y="245"/>
                </a:moveTo>
                <a:lnTo>
                  <a:pt x="13484" y="82"/>
                </a:lnTo>
                <a:lnTo>
                  <a:pt x="15524" y="0"/>
                </a:lnTo>
                <a:lnTo>
                  <a:pt x="17203" y="0"/>
                </a:lnTo>
                <a:lnTo>
                  <a:pt x="19052" y="82"/>
                </a:lnTo>
                <a:lnTo>
                  <a:pt x="21600" y="245"/>
                </a:lnTo>
                <a:lnTo>
                  <a:pt x="21037" y="1170"/>
                </a:lnTo>
                <a:lnTo>
                  <a:pt x="20466" y="2099"/>
                </a:lnTo>
                <a:lnTo>
                  <a:pt x="19888" y="3042"/>
                </a:lnTo>
                <a:lnTo>
                  <a:pt x="19277" y="4192"/>
                </a:lnTo>
                <a:lnTo>
                  <a:pt x="18728" y="5340"/>
                </a:lnTo>
                <a:lnTo>
                  <a:pt x="18234" y="6490"/>
                </a:lnTo>
                <a:lnTo>
                  <a:pt x="17789" y="7642"/>
                </a:lnTo>
                <a:lnTo>
                  <a:pt x="17391" y="8795"/>
                </a:lnTo>
                <a:lnTo>
                  <a:pt x="17030" y="9952"/>
                </a:lnTo>
                <a:lnTo>
                  <a:pt x="16699" y="11111"/>
                </a:lnTo>
                <a:lnTo>
                  <a:pt x="16397" y="12274"/>
                </a:lnTo>
                <a:lnTo>
                  <a:pt x="16117" y="13444"/>
                </a:lnTo>
                <a:lnTo>
                  <a:pt x="15848" y="14618"/>
                </a:lnTo>
                <a:lnTo>
                  <a:pt x="15605" y="15634"/>
                </a:lnTo>
                <a:lnTo>
                  <a:pt x="15366" y="16665"/>
                </a:lnTo>
                <a:lnTo>
                  <a:pt x="15134" y="17653"/>
                </a:lnTo>
                <a:lnTo>
                  <a:pt x="14909" y="18640"/>
                </a:lnTo>
                <a:lnTo>
                  <a:pt x="14681" y="19625"/>
                </a:lnTo>
                <a:lnTo>
                  <a:pt x="14460" y="20613"/>
                </a:lnTo>
                <a:lnTo>
                  <a:pt x="14236" y="21600"/>
                </a:lnTo>
                <a:lnTo>
                  <a:pt x="13779" y="20785"/>
                </a:lnTo>
                <a:lnTo>
                  <a:pt x="13322" y="19967"/>
                </a:lnTo>
                <a:lnTo>
                  <a:pt x="12855" y="19136"/>
                </a:lnTo>
                <a:lnTo>
                  <a:pt x="12096" y="18321"/>
                </a:lnTo>
                <a:lnTo>
                  <a:pt x="11330" y="17503"/>
                </a:lnTo>
                <a:lnTo>
                  <a:pt x="10553" y="16672"/>
                </a:lnTo>
                <a:lnTo>
                  <a:pt x="8119" y="16672"/>
                </a:lnTo>
                <a:lnTo>
                  <a:pt x="5671" y="16672"/>
                </a:lnTo>
                <a:lnTo>
                  <a:pt x="3189" y="16672"/>
                </a:lnTo>
                <a:lnTo>
                  <a:pt x="1797" y="15458"/>
                </a:lnTo>
                <a:lnTo>
                  <a:pt x="821" y="14367"/>
                </a:lnTo>
                <a:lnTo>
                  <a:pt x="232" y="13342"/>
                </a:lnTo>
                <a:lnTo>
                  <a:pt x="0" y="12325"/>
                </a:lnTo>
                <a:lnTo>
                  <a:pt x="99" y="11259"/>
                </a:lnTo>
                <a:lnTo>
                  <a:pt x="501" y="10086"/>
                </a:lnTo>
                <a:lnTo>
                  <a:pt x="1175" y="8747"/>
                </a:lnTo>
                <a:lnTo>
                  <a:pt x="2128" y="7722"/>
                </a:lnTo>
                <a:lnTo>
                  <a:pt x="3108" y="6701"/>
                </a:lnTo>
                <a:lnTo>
                  <a:pt x="4109" y="5685"/>
                </a:lnTo>
                <a:lnTo>
                  <a:pt x="4787" y="4895"/>
                </a:lnTo>
                <a:lnTo>
                  <a:pt x="5475" y="4092"/>
                </a:lnTo>
                <a:lnTo>
                  <a:pt x="6374" y="3185"/>
                </a:lnTo>
                <a:lnTo>
                  <a:pt x="7202" y="2482"/>
                </a:lnTo>
                <a:lnTo>
                  <a:pt x="8436" y="1623"/>
                </a:lnTo>
                <a:lnTo>
                  <a:pt x="10553" y="245"/>
                </a:lnTo>
                <a:close/>
              </a:path>
            </a:pathLst>
          </a:custGeom>
          <a:solidFill>
            <a:srgbClr val="E8EB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0" name="contour_07768"/>
          <p:cNvSpPr/>
          <p:nvPr/>
        </p:nvSpPr>
        <p:spPr>
          <a:xfrm>
            <a:off x="3814706" y="3283925"/>
            <a:ext cx="102032" cy="977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54"/>
                </a:moveTo>
                <a:lnTo>
                  <a:pt x="1071" y="441"/>
                </a:lnTo>
                <a:lnTo>
                  <a:pt x="2114" y="261"/>
                </a:lnTo>
                <a:lnTo>
                  <a:pt x="3137" y="121"/>
                </a:lnTo>
                <a:lnTo>
                  <a:pt x="4147" y="31"/>
                </a:lnTo>
                <a:lnTo>
                  <a:pt x="5150" y="0"/>
                </a:lnTo>
                <a:lnTo>
                  <a:pt x="6156" y="37"/>
                </a:lnTo>
                <a:lnTo>
                  <a:pt x="7171" y="153"/>
                </a:lnTo>
                <a:lnTo>
                  <a:pt x="8202" y="354"/>
                </a:lnTo>
                <a:lnTo>
                  <a:pt x="9257" y="654"/>
                </a:lnTo>
                <a:lnTo>
                  <a:pt x="9658" y="1693"/>
                </a:lnTo>
                <a:lnTo>
                  <a:pt x="9999" y="2728"/>
                </a:lnTo>
                <a:lnTo>
                  <a:pt x="10291" y="3764"/>
                </a:lnTo>
                <a:lnTo>
                  <a:pt x="10542" y="4805"/>
                </a:lnTo>
                <a:lnTo>
                  <a:pt x="10766" y="5854"/>
                </a:lnTo>
                <a:lnTo>
                  <a:pt x="10971" y="6917"/>
                </a:lnTo>
                <a:lnTo>
                  <a:pt x="11167" y="7998"/>
                </a:lnTo>
                <a:lnTo>
                  <a:pt x="11366" y="9100"/>
                </a:lnTo>
                <a:lnTo>
                  <a:pt x="11840" y="10328"/>
                </a:lnTo>
                <a:lnTo>
                  <a:pt x="12338" y="11327"/>
                </a:lnTo>
                <a:lnTo>
                  <a:pt x="12886" y="12142"/>
                </a:lnTo>
                <a:lnTo>
                  <a:pt x="13506" y="12820"/>
                </a:lnTo>
                <a:lnTo>
                  <a:pt x="14221" y="13405"/>
                </a:lnTo>
                <a:lnTo>
                  <a:pt x="15054" y="13943"/>
                </a:lnTo>
                <a:lnTo>
                  <a:pt x="16027" y="14478"/>
                </a:lnTo>
                <a:lnTo>
                  <a:pt x="17164" y="15055"/>
                </a:lnTo>
                <a:lnTo>
                  <a:pt x="18044" y="15418"/>
                </a:lnTo>
                <a:lnTo>
                  <a:pt x="18928" y="15772"/>
                </a:lnTo>
                <a:lnTo>
                  <a:pt x="19813" y="16117"/>
                </a:lnTo>
                <a:lnTo>
                  <a:pt x="20705" y="16449"/>
                </a:lnTo>
                <a:lnTo>
                  <a:pt x="21600" y="16766"/>
                </a:lnTo>
                <a:lnTo>
                  <a:pt x="21295" y="17723"/>
                </a:lnTo>
                <a:lnTo>
                  <a:pt x="20987" y="18684"/>
                </a:lnTo>
                <a:lnTo>
                  <a:pt x="20680" y="19647"/>
                </a:lnTo>
                <a:lnTo>
                  <a:pt x="20370" y="20619"/>
                </a:lnTo>
                <a:lnTo>
                  <a:pt x="20057" y="21600"/>
                </a:lnTo>
                <a:lnTo>
                  <a:pt x="19039" y="21334"/>
                </a:lnTo>
                <a:lnTo>
                  <a:pt x="18019" y="21068"/>
                </a:lnTo>
                <a:lnTo>
                  <a:pt x="16995" y="20801"/>
                </a:lnTo>
                <a:lnTo>
                  <a:pt x="15965" y="20532"/>
                </a:lnTo>
                <a:lnTo>
                  <a:pt x="14930" y="20261"/>
                </a:lnTo>
                <a:lnTo>
                  <a:pt x="13886" y="19989"/>
                </a:lnTo>
                <a:lnTo>
                  <a:pt x="14906" y="19989"/>
                </a:lnTo>
                <a:lnTo>
                  <a:pt x="15932" y="19989"/>
                </a:lnTo>
                <a:lnTo>
                  <a:pt x="16971" y="19989"/>
                </a:lnTo>
                <a:lnTo>
                  <a:pt x="16971" y="18924"/>
                </a:lnTo>
                <a:lnTo>
                  <a:pt x="16971" y="17852"/>
                </a:lnTo>
                <a:lnTo>
                  <a:pt x="16971" y="16766"/>
                </a:lnTo>
                <a:lnTo>
                  <a:pt x="15993" y="16399"/>
                </a:lnTo>
                <a:lnTo>
                  <a:pt x="15276" y="16161"/>
                </a:lnTo>
                <a:lnTo>
                  <a:pt x="14466" y="15948"/>
                </a:lnTo>
                <a:lnTo>
                  <a:pt x="13210" y="15658"/>
                </a:lnTo>
                <a:lnTo>
                  <a:pt x="12155" y="15276"/>
                </a:lnTo>
                <a:lnTo>
                  <a:pt x="11422" y="14975"/>
                </a:lnTo>
                <a:lnTo>
                  <a:pt x="10822" y="14654"/>
                </a:lnTo>
                <a:lnTo>
                  <a:pt x="10163" y="14211"/>
                </a:lnTo>
                <a:lnTo>
                  <a:pt x="9257" y="13544"/>
                </a:lnTo>
                <a:lnTo>
                  <a:pt x="8932" y="12427"/>
                </a:lnTo>
                <a:lnTo>
                  <a:pt x="8655" y="11314"/>
                </a:lnTo>
                <a:lnTo>
                  <a:pt x="8426" y="10202"/>
                </a:lnTo>
                <a:lnTo>
                  <a:pt x="8237" y="9089"/>
                </a:lnTo>
                <a:lnTo>
                  <a:pt x="8086" y="7972"/>
                </a:lnTo>
                <a:lnTo>
                  <a:pt x="7966" y="6851"/>
                </a:lnTo>
                <a:lnTo>
                  <a:pt x="7873" y="5721"/>
                </a:lnTo>
                <a:lnTo>
                  <a:pt x="7804" y="4582"/>
                </a:lnTo>
                <a:lnTo>
                  <a:pt x="7753" y="3430"/>
                </a:lnTo>
                <a:lnTo>
                  <a:pt x="7714" y="2265"/>
                </a:lnTo>
                <a:lnTo>
                  <a:pt x="6623" y="2265"/>
                </a:lnTo>
                <a:lnTo>
                  <a:pt x="5531" y="2265"/>
                </a:lnTo>
                <a:lnTo>
                  <a:pt x="4436" y="2265"/>
                </a:lnTo>
                <a:lnTo>
                  <a:pt x="3336" y="2265"/>
                </a:lnTo>
                <a:lnTo>
                  <a:pt x="2231" y="2265"/>
                </a:lnTo>
                <a:lnTo>
                  <a:pt x="1120" y="2265"/>
                </a:lnTo>
                <a:lnTo>
                  <a:pt x="0" y="2265"/>
                </a:lnTo>
                <a:lnTo>
                  <a:pt x="0" y="1466"/>
                </a:lnTo>
                <a:lnTo>
                  <a:pt x="0" y="654"/>
                </a:lnTo>
                <a:close/>
              </a:path>
            </a:pathLst>
          </a:custGeom>
          <a:solidFill>
            <a:srgbClr val="90A0A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1" name="contour_07769"/>
          <p:cNvSpPr/>
          <p:nvPr/>
        </p:nvSpPr>
        <p:spPr>
          <a:xfrm>
            <a:off x="8260381" y="3316036"/>
            <a:ext cx="72880" cy="519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8" y="0"/>
                </a:lnTo>
                <a:lnTo>
                  <a:pt x="7184" y="0"/>
                </a:lnTo>
                <a:lnTo>
                  <a:pt x="8640" y="0"/>
                </a:lnTo>
                <a:lnTo>
                  <a:pt x="9176" y="1916"/>
                </a:lnTo>
                <a:lnTo>
                  <a:pt x="9454" y="3438"/>
                </a:lnTo>
                <a:lnTo>
                  <a:pt x="9720" y="5875"/>
                </a:lnTo>
                <a:lnTo>
                  <a:pt x="10146" y="8825"/>
                </a:lnTo>
                <a:lnTo>
                  <a:pt x="10534" y="10744"/>
                </a:lnTo>
                <a:lnTo>
                  <a:pt x="11048" y="12041"/>
                </a:lnTo>
                <a:lnTo>
                  <a:pt x="11848" y="13124"/>
                </a:lnTo>
                <a:lnTo>
                  <a:pt x="13094" y="14400"/>
                </a:lnTo>
                <a:lnTo>
                  <a:pt x="14100" y="14776"/>
                </a:lnTo>
                <a:lnTo>
                  <a:pt x="15120" y="15158"/>
                </a:lnTo>
                <a:lnTo>
                  <a:pt x="14764" y="13157"/>
                </a:lnTo>
                <a:lnTo>
                  <a:pt x="14407" y="11153"/>
                </a:lnTo>
                <a:lnTo>
                  <a:pt x="14049" y="9140"/>
                </a:lnTo>
                <a:lnTo>
                  <a:pt x="13688" y="7118"/>
                </a:lnTo>
                <a:lnTo>
                  <a:pt x="13325" y="5084"/>
                </a:lnTo>
                <a:lnTo>
                  <a:pt x="12960" y="3032"/>
                </a:lnTo>
                <a:lnTo>
                  <a:pt x="14044" y="3680"/>
                </a:lnTo>
                <a:lnTo>
                  <a:pt x="15126" y="4338"/>
                </a:lnTo>
                <a:lnTo>
                  <a:pt x="16204" y="5008"/>
                </a:lnTo>
                <a:lnTo>
                  <a:pt x="17280" y="5684"/>
                </a:lnTo>
                <a:lnTo>
                  <a:pt x="17885" y="6054"/>
                </a:lnTo>
                <a:lnTo>
                  <a:pt x="19710" y="7176"/>
                </a:lnTo>
                <a:lnTo>
                  <a:pt x="20179" y="7655"/>
                </a:lnTo>
                <a:lnTo>
                  <a:pt x="21600" y="9095"/>
                </a:lnTo>
                <a:lnTo>
                  <a:pt x="21600" y="11099"/>
                </a:lnTo>
                <a:lnTo>
                  <a:pt x="21600" y="13115"/>
                </a:lnTo>
                <a:lnTo>
                  <a:pt x="21600" y="15158"/>
                </a:lnTo>
                <a:lnTo>
                  <a:pt x="20367" y="16471"/>
                </a:lnTo>
                <a:lnTo>
                  <a:pt x="19099" y="17613"/>
                </a:lnTo>
                <a:lnTo>
                  <a:pt x="17792" y="18596"/>
                </a:lnTo>
                <a:lnTo>
                  <a:pt x="16448" y="19423"/>
                </a:lnTo>
                <a:lnTo>
                  <a:pt x="15068" y="20108"/>
                </a:lnTo>
                <a:lnTo>
                  <a:pt x="13653" y="20660"/>
                </a:lnTo>
                <a:lnTo>
                  <a:pt x="12200" y="21085"/>
                </a:lnTo>
                <a:lnTo>
                  <a:pt x="10707" y="21397"/>
                </a:lnTo>
                <a:lnTo>
                  <a:pt x="9180" y="21600"/>
                </a:lnTo>
                <a:lnTo>
                  <a:pt x="7841" y="21412"/>
                </a:lnTo>
                <a:lnTo>
                  <a:pt x="6480" y="21221"/>
                </a:lnTo>
                <a:lnTo>
                  <a:pt x="6614" y="19781"/>
                </a:lnTo>
                <a:lnTo>
                  <a:pt x="6750" y="18332"/>
                </a:lnTo>
                <a:lnTo>
                  <a:pt x="6886" y="16862"/>
                </a:lnTo>
                <a:lnTo>
                  <a:pt x="6752" y="15297"/>
                </a:lnTo>
                <a:lnTo>
                  <a:pt x="6616" y="13724"/>
                </a:lnTo>
                <a:lnTo>
                  <a:pt x="6480" y="12126"/>
                </a:lnTo>
                <a:lnTo>
                  <a:pt x="4873" y="11102"/>
                </a:lnTo>
                <a:lnTo>
                  <a:pt x="3732" y="10432"/>
                </a:lnTo>
                <a:lnTo>
                  <a:pt x="2748" y="9971"/>
                </a:lnTo>
                <a:lnTo>
                  <a:pt x="1607" y="9574"/>
                </a:lnTo>
                <a:lnTo>
                  <a:pt x="0" y="9095"/>
                </a:lnTo>
                <a:lnTo>
                  <a:pt x="808" y="7158"/>
                </a:lnTo>
                <a:lnTo>
                  <a:pt x="1419" y="5727"/>
                </a:lnTo>
                <a:lnTo>
                  <a:pt x="1957" y="4547"/>
                </a:lnTo>
                <a:lnTo>
                  <a:pt x="2540" y="3368"/>
                </a:lnTo>
                <a:lnTo>
                  <a:pt x="3288" y="1937"/>
                </a:lnTo>
                <a:lnTo>
                  <a:pt x="4320" y="0"/>
                </a:lnTo>
                <a:close/>
              </a:path>
            </a:pathLst>
          </a:custGeom>
          <a:solidFill>
            <a:srgbClr val="4C53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2" name="contour_07770"/>
          <p:cNvSpPr/>
          <p:nvPr/>
        </p:nvSpPr>
        <p:spPr>
          <a:xfrm>
            <a:off x="11758617" y="3316036"/>
            <a:ext cx="5517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06" y="0"/>
                </a:moveTo>
                <a:lnTo>
                  <a:pt x="7598" y="96"/>
                </a:lnTo>
                <a:lnTo>
                  <a:pt x="9441" y="231"/>
                </a:lnTo>
                <a:lnTo>
                  <a:pt x="11244" y="429"/>
                </a:lnTo>
                <a:lnTo>
                  <a:pt x="13018" y="710"/>
                </a:lnTo>
                <a:lnTo>
                  <a:pt x="14767" y="1092"/>
                </a:lnTo>
                <a:lnTo>
                  <a:pt x="16505" y="1605"/>
                </a:lnTo>
                <a:lnTo>
                  <a:pt x="18236" y="2262"/>
                </a:lnTo>
                <a:lnTo>
                  <a:pt x="19971" y="3086"/>
                </a:lnTo>
                <a:lnTo>
                  <a:pt x="20718" y="5141"/>
                </a:lnTo>
                <a:lnTo>
                  <a:pt x="21218" y="7048"/>
                </a:lnTo>
                <a:lnTo>
                  <a:pt x="21497" y="8896"/>
                </a:lnTo>
                <a:lnTo>
                  <a:pt x="21600" y="10775"/>
                </a:lnTo>
                <a:lnTo>
                  <a:pt x="21554" y="12775"/>
                </a:lnTo>
                <a:lnTo>
                  <a:pt x="21397" y="14981"/>
                </a:lnTo>
                <a:lnTo>
                  <a:pt x="20524" y="17052"/>
                </a:lnTo>
                <a:lnTo>
                  <a:pt x="19771" y="18286"/>
                </a:lnTo>
                <a:lnTo>
                  <a:pt x="18716" y="19178"/>
                </a:lnTo>
                <a:lnTo>
                  <a:pt x="16941" y="20215"/>
                </a:lnTo>
                <a:lnTo>
                  <a:pt x="15047" y="20585"/>
                </a:lnTo>
                <a:lnTo>
                  <a:pt x="13169" y="20887"/>
                </a:lnTo>
                <a:lnTo>
                  <a:pt x="11304" y="21122"/>
                </a:lnTo>
                <a:lnTo>
                  <a:pt x="9441" y="21298"/>
                </a:lnTo>
                <a:lnTo>
                  <a:pt x="7580" y="21427"/>
                </a:lnTo>
                <a:lnTo>
                  <a:pt x="5712" y="21514"/>
                </a:lnTo>
                <a:lnTo>
                  <a:pt x="3829" y="21566"/>
                </a:lnTo>
                <a:lnTo>
                  <a:pt x="1926" y="21594"/>
                </a:lnTo>
                <a:lnTo>
                  <a:pt x="0" y="21600"/>
                </a:lnTo>
                <a:lnTo>
                  <a:pt x="0" y="19563"/>
                </a:lnTo>
                <a:lnTo>
                  <a:pt x="0" y="17524"/>
                </a:lnTo>
                <a:lnTo>
                  <a:pt x="0" y="15475"/>
                </a:lnTo>
                <a:lnTo>
                  <a:pt x="0" y="13417"/>
                </a:lnTo>
                <a:lnTo>
                  <a:pt x="0" y="11346"/>
                </a:lnTo>
                <a:lnTo>
                  <a:pt x="0" y="9257"/>
                </a:lnTo>
                <a:lnTo>
                  <a:pt x="1886" y="9257"/>
                </a:lnTo>
                <a:lnTo>
                  <a:pt x="3783" y="9257"/>
                </a:lnTo>
                <a:lnTo>
                  <a:pt x="5706" y="9257"/>
                </a:lnTo>
                <a:lnTo>
                  <a:pt x="5706" y="7424"/>
                </a:lnTo>
                <a:lnTo>
                  <a:pt x="5706" y="5585"/>
                </a:lnTo>
                <a:lnTo>
                  <a:pt x="5706" y="3740"/>
                </a:lnTo>
                <a:lnTo>
                  <a:pt x="5706" y="1879"/>
                </a:lnTo>
                <a:lnTo>
                  <a:pt x="5706" y="0"/>
                </a:lnTo>
                <a:close/>
              </a:path>
            </a:pathLst>
          </a:custGeom>
          <a:solidFill>
            <a:srgbClr val="F2F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3" name="contour_07771"/>
          <p:cNvSpPr/>
          <p:nvPr/>
        </p:nvSpPr>
        <p:spPr>
          <a:xfrm>
            <a:off x="11612857" y="3250444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882" y="396"/>
                </a:lnTo>
                <a:lnTo>
                  <a:pt x="11667" y="792"/>
                </a:lnTo>
                <a:lnTo>
                  <a:pt x="13459" y="1190"/>
                </a:lnTo>
                <a:lnTo>
                  <a:pt x="15260" y="1591"/>
                </a:lnTo>
                <a:lnTo>
                  <a:pt x="17072" y="1994"/>
                </a:lnTo>
                <a:lnTo>
                  <a:pt x="18900" y="2400"/>
                </a:lnTo>
                <a:lnTo>
                  <a:pt x="18365" y="3826"/>
                </a:lnTo>
                <a:lnTo>
                  <a:pt x="17828" y="5256"/>
                </a:lnTo>
                <a:lnTo>
                  <a:pt x="17291" y="6691"/>
                </a:lnTo>
                <a:lnTo>
                  <a:pt x="16748" y="8138"/>
                </a:lnTo>
                <a:lnTo>
                  <a:pt x="16200" y="9600"/>
                </a:lnTo>
                <a:lnTo>
                  <a:pt x="17985" y="9600"/>
                </a:lnTo>
                <a:lnTo>
                  <a:pt x="19780" y="9600"/>
                </a:lnTo>
                <a:lnTo>
                  <a:pt x="21600" y="9600"/>
                </a:lnTo>
                <a:lnTo>
                  <a:pt x="21600" y="11297"/>
                </a:lnTo>
                <a:lnTo>
                  <a:pt x="21600" y="12996"/>
                </a:lnTo>
                <a:lnTo>
                  <a:pt x="21600" y="14700"/>
                </a:lnTo>
                <a:lnTo>
                  <a:pt x="21600" y="16411"/>
                </a:lnTo>
                <a:lnTo>
                  <a:pt x="21600" y="18130"/>
                </a:lnTo>
                <a:lnTo>
                  <a:pt x="21600" y="1985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380" y="20930"/>
                </a:lnTo>
                <a:lnTo>
                  <a:pt x="2765" y="20261"/>
                </a:lnTo>
                <a:lnTo>
                  <a:pt x="4158" y="19584"/>
                </a:lnTo>
                <a:lnTo>
                  <a:pt x="5567" y="18900"/>
                </a:lnTo>
                <a:lnTo>
                  <a:pt x="7341" y="17738"/>
                </a:lnTo>
                <a:lnTo>
                  <a:pt x="8478" y="16882"/>
                </a:lnTo>
                <a:lnTo>
                  <a:pt x="9466" y="15910"/>
                </a:lnTo>
                <a:lnTo>
                  <a:pt x="10800" y="14400"/>
                </a:lnTo>
                <a:lnTo>
                  <a:pt x="10803" y="12732"/>
                </a:lnTo>
                <a:lnTo>
                  <a:pt x="10711" y="11098"/>
                </a:lnTo>
                <a:lnTo>
                  <a:pt x="10530" y="9492"/>
                </a:lnTo>
                <a:lnTo>
                  <a:pt x="10274" y="7903"/>
                </a:lnTo>
                <a:lnTo>
                  <a:pt x="9944" y="6329"/>
                </a:lnTo>
                <a:lnTo>
                  <a:pt x="9555" y="4757"/>
                </a:lnTo>
                <a:lnTo>
                  <a:pt x="9112" y="3182"/>
                </a:lnTo>
                <a:lnTo>
                  <a:pt x="8624" y="1601"/>
                </a:lnTo>
                <a:lnTo>
                  <a:pt x="8100" y="0"/>
                </a:lnTo>
                <a:close/>
              </a:path>
            </a:pathLst>
          </a:custGeom>
          <a:solidFill>
            <a:srgbClr val="B9D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4" name="contour_07772"/>
          <p:cNvSpPr/>
          <p:nvPr/>
        </p:nvSpPr>
        <p:spPr>
          <a:xfrm>
            <a:off x="10599826" y="3284530"/>
            <a:ext cx="58304" cy="465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1093"/>
                </a:moveTo>
                <a:lnTo>
                  <a:pt x="20047" y="2874"/>
                </a:lnTo>
                <a:lnTo>
                  <a:pt x="20709" y="4170"/>
                </a:lnTo>
                <a:lnTo>
                  <a:pt x="21144" y="5623"/>
                </a:lnTo>
                <a:lnTo>
                  <a:pt x="21600" y="7863"/>
                </a:lnTo>
                <a:lnTo>
                  <a:pt x="20814" y="10192"/>
                </a:lnTo>
                <a:lnTo>
                  <a:pt x="19907" y="12359"/>
                </a:lnTo>
                <a:lnTo>
                  <a:pt x="18881" y="14383"/>
                </a:lnTo>
                <a:lnTo>
                  <a:pt x="17731" y="16282"/>
                </a:lnTo>
                <a:lnTo>
                  <a:pt x="16451" y="18073"/>
                </a:lnTo>
                <a:lnTo>
                  <a:pt x="15042" y="19772"/>
                </a:lnTo>
                <a:lnTo>
                  <a:pt x="13500" y="21404"/>
                </a:lnTo>
                <a:lnTo>
                  <a:pt x="11470" y="21600"/>
                </a:lnTo>
                <a:lnTo>
                  <a:pt x="9604" y="21488"/>
                </a:lnTo>
                <a:lnTo>
                  <a:pt x="7846" y="21069"/>
                </a:lnTo>
                <a:lnTo>
                  <a:pt x="6148" y="20344"/>
                </a:lnTo>
                <a:lnTo>
                  <a:pt x="4450" y="19329"/>
                </a:lnTo>
                <a:lnTo>
                  <a:pt x="2700" y="18019"/>
                </a:lnTo>
                <a:lnTo>
                  <a:pt x="1544" y="15602"/>
                </a:lnTo>
                <a:lnTo>
                  <a:pt x="826" y="13865"/>
                </a:lnTo>
                <a:lnTo>
                  <a:pt x="416" y="12322"/>
                </a:lnTo>
                <a:lnTo>
                  <a:pt x="184" y="10483"/>
                </a:lnTo>
                <a:lnTo>
                  <a:pt x="0" y="7863"/>
                </a:lnTo>
                <a:lnTo>
                  <a:pt x="1107" y="5690"/>
                </a:lnTo>
                <a:lnTo>
                  <a:pt x="2416" y="3917"/>
                </a:lnTo>
                <a:lnTo>
                  <a:pt x="3896" y="2508"/>
                </a:lnTo>
                <a:lnTo>
                  <a:pt x="5524" y="1442"/>
                </a:lnTo>
                <a:lnTo>
                  <a:pt x="7276" y="691"/>
                </a:lnTo>
                <a:lnTo>
                  <a:pt x="9123" y="217"/>
                </a:lnTo>
                <a:lnTo>
                  <a:pt x="11040" y="0"/>
                </a:lnTo>
                <a:lnTo>
                  <a:pt x="13001" y="7"/>
                </a:lnTo>
                <a:lnTo>
                  <a:pt x="14982" y="213"/>
                </a:lnTo>
                <a:lnTo>
                  <a:pt x="16959" y="582"/>
                </a:lnTo>
                <a:lnTo>
                  <a:pt x="18900" y="1093"/>
                </a:lnTo>
                <a:close/>
              </a:path>
            </a:pathLst>
          </a:custGeom>
          <a:solidFill>
            <a:srgbClr val="A3925E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5" name="contour_07773"/>
          <p:cNvSpPr/>
          <p:nvPr/>
        </p:nvSpPr>
        <p:spPr>
          <a:xfrm>
            <a:off x="5257729" y="3281017"/>
            <a:ext cx="123896" cy="41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376"/>
                </a:moveTo>
                <a:lnTo>
                  <a:pt x="20167" y="19634"/>
                </a:lnTo>
                <a:lnTo>
                  <a:pt x="19028" y="20579"/>
                </a:lnTo>
                <a:lnTo>
                  <a:pt x="18126" y="21221"/>
                </a:lnTo>
                <a:lnTo>
                  <a:pt x="17399" y="21558"/>
                </a:lnTo>
                <a:lnTo>
                  <a:pt x="16788" y="21600"/>
                </a:lnTo>
                <a:lnTo>
                  <a:pt x="16233" y="21344"/>
                </a:lnTo>
                <a:lnTo>
                  <a:pt x="15671" y="20801"/>
                </a:lnTo>
                <a:lnTo>
                  <a:pt x="15045" y="19967"/>
                </a:lnTo>
                <a:lnTo>
                  <a:pt x="14294" y="18854"/>
                </a:lnTo>
                <a:lnTo>
                  <a:pt x="13680" y="17741"/>
                </a:lnTo>
                <a:lnTo>
                  <a:pt x="13058" y="16613"/>
                </a:lnTo>
                <a:lnTo>
                  <a:pt x="12257" y="15691"/>
                </a:lnTo>
                <a:lnTo>
                  <a:pt x="11448" y="14930"/>
                </a:lnTo>
                <a:lnTo>
                  <a:pt x="10631" y="14315"/>
                </a:lnTo>
                <a:lnTo>
                  <a:pt x="9806" y="13825"/>
                </a:lnTo>
                <a:lnTo>
                  <a:pt x="8974" y="13439"/>
                </a:lnTo>
                <a:lnTo>
                  <a:pt x="8137" y="13133"/>
                </a:lnTo>
                <a:lnTo>
                  <a:pt x="7293" y="12896"/>
                </a:lnTo>
                <a:lnTo>
                  <a:pt x="6444" y="12701"/>
                </a:lnTo>
                <a:lnTo>
                  <a:pt x="5593" y="12536"/>
                </a:lnTo>
                <a:lnTo>
                  <a:pt x="4738" y="12372"/>
                </a:lnTo>
                <a:lnTo>
                  <a:pt x="3953" y="12161"/>
                </a:lnTo>
                <a:lnTo>
                  <a:pt x="3330" y="11921"/>
                </a:lnTo>
                <a:lnTo>
                  <a:pt x="2545" y="11492"/>
                </a:lnTo>
                <a:lnTo>
                  <a:pt x="1271" y="10727"/>
                </a:lnTo>
                <a:lnTo>
                  <a:pt x="723" y="8391"/>
                </a:lnTo>
                <a:lnTo>
                  <a:pt x="409" y="6815"/>
                </a:lnTo>
                <a:lnTo>
                  <a:pt x="207" y="5281"/>
                </a:lnTo>
                <a:lnTo>
                  <a:pt x="0" y="3079"/>
                </a:lnTo>
                <a:lnTo>
                  <a:pt x="1016" y="2134"/>
                </a:lnTo>
                <a:lnTo>
                  <a:pt x="2006" y="1373"/>
                </a:lnTo>
                <a:lnTo>
                  <a:pt x="2972" y="784"/>
                </a:lnTo>
                <a:lnTo>
                  <a:pt x="3915" y="363"/>
                </a:lnTo>
                <a:lnTo>
                  <a:pt x="4836" y="107"/>
                </a:lnTo>
                <a:lnTo>
                  <a:pt x="5739" y="0"/>
                </a:lnTo>
                <a:lnTo>
                  <a:pt x="6625" y="42"/>
                </a:lnTo>
                <a:lnTo>
                  <a:pt x="7495" y="226"/>
                </a:lnTo>
                <a:lnTo>
                  <a:pt x="8352" y="543"/>
                </a:lnTo>
                <a:lnTo>
                  <a:pt x="9195" y="987"/>
                </a:lnTo>
                <a:lnTo>
                  <a:pt x="10029" y="1553"/>
                </a:lnTo>
                <a:lnTo>
                  <a:pt x="10855" y="2233"/>
                </a:lnTo>
                <a:lnTo>
                  <a:pt x="11673" y="3017"/>
                </a:lnTo>
                <a:lnTo>
                  <a:pt x="12486" y="3905"/>
                </a:lnTo>
                <a:lnTo>
                  <a:pt x="13297" y="4888"/>
                </a:lnTo>
                <a:lnTo>
                  <a:pt x="14105" y="5955"/>
                </a:lnTo>
                <a:lnTo>
                  <a:pt x="14914" y="7102"/>
                </a:lnTo>
                <a:lnTo>
                  <a:pt x="15724" y="8326"/>
                </a:lnTo>
                <a:lnTo>
                  <a:pt x="16538" y="9614"/>
                </a:lnTo>
                <a:lnTo>
                  <a:pt x="17359" y="10964"/>
                </a:lnTo>
                <a:lnTo>
                  <a:pt x="18185" y="12364"/>
                </a:lnTo>
                <a:lnTo>
                  <a:pt x="19021" y="13814"/>
                </a:lnTo>
                <a:lnTo>
                  <a:pt x="19868" y="15305"/>
                </a:lnTo>
                <a:lnTo>
                  <a:pt x="20727" y="16827"/>
                </a:lnTo>
                <a:lnTo>
                  <a:pt x="21600" y="18376"/>
                </a:lnTo>
                <a:close/>
              </a:path>
            </a:pathLst>
          </a:custGeom>
          <a:solidFill>
            <a:srgbClr val="C9E5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6" name="contour_07774"/>
          <p:cNvSpPr/>
          <p:nvPr/>
        </p:nvSpPr>
        <p:spPr>
          <a:xfrm>
            <a:off x="8100045" y="3256143"/>
            <a:ext cx="103672" cy="38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02"/>
                </a:moveTo>
                <a:lnTo>
                  <a:pt x="2381" y="650"/>
                </a:lnTo>
                <a:lnTo>
                  <a:pt x="4528" y="431"/>
                </a:lnTo>
                <a:lnTo>
                  <a:pt x="6456" y="248"/>
                </a:lnTo>
                <a:lnTo>
                  <a:pt x="8183" y="112"/>
                </a:lnTo>
                <a:lnTo>
                  <a:pt x="9723" y="29"/>
                </a:lnTo>
                <a:lnTo>
                  <a:pt x="11091" y="0"/>
                </a:lnTo>
                <a:lnTo>
                  <a:pt x="12306" y="41"/>
                </a:lnTo>
                <a:lnTo>
                  <a:pt x="13381" y="149"/>
                </a:lnTo>
                <a:lnTo>
                  <a:pt x="14333" y="331"/>
                </a:lnTo>
                <a:lnTo>
                  <a:pt x="15177" y="600"/>
                </a:lnTo>
                <a:lnTo>
                  <a:pt x="15932" y="956"/>
                </a:lnTo>
                <a:lnTo>
                  <a:pt x="16612" y="1407"/>
                </a:lnTo>
                <a:lnTo>
                  <a:pt x="17231" y="1958"/>
                </a:lnTo>
                <a:lnTo>
                  <a:pt x="17808" y="2616"/>
                </a:lnTo>
                <a:lnTo>
                  <a:pt x="18358" y="3390"/>
                </a:lnTo>
                <a:lnTo>
                  <a:pt x="18897" y="4284"/>
                </a:lnTo>
                <a:lnTo>
                  <a:pt x="19441" y="5303"/>
                </a:lnTo>
                <a:lnTo>
                  <a:pt x="20004" y="6458"/>
                </a:lnTo>
                <a:lnTo>
                  <a:pt x="20605" y="7745"/>
                </a:lnTo>
                <a:lnTo>
                  <a:pt x="21258" y="9181"/>
                </a:lnTo>
                <a:lnTo>
                  <a:pt x="21486" y="12510"/>
                </a:lnTo>
                <a:lnTo>
                  <a:pt x="21600" y="14819"/>
                </a:lnTo>
                <a:lnTo>
                  <a:pt x="21600" y="16707"/>
                </a:lnTo>
                <a:lnTo>
                  <a:pt x="21486" y="18769"/>
                </a:lnTo>
                <a:lnTo>
                  <a:pt x="21258" y="21600"/>
                </a:lnTo>
                <a:lnTo>
                  <a:pt x="20566" y="20702"/>
                </a:lnTo>
                <a:lnTo>
                  <a:pt x="19864" y="19787"/>
                </a:lnTo>
                <a:lnTo>
                  <a:pt x="18830" y="18566"/>
                </a:lnTo>
                <a:lnTo>
                  <a:pt x="17801" y="17419"/>
                </a:lnTo>
                <a:lnTo>
                  <a:pt x="16777" y="16359"/>
                </a:lnTo>
                <a:lnTo>
                  <a:pt x="15755" y="15399"/>
                </a:lnTo>
                <a:lnTo>
                  <a:pt x="14735" y="14555"/>
                </a:lnTo>
                <a:lnTo>
                  <a:pt x="13713" y="13834"/>
                </a:lnTo>
                <a:lnTo>
                  <a:pt x="12690" y="13251"/>
                </a:lnTo>
                <a:lnTo>
                  <a:pt x="11663" y="12824"/>
                </a:lnTo>
                <a:lnTo>
                  <a:pt x="10632" y="12559"/>
                </a:lnTo>
                <a:lnTo>
                  <a:pt x="9594" y="12477"/>
                </a:lnTo>
                <a:lnTo>
                  <a:pt x="8547" y="12584"/>
                </a:lnTo>
                <a:lnTo>
                  <a:pt x="7491" y="12899"/>
                </a:lnTo>
                <a:lnTo>
                  <a:pt x="6423" y="13429"/>
                </a:lnTo>
                <a:lnTo>
                  <a:pt x="5342" y="14190"/>
                </a:lnTo>
                <a:lnTo>
                  <a:pt x="4247" y="15196"/>
                </a:lnTo>
                <a:lnTo>
                  <a:pt x="3382" y="16397"/>
                </a:lnTo>
                <a:lnTo>
                  <a:pt x="2527" y="17647"/>
                </a:lnTo>
                <a:lnTo>
                  <a:pt x="1678" y="18938"/>
                </a:lnTo>
                <a:lnTo>
                  <a:pt x="837" y="20259"/>
                </a:lnTo>
                <a:lnTo>
                  <a:pt x="0" y="21600"/>
                </a:lnTo>
                <a:lnTo>
                  <a:pt x="0" y="18673"/>
                </a:lnTo>
                <a:lnTo>
                  <a:pt x="0" y="15743"/>
                </a:lnTo>
                <a:lnTo>
                  <a:pt x="0" y="12804"/>
                </a:lnTo>
                <a:lnTo>
                  <a:pt x="0" y="9852"/>
                </a:lnTo>
                <a:lnTo>
                  <a:pt x="0" y="6888"/>
                </a:lnTo>
                <a:lnTo>
                  <a:pt x="0" y="3908"/>
                </a:lnTo>
                <a:lnTo>
                  <a:pt x="0" y="902"/>
                </a:lnTo>
                <a:close/>
              </a:path>
            </a:pathLst>
          </a:custGeom>
          <a:solidFill>
            <a:srgbClr val="51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7" name="contour_07775"/>
          <p:cNvSpPr/>
          <p:nvPr/>
        </p:nvSpPr>
        <p:spPr>
          <a:xfrm>
            <a:off x="8369701" y="3199428"/>
            <a:ext cx="3877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20" y="0"/>
                </a:moveTo>
                <a:lnTo>
                  <a:pt x="11109" y="207"/>
                </a:lnTo>
                <a:lnTo>
                  <a:pt x="13236" y="405"/>
                </a:lnTo>
                <a:lnTo>
                  <a:pt x="15088" y="679"/>
                </a:lnTo>
                <a:lnTo>
                  <a:pt x="17248" y="1114"/>
                </a:lnTo>
                <a:lnTo>
                  <a:pt x="20301" y="1800"/>
                </a:lnTo>
                <a:lnTo>
                  <a:pt x="20930" y="2934"/>
                </a:lnTo>
                <a:lnTo>
                  <a:pt x="21328" y="4064"/>
                </a:lnTo>
                <a:lnTo>
                  <a:pt x="21539" y="5195"/>
                </a:lnTo>
                <a:lnTo>
                  <a:pt x="21600" y="6329"/>
                </a:lnTo>
                <a:lnTo>
                  <a:pt x="21559" y="7470"/>
                </a:lnTo>
                <a:lnTo>
                  <a:pt x="21450" y="8622"/>
                </a:lnTo>
                <a:lnTo>
                  <a:pt x="21316" y="9788"/>
                </a:lnTo>
                <a:lnTo>
                  <a:pt x="21283" y="10892"/>
                </a:lnTo>
                <a:lnTo>
                  <a:pt x="21251" y="12013"/>
                </a:lnTo>
                <a:lnTo>
                  <a:pt x="21141" y="13412"/>
                </a:lnTo>
                <a:lnTo>
                  <a:pt x="20954" y="14666"/>
                </a:lnTo>
                <a:lnTo>
                  <a:pt x="20662" y="15818"/>
                </a:lnTo>
                <a:lnTo>
                  <a:pt x="20220" y="16913"/>
                </a:lnTo>
                <a:lnTo>
                  <a:pt x="19590" y="17993"/>
                </a:lnTo>
                <a:lnTo>
                  <a:pt x="18746" y="19105"/>
                </a:lnTo>
                <a:lnTo>
                  <a:pt x="17641" y="20293"/>
                </a:lnTo>
                <a:lnTo>
                  <a:pt x="16241" y="21600"/>
                </a:lnTo>
                <a:lnTo>
                  <a:pt x="13943" y="21091"/>
                </a:lnTo>
                <a:lnTo>
                  <a:pt x="11645" y="20581"/>
                </a:lnTo>
                <a:lnTo>
                  <a:pt x="9338" y="20070"/>
                </a:lnTo>
                <a:lnTo>
                  <a:pt x="7024" y="19557"/>
                </a:lnTo>
                <a:lnTo>
                  <a:pt x="4698" y="19040"/>
                </a:lnTo>
                <a:lnTo>
                  <a:pt x="2359" y="18522"/>
                </a:lnTo>
                <a:lnTo>
                  <a:pt x="0" y="18000"/>
                </a:lnTo>
                <a:lnTo>
                  <a:pt x="881" y="17179"/>
                </a:lnTo>
                <a:lnTo>
                  <a:pt x="1778" y="16348"/>
                </a:lnTo>
                <a:lnTo>
                  <a:pt x="3013" y="15062"/>
                </a:lnTo>
                <a:lnTo>
                  <a:pt x="4113" y="13808"/>
                </a:lnTo>
                <a:lnTo>
                  <a:pt x="5079" y="12580"/>
                </a:lnTo>
                <a:lnTo>
                  <a:pt x="5916" y="11367"/>
                </a:lnTo>
                <a:lnTo>
                  <a:pt x="6626" y="10165"/>
                </a:lnTo>
                <a:lnTo>
                  <a:pt x="7215" y="8964"/>
                </a:lnTo>
                <a:lnTo>
                  <a:pt x="7682" y="7760"/>
                </a:lnTo>
                <a:lnTo>
                  <a:pt x="8035" y="6541"/>
                </a:lnTo>
                <a:lnTo>
                  <a:pt x="8271" y="5303"/>
                </a:lnTo>
                <a:lnTo>
                  <a:pt x="8392" y="4037"/>
                </a:lnTo>
                <a:lnTo>
                  <a:pt x="8409" y="2736"/>
                </a:lnTo>
                <a:lnTo>
                  <a:pt x="8315" y="1393"/>
                </a:lnTo>
                <a:lnTo>
                  <a:pt x="8120" y="0"/>
                </a:lnTo>
                <a:close/>
              </a:path>
            </a:pathLst>
          </a:custGeom>
          <a:solidFill>
            <a:srgbClr val="7F8783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8" name="contour_07776"/>
          <p:cNvSpPr/>
          <p:nvPr/>
        </p:nvSpPr>
        <p:spPr>
          <a:xfrm>
            <a:off x="4097539" y="3243156"/>
            <a:ext cx="11800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98" y="0"/>
                </a:moveTo>
                <a:lnTo>
                  <a:pt x="18390" y="0"/>
                </a:lnTo>
                <a:lnTo>
                  <a:pt x="19185" y="0"/>
                </a:lnTo>
                <a:lnTo>
                  <a:pt x="19983" y="0"/>
                </a:lnTo>
                <a:lnTo>
                  <a:pt x="20788" y="0"/>
                </a:lnTo>
                <a:lnTo>
                  <a:pt x="21600" y="0"/>
                </a:ln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20738" y="6727"/>
                </a:lnTo>
                <a:lnTo>
                  <a:pt x="19879" y="7153"/>
                </a:lnTo>
                <a:lnTo>
                  <a:pt x="19021" y="7483"/>
                </a:lnTo>
                <a:lnTo>
                  <a:pt x="18156" y="7745"/>
                </a:lnTo>
                <a:lnTo>
                  <a:pt x="17281" y="7973"/>
                </a:lnTo>
                <a:lnTo>
                  <a:pt x="16389" y="8196"/>
                </a:lnTo>
                <a:lnTo>
                  <a:pt x="15665" y="8723"/>
                </a:lnTo>
                <a:lnTo>
                  <a:pt x="14930" y="9257"/>
                </a:lnTo>
                <a:lnTo>
                  <a:pt x="14930" y="11297"/>
                </a:lnTo>
                <a:lnTo>
                  <a:pt x="14930" y="13349"/>
                </a:lnTo>
                <a:lnTo>
                  <a:pt x="14930" y="15429"/>
                </a:lnTo>
                <a:lnTo>
                  <a:pt x="14122" y="16172"/>
                </a:lnTo>
                <a:lnTo>
                  <a:pt x="13519" y="16623"/>
                </a:lnTo>
                <a:lnTo>
                  <a:pt x="12818" y="16965"/>
                </a:lnTo>
                <a:lnTo>
                  <a:pt x="11720" y="17382"/>
                </a:lnTo>
                <a:lnTo>
                  <a:pt x="11057" y="17641"/>
                </a:lnTo>
                <a:lnTo>
                  <a:pt x="10390" y="17900"/>
                </a:lnTo>
                <a:lnTo>
                  <a:pt x="9714" y="18166"/>
                </a:lnTo>
                <a:lnTo>
                  <a:pt x="9014" y="18406"/>
                </a:lnTo>
                <a:lnTo>
                  <a:pt x="8308" y="18653"/>
                </a:lnTo>
                <a:lnTo>
                  <a:pt x="7593" y="18900"/>
                </a:lnTo>
                <a:lnTo>
                  <a:pt x="7281" y="19017"/>
                </a:lnTo>
                <a:lnTo>
                  <a:pt x="6731" y="19227"/>
                </a:lnTo>
                <a:lnTo>
                  <a:pt x="5472" y="19708"/>
                </a:lnTo>
                <a:lnTo>
                  <a:pt x="4604" y="20036"/>
                </a:lnTo>
                <a:lnTo>
                  <a:pt x="3735" y="20356"/>
                </a:lnTo>
                <a:lnTo>
                  <a:pt x="2865" y="20674"/>
                </a:lnTo>
                <a:lnTo>
                  <a:pt x="1996" y="20986"/>
                </a:lnTo>
                <a:lnTo>
                  <a:pt x="1126" y="21295"/>
                </a:lnTo>
                <a:lnTo>
                  <a:pt x="256" y="21600"/>
                </a:lnTo>
                <a:lnTo>
                  <a:pt x="85" y="19415"/>
                </a:lnTo>
                <a:lnTo>
                  <a:pt x="0" y="17839"/>
                </a:lnTo>
                <a:lnTo>
                  <a:pt x="0" y="16431"/>
                </a:lnTo>
                <a:lnTo>
                  <a:pt x="85" y="14750"/>
                </a:lnTo>
                <a:lnTo>
                  <a:pt x="256" y="12343"/>
                </a:lnTo>
                <a:lnTo>
                  <a:pt x="1091" y="11599"/>
                </a:lnTo>
                <a:lnTo>
                  <a:pt x="1890" y="10951"/>
                </a:lnTo>
                <a:lnTo>
                  <a:pt x="2669" y="10383"/>
                </a:lnTo>
                <a:lnTo>
                  <a:pt x="3447" y="9884"/>
                </a:lnTo>
                <a:lnTo>
                  <a:pt x="4237" y="9442"/>
                </a:lnTo>
                <a:lnTo>
                  <a:pt x="5058" y="9044"/>
                </a:lnTo>
                <a:lnTo>
                  <a:pt x="5926" y="8677"/>
                </a:lnTo>
                <a:lnTo>
                  <a:pt x="6719" y="8301"/>
                </a:lnTo>
                <a:lnTo>
                  <a:pt x="7525" y="7912"/>
                </a:lnTo>
                <a:lnTo>
                  <a:pt x="8450" y="7520"/>
                </a:lnTo>
                <a:lnTo>
                  <a:pt x="9365" y="7180"/>
                </a:lnTo>
                <a:lnTo>
                  <a:pt x="10276" y="6890"/>
                </a:lnTo>
                <a:lnTo>
                  <a:pt x="11182" y="6650"/>
                </a:lnTo>
                <a:lnTo>
                  <a:pt x="12086" y="6455"/>
                </a:lnTo>
                <a:lnTo>
                  <a:pt x="12992" y="6307"/>
                </a:lnTo>
                <a:lnTo>
                  <a:pt x="13899" y="6202"/>
                </a:lnTo>
                <a:lnTo>
                  <a:pt x="14811" y="6137"/>
                </a:lnTo>
                <a:lnTo>
                  <a:pt x="15730" y="6113"/>
                </a:lnTo>
                <a:lnTo>
                  <a:pt x="16659" y="6125"/>
                </a:lnTo>
                <a:lnTo>
                  <a:pt x="17598" y="6171"/>
                </a:lnTo>
                <a:lnTo>
                  <a:pt x="17598" y="4132"/>
                </a:lnTo>
                <a:lnTo>
                  <a:pt x="17598" y="2080"/>
                </a:lnTo>
                <a:lnTo>
                  <a:pt x="17598" y="0"/>
                </a:lnTo>
                <a:close/>
              </a:path>
            </a:pathLst>
          </a:custGeom>
          <a:solidFill>
            <a:srgbClr val="D6E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7779" name="contour_07777"/>
          <p:cNvSpPr/>
          <p:nvPr/>
        </p:nvSpPr>
        <p:spPr>
          <a:xfrm>
            <a:off x="7071943" y="3208232"/>
            <a:ext cx="87951" cy="349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077"/>
                </a:moveTo>
                <a:lnTo>
                  <a:pt x="21226" y="10687"/>
                </a:lnTo>
                <a:lnTo>
                  <a:pt x="20914" y="12499"/>
                </a:lnTo>
                <a:lnTo>
                  <a:pt x="20499" y="14352"/>
                </a:lnTo>
                <a:lnTo>
                  <a:pt x="19810" y="17092"/>
                </a:lnTo>
                <a:lnTo>
                  <a:pt x="18609" y="17931"/>
                </a:lnTo>
                <a:lnTo>
                  <a:pt x="17743" y="18404"/>
                </a:lnTo>
                <a:lnTo>
                  <a:pt x="16789" y="18688"/>
                </a:lnTo>
                <a:lnTo>
                  <a:pt x="15328" y="18959"/>
                </a:lnTo>
                <a:lnTo>
                  <a:pt x="14936" y="19035"/>
                </a:lnTo>
                <a:lnTo>
                  <a:pt x="14242" y="19170"/>
                </a:lnTo>
                <a:lnTo>
                  <a:pt x="12654" y="19486"/>
                </a:lnTo>
                <a:lnTo>
                  <a:pt x="12243" y="19549"/>
                </a:lnTo>
                <a:lnTo>
                  <a:pt x="11518" y="19662"/>
                </a:lnTo>
                <a:lnTo>
                  <a:pt x="9855" y="19910"/>
                </a:lnTo>
                <a:lnTo>
                  <a:pt x="8922" y="20085"/>
                </a:lnTo>
                <a:lnTo>
                  <a:pt x="7983" y="20261"/>
                </a:lnTo>
                <a:lnTo>
                  <a:pt x="7032" y="20437"/>
                </a:lnTo>
                <a:lnTo>
                  <a:pt x="5881" y="20649"/>
                </a:lnTo>
                <a:lnTo>
                  <a:pt x="4731" y="20852"/>
                </a:lnTo>
                <a:lnTo>
                  <a:pt x="3578" y="21046"/>
                </a:lnTo>
                <a:lnTo>
                  <a:pt x="2427" y="21239"/>
                </a:lnTo>
                <a:lnTo>
                  <a:pt x="1274" y="21420"/>
                </a:lnTo>
                <a:lnTo>
                  <a:pt x="122" y="21600"/>
                </a:lnTo>
                <a:lnTo>
                  <a:pt x="41" y="18422"/>
                </a:lnTo>
                <a:lnTo>
                  <a:pt x="0" y="16132"/>
                </a:lnTo>
                <a:lnTo>
                  <a:pt x="0" y="14077"/>
                </a:lnTo>
                <a:lnTo>
                  <a:pt x="41" y="11607"/>
                </a:lnTo>
                <a:lnTo>
                  <a:pt x="122" y="8077"/>
                </a:lnTo>
                <a:lnTo>
                  <a:pt x="1303" y="5725"/>
                </a:lnTo>
                <a:lnTo>
                  <a:pt x="2495" y="3827"/>
                </a:lnTo>
                <a:lnTo>
                  <a:pt x="3698" y="2348"/>
                </a:lnTo>
                <a:lnTo>
                  <a:pt x="4913" y="1258"/>
                </a:lnTo>
                <a:lnTo>
                  <a:pt x="6137" y="523"/>
                </a:lnTo>
                <a:lnTo>
                  <a:pt x="7374" y="117"/>
                </a:lnTo>
                <a:lnTo>
                  <a:pt x="8620" y="0"/>
                </a:lnTo>
                <a:lnTo>
                  <a:pt x="9876" y="149"/>
                </a:lnTo>
                <a:lnTo>
                  <a:pt x="11144" y="532"/>
                </a:lnTo>
                <a:lnTo>
                  <a:pt x="12418" y="1109"/>
                </a:lnTo>
                <a:lnTo>
                  <a:pt x="13705" y="1857"/>
                </a:lnTo>
                <a:lnTo>
                  <a:pt x="14999" y="2736"/>
                </a:lnTo>
                <a:lnTo>
                  <a:pt x="16302" y="3723"/>
                </a:lnTo>
                <a:lnTo>
                  <a:pt x="17614" y="4782"/>
                </a:lnTo>
                <a:lnTo>
                  <a:pt x="18935" y="5882"/>
                </a:lnTo>
                <a:lnTo>
                  <a:pt x="20263" y="6991"/>
                </a:lnTo>
                <a:lnTo>
                  <a:pt x="21600" y="8077"/>
                </a:lnTo>
                <a:close/>
              </a:path>
            </a:pathLst>
          </a:custGeom>
          <a:solidFill>
            <a:srgbClr val="BDD1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0" name="contour_07778"/>
          <p:cNvSpPr/>
          <p:nvPr/>
        </p:nvSpPr>
        <p:spPr>
          <a:xfrm>
            <a:off x="10854906" y="3189837"/>
            <a:ext cx="87456" cy="393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5" y="264"/>
                </a:moveTo>
                <a:lnTo>
                  <a:pt x="13799" y="140"/>
                </a:lnTo>
                <a:lnTo>
                  <a:pt x="14787" y="16"/>
                </a:lnTo>
                <a:lnTo>
                  <a:pt x="15921" y="0"/>
                </a:lnTo>
                <a:lnTo>
                  <a:pt x="16821" y="124"/>
                </a:lnTo>
                <a:lnTo>
                  <a:pt x="17959" y="508"/>
                </a:lnTo>
                <a:lnTo>
                  <a:pt x="19800" y="1263"/>
                </a:lnTo>
                <a:lnTo>
                  <a:pt x="20509" y="4028"/>
                </a:lnTo>
                <a:lnTo>
                  <a:pt x="20959" y="6034"/>
                </a:lnTo>
                <a:lnTo>
                  <a:pt x="21233" y="7857"/>
                </a:lnTo>
                <a:lnTo>
                  <a:pt x="21416" y="10071"/>
                </a:lnTo>
                <a:lnTo>
                  <a:pt x="21600" y="13252"/>
                </a:lnTo>
                <a:lnTo>
                  <a:pt x="21208" y="15853"/>
                </a:lnTo>
                <a:lnTo>
                  <a:pt x="20891" y="17556"/>
                </a:lnTo>
                <a:lnTo>
                  <a:pt x="20477" y="19102"/>
                </a:lnTo>
                <a:lnTo>
                  <a:pt x="19800" y="21244"/>
                </a:lnTo>
                <a:lnTo>
                  <a:pt x="18535" y="21600"/>
                </a:lnTo>
                <a:lnTo>
                  <a:pt x="17570" y="21576"/>
                </a:lnTo>
                <a:lnTo>
                  <a:pt x="16081" y="21152"/>
                </a:lnTo>
                <a:lnTo>
                  <a:pt x="15534" y="20997"/>
                </a:lnTo>
                <a:lnTo>
                  <a:pt x="13883" y="20525"/>
                </a:lnTo>
                <a:lnTo>
                  <a:pt x="12744" y="20137"/>
                </a:lnTo>
                <a:lnTo>
                  <a:pt x="11587" y="19746"/>
                </a:lnTo>
                <a:lnTo>
                  <a:pt x="10438" y="19406"/>
                </a:lnTo>
                <a:lnTo>
                  <a:pt x="9270" y="19058"/>
                </a:lnTo>
                <a:lnTo>
                  <a:pt x="8136" y="18711"/>
                </a:lnTo>
                <a:lnTo>
                  <a:pt x="7000" y="18355"/>
                </a:lnTo>
                <a:lnTo>
                  <a:pt x="5866" y="17991"/>
                </a:lnTo>
                <a:lnTo>
                  <a:pt x="4734" y="17624"/>
                </a:lnTo>
                <a:lnTo>
                  <a:pt x="3600" y="17248"/>
                </a:lnTo>
                <a:lnTo>
                  <a:pt x="3600" y="14606"/>
                </a:lnTo>
                <a:lnTo>
                  <a:pt x="3600" y="11949"/>
                </a:lnTo>
                <a:lnTo>
                  <a:pt x="3600" y="9255"/>
                </a:lnTo>
                <a:lnTo>
                  <a:pt x="2531" y="7789"/>
                </a:lnTo>
                <a:lnTo>
                  <a:pt x="1800" y="6882"/>
                </a:lnTo>
                <a:lnTo>
                  <a:pt x="1069" y="6166"/>
                </a:lnTo>
                <a:lnTo>
                  <a:pt x="0" y="5259"/>
                </a:lnTo>
                <a:lnTo>
                  <a:pt x="1179" y="4292"/>
                </a:lnTo>
                <a:lnTo>
                  <a:pt x="2338" y="3453"/>
                </a:lnTo>
                <a:lnTo>
                  <a:pt x="3481" y="2733"/>
                </a:lnTo>
                <a:lnTo>
                  <a:pt x="4617" y="2126"/>
                </a:lnTo>
                <a:lnTo>
                  <a:pt x="5749" y="1619"/>
                </a:lnTo>
                <a:lnTo>
                  <a:pt x="6885" y="1203"/>
                </a:lnTo>
                <a:lnTo>
                  <a:pt x="8030" y="875"/>
                </a:lnTo>
                <a:lnTo>
                  <a:pt x="9191" y="627"/>
                </a:lnTo>
                <a:lnTo>
                  <a:pt x="10372" y="448"/>
                </a:lnTo>
                <a:lnTo>
                  <a:pt x="11581" y="328"/>
                </a:lnTo>
                <a:lnTo>
                  <a:pt x="12825" y="264"/>
                </a:lnTo>
                <a:close/>
              </a:path>
            </a:pathLst>
          </a:custGeom>
          <a:solidFill>
            <a:srgbClr val="D0E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1" name="contour_07779"/>
          <p:cNvSpPr/>
          <p:nvPr/>
        </p:nvSpPr>
        <p:spPr>
          <a:xfrm>
            <a:off x="5695008" y="3104684"/>
            <a:ext cx="65592" cy="902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20390" y="0"/>
                </a:lnTo>
                <a:lnTo>
                  <a:pt x="21600" y="0"/>
                </a:lnTo>
                <a:lnTo>
                  <a:pt x="21454" y="1074"/>
                </a:lnTo>
                <a:lnTo>
                  <a:pt x="21305" y="2148"/>
                </a:lnTo>
                <a:lnTo>
                  <a:pt x="21156" y="3222"/>
                </a:lnTo>
                <a:lnTo>
                  <a:pt x="21007" y="4296"/>
                </a:lnTo>
                <a:lnTo>
                  <a:pt x="20856" y="5369"/>
                </a:lnTo>
                <a:lnTo>
                  <a:pt x="20702" y="6443"/>
                </a:lnTo>
                <a:lnTo>
                  <a:pt x="20549" y="7517"/>
                </a:lnTo>
                <a:lnTo>
                  <a:pt x="20479" y="8049"/>
                </a:lnTo>
                <a:lnTo>
                  <a:pt x="20263" y="9653"/>
                </a:lnTo>
                <a:lnTo>
                  <a:pt x="19939" y="11863"/>
                </a:lnTo>
                <a:lnTo>
                  <a:pt x="19668" y="13652"/>
                </a:lnTo>
                <a:lnTo>
                  <a:pt x="19423" y="15089"/>
                </a:lnTo>
                <a:lnTo>
                  <a:pt x="19190" y="16237"/>
                </a:lnTo>
                <a:lnTo>
                  <a:pt x="18943" y="17170"/>
                </a:lnTo>
                <a:lnTo>
                  <a:pt x="18662" y="17951"/>
                </a:lnTo>
                <a:lnTo>
                  <a:pt x="18329" y="18649"/>
                </a:lnTo>
                <a:lnTo>
                  <a:pt x="17923" y="19332"/>
                </a:lnTo>
                <a:lnTo>
                  <a:pt x="17419" y="20066"/>
                </a:lnTo>
                <a:lnTo>
                  <a:pt x="16800" y="20920"/>
                </a:lnTo>
                <a:lnTo>
                  <a:pt x="15194" y="21215"/>
                </a:lnTo>
                <a:lnTo>
                  <a:pt x="13596" y="21422"/>
                </a:lnTo>
                <a:lnTo>
                  <a:pt x="12005" y="21549"/>
                </a:lnTo>
                <a:lnTo>
                  <a:pt x="10416" y="21600"/>
                </a:lnTo>
                <a:lnTo>
                  <a:pt x="8827" y="21583"/>
                </a:lnTo>
                <a:lnTo>
                  <a:pt x="7234" y="21499"/>
                </a:lnTo>
                <a:lnTo>
                  <a:pt x="5635" y="21358"/>
                </a:lnTo>
                <a:lnTo>
                  <a:pt x="4025" y="21162"/>
                </a:lnTo>
                <a:lnTo>
                  <a:pt x="2400" y="20920"/>
                </a:lnTo>
                <a:lnTo>
                  <a:pt x="1373" y="19623"/>
                </a:lnTo>
                <a:lnTo>
                  <a:pt x="734" y="18703"/>
                </a:lnTo>
                <a:lnTo>
                  <a:pt x="370" y="17908"/>
                </a:lnTo>
                <a:lnTo>
                  <a:pt x="163" y="16987"/>
                </a:lnTo>
                <a:lnTo>
                  <a:pt x="0" y="15690"/>
                </a:lnTo>
                <a:lnTo>
                  <a:pt x="725" y="15777"/>
                </a:lnTo>
                <a:lnTo>
                  <a:pt x="1390" y="15859"/>
                </a:lnTo>
                <a:lnTo>
                  <a:pt x="2117" y="15946"/>
                </a:lnTo>
                <a:lnTo>
                  <a:pt x="3024" y="16056"/>
                </a:lnTo>
                <a:lnTo>
                  <a:pt x="4229" y="16203"/>
                </a:lnTo>
                <a:lnTo>
                  <a:pt x="5851" y="16398"/>
                </a:lnTo>
                <a:lnTo>
                  <a:pt x="8006" y="16659"/>
                </a:lnTo>
                <a:lnTo>
                  <a:pt x="10817" y="16999"/>
                </a:lnTo>
                <a:lnTo>
                  <a:pt x="14400" y="17433"/>
                </a:lnTo>
                <a:lnTo>
                  <a:pt x="14400" y="16283"/>
                </a:lnTo>
                <a:lnTo>
                  <a:pt x="14400" y="15132"/>
                </a:lnTo>
                <a:lnTo>
                  <a:pt x="14400" y="13980"/>
                </a:lnTo>
                <a:lnTo>
                  <a:pt x="14400" y="12826"/>
                </a:lnTo>
                <a:lnTo>
                  <a:pt x="14400" y="11670"/>
                </a:lnTo>
                <a:lnTo>
                  <a:pt x="14400" y="10512"/>
                </a:lnTo>
                <a:lnTo>
                  <a:pt x="14400" y="9351"/>
                </a:lnTo>
                <a:lnTo>
                  <a:pt x="14400" y="8187"/>
                </a:lnTo>
                <a:lnTo>
                  <a:pt x="14400" y="7019"/>
                </a:lnTo>
                <a:lnTo>
                  <a:pt x="14400" y="5847"/>
                </a:lnTo>
                <a:lnTo>
                  <a:pt x="14400" y="4669"/>
                </a:lnTo>
                <a:lnTo>
                  <a:pt x="14400" y="3487"/>
                </a:lnTo>
                <a:lnTo>
                  <a:pt x="15986" y="3487"/>
                </a:lnTo>
                <a:lnTo>
                  <a:pt x="17582" y="3487"/>
                </a:lnTo>
                <a:lnTo>
                  <a:pt x="19200" y="3487"/>
                </a:lnTo>
                <a:lnTo>
                  <a:pt x="19200" y="2334"/>
                </a:lnTo>
                <a:lnTo>
                  <a:pt x="19200" y="1175"/>
                </a:lnTo>
                <a:lnTo>
                  <a:pt x="19200" y="0"/>
                </a:lnTo>
                <a:close/>
              </a:path>
            </a:pathLst>
          </a:custGeom>
          <a:solidFill>
            <a:srgbClr val="B3AAB0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2" name="contour_07780"/>
          <p:cNvSpPr/>
          <p:nvPr/>
        </p:nvSpPr>
        <p:spPr>
          <a:xfrm>
            <a:off x="4623673" y="3177564"/>
            <a:ext cx="65592" cy="32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3247"/>
                </a:lnTo>
                <a:lnTo>
                  <a:pt x="21600" y="6498"/>
                </a:lnTo>
                <a:lnTo>
                  <a:pt x="21600" y="9765"/>
                </a:lnTo>
                <a:lnTo>
                  <a:pt x="21600" y="13046"/>
                </a:lnTo>
                <a:lnTo>
                  <a:pt x="21600" y="16346"/>
                </a:lnTo>
                <a:lnTo>
                  <a:pt x="21600" y="19677"/>
                </a:lnTo>
                <a:lnTo>
                  <a:pt x="19982" y="19977"/>
                </a:lnTo>
                <a:lnTo>
                  <a:pt x="18362" y="20247"/>
                </a:lnTo>
                <a:lnTo>
                  <a:pt x="16742" y="20488"/>
                </a:lnTo>
                <a:lnTo>
                  <a:pt x="15122" y="20710"/>
                </a:lnTo>
                <a:lnTo>
                  <a:pt x="13500" y="20906"/>
                </a:lnTo>
                <a:lnTo>
                  <a:pt x="11995" y="21133"/>
                </a:lnTo>
                <a:lnTo>
                  <a:pt x="10481" y="21364"/>
                </a:lnTo>
                <a:lnTo>
                  <a:pt x="8945" y="21600"/>
                </a:lnTo>
                <a:lnTo>
                  <a:pt x="7574" y="20965"/>
                </a:lnTo>
                <a:lnTo>
                  <a:pt x="6197" y="20326"/>
                </a:lnTo>
                <a:lnTo>
                  <a:pt x="4800" y="19677"/>
                </a:lnTo>
                <a:lnTo>
                  <a:pt x="4121" y="16892"/>
                </a:lnTo>
                <a:lnTo>
                  <a:pt x="3442" y="14108"/>
                </a:lnTo>
                <a:lnTo>
                  <a:pt x="2760" y="11314"/>
                </a:lnTo>
                <a:lnTo>
                  <a:pt x="2076" y="8510"/>
                </a:lnTo>
                <a:lnTo>
                  <a:pt x="1387" y="5691"/>
                </a:lnTo>
                <a:lnTo>
                  <a:pt x="696" y="2858"/>
                </a:lnTo>
                <a:lnTo>
                  <a:pt x="0" y="0"/>
                </a:lnTo>
                <a:close/>
              </a:path>
            </a:pathLst>
          </a:custGeom>
          <a:solidFill>
            <a:srgbClr val="D6E2E8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3" name="contour_07781"/>
          <p:cNvSpPr/>
          <p:nvPr/>
        </p:nvSpPr>
        <p:spPr>
          <a:xfrm>
            <a:off x="10397854" y="3097396"/>
            <a:ext cx="4163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77" y="0"/>
                </a:moveTo>
                <a:lnTo>
                  <a:pt x="8140" y="1080"/>
                </a:lnTo>
                <a:lnTo>
                  <a:pt x="9804" y="2162"/>
                </a:lnTo>
                <a:lnTo>
                  <a:pt x="11471" y="3244"/>
                </a:lnTo>
                <a:lnTo>
                  <a:pt x="13146" y="4328"/>
                </a:lnTo>
                <a:lnTo>
                  <a:pt x="14821" y="5418"/>
                </a:lnTo>
                <a:lnTo>
                  <a:pt x="16503" y="6509"/>
                </a:lnTo>
                <a:lnTo>
                  <a:pt x="18193" y="7607"/>
                </a:lnTo>
                <a:lnTo>
                  <a:pt x="19891" y="8709"/>
                </a:lnTo>
                <a:lnTo>
                  <a:pt x="21600" y="9818"/>
                </a:lnTo>
                <a:lnTo>
                  <a:pt x="20780" y="10030"/>
                </a:lnTo>
                <a:lnTo>
                  <a:pt x="19721" y="10307"/>
                </a:lnTo>
                <a:lnTo>
                  <a:pt x="17710" y="10829"/>
                </a:lnTo>
                <a:lnTo>
                  <a:pt x="14038" y="11782"/>
                </a:lnTo>
                <a:lnTo>
                  <a:pt x="13615" y="13176"/>
                </a:lnTo>
                <a:lnTo>
                  <a:pt x="13426" y="14166"/>
                </a:lnTo>
                <a:lnTo>
                  <a:pt x="13426" y="15220"/>
                </a:lnTo>
                <a:lnTo>
                  <a:pt x="13566" y="16813"/>
                </a:lnTo>
                <a:lnTo>
                  <a:pt x="13668" y="18158"/>
                </a:lnTo>
                <a:lnTo>
                  <a:pt x="13774" y="19521"/>
                </a:lnTo>
                <a:lnTo>
                  <a:pt x="13906" y="20553"/>
                </a:lnTo>
                <a:lnTo>
                  <a:pt x="14038" y="21600"/>
                </a:lnTo>
                <a:lnTo>
                  <a:pt x="11792" y="21600"/>
                </a:lnTo>
                <a:lnTo>
                  <a:pt x="9539" y="21600"/>
                </a:lnTo>
                <a:lnTo>
                  <a:pt x="7278" y="21600"/>
                </a:lnTo>
                <a:lnTo>
                  <a:pt x="4998" y="21600"/>
                </a:lnTo>
                <a:lnTo>
                  <a:pt x="2696" y="21600"/>
                </a:lnTo>
                <a:lnTo>
                  <a:pt x="1958" y="20025"/>
                </a:lnTo>
                <a:lnTo>
                  <a:pt x="1331" y="18527"/>
                </a:lnTo>
                <a:lnTo>
                  <a:pt x="820" y="17093"/>
                </a:lnTo>
                <a:lnTo>
                  <a:pt x="427" y="15715"/>
                </a:lnTo>
                <a:lnTo>
                  <a:pt x="155" y="14384"/>
                </a:lnTo>
                <a:lnTo>
                  <a:pt x="11" y="13088"/>
                </a:lnTo>
                <a:lnTo>
                  <a:pt x="0" y="11817"/>
                </a:lnTo>
                <a:lnTo>
                  <a:pt x="121" y="10566"/>
                </a:lnTo>
                <a:lnTo>
                  <a:pt x="382" y="9321"/>
                </a:lnTo>
                <a:lnTo>
                  <a:pt x="790" y="8074"/>
                </a:lnTo>
                <a:lnTo>
                  <a:pt x="1342" y="6814"/>
                </a:lnTo>
                <a:lnTo>
                  <a:pt x="2049" y="5534"/>
                </a:lnTo>
                <a:lnTo>
                  <a:pt x="2911" y="4222"/>
                </a:lnTo>
                <a:lnTo>
                  <a:pt x="3932" y="2869"/>
                </a:lnTo>
                <a:lnTo>
                  <a:pt x="5119" y="1465"/>
                </a:lnTo>
                <a:lnTo>
                  <a:pt x="6477" y="0"/>
                </a:lnTo>
                <a:close/>
              </a:path>
            </a:pathLst>
          </a:custGeom>
          <a:solidFill>
            <a:srgbClr val="A1B2B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4" name="contour_07782"/>
          <p:cNvSpPr/>
          <p:nvPr/>
        </p:nvSpPr>
        <p:spPr>
          <a:xfrm>
            <a:off x="9871027" y="3112359"/>
            <a:ext cx="116608" cy="43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3440"/>
                </a:moveTo>
                <a:lnTo>
                  <a:pt x="18008" y="3440"/>
                </a:lnTo>
                <a:lnTo>
                  <a:pt x="17110" y="3440"/>
                </a:lnTo>
                <a:lnTo>
                  <a:pt x="16200" y="3440"/>
                </a:lnTo>
                <a:lnTo>
                  <a:pt x="16038" y="6033"/>
                </a:lnTo>
                <a:lnTo>
                  <a:pt x="15957" y="7896"/>
                </a:lnTo>
                <a:lnTo>
                  <a:pt x="15957" y="9552"/>
                </a:lnTo>
                <a:lnTo>
                  <a:pt x="16038" y="11525"/>
                </a:lnTo>
                <a:lnTo>
                  <a:pt x="16200" y="14336"/>
                </a:lnTo>
                <a:lnTo>
                  <a:pt x="17072" y="15327"/>
                </a:lnTo>
                <a:lnTo>
                  <a:pt x="17951" y="16112"/>
                </a:lnTo>
                <a:lnTo>
                  <a:pt x="18841" y="16733"/>
                </a:lnTo>
                <a:lnTo>
                  <a:pt x="19744" y="17223"/>
                </a:lnTo>
                <a:lnTo>
                  <a:pt x="20662" y="17623"/>
                </a:lnTo>
                <a:lnTo>
                  <a:pt x="21600" y="17968"/>
                </a:lnTo>
                <a:lnTo>
                  <a:pt x="20798" y="19196"/>
                </a:lnTo>
                <a:lnTo>
                  <a:pt x="20187" y="19998"/>
                </a:lnTo>
                <a:lnTo>
                  <a:pt x="19571" y="20550"/>
                </a:lnTo>
                <a:lnTo>
                  <a:pt x="18757" y="21026"/>
                </a:lnTo>
                <a:lnTo>
                  <a:pt x="17550" y="21600"/>
                </a:lnTo>
                <a:lnTo>
                  <a:pt x="16636" y="20289"/>
                </a:lnTo>
                <a:lnTo>
                  <a:pt x="15997" y="19308"/>
                </a:lnTo>
                <a:lnTo>
                  <a:pt x="15333" y="18168"/>
                </a:lnTo>
                <a:lnTo>
                  <a:pt x="14344" y="16377"/>
                </a:lnTo>
                <a:lnTo>
                  <a:pt x="13391" y="14783"/>
                </a:lnTo>
                <a:lnTo>
                  <a:pt x="12478" y="13468"/>
                </a:lnTo>
                <a:lnTo>
                  <a:pt x="11592" y="12407"/>
                </a:lnTo>
                <a:lnTo>
                  <a:pt x="10724" y="11586"/>
                </a:lnTo>
                <a:lnTo>
                  <a:pt x="9858" y="10983"/>
                </a:lnTo>
                <a:lnTo>
                  <a:pt x="8983" y="10573"/>
                </a:lnTo>
                <a:lnTo>
                  <a:pt x="8088" y="10333"/>
                </a:lnTo>
                <a:lnTo>
                  <a:pt x="7159" y="10250"/>
                </a:lnTo>
                <a:lnTo>
                  <a:pt x="6184" y="10297"/>
                </a:lnTo>
                <a:lnTo>
                  <a:pt x="5152" y="10457"/>
                </a:lnTo>
                <a:lnTo>
                  <a:pt x="4050" y="10704"/>
                </a:lnTo>
                <a:lnTo>
                  <a:pt x="3240" y="10704"/>
                </a:lnTo>
                <a:lnTo>
                  <a:pt x="2430" y="10704"/>
                </a:lnTo>
                <a:lnTo>
                  <a:pt x="1620" y="10704"/>
                </a:lnTo>
                <a:lnTo>
                  <a:pt x="810" y="10704"/>
                </a:lnTo>
                <a:lnTo>
                  <a:pt x="0" y="10704"/>
                </a:lnTo>
                <a:lnTo>
                  <a:pt x="297" y="8604"/>
                </a:lnTo>
                <a:lnTo>
                  <a:pt x="537" y="7148"/>
                </a:lnTo>
                <a:lnTo>
                  <a:pt x="846" y="5655"/>
                </a:lnTo>
                <a:lnTo>
                  <a:pt x="1350" y="3440"/>
                </a:lnTo>
                <a:lnTo>
                  <a:pt x="2144" y="2731"/>
                </a:lnTo>
                <a:lnTo>
                  <a:pt x="2715" y="2325"/>
                </a:lnTo>
                <a:lnTo>
                  <a:pt x="3339" y="2067"/>
                </a:lnTo>
                <a:lnTo>
                  <a:pt x="4293" y="1809"/>
                </a:lnTo>
                <a:lnTo>
                  <a:pt x="5175" y="1573"/>
                </a:lnTo>
                <a:lnTo>
                  <a:pt x="6070" y="1333"/>
                </a:lnTo>
                <a:lnTo>
                  <a:pt x="6993" y="1137"/>
                </a:lnTo>
                <a:lnTo>
                  <a:pt x="7931" y="941"/>
                </a:lnTo>
                <a:lnTo>
                  <a:pt x="8840" y="683"/>
                </a:lnTo>
                <a:lnTo>
                  <a:pt x="9761" y="425"/>
                </a:lnTo>
                <a:lnTo>
                  <a:pt x="10754" y="207"/>
                </a:lnTo>
                <a:lnTo>
                  <a:pt x="11707" y="62"/>
                </a:lnTo>
                <a:lnTo>
                  <a:pt x="12628" y="0"/>
                </a:lnTo>
                <a:lnTo>
                  <a:pt x="13524" y="44"/>
                </a:lnTo>
                <a:lnTo>
                  <a:pt x="14406" y="207"/>
                </a:lnTo>
                <a:lnTo>
                  <a:pt x="15282" y="508"/>
                </a:lnTo>
                <a:lnTo>
                  <a:pt x="16160" y="966"/>
                </a:lnTo>
                <a:lnTo>
                  <a:pt x="17051" y="1594"/>
                </a:lnTo>
                <a:lnTo>
                  <a:pt x="17960" y="2415"/>
                </a:lnTo>
                <a:lnTo>
                  <a:pt x="18900" y="3440"/>
                </a:lnTo>
                <a:close/>
              </a:path>
            </a:pathLst>
          </a:custGeom>
          <a:solidFill>
            <a:srgbClr val="BED3E2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5" name="contour_07783"/>
          <p:cNvSpPr/>
          <p:nvPr/>
        </p:nvSpPr>
        <p:spPr>
          <a:xfrm>
            <a:off x="1227469" y="3039092"/>
            <a:ext cx="59120" cy="741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51" y="0"/>
                </a:moveTo>
                <a:lnTo>
                  <a:pt x="12233" y="0"/>
                </a:lnTo>
                <a:lnTo>
                  <a:pt x="13820" y="0"/>
                </a:lnTo>
                <a:lnTo>
                  <a:pt x="15412" y="0"/>
                </a:lnTo>
                <a:lnTo>
                  <a:pt x="17017" y="0"/>
                </a:lnTo>
                <a:lnTo>
                  <a:pt x="18639" y="0"/>
                </a:lnTo>
                <a:lnTo>
                  <a:pt x="19475" y="2939"/>
                </a:lnTo>
                <a:lnTo>
                  <a:pt x="20165" y="5406"/>
                </a:lnTo>
                <a:lnTo>
                  <a:pt x="20713" y="7459"/>
                </a:lnTo>
                <a:lnTo>
                  <a:pt x="21126" y="9160"/>
                </a:lnTo>
                <a:lnTo>
                  <a:pt x="21408" y="10568"/>
                </a:lnTo>
                <a:lnTo>
                  <a:pt x="21565" y="11744"/>
                </a:lnTo>
                <a:lnTo>
                  <a:pt x="21600" y="12746"/>
                </a:lnTo>
                <a:lnTo>
                  <a:pt x="21523" y="13636"/>
                </a:lnTo>
                <a:lnTo>
                  <a:pt x="21334" y="14474"/>
                </a:lnTo>
                <a:lnTo>
                  <a:pt x="21043" y="15319"/>
                </a:lnTo>
                <a:lnTo>
                  <a:pt x="20652" y="16230"/>
                </a:lnTo>
                <a:lnTo>
                  <a:pt x="20167" y="17269"/>
                </a:lnTo>
                <a:lnTo>
                  <a:pt x="18855" y="18387"/>
                </a:lnTo>
                <a:lnTo>
                  <a:pt x="17574" y="19298"/>
                </a:lnTo>
                <a:lnTo>
                  <a:pt x="16269" y="20025"/>
                </a:lnTo>
                <a:lnTo>
                  <a:pt x="14893" y="20591"/>
                </a:lnTo>
                <a:lnTo>
                  <a:pt x="13391" y="21027"/>
                </a:lnTo>
                <a:lnTo>
                  <a:pt x="11713" y="21354"/>
                </a:lnTo>
                <a:lnTo>
                  <a:pt x="9809" y="21598"/>
                </a:lnTo>
                <a:lnTo>
                  <a:pt x="8161" y="21600"/>
                </a:lnTo>
                <a:lnTo>
                  <a:pt x="6524" y="21579"/>
                </a:lnTo>
                <a:lnTo>
                  <a:pt x="4897" y="21532"/>
                </a:lnTo>
                <a:lnTo>
                  <a:pt x="3270" y="21458"/>
                </a:lnTo>
                <a:lnTo>
                  <a:pt x="1640" y="21360"/>
                </a:lnTo>
                <a:lnTo>
                  <a:pt x="0" y="21233"/>
                </a:lnTo>
                <a:lnTo>
                  <a:pt x="410" y="20880"/>
                </a:lnTo>
                <a:lnTo>
                  <a:pt x="1654" y="19823"/>
                </a:lnTo>
                <a:lnTo>
                  <a:pt x="2985" y="18506"/>
                </a:lnTo>
                <a:lnTo>
                  <a:pt x="4172" y="17198"/>
                </a:lnTo>
                <a:lnTo>
                  <a:pt x="5222" y="15895"/>
                </a:lnTo>
                <a:lnTo>
                  <a:pt x="6143" y="14587"/>
                </a:lnTo>
                <a:lnTo>
                  <a:pt x="6950" y="13268"/>
                </a:lnTo>
                <a:lnTo>
                  <a:pt x="7650" y="11935"/>
                </a:lnTo>
                <a:lnTo>
                  <a:pt x="8257" y="10580"/>
                </a:lnTo>
                <a:lnTo>
                  <a:pt x="8776" y="9198"/>
                </a:lnTo>
                <a:lnTo>
                  <a:pt x="9218" y="7784"/>
                </a:lnTo>
                <a:lnTo>
                  <a:pt x="9596" y="6329"/>
                </a:lnTo>
                <a:lnTo>
                  <a:pt x="9919" y="4828"/>
                </a:lnTo>
                <a:lnTo>
                  <a:pt x="10193" y="3278"/>
                </a:lnTo>
                <a:lnTo>
                  <a:pt x="10435" y="1671"/>
                </a:lnTo>
                <a:lnTo>
                  <a:pt x="10651" y="0"/>
                </a:lnTo>
                <a:close/>
              </a:path>
            </a:pathLst>
          </a:custGeom>
          <a:solidFill>
            <a:srgbClr val="EBE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6" name="contour_07784"/>
          <p:cNvSpPr/>
          <p:nvPr/>
        </p:nvSpPr>
        <p:spPr>
          <a:xfrm>
            <a:off x="4295714" y="3024516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381" y="451"/>
                </a:lnTo>
                <a:lnTo>
                  <a:pt x="7011" y="802"/>
                </a:lnTo>
                <a:lnTo>
                  <a:pt x="8418" y="1166"/>
                </a:lnTo>
                <a:lnTo>
                  <a:pt x="10047" y="1661"/>
                </a:lnTo>
                <a:lnTo>
                  <a:pt x="12343" y="2400"/>
                </a:lnTo>
                <a:lnTo>
                  <a:pt x="12343" y="3986"/>
                </a:lnTo>
                <a:lnTo>
                  <a:pt x="12343" y="5582"/>
                </a:lnTo>
                <a:lnTo>
                  <a:pt x="12343" y="7200"/>
                </a:lnTo>
                <a:lnTo>
                  <a:pt x="14176" y="7200"/>
                </a:lnTo>
                <a:lnTo>
                  <a:pt x="16015" y="7200"/>
                </a:lnTo>
                <a:lnTo>
                  <a:pt x="17860" y="7200"/>
                </a:lnTo>
                <a:lnTo>
                  <a:pt x="19721" y="7200"/>
                </a:lnTo>
                <a:lnTo>
                  <a:pt x="21600" y="7200"/>
                </a:lnTo>
                <a:lnTo>
                  <a:pt x="21600" y="8786"/>
                </a:lnTo>
                <a:lnTo>
                  <a:pt x="21600" y="10382"/>
                </a:lnTo>
                <a:lnTo>
                  <a:pt x="21600" y="12000"/>
                </a:lnTo>
                <a:lnTo>
                  <a:pt x="19560" y="12000"/>
                </a:lnTo>
                <a:lnTo>
                  <a:pt x="17508" y="12000"/>
                </a:lnTo>
                <a:lnTo>
                  <a:pt x="15429" y="12000"/>
                </a:lnTo>
                <a:lnTo>
                  <a:pt x="16302" y="13358"/>
                </a:lnTo>
                <a:lnTo>
                  <a:pt x="17175" y="14717"/>
                </a:lnTo>
                <a:lnTo>
                  <a:pt x="18051" y="16080"/>
                </a:lnTo>
                <a:lnTo>
                  <a:pt x="18931" y="17448"/>
                </a:lnTo>
                <a:lnTo>
                  <a:pt x="19816" y="18823"/>
                </a:lnTo>
                <a:lnTo>
                  <a:pt x="20705" y="20206"/>
                </a:lnTo>
                <a:lnTo>
                  <a:pt x="21600" y="21600"/>
                </a:lnTo>
                <a:lnTo>
                  <a:pt x="19135" y="21238"/>
                </a:lnTo>
                <a:lnTo>
                  <a:pt x="16885" y="20834"/>
                </a:lnTo>
                <a:lnTo>
                  <a:pt x="14830" y="20381"/>
                </a:lnTo>
                <a:lnTo>
                  <a:pt x="12932" y="19865"/>
                </a:lnTo>
                <a:lnTo>
                  <a:pt x="11167" y="19270"/>
                </a:lnTo>
                <a:lnTo>
                  <a:pt x="9504" y="18590"/>
                </a:lnTo>
                <a:lnTo>
                  <a:pt x="7912" y="17810"/>
                </a:lnTo>
                <a:lnTo>
                  <a:pt x="6363" y="16918"/>
                </a:lnTo>
                <a:lnTo>
                  <a:pt x="4826" y="15905"/>
                </a:lnTo>
                <a:lnTo>
                  <a:pt x="3274" y="14753"/>
                </a:lnTo>
                <a:lnTo>
                  <a:pt x="1676" y="13457"/>
                </a:lnTo>
                <a:lnTo>
                  <a:pt x="0" y="12000"/>
                </a:lnTo>
                <a:lnTo>
                  <a:pt x="2040" y="12000"/>
                </a:lnTo>
                <a:lnTo>
                  <a:pt x="4092" y="12000"/>
                </a:lnTo>
                <a:lnTo>
                  <a:pt x="6171" y="12000"/>
                </a:lnTo>
                <a:lnTo>
                  <a:pt x="5789" y="10514"/>
                </a:lnTo>
                <a:lnTo>
                  <a:pt x="5406" y="9029"/>
                </a:lnTo>
                <a:lnTo>
                  <a:pt x="5024" y="7538"/>
                </a:lnTo>
                <a:lnTo>
                  <a:pt x="4641" y="6046"/>
                </a:lnTo>
                <a:lnTo>
                  <a:pt x="4255" y="4546"/>
                </a:lnTo>
                <a:lnTo>
                  <a:pt x="3866" y="3038"/>
                </a:lnTo>
                <a:lnTo>
                  <a:pt x="3478" y="1524"/>
                </a:lnTo>
                <a:lnTo>
                  <a:pt x="3086" y="0"/>
                </a:lnTo>
                <a:close/>
              </a:path>
            </a:pathLst>
          </a:custGeom>
          <a:solidFill>
            <a:srgbClr val="777877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7" name="contour_07785"/>
          <p:cNvSpPr/>
          <p:nvPr/>
        </p:nvSpPr>
        <p:spPr>
          <a:xfrm>
            <a:off x="6686175" y="2995365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6" y="0"/>
                </a:lnTo>
                <a:lnTo>
                  <a:pt x="3182" y="0"/>
                </a:lnTo>
                <a:lnTo>
                  <a:pt x="4800" y="0"/>
                </a:lnTo>
                <a:lnTo>
                  <a:pt x="4800" y="1298"/>
                </a:lnTo>
                <a:lnTo>
                  <a:pt x="4800" y="2604"/>
                </a:lnTo>
                <a:lnTo>
                  <a:pt x="4800" y="3927"/>
                </a:lnTo>
                <a:lnTo>
                  <a:pt x="6286" y="3684"/>
                </a:lnTo>
                <a:lnTo>
                  <a:pt x="7771" y="3440"/>
                </a:lnTo>
                <a:lnTo>
                  <a:pt x="9262" y="3197"/>
                </a:lnTo>
                <a:lnTo>
                  <a:pt x="10754" y="2953"/>
                </a:lnTo>
                <a:lnTo>
                  <a:pt x="12254" y="2708"/>
                </a:lnTo>
                <a:lnTo>
                  <a:pt x="13762" y="2460"/>
                </a:lnTo>
                <a:lnTo>
                  <a:pt x="15276" y="2213"/>
                </a:lnTo>
                <a:lnTo>
                  <a:pt x="16800" y="1964"/>
                </a:lnTo>
                <a:lnTo>
                  <a:pt x="16800" y="3262"/>
                </a:lnTo>
                <a:lnTo>
                  <a:pt x="16800" y="4567"/>
                </a:lnTo>
                <a:lnTo>
                  <a:pt x="16800" y="5891"/>
                </a:lnTo>
                <a:lnTo>
                  <a:pt x="17988" y="6378"/>
                </a:lnTo>
                <a:lnTo>
                  <a:pt x="19181" y="6865"/>
                </a:lnTo>
                <a:lnTo>
                  <a:pt x="20383" y="7358"/>
                </a:lnTo>
                <a:lnTo>
                  <a:pt x="21600" y="7855"/>
                </a:lnTo>
                <a:lnTo>
                  <a:pt x="20016" y="7855"/>
                </a:lnTo>
                <a:lnTo>
                  <a:pt x="18430" y="7855"/>
                </a:lnTo>
                <a:lnTo>
                  <a:pt x="16843" y="7855"/>
                </a:lnTo>
                <a:lnTo>
                  <a:pt x="15252" y="7855"/>
                </a:lnTo>
                <a:lnTo>
                  <a:pt x="13656" y="7855"/>
                </a:lnTo>
                <a:lnTo>
                  <a:pt x="12053" y="7855"/>
                </a:lnTo>
                <a:lnTo>
                  <a:pt x="10445" y="7855"/>
                </a:lnTo>
                <a:lnTo>
                  <a:pt x="8827" y="7855"/>
                </a:lnTo>
                <a:lnTo>
                  <a:pt x="7200" y="7855"/>
                </a:lnTo>
                <a:lnTo>
                  <a:pt x="7226" y="8357"/>
                </a:lnTo>
                <a:lnTo>
                  <a:pt x="7255" y="8909"/>
                </a:lnTo>
                <a:lnTo>
                  <a:pt x="7301" y="9787"/>
                </a:lnTo>
                <a:lnTo>
                  <a:pt x="7378" y="11265"/>
                </a:lnTo>
                <a:lnTo>
                  <a:pt x="7500" y="13624"/>
                </a:lnTo>
                <a:lnTo>
                  <a:pt x="7579" y="15228"/>
                </a:lnTo>
                <a:lnTo>
                  <a:pt x="7601" y="16343"/>
                </a:lnTo>
                <a:lnTo>
                  <a:pt x="7555" y="17258"/>
                </a:lnTo>
                <a:lnTo>
                  <a:pt x="7428" y="18260"/>
                </a:lnTo>
                <a:lnTo>
                  <a:pt x="7200" y="19636"/>
                </a:lnTo>
                <a:lnTo>
                  <a:pt x="6679" y="19848"/>
                </a:lnTo>
                <a:lnTo>
                  <a:pt x="6007" y="20125"/>
                </a:lnTo>
                <a:lnTo>
                  <a:pt x="4730" y="20648"/>
                </a:lnTo>
                <a:lnTo>
                  <a:pt x="2400" y="21600"/>
                </a:lnTo>
                <a:lnTo>
                  <a:pt x="2251" y="20263"/>
                </a:lnTo>
                <a:lnTo>
                  <a:pt x="2102" y="18927"/>
                </a:lnTo>
                <a:lnTo>
                  <a:pt x="1954" y="17588"/>
                </a:lnTo>
                <a:lnTo>
                  <a:pt x="1805" y="16251"/>
                </a:lnTo>
                <a:lnTo>
                  <a:pt x="1656" y="14912"/>
                </a:lnTo>
                <a:lnTo>
                  <a:pt x="1507" y="13569"/>
                </a:lnTo>
                <a:lnTo>
                  <a:pt x="1358" y="12226"/>
                </a:lnTo>
                <a:lnTo>
                  <a:pt x="1210" y="10881"/>
                </a:lnTo>
                <a:lnTo>
                  <a:pt x="1058" y="9533"/>
                </a:lnTo>
                <a:lnTo>
                  <a:pt x="910" y="8182"/>
                </a:lnTo>
                <a:lnTo>
                  <a:pt x="758" y="6828"/>
                </a:lnTo>
                <a:lnTo>
                  <a:pt x="607" y="5471"/>
                </a:lnTo>
                <a:lnTo>
                  <a:pt x="456" y="4110"/>
                </a:lnTo>
                <a:lnTo>
                  <a:pt x="305" y="2745"/>
                </a:lnTo>
                <a:lnTo>
                  <a:pt x="154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9EAFB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8" name="contour_07786"/>
          <p:cNvSpPr/>
          <p:nvPr/>
        </p:nvSpPr>
        <p:spPr>
          <a:xfrm>
            <a:off x="3843858" y="2995365"/>
            <a:ext cx="87456" cy="32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284"/>
                </a:lnTo>
                <a:lnTo>
                  <a:pt x="2516" y="568"/>
                </a:lnTo>
                <a:lnTo>
                  <a:pt x="3775" y="857"/>
                </a:lnTo>
                <a:lnTo>
                  <a:pt x="5035" y="1141"/>
                </a:lnTo>
                <a:lnTo>
                  <a:pt x="6295" y="1426"/>
                </a:lnTo>
                <a:lnTo>
                  <a:pt x="7556" y="1715"/>
                </a:lnTo>
                <a:lnTo>
                  <a:pt x="8820" y="1999"/>
                </a:lnTo>
                <a:lnTo>
                  <a:pt x="10085" y="2288"/>
                </a:lnTo>
                <a:lnTo>
                  <a:pt x="11353" y="2577"/>
                </a:lnTo>
                <a:lnTo>
                  <a:pt x="12623" y="2861"/>
                </a:lnTo>
                <a:lnTo>
                  <a:pt x="13896" y="3150"/>
                </a:lnTo>
                <a:lnTo>
                  <a:pt x="15170" y="3439"/>
                </a:lnTo>
                <a:lnTo>
                  <a:pt x="16448" y="3733"/>
                </a:lnTo>
                <a:lnTo>
                  <a:pt x="17732" y="4022"/>
                </a:lnTo>
                <a:lnTo>
                  <a:pt x="19017" y="4311"/>
                </a:lnTo>
                <a:lnTo>
                  <a:pt x="20306" y="4605"/>
                </a:lnTo>
                <a:lnTo>
                  <a:pt x="21600" y="4899"/>
                </a:lnTo>
                <a:lnTo>
                  <a:pt x="21600" y="8137"/>
                </a:lnTo>
                <a:lnTo>
                  <a:pt x="21600" y="11395"/>
                </a:lnTo>
                <a:lnTo>
                  <a:pt x="21600" y="14697"/>
                </a:lnTo>
                <a:lnTo>
                  <a:pt x="20549" y="16676"/>
                </a:lnTo>
                <a:lnTo>
                  <a:pt x="19438" y="18185"/>
                </a:lnTo>
                <a:lnTo>
                  <a:pt x="18279" y="19288"/>
                </a:lnTo>
                <a:lnTo>
                  <a:pt x="17078" y="20047"/>
                </a:lnTo>
                <a:lnTo>
                  <a:pt x="15847" y="20542"/>
                </a:lnTo>
                <a:lnTo>
                  <a:pt x="14594" y="20826"/>
                </a:lnTo>
                <a:lnTo>
                  <a:pt x="13329" y="20978"/>
                </a:lnTo>
                <a:lnTo>
                  <a:pt x="12062" y="21051"/>
                </a:lnTo>
                <a:lnTo>
                  <a:pt x="10800" y="21125"/>
                </a:lnTo>
                <a:lnTo>
                  <a:pt x="9837" y="21340"/>
                </a:lnTo>
                <a:lnTo>
                  <a:pt x="8860" y="21556"/>
                </a:lnTo>
                <a:lnTo>
                  <a:pt x="7913" y="21600"/>
                </a:lnTo>
                <a:lnTo>
                  <a:pt x="7166" y="21522"/>
                </a:lnTo>
                <a:lnTo>
                  <a:pt x="6367" y="21223"/>
                </a:lnTo>
                <a:lnTo>
                  <a:pt x="5261" y="20615"/>
                </a:lnTo>
                <a:lnTo>
                  <a:pt x="3600" y="19596"/>
                </a:lnTo>
                <a:lnTo>
                  <a:pt x="3091" y="16823"/>
                </a:lnTo>
                <a:lnTo>
                  <a:pt x="2581" y="14051"/>
                </a:lnTo>
                <a:lnTo>
                  <a:pt x="2070" y="11268"/>
                </a:lnTo>
                <a:lnTo>
                  <a:pt x="1557" y="8475"/>
                </a:lnTo>
                <a:lnTo>
                  <a:pt x="1040" y="5668"/>
                </a:lnTo>
                <a:lnTo>
                  <a:pt x="522" y="2846"/>
                </a:lnTo>
                <a:lnTo>
                  <a:pt x="0" y="0"/>
                </a:lnTo>
                <a:close/>
              </a:path>
            </a:pathLst>
          </a:custGeom>
          <a:solidFill>
            <a:srgbClr val="5F4E78"/>
          </a:solidFill>
          <a:ln>
            <a:noFill/>
          </a:ln>
        </p:spPr>
        <p:txBody>
          <a:bodyPr/>
          <a:lstStyle/>
          <a:p/>
        </p:txBody>
      </p:sp>
      <p:sp>
        <p:nvSpPr>
          <p:cNvPr id="7789" name="contour_07787"/>
          <p:cNvSpPr/>
          <p:nvPr/>
        </p:nvSpPr>
        <p:spPr>
          <a:xfrm>
            <a:off x="9871027" y="2966213"/>
            <a:ext cx="947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1868" y="1786"/>
                </a:lnTo>
                <a:lnTo>
                  <a:pt x="2074" y="3578"/>
                </a:lnTo>
                <a:lnTo>
                  <a:pt x="2285" y="5400"/>
                </a:lnTo>
                <a:lnTo>
                  <a:pt x="2627" y="7186"/>
                </a:lnTo>
                <a:lnTo>
                  <a:pt x="2972" y="8978"/>
                </a:lnTo>
                <a:lnTo>
                  <a:pt x="3323" y="10800"/>
                </a:lnTo>
                <a:lnTo>
                  <a:pt x="4421" y="10800"/>
                </a:lnTo>
                <a:lnTo>
                  <a:pt x="5526" y="10800"/>
                </a:lnTo>
                <a:lnTo>
                  <a:pt x="6646" y="10800"/>
                </a:lnTo>
                <a:lnTo>
                  <a:pt x="7003" y="8971"/>
                </a:lnTo>
                <a:lnTo>
                  <a:pt x="7367" y="7117"/>
                </a:lnTo>
                <a:lnTo>
                  <a:pt x="7834" y="5371"/>
                </a:lnTo>
                <a:lnTo>
                  <a:pt x="8308" y="3600"/>
                </a:lnTo>
                <a:lnTo>
                  <a:pt x="9472" y="3650"/>
                </a:lnTo>
                <a:lnTo>
                  <a:pt x="10320" y="3748"/>
                </a:lnTo>
                <a:lnTo>
                  <a:pt x="11094" y="3953"/>
                </a:lnTo>
                <a:lnTo>
                  <a:pt x="12038" y="4331"/>
                </a:lnTo>
                <a:lnTo>
                  <a:pt x="13395" y="4950"/>
                </a:lnTo>
                <a:lnTo>
                  <a:pt x="13801" y="5126"/>
                </a:lnTo>
                <a:lnTo>
                  <a:pt x="14517" y="5440"/>
                </a:lnTo>
                <a:lnTo>
                  <a:pt x="16155" y="6160"/>
                </a:lnTo>
                <a:lnTo>
                  <a:pt x="17209" y="6674"/>
                </a:lnTo>
                <a:lnTo>
                  <a:pt x="18277" y="7200"/>
                </a:lnTo>
                <a:lnTo>
                  <a:pt x="18277" y="9580"/>
                </a:lnTo>
                <a:lnTo>
                  <a:pt x="18277" y="11974"/>
                </a:lnTo>
                <a:lnTo>
                  <a:pt x="18277" y="14400"/>
                </a:lnTo>
                <a:lnTo>
                  <a:pt x="19375" y="14400"/>
                </a:lnTo>
                <a:lnTo>
                  <a:pt x="20480" y="144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20454" y="21308"/>
                </a:lnTo>
                <a:lnTo>
                  <a:pt x="19307" y="21013"/>
                </a:lnTo>
                <a:lnTo>
                  <a:pt x="18164" y="20714"/>
                </a:lnTo>
                <a:lnTo>
                  <a:pt x="17021" y="20412"/>
                </a:lnTo>
                <a:lnTo>
                  <a:pt x="15879" y="20099"/>
                </a:lnTo>
                <a:lnTo>
                  <a:pt x="14740" y="19778"/>
                </a:lnTo>
                <a:lnTo>
                  <a:pt x="13600" y="19451"/>
                </a:lnTo>
                <a:lnTo>
                  <a:pt x="12463" y="19112"/>
                </a:lnTo>
                <a:lnTo>
                  <a:pt x="11325" y="18763"/>
                </a:lnTo>
                <a:lnTo>
                  <a:pt x="10190" y="18400"/>
                </a:lnTo>
                <a:lnTo>
                  <a:pt x="9055" y="18025"/>
                </a:lnTo>
                <a:lnTo>
                  <a:pt x="7921" y="17636"/>
                </a:lnTo>
                <a:lnTo>
                  <a:pt x="6787" y="17230"/>
                </a:lnTo>
                <a:lnTo>
                  <a:pt x="5654" y="16805"/>
                </a:lnTo>
                <a:lnTo>
                  <a:pt x="4523" y="16366"/>
                </a:lnTo>
                <a:lnTo>
                  <a:pt x="3391" y="15905"/>
                </a:lnTo>
                <a:lnTo>
                  <a:pt x="2261" y="15426"/>
                </a:lnTo>
                <a:lnTo>
                  <a:pt x="1130" y="14926"/>
                </a:lnTo>
                <a:lnTo>
                  <a:pt x="0" y="14400"/>
                </a:lnTo>
                <a:lnTo>
                  <a:pt x="274" y="12024"/>
                </a:lnTo>
                <a:lnTo>
                  <a:pt x="548" y="9644"/>
                </a:lnTo>
                <a:lnTo>
                  <a:pt x="824" y="7254"/>
                </a:lnTo>
                <a:lnTo>
                  <a:pt x="1102" y="4853"/>
                </a:lnTo>
                <a:lnTo>
                  <a:pt x="1381" y="2437"/>
                </a:lnTo>
                <a:lnTo>
                  <a:pt x="1662" y="0"/>
                </a:lnTo>
                <a:close/>
              </a:path>
            </a:pathLst>
          </a:custGeom>
          <a:solidFill>
            <a:srgbClr val="5D5C53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0" name="contour_07788"/>
          <p:cNvSpPr/>
          <p:nvPr/>
        </p:nvSpPr>
        <p:spPr>
          <a:xfrm>
            <a:off x="10410266" y="2937061"/>
            <a:ext cx="5845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" y="0"/>
                </a:moveTo>
                <a:lnTo>
                  <a:pt x="1996" y="22"/>
                </a:lnTo>
                <a:lnTo>
                  <a:pt x="3932" y="74"/>
                </a:lnTo>
                <a:lnTo>
                  <a:pt x="5842" y="170"/>
                </a:lnTo>
                <a:lnTo>
                  <a:pt x="7730" y="321"/>
                </a:lnTo>
                <a:lnTo>
                  <a:pt x="9601" y="537"/>
                </a:lnTo>
                <a:lnTo>
                  <a:pt x="11463" y="836"/>
                </a:lnTo>
                <a:lnTo>
                  <a:pt x="13316" y="1225"/>
                </a:lnTo>
                <a:lnTo>
                  <a:pt x="15166" y="1725"/>
                </a:lnTo>
                <a:lnTo>
                  <a:pt x="17019" y="2339"/>
                </a:lnTo>
                <a:lnTo>
                  <a:pt x="18880" y="3086"/>
                </a:lnTo>
                <a:lnTo>
                  <a:pt x="19664" y="5104"/>
                </a:lnTo>
                <a:lnTo>
                  <a:pt x="20286" y="7106"/>
                </a:lnTo>
                <a:lnTo>
                  <a:pt x="20765" y="9100"/>
                </a:lnTo>
                <a:lnTo>
                  <a:pt x="21118" y="11102"/>
                </a:lnTo>
                <a:lnTo>
                  <a:pt x="21360" y="13120"/>
                </a:lnTo>
                <a:lnTo>
                  <a:pt x="21511" y="15166"/>
                </a:lnTo>
                <a:lnTo>
                  <a:pt x="21584" y="17255"/>
                </a:lnTo>
                <a:lnTo>
                  <a:pt x="21600" y="19397"/>
                </a:lnTo>
                <a:lnTo>
                  <a:pt x="21573" y="21600"/>
                </a:lnTo>
                <a:lnTo>
                  <a:pt x="19604" y="21578"/>
                </a:lnTo>
                <a:lnTo>
                  <a:pt x="17668" y="21526"/>
                </a:lnTo>
                <a:lnTo>
                  <a:pt x="15758" y="21430"/>
                </a:lnTo>
                <a:lnTo>
                  <a:pt x="13870" y="21279"/>
                </a:lnTo>
                <a:lnTo>
                  <a:pt x="11999" y="21063"/>
                </a:lnTo>
                <a:lnTo>
                  <a:pt x="10137" y="20764"/>
                </a:lnTo>
                <a:lnTo>
                  <a:pt x="8284" y="20375"/>
                </a:lnTo>
                <a:lnTo>
                  <a:pt x="6434" y="19875"/>
                </a:lnTo>
                <a:lnTo>
                  <a:pt x="4581" y="19261"/>
                </a:lnTo>
                <a:lnTo>
                  <a:pt x="2720" y="18514"/>
                </a:lnTo>
                <a:lnTo>
                  <a:pt x="1936" y="16496"/>
                </a:lnTo>
                <a:lnTo>
                  <a:pt x="1314" y="14494"/>
                </a:lnTo>
                <a:lnTo>
                  <a:pt x="835" y="12500"/>
                </a:lnTo>
                <a:lnTo>
                  <a:pt x="482" y="10498"/>
                </a:lnTo>
                <a:lnTo>
                  <a:pt x="240" y="8480"/>
                </a:lnTo>
                <a:lnTo>
                  <a:pt x="89" y="6434"/>
                </a:lnTo>
                <a:lnTo>
                  <a:pt x="16" y="4345"/>
                </a:lnTo>
                <a:lnTo>
                  <a:pt x="0" y="2203"/>
                </a:lnTo>
                <a:lnTo>
                  <a:pt x="27" y="0"/>
                </a:lnTo>
                <a:close/>
              </a:path>
            </a:pathLst>
          </a:custGeom>
          <a:solidFill>
            <a:srgbClr val="CCDDE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1" name="contour_07789"/>
          <p:cNvSpPr/>
          <p:nvPr/>
        </p:nvSpPr>
        <p:spPr>
          <a:xfrm>
            <a:off x="10271867" y="2907909"/>
            <a:ext cx="669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71" y="0"/>
                </a:moveTo>
                <a:lnTo>
                  <a:pt x="16471" y="2040"/>
                </a:lnTo>
                <a:lnTo>
                  <a:pt x="16471" y="4092"/>
                </a:lnTo>
                <a:lnTo>
                  <a:pt x="16471" y="6171"/>
                </a:lnTo>
                <a:lnTo>
                  <a:pt x="18026" y="6171"/>
                </a:lnTo>
                <a:lnTo>
                  <a:pt x="19591" y="6171"/>
                </a:lnTo>
                <a:lnTo>
                  <a:pt x="21176" y="6171"/>
                </a:lnTo>
                <a:lnTo>
                  <a:pt x="21459" y="8282"/>
                </a:lnTo>
                <a:lnTo>
                  <a:pt x="21600" y="9819"/>
                </a:lnTo>
                <a:lnTo>
                  <a:pt x="21600" y="11226"/>
                </a:lnTo>
                <a:lnTo>
                  <a:pt x="21459" y="12948"/>
                </a:lnTo>
                <a:lnTo>
                  <a:pt x="21176" y="15429"/>
                </a:lnTo>
                <a:lnTo>
                  <a:pt x="19981" y="16873"/>
                </a:lnTo>
                <a:lnTo>
                  <a:pt x="18769" y="18095"/>
                </a:lnTo>
                <a:lnTo>
                  <a:pt x="17520" y="19110"/>
                </a:lnTo>
                <a:lnTo>
                  <a:pt x="16214" y="19946"/>
                </a:lnTo>
                <a:lnTo>
                  <a:pt x="14833" y="20625"/>
                </a:lnTo>
                <a:lnTo>
                  <a:pt x="13358" y="21168"/>
                </a:lnTo>
                <a:lnTo>
                  <a:pt x="11765" y="21600"/>
                </a:lnTo>
                <a:lnTo>
                  <a:pt x="10160" y="21174"/>
                </a:lnTo>
                <a:lnTo>
                  <a:pt x="8598" y="20677"/>
                </a:lnTo>
                <a:lnTo>
                  <a:pt x="7075" y="20097"/>
                </a:lnTo>
                <a:lnTo>
                  <a:pt x="5593" y="19415"/>
                </a:lnTo>
                <a:lnTo>
                  <a:pt x="4146" y="18622"/>
                </a:lnTo>
                <a:lnTo>
                  <a:pt x="2734" y="17703"/>
                </a:lnTo>
                <a:lnTo>
                  <a:pt x="1353" y="16641"/>
                </a:lnTo>
                <a:lnTo>
                  <a:pt x="0" y="15429"/>
                </a:lnTo>
                <a:lnTo>
                  <a:pt x="0" y="13389"/>
                </a:lnTo>
                <a:lnTo>
                  <a:pt x="0" y="11337"/>
                </a:lnTo>
                <a:lnTo>
                  <a:pt x="0" y="9257"/>
                </a:lnTo>
                <a:lnTo>
                  <a:pt x="1200" y="7955"/>
                </a:lnTo>
                <a:lnTo>
                  <a:pt x="2092" y="7045"/>
                </a:lnTo>
                <a:lnTo>
                  <a:pt x="2941" y="6283"/>
                </a:lnTo>
                <a:lnTo>
                  <a:pt x="4016" y="5428"/>
                </a:lnTo>
                <a:lnTo>
                  <a:pt x="5588" y="4243"/>
                </a:lnTo>
                <a:lnTo>
                  <a:pt x="6049" y="3885"/>
                </a:lnTo>
                <a:lnTo>
                  <a:pt x="6866" y="3255"/>
                </a:lnTo>
                <a:lnTo>
                  <a:pt x="8732" y="1808"/>
                </a:lnTo>
                <a:lnTo>
                  <a:pt x="10249" y="926"/>
                </a:lnTo>
                <a:lnTo>
                  <a:pt x="11412" y="392"/>
                </a:lnTo>
                <a:lnTo>
                  <a:pt x="12588" y="117"/>
                </a:lnTo>
                <a:lnTo>
                  <a:pt x="14151" y="15"/>
                </a:lnTo>
                <a:lnTo>
                  <a:pt x="16471" y="0"/>
                </a:lnTo>
                <a:close/>
              </a:path>
            </a:pathLst>
          </a:custGeom>
          <a:solidFill>
            <a:srgbClr val="B3AF90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2" name="contour_07790"/>
          <p:cNvSpPr/>
          <p:nvPr/>
        </p:nvSpPr>
        <p:spPr>
          <a:xfrm>
            <a:off x="11524184" y="2886045"/>
            <a:ext cx="5223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3" y="0"/>
                </a:moveTo>
                <a:lnTo>
                  <a:pt x="1347" y="121"/>
                </a:lnTo>
                <a:lnTo>
                  <a:pt x="2137" y="233"/>
                </a:lnTo>
                <a:lnTo>
                  <a:pt x="3047" y="365"/>
                </a:lnTo>
                <a:lnTo>
                  <a:pt x="4252" y="538"/>
                </a:lnTo>
                <a:lnTo>
                  <a:pt x="5931" y="778"/>
                </a:lnTo>
                <a:lnTo>
                  <a:pt x="8258" y="1112"/>
                </a:lnTo>
                <a:lnTo>
                  <a:pt x="11413" y="1564"/>
                </a:lnTo>
                <a:lnTo>
                  <a:pt x="15572" y="2160"/>
                </a:lnTo>
                <a:lnTo>
                  <a:pt x="15075" y="3586"/>
                </a:lnTo>
                <a:lnTo>
                  <a:pt x="14578" y="5013"/>
                </a:lnTo>
                <a:lnTo>
                  <a:pt x="14078" y="6448"/>
                </a:lnTo>
                <a:lnTo>
                  <a:pt x="13574" y="7888"/>
                </a:lnTo>
                <a:lnTo>
                  <a:pt x="13068" y="9338"/>
                </a:lnTo>
                <a:lnTo>
                  <a:pt x="12559" y="10800"/>
                </a:lnTo>
                <a:lnTo>
                  <a:pt x="14349" y="11228"/>
                </a:lnTo>
                <a:lnTo>
                  <a:pt x="16145" y="11658"/>
                </a:lnTo>
                <a:lnTo>
                  <a:pt x="17947" y="12087"/>
                </a:lnTo>
                <a:lnTo>
                  <a:pt x="19765" y="12522"/>
                </a:lnTo>
                <a:lnTo>
                  <a:pt x="21600" y="12960"/>
                </a:lnTo>
                <a:lnTo>
                  <a:pt x="20202" y="14137"/>
                </a:lnTo>
                <a:lnTo>
                  <a:pt x="18791" y="15293"/>
                </a:lnTo>
                <a:lnTo>
                  <a:pt x="17366" y="16422"/>
                </a:lnTo>
                <a:lnTo>
                  <a:pt x="15907" y="17526"/>
                </a:lnTo>
                <a:lnTo>
                  <a:pt x="14406" y="18600"/>
                </a:lnTo>
                <a:lnTo>
                  <a:pt x="12854" y="19639"/>
                </a:lnTo>
                <a:lnTo>
                  <a:pt x="11235" y="20639"/>
                </a:lnTo>
                <a:lnTo>
                  <a:pt x="9545" y="21600"/>
                </a:lnTo>
                <a:lnTo>
                  <a:pt x="6941" y="21324"/>
                </a:lnTo>
                <a:lnTo>
                  <a:pt x="5169" y="21073"/>
                </a:lnTo>
                <a:lnTo>
                  <a:pt x="3794" y="20745"/>
                </a:lnTo>
                <a:lnTo>
                  <a:pt x="2384" y="20235"/>
                </a:lnTo>
                <a:lnTo>
                  <a:pt x="503" y="19440"/>
                </a:lnTo>
                <a:lnTo>
                  <a:pt x="1995" y="18371"/>
                </a:lnTo>
                <a:lnTo>
                  <a:pt x="3496" y="17295"/>
                </a:lnTo>
                <a:lnTo>
                  <a:pt x="5003" y="16215"/>
                </a:lnTo>
                <a:lnTo>
                  <a:pt x="6531" y="15120"/>
                </a:lnTo>
                <a:lnTo>
                  <a:pt x="5048" y="14790"/>
                </a:lnTo>
                <a:lnTo>
                  <a:pt x="3541" y="14453"/>
                </a:lnTo>
                <a:lnTo>
                  <a:pt x="2034" y="13712"/>
                </a:lnTo>
                <a:lnTo>
                  <a:pt x="503" y="12960"/>
                </a:lnTo>
                <a:lnTo>
                  <a:pt x="217" y="11446"/>
                </a:lnTo>
                <a:lnTo>
                  <a:pt x="57" y="10344"/>
                </a:lnTo>
                <a:lnTo>
                  <a:pt x="0" y="9338"/>
                </a:lnTo>
                <a:lnTo>
                  <a:pt x="27" y="8111"/>
                </a:lnTo>
                <a:lnTo>
                  <a:pt x="127" y="6346"/>
                </a:lnTo>
                <a:lnTo>
                  <a:pt x="181" y="5160"/>
                </a:lnTo>
                <a:lnTo>
                  <a:pt x="235" y="3968"/>
                </a:lnTo>
                <a:lnTo>
                  <a:pt x="292" y="2758"/>
                </a:lnTo>
                <a:lnTo>
                  <a:pt x="398" y="1389"/>
                </a:lnTo>
                <a:lnTo>
                  <a:pt x="503" y="0"/>
                </a:lnTo>
                <a:close/>
              </a:path>
            </a:pathLst>
          </a:custGeom>
          <a:solidFill>
            <a:srgbClr val="D2E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3" name="contour_07791"/>
          <p:cNvSpPr/>
          <p:nvPr/>
        </p:nvSpPr>
        <p:spPr>
          <a:xfrm>
            <a:off x="10118819" y="2856747"/>
            <a:ext cx="58304" cy="73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1" y="0"/>
                </a:moveTo>
                <a:lnTo>
                  <a:pt x="10357" y="237"/>
                </a:lnTo>
                <a:lnTo>
                  <a:pt x="12115" y="496"/>
                </a:lnTo>
                <a:lnTo>
                  <a:pt x="13821" y="798"/>
                </a:lnTo>
                <a:lnTo>
                  <a:pt x="15503" y="1168"/>
                </a:lnTo>
                <a:lnTo>
                  <a:pt x="17188" y="1628"/>
                </a:lnTo>
                <a:lnTo>
                  <a:pt x="18900" y="2199"/>
                </a:lnTo>
                <a:lnTo>
                  <a:pt x="19815" y="3632"/>
                </a:lnTo>
                <a:lnTo>
                  <a:pt x="20461" y="4982"/>
                </a:lnTo>
                <a:lnTo>
                  <a:pt x="20895" y="6314"/>
                </a:lnTo>
                <a:lnTo>
                  <a:pt x="21187" y="7689"/>
                </a:lnTo>
                <a:lnTo>
                  <a:pt x="21403" y="9170"/>
                </a:lnTo>
                <a:lnTo>
                  <a:pt x="21600" y="10822"/>
                </a:lnTo>
                <a:lnTo>
                  <a:pt x="19818" y="10822"/>
                </a:lnTo>
                <a:lnTo>
                  <a:pt x="18020" y="10822"/>
                </a:lnTo>
                <a:lnTo>
                  <a:pt x="16200" y="10822"/>
                </a:lnTo>
                <a:lnTo>
                  <a:pt x="15547" y="12231"/>
                </a:lnTo>
                <a:lnTo>
                  <a:pt x="15152" y="13264"/>
                </a:lnTo>
                <a:lnTo>
                  <a:pt x="14861" y="14422"/>
                </a:lnTo>
                <a:lnTo>
                  <a:pt x="14512" y="16211"/>
                </a:lnTo>
                <a:lnTo>
                  <a:pt x="14261" y="17547"/>
                </a:lnTo>
                <a:lnTo>
                  <a:pt x="14010" y="18886"/>
                </a:lnTo>
                <a:lnTo>
                  <a:pt x="13757" y="20235"/>
                </a:lnTo>
                <a:lnTo>
                  <a:pt x="13500" y="21600"/>
                </a:lnTo>
                <a:lnTo>
                  <a:pt x="11829" y="21335"/>
                </a:lnTo>
                <a:lnTo>
                  <a:pt x="10157" y="21068"/>
                </a:lnTo>
                <a:lnTo>
                  <a:pt x="8481" y="20800"/>
                </a:lnTo>
                <a:lnTo>
                  <a:pt x="6801" y="20531"/>
                </a:lnTo>
                <a:lnTo>
                  <a:pt x="5114" y="20261"/>
                </a:lnTo>
                <a:lnTo>
                  <a:pt x="3421" y="19992"/>
                </a:lnTo>
                <a:lnTo>
                  <a:pt x="1717" y="19720"/>
                </a:lnTo>
                <a:lnTo>
                  <a:pt x="0" y="19444"/>
                </a:lnTo>
                <a:lnTo>
                  <a:pt x="1215" y="18280"/>
                </a:lnTo>
                <a:lnTo>
                  <a:pt x="2433" y="17116"/>
                </a:lnTo>
                <a:lnTo>
                  <a:pt x="3648" y="15950"/>
                </a:lnTo>
                <a:lnTo>
                  <a:pt x="4868" y="14784"/>
                </a:lnTo>
                <a:lnTo>
                  <a:pt x="6089" y="13613"/>
                </a:lnTo>
                <a:lnTo>
                  <a:pt x="7312" y="12440"/>
                </a:lnTo>
                <a:lnTo>
                  <a:pt x="8540" y="11263"/>
                </a:lnTo>
                <a:lnTo>
                  <a:pt x="9771" y="10082"/>
                </a:lnTo>
                <a:lnTo>
                  <a:pt x="11011" y="8899"/>
                </a:lnTo>
                <a:lnTo>
                  <a:pt x="12253" y="7707"/>
                </a:lnTo>
                <a:lnTo>
                  <a:pt x="13500" y="6510"/>
                </a:lnTo>
                <a:lnTo>
                  <a:pt x="11972" y="5902"/>
                </a:lnTo>
                <a:lnTo>
                  <a:pt x="10444" y="5290"/>
                </a:lnTo>
                <a:lnTo>
                  <a:pt x="8910" y="4678"/>
                </a:lnTo>
                <a:lnTo>
                  <a:pt x="7371" y="4063"/>
                </a:lnTo>
                <a:lnTo>
                  <a:pt x="5824" y="3447"/>
                </a:lnTo>
                <a:lnTo>
                  <a:pt x="4269" y="2826"/>
                </a:lnTo>
                <a:lnTo>
                  <a:pt x="2700" y="2199"/>
                </a:lnTo>
                <a:lnTo>
                  <a:pt x="4309" y="953"/>
                </a:lnTo>
                <a:lnTo>
                  <a:pt x="5454" y="308"/>
                </a:lnTo>
                <a:lnTo>
                  <a:pt x="6674" y="60"/>
                </a:lnTo>
                <a:lnTo>
                  <a:pt x="8521" y="0"/>
                </a:lnTo>
                <a:close/>
              </a:path>
            </a:pathLst>
          </a:custGeom>
          <a:solidFill>
            <a:srgbClr val="AFB9BB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4" name="contour_07792"/>
          <p:cNvSpPr/>
          <p:nvPr/>
        </p:nvSpPr>
        <p:spPr>
          <a:xfrm>
            <a:off x="5410776" y="2835029"/>
            <a:ext cx="87456" cy="52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579" y="922"/>
                </a:lnTo>
                <a:lnTo>
                  <a:pt x="12366" y="1849"/>
                </a:lnTo>
                <a:lnTo>
                  <a:pt x="13162" y="2788"/>
                </a:lnTo>
                <a:lnTo>
                  <a:pt x="14207" y="3829"/>
                </a:lnTo>
                <a:lnTo>
                  <a:pt x="15230" y="4759"/>
                </a:lnTo>
                <a:lnTo>
                  <a:pt x="16241" y="5592"/>
                </a:lnTo>
                <a:lnTo>
                  <a:pt x="17255" y="6347"/>
                </a:lnTo>
                <a:lnTo>
                  <a:pt x="18284" y="7039"/>
                </a:lnTo>
                <a:lnTo>
                  <a:pt x="19343" y="7688"/>
                </a:lnTo>
                <a:lnTo>
                  <a:pt x="20444" y="8309"/>
                </a:lnTo>
                <a:lnTo>
                  <a:pt x="21600" y="8918"/>
                </a:lnTo>
                <a:lnTo>
                  <a:pt x="20675" y="10482"/>
                </a:lnTo>
                <a:lnTo>
                  <a:pt x="19762" y="11983"/>
                </a:lnTo>
                <a:lnTo>
                  <a:pt x="18851" y="13413"/>
                </a:lnTo>
                <a:lnTo>
                  <a:pt x="17935" y="14760"/>
                </a:lnTo>
                <a:lnTo>
                  <a:pt x="17001" y="16017"/>
                </a:lnTo>
                <a:lnTo>
                  <a:pt x="16042" y="17177"/>
                </a:lnTo>
                <a:lnTo>
                  <a:pt x="15046" y="18229"/>
                </a:lnTo>
                <a:lnTo>
                  <a:pt x="14006" y="19165"/>
                </a:lnTo>
                <a:lnTo>
                  <a:pt x="12911" y="19980"/>
                </a:lnTo>
                <a:lnTo>
                  <a:pt x="11750" y="20664"/>
                </a:lnTo>
                <a:lnTo>
                  <a:pt x="10516" y="21208"/>
                </a:lnTo>
                <a:lnTo>
                  <a:pt x="9196" y="21600"/>
                </a:lnTo>
                <a:lnTo>
                  <a:pt x="8039" y="21576"/>
                </a:lnTo>
                <a:lnTo>
                  <a:pt x="6887" y="21532"/>
                </a:lnTo>
                <a:lnTo>
                  <a:pt x="5738" y="21469"/>
                </a:lnTo>
                <a:lnTo>
                  <a:pt x="4592" y="21386"/>
                </a:lnTo>
                <a:lnTo>
                  <a:pt x="3447" y="21279"/>
                </a:lnTo>
                <a:lnTo>
                  <a:pt x="2300" y="21148"/>
                </a:lnTo>
                <a:lnTo>
                  <a:pt x="1152" y="20994"/>
                </a:lnTo>
                <a:lnTo>
                  <a:pt x="0" y="20809"/>
                </a:lnTo>
                <a:lnTo>
                  <a:pt x="443" y="19082"/>
                </a:lnTo>
                <a:lnTo>
                  <a:pt x="779" y="17887"/>
                </a:lnTo>
                <a:lnTo>
                  <a:pt x="1175" y="16668"/>
                </a:lnTo>
                <a:lnTo>
                  <a:pt x="1800" y="14864"/>
                </a:lnTo>
                <a:lnTo>
                  <a:pt x="2655" y="14495"/>
                </a:lnTo>
                <a:lnTo>
                  <a:pt x="3515" y="14124"/>
                </a:lnTo>
                <a:lnTo>
                  <a:pt x="4388" y="13749"/>
                </a:lnTo>
                <a:lnTo>
                  <a:pt x="5796" y="12661"/>
                </a:lnTo>
                <a:lnTo>
                  <a:pt x="6890" y="11469"/>
                </a:lnTo>
                <a:lnTo>
                  <a:pt x="7745" y="10128"/>
                </a:lnTo>
                <a:lnTo>
                  <a:pt x="8431" y="8603"/>
                </a:lnTo>
                <a:lnTo>
                  <a:pt x="9022" y="6849"/>
                </a:lnTo>
                <a:lnTo>
                  <a:pt x="9589" y="4828"/>
                </a:lnTo>
                <a:lnTo>
                  <a:pt x="10202" y="2497"/>
                </a:lnTo>
                <a:lnTo>
                  <a:pt x="10499" y="1257"/>
                </a:lnTo>
                <a:lnTo>
                  <a:pt x="10800" y="0"/>
                </a:lnTo>
                <a:close/>
              </a:path>
            </a:pathLst>
          </a:custGeom>
          <a:solidFill>
            <a:srgbClr val="393A39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5" name="contour_07793"/>
          <p:cNvSpPr/>
          <p:nvPr/>
        </p:nvSpPr>
        <p:spPr>
          <a:xfrm>
            <a:off x="4091650" y="2840254"/>
            <a:ext cx="87456" cy="53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39"/>
                </a:moveTo>
                <a:lnTo>
                  <a:pt x="1283" y="593"/>
                </a:lnTo>
                <a:lnTo>
                  <a:pt x="2554" y="380"/>
                </a:lnTo>
                <a:lnTo>
                  <a:pt x="3812" y="202"/>
                </a:lnTo>
                <a:lnTo>
                  <a:pt x="5063" y="74"/>
                </a:lnTo>
                <a:lnTo>
                  <a:pt x="6311" y="3"/>
                </a:lnTo>
                <a:lnTo>
                  <a:pt x="7558" y="0"/>
                </a:lnTo>
                <a:lnTo>
                  <a:pt x="8806" y="71"/>
                </a:lnTo>
                <a:lnTo>
                  <a:pt x="10060" y="228"/>
                </a:lnTo>
                <a:lnTo>
                  <a:pt x="11324" y="480"/>
                </a:lnTo>
                <a:lnTo>
                  <a:pt x="12600" y="839"/>
                </a:lnTo>
                <a:lnTo>
                  <a:pt x="13349" y="2657"/>
                </a:lnTo>
                <a:lnTo>
                  <a:pt x="13941" y="4434"/>
                </a:lnTo>
                <a:lnTo>
                  <a:pt x="14413" y="6222"/>
                </a:lnTo>
                <a:lnTo>
                  <a:pt x="14803" y="8073"/>
                </a:lnTo>
                <a:lnTo>
                  <a:pt x="15147" y="10039"/>
                </a:lnTo>
                <a:lnTo>
                  <a:pt x="15484" y="12169"/>
                </a:lnTo>
                <a:lnTo>
                  <a:pt x="15943" y="14230"/>
                </a:lnTo>
                <a:lnTo>
                  <a:pt x="16475" y="15532"/>
                </a:lnTo>
                <a:lnTo>
                  <a:pt x="17422" y="16629"/>
                </a:lnTo>
                <a:lnTo>
                  <a:pt x="19125" y="18077"/>
                </a:lnTo>
                <a:lnTo>
                  <a:pt x="20354" y="18352"/>
                </a:lnTo>
                <a:lnTo>
                  <a:pt x="21600" y="18634"/>
                </a:lnTo>
                <a:lnTo>
                  <a:pt x="20416" y="19296"/>
                </a:lnTo>
                <a:lnTo>
                  <a:pt x="19235" y="19915"/>
                </a:lnTo>
                <a:lnTo>
                  <a:pt x="18050" y="20476"/>
                </a:lnTo>
                <a:lnTo>
                  <a:pt x="16853" y="20956"/>
                </a:lnTo>
                <a:lnTo>
                  <a:pt x="15640" y="21336"/>
                </a:lnTo>
                <a:lnTo>
                  <a:pt x="14400" y="21600"/>
                </a:lnTo>
                <a:lnTo>
                  <a:pt x="13932" y="20132"/>
                </a:lnTo>
                <a:lnTo>
                  <a:pt x="13477" y="18652"/>
                </a:lnTo>
                <a:lnTo>
                  <a:pt x="13034" y="17163"/>
                </a:lnTo>
                <a:lnTo>
                  <a:pt x="12600" y="15668"/>
                </a:lnTo>
                <a:lnTo>
                  <a:pt x="11383" y="15446"/>
                </a:lnTo>
                <a:lnTo>
                  <a:pt x="10193" y="15348"/>
                </a:lnTo>
                <a:lnTo>
                  <a:pt x="9016" y="15348"/>
                </a:lnTo>
                <a:lnTo>
                  <a:pt x="7834" y="15419"/>
                </a:lnTo>
                <a:lnTo>
                  <a:pt x="6633" y="15535"/>
                </a:lnTo>
                <a:lnTo>
                  <a:pt x="5400" y="15668"/>
                </a:lnTo>
                <a:lnTo>
                  <a:pt x="5400" y="13708"/>
                </a:lnTo>
                <a:lnTo>
                  <a:pt x="5400" y="11736"/>
                </a:lnTo>
                <a:lnTo>
                  <a:pt x="5400" y="9737"/>
                </a:lnTo>
                <a:lnTo>
                  <a:pt x="4694" y="8239"/>
                </a:lnTo>
                <a:lnTo>
                  <a:pt x="4178" y="7240"/>
                </a:lnTo>
                <a:lnTo>
                  <a:pt x="3596" y="6282"/>
                </a:lnTo>
                <a:lnTo>
                  <a:pt x="2700" y="4917"/>
                </a:lnTo>
                <a:lnTo>
                  <a:pt x="1946" y="3755"/>
                </a:lnTo>
                <a:lnTo>
                  <a:pt x="1181" y="2577"/>
                </a:lnTo>
                <a:lnTo>
                  <a:pt x="596" y="1714"/>
                </a:lnTo>
                <a:lnTo>
                  <a:pt x="0" y="839"/>
                </a:lnTo>
                <a:close/>
              </a:path>
            </a:pathLst>
          </a:custGeom>
          <a:solidFill>
            <a:srgbClr val="807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6" name="contour_07794"/>
          <p:cNvSpPr/>
          <p:nvPr/>
        </p:nvSpPr>
        <p:spPr>
          <a:xfrm>
            <a:off x="5476368" y="2827741"/>
            <a:ext cx="947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0"/>
                </a:moveTo>
                <a:lnTo>
                  <a:pt x="10105" y="1786"/>
                </a:lnTo>
                <a:lnTo>
                  <a:pt x="10245" y="3578"/>
                </a:lnTo>
                <a:lnTo>
                  <a:pt x="10385" y="5400"/>
                </a:lnTo>
                <a:lnTo>
                  <a:pt x="10797" y="7186"/>
                </a:lnTo>
                <a:lnTo>
                  <a:pt x="11210" y="8978"/>
                </a:lnTo>
                <a:lnTo>
                  <a:pt x="11631" y="10800"/>
                </a:lnTo>
                <a:lnTo>
                  <a:pt x="12880" y="11218"/>
                </a:lnTo>
                <a:lnTo>
                  <a:pt x="13984" y="11513"/>
                </a:lnTo>
                <a:lnTo>
                  <a:pt x="15009" y="11653"/>
                </a:lnTo>
                <a:lnTo>
                  <a:pt x="16021" y="11599"/>
                </a:lnTo>
                <a:lnTo>
                  <a:pt x="17087" y="11329"/>
                </a:lnTo>
                <a:lnTo>
                  <a:pt x="18277" y="10800"/>
                </a:lnTo>
                <a:lnTo>
                  <a:pt x="19496" y="8662"/>
                </a:lnTo>
                <a:lnTo>
                  <a:pt x="20251" y="7200"/>
                </a:lnTo>
                <a:lnTo>
                  <a:pt x="20847" y="5738"/>
                </a:lnTo>
                <a:lnTo>
                  <a:pt x="21600" y="3600"/>
                </a:lnTo>
                <a:lnTo>
                  <a:pt x="21394" y="5828"/>
                </a:lnTo>
                <a:lnTo>
                  <a:pt x="21188" y="8057"/>
                </a:lnTo>
                <a:lnTo>
                  <a:pt x="20982" y="10292"/>
                </a:lnTo>
                <a:lnTo>
                  <a:pt x="20776" y="12532"/>
                </a:lnTo>
                <a:lnTo>
                  <a:pt x="20568" y="14782"/>
                </a:lnTo>
                <a:lnTo>
                  <a:pt x="20359" y="17042"/>
                </a:lnTo>
                <a:lnTo>
                  <a:pt x="20149" y="19314"/>
                </a:lnTo>
                <a:lnTo>
                  <a:pt x="19938" y="21600"/>
                </a:lnTo>
                <a:lnTo>
                  <a:pt x="18810" y="21143"/>
                </a:lnTo>
                <a:lnTo>
                  <a:pt x="17685" y="20664"/>
                </a:lnTo>
                <a:lnTo>
                  <a:pt x="16564" y="20167"/>
                </a:lnTo>
                <a:lnTo>
                  <a:pt x="15447" y="19649"/>
                </a:lnTo>
                <a:lnTo>
                  <a:pt x="14332" y="19112"/>
                </a:lnTo>
                <a:lnTo>
                  <a:pt x="13223" y="18554"/>
                </a:lnTo>
                <a:lnTo>
                  <a:pt x="12114" y="17982"/>
                </a:lnTo>
                <a:lnTo>
                  <a:pt x="11008" y="17395"/>
                </a:lnTo>
                <a:lnTo>
                  <a:pt x="9903" y="16790"/>
                </a:lnTo>
                <a:lnTo>
                  <a:pt x="8801" y="16171"/>
                </a:lnTo>
                <a:lnTo>
                  <a:pt x="7700" y="15541"/>
                </a:lnTo>
                <a:lnTo>
                  <a:pt x="6600" y="14897"/>
                </a:lnTo>
                <a:lnTo>
                  <a:pt x="5500" y="14238"/>
                </a:lnTo>
                <a:lnTo>
                  <a:pt x="4400" y="13568"/>
                </a:lnTo>
                <a:lnTo>
                  <a:pt x="3301" y="12892"/>
                </a:lnTo>
                <a:lnTo>
                  <a:pt x="2202" y="12200"/>
                </a:lnTo>
                <a:lnTo>
                  <a:pt x="1102" y="11506"/>
                </a:lnTo>
                <a:lnTo>
                  <a:pt x="0" y="10800"/>
                </a:lnTo>
                <a:lnTo>
                  <a:pt x="930" y="8690"/>
                </a:lnTo>
                <a:lnTo>
                  <a:pt x="1823" y="6926"/>
                </a:lnTo>
                <a:lnTo>
                  <a:pt x="2697" y="5465"/>
                </a:lnTo>
                <a:lnTo>
                  <a:pt x="3572" y="4259"/>
                </a:lnTo>
                <a:lnTo>
                  <a:pt x="4470" y="3269"/>
                </a:lnTo>
                <a:lnTo>
                  <a:pt x="5407" y="2452"/>
                </a:lnTo>
                <a:lnTo>
                  <a:pt x="6407" y="1757"/>
                </a:lnTo>
                <a:lnTo>
                  <a:pt x="7487" y="1148"/>
                </a:lnTo>
                <a:lnTo>
                  <a:pt x="8668" y="576"/>
                </a:lnTo>
                <a:lnTo>
                  <a:pt x="9969" y="0"/>
                </a:lnTo>
                <a:close/>
              </a:path>
            </a:pathLst>
          </a:custGeom>
          <a:solidFill>
            <a:srgbClr val="736E5E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7" name="contour_07795"/>
          <p:cNvSpPr/>
          <p:nvPr/>
        </p:nvSpPr>
        <p:spPr>
          <a:xfrm>
            <a:off x="1395093" y="2785004"/>
            <a:ext cx="51016" cy="710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73" y="235"/>
                </a:moveTo>
                <a:lnTo>
                  <a:pt x="10285" y="583"/>
                </a:lnTo>
                <a:lnTo>
                  <a:pt x="12729" y="1637"/>
                </a:lnTo>
                <a:lnTo>
                  <a:pt x="14367" y="2315"/>
                </a:lnTo>
                <a:lnTo>
                  <a:pt x="16030" y="3003"/>
                </a:lnTo>
                <a:lnTo>
                  <a:pt x="17265" y="3562"/>
                </a:lnTo>
                <a:lnTo>
                  <a:pt x="18514" y="4129"/>
                </a:lnTo>
                <a:lnTo>
                  <a:pt x="16478" y="4129"/>
                </a:lnTo>
                <a:lnTo>
                  <a:pt x="14423" y="4129"/>
                </a:lnTo>
                <a:lnTo>
                  <a:pt x="12343" y="4129"/>
                </a:lnTo>
                <a:lnTo>
                  <a:pt x="13176" y="5524"/>
                </a:lnTo>
                <a:lnTo>
                  <a:pt x="14009" y="6922"/>
                </a:lnTo>
                <a:lnTo>
                  <a:pt x="14845" y="8319"/>
                </a:lnTo>
                <a:lnTo>
                  <a:pt x="15682" y="9719"/>
                </a:lnTo>
                <a:lnTo>
                  <a:pt x="16518" y="11121"/>
                </a:lnTo>
                <a:lnTo>
                  <a:pt x="17357" y="12528"/>
                </a:lnTo>
                <a:lnTo>
                  <a:pt x="18200" y="13936"/>
                </a:lnTo>
                <a:lnTo>
                  <a:pt x="19045" y="15352"/>
                </a:lnTo>
                <a:lnTo>
                  <a:pt x="19894" y="16774"/>
                </a:lnTo>
                <a:lnTo>
                  <a:pt x="20745" y="18200"/>
                </a:lnTo>
                <a:lnTo>
                  <a:pt x="21600" y="19633"/>
                </a:lnTo>
                <a:lnTo>
                  <a:pt x="18564" y="20710"/>
                </a:lnTo>
                <a:lnTo>
                  <a:pt x="16561" y="21339"/>
                </a:lnTo>
                <a:lnTo>
                  <a:pt x="15148" y="21600"/>
                </a:lnTo>
                <a:lnTo>
                  <a:pt x="13873" y="21578"/>
                </a:lnTo>
                <a:lnTo>
                  <a:pt x="12293" y="21354"/>
                </a:lnTo>
                <a:lnTo>
                  <a:pt x="10748" y="20382"/>
                </a:lnTo>
                <a:lnTo>
                  <a:pt x="9411" y="19347"/>
                </a:lnTo>
                <a:lnTo>
                  <a:pt x="8248" y="18255"/>
                </a:lnTo>
                <a:lnTo>
                  <a:pt x="7227" y="17108"/>
                </a:lnTo>
                <a:lnTo>
                  <a:pt x="6310" y="15908"/>
                </a:lnTo>
                <a:lnTo>
                  <a:pt x="5468" y="14658"/>
                </a:lnTo>
                <a:lnTo>
                  <a:pt x="4659" y="13360"/>
                </a:lnTo>
                <a:lnTo>
                  <a:pt x="3857" y="12018"/>
                </a:lnTo>
                <a:lnTo>
                  <a:pt x="3505" y="11498"/>
                </a:lnTo>
                <a:lnTo>
                  <a:pt x="2447" y="9921"/>
                </a:lnTo>
                <a:lnTo>
                  <a:pt x="1709" y="8680"/>
                </a:lnTo>
                <a:lnTo>
                  <a:pt x="1210" y="7661"/>
                </a:lnTo>
                <a:lnTo>
                  <a:pt x="716" y="6326"/>
                </a:lnTo>
                <a:lnTo>
                  <a:pt x="0" y="4129"/>
                </a:lnTo>
                <a:lnTo>
                  <a:pt x="1521" y="2416"/>
                </a:lnTo>
                <a:lnTo>
                  <a:pt x="2972" y="1132"/>
                </a:lnTo>
                <a:lnTo>
                  <a:pt x="4607" y="312"/>
                </a:lnTo>
                <a:lnTo>
                  <a:pt x="6690" y="0"/>
                </a:lnTo>
                <a:lnTo>
                  <a:pt x="9473" y="235"/>
                </a:lnTo>
                <a:close/>
              </a:path>
            </a:pathLst>
          </a:custGeom>
          <a:solidFill>
            <a:srgbClr val="282726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8" name="contour_07796"/>
          <p:cNvSpPr/>
          <p:nvPr/>
        </p:nvSpPr>
        <p:spPr>
          <a:xfrm>
            <a:off x="5039665" y="2784013"/>
            <a:ext cx="42620" cy="611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76" y="0"/>
                </a:moveTo>
                <a:lnTo>
                  <a:pt x="19162" y="1676"/>
                </a:lnTo>
                <a:lnTo>
                  <a:pt x="19960" y="3378"/>
                </a:lnTo>
                <a:lnTo>
                  <a:pt x="20584" y="5103"/>
                </a:lnTo>
                <a:lnTo>
                  <a:pt x="21046" y="6849"/>
                </a:lnTo>
                <a:lnTo>
                  <a:pt x="21360" y="8610"/>
                </a:lnTo>
                <a:lnTo>
                  <a:pt x="21541" y="10384"/>
                </a:lnTo>
                <a:lnTo>
                  <a:pt x="21600" y="12169"/>
                </a:lnTo>
                <a:lnTo>
                  <a:pt x="21552" y="13958"/>
                </a:lnTo>
                <a:lnTo>
                  <a:pt x="21404" y="15750"/>
                </a:lnTo>
                <a:lnTo>
                  <a:pt x="21175" y="17540"/>
                </a:lnTo>
                <a:lnTo>
                  <a:pt x="19388" y="19321"/>
                </a:lnTo>
                <a:lnTo>
                  <a:pt x="18124" y="20320"/>
                </a:lnTo>
                <a:lnTo>
                  <a:pt x="16780" y="20897"/>
                </a:lnTo>
                <a:lnTo>
                  <a:pt x="14756" y="21422"/>
                </a:lnTo>
                <a:lnTo>
                  <a:pt x="12285" y="21572"/>
                </a:lnTo>
                <a:lnTo>
                  <a:pt x="10050" y="21600"/>
                </a:lnTo>
                <a:lnTo>
                  <a:pt x="7919" y="21469"/>
                </a:lnTo>
                <a:lnTo>
                  <a:pt x="5747" y="21144"/>
                </a:lnTo>
                <a:lnTo>
                  <a:pt x="3402" y="20598"/>
                </a:lnTo>
                <a:lnTo>
                  <a:pt x="2305" y="18809"/>
                </a:lnTo>
                <a:lnTo>
                  <a:pt x="1433" y="17169"/>
                </a:lnTo>
                <a:lnTo>
                  <a:pt x="772" y="15634"/>
                </a:lnTo>
                <a:lnTo>
                  <a:pt x="321" y="14156"/>
                </a:lnTo>
                <a:lnTo>
                  <a:pt x="66" y="12686"/>
                </a:lnTo>
                <a:lnTo>
                  <a:pt x="0" y="11180"/>
                </a:lnTo>
                <a:lnTo>
                  <a:pt x="118" y="9586"/>
                </a:lnTo>
                <a:lnTo>
                  <a:pt x="406" y="7858"/>
                </a:lnTo>
                <a:lnTo>
                  <a:pt x="861" y="5953"/>
                </a:lnTo>
                <a:lnTo>
                  <a:pt x="2382" y="3973"/>
                </a:lnTo>
                <a:lnTo>
                  <a:pt x="3516" y="2776"/>
                </a:lnTo>
                <a:lnTo>
                  <a:pt x="4824" y="1880"/>
                </a:lnTo>
                <a:lnTo>
                  <a:pt x="6866" y="803"/>
                </a:lnTo>
                <a:lnTo>
                  <a:pt x="8839" y="412"/>
                </a:lnTo>
                <a:lnTo>
                  <a:pt x="10416" y="173"/>
                </a:lnTo>
                <a:lnTo>
                  <a:pt x="12133" y="51"/>
                </a:lnTo>
                <a:lnTo>
                  <a:pt x="14542" y="5"/>
                </a:lnTo>
                <a:lnTo>
                  <a:pt x="18176" y="0"/>
                </a:lnTo>
                <a:close/>
              </a:path>
            </a:pathLst>
          </a:custGeom>
          <a:solidFill>
            <a:srgbClr val="8F928F"/>
          </a:solidFill>
          <a:ln>
            <a:noFill/>
          </a:ln>
        </p:spPr>
        <p:txBody>
          <a:bodyPr/>
          <a:lstStyle/>
          <a:p/>
        </p:txBody>
      </p:sp>
      <p:sp>
        <p:nvSpPr>
          <p:cNvPr id="7799" name="contour_07797"/>
          <p:cNvSpPr/>
          <p:nvPr/>
        </p:nvSpPr>
        <p:spPr>
          <a:xfrm>
            <a:off x="4549482" y="2718421"/>
            <a:ext cx="523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75" y="0"/>
                </a:moveTo>
                <a:lnTo>
                  <a:pt x="14362" y="0"/>
                </a:lnTo>
                <a:lnTo>
                  <a:pt x="16155" y="0"/>
                </a:lnTo>
                <a:lnTo>
                  <a:pt x="17954" y="0"/>
                </a:lnTo>
                <a:lnTo>
                  <a:pt x="19768" y="0"/>
                </a:lnTo>
                <a:lnTo>
                  <a:pt x="21600" y="0"/>
                </a:lnTo>
                <a:lnTo>
                  <a:pt x="21176" y="1443"/>
                </a:lnTo>
                <a:lnTo>
                  <a:pt x="20746" y="2884"/>
                </a:lnTo>
                <a:lnTo>
                  <a:pt x="20306" y="4324"/>
                </a:lnTo>
                <a:lnTo>
                  <a:pt x="19864" y="5763"/>
                </a:lnTo>
                <a:lnTo>
                  <a:pt x="19419" y="7201"/>
                </a:lnTo>
                <a:lnTo>
                  <a:pt x="18968" y="8640"/>
                </a:lnTo>
                <a:lnTo>
                  <a:pt x="18613" y="9880"/>
                </a:lnTo>
                <a:lnTo>
                  <a:pt x="18252" y="11137"/>
                </a:lnTo>
                <a:lnTo>
                  <a:pt x="17864" y="12321"/>
                </a:lnTo>
                <a:lnTo>
                  <a:pt x="17530" y="13232"/>
                </a:lnTo>
                <a:lnTo>
                  <a:pt x="17127" y="14165"/>
                </a:lnTo>
                <a:lnTo>
                  <a:pt x="16519" y="15416"/>
                </a:lnTo>
                <a:lnTo>
                  <a:pt x="15583" y="17280"/>
                </a:lnTo>
                <a:lnTo>
                  <a:pt x="13595" y="17280"/>
                </a:lnTo>
                <a:lnTo>
                  <a:pt x="11594" y="17280"/>
                </a:lnTo>
                <a:lnTo>
                  <a:pt x="9567" y="17280"/>
                </a:lnTo>
                <a:lnTo>
                  <a:pt x="8463" y="18563"/>
                </a:lnTo>
                <a:lnTo>
                  <a:pt x="7780" y="19440"/>
                </a:lnTo>
                <a:lnTo>
                  <a:pt x="7241" y="20317"/>
                </a:lnTo>
                <a:lnTo>
                  <a:pt x="6558" y="21600"/>
                </a:lnTo>
                <a:lnTo>
                  <a:pt x="6558" y="20174"/>
                </a:lnTo>
                <a:lnTo>
                  <a:pt x="6558" y="18747"/>
                </a:lnTo>
                <a:lnTo>
                  <a:pt x="6558" y="17312"/>
                </a:lnTo>
                <a:lnTo>
                  <a:pt x="6558" y="15872"/>
                </a:lnTo>
                <a:lnTo>
                  <a:pt x="6558" y="14422"/>
                </a:lnTo>
                <a:lnTo>
                  <a:pt x="6558" y="12960"/>
                </a:lnTo>
                <a:lnTo>
                  <a:pt x="4570" y="12960"/>
                </a:lnTo>
                <a:lnTo>
                  <a:pt x="2569" y="12960"/>
                </a:lnTo>
                <a:lnTo>
                  <a:pt x="542" y="12960"/>
                </a:lnTo>
                <a:lnTo>
                  <a:pt x="181" y="11418"/>
                </a:lnTo>
                <a:lnTo>
                  <a:pt x="0" y="10310"/>
                </a:lnTo>
                <a:lnTo>
                  <a:pt x="0" y="9325"/>
                </a:lnTo>
                <a:lnTo>
                  <a:pt x="181" y="8152"/>
                </a:lnTo>
                <a:lnTo>
                  <a:pt x="542" y="6480"/>
                </a:lnTo>
                <a:lnTo>
                  <a:pt x="2407" y="6009"/>
                </a:lnTo>
                <a:lnTo>
                  <a:pt x="4245" y="5648"/>
                </a:lnTo>
                <a:lnTo>
                  <a:pt x="6089" y="5376"/>
                </a:lnTo>
                <a:lnTo>
                  <a:pt x="7978" y="5162"/>
                </a:lnTo>
                <a:lnTo>
                  <a:pt x="9943" y="4987"/>
                </a:lnTo>
                <a:lnTo>
                  <a:pt x="11248" y="4657"/>
                </a:lnTo>
                <a:lnTo>
                  <a:pt x="12575" y="4320"/>
                </a:lnTo>
                <a:lnTo>
                  <a:pt x="12575" y="2892"/>
                </a:lnTo>
                <a:lnTo>
                  <a:pt x="12575" y="1456"/>
                </a:lnTo>
                <a:lnTo>
                  <a:pt x="12575" y="0"/>
                </a:lnTo>
                <a:close/>
              </a:path>
            </a:pathLst>
          </a:custGeom>
          <a:solidFill>
            <a:srgbClr val="3F3F3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0" name="contour_07798"/>
          <p:cNvSpPr/>
          <p:nvPr/>
        </p:nvSpPr>
        <p:spPr>
          <a:xfrm>
            <a:off x="1553315" y="2666144"/>
            <a:ext cx="53129" cy="59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9" y="457"/>
                </a:moveTo>
                <a:lnTo>
                  <a:pt x="2853" y="317"/>
                </a:lnTo>
                <a:lnTo>
                  <a:pt x="4833" y="193"/>
                </a:lnTo>
                <a:lnTo>
                  <a:pt x="6806" y="92"/>
                </a:lnTo>
                <a:lnTo>
                  <a:pt x="8773" y="26"/>
                </a:lnTo>
                <a:lnTo>
                  <a:pt x="10741" y="0"/>
                </a:lnTo>
                <a:lnTo>
                  <a:pt x="12705" y="21"/>
                </a:lnTo>
                <a:lnTo>
                  <a:pt x="14676" y="100"/>
                </a:lnTo>
                <a:lnTo>
                  <a:pt x="16652" y="243"/>
                </a:lnTo>
                <a:lnTo>
                  <a:pt x="18637" y="457"/>
                </a:lnTo>
                <a:lnTo>
                  <a:pt x="19905" y="2423"/>
                </a:lnTo>
                <a:lnTo>
                  <a:pt x="20693" y="3819"/>
                </a:lnTo>
                <a:lnTo>
                  <a:pt x="21144" y="5024"/>
                </a:lnTo>
                <a:lnTo>
                  <a:pt x="21399" y="6419"/>
                </a:lnTo>
                <a:lnTo>
                  <a:pt x="21600" y="8386"/>
                </a:lnTo>
                <a:lnTo>
                  <a:pt x="19644" y="8386"/>
                </a:lnTo>
                <a:lnTo>
                  <a:pt x="17686" y="8386"/>
                </a:lnTo>
                <a:lnTo>
                  <a:pt x="15719" y="8386"/>
                </a:lnTo>
                <a:lnTo>
                  <a:pt x="13742" y="8386"/>
                </a:lnTo>
                <a:lnTo>
                  <a:pt x="11754" y="8386"/>
                </a:lnTo>
                <a:lnTo>
                  <a:pt x="9748" y="8386"/>
                </a:lnTo>
                <a:lnTo>
                  <a:pt x="10483" y="10022"/>
                </a:lnTo>
                <a:lnTo>
                  <a:pt x="11215" y="11658"/>
                </a:lnTo>
                <a:lnTo>
                  <a:pt x="11953" y="13299"/>
                </a:lnTo>
                <a:lnTo>
                  <a:pt x="12690" y="14943"/>
                </a:lnTo>
                <a:lnTo>
                  <a:pt x="13428" y="16594"/>
                </a:lnTo>
                <a:lnTo>
                  <a:pt x="14172" y="18254"/>
                </a:lnTo>
                <a:lnTo>
                  <a:pt x="14921" y="19922"/>
                </a:lnTo>
                <a:lnTo>
                  <a:pt x="15674" y="21600"/>
                </a:lnTo>
                <a:lnTo>
                  <a:pt x="12219" y="21518"/>
                </a:lnTo>
                <a:lnTo>
                  <a:pt x="9570" y="21428"/>
                </a:lnTo>
                <a:lnTo>
                  <a:pt x="7553" y="21296"/>
                </a:lnTo>
                <a:lnTo>
                  <a:pt x="5994" y="21095"/>
                </a:lnTo>
                <a:lnTo>
                  <a:pt x="4717" y="20791"/>
                </a:lnTo>
                <a:lnTo>
                  <a:pt x="3553" y="20355"/>
                </a:lnTo>
                <a:lnTo>
                  <a:pt x="2323" y="19753"/>
                </a:lnTo>
                <a:lnTo>
                  <a:pt x="859" y="18957"/>
                </a:lnTo>
                <a:lnTo>
                  <a:pt x="489" y="17089"/>
                </a:lnTo>
                <a:lnTo>
                  <a:pt x="228" y="15236"/>
                </a:lnTo>
                <a:lnTo>
                  <a:pt x="68" y="13394"/>
                </a:lnTo>
                <a:lnTo>
                  <a:pt x="0" y="11560"/>
                </a:lnTo>
                <a:lnTo>
                  <a:pt x="9" y="9726"/>
                </a:lnTo>
                <a:lnTo>
                  <a:pt x="86" y="7894"/>
                </a:lnTo>
                <a:lnTo>
                  <a:pt x="222" y="6055"/>
                </a:lnTo>
                <a:lnTo>
                  <a:pt x="403" y="4205"/>
                </a:lnTo>
                <a:lnTo>
                  <a:pt x="619" y="2342"/>
                </a:lnTo>
                <a:lnTo>
                  <a:pt x="859" y="457"/>
                </a:lnTo>
                <a:close/>
              </a:path>
            </a:pathLst>
          </a:custGeom>
          <a:solidFill>
            <a:srgbClr val="2D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1" name="contour_07799"/>
          <p:cNvSpPr/>
          <p:nvPr/>
        </p:nvSpPr>
        <p:spPr>
          <a:xfrm>
            <a:off x="6868375" y="2609101"/>
            <a:ext cx="5830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449" y="1522"/>
                </a:lnTo>
                <a:lnTo>
                  <a:pt x="21209" y="2969"/>
                </a:lnTo>
                <a:lnTo>
                  <a:pt x="20876" y="4351"/>
                </a:lnTo>
                <a:lnTo>
                  <a:pt x="20450" y="5675"/>
                </a:lnTo>
                <a:lnTo>
                  <a:pt x="19929" y="6949"/>
                </a:lnTo>
                <a:lnTo>
                  <a:pt x="19316" y="8181"/>
                </a:lnTo>
                <a:lnTo>
                  <a:pt x="18608" y="9380"/>
                </a:lnTo>
                <a:lnTo>
                  <a:pt x="17804" y="10555"/>
                </a:lnTo>
                <a:lnTo>
                  <a:pt x="16902" y="11709"/>
                </a:lnTo>
                <a:lnTo>
                  <a:pt x="15903" y="12856"/>
                </a:lnTo>
                <a:lnTo>
                  <a:pt x="14807" y="14003"/>
                </a:lnTo>
                <a:lnTo>
                  <a:pt x="13611" y="15153"/>
                </a:lnTo>
                <a:lnTo>
                  <a:pt x="12317" y="16322"/>
                </a:lnTo>
                <a:lnTo>
                  <a:pt x="11437" y="17109"/>
                </a:lnTo>
                <a:lnTo>
                  <a:pt x="10541" y="17908"/>
                </a:lnTo>
                <a:lnTo>
                  <a:pt x="9474" y="18786"/>
                </a:lnTo>
                <a:lnTo>
                  <a:pt x="8581" y="19464"/>
                </a:lnTo>
                <a:lnTo>
                  <a:pt x="7385" y="20286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432" y="20117"/>
                </a:lnTo>
                <a:lnTo>
                  <a:pt x="910" y="18706"/>
                </a:lnTo>
                <a:lnTo>
                  <a:pt x="1436" y="17355"/>
                </a:lnTo>
                <a:lnTo>
                  <a:pt x="2020" y="16055"/>
                </a:lnTo>
                <a:lnTo>
                  <a:pt x="2662" y="14798"/>
                </a:lnTo>
                <a:lnTo>
                  <a:pt x="3370" y="13575"/>
                </a:lnTo>
                <a:lnTo>
                  <a:pt x="4150" y="12373"/>
                </a:lnTo>
                <a:lnTo>
                  <a:pt x="5003" y="11185"/>
                </a:lnTo>
                <a:lnTo>
                  <a:pt x="5940" y="10003"/>
                </a:lnTo>
                <a:lnTo>
                  <a:pt x="6961" y="8813"/>
                </a:lnTo>
                <a:lnTo>
                  <a:pt x="8073" y="7609"/>
                </a:lnTo>
                <a:lnTo>
                  <a:pt x="9283" y="6382"/>
                </a:lnTo>
                <a:lnTo>
                  <a:pt x="10163" y="5449"/>
                </a:lnTo>
                <a:lnTo>
                  <a:pt x="11059" y="4503"/>
                </a:lnTo>
                <a:lnTo>
                  <a:pt x="11942" y="3617"/>
                </a:lnTo>
                <a:lnTo>
                  <a:pt x="12652" y="2940"/>
                </a:lnTo>
                <a:lnTo>
                  <a:pt x="13433" y="2254"/>
                </a:lnTo>
                <a:lnTo>
                  <a:pt x="14534" y="1347"/>
                </a:lnTo>
                <a:lnTo>
                  <a:pt x="16200" y="0"/>
                </a:lnTo>
                <a:close/>
              </a:path>
            </a:pathLst>
          </a:custGeom>
          <a:solidFill>
            <a:srgbClr val="C4CED0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2" name="contour_07800"/>
          <p:cNvSpPr/>
          <p:nvPr/>
        </p:nvSpPr>
        <p:spPr>
          <a:xfrm>
            <a:off x="2014572" y="2615558"/>
            <a:ext cx="87456" cy="305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7"/>
                </a:moveTo>
                <a:lnTo>
                  <a:pt x="1253" y="525"/>
                </a:lnTo>
                <a:lnTo>
                  <a:pt x="2507" y="473"/>
                </a:lnTo>
                <a:lnTo>
                  <a:pt x="3760" y="422"/>
                </a:lnTo>
                <a:lnTo>
                  <a:pt x="5015" y="381"/>
                </a:lnTo>
                <a:lnTo>
                  <a:pt x="6268" y="340"/>
                </a:lnTo>
                <a:lnTo>
                  <a:pt x="7522" y="304"/>
                </a:lnTo>
                <a:lnTo>
                  <a:pt x="8775" y="268"/>
                </a:lnTo>
                <a:lnTo>
                  <a:pt x="10021" y="201"/>
                </a:lnTo>
                <a:lnTo>
                  <a:pt x="11286" y="134"/>
                </a:lnTo>
                <a:lnTo>
                  <a:pt x="12488" y="108"/>
                </a:lnTo>
                <a:lnTo>
                  <a:pt x="13711" y="82"/>
                </a:lnTo>
                <a:lnTo>
                  <a:pt x="14816" y="41"/>
                </a:lnTo>
                <a:lnTo>
                  <a:pt x="15939" y="0"/>
                </a:lnTo>
                <a:lnTo>
                  <a:pt x="17242" y="473"/>
                </a:lnTo>
                <a:lnTo>
                  <a:pt x="18392" y="1163"/>
                </a:lnTo>
                <a:lnTo>
                  <a:pt x="19458" y="2197"/>
                </a:lnTo>
                <a:lnTo>
                  <a:pt x="20504" y="3679"/>
                </a:lnTo>
                <a:lnTo>
                  <a:pt x="21600" y="5732"/>
                </a:lnTo>
                <a:lnTo>
                  <a:pt x="21600" y="9133"/>
                </a:lnTo>
                <a:lnTo>
                  <a:pt x="21600" y="12555"/>
                </a:lnTo>
                <a:lnTo>
                  <a:pt x="21600" y="16022"/>
                </a:lnTo>
                <a:lnTo>
                  <a:pt x="18949" y="17381"/>
                </a:lnTo>
                <a:lnTo>
                  <a:pt x="16641" y="18549"/>
                </a:lnTo>
                <a:lnTo>
                  <a:pt x="14645" y="19521"/>
                </a:lnTo>
                <a:lnTo>
                  <a:pt x="12926" y="20309"/>
                </a:lnTo>
                <a:lnTo>
                  <a:pt x="11450" y="20911"/>
                </a:lnTo>
                <a:lnTo>
                  <a:pt x="10184" y="21322"/>
                </a:lnTo>
                <a:lnTo>
                  <a:pt x="9095" y="21554"/>
                </a:lnTo>
                <a:lnTo>
                  <a:pt x="8149" y="21600"/>
                </a:lnTo>
                <a:lnTo>
                  <a:pt x="7312" y="21471"/>
                </a:lnTo>
                <a:lnTo>
                  <a:pt x="6550" y="21158"/>
                </a:lnTo>
                <a:lnTo>
                  <a:pt x="5830" y="20674"/>
                </a:lnTo>
                <a:lnTo>
                  <a:pt x="5119" y="20010"/>
                </a:lnTo>
                <a:lnTo>
                  <a:pt x="4383" y="19177"/>
                </a:lnTo>
                <a:lnTo>
                  <a:pt x="3587" y="18168"/>
                </a:lnTo>
                <a:lnTo>
                  <a:pt x="2700" y="16990"/>
                </a:lnTo>
                <a:lnTo>
                  <a:pt x="1807" y="14973"/>
                </a:lnTo>
                <a:lnTo>
                  <a:pt x="911" y="12935"/>
                </a:lnTo>
                <a:lnTo>
                  <a:pt x="0" y="10877"/>
                </a:lnTo>
                <a:lnTo>
                  <a:pt x="0" y="7476"/>
                </a:lnTo>
                <a:lnTo>
                  <a:pt x="0" y="4055"/>
                </a:lnTo>
                <a:lnTo>
                  <a:pt x="0" y="587"/>
                </a:lnTo>
                <a:close/>
              </a:path>
            </a:pathLst>
          </a:custGeom>
          <a:solidFill>
            <a:srgbClr val="E4DAB6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3" name="contour_07801"/>
          <p:cNvSpPr/>
          <p:nvPr/>
        </p:nvSpPr>
        <p:spPr>
          <a:xfrm>
            <a:off x="854361" y="2579949"/>
            <a:ext cx="3786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782"/>
                </a:lnTo>
                <a:lnTo>
                  <a:pt x="21600" y="3567"/>
                </a:lnTo>
                <a:lnTo>
                  <a:pt x="21600" y="5351"/>
                </a:lnTo>
                <a:lnTo>
                  <a:pt x="21600" y="7141"/>
                </a:lnTo>
                <a:lnTo>
                  <a:pt x="21600" y="8937"/>
                </a:lnTo>
                <a:lnTo>
                  <a:pt x="21600" y="10741"/>
                </a:lnTo>
                <a:lnTo>
                  <a:pt x="21600" y="12550"/>
                </a:lnTo>
                <a:lnTo>
                  <a:pt x="21600" y="14369"/>
                </a:lnTo>
                <a:lnTo>
                  <a:pt x="21600" y="16200"/>
                </a:lnTo>
                <a:lnTo>
                  <a:pt x="18852" y="16200"/>
                </a:lnTo>
                <a:lnTo>
                  <a:pt x="16087" y="16200"/>
                </a:lnTo>
                <a:lnTo>
                  <a:pt x="13284" y="16200"/>
                </a:lnTo>
                <a:lnTo>
                  <a:pt x="13284" y="17985"/>
                </a:lnTo>
                <a:lnTo>
                  <a:pt x="13284" y="19780"/>
                </a:lnTo>
                <a:lnTo>
                  <a:pt x="13284" y="21600"/>
                </a:lnTo>
                <a:lnTo>
                  <a:pt x="10815" y="21600"/>
                </a:lnTo>
                <a:lnTo>
                  <a:pt x="8336" y="21600"/>
                </a:lnTo>
                <a:lnTo>
                  <a:pt x="5850" y="21600"/>
                </a:lnTo>
                <a:lnTo>
                  <a:pt x="3343" y="21600"/>
                </a:lnTo>
                <a:lnTo>
                  <a:pt x="811" y="21600"/>
                </a:lnTo>
                <a:lnTo>
                  <a:pt x="682" y="20048"/>
                </a:lnTo>
                <a:lnTo>
                  <a:pt x="570" y="18495"/>
                </a:lnTo>
                <a:lnTo>
                  <a:pt x="466" y="16942"/>
                </a:lnTo>
                <a:lnTo>
                  <a:pt x="374" y="15390"/>
                </a:lnTo>
                <a:lnTo>
                  <a:pt x="291" y="13838"/>
                </a:lnTo>
                <a:lnTo>
                  <a:pt x="195" y="12396"/>
                </a:lnTo>
                <a:lnTo>
                  <a:pt x="100" y="10943"/>
                </a:lnTo>
                <a:lnTo>
                  <a:pt x="0" y="9472"/>
                </a:lnTo>
                <a:lnTo>
                  <a:pt x="424" y="7460"/>
                </a:lnTo>
                <a:lnTo>
                  <a:pt x="852" y="6072"/>
                </a:lnTo>
                <a:lnTo>
                  <a:pt x="1497" y="4963"/>
                </a:lnTo>
                <a:lnTo>
                  <a:pt x="2549" y="3780"/>
                </a:lnTo>
                <a:lnTo>
                  <a:pt x="4220" y="2174"/>
                </a:lnTo>
                <a:lnTo>
                  <a:pt x="6345" y="1258"/>
                </a:lnTo>
                <a:lnTo>
                  <a:pt x="8133" y="645"/>
                </a:lnTo>
                <a:lnTo>
                  <a:pt x="10074" y="273"/>
                </a:lnTo>
                <a:lnTo>
                  <a:pt x="12640" y="81"/>
                </a:lnTo>
                <a:lnTo>
                  <a:pt x="16324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C2A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4" name="contour_07802"/>
          <p:cNvSpPr/>
          <p:nvPr/>
        </p:nvSpPr>
        <p:spPr>
          <a:xfrm>
            <a:off x="899510" y="2558085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20239" y="0"/>
                </a:lnTo>
                <a:lnTo>
                  <a:pt x="21600" y="0"/>
                </a:lnTo>
                <a:lnTo>
                  <a:pt x="21600" y="1871"/>
                </a:lnTo>
                <a:lnTo>
                  <a:pt x="21600" y="3745"/>
                </a:lnTo>
                <a:lnTo>
                  <a:pt x="21600" y="5619"/>
                </a:lnTo>
                <a:lnTo>
                  <a:pt x="21600" y="7495"/>
                </a:lnTo>
                <a:lnTo>
                  <a:pt x="21600" y="9380"/>
                </a:lnTo>
                <a:lnTo>
                  <a:pt x="21600" y="11267"/>
                </a:lnTo>
                <a:lnTo>
                  <a:pt x="21600" y="13162"/>
                </a:lnTo>
                <a:lnTo>
                  <a:pt x="21600" y="15066"/>
                </a:lnTo>
                <a:lnTo>
                  <a:pt x="21600" y="16978"/>
                </a:lnTo>
                <a:lnTo>
                  <a:pt x="21600" y="18900"/>
                </a:lnTo>
                <a:lnTo>
                  <a:pt x="19818" y="19124"/>
                </a:lnTo>
                <a:lnTo>
                  <a:pt x="18036" y="19346"/>
                </a:lnTo>
                <a:lnTo>
                  <a:pt x="16251" y="19570"/>
                </a:lnTo>
                <a:lnTo>
                  <a:pt x="14464" y="19791"/>
                </a:lnTo>
                <a:lnTo>
                  <a:pt x="12674" y="20015"/>
                </a:lnTo>
                <a:lnTo>
                  <a:pt x="10881" y="20239"/>
                </a:lnTo>
                <a:lnTo>
                  <a:pt x="9083" y="20463"/>
                </a:lnTo>
                <a:lnTo>
                  <a:pt x="7279" y="20690"/>
                </a:lnTo>
                <a:lnTo>
                  <a:pt x="5470" y="20917"/>
                </a:lnTo>
                <a:lnTo>
                  <a:pt x="3656" y="21144"/>
                </a:lnTo>
                <a:lnTo>
                  <a:pt x="1831" y="21371"/>
                </a:lnTo>
                <a:lnTo>
                  <a:pt x="0" y="21600"/>
                </a:lnTo>
                <a:lnTo>
                  <a:pt x="535" y="19996"/>
                </a:lnTo>
                <a:lnTo>
                  <a:pt x="1072" y="18387"/>
                </a:lnTo>
                <a:lnTo>
                  <a:pt x="1609" y="16772"/>
                </a:lnTo>
                <a:lnTo>
                  <a:pt x="2152" y="15144"/>
                </a:lnTo>
                <a:lnTo>
                  <a:pt x="2700" y="13500"/>
                </a:lnTo>
                <a:lnTo>
                  <a:pt x="3982" y="13557"/>
                </a:lnTo>
                <a:lnTo>
                  <a:pt x="5273" y="13611"/>
                </a:lnTo>
                <a:lnTo>
                  <a:pt x="6583" y="13667"/>
                </a:lnTo>
                <a:lnTo>
                  <a:pt x="7201" y="13643"/>
                </a:lnTo>
                <a:lnTo>
                  <a:pt x="8294" y="13600"/>
                </a:lnTo>
                <a:lnTo>
                  <a:pt x="10800" y="13500"/>
                </a:lnTo>
                <a:lnTo>
                  <a:pt x="11842" y="11934"/>
                </a:lnTo>
                <a:lnTo>
                  <a:pt x="12752" y="10352"/>
                </a:lnTo>
                <a:lnTo>
                  <a:pt x="13562" y="8735"/>
                </a:lnTo>
                <a:lnTo>
                  <a:pt x="14313" y="7066"/>
                </a:lnTo>
                <a:lnTo>
                  <a:pt x="15039" y="5327"/>
                </a:lnTo>
                <a:lnTo>
                  <a:pt x="15752" y="3766"/>
                </a:lnTo>
                <a:lnTo>
                  <a:pt x="16392" y="2692"/>
                </a:lnTo>
                <a:lnTo>
                  <a:pt x="17320" y="1601"/>
                </a:lnTo>
                <a:lnTo>
                  <a:pt x="18900" y="0"/>
                </a:lnTo>
                <a:close/>
              </a:path>
            </a:pathLst>
          </a:custGeom>
          <a:solidFill>
            <a:srgbClr val="989692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5" name="contour_07803"/>
          <p:cNvSpPr/>
          <p:nvPr/>
        </p:nvSpPr>
        <p:spPr>
          <a:xfrm>
            <a:off x="1570005" y="2550797"/>
            <a:ext cx="72880" cy="661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3388" y="1413"/>
                </a:lnTo>
                <a:lnTo>
                  <a:pt x="13818" y="2831"/>
                </a:lnTo>
                <a:lnTo>
                  <a:pt x="14247" y="4253"/>
                </a:lnTo>
                <a:lnTo>
                  <a:pt x="14682" y="5687"/>
                </a:lnTo>
                <a:lnTo>
                  <a:pt x="15120" y="7136"/>
                </a:lnTo>
                <a:lnTo>
                  <a:pt x="16792" y="7350"/>
                </a:lnTo>
                <a:lnTo>
                  <a:pt x="17965" y="7457"/>
                </a:lnTo>
                <a:lnTo>
                  <a:pt x="18950" y="7457"/>
                </a:lnTo>
                <a:lnTo>
                  <a:pt x="20058" y="7350"/>
                </a:lnTo>
                <a:lnTo>
                  <a:pt x="21600" y="7136"/>
                </a:lnTo>
                <a:lnTo>
                  <a:pt x="21600" y="8708"/>
                </a:lnTo>
                <a:lnTo>
                  <a:pt x="21600" y="10290"/>
                </a:lnTo>
                <a:lnTo>
                  <a:pt x="21600" y="11893"/>
                </a:lnTo>
                <a:lnTo>
                  <a:pt x="20172" y="11893"/>
                </a:lnTo>
                <a:lnTo>
                  <a:pt x="18736" y="11893"/>
                </a:lnTo>
                <a:lnTo>
                  <a:pt x="17280" y="11893"/>
                </a:lnTo>
                <a:lnTo>
                  <a:pt x="17708" y="13306"/>
                </a:lnTo>
                <a:lnTo>
                  <a:pt x="18138" y="14723"/>
                </a:lnTo>
                <a:lnTo>
                  <a:pt x="18567" y="16146"/>
                </a:lnTo>
                <a:lnTo>
                  <a:pt x="19002" y="17580"/>
                </a:lnTo>
                <a:lnTo>
                  <a:pt x="19440" y="19029"/>
                </a:lnTo>
                <a:lnTo>
                  <a:pt x="18122" y="19864"/>
                </a:lnTo>
                <a:lnTo>
                  <a:pt x="16831" y="20499"/>
                </a:lnTo>
                <a:lnTo>
                  <a:pt x="15550" y="20960"/>
                </a:lnTo>
                <a:lnTo>
                  <a:pt x="14262" y="21277"/>
                </a:lnTo>
                <a:lnTo>
                  <a:pt x="12960" y="21472"/>
                </a:lnTo>
                <a:lnTo>
                  <a:pt x="11625" y="21571"/>
                </a:lnTo>
                <a:lnTo>
                  <a:pt x="10245" y="21600"/>
                </a:lnTo>
                <a:lnTo>
                  <a:pt x="8804" y="21586"/>
                </a:lnTo>
                <a:lnTo>
                  <a:pt x="7290" y="21555"/>
                </a:lnTo>
                <a:lnTo>
                  <a:pt x="5925" y="21533"/>
                </a:lnTo>
                <a:lnTo>
                  <a:pt x="4549" y="21512"/>
                </a:lnTo>
                <a:lnTo>
                  <a:pt x="3156" y="21491"/>
                </a:lnTo>
                <a:lnTo>
                  <a:pt x="2112" y="21464"/>
                </a:lnTo>
                <a:lnTo>
                  <a:pt x="1065" y="21436"/>
                </a:lnTo>
                <a:lnTo>
                  <a:pt x="0" y="21407"/>
                </a:lnTo>
                <a:lnTo>
                  <a:pt x="356" y="19837"/>
                </a:lnTo>
                <a:lnTo>
                  <a:pt x="713" y="18265"/>
                </a:lnTo>
                <a:lnTo>
                  <a:pt x="1071" y="16686"/>
                </a:lnTo>
                <a:lnTo>
                  <a:pt x="1432" y="15099"/>
                </a:lnTo>
                <a:lnTo>
                  <a:pt x="1795" y="13503"/>
                </a:lnTo>
                <a:lnTo>
                  <a:pt x="2160" y="11893"/>
                </a:lnTo>
                <a:lnTo>
                  <a:pt x="3383" y="12566"/>
                </a:lnTo>
                <a:lnTo>
                  <a:pt x="4605" y="13239"/>
                </a:lnTo>
                <a:lnTo>
                  <a:pt x="5832" y="13915"/>
                </a:lnTo>
                <a:lnTo>
                  <a:pt x="7063" y="14593"/>
                </a:lnTo>
                <a:lnTo>
                  <a:pt x="8301" y="15275"/>
                </a:lnTo>
                <a:lnTo>
                  <a:pt x="9545" y="15960"/>
                </a:lnTo>
                <a:lnTo>
                  <a:pt x="10800" y="16650"/>
                </a:lnTo>
                <a:lnTo>
                  <a:pt x="11014" y="15002"/>
                </a:lnTo>
                <a:lnTo>
                  <a:pt x="11228" y="13351"/>
                </a:lnTo>
                <a:lnTo>
                  <a:pt x="11442" y="11700"/>
                </a:lnTo>
                <a:lnTo>
                  <a:pt x="11658" y="10047"/>
                </a:lnTo>
                <a:lnTo>
                  <a:pt x="11871" y="8387"/>
                </a:lnTo>
                <a:lnTo>
                  <a:pt x="12087" y="6724"/>
                </a:lnTo>
                <a:lnTo>
                  <a:pt x="12303" y="5055"/>
                </a:lnTo>
                <a:lnTo>
                  <a:pt x="12522" y="3378"/>
                </a:lnTo>
                <a:lnTo>
                  <a:pt x="12740" y="1694"/>
                </a:lnTo>
                <a:lnTo>
                  <a:pt x="12960" y="0"/>
                </a:lnTo>
                <a:close/>
              </a:path>
            </a:pathLst>
          </a:custGeom>
          <a:solidFill>
            <a:srgbClr val="585653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6" name="contour_07804"/>
          <p:cNvSpPr/>
          <p:nvPr/>
        </p:nvSpPr>
        <p:spPr>
          <a:xfrm>
            <a:off x="7342094" y="2513818"/>
            <a:ext cx="87456" cy="1025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25" y="18"/>
                </a:moveTo>
                <a:lnTo>
                  <a:pt x="18533" y="38"/>
                </a:lnTo>
                <a:lnTo>
                  <a:pt x="19759" y="58"/>
                </a:lnTo>
                <a:lnTo>
                  <a:pt x="20216" y="72"/>
                </a:lnTo>
                <a:lnTo>
                  <a:pt x="21600" y="114"/>
                </a:lnTo>
                <a:lnTo>
                  <a:pt x="20707" y="399"/>
                </a:lnTo>
                <a:lnTo>
                  <a:pt x="19800" y="689"/>
                </a:lnTo>
                <a:lnTo>
                  <a:pt x="18907" y="1165"/>
                </a:lnTo>
                <a:lnTo>
                  <a:pt x="18000" y="1648"/>
                </a:lnTo>
                <a:lnTo>
                  <a:pt x="18000" y="2663"/>
                </a:lnTo>
                <a:lnTo>
                  <a:pt x="18000" y="3683"/>
                </a:lnTo>
                <a:lnTo>
                  <a:pt x="18000" y="4718"/>
                </a:lnTo>
                <a:lnTo>
                  <a:pt x="16891" y="4423"/>
                </a:lnTo>
                <a:lnTo>
                  <a:pt x="15764" y="4124"/>
                </a:lnTo>
                <a:lnTo>
                  <a:pt x="14341" y="3907"/>
                </a:lnTo>
                <a:lnTo>
                  <a:pt x="13082" y="3754"/>
                </a:lnTo>
                <a:lnTo>
                  <a:pt x="11932" y="3685"/>
                </a:lnTo>
                <a:lnTo>
                  <a:pt x="10827" y="3723"/>
                </a:lnTo>
                <a:lnTo>
                  <a:pt x="9709" y="3894"/>
                </a:lnTo>
                <a:lnTo>
                  <a:pt x="8519" y="4217"/>
                </a:lnTo>
                <a:lnTo>
                  <a:pt x="7200" y="4718"/>
                </a:lnTo>
                <a:lnTo>
                  <a:pt x="6721" y="5699"/>
                </a:lnTo>
                <a:lnTo>
                  <a:pt x="6293" y="6699"/>
                </a:lnTo>
                <a:lnTo>
                  <a:pt x="5913" y="7718"/>
                </a:lnTo>
                <a:lnTo>
                  <a:pt x="5578" y="8753"/>
                </a:lnTo>
                <a:lnTo>
                  <a:pt x="5283" y="9801"/>
                </a:lnTo>
                <a:lnTo>
                  <a:pt x="5026" y="10860"/>
                </a:lnTo>
                <a:lnTo>
                  <a:pt x="4799" y="11928"/>
                </a:lnTo>
                <a:lnTo>
                  <a:pt x="4603" y="13004"/>
                </a:lnTo>
                <a:lnTo>
                  <a:pt x="4430" y="14084"/>
                </a:lnTo>
                <a:lnTo>
                  <a:pt x="4279" y="15166"/>
                </a:lnTo>
                <a:lnTo>
                  <a:pt x="4145" y="16250"/>
                </a:lnTo>
                <a:lnTo>
                  <a:pt x="4025" y="17332"/>
                </a:lnTo>
                <a:lnTo>
                  <a:pt x="3913" y="18409"/>
                </a:lnTo>
                <a:lnTo>
                  <a:pt x="3809" y="19482"/>
                </a:lnTo>
                <a:lnTo>
                  <a:pt x="3706" y="20546"/>
                </a:lnTo>
                <a:lnTo>
                  <a:pt x="3600" y="21600"/>
                </a:lnTo>
                <a:lnTo>
                  <a:pt x="2522" y="21250"/>
                </a:lnTo>
                <a:lnTo>
                  <a:pt x="1787" y="20974"/>
                </a:lnTo>
                <a:lnTo>
                  <a:pt x="1060" y="20627"/>
                </a:lnTo>
                <a:lnTo>
                  <a:pt x="0" y="20065"/>
                </a:lnTo>
                <a:lnTo>
                  <a:pt x="95" y="19057"/>
                </a:lnTo>
                <a:lnTo>
                  <a:pt x="216" y="18087"/>
                </a:lnTo>
                <a:lnTo>
                  <a:pt x="362" y="17142"/>
                </a:lnTo>
                <a:lnTo>
                  <a:pt x="535" y="16210"/>
                </a:lnTo>
                <a:lnTo>
                  <a:pt x="738" y="15275"/>
                </a:lnTo>
                <a:lnTo>
                  <a:pt x="970" y="14328"/>
                </a:lnTo>
                <a:lnTo>
                  <a:pt x="1237" y="13351"/>
                </a:lnTo>
                <a:lnTo>
                  <a:pt x="1453" y="12428"/>
                </a:lnTo>
                <a:lnTo>
                  <a:pt x="1670" y="11492"/>
                </a:lnTo>
                <a:lnTo>
                  <a:pt x="2012" y="10341"/>
                </a:lnTo>
                <a:lnTo>
                  <a:pt x="2405" y="9267"/>
                </a:lnTo>
                <a:lnTo>
                  <a:pt x="2848" y="8262"/>
                </a:lnTo>
                <a:lnTo>
                  <a:pt x="3346" y="7321"/>
                </a:lnTo>
                <a:lnTo>
                  <a:pt x="3904" y="6437"/>
                </a:lnTo>
                <a:lnTo>
                  <a:pt x="4523" y="5602"/>
                </a:lnTo>
                <a:lnTo>
                  <a:pt x="5206" y="4811"/>
                </a:lnTo>
                <a:lnTo>
                  <a:pt x="5956" y="4056"/>
                </a:lnTo>
                <a:lnTo>
                  <a:pt x="6779" y="3332"/>
                </a:lnTo>
                <a:lnTo>
                  <a:pt x="7675" y="2631"/>
                </a:lnTo>
                <a:lnTo>
                  <a:pt x="8649" y="1946"/>
                </a:lnTo>
                <a:lnTo>
                  <a:pt x="9704" y="1271"/>
                </a:lnTo>
                <a:lnTo>
                  <a:pt x="10841" y="600"/>
                </a:lnTo>
                <a:lnTo>
                  <a:pt x="11936" y="338"/>
                </a:lnTo>
                <a:lnTo>
                  <a:pt x="12996" y="163"/>
                </a:lnTo>
                <a:lnTo>
                  <a:pt x="14044" y="58"/>
                </a:lnTo>
                <a:lnTo>
                  <a:pt x="15098" y="8"/>
                </a:lnTo>
                <a:lnTo>
                  <a:pt x="16186" y="0"/>
                </a:lnTo>
                <a:lnTo>
                  <a:pt x="17325" y="18"/>
                </a:lnTo>
                <a:close/>
              </a:path>
            </a:pathLst>
          </a:custGeom>
          <a:solidFill>
            <a:srgbClr val="E6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7" name="contour_07805"/>
          <p:cNvSpPr/>
          <p:nvPr/>
        </p:nvSpPr>
        <p:spPr>
          <a:xfrm>
            <a:off x="5265017" y="2439364"/>
            <a:ext cx="58384" cy="458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96"/>
                </a:moveTo>
                <a:lnTo>
                  <a:pt x="1922" y="718"/>
                </a:lnTo>
                <a:lnTo>
                  <a:pt x="3823" y="467"/>
                </a:lnTo>
                <a:lnTo>
                  <a:pt x="5711" y="258"/>
                </a:lnTo>
                <a:lnTo>
                  <a:pt x="7587" y="100"/>
                </a:lnTo>
                <a:lnTo>
                  <a:pt x="9459" y="10"/>
                </a:lnTo>
                <a:lnTo>
                  <a:pt x="11327" y="0"/>
                </a:lnTo>
                <a:lnTo>
                  <a:pt x="13198" y="79"/>
                </a:lnTo>
                <a:lnTo>
                  <a:pt x="15078" y="264"/>
                </a:lnTo>
                <a:lnTo>
                  <a:pt x="16968" y="567"/>
                </a:lnTo>
                <a:lnTo>
                  <a:pt x="18874" y="996"/>
                </a:lnTo>
                <a:lnTo>
                  <a:pt x="19767" y="3060"/>
                </a:lnTo>
                <a:lnTo>
                  <a:pt x="20446" y="5113"/>
                </a:lnTo>
                <a:lnTo>
                  <a:pt x="20939" y="7170"/>
                </a:lnTo>
                <a:lnTo>
                  <a:pt x="21276" y="9251"/>
                </a:lnTo>
                <a:lnTo>
                  <a:pt x="21481" y="11373"/>
                </a:lnTo>
                <a:lnTo>
                  <a:pt x="21581" y="13554"/>
                </a:lnTo>
                <a:lnTo>
                  <a:pt x="21600" y="15814"/>
                </a:lnTo>
                <a:lnTo>
                  <a:pt x="21570" y="18166"/>
                </a:lnTo>
                <a:lnTo>
                  <a:pt x="19791" y="18733"/>
                </a:lnTo>
                <a:lnTo>
                  <a:pt x="18009" y="19299"/>
                </a:lnTo>
                <a:lnTo>
                  <a:pt x="16218" y="19869"/>
                </a:lnTo>
                <a:lnTo>
                  <a:pt x="14420" y="20443"/>
                </a:lnTo>
                <a:lnTo>
                  <a:pt x="12611" y="21020"/>
                </a:lnTo>
                <a:lnTo>
                  <a:pt x="10785" y="21600"/>
                </a:lnTo>
                <a:lnTo>
                  <a:pt x="10507" y="19330"/>
                </a:lnTo>
                <a:lnTo>
                  <a:pt x="10227" y="17046"/>
                </a:lnTo>
                <a:lnTo>
                  <a:pt x="9944" y="14732"/>
                </a:lnTo>
                <a:lnTo>
                  <a:pt x="9397" y="11940"/>
                </a:lnTo>
                <a:lnTo>
                  <a:pt x="8917" y="10158"/>
                </a:lnTo>
                <a:lnTo>
                  <a:pt x="8089" y="7864"/>
                </a:lnTo>
                <a:lnTo>
                  <a:pt x="6002" y="7452"/>
                </a:lnTo>
                <a:lnTo>
                  <a:pt x="4538" y="7246"/>
                </a:lnTo>
                <a:lnTo>
                  <a:pt x="3308" y="7246"/>
                </a:lnTo>
                <a:lnTo>
                  <a:pt x="1925" y="7452"/>
                </a:lnTo>
                <a:lnTo>
                  <a:pt x="0" y="7864"/>
                </a:lnTo>
                <a:lnTo>
                  <a:pt x="0" y="5594"/>
                </a:lnTo>
                <a:lnTo>
                  <a:pt x="0" y="3310"/>
                </a:lnTo>
                <a:lnTo>
                  <a:pt x="0" y="996"/>
                </a:lnTo>
                <a:close/>
              </a:path>
            </a:pathLst>
          </a:custGeom>
          <a:solidFill>
            <a:srgbClr val="C3AD75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8" name="contour_07806"/>
          <p:cNvSpPr/>
          <p:nvPr/>
        </p:nvSpPr>
        <p:spPr>
          <a:xfrm>
            <a:off x="6817359" y="2441477"/>
            <a:ext cx="3644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83" y="0"/>
                </a:lnTo>
                <a:lnTo>
                  <a:pt x="12960" y="0"/>
                </a:lnTo>
                <a:lnTo>
                  <a:pt x="13716" y="992"/>
                </a:lnTo>
                <a:lnTo>
                  <a:pt x="14213" y="1732"/>
                </a:lnTo>
                <a:lnTo>
                  <a:pt x="14658" y="2590"/>
                </a:lnTo>
                <a:lnTo>
                  <a:pt x="15271" y="3938"/>
                </a:lnTo>
                <a:lnTo>
                  <a:pt x="15556" y="4550"/>
                </a:lnTo>
                <a:lnTo>
                  <a:pt x="16412" y="6399"/>
                </a:lnTo>
                <a:lnTo>
                  <a:pt x="16788" y="7259"/>
                </a:lnTo>
                <a:lnTo>
                  <a:pt x="17168" y="8123"/>
                </a:lnTo>
                <a:lnTo>
                  <a:pt x="17548" y="9000"/>
                </a:lnTo>
                <a:lnTo>
                  <a:pt x="17941" y="9860"/>
                </a:lnTo>
                <a:lnTo>
                  <a:pt x="18338" y="10724"/>
                </a:lnTo>
                <a:lnTo>
                  <a:pt x="18740" y="11601"/>
                </a:lnTo>
                <a:lnTo>
                  <a:pt x="19224" y="12667"/>
                </a:lnTo>
                <a:lnTo>
                  <a:pt x="19704" y="13732"/>
                </a:lnTo>
                <a:lnTo>
                  <a:pt x="20183" y="14800"/>
                </a:lnTo>
                <a:lnTo>
                  <a:pt x="20658" y="15865"/>
                </a:lnTo>
                <a:lnTo>
                  <a:pt x="21129" y="16933"/>
                </a:lnTo>
                <a:lnTo>
                  <a:pt x="21600" y="18000"/>
                </a:lnTo>
                <a:lnTo>
                  <a:pt x="18744" y="18000"/>
                </a:lnTo>
                <a:lnTo>
                  <a:pt x="15872" y="18000"/>
                </a:lnTo>
                <a:lnTo>
                  <a:pt x="12960" y="18000"/>
                </a:lnTo>
                <a:lnTo>
                  <a:pt x="12960" y="19190"/>
                </a:lnTo>
                <a:lnTo>
                  <a:pt x="12960" y="20387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229" y="20376"/>
                </a:lnTo>
                <a:lnTo>
                  <a:pt x="458" y="19152"/>
                </a:lnTo>
                <a:lnTo>
                  <a:pt x="691" y="17930"/>
                </a:lnTo>
                <a:lnTo>
                  <a:pt x="929" y="16706"/>
                </a:lnTo>
                <a:lnTo>
                  <a:pt x="1166" y="15482"/>
                </a:lnTo>
                <a:lnTo>
                  <a:pt x="1404" y="14260"/>
                </a:lnTo>
                <a:lnTo>
                  <a:pt x="1650" y="13036"/>
                </a:lnTo>
                <a:lnTo>
                  <a:pt x="1892" y="11812"/>
                </a:lnTo>
                <a:lnTo>
                  <a:pt x="2061" y="10881"/>
                </a:lnTo>
                <a:lnTo>
                  <a:pt x="2233" y="9945"/>
                </a:lnTo>
                <a:lnTo>
                  <a:pt x="2406" y="8996"/>
                </a:lnTo>
                <a:lnTo>
                  <a:pt x="2588" y="8107"/>
                </a:lnTo>
                <a:lnTo>
                  <a:pt x="2769" y="7214"/>
                </a:lnTo>
                <a:lnTo>
                  <a:pt x="2955" y="6307"/>
                </a:lnTo>
                <a:lnTo>
                  <a:pt x="3192" y="5074"/>
                </a:lnTo>
                <a:lnTo>
                  <a:pt x="3434" y="3821"/>
                </a:lnTo>
                <a:lnTo>
                  <a:pt x="4013" y="2624"/>
                </a:lnTo>
                <a:lnTo>
                  <a:pt x="4748" y="1827"/>
                </a:lnTo>
                <a:lnTo>
                  <a:pt x="6130" y="1073"/>
                </a:lnTo>
                <a:lnTo>
                  <a:pt x="8640" y="0"/>
                </a:lnTo>
                <a:close/>
              </a:path>
            </a:pathLst>
          </a:custGeom>
          <a:solidFill>
            <a:srgbClr val="C9D6E1"/>
          </a:solidFill>
          <a:ln>
            <a:noFill/>
          </a:ln>
        </p:spPr>
        <p:txBody>
          <a:bodyPr/>
          <a:lstStyle/>
          <a:p/>
        </p:txBody>
      </p:sp>
      <p:sp>
        <p:nvSpPr>
          <p:cNvPr id="7809" name="contour_07807"/>
          <p:cNvSpPr/>
          <p:nvPr/>
        </p:nvSpPr>
        <p:spPr>
          <a:xfrm>
            <a:off x="1599157" y="2426901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986" y="0"/>
                </a:lnTo>
                <a:lnTo>
                  <a:pt x="17582" y="0"/>
                </a:lnTo>
                <a:lnTo>
                  <a:pt x="19200" y="0"/>
                </a:lnTo>
                <a:lnTo>
                  <a:pt x="19939" y="1461"/>
                </a:lnTo>
                <a:lnTo>
                  <a:pt x="20434" y="2498"/>
                </a:lnTo>
                <a:lnTo>
                  <a:pt x="20798" y="3393"/>
                </a:lnTo>
                <a:lnTo>
                  <a:pt x="21149" y="4430"/>
                </a:lnTo>
                <a:lnTo>
                  <a:pt x="21600" y="5891"/>
                </a:lnTo>
                <a:lnTo>
                  <a:pt x="20016" y="6107"/>
                </a:lnTo>
                <a:lnTo>
                  <a:pt x="18430" y="6323"/>
                </a:lnTo>
                <a:lnTo>
                  <a:pt x="16843" y="6539"/>
                </a:lnTo>
                <a:lnTo>
                  <a:pt x="15252" y="6757"/>
                </a:lnTo>
                <a:lnTo>
                  <a:pt x="13656" y="6975"/>
                </a:lnTo>
                <a:lnTo>
                  <a:pt x="12053" y="7193"/>
                </a:lnTo>
                <a:lnTo>
                  <a:pt x="10445" y="7413"/>
                </a:lnTo>
                <a:lnTo>
                  <a:pt x="8827" y="7633"/>
                </a:lnTo>
                <a:lnTo>
                  <a:pt x="7200" y="7855"/>
                </a:lnTo>
                <a:lnTo>
                  <a:pt x="8155" y="10132"/>
                </a:lnTo>
                <a:lnTo>
                  <a:pt x="8983" y="12069"/>
                </a:lnTo>
                <a:lnTo>
                  <a:pt x="9720" y="13700"/>
                </a:lnTo>
                <a:lnTo>
                  <a:pt x="10397" y="15067"/>
                </a:lnTo>
                <a:lnTo>
                  <a:pt x="11047" y="16206"/>
                </a:lnTo>
                <a:lnTo>
                  <a:pt x="11702" y="17154"/>
                </a:lnTo>
                <a:lnTo>
                  <a:pt x="12396" y="17950"/>
                </a:lnTo>
                <a:lnTo>
                  <a:pt x="13162" y="18627"/>
                </a:lnTo>
                <a:lnTo>
                  <a:pt x="14030" y="19228"/>
                </a:lnTo>
                <a:lnTo>
                  <a:pt x="15036" y="19788"/>
                </a:lnTo>
                <a:lnTo>
                  <a:pt x="16210" y="20345"/>
                </a:lnTo>
                <a:lnTo>
                  <a:pt x="17587" y="20936"/>
                </a:lnTo>
                <a:lnTo>
                  <a:pt x="19200" y="21600"/>
                </a:lnTo>
                <a:lnTo>
                  <a:pt x="17616" y="21600"/>
                </a:lnTo>
                <a:lnTo>
                  <a:pt x="16030" y="21600"/>
                </a:lnTo>
                <a:lnTo>
                  <a:pt x="14443" y="21600"/>
                </a:lnTo>
                <a:lnTo>
                  <a:pt x="12852" y="21600"/>
                </a:lnTo>
                <a:lnTo>
                  <a:pt x="11256" y="21600"/>
                </a:lnTo>
                <a:lnTo>
                  <a:pt x="9653" y="21600"/>
                </a:lnTo>
                <a:lnTo>
                  <a:pt x="8045" y="21600"/>
                </a:lnTo>
                <a:lnTo>
                  <a:pt x="6427" y="21600"/>
                </a:lnTo>
                <a:lnTo>
                  <a:pt x="4800" y="21600"/>
                </a:lnTo>
                <a:lnTo>
                  <a:pt x="4800" y="20304"/>
                </a:lnTo>
                <a:lnTo>
                  <a:pt x="4800" y="19006"/>
                </a:lnTo>
                <a:lnTo>
                  <a:pt x="4800" y="17708"/>
                </a:lnTo>
                <a:lnTo>
                  <a:pt x="4800" y="16406"/>
                </a:lnTo>
                <a:lnTo>
                  <a:pt x="4800" y="15100"/>
                </a:lnTo>
                <a:lnTo>
                  <a:pt x="4800" y="13789"/>
                </a:lnTo>
                <a:lnTo>
                  <a:pt x="4800" y="12473"/>
                </a:lnTo>
                <a:lnTo>
                  <a:pt x="4800" y="11150"/>
                </a:lnTo>
                <a:lnTo>
                  <a:pt x="4800" y="9818"/>
                </a:lnTo>
                <a:lnTo>
                  <a:pt x="3214" y="9818"/>
                </a:lnTo>
                <a:lnTo>
                  <a:pt x="1618" y="9818"/>
                </a:lnTo>
                <a:lnTo>
                  <a:pt x="0" y="9818"/>
                </a:lnTo>
                <a:lnTo>
                  <a:pt x="0" y="8652"/>
                </a:lnTo>
                <a:lnTo>
                  <a:pt x="0" y="7481"/>
                </a:lnTo>
                <a:lnTo>
                  <a:pt x="0" y="6307"/>
                </a:lnTo>
                <a:lnTo>
                  <a:pt x="0" y="5123"/>
                </a:lnTo>
                <a:lnTo>
                  <a:pt x="0" y="3927"/>
                </a:lnTo>
                <a:lnTo>
                  <a:pt x="1584" y="3711"/>
                </a:lnTo>
                <a:lnTo>
                  <a:pt x="3170" y="3495"/>
                </a:lnTo>
                <a:lnTo>
                  <a:pt x="4757" y="3279"/>
                </a:lnTo>
                <a:lnTo>
                  <a:pt x="6348" y="3061"/>
                </a:lnTo>
                <a:lnTo>
                  <a:pt x="7944" y="2843"/>
                </a:lnTo>
                <a:lnTo>
                  <a:pt x="9547" y="2625"/>
                </a:lnTo>
                <a:lnTo>
                  <a:pt x="11155" y="2405"/>
                </a:lnTo>
                <a:lnTo>
                  <a:pt x="12773" y="2186"/>
                </a:lnTo>
                <a:lnTo>
                  <a:pt x="14400" y="1964"/>
                </a:lnTo>
                <a:lnTo>
                  <a:pt x="14400" y="990"/>
                </a:lnTo>
                <a:lnTo>
                  <a:pt x="14400" y="0"/>
                </a:lnTo>
                <a:close/>
              </a:path>
            </a:pathLst>
          </a:custGeom>
          <a:solidFill>
            <a:srgbClr val="0C0D0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0" name="contour_07808"/>
          <p:cNvSpPr/>
          <p:nvPr/>
        </p:nvSpPr>
        <p:spPr>
          <a:xfrm>
            <a:off x="8136485" y="2419271"/>
            <a:ext cx="80168" cy="448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165"/>
                </a:moveTo>
                <a:lnTo>
                  <a:pt x="20404" y="2611"/>
                </a:lnTo>
                <a:lnTo>
                  <a:pt x="20889" y="4380"/>
                </a:lnTo>
                <a:lnTo>
                  <a:pt x="21188" y="5980"/>
                </a:lnTo>
                <a:lnTo>
                  <a:pt x="21394" y="7917"/>
                </a:lnTo>
                <a:lnTo>
                  <a:pt x="21600" y="10693"/>
                </a:lnTo>
                <a:lnTo>
                  <a:pt x="20779" y="13269"/>
                </a:lnTo>
                <a:lnTo>
                  <a:pt x="20096" y="14862"/>
                </a:lnTo>
                <a:lnTo>
                  <a:pt x="19183" y="16122"/>
                </a:lnTo>
                <a:lnTo>
                  <a:pt x="17673" y="17712"/>
                </a:lnTo>
                <a:lnTo>
                  <a:pt x="16414" y="17266"/>
                </a:lnTo>
                <a:lnTo>
                  <a:pt x="15183" y="16726"/>
                </a:lnTo>
                <a:lnTo>
                  <a:pt x="13967" y="16118"/>
                </a:lnTo>
                <a:lnTo>
                  <a:pt x="12752" y="15459"/>
                </a:lnTo>
                <a:lnTo>
                  <a:pt x="11529" y="14764"/>
                </a:lnTo>
                <a:lnTo>
                  <a:pt x="10680" y="14483"/>
                </a:lnTo>
                <a:lnTo>
                  <a:pt x="9818" y="14202"/>
                </a:lnTo>
                <a:lnTo>
                  <a:pt x="9308" y="15939"/>
                </a:lnTo>
                <a:lnTo>
                  <a:pt x="8811" y="17691"/>
                </a:lnTo>
                <a:lnTo>
                  <a:pt x="8328" y="19452"/>
                </a:lnTo>
                <a:lnTo>
                  <a:pt x="7855" y="21221"/>
                </a:lnTo>
                <a:lnTo>
                  <a:pt x="6527" y="21484"/>
                </a:lnTo>
                <a:lnTo>
                  <a:pt x="5229" y="21600"/>
                </a:lnTo>
                <a:lnTo>
                  <a:pt x="3945" y="21600"/>
                </a:lnTo>
                <a:lnTo>
                  <a:pt x="2655" y="21516"/>
                </a:lnTo>
                <a:lnTo>
                  <a:pt x="1345" y="21379"/>
                </a:lnTo>
                <a:lnTo>
                  <a:pt x="0" y="21221"/>
                </a:lnTo>
                <a:lnTo>
                  <a:pt x="0" y="18901"/>
                </a:lnTo>
                <a:lnTo>
                  <a:pt x="0" y="16568"/>
                </a:lnTo>
                <a:lnTo>
                  <a:pt x="0" y="14202"/>
                </a:lnTo>
                <a:lnTo>
                  <a:pt x="1298" y="14202"/>
                </a:lnTo>
                <a:lnTo>
                  <a:pt x="2604" y="14202"/>
                </a:lnTo>
                <a:lnTo>
                  <a:pt x="3927" y="14202"/>
                </a:lnTo>
                <a:lnTo>
                  <a:pt x="3927" y="12118"/>
                </a:lnTo>
                <a:lnTo>
                  <a:pt x="3927" y="10026"/>
                </a:lnTo>
                <a:lnTo>
                  <a:pt x="3927" y="7928"/>
                </a:lnTo>
                <a:lnTo>
                  <a:pt x="3927" y="5811"/>
                </a:lnTo>
                <a:lnTo>
                  <a:pt x="3927" y="3674"/>
                </a:lnTo>
                <a:lnTo>
                  <a:pt x="5213" y="3246"/>
                </a:lnTo>
                <a:lnTo>
                  <a:pt x="6502" y="2829"/>
                </a:lnTo>
                <a:lnTo>
                  <a:pt x="7788" y="2421"/>
                </a:lnTo>
                <a:lnTo>
                  <a:pt x="9078" y="2025"/>
                </a:lnTo>
                <a:lnTo>
                  <a:pt x="10368" y="1639"/>
                </a:lnTo>
                <a:lnTo>
                  <a:pt x="11660" y="1260"/>
                </a:lnTo>
                <a:lnTo>
                  <a:pt x="12762" y="877"/>
                </a:lnTo>
                <a:lnTo>
                  <a:pt x="13879" y="488"/>
                </a:lnTo>
                <a:lnTo>
                  <a:pt x="14947" y="207"/>
                </a:lnTo>
                <a:lnTo>
                  <a:pt x="15780" y="49"/>
                </a:lnTo>
                <a:lnTo>
                  <a:pt x="16656" y="0"/>
                </a:lnTo>
                <a:lnTo>
                  <a:pt x="17849" y="42"/>
                </a:lnTo>
                <a:lnTo>
                  <a:pt x="19636" y="165"/>
                </a:lnTo>
                <a:close/>
              </a:path>
            </a:pathLst>
          </a:custGeom>
          <a:solidFill>
            <a:srgbClr val="4C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1" name="contour_07809"/>
          <p:cNvSpPr/>
          <p:nvPr/>
        </p:nvSpPr>
        <p:spPr>
          <a:xfrm>
            <a:off x="8311397" y="2346733"/>
            <a:ext cx="87456" cy="66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48" y="586"/>
                </a:lnTo>
                <a:lnTo>
                  <a:pt x="19906" y="1029"/>
                </a:lnTo>
                <a:lnTo>
                  <a:pt x="20610" y="1549"/>
                </a:lnTo>
                <a:lnTo>
                  <a:pt x="21600" y="2365"/>
                </a:lnTo>
                <a:lnTo>
                  <a:pt x="21110" y="3802"/>
                </a:lnTo>
                <a:lnTo>
                  <a:pt x="20612" y="5207"/>
                </a:lnTo>
                <a:lnTo>
                  <a:pt x="20095" y="6580"/>
                </a:lnTo>
                <a:lnTo>
                  <a:pt x="19552" y="7921"/>
                </a:lnTo>
                <a:lnTo>
                  <a:pt x="18977" y="9233"/>
                </a:lnTo>
                <a:lnTo>
                  <a:pt x="18362" y="10513"/>
                </a:lnTo>
                <a:lnTo>
                  <a:pt x="17699" y="11766"/>
                </a:lnTo>
                <a:lnTo>
                  <a:pt x="16981" y="12991"/>
                </a:lnTo>
                <a:lnTo>
                  <a:pt x="16200" y="14187"/>
                </a:lnTo>
                <a:lnTo>
                  <a:pt x="14978" y="14412"/>
                </a:lnTo>
                <a:lnTo>
                  <a:pt x="13806" y="14516"/>
                </a:lnTo>
                <a:lnTo>
                  <a:pt x="12661" y="14521"/>
                </a:lnTo>
                <a:lnTo>
                  <a:pt x="11515" y="14443"/>
                </a:lnTo>
                <a:lnTo>
                  <a:pt x="10341" y="14308"/>
                </a:lnTo>
                <a:lnTo>
                  <a:pt x="9112" y="14133"/>
                </a:lnTo>
                <a:lnTo>
                  <a:pt x="8636" y="14145"/>
                </a:lnTo>
                <a:lnTo>
                  <a:pt x="7200" y="14187"/>
                </a:lnTo>
                <a:lnTo>
                  <a:pt x="6646" y="15946"/>
                </a:lnTo>
                <a:lnTo>
                  <a:pt x="6275" y="17195"/>
                </a:lnTo>
                <a:lnTo>
                  <a:pt x="6001" y="18273"/>
                </a:lnTo>
                <a:lnTo>
                  <a:pt x="5738" y="19522"/>
                </a:lnTo>
                <a:lnTo>
                  <a:pt x="5400" y="21281"/>
                </a:lnTo>
                <a:lnTo>
                  <a:pt x="4007" y="21494"/>
                </a:lnTo>
                <a:lnTo>
                  <a:pt x="3029" y="21600"/>
                </a:lnTo>
                <a:lnTo>
                  <a:pt x="2209" y="21600"/>
                </a:lnTo>
                <a:lnTo>
                  <a:pt x="1285" y="21494"/>
                </a:lnTo>
                <a:lnTo>
                  <a:pt x="0" y="21281"/>
                </a:lnTo>
                <a:lnTo>
                  <a:pt x="22" y="19689"/>
                </a:lnTo>
                <a:lnTo>
                  <a:pt x="76" y="18153"/>
                </a:lnTo>
                <a:lnTo>
                  <a:pt x="175" y="16660"/>
                </a:lnTo>
                <a:lnTo>
                  <a:pt x="333" y="15199"/>
                </a:lnTo>
                <a:lnTo>
                  <a:pt x="562" y="13759"/>
                </a:lnTo>
                <a:lnTo>
                  <a:pt x="873" y="12329"/>
                </a:lnTo>
                <a:lnTo>
                  <a:pt x="1282" y="10900"/>
                </a:lnTo>
                <a:lnTo>
                  <a:pt x="1800" y="9458"/>
                </a:lnTo>
                <a:lnTo>
                  <a:pt x="2959" y="8983"/>
                </a:lnTo>
                <a:lnTo>
                  <a:pt x="4100" y="8614"/>
                </a:lnTo>
                <a:lnTo>
                  <a:pt x="5234" y="8330"/>
                </a:lnTo>
                <a:lnTo>
                  <a:pt x="6372" y="8113"/>
                </a:lnTo>
                <a:lnTo>
                  <a:pt x="7524" y="7945"/>
                </a:lnTo>
                <a:lnTo>
                  <a:pt x="8701" y="7810"/>
                </a:lnTo>
                <a:lnTo>
                  <a:pt x="9914" y="7685"/>
                </a:lnTo>
                <a:lnTo>
                  <a:pt x="11254" y="7332"/>
                </a:lnTo>
                <a:lnTo>
                  <a:pt x="12328" y="6902"/>
                </a:lnTo>
                <a:lnTo>
                  <a:pt x="13225" y="6332"/>
                </a:lnTo>
                <a:lnTo>
                  <a:pt x="14035" y="5573"/>
                </a:lnTo>
                <a:lnTo>
                  <a:pt x="14846" y="4566"/>
                </a:lnTo>
                <a:lnTo>
                  <a:pt x="15750" y="3251"/>
                </a:lnTo>
                <a:lnTo>
                  <a:pt x="16493" y="2178"/>
                </a:lnTo>
                <a:lnTo>
                  <a:pt x="17242" y="1095"/>
                </a:lnTo>
                <a:lnTo>
                  <a:pt x="18000" y="0"/>
                </a:lnTo>
                <a:close/>
              </a:path>
            </a:pathLst>
          </a:custGeom>
          <a:solidFill>
            <a:srgbClr val="5D594B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2" name="contour_07810"/>
          <p:cNvSpPr/>
          <p:nvPr/>
        </p:nvSpPr>
        <p:spPr>
          <a:xfrm>
            <a:off x="1701189" y="2368597"/>
            <a:ext cx="65592" cy="44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815" y="4618"/>
                </a:lnTo>
                <a:lnTo>
                  <a:pt x="20160" y="8342"/>
                </a:lnTo>
                <a:lnTo>
                  <a:pt x="19591" y="11300"/>
                </a:lnTo>
                <a:lnTo>
                  <a:pt x="19066" y="13620"/>
                </a:lnTo>
                <a:lnTo>
                  <a:pt x="18540" y="15429"/>
                </a:lnTo>
                <a:lnTo>
                  <a:pt x="17971" y="16854"/>
                </a:lnTo>
                <a:lnTo>
                  <a:pt x="17316" y="18025"/>
                </a:lnTo>
                <a:lnTo>
                  <a:pt x="16531" y="19068"/>
                </a:lnTo>
                <a:lnTo>
                  <a:pt x="15574" y="20110"/>
                </a:lnTo>
                <a:lnTo>
                  <a:pt x="14400" y="21281"/>
                </a:lnTo>
                <a:lnTo>
                  <a:pt x="12470" y="21494"/>
                </a:lnTo>
                <a:lnTo>
                  <a:pt x="11131" y="21600"/>
                </a:lnTo>
                <a:lnTo>
                  <a:pt x="10037" y="21600"/>
                </a:lnTo>
                <a:lnTo>
                  <a:pt x="8842" y="21494"/>
                </a:lnTo>
                <a:lnTo>
                  <a:pt x="7200" y="21281"/>
                </a:lnTo>
                <a:lnTo>
                  <a:pt x="7200" y="18940"/>
                </a:lnTo>
                <a:lnTo>
                  <a:pt x="7200" y="16595"/>
                </a:lnTo>
                <a:lnTo>
                  <a:pt x="7200" y="14240"/>
                </a:lnTo>
                <a:lnTo>
                  <a:pt x="7200" y="11875"/>
                </a:lnTo>
                <a:lnTo>
                  <a:pt x="7200" y="9495"/>
                </a:lnTo>
                <a:lnTo>
                  <a:pt x="7200" y="7094"/>
                </a:lnTo>
                <a:lnTo>
                  <a:pt x="5774" y="7094"/>
                </a:lnTo>
                <a:lnTo>
                  <a:pt x="4344" y="7094"/>
                </a:lnTo>
                <a:lnTo>
                  <a:pt x="2909" y="7094"/>
                </a:lnTo>
                <a:lnTo>
                  <a:pt x="1462" y="7094"/>
                </a:lnTo>
                <a:lnTo>
                  <a:pt x="0" y="7094"/>
                </a:lnTo>
                <a:lnTo>
                  <a:pt x="0" y="4749"/>
                </a:lnTo>
                <a:lnTo>
                  <a:pt x="0" y="2391"/>
                </a:lnTo>
                <a:lnTo>
                  <a:pt x="0" y="0"/>
                </a:lnTo>
                <a:close/>
              </a:path>
            </a:pathLst>
          </a:custGeom>
          <a:solidFill>
            <a:srgbClr val="C1B496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3" name="contour_07811"/>
          <p:cNvSpPr/>
          <p:nvPr/>
        </p:nvSpPr>
        <p:spPr>
          <a:xfrm>
            <a:off x="5578400" y="2352177"/>
            <a:ext cx="50375" cy="893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25" y="446"/>
                </a:moveTo>
                <a:lnTo>
                  <a:pt x="6481" y="197"/>
                </a:lnTo>
                <a:lnTo>
                  <a:pt x="8866" y="49"/>
                </a:lnTo>
                <a:lnTo>
                  <a:pt x="10625" y="0"/>
                </a:lnTo>
                <a:lnTo>
                  <a:pt x="12106" y="49"/>
                </a:lnTo>
                <a:lnTo>
                  <a:pt x="13656" y="197"/>
                </a:lnTo>
                <a:lnTo>
                  <a:pt x="15625" y="446"/>
                </a:lnTo>
                <a:lnTo>
                  <a:pt x="17303" y="1271"/>
                </a:lnTo>
                <a:lnTo>
                  <a:pt x="18622" y="2092"/>
                </a:lnTo>
                <a:lnTo>
                  <a:pt x="19687" y="2969"/>
                </a:lnTo>
                <a:lnTo>
                  <a:pt x="20606" y="3956"/>
                </a:lnTo>
                <a:lnTo>
                  <a:pt x="21497" y="5114"/>
                </a:lnTo>
                <a:lnTo>
                  <a:pt x="21600" y="6350"/>
                </a:lnTo>
                <a:lnTo>
                  <a:pt x="21519" y="7570"/>
                </a:lnTo>
                <a:lnTo>
                  <a:pt x="21272" y="8775"/>
                </a:lnTo>
                <a:lnTo>
                  <a:pt x="20869" y="9964"/>
                </a:lnTo>
                <a:lnTo>
                  <a:pt x="20325" y="11136"/>
                </a:lnTo>
                <a:lnTo>
                  <a:pt x="19653" y="12292"/>
                </a:lnTo>
                <a:lnTo>
                  <a:pt x="18869" y="13429"/>
                </a:lnTo>
                <a:lnTo>
                  <a:pt x="17981" y="14549"/>
                </a:lnTo>
                <a:lnTo>
                  <a:pt x="17006" y="15647"/>
                </a:lnTo>
                <a:lnTo>
                  <a:pt x="15956" y="16728"/>
                </a:lnTo>
                <a:lnTo>
                  <a:pt x="14847" y="17785"/>
                </a:lnTo>
                <a:lnTo>
                  <a:pt x="13691" y="18822"/>
                </a:lnTo>
                <a:lnTo>
                  <a:pt x="12500" y="19837"/>
                </a:lnTo>
                <a:lnTo>
                  <a:pt x="10356" y="20514"/>
                </a:lnTo>
                <a:lnTo>
                  <a:pt x="8438" y="20978"/>
                </a:lnTo>
                <a:lnTo>
                  <a:pt x="6594" y="21276"/>
                </a:lnTo>
                <a:lnTo>
                  <a:pt x="4672" y="21450"/>
                </a:lnTo>
                <a:lnTo>
                  <a:pt x="2525" y="21544"/>
                </a:lnTo>
                <a:lnTo>
                  <a:pt x="0" y="21600"/>
                </a:lnTo>
                <a:lnTo>
                  <a:pt x="0" y="20435"/>
                </a:lnTo>
                <a:lnTo>
                  <a:pt x="0" y="19262"/>
                </a:lnTo>
                <a:lnTo>
                  <a:pt x="0" y="18074"/>
                </a:lnTo>
                <a:lnTo>
                  <a:pt x="1856" y="18074"/>
                </a:lnTo>
                <a:lnTo>
                  <a:pt x="3719" y="18074"/>
                </a:lnTo>
                <a:lnTo>
                  <a:pt x="5588" y="18074"/>
                </a:lnTo>
                <a:lnTo>
                  <a:pt x="7472" y="18074"/>
                </a:lnTo>
                <a:lnTo>
                  <a:pt x="9375" y="18074"/>
                </a:lnTo>
                <a:lnTo>
                  <a:pt x="9153" y="16936"/>
                </a:lnTo>
                <a:lnTo>
                  <a:pt x="8928" y="15797"/>
                </a:lnTo>
                <a:lnTo>
                  <a:pt x="8700" y="14658"/>
                </a:lnTo>
                <a:lnTo>
                  <a:pt x="8472" y="13519"/>
                </a:lnTo>
                <a:lnTo>
                  <a:pt x="8241" y="12382"/>
                </a:lnTo>
                <a:lnTo>
                  <a:pt x="8006" y="11243"/>
                </a:lnTo>
                <a:lnTo>
                  <a:pt x="7822" y="10276"/>
                </a:lnTo>
                <a:lnTo>
                  <a:pt x="7634" y="9295"/>
                </a:lnTo>
                <a:lnTo>
                  <a:pt x="7372" y="8093"/>
                </a:lnTo>
                <a:lnTo>
                  <a:pt x="7081" y="6930"/>
                </a:lnTo>
                <a:lnTo>
                  <a:pt x="6731" y="5801"/>
                </a:lnTo>
                <a:lnTo>
                  <a:pt x="6297" y="4701"/>
                </a:lnTo>
                <a:lnTo>
                  <a:pt x="5747" y="3623"/>
                </a:lnTo>
                <a:lnTo>
                  <a:pt x="5053" y="2558"/>
                </a:lnTo>
                <a:lnTo>
                  <a:pt x="4188" y="1500"/>
                </a:lnTo>
                <a:lnTo>
                  <a:pt x="3125" y="446"/>
                </a:lnTo>
                <a:close/>
              </a:path>
            </a:pathLst>
          </a:custGeom>
          <a:solidFill>
            <a:srgbClr val="CFD5DA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4" name="contour_07812"/>
          <p:cNvSpPr/>
          <p:nvPr/>
        </p:nvSpPr>
        <p:spPr>
          <a:xfrm>
            <a:off x="4222834" y="2338738"/>
            <a:ext cx="72880" cy="517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5"/>
                </a:moveTo>
                <a:lnTo>
                  <a:pt x="1395" y="256"/>
                </a:lnTo>
                <a:lnTo>
                  <a:pt x="2791" y="219"/>
                </a:lnTo>
                <a:lnTo>
                  <a:pt x="4186" y="186"/>
                </a:lnTo>
                <a:lnTo>
                  <a:pt x="5579" y="158"/>
                </a:lnTo>
                <a:lnTo>
                  <a:pt x="6975" y="131"/>
                </a:lnTo>
                <a:lnTo>
                  <a:pt x="8370" y="107"/>
                </a:lnTo>
                <a:lnTo>
                  <a:pt x="8964" y="85"/>
                </a:lnTo>
                <a:lnTo>
                  <a:pt x="10757" y="27"/>
                </a:lnTo>
                <a:lnTo>
                  <a:pt x="13386" y="0"/>
                </a:lnTo>
                <a:lnTo>
                  <a:pt x="15396" y="21"/>
                </a:lnTo>
                <a:lnTo>
                  <a:pt x="16917" y="131"/>
                </a:lnTo>
                <a:lnTo>
                  <a:pt x="18073" y="365"/>
                </a:lnTo>
                <a:lnTo>
                  <a:pt x="18993" y="764"/>
                </a:lnTo>
                <a:lnTo>
                  <a:pt x="19803" y="1367"/>
                </a:lnTo>
                <a:lnTo>
                  <a:pt x="20630" y="2213"/>
                </a:lnTo>
                <a:lnTo>
                  <a:pt x="21600" y="3339"/>
                </a:lnTo>
                <a:lnTo>
                  <a:pt x="21600" y="5351"/>
                </a:lnTo>
                <a:lnTo>
                  <a:pt x="21600" y="7374"/>
                </a:lnTo>
                <a:lnTo>
                  <a:pt x="21600" y="9426"/>
                </a:lnTo>
                <a:lnTo>
                  <a:pt x="20172" y="9426"/>
                </a:lnTo>
                <a:lnTo>
                  <a:pt x="18736" y="9426"/>
                </a:lnTo>
                <a:lnTo>
                  <a:pt x="17280" y="9426"/>
                </a:lnTo>
                <a:lnTo>
                  <a:pt x="17280" y="11435"/>
                </a:lnTo>
                <a:lnTo>
                  <a:pt x="17280" y="13446"/>
                </a:lnTo>
                <a:lnTo>
                  <a:pt x="17280" y="15467"/>
                </a:lnTo>
                <a:lnTo>
                  <a:pt x="17280" y="17497"/>
                </a:lnTo>
                <a:lnTo>
                  <a:pt x="17280" y="19540"/>
                </a:lnTo>
                <a:lnTo>
                  <a:pt x="17280" y="21600"/>
                </a:lnTo>
                <a:lnTo>
                  <a:pt x="15997" y="21600"/>
                </a:lnTo>
                <a:lnTo>
                  <a:pt x="14710" y="21600"/>
                </a:lnTo>
                <a:lnTo>
                  <a:pt x="13418" y="21600"/>
                </a:lnTo>
                <a:lnTo>
                  <a:pt x="12115" y="21600"/>
                </a:lnTo>
                <a:lnTo>
                  <a:pt x="10800" y="21600"/>
                </a:lnTo>
                <a:lnTo>
                  <a:pt x="10988" y="20002"/>
                </a:lnTo>
                <a:lnTo>
                  <a:pt x="11180" y="18377"/>
                </a:lnTo>
                <a:lnTo>
                  <a:pt x="11318" y="16259"/>
                </a:lnTo>
                <a:lnTo>
                  <a:pt x="11409" y="14262"/>
                </a:lnTo>
                <a:lnTo>
                  <a:pt x="11426" y="12329"/>
                </a:lnTo>
                <a:lnTo>
                  <a:pt x="11346" y="10412"/>
                </a:lnTo>
                <a:lnTo>
                  <a:pt x="11146" y="8446"/>
                </a:lnTo>
                <a:lnTo>
                  <a:pt x="10800" y="6382"/>
                </a:lnTo>
                <a:lnTo>
                  <a:pt x="9398" y="5558"/>
                </a:lnTo>
                <a:lnTo>
                  <a:pt x="8037" y="4943"/>
                </a:lnTo>
                <a:lnTo>
                  <a:pt x="6685" y="4495"/>
                </a:lnTo>
                <a:lnTo>
                  <a:pt x="5311" y="4179"/>
                </a:lnTo>
                <a:lnTo>
                  <a:pt x="3882" y="3951"/>
                </a:lnTo>
                <a:lnTo>
                  <a:pt x="2363" y="3768"/>
                </a:lnTo>
                <a:lnTo>
                  <a:pt x="1190" y="3555"/>
                </a:lnTo>
                <a:lnTo>
                  <a:pt x="0" y="3339"/>
                </a:lnTo>
                <a:lnTo>
                  <a:pt x="0" y="1829"/>
                </a:lnTo>
                <a:lnTo>
                  <a:pt x="0" y="295"/>
                </a:lnTo>
                <a:close/>
              </a:path>
            </a:pathLst>
          </a:custGeom>
          <a:solidFill>
            <a:srgbClr val="060606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5" name="contour_07813"/>
          <p:cNvSpPr/>
          <p:nvPr/>
        </p:nvSpPr>
        <p:spPr>
          <a:xfrm>
            <a:off x="2204060" y="2287234"/>
            <a:ext cx="58304" cy="740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349"/>
                </a:moveTo>
                <a:lnTo>
                  <a:pt x="10044" y="153"/>
                </a:lnTo>
                <a:lnTo>
                  <a:pt x="11969" y="40"/>
                </a:lnTo>
                <a:lnTo>
                  <a:pt x="13886" y="0"/>
                </a:lnTo>
                <a:lnTo>
                  <a:pt x="15800" y="21"/>
                </a:lnTo>
                <a:lnTo>
                  <a:pt x="17717" y="94"/>
                </a:lnTo>
                <a:lnTo>
                  <a:pt x="19648" y="206"/>
                </a:lnTo>
                <a:lnTo>
                  <a:pt x="21600" y="349"/>
                </a:lnTo>
                <a:lnTo>
                  <a:pt x="21600" y="1753"/>
                </a:lnTo>
                <a:lnTo>
                  <a:pt x="21600" y="3166"/>
                </a:lnTo>
                <a:lnTo>
                  <a:pt x="21600" y="4599"/>
                </a:lnTo>
                <a:lnTo>
                  <a:pt x="19996" y="4599"/>
                </a:lnTo>
                <a:lnTo>
                  <a:pt x="18387" y="4599"/>
                </a:lnTo>
                <a:lnTo>
                  <a:pt x="16772" y="4599"/>
                </a:lnTo>
                <a:lnTo>
                  <a:pt x="15144" y="4599"/>
                </a:lnTo>
                <a:lnTo>
                  <a:pt x="13500" y="4599"/>
                </a:lnTo>
                <a:lnTo>
                  <a:pt x="13595" y="5649"/>
                </a:lnTo>
                <a:lnTo>
                  <a:pt x="13689" y="6707"/>
                </a:lnTo>
                <a:lnTo>
                  <a:pt x="13784" y="7778"/>
                </a:lnTo>
                <a:lnTo>
                  <a:pt x="13859" y="9140"/>
                </a:lnTo>
                <a:lnTo>
                  <a:pt x="13932" y="10513"/>
                </a:lnTo>
                <a:lnTo>
                  <a:pt x="14008" y="11905"/>
                </a:lnTo>
                <a:lnTo>
                  <a:pt x="14099" y="13263"/>
                </a:lnTo>
                <a:lnTo>
                  <a:pt x="14194" y="14630"/>
                </a:lnTo>
                <a:lnTo>
                  <a:pt x="14291" y="16013"/>
                </a:lnTo>
                <a:lnTo>
                  <a:pt x="14029" y="17156"/>
                </a:lnTo>
                <a:lnTo>
                  <a:pt x="13767" y="18308"/>
                </a:lnTo>
                <a:lnTo>
                  <a:pt x="13500" y="19475"/>
                </a:lnTo>
                <a:lnTo>
                  <a:pt x="11475" y="20229"/>
                </a:lnTo>
                <a:lnTo>
                  <a:pt x="10041" y="20718"/>
                </a:lnTo>
                <a:lnTo>
                  <a:pt x="8810" y="21041"/>
                </a:lnTo>
                <a:lnTo>
                  <a:pt x="7393" y="21300"/>
                </a:lnTo>
                <a:lnTo>
                  <a:pt x="5400" y="21600"/>
                </a:lnTo>
                <a:lnTo>
                  <a:pt x="5400" y="20338"/>
                </a:lnTo>
                <a:lnTo>
                  <a:pt x="5400" y="19071"/>
                </a:lnTo>
                <a:lnTo>
                  <a:pt x="5400" y="17800"/>
                </a:lnTo>
                <a:lnTo>
                  <a:pt x="5400" y="16519"/>
                </a:lnTo>
                <a:lnTo>
                  <a:pt x="5400" y="15225"/>
                </a:lnTo>
                <a:lnTo>
                  <a:pt x="3615" y="15225"/>
                </a:lnTo>
                <a:lnTo>
                  <a:pt x="1820" y="15225"/>
                </a:lnTo>
                <a:lnTo>
                  <a:pt x="0" y="15225"/>
                </a:lnTo>
                <a:lnTo>
                  <a:pt x="540" y="14413"/>
                </a:lnTo>
                <a:lnTo>
                  <a:pt x="1085" y="13588"/>
                </a:lnTo>
                <a:lnTo>
                  <a:pt x="1804" y="12489"/>
                </a:lnTo>
                <a:lnTo>
                  <a:pt x="2533" y="11374"/>
                </a:lnTo>
                <a:lnTo>
                  <a:pt x="3297" y="10216"/>
                </a:lnTo>
                <a:lnTo>
                  <a:pt x="4072" y="9040"/>
                </a:lnTo>
                <a:lnTo>
                  <a:pt x="4728" y="7880"/>
                </a:lnTo>
                <a:lnTo>
                  <a:pt x="5168" y="6985"/>
                </a:lnTo>
                <a:lnTo>
                  <a:pt x="5497" y="6069"/>
                </a:lnTo>
                <a:lnTo>
                  <a:pt x="5821" y="4839"/>
                </a:lnTo>
                <a:lnTo>
                  <a:pt x="6242" y="3005"/>
                </a:lnTo>
                <a:lnTo>
                  <a:pt x="7163" y="1687"/>
                </a:lnTo>
                <a:lnTo>
                  <a:pt x="8100" y="349"/>
                </a:lnTo>
                <a:close/>
              </a:path>
            </a:pathLst>
          </a:custGeom>
          <a:solidFill>
            <a:srgbClr val="6F6F6E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6" name="contour_07814"/>
          <p:cNvSpPr/>
          <p:nvPr/>
        </p:nvSpPr>
        <p:spPr>
          <a:xfrm>
            <a:off x="4164530" y="2296053"/>
            <a:ext cx="46578" cy="57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4" y="43"/>
                </a:moveTo>
                <a:lnTo>
                  <a:pt x="18423" y="1564"/>
                </a:lnTo>
                <a:lnTo>
                  <a:pt x="19863" y="2653"/>
                </a:lnTo>
                <a:lnTo>
                  <a:pt x="20677" y="3832"/>
                </a:lnTo>
                <a:lnTo>
                  <a:pt x="21387" y="5627"/>
                </a:lnTo>
                <a:lnTo>
                  <a:pt x="21546" y="7503"/>
                </a:lnTo>
                <a:lnTo>
                  <a:pt x="21600" y="9263"/>
                </a:lnTo>
                <a:lnTo>
                  <a:pt x="21522" y="10955"/>
                </a:lnTo>
                <a:lnTo>
                  <a:pt x="21292" y="12633"/>
                </a:lnTo>
                <a:lnTo>
                  <a:pt x="20887" y="14355"/>
                </a:lnTo>
                <a:lnTo>
                  <a:pt x="20279" y="16169"/>
                </a:lnTo>
                <a:lnTo>
                  <a:pt x="18504" y="17296"/>
                </a:lnTo>
                <a:lnTo>
                  <a:pt x="16703" y="18265"/>
                </a:lnTo>
                <a:lnTo>
                  <a:pt x="14854" y="19104"/>
                </a:lnTo>
                <a:lnTo>
                  <a:pt x="12951" y="19835"/>
                </a:lnTo>
                <a:lnTo>
                  <a:pt x="10974" y="20478"/>
                </a:lnTo>
                <a:lnTo>
                  <a:pt x="8912" y="21060"/>
                </a:lnTo>
                <a:lnTo>
                  <a:pt x="6760" y="21600"/>
                </a:lnTo>
                <a:lnTo>
                  <a:pt x="5803" y="19824"/>
                </a:lnTo>
                <a:lnTo>
                  <a:pt x="4877" y="18051"/>
                </a:lnTo>
                <a:lnTo>
                  <a:pt x="3991" y="16280"/>
                </a:lnTo>
                <a:lnTo>
                  <a:pt x="3157" y="14501"/>
                </a:lnTo>
                <a:lnTo>
                  <a:pt x="2376" y="12712"/>
                </a:lnTo>
                <a:lnTo>
                  <a:pt x="1663" y="10903"/>
                </a:lnTo>
                <a:lnTo>
                  <a:pt x="1024" y="9070"/>
                </a:lnTo>
                <a:lnTo>
                  <a:pt x="466" y="7207"/>
                </a:lnTo>
                <a:lnTo>
                  <a:pt x="0" y="5306"/>
                </a:lnTo>
                <a:lnTo>
                  <a:pt x="1815" y="3653"/>
                </a:lnTo>
                <a:lnTo>
                  <a:pt x="3508" y="2368"/>
                </a:lnTo>
                <a:lnTo>
                  <a:pt x="5168" y="1409"/>
                </a:lnTo>
                <a:lnTo>
                  <a:pt x="6871" y="736"/>
                </a:lnTo>
                <a:lnTo>
                  <a:pt x="8710" y="304"/>
                </a:lnTo>
                <a:lnTo>
                  <a:pt x="10761" y="73"/>
                </a:lnTo>
                <a:lnTo>
                  <a:pt x="13110" y="0"/>
                </a:lnTo>
                <a:lnTo>
                  <a:pt x="15844" y="43"/>
                </a:lnTo>
                <a:close/>
              </a:path>
            </a:pathLst>
          </a:custGeom>
          <a:solidFill>
            <a:srgbClr val="BDA470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7" name="contour_07815"/>
          <p:cNvSpPr/>
          <p:nvPr/>
        </p:nvSpPr>
        <p:spPr>
          <a:xfrm>
            <a:off x="3129635" y="2310293"/>
            <a:ext cx="29152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0"/>
                </a:lnTo>
                <a:lnTo>
                  <a:pt x="6426" y="0"/>
                </a:lnTo>
                <a:lnTo>
                  <a:pt x="9655" y="0"/>
                </a:lnTo>
                <a:lnTo>
                  <a:pt x="12911" y="0"/>
                </a:lnTo>
                <a:lnTo>
                  <a:pt x="16200" y="0"/>
                </a:lnTo>
                <a:lnTo>
                  <a:pt x="16384" y="738"/>
                </a:lnTo>
                <a:lnTo>
                  <a:pt x="16567" y="1475"/>
                </a:lnTo>
                <a:lnTo>
                  <a:pt x="16751" y="2212"/>
                </a:lnTo>
                <a:lnTo>
                  <a:pt x="16940" y="2951"/>
                </a:lnTo>
                <a:lnTo>
                  <a:pt x="17123" y="3688"/>
                </a:lnTo>
                <a:lnTo>
                  <a:pt x="17307" y="4426"/>
                </a:lnTo>
                <a:lnTo>
                  <a:pt x="17491" y="5165"/>
                </a:lnTo>
                <a:lnTo>
                  <a:pt x="17674" y="5903"/>
                </a:lnTo>
                <a:lnTo>
                  <a:pt x="17863" y="6643"/>
                </a:lnTo>
                <a:lnTo>
                  <a:pt x="18047" y="7383"/>
                </a:lnTo>
                <a:lnTo>
                  <a:pt x="18230" y="8123"/>
                </a:lnTo>
                <a:lnTo>
                  <a:pt x="18414" y="8864"/>
                </a:lnTo>
                <a:lnTo>
                  <a:pt x="18603" y="9606"/>
                </a:lnTo>
                <a:lnTo>
                  <a:pt x="18787" y="10347"/>
                </a:lnTo>
                <a:lnTo>
                  <a:pt x="18970" y="11091"/>
                </a:lnTo>
                <a:lnTo>
                  <a:pt x="19159" y="11835"/>
                </a:lnTo>
                <a:lnTo>
                  <a:pt x="19343" y="12579"/>
                </a:lnTo>
                <a:lnTo>
                  <a:pt x="19532" y="13324"/>
                </a:lnTo>
                <a:lnTo>
                  <a:pt x="19715" y="14071"/>
                </a:lnTo>
                <a:lnTo>
                  <a:pt x="19904" y="14819"/>
                </a:lnTo>
                <a:lnTo>
                  <a:pt x="20093" y="15567"/>
                </a:lnTo>
                <a:lnTo>
                  <a:pt x="20277" y="16317"/>
                </a:lnTo>
                <a:lnTo>
                  <a:pt x="20466" y="17067"/>
                </a:lnTo>
                <a:lnTo>
                  <a:pt x="20655" y="17820"/>
                </a:lnTo>
                <a:lnTo>
                  <a:pt x="20844" y="18573"/>
                </a:lnTo>
                <a:lnTo>
                  <a:pt x="21033" y="19328"/>
                </a:lnTo>
                <a:lnTo>
                  <a:pt x="21222" y="20084"/>
                </a:lnTo>
                <a:lnTo>
                  <a:pt x="21411" y="20841"/>
                </a:lnTo>
                <a:lnTo>
                  <a:pt x="21600" y="21600"/>
                </a:lnTo>
                <a:lnTo>
                  <a:pt x="18392" y="21386"/>
                </a:lnTo>
                <a:lnTo>
                  <a:pt x="15174" y="21171"/>
                </a:lnTo>
                <a:lnTo>
                  <a:pt x="11945" y="20956"/>
                </a:lnTo>
                <a:lnTo>
                  <a:pt x="8689" y="20739"/>
                </a:lnTo>
                <a:lnTo>
                  <a:pt x="5400" y="20520"/>
                </a:lnTo>
                <a:lnTo>
                  <a:pt x="4547" y="19752"/>
                </a:lnTo>
                <a:lnTo>
                  <a:pt x="4045" y="19186"/>
                </a:lnTo>
                <a:lnTo>
                  <a:pt x="3834" y="18655"/>
                </a:lnTo>
                <a:lnTo>
                  <a:pt x="3845" y="17990"/>
                </a:lnTo>
                <a:lnTo>
                  <a:pt x="4007" y="17023"/>
                </a:lnTo>
                <a:lnTo>
                  <a:pt x="4082" y="16314"/>
                </a:lnTo>
                <a:lnTo>
                  <a:pt x="4163" y="15601"/>
                </a:lnTo>
                <a:lnTo>
                  <a:pt x="4239" y="14877"/>
                </a:lnTo>
                <a:lnTo>
                  <a:pt x="4396" y="14125"/>
                </a:lnTo>
                <a:lnTo>
                  <a:pt x="4558" y="13374"/>
                </a:lnTo>
                <a:lnTo>
                  <a:pt x="4725" y="12623"/>
                </a:lnTo>
                <a:lnTo>
                  <a:pt x="4979" y="11146"/>
                </a:lnTo>
                <a:lnTo>
                  <a:pt x="5195" y="9838"/>
                </a:lnTo>
                <a:lnTo>
                  <a:pt x="5368" y="8683"/>
                </a:lnTo>
                <a:lnTo>
                  <a:pt x="5492" y="7667"/>
                </a:lnTo>
                <a:lnTo>
                  <a:pt x="5562" y="6773"/>
                </a:lnTo>
                <a:lnTo>
                  <a:pt x="5567" y="5985"/>
                </a:lnTo>
                <a:lnTo>
                  <a:pt x="5508" y="5291"/>
                </a:lnTo>
                <a:lnTo>
                  <a:pt x="5378" y="4672"/>
                </a:lnTo>
                <a:lnTo>
                  <a:pt x="5168" y="4115"/>
                </a:lnTo>
                <a:lnTo>
                  <a:pt x="4876" y="3603"/>
                </a:lnTo>
                <a:lnTo>
                  <a:pt x="4498" y="3121"/>
                </a:lnTo>
                <a:lnTo>
                  <a:pt x="4018" y="2654"/>
                </a:lnTo>
                <a:lnTo>
                  <a:pt x="3440" y="2186"/>
                </a:lnTo>
                <a:lnTo>
                  <a:pt x="2754" y="1702"/>
                </a:lnTo>
                <a:lnTo>
                  <a:pt x="1955" y="1187"/>
                </a:lnTo>
                <a:lnTo>
                  <a:pt x="1042" y="624"/>
                </a:lnTo>
                <a:lnTo>
                  <a:pt x="0" y="0"/>
                </a:lnTo>
                <a:close/>
              </a:path>
            </a:pathLst>
          </a:custGeom>
          <a:solidFill>
            <a:srgbClr val="90ACCF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8" name="contour_07816"/>
          <p:cNvSpPr/>
          <p:nvPr/>
        </p:nvSpPr>
        <p:spPr>
          <a:xfrm>
            <a:off x="4440300" y="2266565"/>
            <a:ext cx="8862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6" y="0"/>
                </a:moveTo>
                <a:lnTo>
                  <a:pt x="1474" y="398"/>
                </a:lnTo>
                <a:lnTo>
                  <a:pt x="2659" y="802"/>
                </a:lnTo>
                <a:lnTo>
                  <a:pt x="3844" y="1216"/>
                </a:lnTo>
                <a:lnTo>
                  <a:pt x="5027" y="1639"/>
                </a:lnTo>
                <a:lnTo>
                  <a:pt x="6208" y="2071"/>
                </a:lnTo>
                <a:lnTo>
                  <a:pt x="7391" y="2506"/>
                </a:lnTo>
                <a:lnTo>
                  <a:pt x="8410" y="2833"/>
                </a:lnTo>
                <a:lnTo>
                  <a:pt x="9444" y="3163"/>
                </a:lnTo>
                <a:lnTo>
                  <a:pt x="10417" y="3549"/>
                </a:lnTo>
                <a:lnTo>
                  <a:pt x="11167" y="3900"/>
                </a:lnTo>
                <a:lnTo>
                  <a:pt x="11934" y="4357"/>
                </a:lnTo>
                <a:lnTo>
                  <a:pt x="12962" y="5067"/>
                </a:lnTo>
                <a:lnTo>
                  <a:pt x="14495" y="6171"/>
                </a:lnTo>
                <a:lnTo>
                  <a:pt x="14602" y="8467"/>
                </a:lnTo>
                <a:lnTo>
                  <a:pt x="14655" y="10096"/>
                </a:lnTo>
                <a:lnTo>
                  <a:pt x="14655" y="11504"/>
                </a:lnTo>
                <a:lnTo>
                  <a:pt x="14602" y="13133"/>
                </a:lnTo>
                <a:lnTo>
                  <a:pt x="14495" y="15429"/>
                </a:lnTo>
                <a:lnTo>
                  <a:pt x="15424" y="16752"/>
                </a:lnTo>
                <a:lnTo>
                  <a:pt x="16105" y="17576"/>
                </a:lnTo>
                <a:lnTo>
                  <a:pt x="16868" y="18243"/>
                </a:lnTo>
                <a:lnTo>
                  <a:pt x="18048" y="19094"/>
                </a:lnTo>
                <a:lnTo>
                  <a:pt x="19039" y="19829"/>
                </a:lnTo>
                <a:lnTo>
                  <a:pt x="20046" y="20576"/>
                </a:lnTo>
                <a:lnTo>
                  <a:pt x="20817" y="21085"/>
                </a:lnTo>
                <a:lnTo>
                  <a:pt x="21600" y="21600"/>
                </a:lnTo>
                <a:lnTo>
                  <a:pt x="20398" y="21313"/>
                </a:lnTo>
                <a:lnTo>
                  <a:pt x="19197" y="21011"/>
                </a:lnTo>
                <a:lnTo>
                  <a:pt x="17996" y="20696"/>
                </a:lnTo>
                <a:lnTo>
                  <a:pt x="16799" y="20363"/>
                </a:lnTo>
                <a:lnTo>
                  <a:pt x="15605" y="20017"/>
                </a:lnTo>
                <a:lnTo>
                  <a:pt x="14412" y="19653"/>
                </a:lnTo>
                <a:lnTo>
                  <a:pt x="13222" y="19270"/>
                </a:lnTo>
                <a:lnTo>
                  <a:pt x="12032" y="18869"/>
                </a:lnTo>
                <a:lnTo>
                  <a:pt x="10845" y="18449"/>
                </a:lnTo>
                <a:lnTo>
                  <a:pt x="9662" y="18005"/>
                </a:lnTo>
                <a:lnTo>
                  <a:pt x="8479" y="17542"/>
                </a:lnTo>
                <a:lnTo>
                  <a:pt x="7300" y="17055"/>
                </a:lnTo>
                <a:lnTo>
                  <a:pt x="6122" y="16546"/>
                </a:lnTo>
                <a:lnTo>
                  <a:pt x="4948" y="16009"/>
                </a:lnTo>
                <a:lnTo>
                  <a:pt x="4055" y="15604"/>
                </a:lnTo>
                <a:lnTo>
                  <a:pt x="3154" y="15200"/>
                </a:lnTo>
                <a:lnTo>
                  <a:pt x="2243" y="14790"/>
                </a:lnTo>
                <a:lnTo>
                  <a:pt x="1107" y="13327"/>
                </a:lnTo>
                <a:lnTo>
                  <a:pt x="496" y="12275"/>
                </a:lnTo>
                <a:lnTo>
                  <a:pt x="195" y="11124"/>
                </a:lnTo>
                <a:lnTo>
                  <a:pt x="0" y="9362"/>
                </a:lnTo>
                <a:lnTo>
                  <a:pt x="12" y="7486"/>
                </a:lnTo>
                <a:lnTo>
                  <a:pt x="55" y="5613"/>
                </a:lnTo>
                <a:lnTo>
                  <a:pt x="117" y="3740"/>
                </a:lnTo>
                <a:lnTo>
                  <a:pt x="197" y="1870"/>
                </a:lnTo>
                <a:lnTo>
                  <a:pt x="286" y="0"/>
                </a:lnTo>
                <a:close/>
              </a:path>
            </a:pathLst>
          </a:custGeom>
          <a:solidFill>
            <a:srgbClr val="2943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819" name="contour_07817"/>
          <p:cNvSpPr/>
          <p:nvPr/>
        </p:nvSpPr>
        <p:spPr>
          <a:xfrm>
            <a:off x="2479364" y="2242121"/>
            <a:ext cx="81808" cy="463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3" y="1203"/>
                </a:moveTo>
                <a:lnTo>
                  <a:pt x="910" y="2886"/>
                </a:lnTo>
                <a:lnTo>
                  <a:pt x="1387" y="4579"/>
                </a:lnTo>
                <a:lnTo>
                  <a:pt x="1870" y="6279"/>
                </a:lnTo>
                <a:lnTo>
                  <a:pt x="2357" y="8002"/>
                </a:lnTo>
                <a:lnTo>
                  <a:pt x="2696" y="6354"/>
                </a:lnTo>
                <a:lnTo>
                  <a:pt x="3040" y="4681"/>
                </a:lnTo>
                <a:lnTo>
                  <a:pt x="3789" y="2652"/>
                </a:lnTo>
                <a:lnTo>
                  <a:pt x="4380" y="1496"/>
                </a:lnTo>
                <a:lnTo>
                  <a:pt x="5115" y="775"/>
                </a:lnTo>
                <a:lnTo>
                  <a:pt x="6304" y="61"/>
                </a:lnTo>
                <a:lnTo>
                  <a:pt x="7755" y="0"/>
                </a:lnTo>
                <a:lnTo>
                  <a:pt x="9094" y="14"/>
                </a:lnTo>
                <a:lnTo>
                  <a:pt x="10347" y="146"/>
                </a:lnTo>
                <a:lnTo>
                  <a:pt x="11542" y="445"/>
                </a:lnTo>
                <a:lnTo>
                  <a:pt x="12702" y="959"/>
                </a:lnTo>
                <a:lnTo>
                  <a:pt x="13855" y="1734"/>
                </a:lnTo>
                <a:lnTo>
                  <a:pt x="15029" y="2818"/>
                </a:lnTo>
                <a:lnTo>
                  <a:pt x="16249" y="4256"/>
                </a:lnTo>
                <a:lnTo>
                  <a:pt x="17188" y="5952"/>
                </a:lnTo>
                <a:lnTo>
                  <a:pt x="18106" y="7666"/>
                </a:lnTo>
                <a:lnTo>
                  <a:pt x="19004" y="9399"/>
                </a:lnTo>
                <a:lnTo>
                  <a:pt x="19885" y="11164"/>
                </a:lnTo>
                <a:lnTo>
                  <a:pt x="20749" y="12962"/>
                </a:lnTo>
                <a:lnTo>
                  <a:pt x="21600" y="14801"/>
                </a:lnTo>
                <a:lnTo>
                  <a:pt x="20540" y="15967"/>
                </a:lnTo>
                <a:lnTo>
                  <a:pt x="19481" y="17086"/>
                </a:lnTo>
                <a:lnTo>
                  <a:pt x="18413" y="18146"/>
                </a:lnTo>
                <a:lnTo>
                  <a:pt x="17330" y="19139"/>
                </a:lnTo>
                <a:lnTo>
                  <a:pt x="16224" y="20053"/>
                </a:lnTo>
                <a:lnTo>
                  <a:pt x="15082" y="20876"/>
                </a:lnTo>
                <a:lnTo>
                  <a:pt x="13903" y="21600"/>
                </a:lnTo>
                <a:lnTo>
                  <a:pt x="12827" y="19941"/>
                </a:lnTo>
                <a:lnTo>
                  <a:pt x="12067" y="18680"/>
                </a:lnTo>
                <a:lnTo>
                  <a:pt x="11265" y="17181"/>
                </a:lnTo>
                <a:lnTo>
                  <a:pt x="10054" y="14801"/>
                </a:lnTo>
                <a:lnTo>
                  <a:pt x="8644" y="14284"/>
                </a:lnTo>
                <a:lnTo>
                  <a:pt x="7647" y="13958"/>
                </a:lnTo>
                <a:lnTo>
                  <a:pt x="6593" y="13679"/>
                </a:lnTo>
                <a:lnTo>
                  <a:pt x="5003" y="13312"/>
                </a:lnTo>
                <a:lnTo>
                  <a:pt x="3491" y="12880"/>
                </a:lnTo>
                <a:lnTo>
                  <a:pt x="2509" y="12537"/>
                </a:lnTo>
                <a:lnTo>
                  <a:pt x="1634" y="12105"/>
                </a:lnTo>
                <a:lnTo>
                  <a:pt x="433" y="11402"/>
                </a:lnTo>
                <a:lnTo>
                  <a:pt x="144" y="8771"/>
                </a:lnTo>
                <a:lnTo>
                  <a:pt x="0" y="6925"/>
                </a:lnTo>
                <a:lnTo>
                  <a:pt x="0" y="5375"/>
                </a:lnTo>
                <a:lnTo>
                  <a:pt x="144" y="3631"/>
                </a:lnTo>
                <a:lnTo>
                  <a:pt x="433" y="1203"/>
                </a:lnTo>
                <a:close/>
              </a:path>
            </a:pathLst>
          </a:custGeom>
          <a:solidFill>
            <a:srgbClr val="E8E7E6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0" name="contour_07818"/>
          <p:cNvSpPr/>
          <p:nvPr/>
        </p:nvSpPr>
        <p:spPr>
          <a:xfrm>
            <a:off x="10031363" y="2212700"/>
            <a:ext cx="72880" cy="32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923"/>
                </a:moveTo>
                <a:lnTo>
                  <a:pt x="5804" y="1623"/>
                </a:lnTo>
                <a:lnTo>
                  <a:pt x="7288" y="1353"/>
                </a:lnTo>
                <a:lnTo>
                  <a:pt x="8772" y="1112"/>
                </a:lnTo>
                <a:lnTo>
                  <a:pt x="10258" y="895"/>
                </a:lnTo>
                <a:lnTo>
                  <a:pt x="11746" y="694"/>
                </a:lnTo>
                <a:lnTo>
                  <a:pt x="13126" y="467"/>
                </a:lnTo>
                <a:lnTo>
                  <a:pt x="14515" y="236"/>
                </a:lnTo>
                <a:lnTo>
                  <a:pt x="15921" y="0"/>
                </a:lnTo>
                <a:lnTo>
                  <a:pt x="16440" y="285"/>
                </a:lnTo>
                <a:lnTo>
                  <a:pt x="17351" y="782"/>
                </a:lnTo>
                <a:lnTo>
                  <a:pt x="19440" y="1923"/>
                </a:lnTo>
                <a:lnTo>
                  <a:pt x="19796" y="5170"/>
                </a:lnTo>
                <a:lnTo>
                  <a:pt x="20153" y="8422"/>
                </a:lnTo>
                <a:lnTo>
                  <a:pt x="20511" y="11688"/>
                </a:lnTo>
                <a:lnTo>
                  <a:pt x="20872" y="14969"/>
                </a:lnTo>
                <a:lnTo>
                  <a:pt x="21235" y="18270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0" y="18348"/>
                </a:lnTo>
                <a:lnTo>
                  <a:pt x="0" y="15077"/>
                </a:lnTo>
                <a:lnTo>
                  <a:pt x="0" y="11762"/>
                </a:lnTo>
                <a:lnTo>
                  <a:pt x="1428" y="11762"/>
                </a:lnTo>
                <a:lnTo>
                  <a:pt x="2864" y="11762"/>
                </a:lnTo>
                <a:lnTo>
                  <a:pt x="4320" y="11762"/>
                </a:lnTo>
                <a:lnTo>
                  <a:pt x="4320" y="8510"/>
                </a:lnTo>
                <a:lnTo>
                  <a:pt x="4320" y="5239"/>
                </a:lnTo>
                <a:lnTo>
                  <a:pt x="4320" y="1923"/>
                </a:lnTo>
                <a:close/>
              </a:path>
            </a:pathLst>
          </a:custGeom>
          <a:solidFill>
            <a:srgbClr val="DAC37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1" name="contour_07819"/>
          <p:cNvSpPr/>
          <p:nvPr/>
        </p:nvSpPr>
        <p:spPr>
          <a:xfrm>
            <a:off x="1540853" y="2208261"/>
            <a:ext cx="2988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77" y="0"/>
                </a:lnTo>
                <a:lnTo>
                  <a:pt x="6959" y="0"/>
                </a:lnTo>
                <a:lnTo>
                  <a:pt x="10458" y="0"/>
                </a:lnTo>
                <a:lnTo>
                  <a:pt x="13972" y="0"/>
                </a:lnTo>
                <a:lnTo>
                  <a:pt x="17507" y="0"/>
                </a:lnTo>
                <a:lnTo>
                  <a:pt x="21073" y="0"/>
                </a:lnTo>
                <a:lnTo>
                  <a:pt x="21258" y="2765"/>
                </a:lnTo>
                <a:lnTo>
                  <a:pt x="21410" y="5194"/>
                </a:lnTo>
                <a:lnTo>
                  <a:pt x="21526" y="7317"/>
                </a:lnTo>
                <a:lnTo>
                  <a:pt x="21589" y="9168"/>
                </a:lnTo>
                <a:lnTo>
                  <a:pt x="21600" y="10778"/>
                </a:lnTo>
                <a:lnTo>
                  <a:pt x="21542" y="12178"/>
                </a:lnTo>
                <a:lnTo>
                  <a:pt x="21416" y="13400"/>
                </a:lnTo>
                <a:lnTo>
                  <a:pt x="21210" y="14474"/>
                </a:lnTo>
                <a:lnTo>
                  <a:pt x="20920" y="15434"/>
                </a:lnTo>
                <a:lnTo>
                  <a:pt x="20536" y="16312"/>
                </a:lnTo>
                <a:lnTo>
                  <a:pt x="20046" y="17137"/>
                </a:lnTo>
                <a:lnTo>
                  <a:pt x="19451" y="17944"/>
                </a:lnTo>
                <a:lnTo>
                  <a:pt x="18734" y="18761"/>
                </a:lnTo>
                <a:lnTo>
                  <a:pt x="17891" y="19623"/>
                </a:lnTo>
                <a:lnTo>
                  <a:pt x="16922" y="20557"/>
                </a:lnTo>
                <a:lnTo>
                  <a:pt x="15805" y="21600"/>
                </a:lnTo>
                <a:lnTo>
                  <a:pt x="12323" y="21600"/>
                </a:lnTo>
                <a:lnTo>
                  <a:pt x="8819" y="21600"/>
                </a:lnTo>
                <a:lnTo>
                  <a:pt x="5268" y="21600"/>
                </a:lnTo>
                <a:lnTo>
                  <a:pt x="4942" y="20263"/>
                </a:lnTo>
                <a:lnTo>
                  <a:pt x="4615" y="18927"/>
                </a:lnTo>
                <a:lnTo>
                  <a:pt x="4288" y="17588"/>
                </a:lnTo>
                <a:lnTo>
                  <a:pt x="3962" y="16251"/>
                </a:lnTo>
                <a:lnTo>
                  <a:pt x="3635" y="14912"/>
                </a:lnTo>
                <a:lnTo>
                  <a:pt x="3308" y="13569"/>
                </a:lnTo>
                <a:lnTo>
                  <a:pt x="2982" y="12226"/>
                </a:lnTo>
                <a:lnTo>
                  <a:pt x="2655" y="10881"/>
                </a:lnTo>
                <a:lnTo>
                  <a:pt x="2323" y="9533"/>
                </a:lnTo>
                <a:lnTo>
                  <a:pt x="1997" y="8182"/>
                </a:lnTo>
                <a:lnTo>
                  <a:pt x="1665" y="6828"/>
                </a:lnTo>
                <a:lnTo>
                  <a:pt x="1333" y="5471"/>
                </a:lnTo>
                <a:lnTo>
                  <a:pt x="1001" y="4110"/>
                </a:lnTo>
                <a:lnTo>
                  <a:pt x="669" y="2745"/>
                </a:lnTo>
                <a:lnTo>
                  <a:pt x="337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57585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2" name="contour_07820"/>
          <p:cNvSpPr/>
          <p:nvPr/>
        </p:nvSpPr>
        <p:spPr>
          <a:xfrm>
            <a:off x="994254" y="2171370"/>
            <a:ext cx="51016" cy="733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06" y="0"/>
                </a:moveTo>
                <a:lnTo>
                  <a:pt x="9371" y="43"/>
                </a:lnTo>
                <a:lnTo>
                  <a:pt x="10849" y="88"/>
                </a:lnTo>
                <a:lnTo>
                  <a:pt x="12343" y="133"/>
                </a:lnTo>
                <a:lnTo>
                  <a:pt x="12182" y="1494"/>
                </a:lnTo>
                <a:lnTo>
                  <a:pt x="12016" y="2874"/>
                </a:lnTo>
                <a:lnTo>
                  <a:pt x="11920" y="4351"/>
                </a:lnTo>
                <a:lnTo>
                  <a:pt x="11849" y="5803"/>
                </a:lnTo>
                <a:lnTo>
                  <a:pt x="11821" y="7239"/>
                </a:lnTo>
                <a:lnTo>
                  <a:pt x="11840" y="8670"/>
                </a:lnTo>
                <a:lnTo>
                  <a:pt x="11926" y="10102"/>
                </a:lnTo>
                <a:lnTo>
                  <a:pt x="12090" y="11547"/>
                </a:lnTo>
                <a:lnTo>
                  <a:pt x="12343" y="13013"/>
                </a:lnTo>
                <a:lnTo>
                  <a:pt x="14639" y="13932"/>
                </a:lnTo>
                <a:lnTo>
                  <a:pt x="16271" y="14503"/>
                </a:lnTo>
                <a:lnTo>
                  <a:pt x="17675" y="14829"/>
                </a:lnTo>
                <a:lnTo>
                  <a:pt x="19304" y="15014"/>
                </a:lnTo>
                <a:lnTo>
                  <a:pt x="21600" y="15160"/>
                </a:lnTo>
                <a:lnTo>
                  <a:pt x="20989" y="16435"/>
                </a:lnTo>
                <a:lnTo>
                  <a:pt x="20375" y="17714"/>
                </a:lnTo>
                <a:lnTo>
                  <a:pt x="19761" y="19000"/>
                </a:lnTo>
                <a:lnTo>
                  <a:pt x="19141" y="20293"/>
                </a:lnTo>
                <a:lnTo>
                  <a:pt x="18514" y="21600"/>
                </a:lnTo>
                <a:lnTo>
                  <a:pt x="15052" y="21280"/>
                </a:lnTo>
                <a:lnTo>
                  <a:pt x="12608" y="21025"/>
                </a:lnTo>
                <a:lnTo>
                  <a:pt x="10840" y="20776"/>
                </a:lnTo>
                <a:lnTo>
                  <a:pt x="9408" y="20469"/>
                </a:lnTo>
                <a:lnTo>
                  <a:pt x="7967" y="20048"/>
                </a:lnTo>
                <a:lnTo>
                  <a:pt x="6171" y="19453"/>
                </a:lnTo>
                <a:lnTo>
                  <a:pt x="5051" y="18101"/>
                </a:lnTo>
                <a:lnTo>
                  <a:pt x="4181" y="16729"/>
                </a:lnTo>
                <a:lnTo>
                  <a:pt x="3505" y="15325"/>
                </a:lnTo>
                <a:lnTo>
                  <a:pt x="2972" y="13887"/>
                </a:lnTo>
                <a:lnTo>
                  <a:pt x="2527" y="12404"/>
                </a:lnTo>
                <a:lnTo>
                  <a:pt x="2123" y="10867"/>
                </a:lnTo>
                <a:lnTo>
                  <a:pt x="1725" y="9675"/>
                </a:lnTo>
                <a:lnTo>
                  <a:pt x="1321" y="8467"/>
                </a:lnTo>
                <a:lnTo>
                  <a:pt x="972" y="7316"/>
                </a:lnTo>
                <a:lnTo>
                  <a:pt x="728" y="6419"/>
                </a:lnTo>
                <a:lnTo>
                  <a:pt x="528" y="5476"/>
                </a:lnTo>
                <a:lnTo>
                  <a:pt x="305" y="4197"/>
                </a:lnTo>
                <a:lnTo>
                  <a:pt x="0" y="2280"/>
                </a:lnTo>
                <a:lnTo>
                  <a:pt x="1861" y="1035"/>
                </a:lnTo>
                <a:lnTo>
                  <a:pt x="3305" y="384"/>
                </a:lnTo>
                <a:lnTo>
                  <a:pt x="5073" y="109"/>
                </a:lnTo>
                <a:lnTo>
                  <a:pt x="7906" y="0"/>
                </a:lnTo>
                <a:close/>
              </a:path>
            </a:pathLst>
          </a:custGeom>
          <a:solidFill>
            <a:srgbClr val="595752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3" name="contour_07821"/>
          <p:cNvSpPr/>
          <p:nvPr/>
        </p:nvSpPr>
        <p:spPr>
          <a:xfrm>
            <a:off x="637142" y="2170510"/>
            <a:ext cx="67210" cy="68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16"/>
                </a:moveTo>
                <a:lnTo>
                  <a:pt x="1602" y="139"/>
                </a:lnTo>
                <a:lnTo>
                  <a:pt x="2769" y="0"/>
                </a:lnTo>
                <a:lnTo>
                  <a:pt x="3837" y="0"/>
                </a:lnTo>
                <a:lnTo>
                  <a:pt x="5144" y="139"/>
                </a:lnTo>
                <a:lnTo>
                  <a:pt x="7027" y="416"/>
                </a:lnTo>
                <a:lnTo>
                  <a:pt x="7725" y="1598"/>
                </a:lnTo>
                <a:lnTo>
                  <a:pt x="8186" y="2461"/>
                </a:lnTo>
                <a:lnTo>
                  <a:pt x="8617" y="3421"/>
                </a:lnTo>
                <a:lnTo>
                  <a:pt x="9224" y="4899"/>
                </a:lnTo>
                <a:lnTo>
                  <a:pt x="9865" y="6433"/>
                </a:lnTo>
                <a:lnTo>
                  <a:pt x="10336" y="7439"/>
                </a:lnTo>
                <a:lnTo>
                  <a:pt x="10875" y="8369"/>
                </a:lnTo>
                <a:lnTo>
                  <a:pt x="11711" y="9669"/>
                </a:lnTo>
                <a:lnTo>
                  <a:pt x="13121" y="10141"/>
                </a:lnTo>
                <a:lnTo>
                  <a:pt x="14112" y="10418"/>
                </a:lnTo>
                <a:lnTo>
                  <a:pt x="15145" y="10610"/>
                </a:lnTo>
                <a:lnTo>
                  <a:pt x="16688" y="10825"/>
                </a:lnTo>
                <a:lnTo>
                  <a:pt x="18138" y="11207"/>
                </a:lnTo>
                <a:lnTo>
                  <a:pt x="19600" y="11591"/>
                </a:lnTo>
                <a:lnTo>
                  <a:pt x="21080" y="11982"/>
                </a:lnTo>
                <a:lnTo>
                  <a:pt x="21434" y="13585"/>
                </a:lnTo>
                <a:lnTo>
                  <a:pt x="21595" y="15086"/>
                </a:lnTo>
                <a:lnTo>
                  <a:pt x="21600" y="16546"/>
                </a:lnTo>
                <a:lnTo>
                  <a:pt x="21490" y="18019"/>
                </a:lnTo>
                <a:lnTo>
                  <a:pt x="21305" y="19562"/>
                </a:lnTo>
                <a:lnTo>
                  <a:pt x="21080" y="21235"/>
                </a:lnTo>
                <a:lnTo>
                  <a:pt x="19387" y="21392"/>
                </a:lnTo>
                <a:lnTo>
                  <a:pt x="17712" y="21510"/>
                </a:lnTo>
                <a:lnTo>
                  <a:pt x="16049" y="21581"/>
                </a:lnTo>
                <a:lnTo>
                  <a:pt x="14393" y="21600"/>
                </a:lnTo>
                <a:lnTo>
                  <a:pt x="12732" y="21551"/>
                </a:lnTo>
                <a:lnTo>
                  <a:pt x="11060" y="21433"/>
                </a:lnTo>
                <a:lnTo>
                  <a:pt x="9369" y="21235"/>
                </a:lnTo>
                <a:lnTo>
                  <a:pt x="8067" y="20057"/>
                </a:lnTo>
                <a:lnTo>
                  <a:pt x="7146" y="19146"/>
                </a:lnTo>
                <a:lnTo>
                  <a:pt x="6479" y="18306"/>
                </a:lnTo>
                <a:lnTo>
                  <a:pt x="5933" y="17346"/>
                </a:lnTo>
                <a:lnTo>
                  <a:pt x="5378" y="16074"/>
                </a:lnTo>
                <a:lnTo>
                  <a:pt x="4684" y="14295"/>
                </a:lnTo>
                <a:lnTo>
                  <a:pt x="4649" y="12771"/>
                </a:lnTo>
                <a:lnTo>
                  <a:pt x="4647" y="11263"/>
                </a:lnTo>
                <a:lnTo>
                  <a:pt x="4680" y="9764"/>
                </a:lnTo>
                <a:lnTo>
                  <a:pt x="4745" y="8265"/>
                </a:lnTo>
                <a:lnTo>
                  <a:pt x="4844" y="6759"/>
                </a:lnTo>
                <a:lnTo>
                  <a:pt x="4977" y="5242"/>
                </a:lnTo>
                <a:lnTo>
                  <a:pt x="4832" y="3995"/>
                </a:lnTo>
                <a:lnTo>
                  <a:pt x="4684" y="2729"/>
                </a:lnTo>
                <a:lnTo>
                  <a:pt x="3293" y="1851"/>
                </a:lnTo>
                <a:lnTo>
                  <a:pt x="2342" y="1316"/>
                </a:lnTo>
                <a:lnTo>
                  <a:pt x="1391" y="911"/>
                </a:lnTo>
                <a:lnTo>
                  <a:pt x="0" y="416"/>
                </a:lnTo>
                <a:close/>
              </a:path>
            </a:pathLst>
          </a:custGeom>
          <a:solidFill>
            <a:srgbClr val="3B3D3B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4" name="contour_07822"/>
          <p:cNvSpPr/>
          <p:nvPr/>
        </p:nvSpPr>
        <p:spPr>
          <a:xfrm>
            <a:off x="1196422" y="2173133"/>
            <a:ext cx="52911" cy="44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98"/>
                </a:moveTo>
                <a:lnTo>
                  <a:pt x="21570" y="5276"/>
                </a:lnTo>
                <a:lnTo>
                  <a:pt x="21496" y="7580"/>
                </a:lnTo>
                <a:lnTo>
                  <a:pt x="21347" y="9825"/>
                </a:lnTo>
                <a:lnTo>
                  <a:pt x="21103" y="12016"/>
                </a:lnTo>
                <a:lnTo>
                  <a:pt x="20734" y="14171"/>
                </a:lnTo>
                <a:lnTo>
                  <a:pt x="20217" y="16306"/>
                </a:lnTo>
                <a:lnTo>
                  <a:pt x="19520" y="18434"/>
                </a:lnTo>
                <a:lnTo>
                  <a:pt x="18625" y="20568"/>
                </a:lnTo>
                <a:lnTo>
                  <a:pt x="16617" y="21052"/>
                </a:lnTo>
                <a:lnTo>
                  <a:pt x="14632" y="21374"/>
                </a:lnTo>
                <a:lnTo>
                  <a:pt x="12662" y="21551"/>
                </a:lnTo>
                <a:lnTo>
                  <a:pt x="10705" y="21600"/>
                </a:lnTo>
                <a:lnTo>
                  <a:pt x="8747" y="21543"/>
                </a:lnTo>
                <a:lnTo>
                  <a:pt x="6780" y="21395"/>
                </a:lnTo>
                <a:lnTo>
                  <a:pt x="4802" y="21169"/>
                </a:lnTo>
                <a:lnTo>
                  <a:pt x="2803" y="20890"/>
                </a:lnTo>
                <a:lnTo>
                  <a:pt x="774" y="20568"/>
                </a:lnTo>
                <a:lnTo>
                  <a:pt x="345" y="16677"/>
                </a:lnTo>
                <a:lnTo>
                  <a:pt x="86" y="13924"/>
                </a:lnTo>
                <a:lnTo>
                  <a:pt x="0" y="11913"/>
                </a:lnTo>
                <a:lnTo>
                  <a:pt x="86" y="10259"/>
                </a:lnTo>
                <a:lnTo>
                  <a:pt x="345" y="8563"/>
                </a:lnTo>
                <a:lnTo>
                  <a:pt x="774" y="6432"/>
                </a:lnTo>
                <a:lnTo>
                  <a:pt x="2713" y="4432"/>
                </a:lnTo>
                <a:lnTo>
                  <a:pt x="4659" y="2810"/>
                </a:lnTo>
                <a:lnTo>
                  <a:pt x="6620" y="1559"/>
                </a:lnTo>
                <a:lnTo>
                  <a:pt x="8607" y="679"/>
                </a:lnTo>
                <a:lnTo>
                  <a:pt x="10627" y="159"/>
                </a:lnTo>
                <a:lnTo>
                  <a:pt x="12695" y="0"/>
                </a:lnTo>
                <a:lnTo>
                  <a:pt x="14817" y="201"/>
                </a:lnTo>
                <a:lnTo>
                  <a:pt x="17000" y="753"/>
                </a:lnTo>
                <a:lnTo>
                  <a:pt x="19259" y="1654"/>
                </a:lnTo>
                <a:lnTo>
                  <a:pt x="21600" y="2898"/>
                </a:lnTo>
                <a:close/>
              </a:path>
            </a:pathLst>
          </a:custGeom>
          <a:solidFill>
            <a:srgbClr val="090909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5" name="contour_07823"/>
          <p:cNvSpPr/>
          <p:nvPr/>
        </p:nvSpPr>
        <p:spPr>
          <a:xfrm>
            <a:off x="6671599" y="2135382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9" y="481"/>
                </a:lnTo>
                <a:lnTo>
                  <a:pt x="1098" y="1105"/>
                </a:lnTo>
                <a:lnTo>
                  <a:pt x="2274" y="2283"/>
                </a:lnTo>
                <a:lnTo>
                  <a:pt x="4418" y="4437"/>
                </a:lnTo>
                <a:lnTo>
                  <a:pt x="5610" y="5533"/>
                </a:lnTo>
                <a:lnTo>
                  <a:pt x="6778" y="6539"/>
                </a:lnTo>
                <a:lnTo>
                  <a:pt x="7931" y="7458"/>
                </a:lnTo>
                <a:lnTo>
                  <a:pt x="9078" y="8294"/>
                </a:lnTo>
                <a:lnTo>
                  <a:pt x="10229" y="9057"/>
                </a:lnTo>
                <a:lnTo>
                  <a:pt x="11389" y="9748"/>
                </a:lnTo>
                <a:lnTo>
                  <a:pt x="12571" y="10377"/>
                </a:lnTo>
                <a:lnTo>
                  <a:pt x="13781" y="10945"/>
                </a:lnTo>
                <a:lnTo>
                  <a:pt x="15030" y="11457"/>
                </a:lnTo>
                <a:lnTo>
                  <a:pt x="16324" y="11920"/>
                </a:lnTo>
                <a:lnTo>
                  <a:pt x="17673" y="12343"/>
                </a:lnTo>
                <a:lnTo>
                  <a:pt x="17997" y="10306"/>
                </a:lnTo>
                <a:lnTo>
                  <a:pt x="18321" y="8267"/>
                </a:lnTo>
                <a:lnTo>
                  <a:pt x="18647" y="6218"/>
                </a:lnTo>
                <a:lnTo>
                  <a:pt x="18975" y="4160"/>
                </a:lnTo>
                <a:lnTo>
                  <a:pt x="19305" y="2089"/>
                </a:lnTo>
                <a:lnTo>
                  <a:pt x="19636" y="0"/>
                </a:lnTo>
                <a:lnTo>
                  <a:pt x="19919" y="1879"/>
                </a:lnTo>
                <a:lnTo>
                  <a:pt x="20196" y="3758"/>
                </a:lnTo>
                <a:lnTo>
                  <a:pt x="20471" y="5641"/>
                </a:lnTo>
                <a:lnTo>
                  <a:pt x="20740" y="7523"/>
                </a:lnTo>
                <a:lnTo>
                  <a:pt x="21048" y="9621"/>
                </a:lnTo>
                <a:lnTo>
                  <a:pt x="21362" y="11753"/>
                </a:lnTo>
                <a:lnTo>
                  <a:pt x="21480" y="13577"/>
                </a:lnTo>
                <a:lnTo>
                  <a:pt x="21600" y="15429"/>
                </a:lnTo>
                <a:lnTo>
                  <a:pt x="20418" y="17215"/>
                </a:lnTo>
                <a:lnTo>
                  <a:pt x="19499" y="18153"/>
                </a:lnTo>
                <a:lnTo>
                  <a:pt x="18376" y="18548"/>
                </a:lnTo>
                <a:lnTo>
                  <a:pt x="16575" y="18706"/>
                </a:lnTo>
                <a:lnTo>
                  <a:pt x="15348" y="18641"/>
                </a:lnTo>
                <a:lnTo>
                  <a:pt x="14121" y="18579"/>
                </a:lnTo>
                <a:lnTo>
                  <a:pt x="12893" y="18514"/>
                </a:lnTo>
                <a:lnTo>
                  <a:pt x="11666" y="18449"/>
                </a:lnTo>
                <a:lnTo>
                  <a:pt x="10439" y="18388"/>
                </a:lnTo>
                <a:lnTo>
                  <a:pt x="9211" y="18323"/>
                </a:lnTo>
                <a:lnTo>
                  <a:pt x="7794" y="18419"/>
                </a:lnTo>
                <a:lnTo>
                  <a:pt x="6729" y="18573"/>
                </a:lnTo>
                <a:lnTo>
                  <a:pt x="5814" y="18875"/>
                </a:lnTo>
                <a:lnTo>
                  <a:pt x="4850" y="19421"/>
                </a:lnTo>
                <a:lnTo>
                  <a:pt x="3633" y="20298"/>
                </a:lnTo>
                <a:lnTo>
                  <a:pt x="1964" y="21600"/>
                </a:lnTo>
                <a:lnTo>
                  <a:pt x="1769" y="19462"/>
                </a:lnTo>
                <a:lnTo>
                  <a:pt x="1575" y="17320"/>
                </a:lnTo>
                <a:lnTo>
                  <a:pt x="1380" y="15179"/>
                </a:lnTo>
                <a:lnTo>
                  <a:pt x="1184" y="13034"/>
                </a:lnTo>
                <a:lnTo>
                  <a:pt x="990" y="10880"/>
                </a:lnTo>
                <a:lnTo>
                  <a:pt x="793" y="8723"/>
                </a:lnTo>
                <a:lnTo>
                  <a:pt x="597" y="6557"/>
                </a:lnTo>
                <a:lnTo>
                  <a:pt x="399" y="4382"/>
                </a:lnTo>
                <a:lnTo>
                  <a:pt x="20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FBEC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6" name="contour_07824"/>
          <p:cNvSpPr/>
          <p:nvPr/>
        </p:nvSpPr>
        <p:spPr>
          <a:xfrm>
            <a:off x="3967754" y="2141358"/>
            <a:ext cx="80168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629"/>
                </a:moveTo>
                <a:lnTo>
                  <a:pt x="17229" y="210"/>
                </a:lnTo>
                <a:lnTo>
                  <a:pt x="18295" y="0"/>
                </a:lnTo>
                <a:lnTo>
                  <a:pt x="19191" y="0"/>
                </a:lnTo>
                <a:lnTo>
                  <a:pt x="20198" y="210"/>
                </a:lnTo>
                <a:lnTo>
                  <a:pt x="21600" y="629"/>
                </a:lnTo>
                <a:lnTo>
                  <a:pt x="21368" y="2964"/>
                </a:lnTo>
                <a:lnTo>
                  <a:pt x="21123" y="5295"/>
                </a:lnTo>
                <a:lnTo>
                  <a:pt x="20864" y="7619"/>
                </a:lnTo>
                <a:lnTo>
                  <a:pt x="20657" y="9570"/>
                </a:lnTo>
                <a:lnTo>
                  <a:pt x="20449" y="11551"/>
                </a:lnTo>
                <a:lnTo>
                  <a:pt x="20045" y="13068"/>
                </a:lnTo>
                <a:lnTo>
                  <a:pt x="19636" y="14610"/>
                </a:lnTo>
                <a:lnTo>
                  <a:pt x="18338" y="14610"/>
                </a:lnTo>
                <a:lnTo>
                  <a:pt x="17033" y="14610"/>
                </a:lnTo>
                <a:lnTo>
                  <a:pt x="15709" y="14610"/>
                </a:lnTo>
                <a:lnTo>
                  <a:pt x="15709" y="16920"/>
                </a:lnTo>
                <a:lnTo>
                  <a:pt x="15709" y="19244"/>
                </a:lnTo>
                <a:lnTo>
                  <a:pt x="15709" y="21600"/>
                </a:lnTo>
                <a:lnTo>
                  <a:pt x="14413" y="21600"/>
                </a:lnTo>
                <a:lnTo>
                  <a:pt x="13117" y="21600"/>
                </a:lnTo>
                <a:lnTo>
                  <a:pt x="11819" y="21600"/>
                </a:lnTo>
                <a:lnTo>
                  <a:pt x="10519" y="21600"/>
                </a:lnTo>
                <a:lnTo>
                  <a:pt x="9217" y="21600"/>
                </a:lnTo>
                <a:lnTo>
                  <a:pt x="7913" y="21600"/>
                </a:lnTo>
                <a:lnTo>
                  <a:pt x="6606" y="21600"/>
                </a:lnTo>
                <a:lnTo>
                  <a:pt x="5294" y="21600"/>
                </a:lnTo>
                <a:lnTo>
                  <a:pt x="3978" y="21600"/>
                </a:lnTo>
                <a:lnTo>
                  <a:pt x="2659" y="21600"/>
                </a:lnTo>
                <a:lnTo>
                  <a:pt x="1331" y="21600"/>
                </a:lnTo>
                <a:lnTo>
                  <a:pt x="0" y="21600"/>
                </a:lnTo>
                <a:lnTo>
                  <a:pt x="389" y="19524"/>
                </a:lnTo>
                <a:lnTo>
                  <a:pt x="780" y="17441"/>
                </a:lnTo>
                <a:lnTo>
                  <a:pt x="1170" y="15351"/>
                </a:lnTo>
                <a:lnTo>
                  <a:pt x="1565" y="13243"/>
                </a:lnTo>
                <a:lnTo>
                  <a:pt x="1964" y="11115"/>
                </a:lnTo>
                <a:lnTo>
                  <a:pt x="2557" y="11289"/>
                </a:lnTo>
                <a:lnTo>
                  <a:pt x="3101" y="11454"/>
                </a:lnTo>
                <a:lnTo>
                  <a:pt x="3696" y="11628"/>
                </a:lnTo>
                <a:lnTo>
                  <a:pt x="4438" y="11849"/>
                </a:lnTo>
                <a:lnTo>
                  <a:pt x="5424" y="12142"/>
                </a:lnTo>
                <a:lnTo>
                  <a:pt x="6751" y="12534"/>
                </a:lnTo>
                <a:lnTo>
                  <a:pt x="8514" y="13058"/>
                </a:lnTo>
                <a:lnTo>
                  <a:pt x="10814" y="13739"/>
                </a:lnTo>
                <a:lnTo>
                  <a:pt x="13745" y="14610"/>
                </a:lnTo>
                <a:lnTo>
                  <a:pt x="13948" y="12299"/>
                </a:lnTo>
                <a:lnTo>
                  <a:pt x="14152" y="9975"/>
                </a:lnTo>
                <a:lnTo>
                  <a:pt x="14358" y="7619"/>
                </a:lnTo>
                <a:lnTo>
                  <a:pt x="14757" y="4778"/>
                </a:lnTo>
                <a:lnTo>
                  <a:pt x="15106" y="2964"/>
                </a:lnTo>
                <a:lnTo>
                  <a:pt x="15709" y="629"/>
                </a:lnTo>
                <a:close/>
              </a:path>
            </a:pathLst>
          </a:custGeom>
          <a:solidFill>
            <a:srgbClr val="AFA078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7" name="contour_07825"/>
          <p:cNvSpPr/>
          <p:nvPr/>
        </p:nvSpPr>
        <p:spPr>
          <a:xfrm>
            <a:off x="1336789" y="2149957"/>
            <a:ext cx="874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600" y="1190"/>
                </a:lnTo>
                <a:lnTo>
                  <a:pt x="21600" y="2400"/>
                </a:lnTo>
                <a:lnTo>
                  <a:pt x="20353" y="2638"/>
                </a:lnTo>
                <a:lnTo>
                  <a:pt x="19103" y="2875"/>
                </a:lnTo>
                <a:lnTo>
                  <a:pt x="17854" y="3113"/>
                </a:lnTo>
                <a:lnTo>
                  <a:pt x="16603" y="3353"/>
                </a:lnTo>
                <a:lnTo>
                  <a:pt x="15347" y="3590"/>
                </a:lnTo>
                <a:lnTo>
                  <a:pt x="14089" y="3830"/>
                </a:lnTo>
                <a:lnTo>
                  <a:pt x="12825" y="4070"/>
                </a:lnTo>
                <a:lnTo>
                  <a:pt x="11556" y="4313"/>
                </a:lnTo>
                <a:lnTo>
                  <a:pt x="10282" y="4555"/>
                </a:lnTo>
                <a:lnTo>
                  <a:pt x="9000" y="4800"/>
                </a:lnTo>
                <a:lnTo>
                  <a:pt x="9178" y="6463"/>
                </a:lnTo>
                <a:lnTo>
                  <a:pt x="9356" y="8129"/>
                </a:lnTo>
                <a:lnTo>
                  <a:pt x="9535" y="9794"/>
                </a:lnTo>
                <a:lnTo>
                  <a:pt x="9715" y="11462"/>
                </a:lnTo>
                <a:lnTo>
                  <a:pt x="9893" y="13138"/>
                </a:lnTo>
                <a:lnTo>
                  <a:pt x="10073" y="14815"/>
                </a:lnTo>
                <a:lnTo>
                  <a:pt x="10253" y="16500"/>
                </a:lnTo>
                <a:lnTo>
                  <a:pt x="10435" y="18192"/>
                </a:lnTo>
                <a:lnTo>
                  <a:pt x="10616" y="19891"/>
                </a:lnTo>
                <a:lnTo>
                  <a:pt x="10800" y="21600"/>
                </a:lnTo>
                <a:lnTo>
                  <a:pt x="8906" y="20098"/>
                </a:lnTo>
                <a:lnTo>
                  <a:pt x="7511" y="18962"/>
                </a:lnTo>
                <a:lnTo>
                  <a:pt x="6489" y="18070"/>
                </a:lnTo>
                <a:lnTo>
                  <a:pt x="5713" y="17292"/>
                </a:lnTo>
                <a:lnTo>
                  <a:pt x="5056" y="16507"/>
                </a:lnTo>
                <a:lnTo>
                  <a:pt x="4394" y="15583"/>
                </a:lnTo>
                <a:lnTo>
                  <a:pt x="3600" y="14400"/>
                </a:lnTo>
                <a:lnTo>
                  <a:pt x="3451" y="12780"/>
                </a:lnTo>
                <a:lnTo>
                  <a:pt x="3379" y="11225"/>
                </a:lnTo>
                <a:lnTo>
                  <a:pt x="3375" y="9703"/>
                </a:lnTo>
                <a:lnTo>
                  <a:pt x="3433" y="8182"/>
                </a:lnTo>
                <a:lnTo>
                  <a:pt x="3544" y="6626"/>
                </a:lnTo>
                <a:lnTo>
                  <a:pt x="3699" y="5006"/>
                </a:lnTo>
                <a:lnTo>
                  <a:pt x="3650" y="3713"/>
                </a:lnTo>
                <a:lnTo>
                  <a:pt x="3600" y="2400"/>
                </a:lnTo>
                <a:lnTo>
                  <a:pt x="2709" y="1805"/>
                </a:lnTo>
                <a:lnTo>
                  <a:pt x="1813" y="1210"/>
                </a:lnTo>
                <a:lnTo>
                  <a:pt x="913" y="607"/>
                </a:lnTo>
                <a:lnTo>
                  <a:pt x="0" y="0"/>
                </a:lnTo>
                <a:close/>
              </a:path>
            </a:pathLst>
          </a:custGeom>
          <a:solidFill>
            <a:srgbClr val="21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8" name="contour_07826"/>
          <p:cNvSpPr/>
          <p:nvPr/>
        </p:nvSpPr>
        <p:spPr>
          <a:xfrm>
            <a:off x="1284483" y="2098162"/>
            <a:ext cx="45018" cy="530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8"/>
                </a:moveTo>
                <a:lnTo>
                  <a:pt x="21226" y="2082"/>
                </a:lnTo>
                <a:lnTo>
                  <a:pt x="20845" y="3845"/>
                </a:lnTo>
                <a:lnTo>
                  <a:pt x="20457" y="5609"/>
                </a:lnTo>
                <a:lnTo>
                  <a:pt x="20068" y="7370"/>
                </a:lnTo>
                <a:lnTo>
                  <a:pt x="19642" y="9339"/>
                </a:lnTo>
                <a:lnTo>
                  <a:pt x="19208" y="11337"/>
                </a:lnTo>
                <a:lnTo>
                  <a:pt x="18565" y="13490"/>
                </a:lnTo>
                <a:lnTo>
                  <a:pt x="17876" y="15483"/>
                </a:lnTo>
                <a:lnTo>
                  <a:pt x="17047" y="17380"/>
                </a:lnTo>
                <a:lnTo>
                  <a:pt x="15988" y="19236"/>
                </a:lnTo>
                <a:lnTo>
                  <a:pt x="14606" y="21104"/>
                </a:lnTo>
                <a:lnTo>
                  <a:pt x="12071" y="21505"/>
                </a:lnTo>
                <a:lnTo>
                  <a:pt x="10200" y="21600"/>
                </a:lnTo>
                <a:lnTo>
                  <a:pt x="7396" y="21475"/>
                </a:lnTo>
                <a:lnTo>
                  <a:pt x="5158" y="21354"/>
                </a:lnTo>
                <a:lnTo>
                  <a:pt x="2902" y="21229"/>
                </a:lnTo>
                <a:lnTo>
                  <a:pt x="619" y="21104"/>
                </a:lnTo>
                <a:lnTo>
                  <a:pt x="304" y="17152"/>
                </a:lnTo>
                <a:lnTo>
                  <a:pt x="91" y="14028"/>
                </a:lnTo>
                <a:lnTo>
                  <a:pt x="0" y="11575"/>
                </a:lnTo>
                <a:lnTo>
                  <a:pt x="52" y="9642"/>
                </a:lnTo>
                <a:lnTo>
                  <a:pt x="273" y="8074"/>
                </a:lnTo>
                <a:lnTo>
                  <a:pt x="682" y="6714"/>
                </a:lnTo>
                <a:lnTo>
                  <a:pt x="1297" y="5413"/>
                </a:lnTo>
                <a:lnTo>
                  <a:pt x="2144" y="4015"/>
                </a:lnTo>
                <a:lnTo>
                  <a:pt x="3242" y="2361"/>
                </a:lnTo>
                <a:lnTo>
                  <a:pt x="5563" y="1402"/>
                </a:lnTo>
                <a:lnTo>
                  <a:pt x="7784" y="728"/>
                </a:lnTo>
                <a:lnTo>
                  <a:pt x="9949" y="297"/>
                </a:lnTo>
                <a:lnTo>
                  <a:pt x="12106" y="68"/>
                </a:lnTo>
                <a:lnTo>
                  <a:pt x="14302" y="0"/>
                </a:lnTo>
                <a:lnTo>
                  <a:pt x="16582" y="45"/>
                </a:lnTo>
                <a:lnTo>
                  <a:pt x="19002" y="166"/>
                </a:lnTo>
                <a:lnTo>
                  <a:pt x="21600" y="318"/>
                </a:lnTo>
                <a:close/>
              </a:path>
            </a:pathLst>
          </a:custGeom>
          <a:solidFill>
            <a:srgbClr val="E4C773"/>
          </a:solidFill>
          <a:ln>
            <a:noFill/>
          </a:ln>
        </p:spPr>
        <p:txBody>
          <a:bodyPr/>
          <a:lstStyle/>
          <a:p/>
        </p:txBody>
      </p:sp>
      <p:sp>
        <p:nvSpPr>
          <p:cNvPr id="7829" name="contour_07827"/>
          <p:cNvSpPr/>
          <p:nvPr/>
        </p:nvSpPr>
        <p:spPr>
          <a:xfrm>
            <a:off x="2237650" y="2062502"/>
            <a:ext cx="8301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15" y="0"/>
                </a:moveTo>
                <a:lnTo>
                  <a:pt x="14956" y="0"/>
                </a:lnTo>
                <a:lnTo>
                  <a:pt x="15911" y="0"/>
                </a:lnTo>
                <a:lnTo>
                  <a:pt x="15980" y="445"/>
                </a:lnTo>
                <a:lnTo>
                  <a:pt x="16192" y="1788"/>
                </a:lnTo>
                <a:lnTo>
                  <a:pt x="16334" y="2566"/>
                </a:lnTo>
                <a:lnTo>
                  <a:pt x="16478" y="3348"/>
                </a:lnTo>
                <a:lnTo>
                  <a:pt x="16622" y="4140"/>
                </a:lnTo>
                <a:lnTo>
                  <a:pt x="16755" y="4909"/>
                </a:lnTo>
                <a:lnTo>
                  <a:pt x="16888" y="5684"/>
                </a:lnTo>
                <a:lnTo>
                  <a:pt x="17022" y="6468"/>
                </a:lnTo>
                <a:lnTo>
                  <a:pt x="17495" y="7584"/>
                </a:lnTo>
                <a:lnTo>
                  <a:pt x="18041" y="8512"/>
                </a:lnTo>
                <a:lnTo>
                  <a:pt x="18691" y="9311"/>
                </a:lnTo>
                <a:lnTo>
                  <a:pt x="19482" y="10038"/>
                </a:lnTo>
                <a:lnTo>
                  <a:pt x="20440" y="10755"/>
                </a:lnTo>
                <a:lnTo>
                  <a:pt x="21600" y="11520"/>
                </a:lnTo>
                <a:lnTo>
                  <a:pt x="20259" y="11520"/>
                </a:lnTo>
                <a:lnTo>
                  <a:pt x="18917" y="11520"/>
                </a:lnTo>
                <a:lnTo>
                  <a:pt x="17571" y="11520"/>
                </a:lnTo>
                <a:lnTo>
                  <a:pt x="16218" y="11520"/>
                </a:lnTo>
                <a:lnTo>
                  <a:pt x="14861" y="11520"/>
                </a:lnTo>
                <a:lnTo>
                  <a:pt x="13495" y="11520"/>
                </a:lnTo>
                <a:lnTo>
                  <a:pt x="12119" y="11520"/>
                </a:lnTo>
                <a:lnTo>
                  <a:pt x="12119" y="12472"/>
                </a:lnTo>
                <a:lnTo>
                  <a:pt x="12119" y="13429"/>
                </a:lnTo>
                <a:lnTo>
                  <a:pt x="12119" y="14400"/>
                </a:lnTo>
                <a:lnTo>
                  <a:pt x="10778" y="14400"/>
                </a:lnTo>
                <a:lnTo>
                  <a:pt x="9436" y="14400"/>
                </a:lnTo>
                <a:lnTo>
                  <a:pt x="8089" y="14400"/>
                </a:lnTo>
                <a:lnTo>
                  <a:pt x="6737" y="14400"/>
                </a:lnTo>
                <a:lnTo>
                  <a:pt x="5380" y="14400"/>
                </a:lnTo>
                <a:lnTo>
                  <a:pt x="4014" y="14400"/>
                </a:lnTo>
                <a:lnTo>
                  <a:pt x="2638" y="14400"/>
                </a:lnTo>
                <a:lnTo>
                  <a:pt x="2638" y="15418"/>
                </a:lnTo>
                <a:lnTo>
                  <a:pt x="2638" y="16438"/>
                </a:lnTo>
                <a:lnTo>
                  <a:pt x="2638" y="17460"/>
                </a:lnTo>
                <a:lnTo>
                  <a:pt x="2638" y="18487"/>
                </a:lnTo>
                <a:lnTo>
                  <a:pt x="2638" y="19518"/>
                </a:lnTo>
                <a:lnTo>
                  <a:pt x="2638" y="20555"/>
                </a:lnTo>
                <a:lnTo>
                  <a:pt x="2638" y="21600"/>
                </a:lnTo>
                <a:lnTo>
                  <a:pt x="1697" y="21600"/>
                </a:lnTo>
                <a:lnTo>
                  <a:pt x="741" y="21600"/>
                </a:lnTo>
                <a:lnTo>
                  <a:pt x="626" y="20755"/>
                </a:lnTo>
                <a:lnTo>
                  <a:pt x="521" y="19909"/>
                </a:lnTo>
                <a:lnTo>
                  <a:pt x="429" y="19064"/>
                </a:lnTo>
                <a:lnTo>
                  <a:pt x="345" y="18216"/>
                </a:lnTo>
                <a:lnTo>
                  <a:pt x="267" y="17369"/>
                </a:lnTo>
                <a:lnTo>
                  <a:pt x="180" y="16583"/>
                </a:lnTo>
                <a:lnTo>
                  <a:pt x="91" y="15792"/>
                </a:lnTo>
                <a:lnTo>
                  <a:pt x="0" y="14990"/>
                </a:lnTo>
                <a:lnTo>
                  <a:pt x="245" y="14319"/>
                </a:lnTo>
                <a:lnTo>
                  <a:pt x="491" y="13644"/>
                </a:lnTo>
                <a:lnTo>
                  <a:pt x="741" y="12960"/>
                </a:lnTo>
                <a:lnTo>
                  <a:pt x="1879" y="12764"/>
                </a:lnTo>
                <a:lnTo>
                  <a:pt x="3019" y="12571"/>
                </a:lnTo>
                <a:lnTo>
                  <a:pt x="4160" y="12387"/>
                </a:lnTo>
                <a:lnTo>
                  <a:pt x="5304" y="12213"/>
                </a:lnTo>
                <a:lnTo>
                  <a:pt x="6451" y="12051"/>
                </a:lnTo>
                <a:lnTo>
                  <a:pt x="7812" y="11634"/>
                </a:lnTo>
                <a:lnTo>
                  <a:pt x="8590" y="11189"/>
                </a:lnTo>
                <a:lnTo>
                  <a:pt x="9453" y="10338"/>
                </a:lnTo>
                <a:lnTo>
                  <a:pt x="9929" y="9415"/>
                </a:lnTo>
                <a:lnTo>
                  <a:pt x="10369" y="8490"/>
                </a:lnTo>
                <a:lnTo>
                  <a:pt x="10778" y="7561"/>
                </a:lnTo>
                <a:lnTo>
                  <a:pt x="11161" y="6623"/>
                </a:lnTo>
                <a:lnTo>
                  <a:pt x="11527" y="5671"/>
                </a:lnTo>
                <a:lnTo>
                  <a:pt x="11920" y="4717"/>
                </a:lnTo>
                <a:lnTo>
                  <a:pt x="12320" y="3770"/>
                </a:lnTo>
                <a:lnTo>
                  <a:pt x="12729" y="2825"/>
                </a:lnTo>
                <a:lnTo>
                  <a:pt x="13148" y="1882"/>
                </a:lnTo>
                <a:lnTo>
                  <a:pt x="13577" y="942"/>
                </a:lnTo>
                <a:lnTo>
                  <a:pt x="14015" y="0"/>
                </a:lnTo>
                <a:close/>
              </a:path>
            </a:pathLst>
          </a:custGeom>
          <a:solidFill>
            <a:srgbClr val="5C564B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0" name="contour_07828"/>
          <p:cNvSpPr/>
          <p:nvPr/>
        </p:nvSpPr>
        <p:spPr>
          <a:xfrm>
            <a:off x="965102" y="2047926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319" y="4093"/>
                </a:lnTo>
                <a:lnTo>
                  <a:pt x="21086" y="7236"/>
                </a:lnTo>
                <a:lnTo>
                  <a:pt x="20880" y="9644"/>
                </a:lnTo>
                <a:lnTo>
                  <a:pt x="20666" y="11524"/>
                </a:lnTo>
                <a:lnTo>
                  <a:pt x="20419" y="13090"/>
                </a:lnTo>
                <a:lnTo>
                  <a:pt x="20112" y="14551"/>
                </a:lnTo>
                <a:lnTo>
                  <a:pt x="19716" y="16117"/>
                </a:lnTo>
                <a:lnTo>
                  <a:pt x="19200" y="18000"/>
                </a:lnTo>
                <a:lnTo>
                  <a:pt x="17609" y="19231"/>
                </a:lnTo>
                <a:lnTo>
                  <a:pt x="16104" y="20092"/>
                </a:lnTo>
                <a:lnTo>
                  <a:pt x="14621" y="20668"/>
                </a:lnTo>
                <a:lnTo>
                  <a:pt x="13087" y="21056"/>
                </a:lnTo>
                <a:lnTo>
                  <a:pt x="11438" y="21337"/>
                </a:lnTo>
                <a:lnTo>
                  <a:pt x="9600" y="21600"/>
                </a:lnTo>
                <a:lnTo>
                  <a:pt x="9799" y="19890"/>
                </a:lnTo>
                <a:lnTo>
                  <a:pt x="9998" y="18169"/>
                </a:lnTo>
                <a:lnTo>
                  <a:pt x="10200" y="16423"/>
                </a:lnTo>
                <a:lnTo>
                  <a:pt x="10001" y="14566"/>
                </a:lnTo>
                <a:lnTo>
                  <a:pt x="9802" y="12697"/>
                </a:lnTo>
                <a:lnTo>
                  <a:pt x="9600" y="10800"/>
                </a:lnTo>
                <a:lnTo>
                  <a:pt x="8112" y="10015"/>
                </a:lnTo>
                <a:lnTo>
                  <a:pt x="6646" y="9414"/>
                </a:lnTo>
                <a:lnTo>
                  <a:pt x="5174" y="8960"/>
                </a:lnTo>
                <a:lnTo>
                  <a:pt x="3667" y="8604"/>
                </a:lnTo>
                <a:lnTo>
                  <a:pt x="2100" y="8312"/>
                </a:lnTo>
                <a:lnTo>
                  <a:pt x="1058" y="7762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ECDDA8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1" name="contour_07829"/>
          <p:cNvSpPr/>
          <p:nvPr/>
        </p:nvSpPr>
        <p:spPr>
          <a:xfrm>
            <a:off x="4995361" y="2018774"/>
            <a:ext cx="124916" cy="643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24" y="0"/>
                </a:moveTo>
                <a:lnTo>
                  <a:pt x="21542" y="1709"/>
                </a:lnTo>
                <a:lnTo>
                  <a:pt x="21600" y="2944"/>
                </a:lnTo>
                <a:lnTo>
                  <a:pt x="21600" y="4058"/>
                </a:lnTo>
                <a:lnTo>
                  <a:pt x="21542" y="5406"/>
                </a:lnTo>
                <a:lnTo>
                  <a:pt x="21424" y="7334"/>
                </a:lnTo>
                <a:lnTo>
                  <a:pt x="20593" y="8354"/>
                </a:lnTo>
                <a:lnTo>
                  <a:pt x="19974" y="9056"/>
                </a:lnTo>
                <a:lnTo>
                  <a:pt x="19376" y="9613"/>
                </a:lnTo>
                <a:lnTo>
                  <a:pt x="18608" y="10202"/>
                </a:lnTo>
                <a:lnTo>
                  <a:pt x="17485" y="11002"/>
                </a:lnTo>
                <a:lnTo>
                  <a:pt x="16673" y="11598"/>
                </a:lnTo>
                <a:lnTo>
                  <a:pt x="15860" y="12195"/>
                </a:lnTo>
                <a:lnTo>
                  <a:pt x="15048" y="12796"/>
                </a:lnTo>
                <a:lnTo>
                  <a:pt x="14431" y="13248"/>
                </a:lnTo>
                <a:lnTo>
                  <a:pt x="13804" y="13708"/>
                </a:lnTo>
                <a:lnTo>
                  <a:pt x="13003" y="14380"/>
                </a:lnTo>
                <a:lnTo>
                  <a:pt x="12213" y="15099"/>
                </a:lnTo>
                <a:lnTo>
                  <a:pt x="11433" y="15860"/>
                </a:lnTo>
                <a:lnTo>
                  <a:pt x="10661" y="16654"/>
                </a:lnTo>
                <a:lnTo>
                  <a:pt x="9896" y="17476"/>
                </a:lnTo>
                <a:lnTo>
                  <a:pt x="9138" y="18319"/>
                </a:lnTo>
                <a:lnTo>
                  <a:pt x="8382" y="19175"/>
                </a:lnTo>
                <a:lnTo>
                  <a:pt x="7629" y="20035"/>
                </a:lnTo>
                <a:lnTo>
                  <a:pt x="6877" y="20896"/>
                </a:lnTo>
                <a:lnTo>
                  <a:pt x="5929" y="21363"/>
                </a:lnTo>
                <a:lnTo>
                  <a:pt x="5053" y="21588"/>
                </a:lnTo>
                <a:lnTo>
                  <a:pt x="4228" y="21600"/>
                </a:lnTo>
                <a:lnTo>
                  <a:pt x="3428" y="21429"/>
                </a:lnTo>
                <a:lnTo>
                  <a:pt x="2629" y="21111"/>
                </a:lnTo>
                <a:lnTo>
                  <a:pt x="1807" y="20671"/>
                </a:lnTo>
                <a:lnTo>
                  <a:pt x="939" y="20143"/>
                </a:lnTo>
                <a:lnTo>
                  <a:pt x="0" y="19559"/>
                </a:lnTo>
                <a:lnTo>
                  <a:pt x="659" y="18928"/>
                </a:lnTo>
                <a:lnTo>
                  <a:pt x="1328" y="18290"/>
                </a:lnTo>
                <a:lnTo>
                  <a:pt x="2078" y="17571"/>
                </a:lnTo>
                <a:lnTo>
                  <a:pt x="2828" y="16852"/>
                </a:lnTo>
                <a:lnTo>
                  <a:pt x="3578" y="16133"/>
                </a:lnTo>
                <a:lnTo>
                  <a:pt x="4328" y="15412"/>
                </a:lnTo>
                <a:lnTo>
                  <a:pt x="5076" y="14691"/>
                </a:lnTo>
                <a:lnTo>
                  <a:pt x="5826" y="13972"/>
                </a:lnTo>
                <a:lnTo>
                  <a:pt x="6576" y="13251"/>
                </a:lnTo>
                <a:lnTo>
                  <a:pt x="7324" y="12530"/>
                </a:lnTo>
                <a:lnTo>
                  <a:pt x="8015" y="11870"/>
                </a:lnTo>
                <a:lnTo>
                  <a:pt x="8711" y="11207"/>
                </a:lnTo>
                <a:lnTo>
                  <a:pt x="9415" y="10535"/>
                </a:lnTo>
                <a:lnTo>
                  <a:pt x="10843" y="9158"/>
                </a:lnTo>
                <a:lnTo>
                  <a:pt x="12021" y="8017"/>
                </a:lnTo>
                <a:lnTo>
                  <a:pt x="12986" y="7073"/>
                </a:lnTo>
                <a:lnTo>
                  <a:pt x="13775" y="6286"/>
                </a:lnTo>
                <a:lnTo>
                  <a:pt x="14423" y="5618"/>
                </a:lnTo>
                <a:lnTo>
                  <a:pt x="14965" y="5034"/>
                </a:lnTo>
                <a:lnTo>
                  <a:pt x="15438" y="4489"/>
                </a:lnTo>
                <a:lnTo>
                  <a:pt x="15876" y="3951"/>
                </a:lnTo>
                <a:lnTo>
                  <a:pt x="16316" y="3376"/>
                </a:lnTo>
                <a:lnTo>
                  <a:pt x="16792" y="2728"/>
                </a:lnTo>
                <a:lnTo>
                  <a:pt x="17343" y="1968"/>
                </a:lnTo>
                <a:lnTo>
                  <a:pt x="18124" y="1007"/>
                </a:lnTo>
                <a:lnTo>
                  <a:pt x="18728" y="425"/>
                </a:lnTo>
                <a:lnTo>
                  <a:pt x="19348" y="127"/>
                </a:lnTo>
                <a:lnTo>
                  <a:pt x="20181" y="15"/>
                </a:lnTo>
                <a:lnTo>
                  <a:pt x="21424" y="0"/>
                </a:lnTo>
                <a:close/>
              </a:path>
            </a:pathLst>
          </a:custGeom>
          <a:solidFill>
            <a:srgbClr val="B2E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2" name="contour_07830"/>
          <p:cNvSpPr/>
          <p:nvPr/>
        </p:nvSpPr>
        <p:spPr>
          <a:xfrm>
            <a:off x="8391565" y="2026062"/>
            <a:ext cx="131184" cy="64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2" y="121"/>
                </a:lnTo>
                <a:lnTo>
                  <a:pt x="695" y="235"/>
                </a:lnTo>
                <a:lnTo>
                  <a:pt x="1058" y="356"/>
                </a:lnTo>
                <a:lnTo>
                  <a:pt x="1512" y="509"/>
                </a:lnTo>
                <a:lnTo>
                  <a:pt x="2114" y="713"/>
                </a:lnTo>
                <a:lnTo>
                  <a:pt x="2926" y="984"/>
                </a:lnTo>
                <a:lnTo>
                  <a:pt x="4003" y="1348"/>
                </a:lnTo>
                <a:lnTo>
                  <a:pt x="5408" y="1820"/>
                </a:lnTo>
                <a:lnTo>
                  <a:pt x="7200" y="2424"/>
                </a:lnTo>
                <a:lnTo>
                  <a:pt x="7200" y="4026"/>
                </a:lnTo>
                <a:lnTo>
                  <a:pt x="7200" y="5638"/>
                </a:lnTo>
                <a:lnTo>
                  <a:pt x="7200" y="7271"/>
                </a:lnTo>
                <a:lnTo>
                  <a:pt x="7811" y="8025"/>
                </a:lnTo>
                <a:lnTo>
                  <a:pt x="8273" y="8512"/>
                </a:lnTo>
                <a:lnTo>
                  <a:pt x="8816" y="8948"/>
                </a:lnTo>
                <a:lnTo>
                  <a:pt x="9674" y="9545"/>
                </a:lnTo>
                <a:lnTo>
                  <a:pt x="10422" y="10092"/>
                </a:lnTo>
                <a:lnTo>
                  <a:pt x="11167" y="10650"/>
                </a:lnTo>
                <a:lnTo>
                  <a:pt x="11909" y="11214"/>
                </a:lnTo>
                <a:lnTo>
                  <a:pt x="12648" y="11789"/>
                </a:lnTo>
                <a:lnTo>
                  <a:pt x="13385" y="12373"/>
                </a:lnTo>
                <a:lnTo>
                  <a:pt x="14119" y="12964"/>
                </a:lnTo>
                <a:lnTo>
                  <a:pt x="14852" y="13565"/>
                </a:lnTo>
                <a:lnTo>
                  <a:pt x="15584" y="14174"/>
                </a:lnTo>
                <a:lnTo>
                  <a:pt x="16315" y="14794"/>
                </a:lnTo>
                <a:lnTo>
                  <a:pt x="17045" y="15422"/>
                </a:lnTo>
                <a:lnTo>
                  <a:pt x="17774" y="16057"/>
                </a:lnTo>
                <a:lnTo>
                  <a:pt x="18502" y="16690"/>
                </a:lnTo>
                <a:lnTo>
                  <a:pt x="19232" y="17325"/>
                </a:lnTo>
                <a:lnTo>
                  <a:pt x="19974" y="17969"/>
                </a:lnTo>
                <a:lnTo>
                  <a:pt x="20512" y="18437"/>
                </a:lnTo>
                <a:lnTo>
                  <a:pt x="21052" y="18912"/>
                </a:lnTo>
                <a:lnTo>
                  <a:pt x="21600" y="19390"/>
                </a:lnTo>
                <a:lnTo>
                  <a:pt x="20742" y="20105"/>
                </a:lnTo>
                <a:lnTo>
                  <a:pt x="19946" y="20701"/>
                </a:lnTo>
                <a:lnTo>
                  <a:pt x="19192" y="21161"/>
                </a:lnTo>
                <a:lnTo>
                  <a:pt x="18454" y="21467"/>
                </a:lnTo>
                <a:lnTo>
                  <a:pt x="17710" y="21600"/>
                </a:lnTo>
                <a:lnTo>
                  <a:pt x="16938" y="21542"/>
                </a:lnTo>
                <a:lnTo>
                  <a:pt x="16115" y="21275"/>
                </a:lnTo>
                <a:lnTo>
                  <a:pt x="15216" y="20781"/>
                </a:lnTo>
                <a:lnTo>
                  <a:pt x="14496" y="20059"/>
                </a:lnTo>
                <a:lnTo>
                  <a:pt x="13783" y="19317"/>
                </a:lnTo>
                <a:lnTo>
                  <a:pt x="13076" y="18558"/>
                </a:lnTo>
                <a:lnTo>
                  <a:pt x="12374" y="17785"/>
                </a:lnTo>
                <a:lnTo>
                  <a:pt x="11676" y="16995"/>
                </a:lnTo>
                <a:lnTo>
                  <a:pt x="10981" y="16190"/>
                </a:lnTo>
                <a:lnTo>
                  <a:pt x="10290" y="15374"/>
                </a:lnTo>
                <a:lnTo>
                  <a:pt x="9600" y="14542"/>
                </a:lnTo>
                <a:lnTo>
                  <a:pt x="9286" y="14169"/>
                </a:lnTo>
                <a:lnTo>
                  <a:pt x="8338" y="13037"/>
                </a:lnTo>
                <a:lnTo>
                  <a:pt x="7670" y="12235"/>
                </a:lnTo>
                <a:lnTo>
                  <a:pt x="7006" y="11430"/>
                </a:lnTo>
                <a:lnTo>
                  <a:pt x="6341" y="10621"/>
                </a:lnTo>
                <a:lnTo>
                  <a:pt x="5676" y="9809"/>
                </a:lnTo>
                <a:lnTo>
                  <a:pt x="5012" y="8997"/>
                </a:lnTo>
                <a:lnTo>
                  <a:pt x="4350" y="8180"/>
                </a:lnTo>
                <a:lnTo>
                  <a:pt x="3704" y="7385"/>
                </a:lnTo>
                <a:lnTo>
                  <a:pt x="3048" y="6578"/>
                </a:lnTo>
                <a:lnTo>
                  <a:pt x="2429" y="5778"/>
                </a:lnTo>
                <a:lnTo>
                  <a:pt x="1816" y="4959"/>
                </a:lnTo>
                <a:lnTo>
                  <a:pt x="1207" y="4123"/>
                </a:lnTo>
                <a:lnTo>
                  <a:pt x="602" y="3277"/>
                </a:lnTo>
                <a:lnTo>
                  <a:pt x="0" y="2424"/>
                </a:lnTo>
                <a:lnTo>
                  <a:pt x="0" y="1222"/>
                </a:lnTo>
                <a:lnTo>
                  <a:pt x="0" y="0"/>
                </a:lnTo>
                <a:close/>
              </a:path>
            </a:pathLst>
          </a:custGeom>
          <a:solidFill>
            <a:srgbClr val="E2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3" name="contour_07831"/>
          <p:cNvSpPr/>
          <p:nvPr/>
        </p:nvSpPr>
        <p:spPr>
          <a:xfrm>
            <a:off x="3982330" y="2026062"/>
            <a:ext cx="12389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0"/>
                </a:moveTo>
                <a:lnTo>
                  <a:pt x="13602" y="155"/>
                </a:lnTo>
                <a:lnTo>
                  <a:pt x="14475" y="403"/>
                </a:lnTo>
                <a:lnTo>
                  <a:pt x="15326" y="752"/>
                </a:lnTo>
                <a:lnTo>
                  <a:pt x="16156" y="1224"/>
                </a:lnTo>
                <a:lnTo>
                  <a:pt x="16965" y="1829"/>
                </a:lnTo>
                <a:lnTo>
                  <a:pt x="17754" y="2585"/>
                </a:lnTo>
                <a:lnTo>
                  <a:pt x="18524" y="3506"/>
                </a:lnTo>
                <a:lnTo>
                  <a:pt x="19276" y="4612"/>
                </a:lnTo>
                <a:lnTo>
                  <a:pt x="20009" y="5911"/>
                </a:lnTo>
                <a:lnTo>
                  <a:pt x="20726" y="7423"/>
                </a:lnTo>
                <a:lnTo>
                  <a:pt x="21159" y="9101"/>
                </a:lnTo>
                <a:lnTo>
                  <a:pt x="21600" y="10800"/>
                </a:lnTo>
                <a:lnTo>
                  <a:pt x="20933" y="10609"/>
                </a:lnTo>
                <a:lnTo>
                  <a:pt x="20254" y="10422"/>
                </a:lnTo>
                <a:lnTo>
                  <a:pt x="19399" y="10289"/>
                </a:lnTo>
                <a:lnTo>
                  <a:pt x="18566" y="10206"/>
                </a:lnTo>
                <a:lnTo>
                  <a:pt x="17744" y="10192"/>
                </a:lnTo>
                <a:lnTo>
                  <a:pt x="16923" y="10271"/>
                </a:lnTo>
                <a:lnTo>
                  <a:pt x="16093" y="10465"/>
                </a:lnTo>
                <a:lnTo>
                  <a:pt x="15247" y="10800"/>
                </a:lnTo>
                <a:lnTo>
                  <a:pt x="14741" y="13478"/>
                </a:lnTo>
                <a:lnTo>
                  <a:pt x="14422" y="15379"/>
                </a:lnTo>
                <a:lnTo>
                  <a:pt x="14229" y="17021"/>
                </a:lnTo>
                <a:lnTo>
                  <a:pt x="14101" y="18922"/>
                </a:lnTo>
                <a:lnTo>
                  <a:pt x="13976" y="21600"/>
                </a:lnTo>
                <a:lnTo>
                  <a:pt x="13752" y="19861"/>
                </a:lnTo>
                <a:lnTo>
                  <a:pt x="13523" y="18094"/>
                </a:lnTo>
                <a:lnTo>
                  <a:pt x="13030" y="15941"/>
                </a:lnTo>
                <a:lnTo>
                  <a:pt x="12645" y="14717"/>
                </a:lnTo>
                <a:lnTo>
                  <a:pt x="12166" y="13972"/>
                </a:lnTo>
                <a:lnTo>
                  <a:pt x="11396" y="13252"/>
                </a:lnTo>
                <a:lnTo>
                  <a:pt x="10604" y="13082"/>
                </a:lnTo>
                <a:lnTo>
                  <a:pt x="9803" y="12910"/>
                </a:lnTo>
                <a:lnTo>
                  <a:pt x="8946" y="12701"/>
                </a:lnTo>
                <a:lnTo>
                  <a:pt x="8077" y="12488"/>
                </a:lnTo>
                <a:lnTo>
                  <a:pt x="7629" y="12402"/>
                </a:lnTo>
                <a:lnTo>
                  <a:pt x="6274" y="12150"/>
                </a:lnTo>
                <a:lnTo>
                  <a:pt x="5673" y="12010"/>
                </a:lnTo>
                <a:lnTo>
                  <a:pt x="5068" y="11869"/>
                </a:lnTo>
                <a:lnTo>
                  <a:pt x="4455" y="11729"/>
                </a:lnTo>
                <a:lnTo>
                  <a:pt x="3564" y="11527"/>
                </a:lnTo>
                <a:lnTo>
                  <a:pt x="2673" y="11336"/>
                </a:lnTo>
                <a:lnTo>
                  <a:pt x="1783" y="11149"/>
                </a:lnTo>
                <a:lnTo>
                  <a:pt x="891" y="10973"/>
                </a:lnTo>
                <a:lnTo>
                  <a:pt x="0" y="10800"/>
                </a:lnTo>
                <a:lnTo>
                  <a:pt x="0" y="9014"/>
                </a:lnTo>
                <a:lnTo>
                  <a:pt x="0" y="7200"/>
                </a:lnTo>
                <a:lnTo>
                  <a:pt x="361" y="7103"/>
                </a:lnTo>
                <a:lnTo>
                  <a:pt x="999" y="6930"/>
                </a:lnTo>
                <a:lnTo>
                  <a:pt x="2457" y="6538"/>
                </a:lnTo>
                <a:lnTo>
                  <a:pt x="3253" y="6311"/>
                </a:lnTo>
                <a:lnTo>
                  <a:pt x="4048" y="6080"/>
                </a:lnTo>
                <a:lnTo>
                  <a:pt x="4843" y="5854"/>
                </a:lnTo>
                <a:lnTo>
                  <a:pt x="5639" y="5623"/>
                </a:lnTo>
                <a:lnTo>
                  <a:pt x="6442" y="5411"/>
                </a:lnTo>
                <a:lnTo>
                  <a:pt x="7259" y="5195"/>
                </a:lnTo>
                <a:lnTo>
                  <a:pt x="8029" y="4968"/>
                </a:lnTo>
                <a:lnTo>
                  <a:pt x="8810" y="4738"/>
                </a:lnTo>
                <a:lnTo>
                  <a:pt x="9166" y="4640"/>
                </a:lnTo>
                <a:lnTo>
                  <a:pt x="10241" y="4338"/>
                </a:lnTo>
                <a:lnTo>
                  <a:pt x="10951" y="3856"/>
                </a:lnTo>
                <a:lnTo>
                  <a:pt x="11445" y="3244"/>
                </a:lnTo>
                <a:lnTo>
                  <a:pt x="11952" y="2092"/>
                </a:lnTo>
                <a:lnTo>
                  <a:pt x="12706" y="0"/>
                </a:lnTo>
                <a:close/>
              </a:path>
            </a:pathLst>
          </a:custGeom>
          <a:solidFill>
            <a:srgbClr val="A9A89E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4" name="contour_07832"/>
          <p:cNvSpPr/>
          <p:nvPr/>
        </p:nvSpPr>
        <p:spPr>
          <a:xfrm>
            <a:off x="2233212" y="1996254"/>
            <a:ext cx="52000" cy="80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09" y="175"/>
                </a:moveTo>
                <a:lnTo>
                  <a:pt x="14452" y="58"/>
                </a:lnTo>
                <a:lnTo>
                  <a:pt x="16096" y="0"/>
                </a:lnTo>
                <a:lnTo>
                  <a:pt x="17477" y="0"/>
                </a:lnTo>
                <a:lnTo>
                  <a:pt x="19030" y="58"/>
                </a:lnTo>
                <a:lnTo>
                  <a:pt x="21191" y="175"/>
                </a:lnTo>
                <a:lnTo>
                  <a:pt x="21464" y="1449"/>
                </a:lnTo>
                <a:lnTo>
                  <a:pt x="21600" y="2390"/>
                </a:lnTo>
                <a:lnTo>
                  <a:pt x="21600" y="3278"/>
                </a:lnTo>
                <a:lnTo>
                  <a:pt x="21464" y="4394"/>
                </a:lnTo>
                <a:lnTo>
                  <a:pt x="21191" y="6018"/>
                </a:lnTo>
                <a:lnTo>
                  <a:pt x="19808" y="7109"/>
                </a:lnTo>
                <a:lnTo>
                  <a:pt x="18379" y="8122"/>
                </a:lnTo>
                <a:lnTo>
                  <a:pt x="16899" y="9078"/>
                </a:lnTo>
                <a:lnTo>
                  <a:pt x="15367" y="10003"/>
                </a:lnTo>
                <a:lnTo>
                  <a:pt x="13771" y="10925"/>
                </a:lnTo>
                <a:lnTo>
                  <a:pt x="12109" y="11861"/>
                </a:lnTo>
                <a:lnTo>
                  <a:pt x="13908" y="12247"/>
                </a:lnTo>
                <a:lnTo>
                  <a:pt x="15712" y="12635"/>
                </a:lnTo>
                <a:lnTo>
                  <a:pt x="17522" y="13022"/>
                </a:lnTo>
                <a:lnTo>
                  <a:pt x="19348" y="13414"/>
                </a:lnTo>
                <a:lnTo>
                  <a:pt x="21191" y="13809"/>
                </a:lnTo>
                <a:lnTo>
                  <a:pt x="20692" y="15095"/>
                </a:lnTo>
                <a:lnTo>
                  <a:pt x="20192" y="16382"/>
                </a:lnTo>
                <a:lnTo>
                  <a:pt x="19690" y="17675"/>
                </a:lnTo>
                <a:lnTo>
                  <a:pt x="19184" y="18974"/>
                </a:lnTo>
                <a:lnTo>
                  <a:pt x="18676" y="20281"/>
                </a:lnTo>
                <a:lnTo>
                  <a:pt x="18164" y="21600"/>
                </a:lnTo>
                <a:lnTo>
                  <a:pt x="16641" y="20692"/>
                </a:lnTo>
                <a:lnTo>
                  <a:pt x="15125" y="19783"/>
                </a:lnTo>
                <a:lnTo>
                  <a:pt x="13614" y="18867"/>
                </a:lnTo>
                <a:lnTo>
                  <a:pt x="12109" y="17948"/>
                </a:lnTo>
                <a:lnTo>
                  <a:pt x="10983" y="17270"/>
                </a:lnTo>
                <a:lnTo>
                  <a:pt x="9851" y="16587"/>
                </a:lnTo>
                <a:lnTo>
                  <a:pt x="8704" y="15893"/>
                </a:lnTo>
                <a:lnTo>
                  <a:pt x="7411" y="14845"/>
                </a:lnTo>
                <a:lnTo>
                  <a:pt x="6627" y="14010"/>
                </a:lnTo>
                <a:lnTo>
                  <a:pt x="6224" y="13100"/>
                </a:lnTo>
                <a:lnTo>
                  <a:pt x="6076" y="11832"/>
                </a:lnTo>
                <a:lnTo>
                  <a:pt x="6055" y="9914"/>
                </a:lnTo>
                <a:lnTo>
                  <a:pt x="4054" y="9914"/>
                </a:lnTo>
                <a:lnTo>
                  <a:pt x="2040" y="9914"/>
                </a:lnTo>
                <a:lnTo>
                  <a:pt x="0" y="9914"/>
                </a:lnTo>
                <a:lnTo>
                  <a:pt x="0" y="8626"/>
                </a:lnTo>
                <a:lnTo>
                  <a:pt x="0" y="7331"/>
                </a:lnTo>
                <a:lnTo>
                  <a:pt x="0" y="6018"/>
                </a:lnTo>
                <a:lnTo>
                  <a:pt x="1810" y="5617"/>
                </a:lnTo>
                <a:lnTo>
                  <a:pt x="3624" y="5222"/>
                </a:lnTo>
                <a:lnTo>
                  <a:pt x="5440" y="4832"/>
                </a:lnTo>
                <a:lnTo>
                  <a:pt x="7260" y="4449"/>
                </a:lnTo>
                <a:lnTo>
                  <a:pt x="9082" y="4071"/>
                </a:lnTo>
                <a:lnTo>
                  <a:pt x="9833" y="3044"/>
                </a:lnTo>
                <a:lnTo>
                  <a:pt x="10596" y="2002"/>
                </a:lnTo>
                <a:lnTo>
                  <a:pt x="11346" y="1095"/>
                </a:lnTo>
                <a:lnTo>
                  <a:pt x="12109" y="175"/>
                </a:lnTo>
                <a:close/>
              </a:path>
            </a:pathLst>
          </a:custGeom>
          <a:solidFill>
            <a:srgbClr val="3C352D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5" name="contour_07833"/>
          <p:cNvSpPr/>
          <p:nvPr/>
        </p:nvSpPr>
        <p:spPr>
          <a:xfrm>
            <a:off x="5505520" y="194589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0"/>
                </a:lnTo>
                <a:lnTo>
                  <a:pt x="8694" y="0"/>
                </a:lnTo>
                <a:lnTo>
                  <a:pt x="11250" y="0"/>
                </a:lnTo>
                <a:lnTo>
                  <a:pt x="13817" y="0"/>
                </a:lnTo>
                <a:lnTo>
                  <a:pt x="16394" y="0"/>
                </a:lnTo>
                <a:lnTo>
                  <a:pt x="18986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96" y="19224"/>
                </a:lnTo>
                <a:lnTo>
                  <a:pt x="792" y="16844"/>
                </a:lnTo>
                <a:lnTo>
                  <a:pt x="1188" y="14465"/>
                </a:lnTo>
                <a:lnTo>
                  <a:pt x="1588" y="12078"/>
                </a:lnTo>
                <a:lnTo>
                  <a:pt x="1987" y="9684"/>
                </a:lnTo>
                <a:lnTo>
                  <a:pt x="2387" y="7279"/>
                </a:lnTo>
                <a:lnTo>
                  <a:pt x="2790" y="4867"/>
                </a:lnTo>
                <a:lnTo>
                  <a:pt x="3193" y="2441"/>
                </a:lnTo>
                <a:lnTo>
                  <a:pt x="3600" y="0"/>
                </a:lnTo>
                <a:close/>
              </a:path>
            </a:pathLst>
          </a:custGeom>
          <a:solidFill>
            <a:srgbClr val="CFC3E2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6" name="contour_07834"/>
          <p:cNvSpPr/>
          <p:nvPr/>
        </p:nvSpPr>
        <p:spPr>
          <a:xfrm>
            <a:off x="4642192" y="1902341"/>
            <a:ext cx="41214" cy="581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91" y="580"/>
                </a:moveTo>
                <a:lnTo>
                  <a:pt x="19404" y="1842"/>
                </a:lnTo>
                <a:lnTo>
                  <a:pt x="20511" y="2938"/>
                </a:lnTo>
                <a:lnTo>
                  <a:pt x="21111" y="4474"/>
                </a:lnTo>
                <a:lnTo>
                  <a:pt x="21600" y="7055"/>
                </a:lnTo>
                <a:lnTo>
                  <a:pt x="21558" y="7826"/>
                </a:lnTo>
                <a:lnTo>
                  <a:pt x="21489" y="9183"/>
                </a:lnTo>
                <a:lnTo>
                  <a:pt x="21329" y="12289"/>
                </a:lnTo>
                <a:lnTo>
                  <a:pt x="21260" y="14028"/>
                </a:lnTo>
                <a:lnTo>
                  <a:pt x="21191" y="15778"/>
                </a:lnTo>
                <a:lnTo>
                  <a:pt x="21123" y="17549"/>
                </a:lnTo>
                <a:lnTo>
                  <a:pt x="21081" y="18144"/>
                </a:lnTo>
                <a:lnTo>
                  <a:pt x="21012" y="19195"/>
                </a:lnTo>
                <a:lnTo>
                  <a:pt x="20851" y="21600"/>
                </a:lnTo>
                <a:lnTo>
                  <a:pt x="18319" y="21516"/>
                </a:lnTo>
                <a:lnTo>
                  <a:pt x="15851" y="21397"/>
                </a:lnTo>
                <a:lnTo>
                  <a:pt x="13437" y="21224"/>
                </a:lnTo>
                <a:lnTo>
                  <a:pt x="11065" y="20977"/>
                </a:lnTo>
                <a:lnTo>
                  <a:pt x="8720" y="20639"/>
                </a:lnTo>
                <a:lnTo>
                  <a:pt x="6394" y="20192"/>
                </a:lnTo>
                <a:lnTo>
                  <a:pt x="4076" y="19615"/>
                </a:lnTo>
                <a:lnTo>
                  <a:pt x="1753" y="18892"/>
                </a:lnTo>
                <a:lnTo>
                  <a:pt x="814" y="16901"/>
                </a:lnTo>
                <a:lnTo>
                  <a:pt x="241" y="14979"/>
                </a:lnTo>
                <a:lnTo>
                  <a:pt x="0" y="13091"/>
                </a:lnTo>
                <a:lnTo>
                  <a:pt x="61" y="11214"/>
                </a:lnTo>
                <a:lnTo>
                  <a:pt x="393" y="9316"/>
                </a:lnTo>
                <a:lnTo>
                  <a:pt x="966" y="7372"/>
                </a:lnTo>
                <a:lnTo>
                  <a:pt x="1753" y="5351"/>
                </a:lnTo>
                <a:lnTo>
                  <a:pt x="4855" y="3171"/>
                </a:lnTo>
                <a:lnTo>
                  <a:pt x="7211" y="1628"/>
                </a:lnTo>
                <a:lnTo>
                  <a:pt x="9098" y="642"/>
                </a:lnTo>
                <a:lnTo>
                  <a:pt x="10787" y="127"/>
                </a:lnTo>
                <a:lnTo>
                  <a:pt x="12547" y="0"/>
                </a:lnTo>
                <a:lnTo>
                  <a:pt x="14656" y="179"/>
                </a:lnTo>
                <a:lnTo>
                  <a:pt x="17391" y="580"/>
                </a:lnTo>
                <a:close/>
              </a:path>
            </a:pathLst>
          </a:custGeom>
          <a:solidFill>
            <a:srgbClr val="ACCCE3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7" name="contour_07835"/>
          <p:cNvSpPr/>
          <p:nvPr/>
        </p:nvSpPr>
        <p:spPr>
          <a:xfrm>
            <a:off x="1810509" y="1902166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19643" y="4014"/>
                </a:lnTo>
                <a:lnTo>
                  <a:pt x="17977" y="7423"/>
                </a:lnTo>
                <a:lnTo>
                  <a:pt x="16567" y="10278"/>
                </a:lnTo>
                <a:lnTo>
                  <a:pt x="15379" y="12647"/>
                </a:lnTo>
                <a:lnTo>
                  <a:pt x="14378" y="14580"/>
                </a:lnTo>
                <a:lnTo>
                  <a:pt x="13532" y="16142"/>
                </a:lnTo>
                <a:lnTo>
                  <a:pt x="12803" y="17392"/>
                </a:lnTo>
                <a:lnTo>
                  <a:pt x="12159" y="18385"/>
                </a:lnTo>
                <a:lnTo>
                  <a:pt x="11565" y="19184"/>
                </a:lnTo>
                <a:lnTo>
                  <a:pt x="10987" y="19843"/>
                </a:lnTo>
                <a:lnTo>
                  <a:pt x="10390" y="20430"/>
                </a:lnTo>
                <a:lnTo>
                  <a:pt x="9738" y="20995"/>
                </a:lnTo>
                <a:lnTo>
                  <a:pt x="9000" y="21600"/>
                </a:lnTo>
                <a:lnTo>
                  <a:pt x="8851" y="19890"/>
                </a:lnTo>
                <a:lnTo>
                  <a:pt x="8701" y="18169"/>
                </a:lnTo>
                <a:lnTo>
                  <a:pt x="8550" y="16423"/>
                </a:lnTo>
                <a:lnTo>
                  <a:pt x="7742" y="13151"/>
                </a:lnTo>
                <a:lnTo>
                  <a:pt x="7153" y="11344"/>
                </a:lnTo>
                <a:lnTo>
                  <a:pt x="6494" y="10354"/>
                </a:lnTo>
                <a:lnTo>
                  <a:pt x="5477" y="9533"/>
                </a:lnTo>
                <a:lnTo>
                  <a:pt x="4489" y="9158"/>
                </a:lnTo>
                <a:lnTo>
                  <a:pt x="3488" y="8777"/>
                </a:lnTo>
                <a:lnTo>
                  <a:pt x="2975" y="8543"/>
                </a:lnTo>
                <a:lnTo>
                  <a:pt x="2070" y="8136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8" name="contour_07836"/>
          <p:cNvSpPr/>
          <p:nvPr/>
        </p:nvSpPr>
        <p:spPr>
          <a:xfrm>
            <a:off x="10767450" y="1894040"/>
            <a:ext cx="94744" cy="454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399"/>
                </a:moveTo>
                <a:lnTo>
                  <a:pt x="14043" y="2433"/>
                </a:lnTo>
                <a:lnTo>
                  <a:pt x="14592" y="3962"/>
                </a:lnTo>
                <a:lnTo>
                  <a:pt x="15030" y="5272"/>
                </a:lnTo>
                <a:lnTo>
                  <a:pt x="15454" y="6658"/>
                </a:lnTo>
                <a:lnTo>
                  <a:pt x="15951" y="8402"/>
                </a:lnTo>
                <a:lnTo>
                  <a:pt x="16615" y="10797"/>
                </a:lnTo>
                <a:lnTo>
                  <a:pt x="17433" y="11992"/>
                </a:lnTo>
                <a:lnTo>
                  <a:pt x="18255" y="13174"/>
                </a:lnTo>
                <a:lnTo>
                  <a:pt x="19083" y="14339"/>
                </a:lnTo>
                <a:lnTo>
                  <a:pt x="19917" y="15486"/>
                </a:lnTo>
                <a:lnTo>
                  <a:pt x="20756" y="16616"/>
                </a:lnTo>
                <a:lnTo>
                  <a:pt x="21600" y="17728"/>
                </a:lnTo>
                <a:lnTo>
                  <a:pt x="19295" y="18696"/>
                </a:lnTo>
                <a:lnTo>
                  <a:pt x="17310" y="19517"/>
                </a:lnTo>
                <a:lnTo>
                  <a:pt x="15610" y="20196"/>
                </a:lnTo>
                <a:lnTo>
                  <a:pt x="14163" y="20740"/>
                </a:lnTo>
                <a:lnTo>
                  <a:pt x="12932" y="21146"/>
                </a:lnTo>
                <a:lnTo>
                  <a:pt x="11883" y="21423"/>
                </a:lnTo>
                <a:lnTo>
                  <a:pt x="10984" y="21572"/>
                </a:lnTo>
                <a:lnTo>
                  <a:pt x="10200" y="21600"/>
                </a:lnTo>
                <a:lnTo>
                  <a:pt x="9497" y="21506"/>
                </a:lnTo>
                <a:lnTo>
                  <a:pt x="8843" y="21295"/>
                </a:lnTo>
                <a:lnTo>
                  <a:pt x="8198" y="20969"/>
                </a:lnTo>
                <a:lnTo>
                  <a:pt x="7533" y="20536"/>
                </a:lnTo>
                <a:lnTo>
                  <a:pt x="6814" y="19995"/>
                </a:lnTo>
                <a:lnTo>
                  <a:pt x="6003" y="19354"/>
                </a:lnTo>
                <a:lnTo>
                  <a:pt x="5089" y="17874"/>
                </a:lnTo>
                <a:lnTo>
                  <a:pt x="4257" y="16387"/>
                </a:lnTo>
                <a:lnTo>
                  <a:pt x="3498" y="14873"/>
                </a:lnTo>
                <a:lnTo>
                  <a:pt x="2803" y="13302"/>
                </a:lnTo>
                <a:lnTo>
                  <a:pt x="2163" y="11660"/>
                </a:lnTo>
                <a:lnTo>
                  <a:pt x="1572" y="9916"/>
                </a:lnTo>
                <a:lnTo>
                  <a:pt x="1019" y="8051"/>
                </a:lnTo>
                <a:lnTo>
                  <a:pt x="498" y="6041"/>
                </a:lnTo>
                <a:lnTo>
                  <a:pt x="0" y="3865"/>
                </a:lnTo>
                <a:lnTo>
                  <a:pt x="1132" y="3199"/>
                </a:lnTo>
                <a:lnTo>
                  <a:pt x="2243" y="2572"/>
                </a:lnTo>
                <a:lnTo>
                  <a:pt x="3338" y="1989"/>
                </a:lnTo>
                <a:lnTo>
                  <a:pt x="4423" y="1463"/>
                </a:lnTo>
                <a:lnTo>
                  <a:pt x="5501" y="1002"/>
                </a:lnTo>
                <a:lnTo>
                  <a:pt x="6578" y="613"/>
                </a:lnTo>
                <a:lnTo>
                  <a:pt x="7660" y="312"/>
                </a:lnTo>
                <a:lnTo>
                  <a:pt x="8750" y="104"/>
                </a:lnTo>
                <a:lnTo>
                  <a:pt x="9853" y="0"/>
                </a:lnTo>
                <a:lnTo>
                  <a:pt x="10974" y="7"/>
                </a:lnTo>
                <a:lnTo>
                  <a:pt x="12119" y="139"/>
                </a:lnTo>
                <a:lnTo>
                  <a:pt x="13292" y="399"/>
                </a:lnTo>
                <a:close/>
              </a:path>
            </a:pathLst>
          </a:custGeom>
          <a:solidFill>
            <a:srgbClr val="F3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39" name="contour_07837"/>
          <p:cNvSpPr/>
          <p:nvPr/>
        </p:nvSpPr>
        <p:spPr>
          <a:xfrm>
            <a:off x="8537245" y="1880302"/>
            <a:ext cx="65672" cy="531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9" y="0"/>
                </a:moveTo>
                <a:lnTo>
                  <a:pt x="15833" y="587"/>
                </a:lnTo>
                <a:lnTo>
                  <a:pt x="17261" y="1176"/>
                </a:lnTo>
                <a:lnTo>
                  <a:pt x="18695" y="1766"/>
                </a:lnTo>
                <a:lnTo>
                  <a:pt x="20140" y="2361"/>
                </a:lnTo>
                <a:lnTo>
                  <a:pt x="21600" y="2963"/>
                </a:lnTo>
                <a:lnTo>
                  <a:pt x="21336" y="4919"/>
                </a:lnTo>
                <a:lnTo>
                  <a:pt x="21073" y="6877"/>
                </a:lnTo>
                <a:lnTo>
                  <a:pt x="20809" y="8836"/>
                </a:lnTo>
                <a:lnTo>
                  <a:pt x="20543" y="10800"/>
                </a:lnTo>
                <a:lnTo>
                  <a:pt x="20277" y="12770"/>
                </a:lnTo>
                <a:lnTo>
                  <a:pt x="20011" y="14750"/>
                </a:lnTo>
                <a:lnTo>
                  <a:pt x="19742" y="16735"/>
                </a:lnTo>
                <a:lnTo>
                  <a:pt x="19474" y="18732"/>
                </a:lnTo>
                <a:lnTo>
                  <a:pt x="19203" y="20741"/>
                </a:lnTo>
                <a:lnTo>
                  <a:pt x="17494" y="20981"/>
                </a:lnTo>
                <a:lnTo>
                  <a:pt x="15804" y="21197"/>
                </a:lnTo>
                <a:lnTo>
                  <a:pt x="14126" y="21378"/>
                </a:lnTo>
                <a:lnTo>
                  <a:pt x="12458" y="21514"/>
                </a:lnTo>
                <a:lnTo>
                  <a:pt x="10796" y="21591"/>
                </a:lnTo>
                <a:lnTo>
                  <a:pt x="9133" y="21600"/>
                </a:lnTo>
                <a:lnTo>
                  <a:pt x="7469" y="21532"/>
                </a:lnTo>
                <a:lnTo>
                  <a:pt x="5799" y="21372"/>
                </a:lnTo>
                <a:lnTo>
                  <a:pt x="4118" y="21111"/>
                </a:lnTo>
                <a:lnTo>
                  <a:pt x="2423" y="20741"/>
                </a:lnTo>
                <a:lnTo>
                  <a:pt x="1630" y="18960"/>
                </a:lnTo>
                <a:lnTo>
                  <a:pt x="1026" y="17188"/>
                </a:lnTo>
                <a:lnTo>
                  <a:pt x="587" y="15413"/>
                </a:lnTo>
                <a:lnTo>
                  <a:pt x="288" y="13618"/>
                </a:lnTo>
                <a:lnTo>
                  <a:pt x="105" y="11787"/>
                </a:lnTo>
                <a:lnTo>
                  <a:pt x="17" y="9905"/>
                </a:lnTo>
                <a:lnTo>
                  <a:pt x="0" y="7956"/>
                </a:lnTo>
                <a:lnTo>
                  <a:pt x="26" y="5926"/>
                </a:lnTo>
                <a:lnTo>
                  <a:pt x="1611" y="5926"/>
                </a:lnTo>
                <a:lnTo>
                  <a:pt x="3205" y="5926"/>
                </a:lnTo>
                <a:lnTo>
                  <a:pt x="4821" y="5926"/>
                </a:lnTo>
                <a:lnTo>
                  <a:pt x="4821" y="7686"/>
                </a:lnTo>
                <a:lnTo>
                  <a:pt x="4821" y="9452"/>
                </a:lnTo>
                <a:lnTo>
                  <a:pt x="4821" y="11224"/>
                </a:lnTo>
                <a:lnTo>
                  <a:pt x="4821" y="13010"/>
                </a:lnTo>
                <a:lnTo>
                  <a:pt x="4821" y="14815"/>
                </a:lnTo>
                <a:lnTo>
                  <a:pt x="6403" y="14815"/>
                </a:lnTo>
                <a:lnTo>
                  <a:pt x="7987" y="14815"/>
                </a:lnTo>
                <a:lnTo>
                  <a:pt x="9579" y="14815"/>
                </a:lnTo>
                <a:lnTo>
                  <a:pt x="11178" y="14815"/>
                </a:lnTo>
                <a:lnTo>
                  <a:pt x="12786" y="14815"/>
                </a:lnTo>
                <a:lnTo>
                  <a:pt x="14409" y="14815"/>
                </a:lnTo>
                <a:lnTo>
                  <a:pt x="14409" y="12720"/>
                </a:lnTo>
                <a:lnTo>
                  <a:pt x="14409" y="10622"/>
                </a:lnTo>
                <a:lnTo>
                  <a:pt x="14409" y="8519"/>
                </a:lnTo>
                <a:lnTo>
                  <a:pt x="14409" y="6406"/>
                </a:lnTo>
                <a:lnTo>
                  <a:pt x="14409" y="4284"/>
                </a:lnTo>
                <a:lnTo>
                  <a:pt x="14409" y="2151"/>
                </a:lnTo>
                <a:lnTo>
                  <a:pt x="14409" y="0"/>
                </a:lnTo>
                <a:close/>
              </a:path>
            </a:pathLst>
          </a:custGeom>
          <a:solidFill>
            <a:srgbClr val="7F806B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0" name="contour_07838"/>
          <p:cNvSpPr/>
          <p:nvPr/>
        </p:nvSpPr>
        <p:spPr>
          <a:xfrm>
            <a:off x="10956938" y="1843862"/>
            <a:ext cx="58304" cy="60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7" y="0"/>
                </a:lnTo>
                <a:lnTo>
                  <a:pt x="5359" y="0"/>
                </a:lnTo>
                <a:lnTo>
                  <a:pt x="7160" y="0"/>
                </a:lnTo>
                <a:lnTo>
                  <a:pt x="8972" y="0"/>
                </a:lnTo>
                <a:lnTo>
                  <a:pt x="10800" y="0"/>
                </a:lnTo>
                <a:lnTo>
                  <a:pt x="10800" y="1721"/>
                </a:lnTo>
                <a:lnTo>
                  <a:pt x="10800" y="3445"/>
                </a:lnTo>
                <a:lnTo>
                  <a:pt x="10800" y="5177"/>
                </a:lnTo>
                <a:lnTo>
                  <a:pt x="10800" y="6917"/>
                </a:lnTo>
                <a:lnTo>
                  <a:pt x="10800" y="8667"/>
                </a:lnTo>
                <a:lnTo>
                  <a:pt x="10800" y="10432"/>
                </a:lnTo>
                <a:lnTo>
                  <a:pt x="12582" y="10432"/>
                </a:lnTo>
                <a:lnTo>
                  <a:pt x="14367" y="10432"/>
                </a:lnTo>
                <a:lnTo>
                  <a:pt x="16159" y="10432"/>
                </a:lnTo>
                <a:lnTo>
                  <a:pt x="17960" y="10432"/>
                </a:lnTo>
                <a:lnTo>
                  <a:pt x="19772" y="10432"/>
                </a:lnTo>
                <a:lnTo>
                  <a:pt x="21600" y="10432"/>
                </a:lnTo>
                <a:lnTo>
                  <a:pt x="21600" y="12154"/>
                </a:lnTo>
                <a:lnTo>
                  <a:pt x="21600" y="13878"/>
                </a:lnTo>
                <a:lnTo>
                  <a:pt x="21600" y="15609"/>
                </a:lnTo>
                <a:lnTo>
                  <a:pt x="21600" y="17349"/>
                </a:lnTo>
                <a:lnTo>
                  <a:pt x="21600" y="19099"/>
                </a:lnTo>
                <a:lnTo>
                  <a:pt x="21600" y="20865"/>
                </a:lnTo>
                <a:lnTo>
                  <a:pt x="19613" y="21172"/>
                </a:lnTo>
                <a:lnTo>
                  <a:pt x="17677" y="21410"/>
                </a:lnTo>
                <a:lnTo>
                  <a:pt x="15776" y="21558"/>
                </a:lnTo>
                <a:lnTo>
                  <a:pt x="13889" y="21600"/>
                </a:lnTo>
                <a:lnTo>
                  <a:pt x="11993" y="21511"/>
                </a:lnTo>
                <a:lnTo>
                  <a:pt x="10071" y="21271"/>
                </a:lnTo>
                <a:lnTo>
                  <a:pt x="8100" y="20865"/>
                </a:lnTo>
                <a:lnTo>
                  <a:pt x="7047" y="19354"/>
                </a:lnTo>
                <a:lnTo>
                  <a:pt x="6151" y="17816"/>
                </a:lnTo>
                <a:lnTo>
                  <a:pt x="5389" y="16240"/>
                </a:lnTo>
                <a:lnTo>
                  <a:pt x="4733" y="14631"/>
                </a:lnTo>
                <a:lnTo>
                  <a:pt x="4161" y="12988"/>
                </a:lnTo>
                <a:lnTo>
                  <a:pt x="3648" y="11306"/>
                </a:lnTo>
                <a:lnTo>
                  <a:pt x="3170" y="9585"/>
                </a:lnTo>
                <a:lnTo>
                  <a:pt x="2700" y="7824"/>
                </a:lnTo>
                <a:lnTo>
                  <a:pt x="2144" y="6262"/>
                </a:lnTo>
                <a:lnTo>
                  <a:pt x="1582" y="4692"/>
                </a:lnTo>
                <a:lnTo>
                  <a:pt x="1012" y="3098"/>
                </a:lnTo>
                <a:lnTo>
                  <a:pt x="510" y="1562"/>
                </a:lnTo>
                <a:lnTo>
                  <a:pt x="0" y="0"/>
                </a:lnTo>
                <a:close/>
              </a:path>
            </a:pathLst>
          </a:custGeom>
          <a:solidFill>
            <a:srgbClr val="747672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1" name="contour_07839"/>
          <p:cNvSpPr/>
          <p:nvPr/>
        </p:nvSpPr>
        <p:spPr>
          <a:xfrm>
            <a:off x="899510" y="1814710"/>
            <a:ext cx="6738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81" y="0"/>
                </a:moveTo>
                <a:lnTo>
                  <a:pt x="13185" y="521"/>
                </a:lnTo>
                <a:lnTo>
                  <a:pt x="14617" y="1083"/>
                </a:lnTo>
                <a:lnTo>
                  <a:pt x="15989" y="1706"/>
                </a:lnTo>
                <a:lnTo>
                  <a:pt x="17304" y="2422"/>
                </a:lnTo>
                <a:lnTo>
                  <a:pt x="18577" y="3259"/>
                </a:lnTo>
                <a:lnTo>
                  <a:pt x="19815" y="4242"/>
                </a:lnTo>
                <a:lnTo>
                  <a:pt x="21025" y="5400"/>
                </a:lnTo>
                <a:lnTo>
                  <a:pt x="21394" y="7295"/>
                </a:lnTo>
                <a:lnTo>
                  <a:pt x="21581" y="9021"/>
                </a:lnTo>
                <a:lnTo>
                  <a:pt x="21600" y="10657"/>
                </a:lnTo>
                <a:lnTo>
                  <a:pt x="21462" y="12290"/>
                </a:lnTo>
                <a:lnTo>
                  <a:pt x="21184" y="14013"/>
                </a:lnTo>
                <a:lnTo>
                  <a:pt x="20780" y="15906"/>
                </a:lnTo>
                <a:lnTo>
                  <a:pt x="19488" y="17523"/>
                </a:lnTo>
                <a:lnTo>
                  <a:pt x="18192" y="18689"/>
                </a:lnTo>
                <a:lnTo>
                  <a:pt x="16834" y="19505"/>
                </a:lnTo>
                <a:lnTo>
                  <a:pt x="15358" y="20061"/>
                </a:lnTo>
                <a:lnTo>
                  <a:pt x="13706" y="20463"/>
                </a:lnTo>
                <a:lnTo>
                  <a:pt x="11821" y="20803"/>
                </a:lnTo>
                <a:lnTo>
                  <a:pt x="10342" y="20957"/>
                </a:lnTo>
                <a:lnTo>
                  <a:pt x="8866" y="21095"/>
                </a:lnTo>
                <a:lnTo>
                  <a:pt x="7392" y="21217"/>
                </a:lnTo>
                <a:lnTo>
                  <a:pt x="5917" y="21322"/>
                </a:lnTo>
                <a:lnTo>
                  <a:pt x="4441" y="21411"/>
                </a:lnTo>
                <a:lnTo>
                  <a:pt x="2965" y="21489"/>
                </a:lnTo>
                <a:lnTo>
                  <a:pt x="1483" y="21551"/>
                </a:lnTo>
                <a:lnTo>
                  <a:pt x="0" y="21600"/>
                </a:lnTo>
                <a:lnTo>
                  <a:pt x="0" y="19815"/>
                </a:lnTo>
                <a:lnTo>
                  <a:pt x="0" y="18020"/>
                </a:lnTo>
                <a:lnTo>
                  <a:pt x="0" y="16200"/>
                </a:lnTo>
                <a:lnTo>
                  <a:pt x="1495" y="15922"/>
                </a:lnTo>
                <a:lnTo>
                  <a:pt x="3002" y="15641"/>
                </a:lnTo>
                <a:lnTo>
                  <a:pt x="4527" y="15358"/>
                </a:lnTo>
                <a:lnTo>
                  <a:pt x="6055" y="15017"/>
                </a:lnTo>
                <a:lnTo>
                  <a:pt x="7067" y="14712"/>
                </a:lnTo>
                <a:lnTo>
                  <a:pt x="8011" y="14264"/>
                </a:lnTo>
                <a:lnTo>
                  <a:pt x="9345" y="13500"/>
                </a:lnTo>
                <a:lnTo>
                  <a:pt x="9889" y="11850"/>
                </a:lnTo>
                <a:lnTo>
                  <a:pt x="10337" y="10198"/>
                </a:lnTo>
                <a:lnTo>
                  <a:pt x="10702" y="8543"/>
                </a:lnTo>
                <a:lnTo>
                  <a:pt x="10994" y="6874"/>
                </a:lnTo>
                <a:lnTo>
                  <a:pt x="11228" y="5192"/>
                </a:lnTo>
                <a:lnTo>
                  <a:pt x="11412" y="3488"/>
                </a:lnTo>
                <a:lnTo>
                  <a:pt x="11559" y="1760"/>
                </a:lnTo>
                <a:lnTo>
                  <a:pt x="11681" y="0"/>
                </a:lnTo>
                <a:close/>
              </a:path>
            </a:pathLst>
          </a:custGeom>
          <a:solidFill>
            <a:srgbClr val="B1AFA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2" name="contour_07840"/>
          <p:cNvSpPr/>
          <p:nvPr/>
        </p:nvSpPr>
        <p:spPr>
          <a:xfrm>
            <a:off x="10679994" y="1834285"/>
            <a:ext cx="109320" cy="31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1572"/>
                </a:moveTo>
                <a:lnTo>
                  <a:pt x="2444" y="741"/>
                </a:lnTo>
                <a:lnTo>
                  <a:pt x="3182" y="250"/>
                </a:lnTo>
                <a:lnTo>
                  <a:pt x="3874" y="25"/>
                </a:lnTo>
                <a:lnTo>
                  <a:pt x="4736" y="0"/>
                </a:lnTo>
                <a:lnTo>
                  <a:pt x="5990" y="105"/>
                </a:lnTo>
                <a:lnTo>
                  <a:pt x="6394" y="125"/>
                </a:lnTo>
                <a:lnTo>
                  <a:pt x="7104" y="165"/>
                </a:lnTo>
                <a:lnTo>
                  <a:pt x="8732" y="250"/>
                </a:lnTo>
                <a:lnTo>
                  <a:pt x="9683" y="376"/>
                </a:lnTo>
                <a:lnTo>
                  <a:pt x="10640" y="506"/>
                </a:lnTo>
                <a:lnTo>
                  <a:pt x="11609" y="631"/>
                </a:lnTo>
                <a:lnTo>
                  <a:pt x="12574" y="706"/>
                </a:lnTo>
                <a:lnTo>
                  <a:pt x="13539" y="776"/>
                </a:lnTo>
                <a:lnTo>
                  <a:pt x="14504" y="841"/>
                </a:lnTo>
                <a:lnTo>
                  <a:pt x="15517" y="921"/>
                </a:lnTo>
                <a:lnTo>
                  <a:pt x="16533" y="1006"/>
                </a:lnTo>
                <a:lnTo>
                  <a:pt x="17545" y="1107"/>
                </a:lnTo>
                <a:lnTo>
                  <a:pt x="18559" y="1212"/>
                </a:lnTo>
                <a:lnTo>
                  <a:pt x="19572" y="1322"/>
                </a:lnTo>
                <a:lnTo>
                  <a:pt x="20586" y="1442"/>
                </a:lnTo>
                <a:lnTo>
                  <a:pt x="21600" y="1572"/>
                </a:lnTo>
                <a:lnTo>
                  <a:pt x="21600" y="4882"/>
                </a:lnTo>
                <a:lnTo>
                  <a:pt x="21600" y="8211"/>
                </a:lnTo>
                <a:lnTo>
                  <a:pt x="21600" y="11586"/>
                </a:lnTo>
                <a:lnTo>
                  <a:pt x="20580" y="11411"/>
                </a:lnTo>
                <a:lnTo>
                  <a:pt x="19547" y="11236"/>
                </a:lnTo>
                <a:lnTo>
                  <a:pt x="18367" y="11135"/>
                </a:lnTo>
                <a:lnTo>
                  <a:pt x="17270" y="11090"/>
                </a:lnTo>
                <a:lnTo>
                  <a:pt x="16245" y="11130"/>
                </a:lnTo>
                <a:lnTo>
                  <a:pt x="15278" y="11276"/>
                </a:lnTo>
                <a:lnTo>
                  <a:pt x="14358" y="11561"/>
                </a:lnTo>
                <a:lnTo>
                  <a:pt x="13473" y="12002"/>
                </a:lnTo>
                <a:lnTo>
                  <a:pt x="12609" y="12623"/>
                </a:lnTo>
                <a:lnTo>
                  <a:pt x="11755" y="13454"/>
                </a:lnTo>
                <a:lnTo>
                  <a:pt x="10899" y="14520"/>
                </a:lnTo>
                <a:lnTo>
                  <a:pt x="10027" y="15842"/>
                </a:lnTo>
                <a:lnTo>
                  <a:pt x="9128" y="17444"/>
                </a:lnTo>
                <a:lnTo>
                  <a:pt x="8191" y="19357"/>
                </a:lnTo>
                <a:lnTo>
                  <a:pt x="7200" y="21600"/>
                </a:lnTo>
                <a:lnTo>
                  <a:pt x="6274" y="21310"/>
                </a:lnTo>
                <a:lnTo>
                  <a:pt x="5361" y="20904"/>
                </a:lnTo>
                <a:lnTo>
                  <a:pt x="4458" y="20393"/>
                </a:lnTo>
                <a:lnTo>
                  <a:pt x="3564" y="19782"/>
                </a:lnTo>
                <a:lnTo>
                  <a:pt x="2673" y="19087"/>
                </a:lnTo>
                <a:lnTo>
                  <a:pt x="1784" y="18315"/>
                </a:lnTo>
                <a:lnTo>
                  <a:pt x="894" y="17484"/>
                </a:lnTo>
                <a:lnTo>
                  <a:pt x="0" y="16593"/>
                </a:lnTo>
                <a:lnTo>
                  <a:pt x="220" y="12913"/>
                </a:lnTo>
                <a:lnTo>
                  <a:pt x="405" y="10289"/>
                </a:lnTo>
                <a:lnTo>
                  <a:pt x="624" y="8006"/>
                </a:lnTo>
                <a:lnTo>
                  <a:pt x="946" y="5342"/>
                </a:lnTo>
                <a:lnTo>
                  <a:pt x="1440" y="1572"/>
                </a:lnTo>
                <a:close/>
              </a:path>
            </a:pathLst>
          </a:custGeom>
          <a:solidFill>
            <a:srgbClr val="545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3" name="contour_07841"/>
          <p:cNvSpPr/>
          <p:nvPr/>
        </p:nvSpPr>
        <p:spPr>
          <a:xfrm>
            <a:off x="4716282" y="1800134"/>
            <a:ext cx="104167" cy="589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3" y="0"/>
                </a:moveTo>
                <a:lnTo>
                  <a:pt x="1192" y="0"/>
                </a:lnTo>
                <a:lnTo>
                  <a:pt x="1954" y="0"/>
                </a:lnTo>
                <a:lnTo>
                  <a:pt x="1954" y="1886"/>
                </a:lnTo>
                <a:lnTo>
                  <a:pt x="1954" y="3776"/>
                </a:lnTo>
                <a:lnTo>
                  <a:pt x="1954" y="5670"/>
                </a:lnTo>
                <a:lnTo>
                  <a:pt x="1954" y="7573"/>
                </a:lnTo>
                <a:lnTo>
                  <a:pt x="1954" y="9483"/>
                </a:lnTo>
                <a:lnTo>
                  <a:pt x="1954" y="11404"/>
                </a:lnTo>
                <a:lnTo>
                  <a:pt x="1954" y="13342"/>
                </a:lnTo>
                <a:lnTo>
                  <a:pt x="3012" y="13382"/>
                </a:lnTo>
                <a:lnTo>
                  <a:pt x="4065" y="13419"/>
                </a:lnTo>
                <a:lnTo>
                  <a:pt x="5114" y="13448"/>
                </a:lnTo>
                <a:lnTo>
                  <a:pt x="6158" y="13467"/>
                </a:lnTo>
                <a:lnTo>
                  <a:pt x="7198" y="13475"/>
                </a:lnTo>
                <a:lnTo>
                  <a:pt x="8235" y="13467"/>
                </a:lnTo>
                <a:lnTo>
                  <a:pt x="9268" y="13440"/>
                </a:lnTo>
                <a:lnTo>
                  <a:pt x="10299" y="13392"/>
                </a:lnTo>
                <a:lnTo>
                  <a:pt x="11327" y="13320"/>
                </a:lnTo>
                <a:lnTo>
                  <a:pt x="12354" y="13221"/>
                </a:lnTo>
                <a:lnTo>
                  <a:pt x="13380" y="13093"/>
                </a:lnTo>
                <a:lnTo>
                  <a:pt x="14405" y="12933"/>
                </a:lnTo>
                <a:lnTo>
                  <a:pt x="15430" y="12739"/>
                </a:lnTo>
                <a:lnTo>
                  <a:pt x="16456" y="12506"/>
                </a:lnTo>
                <a:lnTo>
                  <a:pt x="17482" y="12232"/>
                </a:lnTo>
                <a:lnTo>
                  <a:pt x="18508" y="11914"/>
                </a:lnTo>
                <a:lnTo>
                  <a:pt x="19537" y="11551"/>
                </a:lnTo>
                <a:lnTo>
                  <a:pt x="20566" y="11138"/>
                </a:lnTo>
                <a:lnTo>
                  <a:pt x="21600" y="10673"/>
                </a:lnTo>
                <a:lnTo>
                  <a:pt x="21600" y="12258"/>
                </a:lnTo>
                <a:lnTo>
                  <a:pt x="21600" y="13849"/>
                </a:lnTo>
                <a:lnTo>
                  <a:pt x="21600" y="15444"/>
                </a:lnTo>
                <a:lnTo>
                  <a:pt x="21600" y="17053"/>
                </a:lnTo>
                <a:lnTo>
                  <a:pt x="21600" y="18678"/>
                </a:lnTo>
                <a:lnTo>
                  <a:pt x="20598" y="18902"/>
                </a:lnTo>
                <a:lnTo>
                  <a:pt x="19595" y="19121"/>
                </a:lnTo>
                <a:lnTo>
                  <a:pt x="18591" y="19335"/>
                </a:lnTo>
                <a:lnTo>
                  <a:pt x="17588" y="19543"/>
                </a:lnTo>
                <a:lnTo>
                  <a:pt x="16584" y="19748"/>
                </a:lnTo>
                <a:lnTo>
                  <a:pt x="15581" y="19948"/>
                </a:lnTo>
                <a:lnTo>
                  <a:pt x="14576" y="20148"/>
                </a:lnTo>
                <a:lnTo>
                  <a:pt x="13572" y="20346"/>
                </a:lnTo>
                <a:lnTo>
                  <a:pt x="12815" y="20517"/>
                </a:lnTo>
                <a:lnTo>
                  <a:pt x="12055" y="20690"/>
                </a:lnTo>
                <a:lnTo>
                  <a:pt x="11284" y="20866"/>
                </a:lnTo>
                <a:lnTo>
                  <a:pt x="9401" y="21213"/>
                </a:lnTo>
                <a:lnTo>
                  <a:pt x="7911" y="21461"/>
                </a:lnTo>
                <a:lnTo>
                  <a:pt x="6739" y="21595"/>
                </a:lnTo>
                <a:lnTo>
                  <a:pt x="5811" y="21600"/>
                </a:lnTo>
                <a:lnTo>
                  <a:pt x="5049" y="21467"/>
                </a:lnTo>
                <a:lnTo>
                  <a:pt x="4381" y="21178"/>
                </a:lnTo>
                <a:lnTo>
                  <a:pt x="3733" y="20725"/>
                </a:lnTo>
                <a:lnTo>
                  <a:pt x="3027" y="20090"/>
                </a:lnTo>
                <a:lnTo>
                  <a:pt x="2190" y="19263"/>
                </a:lnTo>
                <a:lnTo>
                  <a:pt x="1334" y="17643"/>
                </a:lnTo>
                <a:lnTo>
                  <a:pt x="792" y="16455"/>
                </a:lnTo>
                <a:lnTo>
                  <a:pt x="459" y="15348"/>
                </a:lnTo>
                <a:lnTo>
                  <a:pt x="230" y="13977"/>
                </a:lnTo>
                <a:lnTo>
                  <a:pt x="0" y="11986"/>
                </a:lnTo>
                <a:lnTo>
                  <a:pt x="53" y="10561"/>
                </a:lnTo>
                <a:lnTo>
                  <a:pt x="106" y="9126"/>
                </a:lnTo>
                <a:lnTo>
                  <a:pt x="159" y="7671"/>
                </a:lnTo>
                <a:lnTo>
                  <a:pt x="201" y="6231"/>
                </a:lnTo>
                <a:lnTo>
                  <a:pt x="242" y="4782"/>
                </a:lnTo>
                <a:lnTo>
                  <a:pt x="284" y="3314"/>
                </a:lnTo>
                <a:lnTo>
                  <a:pt x="363" y="1668"/>
                </a:lnTo>
                <a:lnTo>
                  <a:pt x="443" y="0"/>
                </a:lnTo>
                <a:close/>
              </a:path>
            </a:pathLst>
          </a:custGeom>
          <a:solidFill>
            <a:srgbClr val="83B0D0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4" name="contour_07842"/>
          <p:cNvSpPr/>
          <p:nvPr/>
        </p:nvSpPr>
        <p:spPr>
          <a:xfrm>
            <a:off x="1107954" y="1830241"/>
            <a:ext cx="75788" cy="57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85"/>
                </a:moveTo>
                <a:lnTo>
                  <a:pt x="21600" y="4200"/>
                </a:lnTo>
                <a:lnTo>
                  <a:pt x="21600" y="6025"/>
                </a:lnTo>
                <a:lnTo>
                  <a:pt x="21600" y="7875"/>
                </a:lnTo>
                <a:lnTo>
                  <a:pt x="20229" y="7875"/>
                </a:lnTo>
                <a:lnTo>
                  <a:pt x="18856" y="7875"/>
                </a:lnTo>
                <a:lnTo>
                  <a:pt x="17483" y="7875"/>
                </a:lnTo>
                <a:lnTo>
                  <a:pt x="16106" y="7875"/>
                </a:lnTo>
                <a:lnTo>
                  <a:pt x="14725" y="7875"/>
                </a:lnTo>
                <a:lnTo>
                  <a:pt x="13337" y="7875"/>
                </a:lnTo>
                <a:lnTo>
                  <a:pt x="11946" y="7875"/>
                </a:lnTo>
                <a:lnTo>
                  <a:pt x="10546" y="7875"/>
                </a:lnTo>
                <a:lnTo>
                  <a:pt x="9137" y="7875"/>
                </a:lnTo>
                <a:lnTo>
                  <a:pt x="9137" y="9816"/>
                </a:lnTo>
                <a:lnTo>
                  <a:pt x="9137" y="11759"/>
                </a:lnTo>
                <a:lnTo>
                  <a:pt x="9137" y="13708"/>
                </a:lnTo>
                <a:lnTo>
                  <a:pt x="9137" y="15665"/>
                </a:lnTo>
                <a:lnTo>
                  <a:pt x="9137" y="17631"/>
                </a:lnTo>
                <a:lnTo>
                  <a:pt x="9137" y="19607"/>
                </a:lnTo>
                <a:lnTo>
                  <a:pt x="9137" y="21600"/>
                </a:lnTo>
                <a:lnTo>
                  <a:pt x="7766" y="21600"/>
                </a:lnTo>
                <a:lnTo>
                  <a:pt x="6393" y="21600"/>
                </a:lnTo>
                <a:lnTo>
                  <a:pt x="5014" y="21600"/>
                </a:lnTo>
                <a:lnTo>
                  <a:pt x="3629" y="21600"/>
                </a:lnTo>
                <a:lnTo>
                  <a:pt x="2235" y="21600"/>
                </a:lnTo>
                <a:lnTo>
                  <a:pt x="829" y="21600"/>
                </a:lnTo>
                <a:lnTo>
                  <a:pt x="467" y="19533"/>
                </a:lnTo>
                <a:lnTo>
                  <a:pt x="197" y="17562"/>
                </a:lnTo>
                <a:lnTo>
                  <a:pt x="35" y="15652"/>
                </a:lnTo>
                <a:lnTo>
                  <a:pt x="0" y="13766"/>
                </a:lnTo>
                <a:lnTo>
                  <a:pt x="108" y="11864"/>
                </a:lnTo>
                <a:lnTo>
                  <a:pt x="378" y="9915"/>
                </a:lnTo>
                <a:lnTo>
                  <a:pt x="829" y="7875"/>
                </a:lnTo>
                <a:lnTo>
                  <a:pt x="1984" y="6816"/>
                </a:lnTo>
                <a:lnTo>
                  <a:pt x="3085" y="5869"/>
                </a:lnTo>
                <a:lnTo>
                  <a:pt x="4171" y="5010"/>
                </a:lnTo>
                <a:lnTo>
                  <a:pt x="5280" y="4216"/>
                </a:lnTo>
                <a:lnTo>
                  <a:pt x="6445" y="3464"/>
                </a:lnTo>
                <a:lnTo>
                  <a:pt x="7708" y="2728"/>
                </a:lnTo>
                <a:lnTo>
                  <a:pt x="8672" y="2185"/>
                </a:lnTo>
                <a:lnTo>
                  <a:pt x="9648" y="1630"/>
                </a:lnTo>
                <a:lnTo>
                  <a:pt x="11125" y="966"/>
                </a:lnTo>
                <a:lnTo>
                  <a:pt x="12508" y="467"/>
                </a:lnTo>
                <a:lnTo>
                  <a:pt x="13827" y="140"/>
                </a:lnTo>
                <a:lnTo>
                  <a:pt x="15101" y="0"/>
                </a:lnTo>
                <a:lnTo>
                  <a:pt x="16351" y="52"/>
                </a:lnTo>
                <a:lnTo>
                  <a:pt x="17604" y="307"/>
                </a:lnTo>
                <a:lnTo>
                  <a:pt x="18881" y="774"/>
                </a:lnTo>
                <a:lnTo>
                  <a:pt x="20206" y="1463"/>
                </a:lnTo>
                <a:lnTo>
                  <a:pt x="21600" y="2385"/>
                </a:lnTo>
                <a:close/>
              </a:path>
            </a:pathLst>
          </a:custGeom>
          <a:solidFill>
            <a:srgbClr val="545553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5" name="contour_07843"/>
          <p:cNvSpPr/>
          <p:nvPr/>
        </p:nvSpPr>
        <p:spPr>
          <a:xfrm>
            <a:off x="818314" y="1770982"/>
            <a:ext cx="5348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17" y="0"/>
                </a:moveTo>
                <a:lnTo>
                  <a:pt x="21341" y="2497"/>
                </a:lnTo>
                <a:lnTo>
                  <a:pt x="21535" y="4253"/>
                </a:lnTo>
                <a:lnTo>
                  <a:pt x="21600" y="5504"/>
                </a:lnTo>
                <a:lnTo>
                  <a:pt x="21535" y="6493"/>
                </a:lnTo>
                <a:lnTo>
                  <a:pt x="21341" y="7458"/>
                </a:lnTo>
                <a:lnTo>
                  <a:pt x="21017" y="8640"/>
                </a:lnTo>
                <a:lnTo>
                  <a:pt x="18828" y="9435"/>
                </a:lnTo>
                <a:lnTo>
                  <a:pt x="17274" y="9945"/>
                </a:lnTo>
                <a:lnTo>
                  <a:pt x="15931" y="10273"/>
                </a:lnTo>
                <a:lnTo>
                  <a:pt x="14377" y="10524"/>
                </a:lnTo>
                <a:lnTo>
                  <a:pt x="12188" y="10800"/>
                </a:lnTo>
                <a:lnTo>
                  <a:pt x="12553" y="12137"/>
                </a:lnTo>
                <a:lnTo>
                  <a:pt x="12918" y="13474"/>
                </a:lnTo>
                <a:lnTo>
                  <a:pt x="13283" y="14815"/>
                </a:lnTo>
                <a:lnTo>
                  <a:pt x="13648" y="16159"/>
                </a:lnTo>
                <a:lnTo>
                  <a:pt x="14015" y="17509"/>
                </a:lnTo>
                <a:lnTo>
                  <a:pt x="14386" y="18865"/>
                </a:lnTo>
                <a:lnTo>
                  <a:pt x="14757" y="20228"/>
                </a:lnTo>
                <a:lnTo>
                  <a:pt x="15131" y="21600"/>
                </a:lnTo>
                <a:lnTo>
                  <a:pt x="11823" y="21358"/>
                </a:lnTo>
                <a:lnTo>
                  <a:pt x="9489" y="21151"/>
                </a:lnTo>
                <a:lnTo>
                  <a:pt x="7802" y="20913"/>
                </a:lnTo>
                <a:lnTo>
                  <a:pt x="6434" y="20589"/>
                </a:lnTo>
                <a:lnTo>
                  <a:pt x="5062" y="20118"/>
                </a:lnTo>
                <a:lnTo>
                  <a:pt x="3358" y="19440"/>
                </a:lnTo>
                <a:lnTo>
                  <a:pt x="2290" y="18116"/>
                </a:lnTo>
                <a:lnTo>
                  <a:pt x="1433" y="16826"/>
                </a:lnTo>
                <a:lnTo>
                  <a:pt x="780" y="15550"/>
                </a:lnTo>
                <a:lnTo>
                  <a:pt x="327" y="14267"/>
                </a:lnTo>
                <a:lnTo>
                  <a:pt x="68" y="12956"/>
                </a:lnTo>
                <a:lnTo>
                  <a:pt x="0" y="11593"/>
                </a:lnTo>
                <a:lnTo>
                  <a:pt x="118" y="10163"/>
                </a:lnTo>
                <a:lnTo>
                  <a:pt x="415" y="8640"/>
                </a:lnTo>
                <a:lnTo>
                  <a:pt x="1834" y="7400"/>
                </a:lnTo>
                <a:lnTo>
                  <a:pt x="3270" y="6234"/>
                </a:lnTo>
                <a:lnTo>
                  <a:pt x="4739" y="5143"/>
                </a:lnTo>
                <a:lnTo>
                  <a:pt x="6248" y="4139"/>
                </a:lnTo>
                <a:lnTo>
                  <a:pt x="7808" y="3225"/>
                </a:lnTo>
                <a:lnTo>
                  <a:pt x="9430" y="2413"/>
                </a:lnTo>
                <a:lnTo>
                  <a:pt x="11122" y="1704"/>
                </a:lnTo>
                <a:lnTo>
                  <a:pt x="12897" y="1108"/>
                </a:lnTo>
                <a:lnTo>
                  <a:pt x="14763" y="635"/>
                </a:lnTo>
                <a:lnTo>
                  <a:pt x="16732" y="287"/>
                </a:lnTo>
                <a:lnTo>
                  <a:pt x="18813" y="73"/>
                </a:lnTo>
                <a:lnTo>
                  <a:pt x="21017" y="0"/>
                </a:lnTo>
                <a:close/>
              </a:path>
            </a:pathLst>
          </a:custGeom>
          <a:solidFill>
            <a:srgbClr val="46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6" name="contour_07844"/>
          <p:cNvSpPr/>
          <p:nvPr/>
        </p:nvSpPr>
        <p:spPr>
          <a:xfrm>
            <a:off x="761038" y="1792846"/>
            <a:ext cx="72880" cy="677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403" y="460"/>
                </a:lnTo>
                <a:lnTo>
                  <a:pt x="17690" y="923"/>
                </a:lnTo>
                <a:lnTo>
                  <a:pt x="18982" y="1385"/>
                </a:lnTo>
                <a:lnTo>
                  <a:pt x="20285" y="1852"/>
                </a:lnTo>
                <a:lnTo>
                  <a:pt x="21600" y="2324"/>
                </a:lnTo>
                <a:lnTo>
                  <a:pt x="20172" y="2324"/>
                </a:lnTo>
                <a:lnTo>
                  <a:pt x="18736" y="2324"/>
                </a:lnTo>
                <a:lnTo>
                  <a:pt x="17280" y="2324"/>
                </a:lnTo>
                <a:lnTo>
                  <a:pt x="17591" y="3473"/>
                </a:lnTo>
                <a:lnTo>
                  <a:pt x="17906" y="4630"/>
                </a:lnTo>
                <a:lnTo>
                  <a:pt x="18226" y="5802"/>
                </a:lnTo>
                <a:lnTo>
                  <a:pt x="18630" y="7305"/>
                </a:lnTo>
                <a:lnTo>
                  <a:pt x="19036" y="8809"/>
                </a:lnTo>
                <a:lnTo>
                  <a:pt x="19440" y="10315"/>
                </a:lnTo>
                <a:lnTo>
                  <a:pt x="19749" y="11452"/>
                </a:lnTo>
                <a:lnTo>
                  <a:pt x="20064" y="12607"/>
                </a:lnTo>
                <a:lnTo>
                  <a:pt x="20712" y="15031"/>
                </a:lnTo>
                <a:lnTo>
                  <a:pt x="21144" y="16731"/>
                </a:lnTo>
                <a:lnTo>
                  <a:pt x="21408" y="17939"/>
                </a:lnTo>
                <a:lnTo>
                  <a:pt x="21544" y="18888"/>
                </a:lnTo>
                <a:lnTo>
                  <a:pt x="21594" y="19803"/>
                </a:lnTo>
                <a:lnTo>
                  <a:pt x="21600" y="20919"/>
                </a:lnTo>
                <a:lnTo>
                  <a:pt x="20116" y="21026"/>
                </a:lnTo>
                <a:lnTo>
                  <a:pt x="18632" y="21121"/>
                </a:lnTo>
                <a:lnTo>
                  <a:pt x="17146" y="21207"/>
                </a:lnTo>
                <a:lnTo>
                  <a:pt x="15660" y="21284"/>
                </a:lnTo>
                <a:lnTo>
                  <a:pt x="14174" y="21356"/>
                </a:lnTo>
                <a:lnTo>
                  <a:pt x="13560" y="21391"/>
                </a:lnTo>
                <a:lnTo>
                  <a:pt x="12478" y="21454"/>
                </a:lnTo>
                <a:lnTo>
                  <a:pt x="9999" y="21600"/>
                </a:lnTo>
                <a:lnTo>
                  <a:pt x="8837" y="21375"/>
                </a:lnTo>
                <a:lnTo>
                  <a:pt x="7666" y="21149"/>
                </a:lnTo>
                <a:lnTo>
                  <a:pt x="6480" y="20919"/>
                </a:lnTo>
                <a:lnTo>
                  <a:pt x="5843" y="19176"/>
                </a:lnTo>
                <a:lnTo>
                  <a:pt x="5411" y="17942"/>
                </a:lnTo>
                <a:lnTo>
                  <a:pt x="5082" y="16882"/>
                </a:lnTo>
                <a:lnTo>
                  <a:pt x="4754" y="15661"/>
                </a:lnTo>
                <a:lnTo>
                  <a:pt x="4320" y="13946"/>
                </a:lnTo>
                <a:lnTo>
                  <a:pt x="2892" y="13946"/>
                </a:lnTo>
                <a:lnTo>
                  <a:pt x="1456" y="13946"/>
                </a:lnTo>
                <a:lnTo>
                  <a:pt x="0" y="13946"/>
                </a:lnTo>
                <a:lnTo>
                  <a:pt x="0" y="12410"/>
                </a:lnTo>
                <a:lnTo>
                  <a:pt x="0" y="10864"/>
                </a:lnTo>
                <a:lnTo>
                  <a:pt x="0" y="9297"/>
                </a:lnTo>
                <a:lnTo>
                  <a:pt x="1283" y="9297"/>
                </a:lnTo>
                <a:lnTo>
                  <a:pt x="2570" y="9297"/>
                </a:lnTo>
                <a:lnTo>
                  <a:pt x="3862" y="9297"/>
                </a:lnTo>
                <a:lnTo>
                  <a:pt x="5165" y="9297"/>
                </a:lnTo>
                <a:lnTo>
                  <a:pt x="6480" y="9297"/>
                </a:lnTo>
                <a:lnTo>
                  <a:pt x="6480" y="10678"/>
                </a:lnTo>
                <a:lnTo>
                  <a:pt x="6480" y="12063"/>
                </a:lnTo>
                <a:lnTo>
                  <a:pt x="6480" y="13453"/>
                </a:lnTo>
                <a:lnTo>
                  <a:pt x="6480" y="14855"/>
                </a:lnTo>
                <a:lnTo>
                  <a:pt x="6480" y="16270"/>
                </a:lnTo>
                <a:lnTo>
                  <a:pt x="7906" y="16270"/>
                </a:lnTo>
                <a:lnTo>
                  <a:pt x="9333" y="16270"/>
                </a:lnTo>
                <a:lnTo>
                  <a:pt x="10768" y="16270"/>
                </a:lnTo>
                <a:lnTo>
                  <a:pt x="12208" y="16270"/>
                </a:lnTo>
                <a:lnTo>
                  <a:pt x="13658" y="16270"/>
                </a:lnTo>
                <a:lnTo>
                  <a:pt x="15120" y="16270"/>
                </a:lnTo>
                <a:lnTo>
                  <a:pt x="15120" y="14660"/>
                </a:lnTo>
                <a:lnTo>
                  <a:pt x="15120" y="13046"/>
                </a:lnTo>
                <a:lnTo>
                  <a:pt x="15120" y="11433"/>
                </a:lnTo>
                <a:lnTo>
                  <a:pt x="15120" y="9818"/>
                </a:lnTo>
                <a:lnTo>
                  <a:pt x="15120" y="8196"/>
                </a:lnTo>
                <a:lnTo>
                  <a:pt x="15120" y="6571"/>
                </a:lnTo>
                <a:lnTo>
                  <a:pt x="15120" y="4939"/>
                </a:lnTo>
                <a:lnTo>
                  <a:pt x="15120" y="3301"/>
                </a:lnTo>
                <a:lnTo>
                  <a:pt x="15120" y="1655"/>
                </a:lnTo>
                <a:lnTo>
                  <a:pt x="15120" y="0"/>
                </a:lnTo>
                <a:close/>
              </a:path>
            </a:pathLst>
          </a:custGeom>
          <a:solidFill>
            <a:srgbClr val="656564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7" name="contour_07845"/>
          <p:cNvSpPr/>
          <p:nvPr/>
        </p:nvSpPr>
        <p:spPr>
          <a:xfrm>
            <a:off x="4346730" y="180013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56"/>
                </a:lnTo>
                <a:lnTo>
                  <a:pt x="4280" y="713"/>
                </a:lnTo>
                <a:lnTo>
                  <a:pt x="6421" y="1069"/>
                </a:lnTo>
                <a:lnTo>
                  <a:pt x="8566" y="1429"/>
                </a:lnTo>
                <a:lnTo>
                  <a:pt x="10720" y="1786"/>
                </a:lnTo>
                <a:lnTo>
                  <a:pt x="12877" y="2146"/>
                </a:lnTo>
                <a:lnTo>
                  <a:pt x="15043" y="2506"/>
                </a:lnTo>
                <a:lnTo>
                  <a:pt x="17218" y="2869"/>
                </a:lnTo>
                <a:lnTo>
                  <a:pt x="19403" y="3233"/>
                </a:lnTo>
                <a:lnTo>
                  <a:pt x="21600" y="3600"/>
                </a:lnTo>
                <a:lnTo>
                  <a:pt x="21217" y="5828"/>
                </a:lnTo>
                <a:lnTo>
                  <a:pt x="20835" y="8057"/>
                </a:lnTo>
                <a:lnTo>
                  <a:pt x="20452" y="10292"/>
                </a:lnTo>
                <a:lnTo>
                  <a:pt x="20069" y="12532"/>
                </a:lnTo>
                <a:lnTo>
                  <a:pt x="19684" y="14782"/>
                </a:lnTo>
                <a:lnTo>
                  <a:pt x="19295" y="17042"/>
                </a:lnTo>
                <a:lnTo>
                  <a:pt x="18906" y="19314"/>
                </a:lnTo>
                <a:lnTo>
                  <a:pt x="18514" y="21600"/>
                </a:lnTo>
                <a:lnTo>
                  <a:pt x="14836" y="20736"/>
                </a:lnTo>
                <a:lnTo>
                  <a:pt x="12013" y="20038"/>
                </a:lnTo>
                <a:lnTo>
                  <a:pt x="9850" y="19422"/>
                </a:lnTo>
                <a:lnTo>
                  <a:pt x="8159" y="18814"/>
                </a:lnTo>
                <a:lnTo>
                  <a:pt x="6748" y="18130"/>
                </a:lnTo>
                <a:lnTo>
                  <a:pt x="5431" y="17294"/>
                </a:lnTo>
                <a:lnTo>
                  <a:pt x="4018" y="16229"/>
                </a:lnTo>
                <a:lnTo>
                  <a:pt x="2314" y="14850"/>
                </a:lnTo>
                <a:lnTo>
                  <a:pt x="1339" y="13093"/>
                </a:lnTo>
                <a:lnTo>
                  <a:pt x="685" y="11599"/>
                </a:lnTo>
                <a:lnTo>
                  <a:pt x="290" y="9958"/>
                </a:lnTo>
                <a:lnTo>
                  <a:pt x="86" y="7751"/>
                </a:lnTo>
                <a:lnTo>
                  <a:pt x="9" y="4568"/>
                </a:lnTo>
                <a:lnTo>
                  <a:pt x="0" y="0"/>
                </a:lnTo>
                <a:close/>
              </a:path>
            </a:pathLst>
          </a:custGeom>
          <a:solidFill>
            <a:srgbClr val="BCCCE5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8" name="contour_07846"/>
          <p:cNvSpPr/>
          <p:nvPr/>
        </p:nvSpPr>
        <p:spPr>
          <a:xfrm>
            <a:off x="11124569" y="1764853"/>
            <a:ext cx="102032" cy="571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94" y="1284"/>
                </a:moveTo>
                <a:lnTo>
                  <a:pt x="9148" y="2096"/>
                </a:lnTo>
                <a:lnTo>
                  <a:pt x="10087" y="2945"/>
                </a:lnTo>
                <a:lnTo>
                  <a:pt x="11016" y="3826"/>
                </a:lnTo>
                <a:lnTo>
                  <a:pt x="11936" y="4738"/>
                </a:lnTo>
                <a:lnTo>
                  <a:pt x="12844" y="5678"/>
                </a:lnTo>
                <a:lnTo>
                  <a:pt x="13745" y="6644"/>
                </a:lnTo>
                <a:lnTo>
                  <a:pt x="14639" y="7633"/>
                </a:lnTo>
                <a:lnTo>
                  <a:pt x="15524" y="8644"/>
                </a:lnTo>
                <a:lnTo>
                  <a:pt x="16404" y="9672"/>
                </a:lnTo>
                <a:lnTo>
                  <a:pt x="17277" y="10719"/>
                </a:lnTo>
                <a:lnTo>
                  <a:pt x="18147" y="11777"/>
                </a:lnTo>
                <a:lnTo>
                  <a:pt x="19014" y="12845"/>
                </a:lnTo>
                <a:lnTo>
                  <a:pt x="19877" y="13923"/>
                </a:lnTo>
                <a:lnTo>
                  <a:pt x="20739" y="15005"/>
                </a:lnTo>
                <a:lnTo>
                  <a:pt x="21600" y="16090"/>
                </a:lnTo>
                <a:lnTo>
                  <a:pt x="20191" y="17909"/>
                </a:lnTo>
                <a:lnTo>
                  <a:pt x="19093" y="19275"/>
                </a:lnTo>
                <a:lnTo>
                  <a:pt x="18209" y="20256"/>
                </a:lnTo>
                <a:lnTo>
                  <a:pt x="17453" y="20911"/>
                </a:lnTo>
                <a:lnTo>
                  <a:pt x="16732" y="21311"/>
                </a:lnTo>
                <a:lnTo>
                  <a:pt x="15958" y="21515"/>
                </a:lnTo>
                <a:lnTo>
                  <a:pt x="15040" y="21589"/>
                </a:lnTo>
                <a:lnTo>
                  <a:pt x="13886" y="21600"/>
                </a:lnTo>
                <a:lnTo>
                  <a:pt x="13500" y="20101"/>
                </a:lnTo>
                <a:lnTo>
                  <a:pt x="13252" y="19011"/>
                </a:lnTo>
                <a:lnTo>
                  <a:pt x="13031" y="17793"/>
                </a:lnTo>
                <a:lnTo>
                  <a:pt x="12729" y="15917"/>
                </a:lnTo>
                <a:lnTo>
                  <a:pt x="12284" y="14110"/>
                </a:lnTo>
                <a:lnTo>
                  <a:pt x="11934" y="12950"/>
                </a:lnTo>
                <a:lnTo>
                  <a:pt x="11500" y="11942"/>
                </a:lnTo>
                <a:lnTo>
                  <a:pt x="10800" y="10581"/>
                </a:lnTo>
                <a:lnTo>
                  <a:pt x="9731" y="10578"/>
                </a:lnTo>
                <a:lnTo>
                  <a:pt x="8682" y="10675"/>
                </a:lnTo>
                <a:lnTo>
                  <a:pt x="7648" y="10865"/>
                </a:lnTo>
                <a:lnTo>
                  <a:pt x="6625" y="11132"/>
                </a:lnTo>
                <a:lnTo>
                  <a:pt x="5611" y="11471"/>
                </a:lnTo>
                <a:lnTo>
                  <a:pt x="4599" y="11873"/>
                </a:lnTo>
                <a:lnTo>
                  <a:pt x="3587" y="12322"/>
                </a:lnTo>
                <a:lnTo>
                  <a:pt x="2569" y="12815"/>
                </a:lnTo>
                <a:lnTo>
                  <a:pt x="1543" y="13336"/>
                </a:lnTo>
                <a:lnTo>
                  <a:pt x="1020" y="11451"/>
                </a:lnTo>
                <a:lnTo>
                  <a:pt x="679" y="10080"/>
                </a:lnTo>
                <a:lnTo>
                  <a:pt x="444" y="8823"/>
                </a:lnTo>
                <a:lnTo>
                  <a:pt x="242" y="7286"/>
                </a:lnTo>
                <a:lnTo>
                  <a:pt x="0" y="5071"/>
                </a:lnTo>
                <a:lnTo>
                  <a:pt x="955" y="3245"/>
                </a:lnTo>
                <a:lnTo>
                  <a:pt x="1875" y="1843"/>
                </a:lnTo>
                <a:lnTo>
                  <a:pt x="2785" y="848"/>
                </a:lnTo>
                <a:lnTo>
                  <a:pt x="3717" y="240"/>
                </a:lnTo>
                <a:lnTo>
                  <a:pt x="4695" y="0"/>
                </a:lnTo>
                <a:lnTo>
                  <a:pt x="5749" y="105"/>
                </a:lnTo>
                <a:lnTo>
                  <a:pt x="6906" y="540"/>
                </a:lnTo>
                <a:lnTo>
                  <a:pt x="8194" y="1284"/>
                </a:lnTo>
                <a:close/>
              </a:path>
            </a:pathLst>
          </a:custGeom>
          <a:solidFill>
            <a:srgbClr val="EC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7849" name="contour_07847"/>
          <p:cNvSpPr/>
          <p:nvPr/>
        </p:nvSpPr>
        <p:spPr>
          <a:xfrm>
            <a:off x="702734" y="1792846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808" y="484"/>
                </a:lnTo>
                <a:lnTo>
                  <a:pt x="9100" y="991"/>
                </a:lnTo>
                <a:lnTo>
                  <a:pt x="10357" y="1536"/>
                </a:lnTo>
                <a:lnTo>
                  <a:pt x="11584" y="2128"/>
                </a:lnTo>
                <a:lnTo>
                  <a:pt x="12785" y="2780"/>
                </a:lnTo>
                <a:lnTo>
                  <a:pt x="13962" y="3508"/>
                </a:lnTo>
                <a:lnTo>
                  <a:pt x="15120" y="4320"/>
                </a:lnTo>
                <a:lnTo>
                  <a:pt x="15649" y="5635"/>
                </a:lnTo>
                <a:lnTo>
                  <a:pt x="15967" y="6551"/>
                </a:lnTo>
                <a:lnTo>
                  <a:pt x="16198" y="7500"/>
                </a:lnTo>
                <a:lnTo>
                  <a:pt x="16470" y="8910"/>
                </a:lnTo>
                <a:lnTo>
                  <a:pt x="16738" y="10249"/>
                </a:lnTo>
                <a:lnTo>
                  <a:pt x="17008" y="11595"/>
                </a:lnTo>
                <a:lnTo>
                  <a:pt x="17280" y="12960"/>
                </a:lnTo>
                <a:lnTo>
                  <a:pt x="18708" y="12960"/>
                </a:lnTo>
                <a:lnTo>
                  <a:pt x="20144" y="12960"/>
                </a:lnTo>
                <a:lnTo>
                  <a:pt x="21600" y="12960"/>
                </a:lnTo>
                <a:lnTo>
                  <a:pt x="21600" y="14388"/>
                </a:lnTo>
                <a:lnTo>
                  <a:pt x="21600" y="15824"/>
                </a:lnTo>
                <a:lnTo>
                  <a:pt x="21600" y="17280"/>
                </a:lnTo>
                <a:lnTo>
                  <a:pt x="20276" y="17760"/>
                </a:lnTo>
                <a:lnTo>
                  <a:pt x="19302" y="18047"/>
                </a:lnTo>
                <a:lnTo>
                  <a:pt x="18194" y="18252"/>
                </a:lnTo>
                <a:lnTo>
                  <a:pt x="16470" y="18494"/>
                </a:lnTo>
                <a:lnTo>
                  <a:pt x="14841" y="18749"/>
                </a:lnTo>
                <a:lnTo>
                  <a:pt x="13383" y="19032"/>
                </a:lnTo>
                <a:lnTo>
                  <a:pt x="12033" y="19364"/>
                </a:lnTo>
                <a:lnTo>
                  <a:pt x="10729" y="19766"/>
                </a:lnTo>
                <a:lnTo>
                  <a:pt x="9409" y="20259"/>
                </a:lnTo>
                <a:lnTo>
                  <a:pt x="8014" y="20863"/>
                </a:lnTo>
                <a:lnTo>
                  <a:pt x="6480" y="21600"/>
                </a:lnTo>
                <a:lnTo>
                  <a:pt x="7091" y="20377"/>
                </a:lnTo>
                <a:lnTo>
                  <a:pt x="7703" y="19155"/>
                </a:lnTo>
                <a:lnTo>
                  <a:pt x="8316" y="17928"/>
                </a:lnTo>
                <a:lnTo>
                  <a:pt x="8932" y="16697"/>
                </a:lnTo>
                <a:lnTo>
                  <a:pt x="9552" y="15459"/>
                </a:lnTo>
                <a:lnTo>
                  <a:pt x="10174" y="14215"/>
                </a:lnTo>
                <a:lnTo>
                  <a:pt x="10800" y="12960"/>
                </a:lnTo>
                <a:lnTo>
                  <a:pt x="9463" y="12692"/>
                </a:lnTo>
                <a:lnTo>
                  <a:pt x="8126" y="12424"/>
                </a:lnTo>
                <a:lnTo>
                  <a:pt x="6785" y="12156"/>
                </a:lnTo>
                <a:lnTo>
                  <a:pt x="5441" y="11889"/>
                </a:lnTo>
                <a:lnTo>
                  <a:pt x="4091" y="11619"/>
                </a:lnTo>
                <a:lnTo>
                  <a:pt x="2735" y="11346"/>
                </a:lnTo>
                <a:lnTo>
                  <a:pt x="1372" y="11074"/>
                </a:lnTo>
                <a:lnTo>
                  <a:pt x="0" y="10800"/>
                </a:lnTo>
                <a:lnTo>
                  <a:pt x="1071" y="10621"/>
                </a:lnTo>
                <a:lnTo>
                  <a:pt x="2147" y="10441"/>
                </a:lnTo>
                <a:lnTo>
                  <a:pt x="3240" y="10260"/>
                </a:lnTo>
                <a:lnTo>
                  <a:pt x="4311" y="9724"/>
                </a:lnTo>
                <a:lnTo>
                  <a:pt x="5387" y="9186"/>
                </a:lnTo>
                <a:lnTo>
                  <a:pt x="6480" y="8640"/>
                </a:lnTo>
                <a:lnTo>
                  <a:pt x="6722" y="7160"/>
                </a:lnTo>
                <a:lnTo>
                  <a:pt x="6830" y="5743"/>
                </a:lnTo>
                <a:lnTo>
                  <a:pt x="6832" y="4357"/>
                </a:lnTo>
                <a:lnTo>
                  <a:pt x="6756" y="2961"/>
                </a:lnTo>
                <a:lnTo>
                  <a:pt x="6629" y="1521"/>
                </a:lnTo>
                <a:lnTo>
                  <a:pt x="6480" y="0"/>
                </a:lnTo>
                <a:close/>
              </a:path>
            </a:pathLst>
          </a:custGeom>
          <a:solidFill>
            <a:srgbClr val="A19D93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0" name="contour_07848"/>
          <p:cNvSpPr/>
          <p:nvPr/>
        </p:nvSpPr>
        <p:spPr>
          <a:xfrm>
            <a:off x="1409669" y="1785558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269" y="0"/>
                </a:lnTo>
                <a:lnTo>
                  <a:pt x="9342" y="0"/>
                </a:lnTo>
                <a:lnTo>
                  <a:pt x="10418" y="0"/>
                </a:lnTo>
                <a:lnTo>
                  <a:pt x="11504" y="0"/>
                </a:lnTo>
                <a:lnTo>
                  <a:pt x="12600" y="0"/>
                </a:lnTo>
                <a:lnTo>
                  <a:pt x="12600" y="2040"/>
                </a:lnTo>
                <a:lnTo>
                  <a:pt x="12600" y="4092"/>
                </a:lnTo>
                <a:lnTo>
                  <a:pt x="12600" y="6171"/>
                </a:lnTo>
                <a:lnTo>
                  <a:pt x="13790" y="6171"/>
                </a:lnTo>
                <a:lnTo>
                  <a:pt x="14987" y="6171"/>
                </a:lnTo>
                <a:lnTo>
                  <a:pt x="16200" y="6171"/>
                </a:lnTo>
                <a:lnTo>
                  <a:pt x="16200" y="8211"/>
                </a:lnTo>
                <a:lnTo>
                  <a:pt x="16200" y="10263"/>
                </a:lnTo>
                <a:lnTo>
                  <a:pt x="16200" y="12343"/>
                </a:lnTo>
                <a:lnTo>
                  <a:pt x="17269" y="12343"/>
                </a:lnTo>
                <a:lnTo>
                  <a:pt x="18342" y="12343"/>
                </a:lnTo>
                <a:lnTo>
                  <a:pt x="19418" y="12343"/>
                </a:lnTo>
                <a:lnTo>
                  <a:pt x="20504" y="12343"/>
                </a:lnTo>
                <a:lnTo>
                  <a:pt x="21600" y="12343"/>
                </a:lnTo>
                <a:lnTo>
                  <a:pt x="21244" y="14176"/>
                </a:lnTo>
                <a:lnTo>
                  <a:pt x="20885" y="16015"/>
                </a:lnTo>
                <a:lnTo>
                  <a:pt x="20527" y="17860"/>
                </a:lnTo>
                <a:lnTo>
                  <a:pt x="20165" y="19721"/>
                </a:lnTo>
                <a:lnTo>
                  <a:pt x="19800" y="21600"/>
                </a:lnTo>
                <a:lnTo>
                  <a:pt x="19800" y="19560"/>
                </a:lnTo>
                <a:lnTo>
                  <a:pt x="19800" y="17508"/>
                </a:lnTo>
                <a:lnTo>
                  <a:pt x="19800" y="15429"/>
                </a:lnTo>
                <a:lnTo>
                  <a:pt x="18574" y="15429"/>
                </a:lnTo>
                <a:lnTo>
                  <a:pt x="17350" y="15429"/>
                </a:lnTo>
                <a:lnTo>
                  <a:pt x="16123" y="15429"/>
                </a:lnTo>
                <a:lnTo>
                  <a:pt x="14897" y="15429"/>
                </a:lnTo>
                <a:lnTo>
                  <a:pt x="13669" y="15429"/>
                </a:lnTo>
                <a:lnTo>
                  <a:pt x="12438" y="15429"/>
                </a:lnTo>
                <a:lnTo>
                  <a:pt x="11207" y="15429"/>
                </a:lnTo>
                <a:lnTo>
                  <a:pt x="9974" y="15429"/>
                </a:lnTo>
                <a:lnTo>
                  <a:pt x="8739" y="15429"/>
                </a:lnTo>
                <a:lnTo>
                  <a:pt x="7501" y="15429"/>
                </a:lnTo>
                <a:lnTo>
                  <a:pt x="6259" y="15429"/>
                </a:lnTo>
                <a:lnTo>
                  <a:pt x="5015" y="15429"/>
                </a:lnTo>
                <a:lnTo>
                  <a:pt x="3767" y="15429"/>
                </a:lnTo>
                <a:lnTo>
                  <a:pt x="2516" y="15429"/>
                </a:lnTo>
                <a:lnTo>
                  <a:pt x="1260" y="15429"/>
                </a:lnTo>
                <a:lnTo>
                  <a:pt x="0" y="15429"/>
                </a:lnTo>
                <a:lnTo>
                  <a:pt x="356" y="13596"/>
                </a:lnTo>
                <a:lnTo>
                  <a:pt x="715" y="11757"/>
                </a:lnTo>
                <a:lnTo>
                  <a:pt x="1073" y="9911"/>
                </a:lnTo>
                <a:lnTo>
                  <a:pt x="1435" y="8051"/>
                </a:lnTo>
                <a:lnTo>
                  <a:pt x="1800" y="6171"/>
                </a:lnTo>
                <a:lnTo>
                  <a:pt x="3193" y="5894"/>
                </a:lnTo>
                <a:lnTo>
                  <a:pt x="4171" y="5755"/>
                </a:lnTo>
                <a:lnTo>
                  <a:pt x="4991" y="5755"/>
                </a:lnTo>
                <a:lnTo>
                  <a:pt x="5915" y="5894"/>
                </a:lnTo>
                <a:lnTo>
                  <a:pt x="7200" y="6171"/>
                </a:lnTo>
                <a:lnTo>
                  <a:pt x="7200" y="4132"/>
                </a:lnTo>
                <a:lnTo>
                  <a:pt x="7200" y="2080"/>
                </a:lnTo>
                <a:lnTo>
                  <a:pt x="7200" y="0"/>
                </a:lnTo>
                <a:close/>
              </a:path>
            </a:pathLst>
          </a:custGeom>
          <a:solidFill>
            <a:srgbClr val="818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1" name="contour_07849"/>
          <p:cNvSpPr/>
          <p:nvPr/>
        </p:nvSpPr>
        <p:spPr>
          <a:xfrm>
            <a:off x="1181642" y="1770807"/>
            <a:ext cx="53115" cy="511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4"/>
                </a:moveTo>
                <a:lnTo>
                  <a:pt x="21600" y="2103"/>
                </a:lnTo>
                <a:lnTo>
                  <a:pt x="21600" y="4136"/>
                </a:lnTo>
                <a:lnTo>
                  <a:pt x="21600" y="6178"/>
                </a:lnTo>
                <a:lnTo>
                  <a:pt x="21600" y="8229"/>
                </a:lnTo>
                <a:lnTo>
                  <a:pt x="21600" y="10293"/>
                </a:lnTo>
                <a:lnTo>
                  <a:pt x="21600" y="12374"/>
                </a:lnTo>
                <a:lnTo>
                  <a:pt x="19840" y="12374"/>
                </a:lnTo>
                <a:lnTo>
                  <a:pt x="18073" y="12374"/>
                </a:lnTo>
                <a:lnTo>
                  <a:pt x="16301" y="12374"/>
                </a:lnTo>
                <a:lnTo>
                  <a:pt x="14514" y="12374"/>
                </a:lnTo>
                <a:lnTo>
                  <a:pt x="12709" y="12374"/>
                </a:lnTo>
                <a:lnTo>
                  <a:pt x="12709" y="14201"/>
                </a:lnTo>
                <a:lnTo>
                  <a:pt x="12709" y="16034"/>
                </a:lnTo>
                <a:lnTo>
                  <a:pt x="12709" y="17873"/>
                </a:lnTo>
                <a:lnTo>
                  <a:pt x="12709" y="19727"/>
                </a:lnTo>
                <a:lnTo>
                  <a:pt x="12709" y="21600"/>
                </a:lnTo>
                <a:lnTo>
                  <a:pt x="10753" y="21600"/>
                </a:lnTo>
                <a:lnTo>
                  <a:pt x="8794" y="21600"/>
                </a:lnTo>
                <a:lnTo>
                  <a:pt x="6826" y="21600"/>
                </a:lnTo>
                <a:lnTo>
                  <a:pt x="4849" y="21600"/>
                </a:lnTo>
                <a:lnTo>
                  <a:pt x="2860" y="21600"/>
                </a:lnTo>
                <a:lnTo>
                  <a:pt x="854" y="21600"/>
                </a:lnTo>
                <a:lnTo>
                  <a:pt x="587" y="19503"/>
                </a:lnTo>
                <a:lnTo>
                  <a:pt x="353" y="17436"/>
                </a:lnTo>
                <a:lnTo>
                  <a:pt x="169" y="15391"/>
                </a:lnTo>
                <a:lnTo>
                  <a:pt x="47" y="13362"/>
                </a:lnTo>
                <a:lnTo>
                  <a:pt x="0" y="11338"/>
                </a:lnTo>
                <a:lnTo>
                  <a:pt x="44" y="9315"/>
                </a:lnTo>
                <a:lnTo>
                  <a:pt x="193" y="7279"/>
                </a:lnTo>
                <a:lnTo>
                  <a:pt x="456" y="5228"/>
                </a:lnTo>
                <a:lnTo>
                  <a:pt x="854" y="3149"/>
                </a:lnTo>
                <a:lnTo>
                  <a:pt x="2777" y="2116"/>
                </a:lnTo>
                <a:lnTo>
                  <a:pt x="4751" y="1332"/>
                </a:lnTo>
                <a:lnTo>
                  <a:pt x="6772" y="763"/>
                </a:lnTo>
                <a:lnTo>
                  <a:pt x="8829" y="381"/>
                </a:lnTo>
                <a:lnTo>
                  <a:pt x="10919" y="148"/>
                </a:lnTo>
                <a:lnTo>
                  <a:pt x="13032" y="34"/>
                </a:lnTo>
                <a:lnTo>
                  <a:pt x="15163" y="0"/>
                </a:lnTo>
                <a:lnTo>
                  <a:pt x="17305" y="18"/>
                </a:lnTo>
                <a:lnTo>
                  <a:pt x="19454" y="55"/>
                </a:lnTo>
                <a:lnTo>
                  <a:pt x="21600" y="74"/>
                </a:lnTo>
                <a:close/>
              </a:path>
            </a:pathLst>
          </a:custGeom>
          <a:solidFill>
            <a:srgbClr val="55524E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2" name="contour_07850"/>
          <p:cNvSpPr/>
          <p:nvPr/>
        </p:nvSpPr>
        <p:spPr>
          <a:xfrm>
            <a:off x="7334952" y="1784166"/>
            <a:ext cx="80022" cy="59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93" y="174"/>
                </a:moveTo>
                <a:lnTo>
                  <a:pt x="14237" y="208"/>
                </a:lnTo>
                <a:lnTo>
                  <a:pt x="15498" y="245"/>
                </a:lnTo>
                <a:lnTo>
                  <a:pt x="16719" y="287"/>
                </a:lnTo>
                <a:lnTo>
                  <a:pt x="17939" y="335"/>
                </a:lnTo>
                <a:lnTo>
                  <a:pt x="19159" y="388"/>
                </a:lnTo>
                <a:lnTo>
                  <a:pt x="20380" y="446"/>
                </a:lnTo>
                <a:lnTo>
                  <a:pt x="21600" y="504"/>
                </a:lnTo>
                <a:lnTo>
                  <a:pt x="21600" y="2070"/>
                </a:lnTo>
                <a:lnTo>
                  <a:pt x="21600" y="3642"/>
                </a:lnTo>
                <a:lnTo>
                  <a:pt x="21600" y="5219"/>
                </a:lnTo>
                <a:lnTo>
                  <a:pt x="21600" y="6809"/>
                </a:lnTo>
                <a:lnTo>
                  <a:pt x="21600" y="8415"/>
                </a:lnTo>
                <a:lnTo>
                  <a:pt x="20485" y="8262"/>
                </a:lnTo>
                <a:lnTo>
                  <a:pt x="19363" y="8106"/>
                </a:lnTo>
                <a:lnTo>
                  <a:pt x="18226" y="7951"/>
                </a:lnTo>
                <a:lnTo>
                  <a:pt x="16816" y="7824"/>
                </a:lnTo>
                <a:lnTo>
                  <a:pt x="15429" y="7724"/>
                </a:lnTo>
                <a:lnTo>
                  <a:pt x="14062" y="7661"/>
                </a:lnTo>
                <a:lnTo>
                  <a:pt x="12706" y="7637"/>
                </a:lnTo>
                <a:lnTo>
                  <a:pt x="11357" y="7663"/>
                </a:lnTo>
                <a:lnTo>
                  <a:pt x="10003" y="7748"/>
                </a:lnTo>
                <a:lnTo>
                  <a:pt x="8640" y="7895"/>
                </a:lnTo>
                <a:lnTo>
                  <a:pt x="7263" y="8117"/>
                </a:lnTo>
                <a:lnTo>
                  <a:pt x="5862" y="8415"/>
                </a:lnTo>
                <a:lnTo>
                  <a:pt x="5123" y="10134"/>
                </a:lnTo>
                <a:lnTo>
                  <a:pt x="4611" y="11743"/>
                </a:lnTo>
                <a:lnTo>
                  <a:pt x="4285" y="13320"/>
                </a:lnTo>
                <a:lnTo>
                  <a:pt x="4098" y="14952"/>
                </a:lnTo>
                <a:lnTo>
                  <a:pt x="4005" y="16724"/>
                </a:lnTo>
                <a:lnTo>
                  <a:pt x="3964" y="18715"/>
                </a:lnTo>
                <a:lnTo>
                  <a:pt x="3946" y="19432"/>
                </a:lnTo>
                <a:lnTo>
                  <a:pt x="3895" y="21600"/>
                </a:lnTo>
                <a:lnTo>
                  <a:pt x="2919" y="21600"/>
                </a:lnTo>
                <a:lnTo>
                  <a:pt x="1928" y="21600"/>
                </a:lnTo>
                <a:lnTo>
                  <a:pt x="1670" y="20089"/>
                </a:lnTo>
                <a:lnTo>
                  <a:pt x="1418" y="18573"/>
                </a:lnTo>
                <a:lnTo>
                  <a:pt x="1174" y="17056"/>
                </a:lnTo>
                <a:lnTo>
                  <a:pt x="934" y="15537"/>
                </a:lnTo>
                <a:lnTo>
                  <a:pt x="698" y="14019"/>
                </a:lnTo>
                <a:lnTo>
                  <a:pt x="470" y="12610"/>
                </a:lnTo>
                <a:lnTo>
                  <a:pt x="240" y="11192"/>
                </a:lnTo>
                <a:lnTo>
                  <a:pt x="6" y="9754"/>
                </a:lnTo>
                <a:lnTo>
                  <a:pt x="0" y="7407"/>
                </a:lnTo>
                <a:lnTo>
                  <a:pt x="136" y="5883"/>
                </a:lnTo>
                <a:lnTo>
                  <a:pt x="531" y="4520"/>
                </a:lnTo>
                <a:lnTo>
                  <a:pt x="1312" y="2648"/>
                </a:lnTo>
                <a:lnTo>
                  <a:pt x="2579" y="1714"/>
                </a:lnTo>
                <a:lnTo>
                  <a:pt x="3826" y="1023"/>
                </a:lnTo>
                <a:lnTo>
                  <a:pt x="5066" y="535"/>
                </a:lnTo>
                <a:lnTo>
                  <a:pt x="6309" y="224"/>
                </a:lnTo>
                <a:lnTo>
                  <a:pt x="7568" y="58"/>
                </a:lnTo>
                <a:lnTo>
                  <a:pt x="8854" y="0"/>
                </a:lnTo>
                <a:lnTo>
                  <a:pt x="10180" y="21"/>
                </a:lnTo>
                <a:lnTo>
                  <a:pt x="11555" y="90"/>
                </a:lnTo>
                <a:lnTo>
                  <a:pt x="12993" y="174"/>
                </a:lnTo>
                <a:close/>
              </a:path>
            </a:pathLst>
          </a:custGeom>
          <a:solidFill>
            <a:srgbClr val="9C8ABA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3" name="contour_07851"/>
          <p:cNvSpPr/>
          <p:nvPr/>
        </p:nvSpPr>
        <p:spPr>
          <a:xfrm>
            <a:off x="10665418" y="1756406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8977" y="583"/>
                </a:lnTo>
                <a:lnTo>
                  <a:pt x="10893" y="1087"/>
                </a:lnTo>
                <a:lnTo>
                  <a:pt x="12351" y="1591"/>
                </a:lnTo>
                <a:lnTo>
                  <a:pt x="13474" y="2182"/>
                </a:lnTo>
                <a:lnTo>
                  <a:pt x="14390" y="2941"/>
                </a:lnTo>
                <a:lnTo>
                  <a:pt x="15222" y="3949"/>
                </a:lnTo>
                <a:lnTo>
                  <a:pt x="16096" y="5288"/>
                </a:lnTo>
                <a:lnTo>
                  <a:pt x="17137" y="7045"/>
                </a:lnTo>
                <a:lnTo>
                  <a:pt x="17922" y="8834"/>
                </a:lnTo>
                <a:lnTo>
                  <a:pt x="18688" y="10634"/>
                </a:lnTo>
                <a:lnTo>
                  <a:pt x="19440" y="12445"/>
                </a:lnTo>
                <a:lnTo>
                  <a:pt x="20174" y="14274"/>
                </a:lnTo>
                <a:lnTo>
                  <a:pt x="20896" y="16124"/>
                </a:lnTo>
                <a:lnTo>
                  <a:pt x="21600" y="18000"/>
                </a:lnTo>
                <a:lnTo>
                  <a:pt x="20358" y="18054"/>
                </a:lnTo>
                <a:lnTo>
                  <a:pt x="19116" y="18104"/>
                </a:lnTo>
                <a:lnTo>
                  <a:pt x="17874" y="18148"/>
                </a:lnTo>
                <a:lnTo>
                  <a:pt x="16632" y="18187"/>
                </a:lnTo>
                <a:lnTo>
                  <a:pt x="15390" y="18223"/>
                </a:lnTo>
                <a:lnTo>
                  <a:pt x="14876" y="18241"/>
                </a:lnTo>
                <a:lnTo>
                  <a:pt x="13971" y="18277"/>
                </a:lnTo>
                <a:lnTo>
                  <a:pt x="11897" y="18353"/>
                </a:lnTo>
                <a:lnTo>
                  <a:pt x="10420" y="18130"/>
                </a:lnTo>
                <a:lnTo>
                  <a:pt x="9115" y="17784"/>
                </a:lnTo>
                <a:lnTo>
                  <a:pt x="7921" y="17276"/>
                </a:lnTo>
                <a:lnTo>
                  <a:pt x="6767" y="16567"/>
                </a:lnTo>
                <a:lnTo>
                  <a:pt x="5590" y="15624"/>
                </a:lnTo>
                <a:lnTo>
                  <a:pt x="4320" y="14400"/>
                </a:lnTo>
                <a:lnTo>
                  <a:pt x="4320" y="16780"/>
                </a:lnTo>
                <a:lnTo>
                  <a:pt x="4320" y="19174"/>
                </a:lnTo>
                <a:lnTo>
                  <a:pt x="4320" y="21600"/>
                </a:lnTo>
                <a:lnTo>
                  <a:pt x="2892" y="21600"/>
                </a:lnTo>
                <a:lnTo>
                  <a:pt x="1456" y="21600"/>
                </a:lnTo>
                <a:lnTo>
                  <a:pt x="0" y="21600"/>
                </a:lnTo>
                <a:lnTo>
                  <a:pt x="255" y="19195"/>
                </a:lnTo>
                <a:lnTo>
                  <a:pt x="525" y="16794"/>
                </a:lnTo>
                <a:lnTo>
                  <a:pt x="810" y="14400"/>
                </a:lnTo>
                <a:lnTo>
                  <a:pt x="1037" y="12391"/>
                </a:lnTo>
                <a:lnTo>
                  <a:pt x="1266" y="10350"/>
                </a:lnTo>
                <a:lnTo>
                  <a:pt x="1711" y="8788"/>
                </a:lnTo>
                <a:lnTo>
                  <a:pt x="2160" y="7200"/>
                </a:lnTo>
                <a:lnTo>
                  <a:pt x="3588" y="7200"/>
                </a:lnTo>
                <a:lnTo>
                  <a:pt x="5024" y="7200"/>
                </a:lnTo>
                <a:lnTo>
                  <a:pt x="6480" y="7200"/>
                </a:lnTo>
                <a:lnTo>
                  <a:pt x="6480" y="4820"/>
                </a:lnTo>
                <a:lnTo>
                  <a:pt x="6480" y="2426"/>
                </a:lnTo>
                <a:lnTo>
                  <a:pt x="6480" y="0"/>
                </a:lnTo>
                <a:close/>
              </a:path>
            </a:pathLst>
          </a:custGeom>
          <a:solidFill>
            <a:srgbClr val="AAA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4" name="contour_07852"/>
          <p:cNvSpPr/>
          <p:nvPr/>
        </p:nvSpPr>
        <p:spPr>
          <a:xfrm>
            <a:off x="1239174" y="1741487"/>
            <a:ext cx="55323" cy="51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39" y="144"/>
                </a:moveTo>
                <a:lnTo>
                  <a:pt x="21352" y="3675"/>
                </a:lnTo>
                <a:lnTo>
                  <a:pt x="21537" y="6155"/>
                </a:lnTo>
                <a:lnTo>
                  <a:pt x="21600" y="7930"/>
                </a:lnTo>
                <a:lnTo>
                  <a:pt x="21537" y="9336"/>
                </a:lnTo>
                <a:lnTo>
                  <a:pt x="21352" y="10713"/>
                </a:lnTo>
                <a:lnTo>
                  <a:pt x="21039" y="12405"/>
                </a:lnTo>
                <a:lnTo>
                  <a:pt x="19008" y="13349"/>
                </a:lnTo>
                <a:lnTo>
                  <a:pt x="17548" y="13980"/>
                </a:lnTo>
                <a:lnTo>
                  <a:pt x="16251" y="14446"/>
                </a:lnTo>
                <a:lnTo>
                  <a:pt x="14705" y="14893"/>
                </a:lnTo>
                <a:lnTo>
                  <a:pt x="12503" y="15470"/>
                </a:lnTo>
                <a:lnTo>
                  <a:pt x="11356" y="17398"/>
                </a:lnTo>
                <a:lnTo>
                  <a:pt x="10679" y="18679"/>
                </a:lnTo>
                <a:lnTo>
                  <a:pt x="10201" y="19887"/>
                </a:lnTo>
                <a:lnTo>
                  <a:pt x="9658" y="21600"/>
                </a:lnTo>
                <a:lnTo>
                  <a:pt x="7541" y="21300"/>
                </a:lnTo>
                <a:lnTo>
                  <a:pt x="6038" y="20990"/>
                </a:lnTo>
                <a:lnTo>
                  <a:pt x="4741" y="20524"/>
                </a:lnTo>
                <a:lnTo>
                  <a:pt x="3238" y="19755"/>
                </a:lnTo>
                <a:lnTo>
                  <a:pt x="1121" y="18535"/>
                </a:lnTo>
                <a:lnTo>
                  <a:pt x="572" y="16276"/>
                </a:lnTo>
                <a:lnTo>
                  <a:pt x="202" y="14084"/>
                </a:lnTo>
                <a:lnTo>
                  <a:pt x="9" y="11936"/>
                </a:lnTo>
                <a:lnTo>
                  <a:pt x="0" y="9799"/>
                </a:lnTo>
                <a:lnTo>
                  <a:pt x="179" y="7651"/>
                </a:lnTo>
                <a:lnTo>
                  <a:pt x="552" y="5462"/>
                </a:lnTo>
                <a:lnTo>
                  <a:pt x="1121" y="3209"/>
                </a:lnTo>
                <a:lnTo>
                  <a:pt x="3107" y="2326"/>
                </a:lnTo>
                <a:lnTo>
                  <a:pt x="5062" y="1609"/>
                </a:lnTo>
                <a:lnTo>
                  <a:pt x="6991" y="1045"/>
                </a:lnTo>
                <a:lnTo>
                  <a:pt x="8915" y="619"/>
                </a:lnTo>
                <a:lnTo>
                  <a:pt x="10841" y="316"/>
                </a:lnTo>
                <a:lnTo>
                  <a:pt x="12790" y="120"/>
                </a:lnTo>
                <a:lnTo>
                  <a:pt x="14768" y="21"/>
                </a:lnTo>
                <a:lnTo>
                  <a:pt x="16794" y="0"/>
                </a:lnTo>
                <a:lnTo>
                  <a:pt x="18880" y="46"/>
                </a:lnTo>
                <a:lnTo>
                  <a:pt x="21039" y="144"/>
                </a:lnTo>
                <a:close/>
              </a:path>
            </a:pathLst>
          </a:custGeom>
          <a:solidFill>
            <a:srgbClr val="5F5F5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5" name="contour_07853"/>
          <p:cNvSpPr/>
          <p:nvPr/>
        </p:nvSpPr>
        <p:spPr>
          <a:xfrm>
            <a:off x="782902" y="1741830"/>
            <a:ext cx="65876" cy="449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2" y="66"/>
                </a:lnTo>
                <a:lnTo>
                  <a:pt x="3267" y="150"/>
                </a:lnTo>
                <a:lnTo>
                  <a:pt x="4877" y="255"/>
                </a:lnTo>
                <a:lnTo>
                  <a:pt x="6478" y="395"/>
                </a:lnTo>
                <a:lnTo>
                  <a:pt x="8070" y="570"/>
                </a:lnTo>
                <a:lnTo>
                  <a:pt x="9654" y="794"/>
                </a:lnTo>
                <a:lnTo>
                  <a:pt x="11231" y="1071"/>
                </a:lnTo>
                <a:lnTo>
                  <a:pt x="12806" y="1407"/>
                </a:lnTo>
                <a:lnTo>
                  <a:pt x="14381" y="1809"/>
                </a:lnTo>
                <a:lnTo>
                  <a:pt x="15956" y="2289"/>
                </a:lnTo>
                <a:lnTo>
                  <a:pt x="17535" y="2849"/>
                </a:lnTo>
                <a:lnTo>
                  <a:pt x="19117" y="3500"/>
                </a:lnTo>
                <a:lnTo>
                  <a:pt x="19949" y="5624"/>
                </a:lnTo>
                <a:lnTo>
                  <a:pt x="20584" y="7710"/>
                </a:lnTo>
                <a:lnTo>
                  <a:pt x="21043" y="9789"/>
                </a:lnTo>
                <a:lnTo>
                  <a:pt x="21351" y="11888"/>
                </a:lnTo>
                <a:lnTo>
                  <a:pt x="21528" y="14030"/>
                </a:lnTo>
                <a:lnTo>
                  <a:pt x="21600" y="16245"/>
                </a:lnTo>
                <a:lnTo>
                  <a:pt x="21583" y="18559"/>
                </a:lnTo>
                <a:lnTo>
                  <a:pt x="21507" y="20998"/>
                </a:lnTo>
                <a:lnTo>
                  <a:pt x="19781" y="21236"/>
                </a:lnTo>
                <a:lnTo>
                  <a:pt x="18070" y="21429"/>
                </a:lnTo>
                <a:lnTo>
                  <a:pt x="16371" y="21558"/>
                </a:lnTo>
                <a:lnTo>
                  <a:pt x="14677" y="21600"/>
                </a:lnTo>
                <a:lnTo>
                  <a:pt x="12981" y="21534"/>
                </a:lnTo>
                <a:lnTo>
                  <a:pt x="11277" y="21341"/>
                </a:lnTo>
                <a:lnTo>
                  <a:pt x="9559" y="20998"/>
                </a:lnTo>
                <a:lnTo>
                  <a:pt x="8823" y="18499"/>
                </a:lnTo>
                <a:lnTo>
                  <a:pt x="8330" y="16704"/>
                </a:lnTo>
                <a:lnTo>
                  <a:pt x="7967" y="15108"/>
                </a:lnTo>
                <a:lnTo>
                  <a:pt x="7618" y="13208"/>
                </a:lnTo>
                <a:lnTo>
                  <a:pt x="7169" y="10499"/>
                </a:lnTo>
                <a:lnTo>
                  <a:pt x="5745" y="9757"/>
                </a:lnTo>
                <a:lnTo>
                  <a:pt x="4316" y="9036"/>
                </a:lnTo>
                <a:lnTo>
                  <a:pt x="2882" y="8336"/>
                </a:lnTo>
                <a:lnTo>
                  <a:pt x="1443" y="7657"/>
                </a:lnTo>
                <a:lnTo>
                  <a:pt x="0" y="6999"/>
                </a:lnTo>
                <a:lnTo>
                  <a:pt x="0" y="4686"/>
                </a:lnTo>
                <a:lnTo>
                  <a:pt x="0" y="2359"/>
                </a:lnTo>
                <a:lnTo>
                  <a:pt x="0" y="0"/>
                </a:lnTo>
                <a:close/>
              </a:path>
            </a:pathLst>
          </a:custGeom>
          <a:solidFill>
            <a:srgbClr val="98999A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6" name="contour_07854"/>
          <p:cNvSpPr/>
          <p:nvPr/>
        </p:nvSpPr>
        <p:spPr>
          <a:xfrm>
            <a:off x="8282245" y="1668950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588" y="595"/>
                </a:lnTo>
                <a:lnTo>
                  <a:pt x="4783" y="1190"/>
                </a:lnTo>
                <a:lnTo>
                  <a:pt x="5983" y="1793"/>
                </a:lnTo>
                <a:lnTo>
                  <a:pt x="7200" y="2400"/>
                </a:lnTo>
                <a:lnTo>
                  <a:pt x="7387" y="3221"/>
                </a:lnTo>
                <a:lnTo>
                  <a:pt x="7949" y="5700"/>
                </a:lnTo>
                <a:lnTo>
                  <a:pt x="8722" y="7267"/>
                </a:lnTo>
                <a:lnTo>
                  <a:pt x="9619" y="8657"/>
                </a:lnTo>
                <a:lnTo>
                  <a:pt x="10632" y="9888"/>
                </a:lnTo>
                <a:lnTo>
                  <a:pt x="11753" y="10985"/>
                </a:lnTo>
                <a:lnTo>
                  <a:pt x="12965" y="11969"/>
                </a:lnTo>
                <a:lnTo>
                  <a:pt x="14261" y="12864"/>
                </a:lnTo>
                <a:lnTo>
                  <a:pt x="15629" y="13694"/>
                </a:lnTo>
                <a:lnTo>
                  <a:pt x="17057" y="14479"/>
                </a:lnTo>
                <a:lnTo>
                  <a:pt x="18535" y="15242"/>
                </a:lnTo>
                <a:lnTo>
                  <a:pt x="20054" y="16010"/>
                </a:lnTo>
                <a:lnTo>
                  <a:pt x="21600" y="16800"/>
                </a:lnTo>
                <a:lnTo>
                  <a:pt x="21146" y="18257"/>
                </a:lnTo>
                <a:lnTo>
                  <a:pt x="20743" y="19241"/>
                </a:lnTo>
                <a:lnTo>
                  <a:pt x="20170" y="20206"/>
                </a:lnTo>
                <a:lnTo>
                  <a:pt x="19200" y="21600"/>
                </a:lnTo>
                <a:lnTo>
                  <a:pt x="17518" y="21566"/>
                </a:lnTo>
                <a:lnTo>
                  <a:pt x="16294" y="21502"/>
                </a:lnTo>
                <a:lnTo>
                  <a:pt x="15175" y="21365"/>
                </a:lnTo>
                <a:lnTo>
                  <a:pt x="13812" y="21113"/>
                </a:lnTo>
                <a:lnTo>
                  <a:pt x="11851" y="20700"/>
                </a:lnTo>
                <a:lnTo>
                  <a:pt x="11266" y="20582"/>
                </a:lnTo>
                <a:lnTo>
                  <a:pt x="10231" y="20374"/>
                </a:lnTo>
                <a:lnTo>
                  <a:pt x="7865" y="19894"/>
                </a:lnTo>
                <a:lnTo>
                  <a:pt x="7104" y="19721"/>
                </a:lnTo>
                <a:lnTo>
                  <a:pt x="4800" y="19200"/>
                </a:lnTo>
                <a:lnTo>
                  <a:pt x="4800" y="17774"/>
                </a:lnTo>
                <a:lnTo>
                  <a:pt x="4800" y="16344"/>
                </a:lnTo>
                <a:lnTo>
                  <a:pt x="4800" y="14909"/>
                </a:lnTo>
                <a:lnTo>
                  <a:pt x="4800" y="13462"/>
                </a:lnTo>
                <a:lnTo>
                  <a:pt x="4800" y="12000"/>
                </a:lnTo>
                <a:lnTo>
                  <a:pt x="3214" y="12000"/>
                </a:lnTo>
                <a:lnTo>
                  <a:pt x="1618" y="12000"/>
                </a:lnTo>
                <a:lnTo>
                  <a:pt x="0" y="12000"/>
                </a:lnTo>
                <a:lnTo>
                  <a:pt x="298" y="10514"/>
                </a:lnTo>
                <a:lnTo>
                  <a:pt x="595" y="9029"/>
                </a:lnTo>
                <a:lnTo>
                  <a:pt x="893" y="7538"/>
                </a:lnTo>
                <a:lnTo>
                  <a:pt x="1190" y="6046"/>
                </a:lnTo>
                <a:lnTo>
                  <a:pt x="1490" y="4546"/>
                </a:lnTo>
                <a:lnTo>
                  <a:pt x="1793" y="3038"/>
                </a:lnTo>
                <a:lnTo>
                  <a:pt x="2095" y="1524"/>
                </a:lnTo>
                <a:lnTo>
                  <a:pt x="2400" y="0"/>
                </a:lnTo>
                <a:close/>
              </a:path>
            </a:pathLst>
          </a:custGeom>
          <a:solidFill>
            <a:srgbClr val="E0E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7" name="contour_07855"/>
          <p:cNvSpPr/>
          <p:nvPr/>
        </p:nvSpPr>
        <p:spPr>
          <a:xfrm>
            <a:off x="7742285" y="1596070"/>
            <a:ext cx="44377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0" y="0"/>
                </a:moveTo>
                <a:lnTo>
                  <a:pt x="9418" y="470"/>
                </a:lnTo>
                <a:lnTo>
                  <a:pt x="11426" y="940"/>
                </a:lnTo>
                <a:lnTo>
                  <a:pt x="13441" y="1412"/>
                </a:lnTo>
                <a:lnTo>
                  <a:pt x="15463" y="1886"/>
                </a:lnTo>
                <a:lnTo>
                  <a:pt x="17496" y="2363"/>
                </a:lnTo>
                <a:lnTo>
                  <a:pt x="19539" y="2841"/>
                </a:lnTo>
                <a:lnTo>
                  <a:pt x="21600" y="3323"/>
                </a:lnTo>
                <a:lnTo>
                  <a:pt x="19493" y="3323"/>
                </a:lnTo>
                <a:lnTo>
                  <a:pt x="17379" y="3323"/>
                </a:lnTo>
                <a:lnTo>
                  <a:pt x="15257" y="3323"/>
                </a:lnTo>
                <a:lnTo>
                  <a:pt x="13118" y="3323"/>
                </a:lnTo>
                <a:lnTo>
                  <a:pt x="10958" y="3323"/>
                </a:lnTo>
                <a:lnTo>
                  <a:pt x="10958" y="4455"/>
                </a:lnTo>
                <a:lnTo>
                  <a:pt x="10958" y="5584"/>
                </a:lnTo>
                <a:lnTo>
                  <a:pt x="10958" y="6718"/>
                </a:lnTo>
                <a:lnTo>
                  <a:pt x="10958" y="7849"/>
                </a:lnTo>
                <a:lnTo>
                  <a:pt x="10958" y="8982"/>
                </a:lnTo>
                <a:lnTo>
                  <a:pt x="10958" y="10119"/>
                </a:lnTo>
                <a:lnTo>
                  <a:pt x="10958" y="11255"/>
                </a:lnTo>
                <a:lnTo>
                  <a:pt x="10958" y="12393"/>
                </a:lnTo>
                <a:lnTo>
                  <a:pt x="10958" y="13533"/>
                </a:lnTo>
                <a:lnTo>
                  <a:pt x="10958" y="14676"/>
                </a:lnTo>
                <a:lnTo>
                  <a:pt x="10958" y="15823"/>
                </a:lnTo>
                <a:lnTo>
                  <a:pt x="10958" y="16971"/>
                </a:lnTo>
                <a:lnTo>
                  <a:pt x="10958" y="18122"/>
                </a:lnTo>
                <a:lnTo>
                  <a:pt x="10958" y="19277"/>
                </a:lnTo>
                <a:lnTo>
                  <a:pt x="10958" y="20437"/>
                </a:lnTo>
                <a:lnTo>
                  <a:pt x="10958" y="21600"/>
                </a:lnTo>
                <a:lnTo>
                  <a:pt x="8851" y="21600"/>
                </a:lnTo>
                <a:lnTo>
                  <a:pt x="6736" y="21600"/>
                </a:lnTo>
                <a:lnTo>
                  <a:pt x="4615" y="21600"/>
                </a:lnTo>
                <a:lnTo>
                  <a:pt x="2476" y="21600"/>
                </a:lnTo>
                <a:lnTo>
                  <a:pt x="316" y="21600"/>
                </a:lnTo>
                <a:lnTo>
                  <a:pt x="202" y="20347"/>
                </a:lnTo>
                <a:lnTo>
                  <a:pt x="106" y="19121"/>
                </a:lnTo>
                <a:lnTo>
                  <a:pt x="39" y="17921"/>
                </a:lnTo>
                <a:lnTo>
                  <a:pt x="0" y="16743"/>
                </a:lnTo>
                <a:lnTo>
                  <a:pt x="0" y="15585"/>
                </a:lnTo>
                <a:lnTo>
                  <a:pt x="43" y="14445"/>
                </a:lnTo>
                <a:lnTo>
                  <a:pt x="135" y="13319"/>
                </a:lnTo>
                <a:lnTo>
                  <a:pt x="284" y="12206"/>
                </a:lnTo>
                <a:lnTo>
                  <a:pt x="497" y="11101"/>
                </a:lnTo>
                <a:lnTo>
                  <a:pt x="777" y="10002"/>
                </a:lnTo>
                <a:lnTo>
                  <a:pt x="1132" y="8909"/>
                </a:lnTo>
                <a:lnTo>
                  <a:pt x="1568" y="7818"/>
                </a:lnTo>
                <a:lnTo>
                  <a:pt x="2093" y="6724"/>
                </a:lnTo>
                <a:lnTo>
                  <a:pt x="2707" y="5628"/>
                </a:lnTo>
                <a:lnTo>
                  <a:pt x="3423" y="4524"/>
                </a:lnTo>
                <a:lnTo>
                  <a:pt x="4246" y="3413"/>
                </a:lnTo>
                <a:lnTo>
                  <a:pt x="5183" y="2291"/>
                </a:lnTo>
                <a:lnTo>
                  <a:pt x="6233" y="1153"/>
                </a:lnTo>
                <a:lnTo>
                  <a:pt x="7410" y="0"/>
                </a:lnTo>
                <a:close/>
              </a:path>
            </a:pathLst>
          </a:custGeom>
          <a:solidFill>
            <a:srgbClr val="EEF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8" name="contour_07856"/>
          <p:cNvSpPr/>
          <p:nvPr/>
        </p:nvSpPr>
        <p:spPr>
          <a:xfrm>
            <a:off x="6693463" y="1392006"/>
            <a:ext cx="29983" cy="174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51" y="0"/>
                </a:moveTo>
                <a:lnTo>
                  <a:pt x="18355" y="0"/>
                </a:lnTo>
                <a:lnTo>
                  <a:pt x="21001" y="0"/>
                </a:lnTo>
                <a:lnTo>
                  <a:pt x="21054" y="605"/>
                </a:lnTo>
                <a:lnTo>
                  <a:pt x="21106" y="1210"/>
                </a:lnTo>
                <a:lnTo>
                  <a:pt x="21148" y="1814"/>
                </a:lnTo>
                <a:lnTo>
                  <a:pt x="21190" y="2419"/>
                </a:lnTo>
                <a:lnTo>
                  <a:pt x="21227" y="3023"/>
                </a:lnTo>
                <a:lnTo>
                  <a:pt x="21264" y="3628"/>
                </a:lnTo>
                <a:lnTo>
                  <a:pt x="21295" y="4233"/>
                </a:lnTo>
                <a:lnTo>
                  <a:pt x="21327" y="4838"/>
                </a:lnTo>
                <a:lnTo>
                  <a:pt x="21374" y="5296"/>
                </a:lnTo>
                <a:lnTo>
                  <a:pt x="21416" y="5756"/>
                </a:lnTo>
                <a:lnTo>
                  <a:pt x="21463" y="6223"/>
                </a:lnTo>
                <a:lnTo>
                  <a:pt x="21479" y="6665"/>
                </a:lnTo>
                <a:lnTo>
                  <a:pt x="21495" y="7108"/>
                </a:lnTo>
                <a:lnTo>
                  <a:pt x="21516" y="7558"/>
                </a:lnTo>
                <a:lnTo>
                  <a:pt x="21558" y="8168"/>
                </a:lnTo>
                <a:lnTo>
                  <a:pt x="21600" y="8787"/>
                </a:lnTo>
                <a:lnTo>
                  <a:pt x="21043" y="9446"/>
                </a:lnTo>
                <a:lnTo>
                  <a:pt x="20156" y="10023"/>
                </a:lnTo>
                <a:lnTo>
                  <a:pt x="18959" y="10562"/>
                </a:lnTo>
                <a:lnTo>
                  <a:pt x="17484" y="11106"/>
                </a:lnTo>
                <a:lnTo>
                  <a:pt x="15751" y="11700"/>
                </a:lnTo>
                <a:lnTo>
                  <a:pt x="15557" y="12305"/>
                </a:lnTo>
                <a:lnTo>
                  <a:pt x="15499" y="12726"/>
                </a:lnTo>
                <a:lnTo>
                  <a:pt x="15573" y="13163"/>
                </a:lnTo>
                <a:lnTo>
                  <a:pt x="15793" y="13813"/>
                </a:lnTo>
                <a:lnTo>
                  <a:pt x="15924" y="14409"/>
                </a:lnTo>
                <a:lnTo>
                  <a:pt x="16061" y="15014"/>
                </a:lnTo>
                <a:lnTo>
                  <a:pt x="16239" y="15638"/>
                </a:lnTo>
                <a:lnTo>
                  <a:pt x="16439" y="16262"/>
                </a:lnTo>
                <a:lnTo>
                  <a:pt x="16654" y="16886"/>
                </a:lnTo>
                <a:lnTo>
                  <a:pt x="16880" y="17510"/>
                </a:lnTo>
                <a:lnTo>
                  <a:pt x="16985" y="18167"/>
                </a:lnTo>
                <a:lnTo>
                  <a:pt x="17006" y="18802"/>
                </a:lnTo>
                <a:lnTo>
                  <a:pt x="16854" y="19427"/>
                </a:lnTo>
                <a:lnTo>
                  <a:pt x="16465" y="20056"/>
                </a:lnTo>
                <a:lnTo>
                  <a:pt x="15751" y="20700"/>
                </a:lnTo>
                <a:lnTo>
                  <a:pt x="11824" y="21056"/>
                </a:lnTo>
                <a:lnTo>
                  <a:pt x="9041" y="21281"/>
                </a:lnTo>
                <a:lnTo>
                  <a:pt x="6647" y="21418"/>
                </a:lnTo>
                <a:lnTo>
                  <a:pt x="3885" y="21510"/>
                </a:lnTo>
                <a:lnTo>
                  <a:pt x="0" y="21600"/>
                </a:lnTo>
                <a:lnTo>
                  <a:pt x="247" y="21012"/>
                </a:lnTo>
                <a:lnTo>
                  <a:pt x="494" y="20425"/>
                </a:lnTo>
                <a:lnTo>
                  <a:pt x="746" y="19837"/>
                </a:lnTo>
                <a:lnTo>
                  <a:pt x="998" y="19250"/>
                </a:lnTo>
                <a:lnTo>
                  <a:pt x="1255" y="18662"/>
                </a:lnTo>
                <a:lnTo>
                  <a:pt x="1512" y="18075"/>
                </a:lnTo>
                <a:lnTo>
                  <a:pt x="1775" y="17487"/>
                </a:lnTo>
                <a:lnTo>
                  <a:pt x="2037" y="16900"/>
                </a:lnTo>
                <a:lnTo>
                  <a:pt x="2300" y="16312"/>
                </a:lnTo>
                <a:lnTo>
                  <a:pt x="2504" y="15812"/>
                </a:lnTo>
                <a:lnTo>
                  <a:pt x="2714" y="15308"/>
                </a:lnTo>
                <a:lnTo>
                  <a:pt x="2924" y="14797"/>
                </a:lnTo>
                <a:lnTo>
                  <a:pt x="3145" y="14314"/>
                </a:lnTo>
                <a:lnTo>
                  <a:pt x="3365" y="13829"/>
                </a:lnTo>
                <a:lnTo>
                  <a:pt x="3591" y="13338"/>
                </a:lnTo>
                <a:lnTo>
                  <a:pt x="3780" y="12894"/>
                </a:lnTo>
                <a:lnTo>
                  <a:pt x="3975" y="12449"/>
                </a:lnTo>
                <a:lnTo>
                  <a:pt x="4174" y="11996"/>
                </a:lnTo>
                <a:lnTo>
                  <a:pt x="4941" y="11327"/>
                </a:lnTo>
                <a:lnTo>
                  <a:pt x="5949" y="10732"/>
                </a:lnTo>
                <a:lnTo>
                  <a:pt x="7209" y="10169"/>
                </a:lnTo>
                <a:lnTo>
                  <a:pt x="8721" y="9605"/>
                </a:lnTo>
                <a:lnTo>
                  <a:pt x="10501" y="9000"/>
                </a:lnTo>
                <a:lnTo>
                  <a:pt x="11131" y="8387"/>
                </a:lnTo>
                <a:lnTo>
                  <a:pt x="11514" y="7959"/>
                </a:lnTo>
                <a:lnTo>
                  <a:pt x="11808" y="7516"/>
                </a:lnTo>
                <a:lnTo>
                  <a:pt x="12160" y="6855"/>
                </a:lnTo>
                <a:lnTo>
                  <a:pt x="12328" y="6554"/>
                </a:lnTo>
                <a:lnTo>
                  <a:pt x="12827" y="5643"/>
                </a:lnTo>
                <a:lnTo>
                  <a:pt x="13142" y="5019"/>
                </a:lnTo>
                <a:lnTo>
                  <a:pt x="13451" y="4388"/>
                </a:lnTo>
                <a:lnTo>
                  <a:pt x="13798" y="3754"/>
                </a:lnTo>
                <a:lnTo>
                  <a:pt x="14139" y="3111"/>
                </a:lnTo>
                <a:lnTo>
                  <a:pt x="14470" y="2489"/>
                </a:lnTo>
                <a:lnTo>
                  <a:pt x="14796" y="1867"/>
                </a:lnTo>
                <a:lnTo>
                  <a:pt x="15121" y="1245"/>
                </a:lnTo>
                <a:lnTo>
                  <a:pt x="15436" y="623"/>
                </a:lnTo>
                <a:lnTo>
                  <a:pt x="15751" y="0"/>
                </a:lnTo>
                <a:close/>
              </a:path>
            </a:pathLst>
          </a:custGeom>
          <a:solidFill>
            <a:srgbClr val="B7C4CB"/>
          </a:solidFill>
          <a:ln>
            <a:noFill/>
          </a:ln>
        </p:spPr>
        <p:txBody>
          <a:bodyPr/>
          <a:lstStyle/>
          <a:p/>
        </p:txBody>
      </p:sp>
      <p:sp>
        <p:nvSpPr>
          <p:cNvPr id="7859" name="contour_07857"/>
          <p:cNvSpPr/>
          <p:nvPr/>
        </p:nvSpPr>
        <p:spPr>
          <a:xfrm>
            <a:off x="10228139" y="1486750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3" y="0"/>
                </a:lnTo>
                <a:lnTo>
                  <a:pt x="3329" y="0"/>
                </a:lnTo>
                <a:lnTo>
                  <a:pt x="4994" y="0"/>
                </a:lnTo>
                <a:lnTo>
                  <a:pt x="6662" y="0"/>
                </a:lnTo>
                <a:lnTo>
                  <a:pt x="8338" y="0"/>
                </a:lnTo>
                <a:lnTo>
                  <a:pt x="10015" y="0"/>
                </a:lnTo>
                <a:lnTo>
                  <a:pt x="11700" y="0"/>
                </a:lnTo>
                <a:lnTo>
                  <a:pt x="13392" y="0"/>
                </a:lnTo>
                <a:lnTo>
                  <a:pt x="15091" y="0"/>
                </a:lnTo>
                <a:lnTo>
                  <a:pt x="16800" y="0"/>
                </a:lnTo>
                <a:lnTo>
                  <a:pt x="16764" y="761"/>
                </a:lnTo>
                <a:lnTo>
                  <a:pt x="16730" y="1523"/>
                </a:lnTo>
                <a:lnTo>
                  <a:pt x="16682" y="2570"/>
                </a:lnTo>
                <a:lnTo>
                  <a:pt x="16608" y="4190"/>
                </a:lnTo>
                <a:lnTo>
                  <a:pt x="16495" y="6666"/>
                </a:lnTo>
                <a:lnTo>
                  <a:pt x="16332" y="10284"/>
                </a:lnTo>
                <a:lnTo>
                  <a:pt x="16565" y="11880"/>
                </a:lnTo>
                <a:lnTo>
                  <a:pt x="16800" y="13500"/>
                </a:lnTo>
                <a:lnTo>
                  <a:pt x="17988" y="14199"/>
                </a:lnTo>
                <a:lnTo>
                  <a:pt x="19186" y="14885"/>
                </a:lnTo>
                <a:lnTo>
                  <a:pt x="20388" y="15552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18826" y="21192"/>
                </a:lnTo>
                <a:lnTo>
                  <a:pt x="16874" y="20866"/>
                </a:lnTo>
                <a:lnTo>
                  <a:pt x="15485" y="20550"/>
                </a:lnTo>
                <a:lnTo>
                  <a:pt x="14386" y="20166"/>
                </a:lnTo>
                <a:lnTo>
                  <a:pt x="13313" y="19643"/>
                </a:lnTo>
                <a:lnTo>
                  <a:pt x="12000" y="18900"/>
                </a:lnTo>
                <a:lnTo>
                  <a:pt x="11275" y="17113"/>
                </a:lnTo>
                <a:lnTo>
                  <a:pt x="10742" y="15393"/>
                </a:lnTo>
                <a:lnTo>
                  <a:pt x="10354" y="13686"/>
                </a:lnTo>
                <a:lnTo>
                  <a:pt x="10063" y="11937"/>
                </a:lnTo>
                <a:lnTo>
                  <a:pt x="9828" y="10095"/>
                </a:lnTo>
                <a:lnTo>
                  <a:pt x="9600" y="8100"/>
                </a:lnTo>
                <a:lnTo>
                  <a:pt x="8174" y="8635"/>
                </a:lnTo>
                <a:lnTo>
                  <a:pt x="6744" y="9172"/>
                </a:lnTo>
                <a:lnTo>
                  <a:pt x="5309" y="9709"/>
                </a:lnTo>
                <a:lnTo>
                  <a:pt x="3862" y="10252"/>
                </a:lnTo>
                <a:lnTo>
                  <a:pt x="2400" y="10800"/>
                </a:lnTo>
                <a:lnTo>
                  <a:pt x="2004" y="9018"/>
                </a:lnTo>
                <a:lnTo>
                  <a:pt x="1608" y="7233"/>
                </a:lnTo>
                <a:lnTo>
                  <a:pt x="1210" y="5440"/>
                </a:lnTo>
                <a:lnTo>
                  <a:pt x="809" y="3640"/>
                </a:lnTo>
                <a:lnTo>
                  <a:pt x="406" y="1828"/>
                </a:lnTo>
                <a:lnTo>
                  <a:pt x="0" y="0"/>
                </a:lnTo>
                <a:close/>
              </a:path>
            </a:pathLst>
          </a:custGeom>
          <a:solidFill>
            <a:srgbClr val="E9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0" name="contour_07858"/>
          <p:cNvSpPr/>
          <p:nvPr/>
        </p:nvSpPr>
        <p:spPr>
          <a:xfrm>
            <a:off x="6931890" y="1458407"/>
            <a:ext cx="45805" cy="57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90" y="841"/>
                </a:moveTo>
                <a:lnTo>
                  <a:pt x="16232" y="2127"/>
                </a:lnTo>
                <a:lnTo>
                  <a:pt x="17809" y="3392"/>
                </a:lnTo>
                <a:lnTo>
                  <a:pt x="19191" y="4720"/>
                </a:lnTo>
                <a:lnTo>
                  <a:pt x="20432" y="6199"/>
                </a:lnTo>
                <a:lnTo>
                  <a:pt x="21600" y="7910"/>
                </a:lnTo>
                <a:lnTo>
                  <a:pt x="21421" y="9901"/>
                </a:lnTo>
                <a:lnTo>
                  <a:pt x="21057" y="11724"/>
                </a:lnTo>
                <a:lnTo>
                  <a:pt x="20535" y="13460"/>
                </a:lnTo>
                <a:lnTo>
                  <a:pt x="19864" y="15177"/>
                </a:lnTo>
                <a:lnTo>
                  <a:pt x="19067" y="16954"/>
                </a:lnTo>
                <a:lnTo>
                  <a:pt x="18163" y="18862"/>
                </a:lnTo>
                <a:lnTo>
                  <a:pt x="16462" y="18183"/>
                </a:lnTo>
                <a:lnTo>
                  <a:pt x="14754" y="17504"/>
                </a:lnTo>
                <a:lnTo>
                  <a:pt x="13032" y="16817"/>
                </a:lnTo>
                <a:lnTo>
                  <a:pt x="11290" y="16124"/>
                </a:lnTo>
                <a:lnTo>
                  <a:pt x="11290" y="17934"/>
                </a:lnTo>
                <a:lnTo>
                  <a:pt x="11290" y="19755"/>
                </a:lnTo>
                <a:lnTo>
                  <a:pt x="11290" y="21600"/>
                </a:lnTo>
                <a:lnTo>
                  <a:pt x="9248" y="21600"/>
                </a:lnTo>
                <a:lnTo>
                  <a:pt x="7200" y="21600"/>
                </a:lnTo>
                <a:lnTo>
                  <a:pt x="5145" y="21600"/>
                </a:lnTo>
                <a:lnTo>
                  <a:pt x="3072" y="21600"/>
                </a:lnTo>
                <a:lnTo>
                  <a:pt x="979" y="21600"/>
                </a:lnTo>
                <a:lnTo>
                  <a:pt x="567" y="17701"/>
                </a:lnTo>
                <a:lnTo>
                  <a:pt x="261" y="14550"/>
                </a:lnTo>
                <a:lnTo>
                  <a:pt x="69" y="12033"/>
                </a:lnTo>
                <a:lnTo>
                  <a:pt x="0" y="10037"/>
                </a:lnTo>
                <a:lnTo>
                  <a:pt x="72" y="8444"/>
                </a:lnTo>
                <a:lnTo>
                  <a:pt x="296" y="7143"/>
                </a:lnTo>
                <a:lnTo>
                  <a:pt x="677" y="6021"/>
                </a:lnTo>
                <a:lnTo>
                  <a:pt x="1234" y="4961"/>
                </a:lnTo>
                <a:lnTo>
                  <a:pt x="1976" y="3850"/>
                </a:lnTo>
                <a:lnTo>
                  <a:pt x="2911" y="2574"/>
                </a:lnTo>
                <a:lnTo>
                  <a:pt x="5131" y="1273"/>
                </a:lnTo>
                <a:lnTo>
                  <a:pt x="7279" y="400"/>
                </a:lnTo>
                <a:lnTo>
                  <a:pt x="9465" y="0"/>
                </a:lnTo>
                <a:lnTo>
                  <a:pt x="11798" y="131"/>
                </a:lnTo>
                <a:lnTo>
                  <a:pt x="14390" y="841"/>
                </a:lnTo>
                <a:close/>
              </a:path>
            </a:pathLst>
          </a:custGeom>
          <a:solidFill>
            <a:srgbClr val="D6E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1" name="contour_07859"/>
          <p:cNvSpPr/>
          <p:nvPr/>
        </p:nvSpPr>
        <p:spPr>
          <a:xfrm>
            <a:off x="2005688" y="1436981"/>
            <a:ext cx="48742" cy="570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85" y="292"/>
                </a:moveTo>
                <a:lnTo>
                  <a:pt x="18881" y="1495"/>
                </a:lnTo>
                <a:lnTo>
                  <a:pt x="19885" y="2425"/>
                </a:lnTo>
                <a:lnTo>
                  <a:pt x="20592" y="3562"/>
                </a:lnTo>
                <a:lnTo>
                  <a:pt x="21400" y="5380"/>
                </a:lnTo>
                <a:lnTo>
                  <a:pt x="21542" y="7333"/>
                </a:lnTo>
                <a:lnTo>
                  <a:pt x="21600" y="9124"/>
                </a:lnTo>
                <a:lnTo>
                  <a:pt x="21529" y="10823"/>
                </a:lnTo>
                <a:lnTo>
                  <a:pt x="21280" y="12501"/>
                </a:lnTo>
                <a:lnTo>
                  <a:pt x="20815" y="14231"/>
                </a:lnTo>
                <a:lnTo>
                  <a:pt x="20085" y="16082"/>
                </a:lnTo>
                <a:lnTo>
                  <a:pt x="18028" y="17028"/>
                </a:lnTo>
                <a:lnTo>
                  <a:pt x="15958" y="17862"/>
                </a:lnTo>
                <a:lnTo>
                  <a:pt x="13868" y="18593"/>
                </a:lnTo>
                <a:lnTo>
                  <a:pt x="11753" y="19238"/>
                </a:lnTo>
                <a:lnTo>
                  <a:pt x="9611" y="19809"/>
                </a:lnTo>
                <a:lnTo>
                  <a:pt x="7441" y="20317"/>
                </a:lnTo>
                <a:lnTo>
                  <a:pt x="5235" y="20778"/>
                </a:lnTo>
                <a:lnTo>
                  <a:pt x="2991" y="21200"/>
                </a:lnTo>
                <a:lnTo>
                  <a:pt x="707" y="21600"/>
                </a:lnTo>
                <a:lnTo>
                  <a:pt x="400" y="19586"/>
                </a:lnTo>
                <a:lnTo>
                  <a:pt x="171" y="17611"/>
                </a:lnTo>
                <a:lnTo>
                  <a:pt x="32" y="15663"/>
                </a:lnTo>
                <a:lnTo>
                  <a:pt x="0" y="13726"/>
                </a:lnTo>
                <a:lnTo>
                  <a:pt x="94" y="11781"/>
                </a:lnTo>
                <a:lnTo>
                  <a:pt x="323" y="9814"/>
                </a:lnTo>
                <a:lnTo>
                  <a:pt x="707" y="7805"/>
                </a:lnTo>
                <a:lnTo>
                  <a:pt x="2148" y="6301"/>
                </a:lnTo>
                <a:lnTo>
                  <a:pt x="3666" y="4850"/>
                </a:lnTo>
                <a:lnTo>
                  <a:pt x="5274" y="3501"/>
                </a:lnTo>
                <a:lnTo>
                  <a:pt x="6976" y="2301"/>
                </a:lnTo>
                <a:lnTo>
                  <a:pt x="8778" y="1302"/>
                </a:lnTo>
                <a:lnTo>
                  <a:pt x="10693" y="555"/>
                </a:lnTo>
                <a:lnTo>
                  <a:pt x="12728" y="102"/>
                </a:lnTo>
                <a:lnTo>
                  <a:pt x="14889" y="0"/>
                </a:lnTo>
                <a:lnTo>
                  <a:pt x="17185" y="292"/>
                </a:lnTo>
                <a:close/>
              </a:path>
            </a:pathLst>
          </a:custGeom>
          <a:solidFill>
            <a:srgbClr val="DBDC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2" name="contour_07860"/>
          <p:cNvSpPr/>
          <p:nvPr/>
        </p:nvSpPr>
        <p:spPr>
          <a:xfrm>
            <a:off x="4171818" y="1427892"/>
            <a:ext cx="160336" cy="28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4" y="76"/>
                </a:moveTo>
                <a:lnTo>
                  <a:pt x="14661" y="92"/>
                </a:lnTo>
                <a:lnTo>
                  <a:pt x="15208" y="114"/>
                </a:lnTo>
                <a:lnTo>
                  <a:pt x="15756" y="130"/>
                </a:lnTo>
                <a:lnTo>
                  <a:pt x="16303" y="152"/>
                </a:lnTo>
                <a:lnTo>
                  <a:pt x="16966" y="174"/>
                </a:lnTo>
                <a:lnTo>
                  <a:pt x="17628" y="201"/>
                </a:lnTo>
                <a:lnTo>
                  <a:pt x="18290" y="228"/>
                </a:lnTo>
                <a:lnTo>
                  <a:pt x="18952" y="261"/>
                </a:lnTo>
                <a:lnTo>
                  <a:pt x="19614" y="293"/>
                </a:lnTo>
                <a:lnTo>
                  <a:pt x="20276" y="331"/>
                </a:lnTo>
                <a:lnTo>
                  <a:pt x="20938" y="369"/>
                </a:lnTo>
                <a:lnTo>
                  <a:pt x="21600" y="413"/>
                </a:lnTo>
                <a:lnTo>
                  <a:pt x="21600" y="3106"/>
                </a:lnTo>
                <a:lnTo>
                  <a:pt x="21600" y="5843"/>
                </a:lnTo>
                <a:lnTo>
                  <a:pt x="21369" y="5924"/>
                </a:lnTo>
                <a:lnTo>
                  <a:pt x="20671" y="6168"/>
                </a:lnTo>
                <a:lnTo>
                  <a:pt x="20067" y="6396"/>
                </a:lnTo>
                <a:lnTo>
                  <a:pt x="19464" y="6635"/>
                </a:lnTo>
                <a:lnTo>
                  <a:pt x="18860" y="6874"/>
                </a:lnTo>
                <a:lnTo>
                  <a:pt x="18256" y="7124"/>
                </a:lnTo>
                <a:lnTo>
                  <a:pt x="17652" y="7374"/>
                </a:lnTo>
                <a:lnTo>
                  <a:pt x="17049" y="7624"/>
                </a:lnTo>
                <a:lnTo>
                  <a:pt x="16445" y="7879"/>
                </a:lnTo>
                <a:lnTo>
                  <a:pt x="15962" y="8047"/>
                </a:lnTo>
                <a:lnTo>
                  <a:pt x="15477" y="8215"/>
                </a:lnTo>
                <a:lnTo>
                  <a:pt x="14985" y="8389"/>
                </a:lnTo>
                <a:lnTo>
                  <a:pt x="14293" y="8710"/>
                </a:lnTo>
                <a:lnTo>
                  <a:pt x="13627" y="9073"/>
                </a:lnTo>
                <a:lnTo>
                  <a:pt x="12983" y="9508"/>
                </a:lnTo>
                <a:lnTo>
                  <a:pt x="12355" y="10051"/>
                </a:lnTo>
                <a:lnTo>
                  <a:pt x="11742" y="10724"/>
                </a:lnTo>
                <a:lnTo>
                  <a:pt x="11136" y="11560"/>
                </a:lnTo>
                <a:lnTo>
                  <a:pt x="10534" y="12597"/>
                </a:lnTo>
                <a:lnTo>
                  <a:pt x="9933" y="13857"/>
                </a:lnTo>
                <a:lnTo>
                  <a:pt x="9327" y="15377"/>
                </a:lnTo>
                <a:lnTo>
                  <a:pt x="8714" y="17186"/>
                </a:lnTo>
                <a:lnTo>
                  <a:pt x="8031" y="19233"/>
                </a:lnTo>
                <a:lnTo>
                  <a:pt x="7483" y="20590"/>
                </a:lnTo>
                <a:lnTo>
                  <a:pt x="6988" y="21345"/>
                </a:lnTo>
                <a:lnTo>
                  <a:pt x="6460" y="21600"/>
                </a:lnTo>
                <a:lnTo>
                  <a:pt x="5821" y="21459"/>
                </a:lnTo>
                <a:lnTo>
                  <a:pt x="4986" y="21003"/>
                </a:lnTo>
                <a:lnTo>
                  <a:pt x="4393" y="19922"/>
                </a:lnTo>
                <a:lnTo>
                  <a:pt x="3796" y="18831"/>
                </a:lnTo>
                <a:lnTo>
                  <a:pt x="3191" y="17723"/>
                </a:lnTo>
                <a:lnTo>
                  <a:pt x="2588" y="16675"/>
                </a:lnTo>
                <a:lnTo>
                  <a:pt x="1980" y="15627"/>
                </a:lnTo>
                <a:lnTo>
                  <a:pt x="1366" y="14563"/>
                </a:lnTo>
                <a:lnTo>
                  <a:pt x="914" y="13471"/>
                </a:lnTo>
                <a:lnTo>
                  <a:pt x="460" y="12380"/>
                </a:lnTo>
                <a:lnTo>
                  <a:pt x="0" y="11272"/>
                </a:lnTo>
                <a:lnTo>
                  <a:pt x="0" y="8579"/>
                </a:lnTo>
                <a:lnTo>
                  <a:pt x="0" y="5843"/>
                </a:lnTo>
                <a:lnTo>
                  <a:pt x="674" y="5082"/>
                </a:lnTo>
                <a:lnTo>
                  <a:pt x="1346" y="4387"/>
                </a:lnTo>
                <a:lnTo>
                  <a:pt x="2018" y="3757"/>
                </a:lnTo>
                <a:lnTo>
                  <a:pt x="2687" y="3182"/>
                </a:lnTo>
                <a:lnTo>
                  <a:pt x="3356" y="2671"/>
                </a:lnTo>
                <a:lnTo>
                  <a:pt x="4024" y="2210"/>
                </a:lnTo>
                <a:lnTo>
                  <a:pt x="4692" y="1808"/>
                </a:lnTo>
                <a:lnTo>
                  <a:pt x="5360" y="1450"/>
                </a:lnTo>
                <a:lnTo>
                  <a:pt x="6027" y="1140"/>
                </a:lnTo>
                <a:lnTo>
                  <a:pt x="6695" y="874"/>
                </a:lnTo>
                <a:lnTo>
                  <a:pt x="7363" y="646"/>
                </a:lnTo>
                <a:lnTo>
                  <a:pt x="8031" y="462"/>
                </a:lnTo>
                <a:lnTo>
                  <a:pt x="8701" y="310"/>
                </a:lnTo>
                <a:lnTo>
                  <a:pt x="9371" y="195"/>
                </a:lnTo>
                <a:lnTo>
                  <a:pt x="10044" y="109"/>
                </a:lnTo>
                <a:lnTo>
                  <a:pt x="10717" y="49"/>
                </a:lnTo>
                <a:lnTo>
                  <a:pt x="11392" y="16"/>
                </a:lnTo>
                <a:lnTo>
                  <a:pt x="12069" y="0"/>
                </a:lnTo>
                <a:lnTo>
                  <a:pt x="12748" y="11"/>
                </a:lnTo>
                <a:lnTo>
                  <a:pt x="13429" y="33"/>
                </a:lnTo>
                <a:lnTo>
                  <a:pt x="14114" y="76"/>
                </a:lnTo>
                <a:close/>
              </a:path>
            </a:pathLst>
          </a:custGeom>
          <a:solidFill>
            <a:srgbClr val="D9E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3" name="contour_07861"/>
          <p:cNvSpPr/>
          <p:nvPr/>
        </p:nvSpPr>
        <p:spPr>
          <a:xfrm>
            <a:off x="3858434" y="1399294"/>
            <a:ext cx="145760" cy="288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38" y="186"/>
                </a:lnTo>
                <a:lnTo>
                  <a:pt x="1475" y="372"/>
                </a:lnTo>
                <a:lnTo>
                  <a:pt x="2212" y="557"/>
                </a:lnTo>
                <a:lnTo>
                  <a:pt x="2951" y="749"/>
                </a:lnTo>
                <a:lnTo>
                  <a:pt x="3688" y="935"/>
                </a:lnTo>
                <a:lnTo>
                  <a:pt x="4426" y="1120"/>
                </a:lnTo>
                <a:lnTo>
                  <a:pt x="5165" y="1306"/>
                </a:lnTo>
                <a:lnTo>
                  <a:pt x="5903" y="1492"/>
                </a:lnTo>
                <a:lnTo>
                  <a:pt x="6643" y="1683"/>
                </a:lnTo>
                <a:lnTo>
                  <a:pt x="7383" y="1869"/>
                </a:lnTo>
                <a:lnTo>
                  <a:pt x="8123" y="2055"/>
                </a:lnTo>
                <a:lnTo>
                  <a:pt x="8864" y="2241"/>
                </a:lnTo>
                <a:lnTo>
                  <a:pt x="9606" y="2432"/>
                </a:lnTo>
                <a:lnTo>
                  <a:pt x="10347" y="2618"/>
                </a:lnTo>
                <a:lnTo>
                  <a:pt x="11091" y="2804"/>
                </a:lnTo>
                <a:lnTo>
                  <a:pt x="11835" y="2995"/>
                </a:lnTo>
                <a:lnTo>
                  <a:pt x="12579" y="3181"/>
                </a:lnTo>
                <a:lnTo>
                  <a:pt x="13324" y="3372"/>
                </a:lnTo>
                <a:lnTo>
                  <a:pt x="14071" y="3558"/>
                </a:lnTo>
                <a:lnTo>
                  <a:pt x="14819" y="3749"/>
                </a:lnTo>
                <a:lnTo>
                  <a:pt x="15567" y="3941"/>
                </a:lnTo>
                <a:lnTo>
                  <a:pt x="16317" y="4127"/>
                </a:lnTo>
                <a:lnTo>
                  <a:pt x="17067" y="4318"/>
                </a:lnTo>
                <a:lnTo>
                  <a:pt x="17820" y="4509"/>
                </a:lnTo>
                <a:lnTo>
                  <a:pt x="18573" y="4700"/>
                </a:lnTo>
                <a:lnTo>
                  <a:pt x="19328" y="4892"/>
                </a:lnTo>
                <a:lnTo>
                  <a:pt x="20084" y="5083"/>
                </a:lnTo>
                <a:lnTo>
                  <a:pt x="20841" y="5274"/>
                </a:lnTo>
                <a:lnTo>
                  <a:pt x="21600" y="5466"/>
                </a:lnTo>
                <a:lnTo>
                  <a:pt x="21600" y="8177"/>
                </a:lnTo>
                <a:lnTo>
                  <a:pt x="21600" y="10931"/>
                </a:lnTo>
                <a:lnTo>
                  <a:pt x="21338" y="11035"/>
                </a:lnTo>
                <a:lnTo>
                  <a:pt x="20544" y="11347"/>
                </a:lnTo>
                <a:lnTo>
                  <a:pt x="19866" y="11620"/>
                </a:lnTo>
                <a:lnTo>
                  <a:pt x="19187" y="11899"/>
                </a:lnTo>
                <a:lnTo>
                  <a:pt x="18509" y="12177"/>
                </a:lnTo>
                <a:lnTo>
                  <a:pt x="17830" y="12462"/>
                </a:lnTo>
                <a:lnTo>
                  <a:pt x="17151" y="12751"/>
                </a:lnTo>
                <a:lnTo>
                  <a:pt x="16473" y="13035"/>
                </a:lnTo>
                <a:lnTo>
                  <a:pt x="15795" y="13325"/>
                </a:lnTo>
                <a:lnTo>
                  <a:pt x="15551" y="13418"/>
                </a:lnTo>
                <a:lnTo>
                  <a:pt x="15120" y="13587"/>
                </a:lnTo>
                <a:lnTo>
                  <a:pt x="14133" y="13976"/>
                </a:lnTo>
                <a:lnTo>
                  <a:pt x="13603" y="14205"/>
                </a:lnTo>
                <a:lnTo>
                  <a:pt x="13070" y="14435"/>
                </a:lnTo>
                <a:lnTo>
                  <a:pt x="12530" y="14670"/>
                </a:lnTo>
                <a:lnTo>
                  <a:pt x="12163" y="14817"/>
                </a:lnTo>
                <a:lnTo>
                  <a:pt x="11056" y="15276"/>
                </a:lnTo>
                <a:lnTo>
                  <a:pt x="10265" y="15970"/>
                </a:lnTo>
                <a:lnTo>
                  <a:pt x="9745" y="16615"/>
                </a:lnTo>
                <a:lnTo>
                  <a:pt x="9260" y="17594"/>
                </a:lnTo>
                <a:lnTo>
                  <a:pt x="8581" y="19277"/>
                </a:lnTo>
                <a:lnTo>
                  <a:pt x="7878" y="20698"/>
                </a:lnTo>
                <a:lnTo>
                  <a:pt x="7187" y="21425"/>
                </a:lnTo>
                <a:lnTo>
                  <a:pt x="6504" y="21600"/>
                </a:lnTo>
                <a:lnTo>
                  <a:pt x="5817" y="21360"/>
                </a:lnTo>
                <a:lnTo>
                  <a:pt x="5117" y="20835"/>
                </a:lnTo>
                <a:lnTo>
                  <a:pt x="4397" y="20157"/>
                </a:lnTo>
                <a:lnTo>
                  <a:pt x="3645" y="19468"/>
                </a:lnTo>
                <a:lnTo>
                  <a:pt x="2962" y="18916"/>
                </a:lnTo>
                <a:lnTo>
                  <a:pt x="2274" y="18353"/>
                </a:lnTo>
                <a:lnTo>
                  <a:pt x="1578" y="17785"/>
                </a:lnTo>
                <a:lnTo>
                  <a:pt x="1056" y="17326"/>
                </a:lnTo>
                <a:lnTo>
                  <a:pt x="532" y="16861"/>
                </a:lnTo>
                <a:lnTo>
                  <a:pt x="0" y="16397"/>
                </a:lnTo>
                <a:lnTo>
                  <a:pt x="0" y="13150"/>
                </a:lnTo>
                <a:lnTo>
                  <a:pt x="0" y="9893"/>
                </a:lnTo>
                <a:lnTo>
                  <a:pt x="0" y="6624"/>
                </a:lnTo>
                <a:lnTo>
                  <a:pt x="0" y="3329"/>
                </a:lnTo>
                <a:lnTo>
                  <a:pt x="0" y="0"/>
                </a:lnTo>
                <a:close/>
              </a:path>
            </a:pathLst>
          </a:custGeom>
          <a:solidFill>
            <a:srgbClr val="C1CCD2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4" name="contour_07862"/>
          <p:cNvSpPr/>
          <p:nvPr/>
        </p:nvSpPr>
        <p:spPr>
          <a:xfrm>
            <a:off x="9665251" y="1304550"/>
            <a:ext cx="4544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4" y="0"/>
                </a:moveTo>
                <a:lnTo>
                  <a:pt x="2532" y="0"/>
                </a:lnTo>
                <a:lnTo>
                  <a:pt x="4278" y="0"/>
                </a:lnTo>
                <a:lnTo>
                  <a:pt x="4278" y="1018"/>
                </a:lnTo>
                <a:lnTo>
                  <a:pt x="4278" y="2038"/>
                </a:lnTo>
                <a:lnTo>
                  <a:pt x="4278" y="3058"/>
                </a:lnTo>
                <a:lnTo>
                  <a:pt x="4278" y="4081"/>
                </a:lnTo>
                <a:lnTo>
                  <a:pt x="4278" y="5107"/>
                </a:lnTo>
                <a:lnTo>
                  <a:pt x="4278" y="6137"/>
                </a:lnTo>
                <a:lnTo>
                  <a:pt x="4278" y="7171"/>
                </a:lnTo>
                <a:lnTo>
                  <a:pt x="4278" y="8211"/>
                </a:lnTo>
                <a:lnTo>
                  <a:pt x="4278" y="9257"/>
                </a:lnTo>
                <a:lnTo>
                  <a:pt x="6423" y="9066"/>
                </a:lnTo>
                <a:lnTo>
                  <a:pt x="8567" y="8875"/>
                </a:lnTo>
                <a:lnTo>
                  <a:pt x="10719" y="8683"/>
                </a:lnTo>
                <a:lnTo>
                  <a:pt x="12873" y="8492"/>
                </a:lnTo>
                <a:lnTo>
                  <a:pt x="15039" y="8299"/>
                </a:lnTo>
                <a:lnTo>
                  <a:pt x="17214" y="8105"/>
                </a:lnTo>
                <a:lnTo>
                  <a:pt x="19400" y="7910"/>
                </a:lnTo>
                <a:lnTo>
                  <a:pt x="21600" y="7714"/>
                </a:lnTo>
                <a:lnTo>
                  <a:pt x="20848" y="7881"/>
                </a:lnTo>
                <a:lnTo>
                  <a:pt x="19878" y="8098"/>
                </a:lnTo>
                <a:lnTo>
                  <a:pt x="18035" y="8509"/>
                </a:lnTo>
                <a:lnTo>
                  <a:pt x="14671" y="9257"/>
                </a:lnTo>
                <a:lnTo>
                  <a:pt x="15025" y="10354"/>
                </a:lnTo>
                <a:lnTo>
                  <a:pt x="15430" y="11405"/>
                </a:lnTo>
                <a:lnTo>
                  <a:pt x="15891" y="12429"/>
                </a:lnTo>
                <a:lnTo>
                  <a:pt x="16417" y="13444"/>
                </a:lnTo>
                <a:lnTo>
                  <a:pt x="17020" y="14470"/>
                </a:lnTo>
                <a:lnTo>
                  <a:pt x="17703" y="15524"/>
                </a:lnTo>
                <a:lnTo>
                  <a:pt x="18247" y="16401"/>
                </a:lnTo>
                <a:lnTo>
                  <a:pt x="18797" y="17288"/>
                </a:lnTo>
                <a:lnTo>
                  <a:pt x="19345" y="18152"/>
                </a:lnTo>
                <a:lnTo>
                  <a:pt x="19899" y="19014"/>
                </a:lnTo>
                <a:lnTo>
                  <a:pt x="20464" y="19877"/>
                </a:lnTo>
                <a:lnTo>
                  <a:pt x="21028" y="20739"/>
                </a:lnTo>
                <a:lnTo>
                  <a:pt x="21600" y="21600"/>
                </a:lnTo>
                <a:lnTo>
                  <a:pt x="19272" y="21332"/>
                </a:lnTo>
                <a:lnTo>
                  <a:pt x="17010" y="21045"/>
                </a:lnTo>
                <a:lnTo>
                  <a:pt x="14800" y="20728"/>
                </a:lnTo>
                <a:lnTo>
                  <a:pt x="12638" y="20381"/>
                </a:lnTo>
                <a:lnTo>
                  <a:pt x="10514" y="19992"/>
                </a:lnTo>
                <a:lnTo>
                  <a:pt x="8418" y="19556"/>
                </a:lnTo>
                <a:lnTo>
                  <a:pt x="6343" y="19065"/>
                </a:lnTo>
                <a:lnTo>
                  <a:pt x="4278" y="18514"/>
                </a:lnTo>
                <a:lnTo>
                  <a:pt x="3236" y="17578"/>
                </a:lnTo>
                <a:lnTo>
                  <a:pt x="2366" y="16595"/>
                </a:lnTo>
                <a:lnTo>
                  <a:pt x="1656" y="15572"/>
                </a:lnTo>
                <a:lnTo>
                  <a:pt x="1095" y="14514"/>
                </a:lnTo>
                <a:lnTo>
                  <a:pt x="665" y="13424"/>
                </a:lnTo>
                <a:lnTo>
                  <a:pt x="357" y="12312"/>
                </a:lnTo>
                <a:lnTo>
                  <a:pt x="152" y="11180"/>
                </a:lnTo>
                <a:lnTo>
                  <a:pt x="38" y="10033"/>
                </a:lnTo>
                <a:lnTo>
                  <a:pt x="0" y="8879"/>
                </a:lnTo>
                <a:lnTo>
                  <a:pt x="24" y="7722"/>
                </a:lnTo>
                <a:lnTo>
                  <a:pt x="100" y="6568"/>
                </a:lnTo>
                <a:lnTo>
                  <a:pt x="211" y="5422"/>
                </a:lnTo>
                <a:lnTo>
                  <a:pt x="346" y="4289"/>
                </a:lnTo>
                <a:lnTo>
                  <a:pt x="485" y="3175"/>
                </a:lnTo>
                <a:lnTo>
                  <a:pt x="620" y="2084"/>
                </a:lnTo>
                <a:lnTo>
                  <a:pt x="734" y="1024"/>
                </a:lnTo>
                <a:lnTo>
                  <a:pt x="814" y="0"/>
                </a:lnTo>
                <a:close/>
              </a:path>
            </a:pathLst>
          </a:custGeom>
          <a:solidFill>
            <a:srgbClr val="9DABB3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5" name="contour_07863"/>
          <p:cNvSpPr/>
          <p:nvPr/>
        </p:nvSpPr>
        <p:spPr>
          <a:xfrm>
            <a:off x="6810071" y="1321109"/>
            <a:ext cx="131184" cy="346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403"/>
                </a:moveTo>
                <a:lnTo>
                  <a:pt x="20794" y="12857"/>
                </a:lnTo>
                <a:lnTo>
                  <a:pt x="19987" y="13312"/>
                </a:lnTo>
                <a:lnTo>
                  <a:pt x="19180" y="13757"/>
                </a:lnTo>
                <a:lnTo>
                  <a:pt x="18373" y="14203"/>
                </a:lnTo>
                <a:lnTo>
                  <a:pt x="17567" y="14644"/>
                </a:lnTo>
                <a:lnTo>
                  <a:pt x="16759" y="15080"/>
                </a:lnTo>
                <a:lnTo>
                  <a:pt x="15952" y="15512"/>
                </a:lnTo>
                <a:lnTo>
                  <a:pt x="15144" y="15940"/>
                </a:lnTo>
                <a:lnTo>
                  <a:pt x="14336" y="16363"/>
                </a:lnTo>
                <a:lnTo>
                  <a:pt x="13529" y="16785"/>
                </a:lnTo>
                <a:lnTo>
                  <a:pt x="12842" y="17154"/>
                </a:lnTo>
                <a:lnTo>
                  <a:pt x="12156" y="17526"/>
                </a:lnTo>
                <a:lnTo>
                  <a:pt x="11471" y="17908"/>
                </a:lnTo>
                <a:lnTo>
                  <a:pt x="10784" y="18295"/>
                </a:lnTo>
                <a:lnTo>
                  <a:pt x="9995" y="18736"/>
                </a:lnTo>
                <a:lnTo>
                  <a:pt x="9205" y="19168"/>
                </a:lnTo>
                <a:lnTo>
                  <a:pt x="8416" y="19581"/>
                </a:lnTo>
                <a:lnTo>
                  <a:pt x="7625" y="19991"/>
                </a:lnTo>
                <a:lnTo>
                  <a:pt x="6834" y="20395"/>
                </a:lnTo>
                <a:lnTo>
                  <a:pt x="6222" y="20763"/>
                </a:lnTo>
                <a:lnTo>
                  <a:pt x="5599" y="21141"/>
                </a:lnTo>
                <a:lnTo>
                  <a:pt x="4895" y="21455"/>
                </a:lnTo>
                <a:lnTo>
                  <a:pt x="4326" y="21600"/>
                </a:lnTo>
                <a:lnTo>
                  <a:pt x="3595" y="21600"/>
                </a:lnTo>
                <a:lnTo>
                  <a:pt x="2400" y="21495"/>
                </a:lnTo>
                <a:lnTo>
                  <a:pt x="1531" y="18836"/>
                </a:lnTo>
                <a:lnTo>
                  <a:pt x="992" y="16999"/>
                </a:lnTo>
                <a:lnTo>
                  <a:pt x="557" y="15140"/>
                </a:lnTo>
                <a:lnTo>
                  <a:pt x="0" y="12403"/>
                </a:lnTo>
                <a:lnTo>
                  <a:pt x="786" y="11493"/>
                </a:lnTo>
                <a:lnTo>
                  <a:pt x="1572" y="10589"/>
                </a:lnTo>
                <a:lnTo>
                  <a:pt x="2359" y="9693"/>
                </a:lnTo>
                <a:lnTo>
                  <a:pt x="3146" y="8806"/>
                </a:lnTo>
                <a:lnTo>
                  <a:pt x="3935" y="7924"/>
                </a:lnTo>
                <a:lnTo>
                  <a:pt x="4723" y="7047"/>
                </a:lnTo>
                <a:lnTo>
                  <a:pt x="5512" y="6174"/>
                </a:lnTo>
                <a:lnTo>
                  <a:pt x="6300" y="5301"/>
                </a:lnTo>
                <a:lnTo>
                  <a:pt x="6890" y="4610"/>
                </a:lnTo>
                <a:lnTo>
                  <a:pt x="7483" y="3919"/>
                </a:lnTo>
                <a:lnTo>
                  <a:pt x="8086" y="3214"/>
                </a:lnTo>
                <a:lnTo>
                  <a:pt x="9060" y="2219"/>
                </a:lnTo>
                <a:lnTo>
                  <a:pt x="9982" y="1400"/>
                </a:lnTo>
                <a:lnTo>
                  <a:pt x="10859" y="768"/>
                </a:lnTo>
                <a:lnTo>
                  <a:pt x="11695" y="323"/>
                </a:lnTo>
                <a:lnTo>
                  <a:pt x="12499" y="68"/>
                </a:lnTo>
                <a:lnTo>
                  <a:pt x="13273" y="0"/>
                </a:lnTo>
                <a:lnTo>
                  <a:pt x="14027" y="123"/>
                </a:lnTo>
                <a:lnTo>
                  <a:pt x="14762" y="446"/>
                </a:lnTo>
                <a:lnTo>
                  <a:pt x="15487" y="959"/>
                </a:lnTo>
                <a:lnTo>
                  <a:pt x="16208" y="1673"/>
                </a:lnTo>
                <a:lnTo>
                  <a:pt x="16930" y="2587"/>
                </a:lnTo>
                <a:lnTo>
                  <a:pt x="17657" y="3705"/>
                </a:lnTo>
                <a:lnTo>
                  <a:pt x="18397" y="5028"/>
                </a:lnTo>
                <a:lnTo>
                  <a:pt x="19156" y="6556"/>
                </a:lnTo>
                <a:lnTo>
                  <a:pt x="19939" y="8293"/>
                </a:lnTo>
                <a:lnTo>
                  <a:pt x="20752" y="10243"/>
                </a:lnTo>
                <a:lnTo>
                  <a:pt x="21600" y="12403"/>
                </a:lnTo>
                <a:close/>
              </a:path>
            </a:pathLst>
          </a:custGeom>
          <a:solidFill>
            <a:srgbClr val="B7C2C8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6" name="contour_07864"/>
          <p:cNvSpPr/>
          <p:nvPr/>
        </p:nvSpPr>
        <p:spPr>
          <a:xfrm>
            <a:off x="11510825" y="1325103"/>
            <a:ext cx="116608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863" y="832"/>
                </a:lnTo>
                <a:lnTo>
                  <a:pt x="1725" y="744"/>
                </a:lnTo>
                <a:lnTo>
                  <a:pt x="2588" y="661"/>
                </a:lnTo>
                <a:lnTo>
                  <a:pt x="3451" y="589"/>
                </a:lnTo>
                <a:lnTo>
                  <a:pt x="4312" y="517"/>
                </a:lnTo>
                <a:lnTo>
                  <a:pt x="5175" y="455"/>
                </a:lnTo>
                <a:lnTo>
                  <a:pt x="6037" y="393"/>
                </a:lnTo>
                <a:lnTo>
                  <a:pt x="6900" y="341"/>
                </a:lnTo>
                <a:lnTo>
                  <a:pt x="7762" y="284"/>
                </a:lnTo>
                <a:lnTo>
                  <a:pt x="8491" y="196"/>
                </a:lnTo>
                <a:lnTo>
                  <a:pt x="9225" y="109"/>
                </a:lnTo>
                <a:lnTo>
                  <a:pt x="9967" y="21"/>
                </a:lnTo>
                <a:lnTo>
                  <a:pt x="11008" y="0"/>
                </a:lnTo>
                <a:lnTo>
                  <a:pt x="12003" y="52"/>
                </a:lnTo>
                <a:lnTo>
                  <a:pt x="12957" y="196"/>
                </a:lnTo>
                <a:lnTo>
                  <a:pt x="13879" y="455"/>
                </a:lnTo>
                <a:lnTo>
                  <a:pt x="14773" y="847"/>
                </a:lnTo>
                <a:lnTo>
                  <a:pt x="15644" y="1395"/>
                </a:lnTo>
                <a:lnTo>
                  <a:pt x="16498" y="2119"/>
                </a:lnTo>
                <a:lnTo>
                  <a:pt x="17342" y="3033"/>
                </a:lnTo>
                <a:lnTo>
                  <a:pt x="18180" y="4165"/>
                </a:lnTo>
                <a:lnTo>
                  <a:pt x="19020" y="5534"/>
                </a:lnTo>
                <a:lnTo>
                  <a:pt x="19865" y="7162"/>
                </a:lnTo>
                <a:lnTo>
                  <a:pt x="20724" y="9064"/>
                </a:lnTo>
                <a:lnTo>
                  <a:pt x="21600" y="11265"/>
                </a:lnTo>
                <a:lnTo>
                  <a:pt x="21600" y="14681"/>
                </a:lnTo>
                <a:lnTo>
                  <a:pt x="21600" y="18117"/>
                </a:lnTo>
                <a:lnTo>
                  <a:pt x="21600" y="21600"/>
                </a:lnTo>
                <a:lnTo>
                  <a:pt x="20652" y="21114"/>
                </a:lnTo>
                <a:lnTo>
                  <a:pt x="19705" y="20629"/>
                </a:lnTo>
                <a:lnTo>
                  <a:pt x="18758" y="20132"/>
                </a:lnTo>
                <a:lnTo>
                  <a:pt x="17812" y="19631"/>
                </a:lnTo>
                <a:lnTo>
                  <a:pt x="16864" y="19125"/>
                </a:lnTo>
                <a:lnTo>
                  <a:pt x="15918" y="18618"/>
                </a:lnTo>
                <a:lnTo>
                  <a:pt x="14971" y="18107"/>
                </a:lnTo>
                <a:lnTo>
                  <a:pt x="14025" y="17595"/>
                </a:lnTo>
                <a:lnTo>
                  <a:pt x="13079" y="17078"/>
                </a:lnTo>
                <a:lnTo>
                  <a:pt x="12721" y="16898"/>
                </a:lnTo>
                <a:lnTo>
                  <a:pt x="12089" y="16577"/>
                </a:lnTo>
                <a:lnTo>
                  <a:pt x="10645" y="15849"/>
                </a:lnTo>
                <a:lnTo>
                  <a:pt x="9615" y="15270"/>
                </a:lnTo>
                <a:lnTo>
                  <a:pt x="8624" y="14676"/>
                </a:lnTo>
                <a:lnTo>
                  <a:pt x="7667" y="14040"/>
                </a:lnTo>
                <a:lnTo>
                  <a:pt x="6742" y="13327"/>
                </a:lnTo>
                <a:lnTo>
                  <a:pt x="5844" y="12505"/>
                </a:lnTo>
                <a:lnTo>
                  <a:pt x="4969" y="11539"/>
                </a:lnTo>
                <a:lnTo>
                  <a:pt x="4115" y="10397"/>
                </a:lnTo>
                <a:lnTo>
                  <a:pt x="3276" y="9048"/>
                </a:lnTo>
                <a:lnTo>
                  <a:pt x="2449" y="7462"/>
                </a:lnTo>
                <a:lnTo>
                  <a:pt x="1629" y="5602"/>
                </a:lnTo>
                <a:lnTo>
                  <a:pt x="815" y="3436"/>
                </a:lnTo>
                <a:lnTo>
                  <a:pt x="0" y="930"/>
                </a:lnTo>
                <a:close/>
              </a:path>
            </a:pathLst>
          </a:custGeom>
          <a:solidFill>
            <a:srgbClr val="BFCDD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7" name="contour_07865"/>
          <p:cNvSpPr/>
          <p:nvPr/>
        </p:nvSpPr>
        <p:spPr>
          <a:xfrm>
            <a:off x="11612857" y="1275399"/>
            <a:ext cx="88593" cy="535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69" y="0"/>
                </a:moveTo>
                <a:lnTo>
                  <a:pt x="18574" y="1601"/>
                </a:lnTo>
                <a:lnTo>
                  <a:pt x="19308" y="3166"/>
                </a:lnTo>
                <a:lnTo>
                  <a:pt x="19962" y="4741"/>
                </a:lnTo>
                <a:lnTo>
                  <a:pt x="20525" y="6371"/>
                </a:lnTo>
                <a:lnTo>
                  <a:pt x="20992" y="8098"/>
                </a:lnTo>
                <a:lnTo>
                  <a:pt x="21353" y="9963"/>
                </a:lnTo>
                <a:lnTo>
                  <a:pt x="21600" y="12013"/>
                </a:lnTo>
                <a:lnTo>
                  <a:pt x="21465" y="14128"/>
                </a:lnTo>
                <a:lnTo>
                  <a:pt x="21261" y="15878"/>
                </a:lnTo>
                <a:lnTo>
                  <a:pt x="20918" y="17429"/>
                </a:lnTo>
                <a:lnTo>
                  <a:pt x="20369" y="18936"/>
                </a:lnTo>
                <a:lnTo>
                  <a:pt x="19546" y="20560"/>
                </a:lnTo>
                <a:lnTo>
                  <a:pt x="18183" y="20995"/>
                </a:lnTo>
                <a:lnTo>
                  <a:pt x="16852" y="21312"/>
                </a:lnTo>
                <a:lnTo>
                  <a:pt x="15551" y="21515"/>
                </a:lnTo>
                <a:lnTo>
                  <a:pt x="14279" y="21600"/>
                </a:lnTo>
                <a:lnTo>
                  <a:pt x="13030" y="21577"/>
                </a:lnTo>
                <a:lnTo>
                  <a:pt x="11802" y="21444"/>
                </a:lnTo>
                <a:lnTo>
                  <a:pt x="10592" y="21206"/>
                </a:lnTo>
                <a:lnTo>
                  <a:pt x="9398" y="20863"/>
                </a:lnTo>
                <a:lnTo>
                  <a:pt x="8215" y="20419"/>
                </a:lnTo>
                <a:lnTo>
                  <a:pt x="7040" y="19876"/>
                </a:lnTo>
                <a:lnTo>
                  <a:pt x="5871" y="19236"/>
                </a:lnTo>
                <a:lnTo>
                  <a:pt x="4703" y="18504"/>
                </a:lnTo>
                <a:lnTo>
                  <a:pt x="3536" y="17679"/>
                </a:lnTo>
                <a:lnTo>
                  <a:pt x="2365" y="16768"/>
                </a:lnTo>
                <a:lnTo>
                  <a:pt x="1187" y="15770"/>
                </a:lnTo>
                <a:lnTo>
                  <a:pt x="0" y="14686"/>
                </a:lnTo>
                <a:lnTo>
                  <a:pt x="1135" y="14610"/>
                </a:lnTo>
                <a:lnTo>
                  <a:pt x="2278" y="14533"/>
                </a:lnTo>
                <a:lnTo>
                  <a:pt x="3437" y="14457"/>
                </a:lnTo>
                <a:lnTo>
                  <a:pt x="4549" y="14333"/>
                </a:lnTo>
                <a:lnTo>
                  <a:pt x="5661" y="14207"/>
                </a:lnTo>
                <a:lnTo>
                  <a:pt x="6774" y="14078"/>
                </a:lnTo>
                <a:lnTo>
                  <a:pt x="7886" y="13952"/>
                </a:lnTo>
                <a:lnTo>
                  <a:pt x="8449" y="13919"/>
                </a:lnTo>
                <a:lnTo>
                  <a:pt x="10151" y="13825"/>
                </a:lnTo>
                <a:lnTo>
                  <a:pt x="11402" y="13643"/>
                </a:lnTo>
                <a:lnTo>
                  <a:pt x="12573" y="13402"/>
                </a:lnTo>
                <a:lnTo>
                  <a:pt x="13703" y="13047"/>
                </a:lnTo>
                <a:lnTo>
                  <a:pt x="14830" y="12515"/>
                </a:lnTo>
                <a:lnTo>
                  <a:pt x="15992" y="11749"/>
                </a:lnTo>
                <a:lnTo>
                  <a:pt x="16562" y="9798"/>
                </a:lnTo>
                <a:lnTo>
                  <a:pt x="16971" y="7945"/>
                </a:lnTo>
                <a:lnTo>
                  <a:pt x="17261" y="6112"/>
                </a:lnTo>
                <a:lnTo>
                  <a:pt x="17465" y="4224"/>
                </a:lnTo>
                <a:lnTo>
                  <a:pt x="17622" y="2212"/>
                </a:lnTo>
                <a:lnTo>
                  <a:pt x="17769" y="0"/>
                </a:lnTo>
                <a:close/>
              </a:path>
            </a:pathLst>
          </a:custGeom>
          <a:solidFill>
            <a:srgbClr val="E7E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8" name="contour_07866"/>
          <p:cNvSpPr/>
          <p:nvPr/>
        </p:nvSpPr>
        <p:spPr>
          <a:xfrm>
            <a:off x="1299854" y="1144215"/>
            <a:ext cx="37548" cy="66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5" y="0"/>
                </a:moveTo>
                <a:lnTo>
                  <a:pt x="2968" y="342"/>
                </a:lnTo>
                <a:lnTo>
                  <a:pt x="5673" y="688"/>
                </a:lnTo>
                <a:lnTo>
                  <a:pt x="8410" y="1039"/>
                </a:lnTo>
                <a:lnTo>
                  <a:pt x="9542" y="1184"/>
                </a:lnTo>
                <a:lnTo>
                  <a:pt x="12976" y="1623"/>
                </a:lnTo>
                <a:lnTo>
                  <a:pt x="15399" y="2093"/>
                </a:lnTo>
                <a:lnTo>
                  <a:pt x="17068" y="2575"/>
                </a:lnTo>
                <a:lnTo>
                  <a:pt x="18762" y="3363"/>
                </a:lnTo>
                <a:lnTo>
                  <a:pt x="21248" y="4746"/>
                </a:lnTo>
                <a:lnTo>
                  <a:pt x="21449" y="6668"/>
                </a:lnTo>
                <a:lnTo>
                  <a:pt x="21562" y="8071"/>
                </a:lnTo>
                <a:lnTo>
                  <a:pt x="21600" y="9355"/>
                </a:lnTo>
                <a:lnTo>
                  <a:pt x="21579" y="10931"/>
                </a:lnTo>
                <a:lnTo>
                  <a:pt x="21508" y="13199"/>
                </a:lnTo>
                <a:lnTo>
                  <a:pt x="21470" y="14723"/>
                </a:lnTo>
                <a:lnTo>
                  <a:pt x="21432" y="16256"/>
                </a:lnTo>
                <a:lnTo>
                  <a:pt x="21395" y="17808"/>
                </a:lnTo>
                <a:lnTo>
                  <a:pt x="21348" y="18980"/>
                </a:lnTo>
                <a:lnTo>
                  <a:pt x="21298" y="20162"/>
                </a:lnTo>
                <a:lnTo>
                  <a:pt x="21248" y="21358"/>
                </a:lnTo>
                <a:lnTo>
                  <a:pt x="18280" y="21519"/>
                </a:lnTo>
                <a:lnTo>
                  <a:pt x="16137" y="21600"/>
                </a:lnTo>
                <a:lnTo>
                  <a:pt x="14225" y="21600"/>
                </a:lnTo>
                <a:lnTo>
                  <a:pt x="11940" y="21519"/>
                </a:lnTo>
                <a:lnTo>
                  <a:pt x="8670" y="21358"/>
                </a:lnTo>
                <a:lnTo>
                  <a:pt x="6884" y="19917"/>
                </a:lnTo>
                <a:lnTo>
                  <a:pt x="5341" y="18422"/>
                </a:lnTo>
                <a:lnTo>
                  <a:pt x="4025" y="16878"/>
                </a:lnTo>
                <a:lnTo>
                  <a:pt x="2922" y="15290"/>
                </a:lnTo>
                <a:lnTo>
                  <a:pt x="2021" y="13667"/>
                </a:lnTo>
                <a:lnTo>
                  <a:pt x="1300" y="12010"/>
                </a:lnTo>
                <a:lnTo>
                  <a:pt x="755" y="10328"/>
                </a:lnTo>
                <a:lnTo>
                  <a:pt x="365" y="8624"/>
                </a:lnTo>
                <a:lnTo>
                  <a:pt x="122" y="6906"/>
                </a:lnTo>
                <a:lnTo>
                  <a:pt x="4" y="5178"/>
                </a:lnTo>
                <a:lnTo>
                  <a:pt x="0" y="3448"/>
                </a:lnTo>
                <a:lnTo>
                  <a:pt x="101" y="1721"/>
                </a:lnTo>
                <a:lnTo>
                  <a:pt x="285" y="0"/>
                </a:lnTo>
                <a:close/>
              </a:path>
            </a:pathLst>
          </a:custGeom>
          <a:solidFill>
            <a:srgbClr val="692E2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69" name="contour_07867"/>
          <p:cNvSpPr/>
          <p:nvPr/>
        </p:nvSpPr>
        <p:spPr>
          <a:xfrm>
            <a:off x="4645537" y="6304113"/>
            <a:ext cx="123896" cy="36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0"/>
                </a:moveTo>
                <a:lnTo>
                  <a:pt x="13586" y="426"/>
                </a:lnTo>
                <a:lnTo>
                  <a:pt x="14468" y="852"/>
                </a:lnTo>
                <a:lnTo>
                  <a:pt x="15350" y="1278"/>
                </a:lnTo>
                <a:lnTo>
                  <a:pt x="16233" y="1708"/>
                </a:lnTo>
                <a:lnTo>
                  <a:pt x="17120" y="2134"/>
                </a:lnTo>
                <a:lnTo>
                  <a:pt x="18008" y="2564"/>
                </a:lnTo>
                <a:lnTo>
                  <a:pt x="18900" y="2995"/>
                </a:lnTo>
                <a:lnTo>
                  <a:pt x="19796" y="3429"/>
                </a:lnTo>
                <a:lnTo>
                  <a:pt x="20695" y="3864"/>
                </a:lnTo>
                <a:lnTo>
                  <a:pt x="21600" y="4303"/>
                </a:lnTo>
                <a:lnTo>
                  <a:pt x="20780" y="5770"/>
                </a:lnTo>
                <a:lnTo>
                  <a:pt x="19970" y="7151"/>
                </a:lnTo>
                <a:lnTo>
                  <a:pt x="19164" y="8455"/>
                </a:lnTo>
                <a:lnTo>
                  <a:pt x="18363" y="9681"/>
                </a:lnTo>
                <a:lnTo>
                  <a:pt x="17560" y="10834"/>
                </a:lnTo>
                <a:lnTo>
                  <a:pt x="16753" y="11914"/>
                </a:lnTo>
                <a:lnTo>
                  <a:pt x="15942" y="12930"/>
                </a:lnTo>
                <a:lnTo>
                  <a:pt x="15121" y="13876"/>
                </a:lnTo>
                <a:lnTo>
                  <a:pt x="14290" y="14763"/>
                </a:lnTo>
                <a:lnTo>
                  <a:pt x="13445" y="15589"/>
                </a:lnTo>
                <a:lnTo>
                  <a:pt x="12584" y="16359"/>
                </a:lnTo>
                <a:lnTo>
                  <a:pt x="11703" y="17078"/>
                </a:lnTo>
                <a:lnTo>
                  <a:pt x="10800" y="17749"/>
                </a:lnTo>
                <a:lnTo>
                  <a:pt x="10078" y="18308"/>
                </a:lnTo>
                <a:lnTo>
                  <a:pt x="9345" y="18876"/>
                </a:lnTo>
                <a:lnTo>
                  <a:pt x="8485" y="19470"/>
                </a:lnTo>
                <a:lnTo>
                  <a:pt x="7634" y="19986"/>
                </a:lnTo>
                <a:lnTo>
                  <a:pt x="6791" y="20421"/>
                </a:lnTo>
                <a:lnTo>
                  <a:pt x="5954" y="20787"/>
                </a:lnTo>
                <a:lnTo>
                  <a:pt x="5118" y="21079"/>
                </a:lnTo>
                <a:lnTo>
                  <a:pt x="4282" y="21303"/>
                </a:lnTo>
                <a:lnTo>
                  <a:pt x="3442" y="21462"/>
                </a:lnTo>
                <a:lnTo>
                  <a:pt x="2597" y="21561"/>
                </a:lnTo>
                <a:lnTo>
                  <a:pt x="1743" y="21600"/>
                </a:lnTo>
                <a:lnTo>
                  <a:pt x="878" y="21583"/>
                </a:lnTo>
                <a:lnTo>
                  <a:pt x="0" y="21514"/>
                </a:lnTo>
                <a:lnTo>
                  <a:pt x="0" y="18670"/>
                </a:lnTo>
                <a:lnTo>
                  <a:pt x="0" y="15808"/>
                </a:lnTo>
                <a:lnTo>
                  <a:pt x="0" y="12908"/>
                </a:lnTo>
                <a:lnTo>
                  <a:pt x="756" y="11105"/>
                </a:lnTo>
                <a:lnTo>
                  <a:pt x="1556" y="9797"/>
                </a:lnTo>
                <a:lnTo>
                  <a:pt x="2393" y="8911"/>
                </a:lnTo>
                <a:lnTo>
                  <a:pt x="3258" y="8373"/>
                </a:lnTo>
                <a:lnTo>
                  <a:pt x="4146" y="8106"/>
                </a:lnTo>
                <a:lnTo>
                  <a:pt x="5049" y="8046"/>
                </a:lnTo>
                <a:lnTo>
                  <a:pt x="5960" y="8115"/>
                </a:lnTo>
                <a:lnTo>
                  <a:pt x="6874" y="8236"/>
                </a:lnTo>
                <a:lnTo>
                  <a:pt x="7782" y="8339"/>
                </a:lnTo>
                <a:lnTo>
                  <a:pt x="8494" y="8365"/>
                </a:lnTo>
                <a:lnTo>
                  <a:pt x="9217" y="8395"/>
                </a:lnTo>
                <a:lnTo>
                  <a:pt x="10088" y="8438"/>
                </a:lnTo>
                <a:lnTo>
                  <a:pt x="10961" y="8489"/>
                </a:lnTo>
                <a:lnTo>
                  <a:pt x="11834" y="8545"/>
                </a:lnTo>
                <a:lnTo>
                  <a:pt x="12706" y="8606"/>
                </a:lnTo>
                <a:lnTo>
                  <a:pt x="12706" y="5761"/>
                </a:lnTo>
                <a:lnTo>
                  <a:pt x="12706" y="2900"/>
                </a:lnTo>
                <a:lnTo>
                  <a:pt x="12706" y="0"/>
                </a:lnTo>
                <a:close/>
              </a:path>
            </a:pathLst>
          </a:custGeom>
          <a:solidFill>
            <a:srgbClr val="F2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0" name="contour_07868"/>
          <p:cNvSpPr/>
          <p:nvPr/>
        </p:nvSpPr>
        <p:spPr>
          <a:xfrm>
            <a:off x="4135378" y="6245809"/>
            <a:ext cx="87456" cy="437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45" y="1018"/>
                </a:lnTo>
                <a:lnTo>
                  <a:pt x="7691" y="2035"/>
                </a:lnTo>
                <a:lnTo>
                  <a:pt x="8838" y="3053"/>
                </a:lnTo>
                <a:lnTo>
                  <a:pt x="9986" y="4070"/>
                </a:lnTo>
                <a:lnTo>
                  <a:pt x="11135" y="5092"/>
                </a:lnTo>
                <a:lnTo>
                  <a:pt x="12287" y="6113"/>
                </a:lnTo>
                <a:lnTo>
                  <a:pt x="13439" y="7138"/>
                </a:lnTo>
                <a:lnTo>
                  <a:pt x="14594" y="8162"/>
                </a:lnTo>
                <a:lnTo>
                  <a:pt x="15754" y="9191"/>
                </a:lnTo>
                <a:lnTo>
                  <a:pt x="16915" y="10223"/>
                </a:lnTo>
                <a:lnTo>
                  <a:pt x="18079" y="11258"/>
                </a:lnTo>
                <a:lnTo>
                  <a:pt x="19249" y="12294"/>
                </a:lnTo>
                <a:lnTo>
                  <a:pt x="20423" y="13337"/>
                </a:lnTo>
                <a:lnTo>
                  <a:pt x="21600" y="14383"/>
                </a:lnTo>
                <a:lnTo>
                  <a:pt x="21154" y="16163"/>
                </a:lnTo>
                <a:lnTo>
                  <a:pt x="20707" y="17950"/>
                </a:lnTo>
                <a:lnTo>
                  <a:pt x="20255" y="19752"/>
                </a:lnTo>
                <a:lnTo>
                  <a:pt x="19800" y="21575"/>
                </a:lnTo>
                <a:lnTo>
                  <a:pt x="18520" y="21600"/>
                </a:lnTo>
                <a:lnTo>
                  <a:pt x="17240" y="21489"/>
                </a:lnTo>
                <a:lnTo>
                  <a:pt x="15962" y="21248"/>
                </a:lnTo>
                <a:lnTo>
                  <a:pt x="14686" y="20892"/>
                </a:lnTo>
                <a:lnTo>
                  <a:pt x="13414" y="20424"/>
                </a:lnTo>
                <a:lnTo>
                  <a:pt x="12148" y="19856"/>
                </a:lnTo>
                <a:lnTo>
                  <a:pt x="10886" y="19202"/>
                </a:lnTo>
                <a:lnTo>
                  <a:pt x="9632" y="18464"/>
                </a:lnTo>
                <a:lnTo>
                  <a:pt x="8388" y="17655"/>
                </a:lnTo>
                <a:lnTo>
                  <a:pt x="7151" y="16782"/>
                </a:lnTo>
                <a:lnTo>
                  <a:pt x="5926" y="15861"/>
                </a:lnTo>
                <a:lnTo>
                  <a:pt x="4712" y="14894"/>
                </a:lnTo>
                <a:lnTo>
                  <a:pt x="3512" y="13894"/>
                </a:lnTo>
                <a:lnTo>
                  <a:pt x="2326" y="12869"/>
                </a:lnTo>
                <a:lnTo>
                  <a:pt x="1156" y="11830"/>
                </a:lnTo>
                <a:lnTo>
                  <a:pt x="0" y="10787"/>
                </a:lnTo>
                <a:lnTo>
                  <a:pt x="396" y="10590"/>
                </a:lnTo>
                <a:lnTo>
                  <a:pt x="1096" y="10241"/>
                </a:lnTo>
                <a:lnTo>
                  <a:pt x="2700" y="9439"/>
                </a:lnTo>
                <a:lnTo>
                  <a:pt x="3593" y="8698"/>
                </a:lnTo>
                <a:lnTo>
                  <a:pt x="4489" y="7947"/>
                </a:lnTo>
                <a:lnTo>
                  <a:pt x="5400" y="7192"/>
                </a:lnTo>
                <a:lnTo>
                  <a:pt x="5400" y="4815"/>
                </a:lnTo>
                <a:lnTo>
                  <a:pt x="5400" y="2424"/>
                </a:lnTo>
                <a:lnTo>
                  <a:pt x="5400" y="0"/>
                </a:lnTo>
                <a:close/>
              </a:path>
            </a:pathLst>
          </a:custGeom>
          <a:solidFill>
            <a:srgbClr val="B5CDE8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1" name="contour_07869"/>
          <p:cNvSpPr/>
          <p:nvPr/>
        </p:nvSpPr>
        <p:spPr>
          <a:xfrm>
            <a:off x="8112078" y="6107337"/>
            <a:ext cx="4686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2" y="0"/>
                </a:moveTo>
                <a:lnTo>
                  <a:pt x="3222" y="330"/>
                </a:lnTo>
                <a:lnTo>
                  <a:pt x="5267" y="667"/>
                </a:lnTo>
                <a:lnTo>
                  <a:pt x="7316" y="1006"/>
                </a:lnTo>
                <a:lnTo>
                  <a:pt x="9362" y="1352"/>
                </a:lnTo>
                <a:lnTo>
                  <a:pt x="11647" y="1728"/>
                </a:lnTo>
                <a:lnTo>
                  <a:pt x="13968" y="2111"/>
                </a:lnTo>
                <a:lnTo>
                  <a:pt x="16333" y="2722"/>
                </a:lnTo>
                <a:lnTo>
                  <a:pt x="17888" y="3351"/>
                </a:lnTo>
                <a:lnTo>
                  <a:pt x="19322" y="4372"/>
                </a:lnTo>
                <a:lnTo>
                  <a:pt x="21328" y="6171"/>
                </a:lnTo>
                <a:lnTo>
                  <a:pt x="21516" y="8362"/>
                </a:lnTo>
                <a:lnTo>
                  <a:pt x="21600" y="9914"/>
                </a:lnTo>
                <a:lnTo>
                  <a:pt x="21600" y="11575"/>
                </a:lnTo>
                <a:lnTo>
                  <a:pt x="21536" y="14077"/>
                </a:lnTo>
                <a:lnTo>
                  <a:pt x="21493" y="16191"/>
                </a:lnTo>
                <a:lnTo>
                  <a:pt x="21445" y="18332"/>
                </a:lnTo>
                <a:lnTo>
                  <a:pt x="21388" y="19955"/>
                </a:lnTo>
                <a:lnTo>
                  <a:pt x="21328" y="21600"/>
                </a:lnTo>
                <a:lnTo>
                  <a:pt x="18953" y="21153"/>
                </a:lnTo>
                <a:lnTo>
                  <a:pt x="16618" y="20684"/>
                </a:lnTo>
                <a:lnTo>
                  <a:pt x="14320" y="20171"/>
                </a:lnTo>
                <a:lnTo>
                  <a:pt x="12060" y="19607"/>
                </a:lnTo>
                <a:lnTo>
                  <a:pt x="9833" y="18971"/>
                </a:lnTo>
                <a:lnTo>
                  <a:pt x="7632" y="18249"/>
                </a:lnTo>
                <a:lnTo>
                  <a:pt x="5455" y="17428"/>
                </a:lnTo>
                <a:lnTo>
                  <a:pt x="3306" y="16493"/>
                </a:lnTo>
                <a:lnTo>
                  <a:pt x="1172" y="15429"/>
                </a:lnTo>
                <a:lnTo>
                  <a:pt x="517" y="13167"/>
                </a:lnTo>
                <a:lnTo>
                  <a:pt x="138" y="10976"/>
                </a:lnTo>
                <a:lnTo>
                  <a:pt x="0" y="8822"/>
                </a:lnTo>
                <a:lnTo>
                  <a:pt x="67" y="6677"/>
                </a:lnTo>
                <a:lnTo>
                  <a:pt x="309" y="4511"/>
                </a:lnTo>
                <a:lnTo>
                  <a:pt x="689" y="2296"/>
                </a:lnTo>
                <a:lnTo>
                  <a:pt x="1172" y="0"/>
                </a:lnTo>
                <a:close/>
              </a:path>
            </a:pathLst>
          </a:custGeom>
          <a:solidFill>
            <a:srgbClr val="CBCCD1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2" name="contour_07870"/>
          <p:cNvSpPr/>
          <p:nvPr/>
        </p:nvSpPr>
        <p:spPr>
          <a:xfrm>
            <a:off x="7226616" y="5932425"/>
            <a:ext cx="5717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27" y="0"/>
                </a:moveTo>
                <a:lnTo>
                  <a:pt x="4086" y="898"/>
                </a:lnTo>
                <a:lnTo>
                  <a:pt x="5386" y="1577"/>
                </a:lnTo>
                <a:lnTo>
                  <a:pt x="6457" y="2174"/>
                </a:lnTo>
                <a:lnTo>
                  <a:pt x="7528" y="2822"/>
                </a:lnTo>
                <a:lnTo>
                  <a:pt x="8827" y="3653"/>
                </a:lnTo>
                <a:lnTo>
                  <a:pt x="10587" y="4800"/>
                </a:lnTo>
                <a:lnTo>
                  <a:pt x="10587" y="6386"/>
                </a:lnTo>
                <a:lnTo>
                  <a:pt x="10587" y="7982"/>
                </a:lnTo>
                <a:lnTo>
                  <a:pt x="10587" y="9600"/>
                </a:lnTo>
                <a:lnTo>
                  <a:pt x="12404" y="9204"/>
                </a:lnTo>
                <a:lnTo>
                  <a:pt x="14224" y="8808"/>
                </a:lnTo>
                <a:lnTo>
                  <a:pt x="16052" y="8410"/>
                </a:lnTo>
                <a:lnTo>
                  <a:pt x="17888" y="8009"/>
                </a:lnTo>
                <a:lnTo>
                  <a:pt x="19736" y="7606"/>
                </a:lnTo>
                <a:lnTo>
                  <a:pt x="21600" y="7200"/>
                </a:lnTo>
                <a:lnTo>
                  <a:pt x="21124" y="8815"/>
                </a:lnTo>
                <a:lnTo>
                  <a:pt x="20617" y="10387"/>
                </a:lnTo>
                <a:lnTo>
                  <a:pt x="20066" y="11921"/>
                </a:lnTo>
                <a:lnTo>
                  <a:pt x="19452" y="13423"/>
                </a:lnTo>
                <a:lnTo>
                  <a:pt x="18761" y="14897"/>
                </a:lnTo>
                <a:lnTo>
                  <a:pt x="17982" y="16346"/>
                </a:lnTo>
                <a:lnTo>
                  <a:pt x="17098" y="17779"/>
                </a:lnTo>
                <a:lnTo>
                  <a:pt x="16093" y="19200"/>
                </a:lnTo>
                <a:lnTo>
                  <a:pt x="14403" y="19800"/>
                </a:lnTo>
                <a:lnTo>
                  <a:pt x="12723" y="20292"/>
                </a:lnTo>
                <a:lnTo>
                  <a:pt x="11046" y="20686"/>
                </a:lnTo>
                <a:lnTo>
                  <a:pt x="9359" y="20993"/>
                </a:lnTo>
                <a:lnTo>
                  <a:pt x="7654" y="21226"/>
                </a:lnTo>
                <a:lnTo>
                  <a:pt x="5922" y="21396"/>
                </a:lnTo>
                <a:lnTo>
                  <a:pt x="4149" y="21518"/>
                </a:lnTo>
                <a:lnTo>
                  <a:pt x="2327" y="21600"/>
                </a:lnTo>
                <a:lnTo>
                  <a:pt x="1476" y="19930"/>
                </a:lnTo>
                <a:lnTo>
                  <a:pt x="837" y="18274"/>
                </a:lnTo>
                <a:lnTo>
                  <a:pt x="391" y="16632"/>
                </a:lnTo>
                <a:lnTo>
                  <a:pt x="118" y="14998"/>
                </a:lnTo>
                <a:lnTo>
                  <a:pt x="0" y="13366"/>
                </a:lnTo>
                <a:lnTo>
                  <a:pt x="19" y="11736"/>
                </a:lnTo>
                <a:lnTo>
                  <a:pt x="154" y="10102"/>
                </a:lnTo>
                <a:lnTo>
                  <a:pt x="385" y="8460"/>
                </a:lnTo>
                <a:lnTo>
                  <a:pt x="694" y="6806"/>
                </a:lnTo>
                <a:lnTo>
                  <a:pt x="1063" y="5136"/>
                </a:lnTo>
                <a:lnTo>
                  <a:pt x="1470" y="3449"/>
                </a:lnTo>
                <a:lnTo>
                  <a:pt x="1897" y="1738"/>
                </a:lnTo>
                <a:lnTo>
                  <a:pt x="2327" y="0"/>
                </a:lnTo>
                <a:close/>
              </a:path>
            </a:pathLst>
          </a:custGeom>
          <a:solidFill>
            <a:srgbClr val="DCE4F0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3" name="contour_07871"/>
          <p:cNvSpPr/>
          <p:nvPr/>
        </p:nvSpPr>
        <p:spPr>
          <a:xfrm>
            <a:off x="8120488" y="5895985"/>
            <a:ext cx="3717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95" y="0"/>
                </a:moveTo>
                <a:lnTo>
                  <a:pt x="12267" y="492"/>
                </a:lnTo>
                <a:lnTo>
                  <a:pt x="14630" y="1118"/>
                </a:lnTo>
                <a:lnTo>
                  <a:pt x="16603" y="1944"/>
                </a:lnTo>
                <a:lnTo>
                  <a:pt x="18403" y="3031"/>
                </a:lnTo>
                <a:lnTo>
                  <a:pt x="20245" y="4445"/>
                </a:lnTo>
                <a:lnTo>
                  <a:pt x="21164" y="6240"/>
                </a:lnTo>
                <a:lnTo>
                  <a:pt x="21583" y="7910"/>
                </a:lnTo>
                <a:lnTo>
                  <a:pt x="21600" y="9521"/>
                </a:lnTo>
                <a:lnTo>
                  <a:pt x="21304" y="11143"/>
                </a:lnTo>
                <a:lnTo>
                  <a:pt x="20787" y="12847"/>
                </a:lnTo>
                <a:lnTo>
                  <a:pt x="20143" y="14700"/>
                </a:lnTo>
                <a:lnTo>
                  <a:pt x="19716" y="15996"/>
                </a:lnTo>
                <a:lnTo>
                  <a:pt x="19280" y="17299"/>
                </a:lnTo>
                <a:lnTo>
                  <a:pt x="18839" y="18619"/>
                </a:lnTo>
                <a:lnTo>
                  <a:pt x="18572" y="19361"/>
                </a:lnTo>
                <a:lnTo>
                  <a:pt x="17764" y="21600"/>
                </a:lnTo>
                <a:lnTo>
                  <a:pt x="14969" y="21600"/>
                </a:lnTo>
                <a:lnTo>
                  <a:pt x="12170" y="21600"/>
                </a:lnTo>
                <a:lnTo>
                  <a:pt x="9358" y="21600"/>
                </a:lnTo>
                <a:lnTo>
                  <a:pt x="6534" y="21600"/>
                </a:lnTo>
                <a:lnTo>
                  <a:pt x="3692" y="21600"/>
                </a:lnTo>
                <a:lnTo>
                  <a:pt x="826" y="21600"/>
                </a:lnTo>
                <a:lnTo>
                  <a:pt x="694" y="19980"/>
                </a:lnTo>
                <a:lnTo>
                  <a:pt x="580" y="18360"/>
                </a:lnTo>
                <a:lnTo>
                  <a:pt x="474" y="16740"/>
                </a:lnTo>
                <a:lnTo>
                  <a:pt x="381" y="15120"/>
                </a:lnTo>
                <a:lnTo>
                  <a:pt x="296" y="13500"/>
                </a:lnTo>
                <a:lnTo>
                  <a:pt x="199" y="11995"/>
                </a:lnTo>
                <a:lnTo>
                  <a:pt x="102" y="10481"/>
                </a:lnTo>
                <a:lnTo>
                  <a:pt x="0" y="8945"/>
                </a:lnTo>
                <a:lnTo>
                  <a:pt x="436" y="6898"/>
                </a:lnTo>
                <a:lnTo>
                  <a:pt x="902" y="5506"/>
                </a:lnTo>
                <a:lnTo>
                  <a:pt x="1635" y="4421"/>
                </a:lnTo>
                <a:lnTo>
                  <a:pt x="2858" y="3307"/>
                </a:lnTo>
                <a:lnTo>
                  <a:pt x="4810" y="1819"/>
                </a:lnTo>
                <a:lnTo>
                  <a:pt x="7038" y="917"/>
                </a:lnTo>
                <a:lnTo>
                  <a:pt x="9295" y="0"/>
                </a:lnTo>
                <a:close/>
              </a:path>
            </a:pathLst>
          </a:custGeom>
          <a:solidFill>
            <a:srgbClr val="F2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4" name="contour_07872"/>
          <p:cNvSpPr/>
          <p:nvPr/>
        </p:nvSpPr>
        <p:spPr>
          <a:xfrm>
            <a:off x="11231316" y="5888697"/>
            <a:ext cx="60869" cy="516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97" y="0"/>
                </a:moveTo>
                <a:lnTo>
                  <a:pt x="5206" y="0"/>
                </a:lnTo>
                <a:lnTo>
                  <a:pt x="6926" y="0"/>
                </a:lnTo>
                <a:lnTo>
                  <a:pt x="8669" y="0"/>
                </a:lnTo>
                <a:lnTo>
                  <a:pt x="8669" y="2015"/>
                </a:lnTo>
                <a:lnTo>
                  <a:pt x="8669" y="4042"/>
                </a:lnTo>
                <a:lnTo>
                  <a:pt x="8669" y="6097"/>
                </a:lnTo>
                <a:lnTo>
                  <a:pt x="10205" y="7215"/>
                </a:lnTo>
                <a:lnTo>
                  <a:pt x="11255" y="7907"/>
                </a:lnTo>
                <a:lnTo>
                  <a:pt x="12305" y="8453"/>
                </a:lnTo>
                <a:lnTo>
                  <a:pt x="13841" y="9145"/>
                </a:lnTo>
                <a:lnTo>
                  <a:pt x="14483" y="7636"/>
                </a:lnTo>
                <a:lnTo>
                  <a:pt x="15124" y="6121"/>
                </a:lnTo>
                <a:lnTo>
                  <a:pt x="15773" y="4594"/>
                </a:lnTo>
                <a:lnTo>
                  <a:pt x="16428" y="3048"/>
                </a:lnTo>
                <a:lnTo>
                  <a:pt x="16322" y="4496"/>
                </a:lnTo>
                <a:lnTo>
                  <a:pt x="16213" y="5953"/>
                </a:lnTo>
                <a:lnTo>
                  <a:pt x="16104" y="7432"/>
                </a:lnTo>
                <a:lnTo>
                  <a:pt x="16153" y="8130"/>
                </a:lnTo>
                <a:lnTo>
                  <a:pt x="16236" y="9364"/>
                </a:lnTo>
                <a:lnTo>
                  <a:pt x="16428" y="12193"/>
                </a:lnTo>
                <a:lnTo>
                  <a:pt x="17964" y="13422"/>
                </a:lnTo>
                <a:lnTo>
                  <a:pt x="19014" y="14147"/>
                </a:lnTo>
                <a:lnTo>
                  <a:pt x="20064" y="14659"/>
                </a:lnTo>
                <a:lnTo>
                  <a:pt x="21600" y="15241"/>
                </a:lnTo>
                <a:lnTo>
                  <a:pt x="20059" y="16829"/>
                </a:lnTo>
                <a:lnTo>
                  <a:pt x="18628" y="18180"/>
                </a:lnTo>
                <a:lnTo>
                  <a:pt x="17234" y="19296"/>
                </a:lnTo>
                <a:lnTo>
                  <a:pt x="15797" y="20189"/>
                </a:lnTo>
                <a:lnTo>
                  <a:pt x="14240" y="20865"/>
                </a:lnTo>
                <a:lnTo>
                  <a:pt x="12481" y="21332"/>
                </a:lnTo>
                <a:lnTo>
                  <a:pt x="10448" y="21600"/>
                </a:lnTo>
                <a:lnTo>
                  <a:pt x="8661" y="21350"/>
                </a:lnTo>
                <a:lnTo>
                  <a:pt x="7024" y="21048"/>
                </a:lnTo>
                <a:lnTo>
                  <a:pt x="5480" y="20640"/>
                </a:lnTo>
                <a:lnTo>
                  <a:pt x="3983" y="20079"/>
                </a:lnTo>
                <a:lnTo>
                  <a:pt x="2478" y="19314"/>
                </a:lnTo>
                <a:lnTo>
                  <a:pt x="910" y="18290"/>
                </a:lnTo>
                <a:lnTo>
                  <a:pt x="422" y="16073"/>
                </a:lnTo>
                <a:lnTo>
                  <a:pt x="124" y="13903"/>
                </a:lnTo>
                <a:lnTo>
                  <a:pt x="0" y="11760"/>
                </a:lnTo>
                <a:lnTo>
                  <a:pt x="31" y="9623"/>
                </a:lnTo>
                <a:lnTo>
                  <a:pt x="204" y="7471"/>
                </a:lnTo>
                <a:lnTo>
                  <a:pt x="502" y="5289"/>
                </a:lnTo>
                <a:lnTo>
                  <a:pt x="910" y="3048"/>
                </a:lnTo>
                <a:lnTo>
                  <a:pt x="2193" y="1536"/>
                </a:lnTo>
                <a:lnTo>
                  <a:pt x="3497" y="0"/>
                </a:lnTo>
                <a:close/>
              </a:path>
            </a:pathLst>
          </a:custGeom>
          <a:solidFill>
            <a:srgbClr val="A9AAAD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5" name="contour_07873"/>
          <p:cNvSpPr/>
          <p:nvPr/>
        </p:nvSpPr>
        <p:spPr>
          <a:xfrm>
            <a:off x="10483218" y="5881409"/>
            <a:ext cx="947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374"/>
                </a:lnTo>
                <a:lnTo>
                  <a:pt x="2251" y="749"/>
                </a:lnTo>
                <a:lnTo>
                  <a:pt x="3378" y="1127"/>
                </a:lnTo>
                <a:lnTo>
                  <a:pt x="4504" y="1501"/>
                </a:lnTo>
                <a:lnTo>
                  <a:pt x="5631" y="1876"/>
                </a:lnTo>
                <a:lnTo>
                  <a:pt x="6759" y="2254"/>
                </a:lnTo>
                <a:lnTo>
                  <a:pt x="7889" y="2628"/>
                </a:lnTo>
                <a:lnTo>
                  <a:pt x="9020" y="3006"/>
                </a:lnTo>
                <a:lnTo>
                  <a:pt x="10152" y="3384"/>
                </a:lnTo>
                <a:lnTo>
                  <a:pt x="11287" y="3762"/>
                </a:lnTo>
                <a:lnTo>
                  <a:pt x="12422" y="4140"/>
                </a:lnTo>
                <a:lnTo>
                  <a:pt x="13560" y="4522"/>
                </a:lnTo>
                <a:lnTo>
                  <a:pt x="14700" y="4900"/>
                </a:lnTo>
                <a:lnTo>
                  <a:pt x="15843" y="5281"/>
                </a:lnTo>
                <a:lnTo>
                  <a:pt x="16988" y="5663"/>
                </a:lnTo>
                <a:lnTo>
                  <a:pt x="18137" y="6044"/>
                </a:lnTo>
                <a:lnTo>
                  <a:pt x="19287" y="6430"/>
                </a:lnTo>
                <a:lnTo>
                  <a:pt x="20442" y="6815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20502" y="14400"/>
                </a:lnTo>
                <a:lnTo>
                  <a:pt x="19397" y="14400"/>
                </a:lnTo>
                <a:lnTo>
                  <a:pt x="18277" y="14400"/>
                </a:lnTo>
                <a:lnTo>
                  <a:pt x="18277" y="16780"/>
                </a:lnTo>
                <a:lnTo>
                  <a:pt x="18277" y="19174"/>
                </a:lnTo>
                <a:lnTo>
                  <a:pt x="18277" y="21600"/>
                </a:lnTo>
                <a:lnTo>
                  <a:pt x="17263" y="21283"/>
                </a:lnTo>
                <a:lnTo>
                  <a:pt x="16250" y="20952"/>
                </a:lnTo>
                <a:lnTo>
                  <a:pt x="15238" y="20606"/>
                </a:lnTo>
                <a:lnTo>
                  <a:pt x="14226" y="20250"/>
                </a:lnTo>
                <a:lnTo>
                  <a:pt x="13096" y="19872"/>
                </a:lnTo>
                <a:lnTo>
                  <a:pt x="11948" y="19490"/>
                </a:lnTo>
                <a:lnTo>
                  <a:pt x="10792" y="18572"/>
                </a:lnTo>
                <a:lnTo>
                  <a:pt x="10112" y="17734"/>
                </a:lnTo>
                <a:lnTo>
                  <a:pt x="9650" y="16492"/>
                </a:lnTo>
                <a:lnTo>
                  <a:pt x="9138" y="14371"/>
                </a:lnTo>
                <a:lnTo>
                  <a:pt x="8932" y="13482"/>
                </a:lnTo>
                <a:lnTo>
                  <a:pt x="8308" y="10800"/>
                </a:lnTo>
                <a:lnTo>
                  <a:pt x="7221" y="10188"/>
                </a:lnTo>
                <a:lnTo>
                  <a:pt x="6139" y="9702"/>
                </a:lnTo>
                <a:lnTo>
                  <a:pt x="5061" y="9313"/>
                </a:lnTo>
                <a:lnTo>
                  <a:pt x="3974" y="8993"/>
                </a:lnTo>
                <a:lnTo>
                  <a:pt x="2876" y="8712"/>
                </a:lnTo>
                <a:lnTo>
                  <a:pt x="1760" y="8438"/>
                </a:lnTo>
                <a:lnTo>
                  <a:pt x="886" y="7823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434240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6" name="contour_07874"/>
          <p:cNvSpPr/>
          <p:nvPr/>
        </p:nvSpPr>
        <p:spPr>
          <a:xfrm>
            <a:off x="4812476" y="5874121"/>
            <a:ext cx="5170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6" y="0"/>
                </a:moveTo>
                <a:lnTo>
                  <a:pt x="889" y="1283"/>
                </a:lnTo>
                <a:lnTo>
                  <a:pt x="1495" y="2570"/>
                </a:lnTo>
                <a:lnTo>
                  <a:pt x="2101" y="3862"/>
                </a:lnTo>
                <a:lnTo>
                  <a:pt x="2713" y="5165"/>
                </a:lnTo>
                <a:lnTo>
                  <a:pt x="3331" y="6480"/>
                </a:lnTo>
                <a:lnTo>
                  <a:pt x="5341" y="6005"/>
                </a:lnTo>
                <a:lnTo>
                  <a:pt x="7353" y="5530"/>
                </a:lnTo>
                <a:lnTo>
                  <a:pt x="9366" y="5052"/>
                </a:lnTo>
                <a:lnTo>
                  <a:pt x="11385" y="4575"/>
                </a:lnTo>
                <a:lnTo>
                  <a:pt x="13409" y="4098"/>
                </a:lnTo>
                <a:lnTo>
                  <a:pt x="15443" y="3616"/>
                </a:lnTo>
                <a:lnTo>
                  <a:pt x="17483" y="3134"/>
                </a:lnTo>
                <a:lnTo>
                  <a:pt x="19536" y="2648"/>
                </a:lnTo>
                <a:lnTo>
                  <a:pt x="21600" y="2160"/>
                </a:lnTo>
                <a:lnTo>
                  <a:pt x="21155" y="4679"/>
                </a:lnTo>
                <a:lnTo>
                  <a:pt x="20799" y="6610"/>
                </a:lnTo>
                <a:lnTo>
                  <a:pt x="20498" y="8081"/>
                </a:lnTo>
                <a:lnTo>
                  <a:pt x="20215" y="9217"/>
                </a:lnTo>
                <a:lnTo>
                  <a:pt x="19913" y="10148"/>
                </a:lnTo>
                <a:lnTo>
                  <a:pt x="19563" y="10997"/>
                </a:lnTo>
                <a:lnTo>
                  <a:pt x="19122" y="11893"/>
                </a:lnTo>
                <a:lnTo>
                  <a:pt x="18555" y="12960"/>
                </a:lnTo>
                <a:lnTo>
                  <a:pt x="16198" y="13284"/>
                </a:lnTo>
                <a:lnTo>
                  <a:pt x="14545" y="13446"/>
                </a:lnTo>
                <a:lnTo>
                  <a:pt x="13157" y="13446"/>
                </a:lnTo>
                <a:lnTo>
                  <a:pt x="11595" y="13284"/>
                </a:lnTo>
                <a:lnTo>
                  <a:pt x="9421" y="12960"/>
                </a:lnTo>
                <a:lnTo>
                  <a:pt x="9923" y="14386"/>
                </a:lnTo>
                <a:lnTo>
                  <a:pt x="10425" y="15813"/>
                </a:lnTo>
                <a:lnTo>
                  <a:pt x="10931" y="17248"/>
                </a:lnTo>
                <a:lnTo>
                  <a:pt x="11439" y="18688"/>
                </a:lnTo>
                <a:lnTo>
                  <a:pt x="11951" y="20138"/>
                </a:lnTo>
                <a:lnTo>
                  <a:pt x="12466" y="21600"/>
                </a:lnTo>
                <a:lnTo>
                  <a:pt x="10453" y="21600"/>
                </a:lnTo>
                <a:lnTo>
                  <a:pt x="8428" y="21600"/>
                </a:lnTo>
                <a:lnTo>
                  <a:pt x="6376" y="21600"/>
                </a:lnTo>
                <a:lnTo>
                  <a:pt x="5191" y="20291"/>
                </a:lnTo>
                <a:lnTo>
                  <a:pt x="4150" y="18954"/>
                </a:lnTo>
                <a:lnTo>
                  <a:pt x="3246" y="17595"/>
                </a:lnTo>
                <a:lnTo>
                  <a:pt x="2469" y="16213"/>
                </a:lnTo>
                <a:lnTo>
                  <a:pt x="1815" y="14809"/>
                </a:lnTo>
                <a:lnTo>
                  <a:pt x="1276" y="13388"/>
                </a:lnTo>
                <a:lnTo>
                  <a:pt x="840" y="11947"/>
                </a:lnTo>
                <a:lnTo>
                  <a:pt x="505" y="10491"/>
                </a:lnTo>
                <a:lnTo>
                  <a:pt x="262" y="9022"/>
                </a:lnTo>
                <a:lnTo>
                  <a:pt x="100" y="7541"/>
                </a:lnTo>
                <a:lnTo>
                  <a:pt x="15" y="6046"/>
                </a:lnTo>
                <a:lnTo>
                  <a:pt x="0" y="4545"/>
                </a:lnTo>
                <a:lnTo>
                  <a:pt x="43" y="3035"/>
                </a:lnTo>
                <a:lnTo>
                  <a:pt x="143" y="1518"/>
                </a:lnTo>
                <a:lnTo>
                  <a:pt x="286" y="0"/>
                </a:lnTo>
                <a:close/>
              </a:path>
            </a:pathLst>
          </a:custGeom>
          <a:solidFill>
            <a:srgbClr val="9A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7" name="contour_07875"/>
          <p:cNvSpPr/>
          <p:nvPr/>
        </p:nvSpPr>
        <p:spPr>
          <a:xfrm>
            <a:off x="4827737" y="5793953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220" y="26"/>
                </a:lnTo>
                <a:lnTo>
                  <a:pt x="8975" y="89"/>
                </a:lnTo>
                <a:lnTo>
                  <a:pt x="10681" y="207"/>
                </a:lnTo>
                <a:lnTo>
                  <a:pt x="12350" y="393"/>
                </a:lnTo>
                <a:lnTo>
                  <a:pt x="13994" y="667"/>
                </a:lnTo>
                <a:lnTo>
                  <a:pt x="15625" y="1041"/>
                </a:lnTo>
                <a:lnTo>
                  <a:pt x="17256" y="1534"/>
                </a:lnTo>
                <a:lnTo>
                  <a:pt x="18900" y="2160"/>
                </a:lnTo>
                <a:lnTo>
                  <a:pt x="19540" y="3577"/>
                </a:lnTo>
                <a:lnTo>
                  <a:pt x="20069" y="4987"/>
                </a:lnTo>
                <a:lnTo>
                  <a:pt x="20493" y="6400"/>
                </a:lnTo>
                <a:lnTo>
                  <a:pt x="20831" y="7819"/>
                </a:lnTo>
                <a:lnTo>
                  <a:pt x="21090" y="9245"/>
                </a:lnTo>
                <a:lnTo>
                  <a:pt x="21284" y="10683"/>
                </a:lnTo>
                <a:lnTo>
                  <a:pt x="21424" y="12139"/>
                </a:lnTo>
                <a:lnTo>
                  <a:pt x="21527" y="13617"/>
                </a:lnTo>
                <a:lnTo>
                  <a:pt x="21600" y="15120"/>
                </a:lnTo>
                <a:lnTo>
                  <a:pt x="19815" y="15120"/>
                </a:lnTo>
                <a:lnTo>
                  <a:pt x="18020" y="15120"/>
                </a:lnTo>
                <a:lnTo>
                  <a:pt x="16200" y="15120"/>
                </a:lnTo>
                <a:lnTo>
                  <a:pt x="16200" y="16403"/>
                </a:lnTo>
                <a:lnTo>
                  <a:pt x="16200" y="17690"/>
                </a:lnTo>
                <a:lnTo>
                  <a:pt x="16200" y="18982"/>
                </a:lnTo>
                <a:lnTo>
                  <a:pt x="16200" y="20285"/>
                </a:lnTo>
                <a:lnTo>
                  <a:pt x="16200" y="21600"/>
                </a:lnTo>
                <a:lnTo>
                  <a:pt x="14418" y="21600"/>
                </a:lnTo>
                <a:lnTo>
                  <a:pt x="12633" y="21600"/>
                </a:lnTo>
                <a:lnTo>
                  <a:pt x="10849" y="21600"/>
                </a:lnTo>
                <a:lnTo>
                  <a:pt x="9059" y="21600"/>
                </a:lnTo>
                <a:lnTo>
                  <a:pt x="7263" y="21600"/>
                </a:lnTo>
                <a:lnTo>
                  <a:pt x="5459" y="21600"/>
                </a:lnTo>
                <a:lnTo>
                  <a:pt x="3650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20172"/>
                </a:lnTo>
                <a:lnTo>
                  <a:pt x="0" y="18736"/>
                </a:lnTo>
                <a:lnTo>
                  <a:pt x="0" y="17280"/>
                </a:lnTo>
                <a:lnTo>
                  <a:pt x="1766" y="16604"/>
                </a:lnTo>
                <a:lnTo>
                  <a:pt x="3070" y="16140"/>
                </a:lnTo>
                <a:lnTo>
                  <a:pt x="4301" y="15770"/>
                </a:lnTo>
                <a:lnTo>
                  <a:pt x="5848" y="15379"/>
                </a:lnTo>
                <a:lnTo>
                  <a:pt x="8100" y="14850"/>
                </a:lnTo>
                <a:lnTo>
                  <a:pt x="9607" y="14487"/>
                </a:lnTo>
                <a:lnTo>
                  <a:pt x="11121" y="14122"/>
                </a:lnTo>
                <a:lnTo>
                  <a:pt x="12658" y="13753"/>
                </a:lnTo>
                <a:lnTo>
                  <a:pt x="14415" y="13360"/>
                </a:lnTo>
                <a:lnTo>
                  <a:pt x="16200" y="12960"/>
                </a:lnTo>
                <a:lnTo>
                  <a:pt x="15420" y="11604"/>
                </a:lnTo>
                <a:lnTo>
                  <a:pt x="14642" y="10286"/>
                </a:lnTo>
                <a:lnTo>
                  <a:pt x="13854" y="9007"/>
                </a:lnTo>
                <a:lnTo>
                  <a:pt x="13038" y="7765"/>
                </a:lnTo>
                <a:lnTo>
                  <a:pt x="12180" y="6558"/>
                </a:lnTo>
                <a:lnTo>
                  <a:pt x="11270" y="5387"/>
                </a:lnTo>
                <a:lnTo>
                  <a:pt x="10290" y="4247"/>
                </a:lnTo>
                <a:lnTo>
                  <a:pt x="9226" y="3141"/>
                </a:lnTo>
                <a:lnTo>
                  <a:pt x="8068" y="2065"/>
                </a:lnTo>
                <a:lnTo>
                  <a:pt x="6796" y="1017"/>
                </a:lnTo>
                <a:lnTo>
                  <a:pt x="5400" y="0"/>
                </a:lnTo>
                <a:close/>
              </a:path>
            </a:pathLst>
          </a:custGeom>
          <a:solidFill>
            <a:srgbClr val="8E6B82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8" name="contour_07876"/>
          <p:cNvSpPr/>
          <p:nvPr/>
        </p:nvSpPr>
        <p:spPr>
          <a:xfrm>
            <a:off x="11598281" y="5793953"/>
            <a:ext cx="58304" cy="80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076" y="1219"/>
                </a:lnTo>
                <a:lnTo>
                  <a:pt x="20552" y="2437"/>
                </a:lnTo>
                <a:lnTo>
                  <a:pt x="20023" y="3656"/>
                </a:lnTo>
                <a:lnTo>
                  <a:pt x="19491" y="4871"/>
                </a:lnTo>
                <a:lnTo>
                  <a:pt x="18959" y="6089"/>
                </a:lnTo>
                <a:lnTo>
                  <a:pt x="18425" y="7306"/>
                </a:lnTo>
                <a:lnTo>
                  <a:pt x="17888" y="8521"/>
                </a:lnTo>
                <a:lnTo>
                  <a:pt x="17374" y="9729"/>
                </a:lnTo>
                <a:lnTo>
                  <a:pt x="16853" y="10956"/>
                </a:lnTo>
                <a:lnTo>
                  <a:pt x="15819" y="13258"/>
                </a:lnTo>
                <a:lnTo>
                  <a:pt x="14969" y="15073"/>
                </a:lnTo>
                <a:lnTo>
                  <a:pt x="14229" y="16491"/>
                </a:lnTo>
                <a:lnTo>
                  <a:pt x="13530" y="17594"/>
                </a:lnTo>
                <a:lnTo>
                  <a:pt x="12795" y="18470"/>
                </a:lnTo>
                <a:lnTo>
                  <a:pt x="11958" y="19204"/>
                </a:lnTo>
                <a:lnTo>
                  <a:pt x="10946" y="19884"/>
                </a:lnTo>
                <a:lnTo>
                  <a:pt x="9682" y="20597"/>
                </a:lnTo>
                <a:lnTo>
                  <a:pt x="8100" y="21425"/>
                </a:lnTo>
                <a:lnTo>
                  <a:pt x="5929" y="21542"/>
                </a:lnTo>
                <a:lnTo>
                  <a:pt x="4423" y="21600"/>
                </a:lnTo>
                <a:lnTo>
                  <a:pt x="3191" y="21600"/>
                </a:lnTo>
                <a:lnTo>
                  <a:pt x="1847" y="21542"/>
                </a:lnTo>
                <a:lnTo>
                  <a:pt x="0" y="21425"/>
                </a:lnTo>
                <a:lnTo>
                  <a:pt x="616" y="20133"/>
                </a:lnTo>
                <a:lnTo>
                  <a:pt x="1261" y="18850"/>
                </a:lnTo>
                <a:lnTo>
                  <a:pt x="1933" y="17572"/>
                </a:lnTo>
                <a:lnTo>
                  <a:pt x="2635" y="16304"/>
                </a:lnTo>
                <a:lnTo>
                  <a:pt x="3367" y="15044"/>
                </a:lnTo>
                <a:lnTo>
                  <a:pt x="4131" y="13796"/>
                </a:lnTo>
                <a:lnTo>
                  <a:pt x="4930" y="12559"/>
                </a:lnTo>
                <a:lnTo>
                  <a:pt x="5762" y="11334"/>
                </a:lnTo>
                <a:lnTo>
                  <a:pt x="6628" y="10122"/>
                </a:lnTo>
                <a:lnTo>
                  <a:pt x="7530" y="8924"/>
                </a:lnTo>
                <a:lnTo>
                  <a:pt x="8473" y="7744"/>
                </a:lnTo>
                <a:lnTo>
                  <a:pt x="9450" y="6579"/>
                </a:lnTo>
                <a:lnTo>
                  <a:pt x="10471" y="5432"/>
                </a:lnTo>
                <a:lnTo>
                  <a:pt x="11529" y="4304"/>
                </a:lnTo>
                <a:lnTo>
                  <a:pt x="12631" y="3196"/>
                </a:lnTo>
                <a:lnTo>
                  <a:pt x="13775" y="2107"/>
                </a:lnTo>
                <a:lnTo>
                  <a:pt x="14966" y="1042"/>
                </a:lnTo>
                <a:lnTo>
                  <a:pt x="16200" y="0"/>
                </a:lnTo>
                <a:close/>
              </a:path>
            </a:pathLst>
          </a:custGeom>
          <a:solidFill>
            <a:srgbClr val="BDD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79" name="contour_07877"/>
          <p:cNvSpPr/>
          <p:nvPr/>
        </p:nvSpPr>
        <p:spPr>
          <a:xfrm>
            <a:off x="8165637" y="5787533"/>
            <a:ext cx="80168" cy="50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66"/>
                </a:moveTo>
                <a:lnTo>
                  <a:pt x="19868" y="6058"/>
                </a:lnTo>
                <a:lnTo>
                  <a:pt x="18458" y="8702"/>
                </a:lnTo>
                <a:lnTo>
                  <a:pt x="17311" y="10773"/>
                </a:lnTo>
                <a:lnTo>
                  <a:pt x="16365" y="12352"/>
                </a:lnTo>
                <a:lnTo>
                  <a:pt x="15562" y="13520"/>
                </a:lnTo>
                <a:lnTo>
                  <a:pt x="14837" y="14355"/>
                </a:lnTo>
                <a:lnTo>
                  <a:pt x="14134" y="14933"/>
                </a:lnTo>
                <a:lnTo>
                  <a:pt x="13390" y="15338"/>
                </a:lnTo>
                <a:lnTo>
                  <a:pt x="12548" y="15645"/>
                </a:lnTo>
                <a:lnTo>
                  <a:pt x="11544" y="15934"/>
                </a:lnTo>
                <a:lnTo>
                  <a:pt x="10413" y="15815"/>
                </a:lnTo>
                <a:lnTo>
                  <a:pt x="9282" y="15692"/>
                </a:lnTo>
                <a:lnTo>
                  <a:pt x="8153" y="15570"/>
                </a:lnTo>
                <a:lnTo>
                  <a:pt x="7022" y="15447"/>
                </a:lnTo>
                <a:lnTo>
                  <a:pt x="5891" y="15322"/>
                </a:lnTo>
                <a:lnTo>
                  <a:pt x="5031" y="17186"/>
                </a:lnTo>
                <a:lnTo>
                  <a:pt x="4540" y="18461"/>
                </a:lnTo>
                <a:lnTo>
                  <a:pt x="4234" y="19735"/>
                </a:lnTo>
                <a:lnTo>
                  <a:pt x="3927" y="21600"/>
                </a:lnTo>
                <a:lnTo>
                  <a:pt x="2887" y="19921"/>
                </a:lnTo>
                <a:lnTo>
                  <a:pt x="2146" y="18637"/>
                </a:lnTo>
                <a:lnTo>
                  <a:pt x="1594" y="17482"/>
                </a:lnTo>
                <a:lnTo>
                  <a:pt x="1127" y="16195"/>
                </a:lnTo>
                <a:lnTo>
                  <a:pt x="632" y="14515"/>
                </a:lnTo>
                <a:lnTo>
                  <a:pt x="0" y="12183"/>
                </a:lnTo>
                <a:lnTo>
                  <a:pt x="880" y="9455"/>
                </a:lnTo>
                <a:lnTo>
                  <a:pt x="1842" y="7132"/>
                </a:lnTo>
                <a:lnTo>
                  <a:pt x="2885" y="5183"/>
                </a:lnTo>
                <a:lnTo>
                  <a:pt x="4002" y="3588"/>
                </a:lnTo>
                <a:lnTo>
                  <a:pt x="5190" y="2320"/>
                </a:lnTo>
                <a:lnTo>
                  <a:pt x="6445" y="1353"/>
                </a:lnTo>
                <a:lnTo>
                  <a:pt x="7758" y="662"/>
                </a:lnTo>
                <a:lnTo>
                  <a:pt x="9131" y="223"/>
                </a:lnTo>
                <a:lnTo>
                  <a:pt x="10555" y="9"/>
                </a:lnTo>
                <a:lnTo>
                  <a:pt x="12025" y="0"/>
                </a:lnTo>
                <a:lnTo>
                  <a:pt x="13541" y="166"/>
                </a:lnTo>
                <a:lnTo>
                  <a:pt x="15094" y="483"/>
                </a:lnTo>
                <a:lnTo>
                  <a:pt x="16681" y="926"/>
                </a:lnTo>
                <a:lnTo>
                  <a:pt x="18297" y="1472"/>
                </a:lnTo>
                <a:lnTo>
                  <a:pt x="19939" y="2094"/>
                </a:lnTo>
                <a:lnTo>
                  <a:pt x="21600" y="2766"/>
                </a:lnTo>
                <a:close/>
              </a:path>
            </a:pathLst>
          </a:custGeom>
          <a:solidFill>
            <a:srgbClr val="3B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0" name="contour_07878"/>
          <p:cNvSpPr/>
          <p:nvPr/>
        </p:nvSpPr>
        <p:spPr>
          <a:xfrm>
            <a:off x="8457157" y="5764801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358" y="556"/>
                </a:lnTo>
                <a:lnTo>
                  <a:pt x="14717" y="1111"/>
                </a:lnTo>
                <a:lnTo>
                  <a:pt x="16080" y="1669"/>
                </a:lnTo>
                <a:lnTo>
                  <a:pt x="17448" y="2229"/>
                </a:lnTo>
                <a:lnTo>
                  <a:pt x="18823" y="2792"/>
                </a:lnTo>
                <a:lnTo>
                  <a:pt x="20206" y="3358"/>
                </a:lnTo>
                <a:lnTo>
                  <a:pt x="21600" y="3927"/>
                </a:lnTo>
                <a:lnTo>
                  <a:pt x="21293" y="5388"/>
                </a:lnTo>
                <a:lnTo>
                  <a:pt x="21014" y="6425"/>
                </a:lnTo>
                <a:lnTo>
                  <a:pt x="20650" y="7320"/>
                </a:lnTo>
                <a:lnTo>
                  <a:pt x="20083" y="8357"/>
                </a:lnTo>
                <a:lnTo>
                  <a:pt x="19200" y="9818"/>
                </a:lnTo>
                <a:lnTo>
                  <a:pt x="17556" y="10038"/>
                </a:lnTo>
                <a:lnTo>
                  <a:pt x="15982" y="10136"/>
                </a:lnTo>
                <a:lnTo>
                  <a:pt x="14441" y="10138"/>
                </a:lnTo>
                <a:lnTo>
                  <a:pt x="12890" y="10070"/>
                </a:lnTo>
                <a:lnTo>
                  <a:pt x="11290" y="9954"/>
                </a:lnTo>
                <a:lnTo>
                  <a:pt x="9600" y="9818"/>
                </a:lnTo>
                <a:lnTo>
                  <a:pt x="9727" y="10849"/>
                </a:lnTo>
                <a:lnTo>
                  <a:pt x="9852" y="11898"/>
                </a:lnTo>
                <a:lnTo>
                  <a:pt x="9941" y="13219"/>
                </a:lnTo>
                <a:lnTo>
                  <a:pt x="9996" y="14507"/>
                </a:lnTo>
                <a:lnTo>
                  <a:pt x="10006" y="15778"/>
                </a:lnTo>
                <a:lnTo>
                  <a:pt x="9953" y="17046"/>
                </a:lnTo>
                <a:lnTo>
                  <a:pt x="9823" y="18329"/>
                </a:lnTo>
                <a:lnTo>
                  <a:pt x="9600" y="19636"/>
                </a:lnTo>
                <a:lnTo>
                  <a:pt x="7814" y="20418"/>
                </a:lnTo>
                <a:lnTo>
                  <a:pt x="6547" y="20911"/>
                </a:lnTo>
                <a:lnTo>
                  <a:pt x="5453" y="21209"/>
                </a:lnTo>
                <a:lnTo>
                  <a:pt x="4186" y="21408"/>
                </a:lnTo>
                <a:lnTo>
                  <a:pt x="2400" y="21600"/>
                </a:lnTo>
                <a:lnTo>
                  <a:pt x="1925" y="20434"/>
                </a:lnTo>
                <a:lnTo>
                  <a:pt x="1447" y="19263"/>
                </a:lnTo>
                <a:lnTo>
                  <a:pt x="970" y="18089"/>
                </a:lnTo>
                <a:lnTo>
                  <a:pt x="487" y="16905"/>
                </a:lnTo>
                <a:lnTo>
                  <a:pt x="0" y="15709"/>
                </a:lnTo>
                <a:lnTo>
                  <a:pt x="1586" y="15709"/>
                </a:lnTo>
                <a:lnTo>
                  <a:pt x="3182" y="15709"/>
                </a:lnTo>
                <a:lnTo>
                  <a:pt x="4800" y="15709"/>
                </a:lnTo>
                <a:lnTo>
                  <a:pt x="4673" y="14678"/>
                </a:lnTo>
                <a:lnTo>
                  <a:pt x="4548" y="13630"/>
                </a:lnTo>
                <a:lnTo>
                  <a:pt x="4459" y="12310"/>
                </a:lnTo>
                <a:lnTo>
                  <a:pt x="4404" y="11020"/>
                </a:lnTo>
                <a:lnTo>
                  <a:pt x="4394" y="9749"/>
                </a:lnTo>
                <a:lnTo>
                  <a:pt x="4445" y="8481"/>
                </a:lnTo>
                <a:lnTo>
                  <a:pt x="4577" y="7199"/>
                </a:lnTo>
                <a:lnTo>
                  <a:pt x="4800" y="5891"/>
                </a:lnTo>
                <a:lnTo>
                  <a:pt x="6586" y="5227"/>
                </a:lnTo>
                <a:lnTo>
                  <a:pt x="7853" y="4793"/>
                </a:lnTo>
                <a:lnTo>
                  <a:pt x="8947" y="4495"/>
                </a:lnTo>
                <a:lnTo>
                  <a:pt x="10214" y="4238"/>
                </a:lnTo>
                <a:lnTo>
                  <a:pt x="12000" y="3927"/>
                </a:lnTo>
                <a:lnTo>
                  <a:pt x="12000" y="2629"/>
                </a:lnTo>
                <a:lnTo>
                  <a:pt x="12000" y="1323"/>
                </a:lnTo>
                <a:lnTo>
                  <a:pt x="12000" y="0"/>
                </a:lnTo>
                <a:close/>
              </a:path>
            </a:pathLst>
          </a:custGeom>
          <a:solidFill>
            <a:srgbClr val="C7B4BD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1" name="contour_07879"/>
          <p:cNvSpPr/>
          <p:nvPr/>
        </p:nvSpPr>
        <p:spPr>
          <a:xfrm>
            <a:off x="1016118" y="5735649"/>
            <a:ext cx="87456" cy="45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709" y="851"/>
                </a:lnTo>
                <a:lnTo>
                  <a:pt x="14776" y="1791"/>
                </a:lnTo>
                <a:lnTo>
                  <a:pt x="15808" y="2815"/>
                </a:lnTo>
                <a:lnTo>
                  <a:pt x="16810" y="3913"/>
                </a:lnTo>
                <a:lnTo>
                  <a:pt x="17789" y="5085"/>
                </a:lnTo>
                <a:lnTo>
                  <a:pt x="18752" y="6318"/>
                </a:lnTo>
                <a:lnTo>
                  <a:pt x="19703" y="7610"/>
                </a:lnTo>
                <a:lnTo>
                  <a:pt x="20651" y="8950"/>
                </a:lnTo>
                <a:lnTo>
                  <a:pt x="21600" y="10335"/>
                </a:lnTo>
                <a:lnTo>
                  <a:pt x="20225" y="13570"/>
                </a:lnTo>
                <a:lnTo>
                  <a:pt x="19152" y="16016"/>
                </a:lnTo>
                <a:lnTo>
                  <a:pt x="18295" y="17811"/>
                </a:lnTo>
                <a:lnTo>
                  <a:pt x="17568" y="19078"/>
                </a:lnTo>
                <a:lnTo>
                  <a:pt x="16886" y="19950"/>
                </a:lnTo>
                <a:lnTo>
                  <a:pt x="16160" y="20563"/>
                </a:lnTo>
                <a:lnTo>
                  <a:pt x="15305" y="21042"/>
                </a:lnTo>
                <a:lnTo>
                  <a:pt x="14236" y="21524"/>
                </a:lnTo>
                <a:lnTo>
                  <a:pt x="13151" y="21583"/>
                </a:lnTo>
                <a:lnTo>
                  <a:pt x="12073" y="21600"/>
                </a:lnTo>
                <a:lnTo>
                  <a:pt x="10998" y="21579"/>
                </a:lnTo>
                <a:lnTo>
                  <a:pt x="9923" y="21521"/>
                </a:lnTo>
                <a:lnTo>
                  <a:pt x="8845" y="21435"/>
                </a:lnTo>
                <a:lnTo>
                  <a:pt x="7762" y="21318"/>
                </a:lnTo>
                <a:lnTo>
                  <a:pt x="6637" y="21245"/>
                </a:lnTo>
                <a:lnTo>
                  <a:pt x="5495" y="21173"/>
                </a:lnTo>
                <a:lnTo>
                  <a:pt x="4396" y="21094"/>
                </a:lnTo>
                <a:lnTo>
                  <a:pt x="3296" y="21001"/>
                </a:lnTo>
                <a:lnTo>
                  <a:pt x="2198" y="20897"/>
                </a:lnTo>
                <a:lnTo>
                  <a:pt x="1098" y="20787"/>
                </a:lnTo>
                <a:lnTo>
                  <a:pt x="0" y="20670"/>
                </a:lnTo>
                <a:lnTo>
                  <a:pt x="688" y="19726"/>
                </a:lnTo>
                <a:lnTo>
                  <a:pt x="1386" y="18772"/>
                </a:lnTo>
                <a:lnTo>
                  <a:pt x="2317" y="17469"/>
                </a:lnTo>
                <a:lnTo>
                  <a:pt x="3262" y="16150"/>
                </a:lnTo>
                <a:lnTo>
                  <a:pt x="4261" y="14769"/>
                </a:lnTo>
                <a:lnTo>
                  <a:pt x="5274" y="13363"/>
                </a:lnTo>
                <a:lnTo>
                  <a:pt x="6154" y="11899"/>
                </a:lnTo>
                <a:lnTo>
                  <a:pt x="6950" y="10418"/>
                </a:lnTo>
                <a:lnTo>
                  <a:pt x="7688" y="8895"/>
                </a:lnTo>
                <a:lnTo>
                  <a:pt x="8392" y="7310"/>
                </a:lnTo>
                <a:lnTo>
                  <a:pt x="9083" y="5643"/>
                </a:lnTo>
                <a:lnTo>
                  <a:pt x="9788" y="3876"/>
                </a:lnTo>
                <a:lnTo>
                  <a:pt x="10717" y="2598"/>
                </a:lnTo>
                <a:lnTo>
                  <a:pt x="11651" y="1306"/>
                </a:lnTo>
                <a:lnTo>
                  <a:pt x="12600" y="0"/>
                </a:lnTo>
                <a:close/>
              </a:path>
            </a:pathLst>
          </a:custGeom>
          <a:solidFill>
            <a:srgbClr val="1C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2" name="contour_07880"/>
          <p:cNvSpPr/>
          <p:nvPr/>
        </p:nvSpPr>
        <p:spPr>
          <a:xfrm>
            <a:off x="10394793" y="5706497"/>
            <a:ext cx="4633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50" y="0"/>
                </a:moveTo>
                <a:lnTo>
                  <a:pt x="4128" y="1536"/>
                </a:lnTo>
                <a:lnTo>
                  <a:pt x="4414" y="3084"/>
                </a:lnTo>
                <a:lnTo>
                  <a:pt x="4699" y="4651"/>
                </a:lnTo>
                <a:lnTo>
                  <a:pt x="5239" y="6242"/>
                </a:lnTo>
                <a:lnTo>
                  <a:pt x="5685" y="7289"/>
                </a:lnTo>
                <a:lnTo>
                  <a:pt x="6276" y="8251"/>
                </a:lnTo>
                <a:lnTo>
                  <a:pt x="7248" y="9600"/>
                </a:lnTo>
                <a:lnTo>
                  <a:pt x="9674" y="10202"/>
                </a:lnTo>
                <a:lnTo>
                  <a:pt x="11491" y="10512"/>
                </a:lnTo>
                <a:lnTo>
                  <a:pt x="14254" y="10800"/>
                </a:lnTo>
                <a:lnTo>
                  <a:pt x="16952" y="11088"/>
                </a:lnTo>
                <a:lnTo>
                  <a:pt x="18657" y="11398"/>
                </a:lnTo>
                <a:lnTo>
                  <a:pt x="20839" y="12000"/>
                </a:lnTo>
                <a:lnTo>
                  <a:pt x="21359" y="13663"/>
                </a:lnTo>
                <a:lnTo>
                  <a:pt x="21593" y="15221"/>
                </a:lnTo>
                <a:lnTo>
                  <a:pt x="21600" y="16735"/>
                </a:lnTo>
                <a:lnTo>
                  <a:pt x="21437" y="18264"/>
                </a:lnTo>
                <a:lnTo>
                  <a:pt x="21165" y="19865"/>
                </a:lnTo>
                <a:lnTo>
                  <a:pt x="20839" y="21600"/>
                </a:lnTo>
                <a:lnTo>
                  <a:pt x="18766" y="21343"/>
                </a:lnTo>
                <a:lnTo>
                  <a:pt x="16697" y="21082"/>
                </a:lnTo>
                <a:lnTo>
                  <a:pt x="14624" y="20818"/>
                </a:lnTo>
                <a:lnTo>
                  <a:pt x="12555" y="20549"/>
                </a:lnTo>
                <a:lnTo>
                  <a:pt x="10244" y="20256"/>
                </a:lnTo>
                <a:lnTo>
                  <a:pt x="7897" y="19958"/>
                </a:lnTo>
                <a:lnTo>
                  <a:pt x="5504" y="19483"/>
                </a:lnTo>
                <a:lnTo>
                  <a:pt x="3931" y="18994"/>
                </a:lnTo>
                <a:lnTo>
                  <a:pt x="2480" y="18199"/>
                </a:lnTo>
                <a:lnTo>
                  <a:pt x="452" y="16800"/>
                </a:lnTo>
                <a:lnTo>
                  <a:pt x="231" y="15158"/>
                </a:lnTo>
                <a:lnTo>
                  <a:pt x="99" y="13963"/>
                </a:lnTo>
                <a:lnTo>
                  <a:pt x="34" y="12869"/>
                </a:lnTo>
                <a:lnTo>
                  <a:pt x="17" y="11530"/>
                </a:lnTo>
                <a:lnTo>
                  <a:pt x="27" y="9600"/>
                </a:lnTo>
                <a:lnTo>
                  <a:pt x="17" y="8311"/>
                </a:lnTo>
                <a:lnTo>
                  <a:pt x="10" y="7015"/>
                </a:lnTo>
                <a:lnTo>
                  <a:pt x="0" y="5700"/>
                </a:lnTo>
                <a:lnTo>
                  <a:pt x="316" y="3754"/>
                </a:lnTo>
                <a:lnTo>
                  <a:pt x="819" y="2513"/>
                </a:lnTo>
                <a:lnTo>
                  <a:pt x="1879" y="1440"/>
                </a:lnTo>
                <a:lnTo>
                  <a:pt x="3850" y="0"/>
                </a:lnTo>
                <a:close/>
              </a:path>
            </a:pathLst>
          </a:custGeom>
          <a:solidFill>
            <a:srgbClr val="676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3" name="contour_07881"/>
          <p:cNvSpPr/>
          <p:nvPr/>
        </p:nvSpPr>
        <p:spPr>
          <a:xfrm>
            <a:off x="10352035" y="5684633"/>
            <a:ext cx="4608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55" y="0"/>
                </a:lnTo>
                <a:lnTo>
                  <a:pt x="4513" y="0"/>
                </a:lnTo>
                <a:lnTo>
                  <a:pt x="6771" y="0"/>
                </a:lnTo>
                <a:lnTo>
                  <a:pt x="9036" y="0"/>
                </a:lnTo>
                <a:lnTo>
                  <a:pt x="11307" y="0"/>
                </a:lnTo>
                <a:lnTo>
                  <a:pt x="13589" y="0"/>
                </a:lnTo>
                <a:lnTo>
                  <a:pt x="15878" y="0"/>
                </a:lnTo>
                <a:lnTo>
                  <a:pt x="18180" y="0"/>
                </a:lnTo>
                <a:lnTo>
                  <a:pt x="20497" y="0"/>
                </a:lnTo>
                <a:lnTo>
                  <a:pt x="21050" y="4594"/>
                </a:lnTo>
                <a:lnTo>
                  <a:pt x="21416" y="7992"/>
                </a:lnTo>
                <a:lnTo>
                  <a:pt x="21600" y="10501"/>
                </a:lnTo>
                <a:lnTo>
                  <a:pt x="21600" y="12445"/>
                </a:lnTo>
                <a:lnTo>
                  <a:pt x="21416" y="14130"/>
                </a:lnTo>
                <a:lnTo>
                  <a:pt x="21050" y="15880"/>
                </a:lnTo>
                <a:lnTo>
                  <a:pt x="20497" y="18000"/>
                </a:lnTo>
                <a:lnTo>
                  <a:pt x="18365" y="19008"/>
                </a:lnTo>
                <a:lnTo>
                  <a:pt x="16305" y="19778"/>
                </a:lnTo>
                <a:lnTo>
                  <a:pt x="14279" y="20344"/>
                </a:lnTo>
                <a:lnTo>
                  <a:pt x="12257" y="20750"/>
                </a:lnTo>
                <a:lnTo>
                  <a:pt x="10194" y="21035"/>
                </a:lnTo>
                <a:lnTo>
                  <a:pt x="8059" y="21247"/>
                </a:lnTo>
                <a:lnTo>
                  <a:pt x="5811" y="21420"/>
                </a:lnTo>
                <a:lnTo>
                  <a:pt x="3416" y="21600"/>
                </a:lnTo>
                <a:lnTo>
                  <a:pt x="3040" y="19224"/>
                </a:lnTo>
                <a:lnTo>
                  <a:pt x="2665" y="16844"/>
                </a:lnTo>
                <a:lnTo>
                  <a:pt x="2289" y="14465"/>
                </a:lnTo>
                <a:lnTo>
                  <a:pt x="1910" y="12078"/>
                </a:lnTo>
                <a:lnTo>
                  <a:pt x="1530" y="9684"/>
                </a:lnTo>
                <a:lnTo>
                  <a:pt x="1151" y="7279"/>
                </a:lnTo>
                <a:lnTo>
                  <a:pt x="769" y="4867"/>
                </a:lnTo>
                <a:lnTo>
                  <a:pt x="386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2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4" name="contour_07882"/>
          <p:cNvSpPr/>
          <p:nvPr/>
        </p:nvSpPr>
        <p:spPr>
          <a:xfrm>
            <a:off x="7283688" y="5654767"/>
            <a:ext cx="51118" cy="40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65" y="0"/>
                </a:moveTo>
                <a:lnTo>
                  <a:pt x="9146" y="46"/>
                </a:lnTo>
                <a:lnTo>
                  <a:pt x="10840" y="92"/>
                </a:lnTo>
                <a:lnTo>
                  <a:pt x="12552" y="135"/>
                </a:lnTo>
                <a:lnTo>
                  <a:pt x="14243" y="169"/>
                </a:lnTo>
                <a:lnTo>
                  <a:pt x="15943" y="204"/>
                </a:lnTo>
                <a:lnTo>
                  <a:pt x="17664" y="238"/>
                </a:lnTo>
                <a:lnTo>
                  <a:pt x="19620" y="308"/>
                </a:lnTo>
                <a:lnTo>
                  <a:pt x="21600" y="377"/>
                </a:lnTo>
                <a:lnTo>
                  <a:pt x="21505" y="2926"/>
                </a:lnTo>
                <a:lnTo>
                  <a:pt x="21369" y="5410"/>
                </a:lnTo>
                <a:lnTo>
                  <a:pt x="21175" y="7843"/>
                </a:lnTo>
                <a:lnTo>
                  <a:pt x="20895" y="10231"/>
                </a:lnTo>
                <a:lnTo>
                  <a:pt x="20510" y="12592"/>
                </a:lnTo>
                <a:lnTo>
                  <a:pt x="20002" y="14929"/>
                </a:lnTo>
                <a:lnTo>
                  <a:pt x="19346" y="17263"/>
                </a:lnTo>
                <a:lnTo>
                  <a:pt x="18520" y="19601"/>
                </a:lnTo>
                <a:lnTo>
                  <a:pt x="16242" y="20620"/>
                </a:lnTo>
                <a:lnTo>
                  <a:pt x="14049" y="21285"/>
                </a:lnTo>
                <a:lnTo>
                  <a:pt x="11902" y="21600"/>
                </a:lnTo>
                <a:lnTo>
                  <a:pt x="9768" y="21577"/>
                </a:lnTo>
                <a:lnTo>
                  <a:pt x="7619" y="21231"/>
                </a:lnTo>
                <a:lnTo>
                  <a:pt x="5414" y="20570"/>
                </a:lnTo>
                <a:lnTo>
                  <a:pt x="3123" y="19601"/>
                </a:lnTo>
                <a:lnTo>
                  <a:pt x="1968" y="17175"/>
                </a:lnTo>
                <a:lnTo>
                  <a:pt x="1106" y="14745"/>
                </a:lnTo>
                <a:lnTo>
                  <a:pt x="505" y="12273"/>
                </a:lnTo>
                <a:lnTo>
                  <a:pt x="145" y="9720"/>
                </a:lnTo>
                <a:lnTo>
                  <a:pt x="0" y="7047"/>
                </a:lnTo>
                <a:lnTo>
                  <a:pt x="43" y="4222"/>
                </a:lnTo>
                <a:lnTo>
                  <a:pt x="1891" y="1995"/>
                </a:lnTo>
                <a:lnTo>
                  <a:pt x="3280" y="811"/>
                </a:lnTo>
                <a:lnTo>
                  <a:pt x="4906" y="281"/>
                </a:lnTo>
                <a:lnTo>
                  <a:pt x="7465" y="0"/>
                </a:lnTo>
                <a:close/>
              </a:path>
            </a:pathLst>
          </a:custGeom>
          <a:solidFill>
            <a:srgbClr val="DADAD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5" name="contour_07883"/>
          <p:cNvSpPr/>
          <p:nvPr/>
        </p:nvSpPr>
        <p:spPr>
          <a:xfrm>
            <a:off x="10439491" y="5604465"/>
            <a:ext cx="947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48" y="828"/>
                </a:lnTo>
                <a:lnTo>
                  <a:pt x="4453" y="1580"/>
                </a:lnTo>
                <a:lnTo>
                  <a:pt x="6334" y="2275"/>
                </a:lnTo>
                <a:lnTo>
                  <a:pt x="8009" y="2923"/>
                </a:lnTo>
                <a:lnTo>
                  <a:pt x="9494" y="3550"/>
                </a:lnTo>
                <a:lnTo>
                  <a:pt x="10810" y="4165"/>
                </a:lnTo>
                <a:lnTo>
                  <a:pt x="11975" y="4784"/>
                </a:lnTo>
                <a:lnTo>
                  <a:pt x="13005" y="5429"/>
                </a:lnTo>
                <a:lnTo>
                  <a:pt x="13919" y="6113"/>
                </a:lnTo>
                <a:lnTo>
                  <a:pt x="14736" y="6851"/>
                </a:lnTo>
                <a:lnTo>
                  <a:pt x="15474" y="7661"/>
                </a:lnTo>
                <a:lnTo>
                  <a:pt x="16148" y="8561"/>
                </a:lnTo>
                <a:lnTo>
                  <a:pt x="16780" y="9565"/>
                </a:lnTo>
                <a:lnTo>
                  <a:pt x="17386" y="10688"/>
                </a:lnTo>
                <a:lnTo>
                  <a:pt x="17986" y="11952"/>
                </a:lnTo>
                <a:lnTo>
                  <a:pt x="18596" y="13367"/>
                </a:lnTo>
                <a:lnTo>
                  <a:pt x="19236" y="14954"/>
                </a:lnTo>
                <a:lnTo>
                  <a:pt x="19920" y="16726"/>
                </a:lnTo>
                <a:lnTo>
                  <a:pt x="20671" y="18702"/>
                </a:lnTo>
                <a:lnTo>
                  <a:pt x="21133" y="20142"/>
                </a:lnTo>
                <a:lnTo>
                  <a:pt x="21600" y="21600"/>
                </a:lnTo>
                <a:lnTo>
                  <a:pt x="20930" y="21211"/>
                </a:lnTo>
                <a:lnTo>
                  <a:pt x="20251" y="20812"/>
                </a:lnTo>
                <a:lnTo>
                  <a:pt x="19126" y="20268"/>
                </a:lnTo>
                <a:lnTo>
                  <a:pt x="18003" y="19793"/>
                </a:lnTo>
                <a:lnTo>
                  <a:pt x="16883" y="19375"/>
                </a:lnTo>
                <a:lnTo>
                  <a:pt x="15763" y="19019"/>
                </a:lnTo>
                <a:lnTo>
                  <a:pt x="14646" y="18720"/>
                </a:lnTo>
                <a:lnTo>
                  <a:pt x="13528" y="18468"/>
                </a:lnTo>
                <a:lnTo>
                  <a:pt x="12412" y="18263"/>
                </a:lnTo>
                <a:lnTo>
                  <a:pt x="11295" y="18101"/>
                </a:lnTo>
                <a:lnTo>
                  <a:pt x="10177" y="17982"/>
                </a:lnTo>
                <a:lnTo>
                  <a:pt x="9057" y="17892"/>
                </a:lnTo>
                <a:lnTo>
                  <a:pt x="7936" y="17838"/>
                </a:lnTo>
                <a:lnTo>
                  <a:pt x="6812" y="17809"/>
                </a:lnTo>
                <a:lnTo>
                  <a:pt x="5687" y="17806"/>
                </a:lnTo>
                <a:lnTo>
                  <a:pt x="4558" y="17820"/>
                </a:lnTo>
                <a:lnTo>
                  <a:pt x="3424" y="17852"/>
                </a:lnTo>
                <a:lnTo>
                  <a:pt x="2288" y="17896"/>
                </a:lnTo>
                <a:lnTo>
                  <a:pt x="1146" y="17946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5455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6" name="contour_07884"/>
          <p:cNvSpPr/>
          <p:nvPr/>
        </p:nvSpPr>
        <p:spPr>
          <a:xfrm>
            <a:off x="8515461" y="5575313"/>
            <a:ext cx="57757" cy="670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02" y="0"/>
                </a:moveTo>
                <a:lnTo>
                  <a:pt x="11240" y="1116"/>
                </a:lnTo>
                <a:lnTo>
                  <a:pt x="11578" y="2239"/>
                </a:lnTo>
                <a:lnTo>
                  <a:pt x="11924" y="3378"/>
                </a:lnTo>
                <a:lnTo>
                  <a:pt x="12952" y="5518"/>
                </a:lnTo>
                <a:lnTo>
                  <a:pt x="13756" y="6735"/>
                </a:lnTo>
                <a:lnTo>
                  <a:pt x="14751" y="7487"/>
                </a:lnTo>
                <a:lnTo>
                  <a:pt x="16353" y="8222"/>
                </a:lnTo>
                <a:lnTo>
                  <a:pt x="17959" y="8955"/>
                </a:lnTo>
                <a:lnTo>
                  <a:pt x="18973" y="9671"/>
                </a:lnTo>
                <a:lnTo>
                  <a:pt x="19828" y="10804"/>
                </a:lnTo>
                <a:lnTo>
                  <a:pt x="20954" y="12774"/>
                </a:lnTo>
                <a:lnTo>
                  <a:pt x="21434" y="14936"/>
                </a:lnTo>
                <a:lnTo>
                  <a:pt x="21600" y="16305"/>
                </a:lnTo>
                <a:lnTo>
                  <a:pt x="21458" y="17466"/>
                </a:lnTo>
                <a:lnTo>
                  <a:pt x="21017" y="19004"/>
                </a:lnTo>
                <a:lnTo>
                  <a:pt x="19837" y="20247"/>
                </a:lnTo>
                <a:lnTo>
                  <a:pt x="18842" y="20933"/>
                </a:lnTo>
                <a:lnTo>
                  <a:pt x="17487" y="21302"/>
                </a:lnTo>
                <a:lnTo>
                  <a:pt x="15236" y="21600"/>
                </a:lnTo>
                <a:lnTo>
                  <a:pt x="13748" y="21546"/>
                </a:lnTo>
                <a:lnTo>
                  <a:pt x="12251" y="21492"/>
                </a:lnTo>
                <a:lnTo>
                  <a:pt x="10733" y="21436"/>
                </a:lnTo>
                <a:lnTo>
                  <a:pt x="9237" y="21393"/>
                </a:lnTo>
                <a:lnTo>
                  <a:pt x="7732" y="21351"/>
                </a:lnTo>
                <a:lnTo>
                  <a:pt x="6206" y="21306"/>
                </a:lnTo>
                <a:lnTo>
                  <a:pt x="5342" y="21266"/>
                </a:lnTo>
                <a:lnTo>
                  <a:pt x="2726" y="21142"/>
                </a:lnTo>
                <a:lnTo>
                  <a:pt x="3238" y="19465"/>
                </a:lnTo>
                <a:lnTo>
                  <a:pt x="3636" y="18260"/>
                </a:lnTo>
                <a:lnTo>
                  <a:pt x="4050" y="17188"/>
                </a:lnTo>
                <a:lnTo>
                  <a:pt x="4612" y="15913"/>
                </a:lnTo>
                <a:lnTo>
                  <a:pt x="5451" y="14095"/>
                </a:lnTo>
                <a:lnTo>
                  <a:pt x="6800" y="13512"/>
                </a:lnTo>
                <a:lnTo>
                  <a:pt x="8158" y="12929"/>
                </a:lnTo>
                <a:lnTo>
                  <a:pt x="9520" y="12340"/>
                </a:lnTo>
                <a:lnTo>
                  <a:pt x="10902" y="11746"/>
                </a:lnTo>
                <a:lnTo>
                  <a:pt x="9360" y="11081"/>
                </a:lnTo>
                <a:lnTo>
                  <a:pt x="7817" y="10416"/>
                </a:lnTo>
                <a:lnTo>
                  <a:pt x="6269" y="9749"/>
                </a:lnTo>
                <a:lnTo>
                  <a:pt x="4715" y="9079"/>
                </a:lnTo>
                <a:lnTo>
                  <a:pt x="3153" y="8405"/>
                </a:lnTo>
                <a:lnTo>
                  <a:pt x="1584" y="7729"/>
                </a:lnTo>
                <a:lnTo>
                  <a:pt x="0" y="7047"/>
                </a:lnTo>
                <a:lnTo>
                  <a:pt x="1799" y="7047"/>
                </a:lnTo>
                <a:lnTo>
                  <a:pt x="3600" y="7047"/>
                </a:lnTo>
                <a:lnTo>
                  <a:pt x="5410" y="7047"/>
                </a:lnTo>
                <a:lnTo>
                  <a:pt x="7228" y="7047"/>
                </a:lnTo>
                <a:lnTo>
                  <a:pt x="9057" y="7047"/>
                </a:lnTo>
                <a:lnTo>
                  <a:pt x="10902" y="7047"/>
                </a:lnTo>
                <a:lnTo>
                  <a:pt x="10902" y="5652"/>
                </a:lnTo>
                <a:lnTo>
                  <a:pt x="10902" y="4252"/>
                </a:lnTo>
                <a:lnTo>
                  <a:pt x="10902" y="2847"/>
                </a:lnTo>
                <a:lnTo>
                  <a:pt x="10902" y="1431"/>
                </a:lnTo>
                <a:lnTo>
                  <a:pt x="10902" y="0"/>
                </a:lnTo>
                <a:close/>
              </a:path>
            </a:pathLst>
          </a:custGeom>
          <a:solidFill>
            <a:srgbClr val="E1C874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7" name="contour_07885"/>
          <p:cNvSpPr/>
          <p:nvPr/>
        </p:nvSpPr>
        <p:spPr>
          <a:xfrm>
            <a:off x="1591869" y="5596726"/>
            <a:ext cx="72880" cy="526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94" y="0"/>
                </a:moveTo>
                <a:lnTo>
                  <a:pt x="19520" y="60"/>
                </a:lnTo>
                <a:lnTo>
                  <a:pt x="20555" y="123"/>
                </a:lnTo>
                <a:lnTo>
                  <a:pt x="21600" y="185"/>
                </a:lnTo>
                <a:lnTo>
                  <a:pt x="21449" y="2302"/>
                </a:lnTo>
                <a:lnTo>
                  <a:pt x="21254" y="4349"/>
                </a:lnTo>
                <a:lnTo>
                  <a:pt x="20987" y="6346"/>
                </a:lnTo>
                <a:lnTo>
                  <a:pt x="20615" y="8304"/>
                </a:lnTo>
                <a:lnTo>
                  <a:pt x="20110" y="10229"/>
                </a:lnTo>
                <a:lnTo>
                  <a:pt x="19440" y="12142"/>
                </a:lnTo>
                <a:lnTo>
                  <a:pt x="18073" y="12375"/>
                </a:lnTo>
                <a:lnTo>
                  <a:pt x="16755" y="12429"/>
                </a:lnTo>
                <a:lnTo>
                  <a:pt x="15453" y="12348"/>
                </a:lnTo>
                <a:lnTo>
                  <a:pt x="14133" y="12178"/>
                </a:lnTo>
                <a:lnTo>
                  <a:pt x="12757" y="11969"/>
                </a:lnTo>
                <a:lnTo>
                  <a:pt x="11787" y="12055"/>
                </a:lnTo>
                <a:lnTo>
                  <a:pt x="10800" y="12142"/>
                </a:lnTo>
                <a:lnTo>
                  <a:pt x="10444" y="13625"/>
                </a:lnTo>
                <a:lnTo>
                  <a:pt x="10085" y="15116"/>
                </a:lnTo>
                <a:lnTo>
                  <a:pt x="9720" y="16626"/>
                </a:lnTo>
                <a:lnTo>
                  <a:pt x="9364" y="18109"/>
                </a:lnTo>
                <a:lnTo>
                  <a:pt x="9005" y="19600"/>
                </a:lnTo>
                <a:lnTo>
                  <a:pt x="8640" y="21110"/>
                </a:lnTo>
                <a:lnTo>
                  <a:pt x="7163" y="21448"/>
                </a:lnTo>
                <a:lnTo>
                  <a:pt x="5748" y="21597"/>
                </a:lnTo>
                <a:lnTo>
                  <a:pt x="4357" y="21600"/>
                </a:lnTo>
                <a:lnTo>
                  <a:pt x="2959" y="21492"/>
                </a:lnTo>
                <a:lnTo>
                  <a:pt x="1521" y="21316"/>
                </a:lnTo>
                <a:lnTo>
                  <a:pt x="0" y="21110"/>
                </a:lnTo>
                <a:lnTo>
                  <a:pt x="248" y="17768"/>
                </a:lnTo>
                <a:lnTo>
                  <a:pt x="460" y="15409"/>
                </a:lnTo>
                <a:lnTo>
                  <a:pt x="698" y="13703"/>
                </a:lnTo>
                <a:lnTo>
                  <a:pt x="1020" y="12310"/>
                </a:lnTo>
                <a:lnTo>
                  <a:pt x="1488" y="10905"/>
                </a:lnTo>
                <a:lnTo>
                  <a:pt x="2160" y="9153"/>
                </a:lnTo>
                <a:lnTo>
                  <a:pt x="3508" y="8119"/>
                </a:lnTo>
                <a:lnTo>
                  <a:pt x="4849" y="7213"/>
                </a:lnTo>
                <a:lnTo>
                  <a:pt x="6201" y="6409"/>
                </a:lnTo>
                <a:lnTo>
                  <a:pt x="7579" y="5679"/>
                </a:lnTo>
                <a:lnTo>
                  <a:pt x="8994" y="5004"/>
                </a:lnTo>
                <a:lnTo>
                  <a:pt x="10463" y="4352"/>
                </a:lnTo>
                <a:lnTo>
                  <a:pt x="12036" y="3453"/>
                </a:lnTo>
                <a:lnTo>
                  <a:pt x="13254" y="2514"/>
                </a:lnTo>
                <a:lnTo>
                  <a:pt x="14312" y="1617"/>
                </a:lnTo>
                <a:lnTo>
                  <a:pt x="15407" y="846"/>
                </a:lnTo>
                <a:lnTo>
                  <a:pt x="16736" y="281"/>
                </a:lnTo>
                <a:lnTo>
                  <a:pt x="18494" y="0"/>
                </a:lnTo>
                <a:close/>
              </a:path>
            </a:pathLst>
          </a:custGeom>
          <a:solidFill>
            <a:srgbClr val="352E29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8" name="contour_07886"/>
          <p:cNvSpPr/>
          <p:nvPr/>
        </p:nvSpPr>
        <p:spPr>
          <a:xfrm>
            <a:off x="1344077" y="5597177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271" y="266"/>
                </a:lnTo>
                <a:lnTo>
                  <a:pt x="5845" y="536"/>
                </a:lnTo>
                <a:lnTo>
                  <a:pt x="7428" y="803"/>
                </a:lnTo>
                <a:lnTo>
                  <a:pt x="9023" y="1076"/>
                </a:lnTo>
                <a:lnTo>
                  <a:pt x="10633" y="1350"/>
                </a:lnTo>
                <a:lnTo>
                  <a:pt x="12107" y="1602"/>
                </a:lnTo>
                <a:lnTo>
                  <a:pt x="13589" y="1854"/>
                </a:lnTo>
                <a:lnTo>
                  <a:pt x="15093" y="2110"/>
                </a:lnTo>
                <a:lnTo>
                  <a:pt x="17323" y="3031"/>
                </a:lnTo>
                <a:lnTo>
                  <a:pt x="18657" y="3881"/>
                </a:lnTo>
                <a:lnTo>
                  <a:pt x="19626" y="5155"/>
                </a:lnTo>
                <a:lnTo>
                  <a:pt x="20766" y="7340"/>
                </a:lnTo>
                <a:lnTo>
                  <a:pt x="21179" y="9058"/>
                </a:lnTo>
                <a:lnTo>
                  <a:pt x="21600" y="10800"/>
                </a:lnTo>
                <a:lnTo>
                  <a:pt x="19815" y="10800"/>
                </a:lnTo>
                <a:lnTo>
                  <a:pt x="18020" y="10800"/>
                </a:lnTo>
                <a:lnTo>
                  <a:pt x="16200" y="10800"/>
                </a:lnTo>
                <a:lnTo>
                  <a:pt x="16200" y="13180"/>
                </a:lnTo>
                <a:lnTo>
                  <a:pt x="16200" y="15574"/>
                </a:lnTo>
                <a:lnTo>
                  <a:pt x="16200" y="18000"/>
                </a:lnTo>
                <a:lnTo>
                  <a:pt x="14418" y="18396"/>
                </a:lnTo>
                <a:lnTo>
                  <a:pt x="12633" y="18792"/>
                </a:lnTo>
                <a:lnTo>
                  <a:pt x="10849" y="19188"/>
                </a:lnTo>
                <a:lnTo>
                  <a:pt x="9058" y="19588"/>
                </a:lnTo>
                <a:lnTo>
                  <a:pt x="7263" y="19987"/>
                </a:lnTo>
                <a:lnTo>
                  <a:pt x="5459" y="20387"/>
                </a:lnTo>
                <a:lnTo>
                  <a:pt x="3650" y="20790"/>
                </a:lnTo>
                <a:lnTo>
                  <a:pt x="1831" y="21193"/>
                </a:lnTo>
                <a:lnTo>
                  <a:pt x="0" y="21600"/>
                </a:lnTo>
                <a:lnTo>
                  <a:pt x="297" y="19224"/>
                </a:lnTo>
                <a:lnTo>
                  <a:pt x="594" y="16844"/>
                </a:lnTo>
                <a:lnTo>
                  <a:pt x="891" y="14465"/>
                </a:lnTo>
                <a:lnTo>
                  <a:pt x="1191" y="12078"/>
                </a:lnTo>
                <a:lnTo>
                  <a:pt x="1490" y="9684"/>
                </a:lnTo>
                <a:lnTo>
                  <a:pt x="1790" y="7279"/>
                </a:lnTo>
                <a:lnTo>
                  <a:pt x="2093" y="4867"/>
                </a:lnTo>
                <a:lnTo>
                  <a:pt x="2395" y="2441"/>
                </a:lnTo>
                <a:lnTo>
                  <a:pt x="2700" y="0"/>
                </a:lnTo>
                <a:close/>
              </a:path>
            </a:pathLst>
          </a:custGeom>
          <a:solidFill>
            <a:srgbClr val="29252D"/>
          </a:solidFill>
          <a:ln>
            <a:noFill/>
          </a:ln>
        </p:spPr>
        <p:txBody>
          <a:bodyPr/>
          <a:lstStyle/>
          <a:p/>
        </p:txBody>
      </p:sp>
      <p:sp>
        <p:nvSpPr>
          <p:cNvPr id="7889" name="contour_07887"/>
          <p:cNvSpPr/>
          <p:nvPr/>
        </p:nvSpPr>
        <p:spPr>
          <a:xfrm>
            <a:off x="7939709" y="5575313"/>
            <a:ext cx="51016" cy="72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11" y="0"/>
                </a:lnTo>
                <a:lnTo>
                  <a:pt x="10263" y="0"/>
                </a:lnTo>
                <a:lnTo>
                  <a:pt x="12343" y="0"/>
                </a:lnTo>
                <a:lnTo>
                  <a:pt x="12343" y="1432"/>
                </a:lnTo>
                <a:lnTo>
                  <a:pt x="12343" y="2873"/>
                </a:lnTo>
                <a:lnTo>
                  <a:pt x="12343" y="4333"/>
                </a:lnTo>
                <a:lnTo>
                  <a:pt x="14383" y="4333"/>
                </a:lnTo>
                <a:lnTo>
                  <a:pt x="16435" y="4333"/>
                </a:lnTo>
                <a:lnTo>
                  <a:pt x="18514" y="4333"/>
                </a:lnTo>
                <a:lnTo>
                  <a:pt x="18919" y="5819"/>
                </a:lnTo>
                <a:lnTo>
                  <a:pt x="19310" y="7308"/>
                </a:lnTo>
                <a:lnTo>
                  <a:pt x="19696" y="8798"/>
                </a:lnTo>
                <a:lnTo>
                  <a:pt x="20073" y="10289"/>
                </a:lnTo>
                <a:lnTo>
                  <a:pt x="20443" y="11781"/>
                </a:lnTo>
                <a:lnTo>
                  <a:pt x="20801" y="13166"/>
                </a:lnTo>
                <a:lnTo>
                  <a:pt x="21162" y="14559"/>
                </a:lnTo>
                <a:lnTo>
                  <a:pt x="21529" y="15969"/>
                </a:lnTo>
                <a:lnTo>
                  <a:pt x="21551" y="17135"/>
                </a:lnTo>
                <a:lnTo>
                  <a:pt x="21575" y="18309"/>
                </a:lnTo>
                <a:lnTo>
                  <a:pt x="21600" y="19498"/>
                </a:lnTo>
                <a:lnTo>
                  <a:pt x="19668" y="20571"/>
                </a:lnTo>
                <a:lnTo>
                  <a:pt x="17866" y="21210"/>
                </a:lnTo>
                <a:lnTo>
                  <a:pt x="16018" y="21520"/>
                </a:lnTo>
                <a:lnTo>
                  <a:pt x="13941" y="21600"/>
                </a:lnTo>
                <a:lnTo>
                  <a:pt x="11451" y="21555"/>
                </a:lnTo>
                <a:lnTo>
                  <a:pt x="9405" y="21273"/>
                </a:lnTo>
                <a:lnTo>
                  <a:pt x="7329" y="20989"/>
                </a:lnTo>
                <a:lnTo>
                  <a:pt x="6292" y="20859"/>
                </a:lnTo>
                <a:lnTo>
                  <a:pt x="3157" y="20471"/>
                </a:lnTo>
                <a:lnTo>
                  <a:pt x="1592" y="19988"/>
                </a:lnTo>
                <a:lnTo>
                  <a:pt x="0" y="19498"/>
                </a:lnTo>
                <a:lnTo>
                  <a:pt x="0" y="18066"/>
                </a:lnTo>
                <a:lnTo>
                  <a:pt x="0" y="16626"/>
                </a:lnTo>
                <a:lnTo>
                  <a:pt x="0" y="15165"/>
                </a:lnTo>
                <a:lnTo>
                  <a:pt x="2182" y="15165"/>
                </a:lnTo>
                <a:lnTo>
                  <a:pt x="4366" y="15165"/>
                </a:lnTo>
                <a:lnTo>
                  <a:pt x="6557" y="15165"/>
                </a:lnTo>
                <a:lnTo>
                  <a:pt x="8757" y="15165"/>
                </a:lnTo>
                <a:lnTo>
                  <a:pt x="10967" y="15165"/>
                </a:lnTo>
                <a:lnTo>
                  <a:pt x="13188" y="15165"/>
                </a:lnTo>
                <a:lnTo>
                  <a:pt x="15429" y="15165"/>
                </a:lnTo>
                <a:lnTo>
                  <a:pt x="13898" y="15077"/>
                </a:lnTo>
                <a:lnTo>
                  <a:pt x="12361" y="14986"/>
                </a:lnTo>
                <a:lnTo>
                  <a:pt x="10800" y="14895"/>
                </a:lnTo>
                <a:lnTo>
                  <a:pt x="9269" y="14269"/>
                </a:lnTo>
                <a:lnTo>
                  <a:pt x="7733" y="13638"/>
                </a:lnTo>
                <a:lnTo>
                  <a:pt x="6171" y="12999"/>
                </a:lnTo>
                <a:lnTo>
                  <a:pt x="5921" y="11547"/>
                </a:lnTo>
                <a:lnTo>
                  <a:pt x="5755" y="10102"/>
                </a:lnTo>
                <a:lnTo>
                  <a:pt x="5662" y="8662"/>
                </a:lnTo>
                <a:lnTo>
                  <a:pt x="5638" y="7225"/>
                </a:lnTo>
                <a:lnTo>
                  <a:pt x="5668" y="5787"/>
                </a:lnTo>
                <a:lnTo>
                  <a:pt x="5746" y="4348"/>
                </a:lnTo>
                <a:lnTo>
                  <a:pt x="5863" y="2905"/>
                </a:lnTo>
                <a:lnTo>
                  <a:pt x="6008" y="1458"/>
                </a:lnTo>
                <a:lnTo>
                  <a:pt x="6171" y="0"/>
                </a:lnTo>
                <a:close/>
              </a:path>
            </a:pathLst>
          </a:custGeom>
          <a:solidFill>
            <a:srgbClr val="CACDD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0" name="contour_07888"/>
          <p:cNvSpPr/>
          <p:nvPr/>
        </p:nvSpPr>
        <p:spPr>
          <a:xfrm>
            <a:off x="10883803" y="5578506"/>
            <a:ext cx="51271" cy="62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00" y="0"/>
                </a:moveTo>
                <a:lnTo>
                  <a:pt x="9451" y="669"/>
                </a:lnTo>
                <a:lnTo>
                  <a:pt x="11305" y="1453"/>
                </a:lnTo>
                <a:lnTo>
                  <a:pt x="12985" y="2349"/>
                </a:lnTo>
                <a:lnTo>
                  <a:pt x="14511" y="3350"/>
                </a:lnTo>
                <a:lnTo>
                  <a:pt x="15904" y="4460"/>
                </a:lnTo>
                <a:lnTo>
                  <a:pt x="17185" y="5671"/>
                </a:lnTo>
                <a:lnTo>
                  <a:pt x="18373" y="6986"/>
                </a:lnTo>
                <a:lnTo>
                  <a:pt x="19494" y="8398"/>
                </a:lnTo>
                <a:lnTo>
                  <a:pt x="20562" y="9907"/>
                </a:lnTo>
                <a:lnTo>
                  <a:pt x="21600" y="11509"/>
                </a:lnTo>
                <a:lnTo>
                  <a:pt x="21600" y="13174"/>
                </a:lnTo>
                <a:lnTo>
                  <a:pt x="21600" y="14854"/>
                </a:lnTo>
                <a:lnTo>
                  <a:pt x="21600" y="16554"/>
                </a:lnTo>
                <a:lnTo>
                  <a:pt x="19570" y="16554"/>
                </a:lnTo>
                <a:lnTo>
                  <a:pt x="17529" y="16554"/>
                </a:lnTo>
                <a:lnTo>
                  <a:pt x="15459" y="16554"/>
                </a:lnTo>
                <a:lnTo>
                  <a:pt x="13421" y="18050"/>
                </a:lnTo>
                <a:lnTo>
                  <a:pt x="12100" y="19077"/>
                </a:lnTo>
                <a:lnTo>
                  <a:pt x="10924" y="20101"/>
                </a:lnTo>
                <a:lnTo>
                  <a:pt x="9319" y="21600"/>
                </a:lnTo>
                <a:lnTo>
                  <a:pt x="6497" y="19829"/>
                </a:lnTo>
                <a:lnTo>
                  <a:pt x="4529" y="18542"/>
                </a:lnTo>
                <a:lnTo>
                  <a:pt x="3162" y="17528"/>
                </a:lnTo>
                <a:lnTo>
                  <a:pt x="2140" y="16580"/>
                </a:lnTo>
                <a:lnTo>
                  <a:pt x="1207" y="15482"/>
                </a:lnTo>
                <a:lnTo>
                  <a:pt x="107" y="14032"/>
                </a:lnTo>
                <a:lnTo>
                  <a:pt x="0" y="12044"/>
                </a:lnTo>
                <a:lnTo>
                  <a:pt x="9" y="10114"/>
                </a:lnTo>
                <a:lnTo>
                  <a:pt x="187" y="8260"/>
                </a:lnTo>
                <a:lnTo>
                  <a:pt x="580" y="6504"/>
                </a:lnTo>
                <a:lnTo>
                  <a:pt x="1234" y="4869"/>
                </a:lnTo>
                <a:lnTo>
                  <a:pt x="2195" y="3381"/>
                </a:lnTo>
                <a:lnTo>
                  <a:pt x="3512" y="2056"/>
                </a:lnTo>
                <a:lnTo>
                  <a:pt x="5232" y="921"/>
                </a:lnTo>
                <a:lnTo>
                  <a:pt x="7400" y="0"/>
                </a:lnTo>
                <a:close/>
              </a:path>
            </a:pathLst>
          </a:custGeom>
          <a:solidFill>
            <a:srgbClr val="FAF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1" name="contour_07889"/>
          <p:cNvSpPr/>
          <p:nvPr/>
        </p:nvSpPr>
        <p:spPr>
          <a:xfrm>
            <a:off x="3989618" y="5502434"/>
            <a:ext cx="50200" cy="45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36" y="582"/>
                </a:lnTo>
                <a:lnTo>
                  <a:pt x="7122" y="1088"/>
                </a:lnTo>
                <a:lnTo>
                  <a:pt x="9680" y="1566"/>
                </a:lnTo>
                <a:lnTo>
                  <a:pt x="11725" y="2075"/>
                </a:lnTo>
                <a:lnTo>
                  <a:pt x="13378" y="2653"/>
                </a:lnTo>
                <a:lnTo>
                  <a:pt x="14764" y="3365"/>
                </a:lnTo>
                <a:lnTo>
                  <a:pt x="15996" y="4254"/>
                </a:lnTo>
                <a:lnTo>
                  <a:pt x="17197" y="5373"/>
                </a:lnTo>
                <a:lnTo>
                  <a:pt x="18489" y="6771"/>
                </a:lnTo>
                <a:lnTo>
                  <a:pt x="19991" y="8501"/>
                </a:lnTo>
                <a:lnTo>
                  <a:pt x="21111" y="11708"/>
                </a:lnTo>
                <a:lnTo>
                  <a:pt x="21600" y="13741"/>
                </a:lnTo>
                <a:lnTo>
                  <a:pt x="21562" y="15463"/>
                </a:lnTo>
                <a:lnTo>
                  <a:pt x="21105" y="17747"/>
                </a:lnTo>
                <a:lnTo>
                  <a:pt x="19712" y="19592"/>
                </a:lnTo>
                <a:lnTo>
                  <a:pt x="18549" y="20610"/>
                </a:lnTo>
                <a:lnTo>
                  <a:pt x="16987" y="21157"/>
                </a:lnTo>
                <a:lnTo>
                  <a:pt x="14394" y="21600"/>
                </a:lnTo>
                <a:lnTo>
                  <a:pt x="13472" y="21558"/>
                </a:lnTo>
                <a:lnTo>
                  <a:pt x="12591" y="21516"/>
                </a:lnTo>
                <a:lnTo>
                  <a:pt x="11499" y="21464"/>
                </a:lnTo>
                <a:lnTo>
                  <a:pt x="9947" y="21391"/>
                </a:lnTo>
                <a:lnTo>
                  <a:pt x="7680" y="21283"/>
                </a:lnTo>
                <a:lnTo>
                  <a:pt x="4447" y="21129"/>
                </a:lnTo>
                <a:lnTo>
                  <a:pt x="0" y="20920"/>
                </a:lnTo>
                <a:lnTo>
                  <a:pt x="0" y="18619"/>
                </a:lnTo>
                <a:lnTo>
                  <a:pt x="0" y="16314"/>
                </a:lnTo>
                <a:lnTo>
                  <a:pt x="0" y="14009"/>
                </a:lnTo>
                <a:lnTo>
                  <a:pt x="0" y="11698"/>
                </a:lnTo>
                <a:lnTo>
                  <a:pt x="0" y="9379"/>
                </a:lnTo>
                <a:lnTo>
                  <a:pt x="0" y="7050"/>
                </a:lnTo>
                <a:lnTo>
                  <a:pt x="0" y="4714"/>
                </a:lnTo>
                <a:lnTo>
                  <a:pt x="0" y="2364"/>
                </a:lnTo>
                <a:lnTo>
                  <a:pt x="0" y="0"/>
                </a:lnTo>
                <a:close/>
              </a:path>
            </a:pathLst>
          </a:custGeom>
          <a:solidFill>
            <a:srgbClr val="E6E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2" name="contour_07890"/>
          <p:cNvSpPr/>
          <p:nvPr/>
        </p:nvSpPr>
        <p:spPr>
          <a:xfrm>
            <a:off x="8170280" y="5482049"/>
            <a:ext cx="46373" cy="64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57"/>
                </a:moveTo>
                <a:lnTo>
                  <a:pt x="20758" y="3577"/>
                </a:lnTo>
                <a:lnTo>
                  <a:pt x="19920" y="5198"/>
                </a:lnTo>
                <a:lnTo>
                  <a:pt x="19078" y="6821"/>
                </a:lnTo>
                <a:lnTo>
                  <a:pt x="18236" y="8447"/>
                </a:lnTo>
                <a:lnTo>
                  <a:pt x="17391" y="10074"/>
                </a:lnTo>
                <a:lnTo>
                  <a:pt x="16545" y="11705"/>
                </a:lnTo>
                <a:lnTo>
                  <a:pt x="15700" y="13340"/>
                </a:lnTo>
                <a:lnTo>
                  <a:pt x="14848" y="14980"/>
                </a:lnTo>
                <a:lnTo>
                  <a:pt x="13996" y="16625"/>
                </a:lnTo>
                <a:lnTo>
                  <a:pt x="13141" y="18275"/>
                </a:lnTo>
                <a:lnTo>
                  <a:pt x="12278" y="19935"/>
                </a:lnTo>
                <a:lnTo>
                  <a:pt x="11416" y="21600"/>
                </a:lnTo>
                <a:lnTo>
                  <a:pt x="7641" y="19773"/>
                </a:lnTo>
                <a:lnTo>
                  <a:pt x="4915" y="18408"/>
                </a:lnTo>
                <a:lnTo>
                  <a:pt x="3035" y="17369"/>
                </a:lnTo>
                <a:lnTo>
                  <a:pt x="1803" y="16517"/>
                </a:lnTo>
                <a:lnTo>
                  <a:pt x="1022" y="15712"/>
                </a:lnTo>
                <a:lnTo>
                  <a:pt x="485" y="14818"/>
                </a:lnTo>
                <a:lnTo>
                  <a:pt x="0" y="13696"/>
                </a:lnTo>
                <a:lnTo>
                  <a:pt x="105" y="11933"/>
                </a:lnTo>
                <a:lnTo>
                  <a:pt x="244" y="10273"/>
                </a:lnTo>
                <a:lnTo>
                  <a:pt x="451" y="8695"/>
                </a:lnTo>
                <a:lnTo>
                  <a:pt x="764" y="7165"/>
                </a:lnTo>
                <a:lnTo>
                  <a:pt x="1219" y="5660"/>
                </a:lnTo>
                <a:lnTo>
                  <a:pt x="1850" y="4155"/>
                </a:lnTo>
                <a:lnTo>
                  <a:pt x="2689" y="2622"/>
                </a:lnTo>
                <a:lnTo>
                  <a:pt x="3778" y="1036"/>
                </a:lnTo>
                <a:lnTo>
                  <a:pt x="5204" y="535"/>
                </a:lnTo>
                <a:lnTo>
                  <a:pt x="6443" y="187"/>
                </a:lnTo>
                <a:lnTo>
                  <a:pt x="7702" y="5"/>
                </a:lnTo>
                <a:lnTo>
                  <a:pt x="9189" y="0"/>
                </a:lnTo>
                <a:lnTo>
                  <a:pt x="11114" y="182"/>
                </a:lnTo>
                <a:lnTo>
                  <a:pt x="13684" y="562"/>
                </a:lnTo>
                <a:lnTo>
                  <a:pt x="17109" y="1149"/>
                </a:lnTo>
                <a:lnTo>
                  <a:pt x="21600" y="1957"/>
                </a:lnTo>
                <a:close/>
              </a:path>
            </a:pathLst>
          </a:custGeom>
          <a:solidFill>
            <a:srgbClr val="C5B680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3" name="contour_07891"/>
          <p:cNvSpPr/>
          <p:nvPr/>
        </p:nvSpPr>
        <p:spPr>
          <a:xfrm>
            <a:off x="9936619" y="5457525"/>
            <a:ext cx="73193" cy="449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52" y="568"/>
                </a:moveTo>
                <a:lnTo>
                  <a:pt x="8007" y="330"/>
                </a:lnTo>
                <a:lnTo>
                  <a:pt x="9545" y="144"/>
                </a:lnTo>
                <a:lnTo>
                  <a:pt x="11072" y="28"/>
                </a:lnTo>
                <a:lnTo>
                  <a:pt x="12595" y="0"/>
                </a:lnTo>
                <a:lnTo>
                  <a:pt x="14120" y="70"/>
                </a:lnTo>
                <a:lnTo>
                  <a:pt x="15655" y="256"/>
                </a:lnTo>
                <a:lnTo>
                  <a:pt x="17206" y="568"/>
                </a:lnTo>
                <a:lnTo>
                  <a:pt x="18346" y="2506"/>
                </a:lnTo>
                <a:lnTo>
                  <a:pt x="19279" y="4301"/>
                </a:lnTo>
                <a:lnTo>
                  <a:pt x="20026" y="6040"/>
                </a:lnTo>
                <a:lnTo>
                  <a:pt x="20604" y="7799"/>
                </a:lnTo>
                <a:lnTo>
                  <a:pt x="21032" y="9664"/>
                </a:lnTo>
                <a:lnTo>
                  <a:pt x="21329" y="11718"/>
                </a:lnTo>
                <a:lnTo>
                  <a:pt x="21512" y="14039"/>
                </a:lnTo>
                <a:lnTo>
                  <a:pt x="21600" y="16710"/>
                </a:lnTo>
                <a:lnTo>
                  <a:pt x="21576" y="17930"/>
                </a:lnTo>
                <a:lnTo>
                  <a:pt x="21508" y="21600"/>
                </a:lnTo>
                <a:lnTo>
                  <a:pt x="20142" y="21176"/>
                </a:lnTo>
                <a:lnTo>
                  <a:pt x="18778" y="20745"/>
                </a:lnTo>
                <a:lnTo>
                  <a:pt x="17412" y="20310"/>
                </a:lnTo>
                <a:lnTo>
                  <a:pt x="16051" y="19872"/>
                </a:lnTo>
                <a:lnTo>
                  <a:pt x="14687" y="19430"/>
                </a:lnTo>
                <a:lnTo>
                  <a:pt x="13324" y="18981"/>
                </a:lnTo>
                <a:lnTo>
                  <a:pt x="11962" y="18533"/>
                </a:lnTo>
                <a:lnTo>
                  <a:pt x="10603" y="18119"/>
                </a:lnTo>
                <a:lnTo>
                  <a:pt x="9220" y="17699"/>
                </a:lnTo>
                <a:lnTo>
                  <a:pt x="8569" y="17478"/>
                </a:lnTo>
                <a:lnTo>
                  <a:pt x="6594" y="16808"/>
                </a:lnTo>
                <a:lnTo>
                  <a:pt x="5392" y="16419"/>
                </a:lnTo>
                <a:lnTo>
                  <a:pt x="4172" y="16030"/>
                </a:lnTo>
                <a:lnTo>
                  <a:pt x="2699" y="14880"/>
                </a:lnTo>
                <a:lnTo>
                  <a:pt x="1824" y="13562"/>
                </a:lnTo>
                <a:lnTo>
                  <a:pt x="798" y="10944"/>
                </a:lnTo>
                <a:lnTo>
                  <a:pt x="402" y="9275"/>
                </a:lnTo>
                <a:lnTo>
                  <a:pt x="0" y="7579"/>
                </a:lnTo>
                <a:lnTo>
                  <a:pt x="1067" y="7074"/>
                </a:lnTo>
                <a:lnTo>
                  <a:pt x="2138" y="6562"/>
                </a:lnTo>
                <a:lnTo>
                  <a:pt x="3226" y="6043"/>
                </a:lnTo>
                <a:lnTo>
                  <a:pt x="4293" y="5395"/>
                </a:lnTo>
                <a:lnTo>
                  <a:pt x="5364" y="4736"/>
                </a:lnTo>
                <a:lnTo>
                  <a:pt x="6452" y="4073"/>
                </a:lnTo>
                <a:lnTo>
                  <a:pt x="6452" y="2335"/>
                </a:lnTo>
                <a:lnTo>
                  <a:pt x="6452" y="568"/>
                </a:lnTo>
                <a:close/>
              </a:path>
            </a:pathLst>
          </a:custGeom>
          <a:solidFill>
            <a:srgbClr val="F6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4" name="contour_07892"/>
          <p:cNvSpPr/>
          <p:nvPr/>
        </p:nvSpPr>
        <p:spPr>
          <a:xfrm>
            <a:off x="6818117" y="5451418"/>
            <a:ext cx="93986" cy="43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1" y="0"/>
                </a:moveTo>
                <a:lnTo>
                  <a:pt x="3243" y="1024"/>
                </a:lnTo>
                <a:lnTo>
                  <a:pt x="4522" y="1843"/>
                </a:lnTo>
                <a:lnTo>
                  <a:pt x="5455" y="2577"/>
                </a:lnTo>
                <a:lnTo>
                  <a:pt x="6155" y="3364"/>
                </a:lnTo>
                <a:lnTo>
                  <a:pt x="6737" y="4320"/>
                </a:lnTo>
                <a:lnTo>
                  <a:pt x="7309" y="5580"/>
                </a:lnTo>
                <a:lnTo>
                  <a:pt x="7991" y="7269"/>
                </a:lnTo>
                <a:lnTo>
                  <a:pt x="9088" y="9041"/>
                </a:lnTo>
                <a:lnTo>
                  <a:pt x="10128" y="10233"/>
                </a:lnTo>
                <a:lnTo>
                  <a:pt x="11153" y="10949"/>
                </a:lnTo>
                <a:lnTo>
                  <a:pt x="12207" y="11296"/>
                </a:lnTo>
                <a:lnTo>
                  <a:pt x="13327" y="11382"/>
                </a:lnTo>
                <a:lnTo>
                  <a:pt x="14560" y="11310"/>
                </a:lnTo>
                <a:lnTo>
                  <a:pt x="15947" y="11185"/>
                </a:lnTo>
                <a:lnTo>
                  <a:pt x="17006" y="11120"/>
                </a:lnTo>
                <a:lnTo>
                  <a:pt x="18073" y="11056"/>
                </a:lnTo>
                <a:lnTo>
                  <a:pt x="19153" y="10988"/>
                </a:lnTo>
                <a:lnTo>
                  <a:pt x="19962" y="10906"/>
                </a:lnTo>
                <a:lnTo>
                  <a:pt x="20774" y="10823"/>
                </a:lnTo>
                <a:lnTo>
                  <a:pt x="21600" y="10737"/>
                </a:lnTo>
                <a:lnTo>
                  <a:pt x="20660" y="12949"/>
                </a:lnTo>
                <a:lnTo>
                  <a:pt x="19707" y="14800"/>
                </a:lnTo>
                <a:lnTo>
                  <a:pt x="18734" y="16328"/>
                </a:lnTo>
                <a:lnTo>
                  <a:pt x="17738" y="17570"/>
                </a:lnTo>
                <a:lnTo>
                  <a:pt x="16708" y="18568"/>
                </a:lnTo>
                <a:lnTo>
                  <a:pt x="15637" y="19359"/>
                </a:lnTo>
                <a:lnTo>
                  <a:pt x="14522" y="19986"/>
                </a:lnTo>
                <a:lnTo>
                  <a:pt x="13354" y="20483"/>
                </a:lnTo>
                <a:lnTo>
                  <a:pt x="12128" y="20891"/>
                </a:lnTo>
                <a:lnTo>
                  <a:pt x="10835" y="21249"/>
                </a:lnTo>
                <a:lnTo>
                  <a:pt x="9470" y="21600"/>
                </a:lnTo>
                <a:lnTo>
                  <a:pt x="8108" y="21450"/>
                </a:lnTo>
                <a:lnTo>
                  <a:pt x="6886" y="21113"/>
                </a:lnTo>
                <a:lnTo>
                  <a:pt x="5774" y="20566"/>
                </a:lnTo>
                <a:lnTo>
                  <a:pt x="4742" y="19785"/>
                </a:lnTo>
                <a:lnTo>
                  <a:pt x="3757" y="18758"/>
                </a:lnTo>
                <a:lnTo>
                  <a:pt x="2792" y="17459"/>
                </a:lnTo>
                <a:lnTo>
                  <a:pt x="1814" y="15870"/>
                </a:lnTo>
                <a:lnTo>
                  <a:pt x="794" y="13966"/>
                </a:lnTo>
                <a:lnTo>
                  <a:pt x="241" y="12004"/>
                </a:lnTo>
                <a:lnTo>
                  <a:pt x="0" y="10387"/>
                </a:lnTo>
                <a:lnTo>
                  <a:pt x="18" y="8239"/>
                </a:lnTo>
                <a:lnTo>
                  <a:pt x="245" y="4696"/>
                </a:lnTo>
                <a:lnTo>
                  <a:pt x="660" y="3146"/>
                </a:lnTo>
                <a:lnTo>
                  <a:pt x="1077" y="1582"/>
                </a:lnTo>
                <a:lnTo>
                  <a:pt x="1501" y="0"/>
                </a:lnTo>
                <a:close/>
              </a:path>
            </a:pathLst>
          </a:custGeom>
          <a:solidFill>
            <a:srgbClr val="F2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5" name="contour_07893"/>
          <p:cNvSpPr/>
          <p:nvPr/>
        </p:nvSpPr>
        <p:spPr>
          <a:xfrm>
            <a:off x="1007518" y="5456884"/>
            <a:ext cx="37752" cy="96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66" y="0"/>
                </a:moveTo>
                <a:lnTo>
                  <a:pt x="18710" y="202"/>
                </a:lnTo>
                <a:lnTo>
                  <a:pt x="21600" y="408"/>
                </a:lnTo>
                <a:lnTo>
                  <a:pt x="21600" y="1485"/>
                </a:lnTo>
                <a:lnTo>
                  <a:pt x="21600" y="2569"/>
                </a:lnTo>
                <a:lnTo>
                  <a:pt x="21600" y="3668"/>
                </a:lnTo>
                <a:lnTo>
                  <a:pt x="19557" y="4058"/>
                </a:lnTo>
                <a:lnTo>
                  <a:pt x="17480" y="4454"/>
                </a:lnTo>
                <a:lnTo>
                  <a:pt x="15387" y="4873"/>
                </a:lnTo>
                <a:lnTo>
                  <a:pt x="13260" y="5298"/>
                </a:lnTo>
                <a:lnTo>
                  <a:pt x="12714" y="6302"/>
                </a:lnTo>
                <a:lnTo>
                  <a:pt x="12447" y="7024"/>
                </a:lnTo>
                <a:lnTo>
                  <a:pt x="12385" y="7815"/>
                </a:lnTo>
                <a:lnTo>
                  <a:pt x="12447" y="9023"/>
                </a:lnTo>
                <a:lnTo>
                  <a:pt x="12489" y="10122"/>
                </a:lnTo>
                <a:lnTo>
                  <a:pt x="12526" y="11237"/>
                </a:lnTo>
                <a:lnTo>
                  <a:pt x="12635" y="12385"/>
                </a:lnTo>
                <a:lnTo>
                  <a:pt x="12739" y="13550"/>
                </a:lnTo>
                <a:lnTo>
                  <a:pt x="12777" y="14321"/>
                </a:lnTo>
                <a:lnTo>
                  <a:pt x="12814" y="15097"/>
                </a:lnTo>
                <a:lnTo>
                  <a:pt x="12852" y="15885"/>
                </a:lnTo>
                <a:lnTo>
                  <a:pt x="12914" y="17027"/>
                </a:lnTo>
                <a:lnTo>
                  <a:pt x="12989" y="18170"/>
                </a:lnTo>
                <a:lnTo>
                  <a:pt x="13073" y="19314"/>
                </a:lnTo>
                <a:lnTo>
                  <a:pt x="13160" y="20457"/>
                </a:lnTo>
                <a:lnTo>
                  <a:pt x="13260" y="21600"/>
                </a:lnTo>
                <a:lnTo>
                  <a:pt x="10783" y="21600"/>
                </a:lnTo>
                <a:lnTo>
                  <a:pt x="8298" y="21600"/>
                </a:lnTo>
                <a:lnTo>
                  <a:pt x="5804" y="21600"/>
                </a:lnTo>
                <a:lnTo>
                  <a:pt x="3290" y="21600"/>
                </a:lnTo>
                <a:lnTo>
                  <a:pt x="751" y="21600"/>
                </a:lnTo>
                <a:lnTo>
                  <a:pt x="642" y="20446"/>
                </a:lnTo>
                <a:lnTo>
                  <a:pt x="542" y="19290"/>
                </a:lnTo>
                <a:lnTo>
                  <a:pt x="455" y="18136"/>
                </a:lnTo>
                <a:lnTo>
                  <a:pt x="371" y="16982"/>
                </a:lnTo>
                <a:lnTo>
                  <a:pt x="296" y="15828"/>
                </a:lnTo>
                <a:lnTo>
                  <a:pt x="229" y="14672"/>
                </a:lnTo>
                <a:lnTo>
                  <a:pt x="125" y="13702"/>
                </a:lnTo>
                <a:lnTo>
                  <a:pt x="17" y="12717"/>
                </a:lnTo>
                <a:lnTo>
                  <a:pt x="0" y="11537"/>
                </a:lnTo>
                <a:lnTo>
                  <a:pt x="71" y="10311"/>
                </a:lnTo>
                <a:lnTo>
                  <a:pt x="263" y="9064"/>
                </a:lnTo>
                <a:lnTo>
                  <a:pt x="600" y="7813"/>
                </a:lnTo>
                <a:lnTo>
                  <a:pt x="1126" y="6583"/>
                </a:lnTo>
                <a:lnTo>
                  <a:pt x="1868" y="5393"/>
                </a:lnTo>
                <a:lnTo>
                  <a:pt x="2861" y="4266"/>
                </a:lnTo>
                <a:lnTo>
                  <a:pt x="4132" y="3221"/>
                </a:lnTo>
                <a:lnTo>
                  <a:pt x="5721" y="2282"/>
                </a:lnTo>
                <a:lnTo>
                  <a:pt x="7656" y="1469"/>
                </a:lnTo>
                <a:lnTo>
                  <a:pt x="9970" y="804"/>
                </a:lnTo>
                <a:lnTo>
                  <a:pt x="12693" y="306"/>
                </a:lnTo>
                <a:lnTo>
                  <a:pt x="15866" y="0"/>
                </a:lnTo>
                <a:close/>
              </a:path>
            </a:pathLst>
          </a:custGeom>
          <a:solidFill>
            <a:srgbClr val="CBC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6" name="contour_07894"/>
          <p:cNvSpPr/>
          <p:nvPr/>
        </p:nvSpPr>
        <p:spPr>
          <a:xfrm>
            <a:off x="10184411" y="5422266"/>
            <a:ext cx="10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105" y="1833"/>
                </a:lnTo>
                <a:lnTo>
                  <a:pt x="11413" y="3672"/>
                </a:lnTo>
                <a:lnTo>
                  <a:pt x="11720" y="5517"/>
                </a:lnTo>
                <a:lnTo>
                  <a:pt x="12030" y="7378"/>
                </a:lnTo>
                <a:lnTo>
                  <a:pt x="12343" y="9257"/>
                </a:lnTo>
                <a:lnTo>
                  <a:pt x="13298" y="8875"/>
                </a:lnTo>
                <a:lnTo>
                  <a:pt x="14253" y="8492"/>
                </a:lnTo>
                <a:lnTo>
                  <a:pt x="15211" y="8109"/>
                </a:lnTo>
                <a:lnTo>
                  <a:pt x="16171" y="7727"/>
                </a:lnTo>
                <a:lnTo>
                  <a:pt x="17135" y="7341"/>
                </a:lnTo>
                <a:lnTo>
                  <a:pt x="18104" y="6952"/>
                </a:lnTo>
                <a:lnTo>
                  <a:pt x="19077" y="6563"/>
                </a:lnTo>
                <a:lnTo>
                  <a:pt x="20057" y="6171"/>
                </a:lnTo>
                <a:lnTo>
                  <a:pt x="20248" y="8081"/>
                </a:lnTo>
                <a:lnTo>
                  <a:pt x="20440" y="9992"/>
                </a:lnTo>
                <a:lnTo>
                  <a:pt x="20631" y="11908"/>
                </a:lnTo>
                <a:lnTo>
                  <a:pt x="20822" y="13827"/>
                </a:lnTo>
                <a:lnTo>
                  <a:pt x="21015" y="15756"/>
                </a:lnTo>
                <a:lnTo>
                  <a:pt x="21210" y="17693"/>
                </a:lnTo>
                <a:lnTo>
                  <a:pt x="21404" y="19641"/>
                </a:lnTo>
                <a:lnTo>
                  <a:pt x="21600" y="21600"/>
                </a:lnTo>
                <a:lnTo>
                  <a:pt x="20693" y="21338"/>
                </a:lnTo>
                <a:lnTo>
                  <a:pt x="19786" y="21069"/>
                </a:lnTo>
                <a:lnTo>
                  <a:pt x="18880" y="20798"/>
                </a:lnTo>
                <a:lnTo>
                  <a:pt x="17973" y="20526"/>
                </a:lnTo>
                <a:lnTo>
                  <a:pt x="17067" y="20248"/>
                </a:lnTo>
                <a:lnTo>
                  <a:pt x="16225" y="19999"/>
                </a:lnTo>
                <a:lnTo>
                  <a:pt x="15378" y="19745"/>
                </a:lnTo>
                <a:lnTo>
                  <a:pt x="14518" y="19489"/>
                </a:lnTo>
                <a:lnTo>
                  <a:pt x="13236" y="18878"/>
                </a:lnTo>
                <a:lnTo>
                  <a:pt x="12422" y="18249"/>
                </a:lnTo>
                <a:lnTo>
                  <a:pt x="11726" y="17228"/>
                </a:lnTo>
                <a:lnTo>
                  <a:pt x="10800" y="15429"/>
                </a:lnTo>
                <a:lnTo>
                  <a:pt x="9888" y="15086"/>
                </a:lnTo>
                <a:lnTo>
                  <a:pt x="8975" y="14768"/>
                </a:lnTo>
                <a:lnTo>
                  <a:pt x="8060" y="14472"/>
                </a:lnTo>
                <a:lnTo>
                  <a:pt x="7142" y="14194"/>
                </a:lnTo>
                <a:lnTo>
                  <a:pt x="6224" y="13935"/>
                </a:lnTo>
                <a:lnTo>
                  <a:pt x="5304" y="13694"/>
                </a:lnTo>
                <a:lnTo>
                  <a:pt x="4314" y="13435"/>
                </a:lnTo>
                <a:lnTo>
                  <a:pt x="3317" y="13173"/>
                </a:lnTo>
                <a:lnTo>
                  <a:pt x="2308" y="12911"/>
                </a:lnTo>
                <a:lnTo>
                  <a:pt x="1969" y="12827"/>
                </a:lnTo>
                <a:lnTo>
                  <a:pt x="1370" y="12679"/>
                </a:lnTo>
                <a:lnTo>
                  <a:pt x="0" y="12343"/>
                </a:lnTo>
                <a:lnTo>
                  <a:pt x="0" y="10812"/>
                </a:lnTo>
                <a:lnTo>
                  <a:pt x="0" y="9257"/>
                </a:lnTo>
                <a:lnTo>
                  <a:pt x="1069" y="9257"/>
                </a:lnTo>
                <a:lnTo>
                  <a:pt x="2140" y="9257"/>
                </a:lnTo>
                <a:lnTo>
                  <a:pt x="3211" y="9257"/>
                </a:lnTo>
                <a:lnTo>
                  <a:pt x="4283" y="9257"/>
                </a:lnTo>
                <a:lnTo>
                  <a:pt x="5360" y="9257"/>
                </a:lnTo>
                <a:lnTo>
                  <a:pt x="6438" y="9257"/>
                </a:lnTo>
                <a:lnTo>
                  <a:pt x="7521" y="9257"/>
                </a:lnTo>
                <a:lnTo>
                  <a:pt x="8609" y="9257"/>
                </a:lnTo>
                <a:lnTo>
                  <a:pt x="9701" y="9257"/>
                </a:lnTo>
                <a:lnTo>
                  <a:pt x="10800" y="9257"/>
                </a:lnTo>
                <a:lnTo>
                  <a:pt x="10800" y="7424"/>
                </a:lnTo>
                <a:lnTo>
                  <a:pt x="10800" y="5585"/>
                </a:lnTo>
                <a:lnTo>
                  <a:pt x="10800" y="3740"/>
                </a:lnTo>
                <a:lnTo>
                  <a:pt x="10800" y="1879"/>
                </a:lnTo>
                <a:lnTo>
                  <a:pt x="10800" y="0"/>
                </a:lnTo>
                <a:close/>
              </a:path>
            </a:pathLst>
          </a:custGeom>
          <a:solidFill>
            <a:srgbClr val="96999A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7" name="contour_07895"/>
          <p:cNvSpPr/>
          <p:nvPr/>
        </p:nvSpPr>
        <p:spPr>
          <a:xfrm>
            <a:off x="8391565" y="5422382"/>
            <a:ext cx="72880" cy="436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10" y="25"/>
                </a:moveTo>
                <a:lnTo>
                  <a:pt x="11565" y="448"/>
                </a:lnTo>
                <a:lnTo>
                  <a:pt x="12928" y="870"/>
                </a:lnTo>
                <a:lnTo>
                  <a:pt x="14310" y="1296"/>
                </a:lnTo>
                <a:lnTo>
                  <a:pt x="14917" y="1476"/>
                </a:lnTo>
                <a:lnTo>
                  <a:pt x="15988" y="1790"/>
                </a:lnTo>
                <a:lnTo>
                  <a:pt x="18444" y="2509"/>
                </a:lnTo>
                <a:lnTo>
                  <a:pt x="18909" y="2660"/>
                </a:lnTo>
                <a:lnTo>
                  <a:pt x="19727" y="2931"/>
                </a:lnTo>
                <a:lnTo>
                  <a:pt x="21600" y="3552"/>
                </a:lnTo>
                <a:lnTo>
                  <a:pt x="21600" y="5938"/>
                </a:lnTo>
                <a:lnTo>
                  <a:pt x="21600" y="8338"/>
                </a:lnTo>
                <a:lnTo>
                  <a:pt x="21600" y="10771"/>
                </a:lnTo>
                <a:lnTo>
                  <a:pt x="20187" y="12121"/>
                </a:lnTo>
                <a:lnTo>
                  <a:pt x="19153" y="12991"/>
                </a:lnTo>
                <a:lnTo>
                  <a:pt x="17993" y="13771"/>
                </a:lnTo>
                <a:lnTo>
                  <a:pt x="16200" y="14832"/>
                </a:lnTo>
                <a:lnTo>
                  <a:pt x="15196" y="15438"/>
                </a:lnTo>
                <a:lnTo>
                  <a:pt x="14185" y="16048"/>
                </a:lnTo>
                <a:lnTo>
                  <a:pt x="13163" y="16662"/>
                </a:lnTo>
                <a:lnTo>
                  <a:pt x="11990" y="17323"/>
                </a:lnTo>
                <a:lnTo>
                  <a:pt x="10800" y="17990"/>
                </a:lnTo>
                <a:lnTo>
                  <a:pt x="10800" y="15608"/>
                </a:lnTo>
                <a:lnTo>
                  <a:pt x="10800" y="13208"/>
                </a:lnTo>
                <a:lnTo>
                  <a:pt x="10800" y="10771"/>
                </a:lnTo>
                <a:lnTo>
                  <a:pt x="10171" y="11948"/>
                </a:lnTo>
                <a:lnTo>
                  <a:pt x="9536" y="13139"/>
                </a:lnTo>
                <a:lnTo>
                  <a:pt x="8690" y="14651"/>
                </a:lnTo>
                <a:lnTo>
                  <a:pt x="7830" y="16186"/>
                </a:lnTo>
                <a:lnTo>
                  <a:pt x="7415" y="16944"/>
                </a:lnTo>
                <a:lnTo>
                  <a:pt x="6160" y="19228"/>
                </a:lnTo>
                <a:lnTo>
                  <a:pt x="5227" y="20387"/>
                </a:lnTo>
                <a:lnTo>
                  <a:pt x="4441" y="21091"/>
                </a:lnTo>
                <a:lnTo>
                  <a:pt x="3504" y="21448"/>
                </a:lnTo>
                <a:lnTo>
                  <a:pt x="2121" y="21582"/>
                </a:lnTo>
                <a:lnTo>
                  <a:pt x="0" y="21600"/>
                </a:lnTo>
                <a:lnTo>
                  <a:pt x="652" y="16193"/>
                </a:lnTo>
                <a:lnTo>
                  <a:pt x="1223" y="11767"/>
                </a:lnTo>
                <a:lnTo>
                  <a:pt x="1754" y="8223"/>
                </a:lnTo>
                <a:lnTo>
                  <a:pt x="2296" y="5465"/>
                </a:lnTo>
                <a:lnTo>
                  <a:pt x="2894" y="3400"/>
                </a:lnTo>
                <a:lnTo>
                  <a:pt x="3592" y="1924"/>
                </a:lnTo>
                <a:lnTo>
                  <a:pt x="4437" y="946"/>
                </a:lnTo>
                <a:lnTo>
                  <a:pt x="5476" y="361"/>
                </a:lnTo>
                <a:lnTo>
                  <a:pt x="6752" y="79"/>
                </a:lnTo>
                <a:lnTo>
                  <a:pt x="8316" y="0"/>
                </a:lnTo>
                <a:lnTo>
                  <a:pt x="10210" y="25"/>
                </a:lnTo>
                <a:close/>
              </a:path>
            </a:pathLst>
          </a:custGeom>
          <a:solidFill>
            <a:srgbClr val="878888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8" name="contour_07896"/>
          <p:cNvSpPr/>
          <p:nvPr/>
        </p:nvSpPr>
        <p:spPr>
          <a:xfrm>
            <a:off x="10359323" y="5400402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336" y="1188"/>
                </a:lnTo>
                <a:lnTo>
                  <a:pt x="11871" y="2381"/>
                </a:lnTo>
                <a:lnTo>
                  <a:pt x="12414" y="3583"/>
                </a:lnTo>
                <a:lnTo>
                  <a:pt x="12960" y="4800"/>
                </a:lnTo>
                <a:lnTo>
                  <a:pt x="14213" y="5383"/>
                </a:lnTo>
                <a:lnTo>
                  <a:pt x="15092" y="5734"/>
                </a:lnTo>
                <a:lnTo>
                  <a:pt x="16021" y="5993"/>
                </a:lnTo>
                <a:lnTo>
                  <a:pt x="17414" y="6300"/>
                </a:lnTo>
                <a:lnTo>
                  <a:pt x="18796" y="6598"/>
                </a:lnTo>
                <a:lnTo>
                  <a:pt x="20190" y="6895"/>
                </a:lnTo>
                <a:lnTo>
                  <a:pt x="21600" y="7200"/>
                </a:lnTo>
                <a:lnTo>
                  <a:pt x="21280" y="8990"/>
                </a:lnTo>
                <a:lnTo>
                  <a:pt x="20902" y="10620"/>
                </a:lnTo>
                <a:lnTo>
                  <a:pt x="20403" y="12110"/>
                </a:lnTo>
                <a:lnTo>
                  <a:pt x="19725" y="13493"/>
                </a:lnTo>
                <a:lnTo>
                  <a:pt x="18809" y="14791"/>
                </a:lnTo>
                <a:lnTo>
                  <a:pt x="17600" y="16032"/>
                </a:lnTo>
                <a:lnTo>
                  <a:pt x="15986" y="17002"/>
                </a:lnTo>
                <a:lnTo>
                  <a:pt x="14550" y="17765"/>
                </a:lnTo>
                <a:lnTo>
                  <a:pt x="13200" y="18319"/>
                </a:lnTo>
                <a:lnTo>
                  <a:pt x="11858" y="18655"/>
                </a:lnTo>
                <a:lnTo>
                  <a:pt x="10437" y="18768"/>
                </a:lnTo>
                <a:lnTo>
                  <a:pt x="8852" y="18653"/>
                </a:lnTo>
                <a:lnTo>
                  <a:pt x="7020" y="18300"/>
                </a:lnTo>
                <a:lnTo>
                  <a:pt x="5681" y="17556"/>
                </a:lnTo>
                <a:lnTo>
                  <a:pt x="4320" y="16800"/>
                </a:lnTo>
                <a:lnTo>
                  <a:pt x="3784" y="17988"/>
                </a:lnTo>
                <a:lnTo>
                  <a:pt x="3249" y="19181"/>
                </a:lnTo>
                <a:lnTo>
                  <a:pt x="2706" y="20383"/>
                </a:lnTo>
                <a:lnTo>
                  <a:pt x="2160" y="21600"/>
                </a:lnTo>
                <a:lnTo>
                  <a:pt x="1732" y="20174"/>
                </a:lnTo>
                <a:lnTo>
                  <a:pt x="1302" y="18744"/>
                </a:lnTo>
                <a:lnTo>
                  <a:pt x="873" y="17309"/>
                </a:lnTo>
                <a:lnTo>
                  <a:pt x="438" y="15862"/>
                </a:lnTo>
                <a:lnTo>
                  <a:pt x="0" y="14400"/>
                </a:lnTo>
                <a:lnTo>
                  <a:pt x="1426" y="14400"/>
                </a:lnTo>
                <a:lnTo>
                  <a:pt x="2853" y="14400"/>
                </a:lnTo>
                <a:lnTo>
                  <a:pt x="4288" y="14400"/>
                </a:lnTo>
                <a:lnTo>
                  <a:pt x="5728" y="14400"/>
                </a:lnTo>
                <a:lnTo>
                  <a:pt x="7178" y="14400"/>
                </a:lnTo>
                <a:lnTo>
                  <a:pt x="8640" y="14400"/>
                </a:lnTo>
                <a:lnTo>
                  <a:pt x="8878" y="12816"/>
                </a:lnTo>
                <a:lnTo>
                  <a:pt x="9115" y="11230"/>
                </a:lnTo>
                <a:lnTo>
                  <a:pt x="9353" y="9643"/>
                </a:lnTo>
                <a:lnTo>
                  <a:pt x="9593" y="8052"/>
                </a:lnTo>
                <a:lnTo>
                  <a:pt x="9832" y="6456"/>
                </a:lnTo>
                <a:lnTo>
                  <a:pt x="10072" y="4853"/>
                </a:lnTo>
                <a:lnTo>
                  <a:pt x="10314" y="3245"/>
                </a:lnTo>
                <a:lnTo>
                  <a:pt x="10556" y="1627"/>
                </a:lnTo>
                <a:lnTo>
                  <a:pt x="10800" y="0"/>
                </a:lnTo>
                <a:close/>
              </a:path>
            </a:pathLst>
          </a:custGeom>
          <a:solidFill>
            <a:srgbClr val="A7A9AB"/>
          </a:solidFill>
          <a:ln>
            <a:noFill/>
          </a:ln>
        </p:spPr>
        <p:txBody>
          <a:bodyPr/>
          <a:lstStyle/>
          <a:p/>
        </p:txBody>
      </p:sp>
      <p:sp>
        <p:nvSpPr>
          <p:cNvPr id="7899" name="contour_07897"/>
          <p:cNvSpPr/>
          <p:nvPr/>
        </p:nvSpPr>
        <p:spPr>
          <a:xfrm>
            <a:off x="921374" y="5394178"/>
            <a:ext cx="68216" cy="45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69" y="2961"/>
                </a:moveTo>
                <a:lnTo>
                  <a:pt x="21323" y="5437"/>
                </a:lnTo>
                <a:lnTo>
                  <a:pt x="21600" y="7216"/>
                </a:lnTo>
                <a:lnTo>
                  <a:pt x="21600" y="8797"/>
                </a:lnTo>
                <a:lnTo>
                  <a:pt x="21323" y="10680"/>
                </a:lnTo>
                <a:lnTo>
                  <a:pt x="20769" y="13364"/>
                </a:lnTo>
                <a:lnTo>
                  <a:pt x="19445" y="14540"/>
                </a:lnTo>
                <a:lnTo>
                  <a:pt x="18102" y="15597"/>
                </a:lnTo>
                <a:lnTo>
                  <a:pt x="16735" y="16544"/>
                </a:lnTo>
                <a:lnTo>
                  <a:pt x="15353" y="17397"/>
                </a:lnTo>
                <a:lnTo>
                  <a:pt x="13950" y="18164"/>
                </a:lnTo>
                <a:lnTo>
                  <a:pt x="12531" y="18857"/>
                </a:lnTo>
                <a:lnTo>
                  <a:pt x="11093" y="19488"/>
                </a:lnTo>
                <a:lnTo>
                  <a:pt x="9639" y="20064"/>
                </a:lnTo>
                <a:lnTo>
                  <a:pt x="8172" y="20601"/>
                </a:lnTo>
                <a:lnTo>
                  <a:pt x="6688" y="21111"/>
                </a:lnTo>
                <a:lnTo>
                  <a:pt x="5192" y="21600"/>
                </a:lnTo>
                <a:lnTo>
                  <a:pt x="4475" y="21278"/>
                </a:lnTo>
                <a:lnTo>
                  <a:pt x="2308" y="20300"/>
                </a:lnTo>
                <a:lnTo>
                  <a:pt x="1698" y="18046"/>
                </a:lnTo>
                <a:lnTo>
                  <a:pt x="1207" y="15785"/>
                </a:lnTo>
                <a:lnTo>
                  <a:pt x="808" y="13503"/>
                </a:lnTo>
                <a:lnTo>
                  <a:pt x="487" y="11190"/>
                </a:lnTo>
                <a:lnTo>
                  <a:pt x="224" y="8836"/>
                </a:lnTo>
                <a:lnTo>
                  <a:pt x="0" y="6429"/>
                </a:lnTo>
                <a:lnTo>
                  <a:pt x="1292" y="5677"/>
                </a:lnTo>
                <a:lnTo>
                  <a:pt x="2589" y="4931"/>
                </a:lnTo>
                <a:lnTo>
                  <a:pt x="3888" y="4196"/>
                </a:lnTo>
                <a:lnTo>
                  <a:pt x="5188" y="3468"/>
                </a:lnTo>
                <a:lnTo>
                  <a:pt x="6489" y="2746"/>
                </a:lnTo>
                <a:lnTo>
                  <a:pt x="7696" y="2060"/>
                </a:lnTo>
                <a:lnTo>
                  <a:pt x="8912" y="1370"/>
                </a:lnTo>
                <a:lnTo>
                  <a:pt x="10142" y="673"/>
                </a:lnTo>
                <a:lnTo>
                  <a:pt x="11905" y="205"/>
                </a:lnTo>
                <a:lnTo>
                  <a:pt x="13472" y="0"/>
                </a:lnTo>
                <a:lnTo>
                  <a:pt x="14908" y="59"/>
                </a:lnTo>
                <a:lnTo>
                  <a:pt x="16285" y="385"/>
                </a:lnTo>
                <a:lnTo>
                  <a:pt x="17677" y="978"/>
                </a:lnTo>
                <a:lnTo>
                  <a:pt x="19147" y="1838"/>
                </a:lnTo>
                <a:lnTo>
                  <a:pt x="20769" y="2961"/>
                </a:lnTo>
                <a:close/>
              </a:path>
            </a:pathLst>
          </a:custGeom>
          <a:solidFill>
            <a:srgbClr val="201E1C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0" name="contour_07898"/>
          <p:cNvSpPr/>
          <p:nvPr/>
        </p:nvSpPr>
        <p:spPr>
          <a:xfrm>
            <a:off x="5359760" y="5385826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5043" y="0"/>
                </a:lnTo>
                <a:lnTo>
                  <a:pt x="16349" y="0"/>
                </a:lnTo>
                <a:lnTo>
                  <a:pt x="17673" y="0"/>
                </a:lnTo>
                <a:lnTo>
                  <a:pt x="17673" y="2040"/>
                </a:lnTo>
                <a:lnTo>
                  <a:pt x="17673" y="4092"/>
                </a:lnTo>
                <a:lnTo>
                  <a:pt x="17673" y="6171"/>
                </a:lnTo>
                <a:lnTo>
                  <a:pt x="18839" y="7304"/>
                </a:lnTo>
                <a:lnTo>
                  <a:pt x="19636" y="8004"/>
                </a:lnTo>
                <a:lnTo>
                  <a:pt x="20434" y="8557"/>
                </a:lnTo>
                <a:lnTo>
                  <a:pt x="21600" y="9257"/>
                </a:lnTo>
                <a:lnTo>
                  <a:pt x="21180" y="10806"/>
                </a:lnTo>
                <a:lnTo>
                  <a:pt x="20754" y="12352"/>
                </a:lnTo>
                <a:lnTo>
                  <a:pt x="20320" y="13892"/>
                </a:lnTo>
                <a:lnTo>
                  <a:pt x="19882" y="15429"/>
                </a:lnTo>
                <a:lnTo>
                  <a:pt x="19403" y="17150"/>
                </a:lnTo>
                <a:lnTo>
                  <a:pt x="18916" y="18900"/>
                </a:lnTo>
                <a:lnTo>
                  <a:pt x="18299" y="20239"/>
                </a:lnTo>
                <a:lnTo>
                  <a:pt x="17673" y="21600"/>
                </a:lnTo>
                <a:lnTo>
                  <a:pt x="16375" y="21600"/>
                </a:lnTo>
                <a:lnTo>
                  <a:pt x="15069" y="21600"/>
                </a:lnTo>
                <a:lnTo>
                  <a:pt x="13745" y="21600"/>
                </a:lnTo>
                <a:lnTo>
                  <a:pt x="13745" y="19767"/>
                </a:lnTo>
                <a:lnTo>
                  <a:pt x="13745" y="17928"/>
                </a:lnTo>
                <a:lnTo>
                  <a:pt x="13745" y="16083"/>
                </a:lnTo>
                <a:lnTo>
                  <a:pt x="13745" y="14222"/>
                </a:lnTo>
                <a:lnTo>
                  <a:pt x="13745" y="12343"/>
                </a:lnTo>
                <a:lnTo>
                  <a:pt x="12934" y="13361"/>
                </a:lnTo>
                <a:lnTo>
                  <a:pt x="12118" y="14389"/>
                </a:lnTo>
                <a:lnTo>
                  <a:pt x="11291" y="15429"/>
                </a:lnTo>
                <a:lnTo>
                  <a:pt x="10056" y="16610"/>
                </a:lnTo>
                <a:lnTo>
                  <a:pt x="8858" y="17499"/>
                </a:lnTo>
                <a:lnTo>
                  <a:pt x="7678" y="18129"/>
                </a:lnTo>
                <a:lnTo>
                  <a:pt x="6498" y="18533"/>
                </a:lnTo>
                <a:lnTo>
                  <a:pt x="5302" y="18755"/>
                </a:lnTo>
                <a:lnTo>
                  <a:pt x="4071" y="18826"/>
                </a:lnTo>
                <a:lnTo>
                  <a:pt x="2788" y="18786"/>
                </a:lnTo>
                <a:lnTo>
                  <a:pt x="1437" y="18669"/>
                </a:lnTo>
                <a:lnTo>
                  <a:pt x="0" y="18514"/>
                </a:lnTo>
                <a:lnTo>
                  <a:pt x="134" y="16219"/>
                </a:lnTo>
                <a:lnTo>
                  <a:pt x="302" y="14589"/>
                </a:lnTo>
                <a:lnTo>
                  <a:pt x="601" y="13182"/>
                </a:lnTo>
                <a:lnTo>
                  <a:pt x="1123" y="11553"/>
                </a:lnTo>
                <a:lnTo>
                  <a:pt x="1964" y="9257"/>
                </a:lnTo>
                <a:lnTo>
                  <a:pt x="3279" y="9007"/>
                </a:lnTo>
                <a:lnTo>
                  <a:pt x="4589" y="8841"/>
                </a:lnTo>
                <a:lnTo>
                  <a:pt x="5895" y="8748"/>
                </a:lnTo>
                <a:lnTo>
                  <a:pt x="7197" y="8723"/>
                </a:lnTo>
                <a:lnTo>
                  <a:pt x="8501" y="8754"/>
                </a:lnTo>
                <a:lnTo>
                  <a:pt x="9804" y="8831"/>
                </a:lnTo>
                <a:lnTo>
                  <a:pt x="11112" y="8949"/>
                </a:lnTo>
                <a:lnTo>
                  <a:pt x="12424" y="9094"/>
                </a:lnTo>
                <a:lnTo>
                  <a:pt x="13745" y="9257"/>
                </a:lnTo>
                <a:lnTo>
                  <a:pt x="13745" y="7424"/>
                </a:lnTo>
                <a:lnTo>
                  <a:pt x="13745" y="5585"/>
                </a:lnTo>
                <a:lnTo>
                  <a:pt x="13745" y="3740"/>
                </a:lnTo>
                <a:lnTo>
                  <a:pt x="13745" y="1879"/>
                </a:lnTo>
                <a:lnTo>
                  <a:pt x="13745" y="0"/>
                </a:lnTo>
                <a:close/>
              </a:path>
            </a:pathLst>
          </a:custGeom>
          <a:solidFill>
            <a:srgbClr val="515352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1" name="contour_07899"/>
          <p:cNvSpPr/>
          <p:nvPr/>
        </p:nvSpPr>
        <p:spPr>
          <a:xfrm>
            <a:off x="774965" y="5385826"/>
            <a:ext cx="66241" cy="442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" y="0"/>
                </a:moveTo>
                <a:lnTo>
                  <a:pt x="877" y="398"/>
                </a:lnTo>
                <a:lnTo>
                  <a:pt x="1500" y="772"/>
                </a:lnTo>
                <a:lnTo>
                  <a:pt x="2217" y="1199"/>
                </a:lnTo>
                <a:lnTo>
                  <a:pt x="3168" y="1768"/>
                </a:lnTo>
                <a:lnTo>
                  <a:pt x="4492" y="2561"/>
                </a:lnTo>
                <a:lnTo>
                  <a:pt x="6326" y="3660"/>
                </a:lnTo>
                <a:lnTo>
                  <a:pt x="8814" y="5151"/>
                </a:lnTo>
                <a:lnTo>
                  <a:pt x="12094" y="7115"/>
                </a:lnTo>
                <a:lnTo>
                  <a:pt x="12094" y="4763"/>
                </a:lnTo>
                <a:lnTo>
                  <a:pt x="12094" y="2398"/>
                </a:lnTo>
                <a:lnTo>
                  <a:pt x="12094" y="0"/>
                </a:lnTo>
                <a:lnTo>
                  <a:pt x="13662" y="587"/>
                </a:lnTo>
                <a:lnTo>
                  <a:pt x="15233" y="1174"/>
                </a:lnTo>
                <a:lnTo>
                  <a:pt x="16811" y="1764"/>
                </a:lnTo>
                <a:lnTo>
                  <a:pt x="18396" y="2358"/>
                </a:lnTo>
                <a:lnTo>
                  <a:pt x="19991" y="2956"/>
                </a:lnTo>
                <a:lnTo>
                  <a:pt x="21600" y="3557"/>
                </a:lnTo>
                <a:lnTo>
                  <a:pt x="20939" y="5695"/>
                </a:lnTo>
                <a:lnTo>
                  <a:pt x="20267" y="7794"/>
                </a:lnTo>
                <a:lnTo>
                  <a:pt x="19573" y="9854"/>
                </a:lnTo>
                <a:lnTo>
                  <a:pt x="18850" y="11871"/>
                </a:lnTo>
                <a:lnTo>
                  <a:pt x="18090" y="13849"/>
                </a:lnTo>
                <a:lnTo>
                  <a:pt x="17280" y="15784"/>
                </a:lnTo>
                <a:lnTo>
                  <a:pt x="16412" y="17680"/>
                </a:lnTo>
                <a:lnTo>
                  <a:pt x="15478" y="19533"/>
                </a:lnTo>
                <a:lnTo>
                  <a:pt x="14471" y="21344"/>
                </a:lnTo>
                <a:lnTo>
                  <a:pt x="12674" y="21600"/>
                </a:lnTo>
                <a:lnTo>
                  <a:pt x="10987" y="21433"/>
                </a:lnTo>
                <a:lnTo>
                  <a:pt x="9385" y="20892"/>
                </a:lnTo>
                <a:lnTo>
                  <a:pt x="7850" y="20042"/>
                </a:lnTo>
                <a:lnTo>
                  <a:pt x="6362" y="18936"/>
                </a:lnTo>
                <a:lnTo>
                  <a:pt x="4903" y="17637"/>
                </a:lnTo>
                <a:lnTo>
                  <a:pt x="3453" y="16196"/>
                </a:lnTo>
                <a:lnTo>
                  <a:pt x="1994" y="14674"/>
                </a:lnTo>
                <a:lnTo>
                  <a:pt x="1041" y="12219"/>
                </a:lnTo>
                <a:lnTo>
                  <a:pt x="430" y="9928"/>
                </a:lnTo>
                <a:lnTo>
                  <a:pt x="105" y="7680"/>
                </a:lnTo>
                <a:lnTo>
                  <a:pt x="0" y="5354"/>
                </a:lnTo>
                <a:lnTo>
                  <a:pt x="57" y="2835"/>
                </a:lnTo>
                <a:lnTo>
                  <a:pt x="212" y="0"/>
                </a:lnTo>
                <a:close/>
              </a:path>
            </a:pathLst>
          </a:custGeom>
          <a:solidFill>
            <a:srgbClr val="6A6664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2" name="contour_07900"/>
          <p:cNvSpPr/>
          <p:nvPr/>
        </p:nvSpPr>
        <p:spPr>
          <a:xfrm>
            <a:off x="11590993" y="5356674"/>
            <a:ext cx="44610" cy="65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44" y="0"/>
                </a:moveTo>
                <a:lnTo>
                  <a:pt x="18625" y="1736"/>
                </a:lnTo>
                <a:lnTo>
                  <a:pt x="19469" y="3407"/>
                </a:lnTo>
                <a:lnTo>
                  <a:pt x="20178" y="5033"/>
                </a:lnTo>
                <a:lnTo>
                  <a:pt x="20742" y="6630"/>
                </a:lnTo>
                <a:lnTo>
                  <a:pt x="21169" y="8220"/>
                </a:lnTo>
                <a:lnTo>
                  <a:pt x="21455" y="9820"/>
                </a:lnTo>
                <a:lnTo>
                  <a:pt x="21600" y="11451"/>
                </a:lnTo>
                <a:lnTo>
                  <a:pt x="21600" y="13131"/>
                </a:lnTo>
                <a:lnTo>
                  <a:pt x="21459" y="14879"/>
                </a:lnTo>
                <a:lnTo>
                  <a:pt x="21173" y="16713"/>
                </a:lnTo>
                <a:lnTo>
                  <a:pt x="19215" y="17928"/>
                </a:lnTo>
                <a:lnTo>
                  <a:pt x="17390" y="18943"/>
                </a:lnTo>
                <a:lnTo>
                  <a:pt x="15626" y="19769"/>
                </a:lnTo>
                <a:lnTo>
                  <a:pt x="13837" y="20423"/>
                </a:lnTo>
                <a:lnTo>
                  <a:pt x="11952" y="20917"/>
                </a:lnTo>
                <a:lnTo>
                  <a:pt x="9891" y="21268"/>
                </a:lnTo>
                <a:lnTo>
                  <a:pt x="7573" y="21493"/>
                </a:lnTo>
                <a:lnTo>
                  <a:pt x="4923" y="21600"/>
                </a:lnTo>
                <a:lnTo>
                  <a:pt x="3695" y="21571"/>
                </a:lnTo>
                <a:lnTo>
                  <a:pt x="0" y="21488"/>
                </a:lnTo>
                <a:lnTo>
                  <a:pt x="159" y="19848"/>
                </a:lnTo>
                <a:lnTo>
                  <a:pt x="346" y="18224"/>
                </a:lnTo>
                <a:lnTo>
                  <a:pt x="572" y="16617"/>
                </a:lnTo>
                <a:lnTo>
                  <a:pt x="854" y="15022"/>
                </a:lnTo>
                <a:lnTo>
                  <a:pt x="1203" y="13439"/>
                </a:lnTo>
                <a:lnTo>
                  <a:pt x="1630" y="11866"/>
                </a:lnTo>
                <a:lnTo>
                  <a:pt x="2153" y="10295"/>
                </a:lnTo>
                <a:lnTo>
                  <a:pt x="2781" y="8729"/>
                </a:lnTo>
                <a:lnTo>
                  <a:pt x="3529" y="7163"/>
                </a:lnTo>
                <a:lnTo>
                  <a:pt x="5837" y="6379"/>
                </a:lnTo>
                <a:lnTo>
                  <a:pt x="8067" y="5833"/>
                </a:lnTo>
                <a:lnTo>
                  <a:pt x="10290" y="5458"/>
                </a:lnTo>
                <a:lnTo>
                  <a:pt x="12584" y="5198"/>
                </a:lnTo>
                <a:lnTo>
                  <a:pt x="15008" y="4992"/>
                </a:lnTo>
                <a:lnTo>
                  <a:pt x="17644" y="4775"/>
                </a:lnTo>
                <a:lnTo>
                  <a:pt x="17644" y="3197"/>
                </a:lnTo>
                <a:lnTo>
                  <a:pt x="17644" y="1609"/>
                </a:lnTo>
                <a:lnTo>
                  <a:pt x="17644" y="0"/>
                </a:lnTo>
                <a:close/>
              </a:path>
            </a:pathLst>
          </a:custGeom>
          <a:solidFill>
            <a:srgbClr val="A894C5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3" name="contour_07901"/>
          <p:cNvSpPr/>
          <p:nvPr/>
        </p:nvSpPr>
        <p:spPr>
          <a:xfrm>
            <a:off x="7159894" y="5362592"/>
            <a:ext cx="65592" cy="596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00" y="0"/>
                </a:moveTo>
                <a:lnTo>
                  <a:pt x="19939" y="248"/>
                </a:lnTo>
                <a:lnTo>
                  <a:pt x="21600" y="496"/>
                </a:lnTo>
                <a:lnTo>
                  <a:pt x="21178" y="3677"/>
                </a:lnTo>
                <a:lnTo>
                  <a:pt x="20822" y="6255"/>
                </a:lnTo>
                <a:lnTo>
                  <a:pt x="20506" y="8331"/>
                </a:lnTo>
                <a:lnTo>
                  <a:pt x="20198" y="10006"/>
                </a:lnTo>
                <a:lnTo>
                  <a:pt x="19879" y="11383"/>
                </a:lnTo>
                <a:lnTo>
                  <a:pt x="19514" y="12562"/>
                </a:lnTo>
                <a:lnTo>
                  <a:pt x="19082" y="13644"/>
                </a:lnTo>
                <a:lnTo>
                  <a:pt x="18554" y="14728"/>
                </a:lnTo>
                <a:lnTo>
                  <a:pt x="17902" y="15918"/>
                </a:lnTo>
                <a:lnTo>
                  <a:pt x="17100" y="17313"/>
                </a:lnTo>
                <a:lnTo>
                  <a:pt x="15478" y="18252"/>
                </a:lnTo>
                <a:lnTo>
                  <a:pt x="14251" y="18632"/>
                </a:lnTo>
                <a:lnTo>
                  <a:pt x="12797" y="18519"/>
                </a:lnTo>
                <a:lnTo>
                  <a:pt x="10500" y="17973"/>
                </a:lnTo>
                <a:lnTo>
                  <a:pt x="9410" y="17427"/>
                </a:lnTo>
                <a:lnTo>
                  <a:pt x="8311" y="16881"/>
                </a:lnTo>
                <a:lnTo>
                  <a:pt x="7200" y="16324"/>
                </a:lnTo>
                <a:lnTo>
                  <a:pt x="7200" y="18068"/>
                </a:lnTo>
                <a:lnTo>
                  <a:pt x="7200" y="19822"/>
                </a:lnTo>
                <a:lnTo>
                  <a:pt x="7200" y="21600"/>
                </a:lnTo>
                <a:lnTo>
                  <a:pt x="5414" y="21104"/>
                </a:lnTo>
                <a:lnTo>
                  <a:pt x="4147" y="20719"/>
                </a:lnTo>
                <a:lnTo>
                  <a:pt x="3053" y="20318"/>
                </a:lnTo>
                <a:lnTo>
                  <a:pt x="1786" y="19774"/>
                </a:lnTo>
                <a:lnTo>
                  <a:pt x="0" y="18962"/>
                </a:lnTo>
                <a:lnTo>
                  <a:pt x="0" y="17221"/>
                </a:lnTo>
                <a:lnTo>
                  <a:pt x="0" y="15464"/>
                </a:lnTo>
                <a:lnTo>
                  <a:pt x="0" y="13686"/>
                </a:lnTo>
                <a:lnTo>
                  <a:pt x="506" y="13733"/>
                </a:lnTo>
                <a:lnTo>
                  <a:pt x="1402" y="13821"/>
                </a:lnTo>
                <a:lnTo>
                  <a:pt x="3449" y="14016"/>
                </a:lnTo>
                <a:lnTo>
                  <a:pt x="4001" y="13968"/>
                </a:lnTo>
                <a:lnTo>
                  <a:pt x="4973" y="13881"/>
                </a:lnTo>
                <a:lnTo>
                  <a:pt x="7200" y="13686"/>
                </a:lnTo>
                <a:lnTo>
                  <a:pt x="7997" y="12399"/>
                </a:lnTo>
                <a:lnTo>
                  <a:pt x="8513" y="11420"/>
                </a:lnTo>
                <a:lnTo>
                  <a:pt x="8974" y="10254"/>
                </a:lnTo>
                <a:lnTo>
                  <a:pt x="9600" y="8410"/>
                </a:lnTo>
                <a:lnTo>
                  <a:pt x="11028" y="5524"/>
                </a:lnTo>
                <a:lnTo>
                  <a:pt x="12139" y="3445"/>
                </a:lnTo>
                <a:lnTo>
                  <a:pt x="13090" y="2026"/>
                </a:lnTo>
                <a:lnTo>
                  <a:pt x="14028" y="1119"/>
                </a:lnTo>
                <a:lnTo>
                  <a:pt x="15108" y="578"/>
                </a:lnTo>
                <a:lnTo>
                  <a:pt x="16481" y="253"/>
                </a:lnTo>
                <a:lnTo>
                  <a:pt x="18300" y="0"/>
                </a:lnTo>
                <a:close/>
              </a:path>
            </a:pathLst>
          </a:custGeom>
          <a:solidFill>
            <a:srgbClr val="E9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4" name="contour_07902"/>
          <p:cNvSpPr/>
          <p:nvPr/>
        </p:nvSpPr>
        <p:spPr>
          <a:xfrm>
            <a:off x="8250448" y="5355639"/>
            <a:ext cx="60949" cy="666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74" y="40"/>
                </a:moveTo>
                <a:lnTo>
                  <a:pt x="15569" y="83"/>
                </a:lnTo>
                <a:lnTo>
                  <a:pt x="16972" y="125"/>
                </a:lnTo>
                <a:lnTo>
                  <a:pt x="18392" y="170"/>
                </a:lnTo>
                <a:lnTo>
                  <a:pt x="19190" y="210"/>
                </a:lnTo>
                <a:lnTo>
                  <a:pt x="21600" y="336"/>
                </a:lnTo>
                <a:lnTo>
                  <a:pt x="21060" y="421"/>
                </a:lnTo>
                <a:lnTo>
                  <a:pt x="20105" y="572"/>
                </a:lnTo>
                <a:lnTo>
                  <a:pt x="17917" y="917"/>
                </a:lnTo>
                <a:lnTo>
                  <a:pt x="15918" y="1822"/>
                </a:lnTo>
                <a:lnTo>
                  <a:pt x="14608" y="2592"/>
                </a:lnTo>
                <a:lnTo>
                  <a:pt x="13704" y="3528"/>
                </a:lnTo>
                <a:lnTo>
                  <a:pt x="12919" y="4919"/>
                </a:lnTo>
                <a:lnTo>
                  <a:pt x="11966" y="7065"/>
                </a:lnTo>
                <a:lnTo>
                  <a:pt x="11651" y="8369"/>
                </a:lnTo>
                <a:lnTo>
                  <a:pt x="11349" y="9675"/>
                </a:lnTo>
                <a:lnTo>
                  <a:pt x="11062" y="10987"/>
                </a:lnTo>
                <a:lnTo>
                  <a:pt x="10786" y="12298"/>
                </a:lnTo>
                <a:lnTo>
                  <a:pt x="10468" y="13638"/>
                </a:lnTo>
                <a:lnTo>
                  <a:pt x="10143" y="14996"/>
                </a:lnTo>
                <a:lnTo>
                  <a:pt x="9763" y="16643"/>
                </a:lnTo>
                <a:lnTo>
                  <a:pt x="9396" y="18295"/>
                </a:lnTo>
                <a:lnTo>
                  <a:pt x="9040" y="19946"/>
                </a:lnTo>
                <a:lnTo>
                  <a:pt x="8686" y="21600"/>
                </a:lnTo>
                <a:lnTo>
                  <a:pt x="5912" y="20145"/>
                </a:lnTo>
                <a:lnTo>
                  <a:pt x="3905" y="19036"/>
                </a:lnTo>
                <a:lnTo>
                  <a:pt x="2508" y="18136"/>
                </a:lnTo>
                <a:lnTo>
                  <a:pt x="1570" y="17316"/>
                </a:lnTo>
                <a:lnTo>
                  <a:pt x="940" y="16442"/>
                </a:lnTo>
                <a:lnTo>
                  <a:pt x="467" y="15379"/>
                </a:lnTo>
                <a:lnTo>
                  <a:pt x="0" y="13994"/>
                </a:lnTo>
                <a:lnTo>
                  <a:pt x="65" y="12492"/>
                </a:lnTo>
                <a:lnTo>
                  <a:pt x="129" y="10968"/>
                </a:lnTo>
                <a:lnTo>
                  <a:pt x="145" y="9465"/>
                </a:lnTo>
                <a:lnTo>
                  <a:pt x="160" y="7941"/>
                </a:lnTo>
                <a:lnTo>
                  <a:pt x="904" y="5791"/>
                </a:lnTo>
                <a:lnTo>
                  <a:pt x="1854" y="4050"/>
                </a:lnTo>
                <a:lnTo>
                  <a:pt x="3012" y="2675"/>
                </a:lnTo>
                <a:lnTo>
                  <a:pt x="4373" y="1630"/>
                </a:lnTo>
                <a:lnTo>
                  <a:pt x="5935" y="879"/>
                </a:lnTo>
                <a:lnTo>
                  <a:pt x="7699" y="383"/>
                </a:lnTo>
                <a:lnTo>
                  <a:pt x="9662" y="102"/>
                </a:lnTo>
                <a:lnTo>
                  <a:pt x="11821" y="0"/>
                </a:lnTo>
                <a:lnTo>
                  <a:pt x="14174" y="40"/>
                </a:lnTo>
                <a:close/>
              </a:path>
            </a:pathLst>
          </a:custGeom>
          <a:solidFill>
            <a:srgbClr val="B8AD7F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5" name="contour_07903"/>
          <p:cNvSpPr/>
          <p:nvPr/>
        </p:nvSpPr>
        <p:spPr>
          <a:xfrm>
            <a:off x="5088793" y="5325882"/>
            <a:ext cx="88768" cy="66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9" y="535"/>
                </a:moveTo>
                <a:lnTo>
                  <a:pt x="1479" y="178"/>
                </a:lnTo>
                <a:lnTo>
                  <a:pt x="2336" y="0"/>
                </a:lnTo>
                <a:lnTo>
                  <a:pt x="3144" y="0"/>
                </a:lnTo>
                <a:lnTo>
                  <a:pt x="4160" y="178"/>
                </a:lnTo>
                <a:lnTo>
                  <a:pt x="5639" y="535"/>
                </a:lnTo>
                <a:lnTo>
                  <a:pt x="6367" y="2067"/>
                </a:lnTo>
                <a:lnTo>
                  <a:pt x="6863" y="3182"/>
                </a:lnTo>
                <a:lnTo>
                  <a:pt x="7358" y="4424"/>
                </a:lnTo>
                <a:lnTo>
                  <a:pt x="8078" y="6333"/>
                </a:lnTo>
                <a:lnTo>
                  <a:pt x="8926" y="8443"/>
                </a:lnTo>
                <a:lnTo>
                  <a:pt x="9583" y="9991"/>
                </a:lnTo>
                <a:lnTo>
                  <a:pt x="10146" y="11107"/>
                </a:lnTo>
                <a:lnTo>
                  <a:pt x="10699" y="11925"/>
                </a:lnTo>
                <a:lnTo>
                  <a:pt x="11332" y="12577"/>
                </a:lnTo>
                <a:lnTo>
                  <a:pt x="12139" y="13195"/>
                </a:lnTo>
                <a:lnTo>
                  <a:pt x="13205" y="13913"/>
                </a:lnTo>
                <a:lnTo>
                  <a:pt x="15030" y="14470"/>
                </a:lnTo>
                <a:lnTo>
                  <a:pt x="16321" y="14831"/>
                </a:lnTo>
                <a:lnTo>
                  <a:pt x="17262" y="15019"/>
                </a:lnTo>
                <a:lnTo>
                  <a:pt x="18037" y="15062"/>
                </a:lnTo>
                <a:lnTo>
                  <a:pt x="18832" y="14983"/>
                </a:lnTo>
                <a:lnTo>
                  <a:pt x="19827" y="14805"/>
                </a:lnTo>
                <a:lnTo>
                  <a:pt x="20500" y="13400"/>
                </a:lnTo>
                <a:lnTo>
                  <a:pt x="20910" y="12434"/>
                </a:lnTo>
                <a:lnTo>
                  <a:pt x="21220" y="11466"/>
                </a:lnTo>
                <a:lnTo>
                  <a:pt x="21600" y="10048"/>
                </a:lnTo>
                <a:lnTo>
                  <a:pt x="21166" y="13036"/>
                </a:lnTo>
                <a:lnTo>
                  <a:pt x="20813" y="15307"/>
                </a:lnTo>
                <a:lnTo>
                  <a:pt x="20506" y="16991"/>
                </a:lnTo>
                <a:lnTo>
                  <a:pt x="20203" y="18218"/>
                </a:lnTo>
                <a:lnTo>
                  <a:pt x="19864" y="19117"/>
                </a:lnTo>
                <a:lnTo>
                  <a:pt x="19451" y="19821"/>
                </a:lnTo>
                <a:lnTo>
                  <a:pt x="18926" y="20458"/>
                </a:lnTo>
                <a:lnTo>
                  <a:pt x="18247" y="21160"/>
                </a:lnTo>
                <a:lnTo>
                  <a:pt x="16899" y="21541"/>
                </a:lnTo>
                <a:lnTo>
                  <a:pt x="15652" y="21600"/>
                </a:lnTo>
                <a:lnTo>
                  <a:pt x="14471" y="21393"/>
                </a:lnTo>
                <a:lnTo>
                  <a:pt x="13324" y="20967"/>
                </a:lnTo>
                <a:lnTo>
                  <a:pt x="12173" y="20382"/>
                </a:lnTo>
                <a:lnTo>
                  <a:pt x="10988" y="19683"/>
                </a:lnTo>
                <a:lnTo>
                  <a:pt x="9734" y="18929"/>
                </a:lnTo>
                <a:lnTo>
                  <a:pt x="8610" y="18044"/>
                </a:lnTo>
                <a:lnTo>
                  <a:pt x="7528" y="17117"/>
                </a:lnTo>
                <a:lnTo>
                  <a:pt x="6491" y="16139"/>
                </a:lnTo>
                <a:lnTo>
                  <a:pt x="5494" y="15112"/>
                </a:lnTo>
                <a:lnTo>
                  <a:pt x="4538" y="14030"/>
                </a:lnTo>
                <a:lnTo>
                  <a:pt x="3621" y="12888"/>
                </a:lnTo>
                <a:lnTo>
                  <a:pt x="2743" y="11687"/>
                </a:lnTo>
                <a:lnTo>
                  <a:pt x="1899" y="10417"/>
                </a:lnTo>
                <a:lnTo>
                  <a:pt x="1092" y="9080"/>
                </a:lnTo>
                <a:lnTo>
                  <a:pt x="319" y="7670"/>
                </a:lnTo>
                <a:lnTo>
                  <a:pt x="106" y="5615"/>
                </a:lnTo>
                <a:lnTo>
                  <a:pt x="0" y="4217"/>
                </a:lnTo>
                <a:lnTo>
                  <a:pt x="0" y="3132"/>
                </a:lnTo>
                <a:lnTo>
                  <a:pt x="106" y="2019"/>
                </a:lnTo>
                <a:lnTo>
                  <a:pt x="319" y="535"/>
                </a:lnTo>
                <a:close/>
              </a:path>
            </a:pathLst>
          </a:custGeom>
          <a:solidFill>
            <a:srgbClr val="413F41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6" name="contour_07904"/>
          <p:cNvSpPr/>
          <p:nvPr/>
        </p:nvSpPr>
        <p:spPr>
          <a:xfrm>
            <a:off x="2182196" y="5327522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7" y="268"/>
                </a:lnTo>
                <a:lnTo>
                  <a:pt x="2252" y="555"/>
                </a:lnTo>
                <a:lnTo>
                  <a:pt x="3377" y="852"/>
                </a:lnTo>
                <a:lnTo>
                  <a:pt x="4500" y="1157"/>
                </a:lnTo>
                <a:lnTo>
                  <a:pt x="5756" y="1481"/>
                </a:lnTo>
                <a:lnTo>
                  <a:pt x="7031" y="1808"/>
                </a:lnTo>
                <a:lnTo>
                  <a:pt x="8008" y="2444"/>
                </a:lnTo>
                <a:lnTo>
                  <a:pt x="9000" y="3086"/>
                </a:lnTo>
                <a:lnTo>
                  <a:pt x="9000" y="5125"/>
                </a:lnTo>
                <a:lnTo>
                  <a:pt x="9000" y="7177"/>
                </a:lnTo>
                <a:lnTo>
                  <a:pt x="9000" y="9257"/>
                </a:lnTo>
                <a:lnTo>
                  <a:pt x="10247" y="9257"/>
                </a:lnTo>
                <a:lnTo>
                  <a:pt x="11497" y="9257"/>
                </a:lnTo>
                <a:lnTo>
                  <a:pt x="12746" y="9257"/>
                </a:lnTo>
                <a:lnTo>
                  <a:pt x="13997" y="9257"/>
                </a:lnTo>
                <a:lnTo>
                  <a:pt x="15253" y="9257"/>
                </a:lnTo>
                <a:lnTo>
                  <a:pt x="16511" y="9257"/>
                </a:lnTo>
                <a:lnTo>
                  <a:pt x="17775" y="9257"/>
                </a:lnTo>
                <a:lnTo>
                  <a:pt x="19044" y="9257"/>
                </a:lnTo>
                <a:lnTo>
                  <a:pt x="20318" y="9257"/>
                </a:lnTo>
                <a:lnTo>
                  <a:pt x="21600" y="9257"/>
                </a:lnTo>
                <a:lnTo>
                  <a:pt x="21154" y="10785"/>
                </a:lnTo>
                <a:lnTo>
                  <a:pt x="20707" y="12318"/>
                </a:lnTo>
                <a:lnTo>
                  <a:pt x="20255" y="13864"/>
                </a:lnTo>
                <a:lnTo>
                  <a:pt x="19800" y="15429"/>
                </a:lnTo>
                <a:lnTo>
                  <a:pt x="18495" y="15845"/>
                </a:lnTo>
                <a:lnTo>
                  <a:pt x="17532" y="15944"/>
                </a:lnTo>
                <a:lnTo>
                  <a:pt x="16088" y="15814"/>
                </a:lnTo>
                <a:lnTo>
                  <a:pt x="14936" y="15688"/>
                </a:lnTo>
                <a:lnTo>
                  <a:pt x="13775" y="15558"/>
                </a:lnTo>
                <a:lnTo>
                  <a:pt x="12600" y="15429"/>
                </a:lnTo>
                <a:lnTo>
                  <a:pt x="12600" y="17468"/>
                </a:lnTo>
                <a:lnTo>
                  <a:pt x="12600" y="19520"/>
                </a:lnTo>
                <a:lnTo>
                  <a:pt x="12600" y="21600"/>
                </a:lnTo>
                <a:lnTo>
                  <a:pt x="11191" y="21421"/>
                </a:lnTo>
                <a:lnTo>
                  <a:pt x="9958" y="21202"/>
                </a:lnTo>
                <a:lnTo>
                  <a:pt x="8833" y="20872"/>
                </a:lnTo>
                <a:lnTo>
                  <a:pt x="7744" y="20363"/>
                </a:lnTo>
                <a:lnTo>
                  <a:pt x="6624" y="19597"/>
                </a:lnTo>
                <a:lnTo>
                  <a:pt x="5400" y="18514"/>
                </a:lnTo>
                <a:lnTo>
                  <a:pt x="4739" y="16752"/>
                </a:lnTo>
                <a:lnTo>
                  <a:pt x="4113" y="14969"/>
                </a:lnTo>
                <a:lnTo>
                  <a:pt x="3523" y="13167"/>
                </a:lnTo>
                <a:lnTo>
                  <a:pt x="2959" y="11343"/>
                </a:lnTo>
                <a:lnTo>
                  <a:pt x="2423" y="9504"/>
                </a:lnTo>
                <a:lnTo>
                  <a:pt x="1908" y="7640"/>
                </a:lnTo>
                <a:lnTo>
                  <a:pt x="1413" y="5761"/>
                </a:lnTo>
                <a:lnTo>
                  <a:pt x="931" y="3860"/>
                </a:lnTo>
                <a:lnTo>
                  <a:pt x="463" y="1941"/>
                </a:lnTo>
                <a:lnTo>
                  <a:pt x="0" y="0"/>
                </a:lnTo>
                <a:close/>
              </a:path>
            </a:pathLst>
          </a:custGeom>
          <a:solidFill>
            <a:srgbClr val="4E4B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7" name="contour_07905"/>
          <p:cNvSpPr/>
          <p:nvPr/>
        </p:nvSpPr>
        <p:spPr>
          <a:xfrm>
            <a:off x="4419610" y="5320234"/>
            <a:ext cx="80168" cy="32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96" y="1056"/>
                </a:lnTo>
                <a:lnTo>
                  <a:pt x="2594" y="2113"/>
                </a:lnTo>
                <a:lnTo>
                  <a:pt x="3892" y="3174"/>
                </a:lnTo>
                <a:lnTo>
                  <a:pt x="5194" y="4235"/>
                </a:lnTo>
                <a:lnTo>
                  <a:pt x="6500" y="5297"/>
                </a:lnTo>
                <a:lnTo>
                  <a:pt x="7811" y="6368"/>
                </a:lnTo>
                <a:lnTo>
                  <a:pt x="9127" y="7439"/>
                </a:lnTo>
                <a:lnTo>
                  <a:pt x="10450" y="8519"/>
                </a:lnTo>
                <a:lnTo>
                  <a:pt x="11782" y="9604"/>
                </a:lnTo>
                <a:lnTo>
                  <a:pt x="11782" y="6430"/>
                </a:lnTo>
                <a:lnTo>
                  <a:pt x="11782" y="3237"/>
                </a:lnTo>
                <a:lnTo>
                  <a:pt x="11782" y="0"/>
                </a:lnTo>
                <a:lnTo>
                  <a:pt x="12997" y="595"/>
                </a:lnTo>
                <a:lnTo>
                  <a:pt x="14213" y="1191"/>
                </a:lnTo>
                <a:lnTo>
                  <a:pt x="15432" y="1786"/>
                </a:lnTo>
                <a:lnTo>
                  <a:pt x="16654" y="2382"/>
                </a:lnTo>
                <a:lnTo>
                  <a:pt x="17881" y="2982"/>
                </a:lnTo>
                <a:lnTo>
                  <a:pt x="19114" y="3587"/>
                </a:lnTo>
                <a:lnTo>
                  <a:pt x="20353" y="4192"/>
                </a:lnTo>
                <a:lnTo>
                  <a:pt x="21600" y="4802"/>
                </a:lnTo>
                <a:lnTo>
                  <a:pt x="21378" y="8312"/>
                </a:lnTo>
                <a:lnTo>
                  <a:pt x="21164" y="10819"/>
                </a:lnTo>
                <a:lnTo>
                  <a:pt x="20866" y="13009"/>
                </a:lnTo>
                <a:lnTo>
                  <a:pt x="20388" y="15573"/>
                </a:lnTo>
                <a:lnTo>
                  <a:pt x="19636" y="19209"/>
                </a:lnTo>
                <a:lnTo>
                  <a:pt x="18387" y="20107"/>
                </a:lnTo>
                <a:lnTo>
                  <a:pt x="17143" y="20721"/>
                </a:lnTo>
                <a:lnTo>
                  <a:pt x="15896" y="21105"/>
                </a:lnTo>
                <a:lnTo>
                  <a:pt x="14645" y="21307"/>
                </a:lnTo>
                <a:lnTo>
                  <a:pt x="13382" y="21379"/>
                </a:lnTo>
                <a:lnTo>
                  <a:pt x="12102" y="21365"/>
                </a:lnTo>
                <a:lnTo>
                  <a:pt x="10800" y="21312"/>
                </a:lnTo>
                <a:lnTo>
                  <a:pt x="9571" y="21451"/>
                </a:lnTo>
                <a:lnTo>
                  <a:pt x="8322" y="21600"/>
                </a:lnTo>
                <a:lnTo>
                  <a:pt x="6955" y="21562"/>
                </a:lnTo>
                <a:lnTo>
                  <a:pt x="5689" y="21403"/>
                </a:lnTo>
                <a:lnTo>
                  <a:pt x="4469" y="21019"/>
                </a:lnTo>
                <a:lnTo>
                  <a:pt x="3244" y="20318"/>
                </a:lnTo>
                <a:lnTo>
                  <a:pt x="1964" y="19209"/>
                </a:lnTo>
                <a:lnTo>
                  <a:pt x="1331" y="16030"/>
                </a:lnTo>
                <a:lnTo>
                  <a:pt x="878" y="12999"/>
                </a:lnTo>
                <a:lnTo>
                  <a:pt x="560" y="9998"/>
                </a:lnTo>
                <a:lnTo>
                  <a:pt x="336" y="6910"/>
                </a:lnTo>
                <a:lnTo>
                  <a:pt x="163" y="3616"/>
                </a:lnTo>
                <a:lnTo>
                  <a:pt x="0" y="0"/>
                </a:lnTo>
                <a:close/>
              </a:path>
            </a:pathLst>
          </a:custGeom>
          <a:solidFill>
            <a:srgbClr val="554A34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8" name="contour_07906"/>
          <p:cNvSpPr/>
          <p:nvPr/>
        </p:nvSpPr>
        <p:spPr>
          <a:xfrm>
            <a:off x="5388912" y="5283794"/>
            <a:ext cx="11660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0"/>
                </a:moveTo>
                <a:lnTo>
                  <a:pt x="7329" y="756"/>
                </a:lnTo>
                <a:lnTo>
                  <a:pt x="7918" y="1524"/>
                </a:lnTo>
                <a:lnTo>
                  <a:pt x="8841" y="2367"/>
                </a:lnTo>
                <a:lnTo>
                  <a:pt x="9681" y="2922"/>
                </a:lnTo>
                <a:lnTo>
                  <a:pt x="10506" y="3240"/>
                </a:lnTo>
                <a:lnTo>
                  <a:pt x="11380" y="3379"/>
                </a:lnTo>
                <a:lnTo>
                  <a:pt x="12371" y="3388"/>
                </a:lnTo>
                <a:lnTo>
                  <a:pt x="13183" y="3373"/>
                </a:lnTo>
                <a:lnTo>
                  <a:pt x="14006" y="3357"/>
                </a:lnTo>
                <a:lnTo>
                  <a:pt x="14843" y="3317"/>
                </a:lnTo>
                <a:lnTo>
                  <a:pt x="15694" y="3277"/>
                </a:lnTo>
                <a:lnTo>
                  <a:pt x="16122" y="3268"/>
                </a:lnTo>
                <a:lnTo>
                  <a:pt x="17412" y="3237"/>
                </a:lnTo>
                <a:lnTo>
                  <a:pt x="18249" y="3212"/>
                </a:lnTo>
                <a:lnTo>
                  <a:pt x="19088" y="3184"/>
                </a:lnTo>
                <a:lnTo>
                  <a:pt x="19925" y="3154"/>
                </a:lnTo>
                <a:lnTo>
                  <a:pt x="20763" y="3120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20754" y="9371"/>
                </a:lnTo>
                <a:lnTo>
                  <a:pt x="19902" y="9489"/>
                </a:lnTo>
                <a:lnTo>
                  <a:pt x="19038" y="9606"/>
                </a:lnTo>
                <a:lnTo>
                  <a:pt x="18202" y="9760"/>
                </a:lnTo>
                <a:lnTo>
                  <a:pt x="17365" y="9911"/>
                </a:lnTo>
                <a:lnTo>
                  <a:pt x="16529" y="10066"/>
                </a:lnTo>
                <a:lnTo>
                  <a:pt x="15694" y="10220"/>
                </a:lnTo>
                <a:lnTo>
                  <a:pt x="15274" y="10275"/>
                </a:lnTo>
                <a:lnTo>
                  <a:pt x="14006" y="10433"/>
                </a:lnTo>
                <a:lnTo>
                  <a:pt x="12497" y="10748"/>
                </a:lnTo>
                <a:lnTo>
                  <a:pt x="11387" y="11035"/>
                </a:lnTo>
                <a:lnTo>
                  <a:pt x="10583" y="11362"/>
                </a:lnTo>
                <a:lnTo>
                  <a:pt x="9983" y="11806"/>
                </a:lnTo>
                <a:lnTo>
                  <a:pt x="9495" y="12435"/>
                </a:lnTo>
                <a:lnTo>
                  <a:pt x="9018" y="13321"/>
                </a:lnTo>
                <a:lnTo>
                  <a:pt x="8458" y="14540"/>
                </a:lnTo>
                <a:lnTo>
                  <a:pt x="8011" y="16092"/>
                </a:lnTo>
                <a:lnTo>
                  <a:pt x="7683" y="17345"/>
                </a:lnTo>
                <a:lnTo>
                  <a:pt x="7317" y="18962"/>
                </a:lnTo>
                <a:lnTo>
                  <a:pt x="6750" y="21600"/>
                </a:lnTo>
                <a:lnTo>
                  <a:pt x="6008" y="20582"/>
                </a:lnTo>
                <a:lnTo>
                  <a:pt x="5264" y="19563"/>
                </a:lnTo>
                <a:lnTo>
                  <a:pt x="4520" y="18542"/>
                </a:lnTo>
                <a:lnTo>
                  <a:pt x="3775" y="17518"/>
                </a:lnTo>
                <a:lnTo>
                  <a:pt x="3025" y="16493"/>
                </a:lnTo>
                <a:lnTo>
                  <a:pt x="2275" y="15463"/>
                </a:lnTo>
                <a:lnTo>
                  <a:pt x="1520" y="14429"/>
                </a:lnTo>
                <a:lnTo>
                  <a:pt x="763" y="13389"/>
                </a:lnTo>
                <a:lnTo>
                  <a:pt x="0" y="12343"/>
                </a:lnTo>
                <a:lnTo>
                  <a:pt x="335" y="10815"/>
                </a:lnTo>
                <a:lnTo>
                  <a:pt x="670" y="9282"/>
                </a:lnTo>
                <a:lnTo>
                  <a:pt x="1008" y="7736"/>
                </a:lnTo>
                <a:lnTo>
                  <a:pt x="1350" y="6171"/>
                </a:lnTo>
                <a:lnTo>
                  <a:pt x="2329" y="5755"/>
                </a:lnTo>
                <a:lnTo>
                  <a:pt x="3051" y="5656"/>
                </a:lnTo>
                <a:lnTo>
                  <a:pt x="4134" y="5786"/>
                </a:lnTo>
                <a:lnTo>
                  <a:pt x="4998" y="5912"/>
                </a:lnTo>
                <a:lnTo>
                  <a:pt x="5868" y="6042"/>
                </a:lnTo>
                <a:lnTo>
                  <a:pt x="6750" y="6171"/>
                </a:lnTo>
                <a:lnTo>
                  <a:pt x="6750" y="4132"/>
                </a:lnTo>
                <a:lnTo>
                  <a:pt x="6750" y="2080"/>
                </a:lnTo>
                <a:lnTo>
                  <a:pt x="6750" y="0"/>
                </a:lnTo>
                <a:close/>
              </a:path>
            </a:pathLst>
          </a:custGeom>
          <a:solidFill>
            <a:srgbClr val="929493"/>
          </a:solidFill>
          <a:ln>
            <a:noFill/>
          </a:ln>
        </p:spPr>
        <p:txBody>
          <a:bodyPr/>
          <a:lstStyle/>
          <a:p/>
        </p:txBody>
      </p:sp>
      <p:sp>
        <p:nvSpPr>
          <p:cNvPr id="7909" name="contour_07907"/>
          <p:cNvSpPr/>
          <p:nvPr/>
        </p:nvSpPr>
        <p:spPr>
          <a:xfrm>
            <a:off x="4966209" y="5291818"/>
            <a:ext cx="102032" cy="28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1523"/>
                </a:moveTo>
                <a:lnTo>
                  <a:pt x="14805" y="1762"/>
                </a:lnTo>
                <a:lnTo>
                  <a:pt x="16418" y="2478"/>
                </a:lnTo>
                <a:lnTo>
                  <a:pt x="17454" y="2951"/>
                </a:lnTo>
                <a:lnTo>
                  <a:pt x="18491" y="3440"/>
                </a:lnTo>
                <a:lnTo>
                  <a:pt x="19528" y="3945"/>
                </a:lnTo>
                <a:lnTo>
                  <a:pt x="20565" y="4462"/>
                </a:lnTo>
                <a:lnTo>
                  <a:pt x="21600" y="4996"/>
                </a:lnTo>
                <a:lnTo>
                  <a:pt x="21600" y="8669"/>
                </a:lnTo>
                <a:lnTo>
                  <a:pt x="21600" y="12364"/>
                </a:lnTo>
                <a:lnTo>
                  <a:pt x="21600" y="16110"/>
                </a:lnTo>
                <a:lnTo>
                  <a:pt x="19571" y="17260"/>
                </a:lnTo>
                <a:lnTo>
                  <a:pt x="17738" y="18288"/>
                </a:lnTo>
                <a:lnTo>
                  <a:pt x="16087" y="19183"/>
                </a:lnTo>
                <a:lnTo>
                  <a:pt x="14602" y="19944"/>
                </a:lnTo>
                <a:lnTo>
                  <a:pt x="13264" y="20566"/>
                </a:lnTo>
                <a:lnTo>
                  <a:pt x="12057" y="21050"/>
                </a:lnTo>
                <a:lnTo>
                  <a:pt x="10968" y="21383"/>
                </a:lnTo>
                <a:lnTo>
                  <a:pt x="9979" y="21572"/>
                </a:lnTo>
                <a:lnTo>
                  <a:pt x="9074" y="21600"/>
                </a:lnTo>
                <a:lnTo>
                  <a:pt x="8234" y="21478"/>
                </a:lnTo>
                <a:lnTo>
                  <a:pt x="7447" y="21183"/>
                </a:lnTo>
                <a:lnTo>
                  <a:pt x="6696" y="20728"/>
                </a:lnTo>
                <a:lnTo>
                  <a:pt x="5963" y="20100"/>
                </a:lnTo>
                <a:lnTo>
                  <a:pt x="5232" y="19294"/>
                </a:lnTo>
                <a:lnTo>
                  <a:pt x="4488" y="18310"/>
                </a:lnTo>
                <a:lnTo>
                  <a:pt x="3715" y="17143"/>
                </a:lnTo>
                <a:lnTo>
                  <a:pt x="2896" y="15787"/>
                </a:lnTo>
                <a:lnTo>
                  <a:pt x="2013" y="14243"/>
                </a:lnTo>
                <a:lnTo>
                  <a:pt x="1054" y="12498"/>
                </a:lnTo>
                <a:lnTo>
                  <a:pt x="0" y="10553"/>
                </a:lnTo>
                <a:lnTo>
                  <a:pt x="1069" y="8297"/>
                </a:lnTo>
                <a:lnTo>
                  <a:pt x="2094" y="6341"/>
                </a:lnTo>
                <a:lnTo>
                  <a:pt x="3081" y="4685"/>
                </a:lnTo>
                <a:lnTo>
                  <a:pt x="4041" y="3295"/>
                </a:lnTo>
                <a:lnTo>
                  <a:pt x="4983" y="2173"/>
                </a:lnTo>
                <a:lnTo>
                  <a:pt x="5920" y="1300"/>
                </a:lnTo>
                <a:lnTo>
                  <a:pt x="6856" y="661"/>
                </a:lnTo>
                <a:lnTo>
                  <a:pt x="7805" y="239"/>
                </a:lnTo>
                <a:lnTo>
                  <a:pt x="8776" y="22"/>
                </a:lnTo>
                <a:lnTo>
                  <a:pt x="9776" y="0"/>
                </a:lnTo>
                <a:lnTo>
                  <a:pt x="10815" y="150"/>
                </a:lnTo>
                <a:lnTo>
                  <a:pt x="11905" y="467"/>
                </a:lnTo>
                <a:lnTo>
                  <a:pt x="13054" y="928"/>
                </a:lnTo>
                <a:lnTo>
                  <a:pt x="14271" y="1523"/>
                </a:lnTo>
                <a:close/>
              </a:path>
            </a:pathLst>
          </a:custGeom>
          <a:solidFill>
            <a:srgbClr val="3F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0" name="contour_07908"/>
          <p:cNvSpPr/>
          <p:nvPr/>
        </p:nvSpPr>
        <p:spPr>
          <a:xfrm>
            <a:off x="4489297" y="5262542"/>
            <a:ext cx="61496" cy="42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82" y="153"/>
                </a:moveTo>
                <a:lnTo>
                  <a:pt x="17566" y="2124"/>
                </a:lnTo>
                <a:lnTo>
                  <a:pt x="18810" y="3838"/>
                </a:lnTo>
                <a:lnTo>
                  <a:pt x="19621" y="5666"/>
                </a:lnTo>
                <a:lnTo>
                  <a:pt x="20215" y="7978"/>
                </a:lnTo>
                <a:lnTo>
                  <a:pt x="20801" y="11142"/>
                </a:lnTo>
                <a:lnTo>
                  <a:pt x="21065" y="13536"/>
                </a:lnTo>
                <a:lnTo>
                  <a:pt x="21329" y="15945"/>
                </a:lnTo>
                <a:lnTo>
                  <a:pt x="21600" y="18387"/>
                </a:lnTo>
                <a:lnTo>
                  <a:pt x="19816" y="19049"/>
                </a:lnTo>
                <a:lnTo>
                  <a:pt x="18070" y="19666"/>
                </a:lnTo>
                <a:lnTo>
                  <a:pt x="16352" y="20227"/>
                </a:lnTo>
                <a:lnTo>
                  <a:pt x="14650" y="20710"/>
                </a:lnTo>
                <a:lnTo>
                  <a:pt x="12953" y="21106"/>
                </a:lnTo>
                <a:lnTo>
                  <a:pt x="11248" y="21398"/>
                </a:lnTo>
                <a:lnTo>
                  <a:pt x="9528" y="21566"/>
                </a:lnTo>
                <a:lnTo>
                  <a:pt x="7782" y="21600"/>
                </a:lnTo>
                <a:lnTo>
                  <a:pt x="5995" y="21480"/>
                </a:lnTo>
                <a:lnTo>
                  <a:pt x="4162" y="21192"/>
                </a:lnTo>
                <a:lnTo>
                  <a:pt x="2386" y="19487"/>
                </a:lnTo>
                <a:lnTo>
                  <a:pt x="1359" y="18065"/>
                </a:lnTo>
                <a:lnTo>
                  <a:pt x="696" y="16162"/>
                </a:lnTo>
                <a:lnTo>
                  <a:pt x="0" y="13012"/>
                </a:lnTo>
                <a:lnTo>
                  <a:pt x="596" y="10151"/>
                </a:lnTo>
                <a:lnTo>
                  <a:pt x="1185" y="8053"/>
                </a:lnTo>
                <a:lnTo>
                  <a:pt x="1884" y="6478"/>
                </a:lnTo>
                <a:lnTo>
                  <a:pt x="2800" y="5188"/>
                </a:lnTo>
                <a:lnTo>
                  <a:pt x="4055" y="3938"/>
                </a:lnTo>
                <a:lnTo>
                  <a:pt x="5760" y="2491"/>
                </a:lnTo>
                <a:lnTo>
                  <a:pt x="7539" y="1466"/>
                </a:lnTo>
                <a:lnTo>
                  <a:pt x="9095" y="733"/>
                </a:lnTo>
                <a:lnTo>
                  <a:pt x="10559" y="262"/>
                </a:lnTo>
                <a:lnTo>
                  <a:pt x="12062" y="30"/>
                </a:lnTo>
                <a:lnTo>
                  <a:pt x="13726" y="0"/>
                </a:lnTo>
                <a:lnTo>
                  <a:pt x="15682" y="153"/>
                </a:lnTo>
                <a:close/>
              </a:path>
            </a:pathLst>
          </a:custGeom>
          <a:solidFill>
            <a:srgbClr val="14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1" name="contour_07909"/>
          <p:cNvSpPr/>
          <p:nvPr/>
        </p:nvSpPr>
        <p:spPr>
          <a:xfrm>
            <a:off x="957814" y="5240066"/>
            <a:ext cx="51016" cy="514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74" y="3754"/>
                </a:lnTo>
                <a:lnTo>
                  <a:pt x="20801" y="6793"/>
                </a:lnTo>
                <a:lnTo>
                  <a:pt x="20427" y="9233"/>
                </a:lnTo>
                <a:lnTo>
                  <a:pt x="20017" y="11193"/>
                </a:lnTo>
                <a:lnTo>
                  <a:pt x="19523" y="12783"/>
                </a:lnTo>
                <a:lnTo>
                  <a:pt x="18903" y="14125"/>
                </a:lnTo>
                <a:lnTo>
                  <a:pt x="18113" y="15332"/>
                </a:lnTo>
                <a:lnTo>
                  <a:pt x="17107" y="16519"/>
                </a:lnTo>
                <a:lnTo>
                  <a:pt x="15839" y="17803"/>
                </a:lnTo>
                <a:lnTo>
                  <a:pt x="14271" y="19298"/>
                </a:lnTo>
                <a:lnTo>
                  <a:pt x="12127" y="20132"/>
                </a:lnTo>
                <a:lnTo>
                  <a:pt x="10137" y="20768"/>
                </a:lnTo>
                <a:lnTo>
                  <a:pt x="8227" y="21215"/>
                </a:lnTo>
                <a:lnTo>
                  <a:pt x="6326" y="21487"/>
                </a:lnTo>
                <a:lnTo>
                  <a:pt x="4369" y="21600"/>
                </a:lnTo>
                <a:lnTo>
                  <a:pt x="2283" y="21566"/>
                </a:lnTo>
                <a:lnTo>
                  <a:pt x="0" y="21401"/>
                </a:lnTo>
                <a:lnTo>
                  <a:pt x="315" y="17375"/>
                </a:lnTo>
                <a:lnTo>
                  <a:pt x="602" y="14201"/>
                </a:lnTo>
                <a:lnTo>
                  <a:pt x="910" y="11740"/>
                </a:lnTo>
                <a:lnTo>
                  <a:pt x="1281" y="9842"/>
                </a:lnTo>
                <a:lnTo>
                  <a:pt x="1768" y="8365"/>
                </a:lnTo>
                <a:lnTo>
                  <a:pt x="2419" y="7160"/>
                </a:lnTo>
                <a:lnTo>
                  <a:pt x="3280" y="6087"/>
                </a:lnTo>
                <a:lnTo>
                  <a:pt x="4397" y="4993"/>
                </a:lnTo>
                <a:lnTo>
                  <a:pt x="5823" y="3739"/>
                </a:lnTo>
                <a:lnTo>
                  <a:pt x="7869" y="2752"/>
                </a:lnTo>
                <a:lnTo>
                  <a:pt x="9776" y="1941"/>
                </a:lnTo>
                <a:lnTo>
                  <a:pt x="11599" y="1293"/>
                </a:lnTo>
                <a:lnTo>
                  <a:pt x="13404" y="792"/>
                </a:lnTo>
                <a:lnTo>
                  <a:pt x="15247" y="425"/>
                </a:lnTo>
                <a:lnTo>
                  <a:pt x="17184" y="180"/>
                </a:lnTo>
                <a:lnTo>
                  <a:pt x="19283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191819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2" name="contour_07910"/>
          <p:cNvSpPr/>
          <p:nvPr/>
        </p:nvSpPr>
        <p:spPr>
          <a:xfrm>
            <a:off x="1249333" y="5210914"/>
            <a:ext cx="58304" cy="612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850" y="439"/>
                </a:lnTo>
                <a:lnTo>
                  <a:pt x="18962" y="856"/>
                </a:lnTo>
                <a:lnTo>
                  <a:pt x="20045" y="1485"/>
                </a:lnTo>
                <a:lnTo>
                  <a:pt x="21600" y="2570"/>
                </a:lnTo>
                <a:lnTo>
                  <a:pt x="21524" y="4363"/>
                </a:lnTo>
                <a:lnTo>
                  <a:pt x="21370" y="6113"/>
                </a:lnTo>
                <a:lnTo>
                  <a:pt x="21136" y="7822"/>
                </a:lnTo>
                <a:lnTo>
                  <a:pt x="20820" y="9492"/>
                </a:lnTo>
                <a:lnTo>
                  <a:pt x="20420" y="11131"/>
                </a:lnTo>
                <a:lnTo>
                  <a:pt x="19937" y="12743"/>
                </a:lnTo>
                <a:lnTo>
                  <a:pt x="19367" y="14333"/>
                </a:lnTo>
                <a:lnTo>
                  <a:pt x="18711" y="15903"/>
                </a:lnTo>
                <a:lnTo>
                  <a:pt x="17963" y="17460"/>
                </a:lnTo>
                <a:lnTo>
                  <a:pt x="17129" y="19010"/>
                </a:lnTo>
                <a:lnTo>
                  <a:pt x="16200" y="20557"/>
                </a:lnTo>
                <a:lnTo>
                  <a:pt x="14350" y="21032"/>
                </a:lnTo>
                <a:lnTo>
                  <a:pt x="12544" y="21356"/>
                </a:lnTo>
                <a:lnTo>
                  <a:pt x="10770" y="21541"/>
                </a:lnTo>
                <a:lnTo>
                  <a:pt x="9013" y="21600"/>
                </a:lnTo>
                <a:lnTo>
                  <a:pt x="7260" y="21551"/>
                </a:lnTo>
                <a:lnTo>
                  <a:pt x="5494" y="21407"/>
                </a:lnTo>
                <a:lnTo>
                  <a:pt x="3707" y="21184"/>
                </a:lnTo>
                <a:lnTo>
                  <a:pt x="1879" y="20896"/>
                </a:lnTo>
                <a:lnTo>
                  <a:pt x="0" y="20557"/>
                </a:lnTo>
                <a:lnTo>
                  <a:pt x="613" y="19030"/>
                </a:lnTo>
                <a:lnTo>
                  <a:pt x="1096" y="17987"/>
                </a:lnTo>
                <a:lnTo>
                  <a:pt x="1709" y="16944"/>
                </a:lnTo>
                <a:lnTo>
                  <a:pt x="2700" y="15418"/>
                </a:lnTo>
                <a:lnTo>
                  <a:pt x="4485" y="15418"/>
                </a:lnTo>
                <a:lnTo>
                  <a:pt x="6280" y="15418"/>
                </a:lnTo>
                <a:lnTo>
                  <a:pt x="8100" y="15418"/>
                </a:lnTo>
                <a:lnTo>
                  <a:pt x="8100" y="13719"/>
                </a:lnTo>
                <a:lnTo>
                  <a:pt x="8100" y="12010"/>
                </a:lnTo>
                <a:lnTo>
                  <a:pt x="8100" y="10278"/>
                </a:lnTo>
                <a:lnTo>
                  <a:pt x="6496" y="10787"/>
                </a:lnTo>
                <a:lnTo>
                  <a:pt x="4887" y="11299"/>
                </a:lnTo>
                <a:lnTo>
                  <a:pt x="3272" y="11810"/>
                </a:lnTo>
                <a:lnTo>
                  <a:pt x="1644" y="12326"/>
                </a:lnTo>
                <a:lnTo>
                  <a:pt x="0" y="12848"/>
                </a:lnTo>
                <a:lnTo>
                  <a:pt x="0" y="11322"/>
                </a:lnTo>
                <a:lnTo>
                  <a:pt x="0" y="9790"/>
                </a:lnTo>
                <a:lnTo>
                  <a:pt x="0" y="8254"/>
                </a:lnTo>
                <a:lnTo>
                  <a:pt x="0" y="6704"/>
                </a:lnTo>
                <a:lnTo>
                  <a:pt x="0" y="5139"/>
                </a:lnTo>
                <a:lnTo>
                  <a:pt x="1782" y="5139"/>
                </a:lnTo>
                <a:lnTo>
                  <a:pt x="3567" y="5139"/>
                </a:lnTo>
                <a:lnTo>
                  <a:pt x="5351" y="5139"/>
                </a:lnTo>
                <a:lnTo>
                  <a:pt x="7142" y="5139"/>
                </a:lnTo>
                <a:lnTo>
                  <a:pt x="8937" y="5139"/>
                </a:lnTo>
                <a:lnTo>
                  <a:pt x="10741" y="5139"/>
                </a:lnTo>
                <a:lnTo>
                  <a:pt x="12550" y="5139"/>
                </a:lnTo>
                <a:lnTo>
                  <a:pt x="14369" y="5139"/>
                </a:lnTo>
                <a:lnTo>
                  <a:pt x="16200" y="5139"/>
                </a:lnTo>
                <a:lnTo>
                  <a:pt x="16200" y="3441"/>
                </a:lnTo>
                <a:lnTo>
                  <a:pt x="16200" y="1732"/>
                </a:lnTo>
                <a:lnTo>
                  <a:pt x="16200" y="0"/>
                </a:lnTo>
                <a:close/>
              </a:path>
            </a:pathLst>
          </a:custGeom>
          <a:solidFill>
            <a:srgbClr val="3E364B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3" name="contour_07911"/>
          <p:cNvSpPr/>
          <p:nvPr/>
        </p:nvSpPr>
        <p:spPr>
          <a:xfrm>
            <a:off x="2269441" y="5196338"/>
            <a:ext cx="6580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62" y="0"/>
                </a:moveTo>
                <a:lnTo>
                  <a:pt x="3151" y="444"/>
                </a:lnTo>
                <a:lnTo>
                  <a:pt x="3777" y="849"/>
                </a:lnTo>
                <a:lnTo>
                  <a:pt x="4395" y="1247"/>
                </a:lnTo>
                <a:lnTo>
                  <a:pt x="5057" y="1676"/>
                </a:lnTo>
                <a:lnTo>
                  <a:pt x="5816" y="2163"/>
                </a:lnTo>
                <a:lnTo>
                  <a:pt x="6720" y="2749"/>
                </a:lnTo>
                <a:lnTo>
                  <a:pt x="7828" y="3462"/>
                </a:lnTo>
                <a:lnTo>
                  <a:pt x="9186" y="4339"/>
                </a:lnTo>
                <a:lnTo>
                  <a:pt x="10849" y="5412"/>
                </a:lnTo>
                <a:lnTo>
                  <a:pt x="12871" y="6715"/>
                </a:lnTo>
                <a:lnTo>
                  <a:pt x="15301" y="8282"/>
                </a:lnTo>
                <a:lnTo>
                  <a:pt x="18193" y="10146"/>
                </a:lnTo>
                <a:lnTo>
                  <a:pt x="21600" y="12343"/>
                </a:lnTo>
                <a:lnTo>
                  <a:pt x="20464" y="12725"/>
                </a:lnTo>
                <a:lnTo>
                  <a:pt x="19320" y="13108"/>
                </a:lnTo>
                <a:lnTo>
                  <a:pt x="18160" y="13500"/>
                </a:lnTo>
                <a:lnTo>
                  <a:pt x="15978" y="14666"/>
                </a:lnTo>
                <a:lnTo>
                  <a:pt x="14710" y="15589"/>
                </a:lnTo>
                <a:lnTo>
                  <a:pt x="13878" y="16752"/>
                </a:lnTo>
                <a:lnTo>
                  <a:pt x="12993" y="18635"/>
                </a:lnTo>
                <a:lnTo>
                  <a:pt x="12516" y="20107"/>
                </a:lnTo>
                <a:lnTo>
                  <a:pt x="12031" y="21600"/>
                </a:lnTo>
                <a:lnTo>
                  <a:pt x="10404" y="21100"/>
                </a:lnTo>
                <a:lnTo>
                  <a:pt x="8820" y="20572"/>
                </a:lnTo>
                <a:lnTo>
                  <a:pt x="7277" y="19992"/>
                </a:lnTo>
                <a:lnTo>
                  <a:pt x="5770" y="19332"/>
                </a:lnTo>
                <a:lnTo>
                  <a:pt x="4299" y="18573"/>
                </a:lnTo>
                <a:lnTo>
                  <a:pt x="2861" y="17684"/>
                </a:lnTo>
                <a:lnTo>
                  <a:pt x="1452" y="16644"/>
                </a:lnTo>
                <a:lnTo>
                  <a:pt x="69" y="15429"/>
                </a:lnTo>
                <a:lnTo>
                  <a:pt x="0" y="13370"/>
                </a:lnTo>
                <a:lnTo>
                  <a:pt x="65" y="11383"/>
                </a:lnTo>
                <a:lnTo>
                  <a:pt x="249" y="9455"/>
                </a:lnTo>
                <a:lnTo>
                  <a:pt x="541" y="7563"/>
                </a:lnTo>
                <a:lnTo>
                  <a:pt x="921" y="5687"/>
                </a:lnTo>
                <a:lnTo>
                  <a:pt x="1380" y="3814"/>
                </a:lnTo>
                <a:lnTo>
                  <a:pt x="1897" y="1925"/>
                </a:lnTo>
                <a:lnTo>
                  <a:pt x="2462" y="0"/>
                </a:lnTo>
                <a:close/>
              </a:path>
            </a:pathLst>
          </a:custGeom>
          <a:solidFill>
            <a:srgbClr val="DADA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4" name="contour_07912"/>
          <p:cNvSpPr/>
          <p:nvPr/>
        </p:nvSpPr>
        <p:spPr>
          <a:xfrm>
            <a:off x="1548141" y="5196338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13" y="1574"/>
                </a:lnTo>
                <a:lnTo>
                  <a:pt x="16121" y="2743"/>
                </a:lnTo>
                <a:lnTo>
                  <a:pt x="16714" y="3857"/>
                </a:lnTo>
                <a:lnTo>
                  <a:pt x="17378" y="5267"/>
                </a:lnTo>
                <a:lnTo>
                  <a:pt x="18300" y="7329"/>
                </a:lnTo>
                <a:lnTo>
                  <a:pt x="18926" y="8689"/>
                </a:lnTo>
                <a:lnTo>
                  <a:pt x="19555" y="10063"/>
                </a:lnTo>
                <a:lnTo>
                  <a:pt x="20194" y="11451"/>
                </a:lnTo>
                <a:lnTo>
                  <a:pt x="20880" y="13441"/>
                </a:lnTo>
                <a:lnTo>
                  <a:pt x="21295" y="14966"/>
                </a:lnTo>
                <a:lnTo>
                  <a:pt x="21509" y="16509"/>
                </a:lnTo>
                <a:lnTo>
                  <a:pt x="21588" y="18557"/>
                </a:lnTo>
                <a:lnTo>
                  <a:pt x="21600" y="21600"/>
                </a:lnTo>
                <a:lnTo>
                  <a:pt x="19903" y="21600"/>
                </a:lnTo>
                <a:lnTo>
                  <a:pt x="18204" y="21600"/>
                </a:lnTo>
                <a:lnTo>
                  <a:pt x="16500" y="21600"/>
                </a:lnTo>
                <a:lnTo>
                  <a:pt x="14789" y="21600"/>
                </a:lnTo>
                <a:lnTo>
                  <a:pt x="13070" y="21600"/>
                </a:lnTo>
                <a:lnTo>
                  <a:pt x="11342" y="21600"/>
                </a:lnTo>
                <a:lnTo>
                  <a:pt x="9600" y="21600"/>
                </a:lnTo>
                <a:lnTo>
                  <a:pt x="9799" y="20134"/>
                </a:lnTo>
                <a:lnTo>
                  <a:pt x="9998" y="18659"/>
                </a:lnTo>
                <a:lnTo>
                  <a:pt x="10200" y="17163"/>
                </a:lnTo>
                <a:lnTo>
                  <a:pt x="10001" y="15571"/>
                </a:lnTo>
                <a:lnTo>
                  <a:pt x="9802" y="13969"/>
                </a:lnTo>
                <a:lnTo>
                  <a:pt x="9600" y="12343"/>
                </a:lnTo>
                <a:lnTo>
                  <a:pt x="8050" y="11500"/>
                </a:lnTo>
                <a:lnTo>
                  <a:pt x="6487" y="10834"/>
                </a:lnTo>
                <a:lnTo>
                  <a:pt x="4906" y="10306"/>
                </a:lnTo>
                <a:lnTo>
                  <a:pt x="3300" y="9890"/>
                </a:lnTo>
                <a:lnTo>
                  <a:pt x="1668" y="9550"/>
                </a:lnTo>
                <a:lnTo>
                  <a:pt x="0" y="9257"/>
                </a:lnTo>
                <a:lnTo>
                  <a:pt x="1118" y="8091"/>
                </a:lnTo>
                <a:lnTo>
                  <a:pt x="2242" y="6931"/>
                </a:lnTo>
                <a:lnTo>
                  <a:pt x="3370" y="5776"/>
                </a:lnTo>
                <a:lnTo>
                  <a:pt x="4500" y="4629"/>
                </a:lnTo>
                <a:lnTo>
                  <a:pt x="5755" y="3336"/>
                </a:lnTo>
                <a:lnTo>
                  <a:pt x="7032" y="2024"/>
                </a:lnTo>
                <a:lnTo>
                  <a:pt x="8323" y="1037"/>
                </a:lnTo>
                <a:lnTo>
                  <a:pt x="9353" y="438"/>
                </a:lnTo>
                <a:lnTo>
                  <a:pt x="10474" y="130"/>
                </a:lnTo>
                <a:lnTo>
                  <a:pt x="12036" y="15"/>
                </a:lnTo>
                <a:lnTo>
                  <a:pt x="14400" y="0"/>
                </a:lnTo>
                <a:close/>
              </a:path>
            </a:pathLst>
          </a:custGeom>
          <a:solidFill>
            <a:srgbClr val="564A63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5" name="contour_07913"/>
          <p:cNvSpPr/>
          <p:nvPr/>
        </p:nvSpPr>
        <p:spPr>
          <a:xfrm>
            <a:off x="4337802" y="5189050"/>
            <a:ext cx="67232" cy="898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10" y="0"/>
                </a:moveTo>
                <a:lnTo>
                  <a:pt x="6369" y="435"/>
                </a:lnTo>
                <a:lnTo>
                  <a:pt x="7532" y="869"/>
                </a:lnTo>
                <a:lnTo>
                  <a:pt x="8706" y="1309"/>
                </a:lnTo>
                <a:lnTo>
                  <a:pt x="9893" y="1752"/>
                </a:lnTo>
                <a:lnTo>
                  <a:pt x="9396" y="2866"/>
                </a:lnTo>
                <a:lnTo>
                  <a:pt x="8900" y="3983"/>
                </a:lnTo>
                <a:lnTo>
                  <a:pt x="8401" y="5099"/>
                </a:lnTo>
                <a:lnTo>
                  <a:pt x="7905" y="6216"/>
                </a:lnTo>
                <a:lnTo>
                  <a:pt x="7406" y="7334"/>
                </a:lnTo>
                <a:lnTo>
                  <a:pt x="6907" y="8456"/>
                </a:lnTo>
                <a:lnTo>
                  <a:pt x="6406" y="9577"/>
                </a:lnTo>
                <a:lnTo>
                  <a:pt x="5905" y="10702"/>
                </a:lnTo>
                <a:lnTo>
                  <a:pt x="5404" y="11830"/>
                </a:lnTo>
                <a:lnTo>
                  <a:pt x="4901" y="12960"/>
                </a:lnTo>
                <a:lnTo>
                  <a:pt x="4395" y="14094"/>
                </a:lnTo>
                <a:lnTo>
                  <a:pt x="3887" y="15233"/>
                </a:lnTo>
                <a:lnTo>
                  <a:pt x="3379" y="16375"/>
                </a:lnTo>
                <a:lnTo>
                  <a:pt x="2868" y="17521"/>
                </a:lnTo>
                <a:lnTo>
                  <a:pt x="4414" y="17376"/>
                </a:lnTo>
                <a:lnTo>
                  <a:pt x="5959" y="17232"/>
                </a:lnTo>
                <a:lnTo>
                  <a:pt x="7507" y="17087"/>
                </a:lnTo>
                <a:lnTo>
                  <a:pt x="9057" y="16943"/>
                </a:lnTo>
                <a:lnTo>
                  <a:pt x="10609" y="16797"/>
                </a:lnTo>
                <a:lnTo>
                  <a:pt x="12164" y="16652"/>
                </a:lnTo>
                <a:lnTo>
                  <a:pt x="13723" y="16507"/>
                </a:lnTo>
                <a:lnTo>
                  <a:pt x="15287" y="16359"/>
                </a:lnTo>
                <a:lnTo>
                  <a:pt x="16856" y="16212"/>
                </a:lnTo>
                <a:lnTo>
                  <a:pt x="18430" y="16065"/>
                </a:lnTo>
                <a:lnTo>
                  <a:pt x="20012" y="15918"/>
                </a:lnTo>
                <a:lnTo>
                  <a:pt x="21600" y="15769"/>
                </a:lnTo>
                <a:lnTo>
                  <a:pt x="19856" y="17717"/>
                </a:lnTo>
                <a:lnTo>
                  <a:pt x="18544" y="19123"/>
                </a:lnTo>
                <a:lnTo>
                  <a:pt x="17519" y="20090"/>
                </a:lnTo>
                <a:lnTo>
                  <a:pt x="16643" y="20719"/>
                </a:lnTo>
                <a:lnTo>
                  <a:pt x="15770" y="21113"/>
                </a:lnTo>
                <a:lnTo>
                  <a:pt x="14758" y="21372"/>
                </a:lnTo>
                <a:lnTo>
                  <a:pt x="13468" y="21600"/>
                </a:lnTo>
                <a:lnTo>
                  <a:pt x="12239" y="21554"/>
                </a:lnTo>
                <a:lnTo>
                  <a:pt x="11003" y="21509"/>
                </a:lnTo>
                <a:lnTo>
                  <a:pt x="9748" y="21463"/>
                </a:lnTo>
                <a:lnTo>
                  <a:pt x="8511" y="21437"/>
                </a:lnTo>
                <a:lnTo>
                  <a:pt x="7266" y="21409"/>
                </a:lnTo>
                <a:lnTo>
                  <a:pt x="6006" y="21381"/>
                </a:lnTo>
                <a:lnTo>
                  <a:pt x="4156" y="21148"/>
                </a:lnTo>
                <a:lnTo>
                  <a:pt x="2969" y="20850"/>
                </a:lnTo>
                <a:lnTo>
                  <a:pt x="1929" y="20291"/>
                </a:lnTo>
                <a:lnTo>
                  <a:pt x="527" y="19273"/>
                </a:lnTo>
                <a:lnTo>
                  <a:pt x="391" y="18129"/>
                </a:lnTo>
                <a:lnTo>
                  <a:pt x="281" y="17001"/>
                </a:lnTo>
                <a:lnTo>
                  <a:pt x="199" y="15878"/>
                </a:lnTo>
                <a:lnTo>
                  <a:pt x="138" y="14756"/>
                </a:lnTo>
                <a:lnTo>
                  <a:pt x="101" y="13628"/>
                </a:lnTo>
                <a:lnTo>
                  <a:pt x="87" y="12484"/>
                </a:lnTo>
                <a:lnTo>
                  <a:pt x="44" y="11557"/>
                </a:lnTo>
                <a:lnTo>
                  <a:pt x="0" y="10616"/>
                </a:lnTo>
                <a:lnTo>
                  <a:pt x="35" y="9291"/>
                </a:lnTo>
                <a:lnTo>
                  <a:pt x="159" y="8082"/>
                </a:lnTo>
                <a:lnTo>
                  <a:pt x="384" y="6966"/>
                </a:lnTo>
                <a:lnTo>
                  <a:pt x="712" y="5922"/>
                </a:lnTo>
                <a:lnTo>
                  <a:pt x="1150" y="4929"/>
                </a:lnTo>
                <a:lnTo>
                  <a:pt x="1705" y="3967"/>
                </a:lnTo>
                <a:lnTo>
                  <a:pt x="2381" y="3014"/>
                </a:lnTo>
                <a:lnTo>
                  <a:pt x="3187" y="2050"/>
                </a:lnTo>
                <a:lnTo>
                  <a:pt x="4128" y="1051"/>
                </a:lnTo>
                <a:lnTo>
                  <a:pt x="5210" y="0"/>
                </a:lnTo>
                <a:close/>
              </a:path>
            </a:pathLst>
          </a:custGeom>
          <a:solidFill>
            <a:srgbClr val="C3A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6" name="contour_07914"/>
          <p:cNvSpPr/>
          <p:nvPr/>
        </p:nvSpPr>
        <p:spPr>
          <a:xfrm>
            <a:off x="1460685" y="5180341"/>
            <a:ext cx="72880" cy="670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58"/>
                </a:moveTo>
                <a:lnTo>
                  <a:pt x="1382" y="362"/>
                </a:lnTo>
                <a:lnTo>
                  <a:pt x="2776" y="263"/>
                </a:lnTo>
                <a:lnTo>
                  <a:pt x="4186" y="164"/>
                </a:lnTo>
                <a:lnTo>
                  <a:pt x="5352" y="82"/>
                </a:lnTo>
                <a:lnTo>
                  <a:pt x="6538" y="0"/>
                </a:lnTo>
                <a:lnTo>
                  <a:pt x="7582" y="228"/>
                </a:lnTo>
                <a:lnTo>
                  <a:pt x="8640" y="458"/>
                </a:lnTo>
                <a:lnTo>
                  <a:pt x="9143" y="1597"/>
                </a:lnTo>
                <a:lnTo>
                  <a:pt x="9653" y="2753"/>
                </a:lnTo>
                <a:lnTo>
                  <a:pt x="10221" y="3944"/>
                </a:lnTo>
                <a:lnTo>
                  <a:pt x="10800" y="5156"/>
                </a:lnTo>
                <a:lnTo>
                  <a:pt x="12213" y="5556"/>
                </a:lnTo>
                <a:lnTo>
                  <a:pt x="13619" y="5873"/>
                </a:lnTo>
                <a:lnTo>
                  <a:pt x="15021" y="6126"/>
                </a:lnTo>
                <a:lnTo>
                  <a:pt x="16433" y="6336"/>
                </a:lnTo>
                <a:lnTo>
                  <a:pt x="17861" y="6519"/>
                </a:lnTo>
                <a:lnTo>
                  <a:pt x="19313" y="6697"/>
                </a:lnTo>
                <a:lnTo>
                  <a:pt x="20449" y="7099"/>
                </a:lnTo>
                <a:lnTo>
                  <a:pt x="21600" y="7505"/>
                </a:lnTo>
                <a:lnTo>
                  <a:pt x="21600" y="9058"/>
                </a:lnTo>
                <a:lnTo>
                  <a:pt x="21600" y="10620"/>
                </a:lnTo>
                <a:lnTo>
                  <a:pt x="21600" y="12204"/>
                </a:lnTo>
                <a:lnTo>
                  <a:pt x="20317" y="12204"/>
                </a:lnTo>
                <a:lnTo>
                  <a:pt x="19030" y="12204"/>
                </a:lnTo>
                <a:lnTo>
                  <a:pt x="17738" y="12204"/>
                </a:lnTo>
                <a:lnTo>
                  <a:pt x="16435" y="12204"/>
                </a:lnTo>
                <a:lnTo>
                  <a:pt x="15120" y="12204"/>
                </a:lnTo>
                <a:lnTo>
                  <a:pt x="15120" y="13754"/>
                </a:lnTo>
                <a:lnTo>
                  <a:pt x="15120" y="15307"/>
                </a:lnTo>
                <a:lnTo>
                  <a:pt x="15120" y="16867"/>
                </a:lnTo>
                <a:lnTo>
                  <a:pt x="15120" y="18433"/>
                </a:lnTo>
                <a:lnTo>
                  <a:pt x="15120" y="20010"/>
                </a:lnTo>
                <a:lnTo>
                  <a:pt x="15120" y="21600"/>
                </a:lnTo>
                <a:lnTo>
                  <a:pt x="13545" y="21264"/>
                </a:lnTo>
                <a:lnTo>
                  <a:pt x="12420" y="20975"/>
                </a:lnTo>
                <a:lnTo>
                  <a:pt x="11435" y="20618"/>
                </a:lnTo>
                <a:lnTo>
                  <a:pt x="10279" y="20080"/>
                </a:lnTo>
                <a:lnTo>
                  <a:pt x="8640" y="19251"/>
                </a:lnTo>
                <a:lnTo>
                  <a:pt x="8305" y="17658"/>
                </a:lnTo>
                <a:lnTo>
                  <a:pt x="8044" y="16082"/>
                </a:lnTo>
                <a:lnTo>
                  <a:pt x="7845" y="14513"/>
                </a:lnTo>
                <a:lnTo>
                  <a:pt x="7698" y="12948"/>
                </a:lnTo>
                <a:lnTo>
                  <a:pt x="7586" y="11377"/>
                </a:lnTo>
                <a:lnTo>
                  <a:pt x="7500" y="9791"/>
                </a:lnTo>
                <a:lnTo>
                  <a:pt x="7428" y="8187"/>
                </a:lnTo>
                <a:lnTo>
                  <a:pt x="7357" y="6552"/>
                </a:lnTo>
                <a:lnTo>
                  <a:pt x="7068" y="5314"/>
                </a:lnTo>
                <a:lnTo>
                  <a:pt x="6776" y="4069"/>
                </a:lnTo>
                <a:lnTo>
                  <a:pt x="6480" y="2807"/>
                </a:lnTo>
                <a:lnTo>
                  <a:pt x="4841" y="1978"/>
                </a:lnTo>
                <a:lnTo>
                  <a:pt x="3685" y="1440"/>
                </a:lnTo>
                <a:lnTo>
                  <a:pt x="2700" y="1083"/>
                </a:lnTo>
                <a:lnTo>
                  <a:pt x="1575" y="794"/>
                </a:lnTo>
                <a:lnTo>
                  <a:pt x="0" y="458"/>
                </a:lnTo>
                <a:close/>
              </a:path>
            </a:pathLst>
          </a:custGeom>
          <a:solidFill>
            <a:srgbClr val="766A87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7" name="contour_07915"/>
          <p:cNvSpPr/>
          <p:nvPr/>
        </p:nvSpPr>
        <p:spPr>
          <a:xfrm>
            <a:off x="498670" y="5123458"/>
            <a:ext cx="947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85" y="0"/>
                </a:moveTo>
                <a:lnTo>
                  <a:pt x="6159" y="0"/>
                </a:lnTo>
                <a:lnTo>
                  <a:pt x="7336" y="0"/>
                </a:lnTo>
                <a:lnTo>
                  <a:pt x="8515" y="0"/>
                </a:lnTo>
                <a:lnTo>
                  <a:pt x="9700" y="0"/>
                </a:lnTo>
                <a:lnTo>
                  <a:pt x="10890" y="0"/>
                </a:lnTo>
                <a:lnTo>
                  <a:pt x="12086" y="0"/>
                </a:lnTo>
                <a:lnTo>
                  <a:pt x="13292" y="0"/>
                </a:lnTo>
                <a:lnTo>
                  <a:pt x="13292" y="1426"/>
                </a:lnTo>
                <a:lnTo>
                  <a:pt x="13292" y="2851"/>
                </a:lnTo>
                <a:lnTo>
                  <a:pt x="13292" y="4279"/>
                </a:lnTo>
                <a:lnTo>
                  <a:pt x="13292" y="5709"/>
                </a:lnTo>
                <a:lnTo>
                  <a:pt x="13292" y="7141"/>
                </a:lnTo>
                <a:lnTo>
                  <a:pt x="13292" y="8575"/>
                </a:lnTo>
                <a:lnTo>
                  <a:pt x="13292" y="10014"/>
                </a:lnTo>
                <a:lnTo>
                  <a:pt x="13292" y="11457"/>
                </a:lnTo>
                <a:lnTo>
                  <a:pt x="13292" y="12904"/>
                </a:lnTo>
                <a:lnTo>
                  <a:pt x="13292" y="14355"/>
                </a:lnTo>
                <a:lnTo>
                  <a:pt x="13292" y="15816"/>
                </a:lnTo>
                <a:lnTo>
                  <a:pt x="13292" y="17280"/>
                </a:lnTo>
                <a:lnTo>
                  <a:pt x="14467" y="17280"/>
                </a:lnTo>
                <a:lnTo>
                  <a:pt x="15643" y="17280"/>
                </a:lnTo>
                <a:lnTo>
                  <a:pt x="16823" y="17280"/>
                </a:lnTo>
                <a:lnTo>
                  <a:pt x="18008" y="17280"/>
                </a:lnTo>
                <a:lnTo>
                  <a:pt x="19197" y="17280"/>
                </a:lnTo>
                <a:lnTo>
                  <a:pt x="20394" y="17280"/>
                </a:lnTo>
                <a:lnTo>
                  <a:pt x="21600" y="17280"/>
                </a:lnTo>
                <a:lnTo>
                  <a:pt x="20030" y="18615"/>
                </a:lnTo>
                <a:lnTo>
                  <a:pt x="18858" y="19585"/>
                </a:lnTo>
                <a:lnTo>
                  <a:pt x="17975" y="20263"/>
                </a:lnTo>
                <a:lnTo>
                  <a:pt x="17257" y="20730"/>
                </a:lnTo>
                <a:lnTo>
                  <a:pt x="16592" y="21058"/>
                </a:lnTo>
                <a:lnTo>
                  <a:pt x="15863" y="21321"/>
                </a:lnTo>
                <a:lnTo>
                  <a:pt x="14954" y="21600"/>
                </a:lnTo>
                <a:lnTo>
                  <a:pt x="13902" y="20773"/>
                </a:lnTo>
                <a:lnTo>
                  <a:pt x="12965" y="19846"/>
                </a:lnTo>
                <a:lnTo>
                  <a:pt x="12124" y="18818"/>
                </a:lnTo>
                <a:lnTo>
                  <a:pt x="11358" y="17688"/>
                </a:lnTo>
                <a:lnTo>
                  <a:pt x="10647" y="16457"/>
                </a:lnTo>
                <a:lnTo>
                  <a:pt x="9969" y="15120"/>
                </a:lnTo>
                <a:lnTo>
                  <a:pt x="9969" y="14049"/>
                </a:lnTo>
                <a:lnTo>
                  <a:pt x="9969" y="12960"/>
                </a:lnTo>
                <a:lnTo>
                  <a:pt x="9467" y="12852"/>
                </a:lnTo>
                <a:lnTo>
                  <a:pt x="9007" y="12750"/>
                </a:lnTo>
                <a:lnTo>
                  <a:pt x="8504" y="12642"/>
                </a:lnTo>
                <a:lnTo>
                  <a:pt x="7876" y="12506"/>
                </a:lnTo>
                <a:lnTo>
                  <a:pt x="7042" y="12325"/>
                </a:lnTo>
                <a:lnTo>
                  <a:pt x="5918" y="12083"/>
                </a:lnTo>
                <a:lnTo>
                  <a:pt x="4426" y="11759"/>
                </a:lnTo>
                <a:lnTo>
                  <a:pt x="2481" y="11338"/>
                </a:lnTo>
                <a:lnTo>
                  <a:pt x="0" y="10800"/>
                </a:lnTo>
                <a:lnTo>
                  <a:pt x="0" y="9729"/>
                </a:lnTo>
                <a:lnTo>
                  <a:pt x="0" y="8640"/>
                </a:lnTo>
                <a:lnTo>
                  <a:pt x="1048" y="8346"/>
                </a:lnTo>
                <a:lnTo>
                  <a:pt x="2099" y="8094"/>
                </a:lnTo>
                <a:lnTo>
                  <a:pt x="3150" y="7871"/>
                </a:lnTo>
                <a:lnTo>
                  <a:pt x="4205" y="7670"/>
                </a:lnTo>
                <a:lnTo>
                  <a:pt x="5265" y="7482"/>
                </a:lnTo>
                <a:lnTo>
                  <a:pt x="6329" y="7299"/>
                </a:lnTo>
                <a:lnTo>
                  <a:pt x="7490" y="6791"/>
                </a:lnTo>
                <a:lnTo>
                  <a:pt x="8198" y="6303"/>
                </a:lnTo>
                <a:lnTo>
                  <a:pt x="8740" y="5549"/>
                </a:lnTo>
                <a:lnTo>
                  <a:pt x="9404" y="4244"/>
                </a:lnTo>
                <a:lnTo>
                  <a:pt x="9546" y="3726"/>
                </a:lnTo>
                <a:lnTo>
                  <a:pt x="9969" y="2160"/>
                </a:lnTo>
                <a:lnTo>
                  <a:pt x="8982" y="2588"/>
                </a:lnTo>
                <a:lnTo>
                  <a:pt x="7992" y="3018"/>
                </a:lnTo>
                <a:lnTo>
                  <a:pt x="6998" y="3447"/>
                </a:lnTo>
                <a:lnTo>
                  <a:pt x="5996" y="3882"/>
                </a:lnTo>
                <a:lnTo>
                  <a:pt x="4985" y="4320"/>
                </a:lnTo>
                <a:lnTo>
                  <a:pt x="4985" y="2892"/>
                </a:lnTo>
                <a:lnTo>
                  <a:pt x="4985" y="1456"/>
                </a:lnTo>
                <a:lnTo>
                  <a:pt x="4985" y="0"/>
                </a:lnTo>
                <a:close/>
              </a:path>
            </a:pathLst>
          </a:custGeom>
          <a:solidFill>
            <a:srgbClr val="363635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8" name="contour_07916"/>
          <p:cNvSpPr/>
          <p:nvPr/>
        </p:nvSpPr>
        <p:spPr>
          <a:xfrm>
            <a:off x="4732891" y="5086304"/>
            <a:ext cx="51118" cy="40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65" y="0"/>
                </a:moveTo>
                <a:lnTo>
                  <a:pt x="9146" y="46"/>
                </a:lnTo>
                <a:lnTo>
                  <a:pt x="10840" y="92"/>
                </a:lnTo>
                <a:lnTo>
                  <a:pt x="12552" y="135"/>
                </a:lnTo>
                <a:lnTo>
                  <a:pt x="14243" y="169"/>
                </a:lnTo>
                <a:lnTo>
                  <a:pt x="15943" y="204"/>
                </a:lnTo>
                <a:lnTo>
                  <a:pt x="17664" y="238"/>
                </a:lnTo>
                <a:lnTo>
                  <a:pt x="19620" y="308"/>
                </a:lnTo>
                <a:lnTo>
                  <a:pt x="21600" y="377"/>
                </a:lnTo>
                <a:lnTo>
                  <a:pt x="21505" y="2926"/>
                </a:lnTo>
                <a:lnTo>
                  <a:pt x="21369" y="5410"/>
                </a:lnTo>
                <a:lnTo>
                  <a:pt x="21175" y="7843"/>
                </a:lnTo>
                <a:lnTo>
                  <a:pt x="20895" y="10231"/>
                </a:lnTo>
                <a:lnTo>
                  <a:pt x="20510" y="12592"/>
                </a:lnTo>
                <a:lnTo>
                  <a:pt x="20002" y="14929"/>
                </a:lnTo>
                <a:lnTo>
                  <a:pt x="19346" y="17263"/>
                </a:lnTo>
                <a:lnTo>
                  <a:pt x="18520" y="19601"/>
                </a:lnTo>
                <a:lnTo>
                  <a:pt x="16242" y="20620"/>
                </a:lnTo>
                <a:lnTo>
                  <a:pt x="14049" y="21285"/>
                </a:lnTo>
                <a:lnTo>
                  <a:pt x="11902" y="21600"/>
                </a:lnTo>
                <a:lnTo>
                  <a:pt x="9768" y="21577"/>
                </a:lnTo>
                <a:lnTo>
                  <a:pt x="7619" y="21231"/>
                </a:lnTo>
                <a:lnTo>
                  <a:pt x="5414" y="20570"/>
                </a:lnTo>
                <a:lnTo>
                  <a:pt x="3123" y="19601"/>
                </a:lnTo>
                <a:lnTo>
                  <a:pt x="1968" y="17175"/>
                </a:lnTo>
                <a:lnTo>
                  <a:pt x="1106" y="14745"/>
                </a:lnTo>
                <a:lnTo>
                  <a:pt x="505" y="12273"/>
                </a:lnTo>
                <a:lnTo>
                  <a:pt x="145" y="9720"/>
                </a:lnTo>
                <a:lnTo>
                  <a:pt x="0" y="7047"/>
                </a:lnTo>
                <a:lnTo>
                  <a:pt x="43" y="4222"/>
                </a:lnTo>
                <a:lnTo>
                  <a:pt x="1891" y="1995"/>
                </a:lnTo>
                <a:lnTo>
                  <a:pt x="3280" y="811"/>
                </a:lnTo>
                <a:lnTo>
                  <a:pt x="4906" y="281"/>
                </a:lnTo>
                <a:lnTo>
                  <a:pt x="7465" y="0"/>
                </a:lnTo>
                <a:close/>
              </a:path>
            </a:pathLst>
          </a:custGeom>
          <a:solidFill>
            <a:srgbClr val="C2C1C1"/>
          </a:solidFill>
          <a:ln>
            <a:noFill/>
          </a:ln>
        </p:spPr>
        <p:txBody>
          <a:bodyPr/>
          <a:lstStyle/>
          <a:p/>
        </p:txBody>
      </p:sp>
      <p:sp>
        <p:nvSpPr>
          <p:cNvPr id="7919" name="contour_07917"/>
          <p:cNvSpPr/>
          <p:nvPr/>
        </p:nvSpPr>
        <p:spPr>
          <a:xfrm>
            <a:off x="4200970" y="5050578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4167" y="1145"/>
                </a:lnTo>
                <a:lnTo>
                  <a:pt x="4410" y="2306"/>
                </a:lnTo>
                <a:lnTo>
                  <a:pt x="5162" y="3530"/>
                </a:lnTo>
                <a:lnTo>
                  <a:pt x="5803" y="4325"/>
                </a:lnTo>
                <a:lnTo>
                  <a:pt x="6580" y="4855"/>
                </a:lnTo>
                <a:lnTo>
                  <a:pt x="7737" y="5290"/>
                </a:lnTo>
                <a:lnTo>
                  <a:pt x="9520" y="5794"/>
                </a:lnTo>
                <a:lnTo>
                  <a:pt x="10606" y="5933"/>
                </a:lnTo>
                <a:lnTo>
                  <a:pt x="11691" y="6065"/>
                </a:lnTo>
                <a:lnTo>
                  <a:pt x="12779" y="6187"/>
                </a:lnTo>
                <a:lnTo>
                  <a:pt x="13867" y="6300"/>
                </a:lnTo>
                <a:lnTo>
                  <a:pt x="14983" y="6439"/>
                </a:lnTo>
                <a:lnTo>
                  <a:pt x="16112" y="6581"/>
                </a:lnTo>
                <a:lnTo>
                  <a:pt x="17482" y="6746"/>
                </a:lnTo>
                <a:lnTo>
                  <a:pt x="18855" y="6902"/>
                </a:lnTo>
                <a:lnTo>
                  <a:pt x="20227" y="7054"/>
                </a:lnTo>
                <a:lnTo>
                  <a:pt x="21600" y="7200"/>
                </a:lnTo>
                <a:lnTo>
                  <a:pt x="21121" y="8630"/>
                </a:lnTo>
                <a:lnTo>
                  <a:pt x="20758" y="9607"/>
                </a:lnTo>
                <a:lnTo>
                  <a:pt x="20324" y="10582"/>
                </a:lnTo>
                <a:lnTo>
                  <a:pt x="19636" y="12000"/>
                </a:lnTo>
                <a:lnTo>
                  <a:pt x="18662" y="11950"/>
                </a:lnTo>
                <a:lnTo>
                  <a:pt x="17685" y="11902"/>
                </a:lnTo>
                <a:lnTo>
                  <a:pt x="16691" y="11851"/>
                </a:lnTo>
                <a:lnTo>
                  <a:pt x="16259" y="11873"/>
                </a:lnTo>
                <a:lnTo>
                  <a:pt x="15495" y="11911"/>
                </a:lnTo>
                <a:lnTo>
                  <a:pt x="13745" y="12000"/>
                </a:lnTo>
                <a:lnTo>
                  <a:pt x="13082" y="13786"/>
                </a:lnTo>
                <a:lnTo>
                  <a:pt x="12648" y="15053"/>
                </a:lnTo>
                <a:lnTo>
                  <a:pt x="12349" y="16147"/>
                </a:lnTo>
                <a:lnTo>
                  <a:pt x="12092" y="17414"/>
                </a:lnTo>
                <a:lnTo>
                  <a:pt x="11782" y="19200"/>
                </a:lnTo>
                <a:lnTo>
                  <a:pt x="12948" y="19675"/>
                </a:lnTo>
                <a:lnTo>
                  <a:pt x="14119" y="20153"/>
                </a:lnTo>
                <a:lnTo>
                  <a:pt x="15293" y="20630"/>
                </a:lnTo>
                <a:lnTo>
                  <a:pt x="16477" y="21113"/>
                </a:lnTo>
                <a:lnTo>
                  <a:pt x="17673" y="21600"/>
                </a:lnTo>
                <a:lnTo>
                  <a:pt x="16377" y="21600"/>
                </a:lnTo>
                <a:lnTo>
                  <a:pt x="15079" y="21600"/>
                </a:lnTo>
                <a:lnTo>
                  <a:pt x="13775" y="21600"/>
                </a:lnTo>
                <a:lnTo>
                  <a:pt x="12465" y="21600"/>
                </a:lnTo>
                <a:lnTo>
                  <a:pt x="11148" y="21600"/>
                </a:lnTo>
                <a:lnTo>
                  <a:pt x="9818" y="21600"/>
                </a:lnTo>
                <a:lnTo>
                  <a:pt x="9818" y="20174"/>
                </a:lnTo>
                <a:lnTo>
                  <a:pt x="9818" y="18744"/>
                </a:lnTo>
                <a:lnTo>
                  <a:pt x="9818" y="17309"/>
                </a:lnTo>
                <a:lnTo>
                  <a:pt x="9818" y="15862"/>
                </a:lnTo>
                <a:lnTo>
                  <a:pt x="9818" y="14400"/>
                </a:lnTo>
                <a:lnTo>
                  <a:pt x="8520" y="14400"/>
                </a:lnTo>
                <a:lnTo>
                  <a:pt x="7214" y="14400"/>
                </a:lnTo>
                <a:lnTo>
                  <a:pt x="5891" y="14400"/>
                </a:lnTo>
                <a:lnTo>
                  <a:pt x="5891" y="12814"/>
                </a:lnTo>
                <a:lnTo>
                  <a:pt x="5891" y="11218"/>
                </a:lnTo>
                <a:lnTo>
                  <a:pt x="5891" y="9600"/>
                </a:lnTo>
                <a:lnTo>
                  <a:pt x="4430" y="8861"/>
                </a:lnTo>
                <a:lnTo>
                  <a:pt x="3393" y="8366"/>
                </a:lnTo>
                <a:lnTo>
                  <a:pt x="2498" y="8002"/>
                </a:lnTo>
                <a:lnTo>
                  <a:pt x="1461" y="7651"/>
                </a:lnTo>
                <a:lnTo>
                  <a:pt x="0" y="7200"/>
                </a:lnTo>
                <a:lnTo>
                  <a:pt x="1298" y="7200"/>
                </a:lnTo>
                <a:lnTo>
                  <a:pt x="2604" y="7200"/>
                </a:lnTo>
                <a:lnTo>
                  <a:pt x="3927" y="7200"/>
                </a:lnTo>
                <a:lnTo>
                  <a:pt x="3927" y="5774"/>
                </a:lnTo>
                <a:lnTo>
                  <a:pt x="3927" y="4344"/>
                </a:lnTo>
                <a:lnTo>
                  <a:pt x="3927" y="2909"/>
                </a:lnTo>
                <a:lnTo>
                  <a:pt x="3927" y="1462"/>
                </a:lnTo>
                <a:lnTo>
                  <a:pt x="3927" y="0"/>
                </a:lnTo>
                <a:close/>
              </a:path>
            </a:pathLst>
          </a:custGeom>
          <a:solidFill>
            <a:srgbClr val="746C60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0" name="contour_07918"/>
          <p:cNvSpPr/>
          <p:nvPr/>
        </p:nvSpPr>
        <p:spPr>
          <a:xfrm>
            <a:off x="9652322" y="5006850"/>
            <a:ext cx="6565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909"/>
                </a:lnTo>
                <a:lnTo>
                  <a:pt x="21600" y="3820"/>
                </a:lnTo>
                <a:lnTo>
                  <a:pt x="21600" y="5738"/>
                </a:lnTo>
                <a:lnTo>
                  <a:pt x="21600" y="7663"/>
                </a:lnTo>
                <a:lnTo>
                  <a:pt x="21600" y="9596"/>
                </a:lnTo>
                <a:lnTo>
                  <a:pt x="21600" y="11540"/>
                </a:lnTo>
                <a:lnTo>
                  <a:pt x="21600" y="13500"/>
                </a:lnTo>
                <a:lnTo>
                  <a:pt x="21005" y="12163"/>
                </a:lnTo>
                <a:lnTo>
                  <a:pt x="20411" y="10822"/>
                </a:lnTo>
                <a:lnTo>
                  <a:pt x="19809" y="9469"/>
                </a:lnTo>
                <a:lnTo>
                  <a:pt x="19202" y="8100"/>
                </a:lnTo>
                <a:lnTo>
                  <a:pt x="17500" y="7798"/>
                </a:lnTo>
                <a:lnTo>
                  <a:pt x="16292" y="7663"/>
                </a:lnTo>
                <a:lnTo>
                  <a:pt x="15004" y="7663"/>
                </a:lnTo>
                <a:lnTo>
                  <a:pt x="13060" y="7762"/>
                </a:lnTo>
                <a:lnTo>
                  <a:pt x="11612" y="7846"/>
                </a:lnTo>
                <a:lnTo>
                  <a:pt x="10159" y="7930"/>
                </a:lnTo>
                <a:lnTo>
                  <a:pt x="8694" y="8014"/>
                </a:lnTo>
                <a:lnTo>
                  <a:pt x="7214" y="8100"/>
                </a:lnTo>
                <a:lnTo>
                  <a:pt x="7214" y="10009"/>
                </a:lnTo>
                <a:lnTo>
                  <a:pt x="7214" y="11920"/>
                </a:lnTo>
                <a:lnTo>
                  <a:pt x="7214" y="13838"/>
                </a:lnTo>
                <a:lnTo>
                  <a:pt x="7214" y="15763"/>
                </a:lnTo>
                <a:lnTo>
                  <a:pt x="7214" y="17696"/>
                </a:lnTo>
                <a:lnTo>
                  <a:pt x="7214" y="19640"/>
                </a:lnTo>
                <a:lnTo>
                  <a:pt x="7214" y="21600"/>
                </a:lnTo>
                <a:lnTo>
                  <a:pt x="5790" y="21600"/>
                </a:lnTo>
                <a:lnTo>
                  <a:pt x="4361" y="21600"/>
                </a:lnTo>
                <a:lnTo>
                  <a:pt x="2927" y="21600"/>
                </a:lnTo>
                <a:lnTo>
                  <a:pt x="1482" y="21600"/>
                </a:lnTo>
                <a:lnTo>
                  <a:pt x="22" y="21600"/>
                </a:lnTo>
                <a:lnTo>
                  <a:pt x="0" y="19669"/>
                </a:lnTo>
                <a:lnTo>
                  <a:pt x="22" y="17801"/>
                </a:lnTo>
                <a:lnTo>
                  <a:pt x="98" y="15979"/>
                </a:lnTo>
                <a:lnTo>
                  <a:pt x="242" y="14194"/>
                </a:lnTo>
                <a:lnTo>
                  <a:pt x="465" y="12431"/>
                </a:lnTo>
                <a:lnTo>
                  <a:pt x="784" y="10684"/>
                </a:lnTo>
                <a:lnTo>
                  <a:pt x="1206" y="8937"/>
                </a:lnTo>
                <a:lnTo>
                  <a:pt x="1748" y="7179"/>
                </a:lnTo>
                <a:lnTo>
                  <a:pt x="2419" y="5400"/>
                </a:lnTo>
                <a:lnTo>
                  <a:pt x="3903" y="4555"/>
                </a:lnTo>
                <a:lnTo>
                  <a:pt x="5416" y="3780"/>
                </a:lnTo>
                <a:lnTo>
                  <a:pt x="6955" y="3075"/>
                </a:lnTo>
                <a:lnTo>
                  <a:pt x="8519" y="2438"/>
                </a:lnTo>
                <a:lnTo>
                  <a:pt x="10103" y="1874"/>
                </a:lnTo>
                <a:lnTo>
                  <a:pt x="11705" y="1382"/>
                </a:lnTo>
                <a:lnTo>
                  <a:pt x="13326" y="964"/>
                </a:lnTo>
                <a:lnTo>
                  <a:pt x="14961" y="618"/>
                </a:lnTo>
                <a:lnTo>
                  <a:pt x="16608" y="351"/>
                </a:lnTo>
                <a:lnTo>
                  <a:pt x="18265" y="157"/>
                </a:lnTo>
                <a:lnTo>
                  <a:pt x="19929" y="40"/>
                </a:lnTo>
                <a:lnTo>
                  <a:pt x="21600" y="0"/>
                </a:lnTo>
                <a:close/>
              </a:path>
            </a:pathLst>
          </a:custGeom>
          <a:solidFill>
            <a:srgbClr val="6A5A8A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1" name="contour_07919"/>
          <p:cNvSpPr/>
          <p:nvPr/>
        </p:nvSpPr>
        <p:spPr>
          <a:xfrm>
            <a:off x="5170273" y="5035842"/>
            <a:ext cx="94744" cy="43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79"/>
                </a:moveTo>
                <a:lnTo>
                  <a:pt x="16158" y="0"/>
                </a:lnTo>
                <a:lnTo>
                  <a:pt x="17047" y="233"/>
                </a:lnTo>
                <a:lnTo>
                  <a:pt x="18380" y="976"/>
                </a:lnTo>
                <a:lnTo>
                  <a:pt x="18835" y="1212"/>
                </a:lnTo>
                <a:lnTo>
                  <a:pt x="20204" y="1930"/>
                </a:lnTo>
                <a:lnTo>
                  <a:pt x="20897" y="2791"/>
                </a:lnTo>
                <a:lnTo>
                  <a:pt x="21600" y="3666"/>
                </a:lnTo>
                <a:lnTo>
                  <a:pt x="21600" y="6037"/>
                </a:lnTo>
                <a:lnTo>
                  <a:pt x="21600" y="8422"/>
                </a:lnTo>
                <a:lnTo>
                  <a:pt x="21600" y="10839"/>
                </a:lnTo>
                <a:lnTo>
                  <a:pt x="20694" y="12353"/>
                </a:lnTo>
                <a:lnTo>
                  <a:pt x="20025" y="13411"/>
                </a:lnTo>
                <a:lnTo>
                  <a:pt x="19393" y="14297"/>
                </a:lnTo>
                <a:lnTo>
                  <a:pt x="18601" y="15291"/>
                </a:lnTo>
                <a:lnTo>
                  <a:pt x="17446" y="16668"/>
                </a:lnTo>
                <a:lnTo>
                  <a:pt x="16674" y="17604"/>
                </a:lnTo>
                <a:lnTo>
                  <a:pt x="15898" y="18544"/>
                </a:lnTo>
                <a:lnTo>
                  <a:pt x="15110" y="19498"/>
                </a:lnTo>
                <a:lnTo>
                  <a:pt x="14658" y="20022"/>
                </a:lnTo>
                <a:lnTo>
                  <a:pt x="13292" y="21600"/>
                </a:lnTo>
                <a:lnTo>
                  <a:pt x="13292" y="19229"/>
                </a:lnTo>
                <a:lnTo>
                  <a:pt x="13292" y="16844"/>
                </a:lnTo>
                <a:lnTo>
                  <a:pt x="13292" y="14426"/>
                </a:lnTo>
                <a:lnTo>
                  <a:pt x="12196" y="14129"/>
                </a:lnTo>
                <a:lnTo>
                  <a:pt x="11099" y="13834"/>
                </a:lnTo>
                <a:lnTo>
                  <a:pt x="10001" y="13537"/>
                </a:lnTo>
                <a:lnTo>
                  <a:pt x="8901" y="13243"/>
                </a:lnTo>
                <a:lnTo>
                  <a:pt x="7799" y="12945"/>
                </a:lnTo>
                <a:lnTo>
                  <a:pt x="6696" y="12647"/>
                </a:lnTo>
                <a:lnTo>
                  <a:pt x="5589" y="12350"/>
                </a:lnTo>
                <a:lnTo>
                  <a:pt x="4480" y="12048"/>
                </a:lnTo>
                <a:lnTo>
                  <a:pt x="3366" y="11747"/>
                </a:lnTo>
                <a:lnTo>
                  <a:pt x="2250" y="11446"/>
                </a:lnTo>
                <a:lnTo>
                  <a:pt x="1127" y="11144"/>
                </a:lnTo>
                <a:lnTo>
                  <a:pt x="0" y="10839"/>
                </a:lnTo>
                <a:lnTo>
                  <a:pt x="412" y="9064"/>
                </a:lnTo>
                <a:lnTo>
                  <a:pt x="824" y="7281"/>
                </a:lnTo>
                <a:lnTo>
                  <a:pt x="1241" y="5484"/>
                </a:lnTo>
                <a:lnTo>
                  <a:pt x="1662" y="3666"/>
                </a:lnTo>
                <a:lnTo>
                  <a:pt x="2811" y="3859"/>
                </a:lnTo>
                <a:lnTo>
                  <a:pt x="3943" y="4143"/>
                </a:lnTo>
                <a:lnTo>
                  <a:pt x="5064" y="4498"/>
                </a:lnTo>
                <a:lnTo>
                  <a:pt x="6178" y="4914"/>
                </a:lnTo>
                <a:lnTo>
                  <a:pt x="7288" y="5380"/>
                </a:lnTo>
                <a:lnTo>
                  <a:pt x="8399" y="5875"/>
                </a:lnTo>
                <a:lnTo>
                  <a:pt x="9516" y="6392"/>
                </a:lnTo>
                <a:lnTo>
                  <a:pt x="10644" y="6915"/>
                </a:lnTo>
                <a:lnTo>
                  <a:pt x="11519" y="7027"/>
                </a:lnTo>
                <a:lnTo>
                  <a:pt x="12400" y="7138"/>
                </a:lnTo>
                <a:lnTo>
                  <a:pt x="13292" y="7253"/>
                </a:lnTo>
                <a:lnTo>
                  <a:pt x="13869" y="5154"/>
                </a:lnTo>
                <a:lnTo>
                  <a:pt x="14234" y="3709"/>
                </a:lnTo>
                <a:lnTo>
                  <a:pt x="14545" y="2242"/>
                </a:lnTo>
                <a:lnTo>
                  <a:pt x="14954" y="79"/>
                </a:lnTo>
                <a:close/>
              </a:path>
            </a:pathLst>
          </a:custGeom>
          <a:solidFill>
            <a:srgbClr val="BBAD8E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2" name="contour_07920"/>
          <p:cNvSpPr/>
          <p:nvPr/>
        </p:nvSpPr>
        <p:spPr>
          <a:xfrm>
            <a:off x="7237788" y="5014138"/>
            <a:ext cx="622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08" y="0"/>
                </a:moveTo>
                <a:lnTo>
                  <a:pt x="10730" y="1134"/>
                </a:lnTo>
                <a:lnTo>
                  <a:pt x="10551" y="2287"/>
                </a:lnTo>
                <a:lnTo>
                  <a:pt x="10424" y="3763"/>
                </a:lnTo>
                <a:lnTo>
                  <a:pt x="10341" y="5180"/>
                </a:lnTo>
                <a:lnTo>
                  <a:pt x="10326" y="6566"/>
                </a:lnTo>
                <a:lnTo>
                  <a:pt x="10399" y="7947"/>
                </a:lnTo>
                <a:lnTo>
                  <a:pt x="10586" y="9348"/>
                </a:lnTo>
                <a:lnTo>
                  <a:pt x="10908" y="10800"/>
                </a:lnTo>
                <a:lnTo>
                  <a:pt x="12466" y="11331"/>
                </a:lnTo>
                <a:lnTo>
                  <a:pt x="13986" y="11696"/>
                </a:lnTo>
                <a:lnTo>
                  <a:pt x="15516" y="11945"/>
                </a:lnTo>
                <a:lnTo>
                  <a:pt x="17097" y="12126"/>
                </a:lnTo>
                <a:lnTo>
                  <a:pt x="18772" y="12286"/>
                </a:lnTo>
                <a:lnTo>
                  <a:pt x="19890" y="12621"/>
                </a:lnTo>
                <a:lnTo>
                  <a:pt x="21026" y="12960"/>
                </a:lnTo>
                <a:lnTo>
                  <a:pt x="21420" y="14455"/>
                </a:lnTo>
                <a:lnTo>
                  <a:pt x="21595" y="15857"/>
                </a:lnTo>
                <a:lnTo>
                  <a:pt x="21600" y="17222"/>
                </a:lnTo>
                <a:lnTo>
                  <a:pt x="21476" y="18598"/>
                </a:lnTo>
                <a:lnTo>
                  <a:pt x="21269" y="20040"/>
                </a:lnTo>
                <a:lnTo>
                  <a:pt x="21026" y="21600"/>
                </a:lnTo>
                <a:lnTo>
                  <a:pt x="19774" y="21064"/>
                </a:lnTo>
                <a:lnTo>
                  <a:pt x="18516" y="20529"/>
                </a:lnTo>
                <a:lnTo>
                  <a:pt x="17249" y="19986"/>
                </a:lnTo>
                <a:lnTo>
                  <a:pt x="15967" y="19440"/>
                </a:lnTo>
                <a:lnTo>
                  <a:pt x="16594" y="18371"/>
                </a:lnTo>
                <a:lnTo>
                  <a:pt x="17221" y="17297"/>
                </a:lnTo>
                <a:lnTo>
                  <a:pt x="17856" y="16215"/>
                </a:lnTo>
                <a:lnTo>
                  <a:pt x="18496" y="15120"/>
                </a:lnTo>
                <a:lnTo>
                  <a:pt x="17211" y="15468"/>
                </a:lnTo>
                <a:lnTo>
                  <a:pt x="15908" y="15820"/>
                </a:lnTo>
                <a:lnTo>
                  <a:pt x="14219" y="16196"/>
                </a:lnTo>
                <a:lnTo>
                  <a:pt x="12564" y="16528"/>
                </a:lnTo>
                <a:lnTo>
                  <a:pt x="10923" y="16809"/>
                </a:lnTo>
                <a:lnTo>
                  <a:pt x="9273" y="17034"/>
                </a:lnTo>
                <a:lnTo>
                  <a:pt x="7589" y="17194"/>
                </a:lnTo>
                <a:lnTo>
                  <a:pt x="5848" y="17280"/>
                </a:lnTo>
                <a:lnTo>
                  <a:pt x="4407" y="16062"/>
                </a:lnTo>
                <a:lnTo>
                  <a:pt x="3223" y="14839"/>
                </a:lnTo>
                <a:lnTo>
                  <a:pt x="2272" y="13589"/>
                </a:lnTo>
                <a:lnTo>
                  <a:pt x="1523" y="12290"/>
                </a:lnTo>
                <a:lnTo>
                  <a:pt x="951" y="10925"/>
                </a:lnTo>
                <a:lnTo>
                  <a:pt x="524" y="9472"/>
                </a:lnTo>
                <a:lnTo>
                  <a:pt x="218" y="7906"/>
                </a:lnTo>
                <a:lnTo>
                  <a:pt x="0" y="6210"/>
                </a:lnTo>
                <a:lnTo>
                  <a:pt x="261" y="4873"/>
                </a:lnTo>
                <a:lnTo>
                  <a:pt x="524" y="3525"/>
                </a:lnTo>
                <a:lnTo>
                  <a:pt x="789" y="2160"/>
                </a:lnTo>
                <a:lnTo>
                  <a:pt x="2504" y="1445"/>
                </a:lnTo>
                <a:lnTo>
                  <a:pt x="4111" y="890"/>
                </a:lnTo>
                <a:lnTo>
                  <a:pt x="5684" y="482"/>
                </a:lnTo>
                <a:lnTo>
                  <a:pt x="7293" y="205"/>
                </a:lnTo>
                <a:lnTo>
                  <a:pt x="9010" y="50"/>
                </a:lnTo>
                <a:lnTo>
                  <a:pt x="10908" y="0"/>
                </a:lnTo>
                <a:close/>
              </a:path>
            </a:pathLst>
          </a:custGeom>
          <a:solidFill>
            <a:srgbClr val="D0E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3" name="contour_07921"/>
          <p:cNvSpPr/>
          <p:nvPr/>
        </p:nvSpPr>
        <p:spPr>
          <a:xfrm>
            <a:off x="4018056" y="5014124"/>
            <a:ext cx="59018" cy="583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29" y="5"/>
                </a:moveTo>
                <a:lnTo>
                  <a:pt x="4713" y="0"/>
                </a:lnTo>
                <a:lnTo>
                  <a:pt x="5983" y="86"/>
                </a:lnTo>
                <a:lnTo>
                  <a:pt x="7354" y="343"/>
                </a:lnTo>
                <a:lnTo>
                  <a:pt x="9432" y="848"/>
                </a:lnTo>
                <a:lnTo>
                  <a:pt x="11163" y="1252"/>
                </a:lnTo>
                <a:lnTo>
                  <a:pt x="12921" y="1660"/>
                </a:lnTo>
                <a:lnTo>
                  <a:pt x="15881" y="2594"/>
                </a:lnTo>
                <a:lnTo>
                  <a:pt x="17812" y="3255"/>
                </a:lnTo>
                <a:lnTo>
                  <a:pt x="19133" y="3822"/>
                </a:lnTo>
                <a:lnTo>
                  <a:pt x="20256" y="4481"/>
                </a:lnTo>
                <a:lnTo>
                  <a:pt x="21600" y="5404"/>
                </a:lnTo>
                <a:lnTo>
                  <a:pt x="21600" y="7188"/>
                </a:lnTo>
                <a:lnTo>
                  <a:pt x="21600" y="8983"/>
                </a:lnTo>
                <a:lnTo>
                  <a:pt x="21600" y="10803"/>
                </a:lnTo>
                <a:lnTo>
                  <a:pt x="19840" y="10803"/>
                </a:lnTo>
                <a:lnTo>
                  <a:pt x="18076" y="10803"/>
                </a:lnTo>
                <a:lnTo>
                  <a:pt x="16313" y="10803"/>
                </a:lnTo>
                <a:lnTo>
                  <a:pt x="14545" y="10803"/>
                </a:lnTo>
                <a:lnTo>
                  <a:pt x="12771" y="10803"/>
                </a:lnTo>
                <a:lnTo>
                  <a:pt x="10989" y="10803"/>
                </a:lnTo>
                <a:lnTo>
                  <a:pt x="9202" y="10803"/>
                </a:lnTo>
                <a:lnTo>
                  <a:pt x="7404" y="10803"/>
                </a:lnTo>
                <a:lnTo>
                  <a:pt x="5596" y="10803"/>
                </a:lnTo>
                <a:lnTo>
                  <a:pt x="5596" y="12584"/>
                </a:lnTo>
                <a:lnTo>
                  <a:pt x="5596" y="14369"/>
                </a:lnTo>
                <a:lnTo>
                  <a:pt x="5596" y="16161"/>
                </a:lnTo>
                <a:lnTo>
                  <a:pt x="5596" y="17961"/>
                </a:lnTo>
                <a:lnTo>
                  <a:pt x="5596" y="19773"/>
                </a:lnTo>
                <a:lnTo>
                  <a:pt x="5596" y="21600"/>
                </a:lnTo>
                <a:lnTo>
                  <a:pt x="3833" y="21600"/>
                </a:lnTo>
                <a:lnTo>
                  <a:pt x="2059" y="21600"/>
                </a:lnTo>
                <a:lnTo>
                  <a:pt x="261" y="21600"/>
                </a:lnTo>
                <a:lnTo>
                  <a:pt x="221" y="20048"/>
                </a:lnTo>
                <a:lnTo>
                  <a:pt x="184" y="18496"/>
                </a:lnTo>
                <a:lnTo>
                  <a:pt x="152" y="16944"/>
                </a:lnTo>
                <a:lnTo>
                  <a:pt x="123" y="15392"/>
                </a:lnTo>
                <a:lnTo>
                  <a:pt x="96" y="13839"/>
                </a:lnTo>
                <a:lnTo>
                  <a:pt x="64" y="12398"/>
                </a:lnTo>
                <a:lnTo>
                  <a:pt x="32" y="10946"/>
                </a:lnTo>
                <a:lnTo>
                  <a:pt x="0" y="9475"/>
                </a:lnTo>
                <a:lnTo>
                  <a:pt x="184" y="6773"/>
                </a:lnTo>
                <a:lnTo>
                  <a:pt x="381" y="4870"/>
                </a:lnTo>
                <a:lnTo>
                  <a:pt x="672" y="3506"/>
                </a:lnTo>
                <a:lnTo>
                  <a:pt x="1139" y="2416"/>
                </a:lnTo>
                <a:lnTo>
                  <a:pt x="1864" y="1336"/>
                </a:lnTo>
                <a:lnTo>
                  <a:pt x="2929" y="5"/>
                </a:lnTo>
                <a:close/>
              </a:path>
            </a:pathLst>
          </a:custGeom>
          <a:solidFill>
            <a:srgbClr val="6E6E6D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4" name="contour_07922"/>
          <p:cNvSpPr/>
          <p:nvPr/>
        </p:nvSpPr>
        <p:spPr>
          <a:xfrm>
            <a:off x="2065588" y="5014546"/>
            <a:ext cx="66918" cy="57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77" y="188"/>
                </a:moveTo>
                <a:lnTo>
                  <a:pt x="20000" y="1604"/>
                </a:lnTo>
                <a:lnTo>
                  <a:pt x="20875" y="2597"/>
                </a:lnTo>
                <a:lnTo>
                  <a:pt x="21306" y="3635"/>
                </a:lnTo>
                <a:lnTo>
                  <a:pt x="21595" y="5191"/>
                </a:lnTo>
                <a:lnTo>
                  <a:pt x="21600" y="6689"/>
                </a:lnTo>
                <a:lnTo>
                  <a:pt x="21581" y="7869"/>
                </a:lnTo>
                <a:lnTo>
                  <a:pt x="21518" y="9122"/>
                </a:lnTo>
                <a:lnTo>
                  <a:pt x="21388" y="10849"/>
                </a:lnTo>
                <a:lnTo>
                  <a:pt x="21172" y="13443"/>
                </a:lnTo>
                <a:lnTo>
                  <a:pt x="19619" y="12845"/>
                </a:lnTo>
                <a:lnTo>
                  <a:pt x="18064" y="12247"/>
                </a:lnTo>
                <a:lnTo>
                  <a:pt x="16509" y="11646"/>
                </a:lnTo>
                <a:lnTo>
                  <a:pt x="14950" y="11045"/>
                </a:lnTo>
                <a:lnTo>
                  <a:pt x="13385" y="10444"/>
                </a:lnTo>
                <a:lnTo>
                  <a:pt x="11814" y="9837"/>
                </a:lnTo>
                <a:lnTo>
                  <a:pt x="10238" y="9231"/>
                </a:lnTo>
                <a:lnTo>
                  <a:pt x="8652" y="8619"/>
                </a:lnTo>
                <a:lnTo>
                  <a:pt x="7057" y="8005"/>
                </a:lnTo>
                <a:lnTo>
                  <a:pt x="7349" y="9688"/>
                </a:lnTo>
                <a:lnTo>
                  <a:pt x="7641" y="11371"/>
                </a:lnTo>
                <a:lnTo>
                  <a:pt x="7932" y="13060"/>
                </a:lnTo>
                <a:lnTo>
                  <a:pt x="8224" y="14751"/>
                </a:lnTo>
                <a:lnTo>
                  <a:pt x="8518" y="16450"/>
                </a:lnTo>
                <a:lnTo>
                  <a:pt x="8815" y="18158"/>
                </a:lnTo>
                <a:lnTo>
                  <a:pt x="9111" y="19873"/>
                </a:lnTo>
                <a:lnTo>
                  <a:pt x="9410" y="21600"/>
                </a:lnTo>
                <a:lnTo>
                  <a:pt x="7857" y="21151"/>
                </a:lnTo>
                <a:lnTo>
                  <a:pt x="6302" y="20703"/>
                </a:lnTo>
                <a:lnTo>
                  <a:pt x="4740" y="20251"/>
                </a:lnTo>
                <a:lnTo>
                  <a:pt x="3173" y="19797"/>
                </a:lnTo>
                <a:lnTo>
                  <a:pt x="1593" y="19340"/>
                </a:lnTo>
                <a:lnTo>
                  <a:pt x="0" y="18881"/>
                </a:lnTo>
                <a:lnTo>
                  <a:pt x="1240" y="18544"/>
                </a:lnTo>
                <a:lnTo>
                  <a:pt x="2498" y="18201"/>
                </a:lnTo>
                <a:lnTo>
                  <a:pt x="3595" y="17190"/>
                </a:lnTo>
                <a:lnTo>
                  <a:pt x="4705" y="16162"/>
                </a:lnTo>
                <a:lnTo>
                  <a:pt x="4498" y="14289"/>
                </a:lnTo>
                <a:lnTo>
                  <a:pt x="4197" y="12453"/>
                </a:lnTo>
                <a:lnTo>
                  <a:pt x="3816" y="10648"/>
                </a:lnTo>
                <a:lnTo>
                  <a:pt x="3371" y="8859"/>
                </a:lnTo>
                <a:lnTo>
                  <a:pt x="2877" y="7075"/>
                </a:lnTo>
                <a:lnTo>
                  <a:pt x="2352" y="5286"/>
                </a:lnTo>
                <a:lnTo>
                  <a:pt x="5091" y="3777"/>
                </a:lnTo>
                <a:lnTo>
                  <a:pt x="7318" y="2569"/>
                </a:lnTo>
                <a:lnTo>
                  <a:pt x="9134" y="1640"/>
                </a:lnTo>
                <a:lnTo>
                  <a:pt x="10635" y="949"/>
                </a:lnTo>
                <a:lnTo>
                  <a:pt x="11915" y="470"/>
                </a:lnTo>
                <a:lnTo>
                  <a:pt x="13070" y="174"/>
                </a:lnTo>
                <a:lnTo>
                  <a:pt x="14199" y="27"/>
                </a:lnTo>
                <a:lnTo>
                  <a:pt x="15397" y="0"/>
                </a:lnTo>
                <a:lnTo>
                  <a:pt x="16756" y="65"/>
                </a:lnTo>
                <a:lnTo>
                  <a:pt x="18377" y="188"/>
                </a:lnTo>
                <a:close/>
              </a:path>
            </a:pathLst>
          </a:custGeom>
          <a:solidFill>
            <a:srgbClr val="7B6963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5" name="contour_07923"/>
          <p:cNvSpPr/>
          <p:nvPr/>
        </p:nvSpPr>
        <p:spPr>
          <a:xfrm>
            <a:off x="10687282" y="4999562"/>
            <a:ext cx="80168" cy="585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98" y="0"/>
                </a:lnTo>
                <a:lnTo>
                  <a:pt x="2604" y="0"/>
                </a:lnTo>
                <a:lnTo>
                  <a:pt x="3927" y="0"/>
                </a:lnTo>
                <a:lnTo>
                  <a:pt x="3927" y="1776"/>
                </a:lnTo>
                <a:lnTo>
                  <a:pt x="3927" y="3562"/>
                </a:lnTo>
                <a:lnTo>
                  <a:pt x="3927" y="5373"/>
                </a:lnTo>
                <a:lnTo>
                  <a:pt x="4393" y="5231"/>
                </a:lnTo>
                <a:lnTo>
                  <a:pt x="5799" y="4806"/>
                </a:lnTo>
                <a:lnTo>
                  <a:pt x="7228" y="4586"/>
                </a:lnTo>
                <a:lnTo>
                  <a:pt x="8544" y="4462"/>
                </a:lnTo>
                <a:lnTo>
                  <a:pt x="9801" y="4460"/>
                </a:lnTo>
                <a:lnTo>
                  <a:pt x="11051" y="4594"/>
                </a:lnTo>
                <a:lnTo>
                  <a:pt x="12347" y="4892"/>
                </a:lnTo>
                <a:lnTo>
                  <a:pt x="13745" y="5373"/>
                </a:lnTo>
                <a:lnTo>
                  <a:pt x="14615" y="6719"/>
                </a:lnTo>
                <a:lnTo>
                  <a:pt x="15440" y="8089"/>
                </a:lnTo>
                <a:lnTo>
                  <a:pt x="16226" y="9486"/>
                </a:lnTo>
                <a:lnTo>
                  <a:pt x="16978" y="10905"/>
                </a:lnTo>
                <a:lnTo>
                  <a:pt x="17698" y="12347"/>
                </a:lnTo>
                <a:lnTo>
                  <a:pt x="18391" y="13814"/>
                </a:lnTo>
                <a:lnTo>
                  <a:pt x="19061" y="15305"/>
                </a:lnTo>
                <a:lnTo>
                  <a:pt x="19713" y="16818"/>
                </a:lnTo>
                <a:lnTo>
                  <a:pt x="20351" y="18355"/>
                </a:lnTo>
                <a:lnTo>
                  <a:pt x="20979" y="19913"/>
                </a:lnTo>
                <a:lnTo>
                  <a:pt x="21600" y="21493"/>
                </a:lnTo>
                <a:lnTo>
                  <a:pt x="20106" y="21600"/>
                </a:lnTo>
                <a:lnTo>
                  <a:pt x="18694" y="21565"/>
                </a:lnTo>
                <a:lnTo>
                  <a:pt x="17351" y="21393"/>
                </a:lnTo>
                <a:lnTo>
                  <a:pt x="16061" y="21090"/>
                </a:lnTo>
                <a:lnTo>
                  <a:pt x="14808" y="20657"/>
                </a:lnTo>
                <a:lnTo>
                  <a:pt x="13579" y="20104"/>
                </a:lnTo>
                <a:lnTo>
                  <a:pt x="12357" y="19437"/>
                </a:lnTo>
                <a:lnTo>
                  <a:pt x="11128" y="18658"/>
                </a:lnTo>
                <a:lnTo>
                  <a:pt x="9877" y="17774"/>
                </a:lnTo>
                <a:lnTo>
                  <a:pt x="8591" y="16791"/>
                </a:lnTo>
                <a:lnTo>
                  <a:pt x="7668" y="16074"/>
                </a:lnTo>
                <a:lnTo>
                  <a:pt x="6729" y="15346"/>
                </a:lnTo>
                <a:lnTo>
                  <a:pt x="5475" y="14266"/>
                </a:lnTo>
                <a:lnTo>
                  <a:pt x="4330" y="13186"/>
                </a:lnTo>
                <a:lnTo>
                  <a:pt x="3285" y="12044"/>
                </a:lnTo>
                <a:lnTo>
                  <a:pt x="2329" y="10781"/>
                </a:lnTo>
                <a:lnTo>
                  <a:pt x="1449" y="9333"/>
                </a:lnTo>
                <a:lnTo>
                  <a:pt x="636" y="7641"/>
                </a:lnTo>
                <a:lnTo>
                  <a:pt x="385" y="6168"/>
                </a:lnTo>
                <a:lnTo>
                  <a:pt x="226" y="5035"/>
                </a:lnTo>
                <a:lnTo>
                  <a:pt x="128" y="3874"/>
                </a:lnTo>
                <a:lnTo>
                  <a:pt x="63" y="2319"/>
                </a:lnTo>
                <a:lnTo>
                  <a:pt x="0" y="0"/>
                </a:lnTo>
                <a:close/>
              </a:path>
            </a:pathLst>
          </a:custGeom>
          <a:solidFill>
            <a:srgbClr val="F1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6" name="contour_07924"/>
          <p:cNvSpPr/>
          <p:nvPr/>
        </p:nvSpPr>
        <p:spPr>
          <a:xfrm>
            <a:off x="1081709" y="5021426"/>
            <a:ext cx="87456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600" y="4609"/>
                </a:lnTo>
                <a:lnTo>
                  <a:pt x="21600" y="9245"/>
                </a:lnTo>
                <a:lnTo>
                  <a:pt x="21600" y="13944"/>
                </a:lnTo>
                <a:lnTo>
                  <a:pt x="20522" y="16643"/>
                </a:lnTo>
                <a:lnTo>
                  <a:pt x="19460" y="18637"/>
                </a:lnTo>
                <a:lnTo>
                  <a:pt x="18396" y="20024"/>
                </a:lnTo>
                <a:lnTo>
                  <a:pt x="17311" y="20917"/>
                </a:lnTo>
                <a:lnTo>
                  <a:pt x="16180" y="21405"/>
                </a:lnTo>
                <a:lnTo>
                  <a:pt x="14989" y="21600"/>
                </a:lnTo>
                <a:lnTo>
                  <a:pt x="13711" y="21600"/>
                </a:lnTo>
                <a:lnTo>
                  <a:pt x="12506" y="21565"/>
                </a:lnTo>
                <a:lnTo>
                  <a:pt x="11286" y="21530"/>
                </a:lnTo>
                <a:lnTo>
                  <a:pt x="10039" y="21440"/>
                </a:lnTo>
                <a:lnTo>
                  <a:pt x="8775" y="21349"/>
                </a:lnTo>
                <a:lnTo>
                  <a:pt x="7508" y="21307"/>
                </a:lnTo>
                <a:lnTo>
                  <a:pt x="6223" y="21258"/>
                </a:lnTo>
                <a:lnTo>
                  <a:pt x="4979" y="21203"/>
                </a:lnTo>
                <a:lnTo>
                  <a:pt x="3733" y="21147"/>
                </a:lnTo>
                <a:lnTo>
                  <a:pt x="2489" y="21077"/>
                </a:lnTo>
                <a:lnTo>
                  <a:pt x="1244" y="21000"/>
                </a:lnTo>
                <a:lnTo>
                  <a:pt x="0" y="20917"/>
                </a:lnTo>
                <a:lnTo>
                  <a:pt x="0" y="16775"/>
                </a:lnTo>
                <a:lnTo>
                  <a:pt x="0" y="12620"/>
                </a:lnTo>
                <a:lnTo>
                  <a:pt x="0" y="8450"/>
                </a:lnTo>
                <a:lnTo>
                  <a:pt x="0" y="4246"/>
                </a:lnTo>
                <a:lnTo>
                  <a:pt x="0" y="0"/>
                </a:lnTo>
                <a:close/>
              </a:path>
            </a:pathLst>
          </a:custGeom>
          <a:solidFill>
            <a:srgbClr val="D9DF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7" name="contour_07925"/>
          <p:cNvSpPr/>
          <p:nvPr/>
        </p:nvSpPr>
        <p:spPr>
          <a:xfrm>
            <a:off x="1701189" y="499227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299"/>
                </a:lnTo>
                <a:lnTo>
                  <a:pt x="3564" y="594"/>
                </a:lnTo>
                <a:lnTo>
                  <a:pt x="5349" y="893"/>
                </a:lnTo>
                <a:lnTo>
                  <a:pt x="7136" y="1188"/>
                </a:lnTo>
                <a:lnTo>
                  <a:pt x="8926" y="1487"/>
                </a:lnTo>
                <a:lnTo>
                  <a:pt x="10719" y="1786"/>
                </a:lnTo>
                <a:lnTo>
                  <a:pt x="12517" y="2084"/>
                </a:lnTo>
                <a:lnTo>
                  <a:pt x="14321" y="2387"/>
                </a:lnTo>
                <a:lnTo>
                  <a:pt x="16130" y="2689"/>
                </a:lnTo>
                <a:lnTo>
                  <a:pt x="17944" y="2992"/>
                </a:lnTo>
                <a:lnTo>
                  <a:pt x="19769" y="3294"/>
                </a:lnTo>
                <a:lnTo>
                  <a:pt x="21600" y="3600"/>
                </a:lnTo>
                <a:lnTo>
                  <a:pt x="21103" y="7805"/>
                </a:lnTo>
                <a:lnTo>
                  <a:pt x="20725" y="10753"/>
                </a:lnTo>
                <a:lnTo>
                  <a:pt x="20390" y="12848"/>
                </a:lnTo>
                <a:lnTo>
                  <a:pt x="20023" y="14490"/>
                </a:lnTo>
                <a:lnTo>
                  <a:pt x="19553" y="16070"/>
                </a:lnTo>
                <a:lnTo>
                  <a:pt x="18900" y="18000"/>
                </a:lnTo>
                <a:lnTo>
                  <a:pt x="16986" y="18436"/>
                </a:lnTo>
                <a:lnTo>
                  <a:pt x="15131" y="18583"/>
                </a:lnTo>
                <a:lnTo>
                  <a:pt x="13322" y="18475"/>
                </a:lnTo>
                <a:lnTo>
                  <a:pt x="11548" y="18148"/>
                </a:lnTo>
                <a:lnTo>
                  <a:pt x="9793" y="17633"/>
                </a:lnTo>
                <a:lnTo>
                  <a:pt x="8046" y="16967"/>
                </a:lnTo>
                <a:lnTo>
                  <a:pt x="6288" y="16186"/>
                </a:lnTo>
                <a:lnTo>
                  <a:pt x="4512" y="15318"/>
                </a:lnTo>
                <a:lnTo>
                  <a:pt x="2700" y="14400"/>
                </a:lnTo>
                <a:lnTo>
                  <a:pt x="2030" y="16182"/>
                </a:lnTo>
                <a:lnTo>
                  <a:pt x="1361" y="17971"/>
                </a:lnTo>
                <a:lnTo>
                  <a:pt x="683" y="19775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4B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8" name="contour_07926"/>
          <p:cNvSpPr/>
          <p:nvPr/>
        </p:nvSpPr>
        <p:spPr>
          <a:xfrm>
            <a:off x="4754857" y="4963122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215" y="135"/>
                </a:lnTo>
                <a:lnTo>
                  <a:pt x="6963" y="262"/>
                </a:lnTo>
                <a:lnTo>
                  <a:pt x="7781" y="397"/>
                </a:lnTo>
                <a:lnTo>
                  <a:pt x="8802" y="567"/>
                </a:lnTo>
                <a:lnTo>
                  <a:pt x="10157" y="794"/>
                </a:lnTo>
                <a:lnTo>
                  <a:pt x="11983" y="1096"/>
                </a:lnTo>
                <a:lnTo>
                  <a:pt x="14407" y="1501"/>
                </a:lnTo>
                <a:lnTo>
                  <a:pt x="17569" y="2028"/>
                </a:lnTo>
                <a:lnTo>
                  <a:pt x="21600" y="2700"/>
                </a:lnTo>
                <a:lnTo>
                  <a:pt x="21600" y="4485"/>
                </a:lnTo>
                <a:lnTo>
                  <a:pt x="21600" y="6280"/>
                </a:lnTo>
                <a:lnTo>
                  <a:pt x="21600" y="8100"/>
                </a:lnTo>
                <a:lnTo>
                  <a:pt x="20188" y="8940"/>
                </a:lnTo>
                <a:lnTo>
                  <a:pt x="19154" y="9485"/>
                </a:lnTo>
                <a:lnTo>
                  <a:pt x="17993" y="9968"/>
                </a:lnTo>
                <a:lnTo>
                  <a:pt x="16200" y="10633"/>
                </a:lnTo>
                <a:lnTo>
                  <a:pt x="14432" y="11418"/>
                </a:lnTo>
                <a:lnTo>
                  <a:pt x="13279" y="11980"/>
                </a:lnTo>
                <a:lnTo>
                  <a:pt x="12236" y="12585"/>
                </a:lnTo>
                <a:lnTo>
                  <a:pt x="10800" y="13500"/>
                </a:lnTo>
                <a:lnTo>
                  <a:pt x="10476" y="15671"/>
                </a:lnTo>
                <a:lnTo>
                  <a:pt x="10314" y="17177"/>
                </a:lnTo>
                <a:lnTo>
                  <a:pt x="10314" y="18409"/>
                </a:lnTo>
                <a:lnTo>
                  <a:pt x="10476" y="19753"/>
                </a:lnTo>
                <a:lnTo>
                  <a:pt x="10800" y="21600"/>
                </a:lnTo>
                <a:lnTo>
                  <a:pt x="9018" y="21155"/>
                </a:lnTo>
                <a:lnTo>
                  <a:pt x="7233" y="20709"/>
                </a:lnTo>
                <a:lnTo>
                  <a:pt x="5440" y="20261"/>
                </a:lnTo>
                <a:lnTo>
                  <a:pt x="3640" y="19810"/>
                </a:lnTo>
                <a:lnTo>
                  <a:pt x="1828" y="19356"/>
                </a:lnTo>
                <a:lnTo>
                  <a:pt x="0" y="18900"/>
                </a:lnTo>
                <a:lnTo>
                  <a:pt x="486" y="17199"/>
                </a:lnTo>
                <a:lnTo>
                  <a:pt x="972" y="15498"/>
                </a:lnTo>
                <a:lnTo>
                  <a:pt x="1458" y="13794"/>
                </a:lnTo>
                <a:lnTo>
                  <a:pt x="1947" y="12088"/>
                </a:lnTo>
                <a:lnTo>
                  <a:pt x="2435" y="10376"/>
                </a:lnTo>
                <a:lnTo>
                  <a:pt x="2924" y="8664"/>
                </a:lnTo>
                <a:lnTo>
                  <a:pt x="3415" y="6944"/>
                </a:lnTo>
                <a:lnTo>
                  <a:pt x="3910" y="5219"/>
                </a:lnTo>
                <a:lnTo>
                  <a:pt x="4404" y="3488"/>
                </a:lnTo>
                <a:lnTo>
                  <a:pt x="4901" y="1747"/>
                </a:lnTo>
                <a:lnTo>
                  <a:pt x="5400" y="0"/>
                </a:lnTo>
                <a:close/>
              </a:path>
            </a:pathLst>
          </a:custGeom>
          <a:solidFill>
            <a:srgbClr val="78706B"/>
          </a:solidFill>
          <a:ln>
            <a:noFill/>
          </a:ln>
        </p:spPr>
        <p:txBody>
          <a:bodyPr/>
          <a:lstStyle/>
          <a:p/>
        </p:txBody>
      </p:sp>
      <p:sp>
        <p:nvSpPr>
          <p:cNvPr id="7929" name="contour_07927"/>
          <p:cNvSpPr/>
          <p:nvPr/>
        </p:nvSpPr>
        <p:spPr>
          <a:xfrm>
            <a:off x="3610642" y="4926682"/>
            <a:ext cx="51016" cy="520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95" y="2096"/>
                </a:lnTo>
                <a:lnTo>
                  <a:pt x="20989" y="4194"/>
                </a:lnTo>
                <a:lnTo>
                  <a:pt x="20684" y="6293"/>
                </a:lnTo>
                <a:lnTo>
                  <a:pt x="20375" y="8394"/>
                </a:lnTo>
                <a:lnTo>
                  <a:pt x="20069" y="10505"/>
                </a:lnTo>
                <a:lnTo>
                  <a:pt x="19761" y="12619"/>
                </a:lnTo>
                <a:lnTo>
                  <a:pt x="19452" y="14742"/>
                </a:lnTo>
                <a:lnTo>
                  <a:pt x="19141" y="16874"/>
                </a:lnTo>
                <a:lnTo>
                  <a:pt x="18829" y="19015"/>
                </a:lnTo>
                <a:lnTo>
                  <a:pt x="18514" y="21168"/>
                </a:lnTo>
                <a:lnTo>
                  <a:pt x="14151" y="21385"/>
                </a:lnTo>
                <a:lnTo>
                  <a:pt x="10957" y="21527"/>
                </a:lnTo>
                <a:lnTo>
                  <a:pt x="8665" y="21600"/>
                </a:lnTo>
                <a:lnTo>
                  <a:pt x="7001" y="21600"/>
                </a:lnTo>
                <a:lnTo>
                  <a:pt x="5696" y="21527"/>
                </a:lnTo>
                <a:lnTo>
                  <a:pt x="4480" y="21385"/>
                </a:lnTo>
                <a:lnTo>
                  <a:pt x="3086" y="21168"/>
                </a:lnTo>
                <a:lnTo>
                  <a:pt x="1642" y="19637"/>
                </a:lnTo>
                <a:lnTo>
                  <a:pt x="836" y="18497"/>
                </a:lnTo>
                <a:lnTo>
                  <a:pt x="386" y="17182"/>
                </a:lnTo>
                <a:lnTo>
                  <a:pt x="0" y="15120"/>
                </a:lnTo>
                <a:lnTo>
                  <a:pt x="1429" y="13184"/>
                </a:lnTo>
                <a:lnTo>
                  <a:pt x="2515" y="11805"/>
                </a:lnTo>
                <a:lnTo>
                  <a:pt x="3598" y="10599"/>
                </a:lnTo>
                <a:lnTo>
                  <a:pt x="5024" y="9184"/>
                </a:lnTo>
                <a:lnTo>
                  <a:pt x="7134" y="7182"/>
                </a:lnTo>
                <a:lnTo>
                  <a:pt x="8526" y="5830"/>
                </a:lnTo>
                <a:lnTo>
                  <a:pt x="9924" y="4472"/>
                </a:lnTo>
                <a:lnTo>
                  <a:pt x="11343" y="3093"/>
                </a:lnTo>
                <a:lnTo>
                  <a:pt x="13386" y="1585"/>
                </a:lnTo>
                <a:lnTo>
                  <a:pt x="14941" y="668"/>
                </a:lnTo>
                <a:lnTo>
                  <a:pt x="16499" y="197"/>
                </a:lnTo>
                <a:lnTo>
                  <a:pt x="18554" y="24"/>
                </a:lnTo>
                <a:lnTo>
                  <a:pt x="21600" y="0"/>
                </a:lnTo>
                <a:close/>
              </a:path>
            </a:pathLst>
          </a:custGeom>
          <a:solidFill>
            <a:srgbClr val="868A8D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0" name="contour_07928"/>
          <p:cNvSpPr/>
          <p:nvPr/>
        </p:nvSpPr>
        <p:spPr>
          <a:xfrm>
            <a:off x="4259274" y="4923293"/>
            <a:ext cx="72880" cy="325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2249"/>
                </a:moveTo>
                <a:lnTo>
                  <a:pt x="3601" y="1248"/>
                </a:lnTo>
                <a:lnTo>
                  <a:pt x="5033" y="551"/>
                </a:lnTo>
                <a:lnTo>
                  <a:pt x="6458" y="145"/>
                </a:lnTo>
                <a:lnTo>
                  <a:pt x="7886" y="0"/>
                </a:lnTo>
                <a:lnTo>
                  <a:pt x="9314" y="87"/>
                </a:lnTo>
                <a:lnTo>
                  <a:pt x="10748" y="377"/>
                </a:lnTo>
                <a:lnTo>
                  <a:pt x="12191" y="856"/>
                </a:lnTo>
                <a:lnTo>
                  <a:pt x="13649" y="1485"/>
                </a:lnTo>
                <a:lnTo>
                  <a:pt x="15120" y="2249"/>
                </a:lnTo>
                <a:lnTo>
                  <a:pt x="15915" y="5704"/>
                </a:lnTo>
                <a:lnTo>
                  <a:pt x="16425" y="8185"/>
                </a:lnTo>
                <a:lnTo>
                  <a:pt x="16753" y="10391"/>
                </a:lnTo>
                <a:lnTo>
                  <a:pt x="17004" y="13018"/>
                </a:lnTo>
                <a:lnTo>
                  <a:pt x="17280" y="16762"/>
                </a:lnTo>
                <a:lnTo>
                  <a:pt x="18349" y="17962"/>
                </a:lnTo>
                <a:lnTo>
                  <a:pt x="19423" y="19162"/>
                </a:lnTo>
                <a:lnTo>
                  <a:pt x="20505" y="20376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2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356" y="18407"/>
                </a:lnTo>
                <a:lnTo>
                  <a:pt x="713" y="15209"/>
                </a:lnTo>
                <a:lnTo>
                  <a:pt x="1071" y="11997"/>
                </a:lnTo>
                <a:lnTo>
                  <a:pt x="1432" y="8771"/>
                </a:lnTo>
                <a:lnTo>
                  <a:pt x="1795" y="5525"/>
                </a:lnTo>
                <a:lnTo>
                  <a:pt x="2160" y="2249"/>
                </a:lnTo>
                <a:close/>
              </a:path>
            </a:pathLst>
          </a:custGeom>
          <a:solidFill>
            <a:srgbClr val="6C6157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1" name="contour_07929"/>
          <p:cNvSpPr/>
          <p:nvPr/>
        </p:nvSpPr>
        <p:spPr>
          <a:xfrm>
            <a:off x="11627433" y="4910051"/>
            <a:ext cx="59616" cy="60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35"/>
                </a:moveTo>
                <a:lnTo>
                  <a:pt x="3237" y="399"/>
                </a:lnTo>
                <a:lnTo>
                  <a:pt x="5799" y="156"/>
                </a:lnTo>
                <a:lnTo>
                  <a:pt x="7821" y="21"/>
                </a:lnTo>
                <a:lnTo>
                  <a:pt x="9427" y="0"/>
                </a:lnTo>
                <a:lnTo>
                  <a:pt x="10755" y="107"/>
                </a:lnTo>
                <a:lnTo>
                  <a:pt x="11928" y="352"/>
                </a:lnTo>
                <a:lnTo>
                  <a:pt x="13081" y="746"/>
                </a:lnTo>
                <a:lnTo>
                  <a:pt x="14341" y="1296"/>
                </a:lnTo>
                <a:lnTo>
                  <a:pt x="15844" y="2019"/>
                </a:lnTo>
                <a:lnTo>
                  <a:pt x="17262" y="3284"/>
                </a:lnTo>
                <a:lnTo>
                  <a:pt x="18447" y="4504"/>
                </a:lnTo>
                <a:lnTo>
                  <a:pt x="19416" y="5740"/>
                </a:lnTo>
                <a:lnTo>
                  <a:pt x="20195" y="7050"/>
                </a:lnTo>
                <a:lnTo>
                  <a:pt x="20805" y="8489"/>
                </a:lnTo>
                <a:lnTo>
                  <a:pt x="21265" y="10114"/>
                </a:lnTo>
                <a:lnTo>
                  <a:pt x="21600" y="11981"/>
                </a:lnTo>
                <a:lnTo>
                  <a:pt x="21595" y="13598"/>
                </a:lnTo>
                <a:lnTo>
                  <a:pt x="21563" y="15202"/>
                </a:lnTo>
                <a:lnTo>
                  <a:pt x="21500" y="16799"/>
                </a:lnTo>
                <a:lnTo>
                  <a:pt x="21407" y="18395"/>
                </a:lnTo>
                <a:lnTo>
                  <a:pt x="21283" y="19993"/>
                </a:lnTo>
                <a:lnTo>
                  <a:pt x="21125" y="21600"/>
                </a:lnTo>
                <a:lnTo>
                  <a:pt x="20961" y="20306"/>
                </a:lnTo>
                <a:lnTo>
                  <a:pt x="20795" y="19008"/>
                </a:lnTo>
                <a:lnTo>
                  <a:pt x="20628" y="17688"/>
                </a:lnTo>
                <a:lnTo>
                  <a:pt x="19921" y="16394"/>
                </a:lnTo>
                <a:lnTo>
                  <a:pt x="19208" y="15095"/>
                </a:lnTo>
                <a:lnTo>
                  <a:pt x="18484" y="13776"/>
                </a:lnTo>
                <a:lnTo>
                  <a:pt x="16736" y="13747"/>
                </a:lnTo>
                <a:lnTo>
                  <a:pt x="15482" y="13771"/>
                </a:lnTo>
                <a:lnTo>
                  <a:pt x="14122" y="13880"/>
                </a:lnTo>
                <a:lnTo>
                  <a:pt x="12046" y="14102"/>
                </a:lnTo>
                <a:lnTo>
                  <a:pt x="9934" y="14245"/>
                </a:lnTo>
                <a:lnTo>
                  <a:pt x="8524" y="14261"/>
                </a:lnTo>
                <a:lnTo>
                  <a:pt x="7185" y="14115"/>
                </a:lnTo>
                <a:lnTo>
                  <a:pt x="5281" y="13776"/>
                </a:lnTo>
                <a:lnTo>
                  <a:pt x="4278" y="12253"/>
                </a:lnTo>
                <a:lnTo>
                  <a:pt x="3409" y="10706"/>
                </a:lnTo>
                <a:lnTo>
                  <a:pt x="2654" y="9133"/>
                </a:lnTo>
                <a:lnTo>
                  <a:pt x="1999" y="7529"/>
                </a:lnTo>
                <a:lnTo>
                  <a:pt x="1423" y="5892"/>
                </a:lnTo>
                <a:lnTo>
                  <a:pt x="908" y="4217"/>
                </a:lnTo>
                <a:lnTo>
                  <a:pt x="441" y="2499"/>
                </a:lnTo>
                <a:lnTo>
                  <a:pt x="0" y="735"/>
                </a:lnTo>
                <a:close/>
              </a:path>
            </a:pathLst>
          </a:custGeom>
          <a:solidFill>
            <a:srgbClr val="ECD695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2" name="contour_07930"/>
          <p:cNvSpPr/>
          <p:nvPr/>
        </p:nvSpPr>
        <p:spPr>
          <a:xfrm>
            <a:off x="2335244" y="4861090"/>
            <a:ext cx="8016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645" y="446"/>
                </a:lnTo>
                <a:lnTo>
                  <a:pt x="19623" y="893"/>
                </a:lnTo>
                <a:lnTo>
                  <a:pt x="20604" y="1345"/>
                </a:lnTo>
                <a:lnTo>
                  <a:pt x="21600" y="1800"/>
                </a:lnTo>
                <a:lnTo>
                  <a:pt x="20840" y="4257"/>
                </a:lnTo>
                <a:lnTo>
                  <a:pt x="20167" y="6412"/>
                </a:lnTo>
                <a:lnTo>
                  <a:pt x="19564" y="8293"/>
                </a:lnTo>
                <a:lnTo>
                  <a:pt x="19022" y="9927"/>
                </a:lnTo>
                <a:lnTo>
                  <a:pt x="18521" y="11340"/>
                </a:lnTo>
                <a:lnTo>
                  <a:pt x="18050" y="12557"/>
                </a:lnTo>
                <a:lnTo>
                  <a:pt x="17594" y="13604"/>
                </a:lnTo>
                <a:lnTo>
                  <a:pt x="17139" y="14512"/>
                </a:lnTo>
                <a:lnTo>
                  <a:pt x="16669" y="15302"/>
                </a:lnTo>
                <a:lnTo>
                  <a:pt x="16171" y="16002"/>
                </a:lnTo>
                <a:lnTo>
                  <a:pt x="15631" y="16639"/>
                </a:lnTo>
                <a:lnTo>
                  <a:pt x="15032" y="17240"/>
                </a:lnTo>
                <a:lnTo>
                  <a:pt x="14362" y="17829"/>
                </a:lnTo>
                <a:lnTo>
                  <a:pt x="13608" y="18436"/>
                </a:lnTo>
                <a:lnTo>
                  <a:pt x="12752" y="19084"/>
                </a:lnTo>
                <a:lnTo>
                  <a:pt x="11782" y="19800"/>
                </a:lnTo>
                <a:lnTo>
                  <a:pt x="10566" y="20173"/>
                </a:lnTo>
                <a:lnTo>
                  <a:pt x="9359" y="20495"/>
                </a:lnTo>
                <a:lnTo>
                  <a:pt x="8151" y="20770"/>
                </a:lnTo>
                <a:lnTo>
                  <a:pt x="6941" y="21004"/>
                </a:lnTo>
                <a:lnTo>
                  <a:pt x="5722" y="21202"/>
                </a:lnTo>
                <a:lnTo>
                  <a:pt x="4489" y="21364"/>
                </a:lnTo>
                <a:lnTo>
                  <a:pt x="3238" y="21496"/>
                </a:lnTo>
                <a:lnTo>
                  <a:pt x="1964" y="21600"/>
                </a:lnTo>
                <a:lnTo>
                  <a:pt x="1575" y="20531"/>
                </a:lnTo>
                <a:lnTo>
                  <a:pt x="1184" y="19458"/>
                </a:lnTo>
                <a:lnTo>
                  <a:pt x="793" y="18382"/>
                </a:lnTo>
                <a:lnTo>
                  <a:pt x="399" y="17296"/>
                </a:lnTo>
                <a:lnTo>
                  <a:pt x="0" y="16200"/>
                </a:lnTo>
                <a:lnTo>
                  <a:pt x="1176" y="16029"/>
                </a:lnTo>
                <a:lnTo>
                  <a:pt x="2370" y="15856"/>
                </a:lnTo>
                <a:lnTo>
                  <a:pt x="3908" y="15523"/>
                </a:lnTo>
                <a:lnTo>
                  <a:pt x="5327" y="15187"/>
                </a:lnTo>
                <a:lnTo>
                  <a:pt x="6639" y="14823"/>
                </a:lnTo>
                <a:lnTo>
                  <a:pt x="7858" y="14411"/>
                </a:lnTo>
                <a:lnTo>
                  <a:pt x="8995" y="13925"/>
                </a:lnTo>
                <a:lnTo>
                  <a:pt x="10062" y="13340"/>
                </a:lnTo>
                <a:lnTo>
                  <a:pt x="11071" y="12634"/>
                </a:lnTo>
                <a:lnTo>
                  <a:pt x="12035" y="11785"/>
                </a:lnTo>
                <a:lnTo>
                  <a:pt x="12966" y="10766"/>
                </a:lnTo>
                <a:lnTo>
                  <a:pt x="13875" y="9556"/>
                </a:lnTo>
                <a:lnTo>
                  <a:pt x="14433" y="8386"/>
                </a:lnTo>
                <a:lnTo>
                  <a:pt x="14959" y="7209"/>
                </a:lnTo>
                <a:lnTo>
                  <a:pt x="15462" y="6025"/>
                </a:lnTo>
                <a:lnTo>
                  <a:pt x="15939" y="4835"/>
                </a:lnTo>
                <a:lnTo>
                  <a:pt x="16396" y="3636"/>
                </a:lnTo>
                <a:lnTo>
                  <a:pt x="16836" y="2432"/>
                </a:lnTo>
                <a:lnTo>
                  <a:pt x="17260" y="1219"/>
                </a:lnTo>
                <a:lnTo>
                  <a:pt x="17673" y="0"/>
                </a:lnTo>
                <a:close/>
              </a:path>
            </a:pathLst>
          </a:custGeom>
          <a:solidFill>
            <a:srgbClr val="B39047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3" name="contour_07931"/>
          <p:cNvSpPr/>
          <p:nvPr/>
        </p:nvSpPr>
        <p:spPr>
          <a:xfrm>
            <a:off x="1227469" y="4868378"/>
            <a:ext cx="94919" cy="80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02" y="0"/>
                </a:moveTo>
                <a:lnTo>
                  <a:pt x="20499" y="1420"/>
                </a:lnTo>
                <a:lnTo>
                  <a:pt x="20965" y="2646"/>
                </a:lnTo>
                <a:lnTo>
                  <a:pt x="21303" y="3786"/>
                </a:lnTo>
                <a:lnTo>
                  <a:pt x="21515" y="4948"/>
                </a:lnTo>
                <a:lnTo>
                  <a:pt x="21600" y="6244"/>
                </a:lnTo>
                <a:lnTo>
                  <a:pt x="21560" y="7783"/>
                </a:lnTo>
                <a:lnTo>
                  <a:pt x="20958" y="9015"/>
                </a:lnTo>
                <a:lnTo>
                  <a:pt x="20328" y="10221"/>
                </a:lnTo>
                <a:lnTo>
                  <a:pt x="19670" y="11398"/>
                </a:lnTo>
                <a:lnTo>
                  <a:pt x="18981" y="12542"/>
                </a:lnTo>
                <a:lnTo>
                  <a:pt x="18260" y="13650"/>
                </a:lnTo>
                <a:lnTo>
                  <a:pt x="17504" y="14718"/>
                </a:lnTo>
                <a:lnTo>
                  <a:pt x="16709" y="15745"/>
                </a:lnTo>
                <a:lnTo>
                  <a:pt x="15875" y="16726"/>
                </a:lnTo>
                <a:lnTo>
                  <a:pt x="14999" y="17658"/>
                </a:lnTo>
                <a:lnTo>
                  <a:pt x="14080" y="18539"/>
                </a:lnTo>
                <a:lnTo>
                  <a:pt x="13115" y="19366"/>
                </a:lnTo>
                <a:lnTo>
                  <a:pt x="12102" y="20133"/>
                </a:lnTo>
                <a:lnTo>
                  <a:pt x="11039" y="20841"/>
                </a:lnTo>
                <a:lnTo>
                  <a:pt x="9815" y="21209"/>
                </a:lnTo>
                <a:lnTo>
                  <a:pt x="8680" y="21470"/>
                </a:lnTo>
                <a:lnTo>
                  <a:pt x="7607" y="21600"/>
                </a:lnTo>
                <a:lnTo>
                  <a:pt x="6561" y="21575"/>
                </a:lnTo>
                <a:lnTo>
                  <a:pt x="5514" y="21370"/>
                </a:lnTo>
                <a:lnTo>
                  <a:pt x="4435" y="20962"/>
                </a:lnTo>
                <a:lnTo>
                  <a:pt x="3290" y="20324"/>
                </a:lnTo>
                <a:lnTo>
                  <a:pt x="2478" y="19448"/>
                </a:lnTo>
                <a:lnTo>
                  <a:pt x="1760" y="18584"/>
                </a:lnTo>
                <a:lnTo>
                  <a:pt x="1119" y="17681"/>
                </a:lnTo>
                <a:lnTo>
                  <a:pt x="539" y="16691"/>
                </a:lnTo>
                <a:lnTo>
                  <a:pt x="0" y="15566"/>
                </a:lnTo>
                <a:lnTo>
                  <a:pt x="317" y="14206"/>
                </a:lnTo>
                <a:lnTo>
                  <a:pt x="595" y="13346"/>
                </a:lnTo>
                <a:lnTo>
                  <a:pt x="990" y="12624"/>
                </a:lnTo>
                <a:lnTo>
                  <a:pt x="1658" y="11675"/>
                </a:lnTo>
                <a:lnTo>
                  <a:pt x="2481" y="12640"/>
                </a:lnTo>
                <a:lnTo>
                  <a:pt x="3317" y="13620"/>
                </a:lnTo>
                <a:lnTo>
                  <a:pt x="4473" y="13959"/>
                </a:lnTo>
                <a:lnTo>
                  <a:pt x="5592" y="14224"/>
                </a:lnTo>
                <a:lnTo>
                  <a:pt x="6687" y="14410"/>
                </a:lnTo>
                <a:lnTo>
                  <a:pt x="7767" y="14514"/>
                </a:lnTo>
                <a:lnTo>
                  <a:pt x="8841" y="14529"/>
                </a:lnTo>
                <a:lnTo>
                  <a:pt x="9918" y="14451"/>
                </a:lnTo>
                <a:lnTo>
                  <a:pt x="11009" y="14278"/>
                </a:lnTo>
                <a:lnTo>
                  <a:pt x="12122" y="14002"/>
                </a:lnTo>
                <a:lnTo>
                  <a:pt x="13268" y="13620"/>
                </a:lnTo>
                <a:lnTo>
                  <a:pt x="14021" y="12651"/>
                </a:lnTo>
                <a:lnTo>
                  <a:pt x="14722" y="11634"/>
                </a:lnTo>
                <a:lnTo>
                  <a:pt x="15376" y="10571"/>
                </a:lnTo>
                <a:lnTo>
                  <a:pt x="15986" y="9472"/>
                </a:lnTo>
                <a:lnTo>
                  <a:pt x="16558" y="8342"/>
                </a:lnTo>
                <a:lnTo>
                  <a:pt x="17097" y="7184"/>
                </a:lnTo>
                <a:lnTo>
                  <a:pt x="17606" y="6005"/>
                </a:lnTo>
                <a:lnTo>
                  <a:pt x="18094" y="4812"/>
                </a:lnTo>
                <a:lnTo>
                  <a:pt x="18562" y="3607"/>
                </a:lnTo>
                <a:lnTo>
                  <a:pt x="19016" y="2401"/>
                </a:lnTo>
                <a:lnTo>
                  <a:pt x="19461" y="1197"/>
                </a:lnTo>
                <a:lnTo>
                  <a:pt x="19902" y="0"/>
                </a:lnTo>
                <a:close/>
              </a:path>
            </a:pathLst>
          </a:custGeom>
          <a:solidFill>
            <a:srgbClr val="97733A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4" name="contour_07932"/>
          <p:cNvSpPr/>
          <p:nvPr/>
        </p:nvSpPr>
        <p:spPr>
          <a:xfrm>
            <a:off x="8398853" y="4861090"/>
            <a:ext cx="3646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86" y="11"/>
                </a:lnTo>
                <a:lnTo>
                  <a:pt x="7334" y="95"/>
                </a:lnTo>
                <a:lnTo>
                  <a:pt x="9574" y="322"/>
                </a:lnTo>
                <a:lnTo>
                  <a:pt x="11460" y="760"/>
                </a:lnTo>
                <a:lnTo>
                  <a:pt x="13429" y="1486"/>
                </a:lnTo>
                <a:lnTo>
                  <a:pt x="15919" y="2566"/>
                </a:lnTo>
                <a:lnTo>
                  <a:pt x="18207" y="3836"/>
                </a:lnTo>
                <a:lnTo>
                  <a:pt x="19822" y="4959"/>
                </a:lnTo>
                <a:lnTo>
                  <a:pt x="20866" y="6106"/>
                </a:lnTo>
                <a:lnTo>
                  <a:pt x="21427" y="7452"/>
                </a:lnTo>
                <a:lnTo>
                  <a:pt x="21600" y="9163"/>
                </a:lnTo>
                <a:lnTo>
                  <a:pt x="20991" y="10640"/>
                </a:lnTo>
                <a:lnTo>
                  <a:pt x="20309" y="12081"/>
                </a:lnTo>
                <a:lnTo>
                  <a:pt x="19545" y="13489"/>
                </a:lnTo>
                <a:lnTo>
                  <a:pt x="18704" y="14869"/>
                </a:lnTo>
                <a:lnTo>
                  <a:pt x="17763" y="16232"/>
                </a:lnTo>
                <a:lnTo>
                  <a:pt x="16727" y="17580"/>
                </a:lnTo>
                <a:lnTo>
                  <a:pt x="15583" y="18919"/>
                </a:lnTo>
                <a:lnTo>
                  <a:pt x="14327" y="20256"/>
                </a:lnTo>
                <a:lnTo>
                  <a:pt x="12950" y="21600"/>
                </a:lnTo>
                <a:lnTo>
                  <a:pt x="9738" y="21194"/>
                </a:lnTo>
                <a:lnTo>
                  <a:pt x="7459" y="20879"/>
                </a:lnTo>
                <a:lnTo>
                  <a:pt x="5491" y="20550"/>
                </a:lnTo>
                <a:lnTo>
                  <a:pt x="3212" y="20105"/>
                </a:lnTo>
                <a:lnTo>
                  <a:pt x="0" y="19440"/>
                </a:lnTo>
                <a:lnTo>
                  <a:pt x="0" y="17945"/>
                </a:lnTo>
                <a:lnTo>
                  <a:pt x="0" y="16448"/>
                </a:lnTo>
                <a:lnTo>
                  <a:pt x="0" y="14954"/>
                </a:lnTo>
                <a:lnTo>
                  <a:pt x="0" y="13459"/>
                </a:lnTo>
                <a:lnTo>
                  <a:pt x="0" y="11962"/>
                </a:lnTo>
                <a:lnTo>
                  <a:pt x="0" y="10467"/>
                </a:lnTo>
                <a:lnTo>
                  <a:pt x="0" y="8973"/>
                </a:lnTo>
                <a:lnTo>
                  <a:pt x="0" y="7478"/>
                </a:lnTo>
                <a:lnTo>
                  <a:pt x="0" y="5981"/>
                </a:lnTo>
                <a:lnTo>
                  <a:pt x="0" y="4486"/>
                </a:lnTo>
                <a:lnTo>
                  <a:pt x="0" y="2992"/>
                </a:lnTo>
                <a:lnTo>
                  <a:pt x="0" y="1495"/>
                </a:lnTo>
                <a:lnTo>
                  <a:pt x="0" y="0"/>
                </a:lnTo>
                <a:close/>
              </a:path>
            </a:pathLst>
          </a:custGeom>
          <a:solidFill>
            <a:srgbClr val="E9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5" name="contour_07933"/>
          <p:cNvSpPr/>
          <p:nvPr/>
        </p:nvSpPr>
        <p:spPr>
          <a:xfrm>
            <a:off x="768326" y="4846004"/>
            <a:ext cx="51016" cy="45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14" y="28"/>
                </a:moveTo>
                <a:lnTo>
                  <a:pt x="16663" y="56"/>
                </a:lnTo>
                <a:lnTo>
                  <a:pt x="18166" y="115"/>
                </a:lnTo>
                <a:lnTo>
                  <a:pt x="21600" y="244"/>
                </a:lnTo>
                <a:lnTo>
                  <a:pt x="20869" y="4353"/>
                </a:lnTo>
                <a:lnTo>
                  <a:pt x="20279" y="7512"/>
                </a:lnTo>
                <a:lnTo>
                  <a:pt x="19761" y="9938"/>
                </a:lnTo>
                <a:lnTo>
                  <a:pt x="19255" y="11844"/>
                </a:lnTo>
                <a:lnTo>
                  <a:pt x="18690" y="13446"/>
                </a:lnTo>
                <a:lnTo>
                  <a:pt x="18005" y="14957"/>
                </a:lnTo>
                <a:lnTo>
                  <a:pt x="17132" y="16591"/>
                </a:lnTo>
                <a:lnTo>
                  <a:pt x="16006" y="18570"/>
                </a:lnTo>
                <a:lnTo>
                  <a:pt x="14012" y="19820"/>
                </a:lnTo>
                <a:lnTo>
                  <a:pt x="12099" y="20692"/>
                </a:lnTo>
                <a:lnTo>
                  <a:pt x="10226" y="21237"/>
                </a:lnTo>
                <a:lnTo>
                  <a:pt x="8350" y="21523"/>
                </a:lnTo>
                <a:lnTo>
                  <a:pt x="6431" y="21600"/>
                </a:lnTo>
                <a:lnTo>
                  <a:pt x="4425" y="21530"/>
                </a:lnTo>
                <a:lnTo>
                  <a:pt x="2296" y="21373"/>
                </a:lnTo>
                <a:lnTo>
                  <a:pt x="0" y="21188"/>
                </a:lnTo>
                <a:lnTo>
                  <a:pt x="272" y="19055"/>
                </a:lnTo>
                <a:lnTo>
                  <a:pt x="555" y="16930"/>
                </a:lnTo>
                <a:lnTo>
                  <a:pt x="852" y="14804"/>
                </a:lnTo>
                <a:lnTo>
                  <a:pt x="1157" y="12678"/>
                </a:lnTo>
                <a:lnTo>
                  <a:pt x="1481" y="10304"/>
                </a:lnTo>
                <a:lnTo>
                  <a:pt x="1808" y="7896"/>
                </a:lnTo>
                <a:lnTo>
                  <a:pt x="2592" y="5452"/>
                </a:lnTo>
                <a:lnTo>
                  <a:pt x="3274" y="3969"/>
                </a:lnTo>
                <a:lnTo>
                  <a:pt x="4246" y="2831"/>
                </a:lnTo>
                <a:lnTo>
                  <a:pt x="5881" y="1442"/>
                </a:lnTo>
                <a:lnTo>
                  <a:pt x="7918" y="799"/>
                </a:lnTo>
                <a:lnTo>
                  <a:pt x="9840" y="363"/>
                </a:lnTo>
                <a:lnTo>
                  <a:pt x="11741" y="101"/>
                </a:lnTo>
                <a:lnTo>
                  <a:pt x="13704" y="0"/>
                </a:lnTo>
                <a:lnTo>
                  <a:pt x="15814" y="28"/>
                </a:lnTo>
                <a:close/>
              </a:path>
            </a:pathLst>
          </a:custGeom>
          <a:solidFill>
            <a:srgbClr val="1C1A19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6" name="contour_07934"/>
          <p:cNvSpPr/>
          <p:nvPr/>
        </p:nvSpPr>
        <p:spPr>
          <a:xfrm>
            <a:off x="7968861" y="4810074"/>
            <a:ext cx="62473" cy="721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59" y="0"/>
                </a:moveTo>
                <a:lnTo>
                  <a:pt x="8023" y="1059"/>
                </a:lnTo>
                <a:lnTo>
                  <a:pt x="8494" y="2133"/>
                </a:lnTo>
                <a:lnTo>
                  <a:pt x="9701" y="3727"/>
                </a:lnTo>
                <a:lnTo>
                  <a:pt x="10747" y="4460"/>
                </a:lnTo>
                <a:lnTo>
                  <a:pt x="12531" y="4962"/>
                </a:lnTo>
                <a:lnTo>
                  <a:pt x="13211" y="5017"/>
                </a:lnTo>
                <a:lnTo>
                  <a:pt x="15275" y="5185"/>
                </a:lnTo>
                <a:lnTo>
                  <a:pt x="17236" y="5554"/>
                </a:lnTo>
                <a:lnTo>
                  <a:pt x="18501" y="5908"/>
                </a:lnTo>
                <a:lnTo>
                  <a:pt x="20159" y="6549"/>
                </a:lnTo>
                <a:lnTo>
                  <a:pt x="20925" y="8567"/>
                </a:lnTo>
                <a:lnTo>
                  <a:pt x="21378" y="9907"/>
                </a:lnTo>
                <a:lnTo>
                  <a:pt x="21582" y="10883"/>
                </a:lnTo>
                <a:lnTo>
                  <a:pt x="21600" y="11802"/>
                </a:lnTo>
                <a:lnTo>
                  <a:pt x="21497" y="12970"/>
                </a:lnTo>
                <a:lnTo>
                  <a:pt x="20552" y="14339"/>
                </a:lnTo>
                <a:lnTo>
                  <a:pt x="19438" y="15518"/>
                </a:lnTo>
                <a:lnTo>
                  <a:pt x="18181" y="16539"/>
                </a:lnTo>
                <a:lnTo>
                  <a:pt x="16797" y="17430"/>
                </a:lnTo>
                <a:lnTo>
                  <a:pt x="15313" y="18218"/>
                </a:lnTo>
                <a:lnTo>
                  <a:pt x="13753" y="18932"/>
                </a:lnTo>
                <a:lnTo>
                  <a:pt x="12138" y="19600"/>
                </a:lnTo>
                <a:lnTo>
                  <a:pt x="10493" y="20253"/>
                </a:lnTo>
                <a:lnTo>
                  <a:pt x="8840" y="20919"/>
                </a:lnTo>
                <a:lnTo>
                  <a:pt x="6597" y="21432"/>
                </a:lnTo>
                <a:lnTo>
                  <a:pt x="5138" y="21600"/>
                </a:lnTo>
                <a:lnTo>
                  <a:pt x="3828" y="21425"/>
                </a:lnTo>
                <a:lnTo>
                  <a:pt x="2028" y="20901"/>
                </a:lnTo>
                <a:lnTo>
                  <a:pt x="1023" y="20279"/>
                </a:lnTo>
                <a:lnTo>
                  <a:pt x="0" y="19648"/>
                </a:lnTo>
                <a:lnTo>
                  <a:pt x="1202" y="18810"/>
                </a:lnTo>
                <a:lnTo>
                  <a:pt x="2422" y="17961"/>
                </a:lnTo>
                <a:lnTo>
                  <a:pt x="3558" y="16688"/>
                </a:lnTo>
                <a:lnTo>
                  <a:pt x="4437" y="15465"/>
                </a:lnTo>
                <a:lnTo>
                  <a:pt x="5098" y="14265"/>
                </a:lnTo>
                <a:lnTo>
                  <a:pt x="5581" y="13046"/>
                </a:lnTo>
                <a:lnTo>
                  <a:pt x="5934" y="11782"/>
                </a:lnTo>
                <a:lnTo>
                  <a:pt x="6196" y="10435"/>
                </a:lnTo>
                <a:lnTo>
                  <a:pt x="6408" y="8977"/>
                </a:lnTo>
                <a:lnTo>
                  <a:pt x="6615" y="7368"/>
                </a:lnTo>
                <a:lnTo>
                  <a:pt x="6804" y="5988"/>
                </a:lnTo>
                <a:lnTo>
                  <a:pt x="6995" y="4598"/>
                </a:lnTo>
                <a:lnTo>
                  <a:pt x="7187" y="3190"/>
                </a:lnTo>
                <a:lnTo>
                  <a:pt x="7310" y="2135"/>
                </a:lnTo>
                <a:lnTo>
                  <a:pt x="7434" y="1076"/>
                </a:lnTo>
                <a:lnTo>
                  <a:pt x="7559" y="0"/>
                </a:lnTo>
                <a:close/>
              </a:path>
            </a:pathLst>
          </a:custGeom>
          <a:solidFill>
            <a:srgbClr val="45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7" name="contour_07935"/>
          <p:cNvSpPr/>
          <p:nvPr/>
        </p:nvSpPr>
        <p:spPr>
          <a:xfrm>
            <a:off x="2153044" y="4836901"/>
            <a:ext cx="58304" cy="47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1063"/>
                </a:moveTo>
                <a:lnTo>
                  <a:pt x="19621" y="3223"/>
                </a:lnTo>
                <a:lnTo>
                  <a:pt x="20199" y="5396"/>
                </a:lnTo>
                <a:lnTo>
                  <a:pt x="20663" y="7589"/>
                </a:lnTo>
                <a:lnTo>
                  <a:pt x="21036" y="9815"/>
                </a:lnTo>
                <a:lnTo>
                  <a:pt x="21341" y="12078"/>
                </a:lnTo>
                <a:lnTo>
                  <a:pt x="21600" y="14394"/>
                </a:lnTo>
                <a:lnTo>
                  <a:pt x="19815" y="14394"/>
                </a:lnTo>
                <a:lnTo>
                  <a:pt x="18020" y="14394"/>
                </a:lnTo>
                <a:lnTo>
                  <a:pt x="16200" y="14394"/>
                </a:lnTo>
                <a:lnTo>
                  <a:pt x="15887" y="15218"/>
                </a:lnTo>
                <a:lnTo>
                  <a:pt x="14945" y="17701"/>
                </a:lnTo>
                <a:lnTo>
                  <a:pt x="14229" y="19367"/>
                </a:lnTo>
                <a:lnTo>
                  <a:pt x="13500" y="21060"/>
                </a:lnTo>
                <a:lnTo>
                  <a:pt x="11583" y="21433"/>
                </a:lnTo>
                <a:lnTo>
                  <a:pt x="10222" y="21600"/>
                </a:lnTo>
                <a:lnTo>
                  <a:pt x="8772" y="21600"/>
                </a:lnTo>
                <a:lnTo>
                  <a:pt x="6583" y="21477"/>
                </a:lnTo>
                <a:lnTo>
                  <a:pt x="4733" y="21387"/>
                </a:lnTo>
                <a:lnTo>
                  <a:pt x="2859" y="21293"/>
                </a:lnTo>
                <a:lnTo>
                  <a:pt x="1439" y="21177"/>
                </a:lnTo>
                <a:lnTo>
                  <a:pt x="0" y="21060"/>
                </a:lnTo>
                <a:lnTo>
                  <a:pt x="494" y="17437"/>
                </a:lnTo>
                <a:lnTo>
                  <a:pt x="921" y="14571"/>
                </a:lnTo>
                <a:lnTo>
                  <a:pt x="1331" y="12318"/>
                </a:lnTo>
                <a:lnTo>
                  <a:pt x="1777" y="10532"/>
                </a:lnTo>
                <a:lnTo>
                  <a:pt x="2314" y="9065"/>
                </a:lnTo>
                <a:lnTo>
                  <a:pt x="2992" y="7782"/>
                </a:lnTo>
                <a:lnTo>
                  <a:pt x="3866" y="6532"/>
                </a:lnTo>
                <a:lnTo>
                  <a:pt x="4990" y="5173"/>
                </a:lnTo>
                <a:lnTo>
                  <a:pt x="6412" y="3563"/>
                </a:lnTo>
                <a:lnTo>
                  <a:pt x="9166" y="2006"/>
                </a:lnTo>
                <a:lnTo>
                  <a:pt x="11232" y="927"/>
                </a:lnTo>
                <a:lnTo>
                  <a:pt x="12828" y="270"/>
                </a:lnTo>
                <a:lnTo>
                  <a:pt x="14175" y="0"/>
                </a:lnTo>
                <a:lnTo>
                  <a:pt x="15490" y="73"/>
                </a:lnTo>
                <a:lnTo>
                  <a:pt x="16994" y="440"/>
                </a:lnTo>
                <a:lnTo>
                  <a:pt x="18900" y="1063"/>
                </a:lnTo>
                <a:close/>
              </a:path>
            </a:pathLst>
          </a:custGeom>
          <a:solidFill>
            <a:srgbClr val="36353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8" name="contour_07936"/>
          <p:cNvSpPr/>
          <p:nvPr/>
        </p:nvSpPr>
        <p:spPr>
          <a:xfrm>
            <a:off x="10182807" y="4795498"/>
            <a:ext cx="5990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1" y="0"/>
                </a:moveTo>
                <a:lnTo>
                  <a:pt x="9113" y="1337"/>
                </a:lnTo>
                <a:lnTo>
                  <a:pt x="9765" y="2678"/>
                </a:lnTo>
                <a:lnTo>
                  <a:pt x="10424" y="4031"/>
                </a:lnTo>
                <a:lnTo>
                  <a:pt x="11089" y="5400"/>
                </a:lnTo>
                <a:lnTo>
                  <a:pt x="9352" y="5400"/>
                </a:lnTo>
                <a:lnTo>
                  <a:pt x="7605" y="5400"/>
                </a:lnTo>
                <a:lnTo>
                  <a:pt x="5834" y="5400"/>
                </a:lnTo>
                <a:lnTo>
                  <a:pt x="5834" y="7182"/>
                </a:lnTo>
                <a:lnTo>
                  <a:pt x="5834" y="8967"/>
                </a:lnTo>
                <a:lnTo>
                  <a:pt x="5834" y="10760"/>
                </a:lnTo>
                <a:lnTo>
                  <a:pt x="5834" y="12560"/>
                </a:lnTo>
                <a:lnTo>
                  <a:pt x="5834" y="14372"/>
                </a:lnTo>
                <a:lnTo>
                  <a:pt x="5834" y="16200"/>
                </a:lnTo>
                <a:lnTo>
                  <a:pt x="7568" y="15903"/>
                </a:lnTo>
                <a:lnTo>
                  <a:pt x="9305" y="15606"/>
                </a:lnTo>
                <a:lnTo>
                  <a:pt x="11042" y="15309"/>
                </a:lnTo>
                <a:lnTo>
                  <a:pt x="12784" y="15009"/>
                </a:lnTo>
                <a:lnTo>
                  <a:pt x="14531" y="14710"/>
                </a:lnTo>
                <a:lnTo>
                  <a:pt x="16287" y="14410"/>
                </a:lnTo>
                <a:lnTo>
                  <a:pt x="18047" y="14108"/>
                </a:lnTo>
                <a:lnTo>
                  <a:pt x="19818" y="13805"/>
                </a:lnTo>
                <a:lnTo>
                  <a:pt x="21600" y="13500"/>
                </a:lnTo>
                <a:lnTo>
                  <a:pt x="21600" y="15104"/>
                </a:lnTo>
                <a:lnTo>
                  <a:pt x="21600" y="16713"/>
                </a:lnTo>
                <a:lnTo>
                  <a:pt x="21600" y="18328"/>
                </a:lnTo>
                <a:lnTo>
                  <a:pt x="21600" y="19956"/>
                </a:lnTo>
                <a:lnTo>
                  <a:pt x="21600" y="21600"/>
                </a:lnTo>
                <a:lnTo>
                  <a:pt x="19866" y="21600"/>
                </a:lnTo>
                <a:lnTo>
                  <a:pt x="18131" y="21600"/>
                </a:lnTo>
                <a:lnTo>
                  <a:pt x="16394" y="21600"/>
                </a:lnTo>
                <a:lnTo>
                  <a:pt x="14655" y="21600"/>
                </a:lnTo>
                <a:lnTo>
                  <a:pt x="12913" y="21600"/>
                </a:lnTo>
                <a:lnTo>
                  <a:pt x="11168" y="21600"/>
                </a:lnTo>
                <a:lnTo>
                  <a:pt x="9418" y="21600"/>
                </a:lnTo>
                <a:lnTo>
                  <a:pt x="7662" y="21600"/>
                </a:lnTo>
                <a:lnTo>
                  <a:pt x="5902" y="21600"/>
                </a:lnTo>
                <a:lnTo>
                  <a:pt x="4136" y="21600"/>
                </a:lnTo>
                <a:lnTo>
                  <a:pt x="2360" y="21600"/>
                </a:lnTo>
                <a:lnTo>
                  <a:pt x="578" y="21600"/>
                </a:lnTo>
                <a:lnTo>
                  <a:pt x="371" y="17666"/>
                </a:lnTo>
                <a:lnTo>
                  <a:pt x="208" y="14488"/>
                </a:lnTo>
                <a:lnTo>
                  <a:pt x="92" y="11953"/>
                </a:lnTo>
                <a:lnTo>
                  <a:pt x="24" y="9949"/>
                </a:lnTo>
                <a:lnTo>
                  <a:pt x="0" y="8362"/>
                </a:lnTo>
                <a:lnTo>
                  <a:pt x="24" y="7077"/>
                </a:lnTo>
                <a:lnTo>
                  <a:pt x="92" y="5981"/>
                </a:lnTo>
                <a:lnTo>
                  <a:pt x="208" y="4963"/>
                </a:lnTo>
                <a:lnTo>
                  <a:pt x="371" y="3907"/>
                </a:lnTo>
                <a:lnTo>
                  <a:pt x="578" y="2700"/>
                </a:lnTo>
                <a:lnTo>
                  <a:pt x="2549" y="1741"/>
                </a:lnTo>
                <a:lnTo>
                  <a:pt x="3944" y="1120"/>
                </a:lnTo>
                <a:lnTo>
                  <a:pt x="5142" y="710"/>
                </a:lnTo>
                <a:lnTo>
                  <a:pt x="6522" y="381"/>
                </a:lnTo>
                <a:lnTo>
                  <a:pt x="8461" y="0"/>
                </a:lnTo>
                <a:close/>
              </a:path>
            </a:pathLst>
          </a:custGeom>
          <a:solidFill>
            <a:srgbClr val="CAA753"/>
          </a:solidFill>
          <a:ln>
            <a:noFill/>
          </a:ln>
        </p:spPr>
        <p:txBody>
          <a:bodyPr/>
          <a:lstStyle/>
          <a:p/>
        </p:txBody>
      </p:sp>
      <p:sp>
        <p:nvSpPr>
          <p:cNvPr id="7939" name="contour_07937"/>
          <p:cNvSpPr/>
          <p:nvPr/>
        </p:nvSpPr>
        <p:spPr>
          <a:xfrm>
            <a:off x="10884058" y="4802786"/>
            <a:ext cx="595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60" y="240"/>
                </a:lnTo>
                <a:lnTo>
                  <a:pt x="3856" y="505"/>
                </a:lnTo>
                <a:lnTo>
                  <a:pt x="5694" y="810"/>
                </a:lnTo>
                <a:lnTo>
                  <a:pt x="7473" y="1177"/>
                </a:lnTo>
                <a:lnTo>
                  <a:pt x="9195" y="1623"/>
                </a:lnTo>
                <a:lnTo>
                  <a:pt x="10863" y="2160"/>
                </a:lnTo>
                <a:lnTo>
                  <a:pt x="12479" y="2813"/>
                </a:lnTo>
                <a:lnTo>
                  <a:pt x="14047" y="3594"/>
                </a:lnTo>
                <a:lnTo>
                  <a:pt x="15565" y="4525"/>
                </a:lnTo>
                <a:lnTo>
                  <a:pt x="17038" y="5619"/>
                </a:lnTo>
                <a:lnTo>
                  <a:pt x="18466" y="6898"/>
                </a:lnTo>
                <a:lnTo>
                  <a:pt x="19855" y="8375"/>
                </a:lnTo>
                <a:lnTo>
                  <a:pt x="20701" y="10244"/>
                </a:lnTo>
                <a:lnTo>
                  <a:pt x="21238" y="12072"/>
                </a:lnTo>
                <a:lnTo>
                  <a:pt x="21521" y="13886"/>
                </a:lnTo>
                <a:lnTo>
                  <a:pt x="21600" y="15719"/>
                </a:lnTo>
                <a:lnTo>
                  <a:pt x="21531" y="17596"/>
                </a:lnTo>
                <a:lnTo>
                  <a:pt x="21365" y="19545"/>
                </a:lnTo>
                <a:lnTo>
                  <a:pt x="21156" y="21600"/>
                </a:lnTo>
                <a:lnTo>
                  <a:pt x="19188" y="21092"/>
                </a:lnTo>
                <a:lnTo>
                  <a:pt x="17792" y="20698"/>
                </a:lnTo>
                <a:lnTo>
                  <a:pt x="16586" y="20288"/>
                </a:lnTo>
                <a:lnTo>
                  <a:pt x="15190" y="19732"/>
                </a:lnTo>
                <a:lnTo>
                  <a:pt x="13222" y="18900"/>
                </a:lnTo>
                <a:lnTo>
                  <a:pt x="13222" y="17115"/>
                </a:lnTo>
                <a:lnTo>
                  <a:pt x="13222" y="15320"/>
                </a:lnTo>
                <a:lnTo>
                  <a:pt x="13222" y="13500"/>
                </a:lnTo>
                <a:lnTo>
                  <a:pt x="11477" y="13945"/>
                </a:lnTo>
                <a:lnTo>
                  <a:pt x="9729" y="14391"/>
                </a:lnTo>
                <a:lnTo>
                  <a:pt x="7973" y="14839"/>
                </a:lnTo>
                <a:lnTo>
                  <a:pt x="6209" y="15290"/>
                </a:lnTo>
                <a:lnTo>
                  <a:pt x="4435" y="15744"/>
                </a:lnTo>
                <a:lnTo>
                  <a:pt x="2644" y="16200"/>
                </a:lnTo>
                <a:lnTo>
                  <a:pt x="2835" y="15487"/>
                </a:lnTo>
                <a:lnTo>
                  <a:pt x="3409" y="13341"/>
                </a:lnTo>
                <a:lnTo>
                  <a:pt x="3850" y="11494"/>
                </a:lnTo>
                <a:lnTo>
                  <a:pt x="4297" y="9617"/>
                </a:lnTo>
                <a:lnTo>
                  <a:pt x="4760" y="7781"/>
                </a:lnTo>
                <a:lnTo>
                  <a:pt x="5228" y="5916"/>
                </a:lnTo>
                <a:lnTo>
                  <a:pt x="5241" y="5116"/>
                </a:lnTo>
                <a:lnTo>
                  <a:pt x="5289" y="2700"/>
                </a:lnTo>
                <a:lnTo>
                  <a:pt x="3752" y="1655"/>
                </a:lnTo>
                <a:lnTo>
                  <a:pt x="2689" y="1026"/>
                </a:lnTo>
                <a:lnTo>
                  <a:pt x="1605" y="559"/>
                </a:lnTo>
                <a:lnTo>
                  <a:pt x="0" y="0"/>
                </a:lnTo>
                <a:close/>
              </a:path>
            </a:pathLst>
          </a:custGeom>
          <a:solidFill>
            <a:srgbClr val="A19985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0" name="contour_07938"/>
          <p:cNvSpPr/>
          <p:nvPr/>
        </p:nvSpPr>
        <p:spPr>
          <a:xfrm>
            <a:off x="5271087" y="4788210"/>
            <a:ext cx="4705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9" y="0"/>
                </a:moveTo>
                <a:lnTo>
                  <a:pt x="2569" y="363"/>
                </a:lnTo>
                <a:lnTo>
                  <a:pt x="4576" y="730"/>
                </a:lnTo>
                <a:lnTo>
                  <a:pt x="6583" y="1098"/>
                </a:lnTo>
                <a:lnTo>
                  <a:pt x="8590" y="1469"/>
                </a:lnTo>
                <a:lnTo>
                  <a:pt x="10594" y="1842"/>
                </a:lnTo>
                <a:lnTo>
                  <a:pt x="11424" y="1995"/>
                </a:lnTo>
                <a:lnTo>
                  <a:pt x="12886" y="2262"/>
                </a:lnTo>
                <a:lnTo>
                  <a:pt x="16241" y="2877"/>
                </a:lnTo>
                <a:lnTo>
                  <a:pt x="18419" y="3397"/>
                </a:lnTo>
                <a:lnTo>
                  <a:pt x="20630" y="3927"/>
                </a:lnTo>
                <a:lnTo>
                  <a:pt x="20630" y="4901"/>
                </a:lnTo>
                <a:lnTo>
                  <a:pt x="20630" y="5891"/>
                </a:lnTo>
                <a:lnTo>
                  <a:pt x="18265" y="5891"/>
                </a:lnTo>
                <a:lnTo>
                  <a:pt x="15896" y="5891"/>
                </a:lnTo>
                <a:lnTo>
                  <a:pt x="13521" y="5891"/>
                </a:lnTo>
                <a:lnTo>
                  <a:pt x="11136" y="5891"/>
                </a:lnTo>
                <a:lnTo>
                  <a:pt x="8741" y="5891"/>
                </a:lnTo>
                <a:lnTo>
                  <a:pt x="6332" y="5891"/>
                </a:lnTo>
                <a:lnTo>
                  <a:pt x="3904" y="5891"/>
                </a:lnTo>
                <a:lnTo>
                  <a:pt x="3402" y="7293"/>
                </a:lnTo>
                <a:lnTo>
                  <a:pt x="3151" y="8300"/>
                </a:lnTo>
                <a:lnTo>
                  <a:pt x="3151" y="9196"/>
                </a:lnTo>
                <a:lnTo>
                  <a:pt x="3402" y="10262"/>
                </a:lnTo>
                <a:lnTo>
                  <a:pt x="3904" y="11782"/>
                </a:lnTo>
                <a:lnTo>
                  <a:pt x="6128" y="12106"/>
                </a:lnTo>
                <a:lnTo>
                  <a:pt x="7741" y="12302"/>
                </a:lnTo>
                <a:lnTo>
                  <a:pt x="9527" y="12455"/>
                </a:lnTo>
                <a:lnTo>
                  <a:pt x="12267" y="12642"/>
                </a:lnTo>
                <a:lnTo>
                  <a:pt x="15007" y="12856"/>
                </a:lnTo>
                <a:lnTo>
                  <a:pt x="16793" y="13044"/>
                </a:lnTo>
                <a:lnTo>
                  <a:pt x="18405" y="13306"/>
                </a:lnTo>
                <a:lnTo>
                  <a:pt x="20630" y="13745"/>
                </a:lnTo>
                <a:lnTo>
                  <a:pt x="21292" y="15118"/>
                </a:lnTo>
                <a:lnTo>
                  <a:pt x="21590" y="16381"/>
                </a:lnTo>
                <a:lnTo>
                  <a:pt x="21600" y="17596"/>
                </a:lnTo>
                <a:lnTo>
                  <a:pt x="21393" y="18827"/>
                </a:lnTo>
                <a:lnTo>
                  <a:pt x="21048" y="20141"/>
                </a:lnTo>
                <a:lnTo>
                  <a:pt x="20630" y="21600"/>
                </a:lnTo>
                <a:lnTo>
                  <a:pt x="18395" y="21368"/>
                </a:lnTo>
                <a:lnTo>
                  <a:pt x="16164" y="21123"/>
                </a:lnTo>
                <a:lnTo>
                  <a:pt x="13939" y="20864"/>
                </a:lnTo>
                <a:lnTo>
                  <a:pt x="12073" y="20657"/>
                </a:lnTo>
                <a:lnTo>
                  <a:pt x="10176" y="20449"/>
                </a:lnTo>
                <a:lnTo>
                  <a:pt x="8724" y="20045"/>
                </a:lnTo>
                <a:lnTo>
                  <a:pt x="7249" y="19636"/>
                </a:lnTo>
                <a:lnTo>
                  <a:pt x="7249" y="18338"/>
                </a:lnTo>
                <a:lnTo>
                  <a:pt x="7249" y="17033"/>
                </a:lnTo>
                <a:lnTo>
                  <a:pt x="7249" y="15709"/>
                </a:lnTo>
                <a:lnTo>
                  <a:pt x="5603" y="15316"/>
                </a:lnTo>
                <a:lnTo>
                  <a:pt x="3931" y="14920"/>
                </a:lnTo>
                <a:lnTo>
                  <a:pt x="2258" y="14337"/>
                </a:lnTo>
                <a:lnTo>
                  <a:pt x="559" y="13745"/>
                </a:lnTo>
                <a:lnTo>
                  <a:pt x="241" y="12155"/>
                </a:lnTo>
                <a:lnTo>
                  <a:pt x="64" y="10994"/>
                </a:lnTo>
                <a:lnTo>
                  <a:pt x="0" y="9932"/>
                </a:lnTo>
                <a:lnTo>
                  <a:pt x="30" y="8628"/>
                </a:lnTo>
                <a:lnTo>
                  <a:pt x="140" y="6751"/>
                </a:lnTo>
                <a:lnTo>
                  <a:pt x="201" y="5490"/>
                </a:lnTo>
                <a:lnTo>
                  <a:pt x="261" y="4222"/>
                </a:lnTo>
                <a:lnTo>
                  <a:pt x="324" y="2938"/>
                </a:lnTo>
                <a:lnTo>
                  <a:pt x="401" y="1968"/>
                </a:lnTo>
                <a:lnTo>
                  <a:pt x="478" y="990"/>
                </a:lnTo>
                <a:lnTo>
                  <a:pt x="559" y="0"/>
                </a:lnTo>
                <a:close/>
              </a:path>
            </a:pathLst>
          </a:custGeom>
          <a:solidFill>
            <a:srgbClr val="D6CFEC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1" name="contour_07939"/>
          <p:cNvSpPr/>
          <p:nvPr/>
        </p:nvSpPr>
        <p:spPr>
          <a:xfrm>
            <a:off x="7057156" y="4744082"/>
            <a:ext cx="40886" cy="587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70" y="0"/>
                </a:moveTo>
                <a:lnTo>
                  <a:pt x="10581" y="324"/>
                </a:lnTo>
                <a:lnTo>
                  <a:pt x="12941" y="703"/>
                </a:lnTo>
                <a:lnTo>
                  <a:pt x="15159" y="1201"/>
                </a:lnTo>
                <a:lnTo>
                  <a:pt x="17349" y="1888"/>
                </a:lnTo>
                <a:lnTo>
                  <a:pt x="19625" y="2829"/>
                </a:lnTo>
                <a:lnTo>
                  <a:pt x="20614" y="4827"/>
                </a:lnTo>
                <a:lnTo>
                  <a:pt x="21273" y="6741"/>
                </a:lnTo>
                <a:lnTo>
                  <a:pt x="21600" y="8608"/>
                </a:lnTo>
                <a:lnTo>
                  <a:pt x="21600" y="10458"/>
                </a:lnTo>
                <a:lnTo>
                  <a:pt x="21269" y="12324"/>
                </a:lnTo>
                <a:lnTo>
                  <a:pt x="20610" y="14242"/>
                </a:lnTo>
                <a:lnTo>
                  <a:pt x="19625" y="16237"/>
                </a:lnTo>
                <a:lnTo>
                  <a:pt x="17357" y="17242"/>
                </a:lnTo>
                <a:lnTo>
                  <a:pt x="15070" y="18119"/>
                </a:lnTo>
                <a:lnTo>
                  <a:pt x="12748" y="18886"/>
                </a:lnTo>
                <a:lnTo>
                  <a:pt x="10388" y="19554"/>
                </a:lnTo>
                <a:lnTo>
                  <a:pt x="7978" y="20144"/>
                </a:lnTo>
                <a:lnTo>
                  <a:pt x="5510" y="20669"/>
                </a:lnTo>
                <a:lnTo>
                  <a:pt x="2976" y="21149"/>
                </a:lnTo>
                <a:lnTo>
                  <a:pt x="373" y="21600"/>
                </a:lnTo>
                <a:lnTo>
                  <a:pt x="312" y="19758"/>
                </a:lnTo>
                <a:lnTo>
                  <a:pt x="262" y="17913"/>
                </a:lnTo>
                <a:lnTo>
                  <a:pt x="216" y="16071"/>
                </a:lnTo>
                <a:lnTo>
                  <a:pt x="173" y="14226"/>
                </a:lnTo>
                <a:lnTo>
                  <a:pt x="135" y="12381"/>
                </a:lnTo>
                <a:lnTo>
                  <a:pt x="89" y="10670"/>
                </a:lnTo>
                <a:lnTo>
                  <a:pt x="42" y="8946"/>
                </a:lnTo>
                <a:lnTo>
                  <a:pt x="0" y="7197"/>
                </a:lnTo>
                <a:lnTo>
                  <a:pt x="293" y="4717"/>
                </a:lnTo>
                <a:lnTo>
                  <a:pt x="913" y="2767"/>
                </a:lnTo>
                <a:lnTo>
                  <a:pt x="2183" y="1338"/>
                </a:lnTo>
                <a:lnTo>
                  <a:pt x="4428" y="418"/>
                </a:lnTo>
                <a:lnTo>
                  <a:pt x="7970" y="0"/>
                </a:lnTo>
                <a:close/>
              </a:path>
            </a:pathLst>
          </a:custGeom>
          <a:solidFill>
            <a:srgbClr val="A27C25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2" name="contour_07940"/>
          <p:cNvSpPr/>
          <p:nvPr/>
        </p:nvSpPr>
        <p:spPr>
          <a:xfrm>
            <a:off x="4645537" y="4729906"/>
            <a:ext cx="104167" cy="59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6" y="0"/>
                </a:moveTo>
                <a:lnTo>
                  <a:pt x="20396" y="0"/>
                </a:lnTo>
                <a:lnTo>
                  <a:pt x="21157" y="0"/>
                </a:lnTo>
                <a:lnTo>
                  <a:pt x="21243" y="1574"/>
                </a:lnTo>
                <a:lnTo>
                  <a:pt x="21317" y="3147"/>
                </a:lnTo>
                <a:lnTo>
                  <a:pt x="21382" y="4723"/>
                </a:lnTo>
                <a:lnTo>
                  <a:pt x="21441" y="6302"/>
                </a:lnTo>
                <a:lnTo>
                  <a:pt x="21520" y="8062"/>
                </a:lnTo>
                <a:lnTo>
                  <a:pt x="21600" y="9847"/>
                </a:lnTo>
                <a:lnTo>
                  <a:pt x="21316" y="11872"/>
                </a:lnTo>
                <a:lnTo>
                  <a:pt x="20988" y="13209"/>
                </a:lnTo>
                <a:lnTo>
                  <a:pt x="20405" y="14459"/>
                </a:lnTo>
                <a:lnTo>
                  <a:pt x="19357" y="16221"/>
                </a:lnTo>
                <a:lnTo>
                  <a:pt x="18371" y="17139"/>
                </a:lnTo>
                <a:lnTo>
                  <a:pt x="17370" y="17906"/>
                </a:lnTo>
                <a:lnTo>
                  <a:pt x="16353" y="18543"/>
                </a:lnTo>
                <a:lnTo>
                  <a:pt x="15324" y="19061"/>
                </a:lnTo>
                <a:lnTo>
                  <a:pt x="14280" y="19482"/>
                </a:lnTo>
                <a:lnTo>
                  <a:pt x="13223" y="19822"/>
                </a:lnTo>
                <a:lnTo>
                  <a:pt x="12155" y="20101"/>
                </a:lnTo>
                <a:lnTo>
                  <a:pt x="11073" y="20332"/>
                </a:lnTo>
                <a:lnTo>
                  <a:pt x="9982" y="20536"/>
                </a:lnTo>
                <a:lnTo>
                  <a:pt x="8878" y="20730"/>
                </a:lnTo>
                <a:lnTo>
                  <a:pt x="8360" y="20857"/>
                </a:lnTo>
                <a:lnTo>
                  <a:pt x="6794" y="21244"/>
                </a:lnTo>
                <a:lnTo>
                  <a:pt x="5706" y="21435"/>
                </a:lnTo>
                <a:lnTo>
                  <a:pt x="4661" y="21566"/>
                </a:lnTo>
                <a:lnTo>
                  <a:pt x="3630" y="21600"/>
                </a:lnTo>
                <a:lnTo>
                  <a:pt x="2590" y="21502"/>
                </a:lnTo>
                <a:lnTo>
                  <a:pt x="1511" y="21229"/>
                </a:lnTo>
                <a:lnTo>
                  <a:pt x="916" y="19270"/>
                </a:lnTo>
                <a:lnTo>
                  <a:pt x="538" y="17877"/>
                </a:lnTo>
                <a:lnTo>
                  <a:pt x="308" y="16667"/>
                </a:lnTo>
                <a:lnTo>
                  <a:pt x="154" y="15258"/>
                </a:lnTo>
                <a:lnTo>
                  <a:pt x="0" y="13268"/>
                </a:lnTo>
                <a:lnTo>
                  <a:pt x="366" y="13281"/>
                </a:lnTo>
                <a:lnTo>
                  <a:pt x="1010" y="13305"/>
                </a:lnTo>
                <a:lnTo>
                  <a:pt x="2486" y="13361"/>
                </a:lnTo>
                <a:lnTo>
                  <a:pt x="3305" y="13379"/>
                </a:lnTo>
                <a:lnTo>
                  <a:pt x="4124" y="13398"/>
                </a:lnTo>
                <a:lnTo>
                  <a:pt x="4942" y="13416"/>
                </a:lnTo>
                <a:lnTo>
                  <a:pt x="5761" y="13432"/>
                </a:lnTo>
                <a:lnTo>
                  <a:pt x="6167" y="13451"/>
                </a:lnTo>
                <a:lnTo>
                  <a:pt x="7394" y="13501"/>
                </a:lnTo>
                <a:lnTo>
                  <a:pt x="8492" y="13501"/>
                </a:lnTo>
                <a:lnTo>
                  <a:pt x="9554" y="13456"/>
                </a:lnTo>
                <a:lnTo>
                  <a:pt x="10589" y="13350"/>
                </a:lnTo>
                <a:lnTo>
                  <a:pt x="11606" y="13170"/>
                </a:lnTo>
                <a:lnTo>
                  <a:pt x="12608" y="12899"/>
                </a:lnTo>
                <a:lnTo>
                  <a:pt x="13604" y="12522"/>
                </a:lnTo>
                <a:lnTo>
                  <a:pt x="14601" y="12026"/>
                </a:lnTo>
                <a:lnTo>
                  <a:pt x="15605" y="11394"/>
                </a:lnTo>
                <a:lnTo>
                  <a:pt x="16624" y="10614"/>
                </a:lnTo>
                <a:lnTo>
                  <a:pt x="17242" y="9075"/>
                </a:lnTo>
                <a:lnTo>
                  <a:pt x="17624" y="7995"/>
                </a:lnTo>
                <a:lnTo>
                  <a:pt x="17932" y="6854"/>
                </a:lnTo>
                <a:lnTo>
                  <a:pt x="18324" y="5143"/>
                </a:lnTo>
                <a:lnTo>
                  <a:pt x="18821" y="3009"/>
                </a:lnTo>
                <a:lnTo>
                  <a:pt x="19164" y="1677"/>
                </a:lnTo>
                <a:lnTo>
                  <a:pt x="19646" y="0"/>
                </a:lnTo>
                <a:close/>
              </a:path>
            </a:pathLst>
          </a:custGeom>
          <a:solidFill>
            <a:srgbClr val="8772A4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3" name="contour_07941"/>
          <p:cNvSpPr/>
          <p:nvPr/>
        </p:nvSpPr>
        <p:spPr>
          <a:xfrm>
            <a:off x="10322883" y="4725716"/>
            <a:ext cx="65592" cy="55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78" y="371"/>
                </a:moveTo>
                <a:lnTo>
                  <a:pt x="6758" y="114"/>
                </a:lnTo>
                <a:lnTo>
                  <a:pt x="8333" y="0"/>
                </a:lnTo>
                <a:lnTo>
                  <a:pt x="9792" y="63"/>
                </a:lnTo>
                <a:lnTo>
                  <a:pt x="11227" y="334"/>
                </a:lnTo>
                <a:lnTo>
                  <a:pt x="12734" y="847"/>
                </a:lnTo>
                <a:lnTo>
                  <a:pt x="14400" y="1640"/>
                </a:lnTo>
                <a:lnTo>
                  <a:pt x="15286" y="3368"/>
                </a:lnTo>
                <a:lnTo>
                  <a:pt x="16106" y="5107"/>
                </a:lnTo>
                <a:lnTo>
                  <a:pt x="16870" y="6864"/>
                </a:lnTo>
                <a:lnTo>
                  <a:pt x="17580" y="8634"/>
                </a:lnTo>
                <a:lnTo>
                  <a:pt x="18245" y="10422"/>
                </a:lnTo>
                <a:lnTo>
                  <a:pt x="18869" y="12227"/>
                </a:lnTo>
                <a:lnTo>
                  <a:pt x="19457" y="14055"/>
                </a:lnTo>
                <a:lnTo>
                  <a:pt x="20021" y="15903"/>
                </a:lnTo>
                <a:lnTo>
                  <a:pt x="20561" y="17776"/>
                </a:lnTo>
                <a:lnTo>
                  <a:pt x="21086" y="19675"/>
                </a:lnTo>
                <a:lnTo>
                  <a:pt x="21600" y="21600"/>
                </a:lnTo>
                <a:lnTo>
                  <a:pt x="20158" y="21115"/>
                </a:lnTo>
                <a:lnTo>
                  <a:pt x="18715" y="20622"/>
                </a:lnTo>
                <a:lnTo>
                  <a:pt x="17275" y="20123"/>
                </a:lnTo>
                <a:lnTo>
                  <a:pt x="15838" y="19615"/>
                </a:lnTo>
                <a:lnTo>
                  <a:pt x="14400" y="19105"/>
                </a:lnTo>
                <a:lnTo>
                  <a:pt x="13063" y="18640"/>
                </a:lnTo>
                <a:lnTo>
                  <a:pt x="11714" y="18173"/>
                </a:lnTo>
                <a:lnTo>
                  <a:pt x="10349" y="17702"/>
                </a:lnTo>
                <a:lnTo>
                  <a:pt x="9888" y="17437"/>
                </a:lnTo>
                <a:lnTo>
                  <a:pt x="9070" y="16969"/>
                </a:lnTo>
                <a:lnTo>
                  <a:pt x="7200" y="15897"/>
                </a:lnTo>
                <a:lnTo>
                  <a:pt x="7200" y="14012"/>
                </a:lnTo>
                <a:lnTo>
                  <a:pt x="7200" y="12116"/>
                </a:lnTo>
                <a:lnTo>
                  <a:pt x="7200" y="10194"/>
                </a:lnTo>
                <a:lnTo>
                  <a:pt x="5774" y="10194"/>
                </a:lnTo>
                <a:lnTo>
                  <a:pt x="4344" y="10194"/>
                </a:lnTo>
                <a:lnTo>
                  <a:pt x="2909" y="10194"/>
                </a:lnTo>
                <a:lnTo>
                  <a:pt x="1462" y="10194"/>
                </a:lnTo>
                <a:lnTo>
                  <a:pt x="0" y="10194"/>
                </a:lnTo>
                <a:lnTo>
                  <a:pt x="269" y="7887"/>
                </a:lnTo>
                <a:lnTo>
                  <a:pt x="619" y="5891"/>
                </a:lnTo>
                <a:lnTo>
                  <a:pt x="1162" y="4177"/>
                </a:lnTo>
                <a:lnTo>
                  <a:pt x="1997" y="2706"/>
                </a:lnTo>
                <a:lnTo>
                  <a:pt x="3235" y="1449"/>
                </a:lnTo>
                <a:lnTo>
                  <a:pt x="4978" y="371"/>
                </a:lnTo>
                <a:close/>
              </a:path>
            </a:pathLst>
          </a:custGeom>
          <a:solidFill>
            <a:srgbClr val="9C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4" name="contour_07942"/>
          <p:cNvSpPr/>
          <p:nvPr/>
        </p:nvSpPr>
        <p:spPr>
          <a:xfrm>
            <a:off x="8362413" y="4729906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826" y="611"/>
                </a:lnTo>
                <a:lnTo>
                  <a:pt x="5256" y="1225"/>
                </a:lnTo>
                <a:lnTo>
                  <a:pt x="6691" y="1839"/>
                </a:lnTo>
                <a:lnTo>
                  <a:pt x="8138" y="2459"/>
                </a:lnTo>
                <a:lnTo>
                  <a:pt x="9600" y="3086"/>
                </a:lnTo>
                <a:lnTo>
                  <a:pt x="9125" y="4919"/>
                </a:lnTo>
                <a:lnTo>
                  <a:pt x="8647" y="6758"/>
                </a:lnTo>
                <a:lnTo>
                  <a:pt x="8170" y="8603"/>
                </a:lnTo>
                <a:lnTo>
                  <a:pt x="7687" y="10464"/>
                </a:lnTo>
                <a:lnTo>
                  <a:pt x="7200" y="12343"/>
                </a:lnTo>
                <a:lnTo>
                  <a:pt x="8686" y="11960"/>
                </a:lnTo>
                <a:lnTo>
                  <a:pt x="10171" y="11578"/>
                </a:lnTo>
                <a:lnTo>
                  <a:pt x="11662" y="11195"/>
                </a:lnTo>
                <a:lnTo>
                  <a:pt x="13154" y="10812"/>
                </a:lnTo>
                <a:lnTo>
                  <a:pt x="14654" y="10427"/>
                </a:lnTo>
                <a:lnTo>
                  <a:pt x="16162" y="10038"/>
                </a:lnTo>
                <a:lnTo>
                  <a:pt x="17676" y="9649"/>
                </a:lnTo>
                <a:lnTo>
                  <a:pt x="19200" y="9257"/>
                </a:lnTo>
                <a:lnTo>
                  <a:pt x="19596" y="11294"/>
                </a:lnTo>
                <a:lnTo>
                  <a:pt x="19992" y="13333"/>
                </a:lnTo>
                <a:lnTo>
                  <a:pt x="20390" y="15382"/>
                </a:lnTo>
                <a:lnTo>
                  <a:pt x="20791" y="17440"/>
                </a:lnTo>
                <a:lnTo>
                  <a:pt x="21194" y="19511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238" y="19462"/>
                </a:lnTo>
                <a:lnTo>
                  <a:pt x="475" y="17320"/>
                </a:lnTo>
                <a:lnTo>
                  <a:pt x="713" y="15179"/>
                </a:lnTo>
                <a:lnTo>
                  <a:pt x="953" y="13034"/>
                </a:lnTo>
                <a:lnTo>
                  <a:pt x="1190" y="10880"/>
                </a:lnTo>
                <a:lnTo>
                  <a:pt x="1430" y="8723"/>
                </a:lnTo>
                <a:lnTo>
                  <a:pt x="1670" y="6557"/>
                </a:lnTo>
                <a:lnTo>
                  <a:pt x="1913" y="4382"/>
                </a:lnTo>
                <a:lnTo>
                  <a:pt x="2155" y="2197"/>
                </a:lnTo>
                <a:lnTo>
                  <a:pt x="2400" y="0"/>
                </a:lnTo>
                <a:close/>
              </a:path>
            </a:pathLst>
          </a:custGeom>
          <a:solidFill>
            <a:srgbClr val="B69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5" name="contour_07943"/>
          <p:cNvSpPr/>
          <p:nvPr/>
        </p:nvSpPr>
        <p:spPr>
          <a:xfrm>
            <a:off x="11445233" y="4715330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6" y="0"/>
                </a:lnTo>
                <a:lnTo>
                  <a:pt x="5582" y="0"/>
                </a:lnTo>
                <a:lnTo>
                  <a:pt x="7200" y="0"/>
                </a:lnTo>
                <a:lnTo>
                  <a:pt x="7200" y="1604"/>
                </a:lnTo>
                <a:lnTo>
                  <a:pt x="7200" y="3213"/>
                </a:lnTo>
                <a:lnTo>
                  <a:pt x="7200" y="4828"/>
                </a:lnTo>
                <a:lnTo>
                  <a:pt x="7200" y="6456"/>
                </a:lnTo>
                <a:lnTo>
                  <a:pt x="7200" y="8100"/>
                </a:lnTo>
                <a:lnTo>
                  <a:pt x="7925" y="8235"/>
                </a:lnTo>
                <a:lnTo>
                  <a:pt x="8590" y="8362"/>
                </a:lnTo>
                <a:lnTo>
                  <a:pt x="9317" y="8497"/>
                </a:lnTo>
                <a:lnTo>
                  <a:pt x="10224" y="8667"/>
                </a:lnTo>
                <a:lnTo>
                  <a:pt x="11429" y="8894"/>
                </a:lnTo>
                <a:lnTo>
                  <a:pt x="13051" y="9196"/>
                </a:lnTo>
                <a:lnTo>
                  <a:pt x="15206" y="9601"/>
                </a:lnTo>
                <a:lnTo>
                  <a:pt x="18017" y="10128"/>
                </a:lnTo>
                <a:lnTo>
                  <a:pt x="21600" y="10800"/>
                </a:lnTo>
                <a:lnTo>
                  <a:pt x="21600" y="12404"/>
                </a:lnTo>
                <a:lnTo>
                  <a:pt x="21600" y="14013"/>
                </a:lnTo>
                <a:lnTo>
                  <a:pt x="21600" y="15628"/>
                </a:lnTo>
                <a:lnTo>
                  <a:pt x="21600" y="17256"/>
                </a:lnTo>
                <a:lnTo>
                  <a:pt x="21600" y="18900"/>
                </a:lnTo>
                <a:lnTo>
                  <a:pt x="20174" y="20056"/>
                </a:lnTo>
                <a:lnTo>
                  <a:pt x="19087" y="20774"/>
                </a:lnTo>
                <a:lnTo>
                  <a:pt x="17993" y="21184"/>
                </a:lnTo>
                <a:lnTo>
                  <a:pt x="16546" y="21416"/>
                </a:lnTo>
                <a:lnTo>
                  <a:pt x="14400" y="21600"/>
                </a:lnTo>
                <a:lnTo>
                  <a:pt x="12790" y="20903"/>
                </a:lnTo>
                <a:lnTo>
                  <a:pt x="11206" y="20158"/>
                </a:lnTo>
                <a:lnTo>
                  <a:pt x="9662" y="19345"/>
                </a:lnTo>
                <a:lnTo>
                  <a:pt x="8170" y="18455"/>
                </a:lnTo>
                <a:lnTo>
                  <a:pt x="6744" y="17469"/>
                </a:lnTo>
                <a:lnTo>
                  <a:pt x="5395" y="16378"/>
                </a:lnTo>
                <a:lnTo>
                  <a:pt x="4135" y="15163"/>
                </a:lnTo>
                <a:lnTo>
                  <a:pt x="2976" y="13811"/>
                </a:lnTo>
                <a:lnTo>
                  <a:pt x="1932" y="12307"/>
                </a:lnTo>
                <a:lnTo>
                  <a:pt x="1013" y="10641"/>
                </a:lnTo>
                <a:lnTo>
                  <a:pt x="662" y="9196"/>
                </a:lnTo>
                <a:lnTo>
                  <a:pt x="434" y="8060"/>
                </a:lnTo>
                <a:lnTo>
                  <a:pt x="281" y="6853"/>
                </a:lnTo>
                <a:lnTo>
                  <a:pt x="151" y="5195"/>
                </a:lnTo>
                <a:lnTo>
                  <a:pt x="0" y="2700"/>
                </a:lnTo>
                <a:lnTo>
                  <a:pt x="1190" y="1361"/>
                </a:lnTo>
                <a:lnTo>
                  <a:pt x="2400" y="0"/>
                </a:lnTo>
                <a:close/>
              </a:path>
            </a:pathLst>
          </a:custGeom>
          <a:solidFill>
            <a:srgbClr val="C29E49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6" name="contour_07944"/>
          <p:cNvSpPr/>
          <p:nvPr/>
        </p:nvSpPr>
        <p:spPr>
          <a:xfrm>
            <a:off x="7611750" y="4700755"/>
            <a:ext cx="58304" cy="361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362"/>
                </a:lnTo>
                <a:lnTo>
                  <a:pt x="3564" y="719"/>
                </a:lnTo>
                <a:lnTo>
                  <a:pt x="5349" y="1081"/>
                </a:lnTo>
                <a:lnTo>
                  <a:pt x="7136" y="1438"/>
                </a:lnTo>
                <a:lnTo>
                  <a:pt x="8926" y="1800"/>
                </a:lnTo>
                <a:lnTo>
                  <a:pt x="10719" y="2162"/>
                </a:lnTo>
                <a:lnTo>
                  <a:pt x="12517" y="2523"/>
                </a:lnTo>
                <a:lnTo>
                  <a:pt x="14321" y="2890"/>
                </a:lnTo>
                <a:lnTo>
                  <a:pt x="16130" y="3256"/>
                </a:lnTo>
                <a:lnTo>
                  <a:pt x="17944" y="3622"/>
                </a:lnTo>
                <a:lnTo>
                  <a:pt x="19769" y="3988"/>
                </a:lnTo>
                <a:lnTo>
                  <a:pt x="21600" y="4358"/>
                </a:lnTo>
                <a:lnTo>
                  <a:pt x="21600" y="6947"/>
                </a:lnTo>
                <a:lnTo>
                  <a:pt x="21600" y="9545"/>
                </a:lnTo>
                <a:lnTo>
                  <a:pt x="21600" y="12151"/>
                </a:lnTo>
                <a:lnTo>
                  <a:pt x="21600" y="14779"/>
                </a:lnTo>
                <a:lnTo>
                  <a:pt x="21600" y="17433"/>
                </a:lnTo>
                <a:lnTo>
                  <a:pt x="19904" y="18763"/>
                </a:lnTo>
                <a:lnTo>
                  <a:pt x="18149" y="19804"/>
                </a:lnTo>
                <a:lnTo>
                  <a:pt x="16346" y="20576"/>
                </a:lnTo>
                <a:lnTo>
                  <a:pt x="14502" y="21116"/>
                </a:lnTo>
                <a:lnTo>
                  <a:pt x="12633" y="21447"/>
                </a:lnTo>
                <a:lnTo>
                  <a:pt x="10743" y="21600"/>
                </a:lnTo>
                <a:lnTo>
                  <a:pt x="8848" y="21600"/>
                </a:lnTo>
                <a:lnTo>
                  <a:pt x="6953" y="21474"/>
                </a:lnTo>
                <a:lnTo>
                  <a:pt x="5068" y="21256"/>
                </a:lnTo>
                <a:lnTo>
                  <a:pt x="3208" y="20972"/>
                </a:lnTo>
                <a:lnTo>
                  <a:pt x="2149" y="19804"/>
                </a:lnTo>
                <a:lnTo>
                  <a:pt x="1080" y="18628"/>
                </a:lnTo>
                <a:lnTo>
                  <a:pt x="0" y="17433"/>
                </a:lnTo>
                <a:lnTo>
                  <a:pt x="0" y="14557"/>
                </a:lnTo>
                <a:lnTo>
                  <a:pt x="0" y="11676"/>
                </a:lnTo>
                <a:lnTo>
                  <a:pt x="0" y="8782"/>
                </a:lnTo>
                <a:lnTo>
                  <a:pt x="0" y="5875"/>
                </a:lnTo>
                <a:lnTo>
                  <a:pt x="0" y="2951"/>
                </a:lnTo>
                <a:lnTo>
                  <a:pt x="0" y="0"/>
                </a:lnTo>
                <a:close/>
              </a:path>
            </a:pathLst>
          </a:custGeom>
          <a:solidFill>
            <a:srgbClr val="A585A5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7" name="contour_07945"/>
          <p:cNvSpPr/>
          <p:nvPr/>
        </p:nvSpPr>
        <p:spPr>
          <a:xfrm>
            <a:off x="1380517" y="4707328"/>
            <a:ext cx="65592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5" y="0"/>
                </a:moveTo>
                <a:lnTo>
                  <a:pt x="6187" y="61"/>
                </a:lnTo>
                <a:lnTo>
                  <a:pt x="7639" y="122"/>
                </a:lnTo>
                <a:lnTo>
                  <a:pt x="9094" y="180"/>
                </a:lnTo>
                <a:lnTo>
                  <a:pt x="10546" y="240"/>
                </a:lnTo>
                <a:lnTo>
                  <a:pt x="12000" y="298"/>
                </a:lnTo>
                <a:lnTo>
                  <a:pt x="12000" y="2310"/>
                </a:lnTo>
                <a:lnTo>
                  <a:pt x="12000" y="4333"/>
                </a:lnTo>
                <a:lnTo>
                  <a:pt x="12000" y="6384"/>
                </a:lnTo>
                <a:lnTo>
                  <a:pt x="13584" y="6384"/>
                </a:lnTo>
                <a:lnTo>
                  <a:pt x="15182" y="6384"/>
                </a:lnTo>
                <a:lnTo>
                  <a:pt x="16800" y="6384"/>
                </a:lnTo>
                <a:lnTo>
                  <a:pt x="16800" y="4376"/>
                </a:lnTo>
                <a:lnTo>
                  <a:pt x="16800" y="2349"/>
                </a:lnTo>
                <a:lnTo>
                  <a:pt x="16800" y="298"/>
                </a:lnTo>
                <a:lnTo>
                  <a:pt x="18384" y="298"/>
                </a:lnTo>
                <a:lnTo>
                  <a:pt x="19982" y="298"/>
                </a:lnTo>
                <a:lnTo>
                  <a:pt x="21600" y="298"/>
                </a:lnTo>
                <a:lnTo>
                  <a:pt x="21362" y="2407"/>
                </a:lnTo>
                <a:lnTo>
                  <a:pt x="21125" y="4519"/>
                </a:lnTo>
                <a:lnTo>
                  <a:pt x="20885" y="6631"/>
                </a:lnTo>
                <a:lnTo>
                  <a:pt x="20647" y="8749"/>
                </a:lnTo>
                <a:lnTo>
                  <a:pt x="20407" y="10870"/>
                </a:lnTo>
                <a:lnTo>
                  <a:pt x="20167" y="12997"/>
                </a:lnTo>
                <a:lnTo>
                  <a:pt x="19927" y="15133"/>
                </a:lnTo>
                <a:lnTo>
                  <a:pt x="19687" y="17279"/>
                </a:lnTo>
                <a:lnTo>
                  <a:pt x="19442" y="19433"/>
                </a:lnTo>
                <a:lnTo>
                  <a:pt x="19200" y="21600"/>
                </a:lnTo>
                <a:lnTo>
                  <a:pt x="17616" y="21600"/>
                </a:lnTo>
                <a:lnTo>
                  <a:pt x="16030" y="21600"/>
                </a:lnTo>
                <a:lnTo>
                  <a:pt x="14441" y="21600"/>
                </a:lnTo>
                <a:lnTo>
                  <a:pt x="12850" y="21600"/>
                </a:lnTo>
                <a:lnTo>
                  <a:pt x="11254" y="21600"/>
                </a:lnTo>
                <a:lnTo>
                  <a:pt x="9653" y="21600"/>
                </a:lnTo>
                <a:lnTo>
                  <a:pt x="8042" y="21600"/>
                </a:lnTo>
                <a:lnTo>
                  <a:pt x="6427" y="21600"/>
                </a:lnTo>
                <a:lnTo>
                  <a:pt x="4800" y="21600"/>
                </a:lnTo>
                <a:lnTo>
                  <a:pt x="6226" y="20997"/>
                </a:lnTo>
                <a:lnTo>
                  <a:pt x="7656" y="20395"/>
                </a:lnTo>
                <a:lnTo>
                  <a:pt x="9091" y="19786"/>
                </a:lnTo>
                <a:lnTo>
                  <a:pt x="10538" y="19175"/>
                </a:lnTo>
                <a:lnTo>
                  <a:pt x="12000" y="18557"/>
                </a:lnTo>
                <a:lnTo>
                  <a:pt x="11182" y="17078"/>
                </a:lnTo>
                <a:lnTo>
                  <a:pt x="10358" y="15602"/>
                </a:lnTo>
                <a:lnTo>
                  <a:pt x="9530" y="14129"/>
                </a:lnTo>
                <a:lnTo>
                  <a:pt x="8700" y="12659"/>
                </a:lnTo>
                <a:lnTo>
                  <a:pt x="7778" y="11016"/>
                </a:lnTo>
                <a:lnTo>
                  <a:pt x="6845" y="9342"/>
                </a:lnTo>
                <a:lnTo>
                  <a:pt x="5597" y="7681"/>
                </a:lnTo>
                <a:lnTo>
                  <a:pt x="4368" y="6345"/>
                </a:lnTo>
                <a:lnTo>
                  <a:pt x="3077" y="5234"/>
                </a:lnTo>
                <a:lnTo>
                  <a:pt x="1646" y="4266"/>
                </a:lnTo>
                <a:lnTo>
                  <a:pt x="0" y="3341"/>
                </a:lnTo>
                <a:lnTo>
                  <a:pt x="1423" y="1579"/>
                </a:lnTo>
                <a:lnTo>
                  <a:pt x="2390" y="642"/>
                </a:lnTo>
                <a:lnTo>
                  <a:pt x="3348" y="222"/>
                </a:lnTo>
                <a:lnTo>
                  <a:pt x="4735" y="0"/>
                </a:lnTo>
                <a:close/>
              </a:path>
            </a:pathLst>
          </a:custGeom>
          <a:solidFill>
            <a:srgbClr val="43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8" name="contour_07946"/>
          <p:cNvSpPr/>
          <p:nvPr/>
        </p:nvSpPr>
        <p:spPr>
          <a:xfrm>
            <a:off x="11765905" y="4635163"/>
            <a:ext cx="42817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2" y="842"/>
                </a:lnTo>
                <a:lnTo>
                  <a:pt x="2960" y="1692"/>
                </a:lnTo>
                <a:lnTo>
                  <a:pt x="4327" y="2547"/>
                </a:lnTo>
                <a:lnTo>
                  <a:pt x="5629" y="3411"/>
                </a:lnTo>
                <a:lnTo>
                  <a:pt x="6868" y="4283"/>
                </a:lnTo>
                <a:lnTo>
                  <a:pt x="8055" y="5164"/>
                </a:lnTo>
                <a:lnTo>
                  <a:pt x="9191" y="6052"/>
                </a:lnTo>
                <a:lnTo>
                  <a:pt x="10291" y="6952"/>
                </a:lnTo>
                <a:lnTo>
                  <a:pt x="11353" y="7861"/>
                </a:lnTo>
                <a:lnTo>
                  <a:pt x="12390" y="8781"/>
                </a:lnTo>
                <a:lnTo>
                  <a:pt x="13405" y="9711"/>
                </a:lnTo>
                <a:lnTo>
                  <a:pt x="14405" y="10655"/>
                </a:lnTo>
                <a:lnTo>
                  <a:pt x="15398" y="11609"/>
                </a:lnTo>
                <a:lnTo>
                  <a:pt x="16096" y="12253"/>
                </a:lnTo>
                <a:lnTo>
                  <a:pt x="16802" y="12902"/>
                </a:lnTo>
                <a:lnTo>
                  <a:pt x="17515" y="13559"/>
                </a:lnTo>
                <a:lnTo>
                  <a:pt x="18479" y="14492"/>
                </a:lnTo>
                <a:lnTo>
                  <a:pt x="19460" y="15441"/>
                </a:lnTo>
                <a:lnTo>
                  <a:pt x="19905" y="15863"/>
                </a:lnTo>
                <a:lnTo>
                  <a:pt x="21243" y="17140"/>
                </a:lnTo>
                <a:lnTo>
                  <a:pt x="21600" y="18204"/>
                </a:lnTo>
                <a:lnTo>
                  <a:pt x="21460" y="19083"/>
                </a:lnTo>
                <a:lnTo>
                  <a:pt x="20857" y="19878"/>
                </a:lnTo>
                <a:lnTo>
                  <a:pt x="19821" y="20684"/>
                </a:lnTo>
                <a:lnTo>
                  <a:pt x="18383" y="21600"/>
                </a:lnTo>
                <a:lnTo>
                  <a:pt x="15978" y="21093"/>
                </a:lnTo>
                <a:lnTo>
                  <a:pt x="13703" y="20566"/>
                </a:lnTo>
                <a:lnTo>
                  <a:pt x="11537" y="20010"/>
                </a:lnTo>
                <a:lnTo>
                  <a:pt x="9467" y="19413"/>
                </a:lnTo>
                <a:lnTo>
                  <a:pt x="7478" y="18766"/>
                </a:lnTo>
                <a:lnTo>
                  <a:pt x="5552" y="18059"/>
                </a:lnTo>
                <a:lnTo>
                  <a:pt x="3677" y="17280"/>
                </a:lnTo>
                <a:lnTo>
                  <a:pt x="2974" y="16298"/>
                </a:lnTo>
                <a:lnTo>
                  <a:pt x="2412" y="15320"/>
                </a:lnTo>
                <a:lnTo>
                  <a:pt x="1971" y="14341"/>
                </a:lnTo>
                <a:lnTo>
                  <a:pt x="1636" y="13362"/>
                </a:lnTo>
                <a:lnTo>
                  <a:pt x="1386" y="12378"/>
                </a:lnTo>
                <a:lnTo>
                  <a:pt x="1206" y="11390"/>
                </a:lnTo>
                <a:lnTo>
                  <a:pt x="1081" y="10394"/>
                </a:lnTo>
                <a:lnTo>
                  <a:pt x="989" y="9387"/>
                </a:lnTo>
                <a:lnTo>
                  <a:pt x="919" y="8369"/>
                </a:lnTo>
                <a:lnTo>
                  <a:pt x="809" y="7564"/>
                </a:lnTo>
                <a:lnTo>
                  <a:pt x="699" y="6754"/>
                </a:lnTo>
                <a:lnTo>
                  <a:pt x="588" y="5931"/>
                </a:lnTo>
                <a:lnTo>
                  <a:pt x="463" y="4944"/>
                </a:lnTo>
                <a:lnTo>
                  <a:pt x="353" y="3954"/>
                </a:lnTo>
                <a:lnTo>
                  <a:pt x="250" y="2966"/>
                </a:lnTo>
                <a:lnTo>
                  <a:pt x="154" y="1977"/>
                </a:lnTo>
                <a:lnTo>
                  <a:pt x="74" y="989"/>
                </a:lnTo>
                <a:lnTo>
                  <a:pt x="0" y="0"/>
                </a:lnTo>
                <a:close/>
              </a:path>
            </a:pathLst>
          </a:custGeom>
          <a:solidFill>
            <a:srgbClr val="C8D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7949" name="contour_07947"/>
          <p:cNvSpPr/>
          <p:nvPr/>
        </p:nvSpPr>
        <p:spPr>
          <a:xfrm>
            <a:off x="3931314" y="4671071"/>
            <a:ext cx="58304" cy="44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0"/>
                </a:moveTo>
                <a:lnTo>
                  <a:pt x="21022" y="2045"/>
                </a:lnTo>
                <a:lnTo>
                  <a:pt x="20436" y="3827"/>
                </a:lnTo>
                <a:lnTo>
                  <a:pt x="19840" y="5602"/>
                </a:lnTo>
                <a:lnTo>
                  <a:pt x="19238" y="7373"/>
                </a:lnTo>
                <a:lnTo>
                  <a:pt x="18579" y="9358"/>
                </a:lnTo>
                <a:lnTo>
                  <a:pt x="17909" y="11374"/>
                </a:lnTo>
                <a:lnTo>
                  <a:pt x="17061" y="12918"/>
                </a:lnTo>
                <a:lnTo>
                  <a:pt x="16200" y="14487"/>
                </a:lnTo>
                <a:lnTo>
                  <a:pt x="14415" y="14487"/>
                </a:lnTo>
                <a:lnTo>
                  <a:pt x="12620" y="14487"/>
                </a:lnTo>
                <a:lnTo>
                  <a:pt x="10800" y="14487"/>
                </a:lnTo>
                <a:lnTo>
                  <a:pt x="10800" y="16838"/>
                </a:lnTo>
                <a:lnTo>
                  <a:pt x="10800" y="19203"/>
                </a:lnTo>
                <a:lnTo>
                  <a:pt x="10800" y="21600"/>
                </a:lnTo>
                <a:lnTo>
                  <a:pt x="9018" y="21600"/>
                </a:lnTo>
                <a:lnTo>
                  <a:pt x="7233" y="21600"/>
                </a:lnTo>
                <a:lnTo>
                  <a:pt x="5440" y="21600"/>
                </a:lnTo>
                <a:lnTo>
                  <a:pt x="3640" y="21600"/>
                </a:lnTo>
                <a:lnTo>
                  <a:pt x="1828" y="21600"/>
                </a:lnTo>
                <a:lnTo>
                  <a:pt x="0" y="21600"/>
                </a:lnTo>
                <a:lnTo>
                  <a:pt x="197" y="19317"/>
                </a:lnTo>
                <a:lnTo>
                  <a:pt x="416" y="17055"/>
                </a:lnTo>
                <a:lnTo>
                  <a:pt x="670" y="14821"/>
                </a:lnTo>
                <a:lnTo>
                  <a:pt x="964" y="12601"/>
                </a:lnTo>
                <a:lnTo>
                  <a:pt x="1304" y="10393"/>
                </a:lnTo>
                <a:lnTo>
                  <a:pt x="1704" y="8198"/>
                </a:lnTo>
                <a:lnTo>
                  <a:pt x="2165" y="6007"/>
                </a:lnTo>
                <a:lnTo>
                  <a:pt x="2700" y="3816"/>
                </a:lnTo>
                <a:lnTo>
                  <a:pt x="4463" y="2557"/>
                </a:lnTo>
                <a:lnTo>
                  <a:pt x="6259" y="1597"/>
                </a:lnTo>
                <a:lnTo>
                  <a:pt x="8087" y="900"/>
                </a:lnTo>
                <a:lnTo>
                  <a:pt x="9947" y="430"/>
                </a:lnTo>
                <a:lnTo>
                  <a:pt x="11831" y="146"/>
                </a:lnTo>
                <a:lnTo>
                  <a:pt x="13743" y="14"/>
                </a:lnTo>
                <a:lnTo>
                  <a:pt x="15679" y="0"/>
                </a:lnTo>
                <a:lnTo>
                  <a:pt x="17634" y="57"/>
                </a:lnTo>
                <a:lnTo>
                  <a:pt x="19610" y="156"/>
                </a:lnTo>
                <a:lnTo>
                  <a:pt x="21600" y="260"/>
                </a:lnTo>
                <a:close/>
              </a:path>
            </a:pathLst>
          </a:custGeom>
          <a:solidFill>
            <a:srgbClr val="F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0" name="contour_07948"/>
          <p:cNvSpPr/>
          <p:nvPr/>
        </p:nvSpPr>
        <p:spPr>
          <a:xfrm>
            <a:off x="8187501" y="4584147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20" y="227"/>
                </a:lnTo>
                <a:lnTo>
                  <a:pt x="2897" y="914"/>
                </a:lnTo>
                <a:lnTo>
                  <a:pt x="6041" y="1814"/>
                </a:lnTo>
                <a:lnTo>
                  <a:pt x="8645" y="2534"/>
                </a:lnTo>
                <a:lnTo>
                  <a:pt x="10790" y="3060"/>
                </a:lnTo>
                <a:lnTo>
                  <a:pt x="12564" y="3398"/>
                </a:lnTo>
                <a:lnTo>
                  <a:pt x="14047" y="3535"/>
                </a:lnTo>
                <a:lnTo>
                  <a:pt x="15326" y="3474"/>
                </a:lnTo>
                <a:lnTo>
                  <a:pt x="16483" y="3204"/>
                </a:lnTo>
                <a:lnTo>
                  <a:pt x="17606" y="2729"/>
                </a:lnTo>
                <a:lnTo>
                  <a:pt x="18778" y="2038"/>
                </a:lnTo>
                <a:lnTo>
                  <a:pt x="20081" y="1130"/>
                </a:lnTo>
                <a:lnTo>
                  <a:pt x="21600" y="0"/>
                </a:lnTo>
                <a:lnTo>
                  <a:pt x="21329" y="3985"/>
                </a:lnTo>
                <a:lnTo>
                  <a:pt x="21094" y="6800"/>
                </a:lnTo>
                <a:lnTo>
                  <a:pt x="20830" y="8852"/>
                </a:lnTo>
                <a:lnTo>
                  <a:pt x="20472" y="10537"/>
                </a:lnTo>
                <a:lnTo>
                  <a:pt x="19951" y="12251"/>
                </a:lnTo>
                <a:lnTo>
                  <a:pt x="19200" y="14400"/>
                </a:lnTo>
                <a:lnTo>
                  <a:pt x="17791" y="15750"/>
                </a:lnTo>
                <a:lnTo>
                  <a:pt x="16373" y="16970"/>
                </a:lnTo>
                <a:lnTo>
                  <a:pt x="14933" y="18058"/>
                </a:lnTo>
                <a:lnTo>
                  <a:pt x="13469" y="19019"/>
                </a:lnTo>
                <a:lnTo>
                  <a:pt x="11969" y="19850"/>
                </a:lnTo>
                <a:lnTo>
                  <a:pt x="10430" y="20560"/>
                </a:lnTo>
                <a:lnTo>
                  <a:pt x="8844" y="21139"/>
                </a:lnTo>
                <a:lnTo>
                  <a:pt x="7200" y="21600"/>
                </a:lnTo>
                <a:lnTo>
                  <a:pt x="5611" y="20941"/>
                </a:lnTo>
                <a:lnTo>
                  <a:pt x="4582" y="20347"/>
                </a:lnTo>
                <a:lnTo>
                  <a:pt x="3662" y="19480"/>
                </a:lnTo>
                <a:lnTo>
                  <a:pt x="2400" y="18000"/>
                </a:lnTo>
                <a:lnTo>
                  <a:pt x="1817" y="15444"/>
                </a:lnTo>
                <a:lnTo>
                  <a:pt x="1466" y="13633"/>
                </a:lnTo>
                <a:lnTo>
                  <a:pt x="1207" y="11696"/>
                </a:lnTo>
                <a:lnTo>
                  <a:pt x="900" y="8777"/>
                </a:lnTo>
                <a:lnTo>
                  <a:pt x="629" y="6311"/>
                </a:lnTo>
                <a:lnTo>
                  <a:pt x="355" y="3812"/>
                </a:lnTo>
                <a:lnTo>
                  <a:pt x="178" y="1919"/>
                </a:lnTo>
                <a:lnTo>
                  <a:pt x="0" y="0"/>
                </a:lnTo>
                <a:close/>
              </a:path>
            </a:pathLst>
          </a:custGeom>
          <a:solidFill>
            <a:srgbClr val="E6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1" name="contour_07949"/>
          <p:cNvSpPr/>
          <p:nvPr/>
        </p:nvSpPr>
        <p:spPr>
          <a:xfrm>
            <a:off x="586039" y="4582623"/>
            <a:ext cx="58391" cy="525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4" y="626"/>
                </a:moveTo>
                <a:lnTo>
                  <a:pt x="19629" y="2604"/>
                </a:lnTo>
                <a:lnTo>
                  <a:pt x="20193" y="4536"/>
                </a:lnTo>
                <a:lnTo>
                  <a:pt x="20632" y="6466"/>
                </a:lnTo>
                <a:lnTo>
                  <a:pt x="20988" y="8428"/>
                </a:lnTo>
                <a:lnTo>
                  <a:pt x="21298" y="10463"/>
                </a:lnTo>
                <a:lnTo>
                  <a:pt x="21600" y="12611"/>
                </a:lnTo>
                <a:lnTo>
                  <a:pt x="20813" y="12986"/>
                </a:lnTo>
                <a:lnTo>
                  <a:pt x="20096" y="13327"/>
                </a:lnTo>
                <a:lnTo>
                  <a:pt x="19365" y="13675"/>
                </a:lnTo>
                <a:lnTo>
                  <a:pt x="18532" y="14073"/>
                </a:lnTo>
                <a:lnTo>
                  <a:pt x="17513" y="14559"/>
                </a:lnTo>
                <a:lnTo>
                  <a:pt x="16222" y="15173"/>
                </a:lnTo>
                <a:lnTo>
                  <a:pt x="14574" y="15958"/>
                </a:lnTo>
                <a:lnTo>
                  <a:pt x="12488" y="16953"/>
                </a:lnTo>
                <a:lnTo>
                  <a:pt x="9875" y="18196"/>
                </a:lnTo>
                <a:lnTo>
                  <a:pt x="6648" y="19733"/>
                </a:lnTo>
                <a:lnTo>
                  <a:pt x="2728" y="21600"/>
                </a:lnTo>
                <a:lnTo>
                  <a:pt x="1801" y="18325"/>
                </a:lnTo>
                <a:lnTo>
                  <a:pt x="1105" y="15799"/>
                </a:lnTo>
                <a:lnTo>
                  <a:pt x="609" y="13855"/>
                </a:lnTo>
                <a:lnTo>
                  <a:pt x="283" y="12309"/>
                </a:lnTo>
                <a:lnTo>
                  <a:pt x="94" y="10987"/>
                </a:lnTo>
                <a:lnTo>
                  <a:pt x="8" y="9714"/>
                </a:lnTo>
                <a:lnTo>
                  <a:pt x="0" y="8318"/>
                </a:lnTo>
                <a:lnTo>
                  <a:pt x="32" y="6619"/>
                </a:lnTo>
                <a:lnTo>
                  <a:pt x="1332" y="5234"/>
                </a:lnTo>
                <a:lnTo>
                  <a:pt x="2793" y="3994"/>
                </a:lnTo>
                <a:lnTo>
                  <a:pt x="4394" y="2903"/>
                </a:lnTo>
                <a:lnTo>
                  <a:pt x="6104" y="1972"/>
                </a:lnTo>
                <a:lnTo>
                  <a:pt x="7896" y="1207"/>
                </a:lnTo>
                <a:lnTo>
                  <a:pt x="9746" y="620"/>
                </a:lnTo>
                <a:lnTo>
                  <a:pt x="11625" y="219"/>
                </a:lnTo>
                <a:lnTo>
                  <a:pt x="13507" y="9"/>
                </a:lnTo>
                <a:lnTo>
                  <a:pt x="15367" y="0"/>
                </a:lnTo>
                <a:lnTo>
                  <a:pt x="17173" y="204"/>
                </a:lnTo>
                <a:lnTo>
                  <a:pt x="18904" y="626"/>
                </a:lnTo>
                <a:close/>
              </a:path>
            </a:pathLst>
          </a:custGeom>
          <a:solidFill>
            <a:srgbClr val="BFBFBF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2" name="contour_07950"/>
          <p:cNvSpPr/>
          <p:nvPr/>
        </p:nvSpPr>
        <p:spPr>
          <a:xfrm>
            <a:off x="11029825" y="4599568"/>
            <a:ext cx="72880" cy="44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32" y="469"/>
                </a:moveTo>
                <a:lnTo>
                  <a:pt x="12120" y="2072"/>
                </a:lnTo>
                <a:lnTo>
                  <a:pt x="12824" y="3448"/>
                </a:lnTo>
                <a:lnTo>
                  <a:pt x="13325" y="5359"/>
                </a:lnTo>
                <a:lnTo>
                  <a:pt x="13904" y="8562"/>
                </a:lnTo>
                <a:lnTo>
                  <a:pt x="14304" y="10224"/>
                </a:lnTo>
                <a:lnTo>
                  <a:pt x="14710" y="11897"/>
                </a:lnTo>
                <a:lnTo>
                  <a:pt x="15120" y="13595"/>
                </a:lnTo>
                <a:lnTo>
                  <a:pt x="16790" y="13910"/>
                </a:lnTo>
                <a:lnTo>
                  <a:pt x="17963" y="14067"/>
                </a:lnTo>
                <a:lnTo>
                  <a:pt x="18948" y="14067"/>
                </a:lnTo>
                <a:lnTo>
                  <a:pt x="20056" y="13910"/>
                </a:lnTo>
                <a:lnTo>
                  <a:pt x="21600" y="13595"/>
                </a:lnTo>
                <a:lnTo>
                  <a:pt x="21600" y="15909"/>
                </a:lnTo>
                <a:lnTo>
                  <a:pt x="21600" y="18236"/>
                </a:lnTo>
                <a:lnTo>
                  <a:pt x="21600" y="20595"/>
                </a:lnTo>
                <a:lnTo>
                  <a:pt x="18509" y="20963"/>
                </a:lnTo>
                <a:lnTo>
                  <a:pt x="15919" y="21257"/>
                </a:lnTo>
                <a:lnTo>
                  <a:pt x="13768" y="21463"/>
                </a:lnTo>
                <a:lnTo>
                  <a:pt x="11992" y="21582"/>
                </a:lnTo>
                <a:lnTo>
                  <a:pt x="10532" y="21600"/>
                </a:lnTo>
                <a:lnTo>
                  <a:pt x="9327" y="21509"/>
                </a:lnTo>
                <a:lnTo>
                  <a:pt x="8316" y="21306"/>
                </a:lnTo>
                <a:lnTo>
                  <a:pt x="7437" y="20977"/>
                </a:lnTo>
                <a:lnTo>
                  <a:pt x="6631" y="20515"/>
                </a:lnTo>
                <a:lnTo>
                  <a:pt x="5834" y="19913"/>
                </a:lnTo>
                <a:lnTo>
                  <a:pt x="4990" y="19164"/>
                </a:lnTo>
                <a:lnTo>
                  <a:pt x="4033" y="18257"/>
                </a:lnTo>
                <a:lnTo>
                  <a:pt x="3164" y="16794"/>
                </a:lnTo>
                <a:lnTo>
                  <a:pt x="2521" y="15639"/>
                </a:lnTo>
                <a:lnTo>
                  <a:pt x="1909" y="14396"/>
                </a:lnTo>
                <a:lnTo>
                  <a:pt x="1132" y="12681"/>
                </a:lnTo>
                <a:lnTo>
                  <a:pt x="0" y="10095"/>
                </a:lnTo>
                <a:lnTo>
                  <a:pt x="1426" y="10095"/>
                </a:lnTo>
                <a:lnTo>
                  <a:pt x="2862" y="10095"/>
                </a:lnTo>
                <a:lnTo>
                  <a:pt x="4320" y="10095"/>
                </a:lnTo>
                <a:lnTo>
                  <a:pt x="4320" y="7781"/>
                </a:lnTo>
                <a:lnTo>
                  <a:pt x="4320" y="5453"/>
                </a:lnTo>
                <a:lnTo>
                  <a:pt x="4320" y="3094"/>
                </a:lnTo>
                <a:lnTo>
                  <a:pt x="5648" y="1523"/>
                </a:lnTo>
                <a:lnTo>
                  <a:pt x="6826" y="501"/>
                </a:lnTo>
                <a:lnTo>
                  <a:pt x="7996" y="4"/>
                </a:lnTo>
                <a:lnTo>
                  <a:pt x="9316" y="0"/>
                </a:lnTo>
                <a:lnTo>
                  <a:pt x="10932" y="469"/>
                </a:lnTo>
                <a:close/>
              </a:path>
            </a:pathLst>
          </a:custGeom>
          <a:solidFill>
            <a:srgbClr val="F0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3" name="contour_07951"/>
          <p:cNvSpPr/>
          <p:nvPr/>
        </p:nvSpPr>
        <p:spPr>
          <a:xfrm>
            <a:off x="10060515" y="4591435"/>
            <a:ext cx="65592" cy="466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0" y="236"/>
                </a:lnTo>
                <a:lnTo>
                  <a:pt x="3242" y="483"/>
                </a:lnTo>
                <a:lnTo>
                  <a:pt x="4862" y="736"/>
                </a:lnTo>
                <a:lnTo>
                  <a:pt x="6480" y="999"/>
                </a:lnTo>
                <a:lnTo>
                  <a:pt x="8100" y="1266"/>
                </a:lnTo>
                <a:lnTo>
                  <a:pt x="9605" y="1503"/>
                </a:lnTo>
                <a:lnTo>
                  <a:pt x="11119" y="1739"/>
                </a:lnTo>
                <a:lnTo>
                  <a:pt x="12655" y="1979"/>
                </a:lnTo>
                <a:lnTo>
                  <a:pt x="14434" y="2634"/>
                </a:lnTo>
                <a:lnTo>
                  <a:pt x="15934" y="3343"/>
                </a:lnTo>
                <a:lnTo>
                  <a:pt x="17225" y="4170"/>
                </a:lnTo>
                <a:lnTo>
                  <a:pt x="18367" y="5193"/>
                </a:lnTo>
                <a:lnTo>
                  <a:pt x="19435" y="6480"/>
                </a:lnTo>
                <a:lnTo>
                  <a:pt x="20489" y="8100"/>
                </a:lnTo>
                <a:lnTo>
                  <a:pt x="21600" y="10130"/>
                </a:lnTo>
                <a:lnTo>
                  <a:pt x="21509" y="12845"/>
                </a:lnTo>
                <a:lnTo>
                  <a:pt x="21338" y="14729"/>
                </a:lnTo>
                <a:lnTo>
                  <a:pt x="20974" y="16268"/>
                </a:lnTo>
                <a:lnTo>
                  <a:pt x="20299" y="17950"/>
                </a:lnTo>
                <a:lnTo>
                  <a:pt x="19200" y="20259"/>
                </a:lnTo>
                <a:lnTo>
                  <a:pt x="17429" y="20898"/>
                </a:lnTo>
                <a:lnTo>
                  <a:pt x="15710" y="21340"/>
                </a:lnTo>
                <a:lnTo>
                  <a:pt x="14026" y="21580"/>
                </a:lnTo>
                <a:lnTo>
                  <a:pt x="12355" y="21600"/>
                </a:lnTo>
                <a:lnTo>
                  <a:pt x="10673" y="21394"/>
                </a:lnTo>
                <a:lnTo>
                  <a:pt x="8962" y="20952"/>
                </a:lnTo>
                <a:lnTo>
                  <a:pt x="7200" y="20259"/>
                </a:lnTo>
                <a:lnTo>
                  <a:pt x="6350" y="18038"/>
                </a:lnTo>
                <a:lnTo>
                  <a:pt x="5767" y="15934"/>
                </a:lnTo>
                <a:lnTo>
                  <a:pt x="5386" y="13847"/>
                </a:lnTo>
                <a:lnTo>
                  <a:pt x="5141" y="11686"/>
                </a:lnTo>
                <a:lnTo>
                  <a:pt x="4966" y="9353"/>
                </a:lnTo>
                <a:lnTo>
                  <a:pt x="4800" y="6753"/>
                </a:lnTo>
                <a:lnTo>
                  <a:pt x="4404" y="8982"/>
                </a:lnTo>
                <a:lnTo>
                  <a:pt x="4008" y="11214"/>
                </a:lnTo>
                <a:lnTo>
                  <a:pt x="3610" y="13456"/>
                </a:lnTo>
                <a:lnTo>
                  <a:pt x="3209" y="15708"/>
                </a:lnTo>
                <a:lnTo>
                  <a:pt x="2806" y="17974"/>
                </a:lnTo>
                <a:lnTo>
                  <a:pt x="2400" y="20259"/>
                </a:lnTo>
                <a:lnTo>
                  <a:pt x="2136" y="18031"/>
                </a:lnTo>
                <a:lnTo>
                  <a:pt x="1872" y="15799"/>
                </a:lnTo>
                <a:lnTo>
                  <a:pt x="1608" y="13567"/>
                </a:lnTo>
                <a:lnTo>
                  <a:pt x="1342" y="11328"/>
                </a:lnTo>
                <a:lnTo>
                  <a:pt x="1075" y="9083"/>
                </a:lnTo>
                <a:lnTo>
                  <a:pt x="809" y="6827"/>
                </a:lnTo>
                <a:lnTo>
                  <a:pt x="540" y="4565"/>
                </a:lnTo>
                <a:lnTo>
                  <a:pt x="271" y="2289"/>
                </a:lnTo>
                <a:lnTo>
                  <a:pt x="0" y="0"/>
                </a:lnTo>
                <a:close/>
              </a:path>
            </a:pathLst>
          </a:custGeom>
          <a:solidFill>
            <a:srgbClr val="BAC0C3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4" name="contour_07952"/>
          <p:cNvSpPr/>
          <p:nvPr/>
        </p:nvSpPr>
        <p:spPr>
          <a:xfrm>
            <a:off x="7903269" y="4560235"/>
            <a:ext cx="58304" cy="53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34" y="0"/>
                </a:moveTo>
                <a:lnTo>
                  <a:pt x="10711" y="276"/>
                </a:lnTo>
                <a:lnTo>
                  <a:pt x="12096" y="552"/>
                </a:lnTo>
                <a:lnTo>
                  <a:pt x="13500" y="834"/>
                </a:lnTo>
                <a:lnTo>
                  <a:pt x="14461" y="2587"/>
                </a:lnTo>
                <a:lnTo>
                  <a:pt x="15309" y="4260"/>
                </a:lnTo>
                <a:lnTo>
                  <a:pt x="16070" y="5907"/>
                </a:lnTo>
                <a:lnTo>
                  <a:pt x="16767" y="7577"/>
                </a:lnTo>
                <a:lnTo>
                  <a:pt x="17420" y="9330"/>
                </a:lnTo>
                <a:lnTo>
                  <a:pt x="18055" y="11217"/>
                </a:lnTo>
                <a:lnTo>
                  <a:pt x="18320" y="11961"/>
                </a:lnTo>
                <a:lnTo>
                  <a:pt x="19116" y="14219"/>
                </a:lnTo>
                <a:lnTo>
                  <a:pt x="19753" y="16058"/>
                </a:lnTo>
                <a:lnTo>
                  <a:pt x="20377" y="17901"/>
                </a:lnTo>
                <a:lnTo>
                  <a:pt x="20993" y="19749"/>
                </a:lnTo>
                <a:lnTo>
                  <a:pt x="21600" y="21600"/>
                </a:lnTo>
                <a:lnTo>
                  <a:pt x="20047" y="21345"/>
                </a:lnTo>
                <a:lnTo>
                  <a:pt x="18495" y="21090"/>
                </a:lnTo>
                <a:lnTo>
                  <a:pt x="16943" y="20829"/>
                </a:lnTo>
                <a:lnTo>
                  <a:pt x="15390" y="20568"/>
                </a:lnTo>
                <a:lnTo>
                  <a:pt x="13838" y="20304"/>
                </a:lnTo>
                <a:lnTo>
                  <a:pt x="12396" y="20060"/>
                </a:lnTo>
                <a:lnTo>
                  <a:pt x="10943" y="19817"/>
                </a:lnTo>
                <a:lnTo>
                  <a:pt x="9472" y="19574"/>
                </a:lnTo>
                <a:lnTo>
                  <a:pt x="6688" y="18921"/>
                </a:lnTo>
                <a:lnTo>
                  <a:pt x="4736" y="18417"/>
                </a:lnTo>
                <a:lnTo>
                  <a:pt x="3356" y="17945"/>
                </a:lnTo>
                <a:lnTo>
                  <a:pt x="2282" y="17402"/>
                </a:lnTo>
                <a:lnTo>
                  <a:pt x="1250" y="16678"/>
                </a:lnTo>
                <a:lnTo>
                  <a:pt x="0" y="15667"/>
                </a:lnTo>
                <a:lnTo>
                  <a:pt x="11" y="13593"/>
                </a:lnTo>
                <a:lnTo>
                  <a:pt x="227" y="12053"/>
                </a:lnTo>
                <a:lnTo>
                  <a:pt x="842" y="9733"/>
                </a:lnTo>
                <a:lnTo>
                  <a:pt x="1247" y="8170"/>
                </a:lnTo>
                <a:lnTo>
                  <a:pt x="1655" y="6583"/>
                </a:lnTo>
                <a:lnTo>
                  <a:pt x="2519" y="4548"/>
                </a:lnTo>
                <a:lnTo>
                  <a:pt x="3426" y="3023"/>
                </a:lnTo>
                <a:lnTo>
                  <a:pt x="4471" y="1905"/>
                </a:lnTo>
                <a:lnTo>
                  <a:pt x="5743" y="1095"/>
                </a:lnTo>
                <a:lnTo>
                  <a:pt x="7333" y="492"/>
                </a:lnTo>
                <a:lnTo>
                  <a:pt x="9334" y="0"/>
                </a:lnTo>
                <a:close/>
              </a:path>
            </a:pathLst>
          </a:custGeom>
          <a:solidFill>
            <a:srgbClr val="E6E6E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5" name="contour_07953"/>
          <p:cNvSpPr/>
          <p:nvPr/>
        </p:nvSpPr>
        <p:spPr>
          <a:xfrm>
            <a:off x="9521204" y="4511267"/>
            <a:ext cx="51016" cy="953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023" y="1089"/>
                </a:lnTo>
                <a:lnTo>
                  <a:pt x="19533" y="2180"/>
                </a:lnTo>
                <a:lnTo>
                  <a:pt x="20045" y="3276"/>
                </a:lnTo>
                <a:lnTo>
                  <a:pt x="20560" y="4377"/>
                </a:lnTo>
                <a:lnTo>
                  <a:pt x="21079" y="5485"/>
                </a:lnTo>
                <a:lnTo>
                  <a:pt x="21600" y="6602"/>
                </a:lnTo>
                <a:lnTo>
                  <a:pt x="19560" y="6602"/>
                </a:lnTo>
                <a:lnTo>
                  <a:pt x="17508" y="6602"/>
                </a:lnTo>
                <a:lnTo>
                  <a:pt x="15429" y="6602"/>
                </a:lnTo>
                <a:lnTo>
                  <a:pt x="15500" y="7400"/>
                </a:lnTo>
                <a:lnTo>
                  <a:pt x="15571" y="8200"/>
                </a:lnTo>
                <a:lnTo>
                  <a:pt x="15645" y="9014"/>
                </a:lnTo>
                <a:lnTo>
                  <a:pt x="15700" y="10057"/>
                </a:lnTo>
                <a:lnTo>
                  <a:pt x="15756" y="11109"/>
                </a:lnTo>
                <a:lnTo>
                  <a:pt x="15814" y="12173"/>
                </a:lnTo>
                <a:lnTo>
                  <a:pt x="15885" y="13208"/>
                </a:lnTo>
                <a:lnTo>
                  <a:pt x="15956" y="14250"/>
                </a:lnTo>
                <a:lnTo>
                  <a:pt x="16030" y="15306"/>
                </a:lnTo>
                <a:lnTo>
                  <a:pt x="15716" y="16714"/>
                </a:lnTo>
                <a:lnTo>
                  <a:pt x="15398" y="17670"/>
                </a:lnTo>
                <a:lnTo>
                  <a:pt x="14919" y="18413"/>
                </a:lnTo>
                <a:lnTo>
                  <a:pt x="14139" y="19170"/>
                </a:lnTo>
                <a:lnTo>
                  <a:pt x="12898" y="20182"/>
                </a:lnTo>
                <a:lnTo>
                  <a:pt x="10726" y="20852"/>
                </a:lnTo>
                <a:lnTo>
                  <a:pt x="8711" y="21285"/>
                </a:lnTo>
                <a:lnTo>
                  <a:pt x="6745" y="21519"/>
                </a:lnTo>
                <a:lnTo>
                  <a:pt x="4712" y="21600"/>
                </a:lnTo>
                <a:lnTo>
                  <a:pt x="2503" y="21565"/>
                </a:lnTo>
                <a:lnTo>
                  <a:pt x="0" y="21458"/>
                </a:lnTo>
                <a:lnTo>
                  <a:pt x="605" y="20337"/>
                </a:lnTo>
                <a:lnTo>
                  <a:pt x="1240" y="19233"/>
                </a:lnTo>
                <a:lnTo>
                  <a:pt x="1907" y="18144"/>
                </a:lnTo>
                <a:lnTo>
                  <a:pt x="2601" y="17071"/>
                </a:lnTo>
                <a:lnTo>
                  <a:pt x="3329" y="16009"/>
                </a:lnTo>
                <a:lnTo>
                  <a:pt x="4085" y="14961"/>
                </a:lnTo>
                <a:lnTo>
                  <a:pt x="4869" y="13925"/>
                </a:lnTo>
                <a:lnTo>
                  <a:pt x="5681" y="12898"/>
                </a:lnTo>
                <a:lnTo>
                  <a:pt x="6520" y="11881"/>
                </a:lnTo>
                <a:lnTo>
                  <a:pt x="7387" y="10873"/>
                </a:lnTo>
                <a:lnTo>
                  <a:pt x="8279" y="9871"/>
                </a:lnTo>
                <a:lnTo>
                  <a:pt x="9199" y="8874"/>
                </a:lnTo>
                <a:lnTo>
                  <a:pt x="10140" y="7883"/>
                </a:lnTo>
                <a:lnTo>
                  <a:pt x="11109" y="6896"/>
                </a:lnTo>
                <a:lnTo>
                  <a:pt x="12099" y="5911"/>
                </a:lnTo>
                <a:lnTo>
                  <a:pt x="13114" y="4929"/>
                </a:lnTo>
                <a:lnTo>
                  <a:pt x="14151" y="3945"/>
                </a:lnTo>
                <a:lnTo>
                  <a:pt x="15209" y="2963"/>
                </a:lnTo>
                <a:lnTo>
                  <a:pt x="16293" y="1977"/>
                </a:lnTo>
                <a:lnTo>
                  <a:pt x="17394" y="990"/>
                </a:lnTo>
                <a:lnTo>
                  <a:pt x="18514" y="0"/>
                </a:lnTo>
                <a:close/>
              </a:path>
            </a:pathLst>
          </a:custGeom>
          <a:solidFill>
            <a:srgbClr val="C1D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6" name="contour_07954"/>
          <p:cNvSpPr/>
          <p:nvPr/>
        </p:nvSpPr>
        <p:spPr>
          <a:xfrm>
            <a:off x="10840330" y="453313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7507" y="20606"/>
                </a:lnTo>
                <a:lnTo>
                  <a:pt x="14364" y="19823"/>
                </a:lnTo>
                <a:lnTo>
                  <a:pt x="11956" y="19172"/>
                </a:lnTo>
                <a:lnTo>
                  <a:pt x="10076" y="18585"/>
                </a:lnTo>
                <a:lnTo>
                  <a:pt x="8510" y="17990"/>
                </a:lnTo>
                <a:lnTo>
                  <a:pt x="7049" y="17314"/>
                </a:lnTo>
                <a:lnTo>
                  <a:pt x="5483" y="16484"/>
                </a:lnTo>
                <a:lnTo>
                  <a:pt x="3600" y="15429"/>
                </a:lnTo>
                <a:lnTo>
                  <a:pt x="2671" y="13475"/>
                </a:lnTo>
                <a:lnTo>
                  <a:pt x="1940" y="11596"/>
                </a:lnTo>
                <a:lnTo>
                  <a:pt x="1382" y="9763"/>
                </a:lnTo>
                <a:lnTo>
                  <a:pt x="961" y="7936"/>
                </a:lnTo>
                <a:lnTo>
                  <a:pt x="648" y="6082"/>
                </a:lnTo>
                <a:lnTo>
                  <a:pt x="403" y="4166"/>
                </a:lnTo>
                <a:lnTo>
                  <a:pt x="198" y="2151"/>
                </a:lnTo>
                <a:lnTo>
                  <a:pt x="0" y="0"/>
                </a:lnTo>
                <a:close/>
              </a:path>
            </a:pathLst>
          </a:custGeom>
          <a:solidFill>
            <a:srgbClr val="FBFCFB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7" name="contour_07955"/>
          <p:cNvSpPr/>
          <p:nvPr/>
        </p:nvSpPr>
        <p:spPr>
          <a:xfrm>
            <a:off x="4215546" y="4489403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7" y="0"/>
                </a:lnTo>
                <a:lnTo>
                  <a:pt x="5360" y="0"/>
                </a:lnTo>
                <a:lnTo>
                  <a:pt x="7160" y="0"/>
                </a:lnTo>
                <a:lnTo>
                  <a:pt x="8972" y="0"/>
                </a:lnTo>
                <a:lnTo>
                  <a:pt x="10800" y="0"/>
                </a:lnTo>
                <a:lnTo>
                  <a:pt x="10800" y="2380"/>
                </a:lnTo>
                <a:lnTo>
                  <a:pt x="10800" y="4774"/>
                </a:lnTo>
                <a:lnTo>
                  <a:pt x="10800" y="7200"/>
                </a:lnTo>
                <a:lnTo>
                  <a:pt x="12574" y="8093"/>
                </a:lnTo>
                <a:lnTo>
                  <a:pt x="13975" y="8557"/>
                </a:lnTo>
                <a:lnTo>
                  <a:pt x="16200" y="9000"/>
                </a:lnTo>
                <a:lnTo>
                  <a:pt x="18425" y="9443"/>
                </a:lnTo>
                <a:lnTo>
                  <a:pt x="19826" y="9907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19818" y="18299"/>
                </a:lnTo>
                <a:lnTo>
                  <a:pt x="18036" y="18594"/>
                </a:lnTo>
                <a:lnTo>
                  <a:pt x="16251" y="18893"/>
                </a:lnTo>
                <a:lnTo>
                  <a:pt x="14464" y="19188"/>
                </a:lnTo>
                <a:lnTo>
                  <a:pt x="12674" y="19487"/>
                </a:lnTo>
                <a:lnTo>
                  <a:pt x="10881" y="19786"/>
                </a:lnTo>
                <a:lnTo>
                  <a:pt x="9083" y="20084"/>
                </a:lnTo>
                <a:lnTo>
                  <a:pt x="7279" y="20387"/>
                </a:lnTo>
                <a:lnTo>
                  <a:pt x="5470" y="20689"/>
                </a:lnTo>
                <a:lnTo>
                  <a:pt x="3656" y="20992"/>
                </a:lnTo>
                <a:lnTo>
                  <a:pt x="1831" y="21294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514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8" name="contour_07956"/>
          <p:cNvSpPr/>
          <p:nvPr/>
        </p:nvSpPr>
        <p:spPr>
          <a:xfrm>
            <a:off x="5527384" y="4496494"/>
            <a:ext cx="109320" cy="371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114"/>
                </a:moveTo>
                <a:lnTo>
                  <a:pt x="12960" y="2632"/>
                </a:lnTo>
                <a:lnTo>
                  <a:pt x="12960" y="5157"/>
                </a:lnTo>
                <a:lnTo>
                  <a:pt x="12960" y="7692"/>
                </a:lnTo>
                <a:lnTo>
                  <a:pt x="12960" y="10247"/>
                </a:lnTo>
                <a:lnTo>
                  <a:pt x="12960" y="12828"/>
                </a:lnTo>
                <a:lnTo>
                  <a:pt x="13395" y="13040"/>
                </a:lnTo>
                <a:lnTo>
                  <a:pt x="13794" y="13239"/>
                </a:lnTo>
                <a:lnTo>
                  <a:pt x="14230" y="13451"/>
                </a:lnTo>
                <a:lnTo>
                  <a:pt x="14774" y="13718"/>
                </a:lnTo>
                <a:lnTo>
                  <a:pt x="15497" y="14074"/>
                </a:lnTo>
                <a:lnTo>
                  <a:pt x="16471" y="14548"/>
                </a:lnTo>
                <a:lnTo>
                  <a:pt x="17764" y="15184"/>
                </a:lnTo>
                <a:lnTo>
                  <a:pt x="19450" y="16010"/>
                </a:lnTo>
                <a:lnTo>
                  <a:pt x="21600" y="17066"/>
                </a:lnTo>
                <a:lnTo>
                  <a:pt x="21600" y="19168"/>
                </a:lnTo>
                <a:lnTo>
                  <a:pt x="21600" y="21303"/>
                </a:lnTo>
                <a:lnTo>
                  <a:pt x="20497" y="21473"/>
                </a:lnTo>
                <a:lnTo>
                  <a:pt x="19424" y="21575"/>
                </a:lnTo>
                <a:lnTo>
                  <a:pt x="18380" y="21600"/>
                </a:lnTo>
                <a:lnTo>
                  <a:pt x="17361" y="21545"/>
                </a:lnTo>
                <a:lnTo>
                  <a:pt x="16363" y="21401"/>
                </a:lnTo>
                <a:lnTo>
                  <a:pt x="15382" y="21172"/>
                </a:lnTo>
                <a:lnTo>
                  <a:pt x="14414" y="20846"/>
                </a:lnTo>
                <a:lnTo>
                  <a:pt x="13458" y="20422"/>
                </a:lnTo>
                <a:lnTo>
                  <a:pt x="12509" y="19888"/>
                </a:lnTo>
                <a:lnTo>
                  <a:pt x="11563" y="19248"/>
                </a:lnTo>
                <a:lnTo>
                  <a:pt x="10617" y="18494"/>
                </a:lnTo>
                <a:lnTo>
                  <a:pt x="9667" y="17621"/>
                </a:lnTo>
                <a:lnTo>
                  <a:pt x="8709" y="16621"/>
                </a:lnTo>
                <a:lnTo>
                  <a:pt x="7741" y="15493"/>
                </a:lnTo>
                <a:lnTo>
                  <a:pt x="6759" y="14230"/>
                </a:lnTo>
                <a:lnTo>
                  <a:pt x="5760" y="12828"/>
                </a:lnTo>
                <a:lnTo>
                  <a:pt x="5760" y="15629"/>
                </a:lnTo>
                <a:lnTo>
                  <a:pt x="5760" y="18447"/>
                </a:lnTo>
                <a:lnTo>
                  <a:pt x="5760" y="21303"/>
                </a:lnTo>
                <a:lnTo>
                  <a:pt x="4810" y="20604"/>
                </a:lnTo>
                <a:lnTo>
                  <a:pt x="3858" y="19905"/>
                </a:lnTo>
                <a:lnTo>
                  <a:pt x="2902" y="19201"/>
                </a:lnTo>
                <a:lnTo>
                  <a:pt x="1941" y="18494"/>
                </a:lnTo>
                <a:lnTo>
                  <a:pt x="975" y="17782"/>
                </a:lnTo>
                <a:lnTo>
                  <a:pt x="0" y="17066"/>
                </a:lnTo>
                <a:lnTo>
                  <a:pt x="317" y="16832"/>
                </a:lnTo>
                <a:lnTo>
                  <a:pt x="877" y="16421"/>
                </a:lnTo>
                <a:lnTo>
                  <a:pt x="2160" y="15476"/>
                </a:lnTo>
                <a:lnTo>
                  <a:pt x="2874" y="14603"/>
                </a:lnTo>
                <a:lnTo>
                  <a:pt x="3591" y="13718"/>
                </a:lnTo>
                <a:lnTo>
                  <a:pt x="4320" y="12828"/>
                </a:lnTo>
                <a:lnTo>
                  <a:pt x="4320" y="10027"/>
                </a:lnTo>
                <a:lnTo>
                  <a:pt x="4320" y="7208"/>
                </a:lnTo>
                <a:lnTo>
                  <a:pt x="4320" y="4352"/>
                </a:lnTo>
                <a:lnTo>
                  <a:pt x="5276" y="3119"/>
                </a:lnTo>
                <a:lnTo>
                  <a:pt x="6215" y="2127"/>
                </a:lnTo>
                <a:lnTo>
                  <a:pt x="7144" y="1348"/>
                </a:lnTo>
                <a:lnTo>
                  <a:pt x="8070" y="763"/>
                </a:lnTo>
                <a:lnTo>
                  <a:pt x="9003" y="360"/>
                </a:lnTo>
                <a:lnTo>
                  <a:pt x="9950" y="110"/>
                </a:lnTo>
                <a:lnTo>
                  <a:pt x="10921" y="0"/>
                </a:lnTo>
                <a:lnTo>
                  <a:pt x="11920" y="8"/>
                </a:lnTo>
                <a:lnTo>
                  <a:pt x="12960" y="114"/>
                </a:lnTo>
                <a:close/>
              </a:path>
            </a:pathLst>
          </a:custGeom>
          <a:solidFill>
            <a:srgbClr val="948771"/>
          </a:solidFill>
          <a:ln>
            <a:noFill/>
          </a:ln>
        </p:spPr>
        <p:txBody>
          <a:bodyPr/>
          <a:lstStyle/>
          <a:p/>
        </p:txBody>
      </p:sp>
      <p:sp>
        <p:nvSpPr>
          <p:cNvPr id="7959" name="contour_07957"/>
          <p:cNvSpPr/>
          <p:nvPr/>
        </p:nvSpPr>
        <p:spPr>
          <a:xfrm>
            <a:off x="5257729" y="4394659"/>
            <a:ext cx="72880" cy="601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11" y="291"/>
                </a:lnTo>
                <a:lnTo>
                  <a:pt x="5601" y="552"/>
                </a:lnTo>
                <a:lnTo>
                  <a:pt x="7813" y="801"/>
                </a:lnTo>
                <a:lnTo>
                  <a:pt x="9690" y="1047"/>
                </a:lnTo>
                <a:lnTo>
                  <a:pt x="11275" y="1306"/>
                </a:lnTo>
                <a:lnTo>
                  <a:pt x="12608" y="1594"/>
                </a:lnTo>
                <a:lnTo>
                  <a:pt x="13731" y="1927"/>
                </a:lnTo>
                <a:lnTo>
                  <a:pt x="14690" y="2320"/>
                </a:lnTo>
                <a:lnTo>
                  <a:pt x="15524" y="2783"/>
                </a:lnTo>
                <a:lnTo>
                  <a:pt x="16276" y="3333"/>
                </a:lnTo>
                <a:lnTo>
                  <a:pt x="16988" y="3987"/>
                </a:lnTo>
                <a:lnTo>
                  <a:pt x="17701" y="4757"/>
                </a:lnTo>
                <a:lnTo>
                  <a:pt x="18462" y="5661"/>
                </a:lnTo>
                <a:lnTo>
                  <a:pt x="19306" y="6708"/>
                </a:lnTo>
                <a:lnTo>
                  <a:pt x="20064" y="7951"/>
                </a:lnTo>
                <a:lnTo>
                  <a:pt x="20827" y="9203"/>
                </a:lnTo>
                <a:lnTo>
                  <a:pt x="21600" y="10473"/>
                </a:lnTo>
                <a:lnTo>
                  <a:pt x="19745" y="13025"/>
                </a:lnTo>
                <a:lnTo>
                  <a:pt x="18200" y="15120"/>
                </a:lnTo>
                <a:lnTo>
                  <a:pt x="16915" y="16806"/>
                </a:lnTo>
                <a:lnTo>
                  <a:pt x="15831" y="18134"/>
                </a:lnTo>
                <a:lnTo>
                  <a:pt x="14893" y="19155"/>
                </a:lnTo>
                <a:lnTo>
                  <a:pt x="14042" y="19914"/>
                </a:lnTo>
                <a:lnTo>
                  <a:pt x="13228" y="20466"/>
                </a:lnTo>
                <a:lnTo>
                  <a:pt x="12390" y="20862"/>
                </a:lnTo>
                <a:lnTo>
                  <a:pt x="11472" y="21150"/>
                </a:lnTo>
                <a:lnTo>
                  <a:pt x="10422" y="21377"/>
                </a:lnTo>
                <a:lnTo>
                  <a:pt x="9180" y="21600"/>
                </a:lnTo>
                <a:lnTo>
                  <a:pt x="7841" y="21275"/>
                </a:lnTo>
                <a:lnTo>
                  <a:pt x="6480" y="20945"/>
                </a:lnTo>
                <a:lnTo>
                  <a:pt x="6305" y="17594"/>
                </a:lnTo>
                <a:lnTo>
                  <a:pt x="6199" y="15274"/>
                </a:lnTo>
                <a:lnTo>
                  <a:pt x="6165" y="13693"/>
                </a:lnTo>
                <a:lnTo>
                  <a:pt x="6199" y="12559"/>
                </a:lnTo>
                <a:lnTo>
                  <a:pt x="6305" y="11583"/>
                </a:lnTo>
                <a:lnTo>
                  <a:pt x="6480" y="10473"/>
                </a:lnTo>
                <a:lnTo>
                  <a:pt x="7772" y="9507"/>
                </a:lnTo>
                <a:lnTo>
                  <a:pt x="8653" y="8910"/>
                </a:lnTo>
                <a:lnTo>
                  <a:pt x="9528" y="8441"/>
                </a:lnTo>
                <a:lnTo>
                  <a:pt x="10800" y="7855"/>
                </a:lnTo>
                <a:lnTo>
                  <a:pt x="9627" y="7661"/>
                </a:lnTo>
                <a:lnTo>
                  <a:pt x="8437" y="7467"/>
                </a:lnTo>
                <a:lnTo>
                  <a:pt x="6929" y="7171"/>
                </a:lnTo>
                <a:lnTo>
                  <a:pt x="5400" y="6873"/>
                </a:lnTo>
                <a:lnTo>
                  <a:pt x="4644" y="6734"/>
                </a:lnTo>
                <a:lnTo>
                  <a:pt x="2363" y="6320"/>
                </a:lnTo>
                <a:lnTo>
                  <a:pt x="1190" y="5781"/>
                </a:lnTo>
                <a:lnTo>
                  <a:pt x="0" y="5236"/>
                </a:lnTo>
                <a:lnTo>
                  <a:pt x="0" y="3506"/>
                </a:lnTo>
                <a:lnTo>
                  <a:pt x="0" y="1765"/>
                </a:lnTo>
                <a:lnTo>
                  <a:pt x="0" y="0"/>
                </a:lnTo>
                <a:close/>
              </a:path>
            </a:pathLst>
          </a:custGeom>
          <a:solidFill>
            <a:srgbClr val="85817C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0" name="contour_07958"/>
          <p:cNvSpPr/>
          <p:nvPr/>
        </p:nvSpPr>
        <p:spPr>
          <a:xfrm>
            <a:off x="4113514" y="4372795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04" y="0"/>
                </a:lnTo>
                <a:lnTo>
                  <a:pt x="11313" y="0"/>
                </a:lnTo>
                <a:lnTo>
                  <a:pt x="12928" y="0"/>
                </a:lnTo>
                <a:lnTo>
                  <a:pt x="14556" y="0"/>
                </a:lnTo>
                <a:lnTo>
                  <a:pt x="16200" y="0"/>
                </a:lnTo>
                <a:lnTo>
                  <a:pt x="16151" y="763"/>
                </a:lnTo>
                <a:lnTo>
                  <a:pt x="16011" y="3065"/>
                </a:lnTo>
                <a:lnTo>
                  <a:pt x="15962" y="4382"/>
                </a:lnTo>
                <a:lnTo>
                  <a:pt x="15914" y="5707"/>
                </a:lnTo>
                <a:lnTo>
                  <a:pt x="15862" y="7051"/>
                </a:lnTo>
                <a:lnTo>
                  <a:pt x="15833" y="7634"/>
                </a:lnTo>
                <a:lnTo>
                  <a:pt x="15784" y="8662"/>
                </a:lnTo>
                <a:lnTo>
                  <a:pt x="15673" y="11016"/>
                </a:lnTo>
                <a:lnTo>
                  <a:pt x="15935" y="12696"/>
                </a:lnTo>
                <a:lnTo>
                  <a:pt x="16200" y="14400"/>
                </a:lnTo>
                <a:lnTo>
                  <a:pt x="17815" y="15370"/>
                </a:lnTo>
                <a:lnTo>
                  <a:pt x="18916" y="15943"/>
                </a:lnTo>
                <a:lnTo>
                  <a:pt x="20010" y="16346"/>
                </a:lnTo>
                <a:lnTo>
                  <a:pt x="21600" y="16800"/>
                </a:lnTo>
                <a:lnTo>
                  <a:pt x="20930" y="17988"/>
                </a:lnTo>
                <a:lnTo>
                  <a:pt x="20261" y="19181"/>
                </a:lnTo>
                <a:lnTo>
                  <a:pt x="19583" y="20383"/>
                </a:lnTo>
                <a:lnTo>
                  <a:pt x="18900" y="21600"/>
                </a:lnTo>
                <a:lnTo>
                  <a:pt x="17118" y="21072"/>
                </a:lnTo>
                <a:lnTo>
                  <a:pt x="15333" y="20544"/>
                </a:lnTo>
                <a:lnTo>
                  <a:pt x="13549" y="20014"/>
                </a:lnTo>
                <a:lnTo>
                  <a:pt x="11759" y="19483"/>
                </a:lnTo>
                <a:lnTo>
                  <a:pt x="9963" y="18953"/>
                </a:lnTo>
                <a:lnTo>
                  <a:pt x="8159" y="18418"/>
                </a:lnTo>
                <a:lnTo>
                  <a:pt x="6350" y="17882"/>
                </a:lnTo>
                <a:lnTo>
                  <a:pt x="4531" y="17342"/>
                </a:lnTo>
                <a:lnTo>
                  <a:pt x="2700" y="16800"/>
                </a:lnTo>
                <a:lnTo>
                  <a:pt x="2030" y="17988"/>
                </a:lnTo>
                <a:lnTo>
                  <a:pt x="1361" y="19181"/>
                </a:lnTo>
                <a:lnTo>
                  <a:pt x="683" y="20383"/>
                </a:lnTo>
                <a:lnTo>
                  <a:pt x="0" y="21600"/>
                </a:lnTo>
                <a:lnTo>
                  <a:pt x="0" y="20174"/>
                </a:lnTo>
                <a:lnTo>
                  <a:pt x="0" y="18744"/>
                </a:lnTo>
                <a:lnTo>
                  <a:pt x="0" y="17309"/>
                </a:lnTo>
                <a:lnTo>
                  <a:pt x="0" y="15862"/>
                </a:lnTo>
                <a:lnTo>
                  <a:pt x="0" y="14400"/>
                </a:lnTo>
                <a:lnTo>
                  <a:pt x="1604" y="14400"/>
                </a:lnTo>
                <a:lnTo>
                  <a:pt x="3213" y="14400"/>
                </a:lnTo>
                <a:lnTo>
                  <a:pt x="4828" y="14400"/>
                </a:lnTo>
                <a:lnTo>
                  <a:pt x="6456" y="14400"/>
                </a:lnTo>
                <a:lnTo>
                  <a:pt x="8100" y="14400"/>
                </a:lnTo>
                <a:lnTo>
                  <a:pt x="8100" y="12816"/>
                </a:lnTo>
                <a:lnTo>
                  <a:pt x="8100" y="11230"/>
                </a:lnTo>
                <a:lnTo>
                  <a:pt x="8100" y="9643"/>
                </a:lnTo>
                <a:lnTo>
                  <a:pt x="8100" y="8052"/>
                </a:lnTo>
                <a:lnTo>
                  <a:pt x="8100" y="6456"/>
                </a:lnTo>
                <a:lnTo>
                  <a:pt x="8100" y="4853"/>
                </a:lnTo>
                <a:lnTo>
                  <a:pt x="8100" y="3245"/>
                </a:lnTo>
                <a:lnTo>
                  <a:pt x="8100" y="1627"/>
                </a:lnTo>
                <a:lnTo>
                  <a:pt x="8100" y="0"/>
                </a:lnTo>
                <a:close/>
              </a:path>
            </a:pathLst>
          </a:custGeom>
          <a:solidFill>
            <a:srgbClr val="5D595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1" name="contour_07959"/>
          <p:cNvSpPr/>
          <p:nvPr/>
        </p:nvSpPr>
        <p:spPr>
          <a:xfrm>
            <a:off x="11029818" y="4387371"/>
            <a:ext cx="50265" cy="72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65" y="188"/>
                </a:lnTo>
                <a:lnTo>
                  <a:pt x="4688" y="401"/>
                </a:lnTo>
                <a:lnTo>
                  <a:pt x="6718" y="683"/>
                </a:lnTo>
                <a:lnTo>
                  <a:pt x="8600" y="1074"/>
                </a:lnTo>
                <a:lnTo>
                  <a:pt x="10379" y="1613"/>
                </a:lnTo>
                <a:lnTo>
                  <a:pt x="12101" y="2339"/>
                </a:lnTo>
                <a:lnTo>
                  <a:pt x="13814" y="3297"/>
                </a:lnTo>
                <a:lnTo>
                  <a:pt x="15562" y="4526"/>
                </a:lnTo>
                <a:lnTo>
                  <a:pt x="16843" y="5916"/>
                </a:lnTo>
                <a:lnTo>
                  <a:pt x="17998" y="7229"/>
                </a:lnTo>
                <a:lnTo>
                  <a:pt x="19016" y="8497"/>
                </a:lnTo>
                <a:lnTo>
                  <a:pt x="19884" y="9752"/>
                </a:lnTo>
                <a:lnTo>
                  <a:pt x="20585" y="11021"/>
                </a:lnTo>
                <a:lnTo>
                  <a:pt x="21115" y="12342"/>
                </a:lnTo>
                <a:lnTo>
                  <a:pt x="21456" y="13742"/>
                </a:lnTo>
                <a:lnTo>
                  <a:pt x="21600" y="15255"/>
                </a:lnTo>
                <a:lnTo>
                  <a:pt x="21531" y="16911"/>
                </a:lnTo>
                <a:lnTo>
                  <a:pt x="20159" y="18255"/>
                </a:lnTo>
                <a:lnTo>
                  <a:pt x="19107" y="19163"/>
                </a:lnTo>
                <a:lnTo>
                  <a:pt x="18036" y="19846"/>
                </a:lnTo>
                <a:lnTo>
                  <a:pt x="16608" y="20524"/>
                </a:lnTo>
                <a:lnTo>
                  <a:pt x="14485" y="21410"/>
                </a:lnTo>
                <a:lnTo>
                  <a:pt x="11957" y="21593"/>
                </a:lnTo>
                <a:lnTo>
                  <a:pt x="10156" y="21600"/>
                </a:lnTo>
                <a:lnTo>
                  <a:pt x="8578" y="21351"/>
                </a:lnTo>
                <a:lnTo>
                  <a:pt x="6730" y="20769"/>
                </a:lnTo>
                <a:lnTo>
                  <a:pt x="4109" y="19774"/>
                </a:lnTo>
                <a:lnTo>
                  <a:pt x="2753" y="19008"/>
                </a:lnTo>
                <a:lnTo>
                  <a:pt x="1384" y="18237"/>
                </a:lnTo>
                <a:lnTo>
                  <a:pt x="0" y="17456"/>
                </a:lnTo>
                <a:lnTo>
                  <a:pt x="2004" y="17232"/>
                </a:lnTo>
                <a:lnTo>
                  <a:pt x="4024" y="17005"/>
                </a:lnTo>
                <a:lnTo>
                  <a:pt x="6069" y="16776"/>
                </a:lnTo>
                <a:lnTo>
                  <a:pt x="8118" y="16426"/>
                </a:lnTo>
                <a:lnTo>
                  <a:pt x="9471" y="16154"/>
                </a:lnTo>
                <a:lnTo>
                  <a:pt x="10739" y="15815"/>
                </a:lnTo>
                <a:lnTo>
                  <a:pt x="12527" y="15274"/>
                </a:lnTo>
                <a:lnTo>
                  <a:pt x="13680" y="13585"/>
                </a:lnTo>
                <a:lnTo>
                  <a:pt x="14419" y="12401"/>
                </a:lnTo>
                <a:lnTo>
                  <a:pt x="14895" y="11406"/>
                </a:lnTo>
                <a:lnTo>
                  <a:pt x="15258" y="10286"/>
                </a:lnTo>
                <a:lnTo>
                  <a:pt x="15659" y="8728"/>
                </a:lnTo>
                <a:lnTo>
                  <a:pt x="13445" y="8728"/>
                </a:lnTo>
                <a:lnTo>
                  <a:pt x="11227" y="8728"/>
                </a:lnTo>
                <a:lnTo>
                  <a:pt x="9004" y="8728"/>
                </a:lnTo>
                <a:lnTo>
                  <a:pt x="6771" y="8728"/>
                </a:lnTo>
                <a:lnTo>
                  <a:pt x="4529" y="8728"/>
                </a:lnTo>
                <a:lnTo>
                  <a:pt x="2274" y="8728"/>
                </a:lnTo>
                <a:lnTo>
                  <a:pt x="0" y="8728"/>
                </a:lnTo>
                <a:lnTo>
                  <a:pt x="0" y="7288"/>
                </a:lnTo>
                <a:lnTo>
                  <a:pt x="0" y="5846"/>
                </a:lnTo>
                <a:lnTo>
                  <a:pt x="0" y="4397"/>
                </a:lnTo>
                <a:lnTo>
                  <a:pt x="0" y="2941"/>
                </a:lnTo>
                <a:lnTo>
                  <a:pt x="0" y="1477"/>
                </a:lnTo>
                <a:lnTo>
                  <a:pt x="0" y="0"/>
                </a:lnTo>
                <a:close/>
              </a:path>
            </a:pathLst>
          </a:custGeom>
          <a:solidFill>
            <a:srgbClr val="EAE9EB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2" name="contour_07960"/>
          <p:cNvSpPr/>
          <p:nvPr/>
        </p:nvSpPr>
        <p:spPr>
          <a:xfrm>
            <a:off x="5039089" y="4358219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303" y="2376"/>
                </a:lnTo>
                <a:lnTo>
                  <a:pt x="21006" y="4756"/>
                </a:lnTo>
                <a:lnTo>
                  <a:pt x="20709" y="7135"/>
                </a:lnTo>
                <a:lnTo>
                  <a:pt x="20409" y="9522"/>
                </a:lnTo>
                <a:lnTo>
                  <a:pt x="20110" y="11916"/>
                </a:lnTo>
                <a:lnTo>
                  <a:pt x="19810" y="14321"/>
                </a:lnTo>
                <a:lnTo>
                  <a:pt x="19508" y="16733"/>
                </a:lnTo>
                <a:lnTo>
                  <a:pt x="19205" y="19159"/>
                </a:lnTo>
                <a:lnTo>
                  <a:pt x="18900" y="21600"/>
                </a:lnTo>
                <a:lnTo>
                  <a:pt x="15779" y="21056"/>
                </a:lnTo>
                <a:lnTo>
                  <a:pt x="13584" y="20621"/>
                </a:lnTo>
                <a:lnTo>
                  <a:pt x="12020" y="20200"/>
                </a:lnTo>
                <a:lnTo>
                  <a:pt x="10784" y="19688"/>
                </a:lnTo>
                <a:lnTo>
                  <a:pt x="9577" y="18990"/>
                </a:lnTo>
                <a:lnTo>
                  <a:pt x="8100" y="18000"/>
                </a:lnTo>
                <a:lnTo>
                  <a:pt x="7433" y="15804"/>
                </a:lnTo>
                <a:lnTo>
                  <a:pt x="6942" y="13676"/>
                </a:lnTo>
                <a:lnTo>
                  <a:pt x="6588" y="11542"/>
                </a:lnTo>
                <a:lnTo>
                  <a:pt x="6332" y="9335"/>
                </a:lnTo>
                <a:lnTo>
                  <a:pt x="6137" y="6977"/>
                </a:lnTo>
                <a:lnTo>
                  <a:pt x="5773" y="5299"/>
                </a:lnTo>
                <a:lnTo>
                  <a:pt x="5400" y="3600"/>
                </a:lnTo>
                <a:lnTo>
                  <a:pt x="4063" y="2707"/>
                </a:lnTo>
                <a:lnTo>
                  <a:pt x="2722" y="1814"/>
                </a:lnTo>
                <a:lnTo>
                  <a:pt x="1369" y="911"/>
                </a:lnTo>
                <a:lnTo>
                  <a:pt x="0" y="0"/>
                </a:lnTo>
                <a:close/>
              </a:path>
            </a:pathLst>
          </a:custGeom>
          <a:solidFill>
            <a:srgbClr val="CEB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3" name="contour_07961"/>
          <p:cNvSpPr/>
          <p:nvPr/>
        </p:nvSpPr>
        <p:spPr>
          <a:xfrm>
            <a:off x="4434025" y="4299915"/>
            <a:ext cx="468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35" y="0"/>
                </a:moveTo>
                <a:lnTo>
                  <a:pt x="5102" y="0"/>
                </a:lnTo>
                <a:lnTo>
                  <a:pt x="6796" y="0"/>
                </a:lnTo>
                <a:lnTo>
                  <a:pt x="6560" y="1134"/>
                </a:lnTo>
                <a:lnTo>
                  <a:pt x="6322" y="2287"/>
                </a:lnTo>
                <a:lnTo>
                  <a:pt x="6154" y="3763"/>
                </a:lnTo>
                <a:lnTo>
                  <a:pt x="6046" y="5180"/>
                </a:lnTo>
                <a:lnTo>
                  <a:pt x="6023" y="6566"/>
                </a:lnTo>
                <a:lnTo>
                  <a:pt x="6123" y="7947"/>
                </a:lnTo>
                <a:lnTo>
                  <a:pt x="6369" y="9348"/>
                </a:lnTo>
                <a:lnTo>
                  <a:pt x="6796" y="10800"/>
                </a:lnTo>
                <a:lnTo>
                  <a:pt x="8849" y="11377"/>
                </a:lnTo>
                <a:lnTo>
                  <a:pt x="10849" y="11778"/>
                </a:lnTo>
                <a:lnTo>
                  <a:pt x="12859" y="12055"/>
                </a:lnTo>
                <a:lnTo>
                  <a:pt x="14949" y="12258"/>
                </a:lnTo>
                <a:lnTo>
                  <a:pt x="17181" y="12437"/>
                </a:lnTo>
                <a:lnTo>
                  <a:pt x="18700" y="12696"/>
                </a:lnTo>
                <a:lnTo>
                  <a:pt x="20239" y="12960"/>
                </a:lnTo>
                <a:lnTo>
                  <a:pt x="21146" y="14567"/>
                </a:lnTo>
                <a:lnTo>
                  <a:pt x="21600" y="15708"/>
                </a:lnTo>
                <a:lnTo>
                  <a:pt x="21600" y="16692"/>
                </a:lnTo>
                <a:lnTo>
                  <a:pt x="21146" y="17833"/>
                </a:lnTo>
                <a:lnTo>
                  <a:pt x="20239" y="19440"/>
                </a:lnTo>
                <a:lnTo>
                  <a:pt x="18192" y="19948"/>
                </a:lnTo>
                <a:lnTo>
                  <a:pt x="16139" y="20384"/>
                </a:lnTo>
                <a:lnTo>
                  <a:pt x="14078" y="20749"/>
                </a:lnTo>
                <a:lnTo>
                  <a:pt x="12005" y="21047"/>
                </a:lnTo>
                <a:lnTo>
                  <a:pt x="9908" y="21278"/>
                </a:lnTo>
                <a:lnTo>
                  <a:pt x="7784" y="21447"/>
                </a:lnTo>
                <a:lnTo>
                  <a:pt x="5629" y="21552"/>
                </a:lnTo>
                <a:lnTo>
                  <a:pt x="3435" y="21600"/>
                </a:lnTo>
                <a:lnTo>
                  <a:pt x="1492" y="20319"/>
                </a:lnTo>
                <a:lnTo>
                  <a:pt x="484" y="19457"/>
                </a:lnTo>
                <a:lnTo>
                  <a:pt x="94" y="18617"/>
                </a:lnTo>
                <a:lnTo>
                  <a:pt x="0" y="17410"/>
                </a:lnTo>
                <a:lnTo>
                  <a:pt x="239" y="16202"/>
                </a:lnTo>
                <a:lnTo>
                  <a:pt x="481" y="14977"/>
                </a:lnTo>
                <a:lnTo>
                  <a:pt x="726" y="13668"/>
                </a:lnTo>
                <a:lnTo>
                  <a:pt x="975" y="12340"/>
                </a:lnTo>
                <a:lnTo>
                  <a:pt x="1116" y="11653"/>
                </a:lnTo>
                <a:lnTo>
                  <a:pt x="1546" y="9586"/>
                </a:lnTo>
                <a:lnTo>
                  <a:pt x="1808" y="8206"/>
                </a:lnTo>
                <a:lnTo>
                  <a:pt x="2077" y="6804"/>
                </a:lnTo>
                <a:lnTo>
                  <a:pt x="2342" y="5443"/>
                </a:lnTo>
                <a:lnTo>
                  <a:pt x="2611" y="4082"/>
                </a:lnTo>
                <a:lnTo>
                  <a:pt x="2884" y="2722"/>
                </a:lnTo>
                <a:lnTo>
                  <a:pt x="3156" y="1361"/>
                </a:lnTo>
                <a:lnTo>
                  <a:pt x="3435" y="0"/>
                </a:lnTo>
                <a:close/>
              </a:path>
            </a:pathLst>
          </a:custGeom>
          <a:solidFill>
            <a:srgbClr val="9B8A65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4" name="contour_07962"/>
          <p:cNvSpPr/>
          <p:nvPr/>
        </p:nvSpPr>
        <p:spPr>
          <a:xfrm>
            <a:off x="3879591" y="4306350"/>
            <a:ext cx="44435" cy="591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9" y="0"/>
                </a:moveTo>
                <a:lnTo>
                  <a:pt x="9562" y="420"/>
                </a:lnTo>
                <a:lnTo>
                  <a:pt x="11755" y="875"/>
                </a:lnTo>
                <a:lnTo>
                  <a:pt x="13859" y="1418"/>
                </a:lnTo>
                <a:lnTo>
                  <a:pt x="15935" y="2100"/>
                </a:lnTo>
                <a:lnTo>
                  <a:pt x="18057" y="2972"/>
                </a:lnTo>
                <a:lnTo>
                  <a:pt x="19113" y="4739"/>
                </a:lnTo>
                <a:lnTo>
                  <a:pt x="19899" y="6434"/>
                </a:lnTo>
                <a:lnTo>
                  <a:pt x="20477" y="8116"/>
                </a:lnTo>
                <a:lnTo>
                  <a:pt x="20906" y="9835"/>
                </a:lnTo>
                <a:lnTo>
                  <a:pt x="21260" y="11650"/>
                </a:lnTo>
                <a:lnTo>
                  <a:pt x="21600" y="13617"/>
                </a:lnTo>
                <a:lnTo>
                  <a:pt x="20668" y="13715"/>
                </a:lnTo>
                <a:lnTo>
                  <a:pt x="17852" y="14013"/>
                </a:lnTo>
                <a:lnTo>
                  <a:pt x="15425" y="14311"/>
                </a:lnTo>
                <a:lnTo>
                  <a:pt x="12963" y="14615"/>
                </a:lnTo>
                <a:lnTo>
                  <a:pt x="11758" y="14753"/>
                </a:lnTo>
                <a:lnTo>
                  <a:pt x="8109" y="15176"/>
                </a:lnTo>
                <a:lnTo>
                  <a:pt x="5629" y="15855"/>
                </a:lnTo>
                <a:lnTo>
                  <a:pt x="4120" y="16485"/>
                </a:lnTo>
                <a:lnTo>
                  <a:pt x="2965" y="17427"/>
                </a:lnTo>
                <a:lnTo>
                  <a:pt x="1548" y="19043"/>
                </a:lnTo>
                <a:lnTo>
                  <a:pt x="949" y="20312"/>
                </a:lnTo>
                <a:lnTo>
                  <a:pt x="344" y="21600"/>
                </a:lnTo>
                <a:lnTo>
                  <a:pt x="287" y="20070"/>
                </a:lnTo>
                <a:lnTo>
                  <a:pt x="241" y="18540"/>
                </a:lnTo>
                <a:lnTo>
                  <a:pt x="195" y="17010"/>
                </a:lnTo>
                <a:lnTo>
                  <a:pt x="156" y="15480"/>
                </a:lnTo>
                <a:lnTo>
                  <a:pt x="124" y="13949"/>
                </a:lnTo>
                <a:lnTo>
                  <a:pt x="81" y="12528"/>
                </a:lnTo>
                <a:lnTo>
                  <a:pt x="39" y="11097"/>
                </a:lnTo>
                <a:lnTo>
                  <a:pt x="0" y="9646"/>
                </a:lnTo>
                <a:lnTo>
                  <a:pt x="358" y="5833"/>
                </a:lnTo>
                <a:lnTo>
                  <a:pt x="786" y="3260"/>
                </a:lnTo>
                <a:lnTo>
                  <a:pt x="1484" y="1658"/>
                </a:lnTo>
                <a:lnTo>
                  <a:pt x="2654" y="758"/>
                </a:lnTo>
                <a:lnTo>
                  <a:pt x="4496" y="295"/>
                </a:lnTo>
                <a:lnTo>
                  <a:pt x="7209" y="0"/>
                </a:lnTo>
                <a:close/>
              </a:path>
            </a:pathLst>
          </a:custGeom>
          <a:solidFill>
            <a:srgbClr val="C6A86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5" name="contour_07963"/>
          <p:cNvSpPr/>
          <p:nvPr/>
        </p:nvSpPr>
        <p:spPr>
          <a:xfrm>
            <a:off x="7393110" y="4263475"/>
            <a:ext cx="72880" cy="985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8" y="0"/>
                </a:lnTo>
                <a:lnTo>
                  <a:pt x="2864" y="0"/>
                </a:lnTo>
                <a:lnTo>
                  <a:pt x="4320" y="0"/>
                </a:lnTo>
                <a:lnTo>
                  <a:pt x="5111" y="959"/>
                </a:lnTo>
                <a:lnTo>
                  <a:pt x="5588" y="1745"/>
                </a:lnTo>
                <a:lnTo>
                  <a:pt x="6160" y="3032"/>
                </a:lnTo>
                <a:lnTo>
                  <a:pt x="6577" y="3986"/>
                </a:lnTo>
                <a:lnTo>
                  <a:pt x="7003" y="4956"/>
                </a:lnTo>
                <a:lnTo>
                  <a:pt x="7413" y="5966"/>
                </a:lnTo>
                <a:lnTo>
                  <a:pt x="7830" y="6990"/>
                </a:lnTo>
                <a:lnTo>
                  <a:pt x="8266" y="7980"/>
                </a:lnTo>
                <a:lnTo>
                  <a:pt x="8707" y="8987"/>
                </a:lnTo>
                <a:lnTo>
                  <a:pt x="9174" y="10102"/>
                </a:lnTo>
                <a:lnTo>
                  <a:pt x="9586" y="11164"/>
                </a:lnTo>
                <a:lnTo>
                  <a:pt x="9945" y="12192"/>
                </a:lnTo>
                <a:lnTo>
                  <a:pt x="10245" y="13206"/>
                </a:lnTo>
                <a:lnTo>
                  <a:pt x="10482" y="14232"/>
                </a:lnTo>
                <a:lnTo>
                  <a:pt x="10657" y="15286"/>
                </a:lnTo>
                <a:lnTo>
                  <a:pt x="10763" y="16393"/>
                </a:lnTo>
                <a:lnTo>
                  <a:pt x="10800" y="17574"/>
                </a:lnTo>
                <a:lnTo>
                  <a:pt x="12327" y="17574"/>
                </a:lnTo>
                <a:lnTo>
                  <a:pt x="13856" y="17574"/>
                </a:lnTo>
                <a:lnTo>
                  <a:pt x="15390" y="17574"/>
                </a:lnTo>
                <a:lnTo>
                  <a:pt x="16930" y="17574"/>
                </a:lnTo>
                <a:lnTo>
                  <a:pt x="18477" y="17574"/>
                </a:lnTo>
                <a:lnTo>
                  <a:pt x="20032" y="17574"/>
                </a:lnTo>
                <a:lnTo>
                  <a:pt x="21600" y="17574"/>
                </a:lnTo>
                <a:lnTo>
                  <a:pt x="20526" y="19140"/>
                </a:lnTo>
                <a:lnTo>
                  <a:pt x="19755" y="20124"/>
                </a:lnTo>
                <a:lnTo>
                  <a:pt x="19071" y="20717"/>
                </a:lnTo>
                <a:lnTo>
                  <a:pt x="18256" y="21105"/>
                </a:lnTo>
                <a:lnTo>
                  <a:pt x="17094" y="21474"/>
                </a:lnTo>
                <a:lnTo>
                  <a:pt x="15533" y="21566"/>
                </a:lnTo>
                <a:lnTo>
                  <a:pt x="14120" y="21600"/>
                </a:lnTo>
                <a:lnTo>
                  <a:pt x="12789" y="21555"/>
                </a:lnTo>
                <a:lnTo>
                  <a:pt x="11478" y="21415"/>
                </a:lnTo>
                <a:lnTo>
                  <a:pt x="10117" y="21159"/>
                </a:lnTo>
                <a:lnTo>
                  <a:pt x="8640" y="20769"/>
                </a:lnTo>
                <a:lnTo>
                  <a:pt x="7808" y="19859"/>
                </a:lnTo>
                <a:lnTo>
                  <a:pt x="7031" y="18926"/>
                </a:lnTo>
                <a:lnTo>
                  <a:pt x="6307" y="17972"/>
                </a:lnTo>
                <a:lnTo>
                  <a:pt x="5635" y="16999"/>
                </a:lnTo>
                <a:lnTo>
                  <a:pt x="5013" y="16007"/>
                </a:lnTo>
                <a:lnTo>
                  <a:pt x="4437" y="14997"/>
                </a:lnTo>
                <a:lnTo>
                  <a:pt x="3905" y="13974"/>
                </a:lnTo>
                <a:lnTo>
                  <a:pt x="3415" y="12938"/>
                </a:lnTo>
                <a:lnTo>
                  <a:pt x="2966" y="11888"/>
                </a:lnTo>
                <a:lnTo>
                  <a:pt x="2553" y="10829"/>
                </a:lnTo>
                <a:lnTo>
                  <a:pt x="2177" y="9762"/>
                </a:lnTo>
                <a:lnTo>
                  <a:pt x="1834" y="8685"/>
                </a:lnTo>
                <a:lnTo>
                  <a:pt x="1521" y="7605"/>
                </a:lnTo>
                <a:lnTo>
                  <a:pt x="1236" y="6518"/>
                </a:lnTo>
                <a:lnTo>
                  <a:pt x="976" y="5430"/>
                </a:lnTo>
                <a:lnTo>
                  <a:pt x="743" y="4341"/>
                </a:lnTo>
                <a:lnTo>
                  <a:pt x="531" y="3251"/>
                </a:lnTo>
                <a:lnTo>
                  <a:pt x="337" y="2163"/>
                </a:lnTo>
                <a:lnTo>
                  <a:pt x="162" y="1080"/>
                </a:lnTo>
                <a:lnTo>
                  <a:pt x="0" y="0"/>
                </a:lnTo>
                <a:close/>
              </a:path>
            </a:pathLst>
          </a:custGeom>
          <a:solidFill>
            <a:srgbClr val="6C696C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6" name="contour_07964"/>
          <p:cNvSpPr/>
          <p:nvPr/>
        </p:nvSpPr>
        <p:spPr>
          <a:xfrm>
            <a:off x="4645537" y="4241611"/>
            <a:ext cx="102032" cy="59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4977" y="0"/>
                </a:lnTo>
                <a:lnTo>
                  <a:pt x="16069" y="0"/>
                </a:lnTo>
                <a:lnTo>
                  <a:pt x="17164" y="0"/>
                </a:lnTo>
                <a:lnTo>
                  <a:pt x="18264" y="0"/>
                </a:lnTo>
                <a:lnTo>
                  <a:pt x="19369" y="0"/>
                </a:lnTo>
                <a:lnTo>
                  <a:pt x="20480" y="0"/>
                </a:lnTo>
                <a:lnTo>
                  <a:pt x="21600" y="0"/>
                </a:lnTo>
                <a:lnTo>
                  <a:pt x="21265" y="288"/>
                </a:lnTo>
                <a:lnTo>
                  <a:pt x="20833" y="663"/>
                </a:lnTo>
                <a:lnTo>
                  <a:pt x="20012" y="1372"/>
                </a:lnTo>
                <a:lnTo>
                  <a:pt x="18514" y="2664"/>
                </a:lnTo>
                <a:lnTo>
                  <a:pt x="18332" y="4446"/>
                </a:lnTo>
                <a:lnTo>
                  <a:pt x="18232" y="5714"/>
                </a:lnTo>
                <a:lnTo>
                  <a:pt x="18175" y="7084"/>
                </a:lnTo>
                <a:lnTo>
                  <a:pt x="18129" y="9159"/>
                </a:lnTo>
                <a:lnTo>
                  <a:pt x="17920" y="11290"/>
                </a:lnTo>
                <a:lnTo>
                  <a:pt x="17731" y="12710"/>
                </a:lnTo>
                <a:lnTo>
                  <a:pt x="17450" y="14063"/>
                </a:lnTo>
                <a:lnTo>
                  <a:pt x="16971" y="15984"/>
                </a:lnTo>
                <a:lnTo>
                  <a:pt x="16010" y="16967"/>
                </a:lnTo>
                <a:lnTo>
                  <a:pt x="15027" y="17838"/>
                </a:lnTo>
                <a:lnTo>
                  <a:pt x="14026" y="18606"/>
                </a:lnTo>
                <a:lnTo>
                  <a:pt x="13005" y="19272"/>
                </a:lnTo>
                <a:lnTo>
                  <a:pt x="11968" y="19842"/>
                </a:lnTo>
                <a:lnTo>
                  <a:pt x="10917" y="20321"/>
                </a:lnTo>
                <a:lnTo>
                  <a:pt x="9853" y="20716"/>
                </a:lnTo>
                <a:lnTo>
                  <a:pt x="8777" y="21030"/>
                </a:lnTo>
                <a:lnTo>
                  <a:pt x="7693" y="21272"/>
                </a:lnTo>
                <a:lnTo>
                  <a:pt x="6602" y="21443"/>
                </a:lnTo>
                <a:lnTo>
                  <a:pt x="5505" y="21552"/>
                </a:lnTo>
                <a:lnTo>
                  <a:pt x="4403" y="21600"/>
                </a:lnTo>
                <a:lnTo>
                  <a:pt x="3302" y="21595"/>
                </a:lnTo>
                <a:lnTo>
                  <a:pt x="2199" y="21541"/>
                </a:lnTo>
                <a:lnTo>
                  <a:pt x="1097" y="21445"/>
                </a:lnTo>
                <a:lnTo>
                  <a:pt x="0" y="21312"/>
                </a:lnTo>
                <a:lnTo>
                  <a:pt x="0" y="19551"/>
                </a:lnTo>
                <a:lnTo>
                  <a:pt x="0" y="17780"/>
                </a:lnTo>
                <a:lnTo>
                  <a:pt x="0" y="15984"/>
                </a:lnTo>
                <a:lnTo>
                  <a:pt x="494" y="15888"/>
                </a:lnTo>
                <a:lnTo>
                  <a:pt x="946" y="15803"/>
                </a:lnTo>
                <a:lnTo>
                  <a:pt x="1390" y="15718"/>
                </a:lnTo>
                <a:lnTo>
                  <a:pt x="1868" y="15625"/>
                </a:lnTo>
                <a:lnTo>
                  <a:pt x="2416" y="15521"/>
                </a:lnTo>
                <a:lnTo>
                  <a:pt x="3073" y="15395"/>
                </a:lnTo>
                <a:lnTo>
                  <a:pt x="3876" y="15241"/>
                </a:lnTo>
                <a:lnTo>
                  <a:pt x="4863" y="15052"/>
                </a:lnTo>
                <a:lnTo>
                  <a:pt x="6071" y="14820"/>
                </a:lnTo>
                <a:lnTo>
                  <a:pt x="7540" y="14538"/>
                </a:lnTo>
                <a:lnTo>
                  <a:pt x="9307" y="14199"/>
                </a:lnTo>
                <a:lnTo>
                  <a:pt x="11409" y="13794"/>
                </a:lnTo>
                <a:lnTo>
                  <a:pt x="13886" y="13320"/>
                </a:lnTo>
                <a:lnTo>
                  <a:pt x="13886" y="11437"/>
                </a:lnTo>
                <a:lnTo>
                  <a:pt x="13886" y="9551"/>
                </a:lnTo>
                <a:lnTo>
                  <a:pt x="13886" y="7659"/>
                </a:lnTo>
                <a:lnTo>
                  <a:pt x="13886" y="5760"/>
                </a:lnTo>
                <a:lnTo>
                  <a:pt x="13886" y="3852"/>
                </a:lnTo>
                <a:lnTo>
                  <a:pt x="13886" y="1934"/>
                </a:lnTo>
                <a:lnTo>
                  <a:pt x="13886" y="0"/>
                </a:lnTo>
                <a:close/>
              </a:path>
            </a:pathLst>
          </a:custGeom>
          <a:solidFill>
            <a:srgbClr val="A88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7" name="contour_07965"/>
          <p:cNvSpPr/>
          <p:nvPr/>
        </p:nvSpPr>
        <p:spPr>
          <a:xfrm>
            <a:off x="4463338" y="4181667"/>
            <a:ext cx="109320" cy="542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53"/>
                </a:moveTo>
                <a:lnTo>
                  <a:pt x="985" y="218"/>
                </a:lnTo>
                <a:lnTo>
                  <a:pt x="1702" y="0"/>
                </a:lnTo>
                <a:lnTo>
                  <a:pt x="2359" y="0"/>
                </a:lnTo>
                <a:lnTo>
                  <a:pt x="3162" y="218"/>
                </a:lnTo>
                <a:lnTo>
                  <a:pt x="4320" y="653"/>
                </a:lnTo>
                <a:lnTo>
                  <a:pt x="4630" y="2644"/>
                </a:lnTo>
                <a:lnTo>
                  <a:pt x="4836" y="4081"/>
                </a:lnTo>
                <a:lnTo>
                  <a:pt x="5031" y="5666"/>
                </a:lnTo>
                <a:lnTo>
                  <a:pt x="5311" y="8089"/>
                </a:lnTo>
                <a:lnTo>
                  <a:pt x="5704" y="10463"/>
                </a:lnTo>
                <a:lnTo>
                  <a:pt x="6032" y="11993"/>
                </a:lnTo>
                <a:lnTo>
                  <a:pt x="6471" y="13340"/>
                </a:lnTo>
                <a:lnTo>
                  <a:pt x="7200" y="15165"/>
                </a:lnTo>
                <a:lnTo>
                  <a:pt x="8169" y="15287"/>
                </a:lnTo>
                <a:lnTo>
                  <a:pt x="9151" y="15345"/>
                </a:lnTo>
                <a:lnTo>
                  <a:pt x="10142" y="15339"/>
                </a:lnTo>
                <a:lnTo>
                  <a:pt x="11138" y="15264"/>
                </a:lnTo>
                <a:lnTo>
                  <a:pt x="12138" y="15119"/>
                </a:lnTo>
                <a:lnTo>
                  <a:pt x="13137" y="14901"/>
                </a:lnTo>
                <a:lnTo>
                  <a:pt x="14134" y="14608"/>
                </a:lnTo>
                <a:lnTo>
                  <a:pt x="15123" y="14242"/>
                </a:lnTo>
                <a:lnTo>
                  <a:pt x="16102" y="13795"/>
                </a:lnTo>
                <a:lnTo>
                  <a:pt x="17068" y="13270"/>
                </a:lnTo>
                <a:lnTo>
                  <a:pt x="18020" y="12660"/>
                </a:lnTo>
                <a:lnTo>
                  <a:pt x="18952" y="11967"/>
                </a:lnTo>
                <a:lnTo>
                  <a:pt x="19860" y="11189"/>
                </a:lnTo>
                <a:lnTo>
                  <a:pt x="20745" y="10321"/>
                </a:lnTo>
                <a:lnTo>
                  <a:pt x="21600" y="9360"/>
                </a:lnTo>
                <a:lnTo>
                  <a:pt x="21475" y="11433"/>
                </a:lnTo>
                <a:lnTo>
                  <a:pt x="21338" y="12922"/>
                </a:lnTo>
                <a:lnTo>
                  <a:pt x="21119" y="14245"/>
                </a:lnTo>
                <a:lnTo>
                  <a:pt x="20749" y="15821"/>
                </a:lnTo>
                <a:lnTo>
                  <a:pt x="20160" y="18068"/>
                </a:lnTo>
                <a:lnTo>
                  <a:pt x="19215" y="18750"/>
                </a:lnTo>
                <a:lnTo>
                  <a:pt x="18266" y="19307"/>
                </a:lnTo>
                <a:lnTo>
                  <a:pt x="17313" y="19751"/>
                </a:lnTo>
                <a:lnTo>
                  <a:pt x="16353" y="20105"/>
                </a:lnTo>
                <a:lnTo>
                  <a:pt x="15385" y="20384"/>
                </a:lnTo>
                <a:lnTo>
                  <a:pt x="14407" y="20610"/>
                </a:lnTo>
                <a:lnTo>
                  <a:pt x="13419" y="20799"/>
                </a:lnTo>
                <a:lnTo>
                  <a:pt x="12420" y="20970"/>
                </a:lnTo>
                <a:lnTo>
                  <a:pt x="11693" y="21101"/>
                </a:lnTo>
                <a:lnTo>
                  <a:pt x="10961" y="21231"/>
                </a:lnTo>
                <a:lnTo>
                  <a:pt x="10218" y="21365"/>
                </a:lnTo>
                <a:lnTo>
                  <a:pt x="8474" y="21525"/>
                </a:lnTo>
                <a:lnTo>
                  <a:pt x="7132" y="21600"/>
                </a:lnTo>
                <a:lnTo>
                  <a:pt x="6098" y="21551"/>
                </a:lnTo>
                <a:lnTo>
                  <a:pt x="5280" y="21339"/>
                </a:lnTo>
                <a:lnTo>
                  <a:pt x="4585" y="20927"/>
                </a:lnTo>
                <a:lnTo>
                  <a:pt x="3920" y="20274"/>
                </a:lnTo>
                <a:lnTo>
                  <a:pt x="3194" y="19345"/>
                </a:lnTo>
                <a:lnTo>
                  <a:pt x="2311" y="18103"/>
                </a:lnTo>
                <a:lnTo>
                  <a:pt x="1758" y="16143"/>
                </a:lnTo>
                <a:lnTo>
                  <a:pt x="1295" y="14271"/>
                </a:lnTo>
                <a:lnTo>
                  <a:pt x="913" y="12457"/>
                </a:lnTo>
                <a:lnTo>
                  <a:pt x="608" y="10658"/>
                </a:lnTo>
                <a:lnTo>
                  <a:pt x="372" y="8844"/>
                </a:lnTo>
                <a:lnTo>
                  <a:pt x="200" y="6969"/>
                </a:lnTo>
                <a:lnTo>
                  <a:pt x="85" y="5007"/>
                </a:lnTo>
                <a:lnTo>
                  <a:pt x="20" y="2911"/>
                </a:lnTo>
                <a:lnTo>
                  <a:pt x="0" y="653"/>
                </a:lnTo>
                <a:close/>
              </a:path>
            </a:pathLst>
          </a:custGeom>
          <a:solidFill>
            <a:srgbClr val="4C4E4D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8" name="contour_07966"/>
          <p:cNvSpPr/>
          <p:nvPr/>
        </p:nvSpPr>
        <p:spPr>
          <a:xfrm>
            <a:off x="9790859" y="4197176"/>
            <a:ext cx="59251" cy="590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55" y="259"/>
                </a:moveTo>
                <a:lnTo>
                  <a:pt x="21483" y="2027"/>
                </a:lnTo>
                <a:lnTo>
                  <a:pt x="21600" y="3329"/>
                </a:lnTo>
                <a:lnTo>
                  <a:pt x="21600" y="4546"/>
                </a:lnTo>
                <a:lnTo>
                  <a:pt x="21483" y="6061"/>
                </a:lnTo>
                <a:lnTo>
                  <a:pt x="21255" y="8262"/>
                </a:lnTo>
                <a:lnTo>
                  <a:pt x="20017" y="9620"/>
                </a:lnTo>
                <a:lnTo>
                  <a:pt x="18805" y="10873"/>
                </a:lnTo>
                <a:lnTo>
                  <a:pt x="17594" y="12055"/>
                </a:lnTo>
                <a:lnTo>
                  <a:pt x="16347" y="13189"/>
                </a:lnTo>
                <a:lnTo>
                  <a:pt x="15032" y="14307"/>
                </a:lnTo>
                <a:lnTo>
                  <a:pt x="13616" y="15432"/>
                </a:lnTo>
                <a:lnTo>
                  <a:pt x="12540" y="16331"/>
                </a:lnTo>
                <a:lnTo>
                  <a:pt x="11448" y="17249"/>
                </a:lnTo>
                <a:lnTo>
                  <a:pt x="9766" y="18572"/>
                </a:lnTo>
                <a:lnTo>
                  <a:pt x="8300" y="19615"/>
                </a:lnTo>
                <a:lnTo>
                  <a:pt x="6929" y="20405"/>
                </a:lnTo>
                <a:lnTo>
                  <a:pt x="5534" y="20970"/>
                </a:lnTo>
                <a:lnTo>
                  <a:pt x="3993" y="21339"/>
                </a:lnTo>
                <a:lnTo>
                  <a:pt x="2189" y="21539"/>
                </a:lnTo>
                <a:lnTo>
                  <a:pt x="0" y="21600"/>
                </a:lnTo>
                <a:lnTo>
                  <a:pt x="162" y="19637"/>
                </a:lnTo>
                <a:lnTo>
                  <a:pt x="353" y="17716"/>
                </a:lnTo>
                <a:lnTo>
                  <a:pt x="606" y="15841"/>
                </a:lnTo>
                <a:lnTo>
                  <a:pt x="943" y="14011"/>
                </a:lnTo>
                <a:lnTo>
                  <a:pt x="1395" y="12229"/>
                </a:lnTo>
                <a:lnTo>
                  <a:pt x="1990" y="10495"/>
                </a:lnTo>
                <a:lnTo>
                  <a:pt x="2758" y="8809"/>
                </a:lnTo>
                <a:lnTo>
                  <a:pt x="3725" y="7176"/>
                </a:lnTo>
                <a:lnTo>
                  <a:pt x="4920" y="5594"/>
                </a:lnTo>
                <a:lnTo>
                  <a:pt x="6485" y="4383"/>
                </a:lnTo>
                <a:lnTo>
                  <a:pt x="7994" y="3305"/>
                </a:lnTo>
                <a:lnTo>
                  <a:pt x="9477" y="2366"/>
                </a:lnTo>
                <a:lnTo>
                  <a:pt x="10957" y="1574"/>
                </a:lnTo>
                <a:lnTo>
                  <a:pt x="12461" y="936"/>
                </a:lnTo>
                <a:lnTo>
                  <a:pt x="14015" y="456"/>
                </a:lnTo>
                <a:lnTo>
                  <a:pt x="15643" y="141"/>
                </a:lnTo>
                <a:lnTo>
                  <a:pt x="17376" y="0"/>
                </a:lnTo>
                <a:lnTo>
                  <a:pt x="19238" y="37"/>
                </a:lnTo>
                <a:lnTo>
                  <a:pt x="21255" y="259"/>
                </a:lnTo>
                <a:close/>
              </a:path>
            </a:pathLst>
          </a:custGeom>
          <a:solidFill>
            <a:srgbClr val="BC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7969" name="contour_07967"/>
          <p:cNvSpPr/>
          <p:nvPr/>
        </p:nvSpPr>
        <p:spPr>
          <a:xfrm>
            <a:off x="5002649" y="4095851"/>
            <a:ext cx="72880" cy="49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2249" y="1566"/>
                </a:lnTo>
                <a:lnTo>
                  <a:pt x="2339" y="3139"/>
                </a:lnTo>
                <a:lnTo>
                  <a:pt x="2430" y="4737"/>
                </a:lnTo>
                <a:lnTo>
                  <a:pt x="3054" y="6303"/>
                </a:lnTo>
                <a:lnTo>
                  <a:pt x="3683" y="7876"/>
                </a:lnTo>
                <a:lnTo>
                  <a:pt x="4320" y="9474"/>
                </a:lnTo>
                <a:lnTo>
                  <a:pt x="5774" y="9853"/>
                </a:lnTo>
                <a:lnTo>
                  <a:pt x="7219" y="10143"/>
                </a:lnTo>
                <a:lnTo>
                  <a:pt x="8657" y="10345"/>
                </a:lnTo>
                <a:lnTo>
                  <a:pt x="10089" y="10453"/>
                </a:lnTo>
                <a:lnTo>
                  <a:pt x="11521" y="10465"/>
                </a:lnTo>
                <a:lnTo>
                  <a:pt x="12954" y="10374"/>
                </a:lnTo>
                <a:lnTo>
                  <a:pt x="14388" y="10181"/>
                </a:lnTo>
                <a:lnTo>
                  <a:pt x="15831" y="9884"/>
                </a:lnTo>
                <a:lnTo>
                  <a:pt x="17280" y="9474"/>
                </a:lnTo>
                <a:lnTo>
                  <a:pt x="17816" y="7911"/>
                </a:lnTo>
                <a:lnTo>
                  <a:pt x="18351" y="6341"/>
                </a:lnTo>
                <a:lnTo>
                  <a:pt x="18894" y="4759"/>
                </a:lnTo>
                <a:lnTo>
                  <a:pt x="19440" y="3158"/>
                </a:lnTo>
                <a:lnTo>
                  <a:pt x="19708" y="5113"/>
                </a:lnTo>
                <a:lnTo>
                  <a:pt x="19976" y="7067"/>
                </a:lnTo>
                <a:lnTo>
                  <a:pt x="20244" y="9028"/>
                </a:lnTo>
                <a:lnTo>
                  <a:pt x="20511" y="10993"/>
                </a:lnTo>
                <a:lnTo>
                  <a:pt x="20781" y="12966"/>
                </a:lnTo>
                <a:lnTo>
                  <a:pt x="21054" y="14949"/>
                </a:lnTo>
                <a:lnTo>
                  <a:pt x="21326" y="16942"/>
                </a:lnTo>
                <a:lnTo>
                  <a:pt x="21600" y="18947"/>
                </a:lnTo>
                <a:lnTo>
                  <a:pt x="20049" y="19882"/>
                </a:lnTo>
                <a:lnTo>
                  <a:pt x="18641" y="20624"/>
                </a:lnTo>
                <a:lnTo>
                  <a:pt x="17312" y="21164"/>
                </a:lnTo>
                <a:lnTo>
                  <a:pt x="15997" y="21493"/>
                </a:lnTo>
                <a:lnTo>
                  <a:pt x="14628" y="21600"/>
                </a:lnTo>
                <a:lnTo>
                  <a:pt x="13141" y="21480"/>
                </a:lnTo>
                <a:lnTo>
                  <a:pt x="11474" y="21120"/>
                </a:lnTo>
                <a:lnTo>
                  <a:pt x="10539" y="20403"/>
                </a:lnTo>
                <a:lnTo>
                  <a:pt x="9595" y="19680"/>
                </a:lnTo>
                <a:lnTo>
                  <a:pt x="8640" y="18947"/>
                </a:lnTo>
                <a:lnTo>
                  <a:pt x="8640" y="16860"/>
                </a:lnTo>
                <a:lnTo>
                  <a:pt x="8640" y="14760"/>
                </a:lnTo>
                <a:lnTo>
                  <a:pt x="8640" y="12632"/>
                </a:lnTo>
                <a:lnTo>
                  <a:pt x="7212" y="12632"/>
                </a:lnTo>
                <a:lnTo>
                  <a:pt x="5776" y="12632"/>
                </a:lnTo>
                <a:lnTo>
                  <a:pt x="4320" y="12632"/>
                </a:lnTo>
                <a:lnTo>
                  <a:pt x="4320" y="14719"/>
                </a:lnTo>
                <a:lnTo>
                  <a:pt x="4320" y="16819"/>
                </a:lnTo>
                <a:lnTo>
                  <a:pt x="4320" y="18947"/>
                </a:lnTo>
                <a:lnTo>
                  <a:pt x="3009" y="18294"/>
                </a:lnTo>
                <a:lnTo>
                  <a:pt x="2123" y="17747"/>
                </a:lnTo>
                <a:lnTo>
                  <a:pt x="1255" y="17012"/>
                </a:lnTo>
                <a:lnTo>
                  <a:pt x="0" y="15789"/>
                </a:lnTo>
                <a:lnTo>
                  <a:pt x="41" y="13547"/>
                </a:lnTo>
                <a:lnTo>
                  <a:pt x="138" y="11959"/>
                </a:lnTo>
                <a:lnTo>
                  <a:pt x="369" y="10260"/>
                </a:lnTo>
                <a:lnTo>
                  <a:pt x="810" y="7699"/>
                </a:lnTo>
                <a:lnTo>
                  <a:pt x="1171" y="5536"/>
                </a:lnTo>
                <a:lnTo>
                  <a:pt x="1536" y="3344"/>
                </a:lnTo>
                <a:lnTo>
                  <a:pt x="1845" y="1683"/>
                </a:lnTo>
                <a:lnTo>
                  <a:pt x="2160" y="0"/>
                </a:lnTo>
                <a:close/>
              </a:path>
            </a:pathLst>
          </a:custGeom>
          <a:solidFill>
            <a:srgbClr val="CFB3AF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0" name="contour_07968"/>
          <p:cNvSpPr/>
          <p:nvPr/>
        </p:nvSpPr>
        <p:spPr>
          <a:xfrm>
            <a:off x="4623673" y="4088563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20045" y="0"/>
                </a:lnTo>
                <a:lnTo>
                  <a:pt x="21600" y="0"/>
                </a:lnTo>
                <a:lnTo>
                  <a:pt x="21600" y="2037"/>
                </a:lnTo>
                <a:lnTo>
                  <a:pt x="21600" y="4076"/>
                </a:lnTo>
                <a:lnTo>
                  <a:pt x="21600" y="6116"/>
                </a:lnTo>
                <a:lnTo>
                  <a:pt x="21600" y="8162"/>
                </a:lnTo>
                <a:lnTo>
                  <a:pt x="21600" y="10214"/>
                </a:lnTo>
                <a:lnTo>
                  <a:pt x="21600" y="12275"/>
                </a:lnTo>
                <a:lnTo>
                  <a:pt x="21600" y="14342"/>
                </a:lnTo>
                <a:lnTo>
                  <a:pt x="21600" y="16422"/>
                </a:lnTo>
                <a:lnTo>
                  <a:pt x="21600" y="18514"/>
                </a:lnTo>
                <a:lnTo>
                  <a:pt x="19462" y="18820"/>
                </a:lnTo>
                <a:lnTo>
                  <a:pt x="17320" y="19125"/>
                </a:lnTo>
                <a:lnTo>
                  <a:pt x="15179" y="19431"/>
                </a:lnTo>
                <a:lnTo>
                  <a:pt x="13034" y="19739"/>
                </a:lnTo>
                <a:lnTo>
                  <a:pt x="10880" y="20045"/>
                </a:lnTo>
                <a:lnTo>
                  <a:pt x="8723" y="20353"/>
                </a:lnTo>
                <a:lnTo>
                  <a:pt x="6557" y="20662"/>
                </a:lnTo>
                <a:lnTo>
                  <a:pt x="4382" y="20974"/>
                </a:lnTo>
                <a:lnTo>
                  <a:pt x="2197" y="21285"/>
                </a:lnTo>
                <a:lnTo>
                  <a:pt x="0" y="21600"/>
                </a:lnTo>
                <a:lnTo>
                  <a:pt x="355" y="18017"/>
                </a:lnTo>
                <a:lnTo>
                  <a:pt x="660" y="15500"/>
                </a:lnTo>
                <a:lnTo>
                  <a:pt x="1000" y="13710"/>
                </a:lnTo>
                <a:lnTo>
                  <a:pt x="1460" y="12300"/>
                </a:lnTo>
                <a:lnTo>
                  <a:pt x="2126" y="10930"/>
                </a:lnTo>
                <a:lnTo>
                  <a:pt x="3086" y="9257"/>
                </a:lnTo>
                <a:lnTo>
                  <a:pt x="5116" y="8606"/>
                </a:lnTo>
                <a:lnTo>
                  <a:pt x="7103" y="8097"/>
                </a:lnTo>
                <a:lnTo>
                  <a:pt x="9078" y="7708"/>
                </a:lnTo>
                <a:lnTo>
                  <a:pt x="11075" y="7415"/>
                </a:lnTo>
                <a:lnTo>
                  <a:pt x="13120" y="7190"/>
                </a:lnTo>
                <a:lnTo>
                  <a:pt x="15247" y="7014"/>
                </a:lnTo>
                <a:lnTo>
                  <a:pt x="16061" y="6804"/>
                </a:lnTo>
                <a:lnTo>
                  <a:pt x="18514" y="6171"/>
                </a:lnTo>
                <a:lnTo>
                  <a:pt x="18514" y="4132"/>
                </a:lnTo>
                <a:lnTo>
                  <a:pt x="18514" y="2080"/>
                </a:lnTo>
                <a:lnTo>
                  <a:pt x="18514" y="0"/>
                </a:lnTo>
                <a:close/>
              </a:path>
            </a:pathLst>
          </a:custGeom>
          <a:solidFill>
            <a:srgbClr val="F9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1" name="contour_07969"/>
          <p:cNvSpPr/>
          <p:nvPr/>
        </p:nvSpPr>
        <p:spPr>
          <a:xfrm>
            <a:off x="7874118" y="3906363"/>
            <a:ext cx="1093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3868" y="415"/>
                </a:lnTo>
                <a:lnTo>
                  <a:pt x="4856" y="829"/>
                </a:lnTo>
                <a:lnTo>
                  <a:pt x="5842" y="1253"/>
                </a:lnTo>
                <a:lnTo>
                  <a:pt x="6830" y="1676"/>
                </a:lnTo>
                <a:lnTo>
                  <a:pt x="7816" y="2108"/>
                </a:lnTo>
                <a:lnTo>
                  <a:pt x="8803" y="2540"/>
                </a:lnTo>
                <a:lnTo>
                  <a:pt x="9788" y="2976"/>
                </a:lnTo>
                <a:lnTo>
                  <a:pt x="10774" y="3421"/>
                </a:lnTo>
                <a:lnTo>
                  <a:pt x="11759" y="3866"/>
                </a:lnTo>
                <a:lnTo>
                  <a:pt x="12744" y="4320"/>
                </a:lnTo>
                <a:lnTo>
                  <a:pt x="13729" y="4778"/>
                </a:lnTo>
                <a:lnTo>
                  <a:pt x="14714" y="5240"/>
                </a:lnTo>
                <a:lnTo>
                  <a:pt x="15699" y="5707"/>
                </a:lnTo>
                <a:lnTo>
                  <a:pt x="16682" y="6182"/>
                </a:lnTo>
                <a:lnTo>
                  <a:pt x="17666" y="6661"/>
                </a:lnTo>
                <a:lnTo>
                  <a:pt x="18651" y="7145"/>
                </a:lnTo>
                <a:lnTo>
                  <a:pt x="19634" y="7638"/>
                </a:lnTo>
                <a:lnTo>
                  <a:pt x="20616" y="8135"/>
                </a:lnTo>
                <a:lnTo>
                  <a:pt x="21600" y="8640"/>
                </a:lnTo>
                <a:lnTo>
                  <a:pt x="21600" y="10783"/>
                </a:lnTo>
                <a:lnTo>
                  <a:pt x="21600" y="12960"/>
                </a:lnTo>
                <a:lnTo>
                  <a:pt x="20602" y="12960"/>
                </a:lnTo>
                <a:lnTo>
                  <a:pt x="19603" y="12960"/>
                </a:lnTo>
                <a:lnTo>
                  <a:pt x="18603" y="12960"/>
                </a:lnTo>
                <a:lnTo>
                  <a:pt x="17603" y="12960"/>
                </a:lnTo>
                <a:lnTo>
                  <a:pt x="16597" y="12960"/>
                </a:lnTo>
                <a:lnTo>
                  <a:pt x="15591" y="12960"/>
                </a:lnTo>
                <a:lnTo>
                  <a:pt x="14580" y="12960"/>
                </a:lnTo>
                <a:lnTo>
                  <a:pt x="13565" y="12960"/>
                </a:lnTo>
                <a:lnTo>
                  <a:pt x="12545" y="12960"/>
                </a:lnTo>
                <a:lnTo>
                  <a:pt x="11520" y="12960"/>
                </a:lnTo>
                <a:lnTo>
                  <a:pt x="11520" y="15816"/>
                </a:lnTo>
                <a:lnTo>
                  <a:pt x="11520" y="18688"/>
                </a:lnTo>
                <a:lnTo>
                  <a:pt x="11520" y="21600"/>
                </a:lnTo>
                <a:lnTo>
                  <a:pt x="10570" y="21241"/>
                </a:lnTo>
                <a:lnTo>
                  <a:pt x="9619" y="20887"/>
                </a:lnTo>
                <a:lnTo>
                  <a:pt x="8667" y="20529"/>
                </a:lnTo>
                <a:lnTo>
                  <a:pt x="7714" y="20174"/>
                </a:lnTo>
                <a:lnTo>
                  <a:pt x="6759" y="19816"/>
                </a:lnTo>
                <a:lnTo>
                  <a:pt x="5803" y="19457"/>
                </a:lnTo>
                <a:lnTo>
                  <a:pt x="4844" y="19099"/>
                </a:lnTo>
                <a:lnTo>
                  <a:pt x="3882" y="18736"/>
                </a:lnTo>
                <a:lnTo>
                  <a:pt x="2917" y="18373"/>
                </a:lnTo>
                <a:lnTo>
                  <a:pt x="1950" y="18010"/>
                </a:lnTo>
                <a:lnTo>
                  <a:pt x="976" y="17647"/>
                </a:lnTo>
                <a:lnTo>
                  <a:pt x="0" y="17280"/>
                </a:lnTo>
                <a:lnTo>
                  <a:pt x="713" y="15854"/>
                </a:lnTo>
                <a:lnTo>
                  <a:pt x="1427" y="14424"/>
                </a:lnTo>
                <a:lnTo>
                  <a:pt x="2144" y="12995"/>
                </a:lnTo>
                <a:lnTo>
                  <a:pt x="2864" y="11552"/>
                </a:lnTo>
                <a:lnTo>
                  <a:pt x="3588" y="10100"/>
                </a:lnTo>
                <a:lnTo>
                  <a:pt x="4320" y="8640"/>
                </a:lnTo>
                <a:lnTo>
                  <a:pt x="3963" y="6502"/>
                </a:lnTo>
                <a:lnTo>
                  <a:pt x="3606" y="4355"/>
                </a:lnTo>
                <a:lnTo>
                  <a:pt x="3244" y="2190"/>
                </a:lnTo>
                <a:lnTo>
                  <a:pt x="2880" y="0"/>
                </a:lnTo>
                <a:close/>
              </a:path>
            </a:pathLst>
          </a:custGeom>
          <a:solidFill>
            <a:srgbClr val="D2E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2" name="contour_07970"/>
          <p:cNvSpPr/>
          <p:nvPr/>
        </p:nvSpPr>
        <p:spPr>
          <a:xfrm>
            <a:off x="6817359" y="3541964"/>
            <a:ext cx="16033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7" y="299"/>
                </a:lnTo>
                <a:lnTo>
                  <a:pt x="1235" y="1195"/>
                </a:lnTo>
                <a:lnTo>
                  <a:pt x="1913" y="1832"/>
                </a:lnTo>
                <a:lnTo>
                  <a:pt x="2590" y="2462"/>
                </a:lnTo>
                <a:lnTo>
                  <a:pt x="3267" y="3085"/>
                </a:lnTo>
                <a:lnTo>
                  <a:pt x="3946" y="3701"/>
                </a:lnTo>
                <a:lnTo>
                  <a:pt x="4624" y="4309"/>
                </a:lnTo>
                <a:lnTo>
                  <a:pt x="5303" y="4910"/>
                </a:lnTo>
                <a:lnTo>
                  <a:pt x="5981" y="5504"/>
                </a:lnTo>
                <a:lnTo>
                  <a:pt x="6661" y="6091"/>
                </a:lnTo>
                <a:lnTo>
                  <a:pt x="7341" y="6671"/>
                </a:lnTo>
                <a:lnTo>
                  <a:pt x="8021" y="7240"/>
                </a:lnTo>
                <a:lnTo>
                  <a:pt x="8703" y="7801"/>
                </a:lnTo>
                <a:lnTo>
                  <a:pt x="9385" y="8352"/>
                </a:lnTo>
                <a:lnTo>
                  <a:pt x="10068" y="8899"/>
                </a:lnTo>
                <a:lnTo>
                  <a:pt x="10752" y="9432"/>
                </a:lnTo>
                <a:lnTo>
                  <a:pt x="11436" y="9958"/>
                </a:lnTo>
                <a:lnTo>
                  <a:pt x="12060" y="10429"/>
                </a:lnTo>
                <a:lnTo>
                  <a:pt x="12687" y="10908"/>
                </a:lnTo>
                <a:lnTo>
                  <a:pt x="13323" y="11394"/>
                </a:lnTo>
                <a:lnTo>
                  <a:pt x="13954" y="11869"/>
                </a:lnTo>
                <a:lnTo>
                  <a:pt x="14585" y="12341"/>
                </a:lnTo>
                <a:lnTo>
                  <a:pt x="15215" y="12812"/>
                </a:lnTo>
                <a:lnTo>
                  <a:pt x="15847" y="13280"/>
                </a:lnTo>
                <a:lnTo>
                  <a:pt x="16478" y="13745"/>
                </a:lnTo>
                <a:lnTo>
                  <a:pt x="17109" y="14209"/>
                </a:lnTo>
                <a:lnTo>
                  <a:pt x="17690" y="14648"/>
                </a:lnTo>
                <a:lnTo>
                  <a:pt x="18277" y="15091"/>
                </a:lnTo>
                <a:lnTo>
                  <a:pt x="18870" y="15538"/>
                </a:lnTo>
                <a:lnTo>
                  <a:pt x="19396" y="15926"/>
                </a:lnTo>
                <a:lnTo>
                  <a:pt x="19926" y="16319"/>
                </a:lnTo>
                <a:lnTo>
                  <a:pt x="20463" y="16715"/>
                </a:lnTo>
                <a:lnTo>
                  <a:pt x="21028" y="17352"/>
                </a:lnTo>
                <a:lnTo>
                  <a:pt x="21600" y="18000"/>
                </a:lnTo>
                <a:lnTo>
                  <a:pt x="21600" y="19786"/>
                </a:lnTo>
                <a:lnTo>
                  <a:pt x="21600" y="21600"/>
                </a:lnTo>
                <a:lnTo>
                  <a:pt x="20912" y="21481"/>
                </a:lnTo>
                <a:lnTo>
                  <a:pt x="20223" y="21362"/>
                </a:lnTo>
                <a:lnTo>
                  <a:pt x="19537" y="21236"/>
                </a:lnTo>
                <a:lnTo>
                  <a:pt x="18851" y="21103"/>
                </a:lnTo>
                <a:lnTo>
                  <a:pt x="18167" y="20959"/>
                </a:lnTo>
                <a:lnTo>
                  <a:pt x="17483" y="20804"/>
                </a:lnTo>
                <a:lnTo>
                  <a:pt x="16800" y="20635"/>
                </a:lnTo>
                <a:lnTo>
                  <a:pt x="16119" y="20452"/>
                </a:lnTo>
                <a:lnTo>
                  <a:pt x="15438" y="20246"/>
                </a:lnTo>
                <a:lnTo>
                  <a:pt x="14760" y="20027"/>
                </a:lnTo>
                <a:lnTo>
                  <a:pt x="14081" y="19782"/>
                </a:lnTo>
                <a:lnTo>
                  <a:pt x="13405" y="19512"/>
                </a:lnTo>
                <a:lnTo>
                  <a:pt x="12729" y="19213"/>
                </a:lnTo>
                <a:lnTo>
                  <a:pt x="12055" y="18889"/>
                </a:lnTo>
                <a:lnTo>
                  <a:pt x="11381" y="18536"/>
                </a:lnTo>
                <a:lnTo>
                  <a:pt x="10710" y="18148"/>
                </a:lnTo>
                <a:lnTo>
                  <a:pt x="10039" y="17723"/>
                </a:lnTo>
                <a:lnTo>
                  <a:pt x="9369" y="17262"/>
                </a:lnTo>
                <a:lnTo>
                  <a:pt x="8702" y="16762"/>
                </a:lnTo>
                <a:lnTo>
                  <a:pt x="8035" y="16222"/>
                </a:lnTo>
                <a:lnTo>
                  <a:pt x="7371" y="15638"/>
                </a:lnTo>
                <a:lnTo>
                  <a:pt x="6707" y="15008"/>
                </a:lnTo>
                <a:lnTo>
                  <a:pt x="6044" y="14332"/>
                </a:lnTo>
                <a:lnTo>
                  <a:pt x="5383" y="13604"/>
                </a:lnTo>
                <a:lnTo>
                  <a:pt x="4725" y="12823"/>
                </a:lnTo>
                <a:lnTo>
                  <a:pt x="4173" y="12161"/>
                </a:lnTo>
                <a:lnTo>
                  <a:pt x="3613" y="11491"/>
                </a:lnTo>
                <a:lnTo>
                  <a:pt x="2909" y="10534"/>
                </a:lnTo>
                <a:lnTo>
                  <a:pt x="2281" y="9565"/>
                </a:lnTo>
                <a:lnTo>
                  <a:pt x="1713" y="8467"/>
                </a:lnTo>
                <a:lnTo>
                  <a:pt x="1196" y="7128"/>
                </a:lnTo>
                <a:lnTo>
                  <a:pt x="715" y="5425"/>
                </a:lnTo>
                <a:lnTo>
                  <a:pt x="257" y="3247"/>
                </a:lnTo>
                <a:lnTo>
                  <a:pt x="130" y="1638"/>
                </a:lnTo>
                <a:lnTo>
                  <a:pt x="0" y="0"/>
                </a:lnTo>
                <a:close/>
              </a:path>
            </a:pathLst>
          </a:custGeom>
          <a:solidFill>
            <a:srgbClr val="D0D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3" name="contour_07971"/>
          <p:cNvSpPr/>
          <p:nvPr/>
        </p:nvSpPr>
        <p:spPr>
          <a:xfrm>
            <a:off x="3843858" y="3505524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387" y="745"/>
                </a:lnTo>
                <a:lnTo>
                  <a:pt x="11419" y="1577"/>
                </a:lnTo>
                <a:lnTo>
                  <a:pt x="12368" y="2513"/>
                </a:lnTo>
                <a:lnTo>
                  <a:pt x="13249" y="3557"/>
                </a:lnTo>
                <a:lnTo>
                  <a:pt x="14080" y="4723"/>
                </a:lnTo>
                <a:lnTo>
                  <a:pt x="14876" y="6026"/>
                </a:lnTo>
                <a:lnTo>
                  <a:pt x="15654" y="7474"/>
                </a:lnTo>
                <a:lnTo>
                  <a:pt x="16428" y="9083"/>
                </a:lnTo>
                <a:lnTo>
                  <a:pt x="17217" y="10861"/>
                </a:lnTo>
                <a:lnTo>
                  <a:pt x="18033" y="12823"/>
                </a:lnTo>
                <a:lnTo>
                  <a:pt x="18332" y="13554"/>
                </a:lnTo>
                <a:lnTo>
                  <a:pt x="18863" y="14843"/>
                </a:lnTo>
                <a:lnTo>
                  <a:pt x="20076" y="17788"/>
                </a:lnTo>
                <a:lnTo>
                  <a:pt x="20579" y="19048"/>
                </a:lnTo>
                <a:lnTo>
                  <a:pt x="21086" y="20315"/>
                </a:lnTo>
                <a:lnTo>
                  <a:pt x="21600" y="21600"/>
                </a:lnTo>
                <a:lnTo>
                  <a:pt x="19551" y="21139"/>
                </a:lnTo>
                <a:lnTo>
                  <a:pt x="17692" y="20714"/>
                </a:lnTo>
                <a:lnTo>
                  <a:pt x="16010" y="20326"/>
                </a:lnTo>
                <a:lnTo>
                  <a:pt x="14491" y="19958"/>
                </a:lnTo>
                <a:lnTo>
                  <a:pt x="13120" y="19609"/>
                </a:lnTo>
                <a:lnTo>
                  <a:pt x="11885" y="19274"/>
                </a:lnTo>
                <a:lnTo>
                  <a:pt x="10769" y="18943"/>
                </a:lnTo>
                <a:lnTo>
                  <a:pt x="9762" y="18605"/>
                </a:lnTo>
                <a:lnTo>
                  <a:pt x="8845" y="18263"/>
                </a:lnTo>
                <a:lnTo>
                  <a:pt x="8009" y="17899"/>
                </a:lnTo>
                <a:lnTo>
                  <a:pt x="7236" y="17514"/>
                </a:lnTo>
                <a:lnTo>
                  <a:pt x="6515" y="17096"/>
                </a:lnTo>
                <a:lnTo>
                  <a:pt x="5830" y="16643"/>
                </a:lnTo>
                <a:lnTo>
                  <a:pt x="5170" y="16142"/>
                </a:lnTo>
                <a:lnTo>
                  <a:pt x="4516" y="15592"/>
                </a:lnTo>
                <a:lnTo>
                  <a:pt x="3859" y="14980"/>
                </a:lnTo>
                <a:lnTo>
                  <a:pt x="3181" y="14303"/>
                </a:lnTo>
                <a:lnTo>
                  <a:pt x="2470" y="13554"/>
                </a:lnTo>
                <a:lnTo>
                  <a:pt x="1713" y="12726"/>
                </a:lnTo>
                <a:lnTo>
                  <a:pt x="893" y="11808"/>
                </a:lnTo>
                <a:lnTo>
                  <a:pt x="0" y="10800"/>
                </a:lnTo>
                <a:lnTo>
                  <a:pt x="0" y="9014"/>
                </a:lnTo>
                <a:lnTo>
                  <a:pt x="0" y="7200"/>
                </a:lnTo>
                <a:lnTo>
                  <a:pt x="1018" y="7200"/>
                </a:lnTo>
                <a:lnTo>
                  <a:pt x="2038" y="7200"/>
                </a:lnTo>
                <a:lnTo>
                  <a:pt x="3058" y="7200"/>
                </a:lnTo>
                <a:lnTo>
                  <a:pt x="4081" y="7200"/>
                </a:lnTo>
                <a:lnTo>
                  <a:pt x="5107" y="7200"/>
                </a:lnTo>
                <a:lnTo>
                  <a:pt x="6137" y="7200"/>
                </a:lnTo>
                <a:lnTo>
                  <a:pt x="7171" y="7200"/>
                </a:lnTo>
                <a:lnTo>
                  <a:pt x="8211" y="7200"/>
                </a:lnTo>
                <a:lnTo>
                  <a:pt x="9257" y="7200"/>
                </a:lnTo>
                <a:lnTo>
                  <a:pt x="9257" y="4820"/>
                </a:lnTo>
                <a:lnTo>
                  <a:pt x="9257" y="2426"/>
                </a:lnTo>
                <a:lnTo>
                  <a:pt x="9257" y="0"/>
                </a:lnTo>
                <a:close/>
              </a:path>
            </a:pathLst>
          </a:custGeom>
          <a:solidFill>
            <a:srgbClr val="5D6A6F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4" name="contour_07972"/>
          <p:cNvSpPr/>
          <p:nvPr/>
        </p:nvSpPr>
        <p:spPr>
          <a:xfrm>
            <a:off x="4536217" y="3483048"/>
            <a:ext cx="145760" cy="224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7" y="7158"/>
                </a:moveTo>
                <a:lnTo>
                  <a:pt x="14594" y="7865"/>
                </a:lnTo>
                <a:lnTo>
                  <a:pt x="15349" y="8573"/>
                </a:lnTo>
                <a:lnTo>
                  <a:pt x="16106" y="9273"/>
                </a:lnTo>
                <a:lnTo>
                  <a:pt x="16793" y="9925"/>
                </a:lnTo>
                <a:lnTo>
                  <a:pt x="17480" y="10569"/>
                </a:lnTo>
                <a:lnTo>
                  <a:pt x="18167" y="11227"/>
                </a:lnTo>
                <a:lnTo>
                  <a:pt x="18854" y="11893"/>
                </a:lnTo>
                <a:lnTo>
                  <a:pt x="19540" y="12558"/>
                </a:lnTo>
                <a:lnTo>
                  <a:pt x="20227" y="13237"/>
                </a:lnTo>
                <a:lnTo>
                  <a:pt x="20914" y="13910"/>
                </a:lnTo>
                <a:lnTo>
                  <a:pt x="21600" y="14596"/>
                </a:lnTo>
                <a:lnTo>
                  <a:pt x="21600" y="18070"/>
                </a:lnTo>
                <a:lnTo>
                  <a:pt x="21600" y="21600"/>
                </a:lnTo>
                <a:lnTo>
                  <a:pt x="20836" y="21600"/>
                </a:lnTo>
                <a:lnTo>
                  <a:pt x="20073" y="21600"/>
                </a:lnTo>
                <a:lnTo>
                  <a:pt x="19309" y="21600"/>
                </a:lnTo>
                <a:lnTo>
                  <a:pt x="18545" y="21600"/>
                </a:lnTo>
                <a:lnTo>
                  <a:pt x="17780" y="21600"/>
                </a:lnTo>
                <a:lnTo>
                  <a:pt x="17015" y="21600"/>
                </a:lnTo>
                <a:lnTo>
                  <a:pt x="16251" y="21600"/>
                </a:lnTo>
                <a:lnTo>
                  <a:pt x="15485" y="21600"/>
                </a:lnTo>
                <a:lnTo>
                  <a:pt x="14719" y="21600"/>
                </a:lnTo>
                <a:lnTo>
                  <a:pt x="13953" y="21600"/>
                </a:lnTo>
                <a:lnTo>
                  <a:pt x="13186" y="21600"/>
                </a:lnTo>
                <a:lnTo>
                  <a:pt x="12418" y="21600"/>
                </a:lnTo>
                <a:lnTo>
                  <a:pt x="11650" y="21600"/>
                </a:lnTo>
                <a:lnTo>
                  <a:pt x="10881" y="21600"/>
                </a:lnTo>
                <a:lnTo>
                  <a:pt x="10111" y="21600"/>
                </a:lnTo>
                <a:lnTo>
                  <a:pt x="9340" y="21600"/>
                </a:lnTo>
                <a:lnTo>
                  <a:pt x="8569" y="21600"/>
                </a:lnTo>
                <a:lnTo>
                  <a:pt x="7795" y="21600"/>
                </a:lnTo>
                <a:lnTo>
                  <a:pt x="7022" y="21600"/>
                </a:lnTo>
                <a:lnTo>
                  <a:pt x="6247" y="21600"/>
                </a:lnTo>
                <a:lnTo>
                  <a:pt x="5471" y="21600"/>
                </a:lnTo>
                <a:lnTo>
                  <a:pt x="4694" y="21600"/>
                </a:lnTo>
                <a:lnTo>
                  <a:pt x="3915" y="21600"/>
                </a:lnTo>
                <a:lnTo>
                  <a:pt x="3135" y="21600"/>
                </a:lnTo>
                <a:lnTo>
                  <a:pt x="2353" y="21600"/>
                </a:lnTo>
                <a:lnTo>
                  <a:pt x="1570" y="21600"/>
                </a:lnTo>
                <a:lnTo>
                  <a:pt x="786" y="21600"/>
                </a:lnTo>
                <a:lnTo>
                  <a:pt x="0" y="21600"/>
                </a:lnTo>
                <a:lnTo>
                  <a:pt x="0" y="16970"/>
                </a:lnTo>
                <a:lnTo>
                  <a:pt x="0" y="12313"/>
                </a:lnTo>
                <a:lnTo>
                  <a:pt x="0" y="7592"/>
                </a:lnTo>
                <a:lnTo>
                  <a:pt x="688" y="5414"/>
                </a:lnTo>
                <a:lnTo>
                  <a:pt x="1400" y="3656"/>
                </a:lnTo>
                <a:lnTo>
                  <a:pt x="2132" y="2283"/>
                </a:lnTo>
                <a:lnTo>
                  <a:pt x="2881" y="1254"/>
                </a:lnTo>
                <a:lnTo>
                  <a:pt x="3648" y="553"/>
                </a:lnTo>
                <a:lnTo>
                  <a:pt x="4427" y="147"/>
                </a:lnTo>
                <a:lnTo>
                  <a:pt x="5216" y="0"/>
                </a:lnTo>
                <a:lnTo>
                  <a:pt x="6013" y="84"/>
                </a:lnTo>
                <a:lnTo>
                  <a:pt x="6816" y="371"/>
                </a:lnTo>
                <a:lnTo>
                  <a:pt x="7622" y="833"/>
                </a:lnTo>
                <a:lnTo>
                  <a:pt x="8426" y="1443"/>
                </a:lnTo>
                <a:lnTo>
                  <a:pt x="9229" y="2157"/>
                </a:lnTo>
                <a:lnTo>
                  <a:pt x="10025" y="2963"/>
                </a:lnTo>
                <a:lnTo>
                  <a:pt x="10814" y="3810"/>
                </a:lnTo>
                <a:lnTo>
                  <a:pt x="11593" y="4686"/>
                </a:lnTo>
                <a:lnTo>
                  <a:pt x="12357" y="5561"/>
                </a:lnTo>
                <a:lnTo>
                  <a:pt x="13107" y="6388"/>
                </a:lnTo>
                <a:lnTo>
                  <a:pt x="13837" y="7158"/>
                </a:lnTo>
                <a:close/>
              </a:path>
            </a:pathLst>
          </a:custGeom>
          <a:solidFill>
            <a:srgbClr val="93A0A9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5" name="contour_07973"/>
          <p:cNvSpPr/>
          <p:nvPr/>
        </p:nvSpPr>
        <p:spPr>
          <a:xfrm>
            <a:off x="4995361" y="3483383"/>
            <a:ext cx="138472" cy="294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3"/>
                </a:moveTo>
                <a:lnTo>
                  <a:pt x="21412" y="3734"/>
                </a:lnTo>
                <a:lnTo>
                  <a:pt x="21225" y="7270"/>
                </a:lnTo>
                <a:lnTo>
                  <a:pt x="21036" y="10821"/>
                </a:lnTo>
                <a:lnTo>
                  <a:pt x="20846" y="14389"/>
                </a:lnTo>
                <a:lnTo>
                  <a:pt x="20655" y="17979"/>
                </a:lnTo>
                <a:lnTo>
                  <a:pt x="20463" y="21600"/>
                </a:lnTo>
                <a:lnTo>
                  <a:pt x="19829" y="20830"/>
                </a:lnTo>
                <a:lnTo>
                  <a:pt x="19191" y="20049"/>
                </a:lnTo>
                <a:lnTo>
                  <a:pt x="18544" y="19257"/>
                </a:lnTo>
                <a:lnTo>
                  <a:pt x="17910" y="18535"/>
                </a:lnTo>
                <a:lnTo>
                  <a:pt x="17266" y="17797"/>
                </a:lnTo>
                <a:lnTo>
                  <a:pt x="16625" y="17053"/>
                </a:lnTo>
                <a:lnTo>
                  <a:pt x="15985" y="16288"/>
                </a:lnTo>
                <a:lnTo>
                  <a:pt x="15346" y="15507"/>
                </a:lnTo>
                <a:lnTo>
                  <a:pt x="14708" y="14705"/>
                </a:lnTo>
                <a:lnTo>
                  <a:pt x="13943" y="13886"/>
                </a:lnTo>
                <a:lnTo>
                  <a:pt x="13177" y="13175"/>
                </a:lnTo>
                <a:lnTo>
                  <a:pt x="12410" y="12565"/>
                </a:lnTo>
                <a:lnTo>
                  <a:pt x="11641" y="12046"/>
                </a:lnTo>
                <a:lnTo>
                  <a:pt x="10872" y="11613"/>
                </a:lnTo>
                <a:lnTo>
                  <a:pt x="10101" y="11260"/>
                </a:lnTo>
                <a:lnTo>
                  <a:pt x="9328" y="10982"/>
                </a:lnTo>
                <a:lnTo>
                  <a:pt x="8555" y="10768"/>
                </a:lnTo>
                <a:lnTo>
                  <a:pt x="7781" y="10613"/>
                </a:lnTo>
                <a:lnTo>
                  <a:pt x="7006" y="10516"/>
                </a:lnTo>
                <a:lnTo>
                  <a:pt x="6230" y="10463"/>
                </a:lnTo>
                <a:lnTo>
                  <a:pt x="5453" y="10447"/>
                </a:lnTo>
                <a:lnTo>
                  <a:pt x="4676" y="10468"/>
                </a:lnTo>
                <a:lnTo>
                  <a:pt x="3898" y="10511"/>
                </a:lnTo>
                <a:lnTo>
                  <a:pt x="3119" y="10575"/>
                </a:lnTo>
                <a:lnTo>
                  <a:pt x="2340" y="10656"/>
                </a:lnTo>
                <a:lnTo>
                  <a:pt x="1561" y="10741"/>
                </a:lnTo>
                <a:lnTo>
                  <a:pt x="780" y="10827"/>
                </a:lnTo>
                <a:lnTo>
                  <a:pt x="0" y="10902"/>
                </a:lnTo>
                <a:lnTo>
                  <a:pt x="0" y="8248"/>
                </a:lnTo>
                <a:lnTo>
                  <a:pt x="0" y="5552"/>
                </a:lnTo>
                <a:lnTo>
                  <a:pt x="803" y="4964"/>
                </a:lnTo>
                <a:lnTo>
                  <a:pt x="1603" y="4418"/>
                </a:lnTo>
                <a:lnTo>
                  <a:pt x="2403" y="3910"/>
                </a:lnTo>
                <a:lnTo>
                  <a:pt x="3202" y="3440"/>
                </a:lnTo>
                <a:lnTo>
                  <a:pt x="4001" y="3006"/>
                </a:lnTo>
                <a:lnTo>
                  <a:pt x="4799" y="2605"/>
                </a:lnTo>
                <a:lnTo>
                  <a:pt x="5596" y="2241"/>
                </a:lnTo>
                <a:lnTo>
                  <a:pt x="6392" y="1904"/>
                </a:lnTo>
                <a:lnTo>
                  <a:pt x="7188" y="1605"/>
                </a:lnTo>
                <a:lnTo>
                  <a:pt x="7984" y="1332"/>
                </a:lnTo>
                <a:lnTo>
                  <a:pt x="8780" y="1086"/>
                </a:lnTo>
                <a:lnTo>
                  <a:pt x="9576" y="872"/>
                </a:lnTo>
                <a:lnTo>
                  <a:pt x="10373" y="685"/>
                </a:lnTo>
                <a:lnTo>
                  <a:pt x="11168" y="519"/>
                </a:lnTo>
                <a:lnTo>
                  <a:pt x="11965" y="380"/>
                </a:lnTo>
                <a:lnTo>
                  <a:pt x="12762" y="267"/>
                </a:lnTo>
                <a:lnTo>
                  <a:pt x="13560" y="177"/>
                </a:lnTo>
                <a:lnTo>
                  <a:pt x="14358" y="102"/>
                </a:lnTo>
                <a:lnTo>
                  <a:pt x="15159" y="48"/>
                </a:lnTo>
                <a:lnTo>
                  <a:pt x="15959" y="16"/>
                </a:lnTo>
                <a:lnTo>
                  <a:pt x="16760" y="0"/>
                </a:lnTo>
                <a:lnTo>
                  <a:pt x="17563" y="0"/>
                </a:lnTo>
                <a:lnTo>
                  <a:pt x="18367" y="16"/>
                </a:lnTo>
                <a:lnTo>
                  <a:pt x="19173" y="43"/>
                </a:lnTo>
                <a:lnTo>
                  <a:pt x="19980" y="86"/>
                </a:lnTo>
                <a:lnTo>
                  <a:pt x="20789" y="139"/>
                </a:lnTo>
                <a:lnTo>
                  <a:pt x="21600" y="203"/>
                </a:lnTo>
                <a:close/>
              </a:path>
            </a:pathLst>
          </a:custGeom>
          <a:solidFill>
            <a:srgbClr val="DAE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6" name="contour_07974"/>
          <p:cNvSpPr/>
          <p:nvPr/>
        </p:nvSpPr>
        <p:spPr>
          <a:xfrm>
            <a:off x="5629416" y="3411859"/>
            <a:ext cx="116608" cy="559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40" y="2165"/>
                </a:moveTo>
                <a:lnTo>
                  <a:pt x="20099" y="2613"/>
                </a:lnTo>
                <a:lnTo>
                  <a:pt x="20555" y="3404"/>
                </a:lnTo>
                <a:lnTo>
                  <a:pt x="21600" y="5214"/>
                </a:lnTo>
                <a:lnTo>
                  <a:pt x="20794" y="6042"/>
                </a:lnTo>
                <a:lnTo>
                  <a:pt x="19987" y="6870"/>
                </a:lnTo>
                <a:lnTo>
                  <a:pt x="19179" y="7695"/>
                </a:lnTo>
                <a:lnTo>
                  <a:pt x="18372" y="8517"/>
                </a:lnTo>
                <a:lnTo>
                  <a:pt x="17563" y="9336"/>
                </a:lnTo>
                <a:lnTo>
                  <a:pt x="16755" y="10152"/>
                </a:lnTo>
                <a:lnTo>
                  <a:pt x="15946" y="10966"/>
                </a:lnTo>
                <a:lnTo>
                  <a:pt x="15135" y="11777"/>
                </a:lnTo>
                <a:lnTo>
                  <a:pt x="14325" y="12588"/>
                </a:lnTo>
                <a:lnTo>
                  <a:pt x="13500" y="13418"/>
                </a:lnTo>
                <a:lnTo>
                  <a:pt x="12675" y="14257"/>
                </a:lnTo>
                <a:lnTo>
                  <a:pt x="11853" y="15102"/>
                </a:lnTo>
                <a:lnTo>
                  <a:pt x="11143" y="15828"/>
                </a:lnTo>
                <a:lnTo>
                  <a:pt x="10430" y="16549"/>
                </a:lnTo>
                <a:lnTo>
                  <a:pt x="9716" y="17267"/>
                </a:lnTo>
                <a:lnTo>
                  <a:pt x="9000" y="17977"/>
                </a:lnTo>
                <a:lnTo>
                  <a:pt x="8285" y="18689"/>
                </a:lnTo>
                <a:lnTo>
                  <a:pt x="7966" y="19010"/>
                </a:lnTo>
                <a:lnTo>
                  <a:pt x="7405" y="19576"/>
                </a:lnTo>
                <a:lnTo>
                  <a:pt x="6121" y="20876"/>
                </a:lnTo>
                <a:lnTo>
                  <a:pt x="5110" y="21375"/>
                </a:lnTo>
                <a:lnTo>
                  <a:pt x="4216" y="21600"/>
                </a:lnTo>
                <a:lnTo>
                  <a:pt x="3395" y="21569"/>
                </a:lnTo>
                <a:lnTo>
                  <a:pt x="2607" y="21304"/>
                </a:lnTo>
                <a:lnTo>
                  <a:pt x="1806" y="20820"/>
                </a:lnTo>
                <a:lnTo>
                  <a:pt x="952" y="20144"/>
                </a:lnTo>
                <a:lnTo>
                  <a:pt x="0" y="19291"/>
                </a:lnTo>
                <a:lnTo>
                  <a:pt x="805" y="18306"/>
                </a:lnTo>
                <a:lnTo>
                  <a:pt x="1611" y="17323"/>
                </a:lnTo>
                <a:lnTo>
                  <a:pt x="2416" y="16346"/>
                </a:lnTo>
                <a:lnTo>
                  <a:pt x="3224" y="15375"/>
                </a:lnTo>
                <a:lnTo>
                  <a:pt x="4032" y="14404"/>
                </a:lnTo>
                <a:lnTo>
                  <a:pt x="4841" y="13438"/>
                </a:lnTo>
                <a:lnTo>
                  <a:pt x="5652" y="12475"/>
                </a:lnTo>
                <a:lnTo>
                  <a:pt x="6462" y="11518"/>
                </a:lnTo>
                <a:lnTo>
                  <a:pt x="7275" y="10564"/>
                </a:lnTo>
                <a:lnTo>
                  <a:pt x="8101" y="9578"/>
                </a:lnTo>
                <a:lnTo>
                  <a:pt x="8925" y="8584"/>
                </a:lnTo>
                <a:lnTo>
                  <a:pt x="9746" y="7579"/>
                </a:lnTo>
                <a:lnTo>
                  <a:pt x="10456" y="6715"/>
                </a:lnTo>
                <a:lnTo>
                  <a:pt x="11169" y="5862"/>
                </a:lnTo>
                <a:lnTo>
                  <a:pt x="11883" y="5017"/>
                </a:lnTo>
                <a:lnTo>
                  <a:pt x="12598" y="4178"/>
                </a:lnTo>
                <a:lnTo>
                  <a:pt x="13315" y="3345"/>
                </a:lnTo>
                <a:lnTo>
                  <a:pt x="14031" y="2489"/>
                </a:lnTo>
                <a:lnTo>
                  <a:pt x="14750" y="1627"/>
                </a:lnTo>
                <a:lnTo>
                  <a:pt x="15479" y="755"/>
                </a:lnTo>
                <a:lnTo>
                  <a:pt x="16508" y="203"/>
                </a:lnTo>
                <a:lnTo>
                  <a:pt x="17249" y="0"/>
                </a:lnTo>
                <a:lnTo>
                  <a:pt x="17912" y="214"/>
                </a:lnTo>
                <a:lnTo>
                  <a:pt x="18706" y="912"/>
                </a:lnTo>
                <a:lnTo>
                  <a:pt x="19840" y="2165"/>
                </a:lnTo>
                <a:close/>
              </a:path>
            </a:pathLst>
          </a:custGeom>
          <a:solidFill>
            <a:srgbClr val="C2CDD1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7" name="contour_07975"/>
          <p:cNvSpPr/>
          <p:nvPr/>
        </p:nvSpPr>
        <p:spPr>
          <a:xfrm>
            <a:off x="5833480" y="3323324"/>
            <a:ext cx="47889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74" y="0"/>
                </a:moveTo>
                <a:lnTo>
                  <a:pt x="7173" y="521"/>
                </a:lnTo>
                <a:lnTo>
                  <a:pt x="7781" y="1050"/>
                </a:lnTo>
                <a:lnTo>
                  <a:pt x="8198" y="1386"/>
                </a:lnTo>
                <a:lnTo>
                  <a:pt x="9451" y="2400"/>
                </a:lnTo>
                <a:lnTo>
                  <a:pt x="10253" y="3070"/>
                </a:lnTo>
                <a:lnTo>
                  <a:pt x="11068" y="3750"/>
                </a:lnTo>
                <a:lnTo>
                  <a:pt x="12100" y="4271"/>
                </a:lnTo>
                <a:lnTo>
                  <a:pt x="13149" y="4800"/>
                </a:lnTo>
                <a:lnTo>
                  <a:pt x="15322" y="4800"/>
                </a:lnTo>
                <a:lnTo>
                  <a:pt x="17507" y="4800"/>
                </a:lnTo>
                <a:lnTo>
                  <a:pt x="19723" y="4800"/>
                </a:lnTo>
                <a:lnTo>
                  <a:pt x="20140" y="6514"/>
                </a:lnTo>
                <a:lnTo>
                  <a:pt x="20505" y="8030"/>
                </a:lnTo>
                <a:lnTo>
                  <a:pt x="20818" y="9368"/>
                </a:lnTo>
                <a:lnTo>
                  <a:pt x="21077" y="10546"/>
                </a:lnTo>
                <a:lnTo>
                  <a:pt x="21288" y="11580"/>
                </a:lnTo>
                <a:lnTo>
                  <a:pt x="21442" y="12488"/>
                </a:lnTo>
                <a:lnTo>
                  <a:pt x="21547" y="13288"/>
                </a:lnTo>
                <a:lnTo>
                  <a:pt x="21600" y="13997"/>
                </a:lnTo>
                <a:lnTo>
                  <a:pt x="21600" y="14633"/>
                </a:lnTo>
                <a:lnTo>
                  <a:pt x="21547" y="15214"/>
                </a:lnTo>
                <a:lnTo>
                  <a:pt x="21442" y="15756"/>
                </a:lnTo>
                <a:lnTo>
                  <a:pt x="21288" y="16278"/>
                </a:lnTo>
                <a:lnTo>
                  <a:pt x="21077" y="16798"/>
                </a:lnTo>
                <a:lnTo>
                  <a:pt x="20818" y="17332"/>
                </a:lnTo>
                <a:lnTo>
                  <a:pt x="20505" y="17899"/>
                </a:lnTo>
                <a:lnTo>
                  <a:pt x="20140" y="18516"/>
                </a:lnTo>
                <a:lnTo>
                  <a:pt x="19723" y="19200"/>
                </a:lnTo>
                <a:lnTo>
                  <a:pt x="17721" y="19823"/>
                </a:lnTo>
                <a:lnTo>
                  <a:pt x="15729" y="20327"/>
                </a:lnTo>
                <a:lnTo>
                  <a:pt x="13727" y="20728"/>
                </a:lnTo>
                <a:lnTo>
                  <a:pt x="11683" y="21035"/>
                </a:lnTo>
                <a:lnTo>
                  <a:pt x="9579" y="21262"/>
                </a:lnTo>
                <a:lnTo>
                  <a:pt x="7383" y="21419"/>
                </a:lnTo>
                <a:lnTo>
                  <a:pt x="5069" y="21520"/>
                </a:lnTo>
                <a:lnTo>
                  <a:pt x="2617" y="21576"/>
                </a:lnTo>
                <a:lnTo>
                  <a:pt x="0" y="21600"/>
                </a:lnTo>
                <a:lnTo>
                  <a:pt x="746" y="20887"/>
                </a:lnTo>
                <a:lnTo>
                  <a:pt x="1335" y="20400"/>
                </a:lnTo>
                <a:lnTo>
                  <a:pt x="2081" y="19913"/>
                </a:lnTo>
                <a:lnTo>
                  <a:pt x="3287" y="19200"/>
                </a:lnTo>
                <a:lnTo>
                  <a:pt x="5460" y="19200"/>
                </a:lnTo>
                <a:lnTo>
                  <a:pt x="7646" y="19200"/>
                </a:lnTo>
                <a:lnTo>
                  <a:pt x="9862" y="19200"/>
                </a:lnTo>
                <a:lnTo>
                  <a:pt x="10792" y="18430"/>
                </a:lnTo>
                <a:lnTo>
                  <a:pt x="11561" y="17663"/>
                </a:lnTo>
                <a:lnTo>
                  <a:pt x="12186" y="16897"/>
                </a:lnTo>
                <a:lnTo>
                  <a:pt x="12679" y="16129"/>
                </a:lnTo>
                <a:lnTo>
                  <a:pt x="13053" y="15356"/>
                </a:lnTo>
                <a:lnTo>
                  <a:pt x="13333" y="14578"/>
                </a:lnTo>
                <a:lnTo>
                  <a:pt x="13527" y="13787"/>
                </a:lnTo>
                <a:lnTo>
                  <a:pt x="13655" y="12984"/>
                </a:lnTo>
                <a:lnTo>
                  <a:pt x="13727" y="12164"/>
                </a:lnTo>
                <a:lnTo>
                  <a:pt x="13767" y="11326"/>
                </a:lnTo>
                <a:lnTo>
                  <a:pt x="13813" y="10606"/>
                </a:lnTo>
                <a:lnTo>
                  <a:pt x="13859" y="9880"/>
                </a:lnTo>
                <a:lnTo>
                  <a:pt x="13905" y="9145"/>
                </a:lnTo>
                <a:lnTo>
                  <a:pt x="13366" y="8125"/>
                </a:lnTo>
                <a:lnTo>
                  <a:pt x="12623" y="7331"/>
                </a:lnTo>
                <a:lnTo>
                  <a:pt x="11620" y="6682"/>
                </a:lnTo>
                <a:lnTo>
                  <a:pt x="10312" y="6097"/>
                </a:lnTo>
                <a:lnTo>
                  <a:pt x="8645" y="5496"/>
                </a:lnTo>
                <a:lnTo>
                  <a:pt x="6574" y="4800"/>
                </a:lnTo>
                <a:lnTo>
                  <a:pt x="6262" y="3984"/>
                </a:lnTo>
                <a:lnTo>
                  <a:pt x="6134" y="3194"/>
                </a:lnTo>
                <a:lnTo>
                  <a:pt x="6144" y="2417"/>
                </a:lnTo>
                <a:lnTo>
                  <a:pt x="6249" y="1634"/>
                </a:lnTo>
                <a:lnTo>
                  <a:pt x="6407" y="834"/>
                </a:lnTo>
                <a:lnTo>
                  <a:pt x="6574" y="0"/>
                </a:lnTo>
                <a:close/>
              </a:path>
            </a:pathLst>
          </a:custGeom>
          <a:solidFill>
            <a:srgbClr val="D9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8" name="contour_07976"/>
          <p:cNvSpPr/>
          <p:nvPr/>
        </p:nvSpPr>
        <p:spPr>
          <a:xfrm>
            <a:off x="5432640" y="3416064"/>
            <a:ext cx="94744" cy="675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40"/>
                </a:moveTo>
                <a:lnTo>
                  <a:pt x="1097" y="575"/>
                </a:lnTo>
                <a:lnTo>
                  <a:pt x="2192" y="517"/>
                </a:lnTo>
                <a:lnTo>
                  <a:pt x="3288" y="461"/>
                </a:lnTo>
                <a:lnTo>
                  <a:pt x="4383" y="412"/>
                </a:lnTo>
                <a:lnTo>
                  <a:pt x="5480" y="366"/>
                </a:lnTo>
                <a:lnTo>
                  <a:pt x="6576" y="321"/>
                </a:lnTo>
                <a:lnTo>
                  <a:pt x="7673" y="279"/>
                </a:lnTo>
                <a:lnTo>
                  <a:pt x="8770" y="240"/>
                </a:lnTo>
                <a:lnTo>
                  <a:pt x="9866" y="203"/>
                </a:lnTo>
                <a:lnTo>
                  <a:pt x="10803" y="144"/>
                </a:lnTo>
                <a:lnTo>
                  <a:pt x="11747" y="86"/>
                </a:lnTo>
                <a:lnTo>
                  <a:pt x="12704" y="26"/>
                </a:lnTo>
                <a:lnTo>
                  <a:pt x="13764" y="5"/>
                </a:lnTo>
                <a:lnTo>
                  <a:pt x="14804" y="0"/>
                </a:lnTo>
                <a:lnTo>
                  <a:pt x="15829" y="23"/>
                </a:lnTo>
                <a:lnTo>
                  <a:pt x="16848" y="88"/>
                </a:lnTo>
                <a:lnTo>
                  <a:pt x="17868" y="205"/>
                </a:lnTo>
                <a:lnTo>
                  <a:pt x="18897" y="384"/>
                </a:lnTo>
                <a:lnTo>
                  <a:pt x="19938" y="640"/>
                </a:lnTo>
                <a:lnTo>
                  <a:pt x="20668" y="2303"/>
                </a:lnTo>
                <a:lnTo>
                  <a:pt x="21120" y="3498"/>
                </a:lnTo>
                <a:lnTo>
                  <a:pt x="21372" y="4560"/>
                </a:lnTo>
                <a:lnTo>
                  <a:pt x="21505" y="5824"/>
                </a:lnTo>
                <a:lnTo>
                  <a:pt x="21600" y="7627"/>
                </a:lnTo>
                <a:lnTo>
                  <a:pt x="21283" y="9257"/>
                </a:lnTo>
                <a:lnTo>
                  <a:pt x="21004" y="10284"/>
                </a:lnTo>
                <a:lnTo>
                  <a:pt x="20608" y="11148"/>
                </a:lnTo>
                <a:lnTo>
                  <a:pt x="19938" y="12285"/>
                </a:lnTo>
                <a:lnTo>
                  <a:pt x="18840" y="12285"/>
                </a:lnTo>
                <a:lnTo>
                  <a:pt x="17735" y="12285"/>
                </a:lnTo>
                <a:lnTo>
                  <a:pt x="16615" y="12285"/>
                </a:lnTo>
                <a:lnTo>
                  <a:pt x="16615" y="13824"/>
                </a:lnTo>
                <a:lnTo>
                  <a:pt x="16615" y="15373"/>
                </a:lnTo>
                <a:lnTo>
                  <a:pt x="16615" y="16942"/>
                </a:lnTo>
                <a:lnTo>
                  <a:pt x="15529" y="17813"/>
                </a:lnTo>
                <a:lnTo>
                  <a:pt x="14733" y="18375"/>
                </a:lnTo>
                <a:lnTo>
                  <a:pt x="13841" y="18878"/>
                </a:lnTo>
                <a:lnTo>
                  <a:pt x="12462" y="19562"/>
                </a:lnTo>
                <a:lnTo>
                  <a:pt x="11689" y="19954"/>
                </a:lnTo>
                <a:lnTo>
                  <a:pt x="10913" y="20347"/>
                </a:lnTo>
                <a:lnTo>
                  <a:pt x="10125" y="20745"/>
                </a:lnTo>
                <a:lnTo>
                  <a:pt x="9223" y="21169"/>
                </a:lnTo>
                <a:lnTo>
                  <a:pt x="8308" y="21600"/>
                </a:lnTo>
                <a:lnTo>
                  <a:pt x="8570" y="19867"/>
                </a:lnTo>
                <a:lnTo>
                  <a:pt x="8788" y="18638"/>
                </a:lnTo>
                <a:lnTo>
                  <a:pt x="9040" y="17576"/>
                </a:lnTo>
                <a:lnTo>
                  <a:pt x="9408" y="16346"/>
                </a:lnTo>
                <a:lnTo>
                  <a:pt x="9969" y="14613"/>
                </a:lnTo>
                <a:lnTo>
                  <a:pt x="10793" y="14709"/>
                </a:lnTo>
                <a:lnTo>
                  <a:pt x="11621" y="14807"/>
                </a:lnTo>
                <a:lnTo>
                  <a:pt x="12462" y="14905"/>
                </a:lnTo>
                <a:lnTo>
                  <a:pt x="12827" y="14860"/>
                </a:lnTo>
                <a:lnTo>
                  <a:pt x="13473" y="14786"/>
                </a:lnTo>
                <a:lnTo>
                  <a:pt x="14954" y="14613"/>
                </a:lnTo>
                <a:lnTo>
                  <a:pt x="15311" y="13170"/>
                </a:lnTo>
                <a:lnTo>
                  <a:pt x="15605" y="11742"/>
                </a:lnTo>
                <a:lnTo>
                  <a:pt x="15843" y="10321"/>
                </a:lnTo>
                <a:lnTo>
                  <a:pt x="16039" y="8896"/>
                </a:lnTo>
                <a:lnTo>
                  <a:pt x="16203" y="7459"/>
                </a:lnTo>
                <a:lnTo>
                  <a:pt x="16348" y="5999"/>
                </a:lnTo>
                <a:lnTo>
                  <a:pt x="16481" y="4506"/>
                </a:lnTo>
                <a:lnTo>
                  <a:pt x="16615" y="2969"/>
                </a:lnTo>
                <a:lnTo>
                  <a:pt x="15441" y="2969"/>
                </a:lnTo>
                <a:lnTo>
                  <a:pt x="14264" y="2969"/>
                </a:lnTo>
                <a:lnTo>
                  <a:pt x="13090" y="2969"/>
                </a:lnTo>
                <a:lnTo>
                  <a:pt x="11912" y="2969"/>
                </a:lnTo>
                <a:lnTo>
                  <a:pt x="10734" y="2969"/>
                </a:lnTo>
                <a:lnTo>
                  <a:pt x="9552" y="2969"/>
                </a:lnTo>
                <a:lnTo>
                  <a:pt x="8371" y="2969"/>
                </a:lnTo>
                <a:lnTo>
                  <a:pt x="7184" y="2969"/>
                </a:lnTo>
                <a:lnTo>
                  <a:pt x="5996" y="2969"/>
                </a:lnTo>
                <a:lnTo>
                  <a:pt x="4805" y="2969"/>
                </a:lnTo>
                <a:lnTo>
                  <a:pt x="3611" y="2969"/>
                </a:lnTo>
                <a:lnTo>
                  <a:pt x="2411" y="2969"/>
                </a:lnTo>
                <a:lnTo>
                  <a:pt x="1208" y="2969"/>
                </a:lnTo>
                <a:lnTo>
                  <a:pt x="0" y="2969"/>
                </a:lnTo>
                <a:lnTo>
                  <a:pt x="0" y="1814"/>
                </a:lnTo>
                <a:lnTo>
                  <a:pt x="0" y="640"/>
                </a:lnTo>
                <a:close/>
              </a:path>
            </a:pathLst>
          </a:custGeom>
          <a:solidFill>
            <a:srgbClr val="B2C3CC"/>
          </a:solidFill>
          <a:ln>
            <a:noFill/>
          </a:ln>
        </p:spPr>
        <p:txBody>
          <a:bodyPr/>
          <a:lstStyle/>
          <a:p/>
        </p:txBody>
      </p:sp>
      <p:sp>
        <p:nvSpPr>
          <p:cNvPr id="7979" name="contour_07977"/>
          <p:cNvSpPr/>
          <p:nvPr/>
        </p:nvSpPr>
        <p:spPr>
          <a:xfrm>
            <a:off x="7123454" y="3367052"/>
            <a:ext cx="109320" cy="66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04" y="680"/>
                </a:lnTo>
                <a:lnTo>
                  <a:pt x="1611" y="1365"/>
                </a:lnTo>
                <a:lnTo>
                  <a:pt x="2431" y="2060"/>
                </a:lnTo>
                <a:lnTo>
                  <a:pt x="3292" y="2756"/>
                </a:lnTo>
                <a:lnTo>
                  <a:pt x="4156" y="3420"/>
                </a:lnTo>
                <a:lnTo>
                  <a:pt x="5023" y="4056"/>
                </a:lnTo>
                <a:lnTo>
                  <a:pt x="5892" y="4666"/>
                </a:lnTo>
                <a:lnTo>
                  <a:pt x="6769" y="5254"/>
                </a:lnTo>
                <a:lnTo>
                  <a:pt x="7654" y="5821"/>
                </a:lnTo>
                <a:lnTo>
                  <a:pt x="8546" y="6375"/>
                </a:lnTo>
                <a:lnTo>
                  <a:pt x="9449" y="6916"/>
                </a:lnTo>
                <a:lnTo>
                  <a:pt x="10394" y="7552"/>
                </a:lnTo>
                <a:lnTo>
                  <a:pt x="11264" y="8220"/>
                </a:lnTo>
                <a:lnTo>
                  <a:pt x="12070" y="8929"/>
                </a:lnTo>
                <a:lnTo>
                  <a:pt x="12828" y="9691"/>
                </a:lnTo>
                <a:lnTo>
                  <a:pt x="13548" y="10522"/>
                </a:lnTo>
                <a:lnTo>
                  <a:pt x="14240" y="11433"/>
                </a:lnTo>
                <a:lnTo>
                  <a:pt x="14920" y="12434"/>
                </a:lnTo>
                <a:lnTo>
                  <a:pt x="15597" y="13538"/>
                </a:lnTo>
                <a:lnTo>
                  <a:pt x="16285" y="14759"/>
                </a:lnTo>
                <a:lnTo>
                  <a:pt x="16972" y="15863"/>
                </a:lnTo>
                <a:lnTo>
                  <a:pt x="17686" y="16876"/>
                </a:lnTo>
                <a:lnTo>
                  <a:pt x="18426" y="17810"/>
                </a:lnTo>
                <a:lnTo>
                  <a:pt x="19191" y="18688"/>
                </a:lnTo>
                <a:lnTo>
                  <a:pt x="19976" y="19531"/>
                </a:lnTo>
                <a:lnTo>
                  <a:pt x="20779" y="20357"/>
                </a:lnTo>
                <a:lnTo>
                  <a:pt x="21600" y="21186"/>
                </a:lnTo>
                <a:lnTo>
                  <a:pt x="20484" y="21395"/>
                </a:lnTo>
                <a:lnTo>
                  <a:pt x="19420" y="21539"/>
                </a:lnTo>
                <a:lnTo>
                  <a:pt x="18402" y="21600"/>
                </a:lnTo>
                <a:lnTo>
                  <a:pt x="17421" y="21572"/>
                </a:lnTo>
                <a:lnTo>
                  <a:pt x="16469" y="21435"/>
                </a:lnTo>
                <a:lnTo>
                  <a:pt x="15539" y="21186"/>
                </a:lnTo>
                <a:lnTo>
                  <a:pt x="14620" y="20804"/>
                </a:lnTo>
                <a:lnTo>
                  <a:pt x="13706" y="20282"/>
                </a:lnTo>
                <a:lnTo>
                  <a:pt x="12790" y="19606"/>
                </a:lnTo>
                <a:lnTo>
                  <a:pt x="11861" y="18766"/>
                </a:lnTo>
                <a:lnTo>
                  <a:pt x="10912" y="17747"/>
                </a:lnTo>
                <a:lnTo>
                  <a:pt x="10236" y="16859"/>
                </a:lnTo>
                <a:lnTo>
                  <a:pt x="9562" y="15965"/>
                </a:lnTo>
                <a:lnTo>
                  <a:pt x="8891" y="15063"/>
                </a:lnTo>
                <a:lnTo>
                  <a:pt x="8224" y="14157"/>
                </a:lnTo>
                <a:lnTo>
                  <a:pt x="7560" y="13241"/>
                </a:lnTo>
                <a:lnTo>
                  <a:pt x="6985" y="12495"/>
                </a:lnTo>
                <a:lnTo>
                  <a:pt x="6408" y="11742"/>
                </a:lnTo>
                <a:lnTo>
                  <a:pt x="5822" y="10979"/>
                </a:lnTo>
                <a:lnTo>
                  <a:pt x="4474" y="9183"/>
                </a:lnTo>
                <a:lnTo>
                  <a:pt x="3413" y="7740"/>
                </a:lnTo>
                <a:lnTo>
                  <a:pt x="2592" y="6563"/>
                </a:lnTo>
                <a:lnTo>
                  <a:pt x="1961" y="5560"/>
                </a:lnTo>
                <a:lnTo>
                  <a:pt x="1475" y="4642"/>
                </a:lnTo>
                <a:lnTo>
                  <a:pt x="1083" y="3717"/>
                </a:lnTo>
                <a:lnTo>
                  <a:pt x="739" y="2695"/>
                </a:lnTo>
                <a:lnTo>
                  <a:pt x="393" y="1485"/>
                </a:lnTo>
                <a:lnTo>
                  <a:pt x="0" y="0"/>
                </a:lnTo>
                <a:close/>
              </a:path>
            </a:pathLst>
          </a:custGeom>
          <a:solidFill>
            <a:srgbClr val="D6E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0" name="contour_07978"/>
          <p:cNvSpPr/>
          <p:nvPr/>
        </p:nvSpPr>
        <p:spPr>
          <a:xfrm>
            <a:off x="7480566" y="3352476"/>
            <a:ext cx="182200" cy="370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36" y="0"/>
                </a:moveTo>
                <a:lnTo>
                  <a:pt x="21055" y="2463"/>
                </a:lnTo>
                <a:lnTo>
                  <a:pt x="21251" y="4169"/>
                </a:lnTo>
                <a:lnTo>
                  <a:pt x="21406" y="5917"/>
                </a:lnTo>
                <a:lnTo>
                  <a:pt x="21600" y="8507"/>
                </a:lnTo>
                <a:lnTo>
                  <a:pt x="21143" y="9524"/>
                </a:lnTo>
                <a:lnTo>
                  <a:pt x="20684" y="10524"/>
                </a:lnTo>
                <a:lnTo>
                  <a:pt x="20225" y="11515"/>
                </a:lnTo>
                <a:lnTo>
                  <a:pt x="19764" y="12497"/>
                </a:lnTo>
                <a:lnTo>
                  <a:pt x="19252" y="13612"/>
                </a:lnTo>
                <a:lnTo>
                  <a:pt x="18732" y="14739"/>
                </a:lnTo>
                <a:lnTo>
                  <a:pt x="18148" y="15615"/>
                </a:lnTo>
                <a:lnTo>
                  <a:pt x="17565" y="16415"/>
                </a:lnTo>
                <a:lnTo>
                  <a:pt x="16982" y="17142"/>
                </a:lnTo>
                <a:lnTo>
                  <a:pt x="16398" y="17801"/>
                </a:lnTo>
                <a:lnTo>
                  <a:pt x="15814" y="18397"/>
                </a:lnTo>
                <a:lnTo>
                  <a:pt x="15229" y="18929"/>
                </a:lnTo>
                <a:lnTo>
                  <a:pt x="14643" y="19401"/>
                </a:lnTo>
                <a:lnTo>
                  <a:pt x="14057" y="19818"/>
                </a:lnTo>
                <a:lnTo>
                  <a:pt x="13471" y="20179"/>
                </a:lnTo>
                <a:lnTo>
                  <a:pt x="12882" y="20494"/>
                </a:lnTo>
                <a:lnTo>
                  <a:pt x="12294" y="20762"/>
                </a:lnTo>
                <a:lnTo>
                  <a:pt x="11704" y="20983"/>
                </a:lnTo>
                <a:lnTo>
                  <a:pt x="11113" y="21166"/>
                </a:lnTo>
                <a:lnTo>
                  <a:pt x="10520" y="21315"/>
                </a:lnTo>
                <a:lnTo>
                  <a:pt x="9926" y="21426"/>
                </a:lnTo>
                <a:lnTo>
                  <a:pt x="9331" y="21506"/>
                </a:lnTo>
                <a:lnTo>
                  <a:pt x="8734" y="21562"/>
                </a:lnTo>
                <a:lnTo>
                  <a:pt x="8136" y="21591"/>
                </a:lnTo>
                <a:lnTo>
                  <a:pt x="7536" y="21600"/>
                </a:lnTo>
                <a:lnTo>
                  <a:pt x="6934" y="21591"/>
                </a:lnTo>
                <a:lnTo>
                  <a:pt x="6330" y="21566"/>
                </a:lnTo>
                <a:lnTo>
                  <a:pt x="5724" y="21532"/>
                </a:lnTo>
                <a:lnTo>
                  <a:pt x="5170" y="21515"/>
                </a:lnTo>
                <a:lnTo>
                  <a:pt x="4612" y="21494"/>
                </a:lnTo>
                <a:lnTo>
                  <a:pt x="4047" y="21477"/>
                </a:lnTo>
                <a:lnTo>
                  <a:pt x="3469" y="21455"/>
                </a:lnTo>
                <a:lnTo>
                  <a:pt x="2890" y="21430"/>
                </a:lnTo>
                <a:lnTo>
                  <a:pt x="2312" y="21400"/>
                </a:lnTo>
                <a:lnTo>
                  <a:pt x="1734" y="21370"/>
                </a:lnTo>
                <a:lnTo>
                  <a:pt x="1156" y="21341"/>
                </a:lnTo>
                <a:lnTo>
                  <a:pt x="578" y="21306"/>
                </a:lnTo>
                <a:lnTo>
                  <a:pt x="0" y="21268"/>
                </a:lnTo>
                <a:lnTo>
                  <a:pt x="0" y="19158"/>
                </a:lnTo>
                <a:lnTo>
                  <a:pt x="0" y="17015"/>
                </a:lnTo>
                <a:lnTo>
                  <a:pt x="219" y="16968"/>
                </a:lnTo>
                <a:lnTo>
                  <a:pt x="880" y="16827"/>
                </a:lnTo>
                <a:lnTo>
                  <a:pt x="1509" y="16674"/>
                </a:lnTo>
                <a:lnTo>
                  <a:pt x="2135" y="16508"/>
                </a:lnTo>
                <a:lnTo>
                  <a:pt x="2758" y="16330"/>
                </a:lnTo>
                <a:lnTo>
                  <a:pt x="3378" y="16143"/>
                </a:lnTo>
                <a:lnTo>
                  <a:pt x="3996" y="15934"/>
                </a:lnTo>
                <a:lnTo>
                  <a:pt x="4612" y="15713"/>
                </a:lnTo>
                <a:lnTo>
                  <a:pt x="5225" y="15471"/>
                </a:lnTo>
                <a:lnTo>
                  <a:pt x="5836" y="15211"/>
                </a:lnTo>
                <a:lnTo>
                  <a:pt x="6445" y="14926"/>
                </a:lnTo>
                <a:lnTo>
                  <a:pt x="7053" y="14624"/>
                </a:lnTo>
                <a:lnTo>
                  <a:pt x="7658" y="14296"/>
                </a:lnTo>
                <a:lnTo>
                  <a:pt x="8262" y="13939"/>
                </a:lnTo>
                <a:lnTo>
                  <a:pt x="8866" y="13561"/>
                </a:lnTo>
                <a:lnTo>
                  <a:pt x="9467" y="13148"/>
                </a:lnTo>
                <a:lnTo>
                  <a:pt x="10068" y="12710"/>
                </a:lnTo>
                <a:lnTo>
                  <a:pt x="10668" y="12238"/>
                </a:lnTo>
                <a:lnTo>
                  <a:pt x="11267" y="11732"/>
                </a:lnTo>
                <a:lnTo>
                  <a:pt x="11865" y="11191"/>
                </a:lnTo>
                <a:lnTo>
                  <a:pt x="12463" y="10617"/>
                </a:lnTo>
                <a:lnTo>
                  <a:pt x="13061" y="10005"/>
                </a:lnTo>
                <a:lnTo>
                  <a:pt x="13658" y="9354"/>
                </a:lnTo>
                <a:lnTo>
                  <a:pt x="14256" y="8660"/>
                </a:lnTo>
                <a:lnTo>
                  <a:pt x="14854" y="7929"/>
                </a:lnTo>
                <a:lnTo>
                  <a:pt x="15452" y="7150"/>
                </a:lnTo>
                <a:lnTo>
                  <a:pt x="16050" y="6329"/>
                </a:lnTo>
                <a:lnTo>
                  <a:pt x="16649" y="5457"/>
                </a:lnTo>
                <a:lnTo>
                  <a:pt x="17249" y="4543"/>
                </a:lnTo>
                <a:lnTo>
                  <a:pt x="17849" y="3577"/>
                </a:lnTo>
                <a:lnTo>
                  <a:pt x="18404" y="2701"/>
                </a:lnTo>
                <a:lnTo>
                  <a:pt x="18967" y="1812"/>
                </a:lnTo>
                <a:lnTo>
                  <a:pt x="19452" y="983"/>
                </a:lnTo>
                <a:lnTo>
                  <a:pt x="19944" y="136"/>
                </a:lnTo>
                <a:lnTo>
                  <a:pt x="20337" y="68"/>
                </a:lnTo>
                <a:lnTo>
                  <a:pt x="20736" y="0"/>
                </a:lnTo>
                <a:close/>
              </a:path>
            </a:pathLst>
          </a:custGeom>
          <a:solidFill>
            <a:srgbClr val="C7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1" name="contour_07979"/>
          <p:cNvSpPr/>
          <p:nvPr/>
        </p:nvSpPr>
        <p:spPr>
          <a:xfrm>
            <a:off x="3552083" y="3323324"/>
            <a:ext cx="29946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54" y="0"/>
                </a:moveTo>
                <a:lnTo>
                  <a:pt x="17011" y="1014"/>
                </a:lnTo>
                <a:lnTo>
                  <a:pt x="17936" y="2017"/>
                </a:lnTo>
                <a:lnTo>
                  <a:pt x="18735" y="3012"/>
                </a:lnTo>
                <a:lnTo>
                  <a:pt x="19413" y="3999"/>
                </a:lnTo>
                <a:lnTo>
                  <a:pt x="19986" y="4984"/>
                </a:lnTo>
                <a:lnTo>
                  <a:pt x="20454" y="5964"/>
                </a:lnTo>
                <a:lnTo>
                  <a:pt x="20833" y="6948"/>
                </a:lnTo>
                <a:lnTo>
                  <a:pt x="21127" y="7933"/>
                </a:lnTo>
                <a:lnTo>
                  <a:pt x="21337" y="8924"/>
                </a:lnTo>
                <a:lnTo>
                  <a:pt x="21484" y="9922"/>
                </a:lnTo>
                <a:lnTo>
                  <a:pt x="21568" y="10931"/>
                </a:lnTo>
                <a:lnTo>
                  <a:pt x="21600" y="11952"/>
                </a:lnTo>
                <a:lnTo>
                  <a:pt x="21589" y="12987"/>
                </a:lnTo>
                <a:lnTo>
                  <a:pt x="21537" y="14040"/>
                </a:lnTo>
                <a:lnTo>
                  <a:pt x="21516" y="14770"/>
                </a:lnTo>
                <a:lnTo>
                  <a:pt x="21490" y="15506"/>
                </a:lnTo>
                <a:lnTo>
                  <a:pt x="21469" y="16250"/>
                </a:lnTo>
                <a:lnTo>
                  <a:pt x="21437" y="17142"/>
                </a:lnTo>
                <a:lnTo>
                  <a:pt x="21400" y="18035"/>
                </a:lnTo>
                <a:lnTo>
                  <a:pt x="21358" y="18926"/>
                </a:lnTo>
                <a:lnTo>
                  <a:pt x="21311" y="19817"/>
                </a:lnTo>
                <a:lnTo>
                  <a:pt x="21264" y="20709"/>
                </a:lnTo>
                <a:lnTo>
                  <a:pt x="21211" y="21600"/>
                </a:lnTo>
                <a:lnTo>
                  <a:pt x="17547" y="21060"/>
                </a:lnTo>
                <a:lnTo>
                  <a:pt x="14372" y="20552"/>
                </a:lnTo>
                <a:lnTo>
                  <a:pt x="11633" y="20040"/>
                </a:lnTo>
                <a:lnTo>
                  <a:pt x="9257" y="19489"/>
                </a:lnTo>
                <a:lnTo>
                  <a:pt x="7191" y="18863"/>
                </a:lnTo>
                <a:lnTo>
                  <a:pt x="5367" y="18125"/>
                </a:lnTo>
                <a:lnTo>
                  <a:pt x="3727" y="17240"/>
                </a:lnTo>
                <a:lnTo>
                  <a:pt x="2197" y="16171"/>
                </a:lnTo>
                <a:lnTo>
                  <a:pt x="1682" y="15193"/>
                </a:lnTo>
                <a:lnTo>
                  <a:pt x="1230" y="14213"/>
                </a:lnTo>
                <a:lnTo>
                  <a:pt x="841" y="13231"/>
                </a:lnTo>
                <a:lnTo>
                  <a:pt x="515" y="12465"/>
                </a:lnTo>
                <a:lnTo>
                  <a:pt x="184" y="11686"/>
                </a:lnTo>
                <a:lnTo>
                  <a:pt x="0" y="10603"/>
                </a:lnTo>
                <a:lnTo>
                  <a:pt x="58" y="9570"/>
                </a:lnTo>
                <a:lnTo>
                  <a:pt x="363" y="8584"/>
                </a:lnTo>
                <a:lnTo>
                  <a:pt x="909" y="7638"/>
                </a:lnTo>
                <a:lnTo>
                  <a:pt x="1687" y="6726"/>
                </a:lnTo>
                <a:lnTo>
                  <a:pt x="2702" y="5844"/>
                </a:lnTo>
                <a:lnTo>
                  <a:pt x="3943" y="4985"/>
                </a:lnTo>
                <a:lnTo>
                  <a:pt x="5404" y="4143"/>
                </a:lnTo>
                <a:lnTo>
                  <a:pt x="7091" y="3313"/>
                </a:lnTo>
                <a:lnTo>
                  <a:pt x="8989" y="2490"/>
                </a:lnTo>
                <a:lnTo>
                  <a:pt x="11102" y="1668"/>
                </a:lnTo>
                <a:lnTo>
                  <a:pt x="13426" y="838"/>
                </a:lnTo>
                <a:lnTo>
                  <a:pt x="15954" y="0"/>
                </a:lnTo>
                <a:close/>
              </a:path>
            </a:pathLst>
          </a:custGeom>
          <a:solidFill>
            <a:srgbClr val="D4D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2" name="contour_07980"/>
          <p:cNvSpPr/>
          <p:nvPr/>
        </p:nvSpPr>
        <p:spPr>
          <a:xfrm>
            <a:off x="9731972" y="3316036"/>
            <a:ext cx="3702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44" y="0"/>
                </a:moveTo>
                <a:lnTo>
                  <a:pt x="11370" y="0"/>
                </a:lnTo>
                <a:lnTo>
                  <a:pt x="13904" y="0"/>
                </a:lnTo>
                <a:lnTo>
                  <a:pt x="16447" y="0"/>
                </a:lnTo>
                <a:lnTo>
                  <a:pt x="19011" y="0"/>
                </a:lnTo>
                <a:lnTo>
                  <a:pt x="21600" y="0"/>
                </a:lnTo>
                <a:lnTo>
                  <a:pt x="21600" y="1296"/>
                </a:lnTo>
                <a:lnTo>
                  <a:pt x="21600" y="2592"/>
                </a:lnTo>
                <a:lnTo>
                  <a:pt x="21600" y="3890"/>
                </a:lnTo>
                <a:lnTo>
                  <a:pt x="21600" y="5190"/>
                </a:lnTo>
                <a:lnTo>
                  <a:pt x="21600" y="6492"/>
                </a:lnTo>
                <a:lnTo>
                  <a:pt x="21600" y="7796"/>
                </a:lnTo>
                <a:lnTo>
                  <a:pt x="21600" y="9103"/>
                </a:lnTo>
                <a:lnTo>
                  <a:pt x="21600" y="10415"/>
                </a:lnTo>
                <a:lnTo>
                  <a:pt x="21600" y="11731"/>
                </a:lnTo>
                <a:lnTo>
                  <a:pt x="21600" y="13050"/>
                </a:lnTo>
                <a:lnTo>
                  <a:pt x="21600" y="14378"/>
                </a:lnTo>
                <a:lnTo>
                  <a:pt x="21600" y="15709"/>
                </a:lnTo>
                <a:lnTo>
                  <a:pt x="18794" y="15709"/>
                </a:lnTo>
                <a:lnTo>
                  <a:pt x="15983" y="15709"/>
                </a:lnTo>
                <a:lnTo>
                  <a:pt x="13160" y="15709"/>
                </a:lnTo>
                <a:lnTo>
                  <a:pt x="10324" y="15709"/>
                </a:lnTo>
                <a:lnTo>
                  <a:pt x="7471" y="15709"/>
                </a:lnTo>
                <a:lnTo>
                  <a:pt x="4592" y="15709"/>
                </a:lnTo>
                <a:lnTo>
                  <a:pt x="3027" y="17170"/>
                </a:lnTo>
                <a:lnTo>
                  <a:pt x="2024" y="18207"/>
                </a:lnTo>
                <a:lnTo>
                  <a:pt x="1378" y="19102"/>
                </a:lnTo>
                <a:lnTo>
                  <a:pt x="884" y="20139"/>
                </a:lnTo>
                <a:lnTo>
                  <a:pt x="340" y="21600"/>
                </a:lnTo>
                <a:lnTo>
                  <a:pt x="162" y="20074"/>
                </a:lnTo>
                <a:lnTo>
                  <a:pt x="47" y="18613"/>
                </a:lnTo>
                <a:lnTo>
                  <a:pt x="0" y="17209"/>
                </a:lnTo>
                <a:lnTo>
                  <a:pt x="38" y="15854"/>
                </a:lnTo>
                <a:lnTo>
                  <a:pt x="166" y="14541"/>
                </a:lnTo>
                <a:lnTo>
                  <a:pt x="395" y="13262"/>
                </a:lnTo>
                <a:lnTo>
                  <a:pt x="740" y="12008"/>
                </a:lnTo>
                <a:lnTo>
                  <a:pt x="1208" y="10773"/>
                </a:lnTo>
                <a:lnTo>
                  <a:pt x="1811" y="9547"/>
                </a:lnTo>
                <a:lnTo>
                  <a:pt x="2560" y="8324"/>
                </a:lnTo>
                <a:lnTo>
                  <a:pt x="3461" y="7095"/>
                </a:lnTo>
                <a:lnTo>
                  <a:pt x="4533" y="5852"/>
                </a:lnTo>
                <a:lnTo>
                  <a:pt x="5778" y="4587"/>
                </a:lnTo>
                <a:lnTo>
                  <a:pt x="7211" y="3295"/>
                </a:lnTo>
                <a:lnTo>
                  <a:pt x="8844" y="1964"/>
                </a:lnTo>
                <a:lnTo>
                  <a:pt x="8844" y="990"/>
                </a:lnTo>
                <a:lnTo>
                  <a:pt x="8844" y="0"/>
                </a:lnTo>
                <a:close/>
              </a:path>
            </a:pathLst>
          </a:custGeom>
          <a:solidFill>
            <a:srgbClr val="A7BFD0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3" name="contour_07981"/>
          <p:cNvSpPr/>
          <p:nvPr/>
        </p:nvSpPr>
        <p:spPr>
          <a:xfrm>
            <a:off x="9775773" y="3288473"/>
            <a:ext cx="51526" cy="931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21"/>
                </a:moveTo>
                <a:lnTo>
                  <a:pt x="20971" y="1621"/>
                </a:lnTo>
                <a:lnTo>
                  <a:pt x="19865" y="2150"/>
                </a:lnTo>
                <a:lnTo>
                  <a:pt x="17329" y="3361"/>
                </a:lnTo>
                <a:lnTo>
                  <a:pt x="15838" y="4243"/>
                </a:lnTo>
                <a:lnTo>
                  <a:pt x="14524" y="5141"/>
                </a:lnTo>
                <a:lnTo>
                  <a:pt x="13366" y="6053"/>
                </a:lnTo>
                <a:lnTo>
                  <a:pt x="12349" y="6986"/>
                </a:lnTo>
                <a:lnTo>
                  <a:pt x="11448" y="7942"/>
                </a:lnTo>
                <a:lnTo>
                  <a:pt x="10647" y="8924"/>
                </a:lnTo>
                <a:lnTo>
                  <a:pt x="9929" y="9933"/>
                </a:lnTo>
                <a:lnTo>
                  <a:pt x="9269" y="10974"/>
                </a:lnTo>
                <a:lnTo>
                  <a:pt x="8655" y="12051"/>
                </a:lnTo>
                <a:lnTo>
                  <a:pt x="8060" y="13161"/>
                </a:lnTo>
                <a:lnTo>
                  <a:pt x="7470" y="14313"/>
                </a:lnTo>
                <a:lnTo>
                  <a:pt x="6911" y="15364"/>
                </a:lnTo>
                <a:lnTo>
                  <a:pt x="6336" y="16410"/>
                </a:lnTo>
                <a:lnTo>
                  <a:pt x="5753" y="17451"/>
                </a:lnTo>
                <a:lnTo>
                  <a:pt x="5154" y="18489"/>
                </a:lnTo>
                <a:lnTo>
                  <a:pt x="4543" y="19527"/>
                </a:lnTo>
                <a:lnTo>
                  <a:pt x="3914" y="20562"/>
                </a:lnTo>
                <a:lnTo>
                  <a:pt x="3269" y="21600"/>
                </a:lnTo>
                <a:lnTo>
                  <a:pt x="1754" y="21600"/>
                </a:lnTo>
                <a:lnTo>
                  <a:pt x="214" y="21600"/>
                </a:lnTo>
                <a:lnTo>
                  <a:pt x="92" y="20306"/>
                </a:lnTo>
                <a:lnTo>
                  <a:pt x="18" y="19047"/>
                </a:lnTo>
                <a:lnTo>
                  <a:pt x="0" y="17821"/>
                </a:lnTo>
                <a:lnTo>
                  <a:pt x="40" y="16625"/>
                </a:lnTo>
                <a:lnTo>
                  <a:pt x="144" y="15454"/>
                </a:lnTo>
                <a:lnTo>
                  <a:pt x="309" y="14303"/>
                </a:lnTo>
                <a:lnTo>
                  <a:pt x="544" y="13168"/>
                </a:lnTo>
                <a:lnTo>
                  <a:pt x="849" y="12045"/>
                </a:lnTo>
                <a:lnTo>
                  <a:pt x="1234" y="10932"/>
                </a:lnTo>
                <a:lnTo>
                  <a:pt x="1696" y="9822"/>
                </a:lnTo>
                <a:lnTo>
                  <a:pt x="2239" y="8711"/>
                </a:lnTo>
                <a:lnTo>
                  <a:pt x="2869" y="7596"/>
                </a:lnTo>
                <a:lnTo>
                  <a:pt x="3590" y="6472"/>
                </a:lnTo>
                <a:lnTo>
                  <a:pt x="4402" y="5337"/>
                </a:lnTo>
                <a:lnTo>
                  <a:pt x="5313" y="4184"/>
                </a:lnTo>
                <a:lnTo>
                  <a:pt x="6324" y="3011"/>
                </a:lnTo>
                <a:lnTo>
                  <a:pt x="4812" y="2592"/>
                </a:lnTo>
                <a:lnTo>
                  <a:pt x="3290" y="2173"/>
                </a:lnTo>
                <a:lnTo>
                  <a:pt x="1763" y="1749"/>
                </a:lnTo>
                <a:lnTo>
                  <a:pt x="214" y="1321"/>
                </a:lnTo>
                <a:lnTo>
                  <a:pt x="2634" y="914"/>
                </a:lnTo>
                <a:lnTo>
                  <a:pt x="4870" y="568"/>
                </a:lnTo>
                <a:lnTo>
                  <a:pt x="6969" y="291"/>
                </a:lnTo>
                <a:lnTo>
                  <a:pt x="8973" y="98"/>
                </a:lnTo>
                <a:lnTo>
                  <a:pt x="10931" y="0"/>
                </a:lnTo>
                <a:lnTo>
                  <a:pt x="12890" y="7"/>
                </a:lnTo>
                <a:lnTo>
                  <a:pt x="14888" y="132"/>
                </a:lnTo>
                <a:lnTo>
                  <a:pt x="16978" y="385"/>
                </a:lnTo>
                <a:lnTo>
                  <a:pt x="19199" y="777"/>
                </a:lnTo>
                <a:lnTo>
                  <a:pt x="21600" y="1321"/>
                </a:lnTo>
                <a:close/>
              </a:path>
            </a:pathLst>
          </a:custGeom>
          <a:solidFill>
            <a:srgbClr val="AEC6D7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4" name="contour_07982"/>
          <p:cNvSpPr/>
          <p:nvPr/>
        </p:nvSpPr>
        <p:spPr>
          <a:xfrm>
            <a:off x="1905252" y="3265020"/>
            <a:ext cx="80168" cy="756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683" y="0"/>
                </a:lnTo>
                <a:lnTo>
                  <a:pt x="17673" y="0"/>
                </a:lnTo>
                <a:lnTo>
                  <a:pt x="17651" y="591"/>
                </a:lnTo>
                <a:lnTo>
                  <a:pt x="17616" y="1636"/>
                </a:lnTo>
                <a:lnTo>
                  <a:pt x="17535" y="4025"/>
                </a:lnTo>
                <a:lnTo>
                  <a:pt x="17508" y="5327"/>
                </a:lnTo>
                <a:lnTo>
                  <a:pt x="17480" y="6630"/>
                </a:lnTo>
                <a:lnTo>
                  <a:pt x="17455" y="7932"/>
                </a:lnTo>
                <a:lnTo>
                  <a:pt x="17427" y="9235"/>
                </a:lnTo>
                <a:lnTo>
                  <a:pt x="17376" y="10550"/>
                </a:lnTo>
                <a:lnTo>
                  <a:pt x="17327" y="11888"/>
                </a:lnTo>
                <a:lnTo>
                  <a:pt x="17317" y="12519"/>
                </a:lnTo>
                <a:lnTo>
                  <a:pt x="17290" y="14429"/>
                </a:lnTo>
                <a:lnTo>
                  <a:pt x="17272" y="15012"/>
                </a:lnTo>
                <a:lnTo>
                  <a:pt x="17227" y="16772"/>
                </a:lnTo>
                <a:lnTo>
                  <a:pt x="17614" y="18198"/>
                </a:lnTo>
                <a:lnTo>
                  <a:pt x="18244" y="19045"/>
                </a:lnTo>
                <a:lnTo>
                  <a:pt x="19660" y="20037"/>
                </a:lnTo>
                <a:lnTo>
                  <a:pt x="20622" y="20420"/>
                </a:lnTo>
                <a:lnTo>
                  <a:pt x="21600" y="20809"/>
                </a:lnTo>
                <a:lnTo>
                  <a:pt x="18937" y="21092"/>
                </a:lnTo>
                <a:lnTo>
                  <a:pt x="16701" y="21319"/>
                </a:lnTo>
                <a:lnTo>
                  <a:pt x="14831" y="21483"/>
                </a:lnTo>
                <a:lnTo>
                  <a:pt x="13272" y="21579"/>
                </a:lnTo>
                <a:lnTo>
                  <a:pt x="11968" y="21600"/>
                </a:lnTo>
                <a:lnTo>
                  <a:pt x="10859" y="21544"/>
                </a:lnTo>
                <a:lnTo>
                  <a:pt x="9889" y="21404"/>
                </a:lnTo>
                <a:lnTo>
                  <a:pt x="9001" y="21173"/>
                </a:lnTo>
                <a:lnTo>
                  <a:pt x="8137" y="20849"/>
                </a:lnTo>
                <a:lnTo>
                  <a:pt x="7242" y="20422"/>
                </a:lnTo>
                <a:lnTo>
                  <a:pt x="6256" y="19892"/>
                </a:lnTo>
                <a:lnTo>
                  <a:pt x="5123" y="19249"/>
                </a:lnTo>
                <a:lnTo>
                  <a:pt x="4057" y="18200"/>
                </a:lnTo>
                <a:lnTo>
                  <a:pt x="3097" y="17178"/>
                </a:lnTo>
                <a:lnTo>
                  <a:pt x="2227" y="16138"/>
                </a:lnTo>
                <a:lnTo>
                  <a:pt x="1431" y="15039"/>
                </a:lnTo>
                <a:lnTo>
                  <a:pt x="693" y="13836"/>
                </a:lnTo>
                <a:lnTo>
                  <a:pt x="0" y="12486"/>
                </a:lnTo>
                <a:lnTo>
                  <a:pt x="41" y="10919"/>
                </a:lnTo>
                <a:lnTo>
                  <a:pt x="204" y="9535"/>
                </a:lnTo>
                <a:lnTo>
                  <a:pt x="485" y="8251"/>
                </a:lnTo>
                <a:lnTo>
                  <a:pt x="874" y="6984"/>
                </a:lnTo>
                <a:lnTo>
                  <a:pt x="1369" y="5648"/>
                </a:lnTo>
                <a:lnTo>
                  <a:pt x="1964" y="4162"/>
                </a:lnTo>
                <a:lnTo>
                  <a:pt x="2502" y="5254"/>
                </a:lnTo>
                <a:lnTo>
                  <a:pt x="3046" y="6366"/>
                </a:lnTo>
                <a:lnTo>
                  <a:pt x="3540" y="7314"/>
                </a:lnTo>
                <a:lnTo>
                  <a:pt x="4037" y="8268"/>
                </a:lnTo>
                <a:lnTo>
                  <a:pt x="4540" y="9235"/>
                </a:lnTo>
                <a:lnTo>
                  <a:pt x="5019" y="10178"/>
                </a:lnTo>
                <a:lnTo>
                  <a:pt x="5502" y="11125"/>
                </a:lnTo>
                <a:lnTo>
                  <a:pt x="5991" y="12088"/>
                </a:lnTo>
                <a:lnTo>
                  <a:pt x="6698" y="13012"/>
                </a:lnTo>
                <a:lnTo>
                  <a:pt x="7313" y="13711"/>
                </a:lnTo>
                <a:lnTo>
                  <a:pt x="7970" y="14267"/>
                </a:lnTo>
                <a:lnTo>
                  <a:pt x="8807" y="14760"/>
                </a:lnTo>
                <a:lnTo>
                  <a:pt x="9958" y="15268"/>
                </a:lnTo>
                <a:lnTo>
                  <a:pt x="11558" y="15869"/>
                </a:lnTo>
                <a:lnTo>
                  <a:pt x="13745" y="16647"/>
                </a:lnTo>
                <a:lnTo>
                  <a:pt x="13908" y="15274"/>
                </a:lnTo>
                <a:lnTo>
                  <a:pt x="14069" y="13901"/>
                </a:lnTo>
                <a:lnTo>
                  <a:pt x="14232" y="12525"/>
                </a:lnTo>
                <a:lnTo>
                  <a:pt x="14393" y="11148"/>
                </a:lnTo>
                <a:lnTo>
                  <a:pt x="14556" y="9768"/>
                </a:lnTo>
                <a:lnTo>
                  <a:pt x="14719" y="8386"/>
                </a:lnTo>
                <a:lnTo>
                  <a:pt x="14882" y="7000"/>
                </a:lnTo>
                <a:lnTo>
                  <a:pt x="15047" y="5610"/>
                </a:lnTo>
                <a:lnTo>
                  <a:pt x="15212" y="4216"/>
                </a:lnTo>
                <a:lnTo>
                  <a:pt x="15377" y="2818"/>
                </a:lnTo>
                <a:lnTo>
                  <a:pt x="15542" y="1411"/>
                </a:lnTo>
                <a:lnTo>
                  <a:pt x="15709" y="0"/>
                </a:lnTo>
                <a:close/>
              </a:path>
            </a:pathLst>
          </a:custGeom>
          <a:solidFill>
            <a:srgbClr val="6F5880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5" name="contour_07983"/>
          <p:cNvSpPr/>
          <p:nvPr/>
        </p:nvSpPr>
        <p:spPr>
          <a:xfrm>
            <a:off x="709053" y="3272308"/>
            <a:ext cx="5927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09" y="0"/>
                </a:moveTo>
                <a:lnTo>
                  <a:pt x="4765" y="0"/>
                </a:lnTo>
                <a:lnTo>
                  <a:pt x="6531" y="0"/>
                </a:lnTo>
                <a:lnTo>
                  <a:pt x="8321" y="0"/>
                </a:lnTo>
                <a:lnTo>
                  <a:pt x="8637" y="1428"/>
                </a:lnTo>
                <a:lnTo>
                  <a:pt x="8950" y="2856"/>
                </a:lnTo>
                <a:lnTo>
                  <a:pt x="9258" y="4284"/>
                </a:lnTo>
                <a:lnTo>
                  <a:pt x="9566" y="5714"/>
                </a:lnTo>
                <a:lnTo>
                  <a:pt x="9866" y="7145"/>
                </a:lnTo>
                <a:lnTo>
                  <a:pt x="10785" y="8818"/>
                </a:lnTo>
                <a:lnTo>
                  <a:pt x="11824" y="10037"/>
                </a:lnTo>
                <a:lnTo>
                  <a:pt x="13064" y="10963"/>
                </a:lnTo>
                <a:lnTo>
                  <a:pt x="14581" y="11765"/>
                </a:lnTo>
                <a:lnTo>
                  <a:pt x="16453" y="12600"/>
                </a:lnTo>
                <a:lnTo>
                  <a:pt x="18153" y="13195"/>
                </a:lnTo>
                <a:lnTo>
                  <a:pt x="19866" y="13793"/>
                </a:lnTo>
                <a:lnTo>
                  <a:pt x="21600" y="14400"/>
                </a:lnTo>
                <a:lnTo>
                  <a:pt x="20824" y="14700"/>
                </a:lnTo>
                <a:lnTo>
                  <a:pt x="20118" y="14974"/>
                </a:lnTo>
                <a:lnTo>
                  <a:pt x="19398" y="15252"/>
                </a:lnTo>
                <a:lnTo>
                  <a:pt x="18578" y="15571"/>
                </a:lnTo>
                <a:lnTo>
                  <a:pt x="17574" y="15960"/>
                </a:lnTo>
                <a:lnTo>
                  <a:pt x="16302" y="16452"/>
                </a:lnTo>
                <a:lnTo>
                  <a:pt x="14679" y="17081"/>
                </a:lnTo>
                <a:lnTo>
                  <a:pt x="12623" y="17878"/>
                </a:lnTo>
                <a:lnTo>
                  <a:pt x="10050" y="18874"/>
                </a:lnTo>
                <a:lnTo>
                  <a:pt x="6871" y="20105"/>
                </a:lnTo>
                <a:lnTo>
                  <a:pt x="3009" y="21600"/>
                </a:lnTo>
                <a:lnTo>
                  <a:pt x="2111" y="19906"/>
                </a:lnTo>
                <a:lnTo>
                  <a:pt x="1410" y="18398"/>
                </a:lnTo>
                <a:lnTo>
                  <a:pt x="882" y="17011"/>
                </a:lnTo>
                <a:lnTo>
                  <a:pt x="502" y="15677"/>
                </a:lnTo>
                <a:lnTo>
                  <a:pt x="250" y="14323"/>
                </a:lnTo>
                <a:lnTo>
                  <a:pt x="101" y="12881"/>
                </a:lnTo>
                <a:lnTo>
                  <a:pt x="32" y="11280"/>
                </a:lnTo>
                <a:lnTo>
                  <a:pt x="21" y="9451"/>
                </a:lnTo>
                <a:lnTo>
                  <a:pt x="13" y="8184"/>
                </a:lnTo>
                <a:lnTo>
                  <a:pt x="8" y="6907"/>
                </a:lnTo>
                <a:lnTo>
                  <a:pt x="0" y="5616"/>
                </a:lnTo>
                <a:lnTo>
                  <a:pt x="247" y="3720"/>
                </a:lnTo>
                <a:lnTo>
                  <a:pt x="640" y="2503"/>
                </a:lnTo>
                <a:lnTo>
                  <a:pt x="1469" y="1438"/>
                </a:lnTo>
                <a:lnTo>
                  <a:pt x="3009" y="0"/>
                </a:lnTo>
                <a:close/>
              </a:path>
            </a:pathLst>
          </a:custGeom>
          <a:solidFill>
            <a:srgbClr val="867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6" name="contour_07984"/>
          <p:cNvSpPr/>
          <p:nvPr/>
        </p:nvSpPr>
        <p:spPr>
          <a:xfrm>
            <a:off x="4550793" y="3278889"/>
            <a:ext cx="94744" cy="451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338"/>
                </a:moveTo>
                <a:lnTo>
                  <a:pt x="2735" y="293"/>
                </a:lnTo>
                <a:lnTo>
                  <a:pt x="3808" y="251"/>
                </a:lnTo>
                <a:lnTo>
                  <a:pt x="4882" y="213"/>
                </a:lnTo>
                <a:lnTo>
                  <a:pt x="5953" y="181"/>
                </a:lnTo>
                <a:lnTo>
                  <a:pt x="7027" y="150"/>
                </a:lnTo>
                <a:lnTo>
                  <a:pt x="8100" y="122"/>
                </a:lnTo>
                <a:lnTo>
                  <a:pt x="8557" y="98"/>
                </a:lnTo>
                <a:lnTo>
                  <a:pt x="9936" y="31"/>
                </a:lnTo>
                <a:lnTo>
                  <a:pt x="11958" y="0"/>
                </a:lnTo>
                <a:lnTo>
                  <a:pt x="13505" y="24"/>
                </a:lnTo>
                <a:lnTo>
                  <a:pt x="14675" y="150"/>
                </a:lnTo>
                <a:lnTo>
                  <a:pt x="15564" y="419"/>
                </a:lnTo>
                <a:lnTo>
                  <a:pt x="16271" y="876"/>
                </a:lnTo>
                <a:lnTo>
                  <a:pt x="16895" y="1567"/>
                </a:lnTo>
                <a:lnTo>
                  <a:pt x="17531" y="2536"/>
                </a:lnTo>
                <a:lnTo>
                  <a:pt x="18277" y="3827"/>
                </a:lnTo>
                <a:lnTo>
                  <a:pt x="18277" y="6154"/>
                </a:lnTo>
                <a:lnTo>
                  <a:pt x="18277" y="8478"/>
                </a:lnTo>
                <a:lnTo>
                  <a:pt x="18277" y="10805"/>
                </a:lnTo>
                <a:lnTo>
                  <a:pt x="18277" y="13132"/>
                </a:lnTo>
                <a:lnTo>
                  <a:pt x="18277" y="15456"/>
                </a:lnTo>
                <a:lnTo>
                  <a:pt x="18277" y="17783"/>
                </a:lnTo>
                <a:lnTo>
                  <a:pt x="19264" y="19311"/>
                </a:lnTo>
                <a:lnTo>
                  <a:pt x="19938" y="20183"/>
                </a:lnTo>
                <a:lnTo>
                  <a:pt x="20613" y="20728"/>
                </a:lnTo>
                <a:lnTo>
                  <a:pt x="21600" y="21272"/>
                </a:lnTo>
                <a:lnTo>
                  <a:pt x="20347" y="21502"/>
                </a:lnTo>
                <a:lnTo>
                  <a:pt x="19262" y="21600"/>
                </a:lnTo>
                <a:lnTo>
                  <a:pt x="18292" y="21502"/>
                </a:lnTo>
                <a:lnTo>
                  <a:pt x="17386" y="21139"/>
                </a:lnTo>
                <a:lnTo>
                  <a:pt x="16492" y="20445"/>
                </a:lnTo>
                <a:lnTo>
                  <a:pt x="15560" y="19346"/>
                </a:lnTo>
                <a:lnTo>
                  <a:pt x="14538" y="17783"/>
                </a:lnTo>
                <a:lnTo>
                  <a:pt x="13586" y="16450"/>
                </a:lnTo>
                <a:lnTo>
                  <a:pt x="12578" y="15404"/>
                </a:lnTo>
                <a:lnTo>
                  <a:pt x="11521" y="14615"/>
                </a:lnTo>
                <a:lnTo>
                  <a:pt x="10423" y="14053"/>
                </a:lnTo>
                <a:lnTo>
                  <a:pt x="9291" y="13687"/>
                </a:lnTo>
                <a:lnTo>
                  <a:pt x="8135" y="13488"/>
                </a:lnTo>
                <a:lnTo>
                  <a:pt x="6962" y="13425"/>
                </a:lnTo>
                <a:lnTo>
                  <a:pt x="5779" y="13474"/>
                </a:lnTo>
                <a:lnTo>
                  <a:pt x="4594" y="13600"/>
                </a:lnTo>
                <a:lnTo>
                  <a:pt x="3416" y="13774"/>
                </a:lnTo>
                <a:lnTo>
                  <a:pt x="2253" y="13966"/>
                </a:lnTo>
                <a:lnTo>
                  <a:pt x="1112" y="14151"/>
                </a:lnTo>
                <a:lnTo>
                  <a:pt x="0" y="14294"/>
                </a:lnTo>
                <a:lnTo>
                  <a:pt x="439" y="13537"/>
                </a:lnTo>
                <a:lnTo>
                  <a:pt x="1765" y="11241"/>
                </a:lnTo>
                <a:lnTo>
                  <a:pt x="1994" y="10662"/>
                </a:lnTo>
                <a:lnTo>
                  <a:pt x="2398" y="9647"/>
                </a:lnTo>
                <a:lnTo>
                  <a:pt x="3323" y="7316"/>
                </a:lnTo>
                <a:lnTo>
                  <a:pt x="2946" y="5000"/>
                </a:lnTo>
                <a:lnTo>
                  <a:pt x="2648" y="3499"/>
                </a:lnTo>
                <a:lnTo>
                  <a:pt x="2271" y="2163"/>
                </a:lnTo>
                <a:lnTo>
                  <a:pt x="1662" y="338"/>
                </a:lnTo>
                <a:close/>
              </a:path>
            </a:pathLst>
          </a:custGeom>
          <a:solidFill>
            <a:srgbClr val="B3C1CB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7" name="contour_07985"/>
          <p:cNvSpPr/>
          <p:nvPr/>
        </p:nvSpPr>
        <p:spPr>
          <a:xfrm>
            <a:off x="8594929" y="3277155"/>
            <a:ext cx="95444" cy="31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01" y="1669"/>
                </a:moveTo>
                <a:lnTo>
                  <a:pt x="19444" y="4664"/>
                </a:lnTo>
                <a:lnTo>
                  <a:pt x="20168" y="6697"/>
                </a:lnTo>
                <a:lnTo>
                  <a:pt x="20784" y="8710"/>
                </a:lnTo>
                <a:lnTo>
                  <a:pt x="21600" y="11635"/>
                </a:lnTo>
                <a:lnTo>
                  <a:pt x="20614" y="14300"/>
                </a:lnTo>
                <a:lnTo>
                  <a:pt x="19721" y="16034"/>
                </a:lnTo>
                <a:lnTo>
                  <a:pt x="18842" y="17071"/>
                </a:lnTo>
                <a:lnTo>
                  <a:pt x="17894" y="17624"/>
                </a:lnTo>
                <a:lnTo>
                  <a:pt x="16794" y="17923"/>
                </a:lnTo>
                <a:lnTo>
                  <a:pt x="15459" y="18192"/>
                </a:lnTo>
                <a:lnTo>
                  <a:pt x="14570" y="18401"/>
                </a:lnTo>
                <a:lnTo>
                  <a:pt x="13676" y="18610"/>
                </a:lnTo>
                <a:lnTo>
                  <a:pt x="12769" y="18825"/>
                </a:lnTo>
                <a:lnTo>
                  <a:pt x="12355" y="18914"/>
                </a:lnTo>
                <a:lnTo>
                  <a:pt x="11626" y="19069"/>
                </a:lnTo>
                <a:lnTo>
                  <a:pt x="9952" y="19418"/>
                </a:lnTo>
                <a:lnTo>
                  <a:pt x="9014" y="19637"/>
                </a:lnTo>
                <a:lnTo>
                  <a:pt x="8070" y="19851"/>
                </a:lnTo>
                <a:lnTo>
                  <a:pt x="7114" y="20070"/>
                </a:lnTo>
                <a:lnTo>
                  <a:pt x="5954" y="20334"/>
                </a:lnTo>
                <a:lnTo>
                  <a:pt x="4795" y="20593"/>
                </a:lnTo>
                <a:lnTo>
                  <a:pt x="3637" y="20853"/>
                </a:lnTo>
                <a:lnTo>
                  <a:pt x="2477" y="21107"/>
                </a:lnTo>
                <a:lnTo>
                  <a:pt x="1318" y="21356"/>
                </a:lnTo>
                <a:lnTo>
                  <a:pt x="158" y="21600"/>
                </a:lnTo>
                <a:lnTo>
                  <a:pt x="53" y="17998"/>
                </a:lnTo>
                <a:lnTo>
                  <a:pt x="0" y="15416"/>
                </a:lnTo>
                <a:lnTo>
                  <a:pt x="0" y="13144"/>
                </a:lnTo>
                <a:lnTo>
                  <a:pt x="53" y="10464"/>
                </a:lnTo>
                <a:lnTo>
                  <a:pt x="158" y="6652"/>
                </a:lnTo>
                <a:lnTo>
                  <a:pt x="1052" y="5262"/>
                </a:lnTo>
                <a:lnTo>
                  <a:pt x="2029" y="4056"/>
                </a:lnTo>
                <a:lnTo>
                  <a:pt x="3079" y="3024"/>
                </a:lnTo>
                <a:lnTo>
                  <a:pt x="4193" y="2162"/>
                </a:lnTo>
                <a:lnTo>
                  <a:pt x="5355" y="1460"/>
                </a:lnTo>
                <a:lnTo>
                  <a:pt x="6558" y="902"/>
                </a:lnTo>
                <a:lnTo>
                  <a:pt x="7790" y="488"/>
                </a:lnTo>
                <a:lnTo>
                  <a:pt x="9037" y="204"/>
                </a:lnTo>
                <a:lnTo>
                  <a:pt x="10292" y="45"/>
                </a:lnTo>
                <a:lnTo>
                  <a:pt x="11541" y="0"/>
                </a:lnTo>
                <a:lnTo>
                  <a:pt x="12773" y="65"/>
                </a:lnTo>
                <a:lnTo>
                  <a:pt x="13978" y="224"/>
                </a:lnTo>
                <a:lnTo>
                  <a:pt x="15144" y="473"/>
                </a:lnTo>
                <a:lnTo>
                  <a:pt x="16263" y="802"/>
                </a:lnTo>
                <a:lnTo>
                  <a:pt x="17318" y="1206"/>
                </a:lnTo>
                <a:lnTo>
                  <a:pt x="18301" y="1669"/>
                </a:lnTo>
                <a:close/>
              </a:path>
            </a:pathLst>
          </a:custGeom>
          <a:solidFill>
            <a:srgbClr val="B0C4CF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8" name="contour_07986"/>
          <p:cNvSpPr/>
          <p:nvPr/>
        </p:nvSpPr>
        <p:spPr>
          <a:xfrm>
            <a:off x="9739843" y="3235868"/>
            <a:ext cx="94744" cy="52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85" y="0"/>
                </a:moveTo>
                <a:lnTo>
                  <a:pt x="6189" y="292"/>
                </a:lnTo>
                <a:lnTo>
                  <a:pt x="7078" y="633"/>
                </a:lnTo>
                <a:lnTo>
                  <a:pt x="8411" y="1320"/>
                </a:lnTo>
                <a:lnTo>
                  <a:pt x="9316" y="1781"/>
                </a:lnTo>
                <a:lnTo>
                  <a:pt x="10235" y="2248"/>
                </a:lnTo>
                <a:lnTo>
                  <a:pt x="10928" y="2628"/>
                </a:lnTo>
                <a:lnTo>
                  <a:pt x="11631" y="3014"/>
                </a:lnTo>
                <a:lnTo>
                  <a:pt x="10644" y="3014"/>
                </a:lnTo>
                <a:lnTo>
                  <a:pt x="9654" y="3014"/>
                </a:lnTo>
                <a:lnTo>
                  <a:pt x="8660" y="3014"/>
                </a:lnTo>
                <a:lnTo>
                  <a:pt x="7658" y="3014"/>
                </a:lnTo>
                <a:lnTo>
                  <a:pt x="6646" y="3014"/>
                </a:lnTo>
                <a:lnTo>
                  <a:pt x="6646" y="4804"/>
                </a:lnTo>
                <a:lnTo>
                  <a:pt x="6646" y="6600"/>
                </a:lnTo>
                <a:lnTo>
                  <a:pt x="6646" y="8403"/>
                </a:lnTo>
                <a:lnTo>
                  <a:pt x="6646" y="10220"/>
                </a:lnTo>
                <a:lnTo>
                  <a:pt x="6646" y="12055"/>
                </a:lnTo>
                <a:lnTo>
                  <a:pt x="5548" y="12055"/>
                </a:lnTo>
                <a:lnTo>
                  <a:pt x="4443" y="12055"/>
                </a:lnTo>
                <a:lnTo>
                  <a:pt x="3323" y="12055"/>
                </a:lnTo>
                <a:lnTo>
                  <a:pt x="3323" y="14047"/>
                </a:lnTo>
                <a:lnTo>
                  <a:pt x="3323" y="16052"/>
                </a:lnTo>
                <a:lnTo>
                  <a:pt x="3323" y="18083"/>
                </a:lnTo>
                <a:lnTo>
                  <a:pt x="4180" y="17586"/>
                </a:lnTo>
                <a:lnTo>
                  <a:pt x="5044" y="17085"/>
                </a:lnTo>
                <a:lnTo>
                  <a:pt x="5918" y="16576"/>
                </a:lnTo>
                <a:lnTo>
                  <a:pt x="7022" y="16109"/>
                </a:lnTo>
                <a:lnTo>
                  <a:pt x="8130" y="15726"/>
                </a:lnTo>
                <a:lnTo>
                  <a:pt x="9241" y="15425"/>
                </a:lnTo>
                <a:lnTo>
                  <a:pt x="10355" y="15190"/>
                </a:lnTo>
                <a:lnTo>
                  <a:pt x="11471" y="15018"/>
                </a:lnTo>
                <a:lnTo>
                  <a:pt x="12591" y="14903"/>
                </a:lnTo>
                <a:lnTo>
                  <a:pt x="13713" y="14837"/>
                </a:lnTo>
                <a:lnTo>
                  <a:pt x="14836" y="14810"/>
                </a:lnTo>
                <a:lnTo>
                  <a:pt x="15962" y="14813"/>
                </a:lnTo>
                <a:lnTo>
                  <a:pt x="17087" y="14843"/>
                </a:lnTo>
                <a:lnTo>
                  <a:pt x="18215" y="14891"/>
                </a:lnTo>
                <a:lnTo>
                  <a:pt x="19344" y="14952"/>
                </a:lnTo>
                <a:lnTo>
                  <a:pt x="20472" y="15012"/>
                </a:lnTo>
                <a:lnTo>
                  <a:pt x="21600" y="15069"/>
                </a:lnTo>
                <a:lnTo>
                  <a:pt x="20512" y="16624"/>
                </a:lnTo>
                <a:lnTo>
                  <a:pt x="19448" y="17920"/>
                </a:lnTo>
                <a:lnTo>
                  <a:pt x="18403" y="18978"/>
                </a:lnTo>
                <a:lnTo>
                  <a:pt x="17363" y="19822"/>
                </a:lnTo>
                <a:lnTo>
                  <a:pt x="16318" y="20473"/>
                </a:lnTo>
                <a:lnTo>
                  <a:pt x="15258" y="20952"/>
                </a:lnTo>
                <a:lnTo>
                  <a:pt x="14171" y="21284"/>
                </a:lnTo>
                <a:lnTo>
                  <a:pt x="13050" y="21485"/>
                </a:lnTo>
                <a:lnTo>
                  <a:pt x="11882" y="21585"/>
                </a:lnTo>
                <a:lnTo>
                  <a:pt x="10657" y="21600"/>
                </a:lnTo>
                <a:lnTo>
                  <a:pt x="9366" y="21558"/>
                </a:lnTo>
                <a:lnTo>
                  <a:pt x="7995" y="21473"/>
                </a:lnTo>
                <a:lnTo>
                  <a:pt x="7415" y="21452"/>
                </a:lnTo>
                <a:lnTo>
                  <a:pt x="5663" y="21392"/>
                </a:lnTo>
                <a:lnTo>
                  <a:pt x="4529" y="21347"/>
                </a:lnTo>
                <a:lnTo>
                  <a:pt x="3398" y="21293"/>
                </a:lnTo>
                <a:lnTo>
                  <a:pt x="2265" y="21232"/>
                </a:lnTo>
                <a:lnTo>
                  <a:pt x="1133" y="21169"/>
                </a:lnTo>
                <a:lnTo>
                  <a:pt x="0" y="21097"/>
                </a:lnTo>
                <a:lnTo>
                  <a:pt x="309" y="19325"/>
                </a:lnTo>
                <a:lnTo>
                  <a:pt x="620" y="17552"/>
                </a:lnTo>
                <a:lnTo>
                  <a:pt x="930" y="15783"/>
                </a:lnTo>
                <a:lnTo>
                  <a:pt x="1244" y="14011"/>
                </a:lnTo>
                <a:lnTo>
                  <a:pt x="1559" y="12242"/>
                </a:lnTo>
                <a:lnTo>
                  <a:pt x="1848" y="10597"/>
                </a:lnTo>
                <a:lnTo>
                  <a:pt x="2138" y="8942"/>
                </a:lnTo>
                <a:lnTo>
                  <a:pt x="2434" y="7263"/>
                </a:lnTo>
                <a:lnTo>
                  <a:pt x="2881" y="5166"/>
                </a:lnTo>
                <a:lnTo>
                  <a:pt x="3237" y="3740"/>
                </a:lnTo>
                <a:lnTo>
                  <a:pt x="3625" y="2634"/>
                </a:lnTo>
                <a:lnTo>
                  <a:pt x="4167" y="1504"/>
                </a:lnTo>
                <a:lnTo>
                  <a:pt x="4985" y="0"/>
                </a:lnTo>
                <a:close/>
              </a:path>
            </a:pathLst>
          </a:custGeom>
          <a:solidFill>
            <a:srgbClr val="B7C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7989" name="contour_07987"/>
          <p:cNvSpPr/>
          <p:nvPr/>
        </p:nvSpPr>
        <p:spPr>
          <a:xfrm>
            <a:off x="3712674" y="3250444"/>
            <a:ext cx="65883" cy="526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56" y="15"/>
                </a:lnTo>
                <a:lnTo>
                  <a:pt x="3290" y="51"/>
                </a:lnTo>
                <a:lnTo>
                  <a:pt x="4908" y="108"/>
                </a:lnTo>
                <a:lnTo>
                  <a:pt x="6509" y="197"/>
                </a:lnTo>
                <a:lnTo>
                  <a:pt x="8095" y="329"/>
                </a:lnTo>
                <a:lnTo>
                  <a:pt x="9675" y="508"/>
                </a:lnTo>
                <a:lnTo>
                  <a:pt x="11247" y="741"/>
                </a:lnTo>
                <a:lnTo>
                  <a:pt x="12817" y="1034"/>
                </a:lnTo>
                <a:lnTo>
                  <a:pt x="14384" y="1399"/>
                </a:lnTo>
                <a:lnTo>
                  <a:pt x="15954" y="1841"/>
                </a:lnTo>
                <a:lnTo>
                  <a:pt x="17531" y="2370"/>
                </a:lnTo>
                <a:lnTo>
                  <a:pt x="19115" y="2989"/>
                </a:lnTo>
                <a:lnTo>
                  <a:pt x="19875" y="4943"/>
                </a:lnTo>
                <a:lnTo>
                  <a:pt x="20470" y="6871"/>
                </a:lnTo>
                <a:lnTo>
                  <a:pt x="20921" y="8793"/>
                </a:lnTo>
                <a:lnTo>
                  <a:pt x="21242" y="10718"/>
                </a:lnTo>
                <a:lnTo>
                  <a:pt x="21449" y="12664"/>
                </a:lnTo>
                <a:lnTo>
                  <a:pt x="21564" y="14642"/>
                </a:lnTo>
                <a:lnTo>
                  <a:pt x="21600" y="16668"/>
                </a:lnTo>
                <a:lnTo>
                  <a:pt x="21574" y="18755"/>
                </a:lnTo>
                <a:lnTo>
                  <a:pt x="21504" y="20922"/>
                </a:lnTo>
                <a:lnTo>
                  <a:pt x="19765" y="21194"/>
                </a:lnTo>
                <a:lnTo>
                  <a:pt x="18054" y="21412"/>
                </a:lnTo>
                <a:lnTo>
                  <a:pt x="16362" y="21555"/>
                </a:lnTo>
                <a:lnTo>
                  <a:pt x="14676" y="21600"/>
                </a:lnTo>
                <a:lnTo>
                  <a:pt x="12986" y="21525"/>
                </a:lnTo>
                <a:lnTo>
                  <a:pt x="11285" y="21304"/>
                </a:lnTo>
                <a:lnTo>
                  <a:pt x="9558" y="20922"/>
                </a:lnTo>
                <a:lnTo>
                  <a:pt x="8826" y="18253"/>
                </a:lnTo>
                <a:lnTo>
                  <a:pt x="8368" y="16465"/>
                </a:lnTo>
                <a:lnTo>
                  <a:pt x="8093" y="15144"/>
                </a:lnTo>
                <a:lnTo>
                  <a:pt x="7918" y="13868"/>
                </a:lnTo>
                <a:lnTo>
                  <a:pt x="7756" y="12224"/>
                </a:lnTo>
                <a:lnTo>
                  <a:pt x="7268" y="10207"/>
                </a:lnTo>
                <a:lnTo>
                  <a:pt x="6595" y="8422"/>
                </a:lnTo>
                <a:lnTo>
                  <a:pt x="5758" y="6826"/>
                </a:lnTo>
                <a:lnTo>
                  <a:pt x="4786" y="5371"/>
                </a:lnTo>
                <a:lnTo>
                  <a:pt x="3701" y="4008"/>
                </a:lnTo>
                <a:lnTo>
                  <a:pt x="2526" y="2690"/>
                </a:lnTo>
                <a:lnTo>
                  <a:pt x="1283" y="1369"/>
                </a:lnTo>
                <a:lnTo>
                  <a:pt x="0" y="0"/>
                </a:lnTo>
                <a:close/>
              </a:path>
            </a:pathLst>
          </a:custGeom>
          <a:solidFill>
            <a:srgbClr val="83838A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0" name="contour_07988"/>
          <p:cNvSpPr/>
          <p:nvPr/>
        </p:nvSpPr>
        <p:spPr>
          <a:xfrm>
            <a:off x="5228577" y="3221817"/>
            <a:ext cx="65592" cy="43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35" y="417"/>
                </a:moveTo>
                <a:lnTo>
                  <a:pt x="16363" y="1569"/>
                </a:lnTo>
                <a:lnTo>
                  <a:pt x="17726" y="2774"/>
                </a:lnTo>
                <a:lnTo>
                  <a:pt x="19042" y="4052"/>
                </a:lnTo>
                <a:lnTo>
                  <a:pt x="20326" y="5430"/>
                </a:lnTo>
                <a:lnTo>
                  <a:pt x="21600" y="6937"/>
                </a:lnTo>
                <a:lnTo>
                  <a:pt x="20846" y="11212"/>
                </a:lnTo>
                <a:lnTo>
                  <a:pt x="20263" y="14163"/>
                </a:lnTo>
                <a:lnTo>
                  <a:pt x="19728" y="16142"/>
                </a:lnTo>
                <a:lnTo>
                  <a:pt x="19116" y="17516"/>
                </a:lnTo>
                <a:lnTo>
                  <a:pt x="18307" y="18635"/>
                </a:lnTo>
                <a:lnTo>
                  <a:pt x="17177" y="19869"/>
                </a:lnTo>
                <a:lnTo>
                  <a:pt x="15686" y="20557"/>
                </a:lnTo>
                <a:lnTo>
                  <a:pt x="14244" y="21042"/>
                </a:lnTo>
                <a:lnTo>
                  <a:pt x="12823" y="21355"/>
                </a:lnTo>
                <a:lnTo>
                  <a:pt x="11402" y="21532"/>
                </a:lnTo>
                <a:lnTo>
                  <a:pt x="9958" y="21600"/>
                </a:lnTo>
                <a:lnTo>
                  <a:pt x="8462" y="21600"/>
                </a:lnTo>
                <a:lnTo>
                  <a:pt x="6900" y="21553"/>
                </a:lnTo>
                <a:lnTo>
                  <a:pt x="5606" y="21521"/>
                </a:lnTo>
                <a:lnTo>
                  <a:pt x="4303" y="21488"/>
                </a:lnTo>
                <a:lnTo>
                  <a:pt x="2983" y="21460"/>
                </a:lnTo>
                <a:lnTo>
                  <a:pt x="1502" y="21391"/>
                </a:lnTo>
                <a:lnTo>
                  <a:pt x="0" y="21330"/>
                </a:lnTo>
                <a:lnTo>
                  <a:pt x="17" y="17782"/>
                </a:lnTo>
                <a:lnTo>
                  <a:pt x="146" y="15425"/>
                </a:lnTo>
                <a:lnTo>
                  <a:pt x="494" y="13706"/>
                </a:lnTo>
                <a:lnTo>
                  <a:pt x="1171" y="12090"/>
                </a:lnTo>
                <a:lnTo>
                  <a:pt x="2287" y="10032"/>
                </a:lnTo>
                <a:lnTo>
                  <a:pt x="4757" y="6869"/>
                </a:lnTo>
                <a:lnTo>
                  <a:pt x="6718" y="4419"/>
                </a:lnTo>
                <a:lnTo>
                  <a:pt x="8275" y="2594"/>
                </a:lnTo>
                <a:lnTo>
                  <a:pt x="9530" y="1321"/>
                </a:lnTo>
                <a:lnTo>
                  <a:pt x="10589" y="515"/>
                </a:lnTo>
                <a:lnTo>
                  <a:pt x="11554" y="101"/>
                </a:lnTo>
                <a:lnTo>
                  <a:pt x="12530" y="0"/>
                </a:lnTo>
                <a:lnTo>
                  <a:pt x="13622" y="130"/>
                </a:lnTo>
                <a:lnTo>
                  <a:pt x="14935" y="417"/>
                </a:lnTo>
                <a:close/>
              </a:path>
            </a:pathLst>
          </a:custGeom>
          <a:solidFill>
            <a:srgbClr val="F7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1" name="contour_07989"/>
          <p:cNvSpPr/>
          <p:nvPr/>
        </p:nvSpPr>
        <p:spPr>
          <a:xfrm>
            <a:off x="1475261" y="3205426"/>
            <a:ext cx="59244" cy="54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57" y="513"/>
                </a:moveTo>
                <a:lnTo>
                  <a:pt x="6159" y="255"/>
                </a:lnTo>
                <a:lnTo>
                  <a:pt x="8931" y="78"/>
                </a:lnTo>
                <a:lnTo>
                  <a:pt x="11107" y="0"/>
                </a:lnTo>
                <a:lnTo>
                  <a:pt x="12829" y="35"/>
                </a:lnTo>
                <a:lnTo>
                  <a:pt x="14232" y="203"/>
                </a:lnTo>
                <a:lnTo>
                  <a:pt x="15457" y="515"/>
                </a:lnTo>
                <a:lnTo>
                  <a:pt x="16639" y="993"/>
                </a:lnTo>
                <a:lnTo>
                  <a:pt x="17917" y="1651"/>
                </a:lnTo>
                <a:lnTo>
                  <a:pt x="19429" y="2505"/>
                </a:lnTo>
                <a:lnTo>
                  <a:pt x="20253" y="4471"/>
                </a:lnTo>
                <a:lnTo>
                  <a:pt x="20853" y="6440"/>
                </a:lnTo>
                <a:lnTo>
                  <a:pt x="21257" y="8418"/>
                </a:lnTo>
                <a:lnTo>
                  <a:pt x="21496" y="10408"/>
                </a:lnTo>
                <a:lnTo>
                  <a:pt x="21600" y="12417"/>
                </a:lnTo>
                <a:lnTo>
                  <a:pt x="21597" y="14453"/>
                </a:lnTo>
                <a:lnTo>
                  <a:pt x="21520" y="16521"/>
                </a:lnTo>
                <a:lnTo>
                  <a:pt x="21395" y="18629"/>
                </a:lnTo>
                <a:lnTo>
                  <a:pt x="21257" y="20783"/>
                </a:lnTo>
                <a:lnTo>
                  <a:pt x="17840" y="21174"/>
                </a:lnTo>
                <a:lnTo>
                  <a:pt x="15143" y="21452"/>
                </a:lnTo>
                <a:lnTo>
                  <a:pt x="13031" y="21600"/>
                </a:lnTo>
                <a:lnTo>
                  <a:pt x="11373" y="21600"/>
                </a:lnTo>
                <a:lnTo>
                  <a:pt x="10039" y="21438"/>
                </a:lnTo>
                <a:lnTo>
                  <a:pt x="8896" y="21099"/>
                </a:lnTo>
                <a:lnTo>
                  <a:pt x="7817" y="20563"/>
                </a:lnTo>
                <a:lnTo>
                  <a:pt x="6667" y="19819"/>
                </a:lnTo>
                <a:lnTo>
                  <a:pt x="5314" y="18849"/>
                </a:lnTo>
                <a:lnTo>
                  <a:pt x="4236" y="17639"/>
                </a:lnTo>
                <a:lnTo>
                  <a:pt x="3420" y="16683"/>
                </a:lnTo>
                <a:lnTo>
                  <a:pt x="2612" y="15655"/>
                </a:lnTo>
                <a:lnTo>
                  <a:pt x="1557" y="14236"/>
                </a:lnTo>
                <a:lnTo>
                  <a:pt x="0" y="12096"/>
                </a:lnTo>
                <a:lnTo>
                  <a:pt x="1754" y="12096"/>
                </a:lnTo>
                <a:lnTo>
                  <a:pt x="3510" y="12096"/>
                </a:lnTo>
                <a:lnTo>
                  <a:pt x="5274" y="12096"/>
                </a:lnTo>
                <a:lnTo>
                  <a:pt x="7047" y="12096"/>
                </a:lnTo>
                <a:lnTo>
                  <a:pt x="8830" y="12096"/>
                </a:lnTo>
                <a:lnTo>
                  <a:pt x="10629" y="12096"/>
                </a:lnTo>
                <a:lnTo>
                  <a:pt x="10868" y="10028"/>
                </a:lnTo>
                <a:lnTo>
                  <a:pt x="10987" y="8543"/>
                </a:lnTo>
                <a:lnTo>
                  <a:pt x="10987" y="7222"/>
                </a:lnTo>
                <a:lnTo>
                  <a:pt x="10868" y="5650"/>
                </a:lnTo>
                <a:lnTo>
                  <a:pt x="10629" y="3408"/>
                </a:lnTo>
                <a:lnTo>
                  <a:pt x="8652" y="2430"/>
                </a:lnTo>
                <a:lnTo>
                  <a:pt x="7249" y="1790"/>
                </a:lnTo>
                <a:lnTo>
                  <a:pt x="6037" y="1349"/>
                </a:lnTo>
                <a:lnTo>
                  <a:pt x="4634" y="970"/>
                </a:lnTo>
                <a:lnTo>
                  <a:pt x="2657" y="513"/>
                </a:lnTo>
                <a:close/>
              </a:path>
            </a:pathLst>
          </a:custGeom>
          <a:solidFill>
            <a:srgbClr val="A9A8A8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2" name="contour_07990"/>
          <p:cNvSpPr/>
          <p:nvPr/>
        </p:nvSpPr>
        <p:spPr>
          <a:xfrm>
            <a:off x="4579945" y="3193474"/>
            <a:ext cx="116608" cy="27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96" y="3559"/>
                </a:moveTo>
                <a:lnTo>
                  <a:pt x="15402" y="4261"/>
                </a:lnTo>
                <a:lnTo>
                  <a:pt x="16220" y="4974"/>
                </a:lnTo>
                <a:lnTo>
                  <a:pt x="16984" y="5755"/>
                </a:lnTo>
                <a:lnTo>
                  <a:pt x="17576" y="6417"/>
                </a:lnTo>
                <a:lnTo>
                  <a:pt x="18189" y="7226"/>
                </a:lnTo>
                <a:lnTo>
                  <a:pt x="19016" y="8426"/>
                </a:lnTo>
                <a:lnTo>
                  <a:pt x="20250" y="10282"/>
                </a:lnTo>
                <a:lnTo>
                  <a:pt x="20585" y="13089"/>
                </a:lnTo>
                <a:lnTo>
                  <a:pt x="20920" y="15901"/>
                </a:lnTo>
                <a:lnTo>
                  <a:pt x="21258" y="18737"/>
                </a:lnTo>
                <a:lnTo>
                  <a:pt x="21600" y="21600"/>
                </a:lnTo>
                <a:lnTo>
                  <a:pt x="20656" y="21600"/>
                </a:lnTo>
                <a:lnTo>
                  <a:pt x="19713" y="21600"/>
                </a:lnTo>
                <a:lnTo>
                  <a:pt x="18769" y="21600"/>
                </a:lnTo>
                <a:lnTo>
                  <a:pt x="17824" y="21600"/>
                </a:lnTo>
                <a:lnTo>
                  <a:pt x="16879" y="21600"/>
                </a:lnTo>
                <a:lnTo>
                  <a:pt x="15933" y="21600"/>
                </a:lnTo>
                <a:lnTo>
                  <a:pt x="14985" y="21600"/>
                </a:lnTo>
                <a:lnTo>
                  <a:pt x="14036" y="21600"/>
                </a:lnTo>
                <a:lnTo>
                  <a:pt x="13086" y="21600"/>
                </a:lnTo>
                <a:lnTo>
                  <a:pt x="12134" y="21600"/>
                </a:lnTo>
                <a:lnTo>
                  <a:pt x="11179" y="21600"/>
                </a:lnTo>
                <a:lnTo>
                  <a:pt x="10222" y="21600"/>
                </a:lnTo>
                <a:lnTo>
                  <a:pt x="9264" y="21600"/>
                </a:lnTo>
                <a:lnTo>
                  <a:pt x="8302" y="21600"/>
                </a:lnTo>
                <a:lnTo>
                  <a:pt x="7339" y="21600"/>
                </a:lnTo>
                <a:lnTo>
                  <a:pt x="6371" y="21600"/>
                </a:lnTo>
                <a:lnTo>
                  <a:pt x="5400" y="21600"/>
                </a:lnTo>
                <a:lnTo>
                  <a:pt x="5400" y="17859"/>
                </a:lnTo>
                <a:lnTo>
                  <a:pt x="5400" y="14096"/>
                </a:lnTo>
                <a:lnTo>
                  <a:pt x="5400" y="10282"/>
                </a:lnTo>
                <a:lnTo>
                  <a:pt x="4512" y="8590"/>
                </a:lnTo>
                <a:lnTo>
                  <a:pt x="3812" y="7668"/>
                </a:lnTo>
                <a:lnTo>
                  <a:pt x="2700" y="6745"/>
                </a:lnTo>
                <a:lnTo>
                  <a:pt x="1947" y="6112"/>
                </a:lnTo>
                <a:lnTo>
                  <a:pt x="1181" y="5466"/>
                </a:lnTo>
                <a:lnTo>
                  <a:pt x="595" y="5048"/>
                </a:lnTo>
                <a:lnTo>
                  <a:pt x="0" y="4623"/>
                </a:lnTo>
                <a:lnTo>
                  <a:pt x="952" y="3537"/>
                </a:lnTo>
                <a:lnTo>
                  <a:pt x="1887" y="2597"/>
                </a:lnTo>
                <a:lnTo>
                  <a:pt x="2809" y="1811"/>
                </a:lnTo>
                <a:lnTo>
                  <a:pt x="3719" y="1171"/>
                </a:lnTo>
                <a:lnTo>
                  <a:pt x="4620" y="673"/>
                </a:lnTo>
                <a:lnTo>
                  <a:pt x="5513" y="317"/>
                </a:lnTo>
                <a:lnTo>
                  <a:pt x="6403" y="91"/>
                </a:lnTo>
                <a:lnTo>
                  <a:pt x="7291" y="0"/>
                </a:lnTo>
                <a:lnTo>
                  <a:pt x="8178" y="40"/>
                </a:lnTo>
                <a:lnTo>
                  <a:pt x="9069" y="198"/>
                </a:lnTo>
                <a:lnTo>
                  <a:pt x="9964" y="481"/>
                </a:lnTo>
                <a:lnTo>
                  <a:pt x="10867" y="877"/>
                </a:lnTo>
                <a:lnTo>
                  <a:pt x="11779" y="1386"/>
                </a:lnTo>
                <a:lnTo>
                  <a:pt x="12703" y="2009"/>
                </a:lnTo>
                <a:lnTo>
                  <a:pt x="13642" y="2733"/>
                </a:lnTo>
                <a:lnTo>
                  <a:pt x="14596" y="3559"/>
                </a:lnTo>
                <a:close/>
              </a:path>
            </a:pathLst>
          </a:custGeom>
          <a:solidFill>
            <a:srgbClr val="C9D6DB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3" name="contour_07991"/>
          <p:cNvSpPr/>
          <p:nvPr/>
        </p:nvSpPr>
        <p:spPr>
          <a:xfrm>
            <a:off x="9941371" y="3197606"/>
            <a:ext cx="60847" cy="517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3" y="0"/>
                </a:moveTo>
                <a:lnTo>
                  <a:pt x="14485" y="125"/>
                </a:lnTo>
                <a:lnTo>
                  <a:pt x="16265" y="259"/>
                </a:lnTo>
                <a:lnTo>
                  <a:pt x="18043" y="408"/>
                </a:lnTo>
                <a:lnTo>
                  <a:pt x="19823" y="575"/>
                </a:lnTo>
                <a:lnTo>
                  <a:pt x="21600" y="761"/>
                </a:lnTo>
                <a:lnTo>
                  <a:pt x="20061" y="1364"/>
                </a:lnTo>
                <a:lnTo>
                  <a:pt x="18519" y="1969"/>
                </a:lnTo>
                <a:lnTo>
                  <a:pt x="16969" y="2575"/>
                </a:lnTo>
                <a:lnTo>
                  <a:pt x="15412" y="3187"/>
                </a:lnTo>
                <a:lnTo>
                  <a:pt x="13839" y="3805"/>
                </a:lnTo>
                <a:lnTo>
                  <a:pt x="14478" y="5689"/>
                </a:lnTo>
                <a:lnTo>
                  <a:pt x="15119" y="7573"/>
                </a:lnTo>
                <a:lnTo>
                  <a:pt x="15761" y="9464"/>
                </a:lnTo>
                <a:lnTo>
                  <a:pt x="16405" y="11357"/>
                </a:lnTo>
                <a:lnTo>
                  <a:pt x="17049" y="13260"/>
                </a:lnTo>
                <a:lnTo>
                  <a:pt x="17701" y="15171"/>
                </a:lnTo>
                <a:lnTo>
                  <a:pt x="18353" y="17092"/>
                </a:lnTo>
                <a:lnTo>
                  <a:pt x="19013" y="19025"/>
                </a:lnTo>
                <a:lnTo>
                  <a:pt x="16459" y="20501"/>
                </a:lnTo>
                <a:lnTo>
                  <a:pt x="14736" y="21329"/>
                </a:lnTo>
                <a:lnTo>
                  <a:pt x="13427" y="21600"/>
                </a:lnTo>
                <a:lnTo>
                  <a:pt x="12123" y="21393"/>
                </a:lnTo>
                <a:lnTo>
                  <a:pt x="10411" y="20796"/>
                </a:lnTo>
                <a:lnTo>
                  <a:pt x="7435" y="18812"/>
                </a:lnTo>
                <a:lnTo>
                  <a:pt x="5185" y="17259"/>
                </a:lnTo>
                <a:lnTo>
                  <a:pt x="3531" y="16002"/>
                </a:lnTo>
                <a:lnTo>
                  <a:pt x="2357" y="14912"/>
                </a:lnTo>
                <a:lnTo>
                  <a:pt x="1539" y="13862"/>
                </a:lnTo>
                <a:lnTo>
                  <a:pt x="955" y="12712"/>
                </a:lnTo>
                <a:lnTo>
                  <a:pt x="484" y="11339"/>
                </a:lnTo>
                <a:lnTo>
                  <a:pt x="0" y="9607"/>
                </a:lnTo>
                <a:lnTo>
                  <a:pt x="385" y="6752"/>
                </a:lnTo>
                <a:lnTo>
                  <a:pt x="1050" y="4526"/>
                </a:lnTo>
                <a:lnTo>
                  <a:pt x="1984" y="2852"/>
                </a:lnTo>
                <a:lnTo>
                  <a:pt x="3180" y="1650"/>
                </a:lnTo>
                <a:lnTo>
                  <a:pt x="4623" y="843"/>
                </a:lnTo>
                <a:lnTo>
                  <a:pt x="6307" y="353"/>
                </a:lnTo>
                <a:lnTo>
                  <a:pt x="8222" y="100"/>
                </a:lnTo>
                <a:lnTo>
                  <a:pt x="10359" y="9"/>
                </a:lnTo>
                <a:lnTo>
                  <a:pt x="12703" y="0"/>
                </a:lnTo>
                <a:close/>
              </a:path>
            </a:pathLst>
          </a:custGeom>
          <a:solidFill>
            <a:srgbClr val="C1CCD8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4" name="contour_07992"/>
          <p:cNvSpPr/>
          <p:nvPr/>
        </p:nvSpPr>
        <p:spPr>
          <a:xfrm>
            <a:off x="3821994" y="3177564"/>
            <a:ext cx="87456" cy="40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200" y="2578"/>
                </a:lnTo>
                <a:lnTo>
                  <a:pt x="7200" y="5171"/>
                </a:lnTo>
                <a:lnTo>
                  <a:pt x="7200" y="7799"/>
                </a:lnTo>
                <a:lnTo>
                  <a:pt x="8383" y="8965"/>
                </a:lnTo>
                <a:lnTo>
                  <a:pt x="9317" y="9597"/>
                </a:lnTo>
                <a:lnTo>
                  <a:pt x="10800" y="10237"/>
                </a:lnTo>
                <a:lnTo>
                  <a:pt x="11804" y="10677"/>
                </a:lnTo>
                <a:lnTo>
                  <a:pt x="12825" y="11122"/>
                </a:lnTo>
                <a:lnTo>
                  <a:pt x="13606" y="11410"/>
                </a:lnTo>
                <a:lnTo>
                  <a:pt x="14400" y="11699"/>
                </a:lnTo>
                <a:lnTo>
                  <a:pt x="14400" y="9382"/>
                </a:lnTo>
                <a:lnTo>
                  <a:pt x="14400" y="7058"/>
                </a:lnTo>
                <a:lnTo>
                  <a:pt x="14400" y="4726"/>
                </a:lnTo>
                <a:lnTo>
                  <a:pt x="14400" y="2375"/>
                </a:lnTo>
                <a:lnTo>
                  <a:pt x="14400" y="0"/>
                </a:lnTo>
                <a:lnTo>
                  <a:pt x="15590" y="0"/>
                </a:lnTo>
                <a:lnTo>
                  <a:pt x="16787" y="0"/>
                </a:lnTo>
                <a:lnTo>
                  <a:pt x="18000" y="0"/>
                </a:lnTo>
                <a:lnTo>
                  <a:pt x="18000" y="2578"/>
                </a:lnTo>
                <a:lnTo>
                  <a:pt x="18000" y="5171"/>
                </a:lnTo>
                <a:lnTo>
                  <a:pt x="18000" y="7799"/>
                </a:lnTo>
                <a:lnTo>
                  <a:pt x="19069" y="9230"/>
                </a:lnTo>
                <a:lnTo>
                  <a:pt x="19800" y="10116"/>
                </a:lnTo>
                <a:lnTo>
                  <a:pt x="20531" y="10814"/>
                </a:lnTo>
                <a:lnTo>
                  <a:pt x="21600" y="11699"/>
                </a:lnTo>
                <a:lnTo>
                  <a:pt x="19197" y="13699"/>
                </a:lnTo>
                <a:lnTo>
                  <a:pt x="17086" y="15446"/>
                </a:lnTo>
                <a:lnTo>
                  <a:pt x="15235" y="16948"/>
                </a:lnTo>
                <a:lnTo>
                  <a:pt x="13617" y="18219"/>
                </a:lnTo>
                <a:lnTo>
                  <a:pt x="12202" y="19268"/>
                </a:lnTo>
                <a:lnTo>
                  <a:pt x="10964" y="20106"/>
                </a:lnTo>
                <a:lnTo>
                  <a:pt x="9869" y="20750"/>
                </a:lnTo>
                <a:lnTo>
                  <a:pt x="8894" y="21206"/>
                </a:lnTo>
                <a:lnTo>
                  <a:pt x="8005" y="21487"/>
                </a:lnTo>
                <a:lnTo>
                  <a:pt x="7173" y="21600"/>
                </a:lnTo>
                <a:lnTo>
                  <a:pt x="6374" y="21565"/>
                </a:lnTo>
                <a:lnTo>
                  <a:pt x="5573" y="21389"/>
                </a:lnTo>
                <a:lnTo>
                  <a:pt x="4745" y="21081"/>
                </a:lnTo>
                <a:lnTo>
                  <a:pt x="3859" y="20656"/>
                </a:lnTo>
                <a:lnTo>
                  <a:pt x="2887" y="20126"/>
                </a:lnTo>
                <a:lnTo>
                  <a:pt x="1800" y="19498"/>
                </a:lnTo>
                <a:lnTo>
                  <a:pt x="976" y="16831"/>
                </a:lnTo>
                <a:lnTo>
                  <a:pt x="470" y="14889"/>
                </a:lnTo>
                <a:lnTo>
                  <a:pt x="196" y="13111"/>
                </a:lnTo>
                <a:lnTo>
                  <a:pt x="68" y="10935"/>
                </a:lnTo>
                <a:lnTo>
                  <a:pt x="0" y="7799"/>
                </a:lnTo>
                <a:lnTo>
                  <a:pt x="900" y="5097"/>
                </a:lnTo>
                <a:lnTo>
                  <a:pt x="1703" y="3100"/>
                </a:lnTo>
                <a:lnTo>
                  <a:pt x="2493" y="1704"/>
                </a:lnTo>
                <a:lnTo>
                  <a:pt x="3353" y="799"/>
                </a:lnTo>
                <a:lnTo>
                  <a:pt x="4369" y="285"/>
                </a:lnTo>
                <a:lnTo>
                  <a:pt x="5623" y="55"/>
                </a:lnTo>
                <a:lnTo>
                  <a:pt x="7200" y="0"/>
                </a:lnTo>
                <a:close/>
              </a:path>
            </a:pathLst>
          </a:custGeom>
          <a:solidFill>
            <a:srgbClr val="9BA0A9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5" name="contour_07993"/>
          <p:cNvSpPr/>
          <p:nvPr/>
        </p:nvSpPr>
        <p:spPr>
          <a:xfrm>
            <a:off x="8049029" y="3126548"/>
            <a:ext cx="72880" cy="677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658"/>
                </a:lnTo>
                <a:lnTo>
                  <a:pt x="15405" y="1316"/>
                </a:lnTo>
                <a:lnTo>
                  <a:pt x="16632" y="1976"/>
                </a:lnTo>
                <a:lnTo>
                  <a:pt x="17863" y="2638"/>
                </a:lnTo>
                <a:lnTo>
                  <a:pt x="19101" y="3305"/>
                </a:lnTo>
                <a:lnTo>
                  <a:pt x="20345" y="3975"/>
                </a:lnTo>
                <a:lnTo>
                  <a:pt x="21600" y="4649"/>
                </a:lnTo>
                <a:lnTo>
                  <a:pt x="21064" y="5799"/>
                </a:lnTo>
                <a:lnTo>
                  <a:pt x="20529" y="6957"/>
                </a:lnTo>
                <a:lnTo>
                  <a:pt x="19986" y="8119"/>
                </a:lnTo>
                <a:lnTo>
                  <a:pt x="19440" y="9297"/>
                </a:lnTo>
                <a:lnTo>
                  <a:pt x="18012" y="9297"/>
                </a:lnTo>
                <a:lnTo>
                  <a:pt x="16576" y="9297"/>
                </a:lnTo>
                <a:lnTo>
                  <a:pt x="15120" y="9297"/>
                </a:lnTo>
                <a:lnTo>
                  <a:pt x="14865" y="10817"/>
                </a:lnTo>
                <a:lnTo>
                  <a:pt x="14723" y="11931"/>
                </a:lnTo>
                <a:lnTo>
                  <a:pt x="14645" y="13179"/>
                </a:lnTo>
                <a:lnTo>
                  <a:pt x="14580" y="15108"/>
                </a:lnTo>
                <a:lnTo>
                  <a:pt x="14312" y="17012"/>
                </a:lnTo>
                <a:lnTo>
                  <a:pt x="14055" y="18253"/>
                </a:lnTo>
                <a:lnTo>
                  <a:pt x="13656" y="19373"/>
                </a:lnTo>
                <a:lnTo>
                  <a:pt x="12960" y="20919"/>
                </a:lnTo>
                <a:lnTo>
                  <a:pt x="11502" y="21237"/>
                </a:lnTo>
                <a:lnTo>
                  <a:pt x="10061" y="21451"/>
                </a:lnTo>
                <a:lnTo>
                  <a:pt x="8634" y="21567"/>
                </a:lnTo>
                <a:lnTo>
                  <a:pt x="7210" y="21600"/>
                </a:lnTo>
                <a:lnTo>
                  <a:pt x="5789" y="21563"/>
                </a:lnTo>
                <a:lnTo>
                  <a:pt x="4361" y="21463"/>
                </a:lnTo>
                <a:lnTo>
                  <a:pt x="2925" y="21316"/>
                </a:lnTo>
                <a:lnTo>
                  <a:pt x="1473" y="21130"/>
                </a:lnTo>
                <a:lnTo>
                  <a:pt x="0" y="20919"/>
                </a:lnTo>
                <a:lnTo>
                  <a:pt x="0" y="19383"/>
                </a:lnTo>
                <a:lnTo>
                  <a:pt x="0" y="17837"/>
                </a:lnTo>
                <a:lnTo>
                  <a:pt x="0" y="16270"/>
                </a:lnTo>
                <a:lnTo>
                  <a:pt x="456" y="16335"/>
                </a:lnTo>
                <a:lnTo>
                  <a:pt x="1261" y="16447"/>
                </a:lnTo>
                <a:lnTo>
                  <a:pt x="3106" y="16707"/>
                </a:lnTo>
                <a:lnTo>
                  <a:pt x="4221" y="16563"/>
                </a:lnTo>
                <a:lnTo>
                  <a:pt x="5342" y="16417"/>
                </a:lnTo>
                <a:lnTo>
                  <a:pt x="6480" y="16270"/>
                </a:lnTo>
                <a:lnTo>
                  <a:pt x="7080" y="14820"/>
                </a:lnTo>
                <a:lnTo>
                  <a:pt x="7493" y="13732"/>
                </a:lnTo>
                <a:lnTo>
                  <a:pt x="7821" y="12672"/>
                </a:lnTo>
                <a:lnTo>
                  <a:pt x="8169" y="11306"/>
                </a:lnTo>
                <a:lnTo>
                  <a:pt x="8640" y="9297"/>
                </a:lnTo>
                <a:lnTo>
                  <a:pt x="9225" y="7952"/>
                </a:lnTo>
                <a:lnTo>
                  <a:pt x="9826" y="6613"/>
                </a:lnTo>
                <a:lnTo>
                  <a:pt x="10437" y="5286"/>
                </a:lnTo>
                <a:lnTo>
                  <a:pt x="11061" y="3961"/>
                </a:lnTo>
                <a:lnTo>
                  <a:pt x="11690" y="2640"/>
                </a:lnTo>
                <a:lnTo>
                  <a:pt x="12325" y="1320"/>
                </a:lnTo>
                <a:lnTo>
                  <a:pt x="12960" y="0"/>
                </a:lnTo>
                <a:close/>
              </a:path>
            </a:pathLst>
          </a:custGeom>
          <a:solidFill>
            <a:srgbClr val="B9C5C6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6" name="contour_07994"/>
          <p:cNvSpPr/>
          <p:nvPr/>
        </p:nvSpPr>
        <p:spPr>
          <a:xfrm>
            <a:off x="9790859" y="3156947"/>
            <a:ext cx="80168" cy="299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626"/>
                </a:moveTo>
                <a:lnTo>
                  <a:pt x="21600" y="13105"/>
                </a:lnTo>
                <a:lnTo>
                  <a:pt x="21600" y="16605"/>
                </a:lnTo>
                <a:lnTo>
                  <a:pt x="21600" y="20153"/>
                </a:lnTo>
                <a:lnTo>
                  <a:pt x="20216" y="20337"/>
                </a:lnTo>
                <a:lnTo>
                  <a:pt x="18829" y="20505"/>
                </a:lnTo>
                <a:lnTo>
                  <a:pt x="17445" y="20653"/>
                </a:lnTo>
                <a:lnTo>
                  <a:pt x="16061" y="20789"/>
                </a:lnTo>
                <a:lnTo>
                  <a:pt x="14676" y="20916"/>
                </a:lnTo>
                <a:lnTo>
                  <a:pt x="13290" y="21032"/>
                </a:lnTo>
                <a:lnTo>
                  <a:pt x="11904" y="21142"/>
                </a:lnTo>
                <a:lnTo>
                  <a:pt x="10521" y="21342"/>
                </a:lnTo>
                <a:lnTo>
                  <a:pt x="9117" y="21542"/>
                </a:lnTo>
                <a:lnTo>
                  <a:pt x="7884" y="21600"/>
                </a:lnTo>
                <a:lnTo>
                  <a:pt x="6688" y="21600"/>
                </a:lnTo>
                <a:lnTo>
                  <a:pt x="5514" y="21495"/>
                </a:lnTo>
                <a:lnTo>
                  <a:pt x="4347" y="21253"/>
                </a:lnTo>
                <a:lnTo>
                  <a:pt x="3169" y="20816"/>
                </a:lnTo>
                <a:lnTo>
                  <a:pt x="1964" y="20153"/>
                </a:lnTo>
                <a:lnTo>
                  <a:pt x="1178" y="16205"/>
                </a:lnTo>
                <a:lnTo>
                  <a:pt x="683" y="13411"/>
                </a:lnTo>
                <a:lnTo>
                  <a:pt x="385" y="11011"/>
                </a:lnTo>
                <a:lnTo>
                  <a:pt x="189" y="8247"/>
                </a:lnTo>
                <a:lnTo>
                  <a:pt x="0" y="4363"/>
                </a:lnTo>
                <a:lnTo>
                  <a:pt x="1392" y="3400"/>
                </a:lnTo>
                <a:lnTo>
                  <a:pt x="2788" y="2521"/>
                </a:lnTo>
                <a:lnTo>
                  <a:pt x="4183" y="1742"/>
                </a:lnTo>
                <a:lnTo>
                  <a:pt x="5575" y="1079"/>
                </a:lnTo>
                <a:lnTo>
                  <a:pt x="6965" y="553"/>
                </a:lnTo>
                <a:lnTo>
                  <a:pt x="8349" y="189"/>
                </a:lnTo>
                <a:lnTo>
                  <a:pt x="9728" y="0"/>
                </a:lnTo>
                <a:lnTo>
                  <a:pt x="11098" y="16"/>
                </a:lnTo>
                <a:lnTo>
                  <a:pt x="12461" y="242"/>
                </a:lnTo>
                <a:lnTo>
                  <a:pt x="13810" y="711"/>
                </a:lnTo>
                <a:lnTo>
                  <a:pt x="15149" y="1437"/>
                </a:lnTo>
                <a:lnTo>
                  <a:pt x="16473" y="2442"/>
                </a:lnTo>
                <a:lnTo>
                  <a:pt x="17783" y="3742"/>
                </a:lnTo>
                <a:lnTo>
                  <a:pt x="19075" y="5358"/>
                </a:lnTo>
                <a:lnTo>
                  <a:pt x="20347" y="7316"/>
                </a:lnTo>
                <a:lnTo>
                  <a:pt x="21600" y="9626"/>
                </a:lnTo>
                <a:close/>
              </a:path>
            </a:pathLst>
          </a:custGeom>
          <a:solidFill>
            <a:srgbClr val="B8CDDD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7" name="contour_07995"/>
          <p:cNvSpPr/>
          <p:nvPr/>
        </p:nvSpPr>
        <p:spPr>
          <a:xfrm>
            <a:off x="4266562" y="3126548"/>
            <a:ext cx="72880" cy="32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317"/>
                </a:lnTo>
                <a:lnTo>
                  <a:pt x="2851" y="634"/>
                </a:lnTo>
                <a:lnTo>
                  <a:pt x="4279" y="951"/>
                </a:lnTo>
                <a:lnTo>
                  <a:pt x="5707" y="1268"/>
                </a:lnTo>
                <a:lnTo>
                  <a:pt x="7137" y="1585"/>
                </a:lnTo>
                <a:lnTo>
                  <a:pt x="8567" y="1906"/>
                </a:lnTo>
                <a:lnTo>
                  <a:pt x="10001" y="2223"/>
                </a:lnTo>
                <a:lnTo>
                  <a:pt x="11437" y="2545"/>
                </a:lnTo>
                <a:lnTo>
                  <a:pt x="12878" y="2862"/>
                </a:lnTo>
                <a:lnTo>
                  <a:pt x="14321" y="3184"/>
                </a:lnTo>
                <a:lnTo>
                  <a:pt x="15766" y="3506"/>
                </a:lnTo>
                <a:lnTo>
                  <a:pt x="17217" y="3827"/>
                </a:lnTo>
                <a:lnTo>
                  <a:pt x="18673" y="4154"/>
                </a:lnTo>
                <a:lnTo>
                  <a:pt x="20133" y="4476"/>
                </a:lnTo>
                <a:lnTo>
                  <a:pt x="21600" y="4802"/>
                </a:lnTo>
                <a:lnTo>
                  <a:pt x="21172" y="7655"/>
                </a:lnTo>
                <a:lnTo>
                  <a:pt x="20742" y="10517"/>
                </a:lnTo>
                <a:lnTo>
                  <a:pt x="20313" y="13388"/>
                </a:lnTo>
                <a:lnTo>
                  <a:pt x="19878" y="16284"/>
                </a:lnTo>
                <a:lnTo>
                  <a:pt x="19440" y="19209"/>
                </a:lnTo>
                <a:lnTo>
                  <a:pt x="17902" y="19972"/>
                </a:lnTo>
                <a:lnTo>
                  <a:pt x="16483" y="20548"/>
                </a:lnTo>
                <a:lnTo>
                  <a:pt x="15122" y="20957"/>
                </a:lnTo>
                <a:lnTo>
                  <a:pt x="13761" y="21206"/>
                </a:lnTo>
                <a:lnTo>
                  <a:pt x="12340" y="21321"/>
                </a:lnTo>
                <a:lnTo>
                  <a:pt x="10800" y="21312"/>
                </a:lnTo>
                <a:lnTo>
                  <a:pt x="9603" y="21451"/>
                </a:lnTo>
                <a:lnTo>
                  <a:pt x="8387" y="21600"/>
                </a:lnTo>
                <a:lnTo>
                  <a:pt x="7227" y="21576"/>
                </a:lnTo>
                <a:lnTo>
                  <a:pt x="6322" y="21442"/>
                </a:lnTo>
                <a:lnTo>
                  <a:pt x="5376" y="21077"/>
                </a:lnTo>
                <a:lnTo>
                  <a:pt x="4089" y="20371"/>
                </a:lnTo>
                <a:lnTo>
                  <a:pt x="2160" y="19209"/>
                </a:lnTo>
                <a:lnTo>
                  <a:pt x="1804" y="16039"/>
                </a:lnTo>
                <a:lnTo>
                  <a:pt x="1447" y="12865"/>
                </a:lnTo>
                <a:lnTo>
                  <a:pt x="1089" y="9676"/>
                </a:lnTo>
                <a:lnTo>
                  <a:pt x="728" y="6473"/>
                </a:lnTo>
                <a:lnTo>
                  <a:pt x="365" y="3251"/>
                </a:lnTo>
                <a:lnTo>
                  <a:pt x="0" y="0"/>
                </a:lnTo>
                <a:close/>
              </a:path>
            </a:pathLst>
          </a:custGeom>
          <a:solidFill>
            <a:srgbClr val="1F1D23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8" name="contour_07996"/>
          <p:cNvSpPr/>
          <p:nvPr/>
        </p:nvSpPr>
        <p:spPr>
          <a:xfrm>
            <a:off x="10264579" y="3104684"/>
            <a:ext cx="72880" cy="50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881"/>
                </a:lnTo>
                <a:lnTo>
                  <a:pt x="15405" y="1761"/>
                </a:lnTo>
                <a:lnTo>
                  <a:pt x="16632" y="2645"/>
                </a:lnTo>
                <a:lnTo>
                  <a:pt x="17863" y="3532"/>
                </a:lnTo>
                <a:lnTo>
                  <a:pt x="19101" y="4425"/>
                </a:lnTo>
                <a:lnTo>
                  <a:pt x="20345" y="5321"/>
                </a:lnTo>
                <a:lnTo>
                  <a:pt x="21600" y="6224"/>
                </a:lnTo>
                <a:lnTo>
                  <a:pt x="20585" y="9980"/>
                </a:lnTo>
                <a:lnTo>
                  <a:pt x="19786" y="12837"/>
                </a:lnTo>
                <a:lnTo>
                  <a:pt x="19125" y="14956"/>
                </a:lnTo>
                <a:lnTo>
                  <a:pt x="18531" y="16506"/>
                </a:lnTo>
                <a:lnTo>
                  <a:pt x="17932" y="17651"/>
                </a:lnTo>
                <a:lnTo>
                  <a:pt x="17254" y="18553"/>
                </a:lnTo>
                <a:lnTo>
                  <a:pt x="16427" y="19381"/>
                </a:lnTo>
                <a:lnTo>
                  <a:pt x="15373" y="20299"/>
                </a:lnTo>
                <a:lnTo>
                  <a:pt x="13740" y="20900"/>
                </a:lnTo>
                <a:lnTo>
                  <a:pt x="12156" y="21314"/>
                </a:lnTo>
                <a:lnTo>
                  <a:pt x="10614" y="21544"/>
                </a:lnTo>
                <a:lnTo>
                  <a:pt x="9102" y="21600"/>
                </a:lnTo>
                <a:lnTo>
                  <a:pt x="7605" y="21488"/>
                </a:lnTo>
                <a:lnTo>
                  <a:pt x="6115" y="21217"/>
                </a:lnTo>
                <a:lnTo>
                  <a:pt x="4622" y="20794"/>
                </a:lnTo>
                <a:lnTo>
                  <a:pt x="3113" y="20221"/>
                </a:lnTo>
                <a:lnTo>
                  <a:pt x="1575" y="19512"/>
                </a:lnTo>
                <a:lnTo>
                  <a:pt x="0" y="18672"/>
                </a:lnTo>
                <a:lnTo>
                  <a:pt x="0" y="16615"/>
                </a:lnTo>
                <a:lnTo>
                  <a:pt x="0" y="14545"/>
                </a:lnTo>
                <a:lnTo>
                  <a:pt x="0" y="12448"/>
                </a:lnTo>
                <a:lnTo>
                  <a:pt x="1134" y="12666"/>
                </a:lnTo>
                <a:lnTo>
                  <a:pt x="2287" y="12887"/>
                </a:lnTo>
                <a:lnTo>
                  <a:pt x="3763" y="13042"/>
                </a:lnTo>
                <a:lnTo>
                  <a:pt x="5180" y="13142"/>
                </a:lnTo>
                <a:lnTo>
                  <a:pt x="6564" y="13157"/>
                </a:lnTo>
                <a:lnTo>
                  <a:pt x="7944" y="13067"/>
                </a:lnTo>
                <a:lnTo>
                  <a:pt x="9346" y="12840"/>
                </a:lnTo>
                <a:lnTo>
                  <a:pt x="10800" y="12448"/>
                </a:lnTo>
                <a:lnTo>
                  <a:pt x="11571" y="10409"/>
                </a:lnTo>
                <a:lnTo>
                  <a:pt x="12098" y="8471"/>
                </a:lnTo>
                <a:lnTo>
                  <a:pt x="12442" y="6544"/>
                </a:lnTo>
                <a:lnTo>
                  <a:pt x="12660" y="4547"/>
                </a:lnTo>
                <a:lnTo>
                  <a:pt x="12813" y="2393"/>
                </a:lnTo>
                <a:lnTo>
                  <a:pt x="12960" y="0"/>
                </a:lnTo>
                <a:close/>
              </a:path>
            </a:pathLst>
          </a:custGeom>
          <a:solidFill>
            <a:srgbClr val="798489"/>
          </a:solidFill>
          <a:ln>
            <a:noFill/>
          </a:ln>
        </p:spPr>
        <p:txBody>
          <a:bodyPr/>
          <a:lstStyle/>
          <a:p/>
        </p:txBody>
      </p:sp>
      <p:sp>
        <p:nvSpPr>
          <p:cNvPr id="7999" name="contour_07997"/>
          <p:cNvSpPr/>
          <p:nvPr/>
        </p:nvSpPr>
        <p:spPr>
          <a:xfrm>
            <a:off x="7371246" y="3104684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971" y="0"/>
                </a:lnTo>
                <a:lnTo>
                  <a:pt x="20277" y="0"/>
                </a:lnTo>
                <a:lnTo>
                  <a:pt x="21600" y="0"/>
                </a:lnTo>
                <a:lnTo>
                  <a:pt x="21378" y="4090"/>
                </a:lnTo>
                <a:lnTo>
                  <a:pt x="21188" y="6966"/>
                </a:lnTo>
                <a:lnTo>
                  <a:pt x="20974" y="9040"/>
                </a:lnTo>
                <a:lnTo>
                  <a:pt x="20679" y="10703"/>
                </a:lnTo>
                <a:lnTo>
                  <a:pt x="20251" y="12355"/>
                </a:lnTo>
                <a:lnTo>
                  <a:pt x="19636" y="14400"/>
                </a:lnTo>
                <a:lnTo>
                  <a:pt x="18450" y="15275"/>
                </a:lnTo>
                <a:lnTo>
                  <a:pt x="17253" y="15970"/>
                </a:lnTo>
                <a:lnTo>
                  <a:pt x="16045" y="16510"/>
                </a:lnTo>
                <a:lnTo>
                  <a:pt x="14825" y="16931"/>
                </a:lnTo>
                <a:lnTo>
                  <a:pt x="13594" y="17258"/>
                </a:lnTo>
                <a:lnTo>
                  <a:pt x="12349" y="17525"/>
                </a:lnTo>
                <a:lnTo>
                  <a:pt x="11091" y="17762"/>
                </a:lnTo>
                <a:lnTo>
                  <a:pt x="9818" y="18000"/>
                </a:lnTo>
                <a:lnTo>
                  <a:pt x="8713" y="18389"/>
                </a:lnTo>
                <a:lnTo>
                  <a:pt x="7607" y="18785"/>
                </a:lnTo>
                <a:lnTo>
                  <a:pt x="6502" y="19188"/>
                </a:lnTo>
                <a:lnTo>
                  <a:pt x="5398" y="19602"/>
                </a:lnTo>
                <a:lnTo>
                  <a:pt x="4296" y="20023"/>
                </a:lnTo>
                <a:lnTo>
                  <a:pt x="3222" y="20416"/>
                </a:lnTo>
                <a:lnTo>
                  <a:pt x="2148" y="20812"/>
                </a:lnTo>
                <a:lnTo>
                  <a:pt x="1074" y="21204"/>
                </a:lnTo>
                <a:lnTo>
                  <a:pt x="0" y="21600"/>
                </a:lnTo>
                <a:lnTo>
                  <a:pt x="395" y="19253"/>
                </a:lnTo>
                <a:lnTo>
                  <a:pt x="799" y="16934"/>
                </a:lnTo>
                <a:lnTo>
                  <a:pt x="1225" y="14645"/>
                </a:lnTo>
                <a:lnTo>
                  <a:pt x="1679" y="12380"/>
                </a:lnTo>
                <a:lnTo>
                  <a:pt x="2168" y="10145"/>
                </a:lnTo>
                <a:lnTo>
                  <a:pt x="2700" y="7934"/>
                </a:lnTo>
                <a:lnTo>
                  <a:pt x="3283" y="5753"/>
                </a:lnTo>
                <a:lnTo>
                  <a:pt x="3927" y="3600"/>
                </a:lnTo>
                <a:lnTo>
                  <a:pt x="5506" y="3060"/>
                </a:lnTo>
                <a:lnTo>
                  <a:pt x="6602" y="2790"/>
                </a:lnTo>
                <a:lnTo>
                  <a:pt x="7497" y="2790"/>
                </a:lnTo>
                <a:lnTo>
                  <a:pt x="8475" y="3060"/>
                </a:lnTo>
                <a:lnTo>
                  <a:pt x="9818" y="3600"/>
                </a:lnTo>
                <a:lnTo>
                  <a:pt x="9818" y="5980"/>
                </a:lnTo>
                <a:lnTo>
                  <a:pt x="9818" y="8374"/>
                </a:lnTo>
                <a:lnTo>
                  <a:pt x="9818" y="10800"/>
                </a:lnTo>
                <a:lnTo>
                  <a:pt x="11114" y="10800"/>
                </a:lnTo>
                <a:lnTo>
                  <a:pt x="12412" y="10800"/>
                </a:lnTo>
                <a:lnTo>
                  <a:pt x="13716" y="10800"/>
                </a:lnTo>
                <a:lnTo>
                  <a:pt x="15026" y="10800"/>
                </a:lnTo>
                <a:lnTo>
                  <a:pt x="16343" y="10800"/>
                </a:lnTo>
                <a:lnTo>
                  <a:pt x="17673" y="10800"/>
                </a:lnTo>
                <a:lnTo>
                  <a:pt x="17673" y="8662"/>
                </a:lnTo>
                <a:lnTo>
                  <a:pt x="17673" y="6516"/>
                </a:lnTo>
                <a:lnTo>
                  <a:pt x="17673" y="4363"/>
                </a:lnTo>
                <a:lnTo>
                  <a:pt x="17673" y="2192"/>
                </a:lnTo>
                <a:lnTo>
                  <a:pt x="17673" y="0"/>
                </a:lnTo>
                <a:close/>
              </a:path>
            </a:pathLst>
          </a:custGeom>
          <a:solidFill>
            <a:srgbClr val="8F9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0" name="contour_07998"/>
          <p:cNvSpPr/>
          <p:nvPr/>
        </p:nvSpPr>
        <p:spPr>
          <a:xfrm>
            <a:off x="5308745" y="3097396"/>
            <a:ext cx="72880" cy="66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47" y="701"/>
                </a:lnTo>
                <a:lnTo>
                  <a:pt x="2858" y="1435"/>
                </a:lnTo>
                <a:lnTo>
                  <a:pt x="4231" y="2203"/>
                </a:lnTo>
                <a:lnTo>
                  <a:pt x="5573" y="3006"/>
                </a:lnTo>
                <a:lnTo>
                  <a:pt x="6888" y="3842"/>
                </a:lnTo>
                <a:lnTo>
                  <a:pt x="8180" y="4714"/>
                </a:lnTo>
                <a:lnTo>
                  <a:pt x="9452" y="5622"/>
                </a:lnTo>
                <a:lnTo>
                  <a:pt x="10709" y="6563"/>
                </a:lnTo>
                <a:lnTo>
                  <a:pt x="11953" y="7542"/>
                </a:lnTo>
                <a:lnTo>
                  <a:pt x="13191" y="8557"/>
                </a:lnTo>
                <a:lnTo>
                  <a:pt x="14427" y="9607"/>
                </a:lnTo>
                <a:lnTo>
                  <a:pt x="15660" y="10693"/>
                </a:lnTo>
                <a:lnTo>
                  <a:pt x="16537" y="11456"/>
                </a:lnTo>
                <a:lnTo>
                  <a:pt x="17429" y="12230"/>
                </a:lnTo>
                <a:lnTo>
                  <a:pt x="18416" y="13148"/>
                </a:lnTo>
                <a:lnTo>
                  <a:pt x="19181" y="13910"/>
                </a:lnTo>
                <a:lnTo>
                  <a:pt x="20112" y="14935"/>
                </a:lnTo>
                <a:lnTo>
                  <a:pt x="21600" y="16634"/>
                </a:lnTo>
                <a:lnTo>
                  <a:pt x="21600" y="18204"/>
                </a:lnTo>
                <a:lnTo>
                  <a:pt x="21600" y="19785"/>
                </a:lnTo>
                <a:lnTo>
                  <a:pt x="21600" y="21386"/>
                </a:lnTo>
                <a:lnTo>
                  <a:pt x="20058" y="21529"/>
                </a:lnTo>
                <a:lnTo>
                  <a:pt x="18950" y="21600"/>
                </a:lnTo>
                <a:lnTo>
                  <a:pt x="17965" y="21600"/>
                </a:lnTo>
                <a:lnTo>
                  <a:pt x="16792" y="21529"/>
                </a:lnTo>
                <a:lnTo>
                  <a:pt x="15120" y="21386"/>
                </a:lnTo>
                <a:lnTo>
                  <a:pt x="14651" y="20281"/>
                </a:lnTo>
                <a:lnTo>
                  <a:pt x="14174" y="19157"/>
                </a:lnTo>
                <a:lnTo>
                  <a:pt x="13571" y="17905"/>
                </a:lnTo>
                <a:lnTo>
                  <a:pt x="12960" y="16634"/>
                </a:lnTo>
                <a:lnTo>
                  <a:pt x="11578" y="16439"/>
                </a:lnTo>
                <a:lnTo>
                  <a:pt x="10184" y="16239"/>
                </a:lnTo>
                <a:lnTo>
                  <a:pt x="8774" y="16040"/>
                </a:lnTo>
                <a:lnTo>
                  <a:pt x="7400" y="15745"/>
                </a:lnTo>
                <a:lnTo>
                  <a:pt x="6478" y="15462"/>
                </a:lnTo>
                <a:lnTo>
                  <a:pt x="5590" y="15023"/>
                </a:lnTo>
                <a:lnTo>
                  <a:pt x="4320" y="14257"/>
                </a:lnTo>
                <a:lnTo>
                  <a:pt x="3650" y="12727"/>
                </a:lnTo>
                <a:lnTo>
                  <a:pt x="3046" y="11187"/>
                </a:lnTo>
                <a:lnTo>
                  <a:pt x="2497" y="9636"/>
                </a:lnTo>
                <a:lnTo>
                  <a:pt x="1998" y="8070"/>
                </a:lnTo>
                <a:lnTo>
                  <a:pt x="1540" y="6490"/>
                </a:lnTo>
                <a:lnTo>
                  <a:pt x="1119" y="4893"/>
                </a:lnTo>
                <a:lnTo>
                  <a:pt x="726" y="3282"/>
                </a:lnTo>
                <a:lnTo>
                  <a:pt x="356" y="1649"/>
                </a:lnTo>
                <a:lnTo>
                  <a:pt x="0" y="0"/>
                </a:lnTo>
                <a:close/>
              </a:path>
            </a:pathLst>
          </a:custGeom>
          <a:solidFill>
            <a:srgbClr val="DD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1" name="contour_07999"/>
          <p:cNvSpPr/>
          <p:nvPr/>
        </p:nvSpPr>
        <p:spPr>
          <a:xfrm>
            <a:off x="6992271" y="3090108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96" y="0"/>
                </a:lnTo>
                <a:lnTo>
                  <a:pt x="2594" y="0"/>
                </a:lnTo>
                <a:lnTo>
                  <a:pt x="3898" y="0"/>
                </a:lnTo>
                <a:lnTo>
                  <a:pt x="5208" y="0"/>
                </a:lnTo>
                <a:lnTo>
                  <a:pt x="6525" y="0"/>
                </a:lnTo>
                <a:lnTo>
                  <a:pt x="7855" y="0"/>
                </a:lnTo>
                <a:lnTo>
                  <a:pt x="7531" y="1782"/>
                </a:lnTo>
                <a:lnTo>
                  <a:pt x="7207" y="3567"/>
                </a:lnTo>
                <a:lnTo>
                  <a:pt x="6881" y="5360"/>
                </a:lnTo>
                <a:lnTo>
                  <a:pt x="6553" y="7160"/>
                </a:lnTo>
                <a:lnTo>
                  <a:pt x="6223" y="8972"/>
                </a:lnTo>
                <a:lnTo>
                  <a:pt x="5891" y="10800"/>
                </a:lnTo>
                <a:lnTo>
                  <a:pt x="7187" y="10503"/>
                </a:lnTo>
                <a:lnTo>
                  <a:pt x="8485" y="10206"/>
                </a:lnTo>
                <a:lnTo>
                  <a:pt x="9783" y="9909"/>
                </a:lnTo>
                <a:lnTo>
                  <a:pt x="11085" y="9609"/>
                </a:lnTo>
                <a:lnTo>
                  <a:pt x="12391" y="9310"/>
                </a:lnTo>
                <a:lnTo>
                  <a:pt x="13702" y="9010"/>
                </a:lnTo>
                <a:lnTo>
                  <a:pt x="15018" y="8708"/>
                </a:lnTo>
                <a:lnTo>
                  <a:pt x="16341" y="8405"/>
                </a:lnTo>
                <a:lnTo>
                  <a:pt x="17673" y="8100"/>
                </a:lnTo>
                <a:lnTo>
                  <a:pt x="17673" y="9885"/>
                </a:lnTo>
                <a:lnTo>
                  <a:pt x="17673" y="11680"/>
                </a:lnTo>
                <a:lnTo>
                  <a:pt x="17673" y="13500"/>
                </a:lnTo>
                <a:lnTo>
                  <a:pt x="18839" y="14491"/>
                </a:lnTo>
                <a:lnTo>
                  <a:pt x="19636" y="15104"/>
                </a:lnTo>
                <a:lnTo>
                  <a:pt x="20434" y="15587"/>
                </a:lnTo>
                <a:lnTo>
                  <a:pt x="21600" y="16200"/>
                </a:lnTo>
                <a:lnTo>
                  <a:pt x="20326" y="16208"/>
                </a:lnTo>
                <a:lnTo>
                  <a:pt x="19053" y="16205"/>
                </a:lnTo>
                <a:lnTo>
                  <a:pt x="17783" y="16195"/>
                </a:lnTo>
                <a:lnTo>
                  <a:pt x="16512" y="16170"/>
                </a:lnTo>
                <a:lnTo>
                  <a:pt x="15240" y="16135"/>
                </a:lnTo>
                <a:lnTo>
                  <a:pt x="13967" y="16081"/>
                </a:lnTo>
                <a:lnTo>
                  <a:pt x="12695" y="16011"/>
                </a:lnTo>
                <a:lnTo>
                  <a:pt x="11703" y="15962"/>
                </a:lnTo>
                <a:lnTo>
                  <a:pt x="10708" y="15914"/>
                </a:lnTo>
                <a:lnTo>
                  <a:pt x="9696" y="15862"/>
                </a:lnTo>
                <a:lnTo>
                  <a:pt x="8699" y="15800"/>
                </a:lnTo>
                <a:lnTo>
                  <a:pt x="7697" y="15738"/>
                </a:lnTo>
                <a:lnTo>
                  <a:pt x="6680" y="15674"/>
                </a:lnTo>
                <a:lnTo>
                  <a:pt x="5502" y="15919"/>
                </a:lnTo>
                <a:lnTo>
                  <a:pt x="4597" y="16243"/>
                </a:lnTo>
                <a:lnTo>
                  <a:pt x="3780" y="16810"/>
                </a:lnTo>
                <a:lnTo>
                  <a:pt x="2865" y="17779"/>
                </a:lnTo>
                <a:lnTo>
                  <a:pt x="1667" y="19324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BDBAC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2" name="contour_08000"/>
          <p:cNvSpPr/>
          <p:nvPr/>
        </p:nvSpPr>
        <p:spPr>
          <a:xfrm>
            <a:off x="4681977" y="3046380"/>
            <a:ext cx="4387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52" y="0"/>
                </a:moveTo>
                <a:lnTo>
                  <a:pt x="16512" y="334"/>
                </a:lnTo>
                <a:lnTo>
                  <a:pt x="17980" y="620"/>
                </a:lnTo>
                <a:lnTo>
                  <a:pt x="19429" y="1010"/>
                </a:lnTo>
                <a:lnTo>
                  <a:pt x="21528" y="1662"/>
                </a:lnTo>
                <a:lnTo>
                  <a:pt x="21600" y="2868"/>
                </a:lnTo>
                <a:lnTo>
                  <a:pt x="21535" y="3742"/>
                </a:lnTo>
                <a:lnTo>
                  <a:pt x="21248" y="4705"/>
                </a:lnTo>
                <a:lnTo>
                  <a:pt x="20660" y="6186"/>
                </a:lnTo>
                <a:lnTo>
                  <a:pt x="20312" y="7081"/>
                </a:lnTo>
                <a:lnTo>
                  <a:pt x="19960" y="7982"/>
                </a:lnTo>
                <a:lnTo>
                  <a:pt x="19609" y="8896"/>
                </a:lnTo>
                <a:lnTo>
                  <a:pt x="19429" y="9313"/>
                </a:lnTo>
                <a:lnTo>
                  <a:pt x="19113" y="10047"/>
                </a:lnTo>
                <a:lnTo>
                  <a:pt x="18389" y="11734"/>
                </a:lnTo>
                <a:lnTo>
                  <a:pt x="18016" y="12679"/>
                </a:lnTo>
                <a:lnTo>
                  <a:pt x="17635" y="13630"/>
                </a:lnTo>
                <a:lnTo>
                  <a:pt x="17255" y="14593"/>
                </a:lnTo>
                <a:lnTo>
                  <a:pt x="16853" y="15595"/>
                </a:lnTo>
                <a:lnTo>
                  <a:pt x="16444" y="16597"/>
                </a:lnTo>
                <a:lnTo>
                  <a:pt x="16035" y="17599"/>
                </a:lnTo>
                <a:lnTo>
                  <a:pt x="15619" y="18599"/>
                </a:lnTo>
                <a:lnTo>
                  <a:pt x="15199" y="19600"/>
                </a:lnTo>
                <a:lnTo>
                  <a:pt x="14779" y="20600"/>
                </a:lnTo>
                <a:lnTo>
                  <a:pt x="14352" y="21600"/>
                </a:lnTo>
                <a:lnTo>
                  <a:pt x="11758" y="21341"/>
                </a:lnTo>
                <a:lnTo>
                  <a:pt x="9899" y="21125"/>
                </a:lnTo>
                <a:lnTo>
                  <a:pt x="8263" y="20872"/>
                </a:lnTo>
                <a:lnTo>
                  <a:pt x="6333" y="20503"/>
                </a:lnTo>
                <a:lnTo>
                  <a:pt x="3588" y="19938"/>
                </a:lnTo>
                <a:lnTo>
                  <a:pt x="2687" y="18774"/>
                </a:lnTo>
                <a:lnTo>
                  <a:pt x="2106" y="17926"/>
                </a:lnTo>
                <a:lnTo>
                  <a:pt x="1733" y="17152"/>
                </a:lnTo>
                <a:lnTo>
                  <a:pt x="1442" y="16208"/>
                </a:lnTo>
                <a:lnTo>
                  <a:pt x="1119" y="14851"/>
                </a:lnTo>
                <a:lnTo>
                  <a:pt x="886" y="13939"/>
                </a:lnTo>
                <a:lnTo>
                  <a:pt x="646" y="13021"/>
                </a:lnTo>
                <a:lnTo>
                  <a:pt x="405" y="12091"/>
                </a:lnTo>
                <a:lnTo>
                  <a:pt x="305" y="11564"/>
                </a:lnTo>
                <a:lnTo>
                  <a:pt x="0" y="9969"/>
                </a:lnTo>
                <a:lnTo>
                  <a:pt x="757" y="9923"/>
                </a:lnTo>
                <a:lnTo>
                  <a:pt x="2095" y="9843"/>
                </a:lnTo>
                <a:lnTo>
                  <a:pt x="5160" y="9657"/>
                </a:lnTo>
                <a:lnTo>
                  <a:pt x="8425" y="8846"/>
                </a:lnTo>
                <a:lnTo>
                  <a:pt x="10251" y="8231"/>
                </a:lnTo>
                <a:lnTo>
                  <a:pt x="11317" y="7502"/>
                </a:lnTo>
                <a:lnTo>
                  <a:pt x="12278" y="6347"/>
                </a:lnTo>
                <a:lnTo>
                  <a:pt x="12702" y="5292"/>
                </a:lnTo>
                <a:lnTo>
                  <a:pt x="13096" y="4239"/>
                </a:lnTo>
                <a:lnTo>
                  <a:pt x="13459" y="3184"/>
                </a:lnTo>
                <a:lnTo>
                  <a:pt x="13789" y="2127"/>
                </a:lnTo>
                <a:lnTo>
                  <a:pt x="14087" y="1067"/>
                </a:lnTo>
                <a:lnTo>
                  <a:pt x="14352" y="0"/>
                </a:lnTo>
                <a:close/>
              </a:path>
            </a:pathLst>
          </a:custGeom>
          <a:solidFill>
            <a:srgbClr val="63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3" name="contour_08001"/>
          <p:cNvSpPr/>
          <p:nvPr/>
        </p:nvSpPr>
        <p:spPr>
          <a:xfrm>
            <a:off x="4361306" y="3039836"/>
            <a:ext cx="65592" cy="575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56"/>
                </a:moveTo>
                <a:lnTo>
                  <a:pt x="20827" y="4275"/>
                </a:lnTo>
                <a:lnTo>
                  <a:pt x="20222" y="5606"/>
                </a:lnTo>
                <a:lnTo>
                  <a:pt x="19651" y="6684"/>
                </a:lnTo>
                <a:lnTo>
                  <a:pt x="18977" y="7734"/>
                </a:lnTo>
                <a:lnTo>
                  <a:pt x="18072" y="8984"/>
                </a:lnTo>
                <a:lnTo>
                  <a:pt x="16800" y="10661"/>
                </a:lnTo>
                <a:lnTo>
                  <a:pt x="15072" y="10524"/>
                </a:lnTo>
                <a:lnTo>
                  <a:pt x="13471" y="10231"/>
                </a:lnTo>
                <a:lnTo>
                  <a:pt x="11940" y="9799"/>
                </a:lnTo>
                <a:lnTo>
                  <a:pt x="10421" y="9255"/>
                </a:lnTo>
                <a:lnTo>
                  <a:pt x="8861" y="8623"/>
                </a:lnTo>
                <a:lnTo>
                  <a:pt x="7200" y="7926"/>
                </a:lnTo>
                <a:lnTo>
                  <a:pt x="7200" y="9859"/>
                </a:lnTo>
                <a:lnTo>
                  <a:pt x="7200" y="11795"/>
                </a:lnTo>
                <a:lnTo>
                  <a:pt x="7200" y="13737"/>
                </a:lnTo>
                <a:lnTo>
                  <a:pt x="7200" y="15687"/>
                </a:lnTo>
                <a:lnTo>
                  <a:pt x="7200" y="17645"/>
                </a:lnTo>
                <a:lnTo>
                  <a:pt x="7200" y="19614"/>
                </a:lnTo>
                <a:lnTo>
                  <a:pt x="7200" y="21600"/>
                </a:lnTo>
                <a:lnTo>
                  <a:pt x="5774" y="21600"/>
                </a:lnTo>
                <a:lnTo>
                  <a:pt x="4344" y="21600"/>
                </a:lnTo>
                <a:lnTo>
                  <a:pt x="2909" y="21600"/>
                </a:lnTo>
                <a:lnTo>
                  <a:pt x="1462" y="21600"/>
                </a:lnTo>
                <a:lnTo>
                  <a:pt x="0" y="21600"/>
                </a:lnTo>
                <a:lnTo>
                  <a:pt x="0" y="19705"/>
                </a:lnTo>
                <a:lnTo>
                  <a:pt x="0" y="17807"/>
                </a:lnTo>
                <a:lnTo>
                  <a:pt x="0" y="15909"/>
                </a:lnTo>
                <a:lnTo>
                  <a:pt x="0" y="14008"/>
                </a:lnTo>
                <a:lnTo>
                  <a:pt x="0" y="12099"/>
                </a:lnTo>
                <a:lnTo>
                  <a:pt x="0" y="10187"/>
                </a:lnTo>
                <a:lnTo>
                  <a:pt x="0" y="8268"/>
                </a:lnTo>
                <a:lnTo>
                  <a:pt x="0" y="6339"/>
                </a:lnTo>
                <a:lnTo>
                  <a:pt x="0" y="4403"/>
                </a:lnTo>
                <a:lnTo>
                  <a:pt x="0" y="2456"/>
                </a:lnTo>
                <a:lnTo>
                  <a:pt x="3708" y="1753"/>
                </a:lnTo>
                <a:lnTo>
                  <a:pt x="6857" y="1168"/>
                </a:lnTo>
                <a:lnTo>
                  <a:pt x="9509" y="700"/>
                </a:lnTo>
                <a:lnTo>
                  <a:pt x="11722" y="350"/>
                </a:lnTo>
                <a:lnTo>
                  <a:pt x="13553" y="115"/>
                </a:lnTo>
                <a:lnTo>
                  <a:pt x="15065" y="0"/>
                </a:lnTo>
                <a:lnTo>
                  <a:pt x="16313" y="0"/>
                </a:lnTo>
                <a:lnTo>
                  <a:pt x="17359" y="115"/>
                </a:lnTo>
                <a:lnTo>
                  <a:pt x="18259" y="350"/>
                </a:lnTo>
                <a:lnTo>
                  <a:pt x="19075" y="700"/>
                </a:lnTo>
                <a:lnTo>
                  <a:pt x="19865" y="1168"/>
                </a:lnTo>
                <a:lnTo>
                  <a:pt x="20686" y="1753"/>
                </a:lnTo>
                <a:lnTo>
                  <a:pt x="21600" y="2456"/>
                </a:lnTo>
                <a:close/>
              </a:path>
            </a:pathLst>
          </a:custGeom>
          <a:solidFill>
            <a:srgbClr val="616262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4" name="contour_08002"/>
          <p:cNvSpPr/>
          <p:nvPr/>
        </p:nvSpPr>
        <p:spPr>
          <a:xfrm>
            <a:off x="4383170" y="3045200"/>
            <a:ext cx="72880" cy="38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666"/>
                </a:moveTo>
                <a:lnTo>
                  <a:pt x="12334" y="205"/>
                </a:lnTo>
                <a:lnTo>
                  <a:pt x="13420" y="0"/>
                </a:lnTo>
                <a:lnTo>
                  <a:pt x="14582" y="0"/>
                </a:lnTo>
                <a:lnTo>
                  <a:pt x="16334" y="152"/>
                </a:lnTo>
                <a:lnTo>
                  <a:pt x="17814" y="263"/>
                </a:lnTo>
                <a:lnTo>
                  <a:pt x="19313" y="378"/>
                </a:lnTo>
                <a:lnTo>
                  <a:pt x="20449" y="522"/>
                </a:lnTo>
                <a:lnTo>
                  <a:pt x="21600" y="666"/>
                </a:lnTo>
                <a:lnTo>
                  <a:pt x="21600" y="3377"/>
                </a:lnTo>
                <a:lnTo>
                  <a:pt x="21600" y="6092"/>
                </a:lnTo>
                <a:lnTo>
                  <a:pt x="21600" y="8820"/>
                </a:lnTo>
                <a:lnTo>
                  <a:pt x="21600" y="11560"/>
                </a:lnTo>
                <a:lnTo>
                  <a:pt x="21600" y="14316"/>
                </a:lnTo>
                <a:lnTo>
                  <a:pt x="21600" y="17098"/>
                </a:lnTo>
                <a:lnTo>
                  <a:pt x="20233" y="17529"/>
                </a:lnTo>
                <a:lnTo>
                  <a:pt x="18863" y="17948"/>
                </a:lnTo>
                <a:lnTo>
                  <a:pt x="17496" y="18363"/>
                </a:lnTo>
                <a:lnTo>
                  <a:pt x="16127" y="18761"/>
                </a:lnTo>
                <a:lnTo>
                  <a:pt x="14757" y="19156"/>
                </a:lnTo>
                <a:lnTo>
                  <a:pt x="13388" y="19546"/>
                </a:lnTo>
                <a:lnTo>
                  <a:pt x="12014" y="19924"/>
                </a:lnTo>
                <a:lnTo>
                  <a:pt x="10649" y="20372"/>
                </a:lnTo>
                <a:lnTo>
                  <a:pt x="9260" y="20828"/>
                </a:lnTo>
                <a:lnTo>
                  <a:pt x="7800" y="21193"/>
                </a:lnTo>
                <a:lnTo>
                  <a:pt x="6398" y="21469"/>
                </a:lnTo>
                <a:lnTo>
                  <a:pt x="5016" y="21600"/>
                </a:lnTo>
                <a:lnTo>
                  <a:pt x="3616" y="21530"/>
                </a:lnTo>
                <a:lnTo>
                  <a:pt x="2160" y="21206"/>
                </a:lnTo>
                <a:lnTo>
                  <a:pt x="1328" y="18190"/>
                </a:lnTo>
                <a:lnTo>
                  <a:pt x="801" y="16038"/>
                </a:lnTo>
                <a:lnTo>
                  <a:pt x="473" y="14164"/>
                </a:lnTo>
                <a:lnTo>
                  <a:pt x="240" y="11979"/>
                </a:lnTo>
                <a:lnTo>
                  <a:pt x="0" y="8882"/>
                </a:lnTo>
                <a:lnTo>
                  <a:pt x="1307" y="9042"/>
                </a:lnTo>
                <a:lnTo>
                  <a:pt x="2616" y="9202"/>
                </a:lnTo>
                <a:lnTo>
                  <a:pt x="3923" y="9362"/>
                </a:lnTo>
                <a:lnTo>
                  <a:pt x="5232" y="9522"/>
                </a:lnTo>
                <a:lnTo>
                  <a:pt x="6538" y="9683"/>
                </a:lnTo>
                <a:lnTo>
                  <a:pt x="7582" y="9284"/>
                </a:lnTo>
                <a:lnTo>
                  <a:pt x="8640" y="8882"/>
                </a:lnTo>
                <a:lnTo>
                  <a:pt x="9143" y="6844"/>
                </a:lnTo>
                <a:lnTo>
                  <a:pt x="9653" y="4774"/>
                </a:lnTo>
                <a:lnTo>
                  <a:pt x="10221" y="2736"/>
                </a:lnTo>
                <a:lnTo>
                  <a:pt x="10800" y="666"/>
                </a:lnTo>
                <a:close/>
              </a:path>
            </a:pathLst>
          </a:custGeom>
          <a:solidFill>
            <a:srgbClr val="4A4A43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5" name="contour_08003"/>
          <p:cNvSpPr/>
          <p:nvPr/>
        </p:nvSpPr>
        <p:spPr>
          <a:xfrm>
            <a:off x="6890239" y="2951637"/>
            <a:ext cx="52692" cy="800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50" y="0"/>
                </a:moveTo>
                <a:lnTo>
                  <a:pt x="13925" y="0"/>
                </a:lnTo>
                <a:lnTo>
                  <a:pt x="15912" y="0"/>
                </a:lnTo>
                <a:lnTo>
                  <a:pt x="17925" y="0"/>
                </a:lnTo>
                <a:lnTo>
                  <a:pt x="19177" y="1228"/>
                </a:lnTo>
                <a:lnTo>
                  <a:pt x="20091" y="2493"/>
                </a:lnTo>
                <a:lnTo>
                  <a:pt x="20719" y="3797"/>
                </a:lnTo>
                <a:lnTo>
                  <a:pt x="21116" y="5135"/>
                </a:lnTo>
                <a:lnTo>
                  <a:pt x="21334" y="6509"/>
                </a:lnTo>
                <a:lnTo>
                  <a:pt x="21433" y="7916"/>
                </a:lnTo>
                <a:lnTo>
                  <a:pt x="21460" y="9354"/>
                </a:lnTo>
                <a:lnTo>
                  <a:pt x="21475" y="10822"/>
                </a:lnTo>
                <a:lnTo>
                  <a:pt x="21516" y="12020"/>
                </a:lnTo>
                <a:lnTo>
                  <a:pt x="21558" y="13226"/>
                </a:lnTo>
                <a:lnTo>
                  <a:pt x="21600" y="14450"/>
                </a:lnTo>
                <a:lnTo>
                  <a:pt x="21244" y="16059"/>
                </a:lnTo>
                <a:lnTo>
                  <a:pt x="20898" y="17161"/>
                </a:lnTo>
                <a:lnTo>
                  <a:pt x="20411" y="18027"/>
                </a:lnTo>
                <a:lnTo>
                  <a:pt x="19622" y="18934"/>
                </a:lnTo>
                <a:lnTo>
                  <a:pt x="18379" y="20152"/>
                </a:lnTo>
                <a:lnTo>
                  <a:pt x="16330" y="21014"/>
                </a:lnTo>
                <a:lnTo>
                  <a:pt x="14887" y="21450"/>
                </a:lnTo>
                <a:lnTo>
                  <a:pt x="13366" y="21600"/>
                </a:lnTo>
                <a:lnTo>
                  <a:pt x="11087" y="21598"/>
                </a:lnTo>
                <a:lnTo>
                  <a:pt x="9106" y="21256"/>
                </a:lnTo>
                <a:lnTo>
                  <a:pt x="7095" y="20905"/>
                </a:lnTo>
                <a:lnTo>
                  <a:pt x="5091" y="20577"/>
                </a:lnTo>
                <a:lnTo>
                  <a:pt x="3056" y="20244"/>
                </a:lnTo>
                <a:lnTo>
                  <a:pt x="2297" y="20103"/>
                </a:lnTo>
                <a:lnTo>
                  <a:pt x="0" y="19676"/>
                </a:lnTo>
                <a:lnTo>
                  <a:pt x="592" y="18507"/>
                </a:lnTo>
                <a:lnTo>
                  <a:pt x="1186" y="17334"/>
                </a:lnTo>
                <a:lnTo>
                  <a:pt x="1781" y="16158"/>
                </a:lnTo>
                <a:lnTo>
                  <a:pt x="2381" y="14971"/>
                </a:lnTo>
                <a:lnTo>
                  <a:pt x="2988" y="13773"/>
                </a:lnTo>
                <a:lnTo>
                  <a:pt x="4679" y="14330"/>
                </a:lnTo>
                <a:lnTo>
                  <a:pt x="6369" y="14887"/>
                </a:lnTo>
                <a:lnTo>
                  <a:pt x="8066" y="15445"/>
                </a:lnTo>
                <a:lnTo>
                  <a:pt x="9769" y="16006"/>
                </a:lnTo>
                <a:lnTo>
                  <a:pt x="11481" y="16571"/>
                </a:lnTo>
                <a:lnTo>
                  <a:pt x="13202" y="17138"/>
                </a:lnTo>
                <a:lnTo>
                  <a:pt x="14938" y="17708"/>
                </a:lnTo>
                <a:lnTo>
                  <a:pt x="14711" y="16360"/>
                </a:lnTo>
                <a:lnTo>
                  <a:pt x="14484" y="15011"/>
                </a:lnTo>
                <a:lnTo>
                  <a:pt x="14254" y="13661"/>
                </a:lnTo>
                <a:lnTo>
                  <a:pt x="14027" y="12309"/>
                </a:lnTo>
                <a:lnTo>
                  <a:pt x="13800" y="10955"/>
                </a:lnTo>
                <a:lnTo>
                  <a:pt x="13569" y="9600"/>
                </a:lnTo>
                <a:lnTo>
                  <a:pt x="13339" y="8240"/>
                </a:lnTo>
                <a:lnTo>
                  <a:pt x="13109" y="6879"/>
                </a:lnTo>
                <a:lnTo>
                  <a:pt x="12879" y="5513"/>
                </a:lnTo>
                <a:lnTo>
                  <a:pt x="12649" y="4142"/>
                </a:lnTo>
                <a:lnTo>
                  <a:pt x="12416" y="2766"/>
                </a:lnTo>
                <a:lnTo>
                  <a:pt x="12183" y="1387"/>
                </a:lnTo>
                <a:lnTo>
                  <a:pt x="11950" y="0"/>
                </a:lnTo>
                <a:close/>
              </a:path>
            </a:pathLst>
          </a:custGeom>
          <a:solidFill>
            <a:srgbClr val="847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6" name="contour_08004"/>
          <p:cNvSpPr/>
          <p:nvPr/>
        </p:nvSpPr>
        <p:spPr>
          <a:xfrm>
            <a:off x="8442581" y="2985941"/>
            <a:ext cx="102032" cy="466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89"/>
                </a:moveTo>
                <a:lnTo>
                  <a:pt x="906" y="834"/>
                </a:lnTo>
                <a:lnTo>
                  <a:pt x="1811" y="695"/>
                </a:lnTo>
                <a:lnTo>
                  <a:pt x="2719" y="570"/>
                </a:lnTo>
                <a:lnTo>
                  <a:pt x="3626" y="459"/>
                </a:lnTo>
                <a:lnTo>
                  <a:pt x="4533" y="354"/>
                </a:lnTo>
                <a:lnTo>
                  <a:pt x="4908" y="304"/>
                </a:lnTo>
                <a:lnTo>
                  <a:pt x="5568" y="213"/>
                </a:lnTo>
                <a:lnTo>
                  <a:pt x="7082" y="0"/>
                </a:lnTo>
                <a:lnTo>
                  <a:pt x="7801" y="327"/>
                </a:lnTo>
                <a:lnTo>
                  <a:pt x="8524" y="655"/>
                </a:lnTo>
                <a:lnTo>
                  <a:pt x="9257" y="989"/>
                </a:lnTo>
                <a:lnTo>
                  <a:pt x="9563" y="2994"/>
                </a:lnTo>
                <a:lnTo>
                  <a:pt x="9870" y="5006"/>
                </a:lnTo>
                <a:lnTo>
                  <a:pt x="10177" y="7024"/>
                </a:lnTo>
                <a:lnTo>
                  <a:pt x="10487" y="9060"/>
                </a:lnTo>
                <a:lnTo>
                  <a:pt x="10800" y="11116"/>
                </a:lnTo>
                <a:lnTo>
                  <a:pt x="11772" y="10508"/>
                </a:lnTo>
                <a:lnTo>
                  <a:pt x="12744" y="9900"/>
                </a:lnTo>
                <a:lnTo>
                  <a:pt x="13718" y="9293"/>
                </a:lnTo>
                <a:lnTo>
                  <a:pt x="14693" y="8682"/>
                </a:lnTo>
                <a:lnTo>
                  <a:pt x="15671" y="8071"/>
                </a:lnTo>
                <a:lnTo>
                  <a:pt x="16649" y="7460"/>
                </a:lnTo>
                <a:lnTo>
                  <a:pt x="17632" y="6846"/>
                </a:lnTo>
                <a:lnTo>
                  <a:pt x="18618" y="6228"/>
                </a:lnTo>
                <a:lnTo>
                  <a:pt x="19607" y="5610"/>
                </a:lnTo>
                <a:lnTo>
                  <a:pt x="20602" y="4989"/>
                </a:lnTo>
                <a:lnTo>
                  <a:pt x="21600" y="4365"/>
                </a:lnTo>
                <a:lnTo>
                  <a:pt x="21600" y="6596"/>
                </a:lnTo>
                <a:lnTo>
                  <a:pt x="21600" y="8841"/>
                </a:lnTo>
                <a:lnTo>
                  <a:pt x="21600" y="11116"/>
                </a:lnTo>
                <a:lnTo>
                  <a:pt x="20764" y="12203"/>
                </a:lnTo>
                <a:lnTo>
                  <a:pt x="19951" y="13198"/>
                </a:lnTo>
                <a:lnTo>
                  <a:pt x="19142" y="14116"/>
                </a:lnTo>
                <a:lnTo>
                  <a:pt x="18323" y="14977"/>
                </a:lnTo>
                <a:lnTo>
                  <a:pt x="17476" y="15801"/>
                </a:lnTo>
                <a:lnTo>
                  <a:pt x="16586" y="16601"/>
                </a:lnTo>
                <a:lnTo>
                  <a:pt x="15847" y="17273"/>
                </a:lnTo>
                <a:lnTo>
                  <a:pt x="15097" y="17951"/>
                </a:lnTo>
                <a:lnTo>
                  <a:pt x="14011" y="18846"/>
                </a:lnTo>
                <a:lnTo>
                  <a:pt x="12963" y="19615"/>
                </a:lnTo>
                <a:lnTo>
                  <a:pt x="11943" y="20260"/>
                </a:lnTo>
                <a:lnTo>
                  <a:pt x="10942" y="20780"/>
                </a:lnTo>
                <a:lnTo>
                  <a:pt x="9944" y="21178"/>
                </a:lnTo>
                <a:lnTo>
                  <a:pt x="8939" y="21445"/>
                </a:lnTo>
                <a:lnTo>
                  <a:pt x="7918" y="21586"/>
                </a:lnTo>
                <a:lnTo>
                  <a:pt x="6866" y="21600"/>
                </a:lnTo>
                <a:lnTo>
                  <a:pt x="5773" y="21485"/>
                </a:lnTo>
                <a:lnTo>
                  <a:pt x="4629" y="21242"/>
                </a:lnTo>
                <a:lnTo>
                  <a:pt x="4536" y="18832"/>
                </a:lnTo>
                <a:lnTo>
                  <a:pt x="4490" y="17100"/>
                </a:lnTo>
                <a:lnTo>
                  <a:pt x="4490" y="15561"/>
                </a:lnTo>
                <a:lnTo>
                  <a:pt x="4536" y="13728"/>
                </a:lnTo>
                <a:lnTo>
                  <a:pt x="4629" y="11116"/>
                </a:lnTo>
                <a:lnTo>
                  <a:pt x="5551" y="9927"/>
                </a:lnTo>
                <a:lnTo>
                  <a:pt x="6181" y="9178"/>
                </a:lnTo>
                <a:lnTo>
                  <a:pt x="6806" y="8557"/>
                </a:lnTo>
                <a:lnTo>
                  <a:pt x="7714" y="7740"/>
                </a:lnTo>
                <a:lnTo>
                  <a:pt x="6877" y="7433"/>
                </a:lnTo>
                <a:lnTo>
                  <a:pt x="6026" y="7119"/>
                </a:lnTo>
                <a:lnTo>
                  <a:pt x="5309" y="6839"/>
                </a:lnTo>
                <a:lnTo>
                  <a:pt x="4588" y="6552"/>
                </a:lnTo>
                <a:lnTo>
                  <a:pt x="3857" y="6262"/>
                </a:lnTo>
                <a:lnTo>
                  <a:pt x="2780" y="5850"/>
                </a:lnTo>
                <a:lnTo>
                  <a:pt x="1688" y="5431"/>
                </a:lnTo>
                <a:lnTo>
                  <a:pt x="1268" y="5168"/>
                </a:lnTo>
                <a:lnTo>
                  <a:pt x="0" y="4365"/>
                </a:lnTo>
                <a:lnTo>
                  <a:pt x="0" y="2690"/>
                </a:lnTo>
                <a:lnTo>
                  <a:pt x="0" y="989"/>
                </a:lnTo>
                <a:close/>
              </a:path>
            </a:pathLst>
          </a:custGeom>
          <a:solidFill>
            <a:srgbClr val="4B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7" name="contour_08005"/>
          <p:cNvSpPr/>
          <p:nvPr/>
        </p:nvSpPr>
        <p:spPr>
          <a:xfrm>
            <a:off x="4907905" y="2965498"/>
            <a:ext cx="51016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61" y="0"/>
                </a:moveTo>
                <a:lnTo>
                  <a:pt x="8862" y="64"/>
                </a:lnTo>
                <a:lnTo>
                  <a:pt x="10991" y="124"/>
                </a:lnTo>
                <a:lnTo>
                  <a:pt x="11809" y="149"/>
                </a:lnTo>
                <a:lnTo>
                  <a:pt x="12864" y="181"/>
                </a:lnTo>
                <a:lnTo>
                  <a:pt x="14864" y="241"/>
                </a:lnTo>
                <a:lnTo>
                  <a:pt x="18514" y="347"/>
                </a:lnTo>
                <a:lnTo>
                  <a:pt x="18854" y="2685"/>
                </a:lnTo>
                <a:lnTo>
                  <a:pt x="19196" y="5026"/>
                </a:lnTo>
                <a:lnTo>
                  <a:pt x="19536" y="7371"/>
                </a:lnTo>
                <a:lnTo>
                  <a:pt x="19875" y="9720"/>
                </a:lnTo>
                <a:lnTo>
                  <a:pt x="20218" y="12075"/>
                </a:lnTo>
                <a:lnTo>
                  <a:pt x="20560" y="14438"/>
                </a:lnTo>
                <a:lnTo>
                  <a:pt x="20906" y="16815"/>
                </a:lnTo>
                <a:lnTo>
                  <a:pt x="21251" y="19198"/>
                </a:lnTo>
                <a:lnTo>
                  <a:pt x="21600" y="21600"/>
                </a:lnTo>
                <a:lnTo>
                  <a:pt x="17425" y="21090"/>
                </a:lnTo>
                <a:lnTo>
                  <a:pt x="14142" y="20647"/>
                </a:lnTo>
                <a:lnTo>
                  <a:pt x="11596" y="20219"/>
                </a:lnTo>
                <a:lnTo>
                  <a:pt x="9649" y="19751"/>
                </a:lnTo>
                <a:lnTo>
                  <a:pt x="8149" y="19181"/>
                </a:lnTo>
                <a:lnTo>
                  <a:pt x="6946" y="18455"/>
                </a:lnTo>
                <a:lnTo>
                  <a:pt x="5897" y="17519"/>
                </a:lnTo>
                <a:lnTo>
                  <a:pt x="4854" y="16319"/>
                </a:lnTo>
                <a:lnTo>
                  <a:pt x="3663" y="14792"/>
                </a:lnTo>
                <a:lnTo>
                  <a:pt x="2700" y="12635"/>
                </a:lnTo>
                <a:lnTo>
                  <a:pt x="1830" y="10541"/>
                </a:lnTo>
                <a:lnTo>
                  <a:pt x="1077" y="8441"/>
                </a:lnTo>
                <a:lnTo>
                  <a:pt x="463" y="6248"/>
                </a:lnTo>
                <a:lnTo>
                  <a:pt x="0" y="3889"/>
                </a:lnTo>
                <a:lnTo>
                  <a:pt x="1842" y="1838"/>
                </a:lnTo>
                <a:lnTo>
                  <a:pt x="3160" y="747"/>
                </a:lnTo>
                <a:lnTo>
                  <a:pt x="4588" y="259"/>
                </a:lnTo>
                <a:lnTo>
                  <a:pt x="6761" y="0"/>
                </a:lnTo>
                <a:close/>
              </a:path>
            </a:pathLst>
          </a:custGeom>
          <a:solidFill>
            <a:srgbClr val="C4A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8" name="contour_08006"/>
          <p:cNvSpPr/>
          <p:nvPr/>
        </p:nvSpPr>
        <p:spPr>
          <a:xfrm>
            <a:off x="10242715" y="2940734"/>
            <a:ext cx="80168" cy="407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46" y="0"/>
                </a:moveTo>
                <a:lnTo>
                  <a:pt x="10578" y="189"/>
                </a:lnTo>
                <a:lnTo>
                  <a:pt x="12012" y="359"/>
                </a:lnTo>
                <a:lnTo>
                  <a:pt x="13041" y="564"/>
                </a:lnTo>
                <a:lnTo>
                  <a:pt x="13867" y="857"/>
                </a:lnTo>
                <a:lnTo>
                  <a:pt x="14690" y="1290"/>
                </a:lnTo>
                <a:lnTo>
                  <a:pt x="15709" y="1915"/>
                </a:lnTo>
                <a:lnTo>
                  <a:pt x="16373" y="4788"/>
                </a:lnTo>
                <a:lnTo>
                  <a:pt x="16807" y="6827"/>
                </a:lnTo>
                <a:lnTo>
                  <a:pt x="17105" y="8587"/>
                </a:lnTo>
                <a:lnTo>
                  <a:pt x="17362" y="10626"/>
                </a:lnTo>
                <a:lnTo>
                  <a:pt x="17673" y="13499"/>
                </a:lnTo>
                <a:lnTo>
                  <a:pt x="18969" y="13499"/>
                </a:lnTo>
                <a:lnTo>
                  <a:pt x="20275" y="13499"/>
                </a:lnTo>
                <a:lnTo>
                  <a:pt x="21600" y="13499"/>
                </a:lnTo>
                <a:lnTo>
                  <a:pt x="21174" y="15796"/>
                </a:lnTo>
                <a:lnTo>
                  <a:pt x="20828" y="17364"/>
                </a:lnTo>
                <a:lnTo>
                  <a:pt x="20377" y="18932"/>
                </a:lnTo>
                <a:lnTo>
                  <a:pt x="19636" y="21222"/>
                </a:lnTo>
                <a:lnTo>
                  <a:pt x="18427" y="21511"/>
                </a:lnTo>
                <a:lnTo>
                  <a:pt x="17557" y="21600"/>
                </a:lnTo>
                <a:lnTo>
                  <a:pt x="16605" y="21476"/>
                </a:lnTo>
                <a:lnTo>
                  <a:pt x="15149" y="21133"/>
                </a:lnTo>
                <a:lnTo>
                  <a:pt x="13826" y="20832"/>
                </a:lnTo>
                <a:lnTo>
                  <a:pt x="12485" y="20527"/>
                </a:lnTo>
                <a:lnTo>
                  <a:pt x="11562" y="20279"/>
                </a:lnTo>
                <a:lnTo>
                  <a:pt x="10635" y="20028"/>
                </a:lnTo>
                <a:lnTo>
                  <a:pt x="9696" y="19774"/>
                </a:lnTo>
                <a:lnTo>
                  <a:pt x="8766" y="19554"/>
                </a:lnTo>
                <a:lnTo>
                  <a:pt x="7831" y="19333"/>
                </a:lnTo>
                <a:lnTo>
                  <a:pt x="6885" y="19109"/>
                </a:lnTo>
                <a:lnTo>
                  <a:pt x="5506" y="18777"/>
                </a:lnTo>
                <a:lnTo>
                  <a:pt x="4128" y="18434"/>
                </a:lnTo>
                <a:lnTo>
                  <a:pt x="2751" y="18086"/>
                </a:lnTo>
                <a:lnTo>
                  <a:pt x="1375" y="17727"/>
                </a:lnTo>
                <a:lnTo>
                  <a:pt x="0" y="17360"/>
                </a:lnTo>
                <a:lnTo>
                  <a:pt x="1469" y="12966"/>
                </a:lnTo>
                <a:lnTo>
                  <a:pt x="2645" y="9526"/>
                </a:lnTo>
                <a:lnTo>
                  <a:pt x="3595" y="6889"/>
                </a:lnTo>
                <a:lnTo>
                  <a:pt x="4395" y="4915"/>
                </a:lnTo>
                <a:lnTo>
                  <a:pt x="5109" y="3464"/>
                </a:lnTo>
                <a:lnTo>
                  <a:pt x="5812" y="2386"/>
                </a:lnTo>
                <a:lnTo>
                  <a:pt x="6572" y="1548"/>
                </a:lnTo>
                <a:lnTo>
                  <a:pt x="7460" y="799"/>
                </a:lnTo>
                <a:lnTo>
                  <a:pt x="8546" y="0"/>
                </a:lnTo>
                <a:close/>
              </a:path>
            </a:pathLst>
          </a:custGeom>
          <a:solidFill>
            <a:srgbClr val="DBE3E7"/>
          </a:solidFill>
          <a:ln>
            <a:noFill/>
          </a:ln>
        </p:spPr>
        <p:txBody>
          <a:bodyPr/>
          <a:lstStyle/>
          <a:p/>
        </p:txBody>
      </p:sp>
      <p:sp>
        <p:nvSpPr>
          <p:cNvPr id="8009" name="contour_08007"/>
          <p:cNvSpPr/>
          <p:nvPr/>
        </p:nvSpPr>
        <p:spPr>
          <a:xfrm>
            <a:off x="7684630" y="2928351"/>
            <a:ext cx="51016" cy="743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74" y="0"/>
                </a:moveTo>
                <a:lnTo>
                  <a:pt x="10843" y="72"/>
                </a:lnTo>
                <a:lnTo>
                  <a:pt x="12537" y="148"/>
                </a:lnTo>
                <a:lnTo>
                  <a:pt x="14512" y="235"/>
                </a:lnTo>
                <a:lnTo>
                  <a:pt x="16499" y="324"/>
                </a:lnTo>
                <a:lnTo>
                  <a:pt x="18514" y="413"/>
                </a:lnTo>
                <a:lnTo>
                  <a:pt x="17876" y="1682"/>
                </a:lnTo>
                <a:lnTo>
                  <a:pt x="17237" y="2960"/>
                </a:lnTo>
                <a:lnTo>
                  <a:pt x="16586" y="4254"/>
                </a:lnTo>
                <a:lnTo>
                  <a:pt x="16064" y="5648"/>
                </a:lnTo>
                <a:lnTo>
                  <a:pt x="15771" y="6595"/>
                </a:lnTo>
                <a:lnTo>
                  <a:pt x="15595" y="7530"/>
                </a:lnTo>
                <a:lnTo>
                  <a:pt x="15429" y="8888"/>
                </a:lnTo>
                <a:lnTo>
                  <a:pt x="16431" y="9958"/>
                </a:lnTo>
                <a:lnTo>
                  <a:pt x="17447" y="11026"/>
                </a:lnTo>
                <a:lnTo>
                  <a:pt x="18468" y="12087"/>
                </a:lnTo>
                <a:lnTo>
                  <a:pt x="19502" y="13144"/>
                </a:lnTo>
                <a:lnTo>
                  <a:pt x="20545" y="14195"/>
                </a:lnTo>
                <a:lnTo>
                  <a:pt x="21600" y="15244"/>
                </a:lnTo>
                <a:lnTo>
                  <a:pt x="21020" y="17011"/>
                </a:lnTo>
                <a:lnTo>
                  <a:pt x="20569" y="18225"/>
                </a:lnTo>
                <a:lnTo>
                  <a:pt x="20100" y="19191"/>
                </a:lnTo>
                <a:lnTo>
                  <a:pt x="19465" y="20214"/>
                </a:lnTo>
                <a:lnTo>
                  <a:pt x="18514" y="21600"/>
                </a:lnTo>
                <a:lnTo>
                  <a:pt x="18514" y="20200"/>
                </a:lnTo>
                <a:lnTo>
                  <a:pt x="18514" y="18791"/>
                </a:lnTo>
                <a:lnTo>
                  <a:pt x="18514" y="17363"/>
                </a:lnTo>
                <a:lnTo>
                  <a:pt x="16475" y="17363"/>
                </a:lnTo>
                <a:lnTo>
                  <a:pt x="14423" y="17363"/>
                </a:lnTo>
                <a:lnTo>
                  <a:pt x="12343" y="17363"/>
                </a:lnTo>
                <a:lnTo>
                  <a:pt x="10294" y="16104"/>
                </a:lnTo>
                <a:lnTo>
                  <a:pt x="8967" y="15244"/>
                </a:lnTo>
                <a:lnTo>
                  <a:pt x="7785" y="14382"/>
                </a:lnTo>
                <a:lnTo>
                  <a:pt x="6171" y="13125"/>
                </a:lnTo>
                <a:lnTo>
                  <a:pt x="4641" y="14174"/>
                </a:lnTo>
                <a:lnTo>
                  <a:pt x="3107" y="15227"/>
                </a:lnTo>
                <a:lnTo>
                  <a:pt x="1561" y="16288"/>
                </a:lnTo>
                <a:lnTo>
                  <a:pt x="0" y="17363"/>
                </a:lnTo>
                <a:lnTo>
                  <a:pt x="262" y="16142"/>
                </a:lnTo>
                <a:lnTo>
                  <a:pt x="531" y="14924"/>
                </a:lnTo>
                <a:lnTo>
                  <a:pt x="802" y="13706"/>
                </a:lnTo>
                <a:lnTo>
                  <a:pt x="1077" y="12488"/>
                </a:lnTo>
                <a:lnTo>
                  <a:pt x="1352" y="11271"/>
                </a:lnTo>
                <a:lnTo>
                  <a:pt x="1460" y="10767"/>
                </a:lnTo>
                <a:lnTo>
                  <a:pt x="1657" y="9879"/>
                </a:lnTo>
                <a:lnTo>
                  <a:pt x="2111" y="7845"/>
                </a:lnTo>
                <a:lnTo>
                  <a:pt x="2938" y="5187"/>
                </a:lnTo>
                <a:lnTo>
                  <a:pt x="3616" y="3269"/>
                </a:lnTo>
                <a:lnTo>
                  <a:pt x="4277" y="1958"/>
                </a:lnTo>
                <a:lnTo>
                  <a:pt x="5039" y="1110"/>
                </a:lnTo>
                <a:lnTo>
                  <a:pt x="6026" y="593"/>
                </a:lnTo>
                <a:lnTo>
                  <a:pt x="7363" y="269"/>
                </a:lnTo>
                <a:lnTo>
                  <a:pt x="9174" y="0"/>
                </a:lnTo>
                <a:close/>
              </a:path>
            </a:pathLst>
          </a:custGeom>
          <a:solidFill>
            <a:srgbClr val="DAE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0" name="contour_08008"/>
          <p:cNvSpPr/>
          <p:nvPr/>
        </p:nvSpPr>
        <p:spPr>
          <a:xfrm>
            <a:off x="4352647" y="2863241"/>
            <a:ext cx="52386" cy="59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3"/>
                </a:moveTo>
                <a:lnTo>
                  <a:pt x="20122" y="789"/>
                </a:lnTo>
                <a:lnTo>
                  <a:pt x="18619" y="1246"/>
                </a:lnTo>
                <a:lnTo>
                  <a:pt x="17117" y="2118"/>
                </a:lnTo>
                <a:lnTo>
                  <a:pt x="15590" y="3000"/>
                </a:lnTo>
                <a:lnTo>
                  <a:pt x="15253" y="4887"/>
                </a:lnTo>
                <a:lnTo>
                  <a:pt x="15103" y="6226"/>
                </a:lnTo>
                <a:lnTo>
                  <a:pt x="15103" y="7653"/>
                </a:lnTo>
                <a:lnTo>
                  <a:pt x="15214" y="9808"/>
                </a:lnTo>
                <a:lnTo>
                  <a:pt x="15295" y="11628"/>
                </a:lnTo>
                <a:lnTo>
                  <a:pt x="15380" y="13472"/>
                </a:lnTo>
                <a:lnTo>
                  <a:pt x="15485" y="14869"/>
                </a:lnTo>
                <a:lnTo>
                  <a:pt x="15590" y="16286"/>
                </a:lnTo>
                <a:lnTo>
                  <a:pt x="14163" y="16177"/>
                </a:lnTo>
                <a:lnTo>
                  <a:pt x="12726" y="16065"/>
                </a:lnTo>
                <a:lnTo>
                  <a:pt x="11269" y="15954"/>
                </a:lnTo>
                <a:lnTo>
                  <a:pt x="10581" y="16004"/>
                </a:lnTo>
                <a:lnTo>
                  <a:pt x="9364" y="16089"/>
                </a:lnTo>
                <a:lnTo>
                  <a:pt x="6575" y="16286"/>
                </a:lnTo>
                <a:lnTo>
                  <a:pt x="5364" y="17864"/>
                </a:lnTo>
                <a:lnTo>
                  <a:pt x="4649" y="18943"/>
                </a:lnTo>
                <a:lnTo>
                  <a:pt x="4144" y="20022"/>
                </a:lnTo>
                <a:lnTo>
                  <a:pt x="3570" y="21600"/>
                </a:lnTo>
                <a:lnTo>
                  <a:pt x="2013" y="20093"/>
                </a:lnTo>
                <a:lnTo>
                  <a:pt x="998" y="18778"/>
                </a:lnTo>
                <a:lnTo>
                  <a:pt x="412" y="17508"/>
                </a:lnTo>
                <a:lnTo>
                  <a:pt x="129" y="16132"/>
                </a:lnTo>
                <a:lnTo>
                  <a:pt x="33" y="14500"/>
                </a:lnTo>
                <a:lnTo>
                  <a:pt x="0" y="12465"/>
                </a:lnTo>
                <a:lnTo>
                  <a:pt x="87" y="10488"/>
                </a:lnTo>
                <a:lnTo>
                  <a:pt x="243" y="8750"/>
                </a:lnTo>
                <a:lnTo>
                  <a:pt x="520" y="7150"/>
                </a:lnTo>
                <a:lnTo>
                  <a:pt x="977" y="5588"/>
                </a:lnTo>
                <a:lnTo>
                  <a:pt x="1662" y="3962"/>
                </a:lnTo>
                <a:lnTo>
                  <a:pt x="2632" y="2171"/>
                </a:lnTo>
                <a:lnTo>
                  <a:pt x="4673" y="1347"/>
                </a:lnTo>
                <a:lnTo>
                  <a:pt x="6716" y="747"/>
                </a:lnTo>
                <a:lnTo>
                  <a:pt x="8769" y="343"/>
                </a:lnTo>
                <a:lnTo>
                  <a:pt x="10833" y="104"/>
                </a:lnTo>
                <a:lnTo>
                  <a:pt x="12919" y="0"/>
                </a:lnTo>
                <a:lnTo>
                  <a:pt x="15031" y="3"/>
                </a:lnTo>
                <a:lnTo>
                  <a:pt x="17177" y="80"/>
                </a:lnTo>
                <a:lnTo>
                  <a:pt x="19364" y="205"/>
                </a:lnTo>
                <a:lnTo>
                  <a:pt x="21600" y="343"/>
                </a:lnTo>
                <a:close/>
              </a:path>
            </a:pathLst>
          </a:custGeom>
          <a:solidFill>
            <a:srgbClr val="C1A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1" name="contour_08009"/>
          <p:cNvSpPr/>
          <p:nvPr/>
        </p:nvSpPr>
        <p:spPr>
          <a:xfrm>
            <a:off x="5461792" y="2860894"/>
            <a:ext cx="65592" cy="47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22" y="151"/>
                </a:moveTo>
                <a:lnTo>
                  <a:pt x="9274" y="23"/>
                </a:lnTo>
                <a:lnTo>
                  <a:pt x="10807" y="0"/>
                </a:lnTo>
                <a:lnTo>
                  <a:pt x="12276" y="110"/>
                </a:lnTo>
                <a:lnTo>
                  <a:pt x="13730" y="378"/>
                </a:lnTo>
                <a:lnTo>
                  <a:pt x="15221" y="837"/>
                </a:lnTo>
                <a:lnTo>
                  <a:pt x="16800" y="1510"/>
                </a:lnTo>
                <a:lnTo>
                  <a:pt x="17791" y="3268"/>
                </a:lnTo>
                <a:lnTo>
                  <a:pt x="18648" y="5059"/>
                </a:lnTo>
                <a:lnTo>
                  <a:pt x="19387" y="6887"/>
                </a:lnTo>
                <a:lnTo>
                  <a:pt x="20033" y="8776"/>
                </a:lnTo>
                <a:lnTo>
                  <a:pt x="20604" y="10731"/>
                </a:lnTo>
                <a:lnTo>
                  <a:pt x="21120" y="12767"/>
                </a:lnTo>
                <a:lnTo>
                  <a:pt x="21600" y="14903"/>
                </a:lnTo>
                <a:lnTo>
                  <a:pt x="20294" y="16186"/>
                </a:lnTo>
                <a:lnTo>
                  <a:pt x="19001" y="17361"/>
                </a:lnTo>
                <a:lnTo>
                  <a:pt x="17695" y="18432"/>
                </a:lnTo>
                <a:lnTo>
                  <a:pt x="16363" y="19390"/>
                </a:lnTo>
                <a:lnTo>
                  <a:pt x="14981" y="20241"/>
                </a:lnTo>
                <a:lnTo>
                  <a:pt x="13534" y="20977"/>
                </a:lnTo>
                <a:lnTo>
                  <a:pt x="12000" y="21600"/>
                </a:lnTo>
                <a:lnTo>
                  <a:pt x="10399" y="21037"/>
                </a:lnTo>
                <a:lnTo>
                  <a:pt x="8846" y="20385"/>
                </a:lnTo>
                <a:lnTo>
                  <a:pt x="7330" y="19645"/>
                </a:lnTo>
                <a:lnTo>
                  <a:pt x="5842" y="18828"/>
                </a:lnTo>
                <a:lnTo>
                  <a:pt x="4373" y="17940"/>
                </a:lnTo>
                <a:lnTo>
                  <a:pt x="2916" y="16983"/>
                </a:lnTo>
                <a:lnTo>
                  <a:pt x="1462" y="15968"/>
                </a:lnTo>
                <a:lnTo>
                  <a:pt x="0" y="14903"/>
                </a:lnTo>
                <a:lnTo>
                  <a:pt x="883" y="10818"/>
                </a:lnTo>
                <a:lnTo>
                  <a:pt x="1608" y="7721"/>
                </a:lnTo>
                <a:lnTo>
                  <a:pt x="2266" y="5438"/>
                </a:lnTo>
                <a:lnTo>
                  <a:pt x="2940" y="3794"/>
                </a:lnTo>
                <a:lnTo>
                  <a:pt x="3722" y="2615"/>
                </a:lnTo>
                <a:lnTo>
                  <a:pt x="4706" y="1728"/>
                </a:lnTo>
                <a:lnTo>
                  <a:pt x="5976" y="964"/>
                </a:lnTo>
                <a:lnTo>
                  <a:pt x="7622" y="151"/>
                </a:lnTo>
                <a:close/>
              </a:path>
            </a:pathLst>
          </a:custGeom>
          <a:solidFill>
            <a:srgbClr val="D5DDE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2" name="contour_08010"/>
          <p:cNvSpPr/>
          <p:nvPr/>
        </p:nvSpPr>
        <p:spPr>
          <a:xfrm>
            <a:off x="1788645" y="2827741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3" y="0"/>
                </a:lnTo>
                <a:lnTo>
                  <a:pt x="4288" y="0"/>
                </a:lnTo>
                <a:lnTo>
                  <a:pt x="5728" y="0"/>
                </a:lnTo>
                <a:lnTo>
                  <a:pt x="7178" y="0"/>
                </a:lnTo>
                <a:lnTo>
                  <a:pt x="8640" y="0"/>
                </a:lnTo>
                <a:lnTo>
                  <a:pt x="8640" y="2040"/>
                </a:lnTo>
                <a:lnTo>
                  <a:pt x="8640" y="4092"/>
                </a:lnTo>
                <a:lnTo>
                  <a:pt x="8640" y="6171"/>
                </a:lnTo>
                <a:lnTo>
                  <a:pt x="10068" y="6171"/>
                </a:lnTo>
                <a:lnTo>
                  <a:pt x="11504" y="6171"/>
                </a:lnTo>
                <a:lnTo>
                  <a:pt x="12960" y="6171"/>
                </a:lnTo>
                <a:lnTo>
                  <a:pt x="12960" y="4132"/>
                </a:lnTo>
                <a:lnTo>
                  <a:pt x="12960" y="2080"/>
                </a:lnTo>
                <a:lnTo>
                  <a:pt x="12960" y="0"/>
                </a:lnTo>
                <a:lnTo>
                  <a:pt x="14474" y="972"/>
                </a:lnTo>
                <a:lnTo>
                  <a:pt x="15878" y="1987"/>
                </a:lnTo>
                <a:lnTo>
                  <a:pt x="17183" y="3089"/>
                </a:lnTo>
                <a:lnTo>
                  <a:pt x="18399" y="4326"/>
                </a:lnTo>
                <a:lnTo>
                  <a:pt x="19533" y="5736"/>
                </a:lnTo>
                <a:lnTo>
                  <a:pt x="20598" y="7366"/>
                </a:lnTo>
                <a:lnTo>
                  <a:pt x="21600" y="9257"/>
                </a:lnTo>
                <a:lnTo>
                  <a:pt x="21522" y="11448"/>
                </a:lnTo>
                <a:lnTo>
                  <a:pt x="21362" y="13580"/>
                </a:lnTo>
                <a:lnTo>
                  <a:pt x="21095" y="15657"/>
                </a:lnTo>
                <a:lnTo>
                  <a:pt x="20699" y="17684"/>
                </a:lnTo>
                <a:lnTo>
                  <a:pt x="20155" y="19662"/>
                </a:lnTo>
                <a:lnTo>
                  <a:pt x="19440" y="21600"/>
                </a:lnTo>
                <a:lnTo>
                  <a:pt x="18012" y="21600"/>
                </a:lnTo>
                <a:lnTo>
                  <a:pt x="16576" y="21600"/>
                </a:lnTo>
                <a:lnTo>
                  <a:pt x="15120" y="21600"/>
                </a:lnTo>
                <a:lnTo>
                  <a:pt x="15342" y="20134"/>
                </a:lnTo>
                <a:lnTo>
                  <a:pt x="15567" y="18659"/>
                </a:lnTo>
                <a:lnTo>
                  <a:pt x="15794" y="17163"/>
                </a:lnTo>
                <a:lnTo>
                  <a:pt x="15571" y="15571"/>
                </a:lnTo>
                <a:lnTo>
                  <a:pt x="15347" y="13969"/>
                </a:lnTo>
                <a:lnTo>
                  <a:pt x="15120" y="12343"/>
                </a:lnTo>
                <a:lnTo>
                  <a:pt x="13796" y="11707"/>
                </a:lnTo>
                <a:lnTo>
                  <a:pt x="12483" y="11192"/>
                </a:lnTo>
                <a:lnTo>
                  <a:pt x="11169" y="10781"/>
                </a:lnTo>
                <a:lnTo>
                  <a:pt x="9843" y="10445"/>
                </a:lnTo>
                <a:lnTo>
                  <a:pt x="8493" y="10161"/>
                </a:lnTo>
                <a:lnTo>
                  <a:pt x="7104" y="9908"/>
                </a:lnTo>
                <a:lnTo>
                  <a:pt x="5497" y="9495"/>
                </a:lnTo>
                <a:lnTo>
                  <a:pt x="4050" y="8998"/>
                </a:lnTo>
                <a:lnTo>
                  <a:pt x="2694" y="8335"/>
                </a:lnTo>
                <a:lnTo>
                  <a:pt x="1365" y="742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49494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3" name="contour_08011"/>
          <p:cNvSpPr/>
          <p:nvPr/>
        </p:nvSpPr>
        <p:spPr>
          <a:xfrm>
            <a:off x="5271102" y="2791301"/>
            <a:ext cx="39064" cy="589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14" y="0"/>
                </a:moveTo>
                <a:lnTo>
                  <a:pt x="20939" y="1536"/>
                </a:lnTo>
                <a:lnTo>
                  <a:pt x="21048" y="3071"/>
                </a:lnTo>
                <a:lnTo>
                  <a:pt x="21149" y="4607"/>
                </a:lnTo>
                <a:lnTo>
                  <a:pt x="21237" y="6142"/>
                </a:lnTo>
                <a:lnTo>
                  <a:pt x="21318" y="7678"/>
                </a:lnTo>
                <a:lnTo>
                  <a:pt x="21411" y="9104"/>
                </a:lnTo>
                <a:lnTo>
                  <a:pt x="21503" y="10541"/>
                </a:lnTo>
                <a:lnTo>
                  <a:pt x="21600" y="11996"/>
                </a:lnTo>
                <a:lnTo>
                  <a:pt x="21189" y="13986"/>
                </a:lnTo>
                <a:lnTo>
                  <a:pt x="20774" y="15359"/>
                </a:lnTo>
                <a:lnTo>
                  <a:pt x="20149" y="16456"/>
                </a:lnTo>
                <a:lnTo>
                  <a:pt x="19130" y="17626"/>
                </a:lnTo>
                <a:lnTo>
                  <a:pt x="17510" y="19215"/>
                </a:lnTo>
                <a:lnTo>
                  <a:pt x="14677" y="20342"/>
                </a:lnTo>
                <a:lnTo>
                  <a:pt x="12061" y="21069"/>
                </a:lnTo>
                <a:lnTo>
                  <a:pt x="9502" y="21464"/>
                </a:lnTo>
                <a:lnTo>
                  <a:pt x="6855" y="21600"/>
                </a:lnTo>
                <a:lnTo>
                  <a:pt x="3961" y="21541"/>
                </a:lnTo>
                <a:lnTo>
                  <a:pt x="665" y="21365"/>
                </a:lnTo>
                <a:lnTo>
                  <a:pt x="447" y="19568"/>
                </a:lnTo>
                <a:lnTo>
                  <a:pt x="262" y="17781"/>
                </a:lnTo>
                <a:lnTo>
                  <a:pt x="121" y="16002"/>
                </a:lnTo>
                <a:lnTo>
                  <a:pt x="28" y="14232"/>
                </a:lnTo>
                <a:lnTo>
                  <a:pt x="0" y="12464"/>
                </a:lnTo>
                <a:lnTo>
                  <a:pt x="36" y="10693"/>
                </a:lnTo>
                <a:lnTo>
                  <a:pt x="157" y="8917"/>
                </a:lnTo>
                <a:lnTo>
                  <a:pt x="363" y="7136"/>
                </a:lnTo>
                <a:lnTo>
                  <a:pt x="665" y="5341"/>
                </a:lnTo>
                <a:lnTo>
                  <a:pt x="3151" y="3768"/>
                </a:lnTo>
                <a:lnTo>
                  <a:pt x="5392" y="2532"/>
                </a:lnTo>
                <a:lnTo>
                  <a:pt x="7516" y="1594"/>
                </a:lnTo>
                <a:lnTo>
                  <a:pt x="9647" y="916"/>
                </a:lnTo>
                <a:lnTo>
                  <a:pt x="11916" y="457"/>
                </a:lnTo>
                <a:lnTo>
                  <a:pt x="14451" y="176"/>
                </a:lnTo>
                <a:lnTo>
                  <a:pt x="17373" y="37"/>
                </a:lnTo>
                <a:lnTo>
                  <a:pt x="20814" y="0"/>
                </a:lnTo>
                <a:close/>
              </a:path>
            </a:pathLst>
          </a:custGeom>
          <a:solidFill>
            <a:srgbClr val="B19C60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4" name="contour_08012"/>
          <p:cNvSpPr/>
          <p:nvPr/>
        </p:nvSpPr>
        <p:spPr>
          <a:xfrm>
            <a:off x="8231069" y="2754861"/>
            <a:ext cx="4554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33" y="0"/>
                </a:moveTo>
                <a:lnTo>
                  <a:pt x="5817" y="0"/>
                </a:lnTo>
                <a:lnTo>
                  <a:pt x="8116" y="0"/>
                </a:lnTo>
                <a:lnTo>
                  <a:pt x="10446" y="0"/>
                </a:lnTo>
                <a:lnTo>
                  <a:pt x="10446" y="1283"/>
                </a:lnTo>
                <a:lnTo>
                  <a:pt x="10446" y="2570"/>
                </a:lnTo>
                <a:lnTo>
                  <a:pt x="10446" y="3862"/>
                </a:lnTo>
                <a:lnTo>
                  <a:pt x="10446" y="5165"/>
                </a:lnTo>
                <a:lnTo>
                  <a:pt x="10446" y="6480"/>
                </a:lnTo>
                <a:lnTo>
                  <a:pt x="12499" y="6480"/>
                </a:lnTo>
                <a:lnTo>
                  <a:pt x="14559" y="6480"/>
                </a:lnTo>
                <a:lnTo>
                  <a:pt x="16626" y="6480"/>
                </a:lnTo>
                <a:lnTo>
                  <a:pt x="18710" y="6480"/>
                </a:lnTo>
                <a:lnTo>
                  <a:pt x="20815" y="6480"/>
                </a:lnTo>
                <a:lnTo>
                  <a:pt x="21140" y="8057"/>
                </a:lnTo>
                <a:lnTo>
                  <a:pt x="21393" y="9603"/>
                </a:lnTo>
                <a:lnTo>
                  <a:pt x="21555" y="11130"/>
                </a:lnTo>
                <a:lnTo>
                  <a:pt x="21600" y="12651"/>
                </a:lnTo>
                <a:lnTo>
                  <a:pt x="21510" y="14176"/>
                </a:lnTo>
                <a:lnTo>
                  <a:pt x="21254" y="15714"/>
                </a:lnTo>
                <a:lnTo>
                  <a:pt x="20815" y="17280"/>
                </a:lnTo>
                <a:lnTo>
                  <a:pt x="19014" y="18183"/>
                </a:lnTo>
                <a:lnTo>
                  <a:pt x="17172" y="18958"/>
                </a:lnTo>
                <a:lnTo>
                  <a:pt x="15281" y="19626"/>
                </a:lnTo>
                <a:lnTo>
                  <a:pt x="13328" y="20202"/>
                </a:lnTo>
                <a:lnTo>
                  <a:pt x="11303" y="20710"/>
                </a:lnTo>
                <a:lnTo>
                  <a:pt x="9194" y="21170"/>
                </a:lnTo>
                <a:lnTo>
                  <a:pt x="6989" y="21600"/>
                </a:lnTo>
                <a:lnTo>
                  <a:pt x="7110" y="20466"/>
                </a:lnTo>
                <a:lnTo>
                  <a:pt x="7231" y="19313"/>
                </a:lnTo>
                <a:lnTo>
                  <a:pt x="7324" y="17835"/>
                </a:lnTo>
                <a:lnTo>
                  <a:pt x="7421" y="16334"/>
                </a:lnTo>
                <a:lnTo>
                  <a:pt x="7542" y="14865"/>
                </a:lnTo>
                <a:lnTo>
                  <a:pt x="7663" y="13373"/>
                </a:lnTo>
                <a:lnTo>
                  <a:pt x="7328" y="12096"/>
                </a:lnTo>
                <a:lnTo>
                  <a:pt x="6989" y="10800"/>
                </a:lnTo>
                <a:lnTo>
                  <a:pt x="5271" y="10247"/>
                </a:lnTo>
                <a:lnTo>
                  <a:pt x="3546" y="9705"/>
                </a:lnTo>
                <a:lnTo>
                  <a:pt x="1815" y="9167"/>
                </a:lnTo>
                <a:lnTo>
                  <a:pt x="76" y="8640"/>
                </a:lnTo>
                <a:lnTo>
                  <a:pt x="0" y="7074"/>
                </a:lnTo>
                <a:lnTo>
                  <a:pt x="225" y="5918"/>
                </a:lnTo>
                <a:lnTo>
                  <a:pt x="940" y="4186"/>
                </a:lnTo>
                <a:lnTo>
                  <a:pt x="1396" y="3009"/>
                </a:lnTo>
                <a:lnTo>
                  <a:pt x="1860" y="1814"/>
                </a:lnTo>
                <a:lnTo>
                  <a:pt x="2278" y="1363"/>
                </a:lnTo>
                <a:lnTo>
                  <a:pt x="3533" y="0"/>
                </a:lnTo>
                <a:close/>
              </a:path>
            </a:pathLst>
          </a:custGeom>
          <a:solidFill>
            <a:srgbClr val="CCD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5" name="contour_08013"/>
          <p:cNvSpPr/>
          <p:nvPr/>
        </p:nvSpPr>
        <p:spPr>
          <a:xfrm>
            <a:off x="1497125" y="2766864"/>
            <a:ext cx="131184" cy="390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495"/>
                </a:moveTo>
                <a:lnTo>
                  <a:pt x="20808" y="10382"/>
                </a:lnTo>
                <a:lnTo>
                  <a:pt x="20015" y="11270"/>
                </a:lnTo>
                <a:lnTo>
                  <a:pt x="19222" y="12162"/>
                </a:lnTo>
                <a:lnTo>
                  <a:pt x="18426" y="13054"/>
                </a:lnTo>
                <a:lnTo>
                  <a:pt x="17628" y="13945"/>
                </a:lnTo>
                <a:lnTo>
                  <a:pt x="16826" y="14845"/>
                </a:lnTo>
                <a:lnTo>
                  <a:pt x="16022" y="15745"/>
                </a:lnTo>
                <a:lnTo>
                  <a:pt x="15214" y="16653"/>
                </a:lnTo>
                <a:lnTo>
                  <a:pt x="14400" y="17565"/>
                </a:lnTo>
                <a:lnTo>
                  <a:pt x="14162" y="15168"/>
                </a:lnTo>
                <a:lnTo>
                  <a:pt x="13924" y="12763"/>
                </a:lnTo>
                <a:lnTo>
                  <a:pt x="13685" y="10350"/>
                </a:lnTo>
                <a:lnTo>
                  <a:pt x="13444" y="7917"/>
                </a:lnTo>
                <a:lnTo>
                  <a:pt x="13200" y="5460"/>
                </a:lnTo>
                <a:lnTo>
                  <a:pt x="11603" y="6061"/>
                </a:lnTo>
                <a:lnTo>
                  <a:pt x="10345" y="6569"/>
                </a:lnTo>
                <a:lnTo>
                  <a:pt x="9371" y="7049"/>
                </a:lnTo>
                <a:lnTo>
                  <a:pt x="8622" y="7550"/>
                </a:lnTo>
                <a:lnTo>
                  <a:pt x="8042" y="8135"/>
                </a:lnTo>
                <a:lnTo>
                  <a:pt x="7574" y="8861"/>
                </a:lnTo>
                <a:lnTo>
                  <a:pt x="7160" y="9785"/>
                </a:lnTo>
                <a:lnTo>
                  <a:pt x="6744" y="10963"/>
                </a:lnTo>
                <a:lnTo>
                  <a:pt x="6268" y="12456"/>
                </a:lnTo>
                <a:lnTo>
                  <a:pt x="5884" y="14478"/>
                </a:lnTo>
                <a:lnTo>
                  <a:pt x="5603" y="16104"/>
                </a:lnTo>
                <a:lnTo>
                  <a:pt x="5287" y="18194"/>
                </a:lnTo>
                <a:lnTo>
                  <a:pt x="4800" y="21600"/>
                </a:lnTo>
                <a:lnTo>
                  <a:pt x="4800" y="18933"/>
                </a:lnTo>
                <a:lnTo>
                  <a:pt x="4800" y="16249"/>
                </a:lnTo>
                <a:lnTo>
                  <a:pt x="4800" y="13530"/>
                </a:lnTo>
                <a:lnTo>
                  <a:pt x="4008" y="13530"/>
                </a:lnTo>
                <a:lnTo>
                  <a:pt x="3215" y="13530"/>
                </a:lnTo>
                <a:lnTo>
                  <a:pt x="2418" y="13530"/>
                </a:lnTo>
                <a:lnTo>
                  <a:pt x="1618" y="13530"/>
                </a:lnTo>
                <a:lnTo>
                  <a:pt x="812" y="13530"/>
                </a:lnTo>
                <a:lnTo>
                  <a:pt x="0" y="13530"/>
                </a:lnTo>
                <a:lnTo>
                  <a:pt x="0" y="10863"/>
                </a:lnTo>
                <a:lnTo>
                  <a:pt x="0" y="8179"/>
                </a:lnTo>
                <a:lnTo>
                  <a:pt x="0" y="5460"/>
                </a:lnTo>
                <a:lnTo>
                  <a:pt x="756" y="4467"/>
                </a:lnTo>
                <a:lnTo>
                  <a:pt x="1534" y="3579"/>
                </a:lnTo>
                <a:lnTo>
                  <a:pt x="2329" y="2792"/>
                </a:lnTo>
                <a:lnTo>
                  <a:pt x="3142" y="2106"/>
                </a:lnTo>
                <a:lnTo>
                  <a:pt x="3971" y="1521"/>
                </a:lnTo>
                <a:lnTo>
                  <a:pt x="4812" y="1033"/>
                </a:lnTo>
                <a:lnTo>
                  <a:pt x="5665" y="642"/>
                </a:lnTo>
                <a:lnTo>
                  <a:pt x="6528" y="343"/>
                </a:lnTo>
                <a:lnTo>
                  <a:pt x="7399" y="137"/>
                </a:lnTo>
                <a:lnTo>
                  <a:pt x="8276" y="24"/>
                </a:lnTo>
                <a:lnTo>
                  <a:pt x="9157" y="0"/>
                </a:lnTo>
                <a:lnTo>
                  <a:pt x="10040" y="69"/>
                </a:lnTo>
                <a:lnTo>
                  <a:pt x="10924" y="222"/>
                </a:lnTo>
                <a:lnTo>
                  <a:pt x="11806" y="460"/>
                </a:lnTo>
                <a:lnTo>
                  <a:pt x="12685" y="783"/>
                </a:lnTo>
                <a:lnTo>
                  <a:pt x="13559" y="1190"/>
                </a:lnTo>
                <a:lnTo>
                  <a:pt x="14425" y="1679"/>
                </a:lnTo>
                <a:lnTo>
                  <a:pt x="15282" y="2248"/>
                </a:lnTo>
                <a:lnTo>
                  <a:pt x="16129" y="2893"/>
                </a:lnTo>
                <a:lnTo>
                  <a:pt x="16963" y="3615"/>
                </a:lnTo>
                <a:lnTo>
                  <a:pt x="17783" y="4418"/>
                </a:lnTo>
                <a:lnTo>
                  <a:pt x="18587" y="5290"/>
                </a:lnTo>
                <a:lnTo>
                  <a:pt x="19372" y="6234"/>
                </a:lnTo>
                <a:lnTo>
                  <a:pt x="20137" y="7251"/>
                </a:lnTo>
                <a:lnTo>
                  <a:pt x="20880" y="8341"/>
                </a:lnTo>
                <a:lnTo>
                  <a:pt x="21600" y="9495"/>
                </a:lnTo>
                <a:close/>
              </a:path>
            </a:pathLst>
          </a:custGeom>
          <a:solidFill>
            <a:srgbClr val="49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6" name="contour_08014"/>
          <p:cNvSpPr/>
          <p:nvPr/>
        </p:nvSpPr>
        <p:spPr>
          <a:xfrm>
            <a:off x="2393548" y="2740285"/>
            <a:ext cx="44690" cy="50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23" y="0"/>
                </a:moveTo>
                <a:lnTo>
                  <a:pt x="6013" y="0"/>
                </a:lnTo>
                <a:lnTo>
                  <a:pt x="8507" y="0"/>
                </a:lnTo>
                <a:lnTo>
                  <a:pt x="11008" y="0"/>
                </a:lnTo>
                <a:lnTo>
                  <a:pt x="13519" y="0"/>
                </a:lnTo>
                <a:lnTo>
                  <a:pt x="16041" y="0"/>
                </a:lnTo>
                <a:lnTo>
                  <a:pt x="18578" y="0"/>
                </a:lnTo>
                <a:lnTo>
                  <a:pt x="21135" y="0"/>
                </a:lnTo>
                <a:lnTo>
                  <a:pt x="21382" y="4253"/>
                </a:lnTo>
                <a:lnTo>
                  <a:pt x="21544" y="7612"/>
                </a:lnTo>
                <a:lnTo>
                  <a:pt x="21600" y="10245"/>
                </a:lnTo>
                <a:lnTo>
                  <a:pt x="21530" y="12312"/>
                </a:lnTo>
                <a:lnTo>
                  <a:pt x="21308" y="13982"/>
                </a:lnTo>
                <a:lnTo>
                  <a:pt x="20917" y="15414"/>
                </a:lnTo>
                <a:lnTo>
                  <a:pt x="20332" y="16775"/>
                </a:lnTo>
                <a:lnTo>
                  <a:pt x="19529" y="18226"/>
                </a:lnTo>
                <a:lnTo>
                  <a:pt x="18493" y="19936"/>
                </a:lnTo>
                <a:lnTo>
                  <a:pt x="15809" y="21003"/>
                </a:lnTo>
                <a:lnTo>
                  <a:pt x="13653" y="21528"/>
                </a:lnTo>
                <a:lnTo>
                  <a:pt x="11649" y="21600"/>
                </a:lnTo>
                <a:lnTo>
                  <a:pt x="9426" y="21300"/>
                </a:lnTo>
                <a:lnTo>
                  <a:pt x="6605" y="20718"/>
                </a:lnTo>
                <a:lnTo>
                  <a:pt x="4421" y="20074"/>
                </a:lnTo>
                <a:lnTo>
                  <a:pt x="2226" y="19420"/>
                </a:lnTo>
                <a:lnTo>
                  <a:pt x="0" y="18764"/>
                </a:lnTo>
                <a:lnTo>
                  <a:pt x="1747" y="17212"/>
                </a:lnTo>
                <a:lnTo>
                  <a:pt x="3523" y="15636"/>
                </a:lnTo>
                <a:lnTo>
                  <a:pt x="3720" y="13416"/>
                </a:lnTo>
                <a:lnTo>
                  <a:pt x="3808" y="11840"/>
                </a:lnTo>
                <a:lnTo>
                  <a:pt x="3808" y="10160"/>
                </a:lnTo>
                <a:lnTo>
                  <a:pt x="3741" y="7624"/>
                </a:lnTo>
                <a:lnTo>
                  <a:pt x="3716" y="6796"/>
                </a:lnTo>
                <a:lnTo>
                  <a:pt x="3688" y="5726"/>
                </a:lnTo>
                <a:lnTo>
                  <a:pt x="3628" y="3700"/>
                </a:lnTo>
                <a:lnTo>
                  <a:pt x="3523" y="0"/>
                </a:lnTo>
                <a:close/>
              </a:path>
            </a:pathLst>
          </a:custGeom>
          <a:solidFill>
            <a:srgbClr val="B2996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7" name="contour_08015"/>
          <p:cNvSpPr/>
          <p:nvPr/>
        </p:nvSpPr>
        <p:spPr>
          <a:xfrm>
            <a:off x="1314925" y="2732997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98" y="698"/>
                </a:lnTo>
                <a:lnTo>
                  <a:pt x="5460" y="1242"/>
                </a:lnTo>
                <a:lnTo>
                  <a:pt x="7224" y="1674"/>
                </a:lnTo>
                <a:lnTo>
                  <a:pt x="8530" y="2034"/>
                </a:lnTo>
                <a:lnTo>
                  <a:pt x="9521" y="2362"/>
                </a:lnTo>
                <a:lnTo>
                  <a:pt x="10334" y="2707"/>
                </a:lnTo>
                <a:lnTo>
                  <a:pt x="11114" y="3103"/>
                </a:lnTo>
                <a:lnTo>
                  <a:pt x="12000" y="3600"/>
                </a:lnTo>
                <a:lnTo>
                  <a:pt x="12000" y="5980"/>
                </a:lnTo>
                <a:lnTo>
                  <a:pt x="12000" y="8374"/>
                </a:lnTo>
                <a:lnTo>
                  <a:pt x="12000" y="10800"/>
                </a:lnTo>
                <a:lnTo>
                  <a:pt x="13577" y="11876"/>
                </a:lnTo>
                <a:lnTo>
                  <a:pt x="14822" y="12460"/>
                </a:lnTo>
                <a:lnTo>
                  <a:pt x="16800" y="13050"/>
                </a:lnTo>
                <a:lnTo>
                  <a:pt x="18139" y="13457"/>
                </a:lnTo>
                <a:lnTo>
                  <a:pt x="19500" y="13867"/>
                </a:lnTo>
                <a:lnTo>
                  <a:pt x="20542" y="14134"/>
                </a:lnTo>
                <a:lnTo>
                  <a:pt x="21600" y="14400"/>
                </a:lnTo>
                <a:lnTo>
                  <a:pt x="19980" y="15127"/>
                </a:lnTo>
                <a:lnTo>
                  <a:pt x="18362" y="15847"/>
                </a:lnTo>
                <a:lnTo>
                  <a:pt x="16742" y="16567"/>
                </a:lnTo>
                <a:lnTo>
                  <a:pt x="15120" y="17284"/>
                </a:lnTo>
                <a:lnTo>
                  <a:pt x="13500" y="18000"/>
                </a:lnTo>
                <a:lnTo>
                  <a:pt x="11995" y="18670"/>
                </a:lnTo>
                <a:lnTo>
                  <a:pt x="10481" y="19343"/>
                </a:lnTo>
                <a:lnTo>
                  <a:pt x="8945" y="20023"/>
                </a:lnTo>
                <a:lnTo>
                  <a:pt x="7176" y="20689"/>
                </a:lnTo>
                <a:lnTo>
                  <a:pt x="5851" y="21132"/>
                </a:lnTo>
                <a:lnTo>
                  <a:pt x="4718" y="21402"/>
                </a:lnTo>
                <a:lnTo>
                  <a:pt x="3530" y="21542"/>
                </a:lnTo>
                <a:lnTo>
                  <a:pt x="2042" y="2159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0B0B0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8" name="contour_08016"/>
          <p:cNvSpPr/>
          <p:nvPr/>
        </p:nvSpPr>
        <p:spPr>
          <a:xfrm>
            <a:off x="7611750" y="2711133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88" y="0"/>
                </a:lnTo>
                <a:lnTo>
                  <a:pt x="5024" y="0"/>
                </a:lnTo>
                <a:lnTo>
                  <a:pt x="6480" y="0"/>
                </a:lnTo>
                <a:lnTo>
                  <a:pt x="7316" y="875"/>
                </a:lnTo>
                <a:lnTo>
                  <a:pt x="7869" y="1528"/>
                </a:lnTo>
                <a:lnTo>
                  <a:pt x="8385" y="2290"/>
                </a:lnTo>
                <a:lnTo>
                  <a:pt x="9113" y="3481"/>
                </a:lnTo>
                <a:lnTo>
                  <a:pt x="9796" y="4568"/>
                </a:lnTo>
                <a:lnTo>
                  <a:pt x="10487" y="5670"/>
                </a:lnTo>
                <a:lnTo>
                  <a:pt x="10947" y="6435"/>
                </a:lnTo>
                <a:lnTo>
                  <a:pt x="11411" y="7207"/>
                </a:lnTo>
                <a:lnTo>
                  <a:pt x="11880" y="7988"/>
                </a:lnTo>
                <a:lnTo>
                  <a:pt x="12565" y="9113"/>
                </a:lnTo>
                <a:lnTo>
                  <a:pt x="13256" y="10238"/>
                </a:lnTo>
                <a:lnTo>
                  <a:pt x="13949" y="11360"/>
                </a:lnTo>
                <a:lnTo>
                  <a:pt x="14647" y="12481"/>
                </a:lnTo>
                <a:lnTo>
                  <a:pt x="14949" y="12985"/>
                </a:lnTo>
                <a:lnTo>
                  <a:pt x="15867" y="14508"/>
                </a:lnTo>
                <a:lnTo>
                  <a:pt x="16842" y="15543"/>
                </a:lnTo>
                <a:lnTo>
                  <a:pt x="17835" y="16335"/>
                </a:lnTo>
                <a:lnTo>
                  <a:pt x="18913" y="16956"/>
                </a:lnTo>
                <a:lnTo>
                  <a:pt x="20146" y="17487"/>
                </a:lnTo>
                <a:lnTo>
                  <a:pt x="21600" y="18000"/>
                </a:lnTo>
                <a:lnTo>
                  <a:pt x="21064" y="18891"/>
                </a:lnTo>
                <a:lnTo>
                  <a:pt x="20529" y="19787"/>
                </a:lnTo>
                <a:lnTo>
                  <a:pt x="19986" y="20687"/>
                </a:lnTo>
                <a:lnTo>
                  <a:pt x="19440" y="21600"/>
                </a:lnTo>
                <a:lnTo>
                  <a:pt x="18384" y="20929"/>
                </a:lnTo>
                <a:lnTo>
                  <a:pt x="17330" y="20255"/>
                </a:lnTo>
                <a:lnTo>
                  <a:pt x="16276" y="19580"/>
                </a:lnTo>
                <a:lnTo>
                  <a:pt x="15224" y="18904"/>
                </a:lnTo>
                <a:lnTo>
                  <a:pt x="14174" y="18225"/>
                </a:lnTo>
                <a:lnTo>
                  <a:pt x="13740" y="17946"/>
                </a:lnTo>
                <a:lnTo>
                  <a:pt x="12971" y="17453"/>
                </a:lnTo>
                <a:lnTo>
                  <a:pt x="11213" y="16326"/>
                </a:lnTo>
                <a:lnTo>
                  <a:pt x="10102" y="15444"/>
                </a:lnTo>
                <a:lnTo>
                  <a:pt x="9202" y="14611"/>
                </a:lnTo>
                <a:lnTo>
                  <a:pt x="8448" y="13777"/>
                </a:lnTo>
                <a:lnTo>
                  <a:pt x="7782" y="12897"/>
                </a:lnTo>
                <a:lnTo>
                  <a:pt x="7145" y="11921"/>
                </a:lnTo>
                <a:lnTo>
                  <a:pt x="6480" y="10800"/>
                </a:lnTo>
                <a:lnTo>
                  <a:pt x="4808" y="10246"/>
                </a:lnTo>
                <a:lnTo>
                  <a:pt x="3635" y="9875"/>
                </a:lnTo>
                <a:lnTo>
                  <a:pt x="2650" y="9601"/>
                </a:lnTo>
                <a:lnTo>
                  <a:pt x="1542" y="9338"/>
                </a:lnTo>
                <a:lnTo>
                  <a:pt x="0" y="9000"/>
                </a:lnTo>
                <a:lnTo>
                  <a:pt x="188" y="7873"/>
                </a:lnTo>
                <a:lnTo>
                  <a:pt x="389" y="6748"/>
                </a:lnTo>
                <a:lnTo>
                  <a:pt x="596" y="5623"/>
                </a:lnTo>
                <a:lnTo>
                  <a:pt x="810" y="4500"/>
                </a:lnTo>
                <a:lnTo>
                  <a:pt x="1037" y="3244"/>
                </a:lnTo>
                <a:lnTo>
                  <a:pt x="1266" y="1969"/>
                </a:lnTo>
                <a:lnTo>
                  <a:pt x="1711" y="992"/>
                </a:lnTo>
                <a:lnTo>
                  <a:pt x="2160" y="0"/>
                </a:lnTo>
                <a:close/>
              </a:path>
            </a:pathLst>
          </a:custGeom>
          <a:solidFill>
            <a:srgbClr val="D7E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8019" name="contour_08017"/>
          <p:cNvSpPr/>
          <p:nvPr/>
        </p:nvSpPr>
        <p:spPr>
          <a:xfrm>
            <a:off x="5789752" y="2579949"/>
            <a:ext cx="21864" cy="160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690"/>
                </a:lnTo>
                <a:lnTo>
                  <a:pt x="21600" y="1379"/>
                </a:lnTo>
                <a:lnTo>
                  <a:pt x="21600" y="2070"/>
                </a:lnTo>
                <a:lnTo>
                  <a:pt x="21600" y="2760"/>
                </a:lnTo>
                <a:lnTo>
                  <a:pt x="21600" y="3450"/>
                </a:lnTo>
                <a:lnTo>
                  <a:pt x="21600" y="4140"/>
                </a:lnTo>
                <a:lnTo>
                  <a:pt x="21600" y="4832"/>
                </a:lnTo>
                <a:lnTo>
                  <a:pt x="21600" y="5522"/>
                </a:lnTo>
                <a:lnTo>
                  <a:pt x="21600" y="6214"/>
                </a:lnTo>
                <a:lnTo>
                  <a:pt x="21600" y="6905"/>
                </a:lnTo>
                <a:lnTo>
                  <a:pt x="21600" y="7597"/>
                </a:lnTo>
                <a:lnTo>
                  <a:pt x="21600" y="8290"/>
                </a:lnTo>
                <a:lnTo>
                  <a:pt x="21600" y="8984"/>
                </a:lnTo>
                <a:lnTo>
                  <a:pt x="21600" y="9677"/>
                </a:lnTo>
                <a:lnTo>
                  <a:pt x="21600" y="10372"/>
                </a:lnTo>
                <a:lnTo>
                  <a:pt x="21600" y="11067"/>
                </a:lnTo>
                <a:lnTo>
                  <a:pt x="21600" y="11762"/>
                </a:lnTo>
                <a:lnTo>
                  <a:pt x="21600" y="12459"/>
                </a:lnTo>
                <a:lnTo>
                  <a:pt x="21600" y="13156"/>
                </a:lnTo>
                <a:lnTo>
                  <a:pt x="21600" y="13854"/>
                </a:lnTo>
                <a:lnTo>
                  <a:pt x="21600" y="14553"/>
                </a:lnTo>
                <a:lnTo>
                  <a:pt x="21600" y="15253"/>
                </a:lnTo>
                <a:lnTo>
                  <a:pt x="21600" y="15954"/>
                </a:lnTo>
                <a:lnTo>
                  <a:pt x="21600" y="16656"/>
                </a:lnTo>
                <a:lnTo>
                  <a:pt x="21600" y="17359"/>
                </a:lnTo>
                <a:lnTo>
                  <a:pt x="21600" y="18063"/>
                </a:lnTo>
                <a:lnTo>
                  <a:pt x="21600" y="18767"/>
                </a:lnTo>
                <a:lnTo>
                  <a:pt x="21600" y="19473"/>
                </a:lnTo>
                <a:lnTo>
                  <a:pt x="21600" y="20181"/>
                </a:lnTo>
                <a:lnTo>
                  <a:pt x="21600" y="20890"/>
                </a:lnTo>
                <a:lnTo>
                  <a:pt x="21600" y="21600"/>
                </a:lnTo>
                <a:lnTo>
                  <a:pt x="19814" y="21114"/>
                </a:lnTo>
                <a:lnTo>
                  <a:pt x="18029" y="20625"/>
                </a:lnTo>
                <a:lnTo>
                  <a:pt x="16222" y="20134"/>
                </a:lnTo>
                <a:lnTo>
                  <a:pt x="14400" y="19636"/>
                </a:lnTo>
                <a:lnTo>
                  <a:pt x="9641" y="19636"/>
                </a:lnTo>
                <a:lnTo>
                  <a:pt x="4853" y="19636"/>
                </a:lnTo>
                <a:lnTo>
                  <a:pt x="0" y="19636"/>
                </a:lnTo>
                <a:lnTo>
                  <a:pt x="526" y="19416"/>
                </a:lnTo>
                <a:lnTo>
                  <a:pt x="1462" y="19030"/>
                </a:lnTo>
                <a:lnTo>
                  <a:pt x="3600" y="18144"/>
                </a:lnTo>
                <a:lnTo>
                  <a:pt x="4694" y="17489"/>
                </a:lnTo>
                <a:lnTo>
                  <a:pt x="5602" y="16831"/>
                </a:lnTo>
                <a:lnTo>
                  <a:pt x="6322" y="16172"/>
                </a:lnTo>
                <a:lnTo>
                  <a:pt x="6890" y="15510"/>
                </a:lnTo>
                <a:lnTo>
                  <a:pt x="7308" y="14846"/>
                </a:lnTo>
                <a:lnTo>
                  <a:pt x="7596" y="14181"/>
                </a:lnTo>
                <a:lnTo>
                  <a:pt x="7776" y="13515"/>
                </a:lnTo>
                <a:lnTo>
                  <a:pt x="7862" y="12847"/>
                </a:lnTo>
                <a:lnTo>
                  <a:pt x="7870" y="12178"/>
                </a:lnTo>
                <a:lnTo>
                  <a:pt x="7819" y="11509"/>
                </a:lnTo>
                <a:lnTo>
                  <a:pt x="7718" y="10839"/>
                </a:lnTo>
                <a:lnTo>
                  <a:pt x="7589" y="10170"/>
                </a:lnTo>
                <a:lnTo>
                  <a:pt x="7452" y="9499"/>
                </a:lnTo>
                <a:lnTo>
                  <a:pt x="7315" y="8829"/>
                </a:lnTo>
                <a:lnTo>
                  <a:pt x="7200" y="8161"/>
                </a:lnTo>
                <a:lnTo>
                  <a:pt x="7106" y="7494"/>
                </a:lnTo>
                <a:lnTo>
                  <a:pt x="7020" y="6828"/>
                </a:lnTo>
                <a:lnTo>
                  <a:pt x="6948" y="6161"/>
                </a:lnTo>
                <a:lnTo>
                  <a:pt x="6876" y="5494"/>
                </a:lnTo>
                <a:lnTo>
                  <a:pt x="6811" y="4828"/>
                </a:lnTo>
                <a:lnTo>
                  <a:pt x="6754" y="4161"/>
                </a:lnTo>
                <a:lnTo>
                  <a:pt x="6667" y="3574"/>
                </a:lnTo>
                <a:lnTo>
                  <a:pt x="6581" y="2983"/>
                </a:lnTo>
                <a:lnTo>
                  <a:pt x="6494" y="2383"/>
                </a:lnTo>
                <a:lnTo>
                  <a:pt x="7013" y="1557"/>
                </a:lnTo>
                <a:lnTo>
                  <a:pt x="8014" y="1034"/>
                </a:lnTo>
                <a:lnTo>
                  <a:pt x="10224" y="589"/>
                </a:lnTo>
                <a:lnTo>
                  <a:pt x="14400" y="0"/>
                </a:lnTo>
                <a:close/>
              </a:path>
            </a:pathLst>
          </a:custGeom>
          <a:solidFill>
            <a:srgbClr val="A0A9AE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0" name="contour_08018"/>
          <p:cNvSpPr/>
          <p:nvPr/>
        </p:nvSpPr>
        <p:spPr>
          <a:xfrm>
            <a:off x="4164530" y="2651233"/>
            <a:ext cx="87456" cy="59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04"/>
                </a:moveTo>
                <a:lnTo>
                  <a:pt x="20707" y="3311"/>
                </a:lnTo>
                <a:lnTo>
                  <a:pt x="19811" y="3422"/>
                </a:lnTo>
                <a:lnTo>
                  <a:pt x="18900" y="3532"/>
                </a:lnTo>
                <a:lnTo>
                  <a:pt x="18007" y="4292"/>
                </a:lnTo>
                <a:lnTo>
                  <a:pt x="17111" y="5056"/>
                </a:lnTo>
                <a:lnTo>
                  <a:pt x="16200" y="5832"/>
                </a:lnTo>
                <a:lnTo>
                  <a:pt x="16054" y="7592"/>
                </a:lnTo>
                <a:lnTo>
                  <a:pt x="15957" y="9345"/>
                </a:lnTo>
                <a:lnTo>
                  <a:pt x="15903" y="11093"/>
                </a:lnTo>
                <a:lnTo>
                  <a:pt x="15889" y="12835"/>
                </a:lnTo>
                <a:lnTo>
                  <a:pt x="15907" y="14580"/>
                </a:lnTo>
                <a:lnTo>
                  <a:pt x="15952" y="16325"/>
                </a:lnTo>
                <a:lnTo>
                  <a:pt x="16020" y="18076"/>
                </a:lnTo>
                <a:lnTo>
                  <a:pt x="16105" y="19831"/>
                </a:lnTo>
                <a:lnTo>
                  <a:pt x="16200" y="21600"/>
                </a:lnTo>
                <a:lnTo>
                  <a:pt x="15494" y="20244"/>
                </a:lnTo>
                <a:lnTo>
                  <a:pt x="14782" y="18877"/>
                </a:lnTo>
                <a:lnTo>
                  <a:pt x="14062" y="17495"/>
                </a:lnTo>
                <a:lnTo>
                  <a:pt x="13185" y="16189"/>
                </a:lnTo>
                <a:lnTo>
                  <a:pt x="12551" y="15358"/>
                </a:lnTo>
                <a:lnTo>
                  <a:pt x="11860" y="14654"/>
                </a:lnTo>
                <a:lnTo>
                  <a:pt x="10800" y="13716"/>
                </a:lnTo>
                <a:lnTo>
                  <a:pt x="9565" y="13897"/>
                </a:lnTo>
                <a:lnTo>
                  <a:pt x="8381" y="14168"/>
                </a:lnTo>
                <a:lnTo>
                  <a:pt x="7229" y="14520"/>
                </a:lnTo>
                <a:lnTo>
                  <a:pt x="6088" y="14948"/>
                </a:lnTo>
                <a:lnTo>
                  <a:pt x="4936" y="15445"/>
                </a:lnTo>
                <a:lnTo>
                  <a:pt x="3755" y="16005"/>
                </a:lnTo>
                <a:lnTo>
                  <a:pt x="2785" y="16173"/>
                </a:lnTo>
                <a:lnTo>
                  <a:pt x="1800" y="16344"/>
                </a:lnTo>
                <a:lnTo>
                  <a:pt x="1116" y="14835"/>
                </a:lnTo>
                <a:lnTo>
                  <a:pt x="700" y="13784"/>
                </a:lnTo>
                <a:lnTo>
                  <a:pt x="385" y="12699"/>
                </a:lnTo>
                <a:lnTo>
                  <a:pt x="0" y="11088"/>
                </a:lnTo>
                <a:lnTo>
                  <a:pt x="2095" y="9035"/>
                </a:lnTo>
                <a:lnTo>
                  <a:pt x="3967" y="7217"/>
                </a:lnTo>
                <a:lnTo>
                  <a:pt x="5638" y="5624"/>
                </a:lnTo>
                <a:lnTo>
                  <a:pt x="7128" y="4247"/>
                </a:lnTo>
                <a:lnTo>
                  <a:pt x="8462" y="3077"/>
                </a:lnTo>
                <a:lnTo>
                  <a:pt x="9659" y="2110"/>
                </a:lnTo>
                <a:lnTo>
                  <a:pt x="10746" y="1335"/>
                </a:lnTo>
                <a:lnTo>
                  <a:pt x="11740" y="746"/>
                </a:lnTo>
                <a:lnTo>
                  <a:pt x="12667" y="331"/>
                </a:lnTo>
                <a:lnTo>
                  <a:pt x="13549" y="87"/>
                </a:lnTo>
                <a:lnTo>
                  <a:pt x="14404" y="0"/>
                </a:lnTo>
                <a:lnTo>
                  <a:pt x="15260" y="66"/>
                </a:lnTo>
                <a:lnTo>
                  <a:pt x="16135" y="276"/>
                </a:lnTo>
                <a:lnTo>
                  <a:pt x="17053" y="623"/>
                </a:lnTo>
                <a:lnTo>
                  <a:pt x="18038" y="1096"/>
                </a:lnTo>
                <a:lnTo>
                  <a:pt x="19109" y="1690"/>
                </a:lnTo>
                <a:lnTo>
                  <a:pt x="20288" y="2394"/>
                </a:lnTo>
                <a:lnTo>
                  <a:pt x="21600" y="3204"/>
                </a:lnTo>
                <a:close/>
              </a:path>
            </a:pathLst>
          </a:custGeom>
          <a:solidFill>
            <a:srgbClr val="DE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1" name="contour_08019"/>
          <p:cNvSpPr/>
          <p:nvPr/>
        </p:nvSpPr>
        <p:spPr>
          <a:xfrm>
            <a:off x="5257729" y="2623677"/>
            <a:ext cx="75693" cy="66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38" y="0"/>
                </a:moveTo>
                <a:lnTo>
                  <a:pt x="18012" y="0"/>
                </a:lnTo>
                <a:lnTo>
                  <a:pt x="19395" y="0"/>
                </a:lnTo>
                <a:lnTo>
                  <a:pt x="20797" y="0"/>
                </a:lnTo>
                <a:lnTo>
                  <a:pt x="21080" y="3365"/>
                </a:lnTo>
                <a:lnTo>
                  <a:pt x="21309" y="6182"/>
                </a:lnTo>
                <a:lnTo>
                  <a:pt x="21473" y="8523"/>
                </a:lnTo>
                <a:lnTo>
                  <a:pt x="21573" y="10446"/>
                </a:lnTo>
                <a:lnTo>
                  <a:pt x="21600" y="12020"/>
                </a:lnTo>
                <a:lnTo>
                  <a:pt x="21552" y="13306"/>
                </a:lnTo>
                <a:lnTo>
                  <a:pt x="21421" y="14375"/>
                </a:lnTo>
                <a:lnTo>
                  <a:pt x="21207" y="15286"/>
                </a:lnTo>
                <a:lnTo>
                  <a:pt x="20899" y="16104"/>
                </a:lnTo>
                <a:lnTo>
                  <a:pt x="20496" y="16897"/>
                </a:lnTo>
                <a:lnTo>
                  <a:pt x="19992" y="17730"/>
                </a:lnTo>
                <a:lnTo>
                  <a:pt x="19383" y="18665"/>
                </a:lnTo>
                <a:lnTo>
                  <a:pt x="18106" y="19396"/>
                </a:lnTo>
                <a:lnTo>
                  <a:pt x="16798" y="20005"/>
                </a:lnTo>
                <a:lnTo>
                  <a:pt x="15463" y="20496"/>
                </a:lnTo>
                <a:lnTo>
                  <a:pt x="14107" y="20883"/>
                </a:lnTo>
                <a:lnTo>
                  <a:pt x="12730" y="21175"/>
                </a:lnTo>
                <a:lnTo>
                  <a:pt x="11339" y="21383"/>
                </a:lnTo>
                <a:lnTo>
                  <a:pt x="9931" y="21515"/>
                </a:lnTo>
                <a:lnTo>
                  <a:pt x="8516" y="21583"/>
                </a:lnTo>
                <a:lnTo>
                  <a:pt x="7094" y="21600"/>
                </a:lnTo>
                <a:lnTo>
                  <a:pt x="5667" y="21574"/>
                </a:lnTo>
                <a:lnTo>
                  <a:pt x="4243" y="21513"/>
                </a:lnTo>
                <a:lnTo>
                  <a:pt x="2820" y="21430"/>
                </a:lnTo>
                <a:lnTo>
                  <a:pt x="1406" y="21333"/>
                </a:lnTo>
                <a:lnTo>
                  <a:pt x="0" y="21237"/>
                </a:lnTo>
                <a:lnTo>
                  <a:pt x="782" y="19125"/>
                </a:lnTo>
                <a:lnTo>
                  <a:pt x="1375" y="17650"/>
                </a:lnTo>
                <a:lnTo>
                  <a:pt x="1895" y="16609"/>
                </a:lnTo>
                <a:lnTo>
                  <a:pt x="2454" y="15814"/>
                </a:lnTo>
                <a:lnTo>
                  <a:pt x="3169" y="15061"/>
                </a:lnTo>
                <a:lnTo>
                  <a:pt x="4159" y="14158"/>
                </a:lnTo>
                <a:lnTo>
                  <a:pt x="5574" y="13974"/>
                </a:lnTo>
                <a:lnTo>
                  <a:pt x="6963" y="13853"/>
                </a:lnTo>
                <a:lnTo>
                  <a:pt x="8333" y="13792"/>
                </a:lnTo>
                <a:lnTo>
                  <a:pt x="9694" y="13780"/>
                </a:lnTo>
                <a:lnTo>
                  <a:pt x="11054" y="13806"/>
                </a:lnTo>
                <a:lnTo>
                  <a:pt x="12420" y="13868"/>
                </a:lnTo>
                <a:lnTo>
                  <a:pt x="13799" y="13950"/>
                </a:lnTo>
                <a:lnTo>
                  <a:pt x="15203" y="14052"/>
                </a:lnTo>
                <a:lnTo>
                  <a:pt x="16638" y="14158"/>
                </a:lnTo>
                <a:lnTo>
                  <a:pt x="16638" y="12600"/>
                </a:lnTo>
                <a:lnTo>
                  <a:pt x="16638" y="11041"/>
                </a:lnTo>
                <a:lnTo>
                  <a:pt x="16638" y="9481"/>
                </a:lnTo>
                <a:lnTo>
                  <a:pt x="16638" y="7917"/>
                </a:lnTo>
                <a:lnTo>
                  <a:pt x="16638" y="6347"/>
                </a:lnTo>
                <a:lnTo>
                  <a:pt x="16638" y="4771"/>
                </a:lnTo>
                <a:lnTo>
                  <a:pt x="16638" y="3190"/>
                </a:lnTo>
                <a:lnTo>
                  <a:pt x="16638" y="1600"/>
                </a:lnTo>
                <a:lnTo>
                  <a:pt x="16638" y="0"/>
                </a:lnTo>
                <a:close/>
              </a:path>
            </a:pathLst>
          </a:custGeom>
          <a:solidFill>
            <a:srgbClr val="3D3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2" name="contour_08020"/>
          <p:cNvSpPr/>
          <p:nvPr/>
        </p:nvSpPr>
        <p:spPr>
          <a:xfrm>
            <a:off x="8085469" y="2636416"/>
            <a:ext cx="72880" cy="45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871"/>
                </a:moveTo>
                <a:lnTo>
                  <a:pt x="3910" y="380"/>
                </a:lnTo>
                <a:lnTo>
                  <a:pt x="5186" y="100"/>
                </a:lnTo>
                <a:lnTo>
                  <a:pt x="6355" y="0"/>
                </a:lnTo>
                <a:lnTo>
                  <a:pt x="7789" y="52"/>
                </a:lnTo>
                <a:lnTo>
                  <a:pt x="9854" y="221"/>
                </a:lnTo>
                <a:lnTo>
                  <a:pt x="11241" y="318"/>
                </a:lnTo>
                <a:lnTo>
                  <a:pt x="12636" y="411"/>
                </a:lnTo>
                <a:lnTo>
                  <a:pt x="14049" y="508"/>
                </a:lnTo>
                <a:lnTo>
                  <a:pt x="15116" y="625"/>
                </a:lnTo>
                <a:lnTo>
                  <a:pt x="16191" y="746"/>
                </a:lnTo>
                <a:lnTo>
                  <a:pt x="17280" y="871"/>
                </a:lnTo>
                <a:lnTo>
                  <a:pt x="16852" y="2923"/>
                </a:lnTo>
                <a:lnTo>
                  <a:pt x="16422" y="4982"/>
                </a:lnTo>
                <a:lnTo>
                  <a:pt x="15993" y="7048"/>
                </a:lnTo>
                <a:lnTo>
                  <a:pt x="15558" y="9131"/>
                </a:lnTo>
                <a:lnTo>
                  <a:pt x="15120" y="11235"/>
                </a:lnTo>
                <a:lnTo>
                  <a:pt x="16403" y="11919"/>
                </a:lnTo>
                <a:lnTo>
                  <a:pt x="17690" y="12607"/>
                </a:lnTo>
                <a:lnTo>
                  <a:pt x="18982" y="13294"/>
                </a:lnTo>
                <a:lnTo>
                  <a:pt x="20285" y="13989"/>
                </a:lnTo>
                <a:lnTo>
                  <a:pt x="21600" y="14690"/>
                </a:lnTo>
                <a:lnTo>
                  <a:pt x="20172" y="14690"/>
                </a:lnTo>
                <a:lnTo>
                  <a:pt x="18736" y="14690"/>
                </a:lnTo>
                <a:lnTo>
                  <a:pt x="17280" y="14690"/>
                </a:lnTo>
                <a:lnTo>
                  <a:pt x="17280" y="16974"/>
                </a:lnTo>
                <a:lnTo>
                  <a:pt x="17280" y="19271"/>
                </a:lnTo>
                <a:lnTo>
                  <a:pt x="17280" y="21600"/>
                </a:lnTo>
                <a:lnTo>
                  <a:pt x="16032" y="20529"/>
                </a:lnTo>
                <a:lnTo>
                  <a:pt x="14774" y="19451"/>
                </a:lnTo>
                <a:lnTo>
                  <a:pt x="13500" y="18359"/>
                </a:lnTo>
                <a:lnTo>
                  <a:pt x="12176" y="17337"/>
                </a:lnTo>
                <a:lnTo>
                  <a:pt x="10858" y="16407"/>
                </a:lnTo>
                <a:lnTo>
                  <a:pt x="9545" y="15561"/>
                </a:lnTo>
                <a:lnTo>
                  <a:pt x="8227" y="14787"/>
                </a:lnTo>
                <a:lnTo>
                  <a:pt x="6903" y="14082"/>
                </a:lnTo>
                <a:lnTo>
                  <a:pt x="5566" y="13433"/>
                </a:lnTo>
                <a:lnTo>
                  <a:pt x="4212" y="12831"/>
                </a:lnTo>
                <a:lnTo>
                  <a:pt x="2838" y="12272"/>
                </a:lnTo>
                <a:lnTo>
                  <a:pt x="1434" y="11740"/>
                </a:lnTo>
                <a:lnTo>
                  <a:pt x="0" y="11235"/>
                </a:lnTo>
                <a:lnTo>
                  <a:pt x="305" y="8686"/>
                </a:lnTo>
                <a:lnTo>
                  <a:pt x="568" y="6872"/>
                </a:lnTo>
                <a:lnTo>
                  <a:pt x="896" y="5296"/>
                </a:lnTo>
                <a:lnTo>
                  <a:pt x="1393" y="3462"/>
                </a:lnTo>
                <a:lnTo>
                  <a:pt x="2160" y="871"/>
                </a:lnTo>
                <a:close/>
              </a:path>
            </a:pathLst>
          </a:custGeom>
          <a:solidFill>
            <a:srgbClr val="4F4F50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3" name="contour_08021"/>
          <p:cNvSpPr/>
          <p:nvPr/>
        </p:nvSpPr>
        <p:spPr>
          <a:xfrm>
            <a:off x="2298804" y="2602673"/>
            <a:ext cx="72880" cy="574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17"/>
                </a:moveTo>
                <a:lnTo>
                  <a:pt x="21216" y="3099"/>
                </a:lnTo>
                <a:lnTo>
                  <a:pt x="20866" y="3724"/>
                </a:lnTo>
                <a:lnTo>
                  <a:pt x="20518" y="4338"/>
                </a:lnTo>
                <a:lnTo>
                  <a:pt x="20146" y="4999"/>
                </a:lnTo>
                <a:lnTo>
                  <a:pt x="19721" y="5755"/>
                </a:lnTo>
                <a:lnTo>
                  <a:pt x="19209" y="6662"/>
                </a:lnTo>
                <a:lnTo>
                  <a:pt x="18585" y="7772"/>
                </a:lnTo>
                <a:lnTo>
                  <a:pt x="17818" y="9134"/>
                </a:lnTo>
                <a:lnTo>
                  <a:pt x="16878" y="10805"/>
                </a:lnTo>
                <a:lnTo>
                  <a:pt x="15736" y="12833"/>
                </a:lnTo>
                <a:lnTo>
                  <a:pt x="14362" y="15275"/>
                </a:lnTo>
                <a:lnTo>
                  <a:pt x="12727" y="18180"/>
                </a:lnTo>
                <a:lnTo>
                  <a:pt x="10800" y="21600"/>
                </a:lnTo>
                <a:lnTo>
                  <a:pt x="9731" y="20243"/>
                </a:lnTo>
                <a:lnTo>
                  <a:pt x="8655" y="18879"/>
                </a:lnTo>
                <a:lnTo>
                  <a:pt x="7575" y="17509"/>
                </a:lnTo>
                <a:lnTo>
                  <a:pt x="6480" y="16119"/>
                </a:lnTo>
                <a:lnTo>
                  <a:pt x="4743" y="15955"/>
                </a:lnTo>
                <a:lnTo>
                  <a:pt x="3538" y="15873"/>
                </a:lnTo>
                <a:lnTo>
                  <a:pt x="2553" y="15873"/>
                </a:lnTo>
                <a:lnTo>
                  <a:pt x="1477" y="15955"/>
                </a:lnTo>
                <a:lnTo>
                  <a:pt x="0" y="16119"/>
                </a:lnTo>
                <a:lnTo>
                  <a:pt x="534" y="14113"/>
                </a:lnTo>
                <a:lnTo>
                  <a:pt x="1052" y="12296"/>
                </a:lnTo>
                <a:lnTo>
                  <a:pt x="1590" y="10649"/>
                </a:lnTo>
                <a:lnTo>
                  <a:pt x="2186" y="9148"/>
                </a:lnTo>
                <a:lnTo>
                  <a:pt x="2879" y="7772"/>
                </a:lnTo>
                <a:lnTo>
                  <a:pt x="3704" y="6503"/>
                </a:lnTo>
                <a:lnTo>
                  <a:pt x="4698" y="5316"/>
                </a:lnTo>
                <a:lnTo>
                  <a:pt x="5897" y="4196"/>
                </a:lnTo>
                <a:lnTo>
                  <a:pt x="7340" y="3113"/>
                </a:lnTo>
                <a:lnTo>
                  <a:pt x="9783" y="2022"/>
                </a:lnTo>
                <a:lnTo>
                  <a:pt x="11772" y="1170"/>
                </a:lnTo>
                <a:lnTo>
                  <a:pt x="13392" y="551"/>
                </a:lnTo>
                <a:lnTo>
                  <a:pt x="14729" y="162"/>
                </a:lnTo>
                <a:lnTo>
                  <a:pt x="15867" y="0"/>
                </a:lnTo>
                <a:lnTo>
                  <a:pt x="16896" y="58"/>
                </a:lnTo>
                <a:lnTo>
                  <a:pt x="17898" y="332"/>
                </a:lnTo>
                <a:lnTo>
                  <a:pt x="18958" y="819"/>
                </a:lnTo>
                <a:lnTo>
                  <a:pt x="20164" y="1515"/>
                </a:lnTo>
                <a:lnTo>
                  <a:pt x="21600" y="2417"/>
                </a:lnTo>
                <a:close/>
              </a:path>
            </a:pathLst>
          </a:custGeom>
          <a:solidFill>
            <a:srgbClr val="71727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4" name="contour_08022"/>
          <p:cNvSpPr/>
          <p:nvPr/>
        </p:nvSpPr>
        <p:spPr>
          <a:xfrm>
            <a:off x="2102028" y="2616746"/>
            <a:ext cx="44952" cy="579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96" y="206"/>
                </a:moveTo>
                <a:lnTo>
                  <a:pt x="17786" y="992"/>
                </a:lnTo>
                <a:lnTo>
                  <a:pt x="19390" y="1782"/>
                </a:lnTo>
                <a:lnTo>
                  <a:pt x="21012" y="2584"/>
                </a:lnTo>
                <a:lnTo>
                  <a:pt x="21344" y="4540"/>
                </a:lnTo>
                <a:lnTo>
                  <a:pt x="21533" y="6476"/>
                </a:lnTo>
                <a:lnTo>
                  <a:pt x="21600" y="8405"/>
                </a:lnTo>
                <a:lnTo>
                  <a:pt x="21561" y="10329"/>
                </a:lnTo>
                <a:lnTo>
                  <a:pt x="21439" y="12260"/>
                </a:lnTo>
                <a:lnTo>
                  <a:pt x="21250" y="14203"/>
                </a:lnTo>
                <a:lnTo>
                  <a:pt x="21012" y="16167"/>
                </a:lnTo>
                <a:lnTo>
                  <a:pt x="18932" y="16167"/>
                </a:lnTo>
                <a:lnTo>
                  <a:pt x="16844" y="16167"/>
                </a:lnTo>
                <a:lnTo>
                  <a:pt x="14750" y="16167"/>
                </a:lnTo>
                <a:lnTo>
                  <a:pt x="12639" y="16167"/>
                </a:lnTo>
                <a:lnTo>
                  <a:pt x="10506" y="16167"/>
                </a:lnTo>
                <a:lnTo>
                  <a:pt x="10506" y="17962"/>
                </a:lnTo>
                <a:lnTo>
                  <a:pt x="10506" y="19769"/>
                </a:lnTo>
                <a:lnTo>
                  <a:pt x="10506" y="21600"/>
                </a:lnTo>
                <a:lnTo>
                  <a:pt x="8426" y="21600"/>
                </a:lnTo>
                <a:lnTo>
                  <a:pt x="6339" y="21600"/>
                </a:lnTo>
                <a:lnTo>
                  <a:pt x="4244" y="21600"/>
                </a:lnTo>
                <a:lnTo>
                  <a:pt x="2133" y="21600"/>
                </a:lnTo>
                <a:lnTo>
                  <a:pt x="0" y="21600"/>
                </a:lnTo>
                <a:lnTo>
                  <a:pt x="245" y="19731"/>
                </a:lnTo>
                <a:lnTo>
                  <a:pt x="501" y="17862"/>
                </a:lnTo>
                <a:lnTo>
                  <a:pt x="763" y="15996"/>
                </a:lnTo>
                <a:lnTo>
                  <a:pt x="1033" y="14129"/>
                </a:lnTo>
                <a:lnTo>
                  <a:pt x="1313" y="12263"/>
                </a:lnTo>
                <a:lnTo>
                  <a:pt x="1558" y="10527"/>
                </a:lnTo>
                <a:lnTo>
                  <a:pt x="1804" y="8777"/>
                </a:lnTo>
                <a:lnTo>
                  <a:pt x="2052" y="7009"/>
                </a:lnTo>
                <a:lnTo>
                  <a:pt x="2942" y="4420"/>
                </a:lnTo>
                <a:lnTo>
                  <a:pt x="3730" y="2888"/>
                </a:lnTo>
                <a:lnTo>
                  <a:pt x="4864" y="1815"/>
                </a:lnTo>
                <a:lnTo>
                  <a:pt x="6783" y="600"/>
                </a:lnTo>
                <a:lnTo>
                  <a:pt x="9025" y="182"/>
                </a:lnTo>
                <a:lnTo>
                  <a:pt x="10751" y="0"/>
                </a:lnTo>
                <a:lnTo>
                  <a:pt x="12849" y="22"/>
                </a:lnTo>
                <a:lnTo>
                  <a:pt x="16196" y="206"/>
                </a:lnTo>
                <a:close/>
              </a:path>
            </a:pathLst>
          </a:custGeom>
          <a:solidFill>
            <a:srgbClr val="151513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5" name="contour_08023"/>
          <p:cNvSpPr/>
          <p:nvPr/>
        </p:nvSpPr>
        <p:spPr>
          <a:xfrm>
            <a:off x="8136485" y="2616389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02" y="2693"/>
                </a:lnTo>
                <a:lnTo>
                  <a:pt x="21066" y="4594"/>
                </a:lnTo>
                <a:lnTo>
                  <a:pt x="20834" y="5969"/>
                </a:lnTo>
                <a:lnTo>
                  <a:pt x="20555" y="7082"/>
                </a:lnTo>
                <a:lnTo>
                  <a:pt x="20174" y="8206"/>
                </a:lnTo>
                <a:lnTo>
                  <a:pt x="19636" y="9600"/>
                </a:lnTo>
                <a:lnTo>
                  <a:pt x="18464" y="10474"/>
                </a:lnTo>
                <a:lnTo>
                  <a:pt x="17284" y="11237"/>
                </a:lnTo>
                <a:lnTo>
                  <a:pt x="16084" y="11921"/>
                </a:lnTo>
                <a:lnTo>
                  <a:pt x="14851" y="12562"/>
                </a:lnTo>
                <a:lnTo>
                  <a:pt x="13577" y="13190"/>
                </a:lnTo>
                <a:lnTo>
                  <a:pt x="12520" y="13951"/>
                </a:lnTo>
                <a:lnTo>
                  <a:pt x="11853" y="14736"/>
                </a:lnTo>
                <a:lnTo>
                  <a:pt x="11293" y="16027"/>
                </a:lnTo>
                <a:lnTo>
                  <a:pt x="10555" y="18300"/>
                </a:lnTo>
                <a:lnTo>
                  <a:pt x="10189" y="19939"/>
                </a:lnTo>
                <a:lnTo>
                  <a:pt x="9818" y="21600"/>
                </a:lnTo>
                <a:lnTo>
                  <a:pt x="8520" y="21600"/>
                </a:lnTo>
                <a:lnTo>
                  <a:pt x="7214" y="21600"/>
                </a:lnTo>
                <a:lnTo>
                  <a:pt x="5891" y="21600"/>
                </a:lnTo>
                <a:lnTo>
                  <a:pt x="5891" y="20174"/>
                </a:lnTo>
                <a:lnTo>
                  <a:pt x="5891" y="18744"/>
                </a:lnTo>
                <a:lnTo>
                  <a:pt x="5891" y="17309"/>
                </a:lnTo>
                <a:lnTo>
                  <a:pt x="5891" y="15862"/>
                </a:lnTo>
                <a:lnTo>
                  <a:pt x="5891" y="14400"/>
                </a:lnTo>
                <a:lnTo>
                  <a:pt x="4725" y="14400"/>
                </a:lnTo>
                <a:lnTo>
                  <a:pt x="3554" y="14400"/>
                </a:lnTo>
                <a:lnTo>
                  <a:pt x="2380" y="14400"/>
                </a:lnTo>
                <a:lnTo>
                  <a:pt x="1196" y="14400"/>
                </a:lnTo>
                <a:lnTo>
                  <a:pt x="0" y="14400"/>
                </a:lnTo>
                <a:lnTo>
                  <a:pt x="306" y="12974"/>
                </a:lnTo>
                <a:lnTo>
                  <a:pt x="613" y="12000"/>
                </a:lnTo>
                <a:lnTo>
                  <a:pt x="1104" y="11026"/>
                </a:lnTo>
                <a:lnTo>
                  <a:pt x="1964" y="9600"/>
                </a:lnTo>
                <a:lnTo>
                  <a:pt x="3140" y="9698"/>
                </a:lnTo>
                <a:lnTo>
                  <a:pt x="4322" y="9799"/>
                </a:lnTo>
                <a:lnTo>
                  <a:pt x="5522" y="9900"/>
                </a:lnTo>
                <a:lnTo>
                  <a:pt x="7130" y="9974"/>
                </a:lnTo>
                <a:lnTo>
                  <a:pt x="8404" y="9850"/>
                </a:lnTo>
                <a:lnTo>
                  <a:pt x="9518" y="9444"/>
                </a:lnTo>
                <a:lnTo>
                  <a:pt x="10639" y="8683"/>
                </a:lnTo>
                <a:lnTo>
                  <a:pt x="11943" y="7481"/>
                </a:lnTo>
                <a:lnTo>
                  <a:pt x="12742" y="6425"/>
                </a:lnTo>
                <a:lnTo>
                  <a:pt x="13533" y="5359"/>
                </a:lnTo>
                <a:lnTo>
                  <a:pt x="14313" y="4282"/>
                </a:lnTo>
                <a:lnTo>
                  <a:pt x="15085" y="3197"/>
                </a:lnTo>
                <a:lnTo>
                  <a:pt x="15847" y="2100"/>
                </a:lnTo>
                <a:lnTo>
                  <a:pt x="16769" y="1075"/>
                </a:lnTo>
                <a:lnTo>
                  <a:pt x="17529" y="454"/>
                </a:lnTo>
                <a:lnTo>
                  <a:pt x="18403" y="134"/>
                </a:lnTo>
                <a:lnTo>
                  <a:pt x="19670" y="17"/>
                </a:lnTo>
                <a:lnTo>
                  <a:pt x="21600" y="0"/>
                </a:lnTo>
                <a:close/>
              </a:path>
            </a:pathLst>
          </a:custGeom>
          <a:solidFill>
            <a:srgbClr val="CACDCB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6" name="contour_08024"/>
          <p:cNvSpPr/>
          <p:nvPr/>
        </p:nvSpPr>
        <p:spPr>
          <a:xfrm>
            <a:off x="2408124" y="2593607"/>
            <a:ext cx="72880" cy="592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335"/>
                </a:moveTo>
                <a:lnTo>
                  <a:pt x="11111" y="1542"/>
                </a:lnTo>
                <a:lnTo>
                  <a:pt x="11426" y="2759"/>
                </a:lnTo>
                <a:lnTo>
                  <a:pt x="11746" y="3990"/>
                </a:lnTo>
                <a:lnTo>
                  <a:pt x="12396" y="6122"/>
                </a:lnTo>
                <a:lnTo>
                  <a:pt x="13020" y="7655"/>
                </a:lnTo>
                <a:lnTo>
                  <a:pt x="13727" y="8772"/>
                </a:lnTo>
                <a:lnTo>
                  <a:pt x="14621" y="9657"/>
                </a:lnTo>
                <a:lnTo>
                  <a:pt x="15813" y="10494"/>
                </a:lnTo>
                <a:lnTo>
                  <a:pt x="17414" y="11467"/>
                </a:lnTo>
                <a:lnTo>
                  <a:pt x="18803" y="12206"/>
                </a:lnTo>
                <a:lnTo>
                  <a:pt x="20198" y="12927"/>
                </a:lnTo>
                <a:lnTo>
                  <a:pt x="21600" y="13626"/>
                </a:lnTo>
                <a:lnTo>
                  <a:pt x="21282" y="14210"/>
                </a:lnTo>
                <a:lnTo>
                  <a:pt x="20965" y="14798"/>
                </a:lnTo>
                <a:lnTo>
                  <a:pt x="20524" y="15609"/>
                </a:lnTo>
                <a:lnTo>
                  <a:pt x="19844" y="16866"/>
                </a:lnTo>
                <a:lnTo>
                  <a:pt x="18803" y="18788"/>
                </a:lnTo>
                <a:lnTo>
                  <a:pt x="17280" y="21600"/>
                </a:lnTo>
                <a:lnTo>
                  <a:pt x="17280" y="19843"/>
                </a:lnTo>
                <a:lnTo>
                  <a:pt x="17280" y="18075"/>
                </a:lnTo>
                <a:lnTo>
                  <a:pt x="17280" y="16284"/>
                </a:lnTo>
                <a:lnTo>
                  <a:pt x="15949" y="16180"/>
                </a:lnTo>
                <a:lnTo>
                  <a:pt x="14597" y="16076"/>
                </a:lnTo>
                <a:lnTo>
                  <a:pt x="11798" y="15710"/>
                </a:lnTo>
                <a:lnTo>
                  <a:pt x="9593" y="15391"/>
                </a:lnTo>
                <a:lnTo>
                  <a:pt x="7886" y="15080"/>
                </a:lnTo>
                <a:lnTo>
                  <a:pt x="6577" y="14737"/>
                </a:lnTo>
                <a:lnTo>
                  <a:pt x="5564" y="14319"/>
                </a:lnTo>
                <a:lnTo>
                  <a:pt x="4750" y="13785"/>
                </a:lnTo>
                <a:lnTo>
                  <a:pt x="4033" y="13094"/>
                </a:lnTo>
                <a:lnTo>
                  <a:pt x="3316" y="12209"/>
                </a:lnTo>
                <a:lnTo>
                  <a:pt x="2497" y="11082"/>
                </a:lnTo>
                <a:lnTo>
                  <a:pt x="1896" y="9490"/>
                </a:lnTo>
                <a:lnTo>
                  <a:pt x="1348" y="7903"/>
                </a:lnTo>
                <a:lnTo>
                  <a:pt x="851" y="6308"/>
                </a:lnTo>
                <a:lnTo>
                  <a:pt x="402" y="4676"/>
                </a:lnTo>
                <a:lnTo>
                  <a:pt x="0" y="2993"/>
                </a:lnTo>
                <a:lnTo>
                  <a:pt x="1380" y="2116"/>
                </a:lnTo>
                <a:lnTo>
                  <a:pt x="2681" y="1382"/>
                </a:lnTo>
                <a:lnTo>
                  <a:pt x="3940" y="797"/>
                </a:lnTo>
                <a:lnTo>
                  <a:pt x="5188" y="367"/>
                </a:lnTo>
                <a:lnTo>
                  <a:pt x="6465" y="98"/>
                </a:lnTo>
                <a:lnTo>
                  <a:pt x="7802" y="0"/>
                </a:lnTo>
                <a:lnTo>
                  <a:pt x="9236" y="77"/>
                </a:lnTo>
                <a:lnTo>
                  <a:pt x="10800" y="335"/>
                </a:lnTo>
                <a:close/>
              </a:path>
            </a:pathLst>
          </a:custGeom>
          <a:solidFill>
            <a:srgbClr val="403D37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7" name="contour_08025"/>
          <p:cNvSpPr/>
          <p:nvPr/>
        </p:nvSpPr>
        <p:spPr>
          <a:xfrm>
            <a:off x="5082817" y="2555891"/>
            <a:ext cx="72880" cy="53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30" y="0"/>
                </a:moveTo>
                <a:lnTo>
                  <a:pt x="6124" y="30"/>
                </a:lnTo>
                <a:lnTo>
                  <a:pt x="7705" y="166"/>
                </a:lnTo>
                <a:lnTo>
                  <a:pt x="9186" y="411"/>
                </a:lnTo>
                <a:lnTo>
                  <a:pt x="10584" y="769"/>
                </a:lnTo>
                <a:lnTo>
                  <a:pt x="11910" y="1246"/>
                </a:lnTo>
                <a:lnTo>
                  <a:pt x="13180" y="1843"/>
                </a:lnTo>
                <a:lnTo>
                  <a:pt x="14405" y="2568"/>
                </a:lnTo>
                <a:lnTo>
                  <a:pt x="15602" y="3420"/>
                </a:lnTo>
                <a:lnTo>
                  <a:pt x="16779" y="4408"/>
                </a:lnTo>
                <a:lnTo>
                  <a:pt x="17956" y="5532"/>
                </a:lnTo>
                <a:lnTo>
                  <a:pt x="19142" y="6796"/>
                </a:lnTo>
                <a:lnTo>
                  <a:pt x="20352" y="8207"/>
                </a:lnTo>
                <a:lnTo>
                  <a:pt x="21600" y="9766"/>
                </a:lnTo>
                <a:lnTo>
                  <a:pt x="20172" y="9766"/>
                </a:lnTo>
                <a:lnTo>
                  <a:pt x="18736" y="9766"/>
                </a:lnTo>
                <a:lnTo>
                  <a:pt x="17280" y="9766"/>
                </a:lnTo>
                <a:lnTo>
                  <a:pt x="17708" y="11523"/>
                </a:lnTo>
                <a:lnTo>
                  <a:pt x="18135" y="13287"/>
                </a:lnTo>
                <a:lnTo>
                  <a:pt x="18567" y="15059"/>
                </a:lnTo>
                <a:lnTo>
                  <a:pt x="19002" y="16843"/>
                </a:lnTo>
                <a:lnTo>
                  <a:pt x="19440" y="18642"/>
                </a:lnTo>
                <a:lnTo>
                  <a:pt x="18014" y="19130"/>
                </a:lnTo>
                <a:lnTo>
                  <a:pt x="16584" y="19621"/>
                </a:lnTo>
                <a:lnTo>
                  <a:pt x="15152" y="20109"/>
                </a:lnTo>
                <a:lnTo>
                  <a:pt x="13712" y="20603"/>
                </a:lnTo>
                <a:lnTo>
                  <a:pt x="12262" y="21100"/>
                </a:lnTo>
                <a:lnTo>
                  <a:pt x="10800" y="21600"/>
                </a:lnTo>
                <a:lnTo>
                  <a:pt x="11135" y="19582"/>
                </a:lnTo>
                <a:lnTo>
                  <a:pt x="11476" y="17532"/>
                </a:lnTo>
                <a:lnTo>
                  <a:pt x="11251" y="15943"/>
                </a:lnTo>
                <a:lnTo>
                  <a:pt x="11027" y="14346"/>
                </a:lnTo>
                <a:lnTo>
                  <a:pt x="10800" y="12725"/>
                </a:lnTo>
                <a:lnTo>
                  <a:pt x="9508" y="11754"/>
                </a:lnTo>
                <a:lnTo>
                  <a:pt x="8199" y="10875"/>
                </a:lnTo>
                <a:lnTo>
                  <a:pt x="6873" y="10074"/>
                </a:lnTo>
                <a:lnTo>
                  <a:pt x="5532" y="9337"/>
                </a:lnTo>
                <a:lnTo>
                  <a:pt x="4173" y="8654"/>
                </a:lnTo>
                <a:lnTo>
                  <a:pt x="2799" y="8012"/>
                </a:lnTo>
                <a:lnTo>
                  <a:pt x="1406" y="7402"/>
                </a:lnTo>
                <a:lnTo>
                  <a:pt x="0" y="6808"/>
                </a:lnTo>
                <a:lnTo>
                  <a:pt x="754" y="4038"/>
                </a:lnTo>
                <a:lnTo>
                  <a:pt x="1361" y="2299"/>
                </a:lnTo>
                <a:lnTo>
                  <a:pt x="2035" y="1266"/>
                </a:lnTo>
                <a:lnTo>
                  <a:pt x="2987" y="606"/>
                </a:lnTo>
                <a:lnTo>
                  <a:pt x="4430" y="0"/>
                </a:lnTo>
                <a:close/>
              </a:path>
            </a:pathLst>
          </a:custGeom>
          <a:solidFill>
            <a:srgbClr val="E9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8" name="contour_08026"/>
          <p:cNvSpPr/>
          <p:nvPr/>
        </p:nvSpPr>
        <p:spPr>
          <a:xfrm>
            <a:off x="716596" y="2492493"/>
            <a:ext cx="4093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7" y="0"/>
                </a:moveTo>
                <a:lnTo>
                  <a:pt x="2926" y="84"/>
                </a:lnTo>
                <a:lnTo>
                  <a:pt x="5411" y="202"/>
                </a:lnTo>
                <a:lnTo>
                  <a:pt x="7841" y="375"/>
                </a:lnTo>
                <a:lnTo>
                  <a:pt x="10229" y="624"/>
                </a:lnTo>
                <a:lnTo>
                  <a:pt x="12586" y="961"/>
                </a:lnTo>
                <a:lnTo>
                  <a:pt x="14928" y="1407"/>
                </a:lnTo>
                <a:lnTo>
                  <a:pt x="17262" y="1982"/>
                </a:lnTo>
                <a:lnTo>
                  <a:pt x="19604" y="2700"/>
                </a:lnTo>
                <a:lnTo>
                  <a:pt x="20646" y="4695"/>
                </a:lnTo>
                <a:lnTo>
                  <a:pt x="21304" y="6615"/>
                </a:lnTo>
                <a:lnTo>
                  <a:pt x="21600" y="8494"/>
                </a:lnTo>
                <a:lnTo>
                  <a:pt x="21558" y="10360"/>
                </a:lnTo>
                <a:lnTo>
                  <a:pt x="21196" y="12245"/>
                </a:lnTo>
                <a:lnTo>
                  <a:pt x="20539" y="14180"/>
                </a:lnTo>
                <a:lnTo>
                  <a:pt x="19604" y="16200"/>
                </a:lnTo>
                <a:lnTo>
                  <a:pt x="17635" y="17393"/>
                </a:lnTo>
                <a:lnTo>
                  <a:pt x="15632" y="18438"/>
                </a:lnTo>
                <a:lnTo>
                  <a:pt x="13571" y="19340"/>
                </a:lnTo>
                <a:lnTo>
                  <a:pt x="11421" y="20101"/>
                </a:lnTo>
                <a:lnTo>
                  <a:pt x="9164" y="20728"/>
                </a:lnTo>
                <a:lnTo>
                  <a:pt x="6772" y="21227"/>
                </a:lnTo>
                <a:lnTo>
                  <a:pt x="4222" y="21600"/>
                </a:lnTo>
                <a:lnTo>
                  <a:pt x="1992" y="19969"/>
                </a:lnTo>
                <a:lnTo>
                  <a:pt x="811" y="18687"/>
                </a:lnTo>
                <a:lnTo>
                  <a:pt x="277" y="17086"/>
                </a:lnTo>
                <a:lnTo>
                  <a:pt x="0" y="14502"/>
                </a:lnTo>
                <a:lnTo>
                  <a:pt x="46" y="12776"/>
                </a:lnTo>
                <a:lnTo>
                  <a:pt x="92" y="11040"/>
                </a:lnTo>
                <a:lnTo>
                  <a:pt x="138" y="9283"/>
                </a:lnTo>
                <a:lnTo>
                  <a:pt x="173" y="7549"/>
                </a:lnTo>
                <a:lnTo>
                  <a:pt x="208" y="5805"/>
                </a:lnTo>
                <a:lnTo>
                  <a:pt x="242" y="4039"/>
                </a:lnTo>
                <a:lnTo>
                  <a:pt x="285" y="2705"/>
                </a:lnTo>
                <a:lnTo>
                  <a:pt x="331" y="1361"/>
                </a:lnTo>
                <a:lnTo>
                  <a:pt x="377" y="0"/>
                </a:lnTo>
                <a:close/>
              </a:path>
            </a:pathLst>
          </a:custGeom>
          <a:solidFill>
            <a:srgbClr val="20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8029" name="contour_08027"/>
          <p:cNvSpPr/>
          <p:nvPr/>
        </p:nvSpPr>
        <p:spPr>
          <a:xfrm>
            <a:off x="7028711" y="2485205"/>
            <a:ext cx="5216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53" y="0"/>
                </a:moveTo>
                <a:lnTo>
                  <a:pt x="11047" y="0"/>
                </a:lnTo>
                <a:lnTo>
                  <a:pt x="13054" y="0"/>
                </a:lnTo>
                <a:lnTo>
                  <a:pt x="15088" y="0"/>
                </a:lnTo>
                <a:lnTo>
                  <a:pt x="15088" y="1604"/>
                </a:lnTo>
                <a:lnTo>
                  <a:pt x="15088" y="3213"/>
                </a:lnTo>
                <a:lnTo>
                  <a:pt x="15088" y="4828"/>
                </a:lnTo>
                <a:lnTo>
                  <a:pt x="15088" y="6456"/>
                </a:lnTo>
                <a:lnTo>
                  <a:pt x="15088" y="8100"/>
                </a:lnTo>
                <a:lnTo>
                  <a:pt x="17083" y="8100"/>
                </a:lnTo>
                <a:lnTo>
                  <a:pt x="19089" y="8100"/>
                </a:lnTo>
                <a:lnTo>
                  <a:pt x="21123" y="8100"/>
                </a:lnTo>
                <a:lnTo>
                  <a:pt x="21440" y="10012"/>
                </a:lnTo>
                <a:lnTo>
                  <a:pt x="21600" y="11391"/>
                </a:lnTo>
                <a:lnTo>
                  <a:pt x="21600" y="12623"/>
                </a:lnTo>
                <a:lnTo>
                  <a:pt x="21440" y="14094"/>
                </a:lnTo>
                <a:lnTo>
                  <a:pt x="21123" y="16200"/>
                </a:lnTo>
                <a:lnTo>
                  <a:pt x="19304" y="16948"/>
                </a:lnTo>
                <a:lnTo>
                  <a:pt x="17596" y="17582"/>
                </a:lnTo>
                <a:lnTo>
                  <a:pt x="15930" y="18128"/>
                </a:lnTo>
                <a:lnTo>
                  <a:pt x="14243" y="18600"/>
                </a:lnTo>
                <a:lnTo>
                  <a:pt x="12475" y="19019"/>
                </a:lnTo>
                <a:lnTo>
                  <a:pt x="10562" y="19408"/>
                </a:lnTo>
                <a:lnTo>
                  <a:pt x="9047" y="19737"/>
                </a:lnTo>
                <a:lnTo>
                  <a:pt x="7508" y="20077"/>
                </a:lnTo>
                <a:lnTo>
                  <a:pt x="5637" y="20474"/>
                </a:lnTo>
                <a:lnTo>
                  <a:pt x="3760" y="20860"/>
                </a:lnTo>
                <a:lnTo>
                  <a:pt x="1880" y="21233"/>
                </a:lnTo>
                <a:lnTo>
                  <a:pt x="0" y="21600"/>
                </a:lnTo>
                <a:lnTo>
                  <a:pt x="0" y="19691"/>
                </a:lnTo>
                <a:lnTo>
                  <a:pt x="0" y="17779"/>
                </a:lnTo>
                <a:lnTo>
                  <a:pt x="0" y="15862"/>
                </a:lnTo>
                <a:lnTo>
                  <a:pt x="0" y="13937"/>
                </a:lnTo>
                <a:lnTo>
                  <a:pt x="0" y="12004"/>
                </a:lnTo>
                <a:lnTo>
                  <a:pt x="0" y="10060"/>
                </a:lnTo>
                <a:lnTo>
                  <a:pt x="0" y="8100"/>
                </a:lnTo>
                <a:lnTo>
                  <a:pt x="1995" y="8100"/>
                </a:lnTo>
                <a:lnTo>
                  <a:pt x="4001" y="8100"/>
                </a:lnTo>
                <a:lnTo>
                  <a:pt x="6035" y="8100"/>
                </a:lnTo>
                <a:lnTo>
                  <a:pt x="6533" y="6761"/>
                </a:lnTo>
                <a:lnTo>
                  <a:pt x="7034" y="5416"/>
                </a:lnTo>
                <a:lnTo>
                  <a:pt x="7544" y="4050"/>
                </a:lnTo>
                <a:lnTo>
                  <a:pt x="8042" y="2711"/>
                </a:lnTo>
                <a:lnTo>
                  <a:pt x="8543" y="1366"/>
                </a:lnTo>
                <a:lnTo>
                  <a:pt x="9053" y="0"/>
                </a:lnTo>
                <a:close/>
              </a:path>
            </a:pathLst>
          </a:custGeom>
          <a:solidFill>
            <a:srgbClr val="464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0" name="contour_08028"/>
          <p:cNvSpPr/>
          <p:nvPr/>
        </p:nvSpPr>
        <p:spPr>
          <a:xfrm>
            <a:off x="4638249" y="2464136"/>
            <a:ext cx="80168" cy="35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56"/>
                </a:moveTo>
                <a:lnTo>
                  <a:pt x="21600" y="6891"/>
                </a:lnTo>
                <a:lnTo>
                  <a:pt x="21600" y="9843"/>
                </a:lnTo>
                <a:lnTo>
                  <a:pt x="21600" y="12836"/>
                </a:lnTo>
                <a:lnTo>
                  <a:pt x="20422" y="14208"/>
                </a:lnTo>
                <a:lnTo>
                  <a:pt x="19456" y="14980"/>
                </a:lnTo>
                <a:lnTo>
                  <a:pt x="17873" y="15802"/>
                </a:lnTo>
                <a:lnTo>
                  <a:pt x="16701" y="16392"/>
                </a:lnTo>
                <a:lnTo>
                  <a:pt x="15509" y="16991"/>
                </a:lnTo>
                <a:lnTo>
                  <a:pt x="14268" y="17546"/>
                </a:lnTo>
                <a:lnTo>
                  <a:pt x="13009" y="18110"/>
                </a:lnTo>
                <a:lnTo>
                  <a:pt x="11792" y="18741"/>
                </a:lnTo>
                <a:lnTo>
                  <a:pt x="10555" y="19385"/>
                </a:lnTo>
                <a:lnTo>
                  <a:pt x="8351" y="20423"/>
                </a:lnTo>
                <a:lnTo>
                  <a:pt x="6718" y="21134"/>
                </a:lnTo>
                <a:lnTo>
                  <a:pt x="5502" y="21520"/>
                </a:lnTo>
                <a:lnTo>
                  <a:pt x="4546" y="21600"/>
                </a:lnTo>
                <a:lnTo>
                  <a:pt x="3698" y="21387"/>
                </a:lnTo>
                <a:lnTo>
                  <a:pt x="2800" y="20890"/>
                </a:lnTo>
                <a:lnTo>
                  <a:pt x="1699" y="20126"/>
                </a:lnTo>
                <a:lnTo>
                  <a:pt x="856" y="18710"/>
                </a:lnTo>
                <a:lnTo>
                  <a:pt x="0" y="17276"/>
                </a:lnTo>
                <a:lnTo>
                  <a:pt x="0" y="14341"/>
                </a:lnTo>
                <a:lnTo>
                  <a:pt x="0" y="11388"/>
                </a:lnTo>
                <a:lnTo>
                  <a:pt x="0" y="8396"/>
                </a:lnTo>
                <a:lnTo>
                  <a:pt x="1261" y="7281"/>
                </a:lnTo>
                <a:lnTo>
                  <a:pt x="2488" y="6282"/>
                </a:lnTo>
                <a:lnTo>
                  <a:pt x="3701" y="5386"/>
                </a:lnTo>
                <a:lnTo>
                  <a:pt x="4925" y="4573"/>
                </a:lnTo>
                <a:lnTo>
                  <a:pt x="6180" y="3823"/>
                </a:lnTo>
                <a:lnTo>
                  <a:pt x="7485" y="3121"/>
                </a:lnTo>
                <a:lnTo>
                  <a:pt x="8538" y="2491"/>
                </a:lnTo>
                <a:lnTo>
                  <a:pt x="9608" y="1847"/>
                </a:lnTo>
                <a:lnTo>
                  <a:pt x="11063" y="1106"/>
                </a:lnTo>
                <a:lnTo>
                  <a:pt x="12446" y="528"/>
                </a:lnTo>
                <a:lnTo>
                  <a:pt x="13773" y="147"/>
                </a:lnTo>
                <a:lnTo>
                  <a:pt x="15065" y="0"/>
                </a:lnTo>
                <a:lnTo>
                  <a:pt x="16335" y="120"/>
                </a:lnTo>
                <a:lnTo>
                  <a:pt x="17608" y="546"/>
                </a:lnTo>
                <a:lnTo>
                  <a:pt x="18896" y="1301"/>
                </a:lnTo>
                <a:lnTo>
                  <a:pt x="20222" y="2429"/>
                </a:lnTo>
                <a:lnTo>
                  <a:pt x="21600" y="3956"/>
                </a:lnTo>
                <a:close/>
              </a:path>
            </a:pathLst>
          </a:custGeom>
          <a:solidFill>
            <a:srgbClr val="607C93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1" name="contour_08029"/>
          <p:cNvSpPr/>
          <p:nvPr/>
        </p:nvSpPr>
        <p:spPr>
          <a:xfrm>
            <a:off x="1460685" y="2448765"/>
            <a:ext cx="65592" cy="521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32" y="190"/>
                </a:lnTo>
                <a:lnTo>
                  <a:pt x="8054" y="401"/>
                </a:lnTo>
                <a:lnTo>
                  <a:pt x="9662" y="639"/>
                </a:lnTo>
                <a:lnTo>
                  <a:pt x="11266" y="914"/>
                </a:lnTo>
                <a:lnTo>
                  <a:pt x="12859" y="1225"/>
                </a:lnTo>
                <a:lnTo>
                  <a:pt x="14448" y="1587"/>
                </a:lnTo>
                <a:lnTo>
                  <a:pt x="16034" y="2000"/>
                </a:lnTo>
                <a:lnTo>
                  <a:pt x="17616" y="2473"/>
                </a:lnTo>
                <a:lnTo>
                  <a:pt x="19200" y="3016"/>
                </a:lnTo>
                <a:lnTo>
                  <a:pt x="20371" y="5080"/>
                </a:lnTo>
                <a:lnTo>
                  <a:pt x="21082" y="6582"/>
                </a:lnTo>
                <a:lnTo>
                  <a:pt x="21446" y="7957"/>
                </a:lnTo>
                <a:lnTo>
                  <a:pt x="21581" y="9640"/>
                </a:lnTo>
                <a:lnTo>
                  <a:pt x="21600" y="12065"/>
                </a:lnTo>
                <a:lnTo>
                  <a:pt x="21077" y="14228"/>
                </a:lnTo>
                <a:lnTo>
                  <a:pt x="20623" y="15794"/>
                </a:lnTo>
                <a:lnTo>
                  <a:pt x="20100" y="17015"/>
                </a:lnTo>
                <a:lnTo>
                  <a:pt x="19378" y="18140"/>
                </a:lnTo>
                <a:lnTo>
                  <a:pt x="18322" y="19422"/>
                </a:lnTo>
                <a:lnTo>
                  <a:pt x="16800" y="21114"/>
                </a:lnTo>
                <a:lnTo>
                  <a:pt x="15110" y="21319"/>
                </a:lnTo>
                <a:lnTo>
                  <a:pt x="13428" y="21464"/>
                </a:lnTo>
                <a:lnTo>
                  <a:pt x="11750" y="21558"/>
                </a:lnTo>
                <a:lnTo>
                  <a:pt x="10078" y="21600"/>
                </a:lnTo>
                <a:lnTo>
                  <a:pt x="8405" y="21600"/>
                </a:lnTo>
                <a:lnTo>
                  <a:pt x="6732" y="21561"/>
                </a:lnTo>
                <a:lnTo>
                  <a:pt x="5057" y="21488"/>
                </a:lnTo>
                <a:lnTo>
                  <a:pt x="3377" y="21386"/>
                </a:lnTo>
                <a:lnTo>
                  <a:pt x="1692" y="21259"/>
                </a:lnTo>
                <a:lnTo>
                  <a:pt x="0" y="21114"/>
                </a:lnTo>
                <a:lnTo>
                  <a:pt x="0" y="19618"/>
                </a:lnTo>
                <a:lnTo>
                  <a:pt x="0" y="18098"/>
                </a:lnTo>
                <a:lnTo>
                  <a:pt x="1697" y="18098"/>
                </a:lnTo>
                <a:lnTo>
                  <a:pt x="3396" y="18098"/>
                </a:lnTo>
                <a:lnTo>
                  <a:pt x="5100" y="18098"/>
                </a:lnTo>
                <a:lnTo>
                  <a:pt x="6811" y="18098"/>
                </a:lnTo>
                <a:lnTo>
                  <a:pt x="8530" y="18098"/>
                </a:lnTo>
                <a:lnTo>
                  <a:pt x="10258" y="18098"/>
                </a:lnTo>
                <a:lnTo>
                  <a:pt x="12000" y="18098"/>
                </a:lnTo>
                <a:lnTo>
                  <a:pt x="12000" y="16306"/>
                </a:lnTo>
                <a:lnTo>
                  <a:pt x="12000" y="14509"/>
                </a:lnTo>
                <a:lnTo>
                  <a:pt x="12000" y="12705"/>
                </a:lnTo>
                <a:lnTo>
                  <a:pt x="12000" y="10886"/>
                </a:lnTo>
                <a:lnTo>
                  <a:pt x="12000" y="9049"/>
                </a:lnTo>
                <a:lnTo>
                  <a:pt x="10574" y="9049"/>
                </a:lnTo>
                <a:lnTo>
                  <a:pt x="9144" y="9049"/>
                </a:lnTo>
                <a:lnTo>
                  <a:pt x="7709" y="9049"/>
                </a:lnTo>
                <a:lnTo>
                  <a:pt x="6262" y="9049"/>
                </a:lnTo>
                <a:lnTo>
                  <a:pt x="4800" y="9049"/>
                </a:lnTo>
                <a:lnTo>
                  <a:pt x="4800" y="7257"/>
                </a:lnTo>
                <a:lnTo>
                  <a:pt x="4800" y="5460"/>
                </a:lnTo>
                <a:lnTo>
                  <a:pt x="4800" y="3656"/>
                </a:lnTo>
                <a:lnTo>
                  <a:pt x="4800" y="1837"/>
                </a:lnTo>
                <a:lnTo>
                  <a:pt x="4800" y="0"/>
                </a:lnTo>
                <a:close/>
              </a:path>
            </a:pathLst>
          </a:custGeom>
          <a:solidFill>
            <a:srgbClr val="2B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2" name="contour_08030"/>
          <p:cNvSpPr/>
          <p:nvPr/>
        </p:nvSpPr>
        <p:spPr>
          <a:xfrm>
            <a:off x="4266562" y="2439087"/>
            <a:ext cx="87456" cy="31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12" y="385"/>
                </a:moveTo>
                <a:lnTo>
                  <a:pt x="12892" y="256"/>
                </a:lnTo>
                <a:lnTo>
                  <a:pt x="13981" y="128"/>
                </a:lnTo>
                <a:lnTo>
                  <a:pt x="15082" y="0"/>
                </a:lnTo>
                <a:lnTo>
                  <a:pt x="16524" y="848"/>
                </a:lnTo>
                <a:lnTo>
                  <a:pt x="17510" y="1746"/>
                </a:lnTo>
                <a:lnTo>
                  <a:pt x="18286" y="3127"/>
                </a:lnTo>
                <a:lnTo>
                  <a:pt x="19096" y="5435"/>
                </a:lnTo>
                <a:lnTo>
                  <a:pt x="20187" y="9094"/>
                </a:lnTo>
                <a:lnTo>
                  <a:pt x="20394" y="10169"/>
                </a:lnTo>
                <a:lnTo>
                  <a:pt x="20761" y="12067"/>
                </a:lnTo>
                <a:lnTo>
                  <a:pt x="21600" y="16412"/>
                </a:lnTo>
                <a:lnTo>
                  <a:pt x="18927" y="17566"/>
                </a:lnTo>
                <a:lnTo>
                  <a:pt x="16562" y="18572"/>
                </a:lnTo>
                <a:lnTo>
                  <a:pt x="14476" y="19440"/>
                </a:lnTo>
                <a:lnTo>
                  <a:pt x="12645" y="20160"/>
                </a:lnTo>
                <a:lnTo>
                  <a:pt x="11041" y="20737"/>
                </a:lnTo>
                <a:lnTo>
                  <a:pt x="9641" y="21171"/>
                </a:lnTo>
                <a:lnTo>
                  <a:pt x="8415" y="21457"/>
                </a:lnTo>
                <a:lnTo>
                  <a:pt x="7339" y="21600"/>
                </a:lnTo>
                <a:lnTo>
                  <a:pt x="6385" y="21600"/>
                </a:lnTo>
                <a:lnTo>
                  <a:pt x="5528" y="21457"/>
                </a:lnTo>
                <a:lnTo>
                  <a:pt x="4739" y="21171"/>
                </a:lnTo>
                <a:lnTo>
                  <a:pt x="3994" y="20737"/>
                </a:lnTo>
                <a:lnTo>
                  <a:pt x="3267" y="20160"/>
                </a:lnTo>
                <a:lnTo>
                  <a:pt x="2531" y="19440"/>
                </a:lnTo>
                <a:lnTo>
                  <a:pt x="1759" y="18572"/>
                </a:lnTo>
                <a:lnTo>
                  <a:pt x="923" y="17566"/>
                </a:lnTo>
                <a:lnTo>
                  <a:pt x="0" y="16412"/>
                </a:lnTo>
                <a:lnTo>
                  <a:pt x="0" y="13152"/>
                </a:lnTo>
                <a:lnTo>
                  <a:pt x="0" y="9873"/>
                </a:lnTo>
                <a:lnTo>
                  <a:pt x="0" y="6549"/>
                </a:lnTo>
                <a:lnTo>
                  <a:pt x="1152" y="5163"/>
                </a:lnTo>
                <a:lnTo>
                  <a:pt x="2300" y="4009"/>
                </a:lnTo>
                <a:lnTo>
                  <a:pt x="3449" y="3058"/>
                </a:lnTo>
                <a:lnTo>
                  <a:pt x="4604" y="2293"/>
                </a:lnTo>
                <a:lnTo>
                  <a:pt x="5765" y="1696"/>
                </a:lnTo>
                <a:lnTo>
                  <a:pt x="6939" y="1238"/>
                </a:lnTo>
                <a:lnTo>
                  <a:pt x="8127" y="898"/>
                </a:lnTo>
                <a:lnTo>
                  <a:pt x="9333" y="661"/>
                </a:lnTo>
                <a:lnTo>
                  <a:pt x="10561" y="493"/>
                </a:lnTo>
                <a:lnTo>
                  <a:pt x="11812" y="385"/>
                </a:lnTo>
                <a:close/>
              </a:path>
            </a:pathLst>
          </a:custGeom>
          <a:solidFill>
            <a:srgbClr val="4D4C47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3" name="contour_08031"/>
          <p:cNvSpPr/>
          <p:nvPr/>
        </p:nvSpPr>
        <p:spPr>
          <a:xfrm>
            <a:off x="2276350" y="2375295"/>
            <a:ext cx="43487" cy="734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3" y="174"/>
                </a:moveTo>
                <a:lnTo>
                  <a:pt x="2863" y="58"/>
                </a:lnTo>
                <a:lnTo>
                  <a:pt x="4717" y="0"/>
                </a:lnTo>
                <a:lnTo>
                  <a:pt x="6367" y="0"/>
                </a:lnTo>
                <a:lnTo>
                  <a:pt x="8337" y="58"/>
                </a:lnTo>
                <a:lnTo>
                  <a:pt x="11153" y="174"/>
                </a:lnTo>
                <a:lnTo>
                  <a:pt x="12981" y="1416"/>
                </a:lnTo>
                <a:lnTo>
                  <a:pt x="14038" y="2423"/>
                </a:lnTo>
                <a:lnTo>
                  <a:pt x="15225" y="4056"/>
                </a:lnTo>
                <a:lnTo>
                  <a:pt x="16054" y="5237"/>
                </a:lnTo>
                <a:lnTo>
                  <a:pt x="16894" y="6434"/>
                </a:lnTo>
                <a:lnTo>
                  <a:pt x="17267" y="7009"/>
                </a:lnTo>
                <a:lnTo>
                  <a:pt x="18393" y="8744"/>
                </a:lnTo>
                <a:lnTo>
                  <a:pt x="19290" y="9850"/>
                </a:lnTo>
                <a:lnTo>
                  <a:pt x="20192" y="10964"/>
                </a:lnTo>
                <a:lnTo>
                  <a:pt x="21108" y="12091"/>
                </a:lnTo>
                <a:lnTo>
                  <a:pt x="21520" y="13623"/>
                </a:lnTo>
                <a:lnTo>
                  <a:pt x="21600" y="14737"/>
                </a:lnTo>
                <a:lnTo>
                  <a:pt x="21220" y="15757"/>
                </a:lnTo>
                <a:lnTo>
                  <a:pt x="20268" y="17000"/>
                </a:lnTo>
                <a:lnTo>
                  <a:pt x="18617" y="18789"/>
                </a:lnTo>
                <a:lnTo>
                  <a:pt x="17347" y="19717"/>
                </a:lnTo>
                <a:lnTo>
                  <a:pt x="16069" y="20653"/>
                </a:lnTo>
                <a:lnTo>
                  <a:pt x="14773" y="21600"/>
                </a:lnTo>
                <a:lnTo>
                  <a:pt x="14773" y="20184"/>
                </a:lnTo>
                <a:lnTo>
                  <a:pt x="14773" y="18759"/>
                </a:lnTo>
                <a:lnTo>
                  <a:pt x="14773" y="17315"/>
                </a:lnTo>
                <a:lnTo>
                  <a:pt x="14009" y="17355"/>
                </a:lnTo>
                <a:lnTo>
                  <a:pt x="12659" y="17424"/>
                </a:lnTo>
                <a:lnTo>
                  <a:pt x="9567" y="17583"/>
                </a:lnTo>
                <a:lnTo>
                  <a:pt x="7700" y="17495"/>
                </a:lnTo>
                <a:lnTo>
                  <a:pt x="5821" y="17405"/>
                </a:lnTo>
                <a:lnTo>
                  <a:pt x="3913" y="17315"/>
                </a:lnTo>
                <a:lnTo>
                  <a:pt x="2509" y="16016"/>
                </a:lnTo>
                <a:lnTo>
                  <a:pt x="1477" y="14720"/>
                </a:lnTo>
                <a:lnTo>
                  <a:pt x="767" y="13417"/>
                </a:lnTo>
                <a:lnTo>
                  <a:pt x="319" y="12091"/>
                </a:lnTo>
                <a:lnTo>
                  <a:pt x="83" y="10735"/>
                </a:lnTo>
                <a:lnTo>
                  <a:pt x="0" y="9329"/>
                </a:lnTo>
                <a:lnTo>
                  <a:pt x="14" y="7868"/>
                </a:lnTo>
                <a:lnTo>
                  <a:pt x="69" y="6334"/>
                </a:lnTo>
                <a:lnTo>
                  <a:pt x="101" y="5177"/>
                </a:lnTo>
                <a:lnTo>
                  <a:pt x="134" y="4013"/>
                </a:lnTo>
                <a:lnTo>
                  <a:pt x="167" y="2835"/>
                </a:lnTo>
                <a:lnTo>
                  <a:pt x="228" y="1513"/>
                </a:lnTo>
                <a:lnTo>
                  <a:pt x="293" y="174"/>
                </a:lnTo>
                <a:close/>
              </a:path>
            </a:pathLst>
          </a:custGeom>
          <a:solidFill>
            <a:srgbClr val="57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4" name="contour_08032"/>
          <p:cNvSpPr/>
          <p:nvPr/>
        </p:nvSpPr>
        <p:spPr>
          <a:xfrm>
            <a:off x="4374242" y="2391161"/>
            <a:ext cx="54507" cy="430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99" y="4237"/>
                </a:moveTo>
                <a:lnTo>
                  <a:pt x="20222" y="6296"/>
                </a:lnTo>
                <a:lnTo>
                  <a:pt x="20999" y="7979"/>
                </a:lnTo>
                <a:lnTo>
                  <a:pt x="21600" y="10723"/>
                </a:lnTo>
                <a:lnTo>
                  <a:pt x="21588" y="12739"/>
                </a:lnTo>
                <a:lnTo>
                  <a:pt x="21545" y="14312"/>
                </a:lnTo>
                <a:lnTo>
                  <a:pt x="21432" y="15966"/>
                </a:lnTo>
                <a:lnTo>
                  <a:pt x="21219" y="18220"/>
                </a:lnTo>
                <a:lnTo>
                  <a:pt x="20866" y="21600"/>
                </a:lnTo>
                <a:lnTo>
                  <a:pt x="19151" y="21209"/>
                </a:lnTo>
                <a:lnTo>
                  <a:pt x="17435" y="20810"/>
                </a:lnTo>
                <a:lnTo>
                  <a:pt x="15720" y="20407"/>
                </a:lnTo>
                <a:lnTo>
                  <a:pt x="14007" y="20001"/>
                </a:lnTo>
                <a:lnTo>
                  <a:pt x="12092" y="19551"/>
                </a:lnTo>
                <a:lnTo>
                  <a:pt x="10149" y="19098"/>
                </a:lnTo>
                <a:lnTo>
                  <a:pt x="8075" y="18413"/>
                </a:lnTo>
                <a:lnTo>
                  <a:pt x="6143" y="17660"/>
                </a:lnTo>
                <a:lnTo>
                  <a:pt x="4297" y="16763"/>
                </a:lnTo>
                <a:lnTo>
                  <a:pt x="2484" y="15662"/>
                </a:lnTo>
                <a:lnTo>
                  <a:pt x="650" y="14283"/>
                </a:lnTo>
                <a:lnTo>
                  <a:pt x="217" y="11561"/>
                </a:lnTo>
                <a:lnTo>
                  <a:pt x="0" y="9629"/>
                </a:lnTo>
                <a:lnTo>
                  <a:pt x="0" y="7961"/>
                </a:lnTo>
                <a:lnTo>
                  <a:pt x="217" y="6029"/>
                </a:lnTo>
                <a:lnTo>
                  <a:pt x="650" y="3307"/>
                </a:lnTo>
                <a:lnTo>
                  <a:pt x="2778" y="1771"/>
                </a:lnTo>
                <a:lnTo>
                  <a:pt x="4814" y="735"/>
                </a:lnTo>
                <a:lnTo>
                  <a:pt x="6784" y="154"/>
                </a:lnTo>
                <a:lnTo>
                  <a:pt x="8713" y="0"/>
                </a:lnTo>
                <a:lnTo>
                  <a:pt x="10625" y="227"/>
                </a:lnTo>
                <a:lnTo>
                  <a:pt x="12543" y="801"/>
                </a:lnTo>
                <a:lnTo>
                  <a:pt x="14495" y="1687"/>
                </a:lnTo>
                <a:lnTo>
                  <a:pt x="16505" y="2846"/>
                </a:lnTo>
                <a:lnTo>
                  <a:pt x="18599" y="4237"/>
                </a:lnTo>
                <a:close/>
              </a:path>
            </a:pathLst>
          </a:custGeom>
          <a:solidFill>
            <a:srgbClr val="14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5" name="contour_08033"/>
          <p:cNvSpPr/>
          <p:nvPr/>
        </p:nvSpPr>
        <p:spPr>
          <a:xfrm>
            <a:off x="1803221" y="2346733"/>
            <a:ext cx="65592" cy="66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97" y="0"/>
                </a:lnTo>
                <a:lnTo>
                  <a:pt x="8196" y="0"/>
                </a:lnTo>
                <a:lnTo>
                  <a:pt x="9900" y="0"/>
                </a:lnTo>
                <a:lnTo>
                  <a:pt x="11611" y="0"/>
                </a:lnTo>
                <a:lnTo>
                  <a:pt x="13330" y="0"/>
                </a:lnTo>
                <a:lnTo>
                  <a:pt x="15058" y="0"/>
                </a:lnTo>
                <a:lnTo>
                  <a:pt x="16800" y="0"/>
                </a:lnTo>
                <a:lnTo>
                  <a:pt x="16757" y="750"/>
                </a:lnTo>
                <a:lnTo>
                  <a:pt x="16632" y="3013"/>
                </a:lnTo>
                <a:lnTo>
                  <a:pt x="16589" y="4309"/>
                </a:lnTo>
                <a:lnTo>
                  <a:pt x="16546" y="5611"/>
                </a:lnTo>
                <a:lnTo>
                  <a:pt x="16500" y="6933"/>
                </a:lnTo>
                <a:lnTo>
                  <a:pt x="16474" y="7506"/>
                </a:lnTo>
                <a:lnTo>
                  <a:pt x="16430" y="8516"/>
                </a:lnTo>
                <a:lnTo>
                  <a:pt x="16332" y="10831"/>
                </a:lnTo>
                <a:lnTo>
                  <a:pt x="16565" y="12482"/>
                </a:lnTo>
                <a:lnTo>
                  <a:pt x="16800" y="14158"/>
                </a:lnTo>
                <a:lnTo>
                  <a:pt x="18235" y="15111"/>
                </a:lnTo>
                <a:lnTo>
                  <a:pt x="19214" y="15675"/>
                </a:lnTo>
                <a:lnTo>
                  <a:pt x="20186" y="16071"/>
                </a:lnTo>
                <a:lnTo>
                  <a:pt x="21600" y="16517"/>
                </a:lnTo>
                <a:lnTo>
                  <a:pt x="21230" y="17907"/>
                </a:lnTo>
                <a:lnTo>
                  <a:pt x="20856" y="18863"/>
                </a:lnTo>
                <a:lnTo>
                  <a:pt x="20256" y="19826"/>
                </a:lnTo>
                <a:lnTo>
                  <a:pt x="19200" y="21237"/>
                </a:lnTo>
                <a:lnTo>
                  <a:pt x="17527" y="21392"/>
                </a:lnTo>
                <a:lnTo>
                  <a:pt x="15910" y="21503"/>
                </a:lnTo>
                <a:lnTo>
                  <a:pt x="14318" y="21574"/>
                </a:lnTo>
                <a:lnTo>
                  <a:pt x="12727" y="21600"/>
                </a:lnTo>
                <a:lnTo>
                  <a:pt x="11114" y="21586"/>
                </a:lnTo>
                <a:lnTo>
                  <a:pt x="9451" y="21532"/>
                </a:lnTo>
                <a:lnTo>
                  <a:pt x="8767" y="21515"/>
                </a:lnTo>
                <a:lnTo>
                  <a:pt x="6708" y="21468"/>
                </a:lnTo>
                <a:lnTo>
                  <a:pt x="5030" y="21421"/>
                </a:lnTo>
                <a:lnTo>
                  <a:pt x="3353" y="21364"/>
                </a:lnTo>
                <a:lnTo>
                  <a:pt x="1675" y="21303"/>
                </a:lnTo>
                <a:lnTo>
                  <a:pt x="0" y="21237"/>
                </a:lnTo>
                <a:lnTo>
                  <a:pt x="1090" y="20047"/>
                </a:lnTo>
                <a:lnTo>
                  <a:pt x="2191" y="18868"/>
                </a:lnTo>
                <a:lnTo>
                  <a:pt x="3300" y="17697"/>
                </a:lnTo>
                <a:lnTo>
                  <a:pt x="4219" y="16708"/>
                </a:lnTo>
                <a:lnTo>
                  <a:pt x="5155" y="15706"/>
                </a:lnTo>
                <a:lnTo>
                  <a:pt x="6192" y="14951"/>
                </a:lnTo>
                <a:lnTo>
                  <a:pt x="7066" y="14493"/>
                </a:lnTo>
                <a:lnTo>
                  <a:pt x="8105" y="14257"/>
                </a:lnTo>
                <a:lnTo>
                  <a:pt x="9641" y="14170"/>
                </a:lnTo>
                <a:lnTo>
                  <a:pt x="12000" y="14158"/>
                </a:lnTo>
                <a:lnTo>
                  <a:pt x="12583" y="12615"/>
                </a:lnTo>
                <a:lnTo>
                  <a:pt x="12934" y="11484"/>
                </a:lnTo>
                <a:lnTo>
                  <a:pt x="13193" y="10217"/>
                </a:lnTo>
                <a:lnTo>
                  <a:pt x="13500" y="8259"/>
                </a:lnTo>
                <a:lnTo>
                  <a:pt x="13771" y="6612"/>
                </a:lnTo>
                <a:lnTo>
                  <a:pt x="14045" y="4941"/>
                </a:lnTo>
                <a:lnTo>
                  <a:pt x="14222" y="3660"/>
                </a:lnTo>
                <a:lnTo>
                  <a:pt x="14400" y="2360"/>
                </a:lnTo>
                <a:lnTo>
                  <a:pt x="12816" y="2749"/>
                </a:lnTo>
                <a:lnTo>
                  <a:pt x="11230" y="3138"/>
                </a:lnTo>
                <a:lnTo>
                  <a:pt x="9636" y="3530"/>
                </a:lnTo>
                <a:lnTo>
                  <a:pt x="8035" y="3924"/>
                </a:lnTo>
                <a:lnTo>
                  <a:pt x="6425" y="4320"/>
                </a:lnTo>
                <a:lnTo>
                  <a:pt x="4800" y="4719"/>
                </a:lnTo>
                <a:lnTo>
                  <a:pt x="4800" y="3160"/>
                </a:lnTo>
                <a:lnTo>
                  <a:pt x="4800" y="1590"/>
                </a:lnTo>
                <a:lnTo>
                  <a:pt x="4800" y="0"/>
                </a:lnTo>
                <a:close/>
              </a:path>
            </a:pathLst>
          </a:custGeom>
          <a:solidFill>
            <a:srgbClr val="71727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6" name="contour_08034"/>
          <p:cNvSpPr/>
          <p:nvPr/>
        </p:nvSpPr>
        <p:spPr>
          <a:xfrm>
            <a:off x="8129197" y="2388639"/>
            <a:ext cx="72880" cy="38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70" y="0"/>
                </a:moveTo>
                <a:lnTo>
                  <a:pt x="10066" y="66"/>
                </a:lnTo>
                <a:lnTo>
                  <a:pt x="11593" y="234"/>
                </a:lnTo>
                <a:lnTo>
                  <a:pt x="12990" y="578"/>
                </a:lnTo>
                <a:lnTo>
                  <a:pt x="14288" y="1161"/>
                </a:lnTo>
                <a:lnTo>
                  <a:pt x="15520" y="2047"/>
                </a:lnTo>
                <a:lnTo>
                  <a:pt x="16723" y="3302"/>
                </a:lnTo>
                <a:lnTo>
                  <a:pt x="17928" y="4988"/>
                </a:lnTo>
                <a:lnTo>
                  <a:pt x="19170" y="7178"/>
                </a:lnTo>
                <a:lnTo>
                  <a:pt x="19974" y="9213"/>
                </a:lnTo>
                <a:lnTo>
                  <a:pt x="20781" y="11255"/>
                </a:lnTo>
                <a:lnTo>
                  <a:pt x="21600" y="13331"/>
                </a:lnTo>
                <a:lnTo>
                  <a:pt x="20261" y="15652"/>
                </a:lnTo>
                <a:lnTo>
                  <a:pt x="19034" y="17552"/>
                </a:lnTo>
                <a:lnTo>
                  <a:pt x="17842" y="19049"/>
                </a:lnTo>
                <a:lnTo>
                  <a:pt x="16606" y="20177"/>
                </a:lnTo>
                <a:lnTo>
                  <a:pt x="15252" y="20960"/>
                </a:lnTo>
                <a:lnTo>
                  <a:pt x="13703" y="21424"/>
                </a:lnTo>
                <a:lnTo>
                  <a:pt x="11880" y="21600"/>
                </a:lnTo>
                <a:lnTo>
                  <a:pt x="10426" y="21231"/>
                </a:lnTo>
                <a:lnTo>
                  <a:pt x="9014" y="20821"/>
                </a:lnTo>
                <a:lnTo>
                  <a:pt x="7631" y="20345"/>
                </a:lnTo>
                <a:lnTo>
                  <a:pt x="6266" y="19787"/>
                </a:lnTo>
                <a:lnTo>
                  <a:pt x="4908" y="19131"/>
                </a:lnTo>
                <a:lnTo>
                  <a:pt x="3542" y="18351"/>
                </a:lnTo>
                <a:lnTo>
                  <a:pt x="2160" y="17433"/>
                </a:lnTo>
                <a:lnTo>
                  <a:pt x="1171" y="14381"/>
                </a:lnTo>
                <a:lnTo>
                  <a:pt x="564" y="12215"/>
                </a:lnTo>
                <a:lnTo>
                  <a:pt x="235" y="10345"/>
                </a:lnTo>
                <a:lnTo>
                  <a:pt x="82" y="8179"/>
                </a:lnTo>
                <a:lnTo>
                  <a:pt x="0" y="5127"/>
                </a:lnTo>
                <a:lnTo>
                  <a:pt x="1335" y="2884"/>
                </a:lnTo>
                <a:lnTo>
                  <a:pt x="2553" y="1440"/>
                </a:lnTo>
                <a:lnTo>
                  <a:pt x="3763" y="615"/>
                </a:lnTo>
                <a:lnTo>
                  <a:pt x="5065" y="226"/>
                </a:lnTo>
                <a:lnTo>
                  <a:pt x="6566" y="82"/>
                </a:lnTo>
                <a:lnTo>
                  <a:pt x="8370" y="0"/>
                </a:lnTo>
                <a:close/>
              </a:path>
            </a:pathLst>
          </a:custGeom>
          <a:solidFill>
            <a:srgbClr val="E1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7" name="contour_08035"/>
          <p:cNvSpPr/>
          <p:nvPr/>
        </p:nvSpPr>
        <p:spPr>
          <a:xfrm>
            <a:off x="1438821" y="2346733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57" y="213"/>
                </a:lnTo>
                <a:lnTo>
                  <a:pt x="9504" y="447"/>
                </a:lnTo>
                <a:lnTo>
                  <a:pt x="10640" y="716"/>
                </a:lnTo>
                <a:lnTo>
                  <a:pt x="11765" y="1037"/>
                </a:lnTo>
                <a:lnTo>
                  <a:pt x="12884" y="1419"/>
                </a:lnTo>
                <a:lnTo>
                  <a:pt x="13995" y="1879"/>
                </a:lnTo>
                <a:lnTo>
                  <a:pt x="15100" y="2428"/>
                </a:lnTo>
                <a:lnTo>
                  <a:pt x="16200" y="3086"/>
                </a:lnTo>
                <a:lnTo>
                  <a:pt x="16308" y="5381"/>
                </a:lnTo>
                <a:lnTo>
                  <a:pt x="16362" y="7011"/>
                </a:lnTo>
                <a:lnTo>
                  <a:pt x="16362" y="8418"/>
                </a:lnTo>
                <a:lnTo>
                  <a:pt x="16308" y="10047"/>
                </a:lnTo>
                <a:lnTo>
                  <a:pt x="16200" y="12343"/>
                </a:lnTo>
                <a:lnTo>
                  <a:pt x="17539" y="13201"/>
                </a:lnTo>
                <a:lnTo>
                  <a:pt x="18490" y="13790"/>
                </a:lnTo>
                <a:lnTo>
                  <a:pt x="19310" y="14259"/>
                </a:lnTo>
                <a:lnTo>
                  <a:pt x="20261" y="14756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20327" y="21600"/>
                </a:lnTo>
                <a:lnTo>
                  <a:pt x="19053" y="21600"/>
                </a:lnTo>
                <a:lnTo>
                  <a:pt x="17775" y="21600"/>
                </a:lnTo>
                <a:lnTo>
                  <a:pt x="16492" y="21600"/>
                </a:lnTo>
                <a:lnTo>
                  <a:pt x="15203" y="21600"/>
                </a:lnTo>
                <a:lnTo>
                  <a:pt x="13907" y="21600"/>
                </a:lnTo>
                <a:lnTo>
                  <a:pt x="12600" y="21600"/>
                </a:lnTo>
                <a:lnTo>
                  <a:pt x="12823" y="19690"/>
                </a:lnTo>
                <a:lnTo>
                  <a:pt x="13046" y="17780"/>
                </a:lnTo>
                <a:lnTo>
                  <a:pt x="13270" y="15864"/>
                </a:lnTo>
                <a:lnTo>
                  <a:pt x="13493" y="13944"/>
                </a:lnTo>
                <a:lnTo>
                  <a:pt x="13718" y="12016"/>
                </a:lnTo>
                <a:lnTo>
                  <a:pt x="13945" y="10078"/>
                </a:lnTo>
                <a:lnTo>
                  <a:pt x="14171" y="8131"/>
                </a:lnTo>
                <a:lnTo>
                  <a:pt x="14400" y="6171"/>
                </a:lnTo>
                <a:lnTo>
                  <a:pt x="13621" y="7366"/>
                </a:lnTo>
                <a:lnTo>
                  <a:pt x="12838" y="8563"/>
                </a:lnTo>
                <a:lnTo>
                  <a:pt x="12047" y="9769"/>
                </a:lnTo>
                <a:lnTo>
                  <a:pt x="11250" y="10991"/>
                </a:lnTo>
                <a:lnTo>
                  <a:pt x="9805" y="12871"/>
                </a:lnTo>
                <a:lnTo>
                  <a:pt x="8755" y="14126"/>
                </a:lnTo>
                <a:lnTo>
                  <a:pt x="7933" y="14882"/>
                </a:lnTo>
                <a:lnTo>
                  <a:pt x="7166" y="15259"/>
                </a:lnTo>
                <a:lnTo>
                  <a:pt x="6284" y="15376"/>
                </a:lnTo>
                <a:lnTo>
                  <a:pt x="5119" y="15358"/>
                </a:lnTo>
                <a:lnTo>
                  <a:pt x="4133" y="14904"/>
                </a:lnTo>
                <a:lnTo>
                  <a:pt x="3373" y="14521"/>
                </a:lnTo>
                <a:lnTo>
                  <a:pt x="2596" y="14065"/>
                </a:lnTo>
                <a:lnTo>
                  <a:pt x="1553" y="13386"/>
                </a:lnTo>
                <a:lnTo>
                  <a:pt x="0" y="12343"/>
                </a:lnTo>
                <a:lnTo>
                  <a:pt x="855" y="12596"/>
                </a:lnTo>
                <a:lnTo>
                  <a:pt x="1715" y="12855"/>
                </a:lnTo>
                <a:lnTo>
                  <a:pt x="2588" y="13114"/>
                </a:lnTo>
                <a:lnTo>
                  <a:pt x="3517" y="12861"/>
                </a:lnTo>
                <a:lnTo>
                  <a:pt x="4451" y="12602"/>
                </a:lnTo>
                <a:lnTo>
                  <a:pt x="5400" y="12343"/>
                </a:lnTo>
                <a:lnTo>
                  <a:pt x="5891" y="10349"/>
                </a:lnTo>
                <a:lnTo>
                  <a:pt x="6280" y="8341"/>
                </a:lnTo>
                <a:lnTo>
                  <a:pt x="6588" y="6307"/>
                </a:lnTo>
                <a:lnTo>
                  <a:pt x="6831" y="4243"/>
                </a:lnTo>
                <a:lnTo>
                  <a:pt x="7029" y="2145"/>
                </a:lnTo>
                <a:lnTo>
                  <a:pt x="7200" y="0"/>
                </a:lnTo>
                <a:close/>
              </a:path>
            </a:pathLst>
          </a:custGeom>
          <a:solidFill>
            <a:srgbClr val="524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8" name="contour_08036"/>
          <p:cNvSpPr/>
          <p:nvPr/>
        </p:nvSpPr>
        <p:spPr>
          <a:xfrm>
            <a:off x="7722083" y="2368597"/>
            <a:ext cx="42715" cy="950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58" y="0"/>
                </a:moveTo>
                <a:lnTo>
                  <a:pt x="9822" y="262"/>
                </a:lnTo>
                <a:lnTo>
                  <a:pt x="11878" y="479"/>
                </a:lnTo>
                <a:lnTo>
                  <a:pt x="13559" y="730"/>
                </a:lnTo>
                <a:lnTo>
                  <a:pt x="15394" y="1096"/>
                </a:lnTo>
                <a:lnTo>
                  <a:pt x="17915" y="1656"/>
                </a:lnTo>
                <a:lnTo>
                  <a:pt x="17023" y="2300"/>
                </a:lnTo>
                <a:lnTo>
                  <a:pt x="16116" y="2956"/>
                </a:lnTo>
                <a:lnTo>
                  <a:pt x="15287" y="3940"/>
                </a:lnTo>
                <a:lnTo>
                  <a:pt x="14583" y="4978"/>
                </a:lnTo>
                <a:lnTo>
                  <a:pt x="14004" y="6061"/>
                </a:lnTo>
                <a:lnTo>
                  <a:pt x="13551" y="7182"/>
                </a:lnTo>
                <a:lnTo>
                  <a:pt x="13223" y="8332"/>
                </a:lnTo>
                <a:lnTo>
                  <a:pt x="13020" y="9499"/>
                </a:lnTo>
                <a:lnTo>
                  <a:pt x="12943" y="10677"/>
                </a:lnTo>
                <a:lnTo>
                  <a:pt x="12991" y="11854"/>
                </a:lnTo>
                <a:lnTo>
                  <a:pt x="13164" y="13023"/>
                </a:lnTo>
                <a:lnTo>
                  <a:pt x="13459" y="14176"/>
                </a:lnTo>
                <a:lnTo>
                  <a:pt x="13879" y="15300"/>
                </a:lnTo>
                <a:lnTo>
                  <a:pt x="14425" y="16390"/>
                </a:lnTo>
                <a:lnTo>
                  <a:pt x="15092" y="17433"/>
                </a:lnTo>
                <a:lnTo>
                  <a:pt x="15884" y="18424"/>
                </a:lnTo>
                <a:lnTo>
                  <a:pt x="17115" y="19230"/>
                </a:lnTo>
                <a:lnTo>
                  <a:pt x="18121" y="19821"/>
                </a:lnTo>
                <a:lnTo>
                  <a:pt x="19437" y="20490"/>
                </a:lnTo>
                <a:lnTo>
                  <a:pt x="21600" y="21529"/>
                </a:lnTo>
                <a:lnTo>
                  <a:pt x="18991" y="21578"/>
                </a:lnTo>
                <a:lnTo>
                  <a:pt x="16533" y="21600"/>
                </a:lnTo>
                <a:lnTo>
                  <a:pt x="14192" y="21572"/>
                </a:lnTo>
                <a:lnTo>
                  <a:pt x="11937" y="21471"/>
                </a:lnTo>
                <a:lnTo>
                  <a:pt x="9737" y="21274"/>
                </a:lnTo>
                <a:lnTo>
                  <a:pt x="7566" y="20957"/>
                </a:lnTo>
                <a:lnTo>
                  <a:pt x="5388" y="20497"/>
                </a:lnTo>
                <a:lnTo>
                  <a:pt x="3173" y="19873"/>
                </a:lnTo>
                <a:lnTo>
                  <a:pt x="2838" y="18834"/>
                </a:lnTo>
                <a:lnTo>
                  <a:pt x="2701" y="18089"/>
                </a:lnTo>
                <a:lnTo>
                  <a:pt x="2746" y="17278"/>
                </a:lnTo>
                <a:lnTo>
                  <a:pt x="2945" y="16044"/>
                </a:lnTo>
                <a:lnTo>
                  <a:pt x="3040" y="14818"/>
                </a:lnTo>
                <a:lnTo>
                  <a:pt x="3040" y="13663"/>
                </a:lnTo>
                <a:lnTo>
                  <a:pt x="2923" y="12548"/>
                </a:lnTo>
                <a:lnTo>
                  <a:pt x="2665" y="11457"/>
                </a:lnTo>
                <a:lnTo>
                  <a:pt x="2252" y="10362"/>
                </a:lnTo>
                <a:lnTo>
                  <a:pt x="1662" y="9242"/>
                </a:lnTo>
                <a:lnTo>
                  <a:pt x="870" y="8073"/>
                </a:lnTo>
                <a:lnTo>
                  <a:pt x="299" y="6752"/>
                </a:lnTo>
                <a:lnTo>
                  <a:pt x="0" y="5776"/>
                </a:lnTo>
                <a:lnTo>
                  <a:pt x="7" y="4981"/>
                </a:lnTo>
                <a:lnTo>
                  <a:pt x="357" y="4195"/>
                </a:lnTo>
                <a:lnTo>
                  <a:pt x="1095" y="3246"/>
                </a:lnTo>
                <a:lnTo>
                  <a:pt x="2252" y="1967"/>
                </a:lnTo>
                <a:lnTo>
                  <a:pt x="3774" y="1318"/>
                </a:lnTo>
                <a:lnTo>
                  <a:pt x="5307" y="662"/>
                </a:lnTo>
                <a:lnTo>
                  <a:pt x="6858" y="0"/>
                </a:lnTo>
                <a:close/>
              </a:path>
            </a:pathLst>
          </a:custGeom>
          <a:solidFill>
            <a:srgbClr val="D9E1EE"/>
          </a:solidFill>
          <a:ln>
            <a:noFill/>
          </a:ln>
        </p:spPr>
        <p:txBody>
          <a:bodyPr/>
          <a:lstStyle/>
          <a:p/>
        </p:txBody>
      </p:sp>
      <p:sp>
        <p:nvSpPr>
          <p:cNvPr id="8039" name="contour_08037"/>
          <p:cNvSpPr/>
          <p:nvPr/>
        </p:nvSpPr>
        <p:spPr>
          <a:xfrm>
            <a:off x="578838" y="2346733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698" y="842"/>
                </a:lnTo>
                <a:lnTo>
                  <a:pt x="14469" y="1717"/>
                </a:lnTo>
                <a:lnTo>
                  <a:pt x="16124" y="2668"/>
                </a:lnTo>
                <a:lnTo>
                  <a:pt x="17658" y="3739"/>
                </a:lnTo>
                <a:lnTo>
                  <a:pt x="19081" y="4973"/>
                </a:lnTo>
                <a:lnTo>
                  <a:pt x="20393" y="6412"/>
                </a:lnTo>
                <a:lnTo>
                  <a:pt x="21600" y="8100"/>
                </a:lnTo>
                <a:lnTo>
                  <a:pt x="21257" y="9933"/>
                </a:lnTo>
                <a:lnTo>
                  <a:pt x="20787" y="11624"/>
                </a:lnTo>
                <a:lnTo>
                  <a:pt x="20177" y="13200"/>
                </a:lnTo>
                <a:lnTo>
                  <a:pt x="19424" y="14691"/>
                </a:lnTo>
                <a:lnTo>
                  <a:pt x="18514" y="16119"/>
                </a:lnTo>
                <a:lnTo>
                  <a:pt x="17442" y="17512"/>
                </a:lnTo>
                <a:lnTo>
                  <a:pt x="16200" y="18900"/>
                </a:lnTo>
                <a:lnTo>
                  <a:pt x="14537" y="19491"/>
                </a:lnTo>
                <a:lnTo>
                  <a:pt x="12879" y="19991"/>
                </a:lnTo>
                <a:lnTo>
                  <a:pt x="11221" y="20407"/>
                </a:lnTo>
                <a:lnTo>
                  <a:pt x="9558" y="20752"/>
                </a:lnTo>
                <a:lnTo>
                  <a:pt x="7879" y="21036"/>
                </a:lnTo>
                <a:lnTo>
                  <a:pt x="6180" y="21265"/>
                </a:lnTo>
                <a:lnTo>
                  <a:pt x="4458" y="21449"/>
                </a:lnTo>
                <a:lnTo>
                  <a:pt x="2700" y="21600"/>
                </a:lnTo>
                <a:lnTo>
                  <a:pt x="2165" y="19996"/>
                </a:lnTo>
                <a:lnTo>
                  <a:pt x="1628" y="18387"/>
                </a:lnTo>
                <a:lnTo>
                  <a:pt x="1091" y="16772"/>
                </a:lnTo>
                <a:lnTo>
                  <a:pt x="548" y="15144"/>
                </a:lnTo>
                <a:lnTo>
                  <a:pt x="0" y="13500"/>
                </a:lnTo>
                <a:lnTo>
                  <a:pt x="586" y="13449"/>
                </a:lnTo>
                <a:lnTo>
                  <a:pt x="2362" y="13289"/>
                </a:lnTo>
                <a:lnTo>
                  <a:pt x="4188" y="12992"/>
                </a:lnTo>
                <a:lnTo>
                  <a:pt x="5889" y="12650"/>
                </a:lnTo>
                <a:lnTo>
                  <a:pt x="7525" y="12204"/>
                </a:lnTo>
                <a:lnTo>
                  <a:pt x="9142" y="11607"/>
                </a:lnTo>
                <a:lnTo>
                  <a:pt x="10800" y="10800"/>
                </a:lnTo>
                <a:lnTo>
                  <a:pt x="11213" y="8926"/>
                </a:lnTo>
                <a:lnTo>
                  <a:pt x="11399" y="7174"/>
                </a:lnTo>
                <a:lnTo>
                  <a:pt x="11407" y="5476"/>
                </a:lnTo>
                <a:lnTo>
                  <a:pt x="11278" y="3761"/>
                </a:lnTo>
                <a:lnTo>
                  <a:pt x="11059" y="1958"/>
                </a:lnTo>
                <a:lnTo>
                  <a:pt x="10800" y="0"/>
                </a:lnTo>
                <a:close/>
              </a:path>
            </a:pathLst>
          </a:custGeom>
          <a:solidFill>
            <a:srgbClr val="AB8D5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0" name="contour_08038"/>
          <p:cNvSpPr/>
          <p:nvPr/>
        </p:nvSpPr>
        <p:spPr>
          <a:xfrm>
            <a:off x="1795933" y="2281141"/>
            <a:ext cx="43728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70" y="298"/>
                </a:lnTo>
                <a:lnTo>
                  <a:pt x="11617" y="606"/>
                </a:lnTo>
                <a:lnTo>
                  <a:pt x="13259" y="1068"/>
                </a:lnTo>
                <a:lnTo>
                  <a:pt x="15214" y="1832"/>
                </a:lnTo>
                <a:lnTo>
                  <a:pt x="18000" y="3043"/>
                </a:lnTo>
                <a:lnTo>
                  <a:pt x="18824" y="4899"/>
                </a:lnTo>
                <a:lnTo>
                  <a:pt x="19537" y="6759"/>
                </a:lnTo>
                <a:lnTo>
                  <a:pt x="20146" y="8627"/>
                </a:lnTo>
                <a:lnTo>
                  <a:pt x="20646" y="10508"/>
                </a:lnTo>
                <a:lnTo>
                  <a:pt x="21038" y="12404"/>
                </a:lnTo>
                <a:lnTo>
                  <a:pt x="21330" y="14327"/>
                </a:lnTo>
                <a:lnTo>
                  <a:pt x="21517" y="16275"/>
                </a:lnTo>
                <a:lnTo>
                  <a:pt x="21600" y="18259"/>
                </a:lnTo>
                <a:lnTo>
                  <a:pt x="19451" y="20024"/>
                </a:lnTo>
                <a:lnTo>
                  <a:pt x="17914" y="20958"/>
                </a:lnTo>
                <a:lnTo>
                  <a:pt x="16247" y="21381"/>
                </a:lnTo>
                <a:lnTo>
                  <a:pt x="13712" y="21600"/>
                </a:lnTo>
                <a:lnTo>
                  <a:pt x="11261" y="21545"/>
                </a:lnTo>
                <a:lnTo>
                  <a:pt x="8777" y="21490"/>
                </a:lnTo>
                <a:lnTo>
                  <a:pt x="7823" y="21469"/>
                </a:lnTo>
                <a:lnTo>
                  <a:pt x="6592" y="21445"/>
                </a:lnTo>
                <a:lnTo>
                  <a:pt x="4259" y="21393"/>
                </a:lnTo>
                <a:lnTo>
                  <a:pt x="0" y="21302"/>
                </a:lnTo>
                <a:lnTo>
                  <a:pt x="0" y="19150"/>
                </a:lnTo>
                <a:lnTo>
                  <a:pt x="0" y="16996"/>
                </a:lnTo>
                <a:lnTo>
                  <a:pt x="0" y="14835"/>
                </a:lnTo>
                <a:lnTo>
                  <a:pt x="0" y="12665"/>
                </a:lnTo>
                <a:lnTo>
                  <a:pt x="0" y="10487"/>
                </a:lnTo>
                <a:lnTo>
                  <a:pt x="0" y="8296"/>
                </a:lnTo>
                <a:lnTo>
                  <a:pt x="0" y="6086"/>
                </a:lnTo>
                <a:lnTo>
                  <a:pt x="2380" y="6086"/>
                </a:lnTo>
                <a:lnTo>
                  <a:pt x="4774" y="6086"/>
                </a:lnTo>
                <a:lnTo>
                  <a:pt x="7200" y="6086"/>
                </a:lnTo>
                <a:lnTo>
                  <a:pt x="7200" y="4075"/>
                </a:lnTo>
                <a:lnTo>
                  <a:pt x="7200" y="2051"/>
                </a:lnTo>
                <a:lnTo>
                  <a:pt x="7200" y="0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1" name="contour_08039"/>
          <p:cNvSpPr/>
          <p:nvPr/>
        </p:nvSpPr>
        <p:spPr>
          <a:xfrm>
            <a:off x="4689775" y="2281141"/>
            <a:ext cx="7965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8" y="0"/>
                </a:moveTo>
                <a:lnTo>
                  <a:pt x="3144" y="0"/>
                </a:lnTo>
                <a:lnTo>
                  <a:pt x="4458" y="0"/>
                </a:lnTo>
                <a:lnTo>
                  <a:pt x="5790" y="0"/>
                </a:lnTo>
                <a:lnTo>
                  <a:pt x="5790" y="2856"/>
                </a:lnTo>
                <a:lnTo>
                  <a:pt x="5790" y="5728"/>
                </a:lnTo>
                <a:lnTo>
                  <a:pt x="5790" y="8640"/>
                </a:lnTo>
                <a:lnTo>
                  <a:pt x="7035" y="7862"/>
                </a:lnTo>
                <a:lnTo>
                  <a:pt x="8280" y="7085"/>
                </a:lnTo>
                <a:lnTo>
                  <a:pt x="9527" y="6307"/>
                </a:lnTo>
                <a:lnTo>
                  <a:pt x="10776" y="5525"/>
                </a:lnTo>
                <a:lnTo>
                  <a:pt x="12029" y="4743"/>
                </a:lnTo>
                <a:lnTo>
                  <a:pt x="13282" y="3961"/>
                </a:lnTo>
                <a:lnTo>
                  <a:pt x="14541" y="3175"/>
                </a:lnTo>
                <a:lnTo>
                  <a:pt x="15804" y="2385"/>
                </a:lnTo>
                <a:lnTo>
                  <a:pt x="17071" y="1594"/>
                </a:lnTo>
                <a:lnTo>
                  <a:pt x="18345" y="799"/>
                </a:lnTo>
                <a:lnTo>
                  <a:pt x="19624" y="0"/>
                </a:lnTo>
                <a:lnTo>
                  <a:pt x="19869" y="2674"/>
                </a:lnTo>
                <a:lnTo>
                  <a:pt x="20114" y="5348"/>
                </a:lnTo>
                <a:lnTo>
                  <a:pt x="20359" y="8031"/>
                </a:lnTo>
                <a:lnTo>
                  <a:pt x="20604" y="10718"/>
                </a:lnTo>
                <a:lnTo>
                  <a:pt x="20851" y="13418"/>
                </a:lnTo>
                <a:lnTo>
                  <a:pt x="21100" y="16131"/>
                </a:lnTo>
                <a:lnTo>
                  <a:pt x="21349" y="18857"/>
                </a:lnTo>
                <a:lnTo>
                  <a:pt x="21600" y="21600"/>
                </a:lnTo>
                <a:lnTo>
                  <a:pt x="20669" y="21237"/>
                </a:lnTo>
                <a:lnTo>
                  <a:pt x="19732" y="20870"/>
                </a:lnTo>
                <a:lnTo>
                  <a:pt x="18782" y="20503"/>
                </a:lnTo>
                <a:lnTo>
                  <a:pt x="17551" y="20062"/>
                </a:lnTo>
                <a:lnTo>
                  <a:pt x="16312" y="19617"/>
                </a:lnTo>
                <a:lnTo>
                  <a:pt x="15055" y="19172"/>
                </a:lnTo>
                <a:lnTo>
                  <a:pt x="13837" y="18719"/>
                </a:lnTo>
                <a:lnTo>
                  <a:pt x="12612" y="18265"/>
                </a:lnTo>
                <a:lnTo>
                  <a:pt x="11371" y="17803"/>
                </a:lnTo>
                <a:lnTo>
                  <a:pt x="9840" y="17677"/>
                </a:lnTo>
                <a:lnTo>
                  <a:pt x="8440" y="17768"/>
                </a:lnTo>
                <a:lnTo>
                  <a:pt x="7126" y="18079"/>
                </a:lnTo>
                <a:lnTo>
                  <a:pt x="5856" y="18619"/>
                </a:lnTo>
                <a:lnTo>
                  <a:pt x="4579" y="19380"/>
                </a:lnTo>
                <a:lnTo>
                  <a:pt x="3255" y="20373"/>
                </a:lnTo>
                <a:lnTo>
                  <a:pt x="1838" y="21600"/>
                </a:lnTo>
                <a:lnTo>
                  <a:pt x="935" y="16723"/>
                </a:lnTo>
                <a:lnTo>
                  <a:pt x="354" y="13262"/>
                </a:lnTo>
                <a:lnTo>
                  <a:pt x="53" y="10714"/>
                </a:lnTo>
                <a:lnTo>
                  <a:pt x="0" y="8571"/>
                </a:lnTo>
                <a:lnTo>
                  <a:pt x="154" y="6337"/>
                </a:lnTo>
                <a:lnTo>
                  <a:pt x="478" y="3508"/>
                </a:lnTo>
                <a:lnTo>
                  <a:pt x="1152" y="1767"/>
                </a:lnTo>
                <a:lnTo>
                  <a:pt x="1838" y="0"/>
                </a:lnTo>
                <a:close/>
              </a:path>
            </a:pathLst>
          </a:custGeom>
          <a:solidFill>
            <a:srgbClr val="456C89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2" name="contour_08040"/>
          <p:cNvSpPr/>
          <p:nvPr/>
        </p:nvSpPr>
        <p:spPr>
          <a:xfrm>
            <a:off x="10352035" y="2236699"/>
            <a:ext cx="109320" cy="31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496"/>
                </a:moveTo>
                <a:lnTo>
                  <a:pt x="9612" y="420"/>
                </a:lnTo>
                <a:lnTo>
                  <a:pt x="10584" y="349"/>
                </a:lnTo>
                <a:lnTo>
                  <a:pt x="11556" y="289"/>
                </a:lnTo>
                <a:lnTo>
                  <a:pt x="12528" y="233"/>
                </a:lnTo>
                <a:lnTo>
                  <a:pt x="13500" y="182"/>
                </a:lnTo>
                <a:lnTo>
                  <a:pt x="14403" y="121"/>
                </a:lnTo>
                <a:lnTo>
                  <a:pt x="15312" y="61"/>
                </a:lnTo>
                <a:lnTo>
                  <a:pt x="16233" y="0"/>
                </a:lnTo>
                <a:lnTo>
                  <a:pt x="17781" y="329"/>
                </a:lnTo>
                <a:lnTo>
                  <a:pt x="18870" y="694"/>
                </a:lnTo>
                <a:lnTo>
                  <a:pt x="19646" y="1240"/>
                </a:lnTo>
                <a:lnTo>
                  <a:pt x="20261" y="2131"/>
                </a:lnTo>
                <a:lnTo>
                  <a:pt x="20863" y="3518"/>
                </a:lnTo>
                <a:lnTo>
                  <a:pt x="21600" y="5558"/>
                </a:lnTo>
                <a:lnTo>
                  <a:pt x="21600" y="8904"/>
                </a:lnTo>
                <a:lnTo>
                  <a:pt x="21600" y="12271"/>
                </a:lnTo>
                <a:lnTo>
                  <a:pt x="21600" y="15682"/>
                </a:lnTo>
                <a:lnTo>
                  <a:pt x="20650" y="15262"/>
                </a:lnTo>
                <a:lnTo>
                  <a:pt x="19699" y="14847"/>
                </a:lnTo>
                <a:lnTo>
                  <a:pt x="18747" y="14427"/>
                </a:lnTo>
                <a:lnTo>
                  <a:pt x="17794" y="14012"/>
                </a:lnTo>
                <a:lnTo>
                  <a:pt x="16839" y="13592"/>
                </a:lnTo>
                <a:lnTo>
                  <a:pt x="15883" y="13172"/>
                </a:lnTo>
                <a:lnTo>
                  <a:pt x="14924" y="12751"/>
                </a:lnTo>
                <a:lnTo>
                  <a:pt x="13962" y="12326"/>
                </a:lnTo>
                <a:lnTo>
                  <a:pt x="12997" y="11901"/>
                </a:lnTo>
                <a:lnTo>
                  <a:pt x="12030" y="11476"/>
                </a:lnTo>
                <a:lnTo>
                  <a:pt x="11056" y="11051"/>
                </a:lnTo>
                <a:lnTo>
                  <a:pt x="10080" y="10620"/>
                </a:lnTo>
                <a:lnTo>
                  <a:pt x="10080" y="13966"/>
                </a:lnTo>
                <a:lnTo>
                  <a:pt x="10080" y="17333"/>
                </a:lnTo>
                <a:lnTo>
                  <a:pt x="10080" y="20745"/>
                </a:lnTo>
                <a:lnTo>
                  <a:pt x="9039" y="21094"/>
                </a:lnTo>
                <a:lnTo>
                  <a:pt x="8008" y="21372"/>
                </a:lnTo>
                <a:lnTo>
                  <a:pt x="6985" y="21549"/>
                </a:lnTo>
                <a:lnTo>
                  <a:pt x="5966" y="21600"/>
                </a:lnTo>
                <a:lnTo>
                  <a:pt x="4945" y="21499"/>
                </a:lnTo>
                <a:lnTo>
                  <a:pt x="3918" y="21225"/>
                </a:lnTo>
                <a:lnTo>
                  <a:pt x="2880" y="20745"/>
                </a:lnTo>
                <a:lnTo>
                  <a:pt x="2079" y="17510"/>
                </a:lnTo>
                <a:lnTo>
                  <a:pt x="1513" y="15121"/>
                </a:lnTo>
                <a:lnTo>
                  <a:pt x="1103" y="13151"/>
                </a:lnTo>
                <a:lnTo>
                  <a:pt x="768" y="11182"/>
                </a:lnTo>
                <a:lnTo>
                  <a:pt x="426" y="8793"/>
                </a:lnTo>
                <a:lnTo>
                  <a:pt x="0" y="5558"/>
                </a:lnTo>
                <a:lnTo>
                  <a:pt x="435" y="5811"/>
                </a:lnTo>
                <a:lnTo>
                  <a:pt x="834" y="6049"/>
                </a:lnTo>
                <a:lnTo>
                  <a:pt x="1270" y="6302"/>
                </a:lnTo>
                <a:lnTo>
                  <a:pt x="1814" y="6621"/>
                </a:lnTo>
                <a:lnTo>
                  <a:pt x="2537" y="7046"/>
                </a:lnTo>
                <a:lnTo>
                  <a:pt x="3511" y="7613"/>
                </a:lnTo>
                <a:lnTo>
                  <a:pt x="4804" y="8373"/>
                </a:lnTo>
                <a:lnTo>
                  <a:pt x="6490" y="9360"/>
                </a:lnTo>
                <a:lnTo>
                  <a:pt x="8640" y="10620"/>
                </a:lnTo>
                <a:lnTo>
                  <a:pt x="8640" y="7274"/>
                </a:lnTo>
                <a:lnTo>
                  <a:pt x="8640" y="3908"/>
                </a:lnTo>
                <a:lnTo>
                  <a:pt x="8640" y="496"/>
                </a:lnTo>
                <a:close/>
              </a:path>
            </a:pathLst>
          </a:custGeom>
          <a:solidFill>
            <a:srgbClr val="67696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3" name="contour_08041"/>
          <p:cNvSpPr/>
          <p:nvPr/>
        </p:nvSpPr>
        <p:spPr>
          <a:xfrm>
            <a:off x="877646" y="2222837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691" y="765"/>
                </a:lnTo>
                <a:lnTo>
                  <a:pt x="3587" y="1531"/>
                </a:lnTo>
                <a:lnTo>
                  <a:pt x="4487" y="2305"/>
                </a:lnTo>
                <a:lnTo>
                  <a:pt x="5400" y="3086"/>
                </a:lnTo>
                <a:lnTo>
                  <a:pt x="5400" y="5125"/>
                </a:lnTo>
                <a:lnTo>
                  <a:pt x="5400" y="7177"/>
                </a:lnTo>
                <a:lnTo>
                  <a:pt x="5400" y="9257"/>
                </a:lnTo>
                <a:lnTo>
                  <a:pt x="5827" y="9035"/>
                </a:lnTo>
                <a:lnTo>
                  <a:pt x="7115" y="8365"/>
                </a:lnTo>
                <a:lnTo>
                  <a:pt x="8530" y="7754"/>
                </a:lnTo>
                <a:lnTo>
                  <a:pt x="9855" y="7245"/>
                </a:lnTo>
                <a:lnTo>
                  <a:pt x="11115" y="6869"/>
                </a:lnTo>
                <a:lnTo>
                  <a:pt x="12334" y="6653"/>
                </a:lnTo>
                <a:lnTo>
                  <a:pt x="13529" y="6631"/>
                </a:lnTo>
                <a:lnTo>
                  <a:pt x="14728" y="6829"/>
                </a:lnTo>
                <a:lnTo>
                  <a:pt x="15952" y="7282"/>
                </a:lnTo>
                <a:lnTo>
                  <a:pt x="17222" y="8017"/>
                </a:lnTo>
                <a:lnTo>
                  <a:pt x="18562" y="9066"/>
                </a:lnTo>
                <a:lnTo>
                  <a:pt x="19566" y="10149"/>
                </a:lnTo>
                <a:lnTo>
                  <a:pt x="20576" y="11238"/>
                </a:lnTo>
                <a:lnTo>
                  <a:pt x="21600" y="12343"/>
                </a:lnTo>
                <a:lnTo>
                  <a:pt x="21276" y="14228"/>
                </a:lnTo>
                <a:lnTo>
                  <a:pt x="20979" y="15500"/>
                </a:lnTo>
                <a:lnTo>
                  <a:pt x="20543" y="16737"/>
                </a:lnTo>
                <a:lnTo>
                  <a:pt x="19800" y="18514"/>
                </a:lnTo>
                <a:lnTo>
                  <a:pt x="18466" y="18363"/>
                </a:lnTo>
                <a:lnTo>
                  <a:pt x="17491" y="18206"/>
                </a:lnTo>
                <a:lnTo>
                  <a:pt x="16583" y="17971"/>
                </a:lnTo>
                <a:lnTo>
                  <a:pt x="15462" y="17585"/>
                </a:lnTo>
                <a:lnTo>
                  <a:pt x="13838" y="16971"/>
                </a:lnTo>
                <a:lnTo>
                  <a:pt x="12267" y="16527"/>
                </a:lnTo>
                <a:lnTo>
                  <a:pt x="10832" y="16219"/>
                </a:lnTo>
                <a:lnTo>
                  <a:pt x="9513" y="16058"/>
                </a:lnTo>
                <a:lnTo>
                  <a:pt x="8280" y="16058"/>
                </a:lnTo>
                <a:lnTo>
                  <a:pt x="7110" y="16228"/>
                </a:lnTo>
                <a:lnTo>
                  <a:pt x="5980" y="16586"/>
                </a:lnTo>
                <a:lnTo>
                  <a:pt x="4860" y="17141"/>
                </a:lnTo>
                <a:lnTo>
                  <a:pt x="3728" y="17909"/>
                </a:lnTo>
                <a:lnTo>
                  <a:pt x="2556" y="18897"/>
                </a:lnTo>
                <a:lnTo>
                  <a:pt x="1323" y="20125"/>
                </a:lnTo>
                <a:lnTo>
                  <a:pt x="0" y="21600"/>
                </a:lnTo>
                <a:lnTo>
                  <a:pt x="178" y="19462"/>
                </a:lnTo>
                <a:lnTo>
                  <a:pt x="356" y="17320"/>
                </a:lnTo>
                <a:lnTo>
                  <a:pt x="535" y="15179"/>
                </a:lnTo>
                <a:lnTo>
                  <a:pt x="715" y="13034"/>
                </a:lnTo>
                <a:lnTo>
                  <a:pt x="893" y="10880"/>
                </a:lnTo>
                <a:lnTo>
                  <a:pt x="1073" y="8723"/>
                </a:lnTo>
                <a:lnTo>
                  <a:pt x="1253" y="6557"/>
                </a:lnTo>
                <a:lnTo>
                  <a:pt x="1435" y="4382"/>
                </a:lnTo>
                <a:lnTo>
                  <a:pt x="1616" y="2197"/>
                </a:lnTo>
                <a:lnTo>
                  <a:pt x="1800" y="0"/>
                </a:lnTo>
                <a:close/>
              </a:path>
            </a:pathLst>
          </a:custGeom>
          <a:solidFill>
            <a:srgbClr val="64625F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4" name="contour_08042"/>
          <p:cNvSpPr/>
          <p:nvPr/>
        </p:nvSpPr>
        <p:spPr>
          <a:xfrm>
            <a:off x="7320230" y="2120806"/>
            <a:ext cx="8731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3" y="0"/>
                </a:moveTo>
                <a:lnTo>
                  <a:pt x="2932" y="329"/>
                </a:lnTo>
                <a:lnTo>
                  <a:pt x="4059" y="662"/>
                </a:lnTo>
                <a:lnTo>
                  <a:pt x="5187" y="996"/>
                </a:lnTo>
                <a:lnTo>
                  <a:pt x="6312" y="1334"/>
                </a:lnTo>
                <a:lnTo>
                  <a:pt x="7439" y="1674"/>
                </a:lnTo>
                <a:lnTo>
                  <a:pt x="8566" y="2017"/>
                </a:lnTo>
                <a:lnTo>
                  <a:pt x="9691" y="2362"/>
                </a:lnTo>
                <a:lnTo>
                  <a:pt x="10809" y="2681"/>
                </a:lnTo>
                <a:lnTo>
                  <a:pt x="11945" y="3005"/>
                </a:lnTo>
                <a:lnTo>
                  <a:pt x="13148" y="3394"/>
                </a:lnTo>
                <a:lnTo>
                  <a:pt x="14276" y="3796"/>
                </a:lnTo>
                <a:lnTo>
                  <a:pt x="15344" y="4236"/>
                </a:lnTo>
                <a:lnTo>
                  <a:pt x="16371" y="4738"/>
                </a:lnTo>
                <a:lnTo>
                  <a:pt x="17372" y="5335"/>
                </a:lnTo>
                <a:lnTo>
                  <a:pt x="18365" y="6048"/>
                </a:lnTo>
                <a:lnTo>
                  <a:pt x="19368" y="6907"/>
                </a:lnTo>
                <a:lnTo>
                  <a:pt x="20396" y="7933"/>
                </a:lnTo>
                <a:lnTo>
                  <a:pt x="21111" y="9636"/>
                </a:lnTo>
                <a:lnTo>
                  <a:pt x="21476" y="10803"/>
                </a:lnTo>
                <a:lnTo>
                  <a:pt x="21600" y="11975"/>
                </a:lnTo>
                <a:lnTo>
                  <a:pt x="21595" y="13689"/>
                </a:lnTo>
                <a:lnTo>
                  <a:pt x="21243" y="15271"/>
                </a:lnTo>
                <a:lnTo>
                  <a:pt x="20890" y="16853"/>
                </a:lnTo>
                <a:lnTo>
                  <a:pt x="20538" y="18436"/>
                </a:lnTo>
                <a:lnTo>
                  <a:pt x="20185" y="20018"/>
                </a:lnTo>
                <a:lnTo>
                  <a:pt x="19833" y="21600"/>
                </a:lnTo>
                <a:lnTo>
                  <a:pt x="19833" y="19815"/>
                </a:lnTo>
                <a:lnTo>
                  <a:pt x="19833" y="18020"/>
                </a:lnTo>
                <a:lnTo>
                  <a:pt x="19833" y="16200"/>
                </a:lnTo>
                <a:lnTo>
                  <a:pt x="18762" y="16200"/>
                </a:lnTo>
                <a:lnTo>
                  <a:pt x="17687" y="16200"/>
                </a:lnTo>
                <a:lnTo>
                  <a:pt x="16609" y="16200"/>
                </a:lnTo>
                <a:lnTo>
                  <a:pt x="15522" y="16200"/>
                </a:lnTo>
                <a:lnTo>
                  <a:pt x="14424" y="16200"/>
                </a:lnTo>
                <a:lnTo>
                  <a:pt x="14424" y="14415"/>
                </a:lnTo>
                <a:lnTo>
                  <a:pt x="14424" y="12620"/>
                </a:lnTo>
                <a:lnTo>
                  <a:pt x="14424" y="10800"/>
                </a:lnTo>
                <a:lnTo>
                  <a:pt x="13234" y="10800"/>
                </a:lnTo>
                <a:lnTo>
                  <a:pt x="12044" y="10800"/>
                </a:lnTo>
                <a:lnTo>
                  <a:pt x="10852" y="10800"/>
                </a:lnTo>
                <a:lnTo>
                  <a:pt x="9659" y="10800"/>
                </a:lnTo>
                <a:lnTo>
                  <a:pt x="8463" y="10800"/>
                </a:lnTo>
                <a:lnTo>
                  <a:pt x="7266" y="10800"/>
                </a:lnTo>
                <a:lnTo>
                  <a:pt x="6065" y="10800"/>
                </a:lnTo>
                <a:lnTo>
                  <a:pt x="4861" y="10800"/>
                </a:lnTo>
                <a:lnTo>
                  <a:pt x="3653" y="10800"/>
                </a:lnTo>
                <a:lnTo>
                  <a:pt x="2441" y="10800"/>
                </a:lnTo>
                <a:lnTo>
                  <a:pt x="1222" y="10800"/>
                </a:lnTo>
                <a:lnTo>
                  <a:pt x="0" y="10800"/>
                </a:lnTo>
                <a:lnTo>
                  <a:pt x="892" y="9463"/>
                </a:lnTo>
                <a:lnTo>
                  <a:pt x="1789" y="8119"/>
                </a:lnTo>
                <a:lnTo>
                  <a:pt x="2692" y="6769"/>
                </a:lnTo>
                <a:lnTo>
                  <a:pt x="3606" y="5400"/>
                </a:lnTo>
                <a:lnTo>
                  <a:pt x="3197" y="3607"/>
                </a:lnTo>
                <a:lnTo>
                  <a:pt x="2874" y="2446"/>
                </a:lnTo>
                <a:lnTo>
                  <a:pt x="2465" y="1412"/>
                </a:lnTo>
                <a:lnTo>
                  <a:pt x="1803" y="0"/>
                </a:lnTo>
                <a:close/>
              </a:path>
            </a:pathLst>
          </a:custGeom>
          <a:solidFill>
            <a:srgbClr val="AAA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5" name="contour_08043"/>
          <p:cNvSpPr/>
          <p:nvPr/>
        </p:nvSpPr>
        <p:spPr>
          <a:xfrm>
            <a:off x="5410776" y="2128094"/>
            <a:ext cx="51016" cy="439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62" y="269"/>
                </a:lnTo>
                <a:lnTo>
                  <a:pt x="9914" y="523"/>
                </a:lnTo>
                <a:lnTo>
                  <a:pt x="11575" y="906"/>
                </a:lnTo>
                <a:lnTo>
                  <a:pt x="14077" y="1569"/>
                </a:lnTo>
                <a:lnTo>
                  <a:pt x="16191" y="2117"/>
                </a:lnTo>
                <a:lnTo>
                  <a:pt x="18332" y="2673"/>
                </a:lnTo>
                <a:lnTo>
                  <a:pt x="19955" y="3124"/>
                </a:lnTo>
                <a:lnTo>
                  <a:pt x="21600" y="3583"/>
                </a:lnTo>
                <a:lnTo>
                  <a:pt x="21100" y="6019"/>
                </a:lnTo>
                <a:lnTo>
                  <a:pt x="20572" y="8391"/>
                </a:lnTo>
                <a:lnTo>
                  <a:pt x="19992" y="10701"/>
                </a:lnTo>
                <a:lnTo>
                  <a:pt x="19332" y="12959"/>
                </a:lnTo>
                <a:lnTo>
                  <a:pt x="18573" y="15162"/>
                </a:lnTo>
                <a:lnTo>
                  <a:pt x="17684" y="17315"/>
                </a:lnTo>
                <a:lnTo>
                  <a:pt x="16644" y="19425"/>
                </a:lnTo>
                <a:lnTo>
                  <a:pt x="15429" y="21496"/>
                </a:lnTo>
                <a:lnTo>
                  <a:pt x="13370" y="21600"/>
                </a:lnTo>
                <a:lnTo>
                  <a:pt x="11383" y="21503"/>
                </a:lnTo>
                <a:lnTo>
                  <a:pt x="9455" y="21227"/>
                </a:lnTo>
                <a:lnTo>
                  <a:pt x="7563" y="20790"/>
                </a:lnTo>
                <a:lnTo>
                  <a:pt x="5687" y="20221"/>
                </a:lnTo>
                <a:lnTo>
                  <a:pt x="3814" y="19533"/>
                </a:lnTo>
                <a:lnTo>
                  <a:pt x="1925" y="18759"/>
                </a:lnTo>
                <a:lnTo>
                  <a:pt x="0" y="17913"/>
                </a:lnTo>
                <a:lnTo>
                  <a:pt x="898" y="13324"/>
                </a:lnTo>
                <a:lnTo>
                  <a:pt x="1614" y="9824"/>
                </a:lnTo>
                <a:lnTo>
                  <a:pt x="2225" y="7208"/>
                </a:lnTo>
                <a:lnTo>
                  <a:pt x="2796" y="5263"/>
                </a:lnTo>
                <a:lnTo>
                  <a:pt x="3407" y="3780"/>
                </a:lnTo>
                <a:lnTo>
                  <a:pt x="4123" y="2547"/>
                </a:lnTo>
                <a:lnTo>
                  <a:pt x="5020" y="1358"/>
                </a:lnTo>
                <a:lnTo>
                  <a:pt x="6171" y="0"/>
                </a:lnTo>
                <a:close/>
              </a:path>
            </a:pathLst>
          </a:custGeom>
          <a:solidFill>
            <a:srgbClr val="D4D7D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6" name="contour_08044"/>
          <p:cNvSpPr/>
          <p:nvPr/>
        </p:nvSpPr>
        <p:spPr>
          <a:xfrm>
            <a:off x="8464445" y="2077078"/>
            <a:ext cx="653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8" y="251"/>
                </a:lnTo>
                <a:lnTo>
                  <a:pt x="3172" y="510"/>
                </a:lnTo>
                <a:lnTo>
                  <a:pt x="4753" y="778"/>
                </a:lnTo>
                <a:lnTo>
                  <a:pt x="6332" y="1052"/>
                </a:lnTo>
                <a:lnTo>
                  <a:pt x="7911" y="1333"/>
                </a:lnTo>
                <a:lnTo>
                  <a:pt x="9492" y="1620"/>
                </a:lnTo>
                <a:lnTo>
                  <a:pt x="10845" y="1821"/>
                </a:lnTo>
                <a:lnTo>
                  <a:pt x="12216" y="2026"/>
                </a:lnTo>
                <a:lnTo>
                  <a:pt x="13752" y="2341"/>
                </a:lnTo>
                <a:lnTo>
                  <a:pt x="15181" y="2694"/>
                </a:lnTo>
                <a:lnTo>
                  <a:pt x="16553" y="3117"/>
                </a:lnTo>
                <a:lnTo>
                  <a:pt x="17905" y="3646"/>
                </a:lnTo>
                <a:lnTo>
                  <a:pt x="19284" y="4320"/>
                </a:lnTo>
                <a:lnTo>
                  <a:pt x="20101" y="5653"/>
                </a:lnTo>
                <a:lnTo>
                  <a:pt x="20725" y="6988"/>
                </a:lnTo>
                <a:lnTo>
                  <a:pt x="21171" y="8331"/>
                </a:lnTo>
                <a:lnTo>
                  <a:pt x="21455" y="9692"/>
                </a:lnTo>
                <a:lnTo>
                  <a:pt x="21593" y="11074"/>
                </a:lnTo>
                <a:lnTo>
                  <a:pt x="21600" y="12491"/>
                </a:lnTo>
                <a:lnTo>
                  <a:pt x="21489" y="13945"/>
                </a:lnTo>
                <a:lnTo>
                  <a:pt x="21279" y="15446"/>
                </a:lnTo>
                <a:lnTo>
                  <a:pt x="20927" y="16688"/>
                </a:lnTo>
                <a:lnTo>
                  <a:pt x="20547" y="17924"/>
                </a:lnTo>
                <a:lnTo>
                  <a:pt x="20142" y="19155"/>
                </a:lnTo>
                <a:lnTo>
                  <a:pt x="19717" y="20380"/>
                </a:lnTo>
                <a:lnTo>
                  <a:pt x="19284" y="21600"/>
                </a:lnTo>
                <a:lnTo>
                  <a:pt x="18211" y="20537"/>
                </a:lnTo>
                <a:lnTo>
                  <a:pt x="17136" y="19472"/>
                </a:lnTo>
                <a:lnTo>
                  <a:pt x="16066" y="18410"/>
                </a:lnTo>
                <a:lnTo>
                  <a:pt x="14993" y="17345"/>
                </a:lnTo>
                <a:lnTo>
                  <a:pt x="13923" y="16280"/>
                </a:lnTo>
                <a:lnTo>
                  <a:pt x="12850" y="15213"/>
                </a:lnTo>
                <a:lnTo>
                  <a:pt x="11782" y="14148"/>
                </a:lnTo>
                <a:lnTo>
                  <a:pt x="10712" y="13081"/>
                </a:lnTo>
                <a:lnTo>
                  <a:pt x="9642" y="12014"/>
                </a:lnTo>
                <a:lnTo>
                  <a:pt x="8721" y="11105"/>
                </a:lnTo>
                <a:lnTo>
                  <a:pt x="7793" y="10189"/>
                </a:lnTo>
                <a:lnTo>
                  <a:pt x="6855" y="9260"/>
                </a:lnTo>
                <a:lnTo>
                  <a:pt x="5985" y="8389"/>
                </a:lnTo>
                <a:lnTo>
                  <a:pt x="5108" y="7510"/>
                </a:lnTo>
                <a:lnTo>
                  <a:pt x="4218" y="6623"/>
                </a:lnTo>
                <a:lnTo>
                  <a:pt x="3411" y="5819"/>
                </a:lnTo>
                <a:lnTo>
                  <a:pt x="2596" y="5011"/>
                </a:lnTo>
                <a:lnTo>
                  <a:pt x="1769" y="4190"/>
                </a:lnTo>
                <a:lnTo>
                  <a:pt x="523" y="2681"/>
                </a:lnTo>
                <a:lnTo>
                  <a:pt x="65" y="1596"/>
                </a:lnTo>
                <a:lnTo>
                  <a:pt x="0" y="0"/>
                </a:lnTo>
                <a:close/>
              </a:path>
            </a:pathLst>
          </a:custGeom>
          <a:solidFill>
            <a:srgbClr val="D8E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7" name="contour_08045"/>
          <p:cNvSpPr/>
          <p:nvPr/>
        </p:nvSpPr>
        <p:spPr>
          <a:xfrm>
            <a:off x="1555429" y="2077078"/>
            <a:ext cx="67465" cy="359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33" y="0"/>
                </a:moveTo>
                <a:lnTo>
                  <a:pt x="10983" y="0"/>
                </a:lnTo>
                <a:lnTo>
                  <a:pt x="12635" y="0"/>
                </a:lnTo>
                <a:lnTo>
                  <a:pt x="14292" y="0"/>
                </a:lnTo>
                <a:lnTo>
                  <a:pt x="15956" y="0"/>
                </a:lnTo>
                <a:lnTo>
                  <a:pt x="17626" y="0"/>
                </a:lnTo>
                <a:lnTo>
                  <a:pt x="19306" y="0"/>
                </a:lnTo>
                <a:lnTo>
                  <a:pt x="21000" y="0"/>
                </a:lnTo>
                <a:lnTo>
                  <a:pt x="21334" y="4940"/>
                </a:lnTo>
                <a:lnTo>
                  <a:pt x="21535" y="8420"/>
                </a:lnTo>
                <a:lnTo>
                  <a:pt x="21600" y="10936"/>
                </a:lnTo>
                <a:lnTo>
                  <a:pt x="21535" y="12970"/>
                </a:lnTo>
                <a:lnTo>
                  <a:pt x="21334" y="15003"/>
                </a:lnTo>
                <a:lnTo>
                  <a:pt x="21000" y="17532"/>
                </a:lnTo>
                <a:lnTo>
                  <a:pt x="19409" y="18843"/>
                </a:lnTo>
                <a:lnTo>
                  <a:pt x="17850" y="19869"/>
                </a:lnTo>
                <a:lnTo>
                  <a:pt x="16317" y="20636"/>
                </a:lnTo>
                <a:lnTo>
                  <a:pt x="14801" y="21166"/>
                </a:lnTo>
                <a:lnTo>
                  <a:pt x="13291" y="21477"/>
                </a:lnTo>
                <a:lnTo>
                  <a:pt x="11781" y="21600"/>
                </a:lnTo>
                <a:lnTo>
                  <a:pt x="10262" y="21547"/>
                </a:lnTo>
                <a:lnTo>
                  <a:pt x="8727" y="21346"/>
                </a:lnTo>
                <a:lnTo>
                  <a:pt x="7163" y="21021"/>
                </a:lnTo>
                <a:lnTo>
                  <a:pt x="5563" y="20588"/>
                </a:lnTo>
                <a:lnTo>
                  <a:pt x="3920" y="20075"/>
                </a:lnTo>
                <a:lnTo>
                  <a:pt x="2224" y="19500"/>
                </a:lnTo>
                <a:lnTo>
                  <a:pt x="1671" y="19010"/>
                </a:lnTo>
                <a:lnTo>
                  <a:pt x="0" y="17532"/>
                </a:lnTo>
                <a:lnTo>
                  <a:pt x="0" y="14635"/>
                </a:lnTo>
                <a:lnTo>
                  <a:pt x="0" y="11720"/>
                </a:lnTo>
                <a:lnTo>
                  <a:pt x="0" y="8766"/>
                </a:lnTo>
                <a:lnTo>
                  <a:pt x="1540" y="8766"/>
                </a:lnTo>
                <a:lnTo>
                  <a:pt x="3082" y="8766"/>
                </a:lnTo>
                <a:lnTo>
                  <a:pt x="4632" y="8766"/>
                </a:lnTo>
                <a:lnTo>
                  <a:pt x="6188" y="8766"/>
                </a:lnTo>
                <a:lnTo>
                  <a:pt x="7754" y="8766"/>
                </a:lnTo>
                <a:lnTo>
                  <a:pt x="9333" y="8766"/>
                </a:lnTo>
                <a:lnTo>
                  <a:pt x="9333" y="5869"/>
                </a:lnTo>
                <a:lnTo>
                  <a:pt x="9333" y="2954"/>
                </a:lnTo>
                <a:lnTo>
                  <a:pt x="9333" y="0"/>
                </a:lnTo>
                <a:close/>
              </a:path>
            </a:pathLst>
          </a:custGeom>
          <a:solidFill>
            <a:srgbClr val="8B8C8B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8" name="contour_08046"/>
          <p:cNvSpPr/>
          <p:nvPr/>
        </p:nvSpPr>
        <p:spPr>
          <a:xfrm>
            <a:off x="7269214" y="2068762"/>
            <a:ext cx="81480" cy="44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56" y="496"/>
                </a:moveTo>
                <a:lnTo>
                  <a:pt x="15456" y="2821"/>
                </a:lnTo>
                <a:lnTo>
                  <a:pt x="15456" y="5160"/>
                </a:lnTo>
                <a:lnTo>
                  <a:pt x="15456" y="7531"/>
                </a:lnTo>
                <a:lnTo>
                  <a:pt x="16604" y="7531"/>
                </a:lnTo>
                <a:lnTo>
                  <a:pt x="17755" y="7531"/>
                </a:lnTo>
                <a:lnTo>
                  <a:pt x="18911" y="7531"/>
                </a:lnTo>
                <a:lnTo>
                  <a:pt x="20076" y="7531"/>
                </a:lnTo>
                <a:lnTo>
                  <a:pt x="21252" y="7531"/>
                </a:lnTo>
                <a:lnTo>
                  <a:pt x="21484" y="10042"/>
                </a:lnTo>
                <a:lnTo>
                  <a:pt x="21600" y="11846"/>
                </a:lnTo>
                <a:lnTo>
                  <a:pt x="21600" y="13450"/>
                </a:lnTo>
                <a:lnTo>
                  <a:pt x="21484" y="15360"/>
                </a:lnTo>
                <a:lnTo>
                  <a:pt x="21252" y="18083"/>
                </a:lnTo>
                <a:lnTo>
                  <a:pt x="20004" y="19043"/>
                </a:lnTo>
                <a:lnTo>
                  <a:pt x="18746" y="19803"/>
                </a:lnTo>
                <a:lnTo>
                  <a:pt x="17473" y="20404"/>
                </a:lnTo>
                <a:lnTo>
                  <a:pt x="16181" y="20879"/>
                </a:lnTo>
                <a:lnTo>
                  <a:pt x="14867" y="21266"/>
                </a:lnTo>
                <a:lnTo>
                  <a:pt x="13524" y="21600"/>
                </a:lnTo>
                <a:lnTo>
                  <a:pt x="13487" y="20823"/>
                </a:lnTo>
                <a:lnTo>
                  <a:pt x="13426" y="19454"/>
                </a:lnTo>
                <a:lnTo>
                  <a:pt x="13283" y="16324"/>
                </a:lnTo>
                <a:lnTo>
                  <a:pt x="13035" y="15547"/>
                </a:lnTo>
                <a:lnTo>
                  <a:pt x="12597" y="14178"/>
                </a:lnTo>
                <a:lnTo>
                  <a:pt x="11592" y="11048"/>
                </a:lnTo>
                <a:lnTo>
                  <a:pt x="10298" y="10763"/>
                </a:lnTo>
                <a:lnTo>
                  <a:pt x="9009" y="10573"/>
                </a:lnTo>
                <a:lnTo>
                  <a:pt x="7724" y="10468"/>
                </a:lnTo>
                <a:lnTo>
                  <a:pt x="6443" y="10439"/>
                </a:lnTo>
                <a:lnTo>
                  <a:pt x="5160" y="10475"/>
                </a:lnTo>
                <a:lnTo>
                  <a:pt x="3878" y="10563"/>
                </a:lnTo>
                <a:lnTo>
                  <a:pt x="2591" y="10696"/>
                </a:lnTo>
                <a:lnTo>
                  <a:pt x="1300" y="10862"/>
                </a:lnTo>
                <a:lnTo>
                  <a:pt x="0" y="11048"/>
                </a:lnTo>
                <a:lnTo>
                  <a:pt x="1157" y="8526"/>
                </a:lnTo>
                <a:lnTo>
                  <a:pt x="2270" y="6384"/>
                </a:lnTo>
                <a:lnTo>
                  <a:pt x="3362" y="4601"/>
                </a:lnTo>
                <a:lnTo>
                  <a:pt x="4449" y="3148"/>
                </a:lnTo>
                <a:lnTo>
                  <a:pt x="5556" y="2005"/>
                </a:lnTo>
                <a:lnTo>
                  <a:pt x="6698" y="1143"/>
                </a:lnTo>
                <a:lnTo>
                  <a:pt x="7898" y="538"/>
                </a:lnTo>
                <a:lnTo>
                  <a:pt x="9175" y="165"/>
                </a:lnTo>
                <a:lnTo>
                  <a:pt x="10551" y="0"/>
                </a:lnTo>
                <a:lnTo>
                  <a:pt x="12042" y="18"/>
                </a:lnTo>
                <a:lnTo>
                  <a:pt x="13671" y="190"/>
                </a:lnTo>
                <a:lnTo>
                  <a:pt x="15456" y="496"/>
                </a:lnTo>
                <a:close/>
              </a:path>
            </a:pathLst>
          </a:custGeom>
          <a:solidFill>
            <a:srgbClr val="AA946D"/>
          </a:solidFill>
          <a:ln>
            <a:noFill/>
          </a:ln>
        </p:spPr>
        <p:txBody>
          <a:bodyPr/>
          <a:lstStyle/>
          <a:p/>
        </p:txBody>
      </p:sp>
      <p:sp>
        <p:nvSpPr>
          <p:cNvPr id="8049" name="contour_08047"/>
          <p:cNvSpPr/>
          <p:nvPr/>
        </p:nvSpPr>
        <p:spPr>
          <a:xfrm>
            <a:off x="2065588" y="2040638"/>
            <a:ext cx="52525" cy="60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85" y="0"/>
                </a:moveTo>
                <a:lnTo>
                  <a:pt x="16745" y="501"/>
                </a:lnTo>
                <a:lnTo>
                  <a:pt x="17956" y="941"/>
                </a:lnTo>
                <a:lnTo>
                  <a:pt x="19178" y="1565"/>
                </a:lnTo>
                <a:lnTo>
                  <a:pt x="20980" y="2622"/>
                </a:lnTo>
                <a:lnTo>
                  <a:pt x="21315" y="4415"/>
                </a:lnTo>
                <a:lnTo>
                  <a:pt x="21513" y="5721"/>
                </a:lnTo>
                <a:lnTo>
                  <a:pt x="21597" y="6916"/>
                </a:lnTo>
                <a:lnTo>
                  <a:pt x="21600" y="8379"/>
                </a:lnTo>
                <a:lnTo>
                  <a:pt x="21543" y="10487"/>
                </a:lnTo>
                <a:lnTo>
                  <a:pt x="21522" y="11895"/>
                </a:lnTo>
                <a:lnTo>
                  <a:pt x="21504" y="13310"/>
                </a:lnTo>
                <a:lnTo>
                  <a:pt x="21483" y="14747"/>
                </a:lnTo>
                <a:lnTo>
                  <a:pt x="21144" y="16873"/>
                </a:lnTo>
                <a:lnTo>
                  <a:pt x="20668" y="18229"/>
                </a:lnTo>
                <a:lnTo>
                  <a:pt x="19724" y="19400"/>
                </a:lnTo>
                <a:lnTo>
                  <a:pt x="17983" y="20973"/>
                </a:lnTo>
                <a:lnTo>
                  <a:pt x="15816" y="21267"/>
                </a:lnTo>
                <a:lnTo>
                  <a:pt x="13673" y="21474"/>
                </a:lnTo>
                <a:lnTo>
                  <a:pt x="11545" y="21587"/>
                </a:lnTo>
                <a:lnTo>
                  <a:pt x="9423" y="21600"/>
                </a:lnTo>
                <a:lnTo>
                  <a:pt x="7295" y="21506"/>
                </a:lnTo>
                <a:lnTo>
                  <a:pt x="5155" y="21301"/>
                </a:lnTo>
                <a:lnTo>
                  <a:pt x="2997" y="20973"/>
                </a:lnTo>
                <a:lnTo>
                  <a:pt x="1804" y="19023"/>
                </a:lnTo>
                <a:lnTo>
                  <a:pt x="1052" y="17639"/>
                </a:lnTo>
                <a:lnTo>
                  <a:pt x="596" y="16443"/>
                </a:lnTo>
                <a:lnTo>
                  <a:pt x="294" y="15059"/>
                </a:lnTo>
                <a:lnTo>
                  <a:pt x="0" y="13108"/>
                </a:lnTo>
                <a:lnTo>
                  <a:pt x="2047" y="12783"/>
                </a:lnTo>
                <a:lnTo>
                  <a:pt x="4121" y="12453"/>
                </a:lnTo>
                <a:lnTo>
                  <a:pt x="6186" y="11501"/>
                </a:lnTo>
                <a:lnTo>
                  <a:pt x="7909" y="10455"/>
                </a:lnTo>
                <a:lnTo>
                  <a:pt x="9351" y="9312"/>
                </a:lnTo>
                <a:lnTo>
                  <a:pt x="10559" y="8064"/>
                </a:lnTo>
                <a:lnTo>
                  <a:pt x="11590" y="6704"/>
                </a:lnTo>
                <a:lnTo>
                  <a:pt x="12492" y="5222"/>
                </a:lnTo>
                <a:lnTo>
                  <a:pt x="13325" y="3618"/>
                </a:lnTo>
                <a:lnTo>
                  <a:pt x="14137" y="1880"/>
                </a:lnTo>
                <a:lnTo>
                  <a:pt x="14985" y="0"/>
                </a:lnTo>
                <a:close/>
              </a:path>
            </a:pathLst>
          </a:custGeom>
          <a:solidFill>
            <a:srgbClr val="B69B6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0" name="contour_08048"/>
          <p:cNvSpPr/>
          <p:nvPr/>
        </p:nvSpPr>
        <p:spPr>
          <a:xfrm>
            <a:off x="2510156" y="2047459"/>
            <a:ext cx="72880" cy="441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0" y="2679"/>
                </a:moveTo>
                <a:lnTo>
                  <a:pt x="19604" y="4214"/>
                </a:lnTo>
                <a:lnTo>
                  <a:pt x="20514" y="5425"/>
                </a:lnTo>
                <a:lnTo>
                  <a:pt x="21600" y="7352"/>
                </a:lnTo>
                <a:lnTo>
                  <a:pt x="21600" y="9706"/>
                </a:lnTo>
                <a:lnTo>
                  <a:pt x="21600" y="12075"/>
                </a:lnTo>
                <a:lnTo>
                  <a:pt x="21600" y="14476"/>
                </a:lnTo>
                <a:lnTo>
                  <a:pt x="20289" y="15545"/>
                </a:lnTo>
                <a:lnTo>
                  <a:pt x="18967" y="16521"/>
                </a:lnTo>
                <a:lnTo>
                  <a:pt x="17634" y="17404"/>
                </a:lnTo>
                <a:lnTo>
                  <a:pt x="16291" y="18202"/>
                </a:lnTo>
                <a:lnTo>
                  <a:pt x="14936" y="18914"/>
                </a:lnTo>
                <a:lnTo>
                  <a:pt x="13567" y="19548"/>
                </a:lnTo>
                <a:lnTo>
                  <a:pt x="12182" y="20100"/>
                </a:lnTo>
                <a:lnTo>
                  <a:pt x="10783" y="20581"/>
                </a:lnTo>
                <a:lnTo>
                  <a:pt x="9368" y="20987"/>
                </a:lnTo>
                <a:lnTo>
                  <a:pt x="7934" y="21326"/>
                </a:lnTo>
                <a:lnTo>
                  <a:pt x="6480" y="21600"/>
                </a:lnTo>
                <a:lnTo>
                  <a:pt x="4946" y="20236"/>
                </a:lnTo>
                <a:lnTo>
                  <a:pt x="3739" y="18822"/>
                </a:lnTo>
                <a:lnTo>
                  <a:pt x="2750" y="17269"/>
                </a:lnTo>
                <a:lnTo>
                  <a:pt x="1868" y="15495"/>
                </a:lnTo>
                <a:lnTo>
                  <a:pt x="989" y="13404"/>
                </a:lnTo>
                <a:lnTo>
                  <a:pt x="0" y="10914"/>
                </a:lnTo>
                <a:lnTo>
                  <a:pt x="2648" y="8210"/>
                </a:lnTo>
                <a:lnTo>
                  <a:pt x="4905" y="5934"/>
                </a:lnTo>
                <a:lnTo>
                  <a:pt x="6821" y="4064"/>
                </a:lnTo>
                <a:lnTo>
                  <a:pt x="8446" y="2579"/>
                </a:lnTo>
                <a:lnTo>
                  <a:pt x="9826" y="1450"/>
                </a:lnTo>
                <a:lnTo>
                  <a:pt x="11016" y="659"/>
                </a:lnTo>
                <a:lnTo>
                  <a:pt x="12061" y="182"/>
                </a:lnTo>
                <a:lnTo>
                  <a:pt x="13014" y="0"/>
                </a:lnTo>
                <a:lnTo>
                  <a:pt x="13921" y="85"/>
                </a:lnTo>
                <a:lnTo>
                  <a:pt x="14833" y="417"/>
                </a:lnTo>
                <a:lnTo>
                  <a:pt x="15798" y="976"/>
                </a:lnTo>
                <a:lnTo>
                  <a:pt x="16867" y="1738"/>
                </a:lnTo>
                <a:lnTo>
                  <a:pt x="18090" y="2679"/>
                </a:lnTo>
                <a:close/>
              </a:path>
            </a:pathLst>
          </a:custGeom>
          <a:solidFill>
            <a:srgbClr val="F5F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1" name="contour_08049"/>
          <p:cNvSpPr/>
          <p:nvPr/>
        </p:nvSpPr>
        <p:spPr>
          <a:xfrm>
            <a:off x="1497125" y="2041483"/>
            <a:ext cx="45120" cy="501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36" y="1597"/>
                </a:moveTo>
                <a:lnTo>
                  <a:pt x="18484" y="3734"/>
                </a:lnTo>
                <a:lnTo>
                  <a:pt x="19939" y="5231"/>
                </a:lnTo>
                <a:lnTo>
                  <a:pt x="20770" y="6483"/>
                </a:lnTo>
                <a:lnTo>
                  <a:pt x="21237" y="7885"/>
                </a:lnTo>
                <a:lnTo>
                  <a:pt x="21600" y="9834"/>
                </a:lnTo>
                <a:lnTo>
                  <a:pt x="21572" y="11798"/>
                </a:lnTo>
                <a:lnTo>
                  <a:pt x="21499" y="13759"/>
                </a:lnTo>
                <a:lnTo>
                  <a:pt x="21391" y="15723"/>
                </a:lnTo>
                <a:lnTo>
                  <a:pt x="21258" y="17681"/>
                </a:lnTo>
                <a:lnTo>
                  <a:pt x="21101" y="19642"/>
                </a:lnTo>
                <a:lnTo>
                  <a:pt x="20934" y="21600"/>
                </a:lnTo>
                <a:lnTo>
                  <a:pt x="19880" y="21443"/>
                </a:lnTo>
                <a:lnTo>
                  <a:pt x="18914" y="21296"/>
                </a:lnTo>
                <a:lnTo>
                  <a:pt x="17856" y="21139"/>
                </a:lnTo>
                <a:lnTo>
                  <a:pt x="16538" y="20941"/>
                </a:lnTo>
                <a:lnTo>
                  <a:pt x="14786" y="20678"/>
                </a:lnTo>
                <a:lnTo>
                  <a:pt x="12428" y="20326"/>
                </a:lnTo>
                <a:lnTo>
                  <a:pt x="9295" y="19855"/>
                </a:lnTo>
                <a:lnTo>
                  <a:pt x="5209" y="19244"/>
                </a:lnTo>
                <a:lnTo>
                  <a:pt x="0" y="18462"/>
                </a:lnTo>
                <a:lnTo>
                  <a:pt x="775" y="13969"/>
                </a:lnTo>
                <a:lnTo>
                  <a:pt x="1410" y="10445"/>
                </a:lnTo>
                <a:lnTo>
                  <a:pt x="1968" y="7747"/>
                </a:lnTo>
                <a:lnTo>
                  <a:pt x="2502" y="5723"/>
                </a:lnTo>
                <a:lnTo>
                  <a:pt x="3070" y="4226"/>
                </a:lnTo>
                <a:lnTo>
                  <a:pt x="3723" y="3109"/>
                </a:lnTo>
                <a:lnTo>
                  <a:pt x="4518" y="2231"/>
                </a:lnTo>
                <a:lnTo>
                  <a:pt x="5509" y="1434"/>
                </a:lnTo>
                <a:lnTo>
                  <a:pt x="6758" y="580"/>
                </a:lnTo>
                <a:lnTo>
                  <a:pt x="8991" y="66"/>
                </a:lnTo>
                <a:lnTo>
                  <a:pt x="10711" y="0"/>
                </a:lnTo>
                <a:lnTo>
                  <a:pt x="12801" y="477"/>
                </a:lnTo>
                <a:lnTo>
                  <a:pt x="16136" y="1597"/>
                </a:lnTo>
                <a:close/>
              </a:path>
            </a:pathLst>
          </a:custGeom>
          <a:solidFill>
            <a:srgbClr val="01010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2" name="contour_08050"/>
          <p:cNvSpPr/>
          <p:nvPr/>
        </p:nvSpPr>
        <p:spPr>
          <a:xfrm>
            <a:off x="1161877" y="2004198"/>
            <a:ext cx="58304" cy="67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599" y="1069"/>
                </a:lnTo>
                <a:lnTo>
                  <a:pt x="11073" y="2144"/>
                </a:lnTo>
                <a:lnTo>
                  <a:pt x="12517" y="3229"/>
                </a:lnTo>
                <a:lnTo>
                  <a:pt x="13927" y="4332"/>
                </a:lnTo>
                <a:lnTo>
                  <a:pt x="15306" y="5457"/>
                </a:lnTo>
                <a:lnTo>
                  <a:pt x="16648" y="6613"/>
                </a:lnTo>
                <a:lnTo>
                  <a:pt x="17950" y="7809"/>
                </a:lnTo>
                <a:lnTo>
                  <a:pt x="19211" y="9044"/>
                </a:lnTo>
                <a:lnTo>
                  <a:pt x="20428" y="10331"/>
                </a:lnTo>
                <a:lnTo>
                  <a:pt x="21600" y="11676"/>
                </a:lnTo>
                <a:lnTo>
                  <a:pt x="21538" y="13525"/>
                </a:lnTo>
                <a:lnTo>
                  <a:pt x="21227" y="15055"/>
                </a:lnTo>
                <a:lnTo>
                  <a:pt x="20650" y="16428"/>
                </a:lnTo>
                <a:lnTo>
                  <a:pt x="19780" y="17803"/>
                </a:lnTo>
                <a:lnTo>
                  <a:pt x="18595" y="19347"/>
                </a:lnTo>
                <a:lnTo>
                  <a:pt x="16991" y="20355"/>
                </a:lnTo>
                <a:lnTo>
                  <a:pt x="15544" y="21007"/>
                </a:lnTo>
                <a:lnTo>
                  <a:pt x="14083" y="21383"/>
                </a:lnTo>
                <a:lnTo>
                  <a:pt x="12444" y="21556"/>
                </a:lnTo>
                <a:lnTo>
                  <a:pt x="10462" y="21600"/>
                </a:lnTo>
                <a:lnTo>
                  <a:pt x="8788" y="21409"/>
                </a:lnTo>
                <a:lnTo>
                  <a:pt x="7106" y="21212"/>
                </a:lnTo>
                <a:lnTo>
                  <a:pt x="5400" y="21016"/>
                </a:lnTo>
                <a:lnTo>
                  <a:pt x="5400" y="19473"/>
                </a:lnTo>
                <a:lnTo>
                  <a:pt x="5400" y="17920"/>
                </a:lnTo>
                <a:lnTo>
                  <a:pt x="5400" y="16346"/>
                </a:lnTo>
                <a:lnTo>
                  <a:pt x="3615" y="16346"/>
                </a:lnTo>
                <a:lnTo>
                  <a:pt x="1820" y="16346"/>
                </a:lnTo>
                <a:lnTo>
                  <a:pt x="0" y="16346"/>
                </a:lnTo>
                <a:lnTo>
                  <a:pt x="0" y="14802"/>
                </a:lnTo>
                <a:lnTo>
                  <a:pt x="0" y="13250"/>
                </a:lnTo>
                <a:lnTo>
                  <a:pt x="0" y="11676"/>
                </a:lnTo>
                <a:lnTo>
                  <a:pt x="1782" y="11676"/>
                </a:lnTo>
                <a:lnTo>
                  <a:pt x="3567" y="11676"/>
                </a:lnTo>
                <a:lnTo>
                  <a:pt x="5360" y="11676"/>
                </a:lnTo>
                <a:lnTo>
                  <a:pt x="7160" y="11676"/>
                </a:lnTo>
                <a:lnTo>
                  <a:pt x="8972" y="11676"/>
                </a:lnTo>
                <a:lnTo>
                  <a:pt x="10800" y="11676"/>
                </a:lnTo>
                <a:lnTo>
                  <a:pt x="10465" y="10230"/>
                </a:lnTo>
                <a:lnTo>
                  <a:pt x="10130" y="8785"/>
                </a:lnTo>
                <a:lnTo>
                  <a:pt x="9796" y="7335"/>
                </a:lnTo>
                <a:lnTo>
                  <a:pt x="9461" y="5882"/>
                </a:lnTo>
                <a:lnTo>
                  <a:pt x="9123" y="4423"/>
                </a:lnTo>
                <a:lnTo>
                  <a:pt x="8783" y="2956"/>
                </a:lnTo>
                <a:lnTo>
                  <a:pt x="8443" y="1483"/>
                </a:lnTo>
                <a:lnTo>
                  <a:pt x="8100" y="0"/>
                </a:lnTo>
                <a:close/>
              </a:path>
            </a:pathLst>
          </a:custGeom>
          <a:solidFill>
            <a:srgbClr val="4948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3" name="contour_08051"/>
          <p:cNvSpPr/>
          <p:nvPr/>
        </p:nvSpPr>
        <p:spPr>
          <a:xfrm>
            <a:off x="6970407" y="1989622"/>
            <a:ext cx="87456" cy="442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3047" y="730"/>
                </a:lnTo>
                <a:lnTo>
                  <a:pt x="4289" y="1474"/>
                </a:lnTo>
                <a:lnTo>
                  <a:pt x="5524" y="2243"/>
                </a:lnTo>
                <a:lnTo>
                  <a:pt x="6750" y="3033"/>
                </a:lnTo>
                <a:lnTo>
                  <a:pt x="7967" y="3855"/>
                </a:lnTo>
                <a:lnTo>
                  <a:pt x="9173" y="4713"/>
                </a:lnTo>
                <a:lnTo>
                  <a:pt x="10370" y="5610"/>
                </a:lnTo>
                <a:lnTo>
                  <a:pt x="11556" y="6553"/>
                </a:lnTo>
                <a:lnTo>
                  <a:pt x="12730" y="7543"/>
                </a:lnTo>
                <a:lnTo>
                  <a:pt x="13891" y="8589"/>
                </a:lnTo>
                <a:lnTo>
                  <a:pt x="15037" y="9693"/>
                </a:lnTo>
                <a:lnTo>
                  <a:pt x="16171" y="10857"/>
                </a:lnTo>
                <a:lnTo>
                  <a:pt x="17291" y="12092"/>
                </a:lnTo>
                <a:lnTo>
                  <a:pt x="18392" y="13399"/>
                </a:lnTo>
                <a:lnTo>
                  <a:pt x="19480" y="14783"/>
                </a:lnTo>
                <a:lnTo>
                  <a:pt x="20549" y="16246"/>
                </a:lnTo>
                <a:lnTo>
                  <a:pt x="21600" y="17798"/>
                </a:lnTo>
                <a:lnTo>
                  <a:pt x="21600" y="19564"/>
                </a:lnTo>
                <a:lnTo>
                  <a:pt x="21600" y="21358"/>
                </a:lnTo>
                <a:lnTo>
                  <a:pt x="20322" y="21525"/>
                </a:lnTo>
                <a:lnTo>
                  <a:pt x="19064" y="21600"/>
                </a:lnTo>
                <a:lnTo>
                  <a:pt x="17822" y="21593"/>
                </a:lnTo>
                <a:lnTo>
                  <a:pt x="16596" y="21507"/>
                </a:lnTo>
                <a:lnTo>
                  <a:pt x="15385" y="21344"/>
                </a:lnTo>
                <a:lnTo>
                  <a:pt x="14184" y="21109"/>
                </a:lnTo>
                <a:lnTo>
                  <a:pt x="12992" y="20806"/>
                </a:lnTo>
                <a:lnTo>
                  <a:pt x="11810" y="20440"/>
                </a:lnTo>
                <a:lnTo>
                  <a:pt x="10633" y="20016"/>
                </a:lnTo>
                <a:lnTo>
                  <a:pt x="9459" y="19539"/>
                </a:lnTo>
                <a:lnTo>
                  <a:pt x="8289" y="19009"/>
                </a:lnTo>
                <a:lnTo>
                  <a:pt x="7119" y="18432"/>
                </a:lnTo>
                <a:lnTo>
                  <a:pt x="5947" y="17813"/>
                </a:lnTo>
                <a:lnTo>
                  <a:pt x="4772" y="17158"/>
                </a:lnTo>
                <a:lnTo>
                  <a:pt x="3593" y="16467"/>
                </a:lnTo>
                <a:lnTo>
                  <a:pt x="2405" y="15748"/>
                </a:lnTo>
                <a:lnTo>
                  <a:pt x="1208" y="15004"/>
                </a:lnTo>
                <a:lnTo>
                  <a:pt x="0" y="14239"/>
                </a:lnTo>
                <a:lnTo>
                  <a:pt x="297" y="11889"/>
                </a:lnTo>
                <a:lnTo>
                  <a:pt x="594" y="9536"/>
                </a:lnTo>
                <a:lnTo>
                  <a:pt x="893" y="7173"/>
                </a:lnTo>
                <a:lnTo>
                  <a:pt x="1193" y="4798"/>
                </a:lnTo>
                <a:lnTo>
                  <a:pt x="1496" y="2410"/>
                </a:lnTo>
                <a:lnTo>
                  <a:pt x="1800" y="0"/>
                </a:lnTo>
                <a:close/>
              </a:path>
            </a:pathLst>
          </a:custGeom>
          <a:solidFill>
            <a:srgbClr val="B2BABE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4" name="contour_08052"/>
          <p:cNvSpPr/>
          <p:nvPr/>
        </p:nvSpPr>
        <p:spPr>
          <a:xfrm>
            <a:off x="564284" y="1981437"/>
            <a:ext cx="50994" cy="51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3"/>
                </a:moveTo>
                <a:lnTo>
                  <a:pt x="20510" y="4045"/>
                </a:lnTo>
                <a:lnTo>
                  <a:pt x="19606" y="7011"/>
                </a:lnTo>
                <a:lnTo>
                  <a:pt x="18831" y="9376"/>
                </a:lnTo>
                <a:lnTo>
                  <a:pt x="18124" y="11244"/>
                </a:lnTo>
                <a:lnTo>
                  <a:pt x="17436" y="12718"/>
                </a:lnTo>
                <a:lnTo>
                  <a:pt x="16707" y="13907"/>
                </a:lnTo>
                <a:lnTo>
                  <a:pt x="15880" y="14910"/>
                </a:lnTo>
                <a:lnTo>
                  <a:pt x="14904" y="15841"/>
                </a:lnTo>
                <a:lnTo>
                  <a:pt x="13719" y="16800"/>
                </a:lnTo>
                <a:lnTo>
                  <a:pt x="12268" y="17891"/>
                </a:lnTo>
                <a:lnTo>
                  <a:pt x="10561" y="18701"/>
                </a:lnTo>
                <a:lnTo>
                  <a:pt x="9230" y="19295"/>
                </a:lnTo>
                <a:lnTo>
                  <a:pt x="7835" y="19859"/>
                </a:lnTo>
                <a:lnTo>
                  <a:pt x="5930" y="20569"/>
                </a:lnTo>
                <a:lnTo>
                  <a:pt x="3078" y="21600"/>
                </a:lnTo>
                <a:lnTo>
                  <a:pt x="1923" y="17570"/>
                </a:lnTo>
                <a:lnTo>
                  <a:pt x="1050" y="14383"/>
                </a:lnTo>
                <a:lnTo>
                  <a:pt x="445" y="11881"/>
                </a:lnTo>
                <a:lnTo>
                  <a:pt x="96" y="9907"/>
                </a:lnTo>
                <a:lnTo>
                  <a:pt x="0" y="8306"/>
                </a:lnTo>
                <a:lnTo>
                  <a:pt x="145" y="6917"/>
                </a:lnTo>
                <a:lnTo>
                  <a:pt x="519" y="5586"/>
                </a:lnTo>
                <a:lnTo>
                  <a:pt x="1114" y="4151"/>
                </a:lnTo>
                <a:lnTo>
                  <a:pt x="1920" y="2459"/>
                </a:lnTo>
                <a:lnTo>
                  <a:pt x="4056" y="1540"/>
                </a:lnTo>
                <a:lnTo>
                  <a:pt x="6186" y="864"/>
                </a:lnTo>
                <a:lnTo>
                  <a:pt x="8313" y="406"/>
                </a:lnTo>
                <a:lnTo>
                  <a:pt x="10450" y="130"/>
                </a:lnTo>
                <a:lnTo>
                  <a:pt x="12604" y="6"/>
                </a:lnTo>
                <a:lnTo>
                  <a:pt x="14790" y="0"/>
                </a:lnTo>
                <a:lnTo>
                  <a:pt x="17010" y="79"/>
                </a:lnTo>
                <a:lnTo>
                  <a:pt x="19275" y="215"/>
                </a:lnTo>
                <a:lnTo>
                  <a:pt x="21600" y="373"/>
                </a:lnTo>
                <a:close/>
              </a:path>
            </a:pathLst>
          </a:custGeom>
          <a:solidFill>
            <a:srgbClr val="DBBC75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5" name="contour_08053"/>
          <p:cNvSpPr/>
          <p:nvPr/>
        </p:nvSpPr>
        <p:spPr>
          <a:xfrm>
            <a:off x="1562717" y="1967758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319" y="4093"/>
                </a:lnTo>
                <a:lnTo>
                  <a:pt x="21086" y="7236"/>
                </a:lnTo>
                <a:lnTo>
                  <a:pt x="20880" y="9644"/>
                </a:lnTo>
                <a:lnTo>
                  <a:pt x="20666" y="11524"/>
                </a:lnTo>
                <a:lnTo>
                  <a:pt x="20419" y="13090"/>
                </a:lnTo>
                <a:lnTo>
                  <a:pt x="20112" y="14551"/>
                </a:lnTo>
                <a:lnTo>
                  <a:pt x="19716" y="16117"/>
                </a:lnTo>
                <a:lnTo>
                  <a:pt x="19200" y="18000"/>
                </a:lnTo>
                <a:lnTo>
                  <a:pt x="17609" y="19231"/>
                </a:lnTo>
                <a:lnTo>
                  <a:pt x="16104" y="20092"/>
                </a:lnTo>
                <a:lnTo>
                  <a:pt x="14621" y="20668"/>
                </a:lnTo>
                <a:lnTo>
                  <a:pt x="13087" y="21056"/>
                </a:lnTo>
                <a:lnTo>
                  <a:pt x="11438" y="21337"/>
                </a:lnTo>
                <a:lnTo>
                  <a:pt x="9600" y="21600"/>
                </a:lnTo>
                <a:lnTo>
                  <a:pt x="9799" y="19296"/>
                </a:lnTo>
                <a:lnTo>
                  <a:pt x="9998" y="16974"/>
                </a:lnTo>
                <a:lnTo>
                  <a:pt x="10200" y="14623"/>
                </a:lnTo>
                <a:lnTo>
                  <a:pt x="10202" y="11686"/>
                </a:lnTo>
                <a:lnTo>
                  <a:pt x="10049" y="9763"/>
                </a:lnTo>
                <a:lnTo>
                  <a:pt x="9600" y="7200"/>
                </a:lnTo>
                <a:lnTo>
                  <a:pt x="8119" y="6199"/>
                </a:lnTo>
                <a:lnTo>
                  <a:pt x="6677" y="5472"/>
                </a:lnTo>
                <a:lnTo>
                  <a:pt x="5225" y="4943"/>
                </a:lnTo>
                <a:lnTo>
                  <a:pt x="3715" y="4554"/>
                </a:lnTo>
                <a:lnTo>
                  <a:pt x="2100" y="4234"/>
                </a:lnTo>
                <a:lnTo>
                  <a:pt x="1579" y="4075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E4D6A5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6" name="contour_08054"/>
          <p:cNvSpPr/>
          <p:nvPr/>
        </p:nvSpPr>
        <p:spPr>
          <a:xfrm>
            <a:off x="1875568" y="1931318"/>
            <a:ext cx="4426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87" y="0"/>
                </a:moveTo>
                <a:lnTo>
                  <a:pt x="16838" y="0"/>
                </a:lnTo>
                <a:lnTo>
                  <a:pt x="19203" y="0"/>
                </a:lnTo>
                <a:lnTo>
                  <a:pt x="21600" y="0"/>
                </a:lnTo>
                <a:lnTo>
                  <a:pt x="21600" y="1188"/>
                </a:lnTo>
                <a:lnTo>
                  <a:pt x="21600" y="2378"/>
                </a:lnTo>
                <a:lnTo>
                  <a:pt x="21600" y="3573"/>
                </a:lnTo>
                <a:lnTo>
                  <a:pt x="21600" y="4774"/>
                </a:lnTo>
                <a:lnTo>
                  <a:pt x="21600" y="5981"/>
                </a:lnTo>
                <a:lnTo>
                  <a:pt x="21600" y="7200"/>
                </a:lnTo>
                <a:lnTo>
                  <a:pt x="19253" y="7200"/>
                </a:lnTo>
                <a:lnTo>
                  <a:pt x="16902" y="7200"/>
                </a:lnTo>
                <a:lnTo>
                  <a:pt x="14540" y="7200"/>
                </a:lnTo>
                <a:lnTo>
                  <a:pt x="12168" y="7200"/>
                </a:lnTo>
                <a:lnTo>
                  <a:pt x="9781" y="7200"/>
                </a:lnTo>
                <a:lnTo>
                  <a:pt x="7373" y="7200"/>
                </a:lnTo>
                <a:lnTo>
                  <a:pt x="8145" y="8082"/>
                </a:lnTo>
                <a:lnTo>
                  <a:pt x="8931" y="8978"/>
                </a:lnTo>
                <a:lnTo>
                  <a:pt x="9902" y="10141"/>
                </a:lnTo>
                <a:lnTo>
                  <a:pt x="10823" y="11272"/>
                </a:lnTo>
                <a:lnTo>
                  <a:pt x="11680" y="12379"/>
                </a:lnTo>
                <a:lnTo>
                  <a:pt x="12459" y="13473"/>
                </a:lnTo>
                <a:lnTo>
                  <a:pt x="13142" y="14564"/>
                </a:lnTo>
                <a:lnTo>
                  <a:pt x="13722" y="15664"/>
                </a:lnTo>
                <a:lnTo>
                  <a:pt x="14177" y="16778"/>
                </a:lnTo>
                <a:lnTo>
                  <a:pt x="14494" y="17919"/>
                </a:lnTo>
                <a:lnTo>
                  <a:pt x="14661" y="19096"/>
                </a:lnTo>
                <a:lnTo>
                  <a:pt x="14664" y="20320"/>
                </a:lnTo>
                <a:lnTo>
                  <a:pt x="14487" y="21600"/>
                </a:lnTo>
                <a:lnTo>
                  <a:pt x="11940" y="21339"/>
                </a:lnTo>
                <a:lnTo>
                  <a:pt x="10112" y="21116"/>
                </a:lnTo>
                <a:lnTo>
                  <a:pt x="8490" y="20842"/>
                </a:lnTo>
                <a:lnTo>
                  <a:pt x="6562" y="20432"/>
                </a:lnTo>
                <a:lnTo>
                  <a:pt x="3816" y="19800"/>
                </a:lnTo>
                <a:lnTo>
                  <a:pt x="2870" y="18569"/>
                </a:lnTo>
                <a:lnTo>
                  <a:pt x="2066" y="17338"/>
                </a:lnTo>
                <a:lnTo>
                  <a:pt x="1401" y="16105"/>
                </a:lnTo>
                <a:lnTo>
                  <a:pt x="871" y="14866"/>
                </a:lnTo>
                <a:lnTo>
                  <a:pt x="469" y="13621"/>
                </a:lnTo>
                <a:lnTo>
                  <a:pt x="192" y="12364"/>
                </a:lnTo>
                <a:lnTo>
                  <a:pt x="39" y="11097"/>
                </a:lnTo>
                <a:lnTo>
                  <a:pt x="0" y="9815"/>
                </a:lnTo>
                <a:lnTo>
                  <a:pt x="78" y="8518"/>
                </a:lnTo>
                <a:lnTo>
                  <a:pt x="260" y="7200"/>
                </a:lnTo>
                <a:lnTo>
                  <a:pt x="2298" y="6273"/>
                </a:lnTo>
                <a:lnTo>
                  <a:pt x="4272" y="5589"/>
                </a:lnTo>
                <a:lnTo>
                  <a:pt x="6324" y="5078"/>
                </a:lnTo>
                <a:lnTo>
                  <a:pt x="8604" y="4671"/>
                </a:lnTo>
                <a:lnTo>
                  <a:pt x="11250" y="4297"/>
                </a:lnTo>
                <a:lnTo>
                  <a:pt x="12858" y="3951"/>
                </a:lnTo>
                <a:lnTo>
                  <a:pt x="14487" y="3600"/>
                </a:lnTo>
                <a:lnTo>
                  <a:pt x="14487" y="2410"/>
                </a:lnTo>
                <a:lnTo>
                  <a:pt x="14487" y="1213"/>
                </a:lnTo>
                <a:lnTo>
                  <a:pt x="14487" y="0"/>
                </a:lnTo>
                <a:close/>
              </a:path>
            </a:pathLst>
          </a:custGeom>
          <a:solidFill>
            <a:srgbClr val="39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7" name="contour_08055"/>
          <p:cNvSpPr/>
          <p:nvPr/>
        </p:nvSpPr>
        <p:spPr>
          <a:xfrm>
            <a:off x="4732993" y="1909454"/>
            <a:ext cx="51016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415" y="4759"/>
                </a:lnTo>
                <a:lnTo>
                  <a:pt x="21245" y="8408"/>
                </a:lnTo>
                <a:lnTo>
                  <a:pt x="21057" y="11188"/>
                </a:lnTo>
                <a:lnTo>
                  <a:pt x="20807" y="13335"/>
                </a:lnTo>
                <a:lnTo>
                  <a:pt x="20464" y="15094"/>
                </a:lnTo>
                <a:lnTo>
                  <a:pt x="19992" y="16698"/>
                </a:lnTo>
                <a:lnTo>
                  <a:pt x="19354" y="18392"/>
                </a:lnTo>
                <a:lnTo>
                  <a:pt x="18514" y="20408"/>
                </a:lnTo>
                <a:lnTo>
                  <a:pt x="16431" y="20967"/>
                </a:lnTo>
                <a:lnTo>
                  <a:pt x="14373" y="21339"/>
                </a:lnTo>
                <a:lnTo>
                  <a:pt x="12331" y="21543"/>
                </a:lnTo>
                <a:lnTo>
                  <a:pt x="10300" y="21600"/>
                </a:lnTo>
                <a:lnTo>
                  <a:pt x="8270" y="21535"/>
                </a:lnTo>
                <a:lnTo>
                  <a:pt x="6230" y="21363"/>
                </a:lnTo>
                <a:lnTo>
                  <a:pt x="4178" y="21102"/>
                </a:lnTo>
                <a:lnTo>
                  <a:pt x="2104" y="20780"/>
                </a:lnTo>
                <a:lnTo>
                  <a:pt x="0" y="20408"/>
                </a:lnTo>
                <a:lnTo>
                  <a:pt x="0" y="17522"/>
                </a:lnTo>
                <a:lnTo>
                  <a:pt x="0" y="14633"/>
                </a:lnTo>
                <a:lnTo>
                  <a:pt x="0" y="11735"/>
                </a:lnTo>
                <a:lnTo>
                  <a:pt x="0" y="8824"/>
                </a:lnTo>
                <a:lnTo>
                  <a:pt x="0" y="5902"/>
                </a:lnTo>
                <a:lnTo>
                  <a:pt x="0" y="2963"/>
                </a:lnTo>
                <a:lnTo>
                  <a:pt x="0" y="0"/>
                </a:lnTo>
                <a:close/>
              </a:path>
            </a:pathLst>
          </a:custGeom>
          <a:solidFill>
            <a:srgbClr val="8AB5D4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8" name="contour_08056"/>
          <p:cNvSpPr/>
          <p:nvPr/>
        </p:nvSpPr>
        <p:spPr>
          <a:xfrm>
            <a:off x="2349820" y="1887590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025" y="1426"/>
                </a:lnTo>
                <a:lnTo>
                  <a:pt x="20416" y="2856"/>
                </a:lnTo>
                <a:lnTo>
                  <a:pt x="20807" y="4291"/>
                </a:lnTo>
                <a:lnTo>
                  <a:pt x="21201" y="5738"/>
                </a:lnTo>
                <a:lnTo>
                  <a:pt x="21600" y="7200"/>
                </a:lnTo>
                <a:lnTo>
                  <a:pt x="20424" y="7795"/>
                </a:lnTo>
                <a:lnTo>
                  <a:pt x="19242" y="8393"/>
                </a:lnTo>
                <a:lnTo>
                  <a:pt x="18042" y="9000"/>
                </a:lnTo>
                <a:lnTo>
                  <a:pt x="16793" y="9787"/>
                </a:lnTo>
                <a:lnTo>
                  <a:pt x="15701" y="10598"/>
                </a:lnTo>
                <a:lnTo>
                  <a:pt x="14735" y="11455"/>
                </a:lnTo>
                <a:lnTo>
                  <a:pt x="13867" y="12382"/>
                </a:lnTo>
                <a:lnTo>
                  <a:pt x="13068" y="13402"/>
                </a:lnTo>
                <a:lnTo>
                  <a:pt x="12310" y="14537"/>
                </a:lnTo>
                <a:lnTo>
                  <a:pt x="11564" y="15814"/>
                </a:lnTo>
                <a:lnTo>
                  <a:pt x="10800" y="17251"/>
                </a:lnTo>
                <a:lnTo>
                  <a:pt x="9973" y="18746"/>
                </a:lnTo>
                <a:lnTo>
                  <a:pt x="9390" y="19699"/>
                </a:lnTo>
                <a:lnTo>
                  <a:pt x="8775" y="20515"/>
                </a:lnTo>
                <a:lnTo>
                  <a:pt x="7855" y="21600"/>
                </a:lnTo>
                <a:lnTo>
                  <a:pt x="6396" y="21569"/>
                </a:lnTo>
                <a:lnTo>
                  <a:pt x="5088" y="21365"/>
                </a:lnTo>
                <a:lnTo>
                  <a:pt x="3864" y="21007"/>
                </a:lnTo>
                <a:lnTo>
                  <a:pt x="2655" y="20513"/>
                </a:lnTo>
                <a:lnTo>
                  <a:pt x="1390" y="19906"/>
                </a:lnTo>
                <a:lnTo>
                  <a:pt x="0" y="19200"/>
                </a:lnTo>
                <a:lnTo>
                  <a:pt x="485" y="18998"/>
                </a:lnTo>
                <a:lnTo>
                  <a:pt x="1948" y="18384"/>
                </a:lnTo>
                <a:lnTo>
                  <a:pt x="2441" y="17990"/>
                </a:lnTo>
                <a:lnTo>
                  <a:pt x="3927" y="16800"/>
                </a:lnTo>
                <a:lnTo>
                  <a:pt x="4147" y="15096"/>
                </a:lnTo>
                <a:lnTo>
                  <a:pt x="4245" y="13886"/>
                </a:lnTo>
                <a:lnTo>
                  <a:pt x="4245" y="12598"/>
                </a:lnTo>
                <a:lnTo>
                  <a:pt x="4173" y="10651"/>
                </a:lnTo>
                <a:lnTo>
                  <a:pt x="4145" y="10015"/>
                </a:lnTo>
                <a:lnTo>
                  <a:pt x="4112" y="9194"/>
                </a:lnTo>
                <a:lnTo>
                  <a:pt x="4045" y="7639"/>
                </a:lnTo>
                <a:lnTo>
                  <a:pt x="3927" y="4800"/>
                </a:lnTo>
                <a:lnTo>
                  <a:pt x="5223" y="4800"/>
                </a:lnTo>
                <a:lnTo>
                  <a:pt x="6519" y="4800"/>
                </a:lnTo>
                <a:lnTo>
                  <a:pt x="7817" y="4800"/>
                </a:lnTo>
                <a:lnTo>
                  <a:pt x="9117" y="4800"/>
                </a:lnTo>
                <a:lnTo>
                  <a:pt x="10419" y="4800"/>
                </a:lnTo>
                <a:lnTo>
                  <a:pt x="11723" y="4800"/>
                </a:lnTo>
                <a:lnTo>
                  <a:pt x="13031" y="4800"/>
                </a:lnTo>
                <a:lnTo>
                  <a:pt x="14342" y="4800"/>
                </a:lnTo>
                <a:lnTo>
                  <a:pt x="15658" y="4800"/>
                </a:lnTo>
                <a:lnTo>
                  <a:pt x="16978" y="4800"/>
                </a:lnTo>
                <a:lnTo>
                  <a:pt x="18305" y="4800"/>
                </a:lnTo>
                <a:lnTo>
                  <a:pt x="19636" y="4800"/>
                </a:lnTo>
                <a:lnTo>
                  <a:pt x="19636" y="3214"/>
                </a:lnTo>
                <a:lnTo>
                  <a:pt x="19636" y="1618"/>
                </a:lnTo>
                <a:lnTo>
                  <a:pt x="19636" y="0"/>
                </a:lnTo>
                <a:close/>
              </a:path>
            </a:pathLst>
          </a:custGeom>
          <a:solidFill>
            <a:srgbClr val="3D403F"/>
          </a:solidFill>
          <a:ln>
            <a:noFill/>
          </a:ln>
        </p:spPr>
        <p:txBody>
          <a:bodyPr/>
          <a:lstStyle/>
          <a:p/>
        </p:txBody>
      </p:sp>
      <p:sp>
        <p:nvSpPr>
          <p:cNvPr id="8059" name="contour_08057"/>
          <p:cNvSpPr/>
          <p:nvPr/>
        </p:nvSpPr>
        <p:spPr>
          <a:xfrm>
            <a:off x="4528929" y="1909454"/>
            <a:ext cx="96165" cy="60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4" y="0"/>
                </a:moveTo>
                <a:lnTo>
                  <a:pt x="20456" y="0"/>
                </a:lnTo>
                <a:lnTo>
                  <a:pt x="21281" y="0"/>
                </a:lnTo>
                <a:lnTo>
                  <a:pt x="21332" y="1501"/>
                </a:lnTo>
                <a:lnTo>
                  <a:pt x="21376" y="3003"/>
                </a:lnTo>
                <a:lnTo>
                  <a:pt x="21417" y="4504"/>
                </a:lnTo>
                <a:lnTo>
                  <a:pt x="21453" y="6005"/>
                </a:lnTo>
                <a:lnTo>
                  <a:pt x="21485" y="7506"/>
                </a:lnTo>
                <a:lnTo>
                  <a:pt x="21523" y="8901"/>
                </a:lnTo>
                <a:lnTo>
                  <a:pt x="21561" y="10305"/>
                </a:lnTo>
                <a:lnTo>
                  <a:pt x="21600" y="11728"/>
                </a:lnTo>
                <a:lnTo>
                  <a:pt x="21395" y="14052"/>
                </a:lnTo>
                <a:lnTo>
                  <a:pt x="21165" y="15558"/>
                </a:lnTo>
                <a:lnTo>
                  <a:pt x="20760" y="16903"/>
                </a:lnTo>
                <a:lnTo>
                  <a:pt x="20033" y="18746"/>
                </a:lnTo>
                <a:lnTo>
                  <a:pt x="19004" y="19712"/>
                </a:lnTo>
                <a:lnTo>
                  <a:pt x="17990" y="20436"/>
                </a:lnTo>
                <a:lnTo>
                  <a:pt x="16982" y="20947"/>
                </a:lnTo>
                <a:lnTo>
                  <a:pt x="15964" y="21284"/>
                </a:lnTo>
                <a:lnTo>
                  <a:pt x="14924" y="21477"/>
                </a:lnTo>
                <a:lnTo>
                  <a:pt x="13852" y="21563"/>
                </a:lnTo>
                <a:lnTo>
                  <a:pt x="12736" y="21571"/>
                </a:lnTo>
                <a:lnTo>
                  <a:pt x="11560" y="21540"/>
                </a:lnTo>
                <a:lnTo>
                  <a:pt x="11133" y="21556"/>
                </a:lnTo>
                <a:lnTo>
                  <a:pt x="9838" y="21600"/>
                </a:lnTo>
                <a:lnTo>
                  <a:pt x="8460" y="21519"/>
                </a:lnTo>
                <a:lnTo>
                  <a:pt x="7216" y="21310"/>
                </a:lnTo>
                <a:lnTo>
                  <a:pt x="6081" y="20963"/>
                </a:lnTo>
                <a:lnTo>
                  <a:pt x="5027" y="20475"/>
                </a:lnTo>
                <a:lnTo>
                  <a:pt x="4025" y="19838"/>
                </a:lnTo>
                <a:lnTo>
                  <a:pt x="3050" y="19044"/>
                </a:lnTo>
                <a:lnTo>
                  <a:pt x="2072" y="18088"/>
                </a:lnTo>
                <a:lnTo>
                  <a:pt x="1064" y="16966"/>
                </a:lnTo>
                <a:lnTo>
                  <a:pt x="0" y="15665"/>
                </a:lnTo>
                <a:lnTo>
                  <a:pt x="581" y="15712"/>
                </a:lnTo>
                <a:lnTo>
                  <a:pt x="2334" y="15848"/>
                </a:lnTo>
                <a:lnTo>
                  <a:pt x="4394" y="15942"/>
                </a:lnTo>
                <a:lnTo>
                  <a:pt x="6096" y="16007"/>
                </a:lnTo>
                <a:lnTo>
                  <a:pt x="7499" y="16034"/>
                </a:lnTo>
                <a:lnTo>
                  <a:pt x="8655" y="16013"/>
                </a:lnTo>
                <a:lnTo>
                  <a:pt x="9619" y="15932"/>
                </a:lnTo>
                <a:lnTo>
                  <a:pt x="10446" y="15786"/>
                </a:lnTo>
                <a:lnTo>
                  <a:pt x="11189" y="15564"/>
                </a:lnTo>
                <a:lnTo>
                  <a:pt x="11904" y="15253"/>
                </a:lnTo>
                <a:lnTo>
                  <a:pt x="12646" y="14846"/>
                </a:lnTo>
                <a:lnTo>
                  <a:pt x="13467" y="14334"/>
                </a:lnTo>
                <a:lnTo>
                  <a:pt x="14425" y="13707"/>
                </a:lnTo>
                <a:lnTo>
                  <a:pt x="15190" y="12355"/>
                </a:lnTo>
                <a:lnTo>
                  <a:pt x="15874" y="11010"/>
                </a:lnTo>
                <a:lnTo>
                  <a:pt x="16488" y="9650"/>
                </a:lnTo>
                <a:lnTo>
                  <a:pt x="17044" y="8264"/>
                </a:lnTo>
                <a:lnTo>
                  <a:pt x="17555" y="6833"/>
                </a:lnTo>
                <a:lnTo>
                  <a:pt x="18035" y="5339"/>
                </a:lnTo>
                <a:lnTo>
                  <a:pt x="18491" y="3768"/>
                </a:lnTo>
                <a:lnTo>
                  <a:pt x="18940" y="2102"/>
                </a:lnTo>
                <a:lnTo>
                  <a:pt x="19290" y="1060"/>
                </a:lnTo>
                <a:lnTo>
                  <a:pt x="19644" y="0"/>
                </a:lnTo>
                <a:close/>
              </a:path>
            </a:pathLst>
          </a:custGeom>
          <a:solidFill>
            <a:srgbClr val="D0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0" name="contour_08058"/>
          <p:cNvSpPr/>
          <p:nvPr/>
        </p:nvSpPr>
        <p:spPr>
          <a:xfrm>
            <a:off x="8595629" y="1879588"/>
            <a:ext cx="94744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01" y="0"/>
                </a:moveTo>
                <a:lnTo>
                  <a:pt x="7607" y="71"/>
                </a:lnTo>
                <a:lnTo>
                  <a:pt x="8612" y="142"/>
                </a:lnTo>
                <a:lnTo>
                  <a:pt x="9619" y="209"/>
                </a:lnTo>
                <a:lnTo>
                  <a:pt x="10624" y="280"/>
                </a:lnTo>
                <a:lnTo>
                  <a:pt x="11631" y="347"/>
                </a:lnTo>
                <a:lnTo>
                  <a:pt x="11631" y="2688"/>
                </a:lnTo>
                <a:lnTo>
                  <a:pt x="11631" y="5044"/>
                </a:lnTo>
                <a:lnTo>
                  <a:pt x="11631" y="7431"/>
                </a:lnTo>
                <a:lnTo>
                  <a:pt x="12131" y="7612"/>
                </a:lnTo>
                <a:lnTo>
                  <a:pt x="12593" y="7775"/>
                </a:lnTo>
                <a:lnTo>
                  <a:pt x="13096" y="7952"/>
                </a:lnTo>
                <a:lnTo>
                  <a:pt x="13724" y="8175"/>
                </a:lnTo>
                <a:lnTo>
                  <a:pt x="14558" y="8473"/>
                </a:lnTo>
                <a:lnTo>
                  <a:pt x="15680" y="8873"/>
                </a:lnTo>
                <a:lnTo>
                  <a:pt x="17174" y="9401"/>
                </a:lnTo>
                <a:lnTo>
                  <a:pt x="19119" y="10095"/>
                </a:lnTo>
                <a:lnTo>
                  <a:pt x="21600" y="10974"/>
                </a:lnTo>
                <a:lnTo>
                  <a:pt x="21271" y="13081"/>
                </a:lnTo>
                <a:lnTo>
                  <a:pt x="20940" y="15189"/>
                </a:lnTo>
                <a:lnTo>
                  <a:pt x="20608" y="17310"/>
                </a:lnTo>
                <a:lnTo>
                  <a:pt x="20276" y="19446"/>
                </a:lnTo>
                <a:lnTo>
                  <a:pt x="19938" y="21600"/>
                </a:lnTo>
                <a:lnTo>
                  <a:pt x="19938" y="19262"/>
                </a:lnTo>
                <a:lnTo>
                  <a:pt x="19938" y="16903"/>
                </a:lnTo>
                <a:lnTo>
                  <a:pt x="19938" y="14516"/>
                </a:lnTo>
                <a:lnTo>
                  <a:pt x="18885" y="14576"/>
                </a:lnTo>
                <a:lnTo>
                  <a:pt x="17817" y="14640"/>
                </a:lnTo>
                <a:lnTo>
                  <a:pt x="17411" y="14654"/>
                </a:lnTo>
                <a:lnTo>
                  <a:pt x="16695" y="14679"/>
                </a:lnTo>
                <a:lnTo>
                  <a:pt x="15059" y="14735"/>
                </a:lnTo>
                <a:lnTo>
                  <a:pt x="14151" y="14778"/>
                </a:lnTo>
                <a:lnTo>
                  <a:pt x="13237" y="14820"/>
                </a:lnTo>
                <a:lnTo>
                  <a:pt x="12314" y="14859"/>
                </a:lnTo>
                <a:lnTo>
                  <a:pt x="10931" y="14608"/>
                </a:lnTo>
                <a:lnTo>
                  <a:pt x="10054" y="14115"/>
                </a:lnTo>
                <a:lnTo>
                  <a:pt x="9305" y="13028"/>
                </a:lnTo>
                <a:lnTo>
                  <a:pt x="8308" y="10974"/>
                </a:lnTo>
                <a:lnTo>
                  <a:pt x="8102" y="12840"/>
                </a:lnTo>
                <a:lnTo>
                  <a:pt x="7892" y="14735"/>
                </a:lnTo>
                <a:lnTo>
                  <a:pt x="7274" y="16386"/>
                </a:lnTo>
                <a:lnTo>
                  <a:pt x="6646" y="18058"/>
                </a:lnTo>
                <a:lnTo>
                  <a:pt x="5500" y="17746"/>
                </a:lnTo>
                <a:lnTo>
                  <a:pt x="4380" y="17293"/>
                </a:lnTo>
                <a:lnTo>
                  <a:pt x="3277" y="16719"/>
                </a:lnTo>
                <a:lnTo>
                  <a:pt x="2183" y="16049"/>
                </a:lnTo>
                <a:lnTo>
                  <a:pt x="1093" y="15306"/>
                </a:lnTo>
                <a:lnTo>
                  <a:pt x="0" y="14516"/>
                </a:lnTo>
                <a:lnTo>
                  <a:pt x="1421" y="9890"/>
                </a:lnTo>
                <a:lnTo>
                  <a:pt x="2516" y="6404"/>
                </a:lnTo>
                <a:lnTo>
                  <a:pt x="3365" y="3893"/>
                </a:lnTo>
                <a:lnTo>
                  <a:pt x="4043" y="2189"/>
                </a:lnTo>
                <a:lnTo>
                  <a:pt x="4627" y="1116"/>
                </a:lnTo>
                <a:lnTo>
                  <a:pt x="5197" y="507"/>
                </a:lnTo>
                <a:lnTo>
                  <a:pt x="5829" y="191"/>
                </a:lnTo>
                <a:lnTo>
                  <a:pt x="6601" y="0"/>
                </a:lnTo>
                <a:close/>
              </a:path>
            </a:pathLst>
          </a:custGeom>
          <a:solidFill>
            <a:srgbClr val="A2A69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1" name="contour_08059"/>
          <p:cNvSpPr/>
          <p:nvPr/>
        </p:nvSpPr>
        <p:spPr>
          <a:xfrm>
            <a:off x="2444564" y="1886169"/>
            <a:ext cx="51016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5"/>
                </a:moveTo>
                <a:lnTo>
                  <a:pt x="1811" y="492"/>
                </a:lnTo>
                <a:lnTo>
                  <a:pt x="3626" y="411"/>
                </a:lnTo>
                <a:lnTo>
                  <a:pt x="5437" y="336"/>
                </a:lnTo>
                <a:lnTo>
                  <a:pt x="7251" y="270"/>
                </a:lnTo>
                <a:lnTo>
                  <a:pt x="9066" y="210"/>
                </a:lnTo>
                <a:lnTo>
                  <a:pt x="10751" y="141"/>
                </a:lnTo>
                <a:lnTo>
                  <a:pt x="12445" y="72"/>
                </a:lnTo>
                <a:lnTo>
                  <a:pt x="14163" y="0"/>
                </a:lnTo>
                <a:lnTo>
                  <a:pt x="15247" y="144"/>
                </a:lnTo>
                <a:lnTo>
                  <a:pt x="18514" y="585"/>
                </a:lnTo>
                <a:lnTo>
                  <a:pt x="19761" y="2381"/>
                </a:lnTo>
                <a:lnTo>
                  <a:pt x="20498" y="3606"/>
                </a:lnTo>
                <a:lnTo>
                  <a:pt x="21017" y="4821"/>
                </a:lnTo>
                <a:lnTo>
                  <a:pt x="21600" y="6590"/>
                </a:lnTo>
                <a:lnTo>
                  <a:pt x="19560" y="6590"/>
                </a:lnTo>
                <a:lnTo>
                  <a:pt x="17508" y="6590"/>
                </a:lnTo>
                <a:lnTo>
                  <a:pt x="15429" y="6590"/>
                </a:lnTo>
                <a:lnTo>
                  <a:pt x="15429" y="8712"/>
                </a:lnTo>
                <a:lnTo>
                  <a:pt x="15429" y="10838"/>
                </a:lnTo>
                <a:lnTo>
                  <a:pt x="15429" y="12969"/>
                </a:lnTo>
                <a:lnTo>
                  <a:pt x="15429" y="15109"/>
                </a:lnTo>
                <a:lnTo>
                  <a:pt x="15429" y="17259"/>
                </a:lnTo>
                <a:lnTo>
                  <a:pt x="15429" y="19420"/>
                </a:lnTo>
                <a:lnTo>
                  <a:pt x="15429" y="21600"/>
                </a:lnTo>
                <a:lnTo>
                  <a:pt x="12297" y="20513"/>
                </a:lnTo>
                <a:lnTo>
                  <a:pt x="9982" y="19679"/>
                </a:lnTo>
                <a:lnTo>
                  <a:pt x="8267" y="18991"/>
                </a:lnTo>
                <a:lnTo>
                  <a:pt x="6934" y="18343"/>
                </a:lnTo>
                <a:lnTo>
                  <a:pt x="5770" y="17631"/>
                </a:lnTo>
                <a:lnTo>
                  <a:pt x="4561" y="16752"/>
                </a:lnTo>
                <a:lnTo>
                  <a:pt x="3086" y="15596"/>
                </a:lnTo>
                <a:lnTo>
                  <a:pt x="2401" y="13750"/>
                </a:lnTo>
                <a:lnTo>
                  <a:pt x="1824" y="11909"/>
                </a:lnTo>
                <a:lnTo>
                  <a:pt x="1345" y="10066"/>
                </a:lnTo>
                <a:lnTo>
                  <a:pt x="953" y="8214"/>
                </a:lnTo>
                <a:lnTo>
                  <a:pt x="633" y="6346"/>
                </a:lnTo>
                <a:lnTo>
                  <a:pt x="376" y="4458"/>
                </a:lnTo>
                <a:lnTo>
                  <a:pt x="170" y="2540"/>
                </a:lnTo>
                <a:lnTo>
                  <a:pt x="0" y="585"/>
                </a:lnTo>
                <a:close/>
              </a:path>
            </a:pathLst>
          </a:custGeom>
          <a:solidFill>
            <a:srgbClr val="2E2D2E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2" name="contour_08060"/>
          <p:cNvSpPr/>
          <p:nvPr/>
        </p:nvSpPr>
        <p:spPr>
          <a:xfrm>
            <a:off x="5068241" y="1829286"/>
            <a:ext cx="8016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76" y="1687"/>
                </a:lnTo>
                <a:lnTo>
                  <a:pt x="21496" y="3152"/>
                </a:lnTo>
                <a:lnTo>
                  <a:pt x="21345" y="4440"/>
                </a:lnTo>
                <a:lnTo>
                  <a:pt x="21111" y="5589"/>
                </a:lnTo>
                <a:lnTo>
                  <a:pt x="20779" y="6641"/>
                </a:lnTo>
                <a:lnTo>
                  <a:pt x="20335" y="7639"/>
                </a:lnTo>
                <a:lnTo>
                  <a:pt x="19768" y="8622"/>
                </a:lnTo>
                <a:lnTo>
                  <a:pt x="19063" y="9634"/>
                </a:lnTo>
                <a:lnTo>
                  <a:pt x="18205" y="10714"/>
                </a:lnTo>
                <a:lnTo>
                  <a:pt x="17182" y="11904"/>
                </a:lnTo>
                <a:lnTo>
                  <a:pt x="16848" y="12290"/>
                </a:lnTo>
                <a:lnTo>
                  <a:pt x="15837" y="13461"/>
                </a:lnTo>
                <a:lnTo>
                  <a:pt x="14855" y="14535"/>
                </a:lnTo>
                <a:lnTo>
                  <a:pt x="13895" y="15538"/>
                </a:lnTo>
                <a:lnTo>
                  <a:pt x="12938" y="16473"/>
                </a:lnTo>
                <a:lnTo>
                  <a:pt x="11978" y="17339"/>
                </a:lnTo>
                <a:lnTo>
                  <a:pt x="10996" y="18136"/>
                </a:lnTo>
                <a:lnTo>
                  <a:pt x="9981" y="18871"/>
                </a:lnTo>
                <a:lnTo>
                  <a:pt x="8919" y="19538"/>
                </a:lnTo>
                <a:lnTo>
                  <a:pt x="7796" y="20145"/>
                </a:lnTo>
                <a:lnTo>
                  <a:pt x="6598" y="20689"/>
                </a:lnTo>
                <a:lnTo>
                  <a:pt x="5314" y="21174"/>
                </a:lnTo>
                <a:lnTo>
                  <a:pt x="3927" y="21600"/>
                </a:lnTo>
                <a:lnTo>
                  <a:pt x="2955" y="20628"/>
                </a:lnTo>
                <a:lnTo>
                  <a:pt x="1979" y="19650"/>
                </a:lnTo>
                <a:lnTo>
                  <a:pt x="996" y="18668"/>
                </a:lnTo>
                <a:lnTo>
                  <a:pt x="0" y="17673"/>
                </a:lnTo>
                <a:lnTo>
                  <a:pt x="1070" y="16797"/>
                </a:lnTo>
                <a:lnTo>
                  <a:pt x="2138" y="15923"/>
                </a:lnTo>
                <a:lnTo>
                  <a:pt x="3209" y="15047"/>
                </a:lnTo>
                <a:lnTo>
                  <a:pt x="4279" y="14172"/>
                </a:lnTo>
                <a:lnTo>
                  <a:pt x="5349" y="13296"/>
                </a:lnTo>
                <a:lnTo>
                  <a:pt x="6421" y="12420"/>
                </a:lnTo>
                <a:lnTo>
                  <a:pt x="7493" y="11542"/>
                </a:lnTo>
                <a:lnTo>
                  <a:pt x="8567" y="10663"/>
                </a:lnTo>
                <a:lnTo>
                  <a:pt x="9643" y="9783"/>
                </a:lnTo>
                <a:lnTo>
                  <a:pt x="10719" y="8903"/>
                </a:lnTo>
                <a:lnTo>
                  <a:pt x="11798" y="8021"/>
                </a:lnTo>
                <a:lnTo>
                  <a:pt x="12878" y="7138"/>
                </a:lnTo>
                <a:lnTo>
                  <a:pt x="13959" y="6252"/>
                </a:lnTo>
                <a:lnTo>
                  <a:pt x="15043" y="5365"/>
                </a:lnTo>
                <a:lnTo>
                  <a:pt x="16129" y="4477"/>
                </a:lnTo>
                <a:lnTo>
                  <a:pt x="17217" y="3586"/>
                </a:lnTo>
                <a:lnTo>
                  <a:pt x="18309" y="2692"/>
                </a:lnTo>
                <a:lnTo>
                  <a:pt x="19403" y="1797"/>
                </a:lnTo>
                <a:lnTo>
                  <a:pt x="20500" y="899"/>
                </a:lnTo>
                <a:lnTo>
                  <a:pt x="21600" y="0"/>
                </a:lnTo>
                <a:close/>
              </a:path>
            </a:pathLst>
          </a:custGeom>
          <a:solidFill>
            <a:srgbClr val="9CD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3" name="contour_08061"/>
          <p:cNvSpPr/>
          <p:nvPr/>
        </p:nvSpPr>
        <p:spPr>
          <a:xfrm>
            <a:off x="5323321" y="1843862"/>
            <a:ext cx="4531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48" y="0"/>
                </a:moveTo>
                <a:lnTo>
                  <a:pt x="10585" y="790"/>
                </a:lnTo>
                <a:lnTo>
                  <a:pt x="13266" y="1406"/>
                </a:lnTo>
                <a:lnTo>
                  <a:pt x="15236" y="1932"/>
                </a:lnTo>
                <a:lnTo>
                  <a:pt x="16733" y="2448"/>
                </a:lnTo>
                <a:lnTo>
                  <a:pt x="18008" y="3043"/>
                </a:lnTo>
                <a:lnTo>
                  <a:pt x="19297" y="3799"/>
                </a:lnTo>
                <a:lnTo>
                  <a:pt x="20843" y="4800"/>
                </a:lnTo>
                <a:lnTo>
                  <a:pt x="21211" y="6454"/>
                </a:lnTo>
                <a:lnTo>
                  <a:pt x="21451" y="8057"/>
                </a:lnTo>
                <a:lnTo>
                  <a:pt x="21576" y="9626"/>
                </a:lnTo>
                <a:lnTo>
                  <a:pt x="21600" y="11177"/>
                </a:lnTo>
                <a:lnTo>
                  <a:pt x="21544" y="12725"/>
                </a:lnTo>
                <a:lnTo>
                  <a:pt x="21426" y="14287"/>
                </a:lnTo>
                <a:lnTo>
                  <a:pt x="21260" y="15876"/>
                </a:lnTo>
                <a:lnTo>
                  <a:pt x="21058" y="17508"/>
                </a:lnTo>
                <a:lnTo>
                  <a:pt x="20843" y="19200"/>
                </a:lnTo>
                <a:lnTo>
                  <a:pt x="18550" y="19464"/>
                </a:lnTo>
                <a:lnTo>
                  <a:pt x="16254" y="19728"/>
                </a:lnTo>
                <a:lnTo>
                  <a:pt x="13958" y="19992"/>
                </a:lnTo>
                <a:lnTo>
                  <a:pt x="11655" y="20258"/>
                </a:lnTo>
                <a:lnTo>
                  <a:pt x="9344" y="20525"/>
                </a:lnTo>
                <a:lnTo>
                  <a:pt x="7024" y="20791"/>
                </a:lnTo>
                <a:lnTo>
                  <a:pt x="4697" y="21060"/>
                </a:lnTo>
                <a:lnTo>
                  <a:pt x="2355" y="21329"/>
                </a:lnTo>
                <a:lnTo>
                  <a:pt x="0" y="21600"/>
                </a:lnTo>
                <a:lnTo>
                  <a:pt x="865" y="18430"/>
                </a:lnTo>
                <a:lnTo>
                  <a:pt x="1487" y="16246"/>
                </a:lnTo>
                <a:lnTo>
                  <a:pt x="1959" y="14774"/>
                </a:lnTo>
                <a:lnTo>
                  <a:pt x="2386" y="13754"/>
                </a:lnTo>
                <a:lnTo>
                  <a:pt x="2859" y="12919"/>
                </a:lnTo>
                <a:lnTo>
                  <a:pt x="3474" y="12000"/>
                </a:lnTo>
                <a:lnTo>
                  <a:pt x="5770" y="12000"/>
                </a:lnTo>
                <a:lnTo>
                  <a:pt x="8080" y="12000"/>
                </a:lnTo>
                <a:lnTo>
                  <a:pt x="10421" y="12000"/>
                </a:lnTo>
                <a:lnTo>
                  <a:pt x="9991" y="10514"/>
                </a:lnTo>
                <a:lnTo>
                  <a:pt x="9560" y="9029"/>
                </a:lnTo>
                <a:lnTo>
                  <a:pt x="9129" y="7538"/>
                </a:lnTo>
                <a:lnTo>
                  <a:pt x="8698" y="6046"/>
                </a:lnTo>
                <a:lnTo>
                  <a:pt x="8264" y="4546"/>
                </a:lnTo>
                <a:lnTo>
                  <a:pt x="7826" y="3038"/>
                </a:lnTo>
                <a:lnTo>
                  <a:pt x="7389" y="1524"/>
                </a:lnTo>
                <a:lnTo>
                  <a:pt x="6948" y="0"/>
                </a:lnTo>
                <a:close/>
              </a:path>
            </a:pathLst>
          </a:custGeom>
          <a:solidFill>
            <a:srgbClr val="873B44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4" name="contour_08062"/>
          <p:cNvSpPr/>
          <p:nvPr/>
        </p:nvSpPr>
        <p:spPr>
          <a:xfrm>
            <a:off x="2422700" y="1778270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885" y="0"/>
                </a:lnTo>
                <a:lnTo>
                  <a:pt x="11680" y="0"/>
                </a:lnTo>
                <a:lnTo>
                  <a:pt x="13500" y="0"/>
                </a:lnTo>
                <a:lnTo>
                  <a:pt x="13333" y="855"/>
                </a:lnTo>
                <a:lnTo>
                  <a:pt x="13162" y="1715"/>
                </a:lnTo>
                <a:lnTo>
                  <a:pt x="12992" y="2588"/>
                </a:lnTo>
                <a:lnTo>
                  <a:pt x="13160" y="3517"/>
                </a:lnTo>
                <a:lnTo>
                  <a:pt x="13330" y="4451"/>
                </a:lnTo>
                <a:lnTo>
                  <a:pt x="13500" y="5400"/>
                </a:lnTo>
                <a:lnTo>
                  <a:pt x="15509" y="6008"/>
                </a:lnTo>
                <a:lnTo>
                  <a:pt x="16934" y="6406"/>
                </a:lnTo>
                <a:lnTo>
                  <a:pt x="18166" y="6680"/>
                </a:lnTo>
                <a:lnTo>
                  <a:pt x="19591" y="6916"/>
                </a:lnTo>
                <a:lnTo>
                  <a:pt x="21600" y="7200"/>
                </a:lnTo>
                <a:lnTo>
                  <a:pt x="19996" y="7200"/>
                </a:lnTo>
                <a:lnTo>
                  <a:pt x="18387" y="7200"/>
                </a:lnTo>
                <a:lnTo>
                  <a:pt x="16772" y="7200"/>
                </a:lnTo>
                <a:lnTo>
                  <a:pt x="15144" y="7200"/>
                </a:lnTo>
                <a:lnTo>
                  <a:pt x="13500" y="7200"/>
                </a:lnTo>
                <a:lnTo>
                  <a:pt x="13316" y="8501"/>
                </a:lnTo>
                <a:lnTo>
                  <a:pt x="13165" y="9788"/>
                </a:lnTo>
                <a:lnTo>
                  <a:pt x="13065" y="11068"/>
                </a:lnTo>
                <a:lnTo>
                  <a:pt x="13033" y="12344"/>
                </a:lnTo>
                <a:lnTo>
                  <a:pt x="13084" y="13622"/>
                </a:lnTo>
                <a:lnTo>
                  <a:pt x="13233" y="14906"/>
                </a:lnTo>
                <a:lnTo>
                  <a:pt x="13500" y="16200"/>
                </a:lnTo>
                <a:lnTo>
                  <a:pt x="15509" y="16916"/>
                </a:lnTo>
                <a:lnTo>
                  <a:pt x="16934" y="17368"/>
                </a:lnTo>
                <a:lnTo>
                  <a:pt x="18166" y="17642"/>
                </a:lnTo>
                <a:lnTo>
                  <a:pt x="19591" y="17824"/>
                </a:lnTo>
                <a:lnTo>
                  <a:pt x="21600" y="18000"/>
                </a:lnTo>
                <a:lnTo>
                  <a:pt x="20317" y="17926"/>
                </a:lnTo>
                <a:lnTo>
                  <a:pt x="19027" y="17851"/>
                </a:lnTo>
                <a:lnTo>
                  <a:pt x="17717" y="17775"/>
                </a:lnTo>
                <a:lnTo>
                  <a:pt x="17099" y="17809"/>
                </a:lnTo>
                <a:lnTo>
                  <a:pt x="16006" y="17867"/>
                </a:lnTo>
                <a:lnTo>
                  <a:pt x="13500" y="18000"/>
                </a:lnTo>
                <a:lnTo>
                  <a:pt x="12412" y="19069"/>
                </a:lnTo>
                <a:lnTo>
                  <a:pt x="11769" y="19800"/>
                </a:lnTo>
                <a:lnTo>
                  <a:pt x="11316" y="20531"/>
                </a:lnTo>
                <a:lnTo>
                  <a:pt x="10800" y="21600"/>
                </a:lnTo>
                <a:lnTo>
                  <a:pt x="10265" y="20531"/>
                </a:lnTo>
                <a:lnTo>
                  <a:pt x="9728" y="19458"/>
                </a:lnTo>
                <a:lnTo>
                  <a:pt x="9191" y="18382"/>
                </a:lnTo>
                <a:lnTo>
                  <a:pt x="8648" y="17296"/>
                </a:lnTo>
                <a:lnTo>
                  <a:pt x="8100" y="16200"/>
                </a:lnTo>
                <a:lnTo>
                  <a:pt x="6496" y="16556"/>
                </a:lnTo>
                <a:lnTo>
                  <a:pt x="4887" y="16915"/>
                </a:lnTo>
                <a:lnTo>
                  <a:pt x="3272" y="17273"/>
                </a:lnTo>
                <a:lnTo>
                  <a:pt x="1644" y="17635"/>
                </a:lnTo>
                <a:lnTo>
                  <a:pt x="0" y="18000"/>
                </a:lnTo>
                <a:lnTo>
                  <a:pt x="508" y="16661"/>
                </a:lnTo>
                <a:lnTo>
                  <a:pt x="902" y="15710"/>
                </a:lnTo>
                <a:lnTo>
                  <a:pt x="1312" y="14890"/>
                </a:lnTo>
                <a:lnTo>
                  <a:pt x="1868" y="13939"/>
                </a:lnTo>
                <a:lnTo>
                  <a:pt x="2700" y="12600"/>
                </a:lnTo>
                <a:lnTo>
                  <a:pt x="4485" y="12600"/>
                </a:lnTo>
                <a:lnTo>
                  <a:pt x="6280" y="12600"/>
                </a:lnTo>
                <a:lnTo>
                  <a:pt x="8100" y="12600"/>
                </a:lnTo>
                <a:lnTo>
                  <a:pt x="8100" y="11353"/>
                </a:lnTo>
                <a:lnTo>
                  <a:pt x="8100" y="10103"/>
                </a:lnTo>
                <a:lnTo>
                  <a:pt x="8100" y="8854"/>
                </a:lnTo>
                <a:lnTo>
                  <a:pt x="8100" y="7603"/>
                </a:lnTo>
                <a:lnTo>
                  <a:pt x="8100" y="6347"/>
                </a:lnTo>
                <a:lnTo>
                  <a:pt x="8100" y="5089"/>
                </a:lnTo>
                <a:lnTo>
                  <a:pt x="8100" y="3825"/>
                </a:lnTo>
                <a:lnTo>
                  <a:pt x="8100" y="2556"/>
                </a:lnTo>
                <a:lnTo>
                  <a:pt x="8100" y="1282"/>
                </a:lnTo>
                <a:lnTo>
                  <a:pt x="8100" y="0"/>
                </a:lnTo>
                <a:close/>
              </a:path>
            </a:pathLst>
          </a:custGeom>
          <a:solidFill>
            <a:srgbClr val="AC9A7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5" name="contour_08063"/>
          <p:cNvSpPr/>
          <p:nvPr/>
        </p:nvSpPr>
        <p:spPr>
          <a:xfrm>
            <a:off x="2371684" y="1792846"/>
            <a:ext cx="72880" cy="65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706" y="2177"/>
                </a:lnTo>
                <a:lnTo>
                  <a:pt x="19777" y="3880"/>
                </a:lnTo>
                <a:lnTo>
                  <a:pt x="20546" y="5245"/>
                </a:lnTo>
                <a:lnTo>
                  <a:pt x="21060" y="6418"/>
                </a:lnTo>
                <a:lnTo>
                  <a:pt x="21373" y="7530"/>
                </a:lnTo>
                <a:lnTo>
                  <a:pt x="21533" y="8729"/>
                </a:lnTo>
                <a:lnTo>
                  <a:pt x="21591" y="10152"/>
                </a:lnTo>
                <a:lnTo>
                  <a:pt x="21600" y="11938"/>
                </a:lnTo>
                <a:lnTo>
                  <a:pt x="20421" y="12893"/>
                </a:lnTo>
                <a:lnTo>
                  <a:pt x="19261" y="13786"/>
                </a:lnTo>
                <a:lnTo>
                  <a:pt x="18101" y="14633"/>
                </a:lnTo>
                <a:lnTo>
                  <a:pt x="16924" y="15443"/>
                </a:lnTo>
                <a:lnTo>
                  <a:pt x="15712" y="16230"/>
                </a:lnTo>
                <a:lnTo>
                  <a:pt x="14446" y="17011"/>
                </a:lnTo>
                <a:lnTo>
                  <a:pt x="13442" y="17665"/>
                </a:lnTo>
                <a:lnTo>
                  <a:pt x="12424" y="18327"/>
                </a:lnTo>
                <a:lnTo>
                  <a:pt x="11025" y="19155"/>
                </a:lnTo>
                <a:lnTo>
                  <a:pt x="9683" y="19862"/>
                </a:lnTo>
                <a:lnTo>
                  <a:pt x="8381" y="20444"/>
                </a:lnTo>
                <a:lnTo>
                  <a:pt x="7089" y="20910"/>
                </a:lnTo>
                <a:lnTo>
                  <a:pt x="5789" y="21256"/>
                </a:lnTo>
                <a:lnTo>
                  <a:pt x="4452" y="21485"/>
                </a:lnTo>
                <a:lnTo>
                  <a:pt x="3059" y="21600"/>
                </a:lnTo>
                <a:lnTo>
                  <a:pt x="1581" y="21600"/>
                </a:lnTo>
                <a:lnTo>
                  <a:pt x="0" y="21488"/>
                </a:lnTo>
                <a:lnTo>
                  <a:pt x="536" y="20010"/>
                </a:lnTo>
                <a:lnTo>
                  <a:pt x="1069" y="18532"/>
                </a:lnTo>
                <a:lnTo>
                  <a:pt x="1607" y="17049"/>
                </a:lnTo>
                <a:lnTo>
                  <a:pt x="2145" y="15564"/>
                </a:lnTo>
                <a:lnTo>
                  <a:pt x="2683" y="14072"/>
                </a:lnTo>
                <a:lnTo>
                  <a:pt x="3225" y="12573"/>
                </a:lnTo>
                <a:lnTo>
                  <a:pt x="3771" y="11066"/>
                </a:lnTo>
                <a:lnTo>
                  <a:pt x="4320" y="9550"/>
                </a:lnTo>
                <a:lnTo>
                  <a:pt x="5746" y="9944"/>
                </a:lnTo>
                <a:lnTo>
                  <a:pt x="7173" y="10338"/>
                </a:lnTo>
                <a:lnTo>
                  <a:pt x="8608" y="10734"/>
                </a:lnTo>
                <a:lnTo>
                  <a:pt x="10048" y="11133"/>
                </a:lnTo>
                <a:lnTo>
                  <a:pt x="11498" y="11534"/>
                </a:lnTo>
                <a:lnTo>
                  <a:pt x="12960" y="11938"/>
                </a:lnTo>
                <a:lnTo>
                  <a:pt x="12960" y="10360"/>
                </a:lnTo>
                <a:lnTo>
                  <a:pt x="12960" y="8772"/>
                </a:lnTo>
                <a:lnTo>
                  <a:pt x="12960" y="7163"/>
                </a:lnTo>
                <a:lnTo>
                  <a:pt x="14388" y="7163"/>
                </a:lnTo>
                <a:lnTo>
                  <a:pt x="15824" y="7163"/>
                </a:lnTo>
                <a:lnTo>
                  <a:pt x="17280" y="7163"/>
                </a:lnTo>
                <a:lnTo>
                  <a:pt x="17280" y="5744"/>
                </a:lnTo>
                <a:lnTo>
                  <a:pt x="17280" y="4321"/>
                </a:lnTo>
                <a:lnTo>
                  <a:pt x="17280" y="2894"/>
                </a:lnTo>
                <a:lnTo>
                  <a:pt x="17280" y="1454"/>
                </a:lnTo>
                <a:lnTo>
                  <a:pt x="17280" y="0"/>
                </a:lnTo>
                <a:close/>
              </a:path>
            </a:pathLst>
          </a:custGeom>
          <a:solidFill>
            <a:srgbClr val="433E3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6" name="contour_08064"/>
          <p:cNvSpPr/>
          <p:nvPr/>
        </p:nvSpPr>
        <p:spPr>
          <a:xfrm>
            <a:off x="564262" y="1800134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114" y="0"/>
                </a:lnTo>
                <a:lnTo>
                  <a:pt x="12412" y="0"/>
                </a:lnTo>
                <a:lnTo>
                  <a:pt x="13710" y="0"/>
                </a:lnTo>
                <a:lnTo>
                  <a:pt x="15012" y="0"/>
                </a:lnTo>
                <a:lnTo>
                  <a:pt x="16318" y="0"/>
                </a:lnTo>
                <a:lnTo>
                  <a:pt x="17630" y="0"/>
                </a:lnTo>
                <a:lnTo>
                  <a:pt x="18945" y="0"/>
                </a:lnTo>
                <a:lnTo>
                  <a:pt x="20269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20410" y="12100"/>
                </a:lnTo>
                <a:lnTo>
                  <a:pt x="19522" y="12892"/>
                </a:lnTo>
                <a:lnTo>
                  <a:pt x="18492" y="13489"/>
                </a:lnTo>
                <a:lnTo>
                  <a:pt x="16875" y="14216"/>
                </a:lnTo>
                <a:lnTo>
                  <a:pt x="16442" y="14418"/>
                </a:lnTo>
                <a:lnTo>
                  <a:pt x="15676" y="14774"/>
                </a:lnTo>
                <a:lnTo>
                  <a:pt x="13922" y="15588"/>
                </a:lnTo>
                <a:lnTo>
                  <a:pt x="12891" y="16013"/>
                </a:lnTo>
                <a:lnTo>
                  <a:pt x="11853" y="16441"/>
                </a:lnTo>
                <a:lnTo>
                  <a:pt x="10800" y="16877"/>
                </a:lnTo>
                <a:lnTo>
                  <a:pt x="9769" y="17341"/>
                </a:lnTo>
                <a:lnTo>
                  <a:pt x="8730" y="17813"/>
                </a:lnTo>
                <a:lnTo>
                  <a:pt x="7678" y="18288"/>
                </a:lnTo>
                <a:lnTo>
                  <a:pt x="6401" y="18857"/>
                </a:lnTo>
                <a:lnTo>
                  <a:pt x="5123" y="19418"/>
                </a:lnTo>
                <a:lnTo>
                  <a:pt x="3843" y="19973"/>
                </a:lnTo>
                <a:lnTo>
                  <a:pt x="2563" y="20516"/>
                </a:lnTo>
                <a:lnTo>
                  <a:pt x="1280" y="21060"/>
                </a:lnTo>
                <a:lnTo>
                  <a:pt x="0" y="21600"/>
                </a:lnTo>
                <a:lnTo>
                  <a:pt x="0" y="19055"/>
                </a:lnTo>
                <a:lnTo>
                  <a:pt x="0" y="16506"/>
                </a:lnTo>
                <a:lnTo>
                  <a:pt x="0" y="13950"/>
                </a:lnTo>
                <a:lnTo>
                  <a:pt x="0" y="11383"/>
                </a:lnTo>
                <a:lnTo>
                  <a:pt x="0" y="8806"/>
                </a:lnTo>
                <a:lnTo>
                  <a:pt x="0" y="6214"/>
                </a:lnTo>
                <a:lnTo>
                  <a:pt x="0" y="3600"/>
                </a:lnTo>
                <a:lnTo>
                  <a:pt x="487" y="5382"/>
                </a:lnTo>
                <a:lnTo>
                  <a:pt x="974" y="7175"/>
                </a:lnTo>
                <a:lnTo>
                  <a:pt x="1467" y="8975"/>
                </a:lnTo>
                <a:lnTo>
                  <a:pt x="1964" y="10800"/>
                </a:lnTo>
                <a:lnTo>
                  <a:pt x="3387" y="11286"/>
                </a:lnTo>
                <a:lnTo>
                  <a:pt x="4438" y="11401"/>
                </a:lnTo>
                <a:lnTo>
                  <a:pt x="6013" y="11250"/>
                </a:lnTo>
                <a:lnTo>
                  <a:pt x="6572" y="11182"/>
                </a:lnTo>
                <a:lnTo>
                  <a:pt x="7560" y="11066"/>
                </a:lnTo>
                <a:lnTo>
                  <a:pt x="9818" y="10800"/>
                </a:lnTo>
                <a:lnTo>
                  <a:pt x="9818" y="8662"/>
                </a:lnTo>
                <a:lnTo>
                  <a:pt x="9818" y="6516"/>
                </a:lnTo>
                <a:lnTo>
                  <a:pt x="9818" y="4363"/>
                </a:lnTo>
                <a:lnTo>
                  <a:pt x="9818" y="2192"/>
                </a:lnTo>
                <a:lnTo>
                  <a:pt x="9818" y="0"/>
                </a:lnTo>
                <a:close/>
              </a:path>
            </a:pathLst>
          </a:custGeom>
          <a:solidFill>
            <a:srgbClr val="C19F59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7" name="contour_08065"/>
          <p:cNvSpPr/>
          <p:nvPr/>
        </p:nvSpPr>
        <p:spPr>
          <a:xfrm>
            <a:off x="4732993" y="1807422"/>
            <a:ext cx="51016" cy="406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328" y="4466"/>
                </a:lnTo>
                <a:lnTo>
                  <a:pt x="21100" y="7893"/>
                </a:lnTo>
                <a:lnTo>
                  <a:pt x="20872" y="10509"/>
                </a:lnTo>
                <a:lnTo>
                  <a:pt x="20609" y="12541"/>
                </a:lnTo>
                <a:lnTo>
                  <a:pt x="20279" y="14219"/>
                </a:lnTo>
                <a:lnTo>
                  <a:pt x="19844" y="15766"/>
                </a:lnTo>
                <a:lnTo>
                  <a:pt x="19267" y="17409"/>
                </a:lnTo>
                <a:lnTo>
                  <a:pt x="18514" y="19383"/>
                </a:lnTo>
                <a:lnTo>
                  <a:pt x="16462" y="20398"/>
                </a:lnTo>
                <a:lnTo>
                  <a:pt x="14555" y="21073"/>
                </a:lnTo>
                <a:lnTo>
                  <a:pt x="12704" y="21457"/>
                </a:lnTo>
                <a:lnTo>
                  <a:pt x="10825" y="21600"/>
                </a:lnTo>
                <a:lnTo>
                  <a:pt x="8825" y="21550"/>
                </a:lnTo>
                <a:lnTo>
                  <a:pt x="6619" y="21352"/>
                </a:lnTo>
                <a:lnTo>
                  <a:pt x="4548" y="20146"/>
                </a:lnTo>
                <a:lnTo>
                  <a:pt x="3314" y="19080"/>
                </a:lnTo>
                <a:lnTo>
                  <a:pt x="2422" y="17561"/>
                </a:lnTo>
                <a:lnTo>
                  <a:pt x="1385" y="14991"/>
                </a:lnTo>
                <a:lnTo>
                  <a:pt x="1043" y="12715"/>
                </a:lnTo>
                <a:lnTo>
                  <a:pt x="796" y="10901"/>
                </a:lnTo>
                <a:lnTo>
                  <a:pt x="608" y="9141"/>
                </a:lnTo>
                <a:lnTo>
                  <a:pt x="438" y="7017"/>
                </a:lnTo>
                <a:lnTo>
                  <a:pt x="247" y="4109"/>
                </a:lnTo>
                <a:lnTo>
                  <a:pt x="0" y="0"/>
                </a:lnTo>
                <a:close/>
              </a:path>
            </a:pathLst>
          </a:custGeom>
          <a:solidFill>
            <a:srgbClr val="6B96B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8" name="contour_08066"/>
          <p:cNvSpPr/>
          <p:nvPr/>
        </p:nvSpPr>
        <p:spPr>
          <a:xfrm>
            <a:off x="4373834" y="1756406"/>
            <a:ext cx="822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8" y="0"/>
                </a:moveTo>
                <a:lnTo>
                  <a:pt x="1748" y="639"/>
                </a:lnTo>
                <a:lnTo>
                  <a:pt x="2922" y="1294"/>
                </a:lnTo>
                <a:lnTo>
                  <a:pt x="4061" y="1966"/>
                </a:lnTo>
                <a:lnTo>
                  <a:pt x="5170" y="2657"/>
                </a:lnTo>
                <a:lnTo>
                  <a:pt x="6253" y="3370"/>
                </a:lnTo>
                <a:lnTo>
                  <a:pt x="7314" y="4104"/>
                </a:lnTo>
                <a:lnTo>
                  <a:pt x="8354" y="4864"/>
                </a:lnTo>
                <a:lnTo>
                  <a:pt x="9378" y="5653"/>
                </a:lnTo>
                <a:lnTo>
                  <a:pt x="10389" y="6471"/>
                </a:lnTo>
                <a:lnTo>
                  <a:pt x="11393" y="7320"/>
                </a:lnTo>
                <a:lnTo>
                  <a:pt x="12388" y="8202"/>
                </a:lnTo>
                <a:lnTo>
                  <a:pt x="13382" y="9120"/>
                </a:lnTo>
                <a:lnTo>
                  <a:pt x="14378" y="10076"/>
                </a:lnTo>
                <a:lnTo>
                  <a:pt x="15377" y="11070"/>
                </a:lnTo>
                <a:lnTo>
                  <a:pt x="15833" y="11521"/>
                </a:lnTo>
                <a:lnTo>
                  <a:pt x="17210" y="12884"/>
                </a:lnTo>
                <a:lnTo>
                  <a:pt x="18090" y="13759"/>
                </a:lnTo>
                <a:lnTo>
                  <a:pt x="18969" y="14636"/>
                </a:lnTo>
                <a:lnTo>
                  <a:pt x="19848" y="15517"/>
                </a:lnTo>
                <a:lnTo>
                  <a:pt x="20725" y="16399"/>
                </a:lnTo>
                <a:lnTo>
                  <a:pt x="21600" y="17280"/>
                </a:lnTo>
                <a:lnTo>
                  <a:pt x="20652" y="18349"/>
                </a:lnTo>
                <a:lnTo>
                  <a:pt x="19701" y="19425"/>
                </a:lnTo>
                <a:lnTo>
                  <a:pt x="18741" y="20505"/>
                </a:lnTo>
                <a:lnTo>
                  <a:pt x="17771" y="21600"/>
                </a:lnTo>
                <a:lnTo>
                  <a:pt x="16687" y="20717"/>
                </a:lnTo>
                <a:lnTo>
                  <a:pt x="15605" y="19829"/>
                </a:lnTo>
                <a:lnTo>
                  <a:pt x="14525" y="18937"/>
                </a:lnTo>
                <a:lnTo>
                  <a:pt x="13449" y="18042"/>
                </a:lnTo>
                <a:lnTo>
                  <a:pt x="12373" y="17146"/>
                </a:lnTo>
                <a:lnTo>
                  <a:pt x="11299" y="16248"/>
                </a:lnTo>
                <a:lnTo>
                  <a:pt x="10227" y="15347"/>
                </a:lnTo>
                <a:lnTo>
                  <a:pt x="9154" y="14446"/>
                </a:lnTo>
                <a:lnTo>
                  <a:pt x="8331" y="13779"/>
                </a:lnTo>
                <a:lnTo>
                  <a:pt x="7502" y="13105"/>
                </a:lnTo>
                <a:lnTo>
                  <a:pt x="6663" y="12424"/>
                </a:lnTo>
                <a:lnTo>
                  <a:pt x="4680" y="10729"/>
                </a:lnTo>
                <a:lnTo>
                  <a:pt x="3182" y="9400"/>
                </a:lnTo>
                <a:lnTo>
                  <a:pt x="2089" y="8322"/>
                </a:lnTo>
                <a:lnTo>
                  <a:pt x="1327" y="7383"/>
                </a:lnTo>
                <a:lnTo>
                  <a:pt x="814" y="6469"/>
                </a:lnTo>
                <a:lnTo>
                  <a:pt x="475" y="5467"/>
                </a:lnTo>
                <a:lnTo>
                  <a:pt x="230" y="4262"/>
                </a:lnTo>
                <a:lnTo>
                  <a:pt x="0" y="2743"/>
                </a:lnTo>
                <a:lnTo>
                  <a:pt x="266" y="1382"/>
                </a:lnTo>
                <a:lnTo>
                  <a:pt x="538" y="0"/>
                </a:lnTo>
                <a:close/>
              </a:path>
            </a:pathLst>
          </a:custGeom>
          <a:solidFill>
            <a:srgbClr val="A8D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69" name="contour_08067"/>
          <p:cNvSpPr/>
          <p:nvPr/>
        </p:nvSpPr>
        <p:spPr>
          <a:xfrm>
            <a:off x="1401725" y="1749118"/>
            <a:ext cx="5896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50" y="0"/>
                </a:moveTo>
                <a:lnTo>
                  <a:pt x="9922" y="268"/>
                </a:lnTo>
                <a:lnTo>
                  <a:pt x="11590" y="555"/>
                </a:lnTo>
                <a:lnTo>
                  <a:pt x="13259" y="852"/>
                </a:lnTo>
                <a:lnTo>
                  <a:pt x="14925" y="1157"/>
                </a:lnTo>
                <a:lnTo>
                  <a:pt x="16789" y="1481"/>
                </a:lnTo>
                <a:lnTo>
                  <a:pt x="18679" y="1808"/>
                </a:lnTo>
                <a:lnTo>
                  <a:pt x="20129" y="2444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20014" y="9257"/>
                </a:lnTo>
                <a:lnTo>
                  <a:pt x="18423" y="9257"/>
                </a:lnTo>
                <a:lnTo>
                  <a:pt x="16826" y="9257"/>
                </a:lnTo>
                <a:lnTo>
                  <a:pt x="15216" y="9257"/>
                </a:lnTo>
                <a:lnTo>
                  <a:pt x="13590" y="9257"/>
                </a:lnTo>
                <a:lnTo>
                  <a:pt x="13590" y="11294"/>
                </a:lnTo>
                <a:lnTo>
                  <a:pt x="13590" y="13333"/>
                </a:lnTo>
                <a:lnTo>
                  <a:pt x="13590" y="15382"/>
                </a:lnTo>
                <a:lnTo>
                  <a:pt x="13590" y="17440"/>
                </a:lnTo>
                <a:lnTo>
                  <a:pt x="13590" y="19511"/>
                </a:lnTo>
                <a:lnTo>
                  <a:pt x="13590" y="21600"/>
                </a:lnTo>
                <a:lnTo>
                  <a:pt x="11702" y="21600"/>
                </a:lnTo>
                <a:lnTo>
                  <a:pt x="9812" y="21600"/>
                </a:lnTo>
                <a:lnTo>
                  <a:pt x="7916" y="21600"/>
                </a:lnTo>
                <a:lnTo>
                  <a:pt x="6013" y="21600"/>
                </a:lnTo>
                <a:lnTo>
                  <a:pt x="4101" y="21600"/>
                </a:lnTo>
                <a:lnTo>
                  <a:pt x="2179" y="21600"/>
                </a:lnTo>
                <a:lnTo>
                  <a:pt x="240" y="21600"/>
                </a:lnTo>
                <a:lnTo>
                  <a:pt x="80" y="19397"/>
                </a:lnTo>
                <a:lnTo>
                  <a:pt x="0" y="17814"/>
                </a:lnTo>
                <a:lnTo>
                  <a:pt x="0" y="16407"/>
                </a:lnTo>
                <a:lnTo>
                  <a:pt x="80" y="14731"/>
                </a:lnTo>
                <a:lnTo>
                  <a:pt x="240" y="12343"/>
                </a:lnTo>
                <a:lnTo>
                  <a:pt x="1562" y="11541"/>
                </a:lnTo>
                <a:lnTo>
                  <a:pt x="2894" y="10760"/>
                </a:lnTo>
                <a:lnTo>
                  <a:pt x="4235" y="10001"/>
                </a:lnTo>
                <a:lnTo>
                  <a:pt x="5580" y="9257"/>
                </a:lnTo>
                <a:lnTo>
                  <a:pt x="6403" y="6869"/>
                </a:lnTo>
                <a:lnTo>
                  <a:pt x="6953" y="5193"/>
                </a:lnTo>
                <a:lnTo>
                  <a:pt x="7358" y="3786"/>
                </a:lnTo>
                <a:lnTo>
                  <a:pt x="7748" y="2203"/>
                </a:lnTo>
                <a:lnTo>
                  <a:pt x="8250" y="0"/>
                </a:lnTo>
                <a:close/>
              </a:path>
            </a:pathLst>
          </a:custGeom>
          <a:solidFill>
            <a:srgbClr val="40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0" name="contour_08068"/>
          <p:cNvSpPr/>
          <p:nvPr/>
        </p:nvSpPr>
        <p:spPr>
          <a:xfrm>
            <a:off x="8362413" y="1698102"/>
            <a:ext cx="6597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31" y="0"/>
                </a:moveTo>
                <a:lnTo>
                  <a:pt x="12611" y="1121"/>
                </a:lnTo>
                <a:lnTo>
                  <a:pt x="13291" y="2241"/>
                </a:lnTo>
                <a:lnTo>
                  <a:pt x="13971" y="3362"/>
                </a:lnTo>
                <a:lnTo>
                  <a:pt x="14649" y="4483"/>
                </a:lnTo>
                <a:lnTo>
                  <a:pt x="15324" y="5606"/>
                </a:lnTo>
                <a:lnTo>
                  <a:pt x="15997" y="6692"/>
                </a:lnTo>
                <a:lnTo>
                  <a:pt x="16680" y="7772"/>
                </a:lnTo>
                <a:lnTo>
                  <a:pt x="17376" y="8848"/>
                </a:lnTo>
                <a:lnTo>
                  <a:pt x="18083" y="9918"/>
                </a:lnTo>
                <a:lnTo>
                  <a:pt x="18925" y="11236"/>
                </a:lnTo>
                <a:lnTo>
                  <a:pt x="19658" y="12489"/>
                </a:lnTo>
                <a:lnTo>
                  <a:pt x="20283" y="13700"/>
                </a:lnTo>
                <a:lnTo>
                  <a:pt x="20791" y="14898"/>
                </a:lnTo>
                <a:lnTo>
                  <a:pt x="21182" y="16110"/>
                </a:lnTo>
                <a:lnTo>
                  <a:pt x="21450" y="17359"/>
                </a:lnTo>
                <a:lnTo>
                  <a:pt x="21590" y="18672"/>
                </a:lnTo>
                <a:lnTo>
                  <a:pt x="21600" y="20078"/>
                </a:lnTo>
                <a:lnTo>
                  <a:pt x="21476" y="21600"/>
                </a:lnTo>
                <a:lnTo>
                  <a:pt x="19899" y="21600"/>
                </a:lnTo>
                <a:lnTo>
                  <a:pt x="18312" y="21600"/>
                </a:lnTo>
                <a:lnTo>
                  <a:pt x="16703" y="21600"/>
                </a:lnTo>
                <a:lnTo>
                  <a:pt x="16703" y="20302"/>
                </a:lnTo>
                <a:lnTo>
                  <a:pt x="16703" y="18996"/>
                </a:lnTo>
                <a:lnTo>
                  <a:pt x="16703" y="17673"/>
                </a:lnTo>
                <a:lnTo>
                  <a:pt x="15718" y="18362"/>
                </a:lnTo>
                <a:lnTo>
                  <a:pt x="14725" y="19055"/>
                </a:lnTo>
                <a:lnTo>
                  <a:pt x="13721" y="19758"/>
                </a:lnTo>
                <a:lnTo>
                  <a:pt x="11805" y="20583"/>
                </a:lnTo>
                <a:lnTo>
                  <a:pt x="10323" y="21123"/>
                </a:lnTo>
                <a:lnTo>
                  <a:pt x="9053" y="21402"/>
                </a:lnTo>
                <a:lnTo>
                  <a:pt x="7779" y="21437"/>
                </a:lnTo>
                <a:lnTo>
                  <a:pt x="6276" y="21250"/>
                </a:lnTo>
                <a:lnTo>
                  <a:pt x="4324" y="20864"/>
                </a:lnTo>
                <a:lnTo>
                  <a:pt x="2894" y="20459"/>
                </a:lnTo>
                <a:lnTo>
                  <a:pt x="1458" y="20051"/>
                </a:lnTo>
                <a:lnTo>
                  <a:pt x="0" y="19636"/>
                </a:lnTo>
                <a:lnTo>
                  <a:pt x="1133" y="19799"/>
                </a:lnTo>
                <a:lnTo>
                  <a:pt x="2274" y="19962"/>
                </a:lnTo>
                <a:lnTo>
                  <a:pt x="3431" y="20127"/>
                </a:lnTo>
                <a:lnTo>
                  <a:pt x="3978" y="20055"/>
                </a:lnTo>
                <a:lnTo>
                  <a:pt x="4944" y="19929"/>
                </a:lnTo>
                <a:lnTo>
                  <a:pt x="7159" y="19636"/>
                </a:lnTo>
                <a:lnTo>
                  <a:pt x="7810" y="18368"/>
                </a:lnTo>
                <a:lnTo>
                  <a:pt x="8325" y="17090"/>
                </a:lnTo>
                <a:lnTo>
                  <a:pt x="8734" y="15795"/>
                </a:lnTo>
                <a:lnTo>
                  <a:pt x="9056" y="14482"/>
                </a:lnTo>
                <a:lnTo>
                  <a:pt x="9318" y="13147"/>
                </a:lnTo>
                <a:lnTo>
                  <a:pt x="9545" y="11782"/>
                </a:lnTo>
                <a:lnTo>
                  <a:pt x="10726" y="12269"/>
                </a:lnTo>
                <a:lnTo>
                  <a:pt x="11914" y="12756"/>
                </a:lnTo>
                <a:lnTo>
                  <a:pt x="13107" y="13249"/>
                </a:lnTo>
                <a:lnTo>
                  <a:pt x="14317" y="13745"/>
                </a:lnTo>
                <a:lnTo>
                  <a:pt x="14081" y="12385"/>
                </a:lnTo>
                <a:lnTo>
                  <a:pt x="13845" y="11022"/>
                </a:lnTo>
                <a:lnTo>
                  <a:pt x="13609" y="9659"/>
                </a:lnTo>
                <a:lnTo>
                  <a:pt x="13370" y="8294"/>
                </a:lnTo>
                <a:lnTo>
                  <a:pt x="13134" y="6924"/>
                </a:lnTo>
                <a:lnTo>
                  <a:pt x="12895" y="5551"/>
                </a:lnTo>
                <a:lnTo>
                  <a:pt x="12656" y="4173"/>
                </a:lnTo>
                <a:lnTo>
                  <a:pt x="12415" y="2788"/>
                </a:lnTo>
                <a:lnTo>
                  <a:pt x="12174" y="1398"/>
                </a:lnTo>
                <a:lnTo>
                  <a:pt x="11931" y="0"/>
                </a:lnTo>
                <a:close/>
              </a:path>
            </a:pathLst>
          </a:custGeom>
          <a:solidFill>
            <a:srgbClr val="B1B1A5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1" name="contour_08069"/>
          <p:cNvSpPr/>
          <p:nvPr/>
        </p:nvSpPr>
        <p:spPr>
          <a:xfrm>
            <a:off x="2204060" y="1741998"/>
            <a:ext cx="94744" cy="50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93" y="0"/>
                </a:moveTo>
                <a:lnTo>
                  <a:pt x="7234" y="362"/>
                </a:lnTo>
                <a:lnTo>
                  <a:pt x="8283" y="724"/>
                </a:lnTo>
                <a:lnTo>
                  <a:pt x="9346" y="1090"/>
                </a:lnTo>
                <a:lnTo>
                  <a:pt x="9813" y="1245"/>
                </a:lnTo>
                <a:lnTo>
                  <a:pt x="10637" y="1514"/>
                </a:lnTo>
                <a:lnTo>
                  <a:pt x="12526" y="2130"/>
                </a:lnTo>
                <a:lnTo>
                  <a:pt x="12884" y="2260"/>
                </a:lnTo>
                <a:lnTo>
                  <a:pt x="13513" y="2492"/>
                </a:lnTo>
                <a:lnTo>
                  <a:pt x="14954" y="3025"/>
                </a:lnTo>
                <a:lnTo>
                  <a:pt x="14954" y="5071"/>
                </a:lnTo>
                <a:lnTo>
                  <a:pt x="14954" y="7117"/>
                </a:lnTo>
                <a:lnTo>
                  <a:pt x="14954" y="9170"/>
                </a:lnTo>
                <a:lnTo>
                  <a:pt x="14954" y="11235"/>
                </a:lnTo>
                <a:lnTo>
                  <a:pt x="14954" y="13315"/>
                </a:lnTo>
                <a:lnTo>
                  <a:pt x="14954" y="15408"/>
                </a:lnTo>
                <a:lnTo>
                  <a:pt x="16140" y="15594"/>
                </a:lnTo>
                <a:lnTo>
                  <a:pt x="16993" y="15687"/>
                </a:lnTo>
                <a:lnTo>
                  <a:pt x="17750" y="15687"/>
                </a:lnTo>
                <a:lnTo>
                  <a:pt x="18652" y="15594"/>
                </a:lnTo>
                <a:lnTo>
                  <a:pt x="19938" y="15408"/>
                </a:lnTo>
                <a:lnTo>
                  <a:pt x="20606" y="13572"/>
                </a:lnTo>
                <a:lnTo>
                  <a:pt x="21004" y="12312"/>
                </a:lnTo>
                <a:lnTo>
                  <a:pt x="21281" y="11055"/>
                </a:lnTo>
                <a:lnTo>
                  <a:pt x="21600" y="9216"/>
                </a:lnTo>
                <a:lnTo>
                  <a:pt x="21600" y="11059"/>
                </a:lnTo>
                <a:lnTo>
                  <a:pt x="21600" y="12901"/>
                </a:lnTo>
                <a:lnTo>
                  <a:pt x="21600" y="14755"/>
                </a:lnTo>
                <a:lnTo>
                  <a:pt x="21600" y="16622"/>
                </a:lnTo>
                <a:lnTo>
                  <a:pt x="21600" y="18504"/>
                </a:lnTo>
                <a:lnTo>
                  <a:pt x="20447" y="18811"/>
                </a:lnTo>
                <a:lnTo>
                  <a:pt x="19295" y="19120"/>
                </a:lnTo>
                <a:lnTo>
                  <a:pt x="18142" y="19427"/>
                </a:lnTo>
                <a:lnTo>
                  <a:pt x="16986" y="19733"/>
                </a:lnTo>
                <a:lnTo>
                  <a:pt x="15828" y="20043"/>
                </a:lnTo>
                <a:lnTo>
                  <a:pt x="14665" y="20352"/>
                </a:lnTo>
                <a:lnTo>
                  <a:pt x="13500" y="20662"/>
                </a:lnTo>
                <a:lnTo>
                  <a:pt x="12329" y="20975"/>
                </a:lnTo>
                <a:lnTo>
                  <a:pt x="11152" y="21287"/>
                </a:lnTo>
                <a:lnTo>
                  <a:pt x="9969" y="21600"/>
                </a:lnTo>
                <a:lnTo>
                  <a:pt x="9866" y="19619"/>
                </a:lnTo>
                <a:lnTo>
                  <a:pt x="9763" y="17625"/>
                </a:lnTo>
                <a:lnTo>
                  <a:pt x="9659" y="15600"/>
                </a:lnTo>
                <a:lnTo>
                  <a:pt x="9396" y="13579"/>
                </a:lnTo>
                <a:lnTo>
                  <a:pt x="9167" y="12238"/>
                </a:lnTo>
                <a:lnTo>
                  <a:pt x="8846" y="10984"/>
                </a:lnTo>
                <a:lnTo>
                  <a:pt x="8308" y="9216"/>
                </a:lnTo>
                <a:lnTo>
                  <a:pt x="7291" y="8498"/>
                </a:lnTo>
                <a:lnTo>
                  <a:pt x="6274" y="7907"/>
                </a:lnTo>
                <a:lnTo>
                  <a:pt x="5254" y="7424"/>
                </a:lnTo>
                <a:lnTo>
                  <a:pt x="4229" y="7034"/>
                </a:lnTo>
                <a:lnTo>
                  <a:pt x="3193" y="6724"/>
                </a:lnTo>
                <a:lnTo>
                  <a:pt x="2147" y="6480"/>
                </a:lnTo>
                <a:lnTo>
                  <a:pt x="1083" y="6285"/>
                </a:lnTo>
                <a:lnTo>
                  <a:pt x="0" y="6121"/>
                </a:lnTo>
                <a:lnTo>
                  <a:pt x="922" y="3929"/>
                </a:lnTo>
                <a:lnTo>
                  <a:pt x="1740" y="2297"/>
                </a:lnTo>
                <a:lnTo>
                  <a:pt x="2565" y="1158"/>
                </a:lnTo>
                <a:lnTo>
                  <a:pt x="3508" y="440"/>
                </a:lnTo>
                <a:lnTo>
                  <a:pt x="4679" y="77"/>
                </a:lnTo>
                <a:lnTo>
                  <a:pt x="6193" y="0"/>
                </a:lnTo>
                <a:close/>
              </a:path>
            </a:pathLst>
          </a:custGeom>
          <a:solidFill>
            <a:srgbClr val="59595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2" name="contour_08070"/>
          <p:cNvSpPr/>
          <p:nvPr/>
        </p:nvSpPr>
        <p:spPr>
          <a:xfrm>
            <a:off x="4827737" y="1712678"/>
            <a:ext cx="51016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12" y="416"/>
                </a:lnTo>
                <a:lnTo>
                  <a:pt x="9402" y="832"/>
                </a:lnTo>
                <a:lnTo>
                  <a:pt x="10618" y="1499"/>
                </a:lnTo>
                <a:lnTo>
                  <a:pt x="12343" y="2667"/>
                </a:lnTo>
                <a:lnTo>
                  <a:pt x="12247" y="4486"/>
                </a:lnTo>
                <a:lnTo>
                  <a:pt x="12152" y="6335"/>
                </a:lnTo>
                <a:lnTo>
                  <a:pt x="12312" y="8482"/>
                </a:lnTo>
                <a:lnTo>
                  <a:pt x="12627" y="10090"/>
                </a:lnTo>
                <a:lnTo>
                  <a:pt x="13173" y="11365"/>
                </a:lnTo>
                <a:lnTo>
                  <a:pt x="14028" y="12504"/>
                </a:lnTo>
                <a:lnTo>
                  <a:pt x="15268" y="13707"/>
                </a:lnTo>
                <a:lnTo>
                  <a:pt x="16971" y="15172"/>
                </a:lnTo>
                <a:lnTo>
                  <a:pt x="18502" y="16327"/>
                </a:lnTo>
                <a:lnTo>
                  <a:pt x="20039" y="17492"/>
                </a:lnTo>
                <a:lnTo>
                  <a:pt x="21600" y="18671"/>
                </a:lnTo>
                <a:lnTo>
                  <a:pt x="19749" y="20218"/>
                </a:lnTo>
                <a:lnTo>
                  <a:pt x="18357" y="21037"/>
                </a:lnTo>
                <a:lnTo>
                  <a:pt x="16728" y="21408"/>
                </a:lnTo>
                <a:lnTo>
                  <a:pt x="14163" y="21600"/>
                </a:lnTo>
                <a:lnTo>
                  <a:pt x="12479" y="21568"/>
                </a:lnTo>
                <a:lnTo>
                  <a:pt x="10785" y="21536"/>
                </a:lnTo>
                <a:lnTo>
                  <a:pt x="9066" y="21504"/>
                </a:lnTo>
                <a:lnTo>
                  <a:pt x="7372" y="21480"/>
                </a:lnTo>
                <a:lnTo>
                  <a:pt x="5668" y="21456"/>
                </a:lnTo>
                <a:lnTo>
                  <a:pt x="3940" y="21432"/>
                </a:lnTo>
                <a:lnTo>
                  <a:pt x="1984" y="21387"/>
                </a:lnTo>
                <a:lnTo>
                  <a:pt x="0" y="21339"/>
                </a:lnTo>
                <a:lnTo>
                  <a:pt x="262" y="19503"/>
                </a:lnTo>
                <a:lnTo>
                  <a:pt x="531" y="17671"/>
                </a:lnTo>
                <a:lnTo>
                  <a:pt x="802" y="15836"/>
                </a:lnTo>
                <a:lnTo>
                  <a:pt x="1074" y="14003"/>
                </a:lnTo>
                <a:lnTo>
                  <a:pt x="1352" y="12168"/>
                </a:lnTo>
                <a:lnTo>
                  <a:pt x="1601" y="10464"/>
                </a:lnTo>
                <a:lnTo>
                  <a:pt x="1855" y="8749"/>
                </a:lnTo>
                <a:lnTo>
                  <a:pt x="2111" y="7012"/>
                </a:lnTo>
                <a:lnTo>
                  <a:pt x="2611" y="4871"/>
                </a:lnTo>
                <a:lnTo>
                  <a:pt x="3073" y="3436"/>
                </a:lnTo>
                <a:lnTo>
                  <a:pt x="3691" y="2369"/>
                </a:lnTo>
                <a:lnTo>
                  <a:pt x="4656" y="1336"/>
                </a:lnTo>
                <a:lnTo>
                  <a:pt x="6171" y="0"/>
                </a:lnTo>
                <a:close/>
              </a:path>
            </a:pathLst>
          </a:custGeom>
          <a:solidFill>
            <a:srgbClr val="E2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3" name="contour_08071"/>
          <p:cNvSpPr/>
          <p:nvPr/>
        </p:nvSpPr>
        <p:spPr>
          <a:xfrm>
            <a:off x="6975421" y="1537766"/>
            <a:ext cx="60578" cy="71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07" y="0"/>
                </a:moveTo>
                <a:lnTo>
                  <a:pt x="10275" y="1064"/>
                </a:lnTo>
                <a:lnTo>
                  <a:pt x="11372" y="1877"/>
                </a:lnTo>
                <a:lnTo>
                  <a:pt x="12388" y="2851"/>
                </a:lnTo>
                <a:lnTo>
                  <a:pt x="13804" y="4397"/>
                </a:lnTo>
                <a:lnTo>
                  <a:pt x="13201" y="6044"/>
                </a:lnTo>
                <a:lnTo>
                  <a:pt x="12713" y="7224"/>
                </a:lnTo>
                <a:lnTo>
                  <a:pt x="12169" y="8268"/>
                </a:lnTo>
                <a:lnTo>
                  <a:pt x="11400" y="9506"/>
                </a:lnTo>
                <a:lnTo>
                  <a:pt x="10231" y="11267"/>
                </a:lnTo>
                <a:lnTo>
                  <a:pt x="9459" y="12454"/>
                </a:lnTo>
                <a:lnTo>
                  <a:pt x="8685" y="13648"/>
                </a:lnTo>
                <a:lnTo>
                  <a:pt x="7897" y="14857"/>
                </a:lnTo>
                <a:lnTo>
                  <a:pt x="7274" y="15759"/>
                </a:lnTo>
                <a:lnTo>
                  <a:pt x="6645" y="16669"/>
                </a:lnTo>
                <a:lnTo>
                  <a:pt x="6008" y="17588"/>
                </a:lnTo>
                <a:lnTo>
                  <a:pt x="7726" y="17588"/>
                </a:lnTo>
                <a:lnTo>
                  <a:pt x="9454" y="17588"/>
                </a:lnTo>
                <a:lnTo>
                  <a:pt x="11205" y="17588"/>
                </a:lnTo>
                <a:lnTo>
                  <a:pt x="12068" y="16438"/>
                </a:lnTo>
                <a:lnTo>
                  <a:pt x="12627" y="15596"/>
                </a:lnTo>
                <a:lnTo>
                  <a:pt x="13123" y="14651"/>
                </a:lnTo>
                <a:lnTo>
                  <a:pt x="13804" y="13191"/>
                </a:lnTo>
                <a:lnTo>
                  <a:pt x="14485" y="11731"/>
                </a:lnTo>
                <a:lnTo>
                  <a:pt x="14981" y="10786"/>
                </a:lnTo>
                <a:lnTo>
                  <a:pt x="15540" y="9944"/>
                </a:lnTo>
                <a:lnTo>
                  <a:pt x="16403" y="8794"/>
                </a:lnTo>
                <a:lnTo>
                  <a:pt x="18120" y="8794"/>
                </a:lnTo>
                <a:lnTo>
                  <a:pt x="19849" y="8794"/>
                </a:lnTo>
                <a:lnTo>
                  <a:pt x="21600" y="8794"/>
                </a:lnTo>
                <a:lnTo>
                  <a:pt x="20831" y="10328"/>
                </a:lnTo>
                <a:lnTo>
                  <a:pt x="20051" y="11784"/>
                </a:lnTo>
                <a:lnTo>
                  <a:pt x="19240" y="13167"/>
                </a:lnTo>
                <a:lnTo>
                  <a:pt x="18380" y="14492"/>
                </a:lnTo>
                <a:lnTo>
                  <a:pt x="17453" y="15770"/>
                </a:lnTo>
                <a:lnTo>
                  <a:pt x="16436" y="17007"/>
                </a:lnTo>
                <a:lnTo>
                  <a:pt x="15311" y="18221"/>
                </a:lnTo>
                <a:lnTo>
                  <a:pt x="14061" y="19419"/>
                </a:lnTo>
                <a:lnTo>
                  <a:pt x="12666" y="20611"/>
                </a:lnTo>
                <a:lnTo>
                  <a:pt x="10649" y="21270"/>
                </a:lnTo>
                <a:lnTo>
                  <a:pt x="9202" y="21600"/>
                </a:lnTo>
                <a:lnTo>
                  <a:pt x="7918" y="21600"/>
                </a:lnTo>
                <a:lnTo>
                  <a:pt x="6393" y="21270"/>
                </a:lnTo>
                <a:lnTo>
                  <a:pt x="4220" y="20611"/>
                </a:lnTo>
                <a:lnTo>
                  <a:pt x="2713" y="19254"/>
                </a:lnTo>
                <a:lnTo>
                  <a:pt x="1629" y="18162"/>
                </a:lnTo>
                <a:lnTo>
                  <a:pt x="891" y="17166"/>
                </a:lnTo>
                <a:lnTo>
                  <a:pt x="426" y="16097"/>
                </a:lnTo>
                <a:lnTo>
                  <a:pt x="153" y="14783"/>
                </a:lnTo>
                <a:lnTo>
                  <a:pt x="0" y="13055"/>
                </a:lnTo>
                <a:lnTo>
                  <a:pt x="268" y="11648"/>
                </a:lnTo>
                <a:lnTo>
                  <a:pt x="538" y="10229"/>
                </a:lnTo>
                <a:lnTo>
                  <a:pt x="811" y="8794"/>
                </a:lnTo>
                <a:lnTo>
                  <a:pt x="2263" y="8064"/>
                </a:lnTo>
                <a:lnTo>
                  <a:pt x="3287" y="7591"/>
                </a:lnTo>
                <a:lnTo>
                  <a:pt x="4374" y="7171"/>
                </a:lnTo>
                <a:lnTo>
                  <a:pt x="6008" y="6595"/>
                </a:lnTo>
                <a:lnTo>
                  <a:pt x="6808" y="4894"/>
                </a:lnTo>
                <a:lnTo>
                  <a:pt x="7344" y="3700"/>
                </a:lnTo>
                <a:lnTo>
                  <a:pt x="7739" y="2698"/>
                </a:lnTo>
                <a:lnTo>
                  <a:pt x="8118" y="1570"/>
                </a:lnTo>
                <a:lnTo>
                  <a:pt x="8607" y="0"/>
                </a:lnTo>
                <a:close/>
              </a:path>
            </a:pathLst>
          </a:custGeom>
          <a:solidFill>
            <a:srgbClr val="DDE8F0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4" name="contour_08072"/>
          <p:cNvSpPr/>
          <p:nvPr/>
        </p:nvSpPr>
        <p:spPr>
          <a:xfrm>
            <a:off x="8755389" y="1370142"/>
            <a:ext cx="31382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61" y="0"/>
                </a:moveTo>
                <a:lnTo>
                  <a:pt x="20582" y="846"/>
                </a:lnTo>
                <a:lnTo>
                  <a:pt x="20687" y="1693"/>
                </a:lnTo>
                <a:lnTo>
                  <a:pt x="20782" y="2539"/>
                </a:lnTo>
                <a:lnTo>
                  <a:pt x="20868" y="3385"/>
                </a:lnTo>
                <a:lnTo>
                  <a:pt x="20948" y="4232"/>
                </a:lnTo>
                <a:lnTo>
                  <a:pt x="21018" y="5078"/>
                </a:lnTo>
                <a:lnTo>
                  <a:pt x="21088" y="5926"/>
                </a:lnTo>
                <a:lnTo>
                  <a:pt x="21149" y="6349"/>
                </a:lnTo>
                <a:lnTo>
                  <a:pt x="21344" y="7628"/>
                </a:lnTo>
                <a:lnTo>
                  <a:pt x="21394" y="8437"/>
                </a:lnTo>
                <a:lnTo>
                  <a:pt x="21439" y="9258"/>
                </a:lnTo>
                <a:lnTo>
                  <a:pt x="21520" y="10004"/>
                </a:lnTo>
                <a:lnTo>
                  <a:pt x="21600" y="10763"/>
                </a:lnTo>
                <a:lnTo>
                  <a:pt x="21033" y="11376"/>
                </a:lnTo>
                <a:lnTo>
                  <a:pt x="20461" y="12000"/>
                </a:lnTo>
                <a:lnTo>
                  <a:pt x="17522" y="12384"/>
                </a:lnTo>
                <a:lnTo>
                  <a:pt x="15500" y="12637"/>
                </a:lnTo>
                <a:lnTo>
                  <a:pt x="13449" y="12871"/>
                </a:lnTo>
                <a:lnTo>
                  <a:pt x="10429" y="13200"/>
                </a:lnTo>
                <a:lnTo>
                  <a:pt x="9551" y="14034"/>
                </a:lnTo>
                <a:lnTo>
                  <a:pt x="8929" y="14662"/>
                </a:lnTo>
                <a:lnTo>
                  <a:pt x="8477" y="15200"/>
                </a:lnTo>
                <a:lnTo>
                  <a:pt x="8116" y="15769"/>
                </a:lnTo>
                <a:lnTo>
                  <a:pt x="7750" y="16488"/>
                </a:lnTo>
                <a:lnTo>
                  <a:pt x="7294" y="17474"/>
                </a:lnTo>
                <a:lnTo>
                  <a:pt x="6917" y="18245"/>
                </a:lnTo>
                <a:lnTo>
                  <a:pt x="6536" y="19020"/>
                </a:lnTo>
                <a:lnTo>
                  <a:pt x="6155" y="19805"/>
                </a:lnTo>
                <a:lnTo>
                  <a:pt x="5909" y="20398"/>
                </a:lnTo>
                <a:lnTo>
                  <a:pt x="5663" y="20995"/>
                </a:lnTo>
                <a:lnTo>
                  <a:pt x="5413" y="21600"/>
                </a:lnTo>
                <a:lnTo>
                  <a:pt x="2924" y="21600"/>
                </a:lnTo>
                <a:lnTo>
                  <a:pt x="396" y="21600"/>
                </a:lnTo>
                <a:lnTo>
                  <a:pt x="236" y="20705"/>
                </a:lnTo>
                <a:lnTo>
                  <a:pt x="110" y="19819"/>
                </a:lnTo>
                <a:lnTo>
                  <a:pt x="30" y="18944"/>
                </a:lnTo>
                <a:lnTo>
                  <a:pt x="0" y="18079"/>
                </a:lnTo>
                <a:lnTo>
                  <a:pt x="15" y="17220"/>
                </a:lnTo>
                <a:lnTo>
                  <a:pt x="90" y="16369"/>
                </a:lnTo>
                <a:lnTo>
                  <a:pt x="221" y="15523"/>
                </a:lnTo>
                <a:lnTo>
                  <a:pt x="416" y="14682"/>
                </a:lnTo>
                <a:lnTo>
                  <a:pt x="672" y="13844"/>
                </a:lnTo>
                <a:lnTo>
                  <a:pt x="1003" y="13009"/>
                </a:lnTo>
                <a:lnTo>
                  <a:pt x="1405" y="12175"/>
                </a:lnTo>
                <a:lnTo>
                  <a:pt x="1886" y="11342"/>
                </a:lnTo>
                <a:lnTo>
                  <a:pt x="2448" y="10508"/>
                </a:lnTo>
                <a:lnTo>
                  <a:pt x="3095" y="9673"/>
                </a:lnTo>
                <a:lnTo>
                  <a:pt x="3832" y="8834"/>
                </a:lnTo>
                <a:lnTo>
                  <a:pt x="4660" y="7992"/>
                </a:lnTo>
                <a:lnTo>
                  <a:pt x="5583" y="7145"/>
                </a:lnTo>
                <a:lnTo>
                  <a:pt x="6611" y="6293"/>
                </a:lnTo>
                <a:lnTo>
                  <a:pt x="7740" y="5432"/>
                </a:lnTo>
                <a:lnTo>
                  <a:pt x="8613" y="4736"/>
                </a:lnTo>
                <a:lnTo>
                  <a:pt x="9185" y="4188"/>
                </a:lnTo>
                <a:lnTo>
                  <a:pt x="9701" y="3504"/>
                </a:lnTo>
                <a:lnTo>
                  <a:pt x="10429" y="2400"/>
                </a:lnTo>
                <a:lnTo>
                  <a:pt x="7605" y="1894"/>
                </a:lnTo>
                <a:lnTo>
                  <a:pt x="5618" y="1600"/>
                </a:lnTo>
                <a:lnTo>
                  <a:pt x="3531" y="1405"/>
                </a:lnTo>
                <a:lnTo>
                  <a:pt x="396" y="1200"/>
                </a:lnTo>
                <a:lnTo>
                  <a:pt x="6496" y="695"/>
                </a:lnTo>
                <a:lnTo>
                  <a:pt x="10755" y="355"/>
                </a:lnTo>
                <a:lnTo>
                  <a:pt x="13719" y="150"/>
                </a:lnTo>
                <a:lnTo>
                  <a:pt x="15957" y="44"/>
                </a:lnTo>
                <a:lnTo>
                  <a:pt x="18018" y="6"/>
                </a:lnTo>
                <a:lnTo>
                  <a:pt x="20461" y="0"/>
                </a:lnTo>
                <a:close/>
              </a:path>
            </a:pathLst>
          </a:custGeom>
          <a:solidFill>
            <a:srgbClr val="B9C6CD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5" name="contour_08073"/>
          <p:cNvSpPr/>
          <p:nvPr/>
        </p:nvSpPr>
        <p:spPr>
          <a:xfrm>
            <a:off x="5294169" y="1389944"/>
            <a:ext cx="116608" cy="247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79" y="605"/>
                </a:moveTo>
                <a:lnTo>
                  <a:pt x="13443" y="650"/>
                </a:lnTo>
                <a:lnTo>
                  <a:pt x="14086" y="714"/>
                </a:lnTo>
                <a:lnTo>
                  <a:pt x="15559" y="867"/>
                </a:lnTo>
                <a:lnTo>
                  <a:pt x="16423" y="968"/>
                </a:lnTo>
                <a:lnTo>
                  <a:pt x="17285" y="1083"/>
                </a:lnTo>
                <a:lnTo>
                  <a:pt x="18148" y="1211"/>
                </a:lnTo>
                <a:lnTo>
                  <a:pt x="19011" y="1344"/>
                </a:lnTo>
                <a:lnTo>
                  <a:pt x="19873" y="1485"/>
                </a:lnTo>
                <a:lnTo>
                  <a:pt x="20736" y="1644"/>
                </a:lnTo>
                <a:lnTo>
                  <a:pt x="21600" y="1803"/>
                </a:lnTo>
                <a:lnTo>
                  <a:pt x="21600" y="4964"/>
                </a:lnTo>
                <a:lnTo>
                  <a:pt x="21600" y="8175"/>
                </a:lnTo>
                <a:lnTo>
                  <a:pt x="20681" y="10004"/>
                </a:lnTo>
                <a:lnTo>
                  <a:pt x="19763" y="11660"/>
                </a:lnTo>
                <a:lnTo>
                  <a:pt x="18843" y="13164"/>
                </a:lnTo>
                <a:lnTo>
                  <a:pt x="17924" y="14521"/>
                </a:lnTo>
                <a:lnTo>
                  <a:pt x="17003" y="15732"/>
                </a:lnTo>
                <a:lnTo>
                  <a:pt x="16081" y="16802"/>
                </a:lnTo>
                <a:lnTo>
                  <a:pt x="15158" y="17745"/>
                </a:lnTo>
                <a:lnTo>
                  <a:pt x="14233" y="18567"/>
                </a:lnTo>
                <a:lnTo>
                  <a:pt x="13306" y="19274"/>
                </a:lnTo>
                <a:lnTo>
                  <a:pt x="12377" y="19873"/>
                </a:lnTo>
                <a:lnTo>
                  <a:pt x="11445" y="20370"/>
                </a:lnTo>
                <a:lnTo>
                  <a:pt x="10511" y="20772"/>
                </a:lnTo>
                <a:lnTo>
                  <a:pt x="9574" y="21084"/>
                </a:lnTo>
                <a:lnTo>
                  <a:pt x="8635" y="21313"/>
                </a:lnTo>
                <a:lnTo>
                  <a:pt x="7692" y="21473"/>
                </a:lnTo>
                <a:lnTo>
                  <a:pt x="6745" y="21568"/>
                </a:lnTo>
                <a:lnTo>
                  <a:pt x="5794" y="21600"/>
                </a:lnTo>
                <a:lnTo>
                  <a:pt x="4840" y="21581"/>
                </a:lnTo>
                <a:lnTo>
                  <a:pt x="3881" y="21511"/>
                </a:lnTo>
                <a:lnTo>
                  <a:pt x="2917" y="21402"/>
                </a:lnTo>
                <a:lnTo>
                  <a:pt x="1951" y="21269"/>
                </a:lnTo>
                <a:lnTo>
                  <a:pt x="977" y="21103"/>
                </a:lnTo>
                <a:lnTo>
                  <a:pt x="0" y="20918"/>
                </a:lnTo>
                <a:lnTo>
                  <a:pt x="724" y="16560"/>
                </a:lnTo>
                <a:lnTo>
                  <a:pt x="1451" y="12833"/>
                </a:lnTo>
                <a:lnTo>
                  <a:pt x="2188" y="9691"/>
                </a:lnTo>
                <a:lnTo>
                  <a:pt x="2936" y="7085"/>
                </a:lnTo>
                <a:lnTo>
                  <a:pt x="3702" y="4970"/>
                </a:lnTo>
                <a:lnTo>
                  <a:pt x="4486" y="3301"/>
                </a:lnTo>
                <a:lnTo>
                  <a:pt x="5295" y="2033"/>
                </a:lnTo>
                <a:lnTo>
                  <a:pt x="6130" y="1115"/>
                </a:lnTo>
                <a:lnTo>
                  <a:pt x="6998" y="503"/>
                </a:lnTo>
                <a:lnTo>
                  <a:pt x="7900" y="147"/>
                </a:lnTo>
                <a:lnTo>
                  <a:pt x="8842" y="0"/>
                </a:lnTo>
                <a:lnTo>
                  <a:pt x="9828" y="25"/>
                </a:lnTo>
                <a:lnTo>
                  <a:pt x="10859" y="166"/>
                </a:lnTo>
                <a:lnTo>
                  <a:pt x="11941" y="376"/>
                </a:lnTo>
                <a:lnTo>
                  <a:pt x="13079" y="605"/>
                </a:lnTo>
                <a:close/>
              </a:path>
            </a:pathLst>
          </a:custGeom>
          <a:solidFill>
            <a:srgbClr val="475F66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6" name="contour_08074"/>
          <p:cNvSpPr/>
          <p:nvPr/>
        </p:nvSpPr>
        <p:spPr>
          <a:xfrm>
            <a:off x="1583160" y="1354444"/>
            <a:ext cx="52437" cy="594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70" y="77"/>
                </a:moveTo>
                <a:lnTo>
                  <a:pt x="16235" y="159"/>
                </a:lnTo>
                <a:lnTo>
                  <a:pt x="18010" y="241"/>
                </a:lnTo>
                <a:lnTo>
                  <a:pt x="19793" y="326"/>
                </a:lnTo>
                <a:lnTo>
                  <a:pt x="21600" y="408"/>
                </a:lnTo>
                <a:lnTo>
                  <a:pt x="21600" y="2281"/>
                </a:lnTo>
                <a:lnTo>
                  <a:pt x="21600" y="4156"/>
                </a:lnTo>
                <a:lnTo>
                  <a:pt x="21600" y="6037"/>
                </a:lnTo>
                <a:lnTo>
                  <a:pt x="21600" y="7926"/>
                </a:lnTo>
                <a:lnTo>
                  <a:pt x="21600" y="9823"/>
                </a:lnTo>
                <a:lnTo>
                  <a:pt x="21600" y="11730"/>
                </a:lnTo>
                <a:lnTo>
                  <a:pt x="21600" y="13653"/>
                </a:lnTo>
                <a:lnTo>
                  <a:pt x="21351" y="12339"/>
                </a:lnTo>
                <a:lnTo>
                  <a:pt x="21102" y="11020"/>
                </a:lnTo>
                <a:lnTo>
                  <a:pt x="20849" y="9679"/>
                </a:lnTo>
                <a:lnTo>
                  <a:pt x="20105" y="8366"/>
                </a:lnTo>
                <a:lnTo>
                  <a:pt x="19357" y="7046"/>
                </a:lnTo>
                <a:lnTo>
                  <a:pt x="18598" y="5706"/>
                </a:lnTo>
                <a:lnTo>
                  <a:pt x="16541" y="5409"/>
                </a:lnTo>
                <a:lnTo>
                  <a:pt x="14572" y="5277"/>
                </a:lnTo>
                <a:lnTo>
                  <a:pt x="12645" y="5274"/>
                </a:lnTo>
                <a:lnTo>
                  <a:pt x="10705" y="5367"/>
                </a:lnTo>
                <a:lnTo>
                  <a:pt x="8703" y="5523"/>
                </a:lnTo>
                <a:lnTo>
                  <a:pt x="6590" y="5706"/>
                </a:lnTo>
                <a:lnTo>
                  <a:pt x="6590" y="7454"/>
                </a:lnTo>
                <a:lnTo>
                  <a:pt x="6590" y="9205"/>
                </a:lnTo>
                <a:lnTo>
                  <a:pt x="6590" y="10964"/>
                </a:lnTo>
                <a:lnTo>
                  <a:pt x="6590" y="12731"/>
                </a:lnTo>
                <a:lnTo>
                  <a:pt x="6590" y="14509"/>
                </a:lnTo>
                <a:lnTo>
                  <a:pt x="6590" y="16302"/>
                </a:lnTo>
                <a:lnTo>
                  <a:pt x="8373" y="16302"/>
                </a:lnTo>
                <a:lnTo>
                  <a:pt x="10162" y="16302"/>
                </a:lnTo>
                <a:lnTo>
                  <a:pt x="11957" y="16302"/>
                </a:lnTo>
                <a:lnTo>
                  <a:pt x="13768" y="16302"/>
                </a:lnTo>
                <a:lnTo>
                  <a:pt x="15596" y="16302"/>
                </a:lnTo>
                <a:lnTo>
                  <a:pt x="15596" y="18053"/>
                </a:lnTo>
                <a:lnTo>
                  <a:pt x="15596" y="19815"/>
                </a:lnTo>
                <a:lnTo>
                  <a:pt x="15596" y="21600"/>
                </a:lnTo>
                <a:lnTo>
                  <a:pt x="13473" y="21600"/>
                </a:lnTo>
                <a:lnTo>
                  <a:pt x="11348" y="21600"/>
                </a:lnTo>
                <a:lnTo>
                  <a:pt x="9216" y="21600"/>
                </a:lnTo>
                <a:lnTo>
                  <a:pt x="7076" y="21600"/>
                </a:lnTo>
                <a:lnTo>
                  <a:pt x="4926" y="21600"/>
                </a:lnTo>
                <a:lnTo>
                  <a:pt x="2765" y="21600"/>
                </a:lnTo>
                <a:lnTo>
                  <a:pt x="585" y="21600"/>
                </a:lnTo>
                <a:lnTo>
                  <a:pt x="492" y="20077"/>
                </a:lnTo>
                <a:lnTo>
                  <a:pt x="411" y="18554"/>
                </a:lnTo>
                <a:lnTo>
                  <a:pt x="336" y="17030"/>
                </a:lnTo>
                <a:lnTo>
                  <a:pt x="270" y="15507"/>
                </a:lnTo>
                <a:lnTo>
                  <a:pt x="210" y="13984"/>
                </a:lnTo>
                <a:lnTo>
                  <a:pt x="141" y="12570"/>
                </a:lnTo>
                <a:lnTo>
                  <a:pt x="72" y="11144"/>
                </a:lnTo>
                <a:lnTo>
                  <a:pt x="0" y="9701"/>
                </a:lnTo>
                <a:lnTo>
                  <a:pt x="306" y="7727"/>
                </a:lnTo>
                <a:lnTo>
                  <a:pt x="621" y="6368"/>
                </a:lnTo>
                <a:lnTo>
                  <a:pt x="1096" y="5282"/>
                </a:lnTo>
                <a:lnTo>
                  <a:pt x="1879" y="4127"/>
                </a:lnTo>
                <a:lnTo>
                  <a:pt x="3119" y="2562"/>
                </a:lnTo>
                <a:lnTo>
                  <a:pt x="5062" y="1460"/>
                </a:lnTo>
                <a:lnTo>
                  <a:pt x="6800" y="713"/>
                </a:lnTo>
                <a:lnTo>
                  <a:pt x="8469" y="260"/>
                </a:lnTo>
                <a:lnTo>
                  <a:pt x="10213" y="40"/>
                </a:lnTo>
                <a:lnTo>
                  <a:pt x="12167" y="0"/>
                </a:lnTo>
                <a:lnTo>
                  <a:pt x="14470" y="77"/>
                </a:lnTo>
                <a:close/>
              </a:path>
            </a:pathLst>
          </a:custGeom>
          <a:solidFill>
            <a:srgbClr val="E7453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7" name="contour_08075"/>
          <p:cNvSpPr/>
          <p:nvPr/>
        </p:nvSpPr>
        <p:spPr>
          <a:xfrm>
            <a:off x="7772086" y="1347171"/>
            <a:ext cx="131184" cy="30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140"/>
                </a:moveTo>
                <a:lnTo>
                  <a:pt x="19673" y="281"/>
                </a:lnTo>
                <a:lnTo>
                  <a:pt x="20456" y="427"/>
                </a:lnTo>
                <a:lnTo>
                  <a:pt x="21024" y="609"/>
                </a:lnTo>
                <a:lnTo>
                  <a:pt x="21600" y="791"/>
                </a:lnTo>
                <a:lnTo>
                  <a:pt x="21078" y="1176"/>
                </a:lnTo>
                <a:lnTo>
                  <a:pt x="20550" y="1561"/>
                </a:lnTo>
                <a:lnTo>
                  <a:pt x="20214" y="1857"/>
                </a:lnTo>
                <a:lnTo>
                  <a:pt x="19200" y="2742"/>
                </a:lnTo>
                <a:lnTo>
                  <a:pt x="18530" y="3288"/>
                </a:lnTo>
                <a:lnTo>
                  <a:pt x="17850" y="3839"/>
                </a:lnTo>
                <a:lnTo>
                  <a:pt x="17328" y="4911"/>
                </a:lnTo>
                <a:lnTo>
                  <a:pt x="16800" y="5993"/>
                </a:lnTo>
                <a:lnTo>
                  <a:pt x="16800" y="9432"/>
                </a:lnTo>
                <a:lnTo>
                  <a:pt x="16800" y="12891"/>
                </a:lnTo>
                <a:lnTo>
                  <a:pt x="16800" y="16398"/>
                </a:lnTo>
                <a:lnTo>
                  <a:pt x="17592" y="17256"/>
                </a:lnTo>
                <a:lnTo>
                  <a:pt x="18385" y="18114"/>
                </a:lnTo>
                <a:lnTo>
                  <a:pt x="19182" y="18978"/>
                </a:lnTo>
                <a:lnTo>
                  <a:pt x="19982" y="19847"/>
                </a:lnTo>
                <a:lnTo>
                  <a:pt x="20788" y="20721"/>
                </a:lnTo>
                <a:lnTo>
                  <a:pt x="21600" y="21600"/>
                </a:lnTo>
                <a:lnTo>
                  <a:pt x="20778" y="21600"/>
                </a:lnTo>
                <a:lnTo>
                  <a:pt x="19955" y="21600"/>
                </a:lnTo>
                <a:lnTo>
                  <a:pt x="19133" y="21600"/>
                </a:lnTo>
                <a:lnTo>
                  <a:pt x="18310" y="21600"/>
                </a:lnTo>
                <a:lnTo>
                  <a:pt x="17486" y="21600"/>
                </a:lnTo>
                <a:lnTo>
                  <a:pt x="16662" y="21600"/>
                </a:lnTo>
                <a:lnTo>
                  <a:pt x="15839" y="21600"/>
                </a:lnTo>
                <a:lnTo>
                  <a:pt x="15014" y="21600"/>
                </a:lnTo>
                <a:lnTo>
                  <a:pt x="14189" y="21600"/>
                </a:lnTo>
                <a:lnTo>
                  <a:pt x="13363" y="21600"/>
                </a:lnTo>
                <a:lnTo>
                  <a:pt x="12536" y="21600"/>
                </a:lnTo>
                <a:lnTo>
                  <a:pt x="11710" y="21600"/>
                </a:lnTo>
                <a:lnTo>
                  <a:pt x="10882" y="21600"/>
                </a:lnTo>
                <a:lnTo>
                  <a:pt x="10052" y="21600"/>
                </a:lnTo>
                <a:lnTo>
                  <a:pt x="9222" y="21600"/>
                </a:lnTo>
                <a:lnTo>
                  <a:pt x="8390" y="21600"/>
                </a:lnTo>
                <a:lnTo>
                  <a:pt x="7558" y="21600"/>
                </a:lnTo>
                <a:lnTo>
                  <a:pt x="6724" y="21600"/>
                </a:lnTo>
                <a:lnTo>
                  <a:pt x="5888" y="21600"/>
                </a:lnTo>
                <a:lnTo>
                  <a:pt x="5052" y="21600"/>
                </a:lnTo>
                <a:lnTo>
                  <a:pt x="4214" y="21600"/>
                </a:lnTo>
                <a:lnTo>
                  <a:pt x="3374" y="21600"/>
                </a:lnTo>
                <a:lnTo>
                  <a:pt x="2534" y="21600"/>
                </a:lnTo>
                <a:lnTo>
                  <a:pt x="1691" y="21600"/>
                </a:lnTo>
                <a:lnTo>
                  <a:pt x="846" y="21600"/>
                </a:lnTo>
                <a:lnTo>
                  <a:pt x="0" y="21600"/>
                </a:lnTo>
                <a:lnTo>
                  <a:pt x="0" y="19020"/>
                </a:lnTo>
                <a:lnTo>
                  <a:pt x="0" y="16398"/>
                </a:lnTo>
                <a:lnTo>
                  <a:pt x="725" y="16143"/>
                </a:lnTo>
                <a:lnTo>
                  <a:pt x="1454" y="15888"/>
                </a:lnTo>
                <a:lnTo>
                  <a:pt x="2194" y="15628"/>
                </a:lnTo>
                <a:lnTo>
                  <a:pt x="2920" y="15331"/>
                </a:lnTo>
                <a:lnTo>
                  <a:pt x="3647" y="15035"/>
                </a:lnTo>
                <a:lnTo>
                  <a:pt x="4374" y="14743"/>
                </a:lnTo>
                <a:lnTo>
                  <a:pt x="5100" y="14447"/>
                </a:lnTo>
                <a:lnTo>
                  <a:pt x="5814" y="14202"/>
                </a:lnTo>
                <a:lnTo>
                  <a:pt x="6539" y="13958"/>
                </a:lnTo>
                <a:lnTo>
                  <a:pt x="7438" y="13505"/>
                </a:lnTo>
                <a:lnTo>
                  <a:pt x="8291" y="12938"/>
                </a:lnTo>
                <a:lnTo>
                  <a:pt x="9109" y="12236"/>
                </a:lnTo>
                <a:lnTo>
                  <a:pt x="9900" y="11398"/>
                </a:lnTo>
                <a:lnTo>
                  <a:pt x="10672" y="10420"/>
                </a:lnTo>
                <a:lnTo>
                  <a:pt x="11431" y="9281"/>
                </a:lnTo>
                <a:lnTo>
                  <a:pt x="12188" y="7986"/>
                </a:lnTo>
                <a:lnTo>
                  <a:pt x="12950" y="6518"/>
                </a:lnTo>
                <a:lnTo>
                  <a:pt x="13727" y="4869"/>
                </a:lnTo>
                <a:lnTo>
                  <a:pt x="14524" y="3038"/>
                </a:lnTo>
                <a:lnTo>
                  <a:pt x="15252" y="1717"/>
                </a:lnTo>
                <a:lnTo>
                  <a:pt x="15956" y="817"/>
                </a:lnTo>
                <a:lnTo>
                  <a:pt x="16656" y="276"/>
                </a:lnTo>
                <a:lnTo>
                  <a:pt x="17369" y="26"/>
                </a:lnTo>
                <a:lnTo>
                  <a:pt x="18110" y="0"/>
                </a:lnTo>
                <a:lnTo>
                  <a:pt x="18900" y="140"/>
                </a:lnTo>
                <a:close/>
              </a:path>
            </a:pathLst>
          </a:custGeom>
          <a:solidFill>
            <a:srgbClr val="D8E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8" name="contour_08076"/>
          <p:cNvSpPr/>
          <p:nvPr/>
        </p:nvSpPr>
        <p:spPr>
          <a:xfrm>
            <a:off x="3661658" y="1348278"/>
            <a:ext cx="102032" cy="300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24" y="278"/>
                </a:lnTo>
                <a:lnTo>
                  <a:pt x="2049" y="555"/>
                </a:lnTo>
                <a:lnTo>
                  <a:pt x="3073" y="844"/>
                </a:lnTo>
                <a:lnTo>
                  <a:pt x="4098" y="1127"/>
                </a:lnTo>
                <a:lnTo>
                  <a:pt x="5122" y="1415"/>
                </a:lnTo>
                <a:lnTo>
                  <a:pt x="6147" y="1708"/>
                </a:lnTo>
                <a:lnTo>
                  <a:pt x="7171" y="2002"/>
                </a:lnTo>
                <a:lnTo>
                  <a:pt x="8196" y="2295"/>
                </a:lnTo>
                <a:lnTo>
                  <a:pt x="8969" y="2500"/>
                </a:lnTo>
                <a:lnTo>
                  <a:pt x="9745" y="2709"/>
                </a:lnTo>
                <a:lnTo>
                  <a:pt x="10532" y="2919"/>
                </a:lnTo>
                <a:lnTo>
                  <a:pt x="12548" y="3511"/>
                </a:lnTo>
                <a:lnTo>
                  <a:pt x="14213" y="4019"/>
                </a:lnTo>
                <a:lnTo>
                  <a:pt x="15575" y="4480"/>
                </a:lnTo>
                <a:lnTo>
                  <a:pt x="16688" y="4926"/>
                </a:lnTo>
                <a:lnTo>
                  <a:pt x="17596" y="5392"/>
                </a:lnTo>
                <a:lnTo>
                  <a:pt x="18352" y="5906"/>
                </a:lnTo>
                <a:lnTo>
                  <a:pt x="19006" y="6514"/>
                </a:lnTo>
                <a:lnTo>
                  <a:pt x="19610" y="7237"/>
                </a:lnTo>
                <a:lnTo>
                  <a:pt x="20208" y="8117"/>
                </a:lnTo>
                <a:lnTo>
                  <a:pt x="20856" y="9186"/>
                </a:lnTo>
                <a:lnTo>
                  <a:pt x="21600" y="10480"/>
                </a:lnTo>
                <a:lnTo>
                  <a:pt x="21600" y="13944"/>
                </a:lnTo>
                <a:lnTo>
                  <a:pt x="21600" y="17429"/>
                </a:lnTo>
                <a:lnTo>
                  <a:pt x="21600" y="20961"/>
                </a:lnTo>
                <a:lnTo>
                  <a:pt x="20431" y="21249"/>
                </a:lnTo>
                <a:lnTo>
                  <a:pt x="19287" y="21453"/>
                </a:lnTo>
                <a:lnTo>
                  <a:pt x="18170" y="21569"/>
                </a:lnTo>
                <a:lnTo>
                  <a:pt x="17078" y="21600"/>
                </a:lnTo>
                <a:lnTo>
                  <a:pt x="16006" y="21532"/>
                </a:lnTo>
                <a:lnTo>
                  <a:pt x="14952" y="21364"/>
                </a:lnTo>
                <a:lnTo>
                  <a:pt x="13917" y="21102"/>
                </a:lnTo>
                <a:lnTo>
                  <a:pt x="12895" y="20735"/>
                </a:lnTo>
                <a:lnTo>
                  <a:pt x="11886" y="20264"/>
                </a:lnTo>
                <a:lnTo>
                  <a:pt x="10888" y="19682"/>
                </a:lnTo>
                <a:lnTo>
                  <a:pt x="9899" y="18990"/>
                </a:lnTo>
                <a:lnTo>
                  <a:pt x="8916" y="18183"/>
                </a:lnTo>
                <a:lnTo>
                  <a:pt x="7936" y="17256"/>
                </a:lnTo>
                <a:lnTo>
                  <a:pt x="6960" y="16213"/>
                </a:lnTo>
                <a:lnTo>
                  <a:pt x="5983" y="15039"/>
                </a:lnTo>
                <a:lnTo>
                  <a:pt x="5003" y="13740"/>
                </a:lnTo>
                <a:lnTo>
                  <a:pt x="4021" y="12314"/>
                </a:lnTo>
                <a:lnTo>
                  <a:pt x="3030" y="10753"/>
                </a:lnTo>
                <a:lnTo>
                  <a:pt x="2032" y="9055"/>
                </a:lnTo>
                <a:lnTo>
                  <a:pt x="1023" y="7221"/>
                </a:lnTo>
                <a:lnTo>
                  <a:pt x="0" y="5240"/>
                </a:lnTo>
                <a:lnTo>
                  <a:pt x="0" y="2641"/>
                </a:lnTo>
                <a:lnTo>
                  <a:pt x="0" y="0"/>
                </a:lnTo>
                <a:close/>
              </a:path>
            </a:pathLst>
          </a:custGeom>
          <a:solidFill>
            <a:srgbClr val="12272D"/>
          </a:solidFill>
          <a:ln>
            <a:noFill/>
          </a:ln>
        </p:spPr>
        <p:txBody>
          <a:bodyPr/>
          <a:lstStyle/>
          <a:p/>
        </p:txBody>
      </p:sp>
      <p:sp>
        <p:nvSpPr>
          <p:cNvPr id="8079" name="contour_08077"/>
          <p:cNvSpPr/>
          <p:nvPr/>
        </p:nvSpPr>
        <p:spPr>
          <a:xfrm>
            <a:off x="761038" y="1304550"/>
            <a:ext cx="51016" cy="52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0"/>
                </a:lnTo>
                <a:lnTo>
                  <a:pt x="16015" y="0"/>
                </a:lnTo>
                <a:lnTo>
                  <a:pt x="17860" y="0"/>
                </a:lnTo>
                <a:lnTo>
                  <a:pt x="19721" y="0"/>
                </a:lnTo>
                <a:lnTo>
                  <a:pt x="21600" y="0"/>
                </a:lnTo>
                <a:lnTo>
                  <a:pt x="21295" y="2062"/>
                </a:lnTo>
                <a:lnTo>
                  <a:pt x="20989" y="4127"/>
                </a:lnTo>
                <a:lnTo>
                  <a:pt x="20684" y="6192"/>
                </a:lnTo>
                <a:lnTo>
                  <a:pt x="20375" y="8260"/>
                </a:lnTo>
                <a:lnTo>
                  <a:pt x="20069" y="10337"/>
                </a:lnTo>
                <a:lnTo>
                  <a:pt x="19761" y="12417"/>
                </a:lnTo>
                <a:lnTo>
                  <a:pt x="19452" y="14506"/>
                </a:lnTo>
                <a:lnTo>
                  <a:pt x="19141" y="16604"/>
                </a:lnTo>
                <a:lnTo>
                  <a:pt x="18829" y="18711"/>
                </a:lnTo>
                <a:lnTo>
                  <a:pt x="18514" y="20829"/>
                </a:lnTo>
                <a:lnTo>
                  <a:pt x="14577" y="21213"/>
                </a:lnTo>
                <a:lnTo>
                  <a:pt x="11664" y="21472"/>
                </a:lnTo>
                <a:lnTo>
                  <a:pt x="9513" y="21600"/>
                </a:lnTo>
                <a:lnTo>
                  <a:pt x="7847" y="21600"/>
                </a:lnTo>
                <a:lnTo>
                  <a:pt x="6403" y="21472"/>
                </a:lnTo>
                <a:lnTo>
                  <a:pt x="4903" y="21213"/>
                </a:lnTo>
                <a:lnTo>
                  <a:pt x="3086" y="20829"/>
                </a:lnTo>
                <a:lnTo>
                  <a:pt x="2021" y="18937"/>
                </a:lnTo>
                <a:lnTo>
                  <a:pt x="1247" y="17038"/>
                </a:lnTo>
                <a:lnTo>
                  <a:pt x="710" y="15110"/>
                </a:lnTo>
                <a:lnTo>
                  <a:pt x="355" y="13131"/>
                </a:lnTo>
                <a:lnTo>
                  <a:pt x="136" y="11078"/>
                </a:lnTo>
                <a:lnTo>
                  <a:pt x="0" y="8927"/>
                </a:lnTo>
                <a:lnTo>
                  <a:pt x="1466" y="8558"/>
                </a:lnTo>
                <a:lnTo>
                  <a:pt x="2941" y="8186"/>
                </a:lnTo>
                <a:lnTo>
                  <a:pt x="4437" y="7811"/>
                </a:lnTo>
                <a:lnTo>
                  <a:pt x="7248" y="6686"/>
                </a:lnTo>
                <a:lnTo>
                  <a:pt x="8847" y="5788"/>
                </a:lnTo>
                <a:lnTo>
                  <a:pt x="9834" y="4648"/>
                </a:lnTo>
                <a:lnTo>
                  <a:pt x="10800" y="2791"/>
                </a:lnTo>
                <a:lnTo>
                  <a:pt x="11565" y="1404"/>
                </a:lnTo>
                <a:lnTo>
                  <a:pt x="12343" y="0"/>
                </a:lnTo>
                <a:close/>
              </a:path>
            </a:pathLst>
          </a:custGeom>
          <a:solidFill>
            <a:srgbClr val="D2372F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0" name="contour_08078"/>
          <p:cNvSpPr/>
          <p:nvPr/>
        </p:nvSpPr>
        <p:spPr>
          <a:xfrm>
            <a:off x="8333261" y="1246247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315" y="508"/>
                </a:lnTo>
                <a:lnTo>
                  <a:pt x="10352" y="902"/>
                </a:lnTo>
                <a:lnTo>
                  <a:pt x="11248" y="1312"/>
                </a:lnTo>
                <a:lnTo>
                  <a:pt x="12285" y="1868"/>
                </a:lnTo>
                <a:lnTo>
                  <a:pt x="13745" y="2700"/>
                </a:lnTo>
                <a:lnTo>
                  <a:pt x="13745" y="4485"/>
                </a:lnTo>
                <a:lnTo>
                  <a:pt x="13745" y="6280"/>
                </a:lnTo>
                <a:lnTo>
                  <a:pt x="13745" y="8100"/>
                </a:lnTo>
                <a:lnTo>
                  <a:pt x="14678" y="7876"/>
                </a:lnTo>
                <a:lnTo>
                  <a:pt x="15617" y="7652"/>
                </a:lnTo>
                <a:lnTo>
                  <a:pt x="16569" y="7425"/>
                </a:lnTo>
                <a:lnTo>
                  <a:pt x="17582" y="7649"/>
                </a:lnTo>
                <a:lnTo>
                  <a:pt x="18602" y="7873"/>
                </a:lnTo>
                <a:lnTo>
                  <a:pt x="19636" y="8100"/>
                </a:lnTo>
                <a:lnTo>
                  <a:pt x="19960" y="9882"/>
                </a:lnTo>
                <a:lnTo>
                  <a:pt x="20284" y="11667"/>
                </a:lnTo>
                <a:lnTo>
                  <a:pt x="20610" y="13460"/>
                </a:lnTo>
                <a:lnTo>
                  <a:pt x="20938" y="15260"/>
                </a:lnTo>
                <a:lnTo>
                  <a:pt x="21268" y="17072"/>
                </a:lnTo>
                <a:lnTo>
                  <a:pt x="21600" y="18900"/>
                </a:lnTo>
                <a:lnTo>
                  <a:pt x="20263" y="19067"/>
                </a:lnTo>
                <a:lnTo>
                  <a:pt x="18927" y="19235"/>
                </a:lnTo>
                <a:lnTo>
                  <a:pt x="17588" y="19402"/>
                </a:lnTo>
                <a:lnTo>
                  <a:pt x="16251" y="19570"/>
                </a:lnTo>
                <a:lnTo>
                  <a:pt x="14912" y="19737"/>
                </a:lnTo>
                <a:lnTo>
                  <a:pt x="13569" y="19904"/>
                </a:lnTo>
                <a:lnTo>
                  <a:pt x="12226" y="20072"/>
                </a:lnTo>
                <a:lnTo>
                  <a:pt x="10881" y="20239"/>
                </a:lnTo>
                <a:lnTo>
                  <a:pt x="9533" y="20409"/>
                </a:lnTo>
                <a:lnTo>
                  <a:pt x="8182" y="20577"/>
                </a:lnTo>
                <a:lnTo>
                  <a:pt x="6828" y="20747"/>
                </a:lnTo>
                <a:lnTo>
                  <a:pt x="5471" y="20917"/>
                </a:lnTo>
                <a:lnTo>
                  <a:pt x="4110" y="21087"/>
                </a:lnTo>
                <a:lnTo>
                  <a:pt x="2745" y="21257"/>
                </a:lnTo>
                <a:lnTo>
                  <a:pt x="1375" y="21427"/>
                </a:lnTo>
                <a:lnTo>
                  <a:pt x="0" y="21600"/>
                </a:lnTo>
                <a:lnTo>
                  <a:pt x="0" y="19815"/>
                </a:lnTo>
                <a:lnTo>
                  <a:pt x="0" y="18020"/>
                </a:lnTo>
                <a:lnTo>
                  <a:pt x="0" y="16200"/>
                </a:lnTo>
                <a:lnTo>
                  <a:pt x="1296" y="16200"/>
                </a:lnTo>
                <a:lnTo>
                  <a:pt x="2592" y="16200"/>
                </a:lnTo>
                <a:lnTo>
                  <a:pt x="3890" y="16200"/>
                </a:lnTo>
                <a:lnTo>
                  <a:pt x="5190" y="16200"/>
                </a:lnTo>
                <a:lnTo>
                  <a:pt x="6492" y="16200"/>
                </a:lnTo>
                <a:lnTo>
                  <a:pt x="7796" y="16200"/>
                </a:lnTo>
                <a:lnTo>
                  <a:pt x="9103" y="16200"/>
                </a:lnTo>
                <a:lnTo>
                  <a:pt x="10415" y="16200"/>
                </a:lnTo>
                <a:lnTo>
                  <a:pt x="11731" y="16200"/>
                </a:lnTo>
                <a:lnTo>
                  <a:pt x="13050" y="16200"/>
                </a:lnTo>
                <a:lnTo>
                  <a:pt x="14378" y="16200"/>
                </a:lnTo>
                <a:lnTo>
                  <a:pt x="15709" y="16200"/>
                </a:lnTo>
                <a:lnTo>
                  <a:pt x="15709" y="14415"/>
                </a:lnTo>
                <a:lnTo>
                  <a:pt x="15709" y="12620"/>
                </a:lnTo>
                <a:lnTo>
                  <a:pt x="15709" y="10800"/>
                </a:lnTo>
                <a:lnTo>
                  <a:pt x="14419" y="10201"/>
                </a:lnTo>
                <a:lnTo>
                  <a:pt x="13400" y="9893"/>
                </a:lnTo>
                <a:lnTo>
                  <a:pt x="11782" y="9617"/>
                </a:lnTo>
                <a:lnTo>
                  <a:pt x="10185" y="9183"/>
                </a:lnTo>
                <a:lnTo>
                  <a:pt x="9166" y="8788"/>
                </a:lnTo>
                <a:lnTo>
                  <a:pt x="7855" y="8100"/>
                </a:lnTo>
                <a:lnTo>
                  <a:pt x="7619" y="6010"/>
                </a:lnTo>
                <a:lnTo>
                  <a:pt x="7501" y="4544"/>
                </a:lnTo>
                <a:lnTo>
                  <a:pt x="7501" y="3313"/>
                </a:lnTo>
                <a:lnTo>
                  <a:pt x="7619" y="1928"/>
                </a:lnTo>
                <a:lnTo>
                  <a:pt x="7855" y="0"/>
                </a:lnTo>
                <a:close/>
              </a:path>
            </a:pathLst>
          </a:custGeom>
          <a:solidFill>
            <a:srgbClr val="C5D2DA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1" name="contour_08079"/>
          <p:cNvSpPr/>
          <p:nvPr/>
        </p:nvSpPr>
        <p:spPr>
          <a:xfrm>
            <a:off x="6963119" y="1246247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179"/>
                </a:lnTo>
                <a:lnTo>
                  <a:pt x="3564" y="356"/>
                </a:lnTo>
                <a:lnTo>
                  <a:pt x="5349" y="536"/>
                </a:lnTo>
                <a:lnTo>
                  <a:pt x="7136" y="713"/>
                </a:lnTo>
                <a:lnTo>
                  <a:pt x="8926" y="892"/>
                </a:lnTo>
                <a:lnTo>
                  <a:pt x="10719" y="1071"/>
                </a:lnTo>
                <a:lnTo>
                  <a:pt x="12517" y="1251"/>
                </a:lnTo>
                <a:lnTo>
                  <a:pt x="14321" y="1432"/>
                </a:lnTo>
                <a:lnTo>
                  <a:pt x="16130" y="1614"/>
                </a:lnTo>
                <a:lnTo>
                  <a:pt x="17944" y="1795"/>
                </a:lnTo>
                <a:lnTo>
                  <a:pt x="19769" y="1976"/>
                </a:lnTo>
                <a:lnTo>
                  <a:pt x="21600" y="2160"/>
                </a:lnTo>
                <a:lnTo>
                  <a:pt x="21600" y="3586"/>
                </a:lnTo>
                <a:lnTo>
                  <a:pt x="21600" y="5011"/>
                </a:lnTo>
                <a:lnTo>
                  <a:pt x="21600" y="6439"/>
                </a:lnTo>
                <a:lnTo>
                  <a:pt x="21600" y="7869"/>
                </a:lnTo>
                <a:lnTo>
                  <a:pt x="21600" y="9301"/>
                </a:lnTo>
                <a:lnTo>
                  <a:pt x="21600" y="10735"/>
                </a:lnTo>
                <a:lnTo>
                  <a:pt x="21600" y="12174"/>
                </a:lnTo>
                <a:lnTo>
                  <a:pt x="21600" y="13617"/>
                </a:lnTo>
                <a:lnTo>
                  <a:pt x="21600" y="15064"/>
                </a:lnTo>
                <a:lnTo>
                  <a:pt x="21600" y="16515"/>
                </a:lnTo>
                <a:lnTo>
                  <a:pt x="21600" y="17976"/>
                </a:lnTo>
                <a:lnTo>
                  <a:pt x="21600" y="19440"/>
                </a:lnTo>
                <a:lnTo>
                  <a:pt x="19818" y="19619"/>
                </a:lnTo>
                <a:lnTo>
                  <a:pt x="18036" y="19796"/>
                </a:lnTo>
                <a:lnTo>
                  <a:pt x="16251" y="19976"/>
                </a:lnTo>
                <a:lnTo>
                  <a:pt x="14464" y="20153"/>
                </a:lnTo>
                <a:lnTo>
                  <a:pt x="12674" y="20332"/>
                </a:lnTo>
                <a:lnTo>
                  <a:pt x="10881" y="20511"/>
                </a:lnTo>
                <a:lnTo>
                  <a:pt x="9083" y="20691"/>
                </a:lnTo>
                <a:lnTo>
                  <a:pt x="7279" y="20872"/>
                </a:lnTo>
                <a:lnTo>
                  <a:pt x="5470" y="21054"/>
                </a:lnTo>
                <a:lnTo>
                  <a:pt x="3656" y="21235"/>
                </a:lnTo>
                <a:lnTo>
                  <a:pt x="1831" y="21416"/>
                </a:lnTo>
                <a:lnTo>
                  <a:pt x="0" y="21600"/>
                </a:lnTo>
                <a:lnTo>
                  <a:pt x="1752" y="20671"/>
                </a:lnTo>
                <a:lnTo>
                  <a:pt x="3383" y="19824"/>
                </a:lnTo>
                <a:lnTo>
                  <a:pt x="4925" y="19056"/>
                </a:lnTo>
                <a:lnTo>
                  <a:pt x="6415" y="18354"/>
                </a:lnTo>
                <a:lnTo>
                  <a:pt x="7887" y="17712"/>
                </a:lnTo>
                <a:lnTo>
                  <a:pt x="9377" y="17122"/>
                </a:lnTo>
                <a:lnTo>
                  <a:pt x="10916" y="16576"/>
                </a:lnTo>
                <a:lnTo>
                  <a:pt x="12544" y="16066"/>
                </a:lnTo>
                <a:lnTo>
                  <a:pt x="14294" y="15582"/>
                </a:lnTo>
                <a:lnTo>
                  <a:pt x="16200" y="15120"/>
                </a:lnTo>
                <a:lnTo>
                  <a:pt x="16114" y="13690"/>
                </a:lnTo>
                <a:lnTo>
                  <a:pt x="15987" y="12295"/>
                </a:lnTo>
                <a:lnTo>
                  <a:pt x="15809" y="10932"/>
                </a:lnTo>
                <a:lnTo>
                  <a:pt x="15555" y="9590"/>
                </a:lnTo>
                <a:lnTo>
                  <a:pt x="15217" y="8266"/>
                </a:lnTo>
                <a:lnTo>
                  <a:pt x="14772" y="6951"/>
                </a:lnTo>
                <a:lnTo>
                  <a:pt x="14205" y="5638"/>
                </a:lnTo>
                <a:lnTo>
                  <a:pt x="13500" y="4320"/>
                </a:lnTo>
                <a:lnTo>
                  <a:pt x="11723" y="3756"/>
                </a:lnTo>
                <a:lnTo>
                  <a:pt x="10004" y="3326"/>
                </a:lnTo>
                <a:lnTo>
                  <a:pt x="8297" y="3007"/>
                </a:lnTo>
                <a:lnTo>
                  <a:pt x="6566" y="2771"/>
                </a:lnTo>
                <a:lnTo>
                  <a:pt x="4765" y="2601"/>
                </a:lnTo>
                <a:lnTo>
                  <a:pt x="2859" y="2465"/>
                </a:lnTo>
                <a:lnTo>
                  <a:pt x="1439" y="2313"/>
                </a:lnTo>
                <a:lnTo>
                  <a:pt x="0" y="2160"/>
                </a:lnTo>
                <a:lnTo>
                  <a:pt x="0" y="1089"/>
                </a:lnTo>
                <a:lnTo>
                  <a:pt x="0" y="0"/>
                </a:lnTo>
                <a:close/>
              </a:path>
            </a:pathLst>
          </a:custGeom>
          <a:solidFill>
            <a:srgbClr val="B0BAC0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2" name="contour_08080"/>
          <p:cNvSpPr/>
          <p:nvPr/>
        </p:nvSpPr>
        <p:spPr>
          <a:xfrm>
            <a:off x="1191029" y="1224383"/>
            <a:ext cx="116608" cy="432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259" y="1340"/>
                </a:lnTo>
                <a:lnTo>
                  <a:pt x="3821" y="2688"/>
                </a:lnTo>
                <a:lnTo>
                  <a:pt x="4385" y="4046"/>
                </a:lnTo>
                <a:lnTo>
                  <a:pt x="4957" y="5419"/>
                </a:lnTo>
                <a:lnTo>
                  <a:pt x="5863" y="7116"/>
                </a:lnTo>
                <a:lnTo>
                  <a:pt x="6747" y="8500"/>
                </a:lnTo>
                <a:lnTo>
                  <a:pt x="7619" y="9604"/>
                </a:lnTo>
                <a:lnTo>
                  <a:pt x="8489" y="10452"/>
                </a:lnTo>
                <a:lnTo>
                  <a:pt x="9361" y="11071"/>
                </a:lnTo>
                <a:lnTo>
                  <a:pt x="10248" y="11494"/>
                </a:lnTo>
                <a:lnTo>
                  <a:pt x="11156" y="11745"/>
                </a:lnTo>
                <a:lnTo>
                  <a:pt x="12096" y="11858"/>
                </a:lnTo>
                <a:lnTo>
                  <a:pt x="13076" y="11851"/>
                </a:lnTo>
                <a:lnTo>
                  <a:pt x="14103" y="11760"/>
                </a:lnTo>
                <a:lnTo>
                  <a:pt x="15188" y="11610"/>
                </a:lnTo>
                <a:lnTo>
                  <a:pt x="16119" y="11534"/>
                </a:lnTo>
                <a:lnTo>
                  <a:pt x="17065" y="11457"/>
                </a:lnTo>
                <a:lnTo>
                  <a:pt x="17973" y="11374"/>
                </a:lnTo>
                <a:lnTo>
                  <a:pt x="18880" y="11279"/>
                </a:lnTo>
                <a:lnTo>
                  <a:pt x="19787" y="11173"/>
                </a:lnTo>
                <a:lnTo>
                  <a:pt x="20693" y="11057"/>
                </a:lnTo>
                <a:lnTo>
                  <a:pt x="21600" y="10926"/>
                </a:lnTo>
                <a:lnTo>
                  <a:pt x="21311" y="13031"/>
                </a:lnTo>
                <a:lnTo>
                  <a:pt x="21075" y="14491"/>
                </a:lnTo>
                <a:lnTo>
                  <a:pt x="20763" y="15992"/>
                </a:lnTo>
                <a:lnTo>
                  <a:pt x="20250" y="18209"/>
                </a:lnTo>
                <a:lnTo>
                  <a:pt x="19395" y="18920"/>
                </a:lnTo>
                <a:lnTo>
                  <a:pt x="18778" y="19327"/>
                </a:lnTo>
                <a:lnTo>
                  <a:pt x="18099" y="19586"/>
                </a:lnTo>
                <a:lnTo>
                  <a:pt x="17060" y="19845"/>
                </a:lnTo>
                <a:lnTo>
                  <a:pt x="16417" y="20001"/>
                </a:lnTo>
                <a:lnTo>
                  <a:pt x="15772" y="20161"/>
                </a:lnTo>
                <a:lnTo>
                  <a:pt x="15116" y="20322"/>
                </a:lnTo>
                <a:lnTo>
                  <a:pt x="14442" y="20453"/>
                </a:lnTo>
                <a:lnTo>
                  <a:pt x="13766" y="20584"/>
                </a:lnTo>
                <a:lnTo>
                  <a:pt x="13079" y="20715"/>
                </a:lnTo>
                <a:lnTo>
                  <a:pt x="12420" y="20886"/>
                </a:lnTo>
                <a:lnTo>
                  <a:pt x="11759" y="21057"/>
                </a:lnTo>
                <a:lnTo>
                  <a:pt x="11088" y="21232"/>
                </a:lnTo>
                <a:lnTo>
                  <a:pt x="10097" y="21422"/>
                </a:lnTo>
                <a:lnTo>
                  <a:pt x="9134" y="21545"/>
                </a:lnTo>
                <a:lnTo>
                  <a:pt x="8197" y="21600"/>
                </a:lnTo>
                <a:lnTo>
                  <a:pt x="7278" y="21575"/>
                </a:lnTo>
                <a:lnTo>
                  <a:pt x="6375" y="21473"/>
                </a:lnTo>
                <a:lnTo>
                  <a:pt x="5480" y="21287"/>
                </a:lnTo>
                <a:lnTo>
                  <a:pt x="4587" y="21017"/>
                </a:lnTo>
                <a:lnTo>
                  <a:pt x="3694" y="20653"/>
                </a:lnTo>
                <a:lnTo>
                  <a:pt x="2793" y="20194"/>
                </a:lnTo>
                <a:lnTo>
                  <a:pt x="1882" y="19637"/>
                </a:lnTo>
                <a:lnTo>
                  <a:pt x="952" y="18978"/>
                </a:lnTo>
                <a:lnTo>
                  <a:pt x="0" y="18209"/>
                </a:lnTo>
                <a:lnTo>
                  <a:pt x="335" y="15955"/>
                </a:lnTo>
                <a:lnTo>
                  <a:pt x="668" y="13701"/>
                </a:lnTo>
                <a:lnTo>
                  <a:pt x="1004" y="11439"/>
                </a:lnTo>
                <a:lnTo>
                  <a:pt x="1341" y="9174"/>
                </a:lnTo>
                <a:lnTo>
                  <a:pt x="1677" y="6898"/>
                </a:lnTo>
                <a:lnTo>
                  <a:pt x="2016" y="4611"/>
                </a:lnTo>
                <a:lnTo>
                  <a:pt x="2357" y="2313"/>
                </a:lnTo>
                <a:lnTo>
                  <a:pt x="2700" y="0"/>
                </a:lnTo>
                <a:close/>
              </a:path>
            </a:pathLst>
          </a:custGeom>
          <a:solidFill>
            <a:srgbClr val="E0D6D6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3" name="contour_08081"/>
          <p:cNvSpPr/>
          <p:nvPr/>
        </p:nvSpPr>
        <p:spPr>
          <a:xfrm>
            <a:off x="4893329" y="524735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20190" y="1307"/>
                </a:lnTo>
                <a:lnTo>
                  <a:pt x="20665" y="2306"/>
                </a:lnTo>
                <a:lnTo>
                  <a:pt x="21069" y="3502"/>
                </a:lnTo>
                <a:lnTo>
                  <a:pt x="21600" y="5400"/>
                </a:lnTo>
                <a:lnTo>
                  <a:pt x="20995" y="7422"/>
                </a:lnTo>
                <a:lnTo>
                  <a:pt x="20531" y="8872"/>
                </a:lnTo>
                <a:lnTo>
                  <a:pt x="20060" y="10155"/>
                </a:lnTo>
                <a:lnTo>
                  <a:pt x="19429" y="11675"/>
                </a:lnTo>
                <a:lnTo>
                  <a:pt x="18494" y="13838"/>
                </a:lnTo>
                <a:lnTo>
                  <a:pt x="17874" y="15296"/>
                </a:lnTo>
                <a:lnTo>
                  <a:pt x="17248" y="16762"/>
                </a:lnTo>
                <a:lnTo>
                  <a:pt x="16613" y="18247"/>
                </a:lnTo>
                <a:lnTo>
                  <a:pt x="15872" y="19910"/>
                </a:lnTo>
                <a:lnTo>
                  <a:pt x="15120" y="21600"/>
                </a:lnTo>
                <a:lnTo>
                  <a:pt x="12504" y="20647"/>
                </a:lnTo>
                <a:lnTo>
                  <a:pt x="10392" y="19856"/>
                </a:lnTo>
                <a:lnTo>
                  <a:pt x="8707" y="19178"/>
                </a:lnTo>
                <a:lnTo>
                  <a:pt x="7376" y="18560"/>
                </a:lnTo>
                <a:lnTo>
                  <a:pt x="6327" y="17958"/>
                </a:lnTo>
                <a:lnTo>
                  <a:pt x="5480" y="17321"/>
                </a:lnTo>
                <a:lnTo>
                  <a:pt x="4765" y="16597"/>
                </a:lnTo>
                <a:lnTo>
                  <a:pt x="4102" y="15744"/>
                </a:lnTo>
                <a:lnTo>
                  <a:pt x="3419" y="14707"/>
                </a:lnTo>
                <a:lnTo>
                  <a:pt x="2642" y="13438"/>
                </a:lnTo>
                <a:lnTo>
                  <a:pt x="2065" y="11945"/>
                </a:lnTo>
                <a:lnTo>
                  <a:pt x="1642" y="10781"/>
                </a:lnTo>
                <a:lnTo>
                  <a:pt x="1240" y="9561"/>
                </a:lnTo>
                <a:lnTo>
                  <a:pt x="734" y="7895"/>
                </a:lnTo>
                <a:lnTo>
                  <a:pt x="0" y="5400"/>
                </a:lnTo>
                <a:lnTo>
                  <a:pt x="531" y="5546"/>
                </a:lnTo>
                <a:lnTo>
                  <a:pt x="2134" y="5991"/>
                </a:lnTo>
                <a:lnTo>
                  <a:pt x="5238" y="6812"/>
                </a:lnTo>
                <a:lnTo>
                  <a:pt x="7746" y="7466"/>
                </a:lnTo>
                <a:lnTo>
                  <a:pt x="9748" y="7960"/>
                </a:lnTo>
                <a:lnTo>
                  <a:pt x="11338" y="8311"/>
                </a:lnTo>
                <a:lnTo>
                  <a:pt x="12606" y="8532"/>
                </a:lnTo>
                <a:lnTo>
                  <a:pt x="13640" y="8632"/>
                </a:lnTo>
                <a:lnTo>
                  <a:pt x="14535" y="8626"/>
                </a:lnTo>
                <a:lnTo>
                  <a:pt x="15379" y="8527"/>
                </a:lnTo>
                <a:lnTo>
                  <a:pt x="16263" y="8348"/>
                </a:lnTo>
                <a:lnTo>
                  <a:pt x="17280" y="8100"/>
                </a:lnTo>
                <a:lnTo>
                  <a:pt x="18010" y="6091"/>
                </a:lnTo>
                <a:lnTo>
                  <a:pt x="18487" y="4666"/>
                </a:lnTo>
                <a:lnTo>
                  <a:pt x="18816" y="3434"/>
                </a:lnTo>
                <a:lnTo>
                  <a:pt x="19099" y="2009"/>
                </a:lnTo>
                <a:lnTo>
                  <a:pt x="19440" y="0"/>
                </a:lnTo>
                <a:close/>
              </a:path>
            </a:pathLst>
          </a:custGeom>
          <a:solidFill>
            <a:srgbClr val="A5A5A5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4" name="contour_08082"/>
          <p:cNvSpPr/>
          <p:nvPr/>
        </p:nvSpPr>
        <p:spPr>
          <a:xfrm>
            <a:off x="5009937" y="6288910"/>
            <a:ext cx="80168" cy="373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4574"/>
                </a:moveTo>
                <a:lnTo>
                  <a:pt x="20335" y="7185"/>
                </a:lnTo>
                <a:lnTo>
                  <a:pt x="20773" y="8932"/>
                </a:lnTo>
                <a:lnTo>
                  <a:pt x="21133" y="10608"/>
                </a:lnTo>
                <a:lnTo>
                  <a:pt x="21600" y="12996"/>
                </a:lnTo>
                <a:lnTo>
                  <a:pt x="20206" y="14344"/>
                </a:lnTo>
                <a:lnTo>
                  <a:pt x="18853" y="15595"/>
                </a:lnTo>
                <a:lnTo>
                  <a:pt x="17529" y="16744"/>
                </a:lnTo>
                <a:lnTo>
                  <a:pt x="16227" y="17785"/>
                </a:lnTo>
                <a:lnTo>
                  <a:pt x="14937" y="18711"/>
                </a:lnTo>
                <a:lnTo>
                  <a:pt x="13649" y="19520"/>
                </a:lnTo>
                <a:lnTo>
                  <a:pt x="12355" y="20206"/>
                </a:lnTo>
                <a:lnTo>
                  <a:pt x="11045" y="20762"/>
                </a:lnTo>
                <a:lnTo>
                  <a:pt x="9708" y="21183"/>
                </a:lnTo>
                <a:lnTo>
                  <a:pt x="8340" y="21465"/>
                </a:lnTo>
                <a:lnTo>
                  <a:pt x="6924" y="21600"/>
                </a:lnTo>
                <a:lnTo>
                  <a:pt x="5457" y="21587"/>
                </a:lnTo>
                <a:lnTo>
                  <a:pt x="3927" y="21419"/>
                </a:lnTo>
                <a:lnTo>
                  <a:pt x="3927" y="18635"/>
                </a:lnTo>
                <a:lnTo>
                  <a:pt x="3927" y="15835"/>
                </a:lnTo>
                <a:lnTo>
                  <a:pt x="3927" y="12996"/>
                </a:lnTo>
                <a:lnTo>
                  <a:pt x="2761" y="11451"/>
                </a:lnTo>
                <a:lnTo>
                  <a:pt x="1964" y="10495"/>
                </a:lnTo>
                <a:lnTo>
                  <a:pt x="1166" y="9741"/>
                </a:lnTo>
                <a:lnTo>
                  <a:pt x="0" y="8785"/>
                </a:lnTo>
                <a:lnTo>
                  <a:pt x="2360" y="6747"/>
                </a:lnTo>
                <a:lnTo>
                  <a:pt x="4418" y="4995"/>
                </a:lnTo>
                <a:lnTo>
                  <a:pt x="6211" y="3516"/>
                </a:lnTo>
                <a:lnTo>
                  <a:pt x="7770" y="2308"/>
                </a:lnTo>
                <a:lnTo>
                  <a:pt x="9135" y="1356"/>
                </a:lnTo>
                <a:lnTo>
                  <a:pt x="10337" y="661"/>
                </a:lnTo>
                <a:lnTo>
                  <a:pt x="11411" y="215"/>
                </a:lnTo>
                <a:lnTo>
                  <a:pt x="12394" y="0"/>
                </a:lnTo>
                <a:lnTo>
                  <a:pt x="13321" y="21"/>
                </a:lnTo>
                <a:lnTo>
                  <a:pt x="14225" y="265"/>
                </a:lnTo>
                <a:lnTo>
                  <a:pt x="15142" y="724"/>
                </a:lnTo>
                <a:lnTo>
                  <a:pt x="16108" y="1394"/>
                </a:lnTo>
                <a:lnTo>
                  <a:pt x="17154" y="2261"/>
                </a:lnTo>
                <a:lnTo>
                  <a:pt x="18319" y="3323"/>
                </a:lnTo>
                <a:lnTo>
                  <a:pt x="19636" y="4574"/>
                </a:lnTo>
                <a:close/>
              </a:path>
            </a:pathLst>
          </a:custGeom>
          <a:solidFill>
            <a:srgbClr val="C2D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5" name="contour_08083"/>
          <p:cNvSpPr/>
          <p:nvPr/>
        </p:nvSpPr>
        <p:spPr>
          <a:xfrm>
            <a:off x="8092757" y="6070897"/>
            <a:ext cx="695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65" y="592"/>
                </a:lnTo>
                <a:lnTo>
                  <a:pt x="6046" y="1105"/>
                </a:lnTo>
                <a:lnTo>
                  <a:pt x="8392" y="1552"/>
                </a:lnTo>
                <a:lnTo>
                  <a:pt x="10364" y="1950"/>
                </a:lnTo>
                <a:lnTo>
                  <a:pt x="12015" y="2317"/>
                </a:lnTo>
                <a:lnTo>
                  <a:pt x="13403" y="2672"/>
                </a:lnTo>
                <a:lnTo>
                  <a:pt x="14580" y="3030"/>
                </a:lnTo>
                <a:lnTo>
                  <a:pt x="15606" y="3407"/>
                </a:lnTo>
                <a:lnTo>
                  <a:pt x="16532" y="3820"/>
                </a:lnTo>
                <a:lnTo>
                  <a:pt x="17418" y="4286"/>
                </a:lnTo>
                <a:lnTo>
                  <a:pt x="18317" y="4820"/>
                </a:lnTo>
                <a:lnTo>
                  <a:pt x="19286" y="5443"/>
                </a:lnTo>
                <a:lnTo>
                  <a:pt x="20379" y="6171"/>
                </a:lnTo>
                <a:lnTo>
                  <a:pt x="21057" y="8458"/>
                </a:lnTo>
                <a:lnTo>
                  <a:pt x="21453" y="10636"/>
                </a:lnTo>
                <a:lnTo>
                  <a:pt x="21600" y="12753"/>
                </a:lnTo>
                <a:lnTo>
                  <a:pt x="21534" y="14861"/>
                </a:lnTo>
                <a:lnTo>
                  <a:pt x="21285" y="17005"/>
                </a:lnTo>
                <a:lnTo>
                  <a:pt x="20889" y="19233"/>
                </a:lnTo>
                <a:lnTo>
                  <a:pt x="20379" y="21600"/>
                </a:lnTo>
                <a:lnTo>
                  <a:pt x="19055" y="20906"/>
                </a:lnTo>
                <a:lnTo>
                  <a:pt x="17732" y="20205"/>
                </a:lnTo>
                <a:lnTo>
                  <a:pt x="16410" y="19502"/>
                </a:lnTo>
                <a:lnTo>
                  <a:pt x="15092" y="18789"/>
                </a:lnTo>
                <a:lnTo>
                  <a:pt x="13772" y="18076"/>
                </a:lnTo>
                <a:lnTo>
                  <a:pt x="12454" y="17357"/>
                </a:lnTo>
                <a:lnTo>
                  <a:pt x="11317" y="16771"/>
                </a:lnTo>
                <a:lnTo>
                  <a:pt x="10163" y="16175"/>
                </a:lnTo>
                <a:lnTo>
                  <a:pt x="8856" y="15438"/>
                </a:lnTo>
                <a:lnTo>
                  <a:pt x="7833" y="14793"/>
                </a:lnTo>
                <a:lnTo>
                  <a:pt x="6567" y="13883"/>
                </a:lnTo>
                <a:lnTo>
                  <a:pt x="4529" y="12343"/>
                </a:lnTo>
                <a:lnTo>
                  <a:pt x="4529" y="10303"/>
                </a:lnTo>
                <a:lnTo>
                  <a:pt x="4529" y="8251"/>
                </a:lnTo>
                <a:lnTo>
                  <a:pt x="4529" y="6171"/>
                </a:lnTo>
                <a:lnTo>
                  <a:pt x="3032" y="6171"/>
                </a:lnTo>
                <a:lnTo>
                  <a:pt x="1526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EF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6" name="contour_08084"/>
          <p:cNvSpPr/>
          <p:nvPr/>
        </p:nvSpPr>
        <p:spPr>
          <a:xfrm>
            <a:off x="2291516" y="6050512"/>
            <a:ext cx="109320" cy="56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08"/>
                </a:moveTo>
                <a:lnTo>
                  <a:pt x="19820" y="3721"/>
                </a:lnTo>
                <a:lnTo>
                  <a:pt x="18374" y="4931"/>
                </a:lnTo>
                <a:lnTo>
                  <a:pt x="17207" y="5870"/>
                </a:lnTo>
                <a:lnTo>
                  <a:pt x="16256" y="6574"/>
                </a:lnTo>
                <a:lnTo>
                  <a:pt x="15467" y="7067"/>
                </a:lnTo>
                <a:lnTo>
                  <a:pt x="14779" y="7388"/>
                </a:lnTo>
                <a:lnTo>
                  <a:pt x="14135" y="7568"/>
                </a:lnTo>
                <a:lnTo>
                  <a:pt x="13476" y="7638"/>
                </a:lnTo>
                <a:lnTo>
                  <a:pt x="12744" y="7629"/>
                </a:lnTo>
                <a:lnTo>
                  <a:pt x="11880" y="7577"/>
                </a:lnTo>
                <a:lnTo>
                  <a:pt x="11432" y="7618"/>
                </a:lnTo>
                <a:lnTo>
                  <a:pt x="10080" y="7749"/>
                </a:lnTo>
                <a:lnTo>
                  <a:pt x="9873" y="9123"/>
                </a:lnTo>
                <a:lnTo>
                  <a:pt x="9662" y="10502"/>
                </a:lnTo>
                <a:lnTo>
                  <a:pt x="9449" y="11904"/>
                </a:lnTo>
                <a:lnTo>
                  <a:pt x="9183" y="13278"/>
                </a:lnTo>
                <a:lnTo>
                  <a:pt x="8912" y="14658"/>
                </a:lnTo>
                <a:lnTo>
                  <a:pt x="8640" y="16059"/>
                </a:lnTo>
                <a:lnTo>
                  <a:pt x="7655" y="16372"/>
                </a:lnTo>
                <a:lnTo>
                  <a:pt x="6710" y="16511"/>
                </a:lnTo>
                <a:lnTo>
                  <a:pt x="5784" y="16514"/>
                </a:lnTo>
                <a:lnTo>
                  <a:pt x="4854" y="16417"/>
                </a:lnTo>
                <a:lnTo>
                  <a:pt x="3894" y="16253"/>
                </a:lnTo>
                <a:lnTo>
                  <a:pt x="2880" y="16059"/>
                </a:lnTo>
                <a:lnTo>
                  <a:pt x="2880" y="17891"/>
                </a:lnTo>
                <a:lnTo>
                  <a:pt x="2880" y="19733"/>
                </a:lnTo>
                <a:lnTo>
                  <a:pt x="2880" y="21600"/>
                </a:lnTo>
                <a:lnTo>
                  <a:pt x="2167" y="20913"/>
                </a:lnTo>
                <a:lnTo>
                  <a:pt x="1450" y="20226"/>
                </a:lnTo>
                <a:lnTo>
                  <a:pt x="730" y="19531"/>
                </a:lnTo>
                <a:lnTo>
                  <a:pt x="0" y="18830"/>
                </a:lnTo>
                <a:lnTo>
                  <a:pt x="327" y="17184"/>
                </a:lnTo>
                <a:lnTo>
                  <a:pt x="585" y="16059"/>
                </a:lnTo>
                <a:lnTo>
                  <a:pt x="912" y="14935"/>
                </a:lnTo>
                <a:lnTo>
                  <a:pt x="1440" y="13289"/>
                </a:lnTo>
                <a:lnTo>
                  <a:pt x="2392" y="13289"/>
                </a:lnTo>
                <a:lnTo>
                  <a:pt x="3349" y="13289"/>
                </a:lnTo>
                <a:lnTo>
                  <a:pt x="4320" y="13289"/>
                </a:lnTo>
                <a:lnTo>
                  <a:pt x="4320" y="11458"/>
                </a:lnTo>
                <a:lnTo>
                  <a:pt x="4320" y="9616"/>
                </a:lnTo>
                <a:lnTo>
                  <a:pt x="4320" y="7749"/>
                </a:lnTo>
                <a:lnTo>
                  <a:pt x="5220" y="6820"/>
                </a:lnTo>
                <a:lnTo>
                  <a:pt x="6101" y="5973"/>
                </a:lnTo>
                <a:lnTo>
                  <a:pt x="6977" y="5189"/>
                </a:lnTo>
                <a:lnTo>
                  <a:pt x="7861" y="4452"/>
                </a:lnTo>
                <a:lnTo>
                  <a:pt x="8771" y="3751"/>
                </a:lnTo>
                <a:lnTo>
                  <a:pt x="9720" y="3072"/>
                </a:lnTo>
                <a:lnTo>
                  <a:pt x="10473" y="2479"/>
                </a:lnTo>
                <a:lnTo>
                  <a:pt x="11239" y="1878"/>
                </a:lnTo>
                <a:lnTo>
                  <a:pt x="12283" y="1188"/>
                </a:lnTo>
                <a:lnTo>
                  <a:pt x="13265" y="662"/>
                </a:lnTo>
                <a:lnTo>
                  <a:pt x="14197" y="294"/>
                </a:lnTo>
                <a:lnTo>
                  <a:pt x="15096" y="75"/>
                </a:lnTo>
                <a:lnTo>
                  <a:pt x="15972" y="0"/>
                </a:lnTo>
                <a:lnTo>
                  <a:pt x="16844" y="61"/>
                </a:lnTo>
                <a:lnTo>
                  <a:pt x="17724" y="255"/>
                </a:lnTo>
                <a:lnTo>
                  <a:pt x="18624" y="573"/>
                </a:lnTo>
                <a:lnTo>
                  <a:pt x="19561" y="1008"/>
                </a:lnTo>
                <a:lnTo>
                  <a:pt x="20549" y="1557"/>
                </a:lnTo>
                <a:lnTo>
                  <a:pt x="21600" y="2208"/>
                </a:lnTo>
                <a:close/>
              </a:path>
            </a:pathLst>
          </a:custGeom>
          <a:solidFill>
            <a:srgbClr val="DD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7" name="contour_08085"/>
          <p:cNvSpPr/>
          <p:nvPr/>
        </p:nvSpPr>
        <p:spPr>
          <a:xfrm>
            <a:off x="4441474" y="602716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462" y="21172"/>
                </a:lnTo>
                <a:lnTo>
                  <a:pt x="17320" y="20745"/>
                </a:lnTo>
                <a:lnTo>
                  <a:pt x="15179" y="20317"/>
                </a:lnTo>
                <a:lnTo>
                  <a:pt x="13034" y="19885"/>
                </a:lnTo>
                <a:lnTo>
                  <a:pt x="10880" y="19457"/>
                </a:lnTo>
                <a:lnTo>
                  <a:pt x="8723" y="19025"/>
                </a:lnTo>
                <a:lnTo>
                  <a:pt x="6557" y="18593"/>
                </a:lnTo>
                <a:lnTo>
                  <a:pt x="4382" y="18157"/>
                </a:lnTo>
                <a:lnTo>
                  <a:pt x="2197" y="17721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26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8" name="contour_08086"/>
          <p:cNvSpPr/>
          <p:nvPr/>
        </p:nvSpPr>
        <p:spPr>
          <a:xfrm>
            <a:off x="1868813" y="6023503"/>
            <a:ext cx="145760" cy="255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3102"/>
                </a:moveTo>
                <a:lnTo>
                  <a:pt x="19796" y="6154"/>
                </a:lnTo>
                <a:lnTo>
                  <a:pt x="20154" y="9212"/>
                </a:lnTo>
                <a:lnTo>
                  <a:pt x="20512" y="12283"/>
                </a:lnTo>
                <a:lnTo>
                  <a:pt x="20872" y="15366"/>
                </a:lnTo>
                <a:lnTo>
                  <a:pt x="21235" y="18468"/>
                </a:lnTo>
                <a:lnTo>
                  <a:pt x="21600" y="21600"/>
                </a:lnTo>
                <a:lnTo>
                  <a:pt x="20836" y="21600"/>
                </a:lnTo>
                <a:lnTo>
                  <a:pt x="20073" y="21600"/>
                </a:lnTo>
                <a:lnTo>
                  <a:pt x="19308" y="21600"/>
                </a:lnTo>
                <a:lnTo>
                  <a:pt x="18545" y="21600"/>
                </a:lnTo>
                <a:lnTo>
                  <a:pt x="17780" y="21600"/>
                </a:lnTo>
                <a:lnTo>
                  <a:pt x="17015" y="21600"/>
                </a:lnTo>
                <a:lnTo>
                  <a:pt x="16251" y="21600"/>
                </a:lnTo>
                <a:lnTo>
                  <a:pt x="15485" y="21600"/>
                </a:lnTo>
                <a:lnTo>
                  <a:pt x="14719" y="21600"/>
                </a:lnTo>
                <a:lnTo>
                  <a:pt x="13953" y="21600"/>
                </a:lnTo>
                <a:lnTo>
                  <a:pt x="13186" y="21600"/>
                </a:lnTo>
                <a:lnTo>
                  <a:pt x="12419" y="21600"/>
                </a:lnTo>
                <a:lnTo>
                  <a:pt x="11650" y="21600"/>
                </a:lnTo>
                <a:lnTo>
                  <a:pt x="10881" y="21600"/>
                </a:lnTo>
                <a:lnTo>
                  <a:pt x="10111" y="21600"/>
                </a:lnTo>
                <a:lnTo>
                  <a:pt x="9340" y="21600"/>
                </a:lnTo>
                <a:lnTo>
                  <a:pt x="8569" y="21600"/>
                </a:lnTo>
                <a:lnTo>
                  <a:pt x="7795" y="21600"/>
                </a:lnTo>
                <a:lnTo>
                  <a:pt x="7022" y="21600"/>
                </a:lnTo>
                <a:lnTo>
                  <a:pt x="6247" y="21600"/>
                </a:lnTo>
                <a:lnTo>
                  <a:pt x="5471" y="21600"/>
                </a:lnTo>
                <a:lnTo>
                  <a:pt x="4694" y="21600"/>
                </a:lnTo>
                <a:lnTo>
                  <a:pt x="3915" y="21600"/>
                </a:lnTo>
                <a:lnTo>
                  <a:pt x="3135" y="21600"/>
                </a:lnTo>
                <a:lnTo>
                  <a:pt x="2353" y="21600"/>
                </a:lnTo>
                <a:lnTo>
                  <a:pt x="1570" y="21600"/>
                </a:lnTo>
                <a:lnTo>
                  <a:pt x="786" y="21600"/>
                </a:lnTo>
                <a:lnTo>
                  <a:pt x="0" y="21600"/>
                </a:lnTo>
                <a:lnTo>
                  <a:pt x="0" y="18542"/>
                </a:lnTo>
                <a:lnTo>
                  <a:pt x="0" y="15434"/>
                </a:lnTo>
                <a:lnTo>
                  <a:pt x="582" y="14355"/>
                </a:lnTo>
                <a:lnTo>
                  <a:pt x="1020" y="13646"/>
                </a:lnTo>
                <a:lnTo>
                  <a:pt x="1530" y="13011"/>
                </a:lnTo>
                <a:lnTo>
                  <a:pt x="2333" y="12135"/>
                </a:lnTo>
                <a:lnTo>
                  <a:pt x="2709" y="11728"/>
                </a:lnTo>
                <a:lnTo>
                  <a:pt x="3842" y="10501"/>
                </a:lnTo>
                <a:lnTo>
                  <a:pt x="4379" y="9964"/>
                </a:lnTo>
                <a:lnTo>
                  <a:pt x="4919" y="9428"/>
                </a:lnTo>
                <a:lnTo>
                  <a:pt x="5467" y="8885"/>
                </a:lnTo>
                <a:lnTo>
                  <a:pt x="5708" y="8645"/>
                </a:lnTo>
                <a:lnTo>
                  <a:pt x="6133" y="8219"/>
                </a:lnTo>
                <a:lnTo>
                  <a:pt x="7104" y="7251"/>
                </a:lnTo>
                <a:lnTo>
                  <a:pt x="8655" y="5784"/>
                </a:lnTo>
                <a:lnTo>
                  <a:pt x="10027" y="4501"/>
                </a:lnTo>
                <a:lnTo>
                  <a:pt x="11235" y="3385"/>
                </a:lnTo>
                <a:lnTo>
                  <a:pt x="12296" y="2436"/>
                </a:lnTo>
                <a:lnTo>
                  <a:pt x="13224" y="1653"/>
                </a:lnTo>
                <a:lnTo>
                  <a:pt x="14032" y="1030"/>
                </a:lnTo>
                <a:lnTo>
                  <a:pt x="14738" y="555"/>
                </a:lnTo>
                <a:lnTo>
                  <a:pt x="15355" y="228"/>
                </a:lnTo>
                <a:lnTo>
                  <a:pt x="15901" y="43"/>
                </a:lnTo>
                <a:lnTo>
                  <a:pt x="16388" y="0"/>
                </a:lnTo>
                <a:lnTo>
                  <a:pt x="16832" y="86"/>
                </a:lnTo>
                <a:lnTo>
                  <a:pt x="17248" y="302"/>
                </a:lnTo>
                <a:lnTo>
                  <a:pt x="17652" y="635"/>
                </a:lnTo>
                <a:lnTo>
                  <a:pt x="18058" y="1091"/>
                </a:lnTo>
                <a:lnTo>
                  <a:pt x="18481" y="1653"/>
                </a:lnTo>
                <a:lnTo>
                  <a:pt x="18937" y="2325"/>
                </a:lnTo>
                <a:lnTo>
                  <a:pt x="19440" y="3102"/>
                </a:lnTo>
                <a:close/>
              </a:path>
            </a:pathLst>
          </a:custGeom>
          <a:solidFill>
            <a:srgbClr val="B7BBC0"/>
          </a:solidFill>
          <a:ln>
            <a:noFill/>
          </a:ln>
        </p:spPr>
        <p:txBody>
          <a:bodyPr/>
          <a:lstStyle/>
          <a:p/>
        </p:txBody>
      </p:sp>
      <p:sp>
        <p:nvSpPr>
          <p:cNvPr id="8089" name="contour_08087"/>
          <p:cNvSpPr/>
          <p:nvPr/>
        </p:nvSpPr>
        <p:spPr>
          <a:xfrm>
            <a:off x="7682524" y="5976153"/>
            <a:ext cx="4583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65" y="0"/>
                </a:moveTo>
                <a:lnTo>
                  <a:pt x="19158" y="1709"/>
                </a:lnTo>
                <a:lnTo>
                  <a:pt x="19982" y="3257"/>
                </a:lnTo>
                <a:lnTo>
                  <a:pt x="20638" y="4730"/>
                </a:lnTo>
                <a:lnTo>
                  <a:pt x="21126" y="6223"/>
                </a:lnTo>
                <a:lnTo>
                  <a:pt x="21449" y="7817"/>
                </a:lnTo>
                <a:lnTo>
                  <a:pt x="21600" y="9600"/>
                </a:lnTo>
                <a:lnTo>
                  <a:pt x="20405" y="11383"/>
                </a:lnTo>
                <a:lnTo>
                  <a:pt x="19488" y="12667"/>
                </a:lnTo>
                <a:lnTo>
                  <a:pt x="18650" y="13651"/>
                </a:lnTo>
                <a:lnTo>
                  <a:pt x="17705" y="14534"/>
                </a:lnTo>
                <a:lnTo>
                  <a:pt x="16462" y="15516"/>
                </a:lnTo>
                <a:lnTo>
                  <a:pt x="14731" y="16800"/>
                </a:lnTo>
                <a:lnTo>
                  <a:pt x="12461" y="16800"/>
                </a:lnTo>
                <a:lnTo>
                  <a:pt x="10177" y="16800"/>
                </a:lnTo>
                <a:lnTo>
                  <a:pt x="7862" y="16800"/>
                </a:lnTo>
                <a:lnTo>
                  <a:pt x="5581" y="18226"/>
                </a:lnTo>
                <a:lnTo>
                  <a:pt x="4104" y="19200"/>
                </a:lnTo>
                <a:lnTo>
                  <a:pt x="2789" y="20174"/>
                </a:lnTo>
                <a:lnTo>
                  <a:pt x="993" y="21600"/>
                </a:lnTo>
                <a:lnTo>
                  <a:pt x="574" y="18218"/>
                </a:lnTo>
                <a:lnTo>
                  <a:pt x="261" y="15485"/>
                </a:lnTo>
                <a:lnTo>
                  <a:pt x="65" y="13294"/>
                </a:lnTo>
                <a:lnTo>
                  <a:pt x="0" y="11544"/>
                </a:lnTo>
                <a:lnTo>
                  <a:pt x="79" y="10138"/>
                </a:lnTo>
                <a:lnTo>
                  <a:pt x="313" y="8966"/>
                </a:lnTo>
                <a:lnTo>
                  <a:pt x="714" y="7934"/>
                </a:lnTo>
                <a:lnTo>
                  <a:pt x="1295" y="6938"/>
                </a:lnTo>
                <a:lnTo>
                  <a:pt x="2068" y="5873"/>
                </a:lnTo>
                <a:lnTo>
                  <a:pt x="3046" y="4642"/>
                </a:lnTo>
                <a:lnTo>
                  <a:pt x="5111" y="3204"/>
                </a:lnTo>
                <a:lnTo>
                  <a:pt x="6982" y="2081"/>
                </a:lnTo>
                <a:lnTo>
                  <a:pt x="8792" y="1241"/>
                </a:lnTo>
                <a:lnTo>
                  <a:pt x="10678" y="646"/>
                </a:lnTo>
                <a:lnTo>
                  <a:pt x="12780" y="264"/>
                </a:lnTo>
                <a:lnTo>
                  <a:pt x="15229" y="60"/>
                </a:lnTo>
                <a:lnTo>
                  <a:pt x="18165" y="0"/>
                </a:lnTo>
                <a:close/>
              </a:path>
            </a:pathLst>
          </a:custGeom>
          <a:solidFill>
            <a:srgbClr val="CCC3E1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0" name="contour_08088"/>
          <p:cNvSpPr/>
          <p:nvPr/>
        </p:nvSpPr>
        <p:spPr>
          <a:xfrm>
            <a:off x="1672037" y="5939713"/>
            <a:ext cx="80168" cy="89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233" y="1149"/>
                </a:lnTo>
                <a:lnTo>
                  <a:pt x="20634" y="2000"/>
                </a:lnTo>
                <a:lnTo>
                  <a:pt x="20932" y="2806"/>
                </a:lnTo>
                <a:lnTo>
                  <a:pt x="21223" y="3820"/>
                </a:lnTo>
                <a:lnTo>
                  <a:pt x="21600" y="5301"/>
                </a:lnTo>
                <a:lnTo>
                  <a:pt x="20976" y="6483"/>
                </a:lnTo>
                <a:lnTo>
                  <a:pt x="20493" y="7354"/>
                </a:lnTo>
                <a:lnTo>
                  <a:pt x="20047" y="8072"/>
                </a:lnTo>
                <a:lnTo>
                  <a:pt x="19538" y="8787"/>
                </a:lnTo>
                <a:lnTo>
                  <a:pt x="18863" y="9653"/>
                </a:lnTo>
                <a:lnTo>
                  <a:pt x="17918" y="10823"/>
                </a:lnTo>
                <a:lnTo>
                  <a:pt x="17596" y="11231"/>
                </a:lnTo>
                <a:lnTo>
                  <a:pt x="17027" y="11950"/>
                </a:lnTo>
                <a:lnTo>
                  <a:pt x="15725" y="13597"/>
                </a:lnTo>
                <a:lnTo>
                  <a:pt x="14743" y="14737"/>
                </a:lnTo>
                <a:lnTo>
                  <a:pt x="14048" y="15518"/>
                </a:lnTo>
                <a:lnTo>
                  <a:pt x="13449" y="16136"/>
                </a:lnTo>
                <a:lnTo>
                  <a:pt x="12756" y="16790"/>
                </a:lnTo>
                <a:lnTo>
                  <a:pt x="11782" y="17670"/>
                </a:lnTo>
                <a:lnTo>
                  <a:pt x="12754" y="18253"/>
                </a:lnTo>
                <a:lnTo>
                  <a:pt x="13728" y="18838"/>
                </a:lnTo>
                <a:lnTo>
                  <a:pt x="14706" y="19423"/>
                </a:lnTo>
                <a:lnTo>
                  <a:pt x="15687" y="20013"/>
                </a:lnTo>
                <a:lnTo>
                  <a:pt x="16675" y="20607"/>
                </a:lnTo>
                <a:lnTo>
                  <a:pt x="17673" y="21204"/>
                </a:lnTo>
                <a:lnTo>
                  <a:pt x="16339" y="21337"/>
                </a:lnTo>
                <a:lnTo>
                  <a:pt x="15024" y="21446"/>
                </a:lnTo>
                <a:lnTo>
                  <a:pt x="13718" y="21531"/>
                </a:lnTo>
                <a:lnTo>
                  <a:pt x="12422" y="21584"/>
                </a:lnTo>
                <a:lnTo>
                  <a:pt x="11128" y="21600"/>
                </a:lnTo>
                <a:lnTo>
                  <a:pt x="9832" y="21575"/>
                </a:lnTo>
                <a:lnTo>
                  <a:pt x="8530" y="21505"/>
                </a:lnTo>
                <a:lnTo>
                  <a:pt x="7218" y="21383"/>
                </a:lnTo>
                <a:lnTo>
                  <a:pt x="5891" y="21204"/>
                </a:lnTo>
                <a:lnTo>
                  <a:pt x="4799" y="20322"/>
                </a:lnTo>
                <a:lnTo>
                  <a:pt x="3823" y="19407"/>
                </a:lnTo>
                <a:lnTo>
                  <a:pt x="2940" y="18455"/>
                </a:lnTo>
                <a:lnTo>
                  <a:pt x="2134" y="17456"/>
                </a:lnTo>
                <a:lnTo>
                  <a:pt x="1388" y="16407"/>
                </a:lnTo>
                <a:lnTo>
                  <a:pt x="683" y="15302"/>
                </a:lnTo>
                <a:lnTo>
                  <a:pt x="0" y="14136"/>
                </a:lnTo>
                <a:lnTo>
                  <a:pt x="895" y="14384"/>
                </a:lnTo>
                <a:lnTo>
                  <a:pt x="1803" y="14633"/>
                </a:lnTo>
                <a:lnTo>
                  <a:pt x="3299" y="14841"/>
                </a:lnTo>
                <a:lnTo>
                  <a:pt x="4622" y="14954"/>
                </a:lnTo>
                <a:lnTo>
                  <a:pt x="5856" y="14958"/>
                </a:lnTo>
                <a:lnTo>
                  <a:pt x="7077" y="14832"/>
                </a:lnTo>
                <a:lnTo>
                  <a:pt x="8371" y="14564"/>
                </a:lnTo>
                <a:lnTo>
                  <a:pt x="9818" y="14136"/>
                </a:lnTo>
                <a:lnTo>
                  <a:pt x="10696" y="13247"/>
                </a:lnTo>
                <a:lnTo>
                  <a:pt x="11532" y="12327"/>
                </a:lnTo>
                <a:lnTo>
                  <a:pt x="12334" y="11380"/>
                </a:lnTo>
                <a:lnTo>
                  <a:pt x="13101" y="10406"/>
                </a:lnTo>
                <a:lnTo>
                  <a:pt x="13838" y="9413"/>
                </a:lnTo>
                <a:lnTo>
                  <a:pt x="14547" y="8399"/>
                </a:lnTo>
                <a:lnTo>
                  <a:pt x="15234" y="7370"/>
                </a:lnTo>
                <a:lnTo>
                  <a:pt x="15898" y="6329"/>
                </a:lnTo>
                <a:lnTo>
                  <a:pt x="16546" y="5280"/>
                </a:lnTo>
                <a:lnTo>
                  <a:pt x="17180" y="4223"/>
                </a:lnTo>
                <a:lnTo>
                  <a:pt x="17802" y="3165"/>
                </a:lnTo>
                <a:lnTo>
                  <a:pt x="18417" y="2106"/>
                </a:lnTo>
                <a:lnTo>
                  <a:pt x="19028" y="1050"/>
                </a:lnTo>
                <a:lnTo>
                  <a:pt x="19636" y="0"/>
                </a:lnTo>
                <a:close/>
              </a:path>
            </a:pathLst>
          </a:custGeom>
          <a:solidFill>
            <a:srgbClr val="AF8E43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1" name="contour_08089"/>
          <p:cNvSpPr/>
          <p:nvPr/>
        </p:nvSpPr>
        <p:spPr>
          <a:xfrm>
            <a:off x="7910557" y="5932425"/>
            <a:ext cx="8153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53" y="0"/>
                </a:moveTo>
                <a:lnTo>
                  <a:pt x="10819" y="1099"/>
                </a:lnTo>
                <a:lnTo>
                  <a:pt x="11980" y="2209"/>
                </a:lnTo>
                <a:lnTo>
                  <a:pt x="13138" y="3329"/>
                </a:lnTo>
                <a:lnTo>
                  <a:pt x="14293" y="4459"/>
                </a:lnTo>
                <a:lnTo>
                  <a:pt x="15445" y="5591"/>
                </a:lnTo>
                <a:lnTo>
                  <a:pt x="16522" y="6631"/>
                </a:lnTo>
                <a:lnTo>
                  <a:pt x="17606" y="7677"/>
                </a:lnTo>
                <a:lnTo>
                  <a:pt x="18704" y="8739"/>
                </a:lnTo>
                <a:lnTo>
                  <a:pt x="19944" y="10538"/>
                </a:lnTo>
                <a:lnTo>
                  <a:pt x="20714" y="11886"/>
                </a:lnTo>
                <a:lnTo>
                  <a:pt x="21154" y="13204"/>
                </a:lnTo>
                <a:lnTo>
                  <a:pt x="21403" y="14901"/>
                </a:lnTo>
                <a:lnTo>
                  <a:pt x="21600" y="17394"/>
                </a:lnTo>
                <a:lnTo>
                  <a:pt x="21420" y="19480"/>
                </a:lnTo>
                <a:lnTo>
                  <a:pt x="21237" y="21600"/>
                </a:lnTo>
                <a:lnTo>
                  <a:pt x="19876" y="21295"/>
                </a:lnTo>
                <a:lnTo>
                  <a:pt x="18534" y="20937"/>
                </a:lnTo>
                <a:lnTo>
                  <a:pt x="17210" y="20526"/>
                </a:lnTo>
                <a:lnTo>
                  <a:pt x="15903" y="20066"/>
                </a:lnTo>
                <a:lnTo>
                  <a:pt x="14609" y="19554"/>
                </a:lnTo>
                <a:lnTo>
                  <a:pt x="13331" y="18989"/>
                </a:lnTo>
                <a:lnTo>
                  <a:pt x="12068" y="18372"/>
                </a:lnTo>
                <a:lnTo>
                  <a:pt x="10817" y="17700"/>
                </a:lnTo>
                <a:lnTo>
                  <a:pt x="9578" y="16978"/>
                </a:lnTo>
                <a:lnTo>
                  <a:pt x="8350" y="16203"/>
                </a:lnTo>
                <a:lnTo>
                  <a:pt x="7134" y="15373"/>
                </a:lnTo>
                <a:lnTo>
                  <a:pt x="5925" y="14487"/>
                </a:lnTo>
                <a:lnTo>
                  <a:pt x="4726" y="13552"/>
                </a:lnTo>
                <a:lnTo>
                  <a:pt x="3535" y="12559"/>
                </a:lnTo>
                <a:lnTo>
                  <a:pt x="2352" y="11513"/>
                </a:lnTo>
                <a:lnTo>
                  <a:pt x="1174" y="10414"/>
                </a:lnTo>
                <a:lnTo>
                  <a:pt x="0" y="9257"/>
                </a:lnTo>
                <a:lnTo>
                  <a:pt x="0" y="7727"/>
                </a:lnTo>
                <a:lnTo>
                  <a:pt x="0" y="6171"/>
                </a:lnTo>
                <a:lnTo>
                  <a:pt x="1365" y="6171"/>
                </a:lnTo>
                <a:lnTo>
                  <a:pt x="2732" y="6171"/>
                </a:lnTo>
                <a:lnTo>
                  <a:pt x="4103" y="6171"/>
                </a:lnTo>
                <a:lnTo>
                  <a:pt x="5479" y="6171"/>
                </a:lnTo>
                <a:lnTo>
                  <a:pt x="6861" y="6171"/>
                </a:lnTo>
                <a:lnTo>
                  <a:pt x="8252" y="6171"/>
                </a:lnTo>
                <a:lnTo>
                  <a:pt x="9653" y="6171"/>
                </a:lnTo>
                <a:lnTo>
                  <a:pt x="9653" y="4132"/>
                </a:lnTo>
                <a:lnTo>
                  <a:pt x="9653" y="2080"/>
                </a:lnTo>
                <a:lnTo>
                  <a:pt x="9653" y="0"/>
                </a:lnTo>
                <a:close/>
              </a:path>
            </a:pathLst>
          </a:custGeom>
          <a:solidFill>
            <a:srgbClr val="F1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2" name="contour_08090"/>
          <p:cNvSpPr/>
          <p:nvPr/>
        </p:nvSpPr>
        <p:spPr>
          <a:xfrm>
            <a:off x="957216" y="5852257"/>
            <a:ext cx="5890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92" y="0"/>
                </a:moveTo>
                <a:lnTo>
                  <a:pt x="3966" y="974"/>
                </a:lnTo>
                <a:lnTo>
                  <a:pt x="5024" y="1956"/>
                </a:lnTo>
                <a:lnTo>
                  <a:pt x="6059" y="2948"/>
                </a:lnTo>
                <a:lnTo>
                  <a:pt x="7064" y="3949"/>
                </a:lnTo>
                <a:lnTo>
                  <a:pt x="8026" y="4961"/>
                </a:lnTo>
                <a:lnTo>
                  <a:pt x="8943" y="5987"/>
                </a:lnTo>
                <a:lnTo>
                  <a:pt x="9803" y="7023"/>
                </a:lnTo>
                <a:lnTo>
                  <a:pt x="10600" y="8073"/>
                </a:lnTo>
                <a:lnTo>
                  <a:pt x="11324" y="9138"/>
                </a:lnTo>
                <a:lnTo>
                  <a:pt x="11968" y="10218"/>
                </a:lnTo>
                <a:lnTo>
                  <a:pt x="12527" y="11315"/>
                </a:lnTo>
                <a:lnTo>
                  <a:pt x="12986" y="12428"/>
                </a:lnTo>
                <a:lnTo>
                  <a:pt x="13344" y="13560"/>
                </a:lnTo>
                <a:lnTo>
                  <a:pt x="13593" y="14708"/>
                </a:lnTo>
                <a:lnTo>
                  <a:pt x="13718" y="15878"/>
                </a:lnTo>
                <a:lnTo>
                  <a:pt x="13718" y="17067"/>
                </a:lnTo>
                <a:lnTo>
                  <a:pt x="13582" y="18277"/>
                </a:lnTo>
                <a:lnTo>
                  <a:pt x="15170" y="18277"/>
                </a:lnTo>
                <a:lnTo>
                  <a:pt x="16763" y="18277"/>
                </a:lnTo>
                <a:lnTo>
                  <a:pt x="18361" y="18277"/>
                </a:lnTo>
                <a:lnTo>
                  <a:pt x="19972" y="18277"/>
                </a:lnTo>
                <a:lnTo>
                  <a:pt x="21600" y="18277"/>
                </a:lnTo>
                <a:lnTo>
                  <a:pt x="21600" y="19375"/>
                </a:lnTo>
                <a:lnTo>
                  <a:pt x="21600" y="20480"/>
                </a:lnTo>
                <a:lnTo>
                  <a:pt x="21600" y="21600"/>
                </a:lnTo>
                <a:lnTo>
                  <a:pt x="20053" y="21484"/>
                </a:lnTo>
                <a:lnTo>
                  <a:pt x="18508" y="21357"/>
                </a:lnTo>
                <a:lnTo>
                  <a:pt x="16963" y="21223"/>
                </a:lnTo>
                <a:lnTo>
                  <a:pt x="15421" y="21082"/>
                </a:lnTo>
                <a:lnTo>
                  <a:pt x="13694" y="20935"/>
                </a:lnTo>
                <a:lnTo>
                  <a:pt x="11944" y="20789"/>
                </a:lnTo>
                <a:lnTo>
                  <a:pt x="10049" y="20316"/>
                </a:lnTo>
                <a:lnTo>
                  <a:pt x="8298" y="19794"/>
                </a:lnTo>
                <a:lnTo>
                  <a:pt x="6684" y="19212"/>
                </a:lnTo>
                <a:lnTo>
                  <a:pt x="5190" y="18556"/>
                </a:lnTo>
                <a:lnTo>
                  <a:pt x="3808" y="17813"/>
                </a:lnTo>
                <a:lnTo>
                  <a:pt x="2528" y="16974"/>
                </a:lnTo>
                <a:lnTo>
                  <a:pt x="1336" y="16026"/>
                </a:lnTo>
                <a:lnTo>
                  <a:pt x="219" y="14954"/>
                </a:lnTo>
                <a:lnTo>
                  <a:pt x="45" y="13814"/>
                </a:lnTo>
                <a:lnTo>
                  <a:pt x="0" y="12696"/>
                </a:lnTo>
                <a:lnTo>
                  <a:pt x="67" y="11594"/>
                </a:lnTo>
                <a:lnTo>
                  <a:pt x="222" y="10499"/>
                </a:lnTo>
                <a:lnTo>
                  <a:pt x="452" y="9401"/>
                </a:lnTo>
                <a:lnTo>
                  <a:pt x="735" y="8293"/>
                </a:lnTo>
                <a:lnTo>
                  <a:pt x="1053" y="7165"/>
                </a:lnTo>
                <a:lnTo>
                  <a:pt x="1302" y="6126"/>
                </a:lnTo>
                <a:lnTo>
                  <a:pt x="1550" y="5073"/>
                </a:lnTo>
                <a:lnTo>
                  <a:pt x="1801" y="4056"/>
                </a:lnTo>
                <a:lnTo>
                  <a:pt x="2061" y="3041"/>
                </a:lnTo>
                <a:lnTo>
                  <a:pt x="2333" y="2027"/>
                </a:lnTo>
                <a:lnTo>
                  <a:pt x="2608" y="1014"/>
                </a:lnTo>
                <a:lnTo>
                  <a:pt x="2892" y="0"/>
                </a:lnTo>
                <a:close/>
              </a:path>
            </a:pathLst>
          </a:custGeom>
          <a:solidFill>
            <a:srgbClr val="41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3" name="contour_08091"/>
          <p:cNvSpPr/>
          <p:nvPr/>
        </p:nvSpPr>
        <p:spPr>
          <a:xfrm>
            <a:off x="899510" y="5859545"/>
            <a:ext cx="57597" cy="66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32" y="0"/>
                </a:moveTo>
                <a:lnTo>
                  <a:pt x="19941" y="1765"/>
                </a:lnTo>
                <a:lnTo>
                  <a:pt x="20611" y="3380"/>
                </a:lnTo>
                <a:lnTo>
                  <a:pt x="21127" y="4897"/>
                </a:lnTo>
                <a:lnTo>
                  <a:pt x="21463" y="6369"/>
                </a:lnTo>
                <a:lnTo>
                  <a:pt x="21600" y="7853"/>
                </a:lnTo>
                <a:lnTo>
                  <a:pt x="21515" y="9398"/>
                </a:lnTo>
                <a:lnTo>
                  <a:pt x="21193" y="11061"/>
                </a:lnTo>
                <a:lnTo>
                  <a:pt x="20605" y="12895"/>
                </a:lnTo>
                <a:lnTo>
                  <a:pt x="19755" y="14288"/>
                </a:lnTo>
                <a:lnTo>
                  <a:pt x="18905" y="15600"/>
                </a:lnTo>
                <a:lnTo>
                  <a:pt x="18028" y="16846"/>
                </a:lnTo>
                <a:lnTo>
                  <a:pt x="17093" y="18037"/>
                </a:lnTo>
                <a:lnTo>
                  <a:pt x="16074" y="19190"/>
                </a:lnTo>
                <a:lnTo>
                  <a:pt x="14939" y="20319"/>
                </a:lnTo>
                <a:lnTo>
                  <a:pt x="13666" y="21436"/>
                </a:lnTo>
                <a:lnTo>
                  <a:pt x="11610" y="21600"/>
                </a:lnTo>
                <a:lnTo>
                  <a:pt x="9727" y="21519"/>
                </a:lnTo>
                <a:lnTo>
                  <a:pt x="7953" y="21209"/>
                </a:lnTo>
                <a:lnTo>
                  <a:pt x="6237" y="20685"/>
                </a:lnTo>
                <a:lnTo>
                  <a:pt x="4515" y="19961"/>
                </a:lnTo>
                <a:lnTo>
                  <a:pt x="2733" y="19054"/>
                </a:lnTo>
                <a:lnTo>
                  <a:pt x="1536" y="17556"/>
                </a:lnTo>
                <a:lnTo>
                  <a:pt x="853" y="16560"/>
                </a:lnTo>
                <a:lnTo>
                  <a:pt x="426" y="15622"/>
                </a:lnTo>
                <a:lnTo>
                  <a:pt x="0" y="14290"/>
                </a:lnTo>
                <a:lnTo>
                  <a:pt x="1804" y="14290"/>
                </a:lnTo>
                <a:lnTo>
                  <a:pt x="3610" y="14290"/>
                </a:lnTo>
                <a:lnTo>
                  <a:pt x="5425" y="14290"/>
                </a:lnTo>
                <a:lnTo>
                  <a:pt x="7248" y="14290"/>
                </a:lnTo>
                <a:lnTo>
                  <a:pt x="9082" y="14290"/>
                </a:lnTo>
                <a:lnTo>
                  <a:pt x="10933" y="14290"/>
                </a:lnTo>
                <a:lnTo>
                  <a:pt x="10933" y="12718"/>
                </a:lnTo>
                <a:lnTo>
                  <a:pt x="10933" y="11144"/>
                </a:lnTo>
                <a:lnTo>
                  <a:pt x="10933" y="9563"/>
                </a:lnTo>
                <a:lnTo>
                  <a:pt x="10933" y="7974"/>
                </a:lnTo>
                <a:lnTo>
                  <a:pt x="10933" y="6376"/>
                </a:lnTo>
                <a:lnTo>
                  <a:pt x="10933" y="4763"/>
                </a:lnTo>
                <a:lnTo>
                  <a:pt x="12556" y="4763"/>
                </a:lnTo>
                <a:lnTo>
                  <a:pt x="14185" y="4763"/>
                </a:lnTo>
                <a:lnTo>
                  <a:pt x="15819" y="4763"/>
                </a:lnTo>
                <a:lnTo>
                  <a:pt x="17467" y="4763"/>
                </a:lnTo>
                <a:lnTo>
                  <a:pt x="19132" y="4763"/>
                </a:lnTo>
                <a:lnTo>
                  <a:pt x="19132" y="3189"/>
                </a:lnTo>
                <a:lnTo>
                  <a:pt x="19132" y="1605"/>
                </a:lnTo>
                <a:lnTo>
                  <a:pt x="19132" y="0"/>
                </a:lnTo>
                <a:close/>
              </a:path>
            </a:pathLst>
          </a:custGeom>
          <a:solidFill>
            <a:srgbClr val="8E9195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4" name="contour_08092"/>
          <p:cNvSpPr/>
          <p:nvPr/>
        </p:nvSpPr>
        <p:spPr>
          <a:xfrm>
            <a:off x="2371684" y="5844969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767" y="451"/>
                </a:lnTo>
                <a:lnTo>
                  <a:pt x="4908" y="802"/>
                </a:lnTo>
                <a:lnTo>
                  <a:pt x="5892" y="1166"/>
                </a:lnTo>
                <a:lnTo>
                  <a:pt x="7033" y="1661"/>
                </a:lnTo>
                <a:lnTo>
                  <a:pt x="8640" y="2400"/>
                </a:lnTo>
                <a:lnTo>
                  <a:pt x="8640" y="3986"/>
                </a:lnTo>
                <a:lnTo>
                  <a:pt x="8640" y="5582"/>
                </a:lnTo>
                <a:lnTo>
                  <a:pt x="8640" y="7200"/>
                </a:lnTo>
                <a:lnTo>
                  <a:pt x="10009" y="7997"/>
                </a:lnTo>
                <a:lnTo>
                  <a:pt x="11014" y="8513"/>
                </a:lnTo>
                <a:lnTo>
                  <a:pt x="12148" y="8971"/>
                </a:lnTo>
                <a:lnTo>
                  <a:pt x="13906" y="9600"/>
                </a:lnTo>
                <a:lnTo>
                  <a:pt x="16090" y="10385"/>
                </a:lnTo>
                <a:lnTo>
                  <a:pt x="17610" y="10997"/>
                </a:lnTo>
                <a:lnTo>
                  <a:pt x="18665" y="11570"/>
                </a:lnTo>
                <a:lnTo>
                  <a:pt x="19446" y="12238"/>
                </a:lnTo>
                <a:lnTo>
                  <a:pt x="20159" y="13130"/>
                </a:lnTo>
                <a:lnTo>
                  <a:pt x="20993" y="14381"/>
                </a:lnTo>
                <a:lnTo>
                  <a:pt x="21293" y="15581"/>
                </a:lnTo>
                <a:lnTo>
                  <a:pt x="21600" y="16800"/>
                </a:lnTo>
                <a:lnTo>
                  <a:pt x="20393" y="18394"/>
                </a:lnTo>
                <a:lnTo>
                  <a:pt x="19539" y="19426"/>
                </a:lnTo>
                <a:lnTo>
                  <a:pt x="18639" y="20345"/>
                </a:lnTo>
                <a:lnTo>
                  <a:pt x="17280" y="21600"/>
                </a:lnTo>
                <a:lnTo>
                  <a:pt x="16433" y="20510"/>
                </a:lnTo>
                <a:lnTo>
                  <a:pt x="15578" y="19411"/>
                </a:lnTo>
                <a:lnTo>
                  <a:pt x="14714" y="18300"/>
                </a:lnTo>
                <a:lnTo>
                  <a:pt x="13552" y="17081"/>
                </a:lnTo>
                <a:lnTo>
                  <a:pt x="12353" y="15986"/>
                </a:lnTo>
                <a:lnTo>
                  <a:pt x="11120" y="15005"/>
                </a:lnTo>
                <a:lnTo>
                  <a:pt x="9847" y="14124"/>
                </a:lnTo>
                <a:lnTo>
                  <a:pt x="8541" y="13327"/>
                </a:lnTo>
                <a:lnTo>
                  <a:pt x="7199" y="12605"/>
                </a:lnTo>
                <a:lnTo>
                  <a:pt x="5826" y="11940"/>
                </a:lnTo>
                <a:lnTo>
                  <a:pt x="4417" y="11321"/>
                </a:lnTo>
                <a:lnTo>
                  <a:pt x="2976" y="10733"/>
                </a:lnTo>
                <a:lnTo>
                  <a:pt x="1503" y="10164"/>
                </a:lnTo>
                <a:lnTo>
                  <a:pt x="0" y="9600"/>
                </a:lnTo>
                <a:lnTo>
                  <a:pt x="356" y="8016"/>
                </a:lnTo>
                <a:lnTo>
                  <a:pt x="713" y="6430"/>
                </a:lnTo>
                <a:lnTo>
                  <a:pt x="1071" y="4836"/>
                </a:lnTo>
                <a:lnTo>
                  <a:pt x="1432" y="3235"/>
                </a:lnTo>
                <a:lnTo>
                  <a:pt x="1795" y="1625"/>
                </a:lnTo>
                <a:lnTo>
                  <a:pt x="2160" y="0"/>
                </a:lnTo>
                <a:close/>
              </a:path>
            </a:pathLst>
          </a:custGeom>
          <a:solidFill>
            <a:srgbClr val="C9CFD7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5" name="contour_08093"/>
          <p:cNvSpPr/>
          <p:nvPr/>
        </p:nvSpPr>
        <p:spPr>
          <a:xfrm>
            <a:off x="10403007" y="5785536"/>
            <a:ext cx="58348" cy="46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6" y="522"/>
                </a:moveTo>
                <a:lnTo>
                  <a:pt x="14593" y="2522"/>
                </a:lnTo>
                <a:lnTo>
                  <a:pt x="15235" y="3888"/>
                </a:lnTo>
                <a:lnTo>
                  <a:pt x="15689" y="5255"/>
                </a:lnTo>
                <a:lnTo>
                  <a:pt x="16204" y="7255"/>
                </a:lnTo>
                <a:lnTo>
                  <a:pt x="17540" y="6420"/>
                </a:lnTo>
                <a:lnTo>
                  <a:pt x="18883" y="5585"/>
                </a:lnTo>
                <a:lnTo>
                  <a:pt x="20232" y="4740"/>
                </a:lnTo>
                <a:lnTo>
                  <a:pt x="21600" y="3888"/>
                </a:lnTo>
                <a:lnTo>
                  <a:pt x="21600" y="5888"/>
                </a:lnTo>
                <a:lnTo>
                  <a:pt x="21600" y="7895"/>
                </a:lnTo>
                <a:lnTo>
                  <a:pt x="21600" y="9908"/>
                </a:lnTo>
                <a:lnTo>
                  <a:pt x="21600" y="11938"/>
                </a:lnTo>
                <a:lnTo>
                  <a:pt x="21600" y="13988"/>
                </a:lnTo>
                <a:lnTo>
                  <a:pt x="19997" y="13988"/>
                </a:lnTo>
                <a:lnTo>
                  <a:pt x="18389" y="13988"/>
                </a:lnTo>
                <a:lnTo>
                  <a:pt x="16776" y="13988"/>
                </a:lnTo>
                <a:lnTo>
                  <a:pt x="15149" y="13988"/>
                </a:lnTo>
                <a:lnTo>
                  <a:pt x="13506" y="13988"/>
                </a:lnTo>
                <a:lnTo>
                  <a:pt x="13506" y="16213"/>
                </a:lnTo>
                <a:lnTo>
                  <a:pt x="13506" y="18452"/>
                </a:lnTo>
                <a:lnTo>
                  <a:pt x="13506" y="20721"/>
                </a:lnTo>
                <a:lnTo>
                  <a:pt x="10425" y="21209"/>
                </a:lnTo>
                <a:lnTo>
                  <a:pt x="8256" y="21502"/>
                </a:lnTo>
                <a:lnTo>
                  <a:pt x="6699" y="21600"/>
                </a:lnTo>
                <a:lnTo>
                  <a:pt x="5458" y="21502"/>
                </a:lnTo>
                <a:lnTo>
                  <a:pt x="4228" y="21209"/>
                </a:lnTo>
                <a:lnTo>
                  <a:pt x="2714" y="20721"/>
                </a:lnTo>
                <a:lnTo>
                  <a:pt x="1692" y="18590"/>
                </a:lnTo>
                <a:lnTo>
                  <a:pt x="939" y="16466"/>
                </a:lnTo>
                <a:lnTo>
                  <a:pt x="429" y="14308"/>
                </a:lnTo>
                <a:lnTo>
                  <a:pt x="127" y="12079"/>
                </a:lnTo>
                <a:lnTo>
                  <a:pt x="0" y="9740"/>
                </a:lnTo>
                <a:lnTo>
                  <a:pt x="16" y="7255"/>
                </a:lnTo>
                <a:lnTo>
                  <a:pt x="1309" y="4885"/>
                </a:lnTo>
                <a:lnTo>
                  <a:pt x="2663" y="3037"/>
                </a:lnTo>
                <a:lnTo>
                  <a:pt x="4101" y="1663"/>
                </a:lnTo>
                <a:lnTo>
                  <a:pt x="5652" y="727"/>
                </a:lnTo>
                <a:lnTo>
                  <a:pt x="7341" y="189"/>
                </a:lnTo>
                <a:lnTo>
                  <a:pt x="9197" y="0"/>
                </a:lnTo>
                <a:lnTo>
                  <a:pt x="11242" y="128"/>
                </a:lnTo>
                <a:lnTo>
                  <a:pt x="13506" y="522"/>
                </a:lnTo>
                <a:close/>
              </a:path>
            </a:pathLst>
          </a:custGeom>
          <a:solidFill>
            <a:srgbClr val="A6A8A9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6" name="contour_08094"/>
          <p:cNvSpPr/>
          <p:nvPr/>
        </p:nvSpPr>
        <p:spPr>
          <a:xfrm>
            <a:off x="5614133" y="5764087"/>
            <a:ext cx="37147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72" y="0"/>
                </a:moveTo>
                <a:lnTo>
                  <a:pt x="11336" y="61"/>
                </a:lnTo>
                <a:lnTo>
                  <a:pt x="13900" y="122"/>
                </a:lnTo>
                <a:lnTo>
                  <a:pt x="16468" y="180"/>
                </a:lnTo>
                <a:lnTo>
                  <a:pt x="19032" y="240"/>
                </a:lnTo>
                <a:lnTo>
                  <a:pt x="21600" y="298"/>
                </a:lnTo>
                <a:lnTo>
                  <a:pt x="21180" y="2407"/>
                </a:lnTo>
                <a:lnTo>
                  <a:pt x="20761" y="4519"/>
                </a:lnTo>
                <a:lnTo>
                  <a:pt x="20337" y="6631"/>
                </a:lnTo>
                <a:lnTo>
                  <a:pt x="19918" y="8749"/>
                </a:lnTo>
                <a:lnTo>
                  <a:pt x="19494" y="10870"/>
                </a:lnTo>
                <a:lnTo>
                  <a:pt x="19070" y="12997"/>
                </a:lnTo>
                <a:lnTo>
                  <a:pt x="18646" y="15133"/>
                </a:lnTo>
                <a:lnTo>
                  <a:pt x="18222" y="17279"/>
                </a:lnTo>
                <a:lnTo>
                  <a:pt x="17790" y="19433"/>
                </a:lnTo>
                <a:lnTo>
                  <a:pt x="17362" y="21600"/>
                </a:lnTo>
                <a:lnTo>
                  <a:pt x="14561" y="21600"/>
                </a:lnTo>
                <a:lnTo>
                  <a:pt x="11760" y="21600"/>
                </a:lnTo>
                <a:lnTo>
                  <a:pt x="8950" y="21600"/>
                </a:lnTo>
                <a:lnTo>
                  <a:pt x="6124" y="21600"/>
                </a:lnTo>
                <a:lnTo>
                  <a:pt x="3280" y="21600"/>
                </a:lnTo>
                <a:lnTo>
                  <a:pt x="411" y="21600"/>
                </a:lnTo>
                <a:lnTo>
                  <a:pt x="343" y="19814"/>
                </a:lnTo>
                <a:lnTo>
                  <a:pt x="288" y="18024"/>
                </a:lnTo>
                <a:lnTo>
                  <a:pt x="237" y="16235"/>
                </a:lnTo>
                <a:lnTo>
                  <a:pt x="191" y="14449"/>
                </a:lnTo>
                <a:lnTo>
                  <a:pt x="148" y="12659"/>
                </a:lnTo>
                <a:lnTo>
                  <a:pt x="97" y="11001"/>
                </a:lnTo>
                <a:lnTo>
                  <a:pt x="47" y="9327"/>
                </a:lnTo>
                <a:lnTo>
                  <a:pt x="0" y="7632"/>
                </a:lnTo>
                <a:lnTo>
                  <a:pt x="394" y="4991"/>
                </a:lnTo>
                <a:lnTo>
                  <a:pt x="1199" y="2961"/>
                </a:lnTo>
                <a:lnTo>
                  <a:pt x="2683" y="1491"/>
                </a:lnTo>
                <a:lnTo>
                  <a:pt x="5115" y="520"/>
                </a:lnTo>
                <a:lnTo>
                  <a:pt x="8772" y="0"/>
                </a:lnTo>
                <a:close/>
              </a:path>
            </a:pathLst>
          </a:custGeom>
          <a:solidFill>
            <a:srgbClr val="4D4942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7" name="contour_08095"/>
          <p:cNvSpPr/>
          <p:nvPr/>
        </p:nvSpPr>
        <p:spPr>
          <a:xfrm>
            <a:off x="8121909" y="5764801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90" y="0"/>
                </a:lnTo>
                <a:lnTo>
                  <a:pt x="20387" y="0"/>
                </a:lnTo>
                <a:lnTo>
                  <a:pt x="21600" y="0"/>
                </a:lnTo>
                <a:lnTo>
                  <a:pt x="21181" y="1310"/>
                </a:lnTo>
                <a:lnTo>
                  <a:pt x="20759" y="2619"/>
                </a:lnTo>
                <a:lnTo>
                  <a:pt x="20336" y="3926"/>
                </a:lnTo>
                <a:lnTo>
                  <a:pt x="19912" y="5233"/>
                </a:lnTo>
                <a:lnTo>
                  <a:pt x="19440" y="6691"/>
                </a:lnTo>
                <a:lnTo>
                  <a:pt x="18963" y="8173"/>
                </a:lnTo>
                <a:lnTo>
                  <a:pt x="18378" y="9734"/>
                </a:lnTo>
                <a:lnTo>
                  <a:pt x="17896" y="10808"/>
                </a:lnTo>
                <a:lnTo>
                  <a:pt x="17255" y="11899"/>
                </a:lnTo>
                <a:lnTo>
                  <a:pt x="16200" y="13500"/>
                </a:lnTo>
                <a:lnTo>
                  <a:pt x="14949" y="13360"/>
                </a:lnTo>
                <a:lnTo>
                  <a:pt x="14008" y="13238"/>
                </a:lnTo>
                <a:lnTo>
                  <a:pt x="13199" y="13109"/>
                </a:lnTo>
                <a:lnTo>
                  <a:pt x="12346" y="12933"/>
                </a:lnTo>
                <a:lnTo>
                  <a:pt x="11268" y="12679"/>
                </a:lnTo>
                <a:lnTo>
                  <a:pt x="9788" y="12317"/>
                </a:lnTo>
                <a:lnTo>
                  <a:pt x="8633" y="12045"/>
                </a:lnTo>
                <a:lnTo>
                  <a:pt x="7470" y="11767"/>
                </a:lnTo>
                <a:lnTo>
                  <a:pt x="6293" y="11486"/>
                </a:lnTo>
                <a:lnTo>
                  <a:pt x="5897" y="11386"/>
                </a:lnTo>
                <a:lnTo>
                  <a:pt x="5198" y="11208"/>
                </a:lnTo>
                <a:lnTo>
                  <a:pt x="3600" y="10800"/>
                </a:lnTo>
                <a:lnTo>
                  <a:pt x="3897" y="12582"/>
                </a:lnTo>
                <a:lnTo>
                  <a:pt x="4194" y="14367"/>
                </a:lnTo>
                <a:lnTo>
                  <a:pt x="4493" y="16160"/>
                </a:lnTo>
                <a:lnTo>
                  <a:pt x="4793" y="17960"/>
                </a:lnTo>
                <a:lnTo>
                  <a:pt x="5096" y="19772"/>
                </a:lnTo>
                <a:lnTo>
                  <a:pt x="5400" y="21600"/>
                </a:lnTo>
                <a:lnTo>
                  <a:pt x="4210" y="21600"/>
                </a:lnTo>
                <a:lnTo>
                  <a:pt x="3013" y="21600"/>
                </a:lnTo>
                <a:lnTo>
                  <a:pt x="1800" y="21600"/>
                </a:lnTo>
                <a:lnTo>
                  <a:pt x="1363" y="19834"/>
                </a:lnTo>
                <a:lnTo>
                  <a:pt x="1100" y="18541"/>
                </a:lnTo>
                <a:lnTo>
                  <a:pt x="905" y="17091"/>
                </a:lnTo>
                <a:lnTo>
                  <a:pt x="675" y="14850"/>
                </a:lnTo>
                <a:lnTo>
                  <a:pt x="472" y="12965"/>
                </a:lnTo>
                <a:lnTo>
                  <a:pt x="266" y="11054"/>
                </a:lnTo>
                <a:lnTo>
                  <a:pt x="133" y="9588"/>
                </a:lnTo>
                <a:lnTo>
                  <a:pt x="0" y="8100"/>
                </a:lnTo>
                <a:lnTo>
                  <a:pt x="999" y="7968"/>
                </a:lnTo>
                <a:lnTo>
                  <a:pt x="2005" y="7835"/>
                </a:lnTo>
                <a:lnTo>
                  <a:pt x="3024" y="7700"/>
                </a:lnTo>
                <a:lnTo>
                  <a:pt x="4012" y="7549"/>
                </a:lnTo>
                <a:lnTo>
                  <a:pt x="4999" y="7395"/>
                </a:lnTo>
                <a:lnTo>
                  <a:pt x="5987" y="7241"/>
                </a:lnTo>
                <a:lnTo>
                  <a:pt x="6975" y="7088"/>
                </a:lnTo>
                <a:lnTo>
                  <a:pt x="7963" y="6961"/>
                </a:lnTo>
                <a:lnTo>
                  <a:pt x="8964" y="6834"/>
                </a:lnTo>
                <a:lnTo>
                  <a:pt x="10481" y="6531"/>
                </a:lnTo>
                <a:lnTo>
                  <a:pt x="11803" y="6140"/>
                </a:lnTo>
                <a:lnTo>
                  <a:pt x="12971" y="5621"/>
                </a:lnTo>
                <a:lnTo>
                  <a:pt x="14029" y="4946"/>
                </a:lnTo>
                <a:lnTo>
                  <a:pt x="15019" y="4080"/>
                </a:lnTo>
                <a:lnTo>
                  <a:pt x="15984" y="2986"/>
                </a:lnTo>
                <a:lnTo>
                  <a:pt x="16963" y="1639"/>
                </a:lnTo>
                <a:lnTo>
                  <a:pt x="18000" y="0"/>
                </a:lnTo>
                <a:close/>
              </a:path>
            </a:pathLst>
          </a:custGeom>
          <a:solidFill>
            <a:srgbClr val="8E908F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8" name="contour_08096"/>
          <p:cNvSpPr/>
          <p:nvPr/>
        </p:nvSpPr>
        <p:spPr>
          <a:xfrm>
            <a:off x="7429550" y="5750225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8" y="0"/>
                </a:lnTo>
                <a:lnTo>
                  <a:pt x="15824" y="0"/>
                </a:lnTo>
                <a:lnTo>
                  <a:pt x="17280" y="0"/>
                </a:lnTo>
                <a:lnTo>
                  <a:pt x="17241" y="815"/>
                </a:lnTo>
                <a:lnTo>
                  <a:pt x="17129" y="3268"/>
                </a:lnTo>
                <a:lnTo>
                  <a:pt x="17070" y="5378"/>
                </a:lnTo>
                <a:lnTo>
                  <a:pt x="17010" y="7523"/>
                </a:lnTo>
                <a:lnTo>
                  <a:pt x="16971" y="8575"/>
                </a:lnTo>
                <a:lnTo>
                  <a:pt x="16859" y="11753"/>
                </a:lnTo>
                <a:lnTo>
                  <a:pt x="17068" y="13577"/>
                </a:lnTo>
                <a:lnTo>
                  <a:pt x="17280" y="15429"/>
                </a:lnTo>
                <a:lnTo>
                  <a:pt x="18572" y="16623"/>
                </a:lnTo>
                <a:lnTo>
                  <a:pt x="19453" y="17342"/>
                </a:lnTo>
                <a:lnTo>
                  <a:pt x="20328" y="17876"/>
                </a:lnTo>
                <a:lnTo>
                  <a:pt x="21600" y="18514"/>
                </a:lnTo>
                <a:lnTo>
                  <a:pt x="20174" y="19023"/>
                </a:lnTo>
                <a:lnTo>
                  <a:pt x="18747" y="19533"/>
                </a:lnTo>
                <a:lnTo>
                  <a:pt x="17312" y="20045"/>
                </a:lnTo>
                <a:lnTo>
                  <a:pt x="15872" y="20560"/>
                </a:lnTo>
                <a:lnTo>
                  <a:pt x="14422" y="21079"/>
                </a:lnTo>
                <a:lnTo>
                  <a:pt x="12960" y="21600"/>
                </a:lnTo>
                <a:lnTo>
                  <a:pt x="12960" y="19560"/>
                </a:lnTo>
                <a:lnTo>
                  <a:pt x="12960" y="17508"/>
                </a:lnTo>
                <a:lnTo>
                  <a:pt x="12960" y="15429"/>
                </a:lnTo>
                <a:lnTo>
                  <a:pt x="12308" y="15274"/>
                </a:lnTo>
                <a:lnTo>
                  <a:pt x="11709" y="15129"/>
                </a:lnTo>
                <a:lnTo>
                  <a:pt x="11055" y="14975"/>
                </a:lnTo>
                <a:lnTo>
                  <a:pt x="10238" y="14781"/>
                </a:lnTo>
                <a:lnTo>
                  <a:pt x="9154" y="14521"/>
                </a:lnTo>
                <a:lnTo>
                  <a:pt x="7694" y="14176"/>
                </a:lnTo>
                <a:lnTo>
                  <a:pt x="5754" y="13713"/>
                </a:lnTo>
                <a:lnTo>
                  <a:pt x="3225" y="13111"/>
                </a:lnTo>
                <a:lnTo>
                  <a:pt x="0" y="12343"/>
                </a:lnTo>
                <a:lnTo>
                  <a:pt x="0" y="10303"/>
                </a:lnTo>
                <a:lnTo>
                  <a:pt x="0" y="8251"/>
                </a:lnTo>
                <a:lnTo>
                  <a:pt x="0" y="6171"/>
                </a:lnTo>
                <a:lnTo>
                  <a:pt x="1426" y="6171"/>
                </a:lnTo>
                <a:lnTo>
                  <a:pt x="2853" y="6171"/>
                </a:lnTo>
                <a:lnTo>
                  <a:pt x="4281" y="6171"/>
                </a:lnTo>
                <a:lnTo>
                  <a:pt x="5713" y="6171"/>
                </a:lnTo>
                <a:lnTo>
                  <a:pt x="7150" y="6171"/>
                </a:lnTo>
                <a:lnTo>
                  <a:pt x="8592" y="6171"/>
                </a:lnTo>
                <a:lnTo>
                  <a:pt x="10040" y="6171"/>
                </a:lnTo>
                <a:lnTo>
                  <a:pt x="11496" y="6171"/>
                </a:lnTo>
                <a:lnTo>
                  <a:pt x="12960" y="6171"/>
                </a:lnTo>
                <a:lnTo>
                  <a:pt x="12960" y="4132"/>
                </a:lnTo>
                <a:lnTo>
                  <a:pt x="12960" y="2080"/>
                </a:lnTo>
                <a:lnTo>
                  <a:pt x="12960" y="0"/>
                </a:lnTo>
                <a:close/>
              </a:path>
            </a:pathLst>
          </a:custGeom>
          <a:solidFill>
            <a:srgbClr val="474644"/>
          </a:solidFill>
          <a:ln>
            <a:noFill/>
          </a:ln>
        </p:spPr>
        <p:txBody>
          <a:bodyPr/>
          <a:lstStyle/>
          <a:p/>
        </p:txBody>
      </p:sp>
      <p:sp>
        <p:nvSpPr>
          <p:cNvPr id="8099" name="contour_08097"/>
          <p:cNvSpPr/>
          <p:nvPr/>
        </p:nvSpPr>
        <p:spPr>
          <a:xfrm>
            <a:off x="8353813" y="5757513"/>
            <a:ext cx="66904" cy="439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4" y="0"/>
                </a:moveTo>
                <a:lnTo>
                  <a:pt x="1979" y="0"/>
                </a:lnTo>
                <a:lnTo>
                  <a:pt x="3544" y="0"/>
                </a:lnTo>
                <a:lnTo>
                  <a:pt x="5129" y="0"/>
                </a:lnTo>
                <a:lnTo>
                  <a:pt x="5129" y="2370"/>
                </a:lnTo>
                <a:lnTo>
                  <a:pt x="5129" y="4755"/>
                </a:lnTo>
                <a:lnTo>
                  <a:pt x="5129" y="7171"/>
                </a:lnTo>
                <a:lnTo>
                  <a:pt x="6760" y="7171"/>
                </a:lnTo>
                <a:lnTo>
                  <a:pt x="8393" y="7171"/>
                </a:lnTo>
                <a:lnTo>
                  <a:pt x="10026" y="7171"/>
                </a:lnTo>
                <a:lnTo>
                  <a:pt x="11661" y="7171"/>
                </a:lnTo>
                <a:lnTo>
                  <a:pt x="13304" y="7171"/>
                </a:lnTo>
                <a:lnTo>
                  <a:pt x="14948" y="7171"/>
                </a:lnTo>
                <a:lnTo>
                  <a:pt x="16600" y="7171"/>
                </a:lnTo>
                <a:lnTo>
                  <a:pt x="18259" y="7171"/>
                </a:lnTo>
                <a:lnTo>
                  <a:pt x="19925" y="7171"/>
                </a:lnTo>
                <a:lnTo>
                  <a:pt x="21600" y="7171"/>
                </a:lnTo>
                <a:lnTo>
                  <a:pt x="21600" y="9301"/>
                </a:lnTo>
                <a:lnTo>
                  <a:pt x="21600" y="11438"/>
                </a:lnTo>
                <a:lnTo>
                  <a:pt x="21600" y="13582"/>
                </a:lnTo>
                <a:lnTo>
                  <a:pt x="21600" y="15745"/>
                </a:lnTo>
                <a:lnTo>
                  <a:pt x="21600" y="17928"/>
                </a:lnTo>
                <a:lnTo>
                  <a:pt x="20226" y="19126"/>
                </a:lnTo>
                <a:lnTo>
                  <a:pt x="18828" y="20047"/>
                </a:lnTo>
                <a:lnTo>
                  <a:pt x="17405" y="20725"/>
                </a:lnTo>
                <a:lnTo>
                  <a:pt x="15955" y="21188"/>
                </a:lnTo>
                <a:lnTo>
                  <a:pt x="14473" y="21467"/>
                </a:lnTo>
                <a:lnTo>
                  <a:pt x="12960" y="21596"/>
                </a:lnTo>
                <a:lnTo>
                  <a:pt x="11416" y="21600"/>
                </a:lnTo>
                <a:lnTo>
                  <a:pt x="9835" y="21514"/>
                </a:lnTo>
                <a:lnTo>
                  <a:pt x="8209" y="20399"/>
                </a:lnTo>
                <a:lnTo>
                  <a:pt x="6708" y="19183"/>
                </a:lnTo>
                <a:lnTo>
                  <a:pt x="5311" y="17842"/>
                </a:lnTo>
                <a:lnTo>
                  <a:pt x="4000" y="16351"/>
                </a:lnTo>
                <a:lnTo>
                  <a:pt x="2760" y="14687"/>
                </a:lnTo>
                <a:lnTo>
                  <a:pt x="1574" y="12833"/>
                </a:lnTo>
                <a:lnTo>
                  <a:pt x="424" y="10757"/>
                </a:lnTo>
                <a:lnTo>
                  <a:pt x="141" y="7767"/>
                </a:lnTo>
                <a:lnTo>
                  <a:pt x="0" y="5712"/>
                </a:lnTo>
                <a:lnTo>
                  <a:pt x="0" y="4077"/>
                </a:lnTo>
                <a:lnTo>
                  <a:pt x="141" y="2345"/>
                </a:lnTo>
                <a:lnTo>
                  <a:pt x="424" y="0"/>
                </a:lnTo>
                <a:close/>
              </a:path>
            </a:pathLst>
          </a:custGeom>
          <a:solidFill>
            <a:srgbClr val="9F7C3A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0" name="contour_08098"/>
          <p:cNvSpPr/>
          <p:nvPr/>
        </p:nvSpPr>
        <p:spPr>
          <a:xfrm>
            <a:off x="8388613" y="5721073"/>
            <a:ext cx="4802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97" y="0"/>
                </a:moveTo>
                <a:lnTo>
                  <a:pt x="21082" y="1574"/>
                </a:lnTo>
                <a:lnTo>
                  <a:pt x="21161" y="3151"/>
                </a:lnTo>
                <a:lnTo>
                  <a:pt x="21230" y="4726"/>
                </a:lnTo>
                <a:lnTo>
                  <a:pt x="21295" y="6300"/>
                </a:lnTo>
                <a:lnTo>
                  <a:pt x="21354" y="7874"/>
                </a:lnTo>
                <a:lnTo>
                  <a:pt x="21407" y="9451"/>
                </a:lnTo>
                <a:lnTo>
                  <a:pt x="21446" y="10126"/>
                </a:lnTo>
                <a:lnTo>
                  <a:pt x="21574" y="12163"/>
                </a:lnTo>
                <a:lnTo>
                  <a:pt x="21600" y="13469"/>
                </a:lnTo>
                <a:lnTo>
                  <a:pt x="21580" y="14486"/>
                </a:lnTo>
                <a:lnTo>
                  <a:pt x="21495" y="15557"/>
                </a:lnTo>
                <a:lnTo>
                  <a:pt x="21308" y="17016"/>
                </a:lnTo>
                <a:lnTo>
                  <a:pt x="20997" y="19200"/>
                </a:lnTo>
                <a:lnTo>
                  <a:pt x="19036" y="20256"/>
                </a:lnTo>
                <a:lnTo>
                  <a:pt x="17699" y="20858"/>
                </a:lnTo>
                <a:lnTo>
                  <a:pt x="16371" y="21230"/>
                </a:lnTo>
                <a:lnTo>
                  <a:pt x="14440" y="21600"/>
                </a:lnTo>
                <a:lnTo>
                  <a:pt x="14709" y="20460"/>
                </a:lnTo>
                <a:lnTo>
                  <a:pt x="14985" y="19313"/>
                </a:lnTo>
                <a:lnTo>
                  <a:pt x="15260" y="18149"/>
                </a:lnTo>
                <a:lnTo>
                  <a:pt x="14991" y="16910"/>
                </a:lnTo>
                <a:lnTo>
                  <a:pt x="14716" y="15665"/>
                </a:lnTo>
                <a:lnTo>
                  <a:pt x="14440" y="14400"/>
                </a:lnTo>
                <a:lnTo>
                  <a:pt x="12251" y="13850"/>
                </a:lnTo>
                <a:lnTo>
                  <a:pt x="10549" y="13538"/>
                </a:lnTo>
                <a:lnTo>
                  <a:pt x="7884" y="13200"/>
                </a:lnTo>
                <a:lnTo>
                  <a:pt x="5258" y="12850"/>
                </a:lnTo>
                <a:lnTo>
                  <a:pt x="3560" y="12540"/>
                </a:lnTo>
                <a:lnTo>
                  <a:pt x="1328" y="12000"/>
                </a:lnTo>
                <a:lnTo>
                  <a:pt x="443" y="10286"/>
                </a:lnTo>
                <a:lnTo>
                  <a:pt x="0" y="9055"/>
                </a:lnTo>
                <a:lnTo>
                  <a:pt x="0" y="7961"/>
                </a:lnTo>
                <a:lnTo>
                  <a:pt x="443" y="6658"/>
                </a:lnTo>
                <a:lnTo>
                  <a:pt x="1328" y="4800"/>
                </a:lnTo>
                <a:lnTo>
                  <a:pt x="3334" y="3967"/>
                </a:lnTo>
                <a:lnTo>
                  <a:pt x="5396" y="3170"/>
                </a:lnTo>
                <a:lnTo>
                  <a:pt x="7514" y="2426"/>
                </a:lnTo>
                <a:lnTo>
                  <a:pt x="9677" y="1754"/>
                </a:lnTo>
                <a:lnTo>
                  <a:pt x="11883" y="1166"/>
                </a:lnTo>
                <a:lnTo>
                  <a:pt x="14126" y="679"/>
                </a:lnTo>
                <a:lnTo>
                  <a:pt x="16394" y="312"/>
                </a:lnTo>
                <a:lnTo>
                  <a:pt x="18686" y="82"/>
                </a:lnTo>
                <a:lnTo>
                  <a:pt x="20997" y="0"/>
                </a:lnTo>
                <a:close/>
              </a:path>
            </a:pathLst>
          </a:custGeom>
          <a:solidFill>
            <a:srgbClr val="CEB683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1" name="contour_08099"/>
          <p:cNvSpPr/>
          <p:nvPr/>
        </p:nvSpPr>
        <p:spPr>
          <a:xfrm>
            <a:off x="790190" y="5728361"/>
            <a:ext cx="51927" cy="523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32" y="0"/>
                </a:moveTo>
                <a:lnTo>
                  <a:pt x="5687" y="60"/>
                </a:lnTo>
                <a:lnTo>
                  <a:pt x="7767" y="271"/>
                </a:lnTo>
                <a:lnTo>
                  <a:pt x="9443" y="686"/>
                </a:lnTo>
                <a:lnTo>
                  <a:pt x="10902" y="1359"/>
                </a:lnTo>
                <a:lnTo>
                  <a:pt x="12317" y="2342"/>
                </a:lnTo>
                <a:lnTo>
                  <a:pt x="13866" y="3689"/>
                </a:lnTo>
                <a:lnTo>
                  <a:pt x="15728" y="5448"/>
                </a:lnTo>
                <a:lnTo>
                  <a:pt x="17741" y="7583"/>
                </a:lnTo>
                <a:lnTo>
                  <a:pt x="19190" y="9224"/>
                </a:lnTo>
                <a:lnTo>
                  <a:pt x="20178" y="10581"/>
                </a:lnTo>
                <a:lnTo>
                  <a:pt x="20812" y="11855"/>
                </a:lnTo>
                <a:lnTo>
                  <a:pt x="21191" y="13262"/>
                </a:lnTo>
                <a:lnTo>
                  <a:pt x="21421" y="15003"/>
                </a:lnTo>
                <a:lnTo>
                  <a:pt x="21600" y="17288"/>
                </a:lnTo>
                <a:lnTo>
                  <a:pt x="19902" y="19126"/>
                </a:lnTo>
                <a:lnTo>
                  <a:pt x="18650" y="20271"/>
                </a:lnTo>
                <a:lnTo>
                  <a:pt x="17480" y="20927"/>
                </a:lnTo>
                <a:lnTo>
                  <a:pt x="16016" y="21299"/>
                </a:lnTo>
                <a:lnTo>
                  <a:pt x="13891" y="21600"/>
                </a:lnTo>
                <a:lnTo>
                  <a:pt x="11905" y="21588"/>
                </a:lnTo>
                <a:lnTo>
                  <a:pt x="9919" y="21546"/>
                </a:lnTo>
                <a:lnTo>
                  <a:pt x="7934" y="21477"/>
                </a:lnTo>
                <a:lnTo>
                  <a:pt x="5948" y="21390"/>
                </a:lnTo>
                <a:lnTo>
                  <a:pt x="3965" y="21284"/>
                </a:lnTo>
                <a:lnTo>
                  <a:pt x="1983" y="21170"/>
                </a:lnTo>
                <a:lnTo>
                  <a:pt x="0" y="21047"/>
                </a:lnTo>
                <a:lnTo>
                  <a:pt x="300" y="18963"/>
                </a:lnTo>
                <a:lnTo>
                  <a:pt x="600" y="16877"/>
                </a:lnTo>
                <a:lnTo>
                  <a:pt x="900" y="14790"/>
                </a:lnTo>
                <a:lnTo>
                  <a:pt x="1204" y="12700"/>
                </a:lnTo>
                <a:lnTo>
                  <a:pt x="1504" y="10602"/>
                </a:lnTo>
                <a:lnTo>
                  <a:pt x="1807" y="8500"/>
                </a:lnTo>
                <a:lnTo>
                  <a:pt x="2110" y="6389"/>
                </a:lnTo>
                <a:lnTo>
                  <a:pt x="2416" y="4269"/>
                </a:lnTo>
                <a:lnTo>
                  <a:pt x="2722" y="2141"/>
                </a:lnTo>
                <a:lnTo>
                  <a:pt x="3032" y="0"/>
                </a:lnTo>
                <a:close/>
              </a:path>
            </a:pathLst>
          </a:custGeom>
          <a:solidFill>
            <a:srgbClr val="121211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2" name="contour_08100"/>
          <p:cNvSpPr/>
          <p:nvPr/>
        </p:nvSpPr>
        <p:spPr>
          <a:xfrm>
            <a:off x="1059845" y="5684633"/>
            <a:ext cx="58304" cy="65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837" y="594"/>
                </a:lnTo>
                <a:lnTo>
                  <a:pt x="16181" y="1187"/>
                </a:lnTo>
                <a:lnTo>
                  <a:pt x="17531" y="1788"/>
                </a:lnTo>
                <a:lnTo>
                  <a:pt x="18900" y="2394"/>
                </a:lnTo>
                <a:lnTo>
                  <a:pt x="19373" y="4058"/>
                </a:lnTo>
                <a:lnTo>
                  <a:pt x="19707" y="5310"/>
                </a:lnTo>
                <a:lnTo>
                  <a:pt x="19950" y="6385"/>
                </a:lnTo>
                <a:lnTo>
                  <a:pt x="20145" y="7520"/>
                </a:lnTo>
                <a:lnTo>
                  <a:pt x="20342" y="8954"/>
                </a:lnTo>
                <a:lnTo>
                  <a:pt x="20588" y="10922"/>
                </a:lnTo>
                <a:lnTo>
                  <a:pt x="20790" y="12459"/>
                </a:lnTo>
                <a:lnTo>
                  <a:pt x="20995" y="14006"/>
                </a:lnTo>
                <a:lnTo>
                  <a:pt x="21200" y="15572"/>
                </a:lnTo>
                <a:lnTo>
                  <a:pt x="21257" y="16098"/>
                </a:lnTo>
                <a:lnTo>
                  <a:pt x="21362" y="17027"/>
                </a:lnTo>
                <a:lnTo>
                  <a:pt x="21600" y="19153"/>
                </a:lnTo>
                <a:lnTo>
                  <a:pt x="19791" y="19505"/>
                </a:lnTo>
                <a:lnTo>
                  <a:pt x="17998" y="19850"/>
                </a:lnTo>
                <a:lnTo>
                  <a:pt x="16213" y="20178"/>
                </a:lnTo>
                <a:lnTo>
                  <a:pt x="14437" y="20484"/>
                </a:lnTo>
                <a:lnTo>
                  <a:pt x="12660" y="20767"/>
                </a:lnTo>
                <a:lnTo>
                  <a:pt x="10884" y="21016"/>
                </a:lnTo>
                <a:lnTo>
                  <a:pt x="9104" y="21229"/>
                </a:lnTo>
                <a:lnTo>
                  <a:pt x="7314" y="21399"/>
                </a:lnTo>
                <a:lnTo>
                  <a:pt x="5513" y="21521"/>
                </a:lnTo>
                <a:lnTo>
                  <a:pt x="3696" y="21590"/>
                </a:lnTo>
                <a:lnTo>
                  <a:pt x="1860" y="21600"/>
                </a:lnTo>
                <a:lnTo>
                  <a:pt x="0" y="21547"/>
                </a:lnTo>
                <a:lnTo>
                  <a:pt x="189" y="19852"/>
                </a:lnTo>
                <a:lnTo>
                  <a:pt x="435" y="18212"/>
                </a:lnTo>
                <a:lnTo>
                  <a:pt x="769" y="16613"/>
                </a:lnTo>
                <a:lnTo>
                  <a:pt x="1234" y="15047"/>
                </a:lnTo>
                <a:lnTo>
                  <a:pt x="1866" y="13505"/>
                </a:lnTo>
                <a:lnTo>
                  <a:pt x="2700" y="11971"/>
                </a:lnTo>
                <a:lnTo>
                  <a:pt x="4574" y="11604"/>
                </a:lnTo>
                <a:lnTo>
                  <a:pt x="6326" y="11439"/>
                </a:lnTo>
                <a:lnTo>
                  <a:pt x="8024" y="11432"/>
                </a:lnTo>
                <a:lnTo>
                  <a:pt x="9739" y="11547"/>
                </a:lnTo>
                <a:lnTo>
                  <a:pt x="11543" y="11741"/>
                </a:lnTo>
                <a:lnTo>
                  <a:pt x="13500" y="11971"/>
                </a:lnTo>
                <a:lnTo>
                  <a:pt x="13500" y="10278"/>
                </a:lnTo>
                <a:lnTo>
                  <a:pt x="13500" y="8583"/>
                </a:lnTo>
                <a:lnTo>
                  <a:pt x="13500" y="6883"/>
                </a:lnTo>
                <a:lnTo>
                  <a:pt x="13500" y="5176"/>
                </a:lnTo>
                <a:lnTo>
                  <a:pt x="13500" y="3462"/>
                </a:lnTo>
                <a:lnTo>
                  <a:pt x="13500" y="1738"/>
                </a:lnTo>
                <a:lnTo>
                  <a:pt x="13500" y="0"/>
                </a:lnTo>
                <a:close/>
              </a:path>
            </a:pathLst>
          </a:custGeom>
          <a:solidFill>
            <a:srgbClr val="232125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3" name="contour_08101"/>
          <p:cNvSpPr/>
          <p:nvPr/>
        </p:nvSpPr>
        <p:spPr>
          <a:xfrm>
            <a:off x="5358645" y="5713785"/>
            <a:ext cx="59419" cy="501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5" y="0"/>
                </a:moveTo>
                <a:lnTo>
                  <a:pt x="2286" y="769"/>
                </a:lnTo>
                <a:lnTo>
                  <a:pt x="4083" y="1546"/>
                </a:lnTo>
                <a:lnTo>
                  <a:pt x="5802" y="2346"/>
                </a:lnTo>
                <a:lnTo>
                  <a:pt x="7447" y="3178"/>
                </a:lnTo>
                <a:lnTo>
                  <a:pt x="9032" y="4053"/>
                </a:lnTo>
                <a:lnTo>
                  <a:pt x="10560" y="4984"/>
                </a:lnTo>
                <a:lnTo>
                  <a:pt x="12036" y="5979"/>
                </a:lnTo>
                <a:lnTo>
                  <a:pt x="13472" y="7048"/>
                </a:lnTo>
                <a:lnTo>
                  <a:pt x="14873" y="8209"/>
                </a:lnTo>
                <a:lnTo>
                  <a:pt x="16246" y="9464"/>
                </a:lnTo>
                <a:lnTo>
                  <a:pt x="17597" y="10828"/>
                </a:lnTo>
                <a:lnTo>
                  <a:pt x="18935" y="12312"/>
                </a:lnTo>
                <a:lnTo>
                  <a:pt x="20267" y="13927"/>
                </a:lnTo>
                <a:lnTo>
                  <a:pt x="21600" y="15684"/>
                </a:lnTo>
                <a:lnTo>
                  <a:pt x="20082" y="16409"/>
                </a:lnTo>
                <a:lnTo>
                  <a:pt x="18564" y="17124"/>
                </a:lnTo>
                <a:lnTo>
                  <a:pt x="17041" y="17830"/>
                </a:lnTo>
                <a:lnTo>
                  <a:pt x="15512" y="18526"/>
                </a:lnTo>
                <a:lnTo>
                  <a:pt x="13983" y="19213"/>
                </a:lnTo>
                <a:lnTo>
                  <a:pt x="12568" y="19868"/>
                </a:lnTo>
                <a:lnTo>
                  <a:pt x="11143" y="20530"/>
                </a:lnTo>
                <a:lnTo>
                  <a:pt x="9699" y="21198"/>
                </a:lnTo>
                <a:lnTo>
                  <a:pt x="7341" y="21600"/>
                </a:lnTo>
                <a:lnTo>
                  <a:pt x="5810" y="21556"/>
                </a:lnTo>
                <a:lnTo>
                  <a:pt x="4438" y="20913"/>
                </a:lnTo>
                <a:lnTo>
                  <a:pt x="2557" y="19508"/>
                </a:lnTo>
                <a:lnTo>
                  <a:pt x="1478" y="17425"/>
                </a:lnTo>
                <a:lnTo>
                  <a:pt x="737" y="15571"/>
                </a:lnTo>
                <a:lnTo>
                  <a:pt x="278" y="13796"/>
                </a:lnTo>
                <a:lnTo>
                  <a:pt x="50" y="11948"/>
                </a:lnTo>
                <a:lnTo>
                  <a:pt x="0" y="9884"/>
                </a:lnTo>
                <a:lnTo>
                  <a:pt x="74" y="7450"/>
                </a:lnTo>
                <a:lnTo>
                  <a:pt x="146" y="5345"/>
                </a:lnTo>
                <a:lnTo>
                  <a:pt x="220" y="3209"/>
                </a:lnTo>
                <a:lnTo>
                  <a:pt x="313" y="1619"/>
                </a:lnTo>
                <a:lnTo>
                  <a:pt x="405" y="0"/>
                </a:lnTo>
                <a:close/>
              </a:path>
            </a:pathLst>
          </a:custGeom>
          <a:solidFill>
            <a:srgbClr val="3E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4" name="contour_08102"/>
          <p:cNvSpPr/>
          <p:nvPr/>
        </p:nvSpPr>
        <p:spPr>
          <a:xfrm>
            <a:off x="3727250" y="5699355"/>
            <a:ext cx="58304" cy="654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27" y="2302"/>
                </a:moveTo>
                <a:lnTo>
                  <a:pt x="19969" y="2913"/>
                </a:lnTo>
                <a:lnTo>
                  <a:pt x="21600" y="4763"/>
                </a:lnTo>
                <a:lnTo>
                  <a:pt x="19996" y="4763"/>
                </a:lnTo>
                <a:lnTo>
                  <a:pt x="18387" y="4763"/>
                </a:lnTo>
                <a:lnTo>
                  <a:pt x="16772" y="4763"/>
                </a:lnTo>
                <a:lnTo>
                  <a:pt x="15144" y="4763"/>
                </a:lnTo>
                <a:lnTo>
                  <a:pt x="13500" y="4763"/>
                </a:lnTo>
                <a:lnTo>
                  <a:pt x="14002" y="6203"/>
                </a:lnTo>
                <a:lnTo>
                  <a:pt x="14507" y="7654"/>
                </a:lnTo>
                <a:lnTo>
                  <a:pt x="15017" y="9123"/>
                </a:lnTo>
                <a:lnTo>
                  <a:pt x="15449" y="10860"/>
                </a:lnTo>
                <a:lnTo>
                  <a:pt x="15698" y="12464"/>
                </a:lnTo>
                <a:lnTo>
                  <a:pt x="15765" y="13980"/>
                </a:lnTo>
                <a:lnTo>
                  <a:pt x="15657" y="15442"/>
                </a:lnTo>
                <a:lnTo>
                  <a:pt x="15374" y="16895"/>
                </a:lnTo>
                <a:lnTo>
                  <a:pt x="14920" y="18379"/>
                </a:lnTo>
                <a:lnTo>
                  <a:pt x="14294" y="19933"/>
                </a:lnTo>
                <a:lnTo>
                  <a:pt x="13500" y="21600"/>
                </a:lnTo>
                <a:lnTo>
                  <a:pt x="11588" y="21261"/>
                </a:lnTo>
                <a:lnTo>
                  <a:pt x="10211" y="20965"/>
                </a:lnTo>
                <a:lnTo>
                  <a:pt x="8980" y="20599"/>
                </a:lnTo>
                <a:lnTo>
                  <a:pt x="7506" y="20049"/>
                </a:lnTo>
                <a:lnTo>
                  <a:pt x="5400" y="19195"/>
                </a:lnTo>
                <a:lnTo>
                  <a:pt x="4563" y="17523"/>
                </a:lnTo>
                <a:lnTo>
                  <a:pt x="3966" y="16265"/>
                </a:lnTo>
                <a:lnTo>
                  <a:pt x="3521" y="15185"/>
                </a:lnTo>
                <a:lnTo>
                  <a:pt x="3135" y="14045"/>
                </a:lnTo>
                <a:lnTo>
                  <a:pt x="2722" y="12604"/>
                </a:lnTo>
                <a:lnTo>
                  <a:pt x="2192" y="10627"/>
                </a:lnTo>
                <a:lnTo>
                  <a:pt x="1766" y="9083"/>
                </a:lnTo>
                <a:lnTo>
                  <a:pt x="1334" y="7531"/>
                </a:lnTo>
                <a:lnTo>
                  <a:pt x="896" y="5958"/>
                </a:lnTo>
                <a:lnTo>
                  <a:pt x="599" y="4767"/>
                </a:lnTo>
                <a:lnTo>
                  <a:pt x="302" y="3570"/>
                </a:lnTo>
                <a:lnTo>
                  <a:pt x="0" y="2357"/>
                </a:lnTo>
                <a:lnTo>
                  <a:pt x="1550" y="2040"/>
                </a:lnTo>
                <a:lnTo>
                  <a:pt x="3100" y="1734"/>
                </a:lnTo>
                <a:lnTo>
                  <a:pt x="4652" y="1434"/>
                </a:lnTo>
                <a:lnTo>
                  <a:pt x="6207" y="1140"/>
                </a:lnTo>
                <a:lnTo>
                  <a:pt x="7762" y="854"/>
                </a:lnTo>
                <a:lnTo>
                  <a:pt x="9204" y="572"/>
                </a:lnTo>
                <a:lnTo>
                  <a:pt x="10657" y="293"/>
                </a:lnTo>
                <a:lnTo>
                  <a:pt x="12128" y="10"/>
                </a:lnTo>
                <a:lnTo>
                  <a:pt x="14143" y="0"/>
                </a:lnTo>
                <a:lnTo>
                  <a:pt x="15528" y="113"/>
                </a:lnTo>
                <a:lnTo>
                  <a:pt x="16637" y="462"/>
                </a:lnTo>
                <a:lnTo>
                  <a:pt x="17820" y="1155"/>
                </a:lnTo>
                <a:lnTo>
                  <a:pt x="19427" y="2302"/>
                </a:lnTo>
                <a:close/>
              </a:path>
            </a:pathLst>
          </a:custGeom>
          <a:solidFill>
            <a:srgbClr val="695E49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5" name="contour_08103"/>
          <p:cNvSpPr/>
          <p:nvPr/>
        </p:nvSpPr>
        <p:spPr>
          <a:xfrm>
            <a:off x="4856889" y="5666902"/>
            <a:ext cx="65592" cy="468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97" y="104"/>
                </a:moveTo>
                <a:lnTo>
                  <a:pt x="8530" y="20"/>
                </a:lnTo>
                <a:lnTo>
                  <a:pt x="10850" y="0"/>
                </a:lnTo>
                <a:lnTo>
                  <a:pt x="12672" y="81"/>
                </a:lnTo>
                <a:lnTo>
                  <a:pt x="14114" y="302"/>
                </a:lnTo>
                <a:lnTo>
                  <a:pt x="15290" y="702"/>
                </a:lnTo>
                <a:lnTo>
                  <a:pt x="16318" y="1323"/>
                </a:lnTo>
                <a:lnTo>
                  <a:pt x="17311" y="2206"/>
                </a:lnTo>
                <a:lnTo>
                  <a:pt x="18386" y="3385"/>
                </a:lnTo>
                <a:lnTo>
                  <a:pt x="19658" y="4906"/>
                </a:lnTo>
                <a:lnTo>
                  <a:pt x="20143" y="5715"/>
                </a:lnTo>
                <a:lnTo>
                  <a:pt x="21600" y="8169"/>
                </a:lnTo>
                <a:lnTo>
                  <a:pt x="20599" y="8784"/>
                </a:lnTo>
                <a:lnTo>
                  <a:pt x="19584" y="9405"/>
                </a:lnTo>
                <a:lnTo>
                  <a:pt x="18929" y="9825"/>
                </a:lnTo>
                <a:lnTo>
                  <a:pt x="16949" y="11107"/>
                </a:lnTo>
                <a:lnTo>
                  <a:pt x="15653" y="11927"/>
                </a:lnTo>
                <a:lnTo>
                  <a:pt x="14335" y="12763"/>
                </a:lnTo>
                <a:lnTo>
                  <a:pt x="12967" y="14045"/>
                </a:lnTo>
                <a:lnTo>
                  <a:pt x="12142" y="15076"/>
                </a:lnTo>
                <a:lnTo>
                  <a:pt x="11530" y="16399"/>
                </a:lnTo>
                <a:lnTo>
                  <a:pt x="10800" y="18558"/>
                </a:lnTo>
                <a:lnTo>
                  <a:pt x="10500" y="19313"/>
                </a:lnTo>
                <a:lnTo>
                  <a:pt x="9600" y="21600"/>
                </a:lnTo>
                <a:lnTo>
                  <a:pt x="7860" y="21499"/>
                </a:lnTo>
                <a:lnTo>
                  <a:pt x="6576" y="21174"/>
                </a:lnTo>
                <a:lnTo>
                  <a:pt x="4649" y="20341"/>
                </a:lnTo>
                <a:lnTo>
                  <a:pt x="3343" y="19780"/>
                </a:lnTo>
                <a:lnTo>
                  <a:pt x="2016" y="19213"/>
                </a:lnTo>
                <a:lnTo>
                  <a:pt x="1015" y="18733"/>
                </a:lnTo>
                <a:lnTo>
                  <a:pt x="0" y="18242"/>
                </a:lnTo>
                <a:lnTo>
                  <a:pt x="31" y="13531"/>
                </a:lnTo>
                <a:lnTo>
                  <a:pt x="103" y="9845"/>
                </a:lnTo>
                <a:lnTo>
                  <a:pt x="262" y="7031"/>
                </a:lnTo>
                <a:lnTo>
                  <a:pt x="552" y="4939"/>
                </a:lnTo>
                <a:lnTo>
                  <a:pt x="1020" y="3421"/>
                </a:lnTo>
                <a:lnTo>
                  <a:pt x="1714" y="2327"/>
                </a:lnTo>
                <a:lnTo>
                  <a:pt x="2676" y="1511"/>
                </a:lnTo>
                <a:lnTo>
                  <a:pt x="3955" y="819"/>
                </a:lnTo>
                <a:lnTo>
                  <a:pt x="5597" y="104"/>
                </a:lnTo>
                <a:close/>
              </a:path>
            </a:pathLst>
          </a:custGeom>
          <a:solidFill>
            <a:srgbClr val="D7C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6" name="contour_08104"/>
          <p:cNvSpPr/>
          <p:nvPr/>
        </p:nvSpPr>
        <p:spPr>
          <a:xfrm>
            <a:off x="10643554" y="5659563"/>
            <a:ext cx="51016" cy="615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19" y="177"/>
                </a:moveTo>
                <a:lnTo>
                  <a:pt x="9933" y="49"/>
                </a:lnTo>
                <a:lnTo>
                  <a:pt x="12272" y="0"/>
                </a:lnTo>
                <a:lnTo>
                  <a:pt x="13972" y="56"/>
                </a:lnTo>
                <a:lnTo>
                  <a:pt x="15358" y="246"/>
                </a:lnTo>
                <a:lnTo>
                  <a:pt x="16762" y="594"/>
                </a:lnTo>
                <a:lnTo>
                  <a:pt x="18514" y="1126"/>
                </a:lnTo>
                <a:lnTo>
                  <a:pt x="19690" y="2856"/>
                </a:lnTo>
                <a:lnTo>
                  <a:pt x="20440" y="4120"/>
                </a:lnTo>
                <a:lnTo>
                  <a:pt x="20909" y="5287"/>
                </a:lnTo>
                <a:lnTo>
                  <a:pt x="21245" y="6726"/>
                </a:lnTo>
                <a:lnTo>
                  <a:pt x="21600" y="8804"/>
                </a:lnTo>
                <a:lnTo>
                  <a:pt x="20400" y="10562"/>
                </a:lnTo>
                <a:lnTo>
                  <a:pt x="19489" y="11801"/>
                </a:lnTo>
                <a:lnTo>
                  <a:pt x="18582" y="12845"/>
                </a:lnTo>
                <a:lnTo>
                  <a:pt x="17388" y="14030"/>
                </a:lnTo>
                <a:lnTo>
                  <a:pt x="15623" y="15683"/>
                </a:lnTo>
                <a:lnTo>
                  <a:pt x="14447" y="16801"/>
                </a:lnTo>
                <a:lnTo>
                  <a:pt x="13265" y="17930"/>
                </a:lnTo>
                <a:lnTo>
                  <a:pt x="12068" y="19071"/>
                </a:lnTo>
                <a:lnTo>
                  <a:pt x="10670" y="20325"/>
                </a:lnTo>
                <a:lnTo>
                  <a:pt x="9257" y="21600"/>
                </a:lnTo>
                <a:lnTo>
                  <a:pt x="9353" y="20366"/>
                </a:lnTo>
                <a:lnTo>
                  <a:pt x="9448" y="19128"/>
                </a:lnTo>
                <a:lnTo>
                  <a:pt x="9547" y="17871"/>
                </a:lnTo>
                <a:lnTo>
                  <a:pt x="9448" y="16566"/>
                </a:lnTo>
                <a:lnTo>
                  <a:pt x="9353" y="15253"/>
                </a:lnTo>
                <a:lnTo>
                  <a:pt x="9257" y="13922"/>
                </a:lnTo>
                <a:lnTo>
                  <a:pt x="6961" y="13057"/>
                </a:lnTo>
                <a:lnTo>
                  <a:pt x="5332" y="12492"/>
                </a:lnTo>
                <a:lnTo>
                  <a:pt x="3925" y="12103"/>
                </a:lnTo>
                <a:lnTo>
                  <a:pt x="2296" y="11767"/>
                </a:lnTo>
                <a:lnTo>
                  <a:pt x="0" y="11363"/>
                </a:lnTo>
                <a:lnTo>
                  <a:pt x="225" y="7818"/>
                </a:lnTo>
                <a:lnTo>
                  <a:pt x="500" y="5249"/>
                </a:lnTo>
                <a:lnTo>
                  <a:pt x="938" y="3460"/>
                </a:lnTo>
                <a:lnTo>
                  <a:pt x="1651" y="2252"/>
                </a:lnTo>
                <a:lnTo>
                  <a:pt x="2759" y="1433"/>
                </a:lnTo>
                <a:lnTo>
                  <a:pt x="4376" y="806"/>
                </a:lnTo>
                <a:lnTo>
                  <a:pt x="6619" y="177"/>
                </a:ln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7" name="contour_08105"/>
          <p:cNvSpPr/>
          <p:nvPr/>
        </p:nvSpPr>
        <p:spPr>
          <a:xfrm>
            <a:off x="701160" y="5633617"/>
            <a:ext cx="5259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13" y="0"/>
                </a:moveTo>
                <a:lnTo>
                  <a:pt x="17496" y="337"/>
                </a:lnTo>
                <a:lnTo>
                  <a:pt x="18744" y="674"/>
                </a:lnTo>
                <a:lnTo>
                  <a:pt x="19927" y="1214"/>
                </a:lnTo>
                <a:lnTo>
                  <a:pt x="21600" y="2160"/>
                </a:lnTo>
                <a:lnTo>
                  <a:pt x="21271" y="3616"/>
                </a:lnTo>
                <a:lnTo>
                  <a:pt x="20870" y="5057"/>
                </a:lnTo>
                <a:lnTo>
                  <a:pt x="20403" y="6482"/>
                </a:lnTo>
                <a:lnTo>
                  <a:pt x="19876" y="7895"/>
                </a:lnTo>
                <a:lnTo>
                  <a:pt x="19295" y="9297"/>
                </a:lnTo>
                <a:lnTo>
                  <a:pt x="18664" y="10688"/>
                </a:lnTo>
                <a:lnTo>
                  <a:pt x="17993" y="12068"/>
                </a:lnTo>
                <a:lnTo>
                  <a:pt x="17284" y="13442"/>
                </a:lnTo>
                <a:lnTo>
                  <a:pt x="16547" y="14809"/>
                </a:lnTo>
                <a:lnTo>
                  <a:pt x="15784" y="16172"/>
                </a:lnTo>
                <a:lnTo>
                  <a:pt x="15006" y="17531"/>
                </a:lnTo>
                <a:lnTo>
                  <a:pt x="14212" y="18887"/>
                </a:lnTo>
                <a:lnTo>
                  <a:pt x="13416" y="20244"/>
                </a:lnTo>
                <a:lnTo>
                  <a:pt x="12620" y="21600"/>
                </a:lnTo>
                <a:lnTo>
                  <a:pt x="10698" y="20818"/>
                </a:lnTo>
                <a:lnTo>
                  <a:pt x="8854" y="20017"/>
                </a:lnTo>
                <a:lnTo>
                  <a:pt x="7085" y="19176"/>
                </a:lnTo>
                <a:lnTo>
                  <a:pt x="5382" y="18284"/>
                </a:lnTo>
                <a:lnTo>
                  <a:pt x="3745" y="17323"/>
                </a:lnTo>
                <a:lnTo>
                  <a:pt x="2167" y="16273"/>
                </a:lnTo>
                <a:lnTo>
                  <a:pt x="647" y="15120"/>
                </a:lnTo>
                <a:lnTo>
                  <a:pt x="272" y="13511"/>
                </a:lnTo>
                <a:lnTo>
                  <a:pt x="66" y="11982"/>
                </a:lnTo>
                <a:lnTo>
                  <a:pt x="0" y="10500"/>
                </a:lnTo>
                <a:lnTo>
                  <a:pt x="51" y="9029"/>
                </a:lnTo>
                <a:lnTo>
                  <a:pt x="195" y="7532"/>
                </a:lnTo>
                <a:lnTo>
                  <a:pt x="401" y="5975"/>
                </a:lnTo>
                <a:lnTo>
                  <a:pt x="647" y="4320"/>
                </a:lnTo>
                <a:lnTo>
                  <a:pt x="1485" y="4562"/>
                </a:lnTo>
                <a:lnTo>
                  <a:pt x="2269" y="4789"/>
                </a:lnTo>
                <a:lnTo>
                  <a:pt x="3173" y="5048"/>
                </a:lnTo>
                <a:lnTo>
                  <a:pt x="4370" y="5394"/>
                </a:lnTo>
                <a:lnTo>
                  <a:pt x="6038" y="5875"/>
                </a:lnTo>
                <a:lnTo>
                  <a:pt x="8348" y="6543"/>
                </a:lnTo>
                <a:lnTo>
                  <a:pt x="11482" y="7448"/>
                </a:lnTo>
                <a:lnTo>
                  <a:pt x="15613" y="8640"/>
                </a:lnTo>
                <a:lnTo>
                  <a:pt x="15613" y="7214"/>
                </a:lnTo>
                <a:lnTo>
                  <a:pt x="15613" y="5787"/>
                </a:lnTo>
                <a:lnTo>
                  <a:pt x="15613" y="4352"/>
                </a:lnTo>
                <a:lnTo>
                  <a:pt x="15613" y="2912"/>
                </a:lnTo>
                <a:lnTo>
                  <a:pt x="15613" y="1462"/>
                </a:lnTo>
                <a:lnTo>
                  <a:pt x="15613" y="0"/>
                </a:lnTo>
                <a:close/>
              </a:path>
            </a:pathLst>
          </a:custGeom>
          <a:solidFill>
            <a:srgbClr val="1C1B1B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8" name="contour_08106"/>
          <p:cNvSpPr/>
          <p:nvPr/>
        </p:nvSpPr>
        <p:spPr>
          <a:xfrm>
            <a:off x="6744479" y="5647545"/>
            <a:ext cx="104204" cy="370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8"/>
                </a:moveTo>
                <a:lnTo>
                  <a:pt x="1024" y="327"/>
                </a:lnTo>
                <a:lnTo>
                  <a:pt x="2050" y="284"/>
                </a:lnTo>
                <a:lnTo>
                  <a:pt x="3076" y="242"/>
                </a:lnTo>
                <a:lnTo>
                  <a:pt x="4100" y="208"/>
                </a:lnTo>
                <a:lnTo>
                  <a:pt x="5126" y="174"/>
                </a:lnTo>
                <a:lnTo>
                  <a:pt x="6152" y="144"/>
                </a:lnTo>
                <a:lnTo>
                  <a:pt x="7176" y="115"/>
                </a:lnTo>
                <a:lnTo>
                  <a:pt x="8183" y="59"/>
                </a:lnTo>
                <a:lnTo>
                  <a:pt x="9206" y="4"/>
                </a:lnTo>
                <a:lnTo>
                  <a:pt x="10253" y="0"/>
                </a:lnTo>
                <a:lnTo>
                  <a:pt x="11282" y="30"/>
                </a:lnTo>
                <a:lnTo>
                  <a:pt x="12294" y="106"/>
                </a:lnTo>
                <a:lnTo>
                  <a:pt x="13294" y="242"/>
                </a:lnTo>
                <a:lnTo>
                  <a:pt x="14285" y="446"/>
                </a:lnTo>
                <a:lnTo>
                  <a:pt x="15267" y="726"/>
                </a:lnTo>
                <a:lnTo>
                  <a:pt x="16245" y="1095"/>
                </a:lnTo>
                <a:lnTo>
                  <a:pt x="17219" y="1562"/>
                </a:lnTo>
                <a:lnTo>
                  <a:pt x="18195" y="2139"/>
                </a:lnTo>
                <a:lnTo>
                  <a:pt x="19174" y="2831"/>
                </a:lnTo>
                <a:lnTo>
                  <a:pt x="20157" y="3659"/>
                </a:lnTo>
                <a:lnTo>
                  <a:pt x="21150" y="4622"/>
                </a:lnTo>
                <a:lnTo>
                  <a:pt x="21470" y="7517"/>
                </a:lnTo>
                <a:lnTo>
                  <a:pt x="21600" y="10242"/>
                </a:lnTo>
                <a:lnTo>
                  <a:pt x="21586" y="12903"/>
                </a:lnTo>
                <a:lnTo>
                  <a:pt x="21476" y="15611"/>
                </a:lnTo>
                <a:lnTo>
                  <a:pt x="21314" y="18476"/>
                </a:lnTo>
                <a:lnTo>
                  <a:pt x="21150" y="21600"/>
                </a:lnTo>
                <a:lnTo>
                  <a:pt x="20251" y="21226"/>
                </a:lnTo>
                <a:lnTo>
                  <a:pt x="19354" y="20832"/>
                </a:lnTo>
                <a:lnTo>
                  <a:pt x="18458" y="20429"/>
                </a:lnTo>
                <a:lnTo>
                  <a:pt x="17562" y="20008"/>
                </a:lnTo>
                <a:lnTo>
                  <a:pt x="16560" y="19563"/>
                </a:lnTo>
                <a:lnTo>
                  <a:pt x="15544" y="19113"/>
                </a:lnTo>
                <a:lnTo>
                  <a:pt x="14395" y="18030"/>
                </a:lnTo>
                <a:lnTo>
                  <a:pt x="13663" y="17046"/>
                </a:lnTo>
                <a:lnTo>
                  <a:pt x="13028" y="15594"/>
                </a:lnTo>
                <a:lnTo>
                  <a:pt x="12179" y="13111"/>
                </a:lnTo>
                <a:lnTo>
                  <a:pt x="11243" y="10921"/>
                </a:lnTo>
                <a:lnTo>
                  <a:pt x="10326" y="9329"/>
                </a:lnTo>
                <a:lnTo>
                  <a:pt x="9403" y="8213"/>
                </a:lnTo>
                <a:lnTo>
                  <a:pt x="8445" y="7466"/>
                </a:lnTo>
                <a:lnTo>
                  <a:pt x="7427" y="6961"/>
                </a:lnTo>
                <a:lnTo>
                  <a:pt x="6321" y="6583"/>
                </a:lnTo>
                <a:lnTo>
                  <a:pt x="5099" y="6214"/>
                </a:lnTo>
                <a:lnTo>
                  <a:pt x="4144" y="5896"/>
                </a:lnTo>
                <a:lnTo>
                  <a:pt x="3182" y="5573"/>
                </a:lnTo>
                <a:lnTo>
                  <a:pt x="2207" y="5250"/>
                </a:lnTo>
                <a:lnTo>
                  <a:pt x="1477" y="5042"/>
                </a:lnTo>
                <a:lnTo>
                  <a:pt x="745" y="4834"/>
                </a:lnTo>
                <a:lnTo>
                  <a:pt x="0" y="4622"/>
                </a:lnTo>
                <a:lnTo>
                  <a:pt x="0" y="2517"/>
                </a:lnTo>
                <a:lnTo>
                  <a:pt x="0" y="378"/>
                </a:lnTo>
                <a:close/>
              </a:path>
            </a:pathLst>
          </a:custGeom>
          <a:solidFill>
            <a:srgbClr val="D6DADF"/>
          </a:solidFill>
          <a:ln>
            <a:noFill/>
          </a:ln>
        </p:spPr>
        <p:txBody>
          <a:bodyPr/>
          <a:lstStyle/>
          <a:p/>
        </p:txBody>
      </p:sp>
      <p:sp>
        <p:nvSpPr>
          <p:cNvPr id="8109" name="contour_08107"/>
          <p:cNvSpPr/>
          <p:nvPr/>
        </p:nvSpPr>
        <p:spPr>
          <a:xfrm>
            <a:off x="8005301" y="5611753"/>
            <a:ext cx="6688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74" y="0"/>
                </a:moveTo>
                <a:lnTo>
                  <a:pt x="17397" y="1312"/>
                </a:lnTo>
                <a:lnTo>
                  <a:pt x="18249" y="2584"/>
                </a:lnTo>
                <a:lnTo>
                  <a:pt x="19023" y="3829"/>
                </a:lnTo>
                <a:lnTo>
                  <a:pt x="19713" y="5060"/>
                </a:lnTo>
                <a:lnTo>
                  <a:pt x="20308" y="6284"/>
                </a:lnTo>
                <a:lnTo>
                  <a:pt x="20802" y="7517"/>
                </a:lnTo>
                <a:lnTo>
                  <a:pt x="21186" y="8768"/>
                </a:lnTo>
                <a:lnTo>
                  <a:pt x="21452" y="10048"/>
                </a:lnTo>
                <a:lnTo>
                  <a:pt x="21593" y="11371"/>
                </a:lnTo>
                <a:lnTo>
                  <a:pt x="21600" y="12748"/>
                </a:lnTo>
                <a:lnTo>
                  <a:pt x="21466" y="14191"/>
                </a:lnTo>
                <a:lnTo>
                  <a:pt x="21181" y="15709"/>
                </a:lnTo>
                <a:lnTo>
                  <a:pt x="20026" y="16848"/>
                </a:lnTo>
                <a:lnTo>
                  <a:pt x="18842" y="17867"/>
                </a:lnTo>
                <a:lnTo>
                  <a:pt x="17606" y="18780"/>
                </a:lnTo>
                <a:lnTo>
                  <a:pt x="16302" y="19597"/>
                </a:lnTo>
                <a:lnTo>
                  <a:pt x="14907" y="20331"/>
                </a:lnTo>
                <a:lnTo>
                  <a:pt x="13401" y="20995"/>
                </a:lnTo>
                <a:lnTo>
                  <a:pt x="11767" y="21600"/>
                </a:lnTo>
                <a:lnTo>
                  <a:pt x="9965" y="21582"/>
                </a:lnTo>
                <a:lnTo>
                  <a:pt x="8409" y="21441"/>
                </a:lnTo>
                <a:lnTo>
                  <a:pt x="6983" y="21174"/>
                </a:lnTo>
                <a:lnTo>
                  <a:pt x="5575" y="20785"/>
                </a:lnTo>
                <a:lnTo>
                  <a:pt x="4069" y="20271"/>
                </a:lnTo>
                <a:lnTo>
                  <a:pt x="2353" y="19636"/>
                </a:lnTo>
                <a:lnTo>
                  <a:pt x="1506" y="18415"/>
                </a:lnTo>
                <a:lnTo>
                  <a:pt x="977" y="17598"/>
                </a:lnTo>
                <a:lnTo>
                  <a:pt x="548" y="16819"/>
                </a:lnTo>
                <a:lnTo>
                  <a:pt x="0" y="15709"/>
                </a:lnTo>
                <a:lnTo>
                  <a:pt x="748" y="15723"/>
                </a:lnTo>
                <a:lnTo>
                  <a:pt x="3005" y="15762"/>
                </a:lnTo>
                <a:lnTo>
                  <a:pt x="4761" y="15672"/>
                </a:lnTo>
                <a:lnTo>
                  <a:pt x="6399" y="15554"/>
                </a:lnTo>
                <a:lnTo>
                  <a:pt x="7957" y="15383"/>
                </a:lnTo>
                <a:lnTo>
                  <a:pt x="9473" y="15140"/>
                </a:lnTo>
                <a:lnTo>
                  <a:pt x="10979" y="14800"/>
                </a:lnTo>
                <a:lnTo>
                  <a:pt x="12518" y="14342"/>
                </a:lnTo>
                <a:lnTo>
                  <a:pt x="14121" y="13745"/>
                </a:lnTo>
                <a:lnTo>
                  <a:pt x="14690" y="12389"/>
                </a:lnTo>
                <a:lnTo>
                  <a:pt x="15159" y="11038"/>
                </a:lnTo>
                <a:lnTo>
                  <a:pt x="15540" y="9689"/>
                </a:lnTo>
                <a:lnTo>
                  <a:pt x="15836" y="8338"/>
                </a:lnTo>
                <a:lnTo>
                  <a:pt x="16065" y="6983"/>
                </a:lnTo>
                <a:lnTo>
                  <a:pt x="16229" y="5616"/>
                </a:lnTo>
                <a:lnTo>
                  <a:pt x="16345" y="4239"/>
                </a:lnTo>
                <a:lnTo>
                  <a:pt x="16418" y="2847"/>
                </a:lnTo>
                <a:lnTo>
                  <a:pt x="16458" y="1435"/>
                </a:lnTo>
                <a:lnTo>
                  <a:pt x="16474" y="0"/>
                </a:lnTo>
                <a:close/>
              </a:path>
            </a:pathLst>
          </a:custGeom>
          <a:solidFill>
            <a:srgbClr val="DD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0" name="contour_08108"/>
          <p:cNvSpPr/>
          <p:nvPr/>
        </p:nvSpPr>
        <p:spPr>
          <a:xfrm>
            <a:off x="4871465" y="5589889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595" y="1527"/>
                </a:lnTo>
                <a:lnTo>
                  <a:pt x="13190" y="3061"/>
                </a:lnTo>
                <a:lnTo>
                  <a:pt x="13793" y="4607"/>
                </a:lnTo>
                <a:lnTo>
                  <a:pt x="14400" y="6171"/>
                </a:lnTo>
                <a:lnTo>
                  <a:pt x="15826" y="5560"/>
                </a:lnTo>
                <a:lnTo>
                  <a:pt x="17256" y="4946"/>
                </a:lnTo>
                <a:lnTo>
                  <a:pt x="18691" y="4332"/>
                </a:lnTo>
                <a:lnTo>
                  <a:pt x="20138" y="3712"/>
                </a:lnTo>
                <a:lnTo>
                  <a:pt x="21600" y="3086"/>
                </a:lnTo>
                <a:lnTo>
                  <a:pt x="21336" y="5122"/>
                </a:lnTo>
                <a:lnTo>
                  <a:pt x="21072" y="7162"/>
                </a:lnTo>
                <a:lnTo>
                  <a:pt x="20808" y="9202"/>
                </a:lnTo>
                <a:lnTo>
                  <a:pt x="20542" y="11247"/>
                </a:lnTo>
                <a:lnTo>
                  <a:pt x="20275" y="13299"/>
                </a:lnTo>
                <a:lnTo>
                  <a:pt x="20009" y="15361"/>
                </a:lnTo>
                <a:lnTo>
                  <a:pt x="19740" y="17428"/>
                </a:lnTo>
                <a:lnTo>
                  <a:pt x="19471" y="19508"/>
                </a:lnTo>
                <a:lnTo>
                  <a:pt x="19200" y="21600"/>
                </a:lnTo>
                <a:lnTo>
                  <a:pt x="17616" y="21600"/>
                </a:lnTo>
                <a:lnTo>
                  <a:pt x="16032" y="21600"/>
                </a:lnTo>
                <a:lnTo>
                  <a:pt x="14446" y="21600"/>
                </a:lnTo>
                <a:lnTo>
                  <a:pt x="12857" y="21600"/>
                </a:lnTo>
                <a:lnTo>
                  <a:pt x="11266" y="21600"/>
                </a:lnTo>
                <a:lnTo>
                  <a:pt x="9672" y="21600"/>
                </a:lnTo>
                <a:lnTo>
                  <a:pt x="8074" y="21600"/>
                </a:lnTo>
                <a:lnTo>
                  <a:pt x="6470" y="21600"/>
                </a:lnTo>
                <a:lnTo>
                  <a:pt x="4862" y="21600"/>
                </a:lnTo>
                <a:lnTo>
                  <a:pt x="3250" y="21600"/>
                </a:lnTo>
                <a:lnTo>
                  <a:pt x="1627" y="21600"/>
                </a:lnTo>
                <a:lnTo>
                  <a:pt x="0" y="21600"/>
                </a:lnTo>
                <a:lnTo>
                  <a:pt x="0" y="19560"/>
                </a:lnTo>
                <a:lnTo>
                  <a:pt x="0" y="17508"/>
                </a:lnTo>
                <a:lnTo>
                  <a:pt x="0" y="15429"/>
                </a:lnTo>
                <a:lnTo>
                  <a:pt x="1697" y="15429"/>
                </a:lnTo>
                <a:lnTo>
                  <a:pt x="3396" y="15429"/>
                </a:lnTo>
                <a:lnTo>
                  <a:pt x="5100" y="15429"/>
                </a:lnTo>
                <a:lnTo>
                  <a:pt x="6811" y="15429"/>
                </a:lnTo>
                <a:lnTo>
                  <a:pt x="8530" y="15429"/>
                </a:lnTo>
                <a:lnTo>
                  <a:pt x="10258" y="15429"/>
                </a:lnTo>
                <a:lnTo>
                  <a:pt x="12000" y="15429"/>
                </a:lnTo>
                <a:lnTo>
                  <a:pt x="12000" y="13247"/>
                </a:lnTo>
                <a:lnTo>
                  <a:pt x="12000" y="11062"/>
                </a:lnTo>
                <a:lnTo>
                  <a:pt x="12000" y="8871"/>
                </a:lnTo>
                <a:lnTo>
                  <a:pt x="12000" y="6671"/>
                </a:lnTo>
                <a:lnTo>
                  <a:pt x="12000" y="4462"/>
                </a:lnTo>
                <a:lnTo>
                  <a:pt x="12000" y="2240"/>
                </a:lnTo>
                <a:lnTo>
                  <a:pt x="12000" y="0"/>
                </a:lnTo>
                <a:close/>
              </a:path>
            </a:pathLst>
          </a:custGeom>
          <a:solidFill>
            <a:srgbClr val="AC98CE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1" name="contour_08109"/>
          <p:cNvSpPr/>
          <p:nvPr/>
        </p:nvSpPr>
        <p:spPr>
          <a:xfrm>
            <a:off x="10607114" y="5575313"/>
            <a:ext cx="87456" cy="592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714" y="330"/>
                </a:lnTo>
                <a:lnTo>
                  <a:pt x="14828" y="659"/>
                </a:lnTo>
                <a:lnTo>
                  <a:pt x="15946" y="989"/>
                </a:lnTo>
                <a:lnTo>
                  <a:pt x="17066" y="1319"/>
                </a:lnTo>
                <a:lnTo>
                  <a:pt x="18191" y="1651"/>
                </a:lnTo>
                <a:lnTo>
                  <a:pt x="19321" y="1986"/>
                </a:lnTo>
                <a:lnTo>
                  <a:pt x="20457" y="2321"/>
                </a:lnTo>
                <a:lnTo>
                  <a:pt x="21600" y="2658"/>
                </a:lnTo>
                <a:lnTo>
                  <a:pt x="20034" y="5758"/>
                </a:lnTo>
                <a:lnTo>
                  <a:pt x="18668" y="8449"/>
                </a:lnTo>
                <a:lnTo>
                  <a:pt x="17480" y="10764"/>
                </a:lnTo>
                <a:lnTo>
                  <a:pt x="16445" y="12739"/>
                </a:lnTo>
                <a:lnTo>
                  <a:pt x="15543" y="14406"/>
                </a:lnTo>
                <a:lnTo>
                  <a:pt x="14751" y="15802"/>
                </a:lnTo>
                <a:lnTo>
                  <a:pt x="14045" y="16956"/>
                </a:lnTo>
                <a:lnTo>
                  <a:pt x="13403" y="17905"/>
                </a:lnTo>
                <a:lnTo>
                  <a:pt x="12802" y="18681"/>
                </a:lnTo>
                <a:lnTo>
                  <a:pt x="12218" y="19316"/>
                </a:lnTo>
                <a:lnTo>
                  <a:pt x="11632" y="19851"/>
                </a:lnTo>
                <a:lnTo>
                  <a:pt x="11016" y="20311"/>
                </a:lnTo>
                <a:lnTo>
                  <a:pt x="10350" y="20733"/>
                </a:lnTo>
                <a:lnTo>
                  <a:pt x="9610" y="21151"/>
                </a:lnTo>
                <a:lnTo>
                  <a:pt x="8775" y="21600"/>
                </a:lnTo>
                <a:lnTo>
                  <a:pt x="7115" y="21419"/>
                </a:lnTo>
                <a:lnTo>
                  <a:pt x="6025" y="21196"/>
                </a:lnTo>
                <a:lnTo>
                  <a:pt x="5261" y="20802"/>
                </a:lnTo>
                <a:lnTo>
                  <a:pt x="4585" y="20117"/>
                </a:lnTo>
                <a:lnTo>
                  <a:pt x="3755" y="19013"/>
                </a:lnTo>
                <a:lnTo>
                  <a:pt x="3069" y="17660"/>
                </a:lnTo>
                <a:lnTo>
                  <a:pt x="2410" y="16299"/>
                </a:lnTo>
                <a:lnTo>
                  <a:pt x="1777" y="14922"/>
                </a:lnTo>
                <a:lnTo>
                  <a:pt x="1166" y="13524"/>
                </a:lnTo>
                <a:lnTo>
                  <a:pt x="576" y="12096"/>
                </a:lnTo>
                <a:lnTo>
                  <a:pt x="0" y="10634"/>
                </a:lnTo>
                <a:lnTo>
                  <a:pt x="1141" y="10820"/>
                </a:lnTo>
                <a:lnTo>
                  <a:pt x="2299" y="11009"/>
                </a:lnTo>
                <a:lnTo>
                  <a:pt x="3551" y="11120"/>
                </a:lnTo>
                <a:lnTo>
                  <a:pt x="4772" y="11203"/>
                </a:lnTo>
                <a:lnTo>
                  <a:pt x="5971" y="11240"/>
                </a:lnTo>
                <a:lnTo>
                  <a:pt x="7159" y="11216"/>
                </a:lnTo>
                <a:lnTo>
                  <a:pt x="8352" y="11118"/>
                </a:lnTo>
                <a:lnTo>
                  <a:pt x="9562" y="10929"/>
                </a:lnTo>
                <a:lnTo>
                  <a:pt x="10800" y="10634"/>
                </a:lnTo>
                <a:lnTo>
                  <a:pt x="11516" y="8898"/>
                </a:lnTo>
                <a:lnTo>
                  <a:pt x="11986" y="7271"/>
                </a:lnTo>
                <a:lnTo>
                  <a:pt x="12272" y="5657"/>
                </a:lnTo>
                <a:lnTo>
                  <a:pt x="12429" y="3969"/>
                </a:lnTo>
                <a:lnTo>
                  <a:pt x="12519" y="2113"/>
                </a:lnTo>
                <a:lnTo>
                  <a:pt x="12600" y="0"/>
                </a:lnTo>
                <a:close/>
              </a:path>
            </a:pathLst>
          </a:custGeom>
          <a:solidFill>
            <a:srgbClr val="43444B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2" name="contour_08110"/>
          <p:cNvSpPr/>
          <p:nvPr/>
        </p:nvSpPr>
        <p:spPr>
          <a:xfrm>
            <a:off x="2041101" y="5583206"/>
            <a:ext cx="68216" cy="43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48"/>
                </a:moveTo>
                <a:lnTo>
                  <a:pt x="21374" y="5844"/>
                </a:lnTo>
                <a:lnTo>
                  <a:pt x="21141" y="7662"/>
                </a:lnTo>
                <a:lnTo>
                  <a:pt x="20790" y="9327"/>
                </a:lnTo>
                <a:lnTo>
                  <a:pt x="20211" y="11364"/>
                </a:lnTo>
                <a:lnTo>
                  <a:pt x="19292" y="14299"/>
                </a:lnTo>
                <a:lnTo>
                  <a:pt x="17924" y="15668"/>
                </a:lnTo>
                <a:lnTo>
                  <a:pt x="16555" y="16898"/>
                </a:lnTo>
                <a:lnTo>
                  <a:pt x="15178" y="17990"/>
                </a:lnTo>
                <a:lnTo>
                  <a:pt x="13777" y="18953"/>
                </a:lnTo>
                <a:lnTo>
                  <a:pt x="12344" y="19789"/>
                </a:lnTo>
                <a:lnTo>
                  <a:pt x="10869" y="20505"/>
                </a:lnTo>
                <a:lnTo>
                  <a:pt x="9342" y="21107"/>
                </a:lnTo>
                <a:lnTo>
                  <a:pt x="7754" y="21600"/>
                </a:lnTo>
                <a:lnTo>
                  <a:pt x="5979" y="20519"/>
                </a:lnTo>
                <a:lnTo>
                  <a:pt x="4710" y="19654"/>
                </a:lnTo>
                <a:lnTo>
                  <a:pt x="3752" y="18804"/>
                </a:lnTo>
                <a:lnTo>
                  <a:pt x="2915" y="17763"/>
                </a:lnTo>
                <a:lnTo>
                  <a:pt x="2005" y="16329"/>
                </a:lnTo>
                <a:lnTo>
                  <a:pt x="831" y="14299"/>
                </a:lnTo>
                <a:lnTo>
                  <a:pt x="277" y="11474"/>
                </a:lnTo>
                <a:lnTo>
                  <a:pt x="0" y="9491"/>
                </a:lnTo>
                <a:lnTo>
                  <a:pt x="0" y="7827"/>
                </a:lnTo>
                <a:lnTo>
                  <a:pt x="277" y="5954"/>
                </a:lnTo>
                <a:lnTo>
                  <a:pt x="831" y="3348"/>
                </a:lnTo>
                <a:lnTo>
                  <a:pt x="2455" y="2282"/>
                </a:lnTo>
                <a:lnTo>
                  <a:pt x="4064" y="1431"/>
                </a:lnTo>
                <a:lnTo>
                  <a:pt x="5661" y="792"/>
                </a:lnTo>
                <a:lnTo>
                  <a:pt x="7246" y="347"/>
                </a:lnTo>
                <a:lnTo>
                  <a:pt x="8827" y="84"/>
                </a:lnTo>
                <a:lnTo>
                  <a:pt x="10403" y="0"/>
                </a:lnTo>
                <a:lnTo>
                  <a:pt x="11979" y="77"/>
                </a:lnTo>
                <a:lnTo>
                  <a:pt x="13558" y="307"/>
                </a:lnTo>
                <a:lnTo>
                  <a:pt x="15143" y="675"/>
                </a:lnTo>
                <a:lnTo>
                  <a:pt x="16735" y="1175"/>
                </a:lnTo>
                <a:lnTo>
                  <a:pt x="18342" y="1796"/>
                </a:lnTo>
                <a:lnTo>
                  <a:pt x="19962" y="2522"/>
                </a:lnTo>
                <a:lnTo>
                  <a:pt x="21600" y="3348"/>
                </a:lnTo>
                <a:close/>
              </a:path>
            </a:pathLst>
          </a:custGeom>
          <a:solidFill>
            <a:srgbClr val="504851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3" name="contour_08111"/>
          <p:cNvSpPr/>
          <p:nvPr/>
        </p:nvSpPr>
        <p:spPr>
          <a:xfrm>
            <a:off x="6981637" y="5546774"/>
            <a:ext cx="47073" cy="504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61"/>
                </a:moveTo>
                <a:lnTo>
                  <a:pt x="21232" y="4922"/>
                </a:lnTo>
                <a:lnTo>
                  <a:pt x="20864" y="6987"/>
                </a:lnTo>
                <a:lnTo>
                  <a:pt x="20496" y="9051"/>
                </a:lnTo>
                <a:lnTo>
                  <a:pt x="20125" y="11122"/>
                </a:lnTo>
                <a:lnTo>
                  <a:pt x="19754" y="13199"/>
                </a:lnTo>
                <a:lnTo>
                  <a:pt x="19383" y="15285"/>
                </a:lnTo>
                <a:lnTo>
                  <a:pt x="19008" y="17377"/>
                </a:lnTo>
                <a:lnTo>
                  <a:pt x="18634" y="19482"/>
                </a:lnTo>
                <a:lnTo>
                  <a:pt x="18256" y="21600"/>
                </a:lnTo>
                <a:lnTo>
                  <a:pt x="14390" y="21325"/>
                </a:lnTo>
                <a:lnTo>
                  <a:pt x="11427" y="21091"/>
                </a:lnTo>
                <a:lnTo>
                  <a:pt x="9163" y="20860"/>
                </a:lnTo>
                <a:lnTo>
                  <a:pt x="7407" y="20594"/>
                </a:lnTo>
                <a:lnTo>
                  <a:pt x="5963" y="20263"/>
                </a:lnTo>
                <a:lnTo>
                  <a:pt x="4632" y="19823"/>
                </a:lnTo>
                <a:lnTo>
                  <a:pt x="3224" y="19239"/>
                </a:lnTo>
                <a:lnTo>
                  <a:pt x="1535" y="18477"/>
                </a:lnTo>
                <a:lnTo>
                  <a:pt x="729" y="16178"/>
                </a:lnTo>
                <a:lnTo>
                  <a:pt x="224" y="13958"/>
                </a:lnTo>
                <a:lnTo>
                  <a:pt x="0" y="11778"/>
                </a:lnTo>
                <a:lnTo>
                  <a:pt x="40" y="9613"/>
                </a:lnTo>
                <a:lnTo>
                  <a:pt x="321" y="7427"/>
                </a:lnTo>
                <a:lnTo>
                  <a:pt x="826" y="5184"/>
                </a:lnTo>
                <a:lnTo>
                  <a:pt x="1535" y="2861"/>
                </a:lnTo>
                <a:lnTo>
                  <a:pt x="3873" y="1574"/>
                </a:lnTo>
                <a:lnTo>
                  <a:pt x="6096" y="693"/>
                </a:lnTo>
                <a:lnTo>
                  <a:pt x="8247" y="181"/>
                </a:lnTo>
                <a:lnTo>
                  <a:pt x="10354" y="0"/>
                </a:lnTo>
                <a:lnTo>
                  <a:pt x="12460" y="119"/>
                </a:lnTo>
                <a:lnTo>
                  <a:pt x="14601" y="500"/>
                </a:lnTo>
                <a:lnTo>
                  <a:pt x="16811" y="1106"/>
                </a:lnTo>
                <a:lnTo>
                  <a:pt x="19132" y="1905"/>
                </a:lnTo>
                <a:lnTo>
                  <a:pt x="21600" y="2861"/>
                </a:lnTo>
                <a:close/>
              </a:path>
            </a:pathLst>
          </a:custGeom>
          <a:solidFill>
            <a:srgbClr val="EF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4" name="contour_08112"/>
          <p:cNvSpPr/>
          <p:nvPr/>
        </p:nvSpPr>
        <p:spPr>
          <a:xfrm>
            <a:off x="6617624" y="5509722"/>
            <a:ext cx="6887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26" y="0"/>
                </a:moveTo>
                <a:lnTo>
                  <a:pt x="18284" y="589"/>
                </a:lnTo>
                <a:lnTo>
                  <a:pt x="19212" y="1108"/>
                </a:lnTo>
                <a:lnTo>
                  <a:pt x="20140" y="1842"/>
                </a:lnTo>
                <a:lnTo>
                  <a:pt x="21497" y="3086"/>
                </a:lnTo>
                <a:lnTo>
                  <a:pt x="21566" y="5446"/>
                </a:lnTo>
                <a:lnTo>
                  <a:pt x="21600" y="7106"/>
                </a:lnTo>
                <a:lnTo>
                  <a:pt x="21600" y="8513"/>
                </a:lnTo>
                <a:lnTo>
                  <a:pt x="21566" y="10112"/>
                </a:lnTo>
                <a:lnTo>
                  <a:pt x="21497" y="12343"/>
                </a:lnTo>
                <a:lnTo>
                  <a:pt x="20770" y="12457"/>
                </a:lnTo>
                <a:lnTo>
                  <a:pt x="18579" y="12800"/>
                </a:lnTo>
                <a:lnTo>
                  <a:pt x="17324" y="13031"/>
                </a:lnTo>
                <a:lnTo>
                  <a:pt x="16062" y="13265"/>
                </a:lnTo>
                <a:lnTo>
                  <a:pt x="14782" y="13500"/>
                </a:lnTo>
                <a:lnTo>
                  <a:pt x="14227" y="13596"/>
                </a:lnTo>
                <a:lnTo>
                  <a:pt x="13249" y="13765"/>
                </a:lnTo>
                <a:lnTo>
                  <a:pt x="11007" y="14151"/>
                </a:lnTo>
                <a:lnTo>
                  <a:pt x="9119" y="14941"/>
                </a:lnTo>
                <a:lnTo>
                  <a:pt x="7990" y="15669"/>
                </a:lnTo>
                <a:lnTo>
                  <a:pt x="7170" y="16762"/>
                </a:lnTo>
                <a:lnTo>
                  <a:pt x="6205" y="18635"/>
                </a:lnTo>
                <a:lnTo>
                  <a:pt x="5855" y="20107"/>
                </a:lnTo>
                <a:lnTo>
                  <a:pt x="5499" y="21600"/>
                </a:lnTo>
                <a:lnTo>
                  <a:pt x="4141" y="21119"/>
                </a:lnTo>
                <a:lnTo>
                  <a:pt x="3213" y="20637"/>
                </a:lnTo>
                <a:lnTo>
                  <a:pt x="2285" y="19866"/>
                </a:lnTo>
                <a:lnTo>
                  <a:pt x="928" y="18514"/>
                </a:lnTo>
                <a:lnTo>
                  <a:pt x="450" y="16360"/>
                </a:lnTo>
                <a:lnTo>
                  <a:pt x="133" y="14308"/>
                </a:lnTo>
                <a:lnTo>
                  <a:pt x="0" y="12312"/>
                </a:lnTo>
                <a:lnTo>
                  <a:pt x="73" y="10319"/>
                </a:lnTo>
                <a:lnTo>
                  <a:pt x="375" y="8288"/>
                </a:lnTo>
                <a:lnTo>
                  <a:pt x="928" y="6171"/>
                </a:lnTo>
                <a:lnTo>
                  <a:pt x="2311" y="5329"/>
                </a:lnTo>
                <a:lnTo>
                  <a:pt x="3693" y="4638"/>
                </a:lnTo>
                <a:lnTo>
                  <a:pt x="5085" y="4089"/>
                </a:lnTo>
                <a:lnTo>
                  <a:pt x="6488" y="3672"/>
                </a:lnTo>
                <a:lnTo>
                  <a:pt x="7912" y="3376"/>
                </a:lnTo>
                <a:lnTo>
                  <a:pt x="9359" y="3188"/>
                </a:lnTo>
                <a:lnTo>
                  <a:pt x="10840" y="3092"/>
                </a:lnTo>
                <a:lnTo>
                  <a:pt x="12355" y="3086"/>
                </a:lnTo>
                <a:lnTo>
                  <a:pt x="13923" y="3981"/>
                </a:lnTo>
                <a:lnTo>
                  <a:pt x="14922" y="4601"/>
                </a:lnTo>
                <a:lnTo>
                  <a:pt x="15781" y="5233"/>
                </a:lnTo>
                <a:lnTo>
                  <a:pt x="16926" y="6171"/>
                </a:lnTo>
                <a:lnTo>
                  <a:pt x="16926" y="4132"/>
                </a:lnTo>
                <a:lnTo>
                  <a:pt x="16926" y="2080"/>
                </a:lnTo>
                <a:lnTo>
                  <a:pt x="16926" y="0"/>
                </a:lnTo>
                <a:close/>
              </a:path>
            </a:pathLst>
          </a:custGeom>
          <a:solidFill>
            <a:srgbClr val="C34741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5" name="contour_08113"/>
          <p:cNvSpPr/>
          <p:nvPr/>
        </p:nvSpPr>
        <p:spPr>
          <a:xfrm>
            <a:off x="1183741" y="5523766"/>
            <a:ext cx="51730" cy="51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23"/>
                </a:moveTo>
                <a:lnTo>
                  <a:pt x="4163" y="134"/>
                </a:lnTo>
                <a:lnTo>
                  <a:pt x="7443" y="67"/>
                </a:lnTo>
                <a:lnTo>
                  <a:pt x="9987" y="24"/>
                </a:lnTo>
                <a:lnTo>
                  <a:pt x="11950" y="0"/>
                </a:lnTo>
                <a:lnTo>
                  <a:pt x="13478" y="0"/>
                </a:lnTo>
                <a:lnTo>
                  <a:pt x="14723" y="24"/>
                </a:lnTo>
                <a:lnTo>
                  <a:pt x="15833" y="67"/>
                </a:lnTo>
                <a:lnTo>
                  <a:pt x="16962" y="134"/>
                </a:lnTo>
                <a:lnTo>
                  <a:pt x="18259" y="223"/>
                </a:lnTo>
                <a:lnTo>
                  <a:pt x="20024" y="2055"/>
                </a:lnTo>
                <a:lnTo>
                  <a:pt x="20958" y="3433"/>
                </a:lnTo>
                <a:lnTo>
                  <a:pt x="21381" y="5045"/>
                </a:lnTo>
                <a:lnTo>
                  <a:pt x="21600" y="7583"/>
                </a:lnTo>
                <a:lnTo>
                  <a:pt x="21557" y="9586"/>
                </a:lnTo>
                <a:lnTo>
                  <a:pt x="21515" y="11586"/>
                </a:lnTo>
                <a:lnTo>
                  <a:pt x="21472" y="13590"/>
                </a:lnTo>
                <a:lnTo>
                  <a:pt x="21430" y="15593"/>
                </a:lnTo>
                <a:lnTo>
                  <a:pt x="21387" y="17596"/>
                </a:lnTo>
                <a:lnTo>
                  <a:pt x="21344" y="19597"/>
                </a:lnTo>
                <a:lnTo>
                  <a:pt x="21302" y="21600"/>
                </a:lnTo>
                <a:lnTo>
                  <a:pt x="19193" y="21600"/>
                </a:lnTo>
                <a:lnTo>
                  <a:pt x="17081" y="21600"/>
                </a:lnTo>
                <a:lnTo>
                  <a:pt x="14969" y="21600"/>
                </a:lnTo>
                <a:lnTo>
                  <a:pt x="12854" y="21600"/>
                </a:lnTo>
                <a:lnTo>
                  <a:pt x="10730" y="21600"/>
                </a:lnTo>
                <a:lnTo>
                  <a:pt x="8603" y="21600"/>
                </a:lnTo>
                <a:lnTo>
                  <a:pt x="6467" y="21600"/>
                </a:lnTo>
                <a:lnTo>
                  <a:pt x="4321" y="21600"/>
                </a:lnTo>
                <a:lnTo>
                  <a:pt x="2167" y="21600"/>
                </a:lnTo>
                <a:lnTo>
                  <a:pt x="0" y="21600"/>
                </a:lnTo>
                <a:lnTo>
                  <a:pt x="1722" y="20736"/>
                </a:lnTo>
                <a:lnTo>
                  <a:pt x="3445" y="19872"/>
                </a:lnTo>
                <a:lnTo>
                  <a:pt x="5173" y="19004"/>
                </a:lnTo>
                <a:lnTo>
                  <a:pt x="6908" y="18134"/>
                </a:lnTo>
                <a:lnTo>
                  <a:pt x="8652" y="17257"/>
                </a:lnTo>
                <a:lnTo>
                  <a:pt x="10404" y="16378"/>
                </a:lnTo>
                <a:lnTo>
                  <a:pt x="12172" y="15492"/>
                </a:lnTo>
                <a:lnTo>
                  <a:pt x="10833" y="13813"/>
                </a:lnTo>
                <a:lnTo>
                  <a:pt x="9495" y="12130"/>
                </a:lnTo>
                <a:lnTo>
                  <a:pt x="8152" y="10447"/>
                </a:lnTo>
                <a:lnTo>
                  <a:pt x="6804" y="8762"/>
                </a:lnTo>
                <a:lnTo>
                  <a:pt x="5456" y="7067"/>
                </a:lnTo>
                <a:lnTo>
                  <a:pt x="4102" y="5369"/>
                </a:lnTo>
                <a:lnTo>
                  <a:pt x="2742" y="3662"/>
                </a:lnTo>
                <a:lnTo>
                  <a:pt x="1375" y="1948"/>
                </a:lnTo>
                <a:lnTo>
                  <a:pt x="0" y="223"/>
                </a:lnTo>
                <a:close/>
              </a:path>
            </a:pathLst>
          </a:custGeom>
          <a:solidFill>
            <a:srgbClr val="C0AAD8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6" name="contour_08114"/>
          <p:cNvSpPr/>
          <p:nvPr/>
        </p:nvSpPr>
        <p:spPr>
          <a:xfrm>
            <a:off x="4441474" y="5517010"/>
            <a:ext cx="87456" cy="391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88" y="333"/>
                </a:lnTo>
                <a:lnTo>
                  <a:pt x="9576" y="663"/>
                </a:lnTo>
                <a:lnTo>
                  <a:pt x="10766" y="996"/>
                </a:lnTo>
                <a:lnTo>
                  <a:pt x="11957" y="1326"/>
                </a:lnTo>
                <a:lnTo>
                  <a:pt x="13151" y="1659"/>
                </a:lnTo>
                <a:lnTo>
                  <a:pt x="14346" y="1992"/>
                </a:lnTo>
                <a:lnTo>
                  <a:pt x="15545" y="2326"/>
                </a:lnTo>
                <a:lnTo>
                  <a:pt x="16747" y="2663"/>
                </a:lnTo>
                <a:lnTo>
                  <a:pt x="17953" y="3001"/>
                </a:lnTo>
                <a:lnTo>
                  <a:pt x="19163" y="3338"/>
                </a:lnTo>
                <a:lnTo>
                  <a:pt x="20380" y="3676"/>
                </a:lnTo>
                <a:lnTo>
                  <a:pt x="21600" y="4017"/>
                </a:lnTo>
                <a:lnTo>
                  <a:pt x="21433" y="8685"/>
                </a:lnTo>
                <a:lnTo>
                  <a:pt x="21280" y="11959"/>
                </a:lnTo>
                <a:lnTo>
                  <a:pt x="21091" y="14293"/>
                </a:lnTo>
                <a:lnTo>
                  <a:pt x="20813" y="16129"/>
                </a:lnTo>
                <a:lnTo>
                  <a:pt x="20399" y="17908"/>
                </a:lnTo>
                <a:lnTo>
                  <a:pt x="19800" y="20086"/>
                </a:lnTo>
                <a:lnTo>
                  <a:pt x="18556" y="20781"/>
                </a:lnTo>
                <a:lnTo>
                  <a:pt x="17314" y="21242"/>
                </a:lnTo>
                <a:lnTo>
                  <a:pt x="16076" y="21504"/>
                </a:lnTo>
                <a:lnTo>
                  <a:pt x="14834" y="21600"/>
                </a:lnTo>
                <a:lnTo>
                  <a:pt x="13588" y="21572"/>
                </a:lnTo>
                <a:lnTo>
                  <a:pt x="12334" y="21451"/>
                </a:lnTo>
                <a:lnTo>
                  <a:pt x="11068" y="21279"/>
                </a:lnTo>
                <a:lnTo>
                  <a:pt x="9788" y="21090"/>
                </a:lnTo>
                <a:lnTo>
                  <a:pt x="8851" y="21018"/>
                </a:lnTo>
                <a:lnTo>
                  <a:pt x="7906" y="20945"/>
                </a:lnTo>
                <a:lnTo>
                  <a:pt x="6950" y="20869"/>
                </a:lnTo>
                <a:lnTo>
                  <a:pt x="5791" y="20768"/>
                </a:lnTo>
                <a:lnTo>
                  <a:pt x="4631" y="20656"/>
                </a:lnTo>
                <a:lnTo>
                  <a:pt x="3474" y="20531"/>
                </a:lnTo>
                <a:lnTo>
                  <a:pt x="2317" y="20395"/>
                </a:lnTo>
                <a:lnTo>
                  <a:pt x="1157" y="20246"/>
                </a:lnTo>
                <a:lnTo>
                  <a:pt x="0" y="20086"/>
                </a:lnTo>
                <a:lnTo>
                  <a:pt x="0" y="18093"/>
                </a:lnTo>
                <a:lnTo>
                  <a:pt x="0" y="16068"/>
                </a:lnTo>
                <a:lnTo>
                  <a:pt x="1177" y="15317"/>
                </a:lnTo>
                <a:lnTo>
                  <a:pt x="2039" y="14835"/>
                </a:lnTo>
                <a:lnTo>
                  <a:pt x="3006" y="14401"/>
                </a:lnTo>
                <a:lnTo>
                  <a:pt x="4500" y="13811"/>
                </a:lnTo>
                <a:lnTo>
                  <a:pt x="5337" y="13473"/>
                </a:lnTo>
                <a:lnTo>
                  <a:pt x="6178" y="13132"/>
                </a:lnTo>
                <a:lnTo>
                  <a:pt x="7031" y="12790"/>
                </a:lnTo>
                <a:lnTo>
                  <a:pt x="8008" y="12421"/>
                </a:lnTo>
                <a:lnTo>
                  <a:pt x="9000" y="12051"/>
                </a:lnTo>
                <a:lnTo>
                  <a:pt x="8644" y="9665"/>
                </a:lnTo>
                <a:lnTo>
                  <a:pt x="8285" y="7271"/>
                </a:lnTo>
                <a:lnTo>
                  <a:pt x="7927" y="4869"/>
                </a:lnTo>
                <a:lnTo>
                  <a:pt x="7565" y="2446"/>
                </a:lnTo>
                <a:lnTo>
                  <a:pt x="7200" y="0"/>
                </a:lnTo>
                <a:close/>
              </a:path>
            </a:pathLst>
          </a:custGeom>
          <a:solidFill>
            <a:srgbClr val="7A6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7" name="contour_08115"/>
          <p:cNvSpPr/>
          <p:nvPr/>
        </p:nvSpPr>
        <p:spPr>
          <a:xfrm>
            <a:off x="2502868" y="5531586"/>
            <a:ext cx="65592" cy="51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395" y="1503"/>
                </a:lnTo>
                <a:lnTo>
                  <a:pt x="5990" y="3013"/>
                </a:lnTo>
                <a:lnTo>
                  <a:pt x="6593" y="4534"/>
                </a:lnTo>
                <a:lnTo>
                  <a:pt x="7200" y="6074"/>
                </a:lnTo>
                <a:lnTo>
                  <a:pt x="8239" y="5321"/>
                </a:lnTo>
                <a:lnTo>
                  <a:pt x="9288" y="4565"/>
                </a:lnTo>
                <a:lnTo>
                  <a:pt x="10349" y="3796"/>
                </a:lnTo>
                <a:lnTo>
                  <a:pt x="11688" y="3547"/>
                </a:lnTo>
                <a:lnTo>
                  <a:pt x="13034" y="3292"/>
                </a:lnTo>
                <a:lnTo>
                  <a:pt x="14400" y="3037"/>
                </a:lnTo>
                <a:lnTo>
                  <a:pt x="15624" y="4604"/>
                </a:lnTo>
                <a:lnTo>
                  <a:pt x="16759" y="6235"/>
                </a:lnTo>
                <a:lnTo>
                  <a:pt x="17815" y="7927"/>
                </a:lnTo>
                <a:lnTo>
                  <a:pt x="18814" y="9670"/>
                </a:lnTo>
                <a:lnTo>
                  <a:pt x="19766" y="11465"/>
                </a:lnTo>
                <a:lnTo>
                  <a:pt x="20690" y="13306"/>
                </a:lnTo>
                <a:lnTo>
                  <a:pt x="21600" y="15186"/>
                </a:lnTo>
                <a:lnTo>
                  <a:pt x="20597" y="16990"/>
                </a:lnTo>
                <a:lnTo>
                  <a:pt x="19762" y="18223"/>
                </a:lnTo>
                <a:lnTo>
                  <a:pt x="18646" y="19456"/>
                </a:lnTo>
                <a:lnTo>
                  <a:pt x="16800" y="21260"/>
                </a:lnTo>
                <a:lnTo>
                  <a:pt x="15079" y="21448"/>
                </a:lnTo>
                <a:lnTo>
                  <a:pt x="13366" y="21561"/>
                </a:lnTo>
                <a:lnTo>
                  <a:pt x="11657" y="21600"/>
                </a:lnTo>
                <a:lnTo>
                  <a:pt x="9948" y="21579"/>
                </a:lnTo>
                <a:lnTo>
                  <a:pt x="8239" y="21509"/>
                </a:lnTo>
                <a:lnTo>
                  <a:pt x="6523" y="21400"/>
                </a:lnTo>
                <a:lnTo>
                  <a:pt x="4800" y="21260"/>
                </a:lnTo>
                <a:lnTo>
                  <a:pt x="4898" y="19380"/>
                </a:lnTo>
                <a:lnTo>
                  <a:pt x="4999" y="17485"/>
                </a:lnTo>
                <a:lnTo>
                  <a:pt x="5100" y="15565"/>
                </a:lnTo>
                <a:lnTo>
                  <a:pt x="5083" y="12941"/>
                </a:lnTo>
                <a:lnTo>
                  <a:pt x="4920" y="10958"/>
                </a:lnTo>
                <a:lnTo>
                  <a:pt x="4498" y="9257"/>
                </a:lnTo>
                <a:lnTo>
                  <a:pt x="3696" y="7493"/>
                </a:lnTo>
                <a:lnTo>
                  <a:pt x="2400" y="5315"/>
                </a:lnTo>
                <a:lnTo>
                  <a:pt x="1210" y="4185"/>
                </a:lnTo>
                <a:lnTo>
                  <a:pt x="0" y="3037"/>
                </a:lnTo>
                <a:lnTo>
                  <a:pt x="1188" y="2284"/>
                </a:lnTo>
                <a:lnTo>
                  <a:pt x="2383" y="1531"/>
                </a:lnTo>
                <a:lnTo>
                  <a:pt x="3583" y="768"/>
                </a:lnTo>
                <a:lnTo>
                  <a:pt x="4800" y="0"/>
                </a:lnTo>
                <a:close/>
              </a:path>
            </a:pathLst>
          </a:custGeom>
          <a:solidFill>
            <a:srgbClr val="D5D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8" name="contour_08116"/>
          <p:cNvSpPr/>
          <p:nvPr/>
        </p:nvSpPr>
        <p:spPr>
          <a:xfrm>
            <a:off x="5104557" y="5429554"/>
            <a:ext cx="3656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89" y="0"/>
                </a:moveTo>
                <a:lnTo>
                  <a:pt x="13825" y="1289"/>
                </a:lnTo>
                <a:lnTo>
                  <a:pt x="14595" y="2545"/>
                </a:lnTo>
                <a:lnTo>
                  <a:pt x="15293" y="3782"/>
                </a:lnTo>
                <a:lnTo>
                  <a:pt x="15904" y="5004"/>
                </a:lnTo>
                <a:lnTo>
                  <a:pt x="16425" y="6224"/>
                </a:lnTo>
                <a:lnTo>
                  <a:pt x="16843" y="7450"/>
                </a:lnTo>
                <a:lnTo>
                  <a:pt x="17148" y="8692"/>
                </a:lnTo>
                <a:lnTo>
                  <a:pt x="17333" y="9958"/>
                </a:lnTo>
                <a:lnTo>
                  <a:pt x="17385" y="11257"/>
                </a:lnTo>
                <a:lnTo>
                  <a:pt x="17295" y="12600"/>
                </a:lnTo>
                <a:lnTo>
                  <a:pt x="19430" y="12600"/>
                </a:lnTo>
                <a:lnTo>
                  <a:pt x="21600" y="12600"/>
                </a:lnTo>
                <a:lnTo>
                  <a:pt x="21600" y="13873"/>
                </a:lnTo>
                <a:lnTo>
                  <a:pt x="21600" y="15147"/>
                </a:lnTo>
                <a:lnTo>
                  <a:pt x="21600" y="16425"/>
                </a:lnTo>
                <a:lnTo>
                  <a:pt x="21600" y="17708"/>
                </a:lnTo>
                <a:lnTo>
                  <a:pt x="21600" y="18997"/>
                </a:lnTo>
                <a:lnTo>
                  <a:pt x="21600" y="20293"/>
                </a:lnTo>
                <a:lnTo>
                  <a:pt x="21600" y="21600"/>
                </a:lnTo>
                <a:lnTo>
                  <a:pt x="16855" y="20828"/>
                </a:lnTo>
                <a:lnTo>
                  <a:pt x="13118" y="20191"/>
                </a:lnTo>
                <a:lnTo>
                  <a:pt x="10208" y="19634"/>
                </a:lnTo>
                <a:lnTo>
                  <a:pt x="7948" y="19102"/>
                </a:lnTo>
                <a:lnTo>
                  <a:pt x="6170" y="18536"/>
                </a:lnTo>
                <a:lnTo>
                  <a:pt x="4697" y="17885"/>
                </a:lnTo>
                <a:lnTo>
                  <a:pt x="3350" y="17089"/>
                </a:lnTo>
                <a:lnTo>
                  <a:pt x="1955" y="16097"/>
                </a:lnTo>
                <a:lnTo>
                  <a:pt x="340" y="14850"/>
                </a:lnTo>
                <a:lnTo>
                  <a:pt x="0" y="13601"/>
                </a:lnTo>
                <a:lnTo>
                  <a:pt x="13" y="12371"/>
                </a:lnTo>
                <a:lnTo>
                  <a:pt x="336" y="11162"/>
                </a:lnTo>
                <a:lnTo>
                  <a:pt x="934" y="9970"/>
                </a:lnTo>
                <a:lnTo>
                  <a:pt x="1778" y="8798"/>
                </a:lnTo>
                <a:lnTo>
                  <a:pt x="2829" y="7645"/>
                </a:lnTo>
                <a:lnTo>
                  <a:pt x="4047" y="6507"/>
                </a:lnTo>
                <a:lnTo>
                  <a:pt x="5403" y="5386"/>
                </a:lnTo>
                <a:lnTo>
                  <a:pt x="6863" y="4280"/>
                </a:lnTo>
                <a:lnTo>
                  <a:pt x="8383" y="3190"/>
                </a:lnTo>
                <a:lnTo>
                  <a:pt x="9937" y="2113"/>
                </a:lnTo>
                <a:lnTo>
                  <a:pt x="11482" y="1051"/>
                </a:lnTo>
                <a:lnTo>
                  <a:pt x="12989" y="0"/>
                </a:lnTo>
                <a:close/>
              </a:path>
            </a:pathLst>
          </a:custGeom>
          <a:solidFill>
            <a:srgbClr val="D7C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8119" name="contour_08117"/>
          <p:cNvSpPr/>
          <p:nvPr/>
        </p:nvSpPr>
        <p:spPr>
          <a:xfrm>
            <a:off x="7385822" y="5414978"/>
            <a:ext cx="80168" cy="518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033" y="921"/>
                </a:lnTo>
                <a:lnTo>
                  <a:pt x="6140" y="1841"/>
                </a:lnTo>
                <a:lnTo>
                  <a:pt x="7244" y="2765"/>
                </a:lnTo>
                <a:lnTo>
                  <a:pt x="8349" y="3692"/>
                </a:lnTo>
                <a:lnTo>
                  <a:pt x="9453" y="4618"/>
                </a:lnTo>
                <a:lnTo>
                  <a:pt x="10557" y="5548"/>
                </a:lnTo>
                <a:lnTo>
                  <a:pt x="11660" y="6478"/>
                </a:lnTo>
                <a:lnTo>
                  <a:pt x="12764" y="7408"/>
                </a:lnTo>
                <a:lnTo>
                  <a:pt x="13608" y="8106"/>
                </a:lnTo>
                <a:lnTo>
                  <a:pt x="14458" y="8811"/>
                </a:lnTo>
                <a:lnTo>
                  <a:pt x="15318" y="9525"/>
                </a:lnTo>
                <a:lnTo>
                  <a:pt x="16518" y="10540"/>
                </a:lnTo>
                <a:lnTo>
                  <a:pt x="17734" y="11573"/>
                </a:lnTo>
                <a:lnTo>
                  <a:pt x="18847" y="12506"/>
                </a:lnTo>
                <a:lnTo>
                  <a:pt x="19978" y="13451"/>
                </a:lnTo>
                <a:lnTo>
                  <a:pt x="20783" y="14314"/>
                </a:lnTo>
                <a:lnTo>
                  <a:pt x="21600" y="15192"/>
                </a:lnTo>
                <a:lnTo>
                  <a:pt x="21600" y="16699"/>
                </a:lnTo>
                <a:lnTo>
                  <a:pt x="21600" y="18230"/>
                </a:lnTo>
                <a:lnTo>
                  <a:pt x="18676" y="19121"/>
                </a:lnTo>
                <a:lnTo>
                  <a:pt x="16188" y="19868"/>
                </a:lnTo>
                <a:lnTo>
                  <a:pt x="14087" y="20473"/>
                </a:lnTo>
                <a:lnTo>
                  <a:pt x="12324" y="20947"/>
                </a:lnTo>
                <a:lnTo>
                  <a:pt x="10845" y="21287"/>
                </a:lnTo>
                <a:lnTo>
                  <a:pt x="9606" y="21503"/>
                </a:lnTo>
                <a:lnTo>
                  <a:pt x="8554" y="21600"/>
                </a:lnTo>
                <a:lnTo>
                  <a:pt x="7641" y="21576"/>
                </a:lnTo>
                <a:lnTo>
                  <a:pt x="6814" y="21442"/>
                </a:lnTo>
                <a:lnTo>
                  <a:pt x="6026" y="21199"/>
                </a:lnTo>
                <a:lnTo>
                  <a:pt x="5227" y="20853"/>
                </a:lnTo>
                <a:lnTo>
                  <a:pt x="4367" y="20409"/>
                </a:lnTo>
                <a:lnTo>
                  <a:pt x="3397" y="19868"/>
                </a:lnTo>
                <a:lnTo>
                  <a:pt x="2388" y="18458"/>
                </a:lnTo>
                <a:lnTo>
                  <a:pt x="1602" y="17127"/>
                </a:lnTo>
                <a:lnTo>
                  <a:pt x="984" y="15733"/>
                </a:lnTo>
                <a:lnTo>
                  <a:pt x="469" y="14122"/>
                </a:lnTo>
                <a:lnTo>
                  <a:pt x="0" y="12154"/>
                </a:lnTo>
                <a:lnTo>
                  <a:pt x="418" y="10255"/>
                </a:lnTo>
                <a:lnTo>
                  <a:pt x="750" y="8954"/>
                </a:lnTo>
                <a:lnTo>
                  <a:pt x="1172" y="7648"/>
                </a:lnTo>
                <a:lnTo>
                  <a:pt x="1856" y="5733"/>
                </a:lnTo>
                <a:lnTo>
                  <a:pt x="2142" y="4919"/>
                </a:lnTo>
                <a:lnTo>
                  <a:pt x="3008" y="2464"/>
                </a:lnTo>
                <a:lnTo>
                  <a:pt x="3464" y="1243"/>
                </a:lnTo>
                <a:lnTo>
                  <a:pt x="3927" y="0"/>
                </a:lnTo>
                <a:close/>
              </a:path>
            </a:pathLst>
          </a:custGeom>
          <a:solidFill>
            <a:srgbClr val="E1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0" name="contour_08118"/>
          <p:cNvSpPr/>
          <p:nvPr/>
        </p:nvSpPr>
        <p:spPr>
          <a:xfrm>
            <a:off x="1502525" y="5400066"/>
            <a:ext cx="61175" cy="376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53" y="192"/>
                </a:moveTo>
                <a:lnTo>
                  <a:pt x="21484" y="3049"/>
                </a:lnTo>
                <a:lnTo>
                  <a:pt x="21600" y="5130"/>
                </a:lnTo>
                <a:lnTo>
                  <a:pt x="21600" y="7034"/>
                </a:lnTo>
                <a:lnTo>
                  <a:pt x="21484" y="9365"/>
                </a:lnTo>
                <a:lnTo>
                  <a:pt x="21253" y="12724"/>
                </a:lnTo>
                <a:lnTo>
                  <a:pt x="19745" y="14996"/>
                </a:lnTo>
                <a:lnTo>
                  <a:pt x="18273" y="16855"/>
                </a:lnTo>
                <a:lnTo>
                  <a:pt x="16809" y="18342"/>
                </a:lnTo>
                <a:lnTo>
                  <a:pt x="15324" y="19491"/>
                </a:lnTo>
                <a:lnTo>
                  <a:pt x="13793" y="20347"/>
                </a:lnTo>
                <a:lnTo>
                  <a:pt x="12184" y="20948"/>
                </a:lnTo>
                <a:lnTo>
                  <a:pt x="10471" y="21328"/>
                </a:lnTo>
                <a:lnTo>
                  <a:pt x="8623" y="21533"/>
                </a:lnTo>
                <a:lnTo>
                  <a:pt x="6616" y="21600"/>
                </a:lnTo>
                <a:lnTo>
                  <a:pt x="5129" y="21496"/>
                </a:lnTo>
                <a:lnTo>
                  <a:pt x="3641" y="21374"/>
                </a:lnTo>
                <a:lnTo>
                  <a:pt x="2154" y="21237"/>
                </a:lnTo>
                <a:lnTo>
                  <a:pt x="666" y="21078"/>
                </a:lnTo>
                <a:lnTo>
                  <a:pt x="296" y="16341"/>
                </a:lnTo>
                <a:lnTo>
                  <a:pt x="75" y="13003"/>
                </a:lnTo>
                <a:lnTo>
                  <a:pt x="0" y="10602"/>
                </a:lnTo>
                <a:lnTo>
                  <a:pt x="75" y="8672"/>
                </a:lnTo>
                <a:lnTo>
                  <a:pt x="296" y="6750"/>
                </a:lnTo>
                <a:lnTo>
                  <a:pt x="666" y="4369"/>
                </a:lnTo>
                <a:lnTo>
                  <a:pt x="2362" y="3283"/>
                </a:lnTo>
                <a:lnTo>
                  <a:pt x="4048" y="2385"/>
                </a:lnTo>
                <a:lnTo>
                  <a:pt x="5726" y="1658"/>
                </a:lnTo>
                <a:lnTo>
                  <a:pt x="7401" y="1086"/>
                </a:lnTo>
                <a:lnTo>
                  <a:pt x="9081" y="656"/>
                </a:lnTo>
                <a:lnTo>
                  <a:pt x="10767" y="347"/>
                </a:lnTo>
                <a:lnTo>
                  <a:pt x="12462" y="142"/>
                </a:lnTo>
                <a:lnTo>
                  <a:pt x="14174" y="33"/>
                </a:lnTo>
                <a:lnTo>
                  <a:pt x="15903" y="0"/>
                </a:lnTo>
                <a:lnTo>
                  <a:pt x="17658" y="25"/>
                </a:lnTo>
                <a:lnTo>
                  <a:pt x="19438" y="96"/>
                </a:lnTo>
                <a:lnTo>
                  <a:pt x="21253" y="192"/>
                </a:lnTo>
                <a:close/>
              </a:path>
            </a:pathLst>
          </a:custGeom>
          <a:solidFill>
            <a:srgbClr val="28272A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1" name="contour_08119"/>
          <p:cNvSpPr/>
          <p:nvPr/>
        </p:nvSpPr>
        <p:spPr>
          <a:xfrm>
            <a:off x="4507065" y="5378538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996" y="864"/>
                </a:lnTo>
                <a:lnTo>
                  <a:pt x="17165" y="1510"/>
                </a:lnTo>
                <a:lnTo>
                  <a:pt x="18113" y="2058"/>
                </a:lnTo>
                <a:lnTo>
                  <a:pt x="19032" y="2631"/>
                </a:lnTo>
                <a:lnTo>
                  <a:pt x="20129" y="3344"/>
                </a:lnTo>
                <a:lnTo>
                  <a:pt x="21600" y="4320"/>
                </a:lnTo>
                <a:lnTo>
                  <a:pt x="20443" y="4519"/>
                </a:lnTo>
                <a:lnTo>
                  <a:pt x="19282" y="4717"/>
                </a:lnTo>
                <a:lnTo>
                  <a:pt x="18103" y="4918"/>
                </a:lnTo>
                <a:lnTo>
                  <a:pt x="16879" y="5435"/>
                </a:lnTo>
                <a:lnTo>
                  <a:pt x="15648" y="5953"/>
                </a:lnTo>
                <a:lnTo>
                  <a:pt x="14400" y="6480"/>
                </a:lnTo>
                <a:lnTo>
                  <a:pt x="13879" y="7981"/>
                </a:lnTo>
                <a:lnTo>
                  <a:pt x="13519" y="9111"/>
                </a:lnTo>
                <a:lnTo>
                  <a:pt x="13272" y="10081"/>
                </a:lnTo>
                <a:lnTo>
                  <a:pt x="13092" y="11105"/>
                </a:lnTo>
                <a:lnTo>
                  <a:pt x="12934" y="12398"/>
                </a:lnTo>
                <a:lnTo>
                  <a:pt x="12749" y="14174"/>
                </a:lnTo>
                <a:lnTo>
                  <a:pt x="12593" y="15561"/>
                </a:lnTo>
                <a:lnTo>
                  <a:pt x="12432" y="16956"/>
                </a:lnTo>
                <a:lnTo>
                  <a:pt x="12271" y="18369"/>
                </a:lnTo>
                <a:lnTo>
                  <a:pt x="12182" y="19436"/>
                </a:lnTo>
                <a:lnTo>
                  <a:pt x="12091" y="20511"/>
                </a:lnTo>
                <a:lnTo>
                  <a:pt x="12000" y="21600"/>
                </a:lnTo>
                <a:lnTo>
                  <a:pt x="10303" y="21600"/>
                </a:lnTo>
                <a:lnTo>
                  <a:pt x="8604" y="21600"/>
                </a:lnTo>
                <a:lnTo>
                  <a:pt x="6900" y="21600"/>
                </a:lnTo>
                <a:lnTo>
                  <a:pt x="5189" y="21600"/>
                </a:lnTo>
                <a:lnTo>
                  <a:pt x="3470" y="21600"/>
                </a:lnTo>
                <a:lnTo>
                  <a:pt x="1742" y="21600"/>
                </a:lnTo>
                <a:lnTo>
                  <a:pt x="0" y="21600"/>
                </a:lnTo>
                <a:lnTo>
                  <a:pt x="408" y="20302"/>
                </a:lnTo>
                <a:lnTo>
                  <a:pt x="823" y="19004"/>
                </a:lnTo>
                <a:lnTo>
                  <a:pt x="1243" y="17708"/>
                </a:lnTo>
                <a:lnTo>
                  <a:pt x="1670" y="16414"/>
                </a:lnTo>
                <a:lnTo>
                  <a:pt x="2100" y="15120"/>
                </a:lnTo>
                <a:lnTo>
                  <a:pt x="2489" y="13915"/>
                </a:lnTo>
                <a:lnTo>
                  <a:pt x="2882" y="12703"/>
                </a:lnTo>
                <a:lnTo>
                  <a:pt x="3281" y="11474"/>
                </a:lnTo>
                <a:lnTo>
                  <a:pt x="3782" y="10539"/>
                </a:lnTo>
                <a:lnTo>
                  <a:pt x="4289" y="9595"/>
                </a:lnTo>
                <a:lnTo>
                  <a:pt x="4800" y="8640"/>
                </a:lnTo>
                <a:lnTo>
                  <a:pt x="6386" y="8640"/>
                </a:lnTo>
                <a:lnTo>
                  <a:pt x="7982" y="8640"/>
                </a:lnTo>
                <a:lnTo>
                  <a:pt x="9600" y="8640"/>
                </a:lnTo>
                <a:lnTo>
                  <a:pt x="10267" y="7098"/>
                </a:lnTo>
                <a:lnTo>
                  <a:pt x="10726" y="5990"/>
                </a:lnTo>
                <a:lnTo>
                  <a:pt x="11090" y="5005"/>
                </a:lnTo>
                <a:lnTo>
                  <a:pt x="11477" y="3832"/>
                </a:lnTo>
                <a:lnTo>
                  <a:pt x="12000" y="2160"/>
                </a:lnTo>
                <a:lnTo>
                  <a:pt x="13190" y="1089"/>
                </a:lnTo>
                <a:lnTo>
                  <a:pt x="14400" y="0"/>
                </a:lnTo>
                <a:close/>
              </a:path>
            </a:pathLst>
          </a:custGeom>
          <a:solidFill>
            <a:srgbClr val="121112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2" name="contour_08120"/>
          <p:cNvSpPr/>
          <p:nvPr/>
        </p:nvSpPr>
        <p:spPr>
          <a:xfrm>
            <a:off x="7130742" y="5356674"/>
            <a:ext cx="5356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39" y="0"/>
                </a:moveTo>
                <a:lnTo>
                  <a:pt x="4987" y="576"/>
                </a:lnTo>
                <a:lnTo>
                  <a:pt x="7012" y="1177"/>
                </a:lnTo>
                <a:lnTo>
                  <a:pt x="9010" y="1814"/>
                </a:lnTo>
                <a:lnTo>
                  <a:pt x="10988" y="2502"/>
                </a:lnTo>
                <a:lnTo>
                  <a:pt x="12942" y="3254"/>
                </a:lnTo>
                <a:lnTo>
                  <a:pt x="14879" y="4086"/>
                </a:lnTo>
                <a:lnTo>
                  <a:pt x="16795" y="5011"/>
                </a:lnTo>
                <a:lnTo>
                  <a:pt x="18691" y="6044"/>
                </a:lnTo>
                <a:lnTo>
                  <a:pt x="20571" y="7200"/>
                </a:lnTo>
                <a:lnTo>
                  <a:pt x="21250" y="9774"/>
                </a:lnTo>
                <a:lnTo>
                  <a:pt x="21574" y="12064"/>
                </a:lnTo>
                <a:lnTo>
                  <a:pt x="21600" y="14231"/>
                </a:lnTo>
                <a:lnTo>
                  <a:pt x="21397" y="16434"/>
                </a:lnTo>
                <a:lnTo>
                  <a:pt x="21033" y="18835"/>
                </a:lnTo>
                <a:lnTo>
                  <a:pt x="20571" y="21600"/>
                </a:lnTo>
                <a:lnTo>
                  <a:pt x="18535" y="21244"/>
                </a:lnTo>
                <a:lnTo>
                  <a:pt x="16495" y="20887"/>
                </a:lnTo>
                <a:lnTo>
                  <a:pt x="14456" y="20531"/>
                </a:lnTo>
                <a:lnTo>
                  <a:pt x="12413" y="20171"/>
                </a:lnTo>
                <a:lnTo>
                  <a:pt x="10362" y="19814"/>
                </a:lnTo>
                <a:lnTo>
                  <a:pt x="8308" y="19454"/>
                </a:lnTo>
                <a:lnTo>
                  <a:pt x="6245" y="19094"/>
                </a:lnTo>
                <a:lnTo>
                  <a:pt x="4173" y="18731"/>
                </a:lnTo>
                <a:lnTo>
                  <a:pt x="2092" y="18367"/>
                </a:lnTo>
                <a:lnTo>
                  <a:pt x="0" y="18000"/>
                </a:lnTo>
                <a:lnTo>
                  <a:pt x="364" y="15772"/>
                </a:lnTo>
                <a:lnTo>
                  <a:pt x="729" y="13543"/>
                </a:lnTo>
                <a:lnTo>
                  <a:pt x="1093" y="11308"/>
                </a:lnTo>
                <a:lnTo>
                  <a:pt x="1458" y="9068"/>
                </a:lnTo>
                <a:lnTo>
                  <a:pt x="1825" y="6818"/>
                </a:lnTo>
                <a:lnTo>
                  <a:pt x="2195" y="4558"/>
                </a:lnTo>
                <a:lnTo>
                  <a:pt x="2566" y="2286"/>
                </a:lnTo>
                <a:lnTo>
                  <a:pt x="2939" y="0"/>
                </a:lnTo>
                <a:close/>
              </a:path>
            </a:pathLst>
          </a:custGeom>
          <a:solidFill>
            <a:srgbClr val="726E61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3" name="contour_08121"/>
          <p:cNvSpPr/>
          <p:nvPr/>
        </p:nvSpPr>
        <p:spPr>
          <a:xfrm>
            <a:off x="2172773" y="5312946"/>
            <a:ext cx="6772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4" y="0"/>
                </a:moveTo>
                <a:lnTo>
                  <a:pt x="8230" y="1337"/>
                </a:lnTo>
                <a:lnTo>
                  <a:pt x="8807" y="2678"/>
                </a:lnTo>
                <a:lnTo>
                  <a:pt x="9390" y="4031"/>
                </a:lnTo>
                <a:lnTo>
                  <a:pt x="9978" y="5400"/>
                </a:lnTo>
                <a:lnTo>
                  <a:pt x="11417" y="4730"/>
                </a:lnTo>
                <a:lnTo>
                  <a:pt x="12856" y="4063"/>
                </a:lnTo>
                <a:lnTo>
                  <a:pt x="14299" y="3391"/>
                </a:lnTo>
                <a:lnTo>
                  <a:pt x="15745" y="2722"/>
                </a:lnTo>
                <a:lnTo>
                  <a:pt x="17198" y="2047"/>
                </a:lnTo>
                <a:lnTo>
                  <a:pt x="18657" y="1369"/>
                </a:lnTo>
                <a:lnTo>
                  <a:pt x="20124" y="686"/>
                </a:lnTo>
                <a:lnTo>
                  <a:pt x="21600" y="0"/>
                </a:lnTo>
                <a:lnTo>
                  <a:pt x="20517" y="1358"/>
                </a:lnTo>
                <a:lnTo>
                  <a:pt x="19431" y="2711"/>
                </a:lnTo>
                <a:lnTo>
                  <a:pt x="18339" y="4058"/>
                </a:lnTo>
                <a:lnTo>
                  <a:pt x="17242" y="5400"/>
                </a:lnTo>
                <a:lnTo>
                  <a:pt x="16433" y="6402"/>
                </a:lnTo>
                <a:lnTo>
                  <a:pt x="15617" y="7414"/>
                </a:lnTo>
                <a:lnTo>
                  <a:pt x="14790" y="8438"/>
                </a:lnTo>
                <a:lnTo>
                  <a:pt x="13539" y="9590"/>
                </a:lnTo>
                <a:lnTo>
                  <a:pt x="12542" y="10290"/>
                </a:lnTo>
                <a:lnTo>
                  <a:pt x="11457" y="10649"/>
                </a:lnTo>
                <a:lnTo>
                  <a:pt x="9943" y="10781"/>
                </a:lnTo>
                <a:lnTo>
                  <a:pt x="7654" y="10800"/>
                </a:lnTo>
                <a:lnTo>
                  <a:pt x="8038" y="12582"/>
                </a:lnTo>
                <a:lnTo>
                  <a:pt x="8421" y="14367"/>
                </a:lnTo>
                <a:lnTo>
                  <a:pt x="8807" y="16160"/>
                </a:lnTo>
                <a:lnTo>
                  <a:pt x="9195" y="17960"/>
                </a:lnTo>
                <a:lnTo>
                  <a:pt x="9586" y="19772"/>
                </a:lnTo>
                <a:lnTo>
                  <a:pt x="9978" y="21600"/>
                </a:lnTo>
                <a:lnTo>
                  <a:pt x="8444" y="21600"/>
                </a:lnTo>
                <a:lnTo>
                  <a:pt x="6908" y="21600"/>
                </a:lnTo>
                <a:lnTo>
                  <a:pt x="5365" y="21600"/>
                </a:lnTo>
                <a:lnTo>
                  <a:pt x="3814" y="21600"/>
                </a:lnTo>
                <a:lnTo>
                  <a:pt x="2255" y="21600"/>
                </a:lnTo>
                <a:lnTo>
                  <a:pt x="681" y="21600"/>
                </a:lnTo>
                <a:lnTo>
                  <a:pt x="574" y="19745"/>
                </a:lnTo>
                <a:lnTo>
                  <a:pt x="479" y="17890"/>
                </a:lnTo>
                <a:lnTo>
                  <a:pt x="393" y="16033"/>
                </a:lnTo>
                <a:lnTo>
                  <a:pt x="316" y="14175"/>
                </a:lnTo>
                <a:lnTo>
                  <a:pt x="244" y="12317"/>
                </a:lnTo>
                <a:lnTo>
                  <a:pt x="165" y="10592"/>
                </a:lnTo>
                <a:lnTo>
                  <a:pt x="84" y="8856"/>
                </a:lnTo>
                <a:lnTo>
                  <a:pt x="0" y="7098"/>
                </a:lnTo>
                <a:lnTo>
                  <a:pt x="225" y="5646"/>
                </a:lnTo>
                <a:lnTo>
                  <a:pt x="451" y="4182"/>
                </a:lnTo>
                <a:lnTo>
                  <a:pt x="681" y="2700"/>
                </a:lnTo>
                <a:lnTo>
                  <a:pt x="2424" y="1741"/>
                </a:lnTo>
                <a:lnTo>
                  <a:pt x="3658" y="1120"/>
                </a:lnTo>
                <a:lnTo>
                  <a:pt x="4718" y="710"/>
                </a:lnTo>
                <a:lnTo>
                  <a:pt x="5939" y="381"/>
                </a:lnTo>
                <a:lnTo>
                  <a:pt x="7654" y="0"/>
                </a:lnTo>
                <a:close/>
              </a:path>
            </a:pathLst>
          </a:custGeom>
          <a:solidFill>
            <a:srgbClr val="5D5765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4" name="contour_08122"/>
          <p:cNvSpPr/>
          <p:nvPr/>
        </p:nvSpPr>
        <p:spPr>
          <a:xfrm>
            <a:off x="8857333" y="5320234"/>
            <a:ext cx="22527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2" y="0"/>
                </a:moveTo>
                <a:lnTo>
                  <a:pt x="18078" y="0"/>
                </a:lnTo>
                <a:lnTo>
                  <a:pt x="21600" y="0"/>
                </a:lnTo>
                <a:lnTo>
                  <a:pt x="21600" y="1007"/>
                </a:lnTo>
                <a:lnTo>
                  <a:pt x="21600" y="2013"/>
                </a:lnTo>
                <a:lnTo>
                  <a:pt x="21600" y="3020"/>
                </a:lnTo>
                <a:lnTo>
                  <a:pt x="21600" y="4028"/>
                </a:lnTo>
                <a:lnTo>
                  <a:pt x="21600" y="5036"/>
                </a:lnTo>
                <a:lnTo>
                  <a:pt x="21600" y="6045"/>
                </a:lnTo>
                <a:lnTo>
                  <a:pt x="21600" y="7056"/>
                </a:lnTo>
                <a:lnTo>
                  <a:pt x="21600" y="8068"/>
                </a:lnTo>
                <a:lnTo>
                  <a:pt x="21600" y="9082"/>
                </a:lnTo>
                <a:lnTo>
                  <a:pt x="21600" y="10099"/>
                </a:lnTo>
                <a:lnTo>
                  <a:pt x="21600" y="11117"/>
                </a:lnTo>
                <a:lnTo>
                  <a:pt x="21600" y="12136"/>
                </a:lnTo>
                <a:lnTo>
                  <a:pt x="21600" y="13159"/>
                </a:lnTo>
                <a:lnTo>
                  <a:pt x="21600" y="14185"/>
                </a:lnTo>
                <a:lnTo>
                  <a:pt x="21600" y="15214"/>
                </a:lnTo>
                <a:lnTo>
                  <a:pt x="21600" y="16245"/>
                </a:lnTo>
                <a:lnTo>
                  <a:pt x="21600" y="17280"/>
                </a:lnTo>
                <a:lnTo>
                  <a:pt x="16981" y="17280"/>
                </a:lnTo>
                <a:lnTo>
                  <a:pt x="12334" y="17280"/>
                </a:lnTo>
                <a:lnTo>
                  <a:pt x="7624" y="17280"/>
                </a:lnTo>
                <a:lnTo>
                  <a:pt x="5472" y="18351"/>
                </a:lnTo>
                <a:lnTo>
                  <a:pt x="4032" y="19112"/>
                </a:lnTo>
                <a:lnTo>
                  <a:pt x="2970" y="19768"/>
                </a:lnTo>
                <a:lnTo>
                  <a:pt x="1950" y="20529"/>
                </a:lnTo>
                <a:lnTo>
                  <a:pt x="636" y="21600"/>
                </a:lnTo>
                <a:lnTo>
                  <a:pt x="419" y="20570"/>
                </a:lnTo>
                <a:lnTo>
                  <a:pt x="238" y="19548"/>
                </a:lnTo>
                <a:lnTo>
                  <a:pt x="105" y="18533"/>
                </a:lnTo>
                <a:lnTo>
                  <a:pt x="28" y="17526"/>
                </a:lnTo>
                <a:lnTo>
                  <a:pt x="0" y="16524"/>
                </a:lnTo>
                <a:lnTo>
                  <a:pt x="42" y="15530"/>
                </a:lnTo>
                <a:lnTo>
                  <a:pt x="154" y="14540"/>
                </a:lnTo>
                <a:lnTo>
                  <a:pt x="342" y="13556"/>
                </a:lnTo>
                <a:lnTo>
                  <a:pt x="615" y="12576"/>
                </a:lnTo>
                <a:lnTo>
                  <a:pt x="971" y="11599"/>
                </a:lnTo>
                <a:lnTo>
                  <a:pt x="1426" y="10627"/>
                </a:lnTo>
                <a:lnTo>
                  <a:pt x="1992" y="9657"/>
                </a:lnTo>
                <a:lnTo>
                  <a:pt x="2655" y="8689"/>
                </a:lnTo>
                <a:lnTo>
                  <a:pt x="3438" y="7723"/>
                </a:lnTo>
                <a:lnTo>
                  <a:pt x="4347" y="6759"/>
                </a:lnTo>
                <a:lnTo>
                  <a:pt x="5374" y="5795"/>
                </a:lnTo>
                <a:lnTo>
                  <a:pt x="6541" y="4831"/>
                </a:lnTo>
                <a:lnTo>
                  <a:pt x="7848" y="3868"/>
                </a:lnTo>
                <a:lnTo>
                  <a:pt x="9301" y="2903"/>
                </a:lnTo>
                <a:lnTo>
                  <a:pt x="10908" y="1938"/>
                </a:lnTo>
                <a:lnTo>
                  <a:pt x="12676" y="971"/>
                </a:lnTo>
                <a:lnTo>
                  <a:pt x="14612" y="0"/>
                </a:lnTo>
                <a:close/>
              </a:path>
            </a:pathLst>
          </a:custGeom>
          <a:solidFill>
            <a:srgbClr val="BAD1EC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5" name="contour_08123"/>
          <p:cNvSpPr/>
          <p:nvPr/>
        </p:nvSpPr>
        <p:spPr>
          <a:xfrm>
            <a:off x="7881406" y="5320234"/>
            <a:ext cx="58304" cy="510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742" y="2845"/>
                </a:lnTo>
                <a:lnTo>
                  <a:pt x="18868" y="4967"/>
                </a:lnTo>
                <a:lnTo>
                  <a:pt x="19675" y="6587"/>
                </a:lnTo>
                <a:lnTo>
                  <a:pt x="20258" y="7920"/>
                </a:lnTo>
                <a:lnTo>
                  <a:pt x="20709" y="9179"/>
                </a:lnTo>
                <a:lnTo>
                  <a:pt x="21125" y="10579"/>
                </a:lnTo>
                <a:lnTo>
                  <a:pt x="21600" y="12341"/>
                </a:lnTo>
                <a:lnTo>
                  <a:pt x="20944" y="14714"/>
                </a:lnTo>
                <a:lnTo>
                  <a:pt x="20388" y="16411"/>
                </a:lnTo>
                <a:lnTo>
                  <a:pt x="19788" y="17691"/>
                </a:lnTo>
                <a:lnTo>
                  <a:pt x="18989" y="18811"/>
                </a:lnTo>
                <a:lnTo>
                  <a:pt x="17842" y="20027"/>
                </a:lnTo>
                <a:lnTo>
                  <a:pt x="16200" y="21597"/>
                </a:lnTo>
                <a:lnTo>
                  <a:pt x="14413" y="21600"/>
                </a:lnTo>
                <a:lnTo>
                  <a:pt x="12668" y="21501"/>
                </a:lnTo>
                <a:lnTo>
                  <a:pt x="10962" y="21298"/>
                </a:lnTo>
                <a:lnTo>
                  <a:pt x="9283" y="20980"/>
                </a:lnTo>
                <a:lnTo>
                  <a:pt x="7628" y="20548"/>
                </a:lnTo>
                <a:lnTo>
                  <a:pt x="5983" y="19996"/>
                </a:lnTo>
                <a:lnTo>
                  <a:pt x="4344" y="19317"/>
                </a:lnTo>
                <a:lnTo>
                  <a:pt x="2700" y="18512"/>
                </a:lnTo>
                <a:lnTo>
                  <a:pt x="2030" y="16984"/>
                </a:lnTo>
                <a:lnTo>
                  <a:pt x="1361" y="15451"/>
                </a:lnTo>
                <a:lnTo>
                  <a:pt x="683" y="13905"/>
                </a:lnTo>
                <a:lnTo>
                  <a:pt x="0" y="12341"/>
                </a:lnTo>
                <a:lnTo>
                  <a:pt x="1458" y="11230"/>
                </a:lnTo>
                <a:lnTo>
                  <a:pt x="2916" y="10120"/>
                </a:lnTo>
                <a:lnTo>
                  <a:pt x="4377" y="9006"/>
                </a:lnTo>
                <a:lnTo>
                  <a:pt x="5840" y="7892"/>
                </a:lnTo>
                <a:lnTo>
                  <a:pt x="7306" y="6775"/>
                </a:lnTo>
                <a:lnTo>
                  <a:pt x="8775" y="5658"/>
                </a:lnTo>
                <a:lnTo>
                  <a:pt x="10247" y="4535"/>
                </a:lnTo>
                <a:lnTo>
                  <a:pt x="11726" y="3409"/>
                </a:lnTo>
                <a:lnTo>
                  <a:pt x="13211" y="2277"/>
                </a:lnTo>
                <a:lnTo>
                  <a:pt x="14701" y="1142"/>
                </a:lnTo>
                <a:lnTo>
                  <a:pt x="16200" y="0"/>
                </a:lnTo>
                <a:close/>
              </a:path>
            </a:pathLst>
          </a:custGeom>
          <a:solidFill>
            <a:srgbClr val="EF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6" name="contour_08124"/>
          <p:cNvSpPr/>
          <p:nvPr/>
        </p:nvSpPr>
        <p:spPr>
          <a:xfrm>
            <a:off x="4958921" y="5327522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19954" y="14148"/>
                </a:lnTo>
                <a:lnTo>
                  <a:pt x="18391" y="15163"/>
                </a:lnTo>
                <a:lnTo>
                  <a:pt x="16860" y="16040"/>
                </a:lnTo>
                <a:lnTo>
                  <a:pt x="15314" y="16805"/>
                </a:lnTo>
                <a:lnTo>
                  <a:pt x="13711" y="17479"/>
                </a:lnTo>
                <a:lnTo>
                  <a:pt x="12000" y="18092"/>
                </a:lnTo>
                <a:lnTo>
                  <a:pt x="10622" y="18624"/>
                </a:lnTo>
                <a:lnTo>
                  <a:pt x="9226" y="19164"/>
                </a:lnTo>
                <a:lnTo>
                  <a:pt x="7862" y="19673"/>
                </a:lnTo>
                <a:lnTo>
                  <a:pt x="6499" y="20170"/>
                </a:lnTo>
                <a:lnTo>
                  <a:pt x="5134" y="20654"/>
                </a:lnTo>
                <a:lnTo>
                  <a:pt x="3766" y="21129"/>
                </a:lnTo>
                <a:lnTo>
                  <a:pt x="2400" y="21600"/>
                </a:lnTo>
                <a:lnTo>
                  <a:pt x="2102" y="18926"/>
                </a:lnTo>
                <a:lnTo>
                  <a:pt x="1805" y="16252"/>
                </a:lnTo>
                <a:lnTo>
                  <a:pt x="1507" y="13569"/>
                </a:lnTo>
                <a:lnTo>
                  <a:pt x="1210" y="10882"/>
                </a:lnTo>
                <a:lnTo>
                  <a:pt x="910" y="8182"/>
                </a:lnTo>
                <a:lnTo>
                  <a:pt x="607" y="5469"/>
                </a:lnTo>
                <a:lnTo>
                  <a:pt x="305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13141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7" name="contour_08125"/>
          <p:cNvSpPr/>
          <p:nvPr/>
        </p:nvSpPr>
        <p:spPr>
          <a:xfrm>
            <a:off x="7487854" y="5298370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54" y="444"/>
                </a:lnTo>
                <a:lnTo>
                  <a:pt x="2115" y="895"/>
                </a:lnTo>
                <a:lnTo>
                  <a:pt x="3191" y="1352"/>
                </a:lnTo>
                <a:lnTo>
                  <a:pt x="4489" y="1870"/>
                </a:lnTo>
                <a:lnTo>
                  <a:pt x="5761" y="2317"/>
                </a:lnTo>
                <a:lnTo>
                  <a:pt x="7024" y="2694"/>
                </a:lnTo>
                <a:lnTo>
                  <a:pt x="8294" y="3005"/>
                </a:lnTo>
                <a:lnTo>
                  <a:pt x="9592" y="3249"/>
                </a:lnTo>
                <a:lnTo>
                  <a:pt x="10930" y="3434"/>
                </a:lnTo>
                <a:lnTo>
                  <a:pt x="12255" y="3620"/>
                </a:lnTo>
                <a:lnTo>
                  <a:pt x="13526" y="3826"/>
                </a:lnTo>
                <a:lnTo>
                  <a:pt x="14759" y="4089"/>
                </a:lnTo>
                <a:lnTo>
                  <a:pt x="15970" y="4425"/>
                </a:lnTo>
                <a:lnTo>
                  <a:pt x="17176" y="4869"/>
                </a:lnTo>
                <a:lnTo>
                  <a:pt x="18393" y="5440"/>
                </a:lnTo>
                <a:lnTo>
                  <a:pt x="19636" y="6171"/>
                </a:lnTo>
                <a:lnTo>
                  <a:pt x="20196" y="8057"/>
                </a:lnTo>
                <a:lnTo>
                  <a:pt x="20640" y="9924"/>
                </a:lnTo>
                <a:lnTo>
                  <a:pt x="20979" y="11791"/>
                </a:lnTo>
                <a:lnTo>
                  <a:pt x="21231" y="13667"/>
                </a:lnTo>
                <a:lnTo>
                  <a:pt x="21404" y="15571"/>
                </a:lnTo>
                <a:lnTo>
                  <a:pt x="21516" y="17518"/>
                </a:lnTo>
                <a:lnTo>
                  <a:pt x="21576" y="19523"/>
                </a:lnTo>
                <a:lnTo>
                  <a:pt x="21600" y="21600"/>
                </a:lnTo>
                <a:lnTo>
                  <a:pt x="20106" y="21023"/>
                </a:lnTo>
                <a:lnTo>
                  <a:pt x="18676" y="20397"/>
                </a:lnTo>
                <a:lnTo>
                  <a:pt x="17307" y="19718"/>
                </a:lnTo>
                <a:lnTo>
                  <a:pt x="15998" y="18986"/>
                </a:lnTo>
                <a:lnTo>
                  <a:pt x="14737" y="18196"/>
                </a:lnTo>
                <a:lnTo>
                  <a:pt x="13526" y="17351"/>
                </a:lnTo>
                <a:lnTo>
                  <a:pt x="12355" y="16444"/>
                </a:lnTo>
                <a:lnTo>
                  <a:pt x="11224" y="15472"/>
                </a:lnTo>
                <a:lnTo>
                  <a:pt x="10126" y="14438"/>
                </a:lnTo>
                <a:lnTo>
                  <a:pt x="9058" y="13333"/>
                </a:lnTo>
                <a:lnTo>
                  <a:pt x="8014" y="12161"/>
                </a:lnTo>
                <a:lnTo>
                  <a:pt x="6991" y="10917"/>
                </a:lnTo>
                <a:lnTo>
                  <a:pt x="5981" y="9597"/>
                </a:lnTo>
                <a:lnTo>
                  <a:pt x="4984" y="8202"/>
                </a:lnTo>
                <a:lnTo>
                  <a:pt x="3992" y="6727"/>
                </a:lnTo>
                <a:lnTo>
                  <a:pt x="3002" y="5172"/>
                </a:lnTo>
                <a:lnTo>
                  <a:pt x="2011" y="3536"/>
                </a:lnTo>
                <a:lnTo>
                  <a:pt x="1011" y="1811"/>
                </a:lnTo>
                <a:lnTo>
                  <a:pt x="0" y="0"/>
                </a:lnTo>
                <a:close/>
              </a:path>
            </a:pathLst>
          </a:custGeom>
          <a:solidFill>
            <a:srgbClr val="E0E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8" name="contour_08126"/>
          <p:cNvSpPr/>
          <p:nvPr/>
        </p:nvSpPr>
        <p:spPr>
          <a:xfrm>
            <a:off x="5432640" y="5303034"/>
            <a:ext cx="72880" cy="34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60" y="137"/>
                </a:moveTo>
                <a:lnTo>
                  <a:pt x="5482" y="27"/>
                </a:lnTo>
                <a:lnTo>
                  <a:pt x="6789" y="0"/>
                </a:lnTo>
                <a:lnTo>
                  <a:pt x="8089" y="41"/>
                </a:lnTo>
                <a:lnTo>
                  <a:pt x="9390" y="141"/>
                </a:lnTo>
                <a:lnTo>
                  <a:pt x="10696" y="297"/>
                </a:lnTo>
                <a:lnTo>
                  <a:pt x="12014" y="502"/>
                </a:lnTo>
                <a:lnTo>
                  <a:pt x="12707" y="566"/>
                </a:lnTo>
                <a:lnTo>
                  <a:pt x="14794" y="753"/>
                </a:lnTo>
                <a:lnTo>
                  <a:pt x="16157" y="894"/>
                </a:lnTo>
                <a:lnTo>
                  <a:pt x="17518" y="1058"/>
                </a:lnTo>
                <a:lnTo>
                  <a:pt x="18878" y="1241"/>
                </a:lnTo>
                <a:lnTo>
                  <a:pt x="20239" y="1437"/>
                </a:lnTo>
                <a:lnTo>
                  <a:pt x="21600" y="1642"/>
                </a:lnTo>
                <a:lnTo>
                  <a:pt x="21324" y="6943"/>
                </a:lnTo>
                <a:lnTo>
                  <a:pt x="21092" y="10661"/>
                </a:lnTo>
                <a:lnTo>
                  <a:pt x="20850" y="13311"/>
                </a:lnTo>
                <a:lnTo>
                  <a:pt x="20533" y="15391"/>
                </a:lnTo>
                <a:lnTo>
                  <a:pt x="20084" y="17417"/>
                </a:lnTo>
                <a:lnTo>
                  <a:pt x="19440" y="19889"/>
                </a:lnTo>
                <a:lnTo>
                  <a:pt x="18042" y="20761"/>
                </a:lnTo>
                <a:lnTo>
                  <a:pt x="16651" y="21294"/>
                </a:lnTo>
                <a:lnTo>
                  <a:pt x="15265" y="21554"/>
                </a:lnTo>
                <a:lnTo>
                  <a:pt x="13869" y="21600"/>
                </a:lnTo>
                <a:lnTo>
                  <a:pt x="12463" y="21486"/>
                </a:lnTo>
                <a:lnTo>
                  <a:pt x="11038" y="21276"/>
                </a:lnTo>
                <a:lnTo>
                  <a:pt x="9584" y="21030"/>
                </a:lnTo>
                <a:lnTo>
                  <a:pt x="8206" y="20907"/>
                </a:lnTo>
                <a:lnTo>
                  <a:pt x="6804" y="20779"/>
                </a:lnTo>
                <a:lnTo>
                  <a:pt x="5443" y="20637"/>
                </a:lnTo>
                <a:lnTo>
                  <a:pt x="4082" y="20473"/>
                </a:lnTo>
                <a:lnTo>
                  <a:pt x="2722" y="20291"/>
                </a:lnTo>
                <a:lnTo>
                  <a:pt x="1361" y="20095"/>
                </a:lnTo>
                <a:lnTo>
                  <a:pt x="0" y="19889"/>
                </a:lnTo>
                <a:lnTo>
                  <a:pt x="337" y="13480"/>
                </a:lnTo>
                <a:lnTo>
                  <a:pt x="639" y="8845"/>
                </a:lnTo>
                <a:lnTo>
                  <a:pt x="978" y="5634"/>
                </a:lnTo>
                <a:lnTo>
                  <a:pt x="1428" y="3503"/>
                </a:lnTo>
                <a:lnTo>
                  <a:pt x="2058" y="2108"/>
                </a:lnTo>
                <a:lnTo>
                  <a:pt x="2946" y="1099"/>
                </a:lnTo>
                <a:lnTo>
                  <a:pt x="4160" y="137"/>
                </a:lnTo>
                <a:close/>
              </a:path>
            </a:pathLst>
          </a:custGeom>
          <a:solidFill>
            <a:srgbClr val="61605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29" name="contour_08127"/>
          <p:cNvSpPr/>
          <p:nvPr/>
        </p:nvSpPr>
        <p:spPr>
          <a:xfrm>
            <a:off x="2072876" y="5181762"/>
            <a:ext cx="6799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36" y="0"/>
                </a:moveTo>
                <a:lnTo>
                  <a:pt x="21260" y="2774"/>
                </a:lnTo>
                <a:lnTo>
                  <a:pt x="21514" y="4726"/>
                </a:lnTo>
                <a:lnTo>
                  <a:pt x="21600" y="6115"/>
                </a:lnTo>
                <a:lnTo>
                  <a:pt x="21514" y="7214"/>
                </a:lnTo>
                <a:lnTo>
                  <a:pt x="21260" y="8287"/>
                </a:lnTo>
                <a:lnTo>
                  <a:pt x="20836" y="9600"/>
                </a:lnTo>
                <a:lnTo>
                  <a:pt x="19428" y="10181"/>
                </a:lnTo>
                <a:lnTo>
                  <a:pt x="18016" y="10654"/>
                </a:lnTo>
                <a:lnTo>
                  <a:pt x="16597" y="11030"/>
                </a:lnTo>
                <a:lnTo>
                  <a:pt x="15166" y="11328"/>
                </a:lnTo>
                <a:lnTo>
                  <a:pt x="13719" y="11558"/>
                </a:lnTo>
                <a:lnTo>
                  <a:pt x="12256" y="11738"/>
                </a:lnTo>
                <a:lnTo>
                  <a:pt x="10772" y="11880"/>
                </a:lnTo>
                <a:lnTo>
                  <a:pt x="9260" y="12000"/>
                </a:lnTo>
                <a:lnTo>
                  <a:pt x="9642" y="13584"/>
                </a:lnTo>
                <a:lnTo>
                  <a:pt x="10024" y="15170"/>
                </a:lnTo>
                <a:lnTo>
                  <a:pt x="10409" y="16764"/>
                </a:lnTo>
                <a:lnTo>
                  <a:pt x="10795" y="18365"/>
                </a:lnTo>
                <a:lnTo>
                  <a:pt x="11184" y="19975"/>
                </a:lnTo>
                <a:lnTo>
                  <a:pt x="11576" y="21600"/>
                </a:lnTo>
                <a:lnTo>
                  <a:pt x="9853" y="21149"/>
                </a:lnTo>
                <a:lnTo>
                  <a:pt x="8631" y="20798"/>
                </a:lnTo>
                <a:lnTo>
                  <a:pt x="7575" y="20434"/>
                </a:lnTo>
                <a:lnTo>
                  <a:pt x="6353" y="19939"/>
                </a:lnTo>
                <a:lnTo>
                  <a:pt x="4630" y="19200"/>
                </a:lnTo>
                <a:lnTo>
                  <a:pt x="4630" y="17614"/>
                </a:lnTo>
                <a:lnTo>
                  <a:pt x="4630" y="16018"/>
                </a:lnTo>
                <a:lnTo>
                  <a:pt x="4630" y="14400"/>
                </a:lnTo>
                <a:lnTo>
                  <a:pt x="3255" y="13519"/>
                </a:lnTo>
                <a:lnTo>
                  <a:pt x="2315" y="12974"/>
                </a:lnTo>
                <a:lnTo>
                  <a:pt x="1375" y="12545"/>
                </a:lnTo>
                <a:lnTo>
                  <a:pt x="0" y="12000"/>
                </a:lnTo>
                <a:lnTo>
                  <a:pt x="1581" y="12298"/>
                </a:lnTo>
                <a:lnTo>
                  <a:pt x="3183" y="12600"/>
                </a:lnTo>
                <a:lnTo>
                  <a:pt x="4426" y="12403"/>
                </a:lnTo>
                <a:lnTo>
                  <a:pt x="5677" y="12202"/>
                </a:lnTo>
                <a:lnTo>
                  <a:pt x="6945" y="12000"/>
                </a:lnTo>
                <a:lnTo>
                  <a:pt x="7788" y="10601"/>
                </a:lnTo>
                <a:lnTo>
                  <a:pt x="8524" y="9192"/>
                </a:lnTo>
                <a:lnTo>
                  <a:pt x="9177" y="7757"/>
                </a:lnTo>
                <a:lnTo>
                  <a:pt x="9779" y="6276"/>
                </a:lnTo>
                <a:lnTo>
                  <a:pt x="10355" y="4735"/>
                </a:lnTo>
                <a:lnTo>
                  <a:pt x="11451" y="2995"/>
                </a:lnTo>
                <a:lnTo>
                  <a:pt x="12650" y="1742"/>
                </a:lnTo>
                <a:lnTo>
                  <a:pt x="13969" y="900"/>
                </a:lnTo>
                <a:lnTo>
                  <a:pt x="15428" y="386"/>
                </a:lnTo>
                <a:lnTo>
                  <a:pt x="17046" y="118"/>
                </a:lnTo>
                <a:lnTo>
                  <a:pt x="18843" y="17"/>
                </a:lnTo>
                <a:lnTo>
                  <a:pt x="20836" y="0"/>
                </a:lnTo>
                <a:close/>
              </a:path>
            </a:pathLst>
          </a:custGeom>
          <a:solidFill>
            <a:srgbClr val="544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0" name="contour_08128"/>
          <p:cNvSpPr/>
          <p:nvPr/>
        </p:nvSpPr>
        <p:spPr>
          <a:xfrm>
            <a:off x="418502" y="5210914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987" y="1536"/>
                </a:lnTo>
                <a:lnTo>
                  <a:pt x="20364" y="3073"/>
                </a:lnTo>
                <a:lnTo>
                  <a:pt x="19742" y="4609"/>
                </a:lnTo>
                <a:lnTo>
                  <a:pt x="19112" y="6145"/>
                </a:lnTo>
                <a:lnTo>
                  <a:pt x="18477" y="7679"/>
                </a:lnTo>
                <a:lnTo>
                  <a:pt x="17772" y="9531"/>
                </a:lnTo>
                <a:lnTo>
                  <a:pt x="17332" y="10800"/>
                </a:lnTo>
                <a:lnTo>
                  <a:pt x="16965" y="12069"/>
                </a:lnTo>
                <a:lnTo>
                  <a:pt x="16485" y="13921"/>
                </a:lnTo>
                <a:lnTo>
                  <a:pt x="16062" y="15401"/>
                </a:lnTo>
                <a:lnTo>
                  <a:pt x="15664" y="16540"/>
                </a:lnTo>
                <a:lnTo>
                  <a:pt x="15129" y="17707"/>
                </a:lnTo>
                <a:lnTo>
                  <a:pt x="14286" y="19270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17161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1" name="contour_08129"/>
          <p:cNvSpPr/>
          <p:nvPr/>
        </p:nvSpPr>
        <p:spPr>
          <a:xfrm>
            <a:off x="8362413" y="5189050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144" y="1005"/>
                </a:lnTo>
                <a:lnTo>
                  <a:pt x="18357" y="1783"/>
                </a:lnTo>
                <a:lnTo>
                  <a:pt x="19236" y="2496"/>
                </a:lnTo>
                <a:lnTo>
                  <a:pt x="19955" y="3311"/>
                </a:lnTo>
                <a:lnTo>
                  <a:pt x="20687" y="4387"/>
                </a:lnTo>
                <a:lnTo>
                  <a:pt x="21600" y="5891"/>
                </a:lnTo>
                <a:lnTo>
                  <a:pt x="20866" y="7191"/>
                </a:lnTo>
                <a:lnTo>
                  <a:pt x="19995" y="8424"/>
                </a:lnTo>
                <a:lnTo>
                  <a:pt x="19005" y="9606"/>
                </a:lnTo>
                <a:lnTo>
                  <a:pt x="17919" y="10751"/>
                </a:lnTo>
                <a:lnTo>
                  <a:pt x="16755" y="11874"/>
                </a:lnTo>
                <a:lnTo>
                  <a:pt x="15533" y="12989"/>
                </a:lnTo>
                <a:lnTo>
                  <a:pt x="14271" y="14115"/>
                </a:lnTo>
                <a:lnTo>
                  <a:pt x="13124" y="15201"/>
                </a:lnTo>
                <a:lnTo>
                  <a:pt x="11957" y="16304"/>
                </a:lnTo>
                <a:lnTo>
                  <a:pt x="10819" y="17372"/>
                </a:lnTo>
                <a:lnTo>
                  <a:pt x="9671" y="18435"/>
                </a:lnTo>
                <a:lnTo>
                  <a:pt x="8513" y="19493"/>
                </a:lnTo>
                <a:lnTo>
                  <a:pt x="7347" y="20547"/>
                </a:lnTo>
                <a:lnTo>
                  <a:pt x="6171" y="21600"/>
                </a:lnTo>
                <a:lnTo>
                  <a:pt x="4644" y="21113"/>
                </a:lnTo>
                <a:lnTo>
                  <a:pt x="3107" y="20626"/>
                </a:lnTo>
                <a:lnTo>
                  <a:pt x="1564" y="20133"/>
                </a:lnTo>
                <a:lnTo>
                  <a:pt x="0" y="19636"/>
                </a:lnTo>
                <a:lnTo>
                  <a:pt x="916" y="18470"/>
                </a:lnTo>
                <a:lnTo>
                  <a:pt x="1833" y="17304"/>
                </a:lnTo>
                <a:lnTo>
                  <a:pt x="2752" y="16133"/>
                </a:lnTo>
                <a:lnTo>
                  <a:pt x="3672" y="14963"/>
                </a:lnTo>
                <a:lnTo>
                  <a:pt x="4595" y="13791"/>
                </a:lnTo>
                <a:lnTo>
                  <a:pt x="5517" y="12612"/>
                </a:lnTo>
                <a:lnTo>
                  <a:pt x="6446" y="11430"/>
                </a:lnTo>
                <a:lnTo>
                  <a:pt x="7378" y="10244"/>
                </a:lnTo>
                <a:lnTo>
                  <a:pt x="8316" y="9052"/>
                </a:lnTo>
                <a:lnTo>
                  <a:pt x="9257" y="7855"/>
                </a:lnTo>
                <a:lnTo>
                  <a:pt x="7424" y="7855"/>
                </a:lnTo>
                <a:lnTo>
                  <a:pt x="5585" y="7855"/>
                </a:lnTo>
                <a:lnTo>
                  <a:pt x="3740" y="7855"/>
                </a:lnTo>
                <a:lnTo>
                  <a:pt x="1879" y="7855"/>
                </a:lnTo>
                <a:lnTo>
                  <a:pt x="0" y="7855"/>
                </a:lnTo>
                <a:lnTo>
                  <a:pt x="0" y="6557"/>
                </a:lnTo>
                <a:lnTo>
                  <a:pt x="0" y="5251"/>
                </a:lnTo>
                <a:lnTo>
                  <a:pt x="0" y="3927"/>
                </a:lnTo>
                <a:lnTo>
                  <a:pt x="1892" y="3071"/>
                </a:lnTo>
                <a:lnTo>
                  <a:pt x="3283" y="2519"/>
                </a:lnTo>
                <a:lnTo>
                  <a:pt x="4866" y="2025"/>
                </a:lnTo>
                <a:lnTo>
                  <a:pt x="7329" y="1351"/>
                </a:lnTo>
                <a:lnTo>
                  <a:pt x="8689" y="952"/>
                </a:lnTo>
                <a:lnTo>
                  <a:pt x="10063" y="552"/>
                </a:lnTo>
                <a:lnTo>
                  <a:pt x="11451" y="145"/>
                </a:lnTo>
                <a:lnTo>
                  <a:pt x="13426" y="73"/>
                </a:lnTo>
                <a:lnTo>
                  <a:pt x="15429" y="0"/>
                </a:lnTo>
                <a:close/>
              </a:path>
            </a:pathLst>
          </a:custGeom>
          <a:solidFill>
            <a:srgbClr val="52524F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2" name="contour_08130"/>
          <p:cNvSpPr/>
          <p:nvPr/>
        </p:nvSpPr>
        <p:spPr>
          <a:xfrm>
            <a:off x="5133833" y="5187789"/>
            <a:ext cx="72880" cy="52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21"/>
                </a:moveTo>
                <a:lnTo>
                  <a:pt x="1454" y="361"/>
                </a:lnTo>
                <a:lnTo>
                  <a:pt x="2899" y="217"/>
                </a:lnTo>
                <a:lnTo>
                  <a:pt x="4337" y="105"/>
                </a:lnTo>
                <a:lnTo>
                  <a:pt x="5772" y="27"/>
                </a:lnTo>
                <a:lnTo>
                  <a:pt x="7204" y="0"/>
                </a:lnTo>
                <a:lnTo>
                  <a:pt x="8636" y="24"/>
                </a:lnTo>
                <a:lnTo>
                  <a:pt x="10072" y="114"/>
                </a:lnTo>
                <a:lnTo>
                  <a:pt x="11513" y="277"/>
                </a:lnTo>
                <a:lnTo>
                  <a:pt x="12960" y="521"/>
                </a:lnTo>
                <a:lnTo>
                  <a:pt x="13755" y="2761"/>
                </a:lnTo>
                <a:lnTo>
                  <a:pt x="14265" y="4351"/>
                </a:lnTo>
                <a:lnTo>
                  <a:pt x="14593" y="5724"/>
                </a:lnTo>
                <a:lnTo>
                  <a:pt x="14844" y="7314"/>
                </a:lnTo>
                <a:lnTo>
                  <a:pt x="15120" y="9555"/>
                </a:lnTo>
                <a:lnTo>
                  <a:pt x="16548" y="9555"/>
                </a:lnTo>
                <a:lnTo>
                  <a:pt x="17984" y="9555"/>
                </a:lnTo>
                <a:lnTo>
                  <a:pt x="19440" y="9555"/>
                </a:lnTo>
                <a:lnTo>
                  <a:pt x="20105" y="11795"/>
                </a:lnTo>
                <a:lnTo>
                  <a:pt x="20550" y="13385"/>
                </a:lnTo>
                <a:lnTo>
                  <a:pt x="20879" y="14758"/>
                </a:lnTo>
                <a:lnTo>
                  <a:pt x="21194" y="16348"/>
                </a:lnTo>
                <a:lnTo>
                  <a:pt x="21600" y="18589"/>
                </a:lnTo>
                <a:lnTo>
                  <a:pt x="20317" y="19185"/>
                </a:lnTo>
                <a:lnTo>
                  <a:pt x="19030" y="19784"/>
                </a:lnTo>
                <a:lnTo>
                  <a:pt x="17738" y="20383"/>
                </a:lnTo>
                <a:lnTo>
                  <a:pt x="16435" y="20989"/>
                </a:lnTo>
                <a:lnTo>
                  <a:pt x="15120" y="21600"/>
                </a:lnTo>
                <a:lnTo>
                  <a:pt x="14753" y="20194"/>
                </a:lnTo>
                <a:lnTo>
                  <a:pt x="14377" y="18766"/>
                </a:lnTo>
                <a:lnTo>
                  <a:pt x="13455" y="16957"/>
                </a:lnTo>
                <a:lnTo>
                  <a:pt x="12522" y="15653"/>
                </a:lnTo>
                <a:lnTo>
                  <a:pt x="11524" y="14716"/>
                </a:lnTo>
                <a:lnTo>
                  <a:pt x="10403" y="14012"/>
                </a:lnTo>
                <a:lnTo>
                  <a:pt x="9100" y="13403"/>
                </a:lnTo>
                <a:lnTo>
                  <a:pt x="7560" y="12753"/>
                </a:lnTo>
                <a:lnTo>
                  <a:pt x="5365" y="11630"/>
                </a:lnTo>
                <a:lnTo>
                  <a:pt x="3838" y="10717"/>
                </a:lnTo>
                <a:lnTo>
                  <a:pt x="2776" y="9787"/>
                </a:lnTo>
                <a:lnTo>
                  <a:pt x="1983" y="8618"/>
                </a:lnTo>
                <a:lnTo>
                  <a:pt x="1259" y="6986"/>
                </a:lnTo>
                <a:lnTo>
                  <a:pt x="406" y="4661"/>
                </a:lnTo>
                <a:lnTo>
                  <a:pt x="205" y="2605"/>
                </a:lnTo>
                <a:lnTo>
                  <a:pt x="0" y="521"/>
                </a:lnTo>
                <a:close/>
              </a:path>
            </a:pathLst>
          </a:custGeom>
          <a:solidFill>
            <a:srgbClr val="57534A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3" name="contour_08131"/>
          <p:cNvSpPr/>
          <p:nvPr/>
        </p:nvSpPr>
        <p:spPr>
          <a:xfrm>
            <a:off x="7611750" y="5157784"/>
            <a:ext cx="58304" cy="553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825"/>
                </a:moveTo>
                <a:lnTo>
                  <a:pt x="12687" y="262"/>
                </a:lnTo>
                <a:lnTo>
                  <a:pt x="14423" y="9"/>
                </a:lnTo>
                <a:lnTo>
                  <a:pt x="16095" y="0"/>
                </a:lnTo>
                <a:lnTo>
                  <a:pt x="17788" y="176"/>
                </a:lnTo>
                <a:lnTo>
                  <a:pt x="19594" y="469"/>
                </a:lnTo>
                <a:lnTo>
                  <a:pt x="21600" y="825"/>
                </a:lnTo>
                <a:lnTo>
                  <a:pt x="21219" y="2483"/>
                </a:lnTo>
                <a:lnTo>
                  <a:pt x="20833" y="4141"/>
                </a:lnTo>
                <a:lnTo>
                  <a:pt x="20439" y="5796"/>
                </a:lnTo>
                <a:lnTo>
                  <a:pt x="20039" y="7451"/>
                </a:lnTo>
                <a:lnTo>
                  <a:pt x="19629" y="9101"/>
                </a:lnTo>
                <a:lnTo>
                  <a:pt x="19267" y="10654"/>
                </a:lnTo>
                <a:lnTo>
                  <a:pt x="19013" y="11851"/>
                </a:lnTo>
                <a:lnTo>
                  <a:pt x="18800" y="13077"/>
                </a:lnTo>
                <a:lnTo>
                  <a:pt x="18560" y="14723"/>
                </a:lnTo>
                <a:lnTo>
                  <a:pt x="18225" y="17178"/>
                </a:lnTo>
                <a:lnTo>
                  <a:pt x="17555" y="18352"/>
                </a:lnTo>
                <a:lnTo>
                  <a:pt x="16883" y="19535"/>
                </a:lnTo>
                <a:lnTo>
                  <a:pt x="16200" y="20733"/>
                </a:lnTo>
                <a:lnTo>
                  <a:pt x="14243" y="21139"/>
                </a:lnTo>
                <a:lnTo>
                  <a:pt x="12309" y="21424"/>
                </a:lnTo>
                <a:lnTo>
                  <a:pt x="10395" y="21580"/>
                </a:lnTo>
                <a:lnTo>
                  <a:pt x="8486" y="21600"/>
                </a:lnTo>
                <a:lnTo>
                  <a:pt x="6574" y="21469"/>
                </a:lnTo>
                <a:lnTo>
                  <a:pt x="4649" y="21185"/>
                </a:lnTo>
                <a:lnTo>
                  <a:pt x="2700" y="20733"/>
                </a:lnTo>
                <a:lnTo>
                  <a:pt x="1661" y="19012"/>
                </a:lnTo>
                <a:lnTo>
                  <a:pt x="1034" y="17846"/>
                </a:lnTo>
                <a:lnTo>
                  <a:pt x="564" y="16700"/>
                </a:lnTo>
                <a:lnTo>
                  <a:pt x="0" y="15045"/>
                </a:lnTo>
                <a:lnTo>
                  <a:pt x="1282" y="15338"/>
                </a:lnTo>
                <a:lnTo>
                  <a:pt x="2573" y="15633"/>
                </a:lnTo>
                <a:lnTo>
                  <a:pt x="3883" y="15932"/>
                </a:lnTo>
                <a:lnTo>
                  <a:pt x="5276" y="15639"/>
                </a:lnTo>
                <a:lnTo>
                  <a:pt x="6677" y="15343"/>
                </a:lnTo>
                <a:lnTo>
                  <a:pt x="8100" y="15045"/>
                </a:lnTo>
                <a:lnTo>
                  <a:pt x="8545" y="13153"/>
                </a:lnTo>
                <a:lnTo>
                  <a:pt x="8816" y="11783"/>
                </a:lnTo>
                <a:lnTo>
                  <a:pt x="9026" y="10264"/>
                </a:lnTo>
                <a:lnTo>
                  <a:pt x="9283" y="7935"/>
                </a:lnTo>
                <a:lnTo>
                  <a:pt x="9577" y="5605"/>
                </a:lnTo>
                <a:lnTo>
                  <a:pt x="9833" y="4087"/>
                </a:lnTo>
                <a:lnTo>
                  <a:pt x="10195" y="2716"/>
                </a:lnTo>
                <a:lnTo>
                  <a:pt x="10800" y="825"/>
                </a:lnTo>
                <a:close/>
              </a:path>
            </a:pathLst>
          </a:custGeom>
          <a:solidFill>
            <a:srgbClr val="31312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4" name="contour_08132"/>
          <p:cNvSpPr/>
          <p:nvPr/>
        </p:nvSpPr>
        <p:spPr>
          <a:xfrm>
            <a:off x="1183741" y="5174474"/>
            <a:ext cx="102032" cy="449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139" y="805"/>
                </a:lnTo>
                <a:lnTo>
                  <a:pt x="8105" y="1617"/>
                </a:lnTo>
                <a:lnTo>
                  <a:pt x="9069" y="2432"/>
                </a:lnTo>
                <a:lnTo>
                  <a:pt x="10033" y="3251"/>
                </a:lnTo>
                <a:lnTo>
                  <a:pt x="10997" y="4073"/>
                </a:lnTo>
                <a:lnTo>
                  <a:pt x="11960" y="4899"/>
                </a:lnTo>
                <a:lnTo>
                  <a:pt x="12923" y="5728"/>
                </a:lnTo>
                <a:lnTo>
                  <a:pt x="13886" y="6561"/>
                </a:lnTo>
                <a:lnTo>
                  <a:pt x="14623" y="7170"/>
                </a:lnTo>
                <a:lnTo>
                  <a:pt x="15364" y="7782"/>
                </a:lnTo>
                <a:lnTo>
                  <a:pt x="16115" y="8405"/>
                </a:lnTo>
                <a:lnTo>
                  <a:pt x="16813" y="9014"/>
                </a:lnTo>
                <a:lnTo>
                  <a:pt x="17515" y="9630"/>
                </a:lnTo>
                <a:lnTo>
                  <a:pt x="18224" y="10252"/>
                </a:lnTo>
                <a:lnTo>
                  <a:pt x="19196" y="11078"/>
                </a:lnTo>
                <a:lnTo>
                  <a:pt x="20184" y="11918"/>
                </a:lnTo>
                <a:lnTo>
                  <a:pt x="20887" y="12950"/>
                </a:lnTo>
                <a:lnTo>
                  <a:pt x="21600" y="13996"/>
                </a:lnTo>
                <a:lnTo>
                  <a:pt x="21600" y="16309"/>
                </a:lnTo>
                <a:lnTo>
                  <a:pt x="21600" y="18636"/>
                </a:lnTo>
                <a:lnTo>
                  <a:pt x="21600" y="20995"/>
                </a:lnTo>
                <a:lnTo>
                  <a:pt x="20562" y="21180"/>
                </a:lnTo>
                <a:lnTo>
                  <a:pt x="19531" y="21345"/>
                </a:lnTo>
                <a:lnTo>
                  <a:pt x="18503" y="21478"/>
                </a:lnTo>
                <a:lnTo>
                  <a:pt x="17479" y="21565"/>
                </a:lnTo>
                <a:lnTo>
                  <a:pt x="16455" y="21600"/>
                </a:lnTo>
                <a:lnTo>
                  <a:pt x="15432" y="21572"/>
                </a:lnTo>
                <a:lnTo>
                  <a:pt x="14406" y="21467"/>
                </a:lnTo>
                <a:lnTo>
                  <a:pt x="13377" y="21278"/>
                </a:lnTo>
                <a:lnTo>
                  <a:pt x="12343" y="20995"/>
                </a:lnTo>
                <a:lnTo>
                  <a:pt x="11683" y="18391"/>
                </a:lnTo>
                <a:lnTo>
                  <a:pt x="11272" y="16544"/>
                </a:lnTo>
                <a:lnTo>
                  <a:pt x="11038" y="14948"/>
                </a:lnTo>
                <a:lnTo>
                  <a:pt x="10905" y="13101"/>
                </a:lnTo>
                <a:lnTo>
                  <a:pt x="10800" y="10497"/>
                </a:lnTo>
                <a:lnTo>
                  <a:pt x="9822" y="10998"/>
                </a:lnTo>
                <a:lnTo>
                  <a:pt x="8830" y="11509"/>
                </a:lnTo>
                <a:lnTo>
                  <a:pt x="7983" y="11897"/>
                </a:lnTo>
                <a:lnTo>
                  <a:pt x="7131" y="12289"/>
                </a:lnTo>
                <a:lnTo>
                  <a:pt x="6267" y="12684"/>
                </a:lnTo>
                <a:lnTo>
                  <a:pt x="5425" y="13090"/>
                </a:lnTo>
                <a:lnTo>
                  <a:pt x="4578" y="13500"/>
                </a:lnTo>
                <a:lnTo>
                  <a:pt x="3718" y="13916"/>
                </a:lnTo>
                <a:lnTo>
                  <a:pt x="2638" y="13954"/>
                </a:lnTo>
                <a:lnTo>
                  <a:pt x="1543" y="13996"/>
                </a:lnTo>
                <a:lnTo>
                  <a:pt x="920" y="11963"/>
                </a:lnTo>
                <a:lnTo>
                  <a:pt x="551" y="10557"/>
                </a:lnTo>
                <a:lnTo>
                  <a:pt x="292" y="9122"/>
                </a:lnTo>
                <a:lnTo>
                  <a:pt x="0" y="6998"/>
                </a:lnTo>
                <a:lnTo>
                  <a:pt x="1018" y="6998"/>
                </a:lnTo>
                <a:lnTo>
                  <a:pt x="2038" y="6998"/>
                </a:lnTo>
                <a:lnTo>
                  <a:pt x="3063" y="6998"/>
                </a:lnTo>
                <a:lnTo>
                  <a:pt x="4092" y="6998"/>
                </a:lnTo>
                <a:lnTo>
                  <a:pt x="5127" y="6998"/>
                </a:lnTo>
                <a:lnTo>
                  <a:pt x="6171" y="6998"/>
                </a:lnTo>
                <a:lnTo>
                  <a:pt x="6171" y="4685"/>
                </a:lnTo>
                <a:lnTo>
                  <a:pt x="6171" y="2358"/>
                </a:lnTo>
                <a:lnTo>
                  <a:pt x="6171" y="0"/>
                </a:lnTo>
                <a:close/>
              </a:path>
            </a:pathLst>
          </a:custGeom>
          <a:solidFill>
            <a:srgbClr val="68606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5" name="contour_08133"/>
          <p:cNvSpPr/>
          <p:nvPr/>
        </p:nvSpPr>
        <p:spPr>
          <a:xfrm>
            <a:off x="4835025" y="5159898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207" y="2138"/>
                </a:lnTo>
                <a:lnTo>
                  <a:pt x="10598" y="4284"/>
                </a:lnTo>
                <a:lnTo>
                  <a:pt x="10989" y="6437"/>
                </a:lnTo>
                <a:lnTo>
                  <a:pt x="11383" y="8608"/>
                </a:lnTo>
                <a:lnTo>
                  <a:pt x="11782" y="10800"/>
                </a:lnTo>
                <a:lnTo>
                  <a:pt x="12997" y="9907"/>
                </a:lnTo>
                <a:lnTo>
                  <a:pt x="14213" y="9018"/>
                </a:lnTo>
                <a:lnTo>
                  <a:pt x="15432" y="8122"/>
                </a:lnTo>
                <a:lnTo>
                  <a:pt x="16654" y="7229"/>
                </a:lnTo>
                <a:lnTo>
                  <a:pt x="17881" y="6329"/>
                </a:lnTo>
                <a:lnTo>
                  <a:pt x="19114" y="5425"/>
                </a:lnTo>
                <a:lnTo>
                  <a:pt x="20353" y="4514"/>
                </a:lnTo>
                <a:lnTo>
                  <a:pt x="21600" y="3600"/>
                </a:lnTo>
                <a:lnTo>
                  <a:pt x="21600" y="5738"/>
                </a:lnTo>
                <a:lnTo>
                  <a:pt x="21600" y="7884"/>
                </a:lnTo>
                <a:lnTo>
                  <a:pt x="21600" y="10037"/>
                </a:lnTo>
                <a:lnTo>
                  <a:pt x="21600" y="12208"/>
                </a:lnTo>
                <a:lnTo>
                  <a:pt x="21600" y="14400"/>
                </a:lnTo>
                <a:lnTo>
                  <a:pt x="20304" y="14400"/>
                </a:lnTo>
                <a:lnTo>
                  <a:pt x="19006" y="14400"/>
                </a:lnTo>
                <a:lnTo>
                  <a:pt x="17702" y="14400"/>
                </a:lnTo>
                <a:lnTo>
                  <a:pt x="16392" y="14400"/>
                </a:lnTo>
                <a:lnTo>
                  <a:pt x="15075" y="14400"/>
                </a:lnTo>
                <a:lnTo>
                  <a:pt x="13745" y="14400"/>
                </a:lnTo>
                <a:lnTo>
                  <a:pt x="13745" y="16780"/>
                </a:lnTo>
                <a:lnTo>
                  <a:pt x="13745" y="19174"/>
                </a:lnTo>
                <a:lnTo>
                  <a:pt x="13745" y="21600"/>
                </a:lnTo>
                <a:lnTo>
                  <a:pt x="11475" y="21017"/>
                </a:lnTo>
                <a:lnTo>
                  <a:pt x="9734" y="20513"/>
                </a:lnTo>
                <a:lnTo>
                  <a:pt x="8408" y="20009"/>
                </a:lnTo>
                <a:lnTo>
                  <a:pt x="7387" y="19418"/>
                </a:lnTo>
                <a:lnTo>
                  <a:pt x="6555" y="18659"/>
                </a:lnTo>
                <a:lnTo>
                  <a:pt x="5799" y="17651"/>
                </a:lnTo>
                <a:lnTo>
                  <a:pt x="5003" y="16312"/>
                </a:lnTo>
                <a:lnTo>
                  <a:pt x="4057" y="14555"/>
                </a:lnTo>
                <a:lnTo>
                  <a:pt x="3350" y="12769"/>
                </a:lnTo>
                <a:lnTo>
                  <a:pt x="2661" y="10962"/>
                </a:lnTo>
                <a:lnTo>
                  <a:pt x="1981" y="9137"/>
                </a:lnTo>
                <a:lnTo>
                  <a:pt x="1314" y="7301"/>
                </a:lnTo>
                <a:lnTo>
                  <a:pt x="654" y="5454"/>
                </a:lnTo>
                <a:lnTo>
                  <a:pt x="0" y="3600"/>
                </a:lnTo>
                <a:lnTo>
                  <a:pt x="1215" y="3154"/>
                </a:lnTo>
                <a:lnTo>
                  <a:pt x="2431" y="2707"/>
                </a:lnTo>
                <a:lnTo>
                  <a:pt x="3650" y="2261"/>
                </a:lnTo>
                <a:lnTo>
                  <a:pt x="4872" y="1814"/>
                </a:lnTo>
                <a:lnTo>
                  <a:pt x="6099" y="1364"/>
                </a:lnTo>
                <a:lnTo>
                  <a:pt x="7332" y="911"/>
                </a:lnTo>
                <a:lnTo>
                  <a:pt x="8571" y="457"/>
                </a:lnTo>
                <a:lnTo>
                  <a:pt x="9818" y="0"/>
                </a:lnTo>
                <a:close/>
              </a:path>
            </a:pathLst>
          </a:custGeom>
          <a:solidFill>
            <a:srgbClr val="9C8B6A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6" name="contour_08134"/>
          <p:cNvSpPr/>
          <p:nvPr/>
        </p:nvSpPr>
        <p:spPr>
          <a:xfrm>
            <a:off x="2014201" y="5116170"/>
            <a:ext cx="5049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" y="0"/>
                </a:moveTo>
                <a:lnTo>
                  <a:pt x="2541" y="235"/>
                </a:lnTo>
                <a:lnTo>
                  <a:pt x="4795" y="491"/>
                </a:lnTo>
                <a:lnTo>
                  <a:pt x="6943" y="791"/>
                </a:lnTo>
                <a:lnTo>
                  <a:pt x="9004" y="1161"/>
                </a:lnTo>
                <a:lnTo>
                  <a:pt x="10990" y="1623"/>
                </a:lnTo>
                <a:lnTo>
                  <a:pt x="12917" y="2206"/>
                </a:lnTo>
                <a:lnTo>
                  <a:pt x="14809" y="2935"/>
                </a:lnTo>
                <a:lnTo>
                  <a:pt x="16680" y="3834"/>
                </a:lnTo>
                <a:lnTo>
                  <a:pt x="18545" y="4928"/>
                </a:lnTo>
                <a:lnTo>
                  <a:pt x="20425" y="6242"/>
                </a:lnTo>
                <a:lnTo>
                  <a:pt x="21301" y="8923"/>
                </a:lnTo>
                <a:lnTo>
                  <a:pt x="21600" y="10608"/>
                </a:lnTo>
                <a:lnTo>
                  <a:pt x="21323" y="12007"/>
                </a:lnTo>
                <a:lnTo>
                  <a:pt x="20474" y="13827"/>
                </a:lnTo>
                <a:lnTo>
                  <a:pt x="18616" y="16189"/>
                </a:lnTo>
                <a:lnTo>
                  <a:pt x="17269" y="17836"/>
                </a:lnTo>
                <a:lnTo>
                  <a:pt x="16216" y="18984"/>
                </a:lnTo>
                <a:lnTo>
                  <a:pt x="15237" y="19850"/>
                </a:lnTo>
                <a:lnTo>
                  <a:pt x="14114" y="20650"/>
                </a:lnTo>
                <a:lnTo>
                  <a:pt x="12630" y="21600"/>
                </a:lnTo>
                <a:lnTo>
                  <a:pt x="10457" y="21001"/>
                </a:lnTo>
                <a:lnTo>
                  <a:pt x="8699" y="20266"/>
                </a:lnTo>
                <a:lnTo>
                  <a:pt x="7208" y="19327"/>
                </a:lnTo>
                <a:lnTo>
                  <a:pt x="5830" y="18114"/>
                </a:lnTo>
                <a:lnTo>
                  <a:pt x="4421" y="16559"/>
                </a:lnTo>
                <a:lnTo>
                  <a:pt x="3395" y="14691"/>
                </a:lnTo>
                <a:lnTo>
                  <a:pt x="2485" y="12903"/>
                </a:lnTo>
                <a:lnTo>
                  <a:pt x="1702" y="11164"/>
                </a:lnTo>
                <a:lnTo>
                  <a:pt x="1057" y="9447"/>
                </a:lnTo>
                <a:lnTo>
                  <a:pt x="555" y="7714"/>
                </a:lnTo>
                <a:lnTo>
                  <a:pt x="206" y="5935"/>
                </a:lnTo>
                <a:lnTo>
                  <a:pt x="16" y="4077"/>
                </a:lnTo>
                <a:lnTo>
                  <a:pt x="0" y="2109"/>
                </a:lnTo>
                <a:lnTo>
                  <a:pt x="159" y="0"/>
                </a:lnTo>
                <a:close/>
              </a:path>
            </a:pathLst>
          </a:custGeom>
          <a:solidFill>
            <a:srgbClr val="897180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7" name="contour_08135"/>
          <p:cNvSpPr/>
          <p:nvPr/>
        </p:nvSpPr>
        <p:spPr>
          <a:xfrm>
            <a:off x="8661221" y="5065154"/>
            <a:ext cx="65592" cy="80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790" y="0"/>
                </a:lnTo>
                <a:lnTo>
                  <a:pt x="12000" y="0"/>
                </a:lnTo>
                <a:lnTo>
                  <a:pt x="11832" y="1352"/>
                </a:lnTo>
                <a:lnTo>
                  <a:pt x="11662" y="2726"/>
                </a:lnTo>
                <a:lnTo>
                  <a:pt x="11474" y="5361"/>
                </a:lnTo>
                <a:lnTo>
                  <a:pt x="11347" y="7495"/>
                </a:lnTo>
                <a:lnTo>
                  <a:pt x="11290" y="9210"/>
                </a:lnTo>
                <a:lnTo>
                  <a:pt x="11318" y="10588"/>
                </a:lnTo>
                <a:lnTo>
                  <a:pt x="11448" y="11713"/>
                </a:lnTo>
                <a:lnTo>
                  <a:pt x="11693" y="12664"/>
                </a:lnTo>
                <a:lnTo>
                  <a:pt x="12072" y="13523"/>
                </a:lnTo>
                <a:lnTo>
                  <a:pt x="12595" y="14375"/>
                </a:lnTo>
                <a:lnTo>
                  <a:pt x="13279" y="15298"/>
                </a:lnTo>
                <a:lnTo>
                  <a:pt x="14138" y="16376"/>
                </a:lnTo>
                <a:lnTo>
                  <a:pt x="15331" y="17309"/>
                </a:lnTo>
                <a:lnTo>
                  <a:pt x="16531" y="18213"/>
                </a:lnTo>
                <a:lnTo>
                  <a:pt x="17750" y="19085"/>
                </a:lnTo>
                <a:lnTo>
                  <a:pt x="18994" y="19934"/>
                </a:lnTo>
                <a:lnTo>
                  <a:pt x="20275" y="20757"/>
                </a:lnTo>
                <a:lnTo>
                  <a:pt x="21600" y="21561"/>
                </a:lnTo>
                <a:lnTo>
                  <a:pt x="19810" y="21600"/>
                </a:lnTo>
                <a:lnTo>
                  <a:pt x="18103" y="21575"/>
                </a:lnTo>
                <a:lnTo>
                  <a:pt x="16454" y="21482"/>
                </a:lnTo>
                <a:lnTo>
                  <a:pt x="14849" y="21328"/>
                </a:lnTo>
                <a:lnTo>
                  <a:pt x="13262" y="21108"/>
                </a:lnTo>
                <a:lnTo>
                  <a:pt x="11681" y="20826"/>
                </a:lnTo>
                <a:lnTo>
                  <a:pt x="10080" y="20481"/>
                </a:lnTo>
                <a:lnTo>
                  <a:pt x="8443" y="20071"/>
                </a:lnTo>
                <a:lnTo>
                  <a:pt x="6749" y="19601"/>
                </a:lnTo>
                <a:lnTo>
                  <a:pt x="5477" y="19236"/>
                </a:lnTo>
                <a:lnTo>
                  <a:pt x="4195" y="18870"/>
                </a:lnTo>
                <a:lnTo>
                  <a:pt x="2897" y="18499"/>
                </a:lnTo>
                <a:lnTo>
                  <a:pt x="1459" y="18074"/>
                </a:lnTo>
                <a:lnTo>
                  <a:pt x="0" y="17641"/>
                </a:lnTo>
                <a:lnTo>
                  <a:pt x="456" y="15347"/>
                </a:lnTo>
                <a:lnTo>
                  <a:pt x="802" y="13740"/>
                </a:lnTo>
                <a:lnTo>
                  <a:pt x="1102" y="12599"/>
                </a:lnTo>
                <a:lnTo>
                  <a:pt x="1426" y="11708"/>
                </a:lnTo>
                <a:lnTo>
                  <a:pt x="1836" y="10847"/>
                </a:lnTo>
                <a:lnTo>
                  <a:pt x="2400" y="9800"/>
                </a:lnTo>
                <a:lnTo>
                  <a:pt x="3638" y="9477"/>
                </a:lnTo>
                <a:lnTo>
                  <a:pt x="4886" y="9152"/>
                </a:lnTo>
                <a:lnTo>
                  <a:pt x="6149" y="8820"/>
                </a:lnTo>
                <a:lnTo>
                  <a:pt x="6658" y="8677"/>
                </a:lnTo>
                <a:lnTo>
                  <a:pt x="7553" y="8422"/>
                </a:lnTo>
                <a:lnTo>
                  <a:pt x="9600" y="7840"/>
                </a:lnTo>
                <a:lnTo>
                  <a:pt x="9866" y="6498"/>
                </a:lnTo>
                <a:lnTo>
                  <a:pt x="9986" y="5214"/>
                </a:lnTo>
                <a:lnTo>
                  <a:pt x="9989" y="3952"/>
                </a:lnTo>
                <a:lnTo>
                  <a:pt x="9907" y="2685"/>
                </a:lnTo>
                <a:lnTo>
                  <a:pt x="9766" y="1378"/>
                </a:lnTo>
                <a:lnTo>
                  <a:pt x="9600" y="0"/>
                </a:lnTo>
                <a:close/>
              </a:path>
            </a:pathLst>
          </a:custGeom>
          <a:solidFill>
            <a:srgbClr val="E8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8" name="contour_08136"/>
          <p:cNvSpPr/>
          <p:nvPr/>
        </p:nvSpPr>
        <p:spPr>
          <a:xfrm>
            <a:off x="2116604" y="5058835"/>
            <a:ext cx="73791" cy="57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67" y="5126"/>
                </a:moveTo>
                <a:lnTo>
                  <a:pt x="18163" y="6724"/>
                </a:lnTo>
                <a:lnTo>
                  <a:pt x="19074" y="8185"/>
                </a:lnTo>
                <a:lnTo>
                  <a:pt x="19812" y="9580"/>
                </a:lnTo>
                <a:lnTo>
                  <a:pt x="20399" y="10977"/>
                </a:lnTo>
                <a:lnTo>
                  <a:pt x="20853" y="12446"/>
                </a:lnTo>
                <a:lnTo>
                  <a:pt x="21193" y="14060"/>
                </a:lnTo>
                <a:lnTo>
                  <a:pt x="21436" y="15889"/>
                </a:lnTo>
                <a:lnTo>
                  <a:pt x="21600" y="17998"/>
                </a:lnTo>
                <a:lnTo>
                  <a:pt x="21468" y="19785"/>
                </a:lnTo>
                <a:lnTo>
                  <a:pt x="21333" y="21600"/>
                </a:lnTo>
                <a:lnTo>
                  <a:pt x="19236" y="21581"/>
                </a:lnTo>
                <a:lnTo>
                  <a:pt x="17860" y="21452"/>
                </a:lnTo>
                <a:lnTo>
                  <a:pt x="16911" y="21103"/>
                </a:lnTo>
                <a:lnTo>
                  <a:pt x="16085" y="20419"/>
                </a:lnTo>
                <a:lnTo>
                  <a:pt x="15083" y="19294"/>
                </a:lnTo>
                <a:lnTo>
                  <a:pt x="14786" y="18852"/>
                </a:lnTo>
                <a:lnTo>
                  <a:pt x="14263" y="18069"/>
                </a:lnTo>
                <a:lnTo>
                  <a:pt x="13067" y="16279"/>
                </a:lnTo>
                <a:lnTo>
                  <a:pt x="11979" y="14813"/>
                </a:lnTo>
                <a:lnTo>
                  <a:pt x="10950" y="13522"/>
                </a:lnTo>
                <a:lnTo>
                  <a:pt x="9941" y="12397"/>
                </a:lnTo>
                <a:lnTo>
                  <a:pt x="8909" y="11427"/>
                </a:lnTo>
                <a:lnTo>
                  <a:pt x="7812" y="10604"/>
                </a:lnTo>
                <a:lnTo>
                  <a:pt x="6611" y="9917"/>
                </a:lnTo>
                <a:lnTo>
                  <a:pt x="5265" y="9352"/>
                </a:lnTo>
                <a:lnTo>
                  <a:pt x="3733" y="8901"/>
                </a:lnTo>
                <a:lnTo>
                  <a:pt x="2500" y="8561"/>
                </a:lnTo>
                <a:lnTo>
                  <a:pt x="1259" y="8220"/>
                </a:lnTo>
                <a:lnTo>
                  <a:pt x="0" y="7872"/>
                </a:lnTo>
                <a:lnTo>
                  <a:pt x="0" y="6057"/>
                </a:lnTo>
                <a:lnTo>
                  <a:pt x="0" y="4231"/>
                </a:lnTo>
                <a:lnTo>
                  <a:pt x="0" y="2380"/>
                </a:lnTo>
                <a:lnTo>
                  <a:pt x="1483" y="1334"/>
                </a:lnTo>
                <a:lnTo>
                  <a:pt x="2946" y="607"/>
                </a:lnTo>
                <a:lnTo>
                  <a:pt x="4397" y="170"/>
                </a:lnTo>
                <a:lnTo>
                  <a:pt x="5833" y="0"/>
                </a:lnTo>
                <a:lnTo>
                  <a:pt x="7258" y="71"/>
                </a:lnTo>
                <a:lnTo>
                  <a:pt x="8674" y="354"/>
                </a:lnTo>
                <a:lnTo>
                  <a:pt x="10080" y="826"/>
                </a:lnTo>
                <a:lnTo>
                  <a:pt x="11482" y="1463"/>
                </a:lnTo>
                <a:lnTo>
                  <a:pt x="12879" y="2238"/>
                </a:lnTo>
                <a:lnTo>
                  <a:pt x="14276" y="3122"/>
                </a:lnTo>
                <a:lnTo>
                  <a:pt x="15669" y="4094"/>
                </a:lnTo>
                <a:lnTo>
                  <a:pt x="17067" y="5126"/>
                </a:lnTo>
                <a:close/>
              </a:path>
            </a:pathLst>
          </a:custGeom>
          <a:solidFill>
            <a:srgbClr val="777180"/>
          </a:solidFill>
          <a:ln>
            <a:noFill/>
          </a:ln>
        </p:spPr>
        <p:txBody>
          <a:bodyPr/>
          <a:lstStyle/>
          <a:p/>
        </p:txBody>
      </p:sp>
      <p:sp>
        <p:nvSpPr>
          <p:cNvPr id="8139" name="contour_08137"/>
          <p:cNvSpPr/>
          <p:nvPr/>
        </p:nvSpPr>
        <p:spPr>
          <a:xfrm>
            <a:off x="2167620" y="5056059"/>
            <a:ext cx="65592" cy="38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15"/>
                </a:moveTo>
                <a:lnTo>
                  <a:pt x="1841" y="569"/>
                </a:lnTo>
                <a:lnTo>
                  <a:pt x="3612" y="221"/>
                </a:lnTo>
                <a:lnTo>
                  <a:pt x="5321" y="12"/>
                </a:lnTo>
                <a:lnTo>
                  <a:pt x="6979" y="0"/>
                </a:lnTo>
                <a:lnTo>
                  <a:pt x="8602" y="233"/>
                </a:lnTo>
                <a:lnTo>
                  <a:pt x="10195" y="766"/>
                </a:lnTo>
                <a:lnTo>
                  <a:pt x="11777" y="1646"/>
                </a:lnTo>
                <a:lnTo>
                  <a:pt x="13351" y="2927"/>
                </a:lnTo>
                <a:lnTo>
                  <a:pt x="14935" y="4663"/>
                </a:lnTo>
                <a:lnTo>
                  <a:pt x="16102" y="6714"/>
                </a:lnTo>
                <a:lnTo>
                  <a:pt x="17244" y="8786"/>
                </a:lnTo>
                <a:lnTo>
                  <a:pt x="18365" y="10882"/>
                </a:lnTo>
                <a:lnTo>
                  <a:pt x="19464" y="13011"/>
                </a:lnTo>
                <a:lnTo>
                  <a:pt x="20542" y="15176"/>
                </a:lnTo>
                <a:lnTo>
                  <a:pt x="21600" y="17391"/>
                </a:lnTo>
                <a:lnTo>
                  <a:pt x="19915" y="18157"/>
                </a:lnTo>
                <a:lnTo>
                  <a:pt x="18247" y="18877"/>
                </a:lnTo>
                <a:lnTo>
                  <a:pt x="16591" y="19545"/>
                </a:lnTo>
                <a:lnTo>
                  <a:pt x="14938" y="20143"/>
                </a:lnTo>
                <a:lnTo>
                  <a:pt x="13282" y="20654"/>
                </a:lnTo>
                <a:lnTo>
                  <a:pt x="11621" y="21072"/>
                </a:lnTo>
                <a:lnTo>
                  <a:pt x="9948" y="21379"/>
                </a:lnTo>
                <a:lnTo>
                  <a:pt x="8258" y="21559"/>
                </a:lnTo>
                <a:lnTo>
                  <a:pt x="6542" y="21600"/>
                </a:lnTo>
                <a:lnTo>
                  <a:pt x="4800" y="21485"/>
                </a:lnTo>
                <a:lnTo>
                  <a:pt x="3727" y="19168"/>
                </a:lnTo>
                <a:lnTo>
                  <a:pt x="2842" y="16810"/>
                </a:lnTo>
                <a:lnTo>
                  <a:pt x="2114" y="14399"/>
                </a:lnTo>
                <a:lnTo>
                  <a:pt x="1522" y="11918"/>
                </a:lnTo>
                <a:lnTo>
                  <a:pt x="1039" y="9355"/>
                </a:lnTo>
                <a:lnTo>
                  <a:pt x="643" y="6690"/>
                </a:lnTo>
                <a:lnTo>
                  <a:pt x="305" y="3918"/>
                </a:lnTo>
                <a:lnTo>
                  <a:pt x="0" y="1015"/>
                </a:lnTo>
                <a:close/>
              </a:path>
            </a:pathLst>
          </a:custGeom>
          <a:solidFill>
            <a:srgbClr val="514B5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0" name="contour_08138"/>
          <p:cNvSpPr/>
          <p:nvPr/>
        </p:nvSpPr>
        <p:spPr>
          <a:xfrm>
            <a:off x="790190" y="5028714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4898" y="974"/>
                </a:lnTo>
                <a:lnTo>
                  <a:pt x="4999" y="1952"/>
                </a:lnTo>
                <a:lnTo>
                  <a:pt x="5100" y="2945"/>
                </a:lnTo>
                <a:lnTo>
                  <a:pt x="5407" y="3377"/>
                </a:lnTo>
                <a:lnTo>
                  <a:pt x="5952" y="4141"/>
                </a:lnTo>
                <a:lnTo>
                  <a:pt x="7200" y="5891"/>
                </a:lnTo>
                <a:lnTo>
                  <a:pt x="8808" y="6050"/>
                </a:lnTo>
                <a:lnTo>
                  <a:pt x="10409" y="6156"/>
                </a:lnTo>
                <a:lnTo>
                  <a:pt x="12005" y="6215"/>
                </a:lnTo>
                <a:lnTo>
                  <a:pt x="13596" y="6231"/>
                </a:lnTo>
                <a:lnTo>
                  <a:pt x="15190" y="6211"/>
                </a:lnTo>
                <a:lnTo>
                  <a:pt x="16783" y="6162"/>
                </a:lnTo>
                <a:lnTo>
                  <a:pt x="18382" y="6087"/>
                </a:lnTo>
                <a:lnTo>
                  <a:pt x="19985" y="5995"/>
                </a:lnTo>
                <a:lnTo>
                  <a:pt x="21600" y="5891"/>
                </a:lnTo>
                <a:lnTo>
                  <a:pt x="21600" y="6865"/>
                </a:lnTo>
                <a:lnTo>
                  <a:pt x="21600" y="7855"/>
                </a:lnTo>
                <a:lnTo>
                  <a:pt x="19903" y="7855"/>
                </a:lnTo>
                <a:lnTo>
                  <a:pt x="18204" y="7855"/>
                </a:lnTo>
                <a:lnTo>
                  <a:pt x="16500" y="7855"/>
                </a:lnTo>
                <a:lnTo>
                  <a:pt x="14789" y="7855"/>
                </a:lnTo>
                <a:lnTo>
                  <a:pt x="13070" y="7855"/>
                </a:lnTo>
                <a:lnTo>
                  <a:pt x="11342" y="7855"/>
                </a:lnTo>
                <a:lnTo>
                  <a:pt x="9600" y="7855"/>
                </a:lnTo>
                <a:lnTo>
                  <a:pt x="9838" y="9215"/>
                </a:lnTo>
                <a:lnTo>
                  <a:pt x="10075" y="10578"/>
                </a:lnTo>
                <a:lnTo>
                  <a:pt x="10313" y="11941"/>
                </a:lnTo>
                <a:lnTo>
                  <a:pt x="10553" y="13306"/>
                </a:lnTo>
                <a:lnTo>
                  <a:pt x="10790" y="14676"/>
                </a:lnTo>
                <a:lnTo>
                  <a:pt x="11030" y="16049"/>
                </a:lnTo>
                <a:lnTo>
                  <a:pt x="11270" y="17427"/>
                </a:lnTo>
                <a:lnTo>
                  <a:pt x="11513" y="18812"/>
                </a:lnTo>
                <a:lnTo>
                  <a:pt x="11755" y="20202"/>
                </a:lnTo>
                <a:lnTo>
                  <a:pt x="12000" y="21600"/>
                </a:lnTo>
                <a:lnTo>
                  <a:pt x="10416" y="21600"/>
                </a:lnTo>
                <a:lnTo>
                  <a:pt x="8830" y="21600"/>
                </a:lnTo>
                <a:lnTo>
                  <a:pt x="7236" y="21600"/>
                </a:lnTo>
                <a:lnTo>
                  <a:pt x="5635" y="21600"/>
                </a:lnTo>
                <a:lnTo>
                  <a:pt x="4025" y="21600"/>
                </a:lnTo>
                <a:lnTo>
                  <a:pt x="2400" y="21600"/>
                </a:lnTo>
                <a:lnTo>
                  <a:pt x="2894" y="20385"/>
                </a:lnTo>
                <a:lnTo>
                  <a:pt x="3394" y="19159"/>
                </a:lnTo>
                <a:lnTo>
                  <a:pt x="3900" y="17918"/>
                </a:lnTo>
                <a:lnTo>
                  <a:pt x="4298" y="16636"/>
                </a:lnTo>
                <a:lnTo>
                  <a:pt x="4526" y="15774"/>
                </a:lnTo>
                <a:lnTo>
                  <a:pt x="4666" y="14941"/>
                </a:lnTo>
                <a:lnTo>
                  <a:pt x="4800" y="13745"/>
                </a:lnTo>
                <a:lnTo>
                  <a:pt x="3458" y="12304"/>
                </a:lnTo>
                <a:lnTo>
                  <a:pt x="2510" y="11413"/>
                </a:lnTo>
                <a:lnTo>
                  <a:pt x="1510" y="10708"/>
                </a:lnTo>
                <a:lnTo>
                  <a:pt x="0" y="9818"/>
                </a:lnTo>
                <a:lnTo>
                  <a:pt x="1586" y="9818"/>
                </a:lnTo>
                <a:lnTo>
                  <a:pt x="3182" y="9818"/>
                </a:lnTo>
                <a:lnTo>
                  <a:pt x="4800" y="9818"/>
                </a:lnTo>
                <a:lnTo>
                  <a:pt x="4800" y="8430"/>
                </a:lnTo>
                <a:lnTo>
                  <a:pt x="4800" y="7040"/>
                </a:lnTo>
                <a:lnTo>
                  <a:pt x="4800" y="5645"/>
                </a:lnTo>
                <a:lnTo>
                  <a:pt x="4800" y="4245"/>
                </a:lnTo>
                <a:lnTo>
                  <a:pt x="4800" y="2839"/>
                </a:lnTo>
                <a:lnTo>
                  <a:pt x="4800" y="1426"/>
                </a:lnTo>
                <a:lnTo>
                  <a:pt x="4800" y="0"/>
                </a:lnTo>
                <a:close/>
              </a:path>
            </a:pathLst>
          </a:custGeom>
          <a:solidFill>
            <a:srgbClr val="7A7A7C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1" name="contour_08139"/>
          <p:cNvSpPr/>
          <p:nvPr/>
        </p:nvSpPr>
        <p:spPr>
          <a:xfrm>
            <a:off x="3238955" y="4999562"/>
            <a:ext cx="44457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41" y="0"/>
                </a:moveTo>
                <a:lnTo>
                  <a:pt x="5602" y="599"/>
                </a:lnTo>
                <a:lnTo>
                  <a:pt x="7592" y="1204"/>
                </a:lnTo>
                <a:lnTo>
                  <a:pt x="9515" y="1816"/>
                </a:lnTo>
                <a:lnTo>
                  <a:pt x="11374" y="2442"/>
                </a:lnTo>
                <a:lnTo>
                  <a:pt x="13169" y="3087"/>
                </a:lnTo>
                <a:lnTo>
                  <a:pt x="14900" y="3754"/>
                </a:lnTo>
                <a:lnTo>
                  <a:pt x="16575" y="4450"/>
                </a:lnTo>
                <a:lnTo>
                  <a:pt x="18186" y="5177"/>
                </a:lnTo>
                <a:lnTo>
                  <a:pt x="19745" y="5943"/>
                </a:lnTo>
                <a:lnTo>
                  <a:pt x="21246" y="6750"/>
                </a:lnTo>
                <a:lnTo>
                  <a:pt x="21494" y="7738"/>
                </a:lnTo>
                <a:lnTo>
                  <a:pt x="21600" y="8712"/>
                </a:lnTo>
                <a:lnTo>
                  <a:pt x="21565" y="9669"/>
                </a:lnTo>
                <a:lnTo>
                  <a:pt x="21391" y="10612"/>
                </a:lnTo>
                <a:lnTo>
                  <a:pt x="21090" y="11541"/>
                </a:lnTo>
                <a:lnTo>
                  <a:pt x="20655" y="12455"/>
                </a:lnTo>
                <a:lnTo>
                  <a:pt x="20095" y="13356"/>
                </a:lnTo>
                <a:lnTo>
                  <a:pt x="19415" y="14242"/>
                </a:lnTo>
                <a:lnTo>
                  <a:pt x="18615" y="15116"/>
                </a:lnTo>
                <a:lnTo>
                  <a:pt x="17698" y="15977"/>
                </a:lnTo>
                <a:lnTo>
                  <a:pt x="16671" y="16825"/>
                </a:lnTo>
                <a:lnTo>
                  <a:pt x="15534" y="17661"/>
                </a:lnTo>
                <a:lnTo>
                  <a:pt x="14291" y="18484"/>
                </a:lnTo>
                <a:lnTo>
                  <a:pt x="12949" y="19296"/>
                </a:lnTo>
                <a:lnTo>
                  <a:pt x="11508" y="20095"/>
                </a:lnTo>
                <a:lnTo>
                  <a:pt x="9971" y="20883"/>
                </a:lnTo>
                <a:lnTo>
                  <a:pt x="8537" y="21238"/>
                </a:lnTo>
                <a:lnTo>
                  <a:pt x="7082" y="21600"/>
                </a:lnTo>
                <a:lnTo>
                  <a:pt x="4784" y="21271"/>
                </a:lnTo>
                <a:lnTo>
                  <a:pt x="3279" y="21021"/>
                </a:lnTo>
                <a:lnTo>
                  <a:pt x="1909" y="20723"/>
                </a:lnTo>
                <a:lnTo>
                  <a:pt x="0" y="20250"/>
                </a:lnTo>
                <a:lnTo>
                  <a:pt x="609" y="19953"/>
                </a:lnTo>
                <a:lnTo>
                  <a:pt x="2447" y="19058"/>
                </a:lnTo>
                <a:lnTo>
                  <a:pt x="4051" y="18168"/>
                </a:lnTo>
                <a:lnTo>
                  <a:pt x="5489" y="17322"/>
                </a:lnTo>
                <a:lnTo>
                  <a:pt x="6753" y="16505"/>
                </a:lnTo>
                <a:lnTo>
                  <a:pt x="7833" y="15705"/>
                </a:lnTo>
                <a:lnTo>
                  <a:pt x="8729" y="14905"/>
                </a:lnTo>
                <a:lnTo>
                  <a:pt x="9426" y="14094"/>
                </a:lnTo>
                <a:lnTo>
                  <a:pt x="9922" y="13257"/>
                </a:lnTo>
                <a:lnTo>
                  <a:pt x="10209" y="12379"/>
                </a:lnTo>
                <a:lnTo>
                  <a:pt x="10279" y="11447"/>
                </a:lnTo>
                <a:lnTo>
                  <a:pt x="10124" y="10448"/>
                </a:lnTo>
                <a:lnTo>
                  <a:pt x="9738" y="9366"/>
                </a:lnTo>
                <a:lnTo>
                  <a:pt x="9238" y="8570"/>
                </a:lnTo>
                <a:lnTo>
                  <a:pt x="8725" y="7775"/>
                </a:lnTo>
                <a:lnTo>
                  <a:pt x="8194" y="6982"/>
                </a:lnTo>
                <a:lnTo>
                  <a:pt x="7649" y="6190"/>
                </a:lnTo>
                <a:lnTo>
                  <a:pt x="7082" y="5400"/>
                </a:lnTo>
                <a:lnTo>
                  <a:pt x="6583" y="4598"/>
                </a:lnTo>
                <a:lnTo>
                  <a:pt x="6087" y="3796"/>
                </a:lnTo>
                <a:lnTo>
                  <a:pt x="5588" y="2996"/>
                </a:lnTo>
                <a:lnTo>
                  <a:pt x="5092" y="2194"/>
                </a:lnTo>
                <a:lnTo>
                  <a:pt x="4578" y="1469"/>
                </a:lnTo>
                <a:lnTo>
                  <a:pt x="4065" y="740"/>
                </a:lnTo>
                <a:lnTo>
                  <a:pt x="3541" y="0"/>
                </a:lnTo>
                <a:close/>
              </a:path>
            </a:pathLst>
          </a:custGeom>
          <a:solidFill>
            <a:srgbClr val="CCE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2" name="contour_08140"/>
          <p:cNvSpPr/>
          <p:nvPr/>
        </p:nvSpPr>
        <p:spPr>
          <a:xfrm>
            <a:off x="10759186" y="4948546"/>
            <a:ext cx="66569" cy="67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46" y="0"/>
                </a:moveTo>
                <a:lnTo>
                  <a:pt x="6219" y="0"/>
                </a:lnTo>
                <a:lnTo>
                  <a:pt x="7411" y="0"/>
                </a:lnTo>
                <a:lnTo>
                  <a:pt x="7411" y="1615"/>
                </a:lnTo>
                <a:lnTo>
                  <a:pt x="7411" y="3233"/>
                </a:lnTo>
                <a:lnTo>
                  <a:pt x="7411" y="4851"/>
                </a:lnTo>
                <a:lnTo>
                  <a:pt x="7411" y="6471"/>
                </a:lnTo>
                <a:lnTo>
                  <a:pt x="7411" y="8098"/>
                </a:lnTo>
                <a:lnTo>
                  <a:pt x="7411" y="9728"/>
                </a:lnTo>
                <a:lnTo>
                  <a:pt x="7411" y="11364"/>
                </a:lnTo>
                <a:lnTo>
                  <a:pt x="7411" y="13008"/>
                </a:lnTo>
                <a:lnTo>
                  <a:pt x="7411" y="14658"/>
                </a:lnTo>
                <a:lnTo>
                  <a:pt x="7411" y="16318"/>
                </a:lnTo>
                <a:lnTo>
                  <a:pt x="10145" y="16488"/>
                </a:lnTo>
                <a:lnTo>
                  <a:pt x="12068" y="16590"/>
                </a:lnTo>
                <a:lnTo>
                  <a:pt x="13437" y="16625"/>
                </a:lnTo>
                <a:lnTo>
                  <a:pt x="14520" y="16590"/>
                </a:lnTo>
                <a:lnTo>
                  <a:pt x="15577" y="16488"/>
                </a:lnTo>
                <a:lnTo>
                  <a:pt x="16870" y="16318"/>
                </a:lnTo>
                <a:lnTo>
                  <a:pt x="17906" y="14933"/>
                </a:lnTo>
                <a:lnTo>
                  <a:pt x="18497" y="13987"/>
                </a:lnTo>
                <a:lnTo>
                  <a:pt x="18866" y="13040"/>
                </a:lnTo>
                <a:lnTo>
                  <a:pt x="19235" y="11656"/>
                </a:lnTo>
                <a:lnTo>
                  <a:pt x="20020" y="12875"/>
                </a:lnTo>
                <a:lnTo>
                  <a:pt x="20526" y="13767"/>
                </a:lnTo>
                <a:lnTo>
                  <a:pt x="20980" y="14770"/>
                </a:lnTo>
                <a:lnTo>
                  <a:pt x="21600" y="16318"/>
                </a:lnTo>
                <a:lnTo>
                  <a:pt x="21179" y="17775"/>
                </a:lnTo>
                <a:lnTo>
                  <a:pt x="20791" y="18744"/>
                </a:lnTo>
                <a:lnTo>
                  <a:pt x="20219" y="19668"/>
                </a:lnTo>
                <a:lnTo>
                  <a:pt x="19235" y="20980"/>
                </a:lnTo>
                <a:lnTo>
                  <a:pt x="17658" y="21283"/>
                </a:lnTo>
                <a:lnTo>
                  <a:pt x="16509" y="21465"/>
                </a:lnTo>
                <a:lnTo>
                  <a:pt x="15454" y="21553"/>
                </a:lnTo>
                <a:lnTo>
                  <a:pt x="14158" y="21577"/>
                </a:lnTo>
                <a:lnTo>
                  <a:pt x="12287" y="21563"/>
                </a:lnTo>
                <a:lnTo>
                  <a:pt x="11734" y="21570"/>
                </a:lnTo>
                <a:lnTo>
                  <a:pt x="10762" y="21579"/>
                </a:lnTo>
                <a:lnTo>
                  <a:pt x="8530" y="21600"/>
                </a:lnTo>
                <a:lnTo>
                  <a:pt x="6617" y="21183"/>
                </a:lnTo>
                <a:lnTo>
                  <a:pt x="5068" y="20654"/>
                </a:lnTo>
                <a:lnTo>
                  <a:pt x="3774" y="19959"/>
                </a:lnTo>
                <a:lnTo>
                  <a:pt x="2625" y="19040"/>
                </a:lnTo>
                <a:lnTo>
                  <a:pt x="1509" y="17845"/>
                </a:lnTo>
                <a:lnTo>
                  <a:pt x="317" y="16318"/>
                </a:lnTo>
                <a:lnTo>
                  <a:pt x="92" y="14733"/>
                </a:lnTo>
                <a:lnTo>
                  <a:pt x="0" y="13199"/>
                </a:lnTo>
                <a:lnTo>
                  <a:pt x="7" y="11688"/>
                </a:lnTo>
                <a:lnTo>
                  <a:pt x="83" y="10168"/>
                </a:lnTo>
                <a:lnTo>
                  <a:pt x="196" y="8613"/>
                </a:lnTo>
                <a:lnTo>
                  <a:pt x="317" y="6993"/>
                </a:lnTo>
                <a:lnTo>
                  <a:pt x="1880" y="6993"/>
                </a:lnTo>
                <a:lnTo>
                  <a:pt x="3453" y="6993"/>
                </a:lnTo>
                <a:lnTo>
                  <a:pt x="5046" y="6993"/>
                </a:lnTo>
                <a:lnTo>
                  <a:pt x="5046" y="5609"/>
                </a:lnTo>
                <a:lnTo>
                  <a:pt x="5046" y="4219"/>
                </a:lnTo>
                <a:lnTo>
                  <a:pt x="5046" y="2825"/>
                </a:lnTo>
                <a:lnTo>
                  <a:pt x="5046" y="1420"/>
                </a:lnTo>
                <a:lnTo>
                  <a:pt x="5046" y="0"/>
                </a:lnTo>
                <a:close/>
              </a:path>
            </a:pathLst>
          </a:custGeom>
          <a:solidFill>
            <a:srgbClr val="CDAC63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3" name="contour_08141"/>
          <p:cNvSpPr/>
          <p:nvPr/>
        </p:nvSpPr>
        <p:spPr>
          <a:xfrm>
            <a:off x="2138468" y="4890242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846" y="1426"/>
                </a:lnTo>
                <a:lnTo>
                  <a:pt x="6291" y="2853"/>
                </a:lnTo>
                <a:lnTo>
                  <a:pt x="6739" y="4288"/>
                </a:lnTo>
                <a:lnTo>
                  <a:pt x="7190" y="5728"/>
                </a:lnTo>
                <a:lnTo>
                  <a:pt x="7644" y="7178"/>
                </a:lnTo>
                <a:lnTo>
                  <a:pt x="8100" y="8640"/>
                </a:lnTo>
                <a:lnTo>
                  <a:pt x="10017" y="9124"/>
                </a:lnTo>
                <a:lnTo>
                  <a:pt x="11378" y="9340"/>
                </a:lnTo>
                <a:lnTo>
                  <a:pt x="12828" y="9342"/>
                </a:lnTo>
                <a:lnTo>
                  <a:pt x="15017" y="9180"/>
                </a:lnTo>
                <a:lnTo>
                  <a:pt x="15943" y="9122"/>
                </a:lnTo>
                <a:lnTo>
                  <a:pt x="18741" y="8945"/>
                </a:lnTo>
                <a:lnTo>
                  <a:pt x="20161" y="8793"/>
                </a:lnTo>
                <a:lnTo>
                  <a:pt x="21600" y="8640"/>
                </a:lnTo>
                <a:lnTo>
                  <a:pt x="20261" y="9176"/>
                </a:lnTo>
                <a:lnTo>
                  <a:pt x="18916" y="9714"/>
                </a:lnTo>
                <a:lnTo>
                  <a:pt x="17550" y="10260"/>
                </a:lnTo>
                <a:lnTo>
                  <a:pt x="15201" y="11856"/>
                </a:lnTo>
                <a:lnTo>
                  <a:pt x="13940" y="12900"/>
                </a:lnTo>
                <a:lnTo>
                  <a:pt x="13335" y="13850"/>
                </a:lnTo>
                <a:lnTo>
                  <a:pt x="12963" y="15170"/>
                </a:lnTo>
                <a:lnTo>
                  <a:pt x="12982" y="16364"/>
                </a:lnTo>
                <a:lnTo>
                  <a:pt x="13019" y="17295"/>
                </a:lnTo>
                <a:lnTo>
                  <a:pt x="13100" y="18271"/>
                </a:lnTo>
                <a:lnTo>
                  <a:pt x="13252" y="19604"/>
                </a:lnTo>
                <a:lnTo>
                  <a:pt x="13500" y="21600"/>
                </a:lnTo>
                <a:lnTo>
                  <a:pt x="11896" y="21600"/>
                </a:lnTo>
                <a:lnTo>
                  <a:pt x="10287" y="21600"/>
                </a:lnTo>
                <a:lnTo>
                  <a:pt x="8672" y="21600"/>
                </a:lnTo>
                <a:lnTo>
                  <a:pt x="7044" y="21600"/>
                </a:lnTo>
                <a:lnTo>
                  <a:pt x="5400" y="21600"/>
                </a:lnTo>
                <a:lnTo>
                  <a:pt x="5400" y="20172"/>
                </a:lnTo>
                <a:lnTo>
                  <a:pt x="5400" y="18736"/>
                </a:lnTo>
                <a:lnTo>
                  <a:pt x="5400" y="17280"/>
                </a:lnTo>
                <a:lnTo>
                  <a:pt x="3615" y="17280"/>
                </a:lnTo>
                <a:lnTo>
                  <a:pt x="1820" y="17280"/>
                </a:lnTo>
                <a:lnTo>
                  <a:pt x="0" y="17280"/>
                </a:lnTo>
                <a:lnTo>
                  <a:pt x="446" y="15854"/>
                </a:lnTo>
                <a:lnTo>
                  <a:pt x="891" y="14429"/>
                </a:lnTo>
                <a:lnTo>
                  <a:pt x="1337" y="13001"/>
                </a:lnTo>
                <a:lnTo>
                  <a:pt x="1785" y="11571"/>
                </a:lnTo>
                <a:lnTo>
                  <a:pt x="2230" y="10139"/>
                </a:lnTo>
                <a:lnTo>
                  <a:pt x="2681" y="8705"/>
                </a:lnTo>
                <a:lnTo>
                  <a:pt x="3129" y="7266"/>
                </a:lnTo>
                <a:lnTo>
                  <a:pt x="3580" y="5823"/>
                </a:lnTo>
                <a:lnTo>
                  <a:pt x="4031" y="4376"/>
                </a:lnTo>
                <a:lnTo>
                  <a:pt x="4487" y="2925"/>
                </a:lnTo>
                <a:lnTo>
                  <a:pt x="4941" y="1464"/>
                </a:lnTo>
                <a:lnTo>
                  <a:pt x="5400" y="0"/>
                </a:lnTo>
                <a:close/>
              </a:path>
            </a:pathLst>
          </a:custGeom>
          <a:solidFill>
            <a:srgbClr val="E9EE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4" name="contour_08142"/>
          <p:cNvSpPr/>
          <p:nvPr/>
        </p:nvSpPr>
        <p:spPr>
          <a:xfrm>
            <a:off x="8260381" y="4912106"/>
            <a:ext cx="72880" cy="382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2" y="255"/>
                </a:lnTo>
                <a:lnTo>
                  <a:pt x="1287" y="490"/>
                </a:lnTo>
                <a:lnTo>
                  <a:pt x="1884" y="716"/>
                </a:lnTo>
                <a:lnTo>
                  <a:pt x="2501" y="954"/>
                </a:lnTo>
                <a:lnTo>
                  <a:pt x="3175" y="1209"/>
                </a:lnTo>
                <a:lnTo>
                  <a:pt x="3948" y="1506"/>
                </a:lnTo>
                <a:lnTo>
                  <a:pt x="4856" y="1851"/>
                </a:lnTo>
                <a:lnTo>
                  <a:pt x="5938" y="2262"/>
                </a:lnTo>
                <a:lnTo>
                  <a:pt x="7232" y="2756"/>
                </a:lnTo>
                <a:lnTo>
                  <a:pt x="8776" y="3344"/>
                </a:lnTo>
                <a:lnTo>
                  <a:pt x="10610" y="4039"/>
                </a:lnTo>
                <a:lnTo>
                  <a:pt x="12770" y="4862"/>
                </a:lnTo>
                <a:lnTo>
                  <a:pt x="15297" y="5825"/>
                </a:lnTo>
                <a:lnTo>
                  <a:pt x="18226" y="6944"/>
                </a:lnTo>
                <a:lnTo>
                  <a:pt x="21600" y="8227"/>
                </a:lnTo>
                <a:lnTo>
                  <a:pt x="19364" y="11415"/>
                </a:lnTo>
                <a:lnTo>
                  <a:pt x="17477" y="14072"/>
                </a:lnTo>
                <a:lnTo>
                  <a:pt x="15887" y="16240"/>
                </a:lnTo>
                <a:lnTo>
                  <a:pt x="14539" y="17968"/>
                </a:lnTo>
                <a:lnTo>
                  <a:pt x="13379" y="19301"/>
                </a:lnTo>
                <a:lnTo>
                  <a:pt x="12353" y="20280"/>
                </a:lnTo>
                <a:lnTo>
                  <a:pt x="11405" y="20954"/>
                </a:lnTo>
                <a:lnTo>
                  <a:pt x="10480" y="21370"/>
                </a:lnTo>
                <a:lnTo>
                  <a:pt x="9526" y="21567"/>
                </a:lnTo>
                <a:lnTo>
                  <a:pt x="8487" y="21600"/>
                </a:lnTo>
                <a:lnTo>
                  <a:pt x="7309" y="21510"/>
                </a:lnTo>
                <a:lnTo>
                  <a:pt x="5940" y="21341"/>
                </a:lnTo>
                <a:lnTo>
                  <a:pt x="4812" y="21226"/>
                </a:lnTo>
                <a:lnTo>
                  <a:pt x="3681" y="21115"/>
                </a:lnTo>
                <a:lnTo>
                  <a:pt x="2532" y="20999"/>
                </a:lnTo>
                <a:lnTo>
                  <a:pt x="1274" y="20786"/>
                </a:lnTo>
                <a:lnTo>
                  <a:pt x="0" y="20568"/>
                </a:lnTo>
                <a:lnTo>
                  <a:pt x="0" y="17659"/>
                </a:lnTo>
                <a:lnTo>
                  <a:pt x="0" y="14747"/>
                </a:lnTo>
                <a:lnTo>
                  <a:pt x="0" y="11826"/>
                </a:lnTo>
                <a:lnTo>
                  <a:pt x="0" y="8893"/>
                </a:lnTo>
                <a:lnTo>
                  <a:pt x="0" y="5948"/>
                </a:lnTo>
                <a:lnTo>
                  <a:pt x="0" y="2986"/>
                </a:lnTo>
                <a:lnTo>
                  <a:pt x="0" y="0"/>
                </a:lnTo>
                <a:close/>
              </a:path>
            </a:pathLst>
          </a:custGeom>
          <a:solidFill>
            <a:srgbClr val="F7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5" name="contour_08143"/>
          <p:cNvSpPr/>
          <p:nvPr/>
        </p:nvSpPr>
        <p:spPr>
          <a:xfrm>
            <a:off x="6463673" y="4846514"/>
            <a:ext cx="8403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3" y="0"/>
                </a:moveTo>
                <a:lnTo>
                  <a:pt x="1032" y="1536"/>
                </a:lnTo>
                <a:lnTo>
                  <a:pt x="1070" y="3084"/>
                </a:lnTo>
                <a:lnTo>
                  <a:pt x="1109" y="4651"/>
                </a:lnTo>
                <a:lnTo>
                  <a:pt x="1413" y="6230"/>
                </a:lnTo>
                <a:lnTo>
                  <a:pt x="1697" y="7272"/>
                </a:lnTo>
                <a:lnTo>
                  <a:pt x="2126" y="8242"/>
                </a:lnTo>
                <a:lnTo>
                  <a:pt x="2866" y="9600"/>
                </a:lnTo>
                <a:lnTo>
                  <a:pt x="4101" y="10001"/>
                </a:lnTo>
                <a:lnTo>
                  <a:pt x="5326" y="10334"/>
                </a:lnTo>
                <a:lnTo>
                  <a:pt x="6547" y="10610"/>
                </a:lnTo>
                <a:lnTo>
                  <a:pt x="7769" y="10841"/>
                </a:lnTo>
                <a:lnTo>
                  <a:pt x="8996" y="11033"/>
                </a:lnTo>
                <a:lnTo>
                  <a:pt x="10232" y="11198"/>
                </a:lnTo>
                <a:lnTo>
                  <a:pt x="11484" y="11345"/>
                </a:lnTo>
                <a:lnTo>
                  <a:pt x="12752" y="11484"/>
                </a:lnTo>
                <a:lnTo>
                  <a:pt x="14165" y="11760"/>
                </a:lnTo>
                <a:lnTo>
                  <a:pt x="15412" y="12113"/>
                </a:lnTo>
                <a:lnTo>
                  <a:pt x="16533" y="12559"/>
                </a:lnTo>
                <a:lnTo>
                  <a:pt x="17567" y="13118"/>
                </a:lnTo>
                <a:lnTo>
                  <a:pt x="18550" y="13807"/>
                </a:lnTo>
                <a:lnTo>
                  <a:pt x="19526" y="14638"/>
                </a:lnTo>
                <a:lnTo>
                  <a:pt x="20528" y="15631"/>
                </a:lnTo>
                <a:lnTo>
                  <a:pt x="21600" y="16800"/>
                </a:lnTo>
                <a:lnTo>
                  <a:pt x="20362" y="16800"/>
                </a:lnTo>
                <a:lnTo>
                  <a:pt x="19116" y="16800"/>
                </a:lnTo>
                <a:lnTo>
                  <a:pt x="17853" y="16800"/>
                </a:lnTo>
                <a:lnTo>
                  <a:pt x="17853" y="18386"/>
                </a:lnTo>
                <a:lnTo>
                  <a:pt x="17853" y="19982"/>
                </a:lnTo>
                <a:lnTo>
                  <a:pt x="17853" y="21600"/>
                </a:lnTo>
                <a:lnTo>
                  <a:pt x="15377" y="20906"/>
                </a:lnTo>
                <a:lnTo>
                  <a:pt x="13245" y="20304"/>
                </a:lnTo>
                <a:lnTo>
                  <a:pt x="11418" y="19778"/>
                </a:lnTo>
                <a:lnTo>
                  <a:pt x="9860" y="19308"/>
                </a:lnTo>
                <a:lnTo>
                  <a:pt x="8535" y="18883"/>
                </a:lnTo>
                <a:lnTo>
                  <a:pt x="7405" y="18485"/>
                </a:lnTo>
                <a:lnTo>
                  <a:pt x="6435" y="18098"/>
                </a:lnTo>
                <a:lnTo>
                  <a:pt x="5588" y="17710"/>
                </a:lnTo>
                <a:lnTo>
                  <a:pt x="4824" y="17299"/>
                </a:lnTo>
                <a:lnTo>
                  <a:pt x="4108" y="16853"/>
                </a:lnTo>
                <a:lnTo>
                  <a:pt x="3406" y="16356"/>
                </a:lnTo>
                <a:lnTo>
                  <a:pt x="2675" y="15792"/>
                </a:lnTo>
                <a:lnTo>
                  <a:pt x="1885" y="15146"/>
                </a:lnTo>
                <a:lnTo>
                  <a:pt x="993" y="14400"/>
                </a:lnTo>
                <a:lnTo>
                  <a:pt x="549" y="12732"/>
                </a:lnTo>
                <a:lnTo>
                  <a:pt x="242" y="11124"/>
                </a:lnTo>
                <a:lnTo>
                  <a:pt x="64" y="9557"/>
                </a:lnTo>
                <a:lnTo>
                  <a:pt x="0" y="8014"/>
                </a:lnTo>
                <a:lnTo>
                  <a:pt x="39" y="6478"/>
                </a:lnTo>
                <a:lnTo>
                  <a:pt x="170" y="4925"/>
                </a:lnTo>
                <a:lnTo>
                  <a:pt x="382" y="3341"/>
                </a:lnTo>
                <a:lnTo>
                  <a:pt x="659" y="1706"/>
                </a:lnTo>
                <a:lnTo>
                  <a:pt x="993" y="0"/>
                </a:lnTo>
                <a:close/>
              </a:path>
            </a:pathLst>
          </a:custGeom>
          <a:solidFill>
            <a:srgbClr val="C7D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6" name="contour_08144"/>
          <p:cNvSpPr/>
          <p:nvPr/>
        </p:nvSpPr>
        <p:spPr>
          <a:xfrm>
            <a:off x="10577962" y="4839226"/>
            <a:ext cx="4380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76" y="0"/>
                </a:moveTo>
                <a:lnTo>
                  <a:pt x="16637" y="1087"/>
                </a:lnTo>
                <a:lnTo>
                  <a:pt x="18135" y="1949"/>
                </a:lnTo>
                <a:lnTo>
                  <a:pt x="19555" y="3038"/>
                </a:lnTo>
                <a:lnTo>
                  <a:pt x="21564" y="4800"/>
                </a:lnTo>
                <a:lnTo>
                  <a:pt x="21600" y="6566"/>
                </a:lnTo>
                <a:lnTo>
                  <a:pt x="21410" y="8225"/>
                </a:lnTo>
                <a:lnTo>
                  <a:pt x="20975" y="9806"/>
                </a:lnTo>
                <a:lnTo>
                  <a:pt x="20270" y="11345"/>
                </a:lnTo>
                <a:lnTo>
                  <a:pt x="19275" y="12864"/>
                </a:lnTo>
                <a:lnTo>
                  <a:pt x="17970" y="14400"/>
                </a:lnTo>
                <a:lnTo>
                  <a:pt x="15778" y="14981"/>
                </a:lnTo>
                <a:lnTo>
                  <a:pt x="13650" y="15415"/>
                </a:lnTo>
                <a:lnTo>
                  <a:pt x="11515" y="15734"/>
                </a:lnTo>
                <a:lnTo>
                  <a:pt x="9312" y="15970"/>
                </a:lnTo>
                <a:lnTo>
                  <a:pt x="6965" y="16145"/>
                </a:lnTo>
                <a:lnTo>
                  <a:pt x="5290" y="16469"/>
                </a:lnTo>
                <a:lnTo>
                  <a:pt x="3594" y="16800"/>
                </a:lnTo>
                <a:lnTo>
                  <a:pt x="2703" y="17988"/>
                </a:lnTo>
                <a:lnTo>
                  <a:pt x="1811" y="19181"/>
                </a:lnTo>
                <a:lnTo>
                  <a:pt x="909" y="20383"/>
                </a:lnTo>
                <a:lnTo>
                  <a:pt x="0" y="21600"/>
                </a:lnTo>
                <a:lnTo>
                  <a:pt x="0" y="19937"/>
                </a:lnTo>
                <a:lnTo>
                  <a:pt x="0" y="18271"/>
                </a:lnTo>
                <a:lnTo>
                  <a:pt x="0" y="16606"/>
                </a:lnTo>
                <a:lnTo>
                  <a:pt x="0" y="14938"/>
                </a:lnTo>
                <a:lnTo>
                  <a:pt x="0" y="13262"/>
                </a:lnTo>
                <a:lnTo>
                  <a:pt x="0" y="11585"/>
                </a:lnTo>
                <a:lnTo>
                  <a:pt x="0" y="9900"/>
                </a:lnTo>
                <a:lnTo>
                  <a:pt x="0" y="8208"/>
                </a:lnTo>
                <a:lnTo>
                  <a:pt x="0" y="6509"/>
                </a:lnTo>
                <a:lnTo>
                  <a:pt x="0" y="4800"/>
                </a:lnTo>
                <a:lnTo>
                  <a:pt x="2372" y="4800"/>
                </a:lnTo>
                <a:lnTo>
                  <a:pt x="4748" y="4800"/>
                </a:lnTo>
                <a:lnTo>
                  <a:pt x="7134" y="4800"/>
                </a:lnTo>
                <a:lnTo>
                  <a:pt x="9531" y="4800"/>
                </a:lnTo>
                <a:lnTo>
                  <a:pt x="11943" y="4800"/>
                </a:lnTo>
                <a:lnTo>
                  <a:pt x="14376" y="4800"/>
                </a:lnTo>
                <a:lnTo>
                  <a:pt x="14376" y="3214"/>
                </a:lnTo>
                <a:lnTo>
                  <a:pt x="14376" y="1618"/>
                </a:lnTo>
                <a:lnTo>
                  <a:pt x="14376" y="0"/>
                </a:lnTo>
                <a:close/>
              </a:path>
            </a:pathLst>
          </a:custGeom>
          <a:solidFill>
            <a:srgbClr val="46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7" name="contour_08145"/>
          <p:cNvSpPr/>
          <p:nvPr/>
        </p:nvSpPr>
        <p:spPr>
          <a:xfrm>
            <a:off x="8653933" y="4844649"/>
            <a:ext cx="72880" cy="528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62"/>
                </a:moveTo>
                <a:lnTo>
                  <a:pt x="1529" y="512"/>
                </a:lnTo>
                <a:lnTo>
                  <a:pt x="3035" y="292"/>
                </a:lnTo>
                <a:lnTo>
                  <a:pt x="4517" y="116"/>
                </a:lnTo>
                <a:lnTo>
                  <a:pt x="5981" y="12"/>
                </a:lnTo>
                <a:lnTo>
                  <a:pt x="7424" y="0"/>
                </a:lnTo>
                <a:lnTo>
                  <a:pt x="8854" y="104"/>
                </a:lnTo>
                <a:lnTo>
                  <a:pt x="10266" y="342"/>
                </a:lnTo>
                <a:lnTo>
                  <a:pt x="11668" y="738"/>
                </a:lnTo>
                <a:lnTo>
                  <a:pt x="13059" y="1316"/>
                </a:lnTo>
                <a:lnTo>
                  <a:pt x="14444" y="2096"/>
                </a:lnTo>
                <a:lnTo>
                  <a:pt x="15820" y="3099"/>
                </a:lnTo>
                <a:lnTo>
                  <a:pt x="16967" y="4590"/>
                </a:lnTo>
                <a:lnTo>
                  <a:pt x="18025" y="6061"/>
                </a:lnTo>
                <a:lnTo>
                  <a:pt x="19008" y="7558"/>
                </a:lnTo>
                <a:lnTo>
                  <a:pt x="19924" y="9130"/>
                </a:lnTo>
                <a:lnTo>
                  <a:pt x="20786" y="10818"/>
                </a:lnTo>
                <a:lnTo>
                  <a:pt x="21600" y="12669"/>
                </a:lnTo>
                <a:lnTo>
                  <a:pt x="21324" y="15241"/>
                </a:lnTo>
                <a:lnTo>
                  <a:pt x="21073" y="16992"/>
                </a:lnTo>
                <a:lnTo>
                  <a:pt x="20745" y="18349"/>
                </a:lnTo>
                <a:lnTo>
                  <a:pt x="20235" y="19742"/>
                </a:lnTo>
                <a:lnTo>
                  <a:pt x="19440" y="21600"/>
                </a:lnTo>
                <a:lnTo>
                  <a:pt x="19047" y="21142"/>
                </a:lnTo>
                <a:lnTo>
                  <a:pt x="17855" y="19751"/>
                </a:lnTo>
                <a:lnTo>
                  <a:pt x="16597" y="18373"/>
                </a:lnTo>
                <a:lnTo>
                  <a:pt x="15384" y="17084"/>
                </a:lnTo>
                <a:lnTo>
                  <a:pt x="14185" y="15893"/>
                </a:lnTo>
                <a:lnTo>
                  <a:pt x="12982" y="14807"/>
                </a:lnTo>
                <a:lnTo>
                  <a:pt x="11750" y="13830"/>
                </a:lnTo>
                <a:lnTo>
                  <a:pt x="10467" y="12973"/>
                </a:lnTo>
                <a:lnTo>
                  <a:pt x="9109" y="12244"/>
                </a:lnTo>
                <a:lnTo>
                  <a:pt x="7651" y="11642"/>
                </a:lnTo>
                <a:lnTo>
                  <a:pt x="6074" y="11181"/>
                </a:lnTo>
                <a:lnTo>
                  <a:pt x="4780" y="10690"/>
                </a:lnTo>
                <a:lnTo>
                  <a:pt x="3480" y="10196"/>
                </a:lnTo>
                <a:lnTo>
                  <a:pt x="2160" y="9693"/>
                </a:lnTo>
                <a:lnTo>
                  <a:pt x="1365" y="7389"/>
                </a:lnTo>
                <a:lnTo>
                  <a:pt x="855" y="5772"/>
                </a:lnTo>
                <a:lnTo>
                  <a:pt x="527" y="4415"/>
                </a:lnTo>
                <a:lnTo>
                  <a:pt x="276" y="2888"/>
                </a:lnTo>
                <a:lnTo>
                  <a:pt x="0" y="762"/>
                </a:lnTo>
                <a:close/>
              </a:path>
            </a:pathLst>
          </a:custGeom>
          <a:solidFill>
            <a:srgbClr val="E9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8" name="contour_08146"/>
          <p:cNvSpPr/>
          <p:nvPr/>
        </p:nvSpPr>
        <p:spPr>
          <a:xfrm>
            <a:off x="889671" y="4824650"/>
            <a:ext cx="6085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5" y="0"/>
                </a:moveTo>
                <a:lnTo>
                  <a:pt x="1565" y="319"/>
                </a:lnTo>
                <a:lnTo>
                  <a:pt x="3552" y="1277"/>
                </a:lnTo>
                <a:lnTo>
                  <a:pt x="4708" y="1801"/>
                </a:lnTo>
                <a:lnTo>
                  <a:pt x="5870" y="2333"/>
                </a:lnTo>
                <a:lnTo>
                  <a:pt x="7049" y="2867"/>
                </a:lnTo>
                <a:lnTo>
                  <a:pt x="7556" y="3105"/>
                </a:lnTo>
                <a:lnTo>
                  <a:pt x="8454" y="3523"/>
                </a:lnTo>
                <a:lnTo>
                  <a:pt x="10505" y="4482"/>
                </a:lnTo>
                <a:lnTo>
                  <a:pt x="12479" y="4995"/>
                </a:lnTo>
                <a:lnTo>
                  <a:pt x="13798" y="5135"/>
                </a:lnTo>
                <a:lnTo>
                  <a:pt x="15058" y="4884"/>
                </a:lnTo>
                <a:lnTo>
                  <a:pt x="16851" y="4209"/>
                </a:lnTo>
                <a:lnTo>
                  <a:pt x="17924" y="3459"/>
                </a:lnTo>
                <a:lnTo>
                  <a:pt x="19013" y="2700"/>
                </a:lnTo>
                <a:lnTo>
                  <a:pt x="19461" y="4377"/>
                </a:lnTo>
                <a:lnTo>
                  <a:pt x="19885" y="6045"/>
                </a:lnTo>
                <a:lnTo>
                  <a:pt x="20281" y="7714"/>
                </a:lnTo>
                <a:lnTo>
                  <a:pt x="20640" y="9385"/>
                </a:lnTo>
                <a:lnTo>
                  <a:pt x="20961" y="11065"/>
                </a:lnTo>
                <a:lnTo>
                  <a:pt x="21230" y="12758"/>
                </a:lnTo>
                <a:lnTo>
                  <a:pt x="21447" y="14467"/>
                </a:lnTo>
                <a:lnTo>
                  <a:pt x="21600" y="16200"/>
                </a:lnTo>
                <a:lnTo>
                  <a:pt x="20154" y="18276"/>
                </a:lnTo>
                <a:lnTo>
                  <a:pt x="19135" y="19532"/>
                </a:lnTo>
                <a:lnTo>
                  <a:pt x="18053" y="20471"/>
                </a:lnTo>
                <a:lnTo>
                  <a:pt x="16426" y="21600"/>
                </a:lnTo>
                <a:lnTo>
                  <a:pt x="16426" y="19815"/>
                </a:lnTo>
                <a:lnTo>
                  <a:pt x="16426" y="18020"/>
                </a:lnTo>
                <a:lnTo>
                  <a:pt x="16426" y="16200"/>
                </a:lnTo>
                <a:lnTo>
                  <a:pt x="14735" y="15544"/>
                </a:lnTo>
                <a:lnTo>
                  <a:pt x="13485" y="15093"/>
                </a:lnTo>
                <a:lnTo>
                  <a:pt x="12306" y="14734"/>
                </a:lnTo>
                <a:lnTo>
                  <a:pt x="10823" y="14353"/>
                </a:lnTo>
                <a:lnTo>
                  <a:pt x="8666" y="13838"/>
                </a:lnTo>
                <a:lnTo>
                  <a:pt x="6537" y="13187"/>
                </a:lnTo>
                <a:lnTo>
                  <a:pt x="5070" y="12704"/>
                </a:lnTo>
                <a:lnTo>
                  <a:pt x="3891" y="12242"/>
                </a:lnTo>
                <a:lnTo>
                  <a:pt x="2626" y="11656"/>
                </a:lnTo>
                <a:lnTo>
                  <a:pt x="905" y="10800"/>
                </a:lnTo>
                <a:lnTo>
                  <a:pt x="305" y="8872"/>
                </a:lnTo>
                <a:lnTo>
                  <a:pt x="23" y="7152"/>
                </a:lnTo>
                <a:lnTo>
                  <a:pt x="0" y="5527"/>
                </a:lnTo>
                <a:lnTo>
                  <a:pt x="178" y="3872"/>
                </a:lnTo>
                <a:lnTo>
                  <a:pt x="499" y="2068"/>
                </a:lnTo>
                <a:lnTo>
                  <a:pt x="905" y="0"/>
                </a:lnTo>
                <a:close/>
              </a:path>
            </a:pathLst>
          </a:custGeom>
          <a:solidFill>
            <a:srgbClr val="8D8C8A"/>
          </a:solidFill>
          <a:ln>
            <a:noFill/>
          </a:ln>
        </p:spPr>
        <p:txBody>
          <a:bodyPr/>
          <a:lstStyle/>
          <a:p/>
        </p:txBody>
      </p:sp>
      <p:sp>
        <p:nvSpPr>
          <p:cNvPr id="8149" name="contour_08147"/>
          <p:cNvSpPr/>
          <p:nvPr/>
        </p:nvSpPr>
        <p:spPr>
          <a:xfrm>
            <a:off x="8151061" y="4780922"/>
            <a:ext cx="51016" cy="503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3" y="3721"/>
                </a:lnTo>
                <a:lnTo>
                  <a:pt x="20613" y="6738"/>
                </a:lnTo>
                <a:lnTo>
                  <a:pt x="20211" y="9174"/>
                </a:lnTo>
                <a:lnTo>
                  <a:pt x="19829" y="11144"/>
                </a:lnTo>
                <a:lnTo>
                  <a:pt x="19428" y="12773"/>
                </a:lnTo>
                <a:lnTo>
                  <a:pt x="18980" y="14174"/>
                </a:lnTo>
                <a:lnTo>
                  <a:pt x="18446" y="15475"/>
                </a:lnTo>
                <a:lnTo>
                  <a:pt x="17795" y="16785"/>
                </a:lnTo>
                <a:lnTo>
                  <a:pt x="16993" y="18232"/>
                </a:lnTo>
                <a:lnTo>
                  <a:pt x="16009" y="19933"/>
                </a:lnTo>
                <a:lnTo>
                  <a:pt x="13719" y="21018"/>
                </a:lnTo>
                <a:lnTo>
                  <a:pt x="11871" y="21541"/>
                </a:lnTo>
                <a:lnTo>
                  <a:pt x="10143" y="21600"/>
                </a:lnTo>
                <a:lnTo>
                  <a:pt x="8220" y="21294"/>
                </a:lnTo>
                <a:lnTo>
                  <a:pt x="5786" y="20715"/>
                </a:lnTo>
                <a:lnTo>
                  <a:pt x="3876" y="20071"/>
                </a:lnTo>
                <a:lnTo>
                  <a:pt x="1950" y="19417"/>
                </a:lnTo>
                <a:lnTo>
                  <a:pt x="0" y="18761"/>
                </a:lnTo>
                <a:lnTo>
                  <a:pt x="1015" y="16331"/>
                </a:lnTo>
                <a:lnTo>
                  <a:pt x="2061" y="14014"/>
                </a:lnTo>
                <a:lnTo>
                  <a:pt x="3157" y="11822"/>
                </a:lnTo>
                <a:lnTo>
                  <a:pt x="4323" y="9771"/>
                </a:lnTo>
                <a:lnTo>
                  <a:pt x="5582" y="7873"/>
                </a:lnTo>
                <a:lnTo>
                  <a:pt x="6958" y="6147"/>
                </a:lnTo>
                <a:lnTo>
                  <a:pt x="8467" y="4603"/>
                </a:lnTo>
                <a:lnTo>
                  <a:pt x="10137" y="3255"/>
                </a:lnTo>
                <a:lnTo>
                  <a:pt x="11985" y="2123"/>
                </a:lnTo>
                <a:lnTo>
                  <a:pt x="14034" y="1216"/>
                </a:lnTo>
                <a:lnTo>
                  <a:pt x="16305" y="550"/>
                </a:lnTo>
                <a:lnTo>
                  <a:pt x="18820" y="141"/>
                </a:lnTo>
                <a:lnTo>
                  <a:pt x="21600" y="0"/>
                </a:lnTo>
                <a:close/>
              </a:path>
            </a:pathLst>
          </a:custGeom>
          <a:solidFill>
            <a:srgbClr val="F1F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0" name="contour_08148"/>
          <p:cNvSpPr/>
          <p:nvPr/>
        </p:nvSpPr>
        <p:spPr>
          <a:xfrm>
            <a:off x="7895369" y="4788210"/>
            <a:ext cx="7349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" y="0"/>
                </a:moveTo>
                <a:lnTo>
                  <a:pt x="1189" y="285"/>
                </a:lnTo>
                <a:lnTo>
                  <a:pt x="2204" y="575"/>
                </a:lnTo>
                <a:lnTo>
                  <a:pt x="3234" y="868"/>
                </a:lnTo>
                <a:lnTo>
                  <a:pt x="3828" y="1030"/>
                </a:lnTo>
                <a:lnTo>
                  <a:pt x="4875" y="1320"/>
                </a:lnTo>
                <a:lnTo>
                  <a:pt x="7274" y="1982"/>
                </a:lnTo>
                <a:lnTo>
                  <a:pt x="8594" y="2350"/>
                </a:lnTo>
                <a:lnTo>
                  <a:pt x="9922" y="2723"/>
                </a:lnTo>
                <a:lnTo>
                  <a:pt x="11267" y="3095"/>
                </a:lnTo>
                <a:lnTo>
                  <a:pt x="12756" y="3397"/>
                </a:lnTo>
                <a:lnTo>
                  <a:pt x="14229" y="3634"/>
                </a:lnTo>
                <a:lnTo>
                  <a:pt x="15694" y="3813"/>
                </a:lnTo>
                <a:lnTo>
                  <a:pt x="17157" y="3932"/>
                </a:lnTo>
                <a:lnTo>
                  <a:pt x="18625" y="3995"/>
                </a:lnTo>
                <a:lnTo>
                  <a:pt x="20105" y="4007"/>
                </a:lnTo>
                <a:lnTo>
                  <a:pt x="21600" y="3963"/>
                </a:lnTo>
                <a:lnTo>
                  <a:pt x="21600" y="6579"/>
                </a:lnTo>
                <a:lnTo>
                  <a:pt x="21600" y="9199"/>
                </a:lnTo>
                <a:lnTo>
                  <a:pt x="21600" y="11830"/>
                </a:lnTo>
                <a:lnTo>
                  <a:pt x="21600" y="14474"/>
                </a:lnTo>
                <a:lnTo>
                  <a:pt x="21600" y="17133"/>
                </a:lnTo>
                <a:lnTo>
                  <a:pt x="21600" y="19817"/>
                </a:lnTo>
                <a:lnTo>
                  <a:pt x="18565" y="20324"/>
                </a:lnTo>
                <a:lnTo>
                  <a:pt x="15984" y="20748"/>
                </a:lnTo>
                <a:lnTo>
                  <a:pt x="13799" y="21089"/>
                </a:lnTo>
                <a:lnTo>
                  <a:pt x="11961" y="21342"/>
                </a:lnTo>
                <a:lnTo>
                  <a:pt x="10419" y="21513"/>
                </a:lnTo>
                <a:lnTo>
                  <a:pt x="9114" y="21600"/>
                </a:lnTo>
                <a:lnTo>
                  <a:pt x="8000" y="21600"/>
                </a:lnTo>
                <a:lnTo>
                  <a:pt x="7021" y="21513"/>
                </a:lnTo>
                <a:lnTo>
                  <a:pt x="6126" y="21342"/>
                </a:lnTo>
                <a:lnTo>
                  <a:pt x="5261" y="21089"/>
                </a:lnTo>
                <a:lnTo>
                  <a:pt x="4374" y="20748"/>
                </a:lnTo>
                <a:lnTo>
                  <a:pt x="3412" y="20324"/>
                </a:lnTo>
                <a:lnTo>
                  <a:pt x="2322" y="19817"/>
                </a:lnTo>
                <a:lnTo>
                  <a:pt x="1487" y="17454"/>
                </a:lnTo>
                <a:lnTo>
                  <a:pt x="865" y="15120"/>
                </a:lnTo>
                <a:lnTo>
                  <a:pt x="431" y="12786"/>
                </a:lnTo>
                <a:lnTo>
                  <a:pt x="161" y="10416"/>
                </a:lnTo>
                <a:lnTo>
                  <a:pt x="26" y="7986"/>
                </a:lnTo>
                <a:lnTo>
                  <a:pt x="0" y="5461"/>
                </a:lnTo>
                <a:lnTo>
                  <a:pt x="60" y="2810"/>
                </a:lnTo>
                <a:lnTo>
                  <a:pt x="180" y="0"/>
                </a:lnTo>
                <a:close/>
              </a:path>
            </a:pathLst>
          </a:custGeom>
          <a:solidFill>
            <a:srgbClr val="0E0E0E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1" name="contour_08149"/>
          <p:cNvSpPr/>
          <p:nvPr/>
        </p:nvSpPr>
        <p:spPr>
          <a:xfrm>
            <a:off x="10381187" y="4780922"/>
            <a:ext cx="51016" cy="402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87"/>
                </a:lnTo>
                <a:lnTo>
                  <a:pt x="4280" y="775"/>
                </a:lnTo>
                <a:lnTo>
                  <a:pt x="6421" y="1162"/>
                </a:lnTo>
                <a:lnTo>
                  <a:pt x="8566" y="1553"/>
                </a:lnTo>
                <a:lnTo>
                  <a:pt x="10720" y="1941"/>
                </a:lnTo>
                <a:lnTo>
                  <a:pt x="12877" y="2332"/>
                </a:lnTo>
                <a:lnTo>
                  <a:pt x="15043" y="2723"/>
                </a:lnTo>
                <a:lnTo>
                  <a:pt x="17218" y="3118"/>
                </a:lnTo>
                <a:lnTo>
                  <a:pt x="19403" y="3513"/>
                </a:lnTo>
                <a:lnTo>
                  <a:pt x="21600" y="3912"/>
                </a:lnTo>
                <a:lnTo>
                  <a:pt x="21251" y="8513"/>
                </a:lnTo>
                <a:lnTo>
                  <a:pt x="20952" y="11737"/>
                </a:lnTo>
                <a:lnTo>
                  <a:pt x="20613" y="14018"/>
                </a:lnTo>
                <a:lnTo>
                  <a:pt x="20150" y="15794"/>
                </a:lnTo>
                <a:lnTo>
                  <a:pt x="19480" y="17496"/>
                </a:lnTo>
                <a:lnTo>
                  <a:pt x="18514" y="19562"/>
                </a:lnTo>
                <a:lnTo>
                  <a:pt x="16222" y="20555"/>
                </a:lnTo>
                <a:lnTo>
                  <a:pt x="14012" y="21228"/>
                </a:lnTo>
                <a:lnTo>
                  <a:pt x="11855" y="21580"/>
                </a:lnTo>
                <a:lnTo>
                  <a:pt x="9720" y="21600"/>
                </a:lnTo>
                <a:lnTo>
                  <a:pt x="7566" y="21275"/>
                </a:lnTo>
                <a:lnTo>
                  <a:pt x="5366" y="20598"/>
                </a:lnTo>
                <a:lnTo>
                  <a:pt x="3086" y="19562"/>
                </a:lnTo>
                <a:lnTo>
                  <a:pt x="2231" y="17109"/>
                </a:lnTo>
                <a:lnTo>
                  <a:pt x="1580" y="14746"/>
                </a:lnTo>
                <a:lnTo>
                  <a:pt x="1095" y="12433"/>
                </a:lnTo>
                <a:lnTo>
                  <a:pt x="744" y="10117"/>
                </a:lnTo>
                <a:lnTo>
                  <a:pt x="494" y="7762"/>
                </a:lnTo>
                <a:lnTo>
                  <a:pt x="309" y="5321"/>
                </a:lnTo>
                <a:lnTo>
                  <a:pt x="157" y="2746"/>
                </a:lnTo>
                <a:lnTo>
                  <a:pt x="0" y="0"/>
                </a:lnTo>
                <a:close/>
              </a:path>
            </a:pathLst>
          </a:custGeom>
          <a:solidFill>
            <a:srgbClr val="E5E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2" name="contour_08150"/>
          <p:cNvSpPr/>
          <p:nvPr/>
        </p:nvSpPr>
        <p:spPr>
          <a:xfrm>
            <a:off x="1583867" y="4773634"/>
            <a:ext cx="4464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71" y="0"/>
                </a:moveTo>
                <a:lnTo>
                  <a:pt x="6319" y="313"/>
                </a:lnTo>
                <a:lnTo>
                  <a:pt x="8677" y="650"/>
                </a:lnTo>
                <a:lnTo>
                  <a:pt x="10962" y="1032"/>
                </a:lnTo>
                <a:lnTo>
                  <a:pt x="13176" y="1480"/>
                </a:lnTo>
                <a:lnTo>
                  <a:pt x="15331" y="2013"/>
                </a:lnTo>
                <a:lnTo>
                  <a:pt x="17432" y="2650"/>
                </a:lnTo>
                <a:lnTo>
                  <a:pt x="19484" y="3413"/>
                </a:lnTo>
                <a:lnTo>
                  <a:pt x="21501" y="4320"/>
                </a:lnTo>
                <a:lnTo>
                  <a:pt x="21600" y="5832"/>
                </a:lnTo>
                <a:lnTo>
                  <a:pt x="21540" y="7307"/>
                </a:lnTo>
                <a:lnTo>
                  <a:pt x="21336" y="8754"/>
                </a:lnTo>
                <a:lnTo>
                  <a:pt x="21004" y="10180"/>
                </a:lnTo>
                <a:lnTo>
                  <a:pt x="20560" y="11595"/>
                </a:lnTo>
                <a:lnTo>
                  <a:pt x="20017" y="13003"/>
                </a:lnTo>
                <a:lnTo>
                  <a:pt x="19396" y="14416"/>
                </a:lnTo>
                <a:lnTo>
                  <a:pt x="18709" y="15839"/>
                </a:lnTo>
                <a:lnTo>
                  <a:pt x="17975" y="17280"/>
                </a:lnTo>
                <a:lnTo>
                  <a:pt x="17277" y="15997"/>
                </a:lnTo>
                <a:lnTo>
                  <a:pt x="16576" y="14710"/>
                </a:lnTo>
                <a:lnTo>
                  <a:pt x="15874" y="13418"/>
                </a:lnTo>
                <a:lnTo>
                  <a:pt x="15165" y="12115"/>
                </a:lnTo>
                <a:lnTo>
                  <a:pt x="14449" y="10800"/>
                </a:lnTo>
                <a:lnTo>
                  <a:pt x="12041" y="11448"/>
                </a:lnTo>
                <a:lnTo>
                  <a:pt x="10042" y="12126"/>
                </a:lnTo>
                <a:lnTo>
                  <a:pt x="8381" y="12876"/>
                </a:lnTo>
                <a:lnTo>
                  <a:pt x="6967" y="13738"/>
                </a:lnTo>
                <a:lnTo>
                  <a:pt x="5726" y="14755"/>
                </a:lnTo>
                <a:lnTo>
                  <a:pt x="4573" y="15967"/>
                </a:lnTo>
                <a:lnTo>
                  <a:pt x="3431" y="17414"/>
                </a:lnTo>
                <a:lnTo>
                  <a:pt x="2542" y="18591"/>
                </a:lnTo>
                <a:lnTo>
                  <a:pt x="1640" y="19786"/>
                </a:lnTo>
                <a:lnTo>
                  <a:pt x="998" y="20686"/>
                </a:lnTo>
                <a:lnTo>
                  <a:pt x="346" y="21600"/>
                </a:lnTo>
                <a:lnTo>
                  <a:pt x="293" y="20170"/>
                </a:lnTo>
                <a:lnTo>
                  <a:pt x="243" y="18738"/>
                </a:lnTo>
                <a:lnTo>
                  <a:pt x="201" y="17308"/>
                </a:lnTo>
                <a:lnTo>
                  <a:pt x="162" y="15876"/>
                </a:lnTo>
                <a:lnTo>
                  <a:pt x="127" y="14446"/>
                </a:lnTo>
                <a:lnTo>
                  <a:pt x="85" y="13116"/>
                </a:lnTo>
                <a:lnTo>
                  <a:pt x="42" y="11776"/>
                </a:lnTo>
                <a:lnTo>
                  <a:pt x="0" y="10420"/>
                </a:lnTo>
                <a:lnTo>
                  <a:pt x="201" y="8811"/>
                </a:lnTo>
                <a:lnTo>
                  <a:pt x="515" y="7288"/>
                </a:lnTo>
                <a:lnTo>
                  <a:pt x="941" y="5823"/>
                </a:lnTo>
                <a:lnTo>
                  <a:pt x="1491" y="4391"/>
                </a:lnTo>
                <a:lnTo>
                  <a:pt x="2158" y="2961"/>
                </a:lnTo>
                <a:lnTo>
                  <a:pt x="2951" y="1508"/>
                </a:lnTo>
                <a:lnTo>
                  <a:pt x="3871" y="0"/>
                </a:lnTo>
                <a:close/>
              </a:path>
            </a:pathLst>
          </a:custGeom>
          <a:solidFill>
            <a:srgbClr val="363632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3" name="contour_08151"/>
          <p:cNvSpPr/>
          <p:nvPr/>
        </p:nvSpPr>
        <p:spPr>
          <a:xfrm>
            <a:off x="5162001" y="4742930"/>
            <a:ext cx="73864" cy="37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83"/>
                </a:moveTo>
                <a:lnTo>
                  <a:pt x="21600" y="3617"/>
                </a:lnTo>
                <a:lnTo>
                  <a:pt x="21600" y="6356"/>
                </a:lnTo>
                <a:lnTo>
                  <a:pt x="21600" y="9107"/>
                </a:lnTo>
                <a:lnTo>
                  <a:pt x="21600" y="11871"/>
                </a:lnTo>
                <a:lnTo>
                  <a:pt x="21600" y="14651"/>
                </a:lnTo>
                <a:lnTo>
                  <a:pt x="21600" y="17457"/>
                </a:lnTo>
                <a:lnTo>
                  <a:pt x="20334" y="16516"/>
                </a:lnTo>
                <a:lnTo>
                  <a:pt x="19469" y="15774"/>
                </a:lnTo>
                <a:lnTo>
                  <a:pt x="18603" y="14834"/>
                </a:lnTo>
                <a:lnTo>
                  <a:pt x="17338" y="13313"/>
                </a:lnTo>
                <a:lnTo>
                  <a:pt x="17338" y="10574"/>
                </a:lnTo>
                <a:lnTo>
                  <a:pt x="17338" y="7819"/>
                </a:lnTo>
                <a:lnTo>
                  <a:pt x="17338" y="5026"/>
                </a:lnTo>
                <a:lnTo>
                  <a:pt x="15929" y="5026"/>
                </a:lnTo>
                <a:lnTo>
                  <a:pt x="14512" y="5026"/>
                </a:lnTo>
                <a:lnTo>
                  <a:pt x="13075" y="5026"/>
                </a:lnTo>
                <a:lnTo>
                  <a:pt x="13075" y="7761"/>
                </a:lnTo>
                <a:lnTo>
                  <a:pt x="13075" y="10500"/>
                </a:lnTo>
                <a:lnTo>
                  <a:pt x="13075" y="13251"/>
                </a:lnTo>
                <a:lnTo>
                  <a:pt x="13075" y="16015"/>
                </a:lnTo>
                <a:lnTo>
                  <a:pt x="13075" y="18795"/>
                </a:lnTo>
                <a:lnTo>
                  <a:pt x="13075" y="21600"/>
                </a:lnTo>
                <a:lnTo>
                  <a:pt x="12478" y="21136"/>
                </a:lnTo>
                <a:lnTo>
                  <a:pt x="11920" y="20701"/>
                </a:lnTo>
                <a:lnTo>
                  <a:pt x="11276" y="20204"/>
                </a:lnTo>
                <a:lnTo>
                  <a:pt x="10424" y="19541"/>
                </a:lnTo>
                <a:lnTo>
                  <a:pt x="9237" y="18617"/>
                </a:lnTo>
                <a:lnTo>
                  <a:pt x="7591" y="17336"/>
                </a:lnTo>
                <a:lnTo>
                  <a:pt x="5360" y="15600"/>
                </a:lnTo>
                <a:lnTo>
                  <a:pt x="2419" y="13313"/>
                </a:lnTo>
                <a:lnTo>
                  <a:pt x="1890" y="15364"/>
                </a:lnTo>
                <a:lnTo>
                  <a:pt x="1362" y="17423"/>
                </a:lnTo>
                <a:lnTo>
                  <a:pt x="827" y="19499"/>
                </a:lnTo>
                <a:lnTo>
                  <a:pt x="288" y="21600"/>
                </a:lnTo>
                <a:lnTo>
                  <a:pt x="96" y="18766"/>
                </a:lnTo>
                <a:lnTo>
                  <a:pt x="0" y="16702"/>
                </a:lnTo>
                <a:lnTo>
                  <a:pt x="0" y="14813"/>
                </a:lnTo>
                <a:lnTo>
                  <a:pt x="96" y="12501"/>
                </a:lnTo>
                <a:lnTo>
                  <a:pt x="288" y="9170"/>
                </a:lnTo>
                <a:lnTo>
                  <a:pt x="1432" y="6949"/>
                </a:lnTo>
                <a:lnTo>
                  <a:pt x="2636" y="5101"/>
                </a:lnTo>
                <a:lnTo>
                  <a:pt x="3898" y="3597"/>
                </a:lnTo>
                <a:lnTo>
                  <a:pt x="5209" y="2399"/>
                </a:lnTo>
                <a:lnTo>
                  <a:pt x="6566" y="1483"/>
                </a:lnTo>
                <a:lnTo>
                  <a:pt x="7964" y="816"/>
                </a:lnTo>
                <a:lnTo>
                  <a:pt x="9399" y="369"/>
                </a:lnTo>
                <a:lnTo>
                  <a:pt x="10865" y="104"/>
                </a:lnTo>
                <a:lnTo>
                  <a:pt x="12357" y="0"/>
                </a:lnTo>
                <a:lnTo>
                  <a:pt x="13872" y="17"/>
                </a:lnTo>
                <a:lnTo>
                  <a:pt x="15402" y="124"/>
                </a:lnTo>
                <a:lnTo>
                  <a:pt x="16945" y="298"/>
                </a:lnTo>
                <a:lnTo>
                  <a:pt x="18497" y="506"/>
                </a:lnTo>
                <a:lnTo>
                  <a:pt x="20048" y="709"/>
                </a:lnTo>
                <a:lnTo>
                  <a:pt x="21600" y="883"/>
                </a:lnTo>
                <a:close/>
              </a:path>
            </a:pathLst>
          </a:custGeom>
          <a:solidFill>
            <a:srgbClr val="6E5E89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4" name="contour_08152"/>
          <p:cNvSpPr/>
          <p:nvPr/>
        </p:nvSpPr>
        <p:spPr>
          <a:xfrm>
            <a:off x="7305654" y="4708043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36" y="222"/>
                </a:lnTo>
                <a:lnTo>
                  <a:pt x="8851" y="469"/>
                </a:lnTo>
                <a:lnTo>
                  <a:pt x="10552" y="750"/>
                </a:lnTo>
                <a:lnTo>
                  <a:pt x="12239" y="1080"/>
                </a:lnTo>
                <a:lnTo>
                  <a:pt x="13913" y="1466"/>
                </a:lnTo>
                <a:lnTo>
                  <a:pt x="15582" y="1922"/>
                </a:lnTo>
                <a:lnTo>
                  <a:pt x="17242" y="2459"/>
                </a:lnTo>
                <a:lnTo>
                  <a:pt x="18900" y="3086"/>
                </a:lnTo>
                <a:lnTo>
                  <a:pt x="19975" y="5474"/>
                </a:lnTo>
                <a:lnTo>
                  <a:pt x="20652" y="7150"/>
                </a:lnTo>
                <a:lnTo>
                  <a:pt x="21063" y="8557"/>
                </a:lnTo>
                <a:lnTo>
                  <a:pt x="21335" y="10140"/>
                </a:lnTo>
                <a:lnTo>
                  <a:pt x="21600" y="12343"/>
                </a:lnTo>
                <a:lnTo>
                  <a:pt x="20741" y="12457"/>
                </a:lnTo>
                <a:lnTo>
                  <a:pt x="18152" y="12800"/>
                </a:lnTo>
                <a:lnTo>
                  <a:pt x="16670" y="13031"/>
                </a:lnTo>
                <a:lnTo>
                  <a:pt x="15179" y="13265"/>
                </a:lnTo>
                <a:lnTo>
                  <a:pt x="13667" y="13500"/>
                </a:lnTo>
                <a:lnTo>
                  <a:pt x="13011" y="13596"/>
                </a:lnTo>
                <a:lnTo>
                  <a:pt x="11856" y="13765"/>
                </a:lnTo>
                <a:lnTo>
                  <a:pt x="9207" y="14151"/>
                </a:lnTo>
                <a:lnTo>
                  <a:pt x="7949" y="14574"/>
                </a:lnTo>
                <a:lnTo>
                  <a:pt x="6683" y="14997"/>
                </a:lnTo>
                <a:lnTo>
                  <a:pt x="5400" y="15429"/>
                </a:lnTo>
                <a:lnTo>
                  <a:pt x="4730" y="16956"/>
                </a:lnTo>
                <a:lnTo>
                  <a:pt x="4061" y="18490"/>
                </a:lnTo>
                <a:lnTo>
                  <a:pt x="3383" y="20036"/>
                </a:lnTo>
                <a:lnTo>
                  <a:pt x="2700" y="21600"/>
                </a:lnTo>
                <a:lnTo>
                  <a:pt x="2365" y="19690"/>
                </a:lnTo>
                <a:lnTo>
                  <a:pt x="2030" y="17780"/>
                </a:lnTo>
                <a:lnTo>
                  <a:pt x="1696" y="15864"/>
                </a:lnTo>
                <a:lnTo>
                  <a:pt x="1361" y="13944"/>
                </a:lnTo>
                <a:lnTo>
                  <a:pt x="1023" y="12016"/>
                </a:lnTo>
                <a:lnTo>
                  <a:pt x="683" y="10078"/>
                </a:lnTo>
                <a:lnTo>
                  <a:pt x="343" y="8131"/>
                </a:lnTo>
                <a:lnTo>
                  <a:pt x="0" y="6171"/>
                </a:lnTo>
                <a:lnTo>
                  <a:pt x="1785" y="6171"/>
                </a:lnTo>
                <a:lnTo>
                  <a:pt x="3580" y="6171"/>
                </a:lnTo>
                <a:lnTo>
                  <a:pt x="5400" y="6171"/>
                </a:lnTo>
                <a:lnTo>
                  <a:pt x="5400" y="4132"/>
                </a:lnTo>
                <a:lnTo>
                  <a:pt x="5400" y="2080"/>
                </a:lnTo>
                <a:lnTo>
                  <a:pt x="5400" y="0"/>
                </a:lnTo>
                <a:close/>
              </a:path>
            </a:pathLst>
          </a:custGeom>
          <a:solidFill>
            <a:srgbClr val="4D4E4F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5" name="contour_08153"/>
          <p:cNvSpPr/>
          <p:nvPr/>
        </p:nvSpPr>
        <p:spPr>
          <a:xfrm>
            <a:off x="7385822" y="4699005"/>
            <a:ext cx="72880" cy="381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989"/>
                </a:moveTo>
                <a:lnTo>
                  <a:pt x="20364" y="3809"/>
                </a:lnTo>
                <a:lnTo>
                  <a:pt x="20939" y="5862"/>
                </a:lnTo>
                <a:lnTo>
                  <a:pt x="21267" y="7741"/>
                </a:lnTo>
                <a:lnTo>
                  <a:pt x="21453" y="10042"/>
                </a:lnTo>
                <a:lnTo>
                  <a:pt x="21600" y="13356"/>
                </a:lnTo>
                <a:lnTo>
                  <a:pt x="21231" y="16146"/>
                </a:lnTo>
                <a:lnTo>
                  <a:pt x="20881" y="17935"/>
                </a:lnTo>
                <a:lnTo>
                  <a:pt x="20352" y="19498"/>
                </a:lnTo>
                <a:lnTo>
                  <a:pt x="19440" y="21600"/>
                </a:lnTo>
                <a:lnTo>
                  <a:pt x="17764" y="21233"/>
                </a:lnTo>
                <a:lnTo>
                  <a:pt x="16539" y="20891"/>
                </a:lnTo>
                <a:lnTo>
                  <a:pt x="15412" y="20421"/>
                </a:lnTo>
                <a:lnTo>
                  <a:pt x="14021" y="19675"/>
                </a:lnTo>
                <a:lnTo>
                  <a:pt x="12014" y="18508"/>
                </a:lnTo>
                <a:lnTo>
                  <a:pt x="11420" y="18179"/>
                </a:lnTo>
                <a:lnTo>
                  <a:pt x="10372" y="17593"/>
                </a:lnTo>
                <a:lnTo>
                  <a:pt x="7973" y="16254"/>
                </a:lnTo>
                <a:lnTo>
                  <a:pt x="6523" y="15029"/>
                </a:lnTo>
                <a:lnTo>
                  <a:pt x="5247" y="13780"/>
                </a:lnTo>
                <a:lnTo>
                  <a:pt x="4102" y="12445"/>
                </a:lnTo>
                <a:lnTo>
                  <a:pt x="3048" y="10969"/>
                </a:lnTo>
                <a:lnTo>
                  <a:pt x="2041" y="9291"/>
                </a:lnTo>
                <a:lnTo>
                  <a:pt x="1039" y="7358"/>
                </a:lnTo>
                <a:lnTo>
                  <a:pt x="0" y="5111"/>
                </a:lnTo>
                <a:lnTo>
                  <a:pt x="1456" y="4299"/>
                </a:lnTo>
                <a:lnTo>
                  <a:pt x="2922" y="3512"/>
                </a:lnTo>
                <a:lnTo>
                  <a:pt x="4398" y="2766"/>
                </a:lnTo>
                <a:lnTo>
                  <a:pt x="5882" y="2073"/>
                </a:lnTo>
                <a:lnTo>
                  <a:pt x="7374" y="1459"/>
                </a:lnTo>
                <a:lnTo>
                  <a:pt x="8871" y="927"/>
                </a:lnTo>
                <a:lnTo>
                  <a:pt x="10374" y="503"/>
                </a:lnTo>
                <a:lnTo>
                  <a:pt x="11882" y="194"/>
                </a:lnTo>
                <a:lnTo>
                  <a:pt x="13392" y="21"/>
                </a:lnTo>
                <a:lnTo>
                  <a:pt x="14904" y="0"/>
                </a:lnTo>
                <a:lnTo>
                  <a:pt x="16416" y="140"/>
                </a:lnTo>
                <a:lnTo>
                  <a:pt x="17928" y="466"/>
                </a:lnTo>
                <a:lnTo>
                  <a:pt x="19440" y="989"/>
                </a:lnTo>
                <a:close/>
              </a:path>
            </a:pathLst>
          </a:custGeom>
          <a:solidFill>
            <a:srgbClr val="C4AD77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6" name="contour_08154"/>
          <p:cNvSpPr/>
          <p:nvPr/>
        </p:nvSpPr>
        <p:spPr>
          <a:xfrm>
            <a:off x="10541522" y="4664315"/>
            <a:ext cx="4450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74" y="0"/>
                </a:moveTo>
                <a:lnTo>
                  <a:pt x="9681" y="329"/>
                </a:lnTo>
                <a:lnTo>
                  <a:pt x="12050" y="720"/>
                </a:lnTo>
                <a:lnTo>
                  <a:pt x="14218" y="1246"/>
                </a:lnTo>
                <a:lnTo>
                  <a:pt x="16210" y="1978"/>
                </a:lnTo>
                <a:lnTo>
                  <a:pt x="18060" y="2990"/>
                </a:lnTo>
                <a:lnTo>
                  <a:pt x="19800" y="4358"/>
                </a:lnTo>
                <a:lnTo>
                  <a:pt x="20702" y="5978"/>
                </a:lnTo>
                <a:lnTo>
                  <a:pt x="21306" y="7414"/>
                </a:lnTo>
                <a:lnTo>
                  <a:pt x="21600" y="8801"/>
                </a:lnTo>
                <a:lnTo>
                  <a:pt x="21575" y="10284"/>
                </a:lnTo>
                <a:lnTo>
                  <a:pt x="21222" y="12000"/>
                </a:lnTo>
                <a:lnTo>
                  <a:pt x="19474" y="13279"/>
                </a:lnTo>
                <a:lnTo>
                  <a:pt x="17674" y="14491"/>
                </a:lnTo>
                <a:lnTo>
                  <a:pt x="15821" y="15641"/>
                </a:lnTo>
                <a:lnTo>
                  <a:pt x="13914" y="16735"/>
                </a:lnTo>
                <a:lnTo>
                  <a:pt x="11951" y="17782"/>
                </a:lnTo>
                <a:lnTo>
                  <a:pt x="9932" y="18785"/>
                </a:lnTo>
                <a:lnTo>
                  <a:pt x="7859" y="19752"/>
                </a:lnTo>
                <a:lnTo>
                  <a:pt x="5726" y="20688"/>
                </a:lnTo>
                <a:lnTo>
                  <a:pt x="3537" y="21600"/>
                </a:lnTo>
                <a:lnTo>
                  <a:pt x="1783" y="21600"/>
                </a:lnTo>
                <a:lnTo>
                  <a:pt x="0" y="21600"/>
                </a:lnTo>
                <a:lnTo>
                  <a:pt x="0" y="20016"/>
                </a:lnTo>
                <a:lnTo>
                  <a:pt x="0" y="18430"/>
                </a:lnTo>
                <a:lnTo>
                  <a:pt x="0" y="16843"/>
                </a:lnTo>
                <a:lnTo>
                  <a:pt x="0" y="15252"/>
                </a:lnTo>
                <a:lnTo>
                  <a:pt x="0" y="13656"/>
                </a:lnTo>
                <a:lnTo>
                  <a:pt x="0" y="12053"/>
                </a:lnTo>
                <a:lnTo>
                  <a:pt x="0" y="10445"/>
                </a:lnTo>
                <a:lnTo>
                  <a:pt x="0" y="8827"/>
                </a:lnTo>
                <a:lnTo>
                  <a:pt x="0" y="7200"/>
                </a:lnTo>
                <a:lnTo>
                  <a:pt x="2101" y="7200"/>
                </a:lnTo>
                <a:lnTo>
                  <a:pt x="4209" y="7200"/>
                </a:lnTo>
                <a:lnTo>
                  <a:pt x="6324" y="7200"/>
                </a:lnTo>
                <a:lnTo>
                  <a:pt x="8457" y="7200"/>
                </a:lnTo>
                <a:lnTo>
                  <a:pt x="10611" y="7200"/>
                </a:lnTo>
                <a:lnTo>
                  <a:pt x="9910" y="5774"/>
                </a:lnTo>
                <a:lnTo>
                  <a:pt x="9207" y="4344"/>
                </a:lnTo>
                <a:lnTo>
                  <a:pt x="8503" y="2909"/>
                </a:lnTo>
                <a:lnTo>
                  <a:pt x="7792" y="1462"/>
                </a:lnTo>
                <a:lnTo>
                  <a:pt x="7074" y="0"/>
                </a:lnTo>
                <a:close/>
              </a:path>
            </a:pathLst>
          </a:custGeom>
          <a:solidFill>
            <a:srgbClr val="525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7" name="contour_08155"/>
          <p:cNvSpPr/>
          <p:nvPr/>
        </p:nvSpPr>
        <p:spPr>
          <a:xfrm>
            <a:off x="4696553" y="4670699"/>
            <a:ext cx="45863" cy="44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94" y="437"/>
                </a:moveTo>
                <a:lnTo>
                  <a:pt x="20992" y="3030"/>
                </a:lnTo>
                <a:lnTo>
                  <a:pt x="21319" y="5562"/>
                </a:lnTo>
                <a:lnTo>
                  <a:pt x="21531" y="8052"/>
                </a:lnTo>
                <a:lnTo>
                  <a:pt x="21600" y="10528"/>
                </a:lnTo>
                <a:lnTo>
                  <a:pt x="21490" y="13008"/>
                </a:lnTo>
                <a:lnTo>
                  <a:pt x="21168" y="15516"/>
                </a:lnTo>
                <a:lnTo>
                  <a:pt x="20594" y="18073"/>
                </a:lnTo>
                <a:lnTo>
                  <a:pt x="18514" y="19032"/>
                </a:lnTo>
                <a:lnTo>
                  <a:pt x="16434" y="19787"/>
                </a:lnTo>
                <a:lnTo>
                  <a:pt x="14344" y="20373"/>
                </a:lnTo>
                <a:lnTo>
                  <a:pt x="12236" y="20810"/>
                </a:lnTo>
                <a:lnTo>
                  <a:pt x="10098" y="21124"/>
                </a:lnTo>
                <a:lnTo>
                  <a:pt x="7925" y="21346"/>
                </a:lnTo>
                <a:lnTo>
                  <a:pt x="5708" y="21494"/>
                </a:lnTo>
                <a:lnTo>
                  <a:pt x="3432" y="21600"/>
                </a:lnTo>
                <a:lnTo>
                  <a:pt x="2660" y="19205"/>
                </a:lnTo>
                <a:lnTo>
                  <a:pt x="1950" y="16891"/>
                </a:lnTo>
                <a:lnTo>
                  <a:pt x="1311" y="14613"/>
                </a:lnTo>
                <a:lnTo>
                  <a:pt x="762" y="12320"/>
                </a:lnTo>
                <a:lnTo>
                  <a:pt x="323" y="9961"/>
                </a:lnTo>
                <a:lnTo>
                  <a:pt x="0" y="7492"/>
                </a:lnTo>
                <a:lnTo>
                  <a:pt x="1678" y="4864"/>
                </a:lnTo>
                <a:lnTo>
                  <a:pt x="3511" y="2910"/>
                </a:lnTo>
                <a:lnTo>
                  <a:pt x="5495" y="1534"/>
                </a:lnTo>
                <a:lnTo>
                  <a:pt x="7634" y="653"/>
                </a:lnTo>
                <a:lnTo>
                  <a:pt x="9923" y="173"/>
                </a:lnTo>
                <a:lnTo>
                  <a:pt x="12363" y="0"/>
                </a:lnTo>
                <a:lnTo>
                  <a:pt x="14955" y="46"/>
                </a:lnTo>
                <a:lnTo>
                  <a:pt x="17701" y="222"/>
                </a:lnTo>
                <a:lnTo>
                  <a:pt x="20594" y="437"/>
                </a:lnTo>
                <a:close/>
              </a:path>
            </a:pathLst>
          </a:custGeom>
          <a:solidFill>
            <a:srgbClr val="BFAEDB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8" name="contour_08156"/>
          <p:cNvSpPr/>
          <p:nvPr/>
        </p:nvSpPr>
        <p:spPr>
          <a:xfrm>
            <a:off x="1475261" y="4693467"/>
            <a:ext cx="65592" cy="29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921" y="2978"/>
                </a:lnTo>
                <a:lnTo>
                  <a:pt x="20242" y="5956"/>
                </a:lnTo>
                <a:lnTo>
                  <a:pt x="19560" y="8945"/>
                </a:lnTo>
                <a:lnTo>
                  <a:pt x="18876" y="11944"/>
                </a:lnTo>
                <a:lnTo>
                  <a:pt x="18187" y="14960"/>
                </a:lnTo>
                <a:lnTo>
                  <a:pt x="17496" y="17990"/>
                </a:lnTo>
                <a:lnTo>
                  <a:pt x="16800" y="21048"/>
                </a:lnTo>
                <a:lnTo>
                  <a:pt x="15034" y="21421"/>
                </a:lnTo>
                <a:lnTo>
                  <a:pt x="13714" y="21600"/>
                </a:lnTo>
                <a:lnTo>
                  <a:pt x="12605" y="21563"/>
                </a:lnTo>
                <a:lnTo>
                  <a:pt x="11460" y="21263"/>
                </a:lnTo>
                <a:lnTo>
                  <a:pt x="10039" y="20663"/>
                </a:lnTo>
                <a:lnTo>
                  <a:pt x="8100" y="19732"/>
                </a:lnTo>
                <a:lnTo>
                  <a:pt x="6583" y="19053"/>
                </a:lnTo>
                <a:lnTo>
                  <a:pt x="5054" y="18369"/>
                </a:lnTo>
                <a:lnTo>
                  <a:pt x="3506" y="17675"/>
                </a:lnTo>
                <a:lnTo>
                  <a:pt x="2347" y="17054"/>
                </a:lnTo>
                <a:lnTo>
                  <a:pt x="1183" y="16422"/>
                </a:lnTo>
                <a:lnTo>
                  <a:pt x="0" y="15786"/>
                </a:lnTo>
                <a:lnTo>
                  <a:pt x="0" y="12660"/>
                </a:lnTo>
                <a:lnTo>
                  <a:pt x="0" y="9524"/>
                </a:lnTo>
                <a:lnTo>
                  <a:pt x="0" y="6377"/>
                </a:lnTo>
                <a:lnTo>
                  <a:pt x="0" y="3204"/>
                </a:lnTo>
                <a:lnTo>
                  <a:pt x="0" y="0"/>
                </a:lnTo>
                <a:close/>
              </a:path>
            </a:pathLst>
          </a:custGeom>
          <a:solidFill>
            <a:srgbClr val="2A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8159" name="contour_08157"/>
          <p:cNvSpPr/>
          <p:nvPr/>
        </p:nvSpPr>
        <p:spPr>
          <a:xfrm>
            <a:off x="6810071" y="4670211"/>
            <a:ext cx="94744" cy="460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37" y="2373"/>
                </a:moveTo>
                <a:lnTo>
                  <a:pt x="14048" y="4019"/>
                </a:lnTo>
                <a:lnTo>
                  <a:pt x="14520" y="5170"/>
                </a:lnTo>
                <a:lnTo>
                  <a:pt x="14960" y="6376"/>
                </a:lnTo>
                <a:lnTo>
                  <a:pt x="15584" y="8176"/>
                </a:lnTo>
                <a:lnTo>
                  <a:pt x="16225" y="9777"/>
                </a:lnTo>
                <a:lnTo>
                  <a:pt x="16838" y="10798"/>
                </a:lnTo>
                <a:lnTo>
                  <a:pt x="17782" y="11666"/>
                </a:lnTo>
                <a:lnTo>
                  <a:pt x="19418" y="12820"/>
                </a:lnTo>
                <a:lnTo>
                  <a:pt x="20502" y="13561"/>
                </a:lnTo>
                <a:lnTo>
                  <a:pt x="21600" y="14312"/>
                </a:lnTo>
                <a:lnTo>
                  <a:pt x="21600" y="16570"/>
                </a:lnTo>
                <a:lnTo>
                  <a:pt x="21600" y="18841"/>
                </a:lnTo>
                <a:lnTo>
                  <a:pt x="21600" y="21142"/>
                </a:lnTo>
                <a:lnTo>
                  <a:pt x="20405" y="21405"/>
                </a:lnTo>
                <a:lnTo>
                  <a:pt x="19239" y="21559"/>
                </a:lnTo>
                <a:lnTo>
                  <a:pt x="18097" y="21600"/>
                </a:lnTo>
                <a:lnTo>
                  <a:pt x="16978" y="21539"/>
                </a:lnTo>
                <a:lnTo>
                  <a:pt x="15876" y="21375"/>
                </a:lnTo>
                <a:lnTo>
                  <a:pt x="14788" y="21118"/>
                </a:lnTo>
                <a:lnTo>
                  <a:pt x="13709" y="20774"/>
                </a:lnTo>
                <a:lnTo>
                  <a:pt x="12638" y="20343"/>
                </a:lnTo>
                <a:lnTo>
                  <a:pt x="11569" y="19831"/>
                </a:lnTo>
                <a:lnTo>
                  <a:pt x="10498" y="19244"/>
                </a:lnTo>
                <a:lnTo>
                  <a:pt x="9423" y="18585"/>
                </a:lnTo>
                <a:lnTo>
                  <a:pt x="8338" y="17861"/>
                </a:lnTo>
                <a:lnTo>
                  <a:pt x="7241" y="17075"/>
                </a:lnTo>
                <a:lnTo>
                  <a:pt x="6126" y="16235"/>
                </a:lnTo>
                <a:lnTo>
                  <a:pt x="5224" y="15542"/>
                </a:lnTo>
                <a:lnTo>
                  <a:pt x="4305" y="14842"/>
                </a:lnTo>
                <a:lnTo>
                  <a:pt x="3217" y="13923"/>
                </a:lnTo>
                <a:lnTo>
                  <a:pt x="2137" y="12950"/>
                </a:lnTo>
                <a:lnTo>
                  <a:pt x="1065" y="11935"/>
                </a:lnTo>
                <a:lnTo>
                  <a:pt x="0" y="10897"/>
                </a:lnTo>
                <a:lnTo>
                  <a:pt x="0" y="9203"/>
                </a:lnTo>
                <a:lnTo>
                  <a:pt x="0" y="7482"/>
                </a:lnTo>
                <a:lnTo>
                  <a:pt x="2210" y="5447"/>
                </a:lnTo>
                <a:lnTo>
                  <a:pt x="4064" y="3760"/>
                </a:lnTo>
                <a:lnTo>
                  <a:pt x="5613" y="2411"/>
                </a:lnTo>
                <a:lnTo>
                  <a:pt x="6899" y="1376"/>
                </a:lnTo>
                <a:lnTo>
                  <a:pt x="7969" y="642"/>
                </a:lnTo>
                <a:lnTo>
                  <a:pt x="8871" y="188"/>
                </a:lnTo>
                <a:lnTo>
                  <a:pt x="9652" y="0"/>
                </a:lnTo>
                <a:lnTo>
                  <a:pt x="10356" y="55"/>
                </a:lnTo>
                <a:lnTo>
                  <a:pt x="11031" y="335"/>
                </a:lnTo>
                <a:lnTo>
                  <a:pt x="11720" y="830"/>
                </a:lnTo>
                <a:lnTo>
                  <a:pt x="12475" y="1513"/>
                </a:lnTo>
                <a:lnTo>
                  <a:pt x="13337" y="2373"/>
                </a:lnTo>
                <a:close/>
              </a:path>
            </a:pathLst>
          </a:custGeom>
          <a:solidFill>
            <a:srgbClr val="44433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0" name="contour_08158"/>
          <p:cNvSpPr/>
          <p:nvPr/>
        </p:nvSpPr>
        <p:spPr>
          <a:xfrm>
            <a:off x="695446" y="4642451"/>
            <a:ext cx="65592" cy="38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19092" y="4591"/>
                </a:lnTo>
                <a:lnTo>
                  <a:pt x="16982" y="8421"/>
                </a:lnTo>
                <a:lnTo>
                  <a:pt x="15216" y="11573"/>
                </a:lnTo>
                <a:lnTo>
                  <a:pt x="13740" y="14114"/>
                </a:lnTo>
                <a:lnTo>
                  <a:pt x="12497" y="16127"/>
                </a:lnTo>
                <a:lnTo>
                  <a:pt x="11434" y="17680"/>
                </a:lnTo>
                <a:lnTo>
                  <a:pt x="10493" y="18851"/>
                </a:lnTo>
                <a:lnTo>
                  <a:pt x="9619" y="19717"/>
                </a:lnTo>
                <a:lnTo>
                  <a:pt x="8758" y="20348"/>
                </a:lnTo>
                <a:lnTo>
                  <a:pt x="7855" y="20823"/>
                </a:lnTo>
                <a:lnTo>
                  <a:pt x="6854" y="21214"/>
                </a:lnTo>
                <a:lnTo>
                  <a:pt x="5700" y="21600"/>
                </a:lnTo>
                <a:lnTo>
                  <a:pt x="4879" y="21287"/>
                </a:lnTo>
                <a:lnTo>
                  <a:pt x="2400" y="20331"/>
                </a:lnTo>
                <a:lnTo>
                  <a:pt x="1798" y="17867"/>
                </a:lnTo>
                <a:lnTo>
                  <a:pt x="1332" y="15399"/>
                </a:lnTo>
                <a:lnTo>
                  <a:pt x="984" y="12927"/>
                </a:lnTo>
                <a:lnTo>
                  <a:pt x="720" y="10426"/>
                </a:lnTo>
                <a:lnTo>
                  <a:pt x="516" y="7897"/>
                </a:lnTo>
                <a:lnTo>
                  <a:pt x="346" y="5323"/>
                </a:lnTo>
                <a:lnTo>
                  <a:pt x="182" y="2696"/>
                </a:lnTo>
                <a:lnTo>
                  <a:pt x="0" y="0"/>
                </a:lnTo>
                <a:close/>
              </a:path>
            </a:pathLst>
          </a:custGeom>
          <a:solidFill>
            <a:srgbClr val="4345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1" name="contour_08159"/>
          <p:cNvSpPr/>
          <p:nvPr/>
        </p:nvSpPr>
        <p:spPr>
          <a:xfrm>
            <a:off x="4251986" y="4642451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988" y="1188"/>
                </a:lnTo>
                <a:lnTo>
                  <a:pt x="13176" y="2378"/>
                </a:lnTo>
                <a:lnTo>
                  <a:pt x="14367" y="3568"/>
                </a:lnTo>
                <a:lnTo>
                  <a:pt x="15563" y="4761"/>
                </a:lnTo>
                <a:lnTo>
                  <a:pt x="16759" y="5959"/>
                </a:lnTo>
                <a:lnTo>
                  <a:pt x="17960" y="7160"/>
                </a:lnTo>
                <a:lnTo>
                  <a:pt x="19167" y="8368"/>
                </a:lnTo>
                <a:lnTo>
                  <a:pt x="20380" y="9580"/>
                </a:lnTo>
                <a:lnTo>
                  <a:pt x="21600" y="10800"/>
                </a:lnTo>
                <a:lnTo>
                  <a:pt x="19818" y="10444"/>
                </a:lnTo>
                <a:lnTo>
                  <a:pt x="18033" y="10087"/>
                </a:lnTo>
                <a:lnTo>
                  <a:pt x="16240" y="9729"/>
                </a:lnTo>
                <a:lnTo>
                  <a:pt x="14440" y="9368"/>
                </a:lnTo>
                <a:lnTo>
                  <a:pt x="12628" y="9005"/>
                </a:lnTo>
                <a:lnTo>
                  <a:pt x="10800" y="8640"/>
                </a:lnTo>
                <a:lnTo>
                  <a:pt x="11097" y="10066"/>
                </a:lnTo>
                <a:lnTo>
                  <a:pt x="11394" y="11493"/>
                </a:lnTo>
                <a:lnTo>
                  <a:pt x="11691" y="12921"/>
                </a:lnTo>
                <a:lnTo>
                  <a:pt x="11991" y="14353"/>
                </a:lnTo>
                <a:lnTo>
                  <a:pt x="12290" y="15790"/>
                </a:lnTo>
                <a:lnTo>
                  <a:pt x="12590" y="17232"/>
                </a:lnTo>
                <a:lnTo>
                  <a:pt x="12892" y="18680"/>
                </a:lnTo>
                <a:lnTo>
                  <a:pt x="13195" y="20136"/>
                </a:lnTo>
                <a:lnTo>
                  <a:pt x="13500" y="21600"/>
                </a:lnTo>
                <a:lnTo>
                  <a:pt x="11653" y="21388"/>
                </a:lnTo>
                <a:lnTo>
                  <a:pt x="10309" y="21170"/>
                </a:lnTo>
                <a:lnTo>
                  <a:pt x="9077" y="20842"/>
                </a:lnTo>
                <a:lnTo>
                  <a:pt x="7571" y="20300"/>
                </a:lnTo>
                <a:lnTo>
                  <a:pt x="5400" y="19440"/>
                </a:lnTo>
                <a:lnTo>
                  <a:pt x="4549" y="18138"/>
                </a:lnTo>
                <a:lnTo>
                  <a:pt x="3766" y="16822"/>
                </a:lnTo>
                <a:lnTo>
                  <a:pt x="3040" y="15494"/>
                </a:lnTo>
                <a:lnTo>
                  <a:pt x="2365" y="14150"/>
                </a:lnTo>
                <a:lnTo>
                  <a:pt x="1733" y="12796"/>
                </a:lnTo>
                <a:lnTo>
                  <a:pt x="1131" y="11424"/>
                </a:lnTo>
                <a:lnTo>
                  <a:pt x="559" y="10040"/>
                </a:lnTo>
                <a:lnTo>
                  <a:pt x="0" y="8640"/>
                </a:lnTo>
                <a:lnTo>
                  <a:pt x="1283" y="8418"/>
                </a:lnTo>
                <a:lnTo>
                  <a:pt x="2573" y="8193"/>
                </a:lnTo>
                <a:lnTo>
                  <a:pt x="3883" y="7966"/>
                </a:lnTo>
                <a:lnTo>
                  <a:pt x="5276" y="7476"/>
                </a:lnTo>
                <a:lnTo>
                  <a:pt x="6677" y="6981"/>
                </a:lnTo>
                <a:lnTo>
                  <a:pt x="8100" y="6480"/>
                </a:lnTo>
                <a:lnTo>
                  <a:pt x="8635" y="5197"/>
                </a:lnTo>
                <a:lnTo>
                  <a:pt x="9172" y="3910"/>
                </a:lnTo>
                <a:lnTo>
                  <a:pt x="9709" y="2618"/>
                </a:lnTo>
                <a:lnTo>
                  <a:pt x="10252" y="1315"/>
                </a:lnTo>
                <a:lnTo>
                  <a:pt x="10800" y="0"/>
                </a:lnTo>
                <a:close/>
              </a:path>
            </a:pathLst>
          </a:custGeom>
          <a:solidFill>
            <a:srgbClr val="E7D8F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2" name="contour_08160"/>
          <p:cNvSpPr/>
          <p:nvPr/>
        </p:nvSpPr>
        <p:spPr>
          <a:xfrm>
            <a:off x="731886" y="4642451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0"/>
                </a:lnTo>
                <a:lnTo>
                  <a:pt x="16713" y="0"/>
                </a:lnTo>
                <a:lnTo>
                  <a:pt x="18328" y="0"/>
                </a:lnTo>
                <a:lnTo>
                  <a:pt x="19956" y="0"/>
                </a:lnTo>
                <a:lnTo>
                  <a:pt x="21600" y="0"/>
                </a:lnTo>
                <a:lnTo>
                  <a:pt x="21600" y="1833"/>
                </a:lnTo>
                <a:lnTo>
                  <a:pt x="21600" y="3672"/>
                </a:lnTo>
                <a:lnTo>
                  <a:pt x="21600" y="5517"/>
                </a:lnTo>
                <a:lnTo>
                  <a:pt x="21600" y="7378"/>
                </a:lnTo>
                <a:lnTo>
                  <a:pt x="21600" y="9257"/>
                </a:lnTo>
                <a:lnTo>
                  <a:pt x="19815" y="9257"/>
                </a:lnTo>
                <a:lnTo>
                  <a:pt x="18020" y="9257"/>
                </a:lnTo>
                <a:lnTo>
                  <a:pt x="16200" y="9257"/>
                </a:lnTo>
                <a:lnTo>
                  <a:pt x="16200" y="11297"/>
                </a:lnTo>
                <a:lnTo>
                  <a:pt x="16200" y="13349"/>
                </a:lnTo>
                <a:lnTo>
                  <a:pt x="16200" y="15429"/>
                </a:lnTo>
                <a:lnTo>
                  <a:pt x="14434" y="16583"/>
                </a:lnTo>
                <a:lnTo>
                  <a:pt x="13141" y="17326"/>
                </a:lnTo>
                <a:lnTo>
                  <a:pt x="11691" y="17993"/>
                </a:lnTo>
                <a:lnTo>
                  <a:pt x="9450" y="18900"/>
                </a:lnTo>
                <a:lnTo>
                  <a:pt x="8194" y="19418"/>
                </a:lnTo>
                <a:lnTo>
                  <a:pt x="6934" y="19940"/>
                </a:lnTo>
                <a:lnTo>
                  <a:pt x="5654" y="20468"/>
                </a:lnTo>
                <a:lnTo>
                  <a:pt x="4188" y="21029"/>
                </a:lnTo>
                <a:lnTo>
                  <a:pt x="2700" y="21600"/>
                </a:lnTo>
                <a:lnTo>
                  <a:pt x="2254" y="19563"/>
                </a:lnTo>
                <a:lnTo>
                  <a:pt x="1809" y="17524"/>
                </a:lnTo>
                <a:lnTo>
                  <a:pt x="1361" y="15475"/>
                </a:lnTo>
                <a:lnTo>
                  <a:pt x="910" y="13417"/>
                </a:lnTo>
                <a:lnTo>
                  <a:pt x="456" y="11346"/>
                </a:lnTo>
                <a:lnTo>
                  <a:pt x="0" y="9257"/>
                </a:lnTo>
                <a:lnTo>
                  <a:pt x="1466" y="9029"/>
                </a:lnTo>
                <a:lnTo>
                  <a:pt x="2954" y="8800"/>
                </a:lnTo>
                <a:lnTo>
                  <a:pt x="3899" y="8625"/>
                </a:lnTo>
                <a:lnTo>
                  <a:pt x="6750" y="8100"/>
                </a:lnTo>
                <a:lnTo>
                  <a:pt x="8635" y="7776"/>
                </a:lnTo>
                <a:lnTo>
                  <a:pt x="10546" y="7449"/>
                </a:lnTo>
                <a:lnTo>
                  <a:pt x="12012" y="6813"/>
                </a:lnTo>
                <a:lnTo>
                  <a:pt x="13500" y="6171"/>
                </a:lnTo>
                <a:lnTo>
                  <a:pt x="13500" y="4132"/>
                </a:lnTo>
                <a:lnTo>
                  <a:pt x="13500" y="2080"/>
                </a:lnTo>
                <a:lnTo>
                  <a:pt x="13500" y="0"/>
                </a:lnTo>
                <a:close/>
              </a:path>
            </a:pathLst>
          </a:custGeom>
          <a:solidFill>
            <a:srgbClr val="A1A4A3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3" name="contour_08161"/>
          <p:cNvSpPr/>
          <p:nvPr/>
        </p:nvSpPr>
        <p:spPr>
          <a:xfrm>
            <a:off x="2247788" y="4598723"/>
            <a:ext cx="8066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13" y="0"/>
                </a:moveTo>
                <a:lnTo>
                  <a:pt x="16910" y="581"/>
                </a:lnTo>
                <a:lnTo>
                  <a:pt x="17861" y="1047"/>
                </a:lnTo>
                <a:lnTo>
                  <a:pt x="18630" y="1504"/>
                </a:lnTo>
                <a:lnTo>
                  <a:pt x="19379" y="2064"/>
                </a:lnTo>
                <a:lnTo>
                  <a:pt x="20271" y="2835"/>
                </a:lnTo>
                <a:lnTo>
                  <a:pt x="21467" y="3927"/>
                </a:lnTo>
                <a:lnTo>
                  <a:pt x="21600" y="5371"/>
                </a:lnTo>
                <a:lnTo>
                  <a:pt x="21596" y="6747"/>
                </a:lnTo>
                <a:lnTo>
                  <a:pt x="21463" y="8063"/>
                </a:lnTo>
                <a:lnTo>
                  <a:pt x="21210" y="9331"/>
                </a:lnTo>
                <a:lnTo>
                  <a:pt x="20841" y="10557"/>
                </a:lnTo>
                <a:lnTo>
                  <a:pt x="20367" y="11752"/>
                </a:lnTo>
                <a:lnTo>
                  <a:pt x="19791" y="12927"/>
                </a:lnTo>
                <a:lnTo>
                  <a:pt x="19122" y="14087"/>
                </a:lnTo>
                <a:lnTo>
                  <a:pt x="18366" y="15244"/>
                </a:lnTo>
                <a:lnTo>
                  <a:pt x="17533" y="16406"/>
                </a:lnTo>
                <a:lnTo>
                  <a:pt x="16477" y="17429"/>
                </a:lnTo>
                <a:lnTo>
                  <a:pt x="15472" y="18346"/>
                </a:lnTo>
                <a:lnTo>
                  <a:pt x="14477" y="19163"/>
                </a:lnTo>
                <a:lnTo>
                  <a:pt x="13450" y="19888"/>
                </a:lnTo>
                <a:lnTo>
                  <a:pt x="12350" y="20532"/>
                </a:lnTo>
                <a:lnTo>
                  <a:pt x="11132" y="21099"/>
                </a:lnTo>
                <a:lnTo>
                  <a:pt x="9758" y="21600"/>
                </a:lnTo>
                <a:lnTo>
                  <a:pt x="8454" y="20960"/>
                </a:lnTo>
                <a:lnTo>
                  <a:pt x="7233" y="20253"/>
                </a:lnTo>
                <a:lnTo>
                  <a:pt x="6083" y="19485"/>
                </a:lnTo>
                <a:lnTo>
                  <a:pt x="4994" y="18657"/>
                </a:lnTo>
                <a:lnTo>
                  <a:pt x="3950" y="17773"/>
                </a:lnTo>
                <a:lnTo>
                  <a:pt x="2941" y="16838"/>
                </a:lnTo>
                <a:lnTo>
                  <a:pt x="1955" y="15852"/>
                </a:lnTo>
                <a:lnTo>
                  <a:pt x="980" y="14822"/>
                </a:lnTo>
                <a:lnTo>
                  <a:pt x="0" y="13745"/>
                </a:lnTo>
                <a:lnTo>
                  <a:pt x="429" y="13671"/>
                </a:lnTo>
                <a:lnTo>
                  <a:pt x="1187" y="13537"/>
                </a:lnTo>
                <a:lnTo>
                  <a:pt x="2920" y="13231"/>
                </a:lnTo>
                <a:lnTo>
                  <a:pt x="4204" y="12944"/>
                </a:lnTo>
                <a:lnTo>
                  <a:pt x="5443" y="12652"/>
                </a:lnTo>
                <a:lnTo>
                  <a:pt x="6645" y="12349"/>
                </a:lnTo>
                <a:lnTo>
                  <a:pt x="7822" y="12025"/>
                </a:lnTo>
                <a:lnTo>
                  <a:pt x="8983" y="11674"/>
                </a:lnTo>
                <a:lnTo>
                  <a:pt x="10136" y="11287"/>
                </a:lnTo>
                <a:lnTo>
                  <a:pt x="11296" y="10853"/>
                </a:lnTo>
                <a:lnTo>
                  <a:pt x="12467" y="10366"/>
                </a:lnTo>
                <a:lnTo>
                  <a:pt x="13661" y="9818"/>
                </a:lnTo>
                <a:lnTo>
                  <a:pt x="14260" y="8613"/>
                </a:lnTo>
                <a:lnTo>
                  <a:pt x="14732" y="7428"/>
                </a:lnTo>
                <a:lnTo>
                  <a:pt x="15088" y="6252"/>
                </a:lnTo>
                <a:lnTo>
                  <a:pt x="15341" y="5070"/>
                </a:lnTo>
                <a:lnTo>
                  <a:pt x="15509" y="3866"/>
                </a:lnTo>
                <a:lnTo>
                  <a:pt x="15599" y="2629"/>
                </a:lnTo>
                <a:lnTo>
                  <a:pt x="15630" y="1345"/>
                </a:lnTo>
                <a:lnTo>
                  <a:pt x="15613" y="0"/>
                </a:lnTo>
                <a:close/>
              </a:path>
            </a:pathLst>
          </a:custGeom>
          <a:solidFill>
            <a:srgbClr val="E2E6E9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4" name="contour_08162"/>
          <p:cNvSpPr/>
          <p:nvPr/>
        </p:nvSpPr>
        <p:spPr>
          <a:xfrm>
            <a:off x="10461355" y="4596624"/>
            <a:ext cx="43939" cy="67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0"/>
                </a:moveTo>
                <a:lnTo>
                  <a:pt x="2633" y="400"/>
                </a:lnTo>
                <a:lnTo>
                  <a:pt x="5206" y="186"/>
                </a:lnTo>
                <a:lnTo>
                  <a:pt x="7731" y="44"/>
                </a:lnTo>
                <a:lnTo>
                  <a:pt x="10243" y="0"/>
                </a:lnTo>
                <a:lnTo>
                  <a:pt x="12762" y="74"/>
                </a:lnTo>
                <a:lnTo>
                  <a:pt x="15312" y="291"/>
                </a:lnTo>
                <a:lnTo>
                  <a:pt x="17913" y="670"/>
                </a:lnTo>
                <a:lnTo>
                  <a:pt x="19081" y="2072"/>
                </a:lnTo>
                <a:lnTo>
                  <a:pt x="19995" y="3465"/>
                </a:lnTo>
                <a:lnTo>
                  <a:pt x="20679" y="4860"/>
                </a:lnTo>
                <a:lnTo>
                  <a:pt x="21156" y="6270"/>
                </a:lnTo>
                <a:lnTo>
                  <a:pt x="21453" y="7707"/>
                </a:lnTo>
                <a:lnTo>
                  <a:pt x="21593" y="9184"/>
                </a:lnTo>
                <a:lnTo>
                  <a:pt x="21600" y="10709"/>
                </a:lnTo>
                <a:lnTo>
                  <a:pt x="21496" y="12298"/>
                </a:lnTo>
                <a:lnTo>
                  <a:pt x="19873" y="14086"/>
                </a:lnTo>
                <a:lnTo>
                  <a:pt x="18587" y="15167"/>
                </a:lnTo>
                <a:lnTo>
                  <a:pt x="16960" y="15977"/>
                </a:lnTo>
                <a:lnTo>
                  <a:pt x="14331" y="16949"/>
                </a:lnTo>
                <a:lnTo>
                  <a:pt x="12181" y="16949"/>
                </a:lnTo>
                <a:lnTo>
                  <a:pt x="10032" y="16949"/>
                </a:lnTo>
                <a:lnTo>
                  <a:pt x="7882" y="16949"/>
                </a:lnTo>
                <a:lnTo>
                  <a:pt x="5732" y="16949"/>
                </a:lnTo>
                <a:lnTo>
                  <a:pt x="3583" y="16949"/>
                </a:lnTo>
                <a:lnTo>
                  <a:pt x="2336" y="18330"/>
                </a:lnTo>
                <a:lnTo>
                  <a:pt x="1548" y="19274"/>
                </a:lnTo>
                <a:lnTo>
                  <a:pt x="881" y="20219"/>
                </a:lnTo>
                <a:lnTo>
                  <a:pt x="0" y="21600"/>
                </a:lnTo>
                <a:lnTo>
                  <a:pt x="308" y="20263"/>
                </a:lnTo>
                <a:lnTo>
                  <a:pt x="620" y="18926"/>
                </a:lnTo>
                <a:lnTo>
                  <a:pt x="931" y="17588"/>
                </a:lnTo>
                <a:lnTo>
                  <a:pt x="1250" y="16251"/>
                </a:lnTo>
                <a:lnTo>
                  <a:pt x="1569" y="14914"/>
                </a:lnTo>
                <a:lnTo>
                  <a:pt x="1698" y="14360"/>
                </a:lnTo>
                <a:lnTo>
                  <a:pt x="1927" y="13386"/>
                </a:lnTo>
                <a:lnTo>
                  <a:pt x="2451" y="11153"/>
                </a:lnTo>
                <a:lnTo>
                  <a:pt x="2981" y="9653"/>
                </a:lnTo>
                <a:lnTo>
                  <a:pt x="3579" y="8258"/>
                </a:lnTo>
                <a:lnTo>
                  <a:pt x="4271" y="6930"/>
                </a:lnTo>
                <a:lnTo>
                  <a:pt x="5080" y="5635"/>
                </a:lnTo>
                <a:lnTo>
                  <a:pt x="6037" y="4337"/>
                </a:lnTo>
                <a:lnTo>
                  <a:pt x="7165" y="2995"/>
                </a:lnTo>
                <a:lnTo>
                  <a:pt x="5392" y="2419"/>
                </a:lnTo>
                <a:lnTo>
                  <a:pt x="3608" y="1842"/>
                </a:lnTo>
                <a:lnTo>
                  <a:pt x="1816" y="1258"/>
                </a:lnTo>
                <a:lnTo>
                  <a:pt x="0" y="670"/>
                </a:lnTo>
                <a:close/>
              </a:path>
            </a:pathLst>
          </a:custGeom>
          <a:solidFill>
            <a:srgbClr val="75787B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5" name="contour_08163"/>
          <p:cNvSpPr/>
          <p:nvPr/>
        </p:nvSpPr>
        <p:spPr>
          <a:xfrm>
            <a:off x="1664749" y="4583432"/>
            <a:ext cx="43728" cy="52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54"/>
                </a:lnTo>
                <a:lnTo>
                  <a:pt x="12823" y="105"/>
                </a:lnTo>
                <a:lnTo>
                  <a:pt x="14062" y="126"/>
                </a:lnTo>
                <a:lnTo>
                  <a:pt x="17788" y="186"/>
                </a:lnTo>
                <a:lnTo>
                  <a:pt x="19681" y="240"/>
                </a:lnTo>
                <a:lnTo>
                  <a:pt x="21600" y="294"/>
                </a:lnTo>
                <a:lnTo>
                  <a:pt x="21215" y="2079"/>
                </a:lnTo>
                <a:lnTo>
                  <a:pt x="20822" y="3864"/>
                </a:lnTo>
                <a:lnTo>
                  <a:pt x="20426" y="5649"/>
                </a:lnTo>
                <a:lnTo>
                  <a:pt x="20023" y="7431"/>
                </a:lnTo>
                <a:lnTo>
                  <a:pt x="19588" y="9424"/>
                </a:lnTo>
                <a:lnTo>
                  <a:pt x="19138" y="11446"/>
                </a:lnTo>
                <a:lnTo>
                  <a:pt x="18108" y="14896"/>
                </a:lnTo>
                <a:lnTo>
                  <a:pt x="17348" y="17135"/>
                </a:lnTo>
                <a:lnTo>
                  <a:pt x="16628" y="18637"/>
                </a:lnTo>
                <a:lnTo>
                  <a:pt x="15721" y="19878"/>
                </a:lnTo>
                <a:lnTo>
                  <a:pt x="14400" y="21330"/>
                </a:lnTo>
                <a:lnTo>
                  <a:pt x="11614" y="21510"/>
                </a:lnTo>
                <a:lnTo>
                  <a:pt x="9659" y="21600"/>
                </a:lnTo>
                <a:lnTo>
                  <a:pt x="8017" y="21600"/>
                </a:lnTo>
                <a:lnTo>
                  <a:pt x="6170" y="21510"/>
                </a:lnTo>
                <a:lnTo>
                  <a:pt x="3600" y="21330"/>
                </a:lnTo>
                <a:lnTo>
                  <a:pt x="3182" y="19566"/>
                </a:lnTo>
                <a:lnTo>
                  <a:pt x="2772" y="17802"/>
                </a:lnTo>
                <a:lnTo>
                  <a:pt x="2369" y="16035"/>
                </a:lnTo>
                <a:lnTo>
                  <a:pt x="1969" y="14268"/>
                </a:lnTo>
                <a:lnTo>
                  <a:pt x="1573" y="12501"/>
                </a:lnTo>
                <a:lnTo>
                  <a:pt x="1199" y="10863"/>
                </a:lnTo>
                <a:lnTo>
                  <a:pt x="821" y="9210"/>
                </a:lnTo>
                <a:lnTo>
                  <a:pt x="436" y="7537"/>
                </a:lnTo>
                <a:lnTo>
                  <a:pt x="220" y="5433"/>
                </a:lnTo>
                <a:lnTo>
                  <a:pt x="0" y="3299"/>
                </a:lnTo>
                <a:lnTo>
                  <a:pt x="2149" y="1560"/>
                </a:lnTo>
                <a:lnTo>
                  <a:pt x="3686" y="634"/>
                </a:lnTo>
                <a:lnTo>
                  <a:pt x="5353" y="219"/>
                </a:lnTo>
                <a:lnTo>
                  <a:pt x="7888" y="0"/>
                </a:lnTo>
                <a:close/>
              </a:path>
            </a:pathLst>
          </a:custGeom>
          <a:solidFill>
            <a:srgbClr val="888A8A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6" name="contour_08164"/>
          <p:cNvSpPr/>
          <p:nvPr/>
        </p:nvSpPr>
        <p:spPr>
          <a:xfrm>
            <a:off x="4958921" y="4547707"/>
            <a:ext cx="5808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51" y="0"/>
                </a:moveTo>
                <a:lnTo>
                  <a:pt x="15096" y="570"/>
                </a:lnTo>
                <a:lnTo>
                  <a:pt x="16174" y="1042"/>
                </a:lnTo>
                <a:lnTo>
                  <a:pt x="17296" y="1669"/>
                </a:lnTo>
                <a:lnTo>
                  <a:pt x="18971" y="2700"/>
                </a:lnTo>
                <a:lnTo>
                  <a:pt x="19684" y="4506"/>
                </a:lnTo>
                <a:lnTo>
                  <a:pt x="20118" y="5791"/>
                </a:lnTo>
                <a:lnTo>
                  <a:pt x="20443" y="7179"/>
                </a:lnTo>
                <a:lnTo>
                  <a:pt x="20836" y="9283"/>
                </a:lnTo>
                <a:lnTo>
                  <a:pt x="21185" y="11035"/>
                </a:lnTo>
                <a:lnTo>
                  <a:pt x="21543" y="12814"/>
                </a:lnTo>
                <a:lnTo>
                  <a:pt x="21600" y="14969"/>
                </a:lnTo>
                <a:lnTo>
                  <a:pt x="21492" y="16767"/>
                </a:lnTo>
                <a:lnTo>
                  <a:pt x="21099" y="18365"/>
                </a:lnTo>
                <a:lnTo>
                  <a:pt x="20299" y="19923"/>
                </a:lnTo>
                <a:lnTo>
                  <a:pt x="18971" y="21600"/>
                </a:lnTo>
                <a:lnTo>
                  <a:pt x="17088" y="21570"/>
                </a:lnTo>
                <a:lnTo>
                  <a:pt x="15670" y="21522"/>
                </a:lnTo>
                <a:lnTo>
                  <a:pt x="14453" y="21427"/>
                </a:lnTo>
                <a:lnTo>
                  <a:pt x="13169" y="21260"/>
                </a:lnTo>
                <a:lnTo>
                  <a:pt x="11545" y="20987"/>
                </a:lnTo>
                <a:lnTo>
                  <a:pt x="9318" y="20588"/>
                </a:lnTo>
                <a:lnTo>
                  <a:pt x="7578" y="20288"/>
                </a:lnTo>
                <a:lnTo>
                  <a:pt x="5827" y="19985"/>
                </a:lnTo>
                <a:lnTo>
                  <a:pt x="4054" y="19680"/>
                </a:lnTo>
                <a:lnTo>
                  <a:pt x="2716" y="19424"/>
                </a:lnTo>
                <a:lnTo>
                  <a:pt x="1366" y="19162"/>
                </a:lnTo>
                <a:lnTo>
                  <a:pt x="0" y="18900"/>
                </a:lnTo>
                <a:lnTo>
                  <a:pt x="0" y="17115"/>
                </a:lnTo>
                <a:lnTo>
                  <a:pt x="0" y="15320"/>
                </a:lnTo>
                <a:lnTo>
                  <a:pt x="0" y="13500"/>
                </a:lnTo>
                <a:lnTo>
                  <a:pt x="1648" y="13181"/>
                </a:lnTo>
                <a:lnTo>
                  <a:pt x="3298" y="12865"/>
                </a:lnTo>
                <a:lnTo>
                  <a:pt x="4946" y="12550"/>
                </a:lnTo>
                <a:lnTo>
                  <a:pt x="6597" y="12239"/>
                </a:lnTo>
                <a:lnTo>
                  <a:pt x="8247" y="11929"/>
                </a:lnTo>
                <a:lnTo>
                  <a:pt x="10122" y="11040"/>
                </a:lnTo>
                <a:lnTo>
                  <a:pt x="11136" y="10082"/>
                </a:lnTo>
                <a:lnTo>
                  <a:pt x="12163" y="8238"/>
                </a:lnTo>
                <a:lnTo>
                  <a:pt x="12516" y="6728"/>
                </a:lnTo>
                <a:lnTo>
                  <a:pt x="12762" y="5546"/>
                </a:lnTo>
                <a:lnTo>
                  <a:pt x="12974" y="4296"/>
                </a:lnTo>
                <a:lnTo>
                  <a:pt x="13215" y="2579"/>
                </a:lnTo>
                <a:lnTo>
                  <a:pt x="13551" y="0"/>
                </a:lnTo>
                <a:close/>
              </a:path>
            </a:pathLst>
          </a:custGeom>
          <a:solidFill>
            <a:srgbClr val="40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7" name="contour_08165"/>
          <p:cNvSpPr/>
          <p:nvPr/>
        </p:nvSpPr>
        <p:spPr>
          <a:xfrm>
            <a:off x="2721172" y="4511267"/>
            <a:ext cx="4406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" y="0"/>
                </a:moveTo>
                <a:lnTo>
                  <a:pt x="4109" y="185"/>
                </a:lnTo>
                <a:lnTo>
                  <a:pt x="6899" y="367"/>
                </a:lnTo>
                <a:lnTo>
                  <a:pt x="8932" y="612"/>
                </a:lnTo>
                <a:lnTo>
                  <a:pt x="10604" y="989"/>
                </a:lnTo>
                <a:lnTo>
                  <a:pt x="12311" y="1562"/>
                </a:lnTo>
                <a:lnTo>
                  <a:pt x="14455" y="2400"/>
                </a:lnTo>
                <a:lnTo>
                  <a:pt x="15784" y="3926"/>
                </a:lnTo>
                <a:lnTo>
                  <a:pt x="16977" y="5448"/>
                </a:lnTo>
                <a:lnTo>
                  <a:pt x="18038" y="6977"/>
                </a:lnTo>
                <a:lnTo>
                  <a:pt x="18963" y="8522"/>
                </a:lnTo>
                <a:lnTo>
                  <a:pt x="19757" y="10092"/>
                </a:lnTo>
                <a:lnTo>
                  <a:pt x="20417" y="11695"/>
                </a:lnTo>
                <a:lnTo>
                  <a:pt x="20943" y="13342"/>
                </a:lnTo>
                <a:lnTo>
                  <a:pt x="21339" y="15038"/>
                </a:lnTo>
                <a:lnTo>
                  <a:pt x="21600" y="16800"/>
                </a:lnTo>
                <a:lnTo>
                  <a:pt x="19503" y="18197"/>
                </a:lnTo>
                <a:lnTo>
                  <a:pt x="17927" y="19178"/>
                </a:lnTo>
                <a:lnTo>
                  <a:pt x="16577" y="19874"/>
                </a:lnTo>
                <a:lnTo>
                  <a:pt x="15148" y="20422"/>
                </a:lnTo>
                <a:lnTo>
                  <a:pt x="13351" y="20952"/>
                </a:lnTo>
                <a:lnTo>
                  <a:pt x="10882" y="21600"/>
                </a:lnTo>
                <a:lnTo>
                  <a:pt x="9796" y="20256"/>
                </a:lnTo>
                <a:lnTo>
                  <a:pt x="8721" y="18907"/>
                </a:lnTo>
                <a:lnTo>
                  <a:pt x="7649" y="17556"/>
                </a:lnTo>
                <a:lnTo>
                  <a:pt x="6584" y="16205"/>
                </a:lnTo>
                <a:lnTo>
                  <a:pt x="5523" y="14851"/>
                </a:lnTo>
                <a:lnTo>
                  <a:pt x="4526" y="13596"/>
                </a:lnTo>
                <a:lnTo>
                  <a:pt x="3526" y="12331"/>
                </a:lnTo>
                <a:lnTo>
                  <a:pt x="2508" y="11052"/>
                </a:lnTo>
                <a:lnTo>
                  <a:pt x="1583" y="9398"/>
                </a:lnTo>
                <a:lnTo>
                  <a:pt x="893" y="7853"/>
                </a:lnTo>
                <a:lnTo>
                  <a:pt x="414" y="6367"/>
                </a:lnTo>
                <a:lnTo>
                  <a:pt x="121" y="4886"/>
                </a:lnTo>
                <a:lnTo>
                  <a:pt x="0" y="3367"/>
                </a:lnTo>
                <a:lnTo>
                  <a:pt x="21" y="1754"/>
                </a:lnTo>
                <a:lnTo>
                  <a:pt x="164" y="0"/>
                </a:lnTo>
                <a:close/>
              </a:path>
            </a:pathLst>
          </a:custGeom>
          <a:solidFill>
            <a:srgbClr val="F6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8" name="contour_08166"/>
          <p:cNvSpPr/>
          <p:nvPr/>
        </p:nvSpPr>
        <p:spPr>
          <a:xfrm>
            <a:off x="1956268" y="4495561"/>
            <a:ext cx="65592" cy="40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117"/>
                </a:moveTo>
                <a:lnTo>
                  <a:pt x="15017" y="187"/>
                </a:lnTo>
                <a:lnTo>
                  <a:pt x="16546" y="257"/>
                </a:lnTo>
                <a:lnTo>
                  <a:pt x="18094" y="331"/>
                </a:lnTo>
                <a:lnTo>
                  <a:pt x="18610" y="370"/>
                </a:lnTo>
                <a:lnTo>
                  <a:pt x="19519" y="440"/>
                </a:lnTo>
                <a:lnTo>
                  <a:pt x="21600" y="603"/>
                </a:lnTo>
                <a:lnTo>
                  <a:pt x="20431" y="1319"/>
                </a:lnTo>
                <a:lnTo>
                  <a:pt x="19248" y="2047"/>
                </a:lnTo>
                <a:lnTo>
                  <a:pt x="17503" y="3911"/>
                </a:lnTo>
                <a:lnTo>
                  <a:pt x="16721" y="5525"/>
                </a:lnTo>
                <a:lnTo>
                  <a:pt x="16229" y="8280"/>
                </a:lnTo>
                <a:lnTo>
                  <a:pt x="16140" y="10386"/>
                </a:lnTo>
                <a:lnTo>
                  <a:pt x="16049" y="12522"/>
                </a:lnTo>
                <a:lnTo>
                  <a:pt x="15658" y="15576"/>
                </a:lnTo>
                <a:lnTo>
                  <a:pt x="15228" y="17530"/>
                </a:lnTo>
                <a:lnTo>
                  <a:pt x="14400" y="20059"/>
                </a:lnTo>
                <a:lnTo>
                  <a:pt x="12638" y="20853"/>
                </a:lnTo>
                <a:lnTo>
                  <a:pt x="10927" y="21363"/>
                </a:lnTo>
                <a:lnTo>
                  <a:pt x="9245" y="21600"/>
                </a:lnTo>
                <a:lnTo>
                  <a:pt x="7572" y="21577"/>
                </a:lnTo>
                <a:lnTo>
                  <a:pt x="5887" y="21304"/>
                </a:lnTo>
                <a:lnTo>
                  <a:pt x="4171" y="20795"/>
                </a:lnTo>
                <a:lnTo>
                  <a:pt x="2400" y="20059"/>
                </a:lnTo>
                <a:lnTo>
                  <a:pt x="1301" y="17398"/>
                </a:lnTo>
                <a:lnTo>
                  <a:pt x="626" y="15460"/>
                </a:lnTo>
                <a:lnTo>
                  <a:pt x="262" y="13685"/>
                </a:lnTo>
                <a:lnTo>
                  <a:pt x="91" y="11514"/>
                </a:lnTo>
                <a:lnTo>
                  <a:pt x="0" y="8386"/>
                </a:lnTo>
                <a:lnTo>
                  <a:pt x="1255" y="5786"/>
                </a:lnTo>
                <a:lnTo>
                  <a:pt x="2506" y="3771"/>
                </a:lnTo>
                <a:lnTo>
                  <a:pt x="3780" y="2269"/>
                </a:lnTo>
                <a:lnTo>
                  <a:pt x="5110" y="1210"/>
                </a:lnTo>
                <a:lnTo>
                  <a:pt x="6516" y="525"/>
                </a:lnTo>
                <a:lnTo>
                  <a:pt x="8030" y="148"/>
                </a:lnTo>
                <a:lnTo>
                  <a:pt x="9682" y="0"/>
                </a:lnTo>
                <a:lnTo>
                  <a:pt x="11496" y="12"/>
                </a:lnTo>
                <a:lnTo>
                  <a:pt x="13500" y="117"/>
                </a:lnTo>
                <a:close/>
              </a:path>
            </a:pathLst>
          </a:custGeom>
          <a:solidFill>
            <a:srgbClr val="EAD598"/>
          </a:solidFill>
          <a:ln>
            <a:noFill/>
          </a:ln>
        </p:spPr>
        <p:txBody>
          <a:bodyPr/>
          <a:lstStyle/>
          <a:p/>
        </p:txBody>
      </p:sp>
      <p:sp>
        <p:nvSpPr>
          <p:cNvPr id="8169" name="contour_08167"/>
          <p:cNvSpPr/>
          <p:nvPr/>
        </p:nvSpPr>
        <p:spPr>
          <a:xfrm>
            <a:off x="5379569" y="4474827"/>
            <a:ext cx="60359" cy="44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92" y="0"/>
                </a:moveTo>
                <a:lnTo>
                  <a:pt x="19873" y="2338"/>
                </a:lnTo>
                <a:lnTo>
                  <a:pt x="20450" y="4065"/>
                </a:lnTo>
                <a:lnTo>
                  <a:pt x="20846" y="5695"/>
                </a:lnTo>
                <a:lnTo>
                  <a:pt x="21188" y="7743"/>
                </a:lnTo>
                <a:lnTo>
                  <a:pt x="21600" y="10725"/>
                </a:lnTo>
                <a:lnTo>
                  <a:pt x="20656" y="13159"/>
                </a:lnTo>
                <a:lnTo>
                  <a:pt x="19607" y="15265"/>
                </a:lnTo>
                <a:lnTo>
                  <a:pt x="18426" y="17092"/>
                </a:lnTo>
                <a:lnTo>
                  <a:pt x="17080" y="18697"/>
                </a:lnTo>
                <a:lnTo>
                  <a:pt x="15539" y="20131"/>
                </a:lnTo>
                <a:lnTo>
                  <a:pt x="13776" y="21450"/>
                </a:lnTo>
                <a:lnTo>
                  <a:pt x="11992" y="21589"/>
                </a:lnTo>
                <a:lnTo>
                  <a:pt x="10278" y="21600"/>
                </a:lnTo>
                <a:lnTo>
                  <a:pt x="8627" y="21457"/>
                </a:lnTo>
                <a:lnTo>
                  <a:pt x="7021" y="21150"/>
                </a:lnTo>
                <a:lnTo>
                  <a:pt x="5440" y="20653"/>
                </a:lnTo>
                <a:lnTo>
                  <a:pt x="3878" y="19956"/>
                </a:lnTo>
                <a:lnTo>
                  <a:pt x="2313" y="19033"/>
                </a:lnTo>
                <a:lnTo>
                  <a:pt x="735" y="17875"/>
                </a:lnTo>
                <a:lnTo>
                  <a:pt x="243" y="15358"/>
                </a:lnTo>
                <a:lnTo>
                  <a:pt x="13" y="13063"/>
                </a:lnTo>
                <a:lnTo>
                  <a:pt x="0" y="10864"/>
                </a:lnTo>
                <a:lnTo>
                  <a:pt x="151" y="8634"/>
                </a:lnTo>
                <a:lnTo>
                  <a:pt x="412" y="6245"/>
                </a:lnTo>
                <a:lnTo>
                  <a:pt x="735" y="3575"/>
                </a:lnTo>
                <a:lnTo>
                  <a:pt x="2543" y="3929"/>
                </a:lnTo>
                <a:lnTo>
                  <a:pt x="4353" y="4283"/>
                </a:lnTo>
                <a:lnTo>
                  <a:pt x="6163" y="4637"/>
                </a:lnTo>
                <a:lnTo>
                  <a:pt x="7975" y="4994"/>
                </a:lnTo>
                <a:lnTo>
                  <a:pt x="9796" y="5348"/>
                </a:lnTo>
                <a:lnTo>
                  <a:pt x="11619" y="5706"/>
                </a:lnTo>
                <a:lnTo>
                  <a:pt x="13450" y="6063"/>
                </a:lnTo>
                <a:lnTo>
                  <a:pt x="15288" y="6424"/>
                </a:lnTo>
                <a:lnTo>
                  <a:pt x="17135" y="6785"/>
                </a:lnTo>
                <a:lnTo>
                  <a:pt x="18992" y="7150"/>
                </a:lnTo>
                <a:lnTo>
                  <a:pt x="18992" y="4787"/>
                </a:lnTo>
                <a:lnTo>
                  <a:pt x="18992" y="2410"/>
                </a:lnTo>
                <a:lnTo>
                  <a:pt x="18992" y="0"/>
                </a:lnTo>
                <a:close/>
              </a:path>
            </a:pathLst>
          </a:custGeom>
          <a:solidFill>
            <a:srgbClr val="978352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0" name="contour_08168"/>
          <p:cNvSpPr/>
          <p:nvPr/>
        </p:nvSpPr>
        <p:spPr>
          <a:xfrm>
            <a:off x="9820004" y="4438438"/>
            <a:ext cx="87456" cy="29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40" y="1610"/>
                </a:moveTo>
                <a:lnTo>
                  <a:pt x="14965" y="2096"/>
                </a:lnTo>
                <a:lnTo>
                  <a:pt x="16106" y="2598"/>
                </a:lnTo>
                <a:lnTo>
                  <a:pt x="17208" y="3089"/>
                </a:lnTo>
                <a:lnTo>
                  <a:pt x="18308" y="3606"/>
                </a:lnTo>
                <a:lnTo>
                  <a:pt x="19406" y="4139"/>
                </a:lnTo>
                <a:lnTo>
                  <a:pt x="20504" y="4689"/>
                </a:lnTo>
                <a:lnTo>
                  <a:pt x="21600" y="5243"/>
                </a:lnTo>
                <a:lnTo>
                  <a:pt x="21456" y="9224"/>
                </a:lnTo>
                <a:lnTo>
                  <a:pt x="21289" y="12033"/>
                </a:lnTo>
                <a:lnTo>
                  <a:pt x="21015" y="14440"/>
                </a:lnTo>
                <a:lnTo>
                  <a:pt x="20549" y="17207"/>
                </a:lnTo>
                <a:lnTo>
                  <a:pt x="19800" y="21083"/>
                </a:lnTo>
                <a:lnTo>
                  <a:pt x="18536" y="21463"/>
                </a:lnTo>
                <a:lnTo>
                  <a:pt x="17282" y="21600"/>
                </a:lnTo>
                <a:lnTo>
                  <a:pt x="16034" y="21531"/>
                </a:lnTo>
                <a:lnTo>
                  <a:pt x="14789" y="21294"/>
                </a:lnTo>
                <a:lnTo>
                  <a:pt x="13543" y="20929"/>
                </a:lnTo>
                <a:lnTo>
                  <a:pt x="12298" y="20470"/>
                </a:lnTo>
                <a:lnTo>
                  <a:pt x="11047" y="19958"/>
                </a:lnTo>
                <a:lnTo>
                  <a:pt x="9790" y="19435"/>
                </a:lnTo>
                <a:lnTo>
                  <a:pt x="8852" y="19108"/>
                </a:lnTo>
                <a:lnTo>
                  <a:pt x="7909" y="18786"/>
                </a:lnTo>
                <a:lnTo>
                  <a:pt x="6952" y="18448"/>
                </a:lnTo>
                <a:lnTo>
                  <a:pt x="5792" y="18041"/>
                </a:lnTo>
                <a:lnTo>
                  <a:pt x="4633" y="17619"/>
                </a:lnTo>
                <a:lnTo>
                  <a:pt x="3474" y="17181"/>
                </a:lnTo>
                <a:lnTo>
                  <a:pt x="2317" y="16732"/>
                </a:lnTo>
                <a:lnTo>
                  <a:pt x="1159" y="16273"/>
                </a:lnTo>
                <a:lnTo>
                  <a:pt x="0" y="15803"/>
                </a:lnTo>
                <a:lnTo>
                  <a:pt x="1073" y="12017"/>
                </a:lnTo>
                <a:lnTo>
                  <a:pt x="2088" y="8823"/>
                </a:lnTo>
                <a:lnTo>
                  <a:pt x="3067" y="6177"/>
                </a:lnTo>
                <a:lnTo>
                  <a:pt x="4034" y="4050"/>
                </a:lnTo>
                <a:lnTo>
                  <a:pt x="5006" y="2408"/>
                </a:lnTo>
                <a:lnTo>
                  <a:pt x="6008" y="1214"/>
                </a:lnTo>
                <a:lnTo>
                  <a:pt x="7061" y="438"/>
                </a:lnTo>
                <a:lnTo>
                  <a:pt x="8186" y="42"/>
                </a:lnTo>
                <a:lnTo>
                  <a:pt x="9405" y="0"/>
                </a:lnTo>
                <a:lnTo>
                  <a:pt x="10739" y="269"/>
                </a:lnTo>
                <a:lnTo>
                  <a:pt x="12209" y="818"/>
                </a:lnTo>
                <a:lnTo>
                  <a:pt x="13840" y="1610"/>
                </a:lnTo>
                <a:close/>
              </a:path>
            </a:pathLst>
          </a:custGeom>
          <a:solidFill>
            <a:srgbClr val="F1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1" name="contour_08169"/>
          <p:cNvSpPr/>
          <p:nvPr/>
        </p:nvSpPr>
        <p:spPr>
          <a:xfrm>
            <a:off x="3916738" y="4446804"/>
            <a:ext cx="51016" cy="425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23"/>
                </a:moveTo>
                <a:lnTo>
                  <a:pt x="21217" y="5410"/>
                </a:lnTo>
                <a:lnTo>
                  <a:pt x="20835" y="7698"/>
                </a:lnTo>
                <a:lnTo>
                  <a:pt x="20452" y="9993"/>
                </a:lnTo>
                <a:lnTo>
                  <a:pt x="20069" y="12291"/>
                </a:lnTo>
                <a:lnTo>
                  <a:pt x="19684" y="14601"/>
                </a:lnTo>
                <a:lnTo>
                  <a:pt x="19295" y="16922"/>
                </a:lnTo>
                <a:lnTo>
                  <a:pt x="18906" y="19253"/>
                </a:lnTo>
                <a:lnTo>
                  <a:pt x="18514" y="21600"/>
                </a:lnTo>
                <a:lnTo>
                  <a:pt x="15061" y="21042"/>
                </a:lnTo>
                <a:lnTo>
                  <a:pt x="12624" y="20595"/>
                </a:lnTo>
                <a:lnTo>
                  <a:pt x="10859" y="20162"/>
                </a:lnTo>
                <a:lnTo>
                  <a:pt x="9421" y="19638"/>
                </a:lnTo>
                <a:lnTo>
                  <a:pt x="7973" y="18921"/>
                </a:lnTo>
                <a:lnTo>
                  <a:pt x="6171" y="17905"/>
                </a:lnTo>
                <a:lnTo>
                  <a:pt x="5014" y="15920"/>
                </a:lnTo>
                <a:lnTo>
                  <a:pt x="3977" y="13902"/>
                </a:lnTo>
                <a:lnTo>
                  <a:pt x="3046" y="11851"/>
                </a:lnTo>
                <a:lnTo>
                  <a:pt x="2197" y="9752"/>
                </a:lnTo>
                <a:lnTo>
                  <a:pt x="1419" y="7602"/>
                </a:lnTo>
                <a:lnTo>
                  <a:pt x="691" y="5395"/>
                </a:lnTo>
                <a:lnTo>
                  <a:pt x="0" y="3123"/>
                </a:lnTo>
                <a:lnTo>
                  <a:pt x="2206" y="1681"/>
                </a:lnTo>
                <a:lnTo>
                  <a:pt x="4335" y="724"/>
                </a:lnTo>
                <a:lnTo>
                  <a:pt x="6415" y="181"/>
                </a:lnTo>
                <a:lnTo>
                  <a:pt x="8470" y="0"/>
                </a:lnTo>
                <a:lnTo>
                  <a:pt x="10522" y="122"/>
                </a:lnTo>
                <a:lnTo>
                  <a:pt x="12596" y="480"/>
                </a:lnTo>
                <a:lnTo>
                  <a:pt x="14716" y="1020"/>
                </a:lnTo>
                <a:lnTo>
                  <a:pt x="16907" y="1681"/>
                </a:lnTo>
                <a:lnTo>
                  <a:pt x="19193" y="2402"/>
                </a:lnTo>
                <a:lnTo>
                  <a:pt x="21600" y="3123"/>
                </a:lnTo>
                <a:close/>
              </a:path>
            </a:pathLst>
          </a:custGeom>
          <a:solidFill>
            <a:srgbClr val="F6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2" name="contour_08170"/>
          <p:cNvSpPr/>
          <p:nvPr/>
        </p:nvSpPr>
        <p:spPr>
          <a:xfrm>
            <a:off x="2087452" y="4299915"/>
            <a:ext cx="51016" cy="748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457" y="1368"/>
                </a:lnTo>
                <a:lnTo>
                  <a:pt x="14472" y="2725"/>
                </a:lnTo>
                <a:lnTo>
                  <a:pt x="15398" y="4074"/>
                </a:lnTo>
                <a:lnTo>
                  <a:pt x="16240" y="5421"/>
                </a:lnTo>
                <a:lnTo>
                  <a:pt x="17002" y="6768"/>
                </a:lnTo>
                <a:lnTo>
                  <a:pt x="17693" y="8119"/>
                </a:lnTo>
                <a:lnTo>
                  <a:pt x="18317" y="9476"/>
                </a:lnTo>
                <a:lnTo>
                  <a:pt x="18878" y="10846"/>
                </a:lnTo>
                <a:lnTo>
                  <a:pt x="19388" y="12229"/>
                </a:lnTo>
                <a:lnTo>
                  <a:pt x="19844" y="13630"/>
                </a:lnTo>
                <a:lnTo>
                  <a:pt x="20258" y="15055"/>
                </a:lnTo>
                <a:lnTo>
                  <a:pt x="20637" y="16505"/>
                </a:lnTo>
                <a:lnTo>
                  <a:pt x="20980" y="17985"/>
                </a:lnTo>
                <a:lnTo>
                  <a:pt x="21301" y="19496"/>
                </a:lnTo>
                <a:lnTo>
                  <a:pt x="21600" y="21044"/>
                </a:lnTo>
                <a:lnTo>
                  <a:pt x="18039" y="21354"/>
                </a:lnTo>
                <a:lnTo>
                  <a:pt x="15537" y="21539"/>
                </a:lnTo>
                <a:lnTo>
                  <a:pt x="13750" y="21600"/>
                </a:lnTo>
                <a:lnTo>
                  <a:pt x="12337" y="21539"/>
                </a:lnTo>
                <a:lnTo>
                  <a:pt x="10954" y="21354"/>
                </a:lnTo>
                <a:lnTo>
                  <a:pt x="9257" y="21044"/>
                </a:lnTo>
                <a:lnTo>
                  <a:pt x="8464" y="19784"/>
                </a:lnTo>
                <a:lnTo>
                  <a:pt x="7887" y="18544"/>
                </a:lnTo>
                <a:lnTo>
                  <a:pt x="7461" y="17292"/>
                </a:lnTo>
                <a:lnTo>
                  <a:pt x="7131" y="16002"/>
                </a:lnTo>
                <a:lnTo>
                  <a:pt x="6835" y="14641"/>
                </a:lnTo>
                <a:lnTo>
                  <a:pt x="6245" y="13165"/>
                </a:lnTo>
                <a:lnTo>
                  <a:pt x="5224" y="12233"/>
                </a:lnTo>
                <a:lnTo>
                  <a:pt x="2894" y="11048"/>
                </a:lnTo>
                <a:lnTo>
                  <a:pt x="1456" y="10787"/>
                </a:lnTo>
                <a:lnTo>
                  <a:pt x="0" y="10522"/>
                </a:lnTo>
                <a:lnTo>
                  <a:pt x="670" y="10482"/>
                </a:lnTo>
                <a:lnTo>
                  <a:pt x="2700" y="10358"/>
                </a:lnTo>
                <a:lnTo>
                  <a:pt x="4786" y="10127"/>
                </a:lnTo>
                <a:lnTo>
                  <a:pt x="6730" y="9859"/>
                </a:lnTo>
                <a:lnTo>
                  <a:pt x="8600" y="9512"/>
                </a:lnTo>
                <a:lnTo>
                  <a:pt x="10448" y="9047"/>
                </a:lnTo>
                <a:lnTo>
                  <a:pt x="12343" y="8418"/>
                </a:lnTo>
                <a:lnTo>
                  <a:pt x="12815" y="6957"/>
                </a:lnTo>
                <a:lnTo>
                  <a:pt x="13028" y="5592"/>
                </a:lnTo>
                <a:lnTo>
                  <a:pt x="13037" y="4268"/>
                </a:lnTo>
                <a:lnTo>
                  <a:pt x="12889" y="2931"/>
                </a:lnTo>
                <a:lnTo>
                  <a:pt x="12639" y="1526"/>
                </a:lnTo>
                <a:lnTo>
                  <a:pt x="12343" y="0"/>
                </a:ln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3" name="contour_08171"/>
          <p:cNvSpPr/>
          <p:nvPr/>
        </p:nvSpPr>
        <p:spPr>
          <a:xfrm>
            <a:off x="10344747" y="4306000"/>
            <a:ext cx="58377" cy="44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73" y="578"/>
                </a:moveTo>
                <a:lnTo>
                  <a:pt x="21600" y="2978"/>
                </a:lnTo>
                <a:lnTo>
                  <a:pt x="21568" y="5276"/>
                </a:lnTo>
                <a:lnTo>
                  <a:pt x="21454" y="7491"/>
                </a:lnTo>
                <a:lnTo>
                  <a:pt x="21239" y="9646"/>
                </a:lnTo>
                <a:lnTo>
                  <a:pt x="20893" y="11762"/>
                </a:lnTo>
                <a:lnTo>
                  <a:pt x="20400" y="13864"/>
                </a:lnTo>
                <a:lnTo>
                  <a:pt x="19737" y="15966"/>
                </a:lnTo>
                <a:lnTo>
                  <a:pt x="18876" y="18096"/>
                </a:lnTo>
                <a:lnTo>
                  <a:pt x="17013" y="18857"/>
                </a:lnTo>
                <a:lnTo>
                  <a:pt x="15152" y="19494"/>
                </a:lnTo>
                <a:lnTo>
                  <a:pt x="13292" y="20023"/>
                </a:lnTo>
                <a:lnTo>
                  <a:pt x="11428" y="20451"/>
                </a:lnTo>
                <a:lnTo>
                  <a:pt x="9560" y="20791"/>
                </a:lnTo>
                <a:lnTo>
                  <a:pt x="7680" y="21053"/>
                </a:lnTo>
                <a:lnTo>
                  <a:pt x="5787" y="21257"/>
                </a:lnTo>
                <a:lnTo>
                  <a:pt x="3878" y="21407"/>
                </a:lnTo>
                <a:lnTo>
                  <a:pt x="1950" y="21516"/>
                </a:lnTo>
                <a:lnTo>
                  <a:pt x="0" y="21600"/>
                </a:lnTo>
                <a:lnTo>
                  <a:pt x="46" y="18566"/>
                </a:lnTo>
                <a:lnTo>
                  <a:pt x="218" y="16194"/>
                </a:lnTo>
                <a:lnTo>
                  <a:pt x="566" y="14288"/>
                </a:lnTo>
                <a:lnTo>
                  <a:pt x="1141" y="12634"/>
                </a:lnTo>
                <a:lnTo>
                  <a:pt x="1990" y="11029"/>
                </a:lnTo>
                <a:lnTo>
                  <a:pt x="3166" y="9271"/>
                </a:lnTo>
                <a:lnTo>
                  <a:pt x="4719" y="7147"/>
                </a:lnTo>
                <a:lnTo>
                  <a:pt x="6378" y="5175"/>
                </a:lnTo>
                <a:lnTo>
                  <a:pt x="7933" y="3560"/>
                </a:lnTo>
                <a:lnTo>
                  <a:pt x="9425" y="2277"/>
                </a:lnTo>
                <a:lnTo>
                  <a:pt x="10894" y="1307"/>
                </a:lnTo>
                <a:lnTo>
                  <a:pt x="12386" y="620"/>
                </a:lnTo>
                <a:lnTo>
                  <a:pt x="13936" y="193"/>
                </a:lnTo>
                <a:lnTo>
                  <a:pt x="15587" y="0"/>
                </a:lnTo>
                <a:lnTo>
                  <a:pt x="17385" y="14"/>
                </a:lnTo>
                <a:lnTo>
                  <a:pt x="19364" y="217"/>
                </a:lnTo>
                <a:lnTo>
                  <a:pt x="21573" y="578"/>
                </a:lnTo>
                <a:close/>
              </a:path>
            </a:pathLst>
          </a:custGeom>
          <a:solidFill>
            <a:srgbClr val="5A4E79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4" name="contour_08172"/>
          <p:cNvSpPr/>
          <p:nvPr/>
        </p:nvSpPr>
        <p:spPr>
          <a:xfrm>
            <a:off x="4062498" y="4219747"/>
            <a:ext cx="65235" cy="76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05" y="0"/>
                </a:moveTo>
                <a:lnTo>
                  <a:pt x="20232" y="1260"/>
                </a:lnTo>
                <a:lnTo>
                  <a:pt x="20893" y="2490"/>
                </a:lnTo>
                <a:lnTo>
                  <a:pt x="21320" y="3715"/>
                </a:lnTo>
                <a:lnTo>
                  <a:pt x="21544" y="4948"/>
                </a:lnTo>
                <a:lnTo>
                  <a:pt x="21600" y="6214"/>
                </a:lnTo>
                <a:lnTo>
                  <a:pt x="21520" y="7525"/>
                </a:lnTo>
                <a:lnTo>
                  <a:pt x="21332" y="8904"/>
                </a:lnTo>
                <a:lnTo>
                  <a:pt x="21072" y="10368"/>
                </a:lnTo>
                <a:lnTo>
                  <a:pt x="20712" y="11783"/>
                </a:lnTo>
                <a:lnTo>
                  <a:pt x="20336" y="13121"/>
                </a:lnTo>
                <a:lnTo>
                  <a:pt x="19930" y="14401"/>
                </a:lnTo>
                <a:lnTo>
                  <a:pt x="19479" y="15645"/>
                </a:lnTo>
                <a:lnTo>
                  <a:pt x="18965" y="16871"/>
                </a:lnTo>
                <a:lnTo>
                  <a:pt x="18374" y="18100"/>
                </a:lnTo>
                <a:lnTo>
                  <a:pt x="17688" y="19353"/>
                </a:lnTo>
                <a:lnTo>
                  <a:pt x="16892" y="20650"/>
                </a:lnTo>
                <a:lnTo>
                  <a:pt x="15157" y="21053"/>
                </a:lnTo>
                <a:lnTo>
                  <a:pt x="13460" y="21338"/>
                </a:lnTo>
                <a:lnTo>
                  <a:pt x="11788" y="21517"/>
                </a:lnTo>
                <a:lnTo>
                  <a:pt x="10133" y="21600"/>
                </a:lnTo>
                <a:lnTo>
                  <a:pt x="8485" y="21598"/>
                </a:lnTo>
                <a:lnTo>
                  <a:pt x="6832" y="21519"/>
                </a:lnTo>
                <a:lnTo>
                  <a:pt x="5169" y="21375"/>
                </a:lnTo>
                <a:lnTo>
                  <a:pt x="3482" y="21175"/>
                </a:lnTo>
                <a:lnTo>
                  <a:pt x="1762" y="20931"/>
                </a:lnTo>
                <a:lnTo>
                  <a:pt x="0" y="20650"/>
                </a:lnTo>
                <a:lnTo>
                  <a:pt x="989" y="19677"/>
                </a:lnTo>
                <a:lnTo>
                  <a:pt x="1988" y="18699"/>
                </a:lnTo>
                <a:lnTo>
                  <a:pt x="2997" y="17705"/>
                </a:lnTo>
                <a:lnTo>
                  <a:pt x="3984" y="16731"/>
                </a:lnTo>
                <a:lnTo>
                  <a:pt x="4969" y="15758"/>
                </a:lnTo>
                <a:lnTo>
                  <a:pt x="5953" y="14783"/>
                </a:lnTo>
                <a:lnTo>
                  <a:pt x="6938" y="13811"/>
                </a:lnTo>
                <a:lnTo>
                  <a:pt x="7915" y="12851"/>
                </a:lnTo>
                <a:lnTo>
                  <a:pt x="8907" y="11878"/>
                </a:lnTo>
                <a:lnTo>
                  <a:pt x="9942" y="10839"/>
                </a:lnTo>
                <a:lnTo>
                  <a:pt x="10958" y="9798"/>
                </a:lnTo>
                <a:lnTo>
                  <a:pt x="11955" y="8752"/>
                </a:lnTo>
                <a:lnTo>
                  <a:pt x="12932" y="7698"/>
                </a:lnTo>
                <a:lnTo>
                  <a:pt x="13892" y="6639"/>
                </a:lnTo>
                <a:lnTo>
                  <a:pt x="14834" y="5567"/>
                </a:lnTo>
                <a:lnTo>
                  <a:pt x="15760" y="4483"/>
                </a:lnTo>
                <a:lnTo>
                  <a:pt x="16668" y="3389"/>
                </a:lnTo>
                <a:lnTo>
                  <a:pt x="17563" y="2276"/>
                </a:lnTo>
                <a:lnTo>
                  <a:pt x="18441" y="1148"/>
                </a:lnTo>
                <a:lnTo>
                  <a:pt x="19305" y="0"/>
                </a:lnTo>
                <a:close/>
              </a:path>
            </a:pathLst>
          </a:custGeom>
          <a:solidFill>
            <a:srgbClr val="826731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5" name="contour_08173"/>
          <p:cNvSpPr/>
          <p:nvPr/>
        </p:nvSpPr>
        <p:spPr>
          <a:xfrm>
            <a:off x="4113514" y="4219747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977" y="214"/>
                </a:lnTo>
                <a:lnTo>
                  <a:pt x="9476" y="428"/>
                </a:lnTo>
                <a:lnTo>
                  <a:pt x="10975" y="642"/>
                </a:lnTo>
                <a:lnTo>
                  <a:pt x="12476" y="858"/>
                </a:lnTo>
                <a:lnTo>
                  <a:pt x="13984" y="1071"/>
                </a:lnTo>
                <a:lnTo>
                  <a:pt x="15494" y="1287"/>
                </a:lnTo>
                <a:lnTo>
                  <a:pt x="17010" y="1503"/>
                </a:lnTo>
                <a:lnTo>
                  <a:pt x="18533" y="1722"/>
                </a:lnTo>
                <a:lnTo>
                  <a:pt x="20062" y="1940"/>
                </a:lnTo>
                <a:lnTo>
                  <a:pt x="21600" y="2160"/>
                </a:lnTo>
                <a:lnTo>
                  <a:pt x="21600" y="3588"/>
                </a:lnTo>
                <a:lnTo>
                  <a:pt x="21600" y="5024"/>
                </a:lnTo>
                <a:lnTo>
                  <a:pt x="21600" y="6480"/>
                </a:lnTo>
                <a:lnTo>
                  <a:pt x="20174" y="6480"/>
                </a:lnTo>
                <a:lnTo>
                  <a:pt x="18747" y="6480"/>
                </a:lnTo>
                <a:lnTo>
                  <a:pt x="17312" y="6480"/>
                </a:lnTo>
                <a:lnTo>
                  <a:pt x="15872" y="6480"/>
                </a:lnTo>
                <a:lnTo>
                  <a:pt x="14422" y="6480"/>
                </a:lnTo>
                <a:lnTo>
                  <a:pt x="12960" y="6480"/>
                </a:lnTo>
                <a:lnTo>
                  <a:pt x="12960" y="7908"/>
                </a:lnTo>
                <a:lnTo>
                  <a:pt x="12960" y="9344"/>
                </a:lnTo>
                <a:lnTo>
                  <a:pt x="12960" y="10800"/>
                </a:lnTo>
                <a:lnTo>
                  <a:pt x="14388" y="10800"/>
                </a:lnTo>
                <a:lnTo>
                  <a:pt x="15824" y="10800"/>
                </a:lnTo>
                <a:lnTo>
                  <a:pt x="17280" y="10800"/>
                </a:lnTo>
                <a:lnTo>
                  <a:pt x="16867" y="12007"/>
                </a:lnTo>
                <a:lnTo>
                  <a:pt x="16505" y="12858"/>
                </a:lnTo>
                <a:lnTo>
                  <a:pt x="15990" y="13761"/>
                </a:lnTo>
                <a:lnTo>
                  <a:pt x="15120" y="15120"/>
                </a:lnTo>
                <a:lnTo>
                  <a:pt x="13824" y="15552"/>
                </a:lnTo>
                <a:lnTo>
                  <a:pt x="12528" y="15984"/>
                </a:lnTo>
                <a:lnTo>
                  <a:pt x="11232" y="16416"/>
                </a:lnTo>
                <a:lnTo>
                  <a:pt x="9936" y="16848"/>
                </a:lnTo>
                <a:lnTo>
                  <a:pt x="8640" y="17280"/>
                </a:lnTo>
                <a:lnTo>
                  <a:pt x="7770" y="18639"/>
                </a:lnTo>
                <a:lnTo>
                  <a:pt x="7255" y="19542"/>
                </a:lnTo>
                <a:lnTo>
                  <a:pt x="6893" y="20393"/>
                </a:lnTo>
                <a:lnTo>
                  <a:pt x="6480" y="21600"/>
                </a:lnTo>
                <a:lnTo>
                  <a:pt x="5197" y="21172"/>
                </a:lnTo>
                <a:lnTo>
                  <a:pt x="3910" y="20742"/>
                </a:lnTo>
                <a:lnTo>
                  <a:pt x="2618" y="20313"/>
                </a:lnTo>
                <a:lnTo>
                  <a:pt x="1315" y="19878"/>
                </a:lnTo>
                <a:lnTo>
                  <a:pt x="0" y="19440"/>
                </a:lnTo>
                <a:lnTo>
                  <a:pt x="972" y="18274"/>
                </a:lnTo>
                <a:lnTo>
                  <a:pt x="1944" y="17107"/>
                </a:lnTo>
                <a:lnTo>
                  <a:pt x="2918" y="15939"/>
                </a:lnTo>
                <a:lnTo>
                  <a:pt x="3892" y="14768"/>
                </a:lnTo>
                <a:lnTo>
                  <a:pt x="4871" y="13595"/>
                </a:lnTo>
                <a:lnTo>
                  <a:pt x="5849" y="12420"/>
                </a:lnTo>
                <a:lnTo>
                  <a:pt x="6832" y="11243"/>
                </a:lnTo>
                <a:lnTo>
                  <a:pt x="7817" y="10059"/>
                </a:lnTo>
                <a:lnTo>
                  <a:pt x="8806" y="8871"/>
                </a:lnTo>
                <a:lnTo>
                  <a:pt x="9802" y="7679"/>
                </a:lnTo>
                <a:lnTo>
                  <a:pt x="10800" y="6480"/>
                </a:lnTo>
                <a:lnTo>
                  <a:pt x="9372" y="6480"/>
                </a:lnTo>
                <a:lnTo>
                  <a:pt x="7936" y="6480"/>
                </a:lnTo>
                <a:lnTo>
                  <a:pt x="6480" y="6480"/>
                </a:lnTo>
                <a:lnTo>
                  <a:pt x="6480" y="5197"/>
                </a:lnTo>
                <a:lnTo>
                  <a:pt x="6480" y="3910"/>
                </a:lnTo>
                <a:lnTo>
                  <a:pt x="6480" y="2618"/>
                </a:lnTo>
                <a:lnTo>
                  <a:pt x="6480" y="1315"/>
                </a:lnTo>
                <a:lnTo>
                  <a:pt x="6480" y="0"/>
                </a:lnTo>
                <a:close/>
              </a:path>
            </a:pathLst>
          </a:custGeom>
          <a:solidFill>
            <a:srgbClr val="38362F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6" name="contour_08174"/>
          <p:cNvSpPr/>
          <p:nvPr/>
        </p:nvSpPr>
        <p:spPr>
          <a:xfrm>
            <a:off x="1839661" y="4173585"/>
            <a:ext cx="72880" cy="534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984"/>
                </a:moveTo>
                <a:lnTo>
                  <a:pt x="3836" y="462"/>
                </a:lnTo>
                <a:lnTo>
                  <a:pt x="5061" y="156"/>
                </a:lnTo>
                <a:lnTo>
                  <a:pt x="6188" y="15"/>
                </a:lnTo>
                <a:lnTo>
                  <a:pt x="7579" y="0"/>
                </a:lnTo>
                <a:lnTo>
                  <a:pt x="9586" y="65"/>
                </a:lnTo>
                <a:lnTo>
                  <a:pt x="10921" y="74"/>
                </a:lnTo>
                <a:lnTo>
                  <a:pt x="12264" y="85"/>
                </a:lnTo>
                <a:lnTo>
                  <a:pt x="13627" y="97"/>
                </a:lnTo>
                <a:lnTo>
                  <a:pt x="15232" y="557"/>
                </a:lnTo>
                <a:lnTo>
                  <a:pt x="16561" y="1107"/>
                </a:lnTo>
                <a:lnTo>
                  <a:pt x="17688" y="1800"/>
                </a:lnTo>
                <a:lnTo>
                  <a:pt x="18686" y="2677"/>
                </a:lnTo>
                <a:lnTo>
                  <a:pt x="19621" y="3785"/>
                </a:lnTo>
                <a:lnTo>
                  <a:pt x="20570" y="5169"/>
                </a:lnTo>
                <a:lnTo>
                  <a:pt x="21600" y="6874"/>
                </a:lnTo>
                <a:lnTo>
                  <a:pt x="20172" y="6874"/>
                </a:lnTo>
                <a:lnTo>
                  <a:pt x="18736" y="6874"/>
                </a:lnTo>
                <a:lnTo>
                  <a:pt x="17280" y="6874"/>
                </a:lnTo>
                <a:lnTo>
                  <a:pt x="17280" y="8956"/>
                </a:lnTo>
                <a:lnTo>
                  <a:pt x="17280" y="11042"/>
                </a:lnTo>
                <a:lnTo>
                  <a:pt x="17280" y="13133"/>
                </a:lnTo>
                <a:lnTo>
                  <a:pt x="17280" y="15233"/>
                </a:lnTo>
                <a:lnTo>
                  <a:pt x="17280" y="17341"/>
                </a:lnTo>
                <a:lnTo>
                  <a:pt x="17280" y="19462"/>
                </a:lnTo>
                <a:lnTo>
                  <a:pt x="17280" y="21600"/>
                </a:lnTo>
                <a:lnTo>
                  <a:pt x="17081" y="20180"/>
                </a:lnTo>
                <a:lnTo>
                  <a:pt x="16883" y="18755"/>
                </a:lnTo>
                <a:lnTo>
                  <a:pt x="16682" y="17309"/>
                </a:lnTo>
                <a:lnTo>
                  <a:pt x="16165" y="15807"/>
                </a:lnTo>
                <a:lnTo>
                  <a:pt x="15647" y="14296"/>
                </a:lnTo>
                <a:lnTo>
                  <a:pt x="15120" y="12764"/>
                </a:lnTo>
                <a:lnTo>
                  <a:pt x="13619" y="12125"/>
                </a:lnTo>
                <a:lnTo>
                  <a:pt x="12489" y="11684"/>
                </a:lnTo>
                <a:lnTo>
                  <a:pt x="11519" y="11380"/>
                </a:lnTo>
                <a:lnTo>
                  <a:pt x="10495" y="11159"/>
                </a:lnTo>
                <a:lnTo>
                  <a:pt x="9202" y="10965"/>
                </a:lnTo>
                <a:lnTo>
                  <a:pt x="7426" y="10738"/>
                </a:lnTo>
                <a:lnTo>
                  <a:pt x="6039" y="10547"/>
                </a:lnTo>
                <a:lnTo>
                  <a:pt x="4644" y="10349"/>
                </a:lnTo>
                <a:lnTo>
                  <a:pt x="3231" y="10152"/>
                </a:lnTo>
                <a:lnTo>
                  <a:pt x="2756" y="10105"/>
                </a:lnTo>
                <a:lnTo>
                  <a:pt x="1918" y="10020"/>
                </a:lnTo>
                <a:lnTo>
                  <a:pt x="0" y="9819"/>
                </a:lnTo>
                <a:lnTo>
                  <a:pt x="313" y="7657"/>
                </a:lnTo>
                <a:lnTo>
                  <a:pt x="581" y="6114"/>
                </a:lnTo>
                <a:lnTo>
                  <a:pt x="909" y="4771"/>
                </a:lnTo>
                <a:lnTo>
                  <a:pt x="1402" y="3204"/>
                </a:lnTo>
                <a:lnTo>
                  <a:pt x="2160" y="984"/>
                </a:lnTo>
                <a:close/>
              </a:path>
            </a:pathLst>
          </a:custGeom>
          <a:solidFill>
            <a:srgbClr val="9F91B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7" name="contour_08175"/>
          <p:cNvSpPr/>
          <p:nvPr/>
        </p:nvSpPr>
        <p:spPr>
          <a:xfrm>
            <a:off x="11343201" y="4132291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6" y="459"/>
                </a:lnTo>
                <a:lnTo>
                  <a:pt x="2997" y="932"/>
                </a:lnTo>
                <a:lnTo>
                  <a:pt x="4420" y="1420"/>
                </a:lnTo>
                <a:lnTo>
                  <a:pt x="5795" y="1939"/>
                </a:lnTo>
                <a:lnTo>
                  <a:pt x="7126" y="2489"/>
                </a:lnTo>
                <a:lnTo>
                  <a:pt x="8414" y="3083"/>
                </a:lnTo>
                <a:lnTo>
                  <a:pt x="9663" y="3726"/>
                </a:lnTo>
                <a:lnTo>
                  <a:pt x="10877" y="4425"/>
                </a:lnTo>
                <a:lnTo>
                  <a:pt x="12055" y="5189"/>
                </a:lnTo>
                <a:lnTo>
                  <a:pt x="13203" y="6026"/>
                </a:lnTo>
                <a:lnTo>
                  <a:pt x="14325" y="6942"/>
                </a:lnTo>
                <a:lnTo>
                  <a:pt x="15418" y="7943"/>
                </a:lnTo>
                <a:lnTo>
                  <a:pt x="16491" y="9040"/>
                </a:lnTo>
                <a:lnTo>
                  <a:pt x="17541" y="10238"/>
                </a:lnTo>
                <a:lnTo>
                  <a:pt x="18576" y="11545"/>
                </a:lnTo>
                <a:lnTo>
                  <a:pt x="19595" y="12971"/>
                </a:lnTo>
                <a:lnTo>
                  <a:pt x="20602" y="14521"/>
                </a:lnTo>
                <a:lnTo>
                  <a:pt x="21600" y="16200"/>
                </a:lnTo>
                <a:lnTo>
                  <a:pt x="20559" y="17582"/>
                </a:lnTo>
                <a:lnTo>
                  <a:pt x="19762" y="18573"/>
                </a:lnTo>
                <a:lnTo>
                  <a:pt x="19041" y="19318"/>
                </a:lnTo>
                <a:lnTo>
                  <a:pt x="18234" y="19972"/>
                </a:lnTo>
                <a:lnTo>
                  <a:pt x="17178" y="20682"/>
                </a:lnTo>
                <a:lnTo>
                  <a:pt x="15709" y="21600"/>
                </a:lnTo>
                <a:lnTo>
                  <a:pt x="14525" y="20744"/>
                </a:lnTo>
                <a:lnTo>
                  <a:pt x="13410" y="19786"/>
                </a:lnTo>
                <a:lnTo>
                  <a:pt x="12353" y="18738"/>
                </a:lnTo>
                <a:lnTo>
                  <a:pt x="11340" y="17615"/>
                </a:lnTo>
                <a:lnTo>
                  <a:pt x="10358" y="16432"/>
                </a:lnTo>
                <a:lnTo>
                  <a:pt x="9398" y="15204"/>
                </a:lnTo>
                <a:lnTo>
                  <a:pt x="8444" y="13940"/>
                </a:lnTo>
                <a:lnTo>
                  <a:pt x="7485" y="12658"/>
                </a:lnTo>
                <a:lnTo>
                  <a:pt x="6763" y="11753"/>
                </a:lnTo>
                <a:lnTo>
                  <a:pt x="6034" y="10840"/>
                </a:lnTo>
                <a:lnTo>
                  <a:pt x="5296" y="9920"/>
                </a:lnTo>
                <a:lnTo>
                  <a:pt x="3717" y="7908"/>
                </a:lnTo>
                <a:lnTo>
                  <a:pt x="2614" y="6488"/>
                </a:lnTo>
                <a:lnTo>
                  <a:pt x="1838" y="5457"/>
                </a:lnTo>
                <a:lnTo>
                  <a:pt x="1241" y="4617"/>
                </a:lnTo>
                <a:lnTo>
                  <a:pt x="677" y="3764"/>
                </a:lnTo>
                <a:lnTo>
                  <a:pt x="0" y="2700"/>
                </a:lnTo>
                <a:lnTo>
                  <a:pt x="0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C1D5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8" name="contour_08176"/>
          <p:cNvSpPr/>
          <p:nvPr/>
        </p:nvSpPr>
        <p:spPr>
          <a:xfrm>
            <a:off x="5017225" y="4125003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6" y="0"/>
                </a:lnTo>
                <a:lnTo>
                  <a:pt x="3182" y="0"/>
                </a:lnTo>
                <a:lnTo>
                  <a:pt x="4800" y="0"/>
                </a:lnTo>
                <a:lnTo>
                  <a:pt x="4800" y="2380"/>
                </a:lnTo>
                <a:lnTo>
                  <a:pt x="4800" y="4774"/>
                </a:lnTo>
                <a:lnTo>
                  <a:pt x="4800" y="7200"/>
                </a:lnTo>
                <a:lnTo>
                  <a:pt x="6463" y="7200"/>
                </a:lnTo>
                <a:lnTo>
                  <a:pt x="8129" y="7200"/>
                </a:lnTo>
                <a:lnTo>
                  <a:pt x="9794" y="7200"/>
                </a:lnTo>
                <a:lnTo>
                  <a:pt x="11462" y="7200"/>
                </a:lnTo>
                <a:lnTo>
                  <a:pt x="13138" y="7200"/>
                </a:lnTo>
                <a:lnTo>
                  <a:pt x="14815" y="7200"/>
                </a:lnTo>
                <a:lnTo>
                  <a:pt x="16500" y="7200"/>
                </a:lnTo>
                <a:lnTo>
                  <a:pt x="18192" y="7200"/>
                </a:lnTo>
                <a:lnTo>
                  <a:pt x="19891" y="7200"/>
                </a:lnTo>
                <a:lnTo>
                  <a:pt x="21600" y="7200"/>
                </a:lnTo>
                <a:lnTo>
                  <a:pt x="21600" y="9576"/>
                </a:lnTo>
                <a:lnTo>
                  <a:pt x="21600" y="11956"/>
                </a:lnTo>
                <a:lnTo>
                  <a:pt x="21600" y="14346"/>
                </a:lnTo>
                <a:lnTo>
                  <a:pt x="21600" y="16747"/>
                </a:lnTo>
                <a:lnTo>
                  <a:pt x="21600" y="19163"/>
                </a:lnTo>
                <a:lnTo>
                  <a:pt x="21600" y="21600"/>
                </a:lnTo>
                <a:lnTo>
                  <a:pt x="20016" y="21600"/>
                </a:lnTo>
                <a:lnTo>
                  <a:pt x="18432" y="21600"/>
                </a:lnTo>
                <a:lnTo>
                  <a:pt x="16846" y="21600"/>
                </a:lnTo>
                <a:lnTo>
                  <a:pt x="15257" y="21600"/>
                </a:lnTo>
                <a:lnTo>
                  <a:pt x="13666" y="21600"/>
                </a:lnTo>
                <a:lnTo>
                  <a:pt x="12072" y="21600"/>
                </a:lnTo>
                <a:lnTo>
                  <a:pt x="10474" y="21600"/>
                </a:lnTo>
                <a:lnTo>
                  <a:pt x="8870" y="21600"/>
                </a:lnTo>
                <a:lnTo>
                  <a:pt x="7262" y="21600"/>
                </a:lnTo>
                <a:lnTo>
                  <a:pt x="5650" y="21600"/>
                </a:lnTo>
                <a:lnTo>
                  <a:pt x="4027" y="21600"/>
                </a:lnTo>
                <a:lnTo>
                  <a:pt x="2400" y="21600"/>
                </a:lnTo>
                <a:lnTo>
                  <a:pt x="2136" y="19224"/>
                </a:lnTo>
                <a:lnTo>
                  <a:pt x="1872" y="16844"/>
                </a:lnTo>
                <a:lnTo>
                  <a:pt x="1608" y="14465"/>
                </a:lnTo>
                <a:lnTo>
                  <a:pt x="1342" y="12078"/>
                </a:lnTo>
                <a:lnTo>
                  <a:pt x="1075" y="9684"/>
                </a:lnTo>
                <a:lnTo>
                  <a:pt x="809" y="7279"/>
                </a:lnTo>
                <a:lnTo>
                  <a:pt x="540" y="4867"/>
                </a:lnTo>
                <a:lnTo>
                  <a:pt x="271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C65049"/>
          </a:solidFill>
          <a:ln>
            <a:noFill/>
          </a:ln>
        </p:spPr>
        <p:txBody>
          <a:bodyPr/>
          <a:lstStyle/>
          <a:p/>
        </p:txBody>
      </p:sp>
      <p:sp>
        <p:nvSpPr>
          <p:cNvPr id="8179" name="contour_08177"/>
          <p:cNvSpPr/>
          <p:nvPr/>
        </p:nvSpPr>
        <p:spPr>
          <a:xfrm>
            <a:off x="5009631" y="4079453"/>
            <a:ext cx="57786" cy="408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80" y="0"/>
                </a:moveTo>
                <a:lnTo>
                  <a:pt x="11954" y="96"/>
                </a:lnTo>
                <a:lnTo>
                  <a:pt x="13847" y="358"/>
                </a:lnTo>
                <a:lnTo>
                  <a:pt x="15389" y="944"/>
                </a:lnTo>
                <a:lnTo>
                  <a:pt x="16811" y="2016"/>
                </a:lnTo>
                <a:lnTo>
                  <a:pt x="18342" y="3735"/>
                </a:lnTo>
                <a:lnTo>
                  <a:pt x="20205" y="6263"/>
                </a:lnTo>
                <a:lnTo>
                  <a:pt x="21178" y="9948"/>
                </a:lnTo>
                <a:lnTo>
                  <a:pt x="21600" y="12265"/>
                </a:lnTo>
                <a:lnTo>
                  <a:pt x="21567" y="14180"/>
                </a:lnTo>
                <a:lnTo>
                  <a:pt x="21161" y="16682"/>
                </a:lnTo>
                <a:lnTo>
                  <a:pt x="19960" y="18755"/>
                </a:lnTo>
                <a:lnTo>
                  <a:pt x="18963" y="19954"/>
                </a:lnTo>
                <a:lnTo>
                  <a:pt x="17634" y="20725"/>
                </a:lnTo>
                <a:lnTo>
                  <a:pt x="15438" y="21531"/>
                </a:lnTo>
                <a:lnTo>
                  <a:pt x="13569" y="21585"/>
                </a:lnTo>
                <a:lnTo>
                  <a:pt x="11755" y="21600"/>
                </a:lnTo>
                <a:lnTo>
                  <a:pt x="9976" y="21550"/>
                </a:lnTo>
                <a:lnTo>
                  <a:pt x="8213" y="21415"/>
                </a:lnTo>
                <a:lnTo>
                  <a:pt x="6451" y="21164"/>
                </a:lnTo>
                <a:lnTo>
                  <a:pt x="4664" y="20783"/>
                </a:lnTo>
                <a:lnTo>
                  <a:pt x="2839" y="20236"/>
                </a:lnTo>
                <a:lnTo>
                  <a:pt x="1714" y="17834"/>
                </a:lnTo>
                <a:lnTo>
                  <a:pt x="899" y="15421"/>
                </a:lnTo>
                <a:lnTo>
                  <a:pt x="362" y="12958"/>
                </a:lnTo>
                <a:lnTo>
                  <a:pt x="74" y="10403"/>
                </a:lnTo>
                <a:lnTo>
                  <a:pt x="0" y="7701"/>
                </a:lnTo>
                <a:lnTo>
                  <a:pt x="114" y="4818"/>
                </a:lnTo>
                <a:lnTo>
                  <a:pt x="1654" y="2821"/>
                </a:lnTo>
                <a:lnTo>
                  <a:pt x="3002" y="1503"/>
                </a:lnTo>
                <a:lnTo>
                  <a:pt x="4310" y="709"/>
                </a:lnTo>
                <a:lnTo>
                  <a:pt x="5726" y="297"/>
                </a:lnTo>
                <a:lnTo>
                  <a:pt x="7402" y="108"/>
                </a:lnTo>
                <a:lnTo>
                  <a:pt x="9480" y="0"/>
                </a:lnTo>
                <a:close/>
              </a:path>
            </a:pathLst>
          </a:custGeom>
          <a:solidFill>
            <a:srgbClr val="CFD1D3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0" name="contour_08178"/>
          <p:cNvSpPr/>
          <p:nvPr/>
        </p:nvSpPr>
        <p:spPr>
          <a:xfrm>
            <a:off x="913000" y="4060796"/>
            <a:ext cx="73966" cy="50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97" y="629"/>
                </a:moveTo>
                <a:lnTo>
                  <a:pt x="20240" y="1574"/>
                </a:lnTo>
                <a:lnTo>
                  <a:pt x="21600" y="2534"/>
                </a:lnTo>
                <a:lnTo>
                  <a:pt x="20195" y="2534"/>
                </a:lnTo>
                <a:lnTo>
                  <a:pt x="18780" y="2534"/>
                </a:lnTo>
                <a:lnTo>
                  <a:pt x="17343" y="2534"/>
                </a:lnTo>
                <a:lnTo>
                  <a:pt x="17673" y="4574"/>
                </a:lnTo>
                <a:lnTo>
                  <a:pt x="18007" y="6642"/>
                </a:lnTo>
                <a:lnTo>
                  <a:pt x="17667" y="9239"/>
                </a:lnTo>
                <a:lnTo>
                  <a:pt x="17350" y="10953"/>
                </a:lnTo>
                <a:lnTo>
                  <a:pt x="16924" y="12167"/>
                </a:lnTo>
                <a:lnTo>
                  <a:pt x="16252" y="13268"/>
                </a:lnTo>
                <a:lnTo>
                  <a:pt x="15198" y="14636"/>
                </a:lnTo>
                <a:lnTo>
                  <a:pt x="13881" y="15843"/>
                </a:lnTo>
                <a:lnTo>
                  <a:pt x="12593" y="16985"/>
                </a:lnTo>
                <a:lnTo>
                  <a:pt x="11327" y="18043"/>
                </a:lnTo>
                <a:lnTo>
                  <a:pt x="10065" y="18994"/>
                </a:lnTo>
                <a:lnTo>
                  <a:pt x="8798" y="19826"/>
                </a:lnTo>
                <a:lnTo>
                  <a:pt x="7511" y="20521"/>
                </a:lnTo>
                <a:lnTo>
                  <a:pt x="6191" y="21059"/>
                </a:lnTo>
                <a:lnTo>
                  <a:pt x="4825" y="21425"/>
                </a:lnTo>
                <a:lnTo>
                  <a:pt x="3401" y="21600"/>
                </a:lnTo>
                <a:lnTo>
                  <a:pt x="1903" y="21566"/>
                </a:lnTo>
                <a:lnTo>
                  <a:pt x="317" y="21306"/>
                </a:lnTo>
                <a:lnTo>
                  <a:pt x="106" y="19188"/>
                </a:lnTo>
                <a:lnTo>
                  <a:pt x="0" y="17642"/>
                </a:lnTo>
                <a:lnTo>
                  <a:pt x="0" y="16216"/>
                </a:lnTo>
                <a:lnTo>
                  <a:pt x="106" y="14457"/>
                </a:lnTo>
                <a:lnTo>
                  <a:pt x="317" y="11920"/>
                </a:lnTo>
                <a:lnTo>
                  <a:pt x="1488" y="10509"/>
                </a:lnTo>
                <a:lnTo>
                  <a:pt x="2611" y="9239"/>
                </a:lnTo>
                <a:lnTo>
                  <a:pt x="3725" y="8078"/>
                </a:lnTo>
                <a:lnTo>
                  <a:pt x="4863" y="6986"/>
                </a:lnTo>
                <a:lnTo>
                  <a:pt x="6066" y="5932"/>
                </a:lnTo>
                <a:lnTo>
                  <a:pt x="7366" y="4881"/>
                </a:lnTo>
                <a:lnTo>
                  <a:pt x="8356" y="4008"/>
                </a:lnTo>
                <a:lnTo>
                  <a:pt x="9358" y="3122"/>
                </a:lnTo>
                <a:lnTo>
                  <a:pt x="10820" y="1971"/>
                </a:lnTo>
                <a:lnTo>
                  <a:pt x="12125" y="1083"/>
                </a:lnTo>
                <a:lnTo>
                  <a:pt x="13346" y="457"/>
                </a:lnTo>
                <a:lnTo>
                  <a:pt x="14562" y="94"/>
                </a:lnTo>
                <a:lnTo>
                  <a:pt x="15841" y="0"/>
                </a:lnTo>
                <a:lnTo>
                  <a:pt x="17263" y="178"/>
                </a:lnTo>
                <a:lnTo>
                  <a:pt x="18897" y="629"/>
                </a:lnTo>
                <a:close/>
              </a:path>
            </a:pathLst>
          </a:custGeom>
          <a:solidFill>
            <a:srgbClr val="A6C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1" name="contour_08179"/>
          <p:cNvSpPr/>
          <p:nvPr/>
        </p:nvSpPr>
        <p:spPr>
          <a:xfrm>
            <a:off x="10577962" y="3746028"/>
            <a:ext cx="12389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29" y="0"/>
                </a:moveTo>
                <a:lnTo>
                  <a:pt x="20960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20709" y="21376"/>
                </a:lnTo>
                <a:lnTo>
                  <a:pt x="19817" y="21155"/>
                </a:lnTo>
                <a:lnTo>
                  <a:pt x="18927" y="20930"/>
                </a:lnTo>
                <a:lnTo>
                  <a:pt x="18035" y="20709"/>
                </a:lnTo>
                <a:lnTo>
                  <a:pt x="17143" y="20485"/>
                </a:lnTo>
                <a:lnTo>
                  <a:pt x="16251" y="20263"/>
                </a:lnTo>
                <a:lnTo>
                  <a:pt x="15358" y="20039"/>
                </a:lnTo>
                <a:lnTo>
                  <a:pt x="14464" y="19815"/>
                </a:lnTo>
                <a:lnTo>
                  <a:pt x="13570" y="19591"/>
                </a:lnTo>
                <a:lnTo>
                  <a:pt x="12674" y="19370"/>
                </a:lnTo>
                <a:lnTo>
                  <a:pt x="11778" y="19146"/>
                </a:lnTo>
                <a:lnTo>
                  <a:pt x="10881" y="18922"/>
                </a:lnTo>
                <a:lnTo>
                  <a:pt x="9983" y="18695"/>
                </a:lnTo>
                <a:lnTo>
                  <a:pt x="9083" y="18471"/>
                </a:lnTo>
                <a:lnTo>
                  <a:pt x="8183" y="18247"/>
                </a:lnTo>
                <a:lnTo>
                  <a:pt x="7280" y="18020"/>
                </a:lnTo>
                <a:lnTo>
                  <a:pt x="6376" y="17793"/>
                </a:lnTo>
                <a:lnTo>
                  <a:pt x="5471" y="17569"/>
                </a:lnTo>
                <a:lnTo>
                  <a:pt x="4564" y="17342"/>
                </a:lnTo>
                <a:lnTo>
                  <a:pt x="3655" y="17113"/>
                </a:lnTo>
                <a:lnTo>
                  <a:pt x="2744" y="16886"/>
                </a:lnTo>
                <a:lnTo>
                  <a:pt x="1832" y="16659"/>
                </a:lnTo>
                <a:lnTo>
                  <a:pt x="917" y="16430"/>
                </a:lnTo>
                <a:lnTo>
                  <a:pt x="0" y="16200"/>
                </a:lnTo>
                <a:lnTo>
                  <a:pt x="0" y="14861"/>
                </a:lnTo>
                <a:lnTo>
                  <a:pt x="0" y="13500"/>
                </a:lnTo>
                <a:lnTo>
                  <a:pt x="875" y="13500"/>
                </a:lnTo>
                <a:lnTo>
                  <a:pt x="1750" y="13500"/>
                </a:lnTo>
                <a:lnTo>
                  <a:pt x="2625" y="13500"/>
                </a:lnTo>
                <a:lnTo>
                  <a:pt x="3502" y="13500"/>
                </a:lnTo>
                <a:lnTo>
                  <a:pt x="4377" y="13500"/>
                </a:lnTo>
                <a:lnTo>
                  <a:pt x="5254" y="13500"/>
                </a:lnTo>
                <a:lnTo>
                  <a:pt x="6131" y="13500"/>
                </a:lnTo>
                <a:lnTo>
                  <a:pt x="7009" y="13500"/>
                </a:lnTo>
                <a:lnTo>
                  <a:pt x="7888" y="13500"/>
                </a:lnTo>
                <a:lnTo>
                  <a:pt x="8767" y="13500"/>
                </a:lnTo>
                <a:lnTo>
                  <a:pt x="9648" y="13500"/>
                </a:lnTo>
                <a:lnTo>
                  <a:pt x="10529" y="13500"/>
                </a:lnTo>
                <a:lnTo>
                  <a:pt x="11412" y="13500"/>
                </a:lnTo>
                <a:lnTo>
                  <a:pt x="12297" y="13500"/>
                </a:lnTo>
                <a:lnTo>
                  <a:pt x="13182" y="13500"/>
                </a:lnTo>
                <a:lnTo>
                  <a:pt x="14069" y="13500"/>
                </a:lnTo>
                <a:lnTo>
                  <a:pt x="14957" y="13500"/>
                </a:lnTo>
                <a:lnTo>
                  <a:pt x="15848" y="13500"/>
                </a:lnTo>
                <a:lnTo>
                  <a:pt x="16740" y="13500"/>
                </a:lnTo>
                <a:lnTo>
                  <a:pt x="17634" y="13500"/>
                </a:lnTo>
                <a:lnTo>
                  <a:pt x="18530" y="13500"/>
                </a:lnTo>
                <a:lnTo>
                  <a:pt x="19429" y="13500"/>
                </a:lnTo>
                <a:lnTo>
                  <a:pt x="20329" y="13500"/>
                </a:lnTo>
                <a:lnTo>
                  <a:pt x="20329" y="11591"/>
                </a:lnTo>
                <a:lnTo>
                  <a:pt x="20329" y="9680"/>
                </a:lnTo>
                <a:lnTo>
                  <a:pt x="20329" y="7762"/>
                </a:lnTo>
                <a:lnTo>
                  <a:pt x="20329" y="5837"/>
                </a:lnTo>
                <a:lnTo>
                  <a:pt x="20329" y="3904"/>
                </a:lnTo>
                <a:lnTo>
                  <a:pt x="20329" y="1960"/>
                </a:lnTo>
                <a:lnTo>
                  <a:pt x="20329" y="0"/>
                </a:lnTo>
                <a:close/>
              </a:path>
            </a:pathLst>
          </a:custGeom>
          <a:solidFill>
            <a:srgbClr val="CBE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2" name="contour_08180"/>
          <p:cNvSpPr/>
          <p:nvPr/>
        </p:nvSpPr>
        <p:spPr>
          <a:xfrm>
            <a:off x="7640902" y="3716242"/>
            <a:ext cx="110632" cy="294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44" y="465"/>
                </a:moveTo>
                <a:lnTo>
                  <a:pt x="21515" y="4283"/>
                </a:lnTo>
                <a:lnTo>
                  <a:pt x="21600" y="7025"/>
                </a:lnTo>
                <a:lnTo>
                  <a:pt x="21600" y="9463"/>
                </a:lnTo>
                <a:lnTo>
                  <a:pt x="21515" y="12367"/>
                </a:lnTo>
                <a:lnTo>
                  <a:pt x="21344" y="16505"/>
                </a:lnTo>
                <a:lnTo>
                  <a:pt x="20366" y="17964"/>
                </a:lnTo>
                <a:lnTo>
                  <a:pt x="19390" y="19141"/>
                </a:lnTo>
                <a:lnTo>
                  <a:pt x="18415" y="20060"/>
                </a:lnTo>
                <a:lnTo>
                  <a:pt x="17442" y="20739"/>
                </a:lnTo>
                <a:lnTo>
                  <a:pt x="16468" y="21210"/>
                </a:lnTo>
                <a:lnTo>
                  <a:pt x="15491" y="21488"/>
                </a:lnTo>
                <a:lnTo>
                  <a:pt x="14512" y="21600"/>
                </a:lnTo>
                <a:lnTo>
                  <a:pt x="13528" y="21563"/>
                </a:lnTo>
                <a:lnTo>
                  <a:pt x="12539" y="21397"/>
                </a:lnTo>
                <a:lnTo>
                  <a:pt x="11543" y="21135"/>
                </a:lnTo>
                <a:lnTo>
                  <a:pt x="10540" y="20793"/>
                </a:lnTo>
                <a:lnTo>
                  <a:pt x="9526" y="20392"/>
                </a:lnTo>
                <a:lnTo>
                  <a:pt x="8505" y="19959"/>
                </a:lnTo>
                <a:lnTo>
                  <a:pt x="7470" y="19510"/>
                </a:lnTo>
                <a:lnTo>
                  <a:pt x="6749" y="19231"/>
                </a:lnTo>
                <a:lnTo>
                  <a:pt x="6022" y="18948"/>
                </a:lnTo>
                <a:lnTo>
                  <a:pt x="5286" y="18665"/>
                </a:lnTo>
                <a:lnTo>
                  <a:pt x="4405" y="18317"/>
                </a:lnTo>
                <a:lnTo>
                  <a:pt x="3523" y="17970"/>
                </a:lnTo>
                <a:lnTo>
                  <a:pt x="2642" y="17611"/>
                </a:lnTo>
                <a:lnTo>
                  <a:pt x="1762" y="17248"/>
                </a:lnTo>
                <a:lnTo>
                  <a:pt x="881" y="16879"/>
                </a:lnTo>
                <a:lnTo>
                  <a:pt x="0" y="16505"/>
                </a:lnTo>
                <a:lnTo>
                  <a:pt x="0" y="13853"/>
                </a:lnTo>
                <a:lnTo>
                  <a:pt x="0" y="11158"/>
                </a:lnTo>
                <a:lnTo>
                  <a:pt x="978" y="10068"/>
                </a:lnTo>
                <a:lnTo>
                  <a:pt x="1949" y="9046"/>
                </a:lnTo>
                <a:lnTo>
                  <a:pt x="2920" y="8079"/>
                </a:lnTo>
                <a:lnTo>
                  <a:pt x="3893" y="7170"/>
                </a:lnTo>
                <a:lnTo>
                  <a:pt x="4875" y="6304"/>
                </a:lnTo>
                <a:lnTo>
                  <a:pt x="5870" y="5480"/>
                </a:lnTo>
                <a:lnTo>
                  <a:pt x="6740" y="4758"/>
                </a:lnTo>
                <a:lnTo>
                  <a:pt x="7625" y="4031"/>
                </a:lnTo>
                <a:lnTo>
                  <a:pt x="8610" y="3299"/>
                </a:lnTo>
                <a:lnTo>
                  <a:pt x="9589" y="2641"/>
                </a:lnTo>
                <a:lnTo>
                  <a:pt x="10564" y="2053"/>
                </a:lnTo>
                <a:lnTo>
                  <a:pt x="11537" y="1540"/>
                </a:lnTo>
                <a:lnTo>
                  <a:pt x="12508" y="1096"/>
                </a:lnTo>
                <a:lnTo>
                  <a:pt x="13478" y="727"/>
                </a:lnTo>
                <a:lnTo>
                  <a:pt x="14448" y="438"/>
                </a:lnTo>
                <a:lnTo>
                  <a:pt x="15420" y="214"/>
                </a:lnTo>
                <a:lnTo>
                  <a:pt x="16395" y="70"/>
                </a:lnTo>
                <a:lnTo>
                  <a:pt x="17372" y="0"/>
                </a:lnTo>
                <a:lnTo>
                  <a:pt x="18356" y="5"/>
                </a:lnTo>
                <a:lnTo>
                  <a:pt x="19345" y="80"/>
                </a:lnTo>
                <a:lnTo>
                  <a:pt x="20341" y="235"/>
                </a:lnTo>
                <a:lnTo>
                  <a:pt x="21344" y="465"/>
                </a:lnTo>
                <a:close/>
              </a:path>
            </a:pathLst>
          </a:custGeom>
          <a:solidFill>
            <a:srgbClr val="BBD8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3" name="contour_08181"/>
          <p:cNvSpPr/>
          <p:nvPr/>
        </p:nvSpPr>
        <p:spPr>
          <a:xfrm>
            <a:off x="1409669" y="3695012"/>
            <a:ext cx="102032" cy="384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1605" y="2058"/>
                </a:lnTo>
                <a:lnTo>
                  <a:pt x="1666" y="4127"/>
                </a:lnTo>
                <a:lnTo>
                  <a:pt x="1730" y="6230"/>
                </a:lnTo>
                <a:lnTo>
                  <a:pt x="1929" y="7119"/>
                </a:lnTo>
                <a:lnTo>
                  <a:pt x="2280" y="8693"/>
                </a:lnTo>
                <a:lnTo>
                  <a:pt x="3086" y="12296"/>
                </a:lnTo>
                <a:lnTo>
                  <a:pt x="4133" y="12567"/>
                </a:lnTo>
                <a:lnTo>
                  <a:pt x="5176" y="12689"/>
                </a:lnTo>
                <a:lnTo>
                  <a:pt x="6215" y="12677"/>
                </a:lnTo>
                <a:lnTo>
                  <a:pt x="7251" y="12554"/>
                </a:lnTo>
                <a:lnTo>
                  <a:pt x="8285" y="12345"/>
                </a:lnTo>
                <a:lnTo>
                  <a:pt x="9319" y="12062"/>
                </a:lnTo>
                <a:lnTo>
                  <a:pt x="10356" y="11734"/>
                </a:lnTo>
                <a:lnTo>
                  <a:pt x="11394" y="11378"/>
                </a:lnTo>
                <a:lnTo>
                  <a:pt x="12439" y="11017"/>
                </a:lnTo>
                <a:lnTo>
                  <a:pt x="13316" y="10763"/>
                </a:lnTo>
                <a:lnTo>
                  <a:pt x="14199" y="10509"/>
                </a:lnTo>
                <a:lnTo>
                  <a:pt x="15094" y="10255"/>
                </a:lnTo>
                <a:lnTo>
                  <a:pt x="16180" y="9935"/>
                </a:lnTo>
                <a:lnTo>
                  <a:pt x="17265" y="9603"/>
                </a:lnTo>
                <a:lnTo>
                  <a:pt x="18349" y="9267"/>
                </a:lnTo>
                <a:lnTo>
                  <a:pt x="19432" y="8919"/>
                </a:lnTo>
                <a:lnTo>
                  <a:pt x="20517" y="8562"/>
                </a:lnTo>
                <a:lnTo>
                  <a:pt x="21600" y="8197"/>
                </a:lnTo>
                <a:lnTo>
                  <a:pt x="20480" y="12046"/>
                </a:lnTo>
                <a:lnTo>
                  <a:pt x="19600" y="14956"/>
                </a:lnTo>
                <a:lnTo>
                  <a:pt x="18880" y="17091"/>
                </a:lnTo>
                <a:lnTo>
                  <a:pt x="18246" y="18600"/>
                </a:lnTo>
                <a:lnTo>
                  <a:pt x="17616" y="19637"/>
                </a:lnTo>
                <a:lnTo>
                  <a:pt x="16917" y="20366"/>
                </a:lnTo>
                <a:lnTo>
                  <a:pt x="16070" y="20936"/>
                </a:lnTo>
                <a:lnTo>
                  <a:pt x="14998" y="21510"/>
                </a:lnTo>
                <a:lnTo>
                  <a:pt x="14023" y="21571"/>
                </a:lnTo>
                <a:lnTo>
                  <a:pt x="13051" y="21600"/>
                </a:lnTo>
                <a:lnTo>
                  <a:pt x="12081" y="21588"/>
                </a:lnTo>
                <a:lnTo>
                  <a:pt x="11113" y="21547"/>
                </a:lnTo>
                <a:lnTo>
                  <a:pt x="10143" y="21477"/>
                </a:lnTo>
                <a:lnTo>
                  <a:pt x="9171" y="21383"/>
                </a:lnTo>
                <a:lnTo>
                  <a:pt x="8196" y="21264"/>
                </a:lnTo>
                <a:lnTo>
                  <a:pt x="7406" y="21207"/>
                </a:lnTo>
                <a:lnTo>
                  <a:pt x="6613" y="21149"/>
                </a:lnTo>
                <a:lnTo>
                  <a:pt x="5807" y="21092"/>
                </a:lnTo>
                <a:lnTo>
                  <a:pt x="4840" y="21014"/>
                </a:lnTo>
                <a:lnTo>
                  <a:pt x="3871" y="20924"/>
                </a:lnTo>
                <a:lnTo>
                  <a:pt x="2904" y="20825"/>
                </a:lnTo>
                <a:lnTo>
                  <a:pt x="1935" y="20719"/>
                </a:lnTo>
                <a:lnTo>
                  <a:pt x="967" y="20608"/>
                </a:lnTo>
                <a:lnTo>
                  <a:pt x="0" y="20493"/>
                </a:lnTo>
                <a:lnTo>
                  <a:pt x="191" y="17956"/>
                </a:lnTo>
                <a:lnTo>
                  <a:pt x="383" y="15419"/>
                </a:lnTo>
                <a:lnTo>
                  <a:pt x="574" y="12874"/>
                </a:lnTo>
                <a:lnTo>
                  <a:pt x="765" y="10325"/>
                </a:lnTo>
                <a:lnTo>
                  <a:pt x="958" y="7763"/>
                </a:lnTo>
                <a:lnTo>
                  <a:pt x="1153" y="5189"/>
                </a:lnTo>
                <a:lnTo>
                  <a:pt x="1347" y="2603"/>
                </a:lnTo>
                <a:lnTo>
                  <a:pt x="1543" y="0"/>
                </a:lnTo>
                <a:close/>
              </a:path>
            </a:pathLst>
          </a:custGeom>
          <a:solidFill>
            <a:srgbClr val="E9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4" name="contour_08182"/>
          <p:cNvSpPr/>
          <p:nvPr/>
        </p:nvSpPr>
        <p:spPr>
          <a:xfrm>
            <a:off x="1431533" y="3658572"/>
            <a:ext cx="94744" cy="529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486" y="0"/>
                </a:lnTo>
                <a:lnTo>
                  <a:pt x="3323" y="0"/>
                </a:lnTo>
                <a:lnTo>
                  <a:pt x="3323" y="2101"/>
                </a:lnTo>
                <a:lnTo>
                  <a:pt x="3323" y="4204"/>
                </a:lnTo>
                <a:lnTo>
                  <a:pt x="3323" y="6314"/>
                </a:lnTo>
                <a:lnTo>
                  <a:pt x="3323" y="8432"/>
                </a:lnTo>
                <a:lnTo>
                  <a:pt x="3323" y="10559"/>
                </a:lnTo>
                <a:lnTo>
                  <a:pt x="3323" y="12699"/>
                </a:lnTo>
                <a:lnTo>
                  <a:pt x="3323" y="14856"/>
                </a:lnTo>
                <a:lnTo>
                  <a:pt x="4225" y="14178"/>
                </a:lnTo>
                <a:lnTo>
                  <a:pt x="5134" y="13495"/>
                </a:lnTo>
                <a:lnTo>
                  <a:pt x="6056" y="12803"/>
                </a:lnTo>
                <a:lnTo>
                  <a:pt x="6957" y="12155"/>
                </a:lnTo>
                <a:lnTo>
                  <a:pt x="7856" y="11507"/>
                </a:lnTo>
                <a:lnTo>
                  <a:pt x="8756" y="10859"/>
                </a:lnTo>
                <a:lnTo>
                  <a:pt x="9657" y="10215"/>
                </a:lnTo>
                <a:lnTo>
                  <a:pt x="10547" y="9537"/>
                </a:lnTo>
                <a:lnTo>
                  <a:pt x="11453" y="8851"/>
                </a:lnTo>
                <a:lnTo>
                  <a:pt x="12722" y="7974"/>
                </a:lnTo>
                <a:lnTo>
                  <a:pt x="13849" y="7282"/>
                </a:lnTo>
                <a:lnTo>
                  <a:pt x="14892" y="6792"/>
                </a:lnTo>
                <a:lnTo>
                  <a:pt x="15921" y="6519"/>
                </a:lnTo>
                <a:lnTo>
                  <a:pt x="16996" y="6477"/>
                </a:lnTo>
                <a:lnTo>
                  <a:pt x="18182" y="6685"/>
                </a:lnTo>
                <a:lnTo>
                  <a:pt x="19543" y="7160"/>
                </a:lnTo>
                <a:lnTo>
                  <a:pt x="20563" y="8031"/>
                </a:lnTo>
                <a:lnTo>
                  <a:pt x="21600" y="8913"/>
                </a:lnTo>
                <a:lnTo>
                  <a:pt x="19641" y="10859"/>
                </a:lnTo>
                <a:lnTo>
                  <a:pt x="17872" y="12609"/>
                </a:lnTo>
                <a:lnTo>
                  <a:pt x="16276" y="14172"/>
                </a:lnTo>
                <a:lnTo>
                  <a:pt x="14838" y="15557"/>
                </a:lnTo>
                <a:lnTo>
                  <a:pt x="13540" y="16775"/>
                </a:lnTo>
                <a:lnTo>
                  <a:pt x="12368" y="17830"/>
                </a:lnTo>
                <a:lnTo>
                  <a:pt x="11305" y="18736"/>
                </a:lnTo>
                <a:lnTo>
                  <a:pt x="10333" y="19496"/>
                </a:lnTo>
                <a:lnTo>
                  <a:pt x="9439" y="20126"/>
                </a:lnTo>
                <a:lnTo>
                  <a:pt x="8603" y="20631"/>
                </a:lnTo>
                <a:lnTo>
                  <a:pt x="7814" y="21021"/>
                </a:lnTo>
                <a:lnTo>
                  <a:pt x="7050" y="21303"/>
                </a:lnTo>
                <a:lnTo>
                  <a:pt x="6299" y="21490"/>
                </a:lnTo>
                <a:lnTo>
                  <a:pt x="5543" y="21585"/>
                </a:lnTo>
                <a:lnTo>
                  <a:pt x="4765" y="21600"/>
                </a:lnTo>
                <a:lnTo>
                  <a:pt x="3951" y="21547"/>
                </a:lnTo>
                <a:lnTo>
                  <a:pt x="3084" y="21431"/>
                </a:lnTo>
                <a:lnTo>
                  <a:pt x="2147" y="21261"/>
                </a:lnTo>
                <a:lnTo>
                  <a:pt x="1125" y="21047"/>
                </a:lnTo>
                <a:lnTo>
                  <a:pt x="0" y="20798"/>
                </a:lnTo>
                <a:lnTo>
                  <a:pt x="164" y="18739"/>
                </a:lnTo>
                <a:lnTo>
                  <a:pt x="329" y="16677"/>
                </a:lnTo>
                <a:lnTo>
                  <a:pt x="493" y="14615"/>
                </a:lnTo>
                <a:lnTo>
                  <a:pt x="660" y="12550"/>
                </a:lnTo>
                <a:lnTo>
                  <a:pt x="824" y="10476"/>
                </a:lnTo>
                <a:lnTo>
                  <a:pt x="990" y="8399"/>
                </a:lnTo>
                <a:lnTo>
                  <a:pt x="1156" y="6314"/>
                </a:lnTo>
                <a:lnTo>
                  <a:pt x="1324" y="4219"/>
                </a:lnTo>
                <a:lnTo>
                  <a:pt x="1492" y="2115"/>
                </a:lnTo>
                <a:lnTo>
                  <a:pt x="1662" y="0"/>
                </a:lnTo>
                <a:close/>
              </a:path>
            </a:pathLst>
          </a:custGeom>
          <a:solidFill>
            <a:srgbClr val="DCE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5" name="contour_08183"/>
          <p:cNvSpPr/>
          <p:nvPr/>
        </p:nvSpPr>
        <p:spPr>
          <a:xfrm>
            <a:off x="7750222" y="3651284"/>
            <a:ext cx="72880" cy="385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4" y="306"/>
                </a:lnTo>
                <a:lnTo>
                  <a:pt x="1506" y="846"/>
                </a:lnTo>
                <a:lnTo>
                  <a:pt x="3704" y="2075"/>
                </a:lnTo>
                <a:lnTo>
                  <a:pt x="4905" y="2704"/>
                </a:lnTo>
                <a:lnTo>
                  <a:pt x="6104" y="3337"/>
                </a:lnTo>
                <a:lnTo>
                  <a:pt x="7305" y="3966"/>
                </a:lnTo>
                <a:lnTo>
                  <a:pt x="8506" y="4595"/>
                </a:lnTo>
                <a:lnTo>
                  <a:pt x="9718" y="5282"/>
                </a:lnTo>
                <a:lnTo>
                  <a:pt x="10947" y="5984"/>
                </a:lnTo>
                <a:lnTo>
                  <a:pt x="12122" y="6576"/>
                </a:lnTo>
                <a:lnTo>
                  <a:pt x="13038" y="6985"/>
                </a:lnTo>
                <a:lnTo>
                  <a:pt x="14001" y="7320"/>
                </a:lnTo>
                <a:lnTo>
                  <a:pt x="15314" y="7679"/>
                </a:lnTo>
                <a:lnTo>
                  <a:pt x="17280" y="8169"/>
                </a:lnTo>
                <a:lnTo>
                  <a:pt x="17816" y="6148"/>
                </a:lnTo>
                <a:lnTo>
                  <a:pt x="18351" y="4113"/>
                </a:lnTo>
                <a:lnTo>
                  <a:pt x="18894" y="2071"/>
                </a:lnTo>
                <a:lnTo>
                  <a:pt x="19440" y="0"/>
                </a:lnTo>
                <a:lnTo>
                  <a:pt x="19708" y="2528"/>
                </a:lnTo>
                <a:lnTo>
                  <a:pt x="19976" y="5057"/>
                </a:lnTo>
                <a:lnTo>
                  <a:pt x="20244" y="7593"/>
                </a:lnTo>
                <a:lnTo>
                  <a:pt x="20511" y="10134"/>
                </a:lnTo>
                <a:lnTo>
                  <a:pt x="20781" y="12687"/>
                </a:lnTo>
                <a:lnTo>
                  <a:pt x="21054" y="15252"/>
                </a:lnTo>
                <a:lnTo>
                  <a:pt x="21326" y="17830"/>
                </a:lnTo>
                <a:lnTo>
                  <a:pt x="21600" y="20424"/>
                </a:lnTo>
                <a:lnTo>
                  <a:pt x="18550" y="20848"/>
                </a:lnTo>
                <a:lnTo>
                  <a:pt x="15993" y="21183"/>
                </a:lnTo>
                <a:lnTo>
                  <a:pt x="13867" y="21428"/>
                </a:lnTo>
                <a:lnTo>
                  <a:pt x="12109" y="21571"/>
                </a:lnTo>
                <a:lnTo>
                  <a:pt x="10660" y="21600"/>
                </a:lnTo>
                <a:lnTo>
                  <a:pt x="9459" y="21510"/>
                </a:lnTo>
                <a:lnTo>
                  <a:pt x="8443" y="21290"/>
                </a:lnTo>
                <a:lnTo>
                  <a:pt x="7556" y="20934"/>
                </a:lnTo>
                <a:lnTo>
                  <a:pt x="6731" y="20436"/>
                </a:lnTo>
                <a:lnTo>
                  <a:pt x="5908" y="19782"/>
                </a:lnTo>
                <a:lnTo>
                  <a:pt x="5031" y="18965"/>
                </a:lnTo>
                <a:lnTo>
                  <a:pt x="4033" y="17981"/>
                </a:lnTo>
                <a:lnTo>
                  <a:pt x="3167" y="16380"/>
                </a:lnTo>
                <a:lnTo>
                  <a:pt x="2523" y="15069"/>
                </a:lnTo>
                <a:lnTo>
                  <a:pt x="1909" y="13578"/>
                </a:lnTo>
                <a:lnTo>
                  <a:pt x="1134" y="11433"/>
                </a:lnTo>
                <a:lnTo>
                  <a:pt x="0" y="8169"/>
                </a:lnTo>
                <a:lnTo>
                  <a:pt x="0" y="5469"/>
                </a:lnTo>
                <a:lnTo>
                  <a:pt x="0" y="2753"/>
                </a:lnTo>
                <a:lnTo>
                  <a:pt x="0" y="0"/>
                </a:lnTo>
                <a:close/>
              </a:path>
            </a:pathLst>
          </a:custGeom>
          <a:solidFill>
            <a:srgbClr val="BFDAF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6" name="contour_08184"/>
          <p:cNvSpPr/>
          <p:nvPr/>
        </p:nvSpPr>
        <p:spPr>
          <a:xfrm>
            <a:off x="8428005" y="3512608"/>
            <a:ext cx="116608" cy="350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6"/>
                </a:moveTo>
                <a:lnTo>
                  <a:pt x="21600" y="3091"/>
                </a:lnTo>
                <a:lnTo>
                  <a:pt x="21600" y="6075"/>
                </a:lnTo>
                <a:lnTo>
                  <a:pt x="21600" y="9099"/>
                </a:lnTo>
                <a:lnTo>
                  <a:pt x="20759" y="10468"/>
                </a:lnTo>
                <a:lnTo>
                  <a:pt x="20130" y="11338"/>
                </a:lnTo>
                <a:lnTo>
                  <a:pt x="19397" y="12088"/>
                </a:lnTo>
                <a:lnTo>
                  <a:pt x="18247" y="13079"/>
                </a:lnTo>
                <a:lnTo>
                  <a:pt x="17539" y="13676"/>
                </a:lnTo>
                <a:lnTo>
                  <a:pt x="16826" y="14282"/>
                </a:lnTo>
                <a:lnTo>
                  <a:pt x="16106" y="14892"/>
                </a:lnTo>
                <a:lnTo>
                  <a:pt x="15356" y="15480"/>
                </a:lnTo>
                <a:lnTo>
                  <a:pt x="14602" y="16072"/>
                </a:lnTo>
                <a:lnTo>
                  <a:pt x="13838" y="16673"/>
                </a:lnTo>
                <a:lnTo>
                  <a:pt x="13109" y="17311"/>
                </a:lnTo>
                <a:lnTo>
                  <a:pt x="12375" y="17952"/>
                </a:lnTo>
                <a:lnTo>
                  <a:pt x="11633" y="18607"/>
                </a:lnTo>
                <a:lnTo>
                  <a:pt x="10645" y="19383"/>
                </a:lnTo>
                <a:lnTo>
                  <a:pt x="9698" y="20065"/>
                </a:lnTo>
                <a:lnTo>
                  <a:pt x="8788" y="20631"/>
                </a:lnTo>
                <a:lnTo>
                  <a:pt x="7906" y="21080"/>
                </a:lnTo>
                <a:lnTo>
                  <a:pt x="7044" y="21394"/>
                </a:lnTo>
                <a:lnTo>
                  <a:pt x="6195" y="21573"/>
                </a:lnTo>
                <a:lnTo>
                  <a:pt x="5353" y="21600"/>
                </a:lnTo>
                <a:lnTo>
                  <a:pt x="4508" y="21470"/>
                </a:lnTo>
                <a:lnTo>
                  <a:pt x="3653" y="21169"/>
                </a:lnTo>
                <a:lnTo>
                  <a:pt x="2784" y="20689"/>
                </a:lnTo>
                <a:lnTo>
                  <a:pt x="1889" y="20021"/>
                </a:lnTo>
                <a:lnTo>
                  <a:pt x="964" y="19150"/>
                </a:lnTo>
                <a:lnTo>
                  <a:pt x="0" y="18073"/>
                </a:lnTo>
                <a:lnTo>
                  <a:pt x="910" y="16449"/>
                </a:lnTo>
                <a:lnTo>
                  <a:pt x="1806" y="14901"/>
                </a:lnTo>
                <a:lnTo>
                  <a:pt x="2692" y="13434"/>
                </a:lnTo>
                <a:lnTo>
                  <a:pt x="3567" y="12047"/>
                </a:lnTo>
                <a:lnTo>
                  <a:pt x="4435" y="10733"/>
                </a:lnTo>
                <a:lnTo>
                  <a:pt x="5296" y="9503"/>
                </a:lnTo>
                <a:lnTo>
                  <a:pt x="6153" y="8346"/>
                </a:lnTo>
                <a:lnTo>
                  <a:pt x="7007" y="7264"/>
                </a:lnTo>
                <a:lnTo>
                  <a:pt x="7858" y="6264"/>
                </a:lnTo>
                <a:lnTo>
                  <a:pt x="8712" y="5335"/>
                </a:lnTo>
                <a:lnTo>
                  <a:pt x="9565" y="4482"/>
                </a:lnTo>
                <a:lnTo>
                  <a:pt x="10423" y="3706"/>
                </a:lnTo>
                <a:lnTo>
                  <a:pt x="11286" y="3006"/>
                </a:lnTo>
                <a:lnTo>
                  <a:pt x="12157" y="2378"/>
                </a:lnTo>
                <a:lnTo>
                  <a:pt x="13036" y="1826"/>
                </a:lnTo>
                <a:lnTo>
                  <a:pt x="13924" y="1346"/>
                </a:lnTo>
                <a:lnTo>
                  <a:pt x="14824" y="942"/>
                </a:lnTo>
                <a:lnTo>
                  <a:pt x="15738" y="610"/>
                </a:lnTo>
                <a:lnTo>
                  <a:pt x="16668" y="350"/>
                </a:lnTo>
                <a:lnTo>
                  <a:pt x="17615" y="162"/>
                </a:lnTo>
                <a:lnTo>
                  <a:pt x="18579" y="45"/>
                </a:lnTo>
                <a:lnTo>
                  <a:pt x="19564" y="0"/>
                </a:lnTo>
                <a:lnTo>
                  <a:pt x="20570" y="27"/>
                </a:lnTo>
                <a:lnTo>
                  <a:pt x="21600" y="126"/>
                </a:lnTo>
                <a:close/>
              </a:path>
            </a:pathLst>
          </a:custGeom>
          <a:solidFill>
            <a:srgbClr val="7A8D95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7" name="contour_08185"/>
          <p:cNvSpPr/>
          <p:nvPr/>
        </p:nvSpPr>
        <p:spPr>
          <a:xfrm>
            <a:off x="11590993" y="3447220"/>
            <a:ext cx="10932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438" y="406"/>
                </a:lnTo>
                <a:lnTo>
                  <a:pt x="19241" y="721"/>
                </a:lnTo>
                <a:lnTo>
                  <a:pt x="19898" y="1050"/>
                </a:lnTo>
                <a:lnTo>
                  <a:pt x="20615" y="1495"/>
                </a:lnTo>
                <a:lnTo>
                  <a:pt x="21600" y="2160"/>
                </a:lnTo>
                <a:lnTo>
                  <a:pt x="19812" y="4549"/>
                </a:lnTo>
                <a:lnTo>
                  <a:pt x="18190" y="6713"/>
                </a:lnTo>
                <a:lnTo>
                  <a:pt x="16724" y="8662"/>
                </a:lnTo>
                <a:lnTo>
                  <a:pt x="15404" y="10411"/>
                </a:lnTo>
                <a:lnTo>
                  <a:pt x="14219" y="11971"/>
                </a:lnTo>
                <a:lnTo>
                  <a:pt x="13154" y="13355"/>
                </a:lnTo>
                <a:lnTo>
                  <a:pt x="12203" y="14578"/>
                </a:lnTo>
                <a:lnTo>
                  <a:pt x="11352" y="15647"/>
                </a:lnTo>
                <a:lnTo>
                  <a:pt x="10590" y="16580"/>
                </a:lnTo>
                <a:lnTo>
                  <a:pt x="9904" y="17388"/>
                </a:lnTo>
                <a:lnTo>
                  <a:pt x="9287" y="18084"/>
                </a:lnTo>
                <a:lnTo>
                  <a:pt x="8725" y="18678"/>
                </a:lnTo>
                <a:lnTo>
                  <a:pt x="8208" y="19185"/>
                </a:lnTo>
                <a:lnTo>
                  <a:pt x="7723" y="19617"/>
                </a:lnTo>
                <a:lnTo>
                  <a:pt x="7260" y="19986"/>
                </a:lnTo>
                <a:lnTo>
                  <a:pt x="6808" y="20306"/>
                </a:lnTo>
                <a:lnTo>
                  <a:pt x="6356" y="20589"/>
                </a:lnTo>
                <a:lnTo>
                  <a:pt x="5892" y="20848"/>
                </a:lnTo>
                <a:lnTo>
                  <a:pt x="5406" y="21095"/>
                </a:lnTo>
                <a:lnTo>
                  <a:pt x="4886" y="21341"/>
                </a:lnTo>
                <a:lnTo>
                  <a:pt x="4320" y="21600"/>
                </a:lnTo>
                <a:lnTo>
                  <a:pt x="3151" y="21133"/>
                </a:lnTo>
                <a:lnTo>
                  <a:pt x="2341" y="20788"/>
                </a:lnTo>
                <a:lnTo>
                  <a:pt x="1685" y="20460"/>
                </a:lnTo>
                <a:lnTo>
                  <a:pt x="973" y="20045"/>
                </a:lnTo>
                <a:lnTo>
                  <a:pt x="0" y="19440"/>
                </a:lnTo>
                <a:lnTo>
                  <a:pt x="634" y="18786"/>
                </a:lnTo>
                <a:lnTo>
                  <a:pt x="1276" y="18120"/>
                </a:lnTo>
                <a:lnTo>
                  <a:pt x="2097" y="17269"/>
                </a:lnTo>
                <a:lnTo>
                  <a:pt x="2917" y="16416"/>
                </a:lnTo>
                <a:lnTo>
                  <a:pt x="3738" y="15565"/>
                </a:lnTo>
                <a:lnTo>
                  <a:pt x="4559" y="14712"/>
                </a:lnTo>
                <a:lnTo>
                  <a:pt x="5380" y="13856"/>
                </a:lnTo>
                <a:lnTo>
                  <a:pt x="6199" y="13003"/>
                </a:lnTo>
                <a:lnTo>
                  <a:pt x="7020" y="12150"/>
                </a:lnTo>
                <a:lnTo>
                  <a:pt x="7684" y="11465"/>
                </a:lnTo>
                <a:lnTo>
                  <a:pt x="8351" y="10774"/>
                </a:lnTo>
                <a:lnTo>
                  <a:pt x="9029" y="10074"/>
                </a:lnTo>
                <a:lnTo>
                  <a:pt x="9670" y="9405"/>
                </a:lnTo>
                <a:lnTo>
                  <a:pt x="10315" y="8733"/>
                </a:lnTo>
                <a:lnTo>
                  <a:pt x="10968" y="8050"/>
                </a:lnTo>
                <a:lnTo>
                  <a:pt x="11231" y="7778"/>
                </a:lnTo>
                <a:lnTo>
                  <a:pt x="11693" y="7296"/>
                </a:lnTo>
                <a:lnTo>
                  <a:pt x="12751" y="6199"/>
                </a:lnTo>
                <a:lnTo>
                  <a:pt x="13568" y="5262"/>
                </a:lnTo>
                <a:lnTo>
                  <a:pt x="14141" y="4571"/>
                </a:lnTo>
                <a:lnTo>
                  <a:pt x="14620" y="3912"/>
                </a:lnTo>
                <a:lnTo>
                  <a:pt x="15159" y="3084"/>
                </a:lnTo>
                <a:lnTo>
                  <a:pt x="15908" y="1877"/>
                </a:lnTo>
                <a:lnTo>
                  <a:pt x="16589" y="946"/>
                </a:lnTo>
                <a:lnTo>
                  <a:pt x="17280" y="0"/>
                </a:lnTo>
                <a:close/>
              </a:path>
            </a:pathLst>
          </a:custGeom>
          <a:solidFill>
            <a:srgbClr val="91A6B4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8" name="contour_08186"/>
          <p:cNvSpPr/>
          <p:nvPr/>
        </p:nvSpPr>
        <p:spPr>
          <a:xfrm>
            <a:off x="5789752" y="3489898"/>
            <a:ext cx="138472" cy="520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42" y="57"/>
                </a:moveTo>
                <a:lnTo>
                  <a:pt x="19774" y="139"/>
                </a:lnTo>
                <a:lnTo>
                  <a:pt x="20517" y="224"/>
                </a:lnTo>
                <a:lnTo>
                  <a:pt x="21054" y="330"/>
                </a:lnTo>
                <a:lnTo>
                  <a:pt x="21600" y="435"/>
                </a:lnTo>
                <a:lnTo>
                  <a:pt x="21060" y="2119"/>
                </a:lnTo>
                <a:lnTo>
                  <a:pt x="20501" y="3592"/>
                </a:lnTo>
                <a:lnTo>
                  <a:pt x="19923" y="4880"/>
                </a:lnTo>
                <a:lnTo>
                  <a:pt x="19323" y="6008"/>
                </a:lnTo>
                <a:lnTo>
                  <a:pt x="18700" y="7009"/>
                </a:lnTo>
                <a:lnTo>
                  <a:pt x="18052" y="7903"/>
                </a:lnTo>
                <a:lnTo>
                  <a:pt x="17378" y="8723"/>
                </a:lnTo>
                <a:lnTo>
                  <a:pt x="16674" y="9497"/>
                </a:lnTo>
                <a:lnTo>
                  <a:pt x="15941" y="10247"/>
                </a:lnTo>
                <a:lnTo>
                  <a:pt x="15175" y="11006"/>
                </a:lnTo>
                <a:lnTo>
                  <a:pt x="14446" y="11746"/>
                </a:lnTo>
                <a:lnTo>
                  <a:pt x="13722" y="12514"/>
                </a:lnTo>
                <a:lnTo>
                  <a:pt x="13002" y="13313"/>
                </a:lnTo>
                <a:lnTo>
                  <a:pt x="12288" y="14147"/>
                </a:lnTo>
                <a:lnTo>
                  <a:pt x="11540" y="14997"/>
                </a:lnTo>
                <a:lnTo>
                  <a:pt x="10792" y="15771"/>
                </a:lnTo>
                <a:lnTo>
                  <a:pt x="10044" y="16481"/>
                </a:lnTo>
                <a:lnTo>
                  <a:pt x="9294" y="17128"/>
                </a:lnTo>
                <a:lnTo>
                  <a:pt x="8541" y="17715"/>
                </a:lnTo>
                <a:lnTo>
                  <a:pt x="7786" y="18250"/>
                </a:lnTo>
                <a:lnTo>
                  <a:pt x="7029" y="18734"/>
                </a:lnTo>
                <a:lnTo>
                  <a:pt x="6269" y="19172"/>
                </a:lnTo>
                <a:lnTo>
                  <a:pt x="5503" y="19571"/>
                </a:lnTo>
                <a:lnTo>
                  <a:pt x="4735" y="19934"/>
                </a:lnTo>
                <a:lnTo>
                  <a:pt x="3961" y="20267"/>
                </a:lnTo>
                <a:lnTo>
                  <a:pt x="3181" y="20569"/>
                </a:lnTo>
                <a:lnTo>
                  <a:pt x="2396" y="20850"/>
                </a:lnTo>
                <a:lnTo>
                  <a:pt x="1604" y="21113"/>
                </a:lnTo>
                <a:lnTo>
                  <a:pt x="806" y="21361"/>
                </a:lnTo>
                <a:lnTo>
                  <a:pt x="0" y="21600"/>
                </a:lnTo>
                <a:lnTo>
                  <a:pt x="423" y="18837"/>
                </a:lnTo>
                <a:lnTo>
                  <a:pt x="745" y="17068"/>
                </a:lnTo>
                <a:lnTo>
                  <a:pt x="1069" y="15934"/>
                </a:lnTo>
                <a:lnTo>
                  <a:pt x="1497" y="15072"/>
                </a:lnTo>
                <a:lnTo>
                  <a:pt x="2133" y="14129"/>
                </a:lnTo>
                <a:lnTo>
                  <a:pt x="2725" y="13663"/>
                </a:lnTo>
                <a:lnTo>
                  <a:pt x="3326" y="13192"/>
                </a:lnTo>
                <a:lnTo>
                  <a:pt x="3985" y="12644"/>
                </a:lnTo>
                <a:lnTo>
                  <a:pt x="4652" y="12091"/>
                </a:lnTo>
                <a:lnTo>
                  <a:pt x="4996" y="11825"/>
                </a:lnTo>
                <a:lnTo>
                  <a:pt x="6039" y="11018"/>
                </a:lnTo>
                <a:lnTo>
                  <a:pt x="6771" y="10431"/>
                </a:lnTo>
                <a:lnTo>
                  <a:pt x="7496" y="9839"/>
                </a:lnTo>
                <a:lnTo>
                  <a:pt x="8216" y="9234"/>
                </a:lnTo>
                <a:lnTo>
                  <a:pt x="8929" y="8611"/>
                </a:lnTo>
                <a:lnTo>
                  <a:pt x="9636" y="7964"/>
                </a:lnTo>
                <a:lnTo>
                  <a:pt x="10337" y="7284"/>
                </a:lnTo>
                <a:lnTo>
                  <a:pt x="11034" y="6567"/>
                </a:lnTo>
                <a:lnTo>
                  <a:pt x="11727" y="5808"/>
                </a:lnTo>
                <a:lnTo>
                  <a:pt x="12414" y="4998"/>
                </a:lnTo>
                <a:lnTo>
                  <a:pt x="13099" y="4130"/>
                </a:lnTo>
                <a:lnTo>
                  <a:pt x="13780" y="3199"/>
                </a:lnTo>
                <a:lnTo>
                  <a:pt x="14536" y="2207"/>
                </a:lnTo>
                <a:lnTo>
                  <a:pt x="15255" y="1409"/>
                </a:lnTo>
                <a:lnTo>
                  <a:pt x="15958" y="798"/>
                </a:lnTo>
                <a:lnTo>
                  <a:pt x="16666" y="363"/>
                </a:lnTo>
                <a:lnTo>
                  <a:pt x="17403" y="100"/>
                </a:lnTo>
                <a:lnTo>
                  <a:pt x="18187" y="0"/>
                </a:lnTo>
                <a:lnTo>
                  <a:pt x="19042" y="57"/>
                </a:lnTo>
                <a:close/>
              </a:path>
            </a:pathLst>
          </a:custGeom>
          <a:solidFill>
            <a:srgbClr val="EF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8189" name="contour_08187"/>
          <p:cNvSpPr/>
          <p:nvPr/>
        </p:nvSpPr>
        <p:spPr>
          <a:xfrm>
            <a:off x="6773631" y="3476372"/>
            <a:ext cx="123896" cy="57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41" y="0"/>
                </a:moveTo>
                <a:lnTo>
                  <a:pt x="3445" y="405"/>
                </a:lnTo>
                <a:lnTo>
                  <a:pt x="4273" y="916"/>
                </a:lnTo>
                <a:lnTo>
                  <a:pt x="5046" y="1536"/>
                </a:lnTo>
                <a:lnTo>
                  <a:pt x="5785" y="2272"/>
                </a:lnTo>
                <a:lnTo>
                  <a:pt x="6512" y="3130"/>
                </a:lnTo>
                <a:lnTo>
                  <a:pt x="7246" y="4114"/>
                </a:lnTo>
                <a:lnTo>
                  <a:pt x="8011" y="5232"/>
                </a:lnTo>
                <a:lnTo>
                  <a:pt x="8709" y="6210"/>
                </a:lnTo>
                <a:lnTo>
                  <a:pt x="9416" y="7134"/>
                </a:lnTo>
                <a:lnTo>
                  <a:pt x="10134" y="8012"/>
                </a:lnTo>
                <a:lnTo>
                  <a:pt x="10861" y="8846"/>
                </a:lnTo>
                <a:lnTo>
                  <a:pt x="11595" y="9644"/>
                </a:lnTo>
                <a:lnTo>
                  <a:pt x="12336" y="10412"/>
                </a:lnTo>
                <a:lnTo>
                  <a:pt x="13085" y="11155"/>
                </a:lnTo>
                <a:lnTo>
                  <a:pt x="13838" y="11882"/>
                </a:lnTo>
                <a:lnTo>
                  <a:pt x="14595" y="12596"/>
                </a:lnTo>
                <a:lnTo>
                  <a:pt x="15356" y="13301"/>
                </a:lnTo>
                <a:lnTo>
                  <a:pt x="16121" y="14009"/>
                </a:lnTo>
                <a:lnTo>
                  <a:pt x="16915" y="14758"/>
                </a:lnTo>
                <a:lnTo>
                  <a:pt x="17721" y="15515"/>
                </a:lnTo>
                <a:lnTo>
                  <a:pt x="18496" y="16242"/>
                </a:lnTo>
                <a:lnTo>
                  <a:pt x="19272" y="16967"/>
                </a:lnTo>
                <a:lnTo>
                  <a:pt x="20047" y="17691"/>
                </a:lnTo>
                <a:lnTo>
                  <a:pt x="20824" y="18413"/>
                </a:lnTo>
                <a:lnTo>
                  <a:pt x="21600" y="19134"/>
                </a:lnTo>
                <a:lnTo>
                  <a:pt x="20641" y="19993"/>
                </a:lnTo>
                <a:lnTo>
                  <a:pt x="19763" y="20682"/>
                </a:lnTo>
                <a:lnTo>
                  <a:pt x="18937" y="21187"/>
                </a:lnTo>
                <a:lnTo>
                  <a:pt x="18133" y="21499"/>
                </a:lnTo>
                <a:lnTo>
                  <a:pt x="17322" y="21600"/>
                </a:lnTo>
                <a:lnTo>
                  <a:pt x="16473" y="21488"/>
                </a:lnTo>
                <a:lnTo>
                  <a:pt x="15560" y="21144"/>
                </a:lnTo>
                <a:lnTo>
                  <a:pt x="14550" y="20556"/>
                </a:lnTo>
                <a:lnTo>
                  <a:pt x="13805" y="19851"/>
                </a:lnTo>
                <a:lnTo>
                  <a:pt x="13064" y="19132"/>
                </a:lnTo>
                <a:lnTo>
                  <a:pt x="12326" y="18405"/>
                </a:lnTo>
                <a:lnTo>
                  <a:pt x="11592" y="17667"/>
                </a:lnTo>
                <a:lnTo>
                  <a:pt x="10858" y="16918"/>
                </a:lnTo>
                <a:lnTo>
                  <a:pt x="10128" y="16160"/>
                </a:lnTo>
                <a:lnTo>
                  <a:pt x="9397" y="15395"/>
                </a:lnTo>
                <a:lnTo>
                  <a:pt x="8669" y="14621"/>
                </a:lnTo>
                <a:lnTo>
                  <a:pt x="7941" y="13837"/>
                </a:lnTo>
                <a:lnTo>
                  <a:pt x="7169" y="13033"/>
                </a:lnTo>
                <a:lnTo>
                  <a:pt x="6396" y="12232"/>
                </a:lnTo>
                <a:lnTo>
                  <a:pt x="5624" y="11431"/>
                </a:lnTo>
                <a:lnTo>
                  <a:pt x="4818" y="10590"/>
                </a:lnTo>
                <a:lnTo>
                  <a:pt x="4013" y="9745"/>
                </a:lnTo>
                <a:lnTo>
                  <a:pt x="3208" y="8895"/>
                </a:lnTo>
                <a:lnTo>
                  <a:pt x="2405" y="8042"/>
                </a:lnTo>
                <a:lnTo>
                  <a:pt x="1603" y="7186"/>
                </a:lnTo>
                <a:lnTo>
                  <a:pt x="802" y="6328"/>
                </a:lnTo>
                <a:lnTo>
                  <a:pt x="0" y="5467"/>
                </a:lnTo>
                <a:lnTo>
                  <a:pt x="690" y="3819"/>
                </a:lnTo>
                <a:lnTo>
                  <a:pt x="1185" y="2701"/>
                </a:lnTo>
                <a:lnTo>
                  <a:pt x="1723" y="1599"/>
                </a:lnTo>
                <a:lnTo>
                  <a:pt x="2541" y="0"/>
                </a:lnTo>
                <a:close/>
              </a:path>
            </a:pathLst>
          </a:custGeom>
          <a:solidFill>
            <a:srgbClr val="94A7AF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0" name="contour_08188"/>
          <p:cNvSpPr/>
          <p:nvPr/>
        </p:nvSpPr>
        <p:spPr>
          <a:xfrm>
            <a:off x="4106226" y="3468275"/>
            <a:ext cx="94744" cy="518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05" y="149"/>
                </a:moveTo>
                <a:lnTo>
                  <a:pt x="14185" y="158"/>
                </a:lnTo>
                <a:lnTo>
                  <a:pt x="15936" y="191"/>
                </a:lnTo>
                <a:lnTo>
                  <a:pt x="17069" y="213"/>
                </a:lnTo>
                <a:lnTo>
                  <a:pt x="18202" y="237"/>
                </a:lnTo>
                <a:lnTo>
                  <a:pt x="19335" y="267"/>
                </a:lnTo>
                <a:lnTo>
                  <a:pt x="20467" y="301"/>
                </a:lnTo>
                <a:lnTo>
                  <a:pt x="21600" y="337"/>
                </a:lnTo>
                <a:lnTo>
                  <a:pt x="21600" y="1844"/>
                </a:lnTo>
                <a:lnTo>
                  <a:pt x="21600" y="3375"/>
                </a:lnTo>
                <a:lnTo>
                  <a:pt x="21181" y="3442"/>
                </a:lnTo>
                <a:lnTo>
                  <a:pt x="20444" y="3557"/>
                </a:lnTo>
                <a:lnTo>
                  <a:pt x="18750" y="3827"/>
                </a:lnTo>
                <a:lnTo>
                  <a:pt x="17828" y="3997"/>
                </a:lnTo>
                <a:lnTo>
                  <a:pt x="16904" y="4171"/>
                </a:lnTo>
                <a:lnTo>
                  <a:pt x="15981" y="4344"/>
                </a:lnTo>
                <a:lnTo>
                  <a:pt x="15057" y="4514"/>
                </a:lnTo>
                <a:lnTo>
                  <a:pt x="14125" y="4654"/>
                </a:lnTo>
                <a:lnTo>
                  <a:pt x="13179" y="4799"/>
                </a:lnTo>
                <a:lnTo>
                  <a:pt x="12275" y="4982"/>
                </a:lnTo>
                <a:lnTo>
                  <a:pt x="11569" y="5158"/>
                </a:lnTo>
                <a:lnTo>
                  <a:pt x="10830" y="5401"/>
                </a:lnTo>
                <a:lnTo>
                  <a:pt x="9820" y="5796"/>
                </a:lnTo>
                <a:lnTo>
                  <a:pt x="8308" y="6412"/>
                </a:lnTo>
                <a:lnTo>
                  <a:pt x="7896" y="7916"/>
                </a:lnTo>
                <a:lnTo>
                  <a:pt x="7484" y="9426"/>
                </a:lnTo>
                <a:lnTo>
                  <a:pt x="7067" y="10947"/>
                </a:lnTo>
                <a:lnTo>
                  <a:pt x="6646" y="12487"/>
                </a:lnTo>
                <a:lnTo>
                  <a:pt x="7587" y="13347"/>
                </a:lnTo>
                <a:lnTo>
                  <a:pt x="8527" y="14207"/>
                </a:lnTo>
                <a:lnTo>
                  <a:pt x="9471" y="15069"/>
                </a:lnTo>
                <a:lnTo>
                  <a:pt x="10418" y="15935"/>
                </a:lnTo>
                <a:lnTo>
                  <a:pt x="11370" y="16804"/>
                </a:lnTo>
                <a:lnTo>
                  <a:pt x="12327" y="17679"/>
                </a:lnTo>
                <a:lnTo>
                  <a:pt x="13292" y="18562"/>
                </a:lnTo>
                <a:lnTo>
                  <a:pt x="12189" y="19480"/>
                </a:lnTo>
                <a:lnTo>
                  <a:pt x="11378" y="20099"/>
                </a:lnTo>
                <a:lnTo>
                  <a:pt x="10621" y="20561"/>
                </a:lnTo>
                <a:lnTo>
                  <a:pt x="9677" y="21011"/>
                </a:lnTo>
                <a:lnTo>
                  <a:pt x="8308" y="21600"/>
                </a:lnTo>
                <a:lnTo>
                  <a:pt x="7166" y="20525"/>
                </a:lnTo>
                <a:lnTo>
                  <a:pt x="6364" y="19698"/>
                </a:lnTo>
                <a:lnTo>
                  <a:pt x="5684" y="18863"/>
                </a:lnTo>
                <a:lnTo>
                  <a:pt x="4915" y="17748"/>
                </a:lnTo>
                <a:lnTo>
                  <a:pt x="3841" y="16096"/>
                </a:lnTo>
                <a:lnTo>
                  <a:pt x="3519" y="15610"/>
                </a:lnTo>
                <a:lnTo>
                  <a:pt x="2949" y="14759"/>
                </a:lnTo>
                <a:lnTo>
                  <a:pt x="1643" y="12809"/>
                </a:lnTo>
                <a:lnTo>
                  <a:pt x="841" y="11120"/>
                </a:lnTo>
                <a:lnTo>
                  <a:pt x="354" y="9784"/>
                </a:lnTo>
                <a:lnTo>
                  <a:pt x="105" y="8350"/>
                </a:lnTo>
                <a:lnTo>
                  <a:pt x="12" y="6364"/>
                </a:lnTo>
                <a:lnTo>
                  <a:pt x="0" y="3375"/>
                </a:lnTo>
                <a:lnTo>
                  <a:pt x="1072" y="2442"/>
                </a:lnTo>
                <a:lnTo>
                  <a:pt x="2160" y="1695"/>
                </a:lnTo>
                <a:lnTo>
                  <a:pt x="3263" y="1112"/>
                </a:lnTo>
                <a:lnTo>
                  <a:pt x="4378" y="674"/>
                </a:lnTo>
                <a:lnTo>
                  <a:pt x="5505" y="365"/>
                </a:lnTo>
                <a:lnTo>
                  <a:pt x="6641" y="161"/>
                </a:lnTo>
                <a:lnTo>
                  <a:pt x="7788" y="46"/>
                </a:lnTo>
                <a:lnTo>
                  <a:pt x="8941" y="0"/>
                </a:lnTo>
                <a:lnTo>
                  <a:pt x="10100" y="6"/>
                </a:lnTo>
                <a:lnTo>
                  <a:pt x="11265" y="46"/>
                </a:lnTo>
                <a:lnTo>
                  <a:pt x="12433" y="100"/>
                </a:lnTo>
                <a:lnTo>
                  <a:pt x="13605" y="149"/>
                </a:lnTo>
                <a:close/>
              </a:path>
            </a:pathLst>
          </a:custGeom>
          <a:solidFill>
            <a:srgbClr val="D8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1" name="contour_08189"/>
          <p:cNvSpPr/>
          <p:nvPr/>
        </p:nvSpPr>
        <p:spPr>
          <a:xfrm>
            <a:off x="7923778" y="3439575"/>
            <a:ext cx="81531" cy="659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64" y="862"/>
                </a:moveTo>
                <a:lnTo>
                  <a:pt x="13122" y="991"/>
                </a:lnTo>
                <a:lnTo>
                  <a:pt x="14197" y="1120"/>
                </a:lnTo>
                <a:lnTo>
                  <a:pt x="15219" y="1279"/>
                </a:lnTo>
                <a:lnTo>
                  <a:pt x="16014" y="1432"/>
                </a:lnTo>
                <a:lnTo>
                  <a:pt x="16846" y="1642"/>
                </a:lnTo>
                <a:lnTo>
                  <a:pt x="17976" y="1979"/>
                </a:lnTo>
                <a:lnTo>
                  <a:pt x="19669" y="2504"/>
                </a:lnTo>
                <a:lnTo>
                  <a:pt x="20509" y="3979"/>
                </a:lnTo>
                <a:lnTo>
                  <a:pt x="20990" y="4967"/>
                </a:lnTo>
                <a:lnTo>
                  <a:pt x="21293" y="5917"/>
                </a:lnTo>
                <a:lnTo>
                  <a:pt x="21600" y="7278"/>
                </a:lnTo>
                <a:lnTo>
                  <a:pt x="20665" y="7249"/>
                </a:lnTo>
                <a:lnTo>
                  <a:pt x="19727" y="7221"/>
                </a:lnTo>
                <a:lnTo>
                  <a:pt x="18779" y="7192"/>
                </a:lnTo>
                <a:lnTo>
                  <a:pt x="17557" y="7171"/>
                </a:lnTo>
                <a:lnTo>
                  <a:pt x="16327" y="7151"/>
                </a:lnTo>
                <a:lnTo>
                  <a:pt x="15080" y="7130"/>
                </a:lnTo>
                <a:lnTo>
                  <a:pt x="14543" y="7116"/>
                </a:lnTo>
                <a:lnTo>
                  <a:pt x="13591" y="7094"/>
                </a:lnTo>
                <a:lnTo>
                  <a:pt x="11415" y="7044"/>
                </a:lnTo>
                <a:lnTo>
                  <a:pt x="9386" y="7197"/>
                </a:lnTo>
                <a:lnTo>
                  <a:pt x="7955" y="7364"/>
                </a:lnTo>
                <a:lnTo>
                  <a:pt x="6922" y="7624"/>
                </a:lnTo>
                <a:lnTo>
                  <a:pt x="6090" y="8044"/>
                </a:lnTo>
                <a:lnTo>
                  <a:pt x="5256" y="8701"/>
                </a:lnTo>
                <a:lnTo>
                  <a:pt x="4223" y="9665"/>
                </a:lnTo>
                <a:lnTo>
                  <a:pt x="3752" y="11047"/>
                </a:lnTo>
                <a:lnTo>
                  <a:pt x="3470" y="12021"/>
                </a:lnTo>
                <a:lnTo>
                  <a:pt x="3261" y="13047"/>
                </a:lnTo>
                <a:lnTo>
                  <a:pt x="3012" y="14587"/>
                </a:lnTo>
                <a:lnTo>
                  <a:pt x="2775" y="16115"/>
                </a:lnTo>
                <a:lnTo>
                  <a:pt x="2535" y="17654"/>
                </a:lnTo>
                <a:lnTo>
                  <a:pt x="2292" y="19213"/>
                </a:lnTo>
                <a:lnTo>
                  <a:pt x="3628" y="19213"/>
                </a:lnTo>
                <a:lnTo>
                  <a:pt x="4968" y="19213"/>
                </a:lnTo>
                <a:lnTo>
                  <a:pt x="6308" y="19213"/>
                </a:lnTo>
                <a:lnTo>
                  <a:pt x="7650" y="19213"/>
                </a:lnTo>
                <a:lnTo>
                  <a:pt x="8998" y="19213"/>
                </a:lnTo>
                <a:lnTo>
                  <a:pt x="10347" y="19213"/>
                </a:lnTo>
                <a:lnTo>
                  <a:pt x="11703" y="19213"/>
                </a:lnTo>
                <a:lnTo>
                  <a:pt x="13064" y="19213"/>
                </a:lnTo>
                <a:lnTo>
                  <a:pt x="14431" y="19213"/>
                </a:lnTo>
                <a:lnTo>
                  <a:pt x="15808" y="19213"/>
                </a:lnTo>
                <a:lnTo>
                  <a:pt x="15808" y="20397"/>
                </a:lnTo>
                <a:lnTo>
                  <a:pt x="15808" y="21600"/>
                </a:lnTo>
                <a:lnTo>
                  <a:pt x="14531" y="21600"/>
                </a:lnTo>
                <a:lnTo>
                  <a:pt x="13257" y="21600"/>
                </a:lnTo>
                <a:lnTo>
                  <a:pt x="11981" y="21600"/>
                </a:lnTo>
                <a:lnTo>
                  <a:pt x="10702" y="21600"/>
                </a:lnTo>
                <a:lnTo>
                  <a:pt x="9422" y="21600"/>
                </a:lnTo>
                <a:lnTo>
                  <a:pt x="8140" y="21600"/>
                </a:lnTo>
                <a:lnTo>
                  <a:pt x="6854" y="21600"/>
                </a:lnTo>
                <a:lnTo>
                  <a:pt x="5567" y="21600"/>
                </a:lnTo>
                <a:lnTo>
                  <a:pt x="4273" y="21600"/>
                </a:lnTo>
                <a:lnTo>
                  <a:pt x="2973" y="21600"/>
                </a:lnTo>
                <a:lnTo>
                  <a:pt x="1670" y="21600"/>
                </a:lnTo>
                <a:lnTo>
                  <a:pt x="361" y="21600"/>
                </a:lnTo>
                <a:lnTo>
                  <a:pt x="321" y="20048"/>
                </a:lnTo>
                <a:lnTo>
                  <a:pt x="280" y="18495"/>
                </a:lnTo>
                <a:lnTo>
                  <a:pt x="239" y="16936"/>
                </a:lnTo>
                <a:lnTo>
                  <a:pt x="199" y="15370"/>
                </a:lnTo>
                <a:lnTo>
                  <a:pt x="158" y="13792"/>
                </a:lnTo>
                <a:lnTo>
                  <a:pt x="116" y="12200"/>
                </a:lnTo>
                <a:lnTo>
                  <a:pt x="64" y="10734"/>
                </a:lnTo>
                <a:lnTo>
                  <a:pt x="12" y="9247"/>
                </a:lnTo>
                <a:lnTo>
                  <a:pt x="0" y="7829"/>
                </a:lnTo>
                <a:lnTo>
                  <a:pt x="33" y="6655"/>
                </a:lnTo>
                <a:lnTo>
                  <a:pt x="141" y="5091"/>
                </a:lnTo>
                <a:lnTo>
                  <a:pt x="361" y="2504"/>
                </a:lnTo>
                <a:lnTo>
                  <a:pt x="1437" y="1404"/>
                </a:lnTo>
                <a:lnTo>
                  <a:pt x="2610" y="654"/>
                </a:lnTo>
                <a:lnTo>
                  <a:pt x="3864" y="208"/>
                </a:lnTo>
                <a:lnTo>
                  <a:pt x="5180" y="7"/>
                </a:lnTo>
                <a:lnTo>
                  <a:pt x="6540" y="0"/>
                </a:lnTo>
                <a:lnTo>
                  <a:pt x="7926" y="136"/>
                </a:lnTo>
                <a:lnTo>
                  <a:pt x="9320" y="360"/>
                </a:lnTo>
                <a:lnTo>
                  <a:pt x="10706" y="621"/>
                </a:lnTo>
                <a:lnTo>
                  <a:pt x="12064" y="862"/>
                </a:lnTo>
                <a:close/>
              </a:path>
            </a:pathLst>
          </a:custGeom>
          <a:solidFill>
            <a:srgbClr val="C9D9E1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2" name="contour_08190"/>
          <p:cNvSpPr/>
          <p:nvPr/>
        </p:nvSpPr>
        <p:spPr>
          <a:xfrm>
            <a:off x="8055217" y="3388326"/>
            <a:ext cx="52116" cy="44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8"/>
                </a:moveTo>
                <a:lnTo>
                  <a:pt x="21268" y="2632"/>
                </a:lnTo>
                <a:lnTo>
                  <a:pt x="20935" y="4980"/>
                </a:lnTo>
                <a:lnTo>
                  <a:pt x="20603" y="7328"/>
                </a:lnTo>
                <a:lnTo>
                  <a:pt x="20268" y="9683"/>
                </a:lnTo>
                <a:lnTo>
                  <a:pt x="19933" y="12045"/>
                </a:lnTo>
                <a:lnTo>
                  <a:pt x="19597" y="14418"/>
                </a:lnTo>
                <a:lnTo>
                  <a:pt x="19259" y="16798"/>
                </a:lnTo>
                <a:lnTo>
                  <a:pt x="18921" y="19192"/>
                </a:lnTo>
                <a:lnTo>
                  <a:pt x="18579" y="21600"/>
                </a:lnTo>
                <a:lnTo>
                  <a:pt x="16586" y="21600"/>
                </a:lnTo>
                <a:lnTo>
                  <a:pt x="14589" y="21600"/>
                </a:lnTo>
                <a:lnTo>
                  <a:pt x="12593" y="21600"/>
                </a:lnTo>
                <a:lnTo>
                  <a:pt x="10590" y="21600"/>
                </a:lnTo>
                <a:lnTo>
                  <a:pt x="8581" y="21600"/>
                </a:lnTo>
                <a:lnTo>
                  <a:pt x="6564" y="21600"/>
                </a:lnTo>
                <a:lnTo>
                  <a:pt x="4540" y="21600"/>
                </a:lnTo>
                <a:lnTo>
                  <a:pt x="2504" y="21600"/>
                </a:lnTo>
                <a:lnTo>
                  <a:pt x="456" y="21600"/>
                </a:lnTo>
                <a:lnTo>
                  <a:pt x="251" y="19096"/>
                </a:lnTo>
                <a:lnTo>
                  <a:pt x="88" y="16730"/>
                </a:lnTo>
                <a:lnTo>
                  <a:pt x="0" y="14443"/>
                </a:lnTo>
                <a:lnTo>
                  <a:pt x="15" y="12169"/>
                </a:lnTo>
                <a:lnTo>
                  <a:pt x="157" y="9839"/>
                </a:lnTo>
                <a:lnTo>
                  <a:pt x="456" y="7392"/>
                </a:lnTo>
                <a:lnTo>
                  <a:pt x="2250" y="5445"/>
                </a:lnTo>
                <a:lnTo>
                  <a:pt x="4011" y="3854"/>
                </a:lnTo>
                <a:lnTo>
                  <a:pt x="5760" y="2589"/>
                </a:lnTo>
                <a:lnTo>
                  <a:pt x="7512" y="1616"/>
                </a:lnTo>
                <a:lnTo>
                  <a:pt x="9294" y="902"/>
                </a:lnTo>
                <a:lnTo>
                  <a:pt x="11119" y="416"/>
                </a:lnTo>
                <a:lnTo>
                  <a:pt x="13007" y="128"/>
                </a:lnTo>
                <a:lnTo>
                  <a:pt x="14982" y="0"/>
                </a:lnTo>
                <a:lnTo>
                  <a:pt x="17057" y="7"/>
                </a:lnTo>
                <a:lnTo>
                  <a:pt x="19259" y="114"/>
                </a:lnTo>
                <a:lnTo>
                  <a:pt x="21600" y="288"/>
                </a:lnTo>
                <a:close/>
              </a:path>
            </a:pathLst>
          </a:custGeom>
          <a:solidFill>
            <a:srgbClr val="ABBECA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3" name="contour_08191"/>
          <p:cNvSpPr/>
          <p:nvPr/>
        </p:nvSpPr>
        <p:spPr>
          <a:xfrm>
            <a:off x="3703783" y="3337900"/>
            <a:ext cx="4533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82" y="0"/>
                </a:moveTo>
                <a:lnTo>
                  <a:pt x="11182" y="2108"/>
                </a:lnTo>
                <a:lnTo>
                  <a:pt x="11168" y="3577"/>
                </a:lnTo>
                <a:lnTo>
                  <a:pt x="11137" y="4597"/>
                </a:lnTo>
                <a:lnTo>
                  <a:pt x="11074" y="5360"/>
                </a:lnTo>
                <a:lnTo>
                  <a:pt x="10970" y="6055"/>
                </a:lnTo>
                <a:lnTo>
                  <a:pt x="10817" y="6874"/>
                </a:lnTo>
                <a:lnTo>
                  <a:pt x="10713" y="8152"/>
                </a:lnTo>
                <a:lnTo>
                  <a:pt x="10762" y="9361"/>
                </a:lnTo>
                <a:lnTo>
                  <a:pt x="10956" y="10513"/>
                </a:lnTo>
                <a:lnTo>
                  <a:pt x="11297" y="11612"/>
                </a:lnTo>
                <a:lnTo>
                  <a:pt x="11776" y="12671"/>
                </a:lnTo>
                <a:lnTo>
                  <a:pt x="12387" y="13693"/>
                </a:lnTo>
                <a:lnTo>
                  <a:pt x="13130" y="14690"/>
                </a:lnTo>
                <a:lnTo>
                  <a:pt x="13998" y="15667"/>
                </a:lnTo>
                <a:lnTo>
                  <a:pt x="14988" y="16634"/>
                </a:lnTo>
                <a:lnTo>
                  <a:pt x="16096" y="17599"/>
                </a:lnTo>
                <a:lnTo>
                  <a:pt x="17315" y="18571"/>
                </a:lnTo>
                <a:lnTo>
                  <a:pt x="18641" y="19555"/>
                </a:lnTo>
                <a:lnTo>
                  <a:pt x="20072" y="20563"/>
                </a:lnTo>
                <a:lnTo>
                  <a:pt x="21600" y="21600"/>
                </a:lnTo>
                <a:lnTo>
                  <a:pt x="19284" y="21562"/>
                </a:lnTo>
                <a:lnTo>
                  <a:pt x="17037" y="21495"/>
                </a:lnTo>
                <a:lnTo>
                  <a:pt x="14849" y="21389"/>
                </a:lnTo>
                <a:lnTo>
                  <a:pt x="12700" y="21234"/>
                </a:lnTo>
                <a:lnTo>
                  <a:pt x="10581" y="21022"/>
                </a:lnTo>
                <a:lnTo>
                  <a:pt x="8473" y="20741"/>
                </a:lnTo>
                <a:lnTo>
                  <a:pt x="6365" y="20384"/>
                </a:lnTo>
                <a:lnTo>
                  <a:pt x="4237" y="19938"/>
                </a:lnTo>
                <a:lnTo>
                  <a:pt x="3205" y="18834"/>
                </a:lnTo>
                <a:lnTo>
                  <a:pt x="2417" y="17725"/>
                </a:lnTo>
                <a:lnTo>
                  <a:pt x="1837" y="16612"/>
                </a:lnTo>
                <a:lnTo>
                  <a:pt x="1427" y="15487"/>
                </a:lnTo>
                <a:lnTo>
                  <a:pt x="1153" y="14349"/>
                </a:lnTo>
                <a:lnTo>
                  <a:pt x="976" y="13189"/>
                </a:lnTo>
                <a:lnTo>
                  <a:pt x="858" y="12008"/>
                </a:lnTo>
                <a:lnTo>
                  <a:pt x="764" y="10800"/>
                </a:lnTo>
                <a:lnTo>
                  <a:pt x="590" y="9948"/>
                </a:lnTo>
                <a:lnTo>
                  <a:pt x="413" y="9092"/>
                </a:lnTo>
                <a:lnTo>
                  <a:pt x="236" y="8223"/>
                </a:lnTo>
                <a:lnTo>
                  <a:pt x="94" y="7091"/>
                </a:lnTo>
                <a:lnTo>
                  <a:pt x="7" y="5998"/>
                </a:lnTo>
                <a:lnTo>
                  <a:pt x="0" y="4925"/>
                </a:lnTo>
                <a:lnTo>
                  <a:pt x="108" y="3856"/>
                </a:lnTo>
                <a:lnTo>
                  <a:pt x="351" y="2775"/>
                </a:lnTo>
                <a:lnTo>
                  <a:pt x="764" y="1662"/>
                </a:lnTo>
                <a:lnTo>
                  <a:pt x="3348" y="975"/>
                </a:lnTo>
                <a:lnTo>
                  <a:pt x="5181" y="545"/>
                </a:lnTo>
                <a:lnTo>
                  <a:pt x="6765" y="292"/>
                </a:lnTo>
                <a:lnTo>
                  <a:pt x="8598" y="138"/>
                </a:lnTo>
                <a:lnTo>
                  <a:pt x="11182" y="0"/>
                </a:lnTo>
                <a:close/>
              </a:path>
            </a:pathLst>
          </a:custGeom>
          <a:solidFill>
            <a:srgbClr val="68787F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4" name="contour_08192"/>
          <p:cNvSpPr/>
          <p:nvPr/>
        </p:nvSpPr>
        <p:spPr>
          <a:xfrm>
            <a:off x="5272305" y="3301460"/>
            <a:ext cx="109320" cy="440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09" y="464"/>
                </a:lnTo>
                <a:lnTo>
                  <a:pt x="2016" y="950"/>
                </a:lnTo>
                <a:lnTo>
                  <a:pt x="3017" y="1460"/>
                </a:lnTo>
                <a:lnTo>
                  <a:pt x="4015" y="1989"/>
                </a:lnTo>
                <a:lnTo>
                  <a:pt x="5008" y="2542"/>
                </a:lnTo>
                <a:lnTo>
                  <a:pt x="5999" y="3114"/>
                </a:lnTo>
                <a:lnTo>
                  <a:pt x="6988" y="3707"/>
                </a:lnTo>
                <a:lnTo>
                  <a:pt x="7975" y="4321"/>
                </a:lnTo>
                <a:lnTo>
                  <a:pt x="8958" y="4953"/>
                </a:lnTo>
                <a:lnTo>
                  <a:pt x="9942" y="5606"/>
                </a:lnTo>
                <a:lnTo>
                  <a:pt x="10924" y="6278"/>
                </a:lnTo>
                <a:lnTo>
                  <a:pt x="11904" y="6967"/>
                </a:lnTo>
                <a:lnTo>
                  <a:pt x="12887" y="7677"/>
                </a:lnTo>
                <a:lnTo>
                  <a:pt x="13867" y="8402"/>
                </a:lnTo>
                <a:lnTo>
                  <a:pt x="14849" y="9148"/>
                </a:lnTo>
                <a:lnTo>
                  <a:pt x="15504" y="9645"/>
                </a:lnTo>
                <a:lnTo>
                  <a:pt x="16164" y="10145"/>
                </a:lnTo>
                <a:lnTo>
                  <a:pt x="16832" y="10648"/>
                </a:lnTo>
                <a:lnTo>
                  <a:pt x="17787" y="11373"/>
                </a:lnTo>
                <a:lnTo>
                  <a:pt x="18740" y="12098"/>
                </a:lnTo>
                <a:lnTo>
                  <a:pt x="19693" y="12823"/>
                </a:lnTo>
                <a:lnTo>
                  <a:pt x="20647" y="13555"/>
                </a:lnTo>
                <a:lnTo>
                  <a:pt x="21600" y="14283"/>
                </a:lnTo>
                <a:lnTo>
                  <a:pt x="21241" y="16390"/>
                </a:lnTo>
                <a:lnTo>
                  <a:pt x="20972" y="17836"/>
                </a:lnTo>
                <a:lnTo>
                  <a:pt x="20657" y="19290"/>
                </a:lnTo>
                <a:lnTo>
                  <a:pt x="20160" y="21425"/>
                </a:lnTo>
                <a:lnTo>
                  <a:pt x="19097" y="21579"/>
                </a:lnTo>
                <a:lnTo>
                  <a:pt x="18043" y="21600"/>
                </a:lnTo>
                <a:lnTo>
                  <a:pt x="16999" y="21486"/>
                </a:lnTo>
                <a:lnTo>
                  <a:pt x="15964" y="21250"/>
                </a:lnTo>
                <a:lnTo>
                  <a:pt x="14939" y="20897"/>
                </a:lnTo>
                <a:lnTo>
                  <a:pt x="13922" y="20425"/>
                </a:lnTo>
                <a:lnTo>
                  <a:pt x="12915" y="19850"/>
                </a:lnTo>
                <a:lnTo>
                  <a:pt x="11920" y="19172"/>
                </a:lnTo>
                <a:lnTo>
                  <a:pt x="10934" y="18393"/>
                </a:lnTo>
                <a:lnTo>
                  <a:pt x="9959" y="17526"/>
                </a:lnTo>
                <a:lnTo>
                  <a:pt x="8996" y="16576"/>
                </a:lnTo>
                <a:lnTo>
                  <a:pt x="8042" y="15544"/>
                </a:lnTo>
                <a:lnTo>
                  <a:pt x="7101" y="14433"/>
                </a:lnTo>
                <a:lnTo>
                  <a:pt x="6170" y="13259"/>
                </a:lnTo>
                <a:lnTo>
                  <a:pt x="5252" y="12019"/>
                </a:lnTo>
                <a:lnTo>
                  <a:pt x="4346" y="10723"/>
                </a:lnTo>
                <a:lnTo>
                  <a:pt x="3452" y="9373"/>
                </a:lnTo>
                <a:lnTo>
                  <a:pt x="2569" y="7981"/>
                </a:lnTo>
                <a:lnTo>
                  <a:pt x="1701" y="6542"/>
                </a:lnTo>
                <a:lnTo>
                  <a:pt x="844" y="5071"/>
                </a:lnTo>
                <a:lnTo>
                  <a:pt x="0" y="3571"/>
                </a:lnTo>
                <a:lnTo>
                  <a:pt x="0" y="1800"/>
                </a:lnTo>
                <a:lnTo>
                  <a:pt x="0" y="0"/>
                </a:lnTo>
                <a:close/>
              </a:path>
            </a:pathLst>
          </a:custGeom>
          <a:solidFill>
            <a:srgbClr val="B2D0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5" name="contour_08193"/>
          <p:cNvSpPr/>
          <p:nvPr/>
        </p:nvSpPr>
        <p:spPr>
          <a:xfrm>
            <a:off x="7662766" y="3257732"/>
            <a:ext cx="102032" cy="46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190" y="226"/>
                </a:lnTo>
                <a:lnTo>
                  <a:pt x="8208" y="451"/>
                </a:lnTo>
                <a:lnTo>
                  <a:pt x="9228" y="677"/>
                </a:lnTo>
                <a:lnTo>
                  <a:pt x="10248" y="903"/>
                </a:lnTo>
                <a:lnTo>
                  <a:pt x="11269" y="1129"/>
                </a:lnTo>
                <a:lnTo>
                  <a:pt x="12290" y="1358"/>
                </a:lnTo>
                <a:lnTo>
                  <a:pt x="13315" y="1584"/>
                </a:lnTo>
                <a:lnTo>
                  <a:pt x="14341" y="1813"/>
                </a:lnTo>
                <a:lnTo>
                  <a:pt x="15370" y="2039"/>
                </a:lnTo>
                <a:lnTo>
                  <a:pt x="16401" y="2268"/>
                </a:lnTo>
                <a:lnTo>
                  <a:pt x="17433" y="2497"/>
                </a:lnTo>
                <a:lnTo>
                  <a:pt x="18470" y="2726"/>
                </a:lnTo>
                <a:lnTo>
                  <a:pt x="19509" y="2959"/>
                </a:lnTo>
                <a:lnTo>
                  <a:pt x="20552" y="3188"/>
                </a:lnTo>
                <a:lnTo>
                  <a:pt x="21600" y="3420"/>
                </a:lnTo>
                <a:lnTo>
                  <a:pt x="19744" y="5473"/>
                </a:lnTo>
                <a:lnTo>
                  <a:pt x="18237" y="7111"/>
                </a:lnTo>
                <a:lnTo>
                  <a:pt x="17016" y="8373"/>
                </a:lnTo>
                <a:lnTo>
                  <a:pt x="16018" y="9300"/>
                </a:lnTo>
                <a:lnTo>
                  <a:pt x="15183" y="9933"/>
                </a:lnTo>
                <a:lnTo>
                  <a:pt x="14450" y="10306"/>
                </a:lnTo>
                <a:lnTo>
                  <a:pt x="13755" y="10467"/>
                </a:lnTo>
                <a:lnTo>
                  <a:pt x="13036" y="10449"/>
                </a:lnTo>
                <a:lnTo>
                  <a:pt x="12232" y="10299"/>
                </a:lnTo>
                <a:lnTo>
                  <a:pt x="11281" y="10049"/>
                </a:lnTo>
                <a:lnTo>
                  <a:pt x="10110" y="9923"/>
                </a:lnTo>
                <a:lnTo>
                  <a:pt x="9348" y="9906"/>
                </a:lnTo>
                <a:lnTo>
                  <a:pt x="8662" y="10008"/>
                </a:lnTo>
                <a:lnTo>
                  <a:pt x="7714" y="10261"/>
                </a:lnTo>
                <a:lnTo>
                  <a:pt x="7239" y="12806"/>
                </a:lnTo>
                <a:lnTo>
                  <a:pt x="6921" y="14612"/>
                </a:lnTo>
                <a:lnTo>
                  <a:pt x="6687" y="16172"/>
                </a:lnTo>
                <a:lnTo>
                  <a:pt x="6461" y="17978"/>
                </a:lnTo>
                <a:lnTo>
                  <a:pt x="6171" y="20523"/>
                </a:lnTo>
                <a:lnTo>
                  <a:pt x="5024" y="21241"/>
                </a:lnTo>
                <a:lnTo>
                  <a:pt x="4209" y="21600"/>
                </a:lnTo>
                <a:lnTo>
                  <a:pt x="3505" y="21600"/>
                </a:lnTo>
                <a:lnTo>
                  <a:pt x="2691" y="21241"/>
                </a:lnTo>
                <a:lnTo>
                  <a:pt x="1543" y="20523"/>
                </a:lnTo>
                <a:lnTo>
                  <a:pt x="1128" y="18310"/>
                </a:lnTo>
                <a:lnTo>
                  <a:pt x="795" y="16079"/>
                </a:lnTo>
                <a:lnTo>
                  <a:pt x="531" y="13829"/>
                </a:lnTo>
                <a:lnTo>
                  <a:pt x="319" y="11544"/>
                </a:lnTo>
                <a:lnTo>
                  <a:pt x="148" y="9218"/>
                </a:lnTo>
                <a:lnTo>
                  <a:pt x="0" y="6841"/>
                </a:lnTo>
                <a:lnTo>
                  <a:pt x="1018" y="6841"/>
                </a:lnTo>
                <a:lnTo>
                  <a:pt x="2038" y="6841"/>
                </a:lnTo>
                <a:lnTo>
                  <a:pt x="3063" y="6841"/>
                </a:lnTo>
                <a:lnTo>
                  <a:pt x="4092" y="6841"/>
                </a:lnTo>
                <a:lnTo>
                  <a:pt x="5127" y="6841"/>
                </a:lnTo>
                <a:lnTo>
                  <a:pt x="6171" y="6841"/>
                </a:lnTo>
                <a:lnTo>
                  <a:pt x="6171" y="4580"/>
                </a:lnTo>
                <a:lnTo>
                  <a:pt x="6171" y="2305"/>
                </a:lnTo>
                <a:lnTo>
                  <a:pt x="6171" y="0"/>
                </a:lnTo>
                <a:close/>
              </a:path>
            </a:pathLst>
          </a:custGeom>
          <a:solidFill>
            <a:srgbClr val="DA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6" name="contour_08194"/>
          <p:cNvSpPr/>
          <p:nvPr/>
        </p:nvSpPr>
        <p:spPr>
          <a:xfrm>
            <a:off x="3945890" y="3156305"/>
            <a:ext cx="72880" cy="43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10" y="1296"/>
                </a:moveTo>
                <a:lnTo>
                  <a:pt x="15675" y="1668"/>
                </a:lnTo>
                <a:lnTo>
                  <a:pt x="17051" y="2041"/>
                </a:lnTo>
                <a:lnTo>
                  <a:pt x="18444" y="2424"/>
                </a:lnTo>
                <a:lnTo>
                  <a:pt x="19488" y="2727"/>
                </a:lnTo>
                <a:lnTo>
                  <a:pt x="20535" y="3034"/>
                </a:lnTo>
                <a:lnTo>
                  <a:pt x="21600" y="3348"/>
                </a:lnTo>
                <a:lnTo>
                  <a:pt x="21324" y="7520"/>
                </a:lnTo>
                <a:lnTo>
                  <a:pt x="21092" y="10459"/>
                </a:lnTo>
                <a:lnTo>
                  <a:pt x="20848" y="12565"/>
                </a:lnTo>
                <a:lnTo>
                  <a:pt x="20533" y="14244"/>
                </a:lnTo>
                <a:lnTo>
                  <a:pt x="20084" y="15905"/>
                </a:lnTo>
                <a:lnTo>
                  <a:pt x="19440" y="17950"/>
                </a:lnTo>
                <a:lnTo>
                  <a:pt x="18071" y="18866"/>
                </a:lnTo>
                <a:lnTo>
                  <a:pt x="16697" y="19537"/>
                </a:lnTo>
                <a:lnTo>
                  <a:pt x="15314" y="20001"/>
                </a:lnTo>
                <a:lnTo>
                  <a:pt x="13917" y="20304"/>
                </a:lnTo>
                <a:lnTo>
                  <a:pt x="12500" y="20490"/>
                </a:lnTo>
                <a:lnTo>
                  <a:pt x="11057" y="20600"/>
                </a:lnTo>
                <a:lnTo>
                  <a:pt x="9584" y="20687"/>
                </a:lnTo>
                <a:lnTo>
                  <a:pt x="8893" y="20768"/>
                </a:lnTo>
                <a:lnTo>
                  <a:pt x="6804" y="21012"/>
                </a:lnTo>
                <a:lnTo>
                  <a:pt x="5443" y="21158"/>
                </a:lnTo>
                <a:lnTo>
                  <a:pt x="4085" y="21286"/>
                </a:lnTo>
                <a:lnTo>
                  <a:pt x="2724" y="21399"/>
                </a:lnTo>
                <a:lnTo>
                  <a:pt x="1361" y="21505"/>
                </a:lnTo>
                <a:lnTo>
                  <a:pt x="0" y="21600"/>
                </a:lnTo>
                <a:lnTo>
                  <a:pt x="190" y="19370"/>
                </a:lnTo>
                <a:lnTo>
                  <a:pt x="389" y="17146"/>
                </a:lnTo>
                <a:lnTo>
                  <a:pt x="596" y="14923"/>
                </a:lnTo>
                <a:lnTo>
                  <a:pt x="810" y="12700"/>
                </a:lnTo>
                <a:lnTo>
                  <a:pt x="1037" y="10218"/>
                </a:lnTo>
                <a:lnTo>
                  <a:pt x="1266" y="7699"/>
                </a:lnTo>
                <a:lnTo>
                  <a:pt x="1810" y="5144"/>
                </a:lnTo>
                <a:lnTo>
                  <a:pt x="2268" y="3577"/>
                </a:lnTo>
                <a:lnTo>
                  <a:pt x="2888" y="2355"/>
                </a:lnTo>
                <a:lnTo>
                  <a:pt x="3916" y="836"/>
                </a:lnTo>
                <a:lnTo>
                  <a:pt x="5454" y="292"/>
                </a:lnTo>
                <a:lnTo>
                  <a:pt x="6934" y="29"/>
                </a:lnTo>
                <a:lnTo>
                  <a:pt x="8376" y="0"/>
                </a:lnTo>
                <a:lnTo>
                  <a:pt x="9809" y="157"/>
                </a:lnTo>
                <a:lnTo>
                  <a:pt x="11260" y="456"/>
                </a:lnTo>
                <a:lnTo>
                  <a:pt x="12750" y="851"/>
                </a:lnTo>
                <a:lnTo>
                  <a:pt x="14310" y="1296"/>
                </a:lnTo>
                <a:close/>
              </a:path>
            </a:pathLst>
          </a:custGeom>
          <a:solidFill>
            <a:srgbClr val="B4C1C9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7" name="contour_08195"/>
          <p:cNvSpPr/>
          <p:nvPr/>
        </p:nvSpPr>
        <p:spPr>
          <a:xfrm>
            <a:off x="7756118" y="3127015"/>
            <a:ext cx="59696" cy="65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62"/>
                </a:moveTo>
                <a:lnTo>
                  <a:pt x="20854" y="3631"/>
                </a:lnTo>
                <a:lnTo>
                  <a:pt x="20107" y="4999"/>
                </a:lnTo>
                <a:lnTo>
                  <a:pt x="19359" y="6372"/>
                </a:lnTo>
                <a:lnTo>
                  <a:pt x="18607" y="7750"/>
                </a:lnTo>
                <a:lnTo>
                  <a:pt x="17850" y="9135"/>
                </a:lnTo>
                <a:lnTo>
                  <a:pt x="17091" y="10527"/>
                </a:lnTo>
                <a:lnTo>
                  <a:pt x="16326" y="11931"/>
                </a:lnTo>
                <a:lnTo>
                  <a:pt x="18069" y="11931"/>
                </a:lnTo>
                <a:lnTo>
                  <a:pt x="19823" y="11931"/>
                </a:lnTo>
                <a:lnTo>
                  <a:pt x="21600" y="11931"/>
                </a:lnTo>
                <a:lnTo>
                  <a:pt x="21600" y="13529"/>
                </a:lnTo>
                <a:lnTo>
                  <a:pt x="21600" y="15136"/>
                </a:lnTo>
                <a:lnTo>
                  <a:pt x="21600" y="16766"/>
                </a:lnTo>
                <a:lnTo>
                  <a:pt x="19857" y="16766"/>
                </a:lnTo>
                <a:lnTo>
                  <a:pt x="18103" y="16766"/>
                </a:lnTo>
                <a:lnTo>
                  <a:pt x="16326" y="16766"/>
                </a:lnTo>
                <a:lnTo>
                  <a:pt x="16326" y="18363"/>
                </a:lnTo>
                <a:lnTo>
                  <a:pt x="16326" y="19971"/>
                </a:lnTo>
                <a:lnTo>
                  <a:pt x="16326" y="21600"/>
                </a:lnTo>
                <a:lnTo>
                  <a:pt x="14583" y="21600"/>
                </a:lnTo>
                <a:lnTo>
                  <a:pt x="12829" y="21600"/>
                </a:lnTo>
                <a:lnTo>
                  <a:pt x="11052" y="21600"/>
                </a:lnTo>
                <a:lnTo>
                  <a:pt x="11144" y="20331"/>
                </a:lnTo>
                <a:lnTo>
                  <a:pt x="11236" y="19040"/>
                </a:lnTo>
                <a:lnTo>
                  <a:pt x="11308" y="17387"/>
                </a:lnTo>
                <a:lnTo>
                  <a:pt x="11381" y="15707"/>
                </a:lnTo>
                <a:lnTo>
                  <a:pt x="11429" y="14883"/>
                </a:lnTo>
                <a:lnTo>
                  <a:pt x="11566" y="12393"/>
                </a:lnTo>
                <a:lnTo>
                  <a:pt x="11310" y="10964"/>
                </a:lnTo>
                <a:lnTo>
                  <a:pt x="11052" y="9514"/>
                </a:lnTo>
                <a:lnTo>
                  <a:pt x="9475" y="8579"/>
                </a:lnTo>
                <a:lnTo>
                  <a:pt x="8399" y="8015"/>
                </a:lnTo>
                <a:lnTo>
                  <a:pt x="7331" y="7597"/>
                </a:lnTo>
                <a:lnTo>
                  <a:pt x="5778" y="7097"/>
                </a:lnTo>
                <a:lnTo>
                  <a:pt x="5778" y="8695"/>
                </a:lnTo>
                <a:lnTo>
                  <a:pt x="5778" y="10302"/>
                </a:lnTo>
                <a:lnTo>
                  <a:pt x="5778" y="11931"/>
                </a:lnTo>
                <a:lnTo>
                  <a:pt x="4035" y="11931"/>
                </a:lnTo>
                <a:lnTo>
                  <a:pt x="2281" y="11931"/>
                </a:lnTo>
                <a:lnTo>
                  <a:pt x="504" y="11931"/>
                </a:lnTo>
                <a:lnTo>
                  <a:pt x="224" y="9231"/>
                </a:lnTo>
                <a:lnTo>
                  <a:pt x="55" y="7326"/>
                </a:lnTo>
                <a:lnTo>
                  <a:pt x="0" y="5944"/>
                </a:lnTo>
                <a:lnTo>
                  <a:pt x="55" y="4817"/>
                </a:lnTo>
                <a:lnTo>
                  <a:pt x="224" y="3681"/>
                </a:lnTo>
                <a:lnTo>
                  <a:pt x="504" y="2262"/>
                </a:lnTo>
                <a:lnTo>
                  <a:pt x="2160" y="1366"/>
                </a:lnTo>
                <a:lnTo>
                  <a:pt x="3845" y="715"/>
                </a:lnTo>
                <a:lnTo>
                  <a:pt x="5556" y="290"/>
                </a:lnTo>
                <a:lnTo>
                  <a:pt x="7294" y="58"/>
                </a:lnTo>
                <a:lnTo>
                  <a:pt x="9048" y="0"/>
                </a:lnTo>
                <a:lnTo>
                  <a:pt x="10820" y="87"/>
                </a:lnTo>
                <a:lnTo>
                  <a:pt x="12605" y="295"/>
                </a:lnTo>
                <a:lnTo>
                  <a:pt x="14398" y="597"/>
                </a:lnTo>
                <a:lnTo>
                  <a:pt x="16197" y="972"/>
                </a:lnTo>
                <a:lnTo>
                  <a:pt x="18000" y="1390"/>
                </a:lnTo>
                <a:lnTo>
                  <a:pt x="19802" y="1830"/>
                </a:lnTo>
                <a:lnTo>
                  <a:pt x="21600" y="2262"/>
                </a:lnTo>
                <a:close/>
              </a:path>
            </a:pathLst>
          </a:custGeom>
          <a:solidFill>
            <a:srgbClr val="BCB1B9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8" name="contour_08196"/>
          <p:cNvSpPr/>
          <p:nvPr/>
        </p:nvSpPr>
        <p:spPr>
          <a:xfrm>
            <a:off x="10337349" y="3022243"/>
            <a:ext cx="51235" cy="409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58" y="50"/>
                </a:lnTo>
                <a:lnTo>
                  <a:pt x="14874" y="192"/>
                </a:lnTo>
                <a:lnTo>
                  <a:pt x="16377" y="538"/>
                </a:lnTo>
                <a:lnTo>
                  <a:pt x="18481" y="1198"/>
                </a:lnTo>
                <a:lnTo>
                  <a:pt x="19643" y="3610"/>
                </a:lnTo>
                <a:lnTo>
                  <a:pt x="20506" y="6038"/>
                </a:lnTo>
                <a:lnTo>
                  <a:pt x="21105" y="8511"/>
                </a:lnTo>
                <a:lnTo>
                  <a:pt x="21459" y="11069"/>
                </a:lnTo>
                <a:lnTo>
                  <a:pt x="21600" y="13742"/>
                </a:lnTo>
                <a:lnTo>
                  <a:pt x="21554" y="16561"/>
                </a:lnTo>
                <a:lnTo>
                  <a:pt x="19803" y="18558"/>
                </a:lnTo>
                <a:lnTo>
                  <a:pt x="18248" y="19899"/>
                </a:lnTo>
                <a:lnTo>
                  <a:pt x="16730" y="20728"/>
                </a:lnTo>
                <a:lnTo>
                  <a:pt x="15086" y="21189"/>
                </a:lnTo>
                <a:lnTo>
                  <a:pt x="13163" y="21431"/>
                </a:lnTo>
                <a:lnTo>
                  <a:pt x="10800" y="21600"/>
                </a:lnTo>
                <a:lnTo>
                  <a:pt x="8342" y="21550"/>
                </a:lnTo>
                <a:lnTo>
                  <a:pt x="6726" y="21404"/>
                </a:lnTo>
                <a:lnTo>
                  <a:pt x="5223" y="21058"/>
                </a:lnTo>
                <a:lnTo>
                  <a:pt x="3119" y="20402"/>
                </a:lnTo>
                <a:lnTo>
                  <a:pt x="1957" y="17990"/>
                </a:lnTo>
                <a:lnTo>
                  <a:pt x="1094" y="15562"/>
                </a:lnTo>
                <a:lnTo>
                  <a:pt x="495" y="13089"/>
                </a:lnTo>
                <a:lnTo>
                  <a:pt x="141" y="10531"/>
                </a:lnTo>
                <a:lnTo>
                  <a:pt x="0" y="7858"/>
                </a:lnTo>
                <a:lnTo>
                  <a:pt x="46" y="5039"/>
                </a:lnTo>
                <a:lnTo>
                  <a:pt x="1797" y="3038"/>
                </a:lnTo>
                <a:lnTo>
                  <a:pt x="3352" y="1701"/>
                </a:lnTo>
                <a:lnTo>
                  <a:pt x="4870" y="872"/>
                </a:lnTo>
                <a:lnTo>
                  <a:pt x="6514" y="411"/>
                </a:lnTo>
                <a:lnTo>
                  <a:pt x="8437" y="169"/>
                </a:lnTo>
                <a:lnTo>
                  <a:pt x="10800" y="0"/>
                </a:lnTo>
                <a:close/>
              </a:path>
            </a:pathLst>
          </a:custGeom>
          <a:solidFill>
            <a:srgbClr val="D5E4EE"/>
          </a:solidFill>
          <a:ln>
            <a:noFill/>
          </a:ln>
        </p:spPr>
        <p:txBody>
          <a:bodyPr/>
          <a:lstStyle/>
          <a:p/>
        </p:txBody>
      </p:sp>
      <p:sp>
        <p:nvSpPr>
          <p:cNvPr id="8199" name="contour_08197"/>
          <p:cNvSpPr/>
          <p:nvPr/>
        </p:nvSpPr>
        <p:spPr>
          <a:xfrm>
            <a:off x="10206275" y="3002652"/>
            <a:ext cx="1093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71" y="488"/>
                </a:lnTo>
                <a:lnTo>
                  <a:pt x="1832" y="892"/>
                </a:lnTo>
                <a:lnTo>
                  <a:pt x="2488" y="1361"/>
                </a:lnTo>
                <a:lnTo>
                  <a:pt x="3249" y="2043"/>
                </a:lnTo>
                <a:lnTo>
                  <a:pt x="4320" y="3086"/>
                </a:lnTo>
                <a:lnTo>
                  <a:pt x="4450" y="5474"/>
                </a:lnTo>
                <a:lnTo>
                  <a:pt x="4514" y="7150"/>
                </a:lnTo>
                <a:lnTo>
                  <a:pt x="4514" y="8557"/>
                </a:lnTo>
                <a:lnTo>
                  <a:pt x="4450" y="10140"/>
                </a:lnTo>
                <a:lnTo>
                  <a:pt x="4320" y="12343"/>
                </a:lnTo>
                <a:lnTo>
                  <a:pt x="4926" y="12010"/>
                </a:lnTo>
                <a:lnTo>
                  <a:pt x="5541" y="11667"/>
                </a:lnTo>
                <a:lnTo>
                  <a:pt x="6548" y="11198"/>
                </a:lnTo>
                <a:lnTo>
                  <a:pt x="7550" y="10785"/>
                </a:lnTo>
                <a:lnTo>
                  <a:pt x="8548" y="10430"/>
                </a:lnTo>
                <a:lnTo>
                  <a:pt x="9546" y="10124"/>
                </a:lnTo>
                <a:lnTo>
                  <a:pt x="10541" y="9865"/>
                </a:lnTo>
                <a:lnTo>
                  <a:pt x="11534" y="9652"/>
                </a:lnTo>
                <a:lnTo>
                  <a:pt x="12529" y="9482"/>
                </a:lnTo>
                <a:lnTo>
                  <a:pt x="13524" y="9347"/>
                </a:lnTo>
                <a:lnTo>
                  <a:pt x="14521" y="9248"/>
                </a:lnTo>
                <a:lnTo>
                  <a:pt x="15519" y="9183"/>
                </a:lnTo>
                <a:lnTo>
                  <a:pt x="16521" y="9143"/>
                </a:lnTo>
                <a:lnTo>
                  <a:pt x="17526" y="9131"/>
                </a:lnTo>
                <a:lnTo>
                  <a:pt x="18536" y="9137"/>
                </a:lnTo>
                <a:lnTo>
                  <a:pt x="19551" y="9165"/>
                </a:lnTo>
                <a:lnTo>
                  <a:pt x="20572" y="9205"/>
                </a:lnTo>
                <a:lnTo>
                  <a:pt x="21600" y="9257"/>
                </a:lnTo>
                <a:lnTo>
                  <a:pt x="21362" y="11294"/>
                </a:lnTo>
                <a:lnTo>
                  <a:pt x="21125" y="13333"/>
                </a:lnTo>
                <a:lnTo>
                  <a:pt x="20886" y="15382"/>
                </a:lnTo>
                <a:lnTo>
                  <a:pt x="20645" y="17440"/>
                </a:lnTo>
                <a:lnTo>
                  <a:pt x="20403" y="19511"/>
                </a:lnTo>
                <a:lnTo>
                  <a:pt x="20160" y="21600"/>
                </a:lnTo>
                <a:lnTo>
                  <a:pt x="19446" y="20069"/>
                </a:lnTo>
                <a:lnTo>
                  <a:pt x="18720" y="18514"/>
                </a:lnTo>
                <a:lnTo>
                  <a:pt x="17785" y="18366"/>
                </a:lnTo>
                <a:lnTo>
                  <a:pt x="17101" y="18283"/>
                </a:lnTo>
                <a:lnTo>
                  <a:pt x="16472" y="18255"/>
                </a:lnTo>
                <a:lnTo>
                  <a:pt x="15699" y="18271"/>
                </a:lnTo>
                <a:lnTo>
                  <a:pt x="14580" y="18323"/>
                </a:lnTo>
                <a:lnTo>
                  <a:pt x="13840" y="18351"/>
                </a:lnTo>
                <a:lnTo>
                  <a:pt x="13095" y="18379"/>
                </a:lnTo>
                <a:lnTo>
                  <a:pt x="12341" y="18406"/>
                </a:lnTo>
                <a:lnTo>
                  <a:pt x="11436" y="18453"/>
                </a:lnTo>
                <a:lnTo>
                  <a:pt x="10532" y="18508"/>
                </a:lnTo>
                <a:lnTo>
                  <a:pt x="9628" y="18570"/>
                </a:lnTo>
                <a:lnTo>
                  <a:pt x="8724" y="18641"/>
                </a:lnTo>
                <a:lnTo>
                  <a:pt x="7819" y="18718"/>
                </a:lnTo>
                <a:lnTo>
                  <a:pt x="6824" y="18591"/>
                </a:lnTo>
                <a:lnTo>
                  <a:pt x="5963" y="18385"/>
                </a:lnTo>
                <a:lnTo>
                  <a:pt x="5187" y="18027"/>
                </a:lnTo>
                <a:lnTo>
                  <a:pt x="4447" y="17459"/>
                </a:lnTo>
                <a:lnTo>
                  <a:pt x="3694" y="16617"/>
                </a:lnTo>
                <a:lnTo>
                  <a:pt x="2880" y="15429"/>
                </a:lnTo>
                <a:lnTo>
                  <a:pt x="2341" y="13238"/>
                </a:lnTo>
                <a:lnTo>
                  <a:pt x="1994" y="11683"/>
                </a:lnTo>
                <a:lnTo>
                  <a:pt x="1683" y="10025"/>
                </a:lnTo>
                <a:lnTo>
                  <a:pt x="1260" y="7523"/>
                </a:lnTo>
                <a:lnTo>
                  <a:pt x="1018" y="6116"/>
                </a:lnTo>
                <a:lnTo>
                  <a:pt x="775" y="4700"/>
                </a:lnTo>
                <a:lnTo>
                  <a:pt x="528" y="3268"/>
                </a:lnTo>
                <a:lnTo>
                  <a:pt x="266" y="1645"/>
                </a:lnTo>
                <a:lnTo>
                  <a:pt x="0" y="0"/>
                </a:lnTo>
                <a:close/>
              </a:path>
            </a:pathLst>
          </a:custGeom>
          <a:solidFill>
            <a:srgbClr val="595F63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0" name="contour_08198"/>
          <p:cNvSpPr/>
          <p:nvPr/>
        </p:nvSpPr>
        <p:spPr>
          <a:xfrm>
            <a:off x="7136004" y="2995365"/>
            <a:ext cx="3846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15" y="0"/>
                </a:moveTo>
                <a:lnTo>
                  <a:pt x="16141" y="247"/>
                </a:lnTo>
                <a:lnTo>
                  <a:pt x="17905" y="515"/>
                </a:lnTo>
                <a:lnTo>
                  <a:pt x="19468" y="977"/>
                </a:lnTo>
                <a:lnTo>
                  <a:pt x="21600" y="1800"/>
                </a:lnTo>
                <a:lnTo>
                  <a:pt x="21469" y="3197"/>
                </a:lnTo>
                <a:lnTo>
                  <a:pt x="21309" y="4217"/>
                </a:lnTo>
                <a:lnTo>
                  <a:pt x="21039" y="5157"/>
                </a:lnTo>
                <a:lnTo>
                  <a:pt x="20565" y="6316"/>
                </a:lnTo>
                <a:lnTo>
                  <a:pt x="19808" y="7988"/>
                </a:lnTo>
                <a:lnTo>
                  <a:pt x="18838" y="10165"/>
                </a:lnTo>
                <a:lnTo>
                  <a:pt x="18171" y="11842"/>
                </a:lnTo>
                <a:lnTo>
                  <a:pt x="17819" y="13138"/>
                </a:lnTo>
                <a:lnTo>
                  <a:pt x="17810" y="14170"/>
                </a:lnTo>
                <a:lnTo>
                  <a:pt x="18162" y="15055"/>
                </a:lnTo>
                <a:lnTo>
                  <a:pt x="18899" y="15910"/>
                </a:lnTo>
                <a:lnTo>
                  <a:pt x="20037" y="16852"/>
                </a:lnTo>
                <a:lnTo>
                  <a:pt x="21600" y="18000"/>
                </a:lnTo>
                <a:lnTo>
                  <a:pt x="20818" y="19195"/>
                </a:lnTo>
                <a:lnTo>
                  <a:pt x="20131" y="19969"/>
                </a:lnTo>
                <a:lnTo>
                  <a:pt x="19157" y="20659"/>
                </a:lnTo>
                <a:lnTo>
                  <a:pt x="17508" y="21600"/>
                </a:lnTo>
                <a:lnTo>
                  <a:pt x="14802" y="21600"/>
                </a:lnTo>
                <a:lnTo>
                  <a:pt x="12081" y="21600"/>
                </a:lnTo>
                <a:lnTo>
                  <a:pt x="9323" y="21600"/>
                </a:lnTo>
                <a:lnTo>
                  <a:pt x="7477" y="20615"/>
                </a:lnTo>
                <a:lnTo>
                  <a:pt x="5873" y="19575"/>
                </a:lnTo>
                <a:lnTo>
                  <a:pt x="4489" y="18488"/>
                </a:lnTo>
                <a:lnTo>
                  <a:pt x="3323" y="17357"/>
                </a:lnTo>
                <a:lnTo>
                  <a:pt x="2353" y="16191"/>
                </a:lnTo>
                <a:lnTo>
                  <a:pt x="1572" y="14994"/>
                </a:lnTo>
                <a:lnTo>
                  <a:pt x="962" y="13774"/>
                </a:lnTo>
                <a:lnTo>
                  <a:pt x="516" y="12533"/>
                </a:lnTo>
                <a:lnTo>
                  <a:pt x="213" y="11282"/>
                </a:lnTo>
                <a:lnTo>
                  <a:pt x="45" y="10026"/>
                </a:lnTo>
                <a:lnTo>
                  <a:pt x="0" y="8768"/>
                </a:lnTo>
                <a:lnTo>
                  <a:pt x="65" y="7517"/>
                </a:lnTo>
                <a:lnTo>
                  <a:pt x="900" y="6181"/>
                </a:lnTo>
                <a:lnTo>
                  <a:pt x="1952" y="5031"/>
                </a:lnTo>
                <a:lnTo>
                  <a:pt x="3229" y="4032"/>
                </a:lnTo>
                <a:lnTo>
                  <a:pt x="4743" y="3146"/>
                </a:lnTo>
                <a:lnTo>
                  <a:pt x="6507" y="2338"/>
                </a:lnTo>
                <a:lnTo>
                  <a:pt x="8537" y="1568"/>
                </a:lnTo>
                <a:lnTo>
                  <a:pt x="10833" y="801"/>
                </a:lnTo>
                <a:lnTo>
                  <a:pt x="13415" y="0"/>
                </a:lnTo>
                <a:close/>
              </a:path>
            </a:pathLst>
          </a:custGeom>
          <a:solidFill>
            <a:srgbClr val="D7E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1" name="contour_08199"/>
          <p:cNvSpPr/>
          <p:nvPr/>
        </p:nvSpPr>
        <p:spPr>
          <a:xfrm>
            <a:off x="3959752" y="3009940"/>
            <a:ext cx="3715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5" y="0"/>
                </a:moveTo>
                <a:lnTo>
                  <a:pt x="3212" y="0"/>
                </a:lnTo>
                <a:lnTo>
                  <a:pt x="6012" y="0"/>
                </a:lnTo>
                <a:lnTo>
                  <a:pt x="8826" y="0"/>
                </a:lnTo>
                <a:lnTo>
                  <a:pt x="11652" y="0"/>
                </a:lnTo>
                <a:lnTo>
                  <a:pt x="14495" y="0"/>
                </a:lnTo>
                <a:lnTo>
                  <a:pt x="17363" y="0"/>
                </a:lnTo>
                <a:lnTo>
                  <a:pt x="18164" y="1798"/>
                </a:lnTo>
                <a:lnTo>
                  <a:pt x="18918" y="3577"/>
                </a:lnTo>
                <a:lnTo>
                  <a:pt x="19609" y="5351"/>
                </a:lnTo>
                <a:lnTo>
                  <a:pt x="20223" y="7120"/>
                </a:lnTo>
                <a:lnTo>
                  <a:pt x="20740" y="8897"/>
                </a:lnTo>
                <a:lnTo>
                  <a:pt x="21155" y="10687"/>
                </a:lnTo>
                <a:lnTo>
                  <a:pt x="21443" y="12493"/>
                </a:lnTo>
                <a:lnTo>
                  <a:pt x="21600" y="14329"/>
                </a:lnTo>
                <a:lnTo>
                  <a:pt x="21600" y="16200"/>
                </a:lnTo>
                <a:lnTo>
                  <a:pt x="19541" y="17526"/>
                </a:lnTo>
                <a:lnTo>
                  <a:pt x="17397" y="18638"/>
                </a:lnTo>
                <a:lnTo>
                  <a:pt x="15151" y="19556"/>
                </a:lnTo>
                <a:lnTo>
                  <a:pt x="12774" y="20293"/>
                </a:lnTo>
                <a:lnTo>
                  <a:pt x="10249" y="20866"/>
                </a:lnTo>
                <a:lnTo>
                  <a:pt x="7550" y="21298"/>
                </a:lnTo>
                <a:lnTo>
                  <a:pt x="4652" y="21600"/>
                </a:lnTo>
                <a:lnTo>
                  <a:pt x="2195" y="19969"/>
                </a:lnTo>
                <a:lnTo>
                  <a:pt x="894" y="18687"/>
                </a:lnTo>
                <a:lnTo>
                  <a:pt x="305" y="17086"/>
                </a:lnTo>
                <a:lnTo>
                  <a:pt x="0" y="14502"/>
                </a:lnTo>
                <a:lnTo>
                  <a:pt x="51" y="12776"/>
                </a:lnTo>
                <a:lnTo>
                  <a:pt x="102" y="11040"/>
                </a:lnTo>
                <a:lnTo>
                  <a:pt x="153" y="9283"/>
                </a:lnTo>
                <a:lnTo>
                  <a:pt x="191" y="7549"/>
                </a:lnTo>
                <a:lnTo>
                  <a:pt x="229" y="5805"/>
                </a:lnTo>
                <a:lnTo>
                  <a:pt x="267" y="4039"/>
                </a:lnTo>
                <a:lnTo>
                  <a:pt x="314" y="2705"/>
                </a:lnTo>
                <a:lnTo>
                  <a:pt x="364" y="1361"/>
                </a:lnTo>
                <a:lnTo>
                  <a:pt x="415" y="0"/>
                </a:lnTo>
                <a:close/>
              </a:path>
            </a:pathLst>
          </a:custGeom>
          <a:solidFill>
            <a:srgbClr val="AE926C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2" name="contour_08200"/>
          <p:cNvSpPr/>
          <p:nvPr/>
        </p:nvSpPr>
        <p:spPr>
          <a:xfrm>
            <a:off x="4834632" y="3002652"/>
            <a:ext cx="8056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84" y="0"/>
                </a:moveTo>
                <a:lnTo>
                  <a:pt x="13784" y="2040"/>
                </a:lnTo>
                <a:lnTo>
                  <a:pt x="13784" y="4092"/>
                </a:lnTo>
                <a:lnTo>
                  <a:pt x="13784" y="6171"/>
                </a:lnTo>
                <a:lnTo>
                  <a:pt x="14806" y="7325"/>
                </a:lnTo>
                <a:lnTo>
                  <a:pt x="15554" y="8069"/>
                </a:lnTo>
                <a:lnTo>
                  <a:pt x="16394" y="8736"/>
                </a:lnTo>
                <a:lnTo>
                  <a:pt x="17692" y="9643"/>
                </a:lnTo>
                <a:lnTo>
                  <a:pt x="18782" y="10420"/>
                </a:lnTo>
                <a:lnTo>
                  <a:pt x="19890" y="11210"/>
                </a:lnTo>
                <a:lnTo>
                  <a:pt x="20738" y="11772"/>
                </a:lnTo>
                <a:lnTo>
                  <a:pt x="21600" y="12343"/>
                </a:lnTo>
                <a:lnTo>
                  <a:pt x="20574" y="12235"/>
                </a:lnTo>
                <a:lnTo>
                  <a:pt x="19531" y="12127"/>
                </a:lnTo>
                <a:lnTo>
                  <a:pt x="18194" y="12044"/>
                </a:lnTo>
                <a:lnTo>
                  <a:pt x="16836" y="11957"/>
                </a:lnTo>
                <a:lnTo>
                  <a:pt x="15507" y="11849"/>
                </a:lnTo>
                <a:lnTo>
                  <a:pt x="14157" y="11741"/>
                </a:lnTo>
                <a:lnTo>
                  <a:pt x="13002" y="12040"/>
                </a:lnTo>
                <a:lnTo>
                  <a:pt x="11830" y="12343"/>
                </a:lnTo>
                <a:lnTo>
                  <a:pt x="11074" y="14188"/>
                </a:lnTo>
                <a:lnTo>
                  <a:pt x="10618" y="15447"/>
                </a:lnTo>
                <a:lnTo>
                  <a:pt x="10280" y="16697"/>
                </a:lnTo>
                <a:lnTo>
                  <a:pt x="9876" y="18514"/>
                </a:lnTo>
                <a:lnTo>
                  <a:pt x="8715" y="17903"/>
                </a:lnTo>
                <a:lnTo>
                  <a:pt x="7550" y="17289"/>
                </a:lnTo>
                <a:lnTo>
                  <a:pt x="6382" y="16675"/>
                </a:lnTo>
                <a:lnTo>
                  <a:pt x="5204" y="16055"/>
                </a:lnTo>
                <a:lnTo>
                  <a:pt x="4014" y="15429"/>
                </a:lnTo>
                <a:lnTo>
                  <a:pt x="3529" y="16956"/>
                </a:lnTo>
                <a:lnTo>
                  <a:pt x="3044" y="18493"/>
                </a:lnTo>
                <a:lnTo>
                  <a:pt x="2554" y="20036"/>
                </a:lnTo>
                <a:lnTo>
                  <a:pt x="2060" y="21600"/>
                </a:lnTo>
                <a:lnTo>
                  <a:pt x="1126" y="18283"/>
                </a:lnTo>
                <a:lnTo>
                  <a:pt x="508" y="15928"/>
                </a:lnTo>
                <a:lnTo>
                  <a:pt x="150" y="14191"/>
                </a:lnTo>
                <a:lnTo>
                  <a:pt x="0" y="12729"/>
                </a:lnTo>
                <a:lnTo>
                  <a:pt x="4" y="11198"/>
                </a:lnTo>
                <a:lnTo>
                  <a:pt x="106" y="9257"/>
                </a:lnTo>
                <a:lnTo>
                  <a:pt x="1200" y="7683"/>
                </a:lnTo>
                <a:lnTo>
                  <a:pt x="2308" y="6252"/>
                </a:lnTo>
                <a:lnTo>
                  <a:pt x="3437" y="4962"/>
                </a:lnTo>
                <a:lnTo>
                  <a:pt x="4590" y="3814"/>
                </a:lnTo>
                <a:lnTo>
                  <a:pt x="5772" y="2814"/>
                </a:lnTo>
                <a:lnTo>
                  <a:pt x="6992" y="1963"/>
                </a:lnTo>
                <a:lnTo>
                  <a:pt x="8250" y="1262"/>
                </a:lnTo>
                <a:lnTo>
                  <a:pt x="9553" y="713"/>
                </a:lnTo>
                <a:lnTo>
                  <a:pt x="10906" y="318"/>
                </a:lnTo>
                <a:lnTo>
                  <a:pt x="12314" y="80"/>
                </a:lnTo>
                <a:lnTo>
                  <a:pt x="13784" y="0"/>
                </a:lnTo>
                <a:close/>
              </a:path>
            </a:pathLst>
          </a:custGeom>
          <a:solidFill>
            <a:srgbClr val="3A3A39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3" name="contour_08201"/>
          <p:cNvSpPr/>
          <p:nvPr/>
        </p:nvSpPr>
        <p:spPr>
          <a:xfrm>
            <a:off x="10424805" y="3000379"/>
            <a:ext cx="51235" cy="409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58" y="50"/>
                </a:lnTo>
                <a:lnTo>
                  <a:pt x="14874" y="192"/>
                </a:lnTo>
                <a:lnTo>
                  <a:pt x="16377" y="538"/>
                </a:lnTo>
                <a:lnTo>
                  <a:pt x="18481" y="1198"/>
                </a:lnTo>
                <a:lnTo>
                  <a:pt x="19643" y="3610"/>
                </a:lnTo>
                <a:lnTo>
                  <a:pt x="20506" y="6038"/>
                </a:lnTo>
                <a:lnTo>
                  <a:pt x="21105" y="8511"/>
                </a:lnTo>
                <a:lnTo>
                  <a:pt x="21459" y="11069"/>
                </a:lnTo>
                <a:lnTo>
                  <a:pt x="21600" y="13742"/>
                </a:lnTo>
                <a:lnTo>
                  <a:pt x="21554" y="16561"/>
                </a:lnTo>
                <a:lnTo>
                  <a:pt x="19803" y="18558"/>
                </a:lnTo>
                <a:lnTo>
                  <a:pt x="18248" y="19899"/>
                </a:lnTo>
                <a:lnTo>
                  <a:pt x="16730" y="20728"/>
                </a:lnTo>
                <a:lnTo>
                  <a:pt x="15086" y="21189"/>
                </a:lnTo>
                <a:lnTo>
                  <a:pt x="13163" y="21431"/>
                </a:lnTo>
                <a:lnTo>
                  <a:pt x="10800" y="21600"/>
                </a:lnTo>
                <a:lnTo>
                  <a:pt x="8342" y="21550"/>
                </a:lnTo>
                <a:lnTo>
                  <a:pt x="6726" y="21404"/>
                </a:lnTo>
                <a:lnTo>
                  <a:pt x="5223" y="21058"/>
                </a:lnTo>
                <a:lnTo>
                  <a:pt x="3119" y="20402"/>
                </a:lnTo>
                <a:lnTo>
                  <a:pt x="1957" y="17990"/>
                </a:lnTo>
                <a:lnTo>
                  <a:pt x="1094" y="15562"/>
                </a:lnTo>
                <a:lnTo>
                  <a:pt x="495" y="13089"/>
                </a:lnTo>
                <a:lnTo>
                  <a:pt x="141" y="10531"/>
                </a:lnTo>
                <a:lnTo>
                  <a:pt x="0" y="7858"/>
                </a:lnTo>
                <a:lnTo>
                  <a:pt x="46" y="5039"/>
                </a:lnTo>
                <a:lnTo>
                  <a:pt x="1797" y="3038"/>
                </a:lnTo>
                <a:lnTo>
                  <a:pt x="3352" y="1701"/>
                </a:lnTo>
                <a:lnTo>
                  <a:pt x="4870" y="872"/>
                </a:lnTo>
                <a:lnTo>
                  <a:pt x="6514" y="411"/>
                </a:lnTo>
                <a:lnTo>
                  <a:pt x="8437" y="169"/>
                </a:lnTo>
                <a:lnTo>
                  <a:pt x="10800" y="0"/>
                </a:lnTo>
                <a:close/>
              </a:path>
            </a:pathLst>
          </a:custGeom>
          <a:solidFill>
            <a:srgbClr val="D2E1EC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4" name="contour_08202"/>
          <p:cNvSpPr/>
          <p:nvPr/>
        </p:nvSpPr>
        <p:spPr>
          <a:xfrm>
            <a:off x="4623673" y="2995365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770" y="883"/>
                </a:lnTo>
                <a:lnTo>
                  <a:pt x="5143" y="1765"/>
                </a:lnTo>
                <a:lnTo>
                  <a:pt x="6514" y="2644"/>
                </a:lnTo>
                <a:lnTo>
                  <a:pt x="7886" y="3527"/>
                </a:lnTo>
                <a:lnTo>
                  <a:pt x="9257" y="4406"/>
                </a:lnTo>
                <a:lnTo>
                  <a:pt x="10630" y="5289"/>
                </a:lnTo>
                <a:lnTo>
                  <a:pt x="12000" y="6171"/>
                </a:lnTo>
                <a:lnTo>
                  <a:pt x="13349" y="6847"/>
                </a:lnTo>
                <a:lnTo>
                  <a:pt x="14719" y="7532"/>
                </a:lnTo>
                <a:lnTo>
                  <a:pt x="15751" y="8390"/>
                </a:lnTo>
                <a:lnTo>
                  <a:pt x="16800" y="9257"/>
                </a:lnTo>
                <a:lnTo>
                  <a:pt x="16800" y="11297"/>
                </a:lnTo>
                <a:lnTo>
                  <a:pt x="16800" y="13349"/>
                </a:lnTo>
                <a:lnTo>
                  <a:pt x="16800" y="15429"/>
                </a:lnTo>
                <a:lnTo>
                  <a:pt x="18386" y="15429"/>
                </a:lnTo>
                <a:lnTo>
                  <a:pt x="19982" y="15429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20832" y="21381"/>
                </a:lnTo>
                <a:lnTo>
                  <a:pt x="20129" y="21180"/>
                </a:lnTo>
                <a:lnTo>
                  <a:pt x="19438" y="20983"/>
                </a:lnTo>
                <a:lnTo>
                  <a:pt x="18694" y="20770"/>
                </a:lnTo>
                <a:lnTo>
                  <a:pt x="17842" y="20526"/>
                </a:lnTo>
                <a:lnTo>
                  <a:pt x="16819" y="20233"/>
                </a:lnTo>
                <a:lnTo>
                  <a:pt x="15571" y="19878"/>
                </a:lnTo>
                <a:lnTo>
                  <a:pt x="14035" y="19440"/>
                </a:lnTo>
                <a:lnTo>
                  <a:pt x="12156" y="18900"/>
                </a:lnTo>
                <a:lnTo>
                  <a:pt x="9871" y="18249"/>
                </a:lnTo>
                <a:lnTo>
                  <a:pt x="7123" y="17462"/>
                </a:lnTo>
                <a:lnTo>
                  <a:pt x="3852" y="16530"/>
                </a:lnTo>
                <a:lnTo>
                  <a:pt x="0" y="15429"/>
                </a:lnTo>
                <a:lnTo>
                  <a:pt x="298" y="13519"/>
                </a:lnTo>
                <a:lnTo>
                  <a:pt x="595" y="11608"/>
                </a:lnTo>
                <a:lnTo>
                  <a:pt x="893" y="9692"/>
                </a:lnTo>
                <a:lnTo>
                  <a:pt x="1190" y="7773"/>
                </a:lnTo>
                <a:lnTo>
                  <a:pt x="1490" y="5844"/>
                </a:lnTo>
                <a:lnTo>
                  <a:pt x="1793" y="3907"/>
                </a:lnTo>
                <a:lnTo>
                  <a:pt x="2095" y="1959"/>
                </a:lnTo>
                <a:lnTo>
                  <a:pt x="2400" y="0"/>
                </a:lnTo>
                <a:close/>
              </a:path>
            </a:pathLst>
          </a:custGeom>
          <a:solidFill>
            <a:srgbClr val="4D4842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5" name="contour_08203"/>
          <p:cNvSpPr/>
          <p:nvPr/>
        </p:nvSpPr>
        <p:spPr>
          <a:xfrm>
            <a:off x="10337349" y="2971227"/>
            <a:ext cx="51235" cy="409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58" y="50"/>
                </a:lnTo>
                <a:lnTo>
                  <a:pt x="14874" y="192"/>
                </a:lnTo>
                <a:lnTo>
                  <a:pt x="16377" y="538"/>
                </a:lnTo>
                <a:lnTo>
                  <a:pt x="18481" y="1198"/>
                </a:lnTo>
                <a:lnTo>
                  <a:pt x="19643" y="3610"/>
                </a:lnTo>
                <a:lnTo>
                  <a:pt x="20506" y="6038"/>
                </a:lnTo>
                <a:lnTo>
                  <a:pt x="21105" y="8511"/>
                </a:lnTo>
                <a:lnTo>
                  <a:pt x="21459" y="11069"/>
                </a:lnTo>
                <a:lnTo>
                  <a:pt x="21600" y="13742"/>
                </a:lnTo>
                <a:lnTo>
                  <a:pt x="21554" y="16561"/>
                </a:lnTo>
                <a:lnTo>
                  <a:pt x="19803" y="18558"/>
                </a:lnTo>
                <a:lnTo>
                  <a:pt x="18248" y="19899"/>
                </a:lnTo>
                <a:lnTo>
                  <a:pt x="16730" y="20728"/>
                </a:lnTo>
                <a:lnTo>
                  <a:pt x="15086" y="21189"/>
                </a:lnTo>
                <a:lnTo>
                  <a:pt x="13163" y="21431"/>
                </a:lnTo>
                <a:lnTo>
                  <a:pt x="10800" y="21600"/>
                </a:lnTo>
                <a:lnTo>
                  <a:pt x="8342" y="21550"/>
                </a:lnTo>
                <a:lnTo>
                  <a:pt x="6726" y="21404"/>
                </a:lnTo>
                <a:lnTo>
                  <a:pt x="5223" y="21058"/>
                </a:lnTo>
                <a:lnTo>
                  <a:pt x="3119" y="20402"/>
                </a:lnTo>
                <a:lnTo>
                  <a:pt x="1957" y="17990"/>
                </a:lnTo>
                <a:lnTo>
                  <a:pt x="1094" y="15562"/>
                </a:lnTo>
                <a:lnTo>
                  <a:pt x="495" y="13089"/>
                </a:lnTo>
                <a:lnTo>
                  <a:pt x="141" y="10531"/>
                </a:lnTo>
                <a:lnTo>
                  <a:pt x="0" y="7858"/>
                </a:lnTo>
                <a:lnTo>
                  <a:pt x="46" y="5039"/>
                </a:lnTo>
                <a:lnTo>
                  <a:pt x="1797" y="3038"/>
                </a:lnTo>
                <a:lnTo>
                  <a:pt x="3352" y="1701"/>
                </a:lnTo>
                <a:lnTo>
                  <a:pt x="4870" y="872"/>
                </a:lnTo>
                <a:lnTo>
                  <a:pt x="6514" y="411"/>
                </a:lnTo>
                <a:lnTo>
                  <a:pt x="8437" y="169"/>
                </a:lnTo>
                <a:lnTo>
                  <a:pt x="10800" y="0"/>
                </a:lnTo>
                <a:close/>
              </a:path>
            </a:pathLst>
          </a:custGeom>
          <a:solidFill>
            <a:srgbClr val="D5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6" name="contour_08204"/>
          <p:cNvSpPr/>
          <p:nvPr/>
        </p:nvSpPr>
        <p:spPr>
          <a:xfrm>
            <a:off x="7553446" y="2942694"/>
            <a:ext cx="67953" cy="45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87"/>
                </a:moveTo>
                <a:lnTo>
                  <a:pt x="1564" y="600"/>
                </a:lnTo>
                <a:lnTo>
                  <a:pt x="3118" y="430"/>
                </a:lnTo>
                <a:lnTo>
                  <a:pt x="4666" y="281"/>
                </a:lnTo>
                <a:lnTo>
                  <a:pt x="6206" y="156"/>
                </a:lnTo>
                <a:lnTo>
                  <a:pt x="7742" y="66"/>
                </a:lnTo>
                <a:lnTo>
                  <a:pt x="9276" y="10"/>
                </a:lnTo>
                <a:lnTo>
                  <a:pt x="10809" y="0"/>
                </a:lnTo>
                <a:lnTo>
                  <a:pt x="12343" y="38"/>
                </a:lnTo>
                <a:lnTo>
                  <a:pt x="13881" y="132"/>
                </a:lnTo>
                <a:lnTo>
                  <a:pt x="15424" y="284"/>
                </a:lnTo>
                <a:lnTo>
                  <a:pt x="16974" y="500"/>
                </a:lnTo>
                <a:lnTo>
                  <a:pt x="18533" y="787"/>
                </a:lnTo>
                <a:lnTo>
                  <a:pt x="19798" y="2706"/>
                </a:lnTo>
                <a:lnTo>
                  <a:pt x="20636" y="4464"/>
                </a:lnTo>
                <a:lnTo>
                  <a:pt x="21148" y="6296"/>
                </a:lnTo>
                <a:lnTo>
                  <a:pt x="21436" y="8433"/>
                </a:lnTo>
                <a:lnTo>
                  <a:pt x="21600" y="11114"/>
                </a:lnTo>
                <a:lnTo>
                  <a:pt x="20998" y="13702"/>
                </a:lnTo>
                <a:lnTo>
                  <a:pt x="20291" y="15263"/>
                </a:lnTo>
                <a:lnTo>
                  <a:pt x="18869" y="17129"/>
                </a:lnTo>
                <a:lnTo>
                  <a:pt x="17435" y="18159"/>
                </a:lnTo>
                <a:lnTo>
                  <a:pt x="16001" y="19116"/>
                </a:lnTo>
                <a:lnTo>
                  <a:pt x="14555" y="20004"/>
                </a:lnTo>
                <a:lnTo>
                  <a:pt x="13086" y="20830"/>
                </a:lnTo>
                <a:lnTo>
                  <a:pt x="11583" y="21600"/>
                </a:lnTo>
                <a:lnTo>
                  <a:pt x="11201" y="20095"/>
                </a:lnTo>
                <a:lnTo>
                  <a:pt x="10814" y="18565"/>
                </a:lnTo>
                <a:lnTo>
                  <a:pt x="10142" y="16262"/>
                </a:lnTo>
                <a:lnTo>
                  <a:pt x="9452" y="14048"/>
                </a:lnTo>
                <a:lnTo>
                  <a:pt x="8710" y="11905"/>
                </a:lnTo>
                <a:lnTo>
                  <a:pt x="7886" y="9806"/>
                </a:lnTo>
                <a:lnTo>
                  <a:pt x="6950" y="7725"/>
                </a:lnTo>
                <a:lnTo>
                  <a:pt x="5087" y="7309"/>
                </a:lnTo>
                <a:lnTo>
                  <a:pt x="3795" y="7101"/>
                </a:lnTo>
                <a:lnTo>
                  <a:pt x="2738" y="7101"/>
                </a:lnTo>
                <a:lnTo>
                  <a:pt x="1585" y="7309"/>
                </a:lnTo>
                <a:lnTo>
                  <a:pt x="0" y="7725"/>
                </a:lnTo>
                <a:lnTo>
                  <a:pt x="0" y="5432"/>
                </a:lnTo>
                <a:lnTo>
                  <a:pt x="0" y="3125"/>
                </a:lnTo>
                <a:lnTo>
                  <a:pt x="0" y="787"/>
                </a:lnTo>
                <a:close/>
              </a:path>
            </a:pathLst>
          </a:custGeom>
          <a:solidFill>
            <a:srgbClr val="BDAC79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7" name="contour_08205"/>
          <p:cNvSpPr/>
          <p:nvPr/>
        </p:nvSpPr>
        <p:spPr>
          <a:xfrm>
            <a:off x="4725705" y="2958567"/>
            <a:ext cx="58304" cy="440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5"/>
                </a:moveTo>
                <a:lnTo>
                  <a:pt x="21600" y="2532"/>
                </a:lnTo>
                <a:lnTo>
                  <a:pt x="21600" y="4892"/>
                </a:lnTo>
                <a:lnTo>
                  <a:pt x="21600" y="7252"/>
                </a:lnTo>
                <a:lnTo>
                  <a:pt x="21600" y="9620"/>
                </a:lnTo>
                <a:lnTo>
                  <a:pt x="21600" y="11994"/>
                </a:lnTo>
                <a:lnTo>
                  <a:pt x="21600" y="14380"/>
                </a:lnTo>
                <a:lnTo>
                  <a:pt x="21600" y="16772"/>
                </a:lnTo>
                <a:lnTo>
                  <a:pt x="21600" y="19179"/>
                </a:lnTo>
                <a:lnTo>
                  <a:pt x="21600" y="21600"/>
                </a:lnTo>
                <a:lnTo>
                  <a:pt x="18033" y="20711"/>
                </a:lnTo>
                <a:lnTo>
                  <a:pt x="15576" y="20072"/>
                </a:lnTo>
                <a:lnTo>
                  <a:pt x="13921" y="19582"/>
                </a:lnTo>
                <a:lnTo>
                  <a:pt x="12774" y="19147"/>
                </a:lnTo>
                <a:lnTo>
                  <a:pt x="11834" y="18661"/>
                </a:lnTo>
                <a:lnTo>
                  <a:pt x="10800" y="18029"/>
                </a:lnTo>
                <a:lnTo>
                  <a:pt x="10800" y="15669"/>
                </a:lnTo>
                <a:lnTo>
                  <a:pt x="10800" y="13294"/>
                </a:lnTo>
                <a:lnTo>
                  <a:pt x="10800" y="10887"/>
                </a:lnTo>
                <a:lnTo>
                  <a:pt x="9018" y="11477"/>
                </a:lnTo>
                <a:lnTo>
                  <a:pt x="7233" y="12066"/>
                </a:lnTo>
                <a:lnTo>
                  <a:pt x="5440" y="12659"/>
                </a:lnTo>
                <a:lnTo>
                  <a:pt x="3640" y="13255"/>
                </a:lnTo>
                <a:lnTo>
                  <a:pt x="1828" y="13855"/>
                </a:lnTo>
                <a:lnTo>
                  <a:pt x="0" y="14458"/>
                </a:lnTo>
                <a:lnTo>
                  <a:pt x="427" y="11909"/>
                </a:lnTo>
                <a:lnTo>
                  <a:pt x="780" y="10077"/>
                </a:lnTo>
                <a:lnTo>
                  <a:pt x="1191" y="8449"/>
                </a:lnTo>
                <a:lnTo>
                  <a:pt x="1787" y="6510"/>
                </a:lnTo>
                <a:lnTo>
                  <a:pt x="2700" y="3746"/>
                </a:lnTo>
                <a:lnTo>
                  <a:pt x="4547" y="2596"/>
                </a:lnTo>
                <a:lnTo>
                  <a:pt x="6386" y="1700"/>
                </a:lnTo>
                <a:lnTo>
                  <a:pt x="8221" y="1028"/>
                </a:lnTo>
                <a:lnTo>
                  <a:pt x="10063" y="550"/>
                </a:lnTo>
                <a:lnTo>
                  <a:pt x="11918" y="239"/>
                </a:lnTo>
                <a:lnTo>
                  <a:pt x="13789" y="64"/>
                </a:lnTo>
                <a:lnTo>
                  <a:pt x="15687" y="0"/>
                </a:lnTo>
                <a:lnTo>
                  <a:pt x="17615" y="14"/>
                </a:lnTo>
                <a:lnTo>
                  <a:pt x="19586" y="82"/>
                </a:lnTo>
                <a:lnTo>
                  <a:pt x="21600" y="175"/>
                </a:lnTo>
                <a:close/>
              </a:path>
            </a:pathLst>
          </a:custGeom>
          <a:solidFill>
            <a:srgbClr val="9B9DA0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8" name="contour_08206"/>
          <p:cNvSpPr/>
          <p:nvPr/>
        </p:nvSpPr>
        <p:spPr>
          <a:xfrm>
            <a:off x="9725267" y="2922485"/>
            <a:ext cx="2932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34" y="1656"/>
                </a:lnTo>
                <a:lnTo>
                  <a:pt x="9047" y="3046"/>
                </a:lnTo>
                <a:lnTo>
                  <a:pt x="12419" y="4206"/>
                </a:lnTo>
                <a:lnTo>
                  <a:pt x="15119" y="5168"/>
                </a:lnTo>
                <a:lnTo>
                  <a:pt x="17224" y="5970"/>
                </a:lnTo>
                <a:lnTo>
                  <a:pt x="18808" y="6644"/>
                </a:lnTo>
                <a:lnTo>
                  <a:pt x="19946" y="7226"/>
                </a:lnTo>
                <a:lnTo>
                  <a:pt x="20719" y="7750"/>
                </a:lnTo>
                <a:lnTo>
                  <a:pt x="21192" y="8250"/>
                </a:lnTo>
                <a:lnTo>
                  <a:pt x="21450" y="8761"/>
                </a:lnTo>
                <a:lnTo>
                  <a:pt x="21557" y="9318"/>
                </a:lnTo>
                <a:lnTo>
                  <a:pt x="21600" y="9956"/>
                </a:lnTo>
                <a:lnTo>
                  <a:pt x="20451" y="10770"/>
                </a:lnTo>
                <a:lnTo>
                  <a:pt x="19291" y="11589"/>
                </a:lnTo>
                <a:lnTo>
                  <a:pt x="18121" y="12420"/>
                </a:lnTo>
                <a:lnTo>
                  <a:pt x="17648" y="12786"/>
                </a:lnTo>
                <a:lnTo>
                  <a:pt x="16811" y="13431"/>
                </a:lnTo>
                <a:lnTo>
                  <a:pt x="14889" y="14907"/>
                </a:lnTo>
                <a:lnTo>
                  <a:pt x="13498" y="15699"/>
                </a:lnTo>
                <a:lnTo>
                  <a:pt x="12322" y="16347"/>
                </a:lnTo>
                <a:lnTo>
                  <a:pt x="11184" y="16929"/>
                </a:lnTo>
                <a:lnTo>
                  <a:pt x="9917" y="17523"/>
                </a:lnTo>
                <a:lnTo>
                  <a:pt x="8333" y="18210"/>
                </a:lnTo>
                <a:lnTo>
                  <a:pt x="6271" y="19066"/>
                </a:lnTo>
                <a:lnTo>
                  <a:pt x="3554" y="20170"/>
                </a:lnTo>
                <a:lnTo>
                  <a:pt x="0" y="21600"/>
                </a:lnTo>
                <a:lnTo>
                  <a:pt x="0" y="20582"/>
                </a:lnTo>
                <a:lnTo>
                  <a:pt x="0" y="19564"/>
                </a:lnTo>
                <a:lnTo>
                  <a:pt x="0" y="18544"/>
                </a:lnTo>
                <a:lnTo>
                  <a:pt x="0" y="17525"/>
                </a:lnTo>
                <a:lnTo>
                  <a:pt x="0" y="16505"/>
                </a:lnTo>
                <a:lnTo>
                  <a:pt x="0" y="15486"/>
                </a:lnTo>
                <a:lnTo>
                  <a:pt x="0" y="14463"/>
                </a:lnTo>
                <a:lnTo>
                  <a:pt x="0" y="13442"/>
                </a:lnTo>
                <a:lnTo>
                  <a:pt x="0" y="12419"/>
                </a:lnTo>
                <a:lnTo>
                  <a:pt x="0" y="11393"/>
                </a:lnTo>
                <a:lnTo>
                  <a:pt x="0" y="10368"/>
                </a:lnTo>
                <a:lnTo>
                  <a:pt x="0" y="9340"/>
                </a:lnTo>
                <a:lnTo>
                  <a:pt x="0" y="8312"/>
                </a:lnTo>
                <a:lnTo>
                  <a:pt x="0" y="7281"/>
                </a:lnTo>
                <a:lnTo>
                  <a:pt x="0" y="6247"/>
                </a:lnTo>
                <a:lnTo>
                  <a:pt x="0" y="5211"/>
                </a:lnTo>
                <a:lnTo>
                  <a:pt x="0" y="4175"/>
                </a:lnTo>
                <a:lnTo>
                  <a:pt x="0" y="3135"/>
                </a:lnTo>
                <a:lnTo>
                  <a:pt x="0" y="2092"/>
                </a:lnTo>
                <a:lnTo>
                  <a:pt x="0" y="1048"/>
                </a:lnTo>
                <a:lnTo>
                  <a:pt x="0" y="0"/>
                </a:lnTo>
                <a:close/>
              </a:path>
            </a:pathLst>
          </a:custGeom>
          <a:solidFill>
            <a:srgbClr val="BED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8209" name="contour_08207"/>
          <p:cNvSpPr/>
          <p:nvPr/>
        </p:nvSpPr>
        <p:spPr>
          <a:xfrm>
            <a:off x="9878315" y="2923687"/>
            <a:ext cx="94744" cy="300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80"/>
                </a:moveTo>
                <a:lnTo>
                  <a:pt x="21490" y="8251"/>
                </a:lnTo>
                <a:lnTo>
                  <a:pt x="21349" y="11005"/>
                </a:lnTo>
                <a:lnTo>
                  <a:pt x="21097" y="13396"/>
                </a:lnTo>
                <a:lnTo>
                  <a:pt x="20653" y="16182"/>
                </a:lnTo>
                <a:lnTo>
                  <a:pt x="19938" y="20116"/>
                </a:lnTo>
                <a:lnTo>
                  <a:pt x="18822" y="20735"/>
                </a:lnTo>
                <a:lnTo>
                  <a:pt x="17709" y="21170"/>
                </a:lnTo>
                <a:lnTo>
                  <a:pt x="16594" y="21443"/>
                </a:lnTo>
                <a:lnTo>
                  <a:pt x="15479" y="21579"/>
                </a:lnTo>
                <a:lnTo>
                  <a:pt x="14364" y="21600"/>
                </a:lnTo>
                <a:lnTo>
                  <a:pt x="13246" y="21542"/>
                </a:lnTo>
                <a:lnTo>
                  <a:pt x="12124" y="21422"/>
                </a:lnTo>
                <a:lnTo>
                  <a:pt x="10998" y="21264"/>
                </a:lnTo>
                <a:lnTo>
                  <a:pt x="9866" y="21102"/>
                </a:lnTo>
                <a:lnTo>
                  <a:pt x="9446" y="21070"/>
                </a:lnTo>
                <a:lnTo>
                  <a:pt x="8705" y="21013"/>
                </a:lnTo>
                <a:lnTo>
                  <a:pt x="7007" y="20881"/>
                </a:lnTo>
                <a:lnTo>
                  <a:pt x="5839" y="20782"/>
                </a:lnTo>
                <a:lnTo>
                  <a:pt x="4671" y="20672"/>
                </a:lnTo>
                <a:lnTo>
                  <a:pt x="3503" y="20551"/>
                </a:lnTo>
                <a:lnTo>
                  <a:pt x="2336" y="20420"/>
                </a:lnTo>
                <a:lnTo>
                  <a:pt x="1168" y="20273"/>
                </a:lnTo>
                <a:lnTo>
                  <a:pt x="0" y="20116"/>
                </a:lnTo>
                <a:lnTo>
                  <a:pt x="351" y="16234"/>
                </a:lnTo>
                <a:lnTo>
                  <a:pt x="611" y="13475"/>
                </a:lnTo>
                <a:lnTo>
                  <a:pt x="864" y="11083"/>
                </a:lnTo>
                <a:lnTo>
                  <a:pt x="1188" y="8303"/>
                </a:lnTo>
                <a:lnTo>
                  <a:pt x="1662" y="4380"/>
                </a:lnTo>
                <a:lnTo>
                  <a:pt x="2698" y="4065"/>
                </a:lnTo>
                <a:lnTo>
                  <a:pt x="3476" y="3908"/>
                </a:lnTo>
                <a:lnTo>
                  <a:pt x="4234" y="3908"/>
                </a:lnTo>
                <a:lnTo>
                  <a:pt x="5211" y="4065"/>
                </a:lnTo>
                <a:lnTo>
                  <a:pt x="6646" y="4380"/>
                </a:lnTo>
                <a:lnTo>
                  <a:pt x="7661" y="3687"/>
                </a:lnTo>
                <a:lnTo>
                  <a:pt x="8675" y="2964"/>
                </a:lnTo>
                <a:lnTo>
                  <a:pt x="9687" y="2208"/>
                </a:lnTo>
                <a:lnTo>
                  <a:pt x="10697" y="1432"/>
                </a:lnTo>
                <a:lnTo>
                  <a:pt x="11907" y="703"/>
                </a:lnTo>
                <a:lnTo>
                  <a:pt x="13045" y="231"/>
                </a:lnTo>
                <a:lnTo>
                  <a:pt x="14130" y="0"/>
                </a:lnTo>
                <a:lnTo>
                  <a:pt x="15176" y="10"/>
                </a:lnTo>
                <a:lnTo>
                  <a:pt x="16203" y="241"/>
                </a:lnTo>
                <a:lnTo>
                  <a:pt x="17227" y="687"/>
                </a:lnTo>
                <a:lnTo>
                  <a:pt x="18260" y="1338"/>
                </a:lnTo>
                <a:lnTo>
                  <a:pt x="19324" y="2172"/>
                </a:lnTo>
                <a:lnTo>
                  <a:pt x="20430" y="3194"/>
                </a:lnTo>
                <a:lnTo>
                  <a:pt x="21600" y="4380"/>
                </a:lnTo>
                <a:close/>
              </a:path>
            </a:pathLst>
          </a:custGeom>
          <a:solidFill>
            <a:srgbClr val="7F7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0" name="contour_08208"/>
          <p:cNvSpPr/>
          <p:nvPr/>
        </p:nvSpPr>
        <p:spPr>
          <a:xfrm>
            <a:off x="3909450" y="2915197"/>
            <a:ext cx="72880" cy="44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52" y="311"/>
                </a:lnTo>
                <a:lnTo>
                  <a:pt x="13502" y="643"/>
                </a:lnTo>
                <a:lnTo>
                  <a:pt x="14852" y="987"/>
                </a:lnTo>
                <a:lnTo>
                  <a:pt x="16200" y="1341"/>
                </a:lnTo>
                <a:lnTo>
                  <a:pt x="17708" y="1716"/>
                </a:lnTo>
                <a:lnTo>
                  <a:pt x="19237" y="2095"/>
                </a:lnTo>
                <a:lnTo>
                  <a:pt x="20410" y="2828"/>
                </a:lnTo>
                <a:lnTo>
                  <a:pt x="21600" y="3575"/>
                </a:lnTo>
                <a:lnTo>
                  <a:pt x="21600" y="5938"/>
                </a:lnTo>
                <a:lnTo>
                  <a:pt x="21600" y="8315"/>
                </a:lnTo>
                <a:lnTo>
                  <a:pt x="21600" y="10725"/>
                </a:lnTo>
                <a:lnTo>
                  <a:pt x="20308" y="11461"/>
                </a:lnTo>
                <a:lnTo>
                  <a:pt x="19014" y="12187"/>
                </a:lnTo>
                <a:lnTo>
                  <a:pt x="17718" y="12902"/>
                </a:lnTo>
                <a:lnTo>
                  <a:pt x="16420" y="13606"/>
                </a:lnTo>
                <a:lnTo>
                  <a:pt x="15120" y="14300"/>
                </a:lnTo>
                <a:lnTo>
                  <a:pt x="14647" y="16145"/>
                </a:lnTo>
                <a:lnTo>
                  <a:pt x="14167" y="18014"/>
                </a:lnTo>
                <a:lnTo>
                  <a:pt x="13865" y="18869"/>
                </a:lnTo>
                <a:lnTo>
                  <a:pt x="12960" y="21450"/>
                </a:lnTo>
                <a:lnTo>
                  <a:pt x="11524" y="21600"/>
                </a:lnTo>
                <a:lnTo>
                  <a:pt x="10126" y="21561"/>
                </a:lnTo>
                <a:lnTo>
                  <a:pt x="8757" y="21350"/>
                </a:lnTo>
                <a:lnTo>
                  <a:pt x="7413" y="20964"/>
                </a:lnTo>
                <a:lnTo>
                  <a:pt x="6089" y="20417"/>
                </a:lnTo>
                <a:lnTo>
                  <a:pt x="4776" y="19716"/>
                </a:lnTo>
                <a:lnTo>
                  <a:pt x="3467" y="18865"/>
                </a:lnTo>
                <a:lnTo>
                  <a:pt x="2160" y="17875"/>
                </a:lnTo>
                <a:lnTo>
                  <a:pt x="1430" y="15498"/>
                </a:lnTo>
                <a:lnTo>
                  <a:pt x="914" y="13256"/>
                </a:lnTo>
                <a:lnTo>
                  <a:pt x="566" y="11050"/>
                </a:lnTo>
                <a:lnTo>
                  <a:pt x="330" y="8769"/>
                </a:lnTo>
                <a:lnTo>
                  <a:pt x="160" y="6313"/>
                </a:lnTo>
                <a:lnTo>
                  <a:pt x="0" y="3575"/>
                </a:lnTo>
                <a:lnTo>
                  <a:pt x="1527" y="3575"/>
                </a:lnTo>
                <a:lnTo>
                  <a:pt x="3056" y="3575"/>
                </a:lnTo>
                <a:lnTo>
                  <a:pt x="4590" y="3575"/>
                </a:lnTo>
                <a:lnTo>
                  <a:pt x="6130" y="3575"/>
                </a:lnTo>
                <a:lnTo>
                  <a:pt x="7677" y="3575"/>
                </a:lnTo>
                <a:lnTo>
                  <a:pt x="9232" y="3575"/>
                </a:lnTo>
                <a:lnTo>
                  <a:pt x="10800" y="3575"/>
                </a:lnTo>
                <a:lnTo>
                  <a:pt x="10800" y="1802"/>
                </a:lnTo>
                <a:lnTo>
                  <a:pt x="10800" y="0"/>
                </a:lnTo>
                <a:close/>
              </a:path>
            </a:pathLst>
          </a:custGeom>
          <a:solidFill>
            <a:srgbClr val="72618C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1" name="contour_08209"/>
          <p:cNvSpPr/>
          <p:nvPr/>
        </p:nvSpPr>
        <p:spPr>
          <a:xfrm>
            <a:off x="1679325" y="2820453"/>
            <a:ext cx="87456" cy="391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73" y="0"/>
                </a:lnTo>
                <a:lnTo>
                  <a:pt x="2547" y="0"/>
                </a:lnTo>
                <a:lnTo>
                  <a:pt x="3825" y="0"/>
                </a:lnTo>
                <a:lnTo>
                  <a:pt x="5108" y="0"/>
                </a:lnTo>
                <a:lnTo>
                  <a:pt x="6397" y="0"/>
                </a:lnTo>
                <a:lnTo>
                  <a:pt x="7693" y="0"/>
                </a:lnTo>
                <a:lnTo>
                  <a:pt x="9000" y="0"/>
                </a:lnTo>
                <a:lnTo>
                  <a:pt x="8644" y="2391"/>
                </a:lnTo>
                <a:lnTo>
                  <a:pt x="8285" y="4790"/>
                </a:lnTo>
                <a:lnTo>
                  <a:pt x="7927" y="7197"/>
                </a:lnTo>
                <a:lnTo>
                  <a:pt x="7565" y="9625"/>
                </a:lnTo>
                <a:lnTo>
                  <a:pt x="7200" y="12076"/>
                </a:lnTo>
                <a:lnTo>
                  <a:pt x="8428" y="11561"/>
                </a:lnTo>
                <a:lnTo>
                  <a:pt x="9648" y="11037"/>
                </a:lnTo>
                <a:lnTo>
                  <a:pt x="10863" y="10502"/>
                </a:lnTo>
                <a:lnTo>
                  <a:pt x="12073" y="9943"/>
                </a:lnTo>
                <a:lnTo>
                  <a:pt x="13279" y="9359"/>
                </a:lnTo>
                <a:lnTo>
                  <a:pt x="14477" y="8739"/>
                </a:lnTo>
                <a:lnTo>
                  <a:pt x="15674" y="8083"/>
                </a:lnTo>
                <a:lnTo>
                  <a:pt x="16866" y="7387"/>
                </a:lnTo>
                <a:lnTo>
                  <a:pt x="18054" y="6634"/>
                </a:lnTo>
                <a:lnTo>
                  <a:pt x="19238" y="5829"/>
                </a:lnTo>
                <a:lnTo>
                  <a:pt x="20421" y="4959"/>
                </a:lnTo>
                <a:lnTo>
                  <a:pt x="21600" y="4025"/>
                </a:lnTo>
                <a:lnTo>
                  <a:pt x="21242" y="6589"/>
                </a:lnTo>
                <a:lnTo>
                  <a:pt x="20855" y="9041"/>
                </a:lnTo>
                <a:lnTo>
                  <a:pt x="20426" y="11388"/>
                </a:lnTo>
                <a:lnTo>
                  <a:pt x="19940" y="13654"/>
                </a:lnTo>
                <a:lnTo>
                  <a:pt x="19384" y="15856"/>
                </a:lnTo>
                <a:lnTo>
                  <a:pt x="18742" y="18009"/>
                </a:lnTo>
                <a:lnTo>
                  <a:pt x="18000" y="20127"/>
                </a:lnTo>
                <a:lnTo>
                  <a:pt x="16846" y="20787"/>
                </a:lnTo>
                <a:lnTo>
                  <a:pt x="15701" y="21230"/>
                </a:lnTo>
                <a:lnTo>
                  <a:pt x="14564" y="21491"/>
                </a:lnTo>
                <a:lnTo>
                  <a:pt x="13426" y="21600"/>
                </a:lnTo>
                <a:lnTo>
                  <a:pt x="12283" y="21588"/>
                </a:lnTo>
                <a:lnTo>
                  <a:pt x="11129" y="21487"/>
                </a:lnTo>
                <a:lnTo>
                  <a:pt x="9963" y="21322"/>
                </a:lnTo>
                <a:lnTo>
                  <a:pt x="8775" y="21133"/>
                </a:lnTo>
                <a:lnTo>
                  <a:pt x="7508" y="21024"/>
                </a:lnTo>
                <a:lnTo>
                  <a:pt x="6223" y="20912"/>
                </a:lnTo>
                <a:lnTo>
                  <a:pt x="4977" y="20787"/>
                </a:lnTo>
                <a:lnTo>
                  <a:pt x="3733" y="20642"/>
                </a:lnTo>
                <a:lnTo>
                  <a:pt x="2488" y="20481"/>
                </a:lnTo>
                <a:lnTo>
                  <a:pt x="1244" y="20308"/>
                </a:lnTo>
                <a:lnTo>
                  <a:pt x="0" y="20127"/>
                </a:lnTo>
                <a:lnTo>
                  <a:pt x="0" y="17281"/>
                </a:lnTo>
                <a:lnTo>
                  <a:pt x="0" y="14431"/>
                </a:lnTo>
                <a:lnTo>
                  <a:pt x="0" y="11573"/>
                </a:lnTo>
                <a:lnTo>
                  <a:pt x="0" y="8703"/>
                </a:lnTo>
                <a:lnTo>
                  <a:pt x="0" y="5821"/>
                </a:lnTo>
                <a:lnTo>
                  <a:pt x="0" y="2922"/>
                </a:lnTo>
                <a:lnTo>
                  <a:pt x="0" y="0"/>
                </a:lnTo>
                <a:close/>
              </a:path>
            </a:pathLst>
          </a:custGeom>
          <a:solidFill>
            <a:srgbClr val="939696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2" name="contour_08210"/>
          <p:cNvSpPr/>
          <p:nvPr/>
        </p:nvSpPr>
        <p:spPr>
          <a:xfrm>
            <a:off x="4259179" y="2827340"/>
            <a:ext cx="45943" cy="441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52" y="0"/>
                </a:moveTo>
                <a:lnTo>
                  <a:pt x="9930" y="339"/>
                </a:lnTo>
                <a:lnTo>
                  <a:pt x="12157" y="721"/>
                </a:lnTo>
                <a:lnTo>
                  <a:pt x="14285" y="1199"/>
                </a:lnTo>
                <a:lnTo>
                  <a:pt x="16368" y="1830"/>
                </a:lnTo>
                <a:lnTo>
                  <a:pt x="18458" y="2665"/>
                </a:lnTo>
                <a:lnTo>
                  <a:pt x="20603" y="3764"/>
                </a:lnTo>
                <a:lnTo>
                  <a:pt x="21168" y="6353"/>
                </a:lnTo>
                <a:lnTo>
                  <a:pt x="21490" y="8890"/>
                </a:lnTo>
                <a:lnTo>
                  <a:pt x="21600" y="11398"/>
                </a:lnTo>
                <a:lnTo>
                  <a:pt x="21531" y="13898"/>
                </a:lnTo>
                <a:lnTo>
                  <a:pt x="21322" y="16420"/>
                </a:lnTo>
                <a:lnTo>
                  <a:pt x="21000" y="18978"/>
                </a:lnTo>
                <a:lnTo>
                  <a:pt x="20603" y="21600"/>
                </a:lnTo>
                <a:lnTo>
                  <a:pt x="18369" y="21411"/>
                </a:lnTo>
                <a:lnTo>
                  <a:pt x="16176" y="21183"/>
                </a:lnTo>
                <a:lnTo>
                  <a:pt x="14017" y="20897"/>
                </a:lnTo>
                <a:lnTo>
                  <a:pt x="11883" y="20537"/>
                </a:lnTo>
                <a:lnTo>
                  <a:pt x="9769" y="20087"/>
                </a:lnTo>
                <a:lnTo>
                  <a:pt x="7668" y="19535"/>
                </a:lnTo>
                <a:lnTo>
                  <a:pt x="5571" y="18853"/>
                </a:lnTo>
                <a:lnTo>
                  <a:pt x="3471" y="18033"/>
                </a:lnTo>
                <a:lnTo>
                  <a:pt x="2224" y="15771"/>
                </a:lnTo>
                <a:lnTo>
                  <a:pt x="1271" y="13506"/>
                </a:lnTo>
                <a:lnTo>
                  <a:pt x="596" y="11212"/>
                </a:lnTo>
                <a:lnTo>
                  <a:pt x="178" y="8847"/>
                </a:lnTo>
                <a:lnTo>
                  <a:pt x="0" y="6378"/>
                </a:lnTo>
                <a:lnTo>
                  <a:pt x="45" y="3764"/>
                </a:lnTo>
                <a:lnTo>
                  <a:pt x="2090" y="1698"/>
                </a:lnTo>
                <a:lnTo>
                  <a:pt x="3553" y="617"/>
                </a:lnTo>
                <a:lnTo>
                  <a:pt x="5140" y="171"/>
                </a:lnTo>
                <a:lnTo>
                  <a:pt x="7552" y="0"/>
                </a:lnTo>
                <a:close/>
              </a:path>
            </a:pathLst>
          </a:custGeom>
          <a:solidFill>
            <a:srgbClr val="9B7F87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3" name="contour_08211"/>
          <p:cNvSpPr/>
          <p:nvPr/>
        </p:nvSpPr>
        <p:spPr>
          <a:xfrm>
            <a:off x="10577962" y="2784013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5373" y="1452"/>
                </a:lnTo>
                <a:lnTo>
                  <a:pt x="15625" y="2906"/>
                </a:lnTo>
                <a:lnTo>
                  <a:pt x="15880" y="4358"/>
                </a:lnTo>
                <a:lnTo>
                  <a:pt x="16133" y="5813"/>
                </a:lnTo>
                <a:lnTo>
                  <a:pt x="16386" y="7265"/>
                </a:lnTo>
                <a:lnTo>
                  <a:pt x="16857" y="8424"/>
                </a:lnTo>
                <a:lnTo>
                  <a:pt x="17364" y="9250"/>
                </a:lnTo>
                <a:lnTo>
                  <a:pt x="18157" y="9970"/>
                </a:lnTo>
                <a:lnTo>
                  <a:pt x="19485" y="10810"/>
                </a:lnTo>
                <a:lnTo>
                  <a:pt x="21600" y="12000"/>
                </a:lnTo>
                <a:lnTo>
                  <a:pt x="20263" y="12595"/>
                </a:lnTo>
                <a:lnTo>
                  <a:pt x="18926" y="13188"/>
                </a:lnTo>
                <a:lnTo>
                  <a:pt x="17589" y="13783"/>
                </a:lnTo>
                <a:lnTo>
                  <a:pt x="16250" y="14378"/>
                </a:lnTo>
                <a:lnTo>
                  <a:pt x="14910" y="14974"/>
                </a:lnTo>
                <a:lnTo>
                  <a:pt x="13569" y="15569"/>
                </a:lnTo>
                <a:lnTo>
                  <a:pt x="12226" y="16166"/>
                </a:lnTo>
                <a:lnTo>
                  <a:pt x="10880" y="16764"/>
                </a:lnTo>
                <a:lnTo>
                  <a:pt x="9532" y="17364"/>
                </a:lnTo>
                <a:lnTo>
                  <a:pt x="8182" y="17964"/>
                </a:lnTo>
                <a:lnTo>
                  <a:pt x="6828" y="18564"/>
                </a:lnTo>
                <a:lnTo>
                  <a:pt x="5471" y="19169"/>
                </a:lnTo>
                <a:lnTo>
                  <a:pt x="4110" y="19774"/>
                </a:lnTo>
                <a:lnTo>
                  <a:pt x="2745" y="20381"/>
                </a:lnTo>
                <a:lnTo>
                  <a:pt x="1374" y="20988"/>
                </a:lnTo>
                <a:lnTo>
                  <a:pt x="0" y="21600"/>
                </a:lnTo>
                <a:lnTo>
                  <a:pt x="268" y="20114"/>
                </a:lnTo>
                <a:lnTo>
                  <a:pt x="536" y="18629"/>
                </a:lnTo>
                <a:lnTo>
                  <a:pt x="804" y="17138"/>
                </a:lnTo>
                <a:lnTo>
                  <a:pt x="1071" y="15646"/>
                </a:lnTo>
                <a:lnTo>
                  <a:pt x="1341" y="14146"/>
                </a:lnTo>
                <a:lnTo>
                  <a:pt x="1614" y="12638"/>
                </a:lnTo>
                <a:lnTo>
                  <a:pt x="1886" y="11124"/>
                </a:lnTo>
                <a:lnTo>
                  <a:pt x="2160" y="9600"/>
                </a:lnTo>
                <a:lnTo>
                  <a:pt x="3674" y="9031"/>
                </a:lnTo>
                <a:lnTo>
                  <a:pt x="4776" y="8710"/>
                </a:lnTo>
                <a:lnTo>
                  <a:pt x="5782" y="8594"/>
                </a:lnTo>
                <a:lnTo>
                  <a:pt x="7009" y="8654"/>
                </a:lnTo>
                <a:lnTo>
                  <a:pt x="8774" y="8851"/>
                </a:lnTo>
                <a:lnTo>
                  <a:pt x="9301" y="8899"/>
                </a:lnTo>
                <a:lnTo>
                  <a:pt x="10232" y="8983"/>
                </a:lnTo>
                <a:lnTo>
                  <a:pt x="12362" y="9178"/>
                </a:lnTo>
                <a:lnTo>
                  <a:pt x="13731" y="9386"/>
                </a:lnTo>
                <a:lnTo>
                  <a:pt x="15120" y="9600"/>
                </a:lnTo>
                <a:lnTo>
                  <a:pt x="15120" y="8016"/>
                </a:lnTo>
                <a:lnTo>
                  <a:pt x="15120" y="6430"/>
                </a:lnTo>
                <a:lnTo>
                  <a:pt x="15120" y="4836"/>
                </a:lnTo>
                <a:lnTo>
                  <a:pt x="15120" y="3235"/>
                </a:lnTo>
                <a:lnTo>
                  <a:pt x="15120" y="1625"/>
                </a:lnTo>
                <a:lnTo>
                  <a:pt x="15120" y="0"/>
                </a:lnTo>
                <a:close/>
              </a:path>
            </a:pathLst>
          </a:custGeom>
          <a:solidFill>
            <a:srgbClr val="CAC29E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4" name="contour_08212"/>
          <p:cNvSpPr/>
          <p:nvPr/>
        </p:nvSpPr>
        <p:spPr>
          <a:xfrm>
            <a:off x="7706042" y="2762149"/>
            <a:ext cx="514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" y="0"/>
                </a:moveTo>
                <a:lnTo>
                  <a:pt x="2211" y="0"/>
                </a:lnTo>
                <a:lnTo>
                  <a:pt x="4245" y="0"/>
                </a:lnTo>
                <a:lnTo>
                  <a:pt x="6307" y="0"/>
                </a:lnTo>
                <a:lnTo>
                  <a:pt x="6307" y="1584"/>
                </a:lnTo>
                <a:lnTo>
                  <a:pt x="6307" y="3170"/>
                </a:lnTo>
                <a:lnTo>
                  <a:pt x="6307" y="4764"/>
                </a:lnTo>
                <a:lnTo>
                  <a:pt x="6307" y="6365"/>
                </a:lnTo>
                <a:lnTo>
                  <a:pt x="6307" y="7975"/>
                </a:lnTo>
                <a:lnTo>
                  <a:pt x="6307" y="9600"/>
                </a:lnTo>
                <a:lnTo>
                  <a:pt x="8264" y="9353"/>
                </a:lnTo>
                <a:lnTo>
                  <a:pt x="10237" y="9103"/>
                </a:lnTo>
                <a:lnTo>
                  <a:pt x="12234" y="8851"/>
                </a:lnTo>
                <a:lnTo>
                  <a:pt x="14721" y="8846"/>
                </a:lnTo>
                <a:lnTo>
                  <a:pt x="16358" y="9041"/>
                </a:lnTo>
                <a:lnTo>
                  <a:pt x="18541" y="9600"/>
                </a:lnTo>
                <a:lnTo>
                  <a:pt x="19282" y="11059"/>
                </a:lnTo>
                <a:lnTo>
                  <a:pt x="19884" y="12523"/>
                </a:lnTo>
                <a:lnTo>
                  <a:pt x="20364" y="13994"/>
                </a:lnTo>
                <a:lnTo>
                  <a:pt x="20744" y="15478"/>
                </a:lnTo>
                <a:lnTo>
                  <a:pt x="21037" y="16978"/>
                </a:lnTo>
                <a:lnTo>
                  <a:pt x="21267" y="18494"/>
                </a:lnTo>
                <a:lnTo>
                  <a:pt x="21447" y="20033"/>
                </a:lnTo>
                <a:lnTo>
                  <a:pt x="21600" y="21600"/>
                </a:lnTo>
                <a:lnTo>
                  <a:pt x="19471" y="21533"/>
                </a:lnTo>
                <a:lnTo>
                  <a:pt x="17382" y="21439"/>
                </a:lnTo>
                <a:lnTo>
                  <a:pt x="15321" y="21310"/>
                </a:lnTo>
                <a:lnTo>
                  <a:pt x="13284" y="21134"/>
                </a:lnTo>
                <a:lnTo>
                  <a:pt x="11268" y="20899"/>
                </a:lnTo>
                <a:lnTo>
                  <a:pt x="9262" y="20599"/>
                </a:lnTo>
                <a:lnTo>
                  <a:pt x="7258" y="20225"/>
                </a:lnTo>
                <a:lnTo>
                  <a:pt x="5258" y="19759"/>
                </a:lnTo>
                <a:lnTo>
                  <a:pt x="3248" y="19200"/>
                </a:lnTo>
                <a:lnTo>
                  <a:pt x="2297" y="17750"/>
                </a:lnTo>
                <a:lnTo>
                  <a:pt x="1572" y="16310"/>
                </a:lnTo>
                <a:lnTo>
                  <a:pt x="1037" y="14863"/>
                </a:lnTo>
                <a:lnTo>
                  <a:pt x="667" y="13402"/>
                </a:lnTo>
                <a:lnTo>
                  <a:pt x="425" y="11916"/>
                </a:lnTo>
                <a:lnTo>
                  <a:pt x="288" y="10394"/>
                </a:lnTo>
                <a:lnTo>
                  <a:pt x="217" y="8825"/>
                </a:lnTo>
                <a:lnTo>
                  <a:pt x="190" y="7200"/>
                </a:lnTo>
                <a:lnTo>
                  <a:pt x="125" y="5762"/>
                </a:lnTo>
                <a:lnTo>
                  <a:pt x="64" y="4318"/>
                </a:lnTo>
                <a:lnTo>
                  <a:pt x="0" y="2851"/>
                </a:lnTo>
                <a:lnTo>
                  <a:pt x="95" y="1438"/>
                </a:lnTo>
                <a:lnTo>
                  <a:pt x="190" y="0"/>
                </a:lnTo>
                <a:close/>
              </a:path>
            </a:pathLst>
          </a:custGeom>
          <a:solidFill>
            <a:srgbClr val="D3E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5" name="contour_08213"/>
          <p:cNvSpPr/>
          <p:nvPr/>
        </p:nvSpPr>
        <p:spPr>
          <a:xfrm>
            <a:off x="6941255" y="2732997"/>
            <a:ext cx="102688" cy="51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96" y="0"/>
                </a:moveTo>
                <a:lnTo>
                  <a:pt x="19307" y="584"/>
                </a:lnTo>
                <a:lnTo>
                  <a:pt x="19929" y="1098"/>
                </a:lnTo>
                <a:lnTo>
                  <a:pt x="20551" y="1826"/>
                </a:lnTo>
                <a:lnTo>
                  <a:pt x="21462" y="3059"/>
                </a:lnTo>
                <a:lnTo>
                  <a:pt x="21554" y="5427"/>
                </a:lnTo>
                <a:lnTo>
                  <a:pt x="21600" y="7088"/>
                </a:lnTo>
                <a:lnTo>
                  <a:pt x="21600" y="8483"/>
                </a:lnTo>
                <a:lnTo>
                  <a:pt x="21554" y="10052"/>
                </a:lnTo>
                <a:lnTo>
                  <a:pt x="21462" y="12236"/>
                </a:lnTo>
                <a:lnTo>
                  <a:pt x="20535" y="12056"/>
                </a:lnTo>
                <a:lnTo>
                  <a:pt x="19606" y="11878"/>
                </a:lnTo>
                <a:lnTo>
                  <a:pt x="18678" y="11698"/>
                </a:lnTo>
                <a:lnTo>
                  <a:pt x="17749" y="11520"/>
                </a:lnTo>
                <a:lnTo>
                  <a:pt x="16822" y="11340"/>
                </a:lnTo>
                <a:lnTo>
                  <a:pt x="16081" y="11783"/>
                </a:lnTo>
                <a:lnTo>
                  <a:pt x="15330" y="12236"/>
                </a:lnTo>
                <a:lnTo>
                  <a:pt x="15138" y="13775"/>
                </a:lnTo>
                <a:lnTo>
                  <a:pt x="14945" y="15326"/>
                </a:lnTo>
                <a:lnTo>
                  <a:pt x="14749" y="16895"/>
                </a:lnTo>
                <a:lnTo>
                  <a:pt x="14435" y="18388"/>
                </a:lnTo>
                <a:lnTo>
                  <a:pt x="14117" y="19890"/>
                </a:lnTo>
                <a:lnTo>
                  <a:pt x="13797" y="21413"/>
                </a:lnTo>
                <a:lnTo>
                  <a:pt x="12692" y="21554"/>
                </a:lnTo>
                <a:lnTo>
                  <a:pt x="11674" y="21600"/>
                </a:lnTo>
                <a:lnTo>
                  <a:pt x="10702" y="21557"/>
                </a:lnTo>
                <a:lnTo>
                  <a:pt x="9736" y="21416"/>
                </a:lnTo>
                <a:lnTo>
                  <a:pt x="8737" y="21178"/>
                </a:lnTo>
                <a:lnTo>
                  <a:pt x="7665" y="20838"/>
                </a:lnTo>
                <a:lnTo>
                  <a:pt x="6816" y="20636"/>
                </a:lnTo>
                <a:lnTo>
                  <a:pt x="5953" y="20428"/>
                </a:lnTo>
                <a:lnTo>
                  <a:pt x="5129" y="20181"/>
                </a:lnTo>
                <a:lnTo>
                  <a:pt x="4487" y="19948"/>
                </a:lnTo>
                <a:lnTo>
                  <a:pt x="3816" y="19633"/>
                </a:lnTo>
                <a:lnTo>
                  <a:pt x="2902" y="19134"/>
                </a:lnTo>
                <a:lnTo>
                  <a:pt x="1533" y="18354"/>
                </a:lnTo>
                <a:lnTo>
                  <a:pt x="981" y="16482"/>
                </a:lnTo>
                <a:lnTo>
                  <a:pt x="636" y="15222"/>
                </a:lnTo>
                <a:lnTo>
                  <a:pt x="357" y="13998"/>
                </a:lnTo>
                <a:lnTo>
                  <a:pt x="0" y="12236"/>
                </a:lnTo>
                <a:lnTo>
                  <a:pt x="379" y="12203"/>
                </a:lnTo>
                <a:lnTo>
                  <a:pt x="1524" y="12102"/>
                </a:lnTo>
                <a:lnTo>
                  <a:pt x="2497" y="12001"/>
                </a:lnTo>
                <a:lnTo>
                  <a:pt x="3471" y="11891"/>
                </a:lnTo>
                <a:lnTo>
                  <a:pt x="4444" y="11777"/>
                </a:lnTo>
                <a:lnTo>
                  <a:pt x="5416" y="11658"/>
                </a:lnTo>
                <a:lnTo>
                  <a:pt x="6390" y="11533"/>
                </a:lnTo>
                <a:lnTo>
                  <a:pt x="7363" y="11407"/>
                </a:lnTo>
                <a:lnTo>
                  <a:pt x="8336" y="11282"/>
                </a:lnTo>
                <a:lnTo>
                  <a:pt x="9129" y="11211"/>
                </a:lnTo>
                <a:lnTo>
                  <a:pt x="9926" y="11141"/>
                </a:lnTo>
                <a:lnTo>
                  <a:pt x="10734" y="11071"/>
                </a:lnTo>
                <a:lnTo>
                  <a:pt x="11790" y="10912"/>
                </a:lnTo>
                <a:lnTo>
                  <a:pt x="12820" y="10722"/>
                </a:lnTo>
                <a:lnTo>
                  <a:pt x="13832" y="10480"/>
                </a:lnTo>
                <a:lnTo>
                  <a:pt x="14836" y="10159"/>
                </a:lnTo>
                <a:lnTo>
                  <a:pt x="15844" y="9734"/>
                </a:lnTo>
                <a:lnTo>
                  <a:pt x="16863" y="9177"/>
                </a:lnTo>
                <a:lnTo>
                  <a:pt x="17499" y="6837"/>
                </a:lnTo>
                <a:lnTo>
                  <a:pt x="17898" y="5191"/>
                </a:lnTo>
                <a:lnTo>
                  <a:pt x="18131" y="3796"/>
                </a:lnTo>
                <a:lnTo>
                  <a:pt x="18272" y="2212"/>
                </a:lnTo>
                <a:lnTo>
                  <a:pt x="18396" y="0"/>
                </a:lnTo>
                <a:close/>
              </a:path>
            </a:pathLst>
          </a:custGeom>
          <a:solidFill>
            <a:srgbClr val="61615D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6" name="contour_08214"/>
          <p:cNvSpPr/>
          <p:nvPr/>
        </p:nvSpPr>
        <p:spPr>
          <a:xfrm>
            <a:off x="4864177" y="2755349"/>
            <a:ext cx="80168" cy="45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58"/>
                </a:moveTo>
                <a:lnTo>
                  <a:pt x="21186" y="3674"/>
                </a:lnTo>
                <a:lnTo>
                  <a:pt x="20453" y="4411"/>
                </a:lnTo>
                <a:lnTo>
                  <a:pt x="18776" y="6094"/>
                </a:lnTo>
                <a:lnTo>
                  <a:pt x="17274" y="8162"/>
                </a:lnTo>
                <a:lnTo>
                  <a:pt x="16324" y="9695"/>
                </a:lnTo>
                <a:lnTo>
                  <a:pt x="15746" y="11154"/>
                </a:lnTo>
                <a:lnTo>
                  <a:pt x="15356" y="13002"/>
                </a:lnTo>
                <a:lnTo>
                  <a:pt x="14973" y="15698"/>
                </a:lnTo>
                <a:lnTo>
                  <a:pt x="14568" y="17357"/>
                </a:lnTo>
                <a:lnTo>
                  <a:pt x="14158" y="19026"/>
                </a:lnTo>
                <a:lnTo>
                  <a:pt x="13745" y="20720"/>
                </a:lnTo>
                <a:lnTo>
                  <a:pt x="12155" y="21216"/>
                </a:lnTo>
                <a:lnTo>
                  <a:pt x="10994" y="21499"/>
                </a:lnTo>
                <a:lnTo>
                  <a:pt x="9932" y="21600"/>
                </a:lnTo>
                <a:lnTo>
                  <a:pt x="8628" y="21548"/>
                </a:lnTo>
                <a:lnTo>
                  <a:pt x="6751" y="21376"/>
                </a:lnTo>
                <a:lnTo>
                  <a:pt x="5490" y="21279"/>
                </a:lnTo>
                <a:lnTo>
                  <a:pt x="4222" y="21184"/>
                </a:lnTo>
                <a:lnTo>
                  <a:pt x="2938" y="21087"/>
                </a:lnTo>
                <a:lnTo>
                  <a:pt x="1968" y="20968"/>
                </a:lnTo>
                <a:lnTo>
                  <a:pt x="990" y="20846"/>
                </a:lnTo>
                <a:lnTo>
                  <a:pt x="0" y="20720"/>
                </a:lnTo>
                <a:lnTo>
                  <a:pt x="446" y="18645"/>
                </a:lnTo>
                <a:lnTo>
                  <a:pt x="797" y="17228"/>
                </a:lnTo>
                <a:lnTo>
                  <a:pt x="1243" y="15810"/>
                </a:lnTo>
                <a:lnTo>
                  <a:pt x="1964" y="13735"/>
                </a:lnTo>
                <a:lnTo>
                  <a:pt x="3262" y="13735"/>
                </a:lnTo>
                <a:lnTo>
                  <a:pt x="4567" y="13735"/>
                </a:lnTo>
                <a:lnTo>
                  <a:pt x="5891" y="13735"/>
                </a:lnTo>
                <a:lnTo>
                  <a:pt x="5689" y="12076"/>
                </a:lnTo>
                <a:lnTo>
                  <a:pt x="5484" y="10407"/>
                </a:lnTo>
                <a:lnTo>
                  <a:pt x="5278" y="8713"/>
                </a:lnTo>
                <a:lnTo>
                  <a:pt x="5481" y="6911"/>
                </a:lnTo>
                <a:lnTo>
                  <a:pt x="5685" y="5099"/>
                </a:lnTo>
                <a:lnTo>
                  <a:pt x="5891" y="3258"/>
                </a:lnTo>
                <a:lnTo>
                  <a:pt x="7210" y="2277"/>
                </a:lnTo>
                <a:lnTo>
                  <a:pt x="8524" y="1470"/>
                </a:lnTo>
                <a:lnTo>
                  <a:pt x="9836" y="838"/>
                </a:lnTo>
                <a:lnTo>
                  <a:pt x="11146" y="381"/>
                </a:lnTo>
                <a:lnTo>
                  <a:pt x="12451" y="98"/>
                </a:lnTo>
                <a:lnTo>
                  <a:pt x="13757" y="0"/>
                </a:lnTo>
                <a:lnTo>
                  <a:pt x="15061" y="80"/>
                </a:lnTo>
                <a:lnTo>
                  <a:pt x="16367" y="342"/>
                </a:lnTo>
                <a:lnTo>
                  <a:pt x="17673" y="789"/>
                </a:lnTo>
                <a:lnTo>
                  <a:pt x="18979" y="1425"/>
                </a:lnTo>
                <a:lnTo>
                  <a:pt x="20288" y="2246"/>
                </a:lnTo>
                <a:lnTo>
                  <a:pt x="21600" y="3258"/>
                </a:lnTo>
                <a:close/>
              </a:path>
            </a:pathLst>
          </a:custGeom>
          <a:solidFill>
            <a:srgbClr val="2F2C32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7" name="contour_08215"/>
          <p:cNvSpPr/>
          <p:nvPr/>
        </p:nvSpPr>
        <p:spPr>
          <a:xfrm>
            <a:off x="3887586" y="2756012"/>
            <a:ext cx="80168" cy="352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56"/>
                </a:moveTo>
                <a:lnTo>
                  <a:pt x="21600" y="6700"/>
                </a:lnTo>
                <a:lnTo>
                  <a:pt x="21600" y="9649"/>
                </a:lnTo>
                <a:lnTo>
                  <a:pt x="21600" y="12611"/>
                </a:lnTo>
                <a:lnTo>
                  <a:pt x="21600" y="15587"/>
                </a:lnTo>
                <a:lnTo>
                  <a:pt x="21600" y="18580"/>
                </a:lnTo>
                <a:lnTo>
                  <a:pt x="21600" y="21600"/>
                </a:lnTo>
                <a:lnTo>
                  <a:pt x="21135" y="21359"/>
                </a:lnTo>
                <a:lnTo>
                  <a:pt x="19729" y="20623"/>
                </a:lnTo>
                <a:lnTo>
                  <a:pt x="18386" y="19985"/>
                </a:lnTo>
                <a:lnTo>
                  <a:pt x="17062" y="19410"/>
                </a:lnTo>
                <a:lnTo>
                  <a:pt x="15754" y="18892"/>
                </a:lnTo>
                <a:lnTo>
                  <a:pt x="14456" y="18437"/>
                </a:lnTo>
                <a:lnTo>
                  <a:pt x="13164" y="18045"/>
                </a:lnTo>
                <a:lnTo>
                  <a:pt x="11872" y="17719"/>
                </a:lnTo>
                <a:lnTo>
                  <a:pt x="10580" y="17456"/>
                </a:lnTo>
                <a:lnTo>
                  <a:pt x="9280" y="17255"/>
                </a:lnTo>
                <a:lnTo>
                  <a:pt x="7968" y="17126"/>
                </a:lnTo>
                <a:lnTo>
                  <a:pt x="6643" y="17063"/>
                </a:lnTo>
                <a:lnTo>
                  <a:pt x="5298" y="17068"/>
                </a:lnTo>
                <a:lnTo>
                  <a:pt x="3927" y="17139"/>
                </a:lnTo>
                <a:lnTo>
                  <a:pt x="2629" y="17139"/>
                </a:lnTo>
                <a:lnTo>
                  <a:pt x="1323" y="17139"/>
                </a:lnTo>
                <a:lnTo>
                  <a:pt x="0" y="17139"/>
                </a:lnTo>
                <a:lnTo>
                  <a:pt x="0" y="14190"/>
                </a:lnTo>
                <a:lnTo>
                  <a:pt x="0" y="11224"/>
                </a:lnTo>
                <a:lnTo>
                  <a:pt x="0" y="8217"/>
                </a:lnTo>
                <a:lnTo>
                  <a:pt x="1265" y="6214"/>
                </a:lnTo>
                <a:lnTo>
                  <a:pt x="2543" y="4528"/>
                </a:lnTo>
                <a:lnTo>
                  <a:pt x="3833" y="3141"/>
                </a:lnTo>
                <a:lnTo>
                  <a:pt x="5133" y="2030"/>
                </a:lnTo>
                <a:lnTo>
                  <a:pt x="6445" y="1178"/>
                </a:lnTo>
                <a:lnTo>
                  <a:pt x="7768" y="567"/>
                </a:lnTo>
                <a:lnTo>
                  <a:pt x="9103" y="178"/>
                </a:lnTo>
                <a:lnTo>
                  <a:pt x="10450" y="0"/>
                </a:lnTo>
                <a:lnTo>
                  <a:pt x="11805" y="4"/>
                </a:lnTo>
                <a:lnTo>
                  <a:pt x="13174" y="183"/>
                </a:lnTo>
                <a:lnTo>
                  <a:pt x="14553" y="509"/>
                </a:lnTo>
                <a:lnTo>
                  <a:pt x="15941" y="964"/>
                </a:lnTo>
                <a:lnTo>
                  <a:pt x="17341" y="1539"/>
                </a:lnTo>
                <a:lnTo>
                  <a:pt x="18751" y="2204"/>
                </a:lnTo>
                <a:lnTo>
                  <a:pt x="20170" y="2949"/>
                </a:lnTo>
                <a:lnTo>
                  <a:pt x="21600" y="3756"/>
                </a:lnTo>
                <a:close/>
              </a:path>
            </a:pathLst>
          </a:custGeom>
          <a:solidFill>
            <a:srgbClr val="5C564C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8" name="contour_08216"/>
          <p:cNvSpPr/>
          <p:nvPr/>
        </p:nvSpPr>
        <p:spPr>
          <a:xfrm>
            <a:off x="1657461" y="2748753"/>
            <a:ext cx="81589" cy="57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12" y="1965"/>
                </a:moveTo>
                <a:lnTo>
                  <a:pt x="11787" y="2469"/>
                </a:lnTo>
                <a:lnTo>
                  <a:pt x="12970" y="2979"/>
                </a:lnTo>
                <a:lnTo>
                  <a:pt x="14170" y="3494"/>
                </a:lnTo>
                <a:lnTo>
                  <a:pt x="15225" y="4012"/>
                </a:lnTo>
                <a:lnTo>
                  <a:pt x="16288" y="4536"/>
                </a:lnTo>
                <a:lnTo>
                  <a:pt x="17365" y="5065"/>
                </a:lnTo>
                <a:lnTo>
                  <a:pt x="18524" y="5627"/>
                </a:lnTo>
                <a:lnTo>
                  <a:pt x="19701" y="6195"/>
                </a:lnTo>
                <a:lnTo>
                  <a:pt x="20786" y="7460"/>
                </a:lnTo>
                <a:lnTo>
                  <a:pt x="21280" y="8733"/>
                </a:lnTo>
                <a:lnTo>
                  <a:pt x="21600" y="11103"/>
                </a:lnTo>
                <a:lnTo>
                  <a:pt x="21567" y="12046"/>
                </a:lnTo>
                <a:lnTo>
                  <a:pt x="21465" y="14884"/>
                </a:lnTo>
                <a:lnTo>
                  <a:pt x="21413" y="16769"/>
                </a:lnTo>
                <a:lnTo>
                  <a:pt x="21359" y="18682"/>
                </a:lnTo>
                <a:lnTo>
                  <a:pt x="21326" y="19409"/>
                </a:lnTo>
                <a:lnTo>
                  <a:pt x="21224" y="21600"/>
                </a:lnTo>
                <a:lnTo>
                  <a:pt x="21224" y="19778"/>
                </a:lnTo>
                <a:lnTo>
                  <a:pt x="21224" y="17946"/>
                </a:lnTo>
                <a:lnTo>
                  <a:pt x="21224" y="16088"/>
                </a:lnTo>
                <a:lnTo>
                  <a:pt x="20917" y="14264"/>
                </a:lnTo>
                <a:lnTo>
                  <a:pt x="20616" y="13082"/>
                </a:lnTo>
                <a:lnTo>
                  <a:pt x="20134" y="12026"/>
                </a:lnTo>
                <a:lnTo>
                  <a:pt x="19294" y="10577"/>
                </a:lnTo>
                <a:lnTo>
                  <a:pt x="18052" y="10439"/>
                </a:lnTo>
                <a:lnTo>
                  <a:pt x="16834" y="10345"/>
                </a:lnTo>
                <a:lnTo>
                  <a:pt x="15630" y="10298"/>
                </a:lnTo>
                <a:lnTo>
                  <a:pt x="14436" y="10298"/>
                </a:lnTo>
                <a:lnTo>
                  <a:pt x="13242" y="10343"/>
                </a:lnTo>
                <a:lnTo>
                  <a:pt x="12042" y="10431"/>
                </a:lnTo>
                <a:lnTo>
                  <a:pt x="10826" y="10566"/>
                </a:lnTo>
                <a:lnTo>
                  <a:pt x="9591" y="10745"/>
                </a:lnTo>
                <a:lnTo>
                  <a:pt x="8563" y="10863"/>
                </a:lnTo>
                <a:lnTo>
                  <a:pt x="7751" y="10916"/>
                </a:lnTo>
                <a:lnTo>
                  <a:pt x="6878" y="10888"/>
                </a:lnTo>
                <a:lnTo>
                  <a:pt x="5674" y="10778"/>
                </a:lnTo>
                <a:lnTo>
                  <a:pt x="3859" y="10577"/>
                </a:lnTo>
                <a:lnTo>
                  <a:pt x="2832" y="8821"/>
                </a:lnTo>
                <a:lnTo>
                  <a:pt x="2103" y="7523"/>
                </a:lnTo>
                <a:lnTo>
                  <a:pt x="1563" y="6451"/>
                </a:lnTo>
                <a:lnTo>
                  <a:pt x="1102" y="5379"/>
                </a:lnTo>
                <a:lnTo>
                  <a:pt x="617" y="4076"/>
                </a:lnTo>
                <a:lnTo>
                  <a:pt x="0" y="2309"/>
                </a:lnTo>
                <a:lnTo>
                  <a:pt x="1368" y="1116"/>
                </a:lnTo>
                <a:lnTo>
                  <a:pt x="2659" y="375"/>
                </a:lnTo>
                <a:lnTo>
                  <a:pt x="3905" y="22"/>
                </a:lnTo>
                <a:lnTo>
                  <a:pt x="5138" y="0"/>
                </a:lnTo>
                <a:lnTo>
                  <a:pt x="6394" y="243"/>
                </a:lnTo>
                <a:lnTo>
                  <a:pt x="7702" y="692"/>
                </a:lnTo>
                <a:lnTo>
                  <a:pt x="9097" y="1287"/>
                </a:lnTo>
                <a:lnTo>
                  <a:pt x="10612" y="1965"/>
                </a:lnTo>
                <a:close/>
              </a:path>
            </a:pathLst>
          </a:custGeom>
          <a:solidFill>
            <a:srgbClr val="636361"/>
          </a:solidFill>
          <a:ln>
            <a:noFill/>
          </a:ln>
        </p:spPr>
        <p:txBody>
          <a:bodyPr/>
          <a:lstStyle/>
          <a:p/>
        </p:txBody>
      </p:sp>
      <p:sp>
        <p:nvSpPr>
          <p:cNvPr id="8219" name="contour_08217"/>
          <p:cNvSpPr/>
          <p:nvPr/>
        </p:nvSpPr>
        <p:spPr>
          <a:xfrm>
            <a:off x="5254668" y="2711133"/>
            <a:ext cx="6865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21" y="0"/>
                </a:moveTo>
                <a:lnTo>
                  <a:pt x="14579" y="1466"/>
                </a:lnTo>
                <a:lnTo>
                  <a:pt x="14434" y="2941"/>
                </a:lnTo>
                <a:lnTo>
                  <a:pt x="14290" y="4437"/>
                </a:lnTo>
                <a:lnTo>
                  <a:pt x="14432" y="6029"/>
                </a:lnTo>
                <a:lnTo>
                  <a:pt x="14577" y="7631"/>
                </a:lnTo>
                <a:lnTo>
                  <a:pt x="14721" y="9257"/>
                </a:lnTo>
                <a:lnTo>
                  <a:pt x="16427" y="10300"/>
                </a:lnTo>
                <a:lnTo>
                  <a:pt x="17638" y="10982"/>
                </a:lnTo>
                <a:lnTo>
                  <a:pt x="18683" y="11451"/>
                </a:lnTo>
                <a:lnTo>
                  <a:pt x="19894" y="11855"/>
                </a:lnTo>
                <a:lnTo>
                  <a:pt x="21600" y="12343"/>
                </a:lnTo>
                <a:lnTo>
                  <a:pt x="20087" y="12682"/>
                </a:lnTo>
                <a:lnTo>
                  <a:pt x="18571" y="13022"/>
                </a:lnTo>
                <a:lnTo>
                  <a:pt x="17055" y="13361"/>
                </a:lnTo>
                <a:lnTo>
                  <a:pt x="15535" y="13704"/>
                </a:lnTo>
                <a:lnTo>
                  <a:pt x="14010" y="14046"/>
                </a:lnTo>
                <a:lnTo>
                  <a:pt x="12478" y="14389"/>
                </a:lnTo>
                <a:lnTo>
                  <a:pt x="10942" y="14734"/>
                </a:lnTo>
                <a:lnTo>
                  <a:pt x="9397" y="15080"/>
                </a:lnTo>
                <a:lnTo>
                  <a:pt x="7842" y="15429"/>
                </a:lnTo>
                <a:lnTo>
                  <a:pt x="7842" y="17468"/>
                </a:lnTo>
                <a:lnTo>
                  <a:pt x="7842" y="19520"/>
                </a:lnTo>
                <a:lnTo>
                  <a:pt x="7842" y="21600"/>
                </a:lnTo>
                <a:lnTo>
                  <a:pt x="6136" y="21205"/>
                </a:lnTo>
                <a:lnTo>
                  <a:pt x="4925" y="20847"/>
                </a:lnTo>
                <a:lnTo>
                  <a:pt x="3880" y="20378"/>
                </a:lnTo>
                <a:lnTo>
                  <a:pt x="2669" y="19650"/>
                </a:lnTo>
                <a:lnTo>
                  <a:pt x="963" y="18514"/>
                </a:lnTo>
                <a:lnTo>
                  <a:pt x="429" y="15271"/>
                </a:lnTo>
                <a:lnTo>
                  <a:pt x="108" y="12960"/>
                </a:lnTo>
                <a:lnTo>
                  <a:pt x="0" y="11238"/>
                </a:lnTo>
                <a:lnTo>
                  <a:pt x="108" y="9760"/>
                </a:lnTo>
                <a:lnTo>
                  <a:pt x="429" y="8186"/>
                </a:lnTo>
                <a:lnTo>
                  <a:pt x="963" y="6171"/>
                </a:lnTo>
                <a:lnTo>
                  <a:pt x="2371" y="4681"/>
                </a:lnTo>
                <a:lnTo>
                  <a:pt x="3779" y="3434"/>
                </a:lnTo>
                <a:lnTo>
                  <a:pt x="5196" y="2413"/>
                </a:lnTo>
                <a:lnTo>
                  <a:pt x="6638" y="1601"/>
                </a:lnTo>
                <a:lnTo>
                  <a:pt x="8119" y="975"/>
                </a:lnTo>
                <a:lnTo>
                  <a:pt x="9656" y="521"/>
                </a:lnTo>
                <a:lnTo>
                  <a:pt x="11259" y="219"/>
                </a:lnTo>
                <a:lnTo>
                  <a:pt x="12942" y="52"/>
                </a:lnTo>
                <a:lnTo>
                  <a:pt x="14721" y="0"/>
                </a:lnTo>
                <a:close/>
              </a:path>
            </a:pathLst>
          </a:custGeom>
          <a:solidFill>
            <a:srgbClr val="6A6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0" name="contour_08218"/>
          <p:cNvSpPr/>
          <p:nvPr/>
        </p:nvSpPr>
        <p:spPr>
          <a:xfrm>
            <a:off x="4214890" y="2696557"/>
            <a:ext cx="44384" cy="956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9" y="0"/>
                </a:moveTo>
                <a:lnTo>
                  <a:pt x="869" y="765"/>
                </a:lnTo>
                <a:lnTo>
                  <a:pt x="1426" y="1544"/>
                </a:lnTo>
                <a:lnTo>
                  <a:pt x="2919" y="2566"/>
                </a:lnTo>
                <a:lnTo>
                  <a:pt x="4224" y="3163"/>
                </a:lnTo>
                <a:lnTo>
                  <a:pt x="6072" y="3568"/>
                </a:lnTo>
                <a:lnTo>
                  <a:pt x="9186" y="4012"/>
                </a:lnTo>
                <a:lnTo>
                  <a:pt x="11804" y="4481"/>
                </a:lnTo>
                <a:lnTo>
                  <a:pt x="13527" y="4883"/>
                </a:lnTo>
                <a:lnTo>
                  <a:pt x="14740" y="5367"/>
                </a:lnTo>
                <a:lnTo>
                  <a:pt x="15826" y="6089"/>
                </a:lnTo>
                <a:lnTo>
                  <a:pt x="17167" y="7200"/>
                </a:lnTo>
                <a:lnTo>
                  <a:pt x="17475" y="8441"/>
                </a:lnTo>
                <a:lnTo>
                  <a:pt x="17542" y="9558"/>
                </a:lnTo>
                <a:lnTo>
                  <a:pt x="17369" y="10595"/>
                </a:lnTo>
                <a:lnTo>
                  <a:pt x="16971" y="11596"/>
                </a:lnTo>
                <a:lnTo>
                  <a:pt x="16354" y="12605"/>
                </a:lnTo>
                <a:lnTo>
                  <a:pt x="15528" y="13661"/>
                </a:lnTo>
                <a:lnTo>
                  <a:pt x="14506" y="14811"/>
                </a:lnTo>
                <a:lnTo>
                  <a:pt x="16262" y="15220"/>
                </a:lnTo>
                <a:lnTo>
                  <a:pt x="18025" y="15628"/>
                </a:lnTo>
                <a:lnTo>
                  <a:pt x="19802" y="16041"/>
                </a:lnTo>
                <a:lnTo>
                  <a:pt x="21600" y="16457"/>
                </a:lnTo>
                <a:lnTo>
                  <a:pt x="21146" y="17682"/>
                </a:lnTo>
                <a:lnTo>
                  <a:pt x="20735" y="18550"/>
                </a:lnTo>
                <a:lnTo>
                  <a:pt x="20195" y="19301"/>
                </a:lnTo>
                <a:lnTo>
                  <a:pt x="19358" y="20170"/>
                </a:lnTo>
                <a:lnTo>
                  <a:pt x="18053" y="21394"/>
                </a:lnTo>
                <a:lnTo>
                  <a:pt x="15542" y="21561"/>
                </a:lnTo>
                <a:lnTo>
                  <a:pt x="13659" y="21600"/>
                </a:lnTo>
                <a:lnTo>
                  <a:pt x="10793" y="21549"/>
                </a:lnTo>
                <a:lnTo>
                  <a:pt x="8505" y="21498"/>
                </a:lnTo>
                <a:lnTo>
                  <a:pt x="6200" y="21447"/>
                </a:lnTo>
                <a:lnTo>
                  <a:pt x="3866" y="21394"/>
                </a:lnTo>
                <a:lnTo>
                  <a:pt x="4203" y="20481"/>
                </a:lnTo>
                <a:lnTo>
                  <a:pt x="4547" y="19561"/>
                </a:lnTo>
                <a:lnTo>
                  <a:pt x="4891" y="18629"/>
                </a:lnTo>
                <a:lnTo>
                  <a:pt x="5193" y="17728"/>
                </a:lnTo>
                <a:lnTo>
                  <a:pt x="5490" y="16824"/>
                </a:lnTo>
                <a:lnTo>
                  <a:pt x="5788" y="15921"/>
                </a:lnTo>
                <a:lnTo>
                  <a:pt x="6083" y="15017"/>
                </a:lnTo>
                <a:lnTo>
                  <a:pt x="6427" y="14114"/>
                </a:lnTo>
                <a:lnTo>
                  <a:pt x="6774" y="13199"/>
                </a:lnTo>
                <a:lnTo>
                  <a:pt x="7047" y="12310"/>
                </a:lnTo>
                <a:lnTo>
                  <a:pt x="7218" y="11607"/>
                </a:lnTo>
                <a:lnTo>
                  <a:pt x="7313" y="10852"/>
                </a:lnTo>
                <a:lnTo>
                  <a:pt x="7370" y="9805"/>
                </a:lnTo>
                <a:lnTo>
                  <a:pt x="7413" y="8229"/>
                </a:lnTo>
                <a:lnTo>
                  <a:pt x="5370" y="7106"/>
                </a:lnTo>
                <a:lnTo>
                  <a:pt x="3948" y="6390"/>
                </a:lnTo>
                <a:lnTo>
                  <a:pt x="2486" y="5770"/>
                </a:lnTo>
                <a:lnTo>
                  <a:pt x="319" y="4937"/>
                </a:lnTo>
                <a:lnTo>
                  <a:pt x="106" y="3614"/>
                </a:lnTo>
                <a:lnTo>
                  <a:pt x="0" y="2696"/>
                </a:lnTo>
                <a:lnTo>
                  <a:pt x="0" y="1945"/>
                </a:lnTo>
                <a:lnTo>
                  <a:pt x="106" y="1126"/>
                </a:lnTo>
                <a:lnTo>
                  <a:pt x="319" y="0"/>
                </a:lnTo>
                <a:close/>
              </a:path>
            </a:pathLst>
          </a:custGeom>
          <a:solidFill>
            <a:srgbClr val="C9CCCE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1" name="contour_08219"/>
          <p:cNvSpPr/>
          <p:nvPr/>
        </p:nvSpPr>
        <p:spPr>
          <a:xfrm>
            <a:off x="7406775" y="2696557"/>
            <a:ext cx="7379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33" y="0"/>
                </a:moveTo>
                <a:lnTo>
                  <a:pt x="11012" y="670"/>
                </a:lnTo>
                <a:lnTo>
                  <a:pt x="11249" y="2700"/>
                </a:lnTo>
                <a:lnTo>
                  <a:pt x="11490" y="4422"/>
                </a:lnTo>
                <a:lnTo>
                  <a:pt x="11733" y="6171"/>
                </a:lnTo>
                <a:lnTo>
                  <a:pt x="11957" y="7893"/>
                </a:lnTo>
                <a:lnTo>
                  <a:pt x="12183" y="9643"/>
                </a:lnTo>
                <a:lnTo>
                  <a:pt x="12623" y="10982"/>
                </a:lnTo>
                <a:lnTo>
                  <a:pt x="13067" y="12343"/>
                </a:lnTo>
                <a:lnTo>
                  <a:pt x="14477" y="12343"/>
                </a:lnTo>
                <a:lnTo>
                  <a:pt x="15895" y="12343"/>
                </a:lnTo>
                <a:lnTo>
                  <a:pt x="17333" y="12343"/>
                </a:lnTo>
                <a:lnTo>
                  <a:pt x="16911" y="10510"/>
                </a:lnTo>
                <a:lnTo>
                  <a:pt x="16486" y="8671"/>
                </a:lnTo>
                <a:lnTo>
                  <a:pt x="16062" y="6826"/>
                </a:lnTo>
                <a:lnTo>
                  <a:pt x="15633" y="4965"/>
                </a:lnTo>
                <a:lnTo>
                  <a:pt x="15200" y="3086"/>
                </a:lnTo>
                <a:lnTo>
                  <a:pt x="16467" y="3697"/>
                </a:lnTo>
                <a:lnTo>
                  <a:pt x="17739" y="4311"/>
                </a:lnTo>
                <a:lnTo>
                  <a:pt x="19014" y="4925"/>
                </a:lnTo>
                <a:lnTo>
                  <a:pt x="20301" y="5545"/>
                </a:lnTo>
                <a:lnTo>
                  <a:pt x="21600" y="6171"/>
                </a:lnTo>
                <a:lnTo>
                  <a:pt x="21363" y="8356"/>
                </a:lnTo>
                <a:lnTo>
                  <a:pt x="21133" y="9933"/>
                </a:lnTo>
                <a:lnTo>
                  <a:pt x="20809" y="11340"/>
                </a:lnTo>
                <a:lnTo>
                  <a:pt x="20288" y="13022"/>
                </a:lnTo>
                <a:lnTo>
                  <a:pt x="19467" y="15429"/>
                </a:lnTo>
                <a:lnTo>
                  <a:pt x="18123" y="16256"/>
                </a:lnTo>
                <a:lnTo>
                  <a:pt x="16764" y="16941"/>
                </a:lnTo>
                <a:lnTo>
                  <a:pt x="15392" y="17505"/>
                </a:lnTo>
                <a:lnTo>
                  <a:pt x="14003" y="17974"/>
                </a:lnTo>
                <a:lnTo>
                  <a:pt x="12597" y="18382"/>
                </a:lnTo>
                <a:lnTo>
                  <a:pt x="11174" y="18746"/>
                </a:lnTo>
                <a:lnTo>
                  <a:pt x="9734" y="19094"/>
                </a:lnTo>
                <a:lnTo>
                  <a:pt x="9050" y="19283"/>
                </a:lnTo>
                <a:lnTo>
                  <a:pt x="6987" y="19860"/>
                </a:lnTo>
                <a:lnTo>
                  <a:pt x="5645" y="20224"/>
                </a:lnTo>
                <a:lnTo>
                  <a:pt x="4301" y="20579"/>
                </a:lnTo>
                <a:lnTo>
                  <a:pt x="2957" y="20924"/>
                </a:lnTo>
                <a:lnTo>
                  <a:pt x="1613" y="21264"/>
                </a:lnTo>
                <a:lnTo>
                  <a:pt x="267" y="21600"/>
                </a:lnTo>
                <a:lnTo>
                  <a:pt x="117" y="18061"/>
                </a:lnTo>
                <a:lnTo>
                  <a:pt x="30" y="15571"/>
                </a:lnTo>
                <a:lnTo>
                  <a:pt x="0" y="13787"/>
                </a:lnTo>
                <a:lnTo>
                  <a:pt x="30" y="12371"/>
                </a:lnTo>
                <a:lnTo>
                  <a:pt x="117" y="10973"/>
                </a:lnTo>
                <a:lnTo>
                  <a:pt x="267" y="9257"/>
                </a:lnTo>
                <a:lnTo>
                  <a:pt x="1615" y="8078"/>
                </a:lnTo>
                <a:lnTo>
                  <a:pt x="2686" y="7575"/>
                </a:lnTo>
                <a:lnTo>
                  <a:pt x="4401" y="7329"/>
                </a:lnTo>
                <a:lnTo>
                  <a:pt x="6135" y="6955"/>
                </a:lnTo>
                <a:lnTo>
                  <a:pt x="7277" y="6656"/>
                </a:lnTo>
                <a:lnTo>
                  <a:pt x="8800" y="6171"/>
                </a:lnTo>
                <a:lnTo>
                  <a:pt x="9734" y="4231"/>
                </a:lnTo>
                <a:lnTo>
                  <a:pt x="10268" y="2944"/>
                </a:lnTo>
                <a:lnTo>
                  <a:pt x="10601" y="1725"/>
                </a:lnTo>
                <a:lnTo>
                  <a:pt x="10933" y="0"/>
                </a:lnTo>
                <a:close/>
              </a:path>
            </a:pathLst>
          </a:custGeom>
          <a:solidFill>
            <a:srgbClr val="A596C4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2" name="contour_08220"/>
          <p:cNvSpPr/>
          <p:nvPr/>
        </p:nvSpPr>
        <p:spPr>
          <a:xfrm>
            <a:off x="5199425" y="2682513"/>
            <a:ext cx="52226" cy="577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45" y="142"/>
                </a:moveTo>
                <a:lnTo>
                  <a:pt x="18450" y="929"/>
                </a:lnTo>
                <a:lnTo>
                  <a:pt x="19764" y="1722"/>
                </a:lnTo>
                <a:lnTo>
                  <a:pt x="21100" y="2526"/>
                </a:lnTo>
                <a:lnTo>
                  <a:pt x="21431" y="4447"/>
                </a:lnTo>
                <a:lnTo>
                  <a:pt x="21600" y="5831"/>
                </a:lnTo>
                <a:lnTo>
                  <a:pt x="21600" y="7074"/>
                </a:lnTo>
                <a:lnTo>
                  <a:pt x="21431" y="8567"/>
                </a:lnTo>
                <a:lnTo>
                  <a:pt x="21100" y="10701"/>
                </a:lnTo>
                <a:lnTo>
                  <a:pt x="19559" y="12276"/>
                </a:lnTo>
                <a:lnTo>
                  <a:pt x="18420" y="13374"/>
                </a:lnTo>
                <a:lnTo>
                  <a:pt x="17332" y="14278"/>
                </a:lnTo>
                <a:lnTo>
                  <a:pt x="15954" y="15278"/>
                </a:lnTo>
                <a:lnTo>
                  <a:pt x="13941" y="16660"/>
                </a:lnTo>
                <a:lnTo>
                  <a:pt x="12612" y="17600"/>
                </a:lnTo>
                <a:lnTo>
                  <a:pt x="11273" y="18545"/>
                </a:lnTo>
                <a:lnTo>
                  <a:pt x="9914" y="19502"/>
                </a:lnTo>
                <a:lnTo>
                  <a:pt x="7970" y="20526"/>
                </a:lnTo>
                <a:lnTo>
                  <a:pt x="6481" y="21148"/>
                </a:lnTo>
                <a:lnTo>
                  <a:pt x="4973" y="21466"/>
                </a:lnTo>
                <a:lnTo>
                  <a:pt x="2972" y="21584"/>
                </a:lnTo>
                <a:lnTo>
                  <a:pt x="0" y="21600"/>
                </a:lnTo>
                <a:lnTo>
                  <a:pt x="247" y="19698"/>
                </a:lnTo>
                <a:lnTo>
                  <a:pt x="515" y="17834"/>
                </a:lnTo>
                <a:lnTo>
                  <a:pt x="826" y="16014"/>
                </a:lnTo>
                <a:lnTo>
                  <a:pt x="1194" y="14232"/>
                </a:lnTo>
                <a:lnTo>
                  <a:pt x="1646" y="12488"/>
                </a:lnTo>
                <a:lnTo>
                  <a:pt x="2197" y="10785"/>
                </a:lnTo>
                <a:lnTo>
                  <a:pt x="2870" y="9123"/>
                </a:lnTo>
                <a:lnTo>
                  <a:pt x="3680" y="7499"/>
                </a:lnTo>
                <a:lnTo>
                  <a:pt x="4654" y="5916"/>
                </a:lnTo>
                <a:lnTo>
                  <a:pt x="5808" y="4371"/>
                </a:lnTo>
                <a:lnTo>
                  <a:pt x="7159" y="2867"/>
                </a:lnTo>
                <a:lnTo>
                  <a:pt x="9591" y="1373"/>
                </a:lnTo>
                <a:lnTo>
                  <a:pt x="11324" y="485"/>
                </a:lnTo>
                <a:lnTo>
                  <a:pt x="12841" y="71"/>
                </a:lnTo>
                <a:lnTo>
                  <a:pt x="14622" y="0"/>
                </a:lnTo>
                <a:lnTo>
                  <a:pt x="17145" y="142"/>
                </a:lnTo>
                <a:close/>
              </a:path>
            </a:pathLst>
          </a:custGeom>
          <a:solidFill>
            <a:srgbClr val="4B4843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3" name="contour_08221"/>
          <p:cNvSpPr/>
          <p:nvPr/>
        </p:nvSpPr>
        <p:spPr>
          <a:xfrm>
            <a:off x="6810071" y="2652829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345" y="1426"/>
                </a:lnTo>
                <a:lnTo>
                  <a:pt x="19791" y="2853"/>
                </a:lnTo>
                <a:lnTo>
                  <a:pt x="20239" y="4288"/>
                </a:lnTo>
                <a:lnTo>
                  <a:pt x="20690" y="5728"/>
                </a:lnTo>
                <a:lnTo>
                  <a:pt x="21144" y="7178"/>
                </a:lnTo>
                <a:lnTo>
                  <a:pt x="21600" y="8640"/>
                </a:lnTo>
                <a:lnTo>
                  <a:pt x="19815" y="8640"/>
                </a:lnTo>
                <a:lnTo>
                  <a:pt x="18020" y="8640"/>
                </a:lnTo>
                <a:lnTo>
                  <a:pt x="16200" y="8640"/>
                </a:lnTo>
                <a:lnTo>
                  <a:pt x="15711" y="10009"/>
                </a:lnTo>
                <a:lnTo>
                  <a:pt x="15425" y="11014"/>
                </a:lnTo>
                <a:lnTo>
                  <a:pt x="15231" y="12148"/>
                </a:lnTo>
                <a:lnTo>
                  <a:pt x="15017" y="13906"/>
                </a:lnTo>
                <a:lnTo>
                  <a:pt x="14674" y="15671"/>
                </a:lnTo>
                <a:lnTo>
                  <a:pt x="14402" y="16837"/>
                </a:lnTo>
                <a:lnTo>
                  <a:pt x="14059" y="17919"/>
                </a:lnTo>
                <a:lnTo>
                  <a:pt x="13500" y="19440"/>
                </a:lnTo>
                <a:lnTo>
                  <a:pt x="11410" y="20300"/>
                </a:lnTo>
                <a:lnTo>
                  <a:pt x="9944" y="20842"/>
                </a:lnTo>
                <a:lnTo>
                  <a:pt x="8713" y="21170"/>
                </a:lnTo>
                <a:lnTo>
                  <a:pt x="7328" y="21388"/>
                </a:lnTo>
                <a:lnTo>
                  <a:pt x="5400" y="21600"/>
                </a:lnTo>
                <a:lnTo>
                  <a:pt x="4636" y="20377"/>
                </a:lnTo>
                <a:lnTo>
                  <a:pt x="3872" y="19155"/>
                </a:lnTo>
                <a:lnTo>
                  <a:pt x="3105" y="17928"/>
                </a:lnTo>
                <a:lnTo>
                  <a:pt x="2336" y="16697"/>
                </a:lnTo>
                <a:lnTo>
                  <a:pt x="1561" y="15459"/>
                </a:lnTo>
                <a:lnTo>
                  <a:pt x="783" y="14215"/>
                </a:lnTo>
                <a:lnTo>
                  <a:pt x="0" y="12960"/>
                </a:lnTo>
                <a:lnTo>
                  <a:pt x="1283" y="12692"/>
                </a:lnTo>
                <a:lnTo>
                  <a:pt x="2573" y="12422"/>
                </a:lnTo>
                <a:lnTo>
                  <a:pt x="3883" y="12150"/>
                </a:lnTo>
                <a:lnTo>
                  <a:pt x="5924" y="11439"/>
                </a:lnTo>
                <a:lnTo>
                  <a:pt x="7360" y="10778"/>
                </a:lnTo>
                <a:lnTo>
                  <a:pt x="8378" y="10057"/>
                </a:lnTo>
                <a:lnTo>
                  <a:pt x="9164" y="9171"/>
                </a:lnTo>
                <a:lnTo>
                  <a:pt x="9909" y="8016"/>
                </a:lnTo>
                <a:lnTo>
                  <a:pt x="10800" y="6480"/>
                </a:lnTo>
                <a:lnTo>
                  <a:pt x="12585" y="6480"/>
                </a:lnTo>
                <a:lnTo>
                  <a:pt x="14380" y="6480"/>
                </a:lnTo>
                <a:lnTo>
                  <a:pt x="16200" y="6480"/>
                </a:lnTo>
                <a:lnTo>
                  <a:pt x="17032" y="4873"/>
                </a:lnTo>
                <a:lnTo>
                  <a:pt x="17588" y="3732"/>
                </a:lnTo>
                <a:lnTo>
                  <a:pt x="17998" y="2748"/>
                </a:lnTo>
                <a:lnTo>
                  <a:pt x="18392" y="1607"/>
                </a:lnTo>
                <a:lnTo>
                  <a:pt x="18900" y="0"/>
                </a:lnTo>
                <a:close/>
              </a:path>
            </a:pathLst>
          </a:custGeom>
          <a:solidFill>
            <a:srgbClr val="646357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4" name="contour_08222"/>
          <p:cNvSpPr/>
          <p:nvPr/>
        </p:nvSpPr>
        <p:spPr>
          <a:xfrm>
            <a:off x="7844966" y="2694283"/>
            <a:ext cx="58304" cy="60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0" y="0"/>
                </a:moveTo>
                <a:lnTo>
                  <a:pt x="10044" y="120"/>
                </a:lnTo>
                <a:lnTo>
                  <a:pt x="11094" y="330"/>
                </a:lnTo>
                <a:lnTo>
                  <a:pt x="13500" y="811"/>
                </a:lnTo>
                <a:lnTo>
                  <a:pt x="14245" y="3212"/>
                </a:lnTo>
                <a:lnTo>
                  <a:pt x="14723" y="4815"/>
                </a:lnTo>
                <a:lnTo>
                  <a:pt x="15031" y="5990"/>
                </a:lnTo>
                <a:lnTo>
                  <a:pt x="15266" y="7110"/>
                </a:lnTo>
                <a:lnTo>
                  <a:pt x="15525" y="8544"/>
                </a:lnTo>
                <a:lnTo>
                  <a:pt x="16092" y="10254"/>
                </a:lnTo>
                <a:lnTo>
                  <a:pt x="16843" y="11712"/>
                </a:lnTo>
                <a:lnTo>
                  <a:pt x="17774" y="12988"/>
                </a:lnTo>
                <a:lnTo>
                  <a:pt x="18881" y="14150"/>
                </a:lnTo>
                <a:lnTo>
                  <a:pt x="20158" y="15264"/>
                </a:lnTo>
                <a:lnTo>
                  <a:pt x="21600" y="16403"/>
                </a:lnTo>
                <a:lnTo>
                  <a:pt x="20318" y="16294"/>
                </a:lnTo>
                <a:lnTo>
                  <a:pt x="19027" y="16187"/>
                </a:lnTo>
                <a:lnTo>
                  <a:pt x="17717" y="16078"/>
                </a:lnTo>
                <a:lnTo>
                  <a:pt x="17099" y="16125"/>
                </a:lnTo>
                <a:lnTo>
                  <a:pt x="16006" y="16210"/>
                </a:lnTo>
                <a:lnTo>
                  <a:pt x="13500" y="16403"/>
                </a:lnTo>
                <a:lnTo>
                  <a:pt x="12604" y="17944"/>
                </a:lnTo>
                <a:lnTo>
                  <a:pt x="12026" y="19001"/>
                </a:lnTo>
                <a:lnTo>
                  <a:pt x="11507" y="20056"/>
                </a:lnTo>
                <a:lnTo>
                  <a:pt x="10800" y="21600"/>
                </a:lnTo>
                <a:lnTo>
                  <a:pt x="9015" y="21600"/>
                </a:lnTo>
                <a:lnTo>
                  <a:pt x="7220" y="21600"/>
                </a:lnTo>
                <a:lnTo>
                  <a:pt x="5400" y="21600"/>
                </a:lnTo>
                <a:lnTo>
                  <a:pt x="5400" y="20054"/>
                </a:lnTo>
                <a:lnTo>
                  <a:pt x="5400" y="18508"/>
                </a:lnTo>
                <a:lnTo>
                  <a:pt x="5400" y="16951"/>
                </a:lnTo>
                <a:lnTo>
                  <a:pt x="5400" y="15384"/>
                </a:lnTo>
                <a:lnTo>
                  <a:pt x="5400" y="13804"/>
                </a:lnTo>
                <a:lnTo>
                  <a:pt x="3615" y="13804"/>
                </a:lnTo>
                <a:lnTo>
                  <a:pt x="1820" y="13804"/>
                </a:lnTo>
                <a:lnTo>
                  <a:pt x="0" y="13804"/>
                </a:lnTo>
                <a:lnTo>
                  <a:pt x="883" y="10080"/>
                </a:lnTo>
                <a:lnTo>
                  <a:pt x="1625" y="7172"/>
                </a:lnTo>
                <a:lnTo>
                  <a:pt x="2306" y="4961"/>
                </a:lnTo>
                <a:lnTo>
                  <a:pt x="3002" y="3334"/>
                </a:lnTo>
                <a:lnTo>
                  <a:pt x="3793" y="2178"/>
                </a:lnTo>
                <a:lnTo>
                  <a:pt x="4755" y="1382"/>
                </a:lnTo>
                <a:lnTo>
                  <a:pt x="5967" y="829"/>
                </a:lnTo>
                <a:lnTo>
                  <a:pt x="7506" y="405"/>
                </a:lnTo>
                <a:lnTo>
                  <a:pt x="9450" y="0"/>
                </a:lnTo>
                <a:close/>
              </a:path>
            </a:pathLst>
          </a:custGeom>
          <a:solidFill>
            <a:srgbClr val="DE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5" name="contour_08223"/>
          <p:cNvSpPr/>
          <p:nvPr/>
        </p:nvSpPr>
        <p:spPr>
          <a:xfrm>
            <a:off x="5341540" y="2645541"/>
            <a:ext cx="6194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8" y="0"/>
                </a:moveTo>
                <a:lnTo>
                  <a:pt x="17776" y="1069"/>
                </a:lnTo>
                <a:lnTo>
                  <a:pt x="19038" y="2145"/>
                </a:lnTo>
                <a:lnTo>
                  <a:pt x="20312" y="3225"/>
                </a:lnTo>
                <a:lnTo>
                  <a:pt x="21600" y="4320"/>
                </a:lnTo>
                <a:lnTo>
                  <a:pt x="20342" y="5389"/>
                </a:lnTo>
                <a:lnTo>
                  <a:pt x="19082" y="6461"/>
                </a:lnTo>
                <a:lnTo>
                  <a:pt x="17821" y="7532"/>
                </a:lnTo>
                <a:lnTo>
                  <a:pt x="16556" y="8608"/>
                </a:lnTo>
                <a:lnTo>
                  <a:pt x="15285" y="9688"/>
                </a:lnTo>
                <a:lnTo>
                  <a:pt x="14010" y="10772"/>
                </a:lnTo>
                <a:lnTo>
                  <a:pt x="12726" y="11863"/>
                </a:lnTo>
                <a:lnTo>
                  <a:pt x="11435" y="12960"/>
                </a:lnTo>
                <a:lnTo>
                  <a:pt x="12945" y="13388"/>
                </a:lnTo>
                <a:lnTo>
                  <a:pt x="14459" y="13818"/>
                </a:lnTo>
                <a:lnTo>
                  <a:pt x="15979" y="14247"/>
                </a:lnTo>
                <a:lnTo>
                  <a:pt x="17511" y="14682"/>
                </a:lnTo>
                <a:lnTo>
                  <a:pt x="19059" y="15120"/>
                </a:lnTo>
                <a:lnTo>
                  <a:pt x="17621" y="16036"/>
                </a:lnTo>
                <a:lnTo>
                  <a:pt x="16182" y="16954"/>
                </a:lnTo>
                <a:lnTo>
                  <a:pt x="14739" y="17874"/>
                </a:lnTo>
                <a:lnTo>
                  <a:pt x="13290" y="18798"/>
                </a:lnTo>
                <a:lnTo>
                  <a:pt x="11834" y="19725"/>
                </a:lnTo>
                <a:lnTo>
                  <a:pt x="10371" y="20660"/>
                </a:lnTo>
                <a:lnTo>
                  <a:pt x="8894" y="21600"/>
                </a:lnTo>
                <a:lnTo>
                  <a:pt x="6523" y="19829"/>
                </a:lnTo>
                <a:lnTo>
                  <a:pt x="4719" y="18446"/>
                </a:lnTo>
                <a:lnTo>
                  <a:pt x="3380" y="17334"/>
                </a:lnTo>
                <a:lnTo>
                  <a:pt x="2399" y="16381"/>
                </a:lnTo>
                <a:lnTo>
                  <a:pt x="1677" y="15474"/>
                </a:lnTo>
                <a:lnTo>
                  <a:pt x="1105" y="14498"/>
                </a:lnTo>
                <a:lnTo>
                  <a:pt x="582" y="13338"/>
                </a:lnTo>
                <a:lnTo>
                  <a:pt x="0" y="11880"/>
                </a:lnTo>
                <a:lnTo>
                  <a:pt x="704" y="10405"/>
                </a:lnTo>
                <a:lnTo>
                  <a:pt x="1553" y="9158"/>
                </a:lnTo>
                <a:lnTo>
                  <a:pt x="2541" y="8100"/>
                </a:lnTo>
                <a:lnTo>
                  <a:pt x="3659" y="7191"/>
                </a:lnTo>
                <a:lnTo>
                  <a:pt x="4902" y="6394"/>
                </a:lnTo>
                <a:lnTo>
                  <a:pt x="6259" y="5672"/>
                </a:lnTo>
                <a:lnTo>
                  <a:pt x="7725" y="4983"/>
                </a:lnTo>
                <a:lnTo>
                  <a:pt x="9291" y="4292"/>
                </a:lnTo>
                <a:lnTo>
                  <a:pt x="10950" y="3560"/>
                </a:lnTo>
                <a:lnTo>
                  <a:pt x="12739" y="2717"/>
                </a:lnTo>
                <a:lnTo>
                  <a:pt x="13915" y="2065"/>
                </a:lnTo>
                <a:lnTo>
                  <a:pt x="15001" y="1270"/>
                </a:lnTo>
                <a:lnTo>
                  <a:pt x="16518" y="0"/>
                </a:lnTo>
                <a:close/>
              </a:path>
            </a:pathLst>
          </a:custGeom>
          <a:solidFill>
            <a:srgbClr val="4D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6" name="contour_08224"/>
          <p:cNvSpPr/>
          <p:nvPr/>
        </p:nvSpPr>
        <p:spPr>
          <a:xfrm>
            <a:off x="7028711" y="2681981"/>
            <a:ext cx="80168" cy="442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220"/>
                </a:lnTo>
                <a:lnTo>
                  <a:pt x="2673" y="441"/>
                </a:lnTo>
                <a:lnTo>
                  <a:pt x="4012" y="661"/>
                </a:lnTo>
                <a:lnTo>
                  <a:pt x="5349" y="882"/>
                </a:lnTo>
                <a:lnTo>
                  <a:pt x="6688" y="1102"/>
                </a:lnTo>
                <a:lnTo>
                  <a:pt x="8031" y="1322"/>
                </a:lnTo>
                <a:lnTo>
                  <a:pt x="9374" y="1543"/>
                </a:lnTo>
                <a:lnTo>
                  <a:pt x="10719" y="1763"/>
                </a:lnTo>
                <a:lnTo>
                  <a:pt x="12067" y="1987"/>
                </a:lnTo>
                <a:lnTo>
                  <a:pt x="13418" y="2208"/>
                </a:lnTo>
                <a:lnTo>
                  <a:pt x="14772" y="2432"/>
                </a:lnTo>
                <a:lnTo>
                  <a:pt x="16129" y="2656"/>
                </a:lnTo>
                <a:lnTo>
                  <a:pt x="17490" y="2880"/>
                </a:lnTo>
                <a:lnTo>
                  <a:pt x="18855" y="3103"/>
                </a:lnTo>
                <a:lnTo>
                  <a:pt x="20225" y="3327"/>
                </a:lnTo>
                <a:lnTo>
                  <a:pt x="21600" y="3555"/>
                </a:lnTo>
                <a:lnTo>
                  <a:pt x="20581" y="7330"/>
                </a:lnTo>
                <a:lnTo>
                  <a:pt x="19766" y="10317"/>
                </a:lnTo>
                <a:lnTo>
                  <a:pt x="19108" y="12656"/>
                </a:lnTo>
                <a:lnTo>
                  <a:pt x="18556" y="14494"/>
                </a:lnTo>
                <a:lnTo>
                  <a:pt x="18063" y="15983"/>
                </a:lnTo>
                <a:lnTo>
                  <a:pt x="17580" y="17263"/>
                </a:lnTo>
                <a:lnTo>
                  <a:pt x="17060" y="18486"/>
                </a:lnTo>
                <a:lnTo>
                  <a:pt x="16451" y="19791"/>
                </a:lnTo>
                <a:lnTo>
                  <a:pt x="15709" y="21330"/>
                </a:lnTo>
                <a:lnTo>
                  <a:pt x="14242" y="21600"/>
                </a:lnTo>
                <a:lnTo>
                  <a:pt x="12895" y="21458"/>
                </a:lnTo>
                <a:lnTo>
                  <a:pt x="11625" y="20953"/>
                </a:lnTo>
                <a:lnTo>
                  <a:pt x="10392" y="20139"/>
                </a:lnTo>
                <a:lnTo>
                  <a:pt x="9149" y="19062"/>
                </a:lnTo>
                <a:lnTo>
                  <a:pt x="7855" y="17775"/>
                </a:lnTo>
                <a:lnTo>
                  <a:pt x="6722" y="16061"/>
                </a:lnTo>
                <a:lnTo>
                  <a:pt x="5712" y="14309"/>
                </a:lnTo>
                <a:lnTo>
                  <a:pt x="4801" y="12499"/>
                </a:lnTo>
                <a:lnTo>
                  <a:pt x="3963" y="10629"/>
                </a:lnTo>
                <a:lnTo>
                  <a:pt x="3173" y="8688"/>
                </a:lnTo>
                <a:lnTo>
                  <a:pt x="2407" y="6666"/>
                </a:lnTo>
                <a:lnTo>
                  <a:pt x="1640" y="4547"/>
                </a:lnTo>
                <a:lnTo>
                  <a:pt x="846" y="2329"/>
                </a:lnTo>
                <a:lnTo>
                  <a:pt x="0" y="0"/>
                </a:lnTo>
                <a:close/>
              </a:path>
            </a:pathLst>
          </a:custGeom>
          <a:solidFill>
            <a:srgbClr val="656461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7" name="contour_08225"/>
          <p:cNvSpPr/>
          <p:nvPr/>
        </p:nvSpPr>
        <p:spPr>
          <a:xfrm>
            <a:off x="4259274" y="2572661"/>
            <a:ext cx="53982" cy="1031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48" y="0"/>
                </a:moveTo>
                <a:lnTo>
                  <a:pt x="10656" y="276"/>
                </a:lnTo>
                <a:lnTo>
                  <a:pt x="12452" y="583"/>
                </a:lnTo>
                <a:lnTo>
                  <a:pt x="14155" y="933"/>
                </a:lnTo>
                <a:lnTo>
                  <a:pt x="15785" y="1340"/>
                </a:lnTo>
                <a:lnTo>
                  <a:pt x="17357" y="1821"/>
                </a:lnTo>
                <a:lnTo>
                  <a:pt x="18894" y="2386"/>
                </a:lnTo>
                <a:lnTo>
                  <a:pt x="20413" y="3053"/>
                </a:lnTo>
                <a:lnTo>
                  <a:pt x="20944" y="4141"/>
                </a:lnTo>
                <a:lnTo>
                  <a:pt x="21311" y="5228"/>
                </a:lnTo>
                <a:lnTo>
                  <a:pt x="21530" y="6311"/>
                </a:lnTo>
                <a:lnTo>
                  <a:pt x="21600" y="7392"/>
                </a:lnTo>
                <a:lnTo>
                  <a:pt x="21539" y="8468"/>
                </a:lnTo>
                <a:lnTo>
                  <a:pt x="21349" y="9538"/>
                </a:lnTo>
                <a:lnTo>
                  <a:pt x="21040" y="10602"/>
                </a:lnTo>
                <a:lnTo>
                  <a:pt x="20623" y="11658"/>
                </a:lnTo>
                <a:lnTo>
                  <a:pt x="20107" y="12706"/>
                </a:lnTo>
                <a:lnTo>
                  <a:pt x="19495" y="13746"/>
                </a:lnTo>
                <a:lnTo>
                  <a:pt x="18803" y="14776"/>
                </a:lnTo>
                <a:lnTo>
                  <a:pt x="18034" y="15796"/>
                </a:lnTo>
                <a:lnTo>
                  <a:pt x="17200" y="16803"/>
                </a:lnTo>
                <a:lnTo>
                  <a:pt x="16310" y="17800"/>
                </a:lnTo>
                <a:lnTo>
                  <a:pt x="15368" y="18782"/>
                </a:lnTo>
                <a:lnTo>
                  <a:pt x="14388" y="19752"/>
                </a:lnTo>
                <a:lnTo>
                  <a:pt x="12764" y="20690"/>
                </a:lnTo>
                <a:lnTo>
                  <a:pt x="11609" y="21196"/>
                </a:lnTo>
                <a:lnTo>
                  <a:pt x="10367" y="21441"/>
                </a:lnTo>
                <a:lnTo>
                  <a:pt x="8486" y="21600"/>
                </a:lnTo>
                <a:lnTo>
                  <a:pt x="6675" y="21337"/>
                </a:lnTo>
                <a:lnTo>
                  <a:pt x="4960" y="21040"/>
                </a:lnTo>
                <a:lnTo>
                  <a:pt x="3301" y="20696"/>
                </a:lnTo>
                <a:lnTo>
                  <a:pt x="1659" y="20300"/>
                </a:lnTo>
                <a:lnTo>
                  <a:pt x="0" y="19842"/>
                </a:lnTo>
                <a:lnTo>
                  <a:pt x="1385" y="19652"/>
                </a:lnTo>
                <a:lnTo>
                  <a:pt x="2779" y="19462"/>
                </a:lnTo>
                <a:lnTo>
                  <a:pt x="4193" y="19269"/>
                </a:lnTo>
                <a:lnTo>
                  <a:pt x="6859" y="18692"/>
                </a:lnTo>
                <a:lnTo>
                  <a:pt x="8431" y="18231"/>
                </a:lnTo>
                <a:lnTo>
                  <a:pt x="9524" y="17647"/>
                </a:lnTo>
                <a:lnTo>
                  <a:pt x="10755" y="16695"/>
                </a:lnTo>
                <a:lnTo>
                  <a:pt x="10979" y="16337"/>
                </a:lnTo>
                <a:lnTo>
                  <a:pt x="11665" y="15263"/>
                </a:lnTo>
                <a:lnTo>
                  <a:pt x="9932" y="14961"/>
                </a:lnTo>
                <a:lnTo>
                  <a:pt x="8194" y="14657"/>
                </a:lnTo>
                <a:lnTo>
                  <a:pt x="6451" y="14353"/>
                </a:lnTo>
                <a:lnTo>
                  <a:pt x="4692" y="14046"/>
                </a:lnTo>
                <a:lnTo>
                  <a:pt x="2916" y="13737"/>
                </a:lnTo>
                <a:lnTo>
                  <a:pt x="4380" y="13613"/>
                </a:lnTo>
                <a:lnTo>
                  <a:pt x="5853" y="13488"/>
                </a:lnTo>
                <a:lnTo>
                  <a:pt x="7349" y="13361"/>
                </a:lnTo>
                <a:lnTo>
                  <a:pt x="7982" y="13192"/>
                </a:lnTo>
                <a:lnTo>
                  <a:pt x="9101" y="12894"/>
                </a:lnTo>
                <a:lnTo>
                  <a:pt x="11665" y="12210"/>
                </a:lnTo>
                <a:lnTo>
                  <a:pt x="11717" y="11099"/>
                </a:lnTo>
                <a:lnTo>
                  <a:pt x="11694" y="10067"/>
                </a:lnTo>
                <a:lnTo>
                  <a:pt x="11589" y="9077"/>
                </a:lnTo>
                <a:lnTo>
                  <a:pt x="11399" y="8095"/>
                </a:lnTo>
                <a:lnTo>
                  <a:pt x="11122" y="7085"/>
                </a:lnTo>
                <a:lnTo>
                  <a:pt x="10755" y="6011"/>
                </a:lnTo>
                <a:lnTo>
                  <a:pt x="10618" y="5576"/>
                </a:lnTo>
                <a:lnTo>
                  <a:pt x="10212" y="4266"/>
                </a:lnTo>
                <a:lnTo>
                  <a:pt x="9865" y="3198"/>
                </a:lnTo>
                <a:lnTo>
                  <a:pt x="9504" y="2131"/>
                </a:lnTo>
                <a:lnTo>
                  <a:pt x="9130" y="1065"/>
                </a:lnTo>
                <a:lnTo>
                  <a:pt x="8748" y="0"/>
                </a:lnTo>
                <a:close/>
              </a:path>
            </a:pathLst>
          </a:custGeom>
          <a:solidFill>
            <a:srgbClr val="878B8E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8" name="contour_08226"/>
          <p:cNvSpPr/>
          <p:nvPr/>
        </p:nvSpPr>
        <p:spPr>
          <a:xfrm>
            <a:off x="1482549" y="2586042"/>
            <a:ext cx="51920" cy="594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96" y="434"/>
                </a:moveTo>
                <a:lnTo>
                  <a:pt x="11173" y="135"/>
                </a:lnTo>
                <a:lnTo>
                  <a:pt x="13159" y="3"/>
                </a:lnTo>
                <a:lnTo>
                  <a:pt x="15108" y="0"/>
                </a:lnTo>
                <a:lnTo>
                  <a:pt x="17067" y="95"/>
                </a:lnTo>
                <a:lnTo>
                  <a:pt x="19090" y="249"/>
                </a:lnTo>
                <a:lnTo>
                  <a:pt x="21224" y="434"/>
                </a:lnTo>
                <a:lnTo>
                  <a:pt x="21464" y="3675"/>
                </a:lnTo>
                <a:lnTo>
                  <a:pt x="21600" y="6159"/>
                </a:lnTo>
                <a:lnTo>
                  <a:pt x="21600" y="8040"/>
                </a:lnTo>
                <a:lnTo>
                  <a:pt x="21430" y="9480"/>
                </a:lnTo>
                <a:lnTo>
                  <a:pt x="21057" y="10636"/>
                </a:lnTo>
                <a:lnTo>
                  <a:pt x="20445" y="11668"/>
                </a:lnTo>
                <a:lnTo>
                  <a:pt x="19566" y="12734"/>
                </a:lnTo>
                <a:lnTo>
                  <a:pt x="18380" y="13993"/>
                </a:lnTo>
                <a:lnTo>
                  <a:pt x="16782" y="15142"/>
                </a:lnTo>
                <a:lnTo>
                  <a:pt x="15160" y="16308"/>
                </a:lnTo>
                <a:lnTo>
                  <a:pt x="14369" y="17615"/>
                </a:lnTo>
                <a:lnTo>
                  <a:pt x="13596" y="18936"/>
                </a:lnTo>
                <a:lnTo>
                  <a:pt x="12850" y="20261"/>
                </a:lnTo>
                <a:lnTo>
                  <a:pt x="12128" y="21600"/>
                </a:lnTo>
                <a:lnTo>
                  <a:pt x="10603" y="20703"/>
                </a:lnTo>
                <a:lnTo>
                  <a:pt x="9084" y="19796"/>
                </a:lnTo>
                <a:lnTo>
                  <a:pt x="7571" y="18883"/>
                </a:lnTo>
                <a:lnTo>
                  <a:pt x="6064" y="17962"/>
                </a:lnTo>
                <a:lnTo>
                  <a:pt x="4372" y="16946"/>
                </a:lnTo>
                <a:lnTo>
                  <a:pt x="2653" y="15917"/>
                </a:lnTo>
                <a:lnTo>
                  <a:pt x="1337" y="14798"/>
                </a:lnTo>
                <a:lnTo>
                  <a:pt x="0" y="13663"/>
                </a:lnTo>
                <a:lnTo>
                  <a:pt x="0" y="11914"/>
                </a:lnTo>
                <a:lnTo>
                  <a:pt x="0" y="10154"/>
                </a:lnTo>
                <a:lnTo>
                  <a:pt x="0" y="8371"/>
                </a:lnTo>
                <a:lnTo>
                  <a:pt x="2004" y="8371"/>
                </a:lnTo>
                <a:lnTo>
                  <a:pt x="4020" y="8371"/>
                </a:lnTo>
                <a:lnTo>
                  <a:pt x="6064" y="8371"/>
                </a:lnTo>
                <a:lnTo>
                  <a:pt x="6440" y="7059"/>
                </a:lnTo>
                <a:lnTo>
                  <a:pt x="6819" y="5741"/>
                </a:lnTo>
                <a:lnTo>
                  <a:pt x="7201" y="4403"/>
                </a:lnTo>
                <a:lnTo>
                  <a:pt x="7826" y="3090"/>
                </a:lnTo>
                <a:lnTo>
                  <a:pt x="8456" y="1773"/>
                </a:lnTo>
                <a:lnTo>
                  <a:pt x="9096" y="434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8229" name="contour_08227"/>
          <p:cNvSpPr/>
          <p:nvPr/>
        </p:nvSpPr>
        <p:spPr>
          <a:xfrm>
            <a:off x="7597174" y="2536221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6" y="0"/>
                </a:lnTo>
                <a:lnTo>
                  <a:pt x="15182" y="0"/>
                </a:lnTo>
                <a:lnTo>
                  <a:pt x="16800" y="0"/>
                </a:lnTo>
                <a:lnTo>
                  <a:pt x="17364" y="1159"/>
                </a:lnTo>
                <a:lnTo>
                  <a:pt x="17873" y="2286"/>
                </a:lnTo>
                <a:lnTo>
                  <a:pt x="18331" y="3399"/>
                </a:lnTo>
                <a:lnTo>
                  <a:pt x="18751" y="4522"/>
                </a:lnTo>
                <a:lnTo>
                  <a:pt x="19138" y="5673"/>
                </a:lnTo>
                <a:lnTo>
                  <a:pt x="19500" y="6873"/>
                </a:lnTo>
                <a:lnTo>
                  <a:pt x="19812" y="7858"/>
                </a:lnTo>
                <a:lnTo>
                  <a:pt x="20129" y="8860"/>
                </a:lnTo>
                <a:lnTo>
                  <a:pt x="20506" y="10079"/>
                </a:lnTo>
                <a:lnTo>
                  <a:pt x="20875" y="11301"/>
                </a:lnTo>
                <a:lnTo>
                  <a:pt x="21240" y="12522"/>
                </a:lnTo>
                <a:lnTo>
                  <a:pt x="21600" y="13745"/>
                </a:lnTo>
                <a:lnTo>
                  <a:pt x="20014" y="13745"/>
                </a:lnTo>
                <a:lnTo>
                  <a:pt x="18418" y="13745"/>
                </a:lnTo>
                <a:lnTo>
                  <a:pt x="16800" y="13745"/>
                </a:lnTo>
                <a:lnTo>
                  <a:pt x="16082" y="15036"/>
                </a:lnTo>
                <a:lnTo>
                  <a:pt x="15694" y="16055"/>
                </a:lnTo>
                <a:lnTo>
                  <a:pt x="15300" y="17673"/>
                </a:lnTo>
                <a:lnTo>
                  <a:pt x="15002" y="18971"/>
                </a:lnTo>
                <a:lnTo>
                  <a:pt x="14705" y="20277"/>
                </a:lnTo>
                <a:lnTo>
                  <a:pt x="14400" y="21600"/>
                </a:lnTo>
                <a:lnTo>
                  <a:pt x="13675" y="21502"/>
                </a:lnTo>
                <a:lnTo>
                  <a:pt x="13010" y="21410"/>
                </a:lnTo>
                <a:lnTo>
                  <a:pt x="12283" y="21311"/>
                </a:lnTo>
                <a:lnTo>
                  <a:pt x="11376" y="21188"/>
                </a:lnTo>
                <a:lnTo>
                  <a:pt x="10171" y="21023"/>
                </a:lnTo>
                <a:lnTo>
                  <a:pt x="8549" y="20803"/>
                </a:lnTo>
                <a:lnTo>
                  <a:pt x="6394" y="20508"/>
                </a:lnTo>
                <a:lnTo>
                  <a:pt x="3583" y="20125"/>
                </a:lnTo>
                <a:lnTo>
                  <a:pt x="0" y="19636"/>
                </a:lnTo>
                <a:lnTo>
                  <a:pt x="595" y="18664"/>
                </a:lnTo>
                <a:lnTo>
                  <a:pt x="1190" y="17686"/>
                </a:lnTo>
                <a:lnTo>
                  <a:pt x="1793" y="16705"/>
                </a:lnTo>
                <a:lnTo>
                  <a:pt x="2400" y="15709"/>
                </a:lnTo>
                <a:lnTo>
                  <a:pt x="3826" y="16098"/>
                </a:lnTo>
                <a:lnTo>
                  <a:pt x="5256" y="16489"/>
                </a:lnTo>
                <a:lnTo>
                  <a:pt x="6691" y="16879"/>
                </a:lnTo>
                <a:lnTo>
                  <a:pt x="8138" y="17274"/>
                </a:lnTo>
                <a:lnTo>
                  <a:pt x="9600" y="17673"/>
                </a:lnTo>
                <a:lnTo>
                  <a:pt x="9782" y="16328"/>
                </a:lnTo>
                <a:lnTo>
                  <a:pt x="9965" y="14981"/>
                </a:lnTo>
                <a:lnTo>
                  <a:pt x="10150" y="13634"/>
                </a:lnTo>
                <a:lnTo>
                  <a:pt x="10332" y="12285"/>
                </a:lnTo>
                <a:lnTo>
                  <a:pt x="10514" y="10934"/>
                </a:lnTo>
                <a:lnTo>
                  <a:pt x="10699" y="9581"/>
                </a:lnTo>
                <a:lnTo>
                  <a:pt x="10884" y="8224"/>
                </a:lnTo>
                <a:lnTo>
                  <a:pt x="11069" y="6865"/>
                </a:lnTo>
                <a:lnTo>
                  <a:pt x="11254" y="5502"/>
                </a:lnTo>
                <a:lnTo>
                  <a:pt x="11438" y="4133"/>
                </a:lnTo>
                <a:lnTo>
                  <a:pt x="11626" y="2761"/>
                </a:lnTo>
                <a:lnTo>
                  <a:pt x="11813" y="1384"/>
                </a:lnTo>
                <a:lnTo>
                  <a:pt x="12000" y="0"/>
                </a:lnTo>
                <a:close/>
              </a:path>
            </a:pathLst>
          </a:custGeom>
          <a:solidFill>
            <a:srgbClr val="D5E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0" name="contour_08228"/>
          <p:cNvSpPr/>
          <p:nvPr/>
        </p:nvSpPr>
        <p:spPr>
          <a:xfrm>
            <a:off x="4966209" y="2556744"/>
            <a:ext cx="58304" cy="596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43" y="0"/>
                </a:moveTo>
                <a:lnTo>
                  <a:pt x="15044" y="0"/>
                </a:lnTo>
                <a:lnTo>
                  <a:pt x="16213" y="24"/>
                </a:lnTo>
                <a:lnTo>
                  <a:pt x="17439" y="98"/>
                </a:lnTo>
                <a:lnTo>
                  <a:pt x="19105" y="245"/>
                </a:lnTo>
                <a:lnTo>
                  <a:pt x="21600" y="486"/>
                </a:lnTo>
                <a:lnTo>
                  <a:pt x="21092" y="2449"/>
                </a:lnTo>
                <a:lnTo>
                  <a:pt x="20698" y="3843"/>
                </a:lnTo>
                <a:lnTo>
                  <a:pt x="20288" y="5046"/>
                </a:lnTo>
                <a:lnTo>
                  <a:pt x="19732" y="6440"/>
                </a:lnTo>
                <a:lnTo>
                  <a:pt x="18900" y="8404"/>
                </a:lnTo>
                <a:lnTo>
                  <a:pt x="17115" y="8404"/>
                </a:lnTo>
                <a:lnTo>
                  <a:pt x="15320" y="8404"/>
                </a:lnTo>
                <a:lnTo>
                  <a:pt x="13500" y="8404"/>
                </a:lnTo>
                <a:lnTo>
                  <a:pt x="13667" y="10093"/>
                </a:lnTo>
                <a:lnTo>
                  <a:pt x="13835" y="11792"/>
                </a:lnTo>
                <a:lnTo>
                  <a:pt x="14008" y="13516"/>
                </a:lnTo>
                <a:lnTo>
                  <a:pt x="13994" y="15656"/>
                </a:lnTo>
                <a:lnTo>
                  <a:pt x="13864" y="17068"/>
                </a:lnTo>
                <a:lnTo>
                  <a:pt x="13500" y="18961"/>
                </a:lnTo>
                <a:lnTo>
                  <a:pt x="11653" y="20011"/>
                </a:lnTo>
                <a:lnTo>
                  <a:pt x="10309" y="20674"/>
                </a:lnTo>
                <a:lnTo>
                  <a:pt x="9077" y="21075"/>
                </a:lnTo>
                <a:lnTo>
                  <a:pt x="7571" y="21341"/>
                </a:lnTo>
                <a:lnTo>
                  <a:pt x="5400" y="21600"/>
                </a:lnTo>
                <a:lnTo>
                  <a:pt x="3642" y="20835"/>
                </a:lnTo>
                <a:lnTo>
                  <a:pt x="2495" y="20304"/>
                </a:lnTo>
                <a:lnTo>
                  <a:pt x="1450" y="19760"/>
                </a:lnTo>
                <a:lnTo>
                  <a:pt x="0" y="18961"/>
                </a:lnTo>
                <a:lnTo>
                  <a:pt x="748" y="17440"/>
                </a:lnTo>
                <a:lnTo>
                  <a:pt x="1507" y="15926"/>
                </a:lnTo>
                <a:lnTo>
                  <a:pt x="2271" y="14416"/>
                </a:lnTo>
                <a:lnTo>
                  <a:pt x="3046" y="12909"/>
                </a:lnTo>
                <a:lnTo>
                  <a:pt x="3823" y="11404"/>
                </a:lnTo>
                <a:lnTo>
                  <a:pt x="4609" y="9903"/>
                </a:lnTo>
                <a:lnTo>
                  <a:pt x="5400" y="8404"/>
                </a:lnTo>
                <a:lnTo>
                  <a:pt x="6180" y="6878"/>
                </a:lnTo>
                <a:lnTo>
                  <a:pt x="6966" y="5342"/>
                </a:lnTo>
                <a:lnTo>
                  <a:pt x="7762" y="3785"/>
                </a:lnTo>
                <a:lnTo>
                  <a:pt x="9561" y="1871"/>
                </a:lnTo>
                <a:lnTo>
                  <a:pt x="10762" y="839"/>
                </a:lnTo>
                <a:lnTo>
                  <a:pt x="11910" y="333"/>
                </a:lnTo>
                <a:lnTo>
                  <a:pt x="13543" y="0"/>
                </a:lnTo>
                <a:close/>
              </a:path>
            </a:pathLst>
          </a:custGeom>
          <a:solidFill>
            <a:srgbClr val="B5B6B0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1" name="contour_08229"/>
          <p:cNvSpPr/>
          <p:nvPr/>
        </p:nvSpPr>
        <p:spPr>
          <a:xfrm>
            <a:off x="8391565" y="2542481"/>
            <a:ext cx="58304" cy="51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2"/>
                </a:moveTo>
                <a:lnTo>
                  <a:pt x="21238" y="2683"/>
                </a:lnTo>
                <a:lnTo>
                  <a:pt x="20844" y="4808"/>
                </a:lnTo>
                <a:lnTo>
                  <a:pt x="20404" y="6817"/>
                </a:lnTo>
                <a:lnTo>
                  <a:pt x="19896" y="8724"/>
                </a:lnTo>
                <a:lnTo>
                  <a:pt x="19305" y="10545"/>
                </a:lnTo>
                <a:lnTo>
                  <a:pt x="18614" y="12296"/>
                </a:lnTo>
                <a:lnTo>
                  <a:pt x="17807" y="13989"/>
                </a:lnTo>
                <a:lnTo>
                  <a:pt x="16861" y="15642"/>
                </a:lnTo>
                <a:lnTo>
                  <a:pt x="15765" y="17264"/>
                </a:lnTo>
                <a:lnTo>
                  <a:pt x="14499" y="18874"/>
                </a:lnTo>
                <a:lnTo>
                  <a:pt x="13046" y="20484"/>
                </a:lnTo>
                <a:lnTo>
                  <a:pt x="11678" y="21287"/>
                </a:lnTo>
                <a:lnTo>
                  <a:pt x="10511" y="21600"/>
                </a:lnTo>
                <a:lnTo>
                  <a:pt x="8913" y="21471"/>
                </a:lnTo>
                <a:lnTo>
                  <a:pt x="6242" y="20941"/>
                </a:lnTo>
                <a:lnTo>
                  <a:pt x="5073" y="20245"/>
                </a:lnTo>
                <a:lnTo>
                  <a:pt x="3893" y="19542"/>
                </a:lnTo>
                <a:lnTo>
                  <a:pt x="2700" y="18831"/>
                </a:lnTo>
                <a:lnTo>
                  <a:pt x="3370" y="17313"/>
                </a:lnTo>
                <a:lnTo>
                  <a:pt x="4039" y="15786"/>
                </a:lnTo>
                <a:lnTo>
                  <a:pt x="4717" y="14253"/>
                </a:lnTo>
                <a:lnTo>
                  <a:pt x="5400" y="12698"/>
                </a:lnTo>
                <a:lnTo>
                  <a:pt x="4064" y="11938"/>
                </a:lnTo>
                <a:lnTo>
                  <a:pt x="2719" y="11177"/>
                </a:lnTo>
                <a:lnTo>
                  <a:pt x="1369" y="10407"/>
                </a:lnTo>
                <a:lnTo>
                  <a:pt x="0" y="9632"/>
                </a:lnTo>
                <a:lnTo>
                  <a:pt x="1617" y="7433"/>
                </a:lnTo>
                <a:lnTo>
                  <a:pt x="3172" y="5566"/>
                </a:lnTo>
                <a:lnTo>
                  <a:pt x="4698" y="4011"/>
                </a:lnTo>
                <a:lnTo>
                  <a:pt x="6218" y="2744"/>
                </a:lnTo>
                <a:lnTo>
                  <a:pt x="7765" y="1748"/>
                </a:lnTo>
                <a:lnTo>
                  <a:pt x="9361" y="997"/>
                </a:lnTo>
                <a:lnTo>
                  <a:pt x="11038" y="469"/>
                </a:lnTo>
                <a:lnTo>
                  <a:pt x="12822" y="144"/>
                </a:lnTo>
                <a:lnTo>
                  <a:pt x="14745" y="0"/>
                </a:lnTo>
                <a:lnTo>
                  <a:pt x="16829" y="15"/>
                </a:lnTo>
                <a:lnTo>
                  <a:pt x="19105" y="166"/>
                </a:lnTo>
                <a:lnTo>
                  <a:pt x="21600" y="432"/>
                </a:lnTo>
                <a:close/>
              </a:path>
            </a:pathLst>
          </a:custGeom>
          <a:solidFill>
            <a:srgbClr val="DEEE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2" name="contour_08230"/>
          <p:cNvSpPr/>
          <p:nvPr/>
        </p:nvSpPr>
        <p:spPr>
          <a:xfrm>
            <a:off x="6869912" y="2536221"/>
            <a:ext cx="4492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69" y="0"/>
                </a:moveTo>
                <a:lnTo>
                  <a:pt x="8585" y="0"/>
                </a:lnTo>
                <a:lnTo>
                  <a:pt x="10916" y="0"/>
                </a:lnTo>
                <a:lnTo>
                  <a:pt x="13277" y="0"/>
                </a:lnTo>
                <a:lnTo>
                  <a:pt x="14875" y="1327"/>
                </a:lnTo>
                <a:lnTo>
                  <a:pt x="16274" y="2611"/>
                </a:lnTo>
                <a:lnTo>
                  <a:pt x="17493" y="3878"/>
                </a:lnTo>
                <a:lnTo>
                  <a:pt x="18551" y="5165"/>
                </a:lnTo>
                <a:lnTo>
                  <a:pt x="19473" y="6497"/>
                </a:lnTo>
                <a:lnTo>
                  <a:pt x="20275" y="7910"/>
                </a:lnTo>
                <a:lnTo>
                  <a:pt x="20976" y="9434"/>
                </a:lnTo>
                <a:lnTo>
                  <a:pt x="21600" y="11100"/>
                </a:lnTo>
                <a:lnTo>
                  <a:pt x="20948" y="12739"/>
                </a:lnTo>
                <a:lnTo>
                  <a:pt x="20286" y="14400"/>
                </a:lnTo>
                <a:lnTo>
                  <a:pt x="18183" y="14911"/>
                </a:lnTo>
                <a:lnTo>
                  <a:pt x="16109" y="15310"/>
                </a:lnTo>
                <a:lnTo>
                  <a:pt x="14024" y="15617"/>
                </a:lnTo>
                <a:lnTo>
                  <a:pt x="11897" y="15859"/>
                </a:lnTo>
                <a:lnTo>
                  <a:pt x="9679" y="16058"/>
                </a:lnTo>
                <a:lnTo>
                  <a:pt x="7198" y="16670"/>
                </a:lnTo>
                <a:lnTo>
                  <a:pt x="5743" y="17503"/>
                </a:lnTo>
                <a:lnTo>
                  <a:pt x="4065" y="19265"/>
                </a:lnTo>
                <a:lnTo>
                  <a:pt x="3743" y="19846"/>
                </a:lnTo>
                <a:lnTo>
                  <a:pt x="2765" y="21600"/>
                </a:lnTo>
                <a:lnTo>
                  <a:pt x="1969" y="19735"/>
                </a:lnTo>
                <a:lnTo>
                  <a:pt x="1286" y="17962"/>
                </a:lnTo>
                <a:lnTo>
                  <a:pt x="736" y="16265"/>
                </a:lnTo>
                <a:lnTo>
                  <a:pt x="329" y="14628"/>
                </a:lnTo>
                <a:lnTo>
                  <a:pt x="77" y="13032"/>
                </a:lnTo>
                <a:lnTo>
                  <a:pt x="0" y="11465"/>
                </a:lnTo>
                <a:lnTo>
                  <a:pt x="105" y="9907"/>
                </a:lnTo>
                <a:lnTo>
                  <a:pt x="413" y="8342"/>
                </a:lnTo>
                <a:lnTo>
                  <a:pt x="936" y="6751"/>
                </a:lnTo>
                <a:lnTo>
                  <a:pt x="1686" y="5124"/>
                </a:lnTo>
                <a:lnTo>
                  <a:pt x="2677" y="3437"/>
                </a:lnTo>
                <a:lnTo>
                  <a:pt x="3928" y="1678"/>
                </a:lnTo>
                <a:lnTo>
                  <a:pt x="5088" y="845"/>
                </a:lnTo>
                <a:lnTo>
                  <a:pt x="6269" y="0"/>
                </a:lnTo>
                <a:close/>
              </a:path>
            </a:pathLst>
          </a:custGeom>
          <a:solidFill>
            <a:srgbClr val="CABA94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3" name="contour_08231"/>
          <p:cNvSpPr/>
          <p:nvPr/>
        </p:nvSpPr>
        <p:spPr>
          <a:xfrm>
            <a:off x="4929055" y="2536221"/>
            <a:ext cx="4444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7" y="0"/>
                </a:moveTo>
                <a:lnTo>
                  <a:pt x="2657" y="191"/>
                </a:lnTo>
                <a:lnTo>
                  <a:pt x="4924" y="418"/>
                </a:lnTo>
                <a:lnTo>
                  <a:pt x="7159" y="702"/>
                </a:lnTo>
                <a:lnTo>
                  <a:pt x="9365" y="1062"/>
                </a:lnTo>
                <a:lnTo>
                  <a:pt x="11551" y="1516"/>
                </a:lnTo>
                <a:lnTo>
                  <a:pt x="13722" y="2077"/>
                </a:lnTo>
                <a:lnTo>
                  <a:pt x="15890" y="2765"/>
                </a:lnTo>
                <a:lnTo>
                  <a:pt x="18058" y="3600"/>
                </a:lnTo>
                <a:lnTo>
                  <a:pt x="19269" y="5987"/>
                </a:lnTo>
                <a:lnTo>
                  <a:pt x="20116" y="8244"/>
                </a:lnTo>
                <a:lnTo>
                  <a:pt x="20683" y="10469"/>
                </a:lnTo>
                <a:lnTo>
                  <a:pt x="21065" y="12769"/>
                </a:lnTo>
                <a:lnTo>
                  <a:pt x="21341" y="15242"/>
                </a:lnTo>
                <a:lnTo>
                  <a:pt x="21600" y="18000"/>
                </a:lnTo>
                <a:lnTo>
                  <a:pt x="19443" y="18518"/>
                </a:lnTo>
                <a:lnTo>
                  <a:pt x="17286" y="19030"/>
                </a:lnTo>
                <a:lnTo>
                  <a:pt x="15125" y="19530"/>
                </a:lnTo>
                <a:lnTo>
                  <a:pt x="12964" y="20023"/>
                </a:lnTo>
                <a:lnTo>
                  <a:pt x="10556" y="20588"/>
                </a:lnTo>
                <a:lnTo>
                  <a:pt x="8108" y="21164"/>
                </a:lnTo>
                <a:lnTo>
                  <a:pt x="6015" y="21380"/>
                </a:lnTo>
                <a:lnTo>
                  <a:pt x="3889" y="21600"/>
                </a:lnTo>
                <a:lnTo>
                  <a:pt x="1835" y="19451"/>
                </a:lnTo>
                <a:lnTo>
                  <a:pt x="747" y="17914"/>
                </a:lnTo>
                <a:lnTo>
                  <a:pt x="255" y="16247"/>
                </a:lnTo>
                <a:lnTo>
                  <a:pt x="0" y="13712"/>
                </a:lnTo>
                <a:lnTo>
                  <a:pt x="64" y="11261"/>
                </a:lnTo>
                <a:lnTo>
                  <a:pt x="128" y="8777"/>
                </a:lnTo>
                <a:lnTo>
                  <a:pt x="177" y="6311"/>
                </a:lnTo>
                <a:lnTo>
                  <a:pt x="223" y="3812"/>
                </a:lnTo>
                <a:lnTo>
                  <a:pt x="283" y="1919"/>
                </a:lnTo>
                <a:lnTo>
                  <a:pt x="347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4" name="contour_08232"/>
          <p:cNvSpPr/>
          <p:nvPr/>
        </p:nvSpPr>
        <p:spPr>
          <a:xfrm>
            <a:off x="1956268" y="2499781"/>
            <a:ext cx="72880" cy="676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031" y="0"/>
                </a:lnTo>
                <a:lnTo>
                  <a:pt x="15120" y="0"/>
                </a:lnTo>
                <a:lnTo>
                  <a:pt x="15120" y="1537"/>
                </a:lnTo>
                <a:lnTo>
                  <a:pt x="15120" y="3076"/>
                </a:lnTo>
                <a:lnTo>
                  <a:pt x="15120" y="4615"/>
                </a:lnTo>
                <a:lnTo>
                  <a:pt x="15120" y="6159"/>
                </a:lnTo>
                <a:lnTo>
                  <a:pt x="15120" y="7708"/>
                </a:lnTo>
                <a:lnTo>
                  <a:pt x="15120" y="9263"/>
                </a:lnTo>
                <a:lnTo>
                  <a:pt x="15120" y="10823"/>
                </a:lnTo>
                <a:lnTo>
                  <a:pt x="15120" y="12393"/>
                </a:lnTo>
                <a:lnTo>
                  <a:pt x="15120" y="13972"/>
                </a:lnTo>
                <a:lnTo>
                  <a:pt x="16548" y="13972"/>
                </a:lnTo>
                <a:lnTo>
                  <a:pt x="17984" y="13972"/>
                </a:lnTo>
                <a:lnTo>
                  <a:pt x="19440" y="13972"/>
                </a:lnTo>
                <a:lnTo>
                  <a:pt x="20105" y="15704"/>
                </a:lnTo>
                <a:lnTo>
                  <a:pt x="20550" y="16934"/>
                </a:lnTo>
                <a:lnTo>
                  <a:pt x="20879" y="17995"/>
                </a:lnTo>
                <a:lnTo>
                  <a:pt x="21194" y="19225"/>
                </a:lnTo>
                <a:lnTo>
                  <a:pt x="21600" y="20957"/>
                </a:lnTo>
                <a:lnTo>
                  <a:pt x="20231" y="21034"/>
                </a:lnTo>
                <a:lnTo>
                  <a:pt x="18861" y="21106"/>
                </a:lnTo>
                <a:lnTo>
                  <a:pt x="17494" y="21174"/>
                </a:lnTo>
                <a:lnTo>
                  <a:pt x="16124" y="21234"/>
                </a:lnTo>
                <a:lnTo>
                  <a:pt x="14755" y="21293"/>
                </a:lnTo>
                <a:lnTo>
                  <a:pt x="13386" y="21346"/>
                </a:lnTo>
                <a:lnTo>
                  <a:pt x="12014" y="21395"/>
                </a:lnTo>
                <a:lnTo>
                  <a:pt x="11329" y="21439"/>
                </a:lnTo>
                <a:lnTo>
                  <a:pt x="9260" y="21572"/>
                </a:lnTo>
                <a:lnTo>
                  <a:pt x="7787" y="21600"/>
                </a:lnTo>
                <a:lnTo>
                  <a:pt x="6374" y="21586"/>
                </a:lnTo>
                <a:lnTo>
                  <a:pt x="4987" y="21495"/>
                </a:lnTo>
                <a:lnTo>
                  <a:pt x="3594" y="21297"/>
                </a:lnTo>
                <a:lnTo>
                  <a:pt x="2160" y="20957"/>
                </a:lnTo>
                <a:lnTo>
                  <a:pt x="1328" y="19211"/>
                </a:lnTo>
                <a:lnTo>
                  <a:pt x="801" y="17974"/>
                </a:lnTo>
                <a:lnTo>
                  <a:pt x="473" y="16913"/>
                </a:lnTo>
                <a:lnTo>
                  <a:pt x="240" y="15690"/>
                </a:lnTo>
                <a:lnTo>
                  <a:pt x="0" y="13972"/>
                </a:lnTo>
                <a:lnTo>
                  <a:pt x="570" y="13799"/>
                </a:lnTo>
                <a:lnTo>
                  <a:pt x="2287" y="13280"/>
                </a:lnTo>
                <a:lnTo>
                  <a:pt x="4923" y="12342"/>
                </a:lnTo>
                <a:lnTo>
                  <a:pt x="6923" y="11592"/>
                </a:lnTo>
                <a:lnTo>
                  <a:pt x="8402" y="10958"/>
                </a:lnTo>
                <a:lnTo>
                  <a:pt x="9474" y="10367"/>
                </a:lnTo>
                <a:lnTo>
                  <a:pt x="10247" y="9745"/>
                </a:lnTo>
                <a:lnTo>
                  <a:pt x="10839" y="9014"/>
                </a:lnTo>
                <a:lnTo>
                  <a:pt x="11359" y="8101"/>
                </a:lnTo>
                <a:lnTo>
                  <a:pt x="11923" y="6932"/>
                </a:lnTo>
                <a:lnTo>
                  <a:pt x="12174" y="5554"/>
                </a:lnTo>
                <a:lnTo>
                  <a:pt x="12396" y="4171"/>
                </a:lnTo>
                <a:lnTo>
                  <a:pt x="12599" y="2783"/>
                </a:lnTo>
                <a:lnTo>
                  <a:pt x="12785" y="1392"/>
                </a:lnTo>
                <a:lnTo>
                  <a:pt x="12960" y="0"/>
                </a:lnTo>
                <a:close/>
              </a:path>
            </a:pathLst>
          </a:custGeom>
          <a:solidFill>
            <a:srgbClr val="232322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5" name="contour_08233"/>
          <p:cNvSpPr/>
          <p:nvPr/>
        </p:nvSpPr>
        <p:spPr>
          <a:xfrm>
            <a:off x="8289533" y="2477917"/>
            <a:ext cx="80168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4050" y="1746"/>
                </a:lnTo>
                <a:lnTo>
                  <a:pt x="14358" y="3521"/>
                </a:lnTo>
                <a:lnTo>
                  <a:pt x="15028" y="5267"/>
                </a:lnTo>
                <a:lnTo>
                  <a:pt x="15709" y="7042"/>
                </a:lnTo>
                <a:lnTo>
                  <a:pt x="17229" y="7253"/>
                </a:lnTo>
                <a:lnTo>
                  <a:pt x="18295" y="7358"/>
                </a:lnTo>
                <a:lnTo>
                  <a:pt x="19191" y="7358"/>
                </a:lnTo>
                <a:lnTo>
                  <a:pt x="20198" y="7253"/>
                </a:lnTo>
                <a:lnTo>
                  <a:pt x="21600" y="7042"/>
                </a:lnTo>
                <a:lnTo>
                  <a:pt x="21600" y="9133"/>
                </a:lnTo>
                <a:lnTo>
                  <a:pt x="21600" y="11231"/>
                </a:lnTo>
                <a:lnTo>
                  <a:pt x="21600" y="13337"/>
                </a:lnTo>
                <a:lnTo>
                  <a:pt x="21600" y="15460"/>
                </a:lnTo>
                <a:lnTo>
                  <a:pt x="21600" y="17604"/>
                </a:lnTo>
                <a:lnTo>
                  <a:pt x="20216" y="17938"/>
                </a:lnTo>
                <a:lnTo>
                  <a:pt x="18831" y="18266"/>
                </a:lnTo>
                <a:lnTo>
                  <a:pt x="17447" y="18583"/>
                </a:lnTo>
                <a:lnTo>
                  <a:pt x="16063" y="18896"/>
                </a:lnTo>
                <a:lnTo>
                  <a:pt x="14676" y="19202"/>
                </a:lnTo>
                <a:lnTo>
                  <a:pt x="13290" y="19505"/>
                </a:lnTo>
                <a:lnTo>
                  <a:pt x="11904" y="19804"/>
                </a:lnTo>
                <a:lnTo>
                  <a:pt x="10983" y="20030"/>
                </a:lnTo>
                <a:lnTo>
                  <a:pt x="10056" y="20259"/>
                </a:lnTo>
                <a:lnTo>
                  <a:pt x="9117" y="20491"/>
                </a:lnTo>
                <a:lnTo>
                  <a:pt x="7794" y="20766"/>
                </a:lnTo>
                <a:lnTo>
                  <a:pt x="6451" y="21044"/>
                </a:lnTo>
                <a:lnTo>
                  <a:pt x="5229" y="21318"/>
                </a:lnTo>
                <a:lnTo>
                  <a:pt x="3988" y="21600"/>
                </a:lnTo>
                <a:lnTo>
                  <a:pt x="2985" y="21364"/>
                </a:lnTo>
                <a:lnTo>
                  <a:pt x="1964" y="21125"/>
                </a:lnTo>
                <a:lnTo>
                  <a:pt x="1223" y="19037"/>
                </a:lnTo>
                <a:lnTo>
                  <a:pt x="772" y="17607"/>
                </a:lnTo>
                <a:lnTo>
                  <a:pt x="424" y="16174"/>
                </a:lnTo>
                <a:lnTo>
                  <a:pt x="0" y="14083"/>
                </a:lnTo>
                <a:lnTo>
                  <a:pt x="1245" y="13886"/>
                </a:lnTo>
                <a:lnTo>
                  <a:pt x="2508" y="13685"/>
                </a:lnTo>
                <a:lnTo>
                  <a:pt x="3868" y="13382"/>
                </a:lnTo>
                <a:lnTo>
                  <a:pt x="5206" y="13055"/>
                </a:lnTo>
                <a:lnTo>
                  <a:pt x="6529" y="12692"/>
                </a:lnTo>
                <a:lnTo>
                  <a:pt x="7843" y="12273"/>
                </a:lnTo>
                <a:lnTo>
                  <a:pt x="9153" y="11791"/>
                </a:lnTo>
                <a:lnTo>
                  <a:pt x="10462" y="11224"/>
                </a:lnTo>
                <a:lnTo>
                  <a:pt x="11782" y="10562"/>
                </a:lnTo>
                <a:lnTo>
                  <a:pt x="12622" y="7837"/>
                </a:lnTo>
                <a:lnTo>
                  <a:pt x="13145" y="5925"/>
                </a:lnTo>
                <a:lnTo>
                  <a:pt x="13443" y="4320"/>
                </a:lnTo>
                <a:lnTo>
                  <a:pt x="13612" y="2514"/>
                </a:lnTo>
                <a:lnTo>
                  <a:pt x="13745" y="0"/>
                </a:lnTo>
                <a:close/>
              </a:path>
            </a:pathLst>
          </a:custGeom>
          <a:solidFill>
            <a:srgbClr val="746D5B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6" name="contour_08234"/>
          <p:cNvSpPr/>
          <p:nvPr/>
        </p:nvSpPr>
        <p:spPr>
          <a:xfrm>
            <a:off x="4505426" y="2477203"/>
            <a:ext cx="59944" cy="369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95" y="0"/>
                </a:moveTo>
                <a:lnTo>
                  <a:pt x="9173" y="51"/>
                </a:lnTo>
                <a:lnTo>
                  <a:pt x="10862" y="102"/>
                </a:lnTo>
                <a:lnTo>
                  <a:pt x="12574" y="149"/>
                </a:lnTo>
                <a:lnTo>
                  <a:pt x="13322" y="171"/>
                </a:lnTo>
                <a:lnTo>
                  <a:pt x="14643" y="200"/>
                </a:lnTo>
                <a:lnTo>
                  <a:pt x="17671" y="264"/>
                </a:lnTo>
                <a:lnTo>
                  <a:pt x="18249" y="290"/>
                </a:lnTo>
                <a:lnTo>
                  <a:pt x="19268" y="328"/>
                </a:lnTo>
                <a:lnTo>
                  <a:pt x="21600" y="418"/>
                </a:lnTo>
                <a:lnTo>
                  <a:pt x="21001" y="3664"/>
                </a:lnTo>
                <a:lnTo>
                  <a:pt x="20426" y="6518"/>
                </a:lnTo>
                <a:lnTo>
                  <a:pt x="19801" y="9085"/>
                </a:lnTo>
                <a:lnTo>
                  <a:pt x="19066" y="11470"/>
                </a:lnTo>
                <a:lnTo>
                  <a:pt x="18152" y="13773"/>
                </a:lnTo>
                <a:lnTo>
                  <a:pt x="16996" y="16098"/>
                </a:lnTo>
                <a:lnTo>
                  <a:pt x="15528" y="18546"/>
                </a:lnTo>
                <a:lnTo>
                  <a:pt x="13554" y="19924"/>
                </a:lnTo>
                <a:lnTo>
                  <a:pt x="11933" y="20871"/>
                </a:lnTo>
                <a:lnTo>
                  <a:pt x="10481" y="21421"/>
                </a:lnTo>
                <a:lnTo>
                  <a:pt x="9021" y="21600"/>
                </a:lnTo>
                <a:lnTo>
                  <a:pt x="7372" y="21434"/>
                </a:lnTo>
                <a:lnTo>
                  <a:pt x="5352" y="20943"/>
                </a:lnTo>
                <a:lnTo>
                  <a:pt x="3779" y="19800"/>
                </a:lnTo>
                <a:lnTo>
                  <a:pt x="2195" y="18648"/>
                </a:lnTo>
                <a:lnTo>
                  <a:pt x="591" y="17480"/>
                </a:lnTo>
                <a:lnTo>
                  <a:pt x="197" y="14306"/>
                </a:lnTo>
                <a:lnTo>
                  <a:pt x="0" y="12054"/>
                </a:lnTo>
                <a:lnTo>
                  <a:pt x="0" y="10109"/>
                </a:lnTo>
                <a:lnTo>
                  <a:pt x="197" y="7857"/>
                </a:lnTo>
                <a:lnTo>
                  <a:pt x="591" y="4683"/>
                </a:lnTo>
                <a:lnTo>
                  <a:pt x="2174" y="2214"/>
                </a:lnTo>
                <a:lnTo>
                  <a:pt x="3424" y="900"/>
                </a:lnTo>
                <a:lnTo>
                  <a:pt x="4982" y="311"/>
                </a:lnTo>
                <a:lnTo>
                  <a:pt x="7495" y="0"/>
                </a:lnTo>
                <a:close/>
              </a:path>
            </a:pathLst>
          </a:custGeom>
          <a:solidFill>
            <a:srgbClr val="DF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7" name="contour_08235"/>
          <p:cNvSpPr/>
          <p:nvPr/>
        </p:nvSpPr>
        <p:spPr>
          <a:xfrm>
            <a:off x="4200970" y="2440107"/>
            <a:ext cx="51016" cy="45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0"/>
                </a:moveTo>
                <a:lnTo>
                  <a:pt x="16086" y="164"/>
                </a:lnTo>
                <a:lnTo>
                  <a:pt x="17906" y="328"/>
                </a:lnTo>
                <a:lnTo>
                  <a:pt x="19742" y="492"/>
                </a:lnTo>
                <a:lnTo>
                  <a:pt x="21600" y="656"/>
                </a:lnTo>
                <a:lnTo>
                  <a:pt x="21600" y="3124"/>
                </a:lnTo>
                <a:lnTo>
                  <a:pt x="21600" y="5599"/>
                </a:lnTo>
                <a:lnTo>
                  <a:pt x="21600" y="8074"/>
                </a:lnTo>
                <a:lnTo>
                  <a:pt x="21600" y="10563"/>
                </a:lnTo>
                <a:lnTo>
                  <a:pt x="21600" y="13062"/>
                </a:lnTo>
                <a:lnTo>
                  <a:pt x="21600" y="15579"/>
                </a:lnTo>
                <a:lnTo>
                  <a:pt x="21600" y="18109"/>
                </a:lnTo>
                <a:lnTo>
                  <a:pt x="19563" y="18493"/>
                </a:lnTo>
                <a:lnTo>
                  <a:pt x="17524" y="18877"/>
                </a:lnTo>
                <a:lnTo>
                  <a:pt x="15484" y="19261"/>
                </a:lnTo>
                <a:lnTo>
                  <a:pt x="13438" y="19649"/>
                </a:lnTo>
                <a:lnTo>
                  <a:pt x="11386" y="20036"/>
                </a:lnTo>
                <a:lnTo>
                  <a:pt x="9325" y="20424"/>
                </a:lnTo>
                <a:lnTo>
                  <a:pt x="7258" y="20815"/>
                </a:lnTo>
                <a:lnTo>
                  <a:pt x="5178" y="21206"/>
                </a:lnTo>
                <a:lnTo>
                  <a:pt x="3086" y="21600"/>
                </a:lnTo>
                <a:lnTo>
                  <a:pt x="2135" y="19317"/>
                </a:lnTo>
                <a:lnTo>
                  <a:pt x="1500" y="17631"/>
                </a:lnTo>
                <a:lnTo>
                  <a:pt x="1031" y="16039"/>
                </a:lnTo>
                <a:lnTo>
                  <a:pt x="580" y="14039"/>
                </a:lnTo>
                <a:lnTo>
                  <a:pt x="0" y="11128"/>
                </a:lnTo>
                <a:lnTo>
                  <a:pt x="1136" y="8018"/>
                </a:lnTo>
                <a:lnTo>
                  <a:pt x="2333" y="5519"/>
                </a:lnTo>
                <a:lnTo>
                  <a:pt x="3650" y="3574"/>
                </a:lnTo>
                <a:lnTo>
                  <a:pt x="5153" y="2126"/>
                </a:lnTo>
                <a:lnTo>
                  <a:pt x="6906" y="1103"/>
                </a:lnTo>
                <a:lnTo>
                  <a:pt x="8967" y="450"/>
                </a:lnTo>
                <a:lnTo>
                  <a:pt x="11402" y="105"/>
                </a:lnTo>
                <a:lnTo>
                  <a:pt x="14271" y="0"/>
                </a:lnTo>
                <a:close/>
              </a:path>
            </a:pathLst>
          </a:custGeom>
          <a:solidFill>
            <a:srgbClr val="CAAC5B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8" name="contour_08236"/>
          <p:cNvSpPr/>
          <p:nvPr/>
        </p:nvSpPr>
        <p:spPr>
          <a:xfrm>
            <a:off x="2182196" y="2458043"/>
            <a:ext cx="58304" cy="373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274"/>
                </a:moveTo>
                <a:lnTo>
                  <a:pt x="21416" y="10408"/>
                </a:lnTo>
                <a:lnTo>
                  <a:pt x="21184" y="12632"/>
                </a:lnTo>
                <a:lnTo>
                  <a:pt x="20774" y="14553"/>
                </a:lnTo>
                <a:lnTo>
                  <a:pt x="20056" y="16777"/>
                </a:lnTo>
                <a:lnTo>
                  <a:pt x="18900" y="19911"/>
                </a:lnTo>
                <a:lnTo>
                  <a:pt x="17053" y="20560"/>
                </a:lnTo>
                <a:lnTo>
                  <a:pt x="15239" y="21061"/>
                </a:lnTo>
                <a:lnTo>
                  <a:pt x="13451" y="21402"/>
                </a:lnTo>
                <a:lnTo>
                  <a:pt x="11677" y="21583"/>
                </a:lnTo>
                <a:lnTo>
                  <a:pt x="9909" y="21600"/>
                </a:lnTo>
                <a:lnTo>
                  <a:pt x="8138" y="21444"/>
                </a:lnTo>
                <a:lnTo>
                  <a:pt x="6350" y="21116"/>
                </a:lnTo>
                <a:lnTo>
                  <a:pt x="4541" y="20606"/>
                </a:lnTo>
                <a:lnTo>
                  <a:pt x="2700" y="19911"/>
                </a:lnTo>
                <a:lnTo>
                  <a:pt x="1682" y="17240"/>
                </a:lnTo>
                <a:lnTo>
                  <a:pt x="959" y="14578"/>
                </a:lnTo>
                <a:lnTo>
                  <a:pt x="478" y="11883"/>
                </a:lnTo>
                <a:lnTo>
                  <a:pt x="192" y="9094"/>
                </a:lnTo>
                <a:lnTo>
                  <a:pt x="49" y="6171"/>
                </a:lnTo>
                <a:lnTo>
                  <a:pt x="0" y="3062"/>
                </a:lnTo>
                <a:lnTo>
                  <a:pt x="2190" y="1917"/>
                </a:lnTo>
                <a:lnTo>
                  <a:pt x="4212" y="1036"/>
                </a:lnTo>
                <a:lnTo>
                  <a:pt x="6088" y="421"/>
                </a:lnTo>
                <a:lnTo>
                  <a:pt x="7857" y="76"/>
                </a:lnTo>
                <a:lnTo>
                  <a:pt x="9545" y="0"/>
                </a:lnTo>
                <a:lnTo>
                  <a:pt x="11181" y="198"/>
                </a:lnTo>
                <a:lnTo>
                  <a:pt x="12795" y="670"/>
                </a:lnTo>
                <a:lnTo>
                  <a:pt x="14418" y="1424"/>
                </a:lnTo>
                <a:lnTo>
                  <a:pt x="16081" y="2456"/>
                </a:lnTo>
                <a:lnTo>
                  <a:pt x="17812" y="3774"/>
                </a:lnTo>
                <a:lnTo>
                  <a:pt x="19642" y="5379"/>
                </a:lnTo>
                <a:lnTo>
                  <a:pt x="21600" y="7274"/>
                </a:lnTo>
                <a:close/>
              </a:path>
            </a:pathLst>
          </a:custGeom>
          <a:solidFill>
            <a:srgbClr val="272521"/>
          </a:solidFill>
          <a:ln>
            <a:noFill/>
          </a:ln>
        </p:spPr>
        <p:txBody>
          <a:bodyPr/>
          <a:lstStyle/>
          <a:p/>
        </p:txBody>
      </p:sp>
      <p:sp>
        <p:nvSpPr>
          <p:cNvPr id="8239" name="contour_08237"/>
          <p:cNvSpPr/>
          <p:nvPr/>
        </p:nvSpPr>
        <p:spPr>
          <a:xfrm>
            <a:off x="7786662" y="2434189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074" y="1339"/>
                </a:lnTo>
                <a:lnTo>
                  <a:pt x="16445" y="2700"/>
                </a:lnTo>
                <a:lnTo>
                  <a:pt x="17054" y="4039"/>
                </a:lnTo>
                <a:lnTo>
                  <a:pt x="17673" y="5400"/>
                </a:lnTo>
                <a:lnTo>
                  <a:pt x="18971" y="5400"/>
                </a:lnTo>
                <a:lnTo>
                  <a:pt x="20277" y="5400"/>
                </a:lnTo>
                <a:lnTo>
                  <a:pt x="21600" y="5400"/>
                </a:lnTo>
                <a:lnTo>
                  <a:pt x="21152" y="7220"/>
                </a:lnTo>
                <a:lnTo>
                  <a:pt x="20722" y="8872"/>
                </a:lnTo>
                <a:lnTo>
                  <a:pt x="20275" y="10403"/>
                </a:lnTo>
                <a:lnTo>
                  <a:pt x="19778" y="11856"/>
                </a:lnTo>
                <a:lnTo>
                  <a:pt x="19200" y="13279"/>
                </a:lnTo>
                <a:lnTo>
                  <a:pt x="18509" y="14710"/>
                </a:lnTo>
                <a:lnTo>
                  <a:pt x="17673" y="16200"/>
                </a:lnTo>
                <a:lnTo>
                  <a:pt x="16402" y="17007"/>
                </a:lnTo>
                <a:lnTo>
                  <a:pt x="15124" y="17747"/>
                </a:lnTo>
                <a:lnTo>
                  <a:pt x="13840" y="18427"/>
                </a:lnTo>
                <a:lnTo>
                  <a:pt x="12546" y="19051"/>
                </a:lnTo>
                <a:lnTo>
                  <a:pt x="11240" y="19626"/>
                </a:lnTo>
                <a:lnTo>
                  <a:pt x="9924" y="20164"/>
                </a:lnTo>
                <a:lnTo>
                  <a:pt x="8593" y="20666"/>
                </a:lnTo>
                <a:lnTo>
                  <a:pt x="7250" y="21144"/>
                </a:lnTo>
                <a:lnTo>
                  <a:pt x="5891" y="21600"/>
                </a:lnTo>
                <a:lnTo>
                  <a:pt x="5891" y="19815"/>
                </a:lnTo>
                <a:lnTo>
                  <a:pt x="5891" y="18020"/>
                </a:lnTo>
                <a:lnTo>
                  <a:pt x="5891" y="16200"/>
                </a:lnTo>
                <a:lnTo>
                  <a:pt x="4430" y="15368"/>
                </a:lnTo>
                <a:lnTo>
                  <a:pt x="3393" y="14812"/>
                </a:lnTo>
                <a:lnTo>
                  <a:pt x="2498" y="14402"/>
                </a:lnTo>
                <a:lnTo>
                  <a:pt x="1461" y="14008"/>
                </a:lnTo>
                <a:lnTo>
                  <a:pt x="0" y="13500"/>
                </a:lnTo>
                <a:lnTo>
                  <a:pt x="432" y="13268"/>
                </a:lnTo>
                <a:lnTo>
                  <a:pt x="1194" y="12857"/>
                </a:lnTo>
                <a:lnTo>
                  <a:pt x="2938" y="11918"/>
                </a:lnTo>
                <a:lnTo>
                  <a:pt x="4208" y="11208"/>
                </a:lnTo>
                <a:lnTo>
                  <a:pt x="5481" y="10498"/>
                </a:lnTo>
                <a:lnTo>
                  <a:pt x="6751" y="9788"/>
                </a:lnTo>
                <a:lnTo>
                  <a:pt x="7711" y="9275"/>
                </a:lnTo>
                <a:lnTo>
                  <a:pt x="8687" y="8753"/>
                </a:lnTo>
                <a:lnTo>
                  <a:pt x="10042" y="7973"/>
                </a:lnTo>
                <a:lnTo>
                  <a:pt x="11256" y="7196"/>
                </a:lnTo>
                <a:lnTo>
                  <a:pt x="12353" y="6340"/>
                </a:lnTo>
                <a:lnTo>
                  <a:pt x="13355" y="5316"/>
                </a:lnTo>
                <a:lnTo>
                  <a:pt x="14283" y="4039"/>
                </a:lnTo>
                <a:lnTo>
                  <a:pt x="15165" y="2425"/>
                </a:lnTo>
                <a:lnTo>
                  <a:pt x="15434" y="1220"/>
                </a:lnTo>
                <a:lnTo>
                  <a:pt x="15709" y="0"/>
                </a:lnTo>
                <a:close/>
              </a:path>
            </a:pathLst>
          </a:custGeom>
          <a:solidFill>
            <a:srgbClr val="E4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0" name="contour_08238"/>
          <p:cNvSpPr/>
          <p:nvPr/>
        </p:nvSpPr>
        <p:spPr>
          <a:xfrm>
            <a:off x="5140822" y="2426901"/>
            <a:ext cx="5131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97" y="0"/>
                </a:moveTo>
                <a:lnTo>
                  <a:pt x="12397" y="1584"/>
                </a:lnTo>
                <a:lnTo>
                  <a:pt x="12397" y="3170"/>
                </a:lnTo>
                <a:lnTo>
                  <a:pt x="12397" y="4764"/>
                </a:lnTo>
                <a:lnTo>
                  <a:pt x="12397" y="6365"/>
                </a:lnTo>
                <a:lnTo>
                  <a:pt x="12397" y="7975"/>
                </a:lnTo>
                <a:lnTo>
                  <a:pt x="12397" y="9600"/>
                </a:lnTo>
                <a:lnTo>
                  <a:pt x="14219" y="9600"/>
                </a:lnTo>
                <a:lnTo>
                  <a:pt x="16047" y="9600"/>
                </a:lnTo>
                <a:lnTo>
                  <a:pt x="17882" y="9600"/>
                </a:lnTo>
                <a:lnTo>
                  <a:pt x="19732" y="9600"/>
                </a:lnTo>
                <a:lnTo>
                  <a:pt x="21600" y="9600"/>
                </a:lnTo>
                <a:lnTo>
                  <a:pt x="21207" y="11386"/>
                </a:lnTo>
                <a:lnTo>
                  <a:pt x="20851" y="12653"/>
                </a:lnTo>
                <a:lnTo>
                  <a:pt x="20385" y="13747"/>
                </a:lnTo>
                <a:lnTo>
                  <a:pt x="19661" y="15014"/>
                </a:lnTo>
                <a:lnTo>
                  <a:pt x="18532" y="16800"/>
                </a:lnTo>
                <a:lnTo>
                  <a:pt x="16603" y="16951"/>
                </a:lnTo>
                <a:lnTo>
                  <a:pt x="14747" y="16985"/>
                </a:lnTo>
                <a:lnTo>
                  <a:pt x="12915" y="16922"/>
                </a:lnTo>
                <a:lnTo>
                  <a:pt x="11062" y="16783"/>
                </a:lnTo>
                <a:lnTo>
                  <a:pt x="9139" y="16584"/>
                </a:lnTo>
                <a:lnTo>
                  <a:pt x="7709" y="16692"/>
                </a:lnTo>
                <a:lnTo>
                  <a:pt x="6261" y="16800"/>
                </a:lnTo>
                <a:lnTo>
                  <a:pt x="5135" y="18218"/>
                </a:lnTo>
                <a:lnTo>
                  <a:pt x="4439" y="19193"/>
                </a:lnTo>
                <a:lnTo>
                  <a:pt x="3890" y="20170"/>
                </a:lnTo>
                <a:lnTo>
                  <a:pt x="3194" y="21600"/>
                </a:lnTo>
                <a:lnTo>
                  <a:pt x="2166" y="18230"/>
                </a:lnTo>
                <a:lnTo>
                  <a:pt x="1353" y="15504"/>
                </a:lnTo>
                <a:lnTo>
                  <a:pt x="742" y="13320"/>
                </a:lnTo>
                <a:lnTo>
                  <a:pt x="322" y="11573"/>
                </a:lnTo>
                <a:lnTo>
                  <a:pt x="77" y="10166"/>
                </a:lnTo>
                <a:lnTo>
                  <a:pt x="0" y="8995"/>
                </a:lnTo>
                <a:lnTo>
                  <a:pt x="71" y="7961"/>
                </a:lnTo>
                <a:lnTo>
                  <a:pt x="282" y="6958"/>
                </a:lnTo>
                <a:lnTo>
                  <a:pt x="623" y="5885"/>
                </a:lnTo>
                <a:lnTo>
                  <a:pt x="1074" y="4642"/>
                </a:lnTo>
                <a:lnTo>
                  <a:pt x="2641" y="2806"/>
                </a:lnTo>
                <a:lnTo>
                  <a:pt x="4062" y="1526"/>
                </a:lnTo>
                <a:lnTo>
                  <a:pt x="5540" y="708"/>
                </a:lnTo>
                <a:lnTo>
                  <a:pt x="7283" y="247"/>
                </a:lnTo>
                <a:lnTo>
                  <a:pt x="9501" y="46"/>
                </a:lnTo>
                <a:lnTo>
                  <a:pt x="12397" y="0"/>
                </a:lnTo>
                <a:close/>
              </a:path>
            </a:pathLst>
          </a:custGeom>
          <a:solidFill>
            <a:srgbClr val="20201E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1" name="contour_08239"/>
          <p:cNvSpPr/>
          <p:nvPr/>
        </p:nvSpPr>
        <p:spPr>
          <a:xfrm>
            <a:off x="1714810" y="2419613"/>
            <a:ext cx="44683" cy="66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" y="0"/>
                </a:moveTo>
                <a:lnTo>
                  <a:pt x="2787" y="522"/>
                </a:lnTo>
                <a:lnTo>
                  <a:pt x="5116" y="1045"/>
                </a:lnTo>
                <a:lnTo>
                  <a:pt x="7444" y="1569"/>
                </a:lnTo>
                <a:lnTo>
                  <a:pt x="9780" y="2094"/>
                </a:lnTo>
                <a:lnTo>
                  <a:pt x="12123" y="2619"/>
                </a:lnTo>
                <a:lnTo>
                  <a:pt x="14476" y="3148"/>
                </a:lnTo>
                <a:lnTo>
                  <a:pt x="16837" y="3678"/>
                </a:lnTo>
                <a:lnTo>
                  <a:pt x="19211" y="4212"/>
                </a:lnTo>
                <a:lnTo>
                  <a:pt x="21600" y="4748"/>
                </a:lnTo>
                <a:lnTo>
                  <a:pt x="20835" y="5005"/>
                </a:lnTo>
                <a:lnTo>
                  <a:pt x="19846" y="5339"/>
                </a:lnTo>
                <a:lnTo>
                  <a:pt x="17975" y="5971"/>
                </a:lnTo>
                <a:lnTo>
                  <a:pt x="14554" y="7122"/>
                </a:lnTo>
                <a:lnTo>
                  <a:pt x="14011" y="8713"/>
                </a:lnTo>
                <a:lnTo>
                  <a:pt x="13719" y="10287"/>
                </a:lnTo>
                <a:lnTo>
                  <a:pt x="13652" y="11856"/>
                </a:lnTo>
                <a:lnTo>
                  <a:pt x="13782" y="13428"/>
                </a:lnTo>
                <a:lnTo>
                  <a:pt x="14092" y="15012"/>
                </a:lnTo>
                <a:lnTo>
                  <a:pt x="14554" y="16619"/>
                </a:lnTo>
                <a:lnTo>
                  <a:pt x="16647" y="17659"/>
                </a:lnTo>
                <a:lnTo>
                  <a:pt x="18077" y="18252"/>
                </a:lnTo>
                <a:lnTo>
                  <a:pt x="19507" y="18623"/>
                </a:lnTo>
                <a:lnTo>
                  <a:pt x="21600" y="18993"/>
                </a:lnTo>
                <a:lnTo>
                  <a:pt x="19497" y="20370"/>
                </a:lnTo>
                <a:lnTo>
                  <a:pt x="17992" y="21099"/>
                </a:lnTo>
                <a:lnTo>
                  <a:pt x="16361" y="21429"/>
                </a:lnTo>
                <a:lnTo>
                  <a:pt x="13881" y="21600"/>
                </a:lnTo>
                <a:lnTo>
                  <a:pt x="11482" y="21557"/>
                </a:lnTo>
                <a:lnTo>
                  <a:pt x="9051" y="21515"/>
                </a:lnTo>
                <a:lnTo>
                  <a:pt x="7842" y="21500"/>
                </a:lnTo>
                <a:lnTo>
                  <a:pt x="4192" y="21450"/>
                </a:lnTo>
                <a:lnTo>
                  <a:pt x="2339" y="21410"/>
                </a:lnTo>
                <a:lnTo>
                  <a:pt x="462" y="21367"/>
                </a:lnTo>
                <a:lnTo>
                  <a:pt x="2205" y="20779"/>
                </a:lnTo>
                <a:lnTo>
                  <a:pt x="3960" y="20190"/>
                </a:lnTo>
                <a:lnTo>
                  <a:pt x="5721" y="19594"/>
                </a:lnTo>
                <a:lnTo>
                  <a:pt x="7508" y="18993"/>
                </a:lnTo>
                <a:lnTo>
                  <a:pt x="6345" y="18063"/>
                </a:lnTo>
                <a:lnTo>
                  <a:pt x="5172" y="17122"/>
                </a:lnTo>
                <a:lnTo>
                  <a:pt x="3985" y="16173"/>
                </a:lnTo>
                <a:lnTo>
                  <a:pt x="2611" y="14637"/>
                </a:lnTo>
                <a:lnTo>
                  <a:pt x="1578" y="13101"/>
                </a:lnTo>
                <a:lnTo>
                  <a:pt x="846" y="11555"/>
                </a:lnTo>
                <a:lnTo>
                  <a:pt x="363" y="9998"/>
                </a:lnTo>
                <a:lnTo>
                  <a:pt x="95" y="8419"/>
                </a:lnTo>
                <a:lnTo>
                  <a:pt x="0" y="6811"/>
                </a:lnTo>
                <a:lnTo>
                  <a:pt x="28" y="5173"/>
                </a:lnTo>
                <a:lnTo>
                  <a:pt x="144" y="3497"/>
                </a:lnTo>
                <a:lnTo>
                  <a:pt x="303" y="1773"/>
                </a:lnTo>
                <a:lnTo>
                  <a:pt x="462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2" name="contour_08240"/>
          <p:cNvSpPr/>
          <p:nvPr/>
        </p:nvSpPr>
        <p:spPr>
          <a:xfrm>
            <a:off x="2102028" y="2397749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72" y="1644"/>
                </a:lnTo>
                <a:lnTo>
                  <a:pt x="20943" y="3290"/>
                </a:lnTo>
                <a:lnTo>
                  <a:pt x="20611" y="4937"/>
                </a:lnTo>
                <a:lnTo>
                  <a:pt x="20282" y="6586"/>
                </a:lnTo>
                <a:lnTo>
                  <a:pt x="19954" y="8237"/>
                </a:lnTo>
                <a:lnTo>
                  <a:pt x="19621" y="9890"/>
                </a:lnTo>
                <a:lnTo>
                  <a:pt x="19289" y="11549"/>
                </a:lnTo>
                <a:lnTo>
                  <a:pt x="18956" y="13210"/>
                </a:lnTo>
                <a:lnTo>
                  <a:pt x="18624" y="14875"/>
                </a:lnTo>
                <a:lnTo>
                  <a:pt x="18291" y="16548"/>
                </a:lnTo>
                <a:lnTo>
                  <a:pt x="17954" y="18226"/>
                </a:lnTo>
                <a:lnTo>
                  <a:pt x="17617" y="19908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7076" y="20095"/>
                </a:lnTo>
                <a:lnTo>
                  <a:pt x="5681" y="18571"/>
                </a:lnTo>
                <a:lnTo>
                  <a:pt x="4450" y="17028"/>
                </a:lnTo>
                <a:lnTo>
                  <a:pt x="3370" y="15463"/>
                </a:lnTo>
                <a:lnTo>
                  <a:pt x="2436" y="13872"/>
                </a:lnTo>
                <a:lnTo>
                  <a:pt x="1637" y="12254"/>
                </a:lnTo>
                <a:lnTo>
                  <a:pt x="972" y="10606"/>
                </a:lnTo>
                <a:lnTo>
                  <a:pt x="428" y="8921"/>
                </a:lnTo>
                <a:lnTo>
                  <a:pt x="0" y="7200"/>
                </a:lnTo>
                <a:lnTo>
                  <a:pt x="1581" y="5455"/>
                </a:lnTo>
                <a:lnTo>
                  <a:pt x="3309" y="3996"/>
                </a:lnTo>
                <a:lnTo>
                  <a:pt x="5210" y="2803"/>
                </a:lnTo>
                <a:lnTo>
                  <a:pt x="7309" y="1855"/>
                </a:lnTo>
                <a:lnTo>
                  <a:pt x="9625" y="1128"/>
                </a:lnTo>
                <a:lnTo>
                  <a:pt x="12191" y="602"/>
                </a:lnTo>
                <a:lnTo>
                  <a:pt x="15025" y="252"/>
                </a:lnTo>
                <a:lnTo>
                  <a:pt x="18153" y="60"/>
                </a:lnTo>
                <a:lnTo>
                  <a:pt x="21600" y="0"/>
                </a:lnTo>
                <a:close/>
              </a:path>
            </a:pathLst>
          </a:custGeom>
          <a:solidFill>
            <a:srgbClr val="38342F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3" name="contour_08241"/>
          <p:cNvSpPr/>
          <p:nvPr/>
        </p:nvSpPr>
        <p:spPr>
          <a:xfrm>
            <a:off x="892222" y="2382342"/>
            <a:ext cx="73470" cy="44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03"/>
                </a:moveTo>
                <a:lnTo>
                  <a:pt x="1358" y="364"/>
                </a:lnTo>
                <a:lnTo>
                  <a:pt x="2717" y="329"/>
                </a:lnTo>
                <a:lnTo>
                  <a:pt x="4075" y="293"/>
                </a:lnTo>
                <a:lnTo>
                  <a:pt x="5434" y="261"/>
                </a:lnTo>
                <a:lnTo>
                  <a:pt x="6792" y="233"/>
                </a:lnTo>
                <a:lnTo>
                  <a:pt x="8151" y="208"/>
                </a:lnTo>
                <a:lnTo>
                  <a:pt x="9509" y="184"/>
                </a:lnTo>
                <a:lnTo>
                  <a:pt x="10863" y="138"/>
                </a:lnTo>
                <a:lnTo>
                  <a:pt x="12241" y="92"/>
                </a:lnTo>
                <a:lnTo>
                  <a:pt x="13539" y="74"/>
                </a:lnTo>
                <a:lnTo>
                  <a:pt x="14857" y="57"/>
                </a:lnTo>
                <a:lnTo>
                  <a:pt x="15457" y="46"/>
                </a:lnTo>
                <a:lnTo>
                  <a:pt x="17270" y="0"/>
                </a:lnTo>
                <a:lnTo>
                  <a:pt x="18467" y="290"/>
                </a:lnTo>
                <a:lnTo>
                  <a:pt x="19299" y="795"/>
                </a:lnTo>
                <a:lnTo>
                  <a:pt x="20156" y="1887"/>
                </a:lnTo>
                <a:lnTo>
                  <a:pt x="21426" y="3936"/>
                </a:lnTo>
                <a:lnTo>
                  <a:pt x="21546" y="6444"/>
                </a:lnTo>
                <a:lnTo>
                  <a:pt x="21600" y="8225"/>
                </a:lnTo>
                <a:lnTo>
                  <a:pt x="21600" y="10122"/>
                </a:lnTo>
                <a:lnTo>
                  <a:pt x="21559" y="12987"/>
                </a:lnTo>
                <a:lnTo>
                  <a:pt x="21529" y="15407"/>
                </a:lnTo>
                <a:lnTo>
                  <a:pt x="21501" y="17859"/>
                </a:lnTo>
                <a:lnTo>
                  <a:pt x="21465" y="19717"/>
                </a:lnTo>
                <a:lnTo>
                  <a:pt x="21426" y="21600"/>
                </a:lnTo>
                <a:lnTo>
                  <a:pt x="21073" y="19268"/>
                </a:lnTo>
                <a:lnTo>
                  <a:pt x="20719" y="16933"/>
                </a:lnTo>
                <a:lnTo>
                  <a:pt x="20364" y="14587"/>
                </a:lnTo>
                <a:lnTo>
                  <a:pt x="20006" y="12231"/>
                </a:lnTo>
                <a:lnTo>
                  <a:pt x="19646" y="9860"/>
                </a:lnTo>
                <a:lnTo>
                  <a:pt x="19284" y="7468"/>
                </a:lnTo>
                <a:lnTo>
                  <a:pt x="18444" y="8634"/>
                </a:lnTo>
                <a:lnTo>
                  <a:pt x="17595" y="9811"/>
                </a:lnTo>
                <a:lnTo>
                  <a:pt x="16738" y="11001"/>
                </a:lnTo>
                <a:lnTo>
                  <a:pt x="15369" y="12358"/>
                </a:lnTo>
                <a:lnTo>
                  <a:pt x="13985" y="13390"/>
                </a:lnTo>
                <a:lnTo>
                  <a:pt x="12584" y="14135"/>
                </a:lnTo>
                <a:lnTo>
                  <a:pt x="11163" y="14630"/>
                </a:lnTo>
                <a:lnTo>
                  <a:pt x="9721" y="14916"/>
                </a:lnTo>
                <a:lnTo>
                  <a:pt x="8258" y="15029"/>
                </a:lnTo>
                <a:lnTo>
                  <a:pt x="6769" y="15008"/>
                </a:lnTo>
                <a:lnTo>
                  <a:pt x="5254" y="14895"/>
                </a:lnTo>
                <a:lnTo>
                  <a:pt x="3713" y="14725"/>
                </a:lnTo>
                <a:lnTo>
                  <a:pt x="2143" y="14534"/>
                </a:lnTo>
                <a:lnTo>
                  <a:pt x="2567" y="12436"/>
                </a:lnTo>
                <a:lnTo>
                  <a:pt x="2993" y="10330"/>
                </a:lnTo>
                <a:lnTo>
                  <a:pt x="3420" y="8217"/>
                </a:lnTo>
                <a:lnTo>
                  <a:pt x="3850" y="6087"/>
                </a:lnTo>
                <a:lnTo>
                  <a:pt x="4285" y="3936"/>
                </a:lnTo>
                <a:lnTo>
                  <a:pt x="3225" y="3059"/>
                </a:lnTo>
                <a:lnTo>
                  <a:pt x="2158" y="2183"/>
                </a:lnTo>
                <a:lnTo>
                  <a:pt x="1086" y="1297"/>
                </a:lnTo>
                <a:lnTo>
                  <a:pt x="0" y="403"/>
                </a:lnTo>
                <a:close/>
              </a:path>
            </a:pathLst>
          </a:custGeom>
          <a:solidFill>
            <a:srgbClr val="57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4" name="contour_08242"/>
          <p:cNvSpPr/>
          <p:nvPr/>
        </p:nvSpPr>
        <p:spPr>
          <a:xfrm>
            <a:off x="10621690" y="2368597"/>
            <a:ext cx="94744" cy="43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0"/>
                </a:moveTo>
                <a:lnTo>
                  <a:pt x="19322" y="563"/>
                </a:lnTo>
                <a:lnTo>
                  <a:pt x="20015" y="1125"/>
                </a:lnTo>
                <a:lnTo>
                  <a:pt x="20671" y="2027"/>
                </a:lnTo>
                <a:lnTo>
                  <a:pt x="21600" y="3607"/>
                </a:lnTo>
                <a:lnTo>
                  <a:pt x="21592" y="7604"/>
                </a:lnTo>
                <a:lnTo>
                  <a:pt x="21539" y="10428"/>
                </a:lnTo>
                <a:lnTo>
                  <a:pt x="21392" y="12485"/>
                </a:lnTo>
                <a:lnTo>
                  <a:pt x="21108" y="14169"/>
                </a:lnTo>
                <a:lnTo>
                  <a:pt x="20638" y="15886"/>
                </a:lnTo>
                <a:lnTo>
                  <a:pt x="19938" y="18036"/>
                </a:lnTo>
                <a:lnTo>
                  <a:pt x="18800" y="19010"/>
                </a:lnTo>
                <a:lnTo>
                  <a:pt x="17654" y="19814"/>
                </a:lnTo>
                <a:lnTo>
                  <a:pt x="16497" y="20457"/>
                </a:lnTo>
                <a:lnTo>
                  <a:pt x="15334" y="20947"/>
                </a:lnTo>
                <a:lnTo>
                  <a:pt x="14165" y="21293"/>
                </a:lnTo>
                <a:lnTo>
                  <a:pt x="12988" y="21506"/>
                </a:lnTo>
                <a:lnTo>
                  <a:pt x="11809" y="21600"/>
                </a:lnTo>
                <a:lnTo>
                  <a:pt x="10626" y="21582"/>
                </a:lnTo>
                <a:lnTo>
                  <a:pt x="9439" y="21463"/>
                </a:lnTo>
                <a:lnTo>
                  <a:pt x="8253" y="21250"/>
                </a:lnTo>
                <a:lnTo>
                  <a:pt x="7065" y="20954"/>
                </a:lnTo>
                <a:lnTo>
                  <a:pt x="5879" y="20590"/>
                </a:lnTo>
                <a:lnTo>
                  <a:pt x="4694" y="20161"/>
                </a:lnTo>
                <a:lnTo>
                  <a:pt x="3514" y="19685"/>
                </a:lnTo>
                <a:lnTo>
                  <a:pt x="2336" y="19162"/>
                </a:lnTo>
                <a:lnTo>
                  <a:pt x="1165" y="18610"/>
                </a:lnTo>
                <a:lnTo>
                  <a:pt x="0" y="18036"/>
                </a:lnTo>
                <a:lnTo>
                  <a:pt x="0" y="15652"/>
                </a:lnTo>
                <a:lnTo>
                  <a:pt x="0" y="13253"/>
                </a:lnTo>
                <a:lnTo>
                  <a:pt x="0" y="10822"/>
                </a:lnTo>
                <a:lnTo>
                  <a:pt x="1138" y="11096"/>
                </a:lnTo>
                <a:lnTo>
                  <a:pt x="2278" y="11370"/>
                </a:lnTo>
                <a:lnTo>
                  <a:pt x="3418" y="11648"/>
                </a:lnTo>
                <a:lnTo>
                  <a:pt x="4559" y="11922"/>
                </a:lnTo>
                <a:lnTo>
                  <a:pt x="5702" y="12196"/>
                </a:lnTo>
                <a:lnTo>
                  <a:pt x="6847" y="12474"/>
                </a:lnTo>
                <a:lnTo>
                  <a:pt x="7995" y="12752"/>
                </a:lnTo>
                <a:lnTo>
                  <a:pt x="9145" y="13029"/>
                </a:lnTo>
                <a:lnTo>
                  <a:pt x="10298" y="13307"/>
                </a:lnTo>
                <a:lnTo>
                  <a:pt x="11456" y="13585"/>
                </a:lnTo>
                <a:lnTo>
                  <a:pt x="12618" y="13866"/>
                </a:lnTo>
                <a:lnTo>
                  <a:pt x="13782" y="14147"/>
                </a:lnTo>
                <a:lnTo>
                  <a:pt x="14954" y="14429"/>
                </a:lnTo>
                <a:lnTo>
                  <a:pt x="14954" y="12044"/>
                </a:lnTo>
                <a:lnTo>
                  <a:pt x="14954" y="9646"/>
                </a:lnTo>
                <a:lnTo>
                  <a:pt x="14954" y="7214"/>
                </a:lnTo>
                <a:lnTo>
                  <a:pt x="16052" y="7214"/>
                </a:lnTo>
                <a:lnTo>
                  <a:pt x="17157" y="7214"/>
                </a:lnTo>
                <a:lnTo>
                  <a:pt x="18277" y="7214"/>
                </a:lnTo>
                <a:lnTo>
                  <a:pt x="18277" y="4830"/>
                </a:lnTo>
                <a:lnTo>
                  <a:pt x="18277" y="2431"/>
                </a:lnTo>
                <a:lnTo>
                  <a:pt x="18277" y="0"/>
                </a:lnTo>
                <a:close/>
              </a:path>
            </a:pathLst>
          </a:custGeom>
          <a:solidFill>
            <a:srgbClr val="C1C1B7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5" name="contour_08243"/>
          <p:cNvSpPr/>
          <p:nvPr/>
        </p:nvSpPr>
        <p:spPr>
          <a:xfrm>
            <a:off x="3902162" y="2366914"/>
            <a:ext cx="58384" cy="38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54"/>
                </a:moveTo>
                <a:lnTo>
                  <a:pt x="1909" y="685"/>
                </a:lnTo>
                <a:lnTo>
                  <a:pt x="3807" y="446"/>
                </a:lnTo>
                <a:lnTo>
                  <a:pt x="5695" y="248"/>
                </a:lnTo>
                <a:lnTo>
                  <a:pt x="7574" y="99"/>
                </a:lnTo>
                <a:lnTo>
                  <a:pt x="9451" y="12"/>
                </a:lnTo>
                <a:lnTo>
                  <a:pt x="11324" y="0"/>
                </a:lnTo>
                <a:lnTo>
                  <a:pt x="13201" y="78"/>
                </a:lnTo>
                <a:lnTo>
                  <a:pt x="15083" y="256"/>
                </a:lnTo>
                <a:lnTo>
                  <a:pt x="16973" y="541"/>
                </a:lnTo>
                <a:lnTo>
                  <a:pt x="18874" y="954"/>
                </a:lnTo>
                <a:lnTo>
                  <a:pt x="19998" y="3543"/>
                </a:lnTo>
                <a:lnTo>
                  <a:pt x="20772" y="6120"/>
                </a:lnTo>
                <a:lnTo>
                  <a:pt x="21260" y="8742"/>
                </a:lnTo>
                <a:lnTo>
                  <a:pt x="21516" y="11467"/>
                </a:lnTo>
                <a:lnTo>
                  <a:pt x="21600" y="14357"/>
                </a:lnTo>
                <a:lnTo>
                  <a:pt x="21570" y="17471"/>
                </a:lnTo>
                <a:lnTo>
                  <a:pt x="20249" y="17401"/>
                </a:lnTo>
                <a:lnTo>
                  <a:pt x="18906" y="17326"/>
                </a:lnTo>
                <a:lnTo>
                  <a:pt x="16879" y="17281"/>
                </a:lnTo>
                <a:lnTo>
                  <a:pt x="14916" y="17285"/>
                </a:lnTo>
                <a:lnTo>
                  <a:pt x="13007" y="17363"/>
                </a:lnTo>
                <a:lnTo>
                  <a:pt x="11138" y="17537"/>
                </a:lnTo>
                <a:lnTo>
                  <a:pt x="9294" y="17818"/>
                </a:lnTo>
                <a:lnTo>
                  <a:pt x="7463" y="18231"/>
                </a:lnTo>
                <a:lnTo>
                  <a:pt x="5633" y="18796"/>
                </a:lnTo>
                <a:lnTo>
                  <a:pt x="3788" y="19531"/>
                </a:lnTo>
                <a:lnTo>
                  <a:pt x="1914" y="20460"/>
                </a:lnTo>
                <a:lnTo>
                  <a:pt x="0" y="21600"/>
                </a:lnTo>
                <a:lnTo>
                  <a:pt x="0" y="18681"/>
                </a:lnTo>
                <a:lnTo>
                  <a:pt x="0" y="15757"/>
                </a:lnTo>
                <a:lnTo>
                  <a:pt x="0" y="12825"/>
                </a:lnTo>
                <a:lnTo>
                  <a:pt x="0" y="9881"/>
                </a:lnTo>
                <a:lnTo>
                  <a:pt x="0" y="6925"/>
                </a:lnTo>
                <a:lnTo>
                  <a:pt x="0" y="3952"/>
                </a:lnTo>
                <a:lnTo>
                  <a:pt x="0" y="954"/>
                </a:lnTo>
                <a:close/>
              </a:path>
            </a:pathLst>
          </a:custGeom>
          <a:solidFill>
            <a:srgbClr val="1C1C1B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6" name="contour_08244"/>
          <p:cNvSpPr/>
          <p:nvPr/>
        </p:nvSpPr>
        <p:spPr>
          <a:xfrm>
            <a:off x="9849163" y="2354021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6" y="256"/>
                </a:lnTo>
                <a:lnTo>
                  <a:pt x="7171" y="509"/>
                </a:lnTo>
                <a:lnTo>
                  <a:pt x="8599" y="765"/>
                </a:lnTo>
                <a:lnTo>
                  <a:pt x="10029" y="1018"/>
                </a:lnTo>
                <a:lnTo>
                  <a:pt x="11461" y="1274"/>
                </a:lnTo>
                <a:lnTo>
                  <a:pt x="12895" y="1531"/>
                </a:lnTo>
                <a:lnTo>
                  <a:pt x="14334" y="1787"/>
                </a:lnTo>
                <a:lnTo>
                  <a:pt x="15777" y="2046"/>
                </a:lnTo>
                <a:lnTo>
                  <a:pt x="17224" y="2305"/>
                </a:lnTo>
                <a:lnTo>
                  <a:pt x="18675" y="2564"/>
                </a:lnTo>
                <a:lnTo>
                  <a:pt x="20136" y="2823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20267" y="9041"/>
                </a:lnTo>
                <a:lnTo>
                  <a:pt x="18917" y="8822"/>
                </a:lnTo>
                <a:lnTo>
                  <a:pt x="17401" y="8689"/>
                </a:lnTo>
                <a:lnTo>
                  <a:pt x="15928" y="8597"/>
                </a:lnTo>
                <a:lnTo>
                  <a:pt x="14481" y="8560"/>
                </a:lnTo>
                <a:lnTo>
                  <a:pt x="13044" y="8594"/>
                </a:lnTo>
                <a:lnTo>
                  <a:pt x="11601" y="8711"/>
                </a:lnTo>
                <a:lnTo>
                  <a:pt x="10139" y="8927"/>
                </a:lnTo>
                <a:lnTo>
                  <a:pt x="8640" y="9257"/>
                </a:lnTo>
                <a:lnTo>
                  <a:pt x="7679" y="10843"/>
                </a:lnTo>
                <a:lnTo>
                  <a:pt x="6871" y="12463"/>
                </a:lnTo>
                <a:lnTo>
                  <a:pt x="6193" y="14126"/>
                </a:lnTo>
                <a:lnTo>
                  <a:pt x="5622" y="15857"/>
                </a:lnTo>
                <a:lnTo>
                  <a:pt x="5134" y="17669"/>
                </a:lnTo>
                <a:lnTo>
                  <a:pt x="4709" y="19576"/>
                </a:lnTo>
                <a:lnTo>
                  <a:pt x="4320" y="21600"/>
                </a:lnTo>
                <a:lnTo>
                  <a:pt x="4320" y="19560"/>
                </a:lnTo>
                <a:lnTo>
                  <a:pt x="4320" y="17508"/>
                </a:lnTo>
                <a:lnTo>
                  <a:pt x="4320" y="15429"/>
                </a:lnTo>
                <a:lnTo>
                  <a:pt x="2892" y="15429"/>
                </a:lnTo>
                <a:lnTo>
                  <a:pt x="1456" y="15429"/>
                </a:lnTo>
                <a:lnTo>
                  <a:pt x="0" y="15429"/>
                </a:lnTo>
                <a:lnTo>
                  <a:pt x="0" y="13389"/>
                </a:lnTo>
                <a:lnTo>
                  <a:pt x="0" y="11337"/>
                </a:lnTo>
                <a:lnTo>
                  <a:pt x="0" y="9257"/>
                </a:lnTo>
                <a:lnTo>
                  <a:pt x="1428" y="9257"/>
                </a:lnTo>
                <a:lnTo>
                  <a:pt x="2864" y="9257"/>
                </a:lnTo>
                <a:lnTo>
                  <a:pt x="4320" y="9257"/>
                </a:lnTo>
                <a:lnTo>
                  <a:pt x="4320" y="7424"/>
                </a:lnTo>
                <a:lnTo>
                  <a:pt x="4320" y="5585"/>
                </a:lnTo>
                <a:lnTo>
                  <a:pt x="4320" y="3740"/>
                </a:lnTo>
                <a:lnTo>
                  <a:pt x="4320" y="1879"/>
                </a:lnTo>
                <a:lnTo>
                  <a:pt x="4320" y="0"/>
                </a:lnTo>
                <a:close/>
              </a:path>
            </a:pathLst>
          </a:custGeom>
          <a:solidFill>
            <a:srgbClr val="DB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7" name="contour_08245"/>
          <p:cNvSpPr/>
          <p:nvPr/>
        </p:nvSpPr>
        <p:spPr>
          <a:xfrm>
            <a:off x="4507065" y="2274130"/>
            <a:ext cx="87456" cy="50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2985"/>
                </a:moveTo>
                <a:lnTo>
                  <a:pt x="15343" y="4468"/>
                </a:lnTo>
                <a:lnTo>
                  <a:pt x="16272" y="5972"/>
                </a:lnTo>
                <a:lnTo>
                  <a:pt x="17186" y="7496"/>
                </a:lnTo>
                <a:lnTo>
                  <a:pt x="18088" y="9038"/>
                </a:lnTo>
                <a:lnTo>
                  <a:pt x="18979" y="10598"/>
                </a:lnTo>
                <a:lnTo>
                  <a:pt x="19859" y="12181"/>
                </a:lnTo>
                <a:lnTo>
                  <a:pt x="20732" y="13778"/>
                </a:lnTo>
                <a:lnTo>
                  <a:pt x="21600" y="15395"/>
                </a:lnTo>
                <a:lnTo>
                  <a:pt x="20459" y="15286"/>
                </a:lnTo>
                <a:lnTo>
                  <a:pt x="19301" y="15178"/>
                </a:lnTo>
                <a:lnTo>
                  <a:pt x="18313" y="15122"/>
                </a:lnTo>
                <a:lnTo>
                  <a:pt x="17320" y="15066"/>
                </a:lnTo>
                <a:lnTo>
                  <a:pt x="16312" y="15007"/>
                </a:lnTo>
                <a:lnTo>
                  <a:pt x="15329" y="14936"/>
                </a:lnTo>
                <a:lnTo>
                  <a:pt x="14341" y="14864"/>
                </a:lnTo>
                <a:lnTo>
                  <a:pt x="13338" y="14790"/>
                </a:lnTo>
                <a:lnTo>
                  <a:pt x="12706" y="14939"/>
                </a:lnTo>
                <a:lnTo>
                  <a:pt x="10800" y="15395"/>
                </a:lnTo>
                <a:lnTo>
                  <a:pt x="10073" y="17250"/>
                </a:lnTo>
                <a:lnTo>
                  <a:pt x="9643" y="18516"/>
                </a:lnTo>
                <a:lnTo>
                  <a:pt x="9340" y="19773"/>
                </a:lnTo>
                <a:lnTo>
                  <a:pt x="9000" y="21600"/>
                </a:lnTo>
                <a:lnTo>
                  <a:pt x="9000" y="19552"/>
                </a:lnTo>
                <a:lnTo>
                  <a:pt x="9000" y="17502"/>
                </a:lnTo>
                <a:lnTo>
                  <a:pt x="9000" y="15441"/>
                </a:lnTo>
                <a:lnTo>
                  <a:pt x="9000" y="13372"/>
                </a:lnTo>
                <a:lnTo>
                  <a:pt x="9000" y="11290"/>
                </a:lnTo>
                <a:lnTo>
                  <a:pt x="9000" y="9190"/>
                </a:lnTo>
                <a:lnTo>
                  <a:pt x="7727" y="9190"/>
                </a:lnTo>
                <a:lnTo>
                  <a:pt x="6453" y="9190"/>
                </a:lnTo>
                <a:lnTo>
                  <a:pt x="5175" y="9190"/>
                </a:lnTo>
                <a:lnTo>
                  <a:pt x="3892" y="9190"/>
                </a:lnTo>
                <a:lnTo>
                  <a:pt x="2603" y="9190"/>
                </a:lnTo>
                <a:lnTo>
                  <a:pt x="1307" y="9190"/>
                </a:lnTo>
                <a:lnTo>
                  <a:pt x="0" y="9190"/>
                </a:lnTo>
                <a:lnTo>
                  <a:pt x="0" y="7139"/>
                </a:lnTo>
                <a:lnTo>
                  <a:pt x="0" y="5076"/>
                </a:lnTo>
                <a:lnTo>
                  <a:pt x="0" y="2985"/>
                </a:lnTo>
                <a:lnTo>
                  <a:pt x="1172" y="2141"/>
                </a:lnTo>
                <a:lnTo>
                  <a:pt x="2365" y="1424"/>
                </a:lnTo>
                <a:lnTo>
                  <a:pt x="3578" y="847"/>
                </a:lnTo>
                <a:lnTo>
                  <a:pt x="4804" y="410"/>
                </a:lnTo>
                <a:lnTo>
                  <a:pt x="6035" y="127"/>
                </a:lnTo>
                <a:lnTo>
                  <a:pt x="7270" y="0"/>
                </a:lnTo>
                <a:lnTo>
                  <a:pt x="8500" y="40"/>
                </a:lnTo>
                <a:lnTo>
                  <a:pt x="9720" y="254"/>
                </a:lnTo>
                <a:lnTo>
                  <a:pt x="10926" y="648"/>
                </a:lnTo>
                <a:lnTo>
                  <a:pt x="12112" y="1229"/>
                </a:lnTo>
                <a:lnTo>
                  <a:pt x="13271" y="2004"/>
                </a:lnTo>
                <a:lnTo>
                  <a:pt x="14400" y="2985"/>
                </a:lnTo>
                <a:close/>
              </a:path>
            </a:pathLst>
          </a:custGeom>
          <a:solidFill>
            <a:srgbClr val="4B6E83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8" name="contour_08246"/>
          <p:cNvSpPr/>
          <p:nvPr/>
        </p:nvSpPr>
        <p:spPr>
          <a:xfrm>
            <a:off x="688158" y="2266041"/>
            <a:ext cx="65592" cy="588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3"/>
                </a:moveTo>
                <a:lnTo>
                  <a:pt x="20558" y="155"/>
                </a:lnTo>
                <a:lnTo>
                  <a:pt x="19500" y="120"/>
                </a:lnTo>
                <a:lnTo>
                  <a:pt x="17731" y="302"/>
                </a:lnTo>
                <a:lnTo>
                  <a:pt x="16212" y="570"/>
                </a:lnTo>
                <a:lnTo>
                  <a:pt x="14827" y="1022"/>
                </a:lnTo>
                <a:lnTo>
                  <a:pt x="13464" y="1755"/>
                </a:lnTo>
                <a:lnTo>
                  <a:pt x="12000" y="2869"/>
                </a:lnTo>
                <a:lnTo>
                  <a:pt x="11760" y="4755"/>
                </a:lnTo>
                <a:lnTo>
                  <a:pt x="11594" y="6631"/>
                </a:lnTo>
                <a:lnTo>
                  <a:pt x="11491" y="8499"/>
                </a:lnTo>
                <a:lnTo>
                  <a:pt x="11446" y="10361"/>
                </a:lnTo>
                <a:lnTo>
                  <a:pt x="11453" y="12221"/>
                </a:lnTo>
                <a:lnTo>
                  <a:pt x="11503" y="14083"/>
                </a:lnTo>
                <a:lnTo>
                  <a:pt x="11590" y="15948"/>
                </a:lnTo>
                <a:lnTo>
                  <a:pt x="11705" y="17822"/>
                </a:lnTo>
                <a:lnTo>
                  <a:pt x="11844" y="19705"/>
                </a:lnTo>
                <a:lnTo>
                  <a:pt x="12000" y="21600"/>
                </a:lnTo>
                <a:lnTo>
                  <a:pt x="10416" y="21158"/>
                </a:lnTo>
                <a:lnTo>
                  <a:pt x="8830" y="20717"/>
                </a:lnTo>
                <a:lnTo>
                  <a:pt x="7236" y="20273"/>
                </a:lnTo>
                <a:lnTo>
                  <a:pt x="5635" y="19826"/>
                </a:lnTo>
                <a:lnTo>
                  <a:pt x="4025" y="19376"/>
                </a:lnTo>
                <a:lnTo>
                  <a:pt x="2400" y="18924"/>
                </a:lnTo>
                <a:lnTo>
                  <a:pt x="2868" y="17305"/>
                </a:lnTo>
                <a:lnTo>
                  <a:pt x="3338" y="15684"/>
                </a:lnTo>
                <a:lnTo>
                  <a:pt x="3806" y="14065"/>
                </a:lnTo>
                <a:lnTo>
                  <a:pt x="4277" y="12443"/>
                </a:lnTo>
                <a:lnTo>
                  <a:pt x="4745" y="10824"/>
                </a:lnTo>
                <a:lnTo>
                  <a:pt x="4757" y="10177"/>
                </a:lnTo>
                <a:lnTo>
                  <a:pt x="4800" y="8220"/>
                </a:lnTo>
                <a:lnTo>
                  <a:pt x="3406" y="7233"/>
                </a:lnTo>
                <a:lnTo>
                  <a:pt x="2441" y="6623"/>
                </a:lnTo>
                <a:lnTo>
                  <a:pt x="1457" y="6144"/>
                </a:lnTo>
                <a:lnTo>
                  <a:pt x="0" y="5544"/>
                </a:lnTo>
                <a:lnTo>
                  <a:pt x="1702" y="4466"/>
                </a:lnTo>
                <a:lnTo>
                  <a:pt x="3341" y="3519"/>
                </a:lnTo>
                <a:lnTo>
                  <a:pt x="4934" y="2697"/>
                </a:lnTo>
                <a:lnTo>
                  <a:pt x="6494" y="1996"/>
                </a:lnTo>
                <a:lnTo>
                  <a:pt x="8040" y="1410"/>
                </a:lnTo>
                <a:lnTo>
                  <a:pt x="9586" y="934"/>
                </a:lnTo>
                <a:lnTo>
                  <a:pt x="11143" y="562"/>
                </a:lnTo>
                <a:lnTo>
                  <a:pt x="12727" y="289"/>
                </a:lnTo>
                <a:lnTo>
                  <a:pt x="14357" y="107"/>
                </a:lnTo>
                <a:lnTo>
                  <a:pt x="16042" y="13"/>
                </a:lnTo>
                <a:lnTo>
                  <a:pt x="17803" y="0"/>
                </a:lnTo>
                <a:lnTo>
                  <a:pt x="19649" y="62"/>
                </a:lnTo>
                <a:lnTo>
                  <a:pt x="21600" y="193"/>
                </a:lnTo>
                <a:close/>
              </a:path>
            </a:pathLst>
          </a:custGeom>
          <a:solidFill>
            <a:srgbClr val="767871"/>
          </a:solidFill>
          <a:ln>
            <a:noFill/>
          </a:ln>
        </p:spPr>
        <p:txBody>
          <a:bodyPr/>
          <a:lstStyle/>
          <a:p/>
        </p:txBody>
      </p:sp>
      <p:sp>
        <p:nvSpPr>
          <p:cNvPr id="8249" name="contour_08247"/>
          <p:cNvSpPr/>
          <p:nvPr/>
        </p:nvSpPr>
        <p:spPr>
          <a:xfrm>
            <a:off x="3246243" y="2244701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43" y="553"/>
                </a:lnTo>
                <a:lnTo>
                  <a:pt x="2083" y="1110"/>
                </a:lnTo>
                <a:lnTo>
                  <a:pt x="3120" y="1672"/>
                </a:lnTo>
                <a:lnTo>
                  <a:pt x="4155" y="2242"/>
                </a:lnTo>
                <a:lnTo>
                  <a:pt x="5186" y="2819"/>
                </a:lnTo>
                <a:lnTo>
                  <a:pt x="6286" y="3434"/>
                </a:lnTo>
                <a:lnTo>
                  <a:pt x="7387" y="4044"/>
                </a:lnTo>
                <a:lnTo>
                  <a:pt x="8495" y="4644"/>
                </a:lnTo>
                <a:lnTo>
                  <a:pt x="9608" y="5234"/>
                </a:lnTo>
                <a:lnTo>
                  <a:pt x="10763" y="5845"/>
                </a:lnTo>
                <a:lnTo>
                  <a:pt x="11911" y="6467"/>
                </a:lnTo>
                <a:lnTo>
                  <a:pt x="13056" y="7096"/>
                </a:lnTo>
                <a:lnTo>
                  <a:pt x="14199" y="7731"/>
                </a:lnTo>
                <a:lnTo>
                  <a:pt x="15340" y="8370"/>
                </a:lnTo>
                <a:lnTo>
                  <a:pt x="15825" y="8614"/>
                </a:lnTo>
                <a:lnTo>
                  <a:pt x="17282" y="9346"/>
                </a:lnTo>
                <a:lnTo>
                  <a:pt x="18350" y="9984"/>
                </a:lnTo>
                <a:lnTo>
                  <a:pt x="19155" y="10573"/>
                </a:lnTo>
                <a:lnTo>
                  <a:pt x="20104" y="11452"/>
                </a:lnTo>
                <a:lnTo>
                  <a:pt x="21600" y="12960"/>
                </a:lnTo>
                <a:lnTo>
                  <a:pt x="21502" y="14522"/>
                </a:lnTo>
                <a:lnTo>
                  <a:pt x="21296" y="15960"/>
                </a:lnTo>
                <a:lnTo>
                  <a:pt x="20989" y="17336"/>
                </a:lnTo>
                <a:lnTo>
                  <a:pt x="20602" y="18697"/>
                </a:lnTo>
                <a:lnTo>
                  <a:pt x="20147" y="20101"/>
                </a:lnTo>
                <a:lnTo>
                  <a:pt x="19636" y="21600"/>
                </a:lnTo>
                <a:lnTo>
                  <a:pt x="18543" y="20762"/>
                </a:lnTo>
                <a:lnTo>
                  <a:pt x="17451" y="19920"/>
                </a:lnTo>
                <a:lnTo>
                  <a:pt x="16363" y="19073"/>
                </a:lnTo>
                <a:lnTo>
                  <a:pt x="15277" y="18222"/>
                </a:lnTo>
                <a:lnTo>
                  <a:pt x="14193" y="17371"/>
                </a:lnTo>
                <a:lnTo>
                  <a:pt x="13109" y="16515"/>
                </a:lnTo>
                <a:lnTo>
                  <a:pt x="12027" y="15660"/>
                </a:lnTo>
                <a:lnTo>
                  <a:pt x="10949" y="14839"/>
                </a:lnTo>
                <a:lnTo>
                  <a:pt x="9857" y="14005"/>
                </a:lnTo>
                <a:lnTo>
                  <a:pt x="8642" y="12999"/>
                </a:lnTo>
                <a:lnTo>
                  <a:pt x="7531" y="12001"/>
                </a:lnTo>
                <a:lnTo>
                  <a:pt x="6513" y="11003"/>
                </a:lnTo>
                <a:lnTo>
                  <a:pt x="5579" y="9990"/>
                </a:lnTo>
                <a:lnTo>
                  <a:pt x="4719" y="8951"/>
                </a:lnTo>
                <a:lnTo>
                  <a:pt x="3923" y="7878"/>
                </a:lnTo>
                <a:lnTo>
                  <a:pt x="3185" y="6752"/>
                </a:lnTo>
                <a:lnTo>
                  <a:pt x="2494" y="5568"/>
                </a:lnTo>
                <a:lnTo>
                  <a:pt x="1838" y="4314"/>
                </a:lnTo>
                <a:lnTo>
                  <a:pt x="1212" y="2974"/>
                </a:lnTo>
                <a:lnTo>
                  <a:pt x="601" y="1540"/>
                </a:lnTo>
                <a:lnTo>
                  <a:pt x="0" y="0"/>
                </a:lnTo>
                <a:close/>
              </a:path>
            </a:pathLst>
          </a:custGeom>
          <a:solidFill>
            <a:srgbClr val="F7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0" name="contour_08248"/>
          <p:cNvSpPr/>
          <p:nvPr/>
        </p:nvSpPr>
        <p:spPr>
          <a:xfrm>
            <a:off x="5030511" y="2214609"/>
            <a:ext cx="53618" cy="51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72" y="391"/>
                </a:moveTo>
                <a:lnTo>
                  <a:pt x="21424" y="2463"/>
                </a:lnTo>
                <a:lnTo>
                  <a:pt x="21600" y="3972"/>
                </a:lnTo>
                <a:lnTo>
                  <a:pt x="21600" y="5354"/>
                </a:lnTo>
                <a:lnTo>
                  <a:pt x="21424" y="7044"/>
                </a:lnTo>
                <a:lnTo>
                  <a:pt x="21072" y="9480"/>
                </a:lnTo>
                <a:lnTo>
                  <a:pt x="19298" y="10580"/>
                </a:lnTo>
                <a:lnTo>
                  <a:pt x="17516" y="11544"/>
                </a:lnTo>
                <a:lnTo>
                  <a:pt x="15702" y="12401"/>
                </a:lnTo>
                <a:lnTo>
                  <a:pt x="13837" y="13189"/>
                </a:lnTo>
                <a:lnTo>
                  <a:pt x="11897" y="13943"/>
                </a:lnTo>
                <a:lnTo>
                  <a:pt x="11259" y="14340"/>
                </a:lnTo>
                <a:lnTo>
                  <a:pt x="9328" y="15540"/>
                </a:lnTo>
                <a:lnTo>
                  <a:pt x="9328" y="17543"/>
                </a:lnTo>
                <a:lnTo>
                  <a:pt x="9328" y="19558"/>
                </a:lnTo>
                <a:lnTo>
                  <a:pt x="9328" y="21600"/>
                </a:lnTo>
                <a:lnTo>
                  <a:pt x="7584" y="21600"/>
                </a:lnTo>
                <a:lnTo>
                  <a:pt x="5834" y="21600"/>
                </a:lnTo>
                <a:lnTo>
                  <a:pt x="4078" y="21600"/>
                </a:lnTo>
                <a:lnTo>
                  <a:pt x="2308" y="21600"/>
                </a:lnTo>
                <a:lnTo>
                  <a:pt x="520" y="21600"/>
                </a:lnTo>
                <a:lnTo>
                  <a:pt x="258" y="17607"/>
                </a:lnTo>
                <a:lnTo>
                  <a:pt x="79" y="14446"/>
                </a:lnTo>
                <a:lnTo>
                  <a:pt x="0" y="11965"/>
                </a:lnTo>
                <a:lnTo>
                  <a:pt x="35" y="10002"/>
                </a:lnTo>
                <a:lnTo>
                  <a:pt x="206" y="8402"/>
                </a:lnTo>
                <a:lnTo>
                  <a:pt x="523" y="7005"/>
                </a:lnTo>
                <a:lnTo>
                  <a:pt x="1007" y="5657"/>
                </a:lnTo>
                <a:lnTo>
                  <a:pt x="1674" y="4199"/>
                </a:lnTo>
                <a:lnTo>
                  <a:pt x="2540" y="2475"/>
                </a:lnTo>
                <a:lnTo>
                  <a:pt x="4533" y="1536"/>
                </a:lnTo>
                <a:lnTo>
                  <a:pt x="6530" y="851"/>
                </a:lnTo>
                <a:lnTo>
                  <a:pt x="8535" y="391"/>
                </a:lnTo>
                <a:lnTo>
                  <a:pt x="10552" y="118"/>
                </a:lnTo>
                <a:lnTo>
                  <a:pt x="12589" y="0"/>
                </a:lnTo>
                <a:lnTo>
                  <a:pt x="14653" y="3"/>
                </a:lnTo>
                <a:lnTo>
                  <a:pt x="16750" y="91"/>
                </a:lnTo>
                <a:lnTo>
                  <a:pt x="18887" y="233"/>
                </a:lnTo>
                <a:lnTo>
                  <a:pt x="21072" y="391"/>
                </a:lnTo>
                <a:close/>
              </a:path>
            </a:pathLst>
          </a:custGeom>
          <a:solidFill>
            <a:srgbClr val="9AADAA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1" name="contour_08249"/>
          <p:cNvSpPr/>
          <p:nvPr/>
        </p:nvSpPr>
        <p:spPr>
          <a:xfrm>
            <a:off x="1642885" y="2208261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8" y="219"/>
                </a:lnTo>
                <a:lnTo>
                  <a:pt x="1471" y="420"/>
                </a:lnTo>
                <a:lnTo>
                  <a:pt x="2162" y="617"/>
                </a:lnTo>
                <a:lnTo>
                  <a:pt x="2906" y="830"/>
                </a:lnTo>
                <a:lnTo>
                  <a:pt x="3758" y="1074"/>
                </a:lnTo>
                <a:lnTo>
                  <a:pt x="4781" y="1367"/>
                </a:lnTo>
                <a:lnTo>
                  <a:pt x="6029" y="1722"/>
                </a:lnTo>
                <a:lnTo>
                  <a:pt x="7565" y="2160"/>
                </a:lnTo>
                <a:lnTo>
                  <a:pt x="9444" y="2700"/>
                </a:lnTo>
                <a:lnTo>
                  <a:pt x="11729" y="3351"/>
                </a:lnTo>
                <a:lnTo>
                  <a:pt x="14477" y="4138"/>
                </a:lnTo>
                <a:lnTo>
                  <a:pt x="17748" y="5070"/>
                </a:lnTo>
                <a:lnTo>
                  <a:pt x="21600" y="6171"/>
                </a:lnTo>
                <a:lnTo>
                  <a:pt x="21302" y="8081"/>
                </a:lnTo>
                <a:lnTo>
                  <a:pt x="21005" y="9992"/>
                </a:lnTo>
                <a:lnTo>
                  <a:pt x="20707" y="11908"/>
                </a:lnTo>
                <a:lnTo>
                  <a:pt x="20410" y="13827"/>
                </a:lnTo>
                <a:lnTo>
                  <a:pt x="20110" y="15756"/>
                </a:lnTo>
                <a:lnTo>
                  <a:pt x="19807" y="17693"/>
                </a:lnTo>
                <a:lnTo>
                  <a:pt x="19505" y="19641"/>
                </a:lnTo>
                <a:lnTo>
                  <a:pt x="19200" y="21600"/>
                </a:lnTo>
                <a:lnTo>
                  <a:pt x="17834" y="20721"/>
                </a:lnTo>
                <a:lnTo>
                  <a:pt x="16466" y="19838"/>
                </a:lnTo>
                <a:lnTo>
                  <a:pt x="15101" y="18956"/>
                </a:lnTo>
                <a:lnTo>
                  <a:pt x="13738" y="18067"/>
                </a:lnTo>
                <a:lnTo>
                  <a:pt x="12374" y="17175"/>
                </a:lnTo>
                <a:lnTo>
                  <a:pt x="11004" y="16330"/>
                </a:lnTo>
                <a:lnTo>
                  <a:pt x="9622" y="15512"/>
                </a:lnTo>
                <a:lnTo>
                  <a:pt x="8227" y="14725"/>
                </a:lnTo>
                <a:lnTo>
                  <a:pt x="6826" y="13969"/>
                </a:lnTo>
                <a:lnTo>
                  <a:pt x="5522" y="13259"/>
                </a:lnTo>
                <a:lnTo>
                  <a:pt x="4200" y="12534"/>
                </a:lnTo>
                <a:lnTo>
                  <a:pt x="2990" y="11920"/>
                </a:lnTo>
                <a:lnTo>
                  <a:pt x="1762" y="11294"/>
                </a:lnTo>
                <a:lnTo>
                  <a:pt x="888" y="10282"/>
                </a:lnTo>
                <a:lnTo>
                  <a:pt x="0" y="9257"/>
                </a:lnTo>
                <a:lnTo>
                  <a:pt x="0" y="7424"/>
                </a:lnTo>
                <a:lnTo>
                  <a:pt x="0" y="5585"/>
                </a:lnTo>
                <a:lnTo>
                  <a:pt x="0" y="3740"/>
                </a:lnTo>
                <a:lnTo>
                  <a:pt x="0" y="1879"/>
                </a:lnTo>
                <a:lnTo>
                  <a:pt x="0" y="0"/>
                </a:lnTo>
                <a:close/>
              </a:path>
            </a:pathLst>
          </a:custGeom>
          <a:solidFill>
            <a:srgbClr val="989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2" name="contour_08250"/>
          <p:cNvSpPr/>
          <p:nvPr/>
        </p:nvSpPr>
        <p:spPr>
          <a:xfrm>
            <a:off x="4456050" y="2214872"/>
            <a:ext cx="116608" cy="235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22"/>
                </a:moveTo>
                <a:lnTo>
                  <a:pt x="1816" y="461"/>
                </a:lnTo>
                <a:lnTo>
                  <a:pt x="3476" y="321"/>
                </a:lnTo>
                <a:lnTo>
                  <a:pt x="4994" y="200"/>
                </a:lnTo>
                <a:lnTo>
                  <a:pt x="6377" y="107"/>
                </a:lnTo>
                <a:lnTo>
                  <a:pt x="7640" y="40"/>
                </a:lnTo>
                <a:lnTo>
                  <a:pt x="8791" y="0"/>
                </a:lnTo>
                <a:lnTo>
                  <a:pt x="9840" y="0"/>
                </a:lnTo>
                <a:lnTo>
                  <a:pt x="10800" y="33"/>
                </a:lnTo>
                <a:lnTo>
                  <a:pt x="11680" y="107"/>
                </a:lnTo>
                <a:lnTo>
                  <a:pt x="12490" y="227"/>
                </a:lnTo>
                <a:lnTo>
                  <a:pt x="13243" y="394"/>
                </a:lnTo>
                <a:lnTo>
                  <a:pt x="13948" y="615"/>
                </a:lnTo>
                <a:lnTo>
                  <a:pt x="14615" y="889"/>
                </a:lnTo>
                <a:lnTo>
                  <a:pt x="15256" y="1216"/>
                </a:lnTo>
                <a:lnTo>
                  <a:pt x="15883" y="1604"/>
                </a:lnTo>
                <a:lnTo>
                  <a:pt x="16504" y="2058"/>
                </a:lnTo>
                <a:lnTo>
                  <a:pt x="17129" y="2580"/>
                </a:lnTo>
                <a:lnTo>
                  <a:pt x="17771" y="3175"/>
                </a:lnTo>
                <a:lnTo>
                  <a:pt x="18441" y="3836"/>
                </a:lnTo>
                <a:lnTo>
                  <a:pt x="19148" y="4585"/>
                </a:lnTo>
                <a:lnTo>
                  <a:pt x="19903" y="5407"/>
                </a:lnTo>
                <a:lnTo>
                  <a:pt x="20717" y="6309"/>
                </a:lnTo>
                <a:lnTo>
                  <a:pt x="21600" y="7305"/>
                </a:lnTo>
                <a:lnTo>
                  <a:pt x="21600" y="10620"/>
                </a:lnTo>
                <a:lnTo>
                  <a:pt x="21600" y="13988"/>
                </a:lnTo>
                <a:lnTo>
                  <a:pt x="20736" y="15532"/>
                </a:lnTo>
                <a:lnTo>
                  <a:pt x="19856" y="16855"/>
                </a:lnTo>
                <a:lnTo>
                  <a:pt x="18963" y="17991"/>
                </a:lnTo>
                <a:lnTo>
                  <a:pt x="18058" y="18933"/>
                </a:lnTo>
                <a:lnTo>
                  <a:pt x="17142" y="19715"/>
                </a:lnTo>
                <a:lnTo>
                  <a:pt x="16218" y="20337"/>
                </a:lnTo>
                <a:lnTo>
                  <a:pt x="15286" y="20811"/>
                </a:lnTo>
                <a:lnTo>
                  <a:pt x="14348" y="21166"/>
                </a:lnTo>
                <a:lnTo>
                  <a:pt x="13405" y="21406"/>
                </a:lnTo>
                <a:lnTo>
                  <a:pt x="12459" y="21547"/>
                </a:lnTo>
                <a:lnTo>
                  <a:pt x="11511" y="21600"/>
                </a:lnTo>
                <a:lnTo>
                  <a:pt x="10564" y="21587"/>
                </a:lnTo>
                <a:lnTo>
                  <a:pt x="9617" y="21513"/>
                </a:lnTo>
                <a:lnTo>
                  <a:pt x="8674" y="21400"/>
                </a:lnTo>
                <a:lnTo>
                  <a:pt x="7736" y="21252"/>
                </a:lnTo>
                <a:lnTo>
                  <a:pt x="6801" y="21092"/>
                </a:lnTo>
                <a:lnTo>
                  <a:pt x="5875" y="20932"/>
                </a:lnTo>
                <a:lnTo>
                  <a:pt x="4957" y="20791"/>
                </a:lnTo>
                <a:lnTo>
                  <a:pt x="4050" y="20671"/>
                </a:lnTo>
                <a:lnTo>
                  <a:pt x="4050" y="16253"/>
                </a:lnTo>
                <a:lnTo>
                  <a:pt x="4050" y="11809"/>
                </a:lnTo>
                <a:lnTo>
                  <a:pt x="4050" y="7305"/>
                </a:lnTo>
                <a:lnTo>
                  <a:pt x="3046" y="5246"/>
                </a:lnTo>
                <a:lnTo>
                  <a:pt x="2333" y="3870"/>
                </a:lnTo>
                <a:lnTo>
                  <a:pt x="1717" y="2854"/>
                </a:lnTo>
                <a:lnTo>
                  <a:pt x="1004" y="1878"/>
                </a:lnTo>
                <a:lnTo>
                  <a:pt x="0" y="622"/>
                </a:lnTo>
                <a:close/>
              </a:path>
            </a:pathLst>
          </a:custGeom>
          <a:solidFill>
            <a:srgbClr val="85A9BD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3" name="contour_08251"/>
          <p:cNvSpPr/>
          <p:nvPr/>
        </p:nvSpPr>
        <p:spPr>
          <a:xfrm>
            <a:off x="3704563" y="2171107"/>
            <a:ext cx="37264" cy="954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12" y="0"/>
                </a:moveTo>
                <a:lnTo>
                  <a:pt x="11368" y="33"/>
                </a:lnTo>
                <a:lnTo>
                  <a:pt x="13924" y="66"/>
                </a:lnTo>
                <a:lnTo>
                  <a:pt x="16484" y="97"/>
                </a:lnTo>
                <a:lnTo>
                  <a:pt x="19040" y="130"/>
                </a:lnTo>
                <a:lnTo>
                  <a:pt x="21600" y="162"/>
                </a:lnTo>
                <a:lnTo>
                  <a:pt x="21600" y="1252"/>
                </a:lnTo>
                <a:lnTo>
                  <a:pt x="21600" y="2348"/>
                </a:lnTo>
                <a:lnTo>
                  <a:pt x="21600" y="3460"/>
                </a:lnTo>
                <a:lnTo>
                  <a:pt x="18808" y="3460"/>
                </a:lnTo>
                <a:lnTo>
                  <a:pt x="15998" y="3460"/>
                </a:lnTo>
                <a:lnTo>
                  <a:pt x="13151" y="3460"/>
                </a:lnTo>
                <a:lnTo>
                  <a:pt x="12944" y="4494"/>
                </a:lnTo>
                <a:lnTo>
                  <a:pt x="12733" y="5536"/>
                </a:lnTo>
                <a:lnTo>
                  <a:pt x="12526" y="6590"/>
                </a:lnTo>
                <a:lnTo>
                  <a:pt x="12285" y="7612"/>
                </a:lnTo>
                <a:lnTo>
                  <a:pt x="12048" y="8633"/>
                </a:lnTo>
                <a:lnTo>
                  <a:pt x="11808" y="9654"/>
                </a:lnTo>
                <a:lnTo>
                  <a:pt x="11567" y="10675"/>
                </a:lnTo>
                <a:lnTo>
                  <a:pt x="11368" y="11697"/>
                </a:lnTo>
                <a:lnTo>
                  <a:pt x="11174" y="12736"/>
                </a:lnTo>
                <a:lnTo>
                  <a:pt x="10925" y="13727"/>
                </a:lnTo>
                <a:lnTo>
                  <a:pt x="10675" y="14733"/>
                </a:lnTo>
                <a:lnTo>
                  <a:pt x="10477" y="15642"/>
                </a:lnTo>
                <a:lnTo>
                  <a:pt x="10274" y="16564"/>
                </a:lnTo>
                <a:lnTo>
                  <a:pt x="9239" y="17636"/>
                </a:lnTo>
                <a:lnTo>
                  <a:pt x="7951" y="18551"/>
                </a:lnTo>
                <a:lnTo>
                  <a:pt x="6421" y="19359"/>
                </a:lnTo>
                <a:lnTo>
                  <a:pt x="4660" y="20104"/>
                </a:lnTo>
                <a:lnTo>
                  <a:pt x="2674" y="20836"/>
                </a:lnTo>
                <a:lnTo>
                  <a:pt x="477" y="21600"/>
                </a:lnTo>
                <a:lnTo>
                  <a:pt x="435" y="20513"/>
                </a:lnTo>
                <a:lnTo>
                  <a:pt x="401" y="19425"/>
                </a:lnTo>
                <a:lnTo>
                  <a:pt x="368" y="18336"/>
                </a:lnTo>
                <a:lnTo>
                  <a:pt x="338" y="17248"/>
                </a:lnTo>
                <a:lnTo>
                  <a:pt x="313" y="16160"/>
                </a:lnTo>
                <a:lnTo>
                  <a:pt x="283" y="15073"/>
                </a:lnTo>
                <a:lnTo>
                  <a:pt x="262" y="13984"/>
                </a:lnTo>
                <a:lnTo>
                  <a:pt x="237" y="12896"/>
                </a:lnTo>
                <a:lnTo>
                  <a:pt x="215" y="11808"/>
                </a:lnTo>
                <a:lnTo>
                  <a:pt x="177" y="10878"/>
                </a:lnTo>
                <a:lnTo>
                  <a:pt x="139" y="9939"/>
                </a:lnTo>
                <a:lnTo>
                  <a:pt x="106" y="8989"/>
                </a:lnTo>
                <a:lnTo>
                  <a:pt x="93" y="8102"/>
                </a:lnTo>
                <a:lnTo>
                  <a:pt x="80" y="7207"/>
                </a:lnTo>
                <a:lnTo>
                  <a:pt x="68" y="6300"/>
                </a:lnTo>
                <a:lnTo>
                  <a:pt x="42" y="5480"/>
                </a:lnTo>
                <a:lnTo>
                  <a:pt x="21" y="4652"/>
                </a:lnTo>
                <a:lnTo>
                  <a:pt x="0" y="3814"/>
                </a:lnTo>
                <a:lnTo>
                  <a:pt x="503" y="2477"/>
                </a:lnTo>
                <a:lnTo>
                  <a:pt x="1436" y="1461"/>
                </a:lnTo>
                <a:lnTo>
                  <a:pt x="2995" y="732"/>
                </a:lnTo>
                <a:lnTo>
                  <a:pt x="5386" y="257"/>
                </a:lnTo>
                <a:lnTo>
                  <a:pt x="8812" y="0"/>
                </a:lnTo>
                <a:close/>
              </a:path>
            </a:pathLst>
          </a:custGeom>
          <a:solidFill>
            <a:srgbClr val="B3BABE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4" name="contour_08252"/>
          <p:cNvSpPr/>
          <p:nvPr/>
        </p:nvSpPr>
        <p:spPr>
          <a:xfrm>
            <a:off x="1897964" y="2186397"/>
            <a:ext cx="80168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34"/>
                </a:moveTo>
                <a:lnTo>
                  <a:pt x="21463" y="7061"/>
                </a:lnTo>
                <a:lnTo>
                  <a:pt x="21284" y="9893"/>
                </a:lnTo>
                <a:lnTo>
                  <a:pt x="21040" y="12654"/>
                </a:lnTo>
                <a:lnTo>
                  <a:pt x="20703" y="15358"/>
                </a:lnTo>
                <a:lnTo>
                  <a:pt x="20243" y="18020"/>
                </a:lnTo>
                <a:lnTo>
                  <a:pt x="19636" y="20670"/>
                </a:lnTo>
                <a:lnTo>
                  <a:pt x="18274" y="21302"/>
                </a:lnTo>
                <a:lnTo>
                  <a:pt x="16999" y="21588"/>
                </a:lnTo>
                <a:lnTo>
                  <a:pt x="15764" y="21600"/>
                </a:lnTo>
                <a:lnTo>
                  <a:pt x="14517" y="21402"/>
                </a:lnTo>
                <a:lnTo>
                  <a:pt x="13205" y="21067"/>
                </a:lnTo>
                <a:lnTo>
                  <a:pt x="11782" y="20670"/>
                </a:lnTo>
                <a:lnTo>
                  <a:pt x="11782" y="18214"/>
                </a:lnTo>
                <a:lnTo>
                  <a:pt x="11782" y="15750"/>
                </a:lnTo>
                <a:lnTo>
                  <a:pt x="11782" y="13278"/>
                </a:lnTo>
                <a:lnTo>
                  <a:pt x="11782" y="10786"/>
                </a:lnTo>
                <a:lnTo>
                  <a:pt x="11782" y="8268"/>
                </a:lnTo>
                <a:lnTo>
                  <a:pt x="10486" y="9177"/>
                </a:lnTo>
                <a:lnTo>
                  <a:pt x="9188" y="10087"/>
                </a:lnTo>
                <a:lnTo>
                  <a:pt x="7890" y="11000"/>
                </a:lnTo>
                <a:lnTo>
                  <a:pt x="6588" y="11914"/>
                </a:lnTo>
                <a:lnTo>
                  <a:pt x="5282" y="12828"/>
                </a:lnTo>
                <a:lnTo>
                  <a:pt x="3970" y="13750"/>
                </a:lnTo>
                <a:lnTo>
                  <a:pt x="2655" y="14671"/>
                </a:lnTo>
                <a:lnTo>
                  <a:pt x="1331" y="15602"/>
                </a:lnTo>
                <a:lnTo>
                  <a:pt x="0" y="16536"/>
                </a:lnTo>
                <a:lnTo>
                  <a:pt x="0" y="14080"/>
                </a:lnTo>
                <a:lnTo>
                  <a:pt x="0" y="11616"/>
                </a:lnTo>
                <a:lnTo>
                  <a:pt x="0" y="9144"/>
                </a:lnTo>
                <a:lnTo>
                  <a:pt x="0" y="6652"/>
                </a:lnTo>
                <a:lnTo>
                  <a:pt x="0" y="4134"/>
                </a:lnTo>
                <a:lnTo>
                  <a:pt x="2525" y="3167"/>
                </a:lnTo>
                <a:lnTo>
                  <a:pt x="4744" y="2327"/>
                </a:lnTo>
                <a:lnTo>
                  <a:pt x="6692" y="1616"/>
                </a:lnTo>
                <a:lnTo>
                  <a:pt x="8398" y="1033"/>
                </a:lnTo>
                <a:lnTo>
                  <a:pt x="9895" y="583"/>
                </a:lnTo>
                <a:lnTo>
                  <a:pt x="11214" y="260"/>
                </a:lnTo>
                <a:lnTo>
                  <a:pt x="12389" y="66"/>
                </a:lnTo>
                <a:lnTo>
                  <a:pt x="13449" y="0"/>
                </a:lnTo>
                <a:lnTo>
                  <a:pt x="14425" y="66"/>
                </a:lnTo>
                <a:lnTo>
                  <a:pt x="15350" y="260"/>
                </a:lnTo>
                <a:lnTo>
                  <a:pt x="16255" y="583"/>
                </a:lnTo>
                <a:lnTo>
                  <a:pt x="17174" y="1033"/>
                </a:lnTo>
                <a:lnTo>
                  <a:pt x="18136" y="1616"/>
                </a:lnTo>
                <a:lnTo>
                  <a:pt x="19173" y="2327"/>
                </a:lnTo>
                <a:lnTo>
                  <a:pt x="20318" y="3167"/>
                </a:lnTo>
                <a:lnTo>
                  <a:pt x="21600" y="4134"/>
                </a:lnTo>
                <a:close/>
              </a:path>
            </a:pathLst>
          </a:custGeom>
          <a:solidFill>
            <a:srgbClr val="3D3D3B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5" name="contour_08253"/>
          <p:cNvSpPr/>
          <p:nvPr/>
        </p:nvSpPr>
        <p:spPr>
          <a:xfrm>
            <a:off x="5053665" y="2135382"/>
            <a:ext cx="9474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0"/>
                </a:moveTo>
                <a:lnTo>
                  <a:pt x="19329" y="518"/>
                </a:lnTo>
                <a:lnTo>
                  <a:pt x="20027" y="897"/>
                </a:lnTo>
                <a:lnTo>
                  <a:pt x="20680" y="1318"/>
                </a:lnTo>
                <a:lnTo>
                  <a:pt x="21600" y="1964"/>
                </a:lnTo>
                <a:lnTo>
                  <a:pt x="20905" y="2981"/>
                </a:lnTo>
                <a:lnTo>
                  <a:pt x="20208" y="3996"/>
                </a:lnTo>
                <a:lnTo>
                  <a:pt x="19506" y="5007"/>
                </a:lnTo>
                <a:lnTo>
                  <a:pt x="18804" y="6017"/>
                </a:lnTo>
                <a:lnTo>
                  <a:pt x="18096" y="7022"/>
                </a:lnTo>
                <a:lnTo>
                  <a:pt x="17388" y="8025"/>
                </a:lnTo>
                <a:lnTo>
                  <a:pt x="16679" y="9029"/>
                </a:lnTo>
                <a:lnTo>
                  <a:pt x="15966" y="10028"/>
                </a:lnTo>
                <a:lnTo>
                  <a:pt x="15253" y="11028"/>
                </a:lnTo>
                <a:lnTo>
                  <a:pt x="14538" y="12027"/>
                </a:lnTo>
                <a:lnTo>
                  <a:pt x="13880" y="12997"/>
                </a:lnTo>
                <a:lnTo>
                  <a:pt x="13218" y="13975"/>
                </a:lnTo>
                <a:lnTo>
                  <a:pt x="12546" y="14965"/>
                </a:lnTo>
                <a:lnTo>
                  <a:pt x="11755" y="16047"/>
                </a:lnTo>
                <a:lnTo>
                  <a:pt x="10978" y="17082"/>
                </a:lnTo>
                <a:lnTo>
                  <a:pt x="10194" y="18069"/>
                </a:lnTo>
                <a:lnTo>
                  <a:pt x="9388" y="19016"/>
                </a:lnTo>
                <a:lnTo>
                  <a:pt x="8539" y="19917"/>
                </a:lnTo>
                <a:lnTo>
                  <a:pt x="7631" y="20779"/>
                </a:lnTo>
                <a:lnTo>
                  <a:pt x="6646" y="21600"/>
                </a:lnTo>
                <a:lnTo>
                  <a:pt x="5511" y="21370"/>
                </a:lnTo>
                <a:lnTo>
                  <a:pt x="4478" y="21023"/>
                </a:lnTo>
                <a:lnTo>
                  <a:pt x="3522" y="20561"/>
                </a:lnTo>
                <a:lnTo>
                  <a:pt x="2620" y="19992"/>
                </a:lnTo>
                <a:lnTo>
                  <a:pt x="1750" y="19316"/>
                </a:lnTo>
                <a:lnTo>
                  <a:pt x="884" y="18543"/>
                </a:lnTo>
                <a:lnTo>
                  <a:pt x="0" y="17673"/>
                </a:lnTo>
                <a:lnTo>
                  <a:pt x="723" y="15803"/>
                </a:lnTo>
                <a:lnTo>
                  <a:pt x="1259" y="14617"/>
                </a:lnTo>
                <a:lnTo>
                  <a:pt x="1768" y="13883"/>
                </a:lnTo>
                <a:lnTo>
                  <a:pt x="2411" y="13370"/>
                </a:lnTo>
                <a:lnTo>
                  <a:pt x="3350" y="12848"/>
                </a:lnTo>
                <a:lnTo>
                  <a:pt x="3858" y="12673"/>
                </a:lnTo>
                <a:lnTo>
                  <a:pt x="5400" y="12151"/>
                </a:lnTo>
                <a:lnTo>
                  <a:pt x="6588" y="11603"/>
                </a:lnTo>
                <a:lnTo>
                  <a:pt x="7693" y="10990"/>
                </a:lnTo>
                <a:lnTo>
                  <a:pt x="8728" y="10315"/>
                </a:lnTo>
                <a:lnTo>
                  <a:pt x="9700" y="9579"/>
                </a:lnTo>
                <a:lnTo>
                  <a:pt x="10621" y="8785"/>
                </a:lnTo>
                <a:lnTo>
                  <a:pt x="11500" y="7937"/>
                </a:lnTo>
                <a:lnTo>
                  <a:pt x="12345" y="7036"/>
                </a:lnTo>
                <a:lnTo>
                  <a:pt x="13168" y="6083"/>
                </a:lnTo>
                <a:lnTo>
                  <a:pt x="13977" y="5084"/>
                </a:lnTo>
                <a:lnTo>
                  <a:pt x="14784" y="4037"/>
                </a:lnTo>
                <a:lnTo>
                  <a:pt x="15597" y="2949"/>
                </a:lnTo>
                <a:lnTo>
                  <a:pt x="16428" y="1818"/>
                </a:lnTo>
                <a:lnTo>
                  <a:pt x="17037" y="1217"/>
                </a:lnTo>
                <a:lnTo>
                  <a:pt x="17654" y="613"/>
                </a:lnTo>
                <a:lnTo>
                  <a:pt x="18277" y="0"/>
                </a:lnTo>
                <a:close/>
              </a:path>
            </a:pathLst>
          </a:custGeom>
          <a:solidFill>
            <a:srgbClr val="CDE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6" name="contour_08254"/>
          <p:cNvSpPr/>
          <p:nvPr/>
        </p:nvSpPr>
        <p:spPr>
          <a:xfrm>
            <a:off x="3807418" y="2171107"/>
            <a:ext cx="58916" cy="525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4"/>
                </a:moveTo>
                <a:lnTo>
                  <a:pt x="1838" y="249"/>
                </a:lnTo>
                <a:lnTo>
                  <a:pt x="3674" y="207"/>
                </a:lnTo>
                <a:lnTo>
                  <a:pt x="5512" y="171"/>
                </a:lnTo>
                <a:lnTo>
                  <a:pt x="7348" y="138"/>
                </a:lnTo>
                <a:lnTo>
                  <a:pt x="9186" y="108"/>
                </a:lnTo>
                <a:lnTo>
                  <a:pt x="9945" y="93"/>
                </a:lnTo>
                <a:lnTo>
                  <a:pt x="11284" y="63"/>
                </a:lnTo>
                <a:lnTo>
                  <a:pt x="14351" y="0"/>
                </a:lnTo>
                <a:lnTo>
                  <a:pt x="16908" y="216"/>
                </a:lnTo>
                <a:lnTo>
                  <a:pt x="18493" y="632"/>
                </a:lnTo>
                <a:lnTo>
                  <a:pt x="19762" y="1552"/>
                </a:lnTo>
                <a:lnTo>
                  <a:pt x="21376" y="3291"/>
                </a:lnTo>
                <a:lnTo>
                  <a:pt x="21504" y="5392"/>
                </a:lnTo>
                <a:lnTo>
                  <a:pt x="21576" y="6920"/>
                </a:lnTo>
                <a:lnTo>
                  <a:pt x="21600" y="8317"/>
                </a:lnTo>
                <a:lnTo>
                  <a:pt x="21587" y="10019"/>
                </a:lnTo>
                <a:lnTo>
                  <a:pt x="21541" y="12468"/>
                </a:lnTo>
                <a:lnTo>
                  <a:pt x="21517" y="14113"/>
                </a:lnTo>
                <a:lnTo>
                  <a:pt x="21493" y="15768"/>
                </a:lnTo>
                <a:lnTo>
                  <a:pt x="21469" y="17446"/>
                </a:lnTo>
                <a:lnTo>
                  <a:pt x="21424" y="19346"/>
                </a:lnTo>
                <a:lnTo>
                  <a:pt x="21376" y="21273"/>
                </a:lnTo>
                <a:lnTo>
                  <a:pt x="19422" y="21492"/>
                </a:lnTo>
                <a:lnTo>
                  <a:pt x="18028" y="21600"/>
                </a:lnTo>
                <a:lnTo>
                  <a:pt x="16809" y="21600"/>
                </a:lnTo>
                <a:lnTo>
                  <a:pt x="15382" y="21492"/>
                </a:lnTo>
                <a:lnTo>
                  <a:pt x="13360" y="21273"/>
                </a:lnTo>
                <a:lnTo>
                  <a:pt x="12783" y="19373"/>
                </a:lnTo>
                <a:lnTo>
                  <a:pt x="12470" y="17980"/>
                </a:lnTo>
                <a:lnTo>
                  <a:pt x="12310" y="16406"/>
                </a:lnTo>
                <a:lnTo>
                  <a:pt x="12189" y="13966"/>
                </a:lnTo>
                <a:lnTo>
                  <a:pt x="11898" y="11509"/>
                </a:lnTo>
                <a:lnTo>
                  <a:pt x="11642" y="9890"/>
                </a:lnTo>
                <a:lnTo>
                  <a:pt x="11286" y="8392"/>
                </a:lnTo>
                <a:lnTo>
                  <a:pt x="10688" y="6288"/>
                </a:lnTo>
                <a:lnTo>
                  <a:pt x="8935" y="5338"/>
                </a:lnTo>
                <a:lnTo>
                  <a:pt x="7238" y="4660"/>
                </a:lnTo>
                <a:lnTo>
                  <a:pt x="5550" y="4184"/>
                </a:lnTo>
                <a:lnTo>
                  <a:pt x="3813" y="3842"/>
                </a:lnTo>
                <a:lnTo>
                  <a:pt x="1980" y="3567"/>
                </a:lnTo>
                <a:lnTo>
                  <a:pt x="0" y="3291"/>
                </a:lnTo>
                <a:lnTo>
                  <a:pt x="0" y="1804"/>
                </a:lnTo>
                <a:lnTo>
                  <a:pt x="0" y="294"/>
                </a:lnTo>
                <a:close/>
              </a:path>
            </a:pathLst>
          </a:custGeom>
          <a:solidFill>
            <a:srgbClr val="2B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7" name="contour_08255"/>
          <p:cNvSpPr/>
          <p:nvPr/>
        </p:nvSpPr>
        <p:spPr>
          <a:xfrm>
            <a:off x="2233212" y="2120806"/>
            <a:ext cx="72880" cy="74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403" y="421"/>
                </a:lnTo>
                <a:lnTo>
                  <a:pt x="17690" y="844"/>
                </a:lnTo>
                <a:lnTo>
                  <a:pt x="18982" y="1267"/>
                </a:lnTo>
                <a:lnTo>
                  <a:pt x="20285" y="1695"/>
                </a:lnTo>
                <a:lnTo>
                  <a:pt x="21600" y="2126"/>
                </a:lnTo>
                <a:lnTo>
                  <a:pt x="20546" y="3389"/>
                </a:lnTo>
                <a:lnTo>
                  <a:pt x="19745" y="4253"/>
                </a:lnTo>
                <a:lnTo>
                  <a:pt x="18792" y="5116"/>
                </a:lnTo>
                <a:lnTo>
                  <a:pt x="17280" y="6379"/>
                </a:lnTo>
                <a:lnTo>
                  <a:pt x="16200" y="6269"/>
                </a:lnTo>
                <a:lnTo>
                  <a:pt x="15116" y="6158"/>
                </a:lnTo>
                <a:lnTo>
                  <a:pt x="14014" y="6047"/>
                </a:lnTo>
                <a:lnTo>
                  <a:pt x="12951" y="6156"/>
                </a:lnTo>
                <a:lnTo>
                  <a:pt x="11884" y="6267"/>
                </a:lnTo>
                <a:lnTo>
                  <a:pt x="10800" y="6379"/>
                </a:lnTo>
                <a:lnTo>
                  <a:pt x="10292" y="7657"/>
                </a:lnTo>
                <a:lnTo>
                  <a:pt x="9858" y="8871"/>
                </a:lnTo>
                <a:lnTo>
                  <a:pt x="9487" y="10056"/>
                </a:lnTo>
                <a:lnTo>
                  <a:pt x="9169" y="11251"/>
                </a:lnTo>
                <a:lnTo>
                  <a:pt x="8891" y="12493"/>
                </a:lnTo>
                <a:lnTo>
                  <a:pt x="8640" y="13822"/>
                </a:lnTo>
                <a:lnTo>
                  <a:pt x="8389" y="15151"/>
                </a:lnTo>
                <a:lnTo>
                  <a:pt x="8111" y="16392"/>
                </a:lnTo>
                <a:lnTo>
                  <a:pt x="7793" y="17587"/>
                </a:lnTo>
                <a:lnTo>
                  <a:pt x="7422" y="18772"/>
                </a:lnTo>
                <a:lnTo>
                  <a:pt x="6988" y="19986"/>
                </a:lnTo>
                <a:lnTo>
                  <a:pt x="6480" y="21264"/>
                </a:lnTo>
                <a:lnTo>
                  <a:pt x="4808" y="21487"/>
                </a:lnTo>
                <a:lnTo>
                  <a:pt x="3635" y="21600"/>
                </a:lnTo>
                <a:lnTo>
                  <a:pt x="2650" y="21600"/>
                </a:lnTo>
                <a:lnTo>
                  <a:pt x="1542" y="21487"/>
                </a:lnTo>
                <a:lnTo>
                  <a:pt x="0" y="21264"/>
                </a:lnTo>
                <a:lnTo>
                  <a:pt x="227" y="19788"/>
                </a:lnTo>
                <a:lnTo>
                  <a:pt x="462" y="18327"/>
                </a:lnTo>
                <a:lnTo>
                  <a:pt x="711" y="16879"/>
                </a:lnTo>
                <a:lnTo>
                  <a:pt x="976" y="15444"/>
                </a:lnTo>
                <a:lnTo>
                  <a:pt x="1266" y="14019"/>
                </a:lnTo>
                <a:lnTo>
                  <a:pt x="1581" y="12603"/>
                </a:lnTo>
                <a:lnTo>
                  <a:pt x="1929" y="11196"/>
                </a:lnTo>
                <a:lnTo>
                  <a:pt x="2313" y="9796"/>
                </a:lnTo>
                <a:lnTo>
                  <a:pt x="2741" y="8404"/>
                </a:lnTo>
                <a:lnTo>
                  <a:pt x="3214" y="7017"/>
                </a:lnTo>
                <a:lnTo>
                  <a:pt x="3739" y="5633"/>
                </a:lnTo>
                <a:lnTo>
                  <a:pt x="4320" y="4253"/>
                </a:lnTo>
                <a:lnTo>
                  <a:pt x="5916" y="3691"/>
                </a:lnTo>
                <a:lnTo>
                  <a:pt x="7446" y="3364"/>
                </a:lnTo>
                <a:lnTo>
                  <a:pt x="8936" y="3243"/>
                </a:lnTo>
                <a:lnTo>
                  <a:pt x="10418" y="3298"/>
                </a:lnTo>
                <a:lnTo>
                  <a:pt x="11923" y="3504"/>
                </a:lnTo>
                <a:lnTo>
                  <a:pt x="13481" y="3832"/>
                </a:lnTo>
                <a:lnTo>
                  <a:pt x="15120" y="4253"/>
                </a:lnTo>
                <a:lnTo>
                  <a:pt x="15120" y="2847"/>
                </a:lnTo>
                <a:lnTo>
                  <a:pt x="15120" y="1433"/>
                </a:lnTo>
                <a:lnTo>
                  <a:pt x="15120" y="0"/>
                </a:lnTo>
                <a:close/>
              </a:path>
            </a:pathLst>
          </a:custGeom>
          <a:solidFill>
            <a:srgbClr val="12110F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8" name="contour_08256"/>
          <p:cNvSpPr/>
          <p:nvPr/>
        </p:nvSpPr>
        <p:spPr>
          <a:xfrm>
            <a:off x="1584581" y="2149957"/>
            <a:ext cx="72880" cy="681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37" y="286"/>
                </a:lnTo>
                <a:lnTo>
                  <a:pt x="13474" y="573"/>
                </a:lnTo>
                <a:lnTo>
                  <a:pt x="14815" y="859"/>
                </a:lnTo>
                <a:lnTo>
                  <a:pt x="16159" y="1146"/>
                </a:lnTo>
                <a:lnTo>
                  <a:pt x="17509" y="1435"/>
                </a:lnTo>
                <a:lnTo>
                  <a:pt x="18865" y="1726"/>
                </a:lnTo>
                <a:lnTo>
                  <a:pt x="20228" y="2017"/>
                </a:lnTo>
                <a:lnTo>
                  <a:pt x="21600" y="2310"/>
                </a:lnTo>
                <a:lnTo>
                  <a:pt x="21064" y="3454"/>
                </a:lnTo>
                <a:lnTo>
                  <a:pt x="20529" y="4604"/>
                </a:lnTo>
                <a:lnTo>
                  <a:pt x="19986" y="5759"/>
                </a:lnTo>
                <a:lnTo>
                  <a:pt x="19440" y="6930"/>
                </a:lnTo>
                <a:lnTo>
                  <a:pt x="18012" y="6930"/>
                </a:lnTo>
                <a:lnTo>
                  <a:pt x="16576" y="6930"/>
                </a:lnTo>
                <a:lnTo>
                  <a:pt x="15120" y="6930"/>
                </a:lnTo>
                <a:lnTo>
                  <a:pt x="14632" y="8441"/>
                </a:lnTo>
                <a:lnTo>
                  <a:pt x="14297" y="9557"/>
                </a:lnTo>
                <a:lnTo>
                  <a:pt x="14031" y="10611"/>
                </a:lnTo>
                <a:lnTo>
                  <a:pt x="13748" y="11934"/>
                </a:lnTo>
                <a:lnTo>
                  <a:pt x="13366" y="13861"/>
                </a:lnTo>
                <a:lnTo>
                  <a:pt x="12848" y="15762"/>
                </a:lnTo>
                <a:lnTo>
                  <a:pt x="12455" y="17072"/>
                </a:lnTo>
                <a:lnTo>
                  <a:pt x="12064" y="18126"/>
                </a:lnTo>
                <a:lnTo>
                  <a:pt x="11554" y="19255"/>
                </a:lnTo>
                <a:lnTo>
                  <a:pt x="10800" y="20791"/>
                </a:lnTo>
                <a:lnTo>
                  <a:pt x="9219" y="21242"/>
                </a:lnTo>
                <a:lnTo>
                  <a:pt x="7685" y="21505"/>
                </a:lnTo>
                <a:lnTo>
                  <a:pt x="6175" y="21600"/>
                </a:lnTo>
                <a:lnTo>
                  <a:pt x="4674" y="21554"/>
                </a:lnTo>
                <a:lnTo>
                  <a:pt x="3158" y="21387"/>
                </a:lnTo>
                <a:lnTo>
                  <a:pt x="1607" y="21124"/>
                </a:lnTo>
                <a:lnTo>
                  <a:pt x="0" y="20791"/>
                </a:lnTo>
                <a:lnTo>
                  <a:pt x="0" y="19264"/>
                </a:lnTo>
                <a:lnTo>
                  <a:pt x="0" y="17728"/>
                </a:lnTo>
                <a:lnTo>
                  <a:pt x="0" y="16171"/>
                </a:lnTo>
                <a:lnTo>
                  <a:pt x="1413" y="15899"/>
                </a:lnTo>
                <a:lnTo>
                  <a:pt x="2447" y="15748"/>
                </a:lnTo>
                <a:lnTo>
                  <a:pt x="3607" y="15663"/>
                </a:lnTo>
                <a:lnTo>
                  <a:pt x="5400" y="15594"/>
                </a:lnTo>
                <a:lnTo>
                  <a:pt x="7169" y="15307"/>
                </a:lnTo>
                <a:lnTo>
                  <a:pt x="8322" y="15032"/>
                </a:lnTo>
                <a:lnTo>
                  <a:pt x="9364" y="14605"/>
                </a:lnTo>
                <a:lnTo>
                  <a:pt x="10800" y="13861"/>
                </a:lnTo>
                <a:lnTo>
                  <a:pt x="11096" y="12302"/>
                </a:lnTo>
                <a:lnTo>
                  <a:pt x="11295" y="10761"/>
                </a:lnTo>
                <a:lnTo>
                  <a:pt x="11403" y="9234"/>
                </a:lnTo>
                <a:lnTo>
                  <a:pt x="11433" y="7711"/>
                </a:lnTo>
                <a:lnTo>
                  <a:pt x="11398" y="6191"/>
                </a:lnTo>
                <a:lnTo>
                  <a:pt x="11305" y="4664"/>
                </a:lnTo>
                <a:lnTo>
                  <a:pt x="11169" y="3128"/>
                </a:lnTo>
                <a:lnTo>
                  <a:pt x="10997" y="1576"/>
                </a:lnTo>
                <a:lnTo>
                  <a:pt x="10800" y="0"/>
                </a:lnTo>
                <a:close/>
              </a:path>
            </a:pathLst>
          </a:custGeom>
          <a:solidFill>
            <a:srgbClr val="927D59"/>
          </a:solidFill>
          <a:ln>
            <a:noFill/>
          </a:ln>
        </p:spPr>
        <p:txBody>
          <a:bodyPr/>
          <a:lstStyle/>
          <a:p/>
        </p:txBody>
      </p:sp>
      <p:sp>
        <p:nvSpPr>
          <p:cNvPr id="8259" name="contour_08257"/>
          <p:cNvSpPr/>
          <p:nvPr/>
        </p:nvSpPr>
        <p:spPr>
          <a:xfrm>
            <a:off x="4703841" y="2135382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66" y="0"/>
                </a:lnTo>
                <a:lnTo>
                  <a:pt x="2337" y="0"/>
                </a:lnTo>
                <a:lnTo>
                  <a:pt x="3511" y="0"/>
                </a:lnTo>
                <a:lnTo>
                  <a:pt x="4695" y="0"/>
                </a:lnTo>
                <a:lnTo>
                  <a:pt x="5891" y="0"/>
                </a:lnTo>
                <a:lnTo>
                  <a:pt x="5891" y="1604"/>
                </a:lnTo>
                <a:lnTo>
                  <a:pt x="5891" y="3213"/>
                </a:lnTo>
                <a:lnTo>
                  <a:pt x="5891" y="4828"/>
                </a:lnTo>
                <a:lnTo>
                  <a:pt x="5891" y="6456"/>
                </a:lnTo>
                <a:lnTo>
                  <a:pt x="5891" y="8100"/>
                </a:lnTo>
                <a:lnTo>
                  <a:pt x="7187" y="8100"/>
                </a:lnTo>
                <a:lnTo>
                  <a:pt x="8483" y="8100"/>
                </a:lnTo>
                <a:lnTo>
                  <a:pt x="9781" y="8100"/>
                </a:lnTo>
                <a:lnTo>
                  <a:pt x="11081" y="8100"/>
                </a:lnTo>
                <a:lnTo>
                  <a:pt x="12383" y="8100"/>
                </a:lnTo>
                <a:lnTo>
                  <a:pt x="13687" y="8100"/>
                </a:lnTo>
                <a:lnTo>
                  <a:pt x="14994" y="8100"/>
                </a:lnTo>
                <a:lnTo>
                  <a:pt x="16306" y="8100"/>
                </a:lnTo>
                <a:lnTo>
                  <a:pt x="17622" y="8100"/>
                </a:lnTo>
                <a:lnTo>
                  <a:pt x="18941" y="8100"/>
                </a:lnTo>
                <a:lnTo>
                  <a:pt x="20269" y="8100"/>
                </a:lnTo>
                <a:lnTo>
                  <a:pt x="21600" y="8100"/>
                </a:lnTo>
                <a:lnTo>
                  <a:pt x="21600" y="9885"/>
                </a:lnTo>
                <a:lnTo>
                  <a:pt x="21600" y="11680"/>
                </a:lnTo>
                <a:lnTo>
                  <a:pt x="21600" y="13500"/>
                </a:lnTo>
                <a:lnTo>
                  <a:pt x="20304" y="13500"/>
                </a:lnTo>
                <a:lnTo>
                  <a:pt x="19006" y="13500"/>
                </a:lnTo>
                <a:lnTo>
                  <a:pt x="17708" y="13500"/>
                </a:lnTo>
                <a:lnTo>
                  <a:pt x="16406" y="13500"/>
                </a:lnTo>
                <a:lnTo>
                  <a:pt x="15100" y="13500"/>
                </a:lnTo>
                <a:lnTo>
                  <a:pt x="13789" y="13500"/>
                </a:lnTo>
                <a:lnTo>
                  <a:pt x="12473" y="13500"/>
                </a:lnTo>
                <a:lnTo>
                  <a:pt x="11150" y="13500"/>
                </a:lnTo>
                <a:lnTo>
                  <a:pt x="9818" y="13500"/>
                </a:lnTo>
                <a:lnTo>
                  <a:pt x="9818" y="15104"/>
                </a:lnTo>
                <a:lnTo>
                  <a:pt x="9818" y="16713"/>
                </a:lnTo>
                <a:lnTo>
                  <a:pt x="9818" y="18328"/>
                </a:lnTo>
                <a:lnTo>
                  <a:pt x="9818" y="19956"/>
                </a:lnTo>
                <a:lnTo>
                  <a:pt x="9818" y="21600"/>
                </a:lnTo>
                <a:lnTo>
                  <a:pt x="8522" y="21600"/>
                </a:lnTo>
                <a:lnTo>
                  <a:pt x="7224" y="21600"/>
                </a:lnTo>
                <a:lnTo>
                  <a:pt x="5920" y="21600"/>
                </a:lnTo>
                <a:lnTo>
                  <a:pt x="4611" y="21600"/>
                </a:lnTo>
                <a:lnTo>
                  <a:pt x="3293" y="21600"/>
                </a:lnTo>
                <a:lnTo>
                  <a:pt x="1964" y="21600"/>
                </a:lnTo>
                <a:lnTo>
                  <a:pt x="1964" y="19815"/>
                </a:lnTo>
                <a:lnTo>
                  <a:pt x="1964" y="18020"/>
                </a:lnTo>
                <a:lnTo>
                  <a:pt x="1964" y="16200"/>
                </a:lnTo>
                <a:lnTo>
                  <a:pt x="2936" y="15530"/>
                </a:lnTo>
                <a:lnTo>
                  <a:pt x="3912" y="14861"/>
                </a:lnTo>
                <a:lnTo>
                  <a:pt x="4895" y="14183"/>
                </a:lnTo>
                <a:lnTo>
                  <a:pt x="5891" y="13500"/>
                </a:lnTo>
                <a:lnTo>
                  <a:pt x="5243" y="12015"/>
                </a:lnTo>
                <a:lnTo>
                  <a:pt x="4595" y="10527"/>
                </a:lnTo>
                <a:lnTo>
                  <a:pt x="3945" y="9040"/>
                </a:lnTo>
                <a:lnTo>
                  <a:pt x="3293" y="7549"/>
                </a:lnTo>
                <a:lnTo>
                  <a:pt x="2641" y="6051"/>
                </a:lnTo>
                <a:lnTo>
                  <a:pt x="1985" y="4550"/>
                </a:lnTo>
                <a:lnTo>
                  <a:pt x="1327" y="3040"/>
                </a:lnTo>
                <a:lnTo>
                  <a:pt x="666" y="1525"/>
                </a:lnTo>
                <a:lnTo>
                  <a:pt x="0" y="0"/>
                </a:lnTo>
                <a:close/>
              </a:path>
            </a:pathLst>
          </a:custGeom>
          <a:solidFill>
            <a:srgbClr val="9AC4E4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0" name="contour_08258"/>
          <p:cNvSpPr/>
          <p:nvPr/>
        </p:nvSpPr>
        <p:spPr>
          <a:xfrm>
            <a:off x="666294" y="2120806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86" y="0"/>
                </a:lnTo>
                <a:lnTo>
                  <a:pt x="7982" y="0"/>
                </a:lnTo>
                <a:lnTo>
                  <a:pt x="9600" y="0"/>
                </a:lnTo>
                <a:lnTo>
                  <a:pt x="9600" y="1426"/>
                </a:lnTo>
                <a:lnTo>
                  <a:pt x="9600" y="2856"/>
                </a:lnTo>
                <a:lnTo>
                  <a:pt x="9600" y="4291"/>
                </a:lnTo>
                <a:lnTo>
                  <a:pt x="9600" y="5738"/>
                </a:lnTo>
                <a:lnTo>
                  <a:pt x="9600" y="7200"/>
                </a:lnTo>
                <a:lnTo>
                  <a:pt x="11186" y="7200"/>
                </a:lnTo>
                <a:lnTo>
                  <a:pt x="12782" y="7200"/>
                </a:lnTo>
                <a:lnTo>
                  <a:pt x="14400" y="7200"/>
                </a:lnTo>
                <a:lnTo>
                  <a:pt x="14400" y="5614"/>
                </a:lnTo>
                <a:lnTo>
                  <a:pt x="14400" y="4018"/>
                </a:lnTo>
                <a:lnTo>
                  <a:pt x="14400" y="2400"/>
                </a:lnTo>
                <a:lnTo>
                  <a:pt x="15826" y="2875"/>
                </a:lnTo>
                <a:lnTo>
                  <a:pt x="17256" y="3353"/>
                </a:lnTo>
                <a:lnTo>
                  <a:pt x="18691" y="3830"/>
                </a:lnTo>
                <a:lnTo>
                  <a:pt x="20138" y="4313"/>
                </a:lnTo>
                <a:lnTo>
                  <a:pt x="21600" y="4800"/>
                </a:lnTo>
                <a:lnTo>
                  <a:pt x="20014" y="4800"/>
                </a:lnTo>
                <a:lnTo>
                  <a:pt x="18418" y="4800"/>
                </a:lnTo>
                <a:lnTo>
                  <a:pt x="16800" y="4800"/>
                </a:lnTo>
                <a:lnTo>
                  <a:pt x="16800" y="6384"/>
                </a:lnTo>
                <a:lnTo>
                  <a:pt x="16800" y="7970"/>
                </a:lnTo>
                <a:lnTo>
                  <a:pt x="16800" y="9564"/>
                </a:lnTo>
                <a:lnTo>
                  <a:pt x="16800" y="11165"/>
                </a:lnTo>
                <a:lnTo>
                  <a:pt x="16800" y="12775"/>
                </a:lnTo>
                <a:lnTo>
                  <a:pt x="16800" y="14400"/>
                </a:lnTo>
                <a:lnTo>
                  <a:pt x="15214" y="14400"/>
                </a:lnTo>
                <a:lnTo>
                  <a:pt x="13618" y="14400"/>
                </a:lnTo>
                <a:lnTo>
                  <a:pt x="12000" y="14400"/>
                </a:lnTo>
                <a:lnTo>
                  <a:pt x="11261" y="16186"/>
                </a:lnTo>
                <a:lnTo>
                  <a:pt x="10766" y="17453"/>
                </a:lnTo>
                <a:lnTo>
                  <a:pt x="10402" y="18547"/>
                </a:lnTo>
                <a:lnTo>
                  <a:pt x="10051" y="19814"/>
                </a:lnTo>
                <a:lnTo>
                  <a:pt x="9600" y="21600"/>
                </a:lnTo>
                <a:lnTo>
                  <a:pt x="9413" y="21079"/>
                </a:lnTo>
                <a:lnTo>
                  <a:pt x="8851" y="19500"/>
                </a:lnTo>
                <a:lnTo>
                  <a:pt x="7843" y="18043"/>
                </a:lnTo>
                <a:lnTo>
                  <a:pt x="6749" y="16793"/>
                </a:lnTo>
                <a:lnTo>
                  <a:pt x="5568" y="15701"/>
                </a:lnTo>
                <a:lnTo>
                  <a:pt x="4303" y="14724"/>
                </a:lnTo>
                <a:lnTo>
                  <a:pt x="2952" y="13812"/>
                </a:lnTo>
                <a:lnTo>
                  <a:pt x="1517" y="12919"/>
                </a:lnTo>
                <a:lnTo>
                  <a:pt x="0" y="12000"/>
                </a:lnTo>
                <a:lnTo>
                  <a:pt x="1586" y="12000"/>
                </a:lnTo>
                <a:lnTo>
                  <a:pt x="3182" y="12000"/>
                </a:lnTo>
                <a:lnTo>
                  <a:pt x="4800" y="12000"/>
                </a:lnTo>
                <a:lnTo>
                  <a:pt x="4800" y="10303"/>
                </a:lnTo>
                <a:lnTo>
                  <a:pt x="4800" y="8604"/>
                </a:lnTo>
                <a:lnTo>
                  <a:pt x="4800" y="6900"/>
                </a:lnTo>
                <a:lnTo>
                  <a:pt x="4800" y="5189"/>
                </a:lnTo>
                <a:lnTo>
                  <a:pt x="4800" y="3470"/>
                </a:lnTo>
                <a:lnTo>
                  <a:pt x="4800" y="1742"/>
                </a:lnTo>
                <a:lnTo>
                  <a:pt x="4800" y="0"/>
                </a:lnTo>
                <a:close/>
              </a:path>
            </a:pathLst>
          </a:custGeom>
          <a:solidFill>
            <a:srgbClr val="4D4A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1" name="contour_08259"/>
          <p:cNvSpPr/>
          <p:nvPr/>
        </p:nvSpPr>
        <p:spPr>
          <a:xfrm>
            <a:off x="1001542" y="2091654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600" y="1584"/>
                </a:lnTo>
                <a:lnTo>
                  <a:pt x="21600" y="3170"/>
                </a:lnTo>
                <a:lnTo>
                  <a:pt x="21600" y="4757"/>
                </a:lnTo>
                <a:lnTo>
                  <a:pt x="21600" y="6348"/>
                </a:lnTo>
                <a:lnTo>
                  <a:pt x="21600" y="7944"/>
                </a:lnTo>
                <a:lnTo>
                  <a:pt x="21600" y="9547"/>
                </a:lnTo>
                <a:lnTo>
                  <a:pt x="21600" y="11155"/>
                </a:lnTo>
                <a:lnTo>
                  <a:pt x="21600" y="12773"/>
                </a:lnTo>
                <a:lnTo>
                  <a:pt x="21600" y="14400"/>
                </a:lnTo>
                <a:lnTo>
                  <a:pt x="20174" y="14400"/>
                </a:lnTo>
                <a:lnTo>
                  <a:pt x="18744" y="14400"/>
                </a:lnTo>
                <a:lnTo>
                  <a:pt x="17309" y="14400"/>
                </a:lnTo>
                <a:lnTo>
                  <a:pt x="15862" y="14400"/>
                </a:lnTo>
                <a:lnTo>
                  <a:pt x="14400" y="14400"/>
                </a:lnTo>
                <a:lnTo>
                  <a:pt x="13589" y="16186"/>
                </a:lnTo>
                <a:lnTo>
                  <a:pt x="13058" y="17453"/>
                </a:lnTo>
                <a:lnTo>
                  <a:pt x="12694" y="18547"/>
                </a:lnTo>
                <a:lnTo>
                  <a:pt x="12379" y="19814"/>
                </a:lnTo>
                <a:lnTo>
                  <a:pt x="12000" y="21600"/>
                </a:lnTo>
                <a:lnTo>
                  <a:pt x="11911" y="20916"/>
                </a:lnTo>
                <a:lnTo>
                  <a:pt x="11758" y="19709"/>
                </a:lnTo>
                <a:lnTo>
                  <a:pt x="11400" y="16949"/>
                </a:lnTo>
                <a:lnTo>
                  <a:pt x="11018" y="15379"/>
                </a:lnTo>
                <a:lnTo>
                  <a:pt x="10704" y="14342"/>
                </a:lnTo>
                <a:lnTo>
                  <a:pt x="10286" y="13370"/>
                </a:lnTo>
                <a:lnTo>
                  <a:pt x="9600" y="12000"/>
                </a:lnTo>
                <a:lnTo>
                  <a:pt x="8011" y="11275"/>
                </a:lnTo>
                <a:lnTo>
                  <a:pt x="6482" y="10742"/>
                </a:lnTo>
                <a:lnTo>
                  <a:pt x="4966" y="10354"/>
                </a:lnTo>
                <a:lnTo>
                  <a:pt x="3410" y="10063"/>
                </a:lnTo>
                <a:lnTo>
                  <a:pt x="1774" y="9828"/>
                </a:lnTo>
                <a:lnTo>
                  <a:pt x="0" y="9600"/>
                </a:lnTo>
                <a:lnTo>
                  <a:pt x="502" y="8222"/>
                </a:lnTo>
                <a:lnTo>
                  <a:pt x="919" y="7262"/>
                </a:lnTo>
                <a:lnTo>
                  <a:pt x="1476" y="6271"/>
                </a:lnTo>
                <a:lnTo>
                  <a:pt x="2400" y="4800"/>
                </a:lnTo>
                <a:lnTo>
                  <a:pt x="4054" y="4267"/>
                </a:lnTo>
                <a:lnTo>
                  <a:pt x="5230" y="3950"/>
                </a:lnTo>
                <a:lnTo>
                  <a:pt x="6492" y="3720"/>
                </a:lnTo>
                <a:lnTo>
                  <a:pt x="8400" y="3451"/>
                </a:lnTo>
                <a:lnTo>
                  <a:pt x="10843" y="3091"/>
                </a:lnTo>
                <a:lnTo>
                  <a:pt x="12559" y="2774"/>
                </a:lnTo>
                <a:lnTo>
                  <a:pt x="13778" y="2402"/>
                </a:lnTo>
                <a:lnTo>
                  <a:pt x="14736" y="1879"/>
                </a:lnTo>
                <a:lnTo>
                  <a:pt x="15667" y="1111"/>
                </a:lnTo>
                <a:lnTo>
                  <a:pt x="16800" y="0"/>
                </a:lnTo>
                <a:close/>
              </a:path>
            </a:pathLst>
          </a:custGeom>
          <a:solidFill>
            <a:srgbClr val="131210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2" name="contour_08260"/>
          <p:cNvSpPr/>
          <p:nvPr/>
        </p:nvSpPr>
        <p:spPr>
          <a:xfrm>
            <a:off x="3851146" y="2111878"/>
            <a:ext cx="94744" cy="397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891"/>
                </a:moveTo>
                <a:lnTo>
                  <a:pt x="14429" y="297"/>
                </a:lnTo>
                <a:lnTo>
                  <a:pt x="15256" y="0"/>
                </a:lnTo>
                <a:lnTo>
                  <a:pt x="16014" y="0"/>
                </a:lnTo>
                <a:lnTo>
                  <a:pt x="16941" y="297"/>
                </a:lnTo>
                <a:lnTo>
                  <a:pt x="18277" y="891"/>
                </a:lnTo>
                <a:lnTo>
                  <a:pt x="18862" y="3554"/>
                </a:lnTo>
                <a:lnTo>
                  <a:pt x="19249" y="5479"/>
                </a:lnTo>
                <a:lnTo>
                  <a:pt x="19606" y="7607"/>
                </a:lnTo>
                <a:lnTo>
                  <a:pt x="20108" y="10875"/>
                </a:lnTo>
                <a:lnTo>
                  <a:pt x="20392" y="12706"/>
                </a:lnTo>
                <a:lnTo>
                  <a:pt x="20678" y="14544"/>
                </a:lnTo>
                <a:lnTo>
                  <a:pt x="20969" y="16410"/>
                </a:lnTo>
                <a:lnTo>
                  <a:pt x="21281" y="18541"/>
                </a:lnTo>
                <a:lnTo>
                  <a:pt x="21600" y="20701"/>
                </a:lnTo>
                <a:lnTo>
                  <a:pt x="20503" y="20776"/>
                </a:lnTo>
                <a:lnTo>
                  <a:pt x="19408" y="20843"/>
                </a:lnTo>
                <a:lnTo>
                  <a:pt x="18312" y="20903"/>
                </a:lnTo>
                <a:lnTo>
                  <a:pt x="17215" y="20962"/>
                </a:lnTo>
                <a:lnTo>
                  <a:pt x="16119" y="21014"/>
                </a:lnTo>
                <a:lnTo>
                  <a:pt x="15024" y="21065"/>
                </a:lnTo>
                <a:lnTo>
                  <a:pt x="13927" y="21109"/>
                </a:lnTo>
                <a:lnTo>
                  <a:pt x="12830" y="21152"/>
                </a:lnTo>
                <a:lnTo>
                  <a:pt x="11734" y="21196"/>
                </a:lnTo>
                <a:lnTo>
                  <a:pt x="11317" y="21224"/>
                </a:lnTo>
                <a:lnTo>
                  <a:pt x="10582" y="21275"/>
                </a:lnTo>
                <a:lnTo>
                  <a:pt x="8896" y="21398"/>
                </a:lnTo>
                <a:lnTo>
                  <a:pt x="8497" y="21410"/>
                </a:lnTo>
                <a:lnTo>
                  <a:pt x="7794" y="21430"/>
                </a:lnTo>
                <a:lnTo>
                  <a:pt x="6186" y="21473"/>
                </a:lnTo>
                <a:lnTo>
                  <a:pt x="5358" y="21517"/>
                </a:lnTo>
                <a:lnTo>
                  <a:pt x="4524" y="21556"/>
                </a:lnTo>
                <a:lnTo>
                  <a:pt x="3680" y="21600"/>
                </a:lnTo>
                <a:lnTo>
                  <a:pt x="2678" y="21152"/>
                </a:lnTo>
                <a:lnTo>
                  <a:pt x="1662" y="20701"/>
                </a:lnTo>
                <a:lnTo>
                  <a:pt x="1249" y="18740"/>
                </a:lnTo>
                <a:lnTo>
                  <a:pt x="837" y="16767"/>
                </a:lnTo>
                <a:lnTo>
                  <a:pt x="420" y="14786"/>
                </a:lnTo>
                <a:lnTo>
                  <a:pt x="0" y="12777"/>
                </a:lnTo>
                <a:lnTo>
                  <a:pt x="1097" y="12448"/>
                </a:lnTo>
                <a:lnTo>
                  <a:pt x="2193" y="12123"/>
                </a:lnTo>
                <a:lnTo>
                  <a:pt x="3292" y="11794"/>
                </a:lnTo>
                <a:lnTo>
                  <a:pt x="4391" y="11470"/>
                </a:lnTo>
                <a:lnTo>
                  <a:pt x="5493" y="11141"/>
                </a:lnTo>
                <a:lnTo>
                  <a:pt x="6596" y="10812"/>
                </a:lnTo>
                <a:lnTo>
                  <a:pt x="7703" y="10483"/>
                </a:lnTo>
                <a:lnTo>
                  <a:pt x="8813" y="10150"/>
                </a:lnTo>
                <a:lnTo>
                  <a:pt x="9926" y="9817"/>
                </a:lnTo>
                <a:lnTo>
                  <a:pt x="11043" y="9485"/>
                </a:lnTo>
                <a:lnTo>
                  <a:pt x="12166" y="9152"/>
                </a:lnTo>
                <a:lnTo>
                  <a:pt x="13292" y="8815"/>
                </a:lnTo>
                <a:lnTo>
                  <a:pt x="13292" y="6196"/>
                </a:lnTo>
                <a:lnTo>
                  <a:pt x="13292" y="3562"/>
                </a:lnTo>
                <a:lnTo>
                  <a:pt x="13292" y="891"/>
                </a:lnTo>
                <a:close/>
              </a:path>
            </a:pathLst>
          </a:custGeom>
          <a:solidFill>
            <a:srgbClr val="454644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3" name="contour_08261"/>
          <p:cNvSpPr/>
          <p:nvPr/>
        </p:nvSpPr>
        <p:spPr>
          <a:xfrm>
            <a:off x="7269214" y="2090232"/>
            <a:ext cx="74301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5"/>
                </a:moveTo>
                <a:lnTo>
                  <a:pt x="1244" y="492"/>
                </a:lnTo>
                <a:lnTo>
                  <a:pt x="2489" y="411"/>
                </a:lnTo>
                <a:lnTo>
                  <a:pt x="3733" y="336"/>
                </a:lnTo>
                <a:lnTo>
                  <a:pt x="4979" y="270"/>
                </a:lnTo>
                <a:lnTo>
                  <a:pt x="6225" y="210"/>
                </a:lnTo>
                <a:lnTo>
                  <a:pt x="7382" y="141"/>
                </a:lnTo>
                <a:lnTo>
                  <a:pt x="8545" y="72"/>
                </a:lnTo>
                <a:lnTo>
                  <a:pt x="9725" y="0"/>
                </a:lnTo>
                <a:lnTo>
                  <a:pt x="10468" y="144"/>
                </a:lnTo>
                <a:lnTo>
                  <a:pt x="12712" y="585"/>
                </a:lnTo>
                <a:lnTo>
                  <a:pt x="13454" y="2369"/>
                </a:lnTo>
                <a:lnTo>
                  <a:pt x="13922" y="3587"/>
                </a:lnTo>
                <a:lnTo>
                  <a:pt x="14314" y="4806"/>
                </a:lnTo>
                <a:lnTo>
                  <a:pt x="14831" y="6590"/>
                </a:lnTo>
                <a:lnTo>
                  <a:pt x="16471" y="6770"/>
                </a:lnTo>
                <a:lnTo>
                  <a:pt x="17621" y="6860"/>
                </a:lnTo>
                <a:lnTo>
                  <a:pt x="18587" y="6860"/>
                </a:lnTo>
                <a:lnTo>
                  <a:pt x="19674" y="6770"/>
                </a:lnTo>
                <a:lnTo>
                  <a:pt x="21187" y="6590"/>
                </a:lnTo>
                <a:lnTo>
                  <a:pt x="21416" y="10003"/>
                </a:lnTo>
                <a:lnTo>
                  <a:pt x="21553" y="12408"/>
                </a:lnTo>
                <a:lnTo>
                  <a:pt x="21600" y="14137"/>
                </a:lnTo>
                <a:lnTo>
                  <a:pt x="21553" y="15521"/>
                </a:lnTo>
                <a:lnTo>
                  <a:pt x="21416" y="16899"/>
                </a:lnTo>
                <a:lnTo>
                  <a:pt x="21187" y="18598"/>
                </a:lnTo>
                <a:lnTo>
                  <a:pt x="19738" y="19973"/>
                </a:lnTo>
                <a:lnTo>
                  <a:pt x="18683" y="20816"/>
                </a:lnTo>
                <a:lnTo>
                  <a:pt x="17716" y="21273"/>
                </a:lnTo>
                <a:lnTo>
                  <a:pt x="16534" y="21486"/>
                </a:lnTo>
                <a:lnTo>
                  <a:pt x="14831" y="21600"/>
                </a:lnTo>
                <a:lnTo>
                  <a:pt x="14115" y="20108"/>
                </a:lnTo>
                <a:lnTo>
                  <a:pt x="13405" y="18610"/>
                </a:lnTo>
                <a:lnTo>
                  <a:pt x="12697" y="17112"/>
                </a:lnTo>
                <a:lnTo>
                  <a:pt x="11994" y="15608"/>
                </a:lnTo>
                <a:lnTo>
                  <a:pt x="11293" y="14104"/>
                </a:lnTo>
                <a:lnTo>
                  <a:pt x="10593" y="12594"/>
                </a:lnTo>
                <a:lnTo>
                  <a:pt x="9051" y="11897"/>
                </a:lnTo>
                <a:lnTo>
                  <a:pt x="7920" y="11510"/>
                </a:lnTo>
                <a:lnTo>
                  <a:pt x="6225" y="11093"/>
                </a:lnTo>
                <a:lnTo>
                  <a:pt x="4589" y="10669"/>
                </a:lnTo>
                <a:lnTo>
                  <a:pt x="3523" y="10279"/>
                </a:lnTo>
                <a:lnTo>
                  <a:pt x="2119" y="9592"/>
                </a:lnTo>
                <a:lnTo>
                  <a:pt x="1339" y="7268"/>
                </a:lnTo>
                <a:lnTo>
                  <a:pt x="839" y="5638"/>
                </a:lnTo>
                <a:lnTo>
                  <a:pt x="517" y="4269"/>
                </a:lnTo>
                <a:lnTo>
                  <a:pt x="271" y="2729"/>
                </a:lnTo>
                <a:lnTo>
                  <a:pt x="0" y="585"/>
                </a:lnTo>
                <a:close/>
              </a:path>
            </a:pathLst>
          </a:custGeom>
          <a:solidFill>
            <a:srgbClr val="BDC4C9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4" name="contour_08262"/>
          <p:cNvSpPr/>
          <p:nvPr/>
        </p:nvSpPr>
        <p:spPr>
          <a:xfrm>
            <a:off x="6693237" y="2084366"/>
            <a:ext cx="4395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74" y="0"/>
                </a:moveTo>
                <a:lnTo>
                  <a:pt x="8560" y="1251"/>
                </a:lnTo>
                <a:lnTo>
                  <a:pt x="9756" y="2458"/>
                </a:lnTo>
                <a:lnTo>
                  <a:pt x="10848" y="3637"/>
                </a:lnTo>
                <a:lnTo>
                  <a:pt x="11830" y="4799"/>
                </a:lnTo>
                <a:lnTo>
                  <a:pt x="12682" y="5962"/>
                </a:lnTo>
                <a:lnTo>
                  <a:pt x="13398" y="7140"/>
                </a:lnTo>
                <a:lnTo>
                  <a:pt x="13961" y="8345"/>
                </a:lnTo>
                <a:lnTo>
                  <a:pt x="14358" y="9594"/>
                </a:lnTo>
                <a:lnTo>
                  <a:pt x="14577" y="10900"/>
                </a:lnTo>
                <a:lnTo>
                  <a:pt x="14609" y="12279"/>
                </a:lnTo>
                <a:lnTo>
                  <a:pt x="14437" y="13745"/>
                </a:lnTo>
                <a:lnTo>
                  <a:pt x="16804" y="13745"/>
                </a:lnTo>
                <a:lnTo>
                  <a:pt x="19186" y="13745"/>
                </a:lnTo>
                <a:lnTo>
                  <a:pt x="21600" y="13745"/>
                </a:lnTo>
                <a:lnTo>
                  <a:pt x="21600" y="15041"/>
                </a:lnTo>
                <a:lnTo>
                  <a:pt x="21600" y="16339"/>
                </a:lnTo>
                <a:lnTo>
                  <a:pt x="21600" y="17643"/>
                </a:lnTo>
                <a:lnTo>
                  <a:pt x="21600" y="18953"/>
                </a:lnTo>
                <a:lnTo>
                  <a:pt x="21600" y="20271"/>
                </a:lnTo>
                <a:lnTo>
                  <a:pt x="21600" y="21600"/>
                </a:lnTo>
                <a:lnTo>
                  <a:pt x="19193" y="21260"/>
                </a:lnTo>
                <a:lnTo>
                  <a:pt x="16851" y="20895"/>
                </a:lnTo>
                <a:lnTo>
                  <a:pt x="14566" y="20494"/>
                </a:lnTo>
                <a:lnTo>
                  <a:pt x="12331" y="20053"/>
                </a:lnTo>
                <a:lnTo>
                  <a:pt x="10132" y="19560"/>
                </a:lnTo>
                <a:lnTo>
                  <a:pt x="7969" y="19004"/>
                </a:lnTo>
                <a:lnTo>
                  <a:pt x="5824" y="18378"/>
                </a:lnTo>
                <a:lnTo>
                  <a:pt x="3693" y="17673"/>
                </a:lnTo>
                <a:lnTo>
                  <a:pt x="2557" y="16471"/>
                </a:lnTo>
                <a:lnTo>
                  <a:pt x="1658" y="15289"/>
                </a:lnTo>
                <a:lnTo>
                  <a:pt x="971" y="14115"/>
                </a:lnTo>
                <a:lnTo>
                  <a:pt x="480" y="12933"/>
                </a:lnTo>
                <a:lnTo>
                  <a:pt x="165" y="11731"/>
                </a:lnTo>
                <a:lnTo>
                  <a:pt x="11" y="10492"/>
                </a:lnTo>
                <a:lnTo>
                  <a:pt x="0" y="9206"/>
                </a:lnTo>
                <a:lnTo>
                  <a:pt x="111" y="7855"/>
                </a:lnTo>
                <a:lnTo>
                  <a:pt x="910" y="6615"/>
                </a:lnTo>
                <a:lnTo>
                  <a:pt x="1773" y="5457"/>
                </a:lnTo>
                <a:lnTo>
                  <a:pt x="2708" y="4355"/>
                </a:lnTo>
                <a:lnTo>
                  <a:pt x="3714" y="3283"/>
                </a:lnTo>
                <a:lnTo>
                  <a:pt x="4810" y="2215"/>
                </a:lnTo>
                <a:lnTo>
                  <a:pt x="5992" y="1129"/>
                </a:lnTo>
                <a:lnTo>
                  <a:pt x="7274" y="0"/>
                </a:lnTo>
                <a:close/>
              </a:path>
            </a:pathLst>
          </a:custGeom>
          <a:solidFill>
            <a:srgbClr val="C6D1D8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5" name="contour_08263"/>
          <p:cNvSpPr/>
          <p:nvPr/>
        </p:nvSpPr>
        <p:spPr>
          <a:xfrm>
            <a:off x="8683085" y="2055214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435" y="1069"/>
                </a:lnTo>
                <a:lnTo>
                  <a:pt x="19972" y="2142"/>
                </a:lnTo>
                <a:lnTo>
                  <a:pt x="20509" y="3218"/>
                </a:lnTo>
                <a:lnTo>
                  <a:pt x="21052" y="4304"/>
                </a:lnTo>
                <a:lnTo>
                  <a:pt x="21600" y="5400"/>
                </a:lnTo>
                <a:lnTo>
                  <a:pt x="19815" y="5400"/>
                </a:lnTo>
                <a:lnTo>
                  <a:pt x="18020" y="5400"/>
                </a:lnTo>
                <a:lnTo>
                  <a:pt x="16200" y="5400"/>
                </a:lnTo>
                <a:lnTo>
                  <a:pt x="16200" y="6590"/>
                </a:lnTo>
                <a:lnTo>
                  <a:pt x="16200" y="7787"/>
                </a:lnTo>
                <a:lnTo>
                  <a:pt x="16200" y="9000"/>
                </a:lnTo>
                <a:lnTo>
                  <a:pt x="14415" y="9000"/>
                </a:lnTo>
                <a:lnTo>
                  <a:pt x="12620" y="9000"/>
                </a:lnTo>
                <a:lnTo>
                  <a:pt x="10800" y="9000"/>
                </a:lnTo>
                <a:lnTo>
                  <a:pt x="10166" y="10062"/>
                </a:lnTo>
                <a:lnTo>
                  <a:pt x="9593" y="11095"/>
                </a:lnTo>
                <a:lnTo>
                  <a:pt x="9077" y="12116"/>
                </a:lnTo>
                <a:lnTo>
                  <a:pt x="8605" y="13145"/>
                </a:lnTo>
                <a:lnTo>
                  <a:pt x="8170" y="14200"/>
                </a:lnTo>
                <a:lnTo>
                  <a:pt x="7762" y="15300"/>
                </a:lnTo>
                <a:lnTo>
                  <a:pt x="7411" y="16204"/>
                </a:lnTo>
                <a:lnTo>
                  <a:pt x="7055" y="17122"/>
                </a:lnTo>
                <a:lnTo>
                  <a:pt x="6631" y="18239"/>
                </a:lnTo>
                <a:lnTo>
                  <a:pt x="6215" y="19359"/>
                </a:lnTo>
                <a:lnTo>
                  <a:pt x="5805" y="20479"/>
                </a:lnTo>
                <a:lnTo>
                  <a:pt x="5400" y="21600"/>
                </a:lnTo>
                <a:lnTo>
                  <a:pt x="3772" y="20686"/>
                </a:lnTo>
                <a:lnTo>
                  <a:pt x="2668" y="20005"/>
                </a:lnTo>
                <a:lnTo>
                  <a:pt x="1580" y="19222"/>
                </a:lnTo>
                <a:lnTo>
                  <a:pt x="0" y="18000"/>
                </a:lnTo>
                <a:lnTo>
                  <a:pt x="3" y="16709"/>
                </a:lnTo>
                <a:lnTo>
                  <a:pt x="159" y="15437"/>
                </a:lnTo>
                <a:lnTo>
                  <a:pt x="448" y="14179"/>
                </a:lnTo>
                <a:lnTo>
                  <a:pt x="856" y="12935"/>
                </a:lnTo>
                <a:lnTo>
                  <a:pt x="1369" y="11707"/>
                </a:lnTo>
                <a:lnTo>
                  <a:pt x="1966" y="10490"/>
                </a:lnTo>
                <a:lnTo>
                  <a:pt x="2632" y="9286"/>
                </a:lnTo>
                <a:lnTo>
                  <a:pt x="3353" y="8095"/>
                </a:lnTo>
                <a:lnTo>
                  <a:pt x="4112" y="6912"/>
                </a:lnTo>
                <a:lnTo>
                  <a:pt x="4892" y="5738"/>
                </a:lnTo>
                <a:lnTo>
                  <a:pt x="6464" y="4730"/>
                </a:lnTo>
                <a:lnTo>
                  <a:pt x="7738" y="4043"/>
                </a:lnTo>
                <a:lnTo>
                  <a:pt x="8913" y="3616"/>
                </a:lnTo>
                <a:lnTo>
                  <a:pt x="10190" y="3386"/>
                </a:lnTo>
                <a:lnTo>
                  <a:pt x="11764" y="3289"/>
                </a:lnTo>
                <a:lnTo>
                  <a:pt x="13838" y="3262"/>
                </a:lnTo>
                <a:lnTo>
                  <a:pt x="14580" y="3312"/>
                </a:lnTo>
                <a:lnTo>
                  <a:pt x="15895" y="3398"/>
                </a:lnTo>
                <a:lnTo>
                  <a:pt x="18900" y="3600"/>
                </a:lnTo>
                <a:lnTo>
                  <a:pt x="18900" y="2410"/>
                </a:lnTo>
                <a:lnTo>
                  <a:pt x="18900" y="1213"/>
                </a:lnTo>
                <a:lnTo>
                  <a:pt x="18900" y="0"/>
                </a:lnTo>
                <a:close/>
              </a:path>
            </a:pathLst>
          </a:custGeom>
          <a:solidFill>
            <a:srgbClr val="CCD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6" name="contour_08264"/>
          <p:cNvSpPr/>
          <p:nvPr/>
        </p:nvSpPr>
        <p:spPr>
          <a:xfrm>
            <a:off x="2364396" y="2062502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359" y="4994"/>
                </a:lnTo>
                <a:lnTo>
                  <a:pt x="21125" y="8506"/>
                </a:lnTo>
                <a:lnTo>
                  <a:pt x="20807" y="11007"/>
                </a:lnTo>
                <a:lnTo>
                  <a:pt x="20323" y="12986"/>
                </a:lnTo>
                <a:lnTo>
                  <a:pt x="19588" y="14917"/>
                </a:lnTo>
                <a:lnTo>
                  <a:pt x="18514" y="17280"/>
                </a:lnTo>
                <a:lnTo>
                  <a:pt x="16487" y="18192"/>
                </a:lnTo>
                <a:lnTo>
                  <a:pt x="14463" y="18956"/>
                </a:lnTo>
                <a:lnTo>
                  <a:pt x="12435" y="19596"/>
                </a:lnTo>
                <a:lnTo>
                  <a:pt x="10399" y="20123"/>
                </a:lnTo>
                <a:lnTo>
                  <a:pt x="8353" y="20550"/>
                </a:lnTo>
                <a:lnTo>
                  <a:pt x="6295" y="20896"/>
                </a:lnTo>
                <a:lnTo>
                  <a:pt x="4218" y="21177"/>
                </a:lnTo>
                <a:lnTo>
                  <a:pt x="2123" y="21406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0403D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7" name="contour_08265"/>
          <p:cNvSpPr/>
          <p:nvPr/>
        </p:nvSpPr>
        <p:spPr>
          <a:xfrm>
            <a:off x="10228139" y="2069804"/>
            <a:ext cx="80168" cy="437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116"/>
                </a:moveTo>
                <a:lnTo>
                  <a:pt x="11996" y="1401"/>
                </a:lnTo>
                <a:lnTo>
                  <a:pt x="13200" y="1685"/>
                </a:lnTo>
                <a:lnTo>
                  <a:pt x="14421" y="1973"/>
                </a:lnTo>
                <a:lnTo>
                  <a:pt x="15811" y="2748"/>
                </a:lnTo>
                <a:lnTo>
                  <a:pt x="16989" y="3594"/>
                </a:lnTo>
                <a:lnTo>
                  <a:pt x="18010" y="4570"/>
                </a:lnTo>
                <a:lnTo>
                  <a:pt x="18927" y="5726"/>
                </a:lnTo>
                <a:lnTo>
                  <a:pt x="19795" y="7112"/>
                </a:lnTo>
                <a:lnTo>
                  <a:pt x="20669" y="8787"/>
                </a:lnTo>
                <a:lnTo>
                  <a:pt x="21600" y="10796"/>
                </a:lnTo>
                <a:lnTo>
                  <a:pt x="20675" y="10973"/>
                </a:lnTo>
                <a:lnTo>
                  <a:pt x="19744" y="11149"/>
                </a:lnTo>
                <a:lnTo>
                  <a:pt x="18800" y="11333"/>
                </a:lnTo>
                <a:lnTo>
                  <a:pt x="16206" y="11906"/>
                </a:lnTo>
                <a:lnTo>
                  <a:pt x="13997" y="12413"/>
                </a:lnTo>
                <a:lnTo>
                  <a:pt x="12125" y="12881"/>
                </a:lnTo>
                <a:lnTo>
                  <a:pt x="10549" y="13339"/>
                </a:lnTo>
                <a:lnTo>
                  <a:pt x="9219" y="13814"/>
                </a:lnTo>
                <a:lnTo>
                  <a:pt x="8090" y="14336"/>
                </a:lnTo>
                <a:lnTo>
                  <a:pt x="7118" y="14931"/>
                </a:lnTo>
                <a:lnTo>
                  <a:pt x="6254" y="15626"/>
                </a:lnTo>
                <a:lnTo>
                  <a:pt x="5453" y="16450"/>
                </a:lnTo>
                <a:lnTo>
                  <a:pt x="4670" y="17430"/>
                </a:lnTo>
                <a:lnTo>
                  <a:pt x="3859" y="18597"/>
                </a:lnTo>
                <a:lnTo>
                  <a:pt x="2971" y="19979"/>
                </a:lnTo>
                <a:lnTo>
                  <a:pt x="1964" y="21600"/>
                </a:lnTo>
                <a:lnTo>
                  <a:pt x="1644" y="19410"/>
                </a:lnTo>
                <a:lnTo>
                  <a:pt x="1333" y="17217"/>
                </a:lnTo>
                <a:lnTo>
                  <a:pt x="1033" y="15021"/>
                </a:lnTo>
                <a:lnTo>
                  <a:pt x="736" y="12820"/>
                </a:lnTo>
                <a:lnTo>
                  <a:pt x="393" y="10371"/>
                </a:lnTo>
                <a:lnTo>
                  <a:pt x="45" y="7887"/>
                </a:lnTo>
                <a:lnTo>
                  <a:pt x="24" y="5758"/>
                </a:lnTo>
                <a:lnTo>
                  <a:pt x="0" y="3594"/>
                </a:lnTo>
                <a:lnTo>
                  <a:pt x="1217" y="1941"/>
                </a:lnTo>
                <a:lnTo>
                  <a:pt x="2474" y="850"/>
                </a:lnTo>
                <a:lnTo>
                  <a:pt x="3770" y="234"/>
                </a:lnTo>
                <a:lnTo>
                  <a:pt x="5105" y="0"/>
                </a:lnTo>
                <a:lnTo>
                  <a:pt x="6478" y="65"/>
                </a:lnTo>
                <a:lnTo>
                  <a:pt x="7884" y="331"/>
                </a:lnTo>
                <a:lnTo>
                  <a:pt x="9325" y="713"/>
                </a:lnTo>
                <a:lnTo>
                  <a:pt x="10800" y="1116"/>
                </a:lnTo>
                <a:close/>
              </a:path>
            </a:pathLst>
          </a:custGeom>
          <a:solidFill>
            <a:srgbClr val="EF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8" name="contour_08266"/>
          <p:cNvSpPr/>
          <p:nvPr/>
        </p:nvSpPr>
        <p:spPr>
          <a:xfrm>
            <a:off x="2444564" y="2047211"/>
            <a:ext cx="72880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62" y="0"/>
                </a:moveTo>
                <a:lnTo>
                  <a:pt x="5568" y="85"/>
                </a:lnTo>
                <a:lnTo>
                  <a:pt x="6875" y="169"/>
                </a:lnTo>
                <a:lnTo>
                  <a:pt x="8184" y="250"/>
                </a:lnTo>
                <a:lnTo>
                  <a:pt x="9491" y="335"/>
                </a:lnTo>
                <a:lnTo>
                  <a:pt x="10800" y="415"/>
                </a:lnTo>
                <a:lnTo>
                  <a:pt x="10800" y="3216"/>
                </a:lnTo>
                <a:lnTo>
                  <a:pt x="10800" y="6016"/>
                </a:lnTo>
                <a:lnTo>
                  <a:pt x="10800" y="8826"/>
                </a:lnTo>
                <a:lnTo>
                  <a:pt x="10800" y="11652"/>
                </a:lnTo>
                <a:lnTo>
                  <a:pt x="10800" y="14495"/>
                </a:lnTo>
                <a:lnTo>
                  <a:pt x="10800" y="17363"/>
                </a:lnTo>
                <a:lnTo>
                  <a:pt x="12327" y="17363"/>
                </a:lnTo>
                <a:lnTo>
                  <a:pt x="13856" y="17363"/>
                </a:lnTo>
                <a:lnTo>
                  <a:pt x="15390" y="17363"/>
                </a:lnTo>
                <a:lnTo>
                  <a:pt x="16930" y="17363"/>
                </a:lnTo>
                <a:lnTo>
                  <a:pt x="18477" y="17363"/>
                </a:lnTo>
                <a:lnTo>
                  <a:pt x="20032" y="17363"/>
                </a:lnTo>
                <a:lnTo>
                  <a:pt x="21600" y="17363"/>
                </a:lnTo>
                <a:lnTo>
                  <a:pt x="21600" y="19469"/>
                </a:lnTo>
                <a:lnTo>
                  <a:pt x="21600" y="21600"/>
                </a:lnTo>
                <a:lnTo>
                  <a:pt x="20071" y="21600"/>
                </a:lnTo>
                <a:lnTo>
                  <a:pt x="18544" y="21600"/>
                </a:lnTo>
                <a:lnTo>
                  <a:pt x="17014" y="21600"/>
                </a:lnTo>
                <a:lnTo>
                  <a:pt x="15485" y="21600"/>
                </a:lnTo>
                <a:lnTo>
                  <a:pt x="13951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9" y="14749"/>
                </a:lnTo>
                <a:lnTo>
                  <a:pt x="65" y="9584"/>
                </a:lnTo>
                <a:lnTo>
                  <a:pt x="225" y="5864"/>
                </a:lnTo>
                <a:lnTo>
                  <a:pt x="531" y="3330"/>
                </a:lnTo>
                <a:lnTo>
                  <a:pt x="1039" y="1729"/>
                </a:lnTo>
                <a:lnTo>
                  <a:pt x="1797" y="809"/>
                </a:lnTo>
                <a:lnTo>
                  <a:pt x="2853" y="318"/>
                </a:lnTo>
                <a:lnTo>
                  <a:pt x="4262" y="0"/>
                </a:lnTo>
                <a:close/>
              </a:path>
            </a:pathLst>
          </a:custGeom>
          <a:solidFill>
            <a:srgbClr val="505153"/>
          </a:solidFill>
          <a:ln>
            <a:noFill/>
          </a:ln>
        </p:spPr>
        <p:txBody>
          <a:bodyPr/>
          <a:lstStyle/>
          <a:p/>
        </p:txBody>
      </p:sp>
      <p:sp>
        <p:nvSpPr>
          <p:cNvPr id="8269" name="contour_08267"/>
          <p:cNvSpPr/>
          <p:nvPr/>
        </p:nvSpPr>
        <p:spPr>
          <a:xfrm>
            <a:off x="9900179" y="2033350"/>
            <a:ext cx="9474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0"/>
                </a:lnTo>
                <a:lnTo>
                  <a:pt x="2251" y="0"/>
                </a:lnTo>
                <a:lnTo>
                  <a:pt x="3378" y="0"/>
                </a:lnTo>
                <a:lnTo>
                  <a:pt x="4504" y="0"/>
                </a:lnTo>
                <a:lnTo>
                  <a:pt x="5631" y="0"/>
                </a:lnTo>
                <a:lnTo>
                  <a:pt x="6759" y="0"/>
                </a:lnTo>
                <a:lnTo>
                  <a:pt x="7889" y="0"/>
                </a:lnTo>
                <a:lnTo>
                  <a:pt x="9020" y="0"/>
                </a:lnTo>
                <a:lnTo>
                  <a:pt x="10152" y="0"/>
                </a:lnTo>
                <a:lnTo>
                  <a:pt x="11287" y="0"/>
                </a:lnTo>
                <a:lnTo>
                  <a:pt x="12422" y="0"/>
                </a:lnTo>
                <a:lnTo>
                  <a:pt x="13560" y="0"/>
                </a:lnTo>
                <a:lnTo>
                  <a:pt x="14700" y="0"/>
                </a:lnTo>
                <a:lnTo>
                  <a:pt x="15843" y="0"/>
                </a:lnTo>
                <a:lnTo>
                  <a:pt x="16988" y="0"/>
                </a:lnTo>
                <a:lnTo>
                  <a:pt x="18137" y="0"/>
                </a:lnTo>
                <a:lnTo>
                  <a:pt x="19287" y="0"/>
                </a:lnTo>
                <a:lnTo>
                  <a:pt x="20442" y="0"/>
                </a:lnTo>
                <a:lnTo>
                  <a:pt x="21600" y="0"/>
                </a:lnTo>
                <a:lnTo>
                  <a:pt x="21130" y="2925"/>
                </a:lnTo>
                <a:lnTo>
                  <a:pt x="20660" y="5850"/>
                </a:lnTo>
                <a:lnTo>
                  <a:pt x="20188" y="8785"/>
                </a:lnTo>
                <a:lnTo>
                  <a:pt x="19714" y="11730"/>
                </a:lnTo>
                <a:lnTo>
                  <a:pt x="19237" y="14691"/>
                </a:lnTo>
                <a:lnTo>
                  <a:pt x="18759" y="17668"/>
                </a:lnTo>
                <a:lnTo>
                  <a:pt x="18277" y="20670"/>
                </a:lnTo>
                <a:lnTo>
                  <a:pt x="16941" y="21290"/>
                </a:lnTo>
                <a:lnTo>
                  <a:pt x="16014" y="21600"/>
                </a:lnTo>
                <a:lnTo>
                  <a:pt x="15256" y="21600"/>
                </a:lnTo>
                <a:lnTo>
                  <a:pt x="14429" y="21290"/>
                </a:lnTo>
                <a:lnTo>
                  <a:pt x="13292" y="20670"/>
                </a:lnTo>
                <a:lnTo>
                  <a:pt x="13292" y="17254"/>
                </a:lnTo>
                <a:lnTo>
                  <a:pt x="13292" y="13818"/>
                </a:lnTo>
                <a:lnTo>
                  <a:pt x="13292" y="10335"/>
                </a:lnTo>
                <a:lnTo>
                  <a:pt x="12305" y="10335"/>
                </a:lnTo>
                <a:lnTo>
                  <a:pt x="11315" y="10335"/>
                </a:lnTo>
                <a:lnTo>
                  <a:pt x="10321" y="10335"/>
                </a:lnTo>
                <a:lnTo>
                  <a:pt x="9320" y="10335"/>
                </a:lnTo>
                <a:lnTo>
                  <a:pt x="8308" y="10335"/>
                </a:lnTo>
                <a:lnTo>
                  <a:pt x="8308" y="13751"/>
                </a:lnTo>
                <a:lnTo>
                  <a:pt x="8308" y="17187"/>
                </a:lnTo>
                <a:lnTo>
                  <a:pt x="8308" y="20670"/>
                </a:lnTo>
                <a:lnTo>
                  <a:pt x="6804" y="19518"/>
                </a:lnTo>
                <a:lnTo>
                  <a:pt x="5601" y="18344"/>
                </a:lnTo>
                <a:lnTo>
                  <a:pt x="4629" y="17042"/>
                </a:lnTo>
                <a:lnTo>
                  <a:pt x="3827" y="15492"/>
                </a:lnTo>
                <a:lnTo>
                  <a:pt x="3124" y="13580"/>
                </a:lnTo>
                <a:lnTo>
                  <a:pt x="2456" y="11188"/>
                </a:lnTo>
                <a:lnTo>
                  <a:pt x="1758" y="8206"/>
                </a:lnTo>
                <a:lnTo>
                  <a:pt x="960" y="4516"/>
                </a:lnTo>
                <a:lnTo>
                  <a:pt x="0" y="0"/>
                </a:lnTo>
                <a:close/>
              </a:path>
            </a:pathLst>
          </a:custGeom>
          <a:solidFill>
            <a:srgbClr val="6B6C70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0" name="contour_08268"/>
          <p:cNvSpPr/>
          <p:nvPr/>
        </p:nvSpPr>
        <p:spPr>
          <a:xfrm>
            <a:off x="5162985" y="2011486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567" y="1339"/>
                </a:lnTo>
                <a:lnTo>
                  <a:pt x="11549" y="2700"/>
                </a:lnTo>
                <a:lnTo>
                  <a:pt x="12972" y="4020"/>
                </a:lnTo>
                <a:lnTo>
                  <a:pt x="14033" y="4838"/>
                </a:lnTo>
                <a:lnTo>
                  <a:pt x="15060" y="5300"/>
                </a:lnTo>
                <a:lnTo>
                  <a:pt x="16373" y="5551"/>
                </a:lnTo>
                <a:lnTo>
                  <a:pt x="18300" y="5738"/>
                </a:lnTo>
                <a:lnTo>
                  <a:pt x="19939" y="5570"/>
                </a:lnTo>
                <a:lnTo>
                  <a:pt x="21600" y="5400"/>
                </a:lnTo>
                <a:lnTo>
                  <a:pt x="21370" y="7274"/>
                </a:lnTo>
                <a:lnTo>
                  <a:pt x="21101" y="9110"/>
                </a:lnTo>
                <a:lnTo>
                  <a:pt x="20772" y="10913"/>
                </a:lnTo>
                <a:lnTo>
                  <a:pt x="20359" y="12693"/>
                </a:lnTo>
                <a:lnTo>
                  <a:pt x="19843" y="14453"/>
                </a:lnTo>
                <a:lnTo>
                  <a:pt x="19200" y="16200"/>
                </a:lnTo>
                <a:lnTo>
                  <a:pt x="17630" y="16362"/>
                </a:lnTo>
                <a:lnTo>
                  <a:pt x="16471" y="16443"/>
                </a:lnTo>
                <a:lnTo>
                  <a:pt x="15377" y="16443"/>
                </a:lnTo>
                <a:lnTo>
                  <a:pt x="14002" y="16362"/>
                </a:lnTo>
                <a:lnTo>
                  <a:pt x="12000" y="16200"/>
                </a:lnTo>
                <a:lnTo>
                  <a:pt x="10577" y="16864"/>
                </a:lnTo>
                <a:lnTo>
                  <a:pt x="9178" y="17574"/>
                </a:lnTo>
                <a:lnTo>
                  <a:pt x="7800" y="18322"/>
                </a:lnTo>
                <a:lnTo>
                  <a:pt x="6437" y="19102"/>
                </a:lnTo>
                <a:lnTo>
                  <a:pt x="5088" y="19915"/>
                </a:lnTo>
                <a:lnTo>
                  <a:pt x="3742" y="20750"/>
                </a:lnTo>
                <a:lnTo>
                  <a:pt x="2400" y="21600"/>
                </a:lnTo>
                <a:lnTo>
                  <a:pt x="2743" y="20474"/>
                </a:lnTo>
                <a:lnTo>
                  <a:pt x="3094" y="19332"/>
                </a:lnTo>
                <a:lnTo>
                  <a:pt x="3494" y="17861"/>
                </a:lnTo>
                <a:lnTo>
                  <a:pt x="3900" y="16367"/>
                </a:lnTo>
                <a:lnTo>
                  <a:pt x="4109" y="15638"/>
                </a:lnTo>
                <a:lnTo>
                  <a:pt x="4745" y="13427"/>
                </a:lnTo>
                <a:lnTo>
                  <a:pt x="4757" y="12774"/>
                </a:lnTo>
                <a:lnTo>
                  <a:pt x="4800" y="10800"/>
                </a:lnTo>
                <a:lnTo>
                  <a:pt x="3612" y="10130"/>
                </a:lnTo>
                <a:lnTo>
                  <a:pt x="2419" y="9461"/>
                </a:lnTo>
                <a:lnTo>
                  <a:pt x="1217" y="8783"/>
                </a:lnTo>
                <a:lnTo>
                  <a:pt x="0" y="8100"/>
                </a:lnTo>
                <a:lnTo>
                  <a:pt x="1358" y="6955"/>
                </a:lnTo>
                <a:lnTo>
                  <a:pt x="2717" y="5808"/>
                </a:lnTo>
                <a:lnTo>
                  <a:pt x="4080" y="4658"/>
                </a:lnTo>
                <a:lnTo>
                  <a:pt x="5448" y="3502"/>
                </a:lnTo>
                <a:lnTo>
                  <a:pt x="6823" y="2344"/>
                </a:lnTo>
                <a:lnTo>
                  <a:pt x="8206" y="1175"/>
                </a:lnTo>
                <a:lnTo>
                  <a:pt x="9600" y="0"/>
                </a:lnTo>
                <a:close/>
              </a:path>
            </a:pathLst>
          </a:custGeom>
          <a:solidFill>
            <a:srgbClr val="B9DE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1" name="contour_08269"/>
          <p:cNvSpPr/>
          <p:nvPr/>
        </p:nvSpPr>
        <p:spPr>
          <a:xfrm>
            <a:off x="2371684" y="2004198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4251" y="2037"/>
                </a:lnTo>
                <a:lnTo>
                  <a:pt x="4575" y="4076"/>
                </a:lnTo>
                <a:lnTo>
                  <a:pt x="4901" y="6125"/>
                </a:lnTo>
                <a:lnTo>
                  <a:pt x="5229" y="8183"/>
                </a:lnTo>
                <a:lnTo>
                  <a:pt x="5559" y="10254"/>
                </a:lnTo>
                <a:lnTo>
                  <a:pt x="5891" y="12343"/>
                </a:lnTo>
                <a:lnTo>
                  <a:pt x="7187" y="12003"/>
                </a:lnTo>
                <a:lnTo>
                  <a:pt x="8485" y="11664"/>
                </a:lnTo>
                <a:lnTo>
                  <a:pt x="9783" y="11325"/>
                </a:lnTo>
                <a:lnTo>
                  <a:pt x="11085" y="10982"/>
                </a:lnTo>
                <a:lnTo>
                  <a:pt x="12391" y="10640"/>
                </a:lnTo>
                <a:lnTo>
                  <a:pt x="13702" y="10297"/>
                </a:lnTo>
                <a:lnTo>
                  <a:pt x="15018" y="9951"/>
                </a:lnTo>
                <a:lnTo>
                  <a:pt x="16341" y="9606"/>
                </a:lnTo>
                <a:lnTo>
                  <a:pt x="17673" y="9257"/>
                </a:lnTo>
                <a:lnTo>
                  <a:pt x="17673" y="11090"/>
                </a:lnTo>
                <a:lnTo>
                  <a:pt x="17673" y="12929"/>
                </a:lnTo>
                <a:lnTo>
                  <a:pt x="17673" y="14774"/>
                </a:lnTo>
                <a:lnTo>
                  <a:pt x="17673" y="16635"/>
                </a:lnTo>
                <a:lnTo>
                  <a:pt x="17673" y="18514"/>
                </a:lnTo>
                <a:lnTo>
                  <a:pt x="18645" y="19280"/>
                </a:lnTo>
                <a:lnTo>
                  <a:pt x="19623" y="20045"/>
                </a:lnTo>
                <a:lnTo>
                  <a:pt x="20604" y="20819"/>
                </a:lnTo>
                <a:lnTo>
                  <a:pt x="21600" y="21600"/>
                </a:lnTo>
                <a:lnTo>
                  <a:pt x="20255" y="21600"/>
                </a:lnTo>
                <a:lnTo>
                  <a:pt x="18908" y="21600"/>
                </a:lnTo>
                <a:lnTo>
                  <a:pt x="17561" y="21600"/>
                </a:lnTo>
                <a:lnTo>
                  <a:pt x="16212" y="21600"/>
                </a:lnTo>
                <a:lnTo>
                  <a:pt x="14861" y="21600"/>
                </a:lnTo>
                <a:lnTo>
                  <a:pt x="13508" y="21600"/>
                </a:lnTo>
                <a:lnTo>
                  <a:pt x="12151" y="21600"/>
                </a:lnTo>
                <a:lnTo>
                  <a:pt x="10792" y="21600"/>
                </a:lnTo>
                <a:lnTo>
                  <a:pt x="9429" y="21600"/>
                </a:lnTo>
                <a:lnTo>
                  <a:pt x="8061" y="21600"/>
                </a:lnTo>
                <a:lnTo>
                  <a:pt x="6688" y="21600"/>
                </a:lnTo>
                <a:lnTo>
                  <a:pt x="5312" y="21600"/>
                </a:lnTo>
                <a:lnTo>
                  <a:pt x="3927" y="21600"/>
                </a:lnTo>
                <a:lnTo>
                  <a:pt x="3927" y="19560"/>
                </a:lnTo>
                <a:lnTo>
                  <a:pt x="3927" y="17508"/>
                </a:lnTo>
                <a:lnTo>
                  <a:pt x="3927" y="15429"/>
                </a:lnTo>
                <a:lnTo>
                  <a:pt x="2629" y="15429"/>
                </a:lnTo>
                <a:lnTo>
                  <a:pt x="1323" y="15429"/>
                </a:lnTo>
                <a:lnTo>
                  <a:pt x="0" y="15429"/>
                </a:lnTo>
                <a:lnTo>
                  <a:pt x="0" y="13389"/>
                </a:lnTo>
                <a:lnTo>
                  <a:pt x="0" y="11337"/>
                </a:lnTo>
                <a:lnTo>
                  <a:pt x="0" y="9257"/>
                </a:lnTo>
                <a:lnTo>
                  <a:pt x="1298" y="9257"/>
                </a:lnTo>
                <a:lnTo>
                  <a:pt x="2604" y="9257"/>
                </a:lnTo>
                <a:lnTo>
                  <a:pt x="3927" y="9257"/>
                </a:lnTo>
                <a:lnTo>
                  <a:pt x="3927" y="7424"/>
                </a:lnTo>
                <a:lnTo>
                  <a:pt x="3927" y="5585"/>
                </a:lnTo>
                <a:lnTo>
                  <a:pt x="3927" y="3740"/>
                </a:lnTo>
                <a:lnTo>
                  <a:pt x="3927" y="1879"/>
                </a:lnTo>
                <a:lnTo>
                  <a:pt x="3927" y="0"/>
                </a:lnTo>
                <a:close/>
              </a:path>
            </a:pathLst>
          </a:custGeom>
          <a:solidFill>
            <a:srgbClr val="C2AD82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2" name="contour_08270"/>
          <p:cNvSpPr/>
          <p:nvPr/>
        </p:nvSpPr>
        <p:spPr>
          <a:xfrm>
            <a:off x="7604462" y="2011486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303" y="36"/>
                </a:lnTo>
                <a:lnTo>
                  <a:pt x="5693" y="101"/>
                </a:lnTo>
                <a:lnTo>
                  <a:pt x="6970" y="238"/>
                </a:lnTo>
                <a:lnTo>
                  <a:pt x="8537" y="490"/>
                </a:lnTo>
                <a:lnTo>
                  <a:pt x="10800" y="900"/>
                </a:lnTo>
                <a:lnTo>
                  <a:pt x="12312" y="1141"/>
                </a:lnTo>
                <a:lnTo>
                  <a:pt x="13834" y="1386"/>
                </a:lnTo>
                <a:lnTo>
                  <a:pt x="15374" y="1631"/>
                </a:lnTo>
                <a:lnTo>
                  <a:pt x="16639" y="2282"/>
                </a:lnTo>
                <a:lnTo>
                  <a:pt x="17911" y="2938"/>
                </a:lnTo>
                <a:lnTo>
                  <a:pt x="19200" y="3600"/>
                </a:lnTo>
                <a:lnTo>
                  <a:pt x="19675" y="5738"/>
                </a:lnTo>
                <a:lnTo>
                  <a:pt x="20153" y="7884"/>
                </a:lnTo>
                <a:lnTo>
                  <a:pt x="20630" y="10037"/>
                </a:lnTo>
                <a:lnTo>
                  <a:pt x="21113" y="12208"/>
                </a:lnTo>
                <a:lnTo>
                  <a:pt x="21600" y="14400"/>
                </a:lnTo>
                <a:lnTo>
                  <a:pt x="20016" y="14994"/>
                </a:lnTo>
                <a:lnTo>
                  <a:pt x="18432" y="15588"/>
                </a:lnTo>
                <a:lnTo>
                  <a:pt x="16846" y="16182"/>
                </a:lnTo>
                <a:lnTo>
                  <a:pt x="15257" y="16780"/>
                </a:lnTo>
                <a:lnTo>
                  <a:pt x="13666" y="17374"/>
                </a:lnTo>
                <a:lnTo>
                  <a:pt x="12072" y="17975"/>
                </a:lnTo>
                <a:lnTo>
                  <a:pt x="10474" y="18572"/>
                </a:lnTo>
                <a:lnTo>
                  <a:pt x="8870" y="19174"/>
                </a:lnTo>
                <a:lnTo>
                  <a:pt x="7262" y="19775"/>
                </a:lnTo>
                <a:lnTo>
                  <a:pt x="5650" y="20383"/>
                </a:lnTo>
                <a:lnTo>
                  <a:pt x="4027" y="20988"/>
                </a:lnTo>
                <a:lnTo>
                  <a:pt x="2400" y="21600"/>
                </a:lnTo>
                <a:lnTo>
                  <a:pt x="1704" y="17064"/>
                </a:lnTo>
                <a:lnTo>
                  <a:pt x="1176" y="13604"/>
                </a:lnTo>
                <a:lnTo>
                  <a:pt x="790" y="11009"/>
                </a:lnTo>
                <a:lnTo>
                  <a:pt x="518" y="9065"/>
                </a:lnTo>
                <a:lnTo>
                  <a:pt x="331" y="7564"/>
                </a:lnTo>
                <a:lnTo>
                  <a:pt x="202" y="6293"/>
                </a:lnTo>
                <a:lnTo>
                  <a:pt x="101" y="5044"/>
                </a:lnTo>
                <a:lnTo>
                  <a:pt x="0" y="3600"/>
                </a:lnTo>
                <a:lnTo>
                  <a:pt x="1190" y="1814"/>
                </a:lnTo>
                <a:lnTo>
                  <a:pt x="2400" y="0"/>
                </a:lnTo>
                <a:close/>
              </a:path>
            </a:pathLst>
          </a:custGeom>
          <a:solidFill>
            <a:srgbClr val="E5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3" name="contour_08271"/>
          <p:cNvSpPr/>
          <p:nvPr/>
        </p:nvSpPr>
        <p:spPr>
          <a:xfrm>
            <a:off x="7187407" y="1967758"/>
            <a:ext cx="7452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1610" y="389"/>
                </a:lnTo>
                <a:lnTo>
                  <a:pt x="2750" y="783"/>
                </a:lnTo>
                <a:lnTo>
                  <a:pt x="3908" y="1183"/>
                </a:lnTo>
                <a:lnTo>
                  <a:pt x="5370" y="1636"/>
                </a:lnTo>
                <a:lnTo>
                  <a:pt x="6832" y="2063"/>
                </a:lnTo>
                <a:lnTo>
                  <a:pt x="8300" y="2462"/>
                </a:lnTo>
                <a:lnTo>
                  <a:pt x="9768" y="2843"/>
                </a:lnTo>
                <a:lnTo>
                  <a:pt x="11240" y="3200"/>
                </a:lnTo>
                <a:lnTo>
                  <a:pt x="12715" y="3542"/>
                </a:lnTo>
                <a:lnTo>
                  <a:pt x="14192" y="3869"/>
                </a:lnTo>
                <a:lnTo>
                  <a:pt x="15670" y="4188"/>
                </a:lnTo>
                <a:lnTo>
                  <a:pt x="17151" y="4496"/>
                </a:lnTo>
                <a:lnTo>
                  <a:pt x="18632" y="4798"/>
                </a:lnTo>
                <a:lnTo>
                  <a:pt x="20115" y="5100"/>
                </a:lnTo>
                <a:lnTo>
                  <a:pt x="21600" y="5400"/>
                </a:lnTo>
                <a:lnTo>
                  <a:pt x="21368" y="7182"/>
                </a:lnTo>
                <a:lnTo>
                  <a:pt x="21135" y="8967"/>
                </a:lnTo>
                <a:lnTo>
                  <a:pt x="20903" y="10751"/>
                </a:lnTo>
                <a:lnTo>
                  <a:pt x="20668" y="12541"/>
                </a:lnTo>
                <a:lnTo>
                  <a:pt x="20434" y="14337"/>
                </a:lnTo>
                <a:lnTo>
                  <a:pt x="20199" y="16141"/>
                </a:lnTo>
                <a:lnTo>
                  <a:pt x="19963" y="17950"/>
                </a:lnTo>
                <a:lnTo>
                  <a:pt x="19726" y="19769"/>
                </a:lnTo>
                <a:lnTo>
                  <a:pt x="19488" y="21600"/>
                </a:lnTo>
                <a:lnTo>
                  <a:pt x="16948" y="21087"/>
                </a:lnTo>
                <a:lnTo>
                  <a:pt x="15174" y="20701"/>
                </a:lnTo>
                <a:lnTo>
                  <a:pt x="13930" y="20363"/>
                </a:lnTo>
                <a:lnTo>
                  <a:pt x="12983" y="20002"/>
                </a:lnTo>
                <a:lnTo>
                  <a:pt x="12096" y="19537"/>
                </a:lnTo>
                <a:lnTo>
                  <a:pt x="11038" y="18900"/>
                </a:lnTo>
                <a:lnTo>
                  <a:pt x="11082" y="17561"/>
                </a:lnTo>
                <a:lnTo>
                  <a:pt x="11124" y="16216"/>
                </a:lnTo>
                <a:lnTo>
                  <a:pt x="11169" y="14850"/>
                </a:lnTo>
                <a:lnTo>
                  <a:pt x="11126" y="13511"/>
                </a:lnTo>
                <a:lnTo>
                  <a:pt x="11082" y="12166"/>
                </a:lnTo>
                <a:lnTo>
                  <a:pt x="11038" y="10800"/>
                </a:lnTo>
                <a:lnTo>
                  <a:pt x="9679" y="10352"/>
                </a:lnTo>
                <a:lnTo>
                  <a:pt x="8323" y="9987"/>
                </a:lnTo>
                <a:lnTo>
                  <a:pt x="6963" y="9682"/>
                </a:lnTo>
                <a:lnTo>
                  <a:pt x="5596" y="9423"/>
                </a:lnTo>
                <a:lnTo>
                  <a:pt x="4219" y="9185"/>
                </a:lnTo>
                <a:lnTo>
                  <a:pt x="2826" y="8953"/>
                </a:lnTo>
                <a:lnTo>
                  <a:pt x="1660" y="8529"/>
                </a:lnTo>
                <a:lnTo>
                  <a:pt x="475" y="8100"/>
                </a:lnTo>
                <a:lnTo>
                  <a:pt x="158" y="6010"/>
                </a:lnTo>
                <a:lnTo>
                  <a:pt x="0" y="4544"/>
                </a:lnTo>
                <a:lnTo>
                  <a:pt x="0" y="3313"/>
                </a:lnTo>
                <a:lnTo>
                  <a:pt x="158" y="1928"/>
                </a:lnTo>
                <a:lnTo>
                  <a:pt x="475" y="0"/>
                </a:lnTo>
                <a:close/>
              </a:path>
            </a:pathLst>
          </a:custGeom>
          <a:solidFill>
            <a:srgbClr val="7B776B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4" name="contour_08272"/>
          <p:cNvSpPr/>
          <p:nvPr/>
        </p:nvSpPr>
        <p:spPr>
          <a:xfrm>
            <a:off x="1664749" y="1960018"/>
            <a:ext cx="72880" cy="430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54" y="0"/>
                </a:moveTo>
                <a:lnTo>
                  <a:pt x="10880" y="73"/>
                </a:lnTo>
                <a:lnTo>
                  <a:pt x="11915" y="150"/>
                </a:lnTo>
                <a:lnTo>
                  <a:pt x="12960" y="227"/>
                </a:lnTo>
                <a:lnTo>
                  <a:pt x="12692" y="2720"/>
                </a:lnTo>
                <a:lnTo>
                  <a:pt x="12420" y="5254"/>
                </a:lnTo>
                <a:lnTo>
                  <a:pt x="12599" y="7217"/>
                </a:lnTo>
                <a:lnTo>
                  <a:pt x="12779" y="9191"/>
                </a:lnTo>
                <a:lnTo>
                  <a:pt x="12960" y="11195"/>
                </a:lnTo>
                <a:lnTo>
                  <a:pt x="14122" y="12529"/>
                </a:lnTo>
                <a:lnTo>
                  <a:pt x="15306" y="13736"/>
                </a:lnTo>
                <a:lnTo>
                  <a:pt x="16515" y="14829"/>
                </a:lnTo>
                <a:lnTo>
                  <a:pt x="17749" y="15831"/>
                </a:lnTo>
                <a:lnTo>
                  <a:pt x="19008" y="16767"/>
                </a:lnTo>
                <a:lnTo>
                  <a:pt x="20291" y="17651"/>
                </a:lnTo>
                <a:lnTo>
                  <a:pt x="21600" y="18507"/>
                </a:lnTo>
                <a:lnTo>
                  <a:pt x="20066" y="19509"/>
                </a:lnTo>
                <a:lnTo>
                  <a:pt x="18613" y="20298"/>
                </a:lnTo>
                <a:lnTo>
                  <a:pt x="17213" y="20887"/>
                </a:lnTo>
                <a:lnTo>
                  <a:pt x="15850" y="21293"/>
                </a:lnTo>
                <a:lnTo>
                  <a:pt x="14498" y="21527"/>
                </a:lnTo>
                <a:lnTo>
                  <a:pt x="13137" y="21600"/>
                </a:lnTo>
                <a:lnTo>
                  <a:pt x="11744" y="21527"/>
                </a:lnTo>
                <a:lnTo>
                  <a:pt x="10299" y="21322"/>
                </a:lnTo>
                <a:lnTo>
                  <a:pt x="8776" y="20997"/>
                </a:lnTo>
                <a:lnTo>
                  <a:pt x="7154" y="20562"/>
                </a:lnTo>
                <a:lnTo>
                  <a:pt x="5808" y="20189"/>
                </a:lnTo>
                <a:lnTo>
                  <a:pt x="4454" y="19816"/>
                </a:lnTo>
                <a:lnTo>
                  <a:pt x="3078" y="19432"/>
                </a:lnTo>
                <a:lnTo>
                  <a:pt x="2627" y="19300"/>
                </a:lnTo>
                <a:lnTo>
                  <a:pt x="1830" y="19059"/>
                </a:lnTo>
                <a:lnTo>
                  <a:pt x="0" y="18507"/>
                </a:lnTo>
                <a:lnTo>
                  <a:pt x="503" y="16734"/>
                </a:lnTo>
                <a:lnTo>
                  <a:pt x="1009" y="14961"/>
                </a:lnTo>
                <a:lnTo>
                  <a:pt x="1516" y="13191"/>
                </a:lnTo>
                <a:lnTo>
                  <a:pt x="2026" y="11422"/>
                </a:lnTo>
                <a:lnTo>
                  <a:pt x="2590" y="9447"/>
                </a:lnTo>
                <a:lnTo>
                  <a:pt x="3162" y="7440"/>
                </a:lnTo>
                <a:lnTo>
                  <a:pt x="4041" y="4866"/>
                </a:lnTo>
                <a:lnTo>
                  <a:pt x="4845" y="2958"/>
                </a:lnTo>
                <a:lnTo>
                  <a:pt x="5705" y="1616"/>
                </a:lnTo>
                <a:lnTo>
                  <a:pt x="6744" y="742"/>
                </a:lnTo>
                <a:lnTo>
                  <a:pt x="8085" y="238"/>
                </a:lnTo>
                <a:lnTo>
                  <a:pt x="9854" y="0"/>
                </a:lnTo>
                <a:close/>
              </a:path>
            </a:pathLst>
          </a:custGeom>
          <a:solidFill>
            <a:srgbClr val="7D7D7E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5" name="contour_08273"/>
          <p:cNvSpPr/>
          <p:nvPr/>
        </p:nvSpPr>
        <p:spPr>
          <a:xfrm>
            <a:off x="7779374" y="1953182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0" y="1527"/>
                </a:lnTo>
                <a:lnTo>
                  <a:pt x="1339" y="3064"/>
                </a:lnTo>
                <a:lnTo>
                  <a:pt x="2017" y="4607"/>
                </a:lnTo>
                <a:lnTo>
                  <a:pt x="2700" y="6171"/>
                </a:lnTo>
                <a:lnTo>
                  <a:pt x="3245" y="5946"/>
                </a:lnTo>
                <a:lnTo>
                  <a:pt x="4209" y="5545"/>
                </a:lnTo>
                <a:lnTo>
                  <a:pt x="6412" y="4629"/>
                </a:lnTo>
                <a:lnTo>
                  <a:pt x="8286" y="3977"/>
                </a:lnTo>
                <a:lnTo>
                  <a:pt x="9701" y="3542"/>
                </a:lnTo>
                <a:lnTo>
                  <a:pt x="10927" y="3277"/>
                </a:lnTo>
                <a:lnTo>
                  <a:pt x="12236" y="3144"/>
                </a:lnTo>
                <a:lnTo>
                  <a:pt x="13905" y="3092"/>
                </a:lnTo>
                <a:lnTo>
                  <a:pt x="16200" y="3086"/>
                </a:lnTo>
                <a:lnTo>
                  <a:pt x="17993" y="2169"/>
                </a:lnTo>
                <a:lnTo>
                  <a:pt x="19154" y="1543"/>
                </a:lnTo>
                <a:lnTo>
                  <a:pt x="20188" y="916"/>
                </a:lnTo>
                <a:lnTo>
                  <a:pt x="21600" y="0"/>
                </a:lnTo>
                <a:lnTo>
                  <a:pt x="21227" y="3789"/>
                </a:lnTo>
                <a:lnTo>
                  <a:pt x="20901" y="6856"/>
                </a:lnTo>
                <a:lnTo>
                  <a:pt x="20574" y="9319"/>
                </a:lnTo>
                <a:lnTo>
                  <a:pt x="20215" y="11297"/>
                </a:lnTo>
                <a:lnTo>
                  <a:pt x="19783" y="12901"/>
                </a:lnTo>
                <a:lnTo>
                  <a:pt x="19240" y="14256"/>
                </a:lnTo>
                <a:lnTo>
                  <a:pt x="18549" y="15475"/>
                </a:lnTo>
                <a:lnTo>
                  <a:pt x="17669" y="16672"/>
                </a:lnTo>
                <a:lnTo>
                  <a:pt x="16559" y="17968"/>
                </a:lnTo>
                <a:lnTo>
                  <a:pt x="15188" y="19477"/>
                </a:lnTo>
                <a:lnTo>
                  <a:pt x="13541" y="20264"/>
                </a:lnTo>
                <a:lnTo>
                  <a:pt x="12209" y="20825"/>
                </a:lnTo>
                <a:lnTo>
                  <a:pt x="10981" y="21205"/>
                </a:lnTo>
                <a:lnTo>
                  <a:pt x="9634" y="21433"/>
                </a:lnTo>
                <a:lnTo>
                  <a:pt x="7951" y="21551"/>
                </a:lnTo>
                <a:lnTo>
                  <a:pt x="5713" y="21594"/>
                </a:lnTo>
                <a:lnTo>
                  <a:pt x="2700" y="21600"/>
                </a:lnTo>
                <a:lnTo>
                  <a:pt x="2433" y="19462"/>
                </a:lnTo>
                <a:lnTo>
                  <a:pt x="2165" y="17320"/>
                </a:lnTo>
                <a:lnTo>
                  <a:pt x="1898" y="15179"/>
                </a:lnTo>
                <a:lnTo>
                  <a:pt x="1628" y="13034"/>
                </a:lnTo>
                <a:lnTo>
                  <a:pt x="1361" y="10880"/>
                </a:lnTo>
                <a:lnTo>
                  <a:pt x="1091" y="8723"/>
                </a:lnTo>
                <a:lnTo>
                  <a:pt x="821" y="6557"/>
                </a:lnTo>
                <a:lnTo>
                  <a:pt x="548" y="4382"/>
                </a:lnTo>
                <a:lnTo>
                  <a:pt x="275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E9496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6" name="contour_08274"/>
          <p:cNvSpPr/>
          <p:nvPr/>
        </p:nvSpPr>
        <p:spPr>
          <a:xfrm>
            <a:off x="5279593" y="1873014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4" y="2462"/>
                </a:lnTo>
                <a:lnTo>
                  <a:pt x="9974" y="4388"/>
                </a:lnTo>
                <a:lnTo>
                  <a:pt x="10829" y="5932"/>
                </a:lnTo>
                <a:lnTo>
                  <a:pt x="11400" y="7258"/>
                </a:lnTo>
                <a:lnTo>
                  <a:pt x="11748" y="8516"/>
                </a:lnTo>
                <a:lnTo>
                  <a:pt x="11926" y="9871"/>
                </a:lnTo>
                <a:lnTo>
                  <a:pt x="11990" y="11480"/>
                </a:lnTo>
                <a:lnTo>
                  <a:pt x="12000" y="13500"/>
                </a:lnTo>
                <a:lnTo>
                  <a:pt x="13577" y="14170"/>
                </a:lnTo>
                <a:lnTo>
                  <a:pt x="14822" y="14518"/>
                </a:lnTo>
                <a:lnTo>
                  <a:pt x="16800" y="14850"/>
                </a:lnTo>
                <a:lnTo>
                  <a:pt x="18778" y="15182"/>
                </a:lnTo>
                <a:lnTo>
                  <a:pt x="20023" y="15530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18178" y="21392"/>
                </a:lnTo>
                <a:lnTo>
                  <a:pt x="15307" y="21203"/>
                </a:lnTo>
                <a:lnTo>
                  <a:pt x="12926" y="21017"/>
                </a:lnTo>
                <a:lnTo>
                  <a:pt x="10963" y="20817"/>
                </a:lnTo>
                <a:lnTo>
                  <a:pt x="9353" y="20585"/>
                </a:lnTo>
                <a:lnTo>
                  <a:pt x="8030" y="20301"/>
                </a:lnTo>
                <a:lnTo>
                  <a:pt x="6926" y="19953"/>
                </a:lnTo>
                <a:lnTo>
                  <a:pt x="5976" y="19521"/>
                </a:lnTo>
                <a:lnTo>
                  <a:pt x="5110" y="18986"/>
                </a:lnTo>
                <a:lnTo>
                  <a:pt x="4265" y="18333"/>
                </a:lnTo>
                <a:lnTo>
                  <a:pt x="3370" y="17542"/>
                </a:lnTo>
                <a:lnTo>
                  <a:pt x="2362" y="16600"/>
                </a:lnTo>
                <a:lnTo>
                  <a:pt x="1495" y="14885"/>
                </a:lnTo>
                <a:lnTo>
                  <a:pt x="833" y="13316"/>
                </a:lnTo>
                <a:lnTo>
                  <a:pt x="367" y="11753"/>
                </a:lnTo>
                <a:lnTo>
                  <a:pt x="91" y="10060"/>
                </a:lnTo>
                <a:lnTo>
                  <a:pt x="0" y="8100"/>
                </a:lnTo>
                <a:lnTo>
                  <a:pt x="982" y="6448"/>
                </a:lnTo>
                <a:lnTo>
                  <a:pt x="2050" y="4968"/>
                </a:lnTo>
                <a:lnTo>
                  <a:pt x="3202" y="3621"/>
                </a:lnTo>
                <a:lnTo>
                  <a:pt x="4442" y="2368"/>
                </a:lnTo>
                <a:lnTo>
                  <a:pt x="5774" y="1175"/>
                </a:lnTo>
                <a:lnTo>
                  <a:pt x="7200" y="0"/>
                </a:lnTo>
                <a:close/>
              </a:path>
            </a:pathLst>
          </a:custGeom>
          <a:solidFill>
            <a:srgbClr val="9FB2C3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7" name="contour_08275"/>
          <p:cNvSpPr/>
          <p:nvPr/>
        </p:nvSpPr>
        <p:spPr>
          <a:xfrm>
            <a:off x="2058300" y="1873014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0820" y="1160"/>
                </a:lnTo>
                <a:lnTo>
                  <a:pt x="20034" y="2326"/>
                </a:lnTo>
                <a:lnTo>
                  <a:pt x="19238" y="3510"/>
                </a:lnTo>
                <a:lnTo>
                  <a:pt x="18417" y="4854"/>
                </a:lnTo>
                <a:lnTo>
                  <a:pt x="17639" y="6208"/>
                </a:lnTo>
                <a:lnTo>
                  <a:pt x="16899" y="7571"/>
                </a:lnTo>
                <a:lnTo>
                  <a:pt x="16195" y="8945"/>
                </a:lnTo>
                <a:lnTo>
                  <a:pt x="15520" y="10325"/>
                </a:lnTo>
                <a:lnTo>
                  <a:pt x="14872" y="11714"/>
                </a:lnTo>
                <a:lnTo>
                  <a:pt x="14248" y="13111"/>
                </a:lnTo>
                <a:lnTo>
                  <a:pt x="13646" y="14513"/>
                </a:lnTo>
                <a:lnTo>
                  <a:pt x="13057" y="15921"/>
                </a:lnTo>
                <a:lnTo>
                  <a:pt x="12482" y="17336"/>
                </a:lnTo>
                <a:lnTo>
                  <a:pt x="11918" y="18753"/>
                </a:lnTo>
                <a:lnTo>
                  <a:pt x="11359" y="20174"/>
                </a:lnTo>
                <a:lnTo>
                  <a:pt x="10800" y="21600"/>
                </a:lnTo>
                <a:lnTo>
                  <a:pt x="9018" y="21244"/>
                </a:lnTo>
                <a:lnTo>
                  <a:pt x="7233" y="20887"/>
                </a:lnTo>
                <a:lnTo>
                  <a:pt x="5440" y="20529"/>
                </a:lnTo>
                <a:lnTo>
                  <a:pt x="3640" y="20168"/>
                </a:lnTo>
                <a:lnTo>
                  <a:pt x="1828" y="19805"/>
                </a:lnTo>
                <a:lnTo>
                  <a:pt x="0" y="19440"/>
                </a:lnTo>
                <a:lnTo>
                  <a:pt x="194" y="18053"/>
                </a:lnTo>
                <a:lnTo>
                  <a:pt x="410" y="16680"/>
                </a:lnTo>
                <a:lnTo>
                  <a:pt x="659" y="15319"/>
                </a:lnTo>
                <a:lnTo>
                  <a:pt x="948" y="13971"/>
                </a:lnTo>
                <a:lnTo>
                  <a:pt x="1288" y="12630"/>
                </a:lnTo>
                <a:lnTo>
                  <a:pt x="1688" y="11297"/>
                </a:lnTo>
                <a:lnTo>
                  <a:pt x="2155" y="9966"/>
                </a:lnTo>
                <a:lnTo>
                  <a:pt x="2700" y="8640"/>
                </a:lnTo>
                <a:lnTo>
                  <a:pt x="4628" y="7975"/>
                </a:lnTo>
                <a:lnTo>
                  <a:pt x="6013" y="7530"/>
                </a:lnTo>
                <a:lnTo>
                  <a:pt x="7244" y="7201"/>
                </a:lnTo>
                <a:lnTo>
                  <a:pt x="8710" y="6886"/>
                </a:lnTo>
                <a:lnTo>
                  <a:pt x="10800" y="6480"/>
                </a:lnTo>
                <a:lnTo>
                  <a:pt x="11710" y="5406"/>
                </a:lnTo>
                <a:lnTo>
                  <a:pt x="12617" y="4329"/>
                </a:lnTo>
                <a:lnTo>
                  <a:pt x="13519" y="3251"/>
                </a:lnTo>
                <a:lnTo>
                  <a:pt x="14418" y="2169"/>
                </a:lnTo>
                <a:lnTo>
                  <a:pt x="15312" y="1086"/>
                </a:lnTo>
                <a:lnTo>
                  <a:pt x="16200" y="0"/>
                </a:lnTo>
                <a:close/>
              </a:path>
            </a:pathLst>
          </a:custGeom>
          <a:solidFill>
            <a:srgbClr val="949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8" name="contour_08276"/>
          <p:cNvSpPr/>
          <p:nvPr/>
        </p:nvSpPr>
        <p:spPr>
          <a:xfrm>
            <a:off x="4550793" y="1865726"/>
            <a:ext cx="109320" cy="293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86" y="386"/>
                </a:lnTo>
                <a:lnTo>
                  <a:pt x="1974" y="772"/>
                </a:lnTo>
                <a:lnTo>
                  <a:pt x="2959" y="1163"/>
                </a:lnTo>
                <a:lnTo>
                  <a:pt x="3946" y="1565"/>
                </a:lnTo>
                <a:lnTo>
                  <a:pt x="4929" y="1967"/>
                </a:lnTo>
                <a:lnTo>
                  <a:pt x="5914" y="2379"/>
                </a:lnTo>
                <a:lnTo>
                  <a:pt x="6898" y="2797"/>
                </a:lnTo>
                <a:lnTo>
                  <a:pt x="7881" y="3220"/>
                </a:lnTo>
                <a:lnTo>
                  <a:pt x="8865" y="3660"/>
                </a:lnTo>
                <a:lnTo>
                  <a:pt x="9847" y="4110"/>
                </a:lnTo>
                <a:lnTo>
                  <a:pt x="10829" y="4571"/>
                </a:lnTo>
                <a:lnTo>
                  <a:pt x="11809" y="5042"/>
                </a:lnTo>
                <a:lnTo>
                  <a:pt x="12792" y="5535"/>
                </a:lnTo>
                <a:lnTo>
                  <a:pt x="13772" y="6034"/>
                </a:lnTo>
                <a:lnTo>
                  <a:pt x="14751" y="6553"/>
                </a:lnTo>
                <a:lnTo>
                  <a:pt x="15731" y="7089"/>
                </a:lnTo>
                <a:lnTo>
                  <a:pt x="16710" y="7647"/>
                </a:lnTo>
                <a:lnTo>
                  <a:pt x="17689" y="8215"/>
                </a:lnTo>
                <a:lnTo>
                  <a:pt x="18668" y="8809"/>
                </a:lnTo>
                <a:lnTo>
                  <a:pt x="19646" y="9426"/>
                </a:lnTo>
                <a:lnTo>
                  <a:pt x="20622" y="10058"/>
                </a:lnTo>
                <a:lnTo>
                  <a:pt x="21600" y="10717"/>
                </a:lnTo>
                <a:lnTo>
                  <a:pt x="20693" y="13477"/>
                </a:lnTo>
                <a:lnTo>
                  <a:pt x="19843" y="15840"/>
                </a:lnTo>
                <a:lnTo>
                  <a:pt x="19021" y="17812"/>
                </a:lnTo>
                <a:lnTo>
                  <a:pt x="18193" y="19376"/>
                </a:lnTo>
                <a:lnTo>
                  <a:pt x="17328" y="20534"/>
                </a:lnTo>
                <a:lnTo>
                  <a:pt x="16390" y="21278"/>
                </a:lnTo>
                <a:lnTo>
                  <a:pt x="15350" y="21600"/>
                </a:lnTo>
                <a:lnTo>
                  <a:pt x="14175" y="21498"/>
                </a:lnTo>
                <a:lnTo>
                  <a:pt x="13330" y="21102"/>
                </a:lnTo>
                <a:lnTo>
                  <a:pt x="12486" y="20678"/>
                </a:lnTo>
                <a:lnTo>
                  <a:pt x="11642" y="20228"/>
                </a:lnTo>
                <a:lnTo>
                  <a:pt x="10800" y="19762"/>
                </a:lnTo>
                <a:lnTo>
                  <a:pt x="9955" y="19371"/>
                </a:lnTo>
                <a:lnTo>
                  <a:pt x="9095" y="18974"/>
                </a:lnTo>
                <a:lnTo>
                  <a:pt x="8158" y="18503"/>
                </a:lnTo>
                <a:lnTo>
                  <a:pt x="7223" y="18010"/>
                </a:lnTo>
                <a:lnTo>
                  <a:pt x="6293" y="17474"/>
                </a:lnTo>
                <a:lnTo>
                  <a:pt x="5368" y="16868"/>
                </a:lnTo>
                <a:lnTo>
                  <a:pt x="4450" y="16177"/>
                </a:lnTo>
                <a:lnTo>
                  <a:pt x="3540" y="15379"/>
                </a:lnTo>
                <a:lnTo>
                  <a:pt x="2638" y="14457"/>
                </a:lnTo>
                <a:lnTo>
                  <a:pt x="1747" y="13385"/>
                </a:lnTo>
                <a:lnTo>
                  <a:pt x="867" y="12148"/>
                </a:lnTo>
                <a:lnTo>
                  <a:pt x="0" y="10717"/>
                </a:lnTo>
                <a:lnTo>
                  <a:pt x="0" y="7175"/>
                </a:lnTo>
                <a:lnTo>
                  <a:pt x="0" y="3612"/>
                </a:lnTo>
                <a:lnTo>
                  <a:pt x="0" y="0"/>
                </a:lnTo>
                <a:close/>
              </a:path>
            </a:pathLst>
          </a:custGeom>
          <a:solidFill>
            <a:srgbClr val="72C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279" name="contour_08277"/>
          <p:cNvSpPr/>
          <p:nvPr/>
        </p:nvSpPr>
        <p:spPr>
          <a:xfrm>
            <a:off x="10913210" y="1826436"/>
            <a:ext cx="116608" cy="39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75" y="5573"/>
                </a:moveTo>
                <a:lnTo>
                  <a:pt x="20245" y="6895"/>
                </a:lnTo>
                <a:lnTo>
                  <a:pt x="20917" y="8230"/>
                </a:lnTo>
                <a:lnTo>
                  <a:pt x="21600" y="9580"/>
                </a:lnTo>
                <a:lnTo>
                  <a:pt x="20561" y="10237"/>
                </a:lnTo>
                <a:lnTo>
                  <a:pt x="19552" y="10838"/>
                </a:lnTo>
                <a:lnTo>
                  <a:pt x="18571" y="11375"/>
                </a:lnTo>
                <a:lnTo>
                  <a:pt x="17611" y="11832"/>
                </a:lnTo>
                <a:lnTo>
                  <a:pt x="16666" y="12200"/>
                </a:lnTo>
                <a:lnTo>
                  <a:pt x="15734" y="12469"/>
                </a:lnTo>
                <a:lnTo>
                  <a:pt x="14808" y="12625"/>
                </a:lnTo>
                <a:lnTo>
                  <a:pt x="13883" y="12657"/>
                </a:lnTo>
                <a:lnTo>
                  <a:pt x="12956" y="12549"/>
                </a:lnTo>
                <a:lnTo>
                  <a:pt x="12020" y="12296"/>
                </a:lnTo>
                <a:lnTo>
                  <a:pt x="11073" y="11888"/>
                </a:lnTo>
                <a:lnTo>
                  <a:pt x="10106" y="11303"/>
                </a:lnTo>
                <a:lnTo>
                  <a:pt x="9117" y="10538"/>
                </a:lnTo>
                <a:lnTo>
                  <a:pt x="8100" y="9580"/>
                </a:lnTo>
                <a:lnTo>
                  <a:pt x="8100" y="12228"/>
                </a:lnTo>
                <a:lnTo>
                  <a:pt x="8100" y="14893"/>
                </a:lnTo>
                <a:lnTo>
                  <a:pt x="8100" y="17593"/>
                </a:lnTo>
                <a:lnTo>
                  <a:pt x="7217" y="18567"/>
                </a:lnTo>
                <a:lnTo>
                  <a:pt x="6570" y="19152"/>
                </a:lnTo>
                <a:lnTo>
                  <a:pt x="5845" y="19585"/>
                </a:lnTo>
                <a:lnTo>
                  <a:pt x="4725" y="20097"/>
                </a:lnTo>
                <a:lnTo>
                  <a:pt x="3783" y="20550"/>
                </a:lnTo>
                <a:lnTo>
                  <a:pt x="2827" y="21007"/>
                </a:lnTo>
                <a:lnTo>
                  <a:pt x="2094" y="21304"/>
                </a:lnTo>
                <a:lnTo>
                  <a:pt x="1350" y="21600"/>
                </a:lnTo>
                <a:lnTo>
                  <a:pt x="1083" y="19220"/>
                </a:lnTo>
                <a:lnTo>
                  <a:pt x="814" y="16832"/>
                </a:lnTo>
                <a:lnTo>
                  <a:pt x="545" y="14436"/>
                </a:lnTo>
                <a:lnTo>
                  <a:pt x="274" y="12020"/>
                </a:lnTo>
                <a:lnTo>
                  <a:pt x="0" y="9580"/>
                </a:lnTo>
                <a:lnTo>
                  <a:pt x="801" y="8089"/>
                </a:lnTo>
                <a:lnTo>
                  <a:pt x="1632" y="6723"/>
                </a:lnTo>
                <a:lnTo>
                  <a:pt x="2495" y="5477"/>
                </a:lnTo>
                <a:lnTo>
                  <a:pt x="3383" y="4355"/>
                </a:lnTo>
                <a:lnTo>
                  <a:pt x="4294" y="3358"/>
                </a:lnTo>
                <a:lnTo>
                  <a:pt x="5227" y="2488"/>
                </a:lnTo>
                <a:lnTo>
                  <a:pt x="6176" y="1743"/>
                </a:lnTo>
                <a:lnTo>
                  <a:pt x="7140" y="1130"/>
                </a:lnTo>
                <a:lnTo>
                  <a:pt x="8115" y="649"/>
                </a:lnTo>
                <a:lnTo>
                  <a:pt x="9099" y="296"/>
                </a:lnTo>
                <a:lnTo>
                  <a:pt x="10087" y="80"/>
                </a:lnTo>
                <a:lnTo>
                  <a:pt x="11077" y="0"/>
                </a:lnTo>
                <a:lnTo>
                  <a:pt x="12066" y="52"/>
                </a:lnTo>
                <a:lnTo>
                  <a:pt x="13050" y="244"/>
                </a:lnTo>
                <a:lnTo>
                  <a:pt x="14029" y="577"/>
                </a:lnTo>
                <a:lnTo>
                  <a:pt x="14997" y="1050"/>
                </a:lnTo>
                <a:lnTo>
                  <a:pt x="15952" y="1667"/>
                </a:lnTo>
                <a:lnTo>
                  <a:pt x="16888" y="2424"/>
                </a:lnTo>
                <a:lnTo>
                  <a:pt x="17808" y="3326"/>
                </a:lnTo>
                <a:lnTo>
                  <a:pt x="18704" y="4375"/>
                </a:lnTo>
                <a:lnTo>
                  <a:pt x="19575" y="5573"/>
                </a:lnTo>
                <a:close/>
              </a:path>
            </a:pathLst>
          </a:custGeom>
          <a:solidFill>
            <a:srgbClr val="747578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0" name="contour_08278"/>
          <p:cNvSpPr/>
          <p:nvPr/>
        </p:nvSpPr>
        <p:spPr>
          <a:xfrm>
            <a:off x="8515155" y="1807422"/>
            <a:ext cx="4439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31" y="0"/>
                </a:moveTo>
                <a:lnTo>
                  <a:pt x="16094" y="1447"/>
                </a:lnTo>
                <a:lnTo>
                  <a:pt x="17611" y="2799"/>
                </a:lnTo>
                <a:lnTo>
                  <a:pt x="18880" y="4100"/>
                </a:lnTo>
                <a:lnTo>
                  <a:pt x="19909" y="5383"/>
                </a:lnTo>
                <a:lnTo>
                  <a:pt x="20696" y="6692"/>
                </a:lnTo>
                <a:lnTo>
                  <a:pt x="21238" y="8063"/>
                </a:lnTo>
                <a:lnTo>
                  <a:pt x="21540" y="9539"/>
                </a:lnTo>
                <a:lnTo>
                  <a:pt x="21600" y="11159"/>
                </a:lnTo>
                <a:lnTo>
                  <a:pt x="21423" y="12960"/>
                </a:lnTo>
                <a:lnTo>
                  <a:pt x="19079" y="12960"/>
                </a:lnTo>
                <a:lnTo>
                  <a:pt x="16721" y="12960"/>
                </a:lnTo>
                <a:lnTo>
                  <a:pt x="14331" y="12960"/>
                </a:lnTo>
                <a:lnTo>
                  <a:pt x="14916" y="14386"/>
                </a:lnTo>
                <a:lnTo>
                  <a:pt x="15502" y="15813"/>
                </a:lnTo>
                <a:lnTo>
                  <a:pt x="16090" y="17248"/>
                </a:lnTo>
                <a:lnTo>
                  <a:pt x="16682" y="18688"/>
                </a:lnTo>
                <a:lnTo>
                  <a:pt x="17278" y="20138"/>
                </a:lnTo>
                <a:lnTo>
                  <a:pt x="17877" y="21600"/>
                </a:lnTo>
                <a:lnTo>
                  <a:pt x="13803" y="21511"/>
                </a:lnTo>
                <a:lnTo>
                  <a:pt x="10942" y="21395"/>
                </a:lnTo>
                <a:lnTo>
                  <a:pt x="8892" y="21190"/>
                </a:lnTo>
                <a:lnTo>
                  <a:pt x="7265" y="20835"/>
                </a:lnTo>
                <a:lnTo>
                  <a:pt x="5662" y="20272"/>
                </a:lnTo>
                <a:lnTo>
                  <a:pt x="3695" y="19440"/>
                </a:lnTo>
                <a:lnTo>
                  <a:pt x="2883" y="17952"/>
                </a:lnTo>
                <a:lnTo>
                  <a:pt x="2166" y="16466"/>
                </a:lnTo>
                <a:lnTo>
                  <a:pt x="1546" y="14980"/>
                </a:lnTo>
                <a:lnTo>
                  <a:pt x="1028" y="13487"/>
                </a:lnTo>
                <a:lnTo>
                  <a:pt x="610" y="11990"/>
                </a:lnTo>
                <a:lnTo>
                  <a:pt x="298" y="10482"/>
                </a:lnTo>
                <a:lnTo>
                  <a:pt x="96" y="8964"/>
                </a:lnTo>
                <a:lnTo>
                  <a:pt x="0" y="7433"/>
                </a:lnTo>
                <a:lnTo>
                  <a:pt x="18" y="5886"/>
                </a:lnTo>
                <a:lnTo>
                  <a:pt x="149" y="4320"/>
                </a:lnTo>
                <a:lnTo>
                  <a:pt x="2237" y="3413"/>
                </a:lnTo>
                <a:lnTo>
                  <a:pt x="3673" y="2886"/>
                </a:lnTo>
                <a:lnTo>
                  <a:pt x="5120" y="2536"/>
                </a:lnTo>
                <a:lnTo>
                  <a:pt x="7240" y="2160"/>
                </a:lnTo>
                <a:lnTo>
                  <a:pt x="7942" y="3443"/>
                </a:lnTo>
                <a:lnTo>
                  <a:pt x="8648" y="4730"/>
                </a:lnTo>
                <a:lnTo>
                  <a:pt x="9353" y="6022"/>
                </a:lnTo>
                <a:lnTo>
                  <a:pt x="10066" y="7325"/>
                </a:lnTo>
                <a:lnTo>
                  <a:pt x="10786" y="8640"/>
                </a:lnTo>
                <a:lnTo>
                  <a:pt x="11371" y="7214"/>
                </a:lnTo>
                <a:lnTo>
                  <a:pt x="11956" y="5787"/>
                </a:lnTo>
                <a:lnTo>
                  <a:pt x="12544" y="4352"/>
                </a:lnTo>
                <a:lnTo>
                  <a:pt x="13137" y="2912"/>
                </a:lnTo>
                <a:lnTo>
                  <a:pt x="13732" y="1462"/>
                </a:lnTo>
                <a:lnTo>
                  <a:pt x="14331" y="0"/>
                </a:lnTo>
                <a:close/>
              </a:path>
            </a:pathLst>
          </a:custGeom>
          <a:solidFill>
            <a:srgbClr val="9CA1A0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1" name="contour_08279"/>
          <p:cNvSpPr/>
          <p:nvPr/>
        </p:nvSpPr>
        <p:spPr>
          <a:xfrm>
            <a:off x="7078641" y="1829286"/>
            <a:ext cx="4481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3" y="0"/>
                </a:moveTo>
                <a:lnTo>
                  <a:pt x="2842" y="0"/>
                </a:lnTo>
                <a:lnTo>
                  <a:pt x="5164" y="0"/>
                </a:lnTo>
                <a:lnTo>
                  <a:pt x="7486" y="0"/>
                </a:lnTo>
                <a:lnTo>
                  <a:pt x="9815" y="0"/>
                </a:lnTo>
                <a:lnTo>
                  <a:pt x="12151" y="0"/>
                </a:lnTo>
                <a:lnTo>
                  <a:pt x="14497" y="0"/>
                </a:lnTo>
                <a:lnTo>
                  <a:pt x="16851" y="0"/>
                </a:lnTo>
                <a:lnTo>
                  <a:pt x="19218" y="0"/>
                </a:lnTo>
                <a:lnTo>
                  <a:pt x="21600" y="0"/>
                </a:lnTo>
                <a:lnTo>
                  <a:pt x="20947" y="1913"/>
                </a:lnTo>
                <a:lnTo>
                  <a:pt x="20290" y="3836"/>
                </a:lnTo>
                <a:lnTo>
                  <a:pt x="19626" y="5786"/>
                </a:lnTo>
                <a:lnTo>
                  <a:pt x="18783" y="8757"/>
                </a:lnTo>
                <a:lnTo>
                  <a:pt x="18365" y="10788"/>
                </a:lnTo>
                <a:lnTo>
                  <a:pt x="18365" y="12371"/>
                </a:lnTo>
                <a:lnTo>
                  <a:pt x="18783" y="14006"/>
                </a:lnTo>
                <a:lnTo>
                  <a:pt x="19626" y="16200"/>
                </a:lnTo>
                <a:lnTo>
                  <a:pt x="20606" y="17348"/>
                </a:lnTo>
                <a:lnTo>
                  <a:pt x="21600" y="18514"/>
                </a:lnTo>
                <a:lnTo>
                  <a:pt x="19303" y="19557"/>
                </a:lnTo>
                <a:lnTo>
                  <a:pt x="17606" y="20239"/>
                </a:lnTo>
                <a:lnTo>
                  <a:pt x="16004" y="20708"/>
                </a:lnTo>
                <a:lnTo>
                  <a:pt x="13991" y="21112"/>
                </a:lnTo>
                <a:lnTo>
                  <a:pt x="11062" y="21600"/>
                </a:lnTo>
                <a:lnTo>
                  <a:pt x="8796" y="20418"/>
                </a:lnTo>
                <a:lnTo>
                  <a:pt x="6794" y="19116"/>
                </a:lnTo>
                <a:lnTo>
                  <a:pt x="5009" y="17675"/>
                </a:lnTo>
                <a:lnTo>
                  <a:pt x="3397" y="16080"/>
                </a:lnTo>
                <a:lnTo>
                  <a:pt x="1918" y="14305"/>
                </a:lnTo>
                <a:lnTo>
                  <a:pt x="523" y="12343"/>
                </a:lnTo>
                <a:lnTo>
                  <a:pt x="186" y="10208"/>
                </a:lnTo>
                <a:lnTo>
                  <a:pt x="21" y="8183"/>
                </a:lnTo>
                <a:lnTo>
                  <a:pt x="0" y="6212"/>
                </a:lnTo>
                <a:lnTo>
                  <a:pt x="95" y="4231"/>
                </a:lnTo>
                <a:lnTo>
                  <a:pt x="278" y="2179"/>
                </a:lnTo>
                <a:lnTo>
                  <a:pt x="523" y="0"/>
                </a:lnTo>
                <a:close/>
              </a:path>
            </a:pathLst>
          </a:custGeom>
          <a:solidFill>
            <a:srgbClr val="DDE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2" name="contour_08280"/>
          <p:cNvSpPr/>
          <p:nvPr/>
        </p:nvSpPr>
        <p:spPr>
          <a:xfrm>
            <a:off x="8384219" y="1799974"/>
            <a:ext cx="36498" cy="58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9"/>
                </a:moveTo>
                <a:lnTo>
                  <a:pt x="21600" y="1836"/>
                </a:lnTo>
                <a:lnTo>
                  <a:pt x="21600" y="3613"/>
                </a:lnTo>
                <a:lnTo>
                  <a:pt x="21600" y="5393"/>
                </a:lnTo>
                <a:lnTo>
                  <a:pt x="21600" y="7176"/>
                </a:lnTo>
                <a:lnTo>
                  <a:pt x="21600" y="8961"/>
                </a:lnTo>
                <a:lnTo>
                  <a:pt x="21600" y="10749"/>
                </a:lnTo>
                <a:lnTo>
                  <a:pt x="21600" y="12542"/>
                </a:lnTo>
                <a:lnTo>
                  <a:pt x="21600" y="14341"/>
                </a:lnTo>
                <a:lnTo>
                  <a:pt x="21600" y="16145"/>
                </a:lnTo>
                <a:lnTo>
                  <a:pt x="21600" y="17954"/>
                </a:lnTo>
                <a:lnTo>
                  <a:pt x="21600" y="19774"/>
                </a:lnTo>
                <a:lnTo>
                  <a:pt x="21600" y="21600"/>
                </a:lnTo>
                <a:lnTo>
                  <a:pt x="16674" y="21296"/>
                </a:lnTo>
                <a:lnTo>
                  <a:pt x="13211" y="21032"/>
                </a:lnTo>
                <a:lnTo>
                  <a:pt x="10722" y="20736"/>
                </a:lnTo>
                <a:lnTo>
                  <a:pt x="8734" y="20334"/>
                </a:lnTo>
                <a:lnTo>
                  <a:pt x="6772" y="19750"/>
                </a:lnTo>
                <a:lnTo>
                  <a:pt x="4348" y="18907"/>
                </a:lnTo>
                <a:lnTo>
                  <a:pt x="3127" y="17262"/>
                </a:lnTo>
                <a:lnTo>
                  <a:pt x="2135" y="15631"/>
                </a:lnTo>
                <a:lnTo>
                  <a:pt x="1350" y="14004"/>
                </a:lnTo>
                <a:lnTo>
                  <a:pt x="759" y="12367"/>
                </a:lnTo>
                <a:lnTo>
                  <a:pt x="345" y="10706"/>
                </a:lnTo>
                <a:lnTo>
                  <a:pt x="99" y="9007"/>
                </a:lnTo>
                <a:lnTo>
                  <a:pt x="0" y="7257"/>
                </a:lnTo>
                <a:lnTo>
                  <a:pt x="35" y="5444"/>
                </a:lnTo>
                <a:lnTo>
                  <a:pt x="2139" y="3374"/>
                </a:lnTo>
                <a:lnTo>
                  <a:pt x="4145" y="1898"/>
                </a:lnTo>
                <a:lnTo>
                  <a:pt x="6181" y="924"/>
                </a:lnTo>
                <a:lnTo>
                  <a:pt x="8389" y="347"/>
                </a:lnTo>
                <a:lnTo>
                  <a:pt x="10899" y="73"/>
                </a:lnTo>
                <a:lnTo>
                  <a:pt x="13849" y="0"/>
                </a:lnTo>
                <a:lnTo>
                  <a:pt x="17369" y="27"/>
                </a:lnTo>
                <a:lnTo>
                  <a:pt x="21600" y="59"/>
                </a:lnTo>
                <a:close/>
              </a:path>
            </a:pathLst>
          </a:custGeom>
          <a:solidFill>
            <a:srgbClr val="EF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3" name="contour_08281"/>
          <p:cNvSpPr/>
          <p:nvPr/>
        </p:nvSpPr>
        <p:spPr>
          <a:xfrm>
            <a:off x="11102698" y="1800134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19960" y="2851"/>
                </a:lnTo>
                <a:lnTo>
                  <a:pt x="20284" y="5707"/>
                </a:lnTo>
                <a:lnTo>
                  <a:pt x="20610" y="8575"/>
                </a:lnTo>
                <a:lnTo>
                  <a:pt x="20938" y="11457"/>
                </a:lnTo>
                <a:lnTo>
                  <a:pt x="21268" y="14355"/>
                </a:lnTo>
                <a:lnTo>
                  <a:pt x="21600" y="17280"/>
                </a:lnTo>
                <a:lnTo>
                  <a:pt x="20304" y="17993"/>
                </a:lnTo>
                <a:lnTo>
                  <a:pt x="19006" y="18706"/>
                </a:lnTo>
                <a:lnTo>
                  <a:pt x="17702" y="19423"/>
                </a:lnTo>
                <a:lnTo>
                  <a:pt x="16392" y="20144"/>
                </a:lnTo>
                <a:lnTo>
                  <a:pt x="15075" y="20870"/>
                </a:lnTo>
                <a:lnTo>
                  <a:pt x="13745" y="21600"/>
                </a:lnTo>
                <a:lnTo>
                  <a:pt x="13745" y="18744"/>
                </a:lnTo>
                <a:lnTo>
                  <a:pt x="13745" y="15872"/>
                </a:lnTo>
                <a:lnTo>
                  <a:pt x="13745" y="12960"/>
                </a:lnTo>
                <a:lnTo>
                  <a:pt x="12579" y="12960"/>
                </a:lnTo>
                <a:lnTo>
                  <a:pt x="11409" y="12960"/>
                </a:lnTo>
                <a:lnTo>
                  <a:pt x="10234" y="12960"/>
                </a:lnTo>
                <a:lnTo>
                  <a:pt x="9050" y="12960"/>
                </a:lnTo>
                <a:lnTo>
                  <a:pt x="7855" y="12960"/>
                </a:lnTo>
                <a:lnTo>
                  <a:pt x="7855" y="15816"/>
                </a:lnTo>
                <a:lnTo>
                  <a:pt x="7855" y="18688"/>
                </a:lnTo>
                <a:lnTo>
                  <a:pt x="7855" y="21600"/>
                </a:lnTo>
                <a:lnTo>
                  <a:pt x="6543" y="21090"/>
                </a:lnTo>
                <a:lnTo>
                  <a:pt x="5233" y="20550"/>
                </a:lnTo>
                <a:lnTo>
                  <a:pt x="3927" y="19980"/>
                </a:lnTo>
                <a:lnTo>
                  <a:pt x="2832" y="19526"/>
                </a:lnTo>
                <a:lnTo>
                  <a:pt x="1718" y="19068"/>
                </a:lnTo>
                <a:lnTo>
                  <a:pt x="864" y="18183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1082" y="7599"/>
                </a:lnTo>
                <a:lnTo>
                  <a:pt x="1889" y="6968"/>
                </a:lnTo>
                <a:lnTo>
                  <a:pt x="2826" y="6489"/>
                </a:lnTo>
                <a:lnTo>
                  <a:pt x="4296" y="5905"/>
                </a:lnTo>
                <a:lnTo>
                  <a:pt x="4964" y="5633"/>
                </a:lnTo>
                <a:lnTo>
                  <a:pt x="6981" y="4808"/>
                </a:lnTo>
                <a:lnTo>
                  <a:pt x="7397" y="4657"/>
                </a:lnTo>
                <a:lnTo>
                  <a:pt x="8133" y="4389"/>
                </a:lnTo>
                <a:lnTo>
                  <a:pt x="9818" y="3780"/>
                </a:lnTo>
                <a:lnTo>
                  <a:pt x="10757" y="3408"/>
                </a:lnTo>
                <a:lnTo>
                  <a:pt x="11699" y="3028"/>
                </a:lnTo>
                <a:lnTo>
                  <a:pt x="12656" y="2648"/>
                </a:lnTo>
                <a:lnTo>
                  <a:pt x="13818" y="2190"/>
                </a:lnTo>
                <a:lnTo>
                  <a:pt x="14981" y="1741"/>
                </a:lnTo>
                <a:lnTo>
                  <a:pt x="16143" y="1296"/>
                </a:lnTo>
                <a:lnTo>
                  <a:pt x="17307" y="860"/>
                </a:lnTo>
                <a:lnTo>
                  <a:pt x="18472" y="428"/>
                </a:lnTo>
                <a:lnTo>
                  <a:pt x="19636" y="0"/>
                </a:lnTo>
                <a:close/>
              </a:path>
            </a:pathLst>
          </a:custGeom>
          <a:solidFill>
            <a:srgbClr val="64625E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4" name="contour_08282"/>
          <p:cNvSpPr/>
          <p:nvPr/>
        </p:nvSpPr>
        <p:spPr>
          <a:xfrm>
            <a:off x="4090812" y="1690814"/>
            <a:ext cx="51854" cy="1315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9" y="0"/>
                </a:moveTo>
                <a:lnTo>
                  <a:pt x="1855" y="0"/>
                </a:lnTo>
                <a:lnTo>
                  <a:pt x="3385" y="0"/>
                </a:lnTo>
                <a:lnTo>
                  <a:pt x="3385" y="829"/>
                </a:lnTo>
                <a:lnTo>
                  <a:pt x="3385" y="1659"/>
                </a:lnTo>
                <a:lnTo>
                  <a:pt x="3385" y="2488"/>
                </a:lnTo>
                <a:lnTo>
                  <a:pt x="3385" y="3319"/>
                </a:lnTo>
                <a:lnTo>
                  <a:pt x="3385" y="4150"/>
                </a:lnTo>
                <a:lnTo>
                  <a:pt x="3385" y="4981"/>
                </a:lnTo>
                <a:lnTo>
                  <a:pt x="3385" y="5813"/>
                </a:lnTo>
                <a:lnTo>
                  <a:pt x="3385" y="6646"/>
                </a:lnTo>
                <a:lnTo>
                  <a:pt x="3385" y="7480"/>
                </a:lnTo>
                <a:lnTo>
                  <a:pt x="3385" y="8315"/>
                </a:lnTo>
                <a:lnTo>
                  <a:pt x="3385" y="9151"/>
                </a:lnTo>
                <a:lnTo>
                  <a:pt x="3385" y="9989"/>
                </a:lnTo>
                <a:lnTo>
                  <a:pt x="3385" y="10828"/>
                </a:lnTo>
                <a:lnTo>
                  <a:pt x="3385" y="11670"/>
                </a:lnTo>
                <a:lnTo>
                  <a:pt x="3385" y="12512"/>
                </a:lnTo>
                <a:lnTo>
                  <a:pt x="3385" y="13357"/>
                </a:lnTo>
                <a:lnTo>
                  <a:pt x="3385" y="14203"/>
                </a:lnTo>
                <a:lnTo>
                  <a:pt x="3385" y="15052"/>
                </a:lnTo>
                <a:lnTo>
                  <a:pt x="3385" y="15903"/>
                </a:lnTo>
                <a:lnTo>
                  <a:pt x="3385" y="16756"/>
                </a:lnTo>
                <a:lnTo>
                  <a:pt x="5389" y="16756"/>
                </a:lnTo>
                <a:lnTo>
                  <a:pt x="7395" y="16756"/>
                </a:lnTo>
                <a:lnTo>
                  <a:pt x="9411" y="16756"/>
                </a:lnTo>
                <a:lnTo>
                  <a:pt x="11436" y="16756"/>
                </a:lnTo>
                <a:lnTo>
                  <a:pt x="13473" y="16756"/>
                </a:lnTo>
                <a:lnTo>
                  <a:pt x="15528" y="16756"/>
                </a:lnTo>
                <a:lnTo>
                  <a:pt x="17757" y="17112"/>
                </a:lnTo>
                <a:lnTo>
                  <a:pt x="19135" y="17355"/>
                </a:lnTo>
                <a:lnTo>
                  <a:pt x="20225" y="17598"/>
                </a:lnTo>
                <a:lnTo>
                  <a:pt x="21600" y="17953"/>
                </a:lnTo>
                <a:lnTo>
                  <a:pt x="20966" y="18632"/>
                </a:lnTo>
                <a:lnTo>
                  <a:pt x="20437" y="19108"/>
                </a:lnTo>
                <a:lnTo>
                  <a:pt x="19733" y="19605"/>
                </a:lnTo>
                <a:lnTo>
                  <a:pt x="18564" y="20347"/>
                </a:lnTo>
                <a:lnTo>
                  <a:pt x="16472" y="20687"/>
                </a:lnTo>
                <a:lnTo>
                  <a:pt x="14985" y="20894"/>
                </a:lnTo>
                <a:lnTo>
                  <a:pt x="13388" y="21052"/>
                </a:lnTo>
                <a:lnTo>
                  <a:pt x="10975" y="21245"/>
                </a:lnTo>
                <a:lnTo>
                  <a:pt x="9958" y="21333"/>
                </a:lnTo>
                <a:lnTo>
                  <a:pt x="6894" y="21600"/>
                </a:lnTo>
                <a:lnTo>
                  <a:pt x="5152" y="21572"/>
                </a:lnTo>
                <a:lnTo>
                  <a:pt x="3385" y="21544"/>
                </a:lnTo>
                <a:lnTo>
                  <a:pt x="2237" y="20838"/>
                </a:lnTo>
                <a:lnTo>
                  <a:pt x="1378" y="20125"/>
                </a:lnTo>
                <a:lnTo>
                  <a:pt x="768" y="19401"/>
                </a:lnTo>
                <a:lnTo>
                  <a:pt x="364" y="18666"/>
                </a:lnTo>
                <a:lnTo>
                  <a:pt x="131" y="17917"/>
                </a:lnTo>
                <a:lnTo>
                  <a:pt x="21" y="17150"/>
                </a:lnTo>
                <a:lnTo>
                  <a:pt x="0" y="16365"/>
                </a:lnTo>
                <a:lnTo>
                  <a:pt x="24" y="15558"/>
                </a:lnTo>
                <a:lnTo>
                  <a:pt x="52" y="14728"/>
                </a:lnTo>
                <a:lnTo>
                  <a:pt x="58" y="14093"/>
                </a:lnTo>
                <a:lnTo>
                  <a:pt x="67" y="13449"/>
                </a:lnTo>
                <a:lnTo>
                  <a:pt x="79" y="12645"/>
                </a:lnTo>
                <a:lnTo>
                  <a:pt x="94" y="11839"/>
                </a:lnTo>
                <a:lnTo>
                  <a:pt x="115" y="11035"/>
                </a:lnTo>
                <a:lnTo>
                  <a:pt x="137" y="10230"/>
                </a:lnTo>
                <a:lnTo>
                  <a:pt x="161" y="9425"/>
                </a:lnTo>
                <a:lnTo>
                  <a:pt x="173" y="8742"/>
                </a:lnTo>
                <a:lnTo>
                  <a:pt x="182" y="8057"/>
                </a:lnTo>
                <a:lnTo>
                  <a:pt x="191" y="7374"/>
                </a:lnTo>
                <a:lnTo>
                  <a:pt x="200" y="6691"/>
                </a:lnTo>
                <a:lnTo>
                  <a:pt x="213" y="5854"/>
                </a:lnTo>
                <a:lnTo>
                  <a:pt x="228" y="5017"/>
                </a:lnTo>
                <a:lnTo>
                  <a:pt x="246" y="4181"/>
                </a:lnTo>
                <a:lnTo>
                  <a:pt x="264" y="3345"/>
                </a:lnTo>
                <a:lnTo>
                  <a:pt x="282" y="2509"/>
                </a:lnTo>
                <a:lnTo>
                  <a:pt x="304" y="1672"/>
                </a:lnTo>
                <a:lnTo>
                  <a:pt x="325" y="837"/>
                </a:lnTo>
                <a:lnTo>
                  <a:pt x="349" y="0"/>
                </a:lnTo>
                <a:close/>
              </a:path>
            </a:pathLst>
          </a:custGeom>
          <a:solidFill>
            <a:srgbClr val="D0E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5" name="contour_08283"/>
          <p:cNvSpPr/>
          <p:nvPr/>
        </p:nvSpPr>
        <p:spPr>
          <a:xfrm>
            <a:off x="4338079" y="1712146"/>
            <a:ext cx="52379" cy="386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62" y="45"/>
                </a:moveTo>
                <a:lnTo>
                  <a:pt x="15238" y="69"/>
                </a:lnTo>
                <a:lnTo>
                  <a:pt x="16238" y="106"/>
                </a:lnTo>
                <a:lnTo>
                  <a:pt x="18135" y="171"/>
                </a:lnTo>
                <a:lnTo>
                  <a:pt x="21600" y="297"/>
                </a:lnTo>
                <a:lnTo>
                  <a:pt x="21600" y="3178"/>
                </a:lnTo>
                <a:lnTo>
                  <a:pt x="21600" y="6066"/>
                </a:lnTo>
                <a:lnTo>
                  <a:pt x="21600" y="8959"/>
                </a:lnTo>
                <a:lnTo>
                  <a:pt x="21600" y="11859"/>
                </a:lnTo>
                <a:lnTo>
                  <a:pt x="21600" y="14776"/>
                </a:lnTo>
                <a:lnTo>
                  <a:pt x="21600" y="17709"/>
                </a:lnTo>
                <a:lnTo>
                  <a:pt x="21600" y="20667"/>
                </a:lnTo>
                <a:lnTo>
                  <a:pt x="19565" y="20956"/>
                </a:lnTo>
                <a:lnTo>
                  <a:pt x="17549" y="21213"/>
                </a:lnTo>
                <a:lnTo>
                  <a:pt x="15550" y="21417"/>
                </a:lnTo>
                <a:lnTo>
                  <a:pt x="13560" y="21551"/>
                </a:lnTo>
                <a:lnTo>
                  <a:pt x="11577" y="21600"/>
                </a:lnTo>
                <a:lnTo>
                  <a:pt x="9590" y="21551"/>
                </a:lnTo>
                <a:lnTo>
                  <a:pt x="7595" y="21392"/>
                </a:lnTo>
                <a:lnTo>
                  <a:pt x="5590" y="21099"/>
                </a:lnTo>
                <a:lnTo>
                  <a:pt x="3567" y="20667"/>
                </a:lnTo>
                <a:lnTo>
                  <a:pt x="2314" y="18296"/>
                </a:lnTo>
                <a:lnTo>
                  <a:pt x="1437" y="16035"/>
                </a:lnTo>
                <a:lnTo>
                  <a:pt x="829" y="13725"/>
                </a:lnTo>
                <a:lnTo>
                  <a:pt x="388" y="11211"/>
                </a:lnTo>
                <a:lnTo>
                  <a:pt x="0" y="8331"/>
                </a:lnTo>
                <a:lnTo>
                  <a:pt x="490" y="5451"/>
                </a:lnTo>
                <a:lnTo>
                  <a:pt x="1286" y="3764"/>
                </a:lnTo>
                <a:lnTo>
                  <a:pt x="3075" y="1825"/>
                </a:lnTo>
                <a:lnTo>
                  <a:pt x="5016" y="1080"/>
                </a:lnTo>
                <a:lnTo>
                  <a:pt x="6870" y="554"/>
                </a:lnTo>
                <a:lnTo>
                  <a:pt x="8695" y="224"/>
                </a:lnTo>
                <a:lnTo>
                  <a:pt x="10534" y="49"/>
                </a:lnTo>
                <a:lnTo>
                  <a:pt x="12439" y="0"/>
                </a:lnTo>
                <a:lnTo>
                  <a:pt x="14462" y="45"/>
                </a:lnTo>
                <a:close/>
              </a:path>
            </a:pathLst>
          </a:custGeom>
          <a:solidFill>
            <a:srgbClr val="DB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6" name="contour_08284"/>
          <p:cNvSpPr/>
          <p:nvPr/>
        </p:nvSpPr>
        <p:spPr>
          <a:xfrm>
            <a:off x="2364396" y="1710054"/>
            <a:ext cx="80168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67" y="149"/>
                </a:moveTo>
                <a:lnTo>
                  <a:pt x="5300" y="35"/>
                </a:lnTo>
                <a:lnTo>
                  <a:pt x="6621" y="0"/>
                </a:lnTo>
                <a:lnTo>
                  <a:pt x="7937" y="45"/>
                </a:lnTo>
                <a:lnTo>
                  <a:pt x="9253" y="159"/>
                </a:lnTo>
                <a:lnTo>
                  <a:pt x="10572" y="327"/>
                </a:lnTo>
                <a:lnTo>
                  <a:pt x="11904" y="545"/>
                </a:lnTo>
                <a:lnTo>
                  <a:pt x="12318" y="585"/>
                </a:lnTo>
                <a:lnTo>
                  <a:pt x="13046" y="654"/>
                </a:lnTo>
                <a:lnTo>
                  <a:pt x="14715" y="817"/>
                </a:lnTo>
                <a:lnTo>
                  <a:pt x="16094" y="966"/>
                </a:lnTo>
                <a:lnTo>
                  <a:pt x="17470" y="1139"/>
                </a:lnTo>
                <a:lnTo>
                  <a:pt x="18847" y="1333"/>
                </a:lnTo>
                <a:lnTo>
                  <a:pt x="20223" y="1551"/>
                </a:lnTo>
                <a:lnTo>
                  <a:pt x="21600" y="1783"/>
                </a:lnTo>
                <a:lnTo>
                  <a:pt x="21600" y="5058"/>
                </a:lnTo>
                <a:lnTo>
                  <a:pt x="21600" y="8353"/>
                </a:lnTo>
                <a:lnTo>
                  <a:pt x="21600" y="11692"/>
                </a:lnTo>
                <a:lnTo>
                  <a:pt x="20304" y="11692"/>
                </a:lnTo>
                <a:lnTo>
                  <a:pt x="19006" y="11692"/>
                </a:lnTo>
                <a:lnTo>
                  <a:pt x="17708" y="11692"/>
                </a:lnTo>
                <a:lnTo>
                  <a:pt x="16406" y="11692"/>
                </a:lnTo>
                <a:lnTo>
                  <a:pt x="15100" y="11692"/>
                </a:lnTo>
                <a:lnTo>
                  <a:pt x="13789" y="11692"/>
                </a:lnTo>
                <a:lnTo>
                  <a:pt x="12473" y="11692"/>
                </a:lnTo>
                <a:lnTo>
                  <a:pt x="11150" y="11692"/>
                </a:lnTo>
                <a:lnTo>
                  <a:pt x="9818" y="11692"/>
                </a:lnTo>
                <a:lnTo>
                  <a:pt x="9818" y="14966"/>
                </a:lnTo>
                <a:lnTo>
                  <a:pt x="9818" y="18261"/>
                </a:lnTo>
                <a:lnTo>
                  <a:pt x="9818" y="21600"/>
                </a:lnTo>
                <a:lnTo>
                  <a:pt x="8430" y="21600"/>
                </a:lnTo>
                <a:lnTo>
                  <a:pt x="7040" y="21600"/>
                </a:lnTo>
                <a:lnTo>
                  <a:pt x="5645" y="21600"/>
                </a:lnTo>
                <a:lnTo>
                  <a:pt x="4245" y="21600"/>
                </a:lnTo>
                <a:lnTo>
                  <a:pt x="2839" y="21600"/>
                </a:lnTo>
                <a:lnTo>
                  <a:pt x="1426" y="21600"/>
                </a:lnTo>
                <a:lnTo>
                  <a:pt x="0" y="21600"/>
                </a:lnTo>
                <a:lnTo>
                  <a:pt x="265" y="14639"/>
                </a:lnTo>
                <a:lnTo>
                  <a:pt x="514" y="9606"/>
                </a:lnTo>
                <a:lnTo>
                  <a:pt x="819" y="6118"/>
                </a:lnTo>
                <a:lnTo>
                  <a:pt x="1247" y="3805"/>
                </a:lnTo>
                <a:lnTo>
                  <a:pt x="1867" y="2289"/>
                </a:lnTo>
                <a:lnTo>
                  <a:pt x="2751" y="1194"/>
                </a:lnTo>
                <a:lnTo>
                  <a:pt x="3967" y="149"/>
                </a:lnTo>
                <a:close/>
              </a:path>
            </a:pathLst>
          </a:custGeom>
          <a:solidFill>
            <a:srgbClr val="2E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7" name="contour_08285"/>
          <p:cNvSpPr/>
          <p:nvPr/>
        </p:nvSpPr>
        <p:spPr>
          <a:xfrm>
            <a:off x="10840330" y="1690880"/>
            <a:ext cx="80168" cy="363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4289"/>
                </a:moveTo>
                <a:lnTo>
                  <a:pt x="20212" y="7167"/>
                </a:lnTo>
                <a:lnTo>
                  <a:pt x="20642" y="9928"/>
                </a:lnTo>
                <a:lnTo>
                  <a:pt x="20964" y="12663"/>
                </a:lnTo>
                <a:lnTo>
                  <a:pt x="21209" y="15463"/>
                </a:lnTo>
                <a:lnTo>
                  <a:pt x="21410" y="18410"/>
                </a:lnTo>
                <a:lnTo>
                  <a:pt x="21600" y="21600"/>
                </a:lnTo>
                <a:lnTo>
                  <a:pt x="20424" y="21055"/>
                </a:lnTo>
                <a:lnTo>
                  <a:pt x="19230" y="20501"/>
                </a:lnTo>
                <a:lnTo>
                  <a:pt x="17683" y="19856"/>
                </a:lnTo>
                <a:lnTo>
                  <a:pt x="16220" y="19289"/>
                </a:lnTo>
                <a:lnTo>
                  <a:pt x="14822" y="18822"/>
                </a:lnTo>
                <a:lnTo>
                  <a:pt x="13473" y="18484"/>
                </a:lnTo>
                <a:lnTo>
                  <a:pt x="12155" y="18289"/>
                </a:lnTo>
                <a:lnTo>
                  <a:pt x="10849" y="18272"/>
                </a:lnTo>
                <a:lnTo>
                  <a:pt x="9541" y="18449"/>
                </a:lnTo>
                <a:lnTo>
                  <a:pt x="8214" y="18848"/>
                </a:lnTo>
                <a:lnTo>
                  <a:pt x="6847" y="19488"/>
                </a:lnTo>
                <a:lnTo>
                  <a:pt x="5424" y="20397"/>
                </a:lnTo>
                <a:lnTo>
                  <a:pt x="3927" y="21600"/>
                </a:lnTo>
                <a:lnTo>
                  <a:pt x="2555" y="20466"/>
                </a:lnTo>
                <a:lnTo>
                  <a:pt x="1687" y="19640"/>
                </a:lnTo>
                <a:lnTo>
                  <a:pt x="958" y="18709"/>
                </a:lnTo>
                <a:lnTo>
                  <a:pt x="0" y="17272"/>
                </a:lnTo>
                <a:lnTo>
                  <a:pt x="192" y="14182"/>
                </a:lnTo>
                <a:lnTo>
                  <a:pt x="391" y="11962"/>
                </a:lnTo>
                <a:lnTo>
                  <a:pt x="689" y="9989"/>
                </a:lnTo>
                <a:lnTo>
                  <a:pt x="1182" y="7639"/>
                </a:lnTo>
                <a:lnTo>
                  <a:pt x="1964" y="4289"/>
                </a:lnTo>
                <a:lnTo>
                  <a:pt x="3313" y="3081"/>
                </a:lnTo>
                <a:lnTo>
                  <a:pt x="4671" y="2073"/>
                </a:lnTo>
                <a:lnTo>
                  <a:pt x="6036" y="1255"/>
                </a:lnTo>
                <a:lnTo>
                  <a:pt x="7407" y="641"/>
                </a:lnTo>
                <a:lnTo>
                  <a:pt x="8779" y="225"/>
                </a:lnTo>
                <a:lnTo>
                  <a:pt x="10154" y="9"/>
                </a:lnTo>
                <a:lnTo>
                  <a:pt x="11529" y="0"/>
                </a:lnTo>
                <a:lnTo>
                  <a:pt x="12897" y="190"/>
                </a:lnTo>
                <a:lnTo>
                  <a:pt x="14264" y="593"/>
                </a:lnTo>
                <a:lnTo>
                  <a:pt x="15621" y="1199"/>
                </a:lnTo>
                <a:lnTo>
                  <a:pt x="16972" y="2017"/>
                </a:lnTo>
                <a:lnTo>
                  <a:pt x="18311" y="3047"/>
                </a:lnTo>
                <a:lnTo>
                  <a:pt x="19636" y="4289"/>
                </a:lnTo>
                <a:close/>
              </a:path>
            </a:pathLst>
          </a:custGeom>
          <a:solidFill>
            <a:srgbClr val="EF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8" name="contour_08286"/>
          <p:cNvSpPr/>
          <p:nvPr/>
        </p:nvSpPr>
        <p:spPr>
          <a:xfrm>
            <a:off x="4470625" y="1647086"/>
            <a:ext cx="72880" cy="445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046" y="1198"/>
                </a:lnTo>
                <a:lnTo>
                  <a:pt x="15129" y="2411"/>
                </a:lnTo>
                <a:lnTo>
                  <a:pt x="16206" y="3631"/>
                </a:lnTo>
                <a:lnTo>
                  <a:pt x="17280" y="4861"/>
                </a:lnTo>
                <a:lnTo>
                  <a:pt x="17885" y="5543"/>
                </a:lnTo>
                <a:lnTo>
                  <a:pt x="19710" y="7594"/>
                </a:lnTo>
                <a:lnTo>
                  <a:pt x="20179" y="8343"/>
                </a:lnTo>
                <a:lnTo>
                  <a:pt x="21600" y="10606"/>
                </a:lnTo>
                <a:lnTo>
                  <a:pt x="21600" y="12942"/>
                </a:lnTo>
                <a:lnTo>
                  <a:pt x="21600" y="15293"/>
                </a:lnTo>
                <a:lnTo>
                  <a:pt x="21600" y="17676"/>
                </a:lnTo>
                <a:lnTo>
                  <a:pt x="18511" y="18821"/>
                </a:lnTo>
                <a:lnTo>
                  <a:pt x="15921" y="19765"/>
                </a:lnTo>
                <a:lnTo>
                  <a:pt x="13768" y="20511"/>
                </a:lnTo>
                <a:lnTo>
                  <a:pt x="11992" y="21059"/>
                </a:lnTo>
                <a:lnTo>
                  <a:pt x="10532" y="21423"/>
                </a:lnTo>
                <a:lnTo>
                  <a:pt x="9327" y="21600"/>
                </a:lnTo>
                <a:lnTo>
                  <a:pt x="8316" y="21600"/>
                </a:lnTo>
                <a:lnTo>
                  <a:pt x="7439" y="21427"/>
                </a:lnTo>
                <a:lnTo>
                  <a:pt x="6631" y="21080"/>
                </a:lnTo>
                <a:lnTo>
                  <a:pt x="5836" y="20571"/>
                </a:lnTo>
                <a:lnTo>
                  <a:pt x="4990" y="19907"/>
                </a:lnTo>
                <a:lnTo>
                  <a:pt x="4033" y="19083"/>
                </a:lnTo>
                <a:lnTo>
                  <a:pt x="3167" y="17598"/>
                </a:lnTo>
                <a:lnTo>
                  <a:pt x="2523" y="16414"/>
                </a:lnTo>
                <a:lnTo>
                  <a:pt x="1909" y="15124"/>
                </a:lnTo>
                <a:lnTo>
                  <a:pt x="1134" y="13324"/>
                </a:lnTo>
                <a:lnTo>
                  <a:pt x="0" y="10606"/>
                </a:lnTo>
                <a:lnTo>
                  <a:pt x="1426" y="10217"/>
                </a:lnTo>
                <a:lnTo>
                  <a:pt x="2853" y="9828"/>
                </a:lnTo>
                <a:lnTo>
                  <a:pt x="4281" y="9439"/>
                </a:lnTo>
                <a:lnTo>
                  <a:pt x="5713" y="9047"/>
                </a:lnTo>
                <a:lnTo>
                  <a:pt x="7150" y="8654"/>
                </a:lnTo>
                <a:lnTo>
                  <a:pt x="8592" y="8262"/>
                </a:lnTo>
                <a:lnTo>
                  <a:pt x="10040" y="7866"/>
                </a:lnTo>
                <a:lnTo>
                  <a:pt x="11496" y="7470"/>
                </a:lnTo>
                <a:lnTo>
                  <a:pt x="12960" y="7070"/>
                </a:lnTo>
                <a:lnTo>
                  <a:pt x="12960" y="4734"/>
                </a:lnTo>
                <a:lnTo>
                  <a:pt x="12960" y="2383"/>
                </a:lnTo>
                <a:lnTo>
                  <a:pt x="12960" y="0"/>
                </a:lnTo>
                <a:close/>
              </a:path>
            </a:pathLst>
          </a:custGeom>
          <a:solidFill>
            <a:srgbClr val="DE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289" name="contour_08287"/>
          <p:cNvSpPr/>
          <p:nvPr/>
        </p:nvSpPr>
        <p:spPr>
          <a:xfrm>
            <a:off x="1198317" y="1632000"/>
            <a:ext cx="51016" cy="44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9"/>
                </a:moveTo>
                <a:lnTo>
                  <a:pt x="21501" y="2605"/>
                </a:lnTo>
                <a:lnTo>
                  <a:pt x="21356" y="4900"/>
                </a:lnTo>
                <a:lnTo>
                  <a:pt x="21149" y="7149"/>
                </a:lnTo>
                <a:lnTo>
                  <a:pt x="20863" y="9355"/>
                </a:lnTo>
                <a:lnTo>
                  <a:pt x="20474" y="11537"/>
                </a:lnTo>
                <a:lnTo>
                  <a:pt x="19965" y="13704"/>
                </a:lnTo>
                <a:lnTo>
                  <a:pt x="19317" y="15871"/>
                </a:lnTo>
                <a:lnTo>
                  <a:pt x="18514" y="18042"/>
                </a:lnTo>
                <a:lnTo>
                  <a:pt x="16632" y="18967"/>
                </a:lnTo>
                <a:lnTo>
                  <a:pt x="14753" y="19714"/>
                </a:lnTo>
                <a:lnTo>
                  <a:pt x="12874" y="20301"/>
                </a:lnTo>
                <a:lnTo>
                  <a:pt x="10982" y="20750"/>
                </a:lnTo>
                <a:lnTo>
                  <a:pt x="9069" y="21080"/>
                </a:lnTo>
                <a:lnTo>
                  <a:pt x="7119" y="21319"/>
                </a:lnTo>
                <a:lnTo>
                  <a:pt x="5128" y="21486"/>
                </a:lnTo>
                <a:lnTo>
                  <a:pt x="3086" y="21600"/>
                </a:lnTo>
                <a:lnTo>
                  <a:pt x="2206" y="19259"/>
                </a:lnTo>
                <a:lnTo>
                  <a:pt x="1435" y="16963"/>
                </a:lnTo>
                <a:lnTo>
                  <a:pt x="799" y="14672"/>
                </a:lnTo>
                <a:lnTo>
                  <a:pt x="327" y="12337"/>
                </a:lnTo>
                <a:lnTo>
                  <a:pt x="52" y="9917"/>
                </a:lnTo>
                <a:lnTo>
                  <a:pt x="0" y="7366"/>
                </a:lnTo>
                <a:lnTo>
                  <a:pt x="1635" y="5686"/>
                </a:lnTo>
                <a:lnTo>
                  <a:pt x="3363" y="4252"/>
                </a:lnTo>
                <a:lnTo>
                  <a:pt x="5178" y="3053"/>
                </a:lnTo>
                <a:lnTo>
                  <a:pt x="7066" y="2071"/>
                </a:lnTo>
                <a:lnTo>
                  <a:pt x="9023" y="1295"/>
                </a:lnTo>
                <a:lnTo>
                  <a:pt x="11035" y="715"/>
                </a:lnTo>
                <a:lnTo>
                  <a:pt x="13093" y="313"/>
                </a:lnTo>
                <a:lnTo>
                  <a:pt x="15188" y="82"/>
                </a:lnTo>
                <a:lnTo>
                  <a:pt x="17311" y="0"/>
                </a:lnTo>
                <a:lnTo>
                  <a:pt x="19452" y="60"/>
                </a:lnTo>
                <a:lnTo>
                  <a:pt x="21600" y="249"/>
                </a:lnTo>
                <a:close/>
              </a:path>
            </a:pathLst>
          </a:custGeom>
          <a:solidFill>
            <a:srgbClr val="51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0" name="contour_08288"/>
          <p:cNvSpPr/>
          <p:nvPr/>
        </p:nvSpPr>
        <p:spPr>
          <a:xfrm>
            <a:off x="4506344" y="1617934"/>
            <a:ext cx="8088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" y="0"/>
                </a:moveTo>
                <a:lnTo>
                  <a:pt x="518" y="326"/>
                </a:lnTo>
                <a:lnTo>
                  <a:pt x="1092" y="899"/>
                </a:lnTo>
                <a:lnTo>
                  <a:pt x="2405" y="2210"/>
                </a:lnTo>
                <a:lnTo>
                  <a:pt x="3460" y="3231"/>
                </a:lnTo>
                <a:lnTo>
                  <a:pt x="4505" y="4221"/>
                </a:lnTo>
                <a:lnTo>
                  <a:pt x="5544" y="5182"/>
                </a:lnTo>
                <a:lnTo>
                  <a:pt x="6582" y="6113"/>
                </a:lnTo>
                <a:lnTo>
                  <a:pt x="7621" y="7011"/>
                </a:lnTo>
                <a:lnTo>
                  <a:pt x="8666" y="7878"/>
                </a:lnTo>
                <a:lnTo>
                  <a:pt x="9719" y="8711"/>
                </a:lnTo>
                <a:lnTo>
                  <a:pt x="10787" y="9513"/>
                </a:lnTo>
                <a:lnTo>
                  <a:pt x="11871" y="10279"/>
                </a:lnTo>
                <a:lnTo>
                  <a:pt x="12975" y="11012"/>
                </a:lnTo>
                <a:lnTo>
                  <a:pt x="14104" y="11709"/>
                </a:lnTo>
                <a:lnTo>
                  <a:pt x="15261" y="12370"/>
                </a:lnTo>
                <a:lnTo>
                  <a:pt x="16449" y="12995"/>
                </a:lnTo>
                <a:lnTo>
                  <a:pt x="17675" y="13584"/>
                </a:lnTo>
                <a:lnTo>
                  <a:pt x="18938" y="14135"/>
                </a:lnTo>
                <a:lnTo>
                  <a:pt x="20245" y="14647"/>
                </a:lnTo>
                <a:lnTo>
                  <a:pt x="21600" y="15120"/>
                </a:lnTo>
                <a:lnTo>
                  <a:pt x="21215" y="16403"/>
                </a:lnTo>
                <a:lnTo>
                  <a:pt x="20827" y="17690"/>
                </a:lnTo>
                <a:lnTo>
                  <a:pt x="20440" y="18982"/>
                </a:lnTo>
                <a:lnTo>
                  <a:pt x="20049" y="20285"/>
                </a:lnTo>
                <a:lnTo>
                  <a:pt x="19654" y="21600"/>
                </a:lnTo>
                <a:lnTo>
                  <a:pt x="18311" y="21151"/>
                </a:lnTo>
                <a:lnTo>
                  <a:pt x="17001" y="20658"/>
                </a:lnTo>
                <a:lnTo>
                  <a:pt x="15723" y="20127"/>
                </a:lnTo>
                <a:lnTo>
                  <a:pt x="14475" y="19550"/>
                </a:lnTo>
                <a:lnTo>
                  <a:pt x="13259" y="18930"/>
                </a:lnTo>
                <a:lnTo>
                  <a:pt x="12074" y="18267"/>
                </a:lnTo>
                <a:lnTo>
                  <a:pt x="10920" y="17556"/>
                </a:lnTo>
                <a:lnTo>
                  <a:pt x="9797" y="16800"/>
                </a:lnTo>
                <a:lnTo>
                  <a:pt x="8703" y="15997"/>
                </a:lnTo>
                <a:lnTo>
                  <a:pt x="7640" y="15146"/>
                </a:lnTo>
                <a:lnTo>
                  <a:pt x="6607" y="14243"/>
                </a:lnTo>
                <a:lnTo>
                  <a:pt x="5605" y="13293"/>
                </a:lnTo>
                <a:lnTo>
                  <a:pt x="4630" y="12290"/>
                </a:lnTo>
                <a:lnTo>
                  <a:pt x="3686" y="11236"/>
                </a:lnTo>
                <a:lnTo>
                  <a:pt x="2769" y="10128"/>
                </a:lnTo>
                <a:lnTo>
                  <a:pt x="1882" y="8968"/>
                </a:lnTo>
                <a:lnTo>
                  <a:pt x="1024" y="7752"/>
                </a:lnTo>
                <a:lnTo>
                  <a:pt x="193" y="6480"/>
                </a:lnTo>
                <a:lnTo>
                  <a:pt x="64" y="4707"/>
                </a:lnTo>
                <a:lnTo>
                  <a:pt x="0" y="3484"/>
                </a:lnTo>
                <a:lnTo>
                  <a:pt x="0" y="2499"/>
                </a:lnTo>
                <a:lnTo>
                  <a:pt x="64" y="1441"/>
                </a:lnTo>
                <a:lnTo>
                  <a:pt x="193" y="0"/>
                </a:lnTo>
                <a:close/>
              </a:path>
            </a:pathLst>
          </a:custGeom>
          <a:solidFill>
            <a:srgbClr val="8CD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1" name="contour_08289"/>
          <p:cNvSpPr/>
          <p:nvPr/>
        </p:nvSpPr>
        <p:spPr>
          <a:xfrm>
            <a:off x="8340549" y="1617934"/>
            <a:ext cx="65592" cy="599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21" y="284"/>
                </a:lnTo>
                <a:lnTo>
                  <a:pt x="1193" y="654"/>
                </a:lnTo>
                <a:lnTo>
                  <a:pt x="2470" y="1353"/>
                </a:lnTo>
                <a:lnTo>
                  <a:pt x="4800" y="2627"/>
                </a:lnTo>
                <a:lnTo>
                  <a:pt x="4800" y="4188"/>
                </a:lnTo>
                <a:lnTo>
                  <a:pt x="4800" y="5753"/>
                </a:lnTo>
                <a:lnTo>
                  <a:pt x="4800" y="7324"/>
                </a:lnTo>
                <a:lnTo>
                  <a:pt x="4800" y="8908"/>
                </a:lnTo>
                <a:lnTo>
                  <a:pt x="4800" y="10508"/>
                </a:lnTo>
                <a:lnTo>
                  <a:pt x="6463" y="10508"/>
                </a:lnTo>
                <a:lnTo>
                  <a:pt x="8129" y="10508"/>
                </a:lnTo>
                <a:lnTo>
                  <a:pt x="9794" y="10508"/>
                </a:lnTo>
                <a:lnTo>
                  <a:pt x="11462" y="10508"/>
                </a:lnTo>
                <a:lnTo>
                  <a:pt x="13138" y="10508"/>
                </a:lnTo>
                <a:lnTo>
                  <a:pt x="14815" y="10508"/>
                </a:lnTo>
                <a:lnTo>
                  <a:pt x="16500" y="10508"/>
                </a:lnTo>
                <a:lnTo>
                  <a:pt x="18192" y="10508"/>
                </a:lnTo>
                <a:lnTo>
                  <a:pt x="19891" y="10508"/>
                </a:lnTo>
                <a:lnTo>
                  <a:pt x="21600" y="10508"/>
                </a:lnTo>
                <a:lnTo>
                  <a:pt x="21502" y="13643"/>
                </a:lnTo>
                <a:lnTo>
                  <a:pt x="21370" y="15834"/>
                </a:lnTo>
                <a:lnTo>
                  <a:pt x="21142" y="17376"/>
                </a:lnTo>
                <a:lnTo>
                  <a:pt x="20748" y="18560"/>
                </a:lnTo>
                <a:lnTo>
                  <a:pt x="20124" y="19674"/>
                </a:lnTo>
                <a:lnTo>
                  <a:pt x="19200" y="21017"/>
                </a:lnTo>
                <a:lnTo>
                  <a:pt x="17479" y="21282"/>
                </a:lnTo>
                <a:lnTo>
                  <a:pt x="15794" y="21461"/>
                </a:lnTo>
                <a:lnTo>
                  <a:pt x="14134" y="21563"/>
                </a:lnTo>
                <a:lnTo>
                  <a:pt x="12487" y="21600"/>
                </a:lnTo>
                <a:lnTo>
                  <a:pt x="10848" y="21584"/>
                </a:lnTo>
                <a:lnTo>
                  <a:pt x="9204" y="21521"/>
                </a:lnTo>
                <a:lnTo>
                  <a:pt x="7546" y="21421"/>
                </a:lnTo>
                <a:lnTo>
                  <a:pt x="5866" y="21298"/>
                </a:lnTo>
                <a:lnTo>
                  <a:pt x="4154" y="21159"/>
                </a:lnTo>
                <a:lnTo>
                  <a:pt x="2400" y="21017"/>
                </a:lnTo>
                <a:lnTo>
                  <a:pt x="2201" y="19283"/>
                </a:lnTo>
                <a:lnTo>
                  <a:pt x="2004" y="17549"/>
                </a:lnTo>
                <a:lnTo>
                  <a:pt x="1805" y="15813"/>
                </a:lnTo>
                <a:lnTo>
                  <a:pt x="1608" y="14073"/>
                </a:lnTo>
                <a:lnTo>
                  <a:pt x="1409" y="12332"/>
                </a:lnTo>
                <a:lnTo>
                  <a:pt x="1210" y="10587"/>
                </a:lnTo>
                <a:lnTo>
                  <a:pt x="1010" y="8838"/>
                </a:lnTo>
                <a:lnTo>
                  <a:pt x="809" y="7083"/>
                </a:lnTo>
                <a:lnTo>
                  <a:pt x="607" y="5323"/>
                </a:lnTo>
                <a:lnTo>
                  <a:pt x="406" y="3557"/>
                </a:lnTo>
                <a:lnTo>
                  <a:pt x="204" y="1781"/>
                </a:lnTo>
                <a:lnTo>
                  <a:pt x="0" y="0"/>
                </a:lnTo>
                <a:close/>
              </a:path>
            </a:pathLst>
          </a:custGeom>
          <a:solidFill>
            <a:srgbClr val="6A6F73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2" name="contour_08290"/>
          <p:cNvSpPr/>
          <p:nvPr/>
        </p:nvSpPr>
        <p:spPr>
          <a:xfrm>
            <a:off x="1227469" y="1603358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5429" y="1428"/>
                </a:lnTo>
                <a:lnTo>
                  <a:pt x="15429" y="2864"/>
                </a:lnTo>
                <a:lnTo>
                  <a:pt x="15429" y="4320"/>
                </a:lnTo>
                <a:lnTo>
                  <a:pt x="17261" y="5113"/>
                </a:lnTo>
                <a:lnTo>
                  <a:pt x="18514" y="5603"/>
                </a:lnTo>
                <a:lnTo>
                  <a:pt x="19767" y="5990"/>
                </a:lnTo>
                <a:lnTo>
                  <a:pt x="21600" y="6480"/>
                </a:lnTo>
                <a:lnTo>
                  <a:pt x="20900" y="7763"/>
                </a:lnTo>
                <a:lnTo>
                  <a:pt x="20347" y="8640"/>
                </a:lnTo>
                <a:lnTo>
                  <a:pt x="19647" y="9517"/>
                </a:lnTo>
                <a:lnTo>
                  <a:pt x="18514" y="10800"/>
                </a:lnTo>
                <a:lnTo>
                  <a:pt x="16475" y="10800"/>
                </a:lnTo>
                <a:lnTo>
                  <a:pt x="14423" y="10800"/>
                </a:lnTo>
                <a:lnTo>
                  <a:pt x="12343" y="10800"/>
                </a:lnTo>
                <a:lnTo>
                  <a:pt x="12343" y="12228"/>
                </a:lnTo>
                <a:lnTo>
                  <a:pt x="12343" y="13664"/>
                </a:lnTo>
                <a:lnTo>
                  <a:pt x="12343" y="15120"/>
                </a:lnTo>
                <a:lnTo>
                  <a:pt x="14176" y="15120"/>
                </a:lnTo>
                <a:lnTo>
                  <a:pt x="16015" y="15120"/>
                </a:lnTo>
                <a:lnTo>
                  <a:pt x="17860" y="15120"/>
                </a:lnTo>
                <a:lnTo>
                  <a:pt x="19721" y="15120"/>
                </a:lnTo>
                <a:lnTo>
                  <a:pt x="21600" y="15120"/>
                </a:lnTo>
                <a:lnTo>
                  <a:pt x="21600" y="16403"/>
                </a:lnTo>
                <a:lnTo>
                  <a:pt x="21600" y="17690"/>
                </a:lnTo>
                <a:lnTo>
                  <a:pt x="21600" y="18982"/>
                </a:lnTo>
                <a:lnTo>
                  <a:pt x="21600" y="20285"/>
                </a:lnTo>
                <a:lnTo>
                  <a:pt x="21600" y="21600"/>
                </a:lnTo>
                <a:lnTo>
                  <a:pt x="19372" y="21505"/>
                </a:lnTo>
                <a:lnTo>
                  <a:pt x="17240" y="21352"/>
                </a:lnTo>
                <a:lnTo>
                  <a:pt x="15185" y="21105"/>
                </a:lnTo>
                <a:lnTo>
                  <a:pt x="13185" y="20730"/>
                </a:lnTo>
                <a:lnTo>
                  <a:pt x="11217" y="20185"/>
                </a:lnTo>
                <a:lnTo>
                  <a:pt x="9257" y="19440"/>
                </a:lnTo>
                <a:lnTo>
                  <a:pt x="9044" y="18027"/>
                </a:lnTo>
                <a:lnTo>
                  <a:pt x="8967" y="16645"/>
                </a:lnTo>
                <a:lnTo>
                  <a:pt x="8995" y="15280"/>
                </a:lnTo>
                <a:lnTo>
                  <a:pt x="9100" y="13915"/>
                </a:lnTo>
                <a:lnTo>
                  <a:pt x="9257" y="12530"/>
                </a:lnTo>
                <a:lnTo>
                  <a:pt x="9439" y="11113"/>
                </a:lnTo>
                <a:lnTo>
                  <a:pt x="9350" y="9886"/>
                </a:lnTo>
                <a:lnTo>
                  <a:pt x="9257" y="8640"/>
                </a:lnTo>
                <a:lnTo>
                  <a:pt x="6961" y="7780"/>
                </a:lnTo>
                <a:lnTo>
                  <a:pt x="5332" y="7238"/>
                </a:lnTo>
                <a:lnTo>
                  <a:pt x="3925" y="6910"/>
                </a:lnTo>
                <a:lnTo>
                  <a:pt x="2296" y="6692"/>
                </a:lnTo>
                <a:lnTo>
                  <a:pt x="0" y="6480"/>
                </a:lnTo>
                <a:lnTo>
                  <a:pt x="1401" y="5391"/>
                </a:lnTo>
                <a:lnTo>
                  <a:pt x="2817" y="4311"/>
                </a:lnTo>
                <a:lnTo>
                  <a:pt x="4243" y="3240"/>
                </a:lnTo>
                <a:lnTo>
                  <a:pt x="4838" y="2786"/>
                </a:lnTo>
                <a:lnTo>
                  <a:pt x="6628" y="1417"/>
                </a:lnTo>
                <a:lnTo>
                  <a:pt x="7961" y="726"/>
                </a:lnTo>
                <a:lnTo>
                  <a:pt x="9084" y="307"/>
                </a:lnTo>
                <a:lnTo>
                  <a:pt x="10420" y="91"/>
                </a:lnTo>
                <a:lnTo>
                  <a:pt x="12395" y="11"/>
                </a:lnTo>
                <a:lnTo>
                  <a:pt x="15429" y="0"/>
                </a:lnTo>
                <a:close/>
              </a:path>
            </a:pathLst>
          </a:custGeom>
          <a:solidFill>
            <a:srgbClr val="5D5C5B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3" name="contour_08291"/>
          <p:cNvSpPr/>
          <p:nvPr/>
        </p:nvSpPr>
        <p:spPr>
          <a:xfrm>
            <a:off x="3909589" y="1566918"/>
            <a:ext cx="50877" cy="58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29" y="0"/>
                </a:moveTo>
                <a:lnTo>
                  <a:pt x="8184" y="606"/>
                </a:lnTo>
                <a:lnTo>
                  <a:pt x="9514" y="1084"/>
                </a:lnTo>
                <a:lnTo>
                  <a:pt x="10699" y="1690"/>
                </a:lnTo>
                <a:lnTo>
                  <a:pt x="12318" y="2670"/>
                </a:lnTo>
                <a:lnTo>
                  <a:pt x="11550" y="3992"/>
                </a:lnTo>
                <a:lnTo>
                  <a:pt x="10783" y="5321"/>
                </a:lnTo>
                <a:lnTo>
                  <a:pt x="10006" y="6656"/>
                </a:lnTo>
                <a:lnTo>
                  <a:pt x="9224" y="8010"/>
                </a:lnTo>
                <a:lnTo>
                  <a:pt x="11266" y="7569"/>
                </a:lnTo>
                <a:lnTo>
                  <a:pt x="13311" y="7129"/>
                </a:lnTo>
                <a:lnTo>
                  <a:pt x="15365" y="6686"/>
                </a:lnTo>
                <a:lnTo>
                  <a:pt x="17429" y="6240"/>
                </a:lnTo>
                <a:lnTo>
                  <a:pt x="19505" y="5791"/>
                </a:lnTo>
                <a:lnTo>
                  <a:pt x="21600" y="5340"/>
                </a:lnTo>
                <a:lnTo>
                  <a:pt x="21600" y="7105"/>
                </a:lnTo>
                <a:lnTo>
                  <a:pt x="21600" y="8880"/>
                </a:lnTo>
                <a:lnTo>
                  <a:pt x="21600" y="10680"/>
                </a:lnTo>
                <a:lnTo>
                  <a:pt x="19555" y="10680"/>
                </a:lnTo>
                <a:lnTo>
                  <a:pt x="17497" y="10680"/>
                </a:lnTo>
                <a:lnTo>
                  <a:pt x="15412" y="10680"/>
                </a:lnTo>
                <a:lnTo>
                  <a:pt x="14830" y="12335"/>
                </a:lnTo>
                <a:lnTo>
                  <a:pt x="14419" y="13975"/>
                </a:lnTo>
                <a:lnTo>
                  <a:pt x="14122" y="15622"/>
                </a:lnTo>
                <a:lnTo>
                  <a:pt x="13893" y="17299"/>
                </a:lnTo>
                <a:lnTo>
                  <a:pt x="13682" y="19023"/>
                </a:lnTo>
                <a:lnTo>
                  <a:pt x="13005" y="20182"/>
                </a:lnTo>
                <a:lnTo>
                  <a:pt x="12318" y="21360"/>
                </a:lnTo>
                <a:lnTo>
                  <a:pt x="9963" y="21520"/>
                </a:lnTo>
                <a:lnTo>
                  <a:pt x="8305" y="21600"/>
                </a:lnTo>
                <a:lnTo>
                  <a:pt x="6894" y="21600"/>
                </a:lnTo>
                <a:lnTo>
                  <a:pt x="5285" y="21520"/>
                </a:lnTo>
                <a:lnTo>
                  <a:pt x="3035" y="21360"/>
                </a:lnTo>
                <a:lnTo>
                  <a:pt x="2630" y="19830"/>
                </a:lnTo>
                <a:lnTo>
                  <a:pt x="2234" y="18295"/>
                </a:lnTo>
                <a:lnTo>
                  <a:pt x="1850" y="16759"/>
                </a:lnTo>
                <a:lnTo>
                  <a:pt x="1473" y="15221"/>
                </a:lnTo>
                <a:lnTo>
                  <a:pt x="1102" y="13684"/>
                </a:lnTo>
                <a:lnTo>
                  <a:pt x="743" y="12258"/>
                </a:lnTo>
                <a:lnTo>
                  <a:pt x="381" y="10821"/>
                </a:lnTo>
                <a:lnTo>
                  <a:pt x="12" y="9366"/>
                </a:lnTo>
                <a:lnTo>
                  <a:pt x="0" y="7374"/>
                </a:lnTo>
                <a:lnTo>
                  <a:pt x="136" y="6002"/>
                </a:lnTo>
                <a:lnTo>
                  <a:pt x="551" y="4894"/>
                </a:lnTo>
                <a:lnTo>
                  <a:pt x="1377" y="3706"/>
                </a:lnTo>
                <a:lnTo>
                  <a:pt x="2744" y="2085"/>
                </a:lnTo>
                <a:lnTo>
                  <a:pt x="4425" y="1049"/>
                </a:lnTo>
                <a:lnTo>
                  <a:pt x="6129" y="0"/>
                </a:lnTo>
                <a:close/>
              </a:path>
            </a:pathLst>
          </a:custGeom>
          <a:solidFill>
            <a:srgbClr val="BAB9C5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4" name="contour_08292"/>
          <p:cNvSpPr/>
          <p:nvPr/>
        </p:nvSpPr>
        <p:spPr>
          <a:xfrm>
            <a:off x="994254" y="1545054"/>
            <a:ext cx="44719" cy="656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1" y="0"/>
                </a:moveTo>
                <a:lnTo>
                  <a:pt x="13180" y="343"/>
                </a:lnTo>
                <a:lnTo>
                  <a:pt x="15038" y="638"/>
                </a:lnTo>
                <a:lnTo>
                  <a:pt x="16644" y="1002"/>
                </a:lnTo>
                <a:lnTo>
                  <a:pt x="18502" y="1551"/>
                </a:lnTo>
                <a:lnTo>
                  <a:pt x="21121" y="2398"/>
                </a:lnTo>
                <a:lnTo>
                  <a:pt x="21445" y="4153"/>
                </a:lnTo>
                <a:lnTo>
                  <a:pt x="21600" y="5881"/>
                </a:lnTo>
                <a:lnTo>
                  <a:pt x="21593" y="7588"/>
                </a:lnTo>
                <a:lnTo>
                  <a:pt x="21435" y="9274"/>
                </a:lnTo>
                <a:lnTo>
                  <a:pt x="21128" y="10943"/>
                </a:lnTo>
                <a:lnTo>
                  <a:pt x="20678" y="12599"/>
                </a:lnTo>
                <a:lnTo>
                  <a:pt x="20097" y="14249"/>
                </a:lnTo>
                <a:lnTo>
                  <a:pt x="19386" y="15894"/>
                </a:lnTo>
                <a:lnTo>
                  <a:pt x="18551" y="17536"/>
                </a:lnTo>
                <a:lnTo>
                  <a:pt x="17601" y="19181"/>
                </a:lnTo>
                <a:lnTo>
                  <a:pt x="15454" y="19938"/>
                </a:lnTo>
                <a:lnTo>
                  <a:pt x="13338" y="20526"/>
                </a:lnTo>
                <a:lnTo>
                  <a:pt x="11229" y="20962"/>
                </a:lnTo>
                <a:lnTo>
                  <a:pt x="9107" y="21272"/>
                </a:lnTo>
                <a:lnTo>
                  <a:pt x="6945" y="21466"/>
                </a:lnTo>
                <a:lnTo>
                  <a:pt x="4721" y="21571"/>
                </a:lnTo>
                <a:lnTo>
                  <a:pt x="2415" y="21600"/>
                </a:lnTo>
                <a:lnTo>
                  <a:pt x="0" y="21578"/>
                </a:lnTo>
                <a:lnTo>
                  <a:pt x="306" y="20078"/>
                </a:lnTo>
                <a:lnTo>
                  <a:pt x="634" y="18579"/>
                </a:lnTo>
                <a:lnTo>
                  <a:pt x="972" y="17081"/>
                </a:lnTo>
                <a:lnTo>
                  <a:pt x="1320" y="15584"/>
                </a:lnTo>
                <a:lnTo>
                  <a:pt x="1690" y="13911"/>
                </a:lnTo>
                <a:lnTo>
                  <a:pt x="2063" y="12213"/>
                </a:lnTo>
                <a:lnTo>
                  <a:pt x="2788" y="10911"/>
                </a:lnTo>
                <a:lnTo>
                  <a:pt x="3520" y="9590"/>
                </a:lnTo>
                <a:lnTo>
                  <a:pt x="5847" y="9590"/>
                </a:lnTo>
                <a:lnTo>
                  <a:pt x="8188" y="9590"/>
                </a:lnTo>
                <a:lnTo>
                  <a:pt x="10561" y="9590"/>
                </a:lnTo>
                <a:lnTo>
                  <a:pt x="10561" y="8008"/>
                </a:lnTo>
                <a:lnTo>
                  <a:pt x="10561" y="6423"/>
                </a:lnTo>
                <a:lnTo>
                  <a:pt x="10561" y="4831"/>
                </a:lnTo>
                <a:lnTo>
                  <a:pt x="10561" y="3232"/>
                </a:lnTo>
                <a:lnTo>
                  <a:pt x="10561" y="1623"/>
                </a:lnTo>
                <a:lnTo>
                  <a:pt x="10561" y="0"/>
                </a:lnTo>
                <a:close/>
              </a:path>
            </a:pathLst>
          </a:custGeom>
          <a:solidFill>
            <a:srgbClr val="4D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5" name="contour_08293"/>
          <p:cNvSpPr/>
          <p:nvPr/>
        </p:nvSpPr>
        <p:spPr>
          <a:xfrm>
            <a:off x="10307622" y="1557495"/>
            <a:ext cx="44413" cy="45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3" y="1006"/>
                </a:moveTo>
                <a:lnTo>
                  <a:pt x="2938" y="608"/>
                </a:lnTo>
                <a:lnTo>
                  <a:pt x="5483" y="281"/>
                </a:lnTo>
                <a:lnTo>
                  <a:pt x="7986" y="69"/>
                </a:lnTo>
                <a:lnTo>
                  <a:pt x="10474" y="0"/>
                </a:lnTo>
                <a:lnTo>
                  <a:pt x="12966" y="110"/>
                </a:lnTo>
                <a:lnTo>
                  <a:pt x="15486" y="432"/>
                </a:lnTo>
                <a:lnTo>
                  <a:pt x="18056" y="1006"/>
                </a:lnTo>
                <a:lnTo>
                  <a:pt x="19020" y="3086"/>
                </a:lnTo>
                <a:lnTo>
                  <a:pt x="19778" y="5166"/>
                </a:lnTo>
                <a:lnTo>
                  <a:pt x="20367" y="7256"/>
                </a:lnTo>
                <a:lnTo>
                  <a:pt x="20806" y="9364"/>
                </a:lnTo>
                <a:lnTo>
                  <a:pt x="21121" y="11502"/>
                </a:lnTo>
                <a:lnTo>
                  <a:pt x="21345" y="13675"/>
                </a:lnTo>
                <a:lnTo>
                  <a:pt x="21494" y="15892"/>
                </a:lnTo>
                <a:lnTo>
                  <a:pt x="21600" y="18168"/>
                </a:lnTo>
                <a:lnTo>
                  <a:pt x="19193" y="18940"/>
                </a:lnTo>
                <a:lnTo>
                  <a:pt x="16868" y="19650"/>
                </a:lnTo>
                <a:lnTo>
                  <a:pt x="14578" y="20289"/>
                </a:lnTo>
                <a:lnTo>
                  <a:pt x="12274" y="20838"/>
                </a:lnTo>
                <a:lnTo>
                  <a:pt x="9903" y="21277"/>
                </a:lnTo>
                <a:lnTo>
                  <a:pt x="7422" y="21600"/>
                </a:lnTo>
                <a:lnTo>
                  <a:pt x="4820" y="20165"/>
                </a:lnTo>
                <a:lnTo>
                  <a:pt x="3211" y="18971"/>
                </a:lnTo>
                <a:lnTo>
                  <a:pt x="1939" y="17375"/>
                </a:lnTo>
                <a:lnTo>
                  <a:pt x="333" y="14735"/>
                </a:lnTo>
                <a:lnTo>
                  <a:pt x="117" y="12408"/>
                </a:lnTo>
                <a:lnTo>
                  <a:pt x="14" y="10136"/>
                </a:lnTo>
                <a:lnTo>
                  <a:pt x="0" y="7894"/>
                </a:lnTo>
                <a:lnTo>
                  <a:pt x="64" y="5646"/>
                </a:lnTo>
                <a:lnTo>
                  <a:pt x="181" y="3360"/>
                </a:lnTo>
                <a:lnTo>
                  <a:pt x="333" y="1006"/>
                </a:lnTo>
                <a:close/>
              </a:path>
            </a:pathLst>
          </a:custGeom>
          <a:solidFill>
            <a:srgbClr val="BAC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6" name="contour_08294"/>
          <p:cNvSpPr/>
          <p:nvPr/>
        </p:nvSpPr>
        <p:spPr>
          <a:xfrm>
            <a:off x="8092757" y="1515902"/>
            <a:ext cx="5020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71" y="0"/>
                </a:moveTo>
                <a:lnTo>
                  <a:pt x="6892" y="1426"/>
                </a:lnTo>
                <a:lnTo>
                  <a:pt x="7516" y="2856"/>
                </a:lnTo>
                <a:lnTo>
                  <a:pt x="8140" y="4291"/>
                </a:lnTo>
                <a:lnTo>
                  <a:pt x="8770" y="5738"/>
                </a:lnTo>
                <a:lnTo>
                  <a:pt x="9406" y="7200"/>
                </a:lnTo>
                <a:lnTo>
                  <a:pt x="11269" y="6725"/>
                </a:lnTo>
                <a:lnTo>
                  <a:pt x="13137" y="6247"/>
                </a:lnTo>
                <a:lnTo>
                  <a:pt x="15012" y="5770"/>
                </a:lnTo>
                <a:lnTo>
                  <a:pt x="16903" y="5287"/>
                </a:lnTo>
                <a:lnTo>
                  <a:pt x="18813" y="4800"/>
                </a:lnTo>
                <a:lnTo>
                  <a:pt x="19844" y="6466"/>
                </a:lnTo>
                <a:lnTo>
                  <a:pt x="20666" y="8045"/>
                </a:lnTo>
                <a:lnTo>
                  <a:pt x="21249" y="9600"/>
                </a:lnTo>
                <a:lnTo>
                  <a:pt x="21569" y="11186"/>
                </a:lnTo>
                <a:lnTo>
                  <a:pt x="21600" y="12866"/>
                </a:lnTo>
                <a:lnTo>
                  <a:pt x="21312" y="14700"/>
                </a:lnTo>
                <a:lnTo>
                  <a:pt x="20468" y="16354"/>
                </a:lnTo>
                <a:lnTo>
                  <a:pt x="19596" y="17803"/>
                </a:lnTo>
                <a:lnTo>
                  <a:pt x="18587" y="19116"/>
                </a:lnTo>
                <a:lnTo>
                  <a:pt x="17320" y="20359"/>
                </a:lnTo>
                <a:lnTo>
                  <a:pt x="15677" y="21600"/>
                </a:lnTo>
                <a:lnTo>
                  <a:pt x="13554" y="21586"/>
                </a:lnTo>
                <a:lnTo>
                  <a:pt x="11557" y="21466"/>
                </a:lnTo>
                <a:lnTo>
                  <a:pt x="9645" y="21252"/>
                </a:lnTo>
                <a:lnTo>
                  <a:pt x="7776" y="20957"/>
                </a:lnTo>
                <a:lnTo>
                  <a:pt x="5920" y="20594"/>
                </a:lnTo>
                <a:lnTo>
                  <a:pt x="4029" y="20172"/>
                </a:lnTo>
                <a:lnTo>
                  <a:pt x="2069" y="19702"/>
                </a:lnTo>
                <a:lnTo>
                  <a:pt x="0" y="19200"/>
                </a:lnTo>
                <a:lnTo>
                  <a:pt x="517" y="17616"/>
                </a:lnTo>
                <a:lnTo>
                  <a:pt x="1035" y="16032"/>
                </a:lnTo>
                <a:lnTo>
                  <a:pt x="1552" y="14446"/>
                </a:lnTo>
                <a:lnTo>
                  <a:pt x="2073" y="12857"/>
                </a:lnTo>
                <a:lnTo>
                  <a:pt x="2590" y="11266"/>
                </a:lnTo>
                <a:lnTo>
                  <a:pt x="3113" y="9672"/>
                </a:lnTo>
                <a:lnTo>
                  <a:pt x="3634" y="8074"/>
                </a:lnTo>
                <a:lnTo>
                  <a:pt x="4158" y="6470"/>
                </a:lnTo>
                <a:lnTo>
                  <a:pt x="4681" y="4862"/>
                </a:lnTo>
                <a:lnTo>
                  <a:pt x="5211" y="3250"/>
                </a:lnTo>
                <a:lnTo>
                  <a:pt x="5738" y="1627"/>
                </a:lnTo>
                <a:lnTo>
                  <a:pt x="6271" y="0"/>
                </a:lnTo>
                <a:close/>
              </a:path>
            </a:pathLst>
          </a:custGeom>
          <a:solidFill>
            <a:srgbClr val="F1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7" name="contour_08295"/>
          <p:cNvSpPr/>
          <p:nvPr/>
        </p:nvSpPr>
        <p:spPr>
          <a:xfrm>
            <a:off x="10308307" y="1507885"/>
            <a:ext cx="80168" cy="371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24"/>
                </a:moveTo>
                <a:lnTo>
                  <a:pt x="2765" y="275"/>
                </a:lnTo>
                <a:lnTo>
                  <a:pt x="5194" y="152"/>
                </a:lnTo>
                <a:lnTo>
                  <a:pt x="7317" y="59"/>
                </a:lnTo>
                <a:lnTo>
                  <a:pt x="9168" y="8"/>
                </a:lnTo>
                <a:lnTo>
                  <a:pt x="10778" y="0"/>
                </a:lnTo>
                <a:lnTo>
                  <a:pt x="12178" y="47"/>
                </a:lnTo>
                <a:lnTo>
                  <a:pt x="13400" y="148"/>
                </a:lnTo>
                <a:lnTo>
                  <a:pt x="14474" y="313"/>
                </a:lnTo>
                <a:lnTo>
                  <a:pt x="15434" y="546"/>
                </a:lnTo>
                <a:lnTo>
                  <a:pt x="16312" y="856"/>
                </a:lnTo>
                <a:lnTo>
                  <a:pt x="17137" y="1249"/>
                </a:lnTo>
                <a:lnTo>
                  <a:pt x="17944" y="1728"/>
                </a:lnTo>
                <a:lnTo>
                  <a:pt x="18761" y="2304"/>
                </a:lnTo>
                <a:lnTo>
                  <a:pt x="19623" y="2982"/>
                </a:lnTo>
                <a:lnTo>
                  <a:pt x="20557" y="3761"/>
                </a:lnTo>
                <a:lnTo>
                  <a:pt x="21600" y="4659"/>
                </a:lnTo>
                <a:lnTo>
                  <a:pt x="21600" y="7458"/>
                </a:lnTo>
                <a:lnTo>
                  <a:pt x="21600" y="10275"/>
                </a:lnTo>
                <a:lnTo>
                  <a:pt x="21600" y="13129"/>
                </a:lnTo>
                <a:lnTo>
                  <a:pt x="20675" y="13388"/>
                </a:lnTo>
                <a:lnTo>
                  <a:pt x="19744" y="13646"/>
                </a:lnTo>
                <a:lnTo>
                  <a:pt x="18800" y="13909"/>
                </a:lnTo>
                <a:lnTo>
                  <a:pt x="18256" y="14065"/>
                </a:lnTo>
                <a:lnTo>
                  <a:pt x="17296" y="14345"/>
                </a:lnTo>
                <a:lnTo>
                  <a:pt x="15096" y="14984"/>
                </a:lnTo>
                <a:lnTo>
                  <a:pt x="14558" y="15137"/>
                </a:lnTo>
                <a:lnTo>
                  <a:pt x="13608" y="15408"/>
                </a:lnTo>
                <a:lnTo>
                  <a:pt x="11436" y="16026"/>
                </a:lnTo>
                <a:lnTo>
                  <a:pt x="10203" y="16518"/>
                </a:lnTo>
                <a:lnTo>
                  <a:pt x="8997" y="17068"/>
                </a:lnTo>
                <a:lnTo>
                  <a:pt x="7811" y="17678"/>
                </a:lnTo>
                <a:lnTo>
                  <a:pt x="6639" y="18343"/>
                </a:lnTo>
                <a:lnTo>
                  <a:pt x="5475" y="19067"/>
                </a:lnTo>
                <a:lnTo>
                  <a:pt x="4312" y="19851"/>
                </a:lnTo>
                <a:lnTo>
                  <a:pt x="3144" y="20694"/>
                </a:lnTo>
                <a:lnTo>
                  <a:pt x="1964" y="21600"/>
                </a:lnTo>
                <a:lnTo>
                  <a:pt x="1720" y="18978"/>
                </a:lnTo>
                <a:lnTo>
                  <a:pt x="1477" y="16357"/>
                </a:lnTo>
                <a:lnTo>
                  <a:pt x="1233" y="13727"/>
                </a:lnTo>
                <a:lnTo>
                  <a:pt x="990" y="11092"/>
                </a:lnTo>
                <a:lnTo>
                  <a:pt x="744" y="8445"/>
                </a:lnTo>
                <a:lnTo>
                  <a:pt x="497" y="5785"/>
                </a:lnTo>
                <a:lnTo>
                  <a:pt x="249" y="3113"/>
                </a:lnTo>
                <a:lnTo>
                  <a:pt x="0" y="424"/>
                </a:lnTo>
                <a:close/>
              </a:path>
            </a:pathLst>
          </a:custGeom>
          <a:solidFill>
            <a:srgbClr val="BD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8" name="contour_08296"/>
          <p:cNvSpPr/>
          <p:nvPr/>
        </p:nvSpPr>
        <p:spPr>
          <a:xfrm>
            <a:off x="7196334" y="1484360"/>
            <a:ext cx="43728" cy="468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03"/>
                </a:moveTo>
                <a:lnTo>
                  <a:pt x="7744" y="487"/>
                </a:lnTo>
                <a:lnTo>
                  <a:pt x="10652" y="121"/>
                </a:lnTo>
                <a:lnTo>
                  <a:pt x="12737" y="0"/>
                </a:lnTo>
                <a:lnTo>
                  <a:pt x="14389" y="121"/>
                </a:lnTo>
                <a:lnTo>
                  <a:pt x="16009" y="487"/>
                </a:lnTo>
                <a:lnTo>
                  <a:pt x="18000" y="1103"/>
                </a:lnTo>
                <a:lnTo>
                  <a:pt x="18965" y="3133"/>
                </a:lnTo>
                <a:lnTo>
                  <a:pt x="19764" y="5166"/>
                </a:lnTo>
                <a:lnTo>
                  <a:pt x="20401" y="7217"/>
                </a:lnTo>
                <a:lnTo>
                  <a:pt x="20894" y="9287"/>
                </a:lnTo>
                <a:lnTo>
                  <a:pt x="21247" y="11385"/>
                </a:lnTo>
                <a:lnTo>
                  <a:pt x="21478" y="13516"/>
                </a:lnTo>
                <a:lnTo>
                  <a:pt x="21589" y="15687"/>
                </a:lnTo>
                <a:lnTo>
                  <a:pt x="21600" y="17909"/>
                </a:lnTo>
                <a:lnTo>
                  <a:pt x="19451" y="19859"/>
                </a:lnTo>
                <a:lnTo>
                  <a:pt x="17914" y="20891"/>
                </a:lnTo>
                <a:lnTo>
                  <a:pt x="16247" y="21358"/>
                </a:lnTo>
                <a:lnTo>
                  <a:pt x="13712" y="21600"/>
                </a:lnTo>
                <a:lnTo>
                  <a:pt x="11261" y="21539"/>
                </a:lnTo>
                <a:lnTo>
                  <a:pt x="8777" y="21479"/>
                </a:lnTo>
                <a:lnTo>
                  <a:pt x="7823" y="21455"/>
                </a:lnTo>
                <a:lnTo>
                  <a:pt x="6592" y="21429"/>
                </a:lnTo>
                <a:lnTo>
                  <a:pt x="4259" y="21371"/>
                </a:lnTo>
                <a:lnTo>
                  <a:pt x="0" y="21271"/>
                </a:lnTo>
                <a:lnTo>
                  <a:pt x="396" y="19052"/>
                </a:lnTo>
                <a:lnTo>
                  <a:pt x="792" y="16830"/>
                </a:lnTo>
                <a:lnTo>
                  <a:pt x="1188" y="14608"/>
                </a:lnTo>
                <a:lnTo>
                  <a:pt x="1588" y="12380"/>
                </a:lnTo>
                <a:lnTo>
                  <a:pt x="1987" y="10145"/>
                </a:lnTo>
                <a:lnTo>
                  <a:pt x="2387" y="7899"/>
                </a:lnTo>
                <a:lnTo>
                  <a:pt x="2790" y="5647"/>
                </a:lnTo>
                <a:lnTo>
                  <a:pt x="3193" y="3382"/>
                </a:lnTo>
                <a:lnTo>
                  <a:pt x="3600" y="1103"/>
                </a:lnTo>
                <a:close/>
              </a:path>
            </a:pathLst>
          </a:custGeom>
          <a:solidFill>
            <a:srgbClr val="8242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299" name="contour_08297"/>
          <p:cNvSpPr/>
          <p:nvPr/>
        </p:nvSpPr>
        <p:spPr>
          <a:xfrm>
            <a:off x="6706100" y="1486750"/>
            <a:ext cx="6753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69" y="0"/>
                </a:moveTo>
                <a:lnTo>
                  <a:pt x="20425" y="0"/>
                </a:lnTo>
                <a:lnTo>
                  <a:pt x="21600" y="0"/>
                </a:lnTo>
                <a:lnTo>
                  <a:pt x="21600" y="1527"/>
                </a:lnTo>
                <a:lnTo>
                  <a:pt x="21600" y="3056"/>
                </a:lnTo>
                <a:lnTo>
                  <a:pt x="21600" y="4590"/>
                </a:lnTo>
                <a:lnTo>
                  <a:pt x="21600" y="6130"/>
                </a:lnTo>
                <a:lnTo>
                  <a:pt x="21600" y="7677"/>
                </a:lnTo>
                <a:lnTo>
                  <a:pt x="21600" y="9232"/>
                </a:lnTo>
                <a:lnTo>
                  <a:pt x="21600" y="10800"/>
                </a:lnTo>
                <a:lnTo>
                  <a:pt x="19985" y="10800"/>
                </a:lnTo>
                <a:lnTo>
                  <a:pt x="18367" y="10800"/>
                </a:lnTo>
                <a:lnTo>
                  <a:pt x="16749" y="10800"/>
                </a:lnTo>
                <a:lnTo>
                  <a:pt x="15129" y="10800"/>
                </a:lnTo>
                <a:lnTo>
                  <a:pt x="13502" y="10800"/>
                </a:lnTo>
                <a:lnTo>
                  <a:pt x="11872" y="10800"/>
                </a:lnTo>
                <a:lnTo>
                  <a:pt x="10236" y="10800"/>
                </a:lnTo>
                <a:lnTo>
                  <a:pt x="8592" y="10800"/>
                </a:lnTo>
                <a:lnTo>
                  <a:pt x="6942" y="10800"/>
                </a:lnTo>
                <a:lnTo>
                  <a:pt x="5282" y="10800"/>
                </a:lnTo>
                <a:lnTo>
                  <a:pt x="5282" y="12327"/>
                </a:lnTo>
                <a:lnTo>
                  <a:pt x="5282" y="13856"/>
                </a:lnTo>
                <a:lnTo>
                  <a:pt x="5282" y="15390"/>
                </a:lnTo>
                <a:lnTo>
                  <a:pt x="5282" y="16930"/>
                </a:lnTo>
                <a:lnTo>
                  <a:pt x="5282" y="18477"/>
                </a:lnTo>
                <a:lnTo>
                  <a:pt x="5282" y="20032"/>
                </a:lnTo>
                <a:lnTo>
                  <a:pt x="5282" y="21600"/>
                </a:lnTo>
                <a:lnTo>
                  <a:pt x="4128" y="21064"/>
                </a:lnTo>
                <a:lnTo>
                  <a:pt x="2970" y="20529"/>
                </a:lnTo>
                <a:lnTo>
                  <a:pt x="1802" y="19986"/>
                </a:lnTo>
                <a:lnTo>
                  <a:pt x="620" y="19440"/>
                </a:lnTo>
                <a:lnTo>
                  <a:pt x="317" y="17963"/>
                </a:lnTo>
                <a:lnTo>
                  <a:pt x="135" y="16887"/>
                </a:lnTo>
                <a:lnTo>
                  <a:pt x="47" y="15902"/>
                </a:lnTo>
                <a:lnTo>
                  <a:pt x="23" y="14697"/>
                </a:lnTo>
                <a:lnTo>
                  <a:pt x="37" y="12960"/>
                </a:lnTo>
                <a:lnTo>
                  <a:pt x="26" y="11800"/>
                </a:lnTo>
                <a:lnTo>
                  <a:pt x="14" y="10634"/>
                </a:lnTo>
                <a:lnTo>
                  <a:pt x="0" y="9450"/>
                </a:lnTo>
                <a:lnTo>
                  <a:pt x="396" y="7709"/>
                </a:lnTo>
                <a:lnTo>
                  <a:pt x="839" y="6666"/>
                </a:lnTo>
                <a:lnTo>
                  <a:pt x="1608" y="5899"/>
                </a:lnTo>
                <a:lnTo>
                  <a:pt x="2988" y="4994"/>
                </a:lnTo>
                <a:lnTo>
                  <a:pt x="4126" y="4659"/>
                </a:lnTo>
                <a:lnTo>
                  <a:pt x="5282" y="4320"/>
                </a:lnTo>
                <a:lnTo>
                  <a:pt x="5282" y="5748"/>
                </a:lnTo>
                <a:lnTo>
                  <a:pt x="5282" y="7184"/>
                </a:lnTo>
                <a:lnTo>
                  <a:pt x="5282" y="8640"/>
                </a:lnTo>
                <a:lnTo>
                  <a:pt x="6781" y="8484"/>
                </a:lnTo>
                <a:lnTo>
                  <a:pt x="8264" y="8314"/>
                </a:lnTo>
                <a:lnTo>
                  <a:pt x="9730" y="8117"/>
                </a:lnTo>
                <a:lnTo>
                  <a:pt x="11187" y="7886"/>
                </a:lnTo>
                <a:lnTo>
                  <a:pt x="12635" y="7616"/>
                </a:lnTo>
                <a:lnTo>
                  <a:pt x="14073" y="7296"/>
                </a:lnTo>
                <a:lnTo>
                  <a:pt x="15506" y="6921"/>
                </a:lnTo>
                <a:lnTo>
                  <a:pt x="16938" y="6480"/>
                </a:lnTo>
                <a:lnTo>
                  <a:pt x="17796" y="4808"/>
                </a:lnTo>
                <a:lnTo>
                  <a:pt x="18346" y="3635"/>
                </a:lnTo>
                <a:lnTo>
                  <a:pt x="18700" y="2650"/>
                </a:lnTo>
                <a:lnTo>
                  <a:pt x="18971" y="1542"/>
                </a:lnTo>
                <a:lnTo>
                  <a:pt x="19269" y="0"/>
                </a:lnTo>
                <a:close/>
              </a:path>
            </a:pathLst>
          </a:custGeom>
          <a:solidFill>
            <a:srgbClr val="CAD4DA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0" name="contour_08298"/>
          <p:cNvSpPr/>
          <p:nvPr/>
        </p:nvSpPr>
        <p:spPr>
          <a:xfrm>
            <a:off x="5724160" y="1369071"/>
            <a:ext cx="59055" cy="812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62" y="43"/>
                </a:moveTo>
                <a:lnTo>
                  <a:pt x="15101" y="78"/>
                </a:lnTo>
                <a:lnTo>
                  <a:pt x="16549" y="112"/>
                </a:lnTo>
                <a:lnTo>
                  <a:pt x="18015" y="149"/>
                </a:lnTo>
                <a:lnTo>
                  <a:pt x="18838" y="182"/>
                </a:lnTo>
                <a:lnTo>
                  <a:pt x="21325" y="285"/>
                </a:lnTo>
                <a:lnTo>
                  <a:pt x="21427" y="1796"/>
                </a:lnTo>
                <a:lnTo>
                  <a:pt x="21512" y="3261"/>
                </a:lnTo>
                <a:lnTo>
                  <a:pt x="21573" y="4689"/>
                </a:lnTo>
                <a:lnTo>
                  <a:pt x="21600" y="6081"/>
                </a:lnTo>
                <a:lnTo>
                  <a:pt x="21584" y="7441"/>
                </a:lnTo>
                <a:lnTo>
                  <a:pt x="21517" y="8774"/>
                </a:lnTo>
                <a:lnTo>
                  <a:pt x="21387" y="10086"/>
                </a:lnTo>
                <a:lnTo>
                  <a:pt x="21189" y="11380"/>
                </a:lnTo>
                <a:lnTo>
                  <a:pt x="20910" y="12659"/>
                </a:lnTo>
                <a:lnTo>
                  <a:pt x="20544" y="13930"/>
                </a:lnTo>
                <a:lnTo>
                  <a:pt x="20081" y="15196"/>
                </a:lnTo>
                <a:lnTo>
                  <a:pt x="19513" y="16461"/>
                </a:lnTo>
                <a:lnTo>
                  <a:pt x="18828" y="17728"/>
                </a:lnTo>
                <a:lnTo>
                  <a:pt x="18020" y="19005"/>
                </a:lnTo>
                <a:lnTo>
                  <a:pt x="17079" y="20294"/>
                </a:lnTo>
                <a:lnTo>
                  <a:pt x="15994" y="21600"/>
                </a:lnTo>
                <a:lnTo>
                  <a:pt x="15733" y="20664"/>
                </a:lnTo>
                <a:lnTo>
                  <a:pt x="15469" y="19724"/>
                </a:lnTo>
                <a:lnTo>
                  <a:pt x="15202" y="18769"/>
                </a:lnTo>
                <a:lnTo>
                  <a:pt x="14325" y="16089"/>
                </a:lnTo>
                <a:lnTo>
                  <a:pt x="13600" y="13927"/>
                </a:lnTo>
                <a:lnTo>
                  <a:pt x="12979" y="12208"/>
                </a:lnTo>
                <a:lnTo>
                  <a:pt x="12419" y="10857"/>
                </a:lnTo>
                <a:lnTo>
                  <a:pt x="11881" y="9797"/>
                </a:lnTo>
                <a:lnTo>
                  <a:pt x="11316" y="8956"/>
                </a:lnTo>
                <a:lnTo>
                  <a:pt x="10684" y="8259"/>
                </a:lnTo>
                <a:lnTo>
                  <a:pt x="9938" y="7629"/>
                </a:lnTo>
                <a:lnTo>
                  <a:pt x="9037" y="6991"/>
                </a:lnTo>
                <a:lnTo>
                  <a:pt x="7936" y="6272"/>
                </a:lnTo>
                <a:lnTo>
                  <a:pt x="6462" y="5765"/>
                </a:lnTo>
                <a:lnTo>
                  <a:pt x="5313" y="5402"/>
                </a:lnTo>
                <a:lnTo>
                  <a:pt x="4108" y="5081"/>
                </a:lnTo>
                <a:lnTo>
                  <a:pt x="2463" y="4701"/>
                </a:lnTo>
                <a:lnTo>
                  <a:pt x="0" y="4160"/>
                </a:lnTo>
                <a:lnTo>
                  <a:pt x="1546" y="2868"/>
                </a:lnTo>
                <a:lnTo>
                  <a:pt x="3002" y="1862"/>
                </a:lnTo>
                <a:lnTo>
                  <a:pt x="4436" y="1108"/>
                </a:lnTo>
                <a:lnTo>
                  <a:pt x="5918" y="577"/>
                </a:lnTo>
                <a:lnTo>
                  <a:pt x="7515" y="236"/>
                </a:lnTo>
                <a:lnTo>
                  <a:pt x="9290" y="54"/>
                </a:lnTo>
                <a:lnTo>
                  <a:pt x="11318" y="0"/>
                </a:lnTo>
                <a:lnTo>
                  <a:pt x="13662" y="43"/>
                </a:lnTo>
                <a:close/>
              </a:path>
            </a:pathLst>
          </a:custGeom>
          <a:solidFill>
            <a:srgbClr val="AFB7BC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1" name="contour_08299"/>
          <p:cNvSpPr/>
          <p:nvPr/>
        </p:nvSpPr>
        <p:spPr>
          <a:xfrm>
            <a:off x="10242715" y="1383465"/>
            <a:ext cx="102032" cy="31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854"/>
                </a:moveTo>
                <a:lnTo>
                  <a:pt x="15429" y="4138"/>
                </a:lnTo>
                <a:lnTo>
                  <a:pt x="15429" y="7442"/>
                </a:lnTo>
                <a:lnTo>
                  <a:pt x="15429" y="10790"/>
                </a:lnTo>
                <a:lnTo>
                  <a:pt x="16235" y="12648"/>
                </a:lnTo>
                <a:lnTo>
                  <a:pt x="16826" y="13845"/>
                </a:lnTo>
                <a:lnTo>
                  <a:pt x="17490" y="14918"/>
                </a:lnTo>
                <a:lnTo>
                  <a:pt x="18514" y="16379"/>
                </a:lnTo>
                <a:lnTo>
                  <a:pt x="19375" y="17631"/>
                </a:lnTo>
                <a:lnTo>
                  <a:pt x="20250" y="18902"/>
                </a:lnTo>
                <a:lnTo>
                  <a:pt x="20921" y="19807"/>
                </a:lnTo>
                <a:lnTo>
                  <a:pt x="21600" y="20726"/>
                </a:lnTo>
                <a:lnTo>
                  <a:pt x="20554" y="20845"/>
                </a:lnTo>
                <a:lnTo>
                  <a:pt x="19506" y="20949"/>
                </a:lnTo>
                <a:lnTo>
                  <a:pt x="18460" y="21044"/>
                </a:lnTo>
                <a:lnTo>
                  <a:pt x="17413" y="21128"/>
                </a:lnTo>
                <a:lnTo>
                  <a:pt x="16365" y="21208"/>
                </a:lnTo>
                <a:lnTo>
                  <a:pt x="15319" y="21277"/>
                </a:lnTo>
                <a:lnTo>
                  <a:pt x="14271" y="21347"/>
                </a:lnTo>
                <a:lnTo>
                  <a:pt x="13756" y="21406"/>
                </a:lnTo>
                <a:lnTo>
                  <a:pt x="12198" y="21600"/>
                </a:lnTo>
                <a:lnTo>
                  <a:pt x="11002" y="21590"/>
                </a:lnTo>
                <a:lnTo>
                  <a:pt x="9876" y="21446"/>
                </a:lnTo>
                <a:lnTo>
                  <a:pt x="8808" y="21153"/>
                </a:lnTo>
                <a:lnTo>
                  <a:pt x="7787" y="20706"/>
                </a:lnTo>
                <a:lnTo>
                  <a:pt x="6802" y="20100"/>
                </a:lnTo>
                <a:lnTo>
                  <a:pt x="5841" y="19325"/>
                </a:lnTo>
                <a:lnTo>
                  <a:pt x="4897" y="18381"/>
                </a:lnTo>
                <a:lnTo>
                  <a:pt x="3954" y="17253"/>
                </a:lnTo>
                <a:lnTo>
                  <a:pt x="3004" y="15937"/>
                </a:lnTo>
                <a:lnTo>
                  <a:pt x="2037" y="14426"/>
                </a:lnTo>
                <a:lnTo>
                  <a:pt x="1038" y="12713"/>
                </a:lnTo>
                <a:lnTo>
                  <a:pt x="0" y="10790"/>
                </a:lnTo>
                <a:lnTo>
                  <a:pt x="904" y="8286"/>
                </a:lnTo>
                <a:lnTo>
                  <a:pt x="1825" y="6185"/>
                </a:lnTo>
                <a:lnTo>
                  <a:pt x="2765" y="4451"/>
                </a:lnTo>
                <a:lnTo>
                  <a:pt x="3720" y="3060"/>
                </a:lnTo>
                <a:lnTo>
                  <a:pt x="4692" y="1972"/>
                </a:lnTo>
                <a:lnTo>
                  <a:pt x="5682" y="1157"/>
                </a:lnTo>
                <a:lnTo>
                  <a:pt x="6691" y="586"/>
                </a:lnTo>
                <a:lnTo>
                  <a:pt x="7717" y="224"/>
                </a:lnTo>
                <a:lnTo>
                  <a:pt x="8762" y="40"/>
                </a:lnTo>
                <a:lnTo>
                  <a:pt x="9825" y="0"/>
                </a:lnTo>
                <a:lnTo>
                  <a:pt x="10906" y="75"/>
                </a:lnTo>
                <a:lnTo>
                  <a:pt x="12008" y="229"/>
                </a:lnTo>
                <a:lnTo>
                  <a:pt x="13128" y="432"/>
                </a:lnTo>
                <a:lnTo>
                  <a:pt x="14268" y="651"/>
                </a:lnTo>
                <a:lnTo>
                  <a:pt x="15429" y="854"/>
                </a:lnTo>
                <a:close/>
              </a:path>
            </a:pathLst>
          </a:custGeom>
          <a:solidFill>
            <a:srgbClr val="E4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2" name="contour_08300"/>
          <p:cNvSpPr/>
          <p:nvPr/>
        </p:nvSpPr>
        <p:spPr>
          <a:xfrm>
            <a:off x="4557724" y="1275399"/>
            <a:ext cx="29509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65" y="0"/>
                </a:moveTo>
                <a:lnTo>
                  <a:pt x="18911" y="0"/>
                </a:lnTo>
                <a:lnTo>
                  <a:pt x="21600" y="0"/>
                </a:lnTo>
                <a:lnTo>
                  <a:pt x="21381" y="891"/>
                </a:lnTo>
                <a:lnTo>
                  <a:pt x="21157" y="1783"/>
                </a:lnTo>
                <a:lnTo>
                  <a:pt x="20939" y="2673"/>
                </a:lnTo>
                <a:lnTo>
                  <a:pt x="20720" y="3565"/>
                </a:lnTo>
                <a:lnTo>
                  <a:pt x="20501" y="4457"/>
                </a:lnTo>
                <a:lnTo>
                  <a:pt x="20277" y="5349"/>
                </a:lnTo>
                <a:lnTo>
                  <a:pt x="20058" y="6242"/>
                </a:lnTo>
                <a:lnTo>
                  <a:pt x="19840" y="7136"/>
                </a:lnTo>
                <a:lnTo>
                  <a:pt x="19616" y="8030"/>
                </a:lnTo>
                <a:lnTo>
                  <a:pt x="19397" y="8926"/>
                </a:lnTo>
                <a:lnTo>
                  <a:pt x="19173" y="9822"/>
                </a:lnTo>
                <a:lnTo>
                  <a:pt x="18954" y="10719"/>
                </a:lnTo>
                <a:lnTo>
                  <a:pt x="18730" y="11617"/>
                </a:lnTo>
                <a:lnTo>
                  <a:pt x="18511" y="12517"/>
                </a:lnTo>
                <a:lnTo>
                  <a:pt x="18287" y="13417"/>
                </a:lnTo>
                <a:lnTo>
                  <a:pt x="18063" y="14320"/>
                </a:lnTo>
                <a:lnTo>
                  <a:pt x="17839" y="15224"/>
                </a:lnTo>
                <a:lnTo>
                  <a:pt x="17615" y="16129"/>
                </a:lnTo>
                <a:lnTo>
                  <a:pt x="17391" y="17036"/>
                </a:lnTo>
                <a:lnTo>
                  <a:pt x="17167" y="17945"/>
                </a:lnTo>
                <a:lnTo>
                  <a:pt x="16943" y="18856"/>
                </a:lnTo>
                <a:lnTo>
                  <a:pt x="16719" y="19768"/>
                </a:lnTo>
                <a:lnTo>
                  <a:pt x="16489" y="20683"/>
                </a:lnTo>
                <a:lnTo>
                  <a:pt x="16265" y="21600"/>
                </a:lnTo>
                <a:lnTo>
                  <a:pt x="13950" y="20742"/>
                </a:lnTo>
                <a:lnTo>
                  <a:pt x="11864" y="19901"/>
                </a:lnTo>
                <a:lnTo>
                  <a:pt x="9986" y="19077"/>
                </a:lnTo>
                <a:lnTo>
                  <a:pt x="8311" y="18263"/>
                </a:lnTo>
                <a:lnTo>
                  <a:pt x="6828" y="17460"/>
                </a:lnTo>
                <a:lnTo>
                  <a:pt x="5527" y="16665"/>
                </a:lnTo>
                <a:lnTo>
                  <a:pt x="4396" y="15873"/>
                </a:lnTo>
                <a:lnTo>
                  <a:pt x="3420" y="15084"/>
                </a:lnTo>
                <a:lnTo>
                  <a:pt x="2593" y="14294"/>
                </a:lnTo>
                <a:lnTo>
                  <a:pt x="1904" y="13501"/>
                </a:lnTo>
                <a:lnTo>
                  <a:pt x="1339" y="12702"/>
                </a:lnTo>
                <a:lnTo>
                  <a:pt x="891" y="11895"/>
                </a:lnTo>
                <a:lnTo>
                  <a:pt x="549" y="11076"/>
                </a:lnTo>
                <a:lnTo>
                  <a:pt x="299" y="10243"/>
                </a:lnTo>
                <a:lnTo>
                  <a:pt x="128" y="9395"/>
                </a:lnTo>
                <a:lnTo>
                  <a:pt x="37" y="8527"/>
                </a:lnTo>
                <a:lnTo>
                  <a:pt x="0" y="7638"/>
                </a:lnTo>
                <a:lnTo>
                  <a:pt x="16" y="6724"/>
                </a:lnTo>
                <a:lnTo>
                  <a:pt x="75" y="5784"/>
                </a:lnTo>
                <a:lnTo>
                  <a:pt x="160" y="4814"/>
                </a:lnTo>
                <a:lnTo>
                  <a:pt x="261" y="3812"/>
                </a:lnTo>
                <a:lnTo>
                  <a:pt x="1771" y="4531"/>
                </a:lnTo>
                <a:lnTo>
                  <a:pt x="3281" y="5250"/>
                </a:lnTo>
                <a:lnTo>
                  <a:pt x="4796" y="5972"/>
                </a:lnTo>
                <a:lnTo>
                  <a:pt x="6316" y="6696"/>
                </a:lnTo>
                <a:lnTo>
                  <a:pt x="7847" y="7424"/>
                </a:lnTo>
                <a:lnTo>
                  <a:pt x="9384" y="8156"/>
                </a:lnTo>
                <a:lnTo>
                  <a:pt x="10931" y="8894"/>
                </a:lnTo>
                <a:lnTo>
                  <a:pt x="11459" y="8014"/>
                </a:lnTo>
                <a:lnTo>
                  <a:pt x="11987" y="7132"/>
                </a:lnTo>
                <a:lnTo>
                  <a:pt x="12515" y="6250"/>
                </a:lnTo>
                <a:lnTo>
                  <a:pt x="13049" y="5367"/>
                </a:lnTo>
                <a:lnTo>
                  <a:pt x="13577" y="4480"/>
                </a:lnTo>
                <a:lnTo>
                  <a:pt x="14110" y="3592"/>
                </a:lnTo>
                <a:lnTo>
                  <a:pt x="14644" y="2700"/>
                </a:lnTo>
                <a:lnTo>
                  <a:pt x="15182" y="1804"/>
                </a:lnTo>
                <a:lnTo>
                  <a:pt x="15721" y="905"/>
                </a:lnTo>
                <a:lnTo>
                  <a:pt x="16265" y="0"/>
                </a:lnTo>
                <a:close/>
              </a:path>
            </a:pathLst>
          </a:custGeom>
          <a:solidFill>
            <a:srgbClr val="575B5D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3" name="contour_08301"/>
          <p:cNvSpPr/>
          <p:nvPr/>
        </p:nvSpPr>
        <p:spPr>
          <a:xfrm>
            <a:off x="11714889" y="1340990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20045" y="0"/>
                </a:lnTo>
                <a:lnTo>
                  <a:pt x="21600" y="0"/>
                </a:lnTo>
                <a:lnTo>
                  <a:pt x="21600" y="1527"/>
                </a:lnTo>
                <a:lnTo>
                  <a:pt x="21600" y="3056"/>
                </a:lnTo>
                <a:lnTo>
                  <a:pt x="21600" y="4584"/>
                </a:lnTo>
                <a:lnTo>
                  <a:pt x="21600" y="6115"/>
                </a:lnTo>
                <a:lnTo>
                  <a:pt x="21600" y="7646"/>
                </a:lnTo>
                <a:lnTo>
                  <a:pt x="21600" y="9182"/>
                </a:lnTo>
                <a:lnTo>
                  <a:pt x="21600" y="10720"/>
                </a:lnTo>
                <a:lnTo>
                  <a:pt x="21600" y="12260"/>
                </a:lnTo>
                <a:lnTo>
                  <a:pt x="21600" y="13805"/>
                </a:lnTo>
                <a:lnTo>
                  <a:pt x="21600" y="15353"/>
                </a:lnTo>
                <a:lnTo>
                  <a:pt x="21600" y="16906"/>
                </a:lnTo>
                <a:lnTo>
                  <a:pt x="21600" y="18466"/>
                </a:lnTo>
                <a:lnTo>
                  <a:pt x="21600" y="20030"/>
                </a:lnTo>
                <a:lnTo>
                  <a:pt x="21600" y="21600"/>
                </a:lnTo>
                <a:lnTo>
                  <a:pt x="19560" y="21600"/>
                </a:lnTo>
                <a:lnTo>
                  <a:pt x="17508" y="21600"/>
                </a:lnTo>
                <a:lnTo>
                  <a:pt x="15429" y="21600"/>
                </a:lnTo>
                <a:lnTo>
                  <a:pt x="15367" y="20933"/>
                </a:lnTo>
                <a:lnTo>
                  <a:pt x="15188" y="18917"/>
                </a:lnTo>
                <a:lnTo>
                  <a:pt x="14762" y="16118"/>
                </a:lnTo>
                <a:lnTo>
                  <a:pt x="14392" y="13913"/>
                </a:lnTo>
                <a:lnTo>
                  <a:pt x="14031" y="12206"/>
                </a:lnTo>
                <a:lnTo>
                  <a:pt x="13633" y="10897"/>
                </a:lnTo>
                <a:lnTo>
                  <a:pt x="13148" y="9884"/>
                </a:lnTo>
                <a:lnTo>
                  <a:pt x="12528" y="9070"/>
                </a:lnTo>
                <a:lnTo>
                  <a:pt x="11726" y="8353"/>
                </a:lnTo>
                <a:lnTo>
                  <a:pt x="10698" y="7636"/>
                </a:lnTo>
                <a:lnTo>
                  <a:pt x="9390" y="6817"/>
                </a:lnTo>
                <a:lnTo>
                  <a:pt x="7541" y="6216"/>
                </a:lnTo>
                <a:lnTo>
                  <a:pt x="5699" y="5668"/>
                </a:lnTo>
                <a:lnTo>
                  <a:pt x="3848" y="5171"/>
                </a:lnTo>
                <a:lnTo>
                  <a:pt x="1953" y="4722"/>
                </a:lnTo>
                <a:lnTo>
                  <a:pt x="0" y="4320"/>
                </a:lnTo>
                <a:lnTo>
                  <a:pt x="1981" y="3618"/>
                </a:lnTo>
                <a:lnTo>
                  <a:pt x="3845" y="3087"/>
                </a:lnTo>
                <a:lnTo>
                  <a:pt x="5644" y="2702"/>
                </a:lnTo>
                <a:lnTo>
                  <a:pt x="7430" y="2443"/>
                </a:lnTo>
                <a:lnTo>
                  <a:pt x="9251" y="2283"/>
                </a:lnTo>
                <a:lnTo>
                  <a:pt x="11158" y="2199"/>
                </a:lnTo>
                <a:lnTo>
                  <a:pt x="13201" y="2166"/>
                </a:lnTo>
                <a:lnTo>
                  <a:pt x="15429" y="2160"/>
                </a:lnTo>
                <a:lnTo>
                  <a:pt x="16959" y="1089"/>
                </a:lnTo>
                <a:lnTo>
                  <a:pt x="18514" y="0"/>
                </a:lnTo>
                <a:close/>
              </a:path>
            </a:pathLst>
          </a:custGeom>
          <a:solidFill>
            <a:srgbClr val="A1AEB5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4" name="contour_08302"/>
          <p:cNvSpPr/>
          <p:nvPr/>
        </p:nvSpPr>
        <p:spPr>
          <a:xfrm>
            <a:off x="1599157" y="1311838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69" y="0"/>
                </a:lnTo>
                <a:lnTo>
                  <a:pt x="16542" y="0"/>
                </a:lnTo>
                <a:lnTo>
                  <a:pt x="17618" y="0"/>
                </a:lnTo>
                <a:lnTo>
                  <a:pt x="18704" y="0"/>
                </a:lnTo>
                <a:lnTo>
                  <a:pt x="19800" y="0"/>
                </a:lnTo>
                <a:lnTo>
                  <a:pt x="19978" y="2138"/>
                </a:lnTo>
                <a:lnTo>
                  <a:pt x="20156" y="4280"/>
                </a:lnTo>
                <a:lnTo>
                  <a:pt x="20335" y="6421"/>
                </a:lnTo>
                <a:lnTo>
                  <a:pt x="20515" y="8566"/>
                </a:lnTo>
                <a:lnTo>
                  <a:pt x="20693" y="10720"/>
                </a:lnTo>
                <a:lnTo>
                  <a:pt x="20873" y="12877"/>
                </a:lnTo>
                <a:lnTo>
                  <a:pt x="21053" y="15043"/>
                </a:lnTo>
                <a:lnTo>
                  <a:pt x="21235" y="17218"/>
                </a:lnTo>
                <a:lnTo>
                  <a:pt x="21416" y="19403"/>
                </a:lnTo>
                <a:lnTo>
                  <a:pt x="21600" y="21600"/>
                </a:lnTo>
                <a:lnTo>
                  <a:pt x="21035" y="21440"/>
                </a:lnTo>
                <a:lnTo>
                  <a:pt x="20515" y="21288"/>
                </a:lnTo>
                <a:lnTo>
                  <a:pt x="20014" y="21146"/>
                </a:lnTo>
                <a:lnTo>
                  <a:pt x="19516" y="21004"/>
                </a:lnTo>
                <a:lnTo>
                  <a:pt x="18992" y="20856"/>
                </a:lnTo>
                <a:lnTo>
                  <a:pt x="18425" y="20693"/>
                </a:lnTo>
                <a:lnTo>
                  <a:pt x="17789" y="20511"/>
                </a:lnTo>
                <a:lnTo>
                  <a:pt x="17064" y="20304"/>
                </a:lnTo>
                <a:lnTo>
                  <a:pt x="16227" y="20063"/>
                </a:lnTo>
                <a:lnTo>
                  <a:pt x="15257" y="19789"/>
                </a:lnTo>
                <a:lnTo>
                  <a:pt x="14130" y="19465"/>
                </a:lnTo>
                <a:lnTo>
                  <a:pt x="12823" y="19091"/>
                </a:lnTo>
                <a:lnTo>
                  <a:pt x="11318" y="18662"/>
                </a:lnTo>
                <a:lnTo>
                  <a:pt x="9589" y="18169"/>
                </a:lnTo>
                <a:lnTo>
                  <a:pt x="7616" y="17604"/>
                </a:lnTo>
                <a:lnTo>
                  <a:pt x="5373" y="16965"/>
                </a:lnTo>
                <a:lnTo>
                  <a:pt x="2842" y="16240"/>
                </a:lnTo>
                <a:lnTo>
                  <a:pt x="0" y="15429"/>
                </a:lnTo>
                <a:lnTo>
                  <a:pt x="0" y="13898"/>
                </a:lnTo>
                <a:lnTo>
                  <a:pt x="0" y="12343"/>
                </a:lnTo>
                <a:lnTo>
                  <a:pt x="1188" y="12343"/>
                </a:lnTo>
                <a:lnTo>
                  <a:pt x="2376" y="12343"/>
                </a:lnTo>
                <a:lnTo>
                  <a:pt x="3566" y="12343"/>
                </a:lnTo>
                <a:lnTo>
                  <a:pt x="4757" y="12343"/>
                </a:lnTo>
                <a:lnTo>
                  <a:pt x="5951" y="12343"/>
                </a:lnTo>
                <a:lnTo>
                  <a:pt x="7146" y="12343"/>
                </a:lnTo>
                <a:lnTo>
                  <a:pt x="8345" y="12343"/>
                </a:lnTo>
                <a:lnTo>
                  <a:pt x="9547" y="12343"/>
                </a:lnTo>
                <a:lnTo>
                  <a:pt x="10753" y="12343"/>
                </a:lnTo>
                <a:lnTo>
                  <a:pt x="11963" y="12343"/>
                </a:lnTo>
                <a:lnTo>
                  <a:pt x="13180" y="12343"/>
                </a:lnTo>
                <a:lnTo>
                  <a:pt x="14400" y="12343"/>
                </a:lnTo>
                <a:lnTo>
                  <a:pt x="14400" y="10306"/>
                </a:lnTo>
                <a:lnTo>
                  <a:pt x="14400" y="8267"/>
                </a:lnTo>
                <a:lnTo>
                  <a:pt x="14400" y="6218"/>
                </a:lnTo>
                <a:lnTo>
                  <a:pt x="14400" y="4160"/>
                </a:lnTo>
                <a:lnTo>
                  <a:pt x="14400" y="2089"/>
                </a:lnTo>
                <a:lnTo>
                  <a:pt x="14400" y="0"/>
                </a:lnTo>
                <a:close/>
              </a:path>
            </a:pathLst>
          </a:custGeom>
          <a:solidFill>
            <a:srgbClr val="C5ABAA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5" name="contour_08303"/>
          <p:cNvSpPr/>
          <p:nvPr/>
        </p:nvSpPr>
        <p:spPr>
          <a:xfrm>
            <a:off x="8769360" y="1297262"/>
            <a:ext cx="7406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4" y="0"/>
                </a:moveTo>
                <a:lnTo>
                  <a:pt x="1926" y="488"/>
                </a:lnTo>
                <a:lnTo>
                  <a:pt x="3048" y="892"/>
                </a:lnTo>
                <a:lnTo>
                  <a:pt x="4017" y="1361"/>
                </a:lnTo>
                <a:lnTo>
                  <a:pt x="5140" y="2043"/>
                </a:lnTo>
                <a:lnTo>
                  <a:pt x="6721" y="3086"/>
                </a:lnTo>
                <a:lnTo>
                  <a:pt x="6721" y="4919"/>
                </a:lnTo>
                <a:lnTo>
                  <a:pt x="6721" y="6758"/>
                </a:lnTo>
                <a:lnTo>
                  <a:pt x="6721" y="8603"/>
                </a:lnTo>
                <a:lnTo>
                  <a:pt x="6721" y="10464"/>
                </a:lnTo>
                <a:lnTo>
                  <a:pt x="6721" y="12343"/>
                </a:lnTo>
                <a:lnTo>
                  <a:pt x="8060" y="11787"/>
                </a:lnTo>
                <a:lnTo>
                  <a:pt x="9399" y="11232"/>
                </a:lnTo>
                <a:lnTo>
                  <a:pt x="10740" y="10677"/>
                </a:lnTo>
                <a:lnTo>
                  <a:pt x="12084" y="10118"/>
                </a:lnTo>
                <a:lnTo>
                  <a:pt x="13431" y="9560"/>
                </a:lnTo>
                <a:lnTo>
                  <a:pt x="14779" y="9001"/>
                </a:lnTo>
                <a:lnTo>
                  <a:pt x="16133" y="8439"/>
                </a:lnTo>
                <a:lnTo>
                  <a:pt x="17491" y="7875"/>
                </a:lnTo>
                <a:lnTo>
                  <a:pt x="18854" y="7310"/>
                </a:lnTo>
                <a:lnTo>
                  <a:pt x="20225" y="6742"/>
                </a:lnTo>
                <a:lnTo>
                  <a:pt x="21600" y="6171"/>
                </a:lnTo>
                <a:lnTo>
                  <a:pt x="21600" y="8004"/>
                </a:lnTo>
                <a:lnTo>
                  <a:pt x="21600" y="9843"/>
                </a:lnTo>
                <a:lnTo>
                  <a:pt x="21600" y="11689"/>
                </a:lnTo>
                <a:lnTo>
                  <a:pt x="21600" y="13549"/>
                </a:lnTo>
                <a:lnTo>
                  <a:pt x="21600" y="15429"/>
                </a:lnTo>
                <a:lnTo>
                  <a:pt x="20399" y="16660"/>
                </a:lnTo>
                <a:lnTo>
                  <a:pt x="19156" y="17718"/>
                </a:lnTo>
                <a:lnTo>
                  <a:pt x="17874" y="18622"/>
                </a:lnTo>
                <a:lnTo>
                  <a:pt x="16558" y="19394"/>
                </a:lnTo>
                <a:lnTo>
                  <a:pt x="15206" y="20057"/>
                </a:lnTo>
                <a:lnTo>
                  <a:pt x="13823" y="20631"/>
                </a:lnTo>
                <a:lnTo>
                  <a:pt x="12411" y="21137"/>
                </a:lnTo>
                <a:lnTo>
                  <a:pt x="10972" y="21600"/>
                </a:lnTo>
                <a:lnTo>
                  <a:pt x="9199" y="21112"/>
                </a:lnTo>
                <a:lnTo>
                  <a:pt x="7981" y="20708"/>
                </a:lnTo>
                <a:lnTo>
                  <a:pt x="7012" y="20239"/>
                </a:lnTo>
                <a:lnTo>
                  <a:pt x="5986" y="19557"/>
                </a:lnTo>
                <a:lnTo>
                  <a:pt x="4595" y="18514"/>
                </a:lnTo>
                <a:lnTo>
                  <a:pt x="3463" y="17928"/>
                </a:lnTo>
                <a:lnTo>
                  <a:pt x="2313" y="17332"/>
                </a:lnTo>
                <a:lnTo>
                  <a:pt x="1335" y="16388"/>
                </a:lnTo>
                <a:lnTo>
                  <a:pt x="344" y="15429"/>
                </a:lnTo>
                <a:lnTo>
                  <a:pt x="106" y="13238"/>
                </a:lnTo>
                <a:lnTo>
                  <a:pt x="0" y="11683"/>
                </a:lnTo>
                <a:lnTo>
                  <a:pt x="0" y="10025"/>
                </a:lnTo>
                <a:lnTo>
                  <a:pt x="79" y="7523"/>
                </a:lnTo>
                <a:lnTo>
                  <a:pt x="136" y="5409"/>
                </a:lnTo>
                <a:lnTo>
                  <a:pt x="196" y="3268"/>
                </a:lnTo>
                <a:lnTo>
                  <a:pt x="270" y="1645"/>
                </a:lnTo>
                <a:lnTo>
                  <a:pt x="344" y="0"/>
                </a:lnTo>
                <a:close/>
              </a:path>
            </a:pathLst>
          </a:custGeom>
          <a:solidFill>
            <a:srgbClr val="859299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6" name="contour_08304"/>
          <p:cNvSpPr/>
          <p:nvPr/>
        </p:nvSpPr>
        <p:spPr>
          <a:xfrm>
            <a:off x="7844966" y="1303158"/>
            <a:ext cx="102032" cy="31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950"/>
                </a:moveTo>
                <a:lnTo>
                  <a:pt x="5593" y="841"/>
                </a:lnTo>
                <a:lnTo>
                  <a:pt x="6557" y="736"/>
                </a:lnTo>
                <a:lnTo>
                  <a:pt x="7521" y="642"/>
                </a:lnTo>
                <a:lnTo>
                  <a:pt x="8486" y="552"/>
                </a:lnTo>
                <a:lnTo>
                  <a:pt x="9450" y="473"/>
                </a:lnTo>
                <a:lnTo>
                  <a:pt x="10414" y="398"/>
                </a:lnTo>
                <a:lnTo>
                  <a:pt x="11379" y="328"/>
                </a:lnTo>
                <a:lnTo>
                  <a:pt x="11858" y="269"/>
                </a:lnTo>
                <a:lnTo>
                  <a:pt x="13307" y="75"/>
                </a:lnTo>
                <a:lnTo>
                  <a:pt x="15077" y="0"/>
                </a:lnTo>
                <a:lnTo>
                  <a:pt x="16390" y="60"/>
                </a:lnTo>
                <a:lnTo>
                  <a:pt x="17371" y="353"/>
                </a:lnTo>
                <a:lnTo>
                  <a:pt x="18149" y="990"/>
                </a:lnTo>
                <a:lnTo>
                  <a:pt x="18844" y="2069"/>
                </a:lnTo>
                <a:lnTo>
                  <a:pt x="19588" y="3691"/>
                </a:lnTo>
                <a:lnTo>
                  <a:pt x="20503" y="5965"/>
                </a:lnTo>
                <a:lnTo>
                  <a:pt x="20776" y="7193"/>
                </a:lnTo>
                <a:lnTo>
                  <a:pt x="21600" y="10899"/>
                </a:lnTo>
                <a:lnTo>
                  <a:pt x="20557" y="12815"/>
                </a:lnTo>
                <a:lnTo>
                  <a:pt x="19548" y="14511"/>
                </a:lnTo>
                <a:lnTo>
                  <a:pt x="18565" y="15989"/>
                </a:lnTo>
                <a:lnTo>
                  <a:pt x="17601" y="17267"/>
                </a:lnTo>
                <a:lnTo>
                  <a:pt x="16649" y="18352"/>
                </a:lnTo>
                <a:lnTo>
                  <a:pt x="15699" y="19262"/>
                </a:lnTo>
                <a:lnTo>
                  <a:pt x="14747" y="20003"/>
                </a:lnTo>
                <a:lnTo>
                  <a:pt x="13781" y="20590"/>
                </a:lnTo>
                <a:lnTo>
                  <a:pt x="12798" y="21033"/>
                </a:lnTo>
                <a:lnTo>
                  <a:pt x="11787" y="21341"/>
                </a:lnTo>
                <a:lnTo>
                  <a:pt x="10743" y="21525"/>
                </a:lnTo>
                <a:lnTo>
                  <a:pt x="9657" y="21600"/>
                </a:lnTo>
                <a:lnTo>
                  <a:pt x="8521" y="21580"/>
                </a:lnTo>
                <a:lnTo>
                  <a:pt x="7329" y="21471"/>
                </a:lnTo>
                <a:lnTo>
                  <a:pt x="6264" y="21406"/>
                </a:lnTo>
                <a:lnTo>
                  <a:pt x="5182" y="21336"/>
                </a:lnTo>
                <a:lnTo>
                  <a:pt x="4146" y="21262"/>
                </a:lnTo>
                <a:lnTo>
                  <a:pt x="3109" y="21172"/>
                </a:lnTo>
                <a:lnTo>
                  <a:pt x="2074" y="21078"/>
                </a:lnTo>
                <a:lnTo>
                  <a:pt x="1037" y="20968"/>
                </a:lnTo>
                <a:lnTo>
                  <a:pt x="0" y="20849"/>
                </a:lnTo>
                <a:lnTo>
                  <a:pt x="339" y="20212"/>
                </a:lnTo>
                <a:lnTo>
                  <a:pt x="940" y="19083"/>
                </a:lnTo>
                <a:lnTo>
                  <a:pt x="2314" y="16496"/>
                </a:lnTo>
                <a:lnTo>
                  <a:pt x="3080" y="14645"/>
                </a:lnTo>
                <a:lnTo>
                  <a:pt x="3848" y="12785"/>
                </a:lnTo>
                <a:lnTo>
                  <a:pt x="4629" y="10899"/>
                </a:lnTo>
                <a:lnTo>
                  <a:pt x="4629" y="7611"/>
                </a:lnTo>
                <a:lnTo>
                  <a:pt x="4629" y="4303"/>
                </a:lnTo>
                <a:lnTo>
                  <a:pt x="4629" y="950"/>
                </a:lnTo>
                <a:close/>
              </a:path>
            </a:pathLst>
          </a:custGeom>
          <a:solidFill>
            <a:srgbClr val="EB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7" name="contour_08305"/>
          <p:cNvSpPr/>
          <p:nvPr/>
        </p:nvSpPr>
        <p:spPr>
          <a:xfrm>
            <a:off x="8624781" y="1275399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33" y="562"/>
                </a:lnTo>
                <a:lnTo>
                  <a:pt x="4790" y="1071"/>
                </a:lnTo>
                <a:lnTo>
                  <a:pt x="6795" y="1542"/>
                </a:lnTo>
                <a:lnTo>
                  <a:pt x="8570" y="1987"/>
                </a:lnTo>
                <a:lnTo>
                  <a:pt x="10134" y="2419"/>
                </a:lnTo>
                <a:lnTo>
                  <a:pt x="11513" y="2851"/>
                </a:lnTo>
                <a:lnTo>
                  <a:pt x="12726" y="3296"/>
                </a:lnTo>
                <a:lnTo>
                  <a:pt x="13799" y="3771"/>
                </a:lnTo>
                <a:lnTo>
                  <a:pt x="14751" y="4285"/>
                </a:lnTo>
                <a:lnTo>
                  <a:pt x="15606" y="4856"/>
                </a:lnTo>
                <a:lnTo>
                  <a:pt x="16385" y="5491"/>
                </a:lnTo>
                <a:lnTo>
                  <a:pt x="17113" y="6212"/>
                </a:lnTo>
                <a:lnTo>
                  <a:pt x="17807" y="7020"/>
                </a:lnTo>
                <a:lnTo>
                  <a:pt x="18495" y="7940"/>
                </a:lnTo>
                <a:lnTo>
                  <a:pt x="19195" y="8981"/>
                </a:lnTo>
                <a:lnTo>
                  <a:pt x="19931" y="10156"/>
                </a:lnTo>
                <a:lnTo>
                  <a:pt x="20725" y="11478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252" y="21319"/>
                </a:lnTo>
                <a:lnTo>
                  <a:pt x="18925" y="21008"/>
                </a:lnTo>
                <a:lnTo>
                  <a:pt x="17617" y="20658"/>
                </a:lnTo>
                <a:lnTo>
                  <a:pt x="16328" y="20265"/>
                </a:lnTo>
                <a:lnTo>
                  <a:pt x="15057" y="19812"/>
                </a:lnTo>
                <a:lnTo>
                  <a:pt x="13804" y="19293"/>
                </a:lnTo>
                <a:lnTo>
                  <a:pt x="12568" y="18697"/>
                </a:lnTo>
                <a:lnTo>
                  <a:pt x="11349" y="18014"/>
                </a:lnTo>
                <a:lnTo>
                  <a:pt x="10148" y="17237"/>
                </a:lnTo>
                <a:lnTo>
                  <a:pt x="8962" y="16356"/>
                </a:lnTo>
                <a:lnTo>
                  <a:pt x="7792" y="15353"/>
                </a:lnTo>
                <a:lnTo>
                  <a:pt x="6637" y="14230"/>
                </a:lnTo>
                <a:lnTo>
                  <a:pt x="5497" y="12973"/>
                </a:lnTo>
                <a:lnTo>
                  <a:pt x="4370" y="11569"/>
                </a:lnTo>
                <a:lnTo>
                  <a:pt x="3258" y="10014"/>
                </a:lnTo>
                <a:lnTo>
                  <a:pt x="2160" y="8294"/>
                </a:lnTo>
                <a:lnTo>
                  <a:pt x="1075" y="6398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B9C3C9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8" name="contour_08306"/>
          <p:cNvSpPr/>
          <p:nvPr/>
        </p:nvSpPr>
        <p:spPr>
          <a:xfrm>
            <a:off x="4768602" y="1209807"/>
            <a:ext cx="22695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27" y="0"/>
                </a:moveTo>
                <a:lnTo>
                  <a:pt x="12312" y="0"/>
                </a:lnTo>
                <a:lnTo>
                  <a:pt x="16925" y="0"/>
                </a:lnTo>
                <a:lnTo>
                  <a:pt x="21600" y="0"/>
                </a:lnTo>
                <a:lnTo>
                  <a:pt x="21600" y="954"/>
                </a:lnTo>
                <a:lnTo>
                  <a:pt x="21600" y="1910"/>
                </a:lnTo>
                <a:lnTo>
                  <a:pt x="21600" y="2865"/>
                </a:lnTo>
                <a:lnTo>
                  <a:pt x="21600" y="3822"/>
                </a:lnTo>
                <a:lnTo>
                  <a:pt x="21600" y="4779"/>
                </a:lnTo>
                <a:lnTo>
                  <a:pt x="21600" y="5739"/>
                </a:lnTo>
                <a:lnTo>
                  <a:pt x="21600" y="6700"/>
                </a:lnTo>
                <a:lnTo>
                  <a:pt x="21600" y="7663"/>
                </a:lnTo>
                <a:lnTo>
                  <a:pt x="21600" y="8628"/>
                </a:lnTo>
                <a:lnTo>
                  <a:pt x="21600" y="9596"/>
                </a:lnTo>
                <a:lnTo>
                  <a:pt x="21600" y="10566"/>
                </a:lnTo>
                <a:lnTo>
                  <a:pt x="21600" y="11541"/>
                </a:lnTo>
                <a:lnTo>
                  <a:pt x="21600" y="12519"/>
                </a:lnTo>
                <a:lnTo>
                  <a:pt x="21600" y="13500"/>
                </a:lnTo>
                <a:lnTo>
                  <a:pt x="18160" y="13500"/>
                </a:lnTo>
                <a:lnTo>
                  <a:pt x="14664" y="13500"/>
                </a:lnTo>
                <a:lnTo>
                  <a:pt x="13901" y="14391"/>
                </a:lnTo>
                <a:lnTo>
                  <a:pt x="13138" y="15283"/>
                </a:lnTo>
                <a:lnTo>
                  <a:pt x="12375" y="16176"/>
                </a:lnTo>
                <a:lnTo>
                  <a:pt x="11605" y="17071"/>
                </a:lnTo>
                <a:lnTo>
                  <a:pt x="10835" y="17969"/>
                </a:lnTo>
                <a:lnTo>
                  <a:pt x="10065" y="18870"/>
                </a:lnTo>
                <a:lnTo>
                  <a:pt x="9288" y="19775"/>
                </a:lnTo>
                <a:lnTo>
                  <a:pt x="8511" y="20685"/>
                </a:lnTo>
                <a:lnTo>
                  <a:pt x="7727" y="21600"/>
                </a:lnTo>
                <a:lnTo>
                  <a:pt x="4287" y="21600"/>
                </a:lnTo>
                <a:lnTo>
                  <a:pt x="791" y="21600"/>
                </a:lnTo>
                <a:lnTo>
                  <a:pt x="728" y="20654"/>
                </a:lnTo>
                <a:lnTo>
                  <a:pt x="666" y="19706"/>
                </a:lnTo>
                <a:lnTo>
                  <a:pt x="610" y="18760"/>
                </a:lnTo>
                <a:lnTo>
                  <a:pt x="562" y="17813"/>
                </a:lnTo>
                <a:lnTo>
                  <a:pt x="513" y="16866"/>
                </a:lnTo>
                <a:lnTo>
                  <a:pt x="472" y="15919"/>
                </a:lnTo>
                <a:lnTo>
                  <a:pt x="437" y="14973"/>
                </a:lnTo>
                <a:lnTo>
                  <a:pt x="395" y="14025"/>
                </a:lnTo>
                <a:lnTo>
                  <a:pt x="361" y="13079"/>
                </a:lnTo>
                <a:lnTo>
                  <a:pt x="298" y="12274"/>
                </a:lnTo>
                <a:lnTo>
                  <a:pt x="243" y="11466"/>
                </a:lnTo>
                <a:lnTo>
                  <a:pt x="180" y="10645"/>
                </a:lnTo>
                <a:lnTo>
                  <a:pt x="160" y="9864"/>
                </a:lnTo>
                <a:lnTo>
                  <a:pt x="139" y="9080"/>
                </a:lnTo>
                <a:lnTo>
                  <a:pt x="111" y="8285"/>
                </a:lnTo>
                <a:lnTo>
                  <a:pt x="76" y="7569"/>
                </a:lnTo>
                <a:lnTo>
                  <a:pt x="42" y="6850"/>
                </a:lnTo>
                <a:lnTo>
                  <a:pt x="0" y="6121"/>
                </a:lnTo>
                <a:lnTo>
                  <a:pt x="437" y="5172"/>
                </a:lnTo>
                <a:lnTo>
                  <a:pt x="1034" y="4271"/>
                </a:lnTo>
                <a:lnTo>
                  <a:pt x="1817" y="3406"/>
                </a:lnTo>
                <a:lnTo>
                  <a:pt x="2844" y="2561"/>
                </a:lnTo>
                <a:lnTo>
                  <a:pt x="4141" y="1720"/>
                </a:lnTo>
                <a:lnTo>
                  <a:pt x="5757" y="872"/>
                </a:lnTo>
                <a:lnTo>
                  <a:pt x="7727" y="0"/>
                </a:lnTo>
                <a:close/>
              </a:path>
            </a:pathLst>
          </a:custGeom>
          <a:solidFill>
            <a:srgbClr val="4B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8309" name="contour_08307"/>
          <p:cNvSpPr/>
          <p:nvPr/>
        </p:nvSpPr>
        <p:spPr>
          <a:xfrm>
            <a:off x="8653933" y="1202519"/>
            <a:ext cx="72880" cy="596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191" y="0"/>
                </a:lnTo>
                <a:lnTo>
                  <a:pt x="17280" y="0"/>
                </a:lnTo>
                <a:lnTo>
                  <a:pt x="17710" y="1758"/>
                </a:lnTo>
                <a:lnTo>
                  <a:pt x="18118" y="3508"/>
                </a:lnTo>
                <a:lnTo>
                  <a:pt x="18507" y="5255"/>
                </a:lnTo>
                <a:lnTo>
                  <a:pt x="18878" y="7011"/>
                </a:lnTo>
                <a:lnTo>
                  <a:pt x="19233" y="8777"/>
                </a:lnTo>
                <a:lnTo>
                  <a:pt x="19574" y="10558"/>
                </a:lnTo>
                <a:lnTo>
                  <a:pt x="19870" y="12074"/>
                </a:lnTo>
                <a:lnTo>
                  <a:pt x="20170" y="13610"/>
                </a:lnTo>
                <a:lnTo>
                  <a:pt x="20460" y="15109"/>
                </a:lnTo>
                <a:lnTo>
                  <a:pt x="20747" y="16611"/>
                </a:lnTo>
                <a:lnTo>
                  <a:pt x="21034" y="18113"/>
                </a:lnTo>
                <a:lnTo>
                  <a:pt x="21317" y="19615"/>
                </a:lnTo>
                <a:lnTo>
                  <a:pt x="21600" y="21117"/>
                </a:lnTo>
                <a:lnTo>
                  <a:pt x="20205" y="21186"/>
                </a:lnTo>
                <a:lnTo>
                  <a:pt x="18809" y="21249"/>
                </a:lnTo>
                <a:lnTo>
                  <a:pt x="17416" y="21304"/>
                </a:lnTo>
                <a:lnTo>
                  <a:pt x="16021" y="21357"/>
                </a:lnTo>
                <a:lnTo>
                  <a:pt x="14625" y="21405"/>
                </a:lnTo>
                <a:lnTo>
                  <a:pt x="13230" y="21447"/>
                </a:lnTo>
                <a:lnTo>
                  <a:pt x="12044" y="21513"/>
                </a:lnTo>
                <a:lnTo>
                  <a:pt x="10843" y="21582"/>
                </a:lnTo>
                <a:lnTo>
                  <a:pt x="9236" y="21600"/>
                </a:lnTo>
                <a:lnTo>
                  <a:pt x="7815" y="21547"/>
                </a:lnTo>
                <a:lnTo>
                  <a:pt x="6525" y="21370"/>
                </a:lnTo>
                <a:lnTo>
                  <a:pt x="5311" y="21022"/>
                </a:lnTo>
                <a:lnTo>
                  <a:pt x="4123" y="20454"/>
                </a:lnTo>
                <a:lnTo>
                  <a:pt x="2905" y="19615"/>
                </a:lnTo>
                <a:lnTo>
                  <a:pt x="1603" y="18456"/>
                </a:lnTo>
                <a:lnTo>
                  <a:pt x="808" y="17158"/>
                </a:lnTo>
                <a:lnTo>
                  <a:pt x="0" y="15838"/>
                </a:lnTo>
                <a:lnTo>
                  <a:pt x="1428" y="15838"/>
                </a:lnTo>
                <a:lnTo>
                  <a:pt x="2864" y="15838"/>
                </a:lnTo>
                <a:lnTo>
                  <a:pt x="4320" y="15838"/>
                </a:lnTo>
                <a:lnTo>
                  <a:pt x="4320" y="14093"/>
                </a:lnTo>
                <a:lnTo>
                  <a:pt x="4320" y="12338"/>
                </a:lnTo>
                <a:lnTo>
                  <a:pt x="4320" y="10558"/>
                </a:lnTo>
                <a:lnTo>
                  <a:pt x="5657" y="10886"/>
                </a:lnTo>
                <a:lnTo>
                  <a:pt x="6994" y="11213"/>
                </a:lnTo>
                <a:lnTo>
                  <a:pt x="8335" y="11540"/>
                </a:lnTo>
                <a:lnTo>
                  <a:pt x="9679" y="11868"/>
                </a:lnTo>
                <a:lnTo>
                  <a:pt x="11029" y="12198"/>
                </a:lnTo>
                <a:lnTo>
                  <a:pt x="12385" y="12530"/>
                </a:lnTo>
                <a:lnTo>
                  <a:pt x="13748" y="12863"/>
                </a:lnTo>
                <a:lnTo>
                  <a:pt x="15120" y="13198"/>
                </a:lnTo>
                <a:lnTo>
                  <a:pt x="15120" y="11332"/>
                </a:lnTo>
                <a:lnTo>
                  <a:pt x="15120" y="9463"/>
                </a:lnTo>
                <a:lnTo>
                  <a:pt x="15120" y="7589"/>
                </a:lnTo>
                <a:lnTo>
                  <a:pt x="15120" y="5707"/>
                </a:lnTo>
                <a:lnTo>
                  <a:pt x="15120" y="3817"/>
                </a:lnTo>
                <a:lnTo>
                  <a:pt x="15120" y="1916"/>
                </a:lnTo>
                <a:lnTo>
                  <a:pt x="15120" y="0"/>
                </a:lnTo>
                <a:close/>
              </a:path>
            </a:pathLst>
          </a:custGeom>
          <a:solidFill>
            <a:srgbClr val="E8E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0" name="contour_08308"/>
          <p:cNvSpPr/>
          <p:nvPr/>
        </p:nvSpPr>
        <p:spPr>
          <a:xfrm>
            <a:off x="1306653" y="1115063"/>
            <a:ext cx="5928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8" y="0"/>
                </a:moveTo>
                <a:lnTo>
                  <a:pt x="1659" y="469"/>
                </a:lnTo>
                <a:lnTo>
                  <a:pt x="2982" y="945"/>
                </a:lnTo>
                <a:lnTo>
                  <a:pt x="5855" y="1935"/>
                </a:lnTo>
                <a:lnTo>
                  <a:pt x="8236" y="2743"/>
                </a:lnTo>
                <a:lnTo>
                  <a:pt x="10217" y="3383"/>
                </a:lnTo>
                <a:lnTo>
                  <a:pt x="11879" y="3872"/>
                </a:lnTo>
                <a:lnTo>
                  <a:pt x="13303" y="4224"/>
                </a:lnTo>
                <a:lnTo>
                  <a:pt x="14577" y="4455"/>
                </a:lnTo>
                <a:lnTo>
                  <a:pt x="15782" y="4579"/>
                </a:lnTo>
                <a:lnTo>
                  <a:pt x="17001" y="4614"/>
                </a:lnTo>
                <a:lnTo>
                  <a:pt x="18323" y="4571"/>
                </a:lnTo>
                <a:lnTo>
                  <a:pt x="19829" y="4468"/>
                </a:lnTo>
                <a:lnTo>
                  <a:pt x="21600" y="4320"/>
                </a:lnTo>
                <a:lnTo>
                  <a:pt x="21210" y="4638"/>
                </a:lnTo>
                <a:lnTo>
                  <a:pt x="20522" y="5198"/>
                </a:lnTo>
                <a:lnTo>
                  <a:pt x="18945" y="6480"/>
                </a:lnTo>
                <a:lnTo>
                  <a:pt x="18138" y="7420"/>
                </a:lnTo>
                <a:lnTo>
                  <a:pt x="17471" y="8378"/>
                </a:lnTo>
                <a:lnTo>
                  <a:pt x="16935" y="9353"/>
                </a:lnTo>
                <a:lnTo>
                  <a:pt x="16515" y="10339"/>
                </a:lnTo>
                <a:lnTo>
                  <a:pt x="16202" y="11340"/>
                </a:lnTo>
                <a:lnTo>
                  <a:pt x="15984" y="12349"/>
                </a:lnTo>
                <a:lnTo>
                  <a:pt x="15849" y="13368"/>
                </a:lnTo>
                <a:lnTo>
                  <a:pt x="15782" y="14393"/>
                </a:lnTo>
                <a:lnTo>
                  <a:pt x="15777" y="15422"/>
                </a:lnTo>
                <a:lnTo>
                  <a:pt x="15814" y="16455"/>
                </a:lnTo>
                <a:lnTo>
                  <a:pt x="15889" y="17489"/>
                </a:lnTo>
                <a:lnTo>
                  <a:pt x="15984" y="18523"/>
                </a:lnTo>
                <a:lnTo>
                  <a:pt x="16090" y="19554"/>
                </a:lnTo>
                <a:lnTo>
                  <a:pt x="16197" y="20579"/>
                </a:lnTo>
                <a:lnTo>
                  <a:pt x="16290" y="21600"/>
                </a:lnTo>
                <a:lnTo>
                  <a:pt x="14752" y="21368"/>
                </a:lnTo>
                <a:lnTo>
                  <a:pt x="13688" y="21141"/>
                </a:lnTo>
                <a:lnTo>
                  <a:pt x="12596" y="20784"/>
                </a:lnTo>
                <a:lnTo>
                  <a:pt x="10979" y="20160"/>
                </a:lnTo>
                <a:lnTo>
                  <a:pt x="10690" y="19215"/>
                </a:lnTo>
                <a:lnTo>
                  <a:pt x="10443" y="18289"/>
                </a:lnTo>
                <a:lnTo>
                  <a:pt x="10236" y="17374"/>
                </a:lnTo>
                <a:lnTo>
                  <a:pt x="10063" y="16458"/>
                </a:lnTo>
                <a:lnTo>
                  <a:pt x="9925" y="15530"/>
                </a:lnTo>
                <a:lnTo>
                  <a:pt x="9816" y="14580"/>
                </a:lnTo>
                <a:lnTo>
                  <a:pt x="9522" y="12684"/>
                </a:lnTo>
                <a:lnTo>
                  <a:pt x="9253" y="11189"/>
                </a:lnTo>
                <a:lnTo>
                  <a:pt x="8964" y="10024"/>
                </a:lnTo>
                <a:lnTo>
                  <a:pt x="8605" y="9120"/>
                </a:lnTo>
                <a:lnTo>
                  <a:pt x="8133" y="8404"/>
                </a:lnTo>
                <a:lnTo>
                  <a:pt x="7501" y="7808"/>
                </a:lnTo>
                <a:lnTo>
                  <a:pt x="6662" y="7260"/>
                </a:lnTo>
                <a:lnTo>
                  <a:pt x="5568" y="6692"/>
                </a:lnTo>
                <a:lnTo>
                  <a:pt x="4177" y="6031"/>
                </a:lnTo>
                <a:lnTo>
                  <a:pt x="2915" y="5466"/>
                </a:lnTo>
                <a:lnTo>
                  <a:pt x="1646" y="4896"/>
                </a:lnTo>
                <a:lnTo>
                  <a:pt x="358" y="4320"/>
                </a:lnTo>
                <a:lnTo>
                  <a:pt x="119" y="3119"/>
                </a:lnTo>
                <a:lnTo>
                  <a:pt x="0" y="2294"/>
                </a:lnTo>
                <a:lnTo>
                  <a:pt x="0" y="1637"/>
                </a:lnTo>
                <a:lnTo>
                  <a:pt x="119" y="942"/>
                </a:lnTo>
                <a:lnTo>
                  <a:pt x="358" y="0"/>
                </a:lnTo>
                <a:close/>
              </a:path>
            </a:pathLst>
          </a:custGeom>
          <a:solidFill>
            <a:srgbClr val="E7E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1" name="contour_08309"/>
          <p:cNvSpPr/>
          <p:nvPr/>
        </p:nvSpPr>
        <p:spPr>
          <a:xfrm>
            <a:off x="4463338" y="510159"/>
            <a:ext cx="5697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63" y="0"/>
                </a:moveTo>
                <a:lnTo>
                  <a:pt x="4590" y="0"/>
                </a:lnTo>
                <a:lnTo>
                  <a:pt x="6427" y="0"/>
                </a:lnTo>
                <a:lnTo>
                  <a:pt x="8290" y="0"/>
                </a:lnTo>
                <a:lnTo>
                  <a:pt x="8290" y="1190"/>
                </a:lnTo>
                <a:lnTo>
                  <a:pt x="8290" y="2387"/>
                </a:lnTo>
                <a:lnTo>
                  <a:pt x="8290" y="3600"/>
                </a:lnTo>
                <a:lnTo>
                  <a:pt x="10116" y="3600"/>
                </a:lnTo>
                <a:lnTo>
                  <a:pt x="11954" y="3600"/>
                </a:lnTo>
                <a:lnTo>
                  <a:pt x="13816" y="3600"/>
                </a:lnTo>
                <a:lnTo>
                  <a:pt x="14736" y="4594"/>
                </a:lnTo>
                <a:lnTo>
                  <a:pt x="15579" y="5560"/>
                </a:lnTo>
                <a:lnTo>
                  <a:pt x="16358" y="6521"/>
                </a:lnTo>
                <a:lnTo>
                  <a:pt x="17093" y="7497"/>
                </a:lnTo>
                <a:lnTo>
                  <a:pt x="17795" y="8503"/>
                </a:lnTo>
                <a:lnTo>
                  <a:pt x="18480" y="9562"/>
                </a:lnTo>
                <a:lnTo>
                  <a:pt x="19072" y="10399"/>
                </a:lnTo>
                <a:lnTo>
                  <a:pt x="19671" y="11246"/>
                </a:lnTo>
                <a:lnTo>
                  <a:pt x="20442" y="12501"/>
                </a:lnTo>
                <a:lnTo>
                  <a:pt x="21025" y="13628"/>
                </a:lnTo>
                <a:lnTo>
                  <a:pt x="21412" y="14684"/>
                </a:lnTo>
                <a:lnTo>
                  <a:pt x="21600" y="15727"/>
                </a:lnTo>
                <a:lnTo>
                  <a:pt x="21589" y="16808"/>
                </a:lnTo>
                <a:lnTo>
                  <a:pt x="21373" y="17986"/>
                </a:lnTo>
                <a:lnTo>
                  <a:pt x="20951" y="19314"/>
                </a:lnTo>
                <a:lnTo>
                  <a:pt x="20152" y="20448"/>
                </a:lnTo>
                <a:lnTo>
                  <a:pt x="19342" y="21600"/>
                </a:lnTo>
                <a:lnTo>
                  <a:pt x="19030" y="21195"/>
                </a:lnTo>
                <a:lnTo>
                  <a:pt x="18478" y="20480"/>
                </a:lnTo>
                <a:lnTo>
                  <a:pt x="17215" y="18844"/>
                </a:lnTo>
                <a:lnTo>
                  <a:pt x="16496" y="17957"/>
                </a:lnTo>
                <a:lnTo>
                  <a:pt x="15775" y="17071"/>
                </a:lnTo>
                <a:lnTo>
                  <a:pt x="15057" y="16186"/>
                </a:lnTo>
                <a:lnTo>
                  <a:pt x="14336" y="15300"/>
                </a:lnTo>
                <a:lnTo>
                  <a:pt x="13645" y="14396"/>
                </a:lnTo>
                <a:lnTo>
                  <a:pt x="12948" y="13478"/>
                </a:lnTo>
                <a:lnTo>
                  <a:pt x="12224" y="12616"/>
                </a:lnTo>
                <a:lnTo>
                  <a:pt x="11619" y="11952"/>
                </a:lnTo>
                <a:lnTo>
                  <a:pt x="10912" y="11272"/>
                </a:lnTo>
                <a:lnTo>
                  <a:pt x="9876" y="10359"/>
                </a:lnTo>
                <a:lnTo>
                  <a:pt x="8290" y="9000"/>
                </a:lnTo>
                <a:lnTo>
                  <a:pt x="6051" y="8811"/>
                </a:lnTo>
                <a:lnTo>
                  <a:pt x="4501" y="8716"/>
                </a:lnTo>
                <a:lnTo>
                  <a:pt x="3241" y="8716"/>
                </a:lnTo>
                <a:lnTo>
                  <a:pt x="1873" y="8811"/>
                </a:lnTo>
                <a:lnTo>
                  <a:pt x="0" y="9000"/>
                </a:lnTo>
                <a:lnTo>
                  <a:pt x="240" y="7873"/>
                </a:lnTo>
                <a:lnTo>
                  <a:pt x="497" y="6748"/>
                </a:lnTo>
                <a:lnTo>
                  <a:pt x="763" y="5623"/>
                </a:lnTo>
                <a:lnTo>
                  <a:pt x="1036" y="4500"/>
                </a:lnTo>
                <a:lnTo>
                  <a:pt x="1326" y="3244"/>
                </a:lnTo>
                <a:lnTo>
                  <a:pt x="1619" y="1969"/>
                </a:lnTo>
                <a:lnTo>
                  <a:pt x="2188" y="992"/>
                </a:lnTo>
                <a:lnTo>
                  <a:pt x="2763" y="0"/>
                </a:lnTo>
                <a:close/>
              </a:path>
            </a:pathLst>
          </a:custGeom>
          <a:solidFill>
            <a:srgbClr val="7B7B7B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2" name="contour_08310"/>
          <p:cNvSpPr/>
          <p:nvPr/>
        </p:nvSpPr>
        <p:spPr>
          <a:xfrm>
            <a:off x="5352472" y="6005305"/>
            <a:ext cx="8076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40" y="0"/>
                </a:moveTo>
                <a:lnTo>
                  <a:pt x="21553" y="1307"/>
                </a:lnTo>
                <a:lnTo>
                  <a:pt x="21600" y="2468"/>
                </a:lnTo>
                <a:lnTo>
                  <a:pt x="21549" y="3526"/>
                </a:lnTo>
                <a:lnTo>
                  <a:pt x="21376" y="4532"/>
                </a:lnTo>
                <a:lnTo>
                  <a:pt x="21046" y="5533"/>
                </a:lnTo>
                <a:lnTo>
                  <a:pt x="20532" y="6575"/>
                </a:lnTo>
                <a:lnTo>
                  <a:pt x="19803" y="7706"/>
                </a:lnTo>
                <a:lnTo>
                  <a:pt x="19097" y="8431"/>
                </a:lnTo>
                <a:lnTo>
                  <a:pt x="18384" y="9160"/>
                </a:lnTo>
                <a:lnTo>
                  <a:pt x="17663" y="9900"/>
                </a:lnTo>
                <a:lnTo>
                  <a:pt x="16669" y="10939"/>
                </a:lnTo>
                <a:lnTo>
                  <a:pt x="15790" y="11900"/>
                </a:lnTo>
                <a:lnTo>
                  <a:pt x="15018" y="12836"/>
                </a:lnTo>
                <a:lnTo>
                  <a:pt x="14342" y="13795"/>
                </a:lnTo>
                <a:lnTo>
                  <a:pt x="13753" y="14827"/>
                </a:lnTo>
                <a:lnTo>
                  <a:pt x="13238" y="15980"/>
                </a:lnTo>
                <a:lnTo>
                  <a:pt x="12790" y="17303"/>
                </a:lnTo>
                <a:lnTo>
                  <a:pt x="12429" y="18128"/>
                </a:lnTo>
                <a:lnTo>
                  <a:pt x="12063" y="18959"/>
                </a:lnTo>
                <a:lnTo>
                  <a:pt x="11695" y="19800"/>
                </a:lnTo>
                <a:lnTo>
                  <a:pt x="10328" y="20252"/>
                </a:lnTo>
                <a:lnTo>
                  <a:pt x="9334" y="20543"/>
                </a:lnTo>
                <a:lnTo>
                  <a:pt x="8426" y="20731"/>
                </a:lnTo>
                <a:lnTo>
                  <a:pt x="7319" y="20876"/>
                </a:lnTo>
                <a:lnTo>
                  <a:pt x="5726" y="21038"/>
                </a:lnTo>
                <a:lnTo>
                  <a:pt x="4656" y="21155"/>
                </a:lnTo>
                <a:lnTo>
                  <a:pt x="3581" y="21276"/>
                </a:lnTo>
                <a:lnTo>
                  <a:pt x="2489" y="21397"/>
                </a:lnTo>
                <a:lnTo>
                  <a:pt x="1253" y="21497"/>
                </a:lnTo>
                <a:lnTo>
                  <a:pt x="0" y="21600"/>
                </a:lnTo>
                <a:lnTo>
                  <a:pt x="813" y="21366"/>
                </a:lnTo>
                <a:lnTo>
                  <a:pt x="1637" y="21128"/>
                </a:lnTo>
                <a:lnTo>
                  <a:pt x="2777" y="20705"/>
                </a:lnTo>
                <a:lnTo>
                  <a:pt x="3846" y="20270"/>
                </a:lnTo>
                <a:lnTo>
                  <a:pt x="4863" y="19802"/>
                </a:lnTo>
                <a:lnTo>
                  <a:pt x="5847" y="19280"/>
                </a:lnTo>
                <a:lnTo>
                  <a:pt x="6818" y="18688"/>
                </a:lnTo>
                <a:lnTo>
                  <a:pt x="7796" y="18000"/>
                </a:lnTo>
                <a:lnTo>
                  <a:pt x="8112" y="16852"/>
                </a:lnTo>
                <a:lnTo>
                  <a:pt x="8293" y="16036"/>
                </a:lnTo>
                <a:lnTo>
                  <a:pt x="8408" y="15161"/>
                </a:lnTo>
                <a:lnTo>
                  <a:pt x="8527" y="13838"/>
                </a:lnTo>
                <a:lnTo>
                  <a:pt x="8765" y="12382"/>
                </a:lnTo>
                <a:lnTo>
                  <a:pt x="9114" y="11108"/>
                </a:lnTo>
                <a:lnTo>
                  <a:pt x="9584" y="9977"/>
                </a:lnTo>
                <a:lnTo>
                  <a:pt x="10184" y="8951"/>
                </a:lnTo>
                <a:lnTo>
                  <a:pt x="10921" y="7996"/>
                </a:lnTo>
                <a:lnTo>
                  <a:pt x="11804" y="7069"/>
                </a:lnTo>
                <a:lnTo>
                  <a:pt x="12845" y="6134"/>
                </a:lnTo>
                <a:lnTo>
                  <a:pt x="14049" y="5157"/>
                </a:lnTo>
                <a:lnTo>
                  <a:pt x="15090" y="4399"/>
                </a:lnTo>
                <a:lnTo>
                  <a:pt x="16135" y="3650"/>
                </a:lnTo>
                <a:lnTo>
                  <a:pt x="17185" y="2907"/>
                </a:lnTo>
                <a:lnTo>
                  <a:pt x="18240" y="2171"/>
                </a:lnTo>
                <a:lnTo>
                  <a:pt x="19300" y="1442"/>
                </a:lnTo>
                <a:lnTo>
                  <a:pt x="20366" y="718"/>
                </a:lnTo>
                <a:lnTo>
                  <a:pt x="21440" y="0"/>
                </a:lnTo>
                <a:close/>
              </a:path>
            </a:pathLst>
          </a:custGeom>
          <a:solidFill>
            <a:srgbClr val="ED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3" name="contour_08311"/>
          <p:cNvSpPr/>
          <p:nvPr/>
        </p:nvSpPr>
        <p:spPr>
          <a:xfrm>
            <a:off x="3807418" y="5982122"/>
            <a:ext cx="65592" cy="678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420"/>
                </a:moveTo>
                <a:lnTo>
                  <a:pt x="12586" y="2047"/>
                </a:lnTo>
                <a:lnTo>
                  <a:pt x="13075" y="3591"/>
                </a:lnTo>
                <a:lnTo>
                  <a:pt x="13474" y="5075"/>
                </a:lnTo>
                <a:lnTo>
                  <a:pt x="13788" y="6529"/>
                </a:lnTo>
                <a:lnTo>
                  <a:pt x="14030" y="7983"/>
                </a:lnTo>
                <a:lnTo>
                  <a:pt x="14203" y="9460"/>
                </a:lnTo>
                <a:lnTo>
                  <a:pt x="14318" y="10992"/>
                </a:lnTo>
                <a:lnTo>
                  <a:pt x="14381" y="12606"/>
                </a:lnTo>
                <a:lnTo>
                  <a:pt x="14400" y="14331"/>
                </a:lnTo>
                <a:lnTo>
                  <a:pt x="15341" y="15502"/>
                </a:lnTo>
                <a:lnTo>
                  <a:pt x="16030" y="16283"/>
                </a:lnTo>
                <a:lnTo>
                  <a:pt x="16805" y="17032"/>
                </a:lnTo>
                <a:lnTo>
                  <a:pt x="18000" y="18099"/>
                </a:lnTo>
                <a:lnTo>
                  <a:pt x="18504" y="18553"/>
                </a:lnTo>
                <a:lnTo>
                  <a:pt x="20026" y="19928"/>
                </a:lnTo>
                <a:lnTo>
                  <a:pt x="20806" y="20603"/>
                </a:lnTo>
                <a:lnTo>
                  <a:pt x="21600" y="21287"/>
                </a:lnTo>
                <a:lnTo>
                  <a:pt x="19925" y="21489"/>
                </a:lnTo>
                <a:lnTo>
                  <a:pt x="18355" y="21600"/>
                </a:lnTo>
                <a:lnTo>
                  <a:pt x="16858" y="21563"/>
                </a:lnTo>
                <a:lnTo>
                  <a:pt x="15398" y="21331"/>
                </a:lnTo>
                <a:lnTo>
                  <a:pt x="13942" y="20846"/>
                </a:lnTo>
                <a:lnTo>
                  <a:pt x="12456" y="20058"/>
                </a:lnTo>
                <a:lnTo>
                  <a:pt x="11268" y="19008"/>
                </a:lnTo>
                <a:lnTo>
                  <a:pt x="10111" y="17939"/>
                </a:lnTo>
                <a:lnTo>
                  <a:pt x="8976" y="16854"/>
                </a:lnTo>
                <a:lnTo>
                  <a:pt x="7858" y="15746"/>
                </a:lnTo>
                <a:lnTo>
                  <a:pt x="6749" y="14621"/>
                </a:lnTo>
                <a:lnTo>
                  <a:pt x="5765" y="13682"/>
                </a:lnTo>
                <a:lnTo>
                  <a:pt x="4766" y="12729"/>
                </a:lnTo>
                <a:lnTo>
                  <a:pt x="3002" y="10962"/>
                </a:lnTo>
                <a:lnTo>
                  <a:pt x="1738" y="9599"/>
                </a:lnTo>
                <a:lnTo>
                  <a:pt x="890" y="8465"/>
                </a:lnTo>
                <a:lnTo>
                  <a:pt x="374" y="7387"/>
                </a:lnTo>
                <a:lnTo>
                  <a:pt x="110" y="6191"/>
                </a:lnTo>
                <a:lnTo>
                  <a:pt x="14" y="4700"/>
                </a:lnTo>
                <a:lnTo>
                  <a:pt x="0" y="2738"/>
                </a:lnTo>
                <a:lnTo>
                  <a:pt x="1390" y="1813"/>
                </a:lnTo>
                <a:lnTo>
                  <a:pt x="2798" y="1087"/>
                </a:lnTo>
                <a:lnTo>
                  <a:pt x="4234" y="554"/>
                </a:lnTo>
                <a:lnTo>
                  <a:pt x="5700" y="199"/>
                </a:lnTo>
                <a:lnTo>
                  <a:pt x="7202" y="19"/>
                </a:lnTo>
                <a:lnTo>
                  <a:pt x="8750" y="0"/>
                </a:lnTo>
                <a:lnTo>
                  <a:pt x="10349" y="137"/>
                </a:lnTo>
                <a:lnTo>
                  <a:pt x="12000" y="420"/>
                </a:lnTo>
                <a:close/>
              </a:path>
            </a:pathLst>
          </a:custGeom>
          <a:solidFill>
            <a:srgbClr val="E8F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4" name="contour_08312"/>
          <p:cNvSpPr/>
          <p:nvPr/>
        </p:nvSpPr>
        <p:spPr>
          <a:xfrm>
            <a:off x="1256621" y="5961577"/>
            <a:ext cx="72880" cy="298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480"/>
                </a:lnTo>
                <a:lnTo>
                  <a:pt x="21600" y="6965"/>
                </a:lnTo>
                <a:lnTo>
                  <a:pt x="21600" y="10465"/>
                </a:lnTo>
                <a:lnTo>
                  <a:pt x="21600" y="13982"/>
                </a:lnTo>
                <a:lnTo>
                  <a:pt x="21600" y="17519"/>
                </a:lnTo>
                <a:lnTo>
                  <a:pt x="21600" y="21089"/>
                </a:lnTo>
                <a:lnTo>
                  <a:pt x="20205" y="21157"/>
                </a:lnTo>
                <a:lnTo>
                  <a:pt x="18809" y="21220"/>
                </a:lnTo>
                <a:lnTo>
                  <a:pt x="17414" y="21273"/>
                </a:lnTo>
                <a:lnTo>
                  <a:pt x="16021" y="21326"/>
                </a:lnTo>
                <a:lnTo>
                  <a:pt x="14625" y="21373"/>
                </a:lnTo>
                <a:lnTo>
                  <a:pt x="13230" y="21415"/>
                </a:lnTo>
                <a:lnTo>
                  <a:pt x="12044" y="21484"/>
                </a:lnTo>
                <a:lnTo>
                  <a:pt x="10843" y="21553"/>
                </a:lnTo>
                <a:lnTo>
                  <a:pt x="8214" y="21600"/>
                </a:lnTo>
                <a:lnTo>
                  <a:pt x="6204" y="21563"/>
                </a:lnTo>
                <a:lnTo>
                  <a:pt x="4683" y="21373"/>
                </a:lnTo>
                <a:lnTo>
                  <a:pt x="3525" y="20967"/>
                </a:lnTo>
                <a:lnTo>
                  <a:pt x="2607" y="20277"/>
                </a:lnTo>
                <a:lnTo>
                  <a:pt x="1797" y="19233"/>
                </a:lnTo>
                <a:lnTo>
                  <a:pt x="970" y="17767"/>
                </a:lnTo>
                <a:lnTo>
                  <a:pt x="0" y="15816"/>
                </a:lnTo>
                <a:lnTo>
                  <a:pt x="0" y="12332"/>
                </a:lnTo>
                <a:lnTo>
                  <a:pt x="0" y="8826"/>
                </a:lnTo>
                <a:lnTo>
                  <a:pt x="0" y="5272"/>
                </a:lnTo>
                <a:lnTo>
                  <a:pt x="1395" y="4829"/>
                </a:lnTo>
                <a:lnTo>
                  <a:pt x="2789" y="4386"/>
                </a:lnTo>
                <a:lnTo>
                  <a:pt x="4184" y="3949"/>
                </a:lnTo>
                <a:lnTo>
                  <a:pt x="5579" y="3511"/>
                </a:lnTo>
                <a:lnTo>
                  <a:pt x="6975" y="3074"/>
                </a:lnTo>
                <a:lnTo>
                  <a:pt x="8370" y="2636"/>
                </a:lnTo>
                <a:lnTo>
                  <a:pt x="8964" y="2446"/>
                </a:lnTo>
                <a:lnTo>
                  <a:pt x="10757" y="1872"/>
                </a:lnTo>
                <a:lnTo>
                  <a:pt x="12122" y="1466"/>
                </a:lnTo>
                <a:lnTo>
                  <a:pt x="13474" y="1102"/>
                </a:lnTo>
                <a:lnTo>
                  <a:pt x="14822" y="780"/>
                </a:lnTo>
                <a:lnTo>
                  <a:pt x="16165" y="511"/>
                </a:lnTo>
                <a:lnTo>
                  <a:pt x="17509" y="295"/>
                </a:lnTo>
                <a:lnTo>
                  <a:pt x="18861" y="132"/>
                </a:lnTo>
                <a:lnTo>
                  <a:pt x="20224" y="32"/>
                </a:lnTo>
                <a:lnTo>
                  <a:pt x="21600" y="0"/>
                </a:lnTo>
                <a:close/>
              </a:path>
            </a:pathLst>
          </a:custGeom>
          <a:solidFill>
            <a:srgbClr val="989EA6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5" name="contour_08313"/>
          <p:cNvSpPr/>
          <p:nvPr/>
        </p:nvSpPr>
        <p:spPr>
          <a:xfrm>
            <a:off x="4621130" y="5939713"/>
            <a:ext cx="4686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2" y="0"/>
                </a:moveTo>
                <a:lnTo>
                  <a:pt x="3222" y="330"/>
                </a:lnTo>
                <a:lnTo>
                  <a:pt x="5267" y="667"/>
                </a:lnTo>
                <a:lnTo>
                  <a:pt x="7316" y="1006"/>
                </a:lnTo>
                <a:lnTo>
                  <a:pt x="9362" y="1352"/>
                </a:lnTo>
                <a:lnTo>
                  <a:pt x="11647" y="1728"/>
                </a:lnTo>
                <a:lnTo>
                  <a:pt x="13968" y="2111"/>
                </a:lnTo>
                <a:lnTo>
                  <a:pt x="16333" y="2722"/>
                </a:lnTo>
                <a:lnTo>
                  <a:pt x="17888" y="3351"/>
                </a:lnTo>
                <a:lnTo>
                  <a:pt x="19322" y="4372"/>
                </a:lnTo>
                <a:lnTo>
                  <a:pt x="21328" y="6171"/>
                </a:lnTo>
                <a:lnTo>
                  <a:pt x="21516" y="8362"/>
                </a:lnTo>
                <a:lnTo>
                  <a:pt x="21600" y="9914"/>
                </a:lnTo>
                <a:lnTo>
                  <a:pt x="21600" y="11575"/>
                </a:lnTo>
                <a:lnTo>
                  <a:pt x="21536" y="14077"/>
                </a:lnTo>
                <a:lnTo>
                  <a:pt x="21489" y="16191"/>
                </a:lnTo>
                <a:lnTo>
                  <a:pt x="21445" y="18332"/>
                </a:lnTo>
                <a:lnTo>
                  <a:pt x="21388" y="19955"/>
                </a:lnTo>
                <a:lnTo>
                  <a:pt x="21328" y="21600"/>
                </a:lnTo>
                <a:lnTo>
                  <a:pt x="18953" y="21153"/>
                </a:lnTo>
                <a:lnTo>
                  <a:pt x="16618" y="20684"/>
                </a:lnTo>
                <a:lnTo>
                  <a:pt x="14320" y="20171"/>
                </a:lnTo>
                <a:lnTo>
                  <a:pt x="12060" y="19607"/>
                </a:lnTo>
                <a:lnTo>
                  <a:pt x="9833" y="18971"/>
                </a:lnTo>
                <a:lnTo>
                  <a:pt x="7632" y="18249"/>
                </a:lnTo>
                <a:lnTo>
                  <a:pt x="5455" y="17428"/>
                </a:lnTo>
                <a:lnTo>
                  <a:pt x="3306" y="16493"/>
                </a:lnTo>
                <a:lnTo>
                  <a:pt x="1172" y="15429"/>
                </a:lnTo>
                <a:lnTo>
                  <a:pt x="517" y="13167"/>
                </a:lnTo>
                <a:lnTo>
                  <a:pt x="138" y="10976"/>
                </a:lnTo>
                <a:lnTo>
                  <a:pt x="0" y="8822"/>
                </a:lnTo>
                <a:lnTo>
                  <a:pt x="67" y="6677"/>
                </a:lnTo>
                <a:lnTo>
                  <a:pt x="309" y="4511"/>
                </a:lnTo>
                <a:lnTo>
                  <a:pt x="689" y="2296"/>
                </a:lnTo>
                <a:lnTo>
                  <a:pt x="1172" y="0"/>
                </a:lnTo>
                <a:close/>
              </a:path>
            </a:pathLst>
          </a:custGeom>
          <a:solidFill>
            <a:srgbClr val="7F7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6" name="contour_08314"/>
          <p:cNvSpPr/>
          <p:nvPr/>
        </p:nvSpPr>
        <p:spPr>
          <a:xfrm>
            <a:off x="7138030" y="5888697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4833" y="932"/>
                </a:lnTo>
                <a:lnTo>
                  <a:pt x="7301" y="1746"/>
                </a:lnTo>
                <a:lnTo>
                  <a:pt x="9404" y="2462"/>
                </a:lnTo>
                <a:lnTo>
                  <a:pt x="11183" y="3107"/>
                </a:lnTo>
                <a:lnTo>
                  <a:pt x="12677" y="3708"/>
                </a:lnTo>
                <a:lnTo>
                  <a:pt x="13922" y="4280"/>
                </a:lnTo>
                <a:lnTo>
                  <a:pt x="14957" y="4856"/>
                </a:lnTo>
                <a:lnTo>
                  <a:pt x="15823" y="5454"/>
                </a:lnTo>
                <a:lnTo>
                  <a:pt x="16557" y="6102"/>
                </a:lnTo>
                <a:lnTo>
                  <a:pt x="17196" y="6822"/>
                </a:lnTo>
                <a:lnTo>
                  <a:pt x="17781" y="7632"/>
                </a:lnTo>
                <a:lnTo>
                  <a:pt x="18350" y="8564"/>
                </a:lnTo>
                <a:lnTo>
                  <a:pt x="18939" y="9641"/>
                </a:lnTo>
                <a:lnTo>
                  <a:pt x="19591" y="10883"/>
                </a:lnTo>
                <a:lnTo>
                  <a:pt x="20100" y="12874"/>
                </a:lnTo>
                <a:lnTo>
                  <a:pt x="20459" y="14425"/>
                </a:lnTo>
                <a:lnTo>
                  <a:pt x="20765" y="16052"/>
                </a:lnTo>
                <a:lnTo>
                  <a:pt x="21113" y="18274"/>
                </a:lnTo>
                <a:lnTo>
                  <a:pt x="21600" y="21600"/>
                </a:lnTo>
                <a:lnTo>
                  <a:pt x="20371" y="21287"/>
                </a:lnTo>
                <a:lnTo>
                  <a:pt x="19143" y="20952"/>
                </a:lnTo>
                <a:lnTo>
                  <a:pt x="17916" y="20606"/>
                </a:lnTo>
                <a:lnTo>
                  <a:pt x="16691" y="20250"/>
                </a:lnTo>
                <a:lnTo>
                  <a:pt x="15320" y="19872"/>
                </a:lnTo>
                <a:lnTo>
                  <a:pt x="13930" y="19490"/>
                </a:lnTo>
                <a:lnTo>
                  <a:pt x="12864" y="18749"/>
                </a:lnTo>
                <a:lnTo>
                  <a:pt x="11782" y="18000"/>
                </a:lnTo>
                <a:lnTo>
                  <a:pt x="11782" y="15620"/>
                </a:lnTo>
                <a:lnTo>
                  <a:pt x="11782" y="13226"/>
                </a:lnTo>
                <a:lnTo>
                  <a:pt x="11782" y="10800"/>
                </a:lnTo>
                <a:lnTo>
                  <a:pt x="10486" y="10800"/>
                </a:lnTo>
                <a:lnTo>
                  <a:pt x="9188" y="10800"/>
                </a:lnTo>
                <a:lnTo>
                  <a:pt x="7890" y="10800"/>
                </a:lnTo>
                <a:lnTo>
                  <a:pt x="6588" y="10800"/>
                </a:lnTo>
                <a:lnTo>
                  <a:pt x="5282" y="10800"/>
                </a:lnTo>
                <a:lnTo>
                  <a:pt x="3970" y="10800"/>
                </a:lnTo>
                <a:lnTo>
                  <a:pt x="2655" y="10800"/>
                </a:lnTo>
                <a:lnTo>
                  <a:pt x="1331" y="10800"/>
                </a:lnTo>
                <a:lnTo>
                  <a:pt x="0" y="10800"/>
                </a:lnTo>
                <a:lnTo>
                  <a:pt x="389" y="8662"/>
                </a:lnTo>
                <a:lnTo>
                  <a:pt x="780" y="6516"/>
                </a:lnTo>
                <a:lnTo>
                  <a:pt x="1170" y="4363"/>
                </a:lnTo>
                <a:lnTo>
                  <a:pt x="1565" y="2192"/>
                </a:lnTo>
                <a:lnTo>
                  <a:pt x="1964" y="0"/>
                </a:lnTo>
                <a:close/>
              </a:path>
            </a:pathLst>
          </a:custGeom>
          <a:solidFill>
            <a:srgbClr val="736490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7" name="contour_08315"/>
          <p:cNvSpPr/>
          <p:nvPr/>
        </p:nvSpPr>
        <p:spPr>
          <a:xfrm>
            <a:off x="10949650" y="5903273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026" y="0"/>
                </a:lnTo>
                <a:lnTo>
                  <a:pt x="12456" y="0"/>
                </a:lnTo>
                <a:lnTo>
                  <a:pt x="13891" y="0"/>
                </a:lnTo>
                <a:lnTo>
                  <a:pt x="15338" y="0"/>
                </a:lnTo>
                <a:lnTo>
                  <a:pt x="16800" y="0"/>
                </a:lnTo>
                <a:lnTo>
                  <a:pt x="16800" y="2182"/>
                </a:lnTo>
                <a:lnTo>
                  <a:pt x="16800" y="4366"/>
                </a:lnTo>
                <a:lnTo>
                  <a:pt x="16800" y="6557"/>
                </a:lnTo>
                <a:lnTo>
                  <a:pt x="16800" y="8757"/>
                </a:lnTo>
                <a:lnTo>
                  <a:pt x="16800" y="10967"/>
                </a:lnTo>
                <a:lnTo>
                  <a:pt x="16800" y="13188"/>
                </a:lnTo>
                <a:lnTo>
                  <a:pt x="16800" y="15429"/>
                </a:lnTo>
                <a:lnTo>
                  <a:pt x="18386" y="15429"/>
                </a:lnTo>
                <a:lnTo>
                  <a:pt x="19982" y="15429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19946" y="21116"/>
                </a:lnTo>
                <a:lnTo>
                  <a:pt x="18302" y="20609"/>
                </a:lnTo>
                <a:lnTo>
                  <a:pt x="16668" y="20082"/>
                </a:lnTo>
                <a:lnTo>
                  <a:pt x="15043" y="19526"/>
                </a:lnTo>
                <a:lnTo>
                  <a:pt x="13423" y="18949"/>
                </a:lnTo>
                <a:lnTo>
                  <a:pt x="11813" y="18341"/>
                </a:lnTo>
                <a:lnTo>
                  <a:pt x="10205" y="17709"/>
                </a:lnTo>
                <a:lnTo>
                  <a:pt x="8602" y="17045"/>
                </a:lnTo>
                <a:lnTo>
                  <a:pt x="7001" y="16348"/>
                </a:lnTo>
                <a:lnTo>
                  <a:pt x="5400" y="15620"/>
                </a:lnTo>
                <a:lnTo>
                  <a:pt x="3854" y="14910"/>
                </a:lnTo>
                <a:lnTo>
                  <a:pt x="2287" y="14188"/>
                </a:lnTo>
                <a:lnTo>
                  <a:pt x="1152" y="13272"/>
                </a:lnTo>
                <a:lnTo>
                  <a:pt x="0" y="12343"/>
                </a:lnTo>
                <a:lnTo>
                  <a:pt x="0" y="10303"/>
                </a:lnTo>
                <a:lnTo>
                  <a:pt x="0" y="8251"/>
                </a:lnTo>
                <a:lnTo>
                  <a:pt x="0" y="6171"/>
                </a:lnTo>
                <a:lnTo>
                  <a:pt x="1584" y="6171"/>
                </a:lnTo>
                <a:lnTo>
                  <a:pt x="3170" y="6171"/>
                </a:lnTo>
                <a:lnTo>
                  <a:pt x="4764" y="6171"/>
                </a:lnTo>
                <a:lnTo>
                  <a:pt x="6365" y="6171"/>
                </a:lnTo>
                <a:lnTo>
                  <a:pt x="7975" y="6171"/>
                </a:lnTo>
                <a:lnTo>
                  <a:pt x="9600" y="6171"/>
                </a:lnTo>
                <a:lnTo>
                  <a:pt x="9600" y="4132"/>
                </a:lnTo>
                <a:lnTo>
                  <a:pt x="9600" y="2080"/>
                </a:lnTo>
                <a:lnTo>
                  <a:pt x="9600" y="0"/>
                </a:lnTo>
                <a:close/>
              </a:path>
            </a:pathLst>
          </a:custGeom>
          <a:solidFill>
            <a:srgbClr val="584E35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8" name="contour_08316"/>
          <p:cNvSpPr/>
          <p:nvPr/>
        </p:nvSpPr>
        <p:spPr>
          <a:xfrm>
            <a:off x="1036262" y="5859545"/>
            <a:ext cx="5273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4" y="0"/>
                </a:moveTo>
                <a:lnTo>
                  <a:pt x="2490" y="495"/>
                </a:lnTo>
                <a:lnTo>
                  <a:pt x="3707" y="883"/>
                </a:lnTo>
                <a:lnTo>
                  <a:pt x="4916" y="1372"/>
                </a:lnTo>
                <a:lnTo>
                  <a:pt x="6675" y="2160"/>
                </a:lnTo>
                <a:lnTo>
                  <a:pt x="6552" y="3542"/>
                </a:lnTo>
                <a:lnTo>
                  <a:pt x="6427" y="4936"/>
                </a:lnTo>
                <a:lnTo>
                  <a:pt x="6301" y="6346"/>
                </a:lnTo>
                <a:lnTo>
                  <a:pt x="6185" y="8074"/>
                </a:lnTo>
                <a:lnTo>
                  <a:pt x="6281" y="9228"/>
                </a:lnTo>
                <a:lnTo>
                  <a:pt x="6675" y="10800"/>
                </a:lnTo>
                <a:lnTo>
                  <a:pt x="8415" y="11616"/>
                </a:lnTo>
                <a:lnTo>
                  <a:pt x="10173" y="12310"/>
                </a:lnTo>
                <a:lnTo>
                  <a:pt x="11970" y="12917"/>
                </a:lnTo>
                <a:lnTo>
                  <a:pt x="13824" y="13478"/>
                </a:lnTo>
                <a:lnTo>
                  <a:pt x="15758" y="14031"/>
                </a:lnTo>
                <a:lnTo>
                  <a:pt x="17445" y="14716"/>
                </a:lnTo>
                <a:lnTo>
                  <a:pt x="18537" y="15422"/>
                </a:lnTo>
                <a:lnTo>
                  <a:pt x="19513" y="16584"/>
                </a:lnTo>
                <a:lnTo>
                  <a:pt x="20854" y="18630"/>
                </a:lnTo>
                <a:lnTo>
                  <a:pt x="21224" y="20105"/>
                </a:lnTo>
                <a:lnTo>
                  <a:pt x="21600" y="21600"/>
                </a:lnTo>
                <a:lnTo>
                  <a:pt x="18021" y="20974"/>
                </a:lnTo>
                <a:lnTo>
                  <a:pt x="15522" y="20535"/>
                </a:lnTo>
                <a:lnTo>
                  <a:pt x="13767" y="20222"/>
                </a:lnTo>
                <a:lnTo>
                  <a:pt x="12427" y="19976"/>
                </a:lnTo>
                <a:lnTo>
                  <a:pt x="11167" y="19734"/>
                </a:lnTo>
                <a:lnTo>
                  <a:pt x="9660" y="19440"/>
                </a:lnTo>
                <a:lnTo>
                  <a:pt x="8057" y="19239"/>
                </a:lnTo>
                <a:lnTo>
                  <a:pt x="6445" y="19036"/>
                </a:lnTo>
                <a:lnTo>
                  <a:pt x="4809" y="18833"/>
                </a:lnTo>
                <a:lnTo>
                  <a:pt x="3454" y="18319"/>
                </a:lnTo>
                <a:lnTo>
                  <a:pt x="2090" y="17803"/>
                </a:lnTo>
                <a:lnTo>
                  <a:pt x="704" y="17280"/>
                </a:lnTo>
                <a:lnTo>
                  <a:pt x="397" y="15729"/>
                </a:lnTo>
                <a:lnTo>
                  <a:pt x="179" y="14280"/>
                </a:lnTo>
                <a:lnTo>
                  <a:pt x="48" y="12880"/>
                </a:lnTo>
                <a:lnTo>
                  <a:pt x="0" y="11483"/>
                </a:lnTo>
                <a:lnTo>
                  <a:pt x="33" y="10042"/>
                </a:lnTo>
                <a:lnTo>
                  <a:pt x="143" y="8506"/>
                </a:lnTo>
                <a:lnTo>
                  <a:pt x="206" y="7279"/>
                </a:lnTo>
                <a:lnTo>
                  <a:pt x="269" y="6037"/>
                </a:lnTo>
                <a:lnTo>
                  <a:pt x="358" y="4527"/>
                </a:lnTo>
                <a:lnTo>
                  <a:pt x="463" y="3018"/>
                </a:lnTo>
                <a:lnTo>
                  <a:pt x="579" y="1508"/>
                </a:lnTo>
                <a:lnTo>
                  <a:pt x="704" y="0"/>
                </a:lnTo>
                <a:close/>
              </a:path>
            </a:pathLst>
          </a:custGeom>
          <a:solidFill>
            <a:srgbClr val="43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19" name="contour_08317"/>
          <p:cNvSpPr/>
          <p:nvPr/>
        </p:nvSpPr>
        <p:spPr>
          <a:xfrm>
            <a:off x="4820449" y="5844969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5041" y="509"/>
                </a:lnTo>
                <a:lnTo>
                  <a:pt x="16339" y="1018"/>
                </a:lnTo>
                <a:lnTo>
                  <a:pt x="17643" y="1531"/>
                </a:lnTo>
                <a:lnTo>
                  <a:pt x="18953" y="2046"/>
                </a:lnTo>
                <a:lnTo>
                  <a:pt x="20271" y="2564"/>
                </a:lnTo>
                <a:lnTo>
                  <a:pt x="21600" y="3086"/>
                </a:lnTo>
                <a:lnTo>
                  <a:pt x="20709" y="4422"/>
                </a:lnTo>
                <a:lnTo>
                  <a:pt x="19809" y="5770"/>
                </a:lnTo>
                <a:lnTo>
                  <a:pt x="18900" y="7134"/>
                </a:lnTo>
                <a:lnTo>
                  <a:pt x="17971" y="8634"/>
                </a:lnTo>
                <a:lnTo>
                  <a:pt x="17091" y="10146"/>
                </a:lnTo>
                <a:lnTo>
                  <a:pt x="16253" y="11679"/>
                </a:lnTo>
                <a:lnTo>
                  <a:pt x="15452" y="13238"/>
                </a:lnTo>
                <a:lnTo>
                  <a:pt x="14682" y="14827"/>
                </a:lnTo>
                <a:lnTo>
                  <a:pt x="13934" y="16450"/>
                </a:lnTo>
                <a:lnTo>
                  <a:pt x="13205" y="18119"/>
                </a:lnTo>
                <a:lnTo>
                  <a:pt x="12491" y="19832"/>
                </a:lnTo>
                <a:lnTo>
                  <a:pt x="11782" y="21600"/>
                </a:lnTo>
                <a:lnTo>
                  <a:pt x="11782" y="19560"/>
                </a:lnTo>
                <a:lnTo>
                  <a:pt x="11782" y="17508"/>
                </a:lnTo>
                <a:lnTo>
                  <a:pt x="11782" y="15429"/>
                </a:lnTo>
                <a:lnTo>
                  <a:pt x="10486" y="16107"/>
                </a:lnTo>
                <a:lnTo>
                  <a:pt x="9188" y="16786"/>
                </a:lnTo>
                <a:lnTo>
                  <a:pt x="7890" y="17468"/>
                </a:lnTo>
                <a:lnTo>
                  <a:pt x="6588" y="18150"/>
                </a:lnTo>
                <a:lnTo>
                  <a:pt x="5282" y="18832"/>
                </a:lnTo>
                <a:lnTo>
                  <a:pt x="3970" y="19520"/>
                </a:lnTo>
                <a:lnTo>
                  <a:pt x="2655" y="20208"/>
                </a:lnTo>
                <a:lnTo>
                  <a:pt x="1331" y="20903"/>
                </a:lnTo>
                <a:lnTo>
                  <a:pt x="0" y="21600"/>
                </a:lnTo>
                <a:lnTo>
                  <a:pt x="0" y="19563"/>
                </a:lnTo>
                <a:lnTo>
                  <a:pt x="0" y="17524"/>
                </a:lnTo>
                <a:lnTo>
                  <a:pt x="0" y="15475"/>
                </a:lnTo>
                <a:lnTo>
                  <a:pt x="0" y="13417"/>
                </a:lnTo>
                <a:lnTo>
                  <a:pt x="0" y="11346"/>
                </a:lnTo>
                <a:lnTo>
                  <a:pt x="0" y="9257"/>
                </a:lnTo>
                <a:lnTo>
                  <a:pt x="1361" y="9257"/>
                </a:lnTo>
                <a:lnTo>
                  <a:pt x="2724" y="9257"/>
                </a:lnTo>
                <a:lnTo>
                  <a:pt x="4086" y="9257"/>
                </a:lnTo>
                <a:lnTo>
                  <a:pt x="5451" y="9257"/>
                </a:lnTo>
                <a:lnTo>
                  <a:pt x="6822" y="9257"/>
                </a:lnTo>
                <a:lnTo>
                  <a:pt x="8194" y="9257"/>
                </a:lnTo>
                <a:lnTo>
                  <a:pt x="9573" y="9257"/>
                </a:lnTo>
                <a:lnTo>
                  <a:pt x="10957" y="9257"/>
                </a:lnTo>
                <a:lnTo>
                  <a:pt x="12347" y="9257"/>
                </a:lnTo>
                <a:lnTo>
                  <a:pt x="13745" y="9257"/>
                </a:lnTo>
                <a:lnTo>
                  <a:pt x="13745" y="7424"/>
                </a:lnTo>
                <a:lnTo>
                  <a:pt x="13745" y="5585"/>
                </a:lnTo>
                <a:lnTo>
                  <a:pt x="13745" y="3740"/>
                </a:lnTo>
                <a:lnTo>
                  <a:pt x="13745" y="1879"/>
                </a:lnTo>
                <a:lnTo>
                  <a:pt x="13745" y="0"/>
                </a:lnTo>
                <a:close/>
              </a:path>
            </a:pathLst>
          </a:custGeom>
          <a:solidFill>
            <a:srgbClr val="90414D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0" name="contour_08318"/>
          <p:cNvSpPr/>
          <p:nvPr/>
        </p:nvSpPr>
        <p:spPr>
          <a:xfrm>
            <a:off x="1984437" y="5830393"/>
            <a:ext cx="8844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" y="0"/>
                </a:moveTo>
                <a:lnTo>
                  <a:pt x="2469" y="495"/>
                </a:lnTo>
                <a:lnTo>
                  <a:pt x="4169" y="899"/>
                </a:lnTo>
                <a:lnTo>
                  <a:pt x="5441" y="1259"/>
                </a:lnTo>
                <a:lnTo>
                  <a:pt x="6394" y="1622"/>
                </a:lnTo>
                <a:lnTo>
                  <a:pt x="7125" y="2034"/>
                </a:lnTo>
                <a:lnTo>
                  <a:pt x="7739" y="2545"/>
                </a:lnTo>
                <a:lnTo>
                  <a:pt x="8339" y="3201"/>
                </a:lnTo>
                <a:lnTo>
                  <a:pt x="9030" y="4049"/>
                </a:lnTo>
                <a:lnTo>
                  <a:pt x="10165" y="5113"/>
                </a:lnTo>
                <a:lnTo>
                  <a:pt x="11020" y="5655"/>
                </a:lnTo>
                <a:lnTo>
                  <a:pt x="12024" y="5844"/>
                </a:lnTo>
                <a:lnTo>
                  <a:pt x="13604" y="5846"/>
                </a:lnTo>
                <a:lnTo>
                  <a:pt x="14555" y="5618"/>
                </a:lnTo>
                <a:lnTo>
                  <a:pt x="15512" y="5388"/>
                </a:lnTo>
                <a:lnTo>
                  <a:pt x="16483" y="5155"/>
                </a:lnTo>
                <a:lnTo>
                  <a:pt x="17444" y="4937"/>
                </a:lnTo>
                <a:lnTo>
                  <a:pt x="18410" y="4717"/>
                </a:lnTo>
                <a:lnTo>
                  <a:pt x="19389" y="4495"/>
                </a:lnTo>
                <a:lnTo>
                  <a:pt x="20488" y="4214"/>
                </a:lnTo>
                <a:lnTo>
                  <a:pt x="21600" y="3927"/>
                </a:lnTo>
                <a:lnTo>
                  <a:pt x="21048" y="4656"/>
                </a:lnTo>
                <a:lnTo>
                  <a:pt x="20493" y="5392"/>
                </a:lnTo>
                <a:lnTo>
                  <a:pt x="19930" y="6136"/>
                </a:lnTo>
                <a:lnTo>
                  <a:pt x="19275" y="7301"/>
                </a:lnTo>
                <a:lnTo>
                  <a:pt x="18718" y="8499"/>
                </a:lnTo>
                <a:lnTo>
                  <a:pt x="18248" y="9728"/>
                </a:lnTo>
                <a:lnTo>
                  <a:pt x="17857" y="10987"/>
                </a:lnTo>
                <a:lnTo>
                  <a:pt x="17529" y="12267"/>
                </a:lnTo>
                <a:lnTo>
                  <a:pt x="17260" y="13569"/>
                </a:lnTo>
                <a:lnTo>
                  <a:pt x="17038" y="14888"/>
                </a:lnTo>
                <a:lnTo>
                  <a:pt x="16849" y="16220"/>
                </a:lnTo>
                <a:lnTo>
                  <a:pt x="16689" y="17559"/>
                </a:lnTo>
                <a:lnTo>
                  <a:pt x="16543" y="18906"/>
                </a:lnTo>
                <a:lnTo>
                  <a:pt x="16404" y="20253"/>
                </a:lnTo>
                <a:lnTo>
                  <a:pt x="16260" y="21600"/>
                </a:lnTo>
                <a:lnTo>
                  <a:pt x="15377" y="21600"/>
                </a:lnTo>
                <a:lnTo>
                  <a:pt x="14480" y="21600"/>
                </a:lnTo>
                <a:lnTo>
                  <a:pt x="14635" y="20355"/>
                </a:lnTo>
                <a:lnTo>
                  <a:pt x="14793" y="19092"/>
                </a:lnTo>
                <a:lnTo>
                  <a:pt x="14889" y="17708"/>
                </a:lnTo>
                <a:lnTo>
                  <a:pt x="14957" y="16375"/>
                </a:lnTo>
                <a:lnTo>
                  <a:pt x="14986" y="15075"/>
                </a:lnTo>
                <a:lnTo>
                  <a:pt x="14962" y="13787"/>
                </a:lnTo>
                <a:lnTo>
                  <a:pt x="14879" y="12495"/>
                </a:lnTo>
                <a:lnTo>
                  <a:pt x="14722" y="11179"/>
                </a:lnTo>
                <a:lnTo>
                  <a:pt x="14480" y="9818"/>
                </a:lnTo>
                <a:lnTo>
                  <a:pt x="13423" y="9223"/>
                </a:lnTo>
                <a:lnTo>
                  <a:pt x="12353" y="8775"/>
                </a:lnTo>
                <a:lnTo>
                  <a:pt x="11273" y="8451"/>
                </a:lnTo>
                <a:lnTo>
                  <a:pt x="10176" y="8228"/>
                </a:lnTo>
                <a:lnTo>
                  <a:pt x="9060" y="8078"/>
                </a:lnTo>
                <a:lnTo>
                  <a:pt x="7924" y="7984"/>
                </a:lnTo>
                <a:lnTo>
                  <a:pt x="6766" y="7915"/>
                </a:lnTo>
                <a:lnTo>
                  <a:pt x="5580" y="7855"/>
                </a:lnTo>
                <a:lnTo>
                  <a:pt x="3989" y="7485"/>
                </a:lnTo>
                <a:lnTo>
                  <a:pt x="2916" y="7199"/>
                </a:lnTo>
                <a:lnTo>
                  <a:pt x="2104" y="6900"/>
                </a:lnTo>
                <a:lnTo>
                  <a:pt x="1298" y="6496"/>
                </a:lnTo>
                <a:lnTo>
                  <a:pt x="240" y="5891"/>
                </a:lnTo>
                <a:lnTo>
                  <a:pt x="80" y="4371"/>
                </a:lnTo>
                <a:lnTo>
                  <a:pt x="0" y="3305"/>
                </a:lnTo>
                <a:lnTo>
                  <a:pt x="0" y="2409"/>
                </a:lnTo>
                <a:lnTo>
                  <a:pt x="80" y="1402"/>
                </a:lnTo>
                <a:lnTo>
                  <a:pt x="240" y="0"/>
                </a:lnTo>
                <a:close/>
              </a:path>
            </a:pathLst>
          </a:custGeom>
          <a:solidFill>
            <a:srgbClr val="242328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1" name="contour_08319"/>
          <p:cNvSpPr/>
          <p:nvPr/>
        </p:nvSpPr>
        <p:spPr>
          <a:xfrm>
            <a:off x="7509718" y="5815817"/>
            <a:ext cx="65592" cy="684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6" y="0"/>
                </a:lnTo>
                <a:lnTo>
                  <a:pt x="3182" y="0"/>
                </a:lnTo>
                <a:lnTo>
                  <a:pt x="4800" y="0"/>
                </a:lnTo>
                <a:lnTo>
                  <a:pt x="4800" y="1626"/>
                </a:lnTo>
                <a:lnTo>
                  <a:pt x="4800" y="3254"/>
                </a:lnTo>
                <a:lnTo>
                  <a:pt x="4800" y="4887"/>
                </a:lnTo>
                <a:lnTo>
                  <a:pt x="4800" y="6527"/>
                </a:lnTo>
                <a:lnTo>
                  <a:pt x="4800" y="8174"/>
                </a:lnTo>
                <a:lnTo>
                  <a:pt x="4800" y="9829"/>
                </a:lnTo>
                <a:lnTo>
                  <a:pt x="4800" y="11499"/>
                </a:lnTo>
                <a:lnTo>
                  <a:pt x="6463" y="11499"/>
                </a:lnTo>
                <a:lnTo>
                  <a:pt x="8129" y="11499"/>
                </a:lnTo>
                <a:lnTo>
                  <a:pt x="9794" y="11499"/>
                </a:lnTo>
                <a:lnTo>
                  <a:pt x="11462" y="11499"/>
                </a:lnTo>
                <a:lnTo>
                  <a:pt x="13138" y="11499"/>
                </a:lnTo>
                <a:lnTo>
                  <a:pt x="14815" y="11499"/>
                </a:lnTo>
                <a:lnTo>
                  <a:pt x="16500" y="11499"/>
                </a:lnTo>
                <a:lnTo>
                  <a:pt x="18192" y="11499"/>
                </a:lnTo>
                <a:lnTo>
                  <a:pt x="19891" y="11499"/>
                </a:lnTo>
                <a:lnTo>
                  <a:pt x="21600" y="11499"/>
                </a:lnTo>
                <a:lnTo>
                  <a:pt x="20674" y="13861"/>
                </a:lnTo>
                <a:lnTo>
                  <a:pt x="19966" y="15604"/>
                </a:lnTo>
                <a:lnTo>
                  <a:pt x="19394" y="16892"/>
                </a:lnTo>
                <a:lnTo>
                  <a:pt x="18878" y="17883"/>
                </a:lnTo>
                <a:lnTo>
                  <a:pt x="18329" y="18741"/>
                </a:lnTo>
                <a:lnTo>
                  <a:pt x="17664" y="19627"/>
                </a:lnTo>
                <a:lnTo>
                  <a:pt x="16800" y="20698"/>
                </a:lnTo>
                <a:lnTo>
                  <a:pt x="15132" y="21223"/>
                </a:lnTo>
                <a:lnTo>
                  <a:pt x="13553" y="21520"/>
                </a:lnTo>
                <a:lnTo>
                  <a:pt x="12014" y="21600"/>
                </a:lnTo>
                <a:lnTo>
                  <a:pt x="10474" y="21480"/>
                </a:lnTo>
                <a:lnTo>
                  <a:pt x="8882" y="21175"/>
                </a:lnTo>
                <a:lnTo>
                  <a:pt x="7200" y="20698"/>
                </a:lnTo>
                <a:lnTo>
                  <a:pt x="5998" y="19496"/>
                </a:lnTo>
                <a:lnTo>
                  <a:pt x="4956" y="18228"/>
                </a:lnTo>
                <a:lnTo>
                  <a:pt x="4066" y="16906"/>
                </a:lnTo>
                <a:lnTo>
                  <a:pt x="3310" y="15533"/>
                </a:lnTo>
                <a:lnTo>
                  <a:pt x="2676" y="14109"/>
                </a:lnTo>
                <a:lnTo>
                  <a:pt x="2146" y="12647"/>
                </a:lnTo>
                <a:lnTo>
                  <a:pt x="1709" y="11145"/>
                </a:lnTo>
                <a:lnTo>
                  <a:pt x="1349" y="9611"/>
                </a:lnTo>
                <a:lnTo>
                  <a:pt x="1049" y="8049"/>
                </a:lnTo>
                <a:lnTo>
                  <a:pt x="802" y="6465"/>
                </a:lnTo>
                <a:lnTo>
                  <a:pt x="586" y="4862"/>
                </a:lnTo>
                <a:lnTo>
                  <a:pt x="389" y="3247"/>
                </a:lnTo>
                <a:lnTo>
                  <a:pt x="199" y="1626"/>
                </a:lnTo>
                <a:lnTo>
                  <a:pt x="0" y="0"/>
                </a:lnTo>
                <a:close/>
              </a:path>
            </a:pathLst>
          </a:custGeom>
          <a:solidFill>
            <a:srgbClr val="957F4B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2" name="contour_08320"/>
          <p:cNvSpPr/>
          <p:nvPr/>
        </p:nvSpPr>
        <p:spPr>
          <a:xfrm>
            <a:off x="7670054" y="5794864"/>
            <a:ext cx="60643" cy="646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88" y="1161"/>
                </a:moveTo>
                <a:lnTo>
                  <a:pt x="14059" y="3137"/>
                </a:lnTo>
                <a:lnTo>
                  <a:pt x="16151" y="4719"/>
                </a:lnTo>
                <a:lnTo>
                  <a:pt x="17745" y="6002"/>
                </a:lnTo>
                <a:lnTo>
                  <a:pt x="18929" y="7082"/>
                </a:lnTo>
                <a:lnTo>
                  <a:pt x="19783" y="8056"/>
                </a:lnTo>
                <a:lnTo>
                  <a:pt x="20393" y="9020"/>
                </a:lnTo>
                <a:lnTo>
                  <a:pt x="20845" y="10066"/>
                </a:lnTo>
                <a:lnTo>
                  <a:pt x="21218" y="11293"/>
                </a:lnTo>
                <a:lnTo>
                  <a:pt x="21600" y="12797"/>
                </a:lnTo>
                <a:lnTo>
                  <a:pt x="21571" y="14294"/>
                </a:lnTo>
                <a:lnTo>
                  <a:pt x="21504" y="15764"/>
                </a:lnTo>
                <a:lnTo>
                  <a:pt x="21395" y="17219"/>
                </a:lnTo>
                <a:lnTo>
                  <a:pt x="21239" y="18670"/>
                </a:lnTo>
                <a:lnTo>
                  <a:pt x="21029" y="20125"/>
                </a:lnTo>
                <a:lnTo>
                  <a:pt x="20767" y="21600"/>
                </a:lnTo>
                <a:lnTo>
                  <a:pt x="19721" y="20390"/>
                </a:lnTo>
                <a:lnTo>
                  <a:pt x="18659" y="19166"/>
                </a:lnTo>
                <a:lnTo>
                  <a:pt x="17120" y="17976"/>
                </a:lnTo>
                <a:lnTo>
                  <a:pt x="15970" y="17239"/>
                </a:lnTo>
                <a:lnTo>
                  <a:pt x="14861" y="16822"/>
                </a:lnTo>
                <a:lnTo>
                  <a:pt x="13439" y="16596"/>
                </a:lnTo>
                <a:lnTo>
                  <a:pt x="11357" y="16428"/>
                </a:lnTo>
                <a:lnTo>
                  <a:pt x="10469" y="16504"/>
                </a:lnTo>
                <a:lnTo>
                  <a:pt x="7788" y="16732"/>
                </a:lnTo>
                <a:lnTo>
                  <a:pt x="7788" y="15124"/>
                </a:lnTo>
                <a:lnTo>
                  <a:pt x="7788" y="13515"/>
                </a:lnTo>
                <a:lnTo>
                  <a:pt x="7788" y="11901"/>
                </a:lnTo>
                <a:lnTo>
                  <a:pt x="7788" y="10278"/>
                </a:lnTo>
                <a:lnTo>
                  <a:pt x="7788" y="8642"/>
                </a:lnTo>
                <a:lnTo>
                  <a:pt x="7788" y="6997"/>
                </a:lnTo>
                <a:lnTo>
                  <a:pt x="6243" y="6997"/>
                </a:lnTo>
                <a:lnTo>
                  <a:pt x="4698" y="6997"/>
                </a:lnTo>
                <a:lnTo>
                  <a:pt x="3144" y="6997"/>
                </a:lnTo>
                <a:lnTo>
                  <a:pt x="1578" y="6997"/>
                </a:lnTo>
                <a:lnTo>
                  <a:pt x="0" y="6997"/>
                </a:lnTo>
                <a:lnTo>
                  <a:pt x="0" y="5388"/>
                </a:lnTo>
                <a:lnTo>
                  <a:pt x="0" y="3770"/>
                </a:lnTo>
                <a:lnTo>
                  <a:pt x="0" y="2130"/>
                </a:lnTo>
                <a:lnTo>
                  <a:pt x="1799" y="1249"/>
                </a:lnTo>
                <a:lnTo>
                  <a:pt x="3393" y="589"/>
                </a:lnTo>
                <a:lnTo>
                  <a:pt x="4870" y="168"/>
                </a:lnTo>
                <a:lnTo>
                  <a:pt x="6318" y="0"/>
                </a:lnTo>
                <a:lnTo>
                  <a:pt x="7829" y="100"/>
                </a:lnTo>
                <a:lnTo>
                  <a:pt x="9488" y="482"/>
                </a:lnTo>
                <a:lnTo>
                  <a:pt x="11388" y="1161"/>
                </a:lnTo>
                <a:close/>
              </a:path>
            </a:pathLst>
          </a:custGeom>
          <a:solidFill>
            <a:srgbClr val="CEBA85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3" name="contour_08321"/>
          <p:cNvSpPr/>
          <p:nvPr/>
        </p:nvSpPr>
        <p:spPr>
          <a:xfrm>
            <a:off x="1226041" y="5771492"/>
            <a:ext cx="46468" cy="58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64" y="0"/>
                </a:moveTo>
                <a:lnTo>
                  <a:pt x="13188" y="436"/>
                </a:lnTo>
                <a:lnTo>
                  <a:pt x="15201" y="895"/>
                </a:lnTo>
                <a:lnTo>
                  <a:pt x="17149" y="1424"/>
                </a:lnTo>
                <a:lnTo>
                  <a:pt x="19066" y="2074"/>
                </a:lnTo>
                <a:lnTo>
                  <a:pt x="20990" y="2892"/>
                </a:lnTo>
                <a:lnTo>
                  <a:pt x="21397" y="4960"/>
                </a:lnTo>
                <a:lnTo>
                  <a:pt x="21600" y="6412"/>
                </a:lnTo>
                <a:lnTo>
                  <a:pt x="21600" y="7630"/>
                </a:lnTo>
                <a:lnTo>
                  <a:pt x="21397" y="9001"/>
                </a:lnTo>
                <a:lnTo>
                  <a:pt x="20990" y="10910"/>
                </a:lnTo>
                <a:lnTo>
                  <a:pt x="19381" y="10690"/>
                </a:lnTo>
                <a:lnTo>
                  <a:pt x="17762" y="10466"/>
                </a:lnTo>
                <a:lnTo>
                  <a:pt x="16119" y="10241"/>
                </a:lnTo>
                <a:lnTo>
                  <a:pt x="15340" y="10340"/>
                </a:lnTo>
                <a:lnTo>
                  <a:pt x="13968" y="10511"/>
                </a:lnTo>
                <a:lnTo>
                  <a:pt x="10827" y="10910"/>
                </a:lnTo>
                <a:lnTo>
                  <a:pt x="10089" y="12567"/>
                </a:lnTo>
                <a:lnTo>
                  <a:pt x="9523" y="14200"/>
                </a:lnTo>
                <a:lnTo>
                  <a:pt x="9093" y="15838"/>
                </a:lnTo>
                <a:lnTo>
                  <a:pt x="8761" y="17516"/>
                </a:lnTo>
                <a:lnTo>
                  <a:pt x="8483" y="19261"/>
                </a:lnTo>
                <a:lnTo>
                  <a:pt x="8225" y="19841"/>
                </a:lnTo>
                <a:lnTo>
                  <a:pt x="7439" y="21600"/>
                </a:lnTo>
                <a:lnTo>
                  <a:pt x="5204" y="21600"/>
                </a:lnTo>
                <a:lnTo>
                  <a:pt x="2947" y="21600"/>
                </a:lnTo>
                <a:lnTo>
                  <a:pt x="664" y="21600"/>
                </a:lnTo>
                <a:lnTo>
                  <a:pt x="559" y="20063"/>
                </a:lnTo>
                <a:lnTo>
                  <a:pt x="468" y="18527"/>
                </a:lnTo>
                <a:lnTo>
                  <a:pt x="383" y="16990"/>
                </a:lnTo>
                <a:lnTo>
                  <a:pt x="308" y="15453"/>
                </a:lnTo>
                <a:lnTo>
                  <a:pt x="241" y="13916"/>
                </a:lnTo>
                <a:lnTo>
                  <a:pt x="163" y="12489"/>
                </a:lnTo>
                <a:lnTo>
                  <a:pt x="81" y="11051"/>
                </a:lnTo>
                <a:lnTo>
                  <a:pt x="0" y="9595"/>
                </a:lnTo>
                <a:lnTo>
                  <a:pt x="349" y="7601"/>
                </a:lnTo>
                <a:lnTo>
                  <a:pt x="711" y="6227"/>
                </a:lnTo>
                <a:lnTo>
                  <a:pt x="1264" y="5126"/>
                </a:lnTo>
                <a:lnTo>
                  <a:pt x="2178" y="3945"/>
                </a:lnTo>
                <a:lnTo>
                  <a:pt x="3628" y="2339"/>
                </a:lnTo>
                <a:lnTo>
                  <a:pt x="5888" y="1109"/>
                </a:lnTo>
                <a:lnTo>
                  <a:pt x="7416" y="457"/>
                </a:lnTo>
                <a:lnTo>
                  <a:pt x="8910" y="160"/>
                </a:lnTo>
                <a:lnTo>
                  <a:pt x="11064" y="0"/>
                </a:lnTo>
                <a:close/>
              </a:path>
            </a:pathLst>
          </a:custGeom>
          <a:solidFill>
            <a:srgbClr val="717276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4" name="contour_08322"/>
          <p:cNvSpPr/>
          <p:nvPr/>
        </p:nvSpPr>
        <p:spPr>
          <a:xfrm>
            <a:off x="10818466" y="5786665"/>
            <a:ext cx="102032" cy="30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07" y="242"/>
                </a:lnTo>
                <a:lnTo>
                  <a:pt x="2015" y="484"/>
                </a:lnTo>
                <a:lnTo>
                  <a:pt x="3022" y="732"/>
                </a:lnTo>
                <a:lnTo>
                  <a:pt x="4028" y="979"/>
                </a:lnTo>
                <a:lnTo>
                  <a:pt x="5036" y="1232"/>
                </a:lnTo>
                <a:lnTo>
                  <a:pt x="6043" y="1484"/>
                </a:lnTo>
                <a:lnTo>
                  <a:pt x="7051" y="1742"/>
                </a:lnTo>
                <a:lnTo>
                  <a:pt x="8057" y="2000"/>
                </a:lnTo>
                <a:lnTo>
                  <a:pt x="9064" y="2257"/>
                </a:lnTo>
                <a:lnTo>
                  <a:pt x="9447" y="2345"/>
                </a:lnTo>
                <a:lnTo>
                  <a:pt x="10120" y="2505"/>
                </a:lnTo>
                <a:lnTo>
                  <a:pt x="11662" y="2871"/>
                </a:lnTo>
                <a:lnTo>
                  <a:pt x="12489" y="3087"/>
                </a:lnTo>
                <a:lnTo>
                  <a:pt x="13321" y="3304"/>
                </a:lnTo>
                <a:lnTo>
                  <a:pt x="14163" y="3525"/>
                </a:lnTo>
                <a:lnTo>
                  <a:pt x="14924" y="3711"/>
                </a:lnTo>
                <a:lnTo>
                  <a:pt x="15688" y="3902"/>
                </a:lnTo>
                <a:lnTo>
                  <a:pt x="16464" y="4097"/>
                </a:lnTo>
                <a:lnTo>
                  <a:pt x="17630" y="4757"/>
                </a:lnTo>
                <a:lnTo>
                  <a:pt x="18679" y="5551"/>
                </a:lnTo>
                <a:lnTo>
                  <a:pt x="19658" y="6638"/>
                </a:lnTo>
                <a:lnTo>
                  <a:pt x="20616" y="8169"/>
                </a:lnTo>
                <a:lnTo>
                  <a:pt x="21600" y="10308"/>
                </a:lnTo>
                <a:lnTo>
                  <a:pt x="21600" y="13715"/>
                </a:lnTo>
                <a:lnTo>
                  <a:pt x="21600" y="17142"/>
                </a:lnTo>
                <a:lnTo>
                  <a:pt x="21600" y="20616"/>
                </a:lnTo>
                <a:lnTo>
                  <a:pt x="19298" y="20992"/>
                </a:lnTo>
                <a:lnTo>
                  <a:pt x="17340" y="21291"/>
                </a:lnTo>
                <a:lnTo>
                  <a:pt x="15689" y="21497"/>
                </a:lnTo>
                <a:lnTo>
                  <a:pt x="14310" y="21600"/>
                </a:lnTo>
                <a:lnTo>
                  <a:pt x="13161" y="21585"/>
                </a:lnTo>
                <a:lnTo>
                  <a:pt x="12207" y="21435"/>
                </a:lnTo>
                <a:lnTo>
                  <a:pt x="11409" y="21136"/>
                </a:lnTo>
                <a:lnTo>
                  <a:pt x="10732" y="20677"/>
                </a:lnTo>
                <a:lnTo>
                  <a:pt x="10135" y="20044"/>
                </a:lnTo>
                <a:lnTo>
                  <a:pt x="9583" y="19219"/>
                </a:lnTo>
                <a:lnTo>
                  <a:pt x="9035" y="18188"/>
                </a:lnTo>
                <a:lnTo>
                  <a:pt x="8458" y="16941"/>
                </a:lnTo>
                <a:lnTo>
                  <a:pt x="7810" y="15462"/>
                </a:lnTo>
                <a:lnTo>
                  <a:pt x="7268" y="13761"/>
                </a:lnTo>
                <a:lnTo>
                  <a:pt x="6724" y="12045"/>
                </a:lnTo>
                <a:lnTo>
                  <a:pt x="6171" y="10308"/>
                </a:lnTo>
                <a:lnTo>
                  <a:pt x="5789" y="12859"/>
                </a:lnTo>
                <a:lnTo>
                  <a:pt x="5406" y="15420"/>
                </a:lnTo>
                <a:lnTo>
                  <a:pt x="5019" y="18003"/>
                </a:lnTo>
                <a:lnTo>
                  <a:pt x="4629" y="20616"/>
                </a:lnTo>
                <a:lnTo>
                  <a:pt x="3974" y="17698"/>
                </a:lnTo>
                <a:lnTo>
                  <a:pt x="3319" y="14781"/>
                </a:lnTo>
                <a:lnTo>
                  <a:pt x="2661" y="11854"/>
                </a:lnTo>
                <a:lnTo>
                  <a:pt x="2001" y="8916"/>
                </a:lnTo>
                <a:lnTo>
                  <a:pt x="1339" y="5963"/>
                </a:lnTo>
                <a:lnTo>
                  <a:pt x="671" y="2994"/>
                </a:lnTo>
                <a:lnTo>
                  <a:pt x="0" y="0"/>
                </a:lnTo>
                <a:close/>
              </a:path>
            </a:pathLst>
          </a:custGeom>
          <a:solidFill>
            <a:srgbClr val="D2D8DB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5" name="contour_08323"/>
          <p:cNvSpPr/>
          <p:nvPr/>
        </p:nvSpPr>
        <p:spPr>
          <a:xfrm>
            <a:off x="1846949" y="5772089"/>
            <a:ext cx="454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38" y="707"/>
                </a:lnTo>
                <a:lnTo>
                  <a:pt x="8994" y="1285"/>
                </a:lnTo>
                <a:lnTo>
                  <a:pt x="12038" y="1774"/>
                </a:lnTo>
                <a:lnTo>
                  <a:pt x="14347" y="2225"/>
                </a:lnTo>
                <a:lnTo>
                  <a:pt x="16087" y="2676"/>
                </a:lnTo>
                <a:lnTo>
                  <a:pt x="17433" y="3175"/>
                </a:lnTo>
                <a:lnTo>
                  <a:pt x="18552" y="3766"/>
                </a:lnTo>
                <a:lnTo>
                  <a:pt x="19617" y="4493"/>
                </a:lnTo>
                <a:lnTo>
                  <a:pt x="20803" y="5400"/>
                </a:lnTo>
                <a:lnTo>
                  <a:pt x="21139" y="7260"/>
                </a:lnTo>
                <a:lnTo>
                  <a:pt x="21319" y="8583"/>
                </a:lnTo>
                <a:lnTo>
                  <a:pt x="21406" y="10004"/>
                </a:lnTo>
                <a:lnTo>
                  <a:pt x="21454" y="12150"/>
                </a:lnTo>
                <a:lnTo>
                  <a:pt x="21527" y="13951"/>
                </a:lnTo>
                <a:lnTo>
                  <a:pt x="21600" y="15779"/>
                </a:lnTo>
                <a:lnTo>
                  <a:pt x="21205" y="17329"/>
                </a:lnTo>
                <a:lnTo>
                  <a:pt x="20803" y="18900"/>
                </a:lnTo>
                <a:lnTo>
                  <a:pt x="18719" y="19939"/>
                </a:lnTo>
                <a:lnTo>
                  <a:pt x="17304" y="20566"/>
                </a:lnTo>
                <a:lnTo>
                  <a:pt x="15904" y="21036"/>
                </a:lnTo>
                <a:lnTo>
                  <a:pt x="13868" y="21600"/>
                </a:lnTo>
                <a:lnTo>
                  <a:pt x="13425" y="21006"/>
                </a:lnTo>
                <a:lnTo>
                  <a:pt x="12638" y="19956"/>
                </a:lnTo>
                <a:lnTo>
                  <a:pt x="10835" y="17550"/>
                </a:lnTo>
                <a:lnTo>
                  <a:pt x="9545" y="16211"/>
                </a:lnTo>
                <a:lnTo>
                  <a:pt x="8248" y="14866"/>
                </a:lnTo>
                <a:lnTo>
                  <a:pt x="6934" y="13500"/>
                </a:lnTo>
                <a:lnTo>
                  <a:pt x="4642" y="13500"/>
                </a:lnTo>
                <a:lnTo>
                  <a:pt x="2337" y="13500"/>
                </a:lnTo>
                <a:lnTo>
                  <a:pt x="0" y="13500"/>
                </a:lnTo>
                <a:lnTo>
                  <a:pt x="0" y="11591"/>
                </a:lnTo>
                <a:lnTo>
                  <a:pt x="0" y="9680"/>
                </a:lnTo>
                <a:lnTo>
                  <a:pt x="0" y="7762"/>
                </a:lnTo>
                <a:lnTo>
                  <a:pt x="0" y="5837"/>
                </a:lnTo>
                <a:lnTo>
                  <a:pt x="0" y="3904"/>
                </a:lnTo>
                <a:lnTo>
                  <a:pt x="0" y="1960"/>
                </a:lnTo>
                <a:lnTo>
                  <a:pt x="0" y="0"/>
                </a:lnTo>
                <a:close/>
              </a:path>
            </a:pathLst>
          </a:custGeom>
          <a:solidFill>
            <a:srgbClr val="BEB0D3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6" name="contour_08324"/>
          <p:cNvSpPr/>
          <p:nvPr/>
        </p:nvSpPr>
        <p:spPr>
          <a:xfrm>
            <a:off x="5009937" y="5757061"/>
            <a:ext cx="80168" cy="514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82" y="0"/>
                </a:moveTo>
                <a:lnTo>
                  <a:pt x="10651" y="1933"/>
                </a:lnTo>
                <a:lnTo>
                  <a:pt x="11511" y="3285"/>
                </a:lnTo>
                <a:lnTo>
                  <a:pt x="11962" y="4695"/>
                </a:lnTo>
                <a:lnTo>
                  <a:pt x="12312" y="6796"/>
                </a:lnTo>
                <a:lnTo>
                  <a:pt x="12475" y="8830"/>
                </a:lnTo>
                <a:lnTo>
                  <a:pt x="12640" y="10895"/>
                </a:lnTo>
                <a:lnTo>
                  <a:pt x="12856" y="13345"/>
                </a:lnTo>
                <a:lnTo>
                  <a:pt x="13042" y="14960"/>
                </a:lnTo>
                <a:lnTo>
                  <a:pt x="13306" y="16452"/>
                </a:lnTo>
                <a:lnTo>
                  <a:pt x="13745" y="18541"/>
                </a:lnTo>
                <a:lnTo>
                  <a:pt x="15045" y="19587"/>
                </a:lnTo>
                <a:lnTo>
                  <a:pt x="16277" y="20318"/>
                </a:lnTo>
                <a:lnTo>
                  <a:pt x="17492" y="20811"/>
                </a:lnTo>
                <a:lnTo>
                  <a:pt x="18749" y="21138"/>
                </a:lnTo>
                <a:lnTo>
                  <a:pt x="20100" y="21377"/>
                </a:lnTo>
                <a:lnTo>
                  <a:pt x="21600" y="21600"/>
                </a:lnTo>
                <a:lnTo>
                  <a:pt x="20304" y="21600"/>
                </a:lnTo>
                <a:lnTo>
                  <a:pt x="19006" y="21600"/>
                </a:lnTo>
                <a:lnTo>
                  <a:pt x="17708" y="21600"/>
                </a:lnTo>
                <a:lnTo>
                  <a:pt x="16406" y="21600"/>
                </a:lnTo>
                <a:lnTo>
                  <a:pt x="15100" y="21600"/>
                </a:lnTo>
                <a:lnTo>
                  <a:pt x="13789" y="21600"/>
                </a:lnTo>
                <a:lnTo>
                  <a:pt x="12473" y="21600"/>
                </a:lnTo>
                <a:lnTo>
                  <a:pt x="11150" y="21600"/>
                </a:lnTo>
                <a:lnTo>
                  <a:pt x="9818" y="21600"/>
                </a:lnTo>
                <a:lnTo>
                  <a:pt x="9818" y="19578"/>
                </a:lnTo>
                <a:lnTo>
                  <a:pt x="9818" y="17544"/>
                </a:lnTo>
                <a:lnTo>
                  <a:pt x="9818" y="15483"/>
                </a:lnTo>
                <a:lnTo>
                  <a:pt x="8534" y="14740"/>
                </a:lnTo>
                <a:lnTo>
                  <a:pt x="7593" y="14293"/>
                </a:lnTo>
                <a:lnTo>
                  <a:pt x="6539" y="13963"/>
                </a:lnTo>
                <a:lnTo>
                  <a:pt x="4909" y="13571"/>
                </a:lnTo>
                <a:lnTo>
                  <a:pt x="3538" y="13229"/>
                </a:lnTo>
                <a:lnTo>
                  <a:pt x="2148" y="12880"/>
                </a:lnTo>
                <a:lnTo>
                  <a:pt x="1082" y="12654"/>
                </a:lnTo>
                <a:lnTo>
                  <a:pt x="0" y="12424"/>
                </a:lnTo>
                <a:lnTo>
                  <a:pt x="1414" y="8803"/>
                </a:lnTo>
                <a:lnTo>
                  <a:pt x="2551" y="5980"/>
                </a:lnTo>
                <a:lnTo>
                  <a:pt x="3487" y="3854"/>
                </a:lnTo>
                <a:lnTo>
                  <a:pt x="4298" y="2321"/>
                </a:lnTo>
                <a:lnTo>
                  <a:pt x="5058" y="1282"/>
                </a:lnTo>
                <a:lnTo>
                  <a:pt x="5842" y="633"/>
                </a:lnTo>
                <a:lnTo>
                  <a:pt x="6723" y="269"/>
                </a:lnTo>
                <a:lnTo>
                  <a:pt x="7778" y="92"/>
                </a:lnTo>
                <a:lnTo>
                  <a:pt x="9082" y="0"/>
                </a:lnTo>
                <a:close/>
              </a:path>
            </a:pathLst>
          </a:custGeom>
          <a:solidFill>
            <a:srgbClr val="DAD5EE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7" name="contour_08325"/>
          <p:cNvSpPr/>
          <p:nvPr/>
        </p:nvSpPr>
        <p:spPr>
          <a:xfrm>
            <a:off x="3880298" y="5741290"/>
            <a:ext cx="65592" cy="38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4"/>
                </a:moveTo>
                <a:lnTo>
                  <a:pt x="1702" y="661"/>
                </a:lnTo>
                <a:lnTo>
                  <a:pt x="3391" y="422"/>
                </a:lnTo>
                <a:lnTo>
                  <a:pt x="5069" y="227"/>
                </a:lnTo>
                <a:lnTo>
                  <a:pt x="6742" y="83"/>
                </a:lnTo>
                <a:lnTo>
                  <a:pt x="8410" y="4"/>
                </a:lnTo>
                <a:lnTo>
                  <a:pt x="10078" y="0"/>
                </a:lnTo>
                <a:lnTo>
                  <a:pt x="11748" y="79"/>
                </a:lnTo>
                <a:lnTo>
                  <a:pt x="13423" y="256"/>
                </a:lnTo>
                <a:lnTo>
                  <a:pt x="15106" y="537"/>
                </a:lnTo>
                <a:lnTo>
                  <a:pt x="16800" y="934"/>
                </a:lnTo>
                <a:lnTo>
                  <a:pt x="17993" y="3125"/>
                </a:lnTo>
                <a:lnTo>
                  <a:pt x="18912" y="5220"/>
                </a:lnTo>
                <a:lnTo>
                  <a:pt x="19625" y="7312"/>
                </a:lnTo>
                <a:lnTo>
                  <a:pt x="20189" y="9486"/>
                </a:lnTo>
                <a:lnTo>
                  <a:pt x="20664" y="11846"/>
                </a:lnTo>
                <a:lnTo>
                  <a:pt x="21115" y="14474"/>
                </a:lnTo>
                <a:lnTo>
                  <a:pt x="21600" y="17467"/>
                </a:lnTo>
                <a:lnTo>
                  <a:pt x="20016" y="17810"/>
                </a:lnTo>
                <a:lnTo>
                  <a:pt x="18432" y="18149"/>
                </a:lnTo>
                <a:lnTo>
                  <a:pt x="16846" y="18492"/>
                </a:lnTo>
                <a:lnTo>
                  <a:pt x="15257" y="18831"/>
                </a:lnTo>
                <a:lnTo>
                  <a:pt x="13666" y="19174"/>
                </a:lnTo>
                <a:lnTo>
                  <a:pt x="12072" y="19517"/>
                </a:lnTo>
                <a:lnTo>
                  <a:pt x="10474" y="19860"/>
                </a:lnTo>
                <a:lnTo>
                  <a:pt x="8870" y="20207"/>
                </a:lnTo>
                <a:lnTo>
                  <a:pt x="7262" y="20554"/>
                </a:lnTo>
                <a:lnTo>
                  <a:pt x="5650" y="20901"/>
                </a:lnTo>
                <a:lnTo>
                  <a:pt x="4027" y="21249"/>
                </a:lnTo>
                <a:lnTo>
                  <a:pt x="2400" y="21600"/>
                </a:lnTo>
                <a:lnTo>
                  <a:pt x="2102" y="19042"/>
                </a:lnTo>
                <a:lnTo>
                  <a:pt x="1805" y="16483"/>
                </a:lnTo>
                <a:lnTo>
                  <a:pt x="1507" y="13916"/>
                </a:lnTo>
                <a:lnTo>
                  <a:pt x="1210" y="11346"/>
                </a:lnTo>
                <a:lnTo>
                  <a:pt x="910" y="8762"/>
                </a:lnTo>
                <a:lnTo>
                  <a:pt x="607" y="6167"/>
                </a:lnTo>
                <a:lnTo>
                  <a:pt x="305" y="3559"/>
                </a:lnTo>
                <a:lnTo>
                  <a:pt x="0" y="934"/>
                </a:lnTo>
                <a:close/>
              </a:path>
            </a:pathLst>
          </a:custGeom>
          <a:solidFill>
            <a:srgbClr val="554E4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8" name="contour_08326"/>
          <p:cNvSpPr/>
          <p:nvPr/>
        </p:nvSpPr>
        <p:spPr>
          <a:xfrm>
            <a:off x="2122238" y="5706497"/>
            <a:ext cx="7453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9" y="0"/>
                </a:moveTo>
                <a:lnTo>
                  <a:pt x="1265" y="1531"/>
                </a:lnTo>
                <a:lnTo>
                  <a:pt x="2063" y="3086"/>
                </a:lnTo>
                <a:lnTo>
                  <a:pt x="3373" y="4496"/>
                </a:lnTo>
                <a:lnTo>
                  <a:pt x="4570" y="5520"/>
                </a:lnTo>
                <a:lnTo>
                  <a:pt x="5722" y="6218"/>
                </a:lnTo>
                <a:lnTo>
                  <a:pt x="6892" y="6637"/>
                </a:lnTo>
                <a:lnTo>
                  <a:pt x="8140" y="6838"/>
                </a:lnTo>
                <a:lnTo>
                  <a:pt x="9536" y="6875"/>
                </a:lnTo>
                <a:lnTo>
                  <a:pt x="11139" y="6798"/>
                </a:lnTo>
                <a:lnTo>
                  <a:pt x="12522" y="6212"/>
                </a:lnTo>
                <a:lnTo>
                  <a:pt x="13695" y="5400"/>
                </a:lnTo>
                <a:lnTo>
                  <a:pt x="14710" y="4366"/>
                </a:lnTo>
                <a:lnTo>
                  <a:pt x="15627" y="3117"/>
                </a:lnTo>
                <a:lnTo>
                  <a:pt x="16495" y="1660"/>
                </a:lnTo>
                <a:lnTo>
                  <a:pt x="17376" y="0"/>
                </a:lnTo>
                <a:lnTo>
                  <a:pt x="18704" y="1506"/>
                </a:lnTo>
                <a:lnTo>
                  <a:pt x="19585" y="2651"/>
                </a:lnTo>
                <a:lnTo>
                  <a:pt x="20419" y="4015"/>
                </a:lnTo>
                <a:lnTo>
                  <a:pt x="21600" y="6171"/>
                </a:lnTo>
                <a:lnTo>
                  <a:pt x="21520" y="8652"/>
                </a:lnTo>
                <a:lnTo>
                  <a:pt x="21370" y="10374"/>
                </a:lnTo>
                <a:lnTo>
                  <a:pt x="21049" y="11781"/>
                </a:lnTo>
                <a:lnTo>
                  <a:pt x="20455" y="13318"/>
                </a:lnTo>
                <a:lnTo>
                  <a:pt x="19488" y="15429"/>
                </a:lnTo>
                <a:lnTo>
                  <a:pt x="17967" y="15722"/>
                </a:lnTo>
                <a:lnTo>
                  <a:pt x="16461" y="15888"/>
                </a:lnTo>
                <a:lnTo>
                  <a:pt x="14962" y="15944"/>
                </a:lnTo>
                <a:lnTo>
                  <a:pt x="13466" y="15913"/>
                </a:lnTo>
                <a:lnTo>
                  <a:pt x="11965" y="15802"/>
                </a:lnTo>
                <a:lnTo>
                  <a:pt x="10455" y="15635"/>
                </a:lnTo>
                <a:lnTo>
                  <a:pt x="8928" y="15429"/>
                </a:lnTo>
                <a:lnTo>
                  <a:pt x="8928" y="17468"/>
                </a:lnTo>
                <a:lnTo>
                  <a:pt x="8928" y="19520"/>
                </a:lnTo>
                <a:lnTo>
                  <a:pt x="8928" y="21600"/>
                </a:lnTo>
                <a:lnTo>
                  <a:pt x="7580" y="20986"/>
                </a:lnTo>
                <a:lnTo>
                  <a:pt x="6292" y="20329"/>
                </a:lnTo>
                <a:lnTo>
                  <a:pt x="5054" y="19604"/>
                </a:lnTo>
                <a:lnTo>
                  <a:pt x="3861" y="18780"/>
                </a:lnTo>
                <a:lnTo>
                  <a:pt x="2706" y="17826"/>
                </a:lnTo>
                <a:lnTo>
                  <a:pt x="1580" y="16718"/>
                </a:lnTo>
                <a:lnTo>
                  <a:pt x="479" y="15429"/>
                </a:lnTo>
                <a:lnTo>
                  <a:pt x="211" y="13191"/>
                </a:lnTo>
                <a:lnTo>
                  <a:pt x="55" y="10994"/>
                </a:lnTo>
                <a:lnTo>
                  <a:pt x="0" y="8816"/>
                </a:lnTo>
                <a:lnTo>
                  <a:pt x="27" y="6644"/>
                </a:lnTo>
                <a:lnTo>
                  <a:pt x="127" y="4462"/>
                </a:lnTo>
                <a:lnTo>
                  <a:pt x="281" y="2253"/>
                </a:lnTo>
                <a:lnTo>
                  <a:pt x="479" y="0"/>
                </a:lnTo>
                <a:close/>
              </a:path>
            </a:pathLst>
          </a:custGeom>
          <a:solidFill>
            <a:srgbClr val="343436"/>
          </a:solidFill>
          <a:ln>
            <a:noFill/>
          </a:ln>
        </p:spPr>
        <p:txBody>
          <a:bodyPr/>
          <a:lstStyle/>
          <a:p/>
        </p:txBody>
      </p:sp>
      <p:sp>
        <p:nvSpPr>
          <p:cNvPr id="8329" name="contour_08327"/>
          <p:cNvSpPr/>
          <p:nvPr/>
        </p:nvSpPr>
        <p:spPr>
          <a:xfrm>
            <a:off x="4455889" y="5691921"/>
            <a:ext cx="3730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13" y="0"/>
                </a:moveTo>
                <a:lnTo>
                  <a:pt x="7027" y="521"/>
                </a:lnTo>
                <a:lnTo>
                  <a:pt x="9623" y="1075"/>
                </a:lnTo>
                <a:lnTo>
                  <a:pt x="12104" y="1696"/>
                </a:lnTo>
                <a:lnTo>
                  <a:pt x="14489" y="2411"/>
                </a:lnTo>
                <a:lnTo>
                  <a:pt x="16793" y="3245"/>
                </a:lnTo>
                <a:lnTo>
                  <a:pt x="19021" y="4234"/>
                </a:lnTo>
                <a:lnTo>
                  <a:pt x="21195" y="5400"/>
                </a:lnTo>
                <a:lnTo>
                  <a:pt x="21524" y="7258"/>
                </a:lnTo>
                <a:lnTo>
                  <a:pt x="21600" y="9029"/>
                </a:lnTo>
                <a:lnTo>
                  <a:pt x="21431" y="10733"/>
                </a:lnTo>
                <a:lnTo>
                  <a:pt x="21018" y="12385"/>
                </a:lnTo>
                <a:lnTo>
                  <a:pt x="20363" y="14010"/>
                </a:lnTo>
                <a:lnTo>
                  <a:pt x="19469" y="15625"/>
                </a:lnTo>
                <a:lnTo>
                  <a:pt x="18338" y="17248"/>
                </a:lnTo>
                <a:lnTo>
                  <a:pt x="16974" y="18900"/>
                </a:lnTo>
                <a:lnTo>
                  <a:pt x="14159" y="19805"/>
                </a:lnTo>
                <a:lnTo>
                  <a:pt x="11513" y="20447"/>
                </a:lnTo>
                <a:lnTo>
                  <a:pt x="8913" y="20885"/>
                </a:lnTo>
                <a:lnTo>
                  <a:pt x="6225" y="21182"/>
                </a:lnTo>
                <a:lnTo>
                  <a:pt x="3330" y="21400"/>
                </a:lnTo>
                <a:lnTo>
                  <a:pt x="93" y="21600"/>
                </a:lnTo>
                <a:lnTo>
                  <a:pt x="0" y="19740"/>
                </a:lnTo>
                <a:lnTo>
                  <a:pt x="17" y="17904"/>
                </a:lnTo>
                <a:lnTo>
                  <a:pt x="139" y="16087"/>
                </a:lnTo>
                <a:lnTo>
                  <a:pt x="355" y="14286"/>
                </a:lnTo>
                <a:lnTo>
                  <a:pt x="654" y="12496"/>
                </a:lnTo>
                <a:lnTo>
                  <a:pt x="1030" y="10714"/>
                </a:lnTo>
                <a:lnTo>
                  <a:pt x="1469" y="8940"/>
                </a:lnTo>
                <a:lnTo>
                  <a:pt x="1967" y="7163"/>
                </a:lnTo>
                <a:lnTo>
                  <a:pt x="2507" y="5387"/>
                </a:lnTo>
                <a:lnTo>
                  <a:pt x="3085" y="3602"/>
                </a:lnTo>
                <a:lnTo>
                  <a:pt x="3693" y="1809"/>
                </a:lnTo>
                <a:lnTo>
                  <a:pt x="4313" y="0"/>
                </a:lnTo>
                <a:close/>
              </a:path>
            </a:pathLst>
          </a:custGeom>
          <a:solidFill>
            <a:srgbClr val="AFB0B2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0" name="contour_08328"/>
          <p:cNvSpPr/>
          <p:nvPr/>
        </p:nvSpPr>
        <p:spPr>
          <a:xfrm>
            <a:off x="10577962" y="5640825"/>
            <a:ext cx="65592" cy="402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"/>
                </a:moveTo>
                <a:lnTo>
                  <a:pt x="21240" y="2743"/>
                </a:lnTo>
                <a:lnTo>
                  <a:pt x="20846" y="5342"/>
                </a:lnTo>
                <a:lnTo>
                  <a:pt x="20402" y="7855"/>
                </a:lnTo>
                <a:lnTo>
                  <a:pt x="19889" y="10294"/>
                </a:lnTo>
                <a:lnTo>
                  <a:pt x="19289" y="12674"/>
                </a:lnTo>
                <a:lnTo>
                  <a:pt x="18588" y="15007"/>
                </a:lnTo>
                <a:lnTo>
                  <a:pt x="17762" y="17305"/>
                </a:lnTo>
                <a:lnTo>
                  <a:pt x="16800" y="19583"/>
                </a:lnTo>
                <a:lnTo>
                  <a:pt x="15142" y="20388"/>
                </a:lnTo>
                <a:lnTo>
                  <a:pt x="13526" y="20994"/>
                </a:lnTo>
                <a:lnTo>
                  <a:pt x="11942" y="21397"/>
                </a:lnTo>
                <a:lnTo>
                  <a:pt x="10380" y="21600"/>
                </a:lnTo>
                <a:lnTo>
                  <a:pt x="8822" y="21600"/>
                </a:lnTo>
                <a:lnTo>
                  <a:pt x="7258" y="21401"/>
                </a:lnTo>
                <a:lnTo>
                  <a:pt x="5676" y="20998"/>
                </a:lnTo>
                <a:lnTo>
                  <a:pt x="4061" y="20392"/>
                </a:lnTo>
                <a:lnTo>
                  <a:pt x="2400" y="19583"/>
                </a:lnTo>
                <a:lnTo>
                  <a:pt x="1502" y="17098"/>
                </a:lnTo>
                <a:lnTo>
                  <a:pt x="862" y="14628"/>
                </a:lnTo>
                <a:lnTo>
                  <a:pt x="432" y="12127"/>
                </a:lnTo>
                <a:lnTo>
                  <a:pt x="175" y="9547"/>
                </a:lnTo>
                <a:lnTo>
                  <a:pt x="46" y="6839"/>
                </a:lnTo>
                <a:lnTo>
                  <a:pt x="0" y="3951"/>
                </a:lnTo>
                <a:lnTo>
                  <a:pt x="1687" y="3455"/>
                </a:lnTo>
                <a:lnTo>
                  <a:pt x="3374" y="2966"/>
                </a:lnTo>
                <a:lnTo>
                  <a:pt x="5062" y="2478"/>
                </a:lnTo>
                <a:lnTo>
                  <a:pt x="6749" y="1997"/>
                </a:lnTo>
                <a:lnTo>
                  <a:pt x="8004" y="1634"/>
                </a:lnTo>
                <a:lnTo>
                  <a:pt x="9269" y="1266"/>
                </a:lnTo>
                <a:lnTo>
                  <a:pt x="10548" y="899"/>
                </a:lnTo>
                <a:lnTo>
                  <a:pt x="12139" y="582"/>
                </a:lnTo>
                <a:lnTo>
                  <a:pt x="13716" y="340"/>
                </a:lnTo>
                <a:lnTo>
                  <a:pt x="15281" y="164"/>
                </a:lnTo>
                <a:lnTo>
                  <a:pt x="16846" y="55"/>
                </a:lnTo>
                <a:lnTo>
                  <a:pt x="18415" y="4"/>
                </a:lnTo>
                <a:lnTo>
                  <a:pt x="19997" y="0"/>
                </a:lnTo>
                <a:lnTo>
                  <a:pt x="21600" y="43"/>
                </a:lnTo>
                <a:close/>
              </a:path>
            </a:pathLst>
          </a:custGeom>
          <a:solidFill>
            <a:srgbClr val="C9CCCF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1" name="contour_08329"/>
          <p:cNvSpPr/>
          <p:nvPr/>
        </p:nvSpPr>
        <p:spPr>
          <a:xfrm>
            <a:off x="9980347" y="5633617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04" y="2851"/>
                </a:lnTo>
                <a:lnTo>
                  <a:pt x="20808" y="5707"/>
                </a:lnTo>
                <a:lnTo>
                  <a:pt x="20410" y="8575"/>
                </a:lnTo>
                <a:lnTo>
                  <a:pt x="20009" y="11457"/>
                </a:lnTo>
                <a:lnTo>
                  <a:pt x="19606" y="14355"/>
                </a:lnTo>
                <a:lnTo>
                  <a:pt x="19200" y="17280"/>
                </a:lnTo>
                <a:lnTo>
                  <a:pt x="18012" y="16209"/>
                </a:lnTo>
                <a:lnTo>
                  <a:pt x="16817" y="15137"/>
                </a:lnTo>
                <a:lnTo>
                  <a:pt x="15617" y="14053"/>
                </a:lnTo>
                <a:lnTo>
                  <a:pt x="14400" y="12960"/>
                </a:lnTo>
                <a:lnTo>
                  <a:pt x="14400" y="15816"/>
                </a:lnTo>
                <a:lnTo>
                  <a:pt x="14400" y="18688"/>
                </a:lnTo>
                <a:lnTo>
                  <a:pt x="14400" y="21600"/>
                </a:lnTo>
                <a:lnTo>
                  <a:pt x="12936" y="21302"/>
                </a:lnTo>
                <a:lnTo>
                  <a:pt x="11472" y="20974"/>
                </a:lnTo>
                <a:lnTo>
                  <a:pt x="10010" y="20624"/>
                </a:lnTo>
                <a:lnTo>
                  <a:pt x="8549" y="20252"/>
                </a:lnTo>
                <a:lnTo>
                  <a:pt x="6917" y="19872"/>
                </a:lnTo>
                <a:lnTo>
                  <a:pt x="5258" y="19492"/>
                </a:lnTo>
                <a:lnTo>
                  <a:pt x="3581" y="18109"/>
                </a:lnTo>
                <a:lnTo>
                  <a:pt x="2558" y="16723"/>
                </a:lnTo>
                <a:lnTo>
                  <a:pt x="1776" y="14502"/>
                </a:lnTo>
                <a:lnTo>
                  <a:pt x="816" y="10614"/>
                </a:lnTo>
                <a:lnTo>
                  <a:pt x="547" y="8532"/>
                </a:lnTo>
                <a:lnTo>
                  <a:pt x="276" y="6441"/>
                </a:lnTo>
                <a:lnTo>
                  <a:pt x="0" y="4320"/>
                </a:lnTo>
                <a:lnTo>
                  <a:pt x="1620" y="3884"/>
                </a:lnTo>
                <a:lnTo>
                  <a:pt x="3240" y="3452"/>
                </a:lnTo>
                <a:lnTo>
                  <a:pt x="4860" y="3020"/>
                </a:lnTo>
                <a:lnTo>
                  <a:pt x="6480" y="2588"/>
                </a:lnTo>
                <a:lnTo>
                  <a:pt x="8100" y="2160"/>
                </a:lnTo>
                <a:lnTo>
                  <a:pt x="9605" y="1758"/>
                </a:lnTo>
                <a:lnTo>
                  <a:pt x="11119" y="1352"/>
                </a:lnTo>
                <a:lnTo>
                  <a:pt x="12655" y="946"/>
                </a:lnTo>
                <a:lnTo>
                  <a:pt x="14424" y="549"/>
                </a:lnTo>
                <a:lnTo>
                  <a:pt x="15749" y="281"/>
                </a:lnTo>
                <a:lnTo>
                  <a:pt x="16882" y="117"/>
                </a:lnTo>
                <a:lnTo>
                  <a:pt x="18070" y="35"/>
                </a:lnTo>
                <a:lnTo>
                  <a:pt x="19558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5C5A51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2" name="contour_08330"/>
          <p:cNvSpPr/>
          <p:nvPr/>
        </p:nvSpPr>
        <p:spPr>
          <a:xfrm>
            <a:off x="7589886" y="5622460"/>
            <a:ext cx="65592" cy="330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26" y="0"/>
                </a:moveTo>
                <a:lnTo>
                  <a:pt x="8489" y="33"/>
                </a:lnTo>
                <a:lnTo>
                  <a:pt x="10800" y="148"/>
                </a:lnTo>
                <a:lnTo>
                  <a:pt x="12326" y="76"/>
                </a:lnTo>
                <a:lnTo>
                  <a:pt x="13874" y="0"/>
                </a:lnTo>
                <a:lnTo>
                  <a:pt x="14849" y="872"/>
                </a:lnTo>
                <a:lnTo>
                  <a:pt x="15641" y="1759"/>
                </a:lnTo>
                <a:lnTo>
                  <a:pt x="16339" y="2918"/>
                </a:lnTo>
                <a:lnTo>
                  <a:pt x="17033" y="4596"/>
                </a:lnTo>
                <a:lnTo>
                  <a:pt x="17818" y="7051"/>
                </a:lnTo>
                <a:lnTo>
                  <a:pt x="18778" y="10535"/>
                </a:lnTo>
                <a:lnTo>
                  <a:pt x="20009" y="15298"/>
                </a:lnTo>
                <a:lnTo>
                  <a:pt x="21600" y="21600"/>
                </a:lnTo>
                <a:lnTo>
                  <a:pt x="19954" y="21600"/>
                </a:lnTo>
                <a:lnTo>
                  <a:pt x="18310" y="21600"/>
                </a:lnTo>
                <a:lnTo>
                  <a:pt x="16661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2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0" y="21600"/>
                </a:lnTo>
                <a:lnTo>
                  <a:pt x="0" y="21600"/>
                </a:lnTo>
                <a:lnTo>
                  <a:pt x="1589" y="15298"/>
                </a:lnTo>
                <a:lnTo>
                  <a:pt x="2820" y="10535"/>
                </a:lnTo>
                <a:lnTo>
                  <a:pt x="3782" y="7051"/>
                </a:lnTo>
                <a:lnTo>
                  <a:pt x="4565" y="4596"/>
                </a:lnTo>
                <a:lnTo>
                  <a:pt x="5261" y="2918"/>
                </a:lnTo>
                <a:lnTo>
                  <a:pt x="5959" y="1759"/>
                </a:lnTo>
                <a:lnTo>
                  <a:pt x="6749" y="872"/>
                </a:lnTo>
                <a:lnTo>
                  <a:pt x="7726" y="0"/>
                </a:lnTo>
                <a:close/>
              </a:path>
            </a:pathLst>
          </a:custGeom>
          <a:solidFill>
            <a:srgbClr val="E1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3" name="contour_08331"/>
          <p:cNvSpPr/>
          <p:nvPr/>
        </p:nvSpPr>
        <p:spPr>
          <a:xfrm>
            <a:off x="5643992" y="5604465"/>
            <a:ext cx="580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69" y="0"/>
                </a:moveTo>
                <a:lnTo>
                  <a:pt x="18113" y="2865"/>
                </a:lnTo>
                <a:lnTo>
                  <a:pt x="19496" y="5084"/>
                </a:lnTo>
                <a:lnTo>
                  <a:pt x="20475" y="6817"/>
                </a:lnTo>
                <a:lnTo>
                  <a:pt x="21109" y="8230"/>
                </a:lnTo>
                <a:lnTo>
                  <a:pt x="21464" y="9482"/>
                </a:lnTo>
                <a:lnTo>
                  <a:pt x="21600" y="10738"/>
                </a:lnTo>
                <a:lnTo>
                  <a:pt x="21573" y="12163"/>
                </a:lnTo>
                <a:lnTo>
                  <a:pt x="21448" y="13921"/>
                </a:lnTo>
                <a:lnTo>
                  <a:pt x="21058" y="15401"/>
                </a:lnTo>
                <a:lnTo>
                  <a:pt x="20735" y="16540"/>
                </a:lnTo>
                <a:lnTo>
                  <a:pt x="20358" y="17707"/>
                </a:lnTo>
                <a:lnTo>
                  <a:pt x="19813" y="19270"/>
                </a:lnTo>
                <a:lnTo>
                  <a:pt x="18981" y="21600"/>
                </a:lnTo>
                <a:lnTo>
                  <a:pt x="16858" y="21443"/>
                </a:lnTo>
                <a:lnTo>
                  <a:pt x="15000" y="21252"/>
                </a:lnTo>
                <a:lnTo>
                  <a:pt x="13305" y="20963"/>
                </a:lnTo>
                <a:lnTo>
                  <a:pt x="11665" y="20517"/>
                </a:lnTo>
                <a:lnTo>
                  <a:pt x="9978" y="19848"/>
                </a:lnTo>
                <a:lnTo>
                  <a:pt x="8135" y="18900"/>
                </a:lnTo>
                <a:lnTo>
                  <a:pt x="7139" y="17358"/>
                </a:lnTo>
                <a:lnTo>
                  <a:pt x="6196" y="15798"/>
                </a:lnTo>
                <a:lnTo>
                  <a:pt x="5306" y="14221"/>
                </a:lnTo>
                <a:lnTo>
                  <a:pt x="4458" y="12625"/>
                </a:lnTo>
                <a:lnTo>
                  <a:pt x="3650" y="11016"/>
                </a:lnTo>
                <a:lnTo>
                  <a:pt x="2874" y="9385"/>
                </a:lnTo>
                <a:lnTo>
                  <a:pt x="2129" y="7741"/>
                </a:lnTo>
                <a:lnTo>
                  <a:pt x="1402" y="6078"/>
                </a:lnTo>
                <a:lnTo>
                  <a:pt x="697" y="4398"/>
                </a:lnTo>
                <a:lnTo>
                  <a:pt x="0" y="2700"/>
                </a:lnTo>
                <a:lnTo>
                  <a:pt x="1611" y="2700"/>
                </a:lnTo>
                <a:lnTo>
                  <a:pt x="3227" y="2700"/>
                </a:lnTo>
                <a:lnTo>
                  <a:pt x="4848" y="2700"/>
                </a:lnTo>
                <a:lnTo>
                  <a:pt x="6483" y="2700"/>
                </a:lnTo>
                <a:lnTo>
                  <a:pt x="8135" y="2700"/>
                </a:lnTo>
                <a:lnTo>
                  <a:pt x="8135" y="4485"/>
                </a:lnTo>
                <a:lnTo>
                  <a:pt x="8135" y="6280"/>
                </a:lnTo>
                <a:lnTo>
                  <a:pt x="8135" y="8100"/>
                </a:lnTo>
                <a:lnTo>
                  <a:pt x="9927" y="8100"/>
                </a:lnTo>
                <a:lnTo>
                  <a:pt x="11730" y="8100"/>
                </a:lnTo>
                <a:lnTo>
                  <a:pt x="13558" y="8100"/>
                </a:lnTo>
                <a:lnTo>
                  <a:pt x="14393" y="6091"/>
                </a:lnTo>
                <a:lnTo>
                  <a:pt x="14951" y="4666"/>
                </a:lnTo>
                <a:lnTo>
                  <a:pt x="15363" y="3434"/>
                </a:lnTo>
                <a:lnTo>
                  <a:pt x="15759" y="2009"/>
                </a:lnTo>
                <a:lnTo>
                  <a:pt x="16269" y="0"/>
                </a:lnTo>
                <a:close/>
              </a:path>
            </a:pathLst>
          </a:custGeom>
          <a:solidFill>
            <a:srgbClr val="675E4B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4" name="contour_08332"/>
          <p:cNvSpPr/>
          <p:nvPr/>
        </p:nvSpPr>
        <p:spPr>
          <a:xfrm>
            <a:off x="1329042" y="5576472"/>
            <a:ext cx="73339" cy="644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55"/>
                </a:moveTo>
                <a:lnTo>
                  <a:pt x="21600" y="3670"/>
                </a:lnTo>
                <a:lnTo>
                  <a:pt x="21600" y="5294"/>
                </a:lnTo>
                <a:lnTo>
                  <a:pt x="21600" y="6941"/>
                </a:lnTo>
                <a:lnTo>
                  <a:pt x="20149" y="7769"/>
                </a:lnTo>
                <a:lnTo>
                  <a:pt x="18775" y="8385"/>
                </a:lnTo>
                <a:lnTo>
                  <a:pt x="17453" y="8800"/>
                </a:lnTo>
                <a:lnTo>
                  <a:pt x="16146" y="9025"/>
                </a:lnTo>
                <a:lnTo>
                  <a:pt x="14824" y="9076"/>
                </a:lnTo>
                <a:lnTo>
                  <a:pt x="13458" y="8966"/>
                </a:lnTo>
                <a:lnTo>
                  <a:pt x="12016" y="8707"/>
                </a:lnTo>
                <a:lnTo>
                  <a:pt x="10464" y="8314"/>
                </a:lnTo>
                <a:lnTo>
                  <a:pt x="9178" y="7862"/>
                </a:lnTo>
                <a:lnTo>
                  <a:pt x="7886" y="7403"/>
                </a:lnTo>
                <a:lnTo>
                  <a:pt x="6575" y="6941"/>
                </a:lnTo>
                <a:lnTo>
                  <a:pt x="6339" y="8554"/>
                </a:lnTo>
                <a:lnTo>
                  <a:pt x="6102" y="10168"/>
                </a:lnTo>
                <a:lnTo>
                  <a:pt x="5866" y="11783"/>
                </a:lnTo>
                <a:lnTo>
                  <a:pt x="5628" y="13403"/>
                </a:lnTo>
                <a:lnTo>
                  <a:pt x="5390" y="15028"/>
                </a:lnTo>
                <a:lnTo>
                  <a:pt x="5152" y="16660"/>
                </a:lnTo>
                <a:lnTo>
                  <a:pt x="4911" y="18297"/>
                </a:lnTo>
                <a:lnTo>
                  <a:pt x="4671" y="19944"/>
                </a:lnTo>
                <a:lnTo>
                  <a:pt x="4428" y="21600"/>
                </a:lnTo>
                <a:lnTo>
                  <a:pt x="3366" y="20994"/>
                </a:lnTo>
                <a:lnTo>
                  <a:pt x="2297" y="20388"/>
                </a:lnTo>
                <a:lnTo>
                  <a:pt x="1223" y="19775"/>
                </a:lnTo>
                <a:lnTo>
                  <a:pt x="135" y="19157"/>
                </a:lnTo>
                <a:lnTo>
                  <a:pt x="0" y="17520"/>
                </a:lnTo>
                <a:lnTo>
                  <a:pt x="2" y="15937"/>
                </a:lnTo>
                <a:lnTo>
                  <a:pt x="131" y="14395"/>
                </a:lnTo>
                <a:lnTo>
                  <a:pt x="373" y="12885"/>
                </a:lnTo>
                <a:lnTo>
                  <a:pt x="721" y="11397"/>
                </a:lnTo>
                <a:lnTo>
                  <a:pt x="1161" y="9917"/>
                </a:lnTo>
                <a:lnTo>
                  <a:pt x="1685" y="8436"/>
                </a:lnTo>
                <a:lnTo>
                  <a:pt x="2282" y="6941"/>
                </a:lnTo>
                <a:lnTo>
                  <a:pt x="3651" y="5480"/>
                </a:lnTo>
                <a:lnTo>
                  <a:pt x="5018" y="4175"/>
                </a:lnTo>
                <a:lnTo>
                  <a:pt x="6392" y="3037"/>
                </a:lnTo>
                <a:lnTo>
                  <a:pt x="7775" y="2067"/>
                </a:lnTo>
                <a:lnTo>
                  <a:pt x="9172" y="1275"/>
                </a:lnTo>
                <a:lnTo>
                  <a:pt x="10593" y="667"/>
                </a:lnTo>
                <a:lnTo>
                  <a:pt x="12037" y="247"/>
                </a:lnTo>
                <a:lnTo>
                  <a:pt x="13519" y="22"/>
                </a:lnTo>
                <a:lnTo>
                  <a:pt x="15036" y="0"/>
                </a:lnTo>
                <a:lnTo>
                  <a:pt x="16597" y="186"/>
                </a:lnTo>
                <a:lnTo>
                  <a:pt x="18206" y="584"/>
                </a:lnTo>
                <a:lnTo>
                  <a:pt x="19874" y="1207"/>
                </a:lnTo>
                <a:lnTo>
                  <a:pt x="21600" y="2055"/>
                </a:lnTo>
                <a:close/>
              </a:path>
            </a:pathLst>
          </a:custGeom>
          <a:solidFill>
            <a:srgbClr val="3E3841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5" name="contour_08333"/>
          <p:cNvSpPr/>
          <p:nvPr/>
        </p:nvSpPr>
        <p:spPr>
          <a:xfrm>
            <a:off x="10919908" y="5568026"/>
            <a:ext cx="58894" cy="50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7" y="0"/>
                </a:moveTo>
                <a:lnTo>
                  <a:pt x="1983" y="0"/>
                </a:lnTo>
                <a:lnTo>
                  <a:pt x="3761" y="0"/>
                </a:lnTo>
                <a:lnTo>
                  <a:pt x="5562" y="0"/>
                </a:lnTo>
                <a:lnTo>
                  <a:pt x="5562" y="1841"/>
                </a:lnTo>
                <a:lnTo>
                  <a:pt x="5562" y="3687"/>
                </a:lnTo>
                <a:lnTo>
                  <a:pt x="5562" y="5540"/>
                </a:lnTo>
                <a:lnTo>
                  <a:pt x="5562" y="7409"/>
                </a:lnTo>
                <a:lnTo>
                  <a:pt x="5562" y="9296"/>
                </a:lnTo>
                <a:lnTo>
                  <a:pt x="7471" y="9482"/>
                </a:lnTo>
                <a:lnTo>
                  <a:pt x="8842" y="9575"/>
                </a:lnTo>
                <a:lnTo>
                  <a:pt x="10061" y="9575"/>
                </a:lnTo>
                <a:lnTo>
                  <a:pt x="11512" y="9482"/>
                </a:lnTo>
                <a:lnTo>
                  <a:pt x="13581" y="9296"/>
                </a:lnTo>
                <a:lnTo>
                  <a:pt x="14658" y="7455"/>
                </a:lnTo>
                <a:lnTo>
                  <a:pt x="15295" y="6197"/>
                </a:lnTo>
                <a:lnTo>
                  <a:pt x="15744" y="4939"/>
                </a:lnTo>
                <a:lnTo>
                  <a:pt x="16254" y="3099"/>
                </a:lnTo>
                <a:lnTo>
                  <a:pt x="16145" y="4570"/>
                </a:lnTo>
                <a:lnTo>
                  <a:pt x="16032" y="6051"/>
                </a:lnTo>
                <a:lnTo>
                  <a:pt x="15920" y="7554"/>
                </a:lnTo>
                <a:lnTo>
                  <a:pt x="15971" y="8264"/>
                </a:lnTo>
                <a:lnTo>
                  <a:pt x="16056" y="9519"/>
                </a:lnTo>
                <a:lnTo>
                  <a:pt x="16254" y="12394"/>
                </a:lnTo>
                <a:lnTo>
                  <a:pt x="17842" y="13643"/>
                </a:lnTo>
                <a:lnTo>
                  <a:pt x="18927" y="14380"/>
                </a:lnTo>
                <a:lnTo>
                  <a:pt x="20012" y="14901"/>
                </a:lnTo>
                <a:lnTo>
                  <a:pt x="21600" y="15493"/>
                </a:lnTo>
                <a:lnTo>
                  <a:pt x="19221" y="17823"/>
                </a:lnTo>
                <a:lnTo>
                  <a:pt x="17436" y="19487"/>
                </a:lnTo>
                <a:lnTo>
                  <a:pt x="16054" y="20593"/>
                </a:lnTo>
                <a:lnTo>
                  <a:pt x="14883" y="21244"/>
                </a:lnTo>
                <a:lnTo>
                  <a:pt x="13739" y="21544"/>
                </a:lnTo>
                <a:lnTo>
                  <a:pt x="12426" y="21600"/>
                </a:lnTo>
                <a:lnTo>
                  <a:pt x="10761" y="21519"/>
                </a:lnTo>
                <a:lnTo>
                  <a:pt x="8978" y="20999"/>
                </a:lnTo>
                <a:lnTo>
                  <a:pt x="7332" y="20441"/>
                </a:lnTo>
                <a:lnTo>
                  <a:pt x="5792" y="19803"/>
                </a:lnTo>
                <a:lnTo>
                  <a:pt x="4338" y="19034"/>
                </a:lnTo>
                <a:lnTo>
                  <a:pt x="2940" y="18089"/>
                </a:lnTo>
                <a:lnTo>
                  <a:pt x="1577" y="16927"/>
                </a:lnTo>
                <a:lnTo>
                  <a:pt x="217" y="15493"/>
                </a:lnTo>
                <a:lnTo>
                  <a:pt x="67" y="13293"/>
                </a:lnTo>
                <a:lnTo>
                  <a:pt x="0" y="11734"/>
                </a:lnTo>
                <a:lnTo>
                  <a:pt x="0" y="10067"/>
                </a:lnTo>
                <a:lnTo>
                  <a:pt x="51" y="7554"/>
                </a:lnTo>
                <a:lnTo>
                  <a:pt x="86" y="5432"/>
                </a:lnTo>
                <a:lnTo>
                  <a:pt x="123" y="3281"/>
                </a:lnTo>
                <a:lnTo>
                  <a:pt x="168" y="1652"/>
                </a:lnTo>
                <a:lnTo>
                  <a:pt x="217" y="0"/>
                </a:lnTo>
                <a:close/>
              </a:path>
            </a:pathLst>
          </a:custGeom>
          <a:solidFill>
            <a:srgbClr val="9F9FA5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6" name="contour_08334"/>
          <p:cNvSpPr/>
          <p:nvPr/>
        </p:nvSpPr>
        <p:spPr>
          <a:xfrm>
            <a:off x="5044511" y="5560599"/>
            <a:ext cx="52882" cy="43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23" y="3657"/>
                </a:moveTo>
                <a:lnTo>
                  <a:pt x="19207" y="5867"/>
                </a:lnTo>
                <a:lnTo>
                  <a:pt x="19695" y="8078"/>
                </a:lnTo>
                <a:lnTo>
                  <a:pt x="20106" y="10292"/>
                </a:lnTo>
                <a:lnTo>
                  <a:pt x="20454" y="12514"/>
                </a:lnTo>
                <a:lnTo>
                  <a:pt x="20761" y="14749"/>
                </a:lnTo>
                <a:lnTo>
                  <a:pt x="21040" y="17007"/>
                </a:lnTo>
                <a:lnTo>
                  <a:pt x="21314" y="19289"/>
                </a:lnTo>
                <a:lnTo>
                  <a:pt x="21600" y="21600"/>
                </a:lnTo>
                <a:lnTo>
                  <a:pt x="19537" y="21600"/>
                </a:lnTo>
                <a:lnTo>
                  <a:pt x="17471" y="21600"/>
                </a:lnTo>
                <a:lnTo>
                  <a:pt x="15405" y="21600"/>
                </a:lnTo>
                <a:lnTo>
                  <a:pt x="13336" y="21600"/>
                </a:lnTo>
                <a:lnTo>
                  <a:pt x="11258" y="21600"/>
                </a:lnTo>
                <a:lnTo>
                  <a:pt x="9178" y="21600"/>
                </a:lnTo>
                <a:lnTo>
                  <a:pt x="7088" y="21600"/>
                </a:lnTo>
                <a:lnTo>
                  <a:pt x="4989" y="21600"/>
                </a:lnTo>
                <a:lnTo>
                  <a:pt x="2882" y="21600"/>
                </a:lnTo>
                <a:lnTo>
                  <a:pt x="762" y="21600"/>
                </a:lnTo>
                <a:lnTo>
                  <a:pt x="381" y="17068"/>
                </a:lnTo>
                <a:lnTo>
                  <a:pt x="125" y="13712"/>
                </a:lnTo>
                <a:lnTo>
                  <a:pt x="0" y="11225"/>
                </a:lnTo>
                <a:lnTo>
                  <a:pt x="0" y="9291"/>
                </a:lnTo>
                <a:lnTo>
                  <a:pt x="125" y="7594"/>
                </a:lnTo>
                <a:lnTo>
                  <a:pt x="381" y="5821"/>
                </a:lnTo>
                <a:lnTo>
                  <a:pt x="762" y="3657"/>
                </a:lnTo>
                <a:lnTo>
                  <a:pt x="2679" y="2203"/>
                </a:lnTo>
                <a:lnTo>
                  <a:pt x="4653" y="1109"/>
                </a:lnTo>
                <a:lnTo>
                  <a:pt x="6665" y="377"/>
                </a:lnTo>
                <a:lnTo>
                  <a:pt x="8698" y="7"/>
                </a:lnTo>
                <a:lnTo>
                  <a:pt x="10737" y="0"/>
                </a:lnTo>
                <a:lnTo>
                  <a:pt x="12768" y="362"/>
                </a:lnTo>
                <a:lnTo>
                  <a:pt x="14768" y="1091"/>
                </a:lnTo>
                <a:lnTo>
                  <a:pt x="16727" y="2189"/>
                </a:lnTo>
                <a:lnTo>
                  <a:pt x="18623" y="3657"/>
                </a:lnTo>
                <a:close/>
              </a:path>
            </a:pathLst>
          </a:custGeom>
          <a:solidFill>
            <a:srgbClr val="7F5B99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7" name="contour_08335"/>
          <p:cNvSpPr/>
          <p:nvPr/>
        </p:nvSpPr>
        <p:spPr>
          <a:xfrm>
            <a:off x="8602917" y="5546162"/>
            <a:ext cx="8745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20342" y="21600"/>
                </a:lnTo>
                <a:lnTo>
                  <a:pt x="19084" y="21600"/>
                </a:lnTo>
                <a:lnTo>
                  <a:pt x="17825" y="21600"/>
                </a:lnTo>
                <a:lnTo>
                  <a:pt x="16565" y="21600"/>
                </a:lnTo>
                <a:lnTo>
                  <a:pt x="15305" y="21600"/>
                </a:lnTo>
                <a:lnTo>
                  <a:pt x="14044" y="21600"/>
                </a:lnTo>
                <a:lnTo>
                  <a:pt x="12780" y="21600"/>
                </a:lnTo>
                <a:lnTo>
                  <a:pt x="11515" y="21600"/>
                </a:lnTo>
                <a:lnTo>
                  <a:pt x="10247" y="21600"/>
                </a:lnTo>
                <a:lnTo>
                  <a:pt x="8977" y="21600"/>
                </a:lnTo>
                <a:lnTo>
                  <a:pt x="7704" y="21600"/>
                </a:lnTo>
                <a:lnTo>
                  <a:pt x="6430" y="21600"/>
                </a:lnTo>
                <a:lnTo>
                  <a:pt x="5152" y="21600"/>
                </a:lnTo>
                <a:lnTo>
                  <a:pt x="3868" y="21600"/>
                </a:lnTo>
                <a:lnTo>
                  <a:pt x="2583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2E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8" name="contour_08336"/>
          <p:cNvSpPr/>
          <p:nvPr/>
        </p:nvSpPr>
        <p:spPr>
          <a:xfrm>
            <a:off x="7021423" y="5517010"/>
            <a:ext cx="5312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27" y="0"/>
                </a:moveTo>
                <a:lnTo>
                  <a:pt x="7862" y="90"/>
                </a:lnTo>
                <a:lnTo>
                  <a:pt x="9761" y="196"/>
                </a:lnTo>
                <a:lnTo>
                  <a:pt x="11634" y="331"/>
                </a:lnTo>
                <a:lnTo>
                  <a:pt x="13486" y="504"/>
                </a:lnTo>
                <a:lnTo>
                  <a:pt x="15318" y="727"/>
                </a:lnTo>
                <a:lnTo>
                  <a:pt x="17134" y="1010"/>
                </a:lnTo>
                <a:lnTo>
                  <a:pt x="18942" y="1364"/>
                </a:lnTo>
                <a:lnTo>
                  <a:pt x="20744" y="1800"/>
                </a:lnTo>
                <a:lnTo>
                  <a:pt x="21324" y="3062"/>
                </a:lnTo>
                <a:lnTo>
                  <a:pt x="21588" y="4217"/>
                </a:lnTo>
                <a:lnTo>
                  <a:pt x="21600" y="5328"/>
                </a:lnTo>
                <a:lnTo>
                  <a:pt x="21419" y="6455"/>
                </a:lnTo>
                <a:lnTo>
                  <a:pt x="21114" y="7659"/>
                </a:lnTo>
                <a:lnTo>
                  <a:pt x="20744" y="9000"/>
                </a:lnTo>
                <a:lnTo>
                  <a:pt x="18648" y="9000"/>
                </a:lnTo>
                <a:lnTo>
                  <a:pt x="16550" y="9000"/>
                </a:lnTo>
                <a:lnTo>
                  <a:pt x="14446" y="9000"/>
                </a:lnTo>
                <a:lnTo>
                  <a:pt x="12334" y="9000"/>
                </a:lnTo>
                <a:lnTo>
                  <a:pt x="10212" y="9000"/>
                </a:lnTo>
                <a:lnTo>
                  <a:pt x="8078" y="9000"/>
                </a:lnTo>
                <a:lnTo>
                  <a:pt x="5927" y="9000"/>
                </a:lnTo>
                <a:lnTo>
                  <a:pt x="5927" y="10247"/>
                </a:lnTo>
                <a:lnTo>
                  <a:pt x="5927" y="11497"/>
                </a:lnTo>
                <a:lnTo>
                  <a:pt x="5927" y="12746"/>
                </a:lnTo>
                <a:lnTo>
                  <a:pt x="5927" y="13997"/>
                </a:lnTo>
                <a:lnTo>
                  <a:pt x="5927" y="15253"/>
                </a:lnTo>
                <a:lnTo>
                  <a:pt x="5927" y="16511"/>
                </a:lnTo>
                <a:lnTo>
                  <a:pt x="5927" y="17775"/>
                </a:lnTo>
                <a:lnTo>
                  <a:pt x="5927" y="19044"/>
                </a:lnTo>
                <a:lnTo>
                  <a:pt x="5927" y="20318"/>
                </a:lnTo>
                <a:lnTo>
                  <a:pt x="5927" y="21600"/>
                </a:lnTo>
                <a:lnTo>
                  <a:pt x="4457" y="21600"/>
                </a:lnTo>
                <a:lnTo>
                  <a:pt x="2963" y="21600"/>
                </a:lnTo>
                <a:lnTo>
                  <a:pt x="2717" y="20412"/>
                </a:lnTo>
                <a:lnTo>
                  <a:pt x="2474" y="19224"/>
                </a:lnTo>
                <a:lnTo>
                  <a:pt x="2228" y="18034"/>
                </a:lnTo>
                <a:lnTo>
                  <a:pt x="1985" y="16843"/>
                </a:lnTo>
                <a:lnTo>
                  <a:pt x="1739" y="15649"/>
                </a:lnTo>
                <a:lnTo>
                  <a:pt x="1494" y="14454"/>
                </a:lnTo>
                <a:lnTo>
                  <a:pt x="1248" y="13255"/>
                </a:lnTo>
                <a:lnTo>
                  <a:pt x="999" y="12053"/>
                </a:lnTo>
                <a:lnTo>
                  <a:pt x="750" y="10847"/>
                </a:lnTo>
                <a:lnTo>
                  <a:pt x="501" y="9637"/>
                </a:lnTo>
                <a:lnTo>
                  <a:pt x="252" y="8420"/>
                </a:lnTo>
                <a:lnTo>
                  <a:pt x="0" y="7200"/>
                </a:lnTo>
                <a:lnTo>
                  <a:pt x="1959" y="7200"/>
                </a:lnTo>
                <a:lnTo>
                  <a:pt x="3929" y="7200"/>
                </a:lnTo>
                <a:lnTo>
                  <a:pt x="5927" y="7200"/>
                </a:lnTo>
                <a:lnTo>
                  <a:pt x="5927" y="6012"/>
                </a:lnTo>
                <a:lnTo>
                  <a:pt x="5927" y="4822"/>
                </a:lnTo>
                <a:lnTo>
                  <a:pt x="5927" y="3627"/>
                </a:lnTo>
                <a:lnTo>
                  <a:pt x="5927" y="2426"/>
                </a:lnTo>
                <a:lnTo>
                  <a:pt x="5927" y="1219"/>
                </a:lnTo>
                <a:lnTo>
                  <a:pt x="5927" y="0"/>
                </a:lnTo>
                <a:close/>
              </a:path>
            </a:pathLst>
          </a:custGeom>
          <a:solidFill>
            <a:srgbClr val="D7D1C5"/>
          </a:solidFill>
          <a:ln>
            <a:noFill/>
          </a:ln>
        </p:spPr>
        <p:txBody>
          <a:bodyPr/>
          <a:lstStyle/>
          <a:p/>
        </p:txBody>
      </p:sp>
      <p:sp>
        <p:nvSpPr>
          <p:cNvPr id="8339" name="contour_08337"/>
          <p:cNvSpPr/>
          <p:nvPr/>
        </p:nvSpPr>
        <p:spPr>
          <a:xfrm>
            <a:off x="6941255" y="5480570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19" y="248"/>
                </a:lnTo>
                <a:lnTo>
                  <a:pt x="4128" y="460"/>
                </a:lnTo>
                <a:lnTo>
                  <a:pt x="5363" y="698"/>
                </a:lnTo>
                <a:lnTo>
                  <a:pt x="6368" y="1020"/>
                </a:lnTo>
                <a:lnTo>
                  <a:pt x="7379" y="1488"/>
                </a:lnTo>
                <a:lnTo>
                  <a:pt x="8640" y="2160"/>
                </a:lnTo>
                <a:lnTo>
                  <a:pt x="9282" y="3493"/>
                </a:lnTo>
                <a:lnTo>
                  <a:pt x="9847" y="4832"/>
                </a:lnTo>
                <a:lnTo>
                  <a:pt x="10357" y="6182"/>
                </a:lnTo>
                <a:lnTo>
                  <a:pt x="10828" y="7547"/>
                </a:lnTo>
                <a:lnTo>
                  <a:pt x="11280" y="8934"/>
                </a:lnTo>
                <a:lnTo>
                  <a:pt x="11729" y="10344"/>
                </a:lnTo>
                <a:lnTo>
                  <a:pt x="12571" y="11856"/>
                </a:lnTo>
                <a:lnTo>
                  <a:pt x="13526" y="13081"/>
                </a:lnTo>
                <a:lnTo>
                  <a:pt x="14593" y="14068"/>
                </a:lnTo>
                <a:lnTo>
                  <a:pt x="15770" y="14869"/>
                </a:lnTo>
                <a:lnTo>
                  <a:pt x="17058" y="15539"/>
                </a:lnTo>
                <a:lnTo>
                  <a:pt x="18459" y="16131"/>
                </a:lnTo>
                <a:lnTo>
                  <a:pt x="19974" y="16692"/>
                </a:lnTo>
                <a:lnTo>
                  <a:pt x="21600" y="17280"/>
                </a:lnTo>
                <a:lnTo>
                  <a:pt x="20531" y="18349"/>
                </a:lnTo>
                <a:lnTo>
                  <a:pt x="19457" y="19423"/>
                </a:lnTo>
                <a:lnTo>
                  <a:pt x="18375" y="20505"/>
                </a:lnTo>
                <a:lnTo>
                  <a:pt x="17280" y="21600"/>
                </a:lnTo>
                <a:lnTo>
                  <a:pt x="17280" y="20172"/>
                </a:lnTo>
                <a:lnTo>
                  <a:pt x="17280" y="18736"/>
                </a:lnTo>
                <a:lnTo>
                  <a:pt x="17280" y="17280"/>
                </a:lnTo>
                <a:lnTo>
                  <a:pt x="15854" y="17755"/>
                </a:lnTo>
                <a:lnTo>
                  <a:pt x="14427" y="18230"/>
                </a:lnTo>
                <a:lnTo>
                  <a:pt x="12999" y="18708"/>
                </a:lnTo>
                <a:lnTo>
                  <a:pt x="11567" y="19185"/>
                </a:lnTo>
                <a:lnTo>
                  <a:pt x="10130" y="19662"/>
                </a:lnTo>
                <a:lnTo>
                  <a:pt x="8688" y="20144"/>
                </a:lnTo>
                <a:lnTo>
                  <a:pt x="7240" y="20626"/>
                </a:lnTo>
                <a:lnTo>
                  <a:pt x="5784" y="21112"/>
                </a:lnTo>
                <a:lnTo>
                  <a:pt x="4320" y="21600"/>
                </a:lnTo>
                <a:lnTo>
                  <a:pt x="4709" y="20239"/>
                </a:lnTo>
                <a:lnTo>
                  <a:pt x="5098" y="18878"/>
                </a:lnTo>
                <a:lnTo>
                  <a:pt x="5486" y="17515"/>
                </a:lnTo>
                <a:lnTo>
                  <a:pt x="5877" y="16150"/>
                </a:lnTo>
                <a:lnTo>
                  <a:pt x="6268" y="14781"/>
                </a:lnTo>
                <a:lnTo>
                  <a:pt x="6659" y="13411"/>
                </a:lnTo>
                <a:lnTo>
                  <a:pt x="7052" y="12036"/>
                </a:lnTo>
                <a:lnTo>
                  <a:pt x="7448" y="10655"/>
                </a:lnTo>
                <a:lnTo>
                  <a:pt x="7843" y="9271"/>
                </a:lnTo>
                <a:lnTo>
                  <a:pt x="8240" y="7878"/>
                </a:lnTo>
                <a:lnTo>
                  <a:pt x="8640" y="6480"/>
                </a:lnTo>
                <a:lnTo>
                  <a:pt x="7212" y="6212"/>
                </a:lnTo>
                <a:lnTo>
                  <a:pt x="5776" y="5944"/>
                </a:lnTo>
                <a:lnTo>
                  <a:pt x="4320" y="5670"/>
                </a:lnTo>
                <a:lnTo>
                  <a:pt x="2540" y="5316"/>
                </a:lnTo>
                <a:lnTo>
                  <a:pt x="1419" y="4966"/>
                </a:lnTo>
                <a:lnTo>
                  <a:pt x="0" y="4320"/>
                </a:lnTo>
                <a:lnTo>
                  <a:pt x="0" y="2892"/>
                </a:lnTo>
                <a:lnTo>
                  <a:pt x="0" y="1456"/>
                </a:lnTo>
                <a:lnTo>
                  <a:pt x="0" y="0"/>
                </a:lnTo>
                <a:close/>
              </a:path>
            </a:pathLst>
          </a:custGeom>
          <a:solidFill>
            <a:srgbClr val="CFD5D9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0" name="contour_08338"/>
          <p:cNvSpPr/>
          <p:nvPr/>
        </p:nvSpPr>
        <p:spPr>
          <a:xfrm>
            <a:off x="7050574" y="5509007"/>
            <a:ext cx="58464" cy="470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28"/>
                </a:moveTo>
                <a:lnTo>
                  <a:pt x="1548" y="278"/>
                </a:lnTo>
                <a:lnTo>
                  <a:pt x="3096" y="231"/>
                </a:lnTo>
                <a:lnTo>
                  <a:pt x="4645" y="191"/>
                </a:lnTo>
                <a:lnTo>
                  <a:pt x="6193" y="154"/>
                </a:lnTo>
                <a:lnTo>
                  <a:pt x="7741" y="120"/>
                </a:lnTo>
                <a:lnTo>
                  <a:pt x="8382" y="104"/>
                </a:lnTo>
                <a:lnTo>
                  <a:pt x="9510" y="70"/>
                </a:lnTo>
                <a:lnTo>
                  <a:pt x="12095" y="0"/>
                </a:lnTo>
                <a:lnTo>
                  <a:pt x="14793" y="231"/>
                </a:lnTo>
                <a:lnTo>
                  <a:pt x="16694" y="478"/>
                </a:lnTo>
                <a:lnTo>
                  <a:pt x="18057" y="846"/>
                </a:lnTo>
                <a:lnTo>
                  <a:pt x="19142" y="1432"/>
                </a:lnTo>
                <a:lnTo>
                  <a:pt x="20216" y="2341"/>
                </a:lnTo>
                <a:lnTo>
                  <a:pt x="21541" y="3672"/>
                </a:lnTo>
                <a:lnTo>
                  <a:pt x="21600" y="5877"/>
                </a:lnTo>
                <a:lnTo>
                  <a:pt x="21533" y="8031"/>
                </a:lnTo>
                <a:lnTo>
                  <a:pt x="21350" y="10148"/>
                </a:lnTo>
                <a:lnTo>
                  <a:pt x="21051" y="12232"/>
                </a:lnTo>
                <a:lnTo>
                  <a:pt x="20647" y="14289"/>
                </a:lnTo>
                <a:lnTo>
                  <a:pt x="20141" y="16332"/>
                </a:lnTo>
                <a:lnTo>
                  <a:pt x="19537" y="18366"/>
                </a:lnTo>
                <a:lnTo>
                  <a:pt x="18848" y="20396"/>
                </a:lnTo>
                <a:lnTo>
                  <a:pt x="16845" y="21199"/>
                </a:lnTo>
                <a:lnTo>
                  <a:pt x="15423" y="21600"/>
                </a:lnTo>
                <a:lnTo>
                  <a:pt x="14195" y="21600"/>
                </a:lnTo>
                <a:lnTo>
                  <a:pt x="12774" y="21199"/>
                </a:lnTo>
                <a:lnTo>
                  <a:pt x="10770" y="20396"/>
                </a:lnTo>
                <a:lnTo>
                  <a:pt x="10216" y="18396"/>
                </a:lnTo>
                <a:lnTo>
                  <a:pt x="9669" y="16392"/>
                </a:lnTo>
                <a:lnTo>
                  <a:pt x="9131" y="14386"/>
                </a:lnTo>
                <a:lnTo>
                  <a:pt x="8600" y="12375"/>
                </a:lnTo>
                <a:lnTo>
                  <a:pt x="8078" y="10362"/>
                </a:lnTo>
                <a:lnTo>
                  <a:pt x="6473" y="9653"/>
                </a:lnTo>
                <a:lnTo>
                  <a:pt x="4863" y="8964"/>
                </a:lnTo>
                <a:lnTo>
                  <a:pt x="3247" y="8295"/>
                </a:lnTo>
                <a:lnTo>
                  <a:pt x="1626" y="7646"/>
                </a:lnTo>
                <a:lnTo>
                  <a:pt x="0" y="7017"/>
                </a:lnTo>
                <a:lnTo>
                  <a:pt x="0" y="4806"/>
                </a:lnTo>
                <a:lnTo>
                  <a:pt x="0" y="2582"/>
                </a:lnTo>
                <a:lnTo>
                  <a:pt x="0" y="328"/>
                </a:lnTo>
                <a:close/>
              </a:path>
            </a:pathLst>
          </a:custGeom>
          <a:solidFill>
            <a:srgbClr val="1C1E20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1" name="contour_08339"/>
          <p:cNvSpPr/>
          <p:nvPr/>
        </p:nvSpPr>
        <p:spPr>
          <a:xfrm>
            <a:off x="8566477" y="5517010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172" y="1604"/>
                </a:lnTo>
                <a:lnTo>
                  <a:pt x="20742" y="3213"/>
                </a:lnTo>
                <a:lnTo>
                  <a:pt x="20313" y="4828"/>
                </a:lnTo>
                <a:lnTo>
                  <a:pt x="19878" y="6456"/>
                </a:lnTo>
                <a:lnTo>
                  <a:pt x="19440" y="8100"/>
                </a:lnTo>
                <a:lnTo>
                  <a:pt x="17930" y="8813"/>
                </a:lnTo>
                <a:lnTo>
                  <a:pt x="16809" y="9118"/>
                </a:lnTo>
                <a:lnTo>
                  <a:pt x="15120" y="9283"/>
                </a:lnTo>
                <a:lnTo>
                  <a:pt x="13407" y="9661"/>
                </a:lnTo>
                <a:lnTo>
                  <a:pt x="12288" y="10055"/>
                </a:lnTo>
                <a:lnTo>
                  <a:pt x="10800" y="10800"/>
                </a:lnTo>
                <a:lnTo>
                  <a:pt x="10148" y="12585"/>
                </a:lnTo>
                <a:lnTo>
                  <a:pt x="9668" y="14305"/>
                </a:lnTo>
                <a:lnTo>
                  <a:pt x="9318" y="16014"/>
                </a:lnTo>
                <a:lnTo>
                  <a:pt x="9057" y="17766"/>
                </a:lnTo>
                <a:lnTo>
                  <a:pt x="8845" y="19610"/>
                </a:lnTo>
                <a:lnTo>
                  <a:pt x="8640" y="21600"/>
                </a:lnTo>
                <a:lnTo>
                  <a:pt x="8640" y="19815"/>
                </a:lnTo>
                <a:lnTo>
                  <a:pt x="8640" y="18020"/>
                </a:lnTo>
                <a:lnTo>
                  <a:pt x="8640" y="16200"/>
                </a:lnTo>
                <a:lnTo>
                  <a:pt x="7033" y="15368"/>
                </a:lnTo>
                <a:lnTo>
                  <a:pt x="5892" y="14812"/>
                </a:lnTo>
                <a:lnTo>
                  <a:pt x="4908" y="14402"/>
                </a:lnTo>
                <a:lnTo>
                  <a:pt x="3767" y="14008"/>
                </a:lnTo>
                <a:lnTo>
                  <a:pt x="2160" y="13500"/>
                </a:lnTo>
                <a:lnTo>
                  <a:pt x="3214" y="11896"/>
                </a:lnTo>
                <a:lnTo>
                  <a:pt x="4015" y="10800"/>
                </a:lnTo>
                <a:lnTo>
                  <a:pt x="4970" y="9704"/>
                </a:lnTo>
                <a:lnTo>
                  <a:pt x="6480" y="8100"/>
                </a:lnTo>
                <a:lnTo>
                  <a:pt x="8217" y="7938"/>
                </a:lnTo>
                <a:lnTo>
                  <a:pt x="9422" y="7857"/>
                </a:lnTo>
                <a:lnTo>
                  <a:pt x="10407" y="7857"/>
                </a:lnTo>
                <a:lnTo>
                  <a:pt x="11483" y="7938"/>
                </a:lnTo>
                <a:lnTo>
                  <a:pt x="12960" y="8100"/>
                </a:lnTo>
                <a:lnTo>
                  <a:pt x="12960" y="6315"/>
                </a:lnTo>
                <a:lnTo>
                  <a:pt x="12960" y="4520"/>
                </a:lnTo>
                <a:lnTo>
                  <a:pt x="12960" y="2700"/>
                </a:lnTo>
                <a:lnTo>
                  <a:pt x="11534" y="2700"/>
                </a:lnTo>
                <a:lnTo>
                  <a:pt x="10107" y="2700"/>
                </a:lnTo>
                <a:lnTo>
                  <a:pt x="8679" y="2700"/>
                </a:lnTo>
                <a:lnTo>
                  <a:pt x="7247" y="2700"/>
                </a:lnTo>
                <a:lnTo>
                  <a:pt x="5810" y="2700"/>
                </a:lnTo>
                <a:lnTo>
                  <a:pt x="4368" y="2700"/>
                </a:lnTo>
                <a:lnTo>
                  <a:pt x="2920" y="2700"/>
                </a:lnTo>
                <a:lnTo>
                  <a:pt x="1464" y="2700"/>
                </a:lnTo>
                <a:lnTo>
                  <a:pt x="0" y="2700"/>
                </a:lnTo>
                <a:lnTo>
                  <a:pt x="0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4F4B47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2" name="contour_08340"/>
          <p:cNvSpPr/>
          <p:nvPr/>
        </p:nvSpPr>
        <p:spPr>
          <a:xfrm>
            <a:off x="642790" y="5510858"/>
            <a:ext cx="52656" cy="498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00" y="2468"/>
                </a:moveTo>
                <a:lnTo>
                  <a:pt x="15836" y="3080"/>
                </a:lnTo>
                <a:lnTo>
                  <a:pt x="17178" y="3702"/>
                </a:lnTo>
                <a:lnTo>
                  <a:pt x="18542" y="4330"/>
                </a:lnTo>
                <a:lnTo>
                  <a:pt x="19301" y="4699"/>
                </a:lnTo>
                <a:lnTo>
                  <a:pt x="21600" y="5820"/>
                </a:lnTo>
                <a:lnTo>
                  <a:pt x="21253" y="8064"/>
                </a:lnTo>
                <a:lnTo>
                  <a:pt x="20891" y="10204"/>
                </a:lnTo>
                <a:lnTo>
                  <a:pt x="20482" y="12271"/>
                </a:lnTo>
                <a:lnTo>
                  <a:pt x="19989" y="14306"/>
                </a:lnTo>
                <a:lnTo>
                  <a:pt x="19376" y="16351"/>
                </a:lnTo>
                <a:lnTo>
                  <a:pt x="18610" y="18444"/>
                </a:lnTo>
                <a:lnTo>
                  <a:pt x="16565" y="19889"/>
                </a:lnTo>
                <a:lnTo>
                  <a:pt x="15077" y="20776"/>
                </a:lnTo>
                <a:lnTo>
                  <a:pt x="13713" y="21256"/>
                </a:lnTo>
                <a:lnTo>
                  <a:pt x="12045" y="21480"/>
                </a:lnTo>
                <a:lnTo>
                  <a:pt x="9642" y="21600"/>
                </a:lnTo>
                <a:lnTo>
                  <a:pt x="7779" y="20325"/>
                </a:lnTo>
                <a:lnTo>
                  <a:pt x="6111" y="18955"/>
                </a:lnTo>
                <a:lnTo>
                  <a:pt x="4598" y="17466"/>
                </a:lnTo>
                <a:lnTo>
                  <a:pt x="3211" y="15847"/>
                </a:lnTo>
                <a:lnTo>
                  <a:pt x="1913" y="14073"/>
                </a:lnTo>
                <a:lnTo>
                  <a:pt x="673" y="12132"/>
                </a:lnTo>
                <a:lnTo>
                  <a:pt x="224" y="9594"/>
                </a:lnTo>
                <a:lnTo>
                  <a:pt x="0" y="7833"/>
                </a:lnTo>
                <a:lnTo>
                  <a:pt x="0" y="6394"/>
                </a:lnTo>
                <a:lnTo>
                  <a:pt x="224" y="4822"/>
                </a:lnTo>
                <a:lnTo>
                  <a:pt x="673" y="2664"/>
                </a:lnTo>
                <a:lnTo>
                  <a:pt x="2780" y="1206"/>
                </a:lnTo>
                <a:lnTo>
                  <a:pt x="4697" y="344"/>
                </a:lnTo>
                <a:lnTo>
                  <a:pt x="6511" y="0"/>
                </a:lnTo>
                <a:lnTo>
                  <a:pt x="8311" y="114"/>
                </a:lnTo>
                <a:lnTo>
                  <a:pt x="10183" y="606"/>
                </a:lnTo>
                <a:lnTo>
                  <a:pt x="12216" y="1414"/>
                </a:lnTo>
                <a:lnTo>
                  <a:pt x="14500" y="2468"/>
                </a:lnTo>
                <a:close/>
              </a:path>
            </a:pathLst>
          </a:custGeom>
          <a:solidFill>
            <a:srgbClr val="C8CDD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3" name="contour_08341"/>
          <p:cNvSpPr/>
          <p:nvPr/>
        </p:nvSpPr>
        <p:spPr>
          <a:xfrm>
            <a:off x="8245805" y="5487858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46" y="2783"/>
                </a:moveTo>
                <a:lnTo>
                  <a:pt x="15252" y="3175"/>
                </a:lnTo>
                <a:lnTo>
                  <a:pt x="16565" y="3121"/>
                </a:lnTo>
                <a:lnTo>
                  <a:pt x="17822" y="2700"/>
                </a:lnTo>
                <a:lnTo>
                  <a:pt x="19055" y="1987"/>
                </a:lnTo>
                <a:lnTo>
                  <a:pt x="20302" y="1062"/>
                </a:lnTo>
                <a:lnTo>
                  <a:pt x="21600" y="0"/>
                </a:lnTo>
                <a:lnTo>
                  <a:pt x="21427" y="2200"/>
                </a:lnTo>
                <a:lnTo>
                  <a:pt x="21247" y="4392"/>
                </a:lnTo>
                <a:lnTo>
                  <a:pt x="21058" y="6584"/>
                </a:lnTo>
                <a:lnTo>
                  <a:pt x="20864" y="8773"/>
                </a:lnTo>
                <a:lnTo>
                  <a:pt x="20657" y="11225"/>
                </a:lnTo>
                <a:lnTo>
                  <a:pt x="20449" y="13709"/>
                </a:lnTo>
                <a:lnTo>
                  <a:pt x="19947" y="16229"/>
                </a:lnTo>
                <a:lnTo>
                  <a:pt x="19483" y="17762"/>
                </a:lnTo>
                <a:lnTo>
                  <a:pt x="18788" y="18936"/>
                </a:lnTo>
                <a:lnTo>
                  <a:pt x="17596" y="20376"/>
                </a:lnTo>
                <a:lnTo>
                  <a:pt x="16659" y="20984"/>
                </a:lnTo>
                <a:lnTo>
                  <a:pt x="15709" y="21600"/>
                </a:lnTo>
                <a:lnTo>
                  <a:pt x="15709" y="19462"/>
                </a:lnTo>
                <a:lnTo>
                  <a:pt x="15709" y="17320"/>
                </a:lnTo>
                <a:lnTo>
                  <a:pt x="15709" y="15163"/>
                </a:lnTo>
                <a:lnTo>
                  <a:pt x="15709" y="12992"/>
                </a:lnTo>
                <a:lnTo>
                  <a:pt x="15709" y="10800"/>
                </a:lnTo>
                <a:lnTo>
                  <a:pt x="14498" y="11315"/>
                </a:lnTo>
                <a:lnTo>
                  <a:pt x="13270" y="11840"/>
                </a:lnTo>
                <a:lnTo>
                  <a:pt x="12799" y="12020"/>
                </a:lnTo>
                <a:lnTo>
                  <a:pt x="11968" y="12334"/>
                </a:lnTo>
                <a:lnTo>
                  <a:pt x="10064" y="13050"/>
                </a:lnTo>
                <a:lnTo>
                  <a:pt x="9015" y="13471"/>
                </a:lnTo>
                <a:lnTo>
                  <a:pt x="7959" y="13889"/>
                </a:lnTo>
                <a:lnTo>
                  <a:pt x="6888" y="14314"/>
                </a:lnTo>
                <a:lnTo>
                  <a:pt x="5424" y="14328"/>
                </a:lnTo>
                <a:lnTo>
                  <a:pt x="4416" y="14159"/>
                </a:lnTo>
                <a:lnTo>
                  <a:pt x="3609" y="13637"/>
                </a:lnTo>
                <a:lnTo>
                  <a:pt x="2749" y="12600"/>
                </a:lnTo>
                <a:lnTo>
                  <a:pt x="1581" y="10883"/>
                </a:lnTo>
                <a:lnTo>
                  <a:pt x="1186" y="9968"/>
                </a:lnTo>
                <a:lnTo>
                  <a:pt x="0" y="7200"/>
                </a:lnTo>
                <a:lnTo>
                  <a:pt x="1345" y="5656"/>
                </a:lnTo>
                <a:lnTo>
                  <a:pt x="2604" y="4316"/>
                </a:lnTo>
                <a:lnTo>
                  <a:pt x="3800" y="3190"/>
                </a:lnTo>
                <a:lnTo>
                  <a:pt x="4954" y="2290"/>
                </a:lnTo>
                <a:lnTo>
                  <a:pt x="6093" y="1616"/>
                </a:lnTo>
                <a:lnTo>
                  <a:pt x="7236" y="1177"/>
                </a:lnTo>
                <a:lnTo>
                  <a:pt x="8408" y="983"/>
                </a:lnTo>
                <a:lnTo>
                  <a:pt x="9632" y="1040"/>
                </a:lnTo>
                <a:lnTo>
                  <a:pt x="10930" y="1354"/>
                </a:lnTo>
                <a:lnTo>
                  <a:pt x="12328" y="1933"/>
                </a:lnTo>
                <a:lnTo>
                  <a:pt x="13846" y="2783"/>
                </a:lnTo>
                <a:close/>
              </a:path>
            </a:pathLst>
          </a:custGeom>
          <a:solidFill>
            <a:srgbClr val="737776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4" name="contour_08342"/>
          <p:cNvSpPr/>
          <p:nvPr/>
        </p:nvSpPr>
        <p:spPr>
          <a:xfrm>
            <a:off x="7378534" y="5473282"/>
            <a:ext cx="503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24" y="0"/>
                </a:moveTo>
                <a:lnTo>
                  <a:pt x="5476" y="398"/>
                </a:lnTo>
                <a:lnTo>
                  <a:pt x="7675" y="830"/>
                </a:lnTo>
                <a:lnTo>
                  <a:pt x="9761" y="1324"/>
                </a:lnTo>
                <a:lnTo>
                  <a:pt x="11767" y="1904"/>
                </a:lnTo>
                <a:lnTo>
                  <a:pt x="13728" y="2595"/>
                </a:lnTo>
                <a:lnTo>
                  <a:pt x="15684" y="3425"/>
                </a:lnTo>
                <a:lnTo>
                  <a:pt x="17667" y="4413"/>
                </a:lnTo>
                <a:lnTo>
                  <a:pt x="19716" y="5591"/>
                </a:lnTo>
                <a:lnTo>
                  <a:pt x="20919" y="7881"/>
                </a:lnTo>
                <a:lnTo>
                  <a:pt x="21513" y="9711"/>
                </a:lnTo>
                <a:lnTo>
                  <a:pt x="21600" y="11417"/>
                </a:lnTo>
                <a:lnTo>
                  <a:pt x="21291" y="13340"/>
                </a:lnTo>
                <a:lnTo>
                  <a:pt x="20694" y="15814"/>
                </a:lnTo>
                <a:lnTo>
                  <a:pt x="20051" y="17724"/>
                </a:lnTo>
                <a:lnTo>
                  <a:pt x="19398" y="19650"/>
                </a:lnTo>
                <a:lnTo>
                  <a:pt x="18742" y="21600"/>
                </a:lnTo>
                <a:lnTo>
                  <a:pt x="18742" y="19560"/>
                </a:lnTo>
                <a:lnTo>
                  <a:pt x="18742" y="17508"/>
                </a:lnTo>
                <a:lnTo>
                  <a:pt x="18742" y="15429"/>
                </a:lnTo>
                <a:lnTo>
                  <a:pt x="16808" y="15811"/>
                </a:lnTo>
                <a:lnTo>
                  <a:pt x="14875" y="16194"/>
                </a:lnTo>
                <a:lnTo>
                  <a:pt x="12935" y="16576"/>
                </a:lnTo>
                <a:lnTo>
                  <a:pt x="10992" y="16959"/>
                </a:lnTo>
                <a:lnTo>
                  <a:pt x="9040" y="17345"/>
                </a:lnTo>
                <a:lnTo>
                  <a:pt x="7078" y="17734"/>
                </a:lnTo>
                <a:lnTo>
                  <a:pt x="5107" y="18122"/>
                </a:lnTo>
                <a:lnTo>
                  <a:pt x="3124" y="18514"/>
                </a:lnTo>
                <a:lnTo>
                  <a:pt x="2218" y="14626"/>
                </a:lnTo>
                <a:lnTo>
                  <a:pt x="1531" y="11661"/>
                </a:lnTo>
                <a:lnTo>
                  <a:pt x="1028" y="9436"/>
                </a:lnTo>
                <a:lnTo>
                  <a:pt x="675" y="7770"/>
                </a:lnTo>
                <a:lnTo>
                  <a:pt x="431" y="6483"/>
                </a:lnTo>
                <a:lnTo>
                  <a:pt x="262" y="5394"/>
                </a:lnTo>
                <a:lnTo>
                  <a:pt x="131" y="4323"/>
                </a:lnTo>
                <a:lnTo>
                  <a:pt x="0" y="3086"/>
                </a:lnTo>
                <a:lnTo>
                  <a:pt x="1549" y="1555"/>
                </a:lnTo>
                <a:lnTo>
                  <a:pt x="3124" y="0"/>
                </a:lnTo>
                <a:close/>
              </a:path>
            </a:pathLst>
          </a:custGeom>
          <a:solidFill>
            <a:srgbClr val="C8B886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5" name="contour_08343"/>
          <p:cNvSpPr/>
          <p:nvPr/>
        </p:nvSpPr>
        <p:spPr>
          <a:xfrm>
            <a:off x="1132725" y="5400402"/>
            <a:ext cx="93935" cy="95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58" y="0"/>
                </a:moveTo>
                <a:lnTo>
                  <a:pt x="17238" y="938"/>
                </a:lnTo>
                <a:lnTo>
                  <a:pt x="17717" y="1877"/>
                </a:lnTo>
                <a:lnTo>
                  <a:pt x="18195" y="2815"/>
                </a:lnTo>
                <a:lnTo>
                  <a:pt x="18674" y="3754"/>
                </a:lnTo>
                <a:lnTo>
                  <a:pt x="19152" y="4691"/>
                </a:lnTo>
                <a:lnTo>
                  <a:pt x="19631" y="5631"/>
                </a:lnTo>
                <a:lnTo>
                  <a:pt x="20110" y="6568"/>
                </a:lnTo>
                <a:lnTo>
                  <a:pt x="20606" y="7429"/>
                </a:lnTo>
                <a:lnTo>
                  <a:pt x="21111" y="8304"/>
                </a:lnTo>
                <a:lnTo>
                  <a:pt x="21488" y="9230"/>
                </a:lnTo>
                <a:lnTo>
                  <a:pt x="21600" y="9908"/>
                </a:lnTo>
                <a:lnTo>
                  <a:pt x="21431" y="10674"/>
                </a:lnTo>
                <a:lnTo>
                  <a:pt x="20968" y="11854"/>
                </a:lnTo>
                <a:lnTo>
                  <a:pt x="20765" y="12163"/>
                </a:lnTo>
                <a:lnTo>
                  <a:pt x="20407" y="12708"/>
                </a:lnTo>
                <a:lnTo>
                  <a:pt x="19587" y="13958"/>
                </a:lnTo>
                <a:lnTo>
                  <a:pt x="19143" y="14652"/>
                </a:lnTo>
                <a:lnTo>
                  <a:pt x="18697" y="15354"/>
                </a:lnTo>
                <a:lnTo>
                  <a:pt x="18245" y="16061"/>
                </a:lnTo>
                <a:lnTo>
                  <a:pt x="17179" y="17493"/>
                </a:lnTo>
                <a:lnTo>
                  <a:pt x="16380" y="18546"/>
                </a:lnTo>
                <a:lnTo>
                  <a:pt x="15761" y="19309"/>
                </a:lnTo>
                <a:lnTo>
                  <a:pt x="15238" y="19881"/>
                </a:lnTo>
                <a:lnTo>
                  <a:pt x="14729" y="20349"/>
                </a:lnTo>
                <a:lnTo>
                  <a:pt x="14148" y="20807"/>
                </a:lnTo>
                <a:lnTo>
                  <a:pt x="13407" y="21347"/>
                </a:lnTo>
                <a:lnTo>
                  <a:pt x="12220" y="21452"/>
                </a:lnTo>
                <a:lnTo>
                  <a:pt x="11071" y="21531"/>
                </a:lnTo>
                <a:lnTo>
                  <a:pt x="9943" y="21580"/>
                </a:lnTo>
                <a:lnTo>
                  <a:pt x="8817" y="21600"/>
                </a:lnTo>
                <a:lnTo>
                  <a:pt x="7672" y="21592"/>
                </a:lnTo>
                <a:lnTo>
                  <a:pt x="6494" y="21552"/>
                </a:lnTo>
                <a:lnTo>
                  <a:pt x="6023" y="21541"/>
                </a:lnTo>
                <a:lnTo>
                  <a:pt x="4602" y="21508"/>
                </a:lnTo>
                <a:lnTo>
                  <a:pt x="3451" y="21475"/>
                </a:lnTo>
                <a:lnTo>
                  <a:pt x="2301" y="21436"/>
                </a:lnTo>
                <a:lnTo>
                  <a:pt x="1150" y="21393"/>
                </a:lnTo>
                <a:lnTo>
                  <a:pt x="0" y="21347"/>
                </a:lnTo>
                <a:lnTo>
                  <a:pt x="0" y="20533"/>
                </a:lnTo>
                <a:lnTo>
                  <a:pt x="0" y="19705"/>
                </a:lnTo>
                <a:lnTo>
                  <a:pt x="1099" y="19398"/>
                </a:lnTo>
                <a:lnTo>
                  <a:pt x="2194" y="19106"/>
                </a:lnTo>
                <a:lnTo>
                  <a:pt x="3286" y="18828"/>
                </a:lnTo>
                <a:lnTo>
                  <a:pt x="4382" y="18562"/>
                </a:lnTo>
                <a:lnTo>
                  <a:pt x="5487" y="18308"/>
                </a:lnTo>
                <a:lnTo>
                  <a:pt x="6599" y="18063"/>
                </a:lnTo>
                <a:lnTo>
                  <a:pt x="8778" y="17588"/>
                </a:lnTo>
                <a:lnTo>
                  <a:pt x="10437" y="17209"/>
                </a:lnTo>
                <a:lnTo>
                  <a:pt x="11679" y="16887"/>
                </a:lnTo>
                <a:lnTo>
                  <a:pt x="12601" y="16582"/>
                </a:lnTo>
                <a:lnTo>
                  <a:pt x="13303" y="16258"/>
                </a:lnTo>
                <a:lnTo>
                  <a:pt x="13884" y="15874"/>
                </a:lnTo>
                <a:lnTo>
                  <a:pt x="14444" y="15395"/>
                </a:lnTo>
                <a:lnTo>
                  <a:pt x="15083" y="14779"/>
                </a:lnTo>
                <a:lnTo>
                  <a:pt x="15331" y="13624"/>
                </a:lnTo>
                <a:lnTo>
                  <a:pt x="15468" y="12744"/>
                </a:lnTo>
                <a:lnTo>
                  <a:pt x="15612" y="11386"/>
                </a:lnTo>
                <a:lnTo>
                  <a:pt x="15718" y="10391"/>
                </a:lnTo>
                <a:lnTo>
                  <a:pt x="15825" y="9381"/>
                </a:lnTo>
                <a:lnTo>
                  <a:pt x="15875" y="8859"/>
                </a:lnTo>
                <a:lnTo>
                  <a:pt x="16024" y="7288"/>
                </a:lnTo>
                <a:lnTo>
                  <a:pt x="16133" y="6238"/>
                </a:lnTo>
                <a:lnTo>
                  <a:pt x="16244" y="5173"/>
                </a:lnTo>
                <a:lnTo>
                  <a:pt x="16350" y="4138"/>
                </a:lnTo>
                <a:lnTo>
                  <a:pt x="16453" y="3104"/>
                </a:lnTo>
                <a:lnTo>
                  <a:pt x="16557" y="2069"/>
                </a:lnTo>
                <a:lnTo>
                  <a:pt x="16658" y="1035"/>
                </a:lnTo>
                <a:lnTo>
                  <a:pt x="16758" y="0"/>
                </a:lnTo>
                <a:close/>
              </a:path>
            </a:pathLst>
          </a:custGeom>
          <a:solidFill>
            <a:srgbClr val="7C6F6A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6" name="contour_08344"/>
          <p:cNvSpPr/>
          <p:nvPr/>
        </p:nvSpPr>
        <p:spPr>
          <a:xfrm>
            <a:off x="644430" y="5428839"/>
            <a:ext cx="145760" cy="24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55" y="0"/>
                </a:moveTo>
                <a:lnTo>
                  <a:pt x="9691" y="13"/>
                </a:lnTo>
                <a:lnTo>
                  <a:pt x="10235" y="25"/>
                </a:lnTo>
                <a:lnTo>
                  <a:pt x="10914" y="57"/>
                </a:lnTo>
                <a:lnTo>
                  <a:pt x="11595" y="89"/>
                </a:lnTo>
                <a:lnTo>
                  <a:pt x="12275" y="133"/>
                </a:lnTo>
                <a:lnTo>
                  <a:pt x="12955" y="177"/>
                </a:lnTo>
                <a:lnTo>
                  <a:pt x="13635" y="222"/>
                </a:lnTo>
                <a:lnTo>
                  <a:pt x="14406" y="253"/>
                </a:lnTo>
                <a:lnTo>
                  <a:pt x="15176" y="285"/>
                </a:lnTo>
                <a:lnTo>
                  <a:pt x="15947" y="310"/>
                </a:lnTo>
                <a:lnTo>
                  <a:pt x="16654" y="342"/>
                </a:lnTo>
                <a:lnTo>
                  <a:pt x="17360" y="374"/>
                </a:lnTo>
                <a:lnTo>
                  <a:pt x="18067" y="406"/>
                </a:lnTo>
                <a:lnTo>
                  <a:pt x="18774" y="444"/>
                </a:lnTo>
                <a:lnTo>
                  <a:pt x="19480" y="488"/>
                </a:lnTo>
                <a:lnTo>
                  <a:pt x="20186" y="526"/>
                </a:lnTo>
                <a:lnTo>
                  <a:pt x="20894" y="577"/>
                </a:lnTo>
                <a:lnTo>
                  <a:pt x="21600" y="621"/>
                </a:lnTo>
                <a:lnTo>
                  <a:pt x="21469" y="5278"/>
                </a:lnTo>
                <a:lnTo>
                  <a:pt x="21348" y="8598"/>
                </a:lnTo>
                <a:lnTo>
                  <a:pt x="21184" y="11487"/>
                </a:lnTo>
                <a:lnTo>
                  <a:pt x="20925" y="14858"/>
                </a:lnTo>
                <a:lnTo>
                  <a:pt x="20520" y="19629"/>
                </a:lnTo>
                <a:lnTo>
                  <a:pt x="19715" y="20415"/>
                </a:lnTo>
                <a:lnTo>
                  <a:pt x="18957" y="20992"/>
                </a:lnTo>
                <a:lnTo>
                  <a:pt x="18223" y="21372"/>
                </a:lnTo>
                <a:lnTo>
                  <a:pt x="17487" y="21568"/>
                </a:lnTo>
                <a:lnTo>
                  <a:pt x="16730" y="21600"/>
                </a:lnTo>
                <a:lnTo>
                  <a:pt x="15927" y="21486"/>
                </a:lnTo>
                <a:lnTo>
                  <a:pt x="15583" y="21467"/>
                </a:lnTo>
                <a:lnTo>
                  <a:pt x="14551" y="21404"/>
                </a:lnTo>
                <a:lnTo>
                  <a:pt x="13824" y="21340"/>
                </a:lnTo>
                <a:lnTo>
                  <a:pt x="13097" y="21258"/>
                </a:lnTo>
                <a:lnTo>
                  <a:pt x="12371" y="21163"/>
                </a:lnTo>
                <a:lnTo>
                  <a:pt x="11645" y="21055"/>
                </a:lnTo>
                <a:lnTo>
                  <a:pt x="10919" y="20935"/>
                </a:lnTo>
                <a:lnTo>
                  <a:pt x="10193" y="20814"/>
                </a:lnTo>
                <a:lnTo>
                  <a:pt x="9454" y="20745"/>
                </a:lnTo>
                <a:lnTo>
                  <a:pt x="8717" y="20681"/>
                </a:lnTo>
                <a:lnTo>
                  <a:pt x="7979" y="20618"/>
                </a:lnTo>
                <a:lnTo>
                  <a:pt x="7242" y="20555"/>
                </a:lnTo>
                <a:lnTo>
                  <a:pt x="6518" y="20491"/>
                </a:lnTo>
                <a:lnTo>
                  <a:pt x="5793" y="20415"/>
                </a:lnTo>
                <a:lnTo>
                  <a:pt x="5068" y="20339"/>
                </a:lnTo>
                <a:lnTo>
                  <a:pt x="4345" y="20250"/>
                </a:lnTo>
                <a:lnTo>
                  <a:pt x="3620" y="20162"/>
                </a:lnTo>
                <a:lnTo>
                  <a:pt x="2897" y="20067"/>
                </a:lnTo>
                <a:lnTo>
                  <a:pt x="2172" y="19965"/>
                </a:lnTo>
                <a:lnTo>
                  <a:pt x="1448" y="19858"/>
                </a:lnTo>
                <a:lnTo>
                  <a:pt x="724" y="19744"/>
                </a:lnTo>
                <a:lnTo>
                  <a:pt x="0" y="19629"/>
                </a:lnTo>
                <a:lnTo>
                  <a:pt x="742" y="16677"/>
                </a:lnTo>
                <a:lnTo>
                  <a:pt x="1440" y="13965"/>
                </a:lnTo>
                <a:lnTo>
                  <a:pt x="2102" y="11494"/>
                </a:lnTo>
                <a:lnTo>
                  <a:pt x="2739" y="9263"/>
                </a:lnTo>
                <a:lnTo>
                  <a:pt x="3363" y="7274"/>
                </a:lnTo>
                <a:lnTo>
                  <a:pt x="3984" y="5525"/>
                </a:lnTo>
                <a:lnTo>
                  <a:pt x="4614" y="4017"/>
                </a:lnTo>
                <a:lnTo>
                  <a:pt x="5262" y="2750"/>
                </a:lnTo>
                <a:lnTo>
                  <a:pt x="5939" y="1723"/>
                </a:lnTo>
                <a:lnTo>
                  <a:pt x="6656" y="931"/>
                </a:lnTo>
                <a:lnTo>
                  <a:pt x="7424" y="387"/>
                </a:lnTo>
                <a:lnTo>
                  <a:pt x="8253" y="76"/>
                </a:lnTo>
                <a:lnTo>
                  <a:pt x="9155" y="0"/>
                </a:lnTo>
                <a:close/>
              </a:path>
            </a:pathLst>
          </a:custGeom>
          <a:solidFill>
            <a:srgbClr val="B3B8BF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7" name="contour_08345"/>
          <p:cNvSpPr/>
          <p:nvPr/>
        </p:nvSpPr>
        <p:spPr>
          <a:xfrm>
            <a:off x="5039089" y="5406013"/>
            <a:ext cx="87456" cy="381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950"/>
                </a:moveTo>
                <a:lnTo>
                  <a:pt x="17366" y="1945"/>
                </a:lnTo>
                <a:lnTo>
                  <a:pt x="18319" y="2949"/>
                </a:lnTo>
                <a:lnTo>
                  <a:pt x="19139" y="4068"/>
                </a:lnTo>
                <a:lnTo>
                  <a:pt x="19906" y="5414"/>
                </a:lnTo>
                <a:lnTo>
                  <a:pt x="20700" y="7091"/>
                </a:lnTo>
                <a:lnTo>
                  <a:pt x="21600" y="9210"/>
                </a:lnTo>
                <a:lnTo>
                  <a:pt x="21316" y="12530"/>
                </a:lnTo>
                <a:lnTo>
                  <a:pt x="21080" y="14835"/>
                </a:lnTo>
                <a:lnTo>
                  <a:pt x="20806" y="16718"/>
                </a:lnTo>
                <a:lnTo>
                  <a:pt x="20408" y="18775"/>
                </a:lnTo>
                <a:lnTo>
                  <a:pt x="19800" y="21600"/>
                </a:lnTo>
                <a:lnTo>
                  <a:pt x="19521" y="19580"/>
                </a:lnTo>
                <a:lnTo>
                  <a:pt x="19238" y="17536"/>
                </a:lnTo>
                <a:lnTo>
                  <a:pt x="18484" y="15091"/>
                </a:lnTo>
                <a:lnTo>
                  <a:pt x="17845" y="13728"/>
                </a:lnTo>
                <a:lnTo>
                  <a:pt x="16976" y="12943"/>
                </a:lnTo>
                <a:lnTo>
                  <a:pt x="15525" y="12241"/>
                </a:lnTo>
                <a:lnTo>
                  <a:pt x="15095" y="12254"/>
                </a:lnTo>
                <a:lnTo>
                  <a:pt x="14337" y="12270"/>
                </a:lnTo>
                <a:lnTo>
                  <a:pt x="12600" y="12307"/>
                </a:lnTo>
                <a:lnTo>
                  <a:pt x="11633" y="12287"/>
                </a:lnTo>
                <a:lnTo>
                  <a:pt x="10661" y="12266"/>
                </a:lnTo>
                <a:lnTo>
                  <a:pt x="9675" y="12241"/>
                </a:lnTo>
                <a:lnTo>
                  <a:pt x="8224" y="12943"/>
                </a:lnTo>
                <a:lnTo>
                  <a:pt x="7355" y="13728"/>
                </a:lnTo>
                <a:lnTo>
                  <a:pt x="6716" y="15091"/>
                </a:lnTo>
                <a:lnTo>
                  <a:pt x="5962" y="17536"/>
                </a:lnTo>
                <a:lnTo>
                  <a:pt x="5683" y="19552"/>
                </a:lnTo>
                <a:lnTo>
                  <a:pt x="5400" y="21600"/>
                </a:lnTo>
                <a:lnTo>
                  <a:pt x="4509" y="20237"/>
                </a:lnTo>
                <a:lnTo>
                  <a:pt x="3616" y="18870"/>
                </a:lnTo>
                <a:lnTo>
                  <a:pt x="2720" y="17503"/>
                </a:lnTo>
                <a:lnTo>
                  <a:pt x="1820" y="16124"/>
                </a:lnTo>
                <a:lnTo>
                  <a:pt x="914" y="14736"/>
                </a:lnTo>
                <a:lnTo>
                  <a:pt x="0" y="13340"/>
                </a:lnTo>
                <a:lnTo>
                  <a:pt x="1075" y="11093"/>
                </a:lnTo>
                <a:lnTo>
                  <a:pt x="2129" y="9045"/>
                </a:lnTo>
                <a:lnTo>
                  <a:pt x="3170" y="7199"/>
                </a:lnTo>
                <a:lnTo>
                  <a:pt x="4208" y="5559"/>
                </a:lnTo>
                <a:lnTo>
                  <a:pt x="5249" y="4122"/>
                </a:lnTo>
                <a:lnTo>
                  <a:pt x="6304" y="2895"/>
                </a:lnTo>
                <a:lnTo>
                  <a:pt x="7378" y="1879"/>
                </a:lnTo>
                <a:lnTo>
                  <a:pt x="8483" y="1082"/>
                </a:lnTo>
                <a:lnTo>
                  <a:pt x="9625" y="500"/>
                </a:lnTo>
                <a:lnTo>
                  <a:pt x="10814" y="136"/>
                </a:lnTo>
                <a:lnTo>
                  <a:pt x="12058" y="0"/>
                </a:lnTo>
                <a:lnTo>
                  <a:pt x="13363" y="87"/>
                </a:lnTo>
                <a:lnTo>
                  <a:pt x="14742" y="405"/>
                </a:lnTo>
                <a:lnTo>
                  <a:pt x="16200" y="950"/>
                </a:lnTo>
                <a:close/>
              </a:path>
            </a:pathLst>
          </a:custGeom>
          <a:solidFill>
            <a:srgbClr val="8C779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8" name="contour_08346"/>
          <p:cNvSpPr/>
          <p:nvPr/>
        </p:nvSpPr>
        <p:spPr>
          <a:xfrm>
            <a:off x="8027165" y="5349386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19" y="1111"/>
                </a:lnTo>
                <a:lnTo>
                  <a:pt x="2038" y="2223"/>
                </a:lnTo>
                <a:lnTo>
                  <a:pt x="3060" y="3338"/>
                </a:lnTo>
                <a:lnTo>
                  <a:pt x="4086" y="4457"/>
                </a:lnTo>
                <a:lnTo>
                  <a:pt x="5119" y="5583"/>
                </a:lnTo>
                <a:lnTo>
                  <a:pt x="6156" y="6714"/>
                </a:lnTo>
                <a:lnTo>
                  <a:pt x="7200" y="7855"/>
                </a:lnTo>
                <a:lnTo>
                  <a:pt x="9058" y="8098"/>
                </a:lnTo>
                <a:lnTo>
                  <a:pt x="10930" y="8342"/>
                </a:lnTo>
                <a:lnTo>
                  <a:pt x="12823" y="8591"/>
                </a:lnTo>
                <a:lnTo>
                  <a:pt x="14533" y="8995"/>
                </a:lnTo>
                <a:lnTo>
                  <a:pt x="16254" y="9406"/>
                </a:lnTo>
                <a:lnTo>
                  <a:pt x="18000" y="9818"/>
                </a:lnTo>
                <a:lnTo>
                  <a:pt x="18659" y="11110"/>
                </a:lnTo>
                <a:lnTo>
                  <a:pt x="19235" y="12404"/>
                </a:lnTo>
                <a:lnTo>
                  <a:pt x="19732" y="13702"/>
                </a:lnTo>
                <a:lnTo>
                  <a:pt x="20156" y="15002"/>
                </a:lnTo>
                <a:lnTo>
                  <a:pt x="20527" y="16308"/>
                </a:lnTo>
                <a:lnTo>
                  <a:pt x="20848" y="17620"/>
                </a:lnTo>
                <a:lnTo>
                  <a:pt x="21125" y="18937"/>
                </a:lnTo>
                <a:lnTo>
                  <a:pt x="21373" y="20265"/>
                </a:lnTo>
                <a:lnTo>
                  <a:pt x="21600" y="21600"/>
                </a:lnTo>
                <a:lnTo>
                  <a:pt x="21298" y="21115"/>
                </a:lnTo>
                <a:lnTo>
                  <a:pt x="20376" y="19652"/>
                </a:lnTo>
                <a:lnTo>
                  <a:pt x="19195" y="18670"/>
                </a:lnTo>
                <a:lnTo>
                  <a:pt x="18000" y="17673"/>
                </a:lnTo>
                <a:lnTo>
                  <a:pt x="15444" y="17453"/>
                </a:lnTo>
                <a:lnTo>
                  <a:pt x="13630" y="17355"/>
                </a:lnTo>
                <a:lnTo>
                  <a:pt x="11696" y="17355"/>
                </a:lnTo>
                <a:lnTo>
                  <a:pt x="8777" y="17427"/>
                </a:lnTo>
                <a:lnTo>
                  <a:pt x="6602" y="17488"/>
                </a:lnTo>
                <a:lnTo>
                  <a:pt x="4421" y="17549"/>
                </a:lnTo>
                <a:lnTo>
                  <a:pt x="2221" y="17610"/>
                </a:lnTo>
                <a:lnTo>
                  <a:pt x="0" y="17673"/>
                </a:lnTo>
                <a:lnTo>
                  <a:pt x="0" y="16328"/>
                </a:lnTo>
                <a:lnTo>
                  <a:pt x="0" y="14981"/>
                </a:lnTo>
                <a:lnTo>
                  <a:pt x="0" y="13634"/>
                </a:lnTo>
                <a:lnTo>
                  <a:pt x="0" y="12285"/>
                </a:lnTo>
                <a:lnTo>
                  <a:pt x="0" y="10934"/>
                </a:lnTo>
                <a:lnTo>
                  <a:pt x="0" y="9581"/>
                </a:lnTo>
                <a:lnTo>
                  <a:pt x="0" y="8224"/>
                </a:lnTo>
                <a:lnTo>
                  <a:pt x="0" y="6865"/>
                </a:lnTo>
                <a:lnTo>
                  <a:pt x="0" y="5502"/>
                </a:lnTo>
                <a:lnTo>
                  <a:pt x="0" y="4133"/>
                </a:lnTo>
                <a:lnTo>
                  <a:pt x="0" y="2761"/>
                </a:lnTo>
                <a:lnTo>
                  <a:pt x="0" y="1384"/>
                </a:lnTo>
                <a:lnTo>
                  <a:pt x="0" y="0"/>
                </a:lnTo>
                <a:close/>
              </a:path>
            </a:pathLst>
          </a:custGeom>
          <a:solidFill>
            <a:srgbClr val="DC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349" name="contour_08347"/>
          <p:cNvSpPr/>
          <p:nvPr/>
        </p:nvSpPr>
        <p:spPr>
          <a:xfrm>
            <a:off x="6955831" y="5385483"/>
            <a:ext cx="65592" cy="42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172"/>
                </a:moveTo>
                <a:lnTo>
                  <a:pt x="20165" y="2655"/>
                </a:lnTo>
                <a:lnTo>
                  <a:pt x="20770" y="4467"/>
                </a:lnTo>
                <a:lnTo>
                  <a:pt x="21134" y="6137"/>
                </a:lnTo>
                <a:lnTo>
                  <a:pt x="21374" y="8191"/>
                </a:lnTo>
                <a:lnTo>
                  <a:pt x="21600" y="11157"/>
                </a:lnTo>
                <a:lnTo>
                  <a:pt x="20969" y="13607"/>
                </a:lnTo>
                <a:lnTo>
                  <a:pt x="20239" y="15599"/>
                </a:lnTo>
                <a:lnTo>
                  <a:pt x="19368" y="17331"/>
                </a:lnTo>
                <a:lnTo>
                  <a:pt x="18317" y="18993"/>
                </a:lnTo>
                <a:lnTo>
                  <a:pt x="17045" y="20783"/>
                </a:lnTo>
                <a:lnTo>
                  <a:pt x="15379" y="21428"/>
                </a:lnTo>
                <a:lnTo>
                  <a:pt x="13874" y="21600"/>
                </a:lnTo>
                <a:lnTo>
                  <a:pt x="12473" y="21366"/>
                </a:lnTo>
                <a:lnTo>
                  <a:pt x="11117" y="20798"/>
                </a:lnTo>
                <a:lnTo>
                  <a:pt x="9751" y="19967"/>
                </a:lnTo>
                <a:lnTo>
                  <a:pt x="8314" y="18942"/>
                </a:lnTo>
                <a:lnTo>
                  <a:pt x="6749" y="17792"/>
                </a:lnTo>
                <a:lnTo>
                  <a:pt x="4846" y="16236"/>
                </a:lnTo>
                <a:lnTo>
                  <a:pt x="3542" y="15112"/>
                </a:lnTo>
                <a:lnTo>
                  <a:pt x="2518" y="14105"/>
                </a:lnTo>
                <a:lnTo>
                  <a:pt x="1445" y="12893"/>
                </a:lnTo>
                <a:lnTo>
                  <a:pt x="0" y="11157"/>
                </a:lnTo>
                <a:lnTo>
                  <a:pt x="0" y="8737"/>
                </a:lnTo>
                <a:lnTo>
                  <a:pt x="0" y="6302"/>
                </a:lnTo>
                <a:lnTo>
                  <a:pt x="0" y="3834"/>
                </a:lnTo>
                <a:lnTo>
                  <a:pt x="1572" y="3387"/>
                </a:lnTo>
                <a:lnTo>
                  <a:pt x="3146" y="2951"/>
                </a:lnTo>
                <a:lnTo>
                  <a:pt x="4718" y="2527"/>
                </a:lnTo>
                <a:lnTo>
                  <a:pt x="6295" y="2113"/>
                </a:lnTo>
                <a:lnTo>
                  <a:pt x="7872" y="1710"/>
                </a:lnTo>
                <a:lnTo>
                  <a:pt x="9451" y="1315"/>
                </a:lnTo>
                <a:lnTo>
                  <a:pt x="10798" y="915"/>
                </a:lnTo>
                <a:lnTo>
                  <a:pt x="12163" y="509"/>
                </a:lnTo>
                <a:lnTo>
                  <a:pt x="13469" y="216"/>
                </a:lnTo>
                <a:lnTo>
                  <a:pt x="14486" y="51"/>
                </a:lnTo>
                <a:lnTo>
                  <a:pt x="15557" y="0"/>
                </a:lnTo>
                <a:lnTo>
                  <a:pt x="17016" y="44"/>
                </a:lnTo>
                <a:lnTo>
                  <a:pt x="19200" y="172"/>
                </a:lnTo>
                <a:close/>
              </a:path>
            </a:pathLst>
          </a:custGeom>
          <a:solidFill>
            <a:srgbClr val="343436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0" name="contour_08348"/>
          <p:cNvSpPr/>
          <p:nvPr/>
        </p:nvSpPr>
        <p:spPr>
          <a:xfrm>
            <a:off x="1912540" y="5349386"/>
            <a:ext cx="6559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790" y="0"/>
                </a:lnTo>
                <a:lnTo>
                  <a:pt x="12000" y="0"/>
                </a:lnTo>
                <a:lnTo>
                  <a:pt x="11890" y="889"/>
                </a:lnTo>
                <a:lnTo>
                  <a:pt x="11777" y="1786"/>
                </a:lnTo>
                <a:lnTo>
                  <a:pt x="11662" y="2693"/>
                </a:lnTo>
                <a:lnTo>
                  <a:pt x="11573" y="3964"/>
                </a:lnTo>
                <a:lnTo>
                  <a:pt x="11503" y="5209"/>
                </a:lnTo>
                <a:lnTo>
                  <a:pt x="11460" y="6439"/>
                </a:lnTo>
                <a:lnTo>
                  <a:pt x="11458" y="7659"/>
                </a:lnTo>
                <a:lnTo>
                  <a:pt x="11501" y="8879"/>
                </a:lnTo>
                <a:lnTo>
                  <a:pt x="11599" y="10103"/>
                </a:lnTo>
                <a:lnTo>
                  <a:pt x="11762" y="11342"/>
                </a:lnTo>
                <a:lnTo>
                  <a:pt x="12000" y="12600"/>
                </a:lnTo>
                <a:lnTo>
                  <a:pt x="13560" y="13390"/>
                </a:lnTo>
                <a:lnTo>
                  <a:pt x="15002" y="13892"/>
                </a:lnTo>
                <a:lnTo>
                  <a:pt x="16430" y="14179"/>
                </a:lnTo>
                <a:lnTo>
                  <a:pt x="17940" y="14314"/>
                </a:lnTo>
                <a:lnTo>
                  <a:pt x="19630" y="14364"/>
                </a:lnTo>
                <a:lnTo>
                  <a:pt x="21600" y="14400"/>
                </a:lnTo>
                <a:lnTo>
                  <a:pt x="20921" y="15419"/>
                </a:lnTo>
                <a:lnTo>
                  <a:pt x="20242" y="16438"/>
                </a:lnTo>
                <a:lnTo>
                  <a:pt x="19560" y="17460"/>
                </a:lnTo>
                <a:lnTo>
                  <a:pt x="18876" y="18486"/>
                </a:lnTo>
                <a:lnTo>
                  <a:pt x="18187" y="19517"/>
                </a:lnTo>
                <a:lnTo>
                  <a:pt x="17496" y="20554"/>
                </a:lnTo>
                <a:lnTo>
                  <a:pt x="16800" y="21600"/>
                </a:lnTo>
                <a:lnTo>
                  <a:pt x="16800" y="20410"/>
                </a:lnTo>
                <a:lnTo>
                  <a:pt x="16800" y="19213"/>
                </a:lnTo>
                <a:lnTo>
                  <a:pt x="16800" y="18000"/>
                </a:lnTo>
                <a:lnTo>
                  <a:pt x="15254" y="17552"/>
                </a:lnTo>
                <a:lnTo>
                  <a:pt x="13702" y="17154"/>
                </a:lnTo>
                <a:lnTo>
                  <a:pt x="12144" y="16799"/>
                </a:lnTo>
                <a:lnTo>
                  <a:pt x="10574" y="16475"/>
                </a:lnTo>
                <a:lnTo>
                  <a:pt x="8993" y="16173"/>
                </a:lnTo>
                <a:lnTo>
                  <a:pt x="7397" y="15881"/>
                </a:lnTo>
                <a:lnTo>
                  <a:pt x="5784" y="15588"/>
                </a:lnTo>
                <a:lnTo>
                  <a:pt x="4118" y="14985"/>
                </a:lnTo>
                <a:lnTo>
                  <a:pt x="3024" y="14476"/>
                </a:lnTo>
                <a:lnTo>
                  <a:pt x="2258" y="13867"/>
                </a:lnTo>
                <a:lnTo>
                  <a:pt x="1577" y="12965"/>
                </a:lnTo>
                <a:lnTo>
                  <a:pt x="742" y="11581"/>
                </a:lnTo>
                <a:lnTo>
                  <a:pt x="497" y="10728"/>
                </a:lnTo>
                <a:lnTo>
                  <a:pt x="250" y="9869"/>
                </a:lnTo>
                <a:lnTo>
                  <a:pt x="0" y="9000"/>
                </a:lnTo>
                <a:lnTo>
                  <a:pt x="1426" y="9356"/>
                </a:lnTo>
                <a:lnTo>
                  <a:pt x="2856" y="9715"/>
                </a:lnTo>
                <a:lnTo>
                  <a:pt x="4291" y="10073"/>
                </a:lnTo>
                <a:lnTo>
                  <a:pt x="5738" y="10435"/>
                </a:lnTo>
                <a:lnTo>
                  <a:pt x="7200" y="10800"/>
                </a:lnTo>
                <a:lnTo>
                  <a:pt x="7464" y="9612"/>
                </a:lnTo>
                <a:lnTo>
                  <a:pt x="7728" y="8422"/>
                </a:lnTo>
                <a:lnTo>
                  <a:pt x="7992" y="7232"/>
                </a:lnTo>
                <a:lnTo>
                  <a:pt x="8258" y="6039"/>
                </a:lnTo>
                <a:lnTo>
                  <a:pt x="8525" y="4842"/>
                </a:lnTo>
                <a:lnTo>
                  <a:pt x="8791" y="3640"/>
                </a:lnTo>
                <a:lnTo>
                  <a:pt x="9060" y="2434"/>
                </a:lnTo>
                <a:lnTo>
                  <a:pt x="9329" y="1220"/>
                </a:lnTo>
                <a:lnTo>
                  <a:pt x="9600" y="0"/>
                </a:lnTo>
                <a:close/>
              </a:path>
            </a:pathLst>
          </a:custGeom>
          <a:solidFill>
            <a:srgbClr val="5E5660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1" name="contour_08349"/>
          <p:cNvSpPr/>
          <p:nvPr/>
        </p:nvSpPr>
        <p:spPr>
          <a:xfrm>
            <a:off x="5585688" y="5378538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873" y="0"/>
                </a:lnTo>
                <a:lnTo>
                  <a:pt x="6147" y="0"/>
                </a:lnTo>
                <a:lnTo>
                  <a:pt x="7420" y="0"/>
                </a:lnTo>
                <a:lnTo>
                  <a:pt x="8696" y="0"/>
                </a:lnTo>
                <a:lnTo>
                  <a:pt x="9972" y="0"/>
                </a:lnTo>
                <a:lnTo>
                  <a:pt x="11252" y="0"/>
                </a:lnTo>
                <a:lnTo>
                  <a:pt x="12532" y="0"/>
                </a:lnTo>
                <a:lnTo>
                  <a:pt x="13817" y="0"/>
                </a:lnTo>
                <a:lnTo>
                  <a:pt x="15104" y="0"/>
                </a:lnTo>
                <a:lnTo>
                  <a:pt x="16394" y="0"/>
                </a:lnTo>
                <a:lnTo>
                  <a:pt x="17689" y="0"/>
                </a:lnTo>
                <a:lnTo>
                  <a:pt x="18988" y="0"/>
                </a:lnTo>
                <a:lnTo>
                  <a:pt x="20291" y="0"/>
                </a:lnTo>
                <a:lnTo>
                  <a:pt x="21600" y="0"/>
                </a:lnTo>
                <a:lnTo>
                  <a:pt x="21244" y="2138"/>
                </a:lnTo>
                <a:lnTo>
                  <a:pt x="20885" y="4284"/>
                </a:lnTo>
                <a:lnTo>
                  <a:pt x="20527" y="6437"/>
                </a:lnTo>
                <a:lnTo>
                  <a:pt x="20165" y="8608"/>
                </a:lnTo>
                <a:lnTo>
                  <a:pt x="19800" y="10800"/>
                </a:lnTo>
                <a:lnTo>
                  <a:pt x="18569" y="11124"/>
                </a:lnTo>
                <a:lnTo>
                  <a:pt x="17672" y="11286"/>
                </a:lnTo>
                <a:lnTo>
                  <a:pt x="16852" y="11286"/>
                </a:lnTo>
                <a:lnTo>
                  <a:pt x="15847" y="11124"/>
                </a:lnTo>
                <a:lnTo>
                  <a:pt x="14400" y="10800"/>
                </a:lnTo>
                <a:lnTo>
                  <a:pt x="12946" y="10638"/>
                </a:lnTo>
                <a:lnTo>
                  <a:pt x="11938" y="10555"/>
                </a:lnTo>
                <a:lnTo>
                  <a:pt x="11117" y="10555"/>
                </a:lnTo>
                <a:lnTo>
                  <a:pt x="10224" y="10638"/>
                </a:lnTo>
                <a:lnTo>
                  <a:pt x="9000" y="10800"/>
                </a:lnTo>
                <a:lnTo>
                  <a:pt x="8230" y="13478"/>
                </a:lnTo>
                <a:lnTo>
                  <a:pt x="7751" y="15379"/>
                </a:lnTo>
                <a:lnTo>
                  <a:pt x="7477" y="17021"/>
                </a:lnTo>
                <a:lnTo>
                  <a:pt x="7322" y="18922"/>
                </a:lnTo>
                <a:lnTo>
                  <a:pt x="7200" y="21600"/>
                </a:lnTo>
                <a:lnTo>
                  <a:pt x="7200" y="19220"/>
                </a:lnTo>
                <a:lnTo>
                  <a:pt x="7200" y="16826"/>
                </a:lnTo>
                <a:lnTo>
                  <a:pt x="7200" y="14400"/>
                </a:lnTo>
                <a:lnTo>
                  <a:pt x="6017" y="13324"/>
                </a:lnTo>
                <a:lnTo>
                  <a:pt x="5083" y="12740"/>
                </a:lnTo>
                <a:lnTo>
                  <a:pt x="3600" y="12150"/>
                </a:lnTo>
                <a:lnTo>
                  <a:pt x="2596" y="11743"/>
                </a:lnTo>
                <a:lnTo>
                  <a:pt x="1575" y="11333"/>
                </a:lnTo>
                <a:lnTo>
                  <a:pt x="794" y="11066"/>
                </a:lnTo>
                <a:lnTo>
                  <a:pt x="0" y="10800"/>
                </a:lnTo>
                <a:lnTo>
                  <a:pt x="1190" y="10800"/>
                </a:lnTo>
                <a:lnTo>
                  <a:pt x="2387" y="10800"/>
                </a:lnTo>
                <a:lnTo>
                  <a:pt x="3600" y="10800"/>
                </a:lnTo>
                <a:lnTo>
                  <a:pt x="3600" y="8662"/>
                </a:lnTo>
                <a:lnTo>
                  <a:pt x="3600" y="6516"/>
                </a:lnTo>
                <a:lnTo>
                  <a:pt x="3600" y="4363"/>
                </a:lnTo>
                <a:lnTo>
                  <a:pt x="3600" y="2192"/>
                </a:lnTo>
                <a:lnTo>
                  <a:pt x="3600" y="0"/>
                </a:lnTo>
                <a:close/>
              </a:path>
            </a:pathLst>
          </a:custGeom>
          <a:solidFill>
            <a:srgbClr val="5B5A56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2" name="contour_08350"/>
          <p:cNvSpPr/>
          <p:nvPr/>
        </p:nvSpPr>
        <p:spPr>
          <a:xfrm>
            <a:off x="8515461" y="5305658"/>
            <a:ext cx="65592" cy="680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042" y="1103"/>
                </a:lnTo>
                <a:lnTo>
                  <a:pt x="10490" y="2222"/>
                </a:lnTo>
                <a:lnTo>
                  <a:pt x="11400" y="3626"/>
                </a:lnTo>
                <a:lnTo>
                  <a:pt x="12103" y="4445"/>
                </a:lnTo>
                <a:lnTo>
                  <a:pt x="12962" y="4991"/>
                </a:lnTo>
                <a:lnTo>
                  <a:pt x="14335" y="5583"/>
                </a:lnTo>
                <a:lnTo>
                  <a:pt x="15631" y="5826"/>
                </a:lnTo>
                <a:lnTo>
                  <a:pt x="16949" y="6071"/>
                </a:lnTo>
                <a:lnTo>
                  <a:pt x="18485" y="6357"/>
                </a:lnTo>
                <a:lnTo>
                  <a:pt x="20033" y="6644"/>
                </a:lnTo>
                <a:lnTo>
                  <a:pt x="21600" y="6938"/>
                </a:lnTo>
                <a:lnTo>
                  <a:pt x="20842" y="8298"/>
                </a:lnTo>
                <a:lnTo>
                  <a:pt x="20074" y="9639"/>
                </a:lnTo>
                <a:lnTo>
                  <a:pt x="19294" y="10962"/>
                </a:lnTo>
                <a:lnTo>
                  <a:pt x="18497" y="12264"/>
                </a:lnTo>
                <a:lnTo>
                  <a:pt x="17678" y="13547"/>
                </a:lnTo>
                <a:lnTo>
                  <a:pt x="16831" y="14810"/>
                </a:lnTo>
                <a:lnTo>
                  <a:pt x="15950" y="16052"/>
                </a:lnTo>
                <a:lnTo>
                  <a:pt x="15031" y="17273"/>
                </a:lnTo>
                <a:lnTo>
                  <a:pt x="14071" y="18476"/>
                </a:lnTo>
                <a:lnTo>
                  <a:pt x="13063" y="19655"/>
                </a:lnTo>
                <a:lnTo>
                  <a:pt x="12000" y="20814"/>
                </a:lnTo>
                <a:lnTo>
                  <a:pt x="10222" y="21235"/>
                </a:lnTo>
                <a:lnTo>
                  <a:pt x="8513" y="21491"/>
                </a:lnTo>
                <a:lnTo>
                  <a:pt x="6845" y="21600"/>
                </a:lnTo>
                <a:lnTo>
                  <a:pt x="5186" y="21570"/>
                </a:lnTo>
                <a:lnTo>
                  <a:pt x="3511" y="21422"/>
                </a:lnTo>
                <a:lnTo>
                  <a:pt x="1793" y="21165"/>
                </a:lnTo>
                <a:lnTo>
                  <a:pt x="0" y="20814"/>
                </a:lnTo>
                <a:lnTo>
                  <a:pt x="739" y="20011"/>
                </a:lnTo>
                <a:lnTo>
                  <a:pt x="1490" y="19197"/>
                </a:lnTo>
                <a:lnTo>
                  <a:pt x="2642" y="17798"/>
                </a:lnTo>
                <a:lnTo>
                  <a:pt x="3682" y="16422"/>
                </a:lnTo>
                <a:lnTo>
                  <a:pt x="4618" y="15058"/>
                </a:lnTo>
                <a:lnTo>
                  <a:pt x="5453" y="13698"/>
                </a:lnTo>
                <a:lnTo>
                  <a:pt x="6194" y="12329"/>
                </a:lnTo>
                <a:lnTo>
                  <a:pt x="6852" y="10946"/>
                </a:lnTo>
                <a:lnTo>
                  <a:pt x="7428" y="9535"/>
                </a:lnTo>
                <a:lnTo>
                  <a:pt x="7934" y="8092"/>
                </a:lnTo>
                <a:lnTo>
                  <a:pt x="8374" y="6600"/>
                </a:lnTo>
                <a:lnTo>
                  <a:pt x="8753" y="5055"/>
                </a:lnTo>
                <a:lnTo>
                  <a:pt x="9079" y="3448"/>
                </a:lnTo>
                <a:lnTo>
                  <a:pt x="9360" y="1765"/>
                </a:lnTo>
                <a:lnTo>
                  <a:pt x="9600" y="0"/>
                </a:lnTo>
                <a:close/>
              </a:path>
            </a:pathLst>
          </a:custGeom>
          <a:solidFill>
            <a:srgbClr val="60616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3" name="contour_08351"/>
          <p:cNvSpPr/>
          <p:nvPr/>
        </p:nvSpPr>
        <p:spPr>
          <a:xfrm>
            <a:off x="7939709" y="5319563"/>
            <a:ext cx="65592" cy="58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246"/>
                </a:moveTo>
                <a:lnTo>
                  <a:pt x="4303" y="64"/>
                </a:lnTo>
                <a:lnTo>
                  <a:pt x="5693" y="0"/>
                </a:lnTo>
                <a:lnTo>
                  <a:pt x="6970" y="75"/>
                </a:lnTo>
                <a:lnTo>
                  <a:pt x="8537" y="318"/>
                </a:lnTo>
                <a:lnTo>
                  <a:pt x="10800" y="747"/>
                </a:lnTo>
                <a:lnTo>
                  <a:pt x="11474" y="862"/>
                </a:lnTo>
                <a:lnTo>
                  <a:pt x="12660" y="1065"/>
                </a:lnTo>
                <a:lnTo>
                  <a:pt x="15374" y="1527"/>
                </a:lnTo>
                <a:lnTo>
                  <a:pt x="17614" y="2373"/>
                </a:lnTo>
                <a:lnTo>
                  <a:pt x="18938" y="3091"/>
                </a:lnTo>
                <a:lnTo>
                  <a:pt x="19867" y="4076"/>
                </a:lnTo>
                <a:lnTo>
                  <a:pt x="20926" y="5720"/>
                </a:lnTo>
                <a:lnTo>
                  <a:pt x="21259" y="6978"/>
                </a:lnTo>
                <a:lnTo>
                  <a:pt x="21600" y="8253"/>
                </a:lnTo>
                <a:lnTo>
                  <a:pt x="20014" y="8253"/>
                </a:lnTo>
                <a:lnTo>
                  <a:pt x="18418" y="8253"/>
                </a:lnTo>
                <a:lnTo>
                  <a:pt x="16800" y="8253"/>
                </a:lnTo>
                <a:lnTo>
                  <a:pt x="16318" y="9999"/>
                </a:lnTo>
                <a:lnTo>
                  <a:pt x="16030" y="11278"/>
                </a:lnTo>
                <a:lnTo>
                  <a:pt x="15830" y="12711"/>
                </a:lnTo>
                <a:lnTo>
                  <a:pt x="15600" y="14927"/>
                </a:lnTo>
                <a:lnTo>
                  <a:pt x="15370" y="17142"/>
                </a:lnTo>
                <a:lnTo>
                  <a:pt x="15170" y="18576"/>
                </a:lnTo>
                <a:lnTo>
                  <a:pt x="14882" y="19854"/>
                </a:lnTo>
                <a:lnTo>
                  <a:pt x="14400" y="21600"/>
                </a:lnTo>
                <a:lnTo>
                  <a:pt x="12814" y="21600"/>
                </a:lnTo>
                <a:lnTo>
                  <a:pt x="11218" y="21600"/>
                </a:lnTo>
                <a:lnTo>
                  <a:pt x="9600" y="21600"/>
                </a:lnTo>
                <a:lnTo>
                  <a:pt x="9898" y="19948"/>
                </a:lnTo>
                <a:lnTo>
                  <a:pt x="10195" y="18295"/>
                </a:lnTo>
                <a:lnTo>
                  <a:pt x="10493" y="16638"/>
                </a:lnTo>
                <a:lnTo>
                  <a:pt x="10790" y="14977"/>
                </a:lnTo>
                <a:lnTo>
                  <a:pt x="11090" y="13309"/>
                </a:lnTo>
                <a:lnTo>
                  <a:pt x="11393" y="11633"/>
                </a:lnTo>
                <a:lnTo>
                  <a:pt x="11695" y="9948"/>
                </a:lnTo>
                <a:lnTo>
                  <a:pt x="12000" y="8253"/>
                </a:lnTo>
                <a:lnTo>
                  <a:pt x="10303" y="8253"/>
                </a:lnTo>
                <a:lnTo>
                  <a:pt x="8604" y="8253"/>
                </a:lnTo>
                <a:lnTo>
                  <a:pt x="6900" y="8253"/>
                </a:lnTo>
                <a:lnTo>
                  <a:pt x="5189" y="8253"/>
                </a:lnTo>
                <a:lnTo>
                  <a:pt x="3470" y="8253"/>
                </a:lnTo>
                <a:lnTo>
                  <a:pt x="1742" y="8253"/>
                </a:lnTo>
                <a:lnTo>
                  <a:pt x="0" y="8253"/>
                </a:lnTo>
                <a:lnTo>
                  <a:pt x="343" y="6252"/>
                </a:lnTo>
                <a:lnTo>
                  <a:pt x="638" y="4834"/>
                </a:lnTo>
                <a:lnTo>
                  <a:pt x="1003" y="3617"/>
                </a:lnTo>
                <a:lnTo>
                  <a:pt x="1553" y="2216"/>
                </a:lnTo>
                <a:lnTo>
                  <a:pt x="2400" y="246"/>
                </a:lnTo>
                <a:close/>
              </a:path>
            </a:pathLst>
          </a:custGeom>
          <a:solidFill>
            <a:srgbClr val="B2ACB3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4" name="contour_08352"/>
          <p:cNvSpPr/>
          <p:nvPr/>
        </p:nvSpPr>
        <p:spPr>
          <a:xfrm>
            <a:off x="9849163" y="5305658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9" y="374"/>
                </a:lnTo>
                <a:lnTo>
                  <a:pt x="7988" y="686"/>
                </a:lnTo>
                <a:lnTo>
                  <a:pt x="9630" y="1051"/>
                </a:lnTo>
                <a:lnTo>
                  <a:pt x="11592" y="1584"/>
                </a:lnTo>
                <a:lnTo>
                  <a:pt x="14400" y="2400"/>
                </a:lnTo>
                <a:lnTo>
                  <a:pt x="15696" y="4082"/>
                </a:lnTo>
                <a:lnTo>
                  <a:pt x="16567" y="5306"/>
                </a:lnTo>
                <a:lnTo>
                  <a:pt x="17215" y="6425"/>
                </a:lnTo>
                <a:lnTo>
                  <a:pt x="17852" y="7788"/>
                </a:lnTo>
                <a:lnTo>
                  <a:pt x="18677" y="9749"/>
                </a:lnTo>
                <a:lnTo>
                  <a:pt x="19246" y="11066"/>
                </a:lnTo>
                <a:lnTo>
                  <a:pt x="19822" y="12391"/>
                </a:lnTo>
                <a:lnTo>
                  <a:pt x="20405" y="13735"/>
                </a:lnTo>
                <a:lnTo>
                  <a:pt x="20704" y="14496"/>
                </a:lnTo>
                <a:lnTo>
                  <a:pt x="21600" y="16800"/>
                </a:lnTo>
                <a:lnTo>
                  <a:pt x="19372" y="17395"/>
                </a:lnTo>
                <a:lnTo>
                  <a:pt x="17143" y="17988"/>
                </a:lnTo>
                <a:lnTo>
                  <a:pt x="14908" y="18586"/>
                </a:lnTo>
                <a:lnTo>
                  <a:pt x="12668" y="19181"/>
                </a:lnTo>
                <a:lnTo>
                  <a:pt x="10418" y="19781"/>
                </a:lnTo>
                <a:lnTo>
                  <a:pt x="8158" y="20383"/>
                </a:lnTo>
                <a:lnTo>
                  <a:pt x="5886" y="20990"/>
                </a:lnTo>
                <a:lnTo>
                  <a:pt x="3600" y="21600"/>
                </a:lnTo>
                <a:lnTo>
                  <a:pt x="3600" y="20014"/>
                </a:lnTo>
                <a:lnTo>
                  <a:pt x="3600" y="18418"/>
                </a:lnTo>
                <a:lnTo>
                  <a:pt x="3600" y="16800"/>
                </a:lnTo>
                <a:lnTo>
                  <a:pt x="5980" y="16800"/>
                </a:lnTo>
                <a:lnTo>
                  <a:pt x="8374" y="16800"/>
                </a:lnTo>
                <a:lnTo>
                  <a:pt x="10800" y="16800"/>
                </a:lnTo>
                <a:lnTo>
                  <a:pt x="10800" y="15214"/>
                </a:lnTo>
                <a:lnTo>
                  <a:pt x="10800" y="13618"/>
                </a:lnTo>
                <a:lnTo>
                  <a:pt x="10800" y="12000"/>
                </a:lnTo>
                <a:lnTo>
                  <a:pt x="8122" y="11261"/>
                </a:lnTo>
                <a:lnTo>
                  <a:pt x="6221" y="10766"/>
                </a:lnTo>
                <a:lnTo>
                  <a:pt x="4579" y="10402"/>
                </a:lnTo>
                <a:lnTo>
                  <a:pt x="2678" y="10051"/>
                </a:lnTo>
                <a:lnTo>
                  <a:pt x="0" y="9600"/>
                </a:lnTo>
                <a:lnTo>
                  <a:pt x="594" y="8016"/>
                </a:lnTo>
                <a:lnTo>
                  <a:pt x="1188" y="6430"/>
                </a:lnTo>
                <a:lnTo>
                  <a:pt x="1786" y="4836"/>
                </a:lnTo>
                <a:lnTo>
                  <a:pt x="2387" y="3235"/>
                </a:lnTo>
                <a:lnTo>
                  <a:pt x="2992" y="1625"/>
                </a:lnTo>
                <a:lnTo>
                  <a:pt x="3600" y="0"/>
                </a:lnTo>
                <a:close/>
              </a:path>
            </a:pathLst>
          </a:custGeom>
          <a:solidFill>
            <a:srgbClr val="595859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5" name="contour_08353"/>
          <p:cNvSpPr/>
          <p:nvPr/>
        </p:nvSpPr>
        <p:spPr>
          <a:xfrm>
            <a:off x="11824814" y="5254642"/>
            <a:ext cx="2929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27" y="0"/>
                </a:moveTo>
                <a:lnTo>
                  <a:pt x="7592" y="0"/>
                </a:lnTo>
                <a:lnTo>
                  <a:pt x="10300" y="0"/>
                </a:lnTo>
                <a:lnTo>
                  <a:pt x="11128" y="872"/>
                </a:lnTo>
                <a:lnTo>
                  <a:pt x="11848" y="1747"/>
                </a:lnTo>
                <a:lnTo>
                  <a:pt x="12487" y="2623"/>
                </a:lnTo>
                <a:lnTo>
                  <a:pt x="13067" y="3503"/>
                </a:lnTo>
                <a:lnTo>
                  <a:pt x="13621" y="4386"/>
                </a:lnTo>
                <a:lnTo>
                  <a:pt x="14164" y="5273"/>
                </a:lnTo>
                <a:lnTo>
                  <a:pt x="14540" y="5640"/>
                </a:lnTo>
                <a:lnTo>
                  <a:pt x="15673" y="6750"/>
                </a:lnTo>
                <a:lnTo>
                  <a:pt x="18339" y="6750"/>
                </a:lnTo>
                <a:lnTo>
                  <a:pt x="21047" y="6750"/>
                </a:lnTo>
                <a:lnTo>
                  <a:pt x="21251" y="7803"/>
                </a:lnTo>
                <a:lnTo>
                  <a:pt x="21423" y="8824"/>
                </a:lnTo>
                <a:lnTo>
                  <a:pt x="21546" y="9819"/>
                </a:lnTo>
                <a:lnTo>
                  <a:pt x="21600" y="10788"/>
                </a:lnTo>
                <a:lnTo>
                  <a:pt x="21568" y="11736"/>
                </a:lnTo>
                <a:lnTo>
                  <a:pt x="21433" y="12664"/>
                </a:lnTo>
                <a:lnTo>
                  <a:pt x="21170" y="13578"/>
                </a:lnTo>
                <a:lnTo>
                  <a:pt x="20773" y="14480"/>
                </a:lnTo>
                <a:lnTo>
                  <a:pt x="20208" y="15371"/>
                </a:lnTo>
                <a:lnTo>
                  <a:pt x="19472" y="16257"/>
                </a:lnTo>
                <a:lnTo>
                  <a:pt x="18537" y="17138"/>
                </a:lnTo>
                <a:lnTo>
                  <a:pt x="17393" y="18020"/>
                </a:lnTo>
                <a:lnTo>
                  <a:pt x="16012" y="18903"/>
                </a:lnTo>
                <a:lnTo>
                  <a:pt x="14384" y="19792"/>
                </a:lnTo>
                <a:lnTo>
                  <a:pt x="12487" y="20690"/>
                </a:lnTo>
                <a:lnTo>
                  <a:pt x="10300" y="21600"/>
                </a:lnTo>
                <a:lnTo>
                  <a:pt x="9811" y="20814"/>
                </a:lnTo>
                <a:lnTo>
                  <a:pt x="9312" y="20018"/>
                </a:lnTo>
                <a:lnTo>
                  <a:pt x="8194" y="18275"/>
                </a:lnTo>
                <a:lnTo>
                  <a:pt x="7275" y="16863"/>
                </a:lnTo>
                <a:lnTo>
                  <a:pt x="6512" y="15725"/>
                </a:lnTo>
                <a:lnTo>
                  <a:pt x="5857" y="14805"/>
                </a:lnTo>
                <a:lnTo>
                  <a:pt x="5260" y="14051"/>
                </a:lnTo>
                <a:lnTo>
                  <a:pt x="4680" y="13405"/>
                </a:lnTo>
                <a:lnTo>
                  <a:pt x="4067" y="12812"/>
                </a:lnTo>
                <a:lnTo>
                  <a:pt x="3374" y="12217"/>
                </a:lnTo>
                <a:lnTo>
                  <a:pt x="2558" y="11565"/>
                </a:lnTo>
                <a:lnTo>
                  <a:pt x="1569" y="10800"/>
                </a:lnTo>
                <a:lnTo>
                  <a:pt x="747" y="9900"/>
                </a:lnTo>
                <a:lnTo>
                  <a:pt x="236" y="8999"/>
                </a:lnTo>
                <a:lnTo>
                  <a:pt x="0" y="8096"/>
                </a:lnTo>
                <a:lnTo>
                  <a:pt x="5" y="7194"/>
                </a:lnTo>
                <a:lnTo>
                  <a:pt x="220" y="6291"/>
                </a:lnTo>
                <a:lnTo>
                  <a:pt x="618" y="5388"/>
                </a:lnTo>
                <a:lnTo>
                  <a:pt x="1161" y="4486"/>
                </a:lnTo>
                <a:lnTo>
                  <a:pt x="1816" y="3584"/>
                </a:lnTo>
                <a:lnTo>
                  <a:pt x="2552" y="2685"/>
                </a:lnTo>
                <a:lnTo>
                  <a:pt x="3337" y="1787"/>
                </a:lnTo>
                <a:lnTo>
                  <a:pt x="4143" y="892"/>
                </a:lnTo>
                <a:lnTo>
                  <a:pt x="4927" y="0"/>
                </a:lnTo>
                <a:close/>
              </a:path>
            </a:pathLst>
          </a:custGeom>
          <a:solidFill>
            <a:srgbClr val="C8D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6" name="contour_08354"/>
          <p:cNvSpPr/>
          <p:nvPr/>
        </p:nvSpPr>
        <p:spPr>
          <a:xfrm>
            <a:off x="4383170" y="5283794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933" y="475"/>
                </a:lnTo>
                <a:lnTo>
                  <a:pt x="19762" y="953"/>
                </a:lnTo>
                <a:lnTo>
                  <a:pt x="20530" y="1728"/>
                </a:lnTo>
                <a:lnTo>
                  <a:pt x="21600" y="3086"/>
                </a:lnTo>
                <a:lnTo>
                  <a:pt x="21573" y="5249"/>
                </a:lnTo>
                <a:lnTo>
                  <a:pt x="21519" y="6823"/>
                </a:lnTo>
                <a:lnTo>
                  <a:pt x="21408" y="8260"/>
                </a:lnTo>
                <a:lnTo>
                  <a:pt x="21201" y="10013"/>
                </a:lnTo>
                <a:lnTo>
                  <a:pt x="20864" y="12534"/>
                </a:lnTo>
                <a:lnTo>
                  <a:pt x="20767" y="13287"/>
                </a:lnTo>
                <a:lnTo>
                  <a:pt x="20597" y="14617"/>
                </a:lnTo>
                <a:lnTo>
                  <a:pt x="20204" y="17660"/>
                </a:lnTo>
                <a:lnTo>
                  <a:pt x="20062" y="18638"/>
                </a:lnTo>
                <a:lnTo>
                  <a:pt x="19636" y="21600"/>
                </a:lnTo>
                <a:lnTo>
                  <a:pt x="18407" y="21054"/>
                </a:lnTo>
                <a:lnTo>
                  <a:pt x="17180" y="20501"/>
                </a:lnTo>
                <a:lnTo>
                  <a:pt x="15953" y="19949"/>
                </a:lnTo>
                <a:lnTo>
                  <a:pt x="14725" y="19394"/>
                </a:lnTo>
                <a:lnTo>
                  <a:pt x="13498" y="18838"/>
                </a:lnTo>
                <a:lnTo>
                  <a:pt x="12271" y="18280"/>
                </a:lnTo>
                <a:lnTo>
                  <a:pt x="11043" y="17721"/>
                </a:lnTo>
                <a:lnTo>
                  <a:pt x="9818" y="17163"/>
                </a:lnTo>
                <a:lnTo>
                  <a:pt x="8880" y="16749"/>
                </a:lnTo>
                <a:lnTo>
                  <a:pt x="7937" y="16330"/>
                </a:lnTo>
                <a:lnTo>
                  <a:pt x="6981" y="15904"/>
                </a:lnTo>
                <a:lnTo>
                  <a:pt x="6313" y="15595"/>
                </a:lnTo>
                <a:lnTo>
                  <a:pt x="4296" y="14669"/>
                </a:lnTo>
                <a:lnTo>
                  <a:pt x="3059" y="14111"/>
                </a:lnTo>
                <a:lnTo>
                  <a:pt x="1803" y="13543"/>
                </a:lnTo>
                <a:lnTo>
                  <a:pt x="907" y="12948"/>
                </a:lnTo>
                <a:lnTo>
                  <a:pt x="0" y="12343"/>
                </a:lnTo>
                <a:lnTo>
                  <a:pt x="0" y="10812"/>
                </a:lnTo>
                <a:lnTo>
                  <a:pt x="0" y="9257"/>
                </a:lnTo>
                <a:lnTo>
                  <a:pt x="1288" y="8680"/>
                </a:lnTo>
                <a:lnTo>
                  <a:pt x="2570" y="8131"/>
                </a:lnTo>
                <a:lnTo>
                  <a:pt x="3851" y="7609"/>
                </a:lnTo>
                <a:lnTo>
                  <a:pt x="5135" y="7109"/>
                </a:lnTo>
                <a:lnTo>
                  <a:pt x="6429" y="6631"/>
                </a:lnTo>
                <a:lnTo>
                  <a:pt x="7733" y="6171"/>
                </a:lnTo>
                <a:lnTo>
                  <a:pt x="10286" y="5280"/>
                </a:lnTo>
                <a:lnTo>
                  <a:pt x="12230" y="4567"/>
                </a:lnTo>
                <a:lnTo>
                  <a:pt x="13685" y="3962"/>
                </a:lnTo>
                <a:lnTo>
                  <a:pt x="14765" y="3388"/>
                </a:lnTo>
                <a:lnTo>
                  <a:pt x="15587" y="2780"/>
                </a:lnTo>
                <a:lnTo>
                  <a:pt x="16269" y="2058"/>
                </a:lnTo>
                <a:lnTo>
                  <a:pt x="16925" y="1157"/>
                </a:lnTo>
                <a:lnTo>
                  <a:pt x="17673" y="0"/>
                </a:lnTo>
                <a:close/>
              </a:path>
            </a:pathLst>
          </a:custGeom>
          <a:solidFill>
            <a:srgbClr val="2D2B27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7" name="contour_08355"/>
          <p:cNvSpPr/>
          <p:nvPr/>
        </p:nvSpPr>
        <p:spPr>
          <a:xfrm>
            <a:off x="6948543" y="5269218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24" y="40"/>
                </a:lnTo>
                <a:lnTo>
                  <a:pt x="2448" y="97"/>
                </a:lnTo>
                <a:lnTo>
                  <a:pt x="3672" y="166"/>
                </a:lnTo>
                <a:lnTo>
                  <a:pt x="4894" y="252"/>
                </a:lnTo>
                <a:lnTo>
                  <a:pt x="6118" y="346"/>
                </a:lnTo>
                <a:lnTo>
                  <a:pt x="7340" y="450"/>
                </a:lnTo>
                <a:lnTo>
                  <a:pt x="8564" y="562"/>
                </a:lnTo>
                <a:lnTo>
                  <a:pt x="9788" y="677"/>
                </a:lnTo>
                <a:lnTo>
                  <a:pt x="10202" y="684"/>
                </a:lnTo>
                <a:lnTo>
                  <a:pt x="10931" y="698"/>
                </a:lnTo>
                <a:lnTo>
                  <a:pt x="12604" y="738"/>
                </a:lnTo>
                <a:lnTo>
                  <a:pt x="13900" y="904"/>
                </a:lnTo>
                <a:lnTo>
                  <a:pt x="15118" y="1123"/>
                </a:lnTo>
                <a:lnTo>
                  <a:pt x="16288" y="1451"/>
                </a:lnTo>
                <a:lnTo>
                  <a:pt x="17440" y="1933"/>
                </a:lnTo>
                <a:lnTo>
                  <a:pt x="18599" y="2635"/>
                </a:lnTo>
                <a:lnTo>
                  <a:pt x="19800" y="3600"/>
                </a:lnTo>
                <a:lnTo>
                  <a:pt x="20290" y="5803"/>
                </a:lnTo>
                <a:lnTo>
                  <a:pt x="20682" y="7988"/>
                </a:lnTo>
                <a:lnTo>
                  <a:pt x="20986" y="10170"/>
                </a:lnTo>
                <a:lnTo>
                  <a:pt x="21217" y="12370"/>
                </a:lnTo>
                <a:lnTo>
                  <a:pt x="21380" y="14594"/>
                </a:lnTo>
                <a:lnTo>
                  <a:pt x="21492" y="16866"/>
                </a:lnTo>
                <a:lnTo>
                  <a:pt x="21562" y="19195"/>
                </a:lnTo>
                <a:lnTo>
                  <a:pt x="21600" y="21600"/>
                </a:lnTo>
                <a:lnTo>
                  <a:pt x="20410" y="21600"/>
                </a:lnTo>
                <a:lnTo>
                  <a:pt x="19213" y="21600"/>
                </a:lnTo>
                <a:lnTo>
                  <a:pt x="18000" y="21600"/>
                </a:lnTo>
                <a:lnTo>
                  <a:pt x="17669" y="20808"/>
                </a:lnTo>
                <a:lnTo>
                  <a:pt x="17086" y="19408"/>
                </a:lnTo>
                <a:lnTo>
                  <a:pt x="15750" y="16200"/>
                </a:lnTo>
                <a:lnTo>
                  <a:pt x="14834" y="14252"/>
                </a:lnTo>
                <a:lnTo>
                  <a:pt x="14026" y="12816"/>
                </a:lnTo>
                <a:lnTo>
                  <a:pt x="13226" y="11804"/>
                </a:lnTo>
                <a:lnTo>
                  <a:pt x="12339" y="11128"/>
                </a:lnTo>
                <a:lnTo>
                  <a:pt x="11268" y="10710"/>
                </a:lnTo>
                <a:lnTo>
                  <a:pt x="9914" y="10462"/>
                </a:lnTo>
                <a:lnTo>
                  <a:pt x="8759" y="10609"/>
                </a:lnTo>
                <a:lnTo>
                  <a:pt x="7605" y="10782"/>
                </a:lnTo>
                <a:lnTo>
                  <a:pt x="6451" y="10984"/>
                </a:lnTo>
                <a:lnTo>
                  <a:pt x="5299" y="11214"/>
                </a:lnTo>
                <a:lnTo>
                  <a:pt x="4149" y="11477"/>
                </a:lnTo>
                <a:lnTo>
                  <a:pt x="2983" y="11142"/>
                </a:lnTo>
                <a:lnTo>
                  <a:pt x="1800" y="10800"/>
                </a:lnTo>
                <a:lnTo>
                  <a:pt x="1199" y="8122"/>
                </a:lnTo>
                <a:lnTo>
                  <a:pt x="803" y="6221"/>
                </a:lnTo>
                <a:lnTo>
                  <a:pt x="529" y="4579"/>
                </a:lnTo>
                <a:lnTo>
                  <a:pt x="292" y="2678"/>
                </a:lnTo>
                <a:lnTo>
                  <a:pt x="0" y="0"/>
                </a:lnTo>
                <a:close/>
              </a:path>
            </a:pathLst>
          </a:custGeom>
          <a:solidFill>
            <a:srgbClr val="3A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8" name="contour_08356"/>
          <p:cNvSpPr/>
          <p:nvPr/>
        </p:nvSpPr>
        <p:spPr>
          <a:xfrm>
            <a:off x="6708039" y="5253221"/>
            <a:ext cx="80168" cy="670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458"/>
                </a:moveTo>
                <a:lnTo>
                  <a:pt x="9007" y="385"/>
                </a:lnTo>
                <a:lnTo>
                  <a:pt x="10162" y="322"/>
                </a:lnTo>
                <a:lnTo>
                  <a:pt x="11314" y="263"/>
                </a:lnTo>
                <a:lnTo>
                  <a:pt x="12469" y="211"/>
                </a:lnTo>
                <a:lnTo>
                  <a:pt x="13624" y="164"/>
                </a:lnTo>
                <a:lnTo>
                  <a:pt x="14696" y="110"/>
                </a:lnTo>
                <a:lnTo>
                  <a:pt x="15774" y="56"/>
                </a:lnTo>
                <a:lnTo>
                  <a:pt x="16868" y="0"/>
                </a:lnTo>
                <a:lnTo>
                  <a:pt x="17557" y="113"/>
                </a:lnTo>
                <a:lnTo>
                  <a:pt x="19636" y="458"/>
                </a:lnTo>
                <a:lnTo>
                  <a:pt x="20430" y="1863"/>
                </a:lnTo>
                <a:lnTo>
                  <a:pt x="20899" y="2821"/>
                </a:lnTo>
                <a:lnTo>
                  <a:pt x="21229" y="3773"/>
                </a:lnTo>
                <a:lnTo>
                  <a:pt x="21600" y="5156"/>
                </a:lnTo>
                <a:lnTo>
                  <a:pt x="20304" y="5544"/>
                </a:lnTo>
                <a:lnTo>
                  <a:pt x="19006" y="5931"/>
                </a:lnTo>
                <a:lnTo>
                  <a:pt x="17702" y="6321"/>
                </a:lnTo>
                <a:lnTo>
                  <a:pt x="16392" y="6714"/>
                </a:lnTo>
                <a:lnTo>
                  <a:pt x="15075" y="7108"/>
                </a:lnTo>
                <a:lnTo>
                  <a:pt x="13745" y="7505"/>
                </a:lnTo>
                <a:lnTo>
                  <a:pt x="14419" y="8443"/>
                </a:lnTo>
                <a:lnTo>
                  <a:pt x="15102" y="9396"/>
                </a:lnTo>
                <a:lnTo>
                  <a:pt x="15953" y="10644"/>
                </a:lnTo>
                <a:lnTo>
                  <a:pt x="16813" y="11910"/>
                </a:lnTo>
                <a:lnTo>
                  <a:pt x="17671" y="13139"/>
                </a:lnTo>
                <a:lnTo>
                  <a:pt x="18539" y="14388"/>
                </a:lnTo>
                <a:lnTo>
                  <a:pt x="18814" y="15013"/>
                </a:lnTo>
                <a:lnTo>
                  <a:pt x="19636" y="16902"/>
                </a:lnTo>
                <a:lnTo>
                  <a:pt x="19153" y="18473"/>
                </a:lnTo>
                <a:lnTo>
                  <a:pt x="18786" y="19486"/>
                </a:lnTo>
                <a:lnTo>
                  <a:pt x="18354" y="20381"/>
                </a:lnTo>
                <a:lnTo>
                  <a:pt x="17673" y="21600"/>
                </a:lnTo>
                <a:lnTo>
                  <a:pt x="16683" y="20534"/>
                </a:lnTo>
                <a:lnTo>
                  <a:pt x="15701" y="19455"/>
                </a:lnTo>
                <a:lnTo>
                  <a:pt x="14727" y="18370"/>
                </a:lnTo>
                <a:lnTo>
                  <a:pt x="13905" y="17468"/>
                </a:lnTo>
                <a:lnTo>
                  <a:pt x="13070" y="16554"/>
                </a:lnTo>
                <a:lnTo>
                  <a:pt x="12442" y="15539"/>
                </a:lnTo>
                <a:lnTo>
                  <a:pt x="12061" y="14684"/>
                </a:lnTo>
                <a:lnTo>
                  <a:pt x="11864" y="13667"/>
                </a:lnTo>
                <a:lnTo>
                  <a:pt x="11792" y="12164"/>
                </a:lnTo>
                <a:lnTo>
                  <a:pt x="11782" y="9854"/>
                </a:lnTo>
                <a:lnTo>
                  <a:pt x="10486" y="9854"/>
                </a:lnTo>
                <a:lnTo>
                  <a:pt x="9188" y="9854"/>
                </a:lnTo>
                <a:lnTo>
                  <a:pt x="7890" y="9854"/>
                </a:lnTo>
                <a:lnTo>
                  <a:pt x="6588" y="9854"/>
                </a:lnTo>
                <a:lnTo>
                  <a:pt x="5282" y="9854"/>
                </a:lnTo>
                <a:lnTo>
                  <a:pt x="3970" y="9854"/>
                </a:lnTo>
                <a:lnTo>
                  <a:pt x="2655" y="9854"/>
                </a:lnTo>
                <a:lnTo>
                  <a:pt x="1331" y="9854"/>
                </a:lnTo>
                <a:lnTo>
                  <a:pt x="0" y="9854"/>
                </a:lnTo>
                <a:lnTo>
                  <a:pt x="0" y="8689"/>
                </a:lnTo>
                <a:lnTo>
                  <a:pt x="0" y="7505"/>
                </a:lnTo>
                <a:lnTo>
                  <a:pt x="1388" y="7505"/>
                </a:lnTo>
                <a:lnTo>
                  <a:pt x="2779" y="7505"/>
                </a:lnTo>
                <a:lnTo>
                  <a:pt x="4173" y="7505"/>
                </a:lnTo>
                <a:lnTo>
                  <a:pt x="5573" y="7505"/>
                </a:lnTo>
                <a:lnTo>
                  <a:pt x="6979" y="7505"/>
                </a:lnTo>
                <a:lnTo>
                  <a:pt x="8393" y="7505"/>
                </a:lnTo>
                <a:lnTo>
                  <a:pt x="9818" y="7505"/>
                </a:lnTo>
                <a:lnTo>
                  <a:pt x="9429" y="6110"/>
                </a:lnTo>
                <a:lnTo>
                  <a:pt x="9039" y="4710"/>
                </a:lnTo>
                <a:lnTo>
                  <a:pt x="8648" y="3305"/>
                </a:lnTo>
                <a:lnTo>
                  <a:pt x="8253" y="1889"/>
                </a:lnTo>
                <a:lnTo>
                  <a:pt x="7855" y="458"/>
                </a:lnTo>
                <a:close/>
              </a:path>
            </a:pathLst>
          </a:custGeom>
          <a:solidFill>
            <a:srgbClr val="79787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59" name="contour_08357"/>
          <p:cNvSpPr/>
          <p:nvPr/>
        </p:nvSpPr>
        <p:spPr>
          <a:xfrm>
            <a:off x="5425352" y="5267425"/>
            <a:ext cx="72880" cy="32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63" y="2985"/>
                </a:moveTo>
                <a:lnTo>
                  <a:pt x="18328" y="4438"/>
                </a:lnTo>
                <a:lnTo>
                  <a:pt x="19133" y="5732"/>
                </a:lnTo>
                <a:lnTo>
                  <a:pt x="20090" y="7585"/>
                </a:lnTo>
                <a:lnTo>
                  <a:pt x="21600" y="10728"/>
                </a:lnTo>
                <a:lnTo>
                  <a:pt x="21600" y="13886"/>
                </a:lnTo>
                <a:lnTo>
                  <a:pt x="21600" y="17062"/>
                </a:lnTo>
                <a:lnTo>
                  <a:pt x="21600" y="20282"/>
                </a:lnTo>
                <a:lnTo>
                  <a:pt x="20205" y="20468"/>
                </a:lnTo>
                <a:lnTo>
                  <a:pt x="18809" y="20635"/>
                </a:lnTo>
                <a:lnTo>
                  <a:pt x="17416" y="20793"/>
                </a:lnTo>
                <a:lnTo>
                  <a:pt x="16023" y="20931"/>
                </a:lnTo>
                <a:lnTo>
                  <a:pt x="14628" y="21060"/>
                </a:lnTo>
                <a:lnTo>
                  <a:pt x="13230" y="21180"/>
                </a:lnTo>
                <a:lnTo>
                  <a:pt x="12636" y="21266"/>
                </a:lnTo>
                <a:lnTo>
                  <a:pt x="10841" y="21543"/>
                </a:lnTo>
                <a:lnTo>
                  <a:pt x="9677" y="21600"/>
                </a:lnTo>
                <a:lnTo>
                  <a:pt x="8754" y="21562"/>
                </a:lnTo>
                <a:lnTo>
                  <a:pt x="7763" y="21371"/>
                </a:lnTo>
                <a:lnTo>
                  <a:pt x="6389" y="20965"/>
                </a:lnTo>
                <a:lnTo>
                  <a:pt x="4320" y="20282"/>
                </a:lnTo>
                <a:lnTo>
                  <a:pt x="3169" y="17205"/>
                </a:lnTo>
                <a:lnTo>
                  <a:pt x="2348" y="14937"/>
                </a:lnTo>
                <a:lnTo>
                  <a:pt x="1743" y="13074"/>
                </a:lnTo>
                <a:lnTo>
                  <a:pt x="1229" y="11220"/>
                </a:lnTo>
                <a:lnTo>
                  <a:pt x="689" y="8980"/>
                </a:lnTo>
                <a:lnTo>
                  <a:pt x="0" y="5952"/>
                </a:lnTo>
                <a:lnTo>
                  <a:pt x="1337" y="4390"/>
                </a:lnTo>
                <a:lnTo>
                  <a:pt x="2711" y="3067"/>
                </a:lnTo>
                <a:lnTo>
                  <a:pt x="4115" y="1978"/>
                </a:lnTo>
                <a:lnTo>
                  <a:pt x="5543" y="1123"/>
                </a:lnTo>
                <a:lnTo>
                  <a:pt x="6992" y="511"/>
                </a:lnTo>
                <a:lnTo>
                  <a:pt x="8456" y="134"/>
                </a:lnTo>
                <a:lnTo>
                  <a:pt x="9932" y="0"/>
                </a:lnTo>
                <a:lnTo>
                  <a:pt x="11409" y="110"/>
                </a:lnTo>
                <a:lnTo>
                  <a:pt x="12887" y="463"/>
                </a:lnTo>
                <a:lnTo>
                  <a:pt x="14360" y="1056"/>
                </a:lnTo>
                <a:lnTo>
                  <a:pt x="15820" y="1896"/>
                </a:lnTo>
                <a:lnTo>
                  <a:pt x="17263" y="2985"/>
                </a:lnTo>
                <a:close/>
              </a:path>
            </a:pathLst>
          </a:custGeom>
          <a:solidFill>
            <a:srgbClr val="EF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0" name="contour_08358"/>
          <p:cNvSpPr/>
          <p:nvPr/>
        </p:nvSpPr>
        <p:spPr>
          <a:xfrm>
            <a:off x="1074327" y="5247354"/>
            <a:ext cx="458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76" y="0"/>
                </a:moveTo>
                <a:lnTo>
                  <a:pt x="5816" y="472"/>
                </a:lnTo>
                <a:lnTo>
                  <a:pt x="8088" y="1055"/>
                </a:lnTo>
                <a:lnTo>
                  <a:pt x="10297" y="1753"/>
                </a:lnTo>
                <a:lnTo>
                  <a:pt x="12449" y="2578"/>
                </a:lnTo>
                <a:lnTo>
                  <a:pt x="14552" y="3528"/>
                </a:lnTo>
                <a:lnTo>
                  <a:pt x="16611" y="4612"/>
                </a:lnTo>
                <a:lnTo>
                  <a:pt x="18635" y="5832"/>
                </a:lnTo>
                <a:lnTo>
                  <a:pt x="20632" y="7200"/>
                </a:lnTo>
                <a:lnTo>
                  <a:pt x="21271" y="9752"/>
                </a:lnTo>
                <a:lnTo>
                  <a:pt x="21573" y="12067"/>
                </a:lnTo>
                <a:lnTo>
                  <a:pt x="21600" y="14270"/>
                </a:lnTo>
                <a:lnTo>
                  <a:pt x="21408" y="16506"/>
                </a:lnTo>
                <a:lnTo>
                  <a:pt x="21068" y="18904"/>
                </a:lnTo>
                <a:lnTo>
                  <a:pt x="20632" y="21600"/>
                </a:lnTo>
                <a:lnTo>
                  <a:pt x="18395" y="21409"/>
                </a:lnTo>
                <a:lnTo>
                  <a:pt x="16199" y="21179"/>
                </a:lnTo>
                <a:lnTo>
                  <a:pt x="14037" y="20891"/>
                </a:lnTo>
                <a:lnTo>
                  <a:pt x="11900" y="20527"/>
                </a:lnTo>
                <a:lnTo>
                  <a:pt x="9783" y="20077"/>
                </a:lnTo>
                <a:lnTo>
                  <a:pt x="7679" y="19516"/>
                </a:lnTo>
                <a:lnTo>
                  <a:pt x="5579" y="18828"/>
                </a:lnTo>
                <a:lnTo>
                  <a:pt x="3476" y="18000"/>
                </a:lnTo>
                <a:lnTo>
                  <a:pt x="2227" y="15714"/>
                </a:lnTo>
                <a:lnTo>
                  <a:pt x="1273" y="13432"/>
                </a:lnTo>
                <a:lnTo>
                  <a:pt x="597" y="11117"/>
                </a:lnTo>
                <a:lnTo>
                  <a:pt x="178" y="8730"/>
                </a:lnTo>
                <a:lnTo>
                  <a:pt x="0" y="6239"/>
                </a:lnTo>
                <a:lnTo>
                  <a:pt x="45" y="3600"/>
                </a:lnTo>
                <a:lnTo>
                  <a:pt x="1747" y="1814"/>
                </a:lnTo>
                <a:lnTo>
                  <a:pt x="3476" y="0"/>
                </a:lnTo>
                <a:close/>
              </a:path>
            </a:pathLst>
          </a:custGeom>
          <a:solidFill>
            <a:srgbClr val="1D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1" name="contour_08359"/>
          <p:cNvSpPr/>
          <p:nvPr/>
        </p:nvSpPr>
        <p:spPr>
          <a:xfrm>
            <a:off x="6307199" y="5239235"/>
            <a:ext cx="116608" cy="286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6"/>
                </a:moveTo>
                <a:lnTo>
                  <a:pt x="20918" y="3951"/>
                </a:lnTo>
                <a:lnTo>
                  <a:pt x="20205" y="6750"/>
                </a:lnTo>
                <a:lnTo>
                  <a:pt x="19462" y="9077"/>
                </a:lnTo>
                <a:lnTo>
                  <a:pt x="18687" y="10998"/>
                </a:lnTo>
                <a:lnTo>
                  <a:pt x="17879" y="12573"/>
                </a:lnTo>
                <a:lnTo>
                  <a:pt x="17038" y="13862"/>
                </a:lnTo>
                <a:lnTo>
                  <a:pt x="16164" y="14927"/>
                </a:lnTo>
                <a:lnTo>
                  <a:pt x="15255" y="15821"/>
                </a:lnTo>
                <a:lnTo>
                  <a:pt x="14311" y="16612"/>
                </a:lnTo>
                <a:lnTo>
                  <a:pt x="13334" y="17358"/>
                </a:lnTo>
                <a:lnTo>
                  <a:pt x="12319" y="18121"/>
                </a:lnTo>
                <a:lnTo>
                  <a:pt x="11877" y="18510"/>
                </a:lnTo>
                <a:lnTo>
                  <a:pt x="10542" y="19696"/>
                </a:lnTo>
                <a:lnTo>
                  <a:pt x="9490" y="20464"/>
                </a:lnTo>
                <a:lnTo>
                  <a:pt x="8489" y="21040"/>
                </a:lnTo>
                <a:lnTo>
                  <a:pt x="7526" y="21419"/>
                </a:lnTo>
                <a:lnTo>
                  <a:pt x="6593" y="21600"/>
                </a:lnTo>
                <a:lnTo>
                  <a:pt x="5679" y="21584"/>
                </a:lnTo>
                <a:lnTo>
                  <a:pt x="4772" y="21359"/>
                </a:lnTo>
                <a:lnTo>
                  <a:pt x="3864" y="20930"/>
                </a:lnTo>
                <a:lnTo>
                  <a:pt x="2943" y="20294"/>
                </a:lnTo>
                <a:lnTo>
                  <a:pt x="1999" y="19443"/>
                </a:lnTo>
                <a:lnTo>
                  <a:pt x="1022" y="18373"/>
                </a:lnTo>
                <a:lnTo>
                  <a:pt x="0" y="17089"/>
                </a:lnTo>
                <a:lnTo>
                  <a:pt x="954" y="15053"/>
                </a:lnTo>
                <a:lnTo>
                  <a:pt x="1894" y="13171"/>
                </a:lnTo>
                <a:lnTo>
                  <a:pt x="2822" y="11437"/>
                </a:lnTo>
                <a:lnTo>
                  <a:pt x="3738" y="9851"/>
                </a:lnTo>
                <a:lnTo>
                  <a:pt x="4645" y="8396"/>
                </a:lnTo>
                <a:lnTo>
                  <a:pt x="5547" y="7079"/>
                </a:lnTo>
                <a:lnTo>
                  <a:pt x="6442" y="5888"/>
                </a:lnTo>
                <a:lnTo>
                  <a:pt x="7336" y="4824"/>
                </a:lnTo>
                <a:lnTo>
                  <a:pt x="8227" y="3880"/>
                </a:lnTo>
                <a:lnTo>
                  <a:pt x="9118" y="3051"/>
                </a:lnTo>
                <a:lnTo>
                  <a:pt x="10013" y="2332"/>
                </a:lnTo>
                <a:lnTo>
                  <a:pt x="10911" y="1718"/>
                </a:lnTo>
                <a:lnTo>
                  <a:pt x="11815" y="1207"/>
                </a:lnTo>
                <a:lnTo>
                  <a:pt x="12728" y="790"/>
                </a:lnTo>
                <a:lnTo>
                  <a:pt x="13650" y="466"/>
                </a:lnTo>
                <a:lnTo>
                  <a:pt x="14584" y="230"/>
                </a:lnTo>
                <a:lnTo>
                  <a:pt x="15530" y="77"/>
                </a:lnTo>
                <a:lnTo>
                  <a:pt x="16493" y="0"/>
                </a:lnTo>
                <a:lnTo>
                  <a:pt x="17473" y="0"/>
                </a:lnTo>
                <a:lnTo>
                  <a:pt x="18472" y="66"/>
                </a:lnTo>
                <a:lnTo>
                  <a:pt x="19491" y="192"/>
                </a:lnTo>
                <a:lnTo>
                  <a:pt x="20534" y="384"/>
                </a:lnTo>
                <a:lnTo>
                  <a:pt x="21600" y="626"/>
                </a:lnTo>
                <a:close/>
              </a:path>
            </a:pathLst>
          </a:custGeom>
          <a:solidFill>
            <a:srgbClr val="EB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2" name="contour_08360"/>
          <p:cNvSpPr/>
          <p:nvPr/>
        </p:nvSpPr>
        <p:spPr>
          <a:xfrm>
            <a:off x="1518989" y="5225279"/>
            <a:ext cx="58304" cy="512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89"/>
                </a:moveTo>
                <a:lnTo>
                  <a:pt x="13500" y="2120"/>
                </a:lnTo>
                <a:lnTo>
                  <a:pt x="13500" y="4164"/>
                </a:lnTo>
                <a:lnTo>
                  <a:pt x="13500" y="6235"/>
                </a:lnTo>
                <a:lnTo>
                  <a:pt x="15285" y="6235"/>
                </a:lnTo>
                <a:lnTo>
                  <a:pt x="17080" y="6235"/>
                </a:lnTo>
                <a:lnTo>
                  <a:pt x="18900" y="6235"/>
                </a:lnTo>
                <a:lnTo>
                  <a:pt x="19464" y="8113"/>
                </a:lnTo>
                <a:lnTo>
                  <a:pt x="19926" y="9999"/>
                </a:lnTo>
                <a:lnTo>
                  <a:pt x="20301" y="11892"/>
                </a:lnTo>
                <a:lnTo>
                  <a:pt x="20612" y="13801"/>
                </a:lnTo>
                <a:lnTo>
                  <a:pt x="20876" y="15724"/>
                </a:lnTo>
                <a:lnTo>
                  <a:pt x="21117" y="17664"/>
                </a:lnTo>
                <a:lnTo>
                  <a:pt x="21352" y="1962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9" y="21600"/>
                </a:lnTo>
                <a:lnTo>
                  <a:pt x="14458" y="21600"/>
                </a:lnTo>
                <a:lnTo>
                  <a:pt x="12663" y="21600"/>
                </a:lnTo>
                <a:lnTo>
                  <a:pt x="10859" y="21600"/>
                </a:lnTo>
                <a:lnTo>
                  <a:pt x="9050" y="21600"/>
                </a:lnTo>
                <a:lnTo>
                  <a:pt x="7231" y="21600"/>
                </a:lnTo>
                <a:lnTo>
                  <a:pt x="5400" y="21600"/>
                </a:lnTo>
                <a:lnTo>
                  <a:pt x="5400" y="19775"/>
                </a:lnTo>
                <a:lnTo>
                  <a:pt x="5400" y="17943"/>
                </a:lnTo>
                <a:lnTo>
                  <a:pt x="5400" y="16106"/>
                </a:lnTo>
                <a:lnTo>
                  <a:pt x="5400" y="14252"/>
                </a:lnTo>
                <a:lnTo>
                  <a:pt x="5400" y="12381"/>
                </a:lnTo>
                <a:lnTo>
                  <a:pt x="7185" y="12381"/>
                </a:lnTo>
                <a:lnTo>
                  <a:pt x="8980" y="12381"/>
                </a:lnTo>
                <a:lnTo>
                  <a:pt x="10800" y="12381"/>
                </a:lnTo>
                <a:lnTo>
                  <a:pt x="10800" y="10350"/>
                </a:lnTo>
                <a:lnTo>
                  <a:pt x="10800" y="8306"/>
                </a:lnTo>
                <a:lnTo>
                  <a:pt x="10800" y="6235"/>
                </a:lnTo>
                <a:lnTo>
                  <a:pt x="9026" y="5316"/>
                </a:lnTo>
                <a:lnTo>
                  <a:pt x="7625" y="4818"/>
                </a:lnTo>
                <a:lnTo>
                  <a:pt x="5400" y="4314"/>
                </a:lnTo>
                <a:lnTo>
                  <a:pt x="3893" y="3967"/>
                </a:lnTo>
                <a:lnTo>
                  <a:pt x="2362" y="3617"/>
                </a:lnTo>
                <a:lnTo>
                  <a:pt x="1191" y="3390"/>
                </a:lnTo>
                <a:lnTo>
                  <a:pt x="0" y="3162"/>
                </a:lnTo>
                <a:lnTo>
                  <a:pt x="1679" y="2096"/>
                </a:lnTo>
                <a:lnTo>
                  <a:pt x="3297" y="1285"/>
                </a:lnTo>
                <a:lnTo>
                  <a:pt x="4884" y="704"/>
                </a:lnTo>
                <a:lnTo>
                  <a:pt x="6475" y="317"/>
                </a:lnTo>
                <a:lnTo>
                  <a:pt x="8097" y="92"/>
                </a:lnTo>
                <a:lnTo>
                  <a:pt x="9788" y="0"/>
                </a:lnTo>
                <a:lnTo>
                  <a:pt x="11578" y="9"/>
                </a:lnTo>
                <a:lnTo>
                  <a:pt x="13500" y="89"/>
                </a:lnTo>
                <a:close/>
              </a:path>
            </a:pathLst>
          </a:custGeom>
          <a:solidFill>
            <a:srgbClr val="2E243C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3" name="contour_08361"/>
          <p:cNvSpPr/>
          <p:nvPr/>
        </p:nvSpPr>
        <p:spPr>
          <a:xfrm>
            <a:off x="8397563" y="5202846"/>
            <a:ext cx="45018" cy="517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5"/>
                </a:moveTo>
                <a:lnTo>
                  <a:pt x="21023" y="2437"/>
                </a:lnTo>
                <a:lnTo>
                  <a:pt x="20425" y="4522"/>
                </a:lnTo>
                <a:lnTo>
                  <a:pt x="19789" y="6586"/>
                </a:lnTo>
                <a:lnTo>
                  <a:pt x="19107" y="8625"/>
                </a:lnTo>
                <a:lnTo>
                  <a:pt x="18365" y="10647"/>
                </a:lnTo>
                <a:lnTo>
                  <a:pt x="17558" y="12649"/>
                </a:lnTo>
                <a:lnTo>
                  <a:pt x="16669" y="14634"/>
                </a:lnTo>
                <a:lnTo>
                  <a:pt x="15690" y="16603"/>
                </a:lnTo>
                <a:lnTo>
                  <a:pt x="14606" y="18561"/>
                </a:lnTo>
                <a:lnTo>
                  <a:pt x="12253" y="19673"/>
                </a:lnTo>
                <a:lnTo>
                  <a:pt x="10088" y="20439"/>
                </a:lnTo>
                <a:lnTo>
                  <a:pt x="7976" y="20937"/>
                </a:lnTo>
                <a:lnTo>
                  <a:pt x="5784" y="21244"/>
                </a:lnTo>
                <a:lnTo>
                  <a:pt x="3374" y="21439"/>
                </a:lnTo>
                <a:lnTo>
                  <a:pt x="619" y="21600"/>
                </a:lnTo>
                <a:lnTo>
                  <a:pt x="304" y="17555"/>
                </a:lnTo>
                <a:lnTo>
                  <a:pt x="91" y="14357"/>
                </a:lnTo>
                <a:lnTo>
                  <a:pt x="0" y="11847"/>
                </a:lnTo>
                <a:lnTo>
                  <a:pt x="52" y="9868"/>
                </a:lnTo>
                <a:lnTo>
                  <a:pt x="273" y="8264"/>
                </a:lnTo>
                <a:lnTo>
                  <a:pt x="682" y="6872"/>
                </a:lnTo>
                <a:lnTo>
                  <a:pt x="1297" y="5541"/>
                </a:lnTo>
                <a:lnTo>
                  <a:pt x="2144" y="4109"/>
                </a:lnTo>
                <a:lnTo>
                  <a:pt x="3242" y="2416"/>
                </a:lnTo>
                <a:lnTo>
                  <a:pt x="5563" y="1435"/>
                </a:lnTo>
                <a:lnTo>
                  <a:pt x="7784" y="745"/>
                </a:lnTo>
                <a:lnTo>
                  <a:pt x="9949" y="304"/>
                </a:lnTo>
                <a:lnTo>
                  <a:pt x="12106" y="70"/>
                </a:lnTo>
                <a:lnTo>
                  <a:pt x="14302" y="0"/>
                </a:lnTo>
                <a:lnTo>
                  <a:pt x="16582" y="46"/>
                </a:lnTo>
                <a:lnTo>
                  <a:pt x="19002" y="170"/>
                </a:lnTo>
                <a:lnTo>
                  <a:pt x="21600" y="325"/>
                </a:lnTo>
                <a:close/>
              </a:path>
            </a:pathLst>
          </a:custGeom>
          <a:solidFill>
            <a:srgbClr val="DBDDDD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4" name="contour_08362"/>
          <p:cNvSpPr/>
          <p:nvPr/>
        </p:nvSpPr>
        <p:spPr>
          <a:xfrm>
            <a:off x="7487854" y="5223537"/>
            <a:ext cx="109320" cy="291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49"/>
                </a:moveTo>
                <a:lnTo>
                  <a:pt x="945" y="1281"/>
                </a:lnTo>
                <a:lnTo>
                  <a:pt x="1889" y="1125"/>
                </a:lnTo>
                <a:lnTo>
                  <a:pt x="2834" y="984"/>
                </a:lnTo>
                <a:lnTo>
                  <a:pt x="3780" y="860"/>
                </a:lnTo>
                <a:lnTo>
                  <a:pt x="4725" y="741"/>
                </a:lnTo>
                <a:lnTo>
                  <a:pt x="5669" y="633"/>
                </a:lnTo>
                <a:lnTo>
                  <a:pt x="6614" y="530"/>
                </a:lnTo>
                <a:lnTo>
                  <a:pt x="7560" y="433"/>
                </a:lnTo>
                <a:lnTo>
                  <a:pt x="7875" y="373"/>
                </a:lnTo>
                <a:lnTo>
                  <a:pt x="8431" y="265"/>
                </a:lnTo>
                <a:lnTo>
                  <a:pt x="9703" y="22"/>
                </a:lnTo>
                <a:lnTo>
                  <a:pt x="10843" y="0"/>
                </a:lnTo>
                <a:lnTo>
                  <a:pt x="11906" y="135"/>
                </a:lnTo>
                <a:lnTo>
                  <a:pt x="12901" y="433"/>
                </a:lnTo>
                <a:lnTo>
                  <a:pt x="13840" y="925"/>
                </a:lnTo>
                <a:lnTo>
                  <a:pt x="14733" y="1627"/>
                </a:lnTo>
                <a:lnTo>
                  <a:pt x="15591" y="2563"/>
                </a:lnTo>
                <a:lnTo>
                  <a:pt x="16426" y="3747"/>
                </a:lnTo>
                <a:lnTo>
                  <a:pt x="17248" y="5201"/>
                </a:lnTo>
                <a:lnTo>
                  <a:pt x="18069" y="6953"/>
                </a:lnTo>
                <a:lnTo>
                  <a:pt x="18899" y="9013"/>
                </a:lnTo>
                <a:lnTo>
                  <a:pt x="19750" y="11408"/>
                </a:lnTo>
                <a:lnTo>
                  <a:pt x="20631" y="14155"/>
                </a:lnTo>
                <a:lnTo>
                  <a:pt x="21112" y="15901"/>
                </a:lnTo>
                <a:lnTo>
                  <a:pt x="21600" y="17669"/>
                </a:lnTo>
                <a:lnTo>
                  <a:pt x="20511" y="18799"/>
                </a:lnTo>
                <a:lnTo>
                  <a:pt x="19462" y="19735"/>
                </a:lnTo>
                <a:lnTo>
                  <a:pt x="18446" y="20475"/>
                </a:lnTo>
                <a:lnTo>
                  <a:pt x="17459" y="21032"/>
                </a:lnTo>
                <a:lnTo>
                  <a:pt x="16491" y="21405"/>
                </a:lnTo>
                <a:lnTo>
                  <a:pt x="15540" y="21595"/>
                </a:lnTo>
                <a:lnTo>
                  <a:pt x="14600" y="21600"/>
                </a:lnTo>
                <a:lnTo>
                  <a:pt x="13664" y="21438"/>
                </a:lnTo>
                <a:lnTo>
                  <a:pt x="12727" y="21103"/>
                </a:lnTo>
                <a:lnTo>
                  <a:pt x="11782" y="20594"/>
                </a:lnTo>
                <a:lnTo>
                  <a:pt x="10826" y="19924"/>
                </a:lnTo>
                <a:lnTo>
                  <a:pt x="9850" y="19091"/>
                </a:lnTo>
                <a:lnTo>
                  <a:pt x="8849" y="18096"/>
                </a:lnTo>
                <a:lnTo>
                  <a:pt x="7818" y="16945"/>
                </a:lnTo>
                <a:lnTo>
                  <a:pt x="6751" y="15642"/>
                </a:lnTo>
                <a:lnTo>
                  <a:pt x="6096" y="14890"/>
                </a:lnTo>
                <a:lnTo>
                  <a:pt x="5436" y="14133"/>
                </a:lnTo>
                <a:lnTo>
                  <a:pt x="4768" y="13360"/>
                </a:lnTo>
                <a:lnTo>
                  <a:pt x="3064" y="11316"/>
                </a:lnTo>
                <a:lnTo>
                  <a:pt x="1964" y="9954"/>
                </a:lnTo>
                <a:lnTo>
                  <a:pt x="1240" y="8964"/>
                </a:lnTo>
                <a:lnTo>
                  <a:pt x="661" y="8034"/>
                </a:lnTo>
                <a:lnTo>
                  <a:pt x="0" y="6856"/>
                </a:lnTo>
                <a:lnTo>
                  <a:pt x="0" y="4174"/>
                </a:lnTo>
                <a:lnTo>
                  <a:pt x="0" y="1449"/>
                </a:lnTo>
                <a:close/>
              </a:path>
            </a:pathLst>
          </a:custGeom>
          <a:solidFill>
            <a:srgbClr val="EC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5" name="contour_08363"/>
          <p:cNvSpPr/>
          <p:nvPr/>
        </p:nvSpPr>
        <p:spPr>
          <a:xfrm>
            <a:off x="4354018" y="5203626"/>
            <a:ext cx="43728" cy="45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566"/>
                </a:lnTo>
                <a:lnTo>
                  <a:pt x="11956" y="1133"/>
                </a:lnTo>
                <a:lnTo>
                  <a:pt x="14346" y="1702"/>
                </a:lnTo>
                <a:lnTo>
                  <a:pt x="16747" y="2276"/>
                </a:lnTo>
                <a:lnTo>
                  <a:pt x="19163" y="2852"/>
                </a:lnTo>
                <a:lnTo>
                  <a:pt x="21600" y="3432"/>
                </a:lnTo>
                <a:lnTo>
                  <a:pt x="21492" y="5708"/>
                </a:lnTo>
                <a:lnTo>
                  <a:pt x="21341" y="7925"/>
                </a:lnTo>
                <a:lnTo>
                  <a:pt x="21114" y="10098"/>
                </a:lnTo>
                <a:lnTo>
                  <a:pt x="20794" y="12236"/>
                </a:lnTo>
                <a:lnTo>
                  <a:pt x="20347" y="14344"/>
                </a:lnTo>
                <a:lnTo>
                  <a:pt x="19750" y="16434"/>
                </a:lnTo>
                <a:lnTo>
                  <a:pt x="18979" y="18514"/>
                </a:lnTo>
                <a:lnTo>
                  <a:pt x="18000" y="20594"/>
                </a:lnTo>
                <a:lnTo>
                  <a:pt x="15390" y="21168"/>
                </a:lnTo>
                <a:lnTo>
                  <a:pt x="12830" y="21490"/>
                </a:lnTo>
                <a:lnTo>
                  <a:pt x="10300" y="21600"/>
                </a:lnTo>
                <a:lnTo>
                  <a:pt x="7772" y="21531"/>
                </a:lnTo>
                <a:lnTo>
                  <a:pt x="5231" y="21319"/>
                </a:lnTo>
                <a:lnTo>
                  <a:pt x="2646" y="20992"/>
                </a:lnTo>
                <a:lnTo>
                  <a:pt x="0" y="20594"/>
                </a:lnTo>
                <a:lnTo>
                  <a:pt x="0" y="18329"/>
                </a:lnTo>
                <a:lnTo>
                  <a:pt x="0" y="16060"/>
                </a:lnTo>
                <a:lnTo>
                  <a:pt x="0" y="13781"/>
                </a:lnTo>
                <a:lnTo>
                  <a:pt x="0" y="11492"/>
                </a:lnTo>
                <a:lnTo>
                  <a:pt x="0" y="9188"/>
                </a:lnTo>
                <a:lnTo>
                  <a:pt x="0" y="6865"/>
                </a:lnTo>
                <a:lnTo>
                  <a:pt x="2380" y="6865"/>
                </a:lnTo>
                <a:lnTo>
                  <a:pt x="4774" y="6865"/>
                </a:lnTo>
                <a:lnTo>
                  <a:pt x="7200" y="6865"/>
                </a:lnTo>
                <a:lnTo>
                  <a:pt x="7200" y="4596"/>
                </a:lnTo>
                <a:lnTo>
                  <a:pt x="7200" y="2313"/>
                </a:lnTo>
                <a:lnTo>
                  <a:pt x="7200" y="0"/>
                </a:lnTo>
                <a:close/>
              </a:path>
            </a:pathLst>
          </a:custGeom>
          <a:solidFill>
            <a:srgbClr val="F5DB87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6" name="contour_08364"/>
          <p:cNvSpPr/>
          <p:nvPr/>
        </p:nvSpPr>
        <p:spPr>
          <a:xfrm>
            <a:off x="7370284" y="5152610"/>
            <a:ext cx="8841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5" y="0"/>
                </a:moveTo>
                <a:lnTo>
                  <a:pt x="945" y="1031"/>
                </a:lnTo>
                <a:lnTo>
                  <a:pt x="1668" y="2079"/>
                </a:lnTo>
                <a:lnTo>
                  <a:pt x="2297" y="2975"/>
                </a:lnTo>
                <a:lnTo>
                  <a:pt x="2931" y="3874"/>
                </a:lnTo>
                <a:lnTo>
                  <a:pt x="3573" y="4787"/>
                </a:lnTo>
                <a:lnTo>
                  <a:pt x="4193" y="5677"/>
                </a:lnTo>
                <a:lnTo>
                  <a:pt x="4818" y="6570"/>
                </a:lnTo>
                <a:lnTo>
                  <a:pt x="5452" y="7479"/>
                </a:lnTo>
                <a:lnTo>
                  <a:pt x="6584" y="8848"/>
                </a:lnTo>
                <a:lnTo>
                  <a:pt x="7371" y="9657"/>
                </a:lnTo>
                <a:lnTo>
                  <a:pt x="8177" y="10225"/>
                </a:lnTo>
                <a:lnTo>
                  <a:pt x="9374" y="10869"/>
                </a:lnTo>
                <a:lnTo>
                  <a:pt x="10139" y="11322"/>
                </a:lnTo>
                <a:lnTo>
                  <a:pt x="10918" y="11782"/>
                </a:lnTo>
                <a:lnTo>
                  <a:pt x="10918" y="13080"/>
                </a:lnTo>
                <a:lnTo>
                  <a:pt x="10918" y="14386"/>
                </a:lnTo>
                <a:lnTo>
                  <a:pt x="10918" y="15709"/>
                </a:lnTo>
                <a:lnTo>
                  <a:pt x="12020" y="15466"/>
                </a:lnTo>
                <a:lnTo>
                  <a:pt x="13122" y="15222"/>
                </a:lnTo>
                <a:lnTo>
                  <a:pt x="14227" y="14979"/>
                </a:lnTo>
                <a:lnTo>
                  <a:pt x="15335" y="14735"/>
                </a:lnTo>
                <a:lnTo>
                  <a:pt x="16447" y="14490"/>
                </a:lnTo>
                <a:lnTo>
                  <a:pt x="17566" y="14242"/>
                </a:lnTo>
                <a:lnTo>
                  <a:pt x="18689" y="13995"/>
                </a:lnTo>
                <a:lnTo>
                  <a:pt x="19820" y="13745"/>
                </a:lnTo>
                <a:lnTo>
                  <a:pt x="20113" y="15041"/>
                </a:lnTo>
                <a:lnTo>
                  <a:pt x="20407" y="16339"/>
                </a:lnTo>
                <a:lnTo>
                  <a:pt x="20703" y="17643"/>
                </a:lnTo>
                <a:lnTo>
                  <a:pt x="21000" y="18953"/>
                </a:lnTo>
                <a:lnTo>
                  <a:pt x="21299" y="20271"/>
                </a:lnTo>
                <a:lnTo>
                  <a:pt x="21600" y="21600"/>
                </a:lnTo>
                <a:lnTo>
                  <a:pt x="18995" y="20805"/>
                </a:lnTo>
                <a:lnTo>
                  <a:pt x="16661" y="20086"/>
                </a:lnTo>
                <a:lnTo>
                  <a:pt x="14580" y="19436"/>
                </a:lnTo>
                <a:lnTo>
                  <a:pt x="12734" y="18845"/>
                </a:lnTo>
                <a:lnTo>
                  <a:pt x="11104" y="18299"/>
                </a:lnTo>
                <a:lnTo>
                  <a:pt x="9673" y="17793"/>
                </a:lnTo>
                <a:lnTo>
                  <a:pt x="8421" y="17311"/>
                </a:lnTo>
                <a:lnTo>
                  <a:pt x="7332" y="16846"/>
                </a:lnTo>
                <a:lnTo>
                  <a:pt x="6388" y="16389"/>
                </a:lnTo>
                <a:lnTo>
                  <a:pt x="5567" y="15927"/>
                </a:lnTo>
                <a:lnTo>
                  <a:pt x="4857" y="15452"/>
                </a:lnTo>
                <a:lnTo>
                  <a:pt x="4234" y="14951"/>
                </a:lnTo>
                <a:lnTo>
                  <a:pt x="3684" y="14417"/>
                </a:lnTo>
                <a:lnTo>
                  <a:pt x="3185" y="13840"/>
                </a:lnTo>
                <a:lnTo>
                  <a:pt x="2724" y="13205"/>
                </a:lnTo>
                <a:lnTo>
                  <a:pt x="2277" y="12506"/>
                </a:lnTo>
                <a:lnTo>
                  <a:pt x="1830" y="11733"/>
                </a:lnTo>
                <a:lnTo>
                  <a:pt x="1366" y="10873"/>
                </a:lnTo>
                <a:lnTo>
                  <a:pt x="862" y="9918"/>
                </a:lnTo>
                <a:lnTo>
                  <a:pt x="516" y="8644"/>
                </a:lnTo>
                <a:lnTo>
                  <a:pt x="269" y="7413"/>
                </a:lnTo>
                <a:lnTo>
                  <a:pt x="107" y="6211"/>
                </a:lnTo>
                <a:lnTo>
                  <a:pt x="20" y="5019"/>
                </a:lnTo>
                <a:lnTo>
                  <a:pt x="0" y="3819"/>
                </a:lnTo>
                <a:lnTo>
                  <a:pt x="36" y="2594"/>
                </a:lnTo>
                <a:lnTo>
                  <a:pt x="118" y="1327"/>
                </a:lnTo>
                <a:lnTo>
                  <a:pt x="235" y="0"/>
                </a:lnTo>
                <a:close/>
              </a:path>
            </a:pathLst>
          </a:custGeom>
          <a:solidFill>
            <a:srgbClr val="DAE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7" name="contour_08365"/>
          <p:cNvSpPr/>
          <p:nvPr/>
        </p:nvSpPr>
        <p:spPr>
          <a:xfrm>
            <a:off x="1752205" y="5174474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535"/>
                </a:lnTo>
                <a:lnTo>
                  <a:pt x="16713" y="1072"/>
                </a:lnTo>
                <a:lnTo>
                  <a:pt x="18328" y="1609"/>
                </a:lnTo>
                <a:lnTo>
                  <a:pt x="19956" y="2152"/>
                </a:lnTo>
                <a:lnTo>
                  <a:pt x="21600" y="2700"/>
                </a:lnTo>
                <a:lnTo>
                  <a:pt x="21311" y="4304"/>
                </a:lnTo>
                <a:lnTo>
                  <a:pt x="21017" y="5908"/>
                </a:lnTo>
                <a:lnTo>
                  <a:pt x="20717" y="7511"/>
                </a:lnTo>
                <a:lnTo>
                  <a:pt x="20417" y="9112"/>
                </a:lnTo>
                <a:lnTo>
                  <a:pt x="20088" y="10903"/>
                </a:lnTo>
                <a:lnTo>
                  <a:pt x="19753" y="12720"/>
                </a:lnTo>
                <a:lnTo>
                  <a:pt x="19229" y="14629"/>
                </a:lnTo>
                <a:lnTo>
                  <a:pt x="18627" y="16421"/>
                </a:lnTo>
                <a:lnTo>
                  <a:pt x="17928" y="18147"/>
                </a:lnTo>
                <a:lnTo>
                  <a:pt x="17123" y="19856"/>
                </a:lnTo>
                <a:lnTo>
                  <a:pt x="16200" y="21600"/>
                </a:lnTo>
                <a:lnTo>
                  <a:pt x="14191" y="21092"/>
                </a:lnTo>
                <a:lnTo>
                  <a:pt x="12766" y="20698"/>
                </a:lnTo>
                <a:lnTo>
                  <a:pt x="11534" y="20288"/>
                </a:lnTo>
                <a:lnTo>
                  <a:pt x="10109" y="19732"/>
                </a:lnTo>
                <a:lnTo>
                  <a:pt x="8100" y="18900"/>
                </a:lnTo>
                <a:lnTo>
                  <a:pt x="8100" y="17115"/>
                </a:lnTo>
                <a:lnTo>
                  <a:pt x="8100" y="15320"/>
                </a:lnTo>
                <a:lnTo>
                  <a:pt x="8100" y="13500"/>
                </a:lnTo>
                <a:lnTo>
                  <a:pt x="6315" y="13500"/>
                </a:lnTo>
                <a:lnTo>
                  <a:pt x="4520" y="13500"/>
                </a:lnTo>
                <a:lnTo>
                  <a:pt x="2700" y="13500"/>
                </a:lnTo>
                <a:lnTo>
                  <a:pt x="1709" y="15104"/>
                </a:lnTo>
                <a:lnTo>
                  <a:pt x="1096" y="16200"/>
                </a:lnTo>
                <a:lnTo>
                  <a:pt x="613" y="17296"/>
                </a:lnTo>
                <a:lnTo>
                  <a:pt x="0" y="18900"/>
                </a:lnTo>
                <a:lnTo>
                  <a:pt x="0" y="17118"/>
                </a:lnTo>
                <a:lnTo>
                  <a:pt x="0" y="15333"/>
                </a:lnTo>
                <a:lnTo>
                  <a:pt x="0" y="13540"/>
                </a:lnTo>
                <a:lnTo>
                  <a:pt x="0" y="11740"/>
                </a:lnTo>
                <a:lnTo>
                  <a:pt x="0" y="9928"/>
                </a:lnTo>
                <a:lnTo>
                  <a:pt x="0" y="8100"/>
                </a:lnTo>
                <a:lnTo>
                  <a:pt x="756" y="8251"/>
                </a:lnTo>
                <a:lnTo>
                  <a:pt x="1463" y="8392"/>
                </a:lnTo>
                <a:lnTo>
                  <a:pt x="2279" y="8556"/>
                </a:lnTo>
                <a:lnTo>
                  <a:pt x="3359" y="8772"/>
                </a:lnTo>
                <a:lnTo>
                  <a:pt x="4863" y="9072"/>
                </a:lnTo>
                <a:lnTo>
                  <a:pt x="6947" y="9490"/>
                </a:lnTo>
                <a:lnTo>
                  <a:pt x="9774" y="10055"/>
                </a:lnTo>
                <a:lnTo>
                  <a:pt x="13500" y="10800"/>
                </a:lnTo>
                <a:lnTo>
                  <a:pt x="13500" y="9018"/>
                </a:lnTo>
                <a:lnTo>
                  <a:pt x="13500" y="7233"/>
                </a:lnTo>
                <a:lnTo>
                  <a:pt x="13500" y="5440"/>
                </a:lnTo>
                <a:lnTo>
                  <a:pt x="13500" y="3640"/>
                </a:lnTo>
                <a:lnTo>
                  <a:pt x="13500" y="1828"/>
                </a:lnTo>
                <a:lnTo>
                  <a:pt x="13500" y="0"/>
                </a:lnTo>
                <a:close/>
              </a:path>
            </a:pathLst>
          </a:custGeom>
          <a:solidFill>
            <a:srgbClr val="7D6B78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8" name="contour_08366"/>
          <p:cNvSpPr/>
          <p:nvPr/>
        </p:nvSpPr>
        <p:spPr>
          <a:xfrm>
            <a:off x="6504369" y="5186915"/>
            <a:ext cx="79774" cy="53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10" y="0"/>
                </a:moveTo>
                <a:lnTo>
                  <a:pt x="9326" y="53"/>
                </a:lnTo>
                <a:lnTo>
                  <a:pt x="10540" y="124"/>
                </a:lnTo>
                <a:lnTo>
                  <a:pt x="11753" y="210"/>
                </a:lnTo>
                <a:lnTo>
                  <a:pt x="12967" y="311"/>
                </a:lnTo>
                <a:lnTo>
                  <a:pt x="13592" y="341"/>
                </a:lnTo>
                <a:lnTo>
                  <a:pt x="15479" y="432"/>
                </a:lnTo>
                <a:lnTo>
                  <a:pt x="16704" y="503"/>
                </a:lnTo>
                <a:lnTo>
                  <a:pt x="17930" y="583"/>
                </a:lnTo>
                <a:lnTo>
                  <a:pt x="19153" y="672"/>
                </a:lnTo>
                <a:lnTo>
                  <a:pt x="20377" y="767"/>
                </a:lnTo>
                <a:lnTo>
                  <a:pt x="21600" y="868"/>
                </a:lnTo>
                <a:lnTo>
                  <a:pt x="20428" y="1685"/>
                </a:lnTo>
                <a:lnTo>
                  <a:pt x="19250" y="2509"/>
                </a:lnTo>
                <a:lnTo>
                  <a:pt x="18054" y="3344"/>
                </a:lnTo>
                <a:lnTo>
                  <a:pt x="16856" y="4280"/>
                </a:lnTo>
                <a:lnTo>
                  <a:pt x="15700" y="5254"/>
                </a:lnTo>
                <a:lnTo>
                  <a:pt x="14579" y="6267"/>
                </a:lnTo>
                <a:lnTo>
                  <a:pt x="13490" y="7321"/>
                </a:lnTo>
                <a:lnTo>
                  <a:pt x="12426" y="8417"/>
                </a:lnTo>
                <a:lnTo>
                  <a:pt x="11380" y="9558"/>
                </a:lnTo>
                <a:lnTo>
                  <a:pt x="10350" y="10742"/>
                </a:lnTo>
                <a:lnTo>
                  <a:pt x="9330" y="11971"/>
                </a:lnTo>
                <a:lnTo>
                  <a:pt x="8312" y="13245"/>
                </a:lnTo>
                <a:lnTo>
                  <a:pt x="7293" y="14566"/>
                </a:lnTo>
                <a:lnTo>
                  <a:pt x="6498" y="15588"/>
                </a:lnTo>
                <a:lnTo>
                  <a:pt x="5689" y="16624"/>
                </a:lnTo>
                <a:lnTo>
                  <a:pt x="4730" y="17862"/>
                </a:lnTo>
                <a:lnTo>
                  <a:pt x="3775" y="19106"/>
                </a:lnTo>
                <a:lnTo>
                  <a:pt x="2820" y="20353"/>
                </a:lnTo>
                <a:lnTo>
                  <a:pt x="1867" y="21600"/>
                </a:lnTo>
                <a:lnTo>
                  <a:pt x="1083" y="18161"/>
                </a:lnTo>
                <a:lnTo>
                  <a:pt x="515" y="15499"/>
                </a:lnTo>
                <a:lnTo>
                  <a:pt x="156" y="13420"/>
                </a:lnTo>
                <a:lnTo>
                  <a:pt x="0" y="11729"/>
                </a:lnTo>
                <a:lnTo>
                  <a:pt x="39" y="10233"/>
                </a:lnTo>
                <a:lnTo>
                  <a:pt x="264" y="8731"/>
                </a:lnTo>
                <a:lnTo>
                  <a:pt x="671" y="7031"/>
                </a:lnTo>
                <a:lnTo>
                  <a:pt x="1249" y="4940"/>
                </a:lnTo>
                <a:lnTo>
                  <a:pt x="2465" y="3071"/>
                </a:lnTo>
                <a:lnTo>
                  <a:pt x="3432" y="1771"/>
                </a:lnTo>
                <a:lnTo>
                  <a:pt x="4316" y="924"/>
                </a:lnTo>
                <a:lnTo>
                  <a:pt x="5281" y="424"/>
                </a:lnTo>
                <a:lnTo>
                  <a:pt x="6490" y="154"/>
                </a:lnTo>
                <a:lnTo>
                  <a:pt x="8110" y="0"/>
                </a:lnTo>
                <a:close/>
              </a:path>
            </a:pathLst>
          </a:custGeom>
          <a:solidFill>
            <a:srgbClr val="94B9E7"/>
          </a:solidFill>
          <a:ln>
            <a:noFill/>
          </a:ln>
        </p:spPr>
        <p:txBody>
          <a:bodyPr/>
          <a:lstStyle/>
          <a:p/>
        </p:txBody>
      </p:sp>
      <p:sp>
        <p:nvSpPr>
          <p:cNvPr id="8369" name="contour_08367"/>
          <p:cNvSpPr/>
          <p:nvPr/>
        </p:nvSpPr>
        <p:spPr>
          <a:xfrm>
            <a:off x="8009208" y="5145322"/>
            <a:ext cx="3253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18406" y="21204"/>
                </a:lnTo>
                <a:lnTo>
                  <a:pt x="15208" y="20808"/>
                </a:lnTo>
                <a:lnTo>
                  <a:pt x="11995" y="20410"/>
                </a:lnTo>
                <a:lnTo>
                  <a:pt x="8768" y="20009"/>
                </a:lnTo>
                <a:lnTo>
                  <a:pt x="5521" y="19606"/>
                </a:lnTo>
                <a:lnTo>
                  <a:pt x="2245" y="19200"/>
                </a:lnTo>
                <a:lnTo>
                  <a:pt x="1224" y="17604"/>
                </a:lnTo>
                <a:lnTo>
                  <a:pt x="527" y="16013"/>
                </a:lnTo>
                <a:lnTo>
                  <a:pt x="131" y="14429"/>
                </a:lnTo>
                <a:lnTo>
                  <a:pt x="0" y="12845"/>
                </a:lnTo>
                <a:lnTo>
                  <a:pt x="102" y="11258"/>
                </a:lnTo>
                <a:lnTo>
                  <a:pt x="406" y="9662"/>
                </a:lnTo>
                <a:lnTo>
                  <a:pt x="890" y="8059"/>
                </a:lnTo>
                <a:lnTo>
                  <a:pt x="1510" y="6439"/>
                </a:lnTo>
                <a:lnTo>
                  <a:pt x="2245" y="4800"/>
                </a:lnTo>
                <a:lnTo>
                  <a:pt x="4882" y="3564"/>
                </a:lnTo>
                <a:lnTo>
                  <a:pt x="7326" y="2501"/>
                </a:lnTo>
                <a:lnTo>
                  <a:pt x="9711" y="1618"/>
                </a:lnTo>
                <a:lnTo>
                  <a:pt x="12189" y="919"/>
                </a:lnTo>
                <a:lnTo>
                  <a:pt x="14903" y="413"/>
                </a:lnTo>
                <a:lnTo>
                  <a:pt x="17990" y="103"/>
                </a:lnTo>
                <a:lnTo>
                  <a:pt x="21600" y="0"/>
                </a:lnTo>
                <a:close/>
              </a:path>
            </a:pathLst>
          </a:custGeom>
          <a:solidFill>
            <a:srgbClr val="EF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0" name="contour_08368"/>
          <p:cNvSpPr/>
          <p:nvPr/>
        </p:nvSpPr>
        <p:spPr>
          <a:xfrm>
            <a:off x="8486309" y="5101594"/>
            <a:ext cx="51016" cy="82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379"/>
                </a:lnTo>
                <a:lnTo>
                  <a:pt x="16015" y="760"/>
                </a:lnTo>
                <a:lnTo>
                  <a:pt x="17860" y="1141"/>
                </a:lnTo>
                <a:lnTo>
                  <a:pt x="19721" y="1526"/>
                </a:lnTo>
                <a:lnTo>
                  <a:pt x="21600" y="1915"/>
                </a:lnTo>
                <a:lnTo>
                  <a:pt x="21372" y="3115"/>
                </a:lnTo>
                <a:lnTo>
                  <a:pt x="21131" y="4314"/>
                </a:lnTo>
                <a:lnTo>
                  <a:pt x="20878" y="5512"/>
                </a:lnTo>
                <a:lnTo>
                  <a:pt x="20613" y="6707"/>
                </a:lnTo>
                <a:lnTo>
                  <a:pt x="20341" y="7904"/>
                </a:lnTo>
                <a:lnTo>
                  <a:pt x="20057" y="9099"/>
                </a:lnTo>
                <a:lnTo>
                  <a:pt x="19770" y="10294"/>
                </a:lnTo>
                <a:lnTo>
                  <a:pt x="19477" y="11488"/>
                </a:lnTo>
                <a:lnTo>
                  <a:pt x="19313" y="12404"/>
                </a:lnTo>
                <a:lnTo>
                  <a:pt x="19147" y="13323"/>
                </a:lnTo>
                <a:lnTo>
                  <a:pt x="18977" y="14255"/>
                </a:lnTo>
                <a:lnTo>
                  <a:pt x="18635" y="15517"/>
                </a:lnTo>
                <a:lnTo>
                  <a:pt x="18264" y="16689"/>
                </a:lnTo>
                <a:lnTo>
                  <a:pt x="17814" y="17801"/>
                </a:lnTo>
                <a:lnTo>
                  <a:pt x="17228" y="18881"/>
                </a:lnTo>
                <a:lnTo>
                  <a:pt x="16450" y="19959"/>
                </a:lnTo>
                <a:lnTo>
                  <a:pt x="15429" y="21062"/>
                </a:lnTo>
                <a:lnTo>
                  <a:pt x="13182" y="21363"/>
                </a:lnTo>
                <a:lnTo>
                  <a:pt x="10985" y="21537"/>
                </a:lnTo>
                <a:lnTo>
                  <a:pt x="8819" y="21600"/>
                </a:lnTo>
                <a:lnTo>
                  <a:pt x="6656" y="21567"/>
                </a:lnTo>
                <a:lnTo>
                  <a:pt x="4480" y="21456"/>
                </a:lnTo>
                <a:lnTo>
                  <a:pt x="2268" y="21284"/>
                </a:lnTo>
                <a:lnTo>
                  <a:pt x="0" y="21062"/>
                </a:lnTo>
                <a:lnTo>
                  <a:pt x="1549" y="20886"/>
                </a:lnTo>
                <a:lnTo>
                  <a:pt x="3107" y="20710"/>
                </a:lnTo>
                <a:lnTo>
                  <a:pt x="4690" y="20532"/>
                </a:lnTo>
                <a:lnTo>
                  <a:pt x="6199" y="20074"/>
                </a:lnTo>
                <a:lnTo>
                  <a:pt x="7717" y="19614"/>
                </a:lnTo>
                <a:lnTo>
                  <a:pt x="9257" y="19147"/>
                </a:lnTo>
                <a:lnTo>
                  <a:pt x="9347" y="17817"/>
                </a:lnTo>
                <a:lnTo>
                  <a:pt x="9374" y="16815"/>
                </a:lnTo>
                <a:lnTo>
                  <a:pt x="9307" y="15955"/>
                </a:lnTo>
                <a:lnTo>
                  <a:pt x="9124" y="15048"/>
                </a:lnTo>
                <a:lnTo>
                  <a:pt x="8794" y="13901"/>
                </a:lnTo>
                <a:lnTo>
                  <a:pt x="8294" y="12327"/>
                </a:lnTo>
                <a:lnTo>
                  <a:pt x="7924" y="11098"/>
                </a:lnTo>
                <a:lnTo>
                  <a:pt x="7551" y="9861"/>
                </a:lnTo>
                <a:lnTo>
                  <a:pt x="7171" y="8609"/>
                </a:lnTo>
                <a:lnTo>
                  <a:pt x="6841" y="7663"/>
                </a:lnTo>
                <a:lnTo>
                  <a:pt x="6508" y="6709"/>
                </a:lnTo>
                <a:lnTo>
                  <a:pt x="6171" y="5744"/>
                </a:lnTo>
                <a:lnTo>
                  <a:pt x="8211" y="5744"/>
                </a:lnTo>
                <a:lnTo>
                  <a:pt x="10263" y="5744"/>
                </a:lnTo>
                <a:lnTo>
                  <a:pt x="12343" y="5744"/>
                </a:lnTo>
                <a:lnTo>
                  <a:pt x="12343" y="4607"/>
                </a:lnTo>
                <a:lnTo>
                  <a:pt x="12343" y="3466"/>
                </a:lnTo>
                <a:lnTo>
                  <a:pt x="12343" y="2321"/>
                </a:lnTo>
                <a:lnTo>
                  <a:pt x="12343" y="1166"/>
                </a:lnTo>
                <a:lnTo>
                  <a:pt x="12343" y="0"/>
                </a:lnTo>
                <a:close/>
              </a:path>
            </a:pathLst>
          </a:custGeom>
          <a:solidFill>
            <a:srgbClr val="434340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1" name="contour_08369"/>
          <p:cNvSpPr/>
          <p:nvPr/>
        </p:nvSpPr>
        <p:spPr>
          <a:xfrm>
            <a:off x="1758458" y="5087018"/>
            <a:ext cx="5205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9" y="0"/>
                </a:moveTo>
                <a:lnTo>
                  <a:pt x="2386" y="488"/>
                </a:lnTo>
                <a:lnTo>
                  <a:pt x="4331" y="981"/>
                </a:lnTo>
                <a:lnTo>
                  <a:pt x="6273" y="1487"/>
                </a:lnTo>
                <a:lnTo>
                  <a:pt x="8202" y="2006"/>
                </a:lnTo>
                <a:lnTo>
                  <a:pt x="10129" y="2540"/>
                </a:lnTo>
                <a:lnTo>
                  <a:pt x="12049" y="3092"/>
                </a:lnTo>
                <a:lnTo>
                  <a:pt x="13963" y="3660"/>
                </a:lnTo>
                <a:lnTo>
                  <a:pt x="15878" y="4252"/>
                </a:lnTo>
                <a:lnTo>
                  <a:pt x="17786" y="4866"/>
                </a:lnTo>
                <a:lnTo>
                  <a:pt x="19695" y="5505"/>
                </a:lnTo>
                <a:lnTo>
                  <a:pt x="21600" y="6171"/>
                </a:lnTo>
                <a:lnTo>
                  <a:pt x="21225" y="8081"/>
                </a:lnTo>
                <a:lnTo>
                  <a:pt x="20850" y="9992"/>
                </a:lnTo>
                <a:lnTo>
                  <a:pt x="20475" y="11908"/>
                </a:lnTo>
                <a:lnTo>
                  <a:pt x="20100" y="13827"/>
                </a:lnTo>
                <a:lnTo>
                  <a:pt x="19722" y="15756"/>
                </a:lnTo>
                <a:lnTo>
                  <a:pt x="19341" y="17693"/>
                </a:lnTo>
                <a:lnTo>
                  <a:pt x="18960" y="19641"/>
                </a:lnTo>
                <a:lnTo>
                  <a:pt x="18576" y="21600"/>
                </a:lnTo>
                <a:lnTo>
                  <a:pt x="16849" y="20717"/>
                </a:lnTo>
                <a:lnTo>
                  <a:pt x="15119" y="19835"/>
                </a:lnTo>
                <a:lnTo>
                  <a:pt x="13392" y="18956"/>
                </a:lnTo>
                <a:lnTo>
                  <a:pt x="11662" y="18073"/>
                </a:lnTo>
                <a:lnTo>
                  <a:pt x="9935" y="17194"/>
                </a:lnTo>
                <a:lnTo>
                  <a:pt x="8205" y="16311"/>
                </a:lnTo>
                <a:lnTo>
                  <a:pt x="6478" y="15429"/>
                </a:lnTo>
                <a:lnTo>
                  <a:pt x="4791" y="14759"/>
                </a:lnTo>
                <a:lnTo>
                  <a:pt x="3076" y="14077"/>
                </a:lnTo>
                <a:lnTo>
                  <a:pt x="1763" y="13216"/>
                </a:lnTo>
                <a:lnTo>
                  <a:pt x="429" y="12343"/>
                </a:lnTo>
                <a:lnTo>
                  <a:pt x="121" y="10263"/>
                </a:lnTo>
                <a:lnTo>
                  <a:pt x="0" y="8230"/>
                </a:lnTo>
                <a:lnTo>
                  <a:pt x="15" y="6215"/>
                </a:lnTo>
                <a:lnTo>
                  <a:pt x="121" y="4190"/>
                </a:lnTo>
                <a:lnTo>
                  <a:pt x="275" y="2129"/>
                </a:lnTo>
                <a:lnTo>
                  <a:pt x="429" y="0"/>
                </a:lnTo>
                <a:close/>
              </a:path>
            </a:pathLst>
          </a:custGeom>
          <a:solidFill>
            <a:srgbClr val="DED3DF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2" name="contour_08370"/>
          <p:cNvSpPr/>
          <p:nvPr/>
        </p:nvSpPr>
        <p:spPr>
          <a:xfrm>
            <a:off x="11161563" y="5036002"/>
            <a:ext cx="50455" cy="54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0" y="0"/>
                </a:moveTo>
                <a:lnTo>
                  <a:pt x="4733" y="854"/>
                </a:lnTo>
                <a:lnTo>
                  <a:pt x="6586" y="1708"/>
                </a:lnTo>
                <a:lnTo>
                  <a:pt x="8446" y="2566"/>
                </a:lnTo>
                <a:lnTo>
                  <a:pt x="10305" y="3423"/>
                </a:lnTo>
                <a:lnTo>
                  <a:pt x="12168" y="4283"/>
                </a:lnTo>
                <a:lnTo>
                  <a:pt x="14040" y="5143"/>
                </a:lnTo>
                <a:lnTo>
                  <a:pt x="15918" y="6008"/>
                </a:lnTo>
                <a:lnTo>
                  <a:pt x="17803" y="6877"/>
                </a:lnTo>
                <a:lnTo>
                  <a:pt x="19697" y="7751"/>
                </a:lnTo>
                <a:lnTo>
                  <a:pt x="21600" y="8628"/>
                </a:lnTo>
                <a:lnTo>
                  <a:pt x="20399" y="11574"/>
                </a:lnTo>
                <a:lnTo>
                  <a:pt x="19481" y="13751"/>
                </a:lnTo>
                <a:lnTo>
                  <a:pt x="18742" y="15359"/>
                </a:lnTo>
                <a:lnTo>
                  <a:pt x="18068" y="16598"/>
                </a:lnTo>
                <a:lnTo>
                  <a:pt x="17354" y="17674"/>
                </a:lnTo>
                <a:lnTo>
                  <a:pt x="16486" y="18784"/>
                </a:lnTo>
                <a:lnTo>
                  <a:pt x="15360" y="20133"/>
                </a:lnTo>
                <a:lnTo>
                  <a:pt x="13354" y="20867"/>
                </a:lnTo>
                <a:lnTo>
                  <a:pt x="11522" y="21333"/>
                </a:lnTo>
                <a:lnTo>
                  <a:pt x="9722" y="21565"/>
                </a:lnTo>
                <a:lnTo>
                  <a:pt x="7813" y="21600"/>
                </a:lnTo>
                <a:lnTo>
                  <a:pt x="5660" y="21471"/>
                </a:lnTo>
                <a:lnTo>
                  <a:pt x="3644" y="20418"/>
                </a:lnTo>
                <a:lnTo>
                  <a:pt x="2505" y="19279"/>
                </a:lnTo>
                <a:lnTo>
                  <a:pt x="1270" y="17087"/>
                </a:lnTo>
                <a:lnTo>
                  <a:pt x="739" y="14830"/>
                </a:lnTo>
                <a:lnTo>
                  <a:pt x="337" y="12810"/>
                </a:lnTo>
                <a:lnTo>
                  <a:pt x="81" y="10970"/>
                </a:lnTo>
                <a:lnTo>
                  <a:pt x="0" y="9241"/>
                </a:lnTo>
                <a:lnTo>
                  <a:pt x="106" y="7559"/>
                </a:lnTo>
                <a:lnTo>
                  <a:pt x="427" y="5859"/>
                </a:lnTo>
                <a:lnTo>
                  <a:pt x="983" y="4076"/>
                </a:lnTo>
                <a:lnTo>
                  <a:pt x="1794" y="2143"/>
                </a:lnTo>
                <a:lnTo>
                  <a:pt x="2880" y="0"/>
                </a:lnTo>
                <a:close/>
              </a:path>
            </a:pathLst>
          </a:custGeom>
          <a:solidFill>
            <a:srgbClr val="EEDA9C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3" name="contour_08371"/>
          <p:cNvSpPr/>
          <p:nvPr/>
        </p:nvSpPr>
        <p:spPr>
          <a:xfrm>
            <a:off x="4244698" y="5048640"/>
            <a:ext cx="64747" cy="45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07" y="55"/>
                </a:moveTo>
                <a:lnTo>
                  <a:pt x="13591" y="38"/>
                </a:lnTo>
                <a:lnTo>
                  <a:pt x="14885" y="21"/>
                </a:lnTo>
                <a:lnTo>
                  <a:pt x="16193" y="0"/>
                </a:lnTo>
                <a:lnTo>
                  <a:pt x="18104" y="579"/>
                </a:lnTo>
                <a:lnTo>
                  <a:pt x="19261" y="1182"/>
                </a:lnTo>
                <a:lnTo>
                  <a:pt x="20129" y="2186"/>
                </a:lnTo>
                <a:lnTo>
                  <a:pt x="21179" y="3961"/>
                </a:lnTo>
                <a:lnTo>
                  <a:pt x="21500" y="6329"/>
                </a:lnTo>
                <a:lnTo>
                  <a:pt x="21600" y="8573"/>
                </a:lnTo>
                <a:lnTo>
                  <a:pt x="21510" y="10728"/>
                </a:lnTo>
                <a:lnTo>
                  <a:pt x="21267" y="12837"/>
                </a:lnTo>
                <a:lnTo>
                  <a:pt x="20902" y="14940"/>
                </a:lnTo>
                <a:lnTo>
                  <a:pt x="20457" y="17077"/>
                </a:lnTo>
                <a:lnTo>
                  <a:pt x="19961" y="19283"/>
                </a:lnTo>
                <a:lnTo>
                  <a:pt x="19451" y="21600"/>
                </a:lnTo>
                <a:lnTo>
                  <a:pt x="17642" y="20952"/>
                </a:lnTo>
                <a:lnTo>
                  <a:pt x="16360" y="20449"/>
                </a:lnTo>
                <a:lnTo>
                  <a:pt x="15252" y="19925"/>
                </a:lnTo>
                <a:lnTo>
                  <a:pt x="13968" y="19215"/>
                </a:lnTo>
                <a:lnTo>
                  <a:pt x="12157" y="18153"/>
                </a:lnTo>
                <a:lnTo>
                  <a:pt x="12157" y="15874"/>
                </a:lnTo>
                <a:lnTo>
                  <a:pt x="12157" y="13582"/>
                </a:lnTo>
                <a:lnTo>
                  <a:pt x="12157" y="11258"/>
                </a:lnTo>
                <a:lnTo>
                  <a:pt x="10567" y="10421"/>
                </a:lnTo>
                <a:lnTo>
                  <a:pt x="9402" y="9918"/>
                </a:lnTo>
                <a:lnTo>
                  <a:pt x="8096" y="9545"/>
                </a:lnTo>
                <a:lnTo>
                  <a:pt x="6078" y="9104"/>
                </a:lnTo>
                <a:lnTo>
                  <a:pt x="4381" y="8714"/>
                </a:lnTo>
                <a:lnTo>
                  <a:pt x="2657" y="8321"/>
                </a:lnTo>
                <a:lnTo>
                  <a:pt x="1340" y="8066"/>
                </a:lnTo>
                <a:lnTo>
                  <a:pt x="0" y="7811"/>
                </a:lnTo>
                <a:lnTo>
                  <a:pt x="1388" y="5564"/>
                </a:lnTo>
                <a:lnTo>
                  <a:pt x="2701" y="3778"/>
                </a:lnTo>
                <a:lnTo>
                  <a:pt x="4000" y="2410"/>
                </a:lnTo>
                <a:lnTo>
                  <a:pt x="5339" y="1406"/>
                </a:lnTo>
                <a:lnTo>
                  <a:pt x="6781" y="717"/>
                </a:lnTo>
                <a:lnTo>
                  <a:pt x="8383" y="296"/>
                </a:lnTo>
                <a:lnTo>
                  <a:pt x="10207" y="93"/>
                </a:lnTo>
                <a:lnTo>
                  <a:pt x="12307" y="55"/>
                </a:lnTo>
                <a:close/>
              </a:path>
            </a:pathLst>
          </a:custGeom>
          <a:solidFill>
            <a:srgbClr val="383532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4" name="contour_08372"/>
          <p:cNvSpPr/>
          <p:nvPr/>
        </p:nvSpPr>
        <p:spPr>
          <a:xfrm>
            <a:off x="4135378" y="5042029"/>
            <a:ext cx="65592" cy="814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334"/>
                </a:moveTo>
                <a:lnTo>
                  <a:pt x="4126" y="143"/>
                </a:lnTo>
                <a:lnTo>
                  <a:pt x="5837" y="37"/>
                </a:lnTo>
                <a:lnTo>
                  <a:pt x="7541" y="0"/>
                </a:lnTo>
                <a:lnTo>
                  <a:pt x="9242" y="23"/>
                </a:lnTo>
                <a:lnTo>
                  <a:pt x="10949" y="95"/>
                </a:lnTo>
                <a:lnTo>
                  <a:pt x="12665" y="203"/>
                </a:lnTo>
                <a:lnTo>
                  <a:pt x="14400" y="334"/>
                </a:lnTo>
                <a:lnTo>
                  <a:pt x="14273" y="1349"/>
                </a:lnTo>
                <a:lnTo>
                  <a:pt x="14148" y="2382"/>
                </a:lnTo>
                <a:lnTo>
                  <a:pt x="14059" y="3683"/>
                </a:lnTo>
                <a:lnTo>
                  <a:pt x="14004" y="4951"/>
                </a:lnTo>
                <a:lnTo>
                  <a:pt x="13994" y="6202"/>
                </a:lnTo>
                <a:lnTo>
                  <a:pt x="14047" y="7451"/>
                </a:lnTo>
                <a:lnTo>
                  <a:pt x="14177" y="8713"/>
                </a:lnTo>
                <a:lnTo>
                  <a:pt x="14400" y="10001"/>
                </a:lnTo>
                <a:lnTo>
                  <a:pt x="16186" y="10770"/>
                </a:lnTo>
                <a:lnTo>
                  <a:pt x="17453" y="11255"/>
                </a:lnTo>
                <a:lnTo>
                  <a:pt x="18547" y="11549"/>
                </a:lnTo>
                <a:lnTo>
                  <a:pt x="19814" y="11744"/>
                </a:lnTo>
                <a:lnTo>
                  <a:pt x="21600" y="11934"/>
                </a:lnTo>
                <a:lnTo>
                  <a:pt x="20981" y="12000"/>
                </a:lnTo>
                <a:lnTo>
                  <a:pt x="20306" y="12073"/>
                </a:lnTo>
                <a:lnTo>
                  <a:pt x="19238" y="12187"/>
                </a:lnTo>
                <a:lnTo>
                  <a:pt x="17438" y="12380"/>
                </a:lnTo>
                <a:lnTo>
                  <a:pt x="14568" y="12690"/>
                </a:lnTo>
                <a:lnTo>
                  <a:pt x="13711" y="13094"/>
                </a:lnTo>
                <a:lnTo>
                  <a:pt x="13008" y="13492"/>
                </a:lnTo>
                <a:lnTo>
                  <a:pt x="12374" y="13987"/>
                </a:lnTo>
                <a:lnTo>
                  <a:pt x="11722" y="14687"/>
                </a:lnTo>
                <a:lnTo>
                  <a:pt x="10963" y="15692"/>
                </a:lnTo>
                <a:lnTo>
                  <a:pt x="10015" y="17111"/>
                </a:lnTo>
                <a:lnTo>
                  <a:pt x="8789" y="19044"/>
                </a:lnTo>
                <a:lnTo>
                  <a:pt x="7200" y="21600"/>
                </a:lnTo>
                <a:lnTo>
                  <a:pt x="7382" y="20276"/>
                </a:lnTo>
                <a:lnTo>
                  <a:pt x="7565" y="18950"/>
                </a:lnTo>
                <a:lnTo>
                  <a:pt x="7750" y="17623"/>
                </a:lnTo>
                <a:lnTo>
                  <a:pt x="7932" y="16295"/>
                </a:lnTo>
                <a:lnTo>
                  <a:pt x="8114" y="14965"/>
                </a:lnTo>
                <a:lnTo>
                  <a:pt x="8299" y="13633"/>
                </a:lnTo>
                <a:lnTo>
                  <a:pt x="8484" y="12297"/>
                </a:lnTo>
                <a:lnTo>
                  <a:pt x="8669" y="10959"/>
                </a:lnTo>
                <a:lnTo>
                  <a:pt x="8854" y="9618"/>
                </a:lnTo>
                <a:lnTo>
                  <a:pt x="9038" y="8270"/>
                </a:lnTo>
                <a:lnTo>
                  <a:pt x="9226" y="6919"/>
                </a:lnTo>
                <a:lnTo>
                  <a:pt x="9413" y="5564"/>
                </a:lnTo>
                <a:lnTo>
                  <a:pt x="9600" y="4201"/>
                </a:lnTo>
                <a:lnTo>
                  <a:pt x="9005" y="5158"/>
                </a:lnTo>
                <a:lnTo>
                  <a:pt x="8410" y="6119"/>
                </a:lnTo>
                <a:lnTo>
                  <a:pt x="7807" y="7087"/>
                </a:lnTo>
                <a:lnTo>
                  <a:pt x="7200" y="8067"/>
                </a:lnTo>
                <a:lnTo>
                  <a:pt x="5774" y="7685"/>
                </a:lnTo>
                <a:lnTo>
                  <a:pt x="4344" y="7300"/>
                </a:lnTo>
                <a:lnTo>
                  <a:pt x="2909" y="6915"/>
                </a:lnTo>
                <a:lnTo>
                  <a:pt x="1462" y="6527"/>
                </a:lnTo>
                <a:lnTo>
                  <a:pt x="0" y="6134"/>
                </a:lnTo>
                <a:lnTo>
                  <a:pt x="235" y="4696"/>
                </a:lnTo>
                <a:lnTo>
                  <a:pt x="478" y="3675"/>
                </a:lnTo>
                <a:lnTo>
                  <a:pt x="842" y="2794"/>
                </a:lnTo>
                <a:lnTo>
                  <a:pt x="1445" y="1773"/>
                </a:lnTo>
                <a:lnTo>
                  <a:pt x="2400" y="334"/>
                </a:lnTo>
                <a:close/>
              </a:path>
            </a:pathLst>
          </a:custGeom>
          <a:solidFill>
            <a:srgbClr val="67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5" name="contour_08373"/>
          <p:cNvSpPr/>
          <p:nvPr/>
        </p:nvSpPr>
        <p:spPr>
          <a:xfrm>
            <a:off x="972390" y="4990911"/>
            <a:ext cx="58304" cy="66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0"/>
                </a:moveTo>
                <a:lnTo>
                  <a:pt x="21036" y="675"/>
                </a:lnTo>
                <a:lnTo>
                  <a:pt x="19332" y="1385"/>
                </a:lnTo>
                <a:lnTo>
                  <a:pt x="17861" y="2010"/>
                </a:lnTo>
                <a:lnTo>
                  <a:pt x="16367" y="2645"/>
                </a:lnTo>
                <a:lnTo>
                  <a:pt x="14909" y="3261"/>
                </a:lnTo>
                <a:lnTo>
                  <a:pt x="13427" y="3884"/>
                </a:lnTo>
                <a:lnTo>
                  <a:pt x="11867" y="4648"/>
                </a:lnTo>
                <a:lnTo>
                  <a:pt x="10792" y="5278"/>
                </a:lnTo>
                <a:lnTo>
                  <a:pt x="9701" y="6115"/>
                </a:lnTo>
                <a:lnTo>
                  <a:pt x="8100" y="7493"/>
                </a:lnTo>
                <a:lnTo>
                  <a:pt x="9439" y="8123"/>
                </a:lnTo>
                <a:lnTo>
                  <a:pt x="10784" y="8758"/>
                </a:lnTo>
                <a:lnTo>
                  <a:pt x="12150" y="9402"/>
                </a:lnTo>
                <a:lnTo>
                  <a:pt x="14135" y="10794"/>
                </a:lnTo>
                <a:lnTo>
                  <a:pt x="15390" y="11826"/>
                </a:lnTo>
                <a:lnTo>
                  <a:pt x="16160" y="12809"/>
                </a:lnTo>
                <a:lnTo>
                  <a:pt x="16686" y="14053"/>
                </a:lnTo>
                <a:lnTo>
                  <a:pt x="17212" y="15868"/>
                </a:lnTo>
                <a:lnTo>
                  <a:pt x="16691" y="17537"/>
                </a:lnTo>
                <a:lnTo>
                  <a:pt x="16192" y="18668"/>
                </a:lnTo>
                <a:lnTo>
                  <a:pt x="15501" y="19540"/>
                </a:lnTo>
                <a:lnTo>
                  <a:pt x="14394" y="20424"/>
                </a:lnTo>
                <a:lnTo>
                  <a:pt x="12658" y="21600"/>
                </a:lnTo>
                <a:lnTo>
                  <a:pt x="9982" y="21567"/>
                </a:lnTo>
                <a:lnTo>
                  <a:pt x="8340" y="21330"/>
                </a:lnTo>
                <a:lnTo>
                  <a:pt x="7063" y="20690"/>
                </a:lnTo>
                <a:lnTo>
                  <a:pt x="5473" y="19442"/>
                </a:lnTo>
                <a:lnTo>
                  <a:pt x="4409" y="18101"/>
                </a:lnTo>
                <a:lnTo>
                  <a:pt x="3453" y="16804"/>
                </a:lnTo>
                <a:lnTo>
                  <a:pt x="2595" y="15515"/>
                </a:lnTo>
                <a:lnTo>
                  <a:pt x="1828" y="14208"/>
                </a:lnTo>
                <a:lnTo>
                  <a:pt x="1145" y="12847"/>
                </a:lnTo>
                <a:lnTo>
                  <a:pt x="537" y="11403"/>
                </a:lnTo>
                <a:lnTo>
                  <a:pt x="0" y="9844"/>
                </a:lnTo>
                <a:lnTo>
                  <a:pt x="748" y="7742"/>
                </a:lnTo>
                <a:lnTo>
                  <a:pt x="1696" y="5937"/>
                </a:lnTo>
                <a:lnTo>
                  <a:pt x="2830" y="4411"/>
                </a:lnTo>
                <a:lnTo>
                  <a:pt x="4136" y="3148"/>
                </a:lnTo>
                <a:lnTo>
                  <a:pt x="5605" y="2125"/>
                </a:lnTo>
                <a:lnTo>
                  <a:pt x="7220" y="1326"/>
                </a:lnTo>
                <a:lnTo>
                  <a:pt x="8972" y="734"/>
                </a:lnTo>
                <a:lnTo>
                  <a:pt x="10846" y="327"/>
                </a:lnTo>
                <a:lnTo>
                  <a:pt x="12828" y="89"/>
                </a:lnTo>
                <a:lnTo>
                  <a:pt x="14909" y="0"/>
                </a:lnTo>
                <a:lnTo>
                  <a:pt x="17072" y="40"/>
                </a:lnTo>
                <a:lnTo>
                  <a:pt x="19308" y="193"/>
                </a:lnTo>
                <a:lnTo>
                  <a:pt x="21600" y="440"/>
                </a:lnTo>
                <a:close/>
              </a:path>
            </a:pathLst>
          </a:custGeom>
          <a:solidFill>
            <a:srgbClr val="B09B79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6" name="contour_08374"/>
          <p:cNvSpPr/>
          <p:nvPr/>
        </p:nvSpPr>
        <p:spPr>
          <a:xfrm>
            <a:off x="8457157" y="5004540"/>
            <a:ext cx="72880" cy="314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335"/>
                </a:moveTo>
                <a:lnTo>
                  <a:pt x="11997" y="180"/>
                </a:lnTo>
                <a:lnTo>
                  <a:pt x="13213" y="25"/>
                </a:lnTo>
                <a:lnTo>
                  <a:pt x="14373" y="0"/>
                </a:lnTo>
                <a:lnTo>
                  <a:pt x="15278" y="65"/>
                </a:lnTo>
                <a:lnTo>
                  <a:pt x="16224" y="305"/>
                </a:lnTo>
                <a:lnTo>
                  <a:pt x="17511" y="786"/>
                </a:lnTo>
                <a:lnTo>
                  <a:pt x="19440" y="1586"/>
                </a:lnTo>
                <a:lnTo>
                  <a:pt x="19868" y="4558"/>
                </a:lnTo>
                <a:lnTo>
                  <a:pt x="20298" y="7540"/>
                </a:lnTo>
                <a:lnTo>
                  <a:pt x="20727" y="10532"/>
                </a:lnTo>
                <a:lnTo>
                  <a:pt x="21162" y="13549"/>
                </a:lnTo>
                <a:lnTo>
                  <a:pt x="21600" y="16597"/>
                </a:lnTo>
                <a:lnTo>
                  <a:pt x="20174" y="16927"/>
                </a:lnTo>
                <a:lnTo>
                  <a:pt x="18749" y="17257"/>
                </a:lnTo>
                <a:lnTo>
                  <a:pt x="17321" y="17587"/>
                </a:lnTo>
                <a:lnTo>
                  <a:pt x="15893" y="17917"/>
                </a:lnTo>
                <a:lnTo>
                  <a:pt x="14463" y="18248"/>
                </a:lnTo>
                <a:lnTo>
                  <a:pt x="13033" y="18583"/>
                </a:lnTo>
                <a:lnTo>
                  <a:pt x="11599" y="18913"/>
                </a:lnTo>
                <a:lnTo>
                  <a:pt x="10163" y="19248"/>
                </a:lnTo>
                <a:lnTo>
                  <a:pt x="8722" y="19579"/>
                </a:lnTo>
                <a:lnTo>
                  <a:pt x="7279" y="19914"/>
                </a:lnTo>
                <a:lnTo>
                  <a:pt x="5834" y="20249"/>
                </a:lnTo>
                <a:lnTo>
                  <a:pt x="4383" y="20584"/>
                </a:lnTo>
                <a:lnTo>
                  <a:pt x="2927" y="20925"/>
                </a:lnTo>
                <a:lnTo>
                  <a:pt x="1467" y="21260"/>
                </a:lnTo>
                <a:lnTo>
                  <a:pt x="0" y="21600"/>
                </a:lnTo>
                <a:lnTo>
                  <a:pt x="80" y="15691"/>
                </a:lnTo>
                <a:lnTo>
                  <a:pt x="333" y="11003"/>
                </a:lnTo>
                <a:lnTo>
                  <a:pt x="775" y="7395"/>
                </a:lnTo>
                <a:lnTo>
                  <a:pt x="1430" y="4728"/>
                </a:lnTo>
                <a:lnTo>
                  <a:pt x="2311" y="2852"/>
                </a:lnTo>
                <a:lnTo>
                  <a:pt x="3439" y="1626"/>
                </a:lnTo>
                <a:lnTo>
                  <a:pt x="4834" y="906"/>
                </a:lnTo>
                <a:lnTo>
                  <a:pt x="6512" y="545"/>
                </a:lnTo>
                <a:lnTo>
                  <a:pt x="8495" y="405"/>
                </a:lnTo>
                <a:lnTo>
                  <a:pt x="10800" y="335"/>
                </a:lnTo>
                <a:close/>
              </a:path>
            </a:pathLst>
          </a:custGeom>
          <a:solidFill>
            <a:srgbClr val="E9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7" name="contour_08375"/>
          <p:cNvSpPr/>
          <p:nvPr/>
        </p:nvSpPr>
        <p:spPr>
          <a:xfrm>
            <a:off x="1795933" y="4997427"/>
            <a:ext cx="65920" cy="31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00" y="0"/>
                </a:moveTo>
                <a:lnTo>
                  <a:pt x="9567" y="75"/>
                </a:lnTo>
                <a:lnTo>
                  <a:pt x="10741" y="211"/>
                </a:lnTo>
                <a:lnTo>
                  <a:pt x="13433" y="528"/>
                </a:lnTo>
                <a:lnTo>
                  <a:pt x="14942" y="669"/>
                </a:lnTo>
                <a:lnTo>
                  <a:pt x="16463" y="805"/>
                </a:lnTo>
                <a:lnTo>
                  <a:pt x="18004" y="946"/>
                </a:lnTo>
                <a:lnTo>
                  <a:pt x="19157" y="1117"/>
                </a:lnTo>
                <a:lnTo>
                  <a:pt x="20318" y="1293"/>
                </a:lnTo>
                <a:lnTo>
                  <a:pt x="21493" y="1474"/>
                </a:lnTo>
                <a:lnTo>
                  <a:pt x="21564" y="5067"/>
                </a:lnTo>
                <a:lnTo>
                  <a:pt x="21600" y="7648"/>
                </a:lnTo>
                <a:lnTo>
                  <a:pt x="21600" y="9942"/>
                </a:lnTo>
                <a:lnTo>
                  <a:pt x="21564" y="12674"/>
                </a:lnTo>
                <a:lnTo>
                  <a:pt x="21493" y="16569"/>
                </a:lnTo>
                <a:lnTo>
                  <a:pt x="20306" y="19064"/>
                </a:lnTo>
                <a:lnTo>
                  <a:pt x="19104" y="21600"/>
                </a:lnTo>
                <a:lnTo>
                  <a:pt x="17464" y="21348"/>
                </a:lnTo>
                <a:lnTo>
                  <a:pt x="15845" y="21057"/>
                </a:lnTo>
                <a:lnTo>
                  <a:pt x="14238" y="20714"/>
                </a:lnTo>
                <a:lnTo>
                  <a:pt x="12633" y="20327"/>
                </a:lnTo>
                <a:lnTo>
                  <a:pt x="11026" y="19889"/>
                </a:lnTo>
                <a:lnTo>
                  <a:pt x="9404" y="19396"/>
                </a:lnTo>
                <a:lnTo>
                  <a:pt x="8050" y="19004"/>
                </a:lnTo>
                <a:lnTo>
                  <a:pt x="6675" y="18601"/>
                </a:lnTo>
                <a:lnTo>
                  <a:pt x="5005" y="18103"/>
                </a:lnTo>
                <a:lnTo>
                  <a:pt x="3336" y="17600"/>
                </a:lnTo>
                <a:lnTo>
                  <a:pt x="1667" y="17087"/>
                </a:lnTo>
                <a:lnTo>
                  <a:pt x="0" y="16569"/>
                </a:lnTo>
                <a:lnTo>
                  <a:pt x="1356" y="11130"/>
                </a:lnTo>
                <a:lnTo>
                  <a:pt x="2424" y="7195"/>
                </a:lnTo>
                <a:lnTo>
                  <a:pt x="3360" y="4478"/>
                </a:lnTo>
                <a:lnTo>
                  <a:pt x="4322" y="2692"/>
                </a:lnTo>
                <a:lnTo>
                  <a:pt x="5461" y="1540"/>
                </a:lnTo>
                <a:lnTo>
                  <a:pt x="6935" y="740"/>
                </a:lnTo>
                <a:lnTo>
                  <a:pt x="8900" y="0"/>
                </a:lnTo>
                <a:close/>
              </a:path>
            </a:pathLst>
          </a:custGeom>
          <a:solidFill>
            <a:srgbClr val="967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8" name="contour_08376"/>
          <p:cNvSpPr/>
          <p:nvPr/>
        </p:nvSpPr>
        <p:spPr>
          <a:xfrm>
            <a:off x="10876770" y="4926595"/>
            <a:ext cx="72880" cy="75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23" y="1687"/>
                </a:moveTo>
                <a:lnTo>
                  <a:pt x="14275" y="3201"/>
                </a:lnTo>
                <a:lnTo>
                  <a:pt x="14867" y="4557"/>
                </a:lnTo>
                <a:lnTo>
                  <a:pt x="15168" y="5861"/>
                </a:lnTo>
                <a:lnTo>
                  <a:pt x="15241" y="7217"/>
                </a:lnTo>
                <a:lnTo>
                  <a:pt x="15159" y="8731"/>
                </a:lnTo>
                <a:lnTo>
                  <a:pt x="14986" y="10507"/>
                </a:lnTo>
                <a:lnTo>
                  <a:pt x="14889" y="12968"/>
                </a:lnTo>
                <a:lnTo>
                  <a:pt x="14876" y="14682"/>
                </a:lnTo>
                <a:lnTo>
                  <a:pt x="14993" y="15875"/>
                </a:lnTo>
                <a:lnTo>
                  <a:pt x="15282" y="16768"/>
                </a:lnTo>
                <a:lnTo>
                  <a:pt x="15783" y="17584"/>
                </a:lnTo>
                <a:lnTo>
                  <a:pt x="16546" y="18548"/>
                </a:lnTo>
                <a:lnTo>
                  <a:pt x="17645" y="19221"/>
                </a:lnTo>
                <a:lnTo>
                  <a:pt x="18537" y="19701"/>
                </a:lnTo>
                <a:lnTo>
                  <a:pt x="19699" y="20212"/>
                </a:lnTo>
                <a:lnTo>
                  <a:pt x="21600" y="20988"/>
                </a:lnTo>
                <a:lnTo>
                  <a:pt x="20127" y="21179"/>
                </a:lnTo>
                <a:lnTo>
                  <a:pt x="18675" y="21344"/>
                </a:lnTo>
                <a:lnTo>
                  <a:pt x="17239" y="21478"/>
                </a:lnTo>
                <a:lnTo>
                  <a:pt x="15811" y="21566"/>
                </a:lnTo>
                <a:lnTo>
                  <a:pt x="14390" y="21600"/>
                </a:lnTo>
                <a:lnTo>
                  <a:pt x="12969" y="21571"/>
                </a:lnTo>
                <a:lnTo>
                  <a:pt x="11539" y="21464"/>
                </a:lnTo>
                <a:lnTo>
                  <a:pt x="10098" y="21275"/>
                </a:lnTo>
                <a:lnTo>
                  <a:pt x="8640" y="20988"/>
                </a:lnTo>
                <a:lnTo>
                  <a:pt x="7990" y="19722"/>
                </a:lnTo>
                <a:lnTo>
                  <a:pt x="7484" y="18460"/>
                </a:lnTo>
                <a:lnTo>
                  <a:pt x="7109" y="17194"/>
                </a:lnTo>
                <a:lnTo>
                  <a:pt x="6841" y="15915"/>
                </a:lnTo>
                <a:lnTo>
                  <a:pt x="6664" y="14613"/>
                </a:lnTo>
                <a:lnTo>
                  <a:pt x="6556" y="13284"/>
                </a:lnTo>
                <a:lnTo>
                  <a:pt x="6502" y="11917"/>
                </a:lnTo>
                <a:lnTo>
                  <a:pt x="6480" y="10507"/>
                </a:lnTo>
                <a:lnTo>
                  <a:pt x="7908" y="10507"/>
                </a:lnTo>
                <a:lnTo>
                  <a:pt x="9344" y="10507"/>
                </a:lnTo>
                <a:lnTo>
                  <a:pt x="10800" y="10507"/>
                </a:lnTo>
                <a:lnTo>
                  <a:pt x="10800" y="9261"/>
                </a:lnTo>
                <a:lnTo>
                  <a:pt x="10800" y="8012"/>
                </a:lnTo>
                <a:lnTo>
                  <a:pt x="10800" y="6756"/>
                </a:lnTo>
                <a:lnTo>
                  <a:pt x="10800" y="5494"/>
                </a:lnTo>
                <a:lnTo>
                  <a:pt x="10800" y="4218"/>
                </a:lnTo>
                <a:lnTo>
                  <a:pt x="9273" y="4218"/>
                </a:lnTo>
                <a:lnTo>
                  <a:pt x="7744" y="4218"/>
                </a:lnTo>
                <a:lnTo>
                  <a:pt x="6210" y="4218"/>
                </a:lnTo>
                <a:lnTo>
                  <a:pt x="4670" y="4218"/>
                </a:lnTo>
                <a:lnTo>
                  <a:pt x="3123" y="4218"/>
                </a:lnTo>
                <a:lnTo>
                  <a:pt x="1568" y="4218"/>
                </a:lnTo>
                <a:lnTo>
                  <a:pt x="0" y="4218"/>
                </a:lnTo>
                <a:lnTo>
                  <a:pt x="0" y="3178"/>
                </a:lnTo>
                <a:lnTo>
                  <a:pt x="0" y="2121"/>
                </a:lnTo>
                <a:lnTo>
                  <a:pt x="1324" y="1643"/>
                </a:lnTo>
                <a:lnTo>
                  <a:pt x="2298" y="1333"/>
                </a:lnTo>
                <a:lnTo>
                  <a:pt x="3406" y="1057"/>
                </a:lnTo>
                <a:lnTo>
                  <a:pt x="5130" y="681"/>
                </a:lnTo>
                <a:lnTo>
                  <a:pt x="6562" y="344"/>
                </a:lnTo>
                <a:lnTo>
                  <a:pt x="8016" y="0"/>
                </a:lnTo>
                <a:lnTo>
                  <a:pt x="9664" y="40"/>
                </a:lnTo>
                <a:lnTo>
                  <a:pt x="10768" y="231"/>
                </a:lnTo>
                <a:lnTo>
                  <a:pt x="11822" y="725"/>
                </a:lnTo>
                <a:lnTo>
                  <a:pt x="13323" y="1687"/>
                </a:lnTo>
                <a:close/>
              </a:path>
            </a:pathLst>
          </a:custGeom>
          <a:solidFill>
            <a:srgbClr val="646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8379" name="contour_08377"/>
          <p:cNvSpPr/>
          <p:nvPr/>
        </p:nvSpPr>
        <p:spPr>
          <a:xfrm>
            <a:off x="4026058" y="4968770"/>
            <a:ext cx="87456" cy="534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663"/>
                </a:moveTo>
                <a:lnTo>
                  <a:pt x="8431" y="221"/>
                </a:lnTo>
                <a:lnTo>
                  <a:pt x="9328" y="0"/>
                </a:lnTo>
                <a:lnTo>
                  <a:pt x="10148" y="0"/>
                </a:lnTo>
                <a:lnTo>
                  <a:pt x="11153" y="221"/>
                </a:lnTo>
                <a:lnTo>
                  <a:pt x="12600" y="663"/>
                </a:lnTo>
                <a:lnTo>
                  <a:pt x="13133" y="2459"/>
                </a:lnTo>
                <a:lnTo>
                  <a:pt x="13612" y="4270"/>
                </a:lnTo>
                <a:lnTo>
                  <a:pt x="14047" y="6099"/>
                </a:lnTo>
                <a:lnTo>
                  <a:pt x="14452" y="7948"/>
                </a:lnTo>
                <a:lnTo>
                  <a:pt x="14843" y="9818"/>
                </a:lnTo>
                <a:lnTo>
                  <a:pt x="15230" y="11717"/>
                </a:lnTo>
                <a:lnTo>
                  <a:pt x="15869" y="13823"/>
                </a:lnTo>
                <a:lnTo>
                  <a:pt x="16565" y="15537"/>
                </a:lnTo>
                <a:lnTo>
                  <a:pt x="17341" y="16947"/>
                </a:lnTo>
                <a:lnTo>
                  <a:pt x="18212" y="18137"/>
                </a:lnTo>
                <a:lnTo>
                  <a:pt x="19199" y="19197"/>
                </a:lnTo>
                <a:lnTo>
                  <a:pt x="20322" y="20213"/>
                </a:lnTo>
                <a:lnTo>
                  <a:pt x="21600" y="21276"/>
                </a:lnTo>
                <a:lnTo>
                  <a:pt x="20308" y="21412"/>
                </a:lnTo>
                <a:lnTo>
                  <a:pt x="19021" y="21518"/>
                </a:lnTo>
                <a:lnTo>
                  <a:pt x="17739" y="21582"/>
                </a:lnTo>
                <a:lnTo>
                  <a:pt x="16457" y="21600"/>
                </a:lnTo>
                <a:lnTo>
                  <a:pt x="15176" y="21562"/>
                </a:lnTo>
                <a:lnTo>
                  <a:pt x="13891" y="21459"/>
                </a:lnTo>
                <a:lnTo>
                  <a:pt x="12600" y="21276"/>
                </a:lnTo>
                <a:lnTo>
                  <a:pt x="11678" y="19839"/>
                </a:lnTo>
                <a:lnTo>
                  <a:pt x="10771" y="18378"/>
                </a:lnTo>
                <a:lnTo>
                  <a:pt x="9878" y="16894"/>
                </a:lnTo>
                <a:lnTo>
                  <a:pt x="9000" y="15387"/>
                </a:lnTo>
                <a:lnTo>
                  <a:pt x="7888" y="14886"/>
                </a:lnTo>
                <a:lnTo>
                  <a:pt x="6773" y="14435"/>
                </a:lnTo>
                <a:lnTo>
                  <a:pt x="5656" y="14029"/>
                </a:lnTo>
                <a:lnTo>
                  <a:pt x="4532" y="13658"/>
                </a:lnTo>
                <a:lnTo>
                  <a:pt x="3407" y="13322"/>
                </a:lnTo>
                <a:lnTo>
                  <a:pt x="2277" y="13010"/>
                </a:lnTo>
                <a:lnTo>
                  <a:pt x="1141" y="12719"/>
                </a:lnTo>
                <a:lnTo>
                  <a:pt x="0" y="12442"/>
                </a:lnTo>
                <a:lnTo>
                  <a:pt x="436" y="10707"/>
                </a:lnTo>
                <a:lnTo>
                  <a:pt x="769" y="9515"/>
                </a:lnTo>
                <a:lnTo>
                  <a:pt x="1166" y="8313"/>
                </a:lnTo>
                <a:lnTo>
                  <a:pt x="1800" y="6552"/>
                </a:lnTo>
                <a:lnTo>
                  <a:pt x="3193" y="6375"/>
                </a:lnTo>
                <a:lnTo>
                  <a:pt x="4171" y="6287"/>
                </a:lnTo>
                <a:lnTo>
                  <a:pt x="4991" y="6287"/>
                </a:lnTo>
                <a:lnTo>
                  <a:pt x="5915" y="6375"/>
                </a:lnTo>
                <a:lnTo>
                  <a:pt x="7200" y="6552"/>
                </a:lnTo>
                <a:lnTo>
                  <a:pt x="7200" y="4606"/>
                </a:lnTo>
                <a:lnTo>
                  <a:pt x="7200" y="2647"/>
                </a:lnTo>
                <a:lnTo>
                  <a:pt x="7200" y="663"/>
                </a:lnTo>
                <a:close/>
              </a:path>
            </a:pathLst>
          </a:custGeom>
          <a:solidFill>
            <a:srgbClr val="8A8B8B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0" name="contour_08378"/>
          <p:cNvSpPr/>
          <p:nvPr/>
        </p:nvSpPr>
        <p:spPr>
          <a:xfrm>
            <a:off x="11314050" y="4977698"/>
            <a:ext cx="80168" cy="368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2121"/>
                </a:lnTo>
                <a:lnTo>
                  <a:pt x="21600" y="4276"/>
                </a:lnTo>
                <a:lnTo>
                  <a:pt x="20316" y="5076"/>
                </a:lnTo>
                <a:lnTo>
                  <a:pt x="19375" y="5589"/>
                </a:lnTo>
                <a:lnTo>
                  <a:pt x="18321" y="6051"/>
                </a:lnTo>
                <a:lnTo>
                  <a:pt x="16691" y="6680"/>
                </a:lnTo>
                <a:lnTo>
                  <a:pt x="15778" y="7039"/>
                </a:lnTo>
                <a:lnTo>
                  <a:pt x="14861" y="7402"/>
                </a:lnTo>
                <a:lnTo>
                  <a:pt x="13930" y="7766"/>
                </a:lnTo>
                <a:lnTo>
                  <a:pt x="12864" y="8159"/>
                </a:lnTo>
                <a:lnTo>
                  <a:pt x="11782" y="8553"/>
                </a:lnTo>
                <a:lnTo>
                  <a:pt x="12171" y="11093"/>
                </a:lnTo>
                <a:lnTo>
                  <a:pt x="12561" y="13642"/>
                </a:lnTo>
                <a:lnTo>
                  <a:pt x="12952" y="16199"/>
                </a:lnTo>
                <a:lnTo>
                  <a:pt x="13347" y="18778"/>
                </a:lnTo>
                <a:lnTo>
                  <a:pt x="13745" y="21382"/>
                </a:lnTo>
                <a:lnTo>
                  <a:pt x="12216" y="21600"/>
                </a:lnTo>
                <a:lnTo>
                  <a:pt x="10778" y="21583"/>
                </a:lnTo>
                <a:lnTo>
                  <a:pt x="9410" y="21335"/>
                </a:lnTo>
                <a:lnTo>
                  <a:pt x="8090" y="20877"/>
                </a:lnTo>
                <a:lnTo>
                  <a:pt x="6800" y="20227"/>
                </a:lnTo>
                <a:lnTo>
                  <a:pt x="5518" y="19393"/>
                </a:lnTo>
                <a:lnTo>
                  <a:pt x="4222" y="18393"/>
                </a:lnTo>
                <a:lnTo>
                  <a:pt x="2894" y="17238"/>
                </a:lnTo>
                <a:lnTo>
                  <a:pt x="1512" y="15951"/>
                </a:lnTo>
                <a:lnTo>
                  <a:pt x="762" y="14403"/>
                </a:lnTo>
                <a:lnTo>
                  <a:pt x="0" y="12829"/>
                </a:lnTo>
                <a:lnTo>
                  <a:pt x="0" y="10289"/>
                </a:lnTo>
                <a:lnTo>
                  <a:pt x="0" y="7740"/>
                </a:lnTo>
                <a:lnTo>
                  <a:pt x="0" y="5183"/>
                </a:lnTo>
                <a:lnTo>
                  <a:pt x="0" y="2604"/>
                </a:lnTo>
                <a:lnTo>
                  <a:pt x="0" y="0"/>
                </a:lnTo>
                <a:close/>
              </a:path>
            </a:pathLst>
          </a:custGeom>
          <a:solidFill>
            <a:srgbClr val="E5E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1" name="contour_08379"/>
          <p:cNvSpPr/>
          <p:nvPr/>
        </p:nvSpPr>
        <p:spPr>
          <a:xfrm>
            <a:off x="2007284" y="4955834"/>
            <a:ext cx="123896" cy="241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1" y="0"/>
                </a:lnTo>
                <a:lnTo>
                  <a:pt x="1783" y="0"/>
                </a:lnTo>
                <a:lnTo>
                  <a:pt x="2673" y="0"/>
                </a:lnTo>
                <a:lnTo>
                  <a:pt x="3565" y="0"/>
                </a:lnTo>
                <a:lnTo>
                  <a:pt x="4457" y="0"/>
                </a:lnTo>
                <a:lnTo>
                  <a:pt x="5349" y="0"/>
                </a:lnTo>
                <a:lnTo>
                  <a:pt x="6242" y="0"/>
                </a:lnTo>
                <a:lnTo>
                  <a:pt x="7136" y="0"/>
                </a:lnTo>
                <a:lnTo>
                  <a:pt x="8030" y="0"/>
                </a:lnTo>
                <a:lnTo>
                  <a:pt x="8926" y="0"/>
                </a:lnTo>
                <a:lnTo>
                  <a:pt x="9822" y="0"/>
                </a:lnTo>
                <a:lnTo>
                  <a:pt x="10719" y="0"/>
                </a:lnTo>
                <a:lnTo>
                  <a:pt x="11617" y="0"/>
                </a:lnTo>
                <a:lnTo>
                  <a:pt x="12517" y="0"/>
                </a:lnTo>
                <a:lnTo>
                  <a:pt x="13417" y="0"/>
                </a:lnTo>
                <a:lnTo>
                  <a:pt x="14320" y="0"/>
                </a:lnTo>
                <a:lnTo>
                  <a:pt x="15224" y="0"/>
                </a:lnTo>
                <a:lnTo>
                  <a:pt x="16129" y="0"/>
                </a:lnTo>
                <a:lnTo>
                  <a:pt x="17036" y="0"/>
                </a:lnTo>
                <a:lnTo>
                  <a:pt x="17945" y="0"/>
                </a:lnTo>
                <a:lnTo>
                  <a:pt x="18856" y="0"/>
                </a:lnTo>
                <a:lnTo>
                  <a:pt x="19768" y="0"/>
                </a:lnTo>
                <a:lnTo>
                  <a:pt x="20683" y="0"/>
                </a:lnTo>
                <a:lnTo>
                  <a:pt x="21600" y="0"/>
                </a:lnTo>
                <a:lnTo>
                  <a:pt x="20730" y="2911"/>
                </a:lnTo>
                <a:lnTo>
                  <a:pt x="19891" y="5568"/>
                </a:lnTo>
                <a:lnTo>
                  <a:pt x="19078" y="7990"/>
                </a:lnTo>
                <a:lnTo>
                  <a:pt x="18284" y="10178"/>
                </a:lnTo>
                <a:lnTo>
                  <a:pt x="17502" y="12145"/>
                </a:lnTo>
                <a:lnTo>
                  <a:pt x="16725" y="13890"/>
                </a:lnTo>
                <a:lnTo>
                  <a:pt x="15947" y="15427"/>
                </a:lnTo>
                <a:lnTo>
                  <a:pt x="15162" y="16768"/>
                </a:lnTo>
                <a:lnTo>
                  <a:pt x="14363" y="17914"/>
                </a:lnTo>
                <a:lnTo>
                  <a:pt x="13542" y="18872"/>
                </a:lnTo>
                <a:lnTo>
                  <a:pt x="12693" y="19653"/>
                </a:lnTo>
                <a:lnTo>
                  <a:pt x="11811" y="20265"/>
                </a:lnTo>
                <a:lnTo>
                  <a:pt x="10889" y="20714"/>
                </a:lnTo>
                <a:lnTo>
                  <a:pt x="9918" y="21014"/>
                </a:lnTo>
                <a:lnTo>
                  <a:pt x="8894" y="21164"/>
                </a:lnTo>
                <a:lnTo>
                  <a:pt x="8566" y="21261"/>
                </a:lnTo>
                <a:lnTo>
                  <a:pt x="7574" y="21567"/>
                </a:lnTo>
                <a:lnTo>
                  <a:pt x="6920" y="21600"/>
                </a:lnTo>
                <a:lnTo>
                  <a:pt x="6397" y="21515"/>
                </a:lnTo>
                <a:lnTo>
                  <a:pt x="5826" y="21203"/>
                </a:lnTo>
                <a:lnTo>
                  <a:pt x="5024" y="20578"/>
                </a:lnTo>
                <a:lnTo>
                  <a:pt x="3812" y="19536"/>
                </a:lnTo>
                <a:lnTo>
                  <a:pt x="3183" y="16312"/>
                </a:lnTo>
                <a:lnTo>
                  <a:pt x="2553" y="13082"/>
                </a:lnTo>
                <a:lnTo>
                  <a:pt x="1920" y="9839"/>
                </a:lnTo>
                <a:lnTo>
                  <a:pt x="1285" y="6584"/>
                </a:lnTo>
                <a:lnTo>
                  <a:pt x="645" y="3308"/>
                </a:lnTo>
                <a:lnTo>
                  <a:pt x="0" y="0"/>
                </a:lnTo>
                <a:close/>
              </a:path>
            </a:pathLst>
          </a:custGeom>
          <a:solidFill>
            <a:srgbClr val="F1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2" name="contour_08380"/>
          <p:cNvSpPr/>
          <p:nvPr/>
        </p:nvSpPr>
        <p:spPr>
          <a:xfrm>
            <a:off x="7655478" y="4931871"/>
            <a:ext cx="58304" cy="67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670"/>
                </a:moveTo>
                <a:lnTo>
                  <a:pt x="12690" y="214"/>
                </a:lnTo>
                <a:lnTo>
                  <a:pt x="14423" y="7"/>
                </a:lnTo>
                <a:lnTo>
                  <a:pt x="16095" y="0"/>
                </a:lnTo>
                <a:lnTo>
                  <a:pt x="17788" y="142"/>
                </a:lnTo>
                <a:lnTo>
                  <a:pt x="19594" y="381"/>
                </a:lnTo>
                <a:lnTo>
                  <a:pt x="21600" y="670"/>
                </a:lnTo>
                <a:lnTo>
                  <a:pt x="21492" y="2379"/>
                </a:lnTo>
                <a:lnTo>
                  <a:pt x="21335" y="4005"/>
                </a:lnTo>
                <a:lnTo>
                  <a:pt x="21109" y="5558"/>
                </a:lnTo>
                <a:lnTo>
                  <a:pt x="20790" y="7047"/>
                </a:lnTo>
                <a:lnTo>
                  <a:pt x="20355" y="8479"/>
                </a:lnTo>
                <a:lnTo>
                  <a:pt x="19788" y="9865"/>
                </a:lnTo>
                <a:lnTo>
                  <a:pt x="19059" y="11216"/>
                </a:lnTo>
                <a:lnTo>
                  <a:pt x="18155" y="12540"/>
                </a:lnTo>
                <a:lnTo>
                  <a:pt x="17045" y="13847"/>
                </a:lnTo>
                <a:lnTo>
                  <a:pt x="15714" y="15142"/>
                </a:lnTo>
                <a:lnTo>
                  <a:pt x="14272" y="16112"/>
                </a:lnTo>
                <a:lnTo>
                  <a:pt x="12825" y="17063"/>
                </a:lnTo>
                <a:lnTo>
                  <a:pt x="11367" y="18002"/>
                </a:lnTo>
                <a:lnTo>
                  <a:pt x="9901" y="18923"/>
                </a:lnTo>
                <a:lnTo>
                  <a:pt x="8419" y="19830"/>
                </a:lnTo>
                <a:lnTo>
                  <a:pt x="6920" y="20723"/>
                </a:lnTo>
                <a:lnTo>
                  <a:pt x="5400" y="21600"/>
                </a:lnTo>
                <a:lnTo>
                  <a:pt x="5400" y="20063"/>
                </a:lnTo>
                <a:lnTo>
                  <a:pt x="5400" y="18516"/>
                </a:lnTo>
                <a:lnTo>
                  <a:pt x="5400" y="16949"/>
                </a:lnTo>
                <a:lnTo>
                  <a:pt x="3796" y="16095"/>
                </a:lnTo>
                <a:lnTo>
                  <a:pt x="2700" y="15567"/>
                </a:lnTo>
                <a:lnTo>
                  <a:pt x="1604" y="15151"/>
                </a:lnTo>
                <a:lnTo>
                  <a:pt x="0" y="14623"/>
                </a:lnTo>
                <a:lnTo>
                  <a:pt x="570" y="14558"/>
                </a:lnTo>
                <a:lnTo>
                  <a:pt x="1577" y="14447"/>
                </a:lnTo>
                <a:lnTo>
                  <a:pt x="3883" y="14186"/>
                </a:lnTo>
                <a:lnTo>
                  <a:pt x="5276" y="13563"/>
                </a:lnTo>
                <a:lnTo>
                  <a:pt x="6677" y="12935"/>
                </a:lnTo>
                <a:lnTo>
                  <a:pt x="8100" y="12298"/>
                </a:lnTo>
                <a:lnTo>
                  <a:pt x="8545" y="10660"/>
                </a:lnTo>
                <a:lnTo>
                  <a:pt x="8816" y="9495"/>
                </a:lnTo>
                <a:lnTo>
                  <a:pt x="9026" y="8240"/>
                </a:lnTo>
                <a:lnTo>
                  <a:pt x="9283" y="6340"/>
                </a:lnTo>
                <a:lnTo>
                  <a:pt x="9577" y="4472"/>
                </a:lnTo>
                <a:lnTo>
                  <a:pt x="9833" y="3258"/>
                </a:lnTo>
                <a:lnTo>
                  <a:pt x="10195" y="2167"/>
                </a:lnTo>
                <a:lnTo>
                  <a:pt x="10800" y="670"/>
                </a:lnTo>
                <a:close/>
              </a:path>
            </a:pathLst>
          </a:custGeom>
          <a:solidFill>
            <a:srgbClr val="ED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3" name="contour_08381"/>
          <p:cNvSpPr/>
          <p:nvPr/>
        </p:nvSpPr>
        <p:spPr>
          <a:xfrm>
            <a:off x="4222834" y="4904818"/>
            <a:ext cx="58304" cy="734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690" y="405"/>
                </a:lnTo>
                <a:lnTo>
                  <a:pt x="10784" y="765"/>
                </a:lnTo>
                <a:lnTo>
                  <a:pt x="11885" y="1277"/>
                </a:lnTo>
                <a:lnTo>
                  <a:pt x="13500" y="2142"/>
                </a:lnTo>
                <a:lnTo>
                  <a:pt x="13757" y="3644"/>
                </a:lnTo>
                <a:lnTo>
                  <a:pt x="13900" y="4736"/>
                </a:lnTo>
                <a:lnTo>
                  <a:pt x="13951" y="5734"/>
                </a:lnTo>
                <a:lnTo>
                  <a:pt x="13927" y="6951"/>
                </a:lnTo>
                <a:lnTo>
                  <a:pt x="13838" y="8701"/>
                </a:lnTo>
                <a:lnTo>
                  <a:pt x="13789" y="9877"/>
                </a:lnTo>
                <a:lnTo>
                  <a:pt x="13740" y="11059"/>
                </a:lnTo>
                <a:lnTo>
                  <a:pt x="13689" y="12259"/>
                </a:lnTo>
                <a:lnTo>
                  <a:pt x="13643" y="12938"/>
                </a:lnTo>
                <a:lnTo>
                  <a:pt x="13500" y="14994"/>
                </a:lnTo>
                <a:lnTo>
                  <a:pt x="15104" y="14994"/>
                </a:lnTo>
                <a:lnTo>
                  <a:pt x="16713" y="14994"/>
                </a:lnTo>
                <a:lnTo>
                  <a:pt x="18328" y="14994"/>
                </a:lnTo>
                <a:lnTo>
                  <a:pt x="19956" y="14994"/>
                </a:lnTo>
                <a:lnTo>
                  <a:pt x="21600" y="14994"/>
                </a:lnTo>
                <a:lnTo>
                  <a:pt x="20844" y="16243"/>
                </a:lnTo>
                <a:lnTo>
                  <a:pt x="20093" y="17370"/>
                </a:lnTo>
                <a:lnTo>
                  <a:pt x="19305" y="18415"/>
                </a:lnTo>
                <a:lnTo>
                  <a:pt x="18425" y="19413"/>
                </a:lnTo>
                <a:lnTo>
                  <a:pt x="17407" y="20403"/>
                </a:lnTo>
                <a:lnTo>
                  <a:pt x="16200" y="21420"/>
                </a:lnTo>
                <a:lnTo>
                  <a:pt x="14307" y="21523"/>
                </a:lnTo>
                <a:lnTo>
                  <a:pt x="12930" y="21581"/>
                </a:lnTo>
                <a:lnTo>
                  <a:pt x="11672" y="21600"/>
                </a:lnTo>
                <a:lnTo>
                  <a:pt x="10138" y="21589"/>
                </a:lnTo>
                <a:lnTo>
                  <a:pt x="7933" y="21553"/>
                </a:lnTo>
                <a:lnTo>
                  <a:pt x="6450" y="21534"/>
                </a:lnTo>
                <a:lnTo>
                  <a:pt x="4960" y="21514"/>
                </a:lnTo>
                <a:lnTo>
                  <a:pt x="3448" y="21495"/>
                </a:lnTo>
                <a:lnTo>
                  <a:pt x="1736" y="21459"/>
                </a:lnTo>
                <a:lnTo>
                  <a:pt x="0" y="21420"/>
                </a:lnTo>
                <a:lnTo>
                  <a:pt x="1339" y="20493"/>
                </a:lnTo>
                <a:lnTo>
                  <a:pt x="2684" y="19557"/>
                </a:lnTo>
                <a:lnTo>
                  <a:pt x="4050" y="18610"/>
                </a:lnTo>
                <a:lnTo>
                  <a:pt x="5476" y="17447"/>
                </a:lnTo>
                <a:lnTo>
                  <a:pt x="6561" y="16451"/>
                </a:lnTo>
                <a:lnTo>
                  <a:pt x="7376" y="15489"/>
                </a:lnTo>
                <a:lnTo>
                  <a:pt x="7995" y="14433"/>
                </a:lnTo>
                <a:lnTo>
                  <a:pt x="8494" y="13152"/>
                </a:lnTo>
                <a:lnTo>
                  <a:pt x="8942" y="11513"/>
                </a:lnTo>
                <a:lnTo>
                  <a:pt x="8413" y="9787"/>
                </a:lnTo>
                <a:lnTo>
                  <a:pt x="7868" y="8752"/>
                </a:lnTo>
                <a:lnTo>
                  <a:pt x="6974" y="7992"/>
                </a:lnTo>
                <a:lnTo>
                  <a:pt x="5400" y="7094"/>
                </a:lnTo>
                <a:lnTo>
                  <a:pt x="4061" y="6762"/>
                </a:lnTo>
                <a:lnTo>
                  <a:pt x="2700" y="6426"/>
                </a:lnTo>
                <a:lnTo>
                  <a:pt x="3591" y="5366"/>
                </a:lnTo>
                <a:lnTo>
                  <a:pt x="4485" y="4303"/>
                </a:lnTo>
                <a:lnTo>
                  <a:pt x="5378" y="3237"/>
                </a:lnTo>
                <a:lnTo>
                  <a:pt x="6280" y="2166"/>
                </a:lnTo>
                <a:lnTo>
                  <a:pt x="7187" y="1088"/>
                </a:lnTo>
                <a:lnTo>
                  <a:pt x="8100" y="0"/>
                </a:lnTo>
                <a:close/>
              </a:path>
            </a:pathLst>
          </a:custGeom>
          <a:solidFill>
            <a:srgbClr val="525051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4" name="contour_08382"/>
          <p:cNvSpPr/>
          <p:nvPr/>
        </p:nvSpPr>
        <p:spPr>
          <a:xfrm>
            <a:off x="6868375" y="4919394"/>
            <a:ext cx="4496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07" y="0"/>
                </a:moveTo>
                <a:lnTo>
                  <a:pt x="19244" y="0"/>
                </a:lnTo>
                <a:lnTo>
                  <a:pt x="21008" y="0"/>
                </a:lnTo>
                <a:lnTo>
                  <a:pt x="21194" y="1322"/>
                </a:lnTo>
                <a:lnTo>
                  <a:pt x="21355" y="2633"/>
                </a:lnTo>
                <a:lnTo>
                  <a:pt x="21484" y="3941"/>
                </a:lnTo>
                <a:lnTo>
                  <a:pt x="21568" y="5245"/>
                </a:lnTo>
                <a:lnTo>
                  <a:pt x="21600" y="6549"/>
                </a:lnTo>
                <a:lnTo>
                  <a:pt x="21572" y="7851"/>
                </a:lnTo>
                <a:lnTo>
                  <a:pt x="21467" y="9156"/>
                </a:lnTo>
                <a:lnTo>
                  <a:pt x="21285" y="10466"/>
                </a:lnTo>
                <a:lnTo>
                  <a:pt x="21008" y="11782"/>
                </a:lnTo>
                <a:lnTo>
                  <a:pt x="18613" y="12387"/>
                </a:lnTo>
                <a:lnTo>
                  <a:pt x="16870" y="12791"/>
                </a:lnTo>
                <a:lnTo>
                  <a:pt x="15273" y="13090"/>
                </a:lnTo>
                <a:lnTo>
                  <a:pt x="13319" y="13376"/>
                </a:lnTo>
                <a:lnTo>
                  <a:pt x="10504" y="13745"/>
                </a:lnTo>
                <a:lnTo>
                  <a:pt x="9254" y="14822"/>
                </a:lnTo>
                <a:lnTo>
                  <a:pt x="8134" y="15905"/>
                </a:lnTo>
                <a:lnTo>
                  <a:pt x="7118" y="16997"/>
                </a:lnTo>
                <a:lnTo>
                  <a:pt x="6176" y="18109"/>
                </a:lnTo>
                <a:lnTo>
                  <a:pt x="5277" y="19242"/>
                </a:lnTo>
                <a:lnTo>
                  <a:pt x="4394" y="20404"/>
                </a:lnTo>
                <a:lnTo>
                  <a:pt x="3501" y="21600"/>
                </a:lnTo>
                <a:lnTo>
                  <a:pt x="3211" y="20304"/>
                </a:lnTo>
                <a:lnTo>
                  <a:pt x="2924" y="19008"/>
                </a:lnTo>
                <a:lnTo>
                  <a:pt x="2633" y="17710"/>
                </a:lnTo>
                <a:lnTo>
                  <a:pt x="2346" y="16410"/>
                </a:lnTo>
                <a:lnTo>
                  <a:pt x="2055" y="15108"/>
                </a:lnTo>
                <a:lnTo>
                  <a:pt x="1765" y="13804"/>
                </a:lnTo>
                <a:lnTo>
                  <a:pt x="1474" y="12497"/>
                </a:lnTo>
                <a:lnTo>
                  <a:pt x="1180" y="11185"/>
                </a:lnTo>
                <a:lnTo>
                  <a:pt x="886" y="9869"/>
                </a:lnTo>
                <a:lnTo>
                  <a:pt x="592" y="8550"/>
                </a:lnTo>
                <a:lnTo>
                  <a:pt x="298" y="7222"/>
                </a:lnTo>
                <a:lnTo>
                  <a:pt x="0" y="5891"/>
                </a:lnTo>
                <a:lnTo>
                  <a:pt x="2167" y="5708"/>
                </a:lnTo>
                <a:lnTo>
                  <a:pt x="4345" y="5526"/>
                </a:lnTo>
                <a:lnTo>
                  <a:pt x="6537" y="5341"/>
                </a:lnTo>
                <a:lnTo>
                  <a:pt x="8753" y="5155"/>
                </a:lnTo>
                <a:lnTo>
                  <a:pt x="11660" y="4903"/>
                </a:lnTo>
                <a:lnTo>
                  <a:pt x="13540" y="4691"/>
                </a:lnTo>
                <a:lnTo>
                  <a:pt x="15217" y="4404"/>
                </a:lnTo>
                <a:lnTo>
                  <a:pt x="17507" y="3927"/>
                </a:lnTo>
                <a:lnTo>
                  <a:pt x="17507" y="2629"/>
                </a:lnTo>
                <a:lnTo>
                  <a:pt x="17507" y="1323"/>
                </a:lnTo>
                <a:lnTo>
                  <a:pt x="17507" y="0"/>
                </a:lnTo>
                <a:close/>
              </a:path>
            </a:pathLst>
          </a:custGeom>
          <a:solidFill>
            <a:srgbClr val="F2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5" name="contour_08383"/>
          <p:cNvSpPr/>
          <p:nvPr/>
        </p:nvSpPr>
        <p:spPr>
          <a:xfrm>
            <a:off x="892222" y="4875666"/>
            <a:ext cx="4431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52" y="0"/>
                </a:moveTo>
                <a:lnTo>
                  <a:pt x="5825" y="444"/>
                </a:lnTo>
                <a:lnTo>
                  <a:pt x="8116" y="895"/>
                </a:lnTo>
                <a:lnTo>
                  <a:pt x="10436" y="1352"/>
                </a:lnTo>
                <a:lnTo>
                  <a:pt x="11395" y="1540"/>
                </a:lnTo>
                <a:lnTo>
                  <a:pt x="14304" y="2111"/>
                </a:lnTo>
                <a:lnTo>
                  <a:pt x="16357" y="2722"/>
                </a:lnTo>
                <a:lnTo>
                  <a:pt x="17771" y="3351"/>
                </a:lnTo>
                <a:lnTo>
                  <a:pt x="19206" y="4372"/>
                </a:lnTo>
                <a:lnTo>
                  <a:pt x="21312" y="6171"/>
                </a:lnTo>
                <a:lnTo>
                  <a:pt x="21511" y="8362"/>
                </a:lnTo>
                <a:lnTo>
                  <a:pt x="21600" y="9914"/>
                </a:lnTo>
                <a:lnTo>
                  <a:pt x="21600" y="11575"/>
                </a:lnTo>
                <a:lnTo>
                  <a:pt x="21533" y="14077"/>
                </a:lnTo>
                <a:lnTo>
                  <a:pt x="21483" y="16191"/>
                </a:lnTo>
                <a:lnTo>
                  <a:pt x="21437" y="18332"/>
                </a:lnTo>
                <a:lnTo>
                  <a:pt x="21376" y="19955"/>
                </a:lnTo>
                <a:lnTo>
                  <a:pt x="21312" y="21600"/>
                </a:lnTo>
                <a:lnTo>
                  <a:pt x="19032" y="21378"/>
                </a:lnTo>
                <a:lnTo>
                  <a:pt x="16773" y="21125"/>
                </a:lnTo>
                <a:lnTo>
                  <a:pt x="14539" y="20838"/>
                </a:lnTo>
                <a:lnTo>
                  <a:pt x="12322" y="20501"/>
                </a:lnTo>
                <a:lnTo>
                  <a:pt x="10120" y="20113"/>
                </a:lnTo>
                <a:lnTo>
                  <a:pt x="7928" y="19656"/>
                </a:lnTo>
                <a:lnTo>
                  <a:pt x="5740" y="19128"/>
                </a:lnTo>
                <a:lnTo>
                  <a:pt x="3552" y="18514"/>
                </a:lnTo>
                <a:lnTo>
                  <a:pt x="2032" y="16404"/>
                </a:lnTo>
                <a:lnTo>
                  <a:pt x="1087" y="14867"/>
                </a:lnTo>
                <a:lnTo>
                  <a:pt x="547" y="13460"/>
                </a:lnTo>
                <a:lnTo>
                  <a:pt x="242" y="11738"/>
                </a:lnTo>
                <a:lnTo>
                  <a:pt x="0" y="9257"/>
                </a:lnTo>
                <a:lnTo>
                  <a:pt x="774" y="6684"/>
                </a:lnTo>
                <a:lnTo>
                  <a:pt x="1346" y="4916"/>
                </a:lnTo>
                <a:lnTo>
                  <a:pt x="1886" y="3508"/>
                </a:lnTo>
                <a:lnTo>
                  <a:pt x="2565" y="2018"/>
                </a:lnTo>
                <a:lnTo>
                  <a:pt x="3552" y="0"/>
                </a:lnTo>
                <a:close/>
              </a:path>
            </a:pathLst>
          </a:custGeom>
          <a:solidFill>
            <a:srgbClr val="E7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6" name="contour_08384"/>
          <p:cNvSpPr/>
          <p:nvPr/>
        </p:nvSpPr>
        <p:spPr>
          <a:xfrm>
            <a:off x="7735646" y="4898164"/>
            <a:ext cx="69010" cy="649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03" y="216"/>
                </a:moveTo>
                <a:lnTo>
                  <a:pt x="18938" y="1217"/>
                </a:lnTo>
                <a:lnTo>
                  <a:pt x="19923" y="1997"/>
                </a:lnTo>
                <a:lnTo>
                  <a:pt x="20560" y="2814"/>
                </a:lnTo>
                <a:lnTo>
                  <a:pt x="21053" y="3926"/>
                </a:lnTo>
                <a:lnTo>
                  <a:pt x="21600" y="5593"/>
                </a:lnTo>
                <a:lnTo>
                  <a:pt x="21011" y="7534"/>
                </a:lnTo>
                <a:lnTo>
                  <a:pt x="20418" y="8959"/>
                </a:lnTo>
                <a:lnTo>
                  <a:pt x="19723" y="10031"/>
                </a:lnTo>
                <a:lnTo>
                  <a:pt x="18826" y="10925"/>
                </a:lnTo>
                <a:lnTo>
                  <a:pt x="17631" y="11805"/>
                </a:lnTo>
                <a:lnTo>
                  <a:pt x="16039" y="12844"/>
                </a:lnTo>
                <a:lnTo>
                  <a:pt x="14604" y="13646"/>
                </a:lnTo>
                <a:lnTo>
                  <a:pt x="13162" y="14441"/>
                </a:lnTo>
                <a:lnTo>
                  <a:pt x="11716" y="15224"/>
                </a:lnTo>
                <a:lnTo>
                  <a:pt x="10265" y="15997"/>
                </a:lnTo>
                <a:lnTo>
                  <a:pt x="9284" y="16542"/>
                </a:lnTo>
                <a:lnTo>
                  <a:pt x="8299" y="17092"/>
                </a:lnTo>
                <a:lnTo>
                  <a:pt x="7297" y="17647"/>
                </a:lnTo>
                <a:lnTo>
                  <a:pt x="6086" y="18316"/>
                </a:lnTo>
                <a:lnTo>
                  <a:pt x="4872" y="18983"/>
                </a:lnTo>
                <a:lnTo>
                  <a:pt x="3659" y="19642"/>
                </a:lnTo>
                <a:lnTo>
                  <a:pt x="2441" y="20299"/>
                </a:lnTo>
                <a:lnTo>
                  <a:pt x="1220" y="20951"/>
                </a:lnTo>
                <a:lnTo>
                  <a:pt x="0" y="21600"/>
                </a:lnTo>
                <a:lnTo>
                  <a:pt x="657" y="20148"/>
                </a:lnTo>
                <a:lnTo>
                  <a:pt x="1318" y="18709"/>
                </a:lnTo>
                <a:lnTo>
                  <a:pt x="1991" y="17286"/>
                </a:lnTo>
                <a:lnTo>
                  <a:pt x="2676" y="15878"/>
                </a:lnTo>
                <a:lnTo>
                  <a:pt x="3376" y="14482"/>
                </a:lnTo>
                <a:lnTo>
                  <a:pt x="4095" y="13101"/>
                </a:lnTo>
                <a:lnTo>
                  <a:pt x="4836" y="11734"/>
                </a:lnTo>
                <a:lnTo>
                  <a:pt x="5602" y="10380"/>
                </a:lnTo>
                <a:lnTo>
                  <a:pt x="6396" y="9039"/>
                </a:lnTo>
                <a:lnTo>
                  <a:pt x="7222" y="7709"/>
                </a:lnTo>
                <a:lnTo>
                  <a:pt x="8084" y="6395"/>
                </a:lnTo>
                <a:lnTo>
                  <a:pt x="8983" y="5092"/>
                </a:lnTo>
                <a:lnTo>
                  <a:pt x="9708" y="4025"/>
                </a:lnTo>
                <a:lnTo>
                  <a:pt x="10441" y="2952"/>
                </a:lnTo>
                <a:lnTo>
                  <a:pt x="11182" y="1864"/>
                </a:lnTo>
                <a:lnTo>
                  <a:pt x="12688" y="671"/>
                </a:lnTo>
                <a:lnTo>
                  <a:pt x="13837" y="102"/>
                </a:lnTo>
                <a:lnTo>
                  <a:pt x="15215" y="0"/>
                </a:lnTo>
                <a:lnTo>
                  <a:pt x="17403" y="216"/>
                </a:lnTo>
                <a:close/>
              </a:path>
            </a:pathLst>
          </a:custGeom>
          <a:solidFill>
            <a:srgbClr val="E1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7" name="contour_08385"/>
          <p:cNvSpPr/>
          <p:nvPr/>
        </p:nvSpPr>
        <p:spPr>
          <a:xfrm>
            <a:off x="1169165" y="4875666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33" y="0"/>
                </a:moveTo>
                <a:lnTo>
                  <a:pt x="9096" y="518"/>
                </a:lnTo>
                <a:lnTo>
                  <a:pt x="10183" y="1084"/>
                </a:lnTo>
                <a:lnTo>
                  <a:pt x="11077" y="1754"/>
                </a:lnTo>
                <a:lnTo>
                  <a:pt x="11866" y="2590"/>
                </a:lnTo>
                <a:lnTo>
                  <a:pt x="12632" y="3644"/>
                </a:lnTo>
                <a:lnTo>
                  <a:pt x="13463" y="4979"/>
                </a:lnTo>
                <a:lnTo>
                  <a:pt x="14066" y="6348"/>
                </a:lnTo>
                <a:lnTo>
                  <a:pt x="14659" y="7722"/>
                </a:lnTo>
                <a:lnTo>
                  <a:pt x="15242" y="9104"/>
                </a:lnTo>
                <a:lnTo>
                  <a:pt x="15813" y="10489"/>
                </a:lnTo>
                <a:lnTo>
                  <a:pt x="16375" y="11880"/>
                </a:lnTo>
                <a:lnTo>
                  <a:pt x="16929" y="13200"/>
                </a:lnTo>
                <a:lnTo>
                  <a:pt x="17508" y="14470"/>
                </a:lnTo>
                <a:lnTo>
                  <a:pt x="18113" y="15701"/>
                </a:lnTo>
                <a:lnTo>
                  <a:pt x="18747" y="16900"/>
                </a:lnTo>
                <a:lnTo>
                  <a:pt x="19411" y="18079"/>
                </a:lnTo>
                <a:lnTo>
                  <a:pt x="20106" y="19248"/>
                </a:lnTo>
                <a:lnTo>
                  <a:pt x="20836" y="20418"/>
                </a:lnTo>
                <a:lnTo>
                  <a:pt x="21600" y="21600"/>
                </a:lnTo>
                <a:lnTo>
                  <a:pt x="18768" y="20872"/>
                </a:lnTo>
                <a:lnTo>
                  <a:pt x="16544" y="20289"/>
                </a:lnTo>
                <a:lnTo>
                  <a:pt x="14829" y="19814"/>
                </a:lnTo>
                <a:lnTo>
                  <a:pt x="13527" y="19414"/>
                </a:lnTo>
                <a:lnTo>
                  <a:pt x="12542" y="19053"/>
                </a:lnTo>
                <a:lnTo>
                  <a:pt x="11774" y="18695"/>
                </a:lnTo>
                <a:lnTo>
                  <a:pt x="11130" y="18304"/>
                </a:lnTo>
                <a:lnTo>
                  <a:pt x="10509" y="17844"/>
                </a:lnTo>
                <a:lnTo>
                  <a:pt x="9818" y="17280"/>
                </a:lnTo>
                <a:lnTo>
                  <a:pt x="9632" y="15766"/>
                </a:lnTo>
                <a:lnTo>
                  <a:pt x="9526" y="14664"/>
                </a:lnTo>
                <a:lnTo>
                  <a:pt x="9488" y="13658"/>
                </a:lnTo>
                <a:lnTo>
                  <a:pt x="9508" y="12431"/>
                </a:lnTo>
                <a:lnTo>
                  <a:pt x="9573" y="10666"/>
                </a:lnTo>
                <a:lnTo>
                  <a:pt x="9608" y="9480"/>
                </a:lnTo>
                <a:lnTo>
                  <a:pt x="9643" y="8288"/>
                </a:lnTo>
                <a:lnTo>
                  <a:pt x="9679" y="7078"/>
                </a:lnTo>
                <a:lnTo>
                  <a:pt x="9714" y="6394"/>
                </a:lnTo>
                <a:lnTo>
                  <a:pt x="9818" y="4320"/>
                </a:lnTo>
                <a:lnTo>
                  <a:pt x="8428" y="4320"/>
                </a:lnTo>
                <a:lnTo>
                  <a:pt x="7038" y="4320"/>
                </a:lnTo>
                <a:lnTo>
                  <a:pt x="5643" y="4320"/>
                </a:lnTo>
                <a:lnTo>
                  <a:pt x="4245" y="4320"/>
                </a:lnTo>
                <a:lnTo>
                  <a:pt x="2839" y="4320"/>
                </a:lnTo>
                <a:lnTo>
                  <a:pt x="1424" y="4320"/>
                </a:lnTo>
                <a:lnTo>
                  <a:pt x="0" y="4320"/>
                </a:lnTo>
                <a:lnTo>
                  <a:pt x="970" y="2884"/>
                </a:lnTo>
                <a:lnTo>
                  <a:pt x="1846" y="1799"/>
                </a:lnTo>
                <a:lnTo>
                  <a:pt x="2708" y="1024"/>
                </a:lnTo>
                <a:lnTo>
                  <a:pt x="3645" y="503"/>
                </a:lnTo>
                <a:lnTo>
                  <a:pt x="4738" y="190"/>
                </a:lnTo>
                <a:lnTo>
                  <a:pt x="6072" y="39"/>
                </a:lnTo>
                <a:lnTo>
                  <a:pt x="7733" y="0"/>
                </a:lnTo>
                <a:close/>
              </a:path>
            </a:pathLst>
          </a:custGeom>
          <a:solidFill>
            <a:srgbClr val="E4E7EC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8" name="contour_08386"/>
          <p:cNvSpPr/>
          <p:nvPr/>
        </p:nvSpPr>
        <p:spPr>
          <a:xfrm>
            <a:off x="3661658" y="4880418"/>
            <a:ext cx="58304" cy="38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4" y="48"/>
                </a:moveTo>
                <a:lnTo>
                  <a:pt x="7690" y="0"/>
                </a:lnTo>
                <a:lnTo>
                  <a:pt x="9553" y="53"/>
                </a:lnTo>
                <a:lnTo>
                  <a:pt x="11316" y="254"/>
                </a:lnTo>
                <a:lnTo>
                  <a:pt x="13011" y="630"/>
                </a:lnTo>
                <a:lnTo>
                  <a:pt x="14672" y="1228"/>
                </a:lnTo>
                <a:lnTo>
                  <a:pt x="16324" y="2076"/>
                </a:lnTo>
                <a:lnTo>
                  <a:pt x="18006" y="3215"/>
                </a:lnTo>
                <a:lnTo>
                  <a:pt x="19742" y="4685"/>
                </a:lnTo>
                <a:lnTo>
                  <a:pt x="20525" y="6761"/>
                </a:lnTo>
                <a:lnTo>
                  <a:pt x="21052" y="8510"/>
                </a:lnTo>
                <a:lnTo>
                  <a:pt x="21368" y="10400"/>
                </a:lnTo>
                <a:lnTo>
                  <a:pt x="21533" y="12896"/>
                </a:lnTo>
                <a:lnTo>
                  <a:pt x="21592" y="16475"/>
                </a:lnTo>
                <a:lnTo>
                  <a:pt x="21600" y="21600"/>
                </a:lnTo>
                <a:lnTo>
                  <a:pt x="19818" y="21269"/>
                </a:lnTo>
                <a:lnTo>
                  <a:pt x="18036" y="20934"/>
                </a:lnTo>
                <a:lnTo>
                  <a:pt x="16251" y="20598"/>
                </a:lnTo>
                <a:lnTo>
                  <a:pt x="14464" y="20267"/>
                </a:lnTo>
                <a:lnTo>
                  <a:pt x="12676" y="19932"/>
                </a:lnTo>
                <a:lnTo>
                  <a:pt x="10881" y="19597"/>
                </a:lnTo>
                <a:lnTo>
                  <a:pt x="9083" y="19261"/>
                </a:lnTo>
                <a:lnTo>
                  <a:pt x="7282" y="18922"/>
                </a:lnTo>
                <a:lnTo>
                  <a:pt x="5473" y="18583"/>
                </a:lnTo>
                <a:lnTo>
                  <a:pt x="3656" y="18244"/>
                </a:lnTo>
                <a:lnTo>
                  <a:pt x="1833" y="17904"/>
                </a:lnTo>
                <a:lnTo>
                  <a:pt x="0" y="17561"/>
                </a:lnTo>
                <a:lnTo>
                  <a:pt x="370" y="11866"/>
                </a:lnTo>
                <a:lnTo>
                  <a:pt x="724" y="7743"/>
                </a:lnTo>
                <a:lnTo>
                  <a:pt x="1156" y="4891"/>
                </a:lnTo>
                <a:lnTo>
                  <a:pt x="1768" y="3005"/>
                </a:lnTo>
                <a:lnTo>
                  <a:pt x="2665" y="1769"/>
                </a:lnTo>
                <a:lnTo>
                  <a:pt x="3939" y="889"/>
                </a:lnTo>
                <a:lnTo>
                  <a:pt x="5694" y="48"/>
                </a:lnTo>
                <a:close/>
              </a:path>
            </a:pathLst>
          </a:custGeom>
          <a:solidFill>
            <a:srgbClr val="84785F"/>
          </a:solidFill>
          <a:ln>
            <a:noFill/>
          </a:ln>
        </p:spPr>
        <p:txBody>
          <a:bodyPr/>
          <a:lstStyle/>
          <a:p/>
        </p:txBody>
      </p:sp>
      <p:sp>
        <p:nvSpPr>
          <p:cNvPr id="8389" name="contour_08387"/>
          <p:cNvSpPr/>
          <p:nvPr/>
        </p:nvSpPr>
        <p:spPr>
          <a:xfrm>
            <a:off x="10679994" y="4868378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3" y="0"/>
                </a:lnTo>
                <a:lnTo>
                  <a:pt x="3329" y="0"/>
                </a:lnTo>
                <a:lnTo>
                  <a:pt x="4994" y="0"/>
                </a:lnTo>
                <a:lnTo>
                  <a:pt x="6662" y="0"/>
                </a:lnTo>
                <a:lnTo>
                  <a:pt x="8338" y="0"/>
                </a:lnTo>
                <a:lnTo>
                  <a:pt x="10015" y="0"/>
                </a:lnTo>
                <a:lnTo>
                  <a:pt x="11700" y="0"/>
                </a:lnTo>
                <a:lnTo>
                  <a:pt x="13392" y="0"/>
                </a:lnTo>
                <a:lnTo>
                  <a:pt x="15091" y="0"/>
                </a:lnTo>
                <a:lnTo>
                  <a:pt x="16800" y="0"/>
                </a:lnTo>
                <a:lnTo>
                  <a:pt x="16800" y="2380"/>
                </a:lnTo>
                <a:lnTo>
                  <a:pt x="16800" y="4774"/>
                </a:lnTo>
                <a:lnTo>
                  <a:pt x="16800" y="7200"/>
                </a:lnTo>
                <a:lnTo>
                  <a:pt x="18386" y="7200"/>
                </a:lnTo>
                <a:lnTo>
                  <a:pt x="19982" y="7200"/>
                </a:lnTo>
                <a:lnTo>
                  <a:pt x="21600" y="7200"/>
                </a:lnTo>
                <a:lnTo>
                  <a:pt x="21204" y="9576"/>
                </a:lnTo>
                <a:lnTo>
                  <a:pt x="20808" y="11956"/>
                </a:lnTo>
                <a:lnTo>
                  <a:pt x="20410" y="14346"/>
                </a:lnTo>
                <a:lnTo>
                  <a:pt x="20009" y="16747"/>
                </a:lnTo>
                <a:lnTo>
                  <a:pt x="19606" y="19163"/>
                </a:lnTo>
                <a:lnTo>
                  <a:pt x="19200" y="21600"/>
                </a:lnTo>
                <a:lnTo>
                  <a:pt x="18869" y="19883"/>
                </a:lnTo>
                <a:lnTo>
                  <a:pt x="18535" y="18140"/>
                </a:lnTo>
                <a:lnTo>
                  <a:pt x="17472" y="15955"/>
                </a:lnTo>
                <a:lnTo>
                  <a:pt x="16529" y="14681"/>
                </a:lnTo>
                <a:lnTo>
                  <a:pt x="15178" y="13831"/>
                </a:lnTo>
                <a:lnTo>
                  <a:pt x="12890" y="12910"/>
                </a:lnTo>
                <a:lnTo>
                  <a:pt x="11357" y="12658"/>
                </a:lnTo>
                <a:lnTo>
                  <a:pt x="9814" y="12406"/>
                </a:lnTo>
                <a:lnTo>
                  <a:pt x="8251" y="12150"/>
                </a:lnTo>
                <a:lnTo>
                  <a:pt x="6710" y="11880"/>
                </a:lnTo>
                <a:lnTo>
                  <a:pt x="5160" y="11606"/>
                </a:lnTo>
                <a:lnTo>
                  <a:pt x="3590" y="11333"/>
                </a:lnTo>
                <a:lnTo>
                  <a:pt x="2405" y="11156"/>
                </a:lnTo>
                <a:lnTo>
                  <a:pt x="1210" y="1098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2A2A27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0" name="contour_08388"/>
          <p:cNvSpPr/>
          <p:nvPr/>
        </p:nvSpPr>
        <p:spPr>
          <a:xfrm>
            <a:off x="4171818" y="4859152"/>
            <a:ext cx="94744" cy="38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38" y="0"/>
                </a:moveTo>
                <a:lnTo>
                  <a:pt x="15127" y="41"/>
                </a:lnTo>
                <a:lnTo>
                  <a:pt x="16210" y="119"/>
                </a:lnTo>
                <a:lnTo>
                  <a:pt x="17288" y="230"/>
                </a:lnTo>
                <a:lnTo>
                  <a:pt x="18363" y="381"/>
                </a:lnTo>
                <a:lnTo>
                  <a:pt x="19440" y="574"/>
                </a:lnTo>
                <a:lnTo>
                  <a:pt x="20518" y="812"/>
                </a:lnTo>
                <a:lnTo>
                  <a:pt x="21600" y="1091"/>
                </a:lnTo>
                <a:lnTo>
                  <a:pt x="20778" y="1432"/>
                </a:lnTo>
                <a:lnTo>
                  <a:pt x="19948" y="1772"/>
                </a:lnTo>
                <a:lnTo>
                  <a:pt x="19108" y="2117"/>
                </a:lnTo>
                <a:lnTo>
                  <a:pt x="18285" y="3134"/>
                </a:lnTo>
                <a:lnTo>
                  <a:pt x="17456" y="4155"/>
                </a:lnTo>
                <a:lnTo>
                  <a:pt x="16615" y="5193"/>
                </a:lnTo>
                <a:lnTo>
                  <a:pt x="16615" y="7904"/>
                </a:lnTo>
                <a:lnTo>
                  <a:pt x="16615" y="10615"/>
                </a:lnTo>
                <a:lnTo>
                  <a:pt x="16615" y="13335"/>
                </a:lnTo>
                <a:lnTo>
                  <a:pt x="16615" y="16071"/>
                </a:lnTo>
                <a:lnTo>
                  <a:pt x="16615" y="18827"/>
                </a:lnTo>
                <a:lnTo>
                  <a:pt x="16615" y="21600"/>
                </a:lnTo>
                <a:lnTo>
                  <a:pt x="15441" y="21600"/>
                </a:lnTo>
                <a:lnTo>
                  <a:pt x="14266" y="21600"/>
                </a:lnTo>
                <a:lnTo>
                  <a:pt x="13090" y="21600"/>
                </a:lnTo>
                <a:lnTo>
                  <a:pt x="11912" y="21600"/>
                </a:lnTo>
                <a:lnTo>
                  <a:pt x="10734" y="21600"/>
                </a:lnTo>
                <a:lnTo>
                  <a:pt x="9552" y="21600"/>
                </a:lnTo>
                <a:lnTo>
                  <a:pt x="8371" y="21600"/>
                </a:lnTo>
                <a:lnTo>
                  <a:pt x="7184" y="21600"/>
                </a:lnTo>
                <a:lnTo>
                  <a:pt x="5996" y="21600"/>
                </a:lnTo>
                <a:lnTo>
                  <a:pt x="4805" y="21600"/>
                </a:lnTo>
                <a:lnTo>
                  <a:pt x="3611" y="21600"/>
                </a:lnTo>
                <a:lnTo>
                  <a:pt x="2413" y="21600"/>
                </a:lnTo>
                <a:lnTo>
                  <a:pt x="1208" y="21600"/>
                </a:lnTo>
                <a:lnTo>
                  <a:pt x="0" y="21600"/>
                </a:lnTo>
                <a:lnTo>
                  <a:pt x="0" y="19566"/>
                </a:lnTo>
                <a:lnTo>
                  <a:pt x="0" y="17498"/>
                </a:lnTo>
                <a:lnTo>
                  <a:pt x="844" y="17785"/>
                </a:lnTo>
                <a:lnTo>
                  <a:pt x="1700" y="18072"/>
                </a:lnTo>
                <a:lnTo>
                  <a:pt x="2845" y="18282"/>
                </a:lnTo>
                <a:lnTo>
                  <a:pt x="3944" y="18409"/>
                </a:lnTo>
                <a:lnTo>
                  <a:pt x="5020" y="18429"/>
                </a:lnTo>
                <a:lnTo>
                  <a:pt x="6091" y="18302"/>
                </a:lnTo>
                <a:lnTo>
                  <a:pt x="7180" y="18007"/>
                </a:lnTo>
                <a:lnTo>
                  <a:pt x="8308" y="17498"/>
                </a:lnTo>
                <a:lnTo>
                  <a:pt x="8861" y="15316"/>
                </a:lnTo>
                <a:lnTo>
                  <a:pt x="9208" y="13733"/>
                </a:lnTo>
                <a:lnTo>
                  <a:pt x="9494" y="11981"/>
                </a:lnTo>
                <a:lnTo>
                  <a:pt x="9865" y="9295"/>
                </a:lnTo>
                <a:lnTo>
                  <a:pt x="10391" y="5845"/>
                </a:lnTo>
                <a:lnTo>
                  <a:pt x="10903" y="3470"/>
                </a:lnTo>
                <a:lnTo>
                  <a:pt x="11571" y="1891"/>
                </a:lnTo>
                <a:lnTo>
                  <a:pt x="12560" y="829"/>
                </a:lnTo>
                <a:lnTo>
                  <a:pt x="14038" y="0"/>
                </a:lnTo>
                <a:close/>
              </a:path>
            </a:pathLst>
          </a:custGeom>
          <a:solidFill>
            <a:srgbClr val="BBB3AB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1" name="contour_08389"/>
          <p:cNvSpPr/>
          <p:nvPr/>
        </p:nvSpPr>
        <p:spPr>
          <a:xfrm>
            <a:off x="454942" y="4846514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9" y="72"/>
                </a:lnTo>
                <a:lnTo>
                  <a:pt x="3142" y="173"/>
                </a:lnTo>
                <a:lnTo>
                  <a:pt x="4661" y="322"/>
                </a:lnTo>
                <a:lnTo>
                  <a:pt x="6156" y="533"/>
                </a:lnTo>
                <a:lnTo>
                  <a:pt x="7632" y="830"/>
                </a:lnTo>
                <a:lnTo>
                  <a:pt x="9094" y="1229"/>
                </a:lnTo>
                <a:lnTo>
                  <a:pt x="10548" y="1745"/>
                </a:lnTo>
                <a:lnTo>
                  <a:pt x="12000" y="2400"/>
                </a:lnTo>
                <a:lnTo>
                  <a:pt x="12197" y="3984"/>
                </a:lnTo>
                <a:lnTo>
                  <a:pt x="12266" y="5515"/>
                </a:lnTo>
                <a:lnTo>
                  <a:pt x="12233" y="7020"/>
                </a:lnTo>
                <a:lnTo>
                  <a:pt x="12125" y="8527"/>
                </a:lnTo>
                <a:lnTo>
                  <a:pt x="11964" y="10063"/>
                </a:lnTo>
                <a:lnTo>
                  <a:pt x="11784" y="11652"/>
                </a:lnTo>
                <a:lnTo>
                  <a:pt x="11892" y="13015"/>
                </a:lnTo>
                <a:lnTo>
                  <a:pt x="12000" y="14400"/>
                </a:lnTo>
                <a:lnTo>
                  <a:pt x="13522" y="15233"/>
                </a:lnTo>
                <a:lnTo>
                  <a:pt x="15050" y="15838"/>
                </a:lnTo>
                <a:lnTo>
                  <a:pt x="16610" y="16255"/>
                </a:lnTo>
                <a:lnTo>
                  <a:pt x="18209" y="16526"/>
                </a:lnTo>
                <a:lnTo>
                  <a:pt x="19867" y="16694"/>
                </a:lnTo>
                <a:lnTo>
                  <a:pt x="21600" y="16800"/>
                </a:lnTo>
                <a:lnTo>
                  <a:pt x="20064" y="16702"/>
                </a:lnTo>
                <a:lnTo>
                  <a:pt x="18516" y="16601"/>
                </a:lnTo>
                <a:lnTo>
                  <a:pt x="16949" y="16500"/>
                </a:lnTo>
                <a:lnTo>
                  <a:pt x="15653" y="16416"/>
                </a:lnTo>
                <a:lnTo>
                  <a:pt x="14335" y="16332"/>
                </a:lnTo>
                <a:lnTo>
                  <a:pt x="13754" y="16447"/>
                </a:lnTo>
                <a:lnTo>
                  <a:pt x="12000" y="16800"/>
                </a:lnTo>
                <a:lnTo>
                  <a:pt x="11405" y="17988"/>
                </a:lnTo>
                <a:lnTo>
                  <a:pt x="10810" y="19181"/>
                </a:lnTo>
                <a:lnTo>
                  <a:pt x="10207" y="20383"/>
                </a:lnTo>
                <a:lnTo>
                  <a:pt x="9600" y="21600"/>
                </a:lnTo>
                <a:lnTo>
                  <a:pt x="9302" y="20114"/>
                </a:lnTo>
                <a:lnTo>
                  <a:pt x="9005" y="18629"/>
                </a:lnTo>
                <a:lnTo>
                  <a:pt x="8707" y="17138"/>
                </a:lnTo>
                <a:lnTo>
                  <a:pt x="8410" y="15646"/>
                </a:lnTo>
                <a:lnTo>
                  <a:pt x="8110" y="14146"/>
                </a:lnTo>
                <a:lnTo>
                  <a:pt x="7807" y="12638"/>
                </a:lnTo>
                <a:lnTo>
                  <a:pt x="7505" y="11124"/>
                </a:lnTo>
                <a:lnTo>
                  <a:pt x="7200" y="9600"/>
                </a:lnTo>
                <a:lnTo>
                  <a:pt x="5774" y="10075"/>
                </a:lnTo>
                <a:lnTo>
                  <a:pt x="4344" y="10553"/>
                </a:lnTo>
                <a:lnTo>
                  <a:pt x="2909" y="11030"/>
                </a:lnTo>
                <a:lnTo>
                  <a:pt x="1462" y="11513"/>
                </a:lnTo>
                <a:lnTo>
                  <a:pt x="0" y="12000"/>
                </a:lnTo>
                <a:lnTo>
                  <a:pt x="0" y="10303"/>
                </a:lnTo>
                <a:lnTo>
                  <a:pt x="0" y="8604"/>
                </a:lnTo>
                <a:lnTo>
                  <a:pt x="0" y="6900"/>
                </a:lnTo>
                <a:lnTo>
                  <a:pt x="0" y="5189"/>
                </a:lnTo>
                <a:lnTo>
                  <a:pt x="0" y="3470"/>
                </a:lnTo>
                <a:lnTo>
                  <a:pt x="0" y="1742"/>
                </a:lnTo>
                <a:lnTo>
                  <a:pt x="0" y="0"/>
                </a:lnTo>
                <a:close/>
              </a:path>
            </a:pathLst>
          </a:custGeom>
          <a:solidFill>
            <a:srgbClr val="524A3D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2" name="contour_08390"/>
          <p:cNvSpPr/>
          <p:nvPr/>
        </p:nvSpPr>
        <p:spPr>
          <a:xfrm>
            <a:off x="10789314" y="4861870"/>
            <a:ext cx="80168" cy="31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83"/>
                </a:moveTo>
                <a:lnTo>
                  <a:pt x="20972" y="7640"/>
                </a:lnTo>
                <a:lnTo>
                  <a:pt x="20479" y="9984"/>
                </a:lnTo>
                <a:lnTo>
                  <a:pt x="20009" y="11927"/>
                </a:lnTo>
                <a:lnTo>
                  <a:pt x="19460" y="13890"/>
                </a:lnTo>
                <a:lnTo>
                  <a:pt x="18717" y="16289"/>
                </a:lnTo>
                <a:lnTo>
                  <a:pt x="17673" y="19542"/>
                </a:lnTo>
                <a:lnTo>
                  <a:pt x="16253" y="20250"/>
                </a:lnTo>
                <a:lnTo>
                  <a:pt x="14937" y="20792"/>
                </a:lnTo>
                <a:lnTo>
                  <a:pt x="13677" y="21168"/>
                </a:lnTo>
                <a:lnTo>
                  <a:pt x="12416" y="21399"/>
                </a:lnTo>
                <a:lnTo>
                  <a:pt x="11106" y="21480"/>
                </a:lnTo>
                <a:lnTo>
                  <a:pt x="9696" y="21424"/>
                </a:lnTo>
                <a:lnTo>
                  <a:pt x="8620" y="21515"/>
                </a:lnTo>
                <a:lnTo>
                  <a:pt x="7529" y="21600"/>
                </a:lnTo>
                <a:lnTo>
                  <a:pt x="6488" y="21555"/>
                </a:lnTo>
                <a:lnTo>
                  <a:pt x="5679" y="21424"/>
                </a:lnTo>
                <a:lnTo>
                  <a:pt x="4833" y="21113"/>
                </a:lnTo>
                <a:lnTo>
                  <a:pt x="3684" y="20516"/>
                </a:lnTo>
                <a:lnTo>
                  <a:pt x="1964" y="19542"/>
                </a:lnTo>
                <a:lnTo>
                  <a:pt x="1245" y="15752"/>
                </a:lnTo>
                <a:lnTo>
                  <a:pt x="783" y="13071"/>
                </a:lnTo>
                <a:lnTo>
                  <a:pt x="485" y="10782"/>
                </a:lnTo>
                <a:lnTo>
                  <a:pt x="255" y="8162"/>
                </a:lnTo>
                <a:lnTo>
                  <a:pt x="0" y="4483"/>
                </a:lnTo>
                <a:lnTo>
                  <a:pt x="1247" y="3996"/>
                </a:lnTo>
                <a:lnTo>
                  <a:pt x="2494" y="3514"/>
                </a:lnTo>
                <a:lnTo>
                  <a:pt x="3741" y="3042"/>
                </a:lnTo>
                <a:lnTo>
                  <a:pt x="4990" y="2575"/>
                </a:lnTo>
                <a:lnTo>
                  <a:pt x="6237" y="2118"/>
                </a:lnTo>
                <a:lnTo>
                  <a:pt x="7485" y="1662"/>
                </a:lnTo>
                <a:lnTo>
                  <a:pt x="8538" y="1235"/>
                </a:lnTo>
                <a:lnTo>
                  <a:pt x="9608" y="808"/>
                </a:lnTo>
                <a:lnTo>
                  <a:pt x="11075" y="356"/>
                </a:lnTo>
                <a:lnTo>
                  <a:pt x="12455" y="80"/>
                </a:lnTo>
                <a:lnTo>
                  <a:pt x="13775" y="0"/>
                </a:lnTo>
                <a:lnTo>
                  <a:pt x="15053" y="131"/>
                </a:lnTo>
                <a:lnTo>
                  <a:pt x="16314" y="482"/>
                </a:lnTo>
                <a:lnTo>
                  <a:pt x="17575" y="1079"/>
                </a:lnTo>
                <a:lnTo>
                  <a:pt x="18863" y="1933"/>
                </a:lnTo>
                <a:lnTo>
                  <a:pt x="20198" y="3062"/>
                </a:lnTo>
                <a:lnTo>
                  <a:pt x="21600" y="4483"/>
                </a:lnTo>
                <a:close/>
              </a:path>
            </a:pathLst>
          </a:custGeom>
          <a:solidFill>
            <a:srgbClr val="EBEFF2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3" name="contour_08391"/>
          <p:cNvSpPr/>
          <p:nvPr/>
        </p:nvSpPr>
        <p:spPr>
          <a:xfrm>
            <a:off x="4194228" y="4840043"/>
            <a:ext cx="94197" cy="50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58" y="5921"/>
                </a:moveTo>
                <a:lnTo>
                  <a:pt x="19095" y="8031"/>
                </a:lnTo>
                <a:lnTo>
                  <a:pt x="19697" y="9577"/>
                </a:lnTo>
                <a:lnTo>
                  <a:pt x="20154" y="10819"/>
                </a:lnTo>
                <a:lnTo>
                  <a:pt x="20562" y="12017"/>
                </a:lnTo>
                <a:lnTo>
                  <a:pt x="21013" y="13431"/>
                </a:lnTo>
                <a:lnTo>
                  <a:pt x="21600" y="15328"/>
                </a:lnTo>
                <a:lnTo>
                  <a:pt x="20571" y="14993"/>
                </a:lnTo>
                <a:lnTo>
                  <a:pt x="19536" y="14654"/>
                </a:lnTo>
                <a:lnTo>
                  <a:pt x="18487" y="14312"/>
                </a:lnTo>
                <a:lnTo>
                  <a:pt x="17462" y="14027"/>
                </a:lnTo>
                <a:lnTo>
                  <a:pt x="16439" y="13741"/>
                </a:lnTo>
                <a:lnTo>
                  <a:pt x="15417" y="13456"/>
                </a:lnTo>
                <a:lnTo>
                  <a:pt x="14394" y="13171"/>
                </a:lnTo>
                <a:lnTo>
                  <a:pt x="13378" y="12829"/>
                </a:lnTo>
                <a:lnTo>
                  <a:pt x="12347" y="12481"/>
                </a:lnTo>
                <a:lnTo>
                  <a:pt x="10490" y="12010"/>
                </a:lnTo>
                <a:lnTo>
                  <a:pt x="9116" y="11728"/>
                </a:lnTo>
                <a:lnTo>
                  <a:pt x="8095" y="11666"/>
                </a:lnTo>
                <a:lnTo>
                  <a:pt x="7298" y="11857"/>
                </a:lnTo>
                <a:lnTo>
                  <a:pt x="6594" y="12324"/>
                </a:lnTo>
                <a:lnTo>
                  <a:pt x="5856" y="13108"/>
                </a:lnTo>
                <a:lnTo>
                  <a:pt x="4952" y="14231"/>
                </a:lnTo>
                <a:lnTo>
                  <a:pt x="4258" y="15538"/>
                </a:lnTo>
                <a:lnTo>
                  <a:pt x="3733" y="16576"/>
                </a:lnTo>
                <a:lnTo>
                  <a:pt x="3215" y="17696"/>
                </a:lnTo>
                <a:lnTo>
                  <a:pt x="2542" y="19254"/>
                </a:lnTo>
                <a:lnTo>
                  <a:pt x="1546" y="21600"/>
                </a:lnTo>
                <a:lnTo>
                  <a:pt x="770" y="18009"/>
                </a:lnTo>
                <a:lnTo>
                  <a:pt x="274" y="15479"/>
                </a:lnTo>
                <a:lnTo>
                  <a:pt x="27" y="13663"/>
                </a:lnTo>
                <a:lnTo>
                  <a:pt x="0" y="12208"/>
                </a:lnTo>
                <a:lnTo>
                  <a:pt x="164" y="10766"/>
                </a:lnTo>
                <a:lnTo>
                  <a:pt x="488" y="8984"/>
                </a:lnTo>
                <a:lnTo>
                  <a:pt x="1153" y="7222"/>
                </a:lnTo>
                <a:lnTo>
                  <a:pt x="1838" y="5729"/>
                </a:lnTo>
                <a:lnTo>
                  <a:pt x="2562" y="4450"/>
                </a:lnTo>
                <a:lnTo>
                  <a:pt x="3337" y="3333"/>
                </a:lnTo>
                <a:lnTo>
                  <a:pt x="4183" y="2330"/>
                </a:lnTo>
                <a:lnTo>
                  <a:pt x="5115" y="1383"/>
                </a:lnTo>
                <a:lnTo>
                  <a:pt x="6148" y="445"/>
                </a:lnTo>
                <a:lnTo>
                  <a:pt x="7308" y="113"/>
                </a:lnTo>
                <a:lnTo>
                  <a:pt x="8463" y="0"/>
                </a:lnTo>
                <a:lnTo>
                  <a:pt x="9609" y="85"/>
                </a:lnTo>
                <a:lnTo>
                  <a:pt x="10746" y="354"/>
                </a:lnTo>
                <a:lnTo>
                  <a:pt x="11870" y="787"/>
                </a:lnTo>
                <a:lnTo>
                  <a:pt x="12980" y="1370"/>
                </a:lnTo>
                <a:lnTo>
                  <a:pt x="14075" y="2082"/>
                </a:lnTo>
                <a:lnTo>
                  <a:pt x="15153" y="2913"/>
                </a:lnTo>
                <a:lnTo>
                  <a:pt x="16209" y="3838"/>
                </a:lnTo>
                <a:lnTo>
                  <a:pt x="17245" y="4848"/>
                </a:lnTo>
                <a:lnTo>
                  <a:pt x="18258" y="5921"/>
                </a:lnTo>
                <a:close/>
              </a:path>
            </a:pathLst>
          </a:custGeom>
          <a:solidFill>
            <a:srgbClr val="E7E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4" name="contour_08392"/>
          <p:cNvSpPr/>
          <p:nvPr/>
        </p:nvSpPr>
        <p:spPr>
          <a:xfrm>
            <a:off x="1664749" y="4773634"/>
            <a:ext cx="7288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794" y="1473"/>
                </a:lnTo>
                <a:lnTo>
                  <a:pt x="18241" y="2849"/>
                </a:lnTo>
                <a:lnTo>
                  <a:pt x="18606" y="4157"/>
                </a:lnTo>
                <a:lnTo>
                  <a:pt x="18874" y="5424"/>
                </a:lnTo>
                <a:lnTo>
                  <a:pt x="19030" y="6678"/>
                </a:lnTo>
                <a:lnTo>
                  <a:pt x="19060" y="7951"/>
                </a:lnTo>
                <a:lnTo>
                  <a:pt x="18945" y="9268"/>
                </a:lnTo>
                <a:lnTo>
                  <a:pt x="18671" y="10659"/>
                </a:lnTo>
                <a:lnTo>
                  <a:pt x="18226" y="12151"/>
                </a:lnTo>
                <a:lnTo>
                  <a:pt x="17913" y="13327"/>
                </a:lnTo>
                <a:lnTo>
                  <a:pt x="17600" y="14509"/>
                </a:lnTo>
                <a:lnTo>
                  <a:pt x="17280" y="15709"/>
                </a:lnTo>
                <a:lnTo>
                  <a:pt x="18349" y="16196"/>
                </a:lnTo>
                <a:lnTo>
                  <a:pt x="19425" y="16683"/>
                </a:lnTo>
                <a:lnTo>
                  <a:pt x="20505" y="17176"/>
                </a:lnTo>
                <a:lnTo>
                  <a:pt x="21600" y="17673"/>
                </a:lnTo>
                <a:lnTo>
                  <a:pt x="20174" y="17932"/>
                </a:lnTo>
                <a:lnTo>
                  <a:pt x="18749" y="18191"/>
                </a:lnTo>
                <a:lnTo>
                  <a:pt x="17321" y="18450"/>
                </a:lnTo>
                <a:lnTo>
                  <a:pt x="15893" y="18710"/>
                </a:lnTo>
                <a:lnTo>
                  <a:pt x="14463" y="18971"/>
                </a:lnTo>
                <a:lnTo>
                  <a:pt x="13033" y="19230"/>
                </a:lnTo>
                <a:lnTo>
                  <a:pt x="11599" y="19491"/>
                </a:lnTo>
                <a:lnTo>
                  <a:pt x="10163" y="19752"/>
                </a:lnTo>
                <a:lnTo>
                  <a:pt x="8722" y="20013"/>
                </a:lnTo>
                <a:lnTo>
                  <a:pt x="7279" y="20277"/>
                </a:lnTo>
                <a:lnTo>
                  <a:pt x="5834" y="20540"/>
                </a:lnTo>
                <a:lnTo>
                  <a:pt x="4383" y="20803"/>
                </a:lnTo>
                <a:lnTo>
                  <a:pt x="2927" y="21068"/>
                </a:lnTo>
                <a:lnTo>
                  <a:pt x="1467" y="21333"/>
                </a:lnTo>
                <a:lnTo>
                  <a:pt x="0" y="21600"/>
                </a:lnTo>
                <a:lnTo>
                  <a:pt x="0" y="20302"/>
                </a:lnTo>
                <a:lnTo>
                  <a:pt x="0" y="18996"/>
                </a:lnTo>
                <a:lnTo>
                  <a:pt x="0" y="17673"/>
                </a:lnTo>
                <a:lnTo>
                  <a:pt x="1279" y="17225"/>
                </a:lnTo>
                <a:lnTo>
                  <a:pt x="2225" y="16934"/>
                </a:lnTo>
                <a:lnTo>
                  <a:pt x="3307" y="16675"/>
                </a:lnTo>
                <a:lnTo>
                  <a:pt x="4994" y="16322"/>
                </a:lnTo>
                <a:lnTo>
                  <a:pt x="6674" y="15762"/>
                </a:lnTo>
                <a:lnTo>
                  <a:pt x="8050" y="15202"/>
                </a:lnTo>
                <a:lnTo>
                  <a:pt x="9197" y="14588"/>
                </a:lnTo>
                <a:lnTo>
                  <a:pt x="10189" y="13859"/>
                </a:lnTo>
                <a:lnTo>
                  <a:pt x="11096" y="12964"/>
                </a:lnTo>
                <a:lnTo>
                  <a:pt x="11997" y="11843"/>
                </a:lnTo>
                <a:lnTo>
                  <a:pt x="12960" y="10439"/>
                </a:lnTo>
                <a:lnTo>
                  <a:pt x="13571" y="9156"/>
                </a:lnTo>
                <a:lnTo>
                  <a:pt x="14157" y="7868"/>
                </a:lnTo>
                <a:lnTo>
                  <a:pt x="14720" y="6572"/>
                </a:lnTo>
                <a:lnTo>
                  <a:pt x="15265" y="5268"/>
                </a:lnTo>
                <a:lnTo>
                  <a:pt x="15790" y="3961"/>
                </a:lnTo>
                <a:lnTo>
                  <a:pt x="16299" y="2647"/>
                </a:lnTo>
                <a:lnTo>
                  <a:pt x="16794" y="1325"/>
                </a:lnTo>
                <a:lnTo>
                  <a:pt x="17280" y="0"/>
                </a:lnTo>
                <a:close/>
              </a:path>
            </a:pathLst>
          </a:custGeom>
          <a:solidFill>
            <a:srgbClr val="494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5" name="contour_08393"/>
          <p:cNvSpPr/>
          <p:nvPr/>
        </p:nvSpPr>
        <p:spPr>
          <a:xfrm>
            <a:off x="10670600" y="4802786"/>
            <a:ext cx="6041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71" y="0"/>
                </a:moveTo>
                <a:lnTo>
                  <a:pt x="9131" y="859"/>
                </a:lnTo>
                <a:lnTo>
                  <a:pt x="9702" y="1730"/>
                </a:lnTo>
                <a:lnTo>
                  <a:pt x="10752" y="2884"/>
                </a:lnTo>
                <a:lnTo>
                  <a:pt x="11849" y="3722"/>
                </a:lnTo>
                <a:lnTo>
                  <a:pt x="13087" y="4352"/>
                </a:lnTo>
                <a:lnTo>
                  <a:pt x="14567" y="4876"/>
                </a:lnTo>
                <a:lnTo>
                  <a:pt x="16388" y="5400"/>
                </a:lnTo>
                <a:lnTo>
                  <a:pt x="15838" y="5614"/>
                </a:lnTo>
                <a:lnTo>
                  <a:pt x="14866" y="5994"/>
                </a:lnTo>
                <a:lnTo>
                  <a:pt x="12641" y="6862"/>
                </a:lnTo>
                <a:lnTo>
                  <a:pt x="10903" y="7834"/>
                </a:lnTo>
                <a:lnTo>
                  <a:pt x="9545" y="8741"/>
                </a:lnTo>
                <a:lnTo>
                  <a:pt x="8493" y="9644"/>
                </a:lnTo>
                <a:lnTo>
                  <a:pt x="7679" y="10602"/>
                </a:lnTo>
                <a:lnTo>
                  <a:pt x="7036" y="11673"/>
                </a:lnTo>
                <a:lnTo>
                  <a:pt x="6486" y="12920"/>
                </a:lnTo>
                <a:lnTo>
                  <a:pt x="5965" y="14400"/>
                </a:lnTo>
                <a:lnTo>
                  <a:pt x="7685" y="14202"/>
                </a:lnTo>
                <a:lnTo>
                  <a:pt x="9407" y="14004"/>
                </a:lnTo>
                <a:lnTo>
                  <a:pt x="11130" y="13806"/>
                </a:lnTo>
                <a:lnTo>
                  <a:pt x="12857" y="13606"/>
                </a:lnTo>
                <a:lnTo>
                  <a:pt x="14590" y="13406"/>
                </a:lnTo>
                <a:lnTo>
                  <a:pt x="16331" y="13207"/>
                </a:lnTo>
                <a:lnTo>
                  <a:pt x="18077" y="13005"/>
                </a:lnTo>
                <a:lnTo>
                  <a:pt x="19833" y="12803"/>
                </a:lnTo>
                <a:lnTo>
                  <a:pt x="21600" y="12600"/>
                </a:lnTo>
                <a:lnTo>
                  <a:pt x="21600" y="13790"/>
                </a:lnTo>
                <a:lnTo>
                  <a:pt x="21600" y="14987"/>
                </a:lnTo>
                <a:lnTo>
                  <a:pt x="21600" y="16200"/>
                </a:lnTo>
                <a:lnTo>
                  <a:pt x="20313" y="16137"/>
                </a:lnTo>
                <a:lnTo>
                  <a:pt x="19015" y="16074"/>
                </a:lnTo>
                <a:lnTo>
                  <a:pt x="17702" y="16011"/>
                </a:lnTo>
                <a:lnTo>
                  <a:pt x="16031" y="15961"/>
                </a:lnTo>
                <a:lnTo>
                  <a:pt x="14348" y="15912"/>
                </a:lnTo>
                <a:lnTo>
                  <a:pt x="12641" y="15862"/>
                </a:lnTo>
                <a:lnTo>
                  <a:pt x="10976" y="15800"/>
                </a:lnTo>
                <a:lnTo>
                  <a:pt x="9300" y="15737"/>
                </a:lnTo>
                <a:lnTo>
                  <a:pt x="7604" y="15673"/>
                </a:lnTo>
                <a:lnTo>
                  <a:pt x="6979" y="15750"/>
                </a:lnTo>
                <a:lnTo>
                  <a:pt x="5879" y="15887"/>
                </a:lnTo>
                <a:lnTo>
                  <a:pt x="3359" y="16200"/>
                </a:lnTo>
                <a:lnTo>
                  <a:pt x="2434" y="17550"/>
                </a:lnTo>
                <a:lnTo>
                  <a:pt x="1835" y="18506"/>
                </a:lnTo>
                <a:lnTo>
                  <a:pt x="1438" y="19327"/>
                </a:lnTo>
                <a:lnTo>
                  <a:pt x="1121" y="20272"/>
                </a:lnTo>
                <a:lnTo>
                  <a:pt x="753" y="21600"/>
                </a:lnTo>
                <a:lnTo>
                  <a:pt x="503" y="18945"/>
                </a:lnTo>
                <a:lnTo>
                  <a:pt x="294" y="16634"/>
                </a:lnTo>
                <a:lnTo>
                  <a:pt x="138" y="14634"/>
                </a:lnTo>
                <a:lnTo>
                  <a:pt x="36" y="12913"/>
                </a:lnTo>
                <a:lnTo>
                  <a:pt x="0" y="11435"/>
                </a:lnTo>
                <a:lnTo>
                  <a:pt x="34" y="10168"/>
                </a:lnTo>
                <a:lnTo>
                  <a:pt x="143" y="9079"/>
                </a:lnTo>
                <a:lnTo>
                  <a:pt x="341" y="8132"/>
                </a:lnTo>
                <a:lnTo>
                  <a:pt x="628" y="7295"/>
                </a:lnTo>
                <a:lnTo>
                  <a:pt x="1014" y="6536"/>
                </a:lnTo>
                <a:lnTo>
                  <a:pt x="1504" y="5818"/>
                </a:lnTo>
                <a:lnTo>
                  <a:pt x="2108" y="5108"/>
                </a:lnTo>
                <a:lnTo>
                  <a:pt x="2830" y="4376"/>
                </a:lnTo>
                <a:lnTo>
                  <a:pt x="3679" y="3584"/>
                </a:lnTo>
                <a:lnTo>
                  <a:pt x="4662" y="2700"/>
                </a:lnTo>
                <a:lnTo>
                  <a:pt x="6272" y="1512"/>
                </a:lnTo>
                <a:lnTo>
                  <a:pt x="7286" y="814"/>
                </a:lnTo>
                <a:lnTo>
                  <a:pt x="8571" y="0"/>
                </a:lnTo>
                <a:close/>
              </a:path>
            </a:pathLst>
          </a:custGeom>
          <a:solidFill>
            <a:srgbClr val="737577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6" name="contour_08394"/>
          <p:cNvSpPr/>
          <p:nvPr/>
        </p:nvSpPr>
        <p:spPr>
          <a:xfrm>
            <a:off x="7391798" y="4795498"/>
            <a:ext cx="66904" cy="52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35" y="0"/>
                </a:moveTo>
                <a:lnTo>
                  <a:pt x="11311" y="640"/>
                </a:lnTo>
                <a:lnTo>
                  <a:pt x="12784" y="1292"/>
                </a:lnTo>
                <a:lnTo>
                  <a:pt x="14252" y="1956"/>
                </a:lnTo>
                <a:lnTo>
                  <a:pt x="15718" y="2629"/>
                </a:lnTo>
                <a:lnTo>
                  <a:pt x="16205" y="2846"/>
                </a:lnTo>
                <a:lnTo>
                  <a:pt x="17061" y="3230"/>
                </a:lnTo>
                <a:lnTo>
                  <a:pt x="19026" y="4108"/>
                </a:lnTo>
                <a:lnTo>
                  <a:pt x="20304" y="5051"/>
                </a:lnTo>
                <a:lnTo>
                  <a:pt x="21600" y="6010"/>
                </a:lnTo>
                <a:lnTo>
                  <a:pt x="21600" y="7996"/>
                </a:lnTo>
                <a:lnTo>
                  <a:pt x="21600" y="9995"/>
                </a:lnTo>
                <a:lnTo>
                  <a:pt x="21600" y="12020"/>
                </a:lnTo>
                <a:lnTo>
                  <a:pt x="20367" y="13375"/>
                </a:lnTo>
                <a:lnTo>
                  <a:pt x="19096" y="14658"/>
                </a:lnTo>
                <a:lnTo>
                  <a:pt x="17791" y="15860"/>
                </a:lnTo>
                <a:lnTo>
                  <a:pt x="16447" y="16975"/>
                </a:lnTo>
                <a:lnTo>
                  <a:pt x="15068" y="17991"/>
                </a:lnTo>
                <a:lnTo>
                  <a:pt x="13652" y="18902"/>
                </a:lnTo>
                <a:lnTo>
                  <a:pt x="12200" y="19695"/>
                </a:lnTo>
                <a:lnTo>
                  <a:pt x="10711" y="20362"/>
                </a:lnTo>
                <a:lnTo>
                  <a:pt x="9186" y="20897"/>
                </a:lnTo>
                <a:lnTo>
                  <a:pt x="7626" y="21287"/>
                </a:lnTo>
                <a:lnTo>
                  <a:pt x="6028" y="21525"/>
                </a:lnTo>
                <a:lnTo>
                  <a:pt x="4395" y="21600"/>
                </a:lnTo>
                <a:lnTo>
                  <a:pt x="3809" y="21516"/>
                </a:lnTo>
                <a:lnTo>
                  <a:pt x="2781" y="21372"/>
                </a:lnTo>
                <a:lnTo>
                  <a:pt x="424" y="21035"/>
                </a:lnTo>
                <a:lnTo>
                  <a:pt x="141" y="18889"/>
                </a:lnTo>
                <a:lnTo>
                  <a:pt x="0" y="17348"/>
                </a:lnTo>
                <a:lnTo>
                  <a:pt x="0" y="15978"/>
                </a:lnTo>
                <a:lnTo>
                  <a:pt x="141" y="14346"/>
                </a:lnTo>
                <a:lnTo>
                  <a:pt x="424" y="12020"/>
                </a:lnTo>
                <a:lnTo>
                  <a:pt x="1871" y="11437"/>
                </a:lnTo>
                <a:lnTo>
                  <a:pt x="3315" y="10977"/>
                </a:lnTo>
                <a:lnTo>
                  <a:pt x="4769" y="10605"/>
                </a:lnTo>
                <a:lnTo>
                  <a:pt x="6240" y="10277"/>
                </a:lnTo>
                <a:lnTo>
                  <a:pt x="7739" y="9965"/>
                </a:lnTo>
                <a:lnTo>
                  <a:pt x="8779" y="9493"/>
                </a:lnTo>
                <a:lnTo>
                  <a:pt x="9835" y="9015"/>
                </a:lnTo>
                <a:lnTo>
                  <a:pt x="10118" y="6689"/>
                </a:lnTo>
                <a:lnTo>
                  <a:pt x="10259" y="5057"/>
                </a:lnTo>
                <a:lnTo>
                  <a:pt x="10259" y="3687"/>
                </a:lnTo>
                <a:lnTo>
                  <a:pt x="10118" y="2146"/>
                </a:lnTo>
                <a:lnTo>
                  <a:pt x="9835" y="0"/>
                </a:lnTo>
                <a:close/>
              </a:path>
            </a:pathLst>
          </a:custGeom>
          <a:solidFill>
            <a:srgbClr val="22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7" name="contour_08395"/>
          <p:cNvSpPr/>
          <p:nvPr/>
        </p:nvSpPr>
        <p:spPr>
          <a:xfrm>
            <a:off x="10577962" y="4785587"/>
            <a:ext cx="80168" cy="39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09" y="121"/>
                </a:moveTo>
                <a:lnTo>
                  <a:pt x="7102" y="28"/>
                </a:lnTo>
                <a:lnTo>
                  <a:pt x="8285" y="0"/>
                </a:lnTo>
                <a:lnTo>
                  <a:pt x="9461" y="36"/>
                </a:lnTo>
                <a:lnTo>
                  <a:pt x="10635" y="125"/>
                </a:lnTo>
                <a:lnTo>
                  <a:pt x="11815" y="262"/>
                </a:lnTo>
                <a:lnTo>
                  <a:pt x="13009" y="443"/>
                </a:lnTo>
                <a:lnTo>
                  <a:pt x="14250" y="552"/>
                </a:lnTo>
                <a:lnTo>
                  <a:pt x="15511" y="665"/>
                </a:lnTo>
                <a:lnTo>
                  <a:pt x="16728" y="790"/>
                </a:lnTo>
                <a:lnTo>
                  <a:pt x="17948" y="935"/>
                </a:lnTo>
                <a:lnTo>
                  <a:pt x="19165" y="1096"/>
                </a:lnTo>
                <a:lnTo>
                  <a:pt x="20383" y="1269"/>
                </a:lnTo>
                <a:lnTo>
                  <a:pt x="21600" y="1451"/>
                </a:lnTo>
                <a:lnTo>
                  <a:pt x="20180" y="4759"/>
                </a:lnTo>
                <a:lnTo>
                  <a:pt x="19151" y="7004"/>
                </a:lnTo>
                <a:lnTo>
                  <a:pt x="18342" y="8434"/>
                </a:lnTo>
                <a:lnTo>
                  <a:pt x="17588" y="9297"/>
                </a:lnTo>
                <a:lnTo>
                  <a:pt x="16720" y="9837"/>
                </a:lnTo>
                <a:lnTo>
                  <a:pt x="15572" y="10296"/>
                </a:lnTo>
                <a:lnTo>
                  <a:pt x="14421" y="10139"/>
                </a:lnTo>
                <a:lnTo>
                  <a:pt x="13270" y="9982"/>
                </a:lnTo>
                <a:lnTo>
                  <a:pt x="12120" y="9825"/>
                </a:lnTo>
                <a:lnTo>
                  <a:pt x="10969" y="9668"/>
                </a:lnTo>
                <a:lnTo>
                  <a:pt x="9818" y="9510"/>
                </a:lnTo>
                <a:lnTo>
                  <a:pt x="9818" y="11904"/>
                </a:lnTo>
                <a:lnTo>
                  <a:pt x="9818" y="14306"/>
                </a:lnTo>
                <a:lnTo>
                  <a:pt x="9818" y="16716"/>
                </a:lnTo>
                <a:lnTo>
                  <a:pt x="9818" y="19146"/>
                </a:lnTo>
                <a:lnTo>
                  <a:pt x="9818" y="21600"/>
                </a:lnTo>
                <a:lnTo>
                  <a:pt x="8603" y="21100"/>
                </a:lnTo>
                <a:lnTo>
                  <a:pt x="7387" y="20601"/>
                </a:lnTo>
                <a:lnTo>
                  <a:pt x="6168" y="20101"/>
                </a:lnTo>
                <a:lnTo>
                  <a:pt x="4946" y="19601"/>
                </a:lnTo>
                <a:lnTo>
                  <a:pt x="3719" y="19097"/>
                </a:lnTo>
                <a:lnTo>
                  <a:pt x="2486" y="18590"/>
                </a:lnTo>
                <a:lnTo>
                  <a:pt x="1247" y="18082"/>
                </a:lnTo>
                <a:lnTo>
                  <a:pt x="0" y="17570"/>
                </a:lnTo>
                <a:lnTo>
                  <a:pt x="886" y="12525"/>
                </a:lnTo>
                <a:lnTo>
                  <a:pt x="1593" y="8704"/>
                </a:lnTo>
                <a:lnTo>
                  <a:pt x="2186" y="5912"/>
                </a:lnTo>
                <a:lnTo>
                  <a:pt x="2737" y="3933"/>
                </a:lnTo>
                <a:lnTo>
                  <a:pt x="3317" y="2571"/>
                </a:lnTo>
                <a:lnTo>
                  <a:pt x="3992" y="1616"/>
                </a:lnTo>
                <a:lnTo>
                  <a:pt x="4833" y="870"/>
                </a:lnTo>
                <a:lnTo>
                  <a:pt x="5909" y="121"/>
                </a:lnTo>
                <a:close/>
              </a:path>
            </a:pathLst>
          </a:custGeom>
          <a:solidFill>
            <a:srgbClr val="E1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8" name="contour_08396"/>
          <p:cNvSpPr/>
          <p:nvPr/>
        </p:nvSpPr>
        <p:spPr>
          <a:xfrm>
            <a:off x="6984983" y="4759058"/>
            <a:ext cx="65592" cy="36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326"/>
                </a:lnTo>
                <a:lnTo>
                  <a:pt x="3290" y="653"/>
                </a:lnTo>
                <a:lnTo>
                  <a:pt x="4937" y="984"/>
                </a:lnTo>
                <a:lnTo>
                  <a:pt x="6586" y="1310"/>
                </a:lnTo>
                <a:lnTo>
                  <a:pt x="8237" y="1637"/>
                </a:lnTo>
                <a:lnTo>
                  <a:pt x="9890" y="1968"/>
                </a:lnTo>
                <a:lnTo>
                  <a:pt x="11549" y="2298"/>
                </a:lnTo>
                <a:lnTo>
                  <a:pt x="13210" y="2629"/>
                </a:lnTo>
                <a:lnTo>
                  <a:pt x="14875" y="2960"/>
                </a:lnTo>
                <a:lnTo>
                  <a:pt x="16548" y="3291"/>
                </a:lnTo>
                <a:lnTo>
                  <a:pt x="18226" y="3626"/>
                </a:lnTo>
                <a:lnTo>
                  <a:pt x="19908" y="3961"/>
                </a:lnTo>
                <a:lnTo>
                  <a:pt x="21600" y="4296"/>
                </a:lnTo>
                <a:lnTo>
                  <a:pt x="21600" y="6848"/>
                </a:lnTo>
                <a:lnTo>
                  <a:pt x="21600" y="9408"/>
                </a:lnTo>
                <a:lnTo>
                  <a:pt x="21600" y="11977"/>
                </a:lnTo>
                <a:lnTo>
                  <a:pt x="21600" y="14568"/>
                </a:lnTo>
                <a:lnTo>
                  <a:pt x="21600" y="17184"/>
                </a:lnTo>
                <a:lnTo>
                  <a:pt x="19994" y="18103"/>
                </a:lnTo>
                <a:lnTo>
                  <a:pt x="18413" y="18949"/>
                </a:lnTo>
                <a:lnTo>
                  <a:pt x="16848" y="19705"/>
                </a:lnTo>
                <a:lnTo>
                  <a:pt x="15286" y="20358"/>
                </a:lnTo>
                <a:lnTo>
                  <a:pt x="13718" y="20891"/>
                </a:lnTo>
                <a:lnTo>
                  <a:pt x="12134" y="21286"/>
                </a:lnTo>
                <a:lnTo>
                  <a:pt x="10529" y="21527"/>
                </a:lnTo>
                <a:lnTo>
                  <a:pt x="8887" y="21600"/>
                </a:lnTo>
                <a:lnTo>
                  <a:pt x="7200" y="21480"/>
                </a:lnTo>
                <a:lnTo>
                  <a:pt x="6036" y="19297"/>
                </a:lnTo>
                <a:lnTo>
                  <a:pt x="5026" y="17124"/>
                </a:lnTo>
                <a:lnTo>
                  <a:pt x="4145" y="14937"/>
                </a:lnTo>
                <a:lnTo>
                  <a:pt x="3365" y="12707"/>
                </a:lnTo>
                <a:lnTo>
                  <a:pt x="2657" y="10409"/>
                </a:lnTo>
                <a:lnTo>
                  <a:pt x="1992" y="8016"/>
                </a:lnTo>
                <a:lnTo>
                  <a:pt x="1346" y="5499"/>
                </a:lnTo>
                <a:lnTo>
                  <a:pt x="691" y="2840"/>
                </a:lnTo>
                <a:lnTo>
                  <a:pt x="0" y="0"/>
                </a:lnTo>
                <a:close/>
              </a:path>
            </a:pathLst>
          </a:custGeom>
          <a:solidFill>
            <a:srgbClr val="EC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399" name="contour_08397"/>
          <p:cNvSpPr/>
          <p:nvPr/>
        </p:nvSpPr>
        <p:spPr>
          <a:xfrm>
            <a:off x="10002204" y="4745153"/>
            <a:ext cx="44945" cy="451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23" y="115"/>
                </a:moveTo>
                <a:lnTo>
                  <a:pt x="17940" y="1122"/>
                </a:lnTo>
                <a:lnTo>
                  <a:pt x="19467" y="2135"/>
                </a:lnTo>
                <a:lnTo>
                  <a:pt x="21015" y="3163"/>
                </a:lnTo>
                <a:lnTo>
                  <a:pt x="21344" y="5671"/>
                </a:lnTo>
                <a:lnTo>
                  <a:pt x="21530" y="8154"/>
                </a:lnTo>
                <a:lnTo>
                  <a:pt x="21600" y="10628"/>
                </a:lnTo>
                <a:lnTo>
                  <a:pt x="21561" y="13097"/>
                </a:lnTo>
                <a:lnTo>
                  <a:pt x="21442" y="15570"/>
                </a:lnTo>
                <a:lnTo>
                  <a:pt x="21253" y="18061"/>
                </a:lnTo>
                <a:lnTo>
                  <a:pt x="21015" y="20579"/>
                </a:lnTo>
                <a:lnTo>
                  <a:pt x="18444" y="20983"/>
                </a:lnTo>
                <a:lnTo>
                  <a:pt x="15929" y="21314"/>
                </a:lnTo>
                <a:lnTo>
                  <a:pt x="13457" y="21530"/>
                </a:lnTo>
                <a:lnTo>
                  <a:pt x="10998" y="21600"/>
                </a:lnTo>
                <a:lnTo>
                  <a:pt x="8536" y="21489"/>
                </a:lnTo>
                <a:lnTo>
                  <a:pt x="6045" y="21161"/>
                </a:lnTo>
                <a:lnTo>
                  <a:pt x="3503" y="20579"/>
                </a:lnTo>
                <a:lnTo>
                  <a:pt x="2553" y="18469"/>
                </a:lnTo>
                <a:lnTo>
                  <a:pt x="1804" y="16358"/>
                </a:lnTo>
                <a:lnTo>
                  <a:pt x="1222" y="14236"/>
                </a:lnTo>
                <a:lnTo>
                  <a:pt x="788" y="12098"/>
                </a:lnTo>
                <a:lnTo>
                  <a:pt x="476" y="9927"/>
                </a:lnTo>
                <a:lnTo>
                  <a:pt x="256" y="7722"/>
                </a:lnTo>
                <a:lnTo>
                  <a:pt x="109" y="5472"/>
                </a:lnTo>
                <a:lnTo>
                  <a:pt x="0" y="3163"/>
                </a:lnTo>
                <a:lnTo>
                  <a:pt x="2438" y="2174"/>
                </a:lnTo>
                <a:lnTo>
                  <a:pt x="4718" y="1372"/>
                </a:lnTo>
                <a:lnTo>
                  <a:pt x="6914" y="752"/>
                </a:lnTo>
                <a:lnTo>
                  <a:pt x="9107" y="320"/>
                </a:lnTo>
                <a:lnTo>
                  <a:pt x="11373" y="70"/>
                </a:lnTo>
                <a:lnTo>
                  <a:pt x="13786" y="0"/>
                </a:lnTo>
                <a:lnTo>
                  <a:pt x="16423" y="115"/>
                </a:lnTo>
                <a:close/>
              </a:path>
            </a:pathLst>
          </a:custGeom>
          <a:solidFill>
            <a:srgbClr val="DFBD69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0" name="contour_08398"/>
          <p:cNvSpPr/>
          <p:nvPr/>
        </p:nvSpPr>
        <p:spPr>
          <a:xfrm>
            <a:off x="2007284" y="4737194"/>
            <a:ext cx="58304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293" y="261"/>
                </a:lnTo>
                <a:lnTo>
                  <a:pt x="8670" y="485"/>
                </a:lnTo>
                <a:lnTo>
                  <a:pt x="9928" y="767"/>
                </a:lnTo>
                <a:lnTo>
                  <a:pt x="11462" y="1189"/>
                </a:lnTo>
                <a:lnTo>
                  <a:pt x="13667" y="1846"/>
                </a:lnTo>
                <a:lnTo>
                  <a:pt x="15150" y="2272"/>
                </a:lnTo>
                <a:lnTo>
                  <a:pt x="16640" y="2706"/>
                </a:lnTo>
                <a:lnTo>
                  <a:pt x="18152" y="3144"/>
                </a:lnTo>
                <a:lnTo>
                  <a:pt x="19864" y="3675"/>
                </a:lnTo>
                <a:lnTo>
                  <a:pt x="21600" y="4215"/>
                </a:lnTo>
                <a:lnTo>
                  <a:pt x="21600" y="7001"/>
                </a:lnTo>
                <a:lnTo>
                  <a:pt x="21600" y="9803"/>
                </a:lnTo>
                <a:lnTo>
                  <a:pt x="21600" y="12644"/>
                </a:lnTo>
                <a:lnTo>
                  <a:pt x="19977" y="14911"/>
                </a:lnTo>
                <a:lnTo>
                  <a:pt x="18430" y="16774"/>
                </a:lnTo>
                <a:lnTo>
                  <a:pt x="16921" y="18270"/>
                </a:lnTo>
                <a:lnTo>
                  <a:pt x="15403" y="19438"/>
                </a:lnTo>
                <a:lnTo>
                  <a:pt x="13838" y="20315"/>
                </a:lnTo>
                <a:lnTo>
                  <a:pt x="12180" y="20930"/>
                </a:lnTo>
                <a:lnTo>
                  <a:pt x="10390" y="21326"/>
                </a:lnTo>
                <a:lnTo>
                  <a:pt x="8424" y="21537"/>
                </a:lnTo>
                <a:lnTo>
                  <a:pt x="6242" y="21600"/>
                </a:lnTo>
                <a:lnTo>
                  <a:pt x="4682" y="21495"/>
                </a:lnTo>
                <a:lnTo>
                  <a:pt x="3121" y="21372"/>
                </a:lnTo>
                <a:lnTo>
                  <a:pt x="1561" y="21233"/>
                </a:lnTo>
                <a:lnTo>
                  <a:pt x="0" y="21073"/>
                </a:lnTo>
                <a:lnTo>
                  <a:pt x="786" y="15674"/>
                </a:lnTo>
                <a:lnTo>
                  <a:pt x="1412" y="11557"/>
                </a:lnTo>
                <a:lnTo>
                  <a:pt x="1947" y="8480"/>
                </a:lnTo>
                <a:lnTo>
                  <a:pt x="2446" y="6191"/>
                </a:lnTo>
                <a:lnTo>
                  <a:pt x="2981" y="4446"/>
                </a:lnTo>
                <a:lnTo>
                  <a:pt x="3607" y="2997"/>
                </a:lnTo>
                <a:lnTo>
                  <a:pt x="4393" y="1597"/>
                </a:lnTo>
                <a:lnTo>
                  <a:pt x="5400" y="0"/>
                </a:lnTo>
                <a:close/>
              </a:path>
            </a:pathLst>
          </a:custGeom>
          <a:solidFill>
            <a:srgbClr val="2A2A2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1" name="contour_08399"/>
          <p:cNvSpPr/>
          <p:nvPr/>
        </p:nvSpPr>
        <p:spPr>
          <a:xfrm>
            <a:off x="1628309" y="4729906"/>
            <a:ext cx="4388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53" y="438"/>
                </a:lnTo>
                <a:lnTo>
                  <a:pt x="6998" y="790"/>
                </a:lnTo>
                <a:lnTo>
                  <a:pt x="9344" y="1089"/>
                </a:lnTo>
                <a:lnTo>
                  <a:pt x="11202" y="1373"/>
                </a:lnTo>
                <a:lnTo>
                  <a:pt x="12776" y="1679"/>
                </a:lnTo>
                <a:lnTo>
                  <a:pt x="14283" y="2043"/>
                </a:lnTo>
                <a:lnTo>
                  <a:pt x="15933" y="2499"/>
                </a:lnTo>
                <a:lnTo>
                  <a:pt x="17934" y="3086"/>
                </a:lnTo>
                <a:lnTo>
                  <a:pt x="19792" y="5196"/>
                </a:lnTo>
                <a:lnTo>
                  <a:pt x="20908" y="6733"/>
                </a:lnTo>
                <a:lnTo>
                  <a:pt x="21453" y="8140"/>
                </a:lnTo>
                <a:lnTo>
                  <a:pt x="21600" y="9862"/>
                </a:lnTo>
                <a:lnTo>
                  <a:pt x="21521" y="12343"/>
                </a:lnTo>
                <a:lnTo>
                  <a:pt x="19710" y="13988"/>
                </a:lnTo>
                <a:lnTo>
                  <a:pt x="17834" y="15506"/>
                </a:lnTo>
                <a:lnTo>
                  <a:pt x="15883" y="16910"/>
                </a:lnTo>
                <a:lnTo>
                  <a:pt x="13849" y="18212"/>
                </a:lnTo>
                <a:lnTo>
                  <a:pt x="11725" y="19418"/>
                </a:lnTo>
                <a:lnTo>
                  <a:pt x="9505" y="20545"/>
                </a:lnTo>
                <a:lnTo>
                  <a:pt x="7174" y="21600"/>
                </a:lnTo>
                <a:lnTo>
                  <a:pt x="4803" y="21600"/>
                </a:lnTo>
                <a:lnTo>
                  <a:pt x="2418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252628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2" name="contour_08400"/>
          <p:cNvSpPr/>
          <p:nvPr/>
        </p:nvSpPr>
        <p:spPr>
          <a:xfrm>
            <a:off x="444819" y="4715330"/>
            <a:ext cx="6113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76" y="0"/>
                </a:moveTo>
                <a:lnTo>
                  <a:pt x="15153" y="0"/>
                </a:lnTo>
                <a:lnTo>
                  <a:pt x="16450" y="0"/>
                </a:lnTo>
                <a:lnTo>
                  <a:pt x="16404" y="475"/>
                </a:lnTo>
                <a:lnTo>
                  <a:pt x="16270" y="1906"/>
                </a:lnTo>
                <a:lnTo>
                  <a:pt x="16201" y="3137"/>
                </a:lnTo>
                <a:lnTo>
                  <a:pt x="16129" y="4388"/>
                </a:lnTo>
                <a:lnTo>
                  <a:pt x="16082" y="5002"/>
                </a:lnTo>
                <a:lnTo>
                  <a:pt x="15948" y="6856"/>
                </a:lnTo>
                <a:lnTo>
                  <a:pt x="16198" y="7920"/>
                </a:lnTo>
                <a:lnTo>
                  <a:pt x="16450" y="9000"/>
                </a:lnTo>
                <a:lnTo>
                  <a:pt x="17725" y="9446"/>
                </a:lnTo>
                <a:lnTo>
                  <a:pt x="19007" y="9893"/>
                </a:lnTo>
                <a:lnTo>
                  <a:pt x="20295" y="10345"/>
                </a:lnTo>
                <a:lnTo>
                  <a:pt x="21600" y="10800"/>
                </a:lnTo>
                <a:lnTo>
                  <a:pt x="19901" y="10998"/>
                </a:lnTo>
                <a:lnTo>
                  <a:pt x="18199" y="11196"/>
                </a:lnTo>
                <a:lnTo>
                  <a:pt x="16497" y="11394"/>
                </a:lnTo>
                <a:lnTo>
                  <a:pt x="14790" y="11594"/>
                </a:lnTo>
                <a:lnTo>
                  <a:pt x="13077" y="11794"/>
                </a:lnTo>
                <a:lnTo>
                  <a:pt x="11357" y="11993"/>
                </a:lnTo>
                <a:lnTo>
                  <a:pt x="9632" y="12195"/>
                </a:lnTo>
                <a:lnTo>
                  <a:pt x="7897" y="12397"/>
                </a:lnTo>
                <a:lnTo>
                  <a:pt x="6151" y="12600"/>
                </a:lnTo>
                <a:lnTo>
                  <a:pt x="6151" y="13669"/>
                </a:lnTo>
                <a:lnTo>
                  <a:pt x="6151" y="14742"/>
                </a:lnTo>
                <a:lnTo>
                  <a:pt x="6151" y="15818"/>
                </a:lnTo>
                <a:lnTo>
                  <a:pt x="6151" y="16904"/>
                </a:lnTo>
                <a:lnTo>
                  <a:pt x="6151" y="18000"/>
                </a:lnTo>
                <a:lnTo>
                  <a:pt x="7853" y="18000"/>
                </a:lnTo>
                <a:lnTo>
                  <a:pt x="9565" y="18000"/>
                </a:lnTo>
                <a:lnTo>
                  <a:pt x="11301" y="18000"/>
                </a:lnTo>
                <a:lnTo>
                  <a:pt x="10662" y="18891"/>
                </a:lnTo>
                <a:lnTo>
                  <a:pt x="10024" y="19786"/>
                </a:lnTo>
                <a:lnTo>
                  <a:pt x="9377" y="20687"/>
                </a:lnTo>
                <a:lnTo>
                  <a:pt x="8726" y="21600"/>
                </a:lnTo>
                <a:lnTo>
                  <a:pt x="6061" y="20660"/>
                </a:lnTo>
                <a:lnTo>
                  <a:pt x="4125" y="19937"/>
                </a:lnTo>
                <a:lnTo>
                  <a:pt x="2768" y="19330"/>
                </a:lnTo>
                <a:lnTo>
                  <a:pt x="1841" y="18751"/>
                </a:lnTo>
                <a:lnTo>
                  <a:pt x="1190" y="18101"/>
                </a:lnTo>
                <a:lnTo>
                  <a:pt x="669" y="17291"/>
                </a:lnTo>
                <a:lnTo>
                  <a:pt x="126" y="16222"/>
                </a:lnTo>
                <a:lnTo>
                  <a:pt x="13" y="15250"/>
                </a:lnTo>
                <a:lnTo>
                  <a:pt x="0" y="14483"/>
                </a:lnTo>
                <a:lnTo>
                  <a:pt x="134" y="13658"/>
                </a:lnTo>
                <a:lnTo>
                  <a:pt x="453" y="12517"/>
                </a:lnTo>
                <a:lnTo>
                  <a:pt x="1002" y="10800"/>
                </a:lnTo>
                <a:lnTo>
                  <a:pt x="2562" y="10557"/>
                </a:lnTo>
                <a:lnTo>
                  <a:pt x="4125" y="10323"/>
                </a:lnTo>
                <a:lnTo>
                  <a:pt x="5693" y="10105"/>
                </a:lnTo>
                <a:lnTo>
                  <a:pt x="7266" y="9911"/>
                </a:lnTo>
                <a:lnTo>
                  <a:pt x="8847" y="9745"/>
                </a:lnTo>
                <a:lnTo>
                  <a:pt x="10065" y="9374"/>
                </a:lnTo>
                <a:lnTo>
                  <a:pt x="11301" y="9000"/>
                </a:lnTo>
                <a:lnTo>
                  <a:pt x="11896" y="7821"/>
                </a:lnTo>
                <a:lnTo>
                  <a:pt x="12362" y="6664"/>
                </a:lnTo>
                <a:lnTo>
                  <a:pt x="12725" y="5512"/>
                </a:lnTo>
                <a:lnTo>
                  <a:pt x="13008" y="4347"/>
                </a:lnTo>
                <a:lnTo>
                  <a:pt x="13232" y="3150"/>
                </a:lnTo>
                <a:lnTo>
                  <a:pt x="13422" y="1906"/>
                </a:lnTo>
                <a:lnTo>
                  <a:pt x="13646" y="959"/>
                </a:lnTo>
                <a:lnTo>
                  <a:pt x="13876" y="0"/>
                </a:lnTo>
                <a:close/>
              </a:path>
            </a:pathLst>
          </a:custGeom>
          <a:solidFill>
            <a:srgbClr val="827C6C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3" name="contour_08401"/>
          <p:cNvSpPr/>
          <p:nvPr/>
        </p:nvSpPr>
        <p:spPr>
          <a:xfrm>
            <a:off x="5250441" y="4708043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7" y="0"/>
                </a:lnTo>
                <a:lnTo>
                  <a:pt x="13349" y="0"/>
                </a:lnTo>
                <a:lnTo>
                  <a:pt x="15429" y="0"/>
                </a:lnTo>
                <a:lnTo>
                  <a:pt x="15429" y="1428"/>
                </a:lnTo>
                <a:lnTo>
                  <a:pt x="15429" y="2864"/>
                </a:lnTo>
                <a:lnTo>
                  <a:pt x="15429" y="4320"/>
                </a:lnTo>
                <a:lnTo>
                  <a:pt x="17468" y="4320"/>
                </a:lnTo>
                <a:lnTo>
                  <a:pt x="19520" y="4320"/>
                </a:lnTo>
                <a:lnTo>
                  <a:pt x="21600" y="4320"/>
                </a:lnTo>
                <a:lnTo>
                  <a:pt x="20677" y="5681"/>
                </a:lnTo>
                <a:lnTo>
                  <a:pt x="19730" y="7009"/>
                </a:lnTo>
                <a:lnTo>
                  <a:pt x="18764" y="8310"/>
                </a:lnTo>
                <a:lnTo>
                  <a:pt x="17771" y="9582"/>
                </a:lnTo>
                <a:lnTo>
                  <a:pt x="16752" y="10832"/>
                </a:lnTo>
                <a:lnTo>
                  <a:pt x="15709" y="12066"/>
                </a:lnTo>
                <a:lnTo>
                  <a:pt x="14636" y="13280"/>
                </a:lnTo>
                <a:lnTo>
                  <a:pt x="13531" y="14483"/>
                </a:lnTo>
                <a:lnTo>
                  <a:pt x="12392" y="15675"/>
                </a:lnTo>
                <a:lnTo>
                  <a:pt x="11223" y="16861"/>
                </a:lnTo>
                <a:lnTo>
                  <a:pt x="10016" y="18042"/>
                </a:lnTo>
                <a:lnTo>
                  <a:pt x="8773" y="19224"/>
                </a:lnTo>
                <a:lnTo>
                  <a:pt x="7492" y="20410"/>
                </a:lnTo>
                <a:lnTo>
                  <a:pt x="6171" y="21600"/>
                </a:lnTo>
                <a:lnTo>
                  <a:pt x="5298" y="20377"/>
                </a:lnTo>
                <a:lnTo>
                  <a:pt x="4425" y="19155"/>
                </a:lnTo>
                <a:lnTo>
                  <a:pt x="3549" y="17928"/>
                </a:lnTo>
                <a:lnTo>
                  <a:pt x="2669" y="16697"/>
                </a:lnTo>
                <a:lnTo>
                  <a:pt x="1784" y="15459"/>
                </a:lnTo>
                <a:lnTo>
                  <a:pt x="895" y="14215"/>
                </a:lnTo>
                <a:lnTo>
                  <a:pt x="0" y="12960"/>
                </a:lnTo>
                <a:lnTo>
                  <a:pt x="2040" y="12960"/>
                </a:lnTo>
                <a:lnTo>
                  <a:pt x="4092" y="12960"/>
                </a:lnTo>
                <a:lnTo>
                  <a:pt x="6171" y="12960"/>
                </a:lnTo>
                <a:lnTo>
                  <a:pt x="6116" y="11826"/>
                </a:lnTo>
                <a:lnTo>
                  <a:pt x="6063" y="10673"/>
                </a:lnTo>
                <a:lnTo>
                  <a:pt x="6023" y="9195"/>
                </a:lnTo>
                <a:lnTo>
                  <a:pt x="5980" y="7694"/>
                </a:lnTo>
                <a:lnTo>
                  <a:pt x="5925" y="6225"/>
                </a:lnTo>
                <a:lnTo>
                  <a:pt x="5869" y="4733"/>
                </a:lnTo>
                <a:lnTo>
                  <a:pt x="6091" y="3212"/>
                </a:lnTo>
                <a:lnTo>
                  <a:pt x="6520" y="2212"/>
                </a:lnTo>
                <a:lnTo>
                  <a:pt x="7467" y="1290"/>
                </a:lnTo>
                <a:lnTo>
                  <a:pt x="9257" y="0"/>
                </a:lnTo>
                <a:close/>
              </a:path>
            </a:pathLst>
          </a:custGeom>
          <a:solidFill>
            <a:srgbClr val="CEC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4" name="contour_08402"/>
          <p:cNvSpPr/>
          <p:nvPr/>
        </p:nvSpPr>
        <p:spPr>
          <a:xfrm>
            <a:off x="775614" y="4722618"/>
            <a:ext cx="58304" cy="432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519" y="1806"/>
                </a:lnTo>
                <a:lnTo>
                  <a:pt x="8942" y="3642"/>
                </a:lnTo>
                <a:lnTo>
                  <a:pt x="9863" y="5448"/>
                </a:lnTo>
                <a:lnTo>
                  <a:pt x="10800" y="7284"/>
                </a:lnTo>
                <a:lnTo>
                  <a:pt x="12139" y="7207"/>
                </a:lnTo>
                <a:lnTo>
                  <a:pt x="13484" y="7134"/>
                </a:lnTo>
                <a:lnTo>
                  <a:pt x="14850" y="7058"/>
                </a:lnTo>
                <a:lnTo>
                  <a:pt x="16189" y="7131"/>
                </a:lnTo>
                <a:lnTo>
                  <a:pt x="17534" y="7207"/>
                </a:lnTo>
                <a:lnTo>
                  <a:pt x="18900" y="7284"/>
                </a:lnTo>
                <a:lnTo>
                  <a:pt x="19813" y="9993"/>
                </a:lnTo>
                <a:lnTo>
                  <a:pt x="20409" y="11916"/>
                </a:lnTo>
                <a:lnTo>
                  <a:pt x="20820" y="13577"/>
                </a:lnTo>
                <a:lnTo>
                  <a:pt x="21173" y="15500"/>
                </a:lnTo>
                <a:lnTo>
                  <a:pt x="21600" y="18209"/>
                </a:lnTo>
                <a:lnTo>
                  <a:pt x="20050" y="18632"/>
                </a:lnTo>
                <a:lnTo>
                  <a:pt x="18498" y="19047"/>
                </a:lnTo>
                <a:lnTo>
                  <a:pt x="16945" y="19455"/>
                </a:lnTo>
                <a:lnTo>
                  <a:pt x="15393" y="19859"/>
                </a:lnTo>
                <a:lnTo>
                  <a:pt x="13838" y="20256"/>
                </a:lnTo>
                <a:lnTo>
                  <a:pt x="12396" y="20639"/>
                </a:lnTo>
                <a:lnTo>
                  <a:pt x="10943" y="21021"/>
                </a:lnTo>
                <a:lnTo>
                  <a:pt x="9472" y="21411"/>
                </a:lnTo>
                <a:lnTo>
                  <a:pt x="7525" y="21589"/>
                </a:lnTo>
                <a:lnTo>
                  <a:pt x="5862" y="21600"/>
                </a:lnTo>
                <a:lnTo>
                  <a:pt x="4379" y="21356"/>
                </a:lnTo>
                <a:lnTo>
                  <a:pt x="2975" y="20770"/>
                </a:lnTo>
                <a:lnTo>
                  <a:pt x="1550" y="19754"/>
                </a:lnTo>
                <a:lnTo>
                  <a:pt x="0" y="18209"/>
                </a:lnTo>
                <a:lnTo>
                  <a:pt x="22" y="15646"/>
                </a:lnTo>
                <a:lnTo>
                  <a:pt x="256" y="13162"/>
                </a:lnTo>
                <a:lnTo>
                  <a:pt x="672" y="10736"/>
                </a:lnTo>
                <a:lnTo>
                  <a:pt x="1239" y="8351"/>
                </a:lnTo>
                <a:lnTo>
                  <a:pt x="1928" y="5995"/>
                </a:lnTo>
                <a:lnTo>
                  <a:pt x="2700" y="3642"/>
                </a:lnTo>
                <a:lnTo>
                  <a:pt x="4398" y="2047"/>
                </a:lnTo>
                <a:lnTo>
                  <a:pt x="5524" y="1136"/>
                </a:lnTo>
                <a:lnTo>
                  <a:pt x="6591" y="568"/>
                </a:lnTo>
                <a:lnTo>
                  <a:pt x="8100" y="0"/>
                </a:lnTo>
                <a:close/>
              </a:path>
            </a:pathLst>
          </a:custGeom>
          <a:solidFill>
            <a:srgbClr val="28292A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5" name="contour_08403"/>
          <p:cNvSpPr/>
          <p:nvPr/>
        </p:nvSpPr>
        <p:spPr>
          <a:xfrm>
            <a:off x="10468642" y="4678891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482" y="1318"/>
                </a:lnTo>
                <a:lnTo>
                  <a:pt x="10843" y="2657"/>
                </a:lnTo>
                <a:lnTo>
                  <a:pt x="12182" y="4018"/>
                </a:lnTo>
                <a:lnTo>
                  <a:pt x="13500" y="5400"/>
                </a:lnTo>
                <a:lnTo>
                  <a:pt x="13500" y="6739"/>
                </a:lnTo>
                <a:lnTo>
                  <a:pt x="13500" y="8100"/>
                </a:lnTo>
                <a:lnTo>
                  <a:pt x="14008" y="10109"/>
                </a:lnTo>
                <a:lnTo>
                  <a:pt x="14402" y="11534"/>
                </a:lnTo>
                <a:lnTo>
                  <a:pt x="14812" y="12766"/>
                </a:lnTo>
                <a:lnTo>
                  <a:pt x="15368" y="14191"/>
                </a:lnTo>
                <a:lnTo>
                  <a:pt x="16200" y="16200"/>
                </a:lnTo>
                <a:lnTo>
                  <a:pt x="17536" y="16870"/>
                </a:lnTo>
                <a:lnTo>
                  <a:pt x="18881" y="17539"/>
                </a:lnTo>
                <a:lnTo>
                  <a:pt x="20231" y="18217"/>
                </a:lnTo>
                <a:lnTo>
                  <a:pt x="21600" y="18900"/>
                </a:lnTo>
                <a:lnTo>
                  <a:pt x="19729" y="19167"/>
                </a:lnTo>
                <a:lnTo>
                  <a:pt x="17855" y="19435"/>
                </a:lnTo>
                <a:lnTo>
                  <a:pt x="15981" y="19702"/>
                </a:lnTo>
                <a:lnTo>
                  <a:pt x="14105" y="19972"/>
                </a:lnTo>
                <a:lnTo>
                  <a:pt x="12220" y="20239"/>
                </a:lnTo>
                <a:lnTo>
                  <a:pt x="10333" y="20509"/>
                </a:lnTo>
                <a:lnTo>
                  <a:pt x="8438" y="20779"/>
                </a:lnTo>
                <a:lnTo>
                  <a:pt x="6534" y="21052"/>
                </a:lnTo>
                <a:lnTo>
                  <a:pt x="4622" y="21325"/>
                </a:lnTo>
                <a:lnTo>
                  <a:pt x="2700" y="21600"/>
                </a:lnTo>
                <a:lnTo>
                  <a:pt x="2403" y="19818"/>
                </a:lnTo>
                <a:lnTo>
                  <a:pt x="2106" y="18033"/>
                </a:lnTo>
                <a:lnTo>
                  <a:pt x="1809" y="16249"/>
                </a:lnTo>
                <a:lnTo>
                  <a:pt x="1509" y="14459"/>
                </a:lnTo>
                <a:lnTo>
                  <a:pt x="1210" y="12663"/>
                </a:lnTo>
                <a:lnTo>
                  <a:pt x="910" y="10859"/>
                </a:lnTo>
                <a:lnTo>
                  <a:pt x="607" y="9050"/>
                </a:lnTo>
                <a:lnTo>
                  <a:pt x="305" y="7231"/>
                </a:lnTo>
                <a:lnTo>
                  <a:pt x="0" y="5400"/>
                </a:lnTo>
                <a:lnTo>
                  <a:pt x="1604" y="5400"/>
                </a:lnTo>
                <a:lnTo>
                  <a:pt x="3213" y="5400"/>
                </a:lnTo>
                <a:lnTo>
                  <a:pt x="4828" y="5400"/>
                </a:lnTo>
                <a:lnTo>
                  <a:pt x="6456" y="5400"/>
                </a:lnTo>
                <a:lnTo>
                  <a:pt x="8100" y="5400"/>
                </a:lnTo>
                <a:lnTo>
                  <a:pt x="8100" y="3615"/>
                </a:lnTo>
                <a:lnTo>
                  <a:pt x="8100" y="1820"/>
                </a:lnTo>
                <a:lnTo>
                  <a:pt x="8100" y="0"/>
                </a:lnTo>
                <a:close/>
              </a:path>
            </a:pathLst>
          </a:custGeom>
          <a:solidFill>
            <a:srgbClr val="64656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6" name="contour_08404"/>
          <p:cNvSpPr/>
          <p:nvPr/>
        </p:nvSpPr>
        <p:spPr>
          <a:xfrm>
            <a:off x="7159894" y="4685231"/>
            <a:ext cx="72880" cy="446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0" y="240"/>
                </a:moveTo>
                <a:lnTo>
                  <a:pt x="14440" y="261"/>
                </a:lnTo>
                <a:lnTo>
                  <a:pt x="15669" y="289"/>
                </a:lnTo>
                <a:lnTo>
                  <a:pt x="17150" y="321"/>
                </a:lnTo>
                <a:lnTo>
                  <a:pt x="18634" y="359"/>
                </a:lnTo>
                <a:lnTo>
                  <a:pt x="20118" y="409"/>
                </a:lnTo>
                <a:lnTo>
                  <a:pt x="21600" y="458"/>
                </a:lnTo>
                <a:lnTo>
                  <a:pt x="21600" y="2784"/>
                </a:lnTo>
                <a:lnTo>
                  <a:pt x="21600" y="5130"/>
                </a:lnTo>
                <a:lnTo>
                  <a:pt x="21600" y="7505"/>
                </a:lnTo>
                <a:lnTo>
                  <a:pt x="20172" y="7505"/>
                </a:lnTo>
                <a:lnTo>
                  <a:pt x="18736" y="7505"/>
                </a:lnTo>
                <a:lnTo>
                  <a:pt x="17280" y="7505"/>
                </a:lnTo>
                <a:lnTo>
                  <a:pt x="17280" y="9831"/>
                </a:lnTo>
                <a:lnTo>
                  <a:pt x="17280" y="12178"/>
                </a:lnTo>
                <a:lnTo>
                  <a:pt x="17280" y="14553"/>
                </a:lnTo>
                <a:lnTo>
                  <a:pt x="18708" y="14553"/>
                </a:lnTo>
                <a:lnTo>
                  <a:pt x="20144" y="14553"/>
                </a:lnTo>
                <a:lnTo>
                  <a:pt x="21600" y="14553"/>
                </a:lnTo>
                <a:lnTo>
                  <a:pt x="21600" y="16878"/>
                </a:lnTo>
                <a:lnTo>
                  <a:pt x="21600" y="19225"/>
                </a:lnTo>
                <a:lnTo>
                  <a:pt x="21600" y="21600"/>
                </a:lnTo>
                <a:lnTo>
                  <a:pt x="20352" y="20508"/>
                </a:lnTo>
                <a:lnTo>
                  <a:pt x="19094" y="19412"/>
                </a:lnTo>
                <a:lnTo>
                  <a:pt x="17820" y="18295"/>
                </a:lnTo>
                <a:lnTo>
                  <a:pt x="16371" y="17157"/>
                </a:lnTo>
                <a:lnTo>
                  <a:pt x="14934" y="16107"/>
                </a:lnTo>
                <a:lnTo>
                  <a:pt x="13502" y="15155"/>
                </a:lnTo>
                <a:lnTo>
                  <a:pt x="12072" y="14299"/>
                </a:lnTo>
                <a:lnTo>
                  <a:pt x="10638" y="13541"/>
                </a:lnTo>
                <a:lnTo>
                  <a:pt x="9191" y="12879"/>
                </a:lnTo>
                <a:lnTo>
                  <a:pt x="7731" y="12319"/>
                </a:lnTo>
                <a:lnTo>
                  <a:pt x="6249" y="11857"/>
                </a:lnTo>
                <a:lnTo>
                  <a:pt x="4741" y="11494"/>
                </a:lnTo>
                <a:lnTo>
                  <a:pt x="3199" y="11237"/>
                </a:lnTo>
                <a:lnTo>
                  <a:pt x="1622" y="11078"/>
                </a:lnTo>
                <a:lnTo>
                  <a:pt x="0" y="11029"/>
                </a:lnTo>
                <a:lnTo>
                  <a:pt x="0" y="8700"/>
                </a:lnTo>
                <a:lnTo>
                  <a:pt x="0" y="6357"/>
                </a:lnTo>
                <a:lnTo>
                  <a:pt x="0" y="3982"/>
                </a:lnTo>
                <a:lnTo>
                  <a:pt x="1285" y="2505"/>
                </a:lnTo>
                <a:lnTo>
                  <a:pt x="2646" y="1434"/>
                </a:lnTo>
                <a:lnTo>
                  <a:pt x="4067" y="708"/>
                </a:lnTo>
                <a:lnTo>
                  <a:pt x="5538" y="264"/>
                </a:lnTo>
                <a:lnTo>
                  <a:pt x="7048" y="49"/>
                </a:lnTo>
                <a:lnTo>
                  <a:pt x="8584" y="0"/>
                </a:lnTo>
                <a:lnTo>
                  <a:pt x="10133" y="53"/>
                </a:lnTo>
                <a:lnTo>
                  <a:pt x="11686" y="152"/>
                </a:lnTo>
                <a:lnTo>
                  <a:pt x="13230" y="240"/>
                </a:lnTo>
                <a:close/>
              </a:path>
            </a:pathLst>
          </a:custGeom>
          <a:solidFill>
            <a:srgbClr val="B7B9B9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7" name="contour_08405"/>
          <p:cNvSpPr/>
          <p:nvPr/>
        </p:nvSpPr>
        <p:spPr>
          <a:xfrm>
            <a:off x="6970407" y="4693467"/>
            <a:ext cx="521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0" y="469"/>
                </a:lnTo>
                <a:lnTo>
                  <a:pt x="4313" y="947"/>
                </a:lnTo>
                <a:lnTo>
                  <a:pt x="6379" y="1460"/>
                </a:lnTo>
                <a:lnTo>
                  <a:pt x="8388" y="2024"/>
                </a:lnTo>
                <a:lnTo>
                  <a:pt x="10342" y="2663"/>
                </a:lnTo>
                <a:lnTo>
                  <a:pt x="12245" y="3397"/>
                </a:lnTo>
                <a:lnTo>
                  <a:pt x="14106" y="4249"/>
                </a:lnTo>
                <a:lnTo>
                  <a:pt x="15921" y="5243"/>
                </a:lnTo>
                <a:lnTo>
                  <a:pt x="17697" y="6391"/>
                </a:lnTo>
                <a:lnTo>
                  <a:pt x="19437" y="7724"/>
                </a:lnTo>
                <a:lnTo>
                  <a:pt x="21144" y="9257"/>
                </a:lnTo>
                <a:lnTo>
                  <a:pt x="21443" y="11383"/>
                </a:lnTo>
                <a:lnTo>
                  <a:pt x="21585" y="13407"/>
                </a:lnTo>
                <a:lnTo>
                  <a:pt x="21600" y="15382"/>
                </a:lnTo>
                <a:lnTo>
                  <a:pt x="21512" y="17369"/>
                </a:lnTo>
                <a:lnTo>
                  <a:pt x="21349" y="19425"/>
                </a:lnTo>
                <a:lnTo>
                  <a:pt x="21144" y="21600"/>
                </a:lnTo>
                <a:lnTo>
                  <a:pt x="19014" y="21140"/>
                </a:lnTo>
                <a:lnTo>
                  <a:pt x="16921" y="20653"/>
                </a:lnTo>
                <a:lnTo>
                  <a:pt x="14864" y="20128"/>
                </a:lnTo>
                <a:lnTo>
                  <a:pt x="12834" y="19548"/>
                </a:lnTo>
                <a:lnTo>
                  <a:pt x="10835" y="18903"/>
                </a:lnTo>
                <a:lnTo>
                  <a:pt x="8856" y="18184"/>
                </a:lnTo>
                <a:lnTo>
                  <a:pt x="6896" y="17373"/>
                </a:lnTo>
                <a:lnTo>
                  <a:pt x="4954" y="16459"/>
                </a:lnTo>
                <a:lnTo>
                  <a:pt x="3021" y="15429"/>
                </a:lnTo>
                <a:lnTo>
                  <a:pt x="2178" y="13534"/>
                </a:lnTo>
                <a:lnTo>
                  <a:pt x="1507" y="11664"/>
                </a:lnTo>
                <a:lnTo>
                  <a:pt x="985" y="9797"/>
                </a:lnTo>
                <a:lnTo>
                  <a:pt x="595" y="7924"/>
                </a:lnTo>
                <a:lnTo>
                  <a:pt x="320" y="6023"/>
                </a:lnTo>
                <a:lnTo>
                  <a:pt x="139" y="4079"/>
                </a:lnTo>
                <a:lnTo>
                  <a:pt x="39" y="2077"/>
                </a:lnTo>
                <a:lnTo>
                  <a:pt x="0" y="0"/>
                </a:lnTo>
                <a:close/>
              </a:path>
            </a:pathLst>
          </a:custGeom>
          <a:solidFill>
            <a:srgbClr val="CECFD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8" name="contour_08406"/>
          <p:cNvSpPr/>
          <p:nvPr/>
        </p:nvSpPr>
        <p:spPr>
          <a:xfrm>
            <a:off x="3734538" y="4657194"/>
            <a:ext cx="80168" cy="455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7" y="0"/>
                </a:moveTo>
                <a:lnTo>
                  <a:pt x="16353" y="297"/>
                </a:lnTo>
                <a:lnTo>
                  <a:pt x="16905" y="622"/>
                </a:lnTo>
                <a:lnTo>
                  <a:pt x="17781" y="1136"/>
                </a:lnTo>
                <a:lnTo>
                  <a:pt x="19253" y="2000"/>
                </a:lnTo>
                <a:lnTo>
                  <a:pt x="21600" y="3374"/>
                </a:lnTo>
                <a:lnTo>
                  <a:pt x="20864" y="5578"/>
                </a:lnTo>
                <a:lnTo>
                  <a:pt x="20115" y="7698"/>
                </a:lnTo>
                <a:lnTo>
                  <a:pt x="19348" y="9743"/>
                </a:lnTo>
                <a:lnTo>
                  <a:pt x="18547" y="11715"/>
                </a:lnTo>
                <a:lnTo>
                  <a:pt x="17706" y="13622"/>
                </a:lnTo>
                <a:lnTo>
                  <a:pt x="16817" y="15463"/>
                </a:lnTo>
                <a:lnTo>
                  <a:pt x="15866" y="17245"/>
                </a:lnTo>
                <a:lnTo>
                  <a:pt x="14845" y="18968"/>
                </a:lnTo>
                <a:lnTo>
                  <a:pt x="13745" y="20643"/>
                </a:lnTo>
                <a:lnTo>
                  <a:pt x="12347" y="21037"/>
                </a:lnTo>
                <a:lnTo>
                  <a:pt x="10967" y="21324"/>
                </a:lnTo>
                <a:lnTo>
                  <a:pt x="9598" y="21507"/>
                </a:lnTo>
                <a:lnTo>
                  <a:pt x="8237" y="21597"/>
                </a:lnTo>
                <a:lnTo>
                  <a:pt x="6881" y="21600"/>
                </a:lnTo>
                <a:lnTo>
                  <a:pt x="5524" y="21531"/>
                </a:lnTo>
                <a:lnTo>
                  <a:pt x="4163" y="21389"/>
                </a:lnTo>
                <a:lnTo>
                  <a:pt x="2790" y="21192"/>
                </a:lnTo>
                <a:lnTo>
                  <a:pt x="1404" y="20940"/>
                </a:lnTo>
                <a:lnTo>
                  <a:pt x="0" y="20643"/>
                </a:lnTo>
                <a:lnTo>
                  <a:pt x="501" y="19953"/>
                </a:lnTo>
                <a:lnTo>
                  <a:pt x="2009" y="17863"/>
                </a:lnTo>
                <a:lnTo>
                  <a:pt x="2887" y="16644"/>
                </a:lnTo>
                <a:lnTo>
                  <a:pt x="3768" y="15414"/>
                </a:lnTo>
                <a:lnTo>
                  <a:pt x="4664" y="14167"/>
                </a:lnTo>
                <a:lnTo>
                  <a:pt x="5532" y="12966"/>
                </a:lnTo>
                <a:lnTo>
                  <a:pt x="6403" y="11753"/>
                </a:lnTo>
                <a:lnTo>
                  <a:pt x="7287" y="10524"/>
                </a:lnTo>
                <a:lnTo>
                  <a:pt x="8540" y="8690"/>
                </a:lnTo>
                <a:lnTo>
                  <a:pt x="9402" y="7374"/>
                </a:lnTo>
                <a:lnTo>
                  <a:pt x="10095" y="6203"/>
                </a:lnTo>
                <a:lnTo>
                  <a:pt x="10835" y="4815"/>
                </a:lnTo>
                <a:lnTo>
                  <a:pt x="11843" y="2832"/>
                </a:lnTo>
                <a:lnTo>
                  <a:pt x="12976" y="1150"/>
                </a:lnTo>
                <a:lnTo>
                  <a:pt x="13771" y="297"/>
                </a:lnTo>
                <a:lnTo>
                  <a:pt x="14604" y="0"/>
                </a:lnTo>
                <a:lnTo>
                  <a:pt x="15847" y="0"/>
                </a:lnTo>
                <a:close/>
              </a:path>
            </a:pathLst>
          </a:custGeom>
          <a:solidFill>
            <a:srgbClr val="4E110D"/>
          </a:solidFill>
          <a:ln>
            <a:noFill/>
          </a:ln>
        </p:spPr>
        <p:txBody>
          <a:bodyPr/>
          <a:lstStyle/>
          <a:p/>
        </p:txBody>
      </p:sp>
      <p:sp>
        <p:nvSpPr>
          <p:cNvPr id="8409" name="contour_08407"/>
          <p:cNvSpPr/>
          <p:nvPr/>
        </p:nvSpPr>
        <p:spPr>
          <a:xfrm>
            <a:off x="10162547" y="4635163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856" y="269"/>
                </a:lnTo>
                <a:lnTo>
                  <a:pt x="9563" y="521"/>
                </a:lnTo>
                <a:lnTo>
                  <a:pt x="10379" y="809"/>
                </a:lnTo>
                <a:lnTo>
                  <a:pt x="11459" y="1193"/>
                </a:lnTo>
                <a:lnTo>
                  <a:pt x="12963" y="1728"/>
                </a:lnTo>
                <a:lnTo>
                  <a:pt x="15047" y="2470"/>
                </a:lnTo>
                <a:lnTo>
                  <a:pt x="17874" y="3475"/>
                </a:lnTo>
                <a:lnTo>
                  <a:pt x="21600" y="4800"/>
                </a:lnTo>
                <a:lnTo>
                  <a:pt x="20228" y="7584"/>
                </a:lnTo>
                <a:lnTo>
                  <a:pt x="19213" y="9617"/>
                </a:lnTo>
                <a:lnTo>
                  <a:pt x="18463" y="11066"/>
                </a:lnTo>
                <a:lnTo>
                  <a:pt x="17879" y="12101"/>
                </a:lnTo>
                <a:lnTo>
                  <a:pt x="17372" y="12890"/>
                </a:lnTo>
                <a:lnTo>
                  <a:pt x="16843" y="13601"/>
                </a:lnTo>
                <a:lnTo>
                  <a:pt x="16200" y="14400"/>
                </a:lnTo>
                <a:lnTo>
                  <a:pt x="14415" y="14400"/>
                </a:lnTo>
                <a:lnTo>
                  <a:pt x="12620" y="14400"/>
                </a:lnTo>
                <a:lnTo>
                  <a:pt x="10800" y="14400"/>
                </a:lnTo>
                <a:lnTo>
                  <a:pt x="9968" y="16186"/>
                </a:lnTo>
                <a:lnTo>
                  <a:pt x="9412" y="17453"/>
                </a:lnTo>
                <a:lnTo>
                  <a:pt x="9002" y="18547"/>
                </a:lnTo>
                <a:lnTo>
                  <a:pt x="8608" y="19814"/>
                </a:lnTo>
                <a:lnTo>
                  <a:pt x="8100" y="21600"/>
                </a:lnTo>
                <a:lnTo>
                  <a:pt x="6764" y="20412"/>
                </a:lnTo>
                <a:lnTo>
                  <a:pt x="5424" y="19222"/>
                </a:lnTo>
                <a:lnTo>
                  <a:pt x="4080" y="18026"/>
                </a:lnTo>
                <a:lnTo>
                  <a:pt x="2730" y="16826"/>
                </a:lnTo>
                <a:lnTo>
                  <a:pt x="1372" y="15619"/>
                </a:lnTo>
                <a:lnTo>
                  <a:pt x="0" y="14400"/>
                </a:lnTo>
                <a:lnTo>
                  <a:pt x="594" y="14333"/>
                </a:lnTo>
                <a:lnTo>
                  <a:pt x="1644" y="14218"/>
                </a:lnTo>
                <a:lnTo>
                  <a:pt x="4050" y="13949"/>
                </a:lnTo>
                <a:lnTo>
                  <a:pt x="5389" y="13306"/>
                </a:lnTo>
                <a:lnTo>
                  <a:pt x="6734" y="12658"/>
                </a:lnTo>
                <a:lnTo>
                  <a:pt x="8100" y="12000"/>
                </a:lnTo>
                <a:lnTo>
                  <a:pt x="8367" y="10248"/>
                </a:lnTo>
                <a:lnTo>
                  <a:pt x="8510" y="8546"/>
                </a:lnTo>
                <a:lnTo>
                  <a:pt x="8548" y="6871"/>
                </a:lnTo>
                <a:lnTo>
                  <a:pt x="8502" y="5201"/>
                </a:lnTo>
                <a:lnTo>
                  <a:pt x="8400" y="3514"/>
                </a:lnTo>
                <a:lnTo>
                  <a:pt x="8257" y="1788"/>
                </a:lnTo>
                <a:lnTo>
                  <a:pt x="8100" y="0"/>
                </a:lnTo>
                <a:close/>
              </a:path>
            </a:pathLst>
          </a:custGeom>
          <a:solidFill>
            <a:srgbClr val="A3A7A8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0" name="contour_08408"/>
          <p:cNvSpPr/>
          <p:nvPr/>
        </p:nvSpPr>
        <p:spPr>
          <a:xfrm>
            <a:off x="5141092" y="4656801"/>
            <a:ext cx="51045" cy="53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35" y="0"/>
                </a:moveTo>
                <a:lnTo>
                  <a:pt x="12095" y="320"/>
                </a:lnTo>
                <a:lnTo>
                  <a:pt x="14063" y="664"/>
                </a:lnTo>
                <a:lnTo>
                  <a:pt x="15969" y="1069"/>
                </a:lnTo>
                <a:lnTo>
                  <a:pt x="17841" y="1576"/>
                </a:lnTo>
                <a:lnTo>
                  <a:pt x="19710" y="2225"/>
                </a:lnTo>
                <a:lnTo>
                  <a:pt x="21600" y="3054"/>
                </a:lnTo>
                <a:lnTo>
                  <a:pt x="21600" y="5010"/>
                </a:lnTo>
                <a:lnTo>
                  <a:pt x="21600" y="6983"/>
                </a:lnTo>
                <a:lnTo>
                  <a:pt x="21600" y="8980"/>
                </a:lnTo>
                <a:lnTo>
                  <a:pt x="19562" y="8980"/>
                </a:lnTo>
                <a:lnTo>
                  <a:pt x="17511" y="8980"/>
                </a:lnTo>
                <a:lnTo>
                  <a:pt x="15432" y="8980"/>
                </a:lnTo>
                <a:lnTo>
                  <a:pt x="15432" y="10935"/>
                </a:lnTo>
                <a:lnTo>
                  <a:pt x="15432" y="12893"/>
                </a:lnTo>
                <a:lnTo>
                  <a:pt x="15432" y="14860"/>
                </a:lnTo>
                <a:lnTo>
                  <a:pt x="15432" y="16836"/>
                </a:lnTo>
                <a:lnTo>
                  <a:pt x="15432" y="18824"/>
                </a:lnTo>
                <a:lnTo>
                  <a:pt x="15432" y="20830"/>
                </a:lnTo>
                <a:lnTo>
                  <a:pt x="11926" y="21256"/>
                </a:lnTo>
                <a:lnTo>
                  <a:pt x="9458" y="21514"/>
                </a:lnTo>
                <a:lnTo>
                  <a:pt x="7682" y="21600"/>
                </a:lnTo>
                <a:lnTo>
                  <a:pt x="6257" y="21514"/>
                </a:lnTo>
                <a:lnTo>
                  <a:pt x="4845" y="21256"/>
                </a:lnTo>
                <a:lnTo>
                  <a:pt x="3096" y="20830"/>
                </a:lnTo>
                <a:lnTo>
                  <a:pt x="1890" y="18963"/>
                </a:lnTo>
                <a:lnTo>
                  <a:pt x="1030" y="17097"/>
                </a:lnTo>
                <a:lnTo>
                  <a:pt x="460" y="15201"/>
                </a:lnTo>
                <a:lnTo>
                  <a:pt x="133" y="13240"/>
                </a:lnTo>
                <a:lnTo>
                  <a:pt x="0" y="11178"/>
                </a:lnTo>
                <a:lnTo>
                  <a:pt x="12" y="8980"/>
                </a:lnTo>
                <a:lnTo>
                  <a:pt x="867" y="6675"/>
                </a:lnTo>
                <a:lnTo>
                  <a:pt x="1727" y="4708"/>
                </a:lnTo>
                <a:lnTo>
                  <a:pt x="2705" y="3078"/>
                </a:lnTo>
                <a:lnTo>
                  <a:pt x="3914" y="1786"/>
                </a:lnTo>
                <a:lnTo>
                  <a:pt x="5465" y="841"/>
                </a:lnTo>
                <a:lnTo>
                  <a:pt x="7469" y="246"/>
                </a:lnTo>
                <a:lnTo>
                  <a:pt x="10035" y="0"/>
                </a:lnTo>
                <a:close/>
              </a:path>
            </a:pathLst>
          </a:custGeom>
          <a:solidFill>
            <a:srgbClr val="E8E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1" name="contour_08409"/>
          <p:cNvSpPr/>
          <p:nvPr/>
        </p:nvSpPr>
        <p:spPr>
          <a:xfrm>
            <a:off x="10016787" y="4641977"/>
            <a:ext cx="60228" cy="587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10" y="174"/>
                </a:moveTo>
                <a:lnTo>
                  <a:pt x="21294" y="3270"/>
                </a:lnTo>
                <a:lnTo>
                  <a:pt x="21524" y="5448"/>
                </a:lnTo>
                <a:lnTo>
                  <a:pt x="21600" y="6998"/>
                </a:lnTo>
                <a:lnTo>
                  <a:pt x="21524" y="8225"/>
                </a:lnTo>
                <a:lnTo>
                  <a:pt x="21294" y="9422"/>
                </a:lnTo>
                <a:lnTo>
                  <a:pt x="20910" y="10887"/>
                </a:lnTo>
                <a:lnTo>
                  <a:pt x="19235" y="11715"/>
                </a:lnTo>
                <a:lnTo>
                  <a:pt x="17551" y="12341"/>
                </a:lnTo>
                <a:lnTo>
                  <a:pt x="15842" y="12802"/>
                </a:lnTo>
                <a:lnTo>
                  <a:pt x="14096" y="13134"/>
                </a:lnTo>
                <a:lnTo>
                  <a:pt x="12306" y="13378"/>
                </a:lnTo>
                <a:lnTo>
                  <a:pt x="10455" y="13565"/>
                </a:lnTo>
                <a:lnTo>
                  <a:pt x="11103" y="14891"/>
                </a:lnTo>
                <a:lnTo>
                  <a:pt x="11751" y="16222"/>
                </a:lnTo>
                <a:lnTo>
                  <a:pt x="12407" y="17564"/>
                </a:lnTo>
                <a:lnTo>
                  <a:pt x="13069" y="18922"/>
                </a:lnTo>
                <a:lnTo>
                  <a:pt x="11451" y="19254"/>
                </a:lnTo>
                <a:lnTo>
                  <a:pt x="9833" y="19586"/>
                </a:lnTo>
                <a:lnTo>
                  <a:pt x="8210" y="19918"/>
                </a:lnTo>
                <a:lnTo>
                  <a:pt x="6584" y="20250"/>
                </a:lnTo>
                <a:lnTo>
                  <a:pt x="4950" y="20585"/>
                </a:lnTo>
                <a:lnTo>
                  <a:pt x="3309" y="20922"/>
                </a:lnTo>
                <a:lnTo>
                  <a:pt x="1660" y="21260"/>
                </a:lnTo>
                <a:lnTo>
                  <a:pt x="0" y="21600"/>
                </a:lnTo>
                <a:lnTo>
                  <a:pt x="883" y="18217"/>
                </a:lnTo>
                <a:lnTo>
                  <a:pt x="1641" y="15381"/>
                </a:lnTo>
                <a:lnTo>
                  <a:pt x="2297" y="13019"/>
                </a:lnTo>
                <a:lnTo>
                  <a:pt x="2891" y="11064"/>
                </a:lnTo>
                <a:lnTo>
                  <a:pt x="3448" y="9449"/>
                </a:lnTo>
                <a:lnTo>
                  <a:pt x="4002" y="8102"/>
                </a:lnTo>
                <a:lnTo>
                  <a:pt x="4582" y="6955"/>
                </a:lnTo>
                <a:lnTo>
                  <a:pt x="5220" y="5943"/>
                </a:lnTo>
                <a:lnTo>
                  <a:pt x="5949" y="4995"/>
                </a:lnTo>
                <a:lnTo>
                  <a:pt x="6798" y="4041"/>
                </a:lnTo>
                <a:lnTo>
                  <a:pt x="7802" y="3016"/>
                </a:lnTo>
                <a:lnTo>
                  <a:pt x="8986" y="1848"/>
                </a:lnTo>
                <a:lnTo>
                  <a:pt x="10766" y="1173"/>
                </a:lnTo>
                <a:lnTo>
                  <a:pt x="12434" y="662"/>
                </a:lnTo>
                <a:lnTo>
                  <a:pt x="14041" y="303"/>
                </a:lnTo>
                <a:lnTo>
                  <a:pt x="15641" y="86"/>
                </a:lnTo>
                <a:lnTo>
                  <a:pt x="17285" y="0"/>
                </a:lnTo>
                <a:lnTo>
                  <a:pt x="19025" y="32"/>
                </a:lnTo>
                <a:lnTo>
                  <a:pt x="20910" y="174"/>
                </a:lnTo>
                <a:close/>
              </a:path>
            </a:pathLst>
          </a:custGeom>
          <a:solidFill>
            <a:srgbClr val="E8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2" name="contour_08410"/>
          <p:cNvSpPr/>
          <p:nvPr/>
        </p:nvSpPr>
        <p:spPr>
          <a:xfrm>
            <a:off x="4288426" y="4642451"/>
            <a:ext cx="72880" cy="385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56" y="625"/>
                </a:lnTo>
                <a:lnTo>
                  <a:pt x="5901" y="1180"/>
                </a:lnTo>
                <a:lnTo>
                  <a:pt x="8273" y="1691"/>
                </a:lnTo>
                <a:lnTo>
                  <a:pt x="10310" y="2181"/>
                </a:lnTo>
                <a:lnTo>
                  <a:pt x="12051" y="2667"/>
                </a:lnTo>
                <a:lnTo>
                  <a:pt x="13532" y="3174"/>
                </a:lnTo>
                <a:lnTo>
                  <a:pt x="14796" y="3725"/>
                </a:lnTo>
                <a:lnTo>
                  <a:pt x="15878" y="4338"/>
                </a:lnTo>
                <a:lnTo>
                  <a:pt x="16816" y="5036"/>
                </a:lnTo>
                <a:lnTo>
                  <a:pt x="17652" y="5845"/>
                </a:lnTo>
                <a:lnTo>
                  <a:pt x="18418" y="6781"/>
                </a:lnTo>
                <a:lnTo>
                  <a:pt x="19159" y="7867"/>
                </a:lnTo>
                <a:lnTo>
                  <a:pt x="19911" y="9129"/>
                </a:lnTo>
                <a:lnTo>
                  <a:pt x="20712" y="10584"/>
                </a:lnTo>
                <a:lnTo>
                  <a:pt x="21600" y="12254"/>
                </a:lnTo>
                <a:lnTo>
                  <a:pt x="21600" y="14954"/>
                </a:lnTo>
                <a:lnTo>
                  <a:pt x="21600" y="17670"/>
                </a:lnTo>
                <a:lnTo>
                  <a:pt x="21600" y="20424"/>
                </a:lnTo>
                <a:lnTo>
                  <a:pt x="18550" y="20848"/>
                </a:lnTo>
                <a:lnTo>
                  <a:pt x="15993" y="21183"/>
                </a:lnTo>
                <a:lnTo>
                  <a:pt x="13867" y="21428"/>
                </a:lnTo>
                <a:lnTo>
                  <a:pt x="12109" y="21571"/>
                </a:lnTo>
                <a:lnTo>
                  <a:pt x="10660" y="21600"/>
                </a:lnTo>
                <a:lnTo>
                  <a:pt x="9459" y="21510"/>
                </a:lnTo>
                <a:lnTo>
                  <a:pt x="8443" y="21290"/>
                </a:lnTo>
                <a:lnTo>
                  <a:pt x="7556" y="20934"/>
                </a:lnTo>
                <a:lnTo>
                  <a:pt x="6731" y="20436"/>
                </a:lnTo>
                <a:lnTo>
                  <a:pt x="5908" y="19782"/>
                </a:lnTo>
                <a:lnTo>
                  <a:pt x="5031" y="18965"/>
                </a:lnTo>
                <a:lnTo>
                  <a:pt x="4033" y="17981"/>
                </a:lnTo>
                <a:lnTo>
                  <a:pt x="3167" y="16380"/>
                </a:lnTo>
                <a:lnTo>
                  <a:pt x="2523" y="15069"/>
                </a:lnTo>
                <a:lnTo>
                  <a:pt x="1909" y="13578"/>
                </a:lnTo>
                <a:lnTo>
                  <a:pt x="1134" y="11433"/>
                </a:lnTo>
                <a:lnTo>
                  <a:pt x="0" y="8169"/>
                </a:lnTo>
                <a:lnTo>
                  <a:pt x="0" y="5469"/>
                </a:lnTo>
                <a:lnTo>
                  <a:pt x="0" y="2753"/>
                </a:lnTo>
                <a:lnTo>
                  <a:pt x="0" y="0"/>
                </a:lnTo>
                <a:close/>
              </a:path>
            </a:pathLst>
          </a:custGeom>
          <a:solidFill>
            <a:srgbClr val="EEE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3" name="contour_08411"/>
          <p:cNvSpPr/>
          <p:nvPr/>
        </p:nvSpPr>
        <p:spPr>
          <a:xfrm>
            <a:off x="8304109" y="4620587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2587" y="651"/>
                </a:lnTo>
                <a:lnTo>
                  <a:pt x="3149" y="2616"/>
                </a:lnTo>
                <a:lnTo>
                  <a:pt x="4154" y="4239"/>
                </a:lnTo>
                <a:lnTo>
                  <a:pt x="5006" y="5168"/>
                </a:lnTo>
                <a:lnTo>
                  <a:pt x="6166" y="5748"/>
                </a:lnTo>
                <a:lnTo>
                  <a:pt x="8100" y="6329"/>
                </a:lnTo>
                <a:lnTo>
                  <a:pt x="9389" y="6466"/>
                </a:lnTo>
                <a:lnTo>
                  <a:pt x="10685" y="6607"/>
                </a:lnTo>
                <a:lnTo>
                  <a:pt x="12000" y="6750"/>
                </a:lnTo>
                <a:lnTo>
                  <a:pt x="13930" y="6963"/>
                </a:lnTo>
                <a:lnTo>
                  <a:pt x="15269" y="7139"/>
                </a:lnTo>
                <a:lnTo>
                  <a:pt x="16363" y="7344"/>
                </a:lnTo>
                <a:lnTo>
                  <a:pt x="17558" y="7644"/>
                </a:lnTo>
                <a:lnTo>
                  <a:pt x="19200" y="8100"/>
                </a:lnTo>
                <a:lnTo>
                  <a:pt x="20244" y="9596"/>
                </a:lnTo>
                <a:lnTo>
                  <a:pt x="20844" y="10657"/>
                </a:lnTo>
                <a:lnTo>
                  <a:pt x="21218" y="11791"/>
                </a:lnTo>
                <a:lnTo>
                  <a:pt x="21600" y="13500"/>
                </a:lnTo>
                <a:lnTo>
                  <a:pt x="20640" y="15366"/>
                </a:lnTo>
                <a:lnTo>
                  <a:pt x="19922" y="16724"/>
                </a:lnTo>
                <a:lnTo>
                  <a:pt x="19310" y="17804"/>
                </a:lnTo>
                <a:lnTo>
                  <a:pt x="18677" y="18824"/>
                </a:lnTo>
                <a:lnTo>
                  <a:pt x="17885" y="20015"/>
                </a:lnTo>
                <a:lnTo>
                  <a:pt x="16800" y="21600"/>
                </a:lnTo>
                <a:lnTo>
                  <a:pt x="15595" y="21022"/>
                </a:lnTo>
                <a:lnTo>
                  <a:pt x="14393" y="20436"/>
                </a:lnTo>
                <a:lnTo>
                  <a:pt x="13195" y="19840"/>
                </a:lnTo>
                <a:lnTo>
                  <a:pt x="12000" y="19238"/>
                </a:lnTo>
                <a:lnTo>
                  <a:pt x="10661" y="18579"/>
                </a:lnTo>
                <a:lnTo>
                  <a:pt x="9300" y="17909"/>
                </a:lnTo>
                <a:lnTo>
                  <a:pt x="8256" y="17061"/>
                </a:lnTo>
                <a:lnTo>
                  <a:pt x="7200" y="16200"/>
                </a:lnTo>
                <a:lnTo>
                  <a:pt x="7200" y="14415"/>
                </a:lnTo>
                <a:lnTo>
                  <a:pt x="7200" y="12620"/>
                </a:lnTo>
                <a:lnTo>
                  <a:pt x="7200" y="10800"/>
                </a:lnTo>
                <a:lnTo>
                  <a:pt x="5774" y="10800"/>
                </a:lnTo>
                <a:lnTo>
                  <a:pt x="4344" y="10800"/>
                </a:lnTo>
                <a:lnTo>
                  <a:pt x="2909" y="10800"/>
                </a:lnTo>
                <a:lnTo>
                  <a:pt x="1462" y="10800"/>
                </a:lnTo>
                <a:lnTo>
                  <a:pt x="0" y="10800"/>
                </a:lnTo>
                <a:lnTo>
                  <a:pt x="396" y="9018"/>
                </a:lnTo>
                <a:lnTo>
                  <a:pt x="792" y="7233"/>
                </a:lnTo>
                <a:lnTo>
                  <a:pt x="1190" y="5440"/>
                </a:lnTo>
                <a:lnTo>
                  <a:pt x="1591" y="3640"/>
                </a:lnTo>
                <a:lnTo>
                  <a:pt x="1994" y="1828"/>
                </a:lnTo>
                <a:lnTo>
                  <a:pt x="2400" y="0"/>
                </a:lnTo>
                <a:close/>
              </a:path>
            </a:pathLst>
          </a:custGeom>
          <a:solidFill>
            <a:srgbClr val="C5B174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4" name="contour_08412"/>
          <p:cNvSpPr/>
          <p:nvPr/>
        </p:nvSpPr>
        <p:spPr>
          <a:xfrm>
            <a:off x="7843923" y="4606011"/>
            <a:ext cx="4056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97" y="0"/>
                </a:moveTo>
                <a:lnTo>
                  <a:pt x="14661" y="305"/>
                </a:lnTo>
                <a:lnTo>
                  <a:pt x="16291" y="631"/>
                </a:lnTo>
                <a:lnTo>
                  <a:pt x="17816" y="1182"/>
                </a:lnTo>
                <a:lnTo>
                  <a:pt x="19958" y="2160"/>
                </a:lnTo>
                <a:lnTo>
                  <a:pt x="20630" y="3629"/>
                </a:lnTo>
                <a:lnTo>
                  <a:pt x="21123" y="5076"/>
                </a:lnTo>
                <a:lnTo>
                  <a:pt x="21445" y="6508"/>
                </a:lnTo>
                <a:lnTo>
                  <a:pt x="21600" y="7929"/>
                </a:lnTo>
                <a:lnTo>
                  <a:pt x="21588" y="9346"/>
                </a:lnTo>
                <a:lnTo>
                  <a:pt x="21418" y="10768"/>
                </a:lnTo>
                <a:lnTo>
                  <a:pt x="21088" y="12200"/>
                </a:lnTo>
                <a:lnTo>
                  <a:pt x="20599" y="13649"/>
                </a:lnTo>
                <a:lnTo>
                  <a:pt x="19958" y="15120"/>
                </a:lnTo>
                <a:lnTo>
                  <a:pt x="18006" y="16094"/>
                </a:lnTo>
                <a:lnTo>
                  <a:pt x="16020" y="16980"/>
                </a:lnTo>
                <a:lnTo>
                  <a:pt x="13986" y="17790"/>
                </a:lnTo>
                <a:lnTo>
                  <a:pt x="11906" y="18533"/>
                </a:lnTo>
                <a:lnTo>
                  <a:pt x="9768" y="19218"/>
                </a:lnTo>
                <a:lnTo>
                  <a:pt x="7571" y="19859"/>
                </a:lnTo>
                <a:lnTo>
                  <a:pt x="5305" y="20462"/>
                </a:lnTo>
                <a:lnTo>
                  <a:pt x="2969" y="21038"/>
                </a:lnTo>
                <a:lnTo>
                  <a:pt x="555" y="21600"/>
                </a:lnTo>
                <a:lnTo>
                  <a:pt x="299" y="19874"/>
                </a:lnTo>
                <a:lnTo>
                  <a:pt x="109" y="18224"/>
                </a:lnTo>
                <a:lnTo>
                  <a:pt x="4" y="16641"/>
                </a:lnTo>
                <a:lnTo>
                  <a:pt x="0" y="15118"/>
                </a:lnTo>
                <a:lnTo>
                  <a:pt x="113" y="13645"/>
                </a:lnTo>
                <a:lnTo>
                  <a:pt x="353" y="12213"/>
                </a:lnTo>
                <a:lnTo>
                  <a:pt x="741" y="10815"/>
                </a:lnTo>
                <a:lnTo>
                  <a:pt x="1292" y="9439"/>
                </a:lnTo>
                <a:lnTo>
                  <a:pt x="2022" y="8081"/>
                </a:lnTo>
                <a:lnTo>
                  <a:pt x="2945" y="6731"/>
                </a:lnTo>
                <a:lnTo>
                  <a:pt x="4079" y="5376"/>
                </a:lnTo>
                <a:lnTo>
                  <a:pt x="5437" y="4013"/>
                </a:lnTo>
                <a:lnTo>
                  <a:pt x="7036" y="2633"/>
                </a:lnTo>
                <a:lnTo>
                  <a:pt x="8891" y="1223"/>
                </a:lnTo>
                <a:lnTo>
                  <a:pt x="9713" y="920"/>
                </a:lnTo>
                <a:lnTo>
                  <a:pt x="12197" y="0"/>
                </a:lnTo>
                <a:close/>
              </a:path>
            </a:pathLst>
          </a:custGeom>
          <a:solidFill>
            <a:srgbClr val="A5A295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5" name="contour_08413"/>
          <p:cNvSpPr/>
          <p:nvPr/>
        </p:nvSpPr>
        <p:spPr>
          <a:xfrm>
            <a:off x="5330608" y="4591435"/>
            <a:ext cx="8016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211" y="264"/>
                </a:lnTo>
                <a:lnTo>
                  <a:pt x="4455" y="532"/>
                </a:lnTo>
                <a:lnTo>
                  <a:pt x="5700" y="806"/>
                </a:lnTo>
                <a:lnTo>
                  <a:pt x="6945" y="1091"/>
                </a:lnTo>
                <a:lnTo>
                  <a:pt x="8188" y="1381"/>
                </a:lnTo>
                <a:lnTo>
                  <a:pt x="9433" y="1676"/>
                </a:lnTo>
                <a:lnTo>
                  <a:pt x="10678" y="1977"/>
                </a:lnTo>
                <a:lnTo>
                  <a:pt x="11301" y="2098"/>
                </a:lnTo>
                <a:lnTo>
                  <a:pt x="13182" y="2472"/>
                </a:lnTo>
                <a:lnTo>
                  <a:pt x="13777" y="2625"/>
                </a:lnTo>
                <a:lnTo>
                  <a:pt x="15579" y="3089"/>
                </a:lnTo>
                <a:lnTo>
                  <a:pt x="16675" y="3336"/>
                </a:lnTo>
                <a:lnTo>
                  <a:pt x="17791" y="3589"/>
                </a:lnTo>
                <a:lnTo>
                  <a:pt x="19136" y="4970"/>
                </a:lnTo>
                <a:lnTo>
                  <a:pt x="19935" y="6810"/>
                </a:lnTo>
                <a:lnTo>
                  <a:pt x="20871" y="10679"/>
                </a:lnTo>
                <a:lnTo>
                  <a:pt x="21233" y="13225"/>
                </a:lnTo>
                <a:lnTo>
                  <a:pt x="21600" y="15813"/>
                </a:lnTo>
                <a:lnTo>
                  <a:pt x="20418" y="17520"/>
                </a:lnTo>
                <a:lnTo>
                  <a:pt x="19303" y="18901"/>
                </a:lnTo>
                <a:lnTo>
                  <a:pt x="18215" y="19971"/>
                </a:lnTo>
                <a:lnTo>
                  <a:pt x="17121" y="20757"/>
                </a:lnTo>
                <a:lnTo>
                  <a:pt x="15982" y="21278"/>
                </a:lnTo>
                <a:lnTo>
                  <a:pt x="14763" y="21547"/>
                </a:lnTo>
                <a:lnTo>
                  <a:pt x="13423" y="21600"/>
                </a:lnTo>
                <a:lnTo>
                  <a:pt x="12243" y="21574"/>
                </a:lnTo>
                <a:lnTo>
                  <a:pt x="11045" y="21547"/>
                </a:lnTo>
                <a:lnTo>
                  <a:pt x="9828" y="21479"/>
                </a:lnTo>
                <a:lnTo>
                  <a:pt x="8591" y="21410"/>
                </a:lnTo>
                <a:lnTo>
                  <a:pt x="7350" y="21379"/>
                </a:lnTo>
                <a:lnTo>
                  <a:pt x="6091" y="21342"/>
                </a:lnTo>
                <a:lnTo>
                  <a:pt x="4874" y="21300"/>
                </a:lnTo>
                <a:lnTo>
                  <a:pt x="3654" y="21252"/>
                </a:lnTo>
                <a:lnTo>
                  <a:pt x="2437" y="21199"/>
                </a:lnTo>
                <a:lnTo>
                  <a:pt x="1217" y="21141"/>
                </a:lnTo>
                <a:lnTo>
                  <a:pt x="0" y="21083"/>
                </a:lnTo>
                <a:lnTo>
                  <a:pt x="324" y="17605"/>
                </a:lnTo>
                <a:lnTo>
                  <a:pt x="648" y="14121"/>
                </a:lnTo>
                <a:lnTo>
                  <a:pt x="974" y="10621"/>
                </a:lnTo>
                <a:lnTo>
                  <a:pt x="1302" y="7105"/>
                </a:lnTo>
                <a:lnTo>
                  <a:pt x="1632" y="3568"/>
                </a:lnTo>
                <a:lnTo>
                  <a:pt x="1964" y="0"/>
                </a:lnTo>
                <a:close/>
              </a:path>
            </a:pathLst>
          </a:custGeom>
          <a:solidFill>
            <a:srgbClr val="EDF0F4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6" name="contour_08414"/>
          <p:cNvSpPr/>
          <p:nvPr/>
        </p:nvSpPr>
        <p:spPr>
          <a:xfrm>
            <a:off x="3639794" y="4569571"/>
            <a:ext cx="58304" cy="524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645" y="1698"/>
                </a:lnTo>
                <a:lnTo>
                  <a:pt x="15792" y="3396"/>
                </a:lnTo>
                <a:lnTo>
                  <a:pt x="16942" y="5101"/>
                </a:lnTo>
                <a:lnTo>
                  <a:pt x="18098" y="6811"/>
                </a:lnTo>
                <a:lnTo>
                  <a:pt x="19256" y="8530"/>
                </a:lnTo>
                <a:lnTo>
                  <a:pt x="20425" y="10258"/>
                </a:lnTo>
                <a:lnTo>
                  <a:pt x="21600" y="12002"/>
                </a:lnTo>
                <a:lnTo>
                  <a:pt x="19548" y="14867"/>
                </a:lnTo>
                <a:lnTo>
                  <a:pt x="17939" y="17033"/>
                </a:lnTo>
                <a:lnTo>
                  <a:pt x="16637" y="18609"/>
                </a:lnTo>
                <a:lnTo>
                  <a:pt x="15506" y="19710"/>
                </a:lnTo>
                <a:lnTo>
                  <a:pt x="14410" y="20445"/>
                </a:lnTo>
                <a:lnTo>
                  <a:pt x="13211" y="20931"/>
                </a:lnTo>
                <a:lnTo>
                  <a:pt x="11772" y="21279"/>
                </a:lnTo>
                <a:lnTo>
                  <a:pt x="9958" y="21600"/>
                </a:lnTo>
                <a:lnTo>
                  <a:pt x="8286" y="21573"/>
                </a:lnTo>
                <a:lnTo>
                  <a:pt x="6626" y="21519"/>
                </a:lnTo>
                <a:lnTo>
                  <a:pt x="4971" y="21438"/>
                </a:lnTo>
                <a:lnTo>
                  <a:pt x="3318" y="21327"/>
                </a:lnTo>
                <a:lnTo>
                  <a:pt x="1661" y="21183"/>
                </a:lnTo>
                <a:lnTo>
                  <a:pt x="0" y="21003"/>
                </a:lnTo>
                <a:lnTo>
                  <a:pt x="821" y="19023"/>
                </a:lnTo>
                <a:lnTo>
                  <a:pt x="1650" y="17141"/>
                </a:lnTo>
                <a:lnTo>
                  <a:pt x="2492" y="15350"/>
                </a:lnTo>
                <a:lnTo>
                  <a:pt x="3356" y="13637"/>
                </a:lnTo>
                <a:lnTo>
                  <a:pt x="4252" y="11993"/>
                </a:lnTo>
                <a:lnTo>
                  <a:pt x="5187" y="10408"/>
                </a:lnTo>
                <a:lnTo>
                  <a:pt x="6167" y="8866"/>
                </a:lnTo>
                <a:lnTo>
                  <a:pt x="7204" y="7363"/>
                </a:lnTo>
                <a:lnTo>
                  <a:pt x="8305" y="5884"/>
                </a:lnTo>
                <a:lnTo>
                  <a:pt x="9477" y="4417"/>
                </a:lnTo>
                <a:lnTo>
                  <a:pt x="10727" y="2955"/>
                </a:lnTo>
                <a:lnTo>
                  <a:pt x="12066" y="1488"/>
                </a:lnTo>
                <a:lnTo>
                  <a:pt x="13500" y="0"/>
                </a:lnTo>
                <a:close/>
              </a:path>
            </a:pathLst>
          </a:custGeom>
          <a:solidFill>
            <a:srgbClr val="EC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7" name="contour_08415"/>
          <p:cNvSpPr/>
          <p:nvPr/>
        </p:nvSpPr>
        <p:spPr>
          <a:xfrm>
            <a:off x="6767035" y="4576859"/>
            <a:ext cx="58020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55" y="0"/>
                </a:moveTo>
                <a:lnTo>
                  <a:pt x="4360" y="514"/>
                </a:lnTo>
                <a:lnTo>
                  <a:pt x="6181" y="1081"/>
                </a:lnTo>
                <a:lnTo>
                  <a:pt x="7955" y="1714"/>
                </a:lnTo>
                <a:lnTo>
                  <a:pt x="9711" y="2420"/>
                </a:lnTo>
                <a:lnTo>
                  <a:pt x="11485" y="3208"/>
                </a:lnTo>
                <a:lnTo>
                  <a:pt x="13308" y="4081"/>
                </a:lnTo>
                <a:lnTo>
                  <a:pt x="14006" y="4305"/>
                </a:lnTo>
                <a:lnTo>
                  <a:pt x="15237" y="4701"/>
                </a:lnTo>
                <a:lnTo>
                  <a:pt x="18057" y="5611"/>
                </a:lnTo>
                <a:lnTo>
                  <a:pt x="19739" y="6876"/>
                </a:lnTo>
                <a:lnTo>
                  <a:pt x="21448" y="8162"/>
                </a:lnTo>
                <a:lnTo>
                  <a:pt x="21548" y="11275"/>
                </a:lnTo>
                <a:lnTo>
                  <a:pt x="21600" y="13467"/>
                </a:lnTo>
                <a:lnTo>
                  <a:pt x="21600" y="15328"/>
                </a:lnTo>
                <a:lnTo>
                  <a:pt x="21548" y="17446"/>
                </a:lnTo>
                <a:lnTo>
                  <a:pt x="21448" y="20404"/>
                </a:lnTo>
                <a:lnTo>
                  <a:pt x="19584" y="20592"/>
                </a:lnTo>
                <a:lnTo>
                  <a:pt x="17720" y="20759"/>
                </a:lnTo>
                <a:lnTo>
                  <a:pt x="15853" y="20910"/>
                </a:lnTo>
                <a:lnTo>
                  <a:pt x="13987" y="21045"/>
                </a:lnTo>
                <a:lnTo>
                  <a:pt x="12120" y="21172"/>
                </a:lnTo>
                <a:lnTo>
                  <a:pt x="11349" y="21233"/>
                </a:lnTo>
                <a:lnTo>
                  <a:pt x="9990" y="21343"/>
                </a:lnTo>
                <a:lnTo>
                  <a:pt x="6875" y="21600"/>
                </a:lnTo>
                <a:lnTo>
                  <a:pt x="5416" y="21204"/>
                </a:lnTo>
                <a:lnTo>
                  <a:pt x="3945" y="20808"/>
                </a:lnTo>
                <a:lnTo>
                  <a:pt x="2455" y="20404"/>
                </a:lnTo>
                <a:lnTo>
                  <a:pt x="1612" y="17809"/>
                </a:lnTo>
                <a:lnTo>
                  <a:pt x="947" y="15422"/>
                </a:lnTo>
                <a:lnTo>
                  <a:pt x="453" y="13136"/>
                </a:lnTo>
                <a:lnTo>
                  <a:pt x="138" y="10855"/>
                </a:lnTo>
                <a:lnTo>
                  <a:pt x="0" y="8484"/>
                </a:lnTo>
                <a:lnTo>
                  <a:pt x="38" y="5917"/>
                </a:lnTo>
                <a:lnTo>
                  <a:pt x="252" y="3061"/>
                </a:lnTo>
                <a:lnTo>
                  <a:pt x="1346" y="1543"/>
                </a:lnTo>
                <a:lnTo>
                  <a:pt x="2455" y="0"/>
                </a:lnTo>
                <a:close/>
              </a:path>
            </a:pathLst>
          </a:custGeom>
          <a:solidFill>
            <a:srgbClr val="313132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8" name="contour_08416"/>
          <p:cNvSpPr/>
          <p:nvPr/>
        </p:nvSpPr>
        <p:spPr>
          <a:xfrm>
            <a:off x="4339442" y="4554995"/>
            <a:ext cx="7288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947" y="331"/>
                </a:lnTo>
                <a:lnTo>
                  <a:pt x="9137" y="700"/>
                </a:lnTo>
                <a:lnTo>
                  <a:pt x="10126" y="1171"/>
                </a:lnTo>
                <a:lnTo>
                  <a:pt x="10994" y="1809"/>
                </a:lnTo>
                <a:lnTo>
                  <a:pt x="11817" y="2678"/>
                </a:lnTo>
                <a:lnTo>
                  <a:pt x="12150" y="3414"/>
                </a:lnTo>
                <a:lnTo>
                  <a:pt x="12487" y="4163"/>
                </a:lnTo>
                <a:lnTo>
                  <a:pt x="12874" y="4980"/>
                </a:lnTo>
                <a:lnTo>
                  <a:pt x="13265" y="5810"/>
                </a:lnTo>
                <a:lnTo>
                  <a:pt x="13649" y="6679"/>
                </a:lnTo>
                <a:lnTo>
                  <a:pt x="14040" y="7560"/>
                </a:lnTo>
                <a:lnTo>
                  <a:pt x="14455" y="8443"/>
                </a:lnTo>
                <a:lnTo>
                  <a:pt x="14869" y="9324"/>
                </a:lnTo>
                <a:lnTo>
                  <a:pt x="15286" y="10205"/>
                </a:lnTo>
                <a:lnTo>
                  <a:pt x="15703" y="11087"/>
                </a:lnTo>
                <a:lnTo>
                  <a:pt x="16103" y="11942"/>
                </a:lnTo>
                <a:lnTo>
                  <a:pt x="16509" y="12810"/>
                </a:lnTo>
                <a:lnTo>
                  <a:pt x="16954" y="13706"/>
                </a:lnTo>
                <a:lnTo>
                  <a:pt x="17418" y="14597"/>
                </a:lnTo>
                <a:lnTo>
                  <a:pt x="17898" y="15483"/>
                </a:lnTo>
                <a:lnTo>
                  <a:pt x="18395" y="16366"/>
                </a:lnTo>
                <a:lnTo>
                  <a:pt x="18904" y="17244"/>
                </a:lnTo>
                <a:lnTo>
                  <a:pt x="19425" y="18120"/>
                </a:lnTo>
                <a:lnTo>
                  <a:pt x="19958" y="18992"/>
                </a:lnTo>
                <a:lnTo>
                  <a:pt x="20498" y="19862"/>
                </a:lnTo>
                <a:lnTo>
                  <a:pt x="21047" y="20732"/>
                </a:lnTo>
                <a:lnTo>
                  <a:pt x="21600" y="21600"/>
                </a:lnTo>
                <a:lnTo>
                  <a:pt x="20172" y="21600"/>
                </a:lnTo>
                <a:lnTo>
                  <a:pt x="18736" y="21600"/>
                </a:lnTo>
                <a:lnTo>
                  <a:pt x="17280" y="21600"/>
                </a:lnTo>
                <a:lnTo>
                  <a:pt x="16403" y="20835"/>
                </a:lnTo>
                <a:lnTo>
                  <a:pt x="15820" y="20262"/>
                </a:lnTo>
                <a:lnTo>
                  <a:pt x="15271" y="19597"/>
                </a:lnTo>
                <a:lnTo>
                  <a:pt x="14496" y="18552"/>
                </a:lnTo>
                <a:lnTo>
                  <a:pt x="14023" y="17914"/>
                </a:lnTo>
                <a:lnTo>
                  <a:pt x="13545" y="17273"/>
                </a:lnTo>
                <a:lnTo>
                  <a:pt x="13062" y="16622"/>
                </a:lnTo>
                <a:lnTo>
                  <a:pt x="12582" y="15947"/>
                </a:lnTo>
                <a:lnTo>
                  <a:pt x="12098" y="15268"/>
                </a:lnTo>
                <a:lnTo>
                  <a:pt x="11610" y="14580"/>
                </a:lnTo>
                <a:lnTo>
                  <a:pt x="11113" y="13916"/>
                </a:lnTo>
                <a:lnTo>
                  <a:pt x="10614" y="13249"/>
                </a:lnTo>
                <a:lnTo>
                  <a:pt x="10109" y="12571"/>
                </a:lnTo>
                <a:lnTo>
                  <a:pt x="9029" y="11088"/>
                </a:lnTo>
                <a:lnTo>
                  <a:pt x="8186" y="9906"/>
                </a:lnTo>
                <a:lnTo>
                  <a:pt x="7556" y="8954"/>
                </a:lnTo>
                <a:lnTo>
                  <a:pt x="7102" y="8168"/>
                </a:lnTo>
                <a:lnTo>
                  <a:pt x="6798" y="7478"/>
                </a:lnTo>
                <a:lnTo>
                  <a:pt x="6614" y="6816"/>
                </a:lnTo>
                <a:lnTo>
                  <a:pt x="6519" y="6114"/>
                </a:lnTo>
                <a:lnTo>
                  <a:pt x="6484" y="5305"/>
                </a:lnTo>
                <a:lnTo>
                  <a:pt x="6480" y="4320"/>
                </a:lnTo>
                <a:lnTo>
                  <a:pt x="4873" y="3876"/>
                </a:lnTo>
                <a:lnTo>
                  <a:pt x="3732" y="3580"/>
                </a:lnTo>
                <a:lnTo>
                  <a:pt x="2748" y="3361"/>
                </a:lnTo>
                <a:lnTo>
                  <a:pt x="1607" y="3151"/>
                </a:lnTo>
                <a:lnTo>
                  <a:pt x="0" y="2880"/>
                </a:lnTo>
                <a:lnTo>
                  <a:pt x="1268" y="2229"/>
                </a:lnTo>
                <a:lnTo>
                  <a:pt x="2220" y="1754"/>
                </a:lnTo>
                <a:lnTo>
                  <a:pt x="3037" y="1372"/>
                </a:lnTo>
                <a:lnTo>
                  <a:pt x="3901" y="1007"/>
                </a:lnTo>
                <a:lnTo>
                  <a:pt x="4987" y="576"/>
                </a:lnTo>
                <a:lnTo>
                  <a:pt x="6480" y="0"/>
                </a:lnTo>
                <a:close/>
              </a:path>
            </a:pathLst>
          </a:custGeom>
          <a:solidFill>
            <a:srgbClr val="E4D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419" name="contour_08417"/>
          <p:cNvSpPr/>
          <p:nvPr/>
        </p:nvSpPr>
        <p:spPr>
          <a:xfrm>
            <a:off x="10709146" y="4562283"/>
            <a:ext cx="1093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72" y="194"/>
                </a:lnTo>
                <a:lnTo>
                  <a:pt x="1944" y="389"/>
                </a:lnTo>
                <a:lnTo>
                  <a:pt x="2916" y="583"/>
                </a:lnTo>
                <a:lnTo>
                  <a:pt x="3889" y="778"/>
                </a:lnTo>
                <a:lnTo>
                  <a:pt x="4863" y="972"/>
                </a:lnTo>
                <a:lnTo>
                  <a:pt x="5836" y="1166"/>
                </a:lnTo>
                <a:lnTo>
                  <a:pt x="6811" y="1361"/>
                </a:lnTo>
                <a:lnTo>
                  <a:pt x="7786" y="1555"/>
                </a:lnTo>
                <a:lnTo>
                  <a:pt x="8762" y="1754"/>
                </a:lnTo>
                <a:lnTo>
                  <a:pt x="9740" y="1948"/>
                </a:lnTo>
                <a:lnTo>
                  <a:pt x="10719" y="2143"/>
                </a:lnTo>
                <a:lnTo>
                  <a:pt x="11699" y="2341"/>
                </a:lnTo>
                <a:lnTo>
                  <a:pt x="12681" y="2536"/>
                </a:lnTo>
                <a:lnTo>
                  <a:pt x="13664" y="2735"/>
                </a:lnTo>
                <a:lnTo>
                  <a:pt x="14649" y="2929"/>
                </a:lnTo>
                <a:lnTo>
                  <a:pt x="15636" y="3128"/>
                </a:lnTo>
                <a:lnTo>
                  <a:pt x="16623" y="3326"/>
                </a:lnTo>
                <a:lnTo>
                  <a:pt x="17614" y="3521"/>
                </a:lnTo>
                <a:lnTo>
                  <a:pt x="18608" y="3720"/>
                </a:lnTo>
                <a:lnTo>
                  <a:pt x="19603" y="3923"/>
                </a:lnTo>
                <a:lnTo>
                  <a:pt x="20599" y="4121"/>
                </a:lnTo>
                <a:lnTo>
                  <a:pt x="21600" y="4320"/>
                </a:lnTo>
                <a:lnTo>
                  <a:pt x="21600" y="6886"/>
                </a:lnTo>
                <a:lnTo>
                  <a:pt x="21600" y="9461"/>
                </a:lnTo>
                <a:lnTo>
                  <a:pt x="21600" y="12044"/>
                </a:lnTo>
                <a:lnTo>
                  <a:pt x="21600" y="14649"/>
                </a:lnTo>
                <a:lnTo>
                  <a:pt x="21600" y="17280"/>
                </a:lnTo>
                <a:lnTo>
                  <a:pt x="20650" y="17755"/>
                </a:lnTo>
                <a:lnTo>
                  <a:pt x="19698" y="18230"/>
                </a:lnTo>
                <a:lnTo>
                  <a:pt x="18746" y="18706"/>
                </a:lnTo>
                <a:lnTo>
                  <a:pt x="17791" y="19185"/>
                </a:lnTo>
                <a:lnTo>
                  <a:pt x="16834" y="19665"/>
                </a:lnTo>
                <a:lnTo>
                  <a:pt x="15872" y="20144"/>
                </a:lnTo>
                <a:lnTo>
                  <a:pt x="14907" y="20628"/>
                </a:lnTo>
                <a:lnTo>
                  <a:pt x="13936" y="21112"/>
                </a:lnTo>
                <a:lnTo>
                  <a:pt x="12960" y="21600"/>
                </a:lnTo>
                <a:lnTo>
                  <a:pt x="12960" y="18744"/>
                </a:lnTo>
                <a:lnTo>
                  <a:pt x="12960" y="15872"/>
                </a:lnTo>
                <a:lnTo>
                  <a:pt x="12960" y="12960"/>
                </a:lnTo>
                <a:lnTo>
                  <a:pt x="11974" y="12632"/>
                </a:lnTo>
                <a:lnTo>
                  <a:pt x="10986" y="12303"/>
                </a:lnTo>
                <a:lnTo>
                  <a:pt x="9998" y="11971"/>
                </a:lnTo>
                <a:lnTo>
                  <a:pt x="9009" y="11642"/>
                </a:lnTo>
                <a:lnTo>
                  <a:pt x="8018" y="11314"/>
                </a:lnTo>
                <a:lnTo>
                  <a:pt x="7026" y="10981"/>
                </a:lnTo>
                <a:lnTo>
                  <a:pt x="6031" y="10649"/>
                </a:lnTo>
                <a:lnTo>
                  <a:pt x="5034" y="10316"/>
                </a:lnTo>
                <a:lnTo>
                  <a:pt x="4035" y="9984"/>
                </a:lnTo>
                <a:lnTo>
                  <a:pt x="3031" y="9651"/>
                </a:lnTo>
                <a:lnTo>
                  <a:pt x="2025" y="9314"/>
                </a:lnTo>
                <a:lnTo>
                  <a:pt x="1015" y="8977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665C4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0" name="contour_08418"/>
          <p:cNvSpPr/>
          <p:nvPr/>
        </p:nvSpPr>
        <p:spPr>
          <a:xfrm>
            <a:off x="8107333" y="4563492"/>
            <a:ext cx="65592" cy="716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1696"/>
                </a:moveTo>
                <a:lnTo>
                  <a:pt x="14674" y="2025"/>
                </a:lnTo>
                <a:lnTo>
                  <a:pt x="15862" y="2359"/>
                </a:lnTo>
                <a:lnTo>
                  <a:pt x="17299" y="2770"/>
                </a:lnTo>
                <a:lnTo>
                  <a:pt x="18734" y="3185"/>
                </a:lnTo>
                <a:lnTo>
                  <a:pt x="20167" y="3604"/>
                </a:lnTo>
                <a:lnTo>
                  <a:pt x="21600" y="4028"/>
                </a:lnTo>
                <a:lnTo>
                  <a:pt x="19411" y="5478"/>
                </a:lnTo>
                <a:lnTo>
                  <a:pt x="17700" y="6567"/>
                </a:lnTo>
                <a:lnTo>
                  <a:pt x="16327" y="7347"/>
                </a:lnTo>
                <a:lnTo>
                  <a:pt x="15149" y="7872"/>
                </a:lnTo>
                <a:lnTo>
                  <a:pt x="14030" y="8188"/>
                </a:lnTo>
                <a:lnTo>
                  <a:pt x="12826" y="8351"/>
                </a:lnTo>
                <a:lnTo>
                  <a:pt x="11395" y="8412"/>
                </a:lnTo>
                <a:lnTo>
                  <a:pt x="9600" y="8421"/>
                </a:lnTo>
                <a:lnTo>
                  <a:pt x="9600" y="9871"/>
                </a:lnTo>
                <a:lnTo>
                  <a:pt x="9600" y="11334"/>
                </a:lnTo>
                <a:lnTo>
                  <a:pt x="9600" y="12814"/>
                </a:lnTo>
                <a:lnTo>
                  <a:pt x="11186" y="12814"/>
                </a:lnTo>
                <a:lnTo>
                  <a:pt x="12782" y="12814"/>
                </a:lnTo>
                <a:lnTo>
                  <a:pt x="14400" y="12814"/>
                </a:lnTo>
                <a:lnTo>
                  <a:pt x="14400" y="14264"/>
                </a:lnTo>
                <a:lnTo>
                  <a:pt x="14400" y="15727"/>
                </a:lnTo>
                <a:lnTo>
                  <a:pt x="14400" y="17207"/>
                </a:lnTo>
                <a:lnTo>
                  <a:pt x="12974" y="17207"/>
                </a:lnTo>
                <a:lnTo>
                  <a:pt x="11544" y="17207"/>
                </a:lnTo>
                <a:lnTo>
                  <a:pt x="10109" y="17207"/>
                </a:lnTo>
                <a:lnTo>
                  <a:pt x="8662" y="17207"/>
                </a:lnTo>
                <a:lnTo>
                  <a:pt x="7200" y="17207"/>
                </a:lnTo>
                <a:lnTo>
                  <a:pt x="7200" y="18657"/>
                </a:lnTo>
                <a:lnTo>
                  <a:pt x="7200" y="20120"/>
                </a:lnTo>
                <a:lnTo>
                  <a:pt x="7200" y="21600"/>
                </a:lnTo>
                <a:lnTo>
                  <a:pt x="5700" y="21222"/>
                </a:lnTo>
                <a:lnTo>
                  <a:pt x="4702" y="20869"/>
                </a:lnTo>
                <a:lnTo>
                  <a:pt x="3751" y="20330"/>
                </a:lnTo>
                <a:lnTo>
                  <a:pt x="2400" y="19404"/>
                </a:lnTo>
                <a:lnTo>
                  <a:pt x="2647" y="18015"/>
                </a:lnTo>
                <a:lnTo>
                  <a:pt x="2926" y="16702"/>
                </a:lnTo>
                <a:lnTo>
                  <a:pt x="3242" y="15430"/>
                </a:lnTo>
                <a:lnTo>
                  <a:pt x="3607" y="14172"/>
                </a:lnTo>
                <a:lnTo>
                  <a:pt x="4022" y="12898"/>
                </a:lnTo>
                <a:lnTo>
                  <a:pt x="4500" y="11580"/>
                </a:lnTo>
                <a:lnTo>
                  <a:pt x="4877" y="10490"/>
                </a:lnTo>
                <a:lnTo>
                  <a:pt x="5258" y="9385"/>
                </a:lnTo>
                <a:lnTo>
                  <a:pt x="5734" y="8043"/>
                </a:lnTo>
                <a:lnTo>
                  <a:pt x="6216" y="6704"/>
                </a:lnTo>
                <a:lnTo>
                  <a:pt x="6706" y="5366"/>
                </a:lnTo>
                <a:lnTo>
                  <a:pt x="7200" y="4028"/>
                </a:lnTo>
                <a:lnTo>
                  <a:pt x="5774" y="3593"/>
                </a:lnTo>
                <a:lnTo>
                  <a:pt x="4344" y="3156"/>
                </a:lnTo>
                <a:lnTo>
                  <a:pt x="2909" y="2719"/>
                </a:lnTo>
                <a:lnTo>
                  <a:pt x="1462" y="2278"/>
                </a:lnTo>
                <a:lnTo>
                  <a:pt x="0" y="1832"/>
                </a:lnTo>
                <a:lnTo>
                  <a:pt x="1730" y="859"/>
                </a:lnTo>
                <a:lnTo>
                  <a:pt x="3372" y="266"/>
                </a:lnTo>
                <a:lnTo>
                  <a:pt x="4966" y="0"/>
                </a:lnTo>
                <a:lnTo>
                  <a:pt x="6545" y="9"/>
                </a:lnTo>
                <a:lnTo>
                  <a:pt x="8150" y="235"/>
                </a:lnTo>
                <a:lnTo>
                  <a:pt x="9821" y="628"/>
                </a:lnTo>
                <a:lnTo>
                  <a:pt x="11590" y="1131"/>
                </a:lnTo>
                <a:lnTo>
                  <a:pt x="13500" y="1696"/>
                </a:lnTo>
                <a:close/>
              </a:path>
            </a:pathLst>
          </a:custGeom>
          <a:solidFill>
            <a:srgbClr val="5D5E5E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1" name="contour_08419"/>
          <p:cNvSpPr/>
          <p:nvPr/>
        </p:nvSpPr>
        <p:spPr>
          <a:xfrm>
            <a:off x="5328196" y="4548406"/>
            <a:ext cx="68004" cy="64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20" y="223"/>
                </a:moveTo>
                <a:lnTo>
                  <a:pt x="20653" y="1201"/>
                </a:lnTo>
                <a:lnTo>
                  <a:pt x="21600" y="2193"/>
                </a:lnTo>
                <a:lnTo>
                  <a:pt x="21098" y="4505"/>
                </a:lnTo>
                <a:lnTo>
                  <a:pt x="20750" y="6038"/>
                </a:lnTo>
                <a:lnTo>
                  <a:pt x="20466" y="7130"/>
                </a:lnTo>
                <a:lnTo>
                  <a:pt x="20156" y="8132"/>
                </a:lnTo>
                <a:lnTo>
                  <a:pt x="19730" y="9386"/>
                </a:lnTo>
                <a:lnTo>
                  <a:pt x="19551" y="11125"/>
                </a:lnTo>
                <a:lnTo>
                  <a:pt x="19679" y="12581"/>
                </a:lnTo>
                <a:lnTo>
                  <a:pt x="20084" y="13903"/>
                </a:lnTo>
                <a:lnTo>
                  <a:pt x="20734" y="15242"/>
                </a:lnTo>
                <a:lnTo>
                  <a:pt x="21600" y="16748"/>
                </a:lnTo>
                <a:lnTo>
                  <a:pt x="20269" y="16785"/>
                </a:lnTo>
                <a:lnTo>
                  <a:pt x="18938" y="16819"/>
                </a:lnTo>
                <a:lnTo>
                  <a:pt x="17607" y="16848"/>
                </a:lnTo>
                <a:lnTo>
                  <a:pt x="16276" y="16874"/>
                </a:lnTo>
                <a:lnTo>
                  <a:pt x="14945" y="16899"/>
                </a:lnTo>
                <a:lnTo>
                  <a:pt x="14396" y="16913"/>
                </a:lnTo>
                <a:lnTo>
                  <a:pt x="13424" y="16935"/>
                </a:lnTo>
                <a:lnTo>
                  <a:pt x="11202" y="16984"/>
                </a:lnTo>
                <a:lnTo>
                  <a:pt x="9616" y="16836"/>
                </a:lnTo>
                <a:lnTo>
                  <a:pt x="8220" y="16603"/>
                </a:lnTo>
                <a:lnTo>
                  <a:pt x="6940" y="16261"/>
                </a:lnTo>
                <a:lnTo>
                  <a:pt x="5704" y="15785"/>
                </a:lnTo>
                <a:lnTo>
                  <a:pt x="4440" y="15147"/>
                </a:lnTo>
                <a:lnTo>
                  <a:pt x="3081" y="14322"/>
                </a:lnTo>
                <a:lnTo>
                  <a:pt x="2623" y="15763"/>
                </a:lnTo>
                <a:lnTo>
                  <a:pt x="2162" y="17209"/>
                </a:lnTo>
                <a:lnTo>
                  <a:pt x="1701" y="18662"/>
                </a:lnTo>
                <a:lnTo>
                  <a:pt x="1236" y="20123"/>
                </a:lnTo>
                <a:lnTo>
                  <a:pt x="766" y="21600"/>
                </a:lnTo>
                <a:lnTo>
                  <a:pt x="340" y="18876"/>
                </a:lnTo>
                <a:lnTo>
                  <a:pt x="86" y="16954"/>
                </a:lnTo>
                <a:lnTo>
                  <a:pt x="0" y="15567"/>
                </a:lnTo>
                <a:lnTo>
                  <a:pt x="86" y="14439"/>
                </a:lnTo>
                <a:lnTo>
                  <a:pt x="340" y="13306"/>
                </a:lnTo>
                <a:lnTo>
                  <a:pt x="766" y="11896"/>
                </a:lnTo>
                <a:lnTo>
                  <a:pt x="2232" y="11072"/>
                </a:lnTo>
                <a:lnTo>
                  <a:pt x="3692" y="10363"/>
                </a:lnTo>
                <a:lnTo>
                  <a:pt x="5162" y="9750"/>
                </a:lnTo>
                <a:lnTo>
                  <a:pt x="6660" y="9209"/>
                </a:lnTo>
                <a:lnTo>
                  <a:pt x="8204" y="8711"/>
                </a:lnTo>
                <a:lnTo>
                  <a:pt x="9810" y="8238"/>
                </a:lnTo>
                <a:lnTo>
                  <a:pt x="11065" y="7646"/>
                </a:lnTo>
                <a:lnTo>
                  <a:pt x="12341" y="7045"/>
                </a:lnTo>
                <a:lnTo>
                  <a:pt x="12341" y="5441"/>
                </a:lnTo>
                <a:lnTo>
                  <a:pt x="12341" y="3828"/>
                </a:lnTo>
                <a:lnTo>
                  <a:pt x="12341" y="2193"/>
                </a:lnTo>
                <a:lnTo>
                  <a:pt x="13815" y="1082"/>
                </a:lnTo>
                <a:lnTo>
                  <a:pt x="15125" y="381"/>
                </a:lnTo>
                <a:lnTo>
                  <a:pt x="16436" y="36"/>
                </a:lnTo>
                <a:lnTo>
                  <a:pt x="17910" y="0"/>
                </a:lnTo>
                <a:lnTo>
                  <a:pt x="19720" y="223"/>
                </a:lnTo>
                <a:close/>
              </a:path>
            </a:pathLst>
          </a:custGeom>
          <a:solidFill>
            <a:srgbClr val="908465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2" name="contour_08420"/>
          <p:cNvSpPr/>
          <p:nvPr/>
        </p:nvSpPr>
        <p:spPr>
          <a:xfrm>
            <a:off x="9956800" y="4547707"/>
            <a:ext cx="4541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1" y="0"/>
                </a:moveTo>
                <a:lnTo>
                  <a:pt x="3092" y="0"/>
                </a:lnTo>
                <a:lnTo>
                  <a:pt x="5397" y="0"/>
                </a:lnTo>
                <a:lnTo>
                  <a:pt x="7734" y="0"/>
                </a:lnTo>
                <a:lnTo>
                  <a:pt x="7734" y="1604"/>
                </a:lnTo>
                <a:lnTo>
                  <a:pt x="7734" y="3213"/>
                </a:lnTo>
                <a:lnTo>
                  <a:pt x="7734" y="4828"/>
                </a:lnTo>
                <a:lnTo>
                  <a:pt x="7734" y="6456"/>
                </a:lnTo>
                <a:lnTo>
                  <a:pt x="7734" y="8100"/>
                </a:lnTo>
                <a:lnTo>
                  <a:pt x="10022" y="8100"/>
                </a:lnTo>
                <a:lnTo>
                  <a:pt x="12313" y="8100"/>
                </a:lnTo>
                <a:lnTo>
                  <a:pt x="14615" y="8100"/>
                </a:lnTo>
                <a:lnTo>
                  <a:pt x="16927" y="8100"/>
                </a:lnTo>
                <a:lnTo>
                  <a:pt x="19253" y="8100"/>
                </a:lnTo>
                <a:lnTo>
                  <a:pt x="21600" y="8100"/>
                </a:lnTo>
                <a:lnTo>
                  <a:pt x="20740" y="9771"/>
                </a:lnTo>
                <a:lnTo>
                  <a:pt x="19884" y="11443"/>
                </a:lnTo>
                <a:lnTo>
                  <a:pt x="19021" y="13119"/>
                </a:lnTo>
                <a:lnTo>
                  <a:pt x="18158" y="14799"/>
                </a:lnTo>
                <a:lnTo>
                  <a:pt x="17295" y="16486"/>
                </a:lnTo>
                <a:lnTo>
                  <a:pt x="16424" y="18182"/>
                </a:lnTo>
                <a:lnTo>
                  <a:pt x="15547" y="19886"/>
                </a:lnTo>
                <a:lnTo>
                  <a:pt x="14667" y="21600"/>
                </a:lnTo>
                <a:lnTo>
                  <a:pt x="10531" y="21489"/>
                </a:lnTo>
                <a:lnTo>
                  <a:pt x="7640" y="21341"/>
                </a:lnTo>
                <a:lnTo>
                  <a:pt x="5605" y="21084"/>
                </a:lnTo>
                <a:lnTo>
                  <a:pt x="4042" y="20641"/>
                </a:lnTo>
                <a:lnTo>
                  <a:pt x="2572" y="19939"/>
                </a:lnTo>
                <a:lnTo>
                  <a:pt x="801" y="18900"/>
                </a:lnTo>
                <a:lnTo>
                  <a:pt x="454" y="16996"/>
                </a:lnTo>
                <a:lnTo>
                  <a:pt x="215" y="15104"/>
                </a:lnTo>
                <a:lnTo>
                  <a:pt x="66" y="13219"/>
                </a:lnTo>
                <a:lnTo>
                  <a:pt x="0" y="11340"/>
                </a:lnTo>
                <a:lnTo>
                  <a:pt x="10" y="9463"/>
                </a:lnTo>
                <a:lnTo>
                  <a:pt x="83" y="7584"/>
                </a:lnTo>
                <a:lnTo>
                  <a:pt x="208" y="5702"/>
                </a:lnTo>
                <a:lnTo>
                  <a:pt x="374" y="3812"/>
                </a:lnTo>
                <a:lnTo>
                  <a:pt x="575" y="1912"/>
                </a:lnTo>
                <a:lnTo>
                  <a:pt x="801" y="0"/>
                </a:lnTo>
                <a:close/>
              </a:path>
            </a:pathLst>
          </a:custGeom>
          <a:solidFill>
            <a:srgbClr val="565556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3" name="contour_08421"/>
          <p:cNvSpPr/>
          <p:nvPr/>
        </p:nvSpPr>
        <p:spPr>
          <a:xfrm>
            <a:off x="7225377" y="4562283"/>
            <a:ext cx="517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90" y="0"/>
                </a:moveTo>
                <a:lnTo>
                  <a:pt x="5187" y="167"/>
                </a:lnTo>
                <a:lnTo>
                  <a:pt x="6678" y="343"/>
                </a:lnTo>
                <a:lnTo>
                  <a:pt x="8280" y="639"/>
                </a:lnTo>
                <a:lnTo>
                  <a:pt x="10700" y="1157"/>
                </a:lnTo>
                <a:lnTo>
                  <a:pt x="11719" y="1367"/>
                </a:lnTo>
                <a:lnTo>
                  <a:pt x="14791" y="2000"/>
                </a:lnTo>
                <a:lnTo>
                  <a:pt x="16873" y="2675"/>
                </a:lnTo>
                <a:lnTo>
                  <a:pt x="18252" y="3336"/>
                </a:lnTo>
                <a:lnTo>
                  <a:pt x="19539" y="4369"/>
                </a:lnTo>
                <a:lnTo>
                  <a:pt x="21353" y="6171"/>
                </a:lnTo>
                <a:lnTo>
                  <a:pt x="21524" y="8362"/>
                </a:lnTo>
                <a:lnTo>
                  <a:pt x="21600" y="9914"/>
                </a:lnTo>
                <a:lnTo>
                  <a:pt x="21600" y="11575"/>
                </a:lnTo>
                <a:lnTo>
                  <a:pt x="21542" y="14077"/>
                </a:lnTo>
                <a:lnTo>
                  <a:pt x="21500" y="16191"/>
                </a:lnTo>
                <a:lnTo>
                  <a:pt x="21460" y="18332"/>
                </a:lnTo>
                <a:lnTo>
                  <a:pt x="21408" y="19955"/>
                </a:lnTo>
                <a:lnTo>
                  <a:pt x="21353" y="21600"/>
                </a:lnTo>
                <a:lnTo>
                  <a:pt x="20836" y="20057"/>
                </a:lnTo>
                <a:lnTo>
                  <a:pt x="20306" y="18490"/>
                </a:lnTo>
                <a:lnTo>
                  <a:pt x="19317" y="16971"/>
                </a:lnTo>
                <a:lnTo>
                  <a:pt x="18309" y="15429"/>
                </a:lnTo>
                <a:lnTo>
                  <a:pt x="16212" y="15339"/>
                </a:lnTo>
                <a:lnTo>
                  <a:pt x="14721" y="15348"/>
                </a:lnTo>
                <a:lnTo>
                  <a:pt x="13120" y="15496"/>
                </a:lnTo>
                <a:lnTo>
                  <a:pt x="10700" y="15814"/>
                </a:lnTo>
                <a:lnTo>
                  <a:pt x="8264" y="15922"/>
                </a:lnTo>
                <a:lnTo>
                  <a:pt x="6660" y="15919"/>
                </a:lnTo>
                <a:lnTo>
                  <a:pt x="5175" y="15765"/>
                </a:lnTo>
                <a:lnTo>
                  <a:pt x="3090" y="15429"/>
                </a:lnTo>
                <a:lnTo>
                  <a:pt x="1933" y="13497"/>
                </a:lnTo>
                <a:lnTo>
                  <a:pt x="1075" y="11547"/>
                </a:lnTo>
                <a:lnTo>
                  <a:pt x="484" y="9556"/>
                </a:lnTo>
                <a:lnTo>
                  <a:pt x="134" y="7498"/>
                </a:lnTo>
                <a:lnTo>
                  <a:pt x="0" y="5348"/>
                </a:lnTo>
                <a:lnTo>
                  <a:pt x="46" y="3086"/>
                </a:lnTo>
                <a:lnTo>
                  <a:pt x="1555" y="1555"/>
                </a:lnTo>
                <a:lnTo>
                  <a:pt x="3090" y="0"/>
                </a:lnTo>
                <a:close/>
              </a:path>
            </a:pathLst>
          </a:custGeom>
          <a:solidFill>
            <a:srgbClr val="CAB57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4" name="contour_08422"/>
          <p:cNvSpPr/>
          <p:nvPr/>
        </p:nvSpPr>
        <p:spPr>
          <a:xfrm>
            <a:off x="1934404" y="4540062"/>
            <a:ext cx="72880" cy="367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210"/>
                </a:moveTo>
                <a:lnTo>
                  <a:pt x="15120" y="3037"/>
                </a:lnTo>
                <a:lnTo>
                  <a:pt x="15120" y="5882"/>
                </a:lnTo>
                <a:lnTo>
                  <a:pt x="15120" y="8766"/>
                </a:lnTo>
                <a:lnTo>
                  <a:pt x="16548" y="8766"/>
                </a:lnTo>
                <a:lnTo>
                  <a:pt x="17984" y="8766"/>
                </a:lnTo>
                <a:lnTo>
                  <a:pt x="19440" y="8766"/>
                </a:lnTo>
                <a:lnTo>
                  <a:pt x="19976" y="6648"/>
                </a:lnTo>
                <a:lnTo>
                  <a:pt x="20511" y="4522"/>
                </a:lnTo>
                <a:lnTo>
                  <a:pt x="21054" y="2379"/>
                </a:lnTo>
                <a:lnTo>
                  <a:pt x="21600" y="210"/>
                </a:lnTo>
                <a:lnTo>
                  <a:pt x="21600" y="3234"/>
                </a:lnTo>
                <a:lnTo>
                  <a:pt x="21600" y="6263"/>
                </a:lnTo>
                <a:lnTo>
                  <a:pt x="21600" y="9301"/>
                </a:lnTo>
                <a:lnTo>
                  <a:pt x="21600" y="12351"/>
                </a:lnTo>
                <a:lnTo>
                  <a:pt x="21600" y="15414"/>
                </a:lnTo>
                <a:lnTo>
                  <a:pt x="21600" y="18494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7" y="21600"/>
                </a:lnTo>
                <a:lnTo>
                  <a:pt x="17312" y="21600"/>
                </a:lnTo>
                <a:lnTo>
                  <a:pt x="15872" y="21600"/>
                </a:lnTo>
                <a:lnTo>
                  <a:pt x="14422" y="21600"/>
                </a:lnTo>
                <a:lnTo>
                  <a:pt x="12960" y="21600"/>
                </a:lnTo>
                <a:lnTo>
                  <a:pt x="12960" y="18772"/>
                </a:lnTo>
                <a:lnTo>
                  <a:pt x="12960" y="15927"/>
                </a:lnTo>
                <a:lnTo>
                  <a:pt x="12960" y="13044"/>
                </a:lnTo>
                <a:lnTo>
                  <a:pt x="11534" y="13514"/>
                </a:lnTo>
                <a:lnTo>
                  <a:pt x="10107" y="13985"/>
                </a:lnTo>
                <a:lnTo>
                  <a:pt x="8679" y="14456"/>
                </a:lnTo>
                <a:lnTo>
                  <a:pt x="7247" y="14930"/>
                </a:lnTo>
                <a:lnTo>
                  <a:pt x="5810" y="15405"/>
                </a:lnTo>
                <a:lnTo>
                  <a:pt x="4368" y="15880"/>
                </a:lnTo>
                <a:lnTo>
                  <a:pt x="2920" y="16359"/>
                </a:lnTo>
                <a:lnTo>
                  <a:pt x="1464" y="16839"/>
                </a:lnTo>
                <a:lnTo>
                  <a:pt x="0" y="17322"/>
                </a:lnTo>
                <a:lnTo>
                  <a:pt x="1069" y="16261"/>
                </a:lnTo>
                <a:lnTo>
                  <a:pt x="2145" y="15200"/>
                </a:lnTo>
                <a:lnTo>
                  <a:pt x="3225" y="14126"/>
                </a:lnTo>
                <a:lnTo>
                  <a:pt x="4320" y="13044"/>
                </a:lnTo>
                <a:lnTo>
                  <a:pt x="4320" y="10216"/>
                </a:lnTo>
                <a:lnTo>
                  <a:pt x="4320" y="7371"/>
                </a:lnTo>
                <a:lnTo>
                  <a:pt x="4320" y="4488"/>
                </a:lnTo>
                <a:lnTo>
                  <a:pt x="5584" y="2811"/>
                </a:lnTo>
                <a:lnTo>
                  <a:pt x="6852" y="1596"/>
                </a:lnTo>
                <a:lnTo>
                  <a:pt x="8135" y="774"/>
                </a:lnTo>
                <a:lnTo>
                  <a:pt x="9441" y="282"/>
                </a:lnTo>
                <a:lnTo>
                  <a:pt x="10783" y="43"/>
                </a:lnTo>
                <a:lnTo>
                  <a:pt x="12169" y="0"/>
                </a:lnTo>
                <a:lnTo>
                  <a:pt x="13612" y="77"/>
                </a:lnTo>
                <a:lnTo>
                  <a:pt x="15120" y="210"/>
                </a:lnTo>
                <a:close/>
              </a:path>
            </a:pathLst>
          </a:custGeom>
          <a:solidFill>
            <a:srgbClr val="86898E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5" name="contour_08423"/>
          <p:cNvSpPr/>
          <p:nvPr/>
        </p:nvSpPr>
        <p:spPr>
          <a:xfrm>
            <a:off x="5148409" y="4525843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3" y="454"/>
                </a:lnTo>
                <a:lnTo>
                  <a:pt x="3353" y="914"/>
                </a:lnTo>
                <a:lnTo>
                  <a:pt x="4001" y="1076"/>
                </a:lnTo>
                <a:lnTo>
                  <a:pt x="5146" y="1364"/>
                </a:lnTo>
                <a:lnTo>
                  <a:pt x="7762" y="2023"/>
                </a:lnTo>
                <a:lnTo>
                  <a:pt x="9204" y="2401"/>
                </a:lnTo>
                <a:lnTo>
                  <a:pt x="10657" y="2779"/>
                </a:lnTo>
                <a:lnTo>
                  <a:pt x="12128" y="3164"/>
                </a:lnTo>
                <a:lnTo>
                  <a:pt x="13870" y="3330"/>
                </a:lnTo>
                <a:lnTo>
                  <a:pt x="15193" y="3337"/>
                </a:lnTo>
                <a:lnTo>
                  <a:pt x="16367" y="3096"/>
                </a:lnTo>
                <a:lnTo>
                  <a:pt x="17650" y="2516"/>
                </a:lnTo>
                <a:lnTo>
                  <a:pt x="19305" y="1516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996" y="21600"/>
                </a:lnTo>
                <a:lnTo>
                  <a:pt x="18387" y="21600"/>
                </a:lnTo>
                <a:lnTo>
                  <a:pt x="16772" y="21600"/>
                </a:lnTo>
                <a:lnTo>
                  <a:pt x="15144" y="21600"/>
                </a:lnTo>
                <a:lnTo>
                  <a:pt x="13500" y="21600"/>
                </a:lnTo>
                <a:lnTo>
                  <a:pt x="13500" y="19220"/>
                </a:lnTo>
                <a:lnTo>
                  <a:pt x="13500" y="16826"/>
                </a:lnTo>
                <a:lnTo>
                  <a:pt x="13500" y="14400"/>
                </a:lnTo>
                <a:lnTo>
                  <a:pt x="11861" y="13910"/>
                </a:lnTo>
                <a:lnTo>
                  <a:pt x="10219" y="13424"/>
                </a:lnTo>
                <a:lnTo>
                  <a:pt x="8578" y="12953"/>
                </a:lnTo>
                <a:lnTo>
                  <a:pt x="6934" y="12499"/>
                </a:lnTo>
                <a:lnTo>
                  <a:pt x="5284" y="12067"/>
                </a:lnTo>
                <a:lnTo>
                  <a:pt x="3758" y="11246"/>
                </a:lnTo>
                <a:lnTo>
                  <a:pt x="2770" y="10256"/>
                </a:lnTo>
                <a:lnTo>
                  <a:pt x="1887" y="8449"/>
                </a:lnTo>
                <a:lnTo>
                  <a:pt x="675" y="5177"/>
                </a:lnTo>
                <a:lnTo>
                  <a:pt x="454" y="3467"/>
                </a:lnTo>
                <a:lnTo>
                  <a:pt x="227" y="1746"/>
                </a:lnTo>
                <a:lnTo>
                  <a:pt x="0" y="0"/>
                </a:lnTo>
                <a:close/>
              </a:path>
            </a:pathLst>
          </a:custGeom>
          <a:solidFill>
            <a:srgbClr val="3D3B35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6" name="contour_08424"/>
          <p:cNvSpPr/>
          <p:nvPr/>
        </p:nvSpPr>
        <p:spPr>
          <a:xfrm>
            <a:off x="1905252" y="4518555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203"/>
                </a:lnTo>
                <a:lnTo>
                  <a:pt x="7970" y="391"/>
                </a:lnTo>
                <a:lnTo>
                  <a:pt x="9904" y="683"/>
                </a:lnTo>
                <a:lnTo>
                  <a:pt x="12823" y="1183"/>
                </a:lnTo>
                <a:lnTo>
                  <a:pt x="15289" y="1596"/>
                </a:lnTo>
                <a:lnTo>
                  <a:pt x="17788" y="2014"/>
                </a:lnTo>
                <a:lnTo>
                  <a:pt x="19681" y="2354"/>
                </a:lnTo>
                <a:lnTo>
                  <a:pt x="21600" y="2700"/>
                </a:lnTo>
                <a:lnTo>
                  <a:pt x="21006" y="4577"/>
                </a:lnTo>
                <a:lnTo>
                  <a:pt x="20390" y="6429"/>
                </a:lnTo>
                <a:lnTo>
                  <a:pt x="19735" y="8262"/>
                </a:lnTo>
                <a:lnTo>
                  <a:pt x="19033" y="10074"/>
                </a:lnTo>
                <a:lnTo>
                  <a:pt x="18270" y="11869"/>
                </a:lnTo>
                <a:lnTo>
                  <a:pt x="17438" y="13648"/>
                </a:lnTo>
                <a:lnTo>
                  <a:pt x="16524" y="15412"/>
                </a:lnTo>
                <a:lnTo>
                  <a:pt x="15516" y="17161"/>
                </a:lnTo>
                <a:lnTo>
                  <a:pt x="14400" y="18900"/>
                </a:lnTo>
                <a:lnTo>
                  <a:pt x="11977" y="19888"/>
                </a:lnTo>
                <a:lnTo>
                  <a:pt x="9749" y="20569"/>
                </a:lnTo>
                <a:lnTo>
                  <a:pt x="7574" y="21011"/>
                </a:lnTo>
                <a:lnTo>
                  <a:pt x="5317" y="21284"/>
                </a:lnTo>
                <a:lnTo>
                  <a:pt x="2837" y="21457"/>
                </a:lnTo>
                <a:lnTo>
                  <a:pt x="0" y="21600"/>
                </a:lnTo>
                <a:lnTo>
                  <a:pt x="1782" y="20930"/>
                </a:lnTo>
                <a:lnTo>
                  <a:pt x="3575" y="20261"/>
                </a:lnTo>
                <a:lnTo>
                  <a:pt x="5375" y="19583"/>
                </a:lnTo>
                <a:lnTo>
                  <a:pt x="7200" y="18900"/>
                </a:lnTo>
                <a:lnTo>
                  <a:pt x="6775" y="18041"/>
                </a:lnTo>
                <a:lnTo>
                  <a:pt x="5497" y="15452"/>
                </a:lnTo>
                <a:lnTo>
                  <a:pt x="4799" y="13970"/>
                </a:lnTo>
                <a:lnTo>
                  <a:pt x="4090" y="12479"/>
                </a:lnTo>
                <a:lnTo>
                  <a:pt x="3377" y="10967"/>
                </a:lnTo>
                <a:lnTo>
                  <a:pt x="2664" y="9493"/>
                </a:lnTo>
                <a:lnTo>
                  <a:pt x="1948" y="8011"/>
                </a:lnTo>
                <a:lnTo>
                  <a:pt x="1224" y="6507"/>
                </a:lnTo>
                <a:lnTo>
                  <a:pt x="821" y="5249"/>
                </a:lnTo>
                <a:lnTo>
                  <a:pt x="414" y="3983"/>
                </a:lnTo>
                <a:lnTo>
                  <a:pt x="0" y="2700"/>
                </a:lnTo>
                <a:lnTo>
                  <a:pt x="1786" y="1361"/>
                </a:lnTo>
                <a:lnTo>
                  <a:pt x="3600" y="0"/>
                </a:lnTo>
                <a:close/>
              </a:path>
            </a:pathLst>
          </a:custGeom>
          <a:solidFill>
            <a:srgbClr val="EF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7" name="contour_08425"/>
          <p:cNvSpPr/>
          <p:nvPr/>
        </p:nvSpPr>
        <p:spPr>
          <a:xfrm>
            <a:off x="10956938" y="4350931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106" y="197"/>
                </a:lnTo>
                <a:lnTo>
                  <a:pt x="3811" y="397"/>
                </a:lnTo>
                <a:lnTo>
                  <a:pt x="4788" y="672"/>
                </a:lnTo>
                <a:lnTo>
                  <a:pt x="6300" y="1096"/>
                </a:lnTo>
                <a:lnTo>
                  <a:pt x="8616" y="1747"/>
                </a:lnTo>
                <a:lnTo>
                  <a:pt x="12000" y="2700"/>
                </a:lnTo>
                <a:lnTo>
                  <a:pt x="11702" y="4371"/>
                </a:lnTo>
                <a:lnTo>
                  <a:pt x="11405" y="6043"/>
                </a:lnTo>
                <a:lnTo>
                  <a:pt x="11107" y="7719"/>
                </a:lnTo>
                <a:lnTo>
                  <a:pt x="10810" y="9399"/>
                </a:lnTo>
                <a:lnTo>
                  <a:pt x="10510" y="11086"/>
                </a:lnTo>
                <a:lnTo>
                  <a:pt x="10207" y="12782"/>
                </a:lnTo>
                <a:lnTo>
                  <a:pt x="9905" y="14486"/>
                </a:lnTo>
                <a:lnTo>
                  <a:pt x="9600" y="16200"/>
                </a:lnTo>
                <a:lnTo>
                  <a:pt x="11086" y="16492"/>
                </a:lnTo>
                <a:lnTo>
                  <a:pt x="12578" y="16786"/>
                </a:lnTo>
                <a:lnTo>
                  <a:pt x="14081" y="17083"/>
                </a:lnTo>
                <a:lnTo>
                  <a:pt x="15600" y="17383"/>
                </a:lnTo>
                <a:lnTo>
                  <a:pt x="17592" y="17780"/>
                </a:lnTo>
                <a:lnTo>
                  <a:pt x="18881" y="18071"/>
                </a:lnTo>
                <a:lnTo>
                  <a:pt x="20030" y="18395"/>
                </a:lnTo>
                <a:lnTo>
                  <a:pt x="21600" y="18900"/>
                </a:lnTo>
                <a:lnTo>
                  <a:pt x="21600" y="20239"/>
                </a:lnTo>
                <a:lnTo>
                  <a:pt x="21600" y="21600"/>
                </a:lnTo>
                <a:lnTo>
                  <a:pt x="19937" y="21600"/>
                </a:lnTo>
                <a:lnTo>
                  <a:pt x="18271" y="21600"/>
                </a:lnTo>
                <a:lnTo>
                  <a:pt x="16606" y="21600"/>
                </a:lnTo>
                <a:lnTo>
                  <a:pt x="14938" y="21600"/>
                </a:lnTo>
                <a:lnTo>
                  <a:pt x="13262" y="21600"/>
                </a:lnTo>
                <a:lnTo>
                  <a:pt x="11585" y="21600"/>
                </a:lnTo>
                <a:lnTo>
                  <a:pt x="9900" y="21600"/>
                </a:lnTo>
                <a:lnTo>
                  <a:pt x="8208" y="21600"/>
                </a:lnTo>
                <a:lnTo>
                  <a:pt x="6509" y="21600"/>
                </a:lnTo>
                <a:lnTo>
                  <a:pt x="4800" y="21600"/>
                </a:lnTo>
                <a:lnTo>
                  <a:pt x="4898" y="19872"/>
                </a:lnTo>
                <a:lnTo>
                  <a:pt x="4999" y="18131"/>
                </a:lnTo>
                <a:lnTo>
                  <a:pt x="5100" y="16367"/>
                </a:lnTo>
                <a:lnTo>
                  <a:pt x="5102" y="14172"/>
                </a:lnTo>
                <a:lnTo>
                  <a:pt x="5023" y="12728"/>
                </a:lnTo>
                <a:lnTo>
                  <a:pt x="4800" y="10800"/>
                </a:lnTo>
                <a:lnTo>
                  <a:pt x="3374" y="9617"/>
                </a:lnTo>
                <a:lnTo>
                  <a:pt x="2400" y="8942"/>
                </a:lnTo>
                <a:lnTo>
                  <a:pt x="1426" y="8521"/>
                </a:lnTo>
                <a:lnTo>
                  <a:pt x="0" y="8100"/>
                </a:lnTo>
                <a:lnTo>
                  <a:pt x="475" y="6496"/>
                </a:lnTo>
                <a:lnTo>
                  <a:pt x="953" y="4887"/>
                </a:lnTo>
                <a:lnTo>
                  <a:pt x="1430" y="3272"/>
                </a:lnTo>
                <a:lnTo>
                  <a:pt x="1913" y="1644"/>
                </a:lnTo>
                <a:lnTo>
                  <a:pt x="2400" y="0"/>
                </a:lnTo>
                <a:close/>
              </a:path>
            </a:pathLst>
          </a:custGeom>
          <a:solidFill>
            <a:srgbClr val="AE3C39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8" name="contour_08426"/>
          <p:cNvSpPr/>
          <p:nvPr/>
        </p:nvSpPr>
        <p:spPr>
          <a:xfrm>
            <a:off x="4620306" y="4350931"/>
            <a:ext cx="6265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1" y="0"/>
                </a:moveTo>
                <a:lnTo>
                  <a:pt x="1864" y="242"/>
                </a:lnTo>
                <a:lnTo>
                  <a:pt x="2523" y="469"/>
                </a:lnTo>
                <a:lnTo>
                  <a:pt x="3281" y="728"/>
                </a:lnTo>
                <a:lnTo>
                  <a:pt x="4286" y="1074"/>
                </a:lnTo>
                <a:lnTo>
                  <a:pt x="5686" y="1555"/>
                </a:lnTo>
                <a:lnTo>
                  <a:pt x="7625" y="2223"/>
                </a:lnTo>
                <a:lnTo>
                  <a:pt x="10256" y="3128"/>
                </a:lnTo>
                <a:lnTo>
                  <a:pt x="13723" y="4320"/>
                </a:lnTo>
                <a:lnTo>
                  <a:pt x="12477" y="4588"/>
                </a:lnTo>
                <a:lnTo>
                  <a:pt x="11226" y="4856"/>
                </a:lnTo>
                <a:lnTo>
                  <a:pt x="9955" y="5130"/>
                </a:lnTo>
                <a:lnTo>
                  <a:pt x="9402" y="5329"/>
                </a:lnTo>
                <a:lnTo>
                  <a:pt x="8424" y="5679"/>
                </a:lnTo>
                <a:lnTo>
                  <a:pt x="6186" y="6480"/>
                </a:lnTo>
                <a:lnTo>
                  <a:pt x="6186" y="7908"/>
                </a:lnTo>
                <a:lnTo>
                  <a:pt x="6186" y="9344"/>
                </a:lnTo>
                <a:lnTo>
                  <a:pt x="6186" y="10800"/>
                </a:lnTo>
                <a:lnTo>
                  <a:pt x="7842" y="11336"/>
                </a:lnTo>
                <a:lnTo>
                  <a:pt x="9500" y="11811"/>
                </a:lnTo>
                <a:lnTo>
                  <a:pt x="11168" y="12239"/>
                </a:lnTo>
                <a:lnTo>
                  <a:pt x="12846" y="12627"/>
                </a:lnTo>
                <a:lnTo>
                  <a:pt x="14535" y="12990"/>
                </a:lnTo>
                <a:lnTo>
                  <a:pt x="16241" y="13342"/>
                </a:lnTo>
                <a:lnTo>
                  <a:pt x="17964" y="13694"/>
                </a:lnTo>
                <a:lnTo>
                  <a:pt x="19052" y="14165"/>
                </a:lnTo>
                <a:lnTo>
                  <a:pt x="20150" y="14640"/>
                </a:lnTo>
                <a:lnTo>
                  <a:pt x="21261" y="15120"/>
                </a:lnTo>
                <a:lnTo>
                  <a:pt x="21487" y="16796"/>
                </a:lnTo>
                <a:lnTo>
                  <a:pt x="21600" y="17971"/>
                </a:lnTo>
                <a:lnTo>
                  <a:pt x="21600" y="18956"/>
                </a:lnTo>
                <a:lnTo>
                  <a:pt x="21487" y="20062"/>
                </a:lnTo>
                <a:lnTo>
                  <a:pt x="21261" y="21600"/>
                </a:lnTo>
                <a:lnTo>
                  <a:pt x="18040" y="20548"/>
                </a:lnTo>
                <a:lnTo>
                  <a:pt x="15299" y="19647"/>
                </a:lnTo>
                <a:lnTo>
                  <a:pt x="12985" y="18874"/>
                </a:lnTo>
                <a:lnTo>
                  <a:pt x="11040" y="18204"/>
                </a:lnTo>
                <a:lnTo>
                  <a:pt x="9412" y="17617"/>
                </a:lnTo>
                <a:lnTo>
                  <a:pt x="8043" y="17083"/>
                </a:lnTo>
                <a:lnTo>
                  <a:pt x="6882" y="16584"/>
                </a:lnTo>
                <a:lnTo>
                  <a:pt x="5872" y="16094"/>
                </a:lnTo>
                <a:lnTo>
                  <a:pt x="4957" y="15591"/>
                </a:lnTo>
                <a:lnTo>
                  <a:pt x="4083" y="15049"/>
                </a:lnTo>
                <a:lnTo>
                  <a:pt x="3196" y="14444"/>
                </a:lnTo>
                <a:lnTo>
                  <a:pt x="2239" y="13757"/>
                </a:lnTo>
                <a:lnTo>
                  <a:pt x="1161" y="12960"/>
                </a:lnTo>
                <a:lnTo>
                  <a:pt x="651" y="11457"/>
                </a:lnTo>
                <a:lnTo>
                  <a:pt x="294" y="10005"/>
                </a:lnTo>
                <a:lnTo>
                  <a:pt x="80" y="8592"/>
                </a:lnTo>
                <a:lnTo>
                  <a:pt x="0" y="7199"/>
                </a:lnTo>
                <a:lnTo>
                  <a:pt x="40" y="5810"/>
                </a:lnTo>
                <a:lnTo>
                  <a:pt x="186" y="4413"/>
                </a:lnTo>
                <a:lnTo>
                  <a:pt x="430" y="2989"/>
                </a:lnTo>
                <a:lnTo>
                  <a:pt x="759" y="1523"/>
                </a:lnTo>
                <a:lnTo>
                  <a:pt x="1161" y="0"/>
                </a:lnTo>
                <a:close/>
              </a:path>
            </a:pathLst>
          </a:custGeom>
          <a:solidFill>
            <a:srgbClr val="4F5352"/>
          </a:solidFill>
          <a:ln>
            <a:noFill/>
          </a:ln>
        </p:spPr>
        <p:txBody>
          <a:bodyPr/>
          <a:lstStyle/>
          <a:p/>
        </p:txBody>
      </p:sp>
      <p:sp>
        <p:nvSpPr>
          <p:cNvPr id="8429" name="contour_08427"/>
          <p:cNvSpPr/>
          <p:nvPr/>
        </p:nvSpPr>
        <p:spPr>
          <a:xfrm>
            <a:off x="2335244" y="4321779"/>
            <a:ext cx="58326" cy="593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94" y="0"/>
                </a:moveTo>
                <a:lnTo>
                  <a:pt x="17821" y="560"/>
                </a:lnTo>
                <a:lnTo>
                  <a:pt x="18925" y="1025"/>
                </a:lnTo>
                <a:lnTo>
                  <a:pt x="20013" y="1641"/>
                </a:lnTo>
                <a:lnTo>
                  <a:pt x="21592" y="2655"/>
                </a:lnTo>
                <a:lnTo>
                  <a:pt x="21600" y="4428"/>
                </a:lnTo>
                <a:lnTo>
                  <a:pt x="21481" y="6185"/>
                </a:lnTo>
                <a:lnTo>
                  <a:pt x="21244" y="7926"/>
                </a:lnTo>
                <a:lnTo>
                  <a:pt x="20893" y="9647"/>
                </a:lnTo>
                <a:lnTo>
                  <a:pt x="20437" y="11343"/>
                </a:lnTo>
                <a:lnTo>
                  <a:pt x="19886" y="13018"/>
                </a:lnTo>
                <a:lnTo>
                  <a:pt x="19244" y="14661"/>
                </a:lnTo>
                <a:lnTo>
                  <a:pt x="18523" y="16278"/>
                </a:lnTo>
                <a:lnTo>
                  <a:pt x="17730" y="17862"/>
                </a:lnTo>
                <a:lnTo>
                  <a:pt x="16869" y="19410"/>
                </a:lnTo>
                <a:lnTo>
                  <a:pt x="15071" y="20254"/>
                </a:lnTo>
                <a:lnTo>
                  <a:pt x="13263" y="20862"/>
                </a:lnTo>
                <a:lnTo>
                  <a:pt x="11438" y="21268"/>
                </a:lnTo>
                <a:lnTo>
                  <a:pt x="9598" y="21504"/>
                </a:lnTo>
                <a:lnTo>
                  <a:pt x="7733" y="21600"/>
                </a:lnTo>
                <a:lnTo>
                  <a:pt x="5846" y="21589"/>
                </a:lnTo>
                <a:lnTo>
                  <a:pt x="3930" y="21504"/>
                </a:lnTo>
                <a:lnTo>
                  <a:pt x="1981" y="21377"/>
                </a:lnTo>
                <a:lnTo>
                  <a:pt x="0" y="21236"/>
                </a:lnTo>
                <a:lnTo>
                  <a:pt x="0" y="19482"/>
                </a:lnTo>
                <a:lnTo>
                  <a:pt x="0" y="17716"/>
                </a:lnTo>
                <a:lnTo>
                  <a:pt x="0" y="15927"/>
                </a:lnTo>
                <a:lnTo>
                  <a:pt x="1843" y="16256"/>
                </a:lnTo>
                <a:lnTo>
                  <a:pt x="3711" y="16591"/>
                </a:lnTo>
                <a:lnTo>
                  <a:pt x="6272" y="16174"/>
                </a:lnTo>
                <a:lnTo>
                  <a:pt x="7754" y="15739"/>
                </a:lnTo>
                <a:lnTo>
                  <a:pt x="8723" y="15019"/>
                </a:lnTo>
                <a:lnTo>
                  <a:pt x="9741" y="13751"/>
                </a:lnTo>
                <a:lnTo>
                  <a:pt x="10550" y="12081"/>
                </a:lnTo>
                <a:lnTo>
                  <a:pt x="11322" y="10406"/>
                </a:lnTo>
                <a:lnTo>
                  <a:pt x="12064" y="8720"/>
                </a:lnTo>
                <a:lnTo>
                  <a:pt x="12788" y="7021"/>
                </a:lnTo>
                <a:lnTo>
                  <a:pt x="13495" y="5309"/>
                </a:lnTo>
                <a:lnTo>
                  <a:pt x="14162" y="3979"/>
                </a:lnTo>
                <a:lnTo>
                  <a:pt x="14831" y="2649"/>
                </a:lnTo>
                <a:lnTo>
                  <a:pt x="15508" y="1322"/>
                </a:lnTo>
                <a:lnTo>
                  <a:pt x="16194" y="0"/>
                </a:lnTo>
                <a:close/>
              </a:path>
            </a:pathLst>
          </a:custGeom>
          <a:solidFill>
            <a:srgbClr val="8C8D8F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0" name="contour_08428"/>
          <p:cNvSpPr/>
          <p:nvPr/>
        </p:nvSpPr>
        <p:spPr>
          <a:xfrm>
            <a:off x="7471390" y="4292510"/>
            <a:ext cx="74768" cy="43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89" y="3648"/>
                </a:moveTo>
                <a:lnTo>
                  <a:pt x="18168" y="5587"/>
                </a:lnTo>
                <a:lnTo>
                  <a:pt x="18869" y="7551"/>
                </a:lnTo>
                <a:lnTo>
                  <a:pt x="19507" y="9547"/>
                </a:lnTo>
                <a:lnTo>
                  <a:pt x="20090" y="11583"/>
                </a:lnTo>
                <a:lnTo>
                  <a:pt x="20625" y="13665"/>
                </a:lnTo>
                <a:lnTo>
                  <a:pt x="21126" y="15805"/>
                </a:lnTo>
                <a:lnTo>
                  <a:pt x="21600" y="18010"/>
                </a:lnTo>
                <a:lnTo>
                  <a:pt x="20349" y="18720"/>
                </a:lnTo>
                <a:lnTo>
                  <a:pt x="19094" y="19435"/>
                </a:lnTo>
                <a:lnTo>
                  <a:pt x="17835" y="20149"/>
                </a:lnTo>
                <a:lnTo>
                  <a:pt x="16566" y="20871"/>
                </a:lnTo>
                <a:lnTo>
                  <a:pt x="15284" y="21600"/>
                </a:lnTo>
                <a:lnTo>
                  <a:pt x="15284" y="19467"/>
                </a:lnTo>
                <a:lnTo>
                  <a:pt x="15284" y="17327"/>
                </a:lnTo>
                <a:lnTo>
                  <a:pt x="15284" y="15180"/>
                </a:lnTo>
                <a:lnTo>
                  <a:pt x="15284" y="13015"/>
                </a:lnTo>
                <a:lnTo>
                  <a:pt x="15284" y="10829"/>
                </a:lnTo>
                <a:lnTo>
                  <a:pt x="13894" y="10829"/>
                </a:lnTo>
                <a:lnTo>
                  <a:pt x="12502" y="10829"/>
                </a:lnTo>
                <a:lnTo>
                  <a:pt x="11104" y="10829"/>
                </a:lnTo>
                <a:lnTo>
                  <a:pt x="9700" y="10829"/>
                </a:lnTo>
                <a:lnTo>
                  <a:pt x="8287" y="10829"/>
                </a:lnTo>
                <a:lnTo>
                  <a:pt x="6862" y="10829"/>
                </a:lnTo>
                <a:lnTo>
                  <a:pt x="6862" y="13202"/>
                </a:lnTo>
                <a:lnTo>
                  <a:pt x="6862" y="15590"/>
                </a:lnTo>
                <a:lnTo>
                  <a:pt x="6862" y="18010"/>
                </a:lnTo>
                <a:lnTo>
                  <a:pt x="5611" y="18010"/>
                </a:lnTo>
                <a:lnTo>
                  <a:pt x="4356" y="18010"/>
                </a:lnTo>
                <a:lnTo>
                  <a:pt x="3097" y="18010"/>
                </a:lnTo>
                <a:lnTo>
                  <a:pt x="1828" y="18010"/>
                </a:lnTo>
                <a:lnTo>
                  <a:pt x="545" y="18010"/>
                </a:lnTo>
                <a:lnTo>
                  <a:pt x="242" y="13942"/>
                </a:lnTo>
                <a:lnTo>
                  <a:pt x="61" y="11076"/>
                </a:lnTo>
                <a:lnTo>
                  <a:pt x="0" y="9016"/>
                </a:lnTo>
                <a:lnTo>
                  <a:pt x="61" y="7353"/>
                </a:lnTo>
                <a:lnTo>
                  <a:pt x="242" y="5698"/>
                </a:lnTo>
                <a:lnTo>
                  <a:pt x="545" y="3648"/>
                </a:lnTo>
                <a:lnTo>
                  <a:pt x="1916" y="2639"/>
                </a:lnTo>
                <a:lnTo>
                  <a:pt x="3308" y="1777"/>
                </a:lnTo>
                <a:lnTo>
                  <a:pt x="4716" y="1070"/>
                </a:lnTo>
                <a:lnTo>
                  <a:pt x="6137" y="531"/>
                </a:lnTo>
                <a:lnTo>
                  <a:pt x="7565" y="169"/>
                </a:lnTo>
                <a:lnTo>
                  <a:pt x="8997" y="0"/>
                </a:lnTo>
                <a:lnTo>
                  <a:pt x="10424" y="32"/>
                </a:lnTo>
                <a:lnTo>
                  <a:pt x="11847" y="280"/>
                </a:lnTo>
                <a:lnTo>
                  <a:pt x="13260" y="754"/>
                </a:lnTo>
                <a:lnTo>
                  <a:pt x="14658" y="1465"/>
                </a:lnTo>
                <a:lnTo>
                  <a:pt x="16035" y="2427"/>
                </a:lnTo>
                <a:lnTo>
                  <a:pt x="17389" y="3648"/>
                </a:lnTo>
                <a:close/>
              </a:path>
            </a:pathLst>
          </a:custGeom>
          <a:solidFill>
            <a:srgbClr val="D3C184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1" name="contour_08429"/>
          <p:cNvSpPr/>
          <p:nvPr/>
        </p:nvSpPr>
        <p:spPr>
          <a:xfrm>
            <a:off x="3953178" y="4256187"/>
            <a:ext cx="4514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20" y="0"/>
                </a:moveTo>
                <a:lnTo>
                  <a:pt x="21053" y="1196"/>
                </a:lnTo>
                <a:lnTo>
                  <a:pt x="21168" y="2394"/>
                </a:lnTo>
                <a:lnTo>
                  <a:pt x="21269" y="3590"/>
                </a:lnTo>
                <a:lnTo>
                  <a:pt x="21356" y="4787"/>
                </a:lnTo>
                <a:lnTo>
                  <a:pt x="21478" y="6123"/>
                </a:lnTo>
                <a:lnTo>
                  <a:pt x="21600" y="7479"/>
                </a:lnTo>
                <a:lnTo>
                  <a:pt x="21262" y="8640"/>
                </a:lnTo>
                <a:lnTo>
                  <a:pt x="20920" y="9818"/>
                </a:lnTo>
                <a:lnTo>
                  <a:pt x="19191" y="10325"/>
                </a:lnTo>
                <a:lnTo>
                  <a:pt x="17454" y="10822"/>
                </a:lnTo>
                <a:lnTo>
                  <a:pt x="15704" y="11307"/>
                </a:lnTo>
                <a:lnTo>
                  <a:pt x="13947" y="11782"/>
                </a:lnTo>
                <a:lnTo>
                  <a:pt x="12943" y="13048"/>
                </a:lnTo>
                <a:lnTo>
                  <a:pt x="12040" y="14321"/>
                </a:lnTo>
                <a:lnTo>
                  <a:pt x="11210" y="15601"/>
                </a:lnTo>
                <a:lnTo>
                  <a:pt x="10429" y="16891"/>
                </a:lnTo>
                <a:lnTo>
                  <a:pt x="9679" y="18197"/>
                </a:lnTo>
                <a:lnTo>
                  <a:pt x="8933" y="19521"/>
                </a:lnTo>
                <a:lnTo>
                  <a:pt x="7960" y="20553"/>
                </a:lnTo>
                <a:lnTo>
                  <a:pt x="6973" y="21600"/>
                </a:lnTo>
                <a:lnTo>
                  <a:pt x="4669" y="21600"/>
                </a:lnTo>
                <a:lnTo>
                  <a:pt x="2350" y="21600"/>
                </a:lnTo>
                <a:lnTo>
                  <a:pt x="0" y="21600"/>
                </a:lnTo>
                <a:lnTo>
                  <a:pt x="425" y="20371"/>
                </a:lnTo>
                <a:lnTo>
                  <a:pt x="854" y="19143"/>
                </a:lnTo>
                <a:lnTo>
                  <a:pt x="1287" y="17914"/>
                </a:lnTo>
                <a:lnTo>
                  <a:pt x="1722" y="16689"/>
                </a:lnTo>
                <a:lnTo>
                  <a:pt x="2162" y="15462"/>
                </a:lnTo>
                <a:lnTo>
                  <a:pt x="2605" y="14234"/>
                </a:lnTo>
                <a:lnTo>
                  <a:pt x="3051" y="13009"/>
                </a:lnTo>
                <a:lnTo>
                  <a:pt x="3462" y="11792"/>
                </a:lnTo>
                <a:lnTo>
                  <a:pt x="3881" y="10555"/>
                </a:lnTo>
                <a:lnTo>
                  <a:pt x="4512" y="8907"/>
                </a:lnTo>
                <a:lnTo>
                  <a:pt x="5178" y="7366"/>
                </a:lnTo>
                <a:lnTo>
                  <a:pt x="5927" y="5938"/>
                </a:lnTo>
                <a:lnTo>
                  <a:pt x="6813" y="4636"/>
                </a:lnTo>
                <a:lnTo>
                  <a:pt x="7880" y="3474"/>
                </a:lnTo>
                <a:lnTo>
                  <a:pt x="9177" y="2458"/>
                </a:lnTo>
                <a:lnTo>
                  <a:pt x="10760" y="1602"/>
                </a:lnTo>
                <a:lnTo>
                  <a:pt x="12678" y="919"/>
                </a:lnTo>
                <a:lnTo>
                  <a:pt x="14975" y="416"/>
                </a:lnTo>
                <a:lnTo>
                  <a:pt x="17705" y="106"/>
                </a:lnTo>
                <a:lnTo>
                  <a:pt x="20920" y="0"/>
                </a:lnTo>
                <a:close/>
              </a:path>
            </a:pathLst>
          </a:custGeom>
          <a:solidFill>
            <a:srgbClr val="988D79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2" name="contour_08430"/>
          <p:cNvSpPr/>
          <p:nvPr/>
        </p:nvSpPr>
        <p:spPr>
          <a:xfrm>
            <a:off x="5476368" y="4261347"/>
            <a:ext cx="51016" cy="40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30"/>
                </a:moveTo>
                <a:lnTo>
                  <a:pt x="2104" y="778"/>
                </a:lnTo>
                <a:lnTo>
                  <a:pt x="4178" y="472"/>
                </a:lnTo>
                <a:lnTo>
                  <a:pt x="6230" y="224"/>
                </a:lnTo>
                <a:lnTo>
                  <a:pt x="8270" y="62"/>
                </a:lnTo>
                <a:lnTo>
                  <a:pt x="10300" y="0"/>
                </a:lnTo>
                <a:lnTo>
                  <a:pt x="12331" y="54"/>
                </a:lnTo>
                <a:lnTo>
                  <a:pt x="14373" y="248"/>
                </a:lnTo>
                <a:lnTo>
                  <a:pt x="16431" y="600"/>
                </a:lnTo>
                <a:lnTo>
                  <a:pt x="18514" y="1130"/>
                </a:lnTo>
                <a:lnTo>
                  <a:pt x="19443" y="3466"/>
                </a:lnTo>
                <a:lnTo>
                  <a:pt x="20165" y="5795"/>
                </a:lnTo>
                <a:lnTo>
                  <a:pt x="20702" y="8131"/>
                </a:lnTo>
                <a:lnTo>
                  <a:pt x="21085" y="10491"/>
                </a:lnTo>
                <a:lnTo>
                  <a:pt x="21338" y="12889"/>
                </a:lnTo>
                <a:lnTo>
                  <a:pt x="21492" y="15345"/>
                </a:lnTo>
                <a:lnTo>
                  <a:pt x="21569" y="17867"/>
                </a:lnTo>
                <a:lnTo>
                  <a:pt x="21600" y="20470"/>
                </a:lnTo>
                <a:lnTo>
                  <a:pt x="19496" y="20822"/>
                </a:lnTo>
                <a:lnTo>
                  <a:pt x="17422" y="21128"/>
                </a:lnTo>
                <a:lnTo>
                  <a:pt x="15370" y="21376"/>
                </a:lnTo>
                <a:lnTo>
                  <a:pt x="13330" y="21538"/>
                </a:lnTo>
                <a:lnTo>
                  <a:pt x="11300" y="21600"/>
                </a:lnTo>
                <a:lnTo>
                  <a:pt x="9269" y="21546"/>
                </a:lnTo>
                <a:lnTo>
                  <a:pt x="7227" y="21352"/>
                </a:lnTo>
                <a:lnTo>
                  <a:pt x="5169" y="21000"/>
                </a:lnTo>
                <a:lnTo>
                  <a:pt x="3086" y="20470"/>
                </a:lnTo>
                <a:lnTo>
                  <a:pt x="2157" y="18134"/>
                </a:lnTo>
                <a:lnTo>
                  <a:pt x="1435" y="15805"/>
                </a:lnTo>
                <a:lnTo>
                  <a:pt x="898" y="13469"/>
                </a:lnTo>
                <a:lnTo>
                  <a:pt x="515" y="11109"/>
                </a:lnTo>
                <a:lnTo>
                  <a:pt x="262" y="8711"/>
                </a:lnTo>
                <a:lnTo>
                  <a:pt x="108" y="6255"/>
                </a:lnTo>
                <a:lnTo>
                  <a:pt x="31" y="3733"/>
                </a:lnTo>
                <a:lnTo>
                  <a:pt x="0" y="1130"/>
                </a:lnTo>
                <a:close/>
              </a:path>
            </a:pathLst>
          </a:custGeom>
          <a:solidFill>
            <a:srgbClr val="DDDDE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3" name="contour_08431"/>
          <p:cNvSpPr/>
          <p:nvPr/>
        </p:nvSpPr>
        <p:spPr>
          <a:xfrm>
            <a:off x="3741826" y="4240241"/>
            <a:ext cx="58304" cy="520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4" y="0"/>
                </a:moveTo>
                <a:lnTo>
                  <a:pt x="18897" y="142"/>
                </a:lnTo>
                <a:lnTo>
                  <a:pt x="21600" y="569"/>
                </a:lnTo>
                <a:lnTo>
                  <a:pt x="21244" y="2761"/>
                </a:lnTo>
                <a:lnTo>
                  <a:pt x="20860" y="4837"/>
                </a:lnTo>
                <a:lnTo>
                  <a:pt x="20428" y="6817"/>
                </a:lnTo>
                <a:lnTo>
                  <a:pt x="19934" y="8705"/>
                </a:lnTo>
                <a:lnTo>
                  <a:pt x="19356" y="10515"/>
                </a:lnTo>
                <a:lnTo>
                  <a:pt x="18681" y="12259"/>
                </a:lnTo>
                <a:lnTo>
                  <a:pt x="17890" y="13948"/>
                </a:lnTo>
                <a:lnTo>
                  <a:pt x="16967" y="15589"/>
                </a:lnTo>
                <a:lnTo>
                  <a:pt x="15892" y="17199"/>
                </a:lnTo>
                <a:lnTo>
                  <a:pt x="14650" y="18788"/>
                </a:lnTo>
                <a:lnTo>
                  <a:pt x="13225" y="20362"/>
                </a:lnTo>
                <a:lnTo>
                  <a:pt x="11459" y="21210"/>
                </a:lnTo>
                <a:lnTo>
                  <a:pt x="9904" y="21594"/>
                </a:lnTo>
                <a:lnTo>
                  <a:pt x="8397" y="21600"/>
                </a:lnTo>
                <a:lnTo>
                  <a:pt x="6782" y="21312"/>
                </a:lnTo>
                <a:lnTo>
                  <a:pt x="4895" y="20813"/>
                </a:lnTo>
                <a:lnTo>
                  <a:pt x="3278" y="20123"/>
                </a:lnTo>
                <a:lnTo>
                  <a:pt x="1650" y="19433"/>
                </a:lnTo>
                <a:lnTo>
                  <a:pt x="0" y="18730"/>
                </a:lnTo>
                <a:lnTo>
                  <a:pt x="1029" y="17208"/>
                </a:lnTo>
                <a:lnTo>
                  <a:pt x="2063" y="15688"/>
                </a:lnTo>
                <a:lnTo>
                  <a:pt x="3102" y="14172"/>
                </a:lnTo>
                <a:lnTo>
                  <a:pt x="4144" y="12662"/>
                </a:lnTo>
                <a:lnTo>
                  <a:pt x="5192" y="11154"/>
                </a:lnTo>
                <a:lnTo>
                  <a:pt x="6245" y="9650"/>
                </a:lnTo>
                <a:lnTo>
                  <a:pt x="7109" y="8345"/>
                </a:lnTo>
                <a:lnTo>
                  <a:pt x="7989" y="7025"/>
                </a:lnTo>
                <a:lnTo>
                  <a:pt x="9291" y="5234"/>
                </a:lnTo>
                <a:lnTo>
                  <a:pt x="10473" y="3753"/>
                </a:lnTo>
                <a:lnTo>
                  <a:pt x="11634" y="2555"/>
                </a:lnTo>
                <a:lnTo>
                  <a:pt x="12871" y="1607"/>
                </a:lnTo>
                <a:lnTo>
                  <a:pt x="14280" y="887"/>
                </a:lnTo>
                <a:lnTo>
                  <a:pt x="15957" y="360"/>
                </a:lnTo>
                <a:lnTo>
                  <a:pt x="18004" y="0"/>
                </a:lnTo>
                <a:close/>
              </a:path>
            </a:pathLst>
          </a:custGeom>
          <a:solidFill>
            <a:srgbClr val="BBC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4" name="contour_08432"/>
          <p:cNvSpPr/>
          <p:nvPr/>
        </p:nvSpPr>
        <p:spPr>
          <a:xfrm>
            <a:off x="4208258" y="4211643"/>
            <a:ext cx="87456" cy="450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1"/>
                </a:moveTo>
                <a:lnTo>
                  <a:pt x="20819" y="527"/>
                </a:lnTo>
                <a:lnTo>
                  <a:pt x="20025" y="663"/>
                </a:lnTo>
                <a:lnTo>
                  <a:pt x="18808" y="1048"/>
                </a:lnTo>
                <a:lnTo>
                  <a:pt x="17674" y="1491"/>
                </a:lnTo>
                <a:lnTo>
                  <a:pt x="16583" y="2067"/>
                </a:lnTo>
                <a:lnTo>
                  <a:pt x="15505" y="2839"/>
                </a:lnTo>
                <a:lnTo>
                  <a:pt x="14400" y="3883"/>
                </a:lnTo>
                <a:lnTo>
                  <a:pt x="14125" y="6306"/>
                </a:lnTo>
                <a:lnTo>
                  <a:pt x="14000" y="8572"/>
                </a:lnTo>
                <a:lnTo>
                  <a:pt x="13995" y="10769"/>
                </a:lnTo>
                <a:lnTo>
                  <a:pt x="14081" y="12986"/>
                </a:lnTo>
                <a:lnTo>
                  <a:pt x="14227" y="15318"/>
                </a:lnTo>
                <a:lnTo>
                  <a:pt x="14400" y="17850"/>
                </a:lnTo>
                <a:lnTo>
                  <a:pt x="13165" y="18360"/>
                </a:lnTo>
                <a:lnTo>
                  <a:pt x="11929" y="18852"/>
                </a:lnTo>
                <a:lnTo>
                  <a:pt x="10692" y="19330"/>
                </a:lnTo>
                <a:lnTo>
                  <a:pt x="9452" y="19798"/>
                </a:lnTo>
                <a:lnTo>
                  <a:pt x="8212" y="20252"/>
                </a:lnTo>
                <a:lnTo>
                  <a:pt x="7061" y="20696"/>
                </a:lnTo>
                <a:lnTo>
                  <a:pt x="5904" y="21146"/>
                </a:lnTo>
                <a:lnTo>
                  <a:pt x="4732" y="21600"/>
                </a:lnTo>
                <a:lnTo>
                  <a:pt x="3764" y="21516"/>
                </a:lnTo>
                <a:lnTo>
                  <a:pt x="2788" y="21429"/>
                </a:lnTo>
                <a:lnTo>
                  <a:pt x="1800" y="21342"/>
                </a:lnTo>
                <a:lnTo>
                  <a:pt x="1161" y="18779"/>
                </a:lnTo>
                <a:lnTo>
                  <a:pt x="747" y="16949"/>
                </a:lnTo>
                <a:lnTo>
                  <a:pt x="473" y="15357"/>
                </a:lnTo>
                <a:lnTo>
                  <a:pt x="254" y="13499"/>
                </a:lnTo>
                <a:lnTo>
                  <a:pt x="0" y="10866"/>
                </a:lnTo>
                <a:lnTo>
                  <a:pt x="1199" y="9742"/>
                </a:lnTo>
                <a:lnTo>
                  <a:pt x="2378" y="8649"/>
                </a:lnTo>
                <a:lnTo>
                  <a:pt x="3542" y="7588"/>
                </a:lnTo>
                <a:lnTo>
                  <a:pt x="4696" y="6568"/>
                </a:lnTo>
                <a:lnTo>
                  <a:pt x="5843" y="5597"/>
                </a:lnTo>
                <a:lnTo>
                  <a:pt x="6984" y="4682"/>
                </a:lnTo>
                <a:lnTo>
                  <a:pt x="8125" y="3827"/>
                </a:lnTo>
                <a:lnTo>
                  <a:pt x="9270" y="3041"/>
                </a:lnTo>
                <a:lnTo>
                  <a:pt x="10418" y="2329"/>
                </a:lnTo>
                <a:lnTo>
                  <a:pt x="11578" y="1697"/>
                </a:lnTo>
                <a:lnTo>
                  <a:pt x="12749" y="1156"/>
                </a:lnTo>
                <a:lnTo>
                  <a:pt x="13937" y="709"/>
                </a:lnTo>
                <a:lnTo>
                  <a:pt x="15145" y="363"/>
                </a:lnTo>
                <a:lnTo>
                  <a:pt x="16376" y="126"/>
                </a:lnTo>
                <a:lnTo>
                  <a:pt x="17633" y="3"/>
                </a:lnTo>
                <a:lnTo>
                  <a:pt x="18922" y="0"/>
                </a:lnTo>
                <a:lnTo>
                  <a:pt x="20243" y="129"/>
                </a:lnTo>
                <a:lnTo>
                  <a:pt x="21600" y="391"/>
                </a:lnTo>
                <a:close/>
              </a:path>
            </a:pathLst>
          </a:custGeom>
          <a:solidFill>
            <a:srgbClr val="2C2C2C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5" name="contour_08433"/>
          <p:cNvSpPr/>
          <p:nvPr/>
        </p:nvSpPr>
        <p:spPr>
          <a:xfrm>
            <a:off x="10694570" y="4168673"/>
            <a:ext cx="72880" cy="371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4270"/>
                </a:moveTo>
                <a:lnTo>
                  <a:pt x="20084" y="7083"/>
                </a:lnTo>
                <a:lnTo>
                  <a:pt x="20561" y="9781"/>
                </a:lnTo>
                <a:lnTo>
                  <a:pt x="20913" y="12458"/>
                </a:lnTo>
                <a:lnTo>
                  <a:pt x="21177" y="15199"/>
                </a:lnTo>
                <a:lnTo>
                  <a:pt x="21393" y="18088"/>
                </a:lnTo>
                <a:lnTo>
                  <a:pt x="21600" y="21215"/>
                </a:lnTo>
                <a:lnTo>
                  <a:pt x="20205" y="21270"/>
                </a:lnTo>
                <a:lnTo>
                  <a:pt x="18809" y="21320"/>
                </a:lnTo>
                <a:lnTo>
                  <a:pt x="17414" y="21363"/>
                </a:lnTo>
                <a:lnTo>
                  <a:pt x="16021" y="21405"/>
                </a:lnTo>
                <a:lnTo>
                  <a:pt x="14625" y="21443"/>
                </a:lnTo>
                <a:lnTo>
                  <a:pt x="13230" y="21477"/>
                </a:lnTo>
                <a:lnTo>
                  <a:pt x="12044" y="21532"/>
                </a:lnTo>
                <a:lnTo>
                  <a:pt x="10843" y="21587"/>
                </a:lnTo>
                <a:lnTo>
                  <a:pt x="9329" y="21600"/>
                </a:lnTo>
                <a:lnTo>
                  <a:pt x="7893" y="21545"/>
                </a:lnTo>
                <a:lnTo>
                  <a:pt x="6515" y="21375"/>
                </a:lnTo>
                <a:lnTo>
                  <a:pt x="5182" y="21037"/>
                </a:lnTo>
                <a:lnTo>
                  <a:pt x="3882" y="20477"/>
                </a:lnTo>
                <a:lnTo>
                  <a:pt x="2592" y="19651"/>
                </a:lnTo>
                <a:lnTo>
                  <a:pt x="1305" y="18503"/>
                </a:lnTo>
                <a:lnTo>
                  <a:pt x="0" y="16978"/>
                </a:lnTo>
                <a:lnTo>
                  <a:pt x="536" y="14882"/>
                </a:lnTo>
                <a:lnTo>
                  <a:pt x="1071" y="12776"/>
                </a:lnTo>
                <a:lnTo>
                  <a:pt x="1614" y="10654"/>
                </a:lnTo>
                <a:lnTo>
                  <a:pt x="2160" y="8506"/>
                </a:lnTo>
                <a:lnTo>
                  <a:pt x="3229" y="9557"/>
                </a:lnTo>
                <a:lnTo>
                  <a:pt x="4305" y="10607"/>
                </a:lnTo>
                <a:lnTo>
                  <a:pt x="5385" y="11671"/>
                </a:lnTo>
                <a:lnTo>
                  <a:pt x="6480" y="12742"/>
                </a:lnTo>
                <a:lnTo>
                  <a:pt x="6480" y="9942"/>
                </a:lnTo>
                <a:lnTo>
                  <a:pt x="6480" y="7125"/>
                </a:lnTo>
                <a:lnTo>
                  <a:pt x="6480" y="4270"/>
                </a:lnTo>
                <a:lnTo>
                  <a:pt x="7763" y="2368"/>
                </a:lnTo>
                <a:lnTo>
                  <a:pt x="9139" y="1055"/>
                </a:lnTo>
                <a:lnTo>
                  <a:pt x="10584" y="284"/>
                </a:lnTo>
                <a:lnTo>
                  <a:pt x="12074" y="0"/>
                </a:lnTo>
                <a:lnTo>
                  <a:pt x="13591" y="165"/>
                </a:lnTo>
                <a:lnTo>
                  <a:pt x="15107" y="720"/>
                </a:lnTo>
                <a:lnTo>
                  <a:pt x="16602" y="1622"/>
                </a:lnTo>
                <a:lnTo>
                  <a:pt x="18053" y="2821"/>
                </a:lnTo>
                <a:lnTo>
                  <a:pt x="19440" y="4270"/>
                </a:lnTo>
                <a:close/>
              </a:path>
            </a:pathLst>
          </a:custGeom>
          <a:solidFill>
            <a:srgbClr val="D8B8B7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6" name="contour_08434"/>
          <p:cNvSpPr/>
          <p:nvPr/>
        </p:nvSpPr>
        <p:spPr>
          <a:xfrm>
            <a:off x="4215546" y="4101703"/>
            <a:ext cx="87456" cy="524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12" y="405"/>
                </a:moveTo>
                <a:lnTo>
                  <a:pt x="13201" y="1185"/>
                </a:lnTo>
                <a:lnTo>
                  <a:pt x="14395" y="2095"/>
                </a:lnTo>
                <a:lnTo>
                  <a:pt x="15430" y="3151"/>
                </a:lnTo>
                <a:lnTo>
                  <a:pt x="16339" y="4373"/>
                </a:lnTo>
                <a:lnTo>
                  <a:pt x="17161" y="5777"/>
                </a:lnTo>
                <a:lnTo>
                  <a:pt x="17932" y="7383"/>
                </a:lnTo>
                <a:lnTo>
                  <a:pt x="18688" y="9214"/>
                </a:lnTo>
                <a:lnTo>
                  <a:pt x="19462" y="11282"/>
                </a:lnTo>
                <a:lnTo>
                  <a:pt x="20014" y="13097"/>
                </a:lnTo>
                <a:lnTo>
                  <a:pt x="20558" y="14919"/>
                </a:lnTo>
                <a:lnTo>
                  <a:pt x="21087" y="16753"/>
                </a:lnTo>
                <a:lnTo>
                  <a:pt x="21600" y="18599"/>
                </a:lnTo>
                <a:lnTo>
                  <a:pt x="21209" y="18923"/>
                </a:lnTo>
                <a:lnTo>
                  <a:pt x="20704" y="19343"/>
                </a:lnTo>
                <a:lnTo>
                  <a:pt x="19748" y="20141"/>
                </a:lnTo>
                <a:lnTo>
                  <a:pt x="18000" y="21600"/>
                </a:lnTo>
                <a:lnTo>
                  <a:pt x="18000" y="19616"/>
                </a:lnTo>
                <a:lnTo>
                  <a:pt x="18000" y="17620"/>
                </a:lnTo>
                <a:lnTo>
                  <a:pt x="18000" y="15597"/>
                </a:lnTo>
                <a:lnTo>
                  <a:pt x="16812" y="15399"/>
                </a:lnTo>
                <a:lnTo>
                  <a:pt x="15624" y="15201"/>
                </a:lnTo>
                <a:lnTo>
                  <a:pt x="14436" y="15003"/>
                </a:lnTo>
                <a:lnTo>
                  <a:pt x="13244" y="14802"/>
                </a:lnTo>
                <a:lnTo>
                  <a:pt x="12055" y="14604"/>
                </a:lnTo>
                <a:lnTo>
                  <a:pt x="10861" y="14406"/>
                </a:lnTo>
                <a:lnTo>
                  <a:pt x="9666" y="14208"/>
                </a:lnTo>
                <a:lnTo>
                  <a:pt x="8469" y="14007"/>
                </a:lnTo>
                <a:lnTo>
                  <a:pt x="7268" y="13809"/>
                </a:lnTo>
                <a:lnTo>
                  <a:pt x="6066" y="13608"/>
                </a:lnTo>
                <a:lnTo>
                  <a:pt x="4862" y="13407"/>
                </a:lnTo>
                <a:lnTo>
                  <a:pt x="3652" y="13206"/>
                </a:lnTo>
                <a:lnTo>
                  <a:pt x="2439" y="13001"/>
                </a:lnTo>
                <a:lnTo>
                  <a:pt x="1222" y="12800"/>
                </a:lnTo>
                <a:lnTo>
                  <a:pt x="0" y="12596"/>
                </a:lnTo>
                <a:lnTo>
                  <a:pt x="1624" y="9298"/>
                </a:lnTo>
                <a:lnTo>
                  <a:pt x="2977" y="6603"/>
                </a:lnTo>
                <a:lnTo>
                  <a:pt x="4113" y="4457"/>
                </a:lnTo>
                <a:lnTo>
                  <a:pt x="5087" y="2800"/>
                </a:lnTo>
                <a:lnTo>
                  <a:pt x="5951" y="1585"/>
                </a:lnTo>
                <a:lnTo>
                  <a:pt x="6759" y="750"/>
                </a:lnTo>
                <a:lnTo>
                  <a:pt x="7564" y="246"/>
                </a:lnTo>
                <a:lnTo>
                  <a:pt x="8417" y="12"/>
                </a:lnTo>
                <a:lnTo>
                  <a:pt x="9374" y="0"/>
                </a:lnTo>
                <a:lnTo>
                  <a:pt x="10489" y="147"/>
                </a:lnTo>
                <a:lnTo>
                  <a:pt x="11812" y="405"/>
                </a:lnTo>
                <a:close/>
              </a:path>
            </a:pathLst>
          </a:custGeom>
          <a:solidFill>
            <a:srgbClr val="DBDFE2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7" name="contour_08435"/>
          <p:cNvSpPr/>
          <p:nvPr/>
        </p:nvSpPr>
        <p:spPr>
          <a:xfrm>
            <a:off x="2094740" y="4001107"/>
            <a:ext cx="11660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86" y="355"/>
                </a:lnTo>
                <a:lnTo>
                  <a:pt x="1953" y="762"/>
                </a:lnTo>
                <a:lnTo>
                  <a:pt x="2905" y="1216"/>
                </a:lnTo>
                <a:lnTo>
                  <a:pt x="3842" y="1719"/>
                </a:lnTo>
                <a:lnTo>
                  <a:pt x="4767" y="2268"/>
                </a:lnTo>
                <a:lnTo>
                  <a:pt x="5679" y="2864"/>
                </a:lnTo>
                <a:lnTo>
                  <a:pt x="6584" y="3502"/>
                </a:lnTo>
                <a:lnTo>
                  <a:pt x="7480" y="4184"/>
                </a:lnTo>
                <a:lnTo>
                  <a:pt x="8371" y="4906"/>
                </a:lnTo>
                <a:lnTo>
                  <a:pt x="9258" y="5668"/>
                </a:lnTo>
                <a:lnTo>
                  <a:pt x="10143" y="6468"/>
                </a:lnTo>
                <a:lnTo>
                  <a:pt x="11027" y="7304"/>
                </a:lnTo>
                <a:lnTo>
                  <a:pt x="11912" y="8177"/>
                </a:lnTo>
                <a:lnTo>
                  <a:pt x="12802" y="9081"/>
                </a:lnTo>
                <a:lnTo>
                  <a:pt x="13696" y="10022"/>
                </a:lnTo>
                <a:lnTo>
                  <a:pt x="14596" y="10991"/>
                </a:lnTo>
                <a:lnTo>
                  <a:pt x="14899" y="11312"/>
                </a:lnTo>
                <a:lnTo>
                  <a:pt x="15432" y="11880"/>
                </a:lnTo>
                <a:lnTo>
                  <a:pt x="16651" y="13179"/>
                </a:lnTo>
                <a:lnTo>
                  <a:pt x="17477" y="14062"/>
                </a:lnTo>
                <a:lnTo>
                  <a:pt x="18302" y="14947"/>
                </a:lnTo>
                <a:lnTo>
                  <a:pt x="19127" y="15836"/>
                </a:lnTo>
                <a:lnTo>
                  <a:pt x="19952" y="16728"/>
                </a:lnTo>
                <a:lnTo>
                  <a:pt x="20776" y="17619"/>
                </a:lnTo>
                <a:lnTo>
                  <a:pt x="21600" y="18514"/>
                </a:lnTo>
                <a:lnTo>
                  <a:pt x="20712" y="19202"/>
                </a:lnTo>
                <a:lnTo>
                  <a:pt x="19825" y="19844"/>
                </a:lnTo>
                <a:lnTo>
                  <a:pt x="18936" y="20427"/>
                </a:lnTo>
                <a:lnTo>
                  <a:pt x="18040" y="20927"/>
                </a:lnTo>
                <a:lnTo>
                  <a:pt x="17130" y="21325"/>
                </a:lnTo>
                <a:lnTo>
                  <a:pt x="16200" y="21600"/>
                </a:lnTo>
                <a:lnTo>
                  <a:pt x="15767" y="19918"/>
                </a:lnTo>
                <a:lnTo>
                  <a:pt x="15482" y="18712"/>
                </a:lnTo>
                <a:lnTo>
                  <a:pt x="15219" y="17410"/>
                </a:lnTo>
                <a:lnTo>
                  <a:pt x="14850" y="15429"/>
                </a:lnTo>
                <a:lnTo>
                  <a:pt x="13850" y="15015"/>
                </a:lnTo>
                <a:lnTo>
                  <a:pt x="13118" y="14747"/>
                </a:lnTo>
                <a:lnTo>
                  <a:pt x="12438" y="14571"/>
                </a:lnTo>
                <a:lnTo>
                  <a:pt x="11596" y="14432"/>
                </a:lnTo>
                <a:lnTo>
                  <a:pt x="10379" y="14271"/>
                </a:lnTo>
                <a:lnTo>
                  <a:pt x="9311" y="13963"/>
                </a:lnTo>
                <a:lnTo>
                  <a:pt x="8330" y="13583"/>
                </a:lnTo>
                <a:lnTo>
                  <a:pt x="7424" y="13117"/>
                </a:lnTo>
                <a:lnTo>
                  <a:pt x="6584" y="12553"/>
                </a:lnTo>
                <a:lnTo>
                  <a:pt x="5800" y="11877"/>
                </a:lnTo>
                <a:lnTo>
                  <a:pt x="5060" y="11072"/>
                </a:lnTo>
                <a:lnTo>
                  <a:pt x="4354" y="10124"/>
                </a:lnTo>
                <a:lnTo>
                  <a:pt x="3671" y="9023"/>
                </a:lnTo>
                <a:lnTo>
                  <a:pt x="3001" y="7748"/>
                </a:lnTo>
                <a:lnTo>
                  <a:pt x="2333" y="6295"/>
                </a:lnTo>
                <a:lnTo>
                  <a:pt x="1656" y="4641"/>
                </a:lnTo>
                <a:lnTo>
                  <a:pt x="963" y="2774"/>
                </a:lnTo>
                <a:lnTo>
                  <a:pt x="486" y="1398"/>
                </a:lnTo>
                <a:lnTo>
                  <a:pt x="0" y="0"/>
                </a:lnTo>
                <a:close/>
              </a:path>
            </a:pathLst>
          </a:custGeom>
          <a:solidFill>
            <a:srgbClr val="F5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8" name="contour_08436"/>
          <p:cNvSpPr/>
          <p:nvPr/>
        </p:nvSpPr>
        <p:spPr>
          <a:xfrm>
            <a:off x="8085469" y="3993819"/>
            <a:ext cx="511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78" y="0"/>
                </a:moveTo>
                <a:lnTo>
                  <a:pt x="5236" y="191"/>
                </a:lnTo>
                <a:lnTo>
                  <a:pt x="6806" y="355"/>
                </a:lnTo>
                <a:lnTo>
                  <a:pt x="8240" y="562"/>
                </a:lnTo>
                <a:lnTo>
                  <a:pt x="9989" y="870"/>
                </a:lnTo>
                <a:lnTo>
                  <a:pt x="12504" y="1352"/>
                </a:lnTo>
                <a:lnTo>
                  <a:pt x="14194" y="1663"/>
                </a:lnTo>
                <a:lnTo>
                  <a:pt x="15893" y="1981"/>
                </a:lnTo>
                <a:lnTo>
                  <a:pt x="17617" y="2302"/>
                </a:lnTo>
                <a:lnTo>
                  <a:pt x="19568" y="2691"/>
                </a:lnTo>
                <a:lnTo>
                  <a:pt x="21548" y="3086"/>
                </a:lnTo>
                <a:lnTo>
                  <a:pt x="21600" y="5675"/>
                </a:lnTo>
                <a:lnTo>
                  <a:pt x="21498" y="7986"/>
                </a:lnTo>
                <a:lnTo>
                  <a:pt x="21234" y="10081"/>
                </a:lnTo>
                <a:lnTo>
                  <a:pt x="20787" y="12025"/>
                </a:lnTo>
                <a:lnTo>
                  <a:pt x="20150" y="13873"/>
                </a:lnTo>
                <a:lnTo>
                  <a:pt x="19304" y="15694"/>
                </a:lnTo>
                <a:lnTo>
                  <a:pt x="18239" y="17548"/>
                </a:lnTo>
                <a:lnTo>
                  <a:pt x="16940" y="19496"/>
                </a:lnTo>
                <a:lnTo>
                  <a:pt x="15391" y="21600"/>
                </a:lnTo>
                <a:lnTo>
                  <a:pt x="13563" y="20900"/>
                </a:lnTo>
                <a:lnTo>
                  <a:pt x="12313" y="20347"/>
                </a:lnTo>
                <a:lnTo>
                  <a:pt x="11063" y="19647"/>
                </a:lnTo>
                <a:lnTo>
                  <a:pt x="9235" y="18514"/>
                </a:lnTo>
                <a:lnTo>
                  <a:pt x="9235" y="16475"/>
                </a:lnTo>
                <a:lnTo>
                  <a:pt x="9235" y="14423"/>
                </a:lnTo>
                <a:lnTo>
                  <a:pt x="9235" y="12343"/>
                </a:lnTo>
                <a:lnTo>
                  <a:pt x="7200" y="12343"/>
                </a:lnTo>
                <a:lnTo>
                  <a:pt x="5153" y="12343"/>
                </a:lnTo>
                <a:lnTo>
                  <a:pt x="3078" y="12343"/>
                </a:lnTo>
                <a:lnTo>
                  <a:pt x="2038" y="10140"/>
                </a:lnTo>
                <a:lnTo>
                  <a:pt x="1358" y="8557"/>
                </a:lnTo>
                <a:lnTo>
                  <a:pt x="890" y="7150"/>
                </a:lnTo>
                <a:lnTo>
                  <a:pt x="486" y="5474"/>
                </a:lnTo>
                <a:lnTo>
                  <a:pt x="0" y="3086"/>
                </a:lnTo>
                <a:lnTo>
                  <a:pt x="1527" y="1555"/>
                </a:lnTo>
                <a:lnTo>
                  <a:pt x="3078" y="0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439" name="contour_08437"/>
          <p:cNvSpPr/>
          <p:nvPr/>
        </p:nvSpPr>
        <p:spPr>
          <a:xfrm>
            <a:off x="4754857" y="3913651"/>
            <a:ext cx="72880" cy="38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268"/>
                </a:lnTo>
                <a:lnTo>
                  <a:pt x="2851" y="537"/>
                </a:lnTo>
                <a:lnTo>
                  <a:pt x="4279" y="805"/>
                </a:lnTo>
                <a:lnTo>
                  <a:pt x="5707" y="1073"/>
                </a:lnTo>
                <a:lnTo>
                  <a:pt x="7137" y="1342"/>
                </a:lnTo>
                <a:lnTo>
                  <a:pt x="8567" y="1614"/>
                </a:lnTo>
                <a:lnTo>
                  <a:pt x="10001" y="1883"/>
                </a:lnTo>
                <a:lnTo>
                  <a:pt x="11437" y="2155"/>
                </a:lnTo>
                <a:lnTo>
                  <a:pt x="12878" y="2423"/>
                </a:lnTo>
                <a:lnTo>
                  <a:pt x="14321" y="2696"/>
                </a:lnTo>
                <a:lnTo>
                  <a:pt x="15766" y="2968"/>
                </a:lnTo>
                <a:lnTo>
                  <a:pt x="17217" y="3241"/>
                </a:lnTo>
                <a:lnTo>
                  <a:pt x="18673" y="3517"/>
                </a:lnTo>
                <a:lnTo>
                  <a:pt x="20133" y="3790"/>
                </a:lnTo>
                <a:lnTo>
                  <a:pt x="21600" y="4066"/>
                </a:lnTo>
                <a:lnTo>
                  <a:pt x="19667" y="8909"/>
                </a:lnTo>
                <a:lnTo>
                  <a:pt x="18138" y="12691"/>
                </a:lnTo>
                <a:lnTo>
                  <a:pt x="16934" y="15558"/>
                </a:lnTo>
                <a:lnTo>
                  <a:pt x="15982" y="17656"/>
                </a:lnTo>
                <a:lnTo>
                  <a:pt x="15202" y="19120"/>
                </a:lnTo>
                <a:lnTo>
                  <a:pt x="14517" y="20104"/>
                </a:lnTo>
                <a:lnTo>
                  <a:pt x="13854" y="20750"/>
                </a:lnTo>
                <a:lnTo>
                  <a:pt x="13133" y="21202"/>
                </a:lnTo>
                <a:lnTo>
                  <a:pt x="12277" y="21600"/>
                </a:lnTo>
                <a:lnTo>
                  <a:pt x="11608" y="21287"/>
                </a:lnTo>
                <a:lnTo>
                  <a:pt x="9586" y="20331"/>
                </a:lnTo>
                <a:lnTo>
                  <a:pt x="8243" y="19827"/>
                </a:lnTo>
                <a:lnTo>
                  <a:pt x="6877" y="19315"/>
                </a:lnTo>
                <a:lnTo>
                  <a:pt x="6111" y="18384"/>
                </a:lnTo>
                <a:lnTo>
                  <a:pt x="5476" y="17522"/>
                </a:lnTo>
                <a:lnTo>
                  <a:pt x="4918" y="16566"/>
                </a:lnTo>
                <a:lnTo>
                  <a:pt x="4378" y="15358"/>
                </a:lnTo>
                <a:lnTo>
                  <a:pt x="3804" y="13744"/>
                </a:lnTo>
                <a:lnTo>
                  <a:pt x="3134" y="11560"/>
                </a:lnTo>
                <a:lnTo>
                  <a:pt x="2316" y="8645"/>
                </a:lnTo>
                <a:lnTo>
                  <a:pt x="1290" y="4847"/>
                </a:lnTo>
                <a:lnTo>
                  <a:pt x="0" y="0"/>
                </a:lnTo>
                <a:close/>
              </a:path>
            </a:pathLst>
          </a:custGeom>
          <a:solidFill>
            <a:srgbClr val="FB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0" name="contour_08438"/>
          <p:cNvSpPr/>
          <p:nvPr/>
        </p:nvSpPr>
        <p:spPr>
          <a:xfrm>
            <a:off x="4593989" y="3833484"/>
            <a:ext cx="109852" cy="544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" y="0"/>
                </a:moveTo>
                <a:lnTo>
                  <a:pt x="1581" y="1837"/>
                </a:lnTo>
                <a:lnTo>
                  <a:pt x="1624" y="3685"/>
                </a:lnTo>
                <a:lnTo>
                  <a:pt x="1667" y="5559"/>
                </a:lnTo>
                <a:lnTo>
                  <a:pt x="1910" y="7454"/>
                </a:lnTo>
                <a:lnTo>
                  <a:pt x="2128" y="8712"/>
                </a:lnTo>
                <a:lnTo>
                  <a:pt x="2440" y="9895"/>
                </a:lnTo>
                <a:lnTo>
                  <a:pt x="2971" y="11569"/>
                </a:lnTo>
                <a:lnTo>
                  <a:pt x="3885" y="12246"/>
                </a:lnTo>
                <a:lnTo>
                  <a:pt x="4805" y="12819"/>
                </a:lnTo>
                <a:lnTo>
                  <a:pt x="5731" y="13302"/>
                </a:lnTo>
                <a:lnTo>
                  <a:pt x="6662" y="13707"/>
                </a:lnTo>
                <a:lnTo>
                  <a:pt x="7598" y="14045"/>
                </a:lnTo>
                <a:lnTo>
                  <a:pt x="8541" y="14329"/>
                </a:lnTo>
                <a:lnTo>
                  <a:pt x="9489" y="14575"/>
                </a:lnTo>
                <a:lnTo>
                  <a:pt x="10444" y="14789"/>
                </a:lnTo>
                <a:lnTo>
                  <a:pt x="11405" y="14988"/>
                </a:lnTo>
                <a:lnTo>
                  <a:pt x="12374" y="15185"/>
                </a:lnTo>
                <a:lnTo>
                  <a:pt x="13258" y="15407"/>
                </a:lnTo>
                <a:lnTo>
                  <a:pt x="14147" y="15633"/>
                </a:lnTo>
                <a:lnTo>
                  <a:pt x="15048" y="15862"/>
                </a:lnTo>
                <a:lnTo>
                  <a:pt x="15984" y="16093"/>
                </a:lnTo>
                <a:lnTo>
                  <a:pt x="16918" y="16319"/>
                </a:lnTo>
                <a:lnTo>
                  <a:pt x="17854" y="16536"/>
                </a:lnTo>
                <a:lnTo>
                  <a:pt x="18790" y="16750"/>
                </a:lnTo>
                <a:lnTo>
                  <a:pt x="19726" y="16958"/>
                </a:lnTo>
                <a:lnTo>
                  <a:pt x="20663" y="17157"/>
                </a:lnTo>
                <a:lnTo>
                  <a:pt x="21600" y="17354"/>
                </a:lnTo>
                <a:lnTo>
                  <a:pt x="21600" y="18789"/>
                </a:lnTo>
                <a:lnTo>
                  <a:pt x="21600" y="20246"/>
                </a:lnTo>
                <a:lnTo>
                  <a:pt x="20657" y="20362"/>
                </a:lnTo>
                <a:lnTo>
                  <a:pt x="19713" y="20469"/>
                </a:lnTo>
                <a:lnTo>
                  <a:pt x="18770" y="20570"/>
                </a:lnTo>
                <a:lnTo>
                  <a:pt x="17827" y="20666"/>
                </a:lnTo>
                <a:lnTo>
                  <a:pt x="16882" y="20755"/>
                </a:lnTo>
                <a:lnTo>
                  <a:pt x="15940" y="20836"/>
                </a:lnTo>
                <a:lnTo>
                  <a:pt x="14995" y="20912"/>
                </a:lnTo>
                <a:lnTo>
                  <a:pt x="14051" y="20981"/>
                </a:lnTo>
                <a:lnTo>
                  <a:pt x="13106" y="21042"/>
                </a:lnTo>
                <a:lnTo>
                  <a:pt x="12143" y="21123"/>
                </a:lnTo>
                <a:lnTo>
                  <a:pt x="11180" y="21221"/>
                </a:lnTo>
                <a:lnTo>
                  <a:pt x="10217" y="21337"/>
                </a:lnTo>
                <a:lnTo>
                  <a:pt x="9224" y="21455"/>
                </a:lnTo>
                <a:lnTo>
                  <a:pt x="8246" y="21548"/>
                </a:lnTo>
                <a:lnTo>
                  <a:pt x="7278" y="21600"/>
                </a:lnTo>
                <a:lnTo>
                  <a:pt x="6318" y="21597"/>
                </a:lnTo>
                <a:lnTo>
                  <a:pt x="5364" y="21525"/>
                </a:lnTo>
                <a:lnTo>
                  <a:pt x="4412" y="21369"/>
                </a:lnTo>
                <a:lnTo>
                  <a:pt x="3458" y="21111"/>
                </a:lnTo>
                <a:lnTo>
                  <a:pt x="2502" y="20744"/>
                </a:lnTo>
                <a:lnTo>
                  <a:pt x="1538" y="20246"/>
                </a:lnTo>
                <a:lnTo>
                  <a:pt x="1029" y="18508"/>
                </a:lnTo>
                <a:lnTo>
                  <a:pt x="635" y="16790"/>
                </a:lnTo>
                <a:lnTo>
                  <a:pt x="345" y="15066"/>
                </a:lnTo>
                <a:lnTo>
                  <a:pt x="149" y="13325"/>
                </a:lnTo>
                <a:lnTo>
                  <a:pt x="39" y="11543"/>
                </a:lnTo>
                <a:lnTo>
                  <a:pt x="0" y="9707"/>
                </a:lnTo>
                <a:lnTo>
                  <a:pt x="26" y="7792"/>
                </a:lnTo>
                <a:lnTo>
                  <a:pt x="105" y="5785"/>
                </a:lnTo>
                <a:lnTo>
                  <a:pt x="530" y="3803"/>
                </a:lnTo>
                <a:lnTo>
                  <a:pt x="821" y="2539"/>
                </a:lnTo>
                <a:lnTo>
                  <a:pt x="1112" y="1452"/>
                </a:lnTo>
                <a:lnTo>
                  <a:pt x="1538" y="0"/>
                </a:lnTo>
                <a:close/>
              </a:path>
            </a:pathLst>
          </a:custGeom>
          <a:solidFill>
            <a:srgbClr val="F2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1" name="contour_08439"/>
          <p:cNvSpPr/>
          <p:nvPr/>
        </p:nvSpPr>
        <p:spPr>
          <a:xfrm>
            <a:off x="4572657" y="3702300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422" y="1426"/>
                </a:lnTo>
                <a:lnTo>
                  <a:pt x="21244" y="2851"/>
                </a:lnTo>
                <a:lnTo>
                  <a:pt x="21065" y="4279"/>
                </a:lnTo>
                <a:lnTo>
                  <a:pt x="20887" y="5707"/>
                </a:lnTo>
                <a:lnTo>
                  <a:pt x="20709" y="7137"/>
                </a:lnTo>
                <a:lnTo>
                  <a:pt x="20528" y="8567"/>
                </a:lnTo>
                <a:lnTo>
                  <a:pt x="20350" y="10001"/>
                </a:lnTo>
                <a:lnTo>
                  <a:pt x="20169" y="11437"/>
                </a:lnTo>
                <a:lnTo>
                  <a:pt x="19991" y="12878"/>
                </a:lnTo>
                <a:lnTo>
                  <a:pt x="19810" y="14321"/>
                </a:lnTo>
                <a:lnTo>
                  <a:pt x="19629" y="15766"/>
                </a:lnTo>
                <a:lnTo>
                  <a:pt x="19448" y="17217"/>
                </a:lnTo>
                <a:lnTo>
                  <a:pt x="19264" y="18673"/>
                </a:lnTo>
                <a:lnTo>
                  <a:pt x="19084" y="20133"/>
                </a:lnTo>
                <a:lnTo>
                  <a:pt x="18900" y="21600"/>
                </a:lnTo>
                <a:lnTo>
                  <a:pt x="17563" y="20887"/>
                </a:lnTo>
                <a:lnTo>
                  <a:pt x="16224" y="20172"/>
                </a:lnTo>
                <a:lnTo>
                  <a:pt x="14880" y="19457"/>
                </a:lnTo>
                <a:lnTo>
                  <a:pt x="13530" y="18736"/>
                </a:lnTo>
                <a:lnTo>
                  <a:pt x="12172" y="18010"/>
                </a:lnTo>
                <a:lnTo>
                  <a:pt x="10800" y="17280"/>
                </a:lnTo>
                <a:lnTo>
                  <a:pt x="9337" y="16651"/>
                </a:lnTo>
                <a:lnTo>
                  <a:pt x="7865" y="16036"/>
                </a:lnTo>
                <a:lnTo>
                  <a:pt x="6383" y="15435"/>
                </a:lnTo>
                <a:lnTo>
                  <a:pt x="4892" y="14850"/>
                </a:lnTo>
                <a:lnTo>
                  <a:pt x="3496" y="14306"/>
                </a:lnTo>
                <a:lnTo>
                  <a:pt x="2079" y="13753"/>
                </a:lnTo>
                <a:lnTo>
                  <a:pt x="1048" y="13360"/>
                </a:lnTo>
                <a:lnTo>
                  <a:pt x="0" y="12960"/>
                </a:lnTo>
                <a:lnTo>
                  <a:pt x="1671" y="13228"/>
                </a:lnTo>
                <a:lnTo>
                  <a:pt x="3356" y="13496"/>
                </a:lnTo>
                <a:lnTo>
                  <a:pt x="5062" y="13770"/>
                </a:lnTo>
                <a:lnTo>
                  <a:pt x="6836" y="13785"/>
                </a:lnTo>
                <a:lnTo>
                  <a:pt x="8024" y="13705"/>
                </a:lnTo>
                <a:lnTo>
                  <a:pt x="9166" y="13457"/>
                </a:lnTo>
                <a:lnTo>
                  <a:pt x="10800" y="12960"/>
                </a:lnTo>
                <a:lnTo>
                  <a:pt x="11599" y="11541"/>
                </a:lnTo>
                <a:lnTo>
                  <a:pt x="12301" y="10126"/>
                </a:lnTo>
                <a:lnTo>
                  <a:pt x="12919" y="8709"/>
                </a:lnTo>
                <a:lnTo>
                  <a:pt x="13468" y="7281"/>
                </a:lnTo>
                <a:lnTo>
                  <a:pt x="13967" y="5832"/>
                </a:lnTo>
                <a:lnTo>
                  <a:pt x="14429" y="4352"/>
                </a:lnTo>
                <a:lnTo>
                  <a:pt x="14872" y="2834"/>
                </a:lnTo>
                <a:lnTo>
                  <a:pt x="15530" y="1428"/>
                </a:lnTo>
                <a:lnTo>
                  <a:pt x="16200" y="0"/>
                </a:lnTo>
                <a:close/>
              </a:path>
            </a:pathLst>
          </a:custGeom>
          <a:solidFill>
            <a:srgbClr val="F5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2" name="contour_08440"/>
          <p:cNvSpPr/>
          <p:nvPr/>
        </p:nvSpPr>
        <p:spPr>
          <a:xfrm>
            <a:off x="10126107" y="3534676"/>
            <a:ext cx="11660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8" y="229"/>
                </a:lnTo>
                <a:lnTo>
                  <a:pt x="822" y="436"/>
                </a:lnTo>
                <a:lnTo>
                  <a:pt x="1200" y="639"/>
                </a:lnTo>
                <a:lnTo>
                  <a:pt x="1578" y="842"/>
                </a:lnTo>
                <a:lnTo>
                  <a:pt x="1972" y="1050"/>
                </a:lnTo>
                <a:lnTo>
                  <a:pt x="2400" y="1279"/>
                </a:lnTo>
                <a:lnTo>
                  <a:pt x="2878" y="1534"/>
                </a:lnTo>
                <a:lnTo>
                  <a:pt x="3422" y="1823"/>
                </a:lnTo>
                <a:lnTo>
                  <a:pt x="4050" y="2160"/>
                </a:lnTo>
                <a:lnTo>
                  <a:pt x="4778" y="2549"/>
                </a:lnTo>
                <a:lnTo>
                  <a:pt x="5623" y="2998"/>
                </a:lnTo>
                <a:lnTo>
                  <a:pt x="6600" y="3521"/>
                </a:lnTo>
                <a:lnTo>
                  <a:pt x="7727" y="4121"/>
                </a:lnTo>
                <a:lnTo>
                  <a:pt x="9022" y="4812"/>
                </a:lnTo>
                <a:lnTo>
                  <a:pt x="10500" y="5599"/>
                </a:lnTo>
                <a:lnTo>
                  <a:pt x="12178" y="6493"/>
                </a:lnTo>
                <a:lnTo>
                  <a:pt x="14072" y="7504"/>
                </a:lnTo>
                <a:lnTo>
                  <a:pt x="16200" y="8640"/>
                </a:lnTo>
                <a:lnTo>
                  <a:pt x="16200" y="11496"/>
                </a:lnTo>
                <a:lnTo>
                  <a:pt x="16200" y="14368"/>
                </a:lnTo>
                <a:lnTo>
                  <a:pt x="16200" y="17280"/>
                </a:lnTo>
                <a:lnTo>
                  <a:pt x="17091" y="17993"/>
                </a:lnTo>
                <a:lnTo>
                  <a:pt x="17983" y="18706"/>
                </a:lnTo>
                <a:lnTo>
                  <a:pt x="18880" y="19423"/>
                </a:lnTo>
                <a:lnTo>
                  <a:pt x="19780" y="20144"/>
                </a:lnTo>
                <a:lnTo>
                  <a:pt x="20686" y="20870"/>
                </a:lnTo>
                <a:lnTo>
                  <a:pt x="21600" y="21600"/>
                </a:lnTo>
                <a:lnTo>
                  <a:pt x="20656" y="21349"/>
                </a:lnTo>
                <a:lnTo>
                  <a:pt x="19713" y="21099"/>
                </a:lnTo>
                <a:lnTo>
                  <a:pt x="18769" y="20844"/>
                </a:lnTo>
                <a:lnTo>
                  <a:pt x="17824" y="20593"/>
                </a:lnTo>
                <a:lnTo>
                  <a:pt x="16879" y="20343"/>
                </a:lnTo>
                <a:lnTo>
                  <a:pt x="15933" y="20088"/>
                </a:lnTo>
                <a:lnTo>
                  <a:pt x="14985" y="19837"/>
                </a:lnTo>
                <a:lnTo>
                  <a:pt x="14036" y="19583"/>
                </a:lnTo>
                <a:lnTo>
                  <a:pt x="13086" y="19328"/>
                </a:lnTo>
                <a:lnTo>
                  <a:pt x="12132" y="19077"/>
                </a:lnTo>
                <a:lnTo>
                  <a:pt x="11178" y="18822"/>
                </a:lnTo>
                <a:lnTo>
                  <a:pt x="10222" y="18567"/>
                </a:lnTo>
                <a:lnTo>
                  <a:pt x="9264" y="18308"/>
                </a:lnTo>
                <a:lnTo>
                  <a:pt x="8301" y="18053"/>
                </a:lnTo>
                <a:lnTo>
                  <a:pt x="7337" y="17798"/>
                </a:lnTo>
                <a:lnTo>
                  <a:pt x="6371" y="17539"/>
                </a:lnTo>
                <a:lnTo>
                  <a:pt x="5400" y="17280"/>
                </a:lnTo>
                <a:lnTo>
                  <a:pt x="5400" y="14424"/>
                </a:lnTo>
                <a:lnTo>
                  <a:pt x="5400" y="11552"/>
                </a:lnTo>
                <a:lnTo>
                  <a:pt x="5400" y="8640"/>
                </a:lnTo>
                <a:lnTo>
                  <a:pt x="4694" y="7024"/>
                </a:lnTo>
                <a:lnTo>
                  <a:pt x="4177" y="5983"/>
                </a:lnTo>
                <a:lnTo>
                  <a:pt x="3596" y="5050"/>
                </a:lnTo>
                <a:lnTo>
                  <a:pt x="2700" y="3780"/>
                </a:lnTo>
                <a:lnTo>
                  <a:pt x="1947" y="2691"/>
                </a:lnTo>
                <a:lnTo>
                  <a:pt x="1181" y="1585"/>
                </a:lnTo>
                <a:lnTo>
                  <a:pt x="594" y="799"/>
                </a:lnTo>
                <a:lnTo>
                  <a:pt x="0" y="0"/>
                </a:lnTo>
                <a:close/>
              </a:path>
            </a:pathLst>
          </a:custGeom>
          <a:solidFill>
            <a:srgbClr val="C0D6E4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3" name="contour_08441"/>
          <p:cNvSpPr/>
          <p:nvPr/>
        </p:nvSpPr>
        <p:spPr>
          <a:xfrm>
            <a:off x="11182866" y="3513840"/>
            <a:ext cx="145760" cy="42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67"/>
                </a:moveTo>
                <a:lnTo>
                  <a:pt x="20882" y="4678"/>
                </a:lnTo>
                <a:lnTo>
                  <a:pt x="20166" y="6101"/>
                </a:lnTo>
                <a:lnTo>
                  <a:pt x="19452" y="7443"/>
                </a:lnTo>
                <a:lnTo>
                  <a:pt x="18740" y="8704"/>
                </a:lnTo>
                <a:lnTo>
                  <a:pt x="18030" y="9884"/>
                </a:lnTo>
                <a:lnTo>
                  <a:pt x="17320" y="10994"/>
                </a:lnTo>
                <a:lnTo>
                  <a:pt x="16610" y="12026"/>
                </a:lnTo>
                <a:lnTo>
                  <a:pt x="15901" y="12988"/>
                </a:lnTo>
                <a:lnTo>
                  <a:pt x="15190" y="13884"/>
                </a:lnTo>
                <a:lnTo>
                  <a:pt x="14478" y="14713"/>
                </a:lnTo>
                <a:lnTo>
                  <a:pt x="13765" y="15484"/>
                </a:lnTo>
                <a:lnTo>
                  <a:pt x="13049" y="16192"/>
                </a:lnTo>
                <a:lnTo>
                  <a:pt x="12329" y="16841"/>
                </a:lnTo>
                <a:lnTo>
                  <a:pt x="11607" y="17438"/>
                </a:lnTo>
                <a:lnTo>
                  <a:pt x="10880" y="17980"/>
                </a:lnTo>
                <a:lnTo>
                  <a:pt x="10149" y="18477"/>
                </a:lnTo>
                <a:lnTo>
                  <a:pt x="9413" y="18924"/>
                </a:lnTo>
                <a:lnTo>
                  <a:pt x="8671" y="19329"/>
                </a:lnTo>
                <a:lnTo>
                  <a:pt x="7924" y="19690"/>
                </a:lnTo>
                <a:lnTo>
                  <a:pt x="7169" y="20011"/>
                </a:lnTo>
                <a:lnTo>
                  <a:pt x="6409" y="20299"/>
                </a:lnTo>
                <a:lnTo>
                  <a:pt x="5640" y="20553"/>
                </a:lnTo>
                <a:lnTo>
                  <a:pt x="4862" y="20774"/>
                </a:lnTo>
                <a:lnTo>
                  <a:pt x="4077" y="20970"/>
                </a:lnTo>
                <a:lnTo>
                  <a:pt x="3282" y="21135"/>
                </a:lnTo>
                <a:lnTo>
                  <a:pt x="2478" y="21279"/>
                </a:lnTo>
                <a:lnTo>
                  <a:pt x="1662" y="21405"/>
                </a:lnTo>
                <a:lnTo>
                  <a:pt x="837" y="21508"/>
                </a:lnTo>
                <a:lnTo>
                  <a:pt x="0" y="21600"/>
                </a:lnTo>
                <a:lnTo>
                  <a:pt x="689" y="20354"/>
                </a:lnTo>
                <a:lnTo>
                  <a:pt x="1380" y="19159"/>
                </a:lnTo>
                <a:lnTo>
                  <a:pt x="2074" y="18013"/>
                </a:lnTo>
                <a:lnTo>
                  <a:pt x="2770" y="16914"/>
                </a:lnTo>
                <a:lnTo>
                  <a:pt x="3470" y="15860"/>
                </a:lnTo>
                <a:lnTo>
                  <a:pt x="4172" y="14842"/>
                </a:lnTo>
                <a:lnTo>
                  <a:pt x="4878" y="13865"/>
                </a:lnTo>
                <a:lnTo>
                  <a:pt x="5587" y="12918"/>
                </a:lnTo>
                <a:lnTo>
                  <a:pt x="6300" y="12004"/>
                </a:lnTo>
                <a:lnTo>
                  <a:pt x="7017" y="11112"/>
                </a:lnTo>
                <a:lnTo>
                  <a:pt x="7737" y="10249"/>
                </a:lnTo>
                <a:lnTo>
                  <a:pt x="8462" y="9401"/>
                </a:lnTo>
                <a:lnTo>
                  <a:pt x="9192" y="8575"/>
                </a:lnTo>
                <a:lnTo>
                  <a:pt x="9925" y="7760"/>
                </a:lnTo>
                <a:lnTo>
                  <a:pt x="10664" y="6957"/>
                </a:lnTo>
                <a:lnTo>
                  <a:pt x="11407" y="6160"/>
                </a:lnTo>
                <a:lnTo>
                  <a:pt x="12031" y="5460"/>
                </a:lnTo>
                <a:lnTo>
                  <a:pt x="12659" y="4752"/>
                </a:lnTo>
                <a:lnTo>
                  <a:pt x="13296" y="4037"/>
                </a:lnTo>
                <a:lnTo>
                  <a:pt x="13900" y="3395"/>
                </a:lnTo>
                <a:lnTo>
                  <a:pt x="14508" y="2743"/>
                </a:lnTo>
                <a:lnTo>
                  <a:pt x="15124" y="2087"/>
                </a:lnTo>
                <a:lnTo>
                  <a:pt x="15669" y="1497"/>
                </a:lnTo>
                <a:lnTo>
                  <a:pt x="16216" y="903"/>
                </a:lnTo>
                <a:lnTo>
                  <a:pt x="16772" y="299"/>
                </a:lnTo>
                <a:lnTo>
                  <a:pt x="17549" y="15"/>
                </a:lnTo>
                <a:lnTo>
                  <a:pt x="18256" y="0"/>
                </a:lnTo>
                <a:lnTo>
                  <a:pt x="18918" y="229"/>
                </a:lnTo>
                <a:lnTo>
                  <a:pt x="19560" y="678"/>
                </a:lnTo>
                <a:lnTo>
                  <a:pt x="20206" y="1335"/>
                </a:lnTo>
                <a:lnTo>
                  <a:pt x="20877" y="2171"/>
                </a:lnTo>
                <a:lnTo>
                  <a:pt x="21600" y="3167"/>
                </a:lnTo>
                <a:close/>
              </a:path>
            </a:pathLst>
          </a:custGeom>
          <a:solidFill>
            <a:srgbClr val="CCE1EF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4" name="contour_08442"/>
          <p:cNvSpPr/>
          <p:nvPr/>
        </p:nvSpPr>
        <p:spPr>
          <a:xfrm>
            <a:off x="3778266" y="3519043"/>
            <a:ext cx="123896" cy="356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41"/>
                </a:moveTo>
                <a:lnTo>
                  <a:pt x="1018" y="376"/>
                </a:lnTo>
                <a:lnTo>
                  <a:pt x="2010" y="181"/>
                </a:lnTo>
                <a:lnTo>
                  <a:pt x="2977" y="53"/>
                </a:lnTo>
                <a:lnTo>
                  <a:pt x="3920" y="0"/>
                </a:lnTo>
                <a:lnTo>
                  <a:pt x="4842" y="22"/>
                </a:lnTo>
                <a:lnTo>
                  <a:pt x="5744" y="115"/>
                </a:lnTo>
                <a:lnTo>
                  <a:pt x="6630" y="287"/>
                </a:lnTo>
                <a:lnTo>
                  <a:pt x="7499" y="539"/>
                </a:lnTo>
                <a:lnTo>
                  <a:pt x="8354" y="871"/>
                </a:lnTo>
                <a:lnTo>
                  <a:pt x="9197" y="1282"/>
                </a:lnTo>
                <a:lnTo>
                  <a:pt x="10029" y="1777"/>
                </a:lnTo>
                <a:lnTo>
                  <a:pt x="10853" y="2356"/>
                </a:lnTo>
                <a:lnTo>
                  <a:pt x="11670" y="3024"/>
                </a:lnTo>
                <a:lnTo>
                  <a:pt x="12482" y="3775"/>
                </a:lnTo>
                <a:lnTo>
                  <a:pt x="13290" y="4620"/>
                </a:lnTo>
                <a:lnTo>
                  <a:pt x="14098" y="5557"/>
                </a:lnTo>
                <a:lnTo>
                  <a:pt x="14905" y="6583"/>
                </a:lnTo>
                <a:lnTo>
                  <a:pt x="15716" y="7705"/>
                </a:lnTo>
                <a:lnTo>
                  <a:pt x="16529" y="8921"/>
                </a:lnTo>
                <a:lnTo>
                  <a:pt x="17350" y="10234"/>
                </a:lnTo>
                <a:lnTo>
                  <a:pt x="18177" y="11649"/>
                </a:lnTo>
                <a:lnTo>
                  <a:pt x="19014" y="13165"/>
                </a:lnTo>
                <a:lnTo>
                  <a:pt x="19862" y="14779"/>
                </a:lnTo>
                <a:lnTo>
                  <a:pt x="20723" y="16498"/>
                </a:lnTo>
                <a:lnTo>
                  <a:pt x="21600" y="18324"/>
                </a:lnTo>
                <a:lnTo>
                  <a:pt x="20676" y="19465"/>
                </a:lnTo>
                <a:lnTo>
                  <a:pt x="19781" y="20349"/>
                </a:lnTo>
                <a:lnTo>
                  <a:pt x="18906" y="20986"/>
                </a:lnTo>
                <a:lnTo>
                  <a:pt x="18051" y="21397"/>
                </a:lnTo>
                <a:lnTo>
                  <a:pt x="17213" y="21596"/>
                </a:lnTo>
                <a:lnTo>
                  <a:pt x="16386" y="21600"/>
                </a:lnTo>
                <a:lnTo>
                  <a:pt x="15566" y="21423"/>
                </a:lnTo>
                <a:lnTo>
                  <a:pt x="14752" y="21087"/>
                </a:lnTo>
                <a:lnTo>
                  <a:pt x="13937" y="20601"/>
                </a:lnTo>
                <a:lnTo>
                  <a:pt x="13119" y="19986"/>
                </a:lnTo>
                <a:lnTo>
                  <a:pt x="12295" y="19257"/>
                </a:lnTo>
                <a:lnTo>
                  <a:pt x="11461" y="18430"/>
                </a:lnTo>
                <a:lnTo>
                  <a:pt x="10611" y="17520"/>
                </a:lnTo>
                <a:lnTo>
                  <a:pt x="9744" y="16543"/>
                </a:lnTo>
                <a:lnTo>
                  <a:pt x="8856" y="15517"/>
                </a:lnTo>
                <a:lnTo>
                  <a:pt x="7941" y="14456"/>
                </a:lnTo>
                <a:lnTo>
                  <a:pt x="7175" y="13629"/>
                </a:lnTo>
                <a:lnTo>
                  <a:pt x="6405" y="12798"/>
                </a:lnTo>
                <a:lnTo>
                  <a:pt x="5624" y="11954"/>
                </a:lnTo>
                <a:lnTo>
                  <a:pt x="4101" y="10256"/>
                </a:lnTo>
                <a:lnTo>
                  <a:pt x="2982" y="9001"/>
                </a:lnTo>
                <a:lnTo>
                  <a:pt x="2169" y="8059"/>
                </a:lnTo>
                <a:lnTo>
                  <a:pt x="1562" y="7316"/>
                </a:lnTo>
                <a:lnTo>
                  <a:pt x="1063" y="6649"/>
                </a:lnTo>
                <a:lnTo>
                  <a:pt x="576" y="5937"/>
                </a:lnTo>
                <a:lnTo>
                  <a:pt x="0" y="5062"/>
                </a:lnTo>
                <a:lnTo>
                  <a:pt x="0" y="2869"/>
                </a:lnTo>
                <a:lnTo>
                  <a:pt x="0" y="641"/>
                </a:lnTo>
                <a:close/>
              </a:path>
            </a:pathLst>
          </a:custGeom>
          <a:solidFill>
            <a:srgbClr val="AAAAAA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5" name="contour_08443"/>
          <p:cNvSpPr/>
          <p:nvPr/>
        </p:nvSpPr>
        <p:spPr>
          <a:xfrm>
            <a:off x="6737191" y="3476372"/>
            <a:ext cx="87456" cy="416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05" y="310"/>
                </a:lnTo>
                <a:lnTo>
                  <a:pt x="2578" y="722"/>
                </a:lnTo>
                <a:lnTo>
                  <a:pt x="3820" y="1235"/>
                </a:lnTo>
                <a:lnTo>
                  <a:pt x="5033" y="1843"/>
                </a:lnTo>
                <a:lnTo>
                  <a:pt x="6221" y="2539"/>
                </a:lnTo>
                <a:lnTo>
                  <a:pt x="7385" y="3320"/>
                </a:lnTo>
                <a:lnTo>
                  <a:pt x="8530" y="4178"/>
                </a:lnTo>
                <a:lnTo>
                  <a:pt x="9659" y="5115"/>
                </a:lnTo>
                <a:lnTo>
                  <a:pt x="10769" y="6116"/>
                </a:lnTo>
                <a:lnTo>
                  <a:pt x="11869" y="7185"/>
                </a:lnTo>
                <a:lnTo>
                  <a:pt x="12956" y="8314"/>
                </a:lnTo>
                <a:lnTo>
                  <a:pt x="14038" y="9497"/>
                </a:lnTo>
                <a:lnTo>
                  <a:pt x="15113" y="10728"/>
                </a:lnTo>
                <a:lnTo>
                  <a:pt x="16186" y="12005"/>
                </a:lnTo>
                <a:lnTo>
                  <a:pt x="17258" y="13320"/>
                </a:lnTo>
                <a:lnTo>
                  <a:pt x="18335" y="14672"/>
                </a:lnTo>
                <a:lnTo>
                  <a:pt x="19415" y="16055"/>
                </a:lnTo>
                <a:lnTo>
                  <a:pt x="20502" y="17460"/>
                </a:lnTo>
                <a:lnTo>
                  <a:pt x="21600" y="18888"/>
                </a:lnTo>
                <a:lnTo>
                  <a:pt x="20178" y="20025"/>
                </a:lnTo>
                <a:lnTo>
                  <a:pt x="18862" y="20841"/>
                </a:lnTo>
                <a:lnTo>
                  <a:pt x="17627" y="21358"/>
                </a:lnTo>
                <a:lnTo>
                  <a:pt x="16452" y="21600"/>
                </a:lnTo>
                <a:lnTo>
                  <a:pt x="15314" y="21589"/>
                </a:lnTo>
                <a:lnTo>
                  <a:pt x="14189" y="21343"/>
                </a:lnTo>
                <a:lnTo>
                  <a:pt x="13055" y="20886"/>
                </a:lnTo>
                <a:lnTo>
                  <a:pt x="11889" y="20240"/>
                </a:lnTo>
                <a:lnTo>
                  <a:pt x="10669" y="19428"/>
                </a:lnTo>
                <a:lnTo>
                  <a:pt x="9371" y="18472"/>
                </a:lnTo>
                <a:lnTo>
                  <a:pt x="7974" y="17396"/>
                </a:lnTo>
                <a:lnTo>
                  <a:pt x="6847" y="16376"/>
                </a:lnTo>
                <a:lnTo>
                  <a:pt x="5776" y="15359"/>
                </a:lnTo>
                <a:lnTo>
                  <a:pt x="4754" y="14309"/>
                </a:lnTo>
                <a:lnTo>
                  <a:pt x="3769" y="13203"/>
                </a:lnTo>
                <a:lnTo>
                  <a:pt x="2812" y="12005"/>
                </a:lnTo>
                <a:lnTo>
                  <a:pt x="1872" y="10683"/>
                </a:lnTo>
                <a:lnTo>
                  <a:pt x="938" y="9210"/>
                </a:lnTo>
                <a:lnTo>
                  <a:pt x="0" y="7555"/>
                </a:lnTo>
                <a:lnTo>
                  <a:pt x="0" y="5058"/>
                </a:lnTo>
                <a:lnTo>
                  <a:pt x="0" y="2546"/>
                </a:lnTo>
                <a:lnTo>
                  <a:pt x="0" y="0"/>
                </a:lnTo>
                <a:close/>
              </a:path>
            </a:pathLst>
          </a:custGeom>
          <a:solidFill>
            <a:srgbClr val="7C8488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6" name="contour_08444"/>
          <p:cNvSpPr/>
          <p:nvPr/>
        </p:nvSpPr>
        <p:spPr>
          <a:xfrm>
            <a:off x="5133833" y="3426478"/>
            <a:ext cx="72880" cy="43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46" y="1024"/>
                </a:moveTo>
                <a:lnTo>
                  <a:pt x="15044" y="1187"/>
                </a:lnTo>
                <a:lnTo>
                  <a:pt x="16101" y="1475"/>
                </a:lnTo>
                <a:lnTo>
                  <a:pt x="18520" y="2139"/>
                </a:lnTo>
                <a:lnTo>
                  <a:pt x="18973" y="2269"/>
                </a:lnTo>
                <a:lnTo>
                  <a:pt x="19770" y="2507"/>
                </a:lnTo>
                <a:lnTo>
                  <a:pt x="21600" y="3052"/>
                </a:lnTo>
                <a:lnTo>
                  <a:pt x="21434" y="7135"/>
                </a:lnTo>
                <a:lnTo>
                  <a:pt x="21272" y="10014"/>
                </a:lnTo>
                <a:lnTo>
                  <a:pt x="21049" y="12088"/>
                </a:lnTo>
                <a:lnTo>
                  <a:pt x="20712" y="13754"/>
                </a:lnTo>
                <a:lnTo>
                  <a:pt x="20194" y="15417"/>
                </a:lnTo>
                <a:lnTo>
                  <a:pt x="19440" y="17481"/>
                </a:lnTo>
                <a:lnTo>
                  <a:pt x="18010" y="18624"/>
                </a:lnTo>
                <a:lnTo>
                  <a:pt x="16610" y="19587"/>
                </a:lnTo>
                <a:lnTo>
                  <a:pt x="15222" y="20363"/>
                </a:lnTo>
                <a:lnTo>
                  <a:pt x="13837" y="20951"/>
                </a:lnTo>
                <a:lnTo>
                  <a:pt x="12439" y="21355"/>
                </a:lnTo>
                <a:lnTo>
                  <a:pt x="11016" y="21571"/>
                </a:lnTo>
                <a:lnTo>
                  <a:pt x="9558" y="21600"/>
                </a:lnTo>
                <a:lnTo>
                  <a:pt x="8050" y="21438"/>
                </a:lnTo>
                <a:lnTo>
                  <a:pt x="6480" y="21088"/>
                </a:lnTo>
                <a:lnTo>
                  <a:pt x="5476" y="19302"/>
                </a:lnTo>
                <a:lnTo>
                  <a:pt x="4571" y="17473"/>
                </a:lnTo>
                <a:lnTo>
                  <a:pt x="3752" y="15594"/>
                </a:lnTo>
                <a:lnTo>
                  <a:pt x="3011" y="13664"/>
                </a:lnTo>
                <a:lnTo>
                  <a:pt x="2331" y="11677"/>
                </a:lnTo>
                <a:lnTo>
                  <a:pt x="1702" y="9624"/>
                </a:lnTo>
                <a:lnTo>
                  <a:pt x="1110" y="7507"/>
                </a:lnTo>
                <a:lnTo>
                  <a:pt x="546" y="5317"/>
                </a:lnTo>
                <a:lnTo>
                  <a:pt x="0" y="3052"/>
                </a:lnTo>
                <a:lnTo>
                  <a:pt x="1534" y="2063"/>
                </a:lnTo>
                <a:lnTo>
                  <a:pt x="2987" y="1284"/>
                </a:lnTo>
                <a:lnTo>
                  <a:pt x="4387" y="700"/>
                </a:lnTo>
                <a:lnTo>
                  <a:pt x="5750" y="303"/>
                </a:lnTo>
                <a:lnTo>
                  <a:pt x="7102" y="72"/>
                </a:lnTo>
                <a:lnTo>
                  <a:pt x="8463" y="0"/>
                </a:lnTo>
                <a:lnTo>
                  <a:pt x="9856" y="72"/>
                </a:lnTo>
                <a:lnTo>
                  <a:pt x="11301" y="274"/>
                </a:lnTo>
                <a:lnTo>
                  <a:pt x="12824" y="595"/>
                </a:lnTo>
                <a:lnTo>
                  <a:pt x="14446" y="1024"/>
                </a:lnTo>
                <a:close/>
              </a:path>
            </a:pathLst>
          </a:custGeom>
          <a:solidFill>
            <a:srgbClr val="ABB7BE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7" name="contour_08445"/>
          <p:cNvSpPr/>
          <p:nvPr/>
        </p:nvSpPr>
        <p:spPr>
          <a:xfrm>
            <a:off x="11685613" y="3381628"/>
            <a:ext cx="5842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6" y="0"/>
                </a:moveTo>
                <a:lnTo>
                  <a:pt x="19752" y="939"/>
                </a:lnTo>
                <a:lnTo>
                  <a:pt x="20315" y="1597"/>
                </a:lnTo>
                <a:lnTo>
                  <a:pt x="20848" y="2288"/>
                </a:lnTo>
                <a:lnTo>
                  <a:pt x="21600" y="3323"/>
                </a:lnTo>
                <a:lnTo>
                  <a:pt x="20592" y="4340"/>
                </a:lnTo>
                <a:lnTo>
                  <a:pt x="19676" y="5066"/>
                </a:lnTo>
                <a:lnTo>
                  <a:pt x="18065" y="6128"/>
                </a:lnTo>
                <a:lnTo>
                  <a:pt x="16804" y="7123"/>
                </a:lnTo>
                <a:lnTo>
                  <a:pt x="15694" y="8132"/>
                </a:lnTo>
                <a:lnTo>
                  <a:pt x="14719" y="9157"/>
                </a:lnTo>
                <a:lnTo>
                  <a:pt x="13865" y="10195"/>
                </a:lnTo>
                <a:lnTo>
                  <a:pt x="13116" y="11254"/>
                </a:lnTo>
                <a:lnTo>
                  <a:pt x="12458" y="12332"/>
                </a:lnTo>
                <a:lnTo>
                  <a:pt x="11876" y="13430"/>
                </a:lnTo>
                <a:lnTo>
                  <a:pt x="11354" y="14550"/>
                </a:lnTo>
                <a:lnTo>
                  <a:pt x="10874" y="15695"/>
                </a:lnTo>
                <a:lnTo>
                  <a:pt x="10424" y="16866"/>
                </a:lnTo>
                <a:lnTo>
                  <a:pt x="9988" y="18063"/>
                </a:lnTo>
                <a:lnTo>
                  <a:pt x="9549" y="19289"/>
                </a:lnTo>
                <a:lnTo>
                  <a:pt x="9080" y="20053"/>
                </a:lnTo>
                <a:lnTo>
                  <a:pt x="8608" y="20821"/>
                </a:lnTo>
                <a:lnTo>
                  <a:pt x="8129" y="21600"/>
                </a:lnTo>
                <a:lnTo>
                  <a:pt x="6348" y="21600"/>
                </a:lnTo>
                <a:lnTo>
                  <a:pt x="4556" y="21600"/>
                </a:lnTo>
                <a:lnTo>
                  <a:pt x="2740" y="21600"/>
                </a:lnTo>
                <a:lnTo>
                  <a:pt x="1918" y="20610"/>
                </a:lnTo>
                <a:lnTo>
                  <a:pt x="1264" y="19611"/>
                </a:lnTo>
                <a:lnTo>
                  <a:pt x="762" y="18604"/>
                </a:lnTo>
                <a:lnTo>
                  <a:pt x="401" y="17582"/>
                </a:lnTo>
                <a:lnTo>
                  <a:pt x="162" y="16544"/>
                </a:lnTo>
                <a:lnTo>
                  <a:pt x="32" y="15486"/>
                </a:lnTo>
                <a:lnTo>
                  <a:pt x="0" y="14402"/>
                </a:lnTo>
                <a:lnTo>
                  <a:pt x="46" y="13292"/>
                </a:lnTo>
                <a:lnTo>
                  <a:pt x="959" y="12254"/>
                </a:lnTo>
                <a:lnTo>
                  <a:pt x="1959" y="11280"/>
                </a:lnTo>
                <a:lnTo>
                  <a:pt x="3031" y="10358"/>
                </a:lnTo>
                <a:lnTo>
                  <a:pt x="4173" y="9477"/>
                </a:lnTo>
                <a:lnTo>
                  <a:pt x="5380" y="8625"/>
                </a:lnTo>
                <a:lnTo>
                  <a:pt x="6641" y="7791"/>
                </a:lnTo>
                <a:lnTo>
                  <a:pt x="7953" y="6962"/>
                </a:lnTo>
                <a:lnTo>
                  <a:pt x="9309" y="6128"/>
                </a:lnTo>
                <a:lnTo>
                  <a:pt x="9716" y="5862"/>
                </a:lnTo>
                <a:lnTo>
                  <a:pt x="10430" y="5393"/>
                </a:lnTo>
                <a:lnTo>
                  <a:pt x="12070" y="4320"/>
                </a:lnTo>
                <a:lnTo>
                  <a:pt x="13197" y="3591"/>
                </a:lnTo>
                <a:lnTo>
                  <a:pt x="14325" y="2864"/>
                </a:lnTo>
                <a:lnTo>
                  <a:pt x="15462" y="2143"/>
                </a:lnTo>
                <a:lnTo>
                  <a:pt x="16605" y="1426"/>
                </a:lnTo>
                <a:lnTo>
                  <a:pt x="17753" y="711"/>
                </a:lnTo>
                <a:lnTo>
                  <a:pt x="18906" y="0"/>
                </a:lnTo>
                <a:close/>
              </a:path>
            </a:pathLst>
          </a:custGeom>
          <a:solidFill>
            <a:srgbClr val="ABBCC9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8" name="contour_08446"/>
          <p:cNvSpPr/>
          <p:nvPr/>
        </p:nvSpPr>
        <p:spPr>
          <a:xfrm>
            <a:off x="7495142" y="3381511"/>
            <a:ext cx="123896" cy="292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6"/>
                </a:moveTo>
                <a:lnTo>
                  <a:pt x="20806" y="1554"/>
                </a:lnTo>
                <a:lnTo>
                  <a:pt x="20012" y="3028"/>
                </a:lnTo>
                <a:lnTo>
                  <a:pt x="19218" y="4496"/>
                </a:lnTo>
                <a:lnTo>
                  <a:pt x="18424" y="5970"/>
                </a:lnTo>
                <a:lnTo>
                  <a:pt x="17629" y="7438"/>
                </a:lnTo>
                <a:lnTo>
                  <a:pt x="17077" y="9127"/>
                </a:lnTo>
                <a:lnTo>
                  <a:pt x="16518" y="10843"/>
                </a:lnTo>
                <a:lnTo>
                  <a:pt x="16518" y="14398"/>
                </a:lnTo>
                <a:lnTo>
                  <a:pt x="16518" y="17975"/>
                </a:lnTo>
                <a:lnTo>
                  <a:pt x="16518" y="21600"/>
                </a:lnTo>
                <a:lnTo>
                  <a:pt x="15619" y="21600"/>
                </a:lnTo>
                <a:lnTo>
                  <a:pt x="14720" y="21600"/>
                </a:lnTo>
                <a:lnTo>
                  <a:pt x="13818" y="21600"/>
                </a:lnTo>
                <a:lnTo>
                  <a:pt x="12912" y="21600"/>
                </a:lnTo>
                <a:lnTo>
                  <a:pt x="12002" y="21600"/>
                </a:lnTo>
                <a:lnTo>
                  <a:pt x="11087" y="21600"/>
                </a:lnTo>
                <a:lnTo>
                  <a:pt x="10165" y="21600"/>
                </a:lnTo>
                <a:lnTo>
                  <a:pt x="10165" y="18045"/>
                </a:lnTo>
                <a:lnTo>
                  <a:pt x="10165" y="14468"/>
                </a:lnTo>
                <a:lnTo>
                  <a:pt x="10165" y="10843"/>
                </a:lnTo>
                <a:lnTo>
                  <a:pt x="9326" y="10843"/>
                </a:lnTo>
                <a:lnTo>
                  <a:pt x="8488" y="10843"/>
                </a:lnTo>
                <a:lnTo>
                  <a:pt x="7648" y="10843"/>
                </a:lnTo>
                <a:lnTo>
                  <a:pt x="6807" y="10843"/>
                </a:lnTo>
                <a:lnTo>
                  <a:pt x="5964" y="10843"/>
                </a:lnTo>
                <a:lnTo>
                  <a:pt x="5120" y="10843"/>
                </a:lnTo>
                <a:lnTo>
                  <a:pt x="4274" y="10843"/>
                </a:lnTo>
                <a:lnTo>
                  <a:pt x="3426" y="10843"/>
                </a:lnTo>
                <a:lnTo>
                  <a:pt x="2574" y="10843"/>
                </a:lnTo>
                <a:lnTo>
                  <a:pt x="1720" y="10843"/>
                </a:lnTo>
                <a:lnTo>
                  <a:pt x="861" y="10843"/>
                </a:lnTo>
                <a:lnTo>
                  <a:pt x="0" y="10843"/>
                </a:lnTo>
                <a:lnTo>
                  <a:pt x="0" y="8175"/>
                </a:lnTo>
                <a:lnTo>
                  <a:pt x="0" y="5465"/>
                </a:lnTo>
                <a:lnTo>
                  <a:pt x="903" y="5120"/>
                </a:lnTo>
                <a:lnTo>
                  <a:pt x="1807" y="4781"/>
                </a:lnTo>
                <a:lnTo>
                  <a:pt x="2710" y="4443"/>
                </a:lnTo>
                <a:lnTo>
                  <a:pt x="3614" y="4109"/>
                </a:lnTo>
                <a:lnTo>
                  <a:pt x="4517" y="3770"/>
                </a:lnTo>
                <a:lnTo>
                  <a:pt x="5420" y="3437"/>
                </a:lnTo>
                <a:lnTo>
                  <a:pt x="6324" y="3109"/>
                </a:lnTo>
                <a:lnTo>
                  <a:pt x="7227" y="2775"/>
                </a:lnTo>
                <a:lnTo>
                  <a:pt x="7527" y="2662"/>
                </a:lnTo>
                <a:lnTo>
                  <a:pt x="8057" y="2458"/>
                </a:lnTo>
                <a:lnTo>
                  <a:pt x="9269" y="1995"/>
                </a:lnTo>
                <a:lnTo>
                  <a:pt x="10152" y="1689"/>
                </a:lnTo>
                <a:lnTo>
                  <a:pt x="11033" y="1398"/>
                </a:lnTo>
                <a:lnTo>
                  <a:pt x="11913" y="1140"/>
                </a:lnTo>
                <a:lnTo>
                  <a:pt x="12792" y="904"/>
                </a:lnTo>
                <a:lnTo>
                  <a:pt x="13672" y="688"/>
                </a:lnTo>
                <a:lnTo>
                  <a:pt x="14551" y="506"/>
                </a:lnTo>
                <a:lnTo>
                  <a:pt x="15429" y="344"/>
                </a:lnTo>
                <a:lnTo>
                  <a:pt x="16308" y="215"/>
                </a:lnTo>
                <a:lnTo>
                  <a:pt x="17187" y="118"/>
                </a:lnTo>
                <a:lnTo>
                  <a:pt x="18066" y="48"/>
                </a:lnTo>
                <a:lnTo>
                  <a:pt x="18948" y="11"/>
                </a:lnTo>
                <a:lnTo>
                  <a:pt x="19830" y="0"/>
                </a:lnTo>
                <a:lnTo>
                  <a:pt x="20714" y="27"/>
                </a:lnTo>
                <a:lnTo>
                  <a:pt x="21600" y="86"/>
                </a:lnTo>
                <a:close/>
              </a:path>
            </a:pathLst>
          </a:custGeom>
          <a:solidFill>
            <a:srgbClr val="CBDCE5"/>
          </a:solidFill>
          <a:ln>
            <a:noFill/>
          </a:ln>
        </p:spPr>
        <p:txBody>
          <a:bodyPr/>
          <a:lstStyle/>
          <a:p/>
        </p:txBody>
      </p:sp>
      <p:sp>
        <p:nvSpPr>
          <p:cNvPr id="8449" name="contour_08447"/>
          <p:cNvSpPr/>
          <p:nvPr/>
        </p:nvSpPr>
        <p:spPr>
          <a:xfrm>
            <a:off x="9658896" y="3352476"/>
            <a:ext cx="5908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5" y="0"/>
                </a:moveTo>
                <a:lnTo>
                  <a:pt x="1868" y="490"/>
                </a:lnTo>
                <a:lnTo>
                  <a:pt x="2949" y="877"/>
                </a:lnTo>
                <a:lnTo>
                  <a:pt x="4031" y="1367"/>
                </a:lnTo>
                <a:lnTo>
                  <a:pt x="5614" y="2160"/>
                </a:lnTo>
                <a:lnTo>
                  <a:pt x="5614" y="3588"/>
                </a:lnTo>
                <a:lnTo>
                  <a:pt x="5614" y="5024"/>
                </a:lnTo>
                <a:lnTo>
                  <a:pt x="5614" y="6480"/>
                </a:lnTo>
                <a:lnTo>
                  <a:pt x="7228" y="7204"/>
                </a:lnTo>
                <a:lnTo>
                  <a:pt x="8523" y="7657"/>
                </a:lnTo>
                <a:lnTo>
                  <a:pt x="10609" y="8234"/>
                </a:lnTo>
                <a:lnTo>
                  <a:pt x="12381" y="8893"/>
                </a:lnTo>
                <a:lnTo>
                  <a:pt x="13831" y="9532"/>
                </a:lnTo>
                <a:lnTo>
                  <a:pt x="15048" y="10232"/>
                </a:lnTo>
                <a:lnTo>
                  <a:pt x="16117" y="11068"/>
                </a:lnTo>
                <a:lnTo>
                  <a:pt x="17129" y="12124"/>
                </a:lnTo>
                <a:lnTo>
                  <a:pt x="18166" y="13474"/>
                </a:lnTo>
                <a:lnTo>
                  <a:pt x="18797" y="14818"/>
                </a:lnTo>
                <a:lnTo>
                  <a:pt x="19407" y="16159"/>
                </a:lnTo>
                <a:lnTo>
                  <a:pt x="19993" y="17507"/>
                </a:lnTo>
                <a:lnTo>
                  <a:pt x="20556" y="18859"/>
                </a:lnTo>
                <a:lnTo>
                  <a:pt x="21091" y="20224"/>
                </a:lnTo>
                <a:lnTo>
                  <a:pt x="21600" y="21600"/>
                </a:lnTo>
                <a:lnTo>
                  <a:pt x="19335" y="21442"/>
                </a:lnTo>
                <a:lnTo>
                  <a:pt x="17345" y="21228"/>
                </a:lnTo>
                <a:lnTo>
                  <a:pt x="15571" y="20917"/>
                </a:lnTo>
                <a:lnTo>
                  <a:pt x="13953" y="20477"/>
                </a:lnTo>
                <a:lnTo>
                  <a:pt x="12435" y="19863"/>
                </a:lnTo>
                <a:lnTo>
                  <a:pt x="10951" y="19045"/>
                </a:lnTo>
                <a:lnTo>
                  <a:pt x="9448" y="17982"/>
                </a:lnTo>
                <a:lnTo>
                  <a:pt x="7863" y="16638"/>
                </a:lnTo>
                <a:lnTo>
                  <a:pt x="5958" y="14405"/>
                </a:lnTo>
                <a:lnTo>
                  <a:pt x="4372" y="12519"/>
                </a:lnTo>
                <a:lnTo>
                  <a:pt x="3080" y="10921"/>
                </a:lnTo>
                <a:lnTo>
                  <a:pt x="2052" y="9556"/>
                </a:lnTo>
                <a:lnTo>
                  <a:pt x="1266" y="8361"/>
                </a:lnTo>
                <a:lnTo>
                  <a:pt x="695" y="7284"/>
                </a:lnTo>
                <a:lnTo>
                  <a:pt x="312" y="6262"/>
                </a:lnTo>
                <a:lnTo>
                  <a:pt x="88" y="5242"/>
                </a:lnTo>
                <a:lnTo>
                  <a:pt x="0" y="4162"/>
                </a:lnTo>
                <a:lnTo>
                  <a:pt x="21" y="2968"/>
                </a:lnTo>
                <a:lnTo>
                  <a:pt x="125" y="1601"/>
                </a:lnTo>
                <a:lnTo>
                  <a:pt x="285" y="0"/>
                </a:lnTo>
                <a:close/>
              </a:path>
            </a:pathLst>
          </a:custGeom>
          <a:solidFill>
            <a:srgbClr val="DA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0" name="contour_08448"/>
          <p:cNvSpPr/>
          <p:nvPr/>
        </p:nvSpPr>
        <p:spPr>
          <a:xfrm>
            <a:off x="3938602" y="3345188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5" y="531"/>
                </a:lnTo>
                <a:lnTo>
                  <a:pt x="3110" y="1065"/>
                </a:lnTo>
                <a:lnTo>
                  <a:pt x="4660" y="1605"/>
                </a:lnTo>
                <a:lnTo>
                  <a:pt x="6213" y="2151"/>
                </a:lnTo>
                <a:lnTo>
                  <a:pt x="7762" y="2700"/>
                </a:lnTo>
                <a:lnTo>
                  <a:pt x="9204" y="3200"/>
                </a:lnTo>
                <a:lnTo>
                  <a:pt x="10657" y="3706"/>
                </a:lnTo>
                <a:lnTo>
                  <a:pt x="12128" y="4218"/>
                </a:lnTo>
                <a:lnTo>
                  <a:pt x="13894" y="5101"/>
                </a:lnTo>
                <a:lnTo>
                  <a:pt x="15447" y="5977"/>
                </a:lnTo>
                <a:lnTo>
                  <a:pt x="16829" y="6909"/>
                </a:lnTo>
                <a:lnTo>
                  <a:pt x="18087" y="7952"/>
                </a:lnTo>
                <a:lnTo>
                  <a:pt x="19273" y="9165"/>
                </a:lnTo>
                <a:lnTo>
                  <a:pt x="20428" y="10609"/>
                </a:lnTo>
                <a:lnTo>
                  <a:pt x="21600" y="12343"/>
                </a:lnTo>
                <a:lnTo>
                  <a:pt x="21600" y="14176"/>
                </a:lnTo>
                <a:lnTo>
                  <a:pt x="21600" y="16015"/>
                </a:lnTo>
                <a:lnTo>
                  <a:pt x="21600" y="17860"/>
                </a:lnTo>
                <a:lnTo>
                  <a:pt x="21600" y="1972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9" y="21600"/>
                </a:lnTo>
                <a:lnTo>
                  <a:pt x="14459" y="21600"/>
                </a:lnTo>
                <a:lnTo>
                  <a:pt x="12663" y="21600"/>
                </a:lnTo>
                <a:lnTo>
                  <a:pt x="10859" y="21600"/>
                </a:lnTo>
                <a:lnTo>
                  <a:pt x="9050" y="21600"/>
                </a:lnTo>
                <a:lnTo>
                  <a:pt x="7231" y="21600"/>
                </a:lnTo>
                <a:lnTo>
                  <a:pt x="5400" y="21600"/>
                </a:lnTo>
                <a:lnTo>
                  <a:pt x="5735" y="19690"/>
                </a:lnTo>
                <a:lnTo>
                  <a:pt x="6070" y="17780"/>
                </a:lnTo>
                <a:lnTo>
                  <a:pt x="6404" y="15864"/>
                </a:lnTo>
                <a:lnTo>
                  <a:pt x="6739" y="13944"/>
                </a:lnTo>
                <a:lnTo>
                  <a:pt x="7077" y="12016"/>
                </a:lnTo>
                <a:lnTo>
                  <a:pt x="7417" y="10078"/>
                </a:lnTo>
                <a:lnTo>
                  <a:pt x="7757" y="8131"/>
                </a:lnTo>
                <a:lnTo>
                  <a:pt x="8100" y="6171"/>
                </a:lnTo>
                <a:lnTo>
                  <a:pt x="6496" y="6171"/>
                </a:lnTo>
                <a:lnTo>
                  <a:pt x="4887" y="6171"/>
                </a:lnTo>
                <a:lnTo>
                  <a:pt x="3272" y="6171"/>
                </a:lnTo>
                <a:lnTo>
                  <a:pt x="1644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97A6AE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1" name="contour_08449"/>
          <p:cNvSpPr/>
          <p:nvPr/>
        </p:nvSpPr>
        <p:spPr>
          <a:xfrm>
            <a:off x="8121202" y="3321655"/>
            <a:ext cx="51723" cy="388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56" y="929"/>
                </a:moveTo>
                <a:lnTo>
                  <a:pt x="19594" y="3503"/>
                </a:lnTo>
                <a:lnTo>
                  <a:pt x="20398" y="6090"/>
                </a:lnTo>
                <a:lnTo>
                  <a:pt x="20982" y="8722"/>
                </a:lnTo>
                <a:lnTo>
                  <a:pt x="21366" y="11426"/>
                </a:lnTo>
                <a:lnTo>
                  <a:pt x="21567" y="14224"/>
                </a:lnTo>
                <a:lnTo>
                  <a:pt x="21600" y="17148"/>
                </a:lnTo>
                <a:lnTo>
                  <a:pt x="19774" y="19500"/>
                </a:lnTo>
                <a:lnTo>
                  <a:pt x="18401" y="20744"/>
                </a:lnTo>
                <a:lnTo>
                  <a:pt x="16794" y="21308"/>
                </a:lnTo>
                <a:lnTo>
                  <a:pt x="14265" y="21600"/>
                </a:lnTo>
                <a:lnTo>
                  <a:pt x="12603" y="21551"/>
                </a:lnTo>
                <a:lnTo>
                  <a:pt x="10932" y="21503"/>
                </a:lnTo>
                <a:lnTo>
                  <a:pt x="9237" y="21454"/>
                </a:lnTo>
                <a:lnTo>
                  <a:pt x="7566" y="21418"/>
                </a:lnTo>
                <a:lnTo>
                  <a:pt x="5886" y="21381"/>
                </a:lnTo>
                <a:lnTo>
                  <a:pt x="4182" y="21345"/>
                </a:lnTo>
                <a:lnTo>
                  <a:pt x="2252" y="21276"/>
                </a:lnTo>
                <a:lnTo>
                  <a:pt x="295" y="21203"/>
                </a:lnTo>
                <a:lnTo>
                  <a:pt x="164" y="18425"/>
                </a:lnTo>
                <a:lnTo>
                  <a:pt x="61" y="15721"/>
                </a:lnTo>
                <a:lnTo>
                  <a:pt x="0" y="13065"/>
                </a:lnTo>
                <a:lnTo>
                  <a:pt x="6" y="10409"/>
                </a:lnTo>
                <a:lnTo>
                  <a:pt x="97" y="7728"/>
                </a:lnTo>
                <a:lnTo>
                  <a:pt x="295" y="4983"/>
                </a:lnTo>
                <a:lnTo>
                  <a:pt x="1960" y="3151"/>
                </a:lnTo>
                <a:lnTo>
                  <a:pt x="3792" y="1792"/>
                </a:lnTo>
                <a:lnTo>
                  <a:pt x="5758" y="852"/>
                </a:lnTo>
                <a:lnTo>
                  <a:pt x="7828" y="280"/>
                </a:lnTo>
                <a:lnTo>
                  <a:pt x="9968" y="12"/>
                </a:lnTo>
                <a:lnTo>
                  <a:pt x="12141" y="0"/>
                </a:lnTo>
                <a:lnTo>
                  <a:pt x="14320" y="187"/>
                </a:lnTo>
                <a:lnTo>
                  <a:pt x="16469" y="515"/>
                </a:lnTo>
                <a:lnTo>
                  <a:pt x="18556" y="929"/>
                </a:lnTo>
                <a:close/>
              </a:path>
            </a:pathLst>
          </a:custGeom>
          <a:solidFill>
            <a:srgbClr val="B4C1CA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2" name="contour_08450"/>
          <p:cNvSpPr/>
          <p:nvPr/>
        </p:nvSpPr>
        <p:spPr>
          <a:xfrm>
            <a:off x="5301457" y="3301460"/>
            <a:ext cx="11660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03" y="354"/>
                </a:lnTo>
                <a:lnTo>
                  <a:pt x="1806" y="710"/>
                </a:lnTo>
                <a:lnTo>
                  <a:pt x="2709" y="1072"/>
                </a:lnTo>
                <a:lnTo>
                  <a:pt x="3611" y="1439"/>
                </a:lnTo>
                <a:lnTo>
                  <a:pt x="4513" y="1809"/>
                </a:lnTo>
                <a:lnTo>
                  <a:pt x="5413" y="2184"/>
                </a:lnTo>
                <a:lnTo>
                  <a:pt x="6315" y="2562"/>
                </a:lnTo>
                <a:lnTo>
                  <a:pt x="7216" y="2943"/>
                </a:lnTo>
                <a:lnTo>
                  <a:pt x="8115" y="3329"/>
                </a:lnTo>
                <a:lnTo>
                  <a:pt x="9015" y="3715"/>
                </a:lnTo>
                <a:lnTo>
                  <a:pt x="9914" y="4107"/>
                </a:lnTo>
                <a:lnTo>
                  <a:pt x="10813" y="4498"/>
                </a:lnTo>
                <a:lnTo>
                  <a:pt x="11713" y="4892"/>
                </a:lnTo>
                <a:lnTo>
                  <a:pt x="12612" y="5289"/>
                </a:lnTo>
                <a:lnTo>
                  <a:pt x="13509" y="5689"/>
                </a:lnTo>
                <a:lnTo>
                  <a:pt x="14409" y="6088"/>
                </a:lnTo>
                <a:lnTo>
                  <a:pt x="15306" y="6491"/>
                </a:lnTo>
                <a:lnTo>
                  <a:pt x="16205" y="6890"/>
                </a:lnTo>
                <a:lnTo>
                  <a:pt x="17103" y="7293"/>
                </a:lnTo>
                <a:lnTo>
                  <a:pt x="18002" y="7698"/>
                </a:lnTo>
                <a:lnTo>
                  <a:pt x="18900" y="8100"/>
                </a:lnTo>
                <a:lnTo>
                  <a:pt x="18677" y="9882"/>
                </a:lnTo>
                <a:lnTo>
                  <a:pt x="18454" y="11667"/>
                </a:lnTo>
                <a:lnTo>
                  <a:pt x="18230" y="13460"/>
                </a:lnTo>
                <a:lnTo>
                  <a:pt x="18005" y="15260"/>
                </a:lnTo>
                <a:lnTo>
                  <a:pt x="17778" y="17072"/>
                </a:lnTo>
                <a:lnTo>
                  <a:pt x="17550" y="18900"/>
                </a:lnTo>
                <a:lnTo>
                  <a:pt x="18352" y="19435"/>
                </a:lnTo>
                <a:lnTo>
                  <a:pt x="19157" y="19972"/>
                </a:lnTo>
                <a:lnTo>
                  <a:pt x="19964" y="20509"/>
                </a:lnTo>
                <a:lnTo>
                  <a:pt x="20778" y="21052"/>
                </a:lnTo>
                <a:lnTo>
                  <a:pt x="21600" y="21600"/>
                </a:lnTo>
                <a:lnTo>
                  <a:pt x="20646" y="21600"/>
                </a:lnTo>
                <a:lnTo>
                  <a:pt x="19690" y="21600"/>
                </a:lnTo>
                <a:lnTo>
                  <a:pt x="18731" y="21600"/>
                </a:lnTo>
                <a:lnTo>
                  <a:pt x="17769" y="21600"/>
                </a:lnTo>
                <a:lnTo>
                  <a:pt x="16802" y="21600"/>
                </a:lnTo>
                <a:lnTo>
                  <a:pt x="15830" y="21600"/>
                </a:lnTo>
                <a:lnTo>
                  <a:pt x="14850" y="21600"/>
                </a:lnTo>
                <a:lnTo>
                  <a:pt x="14850" y="19818"/>
                </a:lnTo>
                <a:lnTo>
                  <a:pt x="14850" y="18033"/>
                </a:lnTo>
                <a:lnTo>
                  <a:pt x="14850" y="16240"/>
                </a:lnTo>
                <a:lnTo>
                  <a:pt x="14850" y="14440"/>
                </a:lnTo>
                <a:lnTo>
                  <a:pt x="14850" y="12628"/>
                </a:lnTo>
                <a:lnTo>
                  <a:pt x="14850" y="10800"/>
                </a:lnTo>
                <a:lnTo>
                  <a:pt x="13918" y="10600"/>
                </a:lnTo>
                <a:lnTo>
                  <a:pt x="12972" y="10400"/>
                </a:lnTo>
                <a:lnTo>
                  <a:pt x="12012" y="10163"/>
                </a:lnTo>
                <a:lnTo>
                  <a:pt x="11075" y="9914"/>
                </a:lnTo>
                <a:lnTo>
                  <a:pt x="10157" y="9655"/>
                </a:lnTo>
                <a:lnTo>
                  <a:pt x="9258" y="9372"/>
                </a:lnTo>
                <a:lnTo>
                  <a:pt x="8374" y="9059"/>
                </a:lnTo>
                <a:lnTo>
                  <a:pt x="7505" y="8708"/>
                </a:lnTo>
                <a:lnTo>
                  <a:pt x="6647" y="8313"/>
                </a:lnTo>
                <a:lnTo>
                  <a:pt x="5800" y="7868"/>
                </a:lnTo>
                <a:lnTo>
                  <a:pt x="4961" y="7366"/>
                </a:lnTo>
                <a:lnTo>
                  <a:pt x="4130" y="6796"/>
                </a:lnTo>
                <a:lnTo>
                  <a:pt x="3302" y="6151"/>
                </a:lnTo>
                <a:lnTo>
                  <a:pt x="2477" y="5427"/>
                </a:lnTo>
                <a:lnTo>
                  <a:pt x="1652" y="4617"/>
                </a:lnTo>
                <a:lnTo>
                  <a:pt x="828" y="3710"/>
                </a:lnTo>
                <a:lnTo>
                  <a:pt x="0" y="2700"/>
                </a:lnTo>
                <a:lnTo>
                  <a:pt x="0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BFD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3" name="contour_08451"/>
          <p:cNvSpPr/>
          <p:nvPr/>
        </p:nvSpPr>
        <p:spPr>
          <a:xfrm>
            <a:off x="7150311" y="3286884"/>
            <a:ext cx="5331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47" y="0"/>
                </a:moveTo>
                <a:lnTo>
                  <a:pt x="19595" y="1701"/>
                </a:lnTo>
                <a:lnTo>
                  <a:pt x="20333" y="3437"/>
                </a:lnTo>
                <a:lnTo>
                  <a:pt x="20880" y="5211"/>
                </a:lnTo>
                <a:lnTo>
                  <a:pt x="21260" y="7028"/>
                </a:lnTo>
                <a:lnTo>
                  <a:pt x="21491" y="8888"/>
                </a:lnTo>
                <a:lnTo>
                  <a:pt x="21600" y="10800"/>
                </a:lnTo>
                <a:lnTo>
                  <a:pt x="20056" y="11696"/>
                </a:lnTo>
                <a:lnTo>
                  <a:pt x="18925" y="12274"/>
                </a:lnTo>
                <a:lnTo>
                  <a:pt x="17655" y="12793"/>
                </a:lnTo>
                <a:lnTo>
                  <a:pt x="15694" y="13500"/>
                </a:lnTo>
                <a:lnTo>
                  <a:pt x="14785" y="15590"/>
                </a:lnTo>
                <a:lnTo>
                  <a:pt x="14177" y="17056"/>
                </a:lnTo>
                <a:lnTo>
                  <a:pt x="13728" y="18287"/>
                </a:lnTo>
                <a:lnTo>
                  <a:pt x="13297" y="19672"/>
                </a:lnTo>
                <a:lnTo>
                  <a:pt x="12741" y="21600"/>
                </a:lnTo>
                <a:lnTo>
                  <a:pt x="12437" y="20317"/>
                </a:lnTo>
                <a:lnTo>
                  <a:pt x="12130" y="19027"/>
                </a:lnTo>
                <a:lnTo>
                  <a:pt x="11820" y="17717"/>
                </a:lnTo>
                <a:lnTo>
                  <a:pt x="11150" y="16324"/>
                </a:lnTo>
                <a:lnTo>
                  <a:pt x="10474" y="14923"/>
                </a:lnTo>
                <a:lnTo>
                  <a:pt x="9789" y="13500"/>
                </a:lnTo>
                <a:lnTo>
                  <a:pt x="8265" y="13054"/>
                </a:lnTo>
                <a:lnTo>
                  <a:pt x="6730" y="12606"/>
                </a:lnTo>
                <a:lnTo>
                  <a:pt x="5176" y="12150"/>
                </a:lnTo>
                <a:lnTo>
                  <a:pt x="3774" y="11704"/>
                </a:lnTo>
                <a:lnTo>
                  <a:pt x="2362" y="11256"/>
                </a:lnTo>
                <a:lnTo>
                  <a:pt x="930" y="10800"/>
                </a:lnTo>
                <a:lnTo>
                  <a:pt x="310" y="8791"/>
                </a:lnTo>
                <a:lnTo>
                  <a:pt x="0" y="7366"/>
                </a:lnTo>
                <a:lnTo>
                  <a:pt x="0" y="6134"/>
                </a:lnTo>
                <a:lnTo>
                  <a:pt x="310" y="4709"/>
                </a:lnTo>
                <a:lnTo>
                  <a:pt x="930" y="2700"/>
                </a:lnTo>
                <a:lnTo>
                  <a:pt x="3003" y="2041"/>
                </a:lnTo>
                <a:lnTo>
                  <a:pt x="4970" y="1490"/>
                </a:lnTo>
                <a:lnTo>
                  <a:pt x="6859" y="1042"/>
                </a:lnTo>
                <a:lnTo>
                  <a:pt x="8711" y="688"/>
                </a:lnTo>
                <a:lnTo>
                  <a:pt x="10562" y="416"/>
                </a:lnTo>
                <a:lnTo>
                  <a:pt x="12443" y="221"/>
                </a:lnTo>
                <a:lnTo>
                  <a:pt x="14395" y="92"/>
                </a:lnTo>
                <a:lnTo>
                  <a:pt x="16450" y="22"/>
                </a:lnTo>
                <a:lnTo>
                  <a:pt x="18647" y="0"/>
                </a:lnTo>
                <a:close/>
              </a:path>
            </a:pathLst>
          </a:custGeom>
          <a:solidFill>
            <a:srgbClr val="928C67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4" name="contour_08452"/>
          <p:cNvSpPr/>
          <p:nvPr/>
        </p:nvSpPr>
        <p:spPr>
          <a:xfrm>
            <a:off x="4827737" y="3280077"/>
            <a:ext cx="58304" cy="52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91" y="580"/>
                </a:moveTo>
                <a:lnTo>
                  <a:pt x="20539" y="1692"/>
                </a:lnTo>
                <a:lnTo>
                  <a:pt x="21600" y="2822"/>
                </a:lnTo>
                <a:lnTo>
                  <a:pt x="21562" y="4941"/>
                </a:lnTo>
                <a:lnTo>
                  <a:pt x="21489" y="6482"/>
                </a:lnTo>
                <a:lnTo>
                  <a:pt x="21335" y="7890"/>
                </a:lnTo>
                <a:lnTo>
                  <a:pt x="21052" y="9606"/>
                </a:lnTo>
                <a:lnTo>
                  <a:pt x="20588" y="12078"/>
                </a:lnTo>
                <a:lnTo>
                  <a:pt x="20288" y="13734"/>
                </a:lnTo>
                <a:lnTo>
                  <a:pt x="19985" y="15402"/>
                </a:lnTo>
                <a:lnTo>
                  <a:pt x="19680" y="17094"/>
                </a:lnTo>
                <a:lnTo>
                  <a:pt x="19294" y="19007"/>
                </a:lnTo>
                <a:lnTo>
                  <a:pt x="18900" y="20953"/>
                </a:lnTo>
                <a:lnTo>
                  <a:pt x="15447" y="21343"/>
                </a:lnTo>
                <a:lnTo>
                  <a:pt x="12898" y="21570"/>
                </a:lnTo>
                <a:lnTo>
                  <a:pt x="11021" y="21600"/>
                </a:lnTo>
                <a:lnTo>
                  <a:pt x="9585" y="21407"/>
                </a:lnTo>
                <a:lnTo>
                  <a:pt x="8354" y="20953"/>
                </a:lnTo>
                <a:lnTo>
                  <a:pt x="7096" y="20213"/>
                </a:lnTo>
                <a:lnTo>
                  <a:pt x="5581" y="19149"/>
                </a:lnTo>
                <a:lnTo>
                  <a:pt x="4307" y="17771"/>
                </a:lnTo>
                <a:lnTo>
                  <a:pt x="3118" y="16418"/>
                </a:lnTo>
                <a:lnTo>
                  <a:pt x="2009" y="15025"/>
                </a:lnTo>
                <a:lnTo>
                  <a:pt x="972" y="13535"/>
                </a:lnTo>
                <a:lnTo>
                  <a:pt x="0" y="11888"/>
                </a:lnTo>
                <a:lnTo>
                  <a:pt x="0" y="9890"/>
                </a:lnTo>
                <a:lnTo>
                  <a:pt x="0" y="7881"/>
                </a:lnTo>
                <a:lnTo>
                  <a:pt x="0" y="5844"/>
                </a:lnTo>
                <a:lnTo>
                  <a:pt x="1671" y="4847"/>
                </a:lnTo>
                <a:lnTo>
                  <a:pt x="2911" y="4161"/>
                </a:lnTo>
                <a:lnTo>
                  <a:pt x="4090" y="3614"/>
                </a:lnTo>
                <a:lnTo>
                  <a:pt x="5584" y="3037"/>
                </a:lnTo>
                <a:lnTo>
                  <a:pt x="7762" y="2257"/>
                </a:lnTo>
                <a:lnTo>
                  <a:pt x="9204" y="1713"/>
                </a:lnTo>
                <a:lnTo>
                  <a:pt x="10657" y="1169"/>
                </a:lnTo>
                <a:lnTo>
                  <a:pt x="12128" y="616"/>
                </a:lnTo>
                <a:lnTo>
                  <a:pt x="14534" y="157"/>
                </a:lnTo>
                <a:lnTo>
                  <a:pt x="16103" y="0"/>
                </a:lnTo>
                <a:lnTo>
                  <a:pt x="17523" y="142"/>
                </a:lnTo>
                <a:lnTo>
                  <a:pt x="19491" y="580"/>
                </a:lnTo>
                <a:close/>
              </a:path>
            </a:pathLst>
          </a:custGeom>
          <a:solidFill>
            <a:srgbClr val="BEC9D0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5" name="contour_08453"/>
          <p:cNvSpPr/>
          <p:nvPr/>
        </p:nvSpPr>
        <p:spPr>
          <a:xfrm>
            <a:off x="6912103" y="3257732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7" y="0"/>
                </a:lnTo>
                <a:lnTo>
                  <a:pt x="5351" y="0"/>
                </a:lnTo>
                <a:lnTo>
                  <a:pt x="7141" y="0"/>
                </a:lnTo>
                <a:lnTo>
                  <a:pt x="8937" y="0"/>
                </a:lnTo>
                <a:lnTo>
                  <a:pt x="10741" y="0"/>
                </a:lnTo>
                <a:lnTo>
                  <a:pt x="12550" y="0"/>
                </a:lnTo>
                <a:lnTo>
                  <a:pt x="14369" y="0"/>
                </a:lnTo>
                <a:lnTo>
                  <a:pt x="16200" y="0"/>
                </a:lnTo>
                <a:lnTo>
                  <a:pt x="16200" y="3569"/>
                </a:lnTo>
                <a:lnTo>
                  <a:pt x="16200" y="7160"/>
                </a:lnTo>
                <a:lnTo>
                  <a:pt x="16200" y="10800"/>
                </a:lnTo>
                <a:lnTo>
                  <a:pt x="17985" y="10800"/>
                </a:lnTo>
                <a:lnTo>
                  <a:pt x="19780" y="1080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6D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6" name="contour_08454"/>
          <p:cNvSpPr/>
          <p:nvPr/>
        </p:nvSpPr>
        <p:spPr>
          <a:xfrm>
            <a:off x="7976149" y="3243156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59" y="523"/>
                </a:lnTo>
                <a:lnTo>
                  <a:pt x="4117" y="1050"/>
                </a:lnTo>
                <a:lnTo>
                  <a:pt x="5274" y="1585"/>
                </a:lnTo>
                <a:lnTo>
                  <a:pt x="6431" y="2125"/>
                </a:lnTo>
                <a:lnTo>
                  <a:pt x="7587" y="2670"/>
                </a:lnTo>
                <a:lnTo>
                  <a:pt x="8744" y="3223"/>
                </a:lnTo>
                <a:lnTo>
                  <a:pt x="9900" y="3780"/>
                </a:lnTo>
                <a:lnTo>
                  <a:pt x="10483" y="4035"/>
                </a:lnTo>
                <a:lnTo>
                  <a:pt x="12242" y="4808"/>
                </a:lnTo>
                <a:lnTo>
                  <a:pt x="13340" y="5352"/>
                </a:lnTo>
                <a:lnTo>
                  <a:pt x="14456" y="5905"/>
                </a:lnTo>
                <a:lnTo>
                  <a:pt x="14969" y="6147"/>
                </a:lnTo>
                <a:lnTo>
                  <a:pt x="16513" y="6864"/>
                </a:lnTo>
                <a:lnTo>
                  <a:pt x="16882" y="7305"/>
                </a:lnTo>
                <a:lnTo>
                  <a:pt x="18000" y="8640"/>
                </a:lnTo>
                <a:lnTo>
                  <a:pt x="18000" y="11496"/>
                </a:lnTo>
                <a:lnTo>
                  <a:pt x="18000" y="14368"/>
                </a:lnTo>
                <a:lnTo>
                  <a:pt x="18000" y="17280"/>
                </a:lnTo>
                <a:lnTo>
                  <a:pt x="18891" y="18351"/>
                </a:lnTo>
                <a:lnTo>
                  <a:pt x="19787" y="19423"/>
                </a:lnTo>
                <a:lnTo>
                  <a:pt x="20687" y="20507"/>
                </a:lnTo>
                <a:lnTo>
                  <a:pt x="21600" y="21600"/>
                </a:lnTo>
                <a:lnTo>
                  <a:pt x="20327" y="21600"/>
                </a:lnTo>
                <a:lnTo>
                  <a:pt x="19053" y="21600"/>
                </a:lnTo>
                <a:lnTo>
                  <a:pt x="17775" y="21600"/>
                </a:lnTo>
                <a:lnTo>
                  <a:pt x="16492" y="21600"/>
                </a:lnTo>
                <a:lnTo>
                  <a:pt x="15203" y="21600"/>
                </a:lnTo>
                <a:lnTo>
                  <a:pt x="13907" y="21600"/>
                </a:lnTo>
                <a:lnTo>
                  <a:pt x="12600" y="21600"/>
                </a:lnTo>
                <a:lnTo>
                  <a:pt x="12600" y="18744"/>
                </a:lnTo>
                <a:lnTo>
                  <a:pt x="12600" y="15872"/>
                </a:lnTo>
                <a:lnTo>
                  <a:pt x="12600" y="12960"/>
                </a:lnTo>
                <a:lnTo>
                  <a:pt x="11522" y="13673"/>
                </a:lnTo>
                <a:lnTo>
                  <a:pt x="10438" y="14390"/>
                </a:lnTo>
                <a:lnTo>
                  <a:pt x="9338" y="15120"/>
                </a:lnTo>
                <a:lnTo>
                  <a:pt x="8159" y="15781"/>
                </a:lnTo>
                <a:lnTo>
                  <a:pt x="7000" y="16325"/>
                </a:lnTo>
                <a:lnTo>
                  <a:pt x="5854" y="16753"/>
                </a:lnTo>
                <a:lnTo>
                  <a:pt x="4712" y="17068"/>
                </a:lnTo>
                <a:lnTo>
                  <a:pt x="3564" y="17276"/>
                </a:lnTo>
                <a:lnTo>
                  <a:pt x="2401" y="17379"/>
                </a:lnTo>
                <a:lnTo>
                  <a:pt x="1217" y="17379"/>
                </a:lnTo>
                <a:lnTo>
                  <a:pt x="0" y="17280"/>
                </a:lnTo>
                <a:lnTo>
                  <a:pt x="297" y="14429"/>
                </a:lnTo>
                <a:lnTo>
                  <a:pt x="594" y="11573"/>
                </a:lnTo>
                <a:lnTo>
                  <a:pt x="893" y="8705"/>
                </a:lnTo>
                <a:lnTo>
                  <a:pt x="1193" y="5823"/>
                </a:lnTo>
                <a:lnTo>
                  <a:pt x="1496" y="2925"/>
                </a:lnTo>
                <a:lnTo>
                  <a:pt x="1800" y="0"/>
                </a:lnTo>
                <a:close/>
              </a:path>
            </a:pathLst>
          </a:custGeom>
          <a:solidFill>
            <a:srgbClr val="999E9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7" name="contour_08455"/>
          <p:cNvSpPr/>
          <p:nvPr/>
        </p:nvSpPr>
        <p:spPr>
          <a:xfrm>
            <a:off x="9987635" y="3243156"/>
            <a:ext cx="1093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67" y="186"/>
                </a:lnTo>
                <a:lnTo>
                  <a:pt x="900" y="359"/>
                </a:lnTo>
                <a:lnTo>
                  <a:pt x="1313" y="527"/>
                </a:lnTo>
                <a:lnTo>
                  <a:pt x="1721" y="687"/>
                </a:lnTo>
                <a:lnTo>
                  <a:pt x="2131" y="851"/>
                </a:lnTo>
                <a:lnTo>
                  <a:pt x="2559" y="1024"/>
                </a:lnTo>
                <a:lnTo>
                  <a:pt x="3015" y="1205"/>
                </a:lnTo>
                <a:lnTo>
                  <a:pt x="3512" y="1404"/>
                </a:lnTo>
                <a:lnTo>
                  <a:pt x="4064" y="1624"/>
                </a:lnTo>
                <a:lnTo>
                  <a:pt x="4680" y="1871"/>
                </a:lnTo>
                <a:lnTo>
                  <a:pt x="5373" y="2151"/>
                </a:lnTo>
                <a:lnTo>
                  <a:pt x="6156" y="2462"/>
                </a:lnTo>
                <a:lnTo>
                  <a:pt x="7042" y="2817"/>
                </a:lnTo>
                <a:lnTo>
                  <a:pt x="8041" y="3214"/>
                </a:lnTo>
                <a:lnTo>
                  <a:pt x="9166" y="3668"/>
                </a:lnTo>
                <a:lnTo>
                  <a:pt x="10430" y="4173"/>
                </a:lnTo>
                <a:lnTo>
                  <a:pt x="11844" y="4739"/>
                </a:lnTo>
                <a:lnTo>
                  <a:pt x="13421" y="5370"/>
                </a:lnTo>
                <a:lnTo>
                  <a:pt x="15173" y="6070"/>
                </a:lnTo>
                <a:lnTo>
                  <a:pt x="17112" y="6843"/>
                </a:lnTo>
                <a:lnTo>
                  <a:pt x="19250" y="7698"/>
                </a:lnTo>
                <a:lnTo>
                  <a:pt x="21600" y="8640"/>
                </a:lnTo>
                <a:lnTo>
                  <a:pt x="21600" y="10783"/>
                </a:lnTo>
                <a:lnTo>
                  <a:pt x="21600" y="12960"/>
                </a:lnTo>
                <a:lnTo>
                  <a:pt x="20912" y="13124"/>
                </a:lnTo>
                <a:lnTo>
                  <a:pt x="20215" y="13288"/>
                </a:lnTo>
                <a:lnTo>
                  <a:pt x="19319" y="13504"/>
                </a:lnTo>
                <a:lnTo>
                  <a:pt x="18425" y="13725"/>
                </a:lnTo>
                <a:lnTo>
                  <a:pt x="17529" y="13949"/>
                </a:lnTo>
                <a:lnTo>
                  <a:pt x="16635" y="14174"/>
                </a:lnTo>
                <a:lnTo>
                  <a:pt x="15739" y="14399"/>
                </a:lnTo>
                <a:lnTo>
                  <a:pt x="14845" y="14623"/>
                </a:lnTo>
                <a:lnTo>
                  <a:pt x="13951" y="14852"/>
                </a:lnTo>
                <a:lnTo>
                  <a:pt x="13630" y="14926"/>
                </a:lnTo>
                <a:lnTo>
                  <a:pt x="13065" y="15060"/>
                </a:lnTo>
                <a:lnTo>
                  <a:pt x="11771" y="15366"/>
                </a:lnTo>
                <a:lnTo>
                  <a:pt x="10786" y="15630"/>
                </a:lnTo>
                <a:lnTo>
                  <a:pt x="9818" y="15915"/>
                </a:lnTo>
                <a:lnTo>
                  <a:pt x="8863" y="16235"/>
                </a:lnTo>
                <a:lnTo>
                  <a:pt x="7920" y="16602"/>
                </a:lnTo>
                <a:lnTo>
                  <a:pt x="6987" y="17029"/>
                </a:lnTo>
                <a:lnTo>
                  <a:pt x="6060" y="17531"/>
                </a:lnTo>
                <a:lnTo>
                  <a:pt x="5136" y="18122"/>
                </a:lnTo>
                <a:lnTo>
                  <a:pt x="4216" y="18809"/>
                </a:lnTo>
                <a:lnTo>
                  <a:pt x="3295" y="19608"/>
                </a:lnTo>
                <a:lnTo>
                  <a:pt x="2370" y="20537"/>
                </a:lnTo>
                <a:lnTo>
                  <a:pt x="1440" y="21600"/>
                </a:lnTo>
                <a:lnTo>
                  <a:pt x="1261" y="18926"/>
                </a:lnTo>
                <a:lnTo>
                  <a:pt x="1083" y="16252"/>
                </a:lnTo>
                <a:lnTo>
                  <a:pt x="904" y="13569"/>
                </a:lnTo>
                <a:lnTo>
                  <a:pt x="726" y="10882"/>
                </a:lnTo>
                <a:lnTo>
                  <a:pt x="546" y="8182"/>
                </a:lnTo>
                <a:lnTo>
                  <a:pt x="364" y="5469"/>
                </a:lnTo>
                <a:lnTo>
                  <a:pt x="183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1E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8" name="contour_08456"/>
          <p:cNvSpPr/>
          <p:nvPr/>
        </p:nvSpPr>
        <p:spPr>
          <a:xfrm>
            <a:off x="4215546" y="3193372"/>
            <a:ext cx="58333" cy="64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92" y="2033"/>
                </a:moveTo>
                <a:lnTo>
                  <a:pt x="17544" y="3348"/>
                </a:lnTo>
                <a:lnTo>
                  <a:pt x="18726" y="4598"/>
                </a:lnTo>
                <a:lnTo>
                  <a:pt x="19722" y="5846"/>
                </a:lnTo>
                <a:lnTo>
                  <a:pt x="20518" y="7147"/>
                </a:lnTo>
                <a:lnTo>
                  <a:pt x="21106" y="8556"/>
                </a:lnTo>
                <a:lnTo>
                  <a:pt x="21470" y="10136"/>
                </a:lnTo>
                <a:lnTo>
                  <a:pt x="21600" y="11941"/>
                </a:lnTo>
                <a:lnTo>
                  <a:pt x="21260" y="13514"/>
                </a:lnTo>
                <a:lnTo>
                  <a:pt x="20858" y="14969"/>
                </a:lnTo>
                <a:lnTo>
                  <a:pt x="20353" y="16361"/>
                </a:lnTo>
                <a:lnTo>
                  <a:pt x="19711" y="17740"/>
                </a:lnTo>
                <a:lnTo>
                  <a:pt x="18891" y="19154"/>
                </a:lnTo>
                <a:lnTo>
                  <a:pt x="16802" y="20054"/>
                </a:lnTo>
                <a:lnTo>
                  <a:pt x="15336" y="20631"/>
                </a:lnTo>
                <a:lnTo>
                  <a:pt x="14106" y="21003"/>
                </a:lnTo>
                <a:lnTo>
                  <a:pt x="12721" y="21287"/>
                </a:lnTo>
                <a:lnTo>
                  <a:pt x="10795" y="21600"/>
                </a:lnTo>
                <a:lnTo>
                  <a:pt x="10643" y="20093"/>
                </a:lnTo>
                <a:lnTo>
                  <a:pt x="10490" y="18562"/>
                </a:lnTo>
                <a:lnTo>
                  <a:pt x="10058" y="15392"/>
                </a:lnTo>
                <a:lnTo>
                  <a:pt x="9699" y="12895"/>
                </a:lnTo>
                <a:lnTo>
                  <a:pt x="9372" y="10963"/>
                </a:lnTo>
                <a:lnTo>
                  <a:pt x="9043" y="9480"/>
                </a:lnTo>
                <a:lnTo>
                  <a:pt x="8679" y="8333"/>
                </a:lnTo>
                <a:lnTo>
                  <a:pt x="8239" y="7411"/>
                </a:lnTo>
                <a:lnTo>
                  <a:pt x="7688" y="6599"/>
                </a:lnTo>
                <a:lnTo>
                  <a:pt x="6992" y="5787"/>
                </a:lnTo>
                <a:lnTo>
                  <a:pt x="6115" y="4860"/>
                </a:lnTo>
                <a:lnTo>
                  <a:pt x="4763" y="4085"/>
                </a:lnTo>
                <a:lnTo>
                  <a:pt x="3676" y="3532"/>
                </a:lnTo>
                <a:lnTo>
                  <a:pt x="2278" y="2938"/>
                </a:lnTo>
                <a:lnTo>
                  <a:pt x="0" y="2033"/>
                </a:lnTo>
                <a:lnTo>
                  <a:pt x="2029" y="1282"/>
                </a:lnTo>
                <a:lnTo>
                  <a:pt x="3897" y="692"/>
                </a:lnTo>
                <a:lnTo>
                  <a:pt x="5646" y="274"/>
                </a:lnTo>
                <a:lnTo>
                  <a:pt x="7321" y="39"/>
                </a:lnTo>
                <a:lnTo>
                  <a:pt x="8970" y="0"/>
                </a:lnTo>
                <a:lnTo>
                  <a:pt x="10635" y="169"/>
                </a:lnTo>
                <a:lnTo>
                  <a:pt x="12365" y="555"/>
                </a:lnTo>
                <a:lnTo>
                  <a:pt x="14203" y="1172"/>
                </a:lnTo>
                <a:lnTo>
                  <a:pt x="16192" y="2033"/>
                </a:lnTo>
                <a:close/>
              </a:path>
            </a:pathLst>
          </a:custGeom>
          <a:solidFill>
            <a:srgbClr val="B5A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59" name="contour_08457"/>
          <p:cNvSpPr/>
          <p:nvPr/>
        </p:nvSpPr>
        <p:spPr>
          <a:xfrm>
            <a:off x="10315595" y="3220075"/>
            <a:ext cx="94744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866"/>
                </a:moveTo>
                <a:lnTo>
                  <a:pt x="7992" y="373"/>
                </a:lnTo>
                <a:lnTo>
                  <a:pt x="8974" y="98"/>
                </a:lnTo>
                <a:lnTo>
                  <a:pt x="9873" y="0"/>
                </a:lnTo>
                <a:lnTo>
                  <a:pt x="10976" y="47"/>
                </a:lnTo>
                <a:lnTo>
                  <a:pt x="12565" y="218"/>
                </a:lnTo>
                <a:lnTo>
                  <a:pt x="13040" y="259"/>
                </a:lnTo>
                <a:lnTo>
                  <a:pt x="13876" y="332"/>
                </a:lnTo>
                <a:lnTo>
                  <a:pt x="15791" y="503"/>
                </a:lnTo>
                <a:lnTo>
                  <a:pt x="16612" y="622"/>
                </a:lnTo>
                <a:lnTo>
                  <a:pt x="17440" y="741"/>
                </a:lnTo>
                <a:lnTo>
                  <a:pt x="18277" y="866"/>
                </a:lnTo>
                <a:lnTo>
                  <a:pt x="18277" y="4292"/>
                </a:lnTo>
                <a:lnTo>
                  <a:pt x="18277" y="7739"/>
                </a:lnTo>
                <a:lnTo>
                  <a:pt x="18277" y="11233"/>
                </a:lnTo>
                <a:lnTo>
                  <a:pt x="19375" y="11233"/>
                </a:lnTo>
                <a:lnTo>
                  <a:pt x="20480" y="11233"/>
                </a:lnTo>
                <a:lnTo>
                  <a:pt x="21600" y="11233"/>
                </a:lnTo>
                <a:lnTo>
                  <a:pt x="21600" y="14659"/>
                </a:lnTo>
                <a:lnTo>
                  <a:pt x="21600" y="18106"/>
                </a:lnTo>
                <a:lnTo>
                  <a:pt x="21600" y="21600"/>
                </a:lnTo>
                <a:lnTo>
                  <a:pt x="20464" y="21600"/>
                </a:lnTo>
                <a:lnTo>
                  <a:pt x="19327" y="21600"/>
                </a:lnTo>
                <a:lnTo>
                  <a:pt x="18189" y="21600"/>
                </a:lnTo>
                <a:lnTo>
                  <a:pt x="17052" y="21600"/>
                </a:lnTo>
                <a:lnTo>
                  <a:pt x="15916" y="21600"/>
                </a:lnTo>
                <a:lnTo>
                  <a:pt x="14779" y="21600"/>
                </a:lnTo>
                <a:lnTo>
                  <a:pt x="13643" y="21600"/>
                </a:lnTo>
                <a:lnTo>
                  <a:pt x="12505" y="21600"/>
                </a:lnTo>
                <a:lnTo>
                  <a:pt x="11368" y="21600"/>
                </a:lnTo>
                <a:lnTo>
                  <a:pt x="10232" y="21600"/>
                </a:lnTo>
                <a:lnTo>
                  <a:pt x="9095" y="21600"/>
                </a:lnTo>
                <a:lnTo>
                  <a:pt x="7957" y="21600"/>
                </a:lnTo>
                <a:lnTo>
                  <a:pt x="6821" y="21600"/>
                </a:lnTo>
                <a:lnTo>
                  <a:pt x="5684" y="21600"/>
                </a:lnTo>
                <a:lnTo>
                  <a:pt x="4548" y="21600"/>
                </a:lnTo>
                <a:lnTo>
                  <a:pt x="3411" y="21600"/>
                </a:lnTo>
                <a:lnTo>
                  <a:pt x="2273" y="21600"/>
                </a:lnTo>
                <a:lnTo>
                  <a:pt x="1136" y="21600"/>
                </a:lnTo>
                <a:lnTo>
                  <a:pt x="0" y="21600"/>
                </a:lnTo>
                <a:lnTo>
                  <a:pt x="377" y="18521"/>
                </a:lnTo>
                <a:lnTo>
                  <a:pt x="675" y="16416"/>
                </a:lnTo>
                <a:lnTo>
                  <a:pt x="1052" y="14312"/>
                </a:lnTo>
                <a:lnTo>
                  <a:pt x="1662" y="11233"/>
                </a:lnTo>
                <a:lnTo>
                  <a:pt x="2760" y="11233"/>
                </a:lnTo>
                <a:lnTo>
                  <a:pt x="3865" y="11233"/>
                </a:lnTo>
                <a:lnTo>
                  <a:pt x="4985" y="11233"/>
                </a:lnTo>
                <a:lnTo>
                  <a:pt x="5317" y="8683"/>
                </a:lnTo>
                <a:lnTo>
                  <a:pt x="5653" y="6091"/>
                </a:lnTo>
                <a:lnTo>
                  <a:pt x="6146" y="3499"/>
                </a:lnTo>
                <a:lnTo>
                  <a:pt x="6646" y="866"/>
                </a:lnTo>
                <a:close/>
              </a:path>
            </a:pathLst>
          </a:custGeom>
          <a:solidFill>
            <a:srgbClr val="5B5F54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0" name="contour_08458"/>
          <p:cNvSpPr/>
          <p:nvPr/>
        </p:nvSpPr>
        <p:spPr>
          <a:xfrm>
            <a:off x="2318729" y="3192140"/>
            <a:ext cx="52955" cy="80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36" y="0"/>
                </a:moveTo>
                <a:lnTo>
                  <a:pt x="8594" y="335"/>
                </a:lnTo>
                <a:lnTo>
                  <a:pt x="9831" y="653"/>
                </a:lnTo>
                <a:lnTo>
                  <a:pt x="11008" y="1133"/>
                </a:lnTo>
                <a:lnTo>
                  <a:pt x="12682" y="1961"/>
                </a:lnTo>
                <a:lnTo>
                  <a:pt x="12376" y="3200"/>
                </a:lnTo>
                <a:lnTo>
                  <a:pt x="12031" y="4373"/>
                </a:lnTo>
                <a:lnTo>
                  <a:pt x="11638" y="5508"/>
                </a:lnTo>
                <a:lnTo>
                  <a:pt x="11186" y="6631"/>
                </a:lnTo>
                <a:lnTo>
                  <a:pt x="10672" y="7769"/>
                </a:lnTo>
                <a:lnTo>
                  <a:pt x="10081" y="8945"/>
                </a:lnTo>
                <a:lnTo>
                  <a:pt x="9614" y="9918"/>
                </a:lnTo>
                <a:lnTo>
                  <a:pt x="9141" y="10904"/>
                </a:lnTo>
                <a:lnTo>
                  <a:pt x="8553" y="12102"/>
                </a:lnTo>
                <a:lnTo>
                  <a:pt x="7955" y="13298"/>
                </a:lnTo>
                <a:lnTo>
                  <a:pt x="7349" y="14494"/>
                </a:lnTo>
                <a:lnTo>
                  <a:pt x="6736" y="15686"/>
                </a:lnTo>
                <a:lnTo>
                  <a:pt x="8576" y="15443"/>
                </a:lnTo>
                <a:lnTo>
                  <a:pt x="10417" y="15200"/>
                </a:lnTo>
                <a:lnTo>
                  <a:pt x="12263" y="14957"/>
                </a:lnTo>
                <a:lnTo>
                  <a:pt x="14112" y="14714"/>
                </a:lnTo>
                <a:lnTo>
                  <a:pt x="15970" y="14469"/>
                </a:lnTo>
                <a:lnTo>
                  <a:pt x="17836" y="14222"/>
                </a:lnTo>
                <a:lnTo>
                  <a:pt x="19712" y="13975"/>
                </a:lnTo>
                <a:lnTo>
                  <a:pt x="21600" y="13725"/>
                </a:lnTo>
                <a:lnTo>
                  <a:pt x="21219" y="15125"/>
                </a:lnTo>
                <a:lnTo>
                  <a:pt x="20875" y="16131"/>
                </a:lnTo>
                <a:lnTo>
                  <a:pt x="20423" y="17025"/>
                </a:lnTo>
                <a:lnTo>
                  <a:pt x="19721" y="18090"/>
                </a:lnTo>
                <a:lnTo>
                  <a:pt x="18627" y="19608"/>
                </a:lnTo>
                <a:lnTo>
                  <a:pt x="16716" y="20259"/>
                </a:lnTo>
                <a:lnTo>
                  <a:pt x="14813" y="20792"/>
                </a:lnTo>
                <a:lnTo>
                  <a:pt x="12890" y="21202"/>
                </a:lnTo>
                <a:lnTo>
                  <a:pt x="10922" y="21475"/>
                </a:lnTo>
                <a:lnTo>
                  <a:pt x="8880" y="21600"/>
                </a:lnTo>
                <a:lnTo>
                  <a:pt x="6736" y="21569"/>
                </a:lnTo>
                <a:lnTo>
                  <a:pt x="4825" y="20608"/>
                </a:lnTo>
                <a:lnTo>
                  <a:pt x="3315" y="19698"/>
                </a:lnTo>
                <a:lnTo>
                  <a:pt x="2140" y="18757"/>
                </a:lnTo>
                <a:lnTo>
                  <a:pt x="1237" y="17700"/>
                </a:lnTo>
                <a:lnTo>
                  <a:pt x="547" y="16441"/>
                </a:lnTo>
                <a:lnTo>
                  <a:pt x="0" y="14898"/>
                </a:lnTo>
                <a:lnTo>
                  <a:pt x="33" y="13386"/>
                </a:lnTo>
                <a:lnTo>
                  <a:pt x="89" y="11961"/>
                </a:lnTo>
                <a:lnTo>
                  <a:pt x="196" y="10608"/>
                </a:lnTo>
                <a:lnTo>
                  <a:pt x="372" y="9320"/>
                </a:lnTo>
                <a:lnTo>
                  <a:pt x="636" y="8082"/>
                </a:lnTo>
                <a:lnTo>
                  <a:pt x="1014" y="6888"/>
                </a:lnTo>
                <a:lnTo>
                  <a:pt x="1519" y="5725"/>
                </a:lnTo>
                <a:lnTo>
                  <a:pt x="2176" y="4582"/>
                </a:lnTo>
                <a:lnTo>
                  <a:pt x="3005" y="3449"/>
                </a:lnTo>
                <a:lnTo>
                  <a:pt x="4028" y="2314"/>
                </a:lnTo>
                <a:lnTo>
                  <a:pt x="5265" y="1169"/>
                </a:lnTo>
                <a:lnTo>
                  <a:pt x="6736" y="0"/>
                </a:lnTo>
                <a:close/>
              </a:path>
            </a:pathLst>
          </a:custGeom>
          <a:solidFill>
            <a:srgbClr val="CA272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1" name="contour_08459"/>
          <p:cNvSpPr/>
          <p:nvPr/>
        </p:nvSpPr>
        <p:spPr>
          <a:xfrm>
            <a:off x="9696115" y="3170276"/>
            <a:ext cx="58304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0"/>
                </a:lnTo>
                <a:lnTo>
                  <a:pt x="2700" y="0"/>
                </a:lnTo>
                <a:lnTo>
                  <a:pt x="2700" y="950"/>
                </a:lnTo>
                <a:lnTo>
                  <a:pt x="2700" y="1902"/>
                </a:lnTo>
                <a:lnTo>
                  <a:pt x="2700" y="2854"/>
                </a:lnTo>
                <a:lnTo>
                  <a:pt x="2700" y="3809"/>
                </a:lnTo>
                <a:lnTo>
                  <a:pt x="2700" y="4766"/>
                </a:lnTo>
                <a:lnTo>
                  <a:pt x="2700" y="5728"/>
                </a:lnTo>
                <a:lnTo>
                  <a:pt x="2700" y="6693"/>
                </a:lnTo>
                <a:lnTo>
                  <a:pt x="2700" y="7664"/>
                </a:lnTo>
                <a:lnTo>
                  <a:pt x="2700" y="8640"/>
                </a:lnTo>
                <a:lnTo>
                  <a:pt x="4482" y="8640"/>
                </a:lnTo>
                <a:lnTo>
                  <a:pt x="6267" y="8640"/>
                </a:lnTo>
                <a:lnTo>
                  <a:pt x="8059" y="8640"/>
                </a:lnTo>
                <a:lnTo>
                  <a:pt x="9860" y="8640"/>
                </a:lnTo>
                <a:lnTo>
                  <a:pt x="11672" y="8640"/>
                </a:lnTo>
                <a:lnTo>
                  <a:pt x="13500" y="8640"/>
                </a:lnTo>
                <a:lnTo>
                  <a:pt x="13500" y="9592"/>
                </a:lnTo>
                <a:lnTo>
                  <a:pt x="13500" y="10549"/>
                </a:lnTo>
                <a:lnTo>
                  <a:pt x="13500" y="11520"/>
                </a:lnTo>
                <a:lnTo>
                  <a:pt x="15509" y="11964"/>
                </a:lnTo>
                <a:lnTo>
                  <a:pt x="16934" y="12260"/>
                </a:lnTo>
                <a:lnTo>
                  <a:pt x="18166" y="12479"/>
                </a:lnTo>
                <a:lnTo>
                  <a:pt x="19591" y="12689"/>
                </a:lnTo>
                <a:lnTo>
                  <a:pt x="21600" y="12960"/>
                </a:lnTo>
                <a:lnTo>
                  <a:pt x="21036" y="13067"/>
                </a:lnTo>
                <a:lnTo>
                  <a:pt x="19332" y="13388"/>
                </a:lnTo>
                <a:lnTo>
                  <a:pt x="16384" y="14041"/>
                </a:lnTo>
                <a:lnTo>
                  <a:pt x="14237" y="14550"/>
                </a:lnTo>
                <a:lnTo>
                  <a:pt x="12725" y="14982"/>
                </a:lnTo>
                <a:lnTo>
                  <a:pt x="11672" y="15405"/>
                </a:lnTo>
                <a:lnTo>
                  <a:pt x="10911" y="15889"/>
                </a:lnTo>
                <a:lnTo>
                  <a:pt x="10268" y="16502"/>
                </a:lnTo>
                <a:lnTo>
                  <a:pt x="9577" y="17313"/>
                </a:lnTo>
                <a:lnTo>
                  <a:pt x="9247" y="18167"/>
                </a:lnTo>
                <a:lnTo>
                  <a:pt x="8942" y="19024"/>
                </a:lnTo>
                <a:lnTo>
                  <a:pt x="8651" y="19882"/>
                </a:lnTo>
                <a:lnTo>
                  <a:pt x="8370" y="20740"/>
                </a:lnTo>
                <a:lnTo>
                  <a:pt x="8100" y="21600"/>
                </a:lnTo>
                <a:lnTo>
                  <a:pt x="6761" y="21600"/>
                </a:lnTo>
                <a:lnTo>
                  <a:pt x="5400" y="21600"/>
                </a:lnTo>
                <a:lnTo>
                  <a:pt x="5400" y="20582"/>
                </a:lnTo>
                <a:lnTo>
                  <a:pt x="5400" y="19562"/>
                </a:lnTo>
                <a:lnTo>
                  <a:pt x="5400" y="18540"/>
                </a:lnTo>
                <a:lnTo>
                  <a:pt x="5400" y="17513"/>
                </a:lnTo>
                <a:lnTo>
                  <a:pt x="5400" y="16482"/>
                </a:lnTo>
                <a:lnTo>
                  <a:pt x="5400" y="15445"/>
                </a:lnTo>
                <a:lnTo>
                  <a:pt x="5400" y="14400"/>
                </a:lnTo>
                <a:lnTo>
                  <a:pt x="7185" y="14400"/>
                </a:lnTo>
                <a:lnTo>
                  <a:pt x="8980" y="14400"/>
                </a:lnTo>
                <a:lnTo>
                  <a:pt x="10800" y="14400"/>
                </a:lnTo>
                <a:lnTo>
                  <a:pt x="10800" y="13545"/>
                </a:lnTo>
                <a:lnTo>
                  <a:pt x="10800" y="12686"/>
                </a:lnTo>
                <a:lnTo>
                  <a:pt x="10800" y="11825"/>
                </a:lnTo>
                <a:lnTo>
                  <a:pt x="10800" y="10957"/>
                </a:lnTo>
                <a:lnTo>
                  <a:pt x="10800" y="10080"/>
                </a:lnTo>
                <a:lnTo>
                  <a:pt x="9018" y="10080"/>
                </a:lnTo>
                <a:lnTo>
                  <a:pt x="7233" y="10080"/>
                </a:lnTo>
                <a:lnTo>
                  <a:pt x="5441" y="10080"/>
                </a:lnTo>
                <a:lnTo>
                  <a:pt x="3640" y="10080"/>
                </a:lnTo>
                <a:lnTo>
                  <a:pt x="1828" y="10080"/>
                </a:lnTo>
                <a:lnTo>
                  <a:pt x="0" y="10080"/>
                </a:lnTo>
                <a:lnTo>
                  <a:pt x="0" y="9082"/>
                </a:lnTo>
                <a:lnTo>
                  <a:pt x="0" y="8083"/>
                </a:lnTo>
                <a:lnTo>
                  <a:pt x="0" y="7083"/>
                </a:lnTo>
                <a:lnTo>
                  <a:pt x="0" y="6083"/>
                </a:lnTo>
                <a:lnTo>
                  <a:pt x="0" y="5077"/>
                </a:lnTo>
                <a:lnTo>
                  <a:pt x="0" y="4071"/>
                </a:lnTo>
                <a:lnTo>
                  <a:pt x="0" y="3060"/>
                </a:lnTo>
                <a:lnTo>
                  <a:pt x="0" y="2045"/>
                </a:lnTo>
                <a:lnTo>
                  <a:pt x="0" y="1025"/>
                </a:lnTo>
                <a:lnTo>
                  <a:pt x="0" y="0"/>
                </a:lnTo>
                <a:close/>
              </a:path>
            </a:pathLst>
          </a:custGeom>
          <a:solidFill>
            <a:srgbClr val="A8C0D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2" name="contour_08460"/>
          <p:cNvSpPr/>
          <p:nvPr/>
        </p:nvSpPr>
        <p:spPr>
          <a:xfrm>
            <a:off x="7108878" y="3198335"/>
            <a:ext cx="87456" cy="37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105"/>
                </a:moveTo>
                <a:lnTo>
                  <a:pt x="15835" y="164"/>
                </a:lnTo>
                <a:lnTo>
                  <a:pt x="16834" y="218"/>
                </a:lnTo>
                <a:lnTo>
                  <a:pt x="18025" y="302"/>
                </a:lnTo>
                <a:lnTo>
                  <a:pt x="19217" y="398"/>
                </a:lnTo>
                <a:lnTo>
                  <a:pt x="20408" y="512"/>
                </a:lnTo>
                <a:lnTo>
                  <a:pt x="21600" y="629"/>
                </a:lnTo>
                <a:lnTo>
                  <a:pt x="21154" y="3225"/>
                </a:lnTo>
                <a:lnTo>
                  <a:pt x="20709" y="5822"/>
                </a:lnTo>
                <a:lnTo>
                  <a:pt x="20261" y="8426"/>
                </a:lnTo>
                <a:lnTo>
                  <a:pt x="19814" y="11035"/>
                </a:lnTo>
                <a:lnTo>
                  <a:pt x="19364" y="13656"/>
                </a:lnTo>
                <a:lnTo>
                  <a:pt x="18913" y="16290"/>
                </a:lnTo>
                <a:lnTo>
                  <a:pt x="18457" y="18937"/>
                </a:lnTo>
                <a:lnTo>
                  <a:pt x="18000" y="21600"/>
                </a:lnTo>
                <a:lnTo>
                  <a:pt x="16812" y="20770"/>
                </a:lnTo>
                <a:lnTo>
                  <a:pt x="15624" y="19939"/>
                </a:lnTo>
                <a:lnTo>
                  <a:pt x="14434" y="19109"/>
                </a:lnTo>
                <a:lnTo>
                  <a:pt x="13244" y="18274"/>
                </a:lnTo>
                <a:lnTo>
                  <a:pt x="12053" y="17444"/>
                </a:lnTo>
                <a:lnTo>
                  <a:pt x="10861" y="16609"/>
                </a:lnTo>
                <a:lnTo>
                  <a:pt x="9666" y="15774"/>
                </a:lnTo>
                <a:lnTo>
                  <a:pt x="8469" y="14935"/>
                </a:lnTo>
                <a:lnTo>
                  <a:pt x="7268" y="14101"/>
                </a:lnTo>
                <a:lnTo>
                  <a:pt x="6066" y="13258"/>
                </a:lnTo>
                <a:lnTo>
                  <a:pt x="4862" y="12415"/>
                </a:lnTo>
                <a:lnTo>
                  <a:pt x="3652" y="11572"/>
                </a:lnTo>
                <a:lnTo>
                  <a:pt x="2439" y="10720"/>
                </a:lnTo>
                <a:lnTo>
                  <a:pt x="1222" y="9873"/>
                </a:lnTo>
                <a:lnTo>
                  <a:pt x="0" y="9017"/>
                </a:lnTo>
                <a:lnTo>
                  <a:pt x="1444" y="7348"/>
                </a:lnTo>
                <a:lnTo>
                  <a:pt x="2767" y="5863"/>
                </a:lnTo>
                <a:lnTo>
                  <a:pt x="3996" y="4555"/>
                </a:lnTo>
                <a:lnTo>
                  <a:pt x="5153" y="3422"/>
                </a:lnTo>
                <a:lnTo>
                  <a:pt x="6268" y="2458"/>
                </a:lnTo>
                <a:lnTo>
                  <a:pt x="7358" y="1661"/>
                </a:lnTo>
                <a:lnTo>
                  <a:pt x="8455" y="1023"/>
                </a:lnTo>
                <a:lnTo>
                  <a:pt x="9578" y="541"/>
                </a:lnTo>
                <a:lnTo>
                  <a:pt x="10755" y="214"/>
                </a:lnTo>
                <a:lnTo>
                  <a:pt x="12010" y="34"/>
                </a:lnTo>
                <a:lnTo>
                  <a:pt x="13367" y="0"/>
                </a:lnTo>
                <a:lnTo>
                  <a:pt x="14850" y="105"/>
                </a:lnTo>
                <a:close/>
              </a:path>
            </a:pathLst>
          </a:custGeom>
          <a:solidFill>
            <a:srgbClr val="C9DBE5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3" name="contour_08461"/>
          <p:cNvSpPr/>
          <p:nvPr/>
        </p:nvSpPr>
        <p:spPr>
          <a:xfrm>
            <a:off x="7407686" y="3162988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026" y="413"/>
                </a:lnTo>
                <a:lnTo>
                  <a:pt x="12000" y="775"/>
                </a:lnTo>
                <a:lnTo>
                  <a:pt x="12974" y="1290"/>
                </a:lnTo>
                <a:lnTo>
                  <a:pt x="14400" y="2160"/>
                </a:lnTo>
                <a:lnTo>
                  <a:pt x="14544" y="3832"/>
                </a:lnTo>
                <a:lnTo>
                  <a:pt x="14616" y="5005"/>
                </a:lnTo>
                <a:lnTo>
                  <a:pt x="14616" y="5990"/>
                </a:lnTo>
                <a:lnTo>
                  <a:pt x="14544" y="7098"/>
                </a:lnTo>
                <a:lnTo>
                  <a:pt x="14400" y="8640"/>
                </a:lnTo>
                <a:lnTo>
                  <a:pt x="15826" y="8640"/>
                </a:lnTo>
                <a:lnTo>
                  <a:pt x="17256" y="8640"/>
                </a:lnTo>
                <a:lnTo>
                  <a:pt x="18691" y="8640"/>
                </a:lnTo>
                <a:lnTo>
                  <a:pt x="20138" y="8640"/>
                </a:lnTo>
                <a:lnTo>
                  <a:pt x="21600" y="8640"/>
                </a:lnTo>
                <a:lnTo>
                  <a:pt x="21600" y="10068"/>
                </a:lnTo>
                <a:lnTo>
                  <a:pt x="21600" y="11504"/>
                </a:lnTo>
                <a:lnTo>
                  <a:pt x="21600" y="12960"/>
                </a:lnTo>
                <a:lnTo>
                  <a:pt x="20230" y="13677"/>
                </a:lnTo>
                <a:lnTo>
                  <a:pt x="19210" y="14139"/>
                </a:lnTo>
                <a:lnTo>
                  <a:pt x="18036" y="14554"/>
                </a:lnTo>
                <a:lnTo>
                  <a:pt x="16200" y="15120"/>
                </a:lnTo>
                <a:lnTo>
                  <a:pt x="14666" y="15628"/>
                </a:lnTo>
                <a:lnTo>
                  <a:pt x="13154" y="16150"/>
                </a:lnTo>
                <a:lnTo>
                  <a:pt x="11659" y="16690"/>
                </a:lnTo>
                <a:lnTo>
                  <a:pt x="10178" y="17245"/>
                </a:lnTo>
                <a:lnTo>
                  <a:pt x="8710" y="17818"/>
                </a:lnTo>
                <a:lnTo>
                  <a:pt x="7250" y="18408"/>
                </a:lnTo>
                <a:lnTo>
                  <a:pt x="5798" y="19012"/>
                </a:lnTo>
                <a:lnTo>
                  <a:pt x="4349" y="19634"/>
                </a:lnTo>
                <a:lnTo>
                  <a:pt x="2902" y="20274"/>
                </a:lnTo>
                <a:lnTo>
                  <a:pt x="1454" y="20928"/>
                </a:lnTo>
                <a:lnTo>
                  <a:pt x="0" y="21600"/>
                </a:lnTo>
                <a:lnTo>
                  <a:pt x="382" y="19766"/>
                </a:lnTo>
                <a:lnTo>
                  <a:pt x="797" y="18122"/>
                </a:lnTo>
                <a:lnTo>
                  <a:pt x="1270" y="16636"/>
                </a:lnTo>
                <a:lnTo>
                  <a:pt x="1822" y="15278"/>
                </a:lnTo>
                <a:lnTo>
                  <a:pt x="2477" y="14014"/>
                </a:lnTo>
                <a:lnTo>
                  <a:pt x="3257" y="12817"/>
                </a:lnTo>
                <a:lnTo>
                  <a:pt x="4183" y="11653"/>
                </a:lnTo>
                <a:lnTo>
                  <a:pt x="5282" y="10491"/>
                </a:lnTo>
                <a:lnTo>
                  <a:pt x="6574" y="9301"/>
                </a:lnTo>
                <a:lnTo>
                  <a:pt x="8081" y="8050"/>
                </a:lnTo>
                <a:lnTo>
                  <a:pt x="8966" y="7085"/>
                </a:lnTo>
                <a:lnTo>
                  <a:pt x="9466" y="6221"/>
                </a:lnTo>
                <a:lnTo>
                  <a:pt x="9766" y="4966"/>
                </a:lnTo>
                <a:lnTo>
                  <a:pt x="10051" y="2834"/>
                </a:lnTo>
                <a:lnTo>
                  <a:pt x="9828" y="1428"/>
                </a:lnTo>
                <a:lnTo>
                  <a:pt x="9600" y="0"/>
                </a:lnTo>
                <a:close/>
              </a:path>
            </a:pathLst>
          </a:custGeom>
          <a:solidFill>
            <a:srgbClr val="3D4145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4" name="contour_08462"/>
          <p:cNvSpPr/>
          <p:nvPr/>
        </p:nvSpPr>
        <p:spPr>
          <a:xfrm>
            <a:off x="7218198" y="3141124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11" y="1283"/>
                </a:lnTo>
                <a:lnTo>
                  <a:pt x="1225" y="2570"/>
                </a:lnTo>
                <a:lnTo>
                  <a:pt x="1839" y="3862"/>
                </a:lnTo>
                <a:lnTo>
                  <a:pt x="2459" y="5165"/>
                </a:lnTo>
                <a:lnTo>
                  <a:pt x="3086" y="6480"/>
                </a:lnTo>
                <a:lnTo>
                  <a:pt x="5249" y="7022"/>
                </a:lnTo>
                <a:lnTo>
                  <a:pt x="6823" y="7372"/>
                </a:lnTo>
                <a:lnTo>
                  <a:pt x="8260" y="7597"/>
                </a:lnTo>
                <a:lnTo>
                  <a:pt x="10013" y="7772"/>
                </a:lnTo>
                <a:lnTo>
                  <a:pt x="12534" y="7966"/>
                </a:lnTo>
                <a:lnTo>
                  <a:pt x="14228" y="8106"/>
                </a:lnTo>
                <a:lnTo>
                  <a:pt x="15932" y="8251"/>
                </a:lnTo>
                <a:lnTo>
                  <a:pt x="17660" y="8396"/>
                </a:lnTo>
                <a:lnTo>
                  <a:pt x="18638" y="8456"/>
                </a:lnTo>
                <a:lnTo>
                  <a:pt x="21600" y="8640"/>
                </a:lnTo>
                <a:lnTo>
                  <a:pt x="20767" y="9940"/>
                </a:lnTo>
                <a:lnTo>
                  <a:pt x="19924" y="11238"/>
                </a:lnTo>
                <a:lnTo>
                  <a:pt x="19073" y="12534"/>
                </a:lnTo>
                <a:lnTo>
                  <a:pt x="18218" y="13828"/>
                </a:lnTo>
                <a:lnTo>
                  <a:pt x="17357" y="15120"/>
                </a:lnTo>
                <a:lnTo>
                  <a:pt x="16570" y="16325"/>
                </a:lnTo>
                <a:lnTo>
                  <a:pt x="15777" y="17537"/>
                </a:lnTo>
                <a:lnTo>
                  <a:pt x="14972" y="18766"/>
                </a:lnTo>
                <a:lnTo>
                  <a:pt x="14105" y="19701"/>
                </a:lnTo>
                <a:lnTo>
                  <a:pt x="13228" y="20645"/>
                </a:lnTo>
                <a:lnTo>
                  <a:pt x="12343" y="21600"/>
                </a:lnTo>
                <a:lnTo>
                  <a:pt x="10303" y="21600"/>
                </a:lnTo>
                <a:lnTo>
                  <a:pt x="8251" y="21600"/>
                </a:lnTo>
                <a:lnTo>
                  <a:pt x="6171" y="21600"/>
                </a:lnTo>
                <a:lnTo>
                  <a:pt x="5249" y="20181"/>
                </a:lnTo>
                <a:lnTo>
                  <a:pt x="4749" y="19060"/>
                </a:lnTo>
                <a:lnTo>
                  <a:pt x="4243" y="17280"/>
                </a:lnTo>
                <a:lnTo>
                  <a:pt x="3894" y="16075"/>
                </a:lnTo>
                <a:lnTo>
                  <a:pt x="3542" y="14850"/>
                </a:lnTo>
                <a:lnTo>
                  <a:pt x="3314" y="13913"/>
                </a:lnTo>
                <a:lnTo>
                  <a:pt x="3086" y="12960"/>
                </a:lnTo>
                <a:lnTo>
                  <a:pt x="2320" y="14029"/>
                </a:lnTo>
                <a:lnTo>
                  <a:pt x="1555" y="15105"/>
                </a:lnTo>
                <a:lnTo>
                  <a:pt x="781" y="16185"/>
                </a:lnTo>
                <a:lnTo>
                  <a:pt x="0" y="17280"/>
                </a:lnTo>
                <a:lnTo>
                  <a:pt x="0" y="15854"/>
                </a:lnTo>
                <a:lnTo>
                  <a:pt x="0" y="14429"/>
                </a:lnTo>
                <a:lnTo>
                  <a:pt x="0" y="13001"/>
                </a:lnTo>
                <a:lnTo>
                  <a:pt x="0" y="11571"/>
                </a:lnTo>
                <a:lnTo>
                  <a:pt x="0" y="10139"/>
                </a:lnTo>
                <a:lnTo>
                  <a:pt x="0" y="8705"/>
                </a:lnTo>
                <a:lnTo>
                  <a:pt x="0" y="7266"/>
                </a:lnTo>
                <a:lnTo>
                  <a:pt x="0" y="5823"/>
                </a:lnTo>
                <a:lnTo>
                  <a:pt x="0" y="4376"/>
                </a:lnTo>
                <a:lnTo>
                  <a:pt x="0" y="2925"/>
                </a:lnTo>
                <a:lnTo>
                  <a:pt x="0" y="1464"/>
                </a:lnTo>
                <a:lnTo>
                  <a:pt x="0" y="0"/>
                </a:lnTo>
                <a:close/>
              </a:path>
            </a:pathLst>
          </a:custGeom>
          <a:solidFill>
            <a:srgbClr val="ADBAB8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5" name="contour_08463"/>
          <p:cNvSpPr/>
          <p:nvPr/>
        </p:nvSpPr>
        <p:spPr>
          <a:xfrm>
            <a:off x="5132521" y="3097396"/>
            <a:ext cx="814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8" y="0"/>
                </a:moveTo>
                <a:lnTo>
                  <a:pt x="690" y="1764"/>
                </a:lnTo>
                <a:lnTo>
                  <a:pt x="1037" y="3557"/>
                </a:lnTo>
                <a:lnTo>
                  <a:pt x="1654" y="5364"/>
                </a:lnTo>
                <a:lnTo>
                  <a:pt x="2280" y="7200"/>
                </a:lnTo>
                <a:lnTo>
                  <a:pt x="3470" y="7672"/>
                </a:lnTo>
                <a:lnTo>
                  <a:pt x="4326" y="7902"/>
                </a:lnTo>
                <a:lnTo>
                  <a:pt x="5263" y="7956"/>
                </a:lnTo>
                <a:lnTo>
                  <a:pt x="6694" y="7902"/>
                </a:lnTo>
                <a:lnTo>
                  <a:pt x="7347" y="7884"/>
                </a:lnTo>
                <a:lnTo>
                  <a:pt x="9318" y="7834"/>
                </a:lnTo>
                <a:lnTo>
                  <a:pt x="10678" y="7744"/>
                </a:lnTo>
                <a:lnTo>
                  <a:pt x="12060" y="7650"/>
                </a:lnTo>
                <a:lnTo>
                  <a:pt x="12974" y="7618"/>
                </a:lnTo>
                <a:lnTo>
                  <a:pt x="13893" y="7585"/>
                </a:lnTo>
                <a:lnTo>
                  <a:pt x="14826" y="7553"/>
                </a:lnTo>
                <a:lnTo>
                  <a:pt x="16181" y="7499"/>
                </a:lnTo>
                <a:lnTo>
                  <a:pt x="17535" y="7434"/>
                </a:lnTo>
                <a:lnTo>
                  <a:pt x="18891" y="7362"/>
                </a:lnTo>
                <a:lnTo>
                  <a:pt x="20246" y="7286"/>
                </a:lnTo>
                <a:lnTo>
                  <a:pt x="21600" y="7200"/>
                </a:lnTo>
                <a:lnTo>
                  <a:pt x="21600" y="9576"/>
                </a:lnTo>
                <a:lnTo>
                  <a:pt x="21600" y="11956"/>
                </a:lnTo>
                <a:lnTo>
                  <a:pt x="21600" y="14346"/>
                </a:lnTo>
                <a:lnTo>
                  <a:pt x="21600" y="16747"/>
                </a:lnTo>
                <a:lnTo>
                  <a:pt x="21600" y="19163"/>
                </a:lnTo>
                <a:lnTo>
                  <a:pt x="21600" y="21600"/>
                </a:lnTo>
                <a:lnTo>
                  <a:pt x="18870" y="21056"/>
                </a:lnTo>
                <a:lnTo>
                  <a:pt x="16472" y="20567"/>
                </a:lnTo>
                <a:lnTo>
                  <a:pt x="14376" y="20120"/>
                </a:lnTo>
                <a:lnTo>
                  <a:pt x="12548" y="19699"/>
                </a:lnTo>
                <a:lnTo>
                  <a:pt x="10960" y="19285"/>
                </a:lnTo>
                <a:lnTo>
                  <a:pt x="9581" y="18864"/>
                </a:lnTo>
                <a:lnTo>
                  <a:pt x="8377" y="18421"/>
                </a:lnTo>
                <a:lnTo>
                  <a:pt x="7318" y="17939"/>
                </a:lnTo>
                <a:lnTo>
                  <a:pt x="6374" y="17402"/>
                </a:lnTo>
                <a:lnTo>
                  <a:pt x="5512" y="16798"/>
                </a:lnTo>
                <a:lnTo>
                  <a:pt x="4703" y="16103"/>
                </a:lnTo>
                <a:lnTo>
                  <a:pt x="3914" y="15311"/>
                </a:lnTo>
                <a:lnTo>
                  <a:pt x="3116" y="14400"/>
                </a:lnTo>
                <a:lnTo>
                  <a:pt x="2276" y="13352"/>
                </a:lnTo>
                <a:lnTo>
                  <a:pt x="1364" y="12161"/>
                </a:lnTo>
                <a:lnTo>
                  <a:pt x="348" y="10800"/>
                </a:lnTo>
                <a:lnTo>
                  <a:pt x="116" y="7906"/>
                </a:lnTo>
                <a:lnTo>
                  <a:pt x="0" y="5897"/>
                </a:lnTo>
                <a:lnTo>
                  <a:pt x="0" y="4255"/>
                </a:lnTo>
                <a:lnTo>
                  <a:pt x="116" y="2462"/>
                </a:lnTo>
                <a:lnTo>
                  <a:pt x="348" y="0"/>
                </a:lnTo>
                <a:close/>
              </a:path>
            </a:pathLst>
          </a:custGeom>
          <a:solidFill>
            <a:srgbClr val="D1D7DA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6" name="contour_08464"/>
          <p:cNvSpPr/>
          <p:nvPr/>
        </p:nvSpPr>
        <p:spPr>
          <a:xfrm>
            <a:off x="3727250" y="3113364"/>
            <a:ext cx="94744" cy="298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537"/>
                </a:moveTo>
                <a:lnTo>
                  <a:pt x="21600" y="13022"/>
                </a:lnTo>
                <a:lnTo>
                  <a:pt x="21600" y="16528"/>
                </a:lnTo>
                <a:lnTo>
                  <a:pt x="21600" y="20082"/>
                </a:lnTo>
                <a:lnTo>
                  <a:pt x="19124" y="20535"/>
                </a:lnTo>
                <a:lnTo>
                  <a:pt x="16933" y="20920"/>
                </a:lnTo>
                <a:lnTo>
                  <a:pt x="15004" y="21226"/>
                </a:lnTo>
                <a:lnTo>
                  <a:pt x="13314" y="21452"/>
                </a:lnTo>
                <a:lnTo>
                  <a:pt x="11840" y="21579"/>
                </a:lnTo>
                <a:lnTo>
                  <a:pt x="10557" y="21600"/>
                </a:lnTo>
                <a:lnTo>
                  <a:pt x="9443" y="21510"/>
                </a:lnTo>
                <a:lnTo>
                  <a:pt x="8472" y="21294"/>
                </a:lnTo>
                <a:lnTo>
                  <a:pt x="7623" y="20946"/>
                </a:lnTo>
                <a:lnTo>
                  <a:pt x="6874" y="20451"/>
                </a:lnTo>
                <a:lnTo>
                  <a:pt x="6198" y="19807"/>
                </a:lnTo>
                <a:lnTo>
                  <a:pt x="5571" y="18996"/>
                </a:lnTo>
                <a:lnTo>
                  <a:pt x="4975" y="18015"/>
                </a:lnTo>
                <a:lnTo>
                  <a:pt x="4380" y="16855"/>
                </a:lnTo>
                <a:lnTo>
                  <a:pt x="3767" y="15500"/>
                </a:lnTo>
                <a:lnTo>
                  <a:pt x="3112" y="13940"/>
                </a:lnTo>
                <a:lnTo>
                  <a:pt x="2389" y="12173"/>
                </a:lnTo>
                <a:lnTo>
                  <a:pt x="1328" y="8915"/>
                </a:lnTo>
                <a:lnTo>
                  <a:pt x="708" y="6864"/>
                </a:lnTo>
                <a:lnTo>
                  <a:pt x="0" y="4265"/>
                </a:lnTo>
                <a:lnTo>
                  <a:pt x="1188" y="3295"/>
                </a:lnTo>
                <a:lnTo>
                  <a:pt x="2368" y="2441"/>
                </a:lnTo>
                <a:lnTo>
                  <a:pt x="3536" y="1713"/>
                </a:lnTo>
                <a:lnTo>
                  <a:pt x="4697" y="1107"/>
                </a:lnTo>
                <a:lnTo>
                  <a:pt x="5850" y="627"/>
                </a:lnTo>
                <a:lnTo>
                  <a:pt x="6995" y="279"/>
                </a:lnTo>
                <a:lnTo>
                  <a:pt x="8135" y="74"/>
                </a:lnTo>
                <a:lnTo>
                  <a:pt x="9268" y="0"/>
                </a:lnTo>
                <a:lnTo>
                  <a:pt x="10398" y="74"/>
                </a:lnTo>
                <a:lnTo>
                  <a:pt x="11523" y="295"/>
                </a:lnTo>
                <a:lnTo>
                  <a:pt x="12644" y="670"/>
                </a:lnTo>
                <a:lnTo>
                  <a:pt x="13764" y="1197"/>
                </a:lnTo>
                <a:lnTo>
                  <a:pt x="14882" y="1882"/>
                </a:lnTo>
                <a:lnTo>
                  <a:pt x="16001" y="2731"/>
                </a:lnTo>
                <a:lnTo>
                  <a:pt x="17117" y="3743"/>
                </a:lnTo>
                <a:lnTo>
                  <a:pt x="18235" y="4929"/>
                </a:lnTo>
                <a:lnTo>
                  <a:pt x="19354" y="6284"/>
                </a:lnTo>
                <a:lnTo>
                  <a:pt x="20475" y="7819"/>
                </a:lnTo>
                <a:lnTo>
                  <a:pt x="21600" y="9537"/>
                </a:lnTo>
                <a:close/>
              </a:path>
            </a:pathLst>
          </a:custGeom>
          <a:solidFill>
            <a:srgbClr val="A9B4B9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7" name="contour_08465"/>
          <p:cNvSpPr/>
          <p:nvPr/>
        </p:nvSpPr>
        <p:spPr>
          <a:xfrm>
            <a:off x="4878753" y="3031804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61" y="0"/>
                </a:lnTo>
                <a:lnTo>
                  <a:pt x="2724" y="0"/>
                </a:lnTo>
                <a:lnTo>
                  <a:pt x="4086" y="0"/>
                </a:lnTo>
                <a:lnTo>
                  <a:pt x="5451" y="0"/>
                </a:lnTo>
                <a:lnTo>
                  <a:pt x="6822" y="0"/>
                </a:lnTo>
                <a:lnTo>
                  <a:pt x="8194" y="0"/>
                </a:lnTo>
                <a:lnTo>
                  <a:pt x="9573" y="0"/>
                </a:lnTo>
                <a:lnTo>
                  <a:pt x="10957" y="0"/>
                </a:lnTo>
                <a:lnTo>
                  <a:pt x="12347" y="0"/>
                </a:lnTo>
                <a:lnTo>
                  <a:pt x="13745" y="0"/>
                </a:lnTo>
                <a:lnTo>
                  <a:pt x="13745" y="2856"/>
                </a:lnTo>
                <a:lnTo>
                  <a:pt x="13745" y="5728"/>
                </a:lnTo>
                <a:lnTo>
                  <a:pt x="13745" y="8640"/>
                </a:lnTo>
                <a:lnTo>
                  <a:pt x="15041" y="8640"/>
                </a:lnTo>
                <a:lnTo>
                  <a:pt x="16339" y="8640"/>
                </a:lnTo>
                <a:lnTo>
                  <a:pt x="17643" y="8640"/>
                </a:lnTo>
                <a:lnTo>
                  <a:pt x="18953" y="8640"/>
                </a:lnTo>
                <a:lnTo>
                  <a:pt x="20271" y="8640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20304" y="21600"/>
                </a:lnTo>
                <a:lnTo>
                  <a:pt x="19006" y="21600"/>
                </a:lnTo>
                <a:lnTo>
                  <a:pt x="17702" y="21600"/>
                </a:lnTo>
                <a:lnTo>
                  <a:pt x="16392" y="21600"/>
                </a:lnTo>
                <a:lnTo>
                  <a:pt x="15075" y="21600"/>
                </a:lnTo>
                <a:lnTo>
                  <a:pt x="13745" y="21600"/>
                </a:lnTo>
                <a:lnTo>
                  <a:pt x="13745" y="18744"/>
                </a:lnTo>
                <a:lnTo>
                  <a:pt x="13745" y="15872"/>
                </a:lnTo>
                <a:lnTo>
                  <a:pt x="13745" y="12960"/>
                </a:lnTo>
                <a:lnTo>
                  <a:pt x="12385" y="12532"/>
                </a:lnTo>
                <a:lnTo>
                  <a:pt x="11022" y="12105"/>
                </a:lnTo>
                <a:lnTo>
                  <a:pt x="9659" y="11677"/>
                </a:lnTo>
                <a:lnTo>
                  <a:pt x="8294" y="11245"/>
                </a:lnTo>
                <a:lnTo>
                  <a:pt x="6924" y="10817"/>
                </a:lnTo>
                <a:lnTo>
                  <a:pt x="5551" y="10385"/>
                </a:lnTo>
                <a:lnTo>
                  <a:pt x="4173" y="9953"/>
                </a:lnTo>
                <a:lnTo>
                  <a:pt x="2788" y="9517"/>
                </a:lnTo>
                <a:lnTo>
                  <a:pt x="1398" y="9081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808384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8" name="contour_08466"/>
          <p:cNvSpPr/>
          <p:nvPr/>
        </p:nvSpPr>
        <p:spPr>
          <a:xfrm>
            <a:off x="7196334" y="3002652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9435" y="350"/>
                </a:lnTo>
                <a:lnTo>
                  <a:pt x="11763" y="634"/>
                </a:lnTo>
                <a:lnTo>
                  <a:pt x="13569" y="869"/>
                </a:lnTo>
                <a:lnTo>
                  <a:pt x="14962" y="1078"/>
                </a:lnTo>
                <a:lnTo>
                  <a:pt x="16047" y="1279"/>
                </a:lnTo>
                <a:lnTo>
                  <a:pt x="16930" y="1493"/>
                </a:lnTo>
                <a:lnTo>
                  <a:pt x="17718" y="1738"/>
                </a:lnTo>
                <a:lnTo>
                  <a:pt x="18520" y="2033"/>
                </a:lnTo>
                <a:lnTo>
                  <a:pt x="19440" y="2400"/>
                </a:lnTo>
                <a:lnTo>
                  <a:pt x="20174" y="4236"/>
                </a:lnTo>
                <a:lnTo>
                  <a:pt x="20654" y="5527"/>
                </a:lnTo>
                <a:lnTo>
                  <a:pt x="20982" y="6622"/>
                </a:lnTo>
                <a:lnTo>
                  <a:pt x="21263" y="7865"/>
                </a:lnTo>
                <a:lnTo>
                  <a:pt x="21600" y="9600"/>
                </a:lnTo>
                <a:lnTo>
                  <a:pt x="20343" y="9996"/>
                </a:lnTo>
                <a:lnTo>
                  <a:pt x="19068" y="10397"/>
                </a:lnTo>
                <a:lnTo>
                  <a:pt x="17472" y="10954"/>
                </a:lnTo>
                <a:lnTo>
                  <a:pt x="15939" y="11527"/>
                </a:lnTo>
                <a:lnTo>
                  <a:pt x="14457" y="12122"/>
                </a:lnTo>
                <a:lnTo>
                  <a:pt x="13027" y="12744"/>
                </a:lnTo>
                <a:lnTo>
                  <a:pt x="11636" y="13399"/>
                </a:lnTo>
                <a:lnTo>
                  <a:pt x="10284" y="14090"/>
                </a:lnTo>
                <a:lnTo>
                  <a:pt x="8960" y="14825"/>
                </a:lnTo>
                <a:lnTo>
                  <a:pt x="7659" y="15605"/>
                </a:lnTo>
                <a:lnTo>
                  <a:pt x="6376" y="16440"/>
                </a:lnTo>
                <a:lnTo>
                  <a:pt x="5104" y="17335"/>
                </a:lnTo>
                <a:lnTo>
                  <a:pt x="3836" y="18293"/>
                </a:lnTo>
                <a:lnTo>
                  <a:pt x="2568" y="19318"/>
                </a:lnTo>
                <a:lnTo>
                  <a:pt x="1292" y="20419"/>
                </a:lnTo>
                <a:lnTo>
                  <a:pt x="0" y="21600"/>
                </a:lnTo>
                <a:lnTo>
                  <a:pt x="458" y="20074"/>
                </a:lnTo>
                <a:lnTo>
                  <a:pt x="916" y="18545"/>
                </a:lnTo>
                <a:lnTo>
                  <a:pt x="1376" y="17016"/>
                </a:lnTo>
                <a:lnTo>
                  <a:pt x="1834" y="15485"/>
                </a:lnTo>
                <a:lnTo>
                  <a:pt x="2294" y="13954"/>
                </a:lnTo>
                <a:lnTo>
                  <a:pt x="2754" y="12418"/>
                </a:lnTo>
                <a:lnTo>
                  <a:pt x="3216" y="10882"/>
                </a:lnTo>
                <a:lnTo>
                  <a:pt x="3678" y="9341"/>
                </a:lnTo>
                <a:lnTo>
                  <a:pt x="4141" y="7795"/>
                </a:lnTo>
                <a:lnTo>
                  <a:pt x="4605" y="6247"/>
                </a:lnTo>
                <a:lnTo>
                  <a:pt x="5072" y="4694"/>
                </a:lnTo>
                <a:lnTo>
                  <a:pt x="5540" y="3134"/>
                </a:lnTo>
                <a:lnTo>
                  <a:pt x="6009" y="1570"/>
                </a:lnTo>
                <a:lnTo>
                  <a:pt x="6480" y="0"/>
                </a:lnTo>
                <a:close/>
              </a:path>
            </a:pathLst>
          </a:custGeom>
          <a:solidFill>
            <a:srgbClr val="D1E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69" name="contour_08467"/>
          <p:cNvSpPr/>
          <p:nvPr/>
        </p:nvSpPr>
        <p:spPr>
          <a:xfrm>
            <a:off x="4660113" y="2973501"/>
            <a:ext cx="669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12" y="0"/>
                </a:moveTo>
                <a:lnTo>
                  <a:pt x="10967" y="0"/>
                </a:lnTo>
                <a:lnTo>
                  <a:pt x="12532" y="0"/>
                </a:lnTo>
                <a:lnTo>
                  <a:pt x="14118" y="0"/>
                </a:lnTo>
                <a:lnTo>
                  <a:pt x="14118" y="1604"/>
                </a:lnTo>
                <a:lnTo>
                  <a:pt x="14118" y="3213"/>
                </a:lnTo>
                <a:lnTo>
                  <a:pt x="14118" y="4828"/>
                </a:lnTo>
                <a:lnTo>
                  <a:pt x="14118" y="6456"/>
                </a:lnTo>
                <a:lnTo>
                  <a:pt x="14118" y="8100"/>
                </a:lnTo>
                <a:lnTo>
                  <a:pt x="15673" y="8100"/>
                </a:lnTo>
                <a:lnTo>
                  <a:pt x="17238" y="8100"/>
                </a:lnTo>
                <a:lnTo>
                  <a:pt x="18824" y="8100"/>
                </a:lnTo>
                <a:lnTo>
                  <a:pt x="19687" y="6496"/>
                </a:lnTo>
                <a:lnTo>
                  <a:pt x="20221" y="5400"/>
                </a:lnTo>
                <a:lnTo>
                  <a:pt x="20642" y="4304"/>
                </a:lnTo>
                <a:lnTo>
                  <a:pt x="21176" y="2700"/>
                </a:lnTo>
                <a:lnTo>
                  <a:pt x="21459" y="4628"/>
                </a:lnTo>
                <a:lnTo>
                  <a:pt x="21600" y="6013"/>
                </a:lnTo>
                <a:lnTo>
                  <a:pt x="21600" y="7244"/>
                </a:lnTo>
                <a:lnTo>
                  <a:pt x="21459" y="8710"/>
                </a:lnTo>
                <a:lnTo>
                  <a:pt x="21176" y="10800"/>
                </a:lnTo>
                <a:lnTo>
                  <a:pt x="19656" y="11537"/>
                </a:lnTo>
                <a:lnTo>
                  <a:pt x="18125" y="12120"/>
                </a:lnTo>
                <a:lnTo>
                  <a:pt x="16574" y="12582"/>
                </a:lnTo>
                <a:lnTo>
                  <a:pt x="15000" y="12947"/>
                </a:lnTo>
                <a:lnTo>
                  <a:pt x="13400" y="13243"/>
                </a:lnTo>
                <a:lnTo>
                  <a:pt x="11765" y="13500"/>
                </a:lnTo>
                <a:lnTo>
                  <a:pt x="12231" y="15104"/>
                </a:lnTo>
                <a:lnTo>
                  <a:pt x="12699" y="16713"/>
                </a:lnTo>
                <a:lnTo>
                  <a:pt x="13167" y="18328"/>
                </a:lnTo>
                <a:lnTo>
                  <a:pt x="13640" y="19956"/>
                </a:lnTo>
                <a:lnTo>
                  <a:pt x="14118" y="21600"/>
                </a:lnTo>
                <a:lnTo>
                  <a:pt x="12565" y="21600"/>
                </a:lnTo>
                <a:lnTo>
                  <a:pt x="11009" y="21600"/>
                </a:lnTo>
                <a:lnTo>
                  <a:pt x="9447" y="21600"/>
                </a:lnTo>
                <a:lnTo>
                  <a:pt x="7878" y="21600"/>
                </a:lnTo>
                <a:lnTo>
                  <a:pt x="6299" y="21600"/>
                </a:lnTo>
                <a:lnTo>
                  <a:pt x="4706" y="21600"/>
                </a:lnTo>
                <a:lnTo>
                  <a:pt x="4706" y="19815"/>
                </a:lnTo>
                <a:lnTo>
                  <a:pt x="4706" y="18020"/>
                </a:lnTo>
                <a:lnTo>
                  <a:pt x="4706" y="16200"/>
                </a:lnTo>
                <a:lnTo>
                  <a:pt x="3308" y="15209"/>
                </a:lnTo>
                <a:lnTo>
                  <a:pt x="2353" y="14596"/>
                </a:lnTo>
                <a:lnTo>
                  <a:pt x="1398" y="14113"/>
                </a:lnTo>
                <a:lnTo>
                  <a:pt x="0" y="13500"/>
                </a:lnTo>
                <a:lnTo>
                  <a:pt x="1398" y="13500"/>
                </a:lnTo>
                <a:lnTo>
                  <a:pt x="2800" y="13500"/>
                </a:lnTo>
                <a:lnTo>
                  <a:pt x="4207" y="13500"/>
                </a:lnTo>
                <a:lnTo>
                  <a:pt x="5626" y="13500"/>
                </a:lnTo>
                <a:lnTo>
                  <a:pt x="7059" y="13500"/>
                </a:lnTo>
                <a:lnTo>
                  <a:pt x="7059" y="11715"/>
                </a:lnTo>
                <a:lnTo>
                  <a:pt x="7059" y="9920"/>
                </a:lnTo>
                <a:lnTo>
                  <a:pt x="7059" y="8100"/>
                </a:lnTo>
                <a:lnTo>
                  <a:pt x="8614" y="8100"/>
                </a:lnTo>
                <a:lnTo>
                  <a:pt x="10179" y="8100"/>
                </a:lnTo>
                <a:lnTo>
                  <a:pt x="11765" y="8100"/>
                </a:lnTo>
                <a:lnTo>
                  <a:pt x="11299" y="6496"/>
                </a:lnTo>
                <a:lnTo>
                  <a:pt x="10831" y="4887"/>
                </a:lnTo>
                <a:lnTo>
                  <a:pt x="10362" y="3272"/>
                </a:lnTo>
                <a:lnTo>
                  <a:pt x="9889" y="1644"/>
                </a:lnTo>
                <a:lnTo>
                  <a:pt x="9412" y="0"/>
                </a:lnTo>
                <a:close/>
              </a:path>
            </a:pathLst>
          </a:custGeom>
          <a:solidFill>
            <a:srgbClr val="686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0" name="contour_08468"/>
          <p:cNvSpPr/>
          <p:nvPr/>
        </p:nvSpPr>
        <p:spPr>
          <a:xfrm>
            <a:off x="4820449" y="2960105"/>
            <a:ext cx="43728" cy="498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673"/>
                </a:moveTo>
                <a:lnTo>
                  <a:pt x="18436" y="1324"/>
                </a:lnTo>
                <a:lnTo>
                  <a:pt x="20005" y="1984"/>
                </a:lnTo>
                <a:lnTo>
                  <a:pt x="21600" y="2647"/>
                </a:lnTo>
                <a:lnTo>
                  <a:pt x="21053" y="6182"/>
                </a:lnTo>
                <a:lnTo>
                  <a:pt x="20621" y="8677"/>
                </a:lnTo>
                <a:lnTo>
                  <a:pt x="20200" y="10484"/>
                </a:lnTo>
                <a:lnTo>
                  <a:pt x="19688" y="11956"/>
                </a:lnTo>
                <a:lnTo>
                  <a:pt x="18986" y="13438"/>
                </a:lnTo>
                <a:lnTo>
                  <a:pt x="18000" y="15282"/>
                </a:lnTo>
                <a:lnTo>
                  <a:pt x="16067" y="16467"/>
                </a:lnTo>
                <a:lnTo>
                  <a:pt x="14101" y="17528"/>
                </a:lnTo>
                <a:lnTo>
                  <a:pt x="12103" y="18482"/>
                </a:lnTo>
                <a:lnTo>
                  <a:pt x="10058" y="19351"/>
                </a:lnTo>
                <a:lnTo>
                  <a:pt x="7963" y="20147"/>
                </a:lnTo>
                <a:lnTo>
                  <a:pt x="5814" y="20892"/>
                </a:lnTo>
                <a:lnTo>
                  <a:pt x="3600" y="21600"/>
                </a:lnTo>
                <a:lnTo>
                  <a:pt x="2905" y="19635"/>
                </a:lnTo>
                <a:lnTo>
                  <a:pt x="2261" y="17689"/>
                </a:lnTo>
                <a:lnTo>
                  <a:pt x="1674" y="15750"/>
                </a:lnTo>
                <a:lnTo>
                  <a:pt x="1156" y="13807"/>
                </a:lnTo>
                <a:lnTo>
                  <a:pt x="716" y="11849"/>
                </a:lnTo>
                <a:lnTo>
                  <a:pt x="371" y="9871"/>
                </a:lnTo>
                <a:lnTo>
                  <a:pt x="126" y="7859"/>
                </a:lnTo>
                <a:lnTo>
                  <a:pt x="0" y="5806"/>
                </a:lnTo>
                <a:lnTo>
                  <a:pt x="2308" y="3683"/>
                </a:lnTo>
                <a:lnTo>
                  <a:pt x="4392" y="2066"/>
                </a:lnTo>
                <a:lnTo>
                  <a:pt x="6408" y="932"/>
                </a:lnTo>
                <a:lnTo>
                  <a:pt x="8510" y="250"/>
                </a:lnTo>
                <a:lnTo>
                  <a:pt x="10850" y="0"/>
                </a:lnTo>
                <a:lnTo>
                  <a:pt x="13586" y="148"/>
                </a:lnTo>
                <a:lnTo>
                  <a:pt x="16877" y="673"/>
                </a:lnTo>
                <a:close/>
              </a:path>
            </a:pathLst>
          </a:custGeom>
          <a:solidFill>
            <a:srgbClr val="43434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1" name="contour_08469"/>
          <p:cNvSpPr/>
          <p:nvPr/>
        </p:nvSpPr>
        <p:spPr>
          <a:xfrm>
            <a:off x="1759493" y="2958925"/>
            <a:ext cx="153048" cy="359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25" y="92"/>
                </a:lnTo>
                <a:lnTo>
                  <a:pt x="1449" y="193"/>
                </a:lnTo>
                <a:lnTo>
                  <a:pt x="2174" y="293"/>
                </a:lnTo>
                <a:lnTo>
                  <a:pt x="2899" y="403"/>
                </a:lnTo>
                <a:lnTo>
                  <a:pt x="3623" y="516"/>
                </a:lnTo>
                <a:lnTo>
                  <a:pt x="4347" y="630"/>
                </a:lnTo>
                <a:lnTo>
                  <a:pt x="5072" y="753"/>
                </a:lnTo>
                <a:lnTo>
                  <a:pt x="5796" y="880"/>
                </a:lnTo>
                <a:lnTo>
                  <a:pt x="6520" y="1011"/>
                </a:lnTo>
                <a:lnTo>
                  <a:pt x="7244" y="1147"/>
                </a:lnTo>
                <a:lnTo>
                  <a:pt x="7859" y="1252"/>
                </a:lnTo>
                <a:lnTo>
                  <a:pt x="8474" y="1348"/>
                </a:lnTo>
                <a:lnTo>
                  <a:pt x="9089" y="1436"/>
                </a:lnTo>
                <a:lnTo>
                  <a:pt x="9705" y="1514"/>
                </a:lnTo>
                <a:lnTo>
                  <a:pt x="11155" y="1698"/>
                </a:lnTo>
                <a:lnTo>
                  <a:pt x="12428" y="1878"/>
                </a:lnTo>
                <a:lnTo>
                  <a:pt x="13542" y="2075"/>
                </a:lnTo>
                <a:lnTo>
                  <a:pt x="14513" y="2302"/>
                </a:lnTo>
                <a:lnTo>
                  <a:pt x="15358" y="2582"/>
                </a:lnTo>
                <a:lnTo>
                  <a:pt x="16091" y="2937"/>
                </a:lnTo>
                <a:lnTo>
                  <a:pt x="16732" y="3383"/>
                </a:lnTo>
                <a:lnTo>
                  <a:pt x="17294" y="3944"/>
                </a:lnTo>
                <a:lnTo>
                  <a:pt x="17797" y="4631"/>
                </a:lnTo>
                <a:lnTo>
                  <a:pt x="18256" y="5471"/>
                </a:lnTo>
                <a:lnTo>
                  <a:pt x="18688" y="6478"/>
                </a:lnTo>
                <a:lnTo>
                  <a:pt x="19109" y="7677"/>
                </a:lnTo>
                <a:lnTo>
                  <a:pt x="19536" y="9082"/>
                </a:lnTo>
                <a:lnTo>
                  <a:pt x="19985" y="10715"/>
                </a:lnTo>
                <a:lnTo>
                  <a:pt x="20473" y="12597"/>
                </a:lnTo>
                <a:lnTo>
                  <a:pt x="21017" y="14741"/>
                </a:lnTo>
                <a:lnTo>
                  <a:pt x="21306" y="16116"/>
                </a:lnTo>
                <a:lnTo>
                  <a:pt x="21600" y="17508"/>
                </a:lnTo>
                <a:lnTo>
                  <a:pt x="20363" y="19079"/>
                </a:lnTo>
                <a:lnTo>
                  <a:pt x="19412" y="20239"/>
                </a:lnTo>
                <a:lnTo>
                  <a:pt x="18686" y="21022"/>
                </a:lnTo>
                <a:lnTo>
                  <a:pt x="18120" y="21464"/>
                </a:lnTo>
                <a:lnTo>
                  <a:pt x="17652" y="21600"/>
                </a:lnTo>
                <a:lnTo>
                  <a:pt x="17218" y="21464"/>
                </a:lnTo>
                <a:lnTo>
                  <a:pt x="16755" y="21092"/>
                </a:lnTo>
                <a:lnTo>
                  <a:pt x="16200" y="20519"/>
                </a:lnTo>
                <a:lnTo>
                  <a:pt x="15817" y="19026"/>
                </a:lnTo>
                <a:lnTo>
                  <a:pt x="15429" y="17508"/>
                </a:lnTo>
                <a:lnTo>
                  <a:pt x="15429" y="14614"/>
                </a:lnTo>
                <a:lnTo>
                  <a:pt x="15429" y="11704"/>
                </a:lnTo>
                <a:lnTo>
                  <a:pt x="15429" y="8754"/>
                </a:lnTo>
                <a:lnTo>
                  <a:pt x="14920" y="9121"/>
                </a:lnTo>
                <a:lnTo>
                  <a:pt x="14408" y="9493"/>
                </a:lnTo>
                <a:lnTo>
                  <a:pt x="13890" y="9866"/>
                </a:lnTo>
                <a:lnTo>
                  <a:pt x="13231" y="10312"/>
                </a:lnTo>
                <a:lnTo>
                  <a:pt x="12566" y="10763"/>
                </a:lnTo>
                <a:lnTo>
                  <a:pt x="11892" y="11214"/>
                </a:lnTo>
                <a:lnTo>
                  <a:pt x="11235" y="11673"/>
                </a:lnTo>
                <a:lnTo>
                  <a:pt x="10574" y="12133"/>
                </a:lnTo>
                <a:lnTo>
                  <a:pt x="9904" y="12601"/>
                </a:lnTo>
                <a:lnTo>
                  <a:pt x="9351" y="12776"/>
                </a:lnTo>
                <a:lnTo>
                  <a:pt x="8793" y="12951"/>
                </a:lnTo>
                <a:lnTo>
                  <a:pt x="8229" y="13131"/>
                </a:lnTo>
                <a:lnTo>
                  <a:pt x="7718" y="10960"/>
                </a:lnTo>
                <a:lnTo>
                  <a:pt x="7200" y="8754"/>
                </a:lnTo>
                <a:lnTo>
                  <a:pt x="6592" y="8268"/>
                </a:lnTo>
                <a:lnTo>
                  <a:pt x="5983" y="7817"/>
                </a:lnTo>
                <a:lnTo>
                  <a:pt x="5373" y="7397"/>
                </a:lnTo>
                <a:lnTo>
                  <a:pt x="4761" y="7003"/>
                </a:lnTo>
                <a:lnTo>
                  <a:pt x="4149" y="6635"/>
                </a:lnTo>
                <a:lnTo>
                  <a:pt x="3536" y="6294"/>
                </a:lnTo>
                <a:lnTo>
                  <a:pt x="2876" y="5926"/>
                </a:lnTo>
                <a:lnTo>
                  <a:pt x="2211" y="5554"/>
                </a:lnTo>
                <a:lnTo>
                  <a:pt x="1539" y="5182"/>
                </a:lnTo>
                <a:lnTo>
                  <a:pt x="1312" y="5064"/>
                </a:lnTo>
                <a:lnTo>
                  <a:pt x="913" y="4854"/>
                </a:lnTo>
                <a:lnTo>
                  <a:pt x="0" y="4377"/>
                </a:lnTo>
                <a:lnTo>
                  <a:pt x="0" y="2206"/>
                </a:lnTo>
                <a:lnTo>
                  <a:pt x="0" y="0"/>
                </a:lnTo>
                <a:close/>
              </a:path>
            </a:pathLst>
          </a:custGeom>
          <a:solidFill>
            <a:srgbClr val="DCDCD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2" name="contour_08470"/>
          <p:cNvSpPr/>
          <p:nvPr/>
        </p:nvSpPr>
        <p:spPr>
          <a:xfrm>
            <a:off x="5206713" y="2929773"/>
            <a:ext cx="39807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18" y="0"/>
                </a:moveTo>
                <a:lnTo>
                  <a:pt x="17780" y="0"/>
                </a:lnTo>
                <a:lnTo>
                  <a:pt x="19773" y="0"/>
                </a:lnTo>
                <a:lnTo>
                  <a:pt x="19979" y="1222"/>
                </a:lnTo>
                <a:lnTo>
                  <a:pt x="20164" y="2446"/>
                </a:lnTo>
                <a:lnTo>
                  <a:pt x="20335" y="3668"/>
                </a:lnTo>
                <a:lnTo>
                  <a:pt x="20489" y="4891"/>
                </a:lnTo>
                <a:lnTo>
                  <a:pt x="20631" y="6115"/>
                </a:lnTo>
                <a:lnTo>
                  <a:pt x="20766" y="7339"/>
                </a:lnTo>
                <a:lnTo>
                  <a:pt x="20888" y="8563"/>
                </a:lnTo>
                <a:lnTo>
                  <a:pt x="21007" y="9788"/>
                </a:lnTo>
                <a:lnTo>
                  <a:pt x="21173" y="10719"/>
                </a:lnTo>
                <a:lnTo>
                  <a:pt x="21339" y="11655"/>
                </a:lnTo>
                <a:lnTo>
                  <a:pt x="21509" y="12604"/>
                </a:lnTo>
                <a:lnTo>
                  <a:pt x="21588" y="13891"/>
                </a:lnTo>
                <a:lnTo>
                  <a:pt x="21600" y="15098"/>
                </a:lnTo>
                <a:lnTo>
                  <a:pt x="21481" y="16261"/>
                </a:lnTo>
                <a:lnTo>
                  <a:pt x="21173" y="17411"/>
                </a:lnTo>
                <a:lnTo>
                  <a:pt x="20623" y="18580"/>
                </a:lnTo>
                <a:lnTo>
                  <a:pt x="19773" y="19800"/>
                </a:lnTo>
                <a:lnTo>
                  <a:pt x="17282" y="20318"/>
                </a:lnTo>
                <a:lnTo>
                  <a:pt x="14897" y="20711"/>
                </a:lnTo>
                <a:lnTo>
                  <a:pt x="12576" y="21001"/>
                </a:lnTo>
                <a:lnTo>
                  <a:pt x="10254" y="21206"/>
                </a:lnTo>
                <a:lnTo>
                  <a:pt x="7893" y="21346"/>
                </a:lnTo>
                <a:lnTo>
                  <a:pt x="5430" y="21447"/>
                </a:lnTo>
                <a:lnTo>
                  <a:pt x="2816" y="21524"/>
                </a:lnTo>
                <a:lnTo>
                  <a:pt x="0" y="21600"/>
                </a:lnTo>
                <a:lnTo>
                  <a:pt x="1068" y="20466"/>
                </a:lnTo>
                <a:lnTo>
                  <a:pt x="2135" y="19332"/>
                </a:lnTo>
                <a:lnTo>
                  <a:pt x="3207" y="18196"/>
                </a:lnTo>
                <a:lnTo>
                  <a:pt x="4275" y="17059"/>
                </a:lnTo>
                <a:lnTo>
                  <a:pt x="5351" y="15917"/>
                </a:lnTo>
                <a:lnTo>
                  <a:pt x="6426" y="14776"/>
                </a:lnTo>
                <a:lnTo>
                  <a:pt x="7506" y="13630"/>
                </a:lnTo>
                <a:lnTo>
                  <a:pt x="8589" y="12479"/>
                </a:lnTo>
                <a:lnTo>
                  <a:pt x="9673" y="11326"/>
                </a:lnTo>
                <a:lnTo>
                  <a:pt x="10768" y="10165"/>
                </a:lnTo>
                <a:lnTo>
                  <a:pt x="11864" y="9000"/>
                </a:lnTo>
                <a:lnTo>
                  <a:pt x="9515" y="8644"/>
                </a:lnTo>
                <a:lnTo>
                  <a:pt x="7158" y="8285"/>
                </a:lnTo>
                <a:lnTo>
                  <a:pt x="4793" y="7927"/>
                </a:lnTo>
                <a:lnTo>
                  <a:pt x="2408" y="7565"/>
                </a:lnTo>
                <a:lnTo>
                  <a:pt x="0" y="7200"/>
                </a:lnTo>
                <a:lnTo>
                  <a:pt x="1716" y="7099"/>
                </a:lnTo>
                <a:lnTo>
                  <a:pt x="3460" y="6997"/>
                </a:lnTo>
                <a:lnTo>
                  <a:pt x="6062" y="6777"/>
                </a:lnTo>
                <a:lnTo>
                  <a:pt x="8554" y="6534"/>
                </a:lnTo>
                <a:lnTo>
                  <a:pt x="10982" y="6241"/>
                </a:lnTo>
                <a:lnTo>
                  <a:pt x="13386" y="5872"/>
                </a:lnTo>
                <a:lnTo>
                  <a:pt x="15818" y="5400"/>
                </a:lnTo>
                <a:lnTo>
                  <a:pt x="16293" y="4007"/>
                </a:lnTo>
                <a:lnTo>
                  <a:pt x="16530" y="3029"/>
                </a:lnTo>
                <a:lnTo>
                  <a:pt x="16530" y="2209"/>
                </a:lnTo>
                <a:lnTo>
                  <a:pt x="16293" y="1285"/>
                </a:lnTo>
                <a:lnTo>
                  <a:pt x="15818" y="0"/>
                </a:lnTo>
                <a:close/>
              </a:path>
            </a:pathLst>
          </a:custGeom>
          <a:solidFill>
            <a:srgbClr val="82765D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3" name="contour_08471"/>
          <p:cNvSpPr/>
          <p:nvPr/>
        </p:nvSpPr>
        <p:spPr>
          <a:xfrm>
            <a:off x="5796209" y="2893333"/>
            <a:ext cx="2469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00" y="0"/>
                </a:moveTo>
                <a:lnTo>
                  <a:pt x="11313" y="0"/>
                </a:lnTo>
                <a:lnTo>
                  <a:pt x="15551" y="0"/>
                </a:lnTo>
                <a:lnTo>
                  <a:pt x="19847" y="0"/>
                </a:lnTo>
                <a:lnTo>
                  <a:pt x="20070" y="1384"/>
                </a:lnTo>
                <a:lnTo>
                  <a:pt x="20274" y="2771"/>
                </a:lnTo>
                <a:lnTo>
                  <a:pt x="20453" y="4155"/>
                </a:lnTo>
                <a:lnTo>
                  <a:pt x="20618" y="5539"/>
                </a:lnTo>
                <a:lnTo>
                  <a:pt x="20771" y="6924"/>
                </a:lnTo>
                <a:lnTo>
                  <a:pt x="20912" y="8310"/>
                </a:lnTo>
                <a:lnTo>
                  <a:pt x="21046" y="9696"/>
                </a:lnTo>
                <a:lnTo>
                  <a:pt x="21288" y="11079"/>
                </a:lnTo>
                <a:lnTo>
                  <a:pt x="21530" y="12483"/>
                </a:lnTo>
                <a:lnTo>
                  <a:pt x="21600" y="13716"/>
                </a:lnTo>
                <a:lnTo>
                  <a:pt x="21600" y="14912"/>
                </a:lnTo>
                <a:lnTo>
                  <a:pt x="21473" y="16086"/>
                </a:lnTo>
                <a:lnTo>
                  <a:pt x="21179" y="17253"/>
                </a:lnTo>
                <a:lnTo>
                  <a:pt x="20650" y="18431"/>
                </a:lnTo>
                <a:lnTo>
                  <a:pt x="19847" y="19636"/>
                </a:lnTo>
                <a:lnTo>
                  <a:pt x="15067" y="20422"/>
                </a:lnTo>
                <a:lnTo>
                  <a:pt x="11683" y="20917"/>
                </a:lnTo>
                <a:lnTo>
                  <a:pt x="8776" y="21215"/>
                </a:lnTo>
                <a:lnTo>
                  <a:pt x="5430" y="21411"/>
                </a:lnTo>
                <a:lnTo>
                  <a:pt x="727" y="21600"/>
                </a:lnTo>
                <a:lnTo>
                  <a:pt x="650" y="20216"/>
                </a:lnTo>
                <a:lnTo>
                  <a:pt x="586" y="18829"/>
                </a:lnTo>
                <a:lnTo>
                  <a:pt x="523" y="17445"/>
                </a:lnTo>
                <a:lnTo>
                  <a:pt x="472" y="16059"/>
                </a:lnTo>
                <a:lnTo>
                  <a:pt x="421" y="14674"/>
                </a:lnTo>
                <a:lnTo>
                  <a:pt x="376" y="13288"/>
                </a:lnTo>
                <a:lnTo>
                  <a:pt x="331" y="11904"/>
                </a:lnTo>
                <a:lnTo>
                  <a:pt x="249" y="10521"/>
                </a:lnTo>
                <a:lnTo>
                  <a:pt x="166" y="9117"/>
                </a:lnTo>
                <a:lnTo>
                  <a:pt x="147" y="8453"/>
                </a:lnTo>
                <a:lnTo>
                  <a:pt x="102" y="6451"/>
                </a:lnTo>
                <a:lnTo>
                  <a:pt x="51" y="5229"/>
                </a:lnTo>
                <a:lnTo>
                  <a:pt x="0" y="3988"/>
                </a:lnTo>
                <a:lnTo>
                  <a:pt x="523" y="2786"/>
                </a:lnTo>
                <a:lnTo>
                  <a:pt x="1434" y="1971"/>
                </a:lnTo>
                <a:lnTo>
                  <a:pt x="3403" y="1166"/>
                </a:lnTo>
                <a:lnTo>
                  <a:pt x="7100" y="0"/>
                </a:lnTo>
                <a:close/>
              </a:path>
            </a:pathLst>
          </a:custGeom>
          <a:solidFill>
            <a:srgbClr val="959FA4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4" name="contour_08472"/>
          <p:cNvSpPr/>
          <p:nvPr/>
        </p:nvSpPr>
        <p:spPr>
          <a:xfrm>
            <a:off x="7305654" y="2929773"/>
            <a:ext cx="94744" cy="23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0"/>
                </a:lnTo>
                <a:lnTo>
                  <a:pt x="2251" y="0"/>
                </a:lnTo>
                <a:lnTo>
                  <a:pt x="3378" y="0"/>
                </a:lnTo>
                <a:lnTo>
                  <a:pt x="4504" y="0"/>
                </a:lnTo>
                <a:lnTo>
                  <a:pt x="5631" y="0"/>
                </a:lnTo>
                <a:lnTo>
                  <a:pt x="6759" y="0"/>
                </a:lnTo>
                <a:lnTo>
                  <a:pt x="7889" y="0"/>
                </a:lnTo>
                <a:lnTo>
                  <a:pt x="9020" y="0"/>
                </a:lnTo>
                <a:lnTo>
                  <a:pt x="10152" y="0"/>
                </a:lnTo>
                <a:lnTo>
                  <a:pt x="11287" y="0"/>
                </a:lnTo>
                <a:lnTo>
                  <a:pt x="12422" y="0"/>
                </a:lnTo>
                <a:lnTo>
                  <a:pt x="13560" y="0"/>
                </a:lnTo>
                <a:lnTo>
                  <a:pt x="14700" y="0"/>
                </a:lnTo>
                <a:lnTo>
                  <a:pt x="15843" y="0"/>
                </a:lnTo>
                <a:lnTo>
                  <a:pt x="16988" y="0"/>
                </a:lnTo>
                <a:lnTo>
                  <a:pt x="18137" y="0"/>
                </a:lnTo>
                <a:lnTo>
                  <a:pt x="19287" y="0"/>
                </a:lnTo>
                <a:lnTo>
                  <a:pt x="20442" y="0"/>
                </a:lnTo>
                <a:lnTo>
                  <a:pt x="21600" y="0"/>
                </a:lnTo>
                <a:lnTo>
                  <a:pt x="21271" y="3973"/>
                </a:lnTo>
                <a:lnTo>
                  <a:pt x="20940" y="7960"/>
                </a:lnTo>
                <a:lnTo>
                  <a:pt x="20610" y="11961"/>
                </a:lnTo>
                <a:lnTo>
                  <a:pt x="20276" y="15994"/>
                </a:lnTo>
                <a:lnTo>
                  <a:pt x="19938" y="20068"/>
                </a:lnTo>
                <a:lnTo>
                  <a:pt x="18840" y="21138"/>
                </a:lnTo>
                <a:lnTo>
                  <a:pt x="18046" y="21600"/>
                </a:lnTo>
                <a:lnTo>
                  <a:pt x="17174" y="21533"/>
                </a:lnTo>
                <a:lnTo>
                  <a:pt x="15836" y="21038"/>
                </a:lnTo>
                <a:lnTo>
                  <a:pt x="15024" y="20730"/>
                </a:lnTo>
                <a:lnTo>
                  <a:pt x="14206" y="20423"/>
                </a:lnTo>
                <a:lnTo>
                  <a:pt x="13377" y="20108"/>
                </a:lnTo>
                <a:lnTo>
                  <a:pt x="12525" y="19680"/>
                </a:lnTo>
                <a:lnTo>
                  <a:pt x="11669" y="19245"/>
                </a:lnTo>
                <a:lnTo>
                  <a:pt x="10800" y="18811"/>
                </a:lnTo>
                <a:lnTo>
                  <a:pt x="9948" y="18516"/>
                </a:lnTo>
                <a:lnTo>
                  <a:pt x="9092" y="18215"/>
                </a:lnTo>
                <a:lnTo>
                  <a:pt x="8223" y="17914"/>
                </a:lnTo>
                <a:lnTo>
                  <a:pt x="6249" y="17058"/>
                </a:lnTo>
                <a:lnTo>
                  <a:pt x="4870" y="16409"/>
                </a:lnTo>
                <a:lnTo>
                  <a:pt x="3903" y="15840"/>
                </a:lnTo>
                <a:lnTo>
                  <a:pt x="3169" y="15232"/>
                </a:lnTo>
                <a:lnTo>
                  <a:pt x="2482" y="14456"/>
                </a:lnTo>
                <a:lnTo>
                  <a:pt x="1662" y="13379"/>
                </a:lnTo>
                <a:lnTo>
                  <a:pt x="1249" y="10068"/>
                </a:lnTo>
                <a:lnTo>
                  <a:pt x="837" y="6736"/>
                </a:lnTo>
                <a:lnTo>
                  <a:pt x="420" y="3392"/>
                </a:lnTo>
                <a:lnTo>
                  <a:pt x="0" y="0"/>
                </a:lnTo>
                <a:close/>
              </a:path>
            </a:pathLst>
          </a:custGeom>
          <a:solidFill>
            <a:srgbClr val="DEE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5" name="contour_08473"/>
          <p:cNvSpPr/>
          <p:nvPr/>
        </p:nvSpPr>
        <p:spPr>
          <a:xfrm>
            <a:off x="1715765" y="290790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295" y="2138"/>
                </a:lnTo>
                <a:lnTo>
                  <a:pt x="20989" y="4280"/>
                </a:lnTo>
                <a:lnTo>
                  <a:pt x="20684" y="6421"/>
                </a:lnTo>
                <a:lnTo>
                  <a:pt x="20375" y="8566"/>
                </a:lnTo>
                <a:lnTo>
                  <a:pt x="20069" y="10720"/>
                </a:lnTo>
                <a:lnTo>
                  <a:pt x="19761" y="12877"/>
                </a:lnTo>
                <a:lnTo>
                  <a:pt x="19452" y="15043"/>
                </a:lnTo>
                <a:lnTo>
                  <a:pt x="19141" y="17218"/>
                </a:lnTo>
                <a:lnTo>
                  <a:pt x="18829" y="19403"/>
                </a:lnTo>
                <a:lnTo>
                  <a:pt x="18514" y="21600"/>
                </a:lnTo>
                <a:lnTo>
                  <a:pt x="16768" y="20727"/>
                </a:lnTo>
                <a:lnTo>
                  <a:pt x="15021" y="19853"/>
                </a:lnTo>
                <a:lnTo>
                  <a:pt x="13269" y="18977"/>
                </a:lnTo>
                <a:lnTo>
                  <a:pt x="11510" y="18098"/>
                </a:lnTo>
                <a:lnTo>
                  <a:pt x="9742" y="17212"/>
                </a:lnTo>
                <a:lnTo>
                  <a:pt x="7964" y="16323"/>
                </a:lnTo>
                <a:lnTo>
                  <a:pt x="6171" y="15429"/>
                </a:lnTo>
                <a:lnTo>
                  <a:pt x="6782" y="13596"/>
                </a:lnTo>
                <a:lnTo>
                  <a:pt x="7396" y="11757"/>
                </a:lnTo>
                <a:lnTo>
                  <a:pt x="8011" y="9911"/>
                </a:lnTo>
                <a:lnTo>
                  <a:pt x="8631" y="8051"/>
                </a:lnTo>
                <a:lnTo>
                  <a:pt x="9257" y="6171"/>
                </a:lnTo>
                <a:lnTo>
                  <a:pt x="7424" y="6171"/>
                </a:lnTo>
                <a:lnTo>
                  <a:pt x="5585" y="6171"/>
                </a:lnTo>
                <a:lnTo>
                  <a:pt x="3740" y="6171"/>
                </a:lnTo>
                <a:lnTo>
                  <a:pt x="1879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E2D4A1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6" name="contour_08474"/>
          <p:cNvSpPr/>
          <p:nvPr/>
        </p:nvSpPr>
        <p:spPr>
          <a:xfrm>
            <a:off x="5250441" y="2887218"/>
            <a:ext cx="72880" cy="49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50"/>
                </a:moveTo>
                <a:lnTo>
                  <a:pt x="20172" y="2650"/>
                </a:lnTo>
                <a:lnTo>
                  <a:pt x="18736" y="2650"/>
                </a:lnTo>
                <a:lnTo>
                  <a:pt x="17280" y="2650"/>
                </a:lnTo>
                <a:lnTo>
                  <a:pt x="16945" y="4706"/>
                </a:lnTo>
                <a:lnTo>
                  <a:pt x="16606" y="6794"/>
                </a:lnTo>
                <a:lnTo>
                  <a:pt x="15930" y="8891"/>
                </a:lnTo>
                <a:lnTo>
                  <a:pt x="15144" y="10770"/>
                </a:lnTo>
                <a:lnTo>
                  <a:pt x="14254" y="12450"/>
                </a:lnTo>
                <a:lnTo>
                  <a:pt x="13269" y="13960"/>
                </a:lnTo>
                <a:lnTo>
                  <a:pt x="12195" y="15318"/>
                </a:lnTo>
                <a:lnTo>
                  <a:pt x="11042" y="16550"/>
                </a:lnTo>
                <a:lnTo>
                  <a:pt x="9813" y="17677"/>
                </a:lnTo>
                <a:lnTo>
                  <a:pt x="8519" y="18723"/>
                </a:lnTo>
                <a:lnTo>
                  <a:pt x="7167" y="19708"/>
                </a:lnTo>
                <a:lnTo>
                  <a:pt x="5765" y="20662"/>
                </a:lnTo>
                <a:lnTo>
                  <a:pt x="4320" y="21600"/>
                </a:lnTo>
                <a:lnTo>
                  <a:pt x="2892" y="21600"/>
                </a:lnTo>
                <a:lnTo>
                  <a:pt x="1456" y="21600"/>
                </a:lnTo>
                <a:lnTo>
                  <a:pt x="0" y="21600"/>
                </a:lnTo>
                <a:lnTo>
                  <a:pt x="540" y="17680"/>
                </a:lnTo>
                <a:lnTo>
                  <a:pt x="1000" y="14516"/>
                </a:lnTo>
                <a:lnTo>
                  <a:pt x="1419" y="11989"/>
                </a:lnTo>
                <a:lnTo>
                  <a:pt x="1838" y="9987"/>
                </a:lnTo>
                <a:lnTo>
                  <a:pt x="2292" y="8398"/>
                </a:lnTo>
                <a:lnTo>
                  <a:pt x="2823" y="7106"/>
                </a:lnTo>
                <a:lnTo>
                  <a:pt x="3467" y="6001"/>
                </a:lnTo>
                <a:lnTo>
                  <a:pt x="4266" y="4965"/>
                </a:lnTo>
                <a:lnTo>
                  <a:pt x="5257" y="3885"/>
                </a:lnTo>
                <a:lnTo>
                  <a:pt x="6480" y="2650"/>
                </a:lnTo>
                <a:lnTo>
                  <a:pt x="8109" y="1734"/>
                </a:lnTo>
                <a:lnTo>
                  <a:pt x="9655" y="1008"/>
                </a:lnTo>
                <a:lnTo>
                  <a:pt x="11143" y="471"/>
                </a:lnTo>
                <a:lnTo>
                  <a:pt x="12591" y="133"/>
                </a:lnTo>
                <a:lnTo>
                  <a:pt x="14018" y="0"/>
                </a:lnTo>
                <a:lnTo>
                  <a:pt x="15448" y="79"/>
                </a:lnTo>
                <a:lnTo>
                  <a:pt x="16900" y="379"/>
                </a:lnTo>
                <a:lnTo>
                  <a:pt x="18397" y="903"/>
                </a:lnTo>
                <a:lnTo>
                  <a:pt x="19956" y="1658"/>
                </a:lnTo>
                <a:lnTo>
                  <a:pt x="21600" y="2650"/>
                </a:lnTo>
                <a:close/>
              </a:path>
            </a:pathLst>
          </a:custGeom>
          <a:solidFill>
            <a:srgbClr val="5E6164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7" name="contour_08475"/>
          <p:cNvSpPr/>
          <p:nvPr/>
        </p:nvSpPr>
        <p:spPr>
          <a:xfrm>
            <a:off x="1752205" y="2864181"/>
            <a:ext cx="1093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0" y="0"/>
                </a:moveTo>
                <a:lnTo>
                  <a:pt x="16197" y="1782"/>
                </a:lnTo>
                <a:lnTo>
                  <a:pt x="16554" y="3575"/>
                </a:lnTo>
                <a:lnTo>
                  <a:pt x="16916" y="5375"/>
                </a:lnTo>
                <a:lnTo>
                  <a:pt x="17280" y="7200"/>
                </a:lnTo>
                <a:lnTo>
                  <a:pt x="18135" y="6487"/>
                </a:lnTo>
                <a:lnTo>
                  <a:pt x="18994" y="5771"/>
                </a:lnTo>
                <a:lnTo>
                  <a:pt x="19855" y="5054"/>
                </a:lnTo>
                <a:lnTo>
                  <a:pt x="20723" y="4331"/>
                </a:lnTo>
                <a:lnTo>
                  <a:pt x="21600" y="3600"/>
                </a:lnTo>
                <a:lnTo>
                  <a:pt x="21421" y="5828"/>
                </a:lnTo>
                <a:lnTo>
                  <a:pt x="21243" y="8057"/>
                </a:lnTo>
                <a:lnTo>
                  <a:pt x="21064" y="10292"/>
                </a:lnTo>
                <a:lnTo>
                  <a:pt x="20886" y="12532"/>
                </a:lnTo>
                <a:lnTo>
                  <a:pt x="20706" y="14782"/>
                </a:lnTo>
                <a:lnTo>
                  <a:pt x="20524" y="17042"/>
                </a:lnTo>
                <a:lnTo>
                  <a:pt x="20343" y="19314"/>
                </a:lnTo>
                <a:lnTo>
                  <a:pt x="20160" y="21600"/>
                </a:lnTo>
                <a:lnTo>
                  <a:pt x="18248" y="21139"/>
                </a:lnTo>
                <a:lnTo>
                  <a:pt x="16512" y="20714"/>
                </a:lnTo>
                <a:lnTo>
                  <a:pt x="14943" y="20326"/>
                </a:lnTo>
                <a:lnTo>
                  <a:pt x="13524" y="19958"/>
                </a:lnTo>
                <a:lnTo>
                  <a:pt x="12246" y="19609"/>
                </a:lnTo>
                <a:lnTo>
                  <a:pt x="11092" y="19274"/>
                </a:lnTo>
                <a:lnTo>
                  <a:pt x="10051" y="18943"/>
                </a:lnTo>
                <a:lnTo>
                  <a:pt x="9111" y="18605"/>
                </a:lnTo>
                <a:lnTo>
                  <a:pt x="8256" y="18263"/>
                </a:lnTo>
                <a:lnTo>
                  <a:pt x="7475" y="17899"/>
                </a:lnTo>
                <a:lnTo>
                  <a:pt x="6754" y="17514"/>
                </a:lnTo>
                <a:lnTo>
                  <a:pt x="6081" y="17096"/>
                </a:lnTo>
                <a:lnTo>
                  <a:pt x="5442" y="16643"/>
                </a:lnTo>
                <a:lnTo>
                  <a:pt x="4825" y="16142"/>
                </a:lnTo>
                <a:lnTo>
                  <a:pt x="4215" y="15592"/>
                </a:lnTo>
                <a:lnTo>
                  <a:pt x="3601" y="14980"/>
                </a:lnTo>
                <a:lnTo>
                  <a:pt x="2969" y="14303"/>
                </a:lnTo>
                <a:lnTo>
                  <a:pt x="2305" y="13554"/>
                </a:lnTo>
                <a:lnTo>
                  <a:pt x="1598" y="12726"/>
                </a:lnTo>
                <a:lnTo>
                  <a:pt x="834" y="11808"/>
                </a:lnTo>
                <a:lnTo>
                  <a:pt x="0" y="10800"/>
                </a:lnTo>
                <a:lnTo>
                  <a:pt x="0" y="9014"/>
                </a:lnTo>
                <a:lnTo>
                  <a:pt x="0" y="7200"/>
                </a:lnTo>
                <a:lnTo>
                  <a:pt x="1028" y="7135"/>
                </a:lnTo>
                <a:lnTo>
                  <a:pt x="2046" y="7081"/>
                </a:lnTo>
                <a:lnTo>
                  <a:pt x="3056" y="7042"/>
                </a:lnTo>
                <a:lnTo>
                  <a:pt x="4058" y="7020"/>
                </a:lnTo>
                <a:lnTo>
                  <a:pt x="5053" y="7027"/>
                </a:lnTo>
                <a:lnTo>
                  <a:pt x="6041" y="7070"/>
                </a:lnTo>
                <a:lnTo>
                  <a:pt x="7026" y="7153"/>
                </a:lnTo>
                <a:lnTo>
                  <a:pt x="8006" y="7283"/>
                </a:lnTo>
                <a:lnTo>
                  <a:pt x="8984" y="7466"/>
                </a:lnTo>
                <a:lnTo>
                  <a:pt x="9960" y="7711"/>
                </a:lnTo>
                <a:lnTo>
                  <a:pt x="10935" y="8021"/>
                </a:lnTo>
                <a:lnTo>
                  <a:pt x="11912" y="8406"/>
                </a:lnTo>
                <a:lnTo>
                  <a:pt x="12888" y="8867"/>
                </a:lnTo>
                <a:lnTo>
                  <a:pt x="13869" y="9418"/>
                </a:lnTo>
                <a:lnTo>
                  <a:pt x="14852" y="10058"/>
                </a:lnTo>
                <a:lnTo>
                  <a:pt x="15840" y="10800"/>
                </a:lnTo>
                <a:lnTo>
                  <a:pt x="15840" y="8662"/>
                </a:lnTo>
                <a:lnTo>
                  <a:pt x="15840" y="6516"/>
                </a:lnTo>
                <a:lnTo>
                  <a:pt x="15840" y="4363"/>
                </a:lnTo>
                <a:lnTo>
                  <a:pt x="15840" y="2192"/>
                </a:lnTo>
                <a:lnTo>
                  <a:pt x="15840" y="0"/>
                </a:lnTo>
                <a:close/>
              </a:path>
            </a:pathLst>
          </a:custGeom>
          <a:solidFill>
            <a:srgbClr val="3D3C3D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8" name="contour_08476"/>
          <p:cNvSpPr/>
          <p:nvPr/>
        </p:nvSpPr>
        <p:spPr>
          <a:xfrm>
            <a:off x="1446109" y="2877532"/>
            <a:ext cx="87456" cy="376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02"/>
                </a:moveTo>
                <a:lnTo>
                  <a:pt x="21377" y="3289"/>
                </a:lnTo>
                <a:lnTo>
                  <a:pt x="21154" y="5876"/>
                </a:lnTo>
                <a:lnTo>
                  <a:pt x="20930" y="8472"/>
                </a:lnTo>
                <a:lnTo>
                  <a:pt x="20707" y="11072"/>
                </a:lnTo>
                <a:lnTo>
                  <a:pt x="20482" y="13684"/>
                </a:lnTo>
                <a:lnTo>
                  <a:pt x="20255" y="16309"/>
                </a:lnTo>
                <a:lnTo>
                  <a:pt x="20029" y="18946"/>
                </a:lnTo>
                <a:lnTo>
                  <a:pt x="19800" y="21600"/>
                </a:lnTo>
                <a:lnTo>
                  <a:pt x="18785" y="21149"/>
                </a:lnTo>
                <a:lnTo>
                  <a:pt x="17753" y="20685"/>
                </a:lnTo>
                <a:lnTo>
                  <a:pt x="16474" y="20162"/>
                </a:lnTo>
                <a:lnTo>
                  <a:pt x="15203" y="19677"/>
                </a:lnTo>
                <a:lnTo>
                  <a:pt x="13937" y="19234"/>
                </a:lnTo>
                <a:lnTo>
                  <a:pt x="12677" y="18833"/>
                </a:lnTo>
                <a:lnTo>
                  <a:pt x="11421" y="18478"/>
                </a:lnTo>
                <a:lnTo>
                  <a:pt x="10166" y="18164"/>
                </a:lnTo>
                <a:lnTo>
                  <a:pt x="8912" y="17893"/>
                </a:lnTo>
                <a:lnTo>
                  <a:pt x="7657" y="17675"/>
                </a:lnTo>
                <a:lnTo>
                  <a:pt x="6397" y="17500"/>
                </a:lnTo>
                <a:lnTo>
                  <a:pt x="5134" y="17379"/>
                </a:lnTo>
                <a:lnTo>
                  <a:pt x="3865" y="17308"/>
                </a:lnTo>
                <a:lnTo>
                  <a:pt x="2587" y="17291"/>
                </a:lnTo>
                <a:lnTo>
                  <a:pt x="1300" y="17328"/>
                </a:lnTo>
                <a:lnTo>
                  <a:pt x="0" y="17420"/>
                </a:lnTo>
                <a:lnTo>
                  <a:pt x="1120" y="14829"/>
                </a:lnTo>
                <a:lnTo>
                  <a:pt x="2214" y="12480"/>
                </a:lnTo>
                <a:lnTo>
                  <a:pt x="3292" y="10365"/>
                </a:lnTo>
                <a:lnTo>
                  <a:pt x="4358" y="8476"/>
                </a:lnTo>
                <a:lnTo>
                  <a:pt x="5420" y="6800"/>
                </a:lnTo>
                <a:lnTo>
                  <a:pt x="6484" y="5333"/>
                </a:lnTo>
                <a:lnTo>
                  <a:pt x="7553" y="4063"/>
                </a:lnTo>
                <a:lnTo>
                  <a:pt x="8638" y="2984"/>
                </a:lnTo>
                <a:lnTo>
                  <a:pt x="9742" y="2086"/>
                </a:lnTo>
                <a:lnTo>
                  <a:pt x="10872" y="1358"/>
                </a:lnTo>
                <a:lnTo>
                  <a:pt x="12035" y="794"/>
                </a:lnTo>
                <a:lnTo>
                  <a:pt x="13235" y="389"/>
                </a:lnTo>
                <a:lnTo>
                  <a:pt x="14481" y="125"/>
                </a:lnTo>
                <a:lnTo>
                  <a:pt x="15777" y="0"/>
                </a:lnTo>
                <a:lnTo>
                  <a:pt x="17132" y="4"/>
                </a:lnTo>
                <a:lnTo>
                  <a:pt x="18549" y="130"/>
                </a:lnTo>
                <a:lnTo>
                  <a:pt x="20038" y="364"/>
                </a:lnTo>
                <a:lnTo>
                  <a:pt x="21600" y="702"/>
                </a:lnTo>
                <a:close/>
              </a:path>
            </a:pathLst>
          </a:custGeom>
          <a:solidFill>
            <a:srgbClr val="6B6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8479" name="contour_08477"/>
          <p:cNvSpPr/>
          <p:nvPr/>
        </p:nvSpPr>
        <p:spPr>
          <a:xfrm>
            <a:off x="7502423" y="2879536"/>
            <a:ext cx="72880" cy="36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48" y="1422"/>
                </a:moveTo>
                <a:lnTo>
                  <a:pt x="15047" y="1615"/>
                </a:lnTo>
                <a:lnTo>
                  <a:pt x="16103" y="1959"/>
                </a:lnTo>
                <a:lnTo>
                  <a:pt x="18522" y="2749"/>
                </a:lnTo>
                <a:lnTo>
                  <a:pt x="18976" y="2904"/>
                </a:lnTo>
                <a:lnTo>
                  <a:pt x="19773" y="3188"/>
                </a:lnTo>
                <a:lnTo>
                  <a:pt x="21600" y="3836"/>
                </a:lnTo>
                <a:lnTo>
                  <a:pt x="21246" y="6672"/>
                </a:lnTo>
                <a:lnTo>
                  <a:pt x="20889" y="9511"/>
                </a:lnTo>
                <a:lnTo>
                  <a:pt x="20531" y="12364"/>
                </a:lnTo>
                <a:lnTo>
                  <a:pt x="20170" y="15225"/>
                </a:lnTo>
                <a:lnTo>
                  <a:pt x="19807" y="18112"/>
                </a:lnTo>
                <a:lnTo>
                  <a:pt x="19440" y="21020"/>
                </a:lnTo>
                <a:lnTo>
                  <a:pt x="18371" y="18889"/>
                </a:lnTo>
                <a:lnTo>
                  <a:pt x="17299" y="16758"/>
                </a:lnTo>
                <a:lnTo>
                  <a:pt x="16226" y="14623"/>
                </a:lnTo>
                <a:lnTo>
                  <a:pt x="15146" y="12475"/>
                </a:lnTo>
                <a:lnTo>
                  <a:pt x="14057" y="10310"/>
                </a:lnTo>
                <a:lnTo>
                  <a:pt x="12960" y="8132"/>
                </a:lnTo>
                <a:lnTo>
                  <a:pt x="12738" y="10263"/>
                </a:lnTo>
                <a:lnTo>
                  <a:pt x="12515" y="12407"/>
                </a:lnTo>
                <a:lnTo>
                  <a:pt x="12288" y="14576"/>
                </a:lnTo>
                <a:lnTo>
                  <a:pt x="11796" y="16707"/>
                </a:lnTo>
                <a:lnTo>
                  <a:pt x="11301" y="18851"/>
                </a:lnTo>
                <a:lnTo>
                  <a:pt x="10800" y="21020"/>
                </a:lnTo>
                <a:lnTo>
                  <a:pt x="9130" y="21407"/>
                </a:lnTo>
                <a:lnTo>
                  <a:pt x="7957" y="21600"/>
                </a:lnTo>
                <a:lnTo>
                  <a:pt x="6972" y="21600"/>
                </a:lnTo>
                <a:lnTo>
                  <a:pt x="5864" y="21407"/>
                </a:lnTo>
                <a:lnTo>
                  <a:pt x="4320" y="21020"/>
                </a:lnTo>
                <a:lnTo>
                  <a:pt x="4320" y="18180"/>
                </a:lnTo>
                <a:lnTo>
                  <a:pt x="4320" y="15324"/>
                </a:lnTo>
                <a:lnTo>
                  <a:pt x="4320" y="12428"/>
                </a:lnTo>
                <a:lnTo>
                  <a:pt x="2894" y="12428"/>
                </a:lnTo>
                <a:lnTo>
                  <a:pt x="1458" y="12428"/>
                </a:lnTo>
                <a:lnTo>
                  <a:pt x="0" y="12428"/>
                </a:lnTo>
                <a:lnTo>
                  <a:pt x="0" y="9589"/>
                </a:lnTo>
                <a:lnTo>
                  <a:pt x="0" y="6732"/>
                </a:lnTo>
                <a:lnTo>
                  <a:pt x="0" y="3836"/>
                </a:lnTo>
                <a:lnTo>
                  <a:pt x="1480" y="2470"/>
                </a:lnTo>
                <a:lnTo>
                  <a:pt x="2910" y="1435"/>
                </a:lnTo>
                <a:lnTo>
                  <a:pt x="4307" y="705"/>
                </a:lnTo>
                <a:lnTo>
                  <a:pt x="5687" y="241"/>
                </a:lnTo>
                <a:lnTo>
                  <a:pt x="7065" y="13"/>
                </a:lnTo>
                <a:lnTo>
                  <a:pt x="8456" y="0"/>
                </a:lnTo>
                <a:lnTo>
                  <a:pt x="9876" y="159"/>
                </a:lnTo>
                <a:lnTo>
                  <a:pt x="11336" y="473"/>
                </a:lnTo>
                <a:lnTo>
                  <a:pt x="12854" y="902"/>
                </a:lnTo>
                <a:lnTo>
                  <a:pt x="14448" y="1422"/>
                </a:lnTo>
                <a:close/>
              </a:path>
            </a:pathLst>
          </a:custGeom>
          <a:solidFill>
            <a:srgbClr val="E5E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0" name="contour_08478"/>
          <p:cNvSpPr/>
          <p:nvPr/>
        </p:nvSpPr>
        <p:spPr>
          <a:xfrm>
            <a:off x="1292682" y="2841653"/>
            <a:ext cx="65971" cy="462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0"/>
                </a:moveTo>
                <a:lnTo>
                  <a:pt x="21600" y="2562"/>
                </a:lnTo>
                <a:lnTo>
                  <a:pt x="21600" y="4827"/>
                </a:lnTo>
                <a:lnTo>
                  <a:pt x="21600" y="7123"/>
                </a:lnTo>
                <a:lnTo>
                  <a:pt x="20183" y="7123"/>
                </a:lnTo>
                <a:lnTo>
                  <a:pt x="18760" y="7123"/>
                </a:lnTo>
                <a:lnTo>
                  <a:pt x="17333" y="7123"/>
                </a:lnTo>
                <a:lnTo>
                  <a:pt x="15895" y="7123"/>
                </a:lnTo>
                <a:lnTo>
                  <a:pt x="14441" y="7123"/>
                </a:lnTo>
                <a:lnTo>
                  <a:pt x="14885" y="8741"/>
                </a:lnTo>
                <a:lnTo>
                  <a:pt x="15331" y="10369"/>
                </a:lnTo>
                <a:lnTo>
                  <a:pt x="15782" y="12021"/>
                </a:lnTo>
                <a:lnTo>
                  <a:pt x="16128" y="13779"/>
                </a:lnTo>
                <a:lnTo>
                  <a:pt x="16474" y="15547"/>
                </a:lnTo>
                <a:lnTo>
                  <a:pt x="16828" y="17342"/>
                </a:lnTo>
                <a:lnTo>
                  <a:pt x="15463" y="19117"/>
                </a:lnTo>
                <a:lnTo>
                  <a:pt x="14258" y="20289"/>
                </a:lnTo>
                <a:lnTo>
                  <a:pt x="13081" y="20987"/>
                </a:lnTo>
                <a:lnTo>
                  <a:pt x="11812" y="21348"/>
                </a:lnTo>
                <a:lnTo>
                  <a:pt x="10318" y="21508"/>
                </a:lnTo>
                <a:lnTo>
                  <a:pt x="8476" y="21600"/>
                </a:lnTo>
                <a:lnTo>
                  <a:pt x="6588" y="21535"/>
                </a:lnTo>
                <a:lnTo>
                  <a:pt x="5338" y="21426"/>
                </a:lnTo>
                <a:lnTo>
                  <a:pt x="4166" y="21188"/>
                </a:lnTo>
                <a:lnTo>
                  <a:pt x="2510" y="20748"/>
                </a:lnTo>
                <a:lnTo>
                  <a:pt x="1203" y="18521"/>
                </a:lnTo>
                <a:lnTo>
                  <a:pt x="425" y="16875"/>
                </a:lnTo>
                <a:lnTo>
                  <a:pt x="62" y="15322"/>
                </a:lnTo>
                <a:lnTo>
                  <a:pt x="0" y="13370"/>
                </a:lnTo>
                <a:lnTo>
                  <a:pt x="124" y="10529"/>
                </a:lnTo>
                <a:lnTo>
                  <a:pt x="1494" y="8785"/>
                </a:lnTo>
                <a:lnTo>
                  <a:pt x="2873" y="7208"/>
                </a:lnTo>
                <a:lnTo>
                  <a:pt x="4267" y="5791"/>
                </a:lnTo>
                <a:lnTo>
                  <a:pt x="5677" y="4537"/>
                </a:lnTo>
                <a:lnTo>
                  <a:pt x="7109" y="3440"/>
                </a:lnTo>
                <a:lnTo>
                  <a:pt x="8567" y="2500"/>
                </a:lnTo>
                <a:lnTo>
                  <a:pt x="10051" y="1713"/>
                </a:lnTo>
                <a:lnTo>
                  <a:pt x="11571" y="1076"/>
                </a:lnTo>
                <a:lnTo>
                  <a:pt x="13127" y="589"/>
                </a:lnTo>
                <a:lnTo>
                  <a:pt x="14723" y="252"/>
                </a:lnTo>
                <a:lnTo>
                  <a:pt x="16365" y="55"/>
                </a:lnTo>
                <a:lnTo>
                  <a:pt x="18056" y="0"/>
                </a:lnTo>
                <a:lnTo>
                  <a:pt x="19801" y="89"/>
                </a:lnTo>
                <a:lnTo>
                  <a:pt x="21600" y="310"/>
                </a:lnTo>
                <a:close/>
              </a:path>
            </a:pathLst>
          </a:custGeom>
          <a:solidFill>
            <a:srgbClr val="9A855D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1" name="contour_08479"/>
          <p:cNvSpPr/>
          <p:nvPr/>
        </p:nvSpPr>
        <p:spPr>
          <a:xfrm>
            <a:off x="1628309" y="2849335"/>
            <a:ext cx="87456" cy="44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0"/>
                </a:moveTo>
                <a:lnTo>
                  <a:pt x="21377" y="2302"/>
                </a:lnTo>
                <a:lnTo>
                  <a:pt x="21154" y="4474"/>
                </a:lnTo>
                <a:lnTo>
                  <a:pt x="20930" y="6653"/>
                </a:lnTo>
                <a:lnTo>
                  <a:pt x="20707" y="8835"/>
                </a:lnTo>
                <a:lnTo>
                  <a:pt x="20482" y="11028"/>
                </a:lnTo>
                <a:lnTo>
                  <a:pt x="20255" y="13232"/>
                </a:lnTo>
                <a:lnTo>
                  <a:pt x="20029" y="15446"/>
                </a:lnTo>
                <a:lnTo>
                  <a:pt x="19800" y="17674"/>
                </a:lnTo>
                <a:lnTo>
                  <a:pt x="19354" y="15937"/>
                </a:lnTo>
                <a:lnTo>
                  <a:pt x="18907" y="14189"/>
                </a:lnTo>
                <a:lnTo>
                  <a:pt x="18455" y="12435"/>
                </a:lnTo>
                <a:lnTo>
                  <a:pt x="18000" y="10656"/>
                </a:lnTo>
                <a:lnTo>
                  <a:pt x="17179" y="11800"/>
                </a:lnTo>
                <a:lnTo>
                  <a:pt x="16348" y="12958"/>
                </a:lnTo>
                <a:lnTo>
                  <a:pt x="15165" y="14449"/>
                </a:lnTo>
                <a:lnTo>
                  <a:pt x="14022" y="15789"/>
                </a:lnTo>
                <a:lnTo>
                  <a:pt x="12911" y="16989"/>
                </a:lnTo>
                <a:lnTo>
                  <a:pt x="11822" y="18046"/>
                </a:lnTo>
                <a:lnTo>
                  <a:pt x="10744" y="18958"/>
                </a:lnTo>
                <a:lnTo>
                  <a:pt x="9670" y="19733"/>
                </a:lnTo>
                <a:lnTo>
                  <a:pt x="8588" y="20372"/>
                </a:lnTo>
                <a:lnTo>
                  <a:pt x="7488" y="20877"/>
                </a:lnTo>
                <a:lnTo>
                  <a:pt x="6363" y="21249"/>
                </a:lnTo>
                <a:lnTo>
                  <a:pt x="5200" y="21488"/>
                </a:lnTo>
                <a:lnTo>
                  <a:pt x="3992" y="21600"/>
                </a:lnTo>
                <a:lnTo>
                  <a:pt x="2731" y="21586"/>
                </a:lnTo>
                <a:lnTo>
                  <a:pt x="1402" y="21446"/>
                </a:lnTo>
                <a:lnTo>
                  <a:pt x="0" y="21182"/>
                </a:lnTo>
                <a:lnTo>
                  <a:pt x="751" y="20544"/>
                </a:lnTo>
                <a:lnTo>
                  <a:pt x="1512" y="19895"/>
                </a:lnTo>
                <a:lnTo>
                  <a:pt x="2493" y="19011"/>
                </a:lnTo>
                <a:lnTo>
                  <a:pt x="3488" y="18112"/>
                </a:lnTo>
                <a:lnTo>
                  <a:pt x="4460" y="17256"/>
                </a:lnTo>
                <a:lnTo>
                  <a:pt x="5449" y="16386"/>
                </a:lnTo>
                <a:lnTo>
                  <a:pt x="6521" y="14846"/>
                </a:lnTo>
                <a:lnTo>
                  <a:pt x="7328" y="13270"/>
                </a:lnTo>
                <a:lnTo>
                  <a:pt x="7954" y="11540"/>
                </a:lnTo>
                <a:lnTo>
                  <a:pt x="8483" y="9540"/>
                </a:lnTo>
                <a:lnTo>
                  <a:pt x="9000" y="7147"/>
                </a:lnTo>
                <a:lnTo>
                  <a:pt x="7931" y="6453"/>
                </a:lnTo>
                <a:lnTo>
                  <a:pt x="6858" y="5754"/>
                </a:lnTo>
                <a:lnTo>
                  <a:pt x="5782" y="5056"/>
                </a:lnTo>
                <a:lnTo>
                  <a:pt x="4696" y="4351"/>
                </a:lnTo>
                <a:lnTo>
                  <a:pt x="3600" y="3639"/>
                </a:lnTo>
                <a:lnTo>
                  <a:pt x="4810" y="2954"/>
                </a:lnTo>
                <a:lnTo>
                  <a:pt x="6008" y="2354"/>
                </a:lnTo>
                <a:lnTo>
                  <a:pt x="7198" y="1835"/>
                </a:lnTo>
                <a:lnTo>
                  <a:pt x="8383" y="1396"/>
                </a:lnTo>
                <a:lnTo>
                  <a:pt x="9562" y="1025"/>
                </a:lnTo>
                <a:lnTo>
                  <a:pt x="10737" y="719"/>
                </a:lnTo>
                <a:lnTo>
                  <a:pt x="11914" y="477"/>
                </a:lnTo>
                <a:lnTo>
                  <a:pt x="13093" y="288"/>
                </a:lnTo>
                <a:lnTo>
                  <a:pt x="14278" y="154"/>
                </a:lnTo>
                <a:lnTo>
                  <a:pt x="15467" y="63"/>
                </a:lnTo>
                <a:lnTo>
                  <a:pt x="16666" y="14"/>
                </a:lnTo>
                <a:lnTo>
                  <a:pt x="17878" y="0"/>
                </a:lnTo>
                <a:lnTo>
                  <a:pt x="19102" y="21"/>
                </a:lnTo>
                <a:lnTo>
                  <a:pt x="20342" y="63"/>
                </a:lnTo>
                <a:lnTo>
                  <a:pt x="21600" y="130"/>
                </a:lnTo>
                <a:close/>
              </a:path>
            </a:pathLst>
          </a:custGeom>
          <a:solidFill>
            <a:srgbClr val="535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2" name="contour_08480"/>
          <p:cNvSpPr/>
          <p:nvPr/>
        </p:nvSpPr>
        <p:spPr>
          <a:xfrm>
            <a:off x="6735974" y="2791301"/>
            <a:ext cx="5952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31" y="0"/>
                </a:moveTo>
                <a:lnTo>
                  <a:pt x="6387" y="891"/>
                </a:lnTo>
                <a:lnTo>
                  <a:pt x="7046" y="1791"/>
                </a:lnTo>
                <a:lnTo>
                  <a:pt x="7715" y="2700"/>
                </a:lnTo>
                <a:lnTo>
                  <a:pt x="8924" y="3931"/>
                </a:lnTo>
                <a:lnTo>
                  <a:pt x="10217" y="4990"/>
                </a:lnTo>
                <a:lnTo>
                  <a:pt x="11592" y="5903"/>
                </a:lnTo>
                <a:lnTo>
                  <a:pt x="13049" y="6696"/>
                </a:lnTo>
                <a:lnTo>
                  <a:pt x="14589" y="7397"/>
                </a:lnTo>
                <a:lnTo>
                  <a:pt x="16215" y="8031"/>
                </a:lnTo>
                <a:lnTo>
                  <a:pt x="17924" y="8630"/>
                </a:lnTo>
                <a:lnTo>
                  <a:pt x="19720" y="9215"/>
                </a:lnTo>
                <a:lnTo>
                  <a:pt x="21600" y="9818"/>
                </a:lnTo>
                <a:lnTo>
                  <a:pt x="19854" y="10034"/>
                </a:lnTo>
                <a:lnTo>
                  <a:pt x="18106" y="10250"/>
                </a:lnTo>
                <a:lnTo>
                  <a:pt x="16358" y="10466"/>
                </a:lnTo>
                <a:lnTo>
                  <a:pt x="14605" y="10684"/>
                </a:lnTo>
                <a:lnTo>
                  <a:pt x="12846" y="10902"/>
                </a:lnTo>
                <a:lnTo>
                  <a:pt x="11079" y="11120"/>
                </a:lnTo>
                <a:lnTo>
                  <a:pt x="9307" y="11340"/>
                </a:lnTo>
                <a:lnTo>
                  <a:pt x="7524" y="11560"/>
                </a:lnTo>
                <a:lnTo>
                  <a:pt x="5731" y="11782"/>
                </a:lnTo>
                <a:lnTo>
                  <a:pt x="5731" y="13170"/>
                </a:lnTo>
                <a:lnTo>
                  <a:pt x="5731" y="14560"/>
                </a:lnTo>
                <a:lnTo>
                  <a:pt x="5731" y="15955"/>
                </a:lnTo>
                <a:lnTo>
                  <a:pt x="5731" y="17355"/>
                </a:lnTo>
                <a:lnTo>
                  <a:pt x="5731" y="18761"/>
                </a:lnTo>
                <a:lnTo>
                  <a:pt x="5731" y="20174"/>
                </a:lnTo>
                <a:lnTo>
                  <a:pt x="5731" y="21600"/>
                </a:lnTo>
                <a:lnTo>
                  <a:pt x="4173" y="20685"/>
                </a:lnTo>
                <a:lnTo>
                  <a:pt x="3102" y="19970"/>
                </a:lnTo>
                <a:lnTo>
                  <a:pt x="2023" y="19089"/>
                </a:lnTo>
                <a:lnTo>
                  <a:pt x="442" y="17673"/>
                </a:lnTo>
                <a:lnTo>
                  <a:pt x="225" y="16227"/>
                </a:lnTo>
                <a:lnTo>
                  <a:pt x="85" y="15147"/>
                </a:lnTo>
                <a:lnTo>
                  <a:pt x="13" y="14240"/>
                </a:lnTo>
                <a:lnTo>
                  <a:pt x="0" y="13304"/>
                </a:lnTo>
                <a:lnTo>
                  <a:pt x="34" y="12141"/>
                </a:lnTo>
                <a:lnTo>
                  <a:pt x="111" y="10555"/>
                </a:lnTo>
                <a:lnTo>
                  <a:pt x="159" y="9314"/>
                </a:lnTo>
                <a:lnTo>
                  <a:pt x="206" y="8063"/>
                </a:lnTo>
                <a:lnTo>
                  <a:pt x="257" y="6796"/>
                </a:lnTo>
                <a:lnTo>
                  <a:pt x="317" y="5848"/>
                </a:lnTo>
                <a:lnTo>
                  <a:pt x="378" y="4895"/>
                </a:lnTo>
                <a:lnTo>
                  <a:pt x="442" y="3927"/>
                </a:lnTo>
                <a:lnTo>
                  <a:pt x="2190" y="3927"/>
                </a:lnTo>
                <a:lnTo>
                  <a:pt x="3949" y="3927"/>
                </a:lnTo>
                <a:lnTo>
                  <a:pt x="5731" y="3927"/>
                </a:lnTo>
                <a:lnTo>
                  <a:pt x="5731" y="2629"/>
                </a:lnTo>
                <a:lnTo>
                  <a:pt x="5731" y="1323"/>
                </a:lnTo>
                <a:lnTo>
                  <a:pt x="5731" y="0"/>
                </a:lnTo>
                <a:close/>
              </a:path>
            </a:pathLst>
          </a:custGeom>
          <a:solidFill>
            <a:srgbClr val="BBCAD3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3" name="contour_08481"/>
          <p:cNvSpPr/>
          <p:nvPr/>
        </p:nvSpPr>
        <p:spPr>
          <a:xfrm>
            <a:off x="1118149" y="2798589"/>
            <a:ext cx="94744" cy="415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76" y="265"/>
                </a:lnTo>
                <a:lnTo>
                  <a:pt x="2315" y="610"/>
                </a:lnTo>
                <a:lnTo>
                  <a:pt x="3424" y="1080"/>
                </a:lnTo>
                <a:lnTo>
                  <a:pt x="4511" y="1732"/>
                </a:lnTo>
                <a:lnTo>
                  <a:pt x="5581" y="2619"/>
                </a:lnTo>
                <a:lnTo>
                  <a:pt x="6646" y="3789"/>
                </a:lnTo>
                <a:lnTo>
                  <a:pt x="6900" y="6419"/>
                </a:lnTo>
                <a:lnTo>
                  <a:pt x="7015" y="8879"/>
                </a:lnTo>
                <a:lnTo>
                  <a:pt x="7020" y="11262"/>
                </a:lnTo>
                <a:lnTo>
                  <a:pt x="6940" y="13669"/>
                </a:lnTo>
                <a:lnTo>
                  <a:pt x="6806" y="16200"/>
                </a:lnTo>
                <a:lnTo>
                  <a:pt x="6646" y="18947"/>
                </a:lnTo>
                <a:lnTo>
                  <a:pt x="7575" y="18356"/>
                </a:lnTo>
                <a:lnTo>
                  <a:pt x="8230" y="17765"/>
                </a:lnTo>
                <a:lnTo>
                  <a:pt x="8924" y="16818"/>
                </a:lnTo>
                <a:lnTo>
                  <a:pt x="9969" y="15158"/>
                </a:lnTo>
                <a:lnTo>
                  <a:pt x="10258" y="12778"/>
                </a:lnTo>
                <a:lnTo>
                  <a:pt x="10504" y="10406"/>
                </a:lnTo>
                <a:lnTo>
                  <a:pt x="10715" y="8030"/>
                </a:lnTo>
                <a:lnTo>
                  <a:pt x="10898" y="5627"/>
                </a:lnTo>
                <a:lnTo>
                  <a:pt x="11059" y="3183"/>
                </a:lnTo>
                <a:lnTo>
                  <a:pt x="11202" y="2391"/>
                </a:lnTo>
                <a:lnTo>
                  <a:pt x="11631" y="0"/>
                </a:lnTo>
                <a:lnTo>
                  <a:pt x="12729" y="0"/>
                </a:lnTo>
                <a:lnTo>
                  <a:pt x="13834" y="0"/>
                </a:lnTo>
                <a:lnTo>
                  <a:pt x="14954" y="0"/>
                </a:lnTo>
                <a:lnTo>
                  <a:pt x="14816" y="1800"/>
                </a:lnTo>
                <a:lnTo>
                  <a:pt x="14678" y="3611"/>
                </a:lnTo>
                <a:lnTo>
                  <a:pt x="14538" y="5449"/>
                </a:lnTo>
                <a:lnTo>
                  <a:pt x="14600" y="6317"/>
                </a:lnTo>
                <a:lnTo>
                  <a:pt x="14706" y="7852"/>
                </a:lnTo>
                <a:lnTo>
                  <a:pt x="14954" y="11368"/>
                </a:lnTo>
                <a:lnTo>
                  <a:pt x="16027" y="12403"/>
                </a:lnTo>
                <a:lnTo>
                  <a:pt x="17109" y="13221"/>
                </a:lnTo>
                <a:lnTo>
                  <a:pt x="18204" y="13869"/>
                </a:lnTo>
                <a:lnTo>
                  <a:pt x="19315" y="14381"/>
                </a:lnTo>
                <a:lnTo>
                  <a:pt x="20445" y="14798"/>
                </a:lnTo>
                <a:lnTo>
                  <a:pt x="21600" y="15158"/>
                </a:lnTo>
                <a:lnTo>
                  <a:pt x="20351" y="16340"/>
                </a:lnTo>
                <a:lnTo>
                  <a:pt x="19138" y="17405"/>
                </a:lnTo>
                <a:lnTo>
                  <a:pt x="17956" y="18349"/>
                </a:lnTo>
                <a:lnTo>
                  <a:pt x="16801" y="19175"/>
                </a:lnTo>
                <a:lnTo>
                  <a:pt x="15667" y="19880"/>
                </a:lnTo>
                <a:lnTo>
                  <a:pt x="14547" y="20463"/>
                </a:lnTo>
                <a:lnTo>
                  <a:pt x="13437" y="20925"/>
                </a:lnTo>
                <a:lnTo>
                  <a:pt x="12332" y="21270"/>
                </a:lnTo>
                <a:lnTo>
                  <a:pt x="11225" y="21494"/>
                </a:lnTo>
                <a:lnTo>
                  <a:pt x="10112" y="21600"/>
                </a:lnTo>
                <a:lnTo>
                  <a:pt x="8986" y="21581"/>
                </a:lnTo>
                <a:lnTo>
                  <a:pt x="7841" y="21445"/>
                </a:lnTo>
                <a:lnTo>
                  <a:pt x="6674" y="21187"/>
                </a:lnTo>
                <a:lnTo>
                  <a:pt x="5478" y="20808"/>
                </a:lnTo>
                <a:lnTo>
                  <a:pt x="4247" y="20308"/>
                </a:lnTo>
                <a:lnTo>
                  <a:pt x="2977" y="19690"/>
                </a:lnTo>
                <a:lnTo>
                  <a:pt x="1662" y="18947"/>
                </a:lnTo>
                <a:lnTo>
                  <a:pt x="2486" y="18243"/>
                </a:lnTo>
                <a:lnTo>
                  <a:pt x="3323" y="17526"/>
                </a:lnTo>
                <a:lnTo>
                  <a:pt x="3737" y="16939"/>
                </a:lnTo>
                <a:lnTo>
                  <a:pt x="4985" y="15158"/>
                </a:lnTo>
                <a:lnTo>
                  <a:pt x="4985" y="12653"/>
                </a:lnTo>
                <a:lnTo>
                  <a:pt x="4985" y="10133"/>
                </a:lnTo>
                <a:lnTo>
                  <a:pt x="4985" y="7579"/>
                </a:lnTo>
                <a:lnTo>
                  <a:pt x="3998" y="7579"/>
                </a:lnTo>
                <a:lnTo>
                  <a:pt x="3007" y="7579"/>
                </a:lnTo>
                <a:lnTo>
                  <a:pt x="2014" y="7579"/>
                </a:lnTo>
                <a:lnTo>
                  <a:pt x="1012" y="7579"/>
                </a:lnTo>
                <a:lnTo>
                  <a:pt x="0" y="7579"/>
                </a:lnTo>
                <a:lnTo>
                  <a:pt x="0" y="5074"/>
                </a:lnTo>
                <a:lnTo>
                  <a:pt x="0" y="2554"/>
                </a:lnTo>
                <a:lnTo>
                  <a:pt x="0" y="0"/>
                </a:lnTo>
                <a:close/>
              </a:path>
            </a:pathLst>
          </a:custGeom>
          <a:solidFill>
            <a:srgbClr val="B7A378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4" name="contour_08482"/>
          <p:cNvSpPr/>
          <p:nvPr/>
        </p:nvSpPr>
        <p:spPr>
          <a:xfrm>
            <a:off x="7844244" y="2788910"/>
            <a:ext cx="73594" cy="535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92" y="0"/>
                </a:moveTo>
                <a:lnTo>
                  <a:pt x="6272" y="44"/>
                </a:lnTo>
                <a:lnTo>
                  <a:pt x="7632" y="129"/>
                </a:lnTo>
                <a:lnTo>
                  <a:pt x="8984" y="265"/>
                </a:lnTo>
                <a:lnTo>
                  <a:pt x="10332" y="447"/>
                </a:lnTo>
                <a:lnTo>
                  <a:pt x="11681" y="679"/>
                </a:lnTo>
                <a:lnTo>
                  <a:pt x="13044" y="965"/>
                </a:lnTo>
                <a:lnTo>
                  <a:pt x="13044" y="2909"/>
                </a:lnTo>
                <a:lnTo>
                  <a:pt x="13044" y="4865"/>
                </a:lnTo>
                <a:lnTo>
                  <a:pt x="13044" y="6847"/>
                </a:lnTo>
                <a:lnTo>
                  <a:pt x="11634" y="6847"/>
                </a:lnTo>
                <a:lnTo>
                  <a:pt x="10218" y="6847"/>
                </a:lnTo>
                <a:lnTo>
                  <a:pt x="8800" y="6847"/>
                </a:lnTo>
                <a:lnTo>
                  <a:pt x="7373" y="6847"/>
                </a:lnTo>
                <a:lnTo>
                  <a:pt x="5936" y="6847"/>
                </a:lnTo>
                <a:lnTo>
                  <a:pt x="4488" y="6847"/>
                </a:lnTo>
                <a:lnTo>
                  <a:pt x="4488" y="8791"/>
                </a:lnTo>
                <a:lnTo>
                  <a:pt x="4488" y="10747"/>
                </a:lnTo>
                <a:lnTo>
                  <a:pt x="4488" y="12729"/>
                </a:lnTo>
                <a:lnTo>
                  <a:pt x="5902" y="12485"/>
                </a:lnTo>
                <a:lnTo>
                  <a:pt x="7313" y="12244"/>
                </a:lnTo>
                <a:lnTo>
                  <a:pt x="8727" y="12000"/>
                </a:lnTo>
                <a:lnTo>
                  <a:pt x="10143" y="11759"/>
                </a:lnTo>
                <a:lnTo>
                  <a:pt x="11561" y="11515"/>
                </a:lnTo>
                <a:lnTo>
                  <a:pt x="12982" y="11271"/>
                </a:lnTo>
                <a:lnTo>
                  <a:pt x="14406" y="11024"/>
                </a:lnTo>
                <a:lnTo>
                  <a:pt x="15833" y="10779"/>
                </a:lnTo>
                <a:lnTo>
                  <a:pt x="17266" y="10532"/>
                </a:lnTo>
                <a:lnTo>
                  <a:pt x="18706" y="10285"/>
                </a:lnTo>
                <a:lnTo>
                  <a:pt x="20150" y="10038"/>
                </a:lnTo>
                <a:lnTo>
                  <a:pt x="21600" y="9788"/>
                </a:lnTo>
                <a:lnTo>
                  <a:pt x="20280" y="12932"/>
                </a:lnTo>
                <a:lnTo>
                  <a:pt x="19279" y="15247"/>
                </a:lnTo>
                <a:lnTo>
                  <a:pt x="18490" y="16938"/>
                </a:lnTo>
                <a:lnTo>
                  <a:pt x="17799" y="18206"/>
                </a:lnTo>
                <a:lnTo>
                  <a:pt x="17091" y="19262"/>
                </a:lnTo>
                <a:lnTo>
                  <a:pt x="16257" y="20309"/>
                </a:lnTo>
                <a:lnTo>
                  <a:pt x="15183" y="21553"/>
                </a:lnTo>
                <a:lnTo>
                  <a:pt x="13760" y="21600"/>
                </a:lnTo>
                <a:lnTo>
                  <a:pt x="12385" y="21503"/>
                </a:lnTo>
                <a:lnTo>
                  <a:pt x="11046" y="21274"/>
                </a:lnTo>
                <a:lnTo>
                  <a:pt x="9733" y="20924"/>
                </a:lnTo>
                <a:lnTo>
                  <a:pt x="8432" y="20471"/>
                </a:lnTo>
                <a:lnTo>
                  <a:pt x="7132" y="19924"/>
                </a:lnTo>
                <a:lnTo>
                  <a:pt x="5822" y="19300"/>
                </a:lnTo>
                <a:lnTo>
                  <a:pt x="4488" y="18612"/>
                </a:lnTo>
                <a:lnTo>
                  <a:pt x="3262" y="18041"/>
                </a:lnTo>
                <a:lnTo>
                  <a:pt x="2015" y="17465"/>
                </a:lnTo>
                <a:lnTo>
                  <a:pt x="1121" y="16574"/>
                </a:lnTo>
                <a:lnTo>
                  <a:pt x="210" y="15671"/>
                </a:lnTo>
                <a:lnTo>
                  <a:pt x="56" y="13547"/>
                </a:lnTo>
                <a:lnTo>
                  <a:pt x="0" y="11385"/>
                </a:lnTo>
                <a:lnTo>
                  <a:pt x="71" y="9241"/>
                </a:lnTo>
                <a:lnTo>
                  <a:pt x="302" y="7176"/>
                </a:lnTo>
                <a:lnTo>
                  <a:pt x="721" y="5244"/>
                </a:lnTo>
                <a:lnTo>
                  <a:pt x="1358" y="3503"/>
                </a:lnTo>
                <a:lnTo>
                  <a:pt x="2246" y="2012"/>
                </a:lnTo>
                <a:lnTo>
                  <a:pt x="3414" y="824"/>
                </a:lnTo>
                <a:lnTo>
                  <a:pt x="4892" y="0"/>
                </a:lnTo>
                <a:close/>
              </a:path>
            </a:pathLst>
          </a:custGeom>
          <a:solidFill>
            <a:srgbClr val="D2C8AD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5" name="contour_08483"/>
          <p:cNvSpPr/>
          <p:nvPr/>
        </p:nvSpPr>
        <p:spPr>
          <a:xfrm>
            <a:off x="8187501" y="2784013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588" y="1786"/>
                </a:lnTo>
                <a:lnTo>
                  <a:pt x="4860" y="3600"/>
                </a:lnTo>
                <a:lnTo>
                  <a:pt x="5664" y="5386"/>
                </a:lnTo>
                <a:lnTo>
                  <a:pt x="6480" y="7200"/>
                </a:lnTo>
                <a:lnTo>
                  <a:pt x="7940" y="7463"/>
                </a:lnTo>
                <a:lnTo>
                  <a:pt x="9368" y="7578"/>
                </a:lnTo>
                <a:lnTo>
                  <a:pt x="10783" y="7578"/>
                </a:lnTo>
                <a:lnTo>
                  <a:pt x="12200" y="7495"/>
                </a:lnTo>
                <a:lnTo>
                  <a:pt x="13638" y="7362"/>
                </a:lnTo>
                <a:lnTo>
                  <a:pt x="15120" y="7200"/>
                </a:lnTo>
                <a:lnTo>
                  <a:pt x="15120" y="4820"/>
                </a:lnTo>
                <a:lnTo>
                  <a:pt x="15120" y="2426"/>
                </a:lnTo>
                <a:lnTo>
                  <a:pt x="15120" y="0"/>
                </a:lnTo>
                <a:lnTo>
                  <a:pt x="16189" y="893"/>
                </a:lnTo>
                <a:lnTo>
                  <a:pt x="17265" y="1786"/>
                </a:lnTo>
                <a:lnTo>
                  <a:pt x="18345" y="2689"/>
                </a:lnTo>
                <a:lnTo>
                  <a:pt x="19440" y="3600"/>
                </a:lnTo>
                <a:lnTo>
                  <a:pt x="18904" y="5382"/>
                </a:lnTo>
                <a:lnTo>
                  <a:pt x="18369" y="7175"/>
                </a:lnTo>
                <a:lnTo>
                  <a:pt x="17826" y="8975"/>
                </a:lnTo>
                <a:lnTo>
                  <a:pt x="17280" y="10800"/>
                </a:lnTo>
                <a:lnTo>
                  <a:pt x="18349" y="11693"/>
                </a:lnTo>
                <a:lnTo>
                  <a:pt x="19425" y="12586"/>
                </a:lnTo>
                <a:lnTo>
                  <a:pt x="20505" y="13489"/>
                </a:lnTo>
                <a:lnTo>
                  <a:pt x="21600" y="14400"/>
                </a:lnTo>
                <a:lnTo>
                  <a:pt x="20172" y="14400"/>
                </a:lnTo>
                <a:lnTo>
                  <a:pt x="18736" y="14400"/>
                </a:lnTo>
                <a:lnTo>
                  <a:pt x="17280" y="14400"/>
                </a:lnTo>
                <a:lnTo>
                  <a:pt x="17280" y="16780"/>
                </a:lnTo>
                <a:lnTo>
                  <a:pt x="17280" y="19174"/>
                </a:lnTo>
                <a:lnTo>
                  <a:pt x="17280" y="21600"/>
                </a:lnTo>
                <a:lnTo>
                  <a:pt x="15854" y="21600"/>
                </a:lnTo>
                <a:lnTo>
                  <a:pt x="14427" y="21600"/>
                </a:lnTo>
                <a:lnTo>
                  <a:pt x="12992" y="21600"/>
                </a:lnTo>
                <a:lnTo>
                  <a:pt x="11552" y="21600"/>
                </a:lnTo>
                <a:lnTo>
                  <a:pt x="10102" y="21600"/>
                </a:lnTo>
                <a:lnTo>
                  <a:pt x="8640" y="21600"/>
                </a:lnTo>
                <a:lnTo>
                  <a:pt x="8640" y="19220"/>
                </a:lnTo>
                <a:lnTo>
                  <a:pt x="8640" y="16826"/>
                </a:lnTo>
                <a:lnTo>
                  <a:pt x="8640" y="14400"/>
                </a:lnTo>
                <a:lnTo>
                  <a:pt x="7214" y="14994"/>
                </a:lnTo>
                <a:lnTo>
                  <a:pt x="5787" y="15588"/>
                </a:lnTo>
                <a:lnTo>
                  <a:pt x="4352" y="16186"/>
                </a:lnTo>
                <a:lnTo>
                  <a:pt x="2912" y="16787"/>
                </a:lnTo>
                <a:lnTo>
                  <a:pt x="1462" y="17392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1428" y="10800"/>
                </a:lnTo>
                <a:lnTo>
                  <a:pt x="2864" y="10800"/>
                </a:lnTo>
                <a:lnTo>
                  <a:pt x="4320" y="10800"/>
                </a:lnTo>
                <a:lnTo>
                  <a:pt x="4320" y="8662"/>
                </a:lnTo>
                <a:lnTo>
                  <a:pt x="4320" y="6516"/>
                </a:lnTo>
                <a:lnTo>
                  <a:pt x="4320" y="4363"/>
                </a:lnTo>
                <a:lnTo>
                  <a:pt x="4320" y="2192"/>
                </a:lnTo>
                <a:lnTo>
                  <a:pt x="4320" y="0"/>
                </a:lnTo>
                <a:close/>
              </a:path>
            </a:pathLst>
          </a:custGeom>
          <a:solidFill>
            <a:srgbClr val="E5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6" name="contour_08484"/>
          <p:cNvSpPr/>
          <p:nvPr/>
        </p:nvSpPr>
        <p:spPr>
          <a:xfrm>
            <a:off x="1045269" y="2754861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9" y="0"/>
                </a:lnTo>
                <a:lnTo>
                  <a:pt x="3820" y="0"/>
                </a:lnTo>
                <a:lnTo>
                  <a:pt x="5738" y="0"/>
                </a:lnTo>
                <a:lnTo>
                  <a:pt x="7663" y="0"/>
                </a:lnTo>
                <a:lnTo>
                  <a:pt x="9596" y="0"/>
                </a:lnTo>
                <a:lnTo>
                  <a:pt x="11540" y="0"/>
                </a:lnTo>
                <a:lnTo>
                  <a:pt x="13500" y="0"/>
                </a:lnTo>
                <a:lnTo>
                  <a:pt x="13500" y="2138"/>
                </a:lnTo>
                <a:lnTo>
                  <a:pt x="13500" y="4284"/>
                </a:lnTo>
                <a:lnTo>
                  <a:pt x="13500" y="6437"/>
                </a:lnTo>
                <a:lnTo>
                  <a:pt x="13500" y="8608"/>
                </a:lnTo>
                <a:lnTo>
                  <a:pt x="13500" y="10800"/>
                </a:lnTo>
                <a:lnTo>
                  <a:pt x="15104" y="10800"/>
                </a:lnTo>
                <a:lnTo>
                  <a:pt x="16713" y="10800"/>
                </a:lnTo>
                <a:lnTo>
                  <a:pt x="18328" y="10800"/>
                </a:lnTo>
                <a:lnTo>
                  <a:pt x="19956" y="10800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535" y="19462"/>
                </a:lnTo>
                <a:lnTo>
                  <a:pt x="1072" y="17316"/>
                </a:lnTo>
                <a:lnTo>
                  <a:pt x="1609" y="15163"/>
                </a:lnTo>
                <a:lnTo>
                  <a:pt x="2152" y="12992"/>
                </a:lnTo>
                <a:lnTo>
                  <a:pt x="2700" y="10800"/>
                </a:lnTo>
                <a:lnTo>
                  <a:pt x="4790" y="10476"/>
                </a:lnTo>
                <a:lnTo>
                  <a:pt x="6256" y="10314"/>
                </a:lnTo>
                <a:lnTo>
                  <a:pt x="7487" y="10314"/>
                </a:lnTo>
                <a:lnTo>
                  <a:pt x="8872" y="10476"/>
                </a:lnTo>
                <a:lnTo>
                  <a:pt x="10800" y="10800"/>
                </a:lnTo>
                <a:lnTo>
                  <a:pt x="10800" y="8420"/>
                </a:lnTo>
                <a:lnTo>
                  <a:pt x="10800" y="6026"/>
                </a:lnTo>
                <a:lnTo>
                  <a:pt x="10800" y="3600"/>
                </a:lnTo>
                <a:lnTo>
                  <a:pt x="9026" y="2524"/>
                </a:lnTo>
                <a:lnTo>
                  <a:pt x="7625" y="1940"/>
                </a:lnTo>
                <a:lnTo>
                  <a:pt x="5400" y="1350"/>
                </a:lnTo>
                <a:lnTo>
                  <a:pt x="3615" y="904"/>
                </a:lnTo>
                <a:lnTo>
                  <a:pt x="1820" y="454"/>
                </a:lnTo>
                <a:lnTo>
                  <a:pt x="0" y="0"/>
                </a:lnTo>
                <a:close/>
              </a:path>
            </a:pathLst>
          </a:custGeom>
          <a:solidFill>
            <a:srgbClr val="85827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7" name="contour_08485"/>
          <p:cNvSpPr/>
          <p:nvPr/>
        </p:nvSpPr>
        <p:spPr>
          <a:xfrm>
            <a:off x="7334806" y="2732997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839" y="0"/>
                </a:lnTo>
                <a:lnTo>
                  <a:pt x="16200" y="0"/>
                </a:lnTo>
                <a:lnTo>
                  <a:pt x="16789" y="1123"/>
                </a:lnTo>
                <a:lnTo>
                  <a:pt x="17164" y="2041"/>
                </a:lnTo>
                <a:lnTo>
                  <a:pt x="17644" y="3544"/>
                </a:lnTo>
                <a:lnTo>
                  <a:pt x="17998" y="4642"/>
                </a:lnTo>
                <a:lnTo>
                  <a:pt x="18357" y="5758"/>
                </a:lnTo>
                <a:lnTo>
                  <a:pt x="18711" y="6921"/>
                </a:lnTo>
                <a:lnTo>
                  <a:pt x="19067" y="8100"/>
                </a:lnTo>
                <a:lnTo>
                  <a:pt x="19437" y="9263"/>
                </a:lnTo>
                <a:lnTo>
                  <a:pt x="19813" y="10442"/>
                </a:lnTo>
                <a:lnTo>
                  <a:pt x="20174" y="11592"/>
                </a:lnTo>
                <a:lnTo>
                  <a:pt x="20536" y="12744"/>
                </a:lnTo>
                <a:lnTo>
                  <a:pt x="20893" y="13896"/>
                </a:lnTo>
                <a:lnTo>
                  <a:pt x="21246" y="15048"/>
                </a:lnTo>
                <a:lnTo>
                  <a:pt x="21600" y="16200"/>
                </a:lnTo>
                <a:lnTo>
                  <a:pt x="20328" y="16457"/>
                </a:lnTo>
                <a:lnTo>
                  <a:pt x="19048" y="16717"/>
                </a:lnTo>
                <a:lnTo>
                  <a:pt x="17750" y="16981"/>
                </a:lnTo>
                <a:lnTo>
                  <a:pt x="15957" y="17453"/>
                </a:lnTo>
                <a:lnTo>
                  <a:pt x="14407" y="17953"/>
                </a:lnTo>
                <a:lnTo>
                  <a:pt x="13036" y="18502"/>
                </a:lnTo>
                <a:lnTo>
                  <a:pt x="11780" y="19121"/>
                </a:lnTo>
                <a:lnTo>
                  <a:pt x="10579" y="19831"/>
                </a:lnTo>
                <a:lnTo>
                  <a:pt x="9374" y="20650"/>
                </a:lnTo>
                <a:lnTo>
                  <a:pt x="8100" y="21600"/>
                </a:lnTo>
                <a:lnTo>
                  <a:pt x="7900" y="20655"/>
                </a:lnTo>
                <a:lnTo>
                  <a:pt x="7700" y="19694"/>
                </a:lnTo>
                <a:lnTo>
                  <a:pt x="7395" y="18463"/>
                </a:lnTo>
                <a:lnTo>
                  <a:pt x="7088" y="17212"/>
                </a:lnTo>
                <a:lnTo>
                  <a:pt x="6804" y="15988"/>
                </a:lnTo>
                <a:lnTo>
                  <a:pt x="6518" y="14744"/>
                </a:lnTo>
                <a:lnTo>
                  <a:pt x="5929" y="13684"/>
                </a:lnTo>
                <a:lnTo>
                  <a:pt x="5295" y="12947"/>
                </a:lnTo>
                <a:lnTo>
                  <a:pt x="4304" y="12348"/>
                </a:lnTo>
                <a:lnTo>
                  <a:pt x="2643" y="11696"/>
                </a:lnTo>
                <a:lnTo>
                  <a:pt x="0" y="10800"/>
                </a:lnTo>
                <a:lnTo>
                  <a:pt x="1909" y="10800"/>
                </a:lnTo>
                <a:lnTo>
                  <a:pt x="3820" y="10800"/>
                </a:lnTo>
                <a:lnTo>
                  <a:pt x="5738" y="10800"/>
                </a:lnTo>
                <a:lnTo>
                  <a:pt x="7663" y="10800"/>
                </a:lnTo>
                <a:lnTo>
                  <a:pt x="9596" y="10800"/>
                </a:lnTo>
                <a:lnTo>
                  <a:pt x="11540" y="10800"/>
                </a:lnTo>
                <a:lnTo>
                  <a:pt x="13500" y="10800"/>
                </a:lnTo>
                <a:lnTo>
                  <a:pt x="13500" y="9612"/>
                </a:lnTo>
                <a:lnTo>
                  <a:pt x="13500" y="8422"/>
                </a:lnTo>
                <a:lnTo>
                  <a:pt x="13500" y="7232"/>
                </a:lnTo>
                <a:lnTo>
                  <a:pt x="13500" y="6039"/>
                </a:lnTo>
                <a:lnTo>
                  <a:pt x="13500" y="4842"/>
                </a:lnTo>
                <a:lnTo>
                  <a:pt x="13500" y="3640"/>
                </a:lnTo>
                <a:lnTo>
                  <a:pt x="13500" y="2434"/>
                </a:lnTo>
                <a:lnTo>
                  <a:pt x="13500" y="1220"/>
                </a:lnTo>
                <a:lnTo>
                  <a:pt x="13500" y="0"/>
                </a:lnTo>
                <a:close/>
              </a:path>
            </a:pathLst>
          </a:custGeom>
          <a:solidFill>
            <a:srgbClr val="D0DEEA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8" name="contour_08486"/>
          <p:cNvSpPr/>
          <p:nvPr/>
        </p:nvSpPr>
        <p:spPr>
          <a:xfrm>
            <a:off x="2274834" y="2762149"/>
            <a:ext cx="6106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12" y="0"/>
                </a:moveTo>
                <a:lnTo>
                  <a:pt x="17744" y="589"/>
                </a:lnTo>
                <a:lnTo>
                  <a:pt x="18790" y="1108"/>
                </a:lnTo>
                <a:lnTo>
                  <a:pt x="19837" y="1842"/>
                </a:lnTo>
                <a:lnTo>
                  <a:pt x="21368" y="3086"/>
                </a:lnTo>
                <a:lnTo>
                  <a:pt x="21523" y="5474"/>
                </a:lnTo>
                <a:lnTo>
                  <a:pt x="21600" y="7150"/>
                </a:lnTo>
                <a:lnTo>
                  <a:pt x="21600" y="8557"/>
                </a:lnTo>
                <a:lnTo>
                  <a:pt x="21523" y="10140"/>
                </a:lnTo>
                <a:lnTo>
                  <a:pt x="21368" y="12343"/>
                </a:lnTo>
                <a:lnTo>
                  <a:pt x="19664" y="12343"/>
                </a:lnTo>
                <a:lnTo>
                  <a:pt x="17950" y="12343"/>
                </a:lnTo>
                <a:lnTo>
                  <a:pt x="16212" y="12343"/>
                </a:lnTo>
                <a:lnTo>
                  <a:pt x="15418" y="14639"/>
                </a:lnTo>
                <a:lnTo>
                  <a:pt x="14887" y="16268"/>
                </a:lnTo>
                <a:lnTo>
                  <a:pt x="14495" y="17675"/>
                </a:lnTo>
                <a:lnTo>
                  <a:pt x="14119" y="19304"/>
                </a:lnTo>
                <a:lnTo>
                  <a:pt x="13634" y="21600"/>
                </a:lnTo>
                <a:lnTo>
                  <a:pt x="11951" y="21446"/>
                </a:lnTo>
                <a:lnTo>
                  <a:pt x="10299" y="21264"/>
                </a:lnTo>
                <a:lnTo>
                  <a:pt x="8669" y="21032"/>
                </a:lnTo>
                <a:lnTo>
                  <a:pt x="7058" y="20736"/>
                </a:lnTo>
                <a:lnTo>
                  <a:pt x="5465" y="20353"/>
                </a:lnTo>
                <a:lnTo>
                  <a:pt x="3885" y="19869"/>
                </a:lnTo>
                <a:lnTo>
                  <a:pt x="2312" y="19261"/>
                </a:lnTo>
                <a:lnTo>
                  <a:pt x="745" y="18514"/>
                </a:lnTo>
                <a:lnTo>
                  <a:pt x="240" y="16351"/>
                </a:lnTo>
                <a:lnTo>
                  <a:pt x="10" y="14370"/>
                </a:lnTo>
                <a:lnTo>
                  <a:pt x="0" y="12466"/>
                </a:lnTo>
                <a:lnTo>
                  <a:pt x="157" y="10535"/>
                </a:lnTo>
                <a:lnTo>
                  <a:pt x="423" y="8470"/>
                </a:lnTo>
                <a:lnTo>
                  <a:pt x="745" y="6171"/>
                </a:lnTo>
                <a:lnTo>
                  <a:pt x="2098" y="6279"/>
                </a:lnTo>
                <a:lnTo>
                  <a:pt x="3475" y="6387"/>
                </a:lnTo>
                <a:lnTo>
                  <a:pt x="4359" y="6431"/>
                </a:lnTo>
                <a:lnTo>
                  <a:pt x="7030" y="6557"/>
                </a:lnTo>
                <a:lnTo>
                  <a:pt x="7909" y="6613"/>
                </a:lnTo>
                <a:lnTo>
                  <a:pt x="10564" y="6773"/>
                </a:lnTo>
                <a:lnTo>
                  <a:pt x="11327" y="6625"/>
                </a:lnTo>
                <a:lnTo>
                  <a:pt x="13634" y="6171"/>
                </a:lnTo>
                <a:lnTo>
                  <a:pt x="14632" y="4326"/>
                </a:lnTo>
                <a:lnTo>
                  <a:pt x="15233" y="3067"/>
                </a:lnTo>
                <a:lnTo>
                  <a:pt x="15679" y="1817"/>
                </a:lnTo>
                <a:lnTo>
                  <a:pt x="16212" y="0"/>
                </a:lnTo>
                <a:close/>
              </a:path>
            </a:pathLst>
          </a:custGeom>
          <a:solidFill>
            <a:srgbClr val="59564B"/>
          </a:solidFill>
          <a:ln>
            <a:noFill/>
          </a:ln>
        </p:spPr>
        <p:txBody>
          <a:bodyPr/>
          <a:lstStyle/>
          <a:p/>
        </p:txBody>
      </p:sp>
      <p:sp>
        <p:nvSpPr>
          <p:cNvPr id="8489" name="contour_08487"/>
          <p:cNvSpPr/>
          <p:nvPr/>
        </p:nvSpPr>
        <p:spPr>
          <a:xfrm>
            <a:off x="1183741" y="2725709"/>
            <a:ext cx="66335" cy="37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66" y="0"/>
                </a:moveTo>
                <a:lnTo>
                  <a:pt x="13451" y="288"/>
                </a:lnTo>
                <a:lnTo>
                  <a:pt x="15034" y="642"/>
                </a:lnTo>
                <a:lnTo>
                  <a:pt x="16612" y="1042"/>
                </a:lnTo>
                <a:lnTo>
                  <a:pt x="17936" y="1333"/>
                </a:lnTo>
                <a:lnTo>
                  <a:pt x="19281" y="1629"/>
                </a:lnTo>
                <a:lnTo>
                  <a:pt x="20311" y="2887"/>
                </a:lnTo>
                <a:lnTo>
                  <a:pt x="21358" y="4167"/>
                </a:lnTo>
                <a:lnTo>
                  <a:pt x="21524" y="6988"/>
                </a:lnTo>
                <a:lnTo>
                  <a:pt x="21598" y="9742"/>
                </a:lnTo>
                <a:lnTo>
                  <a:pt x="21600" y="12467"/>
                </a:lnTo>
                <a:lnTo>
                  <a:pt x="21548" y="15200"/>
                </a:lnTo>
                <a:lnTo>
                  <a:pt x="21462" y="17979"/>
                </a:lnTo>
                <a:lnTo>
                  <a:pt x="21358" y="20833"/>
                </a:lnTo>
                <a:lnTo>
                  <a:pt x="19801" y="20942"/>
                </a:lnTo>
                <a:lnTo>
                  <a:pt x="18242" y="21042"/>
                </a:lnTo>
                <a:lnTo>
                  <a:pt x="16685" y="21129"/>
                </a:lnTo>
                <a:lnTo>
                  <a:pt x="15129" y="21212"/>
                </a:lnTo>
                <a:lnTo>
                  <a:pt x="13572" y="21287"/>
                </a:lnTo>
                <a:lnTo>
                  <a:pt x="12013" y="21354"/>
                </a:lnTo>
                <a:lnTo>
                  <a:pt x="10681" y="21462"/>
                </a:lnTo>
                <a:lnTo>
                  <a:pt x="9331" y="21567"/>
                </a:lnTo>
                <a:lnTo>
                  <a:pt x="8040" y="21600"/>
                </a:lnTo>
                <a:lnTo>
                  <a:pt x="7034" y="21575"/>
                </a:lnTo>
                <a:lnTo>
                  <a:pt x="5975" y="21467"/>
                </a:lnTo>
                <a:lnTo>
                  <a:pt x="4533" y="21229"/>
                </a:lnTo>
                <a:lnTo>
                  <a:pt x="2373" y="20833"/>
                </a:lnTo>
                <a:lnTo>
                  <a:pt x="1329" y="18342"/>
                </a:lnTo>
                <a:lnTo>
                  <a:pt x="736" y="16642"/>
                </a:lnTo>
                <a:lnTo>
                  <a:pt x="365" y="14954"/>
                </a:lnTo>
                <a:lnTo>
                  <a:pt x="0" y="12500"/>
                </a:lnTo>
                <a:lnTo>
                  <a:pt x="676" y="12617"/>
                </a:lnTo>
                <a:lnTo>
                  <a:pt x="1870" y="12817"/>
                </a:lnTo>
                <a:lnTo>
                  <a:pt x="4599" y="13283"/>
                </a:lnTo>
                <a:lnTo>
                  <a:pt x="6528" y="13283"/>
                </a:lnTo>
                <a:lnTo>
                  <a:pt x="7798" y="13083"/>
                </a:lnTo>
                <a:lnTo>
                  <a:pt x="9492" y="12500"/>
                </a:lnTo>
                <a:lnTo>
                  <a:pt x="10366" y="9400"/>
                </a:lnTo>
                <a:lnTo>
                  <a:pt x="10926" y="7200"/>
                </a:lnTo>
                <a:lnTo>
                  <a:pt x="11286" y="5300"/>
                </a:lnTo>
                <a:lnTo>
                  <a:pt x="11562" y="3100"/>
                </a:lnTo>
                <a:lnTo>
                  <a:pt x="11866" y="0"/>
                </a:lnTo>
                <a:close/>
              </a:path>
            </a:pathLst>
          </a:custGeom>
          <a:solidFill>
            <a:srgbClr val="1B1B1D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0" name="contour_08488"/>
          <p:cNvSpPr/>
          <p:nvPr/>
        </p:nvSpPr>
        <p:spPr>
          <a:xfrm>
            <a:off x="7393110" y="2740285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26" y="1782"/>
                </a:lnTo>
                <a:lnTo>
                  <a:pt x="21052" y="3567"/>
                </a:lnTo>
                <a:lnTo>
                  <a:pt x="20776" y="5360"/>
                </a:lnTo>
                <a:lnTo>
                  <a:pt x="20498" y="7160"/>
                </a:lnTo>
                <a:lnTo>
                  <a:pt x="20219" y="8972"/>
                </a:lnTo>
                <a:lnTo>
                  <a:pt x="19938" y="10800"/>
                </a:lnTo>
                <a:lnTo>
                  <a:pt x="19938" y="9015"/>
                </a:lnTo>
                <a:lnTo>
                  <a:pt x="19938" y="7220"/>
                </a:lnTo>
                <a:lnTo>
                  <a:pt x="19938" y="5400"/>
                </a:lnTo>
                <a:lnTo>
                  <a:pt x="18842" y="5400"/>
                </a:lnTo>
                <a:lnTo>
                  <a:pt x="17744" y="5400"/>
                </a:lnTo>
                <a:lnTo>
                  <a:pt x="16640" y="5400"/>
                </a:lnTo>
                <a:lnTo>
                  <a:pt x="15532" y="5400"/>
                </a:lnTo>
                <a:lnTo>
                  <a:pt x="14417" y="5400"/>
                </a:lnTo>
                <a:lnTo>
                  <a:pt x="13292" y="5400"/>
                </a:lnTo>
                <a:lnTo>
                  <a:pt x="13292" y="7185"/>
                </a:lnTo>
                <a:lnTo>
                  <a:pt x="13292" y="8980"/>
                </a:lnTo>
                <a:lnTo>
                  <a:pt x="13292" y="10800"/>
                </a:lnTo>
                <a:lnTo>
                  <a:pt x="12194" y="10800"/>
                </a:lnTo>
                <a:lnTo>
                  <a:pt x="11089" y="10800"/>
                </a:lnTo>
                <a:lnTo>
                  <a:pt x="9969" y="10800"/>
                </a:lnTo>
                <a:lnTo>
                  <a:pt x="9798" y="12083"/>
                </a:lnTo>
                <a:lnTo>
                  <a:pt x="9625" y="13373"/>
                </a:lnTo>
                <a:lnTo>
                  <a:pt x="9451" y="14683"/>
                </a:lnTo>
                <a:lnTo>
                  <a:pt x="9074" y="16076"/>
                </a:lnTo>
                <a:lnTo>
                  <a:pt x="8693" y="17477"/>
                </a:lnTo>
                <a:lnTo>
                  <a:pt x="8308" y="18900"/>
                </a:lnTo>
                <a:lnTo>
                  <a:pt x="7288" y="19453"/>
                </a:lnTo>
                <a:lnTo>
                  <a:pt x="6266" y="19923"/>
                </a:lnTo>
                <a:lnTo>
                  <a:pt x="5240" y="20323"/>
                </a:lnTo>
                <a:lnTo>
                  <a:pt x="4209" y="20660"/>
                </a:lnTo>
                <a:lnTo>
                  <a:pt x="3170" y="20947"/>
                </a:lnTo>
                <a:lnTo>
                  <a:pt x="2123" y="21192"/>
                </a:lnTo>
                <a:lnTo>
                  <a:pt x="1067" y="21406"/>
                </a:lnTo>
                <a:lnTo>
                  <a:pt x="0" y="21600"/>
                </a:lnTo>
                <a:lnTo>
                  <a:pt x="523" y="19502"/>
                </a:lnTo>
                <a:lnTo>
                  <a:pt x="1077" y="17574"/>
                </a:lnTo>
                <a:lnTo>
                  <a:pt x="1662" y="15803"/>
                </a:lnTo>
                <a:lnTo>
                  <a:pt x="2285" y="14175"/>
                </a:lnTo>
                <a:lnTo>
                  <a:pt x="2951" y="12676"/>
                </a:lnTo>
                <a:lnTo>
                  <a:pt x="3665" y="11294"/>
                </a:lnTo>
                <a:lnTo>
                  <a:pt x="4430" y="10012"/>
                </a:lnTo>
                <a:lnTo>
                  <a:pt x="5252" y="8815"/>
                </a:lnTo>
                <a:lnTo>
                  <a:pt x="6134" y="7695"/>
                </a:lnTo>
                <a:lnTo>
                  <a:pt x="7085" y="6631"/>
                </a:lnTo>
                <a:lnTo>
                  <a:pt x="8103" y="5616"/>
                </a:lnTo>
                <a:lnTo>
                  <a:pt x="9198" y="4630"/>
                </a:lnTo>
                <a:lnTo>
                  <a:pt x="10371" y="3664"/>
                </a:lnTo>
                <a:lnTo>
                  <a:pt x="11631" y="2700"/>
                </a:lnTo>
                <a:lnTo>
                  <a:pt x="12739" y="2098"/>
                </a:lnTo>
                <a:lnTo>
                  <a:pt x="13831" y="1577"/>
                </a:lnTo>
                <a:lnTo>
                  <a:pt x="14911" y="1139"/>
                </a:lnTo>
                <a:lnTo>
                  <a:pt x="15989" y="778"/>
                </a:lnTo>
                <a:lnTo>
                  <a:pt x="17072" y="489"/>
                </a:lnTo>
                <a:lnTo>
                  <a:pt x="18167" y="270"/>
                </a:lnTo>
                <a:lnTo>
                  <a:pt x="19282" y="116"/>
                </a:lnTo>
                <a:lnTo>
                  <a:pt x="20424" y="30"/>
                </a:lnTo>
                <a:lnTo>
                  <a:pt x="21600" y="0"/>
                </a:lnTo>
                <a:close/>
              </a:path>
            </a:pathLst>
          </a:custGeom>
          <a:solidFill>
            <a:srgbClr val="6B5C86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1" name="contour_08489"/>
          <p:cNvSpPr/>
          <p:nvPr/>
        </p:nvSpPr>
        <p:spPr>
          <a:xfrm>
            <a:off x="7042703" y="2711133"/>
            <a:ext cx="5159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4" y="0"/>
                </a:moveTo>
                <a:lnTo>
                  <a:pt x="2364" y="509"/>
                </a:lnTo>
                <a:lnTo>
                  <a:pt x="4457" y="1037"/>
                </a:lnTo>
                <a:lnTo>
                  <a:pt x="6529" y="1598"/>
                </a:lnTo>
                <a:lnTo>
                  <a:pt x="8576" y="2200"/>
                </a:lnTo>
                <a:lnTo>
                  <a:pt x="10605" y="2854"/>
                </a:lnTo>
                <a:lnTo>
                  <a:pt x="12615" y="3567"/>
                </a:lnTo>
                <a:lnTo>
                  <a:pt x="14607" y="4351"/>
                </a:lnTo>
                <a:lnTo>
                  <a:pt x="16584" y="5215"/>
                </a:lnTo>
                <a:lnTo>
                  <a:pt x="18549" y="6171"/>
                </a:lnTo>
                <a:lnTo>
                  <a:pt x="19666" y="8248"/>
                </a:lnTo>
                <a:lnTo>
                  <a:pt x="20435" y="10158"/>
                </a:lnTo>
                <a:lnTo>
                  <a:pt x="20935" y="12022"/>
                </a:lnTo>
                <a:lnTo>
                  <a:pt x="21243" y="13957"/>
                </a:lnTo>
                <a:lnTo>
                  <a:pt x="21438" y="16083"/>
                </a:lnTo>
                <a:lnTo>
                  <a:pt x="21600" y="18514"/>
                </a:lnTo>
                <a:lnTo>
                  <a:pt x="19812" y="18919"/>
                </a:lnTo>
                <a:lnTo>
                  <a:pt x="18021" y="19310"/>
                </a:lnTo>
                <a:lnTo>
                  <a:pt x="16227" y="19696"/>
                </a:lnTo>
                <a:lnTo>
                  <a:pt x="14434" y="20073"/>
                </a:lnTo>
                <a:lnTo>
                  <a:pt x="12637" y="20443"/>
                </a:lnTo>
                <a:lnTo>
                  <a:pt x="10971" y="20801"/>
                </a:lnTo>
                <a:lnTo>
                  <a:pt x="9296" y="21162"/>
                </a:lnTo>
                <a:lnTo>
                  <a:pt x="7597" y="21529"/>
                </a:lnTo>
                <a:lnTo>
                  <a:pt x="5461" y="21563"/>
                </a:lnTo>
                <a:lnTo>
                  <a:pt x="3295" y="21600"/>
                </a:lnTo>
                <a:lnTo>
                  <a:pt x="1971" y="19736"/>
                </a:lnTo>
                <a:lnTo>
                  <a:pt x="1046" y="17839"/>
                </a:lnTo>
                <a:lnTo>
                  <a:pt x="458" y="15891"/>
                </a:lnTo>
                <a:lnTo>
                  <a:pt x="131" y="13883"/>
                </a:lnTo>
                <a:lnTo>
                  <a:pt x="3" y="11794"/>
                </a:lnTo>
                <a:lnTo>
                  <a:pt x="0" y="9615"/>
                </a:lnTo>
                <a:lnTo>
                  <a:pt x="55" y="7329"/>
                </a:lnTo>
                <a:lnTo>
                  <a:pt x="73" y="6292"/>
                </a:lnTo>
                <a:lnTo>
                  <a:pt x="137" y="3157"/>
                </a:lnTo>
                <a:lnTo>
                  <a:pt x="189" y="1592"/>
                </a:lnTo>
                <a:lnTo>
                  <a:pt x="244" y="0"/>
                </a:lnTo>
                <a:close/>
              </a:path>
            </a:pathLst>
          </a:custGeom>
          <a:solidFill>
            <a:srgbClr val="44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2" name="contour_08490"/>
          <p:cNvSpPr/>
          <p:nvPr/>
        </p:nvSpPr>
        <p:spPr>
          <a:xfrm>
            <a:off x="1657461" y="2694166"/>
            <a:ext cx="58304" cy="461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43" y="0"/>
                </a:moveTo>
                <a:lnTo>
                  <a:pt x="15044" y="34"/>
                </a:lnTo>
                <a:lnTo>
                  <a:pt x="16213" y="109"/>
                </a:lnTo>
                <a:lnTo>
                  <a:pt x="17439" y="280"/>
                </a:lnTo>
                <a:lnTo>
                  <a:pt x="19105" y="597"/>
                </a:lnTo>
                <a:lnTo>
                  <a:pt x="21600" y="1120"/>
                </a:lnTo>
                <a:lnTo>
                  <a:pt x="21600" y="3372"/>
                </a:lnTo>
                <a:lnTo>
                  <a:pt x="21600" y="5629"/>
                </a:lnTo>
                <a:lnTo>
                  <a:pt x="21600" y="7895"/>
                </a:lnTo>
                <a:lnTo>
                  <a:pt x="21600" y="10172"/>
                </a:lnTo>
                <a:lnTo>
                  <a:pt x="21600" y="12462"/>
                </a:lnTo>
                <a:lnTo>
                  <a:pt x="21600" y="14773"/>
                </a:lnTo>
                <a:lnTo>
                  <a:pt x="19815" y="14773"/>
                </a:lnTo>
                <a:lnTo>
                  <a:pt x="18020" y="14773"/>
                </a:lnTo>
                <a:lnTo>
                  <a:pt x="16200" y="14773"/>
                </a:lnTo>
                <a:lnTo>
                  <a:pt x="16200" y="17029"/>
                </a:lnTo>
                <a:lnTo>
                  <a:pt x="16200" y="19299"/>
                </a:lnTo>
                <a:lnTo>
                  <a:pt x="16200" y="21600"/>
                </a:lnTo>
                <a:lnTo>
                  <a:pt x="14418" y="21600"/>
                </a:lnTo>
                <a:lnTo>
                  <a:pt x="12633" y="21600"/>
                </a:lnTo>
                <a:lnTo>
                  <a:pt x="10846" y="21600"/>
                </a:lnTo>
                <a:lnTo>
                  <a:pt x="9056" y="21600"/>
                </a:lnTo>
                <a:lnTo>
                  <a:pt x="7260" y="21600"/>
                </a:lnTo>
                <a:lnTo>
                  <a:pt x="5459" y="21600"/>
                </a:lnTo>
                <a:lnTo>
                  <a:pt x="3648" y="21600"/>
                </a:lnTo>
                <a:lnTo>
                  <a:pt x="1828" y="21600"/>
                </a:lnTo>
                <a:lnTo>
                  <a:pt x="0" y="21600"/>
                </a:lnTo>
                <a:lnTo>
                  <a:pt x="1337" y="20753"/>
                </a:lnTo>
                <a:lnTo>
                  <a:pt x="2678" y="19907"/>
                </a:lnTo>
                <a:lnTo>
                  <a:pt x="4031" y="19050"/>
                </a:lnTo>
                <a:lnTo>
                  <a:pt x="5400" y="18187"/>
                </a:lnTo>
                <a:lnTo>
                  <a:pt x="6186" y="15763"/>
                </a:lnTo>
                <a:lnTo>
                  <a:pt x="6693" y="14043"/>
                </a:lnTo>
                <a:lnTo>
                  <a:pt x="7144" y="12210"/>
                </a:lnTo>
                <a:lnTo>
                  <a:pt x="7762" y="9441"/>
                </a:lnTo>
                <a:lnTo>
                  <a:pt x="8891" y="5526"/>
                </a:lnTo>
                <a:lnTo>
                  <a:pt x="9758" y="3075"/>
                </a:lnTo>
                <a:lnTo>
                  <a:pt x="10635" y="1642"/>
                </a:lnTo>
                <a:lnTo>
                  <a:pt x="11804" y="768"/>
                </a:lnTo>
                <a:lnTo>
                  <a:pt x="13543" y="0"/>
                </a:lnTo>
                <a:close/>
              </a:path>
            </a:pathLst>
          </a:custGeom>
          <a:solidFill>
            <a:srgbClr val="838485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3" name="contour_08491"/>
          <p:cNvSpPr/>
          <p:nvPr/>
        </p:nvSpPr>
        <p:spPr>
          <a:xfrm>
            <a:off x="847510" y="2645541"/>
            <a:ext cx="4471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38" y="0"/>
                </a:moveTo>
                <a:lnTo>
                  <a:pt x="13365" y="0"/>
                </a:lnTo>
                <a:lnTo>
                  <a:pt x="15706" y="0"/>
                </a:lnTo>
                <a:lnTo>
                  <a:pt x="18079" y="0"/>
                </a:lnTo>
                <a:lnTo>
                  <a:pt x="18371" y="1097"/>
                </a:lnTo>
                <a:lnTo>
                  <a:pt x="18660" y="2193"/>
                </a:lnTo>
                <a:lnTo>
                  <a:pt x="18952" y="3292"/>
                </a:lnTo>
                <a:lnTo>
                  <a:pt x="19241" y="4391"/>
                </a:lnTo>
                <a:lnTo>
                  <a:pt x="19533" y="5493"/>
                </a:lnTo>
                <a:lnTo>
                  <a:pt x="19826" y="6596"/>
                </a:lnTo>
                <a:lnTo>
                  <a:pt x="20118" y="7703"/>
                </a:lnTo>
                <a:lnTo>
                  <a:pt x="20413" y="8813"/>
                </a:lnTo>
                <a:lnTo>
                  <a:pt x="20709" y="9926"/>
                </a:lnTo>
                <a:lnTo>
                  <a:pt x="21005" y="11043"/>
                </a:lnTo>
                <a:lnTo>
                  <a:pt x="21301" y="12166"/>
                </a:lnTo>
                <a:lnTo>
                  <a:pt x="21600" y="13292"/>
                </a:lnTo>
                <a:lnTo>
                  <a:pt x="19273" y="13292"/>
                </a:lnTo>
                <a:lnTo>
                  <a:pt x="16931" y="13292"/>
                </a:lnTo>
                <a:lnTo>
                  <a:pt x="14558" y="13292"/>
                </a:lnTo>
                <a:lnTo>
                  <a:pt x="13703" y="14379"/>
                </a:lnTo>
                <a:lnTo>
                  <a:pt x="13189" y="15175"/>
                </a:lnTo>
                <a:lnTo>
                  <a:pt x="12809" y="16067"/>
                </a:lnTo>
                <a:lnTo>
                  <a:pt x="12358" y="17446"/>
                </a:lnTo>
                <a:lnTo>
                  <a:pt x="11960" y="18606"/>
                </a:lnTo>
                <a:lnTo>
                  <a:pt x="11559" y="19782"/>
                </a:lnTo>
                <a:lnTo>
                  <a:pt x="11298" y="20684"/>
                </a:lnTo>
                <a:lnTo>
                  <a:pt x="11038" y="21600"/>
                </a:lnTo>
                <a:lnTo>
                  <a:pt x="8418" y="21337"/>
                </a:lnTo>
                <a:lnTo>
                  <a:pt x="6559" y="21120"/>
                </a:lnTo>
                <a:lnTo>
                  <a:pt x="4954" y="20867"/>
                </a:lnTo>
                <a:lnTo>
                  <a:pt x="3095" y="20500"/>
                </a:lnTo>
                <a:lnTo>
                  <a:pt x="475" y="19938"/>
                </a:lnTo>
                <a:lnTo>
                  <a:pt x="158" y="18652"/>
                </a:lnTo>
                <a:lnTo>
                  <a:pt x="0" y="17750"/>
                </a:lnTo>
                <a:lnTo>
                  <a:pt x="0" y="16993"/>
                </a:lnTo>
                <a:lnTo>
                  <a:pt x="158" y="16140"/>
                </a:lnTo>
                <a:lnTo>
                  <a:pt x="475" y="14954"/>
                </a:lnTo>
                <a:lnTo>
                  <a:pt x="2567" y="14954"/>
                </a:lnTo>
                <a:lnTo>
                  <a:pt x="4665" y="14954"/>
                </a:lnTo>
                <a:lnTo>
                  <a:pt x="6770" y="14954"/>
                </a:lnTo>
                <a:lnTo>
                  <a:pt x="8893" y="14954"/>
                </a:lnTo>
                <a:lnTo>
                  <a:pt x="11038" y="14954"/>
                </a:lnTo>
                <a:lnTo>
                  <a:pt x="11038" y="13816"/>
                </a:lnTo>
                <a:lnTo>
                  <a:pt x="11038" y="12676"/>
                </a:lnTo>
                <a:lnTo>
                  <a:pt x="11038" y="11536"/>
                </a:lnTo>
                <a:lnTo>
                  <a:pt x="11038" y="10395"/>
                </a:lnTo>
                <a:lnTo>
                  <a:pt x="11038" y="9251"/>
                </a:lnTo>
                <a:lnTo>
                  <a:pt x="11038" y="8107"/>
                </a:lnTo>
                <a:lnTo>
                  <a:pt x="11038" y="6959"/>
                </a:lnTo>
                <a:lnTo>
                  <a:pt x="11038" y="5809"/>
                </a:lnTo>
                <a:lnTo>
                  <a:pt x="11038" y="4656"/>
                </a:lnTo>
                <a:lnTo>
                  <a:pt x="11038" y="3498"/>
                </a:lnTo>
                <a:lnTo>
                  <a:pt x="11038" y="2336"/>
                </a:lnTo>
                <a:lnTo>
                  <a:pt x="11038" y="1171"/>
                </a:lnTo>
                <a:lnTo>
                  <a:pt x="11038" y="0"/>
                </a:lnTo>
                <a:close/>
              </a:path>
            </a:pathLst>
          </a:custGeom>
          <a:solidFill>
            <a:srgbClr val="232422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4" name="contour_08492"/>
          <p:cNvSpPr/>
          <p:nvPr/>
        </p:nvSpPr>
        <p:spPr>
          <a:xfrm>
            <a:off x="10752874" y="2672754"/>
            <a:ext cx="52656" cy="459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04" y="0"/>
                </a:moveTo>
                <a:lnTo>
                  <a:pt x="11594" y="45"/>
                </a:lnTo>
                <a:lnTo>
                  <a:pt x="13465" y="127"/>
                </a:lnTo>
                <a:lnTo>
                  <a:pt x="15331" y="254"/>
                </a:lnTo>
                <a:lnTo>
                  <a:pt x="17190" y="425"/>
                </a:lnTo>
                <a:lnTo>
                  <a:pt x="19053" y="644"/>
                </a:lnTo>
                <a:lnTo>
                  <a:pt x="20927" y="911"/>
                </a:lnTo>
                <a:lnTo>
                  <a:pt x="21199" y="3409"/>
                </a:lnTo>
                <a:lnTo>
                  <a:pt x="21415" y="5863"/>
                </a:lnTo>
                <a:lnTo>
                  <a:pt x="21555" y="8288"/>
                </a:lnTo>
                <a:lnTo>
                  <a:pt x="21600" y="10704"/>
                </a:lnTo>
                <a:lnTo>
                  <a:pt x="21522" y="13123"/>
                </a:lnTo>
                <a:lnTo>
                  <a:pt x="21307" y="15566"/>
                </a:lnTo>
                <a:lnTo>
                  <a:pt x="20927" y="18043"/>
                </a:lnTo>
                <a:lnTo>
                  <a:pt x="19071" y="19510"/>
                </a:lnTo>
                <a:lnTo>
                  <a:pt x="17208" y="20541"/>
                </a:lnTo>
                <a:lnTo>
                  <a:pt x="15304" y="21196"/>
                </a:lnTo>
                <a:lnTo>
                  <a:pt x="13322" y="21528"/>
                </a:lnTo>
                <a:lnTo>
                  <a:pt x="11223" y="21600"/>
                </a:lnTo>
                <a:lnTo>
                  <a:pt x="8969" y="21470"/>
                </a:lnTo>
                <a:lnTo>
                  <a:pt x="6748" y="20099"/>
                </a:lnTo>
                <a:lnTo>
                  <a:pt x="5148" y="19075"/>
                </a:lnTo>
                <a:lnTo>
                  <a:pt x="3925" y="18204"/>
                </a:lnTo>
                <a:lnTo>
                  <a:pt x="2825" y="17296"/>
                </a:lnTo>
                <a:lnTo>
                  <a:pt x="1599" y="16166"/>
                </a:lnTo>
                <a:lnTo>
                  <a:pt x="0" y="14617"/>
                </a:lnTo>
                <a:lnTo>
                  <a:pt x="1139" y="10300"/>
                </a:lnTo>
                <a:lnTo>
                  <a:pt x="2072" y="7034"/>
                </a:lnTo>
                <a:lnTo>
                  <a:pt x="2912" y="4653"/>
                </a:lnTo>
                <a:lnTo>
                  <a:pt x="3773" y="2981"/>
                </a:lnTo>
                <a:lnTo>
                  <a:pt x="4771" y="1854"/>
                </a:lnTo>
                <a:lnTo>
                  <a:pt x="6015" y="1096"/>
                </a:lnTo>
                <a:lnTo>
                  <a:pt x="7621" y="535"/>
                </a:lnTo>
                <a:lnTo>
                  <a:pt x="9704" y="0"/>
                </a:lnTo>
                <a:close/>
              </a:path>
            </a:pathLst>
          </a:custGeom>
          <a:solidFill>
            <a:srgbClr val="E9F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5" name="contour_08493"/>
          <p:cNvSpPr/>
          <p:nvPr/>
        </p:nvSpPr>
        <p:spPr>
          <a:xfrm>
            <a:off x="5052382" y="2646219"/>
            <a:ext cx="45011" cy="50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42" y="882"/>
                </a:moveTo>
                <a:lnTo>
                  <a:pt x="17207" y="1526"/>
                </a:lnTo>
                <a:lnTo>
                  <a:pt x="19390" y="2180"/>
                </a:lnTo>
                <a:lnTo>
                  <a:pt x="21600" y="2836"/>
                </a:lnTo>
                <a:lnTo>
                  <a:pt x="20935" y="4900"/>
                </a:lnTo>
                <a:lnTo>
                  <a:pt x="20243" y="6927"/>
                </a:lnTo>
                <a:lnTo>
                  <a:pt x="19502" y="8919"/>
                </a:lnTo>
                <a:lnTo>
                  <a:pt x="18701" y="10880"/>
                </a:lnTo>
                <a:lnTo>
                  <a:pt x="17826" y="12812"/>
                </a:lnTo>
                <a:lnTo>
                  <a:pt x="16861" y="14720"/>
                </a:lnTo>
                <a:lnTo>
                  <a:pt x="15794" y="16606"/>
                </a:lnTo>
                <a:lnTo>
                  <a:pt x="14605" y="18473"/>
                </a:lnTo>
                <a:lnTo>
                  <a:pt x="12262" y="19492"/>
                </a:lnTo>
                <a:lnTo>
                  <a:pt x="10059" y="20227"/>
                </a:lnTo>
                <a:lnTo>
                  <a:pt x="7897" y="20737"/>
                </a:lnTo>
                <a:lnTo>
                  <a:pt x="5669" y="21090"/>
                </a:lnTo>
                <a:lnTo>
                  <a:pt x="3277" y="21356"/>
                </a:lnTo>
                <a:lnTo>
                  <a:pt x="616" y="21600"/>
                </a:lnTo>
                <a:lnTo>
                  <a:pt x="304" y="17456"/>
                </a:lnTo>
                <a:lnTo>
                  <a:pt x="91" y="14179"/>
                </a:lnTo>
                <a:lnTo>
                  <a:pt x="0" y="11602"/>
                </a:lnTo>
                <a:lnTo>
                  <a:pt x="56" y="9563"/>
                </a:lnTo>
                <a:lnTo>
                  <a:pt x="276" y="7893"/>
                </a:lnTo>
                <a:lnTo>
                  <a:pt x="682" y="6433"/>
                </a:lnTo>
                <a:lnTo>
                  <a:pt x="1298" y="5019"/>
                </a:lnTo>
                <a:lnTo>
                  <a:pt x="2140" y="3484"/>
                </a:lnTo>
                <a:lnTo>
                  <a:pt x="3239" y="1664"/>
                </a:lnTo>
                <a:lnTo>
                  <a:pt x="5904" y="597"/>
                </a:lnTo>
                <a:lnTo>
                  <a:pt x="8044" y="72"/>
                </a:lnTo>
                <a:lnTo>
                  <a:pt x="10034" y="0"/>
                </a:lnTo>
                <a:lnTo>
                  <a:pt x="12241" y="300"/>
                </a:lnTo>
                <a:lnTo>
                  <a:pt x="15042" y="882"/>
                </a:lnTo>
                <a:close/>
              </a:path>
            </a:pathLst>
          </a:custGeom>
          <a:solidFill>
            <a:srgbClr val="656652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6" name="contour_08494"/>
          <p:cNvSpPr/>
          <p:nvPr/>
        </p:nvSpPr>
        <p:spPr>
          <a:xfrm>
            <a:off x="2561172" y="2645964"/>
            <a:ext cx="39428" cy="578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62" y="522"/>
                </a:moveTo>
                <a:lnTo>
                  <a:pt x="18466" y="1760"/>
                </a:lnTo>
                <a:lnTo>
                  <a:pt x="19696" y="2774"/>
                </a:lnTo>
                <a:lnTo>
                  <a:pt x="20530" y="4107"/>
                </a:lnTo>
                <a:lnTo>
                  <a:pt x="21444" y="6302"/>
                </a:lnTo>
                <a:lnTo>
                  <a:pt x="21548" y="8200"/>
                </a:lnTo>
                <a:lnTo>
                  <a:pt x="21600" y="10019"/>
                </a:lnTo>
                <a:lnTo>
                  <a:pt x="21572" y="11782"/>
                </a:lnTo>
                <a:lnTo>
                  <a:pt x="21424" y="13522"/>
                </a:lnTo>
                <a:lnTo>
                  <a:pt x="21133" y="15266"/>
                </a:lnTo>
                <a:lnTo>
                  <a:pt x="20654" y="17042"/>
                </a:lnTo>
                <a:lnTo>
                  <a:pt x="19963" y="18880"/>
                </a:lnTo>
                <a:lnTo>
                  <a:pt x="17548" y="19693"/>
                </a:lnTo>
                <a:lnTo>
                  <a:pt x="15140" y="20324"/>
                </a:lnTo>
                <a:lnTo>
                  <a:pt x="12728" y="20798"/>
                </a:lnTo>
                <a:lnTo>
                  <a:pt x="10293" y="21138"/>
                </a:lnTo>
                <a:lnTo>
                  <a:pt x="7822" y="21363"/>
                </a:lnTo>
                <a:lnTo>
                  <a:pt x="5290" y="21502"/>
                </a:lnTo>
                <a:lnTo>
                  <a:pt x="2687" y="21573"/>
                </a:lnTo>
                <a:lnTo>
                  <a:pt x="0" y="21600"/>
                </a:lnTo>
                <a:lnTo>
                  <a:pt x="279" y="19729"/>
                </a:lnTo>
                <a:lnTo>
                  <a:pt x="571" y="17858"/>
                </a:lnTo>
                <a:lnTo>
                  <a:pt x="870" y="15987"/>
                </a:lnTo>
                <a:lnTo>
                  <a:pt x="1182" y="14118"/>
                </a:lnTo>
                <a:lnTo>
                  <a:pt x="1497" y="12250"/>
                </a:lnTo>
                <a:lnTo>
                  <a:pt x="1777" y="10512"/>
                </a:lnTo>
                <a:lnTo>
                  <a:pt x="2056" y="8763"/>
                </a:lnTo>
                <a:lnTo>
                  <a:pt x="2340" y="6992"/>
                </a:lnTo>
                <a:lnTo>
                  <a:pt x="3350" y="4398"/>
                </a:lnTo>
                <a:lnTo>
                  <a:pt x="4240" y="2850"/>
                </a:lnTo>
                <a:lnTo>
                  <a:pt x="5506" y="1730"/>
                </a:lnTo>
                <a:lnTo>
                  <a:pt x="7642" y="427"/>
                </a:lnTo>
                <a:lnTo>
                  <a:pt x="10217" y="101"/>
                </a:lnTo>
                <a:lnTo>
                  <a:pt x="11982" y="0"/>
                </a:lnTo>
                <a:lnTo>
                  <a:pt x="13759" y="139"/>
                </a:lnTo>
                <a:lnTo>
                  <a:pt x="16362" y="522"/>
                </a:lnTo>
                <a:close/>
              </a:path>
            </a:pathLst>
          </a:custGeom>
          <a:solidFill>
            <a:srgbClr val="AD9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7" name="contour_08495"/>
          <p:cNvSpPr/>
          <p:nvPr/>
        </p:nvSpPr>
        <p:spPr>
          <a:xfrm>
            <a:off x="336658" y="2609101"/>
            <a:ext cx="672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59" y="0"/>
                </a:moveTo>
                <a:lnTo>
                  <a:pt x="7734" y="1348"/>
                </a:lnTo>
                <a:lnTo>
                  <a:pt x="7889" y="2696"/>
                </a:lnTo>
                <a:lnTo>
                  <a:pt x="8025" y="4048"/>
                </a:lnTo>
                <a:lnTo>
                  <a:pt x="8144" y="5400"/>
                </a:lnTo>
                <a:lnTo>
                  <a:pt x="8474" y="7169"/>
                </a:lnTo>
                <a:lnTo>
                  <a:pt x="8766" y="8322"/>
                </a:lnTo>
                <a:lnTo>
                  <a:pt x="9188" y="9364"/>
                </a:lnTo>
                <a:lnTo>
                  <a:pt x="9899" y="10800"/>
                </a:lnTo>
                <a:lnTo>
                  <a:pt x="11596" y="11163"/>
                </a:lnTo>
                <a:lnTo>
                  <a:pt x="13260" y="11366"/>
                </a:lnTo>
                <a:lnTo>
                  <a:pt x="14905" y="11435"/>
                </a:lnTo>
                <a:lnTo>
                  <a:pt x="16548" y="11392"/>
                </a:lnTo>
                <a:lnTo>
                  <a:pt x="18200" y="11256"/>
                </a:lnTo>
                <a:lnTo>
                  <a:pt x="19880" y="11051"/>
                </a:lnTo>
                <a:lnTo>
                  <a:pt x="21600" y="10800"/>
                </a:lnTo>
                <a:lnTo>
                  <a:pt x="21600" y="12228"/>
                </a:lnTo>
                <a:lnTo>
                  <a:pt x="21600" y="13664"/>
                </a:lnTo>
                <a:lnTo>
                  <a:pt x="21600" y="15120"/>
                </a:lnTo>
                <a:lnTo>
                  <a:pt x="20877" y="15064"/>
                </a:lnTo>
                <a:lnTo>
                  <a:pt x="18693" y="14893"/>
                </a:lnTo>
                <a:lnTo>
                  <a:pt x="15328" y="14742"/>
                </a:lnTo>
                <a:lnTo>
                  <a:pt x="12763" y="14653"/>
                </a:lnTo>
                <a:lnTo>
                  <a:pt x="10847" y="14649"/>
                </a:lnTo>
                <a:lnTo>
                  <a:pt x="9422" y="14746"/>
                </a:lnTo>
                <a:lnTo>
                  <a:pt x="8336" y="14969"/>
                </a:lnTo>
                <a:lnTo>
                  <a:pt x="7437" y="15332"/>
                </a:lnTo>
                <a:lnTo>
                  <a:pt x="6571" y="15857"/>
                </a:lnTo>
                <a:lnTo>
                  <a:pt x="5584" y="16563"/>
                </a:lnTo>
                <a:lnTo>
                  <a:pt x="4842" y="17652"/>
                </a:lnTo>
                <a:lnTo>
                  <a:pt x="4313" y="18541"/>
                </a:lnTo>
                <a:lnTo>
                  <a:pt x="3744" y="19699"/>
                </a:lnTo>
                <a:lnTo>
                  <a:pt x="2878" y="21600"/>
                </a:lnTo>
                <a:lnTo>
                  <a:pt x="1678" y="20326"/>
                </a:lnTo>
                <a:lnTo>
                  <a:pt x="878" y="19103"/>
                </a:lnTo>
                <a:lnTo>
                  <a:pt x="400" y="17885"/>
                </a:lnTo>
                <a:lnTo>
                  <a:pt x="164" y="16619"/>
                </a:lnTo>
                <a:lnTo>
                  <a:pt x="87" y="15252"/>
                </a:lnTo>
                <a:lnTo>
                  <a:pt x="94" y="13733"/>
                </a:lnTo>
                <a:lnTo>
                  <a:pt x="98" y="12014"/>
                </a:lnTo>
                <a:lnTo>
                  <a:pt x="66" y="10679"/>
                </a:lnTo>
                <a:lnTo>
                  <a:pt x="33" y="9336"/>
                </a:lnTo>
                <a:lnTo>
                  <a:pt x="0" y="7973"/>
                </a:lnTo>
                <a:lnTo>
                  <a:pt x="281" y="6169"/>
                </a:lnTo>
                <a:lnTo>
                  <a:pt x="564" y="4940"/>
                </a:lnTo>
                <a:lnTo>
                  <a:pt x="983" y="3983"/>
                </a:lnTo>
                <a:lnTo>
                  <a:pt x="1671" y="2996"/>
                </a:lnTo>
                <a:lnTo>
                  <a:pt x="2759" y="1678"/>
                </a:lnTo>
                <a:lnTo>
                  <a:pt x="4217" y="708"/>
                </a:lnTo>
                <a:lnTo>
                  <a:pt x="5205" y="210"/>
                </a:lnTo>
                <a:lnTo>
                  <a:pt x="6166" y="26"/>
                </a:lnTo>
                <a:lnTo>
                  <a:pt x="7559" y="0"/>
                </a:lnTo>
                <a:close/>
              </a:path>
            </a:pathLst>
          </a:custGeom>
          <a:solidFill>
            <a:srgbClr val="8675A3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8" name="contour_08496"/>
          <p:cNvSpPr/>
          <p:nvPr/>
        </p:nvSpPr>
        <p:spPr>
          <a:xfrm>
            <a:off x="6810071" y="2638253"/>
            <a:ext cx="45040" cy="588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9203" y="469"/>
                </a:lnTo>
                <a:lnTo>
                  <a:pt x="11324" y="1036"/>
                </a:lnTo>
                <a:lnTo>
                  <a:pt x="13372" y="1703"/>
                </a:lnTo>
                <a:lnTo>
                  <a:pt x="15351" y="2471"/>
                </a:lnTo>
                <a:lnTo>
                  <a:pt x="17270" y="3336"/>
                </a:lnTo>
                <a:lnTo>
                  <a:pt x="19139" y="4297"/>
                </a:lnTo>
                <a:lnTo>
                  <a:pt x="20971" y="5354"/>
                </a:lnTo>
                <a:lnTo>
                  <a:pt x="21390" y="7507"/>
                </a:lnTo>
                <a:lnTo>
                  <a:pt x="21600" y="9001"/>
                </a:lnTo>
                <a:lnTo>
                  <a:pt x="21600" y="10222"/>
                </a:lnTo>
                <a:lnTo>
                  <a:pt x="21390" y="11555"/>
                </a:lnTo>
                <a:lnTo>
                  <a:pt x="20971" y="13386"/>
                </a:lnTo>
                <a:lnTo>
                  <a:pt x="18661" y="13386"/>
                </a:lnTo>
                <a:lnTo>
                  <a:pt x="16336" y="13386"/>
                </a:lnTo>
                <a:lnTo>
                  <a:pt x="13981" y="13386"/>
                </a:lnTo>
                <a:lnTo>
                  <a:pt x="13477" y="14714"/>
                </a:lnTo>
                <a:lnTo>
                  <a:pt x="12967" y="16047"/>
                </a:lnTo>
                <a:lnTo>
                  <a:pt x="12450" y="17402"/>
                </a:lnTo>
                <a:lnTo>
                  <a:pt x="11803" y="18730"/>
                </a:lnTo>
                <a:lnTo>
                  <a:pt x="11146" y="20063"/>
                </a:lnTo>
                <a:lnTo>
                  <a:pt x="10485" y="21418"/>
                </a:lnTo>
                <a:lnTo>
                  <a:pt x="7826" y="21538"/>
                </a:lnTo>
                <a:lnTo>
                  <a:pt x="5952" y="21600"/>
                </a:lnTo>
                <a:lnTo>
                  <a:pt x="4358" y="21600"/>
                </a:lnTo>
                <a:lnTo>
                  <a:pt x="2541" y="21538"/>
                </a:lnTo>
                <a:lnTo>
                  <a:pt x="0" y="21418"/>
                </a:lnTo>
                <a:lnTo>
                  <a:pt x="297" y="19576"/>
                </a:lnTo>
                <a:lnTo>
                  <a:pt x="601" y="17737"/>
                </a:lnTo>
                <a:lnTo>
                  <a:pt x="909" y="15895"/>
                </a:lnTo>
                <a:lnTo>
                  <a:pt x="1216" y="14056"/>
                </a:lnTo>
                <a:lnTo>
                  <a:pt x="1531" y="12214"/>
                </a:lnTo>
                <a:lnTo>
                  <a:pt x="1814" y="10503"/>
                </a:lnTo>
                <a:lnTo>
                  <a:pt x="2101" y="8781"/>
                </a:lnTo>
                <a:lnTo>
                  <a:pt x="2391" y="7038"/>
                </a:lnTo>
                <a:lnTo>
                  <a:pt x="2957" y="4889"/>
                </a:lnTo>
                <a:lnTo>
                  <a:pt x="3481" y="3448"/>
                </a:lnTo>
                <a:lnTo>
                  <a:pt x="4180" y="2377"/>
                </a:lnTo>
                <a:lnTo>
                  <a:pt x="5274" y="1341"/>
                </a:lnTo>
                <a:lnTo>
                  <a:pt x="6990" y="0"/>
                </a:lnTo>
                <a:close/>
              </a:path>
            </a:pathLst>
          </a:custGeom>
          <a:solidFill>
            <a:srgbClr val="BFCAC9"/>
          </a:solidFill>
          <a:ln>
            <a:noFill/>
          </a:ln>
        </p:spPr>
        <p:txBody>
          <a:bodyPr/>
          <a:lstStyle/>
          <a:p/>
        </p:txBody>
      </p:sp>
      <p:sp>
        <p:nvSpPr>
          <p:cNvPr id="8499" name="contour_08497"/>
          <p:cNvSpPr/>
          <p:nvPr/>
        </p:nvSpPr>
        <p:spPr>
          <a:xfrm>
            <a:off x="1540853" y="2608387"/>
            <a:ext cx="80168" cy="538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20" y="0"/>
                </a:moveTo>
                <a:lnTo>
                  <a:pt x="10606" y="20"/>
                </a:lnTo>
                <a:lnTo>
                  <a:pt x="11693" y="41"/>
                </a:lnTo>
                <a:lnTo>
                  <a:pt x="12781" y="70"/>
                </a:lnTo>
                <a:lnTo>
                  <a:pt x="13869" y="102"/>
                </a:lnTo>
                <a:lnTo>
                  <a:pt x="14983" y="123"/>
                </a:lnTo>
                <a:lnTo>
                  <a:pt x="16112" y="143"/>
                </a:lnTo>
                <a:lnTo>
                  <a:pt x="17484" y="172"/>
                </a:lnTo>
                <a:lnTo>
                  <a:pt x="18857" y="208"/>
                </a:lnTo>
                <a:lnTo>
                  <a:pt x="20227" y="246"/>
                </a:lnTo>
                <a:lnTo>
                  <a:pt x="21600" y="287"/>
                </a:lnTo>
                <a:lnTo>
                  <a:pt x="20575" y="2041"/>
                </a:lnTo>
                <a:lnTo>
                  <a:pt x="19825" y="3236"/>
                </a:lnTo>
                <a:lnTo>
                  <a:pt x="18981" y="4418"/>
                </a:lnTo>
                <a:lnTo>
                  <a:pt x="17673" y="6134"/>
                </a:lnTo>
                <a:lnTo>
                  <a:pt x="16167" y="6151"/>
                </a:lnTo>
                <a:lnTo>
                  <a:pt x="15118" y="6008"/>
                </a:lnTo>
                <a:lnTo>
                  <a:pt x="13624" y="5584"/>
                </a:lnTo>
                <a:lnTo>
                  <a:pt x="12365" y="5765"/>
                </a:lnTo>
                <a:lnTo>
                  <a:pt x="11100" y="5950"/>
                </a:lnTo>
                <a:lnTo>
                  <a:pt x="9818" y="6134"/>
                </a:lnTo>
                <a:lnTo>
                  <a:pt x="9473" y="8017"/>
                </a:lnTo>
                <a:lnTo>
                  <a:pt x="9204" y="9888"/>
                </a:lnTo>
                <a:lnTo>
                  <a:pt x="8993" y="11762"/>
                </a:lnTo>
                <a:lnTo>
                  <a:pt x="8825" y="13645"/>
                </a:lnTo>
                <a:lnTo>
                  <a:pt x="8679" y="15554"/>
                </a:lnTo>
                <a:lnTo>
                  <a:pt x="8538" y="17495"/>
                </a:lnTo>
                <a:lnTo>
                  <a:pt x="8198" y="19112"/>
                </a:lnTo>
                <a:lnTo>
                  <a:pt x="7855" y="20752"/>
                </a:lnTo>
                <a:lnTo>
                  <a:pt x="6482" y="21331"/>
                </a:lnTo>
                <a:lnTo>
                  <a:pt x="5219" y="21591"/>
                </a:lnTo>
                <a:lnTo>
                  <a:pt x="4004" y="21600"/>
                </a:lnTo>
                <a:lnTo>
                  <a:pt x="2771" y="21422"/>
                </a:lnTo>
                <a:lnTo>
                  <a:pt x="1457" y="21118"/>
                </a:lnTo>
                <a:lnTo>
                  <a:pt x="0" y="20752"/>
                </a:lnTo>
                <a:lnTo>
                  <a:pt x="365" y="19033"/>
                </a:lnTo>
                <a:lnTo>
                  <a:pt x="732" y="17314"/>
                </a:lnTo>
                <a:lnTo>
                  <a:pt x="1100" y="15595"/>
                </a:lnTo>
                <a:lnTo>
                  <a:pt x="1471" y="13879"/>
                </a:lnTo>
                <a:lnTo>
                  <a:pt x="1842" y="12162"/>
                </a:lnTo>
                <a:lnTo>
                  <a:pt x="2184" y="10569"/>
                </a:lnTo>
                <a:lnTo>
                  <a:pt x="2527" y="8961"/>
                </a:lnTo>
                <a:lnTo>
                  <a:pt x="2877" y="7333"/>
                </a:lnTo>
                <a:lnTo>
                  <a:pt x="3599" y="4681"/>
                </a:lnTo>
                <a:lnTo>
                  <a:pt x="4296" y="2780"/>
                </a:lnTo>
                <a:lnTo>
                  <a:pt x="5100" y="1494"/>
                </a:lnTo>
                <a:lnTo>
                  <a:pt x="6148" y="693"/>
                </a:lnTo>
                <a:lnTo>
                  <a:pt x="7576" y="240"/>
                </a:lnTo>
                <a:lnTo>
                  <a:pt x="9520" y="0"/>
                </a:lnTo>
                <a:close/>
              </a:path>
            </a:pathLst>
          </a:custGeom>
          <a:solidFill>
            <a:srgbClr val="636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0" name="contour_08498"/>
          <p:cNvSpPr/>
          <p:nvPr/>
        </p:nvSpPr>
        <p:spPr>
          <a:xfrm>
            <a:off x="5082817" y="2609101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20434" y="21600"/>
                </a:lnTo>
                <a:lnTo>
                  <a:pt x="19263" y="21600"/>
                </a:lnTo>
                <a:lnTo>
                  <a:pt x="18089" y="21600"/>
                </a:lnTo>
                <a:lnTo>
                  <a:pt x="16905" y="21600"/>
                </a:lnTo>
                <a:lnTo>
                  <a:pt x="15709" y="21600"/>
                </a:lnTo>
                <a:lnTo>
                  <a:pt x="15709" y="18744"/>
                </a:lnTo>
                <a:lnTo>
                  <a:pt x="15709" y="15872"/>
                </a:lnTo>
                <a:lnTo>
                  <a:pt x="15709" y="12960"/>
                </a:lnTo>
                <a:lnTo>
                  <a:pt x="14413" y="12601"/>
                </a:lnTo>
                <a:lnTo>
                  <a:pt x="13117" y="12247"/>
                </a:lnTo>
                <a:lnTo>
                  <a:pt x="11819" y="11889"/>
                </a:lnTo>
                <a:lnTo>
                  <a:pt x="10519" y="11534"/>
                </a:lnTo>
                <a:lnTo>
                  <a:pt x="9217" y="11176"/>
                </a:lnTo>
                <a:lnTo>
                  <a:pt x="7913" y="10817"/>
                </a:lnTo>
                <a:lnTo>
                  <a:pt x="6606" y="10459"/>
                </a:lnTo>
                <a:lnTo>
                  <a:pt x="5294" y="10096"/>
                </a:lnTo>
                <a:lnTo>
                  <a:pt x="3978" y="9733"/>
                </a:lnTo>
                <a:lnTo>
                  <a:pt x="2659" y="9370"/>
                </a:lnTo>
                <a:lnTo>
                  <a:pt x="1331" y="9007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E6E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1" name="contour_08499"/>
          <p:cNvSpPr/>
          <p:nvPr/>
        </p:nvSpPr>
        <p:spPr>
          <a:xfrm>
            <a:off x="1883840" y="2601507"/>
            <a:ext cx="47416" cy="44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14" y="150"/>
                </a:moveTo>
                <a:lnTo>
                  <a:pt x="5329" y="0"/>
                </a:lnTo>
                <a:lnTo>
                  <a:pt x="7483" y="29"/>
                </a:lnTo>
                <a:lnTo>
                  <a:pt x="9585" y="232"/>
                </a:lnTo>
                <a:lnTo>
                  <a:pt x="11650" y="604"/>
                </a:lnTo>
                <a:lnTo>
                  <a:pt x="13685" y="1144"/>
                </a:lnTo>
                <a:lnTo>
                  <a:pt x="15700" y="1845"/>
                </a:lnTo>
                <a:lnTo>
                  <a:pt x="17709" y="2706"/>
                </a:lnTo>
                <a:lnTo>
                  <a:pt x="19714" y="3725"/>
                </a:lnTo>
                <a:lnTo>
                  <a:pt x="20720" y="5992"/>
                </a:lnTo>
                <a:lnTo>
                  <a:pt x="21324" y="8037"/>
                </a:lnTo>
                <a:lnTo>
                  <a:pt x="21597" y="10049"/>
                </a:lnTo>
                <a:lnTo>
                  <a:pt x="21600" y="12219"/>
                </a:lnTo>
                <a:lnTo>
                  <a:pt x="21401" y="14729"/>
                </a:lnTo>
                <a:lnTo>
                  <a:pt x="20368" y="16663"/>
                </a:lnTo>
                <a:lnTo>
                  <a:pt x="19455" y="17828"/>
                </a:lnTo>
                <a:lnTo>
                  <a:pt x="18154" y="18704"/>
                </a:lnTo>
                <a:lnTo>
                  <a:pt x="15953" y="19755"/>
                </a:lnTo>
                <a:lnTo>
                  <a:pt x="13815" y="20181"/>
                </a:lnTo>
                <a:lnTo>
                  <a:pt x="11686" y="20560"/>
                </a:lnTo>
                <a:lnTo>
                  <a:pt x="9558" y="20889"/>
                </a:lnTo>
                <a:lnTo>
                  <a:pt x="7427" y="21171"/>
                </a:lnTo>
                <a:lnTo>
                  <a:pt x="5282" y="21411"/>
                </a:lnTo>
                <a:lnTo>
                  <a:pt x="3114" y="21600"/>
                </a:lnTo>
                <a:lnTo>
                  <a:pt x="1916" y="17281"/>
                </a:lnTo>
                <a:lnTo>
                  <a:pt x="1033" y="13967"/>
                </a:lnTo>
                <a:lnTo>
                  <a:pt x="438" y="11451"/>
                </a:lnTo>
                <a:lnTo>
                  <a:pt x="103" y="9509"/>
                </a:lnTo>
                <a:lnTo>
                  <a:pt x="0" y="7933"/>
                </a:lnTo>
                <a:lnTo>
                  <a:pt x="106" y="6503"/>
                </a:lnTo>
                <a:lnTo>
                  <a:pt x="392" y="5005"/>
                </a:lnTo>
                <a:lnTo>
                  <a:pt x="830" y="3221"/>
                </a:lnTo>
                <a:lnTo>
                  <a:pt x="1962" y="1698"/>
                </a:lnTo>
                <a:lnTo>
                  <a:pt x="3114" y="150"/>
                </a:lnTo>
                <a:close/>
              </a:path>
            </a:pathLst>
          </a:custGeom>
          <a:solidFill>
            <a:srgbClr val="DDB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2" name="contour_08500"/>
          <p:cNvSpPr/>
          <p:nvPr/>
        </p:nvSpPr>
        <p:spPr>
          <a:xfrm>
            <a:off x="8260381" y="2558085"/>
            <a:ext cx="1238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0"/>
                </a:moveTo>
                <a:lnTo>
                  <a:pt x="11667" y="451"/>
                </a:lnTo>
                <a:lnTo>
                  <a:pt x="12368" y="1808"/>
                </a:lnTo>
                <a:lnTo>
                  <a:pt x="13105" y="3172"/>
                </a:lnTo>
                <a:lnTo>
                  <a:pt x="13841" y="4484"/>
                </a:lnTo>
                <a:lnTo>
                  <a:pt x="14579" y="5749"/>
                </a:lnTo>
                <a:lnTo>
                  <a:pt x="15319" y="6964"/>
                </a:lnTo>
                <a:lnTo>
                  <a:pt x="16067" y="8140"/>
                </a:lnTo>
                <a:lnTo>
                  <a:pt x="16820" y="9273"/>
                </a:lnTo>
                <a:lnTo>
                  <a:pt x="17582" y="10371"/>
                </a:lnTo>
                <a:lnTo>
                  <a:pt x="18356" y="11436"/>
                </a:lnTo>
                <a:lnTo>
                  <a:pt x="19143" y="12472"/>
                </a:lnTo>
                <a:lnTo>
                  <a:pt x="19944" y="13478"/>
                </a:lnTo>
                <a:lnTo>
                  <a:pt x="20763" y="14466"/>
                </a:lnTo>
                <a:lnTo>
                  <a:pt x="21600" y="15429"/>
                </a:lnTo>
                <a:lnTo>
                  <a:pt x="20784" y="16419"/>
                </a:lnTo>
                <a:lnTo>
                  <a:pt x="20024" y="17191"/>
                </a:lnTo>
                <a:lnTo>
                  <a:pt x="19296" y="17737"/>
                </a:lnTo>
                <a:lnTo>
                  <a:pt x="18568" y="18039"/>
                </a:lnTo>
                <a:lnTo>
                  <a:pt x="17816" y="18082"/>
                </a:lnTo>
                <a:lnTo>
                  <a:pt x="17009" y="17857"/>
                </a:lnTo>
                <a:lnTo>
                  <a:pt x="16121" y="17345"/>
                </a:lnTo>
                <a:lnTo>
                  <a:pt x="15331" y="16555"/>
                </a:lnTo>
                <a:lnTo>
                  <a:pt x="14544" y="15753"/>
                </a:lnTo>
                <a:lnTo>
                  <a:pt x="13763" y="14929"/>
                </a:lnTo>
                <a:lnTo>
                  <a:pt x="12984" y="14089"/>
                </a:lnTo>
                <a:lnTo>
                  <a:pt x="12208" y="13228"/>
                </a:lnTo>
                <a:lnTo>
                  <a:pt x="11435" y="12343"/>
                </a:lnTo>
                <a:lnTo>
                  <a:pt x="11687" y="14176"/>
                </a:lnTo>
                <a:lnTo>
                  <a:pt x="11940" y="16015"/>
                </a:lnTo>
                <a:lnTo>
                  <a:pt x="12193" y="17860"/>
                </a:lnTo>
                <a:lnTo>
                  <a:pt x="12448" y="19721"/>
                </a:lnTo>
                <a:lnTo>
                  <a:pt x="12706" y="21600"/>
                </a:lnTo>
                <a:lnTo>
                  <a:pt x="11867" y="21396"/>
                </a:lnTo>
                <a:lnTo>
                  <a:pt x="11029" y="21193"/>
                </a:lnTo>
                <a:lnTo>
                  <a:pt x="10189" y="20989"/>
                </a:lnTo>
                <a:lnTo>
                  <a:pt x="9349" y="20785"/>
                </a:lnTo>
                <a:lnTo>
                  <a:pt x="8508" y="20582"/>
                </a:lnTo>
                <a:lnTo>
                  <a:pt x="7667" y="20375"/>
                </a:lnTo>
                <a:lnTo>
                  <a:pt x="6823" y="20171"/>
                </a:lnTo>
                <a:lnTo>
                  <a:pt x="5978" y="19965"/>
                </a:lnTo>
                <a:lnTo>
                  <a:pt x="5131" y="19761"/>
                </a:lnTo>
                <a:lnTo>
                  <a:pt x="4282" y="19554"/>
                </a:lnTo>
                <a:lnTo>
                  <a:pt x="3432" y="19347"/>
                </a:lnTo>
                <a:lnTo>
                  <a:pt x="2578" y="19141"/>
                </a:lnTo>
                <a:lnTo>
                  <a:pt x="1722" y="18931"/>
                </a:lnTo>
                <a:lnTo>
                  <a:pt x="863" y="18724"/>
                </a:lnTo>
                <a:lnTo>
                  <a:pt x="0" y="18514"/>
                </a:lnTo>
                <a:lnTo>
                  <a:pt x="0" y="16984"/>
                </a:lnTo>
                <a:lnTo>
                  <a:pt x="0" y="15429"/>
                </a:lnTo>
                <a:lnTo>
                  <a:pt x="614" y="15348"/>
                </a:lnTo>
                <a:lnTo>
                  <a:pt x="1230" y="15268"/>
                </a:lnTo>
                <a:lnTo>
                  <a:pt x="1856" y="15188"/>
                </a:lnTo>
                <a:lnTo>
                  <a:pt x="3614" y="14799"/>
                </a:lnTo>
                <a:lnTo>
                  <a:pt x="5032" y="14463"/>
                </a:lnTo>
                <a:lnTo>
                  <a:pt x="6159" y="14142"/>
                </a:lnTo>
                <a:lnTo>
                  <a:pt x="7044" y="13799"/>
                </a:lnTo>
                <a:lnTo>
                  <a:pt x="7739" y="13404"/>
                </a:lnTo>
                <a:lnTo>
                  <a:pt x="8291" y="12917"/>
                </a:lnTo>
                <a:lnTo>
                  <a:pt x="8748" y="12309"/>
                </a:lnTo>
                <a:lnTo>
                  <a:pt x="9161" y="11541"/>
                </a:lnTo>
                <a:lnTo>
                  <a:pt x="9579" y="10581"/>
                </a:lnTo>
                <a:lnTo>
                  <a:pt x="10050" y="9390"/>
                </a:lnTo>
                <a:lnTo>
                  <a:pt x="10400" y="7538"/>
                </a:lnTo>
                <a:lnTo>
                  <a:pt x="10712" y="5705"/>
                </a:lnTo>
                <a:lnTo>
                  <a:pt x="10988" y="3860"/>
                </a:lnTo>
                <a:lnTo>
                  <a:pt x="11228" y="1972"/>
                </a:lnTo>
                <a:lnTo>
                  <a:pt x="11435" y="0"/>
                </a:lnTo>
                <a:close/>
              </a:path>
            </a:pathLst>
          </a:custGeom>
          <a:solidFill>
            <a:srgbClr val="E2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3" name="contour_08501"/>
          <p:cNvSpPr/>
          <p:nvPr/>
        </p:nvSpPr>
        <p:spPr>
          <a:xfrm>
            <a:off x="11197442" y="2543509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88" y="0"/>
                </a:lnTo>
                <a:lnTo>
                  <a:pt x="5024" y="0"/>
                </a:lnTo>
                <a:lnTo>
                  <a:pt x="6480" y="0"/>
                </a:lnTo>
                <a:lnTo>
                  <a:pt x="6480" y="1785"/>
                </a:lnTo>
                <a:lnTo>
                  <a:pt x="6480" y="3580"/>
                </a:lnTo>
                <a:lnTo>
                  <a:pt x="6480" y="5400"/>
                </a:lnTo>
                <a:lnTo>
                  <a:pt x="7817" y="5065"/>
                </a:lnTo>
                <a:lnTo>
                  <a:pt x="9154" y="4730"/>
                </a:lnTo>
                <a:lnTo>
                  <a:pt x="10495" y="4396"/>
                </a:lnTo>
                <a:lnTo>
                  <a:pt x="11839" y="4061"/>
                </a:lnTo>
                <a:lnTo>
                  <a:pt x="13189" y="3723"/>
                </a:lnTo>
                <a:lnTo>
                  <a:pt x="14545" y="3383"/>
                </a:lnTo>
                <a:lnTo>
                  <a:pt x="15908" y="3043"/>
                </a:lnTo>
                <a:lnTo>
                  <a:pt x="17280" y="2700"/>
                </a:lnTo>
                <a:lnTo>
                  <a:pt x="16924" y="4482"/>
                </a:lnTo>
                <a:lnTo>
                  <a:pt x="16567" y="6267"/>
                </a:lnTo>
                <a:lnTo>
                  <a:pt x="16209" y="8060"/>
                </a:lnTo>
                <a:lnTo>
                  <a:pt x="15848" y="9860"/>
                </a:lnTo>
                <a:lnTo>
                  <a:pt x="15485" y="11672"/>
                </a:lnTo>
                <a:lnTo>
                  <a:pt x="15120" y="13500"/>
                </a:lnTo>
                <a:lnTo>
                  <a:pt x="16403" y="14035"/>
                </a:lnTo>
                <a:lnTo>
                  <a:pt x="17690" y="14572"/>
                </a:lnTo>
                <a:lnTo>
                  <a:pt x="18982" y="15109"/>
                </a:lnTo>
                <a:lnTo>
                  <a:pt x="20285" y="15652"/>
                </a:lnTo>
                <a:lnTo>
                  <a:pt x="21600" y="16200"/>
                </a:lnTo>
                <a:lnTo>
                  <a:pt x="21064" y="17537"/>
                </a:lnTo>
                <a:lnTo>
                  <a:pt x="20529" y="18881"/>
                </a:lnTo>
                <a:lnTo>
                  <a:pt x="19986" y="20231"/>
                </a:lnTo>
                <a:lnTo>
                  <a:pt x="19440" y="21600"/>
                </a:lnTo>
                <a:lnTo>
                  <a:pt x="17898" y="21092"/>
                </a:lnTo>
                <a:lnTo>
                  <a:pt x="16790" y="20698"/>
                </a:lnTo>
                <a:lnTo>
                  <a:pt x="15805" y="20288"/>
                </a:lnTo>
                <a:lnTo>
                  <a:pt x="14632" y="19732"/>
                </a:lnTo>
                <a:lnTo>
                  <a:pt x="12960" y="18900"/>
                </a:lnTo>
                <a:lnTo>
                  <a:pt x="12491" y="17561"/>
                </a:lnTo>
                <a:lnTo>
                  <a:pt x="12014" y="16200"/>
                </a:lnTo>
                <a:lnTo>
                  <a:pt x="11271" y="14621"/>
                </a:lnTo>
                <a:lnTo>
                  <a:pt x="10629" y="13697"/>
                </a:lnTo>
                <a:lnTo>
                  <a:pt x="9733" y="13071"/>
                </a:lnTo>
                <a:lnTo>
                  <a:pt x="8227" y="12382"/>
                </a:lnTo>
                <a:lnTo>
                  <a:pt x="6756" y="12099"/>
                </a:lnTo>
                <a:lnTo>
                  <a:pt x="5266" y="11812"/>
                </a:lnTo>
                <a:lnTo>
                  <a:pt x="3786" y="11507"/>
                </a:lnTo>
                <a:lnTo>
                  <a:pt x="2287" y="11200"/>
                </a:lnTo>
                <a:lnTo>
                  <a:pt x="1151" y="11000"/>
                </a:lnTo>
                <a:lnTo>
                  <a:pt x="0" y="10800"/>
                </a:lnTo>
                <a:lnTo>
                  <a:pt x="255" y="8996"/>
                </a:lnTo>
                <a:lnTo>
                  <a:pt x="525" y="7196"/>
                </a:lnTo>
                <a:lnTo>
                  <a:pt x="810" y="5400"/>
                </a:lnTo>
                <a:lnTo>
                  <a:pt x="1037" y="3893"/>
                </a:lnTo>
                <a:lnTo>
                  <a:pt x="1266" y="2362"/>
                </a:lnTo>
                <a:lnTo>
                  <a:pt x="1711" y="1191"/>
                </a:lnTo>
                <a:lnTo>
                  <a:pt x="2160" y="0"/>
                </a:lnTo>
                <a:close/>
              </a:path>
            </a:pathLst>
          </a:custGeom>
          <a:solidFill>
            <a:srgbClr val="585A5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4" name="contour_08502"/>
          <p:cNvSpPr/>
          <p:nvPr/>
        </p:nvSpPr>
        <p:spPr>
          <a:xfrm>
            <a:off x="6897527" y="2521645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189" y="891"/>
                </a:lnTo>
                <a:lnTo>
                  <a:pt x="17261" y="1785"/>
                </a:lnTo>
                <a:lnTo>
                  <a:pt x="18336" y="2681"/>
                </a:lnTo>
                <a:lnTo>
                  <a:pt x="19416" y="3580"/>
                </a:lnTo>
                <a:lnTo>
                  <a:pt x="20503" y="4487"/>
                </a:lnTo>
                <a:lnTo>
                  <a:pt x="21600" y="5400"/>
                </a:lnTo>
                <a:lnTo>
                  <a:pt x="19812" y="8618"/>
                </a:lnTo>
                <a:lnTo>
                  <a:pt x="18297" y="11310"/>
                </a:lnTo>
                <a:lnTo>
                  <a:pt x="17016" y="13524"/>
                </a:lnTo>
                <a:lnTo>
                  <a:pt x="15917" y="15320"/>
                </a:lnTo>
                <a:lnTo>
                  <a:pt x="14956" y="16748"/>
                </a:lnTo>
                <a:lnTo>
                  <a:pt x="14081" y="17869"/>
                </a:lnTo>
                <a:lnTo>
                  <a:pt x="13252" y="18730"/>
                </a:lnTo>
                <a:lnTo>
                  <a:pt x="12418" y="19389"/>
                </a:lnTo>
                <a:lnTo>
                  <a:pt x="11532" y="19899"/>
                </a:lnTo>
                <a:lnTo>
                  <a:pt x="10549" y="20317"/>
                </a:lnTo>
                <a:lnTo>
                  <a:pt x="9420" y="20698"/>
                </a:lnTo>
                <a:lnTo>
                  <a:pt x="8100" y="21092"/>
                </a:lnTo>
                <a:lnTo>
                  <a:pt x="7545" y="21168"/>
                </a:lnTo>
                <a:lnTo>
                  <a:pt x="6564" y="21298"/>
                </a:lnTo>
                <a:lnTo>
                  <a:pt x="4320" y="21600"/>
                </a:lnTo>
                <a:lnTo>
                  <a:pt x="3784" y="19929"/>
                </a:lnTo>
                <a:lnTo>
                  <a:pt x="3251" y="18257"/>
                </a:lnTo>
                <a:lnTo>
                  <a:pt x="2713" y="16581"/>
                </a:lnTo>
                <a:lnTo>
                  <a:pt x="2177" y="14901"/>
                </a:lnTo>
                <a:lnTo>
                  <a:pt x="1637" y="13214"/>
                </a:lnTo>
                <a:lnTo>
                  <a:pt x="1095" y="11518"/>
                </a:lnTo>
                <a:lnTo>
                  <a:pt x="549" y="9814"/>
                </a:lnTo>
                <a:lnTo>
                  <a:pt x="0" y="8100"/>
                </a:lnTo>
                <a:lnTo>
                  <a:pt x="652" y="8235"/>
                </a:lnTo>
                <a:lnTo>
                  <a:pt x="1251" y="8362"/>
                </a:lnTo>
                <a:lnTo>
                  <a:pt x="1905" y="8497"/>
                </a:lnTo>
                <a:lnTo>
                  <a:pt x="2722" y="8667"/>
                </a:lnTo>
                <a:lnTo>
                  <a:pt x="3806" y="8894"/>
                </a:lnTo>
                <a:lnTo>
                  <a:pt x="5266" y="9196"/>
                </a:lnTo>
                <a:lnTo>
                  <a:pt x="7206" y="9601"/>
                </a:lnTo>
                <a:lnTo>
                  <a:pt x="9735" y="10128"/>
                </a:lnTo>
                <a:lnTo>
                  <a:pt x="12960" y="10800"/>
                </a:lnTo>
                <a:lnTo>
                  <a:pt x="13316" y="9018"/>
                </a:lnTo>
                <a:lnTo>
                  <a:pt x="13673" y="7233"/>
                </a:lnTo>
                <a:lnTo>
                  <a:pt x="14031" y="5440"/>
                </a:lnTo>
                <a:lnTo>
                  <a:pt x="14392" y="3640"/>
                </a:lnTo>
                <a:lnTo>
                  <a:pt x="14755" y="1828"/>
                </a:lnTo>
                <a:lnTo>
                  <a:pt x="15120" y="0"/>
                </a:lnTo>
                <a:close/>
              </a:path>
            </a:pathLst>
          </a:custGeom>
          <a:solidFill>
            <a:srgbClr val="CAD3D8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5" name="contour_08503"/>
          <p:cNvSpPr/>
          <p:nvPr/>
        </p:nvSpPr>
        <p:spPr>
          <a:xfrm>
            <a:off x="3647082" y="2485205"/>
            <a:ext cx="3644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1296"/>
                </a:lnTo>
                <a:lnTo>
                  <a:pt x="8640" y="2594"/>
                </a:lnTo>
                <a:lnTo>
                  <a:pt x="8640" y="3898"/>
                </a:lnTo>
                <a:lnTo>
                  <a:pt x="8640" y="5208"/>
                </a:lnTo>
                <a:lnTo>
                  <a:pt x="8640" y="6525"/>
                </a:lnTo>
                <a:lnTo>
                  <a:pt x="8640" y="7855"/>
                </a:lnTo>
                <a:lnTo>
                  <a:pt x="11206" y="7855"/>
                </a:lnTo>
                <a:lnTo>
                  <a:pt x="13781" y="7855"/>
                </a:lnTo>
                <a:lnTo>
                  <a:pt x="16364" y="7855"/>
                </a:lnTo>
                <a:lnTo>
                  <a:pt x="18969" y="7855"/>
                </a:lnTo>
                <a:lnTo>
                  <a:pt x="21600" y="7855"/>
                </a:lnTo>
                <a:lnTo>
                  <a:pt x="21600" y="9021"/>
                </a:lnTo>
                <a:lnTo>
                  <a:pt x="21600" y="10191"/>
                </a:lnTo>
                <a:lnTo>
                  <a:pt x="21600" y="11366"/>
                </a:lnTo>
                <a:lnTo>
                  <a:pt x="21600" y="12550"/>
                </a:lnTo>
                <a:lnTo>
                  <a:pt x="21600" y="13745"/>
                </a:lnTo>
                <a:lnTo>
                  <a:pt x="18744" y="13745"/>
                </a:lnTo>
                <a:lnTo>
                  <a:pt x="15872" y="13745"/>
                </a:lnTo>
                <a:lnTo>
                  <a:pt x="12960" y="13745"/>
                </a:lnTo>
                <a:lnTo>
                  <a:pt x="11889" y="15036"/>
                </a:lnTo>
                <a:lnTo>
                  <a:pt x="11331" y="16055"/>
                </a:lnTo>
                <a:lnTo>
                  <a:pt x="10800" y="17673"/>
                </a:lnTo>
                <a:lnTo>
                  <a:pt x="10269" y="19291"/>
                </a:lnTo>
                <a:lnTo>
                  <a:pt x="9711" y="20310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20263"/>
                </a:lnTo>
                <a:lnTo>
                  <a:pt x="0" y="18927"/>
                </a:lnTo>
                <a:lnTo>
                  <a:pt x="0" y="17588"/>
                </a:lnTo>
                <a:lnTo>
                  <a:pt x="0" y="16251"/>
                </a:lnTo>
                <a:lnTo>
                  <a:pt x="0" y="14912"/>
                </a:lnTo>
                <a:lnTo>
                  <a:pt x="0" y="13569"/>
                </a:lnTo>
                <a:lnTo>
                  <a:pt x="0" y="12226"/>
                </a:lnTo>
                <a:lnTo>
                  <a:pt x="0" y="10881"/>
                </a:lnTo>
                <a:lnTo>
                  <a:pt x="0" y="9533"/>
                </a:lnTo>
                <a:lnTo>
                  <a:pt x="0" y="8182"/>
                </a:lnTo>
                <a:lnTo>
                  <a:pt x="0" y="6828"/>
                </a:lnTo>
                <a:lnTo>
                  <a:pt x="0" y="5471"/>
                </a:lnTo>
                <a:lnTo>
                  <a:pt x="0" y="4110"/>
                </a:lnTo>
                <a:lnTo>
                  <a:pt x="0" y="2745"/>
                </a:lnTo>
                <a:lnTo>
                  <a:pt x="0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A4AFB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6" name="contour_08504"/>
          <p:cNvSpPr/>
          <p:nvPr/>
        </p:nvSpPr>
        <p:spPr>
          <a:xfrm>
            <a:off x="1161877" y="2511821"/>
            <a:ext cx="58304" cy="38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4" y="48"/>
                </a:moveTo>
                <a:lnTo>
                  <a:pt x="7690" y="0"/>
                </a:lnTo>
                <a:lnTo>
                  <a:pt x="9553" y="53"/>
                </a:lnTo>
                <a:lnTo>
                  <a:pt x="11316" y="254"/>
                </a:lnTo>
                <a:lnTo>
                  <a:pt x="13011" y="630"/>
                </a:lnTo>
                <a:lnTo>
                  <a:pt x="14672" y="1228"/>
                </a:lnTo>
                <a:lnTo>
                  <a:pt x="16324" y="2076"/>
                </a:lnTo>
                <a:lnTo>
                  <a:pt x="18006" y="3215"/>
                </a:lnTo>
                <a:lnTo>
                  <a:pt x="19742" y="4685"/>
                </a:lnTo>
                <a:lnTo>
                  <a:pt x="20525" y="6761"/>
                </a:lnTo>
                <a:lnTo>
                  <a:pt x="21052" y="8510"/>
                </a:lnTo>
                <a:lnTo>
                  <a:pt x="21368" y="10400"/>
                </a:lnTo>
                <a:lnTo>
                  <a:pt x="21532" y="12896"/>
                </a:lnTo>
                <a:lnTo>
                  <a:pt x="21592" y="16475"/>
                </a:lnTo>
                <a:lnTo>
                  <a:pt x="21600" y="21600"/>
                </a:lnTo>
                <a:lnTo>
                  <a:pt x="19818" y="21269"/>
                </a:lnTo>
                <a:lnTo>
                  <a:pt x="18036" y="20934"/>
                </a:lnTo>
                <a:lnTo>
                  <a:pt x="16251" y="20598"/>
                </a:lnTo>
                <a:lnTo>
                  <a:pt x="14464" y="20267"/>
                </a:lnTo>
                <a:lnTo>
                  <a:pt x="12676" y="19932"/>
                </a:lnTo>
                <a:lnTo>
                  <a:pt x="10881" y="19597"/>
                </a:lnTo>
                <a:lnTo>
                  <a:pt x="9083" y="19261"/>
                </a:lnTo>
                <a:lnTo>
                  <a:pt x="7282" y="18922"/>
                </a:lnTo>
                <a:lnTo>
                  <a:pt x="5473" y="18583"/>
                </a:lnTo>
                <a:lnTo>
                  <a:pt x="3656" y="18244"/>
                </a:lnTo>
                <a:lnTo>
                  <a:pt x="1833" y="17904"/>
                </a:lnTo>
                <a:lnTo>
                  <a:pt x="0" y="17561"/>
                </a:lnTo>
                <a:lnTo>
                  <a:pt x="370" y="11866"/>
                </a:lnTo>
                <a:lnTo>
                  <a:pt x="724" y="7743"/>
                </a:lnTo>
                <a:lnTo>
                  <a:pt x="1156" y="4891"/>
                </a:lnTo>
                <a:lnTo>
                  <a:pt x="1769" y="3005"/>
                </a:lnTo>
                <a:lnTo>
                  <a:pt x="2665" y="1769"/>
                </a:lnTo>
                <a:lnTo>
                  <a:pt x="3939" y="889"/>
                </a:lnTo>
                <a:lnTo>
                  <a:pt x="5694" y="48"/>
                </a:lnTo>
                <a:close/>
              </a:path>
            </a:pathLst>
          </a:custGeom>
          <a:solidFill>
            <a:srgbClr val="040404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7" name="contour_08505"/>
          <p:cNvSpPr/>
          <p:nvPr/>
        </p:nvSpPr>
        <p:spPr>
          <a:xfrm>
            <a:off x="4047922" y="2477341"/>
            <a:ext cx="87456" cy="29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89"/>
                </a:moveTo>
                <a:lnTo>
                  <a:pt x="14963" y="126"/>
                </a:lnTo>
                <a:lnTo>
                  <a:pt x="16105" y="163"/>
                </a:lnTo>
                <a:lnTo>
                  <a:pt x="17204" y="200"/>
                </a:lnTo>
                <a:lnTo>
                  <a:pt x="18302" y="247"/>
                </a:lnTo>
                <a:lnTo>
                  <a:pt x="19402" y="299"/>
                </a:lnTo>
                <a:lnTo>
                  <a:pt x="20500" y="352"/>
                </a:lnTo>
                <a:lnTo>
                  <a:pt x="21600" y="415"/>
                </a:lnTo>
                <a:lnTo>
                  <a:pt x="20963" y="3833"/>
                </a:lnTo>
                <a:lnTo>
                  <a:pt x="20308" y="7104"/>
                </a:lnTo>
                <a:lnTo>
                  <a:pt x="19620" y="10222"/>
                </a:lnTo>
                <a:lnTo>
                  <a:pt x="18880" y="13205"/>
                </a:lnTo>
                <a:lnTo>
                  <a:pt x="18076" y="16056"/>
                </a:lnTo>
                <a:lnTo>
                  <a:pt x="17186" y="18791"/>
                </a:lnTo>
                <a:lnTo>
                  <a:pt x="16200" y="21416"/>
                </a:lnTo>
                <a:lnTo>
                  <a:pt x="14967" y="21600"/>
                </a:lnTo>
                <a:lnTo>
                  <a:pt x="13743" y="21469"/>
                </a:lnTo>
                <a:lnTo>
                  <a:pt x="12526" y="21059"/>
                </a:lnTo>
                <a:lnTo>
                  <a:pt x="11322" y="20387"/>
                </a:lnTo>
                <a:lnTo>
                  <a:pt x="10127" y="19495"/>
                </a:lnTo>
                <a:lnTo>
                  <a:pt x="8942" y="18392"/>
                </a:lnTo>
                <a:lnTo>
                  <a:pt x="7771" y="17121"/>
                </a:lnTo>
                <a:lnTo>
                  <a:pt x="6613" y="15704"/>
                </a:lnTo>
                <a:lnTo>
                  <a:pt x="5470" y="14165"/>
                </a:lnTo>
                <a:lnTo>
                  <a:pt x="4342" y="12538"/>
                </a:lnTo>
                <a:lnTo>
                  <a:pt x="3229" y="10847"/>
                </a:lnTo>
                <a:lnTo>
                  <a:pt x="2135" y="9115"/>
                </a:lnTo>
                <a:lnTo>
                  <a:pt x="1057" y="7382"/>
                </a:lnTo>
                <a:lnTo>
                  <a:pt x="0" y="5665"/>
                </a:lnTo>
                <a:lnTo>
                  <a:pt x="1273" y="4248"/>
                </a:lnTo>
                <a:lnTo>
                  <a:pt x="2524" y="3087"/>
                </a:lnTo>
                <a:lnTo>
                  <a:pt x="3757" y="2147"/>
                </a:lnTo>
                <a:lnTo>
                  <a:pt x="4981" y="1407"/>
                </a:lnTo>
                <a:lnTo>
                  <a:pt x="6201" y="856"/>
                </a:lnTo>
                <a:lnTo>
                  <a:pt x="7425" y="457"/>
                </a:lnTo>
                <a:lnTo>
                  <a:pt x="8658" y="200"/>
                </a:lnTo>
                <a:lnTo>
                  <a:pt x="9911" y="53"/>
                </a:lnTo>
                <a:lnTo>
                  <a:pt x="11185" y="0"/>
                </a:lnTo>
                <a:lnTo>
                  <a:pt x="12492" y="21"/>
                </a:lnTo>
                <a:lnTo>
                  <a:pt x="13838" y="89"/>
                </a:lnTo>
                <a:close/>
              </a:path>
            </a:pathLst>
          </a:custGeom>
          <a:solidFill>
            <a:srgbClr val="E2E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8" name="contour_08506"/>
          <p:cNvSpPr/>
          <p:nvPr/>
        </p:nvSpPr>
        <p:spPr>
          <a:xfrm>
            <a:off x="742563" y="2448765"/>
            <a:ext cx="6220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69" y="0"/>
                </a:moveTo>
                <a:lnTo>
                  <a:pt x="19697" y="972"/>
                </a:lnTo>
                <a:lnTo>
                  <a:pt x="20324" y="1950"/>
                </a:lnTo>
                <a:lnTo>
                  <a:pt x="20960" y="2932"/>
                </a:lnTo>
                <a:lnTo>
                  <a:pt x="21600" y="3927"/>
                </a:lnTo>
                <a:lnTo>
                  <a:pt x="21051" y="4139"/>
                </a:lnTo>
                <a:lnTo>
                  <a:pt x="20340" y="4416"/>
                </a:lnTo>
                <a:lnTo>
                  <a:pt x="18996" y="4939"/>
                </a:lnTo>
                <a:lnTo>
                  <a:pt x="16538" y="5891"/>
                </a:lnTo>
                <a:lnTo>
                  <a:pt x="17166" y="6863"/>
                </a:lnTo>
                <a:lnTo>
                  <a:pt x="17794" y="7841"/>
                </a:lnTo>
                <a:lnTo>
                  <a:pt x="18429" y="8823"/>
                </a:lnTo>
                <a:lnTo>
                  <a:pt x="19069" y="9818"/>
                </a:lnTo>
                <a:lnTo>
                  <a:pt x="18348" y="9873"/>
                </a:lnTo>
                <a:lnTo>
                  <a:pt x="17075" y="9967"/>
                </a:lnTo>
                <a:lnTo>
                  <a:pt x="14165" y="10187"/>
                </a:lnTo>
                <a:lnTo>
                  <a:pt x="12510" y="10496"/>
                </a:lnTo>
                <a:lnTo>
                  <a:pt x="11414" y="10765"/>
                </a:lnTo>
                <a:lnTo>
                  <a:pt x="10391" y="11144"/>
                </a:lnTo>
                <a:lnTo>
                  <a:pt x="8946" y="11782"/>
                </a:lnTo>
                <a:lnTo>
                  <a:pt x="8359" y="12984"/>
                </a:lnTo>
                <a:lnTo>
                  <a:pt x="7876" y="14185"/>
                </a:lnTo>
                <a:lnTo>
                  <a:pt x="7481" y="15389"/>
                </a:lnTo>
                <a:lnTo>
                  <a:pt x="7162" y="16601"/>
                </a:lnTo>
                <a:lnTo>
                  <a:pt x="6909" y="17824"/>
                </a:lnTo>
                <a:lnTo>
                  <a:pt x="6709" y="19063"/>
                </a:lnTo>
                <a:lnTo>
                  <a:pt x="6550" y="20320"/>
                </a:lnTo>
                <a:lnTo>
                  <a:pt x="6415" y="21600"/>
                </a:lnTo>
                <a:lnTo>
                  <a:pt x="5527" y="20436"/>
                </a:lnTo>
                <a:lnTo>
                  <a:pt x="4652" y="19255"/>
                </a:lnTo>
                <a:lnTo>
                  <a:pt x="3806" y="18058"/>
                </a:lnTo>
                <a:lnTo>
                  <a:pt x="3004" y="16842"/>
                </a:lnTo>
                <a:lnTo>
                  <a:pt x="2262" y="15607"/>
                </a:lnTo>
                <a:lnTo>
                  <a:pt x="1597" y="14352"/>
                </a:lnTo>
                <a:lnTo>
                  <a:pt x="1027" y="13078"/>
                </a:lnTo>
                <a:lnTo>
                  <a:pt x="564" y="11782"/>
                </a:lnTo>
                <a:lnTo>
                  <a:pt x="230" y="10462"/>
                </a:lnTo>
                <a:lnTo>
                  <a:pt x="35" y="9121"/>
                </a:lnTo>
                <a:lnTo>
                  <a:pt x="0" y="7754"/>
                </a:lnTo>
                <a:lnTo>
                  <a:pt x="957" y="6670"/>
                </a:lnTo>
                <a:lnTo>
                  <a:pt x="2141" y="5700"/>
                </a:lnTo>
                <a:lnTo>
                  <a:pt x="3520" y="4836"/>
                </a:lnTo>
                <a:lnTo>
                  <a:pt x="5059" y="4065"/>
                </a:lnTo>
                <a:lnTo>
                  <a:pt x="6722" y="3377"/>
                </a:lnTo>
                <a:lnTo>
                  <a:pt x="8481" y="2761"/>
                </a:lnTo>
                <a:lnTo>
                  <a:pt x="10295" y="2207"/>
                </a:lnTo>
                <a:lnTo>
                  <a:pt x="12135" y="1706"/>
                </a:lnTo>
                <a:lnTo>
                  <a:pt x="13967" y="1245"/>
                </a:lnTo>
                <a:lnTo>
                  <a:pt x="15754" y="813"/>
                </a:lnTo>
                <a:lnTo>
                  <a:pt x="17467" y="403"/>
                </a:lnTo>
                <a:lnTo>
                  <a:pt x="19069" y="0"/>
                </a:lnTo>
                <a:close/>
              </a:path>
            </a:pathLst>
          </a:custGeom>
          <a:solidFill>
            <a:srgbClr val="212021"/>
          </a:solidFill>
          <a:ln>
            <a:noFill/>
          </a:ln>
        </p:spPr>
        <p:txBody>
          <a:bodyPr/>
          <a:lstStyle/>
          <a:p/>
        </p:txBody>
      </p:sp>
      <p:sp>
        <p:nvSpPr>
          <p:cNvPr id="8509" name="contour_08507"/>
          <p:cNvSpPr/>
          <p:nvPr/>
        </p:nvSpPr>
        <p:spPr>
          <a:xfrm>
            <a:off x="6977695" y="2465149"/>
            <a:ext cx="80168" cy="35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15"/>
                </a:moveTo>
                <a:lnTo>
                  <a:pt x="19931" y="7948"/>
                </a:lnTo>
                <a:lnTo>
                  <a:pt x="18572" y="11664"/>
                </a:lnTo>
                <a:lnTo>
                  <a:pt x="17463" y="14578"/>
                </a:lnTo>
                <a:lnTo>
                  <a:pt x="16544" y="16791"/>
                </a:lnTo>
                <a:lnTo>
                  <a:pt x="15754" y="18417"/>
                </a:lnTo>
                <a:lnTo>
                  <a:pt x="15036" y="19568"/>
                </a:lnTo>
                <a:lnTo>
                  <a:pt x="14329" y="20352"/>
                </a:lnTo>
                <a:lnTo>
                  <a:pt x="13573" y="20881"/>
                </a:lnTo>
                <a:lnTo>
                  <a:pt x="12711" y="21261"/>
                </a:lnTo>
                <a:lnTo>
                  <a:pt x="11682" y="21600"/>
                </a:lnTo>
                <a:lnTo>
                  <a:pt x="10299" y="20820"/>
                </a:lnTo>
                <a:lnTo>
                  <a:pt x="9019" y="19828"/>
                </a:lnTo>
                <a:lnTo>
                  <a:pt x="7829" y="18638"/>
                </a:lnTo>
                <a:lnTo>
                  <a:pt x="6714" y="17258"/>
                </a:lnTo>
                <a:lnTo>
                  <a:pt x="5663" y="15706"/>
                </a:lnTo>
                <a:lnTo>
                  <a:pt x="4662" y="13987"/>
                </a:lnTo>
                <a:lnTo>
                  <a:pt x="3701" y="12114"/>
                </a:lnTo>
                <a:lnTo>
                  <a:pt x="2767" y="10099"/>
                </a:lnTo>
                <a:lnTo>
                  <a:pt x="1848" y="7952"/>
                </a:lnTo>
                <a:lnTo>
                  <a:pt x="929" y="5687"/>
                </a:lnTo>
                <a:lnTo>
                  <a:pt x="0" y="3315"/>
                </a:lnTo>
                <a:lnTo>
                  <a:pt x="1422" y="2455"/>
                </a:lnTo>
                <a:lnTo>
                  <a:pt x="2814" y="1732"/>
                </a:lnTo>
                <a:lnTo>
                  <a:pt x="4179" y="1142"/>
                </a:lnTo>
                <a:lnTo>
                  <a:pt x="5524" y="679"/>
                </a:lnTo>
                <a:lnTo>
                  <a:pt x="6849" y="335"/>
                </a:lnTo>
                <a:lnTo>
                  <a:pt x="8163" y="115"/>
                </a:lnTo>
                <a:lnTo>
                  <a:pt x="9469" y="4"/>
                </a:lnTo>
                <a:lnTo>
                  <a:pt x="10773" y="0"/>
                </a:lnTo>
                <a:lnTo>
                  <a:pt x="12074" y="101"/>
                </a:lnTo>
                <a:lnTo>
                  <a:pt x="13384" y="300"/>
                </a:lnTo>
                <a:lnTo>
                  <a:pt x="14702" y="595"/>
                </a:lnTo>
                <a:lnTo>
                  <a:pt x="16035" y="979"/>
                </a:lnTo>
                <a:lnTo>
                  <a:pt x="17386" y="1450"/>
                </a:lnTo>
                <a:lnTo>
                  <a:pt x="18763" y="1997"/>
                </a:lnTo>
                <a:lnTo>
                  <a:pt x="20165" y="2618"/>
                </a:lnTo>
                <a:lnTo>
                  <a:pt x="21600" y="3315"/>
                </a:lnTo>
                <a:close/>
              </a:path>
            </a:pathLst>
          </a:custGeom>
          <a:solidFill>
            <a:srgbClr val="DC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0" name="contour_08508"/>
          <p:cNvSpPr/>
          <p:nvPr/>
        </p:nvSpPr>
        <p:spPr>
          <a:xfrm>
            <a:off x="301894" y="2419613"/>
            <a:ext cx="47503" cy="58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28" y="0"/>
                </a:moveTo>
                <a:lnTo>
                  <a:pt x="8742" y="535"/>
                </a:lnTo>
                <a:lnTo>
                  <a:pt x="10760" y="1111"/>
                </a:lnTo>
                <a:lnTo>
                  <a:pt x="12692" y="1745"/>
                </a:lnTo>
                <a:lnTo>
                  <a:pt x="14561" y="2465"/>
                </a:lnTo>
                <a:lnTo>
                  <a:pt x="16371" y="3292"/>
                </a:lnTo>
                <a:lnTo>
                  <a:pt x="18140" y="4248"/>
                </a:lnTo>
                <a:lnTo>
                  <a:pt x="19883" y="5353"/>
                </a:lnTo>
                <a:lnTo>
                  <a:pt x="20695" y="7355"/>
                </a:lnTo>
                <a:lnTo>
                  <a:pt x="21262" y="9272"/>
                </a:lnTo>
                <a:lnTo>
                  <a:pt x="21567" y="11140"/>
                </a:lnTo>
                <a:lnTo>
                  <a:pt x="21600" y="12989"/>
                </a:lnTo>
                <a:lnTo>
                  <a:pt x="21338" y="14850"/>
                </a:lnTo>
                <a:lnTo>
                  <a:pt x="20772" y="16755"/>
                </a:lnTo>
                <a:lnTo>
                  <a:pt x="19883" y="18736"/>
                </a:lnTo>
                <a:lnTo>
                  <a:pt x="17892" y="19574"/>
                </a:lnTo>
                <a:lnTo>
                  <a:pt x="15903" y="20267"/>
                </a:lnTo>
                <a:lnTo>
                  <a:pt x="13902" y="20816"/>
                </a:lnTo>
                <a:lnTo>
                  <a:pt x="11880" y="21220"/>
                </a:lnTo>
                <a:lnTo>
                  <a:pt x="9822" y="21482"/>
                </a:lnTo>
                <a:lnTo>
                  <a:pt x="7718" y="21600"/>
                </a:lnTo>
                <a:lnTo>
                  <a:pt x="5551" y="21576"/>
                </a:lnTo>
                <a:lnTo>
                  <a:pt x="3314" y="21413"/>
                </a:lnTo>
                <a:lnTo>
                  <a:pt x="1922" y="20123"/>
                </a:lnTo>
                <a:lnTo>
                  <a:pt x="1113" y="19135"/>
                </a:lnTo>
                <a:lnTo>
                  <a:pt x="577" y="17949"/>
                </a:lnTo>
                <a:lnTo>
                  <a:pt x="0" y="16059"/>
                </a:lnTo>
                <a:lnTo>
                  <a:pt x="567" y="14055"/>
                </a:lnTo>
                <a:lnTo>
                  <a:pt x="1011" y="12617"/>
                </a:lnTo>
                <a:lnTo>
                  <a:pt x="1481" y="11346"/>
                </a:lnTo>
                <a:lnTo>
                  <a:pt x="2131" y="9839"/>
                </a:lnTo>
                <a:lnTo>
                  <a:pt x="3108" y="7695"/>
                </a:lnTo>
                <a:lnTo>
                  <a:pt x="3751" y="6250"/>
                </a:lnTo>
                <a:lnTo>
                  <a:pt x="4404" y="4796"/>
                </a:lnTo>
                <a:lnTo>
                  <a:pt x="5060" y="3324"/>
                </a:lnTo>
                <a:lnTo>
                  <a:pt x="5839" y="1673"/>
                </a:lnTo>
                <a:lnTo>
                  <a:pt x="6628" y="0"/>
                </a:lnTo>
                <a:close/>
              </a:path>
            </a:pathLst>
          </a:custGeom>
          <a:solidFill>
            <a:srgbClr val="ABA8AA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1" name="contour_08509"/>
          <p:cNvSpPr/>
          <p:nvPr/>
        </p:nvSpPr>
        <p:spPr>
          <a:xfrm>
            <a:off x="6766343" y="2412325"/>
            <a:ext cx="4615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89" y="0"/>
                </a:moveTo>
                <a:lnTo>
                  <a:pt x="18179" y="1347"/>
                </a:lnTo>
                <a:lnTo>
                  <a:pt x="19560" y="2354"/>
                </a:lnTo>
                <a:lnTo>
                  <a:pt x="20393" y="3329"/>
                </a:lnTo>
                <a:lnTo>
                  <a:pt x="20938" y="4579"/>
                </a:lnTo>
                <a:lnTo>
                  <a:pt x="21464" y="6412"/>
                </a:lnTo>
                <a:lnTo>
                  <a:pt x="21559" y="8265"/>
                </a:lnTo>
                <a:lnTo>
                  <a:pt x="21600" y="10060"/>
                </a:lnTo>
                <a:lnTo>
                  <a:pt x="21569" y="11821"/>
                </a:lnTo>
                <a:lnTo>
                  <a:pt x="21453" y="13562"/>
                </a:lnTo>
                <a:lnTo>
                  <a:pt x="21242" y="15309"/>
                </a:lnTo>
                <a:lnTo>
                  <a:pt x="20914" y="17083"/>
                </a:lnTo>
                <a:lnTo>
                  <a:pt x="20464" y="18900"/>
                </a:lnTo>
                <a:lnTo>
                  <a:pt x="17923" y="20056"/>
                </a:lnTo>
                <a:lnTo>
                  <a:pt x="16122" y="20774"/>
                </a:lnTo>
                <a:lnTo>
                  <a:pt x="14567" y="21184"/>
                </a:lnTo>
                <a:lnTo>
                  <a:pt x="12770" y="21416"/>
                </a:lnTo>
                <a:lnTo>
                  <a:pt x="10232" y="21600"/>
                </a:lnTo>
                <a:lnTo>
                  <a:pt x="9983" y="20428"/>
                </a:lnTo>
                <a:lnTo>
                  <a:pt x="9724" y="19238"/>
                </a:lnTo>
                <a:lnTo>
                  <a:pt x="9342" y="17731"/>
                </a:lnTo>
                <a:lnTo>
                  <a:pt x="8953" y="16200"/>
                </a:lnTo>
                <a:lnTo>
                  <a:pt x="8595" y="14693"/>
                </a:lnTo>
                <a:lnTo>
                  <a:pt x="8233" y="13162"/>
                </a:lnTo>
                <a:lnTo>
                  <a:pt x="7531" y="11991"/>
                </a:lnTo>
                <a:lnTo>
                  <a:pt x="6821" y="10800"/>
                </a:lnTo>
                <a:lnTo>
                  <a:pt x="4567" y="10800"/>
                </a:lnTo>
                <a:lnTo>
                  <a:pt x="2299" y="10800"/>
                </a:lnTo>
                <a:lnTo>
                  <a:pt x="0" y="10800"/>
                </a:lnTo>
                <a:lnTo>
                  <a:pt x="0" y="9015"/>
                </a:lnTo>
                <a:lnTo>
                  <a:pt x="0" y="7220"/>
                </a:lnTo>
                <a:lnTo>
                  <a:pt x="0" y="5400"/>
                </a:lnTo>
                <a:lnTo>
                  <a:pt x="1954" y="4042"/>
                </a:lnTo>
                <a:lnTo>
                  <a:pt x="3762" y="2900"/>
                </a:lnTo>
                <a:lnTo>
                  <a:pt x="5501" y="1966"/>
                </a:lnTo>
                <a:lnTo>
                  <a:pt x="7255" y="1228"/>
                </a:lnTo>
                <a:lnTo>
                  <a:pt x="9100" y="672"/>
                </a:lnTo>
                <a:lnTo>
                  <a:pt x="11119" y="292"/>
                </a:lnTo>
                <a:lnTo>
                  <a:pt x="13387" y="70"/>
                </a:lnTo>
                <a:lnTo>
                  <a:pt x="15989" y="0"/>
                </a:lnTo>
                <a:close/>
              </a:path>
            </a:pathLst>
          </a:custGeom>
          <a:solidFill>
            <a:srgbClr val="C5D2DB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2" name="contour_08510"/>
          <p:cNvSpPr/>
          <p:nvPr/>
        </p:nvSpPr>
        <p:spPr>
          <a:xfrm>
            <a:off x="4432546" y="2390461"/>
            <a:ext cx="526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31" y="0"/>
                </a:moveTo>
                <a:lnTo>
                  <a:pt x="14407" y="535"/>
                </a:lnTo>
                <a:lnTo>
                  <a:pt x="16189" y="1072"/>
                </a:lnTo>
                <a:lnTo>
                  <a:pt x="17977" y="1609"/>
                </a:lnTo>
                <a:lnTo>
                  <a:pt x="19779" y="2152"/>
                </a:lnTo>
                <a:lnTo>
                  <a:pt x="21600" y="2700"/>
                </a:lnTo>
                <a:lnTo>
                  <a:pt x="21062" y="4401"/>
                </a:lnTo>
                <a:lnTo>
                  <a:pt x="20524" y="6102"/>
                </a:lnTo>
                <a:lnTo>
                  <a:pt x="19986" y="7806"/>
                </a:lnTo>
                <a:lnTo>
                  <a:pt x="19444" y="9512"/>
                </a:lnTo>
                <a:lnTo>
                  <a:pt x="18903" y="11224"/>
                </a:lnTo>
                <a:lnTo>
                  <a:pt x="18362" y="12936"/>
                </a:lnTo>
                <a:lnTo>
                  <a:pt x="17818" y="14656"/>
                </a:lnTo>
                <a:lnTo>
                  <a:pt x="17271" y="16381"/>
                </a:lnTo>
                <a:lnTo>
                  <a:pt x="16724" y="18112"/>
                </a:lnTo>
                <a:lnTo>
                  <a:pt x="16174" y="19853"/>
                </a:lnTo>
                <a:lnTo>
                  <a:pt x="15621" y="21600"/>
                </a:lnTo>
                <a:lnTo>
                  <a:pt x="12135" y="21206"/>
                </a:lnTo>
                <a:lnTo>
                  <a:pt x="9462" y="20890"/>
                </a:lnTo>
                <a:lnTo>
                  <a:pt x="7426" y="20623"/>
                </a:lnTo>
                <a:lnTo>
                  <a:pt x="5854" y="20372"/>
                </a:lnTo>
                <a:lnTo>
                  <a:pt x="4565" y="20104"/>
                </a:lnTo>
                <a:lnTo>
                  <a:pt x="3390" y="19794"/>
                </a:lnTo>
                <a:lnTo>
                  <a:pt x="2150" y="19402"/>
                </a:lnTo>
                <a:lnTo>
                  <a:pt x="673" y="18900"/>
                </a:lnTo>
                <a:lnTo>
                  <a:pt x="224" y="16810"/>
                </a:lnTo>
                <a:lnTo>
                  <a:pt x="0" y="15344"/>
                </a:lnTo>
                <a:lnTo>
                  <a:pt x="0" y="14113"/>
                </a:lnTo>
                <a:lnTo>
                  <a:pt x="224" y="12728"/>
                </a:lnTo>
                <a:lnTo>
                  <a:pt x="673" y="10800"/>
                </a:lnTo>
                <a:lnTo>
                  <a:pt x="2093" y="11021"/>
                </a:lnTo>
                <a:lnTo>
                  <a:pt x="3522" y="11248"/>
                </a:lnTo>
                <a:lnTo>
                  <a:pt x="4972" y="11475"/>
                </a:lnTo>
                <a:lnTo>
                  <a:pt x="6514" y="11254"/>
                </a:lnTo>
                <a:lnTo>
                  <a:pt x="8066" y="11027"/>
                </a:lnTo>
                <a:lnTo>
                  <a:pt x="9642" y="10800"/>
                </a:lnTo>
                <a:lnTo>
                  <a:pt x="10458" y="9056"/>
                </a:lnTo>
                <a:lnTo>
                  <a:pt x="11103" y="7298"/>
                </a:lnTo>
                <a:lnTo>
                  <a:pt x="11615" y="5519"/>
                </a:lnTo>
                <a:lnTo>
                  <a:pt x="12018" y="3712"/>
                </a:lnTo>
                <a:lnTo>
                  <a:pt x="12347" y="1876"/>
                </a:lnTo>
                <a:lnTo>
                  <a:pt x="12631" y="0"/>
                </a:lnTo>
                <a:close/>
              </a:path>
            </a:pathLst>
          </a:custGeom>
          <a:solidFill>
            <a:srgbClr val="728389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3" name="contour_08511"/>
          <p:cNvSpPr/>
          <p:nvPr/>
        </p:nvSpPr>
        <p:spPr>
          <a:xfrm>
            <a:off x="4623673" y="2374464"/>
            <a:ext cx="58144" cy="45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80"/>
                </a:moveTo>
                <a:lnTo>
                  <a:pt x="1557" y="572"/>
                </a:lnTo>
                <a:lnTo>
                  <a:pt x="3114" y="478"/>
                </a:lnTo>
                <a:lnTo>
                  <a:pt x="4670" y="391"/>
                </a:lnTo>
                <a:lnTo>
                  <a:pt x="6227" y="314"/>
                </a:lnTo>
                <a:lnTo>
                  <a:pt x="7784" y="244"/>
                </a:lnTo>
                <a:lnTo>
                  <a:pt x="9230" y="164"/>
                </a:lnTo>
                <a:lnTo>
                  <a:pt x="10686" y="84"/>
                </a:lnTo>
                <a:lnTo>
                  <a:pt x="12162" y="0"/>
                </a:lnTo>
                <a:lnTo>
                  <a:pt x="14182" y="356"/>
                </a:lnTo>
                <a:lnTo>
                  <a:pt x="15573" y="729"/>
                </a:lnTo>
                <a:lnTo>
                  <a:pt x="16697" y="1297"/>
                </a:lnTo>
                <a:lnTo>
                  <a:pt x="17902" y="2235"/>
                </a:lnTo>
                <a:lnTo>
                  <a:pt x="19545" y="3731"/>
                </a:lnTo>
                <a:lnTo>
                  <a:pt x="20766" y="6056"/>
                </a:lnTo>
                <a:lnTo>
                  <a:pt x="21386" y="7629"/>
                </a:lnTo>
                <a:lnTo>
                  <a:pt x="21600" y="9166"/>
                </a:lnTo>
                <a:lnTo>
                  <a:pt x="21597" y="11384"/>
                </a:lnTo>
                <a:lnTo>
                  <a:pt x="21069" y="13427"/>
                </a:lnTo>
                <a:lnTo>
                  <a:pt x="20539" y="15470"/>
                </a:lnTo>
                <a:lnTo>
                  <a:pt x="20011" y="17514"/>
                </a:lnTo>
                <a:lnTo>
                  <a:pt x="19480" y="19557"/>
                </a:lnTo>
                <a:lnTo>
                  <a:pt x="18952" y="21600"/>
                </a:lnTo>
                <a:lnTo>
                  <a:pt x="15673" y="20369"/>
                </a:lnTo>
                <a:lnTo>
                  <a:pt x="13026" y="19348"/>
                </a:lnTo>
                <a:lnTo>
                  <a:pt x="10914" y="18472"/>
                </a:lnTo>
                <a:lnTo>
                  <a:pt x="9246" y="17674"/>
                </a:lnTo>
                <a:lnTo>
                  <a:pt x="7930" y="16896"/>
                </a:lnTo>
                <a:lnTo>
                  <a:pt x="6869" y="16074"/>
                </a:lnTo>
                <a:lnTo>
                  <a:pt x="5973" y="15139"/>
                </a:lnTo>
                <a:lnTo>
                  <a:pt x="5141" y="14037"/>
                </a:lnTo>
                <a:lnTo>
                  <a:pt x="4286" y="12698"/>
                </a:lnTo>
                <a:lnTo>
                  <a:pt x="3311" y="11060"/>
                </a:lnTo>
                <a:lnTo>
                  <a:pt x="2588" y="9132"/>
                </a:lnTo>
                <a:lnTo>
                  <a:pt x="2058" y="7629"/>
                </a:lnTo>
                <a:lnTo>
                  <a:pt x="1554" y="6053"/>
                </a:lnTo>
                <a:lnTo>
                  <a:pt x="921" y="3902"/>
                </a:lnTo>
                <a:lnTo>
                  <a:pt x="0" y="680"/>
                </a:lnTo>
                <a:close/>
              </a:path>
            </a:pathLst>
          </a:custGeom>
          <a:solidFill>
            <a:srgbClr val="7096A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4" name="contour_08512"/>
          <p:cNvSpPr/>
          <p:nvPr/>
        </p:nvSpPr>
        <p:spPr>
          <a:xfrm>
            <a:off x="1895887" y="2354021"/>
            <a:ext cx="7495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9" y="0"/>
                </a:moveTo>
                <a:lnTo>
                  <a:pt x="989" y="1283"/>
                </a:lnTo>
                <a:lnTo>
                  <a:pt x="1382" y="2573"/>
                </a:lnTo>
                <a:lnTo>
                  <a:pt x="1779" y="3883"/>
                </a:lnTo>
                <a:lnTo>
                  <a:pt x="2676" y="5495"/>
                </a:lnTo>
                <a:lnTo>
                  <a:pt x="3545" y="6685"/>
                </a:lnTo>
                <a:lnTo>
                  <a:pt x="4463" y="7565"/>
                </a:lnTo>
                <a:lnTo>
                  <a:pt x="5507" y="8243"/>
                </a:lnTo>
                <a:lnTo>
                  <a:pt x="6752" y="8826"/>
                </a:lnTo>
                <a:lnTo>
                  <a:pt x="8277" y="9428"/>
                </a:lnTo>
                <a:lnTo>
                  <a:pt x="10763" y="9963"/>
                </a:lnTo>
                <a:lnTo>
                  <a:pt x="12676" y="10363"/>
                </a:lnTo>
                <a:lnTo>
                  <a:pt x="14149" y="10641"/>
                </a:lnTo>
                <a:lnTo>
                  <a:pt x="15312" y="10816"/>
                </a:lnTo>
                <a:lnTo>
                  <a:pt x="16297" y="10905"/>
                </a:lnTo>
                <a:lnTo>
                  <a:pt x="17236" y="10919"/>
                </a:lnTo>
                <a:lnTo>
                  <a:pt x="18259" y="10881"/>
                </a:lnTo>
                <a:lnTo>
                  <a:pt x="19500" y="10800"/>
                </a:lnTo>
                <a:lnTo>
                  <a:pt x="20021" y="9463"/>
                </a:lnTo>
                <a:lnTo>
                  <a:pt x="20542" y="8119"/>
                </a:lnTo>
                <a:lnTo>
                  <a:pt x="21069" y="6769"/>
                </a:lnTo>
                <a:lnTo>
                  <a:pt x="21600" y="5400"/>
                </a:lnTo>
                <a:lnTo>
                  <a:pt x="21600" y="7182"/>
                </a:lnTo>
                <a:lnTo>
                  <a:pt x="21600" y="8967"/>
                </a:lnTo>
                <a:lnTo>
                  <a:pt x="21600" y="10751"/>
                </a:lnTo>
                <a:lnTo>
                  <a:pt x="21600" y="12541"/>
                </a:lnTo>
                <a:lnTo>
                  <a:pt x="21600" y="14337"/>
                </a:lnTo>
                <a:lnTo>
                  <a:pt x="21600" y="16141"/>
                </a:lnTo>
                <a:lnTo>
                  <a:pt x="21600" y="17950"/>
                </a:lnTo>
                <a:lnTo>
                  <a:pt x="21600" y="19769"/>
                </a:lnTo>
                <a:lnTo>
                  <a:pt x="21600" y="21600"/>
                </a:lnTo>
                <a:lnTo>
                  <a:pt x="20115" y="21600"/>
                </a:lnTo>
                <a:lnTo>
                  <a:pt x="18628" y="21600"/>
                </a:lnTo>
                <a:lnTo>
                  <a:pt x="17137" y="21600"/>
                </a:lnTo>
                <a:lnTo>
                  <a:pt x="15640" y="21600"/>
                </a:lnTo>
                <a:lnTo>
                  <a:pt x="14136" y="21600"/>
                </a:lnTo>
                <a:lnTo>
                  <a:pt x="12624" y="21600"/>
                </a:lnTo>
                <a:lnTo>
                  <a:pt x="11099" y="21600"/>
                </a:lnTo>
                <a:lnTo>
                  <a:pt x="11099" y="19815"/>
                </a:lnTo>
                <a:lnTo>
                  <a:pt x="11099" y="18020"/>
                </a:lnTo>
                <a:lnTo>
                  <a:pt x="11099" y="16200"/>
                </a:lnTo>
                <a:lnTo>
                  <a:pt x="9726" y="15417"/>
                </a:lnTo>
                <a:lnTo>
                  <a:pt x="8720" y="14909"/>
                </a:lnTo>
                <a:lnTo>
                  <a:pt x="7592" y="14456"/>
                </a:lnTo>
                <a:lnTo>
                  <a:pt x="5849" y="13838"/>
                </a:lnTo>
                <a:lnTo>
                  <a:pt x="4129" y="13054"/>
                </a:lnTo>
                <a:lnTo>
                  <a:pt x="3007" y="12477"/>
                </a:lnTo>
                <a:lnTo>
                  <a:pt x="1995" y="11821"/>
                </a:lnTo>
                <a:lnTo>
                  <a:pt x="599" y="10800"/>
                </a:lnTo>
                <a:lnTo>
                  <a:pt x="202" y="8891"/>
                </a:lnTo>
                <a:lnTo>
                  <a:pt x="15" y="7155"/>
                </a:lnTo>
                <a:lnTo>
                  <a:pt x="0" y="5497"/>
                </a:lnTo>
                <a:lnTo>
                  <a:pt x="120" y="3815"/>
                </a:lnTo>
                <a:lnTo>
                  <a:pt x="332" y="2017"/>
                </a:lnTo>
                <a:lnTo>
                  <a:pt x="599" y="0"/>
                </a:lnTo>
                <a:close/>
              </a:path>
            </a:pathLst>
          </a:custGeom>
          <a:solidFill>
            <a:srgbClr val="3E3E3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5" name="contour_08513"/>
          <p:cNvSpPr/>
          <p:nvPr/>
        </p:nvSpPr>
        <p:spPr>
          <a:xfrm>
            <a:off x="9134940" y="2324869"/>
            <a:ext cx="29152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8" y="0"/>
                </a:lnTo>
                <a:lnTo>
                  <a:pt x="5400" y="0"/>
                </a:lnTo>
                <a:lnTo>
                  <a:pt x="5697" y="540"/>
                </a:lnTo>
                <a:lnTo>
                  <a:pt x="5999" y="1082"/>
                </a:lnTo>
                <a:lnTo>
                  <a:pt x="6307" y="1634"/>
                </a:lnTo>
                <a:lnTo>
                  <a:pt x="6728" y="2385"/>
                </a:lnTo>
                <a:lnTo>
                  <a:pt x="7150" y="3137"/>
                </a:lnTo>
                <a:lnTo>
                  <a:pt x="7576" y="3888"/>
                </a:lnTo>
                <a:lnTo>
                  <a:pt x="7997" y="4641"/>
                </a:lnTo>
                <a:lnTo>
                  <a:pt x="8429" y="5392"/>
                </a:lnTo>
                <a:lnTo>
                  <a:pt x="8856" y="6143"/>
                </a:lnTo>
                <a:lnTo>
                  <a:pt x="9288" y="6895"/>
                </a:lnTo>
                <a:lnTo>
                  <a:pt x="9720" y="7646"/>
                </a:lnTo>
                <a:lnTo>
                  <a:pt x="10087" y="8297"/>
                </a:lnTo>
                <a:lnTo>
                  <a:pt x="10454" y="8947"/>
                </a:lnTo>
                <a:lnTo>
                  <a:pt x="10816" y="9596"/>
                </a:lnTo>
                <a:lnTo>
                  <a:pt x="11178" y="10246"/>
                </a:lnTo>
                <a:lnTo>
                  <a:pt x="11594" y="10996"/>
                </a:lnTo>
                <a:lnTo>
                  <a:pt x="12020" y="11744"/>
                </a:lnTo>
                <a:lnTo>
                  <a:pt x="12447" y="12493"/>
                </a:lnTo>
                <a:lnTo>
                  <a:pt x="12879" y="13241"/>
                </a:lnTo>
                <a:lnTo>
                  <a:pt x="13311" y="13989"/>
                </a:lnTo>
                <a:lnTo>
                  <a:pt x="13624" y="14569"/>
                </a:lnTo>
                <a:lnTo>
                  <a:pt x="13943" y="15159"/>
                </a:lnTo>
                <a:lnTo>
                  <a:pt x="14477" y="15985"/>
                </a:lnTo>
                <a:lnTo>
                  <a:pt x="15109" y="16775"/>
                </a:lnTo>
                <a:lnTo>
                  <a:pt x="15892" y="17537"/>
                </a:lnTo>
                <a:lnTo>
                  <a:pt x="16880" y="18278"/>
                </a:lnTo>
                <a:lnTo>
                  <a:pt x="18128" y="19008"/>
                </a:lnTo>
                <a:lnTo>
                  <a:pt x="19683" y="19733"/>
                </a:lnTo>
                <a:lnTo>
                  <a:pt x="21600" y="20463"/>
                </a:lnTo>
                <a:lnTo>
                  <a:pt x="18036" y="20651"/>
                </a:lnTo>
                <a:lnTo>
                  <a:pt x="14467" y="20838"/>
                </a:lnTo>
                <a:lnTo>
                  <a:pt x="10881" y="21027"/>
                </a:lnTo>
                <a:lnTo>
                  <a:pt x="7279" y="21217"/>
                </a:lnTo>
                <a:lnTo>
                  <a:pt x="3656" y="21408"/>
                </a:lnTo>
                <a:lnTo>
                  <a:pt x="0" y="21600"/>
                </a:lnTo>
                <a:lnTo>
                  <a:pt x="0" y="20808"/>
                </a:lnTo>
                <a:lnTo>
                  <a:pt x="0" y="20016"/>
                </a:lnTo>
                <a:lnTo>
                  <a:pt x="0" y="19224"/>
                </a:lnTo>
                <a:lnTo>
                  <a:pt x="0" y="18432"/>
                </a:lnTo>
                <a:lnTo>
                  <a:pt x="0" y="17638"/>
                </a:lnTo>
                <a:lnTo>
                  <a:pt x="0" y="16846"/>
                </a:lnTo>
                <a:lnTo>
                  <a:pt x="0" y="16052"/>
                </a:lnTo>
                <a:lnTo>
                  <a:pt x="0" y="15259"/>
                </a:lnTo>
                <a:lnTo>
                  <a:pt x="0" y="14464"/>
                </a:lnTo>
                <a:lnTo>
                  <a:pt x="0" y="13669"/>
                </a:lnTo>
                <a:lnTo>
                  <a:pt x="0" y="12874"/>
                </a:lnTo>
                <a:lnTo>
                  <a:pt x="0" y="12077"/>
                </a:lnTo>
                <a:lnTo>
                  <a:pt x="0" y="11280"/>
                </a:lnTo>
                <a:lnTo>
                  <a:pt x="0" y="10482"/>
                </a:lnTo>
                <a:lnTo>
                  <a:pt x="0" y="9682"/>
                </a:lnTo>
                <a:lnTo>
                  <a:pt x="0" y="8883"/>
                </a:lnTo>
                <a:lnTo>
                  <a:pt x="0" y="8082"/>
                </a:lnTo>
                <a:lnTo>
                  <a:pt x="0" y="7280"/>
                </a:lnTo>
                <a:lnTo>
                  <a:pt x="0" y="6477"/>
                </a:lnTo>
                <a:lnTo>
                  <a:pt x="0" y="5672"/>
                </a:lnTo>
                <a:lnTo>
                  <a:pt x="0" y="4867"/>
                </a:lnTo>
                <a:lnTo>
                  <a:pt x="0" y="4060"/>
                </a:lnTo>
                <a:lnTo>
                  <a:pt x="0" y="3250"/>
                </a:lnTo>
                <a:lnTo>
                  <a:pt x="0" y="2441"/>
                </a:lnTo>
                <a:lnTo>
                  <a:pt x="0" y="1629"/>
                </a:lnTo>
                <a:lnTo>
                  <a:pt x="0" y="815"/>
                </a:lnTo>
                <a:lnTo>
                  <a:pt x="0" y="0"/>
                </a:lnTo>
                <a:close/>
              </a:path>
            </a:pathLst>
          </a:custGeom>
          <a:solidFill>
            <a:srgbClr val="ACC0D9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6" name="contour_08514"/>
          <p:cNvSpPr/>
          <p:nvPr/>
        </p:nvSpPr>
        <p:spPr>
          <a:xfrm>
            <a:off x="4667401" y="2324490"/>
            <a:ext cx="59900" cy="446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12" y="183"/>
                </a:moveTo>
                <a:lnTo>
                  <a:pt x="12478" y="0"/>
                </a:lnTo>
                <a:lnTo>
                  <a:pt x="14310" y="95"/>
                </a:lnTo>
                <a:lnTo>
                  <a:pt x="16047" y="494"/>
                </a:lnTo>
                <a:lnTo>
                  <a:pt x="17721" y="1213"/>
                </a:lnTo>
                <a:lnTo>
                  <a:pt x="19369" y="2278"/>
                </a:lnTo>
                <a:lnTo>
                  <a:pt x="21024" y="3709"/>
                </a:lnTo>
                <a:lnTo>
                  <a:pt x="21413" y="6163"/>
                </a:lnTo>
                <a:lnTo>
                  <a:pt x="21592" y="8448"/>
                </a:lnTo>
                <a:lnTo>
                  <a:pt x="21600" y="10662"/>
                </a:lnTo>
                <a:lnTo>
                  <a:pt x="21482" y="12898"/>
                </a:lnTo>
                <a:lnTo>
                  <a:pt x="21274" y="15250"/>
                </a:lnTo>
                <a:lnTo>
                  <a:pt x="21024" y="17813"/>
                </a:lnTo>
                <a:lnTo>
                  <a:pt x="19222" y="18328"/>
                </a:lnTo>
                <a:lnTo>
                  <a:pt x="17416" y="18825"/>
                </a:lnTo>
                <a:lnTo>
                  <a:pt x="15611" y="19308"/>
                </a:lnTo>
                <a:lnTo>
                  <a:pt x="13800" y="19781"/>
                </a:lnTo>
                <a:lnTo>
                  <a:pt x="11989" y="20239"/>
                </a:lnTo>
                <a:lnTo>
                  <a:pt x="10310" y="20687"/>
                </a:lnTo>
                <a:lnTo>
                  <a:pt x="8620" y="21142"/>
                </a:lnTo>
                <a:lnTo>
                  <a:pt x="6909" y="21600"/>
                </a:lnTo>
                <a:lnTo>
                  <a:pt x="5495" y="21515"/>
                </a:lnTo>
                <a:lnTo>
                  <a:pt x="4071" y="21427"/>
                </a:lnTo>
                <a:lnTo>
                  <a:pt x="2628" y="21339"/>
                </a:lnTo>
                <a:lnTo>
                  <a:pt x="1695" y="18751"/>
                </a:lnTo>
                <a:lnTo>
                  <a:pt x="1091" y="16903"/>
                </a:lnTo>
                <a:lnTo>
                  <a:pt x="691" y="15296"/>
                </a:lnTo>
                <a:lnTo>
                  <a:pt x="371" y="13420"/>
                </a:lnTo>
                <a:lnTo>
                  <a:pt x="0" y="10761"/>
                </a:lnTo>
                <a:lnTo>
                  <a:pt x="1737" y="10761"/>
                </a:lnTo>
                <a:lnTo>
                  <a:pt x="3485" y="10761"/>
                </a:lnTo>
                <a:lnTo>
                  <a:pt x="5256" y="10761"/>
                </a:lnTo>
                <a:lnTo>
                  <a:pt x="6016" y="8942"/>
                </a:lnTo>
                <a:lnTo>
                  <a:pt x="6780" y="7108"/>
                </a:lnTo>
                <a:lnTo>
                  <a:pt x="7556" y="5254"/>
                </a:lnTo>
                <a:lnTo>
                  <a:pt x="8531" y="3579"/>
                </a:lnTo>
                <a:lnTo>
                  <a:pt x="9516" y="1893"/>
                </a:lnTo>
                <a:lnTo>
                  <a:pt x="10512" y="183"/>
                </a:lnTo>
                <a:close/>
              </a:path>
            </a:pathLst>
          </a:custGeom>
          <a:solidFill>
            <a:srgbClr val="7FA5B9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7" name="contour_08515"/>
          <p:cNvSpPr/>
          <p:nvPr/>
        </p:nvSpPr>
        <p:spPr>
          <a:xfrm>
            <a:off x="5090105" y="2318726"/>
            <a:ext cx="102032" cy="354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24" y="920"/>
                </a:moveTo>
                <a:lnTo>
                  <a:pt x="13185" y="1641"/>
                </a:lnTo>
                <a:lnTo>
                  <a:pt x="14245" y="2379"/>
                </a:lnTo>
                <a:lnTo>
                  <a:pt x="15302" y="3139"/>
                </a:lnTo>
                <a:lnTo>
                  <a:pt x="16357" y="3922"/>
                </a:lnTo>
                <a:lnTo>
                  <a:pt x="17410" y="4722"/>
                </a:lnTo>
                <a:lnTo>
                  <a:pt x="18460" y="5549"/>
                </a:lnTo>
                <a:lnTo>
                  <a:pt x="19508" y="6403"/>
                </a:lnTo>
                <a:lnTo>
                  <a:pt x="20555" y="7283"/>
                </a:lnTo>
                <a:lnTo>
                  <a:pt x="21600" y="8194"/>
                </a:lnTo>
                <a:lnTo>
                  <a:pt x="20887" y="10627"/>
                </a:lnTo>
                <a:lnTo>
                  <a:pt x="20164" y="12979"/>
                </a:lnTo>
                <a:lnTo>
                  <a:pt x="19418" y="15255"/>
                </a:lnTo>
                <a:lnTo>
                  <a:pt x="18645" y="17438"/>
                </a:lnTo>
                <a:lnTo>
                  <a:pt x="17832" y="19532"/>
                </a:lnTo>
                <a:lnTo>
                  <a:pt x="16971" y="21533"/>
                </a:lnTo>
                <a:lnTo>
                  <a:pt x="15878" y="21600"/>
                </a:lnTo>
                <a:lnTo>
                  <a:pt x="15098" y="21551"/>
                </a:lnTo>
                <a:lnTo>
                  <a:pt x="14424" y="21298"/>
                </a:lnTo>
                <a:lnTo>
                  <a:pt x="13642" y="20760"/>
                </a:lnTo>
                <a:lnTo>
                  <a:pt x="12536" y="19866"/>
                </a:lnTo>
                <a:lnTo>
                  <a:pt x="11406" y="19177"/>
                </a:lnTo>
                <a:lnTo>
                  <a:pt x="10319" y="18657"/>
                </a:lnTo>
                <a:lnTo>
                  <a:pt x="9266" y="18296"/>
                </a:lnTo>
                <a:lnTo>
                  <a:pt x="8239" y="18092"/>
                </a:lnTo>
                <a:lnTo>
                  <a:pt x="7230" y="18043"/>
                </a:lnTo>
                <a:lnTo>
                  <a:pt x="6232" y="18136"/>
                </a:lnTo>
                <a:lnTo>
                  <a:pt x="5235" y="18376"/>
                </a:lnTo>
                <a:lnTo>
                  <a:pt x="4232" y="18750"/>
                </a:lnTo>
                <a:lnTo>
                  <a:pt x="3215" y="19261"/>
                </a:lnTo>
                <a:lnTo>
                  <a:pt x="2175" y="19897"/>
                </a:lnTo>
                <a:lnTo>
                  <a:pt x="1106" y="20653"/>
                </a:lnTo>
                <a:lnTo>
                  <a:pt x="0" y="21533"/>
                </a:lnTo>
                <a:lnTo>
                  <a:pt x="642" y="17621"/>
                </a:lnTo>
                <a:lnTo>
                  <a:pt x="1291" y="14117"/>
                </a:lnTo>
                <a:lnTo>
                  <a:pt x="1961" y="11009"/>
                </a:lnTo>
                <a:lnTo>
                  <a:pt x="2658" y="8297"/>
                </a:lnTo>
                <a:lnTo>
                  <a:pt x="3397" y="5976"/>
                </a:lnTo>
                <a:lnTo>
                  <a:pt x="4189" y="4042"/>
                </a:lnTo>
                <a:lnTo>
                  <a:pt x="5044" y="2490"/>
                </a:lnTo>
                <a:lnTo>
                  <a:pt x="5972" y="1312"/>
                </a:lnTo>
                <a:lnTo>
                  <a:pt x="6986" y="511"/>
                </a:lnTo>
                <a:lnTo>
                  <a:pt x="8097" y="71"/>
                </a:lnTo>
                <a:lnTo>
                  <a:pt x="9317" y="0"/>
                </a:lnTo>
                <a:lnTo>
                  <a:pt x="10655" y="280"/>
                </a:lnTo>
                <a:lnTo>
                  <a:pt x="12124" y="920"/>
                </a:lnTo>
                <a:close/>
              </a:path>
            </a:pathLst>
          </a:custGeom>
          <a:solidFill>
            <a:srgbClr val="657278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8" name="contour_08516"/>
          <p:cNvSpPr/>
          <p:nvPr/>
        </p:nvSpPr>
        <p:spPr>
          <a:xfrm>
            <a:off x="841206" y="2288429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79" y="127"/>
                </a:lnTo>
                <a:lnTo>
                  <a:pt x="6323" y="246"/>
                </a:lnTo>
                <a:lnTo>
                  <a:pt x="8415" y="380"/>
                </a:lnTo>
                <a:lnTo>
                  <a:pt x="10038" y="553"/>
                </a:lnTo>
                <a:lnTo>
                  <a:pt x="11368" y="793"/>
                </a:lnTo>
                <a:lnTo>
                  <a:pt x="12590" y="1123"/>
                </a:lnTo>
                <a:lnTo>
                  <a:pt x="13883" y="1570"/>
                </a:lnTo>
                <a:lnTo>
                  <a:pt x="15429" y="2160"/>
                </a:lnTo>
                <a:lnTo>
                  <a:pt x="15765" y="3583"/>
                </a:lnTo>
                <a:lnTo>
                  <a:pt x="15956" y="4966"/>
                </a:lnTo>
                <a:lnTo>
                  <a:pt x="16027" y="6327"/>
                </a:lnTo>
                <a:lnTo>
                  <a:pt x="15999" y="7679"/>
                </a:lnTo>
                <a:lnTo>
                  <a:pt x="15895" y="9044"/>
                </a:lnTo>
                <a:lnTo>
                  <a:pt x="15743" y="10439"/>
                </a:lnTo>
                <a:lnTo>
                  <a:pt x="15561" y="11880"/>
                </a:lnTo>
                <a:lnTo>
                  <a:pt x="15611" y="13694"/>
                </a:lnTo>
                <a:lnTo>
                  <a:pt x="15928" y="15237"/>
                </a:lnTo>
                <a:lnTo>
                  <a:pt x="16512" y="16582"/>
                </a:lnTo>
                <a:lnTo>
                  <a:pt x="17369" y="17814"/>
                </a:lnTo>
                <a:lnTo>
                  <a:pt x="18499" y="19008"/>
                </a:lnTo>
                <a:lnTo>
                  <a:pt x="19909" y="20244"/>
                </a:lnTo>
                <a:lnTo>
                  <a:pt x="21600" y="21600"/>
                </a:lnTo>
                <a:lnTo>
                  <a:pt x="19455" y="21395"/>
                </a:lnTo>
                <a:lnTo>
                  <a:pt x="17357" y="21157"/>
                </a:lnTo>
                <a:lnTo>
                  <a:pt x="15293" y="20866"/>
                </a:lnTo>
                <a:lnTo>
                  <a:pt x="13259" y="20496"/>
                </a:lnTo>
                <a:lnTo>
                  <a:pt x="11251" y="20030"/>
                </a:lnTo>
                <a:lnTo>
                  <a:pt x="9257" y="19440"/>
                </a:lnTo>
                <a:lnTo>
                  <a:pt x="8887" y="17768"/>
                </a:lnTo>
                <a:lnTo>
                  <a:pt x="8702" y="16595"/>
                </a:lnTo>
                <a:lnTo>
                  <a:pt x="8702" y="15610"/>
                </a:lnTo>
                <a:lnTo>
                  <a:pt x="8887" y="14502"/>
                </a:lnTo>
                <a:lnTo>
                  <a:pt x="9257" y="12960"/>
                </a:lnTo>
                <a:lnTo>
                  <a:pt x="7424" y="13388"/>
                </a:lnTo>
                <a:lnTo>
                  <a:pt x="5585" y="13818"/>
                </a:lnTo>
                <a:lnTo>
                  <a:pt x="3740" y="14247"/>
                </a:lnTo>
                <a:lnTo>
                  <a:pt x="1879" y="14682"/>
                </a:lnTo>
                <a:lnTo>
                  <a:pt x="0" y="15120"/>
                </a:lnTo>
                <a:lnTo>
                  <a:pt x="0" y="13623"/>
                </a:lnTo>
                <a:lnTo>
                  <a:pt x="0" y="12124"/>
                </a:lnTo>
                <a:lnTo>
                  <a:pt x="0" y="10625"/>
                </a:lnTo>
                <a:lnTo>
                  <a:pt x="0" y="9124"/>
                </a:lnTo>
                <a:lnTo>
                  <a:pt x="0" y="7616"/>
                </a:lnTo>
                <a:lnTo>
                  <a:pt x="0" y="6106"/>
                </a:lnTo>
                <a:lnTo>
                  <a:pt x="0" y="4590"/>
                </a:lnTo>
                <a:lnTo>
                  <a:pt x="0" y="3067"/>
                </a:lnTo>
                <a:lnTo>
                  <a:pt x="0" y="1538"/>
                </a:lnTo>
                <a:lnTo>
                  <a:pt x="0" y="0"/>
                </a:lnTo>
                <a:close/>
              </a:path>
            </a:pathLst>
          </a:custGeom>
          <a:solidFill>
            <a:srgbClr val="383A39"/>
          </a:solidFill>
          <a:ln>
            <a:noFill/>
          </a:ln>
        </p:spPr>
        <p:txBody>
          <a:bodyPr/>
          <a:lstStyle/>
          <a:p/>
        </p:txBody>
      </p:sp>
      <p:sp>
        <p:nvSpPr>
          <p:cNvPr id="8519" name="contour_08517"/>
          <p:cNvSpPr/>
          <p:nvPr/>
        </p:nvSpPr>
        <p:spPr>
          <a:xfrm>
            <a:off x="7436838" y="2286323"/>
            <a:ext cx="58304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180"/>
                </a:moveTo>
                <a:lnTo>
                  <a:pt x="4593" y="380"/>
                </a:lnTo>
                <a:lnTo>
                  <a:pt x="6326" y="16"/>
                </a:lnTo>
                <a:lnTo>
                  <a:pt x="7992" y="0"/>
                </a:lnTo>
                <a:lnTo>
                  <a:pt x="9682" y="249"/>
                </a:lnTo>
                <a:lnTo>
                  <a:pt x="11489" y="670"/>
                </a:lnTo>
                <a:lnTo>
                  <a:pt x="13500" y="1180"/>
                </a:lnTo>
                <a:lnTo>
                  <a:pt x="13500" y="3880"/>
                </a:lnTo>
                <a:lnTo>
                  <a:pt x="13500" y="6596"/>
                </a:lnTo>
                <a:lnTo>
                  <a:pt x="13500" y="9348"/>
                </a:lnTo>
                <a:lnTo>
                  <a:pt x="15104" y="9348"/>
                </a:lnTo>
                <a:lnTo>
                  <a:pt x="16713" y="9348"/>
                </a:lnTo>
                <a:lnTo>
                  <a:pt x="18328" y="9348"/>
                </a:lnTo>
                <a:lnTo>
                  <a:pt x="19956" y="9348"/>
                </a:lnTo>
                <a:lnTo>
                  <a:pt x="21600" y="9348"/>
                </a:lnTo>
                <a:lnTo>
                  <a:pt x="21600" y="11774"/>
                </a:lnTo>
                <a:lnTo>
                  <a:pt x="21600" y="14208"/>
                </a:lnTo>
                <a:lnTo>
                  <a:pt x="21600" y="16650"/>
                </a:lnTo>
                <a:lnTo>
                  <a:pt x="21600" y="19113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316" y="16838"/>
                </a:lnTo>
                <a:lnTo>
                  <a:pt x="578" y="13187"/>
                </a:lnTo>
                <a:lnTo>
                  <a:pt x="810" y="10406"/>
                </a:lnTo>
                <a:lnTo>
                  <a:pt x="1050" y="8258"/>
                </a:lnTo>
                <a:lnTo>
                  <a:pt x="1328" y="6498"/>
                </a:lnTo>
                <a:lnTo>
                  <a:pt x="1674" y="4893"/>
                </a:lnTo>
                <a:lnTo>
                  <a:pt x="2119" y="3198"/>
                </a:lnTo>
                <a:lnTo>
                  <a:pt x="2700" y="1180"/>
                </a:lnTo>
                <a:close/>
              </a:path>
            </a:pathLst>
          </a:custGeom>
          <a:solidFill>
            <a:srgbClr val="E7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0" name="contour_08518"/>
          <p:cNvSpPr/>
          <p:nvPr/>
        </p:nvSpPr>
        <p:spPr>
          <a:xfrm>
            <a:off x="10497794" y="2281141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0"/>
                </a:lnTo>
                <a:lnTo>
                  <a:pt x="3170" y="0"/>
                </a:lnTo>
                <a:lnTo>
                  <a:pt x="4757" y="0"/>
                </a:lnTo>
                <a:lnTo>
                  <a:pt x="6348" y="0"/>
                </a:lnTo>
                <a:lnTo>
                  <a:pt x="7944" y="0"/>
                </a:lnTo>
                <a:lnTo>
                  <a:pt x="9547" y="0"/>
                </a:lnTo>
                <a:lnTo>
                  <a:pt x="11155" y="0"/>
                </a:lnTo>
                <a:lnTo>
                  <a:pt x="12773" y="0"/>
                </a:lnTo>
                <a:lnTo>
                  <a:pt x="14400" y="0"/>
                </a:lnTo>
                <a:lnTo>
                  <a:pt x="14400" y="2182"/>
                </a:lnTo>
                <a:lnTo>
                  <a:pt x="14400" y="4366"/>
                </a:lnTo>
                <a:lnTo>
                  <a:pt x="14400" y="6557"/>
                </a:lnTo>
                <a:lnTo>
                  <a:pt x="14400" y="8757"/>
                </a:lnTo>
                <a:lnTo>
                  <a:pt x="14400" y="10967"/>
                </a:lnTo>
                <a:lnTo>
                  <a:pt x="14400" y="13188"/>
                </a:lnTo>
                <a:lnTo>
                  <a:pt x="14400" y="15429"/>
                </a:lnTo>
                <a:lnTo>
                  <a:pt x="15826" y="15429"/>
                </a:lnTo>
                <a:lnTo>
                  <a:pt x="17256" y="15429"/>
                </a:lnTo>
                <a:lnTo>
                  <a:pt x="18691" y="15429"/>
                </a:lnTo>
                <a:lnTo>
                  <a:pt x="20138" y="15429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19937" y="21295"/>
                </a:lnTo>
                <a:lnTo>
                  <a:pt x="18271" y="20989"/>
                </a:lnTo>
                <a:lnTo>
                  <a:pt x="16606" y="20684"/>
                </a:lnTo>
                <a:lnTo>
                  <a:pt x="14938" y="20375"/>
                </a:lnTo>
                <a:lnTo>
                  <a:pt x="13262" y="20069"/>
                </a:lnTo>
                <a:lnTo>
                  <a:pt x="11585" y="19761"/>
                </a:lnTo>
                <a:lnTo>
                  <a:pt x="9900" y="19452"/>
                </a:lnTo>
                <a:lnTo>
                  <a:pt x="8208" y="19141"/>
                </a:lnTo>
                <a:lnTo>
                  <a:pt x="6509" y="18829"/>
                </a:lnTo>
                <a:lnTo>
                  <a:pt x="4800" y="18514"/>
                </a:lnTo>
                <a:lnTo>
                  <a:pt x="4800" y="16475"/>
                </a:lnTo>
                <a:lnTo>
                  <a:pt x="4800" y="14423"/>
                </a:lnTo>
                <a:lnTo>
                  <a:pt x="4800" y="12343"/>
                </a:lnTo>
                <a:lnTo>
                  <a:pt x="6386" y="12343"/>
                </a:lnTo>
                <a:lnTo>
                  <a:pt x="7982" y="12343"/>
                </a:lnTo>
                <a:lnTo>
                  <a:pt x="9600" y="12343"/>
                </a:lnTo>
                <a:lnTo>
                  <a:pt x="9600" y="10303"/>
                </a:lnTo>
                <a:lnTo>
                  <a:pt x="9600" y="8251"/>
                </a:lnTo>
                <a:lnTo>
                  <a:pt x="9600" y="6171"/>
                </a:lnTo>
                <a:lnTo>
                  <a:pt x="8016" y="6171"/>
                </a:lnTo>
                <a:lnTo>
                  <a:pt x="6430" y="6171"/>
                </a:lnTo>
                <a:lnTo>
                  <a:pt x="4836" y="6171"/>
                </a:lnTo>
                <a:lnTo>
                  <a:pt x="3235" y="6171"/>
                </a:lnTo>
                <a:lnTo>
                  <a:pt x="1625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CACDCF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1" name="contour_08519"/>
          <p:cNvSpPr/>
          <p:nvPr/>
        </p:nvSpPr>
        <p:spPr>
          <a:xfrm>
            <a:off x="7939709" y="2244701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6" y="3173"/>
                </a:lnTo>
                <a:lnTo>
                  <a:pt x="9994" y="5592"/>
                </a:lnTo>
                <a:lnTo>
                  <a:pt x="10886" y="7397"/>
                </a:lnTo>
                <a:lnTo>
                  <a:pt x="11542" y="8731"/>
                </a:lnTo>
                <a:lnTo>
                  <a:pt x="12022" y="9739"/>
                </a:lnTo>
                <a:lnTo>
                  <a:pt x="12401" y="10565"/>
                </a:lnTo>
                <a:lnTo>
                  <a:pt x="12744" y="11352"/>
                </a:lnTo>
                <a:lnTo>
                  <a:pt x="13126" y="12245"/>
                </a:lnTo>
                <a:lnTo>
                  <a:pt x="13920" y="13510"/>
                </a:lnTo>
                <a:lnTo>
                  <a:pt x="14710" y="14280"/>
                </a:lnTo>
                <a:lnTo>
                  <a:pt x="15962" y="14873"/>
                </a:lnTo>
                <a:lnTo>
                  <a:pt x="18149" y="15600"/>
                </a:lnTo>
                <a:lnTo>
                  <a:pt x="19289" y="15996"/>
                </a:lnTo>
                <a:lnTo>
                  <a:pt x="20436" y="16394"/>
                </a:lnTo>
                <a:lnTo>
                  <a:pt x="21600" y="16800"/>
                </a:lnTo>
                <a:lnTo>
                  <a:pt x="21600" y="18386"/>
                </a:lnTo>
                <a:lnTo>
                  <a:pt x="21600" y="19982"/>
                </a:lnTo>
                <a:lnTo>
                  <a:pt x="21600" y="21600"/>
                </a:lnTo>
                <a:lnTo>
                  <a:pt x="20016" y="21401"/>
                </a:lnTo>
                <a:lnTo>
                  <a:pt x="18432" y="21204"/>
                </a:lnTo>
                <a:lnTo>
                  <a:pt x="16846" y="21005"/>
                </a:lnTo>
                <a:lnTo>
                  <a:pt x="15257" y="20808"/>
                </a:lnTo>
                <a:lnTo>
                  <a:pt x="13666" y="20609"/>
                </a:lnTo>
                <a:lnTo>
                  <a:pt x="12072" y="20410"/>
                </a:lnTo>
                <a:lnTo>
                  <a:pt x="10474" y="20210"/>
                </a:lnTo>
                <a:lnTo>
                  <a:pt x="8870" y="20009"/>
                </a:lnTo>
                <a:lnTo>
                  <a:pt x="7262" y="19807"/>
                </a:lnTo>
                <a:lnTo>
                  <a:pt x="5650" y="19606"/>
                </a:lnTo>
                <a:lnTo>
                  <a:pt x="4027" y="19404"/>
                </a:lnTo>
                <a:lnTo>
                  <a:pt x="2400" y="19200"/>
                </a:lnTo>
                <a:lnTo>
                  <a:pt x="2698" y="17714"/>
                </a:lnTo>
                <a:lnTo>
                  <a:pt x="2995" y="16229"/>
                </a:lnTo>
                <a:lnTo>
                  <a:pt x="3293" y="14738"/>
                </a:lnTo>
                <a:lnTo>
                  <a:pt x="3590" y="13246"/>
                </a:lnTo>
                <a:lnTo>
                  <a:pt x="3890" y="11746"/>
                </a:lnTo>
                <a:lnTo>
                  <a:pt x="4193" y="10238"/>
                </a:lnTo>
                <a:lnTo>
                  <a:pt x="4495" y="8724"/>
                </a:lnTo>
                <a:lnTo>
                  <a:pt x="4800" y="7200"/>
                </a:lnTo>
                <a:lnTo>
                  <a:pt x="3214" y="7200"/>
                </a:lnTo>
                <a:lnTo>
                  <a:pt x="1618" y="7200"/>
                </a:lnTo>
                <a:lnTo>
                  <a:pt x="0" y="7200"/>
                </a:lnTo>
                <a:lnTo>
                  <a:pt x="0" y="5614"/>
                </a:lnTo>
                <a:lnTo>
                  <a:pt x="0" y="4018"/>
                </a:lnTo>
                <a:lnTo>
                  <a:pt x="0" y="2400"/>
                </a:lnTo>
                <a:lnTo>
                  <a:pt x="1786" y="1661"/>
                </a:lnTo>
                <a:lnTo>
                  <a:pt x="3053" y="1166"/>
                </a:lnTo>
                <a:lnTo>
                  <a:pt x="4147" y="802"/>
                </a:lnTo>
                <a:lnTo>
                  <a:pt x="5414" y="451"/>
                </a:lnTo>
                <a:lnTo>
                  <a:pt x="7200" y="0"/>
                </a:lnTo>
                <a:close/>
              </a:path>
            </a:pathLst>
          </a:custGeom>
          <a:solidFill>
            <a:srgbClr val="EF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2" name="contour_08520"/>
          <p:cNvSpPr/>
          <p:nvPr/>
        </p:nvSpPr>
        <p:spPr>
          <a:xfrm>
            <a:off x="2561172" y="2266565"/>
            <a:ext cx="43896" cy="577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23" y="392"/>
                </a:lnTo>
                <a:lnTo>
                  <a:pt x="4458" y="790"/>
                </a:lnTo>
                <a:lnTo>
                  <a:pt x="6724" y="1193"/>
                </a:lnTo>
                <a:lnTo>
                  <a:pt x="7664" y="1359"/>
                </a:lnTo>
                <a:lnTo>
                  <a:pt x="10508" y="1863"/>
                </a:lnTo>
                <a:lnTo>
                  <a:pt x="14259" y="2713"/>
                </a:lnTo>
                <a:lnTo>
                  <a:pt x="16708" y="3326"/>
                </a:lnTo>
                <a:lnTo>
                  <a:pt x="18380" y="3871"/>
                </a:lnTo>
                <a:lnTo>
                  <a:pt x="19807" y="4522"/>
                </a:lnTo>
                <a:lnTo>
                  <a:pt x="21518" y="5448"/>
                </a:lnTo>
                <a:lnTo>
                  <a:pt x="21600" y="7325"/>
                </a:lnTo>
                <a:lnTo>
                  <a:pt x="21532" y="8663"/>
                </a:lnTo>
                <a:lnTo>
                  <a:pt x="21234" y="10093"/>
                </a:lnTo>
                <a:lnTo>
                  <a:pt x="20621" y="12259"/>
                </a:lnTo>
                <a:lnTo>
                  <a:pt x="20384" y="13169"/>
                </a:lnTo>
                <a:lnTo>
                  <a:pt x="19667" y="15920"/>
                </a:lnTo>
                <a:lnTo>
                  <a:pt x="18613" y="17773"/>
                </a:lnTo>
                <a:lnTo>
                  <a:pt x="17734" y="18919"/>
                </a:lnTo>
                <a:lnTo>
                  <a:pt x="16565" y="19846"/>
                </a:lnTo>
                <a:lnTo>
                  <a:pt x="14625" y="21028"/>
                </a:lnTo>
                <a:lnTo>
                  <a:pt x="12326" y="21458"/>
                </a:lnTo>
                <a:lnTo>
                  <a:pt x="10741" y="21600"/>
                </a:lnTo>
                <a:lnTo>
                  <a:pt x="9123" y="21453"/>
                </a:lnTo>
                <a:lnTo>
                  <a:pt x="6739" y="21017"/>
                </a:lnTo>
                <a:lnTo>
                  <a:pt x="4501" y="19532"/>
                </a:lnTo>
                <a:lnTo>
                  <a:pt x="3532" y="18236"/>
                </a:lnTo>
                <a:lnTo>
                  <a:pt x="3012" y="16015"/>
                </a:lnTo>
                <a:lnTo>
                  <a:pt x="3185" y="14234"/>
                </a:lnTo>
                <a:lnTo>
                  <a:pt x="3364" y="12428"/>
                </a:lnTo>
                <a:lnTo>
                  <a:pt x="3504" y="10371"/>
                </a:lnTo>
                <a:lnTo>
                  <a:pt x="3507" y="8513"/>
                </a:lnTo>
                <a:lnTo>
                  <a:pt x="3328" y="6791"/>
                </a:lnTo>
                <a:lnTo>
                  <a:pt x="2930" y="5141"/>
                </a:lnTo>
                <a:lnTo>
                  <a:pt x="2270" y="3503"/>
                </a:lnTo>
                <a:lnTo>
                  <a:pt x="1305" y="1809"/>
                </a:lnTo>
                <a:lnTo>
                  <a:pt x="0" y="0"/>
                </a:lnTo>
                <a:close/>
              </a:path>
            </a:pathLst>
          </a:custGeom>
          <a:solidFill>
            <a:srgbClr val="C5A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3" name="contour_08521"/>
          <p:cNvSpPr/>
          <p:nvPr/>
        </p:nvSpPr>
        <p:spPr>
          <a:xfrm>
            <a:off x="695446" y="2236196"/>
            <a:ext cx="97098" cy="391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91" y="672"/>
                </a:moveTo>
                <a:lnTo>
                  <a:pt x="15767" y="129"/>
                </a:lnTo>
                <a:lnTo>
                  <a:pt x="16634" y="0"/>
                </a:lnTo>
                <a:lnTo>
                  <a:pt x="17934" y="169"/>
                </a:lnTo>
                <a:lnTo>
                  <a:pt x="18972" y="334"/>
                </a:lnTo>
                <a:lnTo>
                  <a:pt x="20018" y="503"/>
                </a:lnTo>
                <a:lnTo>
                  <a:pt x="21076" y="672"/>
                </a:lnTo>
                <a:lnTo>
                  <a:pt x="21367" y="5217"/>
                </a:lnTo>
                <a:lnTo>
                  <a:pt x="21542" y="8421"/>
                </a:lnTo>
                <a:lnTo>
                  <a:pt x="21600" y="10736"/>
                </a:lnTo>
                <a:lnTo>
                  <a:pt x="21542" y="12599"/>
                </a:lnTo>
                <a:lnTo>
                  <a:pt x="21367" y="14463"/>
                </a:lnTo>
                <a:lnTo>
                  <a:pt x="21076" y="16774"/>
                </a:lnTo>
                <a:lnTo>
                  <a:pt x="20112" y="17917"/>
                </a:lnTo>
                <a:lnTo>
                  <a:pt x="19134" y="18794"/>
                </a:lnTo>
                <a:lnTo>
                  <a:pt x="18143" y="19446"/>
                </a:lnTo>
                <a:lnTo>
                  <a:pt x="17138" y="19917"/>
                </a:lnTo>
                <a:lnTo>
                  <a:pt x="16120" y="20243"/>
                </a:lnTo>
                <a:lnTo>
                  <a:pt x="15086" y="20473"/>
                </a:lnTo>
                <a:lnTo>
                  <a:pt x="14035" y="20646"/>
                </a:lnTo>
                <a:lnTo>
                  <a:pt x="12970" y="20799"/>
                </a:lnTo>
                <a:lnTo>
                  <a:pt x="12114" y="20960"/>
                </a:lnTo>
                <a:lnTo>
                  <a:pt x="11253" y="21121"/>
                </a:lnTo>
                <a:lnTo>
                  <a:pt x="10379" y="21286"/>
                </a:lnTo>
                <a:lnTo>
                  <a:pt x="8200" y="21503"/>
                </a:lnTo>
                <a:lnTo>
                  <a:pt x="6532" y="21600"/>
                </a:lnTo>
                <a:lnTo>
                  <a:pt x="5269" y="21528"/>
                </a:lnTo>
                <a:lnTo>
                  <a:pt x="4308" y="21230"/>
                </a:lnTo>
                <a:lnTo>
                  <a:pt x="3539" y="20654"/>
                </a:lnTo>
                <a:lnTo>
                  <a:pt x="2858" y="19748"/>
                </a:lnTo>
                <a:lnTo>
                  <a:pt x="2160" y="18456"/>
                </a:lnTo>
                <a:lnTo>
                  <a:pt x="1336" y="16725"/>
                </a:lnTo>
                <a:lnTo>
                  <a:pt x="673" y="14753"/>
                </a:lnTo>
                <a:lnTo>
                  <a:pt x="0" y="12748"/>
                </a:lnTo>
                <a:lnTo>
                  <a:pt x="919" y="12551"/>
                </a:lnTo>
                <a:lnTo>
                  <a:pt x="1843" y="12354"/>
                </a:lnTo>
                <a:lnTo>
                  <a:pt x="2780" y="12153"/>
                </a:lnTo>
                <a:lnTo>
                  <a:pt x="3682" y="11927"/>
                </a:lnTo>
                <a:lnTo>
                  <a:pt x="4582" y="11698"/>
                </a:lnTo>
                <a:lnTo>
                  <a:pt x="5483" y="11468"/>
                </a:lnTo>
                <a:lnTo>
                  <a:pt x="6385" y="11239"/>
                </a:lnTo>
                <a:lnTo>
                  <a:pt x="6840" y="11146"/>
                </a:lnTo>
                <a:lnTo>
                  <a:pt x="8217" y="10860"/>
                </a:lnTo>
                <a:lnTo>
                  <a:pt x="9098" y="10619"/>
                </a:lnTo>
                <a:lnTo>
                  <a:pt x="9786" y="10385"/>
                </a:lnTo>
                <a:lnTo>
                  <a:pt x="10509" y="10059"/>
                </a:lnTo>
                <a:lnTo>
                  <a:pt x="11495" y="9540"/>
                </a:lnTo>
                <a:lnTo>
                  <a:pt x="12970" y="8723"/>
                </a:lnTo>
                <a:lnTo>
                  <a:pt x="13565" y="6263"/>
                </a:lnTo>
                <a:lnTo>
                  <a:pt x="13933" y="4605"/>
                </a:lnTo>
                <a:lnTo>
                  <a:pt x="14223" y="2991"/>
                </a:lnTo>
                <a:lnTo>
                  <a:pt x="14591" y="672"/>
                </a:lnTo>
                <a:close/>
              </a:path>
            </a:pathLst>
          </a:custGeom>
          <a:solidFill>
            <a:srgbClr val="DEDFD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4" name="contour_08522"/>
          <p:cNvSpPr/>
          <p:nvPr/>
        </p:nvSpPr>
        <p:spPr>
          <a:xfrm>
            <a:off x="3770854" y="2215149"/>
            <a:ext cx="45973" cy="462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1" y="0"/>
                </a:moveTo>
                <a:lnTo>
                  <a:pt x="9937" y="323"/>
                </a:lnTo>
                <a:lnTo>
                  <a:pt x="12163" y="688"/>
                </a:lnTo>
                <a:lnTo>
                  <a:pt x="14289" y="1144"/>
                </a:lnTo>
                <a:lnTo>
                  <a:pt x="16371" y="1746"/>
                </a:lnTo>
                <a:lnTo>
                  <a:pt x="18460" y="2543"/>
                </a:lnTo>
                <a:lnTo>
                  <a:pt x="20604" y="3591"/>
                </a:lnTo>
                <a:lnTo>
                  <a:pt x="21169" y="6062"/>
                </a:lnTo>
                <a:lnTo>
                  <a:pt x="21490" y="8482"/>
                </a:lnTo>
                <a:lnTo>
                  <a:pt x="21600" y="10875"/>
                </a:lnTo>
                <a:lnTo>
                  <a:pt x="21532" y="13261"/>
                </a:lnTo>
                <a:lnTo>
                  <a:pt x="21323" y="15667"/>
                </a:lnTo>
                <a:lnTo>
                  <a:pt x="21001" y="18108"/>
                </a:lnTo>
                <a:lnTo>
                  <a:pt x="20604" y="20610"/>
                </a:lnTo>
                <a:lnTo>
                  <a:pt x="18087" y="21004"/>
                </a:lnTo>
                <a:lnTo>
                  <a:pt x="15632" y="21324"/>
                </a:lnTo>
                <a:lnTo>
                  <a:pt x="13214" y="21532"/>
                </a:lnTo>
                <a:lnTo>
                  <a:pt x="10810" y="21600"/>
                </a:lnTo>
                <a:lnTo>
                  <a:pt x="8403" y="21491"/>
                </a:lnTo>
                <a:lnTo>
                  <a:pt x="5968" y="21171"/>
                </a:lnTo>
                <a:lnTo>
                  <a:pt x="3482" y="20610"/>
                </a:lnTo>
                <a:lnTo>
                  <a:pt x="2462" y="18567"/>
                </a:lnTo>
                <a:lnTo>
                  <a:pt x="1640" y="16518"/>
                </a:lnTo>
                <a:lnTo>
                  <a:pt x="1003" y="14459"/>
                </a:lnTo>
                <a:lnTo>
                  <a:pt x="538" y="12373"/>
                </a:lnTo>
                <a:lnTo>
                  <a:pt x="226" y="10252"/>
                </a:lnTo>
                <a:lnTo>
                  <a:pt x="51" y="8091"/>
                </a:lnTo>
                <a:lnTo>
                  <a:pt x="0" y="5871"/>
                </a:lnTo>
                <a:lnTo>
                  <a:pt x="58" y="3591"/>
                </a:lnTo>
                <a:lnTo>
                  <a:pt x="2102" y="1620"/>
                </a:lnTo>
                <a:lnTo>
                  <a:pt x="3565" y="589"/>
                </a:lnTo>
                <a:lnTo>
                  <a:pt x="5150" y="163"/>
                </a:lnTo>
                <a:lnTo>
                  <a:pt x="7561" y="0"/>
                </a:lnTo>
                <a:close/>
              </a:path>
            </a:pathLst>
          </a:custGeom>
          <a:solidFill>
            <a:srgbClr val="C3CAD0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5" name="contour_08523"/>
          <p:cNvSpPr/>
          <p:nvPr/>
        </p:nvSpPr>
        <p:spPr>
          <a:xfrm>
            <a:off x="11437945" y="2200973"/>
            <a:ext cx="52904" cy="74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51" y="0"/>
                </a:moveTo>
                <a:lnTo>
                  <a:pt x="7427" y="0"/>
                </a:lnTo>
                <a:lnTo>
                  <a:pt x="8927" y="0"/>
                </a:lnTo>
                <a:lnTo>
                  <a:pt x="8927" y="1500"/>
                </a:lnTo>
                <a:lnTo>
                  <a:pt x="8927" y="3001"/>
                </a:lnTo>
                <a:lnTo>
                  <a:pt x="8927" y="4507"/>
                </a:lnTo>
                <a:lnTo>
                  <a:pt x="8927" y="6019"/>
                </a:lnTo>
                <a:lnTo>
                  <a:pt x="8927" y="7538"/>
                </a:lnTo>
                <a:lnTo>
                  <a:pt x="8927" y="9065"/>
                </a:lnTo>
                <a:lnTo>
                  <a:pt x="8927" y="10605"/>
                </a:lnTo>
                <a:lnTo>
                  <a:pt x="10891" y="10605"/>
                </a:lnTo>
                <a:lnTo>
                  <a:pt x="12858" y="10605"/>
                </a:lnTo>
                <a:lnTo>
                  <a:pt x="14833" y="10605"/>
                </a:lnTo>
                <a:lnTo>
                  <a:pt x="16818" y="10605"/>
                </a:lnTo>
                <a:lnTo>
                  <a:pt x="18815" y="10605"/>
                </a:lnTo>
                <a:lnTo>
                  <a:pt x="20829" y="10605"/>
                </a:lnTo>
                <a:lnTo>
                  <a:pt x="21258" y="13010"/>
                </a:lnTo>
                <a:lnTo>
                  <a:pt x="21514" y="14705"/>
                </a:lnTo>
                <a:lnTo>
                  <a:pt x="21600" y="15924"/>
                </a:lnTo>
                <a:lnTo>
                  <a:pt x="21514" y="16904"/>
                </a:lnTo>
                <a:lnTo>
                  <a:pt x="21258" y="17880"/>
                </a:lnTo>
                <a:lnTo>
                  <a:pt x="20829" y="19089"/>
                </a:lnTo>
                <a:lnTo>
                  <a:pt x="19172" y="19939"/>
                </a:lnTo>
                <a:lnTo>
                  <a:pt x="17583" y="20556"/>
                </a:lnTo>
                <a:lnTo>
                  <a:pt x="15955" y="21002"/>
                </a:lnTo>
                <a:lnTo>
                  <a:pt x="14185" y="21331"/>
                </a:lnTo>
                <a:lnTo>
                  <a:pt x="12170" y="21600"/>
                </a:lnTo>
                <a:lnTo>
                  <a:pt x="9811" y="21172"/>
                </a:lnTo>
                <a:lnTo>
                  <a:pt x="8016" y="20525"/>
                </a:lnTo>
                <a:lnTo>
                  <a:pt x="6555" y="19644"/>
                </a:lnTo>
                <a:lnTo>
                  <a:pt x="5201" y="18508"/>
                </a:lnTo>
                <a:lnTo>
                  <a:pt x="3720" y="17099"/>
                </a:lnTo>
                <a:lnTo>
                  <a:pt x="2761" y="16020"/>
                </a:lnTo>
                <a:lnTo>
                  <a:pt x="1818" y="14930"/>
                </a:lnTo>
                <a:lnTo>
                  <a:pt x="899" y="13833"/>
                </a:lnTo>
                <a:lnTo>
                  <a:pt x="0" y="12726"/>
                </a:lnTo>
                <a:lnTo>
                  <a:pt x="1967" y="12726"/>
                </a:lnTo>
                <a:lnTo>
                  <a:pt x="3946" y="12726"/>
                </a:lnTo>
                <a:lnTo>
                  <a:pt x="5951" y="12726"/>
                </a:lnTo>
                <a:lnTo>
                  <a:pt x="5951" y="11326"/>
                </a:lnTo>
                <a:lnTo>
                  <a:pt x="5951" y="9924"/>
                </a:lnTo>
                <a:lnTo>
                  <a:pt x="5951" y="8522"/>
                </a:lnTo>
                <a:lnTo>
                  <a:pt x="5951" y="7116"/>
                </a:lnTo>
                <a:lnTo>
                  <a:pt x="5951" y="5705"/>
                </a:lnTo>
                <a:lnTo>
                  <a:pt x="5951" y="4289"/>
                </a:lnTo>
                <a:lnTo>
                  <a:pt x="5951" y="2868"/>
                </a:lnTo>
                <a:lnTo>
                  <a:pt x="5951" y="1438"/>
                </a:lnTo>
                <a:lnTo>
                  <a:pt x="5951" y="0"/>
                </a:lnTo>
                <a:close/>
              </a:path>
            </a:pathLst>
          </a:custGeom>
          <a:solidFill>
            <a:srgbClr val="A29FA4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6" name="contour_08524"/>
          <p:cNvSpPr/>
          <p:nvPr/>
        </p:nvSpPr>
        <p:spPr>
          <a:xfrm>
            <a:off x="717310" y="2193685"/>
            <a:ext cx="65592" cy="595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4" y="0"/>
                </a:lnTo>
                <a:lnTo>
                  <a:pt x="15170" y="0"/>
                </a:lnTo>
                <a:lnTo>
                  <a:pt x="16764" y="0"/>
                </a:lnTo>
                <a:lnTo>
                  <a:pt x="18365" y="0"/>
                </a:lnTo>
                <a:lnTo>
                  <a:pt x="19975" y="0"/>
                </a:lnTo>
                <a:lnTo>
                  <a:pt x="21600" y="0"/>
                </a:lnTo>
                <a:lnTo>
                  <a:pt x="21600" y="1748"/>
                </a:lnTo>
                <a:lnTo>
                  <a:pt x="21600" y="3507"/>
                </a:lnTo>
                <a:lnTo>
                  <a:pt x="21600" y="5290"/>
                </a:lnTo>
                <a:lnTo>
                  <a:pt x="20174" y="5290"/>
                </a:lnTo>
                <a:lnTo>
                  <a:pt x="18744" y="5290"/>
                </a:lnTo>
                <a:lnTo>
                  <a:pt x="17309" y="5290"/>
                </a:lnTo>
                <a:lnTo>
                  <a:pt x="15862" y="5290"/>
                </a:lnTo>
                <a:lnTo>
                  <a:pt x="14400" y="5290"/>
                </a:lnTo>
                <a:lnTo>
                  <a:pt x="14400" y="7038"/>
                </a:lnTo>
                <a:lnTo>
                  <a:pt x="14400" y="8797"/>
                </a:lnTo>
                <a:lnTo>
                  <a:pt x="14400" y="10579"/>
                </a:lnTo>
                <a:lnTo>
                  <a:pt x="16186" y="11394"/>
                </a:lnTo>
                <a:lnTo>
                  <a:pt x="17453" y="11939"/>
                </a:lnTo>
                <a:lnTo>
                  <a:pt x="18547" y="12341"/>
                </a:lnTo>
                <a:lnTo>
                  <a:pt x="19814" y="12727"/>
                </a:lnTo>
                <a:lnTo>
                  <a:pt x="21600" y="13224"/>
                </a:lnTo>
                <a:lnTo>
                  <a:pt x="20467" y="14872"/>
                </a:lnTo>
                <a:lnTo>
                  <a:pt x="19409" y="16332"/>
                </a:lnTo>
                <a:lnTo>
                  <a:pt x="18348" y="17649"/>
                </a:lnTo>
                <a:lnTo>
                  <a:pt x="17208" y="18863"/>
                </a:lnTo>
                <a:lnTo>
                  <a:pt x="15919" y="20021"/>
                </a:lnTo>
                <a:lnTo>
                  <a:pt x="14400" y="21158"/>
                </a:lnTo>
                <a:lnTo>
                  <a:pt x="12787" y="21357"/>
                </a:lnTo>
                <a:lnTo>
                  <a:pt x="11184" y="21492"/>
                </a:lnTo>
                <a:lnTo>
                  <a:pt x="9590" y="21571"/>
                </a:lnTo>
                <a:lnTo>
                  <a:pt x="7999" y="21600"/>
                </a:lnTo>
                <a:lnTo>
                  <a:pt x="6410" y="21579"/>
                </a:lnTo>
                <a:lnTo>
                  <a:pt x="4819" y="21521"/>
                </a:lnTo>
                <a:lnTo>
                  <a:pt x="3223" y="21428"/>
                </a:lnTo>
                <a:lnTo>
                  <a:pt x="1618" y="21304"/>
                </a:lnTo>
                <a:lnTo>
                  <a:pt x="0" y="21158"/>
                </a:lnTo>
                <a:lnTo>
                  <a:pt x="814" y="19828"/>
                </a:lnTo>
                <a:lnTo>
                  <a:pt x="1637" y="18503"/>
                </a:lnTo>
                <a:lnTo>
                  <a:pt x="2465" y="17183"/>
                </a:lnTo>
                <a:lnTo>
                  <a:pt x="3300" y="15869"/>
                </a:lnTo>
                <a:lnTo>
                  <a:pt x="3763" y="15128"/>
                </a:lnTo>
                <a:lnTo>
                  <a:pt x="5155" y="12893"/>
                </a:lnTo>
                <a:lnTo>
                  <a:pt x="6170" y="11746"/>
                </a:lnTo>
                <a:lnTo>
                  <a:pt x="7200" y="10579"/>
                </a:lnTo>
                <a:lnTo>
                  <a:pt x="8786" y="10579"/>
                </a:lnTo>
                <a:lnTo>
                  <a:pt x="10382" y="10579"/>
                </a:lnTo>
                <a:lnTo>
                  <a:pt x="12000" y="10579"/>
                </a:lnTo>
                <a:lnTo>
                  <a:pt x="12000" y="8834"/>
                </a:lnTo>
                <a:lnTo>
                  <a:pt x="12000" y="7085"/>
                </a:lnTo>
                <a:lnTo>
                  <a:pt x="12000" y="5329"/>
                </a:lnTo>
                <a:lnTo>
                  <a:pt x="12000" y="3565"/>
                </a:lnTo>
                <a:lnTo>
                  <a:pt x="12000" y="1791"/>
                </a:lnTo>
                <a:lnTo>
                  <a:pt x="12000" y="0"/>
                </a:lnTo>
                <a:close/>
              </a:path>
            </a:pathLst>
          </a:custGeom>
          <a:solidFill>
            <a:srgbClr val="4E4334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7" name="contour_08525"/>
          <p:cNvSpPr/>
          <p:nvPr/>
        </p:nvSpPr>
        <p:spPr>
          <a:xfrm>
            <a:off x="4907905" y="2206316"/>
            <a:ext cx="72880" cy="602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698"/>
                </a:moveTo>
                <a:lnTo>
                  <a:pt x="5940" y="233"/>
                </a:lnTo>
                <a:lnTo>
                  <a:pt x="7087" y="0"/>
                </a:lnTo>
                <a:lnTo>
                  <a:pt x="8072" y="0"/>
                </a:lnTo>
                <a:lnTo>
                  <a:pt x="9206" y="233"/>
                </a:lnTo>
                <a:lnTo>
                  <a:pt x="10800" y="698"/>
                </a:lnTo>
                <a:lnTo>
                  <a:pt x="11465" y="2359"/>
                </a:lnTo>
                <a:lnTo>
                  <a:pt x="11910" y="3590"/>
                </a:lnTo>
                <a:lnTo>
                  <a:pt x="12239" y="4758"/>
                </a:lnTo>
                <a:lnTo>
                  <a:pt x="12554" y="6229"/>
                </a:lnTo>
                <a:lnTo>
                  <a:pt x="12960" y="8374"/>
                </a:lnTo>
                <a:lnTo>
                  <a:pt x="13366" y="10509"/>
                </a:lnTo>
                <a:lnTo>
                  <a:pt x="13681" y="11993"/>
                </a:lnTo>
                <a:lnTo>
                  <a:pt x="14010" y="13210"/>
                </a:lnTo>
                <a:lnTo>
                  <a:pt x="14455" y="14543"/>
                </a:lnTo>
                <a:lnTo>
                  <a:pt x="15120" y="16374"/>
                </a:lnTo>
                <a:lnTo>
                  <a:pt x="16792" y="17263"/>
                </a:lnTo>
                <a:lnTo>
                  <a:pt x="17965" y="17843"/>
                </a:lnTo>
                <a:lnTo>
                  <a:pt x="18950" y="18240"/>
                </a:lnTo>
                <a:lnTo>
                  <a:pt x="20058" y="18580"/>
                </a:lnTo>
                <a:lnTo>
                  <a:pt x="21600" y="18987"/>
                </a:lnTo>
                <a:lnTo>
                  <a:pt x="20174" y="19418"/>
                </a:lnTo>
                <a:lnTo>
                  <a:pt x="18747" y="19849"/>
                </a:lnTo>
                <a:lnTo>
                  <a:pt x="17312" y="20283"/>
                </a:lnTo>
                <a:lnTo>
                  <a:pt x="15872" y="20719"/>
                </a:lnTo>
                <a:lnTo>
                  <a:pt x="14422" y="21158"/>
                </a:lnTo>
                <a:lnTo>
                  <a:pt x="12960" y="21600"/>
                </a:lnTo>
                <a:lnTo>
                  <a:pt x="12532" y="20048"/>
                </a:lnTo>
                <a:lnTo>
                  <a:pt x="12102" y="18491"/>
                </a:lnTo>
                <a:lnTo>
                  <a:pt x="11673" y="16928"/>
                </a:lnTo>
                <a:lnTo>
                  <a:pt x="11238" y="15353"/>
                </a:lnTo>
                <a:lnTo>
                  <a:pt x="10800" y="13762"/>
                </a:lnTo>
                <a:lnTo>
                  <a:pt x="9463" y="14086"/>
                </a:lnTo>
                <a:lnTo>
                  <a:pt x="8126" y="14410"/>
                </a:lnTo>
                <a:lnTo>
                  <a:pt x="6785" y="14734"/>
                </a:lnTo>
                <a:lnTo>
                  <a:pt x="5441" y="15058"/>
                </a:lnTo>
                <a:lnTo>
                  <a:pt x="4091" y="15384"/>
                </a:lnTo>
                <a:lnTo>
                  <a:pt x="2735" y="15713"/>
                </a:lnTo>
                <a:lnTo>
                  <a:pt x="1372" y="16043"/>
                </a:lnTo>
                <a:lnTo>
                  <a:pt x="0" y="16374"/>
                </a:lnTo>
                <a:lnTo>
                  <a:pt x="335" y="14801"/>
                </a:lnTo>
                <a:lnTo>
                  <a:pt x="678" y="13231"/>
                </a:lnTo>
                <a:lnTo>
                  <a:pt x="1030" y="11664"/>
                </a:lnTo>
                <a:lnTo>
                  <a:pt x="1389" y="10098"/>
                </a:lnTo>
                <a:lnTo>
                  <a:pt x="1754" y="8536"/>
                </a:lnTo>
                <a:lnTo>
                  <a:pt x="1901" y="7888"/>
                </a:lnTo>
                <a:lnTo>
                  <a:pt x="2156" y="6746"/>
                </a:lnTo>
                <a:lnTo>
                  <a:pt x="2743" y="4126"/>
                </a:lnTo>
                <a:lnTo>
                  <a:pt x="3264" y="2994"/>
                </a:lnTo>
                <a:lnTo>
                  <a:pt x="3789" y="1852"/>
                </a:lnTo>
                <a:lnTo>
                  <a:pt x="4320" y="698"/>
                </a:lnTo>
                <a:close/>
              </a:path>
            </a:pathLst>
          </a:custGeom>
          <a:solidFill>
            <a:srgbClr val="BBD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8" name="contour_08526"/>
          <p:cNvSpPr/>
          <p:nvPr/>
        </p:nvSpPr>
        <p:spPr>
          <a:xfrm>
            <a:off x="2102028" y="2222123"/>
            <a:ext cx="58304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0"/>
                </a:moveTo>
                <a:lnTo>
                  <a:pt x="8824" y="37"/>
                </a:lnTo>
                <a:lnTo>
                  <a:pt x="10560" y="73"/>
                </a:lnTo>
                <a:lnTo>
                  <a:pt x="12320" y="107"/>
                </a:lnTo>
                <a:lnTo>
                  <a:pt x="13090" y="122"/>
                </a:lnTo>
                <a:lnTo>
                  <a:pt x="14448" y="143"/>
                </a:lnTo>
                <a:lnTo>
                  <a:pt x="17561" y="189"/>
                </a:lnTo>
                <a:lnTo>
                  <a:pt x="18155" y="207"/>
                </a:lnTo>
                <a:lnTo>
                  <a:pt x="19202" y="234"/>
                </a:lnTo>
                <a:lnTo>
                  <a:pt x="21600" y="298"/>
                </a:lnTo>
                <a:lnTo>
                  <a:pt x="21600" y="2310"/>
                </a:lnTo>
                <a:lnTo>
                  <a:pt x="21600" y="4333"/>
                </a:lnTo>
                <a:lnTo>
                  <a:pt x="21600" y="6384"/>
                </a:lnTo>
                <a:lnTo>
                  <a:pt x="20250" y="7145"/>
                </a:lnTo>
                <a:lnTo>
                  <a:pt x="18900" y="7906"/>
                </a:lnTo>
                <a:lnTo>
                  <a:pt x="17550" y="8667"/>
                </a:lnTo>
                <a:lnTo>
                  <a:pt x="16200" y="9428"/>
                </a:lnTo>
                <a:lnTo>
                  <a:pt x="15803" y="10100"/>
                </a:lnTo>
                <a:lnTo>
                  <a:pt x="15104" y="11281"/>
                </a:lnTo>
                <a:lnTo>
                  <a:pt x="13500" y="13992"/>
                </a:lnTo>
                <a:lnTo>
                  <a:pt x="12255" y="16004"/>
                </a:lnTo>
                <a:lnTo>
                  <a:pt x="11143" y="17537"/>
                </a:lnTo>
                <a:lnTo>
                  <a:pt x="10033" y="18733"/>
                </a:lnTo>
                <a:lnTo>
                  <a:pt x="8794" y="19719"/>
                </a:lnTo>
                <a:lnTo>
                  <a:pt x="7293" y="20632"/>
                </a:lnTo>
                <a:lnTo>
                  <a:pt x="5400" y="21600"/>
                </a:lnTo>
                <a:lnTo>
                  <a:pt x="4817" y="19817"/>
                </a:lnTo>
                <a:lnTo>
                  <a:pt x="4239" y="18030"/>
                </a:lnTo>
                <a:lnTo>
                  <a:pt x="3667" y="16241"/>
                </a:lnTo>
                <a:lnTo>
                  <a:pt x="3097" y="14452"/>
                </a:lnTo>
                <a:lnTo>
                  <a:pt x="2533" y="12659"/>
                </a:lnTo>
                <a:lnTo>
                  <a:pt x="1998" y="11001"/>
                </a:lnTo>
                <a:lnTo>
                  <a:pt x="1461" y="9327"/>
                </a:lnTo>
                <a:lnTo>
                  <a:pt x="918" y="7632"/>
                </a:lnTo>
                <a:lnTo>
                  <a:pt x="616" y="6214"/>
                </a:lnTo>
                <a:lnTo>
                  <a:pt x="311" y="4787"/>
                </a:lnTo>
                <a:lnTo>
                  <a:pt x="0" y="3341"/>
                </a:lnTo>
                <a:lnTo>
                  <a:pt x="1628" y="1579"/>
                </a:lnTo>
                <a:lnTo>
                  <a:pt x="2913" y="642"/>
                </a:lnTo>
                <a:lnTo>
                  <a:pt x="4514" y="222"/>
                </a:lnTo>
                <a:lnTo>
                  <a:pt x="7098" y="0"/>
                </a:lnTo>
                <a:close/>
              </a:path>
            </a:pathLst>
          </a:custGeom>
          <a:solidFill>
            <a:srgbClr val="38352F"/>
          </a:solidFill>
          <a:ln>
            <a:noFill/>
          </a:ln>
        </p:spPr>
        <p:txBody>
          <a:bodyPr/>
          <a:lstStyle/>
          <a:p/>
        </p:txBody>
      </p:sp>
      <p:sp>
        <p:nvSpPr>
          <p:cNvPr id="8529" name="contour_08527"/>
          <p:cNvSpPr/>
          <p:nvPr/>
        </p:nvSpPr>
        <p:spPr>
          <a:xfrm>
            <a:off x="10075091" y="2193445"/>
            <a:ext cx="80168" cy="58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89"/>
                </a:moveTo>
                <a:lnTo>
                  <a:pt x="15709" y="1686"/>
                </a:lnTo>
                <a:lnTo>
                  <a:pt x="15709" y="3289"/>
                </a:lnTo>
                <a:lnTo>
                  <a:pt x="15709" y="4897"/>
                </a:lnTo>
                <a:lnTo>
                  <a:pt x="15709" y="6518"/>
                </a:lnTo>
                <a:lnTo>
                  <a:pt x="15709" y="8155"/>
                </a:lnTo>
                <a:lnTo>
                  <a:pt x="16875" y="8155"/>
                </a:lnTo>
                <a:lnTo>
                  <a:pt x="18046" y="8155"/>
                </a:lnTo>
                <a:lnTo>
                  <a:pt x="19220" y="8155"/>
                </a:lnTo>
                <a:lnTo>
                  <a:pt x="20404" y="8155"/>
                </a:lnTo>
                <a:lnTo>
                  <a:pt x="21600" y="8155"/>
                </a:lnTo>
                <a:lnTo>
                  <a:pt x="21349" y="9995"/>
                </a:lnTo>
                <a:lnTo>
                  <a:pt x="21121" y="11334"/>
                </a:lnTo>
                <a:lnTo>
                  <a:pt x="20822" y="12560"/>
                </a:lnTo>
                <a:lnTo>
                  <a:pt x="20359" y="14060"/>
                </a:lnTo>
                <a:lnTo>
                  <a:pt x="19636" y="16222"/>
                </a:lnTo>
                <a:lnTo>
                  <a:pt x="18552" y="17171"/>
                </a:lnTo>
                <a:lnTo>
                  <a:pt x="17469" y="18026"/>
                </a:lnTo>
                <a:lnTo>
                  <a:pt x="16375" y="18806"/>
                </a:lnTo>
                <a:lnTo>
                  <a:pt x="15267" y="19535"/>
                </a:lnTo>
                <a:lnTo>
                  <a:pt x="14138" y="20229"/>
                </a:lnTo>
                <a:lnTo>
                  <a:pt x="12978" y="20912"/>
                </a:lnTo>
                <a:lnTo>
                  <a:pt x="11782" y="21600"/>
                </a:lnTo>
                <a:lnTo>
                  <a:pt x="11998" y="19825"/>
                </a:lnTo>
                <a:lnTo>
                  <a:pt x="12214" y="18048"/>
                </a:lnTo>
                <a:lnTo>
                  <a:pt x="12430" y="16271"/>
                </a:lnTo>
                <a:lnTo>
                  <a:pt x="12648" y="14488"/>
                </a:lnTo>
                <a:lnTo>
                  <a:pt x="12866" y="12700"/>
                </a:lnTo>
                <a:lnTo>
                  <a:pt x="13084" y="10904"/>
                </a:lnTo>
                <a:lnTo>
                  <a:pt x="13304" y="9102"/>
                </a:lnTo>
                <a:lnTo>
                  <a:pt x="13524" y="7290"/>
                </a:lnTo>
                <a:lnTo>
                  <a:pt x="13745" y="5467"/>
                </a:lnTo>
                <a:lnTo>
                  <a:pt x="12385" y="5733"/>
                </a:lnTo>
                <a:lnTo>
                  <a:pt x="11022" y="5999"/>
                </a:lnTo>
                <a:lnTo>
                  <a:pt x="9659" y="6265"/>
                </a:lnTo>
                <a:lnTo>
                  <a:pt x="8294" y="6534"/>
                </a:lnTo>
                <a:lnTo>
                  <a:pt x="6924" y="6800"/>
                </a:lnTo>
                <a:lnTo>
                  <a:pt x="5551" y="7069"/>
                </a:lnTo>
                <a:lnTo>
                  <a:pt x="4173" y="7338"/>
                </a:lnTo>
                <a:lnTo>
                  <a:pt x="2788" y="7610"/>
                </a:lnTo>
                <a:lnTo>
                  <a:pt x="1398" y="7881"/>
                </a:lnTo>
                <a:lnTo>
                  <a:pt x="0" y="8155"/>
                </a:lnTo>
                <a:lnTo>
                  <a:pt x="978" y="5518"/>
                </a:lnTo>
                <a:lnTo>
                  <a:pt x="1704" y="3832"/>
                </a:lnTo>
                <a:lnTo>
                  <a:pt x="2394" y="2759"/>
                </a:lnTo>
                <a:lnTo>
                  <a:pt x="3267" y="1960"/>
                </a:lnTo>
                <a:lnTo>
                  <a:pt x="4540" y="1097"/>
                </a:lnTo>
                <a:lnTo>
                  <a:pt x="5973" y="707"/>
                </a:lnTo>
                <a:lnTo>
                  <a:pt x="7366" y="414"/>
                </a:lnTo>
                <a:lnTo>
                  <a:pt x="8734" y="210"/>
                </a:lnTo>
                <a:lnTo>
                  <a:pt x="10093" y="78"/>
                </a:lnTo>
                <a:lnTo>
                  <a:pt x="11456" y="13"/>
                </a:lnTo>
                <a:lnTo>
                  <a:pt x="12836" y="0"/>
                </a:lnTo>
                <a:lnTo>
                  <a:pt x="14248" y="30"/>
                </a:lnTo>
                <a:lnTo>
                  <a:pt x="15709" y="89"/>
                </a:lnTo>
                <a:close/>
              </a:path>
            </a:pathLst>
          </a:custGeom>
          <a:solidFill>
            <a:srgbClr val="A9ADAE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0" name="contour_08528"/>
          <p:cNvSpPr/>
          <p:nvPr/>
        </p:nvSpPr>
        <p:spPr>
          <a:xfrm>
            <a:off x="3622325" y="2179109"/>
            <a:ext cx="39333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93" y="0"/>
                </a:moveTo>
                <a:lnTo>
                  <a:pt x="10278" y="933"/>
                </a:lnTo>
                <a:lnTo>
                  <a:pt x="10926" y="1865"/>
                </a:lnTo>
                <a:lnTo>
                  <a:pt x="11550" y="2798"/>
                </a:lnTo>
                <a:lnTo>
                  <a:pt x="12147" y="3730"/>
                </a:lnTo>
                <a:lnTo>
                  <a:pt x="12719" y="4664"/>
                </a:lnTo>
                <a:lnTo>
                  <a:pt x="13267" y="5599"/>
                </a:lnTo>
                <a:lnTo>
                  <a:pt x="13792" y="6535"/>
                </a:lnTo>
                <a:lnTo>
                  <a:pt x="14296" y="7472"/>
                </a:lnTo>
                <a:lnTo>
                  <a:pt x="14784" y="8412"/>
                </a:lnTo>
                <a:lnTo>
                  <a:pt x="15252" y="9356"/>
                </a:lnTo>
                <a:lnTo>
                  <a:pt x="15709" y="10300"/>
                </a:lnTo>
                <a:lnTo>
                  <a:pt x="16153" y="11249"/>
                </a:lnTo>
                <a:lnTo>
                  <a:pt x="16581" y="12201"/>
                </a:lnTo>
                <a:lnTo>
                  <a:pt x="17025" y="13146"/>
                </a:lnTo>
                <a:lnTo>
                  <a:pt x="17490" y="14088"/>
                </a:lnTo>
                <a:lnTo>
                  <a:pt x="17966" y="15029"/>
                </a:lnTo>
                <a:lnTo>
                  <a:pt x="18458" y="15970"/>
                </a:lnTo>
                <a:lnTo>
                  <a:pt x="18959" y="16910"/>
                </a:lnTo>
                <a:lnTo>
                  <a:pt x="19475" y="17849"/>
                </a:lnTo>
                <a:lnTo>
                  <a:pt x="19995" y="18788"/>
                </a:lnTo>
                <a:lnTo>
                  <a:pt x="20523" y="19725"/>
                </a:lnTo>
                <a:lnTo>
                  <a:pt x="21060" y="20663"/>
                </a:lnTo>
                <a:lnTo>
                  <a:pt x="21600" y="21600"/>
                </a:lnTo>
                <a:lnTo>
                  <a:pt x="20940" y="21000"/>
                </a:lnTo>
                <a:lnTo>
                  <a:pt x="20271" y="20390"/>
                </a:lnTo>
                <a:lnTo>
                  <a:pt x="19319" y="19606"/>
                </a:lnTo>
                <a:lnTo>
                  <a:pt x="18350" y="18809"/>
                </a:lnTo>
                <a:lnTo>
                  <a:pt x="17442" y="18032"/>
                </a:lnTo>
                <a:lnTo>
                  <a:pt x="16517" y="17241"/>
                </a:lnTo>
                <a:lnTo>
                  <a:pt x="14732" y="16422"/>
                </a:lnTo>
                <a:lnTo>
                  <a:pt x="13183" y="15939"/>
                </a:lnTo>
                <a:lnTo>
                  <a:pt x="11014" y="15608"/>
                </a:lnTo>
                <a:lnTo>
                  <a:pt x="7372" y="15238"/>
                </a:lnTo>
                <a:lnTo>
                  <a:pt x="5459" y="14962"/>
                </a:lnTo>
                <a:lnTo>
                  <a:pt x="3538" y="14682"/>
                </a:lnTo>
                <a:lnTo>
                  <a:pt x="1589" y="14400"/>
                </a:lnTo>
                <a:lnTo>
                  <a:pt x="1029" y="13455"/>
                </a:lnTo>
                <a:lnTo>
                  <a:pt x="584" y="12486"/>
                </a:lnTo>
                <a:lnTo>
                  <a:pt x="264" y="11501"/>
                </a:lnTo>
                <a:lnTo>
                  <a:pt x="68" y="10505"/>
                </a:lnTo>
                <a:lnTo>
                  <a:pt x="0" y="9500"/>
                </a:lnTo>
                <a:lnTo>
                  <a:pt x="64" y="8493"/>
                </a:lnTo>
                <a:lnTo>
                  <a:pt x="264" y="7489"/>
                </a:lnTo>
                <a:lnTo>
                  <a:pt x="600" y="6494"/>
                </a:lnTo>
                <a:lnTo>
                  <a:pt x="1081" y="5511"/>
                </a:lnTo>
                <a:lnTo>
                  <a:pt x="1709" y="4548"/>
                </a:lnTo>
                <a:lnTo>
                  <a:pt x="2485" y="3607"/>
                </a:lnTo>
                <a:lnTo>
                  <a:pt x="3418" y="2694"/>
                </a:lnTo>
                <a:lnTo>
                  <a:pt x="4739" y="1997"/>
                </a:lnTo>
                <a:lnTo>
                  <a:pt x="5819" y="1483"/>
                </a:lnTo>
                <a:lnTo>
                  <a:pt x="7244" y="903"/>
                </a:lnTo>
                <a:lnTo>
                  <a:pt x="9593" y="0"/>
                </a:lnTo>
                <a:close/>
              </a:path>
            </a:pathLst>
          </a:custGeom>
          <a:solidFill>
            <a:srgbClr val="9DA6AB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1" name="contour_08529"/>
          <p:cNvSpPr/>
          <p:nvPr/>
        </p:nvSpPr>
        <p:spPr>
          <a:xfrm>
            <a:off x="10898634" y="2149957"/>
            <a:ext cx="6559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10" y="941"/>
                </a:lnTo>
                <a:lnTo>
                  <a:pt x="19310" y="1631"/>
                </a:lnTo>
                <a:lnTo>
                  <a:pt x="20258" y="2405"/>
                </a:lnTo>
                <a:lnTo>
                  <a:pt x="21600" y="3600"/>
                </a:lnTo>
                <a:lnTo>
                  <a:pt x="21226" y="4795"/>
                </a:lnTo>
                <a:lnTo>
                  <a:pt x="20851" y="5569"/>
                </a:lnTo>
                <a:lnTo>
                  <a:pt x="20251" y="6259"/>
                </a:lnTo>
                <a:lnTo>
                  <a:pt x="19200" y="7200"/>
                </a:lnTo>
                <a:lnTo>
                  <a:pt x="17614" y="7200"/>
                </a:lnTo>
                <a:lnTo>
                  <a:pt x="16018" y="7200"/>
                </a:lnTo>
                <a:lnTo>
                  <a:pt x="14400" y="7200"/>
                </a:lnTo>
                <a:lnTo>
                  <a:pt x="14446" y="7713"/>
                </a:lnTo>
                <a:lnTo>
                  <a:pt x="14522" y="8618"/>
                </a:lnTo>
                <a:lnTo>
                  <a:pt x="14700" y="10688"/>
                </a:lnTo>
                <a:lnTo>
                  <a:pt x="14688" y="12166"/>
                </a:lnTo>
                <a:lnTo>
                  <a:pt x="14611" y="13129"/>
                </a:lnTo>
                <a:lnTo>
                  <a:pt x="14400" y="14400"/>
                </a:lnTo>
                <a:lnTo>
                  <a:pt x="13145" y="14998"/>
                </a:lnTo>
                <a:lnTo>
                  <a:pt x="12226" y="15383"/>
                </a:lnTo>
                <a:lnTo>
                  <a:pt x="11194" y="15728"/>
                </a:lnTo>
                <a:lnTo>
                  <a:pt x="9600" y="16200"/>
                </a:lnTo>
                <a:lnTo>
                  <a:pt x="8453" y="17397"/>
                </a:lnTo>
                <a:lnTo>
                  <a:pt x="7622" y="18274"/>
                </a:lnTo>
                <a:lnTo>
                  <a:pt x="6974" y="18983"/>
                </a:lnTo>
                <a:lnTo>
                  <a:pt x="6377" y="19674"/>
                </a:lnTo>
                <a:lnTo>
                  <a:pt x="5698" y="20497"/>
                </a:lnTo>
                <a:lnTo>
                  <a:pt x="4800" y="21600"/>
                </a:lnTo>
                <a:lnTo>
                  <a:pt x="4121" y="20581"/>
                </a:lnTo>
                <a:lnTo>
                  <a:pt x="3442" y="19562"/>
                </a:lnTo>
                <a:lnTo>
                  <a:pt x="2760" y="18540"/>
                </a:lnTo>
                <a:lnTo>
                  <a:pt x="2076" y="17514"/>
                </a:lnTo>
                <a:lnTo>
                  <a:pt x="1387" y="16483"/>
                </a:lnTo>
                <a:lnTo>
                  <a:pt x="696" y="15446"/>
                </a:lnTo>
                <a:lnTo>
                  <a:pt x="0" y="14400"/>
                </a:lnTo>
                <a:lnTo>
                  <a:pt x="1426" y="14400"/>
                </a:lnTo>
                <a:lnTo>
                  <a:pt x="2856" y="14400"/>
                </a:lnTo>
                <a:lnTo>
                  <a:pt x="4291" y="14400"/>
                </a:lnTo>
                <a:lnTo>
                  <a:pt x="5738" y="14400"/>
                </a:lnTo>
                <a:lnTo>
                  <a:pt x="7200" y="14400"/>
                </a:lnTo>
                <a:lnTo>
                  <a:pt x="7138" y="13925"/>
                </a:lnTo>
                <a:lnTo>
                  <a:pt x="6948" y="12494"/>
                </a:lnTo>
                <a:lnTo>
                  <a:pt x="6862" y="11284"/>
                </a:lnTo>
                <a:lnTo>
                  <a:pt x="6806" y="10103"/>
                </a:lnTo>
                <a:lnTo>
                  <a:pt x="6797" y="8937"/>
                </a:lnTo>
                <a:lnTo>
                  <a:pt x="6852" y="7774"/>
                </a:lnTo>
                <a:lnTo>
                  <a:pt x="6979" y="6599"/>
                </a:lnTo>
                <a:lnTo>
                  <a:pt x="7200" y="5400"/>
                </a:lnTo>
                <a:lnTo>
                  <a:pt x="8914" y="4792"/>
                </a:lnTo>
                <a:lnTo>
                  <a:pt x="10145" y="4394"/>
                </a:lnTo>
                <a:lnTo>
                  <a:pt x="11239" y="4120"/>
                </a:lnTo>
                <a:lnTo>
                  <a:pt x="12542" y="3884"/>
                </a:lnTo>
                <a:lnTo>
                  <a:pt x="14400" y="3600"/>
                </a:lnTo>
                <a:lnTo>
                  <a:pt x="15367" y="2468"/>
                </a:lnTo>
                <a:lnTo>
                  <a:pt x="15938" y="1717"/>
                </a:lnTo>
                <a:lnTo>
                  <a:pt x="16342" y="1006"/>
                </a:lnTo>
                <a:lnTo>
                  <a:pt x="16800" y="0"/>
                </a:lnTo>
                <a:close/>
              </a:path>
            </a:pathLst>
          </a:custGeom>
          <a:solidFill>
            <a:srgbClr val="ED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2" name="contour_08530"/>
          <p:cNvSpPr/>
          <p:nvPr/>
        </p:nvSpPr>
        <p:spPr>
          <a:xfrm>
            <a:off x="1737629" y="2186397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1" y="0"/>
                </a:lnTo>
                <a:lnTo>
                  <a:pt x="10027" y="0"/>
                </a:lnTo>
                <a:lnTo>
                  <a:pt x="12895" y="0"/>
                </a:lnTo>
                <a:lnTo>
                  <a:pt x="15777" y="0"/>
                </a:lnTo>
                <a:lnTo>
                  <a:pt x="18675" y="0"/>
                </a:lnTo>
                <a:lnTo>
                  <a:pt x="21600" y="0"/>
                </a:lnTo>
                <a:lnTo>
                  <a:pt x="21172" y="2138"/>
                </a:lnTo>
                <a:lnTo>
                  <a:pt x="20745" y="4280"/>
                </a:lnTo>
                <a:lnTo>
                  <a:pt x="20317" y="6421"/>
                </a:lnTo>
                <a:lnTo>
                  <a:pt x="19885" y="8566"/>
                </a:lnTo>
                <a:lnTo>
                  <a:pt x="19457" y="10720"/>
                </a:lnTo>
                <a:lnTo>
                  <a:pt x="19025" y="12877"/>
                </a:lnTo>
                <a:lnTo>
                  <a:pt x="18593" y="15043"/>
                </a:lnTo>
                <a:lnTo>
                  <a:pt x="18157" y="17218"/>
                </a:lnTo>
                <a:lnTo>
                  <a:pt x="17721" y="19403"/>
                </a:lnTo>
                <a:lnTo>
                  <a:pt x="17280" y="21600"/>
                </a:lnTo>
                <a:lnTo>
                  <a:pt x="14429" y="21091"/>
                </a:lnTo>
                <a:lnTo>
                  <a:pt x="11573" y="20582"/>
                </a:lnTo>
                <a:lnTo>
                  <a:pt x="8705" y="20069"/>
                </a:lnTo>
                <a:lnTo>
                  <a:pt x="5823" y="19554"/>
                </a:lnTo>
                <a:lnTo>
                  <a:pt x="2925" y="19036"/>
                </a:lnTo>
                <a:lnTo>
                  <a:pt x="0" y="18514"/>
                </a:lnTo>
                <a:lnTo>
                  <a:pt x="475" y="16478"/>
                </a:lnTo>
                <a:lnTo>
                  <a:pt x="950" y="14438"/>
                </a:lnTo>
                <a:lnTo>
                  <a:pt x="1426" y="12398"/>
                </a:lnTo>
                <a:lnTo>
                  <a:pt x="1905" y="10353"/>
                </a:lnTo>
                <a:lnTo>
                  <a:pt x="2385" y="8301"/>
                </a:lnTo>
                <a:lnTo>
                  <a:pt x="2864" y="6239"/>
                </a:lnTo>
                <a:lnTo>
                  <a:pt x="3348" y="4172"/>
                </a:lnTo>
                <a:lnTo>
                  <a:pt x="3832" y="2092"/>
                </a:lnTo>
                <a:lnTo>
                  <a:pt x="4320" y="0"/>
                </a:lnTo>
                <a:close/>
              </a:path>
            </a:pathLst>
          </a:custGeom>
          <a:solidFill>
            <a:srgbClr val="DABF7E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3" name="contour_08531"/>
          <p:cNvSpPr/>
          <p:nvPr/>
        </p:nvSpPr>
        <p:spPr>
          <a:xfrm>
            <a:off x="5687487" y="2164533"/>
            <a:ext cx="80401" cy="58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1" y="0"/>
                </a:moveTo>
                <a:lnTo>
                  <a:pt x="3315" y="0"/>
                </a:lnTo>
                <a:lnTo>
                  <a:pt x="4617" y="0"/>
                </a:lnTo>
                <a:lnTo>
                  <a:pt x="5936" y="0"/>
                </a:lnTo>
                <a:lnTo>
                  <a:pt x="5694" y="1667"/>
                </a:lnTo>
                <a:lnTo>
                  <a:pt x="5451" y="3341"/>
                </a:lnTo>
                <a:lnTo>
                  <a:pt x="5202" y="5040"/>
                </a:lnTo>
                <a:lnTo>
                  <a:pt x="5189" y="6795"/>
                </a:lnTo>
                <a:lnTo>
                  <a:pt x="5261" y="7975"/>
                </a:lnTo>
                <a:lnTo>
                  <a:pt x="5486" y="9115"/>
                </a:lnTo>
                <a:lnTo>
                  <a:pt x="5936" y="10752"/>
                </a:lnTo>
                <a:lnTo>
                  <a:pt x="7190" y="11614"/>
                </a:lnTo>
                <a:lnTo>
                  <a:pt x="8452" y="12386"/>
                </a:lnTo>
                <a:lnTo>
                  <a:pt x="9729" y="13077"/>
                </a:lnTo>
                <a:lnTo>
                  <a:pt x="11019" y="13698"/>
                </a:lnTo>
                <a:lnTo>
                  <a:pt x="12321" y="14259"/>
                </a:lnTo>
                <a:lnTo>
                  <a:pt x="13639" y="14773"/>
                </a:lnTo>
                <a:lnTo>
                  <a:pt x="14970" y="15248"/>
                </a:lnTo>
                <a:lnTo>
                  <a:pt x="16319" y="15697"/>
                </a:lnTo>
                <a:lnTo>
                  <a:pt x="17684" y="16127"/>
                </a:lnTo>
                <a:lnTo>
                  <a:pt x="17684" y="14351"/>
                </a:lnTo>
                <a:lnTo>
                  <a:pt x="17684" y="12563"/>
                </a:lnTo>
                <a:lnTo>
                  <a:pt x="17684" y="10752"/>
                </a:lnTo>
                <a:lnTo>
                  <a:pt x="18978" y="10752"/>
                </a:lnTo>
                <a:lnTo>
                  <a:pt x="20280" y="10752"/>
                </a:lnTo>
                <a:lnTo>
                  <a:pt x="21600" y="10752"/>
                </a:lnTo>
                <a:lnTo>
                  <a:pt x="21222" y="12480"/>
                </a:lnTo>
                <a:lnTo>
                  <a:pt x="20819" y="14130"/>
                </a:lnTo>
                <a:lnTo>
                  <a:pt x="20366" y="15711"/>
                </a:lnTo>
                <a:lnTo>
                  <a:pt x="19848" y="17229"/>
                </a:lnTo>
                <a:lnTo>
                  <a:pt x="19241" y="18697"/>
                </a:lnTo>
                <a:lnTo>
                  <a:pt x="18526" y="20119"/>
                </a:lnTo>
                <a:lnTo>
                  <a:pt x="17684" y="21503"/>
                </a:lnTo>
                <a:lnTo>
                  <a:pt x="16380" y="21600"/>
                </a:lnTo>
                <a:lnTo>
                  <a:pt x="15123" y="21527"/>
                </a:lnTo>
                <a:lnTo>
                  <a:pt x="13899" y="21307"/>
                </a:lnTo>
                <a:lnTo>
                  <a:pt x="12699" y="20966"/>
                </a:lnTo>
                <a:lnTo>
                  <a:pt x="11511" y="20522"/>
                </a:lnTo>
                <a:lnTo>
                  <a:pt x="10320" y="20001"/>
                </a:lnTo>
                <a:lnTo>
                  <a:pt x="9120" y="19425"/>
                </a:lnTo>
                <a:lnTo>
                  <a:pt x="7894" y="18815"/>
                </a:lnTo>
                <a:lnTo>
                  <a:pt x="6680" y="18345"/>
                </a:lnTo>
                <a:lnTo>
                  <a:pt x="5447" y="17869"/>
                </a:lnTo>
                <a:lnTo>
                  <a:pt x="4153" y="17219"/>
                </a:lnTo>
                <a:lnTo>
                  <a:pt x="3019" y="16555"/>
                </a:lnTo>
                <a:lnTo>
                  <a:pt x="1997" y="15770"/>
                </a:lnTo>
                <a:lnTo>
                  <a:pt x="1028" y="14767"/>
                </a:lnTo>
                <a:lnTo>
                  <a:pt x="63" y="13440"/>
                </a:lnTo>
                <a:lnTo>
                  <a:pt x="0" y="11641"/>
                </a:lnTo>
                <a:lnTo>
                  <a:pt x="16" y="9891"/>
                </a:lnTo>
                <a:lnTo>
                  <a:pt x="116" y="8185"/>
                </a:lnTo>
                <a:lnTo>
                  <a:pt x="303" y="6510"/>
                </a:lnTo>
                <a:lnTo>
                  <a:pt x="583" y="4862"/>
                </a:lnTo>
                <a:lnTo>
                  <a:pt x="959" y="3234"/>
                </a:lnTo>
                <a:lnTo>
                  <a:pt x="1437" y="1615"/>
                </a:lnTo>
                <a:lnTo>
                  <a:pt x="2021" y="0"/>
                </a:lnTo>
                <a:close/>
              </a:path>
            </a:pathLst>
          </a:custGeom>
          <a:solidFill>
            <a:srgbClr val="773131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4" name="contour_08532"/>
          <p:cNvSpPr/>
          <p:nvPr/>
        </p:nvSpPr>
        <p:spPr>
          <a:xfrm>
            <a:off x="8578247" y="2126476"/>
            <a:ext cx="39246" cy="890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97" y="2050"/>
                </a:moveTo>
                <a:lnTo>
                  <a:pt x="21095" y="2981"/>
                </a:lnTo>
                <a:lnTo>
                  <a:pt x="21600" y="3927"/>
                </a:lnTo>
                <a:lnTo>
                  <a:pt x="18949" y="3927"/>
                </a:lnTo>
                <a:lnTo>
                  <a:pt x="16281" y="3927"/>
                </a:lnTo>
                <a:lnTo>
                  <a:pt x="13578" y="3927"/>
                </a:lnTo>
                <a:lnTo>
                  <a:pt x="14083" y="4954"/>
                </a:lnTo>
                <a:lnTo>
                  <a:pt x="14597" y="5996"/>
                </a:lnTo>
                <a:lnTo>
                  <a:pt x="15162" y="7317"/>
                </a:lnTo>
                <a:lnTo>
                  <a:pt x="15655" y="8584"/>
                </a:lnTo>
                <a:lnTo>
                  <a:pt x="16069" y="9807"/>
                </a:lnTo>
                <a:lnTo>
                  <a:pt x="16386" y="10994"/>
                </a:lnTo>
                <a:lnTo>
                  <a:pt x="16606" y="12157"/>
                </a:lnTo>
                <a:lnTo>
                  <a:pt x="16714" y="13303"/>
                </a:lnTo>
                <a:lnTo>
                  <a:pt x="16702" y="14441"/>
                </a:lnTo>
                <a:lnTo>
                  <a:pt x="16562" y="15579"/>
                </a:lnTo>
                <a:lnTo>
                  <a:pt x="16281" y="16728"/>
                </a:lnTo>
                <a:lnTo>
                  <a:pt x="15852" y="17894"/>
                </a:lnTo>
                <a:lnTo>
                  <a:pt x="15266" y="19090"/>
                </a:lnTo>
                <a:lnTo>
                  <a:pt x="14508" y="20322"/>
                </a:lnTo>
                <a:lnTo>
                  <a:pt x="13578" y="21600"/>
                </a:lnTo>
                <a:lnTo>
                  <a:pt x="11765" y="20499"/>
                </a:lnTo>
                <a:lnTo>
                  <a:pt x="10072" y="19416"/>
                </a:lnTo>
                <a:lnTo>
                  <a:pt x="8504" y="18346"/>
                </a:lnTo>
                <a:lnTo>
                  <a:pt x="7060" y="17281"/>
                </a:lnTo>
                <a:lnTo>
                  <a:pt x="5748" y="16217"/>
                </a:lnTo>
                <a:lnTo>
                  <a:pt x="4561" y="15148"/>
                </a:lnTo>
                <a:lnTo>
                  <a:pt x="3510" y="14068"/>
                </a:lnTo>
                <a:lnTo>
                  <a:pt x="2591" y="12970"/>
                </a:lnTo>
                <a:lnTo>
                  <a:pt x="1805" y="11850"/>
                </a:lnTo>
                <a:lnTo>
                  <a:pt x="1163" y="10703"/>
                </a:lnTo>
                <a:lnTo>
                  <a:pt x="658" y="9520"/>
                </a:lnTo>
                <a:lnTo>
                  <a:pt x="293" y="8299"/>
                </a:lnTo>
                <a:lnTo>
                  <a:pt x="72" y="7034"/>
                </a:lnTo>
                <a:lnTo>
                  <a:pt x="0" y="5715"/>
                </a:lnTo>
                <a:lnTo>
                  <a:pt x="72" y="4342"/>
                </a:lnTo>
                <a:lnTo>
                  <a:pt x="979" y="3061"/>
                </a:lnTo>
                <a:lnTo>
                  <a:pt x="1793" y="2283"/>
                </a:lnTo>
                <a:lnTo>
                  <a:pt x="2988" y="1693"/>
                </a:lnTo>
                <a:lnTo>
                  <a:pt x="5022" y="974"/>
                </a:lnTo>
                <a:lnTo>
                  <a:pt x="9651" y="362"/>
                </a:lnTo>
                <a:lnTo>
                  <a:pt x="12892" y="28"/>
                </a:lnTo>
                <a:lnTo>
                  <a:pt x="15174" y="0"/>
                </a:lnTo>
                <a:lnTo>
                  <a:pt x="16931" y="308"/>
                </a:lnTo>
                <a:lnTo>
                  <a:pt x="18592" y="981"/>
                </a:lnTo>
                <a:lnTo>
                  <a:pt x="20597" y="2050"/>
                </a:lnTo>
                <a:close/>
              </a:path>
            </a:pathLst>
          </a:custGeom>
          <a:solidFill>
            <a:srgbClr val="CAE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5" name="contour_08533"/>
          <p:cNvSpPr/>
          <p:nvPr/>
        </p:nvSpPr>
        <p:spPr>
          <a:xfrm>
            <a:off x="4033346" y="2149855"/>
            <a:ext cx="87456" cy="450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486"/>
                </a:moveTo>
                <a:lnTo>
                  <a:pt x="18196" y="1933"/>
                </a:lnTo>
                <a:lnTo>
                  <a:pt x="19174" y="3208"/>
                </a:lnTo>
                <a:lnTo>
                  <a:pt x="19906" y="4512"/>
                </a:lnTo>
                <a:lnTo>
                  <a:pt x="20489" y="6039"/>
                </a:lnTo>
                <a:lnTo>
                  <a:pt x="21020" y="7982"/>
                </a:lnTo>
                <a:lnTo>
                  <a:pt x="21600" y="10533"/>
                </a:lnTo>
                <a:lnTo>
                  <a:pt x="20711" y="10704"/>
                </a:lnTo>
                <a:lnTo>
                  <a:pt x="19814" y="10875"/>
                </a:lnTo>
                <a:lnTo>
                  <a:pt x="18907" y="11050"/>
                </a:lnTo>
                <a:lnTo>
                  <a:pt x="17753" y="11312"/>
                </a:lnTo>
                <a:lnTo>
                  <a:pt x="16591" y="11578"/>
                </a:lnTo>
                <a:lnTo>
                  <a:pt x="15413" y="11843"/>
                </a:lnTo>
                <a:lnTo>
                  <a:pt x="14263" y="12088"/>
                </a:lnTo>
                <a:lnTo>
                  <a:pt x="13104" y="12332"/>
                </a:lnTo>
                <a:lnTo>
                  <a:pt x="11932" y="12580"/>
                </a:lnTo>
                <a:lnTo>
                  <a:pt x="10964" y="13059"/>
                </a:lnTo>
                <a:lnTo>
                  <a:pt x="9988" y="13538"/>
                </a:lnTo>
                <a:lnTo>
                  <a:pt x="9000" y="14027"/>
                </a:lnTo>
                <a:lnTo>
                  <a:pt x="8370" y="16162"/>
                </a:lnTo>
                <a:lnTo>
                  <a:pt x="7972" y="17602"/>
                </a:lnTo>
                <a:lnTo>
                  <a:pt x="7639" y="19004"/>
                </a:lnTo>
                <a:lnTo>
                  <a:pt x="7200" y="21016"/>
                </a:lnTo>
                <a:lnTo>
                  <a:pt x="5895" y="21488"/>
                </a:lnTo>
                <a:lnTo>
                  <a:pt x="4932" y="21600"/>
                </a:lnTo>
                <a:lnTo>
                  <a:pt x="3487" y="21453"/>
                </a:lnTo>
                <a:lnTo>
                  <a:pt x="2335" y="21310"/>
                </a:lnTo>
                <a:lnTo>
                  <a:pt x="1175" y="21163"/>
                </a:lnTo>
                <a:lnTo>
                  <a:pt x="0" y="21016"/>
                </a:lnTo>
                <a:lnTo>
                  <a:pt x="0" y="18706"/>
                </a:lnTo>
                <a:lnTo>
                  <a:pt x="0" y="16383"/>
                </a:lnTo>
                <a:lnTo>
                  <a:pt x="0" y="14027"/>
                </a:lnTo>
                <a:lnTo>
                  <a:pt x="961" y="12577"/>
                </a:lnTo>
                <a:lnTo>
                  <a:pt x="1906" y="11225"/>
                </a:lnTo>
                <a:lnTo>
                  <a:pt x="2849" y="9949"/>
                </a:lnTo>
                <a:lnTo>
                  <a:pt x="3809" y="8733"/>
                </a:lnTo>
                <a:lnTo>
                  <a:pt x="4804" y="7552"/>
                </a:lnTo>
                <a:lnTo>
                  <a:pt x="5850" y="6385"/>
                </a:lnTo>
                <a:lnTo>
                  <a:pt x="6714" y="5438"/>
                </a:lnTo>
                <a:lnTo>
                  <a:pt x="7591" y="4477"/>
                </a:lnTo>
                <a:lnTo>
                  <a:pt x="8766" y="3299"/>
                </a:lnTo>
                <a:lnTo>
                  <a:pt x="9891" y="2254"/>
                </a:lnTo>
                <a:lnTo>
                  <a:pt x="10989" y="1366"/>
                </a:lnTo>
                <a:lnTo>
                  <a:pt x="12083" y="674"/>
                </a:lnTo>
                <a:lnTo>
                  <a:pt x="13198" y="210"/>
                </a:lnTo>
                <a:lnTo>
                  <a:pt x="14351" y="0"/>
                </a:lnTo>
                <a:lnTo>
                  <a:pt x="15570" y="84"/>
                </a:lnTo>
                <a:lnTo>
                  <a:pt x="16875" y="486"/>
                </a:lnTo>
                <a:close/>
              </a:path>
            </a:pathLst>
          </a:custGeom>
          <a:solidFill>
            <a:srgbClr val="3C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6" name="contour_08534"/>
          <p:cNvSpPr/>
          <p:nvPr/>
        </p:nvSpPr>
        <p:spPr>
          <a:xfrm>
            <a:off x="8435293" y="2120806"/>
            <a:ext cx="8016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41" y="603"/>
                </a:lnTo>
                <a:lnTo>
                  <a:pt x="2274" y="1210"/>
                </a:lnTo>
                <a:lnTo>
                  <a:pt x="3401" y="1818"/>
                </a:lnTo>
                <a:lnTo>
                  <a:pt x="4516" y="2433"/>
                </a:lnTo>
                <a:lnTo>
                  <a:pt x="5620" y="3054"/>
                </a:lnTo>
                <a:lnTo>
                  <a:pt x="6708" y="3681"/>
                </a:lnTo>
                <a:lnTo>
                  <a:pt x="7782" y="4317"/>
                </a:lnTo>
                <a:lnTo>
                  <a:pt x="8836" y="4963"/>
                </a:lnTo>
                <a:lnTo>
                  <a:pt x="9869" y="5619"/>
                </a:lnTo>
                <a:lnTo>
                  <a:pt x="10882" y="6287"/>
                </a:lnTo>
                <a:lnTo>
                  <a:pt x="11870" y="6969"/>
                </a:lnTo>
                <a:lnTo>
                  <a:pt x="12830" y="7664"/>
                </a:lnTo>
                <a:lnTo>
                  <a:pt x="13765" y="8374"/>
                </a:lnTo>
                <a:lnTo>
                  <a:pt x="14666" y="9102"/>
                </a:lnTo>
                <a:lnTo>
                  <a:pt x="15538" y="9847"/>
                </a:lnTo>
                <a:lnTo>
                  <a:pt x="16375" y="10612"/>
                </a:lnTo>
                <a:lnTo>
                  <a:pt x="17176" y="11397"/>
                </a:lnTo>
                <a:lnTo>
                  <a:pt x="17938" y="12201"/>
                </a:lnTo>
                <a:lnTo>
                  <a:pt x="18660" y="13030"/>
                </a:lnTo>
                <a:lnTo>
                  <a:pt x="19340" y="13882"/>
                </a:lnTo>
                <a:lnTo>
                  <a:pt x="19976" y="14758"/>
                </a:lnTo>
                <a:lnTo>
                  <a:pt x="20567" y="15661"/>
                </a:lnTo>
                <a:lnTo>
                  <a:pt x="21109" y="16592"/>
                </a:lnTo>
                <a:lnTo>
                  <a:pt x="21600" y="17550"/>
                </a:lnTo>
                <a:lnTo>
                  <a:pt x="21201" y="18688"/>
                </a:lnTo>
                <a:lnTo>
                  <a:pt x="20901" y="19468"/>
                </a:lnTo>
                <a:lnTo>
                  <a:pt x="20602" y="20084"/>
                </a:lnTo>
                <a:lnTo>
                  <a:pt x="20212" y="20729"/>
                </a:lnTo>
                <a:lnTo>
                  <a:pt x="19636" y="21600"/>
                </a:lnTo>
                <a:lnTo>
                  <a:pt x="19346" y="21276"/>
                </a:lnTo>
                <a:lnTo>
                  <a:pt x="18468" y="20301"/>
                </a:lnTo>
                <a:lnTo>
                  <a:pt x="17804" y="19566"/>
                </a:lnTo>
                <a:lnTo>
                  <a:pt x="17139" y="18831"/>
                </a:lnTo>
                <a:lnTo>
                  <a:pt x="16471" y="18097"/>
                </a:lnTo>
                <a:lnTo>
                  <a:pt x="15805" y="17362"/>
                </a:lnTo>
                <a:lnTo>
                  <a:pt x="15138" y="16629"/>
                </a:lnTo>
                <a:lnTo>
                  <a:pt x="14470" y="15895"/>
                </a:lnTo>
                <a:lnTo>
                  <a:pt x="13800" y="15162"/>
                </a:lnTo>
                <a:lnTo>
                  <a:pt x="13133" y="14429"/>
                </a:lnTo>
                <a:lnTo>
                  <a:pt x="12526" y="13752"/>
                </a:lnTo>
                <a:lnTo>
                  <a:pt x="11913" y="13073"/>
                </a:lnTo>
                <a:lnTo>
                  <a:pt x="11295" y="12385"/>
                </a:lnTo>
                <a:lnTo>
                  <a:pt x="10013" y="10985"/>
                </a:lnTo>
                <a:lnTo>
                  <a:pt x="8946" y="9828"/>
                </a:lnTo>
                <a:lnTo>
                  <a:pt x="8055" y="8878"/>
                </a:lnTo>
                <a:lnTo>
                  <a:pt x="7301" y="8099"/>
                </a:lnTo>
                <a:lnTo>
                  <a:pt x="6641" y="7455"/>
                </a:lnTo>
                <a:lnTo>
                  <a:pt x="6040" y="6909"/>
                </a:lnTo>
                <a:lnTo>
                  <a:pt x="5455" y="6427"/>
                </a:lnTo>
                <a:lnTo>
                  <a:pt x="4848" y="5974"/>
                </a:lnTo>
                <a:lnTo>
                  <a:pt x="4179" y="5511"/>
                </a:lnTo>
                <a:lnTo>
                  <a:pt x="3407" y="5003"/>
                </a:lnTo>
                <a:lnTo>
                  <a:pt x="2494" y="4414"/>
                </a:lnTo>
                <a:lnTo>
                  <a:pt x="1671" y="3849"/>
                </a:lnTo>
                <a:lnTo>
                  <a:pt x="840" y="3278"/>
                </a:lnTo>
                <a:lnTo>
                  <a:pt x="0" y="2700"/>
                </a:lnTo>
                <a:lnTo>
                  <a:pt x="0" y="1808"/>
                </a:lnTo>
                <a:lnTo>
                  <a:pt x="0" y="910"/>
                </a:lnTo>
                <a:lnTo>
                  <a:pt x="0" y="0"/>
                </a:lnTo>
                <a:close/>
              </a:path>
            </a:pathLst>
          </a:custGeom>
          <a:solidFill>
            <a:srgbClr val="E6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7" name="contour_08535"/>
          <p:cNvSpPr/>
          <p:nvPr/>
        </p:nvSpPr>
        <p:spPr>
          <a:xfrm>
            <a:off x="5337896" y="2080977"/>
            <a:ext cx="58304" cy="544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43" y="0"/>
                </a:moveTo>
                <a:lnTo>
                  <a:pt x="12528" y="49"/>
                </a:lnTo>
                <a:lnTo>
                  <a:pt x="13681" y="142"/>
                </a:lnTo>
                <a:lnTo>
                  <a:pt x="14874" y="347"/>
                </a:lnTo>
                <a:lnTo>
                  <a:pt x="16489" y="726"/>
                </a:lnTo>
                <a:lnTo>
                  <a:pt x="18900" y="1345"/>
                </a:lnTo>
                <a:lnTo>
                  <a:pt x="18230" y="3137"/>
                </a:lnTo>
                <a:lnTo>
                  <a:pt x="17563" y="4928"/>
                </a:lnTo>
                <a:lnTo>
                  <a:pt x="16891" y="6725"/>
                </a:lnTo>
                <a:lnTo>
                  <a:pt x="16219" y="8524"/>
                </a:lnTo>
                <a:lnTo>
                  <a:pt x="15544" y="10333"/>
                </a:lnTo>
                <a:lnTo>
                  <a:pt x="14866" y="12150"/>
                </a:lnTo>
                <a:lnTo>
                  <a:pt x="14186" y="13976"/>
                </a:lnTo>
                <a:lnTo>
                  <a:pt x="13500" y="15813"/>
                </a:lnTo>
                <a:lnTo>
                  <a:pt x="15104" y="15813"/>
                </a:lnTo>
                <a:lnTo>
                  <a:pt x="16713" y="15813"/>
                </a:lnTo>
                <a:lnTo>
                  <a:pt x="18328" y="15813"/>
                </a:lnTo>
                <a:lnTo>
                  <a:pt x="19956" y="15813"/>
                </a:lnTo>
                <a:lnTo>
                  <a:pt x="21600" y="15813"/>
                </a:lnTo>
                <a:lnTo>
                  <a:pt x="21600" y="17726"/>
                </a:lnTo>
                <a:lnTo>
                  <a:pt x="21600" y="1965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498" y="17112"/>
                </a:lnTo>
                <a:lnTo>
                  <a:pt x="2762" y="13365"/>
                </a:lnTo>
                <a:lnTo>
                  <a:pt x="3831" y="10278"/>
                </a:lnTo>
                <a:lnTo>
                  <a:pt x="4747" y="7781"/>
                </a:lnTo>
                <a:lnTo>
                  <a:pt x="5543" y="5799"/>
                </a:lnTo>
                <a:lnTo>
                  <a:pt x="6261" y="4253"/>
                </a:lnTo>
                <a:lnTo>
                  <a:pt x="6936" y="3073"/>
                </a:lnTo>
                <a:lnTo>
                  <a:pt x="7609" y="2182"/>
                </a:lnTo>
                <a:lnTo>
                  <a:pt x="8319" y="1505"/>
                </a:lnTo>
                <a:lnTo>
                  <a:pt x="9102" y="964"/>
                </a:lnTo>
                <a:lnTo>
                  <a:pt x="9995" y="489"/>
                </a:lnTo>
                <a:lnTo>
                  <a:pt x="11043" y="0"/>
                </a:lnTo>
                <a:close/>
              </a:path>
            </a:pathLst>
          </a:custGeom>
          <a:solidFill>
            <a:srgbClr val="86867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8" name="contour_08536"/>
          <p:cNvSpPr/>
          <p:nvPr/>
        </p:nvSpPr>
        <p:spPr>
          <a:xfrm>
            <a:off x="4907905" y="2096209"/>
            <a:ext cx="87456" cy="404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75" y="0"/>
                </a:moveTo>
                <a:lnTo>
                  <a:pt x="5861" y="879"/>
                </a:lnTo>
                <a:lnTo>
                  <a:pt x="6979" y="1801"/>
                </a:lnTo>
                <a:lnTo>
                  <a:pt x="7841" y="3007"/>
                </a:lnTo>
                <a:lnTo>
                  <a:pt x="8667" y="4754"/>
                </a:lnTo>
                <a:lnTo>
                  <a:pt x="9675" y="7295"/>
                </a:lnTo>
                <a:lnTo>
                  <a:pt x="10647" y="9582"/>
                </a:lnTo>
                <a:lnTo>
                  <a:pt x="11516" y="11263"/>
                </a:lnTo>
                <a:lnTo>
                  <a:pt x="12427" y="12457"/>
                </a:lnTo>
                <a:lnTo>
                  <a:pt x="13520" y="13294"/>
                </a:lnTo>
                <a:lnTo>
                  <a:pt x="14942" y="13905"/>
                </a:lnTo>
                <a:lnTo>
                  <a:pt x="16058" y="13870"/>
                </a:lnTo>
                <a:lnTo>
                  <a:pt x="17168" y="13800"/>
                </a:lnTo>
                <a:lnTo>
                  <a:pt x="18275" y="13695"/>
                </a:lnTo>
                <a:lnTo>
                  <a:pt x="19381" y="13551"/>
                </a:lnTo>
                <a:lnTo>
                  <a:pt x="20489" y="13364"/>
                </a:lnTo>
                <a:lnTo>
                  <a:pt x="21600" y="13130"/>
                </a:lnTo>
                <a:lnTo>
                  <a:pt x="21600" y="15702"/>
                </a:lnTo>
                <a:lnTo>
                  <a:pt x="21600" y="18289"/>
                </a:lnTo>
                <a:lnTo>
                  <a:pt x="21600" y="20911"/>
                </a:lnTo>
                <a:lnTo>
                  <a:pt x="20491" y="20997"/>
                </a:lnTo>
                <a:lnTo>
                  <a:pt x="19382" y="21079"/>
                </a:lnTo>
                <a:lnTo>
                  <a:pt x="18274" y="21153"/>
                </a:lnTo>
                <a:lnTo>
                  <a:pt x="17165" y="21223"/>
                </a:lnTo>
                <a:lnTo>
                  <a:pt x="16056" y="21285"/>
                </a:lnTo>
                <a:lnTo>
                  <a:pt x="14947" y="21343"/>
                </a:lnTo>
                <a:lnTo>
                  <a:pt x="13837" y="21398"/>
                </a:lnTo>
                <a:lnTo>
                  <a:pt x="12744" y="21499"/>
                </a:lnTo>
                <a:lnTo>
                  <a:pt x="11633" y="21596"/>
                </a:lnTo>
                <a:lnTo>
                  <a:pt x="10190" y="21600"/>
                </a:lnTo>
                <a:lnTo>
                  <a:pt x="8858" y="21495"/>
                </a:lnTo>
                <a:lnTo>
                  <a:pt x="7619" y="21246"/>
                </a:lnTo>
                <a:lnTo>
                  <a:pt x="6455" y="20826"/>
                </a:lnTo>
                <a:lnTo>
                  <a:pt x="5346" y="20211"/>
                </a:lnTo>
                <a:lnTo>
                  <a:pt x="4275" y="19363"/>
                </a:lnTo>
                <a:lnTo>
                  <a:pt x="3224" y="18262"/>
                </a:lnTo>
                <a:lnTo>
                  <a:pt x="2173" y="16877"/>
                </a:lnTo>
                <a:lnTo>
                  <a:pt x="1105" y="15173"/>
                </a:lnTo>
                <a:lnTo>
                  <a:pt x="0" y="13130"/>
                </a:lnTo>
                <a:lnTo>
                  <a:pt x="160" y="9559"/>
                </a:lnTo>
                <a:lnTo>
                  <a:pt x="421" y="6684"/>
                </a:lnTo>
                <a:lnTo>
                  <a:pt x="871" y="4404"/>
                </a:lnTo>
                <a:lnTo>
                  <a:pt x="1602" y="2603"/>
                </a:lnTo>
                <a:lnTo>
                  <a:pt x="2707" y="1171"/>
                </a:lnTo>
                <a:lnTo>
                  <a:pt x="4275" y="0"/>
                </a:lnTo>
                <a:close/>
              </a:path>
            </a:pathLst>
          </a:custGeom>
          <a:solidFill>
            <a:srgbClr val="C7E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539" name="contour_08537"/>
          <p:cNvSpPr/>
          <p:nvPr/>
        </p:nvSpPr>
        <p:spPr>
          <a:xfrm>
            <a:off x="1919828" y="2052021"/>
            <a:ext cx="65592" cy="469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00" y="0"/>
                </a:moveTo>
                <a:lnTo>
                  <a:pt x="16990" y="486"/>
                </a:lnTo>
                <a:lnTo>
                  <a:pt x="18089" y="976"/>
                </a:lnTo>
                <a:lnTo>
                  <a:pt x="19200" y="1470"/>
                </a:lnTo>
                <a:lnTo>
                  <a:pt x="19697" y="3530"/>
                </a:lnTo>
                <a:lnTo>
                  <a:pt x="20119" y="5590"/>
                </a:lnTo>
                <a:lnTo>
                  <a:pt x="20477" y="7660"/>
                </a:lnTo>
                <a:lnTo>
                  <a:pt x="20777" y="9743"/>
                </a:lnTo>
                <a:lnTo>
                  <a:pt x="21031" y="11837"/>
                </a:lnTo>
                <a:lnTo>
                  <a:pt x="21245" y="13950"/>
                </a:lnTo>
                <a:lnTo>
                  <a:pt x="21432" y="16088"/>
                </a:lnTo>
                <a:lnTo>
                  <a:pt x="21600" y="18245"/>
                </a:lnTo>
                <a:lnTo>
                  <a:pt x="20026" y="18614"/>
                </a:lnTo>
                <a:lnTo>
                  <a:pt x="18451" y="18973"/>
                </a:lnTo>
                <a:lnTo>
                  <a:pt x="16879" y="19325"/>
                </a:lnTo>
                <a:lnTo>
                  <a:pt x="15305" y="19667"/>
                </a:lnTo>
                <a:lnTo>
                  <a:pt x="13728" y="20006"/>
                </a:lnTo>
                <a:lnTo>
                  <a:pt x="12151" y="20342"/>
                </a:lnTo>
                <a:lnTo>
                  <a:pt x="10802" y="20667"/>
                </a:lnTo>
                <a:lnTo>
                  <a:pt x="9437" y="20996"/>
                </a:lnTo>
                <a:lnTo>
                  <a:pt x="8131" y="21254"/>
                </a:lnTo>
                <a:lnTo>
                  <a:pt x="7114" y="21412"/>
                </a:lnTo>
                <a:lnTo>
                  <a:pt x="6043" y="21506"/>
                </a:lnTo>
                <a:lnTo>
                  <a:pt x="4584" y="21560"/>
                </a:lnTo>
                <a:lnTo>
                  <a:pt x="2400" y="21600"/>
                </a:lnTo>
                <a:lnTo>
                  <a:pt x="1344" y="19654"/>
                </a:lnTo>
                <a:lnTo>
                  <a:pt x="744" y="18305"/>
                </a:lnTo>
                <a:lnTo>
                  <a:pt x="370" y="16926"/>
                </a:lnTo>
                <a:lnTo>
                  <a:pt x="0" y="14890"/>
                </a:lnTo>
                <a:lnTo>
                  <a:pt x="1586" y="14890"/>
                </a:lnTo>
                <a:lnTo>
                  <a:pt x="3182" y="14890"/>
                </a:lnTo>
                <a:lnTo>
                  <a:pt x="4800" y="14890"/>
                </a:lnTo>
                <a:lnTo>
                  <a:pt x="4800" y="12672"/>
                </a:lnTo>
                <a:lnTo>
                  <a:pt x="4800" y="10441"/>
                </a:lnTo>
                <a:lnTo>
                  <a:pt x="4800" y="8180"/>
                </a:lnTo>
                <a:lnTo>
                  <a:pt x="6122" y="6663"/>
                </a:lnTo>
                <a:lnTo>
                  <a:pt x="7409" y="5325"/>
                </a:lnTo>
                <a:lnTo>
                  <a:pt x="8688" y="4150"/>
                </a:lnTo>
                <a:lnTo>
                  <a:pt x="9984" y="3120"/>
                </a:lnTo>
                <a:lnTo>
                  <a:pt x="11326" y="2208"/>
                </a:lnTo>
                <a:lnTo>
                  <a:pt x="12742" y="1399"/>
                </a:lnTo>
                <a:lnTo>
                  <a:pt x="14256" y="671"/>
                </a:lnTo>
                <a:lnTo>
                  <a:pt x="15900" y="0"/>
                </a:lnTo>
                <a:close/>
              </a:path>
            </a:pathLst>
          </a:custGeom>
          <a:solidFill>
            <a:srgbClr val="0A090A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0" name="contour_08538"/>
          <p:cNvSpPr/>
          <p:nvPr/>
        </p:nvSpPr>
        <p:spPr>
          <a:xfrm>
            <a:off x="9805435" y="2004198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313" y="1426"/>
                </a:lnTo>
                <a:lnTo>
                  <a:pt x="5029" y="2856"/>
                </a:lnTo>
                <a:lnTo>
                  <a:pt x="5746" y="4291"/>
                </a:lnTo>
                <a:lnTo>
                  <a:pt x="6469" y="5738"/>
                </a:lnTo>
                <a:lnTo>
                  <a:pt x="7200" y="7200"/>
                </a:lnTo>
                <a:lnTo>
                  <a:pt x="9810" y="7685"/>
                </a:lnTo>
                <a:lnTo>
                  <a:pt x="11736" y="7802"/>
                </a:lnTo>
                <a:lnTo>
                  <a:pt x="14623" y="7651"/>
                </a:lnTo>
                <a:lnTo>
                  <a:pt x="16927" y="7502"/>
                </a:lnTo>
                <a:lnTo>
                  <a:pt x="19249" y="7351"/>
                </a:lnTo>
                <a:lnTo>
                  <a:pt x="21600" y="7200"/>
                </a:lnTo>
                <a:lnTo>
                  <a:pt x="20808" y="8784"/>
                </a:lnTo>
                <a:lnTo>
                  <a:pt x="20016" y="10370"/>
                </a:lnTo>
                <a:lnTo>
                  <a:pt x="19220" y="11957"/>
                </a:lnTo>
                <a:lnTo>
                  <a:pt x="18425" y="13548"/>
                </a:lnTo>
                <a:lnTo>
                  <a:pt x="17629" y="15144"/>
                </a:lnTo>
                <a:lnTo>
                  <a:pt x="16826" y="16747"/>
                </a:lnTo>
                <a:lnTo>
                  <a:pt x="16024" y="18355"/>
                </a:lnTo>
                <a:lnTo>
                  <a:pt x="15214" y="19973"/>
                </a:lnTo>
                <a:lnTo>
                  <a:pt x="14400" y="21600"/>
                </a:lnTo>
                <a:lnTo>
                  <a:pt x="12024" y="21204"/>
                </a:lnTo>
                <a:lnTo>
                  <a:pt x="9644" y="20808"/>
                </a:lnTo>
                <a:lnTo>
                  <a:pt x="7254" y="20410"/>
                </a:lnTo>
                <a:lnTo>
                  <a:pt x="4853" y="20009"/>
                </a:lnTo>
                <a:lnTo>
                  <a:pt x="2437" y="19606"/>
                </a:lnTo>
                <a:lnTo>
                  <a:pt x="0" y="19200"/>
                </a:lnTo>
                <a:lnTo>
                  <a:pt x="299" y="17616"/>
                </a:lnTo>
                <a:lnTo>
                  <a:pt x="594" y="16032"/>
                </a:lnTo>
                <a:lnTo>
                  <a:pt x="893" y="14446"/>
                </a:lnTo>
                <a:lnTo>
                  <a:pt x="1188" y="12857"/>
                </a:lnTo>
                <a:lnTo>
                  <a:pt x="1487" y="11266"/>
                </a:lnTo>
                <a:lnTo>
                  <a:pt x="1786" y="9672"/>
                </a:lnTo>
                <a:lnTo>
                  <a:pt x="2084" y="8074"/>
                </a:lnTo>
                <a:lnTo>
                  <a:pt x="2387" y="6470"/>
                </a:lnTo>
                <a:lnTo>
                  <a:pt x="2689" y="4862"/>
                </a:lnTo>
                <a:lnTo>
                  <a:pt x="2992" y="3250"/>
                </a:lnTo>
                <a:lnTo>
                  <a:pt x="3294" y="1627"/>
                </a:lnTo>
                <a:lnTo>
                  <a:pt x="3600" y="0"/>
                </a:lnTo>
                <a:close/>
              </a:path>
            </a:pathLst>
          </a:custGeom>
          <a:solidFill>
            <a:srgbClr val="DF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1" name="contour_08539"/>
          <p:cNvSpPr/>
          <p:nvPr/>
        </p:nvSpPr>
        <p:spPr>
          <a:xfrm>
            <a:off x="1547485" y="1980278"/>
            <a:ext cx="52561" cy="676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" y="656"/>
                </a:moveTo>
                <a:lnTo>
                  <a:pt x="2315" y="447"/>
                </a:lnTo>
                <a:lnTo>
                  <a:pt x="4328" y="268"/>
                </a:lnTo>
                <a:lnTo>
                  <a:pt x="6316" y="126"/>
                </a:lnTo>
                <a:lnTo>
                  <a:pt x="8290" y="33"/>
                </a:lnTo>
                <a:lnTo>
                  <a:pt x="10261" y="0"/>
                </a:lnTo>
                <a:lnTo>
                  <a:pt x="12232" y="35"/>
                </a:lnTo>
                <a:lnTo>
                  <a:pt x="14211" y="151"/>
                </a:lnTo>
                <a:lnTo>
                  <a:pt x="16212" y="354"/>
                </a:lnTo>
                <a:lnTo>
                  <a:pt x="18240" y="656"/>
                </a:lnTo>
                <a:lnTo>
                  <a:pt x="19423" y="2034"/>
                </a:lnTo>
                <a:lnTo>
                  <a:pt x="20321" y="3402"/>
                </a:lnTo>
                <a:lnTo>
                  <a:pt x="20959" y="4778"/>
                </a:lnTo>
                <a:lnTo>
                  <a:pt x="21366" y="6174"/>
                </a:lnTo>
                <a:lnTo>
                  <a:pt x="21573" y="7610"/>
                </a:lnTo>
                <a:lnTo>
                  <a:pt x="21600" y="9097"/>
                </a:lnTo>
                <a:lnTo>
                  <a:pt x="21477" y="10651"/>
                </a:lnTo>
                <a:lnTo>
                  <a:pt x="21235" y="12292"/>
                </a:lnTo>
                <a:lnTo>
                  <a:pt x="20180" y="13795"/>
                </a:lnTo>
                <a:lnTo>
                  <a:pt x="19054" y="15214"/>
                </a:lnTo>
                <a:lnTo>
                  <a:pt x="17853" y="16567"/>
                </a:lnTo>
                <a:lnTo>
                  <a:pt x="16574" y="17865"/>
                </a:lnTo>
                <a:lnTo>
                  <a:pt x="15218" y="19129"/>
                </a:lnTo>
                <a:lnTo>
                  <a:pt x="13777" y="20367"/>
                </a:lnTo>
                <a:lnTo>
                  <a:pt x="12250" y="21600"/>
                </a:lnTo>
                <a:lnTo>
                  <a:pt x="12459" y="20378"/>
                </a:lnTo>
                <a:lnTo>
                  <a:pt x="12672" y="19136"/>
                </a:lnTo>
                <a:lnTo>
                  <a:pt x="12822" y="17546"/>
                </a:lnTo>
                <a:lnTo>
                  <a:pt x="12917" y="16020"/>
                </a:lnTo>
                <a:lnTo>
                  <a:pt x="12938" y="14526"/>
                </a:lnTo>
                <a:lnTo>
                  <a:pt x="12849" y="13039"/>
                </a:lnTo>
                <a:lnTo>
                  <a:pt x="12630" y="11528"/>
                </a:lnTo>
                <a:lnTo>
                  <a:pt x="12250" y="9965"/>
                </a:lnTo>
                <a:lnTo>
                  <a:pt x="10381" y="9327"/>
                </a:lnTo>
                <a:lnTo>
                  <a:pt x="8596" y="8901"/>
                </a:lnTo>
                <a:lnTo>
                  <a:pt x="6811" y="8640"/>
                </a:lnTo>
                <a:lnTo>
                  <a:pt x="4939" y="8496"/>
                </a:lnTo>
                <a:lnTo>
                  <a:pt x="2890" y="8419"/>
                </a:lnTo>
                <a:lnTo>
                  <a:pt x="1590" y="8031"/>
                </a:lnTo>
                <a:lnTo>
                  <a:pt x="270" y="7637"/>
                </a:lnTo>
                <a:lnTo>
                  <a:pt x="90" y="5881"/>
                </a:lnTo>
                <a:lnTo>
                  <a:pt x="0" y="4638"/>
                </a:lnTo>
                <a:lnTo>
                  <a:pt x="0" y="3577"/>
                </a:lnTo>
                <a:lnTo>
                  <a:pt x="90" y="2362"/>
                </a:lnTo>
                <a:lnTo>
                  <a:pt x="270" y="656"/>
                </a:lnTo>
                <a:close/>
              </a:path>
            </a:pathLst>
          </a:custGeom>
          <a:solidFill>
            <a:srgbClr val="4E4B45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2" name="contour_08540"/>
          <p:cNvSpPr/>
          <p:nvPr/>
        </p:nvSpPr>
        <p:spPr>
          <a:xfrm>
            <a:off x="979678" y="1975046"/>
            <a:ext cx="58763" cy="59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9" y="0"/>
                </a:moveTo>
                <a:lnTo>
                  <a:pt x="6188" y="268"/>
                </a:lnTo>
                <a:lnTo>
                  <a:pt x="8950" y="509"/>
                </a:lnTo>
                <a:lnTo>
                  <a:pt x="11099" y="767"/>
                </a:lnTo>
                <a:lnTo>
                  <a:pt x="12754" y="1079"/>
                </a:lnTo>
                <a:lnTo>
                  <a:pt x="14051" y="1486"/>
                </a:lnTo>
                <a:lnTo>
                  <a:pt x="15109" y="2027"/>
                </a:lnTo>
                <a:lnTo>
                  <a:pt x="16063" y="2744"/>
                </a:lnTo>
                <a:lnTo>
                  <a:pt x="17035" y="3677"/>
                </a:lnTo>
                <a:lnTo>
                  <a:pt x="18155" y="4864"/>
                </a:lnTo>
                <a:lnTo>
                  <a:pt x="19044" y="6631"/>
                </a:lnTo>
                <a:lnTo>
                  <a:pt x="19797" y="8364"/>
                </a:lnTo>
                <a:lnTo>
                  <a:pt x="20419" y="10079"/>
                </a:lnTo>
                <a:lnTo>
                  <a:pt x="20906" y="11794"/>
                </a:lnTo>
                <a:lnTo>
                  <a:pt x="21265" y="13530"/>
                </a:lnTo>
                <a:lnTo>
                  <a:pt x="21496" y="15300"/>
                </a:lnTo>
                <a:lnTo>
                  <a:pt x="21600" y="17125"/>
                </a:lnTo>
                <a:lnTo>
                  <a:pt x="21579" y="19021"/>
                </a:lnTo>
                <a:lnTo>
                  <a:pt x="21431" y="21009"/>
                </a:lnTo>
                <a:lnTo>
                  <a:pt x="19518" y="21403"/>
                </a:lnTo>
                <a:lnTo>
                  <a:pt x="18144" y="21600"/>
                </a:lnTo>
                <a:lnTo>
                  <a:pt x="16923" y="21600"/>
                </a:lnTo>
                <a:lnTo>
                  <a:pt x="15468" y="21403"/>
                </a:lnTo>
                <a:lnTo>
                  <a:pt x="13395" y="21009"/>
                </a:lnTo>
                <a:lnTo>
                  <a:pt x="12952" y="19263"/>
                </a:lnTo>
                <a:lnTo>
                  <a:pt x="12682" y="17997"/>
                </a:lnTo>
                <a:lnTo>
                  <a:pt x="12476" y="16595"/>
                </a:lnTo>
                <a:lnTo>
                  <a:pt x="12221" y="14444"/>
                </a:lnTo>
                <a:lnTo>
                  <a:pt x="11929" y="12293"/>
                </a:lnTo>
                <a:lnTo>
                  <a:pt x="11672" y="10891"/>
                </a:lnTo>
                <a:lnTo>
                  <a:pt x="11316" y="9625"/>
                </a:lnTo>
                <a:lnTo>
                  <a:pt x="10716" y="7878"/>
                </a:lnTo>
                <a:lnTo>
                  <a:pt x="8843" y="7358"/>
                </a:lnTo>
                <a:lnTo>
                  <a:pt x="7121" y="7125"/>
                </a:lnTo>
                <a:lnTo>
                  <a:pt x="5462" y="7117"/>
                </a:lnTo>
                <a:lnTo>
                  <a:pt x="3783" y="7280"/>
                </a:lnTo>
                <a:lnTo>
                  <a:pt x="1990" y="7550"/>
                </a:lnTo>
                <a:lnTo>
                  <a:pt x="0" y="7878"/>
                </a:lnTo>
                <a:lnTo>
                  <a:pt x="530" y="6318"/>
                </a:lnTo>
                <a:lnTo>
                  <a:pt x="1064" y="4753"/>
                </a:lnTo>
                <a:lnTo>
                  <a:pt x="1597" y="3183"/>
                </a:lnTo>
                <a:lnTo>
                  <a:pt x="2135" y="1599"/>
                </a:lnTo>
                <a:lnTo>
                  <a:pt x="2679" y="0"/>
                </a:lnTo>
                <a:close/>
              </a:path>
            </a:pathLst>
          </a:custGeom>
          <a:solidFill>
            <a:srgbClr val="96958F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3" name="contour_08541"/>
          <p:cNvSpPr/>
          <p:nvPr/>
        </p:nvSpPr>
        <p:spPr>
          <a:xfrm>
            <a:off x="527822" y="1989622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36" y="19"/>
                </a:lnTo>
                <a:lnTo>
                  <a:pt x="5024" y="148"/>
                </a:lnTo>
                <a:lnTo>
                  <a:pt x="6403" y="500"/>
                </a:lnTo>
                <a:lnTo>
                  <a:pt x="7603" y="1185"/>
                </a:lnTo>
                <a:lnTo>
                  <a:pt x="9066" y="2314"/>
                </a:lnTo>
                <a:lnTo>
                  <a:pt x="12182" y="5986"/>
                </a:lnTo>
                <a:lnTo>
                  <a:pt x="14734" y="9010"/>
                </a:lnTo>
                <a:lnTo>
                  <a:pt x="16777" y="11479"/>
                </a:lnTo>
                <a:lnTo>
                  <a:pt x="18369" y="13478"/>
                </a:lnTo>
                <a:lnTo>
                  <a:pt x="19567" y="15095"/>
                </a:lnTo>
                <a:lnTo>
                  <a:pt x="20424" y="16413"/>
                </a:lnTo>
                <a:lnTo>
                  <a:pt x="20998" y="17521"/>
                </a:lnTo>
                <a:lnTo>
                  <a:pt x="21347" y="18508"/>
                </a:lnTo>
                <a:lnTo>
                  <a:pt x="21526" y="19459"/>
                </a:lnTo>
                <a:lnTo>
                  <a:pt x="21591" y="2046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FAF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4" name="contour_08542"/>
          <p:cNvSpPr/>
          <p:nvPr/>
        </p:nvSpPr>
        <p:spPr>
          <a:xfrm>
            <a:off x="7181758" y="1938606"/>
            <a:ext cx="80168" cy="51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2207" y="1485"/>
                </a:lnTo>
                <a:lnTo>
                  <a:pt x="2455" y="2991"/>
                </a:lnTo>
                <a:lnTo>
                  <a:pt x="3201" y="4541"/>
                </a:lnTo>
                <a:lnTo>
                  <a:pt x="3837" y="5528"/>
                </a:lnTo>
                <a:lnTo>
                  <a:pt x="4601" y="6152"/>
                </a:lnTo>
                <a:lnTo>
                  <a:pt x="5738" y="6610"/>
                </a:lnTo>
                <a:lnTo>
                  <a:pt x="7485" y="7099"/>
                </a:lnTo>
                <a:lnTo>
                  <a:pt x="8783" y="7234"/>
                </a:lnTo>
                <a:lnTo>
                  <a:pt x="10081" y="7351"/>
                </a:lnTo>
                <a:lnTo>
                  <a:pt x="11379" y="7452"/>
                </a:lnTo>
                <a:lnTo>
                  <a:pt x="12677" y="7541"/>
                </a:lnTo>
                <a:lnTo>
                  <a:pt x="13975" y="7621"/>
                </a:lnTo>
                <a:lnTo>
                  <a:pt x="15030" y="7753"/>
                </a:lnTo>
                <a:lnTo>
                  <a:pt x="15852" y="7901"/>
                </a:lnTo>
                <a:lnTo>
                  <a:pt x="16713" y="8144"/>
                </a:lnTo>
                <a:lnTo>
                  <a:pt x="17883" y="8559"/>
                </a:lnTo>
                <a:lnTo>
                  <a:pt x="19636" y="9223"/>
                </a:lnTo>
                <a:lnTo>
                  <a:pt x="20359" y="11562"/>
                </a:lnTo>
                <a:lnTo>
                  <a:pt x="20822" y="13210"/>
                </a:lnTo>
                <a:lnTo>
                  <a:pt x="21121" y="14612"/>
                </a:lnTo>
                <a:lnTo>
                  <a:pt x="21349" y="16211"/>
                </a:lnTo>
                <a:lnTo>
                  <a:pt x="21600" y="18446"/>
                </a:lnTo>
                <a:lnTo>
                  <a:pt x="19409" y="19706"/>
                </a:lnTo>
                <a:lnTo>
                  <a:pt x="17722" y="20629"/>
                </a:lnTo>
                <a:lnTo>
                  <a:pt x="16428" y="21237"/>
                </a:lnTo>
                <a:lnTo>
                  <a:pt x="15411" y="21554"/>
                </a:lnTo>
                <a:lnTo>
                  <a:pt x="14554" y="21600"/>
                </a:lnTo>
                <a:lnTo>
                  <a:pt x="13745" y="21397"/>
                </a:lnTo>
                <a:lnTo>
                  <a:pt x="12868" y="20967"/>
                </a:lnTo>
                <a:lnTo>
                  <a:pt x="11809" y="20333"/>
                </a:lnTo>
                <a:lnTo>
                  <a:pt x="10680" y="19147"/>
                </a:lnTo>
                <a:lnTo>
                  <a:pt x="9581" y="17923"/>
                </a:lnTo>
                <a:lnTo>
                  <a:pt x="8503" y="16663"/>
                </a:lnTo>
                <a:lnTo>
                  <a:pt x="7438" y="15365"/>
                </a:lnTo>
                <a:lnTo>
                  <a:pt x="6382" y="14025"/>
                </a:lnTo>
                <a:lnTo>
                  <a:pt x="5449" y="12903"/>
                </a:lnTo>
                <a:lnTo>
                  <a:pt x="4503" y="11762"/>
                </a:lnTo>
                <a:lnTo>
                  <a:pt x="3595" y="10656"/>
                </a:lnTo>
                <a:lnTo>
                  <a:pt x="2692" y="9540"/>
                </a:lnTo>
                <a:lnTo>
                  <a:pt x="1791" y="8414"/>
                </a:lnTo>
                <a:lnTo>
                  <a:pt x="895" y="7283"/>
                </a:lnTo>
                <a:lnTo>
                  <a:pt x="0" y="6149"/>
                </a:lnTo>
                <a:lnTo>
                  <a:pt x="487" y="4627"/>
                </a:lnTo>
                <a:lnTo>
                  <a:pt x="974" y="3096"/>
                </a:lnTo>
                <a:lnTo>
                  <a:pt x="1467" y="1559"/>
                </a:lnTo>
                <a:lnTo>
                  <a:pt x="1964" y="0"/>
                </a:lnTo>
                <a:close/>
              </a:path>
            </a:pathLst>
          </a:custGeom>
          <a:solidFill>
            <a:srgbClr val="E9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5" name="contour_08543"/>
          <p:cNvSpPr/>
          <p:nvPr/>
        </p:nvSpPr>
        <p:spPr>
          <a:xfrm>
            <a:off x="1970844" y="1930334"/>
            <a:ext cx="72880" cy="73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288"/>
                </a:moveTo>
                <a:lnTo>
                  <a:pt x="16857" y="96"/>
                </a:lnTo>
                <a:lnTo>
                  <a:pt x="18062" y="0"/>
                </a:lnTo>
                <a:lnTo>
                  <a:pt x="19047" y="0"/>
                </a:lnTo>
                <a:lnTo>
                  <a:pt x="20123" y="96"/>
                </a:lnTo>
                <a:lnTo>
                  <a:pt x="21600" y="288"/>
                </a:lnTo>
                <a:lnTo>
                  <a:pt x="21600" y="1696"/>
                </a:lnTo>
                <a:lnTo>
                  <a:pt x="21600" y="3114"/>
                </a:lnTo>
                <a:lnTo>
                  <a:pt x="21600" y="4550"/>
                </a:lnTo>
                <a:lnTo>
                  <a:pt x="20172" y="4550"/>
                </a:lnTo>
                <a:lnTo>
                  <a:pt x="18736" y="4550"/>
                </a:lnTo>
                <a:lnTo>
                  <a:pt x="17280" y="4550"/>
                </a:lnTo>
                <a:lnTo>
                  <a:pt x="16984" y="5850"/>
                </a:lnTo>
                <a:lnTo>
                  <a:pt x="16692" y="7150"/>
                </a:lnTo>
                <a:lnTo>
                  <a:pt x="16405" y="8452"/>
                </a:lnTo>
                <a:lnTo>
                  <a:pt x="16129" y="9755"/>
                </a:lnTo>
                <a:lnTo>
                  <a:pt x="15863" y="11061"/>
                </a:lnTo>
                <a:lnTo>
                  <a:pt x="15677" y="11562"/>
                </a:lnTo>
                <a:lnTo>
                  <a:pt x="15120" y="13075"/>
                </a:lnTo>
                <a:lnTo>
                  <a:pt x="13578" y="13668"/>
                </a:lnTo>
                <a:lnTo>
                  <a:pt x="12470" y="14075"/>
                </a:lnTo>
                <a:lnTo>
                  <a:pt x="11485" y="14399"/>
                </a:lnTo>
                <a:lnTo>
                  <a:pt x="10312" y="14742"/>
                </a:lnTo>
                <a:lnTo>
                  <a:pt x="8640" y="15206"/>
                </a:lnTo>
                <a:lnTo>
                  <a:pt x="7551" y="16624"/>
                </a:lnTo>
                <a:lnTo>
                  <a:pt x="6769" y="17661"/>
                </a:lnTo>
                <a:lnTo>
                  <a:pt x="6175" y="18501"/>
                </a:lnTo>
                <a:lnTo>
                  <a:pt x="5648" y="19320"/>
                </a:lnTo>
                <a:lnTo>
                  <a:pt x="5072" y="20294"/>
                </a:lnTo>
                <a:lnTo>
                  <a:pt x="4320" y="21600"/>
                </a:lnTo>
                <a:lnTo>
                  <a:pt x="3251" y="21071"/>
                </a:lnTo>
                <a:lnTo>
                  <a:pt x="2175" y="20543"/>
                </a:lnTo>
                <a:lnTo>
                  <a:pt x="1095" y="20008"/>
                </a:lnTo>
                <a:lnTo>
                  <a:pt x="0" y="19469"/>
                </a:lnTo>
                <a:lnTo>
                  <a:pt x="447" y="18088"/>
                </a:lnTo>
                <a:lnTo>
                  <a:pt x="907" y="16722"/>
                </a:lnTo>
                <a:lnTo>
                  <a:pt x="1387" y="15370"/>
                </a:lnTo>
                <a:lnTo>
                  <a:pt x="1894" y="14032"/>
                </a:lnTo>
                <a:lnTo>
                  <a:pt x="2434" y="12709"/>
                </a:lnTo>
                <a:lnTo>
                  <a:pt x="3015" y="11396"/>
                </a:lnTo>
                <a:lnTo>
                  <a:pt x="3642" y="10098"/>
                </a:lnTo>
                <a:lnTo>
                  <a:pt x="4320" y="8813"/>
                </a:lnTo>
                <a:lnTo>
                  <a:pt x="5927" y="8156"/>
                </a:lnTo>
                <a:lnTo>
                  <a:pt x="7068" y="7717"/>
                </a:lnTo>
                <a:lnTo>
                  <a:pt x="8052" y="7393"/>
                </a:lnTo>
                <a:lnTo>
                  <a:pt x="9193" y="7082"/>
                </a:lnTo>
                <a:lnTo>
                  <a:pt x="10800" y="6681"/>
                </a:lnTo>
                <a:lnTo>
                  <a:pt x="11513" y="5582"/>
                </a:lnTo>
                <a:lnTo>
                  <a:pt x="12232" y="4473"/>
                </a:lnTo>
                <a:lnTo>
                  <a:pt x="12960" y="3352"/>
                </a:lnTo>
                <a:lnTo>
                  <a:pt x="13673" y="2340"/>
                </a:lnTo>
                <a:lnTo>
                  <a:pt x="14392" y="1321"/>
                </a:lnTo>
                <a:lnTo>
                  <a:pt x="15120" y="288"/>
                </a:lnTo>
                <a:close/>
              </a:path>
            </a:pathLst>
          </a:custGeom>
          <a:solidFill>
            <a:srgbClr val="9FA09F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6" name="contour_08544"/>
          <p:cNvSpPr/>
          <p:nvPr/>
        </p:nvSpPr>
        <p:spPr>
          <a:xfrm>
            <a:off x="8238517" y="1887590"/>
            <a:ext cx="65592" cy="748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980" y="1281"/>
                </a:lnTo>
                <a:lnTo>
                  <a:pt x="8729" y="2537"/>
                </a:lnTo>
                <a:lnTo>
                  <a:pt x="9442" y="3776"/>
                </a:lnTo>
                <a:lnTo>
                  <a:pt x="10114" y="5011"/>
                </a:lnTo>
                <a:lnTo>
                  <a:pt x="10742" y="6250"/>
                </a:lnTo>
                <a:lnTo>
                  <a:pt x="11321" y="7504"/>
                </a:lnTo>
                <a:lnTo>
                  <a:pt x="11846" y="8785"/>
                </a:lnTo>
                <a:lnTo>
                  <a:pt x="12312" y="10102"/>
                </a:lnTo>
                <a:lnTo>
                  <a:pt x="12715" y="11465"/>
                </a:lnTo>
                <a:lnTo>
                  <a:pt x="13051" y="12885"/>
                </a:lnTo>
                <a:lnTo>
                  <a:pt x="13716" y="14793"/>
                </a:lnTo>
                <a:lnTo>
                  <a:pt x="14268" y="16131"/>
                </a:lnTo>
                <a:lnTo>
                  <a:pt x="14844" y="17084"/>
                </a:lnTo>
                <a:lnTo>
                  <a:pt x="15588" y="17835"/>
                </a:lnTo>
                <a:lnTo>
                  <a:pt x="16644" y="18567"/>
                </a:lnTo>
                <a:lnTo>
                  <a:pt x="18149" y="19459"/>
                </a:lnTo>
                <a:lnTo>
                  <a:pt x="19289" y="19980"/>
                </a:lnTo>
                <a:lnTo>
                  <a:pt x="20436" y="20504"/>
                </a:lnTo>
                <a:lnTo>
                  <a:pt x="21600" y="21036"/>
                </a:lnTo>
                <a:lnTo>
                  <a:pt x="19800" y="21316"/>
                </a:lnTo>
                <a:lnTo>
                  <a:pt x="18218" y="21512"/>
                </a:lnTo>
                <a:lnTo>
                  <a:pt x="16750" y="21600"/>
                </a:lnTo>
                <a:lnTo>
                  <a:pt x="15295" y="21564"/>
                </a:lnTo>
                <a:lnTo>
                  <a:pt x="13745" y="21383"/>
                </a:lnTo>
                <a:lnTo>
                  <a:pt x="12000" y="21036"/>
                </a:lnTo>
                <a:lnTo>
                  <a:pt x="10639" y="20111"/>
                </a:lnTo>
                <a:lnTo>
                  <a:pt x="9314" y="19162"/>
                </a:lnTo>
                <a:lnTo>
                  <a:pt x="8026" y="18188"/>
                </a:lnTo>
                <a:lnTo>
                  <a:pt x="6775" y="17187"/>
                </a:lnTo>
                <a:lnTo>
                  <a:pt x="5561" y="16158"/>
                </a:lnTo>
                <a:lnTo>
                  <a:pt x="4380" y="15100"/>
                </a:lnTo>
                <a:lnTo>
                  <a:pt x="3235" y="14008"/>
                </a:lnTo>
                <a:lnTo>
                  <a:pt x="2124" y="12883"/>
                </a:lnTo>
                <a:lnTo>
                  <a:pt x="1046" y="11719"/>
                </a:lnTo>
                <a:lnTo>
                  <a:pt x="0" y="10518"/>
                </a:lnTo>
                <a:lnTo>
                  <a:pt x="0" y="9128"/>
                </a:lnTo>
                <a:lnTo>
                  <a:pt x="0" y="7729"/>
                </a:lnTo>
                <a:lnTo>
                  <a:pt x="0" y="6311"/>
                </a:lnTo>
                <a:lnTo>
                  <a:pt x="1426" y="6311"/>
                </a:lnTo>
                <a:lnTo>
                  <a:pt x="2856" y="6311"/>
                </a:lnTo>
                <a:lnTo>
                  <a:pt x="4291" y="6311"/>
                </a:lnTo>
                <a:lnTo>
                  <a:pt x="5738" y="6311"/>
                </a:lnTo>
                <a:lnTo>
                  <a:pt x="7200" y="6311"/>
                </a:lnTo>
                <a:lnTo>
                  <a:pt x="7200" y="5061"/>
                </a:lnTo>
                <a:lnTo>
                  <a:pt x="7200" y="3808"/>
                </a:lnTo>
                <a:lnTo>
                  <a:pt x="7200" y="2550"/>
                </a:lnTo>
                <a:lnTo>
                  <a:pt x="7200" y="1281"/>
                </a:lnTo>
                <a:lnTo>
                  <a:pt x="7200" y="0"/>
                </a:lnTo>
                <a:close/>
              </a:path>
            </a:pathLst>
          </a:custGeom>
          <a:solidFill>
            <a:srgbClr val="E5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7" name="contour_08545"/>
          <p:cNvSpPr/>
          <p:nvPr/>
        </p:nvSpPr>
        <p:spPr>
          <a:xfrm>
            <a:off x="921374" y="1887590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182"/>
                </a:lnTo>
                <a:lnTo>
                  <a:pt x="3290" y="365"/>
                </a:lnTo>
                <a:lnTo>
                  <a:pt x="4937" y="550"/>
                </a:lnTo>
                <a:lnTo>
                  <a:pt x="6586" y="732"/>
                </a:lnTo>
                <a:lnTo>
                  <a:pt x="8237" y="914"/>
                </a:lnTo>
                <a:lnTo>
                  <a:pt x="9890" y="1099"/>
                </a:lnTo>
                <a:lnTo>
                  <a:pt x="11549" y="1284"/>
                </a:lnTo>
                <a:lnTo>
                  <a:pt x="13210" y="1469"/>
                </a:lnTo>
                <a:lnTo>
                  <a:pt x="14875" y="1654"/>
                </a:lnTo>
                <a:lnTo>
                  <a:pt x="16548" y="1838"/>
                </a:lnTo>
                <a:lnTo>
                  <a:pt x="18226" y="2026"/>
                </a:lnTo>
                <a:lnTo>
                  <a:pt x="19908" y="2213"/>
                </a:lnTo>
                <a:lnTo>
                  <a:pt x="21600" y="2400"/>
                </a:lnTo>
                <a:lnTo>
                  <a:pt x="21600" y="3590"/>
                </a:lnTo>
                <a:lnTo>
                  <a:pt x="21600" y="4800"/>
                </a:lnTo>
                <a:lnTo>
                  <a:pt x="19903" y="4800"/>
                </a:lnTo>
                <a:lnTo>
                  <a:pt x="18204" y="4800"/>
                </a:lnTo>
                <a:lnTo>
                  <a:pt x="16500" y="4800"/>
                </a:lnTo>
                <a:lnTo>
                  <a:pt x="14789" y="4800"/>
                </a:lnTo>
                <a:lnTo>
                  <a:pt x="13070" y="4800"/>
                </a:lnTo>
                <a:lnTo>
                  <a:pt x="11342" y="4800"/>
                </a:lnTo>
                <a:lnTo>
                  <a:pt x="9600" y="4800"/>
                </a:lnTo>
                <a:lnTo>
                  <a:pt x="9600" y="6463"/>
                </a:lnTo>
                <a:lnTo>
                  <a:pt x="9600" y="8129"/>
                </a:lnTo>
                <a:lnTo>
                  <a:pt x="9600" y="9794"/>
                </a:lnTo>
                <a:lnTo>
                  <a:pt x="9600" y="11462"/>
                </a:lnTo>
                <a:lnTo>
                  <a:pt x="9600" y="13138"/>
                </a:lnTo>
                <a:lnTo>
                  <a:pt x="9600" y="14815"/>
                </a:lnTo>
                <a:lnTo>
                  <a:pt x="9600" y="16500"/>
                </a:lnTo>
                <a:lnTo>
                  <a:pt x="9600" y="18192"/>
                </a:lnTo>
                <a:lnTo>
                  <a:pt x="9600" y="19891"/>
                </a:lnTo>
                <a:lnTo>
                  <a:pt x="9600" y="21600"/>
                </a:lnTo>
                <a:lnTo>
                  <a:pt x="8014" y="21600"/>
                </a:lnTo>
                <a:lnTo>
                  <a:pt x="6418" y="21600"/>
                </a:lnTo>
                <a:lnTo>
                  <a:pt x="4800" y="21600"/>
                </a:lnTo>
                <a:lnTo>
                  <a:pt x="4800" y="20016"/>
                </a:lnTo>
                <a:lnTo>
                  <a:pt x="4800" y="18430"/>
                </a:lnTo>
                <a:lnTo>
                  <a:pt x="4800" y="16836"/>
                </a:lnTo>
                <a:lnTo>
                  <a:pt x="4800" y="15235"/>
                </a:lnTo>
                <a:lnTo>
                  <a:pt x="4800" y="13625"/>
                </a:lnTo>
                <a:lnTo>
                  <a:pt x="4800" y="12000"/>
                </a:lnTo>
                <a:lnTo>
                  <a:pt x="3214" y="12000"/>
                </a:lnTo>
                <a:lnTo>
                  <a:pt x="1618" y="12000"/>
                </a:lnTo>
                <a:lnTo>
                  <a:pt x="0" y="12000"/>
                </a:lnTo>
                <a:lnTo>
                  <a:pt x="0" y="10303"/>
                </a:lnTo>
                <a:lnTo>
                  <a:pt x="0" y="8604"/>
                </a:lnTo>
                <a:lnTo>
                  <a:pt x="0" y="6900"/>
                </a:lnTo>
                <a:lnTo>
                  <a:pt x="0" y="5189"/>
                </a:lnTo>
                <a:lnTo>
                  <a:pt x="0" y="3470"/>
                </a:lnTo>
                <a:lnTo>
                  <a:pt x="0" y="1742"/>
                </a:lnTo>
                <a:lnTo>
                  <a:pt x="0" y="0"/>
                </a:lnTo>
                <a:close/>
              </a:path>
            </a:pathLst>
          </a:custGeom>
          <a:solidFill>
            <a:srgbClr val="30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8" name="contour_08546"/>
          <p:cNvSpPr/>
          <p:nvPr/>
        </p:nvSpPr>
        <p:spPr>
          <a:xfrm>
            <a:off x="7713782" y="1843862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535"/>
                </a:lnTo>
                <a:lnTo>
                  <a:pt x="15084" y="1072"/>
                </a:lnTo>
                <a:lnTo>
                  <a:pt x="17237" y="1609"/>
                </a:lnTo>
                <a:lnTo>
                  <a:pt x="19408" y="2152"/>
                </a:lnTo>
                <a:lnTo>
                  <a:pt x="21600" y="2700"/>
                </a:lnTo>
                <a:lnTo>
                  <a:pt x="21215" y="4304"/>
                </a:lnTo>
                <a:lnTo>
                  <a:pt x="20822" y="5908"/>
                </a:lnTo>
                <a:lnTo>
                  <a:pt x="20423" y="7511"/>
                </a:lnTo>
                <a:lnTo>
                  <a:pt x="20023" y="9112"/>
                </a:lnTo>
                <a:lnTo>
                  <a:pt x="19584" y="10903"/>
                </a:lnTo>
                <a:lnTo>
                  <a:pt x="19138" y="12720"/>
                </a:lnTo>
                <a:lnTo>
                  <a:pt x="18151" y="15695"/>
                </a:lnTo>
                <a:lnTo>
                  <a:pt x="17410" y="17642"/>
                </a:lnTo>
                <a:lnTo>
                  <a:pt x="16690" y="18992"/>
                </a:lnTo>
                <a:lnTo>
                  <a:pt x="15764" y="20169"/>
                </a:lnTo>
                <a:lnTo>
                  <a:pt x="14400" y="21600"/>
                </a:lnTo>
                <a:lnTo>
                  <a:pt x="11790" y="21522"/>
                </a:lnTo>
                <a:lnTo>
                  <a:pt x="9864" y="21260"/>
                </a:lnTo>
                <a:lnTo>
                  <a:pt x="6977" y="20588"/>
                </a:lnTo>
                <a:lnTo>
                  <a:pt x="5015" y="20137"/>
                </a:lnTo>
                <a:lnTo>
                  <a:pt x="3024" y="19680"/>
                </a:lnTo>
                <a:lnTo>
                  <a:pt x="1523" y="19294"/>
                </a:lnTo>
                <a:lnTo>
                  <a:pt x="0" y="18900"/>
                </a:lnTo>
                <a:lnTo>
                  <a:pt x="842" y="17296"/>
                </a:lnTo>
                <a:lnTo>
                  <a:pt x="1685" y="15692"/>
                </a:lnTo>
                <a:lnTo>
                  <a:pt x="2531" y="14089"/>
                </a:lnTo>
                <a:lnTo>
                  <a:pt x="3377" y="12488"/>
                </a:lnTo>
                <a:lnTo>
                  <a:pt x="3658" y="11958"/>
                </a:lnTo>
                <a:lnTo>
                  <a:pt x="4147" y="11021"/>
                </a:lnTo>
                <a:lnTo>
                  <a:pt x="5274" y="8880"/>
                </a:lnTo>
                <a:lnTo>
                  <a:pt x="6127" y="7371"/>
                </a:lnTo>
                <a:lnTo>
                  <a:pt x="7006" y="5875"/>
                </a:lnTo>
                <a:lnTo>
                  <a:pt x="7909" y="4396"/>
                </a:lnTo>
                <a:lnTo>
                  <a:pt x="8842" y="2924"/>
                </a:lnTo>
                <a:lnTo>
                  <a:pt x="9806" y="1461"/>
                </a:lnTo>
                <a:lnTo>
                  <a:pt x="10800" y="0"/>
                </a:lnTo>
                <a:close/>
              </a:path>
            </a:pathLst>
          </a:custGeom>
          <a:solidFill>
            <a:srgbClr val="EA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49" name="contour_08547"/>
          <p:cNvSpPr/>
          <p:nvPr/>
        </p:nvSpPr>
        <p:spPr>
          <a:xfrm>
            <a:off x="4449097" y="1866054"/>
            <a:ext cx="50681" cy="65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00" y="104"/>
                </a:moveTo>
                <a:lnTo>
                  <a:pt x="14179" y="490"/>
                </a:lnTo>
                <a:lnTo>
                  <a:pt x="16049" y="909"/>
                </a:lnTo>
                <a:lnTo>
                  <a:pt x="17907" y="1356"/>
                </a:lnTo>
                <a:lnTo>
                  <a:pt x="19755" y="1824"/>
                </a:lnTo>
                <a:lnTo>
                  <a:pt x="21600" y="2304"/>
                </a:lnTo>
                <a:lnTo>
                  <a:pt x="20780" y="3686"/>
                </a:lnTo>
                <a:lnTo>
                  <a:pt x="19954" y="5068"/>
                </a:lnTo>
                <a:lnTo>
                  <a:pt x="19124" y="6447"/>
                </a:lnTo>
                <a:lnTo>
                  <a:pt x="18292" y="7825"/>
                </a:lnTo>
                <a:lnTo>
                  <a:pt x="17456" y="9202"/>
                </a:lnTo>
                <a:lnTo>
                  <a:pt x="16618" y="10577"/>
                </a:lnTo>
                <a:lnTo>
                  <a:pt x="15776" y="11952"/>
                </a:lnTo>
                <a:lnTo>
                  <a:pt x="14965" y="13336"/>
                </a:lnTo>
                <a:lnTo>
                  <a:pt x="14136" y="14740"/>
                </a:lnTo>
                <a:lnTo>
                  <a:pt x="13325" y="16050"/>
                </a:lnTo>
                <a:lnTo>
                  <a:pt x="12499" y="17379"/>
                </a:lnTo>
                <a:lnTo>
                  <a:pt x="12133" y="17989"/>
                </a:lnTo>
                <a:lnTo>
                  <a:pt x="11021" y="19827"/>
                </a:lnTo>
                <a:lnTo>
                  <a:pt x="10107" y="20708"/>
                </a:lnTo>
                <a:lnTo>
                  <a:pt x="9175" y="21600"/>
                </a:lnTo>
                <a:lnTo>
                  <a:pt x="7125" y="21600"/>
                </a:lnTo>
                <a:lnTo>
                  <a:pt x="5057" y="21600"/>
                </a:lnTo>
                <a:lnTo>
                  <a:pt x="2963" y="21600"/>
                </a:lnTo>
                <a:lnTo>
                  <a:pt x="1898" y="19805"/>
                </a:lnTo>
                <a:lnTo>
                  <a:pt x="1059" y="18177"/>
                </a:lnTo>
                <a:lnTo>
                  <a:pt x="457" y="16658"/>
                </a:lnTo>
                <a:lnTo>
                  <a:pt x="99" y="15184"/>
                </a:lnTo>
                <a:lnTo>
                  <a:pt x="0" y="13698"/>
                </a:lnTo>
                <a:lnTo>
                  <a:pt x="162" y="12135"/>
                </a:lnTo>
                <a:lnTo>
                  <a:pt x="596" y="10437"/>
                </a:lnTo>
                <a:lnTo>
                  <a:pt x="1311" y="8541"/>
                </a:lnTo>
                <a:lnTo>
                  <a:pt x="3482" y="5290"/>
                </a:lnTo>
                <a:lnTo>
                  <a:pt x="5131" y="2964"/>
                </a:lnTo>
                <a:lnTo>
                  <a:pt x="6451" y="1421"/>
                </a:lnTo>
                <a:lnTo>
                  <a:pt x="7638" y="509"/>
                </a:lnTo>
                <a:lnTo>
                  <a:pt x="8877" y="87"/>
                </a:lnTo>
                <a:lnTo>
                  <a:pt x="10368" y="0"/>
                </a:lnTo>
                <a:lnTo>
                  <a:pt x="12300" y="104"/>
                </a:lnTo>
                <a:close/>
              </a:path>
            </a:pathLst>
          </a:custGeom>
          <a:solidFill>
            <a:srgbClr val="E1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0" name="contour_08548"/>
          <p:cNvSpPr/>
          <p:nvPr/>
        </p:nvSpPr>
        <p:spPr>
          <a:xfrm>
            <a:off x="11544642" y="1843862"/>
            <a:ext cx="463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19" y="0"/>
                </a:moveTo>
                <a:lnTo>
                  <a:pt x="5040" y="1435"/>
                </a:lnTo>
                <a:lnTo>
                  <a:pt x="5468" y="2894"/>
                </a:lnTo>
                <a:lnTo>
                  <a:pt x="7054" y="4625"/>
                </a:lnTo>
                <a:lnTo>
                  <a:pt x="8755" y="5934"/>
                </a:lnTo>
                <a:lnTo>
                  <a:pt x="10576" y="6900"/>
                </a:lnTo>
                <a:lnTo>
                  <a:pt x="12518" y="7597"/>
                </a:lnTo>
                <a:lnTo>
                  <a:pt x="14587" y="8103"/>
                </a:lnTo>
                <a:lnTo>
                  <a:pt x="16788" y="8498"/>
                </a:lnTo>
                <a:lnTo>
                  <a:pt x="19124" y="8856"/>
                </a:lnTo>
                <a:lnTo>
                  <a:pt x="21600" y="9257"/>
                </a:lnTo>
                <a:lnTo>
                  <a:pt x="21040" y="11294"/>
                </a:lnTo>
                <a:lnTo>
                  <a:pt x="20479" y="13333"/>
                </a:lnTo>
                <a:lnTo>
                  <a:pt x="19915" y="15382"/>
                </a:lnTo>
                <a:lnTo>
                  <a:pt x="19348" y="17440"/>
                </a:lnTo>
                <a:lnTo>
                  <a:pt x="18778" y="19511"/>
                </a:lnTo>
                <a:lnTo>
                  <a:pt x="18204" y="21600"/>
                </a:lnTo>
                <a:lnTo>
                  <a:pt x="15952" y="21507"/>
                </a:lnTo>
                <a:lnTo>
                  <a:pt x="13758" y="21375"/>
                </a:lnTo>
                <a:lnTo>
                  <a:pt x="11608" y="21180"/>
                </a:lnTo>
                <a:lnTo>
                  <a:pt x="9496" y="20900"/>
                </a:lnTo>
                <a:lnTo>
                  <a:pt x="7411" y="20517"/>
                </a:lnTo>
                <a:lnTo>
                  <a:pt x="5342" y="20005"/>
                </a:lnTo>
                <a:lnTo>
                  <a:pt x="3284" y="19344"/>
                </a:lnTo>
                <a:lnTo>
                  <a:pt x="1223" y="18514"/>
                </a:lnTo>
                <a:lnTo>
                  <a:pt x="564" y="16277"/>
                </a:lnTo>
                <a:lnTo>
                  <a:pt x="163" y="14083"/>
                </a:lnTo>
                <a:lnTo>
                  <a:pt x="0" y="11911"/>
                </a:lnTo>
                <a:lnTo>
                  <a:pt x="51" y="9745"/>
                </a:lnTo>
                <a:lnTo>
                  <a:pt x="285" y="7563"/>
                </a:lnTo>
                <a:lnTo>
                  <a:pt x="686" y="5351"/>
                </a:lnTo>
                <a:lnTo>
                  <a:pt x="1223" y="3086"/>
                </a:lnTo>
                <a:lnTo>
                  <a:pt x="2907" y="1555"/>
                </a:lnTo>
                <a:lnTo>
                  <a:pt x="4619" y="0"/>
                </a:lnTo>
                <a:close/>
              </a:path>
            </a:pathLst>
          </a:custGeom>
          <a:solidFill>
            <a:srgbClr val="9C9FA2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1" name="contour_08549"/>
          <p:cNvSpPr/>
          <p:nvPr/>
        </p:nvSpPr>
        <p:spPr>
          <a:xfrm>
            <a:off x="2014572" y="1858226"/>
            <a:ext cx="102032" cy="36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5"/>
                </a:moveTo>
                <a:lnTo>
                  <a:pt x="21077" y="2822"/>
                </a:lnTo>
                <a:lnTo>
                  <a:pt x="20548" y="5506"/>
                </a:lnTo>
                <a:lnTo>
                  <a:pt x="20015" y="8186"/>
                </a:lnTo>
                <a:lnTo>
                  <a:pt x="19479" y="10862"/>
                </a:lnTo>
                <a:lnTo>
                  <a:pt x="19085" y="12859"/>
                </a:lnTo>
                <a:lnTo>
                  <a:pt x="18689" y="14865"/>
                </a:lnTo>
                <a:lnTo>
                  <a:pt x="18286" y="16901"/>
                </a:lnTo>
                <a:lnTo>
                  <a:pt x="17633" y="19233"/>
                </a:lnTo>
                <a:lnTo>
                  <a:pt x="16971" y="21600"/>
                </a:lnTo>
                <a:lnTo>
                  <a:pt x="15952" y="21600"/>
                </a:lnTo>
                <a:lnTo>
                  <a:pt x="14926" y="21600"/>
                </a:lnTo>
                <a:lnTo>
                  <a:pt x="13886" y="21600"/>
                </a:lnTo>
                <a:lnTo>
                  <a:pt x="13886" y="18761"/>
                </a:lnTo>
                <a:lnTo>
                  <a:pt x="13886" y="15905"/>
                </a:lnTo>
                <a:lnTo>
                  <a:pt x="13886" y="13010"/>
                </a:lnTo>
                <a:lnTo>
                  <a:pt x="12829" y="12683"/>
                </a:lnTo>
                <a:lnTo>
                  <a:pt x="11770" y="12357"/>
                </a:lnTo>
                <a:lnTo>
                  <a:pt x="10712" y="12026"/>
                </a:lnTo>
                <a:lnTo>
                  <a:pt x="9652" y="11700"/>
                </a:lnTo>
                <a:lnTo>
                  <a:pt x="8591" y="11373"/>
                </a:lnTo>
                <a:lnTo>
                  <a:pt x="7528" y="11043"/>
                </a:lnTo>
                <a:lnTo>
                  <a:pt x="6461" y="10712"/>
                </a:lnTo>
                <a:lnTo>
                  <a:pt x="5394" y="10381"/>
                </a:lnTo>
                <a:lnTo>
                  <a:pt x="4323" y="10051"/>
                </a:lnTo>
                <a:lnTo>
                  <a:pt x="3248" y="9720"/>
                </a:lnTo>
                <a:lnTo>
                  <a:pt x="2169" y="9385"/>
                </a:lnTo>
                <a:lnTo>
                  <a:pt x="1088" y="9050"/>
                </a:lnTo>
                <a:lnTo>
                  <a:pt x="0" y="8715"/>
                </a:lnTo>
                <a:lnTo>
                  <a:pt x="0" y="6584"/>
                </a:lnTo>
                <a:lnTo>
                  <a:pt x="0" y="4420"/>
                </a:lnTo>
                <a:lnTo>
                  <a:pt x="1095" y="3913"/>
                </a:lnTo>
                <a:lnTo>
                  <a:pt x="2185" y="3440"/>
                </a:lnTo>
                <a:lnTo>
                  <a:pt x="3269" y="2998"/>
                </a:lnTo>
                <a:lnTo>
                  <a:pt x="4348" y="2586"/>
                </a:lnTo>
                <a:lnTo>
                  <a:pt x="5422" y="2203"/>
                </a:lnTo>
                <a:lnTo>
                  <a:pt x="6494" y="1855"/>
                </a:lnTo>
                <a:lnTo>
                  <a:pt x="7562" y="1533"/>
                </a:lnTo>
                <a:lnTo>
                  <a:pt x="8629" y="1246"/>
                </a:lnTo>
                <a:lnTo>
                  <a:pt x="9695" y="988"/>
                </a:lnTo>
                <a:lnTo>
                  <a:pt x="10761" y="760"/>
                </a:lnTo>
                <a:lnTo>
                  <a:pt x="11829" y="558"/>
                </a:lnTo>
                <a:lnTo>
                  <a:pt x="12897" y="391"/>
                </a:lnTo>
                <a:lnTo>
                  <a:pt x="13969" y="253"/>
                </a:lnTo>
                <a:lnTo>
                  <a:pt x="15043" y="146"/>
                </a:lnTo>
                <a:lnTo>
                  <a:pt x="16121" y="69"/>
                </a:lnTo>
                <a:lnTo>
                  <a:pt x="17204" y="21"/>
                </a:lnTo>
                <a:lnTo>
                  <a:pt x="18292" y="0"/>
                </a:lnTo>
                <a:lnTo>
                  <a:pt x="19388" y="13"/>
                </a:lnTo>
                <a:lnTo>
                  <a:pt x="20489" y="56"/>
                </a:lnTo>
                <a:lnTo>
                  <a:pt x="21600" y="125"/>
                </a:lnTo>
                <a:close/>
              </a:path>
            </a:pathLst>
          </a:custGeom>
          <a:solidFill>
            <a:srgbClr val="656465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2" name="contour_08550"/>
          <p:cNvSpPr/>
          <p:nvPr/>
        </p:nvSpPr>
        <p:spPr>
          <a:xfrm>
            <a:off x="11291989" y="1829286"/>
            <a:ext cx="87653" cy="47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4" y="0"/>
                </a:moveTo>
                <a:lnTo>
                  <a:pt x="3039" y="1163"/>
                </a:lnTo>
                <a:lnTo>
                  <a:pt x="3913" y="2056"/>
                </a:lnTo>
                <a:lnTo>
                  <a:pt x="4621" y="2872"/>
                </a:lnTo>
                <a:lnTo>
                  <a:pt x="5311" y="3791"/>
                </a:lnTo>
                <a:lnTo>
                  <a:pt x="6131" y="5001"/>
                </a:lnTo>
                <a:lnTo>
                  <a:pt x="7232" y="6686"/>
                </a:lnTo>
                <a:lnTo>
                  <a:pt x="7232" y="8896"/>
                </a:lnTo>
                <a:lnTo>
                  <a:pt x="7232" y="11119"/>
                </a:lnTo>
                <a:lnTo>
                  <a:pt x="7232" y="13373"/>
                </a:lnTo>
                <a:lnTo>
                  <a:pt x="8340" y="12951"/>
                </a:lnTo>
                <a:lnTo>
                  <a:pt x="9463" y="12523"/>
                </a:lnTo>
                <a:lnTo>
                  <a:pt x="10433" y="12182"/>
                </a:lnTo>
                <a:lnTo>
                  <a:pt x="11408" y="11838"/>
                </a:lnTo>
                <a:lnTo>
                  <a:pt x="12396" y="11494"/>
                </a:lnTo>
                <a:lnTo>
                  <a:pt x="13355" y="11143"/>
                </a:lnTo>
                <a:lnTo>
                  <a:pt x="14321" y="10792"/>
                </a:lnTo>
                <a:lnTo>
                  <a:pt x="15300" y="10434"/>
                </a:lnTo>
                <a:lnTo>
                  <a:pt x="16598" y="10273"/>
                </a:lnTo>
                <a:lnTo>
                  <a:pt x="17703" y="10267"/>
                </a:lnTo>
                <a:lnTo>
                  <a:pt x="18685" y="10494"/>
                </a:lnTo>
                <a:lnTo>
                  <a:pt x="19615" y="11036"/>
                </a:lnTo>
                <a:lnTo>
                  <a:pt x="20564" y="11968"/>
                </a:lnTo>
                <a:lnTo>
                  <a:pt x="21600" y="13373"/>
                </a:lnTo>
                <a:lnTo>
                  <a:pt x="21600" y="15582"/>
                </a:lnTo>
                <a:lnTo>
                  <a:pt x="21600" y="17806"/>
                </a:lnTo>
                <a:lnTo>
                  <a:pt x="21600" y="20059"/>
                </a:lnTo>
                <a:lnTo>
                  <a:pt x="20381" y="20233"/>
                </a:lnTo>
                <a:lnTo>
                  <a:pt x="19159" y="20390"/>
                </a:lnTo>
                <a:lnTo>
                  <a:pt x="17940" y="20534"/>
                </a:lnTo>
                <a:lnTo>
                  <a:pt x="16720" y="20664"/>
                </a:lnTo>
                <a:lnTo>
                  <a:pt x="15499" y="20784"/>
                </a:lnTo>
                <a:lnTo>
                  <a:pt x="14278" y="20898"/>
                </a:lnTo>
                <a:lnTo>
                  <a:pt x="13057" y="21002"/>
                </a:lnTo>
                <a:lnTo>
                  <a:pt x="11834" y="21102"/>
                </a:lnTo>
                <a:lnTo>
                  <a:pt x="10905" y="21242"/>
                </a:lnTo>
                <a:lnTo>
                  <a:pt x="9971" y="21383"/>
                </a:lnTo>
                <a:lnTo>
                  <a:pt x="9025" y="21526"/>
                </a:lnTo>
                <a:lnTo>
                  <a:pt x="7742" y="21593"/>
                </a:lnTo>
                <a:lnTo>
                  <a:pt x="6537" y="21600"/>
                </a:lnTo>
                <a:lnTo>
                  <a:pt x="5377" y="21496"/>
                </a:lnTo>
                <a:lnTo>
                  <a:pt x="4229" y="21236"/>
                </a:lnTo>
                <a:lnTo>
                  <a:pt x="3062" y="20771"/>
                </a:lnTo>
                <a:lnTo>
                  <a:pt x="1844" y="20059"/>
                </a:lnTo>
                <a:lnTo>
                  <a:pt x="1298" y="18040"/>
                </a:lnTo>
                <a:lnTo>
                  <a:pt x="858" y="16027"/>
                </a:lnTo>
                <a:lnTo>
                  <a:pt x="517" y="14011"/>
                </a:lnTo>
                <a:lnTo>
                  <a:pt x="268" y="11975"/>
                </a:lnTo>
                <a:lnTo>
                  <a:pt x="102" y="9902"/>
                </a:lnTo>
                <a:lnTo>
                  <a:pt x="16" y="7786"/>
                </a:lnTo>
                <a:lnTo>
                  <a:pt x="0" y="5603"/>
                </a:lnTo>
                <a:lnTo>
                  <a:pt x="48" y="3343"/>
                </a:lnTo>
                <a:lnTo>
                  <a:pt x="939" y="1685"/>
                </a:lnTo>
                <a:lnTo>
                  <a:pt x="1844" y="0"/>
                </a:lnTo>
                <a:close/>
              </a:path>
            </a:pathLst>
          </a:custGeom>
          <a:solidFill>
            <a:srgbClr val="E7F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3" name="contour_08551"/>
          <p:cNvSpPr/>
          <p:nvPr/>
        </p:nvSpPr>
        <p:spPr>
          <a:xfrm>
            <a:off x="6788207" y="1770982"/>
            <a:ext cx="58304" cy="45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9" y="101"/>
                </a:lnTo>
                <a:lnTo>
                  <a:pt x="3723" y="240"/>
                </a:lnTo>
                <a:lnTo>
                  <a:pt x="5540" y="434"/>
                </a:lnTo>
                <a:lnTo>
                  <a:pt x="7336" y="698"/>
                </a:lnTo>
                <a:lnTo>
                  <a:pt x="9118" y="1038"/>
                </a:lnTo>
                <a:lnTo>
                  <a:pt x="10886" y="1476"/>
                </a:lnTo>
                <a:lnTo>
                  <a:pt x="12655" y="2018"/>
                </a:lnTo>
                <a:lnTo>
                  <a:pt x="14423" y="2678"/>
                </a:lnTo>
                <a:lnTo>
                  <a:pt x="16200" y="3473"/>
                </a:lnTo>
                <a:lnTo>
                  <a:pt x="17256" y="5512"/>
                </a:lnTo>
                <a:lnTo>
                  <a:pt x="18166" y="7565"/>
                </a:lnTo>
                <a:lnTo>
                  <a:pt x="18951" y="9645"/>
                </a:lnTo>
                <a:lnTo>
                  <a:pt x="19626" y="11760"/>
                </a:lnTo>
                <a:lnTo>
                  <a:pt x="20212" y="13924"/>
                </a:lnTo>
                <a:lnTo>
                  <a:pt x="20725" y="16151"/>
                </a:lnTo>
                <a:lnTo>
                  <a:pt x="21182" y="18453"/>
                </a:lnTo>
                <a:lnTo>
                  <a:pt x="21600" y="20839"/>
                </a:lnTo>
                <a:lnTo>
                  <a:pt x="19629" y="21169"/>
                </a:lnTo>
                <a:lnTo>
                  <a:pt x="17696" y="21419"/>
                </a:lnTo>
                <a:lnTo>
                  <a:pt x="15790" y="21565"/>
                </a:lnTo>
                <a:lnTo>
                  <a:pt x="13894" y="21600"/>
                </a:lnTo>
                <a:lnTo>
                  <a:pt x="11991" y="21499"/>
                </a:lnTo>
                <a:lnTo>
                  <a:pt x="10063" y="21253"/>
                </a:lnTo>
                <a:lnTo>
                  <a:pt x="8100" y="20839"/>
                </a:lnTo>
                <a:lnTo>
                  <a:pt x="6585" y="19131"/>
                </a:lnTo>
                <a:lnTo>
                  <a:pt x="5214" y="17356"/>
                </a:lnTo>
                <a:lnTo>
                  <a:pt x="3972" y="15498"/>
                </a:lnTo>
                <a:lnTo>
                  <a:pt x="2843" y="13542"/>
                </a:lnTo>
                <a:lnTo>
                  <a:pt x="1814" y="11472"/>
                </a:lnTo>
                <a:lnTo>
                  <a:pt x="872" y="9280"/>
                </a:lnTo>
                <a:lnTo>
                  <a:pt x="0" y="6946"/>
                </a:lnTo>
                <a:lnTo>
                  <a:pt x="0" y="4651"/>
                </a:lnTo>
                <a:lnTo>
                  <a:pt x="0" y="2341"/>
                </a:lnTo>
                <a:lnTo>
                  <a:pt x="0" y="0"/>
                </a:lnTo>
                <a:close/>
              </a:path>
            </a:pathLst>
          </a:custGeom>
          <a:solidFill>
            <a:srgbClr val="9A9B99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4" name="contour_08552"/>
          <p:cNvSpPr/>
          <p:nvPr/>
        </p:nvSpPr>
        <p:spPr>
          <a:xfrm>
            <a:off x="5316033" y="1763694"/>
            <a:ext cx="5830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932" y="774"/>
                </a:lnTo>
                <a:lnTo>
                  <a:pt x="17653" y="1552"/>
                </a:lnTo>
                <a:lnTo>
                  <a:pt x="18363" y="2333"/>
                </a:lnTo>
                <a:lnTo>
                  <a:pt x="19067" y="3115"/>
                </a:lnTo>
                <a:lnTo>
                  <a:pt x="19869" y="3984"/>
                </a:lnTo>
                <a:lnTo>
                  <a:pt x="20682" y="4868"/>
                </a:lnTo>
                <a:lnTo>
                  <a:pt x="21281" y="6176"/>
                </a:lnTo>
                <a:lnTo>
                  <a:pt x="21190" y="7027"/>
                </a:lnTo>
                <a:lnTo>
                  <a:pt x="20334" y="8152"/>
                </a:lnTo>
                <a:lnTo>
                  <a:pt x="19597" y="9293"/>
                </a:lnTo>
                <a:lnTo>
                  <a:pt x="19197" y="10386"/>
                </a:lnTo>
                <a:lnTo>
                  <a:pt x="19076" y="11456"/>
                </a:lnTo>
                <a:lnTo>
                  <a:pt x="19165" y="12526"/>
                </a:lnTo>
                <a:lnTo>
                  <a:pt x="19402" y="13623"/>
                </a:lnTo>
                <a:lnTo>
                  <a:pt x="19732" y="14769"/>
                </a:lnTo>
                <a:lnTo>
                  <a:pt x="20083" y="15992"/>
                </a:lnTo>
                <a:lnTo>
                  <a:pt x="20204" y="16461"/>
                </a:lnTo>
                <a:lnTo>
                  <a:pt x="20420" y="17285"/>
                </a:lnTo>
                <a:lnTo>
                  <a:pt x="20914" y="19172"/>
                </a:lnTo>
                <a:lnTo>
                  <a:pt x="21141" y="19975"/>
                </a:lnTo>
                <a:lnTo>
                  <a:pt x="21370" y="20781"/>
                </a:lnTo>
                <a:lnTo>
                  <a:pt x="21600" y="21600"/>
                </a:lnTo>
                <a:lnTo>
                  <a:pt x="19815" y="21600"/>
                </a:lnTo>
                <a:lnTo>
                  <a:pt x="18020" y="21600"/>
                </a:lnTo>
                <a:lnTo>
                  <a:pt x="16200" y="21600"/>
                </a:lnTo>
                <a:lnTo>
                  <a:pt x="15544" y="20572"/>
                </a:lnTo>
                <a:lnTo>
                  <a:pt x="15093" y="19809"/>
                </a:lnTo>
                <a:lnTo>
                  <a:pt x="14734" y="19083"/>
                </a:lnTo>
                <a:lnTo>
                  <a:pt x="14353" y="18164"/>
                </a:lnTo>
                <a:lnTo>
                  <a:pt x="13838" y="16823"/>
                </a:lnTo>
                <a:lnTo>
                  <a:pt x="12982" y="15039"/>
                </a:lnTo>
                <a:lnTo>
                  <a:pt x="12304" y="13726"/>
                </a:lnTo>
                <a:lnTo>
                  <a:pt x="11705" y="12772"/>
                </a:lnTo>
                <a:lnTo>
                  <a:pt x="11081" y="12061"/>
                </a:lnTo>
                <a:lnTo>
                  <a:pt x="10333" y="11476"/>
                </a:lnTo>
                <a:lnTo>
                  <a:pt x="9358" y="10905"/>
                </a:lnTo>
                <a:lnTo>
                  <a:pt x="8057" y="10228"/>
                </a:lnTo>
                <a:lnTo>
                  <a:pt x="6556" y="9790"/>
                </a:lnTo>
                <a:lnTo>
                  <a:pt x="5387" y="9471"/>
                </a:lnTo>
                <a:lnTo>
                  <a:pt x="4161" y="9178"/>
                </a:lnTo>
                <a:lnTo>
                  <a:pt x="2495" y="8821"/>
                </a:lnTo>
                <a:lnTo>
                  <a:pt x="0" y="8308"/>
                </a:lnTo>
                <a:lnTo>
                  <a:pt x="1417" y="8243"/>
                </a:lnTo>
                <a:lnTo>
                  <a:pt x="2859" y="8178"/>
                </a:lnTo>
                <a:lnTo>
                  <a:pt x="4730" y="8025"/>
                </a:lnTo>
                <a:lnTo>
                  <a:pt x="6526" y="7852"/>
                </a:lnTo>
                <a:lnTo>
                  <a:pt x="8276" y="7643"/>
                </a:lnTo>
                <a:lnTo>
                  <a:pt x="10004" y="7382"/>
                </a:lnTo>
                <a:lnTo>
                  <a:pt x="11737" y="7055"/>
                </a:lnTo>
                <a:lnTo>
                  <a:pt x="13500" y="6646"/>
                </a:lnTo>
                <a:lnTo>
                  <a:pt x="14423" y="5545"/>
                </a:lnTo>
                <a:lnTo>
                  <a:pt x="15069" y="4503"/>
                </a:lnTo>
                <a:lnTo>
                  <a:pt x="15501" y="3476"/>
                </a:lnTo>
                <a:lnTo>
                  <a:pt x="15792" y="2414"/>
                </a:lnTo>
                <a:lnTo>
                  <a:pt x="16003" y="1273"/>
                </a:lnTo>
                <a:lnTo>
                  <a:pt x="16200" y="0"/>
                </a:lnTo>
                <a:close/>
              </a:path>
            </a:pathLst>
          </a:custGeom>
          <a:solidFill>
            <a:srgbClr val="E0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5" name="contour_08553"/>
          <p:cNvSpPr/>
          <p:nvPr/>
        </p:nvSpPr>
        <p:spPr>
          <a:xfrm>
            <a:off x="5082817" y="1770982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4316" y="1833"/>
                </a:lnTo>
                <a:lnTo>
                  <a:pt x="4707" y="3672"/>
                </a:lnTo>
                <a:lnTo>
                  <a:pt x="5098" y="5517"/>
                </a:lnTo>
                <a:lnTo>
                  <a:pt x="5492" y="7378"/>
                </a:lnTo>
                <a:lnTo>
                  <a:pt x="5891" y="9257"/>
                </a:lnTo>
                <a:lnTo>
                  <a:pt x="7101" y="8480"/>
                </a:lnTo>
                <a:lnTo>
                  <a:pt x="8330" y="7690"/>
                </a:lnTo>
                <a:lnTo>
                  <a:pt x="8801" y="7409"/>
                </a:lnTo>
                <a:lnTo>
                  <a:pt x="9634" y="6915"/>
                </a:lnTo>
                <a:lnTo>
                  <a:pt x="11536" y="5786"/>
                </a:lnTo>
                <a:lnTo>
                  <a:pt x="12585" y="5141"/>
                </a:lnTo>
                <a:lnTo>
                  <a:pt x="13641" y="4490"/>
                </a:lnTo>
                <a:lnTo>
                  <a:pt x="14712" y="3832"/>
                </a:lnTo>
                <a:lnTo>
                  <a:pt x="15689" y="3586"/>
                </a:lnTo>
                <a:lnTo>
                  <a:pt x="16675" y="3336"/>
                </a:lnTo>
                <a:lnTo>
                  <a:pt x="17673" y="3086"/>
                </a:lnTo>
                <a:lnTo>
                  <a:pt x="18645" y="4613"/>
                </a:lnTo>
                <a:lnTo>
                  <a:pt x="19621" y="6150"/>
                </a:lnTo>
                <a:lnTo>
                  <a:pt x="20604" y="7693"/>
                </a:lnTo>
                <a:lnTo>
                  <a:pt x="21600" y="9257"/>
                </a:lnTo>
                <a:lnTo>
                  <a:pt x="20341" y="9976"/>
                </a:lnTo>
                <a:lnTo>
                  <a:pt x="19085" y="10695"/>
                </a:lnTo>
                <a:lnTo>
                  <a:pt x="17826" y="11414"/>
                </a:lnTo>
                <a:lnTo>
                  <a:pt x="16565" y="12133"/>
                </a:lnTo>
                <a:lnTo>
                  <a:pt x="15305" y="12855"/>
                </a:lnTo>
                <a:lnTo>
                  <a:pt x="14044" y="13574"/>
                </a:lnTo>
                <a:lnTo>
                  <a:pt x="12779" y="14296"/>
                </a:lnTo>
                <a:lnTo>
                  <a:pt x="11515" y="15021"/>
                </a:lnTo>
                <a:lnTo>
                  <a:pt x="10246" y="15743"/>
                </a:lnTo>
                <a:lnTo>
                  <a:pt x="8978" y="16472"/>
                </a:lnTo>
                <a:lnTo>
                  <a:pt x="7705" y="17197"/>
                </a:lnTo>
                <a:lnTo>
                  <a:pt x="6429" y="17925"/>
                </a:lnTo>
                <a:lnTo>
                  <a:pt x="5151" y="18656"/>
                </a:lnTo>
                <a:lnTo>
                  <a:pt x="3868" y="19391"/>
                </a:lnTo>
                <a:lnTo>
                  <a:pt x="2584" y="20125"/>
                </a:lnTo>
                <a:lnTo>
                  <a:pt x="1294" y="20859"/>
                </a:lnTo>
                <a:lnTo>
                  <a:pt x="0" y="21600"/>
                </a:lnTo>
                <a:lnTo>
                  <a:pt x="428" y="17089"/>
                </a:lnTo>
                <a:lnTo>
                  <a:pt x="791" y="13380"/>
                </a:lnTo>
                <a:lnTo>
                  <a:pt x="1102" y="10374"/>
                </a:lnTo>
                <a:lnTo>
                  <a:pt x="1382" y="7977"/>
                </a:lnTo>
                <a:lnTo>
                  <a:pt x="1647" y="6088"/>
                </a:lnTo>
                <a:lnTo>
                  <a:pt x="1915" y="4610"/>
                </a:lnTo>
                <a:lnTo>
                  <a:pt x="2205" y="3450"/>
                </a:lnTo>
                <a:lnTo>
                  <a:pt x="2533" y="2503"/>
                </a:lnTo>
                <a:lnTo>
                  <a:pt x="2918" y="1679"/>
                </a:lnTo>
                <a:lnTo>
                  <a:pt x="3377" y="876"/>
                </a:lnTo>
                <a:lnTo>
                  <a:pt x="3927" y="0"/>
                </a:lnTo>
                <a:close/>
              </a:path>
            </a:pathLst>
          </a:custGeom>
          <a:solidFill>
            <a:srgbClr val="DC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6" name="contour_08554"/>
          <p:cNvSpPr/>
          <p:nvPr/>
        </p:nvSpPr>
        <p:spPr>
          <a:xfrm>
            <a:off x="644430" y="1756406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8" y="0"/>
                </a:lnTo>
                <a:lnTo>
                  <a:pt x="12343" y="0"/>
                </a:lnTo>
                <a:lnTo>
                  <a:pt x="12343" y="1697"/>
                </a:lnTo>
                <a:lnTo>
                  <a:pt x="12343" y="3396"/>
                </a:lnTo>
                <a:lnTo>
                  <a:pt x="12343" y="5100"/>
                </a:lnTo>
                <a:lnTo>
                  <a:pt x="12343" y="6811"/>
                </a:lnTo>
                <a:lnTo>
                  <a:pt x="12343" y="8530"/>
                </a:lnTo>
                <a:lnTo>
                  <a:pt x="12343" y="10258"/>
                </a:lnTo>
                <a:lnTo>
                  <a:pt x="12343" y="12000"/>
                </a:lnTo>
                <a:lnTo>
                  <a:pt x="14383" y="12000"/>
                </a:lnTo>
                <a:lnTo>
                  <a:pt x="16435" y="12000"/>
                </a:lnTo>
                <a:lnTo>
                  <a:pt x="18514" y="12000"/>
                </a:lnTo>
                <a:lnTo>
                  <a:pt x="19338" y="13550"/>
                </a:lnTo>
                <a:lnTo>
                  <a:pt x="19968" y="15110"/>
                </a:lnTo>
                <a:lnTo>
                  <a:pt x="20455" y="16690"/>
                </a:lnTo>
                <a:lnTo>
                  <a:pt x="20856" y="18295"/>
                </a:lnTo>
                <a:lnTo>
                  <a:pt x="21220" y="19930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171" y="20174"/>
                </a:lnTo>
                <a:lnTo>
                  <a:pt x="6171" y="18744"/>
                </a:lnTo>
                <a:lnTo>
                  <a:pt x="6171" y="17309"/>
                </a:lnTo>
                <a:lnTo>
                  <a:pt x="6171" y="15862"/>
                </a:lnTo>
                <a:lnTo>
                  <a:pt x="6171" y="14400"/>
                </a:lnTo>
                <a:lnTo>
                  <a:pt x="4132" y="14400"/>
                </a:lnTo>
                <a:lnTo>
                  <a:pt x="2080" y="14400"/>
                </a:lnTo>
                <a:lnTo>
                  <a:pt x="0" y="14400"/>
                </a:lnTo>
                <a:lnTo>
                  <a:pt x="580" y="12614"/>
                </a:lnTo>
                <a:lnTo>
                  <a:pt x="1031" y="11347"/>
                </a:lnTo>
                <a:lnTo>
                  <a:pt x="1500" y="10253"/>
                </a:lnTo>
                <a:lnTo>
                  <a:pt x="2135" y="8986"/>
                </a:lnTo>
                <a:lnTo>
                  <a:pt x="3086" y="7200"/>
                </a:lnTo>
                <a:lnTo>
                  <a:pt x="5125" y="7200"/>
                </a:lnTo>
                <a:lnTo>
                  <a:pt x="7177" y="7200"/>
                </a:lnTo>
                <a:lnTo>
                  <a:pt x="9257" y="7200"/>
                </a:lnTo>
                <a:lnTo>
                  <a:pt x="9257" y="5774"/>
                </a:lnTo>
                <a:lnTo>
                  <a:pt x="9257" y="4344"/>
                </a:lnTo>
                <a:lnTo>
                  <a:pt x="9257" y="2909"/>
                </a:lnTo>
                <a:lnTo>
                  <a:pt x="9257" y="1462"/>
                </a:lnTo>
                <a:lnTo>
                  <a:pt x="9257" y="0"/>
                </a:lnTo>
                <a:close/>
              </a:path>
            </a:pathLst>
          </a:custGeom>
          <a:solidFill>
            <a:srgbClr val="ACADAE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7" name="contour_08555"/>
          <p:cNvSpPr/>
          <p:nvPr/>
        </p:nvSpPr>
        <p:spPr>
          <a:xfrm>
            <a:off x="5651076" y="1748520"/>
            <a:ext cx="45594" cy="443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13" y="3843"/>
                </a:moveTo>
                <a:lnTo>
                  <a:pt x="21258" y="6410"/>
                </a:lnTo>
                <a:lnTo>
                  <a:pt x="21510" y="8939"/>
                </a:lnTo>
                <a:lnTo>
                  <a:pt x="21600" y="11450"/>
                </a:lnTo>
                <a:lnTo>
                  <a:pt x="21548" y="13954"/>
                </a:lnTo>
                <a:lnTo>
                  <a:pt x="21382" y="16468"/>
                </a:lnTo>
                <a:lnTo>
                  <a:pt x="21127" y="19011"/>
                </a:lnTo>
                <a:lnTo>
                  <a:pt x="20813" y="21600"/>
                </a:lnTo>
                <a:lnTo>
                  <a:pt x="18562" y="21412"/>
                </a:lnTo>
                <a:lnTo>
                  <a:pt x="16352" y="21184"/>
                </a:lnTo>
                <a:lnTo>
                  <a:pt x="14177" y="20900"/>
                </a:lnTo>
                <a:lnTo>
                  <a:pt x="12026" y="20542"/>
                </a:lnTo>
                <a:lnTo>
                  <a:pt x="9899" y="20094"/>
                </a:lnTo>
                <a:lnTo>
                  <a:pt x="7779" y="19540"/>
                </a:lnTo>
                <a:lnTo>
                  <a:pt x="5666" y="18862"/>
                </a:lnTo>
                <a:lnTo>
                  <a:pt x="3549" y="18049"/>
                </a:lnTo>
                <a:lnTo>
                  <a:pt x="2210" y="15779"/>
                </a:lnTo>
                <a:lnTo>
                  <a:pt x="1212" y="13545"/>
                </a:lnTo>
                <a:lnTo>
                  <a:pt x="532" y="11290"/>
                </a:lnTo>
                <a:lnTo>
                  <a:pt x="135" y="8960"/>
                </a:lnTo>
                <a:lnTo>
                  <a:pt x="0" y="6496"/>
                </a:lnTo>
                <a:lnTo>
                  <a:pt x="97" y="3843"/>
                </a:lnTo>
                <a:lnTo>
                  <a:pt x="1909" y="2138"/>
                </a:lnTo>
                <a:lnTo>
                  <a:pt x="4026" y="955"/>
                </a:lnTo>
                <a:lnTo>
                  <a:pt x="6370" y="256"/>
                </a:lnTo>
                <a:lnTo>
                  <a:pt x="8863" y="0"/>
                </a:lnTo>
                <a:lnTo>
                  <a:pt x="11425" y="139"/>
                </a:lnTo>
                <a:lnTo>
                  <a:pt x="13980" y="636"/>
                </a:lnTo>
                <a:lnTo>
                  <a:pt x="16449" y="1445"/>
                </a:lnTo>
                <a:lnTo>
                  <a:pt x="18752" y="2529"/>
                </a:lnTo>
                <a:lnTo>
                  <a:pt x="20813" y="3843"/>
                </a:lnTo>
                <a:close/>
              </a:path>
            </a:pathLst>
          </a:custGeom>
          <a:solidFill>
            <a:srgbClr val="89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8" name="contour_08556"/>
          <p:cNvSpPr/>
          <p:nvPr/>
        </p:nvSpPr>
        <p:spPr>
          <a:xfrm>
            <a:off x="7859542" y="1749118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17" y="1411"/>
                </a:lnTo>
                <a:lnTo>
                  <a:pt x="7153" y="2585"/>
                </a:lnTo>
                <a:lnTo>
                  <a:pt x="9803" y="3564"/>
                </a:lnTo>
                <a:lnTo>
                  <a:pt x="11963" y="4394"/>
                </a:lnTo>
                <a:lnTo>
                  <a:pt x="13734" y="5114"/>
                </a:lnTo>
                <a:lnTo>
                  <a:pt x="15210" y="5772"/>
                </a:lnTo>
                <a:lnTo>
                  <a:pt x="16492" y="6406"/>
                </a:lnTo>
                <a:lnTo>
                  <a:pt x="17672" y="7063"/>
                </a:lnTo>
                <a:lnTo>
                  <a:pt x="18853" y="7786"/>
                </a:lnTo>
                <a:lnTo>
                  <a:pt x="20131" y="8616"/>
                </a:lnTo>
                <a:lnTo>
                  <a:pt x="21600" y="9600"/>
                </a:lnTo>
                <a:lnTo>
                  <a:pt x="21582" y="11446"/>
                </a:lnTo>
                <a:lnTo>
                  <a:pt x="21290" y="13090"/>
                </a:lnTo>
                <a:lnTo>
                  <a:pt x="20743" y="14611"/>
                </a:lnTo>
                <a:lnTo>
                  <a:pt x="19962" y="16099"/>
                </a:lnTo>
                <a:lnTo>
                  <a:pt x="18972" y="17638"/>
                </a:lnTo>
                <a:lnTo>
                  <a:pt x="17788" y="19313"/>
                </a:lnTo>
                <a:lnTo>
                  <a:pt x="16106" y="20448"/>
                </a:lnTo>
                <a:lnTo>
                  <a:pt x="14400" y="21600"/>
                </a:lnTo>
                <a:lnTo>
                  <a:pt x="12262" y="21600"/>
                </a:lnTo>
                <a:lnTo>
                  <a:pt x="10116" y="21600"/>
                </a:lnTo>
                <a:lnTo>
                  <a:pt x="7963" y="21600"/>
                </a:lnTo>
                <a:lnTo>
                  <a:pt x="5792" y="21600"/>
                </a:lnTo>
                <a:lnTo>
                  <a:pt x="3600" y="21600"/>
                </a:lnTo>
                <a:lnTo>
                  <a:pt x="3326" y="19956"/>
                </a:lnTo>
                <a:lnTo>
                  <a:pt x="3053" y="18310"/>
                </a:lnTo>
                <a:lnTo>
                  <a:pt x="2776" y="16663"/>
                </a:lnTo>
                <a:lnTo>
                  <a:pt x="2502" y="15014"/>
                </a:lnTo>
                <a:lnTo>
                  <a:pt x="2228" y="13363"/>
                </a:lnTo>
                <a:lnTo>
                  <a:pt x="1951" y="11710"/>
                </a:lnTo>
                <a:lnTo>
                  <a:pt x="1674" y="10051"/>
                </a:lnTo>
                <a:lnTo>
                  <a:pt x="1397" y="8390"/>
                </a:lnTo>
                <a:lnTo>
                  <a:pt x="1120" y="6725"/>
                </a:lnTo>
                <a:lnTo>
                  <a:pt x="842" y="5052"/>
                </a:lnTo>
                <a:lnTo>
                  <a:pt x="562" y="3374"/>
                </a:lnTo>
                <a:lnTo>
                  <a:pt x="281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D2CAB8"/>
          </a:solidFill>
          <a:ln>
            <a:noFill/>
          </a:ln>
        </p:spPr>
        <p:txBody>
          <a:bodyPr/>
          <a:lstStyle/>
          <a:p/>
        </p:txBody>
      </p:sp>
      <p:sp>
        <p:nvSpPr>
          <p:cNvPr id="8559" name="contour_08557"/>
          <p:cNvSpPr/>
          <p:nvPr/>
        </p:nvSpPr>
        <p:spPr>
          <a:xfrm>
            <a:off x="709220" y="1727254"/>
            <a:ext cx="5181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48" y="0"/>
                </a:moveTo>
                <a:lnTo>
                  <a:pt x="11456" y="0"/>
                </a:lnTo>
                <a:lnTo>
                  <a:pt x="13476" y="0"/>
                </a:lnTo>
                <a:lnTo>
                  <a:pt x="15524" y="0"/>
                </a:lnTo>
                <a:lnTo>
                  <a:pt x="16727" y="1123"/>
                </a:lnTo>
                <a:lnTo>
                  <a:pt x="17799" y="2254"/>
                </a:lnTo>
                <a:lnTo>
                  <a:pt x="18738" y="3395"/>
                </a:lnTo>
                <a:lnTo>
                  <a:pt x="19549" y="4554"/>
                </a:lnTo>
                <a:lnTo>
                  <a:pt x="20224" y="5737"/>
                </a:lnTo>
                <a:lnTo>
                  <a:pt x="20768" y="6946"/>
                </a:lnTo>
                <a:lnTo>
                  <a:pt x="21181" y="8190"/>
                </a:lnTo>
                <a:lnTo>
                  <a:pt x="21457" y="9473"/>
                </a:lnTo>
                <a:lnTo>
                  <a:pt x="21600" y="10800"/>
                </a:lnTo>
                <a:lnTo>
                  <a:pt x="20145" y="11633"/>
                </a:lnTo>
                <a:lnTo>
                  <a:pt x="18674" y="12346"/>
                </a:lnTo>
                <a:lnTo>
                  <a:pt x="17171" y="12964"/>
                </a:lnTo>
                <a:lnTo>
                  <a:pt x="15612" y="13514"/>
                </a:lnTo>
                <a:lnTo>
                  <a:pt x="13981" y="14022"/>
                </a:lnTo>
                <a:lnTo>
                  <a:pt x="12252" y="14515"/>
                </a:lnTo>
                <a:lnTo>
                  <a:pt x="10408" y="15019"/>
                </a:lnTo>
                <a:lnTo>
                  <a:pt x="8254" y="15732"/>
                </a:lnTo>
                <a:lnTo>
                  <a:pt x="6480" y="16483"/>
                </a:lnTo>
                <a:lnTo>
                  <a:pt x="5004" y="17293"/>
                </a:lnTo>
                <a:lnTo>
                  <a:pt x="3737" y="18187"/>
                </a:lnTo>
                <a:lnTo>
                  <a:pt x="2594" y="19188"/>
                </a:lnTo>
                <a:lnTo>
                  <a:pt x="1489" y="20318"/>
                </a:lnTo>
                <a:lnTo>
                  <a:pt x="334" y="21600"/>
                </a:lnTo>
                <a:lnTo>
                  <a:pt x="194" y="20308"/>
                </a:lnTo>
                <a:lnTo>
                  <a:pt x="85" y="19021"/>
                </a:lnTo>
                <a:lnTo>
                  <a:pt x="18" y="17739"/>
                </a:lnTo>
                <a:lnTo>
                  <a:pt x="0" y="16457"/>
                </a:lnTo>
                <a:lnTo>
                  <a:pt x="39" y="15176"/>
                </a:lnTo>
                <a:lnTo>
                  <a:pt x="146" y="13891"/>
                </a:lnTo>
                <a:lnTo>
                  <a:pt x="334" y="12600"/>
                </a:lnTo>
                <a:lnTo>
                  <a:pt x="1817" y="11678"/>
                </a:lnTo>
                <a:lnTo>
                  <a:pt x="3324" y="10771"/>
                </a:lnTo>
                <a:lnTo>
                  <a:pt x="4855" y="9878"/>
                </a:lnTo>
                <a:lnTo>
                  <a:pt x="6410" y="9000"/>
                </a:lnTo>
                <a:lnTo>
                  <a:pt x="6851" y="7810"/>
                </a:lnTo>
                <a:lnTo>
                  <a:pt x="7236" y="6624"/>
                </a:lnTo>
                <a:lnTo>
                  <a:pt x="7580" y="5438"/>
                </a:lnTo>
                <a:lnTo>
                  <a:pt x="7884" y="4248"/>
                </a:lnTo>
                <a:lnTo>
                  <a:pt x="8157" y="3049"/>
                </a:lnTo>
                <a:lnTo>
                  <a:pt x="8403" y="1841"/>
                </a:lnTo>
                <a:lnTo>
                  <a:pt x="8923" y="929"/>
                </a:lnTo>
                <a:lnTo>
                  <a:pt x="9448" y="0"/>
                </a:lnTo>
                <a:close/>
              </a:path>
            </a:pathLst>
          </a:custGeom>
          <a:solidFill>
            <a:srgbClr val="434342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0" name="contour_08558"/>
          <p:cNvSpPr/>
          <p:nvPr/>
        </p:nvSpPr>
        <p:spPr>
          <a:xfrm>
            <a:off x="2225924" y="1705390"/>
            <a:ext cx="102032" cy="44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07" y="35"/>
                </a:lnTo>
                <a:lnTo>
                  <a:pt x="2017" y="82"/>
                </a:lnTo>
                <a:lnTo>
                  <a:pt x="3022" y="138"/>
                </a:lnTo>
                <a:lnTo>
                  <a:pt x="4030" y="209"/>
                </a:lnTo>
                <a:lnTo>
                  <a:pt x="5036" y="287"/>
                </a:lnTo>
                <a:lnTo>
                  <a:pt x="6043" y="372"/>
                </a:lnTo>
                <a:lnTo>
                  <a:pt x="7049" y="465"/>
                </a:lnTo>
                <a:lnTo>
                  <a:pt x="8057" y="564"/>
                </a:lnTo>
                <a:lnTo>
                  <a:pt x="9064" y="667"/>
                </a:lnTo>
                <a:lnTo>
                  <a:pt x="9447" y="674"/>
                </a:lnTo>
                <a:lnTo>
                  <a:pt x="10120" y="688"/>
                </a:lnTo>
                <a:lnTo>
                  <a:pt x="11662" y="727"/>
                </a:lnTo>
                <a:lnTo>
                  <a:pt x="12710" y="869"/>
                </a:lnTo>
                <a:lnTo>
                  <a:pt x="13708" y="1053"/>
                </a:lnTo>
                <a:lnTo>
                  <a:pt x="14674" y="1302"/>
                </a:lnTo>
                <a:lnTo>
                  <a:pt x="15623" y="1646"/>
                </a:lnTo>
                <a:lnTo>
                  <a:pt x="16569" y="2117"/>
                </a:lnTo>
                <a:lnTo>
                  <a:pt x="17528" y="2742"/>
                </a:lnTo>
                <a:lnTo>
                  <a:pt x="18514" y="3547"/>
                </a:lnTo>
                <a:lnTo>
                  <a:pt x="19116" y="5636"/>
                </a:lnTo>
                <a:lnTo>
                  <a:pt x="19637" y="7732"/>
                </a:lnTo>
                <a:lnTo>
                  <a:pt x="20088" y="9853"/>
                </a:lnTo>
                <a:lnTo>
                  <a:pt x="20477" y="12009"/>
                </a:lnTo>
                <a:lnTo>
                  <a:pt x="20813" y="14216"/>
                </a:lnTo>
                <a:lnTo>
                  <a:pt x="21105" y="16489"/>
                </a:lnTo>
                <a:lnTo>
                  <a:pt x="21365" y="18841"/>
                </a:lnTo>
                <a:lnTo>
                  <a:pt x="21600" y="21281"/>
                </a:lnTo>
                <a:lnTo>
                  <a:pt x="20498" y="21494"/>
                </a:lnTo>
                <a:lnTo>
                  <a:pt x="19707" y="21600"/>
                </a:lnTo>
                <a:lnTo>
                  <a:pt x="19003" y="21600"/>
                </a:lnTo>
                <a:lnTo>
                  <a:pt x="18166" y="21494"/>
                </a:lnTo>
                <a:lnTo>
                  <a:pt x="16971" y="21281"/>
                </a:lnTo>
                <a:lnTo>
                  <a:pt x="16623" y="19596"/>
                </a:lnTo>
                <a:lnTo>
                  <a:pt x="16269" y="17887"/>
                </a:lnTo>
                <a:lnTo>
                  <a:pt x="15759" y="15719"/>
                </a:lnTo>
                <a:lnTo>
                  <a:pt x="15334" y="14435"/>
                </a:lnTo>
                <a:lnTo>
                  <a:pt x="14771" y="13517"/>
                </a:lnTo>
                <a:lnTo>
                  <a:pt x="13838" y="12460"/>
                </a:lnTo>
                <a:lnTo>
                  <a:pt x="12877" y="11882"/>
                </a:lnTo>
                <a:lnTo>
                  <a:pt x="11903" y="11293"/>
                </a:lnTo>
                <a:lnTo>
                  <a:pt x="11382" y="10960"/>
                </a:lnTo>
                <a:lnTo>
                  <a:pt x="9808" y="9956"/>
                </a:lnTo>
                <a:lnTo>
                  <a:pt x="9084" y="9523"/>
                </a:lnTo>
                <a:lnTo>
                  <a:pt x="8356" y="9087"/>
                </a:lnTo>
                <a:lnTo>
                  <a:pt x="7619" y="8647"/>
                </a:lnTo>
                <a:lnTo>
                  <a:pt x="6758" y="8119"/>
                </a:lnTo>
                <a:lnTo>
                  <a:pt x="5898" y="7587"/>
                </a:lnTo>
                <a:lnTo>
                  <a:pt x="5039" y="7051"/>
                </a:lnTo>
                <a:lnTo>
                  <a:pt x="4180" y="6515"/>
                </a:lnTo>
                <a:lnTo>
                  <a:pt x="3320" y="5973"/>
                </a:lnTo>
                <a:lnTo>
                  <a:pt x="2364" y="5398"/>
                </a:lnTo>
                <a:lnTo>
                  <a:pt x="1392" y="4813"/>
                </a:lnTo>
                <a:lnTo>
                  <a:pt x="700" y="4185"/>
                </a:lnTo>
                <a:lnTo>
                  <a:pt x="0" y="3547"/>
                </a:lnTo>
                <a:lnTo>
                  <a:pt x="0" y="1788"/>
                </a:lnTo>
                <a:lnTo>
                  <a:pt x="0" y="0"/>
                </a:lnTo>
                <a:close/>
              </a:path>
            </a:pathLst>
          </a:custGeom>
          <a:solidFill>
            <a:srgbClr val="82848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1" name="contour_08559"/>
          <p:cNvSpPr/>
          <p:nvPr/>
        </p:nvSpPr>
        <p:spPr>
          <a:xfrm>
            <a:off x="680870" y="1683526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19818" y="18299"/>
                </a:lnTo>
                <a:lnTo>
                  <a:pt x="18036" y="18594"/>
                </a:lnTo>
                <a:lnTo>
                  <a:pt x="16251" y="18893"/>
                </a:lnTo>
                <a:lnTo>
                  <a:pt x="14464" y="19188"/>
                </a:lnTo>
                <a:lnTo>
                  <a:pt x="12674" y="19487"/>
                </a:lnTo>
                <a:lnTo>
                  <a:pt x="10881" y="19786"/>
                </a:lnTo>
                <a:lnTo>
                  <a:pt x="9083" y="20084"/>
                </a:lnTo>
                <a:lnTo>
                  <a:pt x="7279" y="20387"/>
                </a:lnTo>
                <a:lnTo>
                  <a:pt x="5470" y="20689"/>
                </a:lnTo>
                <a:lnTo>
                  <a:pt x="3656" y="20992"/>
                </a:lnTo>
                <a:lnTo>
                  <a:pt x="1831" y="21294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1566" y="8982"/>
                </a:lnTo>
                <a:lnTo>
                  <a:pt x="2835" y="7931"/>
                </a:lnTo>
                <a:lnTo>
                  <a:pt x="4892" y="6750"/>
                </a:lnTo>
                <a:lnTo>
                  <a:pt x="6369" y="5911"/>
                </a:lnTo>
                <a:lnTo>
                  <a:pt x="7868" y="5062"/>
                </a:lnTo>
                <a:lnTo>
                  <a:pt x="11224" y="3391"/>
                </a:lnTo>
                <a:lnTo>
                  <a:pt x="13792" y="2135"/>
                </a:lnTo>
                <a:lnTo>
                  <a:pt x="15728" y="1235"/>
                </a:lnTo>
                <a:lnTo>
                  <a:pt x="17196" y="634"/>
                </a:lnTo>
                <a:lnTo>
                  <a:pt x="18357" y="266"/>
                </a:lnTo>
                <a:lnTo>
                  <a:pt x="19370" y="79"/>
                </a:lnTo>
                <a:lnTo>
                  <a:pt x="20399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F9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2" name="contour_08560"/>
          <p:cNvSpPr/>
          <p:nvPr/>
        </p:nvSpPr>
        <p:spPr>
          <a:xfrm>
            <a:off x="4280314" y="1588782"/>
            <a:ext cx="37264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02" y="0"/>
                </a:moveTo>
                <a:lnTo>
                  <a:pt x="4938" y="493"/>
                </a:lnTo>
                <a:lnTo>
                  <a:pt x="5179" y="995"/>
                </a:lnTo>
                <a:lnTo>
                  <a:pt x="5695" y="1743"/>
                </a:lnTo>
                <a:lnTo>
                  <a:pt x="6265" y="2459"/>
                </a:lnTo>
                <a:lnTo>
                  <a:pt x="6954" y="3157"/>
                </a:lnTo>
                <a:lnTo>
                  <a:pt x="7820" y="3848"/>
                </a:lnTo>
                <a:lnTo>
                  <a:pt x="8926" y="4547"/>
                </a:lnTo>
                <a:lnTo>
                  <a:pt x="12196" y="4684"/>
                </a:lnTo>
                <a:lnTo>
                  <a:pt x="14490" y="4752"/>
                </a:lnTo>
                <a:lnTo>
                  <a:pt x="16417" y="4752"/>
                </a:lnTo>
                <a:lnTo>
                  <a:pt x="18584" y="4684"/>
                </a:lnTo>
                <a:lnTo>
                  <a:pt x="21600" y="4547"/>
                </a:lnTo>
                <a:lnTo>
                  <a:pt x="21600" y="5299"/>
                </a:lnTo>
                <a:lnTo>
                  <a:pt x="21600" y="6055"/>
                </a:lnTo>
                <a:lnTo>
                  <a:pt x="21600" y="6821"/>
                </a:lnTo>
                <a:lnTo>
                  <a:pt x="18812" y="6821"/>
                </a:lnTo>
                <a:lnTo>
                  <a:pt x="16019" y="6821"/>
                </a:lnTo>
                <a:lnTo>
                  <a:pt x="13214" y="6821"/>
                </a:lnTo>
                <a:lnTo>
                  <a:pt x="10397" y="6821"/>
                </a:lnTo>
                <a:lnTo>
                  <a:pt x="7562" y="6821"/>
                </a:lnTo>
                <a:lnTo>
                  <a:pt x="4702" y="6821"/>
                </a:lnTo>
                <a:lnTo>
                  <a:pt x="4964" y="7372"/>
                </a:lnTo>
                <a:lnTo>
                  <a:pt x="5226" y="7933"/>
                </a:lnTo>
                <a:lnTo>
                  <a:pt x="5543" y="8647"/>
                </a:lnTo>
                <a:lnTo>
                  <a:pt x="5855" y="9361"/>
                </a:lnTo>
                <a:lnTo>
                  <a:pt x="6159" y="10075"/>
                </a:lnTo>
                <a:lnTo>
                  <a:pt x="6459" y="10789"/>
                </a:lnTo>
                <a:lnTo>
                  <a:pt x="6755" y="11503"/>
                </a:lnTo>
                <a:lnTo>
                  <a:pt x="7051" y="12217"/>
                </a:lnTo>
                <a:lnTo>
                  <a:pt x="7342" y="12932"/>
                </a:lnTo>
                <a:lnTo>
                  <a:pt x="7613" y="13510"/>
                </a:lnTo>
                <a:lnTo>
                  <a:pt x="7887" y="14091"/>
                </a:lnTo>
                <a:lnTo>
                  <a:pt x="8166" y="14681"/>
                </a:lnTo>
                <a:lnTo>
                  <a:pt x="8386" y="15239"/>
                </a:lnTo>
                <a:lnTo>
                  <a:pt x="8605" y="15800"/>
                </a:lnTo>
                <a:lnTo>
                  <a:pt x="8829" y="16368"/>
                </a:lnTo>
                <a:lnTo>
                  <a:pt x="9159" y="17139"/>
                </a:lnTo>
                <a:lnTo>
                  <a:pt x="9497" y="17920"/>
                </a:lnTo>
                <a:lnTo>
                  <a:pt x="8931" y="18764"/>
                </a:lnTo>
                <a:lnTo>
                  <a:pt x="7989" y="19447"/>
                </a:lnTo>
                <a:lnTo>
                  <a:pt x="6679" y="20021"/>
                </a:lnTo>
                <a:lnTo>
                  <a:pt x="4989" y="20537"/>
                </a:lnTo>
                <a:lnTo>
                  <a:pt x="2923" y="21046"/>
                </a:lnTo>
                <a:lnTo>
                  <a:pt x="477" y="21600"/>
                </a:lnTo>
                <a:lnTo>
                  <a:pt x="448" y="20861"/>
                </a:lnTo>
                <a:lnTo>
                  <a:pt x="422" y="20122"/>
                </a:lnTo>
                <a:lnTo>
                  <a:pt x="397" y="19382"/>
                </a:lnTo>
                <a:lnTo>
                  <a:pt x="372" y="18643"/>
                </a:lnTo>
                <a:lnTo>
                  <a:pt x="351" y="17904"/>
                </a:lnTo>
                <a:lnTo>
                  <a:pt x="330" y="17164"/>
                </a:lnTo>
                <a:lnTo>
                  <a:pt x="313" y="16425"/>
                </a:lnTo>
                <a:lnTo>
                  <a:pt x="291" y="15686"/>
                </a:lnTo>
                <a:lnTo>
                  <a:pt x="275" y="14946"/>
                </a:lnTo>
                <a:lnTo>
                  <a:pt x="258" y="14207"/>
                </a:lnTo>
                <a:lnTo>
                  <a:pt x="245" y="13468"/>
                </a:lnTo>
                <a:lnTo>
                  <a:pt x="228" y="12777"/>
                </a:lnTo>
                <a:lnTo>
                  <a:pt x="207" y="12086"/>
                </a:lnTo>
                <a:lnTo>
                  <a:pt x="186" y="11393"/>
                </a:lnTo>
                <a:lnTo>
                  <a:pt x="161" y="10702"/>
                </a:lnTo>
                <a:lnTo>
                  <a:pt x="131" y="9906"/>
                </a:lnTo>
                <a:lnTo>
                  <a:pt x="110" y="9111"/>
                </a:lnTo>
                <a:lnTo>
                  <a:pt x="93" y="8315"/>
                </a:lnTo>
                <a:lnTo>
                  <a:pt x="76" y="7519"/>
                </a:lnTo>
                <a:lnTo>
                  <a:pt x="63" y="6723"/>
                </a:lnTo>
                <a:lnTo>
                  <a:pt x="30" y="6106"/>
                </a:lnTo>
                <a:lnTo>
                  <a:pt x="0" y="5478"/>
                </a:lnTo>
                <a:lnTo>
                  <a:pt x="30" y="4604"/>
                </a:lnTo>
                <a:lnTo>
                  <a:pt x="169" y="3782"/>
                </a:lnTo>
                <a:lnTo>
                  <a:pt x="477" y="3000"/>
                </a:lnTo>
                <a:lnTo>
                  <a:pt x="1022" y="2244"/>
                </a:lnTo>
                <a:lnTo>
                  <a:pt x="1863" y="1501"/>
                </a:lnTo>
                <a:lnTo>
                  <a:pt x="3071" y="757"/>
                </a:lnTo>
                <a:lnTo>
                  <a:pt x="4702" y="0"/>
                </a:lnTo>
                <a:close/>
              </a:path>
            </a:pathLst>
          </a:custGeom>
          <a:solidFill>
            <a:srgbClr val="CAE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3" name="contour_08561"/>
          <p:cNvSpPr/>
          <p:nvPr/>
        </p:nvSpPr>
        <p:spPr>
          <a:xfrm>
            <a:off x="367486" y="1617934"/>
            <a:ext cx="58304" cy="67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539" y="0"/>
                </a:lnTo>
                <a:lnTo>
                  <a:pt x="18900" y="0"/>
                </a:lnTo>
                <a:lnTo>
                  <a:pt x="19159" y="1532"/>
                </a:lnTo>
                <a:lnTo>
                  <a:pt x="19418" y="3064"/>
                </a:lnTo>
                <a:lnTo>
                  <a:pt x="19672" y="4596"/>
                </a:lnTo>
                <a:lnTo>
                  <a:pt x="19923" y="6130"/>
                </a:lnTo>
                <a:lnTo>
                  <a:pt x="20172" y="7662"/>
                </a:lnTo>
                <a:lnTo>
                  <a:pt x="20417" y="9196"/>
                </a:lnTo>
                <a:lnTo>
                  <a:pt x="20647" y="10506"/>
                </a:lnTo>
                <a:lnTo>
                  <a:pt x="20876" y="11834"/>
                </a:lnTo>
                <a:lnTo>
                  <a:pt x="21071" y="13201"/>
                </a:lnTo>
                <a:lnTo>
                  <a:pt x="21236" y="14567"/>
                </a:lnTo>
                <a:lnTo>
                  <a:pt x="21373" y="15937"/>
                </a:lnTo>
                <a:lnTo>
                  <a:pt x="21492" y="17310"/>
                </a:lnTo>
                <a:lnTo>
                  <a:pt x="21600" y="18681"/>
                </a:lnTo>
                <a:lnTo>
                  <a:pt x="19894" y="19975"/>
                </a:lnTo>
                <a:lnTo>
                  <a:pt x="18314" y="20801"/>
                </a:lnTo>
                <a:lnTo>
                  <a:pt x="16735" y="21268"/>
                </a:lnTo>
                <a:lnTo>
                  <a:pt x="15039" y="21483"/>
                </a:lnTo>
                <a:lnTo>
                  <a:pt x="13100" y="21558"/>
                </a:lnTo>
                <a:lnTo>
                  <a:pt x="10800" y="21600"/>
                </a:lnTo>
                <a:lnTo>
                  <a:pt x="8618" y="21577"/>
                </a:lnTo>
                <a:lnTo>
                  <a:pt x="7106" y="21535"/>
                </a:lnTo>
                <a:lnTo>
                  <a:pt x="5875" y="21446"/>
                </a:lnTo>
                <a:lnTo>
                  <a:pt x="4536" y="21282"/>
                </a:lnTo>
                <a:lnTo>
                  <a:pt x="2700" y="21016"/>
                </a:lnTo>
                <a:lnTo>
                  <a:pt x="1544" y="19279"/>
                </a:lnTo>
                <a:lnTo>
                  <a:pt x="826" y="18046"/>
                </a:lnTo>
                <a:lnTo>
                  <a:pt x="416" y="16981"/>
                </a:lnTo>
                <a:lnTo>
                  <a:pt x="184" y="15748"/>
                </a:lnTo>
                <a:lnTo>
                  <a:pt x="0" y="14011"/>
                </a:lnTo>
                <a:lnTo>
                  <a:pt x="713" y="13838"/>
                </a:lnTo>
                <a:lnTo>
                  <a:pt x="2859" y="13317"/>
                </a:lnTo>
                <a:lnTo>
                  <a:pt x="6153" y="12376"/>
                </a:lnTo>
                <a:lnTo>
                  <a:pt x="8653" y="11624"/>
                </a:lnTo>
                <a:lnTo>
                  <a:pt x="10503" y="10989"/>
                </a:lnTo>
                <a:lnTo>
                  <a:pt x="11842" y="10396"/>
                </a:lnTo>
                <a:lnTo>
                  <a:pt x="12809" y="9773"/>
                </a:lnTo>
                <a:lnTo>
                  <a:pt x="13549" y="9039"/>
                </a:lnTo>
                <a:lnTo>
                  <a:pt x="14199" y="8124"/>
                </a:lnTo>
                <a:lnTo>
                  <a:pt x="14904" y="6952"/>
                </a:lnTo>
                <a:lnTo>
                  <a:pt x="15217" y="5569"/>
                </a:lnTo>
                <a:lnTo>
                  <a:pt x="15495" y="4182"/>
                </a:lnTo>
                <a:lnTo>
                  <a:pt x="15749" y="2790"/>
                </a:lnTo>
                <a:lnTo>
                  <a:pt x="15981" y="1396"/>
                </a:lnTo>
                <a:lnTo>
                  <a:pt x="16200" y="0"/>
                </a:lnTo>
                <a:close/>
              </a:path>
            </a:pathLst>
          </a:custGeom>
          <a:solidFill>
            <a:srgbClr val="99898A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4" name="contour_08562"/>
          <p:cNvSpPr/>
          <p:nvPr/>
        </p:nvSpPr>
        <p:spPr>
          <a:xfrm>
            <a:off x="5330608" y="1614742"/>
            <a:ext cx="65592" cy="83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49" y="0"/>
                </a:moveTo>
                <a:lnTo>
                  <a:pt x="16258" y="123"/>
                </a:lnTo>
                <a:lnTo>
                  <a:pt x="17153" y="336"/>
                </a:lnTo>
                <a:lnTo>
                  <a:pt x="19200" y="827"/>
                </a:lnTo>
                <a:lnTo>
                  <a:pt x="20011" y="2232"/>
                </a:lnTo>
                <a:lnTo>
                  <a:pt x="20542" y="3231"/>
                </a:lnTo>
                <a:lnTo>
                  <a:pt x="20906" y="4090"/>
                </a:lnTo>
                <a:lnTo>
                  <a:pt x="21221" y="5087"/>
                </a:lnTo>
                <a:lnTo>
                  <a:pt x="21600" y="6492"/>
                </a:lnTo>
                <a:lnTo>
                  <a:pt x="20458" y="6358"/>
                </a:lnTo>
                <a:lnTo>
                  <a:pt x="19306" y="6224"/>
                </a:lnTo>
                <a:lnTo>
                  <a:pt x="18139" y="6088"/>
                </a:lnTo>
                <a:lnTo>
                  <a:pt x="16906" y="6221"/>
                </a:lnTo>
                <a:lnTo>
                  <a:pt x="15660" y="6356"/>
                </a:lnTo>
                <a:lnTo>
                  <a:pt x="14400" y="6492"/>
                </a:lnTo>
                <a:lnTo>
                  <a:pt x="13704" y="7901"/>
                </a:lnTo>
                <a:lnTo>
                  <a:pt x="13238" y="8944"/>
                </a:lnTo>
                <a:lnTo>
                  <a:pt x="12895" y="9929"/>
                </a:lnTo>
                <a:lnTo>
                  <a:pt x="12569" y="11172"/>
                </a:lnTo>
                <a:lnTo>
                  <a:pt x="12149" y="12985"/>
                </a:lnTo>
                <a:lnTo>
                  <a:pt x="11431" y="15355"/>
                </a:lnTo>
                <a:lnTo>
                  <a:pt x="10862" y="17083"/>
                </a:lnTo>
                <a:lnTo>
                  <a:pt x="10351" y="18310"/>
                </a:lnTo>
                <a:lnTo>
                  <a:pt x="9814" y="19175"/>
                </a:lnTo>
                <a:lnTo>
                  <a:pt x="9163" y="19821"/>
                </a:lnTo>
                <a:lnTo>
                  <a:pt x="8311" y="20386"/>
                </a:lnTo>
                <a:lnTo>
                  <a:pt x="7174" y="21011"/>
                </a:lnTo>
                <a:lnTo>
                  <a:pt x="5832" y="21241"/>
                </a:lnTo>
                <a:lnTo>
                  <a:pt x="4788" y="21388"/>
                </a:lnTo>
                <a:lnTo>
                  <a:pt x="3698" y="21477"/>
                </a:lnTo>
                <a:lnTo>
                  <a:pt x="2218" y="21540"/>
                </a:lnTo>
                <a:lnTo>
                  <a:pt x="0" y="21600"/>
                </a:lnTo>
                <a:lnTo>
                  <a:pt x="0" y="20354"/>
                </a:lnTo>
                <a:lnTo>
                  <a:pt x="0" y="19098"/>
                </a:lnTo>
                <a:lnTo>
                  <a:pt x="0" y="17823"/>
                </a:lnTo>
                <a:lnTo>
                  <a:pt x="1586" y="17823"/>
                </a:lnTo>
                <a:lnTo>
                  <a:pt x="3182" y="17823"/>
                </a:lnTo>
                <a:lnTo>
                  <a:pt x="4800" y="17823"/>
                </a:lnTo>
                <a:lnTo>
                  <a:pt x="5282" y="16745"/>
                </a:lnTo>
                <a:lnTo>
                  <a:pt x="5568" y="15942"/>
                </a:lnTo>
                <a:lnTo>
                  <a:pt x="5770" y="15019"/>
                </a:lnTo>
                <a:lnTo>
                  <a:pt x="6000" y="13574"/>
                </a:lnTo>
                <a:lnTo>
                  <a:pt x="6583" y="10823"/>
                </a:lnTo>
                <a:lnTo>
                  <a:pt x="7094" y="8521"/>
                </a:lnTo>
                <a:lnTo>
                  <a:pt x="7567" y="6625"/>
                </a:lnTo>
                <a:lnTo>
                  <a:pt x="8040" y="5086"/>
                </a:lnTo>
                <a:lnTo>
                  <a:pt x="8542" y="3858"/>
                </a:lnTo>
                <a:lnTo>
                  <a:pt x="9106" y="2893"/>
                </a:lnTo>
                <a:lnTo>
                  <a:pt x="9770" y="2145"/>
                </a:lnTo>
                <a:lnTo>
                  <a:pt x="10567" y="1566"/>
                </a:lnTo>
                <a:lnTo>
                  <a:pt x="11530" y="1110"/>
                </a:lnTo>
                <a:lnTo>
                  <a:pt x="12691" y="727"/>
                </a:lnTo>
                <a:lnTo>
                  <a:pt x="14086" y="374"/>
                </a:lnTo>
                <a:lnTo>
                  <a:pt x="15749" y="0"/>
                </a:lnTo>
                <a:close/>
              </a:path>
            </a:pathLst>
          </a:custGeom>
          <a:solidFill>
            <a:srgbClr val="6F6998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5" name="contour_08563"/>
          <p:cNvSpPr/>
          <p:nvPr/>
        </p:nvSpPr>
        <p:spPr>
          <a:xfrm>
            <a:off x="3814706" y="1647086"/>
            <a:ext cx="29152" cy="138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225"/>
                </a:lnTo>
                <a:lnTo>
                  <a:pt x="11826" y="451"/>
                </a:lnTo>
                <a:lnTo>
                  <a:pt x="15055" y="678"/>
                </a:lnTo>
                <a:lnTo>
                  <a:pt x="18311" y="906"/>
                </a:lnTo>
                <a:lnTo>
                  <a:pt x="21600" y="1137"/>
                </a:lnTo>
                <a:lnTo>
                  <a:pt x="20941" y="1498"/>
                </a:lnTo>
                <a:lnTo>
                  <a:pt x="18932" y="2589"/>
                </a:lnTo>
                <a:lnTo>
                  <a:pt x="17944" y="3364"/>
                </a:lnTo>
                <a:lnTo>
                  <a:pt x="17167" y="4112"/>
                </a:lnTo>
                <a:lnTo>
                  <a:pt x="16583" y="4843"/>
                </a:lnTo>
                <a:lnTo>
                  <a:pt x="16162" y="5567"/>
                </a:lnTo>
                <a:lnTo>
                  <a:pt x="15887" y="6296"/>
                </a:lnTo>
                <a:lnTo>
                  <a:pt x="15730" y="7039"/>
                </a:lnTo>
                <a:lnTo>
                  <a:pt x="15665" y="7807"/>
                </a:lnTo>
                <a:lnTo>
                  <a:pt x="15671" y="8610"/>
                </a:lnTo>
                <a:lnTo>
                  <a:pt x="15682" y="9173"/>
                </a:lnTo>
                <a:lnTo>
                  <a:pt x="15698" y="9743"/>
                </a:lnTo>
                <a:lnTo>
                  <a:pt x="15719" y="10451"/>
                </a:lnTo>
                <a:lnTo>
                  <a:pt x="15746" y="11160"/>
                </a:lnTo>
                <a:lnTo>
                  <a:pt x="15784" y="11869"/>
                </a:lnTo>
                <a:lnTo>
                  <a:pt x="15822" y="12578"/>
                </a:lnTo>
                <a:lnTo>
                  <a:pt x="15865" y="13287"/>
                </a:lnTo>
                <a:lnTo>
                  <a:pt x="15892" y="14092"/>
                </a:lnTo>
                <a:lnTo>
                  <a:pt x="15914" y="14898"/>
                </a:lnTo>
                <a:lnTo>
                  <a:pt x="15935" y="15704"/>
                </a:lnTo>
                <a:lnTo>
                  <a:pt x="15957" y="16441"/>
                </a:lnTo>
                <a:lnTo>
                  <a:pt x="15984" y="17179"/>
                </a:lnTo>
                <a:lnTo>
                  <a:pt x="16016" y="17915"/>
                </a:lnTo>
                <a:lnTo>
                  <a:pt x="16049" y="18652"/>
                </a:lnTo>
                <a:lnTo>
                  <a:pt x="16081" y="19389"/>
                </a:lnTo>
                <a:lnTo>
                  <a:pt x="16119" y="20126"/>
                </a:lnTo>
                <a:lnTo>
                  <a:pt x="16157" y="20863"/>
                </a:lnTo>
                <a:lnTo>
                  <a:pt x="16200" y="21600"/>
                </a:lnTo>
                <a:lnTo>
                  <a:pt x="12992" y="21375"/>
                </a:lnTo>
                <a:lnTo>
                  <a:pt x="9774" y="21149"/>
                </a:lnTo>
                <a:lnTo>
                  <a:pt x="6545" y="20922"/>
                </a:lnTo>
                <a:lnTo>
                  <a:pt x="3289" y="20694"/>
                </a:lnTo>
                <a:lnTo>
                  <a:pt x="0" y="20463"/>
                </a:lnTo>
                <a:lnTo>
                  <a:pt x="2678" y="19899"/>
                </a:lnTo>
                <a:lnTo>
                  <a:pt x="5400" y="19326"/>
                </a:lnTo>
                <a:lnTo>
                  <a:pt x="5054" y="18549"/>
                </a:lnTo>
                <a:lnTo>
                  <a:pt x="4660" y="17778"/>
                </a:lnTo>
                <a:lnTo>
                  <a:pt x="4228" y="17012"/>
                </a:lnTo>
                <a:lnTo>
                  <a:pt x="3758" y="16245"/>
                </a:lnTo>
                <a:lnTo>
                  <a:pt x="3245" y="15479"/>
                </a:lnTo>
                <a:lnTo>
                  <a:pt x="2700" y="14708"/>
                </a:lnTo>
                <a:lnTo>
                  <a:pt x="2225" y="13908"/>
                </a:lnTo>
                <a:lnTo>
                  <a:pt x="1825" y="13116"/>
                </a:lnTo>
                <a:lnTo>
                  <a:pt x="1507" y="12330"/>
                </a:lnTo>
                <a:lnTo>
                  <a:pt x="1269" y="11551"/>
                </a:lnTo>
                <a:lnTo>
                  <a:pt x="1102" y="10777"/>
                </a:lnTo>
                <a:lnTo>
                  <a:pt x="1010" y="10006"/>
                </a:lnTo>
                <a:lnTo>
                  <a:pt x="988" y="9240"/>
                </a:lnTo>
                <a:lnTo>
                  <a:pt x="1037" y="8476"/>
                </a:lnTo>
                <a:lnTo>
                  <a:pt x="1145" y="7715"/>
                </a:lnTo>
                <a:lnTo>
                  <a:pt x="1323" y="6953"/>
                </a:lnTo>
                <a:lnTo>
                  <a:pt x="1561" y="6191"/>
                </a:lnTo>
                <a:lnTo>
                  <a:pt x="1858" y="5430"/>
                </a:lnTo>
                <a:lnTo>
                  <a:pt x="2209" y="4666"/>
                </a:lnTo>
                <a:lnTo>
                  <a:pt x="2619" y="3899"/>
                </a:lnTo>
                <a:lnTo>
                  <a:pt x="3078" y="3130"/>
                </a:lnTo>
                <a:lnTo>
                  <a:pt x="3586" y="2356"/>
                </a:lnTo>
                <a:lnTo>
                  <a:pt x="4147" y="1577"/>
                </a:lnTo>
                <a:lnTo>
                  <a:pt x="4752" y="791"/>
                </a:lnTo>
                <a:lnTo>
                  <a:pt x="5400" y="0"/>
                </a:lnTo>
                <a:close/>
              </a:path>
            </a:pathLst>
          </a:custGeom>
          <a:solidFill>
            <a:srgbClr val="CAD1D6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6" name="contour_08564"/>
          <p:cNvSpPr/>
          <p:nvPr/>
        </p:nvSpPr>
        <p:spPr>
          <a:xfrm>
            <a:off x="1781357" y="1625222"/>
            <a:ext cx="11660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0"/>
                </a:moveTo>
                <a:lnTo>
                  <a:pt x="7642" y="0"/>
                </a:lnTo>
                <a:lnTo>
                  <a:pt x="8540" y="0"/>
                </a:lnTo>
                <a:lnTo>
                  <a:pt x="9450" y="0"/>
                </a:lnTo>
                <a:lnTo>
                  <a:pt x="9698" y="1717"/>
                </a:lnTo>
                <a:lnTo>
                  <a:pt x="9951" y="3460"/>
                </a:lnTo>
                <a:lnTo>
                  <a:pt x="10372" y="5317"/>
                </a:lnTo>
                <a:lnTo>
                  <a:pt x="10800" y="7200"/>
                </a:lnTo>
                <a:lnTo>
                  <a:pt x="11730" y="7729"/>
                </a:lnTo>
                <a:lnTo>
                  <a:pt x="12637" y="8190"/>
                </a:lnTo>
                <a:lnTo>
                  <a:pt x="13534" y="8590"/>
                </a:lnTo>
                <a:lnTo>
                  <a:pt x="14431" y="8928"/>
                </a:lnTo>
                <a:lnTo>
                  <a:pt x="15344" y="9216"/>
                </a:lnTo>
                <a:lnTo>
                  <a:pt x="16284" y="9450"/>
                </a:lnTo>
                <a:lnTo>
                  <a:pt x="17050" y="9659"/>
                </a:lnTo>
                <a:lnTo>
                  <a:pt x="17827" y="9871"/>
                </a:lnTo>
                <a:lnTo>
                  <a:pt x="18769" y="10120"/>
                </a:lnTo>
                <a:lnTo>
                  <a:pt x="19713" y="10354"/>
                </a:lnTo>
                <a:lnTo>
                  <a:pt x="20656" y="10580"/>
                </a:lnTo>
                <a:lnTo>
                  <a:pt x="21600" y="10800"/>
                </a:lnTo>
                <a:lnTo>
                  <a:pt x="20836" y="12326"/>
                </a:lnTo>
                <a:lnTo>
                  <a:pt x="20072" y="13856"/>
                </a:lnTo>
                <a:lnTo>
                  <a:pt x="19305" y="15390"/>
                </a:lnTo>
                <a:lnTo>
                  <a:pt x="18536" y="16931"/>
                </a:lnTo>
                <a:lnTo>
                  <a:pt x="17762" y="18475"/>
                </a:lnTo>
                <a:lnTo>
                  <a:pt x="16984" y="20034"/>
                </a:lnTo>
                <a:lnTo>
                  <a:pt x="16200" y="21600"/>
                </a:lnTo>
                <a:lnTo>
                  <a:pt x="16200" y="19220"/>
                </a:lnTo>
                <a:lnTo>
                  <a:pt x="16200" y="16826"/>
                </a:lnTo>
                <a:lnTo>
                  <a:pt x="16200" y="14400"/>
                </a:lnTo>
                <a:lnTo>
                  <a:pt x="15753" y="14501"/>
                </a:lnTo>
                <a:lnTo>
                  <a:pt x="15341" y="14591"/>
                </a:lnTo>
                <a:lnTo>
                  <a:pt x="14946" y="14677"/>
                </a:lnTo>
                <a:lnTo>
                  <a:pt x="14546" y="14767"/>
                </a:lnTo>
                <a:lnTo>
                  <a:pt x="14122" y="14861"/>
                </a:lnTo>
                <a:lnTo>
                  <a:pt x="13657" y="14965"/>
                </a:lnTo>
                <a:lnTo>
                  <a:pt x="13126" y="15084"/>
                </a:lnTo>
                <a:lnTo>
                  <a:pt x="12515" y="15221"/>
                </a:lnTo>
                <a:lnTo>
                  <a:pt x="11799" y="15379"/>
                </a:lnTo>
                <a:lnTo>
                  <a:pt x="10961" y="15563"/>
                </a:lnTo>
                <a:lnTo>
                  <a:pt x="9979" y="15782"/>
                </a:lnTo>
                <a:lnTo>
                  <a:pt x="8837" y="16034"/>
                </a:lnTo>
                <a:lnTo>
                  <a:pt x="7513" y="16330"/>
                </a:lnTo>
                <a:lnTo>
                  <a:pt x="5987" y="16668"/>
                </a:lnTo>
                <a:lnTo>
                  <a:pt x="4239" y="17057"/>
                </a:lnTo>
                <a:lnTo>
                  <a:pt x="2250" y="17500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872" y="10152"/>
                </a:lnTo>
                <a:lnTo>
                  <a:pt x="1741" y="9655"/>
                </a:lnTo>
                <a:lnTo>
                  <a:pt x="2611" y="9270"/>
                </a:lnTo>
                <a:lnTo>
                  <a:pt x="3486" y="8964"/>
                </a:lnTo>
                <a:lnTo>
                  <a:pt x="4371" y="8698"/>
                </a:lnTo>
                <a:lnTo>
                  <a:pt x="5273" y="8438"/>
                </a:lnTo>
                <a:lnTo>
                  <a:pt x="5642" y="8129"/>
                </a:lnTo>
                <a:lnTo>
                  <a:pt x="6750" y="7200"/>
                </a:lnTo>
                <a:lnTo>
                  <a:pt x="6750" y="4820"/>
                </a:lnTo>
                <a:lnTo>
                  <a:pt x="6750" y="2426"/>
                </a:lnTo>
                <a:lnTo>
                  <a:pt x="6750" y="0"/>
                </a:lnTo>
                <a:close/>
              </a:path>
            </a:pathLst>
          </a:custGeom>
          <a:solidFill>
            <a:srgbClr val="838482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7" name="contour_08565"/>
          <p:cNvSpPr/>
          <p:nvPr/>
        </p:nvSpPr>
        <p:spPr>
          <a:xfrm>
            <a:off x="9907467" y="1631803"/>
            <a:ext cx="58304" cy="590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9"/>
                </a:moveTo>
                <a:lnTo>
                  <a:pt x="21600" y="2022"/>
                </a:lnTo>
                <a:lnTo>
                  <a:pt x="21600" y="3796"/>
                </a:lnTo>
                <a:lnTo>
                  <a:pt x="21600" y="5594"/>
                </a:lnTo>
                <a:lnTo>
                  <a:pt x="19826" y="6117"/>
                </a:lnTo>
                <a:lnTo>
                  <a:pt x="18425" y="6376"/>
                </a:lnTo>
                <a:lnTo>
                  <a:pt x="16200" y="6594"/>
                </a:lnTo>
                <a:lnTo>
                  <a:pt x="14024" y="7032"/>
                </a:lnTo>
                <a:lnTo>
                  <a:pt x="12622" y="7464"/>
                </a:lnTo>
                <a:lnTo>
                  <a:pt x="10800" y="8262"/>
                </a:lnTo>
                <a:lnTo>
                  <a:pt x="10166" y="10094"/>
                </a:lnTo>
                <a:lnTo>
                  <a:pt x="9801" y="11858"/>
                </a:lnTo>
                <a:lnTo>
                  <a:pt x="9690" y="13586"/>
                </a:lnTo>
                <a:lnTo>
                  <a:pt x="9828" y="15318"/>
                </a:lnTo>
                <a:lnTo>
                  <a:pt x="10203" y="17086"/>
                </a:lnTo>
                <a:lnTo>
                  <a:pt x="10800" y="18932"/>
                </a:lnTo>
                <a:lnTo>
                  <a:pt x="12809" y="19914"/>
                </a:lnTo>
                <a:lnTo>
                  <a:pt x="14234" y="20544"/>
                </a:lnTo>
                <a:lnTo>
                  <a:pt x="15466" y="20949"/>
                </a:lnTo>
                <a:lnTo>
                  <a:pt x="16891" y="21259"/>
                </a:lnTo>
                <a:lnTo>
                  <a:pt x="18900" y="21600"/>
                </a:lnTo>
                <a:lnTo>
                  <a:pt x="17140" y="21467"/>
                </a:lnTo>
                <a:lnTo>
                  <a:pt x="15406" y="21309"/>
                </a:lnTo>
                <a:lnTo>
                  <a:pt x="13700" y="21109"/>
                </a:lnTo>
                <a:lnTo>
                  <a:pt x="12015" y="20850"/>
                </a:lnTo>
                <a:lnTo>
                  <a:pt x="10346" y="20520"/>
                </a:lnTo>
                <a:lnTo>
                  <a:pt x="8689" y="20101"/>
                </a:lnTo>
                <a:lnTo>
                  <a:pt x="7042" y="19578"/>
                </a:lnTo>
                <a:lnTo>
                  <a:pt x="5400" y="18932"/>
                </a:lnTo>
                <a:lnTo>
                  <a:pt x="5019" y="17228"/>
                </a:lnTo>
                <a:lnTo>
                  <a:pt x="4871" y="15635"/>
                </a:lnTo>
                <a:lnTo>
                  <a:pt x="4901" y="14072"/>
                </a:lnTo>
                <a:lnTo>
                  <a:pt x="5054" y="12461"/>
                </a:lnTo>
                <a:lnTo>
                  <a:pt x="5284" y="10721"/>
                </a:lnTo>
                <a:lnTo>
                  <a:pt x="5341" y="9500"/>
                </a:lnTo>
                <a:lnTo>
                  <a:pt x="5400" y="8262"/>
                </a:lnTo>
                <a:lnTo>
                  <a:pt x="3796" y="7093"/>
                </a:lnTo>
                <a:lnTo>
                  <a:pt x="2700" y="6426"/>
                </a:lnTo>
                <a:lnTo>
                  <a:pt x="1604" y="6010"/>
                </a:lnTo>
                <a:lnTo>
                  <a:pt x="0" y="5594"/>
                </a:lnTo>
                <a:lnTo>
                  <a:pt x="1733" y="4244"/>
                </a:lnTo>
                <a:lnTo>
                  <a:pt x="3421" y="3116"/>
                </a:lnTo>
                <a:lnTo>
                  <a:pt x="5079" y="2195"/>
                </a:lnTo>
                <a:lnTo>
                  <a:pt x="6726" y="1462"/>
                </a:lnTo>
                <a:lnTo>
                  <a:pt x="8381" y="899"/>
                </a:lnTo>
                <a:lnTo>
                  <a:pt x="10057" y="488"/>
                </a:lnTo>
                <a:lnTo>
                  <a:pt x="11775" y="213"/>
                </a:lnTo>
                <a:lnTo>
                  <a:pt x="13551" y="56"/>
                </a:lnTo>
                <a:lnTo>
                  <a:pt x="15406" y="0"/>
                </a:lnTo>
                <a:lnTo>
                  <a:pt x="17353" y="27"/>
                </a:lnTo>
                <a:lnTo>
                  <a:pt x="19413" y="117"/>
                </a:lnTo>
                <a:lnTo>
                  <a:pt x="21600" y="259"/>
                </a:lnTo>
                <a:close/>
              </a:path>
            </a:pathLst>
          </a:custGeom>
          <a:solidFill>
            <a:srgbClr val="A694C6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8" name="contour_08566"/>
          <p:cNvSpPr/>
          <p:nvPr/>
        </p:nvSpPr>
        <p:spPr>
          <a:xfrm>
            <a:off x="7619038" y="1508614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6105" y="759"/>
                </a:lnTo>
                <a:lnTo>
                  <a:pt x="8694" y="1379"/>
                </a:lnTo>
                <a:lnTo>
                  <a:pt x="10619" y="1938"/>
                </a:lnTo>
                <a:lnTo>
                  <a:pt x="12028" y="2503"/>
                </a:lnTo>
                <a:lnTo>
                  <a:pt x="13073" y="3154"/>
                </a:lnTo>
                <a:lnTo>
                  <a:pt x="13905" y="3965"/>
                </a:lnTo>
                <a:lnTo>
                  <a:pt x="14672" y="5011"/>
                </a:lnTo>
                <a:lnTo>
                  <a:pt x="15525" y="6363"/>
                </a:lnTo>
                <a:lnTo>
                  <a:pt x="15860" y="7801"/>
                </a:lnTo>
                <a:lnTo>
                  <a:pt x="16200" y="9257"/>
                </a:lnTo>
                <a:lnTo>
                  <a:pt x="17536" y="8492"/>
                </a:lnTo>
                <a:lnTo>
                  <a:pt x="18881" y="7727"/>
                </a:lnTo>
                <a:lnTo>
                  <a:pt x="20231" y="6952"/>
                </a:lnTo>
                <a:lnTo>
                  <a:pt x="21600" y="6171"/>
                </a:lnTo>
                <a:lnTo>
                  <a:pt x="21044" y="8119"/>
                </a:lnTo>
                <a:lnTo>
                  <a:pt x="20447" y="9988"/>
                </a:lnTo>
                <a:lnTo>
                  <a:pt x="19791" y="11784"/>
                </a:lnTo>
                <a:lnTo>
                  <a:pt x="19059" y="13525"/>
                </a:lnTo>
                <a:lnTo>
                  <a:pt x="18230" y="15219"/>
                </a:lnTo>
                <a:lnTo>
                  <a:pt x="17283" y="16879"/>
                </a:lnTo>
                <a:lnTo>
                  <a:pt x="16200" y="18514"/>
                </a:lnTo>
                <a:lnTo>
                  <a:pt x="14539" y="19199"/>
                </a:lnTo>
                <a:lnTo>
                  <a:pt x="12884" y="19776"/>
                </a:lnTo>
                <a:lnTo>
                  <a:pt x="11227" y="20255"/>
                </a:lnTo>
                <a:lnTo>
                  <a:pt x="9561" y="20647"/>
                </a:lnTo>
                <a:lnTo>
                  <a:pt x="7881" y="20967"/>
                </a:lnTo>
                <a:lnTo>
                  <a:pt x="6183" y="21224"/>
                </a:lnTo>
                <a:lnTo>
                  <a:pt x="4458" y="21430"/>
                </a:lnTo>
                <a:lnTo>
                  <a:pt x="2700" y="21600"/>
                </a:lnTo>
                <a:lnTo>
                  <a:pt x="4039" y="21026"/>
                </a:lnTo>
                <a:lnTo>
                  <a:pt x="5400" y="20443"/>
                </a:lnTo>
                <a:lnTo>
                  <a:pt x="6072" y="19965"/>
                </a:lnTo>
                <a:lnTo>
                  <a:pt x="8100" y="18514"/>
                </a:lnTo>
                <a:lnTo>
                  <a:pt x="8100" y="16475"/>
                </a:lnTo>
                <a:lnTo>
                  <a:pt x="8100" y="14423"/>
                </a:lnTo>
                <a:lnTo>
                  <a:pt x="8100" y="12343"/>
                </a:lnTo>
                <a:lnTo>
                  <a:pt x="6496" y="12343"/>
                </a:lnTo>
                <a:lnTo>
                  <a:pt x="4887" y="12343"/>
                </a:lnTo>
                <a:lnTo>
                  <a:pt x="3272" y="12343"/>
                </a:lnTo>
                <a:lnTo>
                  <a:pt x="1644" y="12343"/>
                </a:lnTo>
                <a:lnTo>
                  <a:pt x="0" y="12343"/>
                </a:lnTo>
                <a:lnTo>
                  <a:pt x="445" y="10306"/>
                </a:lnTo>
                <a:lnTo>
                  <a:pt x="891" y="8267"/>
                </a:lnTo>
                <a:lnTo>
                  <a:pt x="1339" y="6218"/>
                </a:lnTo>
                <a:lnTo>
                  <a:pt x="1790" y="4160"/>
                </a:lnTo>
                <a:lnTo>
                  <a:pt x="2244" y="2089"/>
                </a:lnTo>
                <a:lnTo>
                  <a:pt x="2700" y="0"/>
                </a:lnTo>
                <a:close/>
              </a:path>
            </a:pathLst>
          </a:custGeom>
          <a:solidFill>
            <a:srgbClr val="996C70"/>
          </a:solidFill>
          <a:ln>
            <a:noFill/>
          </a:ln>
        </p:spPr>
        <p:txBody>
          <a:bodyPr/>
          <a:lstStyle/>
          <a:p/>
        </p:txBody>
      </p:sp>
      <p:sp>
        <p:nvSpPr>
          <p:cNvPr id="8569" name="contour_08567"/>
          <p:cNvSpPr/>
          <p:nvPr/>
        </p:nvSpPr>
        <p:spPr>
          <a:xfrm>
            <a:off x="5177561" y="1484396"/>
            <a:ext cx="51016" cy="533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53"/>
                </a:moveTo>
                <a:lnTo>
                  <a:pt x="3839" y="475"/>
                </a:lnTo>
                <a:lnTo>
                  <a:pt x="6684" y="159"/>
                </a:lnTo>
                <a:lnTo>
                  <a:pt x="8804" y="0"/>
                </a:lnTo>
                <a:lnTo>
                  <a:pt x="10467" y="0"/>
                </a:lnTo>
                <a:lnTo>
                  <a:pt x="11945" y="159"/>
                </a:lnTo>
                <a:lnTo>
                  <a:pt x="13509" y="475"/>
                </a:lnTo>
                <a:lnTo>
                  <a:pt x="15429" y="953"/>
                </a:lnTo>
                <a:lnTo>
                  <a:pt x="16632" y="2728"/>
                </a:lnTo>
                <a:lnTo>
                  <a:pt x="17638" y="4475"/>
                </a:lnTo>
                <a:lnTo>
                  <a:pt x="18487" y="6212"/>
                </a:lnTo>
                <a:lnTo>
                  <a:pt x="19209" y="7970"/>
                </a:lnTo>
                <a:lnTo>
                  <a:pt x="19844" y="9772"/>
                </a:lnTo>
                <a:lnTo>
                  <a:pt x="20431" y="11645"/>
                </a:lnTo>
                <a:lnTo>
                  <a:pt x="21004" y="13612"/>
                </a:lnTo>
                <a:lnTo>
                  <a:pt x="21600" y="15701"/>
                </a:lnTo>
                <a:lnTo>
                  <a:pt x="19563" y="16350"/>
                </a:lnTo>
                <a:lnTo>
                  <a:pt x="17524" y="16999"/>
                </a:lnTo>
                <a:lnTo>
                  <a:pt x="15484" y="17650"/>
                </a:lnTo>
                <a:lnTo>
                  <a:pt x="13438" y="18302"/>
                </a:lnTo>
                <a:lnTo>
                  <a:pt x="11386" y="18954"/>
                </a:lnTo>
                <a:lnTo>
                  <a:pt x="9325" y="19612"/>
                </a:lnTo>
                <a:lnTo>
                  <a:pt x="7258" y="20270"/>
                </a:lnTo>
                <a:lnTo>
                  <a:pt x="5178" y="20933"/>
                </a:lnTo>
                <a:lnTo>
                  <a:pt x="3086" y="21600"/>
                </a:lnTo>
                <a:lnTo>
                  <a:pt x="2780" y="19556"/>
                </a:lnTo>
                <a:lnTo>
                  <a:pt x="2475" y="17509"/>
                </a:lnTo>
                <a:lnTo>
                  <a:pt x="2169" y="15462"/>
                </a:lnTo>
                <a:lnTo>
                  <a:pt x="1861" y="13412"/>
                </a:lnTo>
                <a:lnTo>
                  <a:pt x="1555" y="11353"/>
                </a:lnTo>
                <a:lnTo>
                  <a:pt x="1247" y="9291"/>
                </a:lnTo>
                <a:lnTo>
                  <a:pt x="938" y="7221"/>
                </a:lnTo>
                <a:lnTo>
                  <a:pt x="626" y="5141"/>
                </a:lnTo>
                <a:lnTo>
                  <a:pt x="315" y="3053"/>
                </a:lnTo>
                <a:lnTo>
                  <a:pt x="0" y="953"/>
                </a:lnTo>
                <a:close/>
              </a:path>
            </a:pathLst>
          </a:custGeom>
          <a:solidFill>
            <a:srgbClr val="DF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0" name="contour_08568"/>
          <p:cNvSpPr/>
          <p:nvPr/>
        </p:nvSpPr>
        <p:spPr>
          <a:xfrm>
            <a:off x="7167182" y="1427863"/>
            <a:ext cx="138472" cy="386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6"/>
                </a:moveTo>
                <a:lnTo>
                  <a:pt x="21600" y="2345"/>
                </a:lnTo>
                <a:lnTo>
                  <a:pt x="21600" y="4397"/>
                </a:lnTo>
                <a:lnTo>
                  <a:pt x="21118" y="4552"/>
                </a:lnTo>
                <a:lnTo>
                  <a:pt x="20629" y="4707"/>
                </a:lnTo>
                <a:lnTo>
                  <a:pt x="19891" y="4947"/>
                </a:lnTo>
                <a:lnTo>
                  <a:pt x="19152" y="5191"/>
                </a:lnTo>
                <a:lnTo>
                  <a:pt x="18415" y="5436"/>
                </a:lnTo>
                <a:lnTo>
                  <a:pt x="17676" y="5680"/>
                </a:lnTo>
                <a:lnTo>
                  <a:pt x="16938" y="5932"/>
                </a:lnTo>
                <a:lnTo>
                  <a:pt x="16200" y="6181"/>
                </a:lnTo>
                <a:lnTo>
                  <a:pt x="15442" y="6421"/>
                </a:lnTo>
                <a:lnTo>
                  <a:pt x="14672" y="6665"/>
                </a:lnTo>
                <a:lnTo>
                  <a:pt x="13902" y="6938"/>
                </a:lnTo>
                <a:lnTo>
                  <a:pt x="13138" y="7239"/>
                </a:lnTo>
                <a:lnTo>
                  <a:pt x="12380" y="7565"/>
                </a:lnTo>
                <a:lnTo>
                  <a:pt x="11628" y="7923"/>
                </a:lnTo>
                <a:lnTo>
                  <a:pt x="10878" y="8318"/>
                </a:lnTo>
                <a:lnTo>
                  <a:pt x="10133" y="8758"/>
                </a:lnTo>
                <a:lnTo>
                  <a:pt x="9390" y="9243"/>
                </a:lnTo>
                <a:lnTo>
                  <a:pt x="8648" y="9780"/>
                </a:lnTo>
                <a:lnTo>
                  <a:pt x="7908" y="10375"/>
                </a:lnTo>
                <a:lnTo>
                  <a:pt x="7168" y="11030"/>
                </a:lnTo>
                <a:lnTo>
                  <a:pt x="6427" y="11751"/>
                </a:lnTo>
                <a:lnTo>
                  <a:pt x="5684" y="12541"/>
                </a:lnTo>
                <a:lnTo>
                  <a:pt x="5390" y="14560"/>
                </a:lnTo>
                <a:lnTo>
                  <a:pt x="5101" y="16588"/>
                </a:lnTo>
                <a:lnTo>
                  <a:pt x="4820" y="18628"/>
                </a:lnTo>
                <a:lnTo>
                  <a:pt x="4547" y="20684"/>
                </a:lnTo>
                <a:lnTo>
                  <a:pt x="3702" y="21295"/>
                </a:lnTo>
                <a:lnTo>
                  <a:pt x="3101" y="21600"/>
                </a:lnTo>
                <a:lnTo>
                  <a:pt x="2583" y="21600"/>
                </a:lnTo>
                <a:lnTo>
                  <a:pt x="1983" y="21295"/>
                </a:lnTo>
                <a:lnTo>
                  <a:pt x="1137" y="20684"/>
                </a:lnTo>
                <a:lnTo>
                  <a:pt x="804" y="17614"/>
                </a:lnTo>
                <a:lnTo>
                  <a:pt x="578" y="15448"/>
                </a:lnTo>
                <a:lnTo>
                  <a:pt x="405" y="13591"/>
                </a:lnTo>
                <a:lnTo>
                  <a:pt x="231" y="11458"/>
                </a:lnTo>
                <a:lnTo>
                  <a:pt x="0" y="8469"/>
                </a:lnTo>
                <a:lnTo>
                  <a:pt x="804" y="7573"/>
                </a:lnTo>
                <a:lnTo>
                  <a:pt x="1603" y="6739"/>
                </a:lnTo>
                <a:lnTo>
                  <a:pt x="2400" y="5965"/>
                </a:lnTo>
                <a:lnTo>
                  <a:pt x="3195" y="5244"/>
                </a:lnTo>
                <a:lnTo>
                  <a:pt x="3986" y="4581"/>
                </a:lnTo>
                <a:lnTo>
                  <a:pt x="4776" y="3970"/>
                </a:lnTo>
                <a:lnTo>
                  <a:pt x="5564" y="3408"/>
                </a:lnTo>
                <a:lnTo>
                  <a:pt x="6352" y="2899"/>
                </a:lnTo>
                <a:lnTo>
                  <a:pt x="7138" y="2439"/>
                </a:lnTo>
                <a:lnTo>
                  <a:pt x="7924" y="2024"/>
                </a:lnTo>
                <a:lnTo>
                  <a:pt x="8709" y="1653"/>
                </a:lnTo>
                <a:lnTo>
                  <a:pt x="9496" y="1323"/>
                </a:lnTo>
                <a:lnTo>
                  <a:pt x="10283" y="1034"/>
                </a:lnTo>
                <a:lnTo>
                  <a:pt x="11072" y="786"/>
                </a:lnTo>
                <a:lnTo>
                  <a:pt x="11862" y="578"/>
                </a:lnTo>
                <a:lnTo>
                  <a:pt x="12653" y="403"/>
                </a:lnTo>
                <a:lnTo>
                  <a:pt x="13448" y="261"/>
                </a:lnTo>
                <a:lnTo>
                  <a:pt x="14243" y="151"/>
                </a:lnTo>
                <a:lnTo>
                  <a:pt x="15044" y="73"/>
                </a:lnTo>
                <a:lnTo>
                  <a:pt x="15848" y="24"/>
                </a:lnTo>
                <a:lnTo>
                  <a:pt x="16655" y="0"/>
                </a:lnTo>
                <a:lnTo>
                  <a:pt x="17465" y="0"/>
                </a:lnTo>
                <a:lnTo>
                  <a:pt x="18282" y="29"/>
                </a:lnTo>
                <a:lnTo>
                  <a:pt x="19102" y="73"/>
                </a:lnTo>
                <a:lnTo>
                  <a:pt x="19929" y="138"/>
                </a:lnTo>
                <a:lnTo>
                  <a:pt x="20761" y="224"/>
                </a:lnTo>
                <a:lnTo>
                  <a:pt x="21600" y="326"/>
                </a:lnTo>
                <a:close/>
              </a:path>
            </a:pathLst>
          </a:custGeom>
          <a:solidFill>
            <a:srgbClr val="DF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1" name="contour_08569"/>
          <p:cNvSpPr/>
          <p:nvPr/>
        </p:nvSpPr>
        <p:spPr>
          <a:xfrm>
            <a:off x="8632069" y="1369975"/>
            <a:ext cx="116608" cy="2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3"/>
                </a:moveTo>
                <a:lnTo>
                  <a:pt x="21377" y="3667"/>
                </a:lnTo>
                <a:lnTo>
                  <a:pt x="21155" y="7216"/>
                </a:lnTo>
                <a:lnTo>
                  <a:pt x="20930" y="10781"/>
                </a:lnTo>
                <a:lnTo>
                  <a:pt x="20705" y="14362"/>
                </a:lnTo>
                <a:lnTo>
                  <a:pt x="20478" y="17965"/>
                </a:lnTo>
                <a:lnTo>
                  <a:pt x="20250" y="21600"/>
                </a:lnTo>
                <a:lnTo>
                  <a:pt x="19818" y="21219"/>
                </a:lnTo>
                <a:lnTo>
                  <a:pt x="19422" y="20870"/>
                </a:lnTo>
                <a:lnTo>
                  <a:pt x="19034" y="20526"/>
                </a:lnTo>
                <a:lnTo>
                  <a:pt x="18615" y="20156"/>
                </a:lnTo>
                <a:lnTo>
                  <a:pt x="18136" y="19732"/>
                </a:lnTo>
                <a:lnTo>
                  <a:pt x="17561" y="19221"/>
                </a:lnTo>
                <a:lnTo>
                  <a:pt x="16859" y="18604"/>
                </a:lnTo>
                <a:lnTo>
                  <a:pt x="15995" y="17842"/>
                </a:lnTo>
                <a:lnTo>
                  <a:pt x="14938" y="16902"/>
                </a:lnTo>
                <a:lnTo>
                  <a:pt x="13653" y="15769"/>
                </a:lnTo>
                <a:lnTo>
                  <a:pt x="12107" y="14400"/>
                </a:lnTo>
                <a:lnTo>
                  <a:pt x="10267" y="12779"/>
                </a:lnTo>
                <a:lnTo>
                  <a:pt x="8100" y="10862"/>
                </a:lnTo>
                <a:lnTo>
                  <a:pt x="8100" y="14411"/>
                </a:lnTo>
                <a:lnTo>
                  <a:pt x="8100" y="17981"/>
                </a:lnTo>
                <a:lnTo>
                  <a:pt x="8100" y="21600"/>
                </a:lnTo>
                <a:lnTo>
                  <a:pt x="7692" y="21332"/>
                </a:lnTo>
                <a:lnTo>
                  <a:pt x="7318" y="21079"/>
                </a:lnTo>
                <a:lnTo>
                  <a:pt x="6909" y="20811"/>
                </a:lnTo>
                <a:lnTo>
                  <a:pt x="6399" y="20472"/>
                </a:lnTo>
                <a:lnTo>
                  <a:pt x="5721" y="20021"/>
                </a:lnTo>
                <a:lnTo>
                  <a:pt x="4809" y="19420"/>
                </a:lnTo>
                <a:lnTo>
                  <a:pt x="3596" y="18615"/>
                </a:lnTo>
                <a:lnTo>
                  <a:pt x="2016" y="17568"/>
                </a:lnTo>
                <a:lnTo>
                  <a:pt x="0" y="16231"/>
                </a:lnTo>
                <a:lnTo>
                  <a:pt x="0" y="13568"/>
                </a:lnTo>
                <a:lnTo>
                  <a:pt x="0" y="10862"/>
                </a:lnTo>
                <a:lnTo>
                  <a:pt x="863" y="10255"/>
                </a:lnTo>
                <a:lnTo>
                  <a:pt x="1724" y="9654"/>
                </a:lnTo>
                <a:lnTo>
                  <a:pt x="2587" y="9052"/>
                </a:lnTo>
                <a:lnTo>
                  <a:pt x="3449" y="8456"/>
                </a:lnTo>
                <a:lnTo>
                  <a:pt x="4312" y="7860"/>
                </a:lnTo>
                <a:lnTo>
                  <a:pt x="5175" y="7270"/>
                </a:lnTo>
                <a:lnTo>
                  <a:pt x="6037" y="6674"/>
                </a:lnTo>
                <a:lnTo>
                  <a:pt x="6900" y="6083"/>
                </a:lnTo>
                <a:lnTo>
                  <a:pt x="7762" y="5493"/>
                </a:lnTo>
                <a:lnTo>
                  <a:pt x="8087" y="5262"/>
                </a:lnTo>
                <a:lnTo>
                  <a:pt x="8658" y="4859"/>
                </a:lnTo>
                <a:lnTo>
                  <a:pt x="9967" y="3941"/>
                </a:lnTo>
                <a:lnTo>
                  <a:pt x="10872" y="3340"/>
                </a:lnTo>
                <a:lnTo>
                  <a:pt x="11771" y="2776"/>
                </a:lnTo>
                <a:lnTo>
                  <a:pt x="12662" y="2255"/>
                </a:lnTo>
                <a:lnTo>
                  <a:pt x="13550" y="1777"/>
                </a:lnTo>
                <a:lnTo>
                  <a:pt x="14436" y="1342"/>
                </a:lnTo>
                <a:lnTo>
                  <a:pt x="15320" y="966"/>
                </a:lnTo>
                <a:lnTo>
                  <a:pt x="16204" y="644"/>
                </a:lnTo>
                <a:lnTo>
                  <a:pt x="17091" y="381"/>
                </a:lnTo>
                <a:lnTo>
                  <a:pt x="17981" y="188"/>
                </a:lnTo>
                <a:lnTo>
                  <a:pt x="18874" y="59"/>
                </a:lnTo>
                <a:lnTo>
                  <a:pt x="19775" y="0"/>
                </a:lnTo>
                <a:lnTo>
                  <a:pt x="20683" y="21"/>
                </a:lnTo>
                <a:lnTo>
                  <a:pt x="21600" y="123"/>
                </a:lnTo>
                <a:close/>
              </a:path>
            </a:pathLst>
          </a:custGeom>
          <a:solidFill>
            <a:srgbClr val="BAC8CF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2" name="contour_08570"/>
          <p:cNvSpPr/>
          <p:nvPr/>
        </p:nvSpPr>
        <p:spPr>
          <a:xfrm>
            <a:off x="9739836" y="1310621"/>
            <a:ext cx="94744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06" y="218"/>
                </a:moveTo>
                <a:lnTo>
                  <a:pt x="14186" y="254"/>
                </a:lnTo>
                <a:lnTo>
                  <a:pt x="15937" y="358"/>
                </a:lnTo>
                <a:lnTo>
                  <a:pt x="17071" y="435"/>
                </a:lnTo>
                <a:lnTo>
                  <a:pt x="18204" y="529"/>
                </a:lnTo>
                <a:lnTo>
                  <a:pt x="19337" y="632"/>
                </a:lnTo>
                <a:lnTo>
                  <a:pt x="20468" y="741"/>
                </a:lnTo>
                <a:lnTo>
                  <a:pt x="21600" y="866"/>
                </a:lnTo>
                <a:lnTo>
                  <a:pt x="21600" y="3945"/>
                </a:lnTo>
                <a:lnTo>
                  <a:pt x="21600" y="7034"/>
                </a:lnTo>
                <a:lnTo>
                  <a:pt x="21600" y="10134"/>
                </a:lnTo>
                <a:lnTo>
                  <a:pt x="21600" y="13260"/>
                </a:lnTo>
                <a:lnTo>
                  <a:pt x="21600" y="16416"/>
                </a:lnTo>
                <a:lnTo>
                  <a:pt x="20505" y="16759"/>
                </a:lnTo>
                <a:lnTo>
                  <a:pt x="19408" y="17101"/>
                </a:lnTo>
                <a:lnTo>
                  <a:pt x="18310" y="17443"/>
                </a:lnTo>
                <a:lnTo>
                  <a:pt x="17212" y="17785"/>
                </a:lnTo>
                <a:lnTo>
                  <a:pt x="16112" y="18127"/>
                </a:lnTo>
                <a:lnTo>
                  <a:pt x="15012" y="18474"/>
                </a:lnTo>
                <a:lnTo>
                  <a:pt x="13909" y="18816"/>
                </a:lnTo>
                <a:lnTo>
                  <a:pt x="12804" y="19164"/>
                </a:lnTo>
                <a:lnTo>
                  <a:pt x="11697" y="19506"/>
                </a:lnTo>
                <a:lnTo>
                  <a:pt x="10587" y="19853"/>
                </a:lnTo>
                <a:lnTo>
                  <a:pt x="9474" y="20200"/>
                </a:lnTo>
                <a:lnTo>
                  <a:pt x="8358" y="20548"/>
                </a:lnTo>
                <a:lnTo>
                  <a:pt x="7238" y="20900"/>
                </a:lnTo>
                <a:lnTo>
                  <a:pt x="6113" y="21248"/>
                </a:lnTo>
                <a:lnTo>
                  <a:pt x="4985" y="21600"/>
                </a:lnTo>
                <a:lnTo>
                  <a:pt x="5925" y="20133"/>
                </a:lnTo>
                <a:lnTo>
                  <a:pt x="6867" y="18666"/>
                </a:lnTo>
                <a:lnTo>
                  <a:pt x="7811" y="17194"/>
                </a:lnTo>
                <a:lnTo>
                  <a:pt x="8758" y="15717"/>
                </a:lnTo>
                <a:lnTo>
                  <a:pt x="9710" y="14229"/>
                </a:lnTo>
                <a:lnTo>
                  <a:pt x="10667" y="12736"/>
                </a:lnTo>
                <a:lnTo>
                  <a:pt x="11631" y="11233"/>
                </a:lnTo>
                <a:lnTo>
                  <a:pt x="10481" y="11233"/>
                </a:lnTo>
                <a:lnTo>
                  <a:pt x="9328" y="11233"/>
                </a:lnTo>
                <a:lnTo>
                  <a:pt x="8175" y="11233"/>
                </a:lnTo>
                <a:lnTo>
                  <a:pt x="7020" y="11233"/>
                </a:lnTo>
                <a:lnTo>
                  <a:pt x="5860" y="11233"/>
                </a:lnTo>
                <a:lnTo>
                  <a:pt x="4699" y="11233"/>
                </a:lnTo>
                <a:lnTo>
                  <a:pt x="3532" y="11233"/>
                </a:lnTo>
                <a:lnTo>
                  <a:pt x="2361" y="11233"/>
                </a:lnTo>
                <a:lnTo>
                  <a:pt x="1185" y="11233"/>
                </a:lnTo>
                <a:lnTo>
                  <a:pt x="0" y="11233"/>
                </a:lnTo>
                <a:lnTo>
                  <a:pt x="1090" y="8558"/>
                </a:lnTo>
                <a:lnTo>
                  <a:pt x="2152" y="6329"/>
                </a:lnTo>
                <a:lnTo>
                  <a:pt x="3198" y="4510"/>
                </a:lnTo>
                <a:lnTo>
                  <a:pt x="4239" y="3058"/>
                </a:lnTo>
                <a:lnTo>
                  <a:pt x="5284" y="1939"/>
                </a:lnTo>
                <a:lnTo>
                  <a:pt x="6344" y="1114"/>
                </a:lnTo>
                <a:lnTo>
                  <a:pt x="7429" y="544"/>
                </a:lnTo>
                <a:lnTo>
                  <a:pt x="8550" y="197"/>
                </a:lnTo>
                <a:lnTo>
                  <a:pt x="9718" y="26"/>
                </a:lnTo>
                <a:lnTo>
                  <a:pt x="10943" y="0"/>
                </a:lnTo>
                <a:lnTo>
                  <a:pt x="12236" y="73"/>
                </a:lnTo>
                <a:lnTo>
                  <a:pt x="13606" y="218"/>
                </a:lnTo>
                <a:close/>
              </a:path>
            </a:pathLst>
          </a:custGeom>
          <a:solidFill>
            <a:srgbClr val="B2C3C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3" name="contour_08571"/>
          <p:cNvSpPr/>
          <p:nvPr/>
        </p:nvSpPr>
        <p:spPr>
          <a:xfrm>
            <a:off x="8712237" y="1275399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0" y="216"/>
                </a:lnTo>
                <a:lnTo>
                  <a:pt x="3242" y="441"/>
                </a:lnTo>
                <a:lnTo>
                  <a:pt x="4862" y="673"/>
                </a:lnTo>
                <a:lnTo>
                  <a:pt x="6480" y="913"/>
                </a:lnTo>
                <a:lnTo>
                  <a:pt x="8100" y="1157"/>
                </a:lnTo>
                <a:lnTo>
                  <a:pt x="9605" y="1373"/>
                </a:lnTo>
                <a:lnTo>
                  <a:pt x="11119" y="1589"/>
                </a:lnTo>
                <a:lnTo>
                  <a:pt x="12655" y="1808"/>
                </a:lnTo>
                <a:lnTo>
                  <a:pt x="14438" y="2398"/>
                </a:lnTo>
                <a:lnTo>
                  <a:pt x="15955" y="3021"/>
                </a:lnTo>
                <a:lnTo>
                  <a:pt x="17268" y="3755"/>
                </a:lnTo>
                <a:lnTo>
                  <a:pt x="18432" y="4672"/>
                </a:lnTo>
                <a:lnTo>
                  <a:pt x="19502" y="5844"/>
                </a:lnTo>
                <a:lnTo>
                  <a:pt x="20539" y="7347"/>
                </a:lnTo>
                <a:lnTo>
                  <a:pt x="21600" y="9257"/>
                </a:lnTo>
                <a:lnTo>
                  <a:pt x="21240" y="11217"/>
                </a:lnTo>
                <a:lnTo>
                  <a:pt x="20902" y="12553"/>
                </a:lnTo>
                <a:lnTo>
                  <a:pt x="20388" y="13880"/>
                </a:lnTo>
                <a:lnTo>
                  <a:pt x="19500" y="15814"/>
                </a:lnTo>
                <a:lnTo>
                  <a:pt x="18766" y="17453"/>
                </a:lnTo>
                <a:lnTo>
                  <a:pt x="18019" y="19116"/>
                </a:lnTo>
                <a:lnTo>
                  <a:pt x="17414" y="20350"/>
                </a:lnTo>
                <a:lnTo>
                  <a:pt x="16800" y="21600"/>
                </a:lnTo>
                <a:lnTo>
                  <a:pt x="16615" y="20903"/>
                </a:lnTo>
                <a:lnTo>
                  <a:pt x="16058" y="18804"/>
                </a:lnTo>
                <a:lnTo>
                  <a:pt x="15007" y="16984"/>
                </a:lnTo>
                <a:lnTo>
                  <a:pt x="13805" y="15438"/>
                </a:lnTo>
                <a:lnTo>
                  <a:pt x="12475" y="14123"/>
                </a:lnTo>
                <a:lnTo>
                  <a:pt x="11042" y="12994"/>
                </a:lnTo>
                <a:lnTo>
                  <a:pt x="9526" y="12007"/>
                </a:lnTo>
                <a:lnTo>
                  <a:pt x="7946" y="11118"/>
                </a:lnTo>
                <a:lnTo>
                  <a:pt x="6329" y="10282"/>
                </a:lnTo>
                <a:lnTo>
                  <a:pt x="4694" y="9448"/>
                </a:lnTo>
                <a:lnTo>
                  <a:pt x="3065" y="8581"/>
                </a:lnTo>
                <a:lnTo>
                  <a:pt x="2052" y="7785"/>
                </a:lnTo>
                <a:lnTo>
                  <a:pt x="1032" y="6983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9AA7A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4" name="contour_08572"/>
          <p:cNvSpPr/>
          <p:nvPr/>
        </p:nvSpPr>
        <p:spPr>
          <a:xfrm>
            <a:off x="3698098" y="1245999"/>
            <a:ext cx="102032" cy="30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5"/>
                </a:moveTo>
                <a:lnTo>
                  <a:pt x="20719" y="3540"/>
                </a:lnTo>
                <a:lnTo>
                  <a:pt x="19869" y="6503"/>
                </a:lnTo>
                <a:lnTo>
                  <a:pt x="19034" y="9094"/>
                </a:lnTo>
                <a:lnTo>
                  <a:pt x="18201" y="11336"/>
                </a:lnTo>
                <a:lnTo>
                  <a:pt x="17357" y="13258"/>
                </a:lnTo>
                <a:lnTo>
                  <a:pt x="16487" y="14891"/>
                </a:lnTo>
                <a:lnTo>
                  <a:pt x="15575" y="16262"/>
                </a:lnTo>
                <a:lnTo>
                  <a:pt x="14611" y="17395"/>
                </a:lnTo>
                <a:lnTo>
                  <a:pt x="13579" y="18323"/>
                </a:lnTo>
                <a:lnTo>
                  <a:pt x="12463" y="19070"/>
                </a:lnTo>
                <a:lnTo>
                  <a:pt x="11254" y="19668"/>
                </a:lnTo>
                <a:lnTo>
                  <a:pt x="9933" y="20142"/>
                </a:lnTo>
                <a:lnTo>
                  <a:pt x="9007" y="20600"/>
                </a:lnTo>
                <a:lnTo>
                  <a:pt x="8068" y="21069"/>
                </a:lnTo>
                <a:lnTo>
                  <a:pt x="7032" y="21404"/>
                </a:lnTo>
                <a:lnTo>
                  <a:pt x="6048" y="21600"/>
                </a:lnTo>
                <a:lnTo>
                  <a:pt x="5085" y="21600"/>
                </a:lnTo>
                <a:lnTo>
                  <a:pt x="4107" y="21353"/>
                </a:lnTo>
                <a:lnTo>
                  <a:pt x="3086" y="20786"/>
                </a:lnTo>
                <a:lnTo>
                  <a:pt x="2251" y="17509"/>
                </a:lnTo>
                <a:lnTo>
                  <a:pt x="1659" y="15087"/>
                </a:lnTo>
                <a:lnTo>
                  <a:pt x="1222" y="13088"/>
                </a:lnTo>
                <a:lnTo>
                  <a:pt x="858" y="11078"/>
                </a:lnTo>
                <a:lnTo>
                  <a:pt x="480" y="8636"/>
                </a:lnTo>
                <a:lnTo>
                  <a:pt x="0" y="5328"/>
                </a:lnTo>
                <a:lnTo>
                  <a:pt x="1088" y="4591"/>
                </a:lnTo>
                <a:lnTo>
                  <a:pt x="2172" y="3916"/>
                </a:lnTo>
                <a:lnTo>
                  <a:pt x="3252" y="3308"/>
                </a:lnTo>
                <a:lnTo>
                  <a:pt x="4329" y="2762"/>
                </a:lnTo>
                <a:lnTo>
                  <a:pt x="5403" y="2272"/>
                </a:lnTo>
                <a:lnTo>
                  <a:pt x="6475" y="1840"/>
                </a:lnTo>
                <a:lnTo>
                  <a:pt x="7548" y="1458"/>
                </a:lnTo>
                <a:lnTo>
                  <a:pt x="8617" y="1128"/>
                </a:lnTo>
                <a:lnTo>
                  <a:pt x="9688" y="845"/>
                </a:lnTo>
                <a:lnTo>
                  <a:pt x="10757" y="608"/>
                </a:lnTo>
                <a:lnTo>
                  <a:pt x="11828" y="417"/>
                </a:lnTo>
                <a:lnTo>
                  <a:pt x="12901" y="263"/>
                </a:lnTo>
                <a:lnTo>
                  <a:pt x="13975" y="149"/>
                </a:lnTo>
                <a:lnTo>
                  <a:pt x="15052" y="67"/>
                </a:lnTo>
                <a:lnTo>
                  <a:pt x="16132" y="21"/>
                </a:lnTo>
                <a:lnTo>
                  <a:pt x="17217" y="0"/>
                </a:lnTo>
                <a:lnTo>
                  <a:pt x="18304" y="10"/>
                </a:lnTo>
                <a:lnTo>
                  <a:pt x="19397" y="46"/>
                </a:lnTo>
                <a:lnTo>
                  <a:pt x="20495" y="98"/>
                </a:lnTo>
                <a:lnTo>
                  <a:pt x="21600" y="175"/>
                </a:lnTo>
                <a:close/>
              </a:path>
            </a:pathLst>
          </a:custGeom>
          <a:solidFill>
            <a:srgbClr val="91999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5" name="contour_08573"/>
          <p:cNvSpPr/>
          <p:nvPr/>
        </p:nvSpPr>
        <p:spPr>
          <a:xfrm>
            <a:off x="7152606" y="1222415"/>
            <a:ext cx="94744" cy="314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00" y="110"/>
                </a:moveTo>
                <a:lnTo>
                  <a:pt x="6006" y="25"/>
                </a:lnTo>
                <a:lnTo>
                  <a:pt x="7007" y="0"/>
                </a:lnTo>
                <a:lnTo>
                  <a:pt x="8005" y="35"/>
                </a:lnTo>
                <a:lnTo>
                  <a:pt x="9002" y="115"/>
                </a:lnTo>
                <a:lnTo>
                  <a:pt x="10002" y="245"/>
                </a:lnTo>
                <a:lnTo>
                  <a:pt x="11008" y="410"/>
                </a:lnTo>
                <a:lnTo>
                  <a:pt x="11534" y="465"/>
                </a:lnTo>
                <a:lnTo>
                  <a:pt x="13124" y="615"/>
                </a:lnTo>
                <a:lnTo>
                  <a:pt x="14155" y="735"/>
                </a:lnTo>
                <a:lnTo>
                  <a:pt x="15186" y="870"/>
                </a:lnTo>
                <a:lnTo>
                  <a:pt x="16217" y="1020"/>
                </a:lnTo>
                <a:lnTo>
                  <a:pt x="17247" y="1180"/>
                </a:lnTo>
                <a:lnTo>
                  <a:pt x="18277" y="1350"/>
                </a:lnTo>
                <a:lnTo>
                  <a:pt x="17454" y="3005"/>
                </a:lnTo>
                <a:lnTo>
                  <a:pt x="16630" y="4655"/>
                </a:lnTo>
                <a:lnTo>
                  <a:pt x="15803" y="6315"/>
                </a:lnTo>
                <a:lnTo>
                  <a:pt x="14972" y="7980"/>
                </a:lnTo>
                <a:lnTo>
                  <a:pt x="14135" y="9660"/>
                </a:lnTo>
                <a:lnTo>
                  <a:pt x="13292" y="11350"/>
                </a:lnTo>
                <a:lnTo>
                  <a:pt x="14195" y="11805"/>
                </a:lnTo>
                <a:lnTo>
                  <a:pt x="15110" y="12265"/>
                </a:lnTo>
                <a:lnTo>
                  <a:pt x="15881" y="12690"/>
                </a:lnTo>
                <a:lnTo>
                  <a:pt x="16659" y="13110"/>
                </a:lnTo>
                <a:lnTo>
                  <a:pt x="17446" y="13535"/>
                </a:lnTo>
                <a:lnTo>
                  <a:pt x="18606" y="14145"/>
                </a:lnTo>
                <a:lnTo>
                  <a:pt x="19782" y="14765"/>
                </a:lnTo>
                <a:lnTo>
                  <a:pt x="20684" y="15555"/>
                </a:lnTo>
                <a:lnTo>
                  <a:pt x="21600" y="16350"/>
                </a:lnTo>
                <a:lnTo>
                  <a:pt x="21600" y="18835"/>
                </a:lnTo>
                <a:lnTo>
                  <a:pt x="21600" y="21350"/>
                </a:lnTo>
                <a:lnTo>
                  <a:pt x="20435" y="21430"/>
                </a:lnTo>
                <a:lnTo>
                  <a:pt x="19277" y="21495"/>
                </a:lnTo>
                <a:lnTo>
                  <a:pt x="18126" y="21550"/>
                </a:lnTo>
                <a:lnTo>
                  <a:pt x="16978" y="21590"/>
                </a:lnTo>
                <a:lnTo>
                  <a:pt x="15834" y="21600"/>
                </a:lnTo>
                <a:lnTo>
                  <a:pt x="14695" y="21585"/>
                </a:lnTo>
                <a:lnTo>
                  <a:pt x="13558" y="21535"/>
                </a:lnTo>
                <a:lnTo>
                  <a:pt x="12425" y="21445"/>
                </a:lnTo>
                <a:lnTo>
                  <a:pt x="11295" y="21310"/>
                </a:lnTo>
                <a:lnTo>
                  <a:pt x="10165" y="21125"/>
                </a:lnTo>
                <a:lnTo>
                  <a:pt x="9037" y="20890"/>
                </a:lnTo>
                <a:lnTo>
                  <a:pt x="7911" y="20590"/>
                </a:lnTo>
                <a:lnTo>
                  <a:pt x="6784" y="20220"/>
                </a:lnTo>
                <a:lnTo>
                  <a:pt x="5656" y="19785"/>
                </a:lnTo>
                <a:lnTo>
                  <a:pt x="4529" y="19275"/>
                </a:lnTo>
                <a:lnTo>
                  <a:pt x="3400" y="18680"/>
                </a:lnTo>
                <a:lnTo>
                  <a:pt x="2268" y="17995"/>
                </a:lnTo>
                <a:lnTo>
                  <a:pt x="1135" y="17225"/>
                </a:lnTo>
                <a:lnTo>
                  <a:pt x="0" y="16350"/>
                </a:lnTo>
                <a:lnTo>
                  <a:pt x="842" y="11085"/>
                </a:lnTo>
                <a:lnTo>
                  <a:pt x="1497" y="7270"/>
                </a:lnTo>
                <a:lnTo>
                  <a:pt x="2050" y="4630"/>
                </a:lnTo>
                <a:lnTo>
                  <a:pt x="2590" y="2880"/>
                </a:lnTo>
                <a:lnTo>
                  <a:pt x="3203" y="1730"/>
                </a:lnTo>
                <a:lnTo>
                  <a:pt x="3978" y="905"/>
                </a:lnTo>
                <a:lnTo>
                  <a:pt x="5000" y="110"/>
                </a:lnTo>
                <a:close/>
              </a:path>
            </a:pathLst>
          </a:custGeom>
          <a:solidFill>
            <a:srgbClr val="E2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6" name="contour_08574"/>
          <p:cNvSpPr/>
          <p:nvPr/>
        </p:nvSpPr>
        <p:spPr>
          <a:xfrm>
            <a:off x="6933967" y="1187943"/>
            <a:ext cx="123896" cy="372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0"/>
                </a:moveTo>
                <a:lnTo>
                  <a:pt x="13461" y="959"/>
                </a:lnTo>
                <a:lnTo>
                  <a:pt x="13976" y="1716"/>
                </a:lnTo>
                <a:lnTo>
                  <a:pt x="14492" y="2675"/>
                </a:lnTo>
                <a:lnTo>
                  <a:pt x="15247" y="4226"/>
                </a:lnTo>
                <a:lnTo>
                  <a:pt x="15247" y="7020"/>
                </a:lnTo>
                <a:lnTo>
                  <a:pt x="15247" y="9830"/>
                </a:lnTo>
                <a:lnTo>
                  <a:pt x="15247" y="12679"/>
                </a:lnTo>
                <a:lnTo>
                  <a:pt x="16145" y="12679"/>
                </a:lnTo>
                <a:lnTo>
                  <a:pt x="17045" y="12679"/>
                </a:lnTo>
                <a:lnTo>
                  <a:pt x="17947" y="12679"/>
                </a:lnTo>
                <a:lnTo>
                  <a:pt x="18853" y="12679"/>
                </a:lnTo>
                <a:lnTo>
                  <a:pt x="19763" y="12679"/>
                </a:lnTo>
                <a:lnTo>
                  <a:pt x="20678" y="12679"/>
                </a:lnTo>
                <a:lnTo>
                  <a:pt x="21600" y="12679"/>
                </a:lnTo>
                <a:lnTo>
                  <a:pt x="21600" y="14775"/>
                </a:lnTo>
                <a:lnTo>
                  <a:pt x="21600" y="16905"/>
                </a:lnTo>
                <a:lnTo>
                  <a:pt x="20739" y="17146"/>
                </a:lnTo>
                <a:lnTo>
                  <a:pt x="19877" y="17386"/>
                </a:lnTo>
                <a:lnTo>
                  <a:pt x="19017" y="17619"/>
                </a:lnTo>
                <a:lnTo>
                  <a:pt x="18155" y="17851"/>
                </a:lnTo>
                <a:lnTo>
                  <a:pt x="17294" y="18080"/>
                </a:lnTo>
                <a:lnTo>
                  <a:pt x="16433" y="18308"/>
                </a:lnTo>
                <a:lnTo>
                  <a:pt x="15570" y="18528"/>
                </a:lnTo>
                <a:lnTo>
                  <a:pt x="14708" y="18747"/>
                </a:lnTo>
                <a:lnTo>
                  <a:pt x="13847" y="18963"/>
                </a:lnTo>
                <a:lnTo>
                  <a:pt x="12984" y="19174"/>
                </a:lnTo>
                <a:lnTo>
                  <a:pt x="12251" y="19364"/>
                </a:lnTo>
                <a:lnTo>
                  <a:pt x="11518" y="19559"/>
                </a:lnTo>
                <a:lnTo>
                  <a:pt x="10785" y="19757"/>
                </a:lnTo>
                <a:lnTo>
                  <a:pt x="10052" y="19964"/>
                </a:lnTo>
                <a:lnTo>
                  <a:pt x="9210" y="20197"/>
                </a:lnTo>
                <a:lnTo>
                  <a:pt x="8368" y="20417"/>
                </a:lnTo>
                <a:lnTo>
                  <a:pt x="7527" y="20628"/>
                </a:lnTo>
                <a:lnTo>
                  <a:pt x="6685" y="20831"/>
                </a:lnTo>
                <a:lnTo>
                  <a:pt x="5842" y="21034"/>
                </a:lnTo>
                <a:lnTo>
                  <a:pt x="5512" y="21135"/>
                </a:lnTo>
                <a:lnTo>
                  <a:pt x="4514" y="21444"/>
                </a:lnTo>
                <a:lnTo>
                  <a:pt x="3770" y="21583"/>
                </a:lnTo>
                <a:lnTo>
                  <a:pt x="3184" y="21600"/>
                </a:lnTo>
                <a:lnTo>
                  <a:pt x="2452" y="21456"/>
                </a:lnTo>
                <a:lnTo>
                  <a:pt x="1271" y="21131"/>
                </a:lnTo>
                <a:lnTo>
                  <a:pt x="955" y="19039"/>
                </a:lnTo>
                <a:lnTo>
                  <a:pt x="640" y="16934"/>
                </a:lnTo>
                <a:lnTo>
                  <a:pt x="321" y="14821"/>
                </a:lnTo>
                <a:lnTo>
                  <a:pt x="0" y="12679"/>
                </a:lnTo>
                <a:lnTo>
                  <a:pt x="839" y="12400"/>
                </a:lnTo>
                <a:lnTo>
                  <a:pt x="1677" y="12121"/>
                </a:lnTo>
                <a:lnTo>
                  <a:pt x="2517" y="11842"/>
                </a:lnTo>
                <a:lnTo>
                  <a:pt x="3357" y="11563"/>
                </a:lnTo>
                <a:lnTo>
                  <a:pt x="4198" y="11284"/>
                </a:lnTo>
                <a:lnTo>
                  <a:pt x="5039" y="11001"/>
                </a:lnTo>
                <a:lnTo>
                  <a:pt x="5883" y="10722"/>
                </a:lnTo>
                <a:lnTo>
                  <a:pt x="6728" y="10439"/>
                </a:lnTo>
                <a:lnTo>
                  <a:pt x="7575" y="10160"/>
                </a:lnTo>
                <a:lnTo>
                  <a:pt x="8424" y="9877"/>
                </a:lnTo>
                <a:lnTo>
                  <a:pt x="9274" y="9593"/>
                </a:lnTo>
                <a:lnTo>
                  <a:pt x="10128" y="9310"/>
                </a:lnTo>
                <a:lnTo>
                  <a:pt x="10984" y="9023"/>
                </a:lnTo>
                <a:lnTo>
                  <a:pt x="11843" y="8740"/>
                </a:lnTo>
                <a:lnTo>
                  <a:pt x="12706" y="8452"/>
                </a:lnTo>
                <a:lnTo>
                  <a:pt x="12706" y="5659"/>
                </a:lnTo>
                <a:lnTo>
                  <a:pt x="12706" y="2848"/>
                </a:lnTo>
                <a:lnTo>
                  <a:pt x="12706" y="0"/>
                </a:lnTo>
                <a:close/>
              </a:path>
            </a:pathLst>
          </a:custGeom>
          <a:solidFill>
            <a:srgbClr val="EF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7" name="contour_08575"/>
          <p:cNvSpPr/>
          <p:nvPr/>
        </p:nvSpPr>
        <p:spPr>
          <a:xfrm>
            <a:off x="5075529" y="6269713"/>
            <a:ext cx="72880" cy="343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95"/>
                </a:moveTo>
                <a:lnTo>
                  <a:pt x="20475" y="6192"/>
                </a:lnTo>
                <a:lnTo>
                  <a:pt x="19367" y="8727"/>
                </a:lnTo>
                <a:lnTo>
                  <a:pt x="18269" y="10928"/>
                </a:lnTo>
                <a:lnTo>
                  <a:pt x="17163" y="12827"/>
                </a:lnTo>
                <a:lnTo>
                  <a:pt x="16040" y="14447"/>
                </a:lnTo>
                <a:lnTo>
                  <a:pt x="14882" y="15825"/>
                </a:lnTo>
                <a:lnTo>
                  <a:pt x="13679" y="16987"/>
                </a:lnTo>
                <a:lnTo>
                  <a:pt x="12418" y="17962"/>
                </a:lnTo>
                <a:lnTo>
                  <a:pt x="11085" y="18781"/>
                </a:lnTo>
                <a:lnTo>
                  <a:pt x="9666" y="19472"/>
                </a:lnTo>
                <a:lnTo>
                  <a:pt x="8150" y="20067"/>
                </a:lnTo>
                <a:lnTo>
                  <a:pt x="6521" y="20593"/>
                </a:lnTo>
                <a:lnTo>
                  <a:pt x="4767" y="21083"/>
                </a:lnTo>
                <a:lnTo>
                  <a:pt x="3473" y="21339"/>
                </a:lnTo>
                <a:lnTo>
                  <a:pt x="2160" y="21600"/>
                </a:lnTo>
                <a:lnTo>
                  <a:pt x="1732" y="18882"/>
                </a:lnTo>
                <a:lnTo>
                  <a:pt x="1302" y="16154"/>
                </a:lnTo>
                <a:lnTo>
                  <a:pt x="873" y="13418"/>
                </a:lnTo>
                <a:lnTo>
                  <a:pt x="438" y="10658"/>
                </a:lnTo>
                <a:lnTo>
                  <a:pt x="0" y="7871"/>
                </a:lnTo>
                <a:lnTo>
                  <a:pt x="1560" y="6544"/>
                </a:lnTo>
                <a:lnTo>
                  <a:pt x="3061" y="5299"/>
                </a:lnTo>
                <a:lnTo>
                  <a:pt x="4514" y="4146"/>
                </a:lnTo>
                <a:lnTo>
                  <a:pt x="5929" y="3098"/>
                </a:lnTo>
                <a:lnTo>
                  <a:pt x="7314" y="2178"/>
                </a:lnTo>
                <a:lnTo>
                  <a:pt x="8679" y="1400"/>
                </a:lnTo>
                <a:lnTo>
                  <a:pt x="10033" y="778"/>
                </a:lnTo>
                <a:lnTo>
                  <a:pt x="11385" y="325"/>
                </a:lnTo>
                <a:lnTo>
                  <a:pt x="12746" y="64"/>
                </a:lnTo>
                <a:lnTo>
                  <a:pt x="14124" y="0"/>
                </a:lnTo>
                <a:lnTo>
                  <a:pt x="15528" y="160"/>
                </a:lnTo>
                <a:lnTo>
                  <a:pt x="16969" y="554"/>
                </a:lnTo>
                <a:lnTo>
                  <a:pt x="18455" y="1194"/>
                </a:lnTo>
                <a:lnTo>
                  <a:pt x="19995" y="2105"/>
                </a:lnTo>
                <a:lnTo>
                  <a:pt x="21600" y="3295"/>
                </a:lnTo>
                <a:close/>
              </a:path>
            </a:pathLst>
          </a:custGeom>
          <a:solidFill>
            <a:srgbClr val="BED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8" name="contour_08576"/>
          <p:cNvSpPr/>
          <p:nvPr/>
        </p:nvSpPr>
        <p:spPr>
          <a:xfrm>
            <a:off x="1307637" y="6274829"/>
            <a:ext cx="80168" cy="296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96"/>
                </a:moveTo>
                <a:lnTo>
                  <a:pt x="3393" y="0"/>
                </a:lnTo>
                <a:lnTo>
                  <a:pt x="4721" y="42"/>
                </a:lnTo>
                <a:lnTo>
                  <a:pt x="5995" y="234"/>
                </a:lnTo>
                <a:lnTo>
                  <a:pt x="7258" y="579"/>
                </a:lnTo>
                <a:lnTo>
                  <a:pt x="8558" y="1083"/>
                </a:lnTo>
                <a:lnTo>
                  <a:pt x="9940" y="1752"/>
                </a:lnTo>
                <a:lnTo>
                  <a:pt x="11055" y="2246"/>
                </a:lnTo>
                <a:lnTo>
                  <a:pt x="12184" y="2740"/>
                </a:lnTo>
                <a:lnTo>
                  <a:pt x="13559" y="3372"/>
                </a:lnTo>
                <a:lnTo>
                  <a:pt x="14931" y="4030"/>
                </a:lnTo>
                <a:lnTo>
                  <a:pt x="16302" y="4710"/>
                </a:lnTo>
                <a:lnTo>
                  <a:pt x="17673" y="5405"/>
                </a:lnTo>
                <a:lnTo>
                  <a:pt x="17673" y="8915"/>
                </a:lnTo>
                <a:lnTo>
                  <a:pt x="17673" y="12446"/>
                </a:lnTo>
                <a:lnTo>
                  <a:pt x="17673" y="16025"/>
                </a:lnTo>
                <a:lnTo>
                  <a:pt x="18839" y="17973"/>
                </a:lnTo>
                <a:lnTo>
                  <a:pt x="19636" y="19179"/>
                </a:lnTo>
                <a:lnTo>
                  <a:pt x="20434" y="20129"/>
                </a:lnTo>
                <a:lnTo>
                  <a:pt x="21600" y="21335"/>
                </a:lnTo>
                <a:lnTo>
                  <a:pt x="20198" y="21430"/>
                </a:lnTo>
                <a:lnTo>
                  <a:pt x="18810" y="21510"/>
                </a:lnTo>
                <a:lnTo>
                  <a:pt x="17433" y="21568"/>
                </a:lnTo>
                <a:lnTo>
                  <a:pt x="16066" y="21600"/>
                </a:lnTo>
                <a:lnTo>
                  <a:pt x="14710" y="21589"/>
                </a:lnTo>
                <a:lnTo>
                  <a:pt x="13363" y="21526"/>
                </a:lnTo>
                <a:lnTo>
                  <a:pt x="12019" y="21404"/>
                </a:lnTo>
                <a:lnTo>
                  <a:pt x="10682" y="21212"/>
                </a:lnTo>
                <a:lnTo>
                  <a:pt x="9349" y="20942"/>
                </a:lnTo>
                <a:lnTo>
                  <a:pt x="8018" y="20581"/>
                </a:lnTo>
                <a:lnTo>
                  <a:pt x="6688" y="20124"/>
                </a:lnTo>
                <a:lnTo>
                  <a:pt x="5357" y="19556"/>
                </a:lnTo>
                <a:lnTo>
                  <a:pt x="4025" y="18876"/>
                </a:lnTo>
                <a:lnTo>
                  <a:pt x="2688" y="18064"/>
                </a:lnTo>
                <a:lnTo>
                  <a:pt x="1347" y="17119"/>
                </a:lnTo>
                <a:lnTo>
                  <a:pt x="0" y="16025"/>
                </a:lnTo>
                <a:lnTo>
                  <a:pt x="247" y="12021"/>
                </a:lnTo>
                <a:lnTo>
                  <a:pt x="473" y="9196"/>
                </a:lnTo>
                <a:lnTo>
                  <a:pt x="772" y="6775"/>
                </a:lnTo>
                <a:lnTo>
                  <a:pt x="1237" y="3993"/>
                </a:lnTo>
                <a:lnTo>
                  <a:pt x="1964" y="96"/>
                </a:lnTo>
                <a:close/>
              </a:path>
            </a:pathLst>
          </a:custGeom>
          <a:solidFill>
            <a:srgbClr val="E9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8579" name="contour_08577"/>
          <p:cNvSpPr/>
          <p:nvPr/>
        </p:nvSpPr>
        <p:spPr>
          <a:xfrm>
            <a:off x="7619038" y="6180217"/>
            <a:ext cx="72880" cy="389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1145"/>
                </a:lnTo>
                <a:lnTo>
                  <a:pt x="15405" y="2290"/>
                </a:lnTo>
                <a:lnTo>
                  <a:pt x="16632" y="3439"/>
                </a:lnTo>
                <a:lnTo>
                  <a:pt x="17863" y="4593"/>
                </a:lnTo>
                <a:lnTo>
                  <a:pt x="19101" y="5754"/>
                </a:lnTo>
                <a:lnTo>
                  <a:pt x="20345" y="6919"/>
                </a:lnTo>
                <a:lnTo>
                  <a:pt x="21600" y="8093"/>
                </a:lnTo>
                <a:lnTo>
                  <a:pt x="20524" y="10747"/>
                </a:lnTo>
                <a:lnTo>
                  <a:pt x="19516" y="13082"/>
                </a:lnTo>
                <a:lnTo>
                  <a:pt x="18520" y="15122"/>
                </a:lnTo>
                <a:lnTo>
                  <a:pt x="17485" y="16882"/>
                </a:lnTo>
                <a:lnTo>
                  <a:pt x="16358" y="18379"/>
                </a:lnTo>
                <a:lnTo>
                  <a:pt x="15083" y="19629"/>
                </a:lnTo>
                <a:lnTo>
                  <a:pt x="13608" y="20653"/>
                </a:lnTo>
                <a:lnTo>
                  <a:pt x="11880" y="21466"/>
                </a:lnTo>
                <a:lnTo>
                  <a:pt x="10435" y="21564"/>
                </a:lnTo>
                <a:lnTo>
                  <a:pt x="9035" y="21600"/>
                </a:lnTo>
                <a:lnTo>
                  <a:pt x="7666" y="21564"/>
                </a:lnTo>
                <a:lnTo>
                  <a:pt x="6309" y="21426"/>
                </a:lnTo>
                <a:lnTo>
                  <a:pt x="4951" y="21171"/>
                </a:lnTo>
                <a:lnTo>
                  <a:pt x="3573" y="20779"/>
                </a:lnTo>
                <a:lnTo>
                  <a:pt x="2160" y="20232"/>
                </a:lnTo>
                <a:lnTo>
                  <a:pt x="1236" y="17222"/>
                </a:lnTo>
                <a:lnTo>
                  <a:pt x="661" y="15085"/>
                </a:lnTo>
                <a:lnTo>
                  <a:pt x="333" y="13240"/>
                </a:lnTo>
                <a:lnTo>
                  <a:pt x="147" y="11103"/>
                </a:lnTo>
                <a:lnTo>
                  <a:pt x="0" y="8093"/>
                </a:lnTo>
                <a:lnTo>
                  <a:pt x="1426" y="8093"/>
                </a:lnTo>
                <a:lnTo>
                  <a:pt x="2853" y="8093"/>
                </a:lnTo>
                <a:lnTo>
                  <a:pt x="4281" y="8093"/>
                </a:lnTo>
                <a:lnTo>
                  <a:pt x="5713" y="8093"/>
                </a:lnTo>
                <a:lnTo>
                  <a:pt x="7150" y="8093"/>
                </a:lnTo>
                <a:lnTo>
                  <a:pt x="8592" y="8093"/>
                </a:lnTo>
                <a:lnTo>
                  <a:pt x="10040" y="8093"/>
                </a:lnTo>
                <a:lnTo>
                  <a:pt x="11496" y="8093"/>
                </a:lnTo>
                <a:lnTo>
                  <a:pt x="12960" y="8093"/>
                </a:lnTo>
                <a:lnTo>
                  <a:pt x="12960" y="5418"/>
                </a:lnTo>
                <a:lnTo>
                  <a:pt x="12960" y="2727"/>
                </a:lnTo>
                <a:lnTo>
                  <a:pt x="12960" y="0"/>
                </a:lnTo>
                <a:close/>
              </a:path>
            </a:pathLst>
          </a:custGeom>
          <a:solidFill>
            <a:srgbClr val="655A7F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0" name="contour_08578"/>
          <p:cNvSpPr/>
          <p:nvPr/>
        </p:nvSpPr>
        <p:spPr>
          <a:xfrm>
            <a:off x="5301457" y="6136489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7347" y="163"/>
                </a:lnTo>
                <a:lnTo>
                  <a:pt x="18472" y="370"/>
                </a:lnTo>
                <a:lnTo>
                  <a:pt x="19367" y="734"/>
                </a:lnTo>
                <a:lnTo>
                  <a:pt x="20316" y="1373"/>
                </a:lnTo>
                <a:lnTo>
                  <a:pt x="21600" y="2400"/>
                </a:lnTo>
                <a:lnTo>
                  <a:pt x="21600" y="3986"/>
                </a:lnTo>
                <a:lnTo>
                  <a:pt x="21600" y="5582"/>
                </a:lnTo>
                <a:lnTo>
                  <a:pt x="21600" y="7200"/>
                </a:lnTo>
                <a:lnTo>
                  <a:pt x="20665" y="8306"/>
                </a:lnTo>
                <a:lnTo>
                  <a:pt x="19964" y="9053"/>
                </a:lnTo>
                <a:lnTo>
                  <a:pt x="19151" y="9778"/>
                </a:lnTo>
                <a:lnTo>
                  <a:pt x="17873" y="10819"/>
                </a:lnTo>
                <a:lnTo>
                  <a:pt x="17093" y="11453"/>
                </a:lnTo>
                <a:lnTo>
                  <a:pt x="16306" y="12094"/>
                </a:lnTo>
                <a:lnTo>
                  <a:pt x="15509" y="12742"/>
                </a:lnTo>
                <a:lnTo>
                  <a:pt x="14684" y="13387"/>
                </a:lnTo>
                <a:lnTo>
                  <a:pt x="13851" y="14040"/>
                </a:lnTo>
                <a:lnTo>
                  <a:pt x="13009" y="14700"/>
                </a:lnTo>
                <a:lnTo>
                  <a:pt x="12198" y="15365"/>
                </a:lnTo>
                <a:lnTo>
                  <a:pt x="11381" y="16037"/>
                </a:lnTo>
                <a:lnTo>
                  <a:pt x="10555" y="16716"/>
                </a:lnTo>
                <a:lnTo>
                  <a:pt x="8732" y="18170"/>
                </a:lnTo>
                <a:lnTo>
                  <a:pt x="7273" y="19303"/>
                </a:lnTo>
                <a:lnTo>
                  <a:pt x="6095" y="20153"/>
                </a:lnTo>
                <a:lnTo>
                  <a:pt x="5107" y="20762"/>
                </a:lnTo>
                <a:lnTo>
                  <a:pt x="4224" y="21170"/>
                </a:lnTo>
                <a:lnTo>
                  <a:pt x="3358" y="21420"/>
                </a:lnTo>
                <a:lnTo>
                  <a:pt x="2423" y="21547"/>
                </a:lnTo>
                <a:lnTo>
                  <a:pt x="1333" y="21593"/>
                </a:lnTo>
                <a:lnTo>
                  <a:pt x="0" y="21600"/>
                </a:lnTo>
                <a:lnTo>
                  <a:pt x="251" y="19958"/>
                </a:lnTo>
                <a:lnTo>
                  <a:pt x="479" y="18763"/>
                </a:lnTo>
                <a:lnTo>
                  <a:pt x="778" y="17669"/>
                </a:lnTo>
                <a:lnTo>
                  <a:pt x="1241" y="16330"/>
                </a:lnTo>
                <a:lnTo>
                  <a:pt x="1964" y="14400"/>
                </a:lnTo>
                <a:lnTo>
                  <a:pt x="3095" y="13632"/>
                </a:lnTo>
                <a:lnTo>
                  <a:pt x="4239" y="12936"/>
                </a:lnTo>
                <a:lnTo>
                  <a:pt x="5398" y="12290"/>
                </a:lnTo>
                <a:lnTo>
                  <a:pt x="6574" y="11674"/>
                </a:lnTo>
                <a:lnTo>
                  <a:pt x="7770" y="11062"/>
                </a:lnTo>
                <a:lnTo>
                  <a:pt x="8911" y="10150"/>
                </a:lnTo>
                <a:lnTo>
                  <a:pt x="9863" y="9185"/>
                </a:lnTo>
                <a:lnTo>
                  <a:pt x="10680" y="8146"/>
                </a:lnTo>
                <a:lnTo>
                  <a:pt x="11421" y="7010"/>
                </a:lnTo>
                <a:lnTo>
                  <a:pt x="12135" y="5753"/>
                </a:lnTo>
                <a:lnTo>
                  <a:pt x="12885" y="4349"/>
                </a:lnTo>
                <a:lnTo>
                  <a:pt x="13714" y="2863"/>
                </a:lnTo>
                <a:lnTo>
                  <a:pt x="14285" y="1915"/>
                </a:lnTo>
                <a:lnTo>
                  <a:pt x="14863" y="1097"/>
                </a:lnTo>
                <a:lnTo>
                  <a:pt x="15709" y="0"/>
                </a:lnTo>
                <a:close/>
              </a:path>
            </a:pathLst>
          </a:custGeom>
          <a:solidFill>
            <a:srgbClr val="B9C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1" name="contour_08579"/>
          <p:cNvSpPr/>
          <p:nvPr/>
        </p:nvSpPr>
        <p:spPr>
          <a:xfrm>
            <a:off x="5162985" y="6027169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2851" y="256"/>
                </a:lnTo>
                <a:lnTo>
                  <a:pt x="3484" y="490"/>
                </a:lnTo>
                <a:lnTo>
                  <a:pt x="4106" y="720"/>
                </a:lnTo>
                <a:lnTo>
                  <a:pt x="4776" y="968"/>
                </a:lnTo>
                <a:lnTo>
                  <a:pt x="5543" y="1253"/>
                </a:lnTo>
                <a:lnTo>
                  <a:pt x="6463" y="1595"/>
                </a:lnTo>
                <a:lnTo>
                  <a:pt x="7586" y="2009"/>
                </a:lnTo>
                <a:lnTo>
                  <a:pt x="8968" y="2520"/>
                </a:lnTo>
                <a:lnTo>
                  <a:pt x="10660" y="3150"/>
                </a:lnTo>
                <a:lnTo>
                  <a:pt x="12716" y="3910"/>
                </a:lnTo>
                <a:lnTo>
                  <a:pt x="15189" y="4828"/>
                </a:lnTo>
                <a:lnTo>
                  <a:pt x="18133" y="5915"/>
                </a:lnTo>
                <a:lnTo>
                  <a:pt x="21600" y="7200"/>
                </a:lnTo>
                <a:lnTo>
                  <a:pt x="21051" y="7657"/>
                </a:lnTo>
                <a:lnTo>
                  <a:pt x="20526" y="8096"/>
                </a:lnTo>
                <a:lnTo>
                  <a:pt x="19872" y="8640"/>
                </a:lnTo>
                <a:lnTo>
                  <a:pt x="18941" y="9418"/>
                </a:lnTo>
                <a:lnTo>
                  <a:pt x="17578" y="10552"/>
                </a:lnTo>
                <a:lnTo>
                  <a:pt x="15636" y="12172"/>
                </a:lnTo>
                <a:lnTo>
                  <a:pt x="12960" y="14400"/>
                </a:lnTo>
                <a:lnTo>
                  <a:pt x="12424" y="16182"/>
                </a:lnTo>
                <a:lnTo>
                  <a:pt x="11889" y="17971"/>
                </a:lnTo>
                <a:lnTo>
                  <a:pt x="11346" y="19775"/>
                </a:lnTo>
                <a:lnTo>
                  <a:pt x="10800" y="21600"/>
                </a:lnTo>
                <a:lnTo>
                  <a:pt x="9402" y="21474"/>
                </a:lnTo>
                <a:lnTo>
                  <a:pt x="8035" y="21208"/>
                </a:lnTo>
                <a:lnTo>
                  <a:pt x="6694" y="20822"/>
                </a:lnTo>
                <a:lnTo>
                  <a:pt x="5365" y="20344"/>
                </a:lnTo>
                <a:lnTo>
                  <a:pt x="4039" y="19796"/>
                </a:lnTo>
                <a:lnTo>
                  <a:pt x="2711" y="19210"/>
                </a:lnTo>
                <a:lnTo>
                  <a:pt x="1367" y="18601"/>
                </a:lnTo>
                <a:lnTo>
                  <a:pt x="0" y="18000"/>
                </a:lnTo>
                <a:lnTo>
                  <a:pt x="268" y="15772"/>
                </a:lnTo>
                <a:lnTo>
                  <a:pt x="536" y="13543"/>
                </a:lnTo>
                <a:lnTo>
                  <a:pt x="804" y="11308"/>
                </a:lnTo>
                <a:lnTo>
                  <a:pt x="1071" y="9068"/>
                </a:lnTo>
                <a:lnTo>
                  <a:pt x="1341" y="6818"/>
                </a:lnTo>
                <a:lnTo>
                  <a:pt x="1614" y="4558"/>
                </a:lnTo>
                <a:lnTo>
                  <a:pt x="1886" y="2286"/>
                </a:lnTo>
                <a:lnTo>
                  <a:pt x="2160" y="0"/>
                </a:lnTo>
                <a:close/>
              </a:path>
            </a:pathLst>
          </a:custGeom>
          <a:solidFill>
            <a:srgbClr val="9F211A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2" name="contour_08580"/>
          <p:cNvSpPr/>
          <p:nvPr/>
        </p:nvSpPr>
        <p:spPr>
          <a:xfrm>
            <a:off x="1081709" y="6018737"/>
            <a:ext cx="109320" cy="283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60" y="870"/>
                </a:moveTo>
                <a:lnTo>
                  <a:pt x="20654" y="4973"/>
                </a:lnTo>
                <a:lnTo>
                  <a:pt x="20976" y="7889"/>
                </a:lnTo>
                <a:lnTo>
                  <a:pt x="21195" y="10417"/>
                </a:lnTo>
                <a:lnTo>
                  <a:pt x="21380" y="13356"/>
                </a:lnTo>
                <a:lnTo>
                  <a:pt x="21600" y="17503"/>
                </a:lnTo>
                <a:lnTo>
                  <a:pt x="20519" y="18307"/>
                </a:lnTo>
                <a:lnTo>
                  <a:pt x="19453" y="19022"/>
                </a:lnTo>
                <a:lnTo>
                  <a:pt x="18402" y="19643"/>
                </a:lnTo>
                <a:lnTo>
                  <a:pt x="17362" y="20170"/>
                </a:lnTo>
                <a:lnTo>
                  <a:pt x="16332" y="20619"/>
                </a:lnTo>
                <a:lnTo>
                  <a:pt x="15313" y="20974"/>
                </a:lnTo>
                <a:lnTo>
                  <a:pt x="14299" y="21251"/>
                </a:lnTo>
                <a:lnTo>
                  <a:pt x="13293" y="21445"/>
                </a:lnTo>
                <a:lnTo>
                  <a:pt x="12290" y="21561"/>
                </a:lnTo>
                <a:lnTo>
                  <a:pt x="11290" y="21600"/>
                </a:lnTo>
                <a:lnTo>
                  <a:pt x="10290" y="21567"/>
                </a:lnTo>
                <a:lnTo>
                  <a:pt x="9291" y="21456"/>
                </a:lnTo>
                <a:lnTo>
                  <a:pt x="8289" y="21273"/>
                </a:lnTo>
                <a:lnTo>
                  <a:pt x="7284" y="21023"/>
                </a:lnTo>
                <a:lnTo>
                  <a:pt x="6271" y="20707"/>
                </a:lnTo>
                <a:lnTo>
                  <a:pt x="5253" y="20325"/>
                </a:lnTo>
                <a:lnTo>
                  <a:pt x="4226" y="19876"/>
                </a:lnTo>
                <a:lnTo>
                  <a:pt x="3190" y="19371"/>
                </a:lnTo>
                <a:lnTo>
                  <a:pt x="2140" y="18806"/>
                </a:lnTo>
                <a:lnTo>
                  <a:pt x="1077" y="18179"/>
                </a:lnTo>
                <a:lnTo>
                  <a:pt x="0" y="17503"/>
                </a:lnTo>
                <a:lnTo>
                  <a:pt x="0" y="14753"/>
                </a:lnTo>
                <a:lnTo>
                  <a:pt x="0" y="11959"/>
                </a:lnTo>
                <a:lnTo>
                  <a:pt x="948" y="11299"/>
                </a:lnTo>
                <a:lnTo>
                  <a:pt x="1895" y="10645"/>
                </a:lnTo>
                <a:lnTo>
                  <a:pt x="2843" y="10002"/>
                </a:lnTo>
                <a:lnTo>
                  <a:pt x="3790" y="9370"/>
                </a:lnTo>
                <a:lnTo>
                  <a:pt x="4738" y="8738"/>
                </a:lnTo>
                <a:lnTo>
                  <a:pt x="5687" y="8122"/>
                </a:lnTo>
                <a:lnTo>
                  <a:pt x="6636" y="7507"/>
                </a:lnTo>
                <a:lnTo>
                  <a:pt x="7584" y="6902"/>
                </a:lnTo>
                <a:lnTo>
                  <a:pt x="8535" y="6309"/>
                </a:lnTo>
                <a:lnTo>
                  <a:pt x="9504" y="5677"/>
                </a:lnTo>
                <a:lnTo>
                  <a:pt x="10472" y="5023"/>
                </a:lnTo>
                <a:lnTo>
                  <a:pt x="11438" y="4352"/>
                </a:lnTo>
                <a:lnTo>
                  <a:pt x="12270" y="3781"/>
                </a:lnTo>
                <a:lnTo>
                  <a:pt x="13104" y="3232"/>
                </a:lnTo>
                <a:lnTo>
                  <a:pt x="13939" y="2706"/>
                </a:lnTo>
                <a:lnTo>
                  <a:pt x="14774" y="2184"/>
                </a:lnTo>
                <a:lnTo>
                  <a:pt x="15610" y="1674"/>
                </a:lnTo>
                <a:lnTo>
                  <a:pt x="16448" y="1120"/>
                </a:lnTo>
                <a:lnTo>
                  <a:pt x="17290" y="566"/>
                </a:lnTo>
                <a:lnTo>
                  <a:pt x="18145" y="0"/>
                </a:lnTo>
                <a:lnTo>
                  <a:pt x="18647" y="216"/>
                </a:lnTo>
                <a:lnTo>
                  <a:pt x="20160" y="870"/>
                </a:lnTo>
                <a:close/>
              </a:path>
            </a:pathLst>
          </a:custGeom>
          <a:solidFill>
            <a:srgbClr val="A8ADB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3" name="contour_08581"/>
          <p:cNvSpPr/>
          <p:nvPr/>
        </p:nvSpPr>
        <p:spPr>
          <a:xfrm>
            <a:off x="2349820" y="6004591"/>
            <a:ext cx="72880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62" y="0"/>
                </a:moveTo>
                <a:lnTo>
                  <a:pt x="16368" y="71"/>
                </a:lnTo>
                <a:lnTo>
                  <a:pt x="17675" y="142"/>
                </a:lnTo>
                <a:lnTo>
                  <a:pt x="18984" y="209"/>
                </a:lnTo>
                <a:lnTo>
                  <a:pt x="20291" y="280"/>
                </a:lnTo>
                <a:lnTo>
                  <a:pt x="21600" y="347"/>
                </a:lnTo>
                <a:lnTo>
                  <a:pt x="21600" y="2455"/>
                </a:lnTo>
                <a:lnTo>
                  <a:pt x="21600" y="4562"/>
                </a:lnTo>
                <a:lnTo>
                  <a:pt x="21600" y="6684"/>
                </a:lnTo>
                <a:lnTo>
                  <a:pt x="21600" y="8820"/>
                </a:lnTo>
                <a:lnTo>
                  <a:pt x="21600" y="10974"/>
                </a:lnTo>
                <a:lnTo>
                  <a:pt x="20172" y="10974"/>
                </a:lnTo>
                <a:lnTo>
                  <a:pt x="18736" y="10974"/>
                </a:lnTo>
                <a:lnTo>
                  <a:pt x="17280" y="10974"/>
                </a:lnTo>
                <a:lnTo>
                  <a:pt x="17280" y="13315"/>
                </a:lnTo>
                <a:lnTo>
                  <a:pt x="17280" y="15670"/>
                </a:lnTo>
                <a:lnTo>
                  <a:pt x="17280" y="18058"/>
                </a:lnTo>
                <a:lnTo>
                  <a:pt x="15854" y="18352"/>
                </a:lnTo>
                <a:lnTo>
                  <a:pt x="14427" y="18642"/>
                </a:lnTo>
                <a:lnTo>
                  <a:pt x="12999" y="18936"/>
                </a:lnTo>
                <a:lnTo>
                  <a:pt x="11571" y="19230"/>
                </a:lnTo>
                <a:lnTo>
                  <a:pt x="10139" y="19524"/>
                </a:lnTo>
                <a:lnTo>
                  <a:pt x="8705" y="19818"/>
                </a:lnTo>
                <a:lnTo>
                  <a:pt x="7266" y="20112"/>
                </a:lnTo>
                <a:lnTo>
                  <a:pt x="5823" y="20406"/>
                </a:lnTo>
                <a:lnTo>
                  <a:pt x="4376" y="20704"/>
                </a:lnTo>
                <a:lnTo>
                  <a:pt x="2922" y="21001"/>
                </a:lnTo>
                <a:lnTo>
                  <a:pt x="1464" y="21302"/>
                </a:lnTo>
                <a:lnTo>
                  <a:pt x="0" y="21600"/>
                </a:lnTo>
                <a:lnTo>
                  <a:pt x="2767" y="17063"/>
                </a:lnTo>
                <a:lnTo>
                  <a:pt x="5115" y="13223"/>
                </a:lnTo>
                <a:lnTo>
                  <a:pt x="7087" y="10017"/>
                </a:lnTo>
                <a:lnTo>
                  <a:pt x="8720" y="7389"/>
                </a:lnTo>
                <a:lnTo>
                  <a:pt x="10059" y="5281"/>
                </a:lnTo>
                <a:lnTo>
                  <a:pt x="11143" y="3631"/>
                </a:lnTo>
                <a:lnTo>
                  <a:pt x="12014" y="2384"/>
                </a:lnTo>
                <a:lnTo>
                  <a:pt x="12712" y="1477"/>
                </a:lnTo>
                <a:lnTo>
                  <a:pt x="13280" y="854"/>
                </a:lnTo>
                <a:lnTo>
                  <a:pt x="13757" y="450"/>
                </a:lnTo>
                <a:lnTo>
                  <a:pt x="14185" y="216"/>
                </a:lnTo>
                <a:lnTo>
                  <a:pt x="14606" y="85"/>
                </a:lnTo>
                <a:lnTo>
                  <a:pt x="15062" y="0"/>
                </a:lnTo>
                <a:close/>
              </a:path>
            </a:pathLst>
          </a:custGeom>
          <a:solidFill>
            <a:srgbClr val="D3D8E0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4" name="contour_08582"/>
          <p:cNvSpPr/>
          <p:nvPr/>
        </p:nvSpPr>
        <p:spPr>
          <a:xfrm>
            <a:off x="1191029" y="5990729"/>
            <a:ext cx="14576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40" y="0"/>
                </a:moveTo>
                <a:lnTo>
                  <a:pt x="3508" y="2138"/>
                </a:lnTo>
                <a:lnTo>
                  <a:pt x="3776" y="4285"/>
                </a:lnTo>
                <a:lnTo>
                  <a:pt x="4047" y="6450"/>
                </a:lnTo>
                <a:lnTo>
                  <a:pt x="4320" y="8640"/>
                </a:lnTo>
                <a:lnTo>
                  <a:pt x="4981" y="9292"/>
                </a:lnTo>
                <a:lnTo>
                  <a:pt x="5621" y="9854"/>
                </a:lnTo>
                <a:lnTo>
                  <a:pt x="6253" y="10333"/>
                </a:lnTo>
                <a:lnTo>
                  <a:pt x="6887" y="10740"/>
                </a:lnTo>
                <a:lnTo>
                  <a:pt x="7535" y="11085"/>
                </a:lnTo>
                <a:lnTo>
                  <a:pt x="8206" y="11375"/>
                </a:lnTo>
                <a:lnTo>
                  <a:pt x="8494" y="11508"/>
                </a:lnTo>
                <a:lnTo>
                  <a:pt x="9364" y="11919"/>
                </a:lnTo>
                <a:lnTo>
                  <a:pt x="10096" y="12252"/>
                </a:lnTo>
                <a:lnTo>
                  <a:pt x="10828" y="12571"/>
                </a:lnTo>
                <a:lnTo>
                  <a:pt x="11561" y="12887"/>
                </a:lnTo>
                <a:lnTo>
                  <a:pt x="12294" y="13193"/>
                </a:lnTo>
                <a:lnTo>
                  <a:pt x="13027" y="13500"/>
                </a:lnTo>
                <a:lnTo>
                  <a:pt x="13648" y="13781"/>
                </a:lnTo>
                <a:lnTo>
                  <a:pt x="14269" y="14062"/>
                </a:lnTo>
                <a:lnTo>
                  <a:pt x="14889" y="14347"/>
                </a:lnTo>
                <a:lnTo>
                  <a:pt x="15510" y="14632"/>
                </a:lnTo>
                <a:lnTo>
                  <a:pt x="16271" y="14977"/>
                </a:lnTo>
                <a:lnTo>
                  <a:pt x="17032" y="15314"/>
                </a:lnTo>
                <a:lnTo>
                  <a:pt x="17793" y="15651"/>
                </a:lnTo>
                <a:lnTo>
                  <a:pt x="18554" y="15984"/>
                </a:lnTo>
                <a:lnTo>
                  <a:pt x="19316" y="16312"/>
                </a:lnTo>
                <a:lnTo>
                  <a:pt x="20077" y="16636"/>
                </a:lnTo>
                <a:lnTo>
                  <a:pt x="20839" y="16960"/>
                </a:lnTo>
                <a:lnTo>
                  <a:pt x="21600" y="17280"/>
                </a:lnTo>
                <a:lnTo>
                  <a:pt x="21600" y="19423"/>
                </a:lnTo>
                <a:lnTo>
                  <a:pt x="21600" y="21600"/>
                </a:lnTo>
                <a:lnTo>
                  <a:pt x="20862" y="21453"/>
                </a:lnTo>
                <a:lnTo>
                  <a:pt x="20125" y="21306"/>
                </a:lnTo>
                <a:lnTo>
                  <a:pt x="19388" y="21159"/>
                </a:lnTo>
                <a:lnTo>
                  <a:pt x="18649" y="21008"/>
                </a:lnTo>
                <a:lnTo>
                  <a:pt x="17912" y="20861"/>
                </a:lnTo>
                <a:lnTo>
                  <a:pt x="17174" y="20714"/>
                </a:lnTo>
                <a:lnTo>
                  <a:pt x="16435" y="20568"/>
                </a:lnTo>
                <a:lnTo>
                  <a:pt x="15697" y="20421"/>
                </a:lnTo>
                <a:lnTo>
                  <a:pt x="14957" y="20269"/>
                </a:lnTo>
                <a:lnTo>
                  <a:pt x="14217" y="20123"/>
                </a:lnTo>
                <a:lnTo>
                  <a:pt x="13477" y="19976"/>
                </a:lnTo>
                <a:lnTo>
                  <a:pt x="12736" y="19829"/>
                </a:lnTo>
                <a:lnTo>
                  <a:pt x="11994" y="19678"/>
                </a:lnTo>
                <a:lnTo>
                  <a:pt x="11253" y="19531"/>
                </a:lnTo>
                <a:lnTo>
                  <a:pt x="10509" y="19384"/>
                </a:lnTo>
                <a:lnTo>
                  <a:pt x="9765" y="19233"/>
                </a:lnTo>
                <a:lnTo>
                  <a:pt x="9021" y="19086"/>
                </a:lnTo>
                <a:lnTo>
                  <a:pt x="8276" y="18935"/>
                </a:lnTo>
                <a:lnTo>
                  <a:pt x="7529" y="18788"/>
                </a:lnTo>
                <a:lnTo>
                  <a:pt x="6781" y="18636"/>
                </a:lnTo>
                <a:lnTo>
                  <a:pt x="6033" y="18485"/>
                </a:lnTo>
                <a:lnTo>
                  <a:pt x="5283" y="18338"/>
                </a:lnTo>
                <a:lnTo>
                  <a:pt x="4533" y="18187"/>
                </a:lnTo>
                <a:lnTo>
                  <a:pt x="3780" y="18036"/>
                </a:lnTo>
                <a:lnTo>
                  <a:pt x="3027" y="17885"/>
                </a:lnTo>
                <a:lnTo>
                  <a:pt x="2272" y="17734"/>
                </a:lnTo>
                <a:lnTo>
                  <a:pt x="1516" y="17582"/>
                </a:lnTo>
                <a:lnTo>
                  <a:pt x="759" y="17431"/>
                </a:lnTo>
                <a:lnTo>
                  <a:pt x="0" y="17280"/>
                </a:lnTo>
                <a:lnTo>
                  <a:pt x="458" y="14835"/>
                </a:lnTo>
                <a:lnTo>
                  <a:pt x="917" y="12390"/>
                </a:lnTo>
                <a:lnTo>
                  <a:pt x="1377" y="9936"/>
                </a:lnTo>
                <a:lnTo>
                  <a:pt x="1839" y="7474"/>
                </a:lnTo>
                <a:lnTo>
                  <a:pt x="2303" y="4998"/>
                </a:lnTo>
                <a:lnTo>
                  <a:pt x="2770" y="2510"/>
                </a:lnTo>
                <a:lnTo>
                  <a:pt x="3240" y="0"/>
                </a:lnTo>
                <a:close/>
              </a:path>
            </a:pathLst>
          </a:custGeom>
          <a:solidFill>
            <a:srgbClr val="A2A7AC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5" name="contour_08583"/>
          <p:cNvSpPr/>
          <p:nvPr/>
        </p:nvSpPr>
        <p:spPr>
          <a:xfrm>
            <a:off x="10942362" y="5940303"/>
            <a:ext cx="72880" cy="57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292"/>
                </a:moveTo>
                <a:lnTo>
                  <a:pt x="12344" y="1001"/>
                </a:lnTo>
                <a:lnTo>
                  <a:pt x="13746" y="1833"/>
                </a:lnTo>
                <a:lnTo>
                  <a:pt x="15031" y="2782"/>
                </a:lnTo>
                <a:lnTo>
                  <a:pt x="16222" y="3846"/>
                </a:lnTo>
                <a:lnTo>
                  <a:pt x="17340" y="5019"/>
                </a:lnTo>
                <a:lnTo>
                  <a:pt x="18414" y="6293"/>
                </a:lnTo>
                <a:lnTo>
                  <a:pt x="19466" y="7667"/>
                </a:lnTo>
                <a:lnTo>
                  <a:pt x="20520" y="9132"/>
                </a:lnTo>
                <a:lnTo>
                  <a:pt x="21600" y="10690"/>
                </a:lnTo>
                <a:lnTo>
                  <a:pt x="20172" y="10690"/>
                </a:lnTo>
                <a:lnTo>
                  <a:pt x="18736" y="10690"/>
                </a:lnTo>
                <a:lnTo>
                  <a:pt x="17280" y="10690"/>
                </a:lnTo>
                <a:lnTo>
                  <a:pt x="17280" y="12490"/>
                </a:lnTo>
                <a:lnTo>
                  <a:pt x="17280" y="14293"/>
                </a:lnTo>
                <a:lnTo>
                  <a:pt x="17280" y="16104"/>
                </a:lnTo>
                <a:lnTo>
                  <a:pt x="17280" y="17923"/>
                </a:lnTo>
                <a:lnTo>
                  <a:pt x="17280" y="19753"/>
                </a:lnTo>
                <a:lnTo>
                  <a:pt x="17280" y="21600"/>
                </a:lnTo>
                <a:lnTo>
                  <a:pt x="15854" y="21600"/>
                </a:lnTo>
                <a:lnTo>
                  <a:pt x="14427" y="21600"/>
                </a:lnTo>
                <a:lnTo>
                  <a:pt x="12999" y="21600"/>
                </a:lnTo>
                <a:lnTo>
                  <a:pt x="11567" y="21600"/>
                </a:lnTo>
                <a:lnTo>
                  <a:pt x="10130" y="21600"/>
                </a:lnTo>
                <a:lnTo>
                  <a:pt x="8688" y="21600"/>
                </a:lnTo>
                <a:lnTo>
                  <a:pt x="7240" y="21600"/>
                </a:lnTo>
                <a:lnTo>
                  <a:pt x="5784" y="21600"/>
                </a:lnTo>
                <a:lnTo>
                  <a:pt x="4320" y="21600"/>
                </a:lnTo>
                <a:lnTo>
                  <a:pt x="5746" y="21150"/>
                </a:lnTo>
                <a:lnTo>
                  <a:pt x="7173" y="20697"/>
                </a:lnTo>
                <a:lnTo>
                  <a:pt x="8608" y="20247"/>
                </a:lnTo>
                <a:lnTo>
                  <a:pt x="10048" y="19792"/>
                </a:lnTo>
                <a:lnTo>
                  <a:pt x="11498" y="19333"/>
                </a:lnTo>
                <a:lnTo>
                  <a:pt x="12960" y="18872"/>
                </a:lnTo>
                <a:lnTo>
                  <a:pt x="12712" y="15717"/>
                </a:lnTo>
                <a:lnTo>
                  <a:pt x="12500" y="13502"/>
                </a:lnTo>
                <a:lnTo>
                  <a:pt x="12262" y="11922"/>
                </a:lnTo>
                <a:lnTo>
                  <a:pt x="11940" y="10673"/>
                </a:lnTo>
                <a:lnTo>
                  <a:pt x="11472" y="9454"/>
                </a:lnTo>
                <a:lnTo>
                  <a:pt x="10800" y="7962"/>
                </a:lnTo>
                <a:lnTo>
                  <a:pt x="9478" y="7329"/>
                </a:lnTo>
                <a:lnTo>
                  <a:pt x="8156" y="6805"/>
                </a:lnTo>
                <a:lnTo>
                  <a:pt x="6832" y="6380"/>
                </a:lnTo>
                <a:lnTo>
                  <a:pt x="5499" y="6039"/>
                </a:lnTo>
                <a:lnTo>
                  <a:pt x="4154" y="5766"/>
                </a:lnTo>
                <a:lnTo>
                  <a:pt x="2791" y="5551"/>
                </a:lnTo>
                <a:lnTo>
                  <a:pt x="1408" y="5376"/>
                </a:lnTo>
                <a:lnTo>
                  <a:pt x="0" y="5234"/>
                </a:lnTo>
                <a:lnTo>
                  <a:pt x="1309" y="3857"/>
                </a:lnTo>
                <a:lnTo>
                  <a:pt x="2551" y="2654"/>
                </a:lnTo>
                <a:lnTo>
                  <a:pt x="3763" y="1645"/>
                </a:lnTo>
                <a:lnTo>
                  <a:pt x="4985" y="856"/>
                </a:lnTo>
                <a:lnTo>
                  <a:pt x="6260" y="305"/>
                </a:lnTo>
                <a:lnTo>
                  <a:pt x="7627" y="11"/>
                </a:lnTo>
                <a:lnTo>
                  <a:pt x="9128" y="0"/>
                </a:lnTo>
                <a:lnTo>
                  <a:pt x="10800" y="292"/>
                </a:lnTo>
                <a:close/>
              </a:path>
            </a:pathLst>
          </a:custGeom>
          <a:solidFill>
            <a:srgbClr val="F2F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6" name="contour_08584"/>
          <p:cNvSpPr/>
          <p:nvPr/>
        </p:nvSpPr>
        <p:spPr>
          <a:xfrm>
            <a:off x="892222" y="5910561"/>
            <a:ext cx="43655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92" y="511"/>
                </a:lnTo>
                <a:lnTo>
                  <a:pt x="8557" y="933"/>
                </a:lnTo>
                <a:lnTo>
                  <a:pt x="11467" y="1307"/>
                </a:lnTo>
                <a:lnTo>
                  <a:pt x="13688" y="1671"/>
                </a:lnTo>
                <a:lnTo>
                  <a:pt x="15387" y="2063"/>
                </a:lnTo>
                <a:lnTo>
                  <a:pt x="16728" y="2521"/>
                </a:lnTo>
                <a:lnTo>
                  <a:pt x="17879" y="3084"/>
                </a:lnTo>
                <a:lnTo>
                  <a:pt x="19011" y="3792"/>
                </a:lnTo>
                <a:lnTo>
                  <a:pt x="20284" y="4683"/>
                </a:lnTo>
                <a:lnTo>
                  <a:pt x="20854" y="5766"/>
                </a:lnTo>
                <a:lnTo>
                  <a:pt x="21257" y="6833"/>
                </a:lnTo>
                <a:lnTo>
                  <a:pt x="21503" y="7889"/>
                </a:lnTo>
                <a:lnTo>
                  <a:pt x="21600" y="8932"/>
                </a:lnTo>
                <a:lnTo>
                  <a:pt x="21553" y="9965"/>
                </a:lnTo>
                <a:lnTo>
                  <a:pt x="21373" y="10993"/>
                </a:lnTo>
                <a:lnTo>
                  <a:pt x="21070" y="12014"/>
                </a:lnTo>
                <a:lnTo>
                  <a:pt x="20652" y="13034"/>
                </a:lnTo>
                <a:lnTo>
                  <a:pt x="20125" y="14054"/>
                </a:lnTo>
                <a:lnTo>
                  <a:pt x="19498" y="15074"/>
                </a:lnTo>
                <a:lnTo>
                  <a:pt x="18784" y="16097"/>
                </a:lnTo>
                <a:lnTo>
                  <a:pt x="17987" y="17127"/>
                </a:lnTo>
                <a:lnTo>
                  <a:pt x="17114" y="18164"/>
                </a:lnTo>
                <a:lnTo>
                  <a:pt x="15398" y="19278"/>
                </a:lnTo>
                <a:lnTo>
                  <a:pt x="13771" y="20069"/>
                </a:lnTo>
                <a:lnTo>
                  <a:pt x="11968" y="20630"/>
                </a:lnTo>
                <a:lnTo>
                  <a:pt x="9722" y="21046"/>
                </a:lnTo>
                <a:lnTo>
                  <a:pt x="6761" y="21407"/>
                </a:lnTo>
                <a:lnTo>
                  <a:pt x="4529" y="21470"/>
                </a:lnTo>
                <a:lnTo>
                  <a:pt x="2279" y="21535"/>
                </a:lnTo>
                <a:lnTo>
                  <a:pt x="0" y="21600"/>
                </a:lnTo>
                <a:lnTo>
                  <a:pt x="1763" y="21046"/>
                </a:lnTo>
                <a:lnTo>
                  <a:pt x="3548" y="20485"/>
                </a:lnTo>
                <a:lnTo>
                  <a:pt x="5110" y="19546"/>
                </a:lnTo>
                <a:lnTo>
                  <a:pt x="6285" y="18628"/>
                </a:lnTo>
                <a:lnTo>
                  <a:pt x="7129" y="17718"/>
                </a:lnTo>
                <a:lnTo>
                  <a:pt x="7692" y="16800"/>
                </a:lnTo>
                <a:lnTo>
                  <a:pt x="8027" y="15864"/>
                </a:lnTo>
                <a:lnTo>
                  <a:pt x="8182" y="14896"/>
                </a:lnTo>
                <a:lnTo>
                  <a:pt x="8214" y="13883"/>
                </a:lnTo>
                <a:lnTo>
                  <a:pt x="8175" y="12810"/>
                </a:lnTo>
                <a:lnTo>
                  <a:pt x="8114" y="11667"/>
                </a:lnTo>
                <a:lnTo>
                  <a:pt x="8135" y="11209"/>
                </a:lnTo>
                <a:lnTo>
                  <a:pt x="8196" y="9820"/>
                </a:lnTo>
                <a:lnTo>
                  <a:pt x="8121" y="8603"/>
                </a:lnTo>
                <a:lnTo>
                  <a:pt x="7919" y="7486"/>
                </a:lnTo>
                <a:lnTo>
                  <a:pt x="7580" y="6451"/>
                </a:lnTo>
                <a:lnTo>
                  <a:pt x="7086" y="5480"/>
                </a:lnTo>
                <a:lnTo>
                  <a:pt x="6419" y="4556"/>
                </a:lnTo>
                <a:lnTo>
                  <a:pt x="5568" y="3661"/>
                </a:lnTo>
                <a:lnTo>
                  <a:pt x="4515" y="2776"/>
                </a:lnTo>
                <a:lnTo>
                  <a:pt x="3249" y="1882"/>
                </a:lnTo>
                <a:lnTo>
                  <a:pt x="1749" y="963"/>
                </a:lnTo>
                <a:lnTo>
                  <a:pt x="0" y="0"/>
                </a:lnTo>
                <a:close/>
              </a:path>
            </a:pathLst>
          </a:custGeom>
          <a:solidFill>
            <a:srgbClr val="68573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7" name="contour_08585"/>
          <p:cNvSpPr/>
          <p:nvPr/>
        </p:nvSpPr>
        <p:spPr>
          <a:xfrm>
            <a:off x="10512370" y="5932425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431" y="1855"/>
                </a:lnTo>
                <a:lnTo>
                  <a:pt x="21229" y="3688"/>
                </a:lnTo>
                <a:lnTo>
                  <a:pt x="20984" y="5503"/>
                </a:lnTo>
                <a:lnTo>
                  <a:pt x="20686" y="7301"/>
                </a:lnTo>
                <a:lnTo>
                  <a:pt x="20322" y="9091"/>
                </a:lnTo>
                <a:lnTo>
                  <a:pt x="19883" y="10870"/>
                </a:lnTo>
                <a:lnTo>
                  <a:pt x="19354" y="12647"/>
                </a:lnTo>
                <a:lnTo>
                  <a:pt x="18731" y="14421"/>
                </a:lnTo>
                <a:lnTo>
                  <a:pt x="18000" y="16200"/>
                </a:lnTo>
                <a:lnTo>
                  <a:pt x="16042" y="17402"/>
                </a:lnTo>
                <a:lnTo>
                  <a:pt x="14155" y="18373"/>
                </a:lnTo>
                <a:lnTo>
                  <a:pt x="12276" y="19167"/>
                </a:lnTo>
                <a:lnTo>
                  <a:pt x="10346" y="19834"/>
                </a:lnTo>
                <a:lnTo>
                  <a:pt x="8298" y="20428"/>
                </a:lnTo>
                <a:lnTo>
                  <a:pt x="6070" y="21001"/>
                </a:lnTo>
                <a:lnTo>
                  <a:pt x="3600" y="21600"/>
                </a:lnTo>
                <a:lnTo>
                  <a:pt x="3154" y="19929"/>
                </a:lnTo>
                <a:lnTo>
                  <a:pt x="2707" y="18257"/>
                </a:lnTo>
                <a:lnTo>
                  <a:pt x="2261" y="16581"/>
                </a:lnTo>
                <a:lnTo>
                  <a:pt x="1814" y="14901"/>
                </a:lnTo>
                <a:lnTo>
                  <a:pt x="1364" y="13214"/>
                </a:lnTo>
                <a:lnTo>
                  <a:pt x="911" y="11518"/>
                </a:lnTo>
                <a:lnTo>
                  <a:pt x="457" y="9814"/>
                </a:lnTo>
                <a:lnTo>
                  <a:pt x="0" y="8100"/>
                </a:lnTo>
                <a:lnTo>
                  <a:pt x="792" y="7952"/>
                </a:lnTo>
                <a:lnTo>
                  <a:pt x="2192" y="7690"/>
                </a:lnTo>
                <a:lnTo>
                  <a:pt x="5400" y="7088"/>
                </a:lnTo>
                <a:lnTo>
                  <a:pt x="7186" y="6531"/>
                </a:lnTo>
                <a:lnTo>
                  <a:pt x="8978" y="5967"/>
                </a:lnTo>
                <a:lnTo>
                  <a:pt x="10800" y="5400"/>
                </a:lnTo>
                <a:lnTo>
                  <a:pt x="10800" y="3615"/>
                </a:lnTo>
                <a:lnTo>
                  <a:pt x="10800" y="1820"/>
                </a:lnTo>
                <a:lnTo>
                  <a:pt x="10800" y="0"/>
                </a:lnTo>
                <a:close/>
              </a:path>
            </a:pathLst>
          </a:custGeom>
          <a:solidFill>
            <a:srgbClr val="FA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8" name="contour_08586"/>
          <p:cNvSpPr/>
          <p:nvPr/>
        </p:nvSpPr>
        <p:spPr>
          <a:xfrm>
            <a:off x="1948980" y="5939713"/>
            <a:ext cx="3856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60" y="320"/>
                </a:lnTo>
                <a:lnTo>
                  <a:pt x="8410" y="590"/>
                </a:lnTo>
                <a:lnTo>
                  <a:pt x="11190" y="857"/>
                </a:lnTo>
                <a:lnTo>
                  <a:pt x="13337" y="1163"/>
                </a:lnTo>
                <a:lnTo>
                  <a:pt x="15097" y="1548"/>
                </a:lnTo>
                <a:lnTo>
                  <a:pt x="16701" y="2052"/>
                </a:lnTo>
                <a:lnTo>
                  <a:pt x="18395" y="2725"/>
                </a:lnTo>
                <a:lnTo>
                  <a:pt x="20412" y="3600"/>
                </a:lnTo>
                <a:lnTo>
                  <a:pt x="21118" y="6286"/>
                </a:lnTo>
                <a:lnTo>
                  <a:pt x="21494" y="8816"/>
                </a:lnTo>
                <a:lnTo>
                  <a:pt x="21600" y="11261"/>
                </a:lnTo>
                <a:lnTo>
                  <a:pt x="21486" y="13691"/>
                </a:lnTo>
                <a:lnTo>
                  <a:pt x="21212" y="16175"/>
                </a:lnTo>
                <a:lnTo>
                  <a:pt x="20837" y="18788"/>
                </a:lnTo>
                <a:lnTo>
                  <a:pt x="20412" y="21600"/>
                </a:lnTo>
                <a:lnTo>
                  <a:pt x="17526" y="21600"/>
                </a:lnTo>
                <a:lnTo>
                  <a:pt x="14635" y="21600"/>
                </a:lnTo>
                <a:lnTo>
                  <a:pt x="11737" y="21600"/>
                </a:lnTo>
                <a:lnTo>
                  <a:pt x="8826" y="21600"/>
                </a:lnTo>
                <a:lnTo>
                  <a:pt x="5903" y="21600"/>
                </a:lnTo>
                <a:lnTo>
                  <a:pt x="2964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2D270"/>
          </a:solidFill>
          <a:ln>
            <a:noFill/>
          </a:ln>
        </p:spPr>
        <p:txBody>
          <a:bodyPr/>
          <a:lstStyle/>
          <a:p/>
        </p:txBody>
      </p:sp>
      <p:sp>
        <p:nvSpPr>
          <p:cNvPr id="8589" name="contour_08587"/>
          <p:cNvSpPr/>
          <p:nvPr/>
        </p:nvSpPr>
        <p:spPr>
          <a:xfrm>
            <a:off x="1125437" y="5939713"/>
            <a:ext cx="3856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60" y="320"/>
                </a:lnTo>
                <a:lnTo>
                  <a:pt x="8410" y="590"/>
                </a:lnTo>
                <a:lnTo>
                  <a:pt x="11190" y="857"/>
                </a:lnTo>
                <a:lnTo>
                  <a:pt x="13337" y="1163"/>
                </a:lnTo>
                <a:lnTo>
                  <a:pt x="15097" y="1548"/>
                </a:lnTo>
                <a:lnTo>
                  <a:pt x="16701" y="2052"/>
                </a:lnTo>
                <a:lnTo>
                  <a:pt x="18395" y="2725"/>
                </a:lnTo>
                <a:lnTo>
                  <a:pt x="20412" y="3600"/>
                </a:lnTo>
                <a:lnTo>
                  <a:pt x="21118" y="6286"/>
                </a:lnTo>
                <a:lnTo>
                  <a:pt x="21494" y="8816"/>
                </a:lnTo>
                <a:lnTo>
                  <a:pt x="21600" y="11261"/>
                </a:lnTo>
                <a:lnTo>
                  <a:pt x="21486" y="13691"/>
                </a:lnTo>
                <a:lnTo>
                  <a:pt x="21212" y="16175"/>
                </a:lnTo>
                <a:lnTo>
                  <a:pt x="20837" y="18788"/>
                </a:lnTo>
                <a:lnTo>
                  <a:pt x="20412" y="21600"/>
                </a:lnTo>
                <a:lnTo>
                  <a:pt x="17526" y="21600"/>
                </a:lnTo>
                <a:lnTo>
                  <a:pt x="14635" y="21600"/>
                </a:lnTo>
                <a:lnTo>
                  <a:pt x="11737" y="21600"/>
                </a:lnTo>
                <a:lnTo>
                  <a:pt x="8826" y="21600"/>
                </a:lnTo>
                <a:lnTo>
                  <a:pt x="5903" y="21600"/>
                </a:lnTo>
                <a:lnTo>
                  <a:pt x="2964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CC76B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0" name="contour_08588"/>
          <p:cNvSpPr/>
          <p:nvPr/>
        </p:nvSpPr>
        <p:spPr>
          <a:xfrm>
            <a:off x="3763690" y="5917849"/>
            <a:ext cx="6747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03" y="59"/>
                </a:lnTo>
                <a:lnTo>
                  <a:pt x="3189" y="133"/>
                </a:lnTo>
                <a:lnTo>
                  <a:pt x="4762" y="228"/>
                </a:lnTo>
                <a:lnTo>
                  <a:pt x="6325" y="355"/>
                </a:lnTo>
                <a:lnTo>
                  <a:pt x="7879" y="512"/>
                </a:lnTo>
                <a:lnTo>
                  <a:pt x="9423" y="710"/>
                </a:lnTo>
                <a:lnTo>
                  <a:pt x="10963" y="953"/>
                </a:lnTo>
                <a:lnTo>
                  <a:pt x="12501" y="1250"/>
                </a:lnTo>
                <a:lnTo>
                  <a:pt x="14038" y="1608"/>
                </a:lnTo>
                <a:lnTo>
                  <a:pt x="15576" y="2027"/>
                </a:lnTo>
                <a:lnTo>
                  <a:pt x="17118" y="2518"/>
                </a:lnTo>
                <a:lnTo>
                  <a:pt x="18665" y="3086"/>
                </a:lnTo>
                <a:lnTo>
                  <a:pt x="19633" y="5045"/>
                </a:lnTo>
                <a:lnTo>
                  <a:pt x="20338" y="6878"/>
                </a:lnTo>
                <a:lnTo>
                  <a:pt x="20832" y="8686"/>
                </a:lnTo>
                <a:lnTo>
                  <a:pt x="21171" y="10565"/>
                </a:lnTo>
                <a:lnTo>
                  <a:pt x="21409" y="12621"/>
                </a:lnTo>
                <a:lnTo>
                  <a:pt x="21600" y="14947"/>
                </a:lnTo>
                <a:lnTo>
                  <a:pt x="21215" y="17042"/>
                </a:lnTo>
                <a:lnTo>
                  <a:pt x="20779" y="18323"/>
                </a:lnTo>
                <a:lnTo>
                  <a:pt x="20016" y="19313"/>
                </a:lnTo>
                <a:lnTo>
                  <a:pt x="18646" y="20539"/>
                </a:lnTo>
                <a:lnTo>
                  <a:pt x="17498" y="21066"/>
                </a:lnTo>
                <a:lnTo>
                  <a:pt x="16332" y="21600"/>
                </a:lnTo>
                <a:lnTo>
                  <a:pt x="15802" y="20199"/>
                </a:lnTo>
                <a:lnTo>
                  <a:pt x="15268" y="18786"/>
                </a:lnTo>
                <a:lnTo>
                  <a:pt x="14727" y="17357"/>
                </a:lnTo>
                <a:lnTo>
                  <a:pt x="13684" y="15475"/>
                </a:lnTo>
                <a:lnTo>
                  <a:pt x="12550" y="13901"/>
                </a:lnTo>
                <a:lnTo>
                  <a:pt x="11332" y="12596"/>
                </a:lnTo>
                <a:lnTo>
                  <a:pt x="10032" y="11513"/>
                </a:lnTo>
                <a:lnTo>
                  <a:pt x="8651" y="10603"/>
                </a:lnTo>
                <a:lnTo>
                  <a:pt x="7195" y="9819"/>
                </a:lnTo>
                <a:lnTo>
                  <a:pt x="5662" y="9121"/>
                </a:lnTo>
                <a:lnTo>
                  <a:pt x="4060" y="8464"/>
                </a:lnTo>
                <a:lnTo>
                  <a:pt x="2387" y="7798"/>
                </a:lnTo>
                <a:lnTo>
                  <a:pt x="1204" y="6989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53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1" name="contour_08589"/>
          <p:cNvSpPr/>
          <p:nvPr/>
        </p:nvSpPr>
        <p:spPr>
          <a:xfrm>
            <a:off x="8143773" y="5903273"/>
            <a:ext cx="3810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21" y="0"/>
                </a:lnTo>
                <a:lnTo>
                  <a:pt x="5846" y="0"/>
                </a:lnTo>
                <a:lnTo>
                  <a:pt x="8780" y="0"/>
                </a:lnTo>
                <a:lnTo>
                  <a:pt x="11725" y="0"/>
                </a:lnTo>
                <a:lnTo>
                  <a:pt x="14684" y="0"/>
                </a:lnTo>
                <a:lnTo>
                  <a:pt x="17658" y="0"/>
                </a:lnTo>
                <a:lnTo>
                  <a:pt x="20658" y="0"/>
                </a:lnTo>
                <a:lnTo>
                  <a:pt x="20960" y="1831"/>
                </a:lnTo>
                <a:lnTo>
                  <a:pt x="21220" y="3640"/>
                </a:lnTo>
                <a:lnTo>
                  <a:pt x="21422" y="5435"/>
                </a:lnTo>
                <a:lnTo>
                  <a:pt x="21555" y="7220"/>
                </a:lnTo>
                <a:lnTo>
                  <a:pt x="21600" y="9002"/>
                </a:lnTo>
                <a:lnTo>
                  <a:pt x="21546" y="10787"/>
                </a:lnTo>
                <a:lnTo>
                  <a:pt x="21381" y="12577"/>
                </a:lnTo>
                <a:lnTo>
                  <a:pt x="21092" y="14380"/>
                </a:lnTo>
                <a:lnTo>
                  <a:pt x="20658" y="16200"/>
                </a:lnTo>
                <a:lnTo>
                  <a:pt x="18534" y="17402"/>
                </a:lnTo>
                <a:lnTo>
                  <a:pt x="16365" y="18411"/>
                </a:lnTo>
                <a:lnTo>
                  <a:pt x="14138" y="19259"/>
                </a:lnTo>
                <a:lnTo>
                  <a:pt x="11821" y="19972"/>
                </a:lnTo>
                <a:lnTo>
                  <a:pt x="9395" y="20582"/>
                </a:lnTo>
                <a:lnTo>
                  <a:pt x="6842" y="21114"/>
                </a:lnTo>
                <a:lnTo>
                  <a:pt x="4132" y="21600"/>
                </a:lnTo>
                <a:lnTo>
                  <a:pt x="4202" y="19937"/>
                </a:lnTo>
                <a:lnTo>
                  <a:pt x="4276" y="18247"/>
                </a:lnTo>
                <a:lnTo>
                  <a:pt x="4313" y="16789"/>
                </a:lnTo>
                <a:lnTo>
                  <a:pt x="4351" y="15322"/>
                </a:lnTo>
                <a:lnTo>
                  <a:pt x="4388" y="13838"/>
                </a:lnTo>
                <a:lnTo>
                  <a:pt x="4408" y="13195"/>
                </a:lnTo>
                <a:lnTo>
                  <a:pt x="4450" y="12064"/>
                </a:lnTo>
                <a:lnTo>
                  <a:pt x="4536" y="9472"/>
                </a:lnTo>
                <a:lnTo>
                  <a:pt x="4346" y="7730"/>
                </a:lnTo>
                <a:lnTo>
                  <a:pt x="4099" y="6407"/>
                </a:lnTo>
                <a:lnTo>
                  <a:pt x="3665" y="5233"/>
                </a:lnTo>
                <a:lnTo>
                  <a:pt x="2921" y="3950"/>
                </a:lnTo>
                <a:lnTo>
                  <a:pt x="1744" y="2295"/>
                </a:lnTo>
                <a:lnTo>
                  <a:pt x="0" y="0"/>
                </a:lnTo>
                <a:close/>
              </a:path>
            </a:pathLst>
          </a:custGeom>
          <a:solidFill>
            <a:srgbClr val="EF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2" name="contour_08590"/>
          <p:cNvSpPr/>
          <p:nvPr/>
        </p:nvSpPr>
        <p:spPr>
          <a:xfrm>
            <a:off x="8100045" y="5844969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206" y="1346"/>
                </a:lnTo>
                <a:lnTo>
                  <a:pt x="7925" y="2696"/>
                </a:lnTo>
                <a:lnTo>
                  <a:pt x="8640" y="4050"/>
                </a:lnTo>
                <a:lnTo>
                  <a:pt x="8942" y="4616"/>
                </a:lnTo>
                <a:lnTo>
                  <a:pt x="9854" y="6329"/>
                </a:lnTo>
                <a:lnTo>
                  <a:pt x="10316" y="7491"/>
                </a:lnTo>
                <a:lnTo>
                  <a:pt x="10595" y="8418"/>
                </a:lnTo>
                <a:lnTo>
                  <a:pt x="10740" y="9426"/>
                </a:lnTo>
                <a:lnTo>
                  <a:pt x="10791" y="10832"/>
                </a:lnTo>
                <a:lnTo>
                  <a:pt x="10800" y="12960"/>
                </a:lnTo>
                <a:lnTo>
                  <a:pt x="12327" y="12960"/>
                </a:lnTo>
                <a:lnTo>
                  <a:pt x="13856" y="12960"/>
                </a:lnTo>
                <a:lnTo>
                  <a:pt x="15390" y="12960"/>
                </a:lnTo>
                <a:lnTo>
                  <a:pt x="16930" y="12960"/>
                </a:lnTo>
                <a:lnTo>
                  <a:pt x="18477" y="12960"/>
                </a:lnTo>
                <a:lnTo>
                  <a:pt x="20032" y="12960"/>
                </a:lnTo>
                <a:lnTo>
                  <a:pt x="21600" y="12960"/>
                </a:lnTo>
                <a:lnTo>
                  <a:pt x="21600" y="14031"/>
                </a:lnTo>
                <a:lnTo>
                  <a:pt x="21600" y="15120"/>
                </a:lnTo>
                <a:lnTo>
                  <a:pt x="20336" y="15656"/>
                </a:lnTo>
                <a:lnTo>
                  <a:pt x="19397" y="16036"/>
                </a:lnTo>
                <a:lnTo>
                  <a:pt x="18494" y="16364"/>
                </a:lnTo>
                <a:lnTo>
                  <a:pt x="17343" y="16744"/>
                </a:lnTo>
                <a:lnTo>
                  <a:pt x="15660" y="17280"/>
                </a:lnTo>
                <a:lnTo>
                  <a:pt x="14483" y="17654"/>
                </a:lnTo>
                <a:lnTo>
                  <a:pt x="13299" y="18030"/>
                </a:lnTo>
                <a:lnTo>
                  <a:pt x="12100" y="18410"/>
                </a:lnTo>
                <a:lnTo>
                  <a:pt x="10763" y="18803"/>
                </a:lnTo>
                <a:lnTo>
                  <a:pt x="9424" y="19185"/>
                </a:lnTo>
                <a:lnTo>
                  <a:pt x="8085" y="19559"/>
                </a:lnTo>
                <a:lnTo>
                  <a:pt x="6746" y="19922"/>
                </a:lnTo>
                <a:lnTo>
                  <a:pt x="5402" y="20276"/>
                </a:lnTo>
                <a:lnTo>
                  <a:pt x="4059" y="20619"/>
                </a:lnTo>
                <a:lnTo>
                  <a:pt x="2709" y="20954"/>
                </a:lnTo>
                <a:lnTo>
                  <a:pt x="1356" y="21282"/>
                </a:lnTo>
                <a:lnTo>
                  <a:pt x="0" y="21600"/>
                </a:lnTo>
                <a:lnTo>
                  <a:pt x="670" y="20352"/>
                </a:lnTo>
                <a:lnTo>
                  <a:pt x="1344" y="19094"/>
                </a:lnTo>
                <a:lnTo>
                  <a:pt x="2026" y="17820"/>
                </a:lnTo>
                <a:lnTo>
                  <a:pt x="2672" y="16483"/>
                </a:lnTo>
                <a:lnTo>
                  <a:pt x="3277" y="15168"/>
                </a:lnTo>
                <a:lnTo>
                  <a:pt x="3838" y="13865"/>
                </a:lnTo>
                <a:lnTo>
                  <a:pt x="4357" y="12563"/>
                </a:lnTo>
                <a:lnTo>
                  <a:pt x="4830" y="11256"/>
                </a:lnTo>
                <a:lnTo>
                  <a:pt x="5255" y="9934"/>
                </a:lnTo>
                <a:lnTo>
                  <a:pt x="5635" y="8588"/>
                </a:lnTo>
                <a:lnTo>
                  <a:pt x="5966" y="7210"/>
                </a:lnTo>
                <a:lnTo>
                  <a:pt x="6249" y="5789"/>
                </a:lnTo>
                <a:lnTo>
                  <a:pt x="6480" y="4320"/>
                </a:lnTo>
                <a:lnTo>
                  <a:pt x="5273" y="3374"/>
                </a:lnTo>
                <a:lnTo>
                  <a:pt x="4419" y="2834"/>
                </a:lnTo>
                <a:lnTo>
                  <a:pt x="3519" y="2497"/>
                </a:lnTo>
                <a:lnTo>
                  <a:pt x="2160" y="2160"/>
                </a:lnTo>
                <a:lnTo>
                  <a:pt x="3229" y="1624"/>
                </a:lnTo>
                <a:lnTo>
                  <a:pt x="4305" y="1089"/>
                </a:lnTo>
                <a:lnTo>
                  <a:pt x="5385" y="546"/>
                </a:lnTo>
                <a:lnTo>
                  <a:pt x="6480" y="0"/>
                </a:lnTo>
                <a:close/>
              </a:path>
            </a:pathLst>
          </a:custGeom>
          <a:solidFill>
            <a:srgbClr val="545552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3" name="contour_08591"/>
          <p:cNvSpPr/>
          <p:nvPr/>
        </p:nvSpPr>
        <p:spPr>
          <a:xfrm>
            <a:off x="644430" y="5859545"/>
            <a:ext cx="58304" cy="659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673" y="2469"/>
                </a:lnTo>
                <a:lnTo>
                  <a:pt x="9636" y="4602"/>
                </a:lnTo>
                <a:lnTo>
                  <a:pt x="11318" y="6439"/>
                </a:lnTo>
                <a:lnTo>
                  <a:pt x="12757" y="8021"/>
                </a:lnTo>
                <a:lnTo>
                  <a:pt x="13991" y="9392"/>
                </a:lnTo>
                <a:lnTo>
                  <a:pt x="15053" y="10595"/>
                </a:lnTo>
                <a:lnTo>
                  <a:pt x="15976" y="11666"/>
                </a:lnTo>
                <a:lnTo>
                  <a:pt x="16799" y="12654"/>
                </a:lnTo>
                <a:lnTo>
                  <a:pt x="17558" y="13594"/>
                </a:lnTo>
                <a:lnTo>
                  <a:pt x="18284" y="14531"/>
                </a:lnTo>
                <a:lnTo>
                  <a:pt x="19016" y="15507"/>
                </a:lnTo>
                <a:lnTo>
                  <a:pt x="19791" y="16564"/>
                </a:lnTo>
                <a:lnTo>
                  <a:pt x="20639" y="17742"/>
                </a:lnTo>
                <a:lnTo>
                  <a:pt x="21600" y="19085"/>
                </a:lnTo>
                <a:lnTo>
                  <a:pt x="18795" y="20226"/>
                </a:lnTo>
                <a:lnTo>
                  <a:pt x="16794" y="20980"/>
                </a:lnTo>
                <a:lnTo>
                  <a:pt x="15293" y="21416"/>
                </a:lnTo>
                <a:lnTo>
                  <a:pt x="13994" y="21600"/>
                </a:lnTo>
                <a:lnTo>
                  <a:pt x="12596" y="21595"/>
                </a:lnTo>
                <a:lnTo>
                  <a:pt x="10800" y="21471"/>
                </a:lnTo>
                <a:lnTo>
                  <a:pt x="9323" y="20317"/>
                </a:lnTo>
                <a:lnTo>
                  <a:pt x="7933" y="19124"/>
                </a:lnTo>
                <a:lnTo>
                  <a:pt x="6618" y="17890"/>
                </a:lnTo>
                <a:lnTo>
                  <a:pt x="5373" y="16612"/>
                </a:lnTo>
                <a:lnTo>
                  <a:pt x="4193" y="15290"/>
                </a:lnTo>
                <a:lnTo>
                  <a:pt x="3070" y="13925"/>
                </a:lnTo>
                <a:lnTo>
                  <a:pt x="2003" y="12513"/>
                </a:lnTo>
                <a:lnTo>
                  <a:pt x="980" y="11053"/>
                </a:lnTo>
                <a:lnTo>
                  <a:pt x="0" y="9543"/>
                </a:lnTo>
                <a:lnTo>
                  <a:pt x="0" y="7966"/>
                </a:lnTo>
                <a:lnTo>
                  <a:pt x="0" y="6379"/>
                </a:lnTo>
                <a:lnTo>
                  <a:pt x="0" y="4771"/>
                </a:lnTo>
                <a:lnTo>
                  <a:pt x="1785" y="4771"/>
                </a:lnTo>
                <a:lnTo>
                  <a:pt x="3580" y="4771"/>
                </a:lnTo>
                <a:lnTo>
                  <a:pt x="5400" y="4771"/>
                </a:lnTo>
                <a:lnTo>
                  <a:pt x="5400" y="3194"/>
                </a:lnTo>
                <a:lnTo>
                  <a:pt x="5400" y="1608"/>
                </a:lnTo>
                <a:lnTo>
                  <a:pt x="5400" y="0"/>
                </a:lnTo>
                <a:close/>
              </a:path>
            </a:pathLst>
          </a:custGeom>
          <a:solidFill>
            <a:srgbClr val="98B5D2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4" name="contour_08592"/>
          <p:cNvSpPr/>
          <p:nvPr/>
        </p:nvSpPr>
        <p:spPr>
          <a:xfrm>
            <a:off x="5549248" y="5844969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2867" y="1785"/>
                </a:lnTo>
                <a:lnTo>
                  <a:pt x="3038" y="3580"/>
                </a:lnTo>
                <a:lnTo>
                  <a:pt x="3208" y="5400"/>
                </a:lnTo>
                <a:lnTo>
                  <a:pt x="3637" y="7187"/>
                </a:lnTo>
                <a:lnTo>
                  <a:pt x="4010" y="8346"/>
                </a:lnTo>
                <a:lnTo>
                  <a:pt x="4528" y="9380"/>
                </a:lnTo>
                <a:lnTo>
                  <a:pt x="5400" y="10800"/>
                </a:lnTo>
                <a:lnTo>
                  <a:pt x="7166" y="10986"/>
                </a:lnTo>
                <a:lnTo>
                  <a:pt x="8888" y="11054"/>
                </a:lnTo>
                <a:lnTo>
                  <a:pt x="10595" y="11032"/>
                </a:lnTo>
                <a:lnTo>
                  <a:pt x="12301" y="10940"/>
                </a:lnTo>
                <a:lnTo>
                  <a:pt x="14029" y="10805"/>
                </a:lnTo>
                <a:lnTo>
                  <a:pt x="15800" y="10652"/>
                </a:lnTo>
                <a:lnTo>
                  <a:pt x="16570" y="10689"/>
                </a:lnTo>
                <a:lnTo>
                  <a:pt x="18900" y="10800"/>
                </a:lnTo>
                <a:lnTo>
                  <a:pt x="20056" y="12728"/>
                </a:lnTo>
                <a:lnTo>
                  <a:pt x="20774" y="14113"/>
                </a:lnTo>
                <a:lnTo>
                  <a:pt x="21184" y="15344"/>
                </a:lnTo>
                <a:lnTo>
                  <a:pt x="21416" y="16810"/>
                </a:lnTo>
                <a:lnTo>
                  <a:pt x="21600" y="18900"/>
                </a:lnTo>
                <a:lnTo>
                  <a:pt x="20261" y="20239"/>
                </a:lnTo>
                <a:lnTo>
                  <a:pt x="18900" y="21600"/>
                </a:lnTo>
                <a:lnTo>
                  <a:pt x="16991" y="21438"/>
                </a:lnTo>
                <a:lnTo>
                  <a:pt x="15093" y="21236"/>
                </a:lnTo>
                <a:lnTo>
                  <a:pt x="13200" y="21003"/>
                </a:lnTo>
                <a:lnTo>
                  <a:pt x="11313" y="20741"/>
                </a:lnTo>
                <a:lnTo>
                  <a:pt x="9428" y="20461"/>
                </a:lnTo>
                <a:lnTo>
                  <a:pt x="7544" y="20161"/>
                </a:lnTo>
                <a:lnTo>
                  <a:pt x="5662" y="19850"/>
                </a:lnTo>
                <a:lnTo>
                  <a:pt x="3780" y="19532"/>
                </a:lnTo>
                <a:lnTo>
                  <a:pt x="1893" y="19213"/>
                </a:lnTo>
                <a:lnTo>
                  <a:pt x="0" y="18900"/>
                </a:lnTo>
                <a:lnTo>
                  <a:pt x="267" y="17029"/>
                </a:lnTo>
                <a:lnTo>
                  <a:pt x="535" y="15155"/>
                </a:lnTo>
                <a:lnTo>
                  <a:pt x="802" y="13281"/>
                </a:lnTo>
                <a:lnTo>
                  <a:pt x="1072" y="11405"/>
                </a:lnTo>
                <a:lnTo>
                  <a:pt x="1339" y="9520"/>
                </a:lnTo>
                <a:lnTo>
                  <a:pt x="1609" y="7633"/>
                </a:lnTo>
                <a:lnTo>
                  <a:pt x="1879" y="5738"/>
                </a:lnTo>
                <a:lnTo>
                  <a:pt x="2152" y="3834"/>
                </a:lnTo>
                <a:lnTo>
                  <a:pt x="2425" y="1922"/>
                </a:lnTo>
                <a:lnTo>
                  <a:pt x="2700" y="0"/>
                </a:lnTo>
                <a:close/>
              </a:path>
            </a:pathLst>
          </a:custGeom>
          <a:solidFill>
            <a:srgbClr val="B8A470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5" name="contour_08593"/>
          <p:cNvSpPr/>
          <p:nvPr/>
        </p:nvSpPr>
        <p:spPr>
          <a:xfrm>
            <a:off x="1817797" y="5837178"/>
            <a:ext cx="51016" cy="806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14"/>
                </a:moveTo>
                <a:lnTo>
                  <a:pt x="16342" y="39"/>
                </a:lnTo>
                <a:lnTo>
                  <a:pt x="18443" y="66"/>
                </a:lnTo>
                <a:lnTo>
                  <a:pt x="19227" y="82"/>
                </a:lnTo>
                <a:lnTo>
                  <a:pt x="21600" y="135"/>
                </a:lnTo>
                <a:lnTo>
                  <a:pt x="20983" y="3089"/>
                </a:lnTo>
                <a:lnTo>
                  <a:pt x="20440" y="5681"/>
                </a:lnTo>
                <a:lnTo>
                  <a:pt x="19958" y="7944"/>
                </a:lnTo>
                <a:lnTo>
                  <a:pt x="19533" y="9907"/>
                </a:lnTo>
                <a:lnTo>
                  <a:pt x="19153" y="11603"/>
                </a:lnTo>
                <a:lnTo>
                  <a:pt x="18811" y="13063"/>
                </a:lnTo>
                <a:lnTo>
                  <a:pt x="18499" y="14317"/>
                </a:lnTo>
                <a:lnTo>
                  <a:pt x="18203" y="15400"/>
                </a:lnTo>
                <a:lnTo>
                  <a:pt x="17916" y="16341"/>
                </a:lnTo>
                <a:lnTo>
                  <a:pt x="17632" y="17172"/>
                </a:lnTo>
                <a:lnTo>
                  <a:pt x="17339" y="17924"/>
                </a:lnTo>
                <a:lnTo>
                  <a:pt x="17027" y="18626"/>
                </a:lnTo>
                <a:lnTo>
                  <a:pt x="16691" y="19315"/>
                </a:lnTo>
                <a:lnTo>
                  <a:pt x="16317" y="20019"/>
                </a:lnTo>
                <a:lnTo>
                  <a:pt x="15901" y="20771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9624" y="20517"/>
                </a:lnTo>
                <a:lnTo>
                  <a:pt x="9992" y="19426"/>
                </a:lnTo>
                <a:lnTo>
                  <a:pt x="10365" y="18324"/>
                </a:lnTo>
                <a:lnTo>
                  <a:pt x="10763" y="16938"/>
                </a:lnTo>
                <a:lnTo>
                  <a:pt x="11133" y="15572"/>
                </a:lnTo>
                <a:lnTo>
                  <a:pt x="11463" y="14216"/>
                </a:lnTo>
                <a:lnTo>
                  <a:pt x="11750" y="12864"/>
                </a:lnTo>
                <a:lnTo>
                  <a:pt x="11988" y="11511"/>
                </a:lnTo>
                <a:lnTo>
                  <a:pt x="12173" y="10155"/>
                </a:lnTo>
                <a:lnTo>
                  <a:pt x="12297" y="8785"/>
                </a:lnTo>
                <a:lnTo>
                  <a:pt x="12355" y="7398"/>
                </a:lnTo>
                <a:lnTo>
                  <a:pt x="12343" y="5989"/>
                </a:lnTo>
                <a:lnTo>
                  <a:pt x="10837" y="4978"/>
                </a:lnTo>
                <a:lnTo>
                  <a:pt x="9288" y="4170"/>
                </a:lnTo>
                <a:lnTo>
                  <a:pt x="7674" y="3534"/>
                </a:lnTo>
                <a:lnTo>
                  <a:pt x="5965" y="3038"/>
                </a:lnTo>
                <a:lnTo>
                  <a:pt x="4135" y="2652"/>
                </a:lnTo>
                <a:lnTo>
                  <a:pt x="2154" y="2344"/>
                </a:lnTo>
                <a:lnTo>
                  <a:pt x="0" y="2086"/>
                </a:lnTo>
                <a:lnTo>
                  <a:pt x="2049" y="1380"/>
                </a:lnTo>
                <a:lnTo>
                  <a:pt x="3996" y="845"/>
                </a:lnTo>
                <a:lnTo>
                  <a:pt x="5894" y="459"/>
                </a:lnTo>
                <a:lnTo>
                  <a:pt x="7810" y="203"/>
                </a:lnTo>
                <a:lnTo>
                  <a:pt x="9803" y="57"/>
                </a:lnTo>
                <a:lnTo>
                  <a:pt x="11939" y="0"/>
                </a:lnTo>
                <a:lnTo>
                  <a:pt x="14271" y="14"/>
                </a:lnTo>
                <a:close/>
              </a:path>
            </a:pathLst>
          </a:custGeom>
          <a:solidFill>
            <a:srgbClr val="464449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6" name="contour_08594"/>
          <p:cNvSpPr/>
          <p:nvPr/>
        </p:nvSpPr>
        <p:spPr>
          <a:xfrm>
            <a:off x="1730341" y="5837681"/>
            <a:ext cx="6111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83" y="248"/>
                </a:lnTo>
                <a:lnTo>
                  <a:pt x="3722" y="522"/>
                </a:lnTo>
                <a:lnTo>
                  <a:pt x="5515" y="828"/>
                </a:lnTo>
                <a:lnTo>
                  <a:pt x="7270" y="1174"/>
                </a:lnTo>
                <a:lnTo>
                  <a:pt x="8988" y="1564"/>
                </a:lnTo>
                <a:lnTo>
                  <a:pt x="10670" y="2005"/>
                </a:lnTo>
                <a:lnTo>
                  <a:pt x="12321" y="2507"/>
                </a:lnTo>
                <a:lnTo>
                  <a:pt x="13941" y="3073"/>
                </a:lnTo>
                <a:lnTo>
                  <a:pt x="15536" y="3712"/>
                </a:lnTo>
                <a:lnTo>
                  <a:pt x="17105" y="4428"/>
                </a:lnTo>
                <a:lnTo>
                  <a:pt x="18656" y="5231"/>
                </a:lnTo>
                <a:lnTo>
                  <a:pt x="19609" y="6325"/>
                </a:lnTo>
                <a:lnTo>
                  <a:pt x="20338" y="7441"/>
                </a:lnTo>
                <a:lnTo>
                  <a:pt x="20868" y="8575"/>
                </a:lnTo>
                <a:lnTo>
                  <a:pt x="21232" y="9731"/>
                </a:lnTo>
                <a:lnTo>
                  <a:pt x="21456" y="10904"/>
                </a:lnTo>
                <a:lnTo>
                  <a:pt x="21569" y="12098"/>
                </a:lnTo>
                <a:lnTo>
                  <a:pt x="21600" y="13311"/>
                </a:lnTo>
                <a:lnTo>
                  <a:pt x="21574" y="14542"/>
                </a:lnTo>
                <a:lnTo>
                  <a:pt x="21523" y="15791"/>
                </a:lnTo>
                <a:lnTo>
                  <a:pt x="21474" y="17059"/>
                </a:lnTo>
                <a:lnTo>
                  <a:pt x="20933" y="18664"/>
                </a:lnTo>
                <a:lnTo>
                  <a:pt x="20387" y="19618"/>
                </a:lnTo>
                <a:lnTo>
                  <a:pt x="19511" y="20297"/>
                </a:lnTo>
                <a:lnTo>
                  <a:pt x="17973" y="21080"/>
                </a:lnTo>
                <a:lnTo>
                  <a:pt x="16724" y="21337"/>
                </a:lnTo>
                <a:lnTo>
                  <a:pt x="15456" y="21600"/>
                </a:lnTo>
                <a:lnTo>
                  <a:pt x="15575" y="20579"/>
                </a:lnTo>
                <a:lnTo>
                  <a:pt x="15696" y="19553"/>
                </a:lnTo>
                <a:lnTo>
                  <a:pt x="15819" y="18513"/>
                </a:lnTo>
                <a:lnTo>
                  <a:pt x="15917" y="17235"/>
                </a:lnTo>
                <a:lnTo>
                  <a:pt x="15992" y="15970"/>
                </a:lnTo>
                <a:lnTo>
                  <a:pt x="16041" y="14717"/>
                </a:lnTo>
                <a:lnTo>
                  <a:pt x="16054" y="13471"/>
                </a:lnTo>
                <a:lnTo>
                  <a:pt x="16031" y="12227"/>
                </a:lnTo>
                <a:lnTo>
                  <a:pt x="15966" y="10982"/>
                </a:lnTo>
                <a:lnTo>
                  <a:pt x="15850" y="9733"/>
                </a:lnTo>
                <a:lnTo>
                  <a:pt x="15683" y="8473"/>
                </a:lnTo>
                <a:lnTo>
                  <a:pt x="15456" y="7200"/>
                </a:lnTo>
                <a:lnTo>
                  <a:pt x="13959" y="6485"/>
                </a:lnTo>
                <a:lnTo>
                  <a:pt x="12574" y="6050"/>
                </a:lnTo>
                <a:lnTo>
                  <a:pt x="11167" y="5818"/>
                </a:lnTo>
                <a:lnTo>
                  <a:pt x="9614" y="5711"/>
                </a:lnTo>
                <a:lnTo>
                  <a:pt x="7787" y="5654"/>
                </a:lnTo>
                <a:lnTo>
                  <a:pt x="5866" y="5429"/>
                </a:lnTo>
                <a:lnTo>
                  <a:pt x="4706" y="5035"/>
                </a:lnTo>
                <a:lnTo>
                  <a:pt x="3321" y="4135"/>
                </a:lnTo>
                <a:lnTo>
                  <a:pt x="2442" y="3121"/>
                </a:lnTo>
                <a:lnTo>
                  <a:pt x="1602" y="2090"/>
                </a:lnTo>
                <a:lnTo>
                  <a:pt x="791" y="1048"/>
                </a:lnTo>
                <a:lnTo>
                  <a:pt x="0" y="0"/>
                </a:lnTo>
                <a:close/>
              </a:path>
            </a:pathLst>
          </a:custGeom>
          <a:solidFill>
            <a:srgbClr val="27272A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7" name="contour_08595"/>
          <p:cNvSpPr/>
          <p:nvPr/>
        </p:nvSpPr>
        <p:spPr>
          <a:xfrm>
            <a:off x="10475938" y="5820831"/>
            <a:ext cx="80168" cy="38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83" y="0"/>
                </a:moveTo>
                <a:lnTo>
                  <a:pt x="9076" y="94"/>
                </a:lnTo>
                <a:lnTo>
                  <a:pt x="10496" y="354"/>
                </a:lnTo>
                <a:lnTo>
                  <a:pt x="11778" y="809"/>
                </a:lnTo>
                <a:lnTo>
                  <a:pt x="12952" y="1488"/>
                </a:lnTo>
                <a:lnTo>
                  <a:pt x="14056" y="2428"/>
                </a:lnTo>
                <a:lnTo>
                  <a:pt x="15118" y="3656"/>
                </a:lnTo>
                <a:lnTo>
                  <a:pt x="16176" y="5205"/>
                </a:lnTo>
                <a:lnTo>
                  <a:pt x="17260" y="7108"/>
                </a:lnTo>
                <a:lnTo>
                  <a:pt x="18405" y="9401"/>
                </a:lnTo>
                <a:lnTo>
                  <a:pt x="19224" y="11402"/>
                </a:lnTo>
                <a:lnTo>
                  <a:pt x="20031" y="13419"/>
                </a:lnTo>
                <a:lnTo>
                  <a:pt x="20824" y="15460"/>
                </a:lnTo>
                <a:lnTo>
                  <a:pt x="21600" y="17534"/>
                </a:lnTo>
                <a:lnTo>
                  <a:pt x="20432" y="18339"/>
                </a:lnTo>
                <a:lnTo>
                  <a:pt x="19261" y="19148"/>
                </a:lnTo>
                <a:lnTo>
                  <a:pt x="18085" y="19957"/>
                </a:lnTo>
                <a:lnTo>
                  <a:pt x="16903" y="20775"/>
                </a:lnTo>
                <a:lnTo>
                  <a:pt x="15709" y="21600"/>
                </a:lnTo>
                <a:lnTo>
                  <a:pt x="15709" y="18912"/>
                </a:lnTo>
                <a:lnTo>
                  <a:pt x="15709" y="16208"/>
                </a:lnTo>
                <a:lnTo>
                  <a:pt x="15709" y="13467"/>
                </a:lnTo>
                <a:lnTo>
                  <a:pt x="15275" y="13663"/>
                </a:lnTo>
                <a:lnTo>
                  <a:pt x="14513" y="14004"/>
                </a:lnTo>
                <a:lnTo>
                  <a:pt x="12770" y="14785"/>
                </a:lnTo>
                <a:lnTo>
                  <a:pt x="11509" y="15273"/>
                </a:lnTo>
                <a:lnTo>
                  <a:pt x="10242" y="15765"/>
                </a:lnTo>
                <a:lnTo>
                  <a:pt x="8956" y="16265"/>
                </a:lnTo>
                <a:lnTo>
                  <a:pt x="7703" y="16781"/>
                </a:lnTo>
                <a:lnTo>
                  <a:pt x="6441" y="17306"/>
                </a:lnTo>
                <a:lnTo>
                  <a:pt x="5160" y="17835"/>
                </a:lnTo>
                <a:lnTo>
                  <a:pt x="4104" y="17737"/>
                </a:lnTo>
                <a:lnTo>
                  <a:pt x="3040" y="17635"/>
                </a:lnTo>
                <a:lnTo>
                  <a:pt x="1964" y="17534"/>
                </a:lnTo>
                <a:lnTo>
                  <a:pt x="1206" y="14667"/>
                </a:lnTo>
                <a:lnTo>
                  <a:pt x="727" y="12601"/>
                </a:lnTo>
                <a:lnTo>
                  <a:pt x="428" y="10747"/>
                </a:lnTo>
                <a:lnTo>
                  <a:pt x="216" y="8519"/>
                </a:lnTo>
                <a:lnTo>
                  <a:pt x="0" y="5335"/>
                </a:lnTo>
                <a:lnTo>
                  <a:pt x="1194" y="3123"/>
                </a:lnTo>
                <a:lnTo>
                  <a:pt x="2282" y="1675"/>
                </a:lnTo>
                <a:lnTo>
                  <a:pt x="3362" y="813"/>
                </a:lnTo>
                <a:lnTo>
                  <a:pt x="4524" y="362"/>
                </a:lnTo>
                <a:lnTo>
                  <a:pt x="5867" y="150"/>
                </a:lnTo>
                <a:lnTo>
                  <a:pt x="7483" y="0"/>
                </a:lnTo>
                <a:close/>
              </a:path>
            </a:pathLst>
          </a:custGeom>
          <a:solidFill>
            <a:srgbClr val="D5D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8" name="contour_08596"/>
          <p:cNvSpPr/>
          <p:nvPr/>
        </p:nvSpPr>
        <p:spPr>
          <a:xfrm>
            <a:off x="10723722" y="5779377"/>
            <a:ext cx="43728" cy="45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72"/>
                </a:lnTo>
                <a:lnTo>
                  <a:pt x="2084" y="333"/>
                </a:lnTo>
                <a:lnTo>
                  <a:pt x="3175" y="505"/>
                </a:lnTo>
                <a:lnTo>
                  <a:pt x="4536" y="721"/>
                </a:lnTo>
                <a:lnTo>
                  <a:pt x="6343" y="1010"/>
                </a:lnTo>
                <a:lnTo>
                  <a:pt x="8777" y="1394"/>
                </a:lnTo>
                <a:lnTo>
                  <a:pt x="12010" y="1910"/>
                </a:lnTo>
                <a:lnTo>
                  <a:pt x="16225" y="2579"/>
                </a:lnTo>
                <a:lnTo>
                  <a:pt x="21600" y="3435"/>
                </a:lnTo>
                <a:lnTo>
                  <a:pt x="21179" y="7439"/>
                </a:lnTo>
                <a:lnTo>
                  <a:pt x="20830" y="10510"/>
                </a:lnTo>
                <a:lnTo>
                  <a:pt x="20520" y="12849"/>
                </a:lnTo>
                <a:lnTo>
                  <a:pt x="20200" y="14655"/>
                </a:lnTo>
                <a:lnTo>
                  <a:pt x="19829" y="16136"/>
                </a:lnTo>
                <a:lnTo>
                  <a:pt x="19368" y="17485"/>
                </a:lnTo>
                <a:lnTo>
                  <a:pt x="18774" y="18911"/>
                </a:lnTo>
                <a:lnTo>
                  <a:pt x="18000" y="20607"/>
                </a:lnTo>
                <a:lnTo>
                  <a:pt x="15476" y="21281"/>
                </a:lnTo>
                <a:lnTo>
                  <a:pt x="13165" y="21586"/>
                </a:lnTo>
                <a:lnTo>
                  <a:pt x="10944" y="21600"/>
                </a:lnTo>
                <a:lnTo>
                  <a:pt x="8690" y="21390"/>
                </a:lnTo>
                <a:lnTo>
                  <a:pt x="6282" y="21037"/>
                </a:lnTo>
                <a:lnTo>
                  <a:pt x="3600" y="20607"/>
                </a:lnTo>
                <a:lnTo>
                  <a:pt x="3204" y="18341"/>
                </a:lnTo>
                <a:lnTo>
                  <a:pt x="2808" y="16070"/>
                </a:lnTo>
                <a:lnTo>
                  <a:pt x="2412" y="13800"/>
                </a:lnTo>
                <a:lnTo>
                  <a:pt x="2012" y="11523"/>
                </a:lnTo>
                <a:lnTo>
                  <a:pt x="1613" y="9239"/>
                </a:lnTo>
                <a:lnTo>
                  <a:pt x="1213" y="6945"/>
                </a:lnTo>
                <a:lnTo>
                  <a:pt x="810" y="4644"/>
                </a:lnTo>
                <a:lnTo>
                  <a:pt x="407" y="2329"/>
                </a:lnTo>
                <a:lnTo>
                  <a:pt x="0" y="0"/>
                </a:lnTo>
                <a:close/>
              </a:path>
            </a:pathLst>
          </a:custGeom>
          <a:solidFill>
            <a:srgbClr val="F0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599" name="contour_08597"/>
          <p:cNvSpPr/>
          <p:nvPr/>
        </p:nvSpPr>
        <p:spPr>
          <a:xfrm>
            <a:off x="724598" y="5742937"/>
            <a:ext cx="94744" cy="442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743" y="0"/>
                </a:lnTo>
                <a:lnTo>
                  <a:pt x="8841" y="0"/>
                </a:lnTo>
                <a:lnTo>
                  <a:pt x="9944" y="0"/>
                </a:lnTo>
                <a:lnTo>
                  <a:pt x="11053" y="0"/>
                </a:lnTo>
                <a:lnTo>
                  <a:pt x="12167" y="0"/>
                </a:lnTo>
                <a:lnTo>
                  <a:pt x="13292" y="0"/>
                </a:lnTo>
                <a:lnTo>
                  <a:pt x="13292" y="2518"/>
                </a:lnTo>
                <a:lnTo>
                  <a:pt x="13292" y="5039"/>
                </a:lnTo>
                <a:lnTo>
                  <a:pt x="13292" y="7568"/>
                </a:lnTo>
                <a:lnTo>
                  <a:pt x="13292" y="10107"/>
                </a:lnTo>
                <a:lnTo>
                  <a:pt x="13292" y="12657"/>
                </a:lnTo>
                <a:lnTo>
                  <a:pt x="13292" y="15222"/>
                </a:lnTo>
                <a:lnTo>
                  <a:pt x="13292" y="17807"/>
                </a:lnTo>
                <a:lnTo>
                  <a:pt x="14467" y="17807"/>
                </a:lnTo>
                <a:lnTo>
                  <a:pt x="15643" y="17807"/>
                </a:lnTo>
                <a:lnTo>
                  <a:pt x="16823" y="17807"/>
                </a:lnTo>
                <a:lnTo>
                  <a:pt x="18008" y="17807"/>
                </a:lnTo>
                <a:lnTo>
                  <a:pt x="19197" y="17807"/>
                </a:lnTo>
                <a:lnTo>
                  <a:pt x="20394" y="17807"/>
                </a:lnTo>
                <a:lnTo>
                  <a:pt x="21600" y="17807"/>
                </a:lnTo>
                <a:lnTo>
                  <a:pt x="21600" y="19574"/>
                </a:lnTo>
                <a:lnTo>
                  <a:pt x="21600" y="21369"/>
                </a:lnTo>
                <a:lnTo>
                  <a:pt x="20367" y="21511"/>
                </a:lnTo>
                <a:lnTo>
                  <a:pt x="19161" y="21589"/>
                </a:lnTo>
                <a:lnTo>
                  <a:pt x="17975" y="21600"/>
                </a:lnTo>
                <a:lnTo>
                  <a:pt x="16810" y="21550"/>
                </a:lnTo>
                <a:lnTo>
                  <a:pt x="15662" y="21436"/>
                </a:lnTo>
                <a:lnTo>
                  <a:pt x="14528" y="21265"/>
                </a:lnTo>
                <a:lnTo>
                  <a:pt x="13407" y="21034"/>
                </a:lnTo>
                <a:lnTo>
                  <a:pt x="12295" y="20749"/>
                </a:lnTo>
                <a:lnTo>
                  <a:pt x="11190" y="20403"/>
                </a:lnTo>
                <a:lnTo>
                  <a:pt x="10091" y="20008"/>
                </a:lnTo>
                <a:lnTo>
                  <a:pt x="8994" y="19559"/>
                </a:lnTo>
                <a:lnTo>
                  <a:pt x="7897" y="19057"/>
                </a:lnTo>
                <a:lnTo>
                  <a:pt x="6797" y="18505"/>
                </a:lnTo>
                <a:lnTo>
                  <a:pt x="5691" y="17907"/>
                </a:lnTo>
                <a:lnTo>
                  <a:pt x="4578" y="17262"/>
                </a:lnTo>
                <a:lnTo>
                  <a:pt x="3456" y="16571"/>
                </a:lnTo>
                <a:lnTo>
                  <a:pt x="2320" y="15838"/>
                </a:lnTo>
                <a:lnTo>
                  <a:pt x="1168" y="15061"/>
                </a:lnTo>
                <a:lnTo>
                  <a:pt x="0" y="14246"/>
                </a:lnTo>
                <a:lnTo>
                  <a:pt x="721" y="14046"/>
                </a:lnTo>
                <a:lnTo>
                  <a:pt x="1454" y="13843"/>
                </a:lnTo>
                <a:lnTo>
                  <a:pt x="2547" y="13409"/>
                </a:lnTo>
                <a:lnTo>
                  <a:pt x="3594" y="12928"/>
                </a:lnTo>
                <a:lnTo>
                  <a:pt x="4614" y="12347"/>
                </a:lnTo>
                <a:lnTo>
                  <a:pt x="5624" y="11617"/>
                </a:lnTo>
                <a:lnTo>
                  <a:pt x="6646" y="10684"/>
                </a:lnTo>
                <a:lnTo>
                  <a:pt x="6846" y="7928"/>
                </a:lnTo>
                <a:lnTo>
                  <a:pt x="6945" y="5994"/>
                </a:lnTo>
                <a:lnTo>
                  <a:pt x="6945" y="4370"/>
                </a:lnTo>
                <a:lnTo>
                  <a:pt x="6846" y="2543"/>
                </a:lnTo>
                <a:lnTo>
                  <a:pt x="6646" y="0"/>
                </a:lnTo>
                <a:close/>
              </a:path>
            </a:pathLst>
          </a:custGeom>
          <a:solidFill>
            <a:srgbClr val="29292A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0" name="contour_08598"/>
          <p:cNvSpPr/>
          <p:nvPr/>
        </p:nvSpPr>
        <p:spPr>
          <a:xfrm>
            <a:off x="5263646" y="5713785"/>
            <a:ext cx="103402" cy="43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6" y="0"/>
                </a:moveTo>
                <a:lnTo>
                  <a:pt x="927" y="720"/>
                </a:lnTo>
                <a:lnTo>
                  <a:pt x="1577" y="1446"/>
                </a:lnTo>
                <a:lnTo>
                  <a:pt x="2573" y="2450"/>
                </a:lnTo>
                <a:lnTo>
                  <a:pt x="3552" y="3368"/>
                </a:lnTo>
                <a:lnTo>
                  <a:pt x="4522" y="4210"/>
                </a:lnTo>
                <a:lnTo>
                  <a:pt x="5484" y="4973"/>
                </a:lnTo>
                <a:lnTo>
                  <a:pt x="6444" y="5664"/>
                </a:lnTo>
                <a:lnTo>
                  <a:pt x="7408" y="6286"/>
                </a:lnTo>
                <a:lnTo>
                  <a:pt x="8379" y="6844"/>
                </a:lnTo>
                <a:lnTo>
                  <a:pt x="9364" y="7340"/>
                </a:lnTo>
                <a:lnTo>
                  <a:pt x="10365" y="7776"/>
                </a:lnTo>
                <a:lnTo>
                  <a:pt x="11386" y="8157"/>
                </a:lnTo>
                <a:lnTo>
                  <a:pt x="12434" y="8488"/>
                </a:lnTo>
                <a:lnTo>
                  <a:pt x="13513" y="8772"/>
                </a:lnTo>
                <a:lnTo>
                  <a:pt x="15244" y="9262"/>
                </a:lnTo>
                <a:lnTo>
                  <a:pt x="16517" y="9672"/>
                </a:lnTo>
                <a:lnTo>
                  <a:pt x="17442" y="10086"/>
                </a:lnTo>
                <a:lnTo>
                  <a:pt x="18133" y="10586"/>
                </a:lnTo>
                <a:lnTo>
                  <a:pt x="18700" y="11255"/>
                </a:lnTo>
                <a:lnTo>
                  <a:pt x="19255" y="12169"/>
                </a:lnTo>
                <a:lnTo>
                  <a:pt x="19912" y="13410"/>
                </a:lnTo>
                <a:lnTo>
                  <a:pt x="20406" y="15228"/>
                </a:lnTo>
                <a:lnTo>
                  <a:pt x="20747" y="16685"/>
                </a:lnTo>
                <a:lnTo>
                  <a:pt x="21093" y="18552"/>
                </a:lnTo>
                <a:lnTo>
                  <a:pt x="21600" y="21589"/>
                </a:lnTo>
                <a:lnTo>
                  <a:pt x="20696" y="21589"/>
                </a:lnTo>
                <a:lnTo>
                  <a:pt x="19788" y="21589"/>
                </a:lnTo>
                <a:lnTo>
                  <a:pt x="18878" y="21589"/>
                </a:lnTo>
                <a:lnTo>
                  <a:pt x="17960" y="21589"/>
                </a:lnTo>
                <a:lnTo>
                  <a:pt x="17033" y="21589"/>
                </a:lnTo>
                <a:lnTo>
                  <a:pt x="17033" y="19211"/>
                </a:lnTo>
                <a:lnTo>
                  <a:pt x="17033" y="16818"/>
                </a:lnTo>
                <a:lnTo>
                  <a:pt x="17033" y="14393"/>
                </a:lnTo>
                <a:lnTo>
                  <a:pt x="16206" y="15037"/>
                </a:lnTo>
                <a:lnTo>
                  <a:pt x="15373" y="15688"/>
                </a:lnTo>
                <a:lnTo>
                  <a:pt x="14528" y="16347"/>
                </a:lnTo>
                <a:lnTo>
                  <a:pt x="12400" y="17887"/>
                </a:lnTo>
                <a:lnTo>
                  <a:pt x="10643" y="19135"/>
                </a:lnTo>
                <a:lnTo>
                  <a:pt x="9208" y="20107"/>
                </a:lnTo>
                <a:lnTo>
                  <a:pt x="8040" y="20826"/>
                </a:lnTo>
                <a:lnTo>
                  <a:pt x="7088" y="21301"/>
                </a:lnTo>
                <a:lnTo>
                  <a:pt x="6303" y="21553"/>
                </a:lnTo>
                <a:lnTo>
                  <a:pt x="5630" y="21600"/>
                </a:lnTo>
                <a:lnTo>
                  <a:pt x="5016" y="21456"/>
                </a:lnTo>
                <a:lnTo>
                  <a:pt x="4413" y="21136"/>
                </a:lnTo>
                <a:lnTo>
                  <a:pt x="3768" y="20661"/>
                </a:lnTo>
                <a:lnTo>
                  <a:pt x="3028" y="20042"/>
                </a:lnTo>
                <a:lnTo>
                  <a:pt x="2192" y="18031"/>
                </a:lnTo>
                <a:lnTo>
                  <a:pt x="1535" y="16113"/>
                </a:lnTo>
                <a:lnTo>
                  <a:pt x="1028" y="14195"/>
                </a:lnTo>
                <a:lnTo>
                  <a:pt x="647" y="12187"/>
                </a:lnTo>
                <a:lnTo>
                  <a:pt x="365" y="9999"/>
                </a:lnTo>
                <a:lnTo>
                  <a:pt x="158" y="7542"/>
                </a:lnTo>
                <a:lnTo>
                  <a:pt x="0" y="4721"/>
                </a:lnTo>
                <a:lnTo>
                  <a:pt x="142" y="2378"/>
                </a:lnTo>
                <a:lnTo>
                  <a:pt x="286" y="0"/>
                </a:lnTo>
                <a:close/>
              </a:path>
            </a:pathLst>
          </a:custGeom>
          <a:solidFill>
            <a:srgbClr val="8C7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1" name="contour_08599"/>
          <p:cNvSpPr/>
          <p:nvPr/>
        </p:nvSpPr>
        <p:spPr>
          <a:xfrm>
            <a:off x="10105001" y="5713785"/>
            <a:ext cx="5275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4" y="0"/>
                </a:moveTo>
                <a:lnTo>
                  <a:pt x="4628" y="545"/>
                </a:lnTo>
                <a:lnTo>
                  <a:pt x="6541" y="1104"/>
                </a:lnTo>
                <a:lnTo>
                  <a:pt x="8414" y="1685"/>
                </a:lnTo>
                <a:lnTo>
                  <a:pt x="10249" y="2302"/>
                </a:lnTo>
                <a:lnTo>
                  <a:pt x="12046" y="2959"/>
                </a:lnTo>
                <a:lnTo>
                  <a:pt x="13812" y="3667"/>
                </a:lnTo>
                <a:lnTo>
                  <a:pt x="15546" y="4438"/>
                </a:lnTo>
                <a:lnTo>
                  <a:pt x="17250" y="5275"/>
                </a:lnTo>
                <a:lnTo>
                  <a:pt x="18923" y="6194"/>
                </a:lnTo>
                <a:lnTo>
                  <a:pt x="20577" y="7200"/>
                </a:lnTo>
                <a:lnTo>
                  <a:pt x="21036" y="8842"/>
                </a:lnTo>
                <a:lnTo>
                  <a:pt x="21352" y="10450"/>
                </a:lnTo>
                <a:lnTo>
                  <a:pt x="21537" y="12031"/>
                </a:lnTo>
                <a:lnTo>
                  <a:pt x="21600" y="13598"/>
                </a:lnTo>
                <a:lnTo>
                  <a:pt x="21558" y="15163"/>
                </a:lnTo>
                <a:lnTo>
                  <a:pt x="21421" y="16735"/>
                </a:lnTo>
                <a:lnTo>
                  <a:pt x="21203" y="18324"/>
                </a:lnTo>
                <a:lnTo>
                  <a:pt x="20917" y="19942"/>
                </a:lnTo>
                <a:lnTo>
                  <a:pt x="20577" y="21600"/>
                </a:lnTo>
                <a:lnTo>
                  <a:pt x="18500" y="20748"/>
                </a:lnTo>
                <a:lnTo>
                  <a:pt x="16510" y="19906"/>
                </a:lnTo>
                <a:lnTo>
                  <a:pt x="14609" y="19054"/>
                </a:lnTo>
                <a:lnTo>
                  <a:pt x="12789" y="18182"/>
                </a:lnTo>
                <a:lnTo>
                  <a:pt x="11058" y="17275"/>
                </a:lnTo>
                <a:lnTo>
                  <a:pt x="9408" y="16320"/>
                </a:lnTo>
                <a:lnTo>
                  <a:pt x="7845" y="15302"/>
                </a:lnTo>
                <a:lnTo>
                  <a:pt x="6365" y="14208"/>
                </a:lnTo>
                <a:lnTo>
                  <a:pt x="4965" y="13025"/>
                </a:lnTo>
                <a:lnTo>
                  <a:pt x="3646" y="11738"/>
                </a:lnTo>
                <a:lnTo>
                  <a:pt x="2411" y="10334"/>
                </a:lnTo>
                <a:lnTo>
                  <a:pt x="1256" y="8798"/>
                </a:lnTo>
                <a:lnTo>
                  <a:pt x="179" y="7116"/>
                </a:lnTo>
                <a:lnTo>
                  <a:pt x="0" y="5448"/>
                </a:lnTo>
                <a:lnTo>
                  <a:pt x="209" y="4034"/>
                </a:lnTo>
                <a:lnTo>
                  <a:pt x="755" y="2743"/>
                </a:lnTo>
                <a:lnTo>
                  <a:pt x="1593" y="1442"/>
                </a:lnTo>
                <a:lnTo>
                  <a:pt x="2674" y="0"/>
                </a:lnTo>
                <a:close/>
              </a:path>
            </a:pathLst>
          </a:custGeom>
          <a:solidFill>
            <a:srgbClr val="E9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2" name="contour_08600"/>
          <p:cNvSpPr/>
          <p:nvPr/>
        </p:nvSpPr>
        <p:spPr>
          <a:xfrm>
            <a:off x="5162985" y="5719390"/>
            <a:ext cx="72880" cy="40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05"/>
                </a:moveTo>
                <a:lnTo>
                  <a:pt x="1462" y="623"/>
                </a:lnTo>
                <a:lnTo>
                  <a:pt x="2910" y="376"/>
                </a:lnTo>
                <a:lnTo>
                  <a:pt x="4346" y="180"/>
                </a:lnTo>
                <a:lnTo>
                  <a:pt x="5778" y="51"/>
                </a:lnTo>
                <a:lnTo>
                  <a:pt x="7206" y="0"/>
                </a:lnTo>
                <a:lnTo>
                  <a:pt x="8634" y="43"/>
                </a:lnTo>
                <a:lnTo>
                  <a:pt x="10066" y="200"/>
                </a:lnTo>
                <a:lnTo>
                  <a:pt x="11506" y="482"/>
                </a:lnTo>
                <a:lnTo>
                  <a:pt x="12960" y="905"/>
                </a:lnTo>
                <a:lnTo>
                  <a:pt x="13643" y="3269"/>
                </a:lnTo>
                <a:lnTo>
                  <a:pt x="14079" y="5487"/>
                </a:lnTo>
                <a:lnTo>
                  <a:pt x="14323" y="7710"/>
                </a:lnTo>
                <a:lnTo>
                  <a:pt x="14435" y="10089"/>
                </a:lnTo>
                <a:lnTo>
                  <a:pt x="14470" y="12770"/>
                </a:lnTo>
                <a:lnTo>
                  <a:pt x="14792" y="14663"/>
                </a:lnTo>
                <a:lnTo>
                  <a:pt x="15120" y="16583"/>
                </a:lnTo>
                <a:lnTo>
                  <a:pt x="16749" y="17798"/>
                </a:lnTo>
                <a:lnTo>
                  <a:pt x="17898" y="18609"/>
                </a:lnTo>
                <a:lnTo>
                  <a:pt x="18883" y="19205"/>
                </a:lnTo>
                <a:lnTo>
                  <a:pt x="20015" y="19774"/>
                </a:lnTo>
                <a:lnTo>
                  <a:pt x="21600" y="20503"/>
                </a:lnTo>
                <a:lnTo>
                  <a:pt x="20058" y="20832"/>
                </a:lnTo>
                <a:lnTo>
                  <a:pt x="18533" y="21118"/>
                </a:lnTo>
                <a:lnTo>
                  <a:pt x="17023" y="21349"/>
                </a:lnTo>
                <a:lnTo>
                  <a:pt x="15524" y="21510"/>
                </a:lnTo>
                <a:lnTo>
                  <a:pt x="14029" y="21600"/>
                </a:lnTo>
                <a:lnTo>
                  <a:pt x="12534" y="21600"/>
                </a:lnTo>
                <a:lnTo>
                  <a:pt x="11038" y="21498"/>
                </a:lnTo>
                <a:lnTo>
                  <a:pt x="9532" y="21290"/>
                </a:lnTo>
                <a:lnTo>
                  <a:pt x="8016" y="20961"/>
                </a:lnTo>
                <a:lnTo>
                  <a:pt x="6480" y="20503"/>
                </a:lnTo>
                <a:lnTo>
                  <a:pt x="5458" y="18562"/>
                </a:lnTo>
                <a:lnTo>
                  <a:pt x="4540" y="16587"/>
                </a:lnTo>
                <a:lnTo>
                  <a:pt x="3715" y="14561"/>
                </a:lnTo>
                <a:lnTo>
                  <a:pt x="2968" y="12476"/>
                </a:lnTo>
                <a:lnTo>
                  <a:pt x="2287" y="10328"/>
                </a:lnTo>
                <a:lnTo>
                  <a:pt x="1663" y="8105"/>
                </a:lnTo>
                <a:lnTo>
                  <a:pt x="1082" y="5801"/>
                </a:lnTo>
                <a:lnTo>
                  <a:pt x="531" y="3402"/>
                </a:lnTo>
                <a:lnTo>
                  <a:pt x="0" y="905"/>
                </a:lnTo>
                <a:close/>
              </a:path>
            </a:pathLst>
          </a:custGeom>
          <a:solidFill>
            <a:srgbClr val="505052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3" name="contour_08601"/>
          <p:cNvSpPr/>
          <p:nvPr/>
        </p:nvSpPr>
        <p:spPr>
          <a:xfrm>
            <a:off x="2284228" y="5726969"/>
            <a:ext cx="51577" cy="453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65" y="663"/>
                </a:moveTo>
                <a:lnTo>
                  <a:pt x="21524" y="4841"/>
                </a:lnTo>
                <a:lnTo>
                  <a:pt x="21600" y="8041"/>
                </a:lnTo>
                <a:lnTo>
                  <a:pt x="21557" y="10460"/>
                </a:lnTo>
                <a:lnTo>
                  <a:pt x="21362" y="12306"/>
                </a:lnTo>
                <a:lnTo>
                  <a:pt x="20974" y="13781"/>
                </a:lnTo>
                <a:lnTo>
                  <a:pt x="20361" y="15089"/>
                </a:lnTo>
                <a:lnTo>
                  <a:pt x="19485" y="16433"/>
                </a:lnTo>
                <a:lnTo>
                  <a:pt x="18313" y="18015"/>
                </a:lnTo>
                <a:lnTo>
                  <a:pt x="16317" y="19188"/>
                </a:lnTo>
                <a:lnTo>
                  <a:pt x="14376" y="20163"/>
                </a:lnTo>
                <a:lnTo>
                  <a:pt x="12431" y="20909"/>
                </a:lnTo>
                <a:lnTo>
                  <a:pt x="10438" y="21399"/>
                </a:lnTo>
                <a:lnTo>
                  <a:pt x="8348" y="21600"/>
                </a:lnTo>
                <a:lnTo>
                  <a:pt x="6104" y="21485"/>
                </a:lnTo>
                <a:lnTo>
                  <a:pt x="4670" y="19740"/>
                </a:lnTo>
                <a:lnTo>
                  <a:pt x="3464" y="17953"/>
                </a:lnTo>
                <a:lnTo>
                  <a:pt x="2460" y="16103"/>
                </a:lnTo>
                <a:lnTo>
                  <a:pt x="1636" y="14166"/>
                </a:lnTo>
                <a:lnTo>
                  <a:pt x="968" y="12119"/>
                </a:lnTo>
                <a:lnTo>
                  <a:pt x="430" y="9939"/>
                </a:lnTo>
                <a:lnTo>
                  <a:pt x="0" y="7604"/>
                </a:lnTo>
                <a:lnTo>
                  <a:pt x="1187" y="5223"/>
                </a:lnTo>
                <a:lnTo>
                  <a:pt x="2622" y="3373"/>
                </a:lnTo>
                <a:lnTo>
                  <a:pt x="4267" y="1999"/>
                </a:lnTo>
                <a:lnTo>
                  <a:pt x="6092" y="1034"/>
                </a:lnTo>
                <a:lnTo>
                  <a:pt x="8070" y="420"/>
                </a:lnTo>
                <a:lnTo>
                  <a:pt x="10167" y="97"/>
                </a:lnTo>
                <a:lnTo>
                  <a:pt x="12355" y="0"/>
                </a:lnTo>
                <a:lnTo>
                  <a:pt x="14598" y="69"/>
                </a:lnTo>
                <a:lnTo>
                  <a:pt x="16869" y="243"/>
                </a:lnTo>
                <a:lnTo>
                  <a:pt x="19134" y="462"/>
                </a:lnTo>
                <a:lnTo>
                  <a:pt x="21365" y="663"/>
                </a:lnTo>
                <a:close/>
              </a:path>
            </a:pathLst>
          </a:custGeom>
          <a:solidFill>
            <a:srgbClr val="A88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4" name="contour_08602"/>
          <p:cNvSpPr/>
          <p:nvPr/>
        </p:nvSpPr>
        <p:spPr>
          <a:xfrm>
            <a:off x="7998013" y="5720374"/>
            <a:ext cx="58384" cy="392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70" y="385"/>
                </a:moveTo>
                <a:lnTo>
                  <a:pt x="21600" y="3132"/>
                </a:lnTo>
                <a:lnTo>
                  <a:pt x="21581" y="5771"/>
                </a:lnTo>
                <a:lnTo>
                  <a:pt x="21481" y="8318"/>
                </a:lnTo>
                <a:lnTo>
                  <a:pt x="21276" y="10796"/>
                </a:lnTo>
                <a:lnTo>
                  <a:pt x="20939" y="13226"/>
                </a:lnTo>
                <a:lnTo>
                  <a:pt x="20446" y="15629"/>
                </a:lnTo>
                <a:lnTo>
                  <a:pt x="19767" y="18027"/>
                </a:lnTo>
                <a:lnTo>
                  <a:pt x="18874" y="20437"/>
                </a:lnTo>
                <a:lnTo>
                  <a:pt x="16968" y="20938"/>
                </a:lnTo>
                <a:lnTo>
                  <a:pt x="15078" y="21291"/>
                </a:lnTo>
                <a:lnTo>
                  <a:pt x="13198" y="21508"/>
                </a:lnTo>
                <a:lnTo>
                  <a:pt x="11327" y="21600"/>
                </a:lnTo>
                <a:lnTo>
                  <a:pt x="9456" y="21588"/>
                </a:lnTo>
                <a:lnTo>
                  <a:pt x="7587" y="21484"/>
                </a:lnTo>
                <a:lnTo>
                  <a:pt x="5711" y="21299"/>
                </a:lnTo>
                <a:lnTo>
                  <a:pt x="3823" y="21055"/>
                </a:lnTo>
                <a:lnTo>
                  <a:pt x="1922" y="20762"/>
                </a:lnTo>
                <a:lnTo>
                  <a:pt x="0" y="20437"/>
                </a:lnTo>
                <a:lnTo>
                  <a:pt x="16" y="16495"/>
                </a:lnTo>
                <a:lnTo>
                  <a:pt x="127" y="13928"/>
                </a:lnTo>
                <a:lnTo>
                  <a:pt x="429" y="12192"/>
                </a:lnTo>
                <a:lnTo>
                  <a:pt x="1014" y="10732"/>
                </a:lnTo>
                <a:lnTo>
                  <a:pt x="1979" y="8999"/>
                </a:lnTo>
                <a:lnTo>
                  <a:pt x="3794" y="7010"/>
                </a:lnTo>
                <a:lnTo>
                  <a:pt x="5500" y="5290"/>
                </a:lnTo>
                <a:lnTo>
                  <a:pt x="7134" y="3830"/>
                </a:lnTo>
                <a:lnTo>
                  <a:pt x="8728" y="2619"/>
                </a:lnTo>
                <a:lnTo>
                  <a:pt x="10316" y="1648"/>
                </a:lnTo>
                <a:lnTo>
                  <a:pt x="11928" y="914"/>
                </a:lnTo>
                <a:lnTo>
                  <a:pt x="13603" y="397"/>
                </a:lnTo>
                <a:lnTo>
                  <a:pt x="15372" y="96"/>
                </a:lnTo>
                <a:lnTo>
                  <a:pt x="17267" y="0"/>
                </a:lnTo>
                <a:lnTo>
                  <a:pt x="19322" y="100"/>
                </a:lnTo>
                <a:lnTo>
                  <a:pt x="21570" y="385"/>
                </a:lnTo>
                <a:close/>
              </a:path>
            </a:pathLst>
          </a:custGeom>
          <a:solidFill>
            <a:srgbClr val="DEE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5" name="contour_08603"/>
          <p:cNvSpPr/>
          <p:nvPr/>
        </p:nvSpPr>
        <p:spPr>
          <a:xfrm>
            <a:off x="9958483" y="5678934"/>
            <a:ext cx="58304" cy="640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23"/>
                </a:moveTo>
                <a:lnTo>
                  <a:pt x="20644" y="3316"/>
                </a:lnTo>
                <a:lnTo>
                  <a:pt x="19691" y="4708"/>
                </a:lnTo>
                <a:lnTo>
                  <a:pt x="18735" y="6100"/>
                </a:lnTo>
                <a:lnTo>
                  <a:pt x="17780" y="7494"/>
                </a:lnTo>
                <a:lnTo>
                  <a:pt x="16821" y="8889"/>
                </a:lnTo>
                <a:lnTo>
                  <a:pt x="15862" y="10288"/>
                </a:lnTo>
                <a:lnTo>
                  <a:pt x="14901" y="11688"/>
                </a:lnTo>
                <a:lnTo>
                  <a:pt x="13937" y="13092"/>
                </a:lnTo>
                <a:lnTo>
                  <a:pt x="12974" y="14499"/>
                </a:lnTo>
                <a:lnTo>
                  <a:pt x="12004" y="15909"/>
                </a:lnTo>
                <a:lnTo>
                  <a:pt x="11032" y="17325"/>
                </a:lnTo>
                <a:lnTo>
                  <a:pt x="10060" y="18744"/>
                </a:lnTo>
                <a:lnTo>
                  <a:pt x="9083" y="20169"/>
                </a:lnTo>
                <a:lnTo>
                  <a:pt x="8100" y="21600"/>
                </a:lnTo>
                <a:lnTo>
                  <a:pt x="6764" y="20383"/>
                </a:lnTo>
                <a:lnTo>
                  <a:pt x="5424" y="19163"/>
                </a:lnTo>
                <a:lnTo>
                  <a:pt x="4080" y="17938"/>
                </a:lnTo>
                <a:lnTo>
                  <a:pt x="2730" y="16708"/>
                </a:lnTo>
                <a:lnTo>
                  <a:pt x="1372" y="15471"/>
                </a:lnTo>
                <a:lnTo>
                  <a:pt x="0" y="14221"/>
                </a:lnTo>
                <a:lnTo>
                  <a:pt x="205" y="12573"/>
                </a:lnTo>
                <a:lnTo>
                  <a:pt x="664" y="11053"/>
                </a:lnTo>
                <a:lnTo>
                  <a:pt x="1336" y="9634"/>
                </a:lnTo>
                <a:lnTo>
                  <a:pt x="2184" y="8289"/>
                </a:lnTo>
                <a:lnTo>
                  <a:pt x="3170" y="6983"/>
                </a:lnTo>
                <a:lnTo>
                  <a:pt x="4253" y="5691"/>
                </a:lnTo>
                <a:lnTo>
                  <a:pt x="5400" y="4383"/>
                </a:lnTo>
                <a:lnTo>
                  <a:pt x="7403" y="2755"/>
                </a:lnTo>
                <a:lnTo>
                  <a:pt x="9075" y="1532"/>
                </a:lnTo>
                <a:lnTo>
                  <a:pt x="10533" y="684"/>
                </a:lnTo>
                <a:lnTo>
                  <a:pt x="11899" y="182"/>
                </a:lnTo>
                <a:lnTo>
                  <a:pt x="13297" y="0"/>
                </a:lnTo>
                <a:lnTo>
                  <a:pt x="14845" y="113"/>
                </a:lnTo>
                <a:lnTo>
                  <a:pt x="16664" y="489"/>
                </a:lnTo>
                <a:lnTo>
                  <a:pt x="18876" y="1102"/>
                </a:lnTo>
                <a:lnTo>
                  <a:pt x="21600" y="1923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6" name="contour_08604"/>
          <p:cNvSpPr/>
          <p:nvPr/>
        </p:nvSpPr>
        <p:spPr>
          <a:xfrm>
            <a:off x="7444126" y="5678716"/>
            <a:ext cx="80168" cy="42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18"/>
                </a:moveTo>
                <a:lnTo>
                  <a:pt x="21357" y="5318"/>
                </a:lnTo>
                <a:lnTo>
                  <a:pt x="21113" y="7619"/>
                </a:lnTo>
                <a:lnTo>
                  <a:pt x="20870" y="9927"/>
                </a:lnTo>
                <a:lnTo>
                  <a:pt x="20626" y="12238"/>
                </a:lnTo>
                <a:lnTo>
                  <a:pt x="20381" y="14561"/>
                </a:lnTo>
                <a:lnTo>
                  <a:pt x="20133" y="16895"/>
                </a:lnTo>
                <a:lnTo>
                  <a:pt x="19886" y="19240"/>
                </a:lnTo>
                <a:lnTo>
                  <a:pt x="19636" y="21600"/>
                </a:lnTo>
                <a:lnTo>
                  <a:pt x="18175" y="20901"/>
                </a:lnTo>
                <a:lnTo>
                  <a:pt x="17139" y="20359"/>
                </a:lnTo>
                <a:lnTo>
                  <a:pt x="16243" y="19794"/>
                </a:lnTo>
                <a:lnTo>
                  <a:pt x="15206" y="19028"/>
                </a:lnTo>
                <a:lnTo>
                  <a:pt x="13745" y="17884"/>
                </a:lnTo>
                <a:lnTo>
                  <a:pt x="13745" y="15427"/>
                </a:lnTo>
                <a:lnTo>
                  <a:pt x="13745" y="12956"/>
                </a:lnTo>
                <a:lnTo>
                  <a:pt x="13745" y="10451"/>
                </a:lnTo>
                <a:lnTo>
                  <a:pt x="12385" y="10451"/>
                </a:lnTo>
                <a:lnTo>
                  <a:pt x="11022" y="10451"/>
                </a:lnTo>
                <a:lnTo>
                  <a:pt x="9659" y="10451"/>
                </a:lnTo>
                <a:lnTo>
                  <a:pt x="8294" y="10451"/>
                </a:lnTo>
                <a:lnTo>
                  <a:pt x="6924" y="10451"/>
                </a:lnTo>
                <a:lnTo>
                  <a:pt x="5551" y="10451"/>
                </a:lnTo>
                <a:lnTo>
                  <a:pt x="4173" y="10451"/>
                </a:lnTo>
                <a:lnTo>
                  <a:pt x="2788" y="10451"/>
                </a:lnTo>
                <a:lnTo>
                  <a:pt x="1398" y="10451"/>
                </a:lnTo>
                <a:lnTo>
                  <a:pt x="0" y="10451"/>
                </a:lnTo>
                <a:lnTo>
                  <a:pt x="1304" y="8117"/>
                </a:lnTo>
                <a:lnTo>
                  <a:pt x="2572" y="6121"/>
                </a:lnTo>
                <a:lnTo>
                  <a:pt x="3811" y="4441"/>
                </a:lnTo>
                <a:lnTo>
                  <a:pt x="5035" y="3062"/>
                </a:lnTo>
                <a:lnTo>
                  <a:pt x="6248" y="1966"/>
                </a:lnTo>
                <a:lnTo>
                  <a:pt x="7462" y="1126"/>
                </a:lnTo>
                <a:lnTo>
                  <a:pt x="8685" y="531"/>
                </a:lnTo>
                <a:lnTo>
                  <a:pt x="9924" y="164"/>
                </a:lnTo>
                <a:lnTo>
                  <a:pt x="11193" y="0"/>
                </a:lnTo>
                <a:lnTo>
                  <a:pt x="12499" y="19"/>
                </a:lnTo>
                <a:lnTo>
                  <a:pt x="13848" y="208"/>
                </a:lnTo>
                <a:lnTo>
                  <a:pt x="15254" y="550"/>
                </a:lnTo>
                <a:lnTo>
                  <a:pt x="16722" y="1018"/>
                </a:lnTo>
                <a:lnTo>
                  <a:pt x="18264" y="1598"/>
                </a:lnTo>
                <a:lnTo>
                  <a:pt x="19886" y="2271"/>
                </a:lnTo>
                <a:lnTo>
                  <a:pt x="21600" y="3018"/>
                </a:lnTo>
                <a:close/>
              </a:path>
            </a:pathLst>
          </a:custGeom>
          <a:solidFill>
            <a:srgbClr val="81848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7" name="contour_08605"/>
          <p:cNvSpPr/>
          <p:nvPr/>
        </p:nvSpPr>
        <p:spPr>
          <a:xfrm>
            <a:off x="5351000" y="5655481"/>
            <a:ext cx="71619" cy="58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4" y="0"/>
                </a:moveTo>
                <a:lnTo>
                  <a:pt x="826" y="413"/>
                </a:lnTo>
                <a:lnTo>
                  <a:pt x="1980" y="1667"/>
                </a:lnTo>
                <a:lnTo>
                  <a:pt x="3268" y="2936"/>
                </a:lnTo>
                <a:lnTo>
                  <a:pt x="4504" y="4085"/>
                </a:lnTo>
                <a:lnTo>
                  <a:pt x="5713" y="5116"/>
                </a:lnTo>
                <a:lnTo>
                  <a:pt x="6917" y="6033"/>
                </a:lnTo>
                <a:lnTo>
                  <a:pt x="8137" y="6844"/>
                </a:lnTo>
                <a:lnTo>
                  <a:pt x="9397" y="7547"/>
                </a:lnTo>
                <a:lnTo>
                  <a:pt x="10718" y="8151"/>
                </a:lnTo>
                <a:lnTo>
                  <a:pt x="12124" y="8658"/>
                </a:lnTo>
                <a:lnTo>
                  <a:pt x="13639" y="9069"/>
                </a:lnTo>
                <a:lnTo>
                  <a:pt x="15281" y="9394"/>
                </a:lnTo>
                <a:lnTo>
                  <a:pt x="16914" y="9700"/>
                </a:lnTo>
                <a:lnTo>
                  <a:pt x="17973" y="9938"/>
                </a:lnTo>
                <a:lnTo>
                  <a:pt x="18923" y="10244"/>
                </a:lnTo>
                <a:lnTo>
                  <a:pt x="20226" y="10736"/>
                </a:lnTo>
                <a:lnTo>
                  <a:pt x="20679" y="12067"/>
                </a:lnTo>
                <a:lnTo>
                  <a:pt x="21138" y="13403"/>
                </a:lnTo>
                <a:lnTo>
                  <a:pt x="21600" y="14761"/>
                </a:lnTo>
                <a:lnTo>
                  <a:pt x="20771" y="17113"/>
                </a:lnTo>
                <a:lnTo>
                  <a:pt x="20125" y="18471"/>
                </a:lnTo>
                <a:lnTo>
                  <a:pt x="19327" y="19356"/>
                </a:lnTo>
                <a:lnTo>
                  <a:pt x="18046" y="20288"/>
                </a:lnTo>
                <a:lnTo>
                  <a:pt x="16520" y="20808"/>
                </a:lnTo>
                <a:lnTo>
                  <a:pt x="15085" y="21200"/>
                </a:lnTo>
                <a:lnTo>
                  <a:pt x="13692" y="21463"/>
                </a:lnTo>
                <a:lnTo>
                  <a:pt x="12285" y="21597"/>
                </a:lnTo>
                <a:lnTo>
                  <a:pt x="10816" y="21600"/>
                </a:lnTo>
                <a:lnTo>
                  <a:pt x="9236" y="21471"/>
                </a:lnTo>
                <a:lnTo>
                  <a:pt x="7825" y="20419"/>
                </a:lnTo>
                <a:lnTo>
                  <a:pt x="6528" y="19305"/>
                </a:lnTo>
                <a:lnTo>
                  <a:pt x="5337" y="18122"/>
                </a:lnTo>
                <a:lnTo>
                  <a:pt x="4236" y="16852"/>
                </a:lnTo>
                <a:lnTo>
                  <a:pt x="3209" y="15491"/>
                </a:lnTo>
                <a:lnTo>
                  <a:pt x="2244" y="14023"/>
                </a:lnTo>
                <a:lnTo>
                  <a:pt x="1328" y="12443"/>
                </a:lnTo>
                <a:lnTo>
                  <a:pt x="444" y="10736"/>
                </a:lnTo>
                <a:lnTo>
                  <a:pt x="167" y="8833"/>
                </a:lnTo>
                <a:lnTo>
                  <a:pt x="26" y="7085"/>
                </a:lnTo>
                <a:lnTo>
                  <a:pt x="0" y="5413"/>
                </a:lnTo>
                <a:lnTo>
                  <a:pt x="75" y="3731"/>
                </a:lnTo>
                <a:lnTo>
                  <a:pt x="229" y="1954"/>
                </a:lnTo>
                <a:lnTo>
                  <a:pt x="444" y="0"/>
                </a:lnTo>
                <a:close/>
              </a:path>
            </a:pathLst>
          </a:custGeom>
          <a:solidFill>
            <a:srgbClr val="62615F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8" name="contour_08606"/>
          <p:cNvSpPr/>
          <p:nvPr/>
        </p:nvSpPr>
        <p:spPr>
          <a:xfrm>
            <a:off x="10475930" y="5670057"/>
            <a:ext cx="58304" cy="384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0250" y="4301"/>
                </a:lnTo>
                <a:lnTo>
                  <a:pt x="19167" y="7702"/>
                </a:lnTo>
                <a:lnTo>
                  <a:pt x="18287" y="10370"/>
                </a:lnTo>
                <a:lnTo>
                  <a:pt x="17542" y="12478"/>
                </a:lnTo>
                <a:lnTo>
                  <a:pt x="16864" y="14189"/>
                </a:lnTo>
                <a:lnTo>
                  <a:pt x="16186" y="15674"/>
                </a:lnTo>
                <a:lnTo>
                  <a:pt x="15444" y="17102"/>
                </a:lnTo>
                <a:lnTo>
                  <a:pt x="14572" y="18645"/>
                </a:lnTo>
                <a:lnTo>
                  <a:pt x="13500" y="20462"/>
                </a:lnTo>
                <a:lnTo>
                  <a:pt x="11459" y="21117"/>
                </a:lnTo>
                <a:lnTo>
                  <a:pt x="9555" y="21481"/>
                </a:lnTo>
                <a:lnTo>
                  <a:pt x="7733" y="21600"/>
                </a:lnTo>
                <a:lnTo>
                  <a:pt x="5926" y="21510"/>
                </a:lnTo>
                <a:lnTo>
                  <a:pt x="4077" y="21260"/>
                </a:lnTo>
                <a:lnTo>
                  <a:pt x="2122" y="20896"/>
                </a:lnTo>
                <a:lnTo>
                  <a:pt x="0" y="20462"/>
                </a:lnTo>
                <a:lnTo>
                  <a:pt x="0" y="17569"/>
                </a:lnTo>
                <a:lnTo>
                  <a:pt x="0" y="14671"/>
                </a:lnTo>
                <a:lnTo>
                  <a:pt x="0" y="11766"/>
                </a:lnTo>
                <a:lnTo>
                  <a:pt x="0" y="8848"/>
                </a:lnTo>
                <a:lnTo>
                  <a:pt x="0" y="5918"/>
                </a:lnTo>
                <a:lnTo>
                  <a:pt x="0" y="2971"/>
                </a:lnTo>
                <a:lnTo>
                  <a:pt x="0" y="0"/>
                </a:lnTo>
                <a:close/>
              </a:path>
            </a:pathLst>
          </a:custGeom>
          <a:solidFill>
            <a:srgbClr val="E9ECEF"/>
          </a:solidFill>
          <a:ln>
            <a:noFill/>
          </a:ln>
        </p:spPr>
        <p:txBody>
          <a:bodyPr/>
          <a:lstStyle/>
          <a:p/>
        </p:txBody>
      </p:sp>
      <p:sp>
        <p:nvSpPr>
          <p:cNvPr id="8609" name="contour_08607"/>
          <p:cNvSpPr/>
          <p:nvPr/>
        </p:nvSpPr>
        <p:spPr>
          <a:xfrm>
            <a:off x="3580631" y="5662769"/>
            <a:ext cx="88316" cy="356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" y="0"/>
                </a:moveTo>
                <a:lnTo>
                  <a:pt x="1422" y="141"/>
                </a:lnTo>
                <a:lnTo>
                  <a:pt x="2634" y="291"/>
                </a:lnTo>
                <a:lnTo>
                  <a:pt x="3847" y="455"/>
                </a:lnTo>
                <a:lnTo>
                  <a:pt x="5057" y="627"/>
                </a:lnTo>
                <a:lnTo>
                  <a:pt x="6269" y="803"/>
                </a:lnTo>
                <a:lnTo>
                  <a:pt x="7481" y="989"/>
                </a:lnTo>
                <a:lnTo>
                  <a:pt x="8691" y="1183"/>
                </a:lnTo>
                <a:lnTo>
                  <a:pt x="9903" y="1377"/>
                </a:lnTo>
                <a:lnTo>
                  <a:pt x="10825" y="1479"/>
                </a:lnTo>
                <a:lnTo>
                  <a:pt x="11752" y="1580"/>
                </a:lnTo>
                <a:lnTo>
                  <a:pt x="12691" y="1682"/>
                </a:lnTo>
                <a:lnTo>
                  <a:pt x="13919" y="1911"/>
                </a:lnTo>
                <a:lnTo>
                  <a:pt x="15117" y="2185"/>
                </a:lnTo>
                <a:lnTo>
                  <a:pt x="16294" y="2534"/>
                </a:lnTo>
                <a:lnTo>
                  <a:pt x="17461" y="2997"/>
                </a:lnTo>
                <a:lnTo>
                  <a:pt x="18632" y="3611"/>
                </a:lnTo>
                <a:lnTo>
                  <a:pt x="19818" y="4414"/>
                </a:lnTo>
                <a:lnTo>
                  <a:pt x="20557" y="7792"/>
                </a:lnTo>
                <a:lnTo>
                  <a:pt x="21021" y="10167"/>
                </a:lnTo>
                <a:lnTo>
                  <a:pt x="21292" y="12180"/>
                </a:lnTo>
                <a:lnTo>
                  <a:pt x="21456" y="14466"/>
                </a:lnTo>
                <a:lnTo>
                  <a:pt x="21600" y="17658"/>
                </a:lnTo>
                <a:lnTo>
                  <a:pt x="20422" y="17658"/>
                </a:lnTo>
                <a:lnTo>
                  <a:pt x="19236" y="17658"/>
                </a:lnTo>
                <a:lnTo>
                  <a:pt x="18035" y="17658"/>
                </a:lnTo>
                <a:lnTo>
                  <a:pt x="18035" y="14740"/>
                </a:lnTo>
                <a:lnTo>
                  <a:pt x="18035" y="11804"/>
                </a:lnTo>
                <a:lnTo>
                  <a:pt x="18035" y="8829"/>
                </a:lnTo>
                <a:lnTo>
                  <a:pt x="17005" y="10197"/>
                </a:lnTo>
                <a:lnTo>
                  <a:pt x="15967" y="11575"/>
                </a:lnTo>
                <a:lnTo>
                  <a:pt x="14916" y="12970"/>
                </a:lnTo>
                <a:lnTo>
                  <a:pt x="13757" y="14378"/>
                </a:lnTo>
                <a:lnTo>
                  <a:pt x="12593" y="15742"/>
                </a:lnTo>
                <a:lnTo>
                  <a:pt x="11422" y="17027"/>
                </a:lnTo>
                <a:lnTo>
                  <a:pt x="10244" y="18214"/>
                </a:lnTo>
                <a:lnTo>
                  <a:pt x="9053" y="19265"/>
                </a:lnTo>
                <a:lnTo>
                  <a:pt x="7848" y="20161"/>
                </a:lnTo>
                <a:lnTo>
                  <a:pt x="6629" y="20867"/>
                </a:lnTo>
                <a:lnTo>
                  <a:pt x="5392" y="21357"/>
                </a:lnTo>
                <a:lnTo>
                  <a:pt x="4134" y="21600"/>
                </a:lnTo>
                <a:lnTo>
                  <a:pt x="2852" y="21574"/>
                </a:lnTo>
                <a:lnTo>
                  <a:pt x="1547" y="21242"/>
                </a:lnTo>
                <a:lnTo>
                  <a:pt x="765" y="18589"/>
                </a:lnTo>
                <a:lnTo>
                  <a:pt x="291" y="15791"/>
                </a:lnTo>
                <a:lnTo>
                  <a:pt x="57" y="12859"/>
                </a:lnTo>
                <a:lnTo>
                  <a:pt x="0" y="9800"/>
                </a:lnTo>
                <a:lnTo>
                  <a:pt x="50" y="6631"/>
                </a:lnTo>
                <a:lnTo>
                  <a:pt x="143" y="3359"/>
                </a:lnTo>
                <a:lnTo>
                  <a:pt x="210" y="0"/>
                </a:lnTo>
                <a:close/>
              </a:path>
            </a:pathLst>
          </a:custGeom>
          <a:solidFill>
            <a:srgbClr val="44423B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0" name="contour_08608"/>
          <p:cNvSpPr/>
          <p:nvPr/>
        </p:nvSpPr>
        <p:spPr>
          <a:xfrm>
            <a:off x="8209365" y="5626329"/>
            <a:ext cx="52758" cy="67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03" y="0"/>
                </a:moveTo>
                <a:lnTo>
                  <a:pt x="19383" y="0"/>
                </a:lnTo>
                <a:lnTo>
                  <a:pt x="20887" y="0"/>
                </a:lnTo>
                <a:lnTo>
                  <a:pt x="21200" y="1761"/>
                </a:lnTo>
                <a:lnTo>
                  <a:pt x="21445" y="3463"/>
                </a:lnTo>
                <a:lnTo>
                  <a:pt x="21588" y="5114"/>
                </a:lnTo>
                <a:lnTo>
                  <a:pt x="21600" y="6725"/>
                </a:lnTo>
                <a:lnTo>
                  <a:pt x="21445" y="8306"/>
                </a:lnTo>
                <a:lnTo>
                  <a:pt x="21096" y="9866"/>
                </a:lnTo>
                <a:lnTo>
                  <a:pt x="20517" y="11419"/>
                </a:lnTo>
                <a:lnTo>
                  <a:pt x="19675" y="12969"/>
                </a:lnTo>
                <a:lnTo>
                  <a:pt x="18545" y="14532"/>
                </a:lnTo>
                <a:lnTo>
                  <a:pt x="17008" y="15795"/>
                </a:lnTo>
                <a:lnTo>
                  <a:pt x="15555" y="16937"/>
                </a:lnTo>
                <a:lnTo>
                  <a:pt x="14137" y="17957"/>
                </a:lnTo>
                <a:lnTo>
                  <a:pt x="12711" y="18856"/>
                </a:lnTo>
                <a:lnTo>
                  <a:pt x="11225" y="19638"/>
                </a:lnTo>
                <a:lnTo>
                  <a:pt x="9632" y="20302"/>
                </a:lnTo>
                <a:lnTo>
                  <a:pt x="7883" y="20848"/>
                </a:lnTo>
                <a:lnTo>
                  <a:pt x="5932" y="21282"/>
                </a:lnTo>
                <a:lnTo>
                  <a:pt x="3730" y="21600"/>
                </a:lnTo>
                <a:lnTo>
                  <a:pt x="1880" y="21310"/>
                </a:lnTo>
                <a:lnTo>
                  <a:pt x="0" y="21016"/>
                </a:lnTo>
                <a:lnTo>
                  <a:pt x="0" y="19365"/>
                </a:lnTo>
                <a:lnTo>
                  <a:pt x="0" y="17712"/>
                </a:lnTo>
                <a:lnTo>
                  <a:pt x="0" y="16054"/>
                </a:lnTo>
                <a:lnTo>
                  <a:pt x="0" y="14389"/>
                </a:lnTo>
                <a:lnTo>
                  <a:pt x="0" y="12717"/>
                </a:lnTo>
                <a:lnTo>
                  <a:pt x="0" y="11036"/>
                </a:lnTo>
                <a:lnTo>
                  <a:pt x="0" y="9341"/>
                </a:lnTo>
                <a:lnTo>
                  <a:pt x="1969" y="9341"/>
                </a:lnTo>
                <a:lnTo>
                  <a:pt x="3942" y="9341"/>
                </a:lnTo>
                <a:lnTo>
                  <a:pt x="5914" y="9341"/>
                </a:lnTo>
                <a:lnTo>
                  <a:pt x="7892" y="9341"/>
                </a:lnTo>
                <a:lnTo>
                  <a:pt x="9877" y="9341"/>
                </a:lnTo>
                <a:lnTo>
                  <a:pt x="11870" y="9341"/>
                </a:lnTo>
                <a:lnTo>
                  <a:pt x="13869" y="9341"/>
                </a:lnTo>
                <a:lnTo>
                  <a:pt x="15880" y="9341"/>
                </a:lnTo>
                <a:lnTo>
                  <a:pt x="17903" y="9341"/>
                </a:lnTo>
                <a:lnTo>
                  <a:pt x="17903" y="7799"/>
                </a:lnTo>
                <a:lnTo>
                  <a:pt x="17903" y="6256"/>
                </a:lnTo>
                <a:lnTo>
                  <a:pt x="17903" y="4705"/>
                </a:lnTo>
                <a:lnTo>
                  <a:pt x="17903" y="3148"/>
                </a:lnTo>
                <a:lnTo>
                  <a:pt x="17903" y="1581"/>
                </a:lnTo>
                <a:lnTo>
                  <a:pt x="17903" y="0"/>
                </a:lnTo>
                <a:close/>
              </a:path>
            </a:pathLst>
          </a:custGeom>
          <a:solidFill>
            <a:srgbClr val="25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1" name="contour_08609"/>
          <p:cNvSpPr/>
          <p:nvPr/>
        </p:nvSpPr>
        <p:spPr>
          <a:xfrm>
            <a:off x="5257729" y="5648193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238"/>
                </a:lnTo>
                <a:lnTo>
                  <a:pt x="2851" y="475"/>
                </a:lnTo>
                <a:lnTo>
                  <a:pt x="4279" y="713"/>
                </a:lnTo>
                <a:lnTo>
                  <a:pt x="5707" y="950"/>
                </a:lnTo>
                <a:lnTo>
                  <a:pt x="7137" y="1188"/>
                </a:lnTo>
                <a:lnTo>
                  <a:pt x="8567" y="1429"/>
                </a:lnTo>
                <a:lnTo>
                  <a:pt x="10001" y="1667"/>
                </a:lnTo>
                <a:lnTo>
                  <a:pt x="11437" y="1908"/>
                </a:lnTo>
                <a:lnTo>
                  <a:pt x="12878" y="2146"/>
                </a:lnTo>
                <a:lnTo>
                  <a:pt x="14321" y="2387"/>
                </a:lnTo>
                <a:lnTo>
                  <a:pt x="15766" y="2628"/>
                </a:lnTo>
                <a:lnTo>
                  <a:pt x="17217" y="2869"/>
                </a:lnTo>
                <a:lnTo>
                  <a:pt x="18673" y="3114"/>
                </a:lnTo>
                <a:lnTo>
                  <a:pt x="20133" y="3355"/>
                </a:lnTo>
                <a:lnTo>
                  <a:pt x="21600" y="3600"/>
                </a:lnTo>
                <a:lnTo>
                  <a:pt x="19425" y="7416"/>
                </a:lnTo>
                <a:lnTo>
                  <a:pt x="17667" y="10494"/>
                </a:lnTo>
                <a:lnTo>
                  <a:pt x="16258" y="12946"/>
                </a:lnTo>
                <a:lnTo>
                  <a:pt x="15137" y="14875"/>
                </a:lnTo>
                <a:lnTo>
                  <a:pt x="14239" y="16394"/>
                </a:lnTo>
                <a:lnTo>
                  <a:pt x="13496" y="17611"/>
                </a:lnTo>
                <a:lnTo>
                  <a:pt x="12846" y="18634"/>
                </a:lnTo>
                <a:lnTo>
                  <a:pt x="12223" y="19566"/>
                </a:lnTo>
                <a:lnTo>
                  <a:pt x="11562" y="20520"/>
                </a:lnTo>
                <a:lnTo>
                  <a:pt x="10800" y="21600"/>
                </a:lnTo>
                <a:lnTo>
                  <a:pt x="9372" y="21600"/>
                </a:lnTo>
                <a:lnTo>
                  <a:pt x="7936" y="21600"/>
                </a:lnTo>
                <a:lnTo>
                  <a:pt x="6480" y="21600"/>
                </a:lnTo>
                <a:lnTo>
                  <a:pt x="6614" y="19890"/>
                </a:lnTo>
                <a:lnTo>
                  <a:pt x="6750" y="18169"/>
                </a:lnTo>
                <a:lnTo>
                  <a:pt x="6886" y="16423"/>
                </a:lnTo>
                <a:lnTo>
                  <a:pt x="6752" y="14566"/>
                </a:lnTo>
                <a:lnTo>
                  <a:pt x="6616" y="12697"/>
                </a:lnTo>
                <a:lnTo>
                  <a:pt x="6480" y="10800"/>
                </a:lnTo>
                <a:lnTo>
                  <a:pt x="4873" y="9799"/>
                </a:lnTo>
                <a:lnTo>
                  <a:pt x="3732" y="9112"/>
                </a:lnTo>
                <a:lnTo>
                  <a:pt x="2748" y="8564"/>
                </a:lnTo>
                <a:lnTo>
                  <a:pt x="1607" y="7985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54492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2" name="contour_08610"/>
          <p:cNvSpPr/>
          <p:nvPr/>
        </p:nvSpPr>
        <p:spPr>
          <a:xfrm>
            <a:off x="5731448" y="5604465"/>
            <a:ext cx="56613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64" y="0"/>
                </a:moveTo>
                <a:lnTo>
                  <a:pt x="20129" y="1355"/>
                </a:lnTo>
                <a:lnTo>
                  <a:pt x="20660" y="2675"/>
                </a:lnTo>
                <a:lnTo>
                  <a:pt x="21066" y="3964"/>
                </a:lnTo>
                <a:lnTo>
                  <a:pt x="21350" y="5227"/>
                </a:lnTo>
                <a:lnTo>
                  <a:pt x="21525" y="6475"/>
                </a:lnTo>
                <a:lnTo>
                  <a:pt x="21600" y="7711"/>
                </a:lnTo>
                <a:lnTo>
                  <a:pt x="21578" y="8944"/>
                </a:lnTo>
                <a:lnTo>
                  <a:pt x="21469" y="10179"/>
                </a:lnTo>
                <a:lnTo>
                  <a:pt x="21283" y="11421"/>
                </a:lnTo>
                <a:lnTo>
                  <a:pt x="21027" y="12681"/>
                </a:lnTo>
                <a:lnTo>
                  <a:pt x="20710" y="13961"/>
                </a:lnTo>
                <a:lnTo>
                  <a:pt x="20338" y="15269"/>
                </a:lnTo>
                <a:lnTo>
                  <a:pt x="19920" y="16614"/>
                </a:lnTo>
                <a:lnTo>
                  <a:pt x="19464" y="18000"/>
                </a:lnTo>
                <a:lnTo>
                  <a:pt x="18869" y="17984"/>
                </a:lnTo>
                <a:lnTo>
                  <a:pt x="17818" y="17955"/>
                </a:lnTo>
                <a:lnTo>
                  <a:pt x="15413" y="17888"/>
                </a:lnTo>
                <a:lnTo>
                  <a:pt x="13995" y="17924"/>
                </a:lnTo>
                <a:lnTo>
                  <a:pt x="12568" y="17962"/>
                </a:lnTo>
                <a:lnTo>
                  <a:pt x="11123" y="18000"/>
                </a:lnTo>
                <a:lnTo>
                  <a:pt x="10002" y="19069"/>
                </a:lnTo>
                <a:lnTo>
                  <a:pt x="9340" y="19800"/>
                </a:lnTo>
                <a:lnTo>
                  <a:pt x="8873" y="20531"/>
                </a:lnTo>
                <a:lnTo>
                  <a:pt x="8342" y="21600"/>
                </a:lnTo>
                <a:lnTo>
                  <a:pt x="8420" y="21105"/>
                </a:lnTo>
                <a:lnTo>
                  <a:pt x="8553" y="20228"/>
                </a:lnTo>
                <a:lnTo>
                  <a:pt x="8865" y="18225"/>
                </a:lnTo>
                <a:lnTo>
                  <a:pt x="8865" y="16762"/>
                </a:lnTo>
                <a:lnTo>
                  <a:pt x="8731" y="15770"/>
                </a:lnTo>
                <a:lnTo>
                  <a:pt x="8342" y="14400"/>
                </a:lnTo>
                <a:lnTo>
                  <a:pt x="6565" y="13446"/>
                </a:lnTo>
                <a:lnTo>
                  <a:pt x="5253" y="12767"/>
                </a:lnTo>
                <a:lnTo>
                  <a:pt x="4171" y="12262"/>
                </a:lnTo>
                <a:lnTo>
                  <a:pt x="3089" y="11833"/>
                </a:lnTo>
                <a:lnTo>
                  <a:pt x="1777" y="11380"/>
                </a:lnTo>
                <a:lnTo>
                  <a:pt x="0" y="10800"/>
                </a:lnTo>
                <a:lnTo>
                  <a:pt x="1413" y="10989"/>
                </a:lnTo>
                <a:lnTo>
                  <a:pt x="2845" y="11180"/>
                </a:lnTo>
                <a:lnTo>
                  <a:pt x="4838" y="11324"/>
                </a:lnTo>
                <a:lnTo>
                  <a:pt x="6676" y="11414"/>
                </a:lnTo>
                <a:lnTo>
                  <a:pt x="8431" y="11426"/>
                </a:lnTo>
                <a:lnTo>
                  <a:pt x="10172" y="11344"/>
                </a:lnTo>
                <a:lnTo>
                  <a:pt x="11973" y="11140"/>
                </a:lnTo>
                <a:lnTo>
                  <a:pt x="13903" y="10800"/>
                </a:lnTo>
                <a:lnTo>
                  <a:pt x="14863" y="9657"/>
                </a:lnTo>
                <a:lnTo>
                  <a:pt x="15705" y="8505"/>
                </a:lnTo>
                <a:lnTo>
                  <a:pt x="16445" y="7339"/>
                </a:lnTo>
                <a:lnTo>
                  <a:pt x="17095" y="6160"/>
                </a:lnTo>
                <a:lnTo>
                  <a:pt x="17668" y="4966"/>
                </a:lnTo>
                <a:lnTo>
                  <a:pt x="18177" y="3755"/>
                </a:lnTo>
                <a:lnTo>
                  <a:pt x="18639" y="2524"/>
                </a:lnTo>
                <a:lnTo>
                  <a:pt x="19061" y="1273"/>
                </a:lnTo>
                <a:lnTo>
                  <a:pt x="19464" y="0"/>
                </a:lnTo>
                <a:close/>
              </a:path>
            </a:pathLst>
          </a:custGeom>
          <a:solidFill>
            <a:srgbClr val="B2C2D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3" name="contour_08611"/>
          <p:cNvSpPr/>
          <p:nvPr/>
        </p:nvSpPr>
        <p:spPr>
          <a:xfrm>
            <a:off x="10672706" y="5626329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24" y="631"/>
                </a:lnTo>
                <a:lnTo>
                  <a:pt x="5655" y="1197"/>
                </a:lnTo>
                <a:lnTo>
                  <a:pt x="7932" y="1719"/>
                </a:lnTo>
                <a:lnTo>
                  <a:pt x="9893" y="2220"/>
                </a:lnTo>
                <a:lnTo>
                  <a:pt x="11575" y="2722"/>
                </a:lnTo>
                <a:lnTo>
                  <a:pt x="13020" y="3253"/>
                </a:lnTo>
                <a:lnTo>
                  <a:pt x="14265" y="3832"/>
                </a:lnTo>
                <a:lnTo>
                  <a:pt x="15345" y="4480"/>
                </a:lnTo>
                <a:lnTo>
                  <a:pt x="16304" y="5223"/>
                </a:lnTo>
                <a:lnTo>
                  <a:pt x="17176" y="6083"/>
                </a:lnTo>
                <a:lnTo>
                  <a:pt x="18001" y="7085"/>
                </a:lnTo>
                <a:lnTo>
                  <a:pt x="18818" y="8251"/>
                </a:lnTo>
                <a:lnTo>
                  <a:pt x="19665" y="9603"/>
                </a:lnTo>
                <a:lnTo>
                  <a:pt x="20578" y="11167"/>
                </a:lnTo>
                <a:lnTo>
                  <a:pt x="21600" y="12960"/>
                </a:lnTo>
                <a:lnTo>
                  <a:pt x="20697" y="15677"/>
                </a:lnTo>
                <a:lnTo>
                  <a:pt x="19945" y="17483"/>
                </a:lnTo>
                <a:lnTo>
                  <a:pt x="18941" y="19185"/>
                </a:lnTo>
                <a:lnTo>
                  <a:pt x="17280" y="21600"/>
                </a:lnTo>
                <a:lnTo>
                  <a:pt x="15656" y="21466"/>
                </a:lnTo>
                <a:lnTo>
                  <a:pt x="14064" y="21168"/>
                </a:lnTo>
                <a:lnTo>
                  <a:pt x="12500" y="20706"/>
                </a:lnTo>
                <a:lnTo>
                  <a:pt x="10971" y="20075"/>
                </a:lnTo>
                <a:lnTo>
                  <a:pt x="9472" y="19276"/>
                </a:lnTo>
                <a:lnTo>
                  <a:pt x="8009" y="18300"/>
                </a:lnTo>
                <a:lnTo>
                  <a:pt x="6582" y="17150"/>
                </a:lnTo>
                <a:lnTo>
                  <a:pt x="5188" y="15820"/>
                </a:lnTo>
                <a:lnTo>
                  <a:pt x="3832" y="14308"/>
                </a:lnTo>
                <a:lnTo>
                  <a:pt x="2516" y="12610"/>
                </a:lnTo>
                <a:lnTo>
                  <a:pt x="1238" y="10722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8F9091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4" name="contour_08612"/>
          <p:cNvSpPr/>
          <p:nvPr/>
        </p:nvSpPr>
        <p:spPr>
          <a:xfrm>
            <a:off x="4164530" y="5616651"/>
            <a:ext cx="80168" cy="534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60" y="230"/>
                </a:moveTo>
                <a:lnTo>
                  <a:pt x="12691" y="153"/>
                </a:lnTo>
                <a:lnTo>
                  <a:pt x="13728" y="77"/>
                </a:lnTo>
                <a:lnTo>
                  <a:pt x="14782" y="0"/>
                </a:lnTo>
                <a:lnTo>
                  <a:pt x="15862" y="383"/>
                </a:lnTo>
                <a:lnTo>
                  <a:pt x="16711" y="819"/>
                </a:lnTo>
                <a:lnTo>
                  <a:pt x="17441" y="1483"/>
                </a:lnTo>
                <a:lnTo>
                  <a:pt x="18177" y="2541"/>
                </a:lnTo>
                <a:lnTo>
                  <a:pt x="19035" y="4168"/>
                </a:lnTo>
                <a:lnTo>
                  <a:pt x="20137" y="6532"/>
                </a:lnTo>
                <a:lnTo>
                  <a:pt x="21600" y="9810"/>
                </a:lnTo>
                <a:lnTo>
                  <a:pt x="20304" y="9810"/>
                </a:lnTo>
                <a:lnTo>
                  <a:pt x="19008" y="9810"/>
                </a:lnTo>
                <a:lnTo>
                  <a:pt x="17710" y="9810"/>
                </a:lnTo>
                <a:lnTo>
                  <a:pt x="16410" y="9810"/>
                </a:lnTo>
                <a:lnTo>
                  <a:pt x="15108" y="9810"/>
                </a:lnTo>
                <a:lnTo>
                  <a:pt x="13804" y="9810"/>
                </a:lnTo>
                <a:lnTo>
                  <a:pt x="12497" y="9810"/>
                </a:lnTo>
                <a:lnTo>
                  <a:pt x="11185" y="9810"/>
                </a:lnTo>
                <a:lnTo>
                  <a:pt x="9869" y="9810"/>
                </a:lnTo>
                <a:lnTo>
                  <a:pt x="8550" y="9810"/>
                </a:lnTo>
                <a:lnTo>
                  <a:pt x="7222" y="9810"/>
                </a:lnTo>
                <a:lnTo>
                  <a:pt x="5891" y="9810"/>
                </a:lnTo>
                <a:lnTo>
                  <a:pt x="5891" y="11755"/>
                </a:lnTo>
                <a:lnTo>
                  <a:pt x="5891" y="13703"/>
                </a:lnTo>
                <a:lnTo>
                  <a:pt x="5891" y="15661"/>
                </a:lnTo>
                <a:lnTo>
                  <a:pt x="5891" y="17627"/>
                </a:lnTo>
                <a:lnTo>
                  <a:pt x="5891" y="19604"/>
                </a:lnTo>
                <a:lnTo>
                  <a:pt x="5891" y="21600"/>
                </a:lnTo>
                <a:lnTo>
                  <a:pt x="4723" y="21016"/>
                </a:lnTo>
                <a:lnTo>
                  <a:pt x="3554" y="20430"/>
                </a:lnTo>
                <a:lnTo>
                  <a:pt x="2378" y="19843"/>
                </a:lnTo>
                <a:lnTo>
                  <a:pt x="1194" y="19251"/>
                </a:lnTo>
                <a:lnTo>
                  <a:pt x="0" y="18652"/>
                </a:lnTo>
                <a:lnTo>
                  <a:pt x="1296" y="18652"/>
                </a:lnTo>
                <a:lnTo>
                  <a:pt x="2604" y="18652"/>
                </a:lnTo>
                <a:lnTo>
                  <a:pt x="3927" y="18652"/>
                </a:lnTo>
                <a:lnTo>
                  <a:pt x="3892" y="17105"/>
                </a:lnTo>
                <a:lnTo>
                  <a:pt x="3859" y="15531"/>
                </a:lnTo>
                <a:lnTo>
                  <a:pt x="3831" y="13515"/>
                </a:lnTo>
                <a:lnTo>
                  <a:pt x="3806" y="11466"/>
                </a:lnTo>
                <a:lnTo>
                  <a:pt x="3770" y="9462"/>
                </a:lnTo>
                <a:lnTo>
                  <a:pt x="3737" y="7425"/>
                </a:lnTo>
                <a:lnTo>
                  <a:pt x="4082" y="4693"/>
                </a:lnTo>
                <a:lnTo>
                  <a:pt x="4750" y="2777"/>
                </a:lnTo>
                <a:lnTo>
                  <a:pt x="5704" y="1527"/>
                </a:lnTo>
                <a:lnTo>
                  <a:pt x="6908" y="796"/>
                </a:lnTo>
                <a:lnTo>
                  <a:pt x="8326" y="436"/>
                </a:lnTo>
                <a:lnTo>
                  <a:pt x="9922" y="298"/>
                </a:lnTo>
                <a:lnTo>
                  <a:pt x="11660" y="230"/>
                </a:lnTo>
                <a:close/>
              </a:path>
            </a:pathLst>
          </a:custGeom>
          <a:solidFill>
            <a:srgbClr val="784C5E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5" name="contour_08613"/>
          <p:cNvSpPr/>
          <p:nvPr/>
        </p:nvSpPr>
        <p:spPr>
          <a:xfrm>
            <a:off x="1460685" y="561904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2037"/>
                </a:lnTo>
                <a:lnTo>
                  <a:pt x="21600" y="4076"/>
                </a:lnTo>
                <a:lnTo>
                  <a:pt x="21600" y="6125"/>
                </a:lnTo>
                <a:lnTo>
                  <a:pt x="21600" y="8183"/>
                </a:lnTo>
                <a:lnTo>
                  <a:pt x="21600" y="10254"/>
                </a:lnTo>
                <a:lnTo>
                  <a:pt x="21600" y="12343"/>
                </a:lnTo>
                <a:lnTo>
                  <a:pt x="20592" y="11997"/>
                </a:lnTo>
                <a:lnTo>
                  <a:pt x="19649" y="11673"/>
                </a:lnTo>
                <a:lnTo>
                  <a:pt x="18562" y="11303"/>
                </a:lnTo>
                <a:lnTo>
                  <a:pt x="17122" y="10809"/>
                </a:lnTo>
                <a:lnTo>
                  <a:pt x="15116" y="10121"/>
                </a:lnTo>
                <a:lnTo>
                  <a:pt x="12337" y="9168"/>
                </a:lnTo>
                <a:lnTo>
                  <a:pt x="8568" y="7875"/>
                </a:lnTo>
                <a:lnTo>
                  <a:pt x="3600" y="6171"/>
                </a:lnTo>
                <a:lnTo>
                  <a:pt x="5386" y="7572"/>
                </a:lnTo>
                <a:lnTo>
                  <a:pt x="7178" y="8986"/>
                </a:lnTo>
                <a:lnTo>
                  <a:pt x="9000" y="10414"/>
                </a:lnTo>
                <a:lnTo>
                  <a:pt x="10793" y="11834"/>
                </a:lnTo>
                <a:lnTo>
                  <a:pt x="11956" y="12830"/>
                </a:lnTo>
                <a:lnTo>
                  <a:pt x="12989" y="13870"/>
                </a:lnTo>
                <a:lnTo>
                  <a:pt x="14400" y="15429"/>
                </a:lnTo>
                <a:lnTo>
                  <a:pt x="14400" y="17468"/>
                </a:lnTo>
                <a:lnTo>
                  <a:pt x="14400" y="19520"/>
                </a:lnTo>
                <a:lnTo>
                  <a:pt x="14400" y="21600"/>
                </a:lnTo>
                <a:lnTo>
                  <a:pt x="12024" y="21600"/>
                </a:lnTo>
                <a:lnTo>
                  <a:pt x="9644" y="21600"/>
                </a:lnTo>
                <a:lnTo>
                  <a:pt x="7254" y="21600"/>
                </a:lnTo>
                <a:lnTo>
                  <a:pt x="4853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463F3A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6" name="contour_08614"/>
          <p:cNvSpPr/>
          <p:nvPr/>
        </p:nvSpPr>
        <p:spPr>
          <a:xfrm>
            <a:off x="1876101" y="5597177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903" y="21600"/>
                </a:lnTo>
                <a:lnTo>
                  <a:pt x="18204" y="21600"/>
                </a:lnTo>
                <a:lnTo>
                  <a:pt x="16500" y="21600"/>
                </a:lnTo>
                <a:lnTo>
                  <a:pt x="14789" y="21600"/>
                </a:lnTo>
                <a:lnTo>
                  <a:pt x="13070" y="21600"/>
                </a:lnTo>
                <a:lnTo>
                  <a:pt x="11342" y="21600"/>
                </a:lnTo>
                <a:lnTo>
                  <a:pt x="9600" y="21600"/>
                </a:lnTo>
                <a:lnTo>
                  <a:pt x="9600" y="19220"/>
                </a:lnTo>
                <a:lnTo>
                  <a:pt x="9600" y="16826"/>
                </a:lnTo>
                <a:lnTo>
                  <a:pt x="9600" y="14400"/>
                </a:lnTo>
                <a:lnTo>
                  <a:pt x="8023" y="13324"/>
                </a:lnTo>
                <a:lnTo>
                  <a:pt x="6778" y="12740"/>
                </a:lnTo>
                <a:lnTo>
                  <a:pt x="4800" y="12150"/>
                </a:lnTo>
                <a:lnTo>
                  <a:pt x="3461" y="11743"/>
                </a:lnTo>
                <a:lnTo>
                  <a:pt x="2100" y="11333"/>
                </a:lnTo>
                <a:lnTo>
                  <a:pt x="1058" y="11066"/>
                </a:lnTo>
                <a:lnTo>
                  <a:pt x="0" y="10800"/>
                </a:lnTo>
                <a:lnTo>
                  <a:pt x="1574" y="9896"/>
                </a:lnTo>
                <a:lnTo>
                  <a:pt x="3149" y="8996"/>
                </a:lnTo>
                <a:lnTo>
                  <a:pt x="4723" y="8096"/>
                </a:lnTo>
                <a:lnTo>
                  <a:pt x="6300" y="7196"/>
                </a:lnTo>
                <a:lnTo>
                  <a:pt x="7874" y="6296"/>
                </a:lnTo>
                <a:lnTo>
                  <a:pt x="9451" y="5400"/>
                </a:lnTo>
                <a:lnTo>
                  <a:pt x="10798" y="4626"/>
                </a:lnTo>
                <a:lnTo>
                  <a:pt x="12163" y="3838"/>
                </a:lnTo>
                <a:lnTo>
                  <a:pt x="15026" y="2221"/>
                </a:lnTo>
                <a:lnTo>
                  <a:pt x="17023" y="1138"/>
                </a:lnTo>
                <a:lnTo>
                  <a:pt x="18418" y="479"/>
                </a:lnTo>
                <a:lnTo>
                  <a:pt x="19469" y="140"/>
                </a:lnTo>
                <a:lnTo>
                  <a:pt x="20443" y="18"/>
                </a:lnTo>
                <a:lnTo>
                  <a:pt x="21600" y="0"/>
                </a:lnTo>
                <a:close/>
              </a:path>
            </a:pathLst>
          </a:custGeom>
          <a:solidFill>
            <a:srgbClr val="755589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7" name="contour_08615"/>
          <p:cNvSpPr/>
          <p:nvPr/>
        </p:nvSpPr>
        <p:spPr>
          <a:xfrm>
            <a:off x="9914755" y="5582601"/>
            <a:ext cx="72880" cy="45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6" y="477"/>
                </a:lnTo>
                <a:lnTo>
                  <a:pt x="1426" y="1316"/>
                </a:lnTo>
                <a:lnTo>
                  <a:pt x="3510" y="3241"/>
                </a:lnTo>
                <a:lnTo>
                  <a:pt x="4841" y="4256"/>
                </a:lnTo>
                <a:lnTo>
                  <a:pt x="6182" y="5158"/>
                </a:lnTo>
                <a:lnTo>
                  <a:pt x="7532" y="5956"/>
                </a:lnTo>
                <a:lnTo>
                  <a:pt x="8891" y="6658"/>
                </a:lnTo>
                <a:lnTo>
                  <a:pt x="10260" y="7276"/>
                </a:lnTo>
                <a:lnTo>
                  <a:pt x="11640" y="7822"/>
                </a:lnTo>
                <a:lnTo>
                  <a:pt x="13031" y="8302"/>
                </a:lnTo>
                <a:lnTo>
                  <a:pt x="14431" y="8724"/>
                </a:lnTo>
                <a:lnTo>
                  <a:pt x="15844" y="9104"/>
                </a:lnTo>
                <a:lnTo>
                  <a:pt x="17265" y="9449"/>
                </a:lnTo>
                <a:lnTo>
                  <a:pt x="18699" y="9767"/>
                </a:lnTo>
                <a:lnTo>
                  <a:pt x="20144" y="10068"/>
                </a:lnTo>
                <a:lnTo>
                  <a:pt x="21600" y="10365"/>
                </a:lnTo>
                <a:lnTo>
                  <a:pt x="21295" y="12914"/>
                </a:lnTo>
                <a:lnTo>
                  <a:pt x="21032" y="14728"/>
                </a:lnTo>
                <a:lnTo>
                  <a:pt x="20704" y="16304"/>
                </a:lnTo>
                <a:lnTo>
                  <a:pt x="20207" y="18138"/>
                </a:lnTo>
                <a:lnTo>
                  <a:pt x="19440" y="20729"/>
                </a:lnTo>
                <a:lnTo>
                  <a:pt x="17690" y="21220"/>
                </a:lnTo>
                <a:lnTo>
                  <a:pt x="16414" y="21500"/>
                </a:lnTo>
                <a:lnTo>
                  <a:pt x="15245" y="21600"/>
                </a:lnTo>
                <a:lnTo>
                  <a:pt x="13811" y="21548"/>
                </a:lnTo>
                <a:lnTo>
                  <a:pt x="11746" y="21379"/>
                </a:lnTo>
                <a:lnTo>
                  <a:pt x="10359" y="21282"/>
                </a:lnTo>
                <a:lnTo>
                  <a:pt x="8964" y="21189"/>
                </a:lnTo>
                <a:lnTo>
                  <a:pt x="7551" y="21092"/>
                </a:lnTo>
                <a:lnTo>
                  <a:pt x="6484" y="20975"/>
                </a:lnTo>
                <a:lnTo>
                  <a:pt x="5409" y="20854"/>
                </a:lnTo>
                <a:lnTo>
                  <a:pt x="4320" y="20729"/>
                </a:lnTo>
                <a:lnTo>
                  <a:pt x="4320" y="18449"/>
                </a:lnTo>
                <a:lnTo>
                  <a:pt x="4320" y="16165"/>
                </a:lnTo>
                <a:lnTo>
                  <a:pt x="4320" y="13871"/>
                </a:lnTo>
                <a:lnTo>
                  <a:pt x="4320" y="11567"/>
                </a:lnTo>
                <a:lnTo>
                  <a:pt x="4320" y="9249"/>
                </a:lnTo>
                <a:lnTo>
                  <a:pt x="4320" y="6910"/>
                </a:lnTo>
                <a:lnTo>
                  <a:pt x="2892" y="6910"/>
                </a:lnTo>
                <a:lnTo>
                  <a:pt x="1456" y="6910"/>
                </a:lnTo>
                <a:lnTo>
                  <a:pt x="0" y="6910"/>
                </a:lnTo>
                <a:lnTo>
                  <a:pt x="0" y="4626"/>
                </a:lnTo>
                <a:lnTo>
                  <a:pt x="0" y="2329"/>
                </a:lnTo>
                <a:lnTo>
                  <a:pt x="0" y="0"/>
                </a:lnTo>
                <a:close/>
              </a:path>
            </a:pathLst>
          </a:custGeom>
          <a:solidFill>
            <a:srgbClr val="DEDFD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8" name="contour_08616"/>
          <p:cNvSpPr/>
          <p:nvPr/>
        </p:nvSpPr>
        <p:spPr>
          <a:xfrm>
            <a:off x="3537260" y="5582601"/>
            <a:ext cx="5151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" y="0"/>
                </a:moveTo>
                <a:lnTo>
                  <a:pt x="3214" y="14"/>
                </a:lnTo>
                <a:lnTo>
                  <a:pt x="5170" y="113"/>
                </a:lnTo>
                <a:lnTo>
                  <a:pt x="6493" y="382"/>
                </a:lnTo>
                <a:lnTo>
                  <a:pt x="7605" y="902"/>
                </a:lnTo>
                <a:lnTo>
                  <a:pt x="8925" y="1762"/>
                </a:lnTo>
                <a:lnTo>
                  <a:pt x="10297" y="3185"/>
                </a:lnTo>
                <a:lnTo>
                  <a:pt x="11550" y="4538"/>
                </a:lnTo>
                <a:lnTo>
                  <a:pt x="12668" y="5851"/>
                </a:lnTo>
                <a:lnTo>
                  <a:pt x="13634" y="7162"/>
                </a:lnTo>
                <a:lnTo>
                  <a:pt x="14438" y="8501"/>
                </a:lnTo>
                <a:lnTo>
                  <a:pt x="15058" y="9907"/>
                </a:lnTo>
                <a:lnTo>
                  <a:pt x="15480" y="11410"/>
                </a:lnTo>
                <a:lnTo>
                  <a:pt x="15694" y="13046"/>
                </a:lnTo>
                <a:lnTo>
                  <a:pt x="15678" y="14851"/>
                </a:lnTo>
                <a:lnTo>
                  <a:pt x="15617" y="16289"/>
                </a:lnTo>
                <a:lnTo>
                  <a:pt x="15553" y="17734"/>
                </a:lnTo>
                <a:lnTo>
                  <a:pt x="15489" y="19200"/>
                </a:lnTo>
                <a:lnTo>
                  <a:pt x="17295" y="20064"/>
                </a:lnTo>
                <a:lnTo>
                  <a:pt x="18535" y="20604"/>
                </a:lnTo>
                <a:lnTo>
                  <a:pt x="19779" y="21041"/>
                </a:lnTo>
                <a:lnTo>
                  <a:pt x="21600" y="21600"/>
                </a:lnTo>
                <a:lnTo>
                  <a:pt x="17625" y="21358"/>
                </a:lnTo>
                <a:lnTo>
                  <a:pt x="14490" y="21137"/>
                </a:lnTo>
                <a:lnTo>
                  <a:pt x="12054" y="20906"/>
                </a:lnTo>
                <a:lnTo>
                  <a:pt x="10169" y="20626"/>
                </a:lnTo>
                <a:lnTo>
                  <a:pt x="8693" y="20261"/>
                </a:lnTo>
                <a:lnTo>
                  <a:pt x="7477" y="19776"/>
                </a:lnTo>
                <a:lnTo>
                  <a:pt x="6380" y="19135"/>
                </a:lnTo>
                <a:lnTo>
                  <a:pt x="5250" y="18302"/>
                </a:lnTo>
                <a:lnTo>
                  <a:pt x="3948" y="17242"/>
                </a:lnTo>
                <a:lnTo>
                  <a:pt x="2961" y="15686"/>
                </a:lnTo>
                <a:lnTo>
                  <a:pt x="2136" y="14158"/>
                </a:lnTo>
                <a:lnTo>
                  <a:pt x="1467" y="12646"/>
                </a:lnTo>
                <a:lnTo>
                  <a:pt x="938" y="11141"/>
                </a:lnTo>
                <a:lnTo>
                  <a:pt x="538" y="9634"/>
                </a:lnTo>
                <a:lnTo>
                  <a:pt x="257" y="8112"/>
                </a:lnTo>
                <a:lnTo>
                  <a:pt x="83" y="6571"/>
                </a:lnTo>
                <a:lnTo>
                  <a:pt x="0" y="4997"/>
                </a:lnTo>
                <a:lnTo>
                  <a:pt x="3" y="3384"/>
                </a:lnTo>
                <a:lnTo>
                  <a:pt x="76" y="1723"/>
                </a:lnTo>
                <a:lnTo>
                  <a:pt x="211" y="0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19" name="contour_08617"/>
          <p:cNvSpPr/>
          <p:nvPr/>
        </p:nvSpPr>
        <p:spPr>
          <a:xfrm>
            <a:off x="2158226" y="5573207"/>
            <a:ext cx="46548" cy="539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7" y="844"/>
                </a:moveTo>
                <a:lnTo>
                  <a:pt x="2655" y="844"/>
                </a:lnTo>
                <a:lnTo>
                  <a:pt x="4359" y="844"/>
                </a:lnTo>
                <a:lnTo>
                  <a:pt x="4359" y="2908"/>
                </a:lnTo>
                <a:lnTo>
                  <a:pt x="4359" y="4975"/>
                </a:lnTo>
                <a:lnTo>
                  <a:pt x="4359" y="7047"/>
                </a:lnTo>
                <a:lnTo>
                  <a:pt x="4359" y="9129"/>
                </a:lnTo>
                <a:lnTo>
                  <a:pt x="4359" y="11219"/>
                </a:lnTo>
                <a:lnTo>
                  <a:pt x="4359" y="13321"/>
                </a:lnTo>
                <a:lnTo>
                  <a:pt x="4359" y="15440"/>
                </a:lnTo>
                <a:lnTo>
                  <a:pt x="4491" y="13855"/>
                </a:lnTo>
                <a:lnTo>
                  <a:pt x="4623" y="12247"/>
                </a:lnTo>
                <a:lnTo>
                  <a:pt x="4924" y="10232"/>
                </a:lnTo>
                <a:lnTo>
                  <a:pt x="5259" y="8303"/>
                </a:lnTo>
                <a:lnTo>
                  <a:pt x="5675" y="6428"/>
                </a:lnTo>
                <a:lnTo>
                  <a:pt x="6199" y="4580"/>
                </a:lnTo>
                <a:lnTo>
                  <a:pt x="6875" y="2730"/>
                </a:lnTo>
                <a:lnTo>
                  <a:pt x="7741" y="844"/>
                </a:lnTo>
                <a:lnTo>
                  <a:pt x="10112" y="271"/>
                </a:lnTo>
                <a:lnTo>
                  <a:pt x="12283" y="12"/>
                </a:lnTo>
                <a:lnTo>
                  <a:pt x="14370" y="0"/>
                </a:lnTo>
                <a:lnTo>
                  <a:pt x="16487" y="178"/>
                </a:lnTo>
                <a:lnTo>
                  <a:pt x="18749" y="479"/>
                </a:lnTo>
                <a:lnTo>
                  <a:pt x="21269" y="844"/>
                </a:lnTo>
                <a:lnTo>
                  <a:pt x="21333" y="2575"/>
                </a:lnTo>
                <a:lnTo>
                  <a:pt x="21387" y="4309"/>
                </a:lnTo>
                <a:lnTo>
                  <a:pt x="21434" y="6043"/>
                </a:lnTo>
                <a:lnTo>
                  <a:pt x="21478" y="7777"/>
                </a:lnTo>
                <a:lnTo>
                  <a:pt x="21539" y="9713"/>
                </a:lnTo>
                <a:lnTo>
                  <a:pt x="21600" y="11677"/>
                </a:lnTo>
                <a:lnTo>
                  <a:pt x="21357" y="13931"/>
                </a:lnTo>
                <a:lnTo>
                  <a:pt x="20984" y="15887"/>
                </a:lnTo>
                <a:lnTo>
                  <a:pt x="20359" y="17679"/>
                </a:lnTo>
                <a:lnTo>
                  <a:pt x="19365" y="19431"/>
                </a:lnTo>
                <a:lnTo>
                  <a:pt x="17887" y="21279"/>
                </a:lnTo>
                <a:lnTo>
                  <a:pt x="15577" y="21521"/>
                </a:lnTo>
                <a:lnTo>
                  <a:pt x="13348" y="21600"/>
                </a:lnTo>
                <a:lnTo>
                  <a:pt x="11187" y="21512"/>
                </a:lnTo>
                <a:lnTo>
                  <a:pt x="9087" y="21250"/>
                </a:lnTo>
                <a:lnTo>
                  <a:pt x="7028" y="20812"/>
                </a:lnTo>
                <a:lnTo>
                  <a:pt x="4998" y="20187"/>
                </a:lnTo>
                <a:lnTo>
                  <a:pt x="2986" y="19373"/>
                </a:lnTo>
                <a:lnTo>
                  <a:pt x="977" y="18360"/>
                </a:lnTo>
                <a:lnTo>
                  <a:pt x="524" y="16386"/>
                </a:lnTo>
                <a:lnTo>
                  <a:pt x="220" y="14439"/>
                </a:lnTo>
                <a:lnTo>
                  <a:pt x="51" y="12506"/>
                </a:lnTo>
                <a:lnTo>
                  <a:pt x="0" y="10585"/>
                </a:lnTo>
                <a:lnTo>
                  <a:pt x="54" y="8665"/>
                </a:lnTo>
                <a:lnTo>
                  <a:pt x="193" y="6738"/>
                </a:lnTo>
                <a:lnTo>
                  <a:pt x="406" y="4799"/>
                </a:lnTo>
                <a:lnTo>
                  <a:pt x="673" y="2835"/>
                </a:lnTo>
                <a:lnTo>
                  <a:pt x="977" y="844"/>
                </a:lnTo>
                <a:close/>
              </a:path>
            </a:pathLst>
          </a:custGeom>
          <a:solidFill>
            <a:srgbClr val="C9CFD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0" name="contour_08618"/>
          <p:cNvSpPr/>
          <p:nvPr/>
        </p:nvSpPr>
        <p:spPr>
          <a:xfrm>
            <a:off x="11253574" y="5531586"/>
            <a:ext cx="4590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52" y="0"/>
                </a:moveTo>
                <a:lnTo>
                  <a:pt x="6609" y="566"/>
                </a:lnTo>
                <a:lnTo>
                  <a:pt x="8039" y="978"/>
                </a:lnTo>
                <a:lnTo>
                  <a:pt x="9394" y="1443"/>
                </a:lnTo>
                <a:lnTo>
                  <a:pt x="11311" y="2160"/>
                </a:lnTo>
                <a:lnTo>
                  <a:pt x="10460" y="3229"/>
                </a:lnTo>
                <a:lnTo>
                  <a:pt x="9610" y="4303"/>
                </a:lnTo>
                <a:lnTo>
                  <a:pt x="8749" y="5385"/>
                </a:lnTo>
                <a:lnTo>
                  <a:pt x="7881" y="6480"/>
                </a:lnTo>
                <a:lnTo>
                  <a:pt x="10145" y="6836"/>
                </a:lnTo>
                <a:lnTo>
                  <a:pt x="12412" y="7193"/>
                </a:lnTo>
                <a:lnTo>
                  <a:pt x="14689" y="7551"/>
                </a:lnTo>
                <a:lnTo>
                  <a:pt x="16977" y="7912"/>
                </a:lnTo>
                <a:lnTo>
                  <a:pt x="19278" y="8275"/>
                </a:lnTo>
                <a:lnTo>
                  <a:pt x="21600" y="8640"/>
                </a:lnTo>
                <a:lnTo>
                  <a:pt x="21223" y="10066"/>
                </a:lnTo>
                <a:lnTo>
                  <a:pt x="20845" y="11493"/>
                </a:lnTo>
                <a:lnTo>
                  <a:pt x="20468" y="12921"/>
                </a:lnTo>
                <a:lnTo>
                  <a:pt x="20088" y="14353"/>
                </a:lnTo>
                <a:lnTo>
                  <a:pt x="19707" y="15790"/>
                </a:lnTo>
                <a:lnTo>
                  <a:pt x="19326" y="17232"/>
                </a:lnTo>
                <a:lnTo>
                  <a:pt x="18942" y="18680"/>
                </a:lnTo>
                <a:lnTo>
                  <a:pt x="18558" y="20136"/>
                </a:lnTo>
                <a:lnTo>
                  <a:pt x="18170" y="21600"/>
                </a:lnTo>
                <a:lnTo>
                  <a:pt x="17889" y="20574"/>
                </a:lnTo>
                <a:lnTo>
                  <a:pt x="17601" y="19542"/>
                </a:lnTo>
                <a:lnTo>
                  <a:pt x="17313" y="18494"/>
                </a:lnTo>
                <a:lnTo>
                  <a:pt x="16462" y="17379"/>
                </a:lnTo>
                <a:lnTo>
                  <a:pt x="15608" y="16258"/>
                </a:lnTo>
                <a:lnTo>
                  <a:pt x="14741" y="15120"/>
                </a:lnTo>
                <a:lnTo>
                  <a:pt x="12292" y="14736"/>
                </a:lnTo>
                <a:lnTo>
                  <a:pt x="10457" y="14526"/>
                </a:lnTo>
                <a:lnTo>
                  <a:pt x="7669" y="14310"/>
                </a:lnTo>
                <a:lnTo>
                  <a:pt x="4956" y="14001"/>
                </a:lnTo>
                <a:lnTo>
                  <a:pt x="3231" y="13651"/>
                </a:lnTo>
                <a:lnTo>
                  <a:pt x="1022" y="12960"/>
                </a:lnTo>
                <a:lnTo>
                  <a:pt x="477" y="11398"/>
                </a:lnTo>
                <a:lnTo>
                  <a:pt x="141" y="9860"/>
                </a:lnTo>
                <a:lnTo>
                  <a:pt x="0" y="8333"/>
                </a:lnTo>
                <a:lnTo>
                  <a:pt x="31" y="6808"/>
                </a:lnTo>
                <a:lnTo>
                  <a:pt x="226" y="5277"/>
                </a:lnTo>
                <a:lnTo>
                  <a:pt x="559" y="3730"/>
                </a:lnTo>
                <a:lnTo>
                  <a:pt x="1022" y="2160"/>
                </a:lnTo>
                <a:lnTo>
                  <a:pt x="2723" y="1089"/>
                </a:lnTo>
                <a:lnTo>
                  <a:pt x="4452" y="0"/>
                </a:lnTo>
                <a:close/>
              </a:path>
            </a:pathLst>
          </a:custGeom>
          <a:solidFill>
            <a:srgbClr val="9A9495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1" name="contour_08619"/>
          <p:cNvSpPr/>
          <p:nvPr/>
        </p:nvSpPr>
        <p:spPr>
          <a:xfrm>
            <a:off x="11335913" y="5531586"/>
            <a:ext cx="58304" cy="52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3500" y="1787"/>
                </a:lnTo>
                <a:lnTo>
                  <a:pt x="13500" y="3580"/>
                </a:lnTo>
                <a:lnTo>
                  <a:pt x="13500" y="5379"/>
                </a:lnTo>
                <a:lnTo>
                  <a:pt x="13500" y="7193"/>
                </a:lnTo>
                <a:lnTo>
                  <a:pt x="13500" y="9025"/>
                </a:lnTo>
                <a:lnTo>
                  <a:pt x="15104" y="9025"/>
                </a:lnTo>
                <a:lnTo>
                  <a:pt x="16713" y="9025"/>
                </a:lnTo>
                <a:lnTo>
                  <a:pt x="18328" y="9025"/>
                </a:lnTo>
                <a:lnTo>
                  <a:pt x="19956" y="9025"/>
                </a:lnTo>
                <a:lnTo>
                  <a:pt x="21600" y="9025"/>
                </a:lnTo>
                <a:lnTo>
                  <a:pt x="21343" y="11116"/>
                </a:lnTo>
                <a:lnTo>
                  <a:pt x="21047" y="13162"/>
                </a:lnTo>
                <a:lnTo>
                  <a:pt x="20682" y="15174"/>
                </a:lnTo>
                <a:lnTo>
                  <a:pt x="20220" y="17157"/>
                </a:lnTo>
                <a:lnTo>
                  <a:pt x="19637" y="19115"/>
                </a:lnTo>
                <a:lnTo>
                  <a:pt x="18900" y="21058"/>
                </a:lnTo>
                <a:lnTo>
                  <a:pt x="16810" y="21419"/>
                </a:lnTo>
                <a:lnTo>
                  <a:pt x="15344" y="21600"/>
                </a:lnTo>
                <a:lnTo>
                  <a:pt x="14113" y="21600"/>
                </a:lnTo>
                <a:lnTo>
                  <a:pt x="12728" y="21419"/>
                </a:lnTo>
                <a:lnTo>
                  <a:pt x="10800" y="21058"/>
                </a:lnTo>
                <a:lnTo>
                  <a:pt x="10800" y="19070"/>
                </a:lnTo>
                <a:lnTo>
                  <a:pt x="10800" y="17069"/>
                </a:lnTo>
                <a:lnTo>
                  <a:pt x="10800" y="15042"/>
                </a:lnTo>
                <a:lnTo>
                  <a:pt x="9015" y="15042"/>
                </a:lnTo>
                <a:lnTo>
                  <a:pt x="7220" y="15042"/>
                </a:lnTo>
                <a:lnTo>
                  <a:pt x="5400" y="15042"/>
                </a:lnTo>
                <a:lnTo>
                  <a:pt x="5400" y="13053"/>
                </a:lnTo>
                <a:lnTo>
                  <a:pt x="5400" y="11053"/>
                </a:lnTo>
                <a:lnTo>
                  <a:pt x="5400" y="9025"/>
                </a:lnTo>
                <a:lnTo>
                  <a:pt x="3796" y="7921"/>
                </a:lnTo>
                <a:lnTo>
                  <a:pt x="2700" y="7238"/>
                </a:lnTo>
                <a:lnTo>
                  <a:pt x="1604" y="6700"/>
                </a:lnTo>
                <a:lnTo>
                  <a:pt x="0" y="6017"/>
                </a:lnTo>
                <a:lnTo>
                  <a:pt x="2462" y="4031"/>
                </a:lnTo>
                <a:lnTo>
                  <a:pt x="4388" y="2539"/>
                </a:lnTo>
                <a:lnTo>
                  <a:pt x="5932" y="1468"/>
                </a:lnTo>
                <a:lnTo>
                  <a:pt x="7258" y="752"/>
                </a:lnTo>
                <a:lnTo>
                  <a:pt x="8516" y="316"/>
                </a:lnTo>
                <a:lnTo>
                  <a:pt x="9871" y="93"/>
                </a:lnTo>
                <a:lnTo>
                  <a:pt x="11480" y="12"/>
                </a:lnTo>
                <a:lnTo>
                  <a:pt x="13500" y="0"/>
                </a:lnTo>
                <a:close/>
              </a:path>
            </a:pathLst>
          </a:custGeom>
          <a:solidFill>
            <a:srgbClr val="C7BFC2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2" name="contour_08620"/>
          <p:cNvSpPr/>
          <p:nvPr/>
        </p:nvSpPr>
        <p:spPr>
          <a:xfrm>
            <a:off x="2102028" y="5538874"/>
            <a:ext cx="123896" cy="317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1" y="203"/>
                </a:lnTo>
                <a:lnTo>
                  <a:pt x="1783" y="411"/>
                </a:lnTo>
                <a:lnTo>
                  <a:pt x="2673" y="614"/>
                </a:lnTo>
                <a:lnTo>
                  <a:pt x="3565" y="817"/>
                </a:lnTo>
                <a:lnTo>
                  <a:pt x="4457" y="1020"/>
                </a:lnTo>
                <a:lnTo>
                  <a:pt x="5349" y="1228"/>
                </a:lnTo>
                <a:lnTo>
                  <a:pt x="6242" y="1431"/>
                </a:lnTo>
                <a:lnTo>
                  <a:pt x="7136" y="1634"/>
                </a:lnTo>
                <a:lnTo>
                  <a:pt x="8030" y="1842"/>
                </a:lnTo>
                <a:lnTo>
                  <a:pt x="8926" y="2045"/>
                </a:lnTo>
                <a:lnTo>
                  <a:pt x="9822" y="2253"/>
                </a:lnTo>
                <a:lnTo>
                  <a:pt x="10719" y="2456"/>
                </a:lnTo>
                <a:lnTo>
                  <a:pt x="11617" y="2663"/>
                </a:lnTo>
                <a:lnTo>
                  <a:pt x="12517" y="2866"/>
                </a:lnTo>
                <a:lnTo>
                  <a:pt x="13417" y="3074"/>
                </a:lnTo>
                <a:lnTo>
                  <a:pt x="14320" y="3282"/>
                </a:lnTo>
                <a:lnTo>
                  <a:pt x="15224" y="3490"/>
                </a:lnTo>
                <a:lnTo>
                  <a:pt x="16129" y="3698"/>
                </a:lnTo>
                <a:lnTo>
                  <a:pt x="17036" y="3906"/>
                </a:lnTo>
                <a:lnTo>
                  <a:pt x="17945" y="4114"/>
                </a:lnTo>
                <a:lnTo>
                  <a:pt x="18856" y="4322"/>
                </a:lnTo>
                <a:lnTo>
                  <a:pt x="19768" y="4530"/>
                </a:lnTo>
                <a:lnTo>
                  <a:pt x="20683" y="4743"/>
                </a:lnTo>
                <a:lnTo>
                  <a:pt x="21600" y="4951"/>
                </a:lnTo>
                <a:lnTo>
                  <a:pt x="20463" y="9377"/>
                </a:lnTo>
                <a:lnTo>
                  <a:pt x="19557" y="12832"/>
                </a:lnTo>
                <a:lnTo>
                  <a:pt x="18835" y="15471"/>
                </a:lnTo>
                <a:lnTo>
                  <a:pt x="18246" y="17412"/>
                </a:lnTo>
                <a:lnTo>
                  <a:pt x="17741" y="18808"/>
                </a:lnTo>
                <a:lnTo>
                  <a:pt x="17269" y="19783"/>
                </a:lnTo>
                <a:lnTo>
                  <a:pt x="16782" y="20486"/>
                </a:lnTo>
                <a:lnTo>
                  <a:pt x="16228" y="21046"/>
                </a:lnTo>
                <a:lnTo>
                  <a:pt x="15560" y="21600"/>
                </a:lnTo>
                <a:lnTo>
                  <a:pt x="14800" y="21521"/>
                </a:lnTo>
                <a:lnTo>
                  <a:pt x="14036" y="21437"/>
                </a:lnTo>
                <a:lnTo>
                  <a:pt x="13262" y="21348"/>
                </a:lnTo>
                <a:lnTo>
                  <a:pt x="12500" y="21333"/>
                </a:lnTo>
                <a:lnTo>
                  <a:pt x="11731" y="21313"/>
                </a:lnTo>
                <a:lnTo>
                  <a:pt x="10954" y="21293"/>
                </a:lnTo>
                <a:lnTo>
                  <a:pt x="10024" y="20466"/>
                </a:lnTo>
                <a:lnTo>
                  <a:pt x="9270" y="19461"/>
                </a:lnTo>
                <a:lnTo>
                  <a:pt x="8643" y="18224"/>
                </a:lnTo>
                <a:lnTo>
                  <a:pt x="8090" y="16699"/>
                </a:lnTo>
                <a:lnTo>
                  <a:pt x="7559" y="14837"/>
                </a:lnTo>
                <a:lnTo>
                  <a:pt x="6997" y="12590"/>
                </a:lnTo>
                <a:lnTo>
                  <a:pt x="6353" y="9901"/>
                </a:lnTo>
                <a:lnTo>
                  <a:pt x="5380" y="8802"/>
                </a:lnTo>
                <a:lnTo>
                  <a:pt x="4708" y="8144"/>
                </a:lnTo>
                <a:lnTo>
                  <a:pt x="4025" y="7674"/>
                </a:lnTo>
                <a:lnTo>
                  <a:pt x="3018" y="7119"/>
                </a:lnTo>
                <a:lnTo>
                  <a:pt x="2004" y="6550"/>
                </a:lnTo>
                <a:lnTo>
                  <a:pt x="1352" y="6134"/>
                </a:lnTo>
                <a:lnTo>
                  <a:pt x="779" y="5669"/>
                </a:lnTo>
                <a:lnTo>
                  <a:pt x="0" y="4951"/>
                </a:lnTo>
                <a:lnTo>
                  <a:pt x="0" y="2495"/>
                </a:lnTo>
                <a:lnTo>
                  <a:pt x="0" y="0"/>
                </a:lnTo>
                <a:close/>
              </a:path>
            </a:pathLst>
          </a:custGeom>
          <a:solidFill>
            <a:srgbClr val="D3D6DA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3" name="contour_08621"/>
          <p:cNvSpPr/>
          <p:nvPr/>
        </p:nvSpPr>
        <p:spPr>
          <a:xfrm>
            <a:off x="4215546" y="5509722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285" y="0"/>
                </a:lnTo>
                <a:lnTo>
                  <a:pt x="17080" y="0"/>
                </a:lnTo>
                <a:lnTo>
                  <a:pt x="18900" y="0"/>
                </a:lnTo>
                <a:lnTo>
                  <a:pt x="19124" y="1782"/>
                </a:lnTo>
                <a:lnTo>
                  <a:pt x="19345" y="3564"/>
                </a:lnTo>
                <a:lnTo>
                  <a:pt x="19570" y="5349"/>
                </a:lnTo>
                <a:lnTo>
                  <a:pt x="19791" y="7136"/>
                </a:lnTo>
                <a:lnTo>
                  <a:pt x="20015" y="8926"/>
                </a:lnTo>
                <a:lnTo>
                  <a:pt x="20239" y="10719"/>
                </a:lnTo>
                <a:lnTo>
                  <a:pt x="20463" y="12517"/>
                </a:lnTo>
                <a:lnTo>
                  <a:pt x="20690" y="14321"/>
                </a:lnTo>
                <a:lnTo>
                  <a:pt x="20917" y="16130"/>
                </a:lnTo>
                <a:lnTo>
                  <a:pt x="21144" y="17944"/>
                </a:lnTo>
                <a:lnTo>
                  <a:pt x="21370" y="19769"/>
                </a:lnTo>
                <a:lnTo>
                  <a:pt x="21600" y="21600"/>
                </a:lnTo>
                <a:lnTo>
                  <a:pt x="19329" y="21276"/>
                </a:lnTo>
                <a:lnTo>
                  <a:pt x="17234" y="20936"/>
                </a:lnTo>
                <a:lnTo>
                  <a:pt x="15293" y="20555"/>
                </a:lnTo>
                <a:lnTo>
                  <a:pt x="13489" y="20123"/>
                </a:lnTo>
                <a:lnTo>
                  <a:pt x="11799" y="19615"/>
                </a:lnTo>
                <a:lnTo>
                  <a:pt x="10203" y="19019"/>
                </a:lnTo>
                <a:lnTo>
                  <a:pt x="8683" y="18314"/>
                </a:lnTo>
                <a:lnTo>
                  <a:pt x="7217" y="17483"/>
                </a:lnTo>
                <a:lnTo>
                  <a:pt x="5786" y="16508"/>
                </a:lnTo>
                <a:lnTo>
                  <a:pt x="4369" y="15368"/>
                </a:lnTo>
                <a:lnTo>
                  <a:pt x="2946" y="14051"/>
                </a:lnTo>
                <a:lnTo>
                  <a:pt x="1496" y="12533"/>
                </a:lnTo>
                <a:lnTo>
                  <a:pt x="0" y="10800"/>
                </a:lnTo>
                <a:lnTo>
                  <a:pt x="1466" y="10309"/>
                </a:lnTo>
                <a:lnTo>
                  <a:pt x="2954" y="9809"/>
                </a:lnTo>
                <a:lnTo>
                  <a:pt x="4209" y="9356"/>
                </a:lnTo>
                <a:lnTo>
                  <a:pt x="5470" y="8899"/>
                </a:lnTo>
                <a:lnTo>
                  <a:pt x="6750" y="8438"/>
                </a:lnTo>
                <a:lnTo>
                  <a:pt x="8006" y="8000"/>
                </a:lnTo>
                <a:lnTo>
                  <a:pt x="9266" y="7557"/>
                </a:lnTo>
                <a:lnTo>
                  <a:pt x="10546" y="7109"/>
                </a:lnTo>
                <a:lnTo>
                  <a:pt x="12012" y="6261"/>
                </a:lnTo>
                <a:lnTo>
                  <a:pt x="13500" y="5400"/>
                </a:lnTo>
                <a:lnTo>
                  <a:pt x="13500" y="3615"/>
                </a:lnTo>
                <a:lnTo>
                  <a:pt x="13500" y="1820"/>
                </a:lnTo>
                <a:lnTo>
                  <a:pt x="13500" y="0"/>
                </a:lnTo>
                <a:close/>
              </a:path>
            </a:pathLst>
          </a:custGeom>
          <a:solidFill>
            <a:srgbClr val="E3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4" name="contour_08622"/>
          <p:cNvSpPr/>
          <p:nvPr/>
        </p:nvSpPr>
        <p:spPr>
          <a:xfrm>
            <a:off x="3931314" y="5509722"/>
            <a:ext cx="52466" cy="687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3" y="0"/>
                </a:moveTo>
                <a:lnTo>
                  <a:pt x="19491" y="0"/>
                </a:lnTo>
                <a:lnTo>
                  <a:pt x="21003" y="0"/>
                </a:lnTo>
                <a:lnTo>
                  <a:pt x="21237" y="3103"/>
                </a:lnTo>
                <a:lnTo>
                  <a:pt x="21423" y="5708"/>
                </a:lnTo>
                <a:lnTo>
                  <a:pt x="21546" y="7873"/>
                </a:lnTo>
                <a:lnTo>
                  <a:pt x="21600" y="9665"/>
                </a:lnTo>
                <a:lnTo>
                  <a:pt x="21579" y="11146"/>
                </a:lnTo>
                <a:lnTo>
                  <a:pt x="21474" y="12375"/>
                </a:lnTo>
                <a:lnTo>
                  <a:pt x="21273" y="13418"/>
                </a:lnTo>
                <a:lnTo>
                  <a:pt x="20970" y="14338"/>
                </a:lnTo>
                <a:lnTo>
                  <a:pt x="20556" y="15194"/>
                </a:lnTo>
                <a:lnTo>
                  <a:pt x="20022" y="16052"/>
                </a:lnTo>
                <a:lnTo>
                  <a:pt x="19362" y="16975"/>
                </a:lnTo>
                <a:lnTo>
                  <a:pt x="18567" y="18023"/>
                </a:lnTo>
                <a:lnTo>
                  <a:pt x="16790" y="19288"/>
                </a:lnTo>
                <a:lnTo>
                  <a:pt x="15485" y="20106"/>
                </a:lnTo>
                <a:lnTo>
                  <a:pt x="14258" y="20650"/>
                </a:lnTo>
                <a:lnTo>
                  <a:pt x="12728" y="21090"/>
                </a:lnTo>
                <a:lnTo>
                  <a:pt x="10501" y="21600"/>
                </a:lnTo>
                <a:lnTo>
                  <a:pt x="7870" y="20989"/>
                </a:lnTo>
                <a:lnTo>
                  <a:pt x="6325" y="20465"/>
                </a:lnTo>
                <a:lnTo>
                  <a:pt x="5266" y="19742"/>
                </a:lnTo>
                <a:lnTo>
                  <a:pt x="4090" y="18533"/>
                </a:lnTo>
                <a:lnTo>
                  <a:pt x="3192" y="17135"/>
                </a:lnTo>
                <a:lnTo>
                  <a:pt x="2337" y="15732"/>
                </a:lnTo>
                <a:lnTo>
                  <a:pt x="1521" y="14320"/>
                </a:lnTo>
                <a:lnTo>
                  <a:pt x="744" y="12892"/>
                </a:lnTo>
                <a:lnTo>
                  <a:pt x="0" y="11443"/>
                </a:lnTo>
                <a:lnTo>
                  <a:pt x="1575" y="11065"/>
                </a:lnTo>
                <a:lnTo>
                  <a:pt x="3177" y="10683"/>
                </a:lnTo>
                <a:lnTo>
                  <a:pt x="5224" y="10129"/>
                </a:lnTo>
                <a:lnTo>
                  <a:pt x="7228" y="9562"/>
                </a:lnTo>
                <a:lnTo>
                  <a:pt x="9199" y="8965"/>
                </a:lnTo>
                <a:lnTo>
                  <a:pt x="11147" y="8326"/>
                </a:lnTo>
                <a:lnTo>
                  <a:pt x="13076" y="7630"/>
                </a:lnTo>
                <a:lnTo>
                  <a:pt x="15002" y="6866"/>
                </a:lnTo>
                <a:lnTo>
                  <a:pt x="16106" y="5026"/>
                </a:lnTo>
                <a:lnTo>
                  <a:pt x="16814" y="3749"/>
                </a:lnTo>
                <a:lnTo>
                  <a:pt x="17270" y="2705"/>
                </a:lnTo>
                <a:lnTo>
                  <a:pt x="17618" y="1565"/>
                </a:lnTo>
                <a:lnTo>
                  <a:pt x="18003" y="0"/>
                </a:lnTo>
                <a:close/>
              </a:path>
            </a:pathLst>
          </a:custGeom>
          <a:solidFill>
            <a:srgbClr val="4D4163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5" name="contour_08623"/>
          <p:cNvSpPr/>
          <p:nvPr/>
        </p:nvSpPr>
        <p:spPr>
          <a:xfrm>
            <a:off x="9820011" y="5501851"/>
            <a:ext cx="72880" cy="29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90" y="95"/>
                </a:moveTo>
                <a:lnTo>
                  <a:pt x="11439" y="164"/>
                </a:lnTo>
                <a:lnTo>
                  <a:pt x="12910" y="238"/>
                </a:lnTo>
                <a:lnTo>
                  <a:pt x="13459" y="281"/>
                </a:lnTo>
                <a:lnTo>
                  <a:pt x="15120" y="424"/>
                </a:lnTo>
                <a:lnTo>
                  <a:pt x="14986" y="2938"/>
                </a:lnTo>
                <a:lnTo>
                  <a:pt x="14852" y="5469"/>
                </a:lnTo>
                <a:lnTo>
                  <a:pt x="14716" y="8036"/>
                </a:lnTo>
                <a:lnTo>
                  <a:pt x="14848" y="10768"/>
                </a:lnTo>
                <a:lnTo>
                  <a:pt x="14984" y="13516"/>
                </a:lnTo>
                <a:lnTo>
                  <a:pt x="15120" y="16306"/>
                </a:lnTo>
                <a:lnTo>
                  <a:pt x="16403" y="17354"/>
                </a:lnTo>
                <a:lnTo>
                  <a:pt x="17690" y="18408"/>
                </a:lnTo>
                <a:lnTo>
                  <a:pt x="18982" y="19461"/>
                </a:lnTo>
                <a:lnTo>
                  <a:pt x="20285" y="20525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0" y="18450"/>
                </a:lnTo>
                <a:lnTo>
                  <a:pt x="0" y="15300"/>
                </a:lnTo>
                <a:lnTo>
                  <a:pt x="0" y="12129"/>
                </a:lnTo>
                <a:lnTo>
                  <a:pt x="0" y="8936"/>
                </a:lnTo>
                <a:lnTo>
                  <a:pt x="0" y="5718"/>
                </a:lnTo>
                <a:lnTo>
                  <a:pt x="1320" y="3452"/>
                </a:lnTo>
                <a:lnTo>
                  <a:pt x="2652" y="1864"/>
                </a:lnTo>
                <a:lnTo>
                  <a:pt x="4009" y="836"/>
                </a:lnTo>
                <a:lnTo>
                  <a:pt x="5409" y="259"/>
                </a:lnTo>
                <a:lnTo>
                  <a:pt x="6862" y="21"/>
                </a:lnTo>
                <a:lnTo>
                  <a:pt x="8385" y="0"/>
                </a:lnTo>
                <a:lnTo>
                  <a:pt x="9990" y="95"/>
                </a:lnTo>
                <a:close/>
              </a:path>
            </a:pathLst>
          </a:custGeom>
          <a:solidFill>
            <a:srgbClr val="414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6" name="contour_08624"/>
          <p:cNvSpPr/>
          <p:nvPr/>
        </p:nvSpPr>
        <p:spPr>
          <a:xfrm>
            <a:off x="2575223" y="5479855"/>
            <a:ext cx="36965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09" y="0"/>
                </a:moveTo>
                <a:lnTo>
                  <a:pt x="11285" y="71"/>
                </a:lnTo>
                <a:lnTo>
                  <a:pt x="13862" y="142"/>
                </a:lnTo>
                <a:lnTo>
                  <a:pt x="16443" y="209"/>
                </a:lnTo>
                <a:lnTo>
                  <a:pt x="19019" y="280"/>
                </a:lnTo>
                <a:lnTo>
                  <a:pt x="21600" y="347"/>
                </a:lnTo>
                <a:lnTo>
                  <a:pt x="21600" y="2685"/>
                </a:lnTo>
                <a:lnTo>
                  <a:pt x="21600" y="5026"/>
                </a:lnTo>
                <a:lnTo>
                  <a:pt x="21600" y="7371"/>
                </a:lnTo>
                <a:lnTo>
                  <a:pt x="21600" y="9720"/>
                </a:lnTo>
                <a:lnTo>
                  <a:pt x="21600" y="12075"/>
                </a:lnTo>
                <a:lnTo>
                  <a:pt x="21600" y="14438"/>
                </a:lnTo>
                <a:lnTo>
                  <a:pt x="21600" y="16815"/>
                </a:lnTo>
                <a:lnTo>
                  <a:pt x="21600" y="19198"/>
                </a:lnTo>
                <a:lnTo>
                  <a:pt x="21600" y="21600"/>
                </a:lnTo>
                <a:lnTo>
                  <a:pt x="18585" y="21600"/>
                </a:lnTo>
                <a:lnTo>
                  <a:pt x="15570" y="21600"/>
                </a:lnTo>
                <a:lnTo>
                  <a:pt x="12546" y="21600"/>
                </a:lnTo>
                <a:lnTo>
                  <a:pt x="9514" y="21600"/>
                </a:lnTo>
                <a:lnTo>
                  <a:pt x="6465" y="21600"/>
                </a:lnTo>
                <a:lnTo>
                  <a:pt x="3394" y="21600"/>
                </a:lnTo>
                <a:lnTo>
                  <a:pt x="307" y="21600"/>
                </a:lnTo>
                <a:lnTo>
                  <a:pt x="153" y="16595"/>
                </a:lnTo>
                <a:lnTo>
                  <a:pt x="51" y="12929"/>
                </a:lnTo>
                <a:lnTo>
                  <a:pt x="0" y="10293"/>
                </a:lnTo>
                <a:lnTo>
                  <a:pt x="0" y="8384"/>
                </a:lnTo>
                <a:lnTo>
                  <a:pt x="51" y="6886"/>
                </a:lnTo>
                <a:lnTo>
                  <a:pt x="153" y="5490"/>
                </a:lnTo>
                <a:lnTo>
                  <a:pt x="307" y="3889"/>
                </a:lnTo>
                <a:lnTo>
                  <a:pt x="2832" y="1838"/>
                </a:lnTo>
                <a:lnTo>
                  <a:pt x="4548" y="747"/>
                </a:lnTo>
                <a:lnTo>
                  <a:pt x="6247" y="259"/>
                </a:lnTo>
                <a:lnTo>
                  <a:pt x="8709" y="0"/>
                </a:lnTo>
                <a:close/>
              </a:path>
            </a:pathLst>
          </a:custGeom>
          <a:solidFill>
            <a:srgbClr val="AA98C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7" name="contour_08625"/>
          <p:cNvSpPr/>
          <p:nvPr/>
        </p:nvSpPr>
        <p:spPr>
          <a:xfrm>
            <a:off x="8406141" y="5503119"/>
            <a:ext cx="43728" cy="940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576"/>
                </a:moveTo>
                <a:lnTo>
                  <a:pt x="16416" y="1043"/>
                </a:lnTo>
                <a:lnTo>
                  <a:pt x="18000" y="1516"/>
                </a:lnTo>
                <a:lnTo>
                  <a:pt x="17107" y="2345"/>
                </a:lnTo>
                <a:lnTo>
                  <a:pt x="16214" y="3177"/>
                </a:lnTo>
                <a:lnTo>
                  <a:pt x="15311" y="4015"/>
                </a:lnTo>
                <a:lnTo>
                  <a:pt x="14400" y="4864"/>
                </a:lnTo>
                <a:lnTo>
                  <a:pt x="16182" y="5279"/>
                </a:lnTo>
                <a:lnTo>
                  <a:pt x="17975" y="5694"/>
                </a:lnTo>
                <a:lnTo>
                  <a:pt x="19775" y="6112"/>
                </a:lnTo>
                <a:lnTo>
                  <a:pt x="21600" y="6537"/>
                </a:lnTo>
                <a:lnTo>
                  <a:pt x="19220" y="6537"/>
                </a:lnTo>
                <a:lnTo>
                  <a:pt x="16826" y="6537"/>
                </a:lnTo>
                <a:lnTo>
                  <a:pt x="14400" y="6537"/>
                </a:lnTo>
                <a:lnTo>
                  <a:pt x="14332" y="7530"/>
                </a:lnTo>
                <a:lnTo>
                  <a:pt x="14274" y="8526"/>
                </a:lnTo>
                <a:lnTo>
                  <a:pt x="14220" y="9520"/>
                </a:lnTo>
                <a:lnTo>
                  <a:pt x="14173" y="10512"/>
                </a:lnTo>
                <a:lnTo>
                  <a:pt x="14144" y="11068"/>
                </a:lnTo>
                <a:lnTo>
                  <a:pt x="14047" y="12748"/>
                </a:lnTo>
                <a:lnTo>
                  <a:pt x="14364" y="14000"/>
                </a:lnTo>
                <a:lnTo>
                  <a:pt x="14890" y="15105"/>
                </a:lnTo>
                <a:lnTo>
                  <a:pt x="15653" y="16132"/>
                </a:lnTo>
                <a:lnTo>
                  <a:pt x="16679" y="17156"/>
                </a:lnTo>
                <a:lnTo>
                  <a:pt x="18000" y="18253"/>
                </a:lnTo>
                <a:lnTo>
                  <a:pt x="16290" y="18182"/>
                </a:lnTo>
                <a:lnTo>
                  <a:pt x="14569" y="18114"/>
                </a:lnTo>
                <a:lnTo>
                  <a:pt x="12827" y="18044"/>
                </a:lnTo>
                <a:lnTo>
                  <a:pt x="11999" y="18074"/>
                </a:lnTo>
                <a:lnTo>
                  <a:pt x="10541" y="18129"/>
                </a:lnTo>
                <a:lnTo>
                  <a:pt x="7200" y="18253"/>
                </a:lnTo>
                <a:lnTo>
                  <a:pt x="6307" y="19081"/>
                </a:lnTo>
                <a:lnTo>
                  <a:pt x="5414" y="19913"/>
                </a:lnTo>
                <a:lnTo>
                  <a:pt x="4511" y="20751"/>
                </a:lnTo>
                <a:lnTo>
                  <a:pt x="3600" y="21600"/>
                </a:lnTo>
                <a:lnTo>
                  <a:pt x="3154" y="20564"/>
                </a:lnTo>
                <a:lnTo>
                  <a:pt x="2707" y="19528"/>
                </a:lnTo>
                <a:lnTo>
                  <a:pt x="2261" y="18489"/>
                </a:lnTo>
                <a:lnTo>
                  <a:pt x="1814" y="17448"/>
                </a:lnTo>
                <a:lnTo>
                  <a:pt x="1364" y="16402"/>
                </a:lnTo>
                <a:lnTo>
                  <a:pt x="911" y="15351"/>
                </a:lnTo>
                <a:lnTo>
                  <a:pt x="457" y="14295"/>
                </a:lnTo>
                <a:lnTo>
                  <a:pt x="0" y="13232"/>
                </a:lnTo>
                <a:lnTo>
                  <a:pt x="2138" y="13232"/>
                </a:lnTo>
                <a:lnTo>
                  <a:pt x="4284" y="13232"/>
                </a:lnTo>
                <a:lnTo>
                  <a:pt x="6437" y="13232"/>
                </a:lnTo>
                <a:lnTo>
                  <a:pt x="8608" y="13232"/>
                </a:lnTo>
                <a:lnTo>
                  <a:pt x="10800" y="13232"/>
                </a:lnTo>
                <a:lnTo>
                  <a:pt x="11016" y="12037"/>
                </a:lnTo>
                <a:lnTo>
                  <a:pt x="11124" y="11178"/>
                </a:lnTo>
                <a:lnTo>
                  <a:pt x="11124" y="10415"/>
                </a:lnTo>
                <a:lnTo>
                  <a:pt x="11016" y="9506"/>
                </a:lnTo>
                <a:lnTo>
                  <a:pt x="10800" y="8211"/>
                </a:lnTo>
                <a:lnTo>
                  <a:pt x="9014" y="7796"/>
                </a:lnTo>
                <a:lnTo>
                  <a:pt x="7200" y="7374"/>
                </a:lnTo>
                <a:lnTo>
                  <a:pt x="5414" y="6959"/>
                </a:lnTo>
                <a:lnTo>
                  <a:pt x="3600" y="6537"/>
                </a:lnTo>
                <a:lnTo>
                  <a:pt x="3168" y="5290"/>
                </a:lnTo>
                <a:lnTo>
                  <a:pt x="2952" y="4407"/>
                </a:lnTo>
                <a:lnTo>
                  <a:pt x="2952" y="3644"/>
                </a:lnTo>
                <a:lnTo>
                  <a:pt x="3168" y="2762"/>
                </a:lnTo>
                <a:lnTo>
                  <a:pt x="3600" y="1516"/>
                </a:lnTo>
                <a:lnTo>
                  <a:pt x="5911" y="669"/>
                </a:lnTo>
                <a:lnTo>
                  <a:pt x="7888" y="169"/>
                </a:lnTo>
                <a:lnTo>
                  <a:pt x="9839" y="0"/>
                </a:lnTo>
                <a:lnTo>
                  <a:pt x="12056" y="141"/>
                </a:lnTo>
                <a:lnTo>
                  <a:pt x="14850" y="576"/>
                </a:lnTo>
                <a:close/>
              </a:path>
            </a:pathLst>
          </a:custGeom>
          <a:solidFill>
            <a:srgbClr val="57575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8" name="contour_08626"/>
          <p:cNvSpPr/>
          <p:nvPr/>
        </p:nvSpPr>
        <p:spPr>
          <a:xfrm>
            <a:off x="3756402" y="5502434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305"/>
                </a:lnTo>
                <a:lnTo>
                  <a:pt x="6445" y="611"/>
                </a:lnTo>
                <a:lnTo>
                  <a:pt x="8319" y="916"/>
                </a:lnTo>
                <a:lnTo>
                  <a:pt x="10195" y="1225"/>
                </a:lnTo>
                <a:lnTo>
                  <a:pt x="12080" y="1531"/>
                </a:lnTo>
                <a:lnTo>
                  <a:pt x="13967" y="1839"/>
                </a:lnTo>
                <a:lnTo>
                  <a:pt x="15862" y="2148"/>
                </a:lnTo>
                <a:lnTo>
                  <a:pt x="17766" y="2459"/>
                </a:lnTo>
                <a:lnTo>
                  <a:pt x="19678" y="2771"/>
                </a:lnTo>
                <a:lnTo>
                  <a:pt x="21600" y="3086"/>
                </a:lnTo>
                <a:lnTo>
                  <a:pt x="20879" y="3456"/>
                </a:lnTo>
                <a:lnTo>
                  <a:pt x="20096" y="3863"/>
                </a:lnTo>
                <a:lnTo>
                  <a:pt x="18854" y="4502"/>
                </a:lnTo>
                <a:lnTo>
                  <a:pt x="16762" y="5582"/>
                </a:lnTo>
                <a:lnTo>
                  <a:pt x="13427" y="7304"/>
                </a:lnTo>
                <a:lnTo>
                  <a:pt x="12123" y="8307"/>
                </a:lnTo>
                <a:lnTo>
                  <a:pt x="11194" y="9229"/>
                </a:lnTo>
                <a:lnTo>
                  <a:pt x="10384" y="10464"/>
                </a:lnTo>
                <a:lnTo>
                  <a:pt x="9439" y="12401"/>
                </a:lnTo>
                <a:lnTo>
                  <a:pt x="8100" y="15429"/>
                </a:lnTo>
                <a:lnTo>
                  <a:pt x="10009" y="15429"/>
                </a:lnTo>
                <a:lnTo>
                  <a:pt x="11920" y="15429"/>
                </a:lnTo>
                <a:lnTo>
                  <a:pt x="13838" y="15429"/>
                </a:lnTo>
                <a:lnTo>
                  <a:pt x="15763" y="15429"/>
                </a:lnTo>
                <a:lnTo>
                  <a:pt x="17696" y="15429"/>
                </a:lnTo>
                <a:lnTo>
                  <a:pt x="19640" y="15429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20047" y="21335"/>
                </a:lnTo>
                <a:lnTo>
                  <a:pt x="18495" y="21066"/>
                </a:lnTo>
                <a:lnTo>
                  <a:pt x="16942" y="20798"/>
                </a:lnTo>
                <a:lnTo>
                  <a:pt x="15390" y="20523"/>
                </a:lnTo>
                <a:lnTo>
                  <a:pt x="13838" y="20248"/>
                </a:lnTo>
                <a:lnTo>
                  <a:pt x="12396" y="19999"/>
                </a:lnTo>
                <a:lnTo>
                  <a:pt x="10943" y="19745"/>
                </a:lnTo>
                <a:lnTo>
                  <a:pt x="9472" y="19489"/>
                </a:lnTo>
                <a:lnTo>
                  <a:pt x="6588" y="18789"/>
                </a:lnTo>
                <a:lnTo>
                  <a:pt x="4577" y="18252"/>
                </a:lnTo>
                <a:lnTo>
                  <a:pt x="3175" y="17758"/>
                </a:lnTo>
                <a:lnTo>
                  <a:pt x="2119" y="17197"/>
                </a:lnTo>
                <a:lnTo>
                  <a:pt x="1150" y="16459"/>
                </a:lnTo>
                <a:lnTo>
                  <a:pt x="0" y="15429"/>
                </a:lnTo>
                <a:lnTo>
                  <a:pt x="94" y="13432"/>
                </a:lnTo>
                <a:lnTo>
                  <a:pt x="294" y="11479"/>
                </a:lnTo>
                <a:lnTo>
                  <a:pt x="583" y="9563"/>
                </a:lnTo>
                <a:lnTo>
                  <a:pt x="942" y="7665"/>
                </a:lnTo>
                <a:lnTo>
                  <a:pt x="1353" y="5770"/>
                </a:lnTo>
                <a:lnTo>
                  <a:pt x="1793" y="3873"/>
                </a:lnTo>
                <a:lnTo>
                  <a:pt x="2249" y="1953"/>
                </a:lnTo>
                <a:lnTo>
                  <a:pt x="2700" y="0"/>
                </a:lnTo>
                <a:close/>
              </a:path>
            </a:pathLst>
          </a:custGeom>
          <a:solidFill>
            <a:srgbClr val="E0E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29" name="contour_08627"/>
          <p:cNvSpPr/>
          <p:nvPr/>
        </p:nvSpPr>
        <p:spPr>
          <a:xfrm>
            <a:off x="5512808" y="5458706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8495" y="1287"/>
                </a:lnTo>
                <a:lnTo>
                  <a:pt x="8685" y="2592"/>
                </a:lnTo>
                <a:lnTo>
                  <a:pt x="9065" y="4462"/>
                </a:lnTo>
                <a:lnTo>
                  <a:pt x="9457" y="6168"/>
                </a:lnTo>
                <a:lnTo>
                  <a:pt x="9883" y="7757"/>
                </a:lnTo>
                <a:lnTo>
                  <a:pt x="10371" y="9285"/>
                </a:lnTo>
                <a:lnTo>
                  <a:pt x="10945" y="10797"/>
                </a:lnTo>
                <a:lnTo>
                  <a:pt x="11631" y="12343"/>
                </a:lnTo>
                <a:lnTo>
                  <a:pt x="12726" y="12969"/>
                </a:lnTo>
                <a:lnTo>
                  <a:pt x="13817" y="13503"/>
                </a:lnTo>
                <a:lnTo>
                  <a:pt x="14911" y="13957"/>
                </a:lnTo>
                <a:lnTo>
                  <a:pt x="16006" y="14333"/>
                </a:lnTo>
                <a:lnTo>
                  <a:pt x="17107" y="14645"/>
                </a:lnTo>
                <a:lnTo>
                  <a:pt x="18214" y="14901"/>
                </a:lnTo>
                <a:lnTo>
                  <a:pt x="19330" y="15111"/>
                </a:lnTo>
                <a:lnTo>
                  <a:pt x="20459" y="15284"/>
                </a:lnTo>
                <a:lnTo>
                  <a:pt x="21600" y="15429"/>
                </a:lnTo>
                <a:lnTo>
                  <a:pt x="21600" y="16959"/>
                </a:lnTo>
                <a:lnTo>
                  <a:pt x="21600" y="18514"/>
                </a:lnTo>
                <a:lnTo>
                  <a:pt x="20503" y="18770"/>
                </a:lnTo>
                <a:lnTo>
                  <a:pt x="19407" y="19023"/>
                </a:lnTo>
                <a:lnTo>
                  <a:pt x="18308" y="19280"/>
                </a:lnTo>
                <a:lnTo>
                  <a:pt x="17209" y="19533"/>
                </a:lnTo>
                <a:lnTo>
                  <a:pt x="16107" y="19789"/>
                </a:lnTo>
                <a:lnTo>
                  <a:pt x="15004" y="20045"/>
                </a:lnTo>
                <a:lnTo>
                  <a:pt x="13897" y="20301"/>
                </a:lnTo>
                <a:lnTo>
                  <a:pt x="12787" y="20560"/>
                </a:lnTo>
                <a:lnTo>
                  <a:pt x="11674" y="20819"/>
                </a:lnTo>
                <a:lnTo>
                  <a:pt x="10557" y="21079"/>
                </a:lnTo>
                <a:lnTo>
                  <a:pt x="9434" y="21338"/>
                </a:lnTo>
                <a:lnTo>
                  <a:pt x="8308" y="21600"/>
                </a:lnTo>
                <a:lnTo>
                  <a:pt x="8308" y="19560"/>
                </a:lnTo>
                <a:lnTo>
                  <a:pt x="8308" y="17508"/>
                </a:lnTo>
                <a:lnTo>
                  <a:pt x="8308" y="15429"/>
                </a:lnTo>
                <a:lnTo>
                  <a:pt x="7279" y="15811"/>
                </a:lnTo>
                <a:lnTo>
                  <a:pt x="6251" y="16194"/>
                </a:lnTo>
                <a:lnTo>
                  <a:pt x="5219" y="16576"/>
                </a:lnTo>
                <a:lnTo>
                  <a:pt x="4185" y="16959"/>
                </a:lnTo>
                <a:lnTo>
                  <a:pt x="3147" y="17345"/>
                </a:lnTo>
                <a:lnTo>
                  <a:pt x="2104" y="17734"/>
                </a:lnTo>
                <a:lnTo>
                  <a:pt x="1055" y="18122"/>
                </a:lnTo>
                <a:lnTo>
                  <a:pt x="0" y="18514"/>
                </a:lnTo>
                <a:lnTo>
                  <a:pt x="0" y="16681"/>
                </a:lnTo>
                <a:lnTo>
                  <a:pt x="0" y="14842"/>
                </a:lnTo>
                <a:lnTo>
                  <a:pt x="0" y="12997"/>
                </a:lnTo>
                <a:lnTo>
                  <a:pt x="0" y="11136"/>
                </a:lnTo>
                <a:lnTo>
                  <a:pt x="0" y="9257"/>
                </a:lnTo>
                <a:lnTo>
                  <a:pt x="474" y="9344"/>
                </a:lnTo>
                <a:lnTo>
                  <a:pt x="1309" y="9492"/>
                </a:lnTo>
                <a:lnTo>
                  <a:pt x="3220" y="9837"/>
                </a:lnTo>
                <a:lnTo>
                  <a:pt x="4571" y="9837"/>
                </a:lnTo>
                <a:lnTo>
                  <a:pt x="5460" y="9689"/>
                </a:lnTo>
                <a:lnTo>
                  <a:pt x="6646" y="9257"/>
                </a:lnTo>
                <a:lnTo>
                  <a:pt x="7258" y="6961"/>
                </a:lnTo>
                <a:lnTo>
                  <a:pt x="7650" y="5332"/>
                </a:lnTo>
                <a:lnTo>
                  <a:pt x="7902" y="3925"/>
                </a:lnTo>
                <a:lnTo>
                  <a:pt x="8095" y="2296"/>
                </a:lnTo>
                <a:lnTo>
                  <a:pt x="8308" y="0"/>
                </a:lnTo>
                <a:close/>
              </a:path>
            </a:pathLst>
          </a:custGeom>
          <a:solidFill>
            <a:srgbClr val="2F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0" name="contour_08628"/>
          <p:cNvSpPr/>
          <p:nvPr/>
        </p:nvSpPr>
        <p:spPr>
          <a:xfrm>
            <a:off x="8231229" y="5422266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423" y="1205"/>
                </a:lnTo>
                <a:lnTo>
                  <a:pt x="18320" y="2119"/>
                </a:lnTo>
                <a:lnTo>
                  <a:pt x="19035" y="2925"/>
                </a:lnTo>
                <a:lnTo>
                  <a:pt x="19718" y="3799"/>
                </a:lnTo>
                <a:lnTo>
                  <a:pt x="20525" y="4925"/>
                </a:lnTo>
                <a:lnTo>
                  <a:pt x="21600" y="6480"/>
                </a:lnTo>
                <a:lnTo>
                  <a:pt x="21206" y="7962"/>
                </a:lnTo>
                <a:lnTo>
                  <a:pt x="20706" y="9385"/>
                </a:lnTo>
                <a:lnTo>
                  <a:pt x="20112" y="10759"/>
                </a:lnTo>
                <a:lnTo>
                  <a:pt x="19424" y="12087"/>
                </a:lnTo>
                <a:lnTo>
                  <a:pt x="18643" y="13375"/>
                </a:lnTo>
                <a:lnTo>
                  <a:pt x="17774" y="14632"/>
                </a:lnTo>
                <a:lnTo>
                  <a:pt x="16824" y="15859"/>
                </a:lnTo>
                <a:lnTo>
                  <a:pt x="15790" y="17066"/>
                </a:lnTo>
                <a:lnTo>
                  <a:pt x="14683" y="18258"/>
                </a:lnTo>
                <a:lnTo>
                  <a:pt x="13500" y="19440"/>
                </a:lnTo>
                <a:lnTo>
                  <a:pt x="11826" y="20010"/>
                </a:lnTo>
                <a:lnTo>
                  <a:pt x="10182" y="20477"/>
                </a:lnTo>
                <a:lnTo>
                  <a:pt x="8548" y="20848"/>
                </a:lnTo>
                <a:lnTo>
                  <a:pt x="6912" y="21133"/>
                </a:lnTo>
                <a:lnTo>
                  <a:pt x="5254" y="21343"/>
                </a:lnTo>
                <a:lnTo>
                  <a:pt x="3561" y="21483"/>
                </a:lnTo>
                <a:lnTo>
                  <a:pt x="1814" y="21568"/>
                </a:lnTo>
                <a:lnTo>
                  <a:pt x="0" y="21600"/>
                </a:lnTo>
                <a:lnTo>
                  <a:pt x="799" y="20246"/>
                </a:lnTo>
                <a:lnTo>
                  <a:pt x="1625" y="18906"/>
                </a:lnTo>
                <a:lnTo>
                  <a:pt x="2473" y="17585"/>
                </a:lnTo>
                <a:lnTo>
                  <a:pt x="3345" y="16276"/>
                </a:lnTo>
                <a:lnTo>
                  <a:pt x="4239" y="14980"/>
                </a:lnTo>
                <a:lnTo>
                  <a:pt x="5152" y="13697"/>
                </a:lnTo>
                <a:lnTo>
                  <a:pt x="6083" y="12422"/>
                </a:lnTo>
                <a:lnTo>
                  <a:pt x="7034" y="11159"/>
                </a:lnTo>
                <a:lnTo>
                  <a:pt x="8003" y="9901"/>
                </a:lnTo>
                <a:lnTo>
                  <a:pt x="8986" y="8653"/>
                </a:lnTo>
                <a:lnTo>
                  <a:pt x="9982" y="7411"/>
                </a:lnTo>
                <a:lnTo>
                  <a:pt x="10992" y="6171"/>
                </a:lnTo>
                <a:lnTo>
                  <a:pt x="12015" y="4936"/>
                </a:lnTo>
                <a:lnTo>
                  <a:pt x="13046" y="3702"/>
                </a:lnTo>
                <a:lnTo>
                  <a:pt x="14091" y="2469"/>
                </a:lnTo>
                <a:lnTo>
                  <a:pt x="15142" y="1236"/>
                </a:lnTo>
                <a:lnTo>
                  <a:pt x="16200" y="0"/>
                </a:lnTo>
                <a:close/>
              </a:path>
            </a:pathLst>
          </a:custGeom>
          <a:solidFill>
            <a:srgbClr val="515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1" name="contour_08629"/>
          <p:cNvSpPr/>
          <p:nvPr/>
        </p:nvSpPr>
        <p:spPr>
          <a:xfrm>
            <a:off x="8515461" y="5436842"/>
            <a:ext cx="5399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08" y="0"/>
                </a:moveTo>
                <a:lnTo>
                  <a:pt x="20792" y="1879"/>
                </a:lnTo>
                <a:lnTo>
                  <a:pt x="21122" y="3704"/>
                </a:lnTo>
                <a:lnTo>
                  <a:pt x="21378" y="5494"/>
                </a:lnTo>
                <a:lnTo>
                  <a:pt x="21545" y="7260"/>
                </a:lnTo>
                <a:lnTo>
                  <a:pt x="21600" y="9015"/>
                </a:lnTo>
                <a:lnTo>
                  <a:pt x="21533" y="10773"/>
                </a:lnTo>
                <a:lnTo>
                  <a:pt x="21323" y="12547"/>
                </a:lnTo>
                <a:lnTo>
                  <a:pt x="20953" y="14353"/>
                </a:lnTo>
                <a:lnTo>
                  <a:pt x="20408" y="16200"/>
                </a:lnTo>
                <a:lnTo>
                  <a:pt x="18620" y="17042"/>
                </a:lnTo>
                <a:lnTo>
                  <a:pt x="16830" y="17788"/>
                </a:lnTo>
                <a:lnTo>
                  <a:pt x="15035" y="18444"/>
                </a:lnTo>
                <a:lnTo>
                  <a:pt x="13230" y="19019"/>
                </a:lnTo>
                <a:lnTo>
                  <a:pt x="11408" y="19526"/>
                </a:lnTo>
                <a:lnTo>
                  <a:pt x="9571" y="19969"/>
                </a:lnTo>
                <a:lnTo>
                  <a:pt x="7714" y="20363"/>
                </a:lnTo>
                <a:lnTo>
                  <a:pt x="5831" y="20712"/>
                </a:lnTo>
                <a:lnTo>
                  <a:pt x="3921" y="21030"/>
                </a:lnTo>
                <a:lnTo>
                  <a:pt x="1977" y="21322"/>
                </a:lnTo>
                <a:lnTo>
                  <a:pt x="0" y="21600"/>
                </a:lnTo>
                <a:lnTo>
                  <a:pt x="1469" y="17561"/>
                </a:lnTo>
                <a:lnTo>
                  <a:pt x="2764" y="14062"/>
                </a:lnTo>
                <a:lnTo>
                  <a:pt x="3924" y="11059"/>
                </a:lnTo>
                <a:lnTo>
                  <a:pt x="4985" y="8518"/>
                </a:lnTo>
                <a:lnTo>
                  <a:pt x="5979" y="6399"/>
                </a:lnTo>
                <a:lnTo>
                  <a:pt x="6947" y="4666"/>
                </a:lnTo>
                <a:lnTo>
                  <a:pt x="7924" y="3278"/>
                </a:lnTo>
                <a:lnTo>
                  <a:pt x="8947" y="2195"/>
                </a:lnTo>
                <a:lnTo>
                  <a:pt x="10049" y="1382"/>
                </a:lnTo>
                <a:lnTo>
                  <a:pt x="11271" y="799"/>
                </a:lnTo>
                <a:lnTo>
                  <a:pt x="12647" y="410"/>
                </a:lnTo>
                <a:lnTo>
                  <a:pt x="14210" y="173"/>
                </a:lnTo>
                <a:lnTo>
                  <a:pt x="16002" y="51"/>
                </a:lnTo>
                <a:lnTo>
                  <a:pt x="18055" y="5"/>
                </a:lnTo>
                <a:lnTo>
                  <a:pt x="20408" y="0"/>
                </a:lnTo>
                <a:close/>
              </a:path>
            </a:pathLst>
          </a:custGeom>
          <a:solidFill>
            <a:srgbClr val="BABCBB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2" name="contour_08630"/>
          <p:cNvSpPr/>
          <p:nvPr/>
        </p:nvSpPr>
        <p:spPr>
          <a:xfrm>
            <a:off x="5833480" y="5414978"/>
            <a:ext cx="2915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271" y="1227"/>
                </a:lnTo>
                <a:lnTo>
                  <a:pt x="20941" y="2455"/>
                </a:lnTo>
                <a:lnTo>
                  <a:pt x="20606" y="3682"/>
                </a:lnTo>
                <a:lnTo>
                  <a:pt x="20266" y="4909"/>
                </a:lnTo>
                <a:lnTo>
                  <a:pt x="19926" y="6136"/>
                </a:lnTo>
                <a:lnTo>
                  <a:pt x="19580" y="7364"/>
                </a:lnTo>
                <a:lnTo>
                  <a:pt x="19235" y="8591"/>
                </a:lnTo>
                <a:lnTo>
                  <a:pt x="18916" y="9808"/>
                </a:lnTo>
                <a:lnTo>
                  <a:pt x="18592" y="11045"/>
                </a:lnTo>
                <a:lnTo>
                  <a:pt x="18252" y="12226"/>
                </a:lnTo>
                <a:lnTo>
                  <a:pt x="17906" y="13423"/>
                </a:lnTo>
                <a:lnTo>
                  <a:pt x="17609" y="14505"/>
                </a:lnTo>
                <a:lnTo>
                  <a:pt x="17307" y="15605"/>
                </a:lnTo>
                <a:lnTo>
                  <a:pt x="16508" y="16944"/>
                </a:lnTo>
                <a:lnTo>
                  <a:pt x="15568" y="18164"/>
                </a:lnTo>
                <a:lnTo>
                  <a:pt x="14369" y="19314"/>
                </a:lnTo>
                <a:lnTo>
                  <a:pt x="12814" y="20443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329" y="20373"/>
                </a:lnTo>
                <a:lnTo>
                  <a:pt x="659" y="19145"/>
                </a:lnTo>
                <a:lnTo>
                  <a:pt x="994" y="17918"/>
                </a:lnTo>
                <a:lnTo>
                  <a:pt x="1334" y="16691"/>
                </a:lnTo>
                <a:lnTo>
                  <a:pt x="1674" y="15464"/>
                </a:lnTo>
                <a:lnTo>
                  <a:pt x="2020" y="14236"/>
                </a:lnTo>
                <a:lnTo>
                  <a:pt x="2365" y="13009"/>
                </a:lnTo>
                <a:lnTo>
                  <a:pt x="2684" y="11792"/>
                </a:lnTo>
                <a:lnTo>
                  <a:pt x="3008" y="10555"/>
                </a:lnTo>
                <a:lnTo>
                  <a:pt x="3348" y="9374"/>
                </a:lnTo>
                <a:lnTo>
                  <a:pt x="3694" y="8177"/>
                </a:lnTo>
                <a:lnTo>
                  <a:pt x="3991" y="7095"/>
                </a:lnTo>
                <a:lnTo>
                  <a:pt x="4293" y="5995"/>
                </a:lnTo>
                <a:lnTo>
                  <a:pt x="5092" y="4656"/>
                </a:lnTo>
                <a:lnTo>
                  <a:pt x="6032" y="3436"/>
                </a:lnTo>
                <a:lnTo>
                  <a:pt x="7231" y="2286"/>
                </a:lnTo>
                <a:lnTo>
                  <a:pt x="8786" y="1157"/>
                </a:lnTo>
                <a:lnTo>
                  <a:pt x="10800" y="0"/>
                </a:lnTo>
                <a:close/>
              </a:path>
            </a:pathLst>
          </a:custGeom>
          <a:solidFill>
            <a:srgbClr val="B5CB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3" name="contour_08631"/>
          <p:cNvSpPr/>
          <p:nvPr/>
        </p:nvSpPr>
        <p:spPr>
          <a:xfrm>
            <a:off x="1205270" y="5434568"/>
            <a:ext cx="44063" cy="69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13" y="0"/>
                </a:moveTo>
                <a:lnTo>
                  <a:pt x="19239" y="348"/>
                </a:lnTo>
                <a:lnTo>
                  <a:pt x="21600" y="704"/>
                </a:lnTo>
                <a:lnTo>
                  <a:pt x="21600" y="2194"/>
                </a:lnTo>
                <a:lnTo>
                  <a:pt x="21600" y="3697"/>
                </a:lnTo>
                <a:lnTo>
                  <a:pt x="21600" y="5219"/>
                </a:lnTo>
                <a:lnTo>
                  <a:pt x="20693" y="5463"/>
                </a:lnTo>
                <a:lnTo>
                  <a:pt x="17942" y="6196"/>
                </a:lnTo>
                <a:lnTo>
                  <a:pt x="16213" y="6833"/>
                </a:lnTo>
                <a:lnTo>
                  <a:pt x="14455" y="7476"/>
                </a:lnTo>
                <a:lnTo>
                  <a:pt x="14505" y="9059"/>
                </a:lnTo>
                <a:lnTo>
                  <a:pt x="14601" y="10210"/>
                </a:lnTo>
                <a:lnTo>
                  <a:pt x="14805" y="11262"/>
                </a:lnTo>
                <a:lnTo>
                  <a:pt x="15184" y="12544"/>
                </a:lnTo>
                <a:lnTo>
                  <a:pt x="15795" y="14388"/>
                </a:lnTo>
                <a:lnTo>
                  <a:pt x="16191" y="15627"/>
                </a:lnTo>
                <a:lnTo>
                  <a:pt x="16588" y="16873"/>
                </a:lnTo>
                <a:lnTo>
                  <a:pt x="16991" y="18135"/>
                </a:lnTo>
                <a:lnTo>
                  <a:pt x="17506" y="19566"/>
                </a:lnTo>
                <a:lnTo>
                  <a:pt x="18027" y="21020"/>
                </a:lnTo>
                <a:lnTo>
                  <a:pt x="14012" y="21340"/>
                </a:lnTo>
                <a:lnTo>
                  <a:pt x="11179" y="21535"/>
                </a:lnTo>
                <a:lnTo>
                  <a:pt x="9135" y="21600"/>
                </a:lnTo>
                <a:lnTo>
                  <a:pt x="7474" y="21535"/>
                </a:lnTo>
                <a:lnTo>
                  <a:pt x="5809" y="21340"/>
                </a:lnTo>
                <a:lnTo>
                  <a:pt x="3737" y="21020"/>
                </a:lnTo>
                <a:lnTo>
                  <a:pt x="2276" y="19322"/>
                </a:lnTo>
                <a:lnTo>
                  <a:pt x="1208" y="17914"/>
                </a:lnTo>
                <a:lnTo>
                  <a:pt x="489" y="16634"/>
                </a:lnTo>
                <a:lnTo>
                  <a:pt x="100" y="15325"/>
                </a:lnTo>
                <a:lnTo>
                  <a:pt x="0" y="13830"/>
                </a:lnTo>
                <a:lnTo>
                  <a:pt x="164" y="11991"/>
                </a:lnTo>
                <a:lnTo>
                  <a:pt x="1183" y="10286"/>
                </a:lnTo>
                <a:lnTo>
                  <a:pt x="2240" y="8645"/>
                </a:lnTo>
                <a:lnTo>
                  <a:pt x="3376" y="7083"/>
                </a:lnTo>
                <a:lnTo>
                  <a:pt x="4634" y="5621"/>
                </a:lnTo>
                <a:lnTo>
                  <a:pt x="6045" y="4275"/>
                </a:lnTo>
                <a:lnTo>
                  <a:pt x="7660" y="3070"/>
                </a:lnTo>
                <a:lnTo>
                  <a:pt x="9510" y="2018"/>
                </a:lnTo>
                <a:lnTo>
                  <a:pt x="11643" y="1144"/>
                </a:lnTo>
                <a:lnTo>
                  <a:pt x="14098" y="465"/>
                </a:lnTo>
                <a:lnTo>
                  <a:pt x="16913" y="0"/>
                </a:lnTo>
                <a:close/>
              </a:path>
            </a:pathLst>
          </a:custGeom>
          <a:solidFill>
            <a:srgbClr val="D5C8E7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4" name="contour_08632"/>
          <p:cNvSpPr/>
          <p:nvPr/>
        </p:nvSpPr>
        <p:spPr>
          <a:xfrm>
            <a:off x="950526" y="5429554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160"/>
                </a:lnTo>
                <a:lnTo>
                  <a:pt x="2251" y="321"/>
                </a:lnTo>
                <a:lnTo>
                  <a:pt x="3378" y="481"/>
                </a:lnTo>
                <a:lnTo>
                  <a:pt x="4504" y="645"/>
                </a:lnTo>
                <a:lnTo>
                  <a:pt x="5631" y="805"/>
                </a:lnTo>
                <a:lnTo>
                  <a:pt x="6759" y="966"/>
                </a:lnTo>
                <a:lnTo>
                  <a:pt x="7889" y="1126"/>
                </a:lnTo>
                <a:lnTo>
                  <a:pt x="9020" y="1290"/>
                </a:lnTo>
                <a:lnTo>
                  <a:pt x="10152" y="1450"/>
                </a:lnTo>
                <a:lnTo>
                  <a:pt x="11287" y="1614"/>
                </a:lnTo>
                <a:lnTo>
                  <a:pt x="12422" y="1774"/>
                </a:lnTo>
                <a:lnTo>
                  <a:pt x="13560" y="1938"/>
                </a:lnTo>
                <a:lnTo>
                  <a:pt x="14700" y="2101"/>
                </a:lnTo>
                <a:lnTo>
                  <a:pt x="15843" y="2262"/>
                </a:lnTo>
                <a:lnTo>
                  <a:pt x="16988" y="2425"/>
                </a:lnTo>
                <a:lnTo>
                  <a:pt x="18137" y="2592"/>
                </a:lnTo>
                <a:lnTo>
                  <a:pt x="19287" y="2756"/>
                </a:lnTo>
                <a:lnTo>
                  <a:pt x="20442" y="2919"/>
                </a:lnTo>
                <a:lnTo>
                  <a:pt x="21600" y="3086"/>
                </a:lnTo>
                <a:lnTo>
                  <a:pt x="21600" y="4616"/>
                </a:lnTo>
                <a:lnTo>
                  <a:pt x="21600" y="6171"/>
                </a:lnTo>
                <a:lnTo>
                  <a:pt x="20618" y="6461"/>
                </a:lnTo>
                <a:lnTo>
                  <a:pt x="19631" y="6718"/>
                </a:lnTo>
                <a:lnTo>
                  <a:pt x="18642" y="6937"/>
                </a:lnTo>
                <a:lnTo>
                  <a:pt x="17654" y="7134"/>
                </a:lnTo>
                <a:lnTo>
                  <a:pt x="15969" y="7683"/>
                </a:lnTo>
                <a:lnTo>
                  <a:pt x="14789" y="8162"/>
                </a:lnTo>
                <a:lnTo>
                  <a:pt x="13960" y="8711"/>
                </a:lnTo>
                <a:lnTo>
                  <a:pt x="13324" y="9473"/>
                </a:lnTo>
                <a:lnTo>
                  <a:pt x="12722" y="10590"/>
                </a:lnTo>
                <a:lnTo>
                  <a:pt x="12001" y="12198"/>
                </a:lnTo>
                <a:lnTo>
                  <a:pt x="11533" y="14049"/>
                </a:lnTo>
                <a:lnTo>
                  <a:pt x="11097" y="15901"/>
                </a:lnTo>
                <a:lnTo>
                  <a:pt x="10690" y="17764"/>
                </a:lnTo>
                <a:lnTo>
                  <a:pt x="10315" y="19659"/>
                </a:lnTo>
                <a:lnTo>
                  <a:pt x="9969" y="21600"/>
                </a:lnTo>
                <a:lnTo>
                  <a:pt x="9876" y="20261"/>
                </a:lnTo>
                <a:lnTo>
                  <a:pt x="9781" y="18900"/>
                </a:lnTo>
                <a:lnTo>
                  <a:pt x="9579" y="16870"/>
                </a:lnTo>
                <a:lnTo>
                  <a:pt x="9354" y="14926"/>
                </a:lnTo>
                <a:lnTo>
                  <a:pt x="9084" y="13031"/>
                </a:lnTo>
                <a:lnTo>
                  <a:pt x="8743" y="11155"/>
                </a:lnTo>
                <a:lnTo>
                  <a:pt x="8308" y="9257"/>
                </a:lnTo>
                <a:lnTo>
                  <a:pt x="7022" y="8887"/>
                </a:lnTo>
                <a:lnTo>
                  <a:pt x="6119" y="8702"/>
                </a:lnTo>
                <a:lnTo>
                  <a:pt x="5362" y="8702"/>
                </a:lnTo>
                <a:lnTo>
                  <a:pt x="4509" y="8887"/>
                </a:lnTo>
                <a:lnTo>
                  <a:pt x="3323" y="9257"/>
                </a:lnTo>
                <a:lnTo>
                  <a:pt x="3323" y="7217"/>
                </a:lnTo>
                <a:lnTo>
                  <a:pt x="3323" y="5165"/>
                </a:lnTo>
                <a:lnTo>
                  <a:pt x="3323" y="3086"/>
                </a:lnTo>
                <a:lnTo>
                  <a:pt x="2501" y="2320"/>
                </a:lnTo>
                <a:lnTo>
                  <a:pt x="1673" y="1555"/>
                </a:lnTo>
                <a:lnTo>
                  <a:pt x="842" y="781"/>
                </a:lnTo>
                <a:lnTo>
                  <a:pt x="0" y="0"/>
                </a:lnTo>
                <a:close/>
              </a:path>
            </a:pathLst>
          </a:custGeom>
          <a:solidFill>
            <a:srgbClr val="C5C8D0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5" name="contour_08633"/>
          <p:cNvSpPr/>
          <p:nvPr/>
        </p:nvSpPr>
        <p:spPr>
          <a:xfrm>
            <a:off x="4448762" y="5449807"/>
            <a:ext cx="58304" cy="526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61"/>
                </a:moveTo>
                <a:lnTo>
                  <a:pt x="1831" y="443"/>
                </a:lnTo>
                <a:lnTo>
                  <a:pt x="3640" y="260"/>
                </a:lnTo>
                <a:lnTo>
                  <a:pt x="5432" y="120"/>
                </a:lnTo>
                <a:lnTo>
                  <a:pt x="7217" y="30"/>
                </a:lnTo>
                <a:lnTo>
                  <a:pt x="8999" y="0"/>
                </a:lnTo>
                <a:lnTo>
                  <a:pt x="10784" y="39"/>
                </a:lnTo>
                <a:lnTo>
                  <a:pt x="12574" y="159"/>
                </a:lnTo>
                <a:lnTo>
                  <a:pt x="14378" y="362"/>
                </a:lnTo>
                <a:lnTo>
                  <a:pt x="16200" y="661"/>
                </a:lnTo>
                <a:lnTo>
                  <a:pt x="17553" y="2139"/>
                </a:lnTo>
                <a:lnTo>
                  <a:pt x="18665" y="3652"/>
                </a:lnTo>
                <a:lnTo>
                  <a:pt x="19559" y="5223"/>
                </a:lnTo>
                <a:lnTo>
                  <a:pt x="20272" y="6880"/>
                </a:lnTo>
                <a:lnTo>
                  <a:pt x="20828" y="8648"/>
                </a:lnTo>
                <a:lnTo>
                  <a:pt x="21262" y="10553"/>
                </a:lnTo>
                <a:lnTo>
                  <a:pt x="21600" y="12626"/>
                </a:lnTo>
                <a:lnTo>
                  <a:pt x="21092" y="15211"/>
                </a:lnTo>
                <a:lnTo>
                  <a:pt x="20698" y="16970"/>
                </a:lnTo>
                <a:lnTo>
                  <a:pt x="20288" y="18334"/>
                </a:lnTo>
                <a:lnTo>
                  <a:pt x="19732" y="19733"/>
                </a:lnTo>
                <a:lnTo>
                  <a:pt x="18900" y="21600"/>
                </a:lnTo>
                <a:lnTo>
                  <a:pt x="16972" y="21127"/>
                </a:lnTo>
                <a:lnTo>
                  <a:pt x="15587" y="20736"/>
                </a:lnTo>
                <a:lnTo>
                  <a:pt x="14356" y="20281"/>
                </a:lnTo>
                <a:lnTo>
                  <a:pt x="12890" y="19620"/>
                </a:lnTo>
                <a:lnTo>
                  <a:pt x="10800" y="18609"/>
                </a:lnTo>
                <a:lnTo>
                  <a:pt x="10228" y="16826"/>
                </a:lnTo>
                <a:lnTo>
                  <a:pt x="9671" y="15037"/>
                </a:lnTo>
                <a:lnTo>
                  <a:pt x="9131" y="13242"/>
                </a:lnTo>
                <a:lnTo>
                  <a:pt x="8608" y="11442"/>
                </a:lnTo>
                <a:lnTo>
                  <a:pt x="8100" y="9635"/>
                </a:lnTo>
                <a:lnTo>
                  <a:pt x="6831" y="8023"/>
                </a:lnTo>
                <a:lnTo>
                  <a:pt x="5530" y="6485"/>
                </a:lnTo>
                <a:lnTo>
                  <a:pt x="4196" y="5001"/>
                </a:lnTo>
                <a:lnTo>
                  <a:pt x="2830" y="3551"/>
                </a:lnTo>
                <a:lnTo>
                  <a:pt x="1431" y="2112"/>
                </a:lnTo>
                <a:lnTo>
                  <a:pt x="0" y="661"/>
                </a:lnTo>
                <a:close/>
              </a:path>
            </a:pathLst>
          </a:custGeom>
          <a:solidFill>
            <a:srgbClr val="191917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6" name="contour_08634"/>
          <p:cNvSpPr/>
          <p:nvPr/>
        </p:nvSpPr>
        <p:spPr>
          <a:xfrm>
            <a:off x="3865722" y="5442140"/>
            <a:ext cx="86705" cy="333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6" y="1288"/>
                </a:moveTo>
                <a:lnTo>
                  <a:pt x="3048" y="425"/>
                </a:lnTo>
                <a:lnTo>
                  <a:pt x="3989" y="104"/>
                </a:lnTo>
                <a:lnTo>
                  <a:pt x="5439" y="33"/>
                </a:lnTo>
                <a:lnTo>
                  <a:pt x="6514" y="19"/>
                </a:lnTo>
                <a:lnTo>
                  <a:pt x="7605" y="0"/>
                </a:lnTo>
                <a:lnTo>
                  <a:pt x="8170" y="24"/>
                </a:lnTo>
                <a:lnTo>
                  <a:pt x="9873" y="109"/>
                </a:lnTo>
                <a:lnTo>
                  <a:pt x="10986" y="57"/>
                </a:lnTo>
                <a:lnTo>
                  <a:pt x="12117" y="0"/>
                </a:lnTo>
                <a:lnTo>
                  <a:pt x="13541" y="52"/>
                </a:lnTo>
                <a:lnTo>
                  <a:pt x="14819" y="212"/>
                </a:lnTo>
                <a:lnTo>
                  <a:pt x="15995" y="566"/>
                </a:lnTo>
                <a:lnTo>
                  <a:pt x="17116" y="1189"/>
                </a:lnTo>
                <a:lnTo>
                  <a:pt x="18227" y="2161"/>
                </a:lnTo>
                <a:lnTo>
                  <a:pt x="19374" y="3572"/>
                </a:lnTo>
                <a:lnTo>
                  <a:pt x="20603" y="5493"/>
                </a:lnTo>
                <a:lnTo>
                  <a:pt x="21282" y="8598"/>
                </a:lnTo>
                <a:lnTo>
                  <a:pt x="21589" y="10727"/>
                </a:lnTo>
                <a:lnTo>
                  <a:pt x="21600" y="12846"/>
                </a:lnTo>
                <a:lnTo>
                  <a:pt x="21389" y="15942"/>
                </a:lnTo>
                <a:lnTo>
                  <a:pt x="20536" y="18405"/>
                </a:lnTo>
                <a:lnTo>
                  <a:pt x="19886" y="19816"/>
                </a:lnTo>
                <a:lnTo>
                  <a:pt x="19109" y="20699"/>
                </a:lnTo>
                <a:lnTo>
                  <a:pt x="17873" y="21586"/>
                </a:lnTo>
                <a:lnTo>
                  <a:pt x="16673" y="21600"/>
                </a:lnTo>
                <a:lnTo>
                  <a:pt x="15507" y="21567"/>
                </a:lnTo>
                <a:lnTo>
                  <a:pt x="14359" y="21444"/>
                </a:lnTo>
                <a:lnTo>
                  <a:pt x="13219" y="21194"/>
                </a:lnTo>
                <a:lnTo>
                  <a:pt x="12068" y="20779"/>
                </a:lnTo>
                <a:lnTo>
                  <a:pt x="10894" y="20165"/>
                </a:lnTo>
                <a:lnTo>
                  <a:pt x="10171" y="16654"/>
                </a:lnTo>
                <a:lnTo>
                  <a:pt x="9715" y="14162"/>
                </a:lnTo>
                <a:lnTo>
                  <a:pt x="9439" y="12010"/>
                </a:lnTo>
                <a:lnTo>
                  <a:pt x="9256" y="9519"/>
                </a:lnTo>
                <a:lnTo>
                  <a:pt x="9078" y="6008"/>
                </a:lnTo>
                <a:lnTo>
                  <a:pt x="7954" y="6593"/>
                </a:lnTo>
                <a:lnTo>
                  <a:pt x="6830" y="7178"/>
                </a:lnTo>
                <a:lnTo>
                  <a:pt x="5703" y="7763"/>
                </a:lnTo>
                <a:lnTo>
                  <a:pt x="4573" y="8348"/>
                </a:lnTo>
                <a:lnTo>
                  <a:pt x="3439" y="8938"/>
                </a:lnTo>
                <a:lnTo>
                  <a:pt x="2299" y="9533"/>
                </a:lnTo>
                <a:lnTo>
                  <a:pt x="1153" y="10128"/>
                </a:lnTo>
                <a:lnTo>
                  <a:pt x="0" y="10727"/>
                </a:lnTo>
                <a:lnTo>
                  <a:pt x="450" y="8391"/>
                </a:lnTo>
                <a:lnTo>
                  <a:pt x="901" y="6045"/>
                </a:lnTo>
                <a:lnTo>
                  <a:pt x="1356" y="3681"/>
                </a:lnTo>
                <a:lnTo>
                  <a:pt x="1816" y="1288"/>
                </a:lnTo>
                <a:close/>
              </a:path>
            </a:pathLst>
          </a:custGeom>
          <a:solidFill>
            <a:srgbClr val="8C8AA0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7" name="contour_08635"/>
          <p:cNvSpPr/>
          <p:nvPr/>
        </p:nvSpPr>
        <p:spPr>
          <a:xfrm>
            <a:off x="4010061" y="5393114"/>
            <a:ext cx="3786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26" y="0"/>
                </a:moveTo>
                <a:lnTo>
                  <a:pt x="11887" y="545"/>
                </a:lnTo>
                <a:lnTo>
                  <a:pt x="13675" y="974"/>
                </a:lnTo>
                <a:lnTo>
                  <a:pt x="15268" y="1519"/>
                </a:lnTo>
                <a:lnTo>
                  <a:pt x="17442" y="2400"/>
                </a:lnTo>
                <a:lnTo>
                  <a:pt x="16411" y="3588"/>
                </a:lnTo>
                <a:lnTo>
                  <a:pt x="15380" y="4781"/>
                </a:lnTo>
                <a:lnTo>
                  <a:pt x="14336" y="5983"/>
                </a:lnTo>
                <a:lnTo>
                  <a:pt x="13284" y="7200"/>
                </a:lnTo>
                <a:lnTo>
                  <a:pt x="16033" y="7200"/>
                </a:lnTo>
                <a:lnTo>
                  <a:pt x="18798" y="7200"/>
                </a:lnTo>
                <a:lnTo>
                  <a:pt x="21600" y="7200"/>
                </a:lnTo>
                <a:lnTo>
                  <a:pt x="21600" y="8784"/>
                </a:lnTo>
                <a:lnTo>
                  <a:pt x="21600" y="10370"/>
                </a:lnTo>
                <a:lnTo>
                  <a:pt x="21600" y="11964"/>
                </a:lnTo>
                <a:lnTo>
                  <a:pt x="21600" y="13565"/>
                </a:lnTo>
                <a:lnTo>
                  <a:pt x="21600" y="15175"/>
                </a:lnTo>
                <a:lnTo>
                  <a:pt x="21600" y="16800"/>
                </a:lnTo>
                <a:lnTo>
                  <a:pt x="20490" y="16759"/>
                </a:lnTo>
                <a:lnTo>
                  <a:pt x="19284" y="16714"/>
                </a:lnTo>
                <a:lnTo>
                  <a:pt x="17371" y="16642"/>
                </a:lnTo>
                <a:lnTo>
                  <a:pt x="14149" y="16522"/>
                </a:lnTo>
                <a:lnTo>
                  <a:pt x="9014" y="16332"/>
                </a:lnTo>
                <a:lnTo>
                  <a:pt x="8008" y="16447"/>
                </a:lnTo>
                <a:lnTo>
                  <a:pt x="4969" y="16800"/>
                </a:lnTo>
                <a:lnTo>
                  <a:pt x="3434" y="18235"/>
                </a:lnTo>
                <a:lnTo>
                  <a:pt x="2486" y="19214"/>
                </a:lnTo>
                <a:lnTo>
                  <a:pt x="1742" y="20186"/>
                </a:lnTo>
                <a:lnTo>
                  <a:pt x="811" y="21600"/>
                </a:lnTo>
                <a:lnTo>
                  <a:pt x="682" y="19980"/>
                </a:lnTo>
                <a:lnTo>
                  <a:pt x="570" y="18360"/>
                </a:lnTo>
                <a:lnTo>
                  <a:pt x="466" y="16740"/>
                </a:lnTo>
                <a:lnTo>
                  <a:pt x="374" y="15120"/>
                </a:lnTo>
                <a:lnTo>
                  <a:pt x="291" y="13500"/>
                </a:lnTo>
                <a:lnTo>
                  <a:pt x="195" y="11995"/>
                </a:lnTo>
                <a:lnTo>
                  <a:pt x="100" y="10481"/>
                </a:lnTo>
                <a:lnTo>
                  <a:pt x="0" y="8945"/>
                </a:lnTo>
                <a:lnTo>
                  <a:pt x="428" y="6898"/>
                </a:lnTo>
                <a:lnTo>
                  <a:pt x="886" y="5503"/>
                </a:lnTo>
                <a:lnTo>
                  <a:pt x="1601" y="4418"/>
                </a:lnTo>
                <a:lnTo>
                  <a:pt x="2802" y="3298"/>
                </a:lnTo>
                <a:lnTo>
                  <a:pt x="4711" y="1800"/>
                </a:lnTo>
                <a:lnTo>
                  <a:pt x="6902" y="907"/>
                </a:lnTo>
                <a:lnTo>
                  <a:pt x="9126" y="0"/>
                </a:lnTo>
                <a:close/>
              </a:path>
            </a:pathLst>
          </a:custGeom>
          <a:solidFill>
            <a:srgbClr val="AB966E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8" name="contour_08636"/>
          <p:cNvSpPr/>
          <p:nvPr/>
        </p:nvSpPr>
        <p:spPr>
          <a:xfrm>
            <a:off x="3800130" y="5414978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6539" y="241"/>
                </a:lnTo>
                <a:lnTo>
                  <a:pt x="8976" y="475"/>
                </a:lnTo>
                <a:lnTo>
                  <a:pt x="10741" y="793"/>
                </a:lnTo>
                <a:lnTo>
                  <a:pt x="12179" y="1277"/>
                </a:lnTo>
                <a:lnTo>
                  <a:pt x="13627" y="2012"/>
                </a:lnTo>
                <a:lnTo>
                  <a:pt x="15429" y="3086"/>
                </a:lnTo>
                <a:lnTo>
                  <a:pt x="16385" y="5073"/>
                </a:lnTo>
                <a:lnTo>
                  <a:pt x="17249" y="7072"/>
                </a:lnTo>
                <a:lnTo>
                  <a:pt x="18033" y="9087"/>
                </a:lnTo>
                <a:lnTo>
                  <a:pt x="18746" y="11121"/>
                </a:lnTo>
                <a:lnTo>
                  <a:pt x="19400" y="13173"/>
                </a:lnTo>
                <a:lnTo>
                  <a:pt x="20002" y="15243"/>
                </a:lnTo>
                <a:lnTo>
                  <a:pt x="20563" y="17339"/>
                </a:lnTo>
                <a:lnTo>
                  <a:pt x="21091" y="19455"/>
                </a:lnTo>
                <a:lnTo>
                  <a:pt x="21600" y="21600"/>
                </a:lnTo>
                <a:lnTo>
                  <a:pt x="19853" y="21119"/>
                </a:lnTo>
                <a:lnTo>
                  <a:pt x="18104" y="20637"/>
                </a:lnTo>
                <a:lnTo>
                  <a:pt x="16357" y="20153"/>
                </a:lnTo>
                <a:lnTo>
                  <a:pt x="14608" y="19671"/>
                </a:lnTo>
                <a:lnTo>
                  <a:pt x="12861" y="19190"/>
                </a:lnTo>
                <a:lnTo>
                  <a:pt x="11300" y="18906"/>
                </a:lnTo>
                <a:lnTo>
                  <a:pt x="9982" y="18715"/>
                </a:lnTo>
                <a:lnTo>
                  <a:pt x="8551" y="18598"/>
                </a:lnTo>
                <a:lnTo>
                  <a:pt x="6647" y="18539"/>
                </a:lnTo>
                <a:lnTo>
                  <a:pt x="3916" y="18517"/>
                </a:lnTo>
                <a:lnTo>
                  <a:pt x="0" y="18514"/>
                </a:lnTo>
                <a:lnTo>
                  <a:pt x="339" y="16478"/>
                </a:lnTo>
                <a:lnTo>
                  <a:pt x="679" y="14438"/>
                </a:lnTo>
                <a:lnTo>
                  <a:pt x="1018" y="12398"/>
                </a:lnTo>
                <a:lnTo>
                  <a:pt x="1361" y="10353"/>
                </a:lnTo>
                <a:lnTo>
                  <a:pt x="1703" y="8301"/>
                </a:lnTo>
                <a:lnTo>
                  <a:pt x="2046" y="6239"/>
                </a:lnTo>
                <a:lnTo>
                  <a:pt x="2391" y="4172"/>
                </a:lnTo>
                <a:lnTo>
                  <a:pt x="2737" y="2092"/>
                </a:lnTo>
                <a:lnTo>
                  <a:pt x="3086" y="0"/>
                </a:lnTo>
                <a:close/>
              </a:path>
            </a:pathLst>
          </a:custGeom>
          <a:solidFill>
            <a:srgbClr val="D1C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8639" name="contour_08637"/>
          <p:cNvSpPr/>
          <p:nvPr/>
        </p:nvSpPr>
        <p:spPr>
          <a:xfrm>
            <a:off x="3894874" y="5405984"/>
            <a:ext cx="87456" cy="389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947"/>
                </a:moveTo>
                <a:lnTo>
                  <a:pt x="12010" y="502"/>
                </a:lnTo>
                <a:lnTo>
                  <a:pt x="13210" y="206"/>
                </a:lnTo>
                <a:lnTo>
                  <a:pt x="14404" y="44"/>
                </a:lnTo>
                <a:lnTo>
                  <a:pt x="15595" y="0"/>
                </a:lnTo>
                <a:lnTo>
                  <a:pt x="16785" y="53"/>
                </a:lnTo>
                <a:lnTo>
                  <a:pt x="17978" y="194"/>
                </a:lnTo>
                <a:lnTo>
                  <a:pt x="19175" y="396"/>
                </a:lnTo>
                <a:lnTo>
                  <a:pt x="20381" y="655"/>
                </a:lnTo>
                <a:lnTo>
                  <a:pt x="21600" y="947"/>
                </a:lnTo>
                <a:lnTo>
                  <a:pt x="21424" y="3713"/>
                </a:lnTo>
                <a:lnTo>
                  <a:pt x="21242" y="5728"/>
                </a:lnTo>
                <a:lnTo>
                  <a:pt x="20968" y="7572"/>
                </a:lnTo>
                <a:lnTo>
                  <a:pt x="20516" y="9829"/>
                </a:lnTo>
                <a:lnTo>
                  <a:pt x="19800" y="13081"/>
                </a:lnTo>
                <a:lnTo>
                  <a:pt x="18652" y="14683"/>
                </a:lnTo>
                <a:lnTo>
                  <a:pt x="17491" y="16083"/>
                </a:lnTo>
                <a:lnTo>
                  <a:pt x="16317" y="17292"/>
                </a:lnTo>
                <a:lnTo>
                  <a:pt x="15131" y="18324"/>
                </a:lnTo>
                <a:lnTo>
                  <a:pt x="13934" y="19189"/>
                </a:lnTo>
                <a:lnTo>
                  <a:pt x="12722" y="19901"/>
                </a:lnTo>
                <a:lnTo>
                  <a:pt x="11500" y="20467"/>
                </a:lnTo>
                <a:lnTo>
                  <a:pt x="10265" y="20908"/>
                </a:lnTo>
                <a:lnTo>
                  <a:pt x="9020" y="21228"/>
                </a:lnTo>
                <a:lnTo>
                  <a:pt x="7763" y="21442"/>
                </a:lnTo>
                <a:lnTo>
                  <a:pt x="6494" y="21564"/>
                </a:lnTo>
                <a:lnTo>
                  <a:pt x="5216" y="21600"/>
                </a:lnTo>
                <a:lnTo>
                  <a:pt x="3928" y="21568"/>
                </a:lnTo>
                <a:lnTo>
                  <a:pt x="2628" y="21479"/>
                </a:lnTo>
                <a:lnTo>
                  <a:pt x="1319" y="21341"/>
                </a:lnTo>
                <a:lnTo>
                  <a:pt x="0" y="21171"/>
                </a:lnTo>
                <a:lnTo>
                  <a:pt x="0" y="19165"/>
                </a:lnTo>
                <a:lnTo>
                  <a:pt x="0" y="17126"/>
                </a:lnTo>
                <a:lnTo>
                  <a:pt x="945" y="17409"/>
                </a:lnTo>
                <a:lnTo>
                  <a:pt x="1906" y="17697"/>
                </a:lnTo>
                <a:lnTo>
                  <a:pt x="3136" y="17899"/>
                </a:lnTo>
                <a:lnTo>
                  <a:pt x="4316" y="18032"/>
                </a:lnTo>
                <a:lnTo>
                  <a:pt x="5472" y="18057"/>
                </a:lnTo>
                <a:lnTo>
                  <a:pt x="6622" y="17939"/>
                </a:lnTo>
                <a:lnTo>
                  <a:pt x="7792" y="17644"/>
                </a:lnTo>
                <a:lnTo>
                  <a:pt x="9000" y="17126"/>
                </a:lnTo>
                <a:lnTo>
                  <a:pt x="9443" y="14424"/>
                </a:lnTo>
                <a:lnTo>
                  <a:pt x="9646" y="12325"/>
                </a:lnTo>
                <a:lnTo>
                  <a:pt x="9788" y="9036"/>
                </a:lnTo>
                <a:lnTo>
                  <a:pt x="9967" y="5748"/>
                </a:lnTo>
                <a:lnTo>
                  <a:pt x="10229" y="3649"/>
                </a:lnTo>
                <a:lnTo>
                  <a:pt x="10800" y="947"/>
                </a:lnTo>
                <a:close/>
              </a:path>
            </a:pathLst>
          </a:custGeom>
          <a:solidFill>
            <a:srgbClr val="D2C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0" name="contour_08638"/>
          <p:cNvSpPr/>
          <p:nvPr/>
        </p:nvSpPr>
        <p:spPr>
          <a:xfrm>
            <a:off x="3639794" y="5393114"/>
            <a:ext cx="72880" cy="536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117" y="1598"/>
                </a:lnTo>
                <a:lnTo>
                  <a:pt x="5892" y="3191"/>
                </a:lnTo>
                <a:lnTo>
                  <a:pt x="6648" y="4780"/>
                </a:lnTo>
                <a:lnTo>
                  <a:pt x="7385" y="6376"/>
                </a:lnTo>
                <a:lnTo>
                  <a:pt x="8102" y="7983"/>
                </a:lnTo>
                <a:lnTo>
                  <a:pt x="8802" y="9608"/>
                </a:lnTo>
                <a:lnTo>
                  <a:pt x="9485" y="11259"/>
                </a:lnTo>
                <a:lnTo>
                  <a:pt x="10150" y="12942"/>
                </a:lnTo>
                <a:lnTo>
                  <a:pt x="10800" y="14664"/>
                </a:lnTo>
                <a:lnTo>
                  <a:pt x="12137" y="13937"/>
                </a:lnTo>
                <a:lnTo>
                  <a:pt x="13474" y="13212"/>
                </a:lnTo>
                <a:lnTo>
                  <a:pt x="14815" y="12482"/>
                </a:lnTo>
                <a:lnTo>
                  <a:pt x="16159" y="11755"/>
                </a:lnTo>
                <a:lnTo>
                  <a:pt x="17509" y="11021"/>
                </a:lnTo>
                <a:lnTo>
                  <a:pt x="18865" y="10285"/>
                </a:lnTo>
                <a:lnTo>
                  <a:pt x="20228" y="9543"/>
                </a:lnTo>
                <a:lnTo>
                  <a:pt x="21600" y="8798"/>
                </a:lnTo>
                <a:lnTo>
                  <a:pt x="20827" y="11840"/>
                </a:lnTo>
                <a:lnTo>
                  <a:pt x="20231" y="14083"/>
                </a:lnTo>
                <a:lnTo>
                  <a:pt x="19736" y="15734"/>
                </a:lnTo>
                <a:lnTo>
                  <a:pt x="19272" y="17001"/>
                </a:lnTo>
                <a:lnTo>
                  <a:pt x="18755" y="18087"/>
                </a:lnTo>
                <a:lnTo>
                  <a:pt x="18118" y="19192"/>
                </a:lnTo>
                <a:lnTo>
                  <a:pt x="17280" y="20530"/>
                </a:lnTo>
                <a:lnTo>
                  <a:pt x="15708" y="21049"/>
                </a:lnTo>
                <a:lnTo>
                  <a:pt x="14163" y="21404"/>
                </a:lnTo>
                <a:lnTo>
                  <a:pt x="12636" y="21588"/>
                </a:lnTo>
                <a:lnTo>
                  <a:pt x="11113" y="21600"/>
                </a:lnTo>
                <a:lnTo>
                  <a:pt x="9588" y="21433"/>
                </a:lnTo>
                <a:lnTo>
                  <a:pt x="8048" y="21078"/>
                </a:lnTo>
                <a:lnTo>
                  <a:pt x="6480" y="20530"/>
                </a:lnTo>
                <a:lnTo>
                  <a:pt x="5655" y="18749"/>
                </a:lnTo>
                <a:lnTo>
                  <a:pt x="5154" y="17547"/>
                </a:lnTo>
                <a:lnTo>
                  <a:pt x="4776" y="16368"/>
                </a:lnTo>
                <a:lnTo>
                  <a:pt x="4320" y="14664"/>
                </a:lnTo>
                <a:lnTo>
                  <a:pt x="3851" y="14981"/>
                </a:lnTo>
                <a:lnTo>
                  <a:pt x="3244" y="15394"/>
                </a:lnTo>
                <a:lnTo>
                  <a:pt x="2097" y="16174"/>
                </a:lnTo>
                <a:lnTo>
                  <a:pt x="0" y="17597"/>
                </a:lnTo>
                <a:lnTo>
                  <a:pt x="0" y="15661"/>
                </a:lnTo>
                <a:lnTo>
                  <a:pt x="0" y="13723"/>
                </a:lnTo>
                <a:lnTo>
                  <a:pt x="0" y="11775"/>
                </a:lnTo>
                <a:lnTo>
                  <a:pt x="0" y="9819"/>
                </a:lnTo>
                <a:lnTo>
                  <a:pt x="0" y="7851"/>
                </a:lnTo>
                <a:lnTo>
                  <a:pt x="0" y="5866"/>
                </a:lnTo>
                <a:lnTo>
                  <a:pt x="1428" y="5866"/>
                </a:lnTo>
                <a:lnTo>
                  <a:pt x="2864" y="5866"/>
                </a:lnTo>
                <a:lnTo>
                  <a:pt x="4320" y="5866"/>
                </a:lnTo>
                <a:lnTo>
                  <a:pt x="4320" y="3927"/>
                </a:lnTo>
                <a:lnTo>
                  <a:pt x="4320" y="1977"/>
                </a:lnTo>
                <a:lnTo>
                  <a:pt x="4320" y="0"/>
                </a:lnTo>
                <a:close/>
              </a:path>
            </a:pathLst>
          </a:custGeom>
          <a:solidFill>
            <a:srgbClr val="E3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1" name="contour_08639"/>
          <p:cNvSpPr/>
          <p:nvPr/>
        </p:nvSpPr>
        <p:spPr>
          <a:xfrm>
            <a:off x="10293731" y="5397559"/>
            <a:ext cx="81990" cy="465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62" y="64"/>
                </a:moveTo>
                <a:lnTo>
                  <a:pt x="7457" y="0"/>
                </a:lnTo>
                <a:lnTo>
                  <a:pt x="8872" y="95"/>
                </a:lnTo>
                <a:lnTo>
                  <a:pt x="10220" y="352"/>
                </a:lnTo>
                <a:lnTo>
                  <a:pt x="11510" y="771"/>
                </a:lnTo>
                <a:lnTo>
                  <a:pt x="12753" y="1359"/>
                </a:lnTo>
                <a:lnTo>
                  <a:pt x="13956" y="2113"/>
                </a:lnTo>
                <a:lnTo>
                  <a:pt x="15132" y="3039"/>
                </a:lnTo>
                <a:lnTo>
                  <a:pt x="16289" y="4144"/>
                </a:lnTo>
                <a:lnTo>
                  <a:pt x="17437" y="5422"/>
                </a:lnTo>
                <a:lnTo>
                  <a:pt x="18588" y="6882"/>
                </a:lnTo>
                <a:lnTo>
                  <a:pt x="19747" y="8528"/>
                </a:lnTo>
                <a:lnTo>
                  <a:pt x="20550" y="10313"/>
                </a:lnTo>
                <a:lnTo>
                  <a:pt x="21009" y="11807"/>
                </a:lnTo>
                <a:lnTo>
                  <a:pt x="21302" y="13819"/>
                </a:lnTo>
                <a:lnTo>
                  <a:pt x="21600" y="17165"/>
                </a:lnTo>
                <a:lnTo>
                  <a:pt x="21362" y="19366"/>
                </a:lnTo>
                <a:lnTo>
                  <a:pt x="21120" y="21600"/>
                </a:lnTo>
                <a:lnTo>
                  <a:pt x="19853" y="21600"/>
                </a:lnTo>
                <a:lnTo>
                  <a:pt x="18576" y="21600"/>
                </a:lnTo>
                <a:lnTo>
                  <a:pt x="17280" y="21600"/>
                </a:lnTo>
                <a:lnTo>
                  <a:pt x="17101" y="20765"/>
                </a:lnTo>
                <a:lnTo>
                  <a:pt x="16566" y="18247"/>
                </a:lnTo>
                <a:lnTo>
                  <a:pt x="16268" y="17398"/>
                </a:lnTo>
                <a:lnTo>
                  <a:pt x="15360" y="14839"/>
                </a:lnTo>
                <a:lnTo>
                  <a:pt x="14022" y="14616"/>
                </a:lnTo>
                <a:lnTo>
                  <a:pt x="12728" y="14457"/>
                </a:lnTo>
                <a:lnTo>
                  <a:pt x="11455" y="14359"/>
                </a:lnTo>
                <a:lnTo>
                  <a:pt x="10182" y="14319"/>
                </a:lnTo>
                <a:lnTo>
                  <a:pt x="8892" y="14339"/>
                </a:lnTo>
                <a:lnTo>
                  <a:pt x="7559" y="14417"/>
                </a:lnTo>
                <a:lnTo>
                  <a:pt x="6470" y="14461"/>
                </a:lnTo>
                <a:lnTo>
                  <a:pt x="5364" y="14508"/>
                </a:lnTo>
                <a:lnTo>
                  <a:pt x="4024" y="14576"/>
                </a:lnTo>
                <a:lnTo>
                  <a:pt x="2682" y="14657"/>
                </a:lnTo>
                <a:lnTo>
                  <a:pt x="1342" y="14745"/>
                </a:lnTo>
                <a:lnTo>
                  <a:pt x="0" y="14839"/>
                </a:lnTo>
                <a:lnTo>
                  <a:pt x="708" y="10705"/>
                </a:lnTo>
                <a:lnTo>
                  <a:pt x="1288" y="7572"/>
                </a:lnTo>
                <a:lnTo>
                  <a:pt x="1809" y="5266"/>
                </a:lnTo>
                <a:lnTo>
                  <a:pt x="2339" y="3614"/>
                </a:lnTo>
                <a:lnTo>
                  <a:pt x="2949" y="2437"/>
                </a:lnTo>
                <a:lnTo>
                  <a:pt x="3711" y="1572"/>
                </a:lnTo>
                <a:lnTo>
                  <a:pt x="4691" y="838"/>
                </a:lnTo>
                <a:lnTo>
                  <a:pt x="5962" y="64"/>
                </a:lnTo>
                <a:close/>
              </a:path>
            </a:pathLst>
          </a:custGeom>
          <a:solidFill>
            <a:srgbClr val="DDE0E2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2" name="contour_08640"/>
          <p:cNvSpPr/>
          <p:nvPr/>
        </p:nvSpPr>
        <p:spPr>
          <a:xfrm>
            <a:off x="2173283" y="5371250"/>
            <a:ext cx="4535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604"/>
                </a:lnTo>
                <a:lnTo>
                  <a:pt x="21600" y="3213"/>
                </a:lnTo>
                <a:lnTo>
                  <a:pt x="21600" y="4828"/>
                </a:lnTo>
                <a:lnTo>
                  <a:pt x="21600" y="6456"/>
                </a:lnTo>
                <a:lnTo>
                  <a:pt x="21600" y="8100"/>
                </a:lnTo>
                <a:lnTo>
                  <a:pt x="19538" y="8100"/>
                </a:lnTo>
                <a:lnTo>
                  <a:pt x="17470" y="8100"/>
                </a:lnTo>
                <a:lnTo>
                  <a:pt x="15394" y="8100"/>
                </a:lnTo>
                <a:lnTo>
                  <a:pt x="13301" y="8100"/>
                </a:lnTo>
                <a:lnTo>
                  <a:pt x="11187" y="8100"/>
                </a:lnTo>
                <a:lnTo>
                  <a:pt x="12169" y="9628"/>
                </a:lnTo>
                <a:lnTo>
                  <a:pt x="13152" y="11156"/>
                </a:lnTo>
                <a:lnTo>
                  <a:pt x="14137" y="12690"/>
                </a:lnTo>
                <a:lnTo>
                  <a:pt x="15127" y="14229"/>
                </a:lnTo>
                <a:lnTo>
                  <a:pt x="16123" y="15776"/>
                </a:lnTo>
                <a:lnTo>
                  <a:pt x="17122" y="17331"/>
                </a:lnTo>
                <a:lnTo>
                  <a:pt x="18129" y="18900"/>
                </a:lnTo>
                <a:lnTo>
                  <a:pt x="15980" y="19235"/>
                </a:lnTo>
                <a:lnTo>
                  <a:pt x="13832" y="19570"/>
                </a:lnTo>
                <a:lnTo>
                  <a:pt x="11676" y="19904"/>
                </a:lnTo>
                <a:lnTo>
                  <a:pt x="9517" y="20239"/>
                </a:lnTo>
                <a:lnTo>
                  <a:pt x="7348" y="20577"/>
                </a:lnTo>
                <a:lnTo>
                  <a:pt x="5168" y="20917"/>
                </a:lnTo>
                <a:lnTo>
                  <a:pt x="2978" y="21257"/>
                </a:lnTo>
                <a:lnTo>
                  <a:pt x="774" y="21600"/>
                </a:lnTo>
                <a:lnTo>
                  <a:pt x="521" y="19769"/>
                </a:lnTo>
                <a:lnTo>
                  <a:pt x="305" y="17960"/>
                </a:lnTo>
                <a:lnTo>
                  <a:pt x="142" y="16165"/>
                </a:lnTo>
                <a:lnTo>
                  <a:pt x="35" y="14380"/>
                </a:lnTo>
                <a:lnTo>
                  <a:pt x="0" y="12598"/>
                </a:lnTo>
                <a:lnTo>
                  <a:pt x="45" y="10816"/>
                </a:lnTo>
                <a:lnTo>
                  <a:pt x="180" y="9026"/>
                </a:lnTo>
                <a:lnTo>
                  <a:pt x="420" y="7222"/>
                </a:lnTo>
                <a:lnTo>
                  <a:pt x="774" y="5400"/>
                </a:lnTo>
                <a:lnTo>
                  <a:pt x="2787" y="3956"/>
                </a:lnTo>
                <a:lnTo>
                  <a:pt x="4856" y="2792"/>
                </a:lnTo>
                <a:lnTo>
                  <a:pt x="6987" y="1877"/>
                </a:lnTo>
                <a:lnTo>
                  <a:pt x="9188" y="1183"/>
                </a:lnTo>
                <a:lnTo>
                  <a:pt x="11468" y="678"/>
                </a:lnTo>
                <a:lnTo>
                  <a:pt x="13842" y="338"/>
                </a:lnTo>
                <a:lnTo>
                  <a:pt x="16317" y="130"/>
                </a:lnTo>
                <a:lnTo>
                  <a:pt x="18900" y="27"/>
                </a:lnTo>
                <a:lnTo>
                  <a:pt x="21600" y="0"/>
                </a:lnTo>
                <a:close/>
              </a:path>
            </a:pathLst>
          </a:custGeom>
          <a:solidFill>
            <a:srgbClr val="2F2D33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3" name="contour_08641"/>
          <p:cNvSpPr/>
          <p:nvPr/>
        </p:nvSpPr>
        <p:spPr>
          <a:xfrm>
            <a:off x="7210910" y="5398762"/>
            <a:ext cx="80168" cy="293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04" y="198"/>
                </a:moveTo>
                <a:lnTo>
                  <a:pt x="12980" y="102"/>
                </a:lnTo>
                <a:lnTo>
                  <a:pt x="14073" y="0"/>
                </a:lnTo>
                <a:lnTo>
                  <a:pt x="15326" y="5"/>
                </a:lnTo>
                <a:lnTo>
                  <a:pt x="16324" y="129"/>
                </a:lnTo>
                <a:lnTo>
                  <a:pt x="17586" y="493"/>
                </a:lnTo>
                <a:lnTo>
                  <a:pt x="19636" y="1205"/>
                </a:lnTo>
                <a:lnTo>
                  <a:pt x="20493" y="4419"/>
                </a:lnTo>
                <a:lnTo>
                  <a:pt x="20981" y="6609"/>
                </a:lnTo>
                <a:lnTo>
                  <a:pt x="21290" y="8773"/>
                </a:lnTo>
                <a:lnTo>
                  <a:pt x="21600" y="11917"/>
                </a:lnTo>
                <a:lnTo>
                  <a:pt x="20188" y="13845"/>
                </a:lnTo>
                <a:lnTo>
                  <a:pt x="18825" y="15575"/>
                </a:lnTo>
                <a:lnTo>
                  <a:pt x="17506" y="17090"/>
                </a:lnTo>
                <a:lnTo>
                  <a:pt x="16214" y="18397"/>
                </a:lnTo>
                <a:lnTo>
                  <a:pt x="14937" y="19490"/>
                </a:lnTo>
                <a:lnTo>
                  <a:pt x="13669" y="20363"/>
                </a:lnTo>
                <a:lnTo>
                  <a:pt x="12393" y="21006"/>
                </a:lnTo>
                <a:lnTo>
                  <a:pt x="11100" y="21418"/>
                </a:lnTo>
                <a:lnTo>
                  <a:pt x="9777" y="21600"/>
                </a:lnTo>
                <a:lnTo>
                  <a:pt x="8414" y="21536"/>
                </a:lnTo>
                <a:lnTo>
                  <a:pt x="6996" y="21230"/>
                </a:lnTo>
                <a:lnTo>
                  <a:pt x="5516" y="20679"/>
                </a:lnTo>
                <a:lnTo>
                  <a:pt x="3957" y="19870"/>
                </a:lnTo>
                <a:lnTo>
                  <a:pt x="2680" y="17899"/>
                </a:lnTo>
                <a:lnTo>
                  <a:pt x="1763" y="15773"/>
                </a:lnTo>
                <a:lnTo>
                  <a:pt x="1088" y="13298"/>
                </a:lnTo>
                <a:lnTo>
                  <a:pt x="540" y="10294"/>
                </a:lnTo>
                <a:lnTo>
                  <a:pt x="0" y="6561"/>
                </a:lnTo>
                <a:lnTo>
                  <a:pt x="1251" y="4590"/>
                </a:lnTo>
                <a:lnTo>
                  <a:pt x="2513" y="3074"/>
                </a:lnTo>
                <a:lnTo>
                  <a:pt x="3788" y="1955"/>
                </a:lnTo>
                <a:lnTo>
                  <a:pt x="5082" y="1173"/>
                </a:lnTo>
                <a:lnTo>
                  <a:pt x="6396" y="669"/>
                </a:lnTo>
                <a:lnTo>
                  <a:pt x="7733" y="380"/>
                </a:lnTo>
                <a:lnTo>
                  <a:pt x="9094" y="246"/>
                </a:lnTo>
                <a:lnTo>
                  <a:pt x="10484" y="204"/>
                </a:lnTo>
                <a:lnTo>
                  <a:pt x="11904" y="198"/>
                </a:lnTo>
                <a:close/>
              </a:path>
            </a:pathLst>
          </a:custGeom>
          <a:solidFill>
            <a:srgbClr val="F3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4" name="contour_08642"/>
          <p:cNvSpPr/>
          <p:nvPr/>
        </p:nvSpPr>
        <p:spPr>
          <a:xfrm>
            <a:off x="6750127" y="5371250"/>
            <a:ext cx="67232" cy="432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10" y="0"/>
                </a:moveTo>
                <a:lnTo>
                  <a:pt x="5840" y="561"/>
                </a:lnTo>
                <a:lnTo>
                  <a:pt x="6413" y="1071"/>
                </a:lnTo>
                <a:lnTo>
                  <a:pt x="6987" y="1581"/>
                </a:lnTo>
                <a:lnTo>
                  <a:pt x="7619" y="2142"/>
                </a:lnTo>
                <a:lnTo>
                  <a:pt x="8368" y="2808"/>
                </a:lnTo>
                <a:lnTo>
                  <a:pt x="9286" y="3624"/>
                </a:lnTo>
                <a:lnTo>
                  <a:pt x="10436" y="4644"/>
                </a:lnTo>
                <a:lnTo>
                  <a:pt x="11869" y="5919"/>
                </a:lnTo>
                <a:lnTo>
                  <a:pt x="13646" y="7500"/>
                </a:lnTo>
                <a:lnTo>
                  <a:pt x="15821" y="9434"/>
                </a:lnTo>
                <a:lnTo>
                  <a:pt x="18453" y="11773"/>
                </a:lnTo>
                <a:lnTo>
                  <a:pt x="21600" y="14570"/>
                </a:lnTo>
                <a:lnTo>
                  <a:pt x="19977" y="16129"/>
                </a:lnTo>
                <a:lnTo>
                  <a:pt x="18446" y="17509"/>
                </a:lnTo>
                <a:lnTo>
                  <a:pt x="16976" y="18704"/>
                </a:lnTo>
                <a:lnTo>
                  <a:pt x="15536" y="19706"/>
                </a:lnTo>
                <a:lnTo>
                  <a:pt x="14096" y="20504"/>
                </a:lnTo>
                <a:lnTo>
                  <a:pt x="12625" y="21090"/>
                </a:lnTo>
                <a:lnTo>
                  <a:pt x="11089" y="21458"/>
                </a:lnTo>
                <a:lnTo>
                  <a:pt x="9460" y="21600"/>
                </a:lnTo>
                <a:lnTo>
                  <a:pt x="7706" y="21505"/>
                </a:lnTo>
                <a:lnTo>
                  <a:pt x="5795" y="21170"/>
                </a:lnTo>
                <a:lnTo>
                  <a:pt x="4032" y="20467"/>
                </a:lnTo>
                <a:lnTo>
                  <a:pt x="2894" y="19928"/>
                </a:lnTo>
                <a:lnTo>
                  <a:pt x="1890" y="19265"/>
                </a:lnTo>
                <a:lnTo>
                  <a:pt x="527" y="18212"/>
                </a:lnTo>
                <a:lnTo>
                  <a:pt x="176" y="15393"/>
                </a:lnTo>
                <a:lnTo>
                  <a:pt x="0" y="13415"/>
                </a:lnTo>
                <a:lnTo>
                  <a:pt x="0" y="11754"/>
                </a:lnTo>
                <a:lnTo>
                  <a:pt x="176" y="9886"/>
                </a:lnTo>
                <a:lnTo>
                  <a:pt x="527" y="7285"/>
                </a:lnTo>
                <a:lnTo>
                  <a:pt x="2075" y="7285"/>
                </a:lnTo>
                <a:lnTo>
                  <a:pt x="3632" y="7285"/>
                </a:lnTo>
                <a:lnTo>
                  <a:pt x="5210" y="7285"/>
                </a:lnTo>
                <a:lnTo>
                  <a:pt x="5210" y="4877"/>
                </a:lnTo>
                <a:lnTo>
                  <a:pt x="5210" y="2455"/>
                </a:lnTo>
                <a:lnTo>
                  <a:pt x="5210" y="0"/>
                </a:lnTo>
                <a:close/>
              </a:path>
            </a:pathLst>
          </a:custGeom>
          <a:solidFill>
            <a:srgbClr val="EE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5" name="contour_08643"/>
          <p:cNvSpPr/>
          <p:nvPr/>
        </p:nvSpPr>
        <p:spPr>
          <a:xfrm>
            <a:off x="9863739" y="5363816"/>
            <a:ext cx="58304" cy="382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27" y="0"/>
                </a:moveTo>
                <a:lnTo>
                  <a:pt x="8853" y="762"/>
                </a:lnTo>
                <a:lnTo>
                  <a:pt x="11243" y="1404"/>
                </a:lnTo>
                <a:lnTo>
                  <a:pt x="13038" y="2026"/>
                </a:lnTo>
                <a:lnTo>
                  <a:pt x="14388" y="2722"/>
                </a:lnTo>
                <a:lnTo>
                  <a:pt x="15441" y="3587"/>
                </a:lnTo>
                <a:lnTo>
                  <a:pt x="16346" y="4719"/>
                </a:lnTo>
                <a:lnTo>
                  <a:pt x="17245" y="6210"/>
                </a:lnTo>
                <a:lnTo>
                  <a:pt x="18287" y="8154"/>
                </a:lnTo>
                <a:lnTo>
                  <a:pt x="19054" y="10621"/>
                </a:lnTo>
                <a:lnTo>
                  <a:pt x="19767" y="13084"/>
                </a:lnTo>
                <a:lnTo>
                  <a:pt x="20428" y="15563"/>
                </a:lnTo>
                <a:lnTo>
                  <a:pt x="21038" y="18087"/>
                </a:lnTo>
                <a:lnTo>
                  <a:pt x="21600" y="20673"/>
                </a:lnTo>
                <a:lnTo>
                  <a:pt x="19769" y="20974"/>
                </a:lnTo>
                <a:lnTo>
                  <a:pt x="17960" y="21229"/>
                </a:lnTo>
                <a:lnTo>
                  <a:pt x="16165" y="21427"/>
                </a:lnTo>
                <a:lnTo>
                  <a:pt x="14380" y="21555"/>
                </a:lnTo>
                <a:lnTo>
                  <a:pt x="12598" y="21600"/>
                </a:lnTo>
                <a:lnTo>
                  <a:pt x="10814" y="21546"/>
                </a:lnTo>
                <a:lnTo>
                  <a:pt x="9023" y="21386"/>
                </a:lnTo>
                <a:lnTo>
                  <a:pt x="7222" y="21098"/>
                </a:lnTo>
                <a:lnTo>
                  <a:pt x="5400" y="20673"/>
                </a:lnTo>
                <a:lnTo>
                  <a:pt x="4123" y="18618"/>
                </a:lnTo>
                <a:lnTo>
                  <a:pt x="3032" y="16514"/>
                </a:lnTo>
                <a:lnTo>
                  <a:pt x="2117" y="14327"/>
                </a:lnTo>
                <a:lnTo>
                  <a:pt x="1364" y="12029"/>
                </a:lnTo>
                <a:lnTo>
                  <a:pt x="767" y="9595"/>
                </a:lnTo>
                <a:lnTo>
                  <a:pt x="316" y="6997"/>
                </a:lnTo>
                <a:lnTo>
                  <a:pt x="0" y="4201"/>
                </a:lnTo>
                <a:lnTo>
                  <a:pt x="1609" y="1820"/>
                </a:lnTo>
                <a:lnTo>
                  <a:pt x="2741" y="589"/>
                </a:lnTo>
                <a:lnTo>
                  <a:pt x="3934" y="115"/>
                </a:lnTo>
                <a:lnTo>
                  <a:pt x="5727" y="0"/>
                </a:lnTo>
                <a:close/>
              </a:path>
            </a:pathLst>
          </a:custGeom>
          <a:solidFill>
            <a:srgbClr val="DBD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6" name="contour_08644"/>
          <p:cNvSpPr/>
          <p:nvPr/>
        </p:nvSpPr>
        <p:spPr>
          <a:xfrm>
            <a:off x="6868375" y="535667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507" y="21179"/>
                </a:lnTo>
                <a:lnTo>
                  <a:pt x="14364" y="20830"/>
                </a:lnTo>
                <a:lnTo>
                  <a:pt x="11956" y="20520"/>
                </a:lnTo>
                <a:lnTo>
                  <a:pt x="10076" y="20200"/>
                </a:lnTo>
                <a:lnTo>
                  <a:pt x="8510" y="19829"/>
                </a:lnTo>
                <a:lnTo>
                  <a:pt x="7049" y="19368"/>
                </a:lnTo>
                <a:lnTo>
                  <a:pt x="5483" y="18774"/>
                </a:lnTo>
                <a:lnTo>
                  <a:pt x="3600" y="18000"/>
                </a:lnTo>
                <a:lnTo>
                  <a:pt x="2369" y="15613"/>
                </a:lnTo>
                <a:lnTo>
                  <a:pt x="1508" y="13356"/>
                </a:lnTo>
                <a:lnTo>
                  <a:pt x="932" y="11131"/>
                </a:lnTo>
                <a:lnTo>
                  <a:pt x="544" y="8831"/>
                </a:lnTo>
                <a:lnTo>
                  <a:pt x="263" y="6358"/>
                </a:lnTo>
                <a:lnTo>
                  <a:pt x="0" y="3600"/>
                </a:lnTo>
                <a:lnTo>
                  <a:pt x="2228" y="3006"/>
                </a:lnTo>
                <a:lnTo>
                  <a:pt x="4475" y="2408"/>
                </a:lnTo>
                <a:lnTo>
                  <a:pt x="6750" y="1800"/>
                </a:lnTo>
                <a:lnTo>
                  <a:pt x="8633" y="1296"/>
                </a:lnTo>
                <a:lnTo>
                  <a:pt x="10548" y="788"/>
                </a:lnTo>
                <a:lnTo>
                  <a:pt x="12485" y="403"/>
                </a:lnTo>
                <a:lnTo>
                  <a:pt x="14029" y="169"/>
                </a:lnTo>
                <a:lnTo>
                  <a:pt x="15710" y="50"/>
                </a:lnTo>
                <a:lnTo>
                  <a:pt x="18054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18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7" name="contour_08645"/>
          <p:cNvSpPr/>
          <p:nvPr/>
        </p:nvSpPr>
        <p:spPr>
          <a:xfrm>
            <a:off x="1642885" y="5313252"/>
            <a:ext cx="72880" cy="725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78"/>
                </a:moveTo>
                <a:lnTo>
                  <a:pt x="20321" y="2898"/>
                </a:lnTo>
                <a:lnTo>
                  <a:pt x="19040" y="3711"/>
                </a:lnTo>
                <a:lnTo>
                  <a:pt x="17755" y="4523"/>
                </a:lnTo>
                <a:lnTo>
                  <a:pt x="16470" y="5332"/>
                </a:lnTo>
                <a:lnTo>
                  <a:pt x="15517" y="5937"/>
                </a:lnTo>
                <a:lnTo>
                  <a:pt x="14556" y="6544"/>
                </a:lnTo>
                <a:lnTo>
                  <a:pt x="13584" y="7162"/>
                </a:lnTo>
                <a:lnTo>
                  <a:pt x="12191" y="7857"/>
                </a:lnTo>
                <a:lnTo>
                  <a:pt x="11124" y="8277"/>
                </a:lnTo>
                <a:lnTo>
                  <a:pt x="10044" y="8494"/>
                </a:lnTo>
                <a:lnTo>
                  <a:pt x="8610" y="8574"/>
                </a:lnTo>
                <a:lnTo>
                  <a:pt x="6480" y="8585"/>
                </a:lnTo>
                <a:lnTo>
                  <a:pt x="6480" y="10017"/>
                </a:lnTo>
                <a:lnTo>
                  <a:pt x="6480" y="11451"/>
                </a:lnTo>
                <a:lnTo>
                  <a:pt x="6480" y="12885"/>
                </a:lnTo>
                <a:lnTo>
                  <a:pt x="6480" y="14323"/>
                </a:lnTo>
                <a:lnTo>
                  <a:pt x="6480" y="15765"/>
                </a:lnTo>
                <a:lnTo>
                  <a:pt x="6480" y="17214"/>
                </a:lnTo>
                <a:lnTo>
                  <a:pt x="6480" y="18667"/>
                </a:lnTo>
                <a:lnTo>
                  <a:pt x="6480" y="20129"/>
                </a:lnTo>
                <a:lnTo>
                  <a:pt x="6480" y="21600"/>
                </a:lnTo>
                <a:lnTo>
                  <a:pt x="5197" y="21600"/>
                </a:lnTo>
                <a:lnTo>
                  <a:pt x="3910" y="21600"/>
                </a:lnTo>
                <a:lnTo>
                  <a:pt x="2618" y="21600"/>
                </a:lnTo>
                <a:lnTo>
                  <a:pt x="1315" y="21600"/>
                </a:lnTo>
                <a:lnTo>
                  <a:pt x="0" y="21600"/>
                </a:lnTo>
                <a:lnTo>
                  <a:pt x="22" y="19912"/>
                </a:lnTo>
                <a:lnTo>
                  <a:pt x="80" y="18288"/>
                </a:lnTo>
                <a:lnTo>
                  <a:pt x="188" y="16722"/>
                </a:lnTo>
                <a:lnTo>
                  <a:pt x="365" y="15210"/>
                </a:lnTo>
                <a:lnTo>
                  <a:pt x="626" y="13748"/>
                </a:lnTo>
                <a:lnTo>
                  <a:pt x="991" y="12329"/>
                </a:lnTo>
                <a:lnTo>
                  <a:pt x="1477" y="10947"/>
                </a:lnTo>
                <a:lnTo>
                  <a:pt x="2100" y="9603"/>
                </a:lnTo>
                <a:lnTo>
                  <a:pt x="2877" y="8284"/>
                </a:lnTo>
                <a:lnTo>
                  <a:pt x="3825" y="6989"/>
                </a:lnTo>
                <a:lnTo>
                  <a:pt x="4962" y="5713"/>
                </a:lnTo>
                <a:lnTo>
                  <a:pt x="7186" y="4143"/>
                </a:lnTo>
                <a:lnTo>
                  <a:pt x="9063" y="2844"/>
                </a:lnTo>
                <a:lnTo>
                  <a:pt x="10655" y="1807"/>
                </a:lnTo>
                <a:lnTo>
                  <a:pt x="12018" y="1015"/>
                </a:lnTo>
                <a:lnTo>
                  <a:pt x="13211" y="460"/>
                </a:lnTo>
                <a:lnTo>
                  <a:pt x="14288" y="126"/>
                </a:lnTo>
                <a:lnTo>
                  <a:pt x="15310" y="0"/>
                </a:lnTo>
                <a:lnTo>
                  <a:pt x="16332" y="72"/>
                </a:lnTo>
                <a:lnTo>
                  <a:pt x="17416" y="330"/>
                </a:lnTo>
                <a:lnTo>
                  <a:pt x="18617" y="757"/>
                </a:lnTo>
                <a:lnTo>
                  <a:pt x="19991" y="1345"/>
                </a:lnTo>
                <a:lnTo>
                  <a:pt x="21600" y="2078"/>
                </a:lnTo>
                <a:close/>
              </a:path>
            </a:pathLst>
          </a:custGeom>
          <a:solidFill>
            <a:srgbClr val="2C292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8" name="contour_08646"/>
          <p:cNvSpPr/>
          <p:nvPr/>
        </p:nvSpPr>
        <p:spPr>
          <a:xfrm>
            <a:off x="11547265" y="5363962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368" y="289"/>
                </a:lnTo>
                <a:lnTo>
                  <a:pt x="13435" y="672"/>
                </a:lnTo>
                <a:lnTo>
                  <a:pt x="15475" y="1129"/>
                </a:lnTo>
                <a:lnTo>
                  <a:pt x="17505" y="1634"/>
                </a:lnTo>
                <a:lnTo>
                  <a:pt x="19542" y="2165"/>
                </a:lnTo>
                <a:lnTo>
                  <a:pt x="21600" y="2700"/>
                </a:lnTo>
                <a:lnTo>
                  <a:pt x="21045" y="4401"/>
                </a:lnTo>
                <a:lnTo>
                  <a:pt x="20489" y="6102"/>
                </a:lnTo>
                <a:lnTo>
                  <a:pt x="19934" y="7806"/>
                </a:lnTo>
                <a:lnTo>
                  <a:pt x="19375" y="9512"/>
                </a:lnTo>
                <a:lnTo>
                  <a:pt x="18817" y="11224"/>
                </a:lnTo>
                <a:lnTo>
                  <a:pt x="18258" y="12936"/>
                </a:lnTo>
                <a:lnTo>
                  <a:pt x="17697" y="14656"/>
                </a:lnTo>
                <a:lnTo>
                  <a:pt x="17132" y="16381"/>
                </a:lnTo>
                <a:lnTo>
                  <a:pt x="16567" y="18112"/>
                </a:lnTo>
                <a:lnTo>
                  <a:pt x="15999" y="19853"/>
                </a:lnTo>
                <a:lnTo>
                  <a:pt x="15429" y="21600"/>
                </a:lnTo>
                <a:lnTo>
                  <a:pt x="13731" y="20709"/>
                </a:lnTo>
                <a:lnTo>
                  <a:pt x="12031" y="19818"/>
                </a:lnTo>
                <a:lnTo>
                  <a:pt x="10331" y="18924"/>
                </a:lnTo>
                <a:lnTo>
                  <a:pt x="8628" y="18028"/>
                </a:lnTo>
                <a:lnTo>
                  <a:pt x="6915" y="17132"/>
                </a:lnTo>
                <a:lnTo>
                  <a:pt x="5199" y="16230"/>
                </a:lnTo>
                <a:lnTo>
                  <a:pt x="3475" y="15325"/>
                </a:lnTo>
                <a:lnTo>
                  <a:pt x="1743" y="14415"/>
                </a:lnTo>
                <a:lnTo>
                  <a:pt x="0" y="13500"/>
                </a:lnTo>
                <a:lnTo>
                  <a:pt x="1728" y="10382"/>
                </a:lnTo>
                <a:lnTo>
                  <a:pt x="3101" y="7927"/>
                </a:lnTo>
                <a:lnTo>
                  <a:pt x="4200" y="6024"/>
                </a:lnTo>
                <a:lnTo>
                  <a:pt x="5098" y="4566"/>
                </a:lnTo>
                <a:lnTo>
                  <a:pt x="5872" y="3434"/>
                </a:lnTo>
                <a:lnTo>
                  <a:pt x="6600" y="2524"/>
                </a:lnTo>
                <a:lnTo>
                  <a:pt x="7356" y="1723"/>
                </a:lnTo>
                <a:lnTo>
                  <a:pt x="8217" y="918"/>
                </a:lnTo>
                <a:lnTo>
                  <a:pt x="9257" y="0"/>
                </a:lnTo>
                <a:close/>
              </a:path>
            </a:pathLst>
          </a:custGeom>
          <a:solidFill>
            <a:srgbClr val="8674A7"/>
          </a:solidFill>
          <a:ln>
            <a:noFill/>
          </a:ln>
        </p:spPr>
        <p:txBody>
          <a:bodyPr/>
          <a:lstStyle/>
          <a:p/>
        </p:txBody>
      </p:sp>
      <p:sp>
        <p:nvSpPr>
          <p:cNvPr id="8649" name="contour_08647"/>
          <p:cNvSpPr/>
          <p:nvPr/>
        </p:nvSpPr>
        <p:spPr>
          <a:xfrm>
            <a:off x="1096285" y="5334810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611"/>
                </a:lnTo>
                <a:lnTo>
                  <a:pt x="16713" y="1225"/>
                </a:lnTo>
                <a:lnTo>
                  <a:pt x="18328" y="1839"/>
                </a:lnTo>
                <a:lnTo>
                  <a:pt x="19956" y="2459"/>
                </a:lnTo>
                <a:lnTo>
                  <a:pt x="21600" y="3086"/>
                </a:lnTo>
                <a:lnTo>
                  <a:pt x="21489" y="6539"/>
                </a:lnTo>
                <a:lnTo>
                  <a:pt x="21341" y="8976"/>
                </a:lnTo>
                <a:lnTo>
                  <a:pt x="21084" y="10741"/>
                </a:lnTo>
                <a:lnTo>
                  <a:pt x="20642" y="12179"/>
                </a:lnTo>
                <a:lnTo>
                  <a:pt x="19939" y="13627"/>
                </a:lnTo>
                <a:lnTo>
                  <a:pt x="18900" y="15429"/>
                </a:lnTo>
                <a:lnTo>
                  <a:pt x="17223" y="16231"/>
                </a:lnTo>
                <a:lnTo>
                  <a:pt x="15544" y="16965"/>
                </a:lnTo>
                <a:lnTo>
                  <a:pt x="13859" y="17641"/>
                </a:lnTo>
                <a:lnTo>
                  <a:pt x="12169" y="18261"/>
                </a:lnTo>
                <a:lnTo>
                  <a:pt x="10468" y="18835"/>
                </a:lnTo>
                <a:lnTo>
                  <a:pt x="8759" y="19366"/>
                </a:lnTo>
                <a:lnTo>
                  <a:pt x="7036" y="19860"/>
                </a:lnTo>
                <a:lnTo>
                  <a:pt x="5303" y="20326"/>
                </a:lnTo>
                <a:lnTo>
                  <a:pt x="3553" y="20767"/>
                </a:lnTo>
                <a:lnTo>
                  <a:pt x="1785" y="21190"/>
                </a:lnTo>
                <a:lnTo>
                  <a:pt x="0" y="21600"/>
                </a:lnTo>
                <a:lnTo>
                  <a:pt x="0" y="19418"/>
                </a:lnTo>
                <a:lnTo>
                  <a:pt x="0" y="17234"/>
                </a:lnTo>
                <a:lnTo>
                  <a:pt x="0" y="15043"/>
                </a:lnTo>
                <a:lnTo>
                  <a:pt x="0" y="12843"/>
                </a:lnTo>
                <a:lnTo>
                  <a:pt x="0" y="10633"/>
                </a:lnTo>
                <a:lnTo>
                  <a:pt x="0" y="8412"/>
                </a:lnTo>
                <a:lnTo>
                  <a:pt x="0" y="6171"/>
                </a:lnTo>
                <a:lnTo>
                  <a:pt x="1909" y="6171"/>
                </a:lnTo>
                <a:lnTo>
                  <a:pt x="3820" y="6171"/>
                </a:lnTo>
                <a:lnTo>
                  <a:pt x="5738" y="6171"/>
                </a:lnTo>
                <a:lnTo>
                  <a:pt x="7663" y="6171"/>
                </a:lnTo>
                <a:lnTo>
                  <a:pt x="9596" y="6171"/>
                </a:lnTo>
                <a:lnTo>
                  <a:pt x="11540" y="6171"/>
                </a:lnTo>
                <a:lnTo>
                  <a:pt x="13500" y="6171"/>
                </a:lnTo>
                <a:lnTo>
                  <a:pt x="13500" y="4132"/>
                </a:lnTo>
                <a:lnTo>
                  <a:pt x="13500" y="2080"/>
                </a:lnTo>
                <a:lnTo>
                  <a:pt x="13500" y="0"/>
                </a:lnTo>
                <a:close/>
              </a:path>
            </a:pathLst>
          </a:custGeom>
          <a:solidFill>
            <a:srgbClr val="505060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0" name="contour_08648"/>
          <p:cNvSpPr/>
          <p:nvPr/>
        </p:nvSpPr>
        <p:spPr>
          <a:xfrm>
            <a:off x="6911439" y="5327522"/>
            <a:ext cx="5167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3" y="0"/>
                </a:moveTo>
                <a:lnTo>
                  <a:pt x="5498" y="276"/>
                </a:lnTo>
                <a:lnTo>
                  <a:pt x="7061" y="527"/>
                </a:lnTo>
                <a:lnTo>
                  <a:pt x="8450" y="855"/>
                </a:lnTo>
                <a:lnTo>
                  <a:pt x="10104" y="1365"/>
                </a:lnTo>
                <a:lnTo>
                  <a:pt x="12462" y="2160"/>
                </a:lnTo>
                <a:lnTo>
                  <a:pt x="13107" y="3445"/>
                </a:lnTo>
                <a:lnTo>
                  <a:pt x="13625" y="4724"/>
                </a:lnTo>
                <a:lnTo>
                  <a:pt x="14046" y="6011"/>
                </a:lnTo>
                <a:lnTo>
                  <a:pt x="14408" y="7320"/>
                </a:lnTo>
                <a:lnTo>
                  <a:pt x="14746" y="8666"/>
                </a:lnTo>
                <a:lnTo>
                  <a:pt x="15395" y="10063"/>
                </a:lnTo>
                <a:lnTo>
                  <a:pt x="16254" y="11262"/>
                </a:lnTo>
                <a:lnTo>
                  <a:pt x="17311" y="12312"/>
                </a:lnTo>
                <a:lnTo>
                  <a:pt x="18563" y="13269"/>
                </a:lnTo>
                <a:lnTo>
                  <a:pt x="19995" y="14187"/>
                </a:lnTo>
                <a:lnTo>
                  <a:pt x="21600" y="15120"/>
                </a:lnTo>
                <a:lnTo>
                  <a:pt x="20153" y="15031"/>
                </a:lnTo>
                <a:lnTo>
                  <a:pt x="18697" y="14941"/>
                </a:lnTo>
                <a:lnTo>
                  <a:pt x="17220" y="14850"/>
                </a:lnTo>
                <a:lnTo>
                  <a:pt x="16522" y="14891"/>
                </a:lnTo>
                <a:lnTo>
                  <a:pt x="15288" y="14960"/>
                </a:lnTo>
                <a:lnTo>
                  <a:pt x="12462" y="15120"/>
                </a:lnTo>
                <a:lnTo>
                  <a:pt x="11234" y="16403"/>
                </a:lnTo>
                <a:lnTo>
                  <a:pt x="10509" y="17280"/>
                </a:lnTo>
                <a:lnTo>
                  <a:pt x="9997" y="18157"/>
                </a:lnTo>
                <a:lnTo>
                  <a:pt x="9416" y="19440"/>
                </a:lnTo>
                <a:lnTo>
                  <a:pt x="9416" y="18014"/>
                </a:lnTo>
                <a:lnTo>
                  <a:pt x="9416" y="16587"/>
                </a:lnTo>
                <a:lnTo>
                  <a:pt x="9416" y="15152"/>
                </a:lnTo>
                <a:lnTo>
                  <a:pt x="9416" y="13712"/>
                </a:lnTo>
                <a:lnTo>
                  <a:pt x="9416" y="12262"/>
                </a:lnTo>
                <a:lnTo>
                  <a:pt x="9416" y="10800"/>
                </a:lnTo>
                <a:lnTo>
                  <a:pt x="7402" y="10800"/>
                </a:lnTo>
                <a:lnTo>
                  <a:pt x="5376" y="10800"/>
                </a:lnTo>
                <a:lnTo>
                  <a:pt x="3323" y="10800"/>
                </a:lnTo>
                <a:lnTo>
                  <a:pt x="3323" y="12327"/>
                </a:lnTo>
                <a:lnTo>
                  <a:pt x="3323" y="13856"/>
                </a:lnTo>
                <a:lnTo>
                  <a:pt x="3323" y="15390"/>
                </a:lnTo>
                <a:lnTo>
                  <a:pt x="3323" y="16930"/>
                </a:lnTo>
                <a:lnTo>
                  <a:pt x="3323" y="18477"/>
                </a:lnTo>
                <a:lnTo>
                  <a:pt x="3323" y="20032"/>
                </a:lnTo>
                <a:lnTo>
                  <a:pt x="3323" y="21600"/>
                </a:lnTo>
                <a:lnTo>
                  <a:pt x="1812" y="21600"/>
                </a:lnTo>
                <a:lnTo>
                  <a:pt x="277" y="21600"/>
                </a:lnTo>
                <a:lnTo>
                  <a:pt x="238" y="20205"/>
                </a:lnTo>
                <a:lnTo>
                  <a:pt x="201" y="18809"/>
                </a:lnTo>
                <a:lnTo>
                  <a:pt x="171" y="17414"/>
                </a:lnTo>
                <a:lnTo>
                  <a:pt x="140" y="16021"/>
                </a:lnTo>
                <a:lnTo>
                  <a:pt x="113" y="14625"/>
                </a:lnTo>
                <a:lnTo>
                  <a:pt x="88" y="13230"/>
                </a:lnTo>
                <a:lnTo>
                  <a:pt x="49" y="12044"/>
                </a:lnTo>
                <a:lnTo>
                  <a:pt x="9" y="10843"/>
                </a:lnTo>
                <a:lnTo>
                  <a:pt x="0" y="9329"/>
                </a:lnTo>
                <a:lnTo>
                  <a:pt x="40" y="7893"/>
                </a:lnTo>
                <a:lnTo>
                  <a:pt x="161" y="6515"/>
                </a:lnTo>
                <a:lnTo>
                  <a:pt x="405" y="5182"/>
                </a:lnTo>
                <a:lnTo>
                  <a:pt x="807" y="3882"/>
                </a:lnTo>
                <a:lnTo>
                  <a:pt x="1401" y="2592"/>
                </a:lnTo>
                <a:lnTo>
                  <a:pt x="2227" y="1305"/>
                </a:lnTo>
                <a:lnTo>
                  <a:pt x="3323" y="0"/>
                </a:lnTo>
                <a:close/>
              </a:path>
            </a:pathLst>
          </a:custGeom>
          <a:solidFill>
            <a:srgbClr val="757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1" name="contour_08649"/>
          <p:cNvSpPr/>
          <p:nvPr/>
        </p:nvSpPr>
        <p:spPr>
          <a:xfrm>
            <a:off x="775614" y="5327522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88" y="434"/>
                </a:lnTo>
                <a:lnTo>
                  <a:pt x="5456" y="762"/>
                </a:lnTo>
                <a:lnTo>
                  <a:pt x="7426" y="1091"/>
                </a:lnTo>
                <a:lnTo>
                  <a:pt x="9720" y="1523"/>
                </a:lnTo>
                <a:lnTo>
                  <a:pt x="12960" y="2160"/>
                </a:lnTo>
                <a:lnTo>
                  <a:pt x="13349" y="3832"/>
                </a:lnTo>
                <a:lnTo>
                  <a:pt x="13543" y="5005"/>
                </a:lnTo>
                <a:lnTo>
                  <a:pt x="13543" y="5990"/>
                </a:lnTo>
                <a:lnTo>
                  <a:pt x="13349" y="7098"/>
                </a:lnTo>
                <a:lnTo>
                  <a:pt x="12960" y="8640"/>
                </a:lnTo>
                <a:lnTo>
                  <a:pt x="15816" y="8640"/>
                </a:lnTo>
                <a:lnTo>
                  <a:pt x="18688" y="8640"/>
                </a:lnTo>
                <a:lnTo>
                  <a:pt x="21600" y="8640"/>
                </a:lnTo>
                <a:lnTo>
                  <a:pt x="21600" y="10066"/>
                </a:lnTo>
                <a:lnTo>
                  <a:pt x="21600" y="11493"/>
                </a:lnTo>
                <a:lnTo>
                  <a:pt x="21600" y="12921"/>
                </a:lnTo>
                <a:lnTo>
                  <a:pt x="21600" y="14353"/>
                </a:lnTo>
                <a:lnTo>
                  <a:pt x="21600" y="15790"/>
                </a:lnTo>
                <a:lnTo>
                  <a:pt x="21600" y="17232"/>
                </a:lnTo>
                <a:lnTo>
                  <a:pt x="21600" y="18680"/>
                </a:lnTo>
                <a:lnTo>
                  <a:pt x="21600" y="20136"/>
                </a:lnTo>
                <a:lnTo>
                  <a:pt x="21600" y="21600"/>
                </a:lnTo>
                <a:lnTo>
                  <a:pt x="17215" y="21028"/>
                </a:lnTo>
                <a:lnTo>
                  <a:pt x="13975" y="20568"/>
                </a:lnTo>
                <a:lnTo>
                  <a:pt x="11573" y="20142"/>
                </a:lnTo>
                <a:lnTo>
                  <a:pt x="9707" y="19675"/>
                </a:lnTo>
                <a:lnTo>
                  <a:pt x="8078" y="19094"/>
                </a:lnTo>
                <a:lnTo>
                  <a:pt x="6385" y="18321"/>
                </a:lnTo>
                <a:lnTo>
                  <a:pt x="4320" y="17280"/>
                </a:lnTo>
                <a:lnTo>
                  <a:pt x="3629" y="15848"/>
                </a:lnTo>
                <a:lnTo>
                  <a:pt x="3020" y="14418"/>
                </a:lnTo>
                <a:lnTo>
                  <a:pt x="2488" y="12988"/>
                </a:lnTo>
                <a:lnTo>
                  <a:pt x="2022" y="11560"/>
                </a:lnTo>
                <a:lnTo>
                  <a:pt x="1616" y="10133"/>
                </a:lnTo>
                <a:lnTo>
                  <a:pt x="1266" y="8703"/>
                </a:lnTo>
                <a:lnTo>
                  <a:pt x="968" y="7266"/>
                </a:lnTo>
                <a:lnTo>
                  <a:pt x="713" y="5828"/>
                </a:lnTo>
                <a:lnTo>
                  <a:pt x="492" y="4383"/>
                </a:lnTo>
                <a:lnTo>
                  <a:pt x="307" y="2931"/>
                </a:lnTo>
                <a:lnTo>
                  <a:pt x="143" y="1471"/>
                </a:lnTo>
                <a:lnTo>
                  <a:pt x="0" y="0"/>
                </a:lnTo>
                <a:close/>
              </a:path>
            </a:pathLst>
          </a:custGeom>
          <a:solidFill>
            <a:srgbClr val="25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2" name="contour_08650"/>
          <p:cNvSpPr/>
          <p:nvPr/>
        </p:nvSpPr>
        <p:spPr>
          <a:xfrm>
            <a:off x="7925133" y="5341384"/>
            <a:ext cx="51016" cy="460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47" y="0"/>
                </a:moveTo>
                <a:lnTo>
                  <a:pt x="11948" y="61"/>
                </a:lnTo>
                <a:lnTo>
                  <a:pt x="14077" y="120"/>
                </a:lnTo>
                <a:lnTo>
                  <a:pt x="15139" y="143"/>
                </a:lnTo>
                <a:lnTo>
                  <a:pt x="18332" y="212"/>
                </a:lnTo>
                <a:lnTo>
                  <a:pt x="19955" y="273"/>
                </a:lnTo>
                <a:lnTo>
                  <a:pt x="21600" y="335"/>
                </a:lnTo>
                <a:lnTo>
                  <a:pt x="21600" y="2593"/>
                </a:lnTo>
                <a:lnTo>
                  <a:pt x="21600" y="4865"/>
                </a:lnTo>
                <a:lnTo>
                  <a:pt x="21600" y="7167"/>
                </a:lnTo>
                <a:lnTo>
                  <a:pt x="19563" y="7167"/>
                </a:lnTo>
                <a:lnTo>
                  <a:pt x="17508" y="7167"/>
                </a:lnTo>
                <a:lnTo>
                  <a:pt x="15429" y="7167"/>
                </a:lnTo>
                <a:lnTo>
                  <a:pt x="14824" y="9415"/>
                </a:lnTo>
                <a:lnTo>
                  <a:pt x="14524" y="11184"/>
                </a:lnTo>
                <a:lnTo>
                  <a:pt x="14271" y="13999"/>
                </a:lnTo>
                <a:lnTo>
                  <a:pt x="13775" y="16780"/>
                </a:lnTo>
                <a:lnTo>
                  <a:pt x="13275" y="18549"/>
                </a:lnTo>
                <a:lnTo>
                  <a:pt x="12343" y="20831"/>
                </a:lnTo>
                <a:lnTo>
                  <a:pt x="10204" y="21357"/>
                </a:lnTo>
                <a:lnTo>
                  <a:pt x="8202" y="21593"/>
                </a:lnTo>
                <a:lnTo>
                  <a:pt x="6258" y="21600"/>
                </a:lnTo>
                <a:lnTo>
                  <a:pt x="4295" y="21436"/>
                </a:lnTo>
                <a:lnTo>
                  <a:pt x="2234" y="21159"/>
                </a:lnTo>
                <a:lnTo>
                  <a:pt x="0" y="20831"/>
                </a:lnTo>
                <a:lnTo>
                  <a:pt x="330" y="18748"/>
                </a:lnTo>
                <a:lnTo>
                  <a:pt x="667" y="16667"/>
                </a:lnTo>
                <a:lnTo>
                  <a:pt x="1006" y="14583"/>
                </a:lnTo>
                <a:lnTo>
                  <a:pt x="1348" y="12503"/>
                </a:lnTo>
                <a:lnTo>
                  <a:pt x="1728" y="10180"/>
                </a:lnTo>
                <a:lnTo>
                  <a:pt x="2108" y="7819"/>
                </a:lnTo>
                <a:lnTo>
                  <a:pt x="2919" y="4947"/>
                </a:lnTo>
                <a:lnTo>
                  <a:pt x="3900" y="2835"/>
                </a:lnTo>
                <a:lnTo>
                  <a:pt x="5252" y="1377"/>
                </a:lnTo>
                <a:lnTo>
                  <a:pt x="7168" y="468"/>
                </a:lnTo>
                <a:lnTo>
                  <a:pt x="9847" y="0"/>
                </a:lnTo>
                <a:close/>
              </a:path>
            </a:pathLst>
          </a:custGeom>
          <a:solidFill>
            <a:srgbClr val="8E688E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3" name="contour_08651"/>
          <p:cNvSpPr/>
          <p:nvPr/>
        </p:nvSpPr>
        <p:spPr>
          <a:xfrm>
            <a:off x="1073357" y="5305658"/>
            <a:ext cx="7394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68" y="1551"/>
                </a:lnTo>
                <a:lnTo>
                  <a:pt x="20991" y="2661"/>
                </a:lnTo>
                <a:lnTo>
                  <a:pt x="20668" y="3646"/>
                </a:lnTo>
                <a:lnTo>
                  <a:pt x="20195" y="4817"/>
                </a:lnTo>
                <a:lnTo>
                  <a:pt x="19471" y="6480"/>
                </a:lnTo>
                <a:lnTo>
                  <a:pt x="17979" y="7070"/>
                </a:lnTo>
                <a:lnTo>
                  <a:pt x="16893" y="7465"/>
                </a:lnTo>
                <a:lnTo>
                  <a:pt x="15901" y="7752"/>
                </a:lnTo>
                <a:lnTo>
                  <a:pt x="14692" y="8022"/>
                </a:lnTo>
                <a:lnTo>
                  <a:pt x="12952" y="8370"/>
                </a:lnTo>
                <a:lnTo>
                  <a:pt x="11230" y="8858"/>
                </a:lnTo>
                <a:lnTo>
                  <a:pt x="10042" y="9230"/>
                </a:lnTo>
                <a:lnTo>
                  <a:pt x="9093" y="9599"/>
                </a:lnTo>
                <a:lnTo>
                  <a:pt x="8077" y="10083"/>
                </a:lnTo>
                <a:lnTo>
                  <a:pt x="6698" y="10800"/>
                </a:lnTo>
                <a:lnTo>
                  <a:pt x="6282" y="12381"/>
                </a:lnTo>
                <a:lnTo>
                  <a:pt x="6044" y="13917"/>
                </a:lnTo>
                <a:lnTo>
                  <a:pt x="5955" y="15425"/>
                </a:lnTo>
                <a:lnTo>
                  <a:pt x="5997" y="16926"/>
                </a:lnTo>
                <a:lnTo>
                  <a:pt x="6150" y="18442"/>
                </a:lnTo>
                <a:lnTo>
                  <a:pt x="6391" y="19993"/>
                </a:lnTo>
                <a:lnTo>
                  <a:pt x="6698" y="21600"/>
                </a:lnTo>
                <a:lnTo>
                  <a:pt x="5290" y="21600"/>
                </a:lnTo>
                <a:lnTo>
                  <a:pt x="3875" y="21600"/>
                </a:lnTo>
                <a:lnTo>
                  <a:pt x="2440" y="21600"/>
                </a:lnTo>
                <a:lnTo>
                  <a:pt x="1839" y="20133"/>
                </a:lnTo>
                <a:lnTo>
                  <a:pt x="1307" y="18714"/>
                </a:lnTo>
                <a:lnTo>
                  <a:pt x="849" y="17325"/>
                </a:lnTo>
                <a:lnTo>
                  <a:pt x="479" y="15947"/>
                </a:lnTo>
                <a:lnTo>
                  <a:pt x="209" y="14565"/>
                </a:lnTo>
                <a:lnTo>
                  <a:pt x="45" y="13161"/>
                </a:lnTo>
                <a:lnTo>
                  <a:pt x="0" y="11716"/>
                </a:lnTo>
                <a:lnTo>
                  <a:pt x="85" y="10215"/>
                </a:lnTo>
                <a:lnTo>
                  <a:pt x="311" y="8640"/>
                </a:lnTo>
                <a:lnTo>
                  <a:pt x="1352" y="7685"/>
                </a:lnTo>
                <a:lnTo>
                  <a:pt x="2463" y="6774"/>
                </a:lnTo>
                <a:lnTo>
                  <a:pt x="3636" y="5908"/>
                </a:lnTo>
                <a:lnTo>
                  <a:pt x="4867" y="5091"/>
                </a:lnTo>
                <a:lnTo>
                  <a:pt x="6148" y="4326"/>
                </a:lnTo>
                <a:lnTo>
                  <a:pt x="7473" y="3616"/>
                </a:lnTo>
                <a:lnTo>
                  <a:pt x="8833" y="2961"/>
                </a:lnTo>
                <a:lnTo>
                  <a:pt x="10223" y="2367"/>
                </a:lnTo>
                <a:lnTo>
                  <a:pt x="11635" y="1832"/>
                </a:lnTo>
                <a:lnTo>
                  <a:pt x="13065" y="1361"/>
                </a:lnTo>
                <a:lnTo>
                  <a:pt x="14502" y="955"/>
                </a:lnTo>
                <a:lnTo>
                  <a:pt x="15943" y="618"/>
                </a:lnTo>
                <a:lnTo>
                  <a:pt x="17380" y="350"/>
                </a:lnTo>
                <a:lnTo>
                  <a:pt x="18807" y="158"/>
                </a:lnTo>
                <a:lnTo>
                  <a:pt x="20216" y="39"/>
                </a:lnTo>
                <a:lnTo>
                  <a:pt x="21600" y="0"/>
                </a:lnTo>
                <a:close/>
              </a:path>
            </a:pathLst>
          </a:custGeom>
          <a:solidFill>
            <a:srgbClr val="27252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4" name="contour_08652"/>
          <p:cNvSpPr/>
          <p:nvPr/>
        </p:nvSpPr>
        <p:spPr>
          <a:xfrm>
            <a:off x="1037982" y="5291082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77" y="513"/>
                </a:lnTo>
                <a:lnTo>
                  <a:pt x="2357" y="1026"/>
                </a:lnTo>
                <a:lnTo>
                  <a:pt x="3540" y="1543"/>
                </a:lnTo>
                <a:lnTo>
                  <a:pt x="4735" y="2063"/>
                </a:lnTo>
                <a:lnTo>
                  <a:pt x="5940" y="2588"/>
                </a:lnTo>
                <a:lnTo>
                  <a:pt x="7353" y="3168"/>
                </a:lnTo>
                <a:lnTo>
                  <a:pt x="8748" y="3715"/>
                </a:lnTo>
                <a:lnTo>
                  <a:pt x="10130" y="4228"/>
                </a:lnTo>
                <a:lnTo>
                  <a:pt x="11508" y="4709"/>
                </a:lnTo>
                <a:lnTo>
                  <a:pt x="12889" y="5157"/>
                </a:lnTo>
                <a:lnTo>
                  <a:pt x="14278" y="5575"/>
                </a:lnTo>
                <a:lnTo>
                  <a:pt x="15684" y="5960"/>
                </a:lnTo>
                <a:lnTo>
                  <a:pt x="17112" y="6316"/>
                </a:lnTo>
                <a:lnTo>
                  <a:pt x="18567" y="6640"/>
                </a:lnTo>
                <a:lnTo>
                  <a:pt x="20062" y="6935"/>
                </a:lnTo>
                <a:lnTo>
                  <a:pt x="21600" y="7200"/>
                </a:lnTo>
                <a:lnTo>
                  <a:pt x="20308" y="7893"/>
                </a:lnTo>
                <a:lnTo>
                  <a:pt x="19002" y="8568"/>
                </a:lnTo>
                <a:lnTo>
                  <a:pt x="17686" y="9225"/>
                </a:lnTo>
                <a:lnTo>
                  <a:pt x="16593" y="9790"/>
                </a:lnTo>
                <a:lnTo>
                  <a:pt x="15483" y="10364"/>
                </a:lnTo>
                <a:lnTo>
                  <a:pt x="14232" y="10580"/>
                </a:lnTo>
                <a:lnTo>
                  <a:pt x="12960" y="10800"/>
                </a:lnTo>
                <a:lnTo>
                  <a:pt x="11891" y="10206"/>
                </a:lnTo>
                <a:lnTo>
                  <a:pt x="10819" y="9610"/>
                </a:lnTo>
                <a:lnTo>
                  <a:pt x="9744" y="9014"/>
                </a:lnTo>
                <a:lnTo>
                  <a:pt x="8664" y="8413"/>
                </a:lnTo>
                <a:lnTo>
                  <a:pt x="7577" y="7808"/>
                </a:lnTo>
                <a:lnTo>
                  <a:pt x="6480" y="7200"/>
                </a:lnTo>
                <a:lnTo>
                  <a:pt x="6301" y="8388"/>
                </a:lnTo>
                <a:lnTo>
                  <a:pt x="6124" y="9576"/>
                </a:lnTo>
                <a:lnTo>
                  <a:pt x="5944" y="10766"/>
                </a:lnTo>
                <a:lnTo>
                  <a:pt x="5767" y="11957"/>
                </a:lnTo>
                <a:lnTo>
                  <a:pt x="5588" y="13151"/>
                </a:lnTo>
                <a:lnTo>
                  <a:pt x="5409" y="14346"/>
                </a:lnTo>
                <a:lnTo>
                  <a:pt x="5229" y="15545"/>
                </a:lnTo>
                <a:lnTo>
                  <a:pt x="5048" y="16747"/>
                </a:lnTo>
                <a:lnTo>
                  <a:pt x="4866" y="17953"/>
                </a:lnTo>
                <a:lnTo>
                  <a:pt x="4685" y="19163"/>
                </a:lnTo>
                <a:lnTo>
                  <a:pt x="4504" y="20380"/>
                </a:lnTo>
                <a:lnTo>
                  <a:pt x="4320" y="21600"/>
                </a:lnTo>
                <a:lnTo>
                  <a:pt x="3249" y="21600"/>
                </a:lnTo>
                <a:lnTo>
                  <a:pt x="2160" y="21600"/>
                </a:lnTo>
                <a:lnTo>
                  <a:pt x="2035" y="20342"/>
                </a:lnTo>
                <a:lnTo>
                  <a:pt x="1909" y="19084"/>
                </a:lnTo>
                <a:lnTo>
                  <a:pt x="1782" y="17825"/>
                </a:lnTo>
                <a:lnTo>
                  <a:pt x="1657" y="16565"/>
                </a:lnTo>
                <a:lnTo>
                  <a:pt x="1531" y="15305"/>
                </a:lnTo>
                <a:lnTo>
                  <a:pt x="1404" y="14044"/>
                </a:lnTo>
                <a:lnTo>
                  <a:pt x="1279" y="12780"/>
                </a:lnTo>
                <a:lnTo>
                  <a:pt x="1151" y="11515"/>
                </a:lnTo>
                <a:lnTo>
                  <a:pt x="1024" y="10247"/>
                </a:lnTo>
                <a:lnTo>
                  <a:pt x="899" y="8977"/>
                </a:lnTo>
                <a:lnTo>
                  <a:pt x="771" y="7704"/>
                </a:lnTo>
                <a:lnTo>
                  <a:pt x="644" y="6430"/>
                </a:lnTo>
                <a:lnTo>
                  <a:pt x="514" y="5152"/>
                </a:lnTo>
                <a:lnTo>
                  <a:pt x="387" y="3868"/>
                </a:lnTo>
                <a:lnTo>
                  <a:pt x="259" y="2583"/>
                </a:lnTo>
                <a:lnTo>
                  <a:pt x="130" y="1294"/>
                </a:lnTo>
                <a:lnTo>
                  <a:pt x="0" y="0"/>
                </a:lnTo>
                <a:close/>
              </a:path>
            </a:pathLst>
          </a:custGeom>
          <a:solidFill>
            <a:srgbClr val="53545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5" name="contour_08653"/>
          <p:cNvSpPr/>
          <p:nvPr/>
        </p:nvSpPr>
        <p:spPr>
          <a:xfrm>
            <a:off x="5286881" y="5276506"/>
            <a:ext cx="5759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33" y="0"/>
                </a:moveTo>
                <a:lnTo>
                  <a:pt x="4750" y="339"/>
                </a:lnTo>
                <a:lnTo>
                  <a:pt x="6650" y="747"/>
                </a:lnTo>
                <a:lnTo>
                  <a:pt x="8445" y="1231"/>
                </a:lnTo>
                <a:lnTo>
                  <a:pt x="10148" y="1811"/>
                </a:lnTo>
                <a:lnTo>
                  <a:pt x="11774" y="2503"/>
                </a:lnTo>
                <a:lnTo>
                  <a:pt x="13332" y="3317"/>
                </a:lnTo>
                <a:lnTo>
                  <a:pt x="14841" y="4271"/>
                </a:lnTo>
                <a:lnTo>
                  <a:pt x="16309" y="5378"/>
                </a:lnTo>
                <a:lnTo>
                  <a:pt x="17749" y="6656"/>
                </a:lnTo>
                <a:lnTo>
                  <a:pt x="19178" y="8115"/>
                </a:lnTo>
                <a:lnTo>
                  <a:pt x="20605" y="9776"/>
                </a:lnTo>
                <a:lnTo>
                  <a:pt x="21321" y="11340"/>
                </a:lnTo>
                <a:lnTo>
                  <a:pt x="21600" y="12673"/>
                </a:lnTo>
                <a:lnTo>
                  <a:pt x="21485" y="14500"/>
                </a:lnTo>
                <a:lnTo>
                  <a:pt x="21012" y="17552"/>
                </a:lnTo>
                <a:lnTo>
                  <a:pt x="20392" y="18888"/>
                </a:lnTo>
                <a:lnTo>
                  <a:pt x="19766" y="20236"/>
                </a:lnTo>
                <a:lnTo>
                  <a:pt x="19132" y="21600"/>
                </a:lnTo>
                <a:lnTo>
                  <a:pt x="17088" y="20597"/>
                </a:lnTo>
                <a:lnTo>
                  <a:pt x="15194" y="19567"/>
                </a:lnTo>
                <a:lnTo>
                  <a:pt x="13433" y="18496"/>
                </a:lnTo>
                <a:lnTo>
                  <a:pt x="11793" y="17373"/>
                </a:lnTo>
                <a:lnTo>
                  <a:pt x="10260" y="16188"/>
                </a:lnTo>
                <a:lnTo>
                  <a:pt x="8814" y="14929"/>
                </a:lnTo>
                <a:lnTo>
                  <a:pt x="7448" y="13586"/>
                </a:lnTo>
                <a:lnTo>
                  <a:pt x="6141" y="12145"/>
                </a:lnTo>
                <a:lnTo>
                  <a:pt x="4879" y="10596"/>
                </a:lnTo>
                <a:lnTo>
                  <a:pt x="3649" y="8927"/>
                </a:lnTo>
                <a:lnTo>
                  <a:pt x="2435" y="7125"/>
                </a:lnTo>
                <a:lnTo>
                  <a:pt x="1224" y="5184"/>
                </a:lnTo>
                <a:lnTo>
                  <a:pt x="0" y="3086"/>
                </a:lnTo>
                <a:lnTo>
                  <a:pt x="1356" y="1555"/>
                </a:lnTo>
                <a:lnTo>
                  <a:pt x="2733" y="0"/>
                </a:lnTo>
                <a:close/>
              </a:path>
            </a:pathLst>
          </a:custGeom>
          <a:solidFill>
            <a:srgbClr val="BEC4C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6" name="contour_08654"/>
          <p:cNvSpPr/>
          <p:nvPr/>
        </p:nvSpPr>
        <p:spPr>
          <a:xfrm>
            <a:off x="5228577" y="5269218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5" y="0"/>
                </a:lnTo>
                <a:lnTo>
                  <a:pt x="8980" y="0"/>
                </a:lnTo>
                <a:lnTo>
                  <a:pt x="10800" y="0"/>
                </a:lnTo>
                <a:lnTo>
                  <a:pt x="10579" y="1710"/>
                </a:lnTo>
                <a:lnTo>
                  <a:pt x="10352" y="3431"/>
                </a:lnTo>
                <a:lnTo>
                  <a:pt x="10125" y="5177"/>
                </a:lnTo>
                <a:lnTo>
                  <a:pt x="10346" y="7034"/>
                </a:lnTo>
                <a:lnTo>
                  <a:pt x="10573" y="8903"/>
                </a:lnTo>
                <a:lnTo>
                  <a:pt x="10800" y="10800"/>
                </a:lnTo>
                <a:lnTo>
                  <a:pt x="12474" y="11585"/>
                </a:lnTo>
                <a:lnTo>
                  <a:pt x="14124" y="12186"/>
                </a:lnTo>
                <a:lnTo>
                  <a:pt x="15779" y="12640"/>
                </a:lnTo>
                <a:lnTo>
                  <a:pt x="17474" y="12996"/>
                </a:lnTo>
                <a:lnTo>
                  <a:pt x="19238" y="13288"/>
                </a:lnTo>
                <a:lnTo>
                  <a:pt x="19823" y="13565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910" y="16409"/>
                </a:lnTo>
                <a:lnTo>
                  <a:pt x="1639" y="12330"/>
                </a:lnTo>
                <a:lnTo>
                  <a:pt x="2233" y="9187"/>
                </a:lnTo>
                <a:lnTo>
                  <a:pt x="2732" y="6800"/>
                </a:lnTo>
                <a:lnTo>
                  <a:pt x="3183" y="4993"/>
                </a:lnTo>
                <a:lnTo>
                  <a:pt x="3632" y="3586"/>
                </a:lnTo>
                <a:lnTo>
                  <a:pt x="4120" y="2405"/>
                </a:lnTo>
                <a:lnTo>
                  <a:pt x="4695" y="1267"/>
                </a:lnTo>
                <a:lnTo>
                  <a:pt x="5400" y="0"/>
                </a:lnTo>
                <a:close/>
              </a:path>
            </a:pathLst>
          </a:custGeom>
          <a:solidFill>
            <a:srgbClr val="443D33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7" name="contour_08655"/>
          <p:cNvSpPr/>
          <p:nvPr/>
        </p:nvSpPr>
        <p:spPr>
          <a:xfrm>
            <a:off x="5505520" y="5267906"/>
            <a:ext cx="51016" cy="410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89"/>
                </a:moveTo>
                <a:lnTo>
                  <a:pt x="21507" y="3229"/>
                </a:lnTo>
                <a:lnTo>
                  <a:pt x="21372" y="5704"/>
                </a:lnTo>
                <a:lnTo>
                  <a:pt x="21174" y="8128"/>
                </a:lnTo>
                <a:lnTo>
                  <a:pt x="20896" y="10507"/>
                </a:lnTo>
                <a:lnTo>
                  <a:pt x="20511" y="12859"/>
                </a:lnTo>
                <a:lnTo>
                  <a:pt x="20002" y="15192"/>
                </a:lnTo>
                <a:lnTo>
                  <a:pt x="19341" y="17513"/>
                </a:lnTo>
                <a:lnTo>
                  <a:pt x="18514" y="19842"/>
                </a:lnTo>
                <a:lnTo>
                  <a:pt x="16243" y="20765"/>
                </a:lnTo>
                <a:lnTo>
                  <a:pt x="14046" y="21343"/>
                </a:lnTo>
                <a:lnTo>
                  <a:pt x="11895" y="21600"/>
                </a:lnTo>
                <a:lnTo>
                  <a:pt x="9754" y="21562"/>
                </a:lnTo>
                <a:lnTo>
                  <a:pt x="7594" y="21240"/>
                </a:lnTo>
                <a:lnTo>
                  <a:pt x="5381" y="20658"/>
                </a:lnTo>
                <a:lnTo>
                  <a:pt x="3086" y="19842"/>
                </a:lnTo>
                <a:lnTo>
                  <a:pt x="1672" y="17222"/>
                </a:lnTo>
                <a:lnTo>
                  <a:pt x="805" y="15314"/>
                </a:lnTo>
                <a:lnTo>
                  <a:pt x="336" y="13568"/>
                </a:lnTo>
                <a:lnTo>
                  <a:pt x="117" y="11430"/>
                </a:lnTo>
                <a:lnTo>
                  <a:pt x="0" y="8350"/>
                </a:lnTo>
                <a:lnTo>
                  <a:pt x="1327" y="5765"/>
                </a:lnTo>
                <a:lnTo>
                  <a:pt x="2842" y="3754"/>
                </a:lnTo>
                <a:lnTo>
                  <a:pt x="4524" y="2248"/>
                </a:lnTo>
                <a:lnTo>
                  <a:pt x="6357" y="1184"/>
                </a:lnTo>
                <a:lnTo>
                  <a:pt x="8313" y="498"/>
                </a:lnTo>
                <a:lnTo>
                  <a:pt x="10377" y="123"/>
                </a:lnTo>
                <a:lnTo>
                  <a:pt x="12531" y="0"/>
                </a:lnTo>
                <a:lnTo>
                  <a:pt x="14750" y="57"/>
                </a:lnTo>
                <a:lnTo>
                  <a:pt x="17015" y="234"/>
                </a:lnTo>
                <a:lnTo>
                  <a:pt x="19304" y="467"/>
                </a:lnTo>
                <a:lnTo>
                  <a:pt x="21600" y="689"/>
                </a:lnTo>
                <a:close/>
              </a:path>
            </a:pathLst>
          </a:custGeom>
          <a:solidFill>
            <a:srgbClr val="A7905A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8" name="contour_08656"/>
          <p:cNvSpPr/>
          <p:nvPr/>
        </p:nvSpPr>
        <p:spPr>
          <a:xfrm>
            <a:off x="797478" y="5247354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057" y="140"/>
                </a:lnTo>
                <a:lnTo>
                  <a:pt x="12763" y="277"/>
                </a:lnTo>
                <a:lnTo>
                  <a:pt x="13999" y="463"/>
                </a:lnTo>
                <a:lnTo>
                  <a:pt x="15006" y="745"/>
                </a:lnTo>
                <a:lnTo>
                  <a:pt x="16019" y="1174"/>
                </a:lnTo>
                <a:lnTo>
                  <a:pt x="17280" y="1800"/>
                </a:lnTo>
                <a:lnTo>
                  <a:pt x="17958" y="2977"/>
                </a:lnTo>
                <a:lnTo>
                  <a:pt x="18559" y="4145"/>
                </a:lnTo>
                <a:lnTo>
                  <a:pt x="19094" y="5312"/>
                </a:lnTo>
                <a:lnTo>
                  <a:pt x="19576" y="6482"/>
                </a:lnTo>
                <a:lnTo>
                  <a:pt x="20019" y="7663"/>
                </a:lnTo>
                <a:lnTo>
                  <a:pt x="20429" y="8858"/>
                </a:lnTo>
                <a:lnTo>
                  <a:pt x="20822" y="10075"/>
                </a:lnTo>
                <a:lnTo>
                  <a:pt x="21209" y="11320"/>
                </a:lnTo>
                <a:lnTo>
                  <a:pt x="21600" y="12600"/>
                </a:lnTo>
                <a:lnTo>
                  <a:pt x="20969" y="12863"/>
                </a:lnTo>
                <a:lnTo>
                  <a:pt x="20388" y="13104"/>
                </a:lnTo>
                <a:lnTo>
                  <a:pt x="19829" y="13338"/>
                </a:lnTo>
                <a:lnTo>
                  <a:pt x="19259" y="13576"/>
                </a:lnTo>
                <a:lnTo>
                  <a:pt x="18643" y="13831"/>
                </a:lnTo>
                <a:lnTo>
                  <a:pt x="17954" y="14119"/>
                </a:lnTo>
                <a:lnTo>
                  <a:pt x="17159" y="14450"/>
                </a:lnTo>
                <a:lnTo>
                  <a:pt x="16228" y="14839"/>
                </a:lnTo>
                <a:lnTo>
                  <a:pt x="15124" y="15298"/>
                </a:lnTo>
                <a:lnTo>
                  <a:pt x="13820" y="15842"/>
                </a:lnTo>
                <a:lnTo>
                  <a:pt x="12284" y="16481"/>
                </a:lnTo>
                <a:lnTo>
                  <a:pt x="10482" y="17231"/>
                </a:lnTo>
                <a:lnTo>
                  <a:pt x="8385" y="18106"/>
                </a:lnTo>
                <a:lnTo>
                  <a:pt x="5959" y="19116"/>
                </a:lnTo>
                <a:lnTo>
                  <a:pt x="3175" y="20277"/>
                </a:lnTo>
                <a:lnTo>
                  <a:pt x="0" y="21600"/>
                </a:lnTo>
                <a:lnTo>
                  <a:pt x="0" y="20410"/>
                </a:lnTo>
                <a:lnTo>
                  <a:pt x="0" y="19213"/>
                </a:lnTo>
                <a:lnTo>
                  <a:pt x="0" y="18000"/>
                </a:lnTo>
                <a:lnTo>
                  <a:pt x="1452" y="17397"/>
                </a:lnTo>
                <a:lnTo>
                  <a:pt x="2521" y="16972"/>
                </a:lnTo>
                <a:lnTo>
                  <a:pt x="3525" y="16614"/>
                </a:lnTo>
                <a:lnTo>
                  <a:pt x="4784" y="16207"/>
                </a:lnTo>
                <a:lnTo>
                  <a:pt x="6614" y="15638"/>
                </a:lnTo>
                <a:lnTo>
                  <a:pt x="8392" y="14953"/>
                </a:lnTo>
                <a:lnTo>
                  <a:pt x="9610" y="14450"/>
                </a:lnTo>
                <a:lnTo>
                  <a:pt x="10573" y="13990"/>
                </a:lnTo>
                <a:lnTo>
                  <a:pt x="11588" y="13421"/>
                </a:lnTo>
                <a:lnTo>
                  <a:pt x="12960" y="12600"/>
                </a:lnTo>
                <a:lnTo>
                  <a:pt x="13128" y="11362"/>
                </a:lnTo>
                <a:lnTo>
                  <a:pt x="13128" y="10148"/>
                </a:lnTo>
                <a:lnTo>
                  <a:pt x="12984" y="8960"/>
                </a:lnTo>
                <a:lnTo>
                  <a:pt x="12707" y="7792"/>
                </a:lnTo>
                <a:lnTo>
                  <a:pt x="12318" y="6642"/>
                </a:lnTo>
                <a:lnTo>
                  <a:pt x="11835" y="5508"/>
                </a:lnTo>
                <a:lnTo>
                  <a:pt x="11275" y="4388"/>
                </a:lnTo>
                <a:lnTo>
                  <a:pt x="10660" y="3280"/>
                </a:lnTo>
                <a:lnTo>
                  <a:pt x="10003" y="2182"/>
                </a:lnTo>
                <a:lnTo>
                  <a:pt x="9323" y="1089"/>
                </a:lnTo>
                <a:lnTo>
                  <a:pt x="8640" y="0"/>
                </a:lnTo>
                <a:close/>
              </a:path>
            </a:pathLst>
          </a:custGeom>
          <a:solidFill>
            <a:srgbClr val="938463"/>
          </a:solidFill>
          <a:ln>
            <a:noFill/>
          </a:ln>
        </p:spPr>
        <p:txBody>
          <a:bodyPr/>
          <a:lstStyle/>
          <a:p/>
        </p:txBody>
      </p:sp>
      <p:sp>
        <p:nvSpPr>
          <p:cNvPr id="8659" name="contour_08657"/>
          <p:cNvSpPr/>
          <p:nvPr/>
        </p:nvSpPr>
        <p:spPr>
          <a:xfrm>
            <a:off x="8588341" y="5232778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31" y="0"/>
                </a:lnTo>
                <a:lnTo>
                  <a:pt x="3086" y="0"/>
                </a:lnTo>
                <a:lnTo>
                  <a:pt x="3086" y="1909"/>
                </a:lnTo>
                <a:lnTo>
                  <a:pt x="3086" y="3820"/>
                </a:lnTo>
                <a:lnTo>
                  <a:pt x="3086" y="5738"/>
                </a:lnTo>
                <a:lnTo>
                  <a:pt x="3086" y="7663"/>
                </a:lnTo>
                <a:lnTo>
                  <a:pt x="3086" y="9596"/>
                </a:lnTo>
                <a:lnTo>
                  <a:pt x="3086" y="11540"/>
                </a:lnTo>
                <a:lnTo>
                  <a:pt x="3086" y="13500"/>
                </a:lnTo>
                <a:lnTo>
                  <a:pt x="4783" y="12609"/>
                </a:lnTo>
                <a:lnTo>
                  <a:pt x="6483" y="11718"/>
                </a:lnTo>
                <a:lnTo>
                  <a:pt x="8183" y="10824"/>
                </a:lnTo>
                <a:lnTo>
                  <a:pt x="9887" y="9928"/>
                </a:lnTo>
                <a:lnTo>
                  <a:pt x="11599" y="9032"/>
                </a:lnTo>
                <a:lnTo>
                  <a:pt x="13315" y="8130"/>
                </a:lnTo>
                <a:lnTo>
                  <a:pt x="15040" y="7225"/>
                </a:lnTo>
                <a:lnTo>
                  <a:pt x="16771" y="6315"/>
                </a:lnTo>
                <a:lnTo>
                  <a:pt x="18514" y="5400"/>
                </a:lnTo>
                <a:lnTo>
                  <a:pt x="18854" y="7182"/>
                </a:lnTo>
                <a:lnTo>
                  <a:pt x="19193" y="8967"/>
                </a:lnTo>
                <a:lnTo>
                  <a:pt x="19533" y="10751"/>
                </a:lnTo>
                <a:lnTo>
                  <a:pt x="19875" y="12541"/>
                </a:lnTo>
                <a:lnTo>
                  <a:pt x="20218" y="14337"/>
                </a:lnTo>
                <a:lnTo>
                  <a:pt x="20560" y="16141"/>
                </a:lnTo>
                <a:lnTo>
                  <a:pt x="20906" y="17950"/>
                </a:lnTo>
                <a:lnTo>
                  <a:pt x="21251" y="19769"/>
                </a:lnTo>
                <a:lnTo>
                  <a:pt x="21600" y="21600"/>
                </a:lnTo>
                <a:lnTo>
                  <a:pt x="19462" y="21333"/>
                </a:lnTo>
                <a:lnTo>
                  <a:pt x="17320" y="21065"/>
                </a:lnTo>
                <a:lnTo>
                  <a:pt x="15179" y="20798"/>
                </a:lnTo>
                <a:lnTo>
                  <a:pt x="13034" y="20528"/>
                </a:lnTo>
                <a:lnTo>
                  <a:pt x="10880" y="20261"/>
                </a:lnTo>
                <a:lnTo>
                  <a:pt x="8723" y="19991"/>
                </a:lnTo>
                <a:lnTo>
                  <a:pt x="6557" y="19721"/>
                </a:lnTo>
                <a:lnTo>
                  <a:pt x="4382" y="19448"/>
                </a:lnTo>
                <a:lnTo>
                  <a:pt x="2197" y="19175"/>
                </a:lnTo>
                <a:lnTo>
                  <a:pt x="0" y="18900"/>
                </a:lnTo>
                <a:lnTo>
                  <a:pt x="0" y="17029"/>
                </a:lnTo>
                <a:lnTo>
                  <a:pt x="0" y="15155"/>
                </a:lnTo>
                <a:lnTo>
                  <a:pt x="0" y="13281"/>
                </a:lnTo>
                <a:lnTo>
                  <a:pt x="0" y="11405"/>
                </a:lnTo>
                <a:lnTo>
                  <a:pt x="0" y="9520"/>
                </a:lnTo>
                <a:lnTo>
                  <a:pt x="0" y="7633"/>
                </a:lnTo>
                <a:lnTo>
                  <a:pt x="0" y="5738"/>
                </a:lnTo>
                <a:lnTo>
                  <a:pt x="0" y="3834"/>
                </a:lnTo>
                <a:lnTo>
                  <a:pt x="0" y="1922"/>
                </a:lnTo>
                <a:lnTo>
                  <a:pt x="0" y="0"/>
                </a:lnTo>
                <a:close/>
              </a:path>
            </a:pathLst>
          </a:custGeom>
          <a:solidFill>
            <a:srgbClr val="737779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0" name="contour_08658"/>
          <p:cNvSpPr/>
          <p:nvPr/>
        </p:nvSpPr>
        <p:spPr>
          <a:xfrm>
            <a:off x="6751767" y="5267527"/>
            <a:ext cx="65643" cy="383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53"/>
                </a:moveTo>
                <a:lnTo>
                  <a:pt x="1619" y="731"/>
                </a:lnTo>
                <a:lnTo>
                  <a:pt x="3228" y="526"/>
                </a:lnTo>
                <a:lnTo>
                  <a:pt x="4827" y="345"/>
                </a:lnTo>
                <a:lnTo>
                  <a:pt x="6425" y="193"/>
                </a:lnTo>
                <a:lnTo>
                  <a:pt x="8015" y="82"/>
                </a:lnTo>
                <a:lnTo>
                  <a:pt x="9605" y="12"/>
                </a:lnTo>
                <a:lnTo>
                  <a:pt x="11192" y="0"/>
                </a:lnTo>
                <a:lnTo>
                  <a:pt x="12780" y="41"/>
                </a:lnTo>
                <a:lnTo>
                  <a:pt x="14372" y="152"/>
                </a:lnTo>
                <a:lnTo>
                  <a:pt x="15969" y="337"/>
                </a:lnTo>
                <a:lnTo>
                  <a:pt x="17574" y="600"/>
                </a:lnTo>
                <a:lnTo>
                  <a:pt x="19185" y="953"/>
                </a:lnTo>
                <a:lnTo>
                  <a:pt x="20334" y="3605"/>
                </a:lnTo>
                <a:lnTo>
                  <a:pt x="21048" y="6032"/>
                </a:lnTo>
                <a:lnTo>
                  <a:pt x="21432" y="8431"/>
                </a:lnTo>
                <a:lnTo>
                  <a:pt x="21583" y="10993"/>
                </a:lnTo>
                <a:lnTo>
                  <a:pt x="21600" y="13909"/>
                </a:lnTo>
                <a:lnTo>
                  <a:pt x="21583" y="17379"/>
                </a:lnTo>
                <a:lnTo>
                  <a:pt x="19979" y="18257"/>
                </a:lnTo>
                <a:lnTo>
                  <a:pt x="18398" y="19066"/>
                </a:lnTo>
                <a:lnTo>
                  <a:pt x="16835" y="19789"/>
                </a:lnTo>
                <a:lnTo>
                  <a:pt x="15274" y="20413"/>
                </a:lnTo>
                <a:lnTo>
                  <a:pt x="13708" y="20922"/>
                </a:lnTo>
                <a:lnTo>
                  <a:pt x="12125" y="21300"/>
                </a:lnTo>
                <a:lnTo>
                  <a:pt x="10521" y="21530"/>
                </a:lnTo>
                <a:lnTo>
                  <a:pt x="8880" y="21600"/>
                </a:lnTo>
                <a:lnTo>
                  <a:pt x="7194" y="21485"/>
                </a:lnTo>
                <a:lnTo>
                  <a:pt x="6072" y="19469"/>
                </a:lnTo>
                <a:lnTo>
                  <a:pt x="5062" y="17395"/>
                </a:lnTo>
                <a:lnTo>
                  <a:pt x="4154" y="15256"/>
                </a:lnTo>
                <a:lnTo>
                  <a:pt x="3329" y="13059"/>
                </a:lnTo>
                <a:lnTo>
                  <a:pt x="2578" y="10788"/>
                </a:lnTo>
                <a:lnTo>
                  <a:pt x="1883" y="8447"/>
                </a:lnTo>
                <a:lnTo>
                  <a:pt x="1230" y="6032"/>
                </a:lnTo>
                <a:lnTo>
                  <a:pt x="607" y="3532"/>
                </a:lnTo>
                <a:lnTo>
                  <a:pt x="0" y="953"/>
                </a:lnTo>
                <a:close/>
              </a:path>
            </a:pathLst>
          </a:custGeom>
          <a:solidFill>
            <a:srgbClr val="E7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1" name="contour_08659"/>
          <p:cNvSpPr/>
          <p:nvPr/>
        </p:nvSpPr>
        <p:spPr>
          <a:xfrm>
            <a:off x="3800130" y="5262710"/>
            <a:ext cx="80168" cy="356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42"/>
                </a:moveTo>
                <a:lnTo>
                  <a:pt x="21276" y="6856"/>
                </a:lnTo>
                <a:lnTo>
                  <a:pt x="20952" y="9774"/>
                </a:lnTo>
                <a:lnTo>
                  <a:pt x="20626" y="12705"/>
                </a:lnTo>
                <a:lnTo>
                  <a:pt x="20298" y="15649"/>
                </a:lnTo>
                <a:lnTo>
                  <a:pt x="19968" y="18611"/>
                </a:lnTo>
                <a:lnTo>
                  <a:pt x="19636" y="21600"/>
                </a:lnTo>
                <a:lnTo>
                  <a:pt x="18711" y="21282"/>
                </a:lnTo>
                <a:lnTo>
                  <a:pt x="17781" y="20960"/>
                </a:lnTo>
                <a:lnTo>
                  <a:pt x="16836" y="20633"/>
                </a:lnTo>
                <a:lnTo>
                  <a:pt x="15613" y="20223"/>
                </a:lnTo>
                <a:lnTo>
                  <a:pt x="14382" y="19812"/>
                </a:lnTo>
                <a:lnTo>
                  <a:pt x="13133" y="19393"/>
                </a:lnTo>
                <a:lnTo>
                  <a:pt x="11923" y="18982"/>
                </a:lnTo>
                <a:lnTo>
                  <a:pt x="10706" y="18567"/>
                </a:lnTo>
                <a:lnTo>
                  <a:pt x="9473" y="18152"/>
                </a:lnTo>
                <a:lnTo>
                  <a:pt x="8108" y="17817"/>
                </a:lnTo>
                <a:lnTo>
                  <a:pt x="6757" y="17552"/>
                </a:lnTo>
                <a:lnTo>
                  <a:pt x="5414" y="17353"/>
                </a:lnTo>
                <a:lnTo>
                  <a:pt x="4073" y="17221"/>
                </a:lnTo>
                <a:lnTo>
                  <a:pt x="2727" y="17150"/>
                </a:lnTo>
                <a:lnTo>
                  <a:pt x="1371" y="17137"/>
                </a:lnTo>
                <a:lnTo>
                  <a:pt x="0" y="17186"/>
                </a:lnTo>
                <a:lnTo>
                  <a:pt x="0" y="14563"/>
                </a:lnTo>
                <a:lnTo>
                  <a:pt x="0" y="11932"/>
                </a:lnTo>
                <a:lnTo>
                  <a:pt x="0" y="9292"/>
                </a:lnTo>
                <a:lnTo>
                  <a:pt x="0" y="6631"/>
                </a:lnTo>
                <a:lnTo>
                  <a:pt x="0" y="3942"/>
                </a:lnTo>
                <a:lnTo>
                  <a:pt x="1247" y="3514"/>
                </a:lnTo>
                <a:lnTo>
                  <a:pt x="2494" y="3090"/>
                </a:lnTo>
                <a:lnTo>
                  <a:pt x="3741" y="2675"/>
                </a:lnTo>
                <a:lnTo>
                  <a:pt x="4990" y="2265"/>
                </a:lnTo>
                <a:lnTo>
                  <a:pt x="6237" y="1863"/>
                </a:lnTo>
                <a:lnTo>
                  <a:pt x="7485" y="1461"/>
                </a:lnTo>
                <a:lnTo>
                  <a:pt x="8538" y="1086"/>
                </a:lnTo>
                <a:lnTo>
                  <a:pt x="9608" y="711"/>
                </a:lnTo>
                <a:lnTo>
                  <a:pt x="11075" y="313"/>
                </a:lnTo>
                <a:lnTo>
                  <a:pt x="12455" y="71"/>
                </a:lnTo>
                <a:lnTo>
                  <a:pt x="13775" y="0"/>
                </a:lnTo>
                <a:lnTo>
                  <a:pt x="15053" y="115"/>
                </a:lnTo>
                <a:lnTo>
                  <a:pt x="16314" y="424"/>
                </a:lnTo>
                <a:lnTo>
                  <a:pt x="17575" y="949"/>
                </a:lnTo>
                <a:lnTo>
                  <a:pt x="18863" y="1700"/>
                </a:lnTo>
                <a:lnTo>
                  <a:pt x="20198" y="2693"/>
                </a:lnTo>
                <a:lnTo>
                  <a:pt x="21600" y="3942"/>
                </a:lnTo>
                <a:close/>
              </a:path>
            </a:pathLst>
          </a:custGeom>
          <a:solidFill>
            <a:srgbClr val="ECF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2" name="contour_08660"/>
          <p:cNvSpPr/>
          <p:nvPr/>
        </p:nvSpPr>
        <p:spPr>
          <a:xfrm>
            <a:off x="1001367" y="5240066"/>
            <a:ext cx="58479" cy="51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57" y="0"/>
                </a:moveTo>
                <a:lnTo>
                  <a:pt x="3217" y="1534"/>
                </a:lnTo>
                <a:lnTo>
                  <a:pt x="3683" y="3093"/>
                </a:lnTo>
                <a:lnTo>
                  <a:pt x="4557" y="4590"/>
                </a:lnTo>
                <a:lnTo>
                  <a:pt x="5448" y="6112"/>
                </a:lnTo>
                <a:lnTo>
                  <a:pt x="7303" y="6137"/>
                </a:lnTo>
                <a:lnTo>
                  <a:pt x="8622" y="6085"/>
                </a:lnTo>
                <a:lnTo>
                  <a:pt x="10038" y="5904"/>
                </a:lnTo>
                <a:lnTo>
                  <a:pt x="12178" y="5538"/>
                </a:lnTo>
                <a:lnTo>
                  <a:pt x="14334" y="5418"/>
                </a:lnTo>
                <a:lnTo>
                  <a:pt x="15756" y="5440"/>
                </a:lnTo>
                <a:lnTo>
                  <a:pt x="17069" y="5654"/>
                </a:lnTo>
                <a:lnTo>
                  <a:pt x="18908" y="6112"/>
                </a:lnTo>
                <a:lnTo>
                  <a:pt x="19638" y="7964"/>
                </a:lnTo>
                <a:lnTo>
                  <a:pt x="20216" y="9816"/>
                </a:lnTo>
                <a:lnTo>
                  <a:pt x="20663" y="11677"/>
                </a:lnTo>
                <a:lnTo>
                  <a:pt x="20997" y="13557"/>
                </a:lnTo>
                <a:lnTo>
                  <a:pt x="21237" y="15457"/>
                </a:lnTo>
                <a:lnTo>
                  <a:pt x="21403" y="17392"/>
                </a:lnTo>
                <a:lnTo>
                  <a:pt x="21519" y="19369"/>
                </a:lnTo>
                <a:lnTo>
                  <a:pt x="21600" y="21392"/>
                </a:lnTo>
                <a:lnTo>
                  <a:pt x="19764" y="21554"/>
                </a:lnTo>
                <a:lnTo>
                  <a:pt x="17966" y="21600"/>
                </a:lnTo>
                <a:lnTo>
                  <a:pt x="16200" y="21533"/>
                </a:lnTo>
                <a:lnTo>
                  <a:pt x="14461" y="21365"/>
                </a:lnTo>
                <a:lnTo>
                  <a:pt x="12746" y="21093"/>
                </a:lnTo>
                <a:lnTo>
                  <a:pt x="11048" y="20726"/>
                </a:lnTo>
                <a:lnTo>
                  <a:pt x="9357" y="20271"/>
                </a:lnTo>
                <a:lnTo>
                  <a:pt x="7675" y="19730"/>
                </a:lnTo>
                <a:lnTo>
                  <a:pt x="5990" y="19109"/>
                </a:lnTo>
                <a:lnTo>
                  <a:pt x="4299" y="18416"/>
                </a:lnTo>
                <a:lnTo>
                  <a:pt x="2598" y="17655"/>
                </a:lnTo>
                <a:lnTo>
                  <a:pt x="1341" y="16475"/>
                </a:lnTo>
                <a:lnTo>
                  <a:pt x="65" y="15280"/>
                </a:lnTo>
                <a:lnTo>
                  <a:pt x="0" y="13242"/>
                </a:lnTo>
                <a:lnTo>
                  <a:pt x="78" y="11274"/>
                </a:lnTo>
                <a:lnTo>
                  <a:pt x="288" y="9364"/>
                </a:lnTo>
                <a:lnTo>
                  <a:pt x="611" y="7490"/>
                </a:lnTo>
                <a:lnTo>
                  <a:pt x="1036" y="5632"/>
                </a:lnTo>
                <a:lnTo>
                  <a:pt x="1545" y="3780"/>
                </a:lnTo>
                <a:lnTo>
                  <a:pt x="2124" y="1907"/>
                </a:lnTo>
                <a:lnTo>
                  <a:pt x="2757" y="0"/>
                </a:lnTo>
                <a:close/>
              </a:path>
            </a:pathLst>
          </a:custGeom>
          <a:solidFill>
            <a:srgbClr val="35343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3" name="contour_08661"/>
          <p:cNvSpPr/>
          <p:nvPr/>
        </p:nvSpPr>
        <p:spPr>
          <a:xfrm>
            <a:off x="1933340" y="5181726"/>
            <a:ext cx="52080" cy="58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32" y="13"/>
                </a:moveTo>
                <a:lnTo>
                  <a:pt x="13140" y="1724"/>
                </a:lnTo>
                <a:lnTo>
                  <a:pt x="13499" y="2979"/>
                </a:lnTo>
                <a:lnTo>
                  <a:pt x="13753" y="4396"/>
                </a:lnTo>
                <a:lnTo>
                  <a:pt x="14043" y="6592"/>
                </a:lnTo>
                <a:lnTo>
                  <a:pt x="14334" y="8780"/>
                </a:lnTo>
                <a:lnTo>
                  <a:pt x="14587" y="10232"/>
                </a:lnTo>
                <a:lnTo>
                  <a:pt x="14947" y="11589"/>
                </a:lnTo>
                <a:lnTo>
                  <a:pt x="15555" y="13505"/>
                </a:lnTo>
                <a:lnTo>
                  <a:pt x="17051" y="14174"/>
                </a:lnTo>
                <a:lnTo>
                  <a:pt x="18556" y="14843"/>
                </a:lnTo>
                <a:lnTo>
                  <a:pt x="20068" y="15521"/>
                </a:lnTo>
                <a:lnTo>
                  <a:pt x="21600" y="16203"/>
                </a:lnTo>
                <a:lnTo>
                  <a:pt x="19696" y="16689"/>
                </a:lnTo>
                <a:lnTo>
                  <a:pt x="17791" y="17175"/>
                </a:lnTo>
                <a:lnTo>
                  <a:pt x="15884" y="17660"/>
                </a:lnTo>
                <a:lnTo>
                  <a:pt x="13974" y="18149"/>
                </a:lnTo>
                <a:lnTo>
                  <a:pt x="12057" y="18637"/>
                </a:lnTo>
                <a:lnTo>
                  <a:pt x="10141" y="19126"/>
                </a:lnTo>
                <a:lnTo>
                  <a:pt x="8216" y="19617"/>
                </a:lnTo>
                <a:lnTo>
                  <a:pt x="6284" y="20111"/>
                </a:lnTo>
                <a:lnTo>
                  <a:pt x="4347" y="20604"/>
                </a:lnTo>
                <a:lnTo>
                  <a:pt x="2397" y="21101"/>
                </a:lnTo>
                <a:lnTo>
                  <a:pt x="441" y="21600"/>
                </a:lnTo>
                <a:lnTo>
                  <a:pt x="281" y="17669"/>
                </a:lnTo>
                <a:lnTo>
                  <a:pt x="157" y="14493"/>
                </a:lnTo>
                <a:lnTo>
                  <a:pt x="70" y="11959"/>
                </a:lnTo>
                <a:lnTo>
                  <a:pt x="18" y="9957"/>
                </a:lnTo>
                <a:lnTo>
                  <a:pt x="0" y="8370"/>
                </a:lnTo>
                <a:lnTo>
                  <a:pt x="18" y="7086"/>
                </a:lnTo>
                <a:lnTo>
                  <a:pt x="70" y="5990"/>
                </a:lnTo>
                <a:lnTo>
                  <a:pt x="157" y="4973"/>
                </a:lnTo>
                <a:lnTo>
                  <a:pt x="281" y="3918"/>
                </a:lnTo>
                <a:lnTo>
                  <a:pt x="441" y="2712"/>
                </a:lnTo>
                <a:lnTo>
                  <a:pt x="2406" y="1446"/>
                </a:lnTo>
                <a:lnTo>
                  <a:pt x="4202" y="650"/>
                </a:lnTo>
                <a:lnTo>
                  <a:pt x="5970" y="213"/>
                </a:lnTo>
                <a:lnTo>
                  <a:pt x="7853" y="32"/>
                </a:lnTo>
                <a:lnTo>
                  <a:pt x="9993" y="0"/>
                </a:lnTo>
                <a:lnTo>
                  <a:pt x="12532" y="13"/>
                </a:lnTo>
                <a:close/>
              </a:path>
            </a:pathLst>
          </a:custGeom>
          <a:solidFill>
            <a:srgbClr val="46384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4" name="contour_08662"/>
          <p:cNvSpPr/>
          <p:nvPr/>
        </p:nvSpPr>
        <p:spPr>
          <a:xfrm>
            <a:off x="1409669" y="5189050"/>
            <a:ext cx="65592" cy="444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480" y="1744"/>
                </a:lnTo>
                <a:lnTo>
                  <a:pt x="12965" y="3516"/>
                </a:lnTo>
                <a:lnTo>
                  <a:pt x="13678" y="5287"/>
                </a:lnTo>
                <a:lnTo>
                  <a:pt x="14400" y="7088"/>
                </a:lnTo>
                <a:lnTo>
                  <a:pt x="16258" y="7300"/>
                </a:lnTo>
                <a:lnTo>
                  <a:pt x="17561" y="7407"/>
                </a:lnTo>
                <a:lnTo>
                  <a:pt x="18655" y="7407"/>
                </a:lnTo>
                <a:lnTo>
                  <a:pt x="19886" y="7300"/>
                </a:lnTo>
                <a:lnTo>
                  <a:pt x="21600" y="7088"/>
                </a:lnTo>
                <a:lnTo>
                  <a:pt x="20796" y="9636"/>
                </a:lnTo>
                <a:lnTo>
                  <a:pt x="19937" y="11759"/>
                </a:lnTo>
                <a:lnTo>
                  <a:pt x="19001" y="13538"/>
                </a:lnTo>
                <a:lnTo>
                  <a:pt x="17959" y="15047"/>
                </a:lnTo>
                <a:lnTo>
                  <a:pt x="16793" y="16366"/>
                </a:lnTo>
                <a:lnTo>
                  <a:pt x="15475" y="17571"/>
                </a:lnTo>
                <a:lnTo>
                  <a:pt x="13982" y="18733"/>
                </a:lnTo>
                <a:lnTo>
                  <a:pt x="12290" y="19934"/>
                </a:lnTo>
                <a:lnTo>
                  <a:pt x="10728" y="20611"/>
                </a:lnTo>
                <a:lnTo>
                  <a:pt x="9206" y="21090"/>
                </a:lnTo>
                <a:lnTo>
                  <a:pt x="7709" y="21398"/>
                </a:lnTo>
                <a:lnTo>
                  <a:pt x="6221" y="21561"/>
                </a:lnTo>
                <a:lnTo>
                  <a:pt x="4721" y="21600"/>
                </a:lnTo>
                <a:lnTo>
                  <a:pt x="3197" y="21547"/>
                </a:lnTo>
                <a:lnTo>
                  <a:pt x="1627" y="21426"/>
                </a:lnTo>
                <a:lnTo>
                  <a:pt x="0" y="21263"/>
                </a:lnTo>
                <a:lnTo>
                  <a:pt x="362" y="17298"/>
                </a:lnTo>
                <a:lnTo>
                  <a:pt x="653" y="14498"/>
                </a:lnTo>
                <a:lnTo>
                  <a:pt x="934" y="12471"/>
                </a:lnTo>
                <a:lnTo>
                  <a:pt x="1274" y="10819"/>
                </a:lnTo>
                <a:lnTo>
                  <a:pt x="1740" y="9157"/>
                </a:lnTo>
                <a:lnTo>
                  <a:pt x="2400" y="7088"/>
                </a:lnTo>
                <a:lnTo>
                  <a:pt x="3689" y="5759"/>
                </a:lnTo>
                <a:lnTo>
                  <a:pt x="4999" y="4568"/>
                </a:lnTo>
                <a:lnTo>
                  <a:pt x="6331" y="3498"/>
                </a:lnTo>
                <a:lnTo>
                  <a:pt x="7694" y="2523"/>
                </a:lnTo>
                <a:lnTo>
                  <a:pt x="9091" y="1630"/>
                </a:lnTo>
                <a:lnTo>
                  <a:pt x="10524" y="794"/>
                </a:lnTo>
                <a:lnTo>
                  <a:pt x="12000" y="0"/>
                </a:lnTo>
                <a:close/>
              </a:path>
            </a:pathLst>
          </a:custGeom>
          <a:solidFill>
            <a:srgbClr val="57536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5" name="contour_08663"/>
          <p:cNvSpPr/>
          <p:nvPr/>
        </p:nvSpPr>
        <p:spPr>
          <a:xfrm>
            <a:off x="11503537" y="5149418"/>
            <a:ext cx="50010" cy="542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17" y="0"/>
                </a:moveTo>
                <a:lnTo>
                  <a:pt x="13740" y="822"/>
                </a:lnTo>
                <a:lnTo>
                  <a:pt x="15632" y="1679"/>
                </a:lnTo>
                <a:lnTo>
                  <a:pt x="17026" y="2776"/>
                </a:lnTo>
                <a:lnTo>
                  <a:pt x="18260" y="4324"/>
                </a:lnTo>
                <a:lnTo>
                  <a:pt x="19674" y="6534"/>
                </a:lnTo>
                <a:lnTo>
                  <a:pt x="20630" y="8677"/>
                </a:lnTo>
                <a:lnTo>
                  <a:pt x="21257" y="10446"/>
                </a:lnTo>
                <a:lnTo>
                  <a:pt x="21572" y="12049"/>
                </a:lnTo>
                <a:lnTo>
                  <a:pt x="21600" y="13701"/>
                </a:lnTo>
                <a:lnTo>
                  <a:pt x="21351" y="15606"/>
                </a:lnTo>
                <a:lnTo>
                  <a:pt x="20854" y="17970"/>
                </a:lnTo>
                <a:lnTo>
                  <a:pt x="20366" y="18873"/>
                </a:lnTo>
                <a:lnTo>
                  <a:pt x="18887" y="21600"/>
                </a:lnTo>
                <a:lnTo>
                  <a:pt x="16784" y="21257"/>
                </a:lnTo>
                <a:lnTo>
                  <a:pt x="14684" y="20891"/>
                </a:lnTo>
                <a:lnTo>
                  <a:pt x="12591" y="20511"/>
                </a:lnTo>
                <a:lnTo>
                  <a:pt x="10835" y="20206"/>
                </a:lnTo>
                <a:lnTo>
                  <a:pt x="9050" y="19898"/>
                </a:lnTo>
                <a:lnTo>
                  <a:pt x="7681" y="19303"/>
                </a:lnTo>
                <a:lnTo>
                  <a:pt x="6296" y="18696"/>
                </a:lnTo>
                <a:lnTo>
                  <a:pt x="6296" y="16779"/>
                </a:lnTo>
                <a:lnTo>
                  <a:pt x="6296" y="14845"/>
                </a:lnTo>
                <a:lnTo>
                  <a:pt x="6296" y="12888"/>
                </a:lnTo>
                <a:lnTo>
                  <a:pt x="4426" y="11822"/>
                </a:lnTo>
                <a:lnTo>
                  <a:pt x="3148" y="11163"/>
                </a:lnTo>
                <a:lnTo>
                  <a:pt x="1870" y="10640"/>
                </a:lnTo>
                <a:lnTo>
                  <a:pt x="0" y="9984"/>
                </a:lnTo>
                <a:lnTo>
                  <a:pt x="1829" y="6894"/>
                </a:lnTo>
                <a:lnTo>
                  <a:pt x="3255" y="4649"/>
                </a:lnTo>
                <a:lnTo>
                  <a:pt x="4464" y="3075"/>
                </a:lnTo>
                <a:lnTo>
                  <a:pt x="5653" y="1998"/>
                </a:lnTo>
                <a:lnTo>
                  <a:pt x="7013" y="1243"/>
                </a:lnTo>
                <a:lnTo>
                  <a:pt x="8735" y="636"/>
                </a:lnTo>
                <a:lnTo>
                  <a:pt x="11017" y="0"/>
                </a:lnTo>
                <a:close/>
              </a:path>
            </a:pathLst>
          </a:custGeom>
          <a:solidFill>
            <a:srgbClr val="EF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6" name="contour_08664"/>
          <p:cNvSpPr/>
          <p:nvPr/>
        </p:nvSpPr>
        <p:spPr>
          <a:xfrm>
            <a:off x="1978132" y="516718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21600" y="6886"/>
                </a:lnTo>
                <a:lnTo>
                  <a:pt x="21600" y="9461"/>
                </a:lnTo>
                <a:lnTo>
                  <a:pt x="21600" y="12044"/>
                </a:lnTo>
                <a:lnTo>
                  <a:pt x="21600" y="14649"/>
                </a:lnTo>
                <a:lnTo>
                  <a:pt x="21600" y="17280"/>
                </a:lnTo>
                <a:lnTo>
                  <a:pt x="19563" y="17755"/>
                </a:lnTo>
                <a:lnTo>
                  <a:pt x="17524" y="18230"/>
                </a:lnTo>
                <a:lnTo>
                  <a:pt x="15484" y="18706"/>
                </a:lnTo>
                <a:lnTo>
                  <a:pt x="13438" y="19185"/>
                </a:lnTo>
                <a:lnTo>
                  <a:pt x="11386" y="19665"/>
                </a:lnTo>
                <a:lnTo>
                  <a:pt x="9325" y="20144"/>
                </a:lnTo>
                <a:lnTo>
                  <a:pt x="7258" y="20628"/>
                </a:lnTo>
                <a:lnTo>
                  <a:pt x="5178" y="21112"/>
                </a:lnTo>
                <a:lnTo>
                  <a:pt x="3086" y="21600"/>
                </a:lnTo>
                <a:lnTo>
                  <a:pt x="2703" y="18926"/>
                </a:lnTo>
                <a:lnTo>
                  <a:pt x="2320" y="16252"/>
                </a:lnTo>
                <a:lnTo>
                  <a:pt x="1938" y="13569"/>
                </a:lnTo>
                <a:lnTo>
                  <a:pt x="1555" y="10882"/>
                </a:lnTo>
                <a:lnTo>
                  <a:pt x="1169" y="8182"/>
                </a:lnTo>
                <a:lnTo>
                  <a:pt x="781" y="5469"/>
                </a:lnTo>
                <a:lnTo>
                  <a:pt x="392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DC38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7" name="contour_08665"/>
          <p:cNvSpPr/>
          <p:nvPr/>
        </p:nvSpPr>
        <p:spPr>
          <a:xfrm>
            <a:off x="416782" y="5123458"/>
            <a:ext cx="38160" cy="64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4" y="0"/>
                </a:moveTo>
                <a:lnTo>
                  <a:pt x="3696" y="400"/>
                </a:lnTo>
                <a:lnTo>
                  <a:pt x="6423" y="800"/>
                </a:lnTo>
                <a:lnTo>
                  <a:pt x="9162" y="1203"/>
                </a:lnTo>
                <a:lnTo>
                  <a:pt x="11914" y="1608"/>
                </a:lnTo>
                <a:lnTo>
                  <a:pt x="14682" y="2015"/>
                </a:lnTo>
                <a:lnTo>
                  <a:pt x="17475" y="2425"/>
                </a:lnTo>
                <a:lnTo>
                  <a:pt x="14748" y="2425"/>
                </a:lnTo>
                <a:lnTo>
                  <a:pt x="12005" y="2425"/>
                </a:lnTo>
                <a:lnTo>
                  <a:pt x="9224" y="2425"/>
                </a:lnTo>
                <a:lnTo>
                  <a:pt x="10338" y="3952"/>
                </a:lnTo>
                <a:lnTo>
                  <a:pt x="11452" y="5480"/>
                </a:lnTo>
                <a:lnTo>
                  <a:pt x="12570" y="7010"/>
                </a:lnTo>
                <a:lnTo>
                  <a:pt x="13684" y="8543"/>
                </a:lnTo>
                <a:lnTo>
                  <a:pt x="14806" y="10080"/>
                </a:lnTo>
                <a:lnTo>
                  <a:pt x="15928" y="11617"/>
                </a:lnTo>
                <a:lnTo>
                  <a:pt x="17054" y="13162"/>
                </a:lnTo>
                <a:lnTo>
                  <a:pt x="18184" y="14711"/>
                </a:lnTo>
                <a:lnTo>
                  <a:pt x="19315" y="16265"/>
                </a:lnTo>
                <a:lnTo>
                  <a:pt x="20457" y="17829"/>
                </a:lnTo>
                <a:lnTo>
                  <a:pt x="21600" y="19398"/>
                </a:lnTo>
                <a:lnTo>
                  <a:pt x="18094" y="20417"/>
                </a:lnTo>
                <a:lnTo>
                  <a:pt x="15548" y="21088"/>
                </a:lnTo>
                <a:lnTo>
                  <a:pt x="13547" y="21464"/>
                </a:lnTo>
                <a:lnTo>
                  <a:pt x="11683" y="21600"/>
                </a:lnTo>
                <a:lnTo>
                  <a:pt x="9538" y="21554"/>
                </a:lnTo>
                <a:lnTo>
                  <a:pt x="6695" y="21377"/>
                </a:lnTo>
                <a:lnTo>
                  <a:pt x="4806" y="20725"/>
                </a:lnTo>
                <a:lnTo>
                  <a:pt x="2900" y="20065"/>
                </a:lnTo>
                <a:lnTo>
                  <a:pt x="974" y="19398"/>
                </a:lnTo>
                <a:lnTo>
                  <a:pt x="549" y="17657"/>
                </a:lnTo>
                <a:lnTo>
                  <a:pt x="248" y="16030"/>
                </a:lnTo>
                <a:lnTo>
                  <a:pt x="66" y="14459"/>
                </a:lnTo>
                <a:lnTo>
                  <a:pt x="0" y="12890"/>
                </a:lnTo>
                <a:lnTo>
                  <a:pt x="45" y="11273"/>
                </a:lnTo>
                <a:lnTo>
                  <a:pt x="198" y="9549"/>
                </a:lnTo>
                <a:lnTo>
                  <a:pt x="285" y="8172"/>
                </a:lnTo>
                <a:lnTo>
                  <a:pt x="371" y="6777"/>
                </a:lnTo>
                <a:lnTo>
                  <a:pt x="495" y="5082"/>
                </a:lnTo>
                <a:lnTo>
                  <a:pt x="639" y="3387"/>
                </a:lnTo>
                <a:lnTo>
                  <a:pt x="800" y="1693"/>
                </a:lnTo>
                <a:lnTo>
                  <a:pt x="974" y="0"/>
                </a:lnTo>
                <a:close/>
              </a:path>
            </a:pathLst>
          </a:custGeom>
          <a:solidFill>
            <a:srgbClr val="4D4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8" name="contour_08666"/>
          <p:cNvSpPr/>
          <p:nvPr/>
        </p:nvSpPr>
        <p:spPr>
          <a:xfrm>
            <a:off x="1933093" y="5101594"/>
            <a:ext cx="450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15" y="0"/>
                </a:moveTo>
                <a:lnTo>
                  <a:pt x="11373" y="937"/>
                </a:lnTo>
                <a:lnTo>
                  <a:pt x="11632" y="1890"/>
                </a:lnTo>
                <a:lnTo>
                  <a:pt x="12027" y="3095"/>
                </a:lnTo>
                <a:lnTo>
                  <a:pt x="12425" y="4320"/>
                </a:lnTo>
                <a:lnTo>
                  <a:pt x="12792" y="5525"/>
                </a:lnTo>
                <a:lnTo>
                  <a:pt x="13163" y="6750"/>
                </a:lnTo>
                <a:lnTo>
                  <a:pt x="13879" y="7687"/>
                </a:lnTo>
                <a:lnTo>
                  <a:pt x="14610" y="8640"/>
                </a:lnTo>
                <a:lnTo>
                  <a:pt x="16920" y="8640"/>
                </a:lnTo>
                <a:lnTo>
                  <a:pt x="19244" y="8640"/>
                </a:lnTo>
                <a:lnTo>
                  <a:pt x="21600" y="8640"/>
                </a:lnTo>
                <a:lnTo>
                  <a:pt x="21600" y="10066"/>
                </a:lnTo>
                <a:lnTo>
                  <a:pt x="21600" y="11493"/>
                </a:lnTo>
                <a:lnTo>
                  <a:pt x="21600" y="12921"/>
                </a:lnTo>
                <a:lnTo>
                  <a:pt x="21600" y="14353"/>
                </a:lnTo>
                <a:lnTo>
                  <a:pt x="21600" y="15790"/>
                </a:lnTo>
                <a:lnTo>
                  <a:pt x="21600" y="17232"/>
                </a:lnTo>
                <a:lnTo>
                  <a:pt x="21600" y="18680"/>
                </a:lnTo>
                <a:lnTo>
                  <a:pt x="21600" y="20136"/>
                </a:lnTo>
                <a:lnTo>
                  <a:pt x="21600" y="21600"/>
                </a:lnTo>
                <a:lnTo>
                  <a:pt x="19290" y="21600"/>
                </a:lnTo>
                <a:lnTo>
                  <a:pt x="16965" y="21600"/>
                </a:lnTo>
                <a:lnTo>
                  <a:pt x="14610" y="21600"/>
                </a:lnTo>
                <a:lnTo>
                  <a:pt x="14896" y="20574"/>
                </a:lnTo>
                <a:lnTo>
                  <a:pt x="15190" y="19542"/>
                </a:lnTo>
                <a:lnTo>
                  <a:pt x="15483" y="18494"/>
                </a:lnTo>
                <a:lnTo>
                  <a:pt x="15197" y="17379"/>
                </a:lnTo>
                <a:lnTo>
                  <a:pt x="14903" y="16258"/>
                </a:lnTo>
                <a:lnTo>
                  <a:pt x="14610" y="15120"/>
                </a:lnTo>
                <a:lnTo>
                  <a:pt x="12275" y="14625"/>
                </a:lnTo>
                <a:lnTo>
                  <a:pt x="10461" y="14345"/>
                </a:lnTo>
                <a:lnTo>
                  <a:pt x="7619" y="14040"/>
                </a:lnTo>
                <a:lnTo>
                  <a:pt x="4778" y="13735"/>
                </a:lnTo>
                <a:lnTo>
                  <a:pt x="2964" y="13455"/>
                </a:lnTo>
                <a:lnTo>
                  <a:pt x="629" y="12960"/>
                </a:lnTo>
                <a:lnTo>
                  <a:pt x="210" y="11288"/>
                </a:lnTo>
                <a:lnTo>
                  <a:pt x="0" y="10115"/>
                </a:lnTo>
                <a:lnTo>
                  <a:pt x="0" y="9130"/>
                </a:lnTo>
                <a:lnTo>
                  <a:pt x="210" y="8022"/>
                </a:lnTo>
                <a:lnTo>
                  <a:pt x="629" y="6480"/>
                </a:lnTo>
                <a:lnTo>
                  <a:pt x="2705" y="6480"/>
                </a:lnTo>
                <a:lnTo>
                  <a:pt x="4788" y="6480"/>
                </a:lnTo>
                <a:lnTo>
                  <a:pt x="6878" y="6480"/>
                </a:lnTo>
                <a:lnTo>
                  <a:pt x="8986" y="6480"/>
                </a:lnTo>
                <a:lnTo>
                  <a:pt x="11115" y="6480"/>
                </a:lnTo>
                <a:lnTo>
                  <a:pt x="11115" y="5197"/>
                </a:lnTo>
                <a:lnTo>
                  <a:pt x="11115" y="3910"/>
                </a:lnTo>
                <a:lnTo>
                  <a:pt x="11115" y="2618"/>
                </a:lnTo>
                <a:lnTo>
                  <a:pt x="11115" y="1315"/>
                </a:lnTo>
                <a:lnTo>
                  <a:pt x="11115" y="0"/>
                </a:lnTo>
                <a:close/>
              </a:path>
            </a:pathLst>
          </a:custGeom>
          <a:solidFill>
            <a:srgbClr val="978492"/>
          </a:solidFill>
          <a:ln>
            <a:noFill/>
          </a:ln>
        </p:spPr>
        <p:txBody>
          <a:bodyPr/>
          <a:lstStyle/>
          <a:p/>
        </p:txBody>
      </p:sp>
      <p:sp>
        <p:nvSpPr>
          <p:cNvPr id="8669" name="contour_08667"/>
          <p:cNvSpPr/>
          <p:nvPr/>
        </p:nvSpPr>
        <p:spPr>
          <a:xfrm>
            <a:off x="6562279" y="5108168"/>
            <a:ext cx="45368" cy="808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1"/>
                </a:moveTo>
                <a:lnTo>
                  <a:pt x="2113" y="154"/>
                </a:lnTo>
                <a:lnTo>
                  <a:pt x="4230" y="123"/>
                </a:lnTo>
                <a:lnTo>
                  <a:pt x="6343" y="95"/>
                </a:lnTo>
                <a:lnTo>
                  <a:pt x="8460" y="70"/>
                </a:lnTo>
                <a:lnTo>
                  <a:pt x="10819" y="35"/>
                </a:lnTo>
                <a:lnTo>
                  <a:pt x="13217" y="0"/>
                </a:lnTo>
                <a:lnTo>
                  <a:pt x="15660" y="140"/>
                </a:lnTo>
                <a:lnTo>
                  <a:pt x="17266" y="411"/>
                </a:lnTo>
                <a:lnTo>
                  <a:pt x="18748" y="1008"/>
                </a:lnTo>
                <a:lnTo>
                  <a:pt x="20819" y="2137"/>
                </a:lnTo>
                <a:lnTo>
                  <a:pt x="21017" y="3427"/>
                </a:lnTo>
                <a:lnTo>
                  <a:pt x="21180" y="4702"/>
                </a:lnTo>
                <a:lnTo>
                  <a:pt x="21305" y="5969"/>
                </a:lnTo>
                <a:lnTo>
                  <a:pt x="21395" y="7234"/>
                </a:lnTo>
                <a:lnTo>
                  <a:pt x="21451" y="8511"/>
                </a:lnTo>
                <a:lnTo>
                  <a:pt x="21472" y="9802"/>
                </a:lnTo>
                <a:lnTo>
                  <a:pt x="21534" y="10854"/>
                </a:lnTo>
                <a:lnTo>
                  <a:pt x="21600" y="11925"/>
                </a:lnTo>
                <a:lnTo>
                  <a:pt x="21579" y="13319"/>
                </a:lnTo>
                <a:lnTo>
                  <a:pt x="21461" y="14576"/>
                </a:lnTo>
                <a:lnTo>
                  <a:pt x="21197" y="15734"/>
                </a:lnTo>
                <a:lnTo>
                  <a:pt x="20733" y="16834"/>
                </a:lnTo>
                <a:lnTo>
                  <a:pt x="20025" y="17916"/>
                </a:lnTo>
                <a:lnTo>
                  <a:pt x="19015" y="19023"/>
                </a:lnTo>
                <a:lnTo>
                  <a:pt x="17662" y="20193"/>
                </a:lnTo>
                <a:lnTo>
                  <a:pt x="15784" y="20892"/>
                </a:lnTo>
                <a:lnTo>
                  <a:pt x="13880" y="21600"/>
                </a:lnTo>
                <a:lnTo>
                  <a:pt x="11090" y="21234"/>
                </a:lnTo>
                <a:lnTo>
                  <a:pt x="9154" y="20950"/>
                </a:lnTo>
                <a:lnTo>
                  <a:pt x="7571" y="20654"/>
                </a:lnTo>
                <a:lnTo>
                  <a:pt x="5843" y="20253"/>
                </a:lnTo>
                <a:lnTo>
                  <a:pt x="3470" y="19654"/>
                </a:lnTo>
                <a:lnTo>
                  <a:pt x="5219" y="19379"/>
                </a:lnTo>
                <a:lnTo>
                  <a:pt x="6995" y="19099"/>
                </a:lnTo>
                <a:lnTo>
                  <a:pt x="8689" y="18408"/>
                </a:lnTo>
                <a:lnTo>
                  <a:pt x="10410" y="17707"/>
                </a:lnTo>
                <a:lnTo>
                  <a:pt x="10483" y="16197"/>
                </a:lnTo>
                <a:lnTo>
                  <a:pt x="10472" y="15094"/>
                </a:lnTo>
                <a:lnTo>
                  <a:pt x="10340" y="14078"/>
                </a:lnTo>
                <a:lnTo>
                  <a:pt x="10045" y="12824"/>
                </a:lnTo>
                <a:lnTo>
                  <a:pt x="9542" y="11016"/>
                </a:lnTo>
                <a:lnTo>
                  <a:pt x="9237" y="9813"/>
                </a:lnTo>
                <a:lnTo>
                  <a:pt x="8931" y="8603"/>
                </a:lnTo>
                <a:lnTo>
                  <a:pt x="8619" y="7375"/>
                </a:lnTo>
                <a:lnTo>
                  <a:pt x="7838" y="5991"/>
                </a:lnTo>
                <a:lnTo>
                  <a:pt x="6999" y="4813"/>
                </a:lnTo>
                <a:lnTo>
                  <a:pt x="6041" y="3789"/>
                </a:lnTo>
                <a:lnTo>
                  <a:pt x="4920" y="2869"/>
                </a:lnTo>
                <a:lnTo>
                  <a:pt x="3574" y="1997"/>
                </a:lnTo>
                <a:lnTo>
                  <a:pt x="1954" y="1121"/>
                </a:lnTo>
                <a:lnTo>
                  <a:pt x="0" y="191"/>
                </a:lnTo>
                <a:close/>
              </a:path>
            </a:pathLst>
          </a:custGeom>
          <a:solidFill>
            <a:srgbClr val="777DA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0" name="contour_08668"/>
          <p:cNvSpPr/>
          <p:nvPr/>
        </p:nvSpPr>
        <p:spPr>
          <a:xfrm>
            <a:off x="1803221" y="5101594"/>
            <a:ext cx="65592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4" y="350"/>
                </a:lnTo>
                <a:lnTo>
                  <a:pt x="5568" y="695"/>
                </a:lnTo>
                <a:lnTo>
                  <a:pt x="7154" y="1045"/>
                </a:lnTo>
                <a:lnTo>
                  <a:pt x="8743" y="1391"/>
                </a:lnTo>
                <a:lnTo>
                  <a:pt x="10334" y="1741"/>
                </a:lnTo>
                <a:lnTo>
                  <a:pt x="11928" y="2090"/>
                </a:lnTo>
                <a:lnTo>
                  <a:pt x="13526" y="2440"/>
                </a:lnTo>
                <a:lnTo>
                  <a:pt x="15130" y="2794"/>
                </a:lnTo>
                <a:lnTo>
                  <a:pt x="16738" y="3148"/>
                </a:lnTo>
                <a:lnTo>
                  <a:pt x="18350" y="3502"/>
                </a:lnTo>
                <a:lnTo>
                  <a:pt x="19973" y="3856"/>
                </a:lnTo>
                <a:lnTo>
                  <a:pt x="21600" y="4215"/>
                </a:lnTo>
                <a:lnTo>
                  <a:pt x="21600" y="7001"/>
                </a:lnTo>
                <a:lnTo>
                  <a:pt x="21600" y="9803"/>
                </a:lnTo>
                <a:lnTo>
                  <a:pt x="21600" y="12644"/>
                </a:lnTo>
                <a:lnTo>
                  <a:pt x="20196" y="14663"/>
                </a:lnTo>
                <a:lnTo>
                  <a:pt x="18732" y="16370"/>
                </a:lnTo>
                <a:lnTo>
                  <a:pt x="17213" y="17790"/>
                </a:lnTo>
                <a:lnTo>
                  <a:pt x="15646" y="18941"/>
                </a:lnTo>
                <a:lnTo>
                  <a:pt x="14028" y="19851"/>
                </a:lnTo>
                <a:lnTo>
                  <a:pt x="12372" y="20542"/>
                </a:lnTo>
                <a:lnTo>
                  <a:pt x="10675" y="21039"/>
                </a:lnTo>
                <a:lnTo>
                  <a:pt x="8945" y="21368"/>
                </a:lnTo>
                <a:lnTo>
                  <a:pt x="7186" y="21545"/>
                </a:lnTo>
                <a:lnTo>
                  <a:pt x="5400" y="21600"/>
                </a:lnTo>
                <a:lnTo>
                  <a:pt x="4063" y="21469"/>
                </a:lnTo>
                <a:lnTo>
                  <a:pt x="2719" y="21339"/>
                </a:lnTo>
                <a:lnTo>
                  <a:pt x="1368" y="21208"/>
                </a:lnTo>
                <a:lnTo>
                  <a:pt x="0" y="21073"/>
                </a:lnTo>
                <a:lnTo>
                  <a:pt x="298" y="18464"/>
                </a:lnTo>
                <a:lnTo>
                  <a:pt x="595" y="15855"/>
                </a:lnTo>
                <a:lnTo>
                  <a:pt x="893" y="13238"/>
                </a:lnTo>
                <a:lnTo>
                  <a:pt x="1190" y="10617"/>
                </a:lnTo>
                <a:lnTo>
                  <a:pt x="1490" y="7983"/>
                </a:lnTo>
                <a:lnTo>
                  <a:pt x="1793" y="5336"/>
                </a:lnTo>
                <a:lnTo>
                  <a:pt x="2095" y="2676"/>
                </a:lnTo>
                <a:lnTo>
                  <a:pt x="2400" y="0"/>
                </a:lnTo>
                <a:close/>
              </a:path>
            </a:pathLst>
          </a:custGeom>
          <a:solidFill>
            <a:srgbClr val="675C7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1" name="contour_08669"/>
          <p:cNvSpPr/>
          <p:nvPr/>
        </p:nvSpPr>
        <p:spPr>
          <a:xfrm>
            <a:off x="4864177" y="510159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9220"/>
                </a:lnTo>
                <a:lnTo>
                  <a:pt x="10800" y="16826"/>
                </a:lnTo>
                <a:lnTo>
                  <a:pt x="10800" y="14400"/>
                </a:lnTo>
                <a:lnTo>
                  <a:pt x="8662" y="14400"/>
                </a:lnTo>
                <a:lnTo>
                  <a:pt x="6516" y="14400"/>
                </a:lnTo>
                <a:lnTo>
                  <a:pt x="4363" y="14400"/>
                </a:lnTo>
                <a:lnTo>
                  <a:pt x="2192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DCCCA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2" name="contour_08670"/>
          <p:cNvSpPr/>
          <p:nvPr/>
        </p:nvSpPr>
        <p:spPr>
          <a:xfrm>
            <a:off x="3909450" y="5079730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5182" y="547"/>
                </a:lnTo>
                <a:lnTo>
                  <a:pt x="7135" y="979"/>
                </a:lnTo>
                <a:lnTo>
                  <a:pt x="8527" y="1404"/>
                </a:lnTo>
                <a:lnTo>
                  <a:pt x="9626" y="1915"/>
                </a:lnTo>
                <a:lnTo>
                  <a:pt x="10694" y="2614"/>
                </a:lnTo>
                <a:lnTo>
                  <a:pt x="12000" y="3600"/>
                </a:lnTo>
                <a:lnTo>
                  <a:pt x="12542" y="5807"/>
                </a:lnTo>
                <a:lnTo>
                  <a:pt x="12934" y="7938"/>
                </a:lnTo>
                <a:lnTo>
                  <a:pt x="13205" y="10073"/>
                </a:lnTo>
                <a:lnTo>
                  <a:pt x="13387" y="12276"/>
                </a:lnTo>
                <a:lnTo>
                  <a:pt x="13510" y="14623"/>
                </a:lnTo>
                <a:lnTo>
                  <a:pt x="13951" y="16301"/>
                </a:lnTo>
                <a:lnTo>
                  <a:pt x="14400" y="18000"/>
                </a:lnTo>
                <a:lnTo>
                  <a:pt x="15826" y="18713"/>
                </a:lnTo>
                <a:lnTo>
                  <a:pt x="17256" y="19429"/>
                </a:lnTo>
                <a:lnTo>
                  <a:pt x="18691" y="20146"/>
                </a:lnTo>
                <a:lnTo>
                  <a:pt x="20138" y="20869"/>
                </a:lnTo>
                <a:lnTo>
                  <a:pt x="21600" y="21600"/>
                </a:lnTo>
                <a:lnTo>
                  <a:pt x="19956" y="21326"/>
                </a:lnTo>
                <a:lnTo>
                  <a:pt x="18310" y="21053"/>
                </a:lnTo>
                <a:lnTo>
                  <a:pt x="16663" y="20776"/>
                </a:lnTo>
                <a:lnTo>
                  <a:pt x="15014" y="20502"/>
                </a:lnTo>
                <a:lnTo>
                  <a:pt x="13363" y="20228"/>
                </a:lnTo>
                <a:lnTo>
                  <a:pt x="11710" y="19951"/>
                </a:lnTo>
                <a:lnTo>
                  <a:pt x="10051" y="19674"/>
                </a:lnTo>
                <a:lnTo>
                  <a:pt x="8390" y="19397"/>
                </a:lnTo>
                <a:lnTo>
                  <a:pt x="6725" y="19120"/>
                </a:lnTo>
                <a:lnTo>
                  <a:pt x="5052" y="18842"/>
                </a:lnTo>
                <a:lnTo>
                  <a:pt x="3374" y="18562"/>
                </a:lnTo>
                <a:lnTo>
                  <a:pt x="1692" y="18281"/>
                </a:lnTo>
                <a:lnTo>
                  <a:pt x="0" y="18000"/>
                </a:lnTo>
                <a:lnTo>
                  <a:pt x="298" y="15772"/>
                </a:lnTo>
                <a:lnTo>
                  <a:pt x="595" y="13543"/>
                </a:lnTo>
                <a:lnTo>
                  <a:pt x="893" y="11308"/>
                </a:lnTo>
                <a:lnTo>
                  <a:pt x="1190" y="9068"/>
                </a:lnTo>
                <a:lnTo>
                  <a:pt x="1490" y="6818"/>
                </a:lnTo>
                <a:lnTo>
                  <a:pt x="1793" y="4558"/>
                </a:lnTo>
                <a:lnTo>
                  <a:pt x="2095" y="2286"/>
                </a:lnTo>
                <a:lnTo>
                  <a:pt x="2400" y="0"/>
                </a:lnTo>
                <a:close/>
              </a:path>
            </a:pathLst>
          </a:custGeom>
          <a:solidFill>
            <a:srgbClr val="BDB19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3" name="contour_08671"/>
          <p:cNvSpPr/>
          <p:nvPr/>
        </p:nvSpPr>
        <p:spPr>
          <a:xfrm>
            <a:off x="1242045" y="5108882"/>
            <a:ext cx="58304" cy="30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372"/>
                </a:lnTo>
                <a:lnTo>
                  <a:pt x="21600" y="6749"/>
                </a:lnTo>
                <a:lnTo>
                  <a:pt x="21600" y="10141"/>
                </a:lnTo>
                <a:lnTo>
                  <a:pt x="21600" y="13549"/>
                </a:lnTo>
                <a:lnTo>
                  <a:pt x="21600" y="16977"/>
                </a:lnTo>
                <a:lnTo>
                  <a:pt x="21600" y="20435"/>
                </a:lnTo>
                <a:lnTo>
                  <a:pt x="19769" y="20808"/>
                </a:lnTo>
                <a:lnTo>
                  <a:pt x="17960" y="21130"/>
                </a:lnTo>
                <a:lnTo>
                  <a:pt x="16165" y="21380"/>
                </a:lnTo>
                <a:lnTo>
                  <a:pt x="14380" y="21544"/>
                </a:lnTo>
                <a:lnTo>
                  <a:pt x="12598" y="21600"/>
                </a:lnTo>
                <a:lnTo>
                  <a:pt x="10813" y="21534"/>
                </a:lnTo>
                <a:lnTo>
                  <a:pt x="9023" y="21329"/>
                </a:lnTo>
                <a:lnTo>
                  <a:pt x="7220" y="20972"/>
                </a:lnTo>
                <a:lnTo>
                  <a:pt x="5400" y="20435"/>
                </a:lnTo>
                <a:lnTo>
                  <a:pt x="4147" y="17707"/>
                </a:lnTo>
                <a:lnTo>
                  <a:pt x="3151" y="15066"/>
                </a:lnTo>
                <a:lnTo>
                  <a:pt x="2357" y="12419"/>
                </a:lnTo>
                <a:lnTo>
                  <a:pt x="1706" y="9681"/>
                </a:lnTo>
                <a:lnTo>
                  <a:pt x="1134" y="6759"/>
                </a:lnTo>
                <a:lnTo>
                  <a:pt x="586" y="3561"/>
                </a:lnTo>
                <a:lnTo>
                  <a:pt x="0" y="0"/>
                </a:lnTo>
                <a:close/>
              </a:path>
            </a:pathLst>
          </a:custGeom>
          <a:solidFill>
            <a:srgbClr val="CDCCD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4" name="contour_08672"/>
          <p:cNvSpPr/>
          <p:nvPr/>
        </p:nvSpPr>
        <p:spPr>
          <a:xfrm>
            <a:off x="710022" y="5087018"/>
            <a:ext cx="80168" cy="534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19852" y="1945"/>
                </a:lnTo>
                <a:lnTo>
                  <a:pt x="20068" y="3894"/>
                </a:lnTo>
                <a:lnTo>
                  <a:pt x="20284" y="5842"/>
                </a:lnTo>
                <a:lnTo>
                  <a:pt x="20502" y="7796"/>
                </a:lnTo>
                <a:lnTo>
                  <a:pt x="20720" y="9757"/>
                </a:lnTo>
                <a:lnTo>
                  <a:pt x="20938" y="11726"/>
                </a:lnTo>
                <a:lnTo>
                  <a:pt x="21158" y="13700"/>
                </a:lnTo>
                <a:lnTo>
                  <a:pt x="21378" y="15687"/>
                </a:lnTo>
                <a:lnTo>
                  <a:pt x="21600" y="17686"/>
                </a:lnTo>
                <a:lnTo>
                  <a:pt x="20288" y="18396"/>
                </a:lnTo>
                <a:lnTo>
                  <a:pt x="19004" y="19021"/>
                </a:lnTo>
                <a:lnTo>
                  <a:pt x="17734" y="19560"/>
                </a:lnTo>
                <a:lnTo>
                  <a:pt x="16471" y="20020"/>
                </a:lnTo>
                <a:lnTo>
                  <a:pt x="15210" y="20406"/>
                </a:lnTo>
                <a:lnTo>
                  <a:pt x="13938" y="20722"/>
                </a:lnTo>
                <a:lnTo>
                  <a:pt x="12650" y="20972"/>
                </a:lnTo>
                <a:lnTo>
                  <a:pt x="11334" y="21161"/>
                </a:lnTo>
                <a:lnTo>
                  <a:pt x="9983" y="21291"/>
                </a:lnTo>
                <a:lnTo>
                  <a:pt x="8591" y="21370"/>
                </a:lnTo>
                <a:lnTo>
                  <a:pt x="7389" y="21447"/>
                </a:lnTo>
                <a:lnTo>
                  <a:pt x="6180" y="21523"/>
                </a:lnTo>
                <a:lnTo>
                  <a:pt x="4954" y="21600"/>
                </a:lnTo>
                <a:lnTo>
                  <a:pt x="4514" y="21459"/>
                </a:lnTo>
                <a:lnTo>
                  <a:pt x="3739" y="21208"/>
                </a:lnTo>
                <a:lnTo>
                  <a:pt x="1964" y="20633"/>
                </a:lnTo>
                <a:lnTo>
                  <a:pt x="1278" y="18417"/>
                </a:lnTo>
                <a:lnTo>
                  <a:pt x="833" y="16848"/>
                </a:lnTo>
                <a:lnTo>
                  <a:pt x="534" y="15504"/>
                </a:lnTo>
                <a:lnTo>
                  <a:pt x="289" y="13960"/>
                </a:lnTo>
                <a:lnTo>
                  <a:pt x="0" y="11790"/>
                </a:lnTo>
                <a:lnTo>
                  <a:pt x="1298" y="11790"/>
                </a:lnTo>
                <a:lnTo>
                  <a:pt x="2604" y="11790"/>
                </a:lnTo>
                <a:lnTo>
                  <a:pt x="3927" y="11790"/>
                </a:lnTo>
                <a:lnTo>
                  <a:pt x="3927" y="13739"/>
                </a:lnTo>
                <a:lnTo>
                  <a:pt x="3927" y="15699"/>
                </a:lnTo>
                <a:lnTo>
                  <a:pt x="3927" y="17686"/>
                </a:lnTo>
                <a:lnTo>
                  <a:pt x="5316" y="17686"/>
                </a:lnTo>
                <a:lnTo>
                  <a:pt x="6706" y="17686"/>
                </a:lnTo>
                <a:lnTo>
                  <a:pt x="8100" y="17686"/>
                </a:lnTo>
                <a:lnTo>
                  <a:pt x="9500" y="17686"/>
                </a:lnTo>
                <a:lnTo>
                  <a:pt x="10906" y="17686"/>
                </a:lnTo>
                <a:lnTo>
                  <a:pt x="12320" y="17686"/>
                </a:lnTo>
                <a:lnTo>
                  <a:pt x="13745" y="17686"/>
                </a:lnTo>
                <a:lnTo>
                  <a:pt x="13745" y="15935"/>
                </a:lnTo>
                <a:lnTo>
                  <a:pt x="13745" y="14178"/>
                </a:lnTo>
                <a:lnTo>
                  <a:pt x="13745" y="12415"/>
                </a:lnTo>
                <a:lnTo>
                  <a:pt x="13745" y="10638"/>
                </a:lnTo>
                <a:lnTo>
                  <a:pt x="13745" y="8843"/>
                </a:lnTo>
                <a:lnTo>
                  <a:pt x="12357" y="8843"/>
                </a:lnTo>
                <a:lnTo>
                  <a:pt x="10967" y="8843"/>
                </a:lnTo>
                <a:lnTo>
                  <a:pt x="9573" y="8843"/>
                </a:lnTo>
                <a:lnTo>
                  <a:pt x="8173" y="8843"/>
                </a:lnTo>
                <a:lnTo>
                  <a:pt x="6767" y="8843"/>
                </a:lnTo>
                <a:lnTo>
                  <a:pt x="5353" y="8843"/>
                </a:lnTo>
                <a:lnTo>
                  <a:pt x="3927" y="8843"/>
                </a:lnTo>
                <a:lnTo>
                  <a:pt x="3927" y="7381"/>
                </a:lnTo>
                <a:lnTo>
                  <a:pt x="3927" y="5895"/>
                </a:lnTo>
                <a:lnTo>
                  <a:pt x="5050" y="5306"/>
                </a:lnTo>
                <a:lnTo>
                  <a:pt x="6166" y="4749"/>
                </a:lnTo>
                <a:lnTo>
                  <a:pt x="7283" y="4218"/>
                </a:lnTo>
                <a:lnTo>
                  <a:pt x="8402" y="3714"/>
                </a:lnTo>
                <a:lnTo>
                  <a:pt x="9531" y="3231"/>
                </a:lnTo>
                <a:lnTo>
                  <a:pt x="10678" y="2765"/>
                </a:lnTo>
                <a:lnTo>
                  <a:pt x="11638" y="2361"/>
                </a:lnTo>
                <a:lnTo>
                  <a:pt x="12614" y="1951"/>
                </a:lnTo>
                <a:lnTo>
                  <a:pt x="14621" y="1129"/>
                </a:lnTo>
                <a:lnTo>
                  <a:pt x="16035" y="578"/>
                </a:lnTo>
                <a:lnTo>
                  <a:pt x="17046" y="245"/>
                </a:lnTo>
                <a:lnTo>
                  <a:pt x="17855" y="74"/>
                </a:lnTo>
                <a:lnTo>
                  <a:pt x="18653" y="9"/>
                </a:lnTo>
                <a:lnTo>
                  <a:pt x="19636" y="0"/>
                </a:lnTo>
                <a:close/>
              </a:path>
            </a:pathLst>
          </a:custGeom>
          <a:solidFill>
            <a:srgbClr val="626361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5" name="contour_08673"/>
          <p:cNvSpPr/>
          <p:nvPr/>
        </p:nvSpPr>
        <p:spPr>
          <a:xfrm>
            <a:off x="4820413" y="5070817"/>
            <a:ext cx="51052" cy="526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6" y="667"/>
                </a:moveTo>
                <a:lnTo>
                  <a:pt x="19340" y="2605"/>
                </a:lnTo>
                <a:lnTo>
                  <a:pt x="20000" y="4554"/>
                </a:lnTo>
                <a:lnTo>
                  <a:pt x="20530" y="6522"/>
                </a:lnTo>
                <a:lnTo>
                  <a:pt x="20956" y="8520"/>
                </a:lnTo>
                <a:lnTo>
                  <a:pt x="21304" y="10550"/>
                </a:lnTo>
                <a:lnTo>
                  <a:pt x="21600" y="12629"/>
                </a:lnTo>
                <a:lnTo>
                  <a:pt x="20262" y="12850"/>
                </a:lnTo>
                <a:lnTo>
                  <a:pt x="18902" y="13071"/>
                </a:lnTo>
                <a:lnTo>
                  <a:pt x="17181" y="13409"/>
                </a:lnTo>
                <a:lnTo>
                  <a:pt x="15433" y="13750"/>
                </a:lnTo>
                <a:lnTo>
                  <a:pt x="13712" y="14064"/>
                </a:lnTo>
                <a:lnTo>
                  <a:pt x="11964" y="14381"/>
                </a:lnTo>
                <a:lnTo>
                  <a:pt x="10626" y="14997"/>
                </a:lnTo>
                <a:lnTo>
                  <a:pt x="9266" y="15619"/>
                </a:lnTo>
                <a:lnTo>
                  <a:pt x="9266" y="17596"/>
                </a:lnTo>
                <a:lnTo>
                  <a:pt x="9266" y="19584"/>
                </a:lnTo>
                <a:lnTo>
                  <a:pt x="9266" y="21600"/>
                </a:lnTo>
                <a:lnTo>
                  <a:pt x="7228" y="21600"/>
                </a:lnTo>
                <a:lnTo>
                  <a:pt x="5177" y="21600"/>
                </a:lnTo>
                <a:lnTo>
                  <a:pt x="3099" y="21600"/>
                </a:lnTo>
                <a:lnTo>
                  <a:pt x="2242" y="19806"/>
                </a:lnTo>
                <a:lnTo>
                  <a:pt x="1542" y="18000"/>
                </a:lnTo>
                <a:lnTo>
                  <a:pt x="984" y="16178"/>
                </a:lnTo>
                <a:lnTo>
                  <a:pt x="564" y="14333"/>
                </a:lnTo>
                <a:lnTo>
                  <a:pt x="265" y="12461"/>
                </a:lnTo>
                <a:lnTo>
                  <a:pt x="80" y="10559"/>
                </a:lnTo>
                <a:lnTo>
                  <a:pt x="0" y="8624"/>
                </a:lnTo>
                <a:lnTo>
                  <a:pt x="15" y="6648"/>
                </a:lnTo>
                <a:lnTo>
                  <a:pt x="1785" y="4967"/>
                </a:lnTo>
                <a:lnTo>
                  <a:pt x="3602" y="3502"/>
                </a:lnTo>
                <a:lnTo>
                  <a:pt x="5470" y="2273"/>
                </a:lnTo>
                <a:lnTo>
                  <a:pt x="7410" y="1292"/>
                </a:lnTo>
                <a:lnTo>
                  <a:pt x="9423" y="574"/>
                </a:lnTo>
                <a:lnTo>
                  <a:pt x="11532" y="141"/>
                </a:lnTo>
                <a:lnTo>
                  <a:pt x="13740" y="0"/>
                </a:lnTo>
                <a:lnTo>
                  <a:pt x="16065" y="170"/>
                </a:lnTo>
                <a:lnTo>
                  <a:pt x="18516" y="667"/>
                </a:lnTo>
                <a:close/>
              </a:path>
            </a:pathLst>
          </a:custGeom>
          <a:solidFill>
            <a:srgbClr val="333230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6" name="contour_08674"/>
          <p:cNvSpPr/>
          <p:nvPr/>
        </p:nvSpPr>
        <p:spPr>
          <a:xfrm>
            <a:off x="4958921" y="5065154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321" y="383"/>
                </a:lnTo>
                <a:lnTo>
                  <a:pt x="15349" y="765"/>
                </a:lnTo>
                <a:lnTo>
                  <a:pt x="16381" y="1148"/>
                </a:lnTo>
                <a:lnTo>
                  <a:pt x="17415" y="1531"/>
                </a:lnTo>
                <a:lnTo>
                  <a:pt x="18453" y="1916"/>
                </a:lnTo>
                <a:lnTo>
                  <a:pt x="19496" y="2305"/>
                </a:lnTo>
                <a:lnTo>
                  <a:pt x="20545" y="2694"/>
                </a:lnTo>
                <a:lnTo>
                  <a:pt x="21600" y="3086"/>
                </a:lnTo>
                <a:lnTo>
                  <a:pt x="20811" y="3277"/>
                </a:lnTo>
                <a:lnTo>
                  <a:pt x="20017" y="3471"/>
                </a:lnTo>
                <a:lnTo>
                  <a:pt x="19211" y="3666"/>
                </a:lnTo>
                <a:lnTo>
                  <a:pt x="17699" y="5172"/>
                </a:lnTo>
                <a:lnTo>
                  <a:pt x="16853" y="6313"/>
                </a:lnTo>
                <a:lnTo>
                  <a:pt x="16360" y="7668"/>
                </a:lnTo>
                <a:lnTo>
                  <a:pt x="15914" y="9813"/>
                </a:lnTo>
                <a:lnTo>
                  <a:pt x="15721" y="11769"/>
                </a:lnTo>
                <a:lnTo>
                  <a:pt x="15547" y="13728"/>
                </a:lnTo>
                <a:lnTo>
                  <a:pt x="15384" y="15694"/>
                </a:lnTo>
                <a:lnTo>
                  <a:pt x="15235" y="17660"/>
                </a:lnTo>
                <a:lnTo>
                  <a:pt x="15092" y="19628"/>
                </a:lnTo>
                <a:lnTo>
                  <a:pt x="14954" y="21600"/>
                </a:lnTo>
                <a:lnTo>
                  <a:pt x="13816" y="21365"/>
                </a:lnTo>
                <a:lnTo>
                  <a:pt x="12676" y="21131"/>
                </a:lnTo>
                <a:lnTo>
                  <a:pt x="11536" y="20893"/>
                </a:lnTo>
                <a:lnTo>
                  <a:pt x="10395" y="20659"/>
                </a:lnTo>
                <a:lnTo>
                  <a:pt x="9251" y="20424"/>
                </a:lnTo>
                <a:lnTo>
                  <a:pt x="8107" y="20187"/>
                </a:lnTo>
                <a:lnTo>
                  <a:pt x="6959" y="19949"/>
                </a:lnTo>
                <a:lnTo>
                  <a:pt x="5809" y="19712"/>
                </a:lnTo>
                <a:lnTo>
                  <a:pt x="4656" y="19474"/>
                </a:lnTo>
                <a:lnTo>
                  <a:pt x="3498" y="19236"/>
                </a:lnTo>
                <a:lnTo>
                  <a:pt x="2336" y="18996"/>
                </a:lnTo>
                <a:lnTo>
                  <a:pt x="1171" y="18755"/>
                </a:lnTo>
                <a:lnTo>
                  <a:pt x="0" y="18514"/>
                </a:lnTo>
                <a:lnTo>
                  <a:pt x="1097" y="18005"/>
                </a:lnTo>
                <a:lnTo>
                  <a:pt x="2195" y="17496"/>
                </a:lnTo>
                <a:lnTo>
                  <a:pt x="3298" y="16984"/>
                </a:lnTo>
                <a:lnTo>
                  <a:pt x="4406" y="16468"/>
                </a:lnTo>
                <a:lnTo>
                  <a:pt x="5521" y="15950"/>
                </a:lnTo>
                <a:lnTo>
                  <a:pt x="6646" y="15429"/>
                </a:lnTo>
                <a:lnTo>
                  <a:pt x="6646" y="13389"/>
                </a:lnTo>
                <a:lnTo>
                  <a:pt x="6646" y="11337"/>
                </a:lnTo>
                <a:lnTo>
                  <a:pt x="6646" y="9257"/>
                </a:lnTo>
                <a:lnTo>
                  <a:pt x="7743" y="9257"/>
                </a:lnTo>
                <a:lnTo>
                  <a:pt x="8841" y="9257"/>
                </a:lnTo>
                <a:lnTo>
                  <a:pt x="9944" y="9257"/>
                </a:lnTo>
                <a:lnTo>
                  <a:pt x="11053" y="9257"/>
                </a:lnTo>
                <a:lnTo>
                  <a:pt x="12167" y="9257"/>
                </a:lnTo>
                <a:lnTo>
                  <a:pt x="13292" y="9257"/>
                </a:lnTo>
                <a:lnTo>
                  <a:pt x="13292" y="7424"/>
                </a:lnTo>
                <a:lnTo>
                  <a:pt x="13292" y="5585"/>
                </a:lnTo>
                <a:lnTo>
                  <a:pt x="13292" y="3740"/>
                </a:lnTo>
                <a:lnTo>
                  <a:pt x="13292" y="1879"/>
                </a:lnTo>
                <a:lnTo>
                  <a:pt x="13292" y="0"/>
                </a:lnTo>
                <a:close/>
              </a:path>
            </a:pathLst>
          </a:custGeom>
          <a:solidFill>
            <a:srgbClr val="787977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7" name="contour_08675"/>
          <p:cNvSpPr/>
          <p:nvPr/>
        </p:nvSpPr>
        <p:spPr>
          <a:xfrm>
            <a:off x="8559808" y="5043290"/>
            <a:ext cx="8683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7" y="0"/>
                </a:moveTo>
                <a:lnTo>
                  <a:pt x="7938" y="2755"/>
                </a:lnTo>
                <a:lnTo>
                  <a:pt x="8473" y="4704"/>
                </a:lnTo>
                <a:lnTo>
                  <a:pt x="8731" y="6130"/>
                </a:lnTo>
                <a:lnTo>
                  <a:pt x="8738" y="7310"/>
                </a:lnTo>
                <a:lnTo>
                  <a:pt x="8524" y="8525"/>
                </a:lnTo>
                <a:lnTo>
                  <a:pt x="8116" y="10051"/>
                </a:lnTo>
                <a:lnTo>
                  <a:pt x="7610" y="11018"/>
                </a:lnTo>
                <a:lnTo>
                  <a:pt x="7097" y="12000"/>
                </a:lnTo>
                <a:lnTo>
                  <a:pt x="8216" y="11832"/>
                </a:lnTo>
                <a:lnTo>
                  <a:pt x="9349" y="11662"/>
                </a:lnTo>
                <a:lnTo>
                  <a:pt x="10621" y="11558"/>
                </a:lnTo>
                <a:lnTo>
                  <a:pt x="11858" y="11486"/>
                </a:lnTo>
                <a:lnTo>
                  <a:pt x="13072" y="11458"/>
                </a:lnTo>
                <a:lnTo>
                  <a:pt x="14278" y="11484"/>
                </a:lnTo>
                <a:lnTo>
                  <a:pt x="15489" y="11575"/>
                </a:lnTo>
                <a:lnTo>
                  <a:pt x="16716" y="11743"/>
                </a:lnTo>
                <a:lnTo>
                  <a:pt x="17974" y="12000"/>
                </a:lnTo>
                <a:lnTo>
                  <a:pt x="18781" y="13234"/>
                </a:lnTo>
                <a:lnTo>
                  <a:pt x="19459" y="14494"/>
                </a:lnTo>
                <a:lnTo>
                  <a:pt x="20028" y="15787"/>
                </a:lnTo>
                <a:lnTo>
                  <a:pt x="20507" y="17134"/>
                </a:lnTo>
                <a:lnTo>
                  <a:pt x="20917" y="18542"/>
                </a:lnTo>
                <a:lnTo>
                  <a:pt x="21274" y="20026"/>
                </a:lnTo>
                <a:lnTo>
                  <a:pt x="21600" y="21600"/>
                </a:lnTo>
                <a:lnTo>
                  <a:pt x="20665" y="20808"/>
                </a:lnTo>
                <a:lnTo>
                  <a:pt x="19722" y="20009"/>
                </a:lnTo>
                <a:lnTo>
                  <a:pt x="18768" y="19200"/>
                </a:lnTo>
                <a:lnTo>
                  <a:pt x="17592" y="18470"/>
                </a:lnTo>
                <a:lnTo>
                  <a:pt x="16423" y="17890"/>
                </a:lnTo>
                <a:lnTo>
                  <a:pt x="15255" y="17441"/>
                </a:lnTo>
                <a:lnTo>
                  <a:pt x="14086" y="17112"/>
                </a:lnTo>
                <a:lnTo>
                  <a:pt x="12915" y="16891"/>
                </a:lnTo>
                <a:lnTo>
                  <a:pt x="11736" y="16762"/>
                </a:lnTo>
                <a:lnTo>
                  <a:pt x="10549" y="16706"/>
                </a:lnTo>
                <a:lnTo>
                  <a:pt x="9349" y="16716"/>
                </a:lnTo>
                <a:lnTo>
                  <a:pt x="8132" y="16774"/>
                </a:lnTo>
                <a:lnTo>
                  <a:pt x="6896" y="16867"/>
                </a:lnTo>
                <a:lnTo>
                  <a:pt x="5640" y="16980"/>
                </a:lnTo>
                <a:lnTo>
                  <a:pt x="4356" y="17100"/>
                </a:lnTo>
                <a:lnTo>
                  <a:pt x="2774" y="16896"/>
                </a:lnTo>
                <a:lnTo>
                  <a:pt x="1807" y="16586"/>
                </a:lnTo>
                <a:lnTo>
                  <a:pt x="1068" y="15958"/>
                </a:lnTo>
                <a:lnTo>
                  <a:pt x="158" y="14794"/>
                </a:lnTo>
                <a:lnTo>
                  <a:pt x="0" y="13130"/>
                </a:lnTo>
                <a:lnTo>
                  <a:pt x="62" y="11962"/>
                </a:lnTo>
                <a:lnTo>
                  <a:pt x="444" y="10738"/>
                </a:lnTo>
                <a:lnTo>
                  <a:pt x="1254" y="8906"/>
                </a:lnTo>
                <a:lnTo>
                  <a:pt x="1949" y="7848"/>
                </a:lnTo>
                <a:lnTo>
                  <a:pt x="2650" y="6780"/>
                </a:lnTo>
                <a:lnTo>
                  <a:pt x="3359" y="5700"/>
                </a:lnTo>
                <a:lnTo>
                  <a:pt x="4048" y="4627"/>
                </a:lnTo>
                <a:lnTo>
                  <a:pt x="4744" y="3550"/>
                </a:lnTo>
                <a:lnTo>
                  <a:pt x="5448" y="2455"/>
                </a:lnTo>
                <a:lnTo>
                  <a:pt x="6267" y="1238"/>
                </a:lnTo>
                <a:lnTo>
                  <a:pt x="7097" y="0"/>
                </a:lnTo>
                <a:close/>
              </a:path>
            </a:pathLst>
          </a:custGeom>
          <a:solidFill>
            <a:srgbClr val="746A55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8" name="contour_08676"/>
          <p:cNvSpPr/>
          <p:nvPr/>
        </p:nvSpPr>
        <p:spPr>
          <a:xfrm>
            <a:off x="4915193" y="5065664"/>
            <a:ext cx="102032" cy="432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88"/>
                </a:moveTo>
                <a:lnTo>
                  <a:pt x="21600" y="5795"/>
                </a:lnTo>
                <a:lnTo>
                  <a:pt x="21600" y="8217"/>
                </a:lnTo>
                <a:lnTo>
                  <a:pt x="21600" y="10673"/>
                </a:lnTo>
                <a:lnTo>
                  <a:pt x="20582" y="10673"/>
                </a:lnTo>
                <a:lnTo>
                  <a:pt x="19562" y="10673"/>
                </a:lnTo>
                <a:lnTo>
                  <a:pt x="18537" y="10673"/>
                </a:lnTo>
                <a:lnTo>
                  <a:pt x="17508" y="10673"/>
                </a:lnTo>
                <a:lnTo>
                  <a:pt x="16473" y="10673"/>
                </a:lnTo>
                <a:lnTo>
                  <a:pt x="15429" y="10673"/>
                </a:lnTo>
                <a:lnTo>
                  <a:pt x="15429" y="13080"/>
                </a:lnTo>
                <a:lnTo>
                  <a:pt x="15429" y="15502"/>
                </a:lnTo>
                <a:lnTo>
                  <a:pt x="15429" y="17958"/>
                </a:lnTo>
                <a:lnTo>
                  <a:pt x="14433" y="18358"/>
                </a:lnTo>
                <a:lnTo>
                  <a:pt x="13437" y="18748"/>
                </a:lnTo>
                <a:lnTo>
                  <a:pt x="12442" y="19130"/>
                </a:lnTo>
                <a:lnTo>
                  <a:pt x="11445" y="19506"/>
                </a:lnTo>
                <a:lnTo>
                  <a:pt x="10448" y="19873"/>
                </a:lnTo>
                <a:lnTo>
                  <a:pt x="9450" y="20234"/>
                </a:lnTo>
                <a:lnTo>
                  <a:pt x="9026" y="20409"/>
                </a:lnTo>
                <a:lnTo>
                  <a:pt x="7745" y="20944"/>
                </a:lnTo>
                <a:lnTo>
                  <a:pt x="6912" y="21225"/>
                </a:lnTo>
                <a:lnTo>
                  <a:pt x="6253" y="21400"/>
                </a:lnTo>
                <a:lnTo>
                  <a:pt x="5545" y="21498"/>
                </a:lnTo>
                <a:lnTo>
                  <a:pt x="4564" y="21556"/>
                </a:lnTo>
                <a:lnTo>
                  <a:pt x="3086" y="21600"/>
                </a:lnTo>
                <a:lnTo>
                  <a:pt x="1946" y="19484"/>
                </a:lnTo>
                <a:lnTo>
                  <a:pt x="1245" y="18019"/>
                </a:lnTo>
                <a:lnTo>
                  <a:pt x="693" y="16526"/>
                </a:lnTo>
                <a:lnTo>
                  <a:pt x="0" y="14315"/>
                </a:lnTo>
                <a:lnTo>
                  <a:pt x="1020" y="14315"/>
                </a:lnTo>
                <a:lnTo>
                  <a:pt x="2046" y="14315"/>
                </a:lnTo>
                <a:lnTo>
                  <a:pt x="3086" y="14315"/>
                </a:lnTo>
                <a:lnTo>
                  <a:pt x="3561" y="11605"/>
                </a:lnTo>
                <a:lnTo>
                  <a:pt x="3879" y="9682"/>
                </a:lnTo>
                <a:lnTo>
                  <a:pt x="4113" y="8021"/>
                </a:lnTo>
                <a:lnTo>
                  <a:pt x="4339" y="6098"/>
                </a:lnTo>
                <a:lnTo>
                  <a:pt x="4629" y="3388"/>
                </a:lnTo>
                <a:lnTo>
                  <a:pt x="4629" y="5551"/>
                </a:lnTo>
                <a:lnTo>
                  <a:pt x="4629" y="7722"/>
                </a:lnTo>
                <a:lnTo>
                  <a:pt x="4629" y="9900"/>
                </a:lnTo>
                <a:lnTo>
                  <a:pt x="4629" y="12097"/>
                </a:lnTo>
                <a:lnTo>
                  <a:pt x="4629" y="14315"/>
                </a:lnTo>
                <a:lnTo>
                  <a:pt x="5647" y="14315"/>
                </a:lnTo>
                <a:lnTo>
                  <a:pt x="6667" y="14315"/>
                </a:lnTo>
                <a:lnTo>
                  <a:pt x="7687" y="14315"/>
                </a:lnTo>
                <a:lnTo>
                  <a:pt x="8709" y="14315"/>
                </a:lnTo>
                <a:lnTo>
                  <a:pt x="9735" y="14315"/>
                </a:lnTo>
                <a:lnTo>
                  <a:pt x="10766" y="14315"/>
                </a:lnTo>
                <a:lnTo>
                  <a:pt x="11800" y="14315"/>
                </a:lnTo>
                <a:lnTo>
                  <a:pt x="12840" y="14315"/>
                </a:lnTo>
                <a:lnTo>
                  <a:pt x="13886" y="14315"/>
                </a:lnTo>
                <a:lnTo>
                  <a:pt x="13886" y="12151"/>
                </a:lnTo>
                <a:lnTo>
                  <a:pt x="13886" y="9980"/>
                </a:lnTo>
                <a:lnTo>
                  <a:pt x="13886" y="7802"/>
                </a:lnTo>
                <a:lnTo>
                  <a:pt x="13886" y="5606"/>
                </a:lnTo>
                <a:lnTo>
                  <a:pt x="13886" y="3388"/>
                </a:lnTo>
                <a:lnTo>
                  <a:pt x="14961" y="1472"/>
                </a:lnTo>
                <a:lnTo>
                  <a:pt x="16023" y="379"/>
                </a:lnTo>
                <a:lnTo>
                  <a:pt x="17083" y="0"/>
                </a:lnTo>
                <a:lnTo>
                  <a:pt x="18156" y="226"/>
                </a:lnTo>
                <a:lnTo>
                  <a:pt x="19258" y="940"/>
                </a:lnTo>
                <a:lnTo>
                  <a:pt x="20401" y="2033"/>
                </a:lnTo>
                <a:lnTo>
                  <a:pt x="21600" y="3388"/>
                </a:lnTo>
                <a:close/>
              </a:path>
            </a:pathLst>
          </a:custGeom>
          <a:solidFill>
            <a:srgbClr val="969793"/>
          </a:solidFill>
          <a:ln>
            <a:noFill/>
          </a:ln>
        </p:spPr>
        <p:txBody>
          <a:bodyPr/>
          <a:lstStyle/>
          <a:p/>
        </p:txBody>
      </p:sp>
      <p:sp>
        <p:nvSpPr>
          <p:cNvPr id="8679" name="contour_08677"/>
          <p:cNvSpPr/>
          <p:nvPr/>
        </p:nvSpPr>
        <p:spPr>
          <a:xfrm>
            <a:off x="4776721" y="5004737"/>
            <a:ext cx="58916" cy="60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2" y="756"/>
                </a:moveTo>
                <a:lnTo>
                  <a:pt x="4500" y="341"/>
                </a:lnTo>
                <a:lnTo>
                  <a:pt x="5830" y="99"/>
                </a:lnTo>
                <a:lnTo>
                  <a:pt x="7049" y="0"/>
                </a:lnTo>
                <a:lnTo>
                  <a:pt x="8540" y="13"/>
                </a:lnTo>
                <a:lnTo>
                  <a:pt x="10688" y="104"/>
                </a:lnTo>
                <a:lnTo>
                  <a:pt x="12123" y="143"/>
                </a:lnTo>
                <a:lnTo>
                  <a:pt x="13565" y="185"/>
                </a:lnTo>
                <a:lnTo>
                  <a:pt x="15030" y="227"/>
                </a:lnTo>
                <a:lnTo>
                  <a:pt x="17197" y="573"/>
                </a:lnTo>
                <a:lnTo>
                  <a:pt x="18578" y="1016"/>
                </a:lnTo>
                <a:lnTo>
                  <a:pt x="19772" y="1847"/>
                </a:lnTo>
                <a:lnTo>
                  <a:pt x="21376" y="3361"/>
                </a:lnTo>
                <a:lnTo>
                  <a:pt x="21504" y="5472"/>
                </a:lnTo>
                <a:lnTo>
                  <a:pt x="21576" y="7012"/>
                </a:lnTo>
                <a:lnTo>
                  <a:pt x="21600" y="8421"/>
                </a:lnTo>
                <a:lnTo>
                  <a:pt x="21587" y="10151"/>
                </a:lnTo>
                <a:lnTo>
                  <a:pt x="21541" y="12642"/>
                </a:lnTo>
                <a:lnTo>
                  <a:pt x="21517" y="14315"/>
                </a:lnTo>
                <a:lnTo>
                  <a:pt x="21493" y="15998"/>
                </a:lnTo>
                <a:lnTo>
                  <a:pt x="21469" y="17702"/>
                </a:lnTo>
                <a:lnTo>
                  <a:pt x="21440" y="18989"/>
                </a:lnTo>
                <a:lnTo>
                  <a:pt x="21408" y="20287"/>
                </a:lnTo>
                <a:lnTo>
                  <a:pt x="21376" y="21600"/>
                </a:lnTo>
                <a:lnTo>
                  <a:pt x="19788" y="21009"/>
                </a:lnTo>
                <a:lnTo>
                  <a:pt x="18704" y="20542"/>
                </a:lnTo>
                <a:lnTo>
                  <a:pt x="17619" y="19951"/>
                </a:lnTo>
                <a:lnTo>
                  <a:pt x="16032" y="18994"/>
                </a:lnTo>
                <a:lnTo>
                  <a:pt x="16032" y="17272"/>
                </a:lnTo>
                <a:lnTo>
                  <a:pt x="16032" y="15539"/>
                </a:lnTo>
                <a:lnTo>
                  <a:pt x="16032" y="13783"/>
                </a:lnTo>
                <a:lnTo>
                  <a:pt x="14445" y="14299"/>
                </a:lnTo>
                <a:lnTo>
                  <a:pt x="12852" y="14818"/>
                </a:lnTo>
                <a:lnTo>
                  <a:pt x="11254" y="15336"/>
                </a:lnTo>
                <a:lnTo>
                  <a:pt x="9643" y="15860"/>
                </a:lnTo>
                <a:lnTo>
                  <a:pt x="8016" y="16389"/>
                </a:lnTo>
                <a:lnTo>
                  <a:pt x="8016" y="14667"/>
                </a:lnTo>
                <a:lnTo>
                  <a:pt x="8016" y="12934"/>
                </a:lnTo>
                <a:lnTo>
                  <a:pt x="8016" y="11178"/>
                </a:lnTo>
                <a:lnTo>
                  <a:pt x="9779" y="11178"/>
                </a:lnTo>
                <a:lnTo>
                  <a:pt x="11545" y="11178"/>
                </a:lnTo>
                <a:lnTo>
                  <a:pt x="13320" y="11178"/>
                </a:lnTo>
                <a:lnTo>
                  <a:pt x="15102" y="11178"/>
                </a:lnTo>
                <a:lnTo>
                  <a:pt x="16895" y="11178"/>
                </a:lnTo>
                <a:lnTo>
                  <a:pt x="18704" y="11178"/>
                </a:lnTo>
                <a:lnTo>
                  <a:pt x="18704" y="9456"/>
                </a:lnTo>
                <a:lnTo>
                  <a:pt x="18704" y="7723"/>
                </a:lnTo>
                <a:lnTo>
                  <a:pt x="18704" y="5967"/>
                </a:lnTo>
                <a:lnTo>
                  <a:pt x="16852" y="6225"/>
                </a:lnTo>
                <a:lnTo>
                  <a:pt x="14998" y="6483"/>
                </a:lnTo>
                <a:lnTo>
                  <a:pt x="13143" y="6741"/>
                </a:lnTo>
                <a:lnTo>
                  <a:pt x="11286" y="7001"/>
                </a:lnTo>
                <a:lnTo>
                  <a:pt x="9421" y="7259"/>
                </a:lnTo>
                <a:lnTo>
                  <a:pt x="7554" y="7520"/>
                </a:lnTo>
                <a:lnTo>
                  <a:pt x="5678" y="7780"/>
                </a:lnTo>
                <a:lnTo>
                  <a:pt x="3794" y="8043"/>
                </a:lnTo>
                <a:lnTo>
                  <a:pt x="1902" y="8306"/>
                </a:lnTo>
                <a:lnTo>
                  <a:pt x="0" y="8572"/>
                </a:lnTo>
                <a:lnTo>
                  <a:pt x="529" y="7025"/>
                </a:lnTo>
                <a:lnTo>
                  <a:pt x="1061" y="5472"/>
                </a:lnTo>
                <a:lnTo>
                  <a:pt x="1592" y="3914"/>
                </a:lnTo>
                <a:lnTo>
                  <a:pt x="2130" y="2342"/>
                </a:lnTo>
                <a:lnTo>
                  <a:pt x="2672" y="756"/>
                </a:lnTo>
                <a:close/>
              </a:path>
            </a:pathLst>
          </a:custGeom>
          <a:solidFill>
            <a:srgbClr val="A0A19F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0" name="contour_08678"/>
          <p:cNvSpPr/>
          <p:nvPr/>
        </p:nvSpPr>
        <p:spPr>
          <a:xfrm>
            <a:off x="9266124" y="5021426"/>
            <a:ext cx="5101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356"/>
                </a:lnTo>
                <a:lnTo>
                  <a:pt x="16015" y="715"/>
                </a:lnTo>
                <a:lnTo>
                  <a:pt x="17860" y="1073"/>
                </a:lnTo>
                <a:lnTo>
                  <a:pt x="19721" y="1435"/>
                </a:lnTo>
                <a:lnTo>
                  <a:pt x="21600" y="1800"/>
                </a:lnTo>
                <a:lnTo>
                  <a:pt x="20773" y="2729"/>
                </a:lnTo>
                <a:lnTo>
                  <a:pt x="19940" y="3665"/>
                </a:lnTo>
                <a:lnTo>
                  <a:pt x="19094" y="4612"/>
                </a:lnTo>
                <a:lnTo>
                  <a:pt x="18169" y="5693"/>
                </a:lnTo>
                <a:lnTo>
                  <a:pt x="17274" y="6777"/>
                </a:lnTo>
                <a:lnTo>
                  <a:pt x="16410" y="7862"/>
                </a:lnTo>
                <a:lnTo>
                  <a:pt x="15571" y="8955"/>
                </a:lnTo>
                <a:lnTo>
                  <a:pt x="14753" y="10053"/>
                </a:lnTo>
                <a:lnTo>
                  <a:pt x="13957" y="11162"/>
                </a:lnTo>
                <a:lnTo>
                  <a:pt x="13176" y="12283"/>
                </a:lnTo>
                <a:lnTo>
                  <a:pt x="12584" y="13142"/>
                </a:lnTo>
                <a:lnTo>
                  <a:pt x="11985" y="14013"/>
                </a:lnTo>
                <a:lnTo>
                  <a:pt x="11297" y="15028"/>
                </a:lnTo>
                <a:lnTo>
                  <a:pt x="10612" y="16043"/>
                </a:lnTo>
                <a:lnTo>
                  <a:pt x="9933" y="17060"/>
                </a:lnTo>
                <a:lnTo>
                  <a:pt x="9257" y="18079"/>
                </a:lnTo>
                <a:lnTo>
                  <a:pt x="8581" y="19096"/>
                </a:lnTo>
                <a:lnTo>
                  <a:pt x="7785" y="19924"/>
                </a:lnTo>
                <a:lnTo>
                  <a:pt x="6983" y="20756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685" y="20399"/>
                </a:lnTo>
                <a:lnTo>
                  <a:pt x="1370" y="19201"/>
                </a:lnTo>
                <a:lnTo>
                  <a:pt x="2058" y="18000"/>
                </a:lnTo>
                <a:lnTo>
                  <a:pt x="2743" y="16799"/>
                </a:lnTo>
                <a:lnTo>
                  <a:pt x="3428" y="15601"/>
                </a:lnTo>
                <a:lnTo>
                  <a:pt x="4113" y="14400"/>
                </a:lnTo>
                <a:lnTo>
                  <a:pt x="4801" y="13199"/>
                </a:lnTo>
                <a:lnTo>
                  <a:pt x="5486" y="12001"/>
                </a:lnTo>
                <a:lnTo>
                  <a:pt x="6171" y="10800"/>
                </a:lnTo>
                <a:lnTo>
                  <a:pt x="6856" y="9599"/>
                </a:lnTo>
                <a:lnTo>
                  <a:pt x="7541" y="8401"/>
                </a:lnTo>
                <a:lnTo>
                  <a:pt x="8230" y="7200"/>
                </a:lnTo>
                <a:lnTo>
                  <a:pt x="8915" y="5999"/>
                </a:lnTo>
                <a:lnTo>
                  <a:pt x="9600" y="4801"/>
                </a:lnTo>
                <a:lnTo>
                  <a:pt x="10285" y="3600"/>
                </a:lnTo>
                <a:lnTo>
                  <a:pt x="10973" y="2399"/>
                </a:lnTo>
                <a:lnTo>
                  <a:pt x="11658" y="1201"/>
                </a:lnTo>
                <a:lnTo>
                  <a:pt x="12343" y="0"/>
                </a:lnTo>
                <a:close/>
              </a:path>
            </a:pathLst>
          </a:custGeom>
          <a:solidFill>
            <a:srgbClr val="C6D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1" name="contour_08679"/>
          <p:cNvSpPr/>
          <p:nvPr/>
        </p:nvSpPr>
        <p:spPr>
          <a:xfrm>
            <a:off x="5192137" y="4988907"/>
            <a:ext cx="58304" cy="476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1527"/>
                </a:moveTo>
                <a:lnTo>
                  <a:pt x="9796" y="783"/>
                </a:lnTo>
                <a:lnTo>
                  <a:pt x="11386" y="311"/>
                </a:lnTo>
                <a:lnTo>
                  <a:pt x="12960" y="63"/>
                </a:lnTo>
                <a:lnTo>
                  <a:pt x="14604" y="0"/>
                </a:lnTo>
                <a:lnTo>
                  <a:pt x="16411" y="79"/>
                </a:lnTo>
                <a:lnTo>
                  <a:pt x="18212" y="1236"/>
                </a:lnTo>
                <a:lnTo>
                  <a:pt x="19194" y="2574"/>
                </a:lnTo>
                <a:lnTo>
                  <a:pt x="20207" y="5245"/>
                </a:lnTo>
                <a:lnTo>
                  <a:pt x="20528" y="7376"/>
                </a:lnTo>
                <a:lnTo>
                  <a:pt x="20812" y="9501"/>
                </a:lnTo>
                <a:lnTo>
                  <a:pt x="21063" y="11623"/>
                </a:lnTo>
                <a:lnTo>
                  <a:pt x="21276" y="13751"/>
                </a:lnTo>
                <a:lnTo>
                  <a:pt x="21457" y="15889"/>
                </a:lnTo>
                <a:lnTo>
                  <a:pt x="21600" y="18051"/>
                </a:lnTo>
                <a:lnTo>
                  <a:pt x="19748" y="18533"/>
                </a:lnTo>
                <a:lnTo>
                  <a:pt x="17893" y="18999"/>
                </a:lnTo>
                <a:lnTo>
                  <a:pt x="16038" y="19452"/>
                </a:lnTo>
                <a:lnTo>
                  <a:pt x="14178" y="19895"/>
                </a:lnTo>
                <a:lnTo>
                  <a:pt x="12317" y="20324"/>
                </a:lnTo>
                <a:lnTo>
                  <a:pt x="10592" y="20744"/>
                </a:lnTo>
                <a:lnTo>
                  <a:pt x="8856" y="21170"/>
                </a:lnTo>
                <a:lnTo>
                  <a:pt x="7098" y="21600"/>
                </a:lnTo>
                <a:lnTo>
                  <a:pt x="5646" y="21521"/>
                </a:lnTo>
                <a:lnTo>
                  <a:pt x="4182" y="21438"/>
                </a:lnTo>
                <a:lnTo>
                  <a:pt x="2700" y="21355"/>
                </a:lnTo>
                <a:lnTo>
                  <a:pt x="1741" y="18930"/>
                </a:lnTo>
                <a:lnTo>
                  <a:pt x="1120" y="17198"/>
                </a:lnTo>
                <a:lnTo>
                  <a:pt x="710" y="15691"/>
                </a:lnTo>
                <a:lnTo>
                  <a:pt x="381" y="13933"/>
                </a:lnTo>
                <a:lnTo>
                  <a:pt x="0" y="11441"/>
                </a:lnTo>
                <a:lnTo>
                  <a:pt x="1785" y="11441"/>
                </a:lnTo>
                <a:lnTo>
                  <a:pt x="3580" y="11441"/>
                </a:lnTo>
                <a:lnTo>
                  <a:pt x="5400" y="11441"/>
                </a:lnTo>
                <a:lnTo>
                  <a:pt x="5735" y="9802"/>
                </a:lnTo>
                <a:lnTo>
                  <a:pt x="6070" y="8156"/>
                </a:lnTo>
                <a:lnTo>
                  <a:pt x="6412" y="6484"/>
                </a:lnTo>
                <a:lnTo>
                  <a:pt x="6969" y="4845"/>
                </a:lnTo>
                <a:lnTo>
                  <a:pt x="7533" y="3199"/>
                </a:lnTo>
                <a:lnTo>
                  <a:pt x="8100" y="1527"/>
                </a:lnTo>
                <a:close/>
              </a:path>
            </a:pathLst>
          </a:custGeom>
          <a:solidFill>
            <a:srgbClr val="5A584F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2" name="contour_08680"/>
          <p:cNvSpPr/>
          <p:nvPr/>
        </p:nvSpPr>
        <p:spPr>
          <a:xfrm>
            <a:off x="7546158" y="5006136"/>
            <a:ext cx="58304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07" y="0"/>
                </a:moveTo>
                <a:lnTo>
                  <a:pt x="10681" y="37"/>
                </a:lnTo>
                <a:lnTo>
                  <a:pt x="12166" y="73"/>
                </a:lnTo>
                <a:lnTo>
                  <a:pt x="13667" y="107"/>
                </a:lnTo>
                <a:lnTo>
                  <a:pt x="15150" y="134"/>
                </a:lnTo>
                <a:lnTo>
                  <a:pt x="16640" y="161"/>
                </a:lnTo>
                <a:lnTo>
                  <a:pt x="18149" y="189"/>
                </a:lnTo>
                <a:lnTo>
                  <a:pt x="19864" y="243"/>
                </a:lnTo>
                <a:lnTo>
                  <a:pt x="21600" y="298"/>
                </a:lnTo>
                <a:lnTo>
                  <a:pt x="20318" y="487"/>
                </a:lnTo>
                <a:lnTo>
                  <a:pt x="19027" y="676"/>
                </a:lnTo>
                <a:lnTo>
                  <a:pt x="17717" y="867"/>
                </a:lnTo>
                <a:lnTo>
                  <a:pt x="17099" y="1232"/>
                </a:lnTo>
                <a:lnTo>
                  <a:pt x="16006" y="1875"/>
                </a:lnTo>
                <a:lnTo>
                  <a:pt x="13500" y="3341"/>
                </a:lnTo>
                <a:lnTo>
                  <a:pt x="13055" y="5420"/>
                </a:lnTo>
                <a:lnTo>
                  <a:pt x="12784" y="6905"/>
                </a:lnTo>
                <a:lnTo>
                  <a:pt x="12574" y="8512"/>
                </a:lnTo>
                <a:lnTo>
                  <a:pt x="12317" y="10949"/>
                </a:lnTo>
                <a:lnTo>
                  <a:pt x="12023" y="13390"/>
                </a:lnTo>
                <a:lnTo>
                  <a:pt x="11767" y="14993"/>
                </a:lnTo>
                <a:lnTo>
                  <a:pt x="11405" y="16478"/>
                </a:lnTo>
                <a:lnTo>
                  <a:pt x="10800" y="18557"/>
                </a:lnTo>
                <a:lnTo>
                  <a:pt x="9013" y="19598"/>
                </a:lnTo>
                <a:lnTo>
                  <a:pt x="7322" y="20325"/>
                </a:lnTo>
                <a:lnTo>
                  <a:pt x="5648" y="20815"/>
                </a:lnTo>
                <a:lnTo>
                  <a:pt x="3920" y="21144"/>
                </a:lnTo>
                <a:lnTo>
                  <a:pt x="2063" y="21378"/>
                </a:lnTo>
                <a:lnTo>
                  <a:pt x="0" y="21600"/>
                </a:lnTo>
                <a:lnTo>
                  <a:pt x="230" y="19811"/>
                </a:lnTo>
                <a:lnTo>
                  <a:pt x="464" y="18024"/>
                </a:lnTo>
                <a:lnTo>
                  <a:pt x="702" y="16235"/>
                </a:lnTo>
                <a:lnTo>
                  <a:pt x="940" y="14449"/>
                </a:lnTo>
                <a:lnTo>
                  <a:pt x="1180" y="12659"/>
                </a:lnTo>
                <a:lnTo>
                  <a:pt x="1401" y="11001"/>
                </a:lnTo>
                <a:lnTo>
                  <a:pt x="1623" y="9327"/>
                </a:lnTo>
                <a:lnTo>
                  <a:pt x="1844" y="7632"/>
                </a:lnTo>
                <a:lnTo>
                  <a:pt x="2419" y="5097"/>
                </a:lnTo>
                <a:lnTo>
                  <a:pt x="3086" y="3186"/>
                </a:lnTo>
                <a:lnTo>
                  <a:pt x="3969" y="1811"/>
                </a:lnTo>
                <a:lnTo>
                  <a:pt x="5197" y="883"/>
                </a:lnTo>
                <a:lnTo>
                  <a:pt x="6901" y="310"/>
                </a:lnTo>
                <a:lnTo>
                  <a:pt x="9207" y="0"/>
                </a:lnTo>
                <a:close/>
              </a:path>
            </a:pathLst>
          </a:custGeom>
          <a:solidFill>
            <a:srgbClr val="D1C08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3" name="contour_08681"/>
          <p:cNvSpPr/>
          <p:nvPr/>
        </p:nvSpPr>
        <p:spPr>
          <a:xfrm>
            <a:off x="2247788" y="5014656"/>
            <a:ext cx="72880" cy="432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90" y="1108"/>
                </a:moveTo>
                <a:lnTo>
                  <a:pt x="10971" y="1858"/>
                </a:lnTo>
                <a:lnTo>
                  <a:pt x="11960" y="2619"/>
                </a:lnTo>
                <a:lnTo>
                  <a:pt x="12960" y="3384"/>
                </a:lnTo>
                <a:lnTo>
                  <a:pt x="11889" y="5191"/>
                </a:lnTo>
                <a:lnTo>
                  <a:pt x="10800" y="7028"/>
                </a:lnTo>
                <a:lnTo>
                  <a:pt x="11973" y="7756"/>
                </a:lnTo>
                <a:lnTo>
                  <a:pt x="13163" y="8492"/>
                </a:lnTo>
                <a:lnTo>
                  <a:pt x="14167" y="9137"/>
                </a:lnTo>
                <a:lnTo>
                  <a:pt x="15176" y="9785"/>
                </a:lnTo>
                <a:lnTo>
                  <a:pt x="16200" y="10441"/>
                </a:lnTo>
                <a:lnTo>
                  <a:pt x="17204" y="11079"/>
                </a:lnTo>
                <a:lnTo>
                  <a:pt x="18213" y="11716"/>
                </a:lnTo>
                <a:lnTo>
                  <a:pt x="19237" y="12365"/>
                </a:lnTo>
                <a:lnTo>
                  <a:pt x="19824" y="12849"/>
                </a:lnTo>
                <a:lnTo>
                  <a:pt x="21600" y="14314"/>
                </a:lnTo>
                <a:lnTo>
                  <a:pt x="21600" y="16121"/>
                </a:lnTo>
                <a:lnTo>
                  <a:pt x="21600" y="17957"/>
                </a:lnTo>
                <a:lnTo>
                  <a:pt x="20174" y="18197"/>
                </a:lnTo>
                <a:lnTo>
                  <a:pt x="18749" y="18438"/>
                </a:lnTo>
                <a:lnTo>
                  <a:pt x="17321" y="18678"/>
                </a:lnTo>
                <a:lnTo>
                  <a:pt x="15893" y="18919"/>
                </a:lnTo>
                <a:lnTo>
                  <a:pt x="14463" y="19159"/>
                </a:lnTo>
                <a:lnTo>
                  <a:pt x="13033" y="19403"/>
                </a:lnTo>
                <a:lnTo>
                  <a:pt x="11599" y="19644"/>
                </a:lnTo>
                <a:lnTo>
                  <a:pt x="10163" y="19888"/>
                </a:lnTo>
                <a:lnTo>
                  <a:pt x="8722" y="20128"/>
                </a:lnTo>
                <a:lnTo>
                  <a:pt x="7279" y="20372"/>
                </a:lnTo>
                <a:lnTo>
                  <a:pt x="5834" y="20616"/>
                </a:lnTo>
                <a:lnTo>
                  <a:pt x="4383" y="20860"/>
                </a:lnTo>
                <a:lnTo>
                  <a:pt x="2927" y="21108"/>
                </a:lnTo>
                <a:lnTo>
                  <a:pt x="1467" y="21352"/>
                </a:lnTo>
                <a:lnTo>
                  <a:pt x="0" y="21600"/>
                </a:lnTo>
                <a:lnTo>
                  <a:pt x="855" y="15869"/>
                </a:lnTo>
                <a:lnTo>
                  <a:pt x="1585" y="11192"/>
                </a:lnTo>
                <a:lnTo>
                  <a:pt x="2236" y="7468"/>
                </a:lnTo>
                <a:lnTo>
                  <a:pt x="2853" y="4612"/>
                </a:lnTo>
                <a:lnTo>
                  <a:pt x="3480" y="2532"/>
                </a:lnTo>
                <a:lnTo>
                  <a:pt x="4162" y="1129"/>
                </a:lnTo>
                <a:lnTo>
                  <a:pt x="4946" y="317"/>
                </a:lnTo>
                <a:lnTo>
                  <a:pt x="5875" y="0"/>
                </a:lnTo>
                <a:lnTo>
                  <a:pt x="6996" y="91"/>
                </a:lnTo>
                <a:lnTo>
                  <a:pt x="8353" y="488"/>
                </a:lnTo>
                <a:lnTo>
                  <a:pt x="9990" y="1108"/>
                </a:lnTo>
                <a:close/>
              </a:path>
            </a:pathLst>
          </a:custGeom>
          <a:solidFill>
            <a:srgbClr val="E5E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4" name="contour_08682"/>
          <p:cNvSpPr/>
          <p:nvPr/>
        </p:nvSpPr>
        <p:spPr>
          <a:xfrm>
            <a:off x="11575135" y="4956286"/>
            <a:ext cx="46322" cy="50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02" y="1389"/>
                </a:moveTo>
                <a:lnTo>
                  <a:pt x="18892" y="1768"/>
                </a:lnTo>
                <a:lnTo>
                  <a:pt x="20988" y="2920"/>
                </a:lnTo>
                <a:lnTo>
                  <a:pt x="21396" y="5330"/>
                </a:lnTo>
                <a:lnTo>
                  <a:pt x="21600" y="7020"/>
                </a:lnTo>
                <a:lnTo>
                  <a:pt x="21600" y="8440"/>
                </a:lnTo>
                <a:lnTo>
                  <a:pt x="21396" y="10037"/>
                </a:lnTo>
                <a:lnTo>
                  <a:pt x="20988" y="12260"/>
                </a:lnTo>
                <a:lnTo>
                  <a:pt x="18966" y="12260"/>
                </a:lnTo>
                <a:lnTo>
                  <a:pt x="16944" y="12260"/>
                </a:lnTo>
                <a:lnTo>
                  <a:pt x="14909" y="12260"/>
                </a:lnTo>
                <a:lnTo>
                  <a:pt x="12859" y="12260"/>
                </a:lnTo>
                <a:lnTo>
                  <a:pt x="10793" y="12260"/>
                </a:lnTo>
                <a:lnTo>
                  <a:pt x="11466" y="14109"/>
                </a:lnTo>
                <a:lnTo>
                  <a:pt x="12139" y="15965"/>
                </a:lnTo>
                <a:lnTo>
                  <a:pt x="12819" y="17827"/>
                </a:lnTo>
                <a:lnTo>
                  <a:pt x="13502" y="19704"/>
                </a:lnTo>
                <a:lnTo>
                  <a:pt x="14192" y="21600"/>
                </a:lnTo>
                <a:lnTo>
                  <a:pt x="11949" y="21600"/>
                </a:lnTo>
                <a:lnTo>
                  <a:pt x="9699" y="21600"/>
                </a:lnTo>
                <a:lnTo>
                  <a:pt x="7446" y="21600"/>
                </a:lnTo>
                <a:lnTo>
                  <a:pt x="5179" y="21600"/>
                </a:lnTo>
                <a:lnTo>
                  <a:pt x="2899" y="21600"/>
                </a:lnTo>
                <a:lnTo>
                  <a:pt x="598" y="21600"/>
                </a:lnTo>
                <a:lnTo>
                  <a:pt x="292" y="17478"/>
                </a:lnTo>
                <a:lnTo>
                  <a:pt x="88" y="14215"/>
                </a:lnTo>
                <a:lnTo>
                  <a:pt x="0" y="11650"/>
                </a:lnTo>
                <a:lnTo>
                  <a:pt x="54" y="9617"/>
                </a:lnTo>
                <a:lnTo>
                  <a:pt x="265" y="7958"/>
                </a:lnTo>
                <a:lnTo>
                  <a:pt x="663" y="6504"/>
                </a:lnTo>
                <a:lnTo>
                  <a:pt x="1257" y="5093"/>
                </a:lnTo>
                <a:lnTo>
                  <a:pt x="2080" y="3565"/>
                </a:lnTo>
                <a:lnTo>
                  <a:pt x="3147" y="1753"/>
                </a:lnTo>
                <a:lnTo>
                  <a:pt x="5451" y="828"/>
                </a:lnTo>
                <a:lnTo>
                  <a:pt x="7565" y="255"/>
                </a:lnTo>
                <a:lnTo>
                  <a:pt x="9573" y="0"/>
                </a:lnTo>
                <a:lnTo>
                  <a:pt x="11558" y="19"/>
                </a:lnTo>
                <a:lnTo>
                  <a:pt x="13604" y="283"/>
                </a:lnTo>
                <a:lnTo>
                  <a:pt x="15789" y="750"/>
                </a:lnTo>
                <a:lnTo>
                  <a:pt x="18202" y="1389"/>
                </a:lnTo>
                <a:close/>
              </a:path>
            </a:pathLst>
          </a:custGeom>
          <a:solidFill>
            <a:srgbClr val="ABACA7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5" name="contour_08683"/>
          <p:cNvSpPr/>
          <p:nvPr/>
        </p:nvSpPr>
        <p:spPr>
          <a:xfrm>
            <a:off x="5075529" y="4977698"/>
            <a:ext cx="51016" cy="402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87"/>
                </a:lnTo>
                <a:lnTo>
                  <a:pt x="4280" y="775"/>
                </a:lnTo>
                <a:lnTo>
                  <a:pt x="6421" y="1162"/>
                </a:lnTo>
                <a:lnTo>
                  <a:pt x="8566" y="1553"/>
                </a:lnTo>
                <a:lnTo>
                  <a:pt x="10720" y="1941"/>
                </a:lnTo>
                <a:lnTo>
                  <a:pt x="12877" y="2332"/>
                </a:lnTo>
                <a:lnTo>
                  <a:pt x="15043" y="2723"/>
                </a:lnTo>
                <a:lnTo>
                  <a:pt x="17218" y="3118"/>
                </a:lnTo>
                <a:lnTo>
                  <a:pt x="19403" y="3513"/>
                </a:lnTo>
                <a:lnTo>
                  <a:pt x="21600" y="3912"/>
                </a:lnTo>
                <a:lnTo>
                  <a:pt x="21251" y="8513"/>
                </a:lnTo>
                <a:lnTo>
                  <a:pt x="20952" y="11737"/>
                </a:lnTo>
                <a:lnTo>
                  <a:pt x="20613" y="14018"/>
                </a:lnTo>
                <a:lnTo>
                  <a:pt x="20150" y="15794"/>
                </a:lnTo>
                <a:lnTo>
                  <a:pt x="19480" y="17496"/>
                </a:lnTo>
                <a:lnTo>
                  <a:pt x="18514" y="19562"/>
                </a:lnTo>
                <a:lnTo>
                  <a:pt x="16222" y="20555"/>
                </a:lnTo>
                <a:lnTo>
                  <a:pt x="14012" y="21228"/>
                </a:lnTo>
                <a:lnTo>
                  <a:pt x="11855" y="21580"/>
                </a:lnTo>
                <a:lnTo>
                  <a:pt x="9720" y="21600"/>
                </a:lnTo>
                <a:lnTo>
                  <a:pt x="7566" y="21275"/>
                </a:lnTo>
                <a:lnTo>
                  <a:pt x="5366" y="20598"/>
                </a:lnTo>
                <a:lnTo>
                  <a:pt x="3086" y="19562"/>
                </a:lnTo>
                <a:lnTo>
                  <a:pt x="2231" y="17109"/>
                </a:lnTo>
                <a:lnTo>
                  <a:pt x="1580" y="14746"/>
                </a:lnTo>
                <a:lnTo>
                  <a:pt x="1095" y="12433"/>
                </a:lnTo>
                <a:lnTo>
                  <a:pt x="744" y="10117"/>
                </a:lnTo>
                <a:lnTo>
                  <a:pt x="494" y="7762"/>
                </a:lnTo>
                <a:lnTo>
                  <a:pt x="309" y="5321"/>
                </a:lnTo>
                <a:lnTo>
                  <a:pt x="157" y="2746"/>
                </a:lnTo>
                <a:lnTo>
                  <a:pt x="0" y="0"/>
                </a:lnTo>
                <a:close/>
              </a:path>
            </a:pathLst>
          </a:custGeom>
          <a:solidFill>
            <a:srgbClr val="8C7C55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6" name="contour_08684"/>
          <p:cNvSpPr/>
          <p:nvPr/>
        </p:nvSpPr>
        <p:spPr>
          <a:xfrm>
            <a:off x="8034453" y="4940325"/>
            <a:ext cx="72880" cy="455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10" y="10"/>
                </a:moveTo>
                <a:lnTo>
                  <a:pt x="15675" y="73"/>
                </a:lnTo>
                <a:lnTo>
                  <a:pt x="17051" y="135"/>
                </a:lnTo>
                <a:lnTo>
                  <a:pt x="18444" y="200"/>
                </a:lnTo>
                <a:lnTo>
                  <a:pt x="18909" y="235"/>
                </a:lnTo>
                <a:lnTo>
                  <a:pt x="19727" y="297"/>
                </a:lnTo>
                <a:lnTo>
                  <a:pt x="21600" y="442"/>
                </a:lnTo>
                <a:lnTo>
                  <a:pt x="21049" y="1133"/>
                </a:lnTo>
                <a:lnTo>
                  <a:pt x="19390" y="3223"/>
                </a:lnTo>
                <a:lnTo>
                  <a:pt x="18425" y="4442"/>
                </a:lnTo>
                <a:lnTo>
                  <a:pt x="17455" y="5672"/>
                </a:lnTo>
                <a:lnTo>
                  <a:pt x="16470" y="6919"/>
                </a:lnTo>
                <a:lnTo>
                  <a:pt x="15517" y="8121"/>
                </a:lnTo>
                <a:lnTo>
                  <a:pt x="14556" y="9334"/>
                </a:lnTo>
                <a:lnTo>
                  <a:pt x="13584" y="10563"/>
                </a:lnTo>
                <a:lnTo>
                  <a:pt x="12206" y="12398"/>
                </a:lnTo>
                <a:lnTo>
                  <a:pt x="11254" y="13710"/>
                </a:lnTo>
                <a:lnTo>
                  <a:pt x="10482" y="14864"/>
                </a:lnTo>
                <a:lnTo>
                  <a:pt x="9647" y="16218"/>
                </a:lnTo>
                <a:lnTo>
                  <a:pt x="8504" y="18146"/>
                </a:lnTo>
                <a:lnTo>
                  <a:pt x="7279" y="19900"/>
                </a:lnTo>
                <a:lnTo>
                  <a:pt x="6294" y="20843"/>
                </a:lnTo>
                <a:lnTo>
                  <a:pt x="5031" y="21303"/>
                </a:lnTo>
                <a:lnTo>
                  <a:pt x="2970" y="21600"/>
                </a:lnTo>
                <a:lnTo>
                  <a:pt x="1495" y="21386"/>
                </a:lnTo>
                <a:lnTo>
                  <a:pt x="0" y="21168"/>
                </a:lnTo>
                <a:lnTo>
                  <a:pt x="438" y="17855"/>
                </a:lnTo>
                <a:lnTo>
                  <a:pt x="903" y="14829"/>
                </a:lnTo>
                <a:lnTo>
                  <a:pt x="1415" y="12090"/>
                </a:lnTo>
                <a:lnTo>
                  <a:pt x="2000" y="9638"/>
                </a:lnTo>
                <a:lnTo>
                  <a:pt x="2681" y="7465"/>
                </a:lnTo>
                <a:lnTo>
                  <a:pt x="3478" y="5575"/>
                </a:lnTo>
                <a:lnTo>
                  <a:pt x="4417" y="3962"/>
                </a:lnTo>
                <a:lnTo>
                  <a:pt x="5521" y="2625"/>
                </a:lnTo>
                <a:lnTo>
                  <a:pt x="6813" y="1565"/>
                </a:lnTo>
                <a:lnTo>
                  <a:pt x="8314" y="774"/>
                </a:lnTo>
                <a:lnTo>
                  <a:pt x="10048" y="252"/>
                </a:lnTo>
                <a:lnTo>
                  <a:pt x="12040" y="0"/>
                </a:lnTo>
                <a:lnTo>
                  <a:pt x="14310" y="10"/>
                </a:lnTo>
                <a:close/>
              </a:path>
            </a:pathLst>
          </a:custGeom>
          <a:solidFill>
            <a:srgbClr val="111010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7" name="contour_08685"/>
          <p:cNvSpPr/>
          <p:nvPr/>
        </p:nvSpPr>
        <p:spPr>
          <a:xfrm>
            <a:off x="4579945" y="4933970"/>
            <a:ext cx="9474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7602" y="535"/>
                </a:lnTo>
                <a:lnTo>
                  <a:pt x="18593" y="1072"/>
                </a:lnTo>
                <a:lnTo>
                  <a:pt x="19586" y="1609"/>
                </a:lnTo>
                <a:lnTo>
                  <a:pt x="20588" y="2152"/>
                </a:lnTo>
                <a:lnTo>
                  <a:pt x="21600" y="2700"/>
                </a:lnTo>
                <a:lnTo>
                  <a:pt x="20480" y="5214"/>
                </a:lnTo>
                <a:lnTo>
                  <a:pt x="19659" y="6963"/>
                </a:lnTo>
                <a:lnTo>
                  <a:pt x="19001" y="8173"/>
                </a:lnTo>
                <a:lnTo>
                  <a:pt x="18367" y="9064"/>
                </a:lnTo>
                <a:lnTo>
                  <a:pt x="17617" y="9866"/>
                </a:lnTo>
                <a:lnTo>
                  <a:pt x="16615" y="10800"/>
                </a:lnTo>
                <a:lnTo>
                  <a:pt x="15472" y="10733"/>
                </a:lnTo>
                <a:lnTo>
                  <a:pt x="14347" y="10592"/>
                </a:lnTo>
                <a:lnTo>
                  <a:pt x="13234" y="10384"/>
                </a:lnTo>
                <a:lnTo>
                  <a:pt x="12131" y="10117"/>
                </a:lnTo>
                <a:lnTo>
                  <a:pt x="11036" y="9796"/>
                </a:lnTo>
                <a:lnTo>
                  <a:pt x="9943" y="9426"/>
                </a:lnTo>
                <a:lnTo>
                  <a:pt x="8848" y="9015"/>
                </a:lnTo>
                <a:lnTo>
                  <a:pt x="7751" y="8572"/>
                </a:lnTo>
                <a:lnTo>
                  <a:pt x="6646" y="8100"/>
                </a:lnTo>
                <a:lnTo>
                  <a:pt x="6440" y="9771"/>
                </a:lnTo>
                <a:lnTo>
                  <a:pt x="6234" y="11443"/>
                </a:lnTo>
                <a:lnTo>
                  <a:pt x="6028" y="13119"/>
                </a:lnTo>
                <a:lnTo>
                  <a:pt x="5822" y="14799"/>
                </a:lnTo>
                <a:lnTo>
                  <a:pt x="5614" y="16486"/>
                </a:lnTo>
                <a:lnTo>
                  <a:pt x="5405" y="18182"/>
                </a:lnTo>
                <a:lnTo>
                  <a:pt x="5196" y="19886"/>
                </a:lnTo>
                <a:lnTo>
                  <a:pt x="4985" y="21600"/>
                </a:lnTo>
                <a:lnTo>
                  <a:pt x="4573" y="20263"/>
                </a:lnTo>
                <a:lnTo>
                  <a:pt x="4160" y="18922"/>
                </a:lnTo>
                <a:lnTo>
                  <a:pt x="3743" y="17569"/>
                </a:lnTo>
                <a:lnTo>
                  <a:pt x="3323" y="16200"/>
                </a:lnTo>
                <a:lnTo>
                  <a:pt x="2225" y="16200"/>
                </a:lnTo>
                <a:lnTo>
                  <a:pt x="1120" y="16200"/>
                </a:lnTo>
                <a:lnTo>
                  <a:pt x="0" y="16200"/>
                </a:lnTo>
                <a:lnTo>
                  <a:pt x="719" y="13257"/>
                </a:lnTo>
                <a:lnTo>
                  <a:pt x="1306" y="10938"/>
                </a:lnTo>
                <a:lnTo>
                  <a:pt x="1806" y="9137"/>
                </a:lnTo>
                <a:lnTo>
                  <a:pt x="2263" y="7746"/>
                </a:lnTo>
                <a:lnTo>
                  <a:pt x="2723" y="6658"/>
                </a:lnTo>
                <a:lnTo>
                  <a:pt x="3232" y="5767"/>
                </a:lnTo>
                <a:lnTo>
                  <a:pt x="3835" y="4968"/>
                </a:lnTo>
                <a:lnTo>
                  <a:pt x="4578" y="4150"/>
                </a:lnTo>
                <a:lnTo>
                  <a:pt x="5503" y="3208"/>
                </a:lnTo>
                <a:lnTo>
                  <a:pt x="6663" y="3054"/>
                </a:lnTo>
                <a:lnTo>
                  <a:pt x="7798" y="3013"/>
                </a:lnTo>
                <a:lnTo>
                  <a:pt x="8914" y="3070"/>
                </a:lnTo>
                <a:lnTo>
                  <a:pt x="10014" y="3218"/>
                </a:lnTo>
                <a:lnTo>
                  <a:pt x="11107" y="3445"/>
                </a:lnTo>
                <a:lnTo>
                  <a:pt x="12196" y="3742"/>
                </a:lnTo>
                <a:lnTo>
                  <a:pt x="13286" y="4096"/>
                </a:lnTo>
                <a:lnTo>
                  <a:pt x="14382" y="4498"/>
                </a:lnTo>
                <a:lnTo>
                  <a:pt x="15491" y="4936"/>
                </a:lnTo>
                <a:lnTo>
                  <a:pt x="16615" y="5400"/>
                </a:lnTo>
                <a:lnTo>
                  <a:pt x="16615" y="3615"/>
                </a:lnTo>
                <a:lnTo>
                  <a:pt x="16615" y="1820"/>
                </a:lnTo>
                <a:lnTo>
                  <a:pt x="16615" y="0"/>
                </a:lnTo>
                <a:close/>
              </a:path>
            </a:pathLst>
          </a:custGeom>
          <a:solidFill>
            <a:srgbClr val="604A72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8" name="contour_08686"/>
          <p:cNvSpPr/>
          <p:nvPr/>
        </p:nvSpPr>
        <p:spPr>
          <a:xfrm>
            <a:off x="4011482" y="4924860"/>
            <a:ext cx="65592" cy="601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22" y="105"/>
                </a:lnTo>
                <a:lnTo>
                  <a:pt x="16742" y="223"/>
                </a:lnTo>
                <a:lnTo>
                  <a:pt x="18362" y="351"/>
                </a:lnTo>
                <a:lnTo>
                  <a:pt x="19982" y="495"/>
                </a:lnTo>
                <a:lnTo>
                  <a:pt x="21600" y="655"/>
                </a:lnTo>
                <a:lnTo>
                  <a:pt x="21600" y="1953"/>
                </a:lnTo>
                <a:lnTo>
                  <a:pt x="21600" y="3273"/>
                </a:lnTo>
                <a:lnTo>
                  <a:pt x="20119" y="3710"/>
                </a:lnTo>
                <a:lnTo>
                  <a:pt x="18631" y="4097"/>
                </a:lnTo>
                <a:lnTo>
                  <a:pt x="17138" y="4443"/>
                </a:lnTo>
                <a:lnTo>
                  <a:pt x="15638" y="4757"/>
                </a:lnTo>
                <a:lnTo>
                  <a:pt x="14136" y="5050"/>
                </a:lnTo>
                <a:lnTo>
                  <a:pt x="12629" y="5331"/>
                </a:lnTo>
                <a:lnTo>
                  <a:pt x="11117" y="5608"/>
                </a:lnTo>
                <a:lnTo>
                  <a:pt x="9600" y="5891"/>
                </a:lnTo>
                <a:lnTo>
                  <a:pt x="10788" y="7187"/>
                </a:lnTo>
                <a:lnTo>
                  <a:pt x="11978" y="8486"/>
                </a:lnTo>
                <a:lnTo>
                  <a:pt x="13169" y="9784"/>
                </a:lnTo>
                <a:lnTo>
                  <a:pt x="14364" y="11088"/>
                </a:lnTo>
                <a:lnTo>
                  <a:pt x="15564" y="12397"/>
                </a:lnTo>
                <a:lnTo>
                  <a:pt x="16769" y="13711"/>
                </a:lnTo>
                <a:lnTo>
                  <a:pt x="17981" y="15034"/>
                </a:lnTo>
                <a:lnTo>
                  <a:pt x="19200" y="16364"/>
                </a:lnTo>
                <a:lnTo>
                  <a:pt x="17614" y="16364"/>
                </a:lnTo>
                <a:lnTo>
                  <a:pt x="16018" y="16364"/>
                </a:lnTo>
                <a:lnTo>
                  <a:pt x="14400" y="16364"/>
                </a:lnTo>
                <a:lnTo>
                  <a:pt x="13519" y="17919"/>
                </a:lnTo>
                <a:lnTo>
                  <a:pt x="12974" y="18982"/>
                </a:lnTo>
                <a:lnTo>
                  <a:pt x="12545" y="20045"/>
                </a:lnTo>
                <a:lnTo>
                  <a:pt x="12000" y="21600"/>
                </a:lnTo>
                <a:lnTo>
                  <a:pt x="12000" y="19869"/>
                </a:lnTo>
                <a:lnTo>
                  <a:pt x="12000" y="18128"/>
                </a:lnTo>
                <a:lnTo>
                  <a:pt x="12000" y="16364"/>
                </a:lnTo>
                <a:lnTo>
                  <a:pt x="10430" y="15384"/>
                </a:lnTo>
                <a:lnTo>
                  <a:pt x="9281" y="14753"/>
                </a:lnTo>
                <a:lnTo>
                  <a:pt x="7992" y="14188"/>
                </a:lnTo>
                <a:lnTo>
                  <a:pt x="6000" y="13418"/>
                </a:lnTo>
                <a:lnTo>
                  <a:pt x="4884" y="12978"/>
                </a:lnTo>
                <a:lnTo>
                  <a:pt x="3763" y="12536"/>
                </a:lnTo>
                <a:lnTo>
                  <a:pt x="2626" y="12088"/>
                </a:lnTo>
                <a:lnTo>
                  <a:pt x="1322" y="11612"/>
                </a:lnTo>
                <a:lnTo>
                  <a:pt x="0" y="11127"/>
                </a:lnTo>
                <a:lnTo>
                  <a:pt x="595" y="8559"/>
                </a:lnTo>
                <a:lnTo>
                  <a:pt x="1284" y="6401"/>
                </a:lnTo>
                <a:lnTo>
                  <a:pt x="2095" y="4618"/>
                </a:lnTo>
                <a:lnTo>
                  <a:pt x="3055" y="3181"/>
                </a:lnTo>
                <a:lnTo>
                  <a:pt x="4190" y="2055"/>
                </a:lnTo>
                <a:lnTo>
                  <a:pt x="5532" y="1212"/>
                </a:lnTo>
                <a:lnTo>
                  <a:pt x="7104" y="618"/>
                </a:lnTo>
                <a:lnTo>
                  <a:pt x="8940" y="238"/>
                </a:lnTo>
                <a:lnTo>
                  <a:pt x="11062" y="42"/>
                </a:lnTo>
                <a:lnTo>
                  <a:pt x="13500" y="0"/>
                </a:lnTo>
                <a:close/>
              </a:path>
            </a:pathLst>
          </a:custGeom>
          <a:solidFill>
            <a:srgbClr val="737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8689" name="contour_08687"/>
          <p:cNvSpPr/>
          <p:nvPr/>
        </p:nvSpPr>
        <p:spPr>
          <a:xfrm>
            <a:off x="11131412" y="4917033"/>
            <a:ext cx="44158" cy="533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14" y="0"/>
                </a:moveTo>
                <a:lnTo>
                  <a:pt x="10313" y="38"/>
                </a:lnTo>
                <a:lnTo>
                  <a:pt x="12581" y="121"/>
                </a:lnTo>
                <a:lnTo>
                  <a:pt x="14834" y="254"/>
                </a:lnTo>
                <a:lnTo>
                  <a:pt x="17076" y="436"/>
                </a:lnTo>
                <a:lnTo>
                  <a:pt x="19329" y="669"/>
                </a:lnTo>
                <a:lnTo>
                  <a:pt x="21600" y="956"/>
                </a:lnTo>
                <a:lnTo>
                  <a:pt x="21062" y="3312"/>
                </a:lnTo>
                <a:lnTo>
                  <a:pt x="20466" y="5462"/>
                </a:lnTo>
                <a:lnTo>
                  <a:pt x="19793" y="7426"/>
                </a:lnTo>
                <a:lnTo>
                  <a:pt x="19023" y="9240"/>
                </a:lnTo>
                <a:lnTo>
                  <a:pt x="18142" y="10927"/>
                </a:lnTo>
                <a:lnTo>
                  <a:pt x="17130" y="12516"/>
                </a:lnTo>
                <a:lnTo>
                  <a:pt x="15971" y="14038"/>
                </a:lnTo>
                <a:lnTo>
                  <a:pt x="14648" y="15519"/>
                </a:lnTo>
                <a:lnTo>
                  <a:pt x="13140" y="16987"/>
                </a:lnTo>
                <a:lnTo>
                  <a:pt x="11433" y="18471"/>
                </a:lnTo>
                <a:lnTo>
                  <a:pt x="9504" y="19999"/>
                </a:lnTo>
                <a:lnTo>
                  <a:pt x="7340" y="21600"/>
                </a:lnTo>
                <a:lnTo>
                  <a:pt x="5101" y="20367"/>
                </a:lnTo>
                <a:lnTo>
                  <a:pt x="3611" y="19344"/>
                </a:lnTo>
                <a:lnTo>
                  <a:pt x="2203" y="17972"/>
                </a:lnTo>
                <a:lnTo>
                  <a:pt x="210" y="15702"/>
                </a:lnTo>
                <a:lnTo>
                  <a:pt x="61" y="13540"/>
                </a:lnTo>
                <a:lnTo>
                  <a:pt x="0" y="11360"/>
                </a:lnTo>
                <a:lnTo>
                  <a:pt x="103" y="9216"/>
                </a:lnTo>
                <a:lnTo>
                  <a:pt x="438" y="7155"/>
                </a:lnTo>
                <a:lnTo>
                  <a:pt x="1077" y="5235"/>
                </a:lnTo>
                <a:lnTo>
                  <a:pt x="2082" y="3504"/>
                </a:lnTo>
                <a:lnTo>
                  <a:pt x="3529" y="2020"/>
                </a:lnTo>
                <a:lnTo>
                  <a:pt x="5483" y="835"/>
                </a:lnTo>
                <a:lnTo>
                  <a:pt x="8014" y="0"/>
                </a:lnTo>
                <a:close/>
              </a:path>
            </a:pathLst>
          </a:custGeom>
          <a:solidFill>
            <a:srgbClr val="DEDEDC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0" name="contour_08688"/>
          <p:cNvSpPr/>
          <p:nvPr/>
        </p:nvSpPr>
        <p:spPr>
          <a:xfrm>
            <a:off x="4587233" y="4904651"/>
            <a:ext cx="65592" cy="451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80"/>
                </a:moveTo>
                <a:lnTo>
                  <a:pt x="4104" y="0"/>
                </a:lnTo>
                <a:lnTo>
                  <a:pt x="5311" y="66"/>
                </a:lnTo>
                <a:lnTo>
                  <a:pt x="6602" y="356"/>
                </a:lnTo>
                <a:lnTo>
                  <a:pt x="8549" y="953"/>
                </a:lnTo>
                <a:lnTo>
                  <a:pt x="9372" y="1183"/>
                </a:lnTo>
                <a:lnTo>
                  <a:pt x="11858" y="1881"/>
                </a:lnTo>
                <a:lnTo>
                  <a:pt x="13121" y="2718"/>
                </a:lnTo>
                <a:lnTo>
                  <a:pt x="14400" y="3570"/>
                </a:lnTo>
                <a:lnTo>
                  <a:pt x="14400" y="5876"/>
                </a:lnTo>
                <a:lnTo>
                  <a:pt x="14400" y="8197"/>
                </a:lnTo>
                <a:lnTo>
                  <a:pt x="14400" y="10549"/>
                </a:lnTo>
                <a:lnTo>
                  <a:pt x="15826" y="10549"/>
                </a:lnTo>
                <a:lnTo>
                  <a:pt x="17256" y="10549"/>
                </a:lnTo>
                <a:lnTo>
                  <a:pt x="18691" y="10549"/>
                </a:lnTo>
                <a:lnTo>
                  <a:pt x="20138" y="10549"/>
                </a:lnTo>
                <a:lnTo>
                  <a:pt x="21600" y="10549"/>
                </a:lnTo>
                <a:lnTo>
                  <a:pt x="21600" y="12622"/>
                </a:lnTo>
                <a:lnTo>
                  <a:pt x="21600" y="14701"/>
                </a:lnTo>
                <a:lnTo>
                  <a:pt x="21600" y="16788"/>
                </a:lnTo>
                <a:lnTo>
                  <a:pt x="21600" y="18892"/>
                </a:lnTo>
                <a:lnTo>
                  <a:pt x="21600" y="21017"/>
                </a:lnTo>
                <a:lnTo>
                  <a:pt x="19865" y="21258"/>
                </a:lnTo>
                <a:lnTo>
                  <a:pt x="18146" y="21446"/>
                </a:lnTo>
                <a:lnTo>
                  <a:pt x="16442" y="21569"/>
                </a:lnTo>
                <a:lnTo>
                  <a:pt x="14743" y="21600"/>
                </a:lnTo>
                <a:lnTo>
                  <a:pt x="13042" y="21530"/>
                </a:lnTo>
                <a:lnTo>
                  <a:pt x="11330" y="21342"/>
                </a:lnTo>
                <a:lnTo>
                  <a:pt x="9600" y="21017"/>
                </a:lnTo>
                <a:lnTo>
                  <a:pt x="8390" y="18878"/>
                </a:lnTo>
                <a:lnTo>
                  <a:pt x="7522" y="17283"/>
                </a:lnTo>
                <a:lnTo>
                  <a:pt x="6862" y="15947"/>
                </a:lnTo>
                <a:lnTo>
                  <a:pt x="6276" y="14569"/>
                </a:lnTo>
                <a:lnTo>
                  <a:pt x="5635" y="12869"/>
                </a:lnTo>
                <a:lnTo>
                  <a:pt x="4800" y="10549"/>
                </a:lnTo>
                <a:lnTo>
                  <a:pt x="3206" y="9142"/>
                </a:lnTo>
                <a:lnTo>
                  <a:pt x="2174" y="8312"/>
                </a:lnTo>
                <a:lnTo>
                  <a:pt x="1255" y="7726"/>
                </a:lnTo>
                <a:lnTo>
                  <a:pt x="0" y="7059"/>
                </a:lnTo>
                <a:lnTo>
                  <a:pt x="497" y="4955"/>
                </a:lnTo>
                <a:lnTo>
                  <a:pt x="912" y="3528"/>
                </a:lnTo>
                <a:lnTo>
                  <a:pt x="1471" y="2122"/>
                </a:lnTo>
                <a:lnTo>
                  <a:pt x="2400" y="80"/>
                </a:lnTo>
                <a:close/>
              </a:path>
            </a:pathLst>
          </a:custGeom>
          <a:solidFill>
            <a:srgbClr val="8D69A4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1" name="contour_08689"/>
          <p:cNvSpPr/>
          <p:nvPr/>
        </p:nvSpPr>
        <p:spPr>
          <a:xfrm>
            <a:off x="4864177" y="4890242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34" y="1346"/>
                </a:lnTo>
                <a:lnTo>
                  <a:pt x="7466" y="2365"/>
                </a:lnTo>
                <a:lnTo>
                  <a:pt x="8400" y="3262"/>
                </a:lnTo>
                <a:lnTo>
                  <a:pt x="9334" y="4234"/>
                </a:lnTo>
                <a:lnTo>
                  <a:pt x="10466" y="5479"/>
                </a:lnTo>
                <a:lnTo>
                  <a:pt x="12000" y="7200"/>
                </a:lnTo>
                <a:lnTo>
                  <a:pt x="12000" y="9580"/>
                </a:lnTo>
                <a:lnTo>
                  <a:pt x="12000" y="11974"/>
                </a:lnTo>
                <a:lnTo>
                  <a:pt x="12000" y="14400"/>
                </a:lnTo>
                <a:lnTo>
                  <a:pt x="13584" y="13806"/>
                </a:lnTo>
                <a:lnTo>
                  <a:pt x="15170" y="13212"/>
                </a:lnTo>
                <a:lnTo>
                  <a:pt x="16764" y="12614"/>
                </a:lnTo>
                <a:lnTo>
                  <a:pt x="18365" y="12013"/>
                </a:lnTo>
                <a:lnTo>
                  <a:pt x="19975" y="11408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528" y="19224"/>
                </a:lnTo>
                <a:lnTo>
                  <a:pt x="1056" y="16844"/>
                </a:lnTo>
                <a:lnTo>
                  <a:pt x="1586" y="14465"/>
                </a:lnTo>
                <a:lnTo>
                  <a:pt x="2117" y="12078"/>
                </a:lnTo>
                <a:lnTo>
                  <a:pt x="2647" y="9684"/>
                </a:lnTo>
                <a:lnTo>
                  <a:pt x="3182" y="7279"/>
                </a:lnTo>
                <a:lnTo>
                  <a:pt x="3718" y="4867"/>
                </a:lnTo>
                <a:lnTo>
                  <a:pt x="4258" y="2441"/>
                </a:lnTo>
                <a:lnTo>
                  <a:pt x="4800" y="0"/>
                </a:lnTo>
                <a:close/>
              </a:path>
            </a:pathLst>
          </a:custGeom>
          <a:solidFill>
            <a:srgbClr val="E3E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2" name="contour_08690"/>
          <p:cNvSpPr/>
          <p:nvPr/>
        </p:nvSpPr>
        <p:spPr>
          <a:xfrm>
            <a:off x="1067133" y="4883209"/>
            <a:ext cx="94744" cy="277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46" y="488"/>
                </a:moveTo>
                <a:lnTo>
                  <a:pt x="8009" y="613"/>
                </a:lnTo>
                <a:lnTo>
                  <a:pt x="8648" y="824"/>
                </a:lnTo>
                <a:lnTo>
                  <a:pt x="10112" y="1318"/>
                </a:lnTo>
                <a:lnTo>
                  <a:pt x="10956" y="1641"/>
                </a:lnTo>
                <a:lnTo>
                  <a:pt x="11807" y="1960"/>
                </a:lnTo>
                <a:lnTo>
                  <a:pt x="12669" y="2283"/>
                </a:lnTo>
                <a:lnTo>
                  <a:pt x="13050" y="2420"/>
                </a:lnTo>
                <a:lnTo>
                  <a:pt x="13724" y="2652"/>
                </a:lnTo>
                <a:lnTo>
                  <a:pt x="15266" y="3186"/>
                </a:lnTo>
                <a:lnTo>
                  <a:pt x="16321" y="3556"/>
                </a:lnTo>
                <a:lnTo>
                  <a:pt x="17378" y="3930"/>
                </a:lnTo>
                <a:lnTo>
                  <a:pt x="18433" y="4311"/>
                </a:lnTo>
                <a:lnTo>
                  <a:pt x="19488" y="4697"/>
                </a:lnTo>
                <a:lnTo>
                  <a:pt x="20543" y="5089"/>
                </a:lnTo>
                <a:lnTo>
                  <a:pt x="21600" y="5481"/>
                </a:lnTo>
                <a:lnTo>
                  <a:pt x="21600" y="8298"/>
                </a:lnTo>
                <a:lnTo>
                  <a:pt x="21600" y="11161"/>
                </a:lnTo>
                <a:lnTo>
                  <a:pt x="20562" y="12382"/>
                </a:lnTo>
                <a:lnTo>
                  <a:pt x="19533" y="13535"/>
                </a:lnTo>
                <a:lnTo>
                  <a:pt x="18505" y="14614"/>
                </a:lnTo>
                <a:lnTo>
                  <a:pt x="17471" y="15636"/>
                </a:lnTo>
                <a:lnTo>
                  <a:pt x="16428" y="16613"/>
                </a:lnTo>
                <a:lnTo>
                  <a:pt x="15369" y="17550"/>
                </a:lnTo>
                <a:lnTo>
                  <a:pt x="14932" y="17976"/>
                </a:lnTo>
                <a:lnTo>
                  <a:pt x="13618" y="19260"/>
                </a:lnTo>
                <a:lnTo>
                  <a:pt x="12422" y="20208"/>
                </a:lnTo>
                <a:lnTo>
                  <a:pt x="11285" y="20913"/>
                </a:lnTo>
                <a:lnTo>
                  <a:pt x="10197" y="21378"/>
                </a:lnTo>
                <a:lnTo>
                  <a:pt x="9143" y="21600"/>
                </a:lnTo>
                <a:lnTo>
                  <a:pt x="8112" y="21589"/>
                </a:lnTo>
                <a:lnTo>
                  <a:pt x="7088" y="21350"/>
                </a:lnTo>
                <a:lnTo>
                  <a:pt x="6061" y="20884"/>
                </a:lnTo>
                <a:lnTo>
                  <a:pt x="5018" y="20191"/>
                </a:lnTo>
                <a:lnTo>
                  <a:pt x="3946" y="19288"/>
                </a:lnTo>
                <a:lnTo>
                  <a:pt x="2831" y="18169"/>
                </a:lnTo>
                <a:lnTo>
                  <a:pt x="1662" y="16840"/>
                </a:lnTo>
                <a:lnTo>
                  <a:pt x="934" y="13268"/>
                </a:lnTo>
                <a:lnTo>
                  <a:pt x="518" y="10894"/>
                </a:lnTo>
                <a:lnTo>
                  <a:pt x="259" y="8650"/>
                </a:lnTo>
                <a:lnTo>
                  <a:pt x="0" y="5481"/>
                </a:lnTo>
                <a:lnTo>
                  <a:pt x="1117" y="3362"/>
                </a:lnTo>
                <a:lnTo>
                  <a:pt x="2158" y="1823"/>
                </a:lnTo>
                <a:lnTo>
                  <a:pt x="3164" y="789"/>
                </a:lnTo>
                <a:lnTo>
                  <a:pt x="4174" y="199"/>
                </a:lnTo>
                <a:lnTo>
                  <a:pt x="5231" y="0"/>
                </a:lnTo>
                <a:lnTo>
                  <a:pt x="6374" y="114"/>
                </a:lnTo>
                <a:lnTo>
                  <a:pt x="7646" y="488"/>
                </a:lnTo>
                <a:close/>
              </a:path>
            </a:pathLst>
          </a:custGeom>
          <a:solidFill>
            <a:srgbClr val="DBE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3" name="contour_08691"/>
          <p:cNvSpPr/>
          <p:nvPr/>
        </p:nvSpPr>
        <p:spPr>
          <a:xfrm>
            <a:off x="11816659" y="4839226"/>
            <a:ext cx="32657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" y="0"/>
                </a:moveTo>
                <a:lnTo>
                  <a:pt x="3090" y="837"/>
                </a:lnTo>
                <a:lnTo>
                  <a:pt x="5881" y="1669"/>
                </a:lnTo>
                <a:lnTo>
                  <a:pt x="8527" y="2513"/>
                </a:lnTo>
                <a:lnTo>
                  <a:pt x="11005" y="3382"/>
                </a:lnTo>
                <a:lnTo>
                  <a:pt x="13299" y="4291"/>
                </a:lnTo>
                <a:lnTo>
                  <a:pt x="15382" y="5256"/>
                </a:lnTo>
                <a:lnTo>
                  <a:pt x="17238" y="6289"/>
                </a:lnTo>
                <a:lnTo>
                  <a:pt x="18848" y="7409"/>
                </a:lnTo>
                <a:lnTo>
                  <a:pt x="20188" y="8626"/>
                </a:lnTo>
                <a:lnTo>
                  <a:pt x="21243" y="9956"/>
                </a:lnTo>
                <a:lnTo>
                  <a:pt x="21484" y="12235"/>
                </a:lnTo>
                <a:lnTo>
                  <a:pt x="21600" y="13979"/>
                </a:lnTo>
                <a:lnTo>
                  <a:pt x="21518" y="15300"/>
                </a:lnTo>
                <a:lnTo>
                  <a:pt x="21185" y="16313"/>
                </a:lnTo>
                <a:lnTo>
                  <a:pt x="20544" y="17125"/>
                </a:lnTo>
                <a:lnTo>
                  <a:pt x="19532" y="17852"/>
                </a:lnTo>
                <a:lnTo>
                  <a:pt x="18091" y="18603"/>
                </a:lnTo>
                <a:lnTo>
                  <a:pt x="16158" y="19490"/>
                </a:lnTo>
                <a:lnTo>
                  <a:pt x="13772" y="20077"/>
                </a:lnTo>
                <a:lnTo>
                  <a:pt x="11815" y="20493"/>
                </a:lnTo>
                <a:lnTo>
                  <a:pt x="9236" y="20934"/>
                </a:lnTo>
                <a:lnTo>
                  <a:pt x="4994" y="21600"/>
                </a:lnTo>
                <a:lnTo>
                  <a:pt x="4160" y="20326"/>
                </a:lnTo>
                <a:lnTo>
                  <a:pt x="3418" y="19058"/>
                </a:lnTo>
                <a:lnTo>
                  <a:pt x="2762" y="17795"/>
                </a:lnTo>
                <a:lnTo>
                  <a:pt x="2188" y="16535"/>
                </a:lnTo>
                <a:lnTo>
                  <a:pt x="1697" y="15277"/>
                </a:lnTo>
                <a:lnTo>
                  <a:pt x="1277" y="14020"/>
                </a:lnTo>
                <a:lnTo>
                  <a:pt x="926" y="12764"/>
                </a:lnTo>
                <a:lnTo>
                  <a:pt x="636" y="11507"/>
                </a:lnTo>
                <a:lnTo>
                  <a:pt x="410" y="10249"/>
                </a:lnTo>
                <a:lnTo>
                  <a:pt x="236" y="8987"/>
                </a:lnTo>
                <a:lnTo>
                  <a:pt x="116" y="7724"/>
                </a:lnTo>
                <a:lnTo>
                  <a:pt x="39" y="6453"/>
                </a:lnTo>
                <a:lnTo>
                  <a:pt x="0" y="5179"/>
                </a:lnTo>
                <a:lnTo>
                  <a:pt x="0" y="3897"/>
                </a:lnTo>
                <a:lnTo>
                  <a:pt x="34" y="2606"/>
                </a:lnTo>
                <a:lnTo>
                  <a:pt x="92" y="1309"/>
                </a:lnTo>
                <a:lnTo>
                  <a:pt x="174" y="0"/>
                </a:lnTo>
                <a:close/>
              </a:path>
            </a:pathLst>
          </a:custGeom>
          <a:solidFill>
            <a:srgbClr val="C3D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4" name="contour_08692"/>
          <p:cNvSpPr/>
          <p:nvPr/>
        </p:nvSpPr>
        <p:spPr>
          <a:xfrm>
            <a:off x="812841" y="4846514"/>
            <a:ext cx="79381" cy="45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9" y="0"/>
                </a:moveTo>
                <a:lnTo>
                  <a:pt x="2507" y="1714"/>
                </a:lnTo>
                <a:lnTo>
                  <a:pt x="3256" y="3456"/>
                </a:lnTo>
                <a:lnTo>
                  <a:pt x="4545" y="5056"/>
                </a:lnTo>
                <a:lnTo>
                  <a:pt x="5759" y="6169"/>
                </a:lnTo>
                <a:lnTo>
                  <a:pt x="6937" y="6874"/>
                </a:lnTo>
                <a:lnTo>
                  <a:pt x="8117" y="7247"/>
                </a:lnTo>
                <a:lnTo>
                  <a:pt x="9342" y="7361"/>
                </a:lnTo>
                <a:lnTo>
                  <a:pt x="10649" y="7292"/>
                </a:lnTo>
                <a:lnTo>
                  <a:pt x="12077" y="7116"/>
                </a:lnTo>
                <a:lnTo>
                  <a:pt x="13668" y="6912"/>
                </a:lnTo>
                <a:lnTo>
                  <a:pt x="13668" y="9196"/>
                </a:lnTo>
                <a:lnTo>
                  <a:pt x="13668" y="11495"/>
                </a:lnTo>
                <a:lnTo>
                  <a:pt x="13668" y="13824"/>
                </a:lnTo>
                <a:lnTo>
                  <a:pt x="14970" y="14857"/>
                </a:lnTo>
                <a:lnTo>
                  <a:pt x="16000" y="15417"/>
                </a:lnTo>
                <a:lnTo>
                  <a:pt x="17634" y="15984"/>
                </a:lnTo>
                <a:lnTo>
                  <a:pt x="18740" y="16375"/>
                </a:lnTo>
                <a:lnTo>
                  <a:pt x="19865" y="16769"/>
                </a:lnTo>
                <a:lnTo>
                  <a:pt x="20725" y="17024"/>
                </a:lnTo>
                <a:lnTo>
                  <a:pt x="21600" y="17280"/>
                </a:lnTo>
                <a:lnTo>
                  <a:pt x="20388" y="19160"/>
                </a:lnTo>
                <a:lnTo>
                  <a:pt x="19290" y="20370"/>
                </a:lnTo>
                <a:lnTo>
                  <a:pt x="18205" y="21068"/>
                </a:lnTo>
                <a:lnTo>
                  <a:pt x="17033" y="21400"/>
                </a:lnTo>
                <a:lnTo>
                  <a:pt x="15678" y="21527"/>
                </a:lnTo>
                <a:lnTo>
                  <a:pt x="14040" y="21600"/>
                </a:lnTo>
                <a:lnTo>
                  <a:pt x="12456" y="21500"/>
                </a:lnTo>
                <a:lnTo>
                  <a:pt x="10980" y="21282"/>
                </a:lnTo>
                <a:lnTo>
                  <a:pt x="9594" y="20933"/>
                </a:lnTo>
                <a:lnTo>
                  <a:pt x="8281" y="20432"/>
                </a:lnTo>
                <a:lnTo>
                  <a:pt x="7024" y="19768"/>
                </a:lnTo>
                <a:lnTo>
                  <a:pt x="5809" y="18918"/>
                </a:lnTo>
                <a:lnTo>
                  <a:pt x="4615" y="17871"/>
                </a:lnTo>
                <a:lnTo>
                  <a:pt x="3427" y="16606"/>
                </a:lnTo>
                <a:lnTo>
                  <a:pt x="2229" y="15110"/>
                </a:lnTo>
                <a:lnTo>
                  <a:pt x="1001" y="13364"/>
                </a:lnTo>
                <a:lnTo>
                  <a:pt x="307" y="11540"/>
                </a:lnTo>
                <a:lnTo>
                  <a:pt x="0" y="10012"/>
                </a:lnTo>
                <a:lnTo>
                  <a:pt x="14" y="7952"/>
                </a:lnTo>
                <a:lnTo>
                  <a:pt x="282" y="4534"/>
                </a:lnTo>
                <a:lnTo>
                  <a:pt x="773" y="3038"/>
                </a:lnTo>
                <a:lnTo>
                  <a:pt x="1267" y="1528"/>
                </a:lnTo>
                <a:lnTo>
                  <a:pt x="1769" y="0"/>
                </a:lnTo>
                <a:close/>
              </a:path>
            </a:pathLst>
          </a:custGeom>
          <a:solidFill>
            <a:srgbClr val="37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5" name="contour_08693"/>
          <p:cNvSpPr/>
          <p:nvPr/>
        </p:nvSpPr>
        <p:spPr>
          <a:xfrm>
            <a:off x="3639794" y="4846514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172" y="3208"/>
                </a:lnTo>
                <a:lnTo>
                  <a:pt x="20742" y="6426"/>
                </a:lnTo>
                <a:lnTo>
                  <a:pt x="20313" y="9655"/>
                </a:lnTo>
                <a:lnTo>
                  <a:pt x="19878" y="12911"/>
                </a:lnTo>
                <a:lnTo>
                  <a:pt x="19440" y="16200"/>
                </a:lnTo>
                <a:lnTo>
                  <a:pt x="17922" y="17858"/>
                </a:lnTo>
                <a:lnTo>
                  <a:pt x="16764" y="18576"/>
                </a:lnTo>
                <a:lnTo>
                  <a:pt x="14977" y="18965"/>
                </a:lnTo>
                <a:lnTo>
                  <a:pt x="13668" y="19251"/>
                </a:lnTo>
                <a:lnTo>
                  <a:pt x="12340" y="19543"/>
                </a:lnTo>
                <a:lnTo>
                  <a:pt x="10973" y="19726"/>
                </a:lnTo>
                <a:lnTo>
                  <a:pt x="9586" y="19915"/>
                </a:lnTo>
                <a:lnTo>
                  <a:pt x="8206" y="20191"/>
                </a:lnTo>
                <a:lnTo>
                  <a:pt x="6804" y="20471"/>
                </a:lnTo>
                <a:lnTo>
                  <a:pt x="5443" y="20731"/>
                </a:lnTo>
                <a:lnTo>
                  <a:pt x="4085" y="20968"/>
                </a:lnTo>
                <a:lnTo>
                  <a:pt x="2724" y="21190"/>
                </a:lnTo>
                <a:lnTo>
                  <a:pt x="1361" y="21395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4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6" name="contour_08694"/>
          <p:cNvSpPr/>
          <p:nvPr/>
        </p:nvSpPr>
        <p:spPr>
          <a:xfrm>
            <a:off x="2262364" y="4810074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551" y="0"/>
                </a:lnTo>
                <a:lnTo>
                  <a:pt x="8640" y="0"/>
                </a:lnTo>
                <a:lnTo>
                  <a:pt x="8804" y="1279"/>
                </a:lnTo>
                <a:lnTo>
                  <a:pt x="8947" y="2562"/>
                </a:lnTo>
                <a:lnTo>
                  <a:pt x="9070" y="3845"/>
                </a:lnTo>
                <a:lnTo>
                  <a:pt x="9180" y="5130"/>
                </a:lnTo>
                <a:lnTo>
                  <a:pt x="9485" y="6895"/>
                </a:lnTo>
                <a:lnTo>
                  <a:pt x="9755" y="8072"/>
                </a:lnTo>
                <a:lnTo>
                  <a:pt x="10143" y="9197"/>
                </a:lnTo>
                <a:lnTo>
                  <a:pt x="10800" y="10800"/>
                </a:lnTo>
                <a:lnTo>
                  <a:pt x="12077" y="11591"/>
                </a:lnTo>
                <a:lnTo>
                  <a:pt x="13366" y="12286"/>
                </a:lnTo>
                <a:lnTo>
                  <a:pt x="14673" y="12897"/>
                </a:lnTo>
                <a:lnTo>
                  <a:pt x="15999" y="13437"/>
                </a:lnTo>
                <a:lnTo>
                  <a:pt x="17349" y="13917"/>
                </a:lnTo>
                <a:lnTo>
                  <a:pt x="18732" y="14351"/>
                </a:lnTo>
                <a:lnTo>
                  <a:pt x="20146" y="14746"/>
                </a:lnTo>
                <a:lnTo>
                  <a:pt x="21600" y="15120"/>
                </a:lnTo>
                <a:lnTo>
                  <a:pt x="21172" y="16403"/>
                </a:lnTo>
                <a:lnTo>
                  <a:pt x="20742" y="17690"/>
                </a:lnTo>
                <a:lnTo>
                  <a:pt x="20313" y="18982"/>
                </a:lnTo>
                <a:lnTo>
                  <a:pt x="19878" y="20285"/>
                </a:lnTo>
                <a:lnTo>
                  <a:pt x="19440" y="21600"/>
                </a:lnTo>
                <a:lnTo>
                  <a:pt x="16669" y="20533"/>
                </a:lnTo>
                <a:lnTo>
                  <a:pt x="14282" y="19608"/>
                </a:lnTo>
                <a:lnTo>
                  <a:pt x="12234" y="18814"/>
                </a:lnTo>
                <a:lnTo>
                  <a:pt x="10482" y="18122"/>
                </a:lnTo>
                <a:lnTo>
                  <a:pt x="8988" y="17522"/>
                </a:lnTo>
                <a:lnTo>
                  <a:pt x="7705" y="16988"/>
                </a:lnTo>
                <a:lnTo>
                  <a:pt x="6594" y="16507"/>
                </a:lnTo>
                <a:lnTo>
                  <a:pt x="5610" y="16057"/>
                </a:lnTo>
                <a:lnTo>
                  <a:pt x="4709" y="15619"/>
                </a:lnTo>
                <a:lnTo>
                  <a:pt x="3851" y="15176"/>
                </a:lnTo>
                <a:lnTo>
                  <a:pt x="2996" y="14707"/>
                </a:lnTo>
                <a:lnTo>
                  <a:pt x="2095" y="14193"/>
                </a:lnTo>
                <a:lnTo>
                  <a:pt x="1112" y="13619"/>
                </a:lnTo>
                <a:lnTo>
                  <a:pt x="0" y="12960"/>
                </a:lnTo>
                <a:lnTo>
                  <a:pt x="0" y="11532"/>
                </a:lnTo>
                <a:lnTo>
                  <a:pt x="0" y="10096"/>
                </a:lnTo>
                <a:lnTo>
                  <a:pt x="0" y="8640"/>
                </a:lnTo>
                <a:lnTo>
                  <a:pt x="1428" y="8640"/>
                </a:lnTo>
                <a:lnTo>
                  <a:pt x="2864" y="8640"/>
                </a:lnTo>
                <a:lnTo>
                  <a:pt x="4320" y="8640"/>
                </a:lnTo>
                <a:lnTo>
                  <a:pt x="4910" y="7221"/>
                </a:lnTo>
                <a:lnTo>
                  <a:pt x="5225" y="6100"/>
                </a:lnTo>
                <a:lnTo>
                  <a:pt x="5534" y="4320"/>
                </a:lnTo>
                <a:lnTo>
                  <a:pt x="5845" y="2540"/>
                </a:lnTo>
                <a:lnTo>
                  <a:pt x="6091" y="1419"/>
                </a:lnTo>
                <a:lnTo>
                  <a:pt x="6480" y="0"/>
                </a:lnTo>
                <a:close/>
              </a:path>
            </a:pathLst>
          </a:custGeom>
          <a:solidFill>
            <a:srgbClr val="A09E98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7" name="contour_08695"/>
          <p:cNvSpPr/>
          <p:nvPr/>
        </p:nvSpPr>
        <p:spPr>
          <a:xfrm>
            <a:off x="1992708" y="4831938"/>
            <a:ext cx="6520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57" y="0"/>
                </a:moveTo>
                <a:lnTo>
                  <a:pt x="11253" y="0"/>
                </a:lnTo>
                <a:lnTo>
                  <a:pt x="12858" y="0"/>
                </a:lnTo>
                <a:lnTo>
                  <a:pt x="14485" y="0"/>
                </a:lnTo>
                <a:lnTo>
                  <a:pt x="14997" y="1430"/>
                </a:lnTo>
                <a:lnTo>
                  <a:pt x="15494" y="2866"/>
                </a:lnTo>
                <a:lnTo>
                  <a:pt x="15977" y="4306"/>
                </a:lnTo>
                <a:lnTo>
                  <a:pt x="16446" y="5750"/>
                </a:lnTo>
                <a:lnTo>
                  <a:pt x="16900" y="7200"/>
                </a:lnTo>
                <a:lnTo>
                  <a:pt x="17798" y="7944"/>
                </a:lnTo>
                <a:lnTo>
                  <a:pt x="18701" y="8693"/>
                </a:lnTo>
                <a:lnTo>
                  <a:pt x="19616" y="9451"/>
                </a:lnTo>
                <a:lnTo>
                  <a:pt x="20832" y="10963"/>
                </a:lnTo>
                <a:lnTo>
                  <a:pt x="21436" y="11986"/>
                </a:lnTo>
                <a:lnTo>
                  <a:pt x="21600" y="12984"/>
                </a:lnTo>
                <a:lnTo>
                  <a:pt x="21501" y="14429"/>
                </a:lnTo>
                <a:lnTo>
                  <a:pt x="21112" y="15876"/>
                </a:lnTo>
                <a:lnTo>
                  <a:pt x="20695" y="17316"/>
                </a:lnTo>
                <a:lnTo>
                  <a:pt x="20250" y="18749"/>
                </a:lnTo>
                <a:lnTo>
                  <a:pt x="19787" y="20177"/>
                </a:lnTo>
                <a:lnTo>
                  <a:pt x="19314" y="21600"/>
                </a:lnTo>
                <a:lnTo>
                  <a:pt x="18119" y="21005"/>
                </a:lnTo>
                <a:lnTo>
                  <a:pt x="16916" y="20410"/>
                </a:lnTo>
                <a:lnTo>
                  <a:pt x="15709" y="19807"/>
                </a:lnTo>
                <a:lnTo>
                  <a:pt x="14485" y="19200"/>
                </a:lnTo>
                <a:lnTo>
                  <a:pt x="15084" y="18012"/>
                </a:lnTo>
                <a:lnTo>
                  <a:pt x="15683" y="16819"/>
                </a:lnTo>
                <a:lnTo>
                  <a:pt x="16289" y="15617"/>
                </a:lnTo>
                <a:lnTo>
                  <a:pt x="16900" y="14400"/>
                </a:lnTo>
                <a:lnTo>
                  <a:pt x="15673" y="14004"/>
                </a:lnTo>
                <a:lnTo>
                  <a:pt x="14430" y="13603"/>
                </a:lnTo>
                <a:lnTo>
                  <a:pt x="12552" y="12924"/>
                </a:lnTo>
                <a:lnTo>
                  <a:pt x="10825" y="12254"/>
                </a:lnTo>
                <a:lnTo>
                  <a:pt x="9244" y="11570"/>
                </a:lnTo>
                <a:lnTo>
                  <a:pt x="7788" y="10846"/>
                </a:lnTo>
                <a:lnTo>
                  <a:pt x="6446" y="10051"/>
                </a:lnTo>
                <a:lnTo>
                  <a:pt x="5203" y="9163"/>
                </a:lnTo>
                <a:lnTo>
                  <a:pt x="4046" y="8158"/>
                </a:lnTo>
                <a:lnTo>
                  <a:pt x="2962" y="7003"/>
                </a:lnTo>
                <a:lnTo>
                  <a:pt x="1934" y="5676"/>
                </a:lnTo>
                <a:lnTo>
                  <a:pt x="951" y="4150"/>
                </a:lnTo>
                <a:lnTo>
                  <a:pt x="0" y="2400"/>
                </a:lnTo>
                <a:lnTo>
                  <a:pt x="1593" y="2796"/>
                </a:lnTo>
                <a:lnTo>
                  <a:pt x="3189" y="3192"/>
                </a:lnTo>
                <a:lnTo>
                  <a:pt x="4792" y="3590"/>
                </a:lnTo>
                <a:lnTo>
                  <a:pt x="6403" y="3991"/>
                </a:lnTo>
                <a:lnTo>
                  <a:pt x="8022" y="4394"/>
                </a:lnTo>
                <a:lnTo>
                  <a:pt x="9657" y="4800"/>
                </a:lnTo>
                <a:lnTo>
                  <a:pt x="9657" y="3214"/>
                </a:lnTo>
                <a:lnTo>
                  <a:pt x="9657" y="1618"/>
                </a:lnTo>
                <a:lnTo>
                  <a:pt x="9657" y="0"/>
                </a:lnTo>
                <a:close/>
              </a:path>
            </a:pathLst>
          </a:custGeom>
          <a:solidFill>
            <a:srgbClr val="898987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8" name="contour_08696"/>
          <p:cNvSpPr/>
          <p:nvPr/>
        </p:nvSpPr>
        <p:spPr>
          <a:xfrm>
            <a:off x="11445233" y="4824650"/>
            <a:ext cx="116608" cy="3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036" y="426"/>
                </a:lnTo>
                <a:lnTo>
                  <a:pt x="9972" y="851"/>
                </a:lnTo>
                <a:lnTo>
                  <a:pt x="10909" y="1277"/>
                </a:lnTo>
                <a:lnTo>
                  <a:pt x="11848" y="1707"/>
                </a:lnTo>
                <a:lnTo>
                  <a:pt x="12790" y="2133"/>
                </a:lnTo>
                <a:lnTo>
                  <a:pt x="13734" y="2563"/>
                </a:lnTo>
                <a:lnTo>
                  <a:pt x="14681" y="2993"/>
                </a:lnTo>
                <a:lnTo>
                  <a:pt x="15633" y="3427"/>
                </a:lnTo>
                <a:lnTo>
                  <a:pt x="16589" y="3862"/>
                </a:lnTo>
                <a:lnTo>
                  <a:pt x="17550" y="4300"/>
                </a:lnTo>
                <a:lnTo>
                  <a:pt x="17550" y="7143"/>
                </a:lnTo>
                <a:lnTo>
                  <a:pt x="17550" y="10002"/>
                </a:lnTo>
                <a:lnTo>
                  <a:pt x="17550" y="12901"/>
                </a:lnTo>
                <a:lnTo>
                  <a:pt x="18352" y="12901"/>
                </a:lnTo>
                <a:lnTo>
                  <a:pt x="19157" y="12901"/>
                </a:lnTo>
                <a:lnTo>
                  <a:pt x="19964" y="12901"/>
                </a:lnTo>
                <a:lnTo>
                  <a:pt x="20778" y="12901"/>
                </a:lnTo>
                <a:lnTo>
                  <a:pt x="21600" y="12901"/>
                </a:lnTo>
                <a:lnTo>
                  <a:pt x="21321" y="15494"/>
                </a:lnTo>
                <a:lnTo>
                  <a:pt x="21087" y="17252"/>
                </a:lnTo>
                <a:lnTo>
                  <a:pt x="20772" y="18985"/>
                </a:lnTo>
                <a:lnTo>
                  <a:pt x="20250" y="21501"/>
                </a:lnTo>
                <a:lnTo>
                  <a:pt x="19291" y="21600"/>
                </a:lnTo>
                <a:lnTo>
                  <a:pt x="18611" y="21518"/>
                </a:lnTo>
                <a:lnTo>
                  <a:pt x="17886" y="21161"/>
                </a:lnTo>
                <a:lnTo>
                  <a:pt x="16791" y="20426"/>
                </a:lnTo>
                <a:lnTo>
                  <a:pt x="16328" y="20142"/>
                </a:lnTo>
                <a:lnTo>
                  <a:pt x="14930" y="19282"/>
                </a:lnTo>
                <a:lnTo>
                  <a:pt x="14220" y="18250"/>
                </a:lnTo>
                <a:lnTo>
                  <a:pt x="13500" y="17201"/>
                </a:lnTo>
                <a:lnTo>
                  <a:pt x="13500" y="14358"/>
                </a:lnTo>
                <a:lnTo>
                  <a:pt x="13500" y="11499"/>
                </a:lnTo>
                <a:lnTo>
                  <a:pt x="13500" y="8600"/>
                </a:lnTo>
                <a:lnTo>
                  <a:pt x="12649" y="9658"/>
                </a:lnTo>
                <a:lnTo>
                  <a:pt x="11786" y="10733"/>
                </a:lnTo>
                <a:lnTo>
                  <a:pt x="10846" y="11525"/>
                </a:lnTo>
                <a:lnTo>
                  <a:pt x="9937" y="12140"/>
                </a:lnTo>
                <a:lnTo>
                  <a:pt x="9048" y="12591"/>
                </a:lnTo>
                <a:lnTo>
                  <a:pt x="8166" y="12901"/>
                </a:lnTo>
                <a:lnTo>
                  <a:pt x="7279" y="13094"/>
                </a:lnTo>
                <a:lnTo>
                  <a:pt x="6376" y="13189"/>
                </a:lnTo>
                <a:lnTo>
                  <a:pt x="5445" y="13206"/>
                </a:lnTo>
                <a:lnTo>
                  <a:pt x="4471" y="13167"/>
                </a:lnTo>
                <a:lnTo>
                  <a:pt x="3630" y="13129"/>
                </a:lnTo>
                <a:lnTo>
                  <a:pt x="2784" y="13090"/>
                </a:lnTo>
                <a:lnTo>
                  <a:pt x="1925" y="13051"/>
                </a:lnTo>
                <a:lnTo>
                  <a:pt x="1447" y="13012"/>
                </a:lnTo>
                <a:lnTo>
                  <a:pt x="0" y="12901"/>
                </a:lnTo>
                <a:lnTo>
                  <a:pt x="0" y="10768"/>
                </a:lnTo>
                <a:lnTo>
                  <a:pt x="0" y="8600"/>
                </a:lnTo>
                <a:lnTo>
                  <a:pt x="891" y="8600"/>
                </a:lnTo>
                <a:lnTo>
                  <a:pt x="1783" y="8600"/>
                </a:lnTo>
                <a:lnTo>
                  <a:pt x="2676" y="8600"/>
                </a:lnTo>
                <a:lnTo>
                  <a:pt x="3571" y="8600"/>
                </a:lnTo>
                <a:lnTo>
                  <a:pt x="4468" y="8600"/>
                </a:lnTo>
                <a:lnTo>
                  <a:pt x="5370" y="8600"/>
                </a:lnTo>
                <a:lnTo>
                  <a:pt x="6275" y="8600"/>
                </a:lnTo>
                <a:lnTo>
                  <a:pt x="7185" y="8600"/>
                </a:lnTo>
                <a:lnTo>
                  <a:pt x="8100" y="8600"/>
                </a:lnTo>
                <a:lnTo>
                  <a:pt x="8100" y="5758"/>
                </a:lnTo>
                <a:lnTo>
                  <a:pt x="8100" y="2898"/>
                </a:lnTo>
                <a:lnTo>
                  <a:pt x="8100" y="0"/>
                </a:lnTo>
                <a:close/>
              </a:path>
            </a:pathLst>
          </a:custGeom>
          <a:solidFill>
            <a:srgbClr val="9A9B9B"/>
          </a:solidFill>
          <a:ln>
            <a:noFill/>
          </a:ln>
        </p:spPr>
        <p:txBody>
          <a:bodyPr/>
          <a:lstStyle/>
          <a:p/>
        </p:txBody>
      </p:sp>
      <p:sp>
        <p:nvSpPr>
          <p:cNvPr id="8699" name="contour_08697"/>
          <p:cNvSpPr/>
          <p:nvPr/>
        </p:nvSpPr>
        <p:spPr>
          <a:xfrm>
            <a:off x="10694570" y="4788210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603" y="283"/>
                </a:lnTo>
                <a:lnTo>
                  <a:pt x="15204" y="583"/>
                </a:lnTo>
                <a:lnTo>
                  <a:pt x="16800" y="900"/>
                </a:lnTo>
                <a:lnTo>
                  <a:pt x="18139" y="1152"/>
                </a:lnTo>
                <a:lnTo>
                  <a:pt x="19500" y="1406"/>
                </a:lnTo>
                <a:lnTo>
                  <a:pt x="20021" y="1654"/>
                </a:lnTo>
                <a:lnTo>
                  <a:pt x="21600" y="2400"/>
                </a:lnTo>
                <a:lnTo>
                  <a:pt x="21600" y="3986"/>
                </a:lnTo>
                <a:lnTo>
                  <a:pt x="21600" y="5582"/>
                </a:lnTo>
                <a:lnTo>
                  <a:pt x="21600" y="7200"/>
                </a:lnTo>
                <a:lnTo>
                  <a:pt x="20174" y="7200"/>
                </a:lnTo>
                <a:lnTo>
                  <a:pt x="18744" y="7200"/>
                </a:lnTo>
                <a:lnTo>
                  <a:pt x="17309" y="7200"/>
                </a:lnTo>
                <a:lnTo>
                  <a:pt x="15862" y="7200"/>
                </a:lnTo>
                <a:lnTo>
                  <a:pt x="14400" y="7200"/>
                </a:lnTo>
                <a:lnTo>
                  <a:pt x="14400" y="8784"/>
                </a:lnTo>
                <a:lnTo>
                  <a:pt x="14400" y="10370"/>
                </a:lnTo>
                <a:lnTo>
                  <a:pt x="14400" y="11964"/>
                </a:lnTo>
                <a:lnTo>
                  <a:pt x="14400" y="13565"/>
                </a:lnTo>
                <a:lnTo>
                  <a:pt x="14400" y="15175"/>
                </a:lnTo>
                <a:lnTo>
                  <a:pt x="14400" y="16800"/>
                </a:lnTo>
                <a:lnTo>
                  <a:pt x="13260" y="16702"/>
                </a:lnTo>
                <a:lnTo>
                  <a:pt x="12113" y="16601"/>
                </a:lnTo>
                <a:lnTo>
                  <a:pt x="10949" y="16500"/>
                </a:lnTo>
                <a:lnTo>
                  <a:pt x="10399" y="16546"/>
                </a:lnTo>
                <a:lnTo>
                  <a:pt x="9427" y="16622"/>
                </a:lnTo>
                <a:lnTo>
                  <a:pt x="7200" y="16800"/>
                </a:lnTo>
                <a:lnTo>
                  <a:pt x="6233" y="18226"/>
                </a:lnTo>
                <a:lnTo>
                  <a:pt x="5662" y="19200"/>
                </a:lnTo>
                <a:lnTo>
                  <a:pt x="5258" y="20174"/>
                </a:lnTo>
                <a:lnTo>
                  <a:pt x="4800" y="21600"/>
                </a:lnTo>
                <a:lnTo>
                  <a:pt x="4800" y="20014"/>
                </a:lnTo>
                <a:lnTo>
                  <a:pt x="4800" y="18418"/>
                </a:lnTo>
                <a:lnTo>
                  <a:pt x="4800" y="16800"/>
                </a:lnTo>
                <a:lnTo>
                  <a:pt x="3374" y="15919"/>
                </a:lnTo>
                <a:lnTo>
                  <a:pt x="2400" y="15374"/>
                </a:lnTo>
                <a:lnTo>
                  <a:pt x="1426" y="14945"/>
                </a:lnTo>
                <a:lnTo>
                  <a:pt x="0" y="14400"/>
                </a:lnTo>
                <a:lnTo>
                  <a:pt x="502" y="14071"/>
                </a:lnTo>
                <a:lnTo>
                  <a:pt x="2016" y="13078"/>
                </a:lnTo>
                <a:lnTo>
                  <a:pt x="3586" y="11976"/>
                </a:lnTo>
                <a:lnTo>
                  <a:pt x="5023" y="10922"/>
                </a:lnTo>
                <a:lnTo>
                  <a:pt x="6331" y="9878"/>
                </a:lnTo>
                <a:lnTo>
                  <a:pt x="7510" y="8813"/>
                </a:lnTo>
                <a:lnTo>
                  <a:pt x="8563" y="7690"/>
                </a:lnTo>
                <a:lnTo>
                  <a:pt x="9492" y="6473"/>
                </a:lnTo>
                <a:lnTo>
                  <a:pt x="10298" y="5131"/>
                </a:lnTo>
                <a:lnTo>
                  <a:pt x="10985" y="3629"/>
                </a:lnTo>
                <a:lnTo>
                  <a:pt x="11551" y="1930"/>
                </a:lnTo>
                <a:lnTo>
                  <a:pt x="12000" y="0"/>
                </a:lnTo>
                <a:close/>
              </a:path>
            </a:pathLst>
          </a:custGeom>
          <a:solidFill>
            <a:srgbClr val="BDC2C4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0" name="contour_08698"/>
          <p:cNvSpPr/>
          <p:nvPr/>
        </p:nvSpPr>
        <p:spPr>
          <a:xfrm>
            <a:off x="10658130" y="477363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1" y="0"/>
                </a:lnTo>
                <a:lnTo>
                  <a:pt x="3745" y="0"/>
                </a:lnTo>
                <a:lnTo>
                  <a:pt x="5619" y="0"/>
                </a:lnTo>
                <a:lnTo>
                  <a:pt x="7495" y="0"/>
                </a:lnTo>
                <a:lnTo>
                  <a:pt x="9380" y="0"/>
                </a:lnTo>
                <a:lnTo>
                  <a:pt x="11267" y="0"/>
                </a:lnTo>
                <a:lnTo>
                  <a:pt x="13162" y="0"/>
                </a:lnTo>
                <a:lnTo>
                  <a:pt x="15066" y="0"/>
                </a:lnTo>
                <a:lnTo>
                  <a:pt x="16978" y="0"/>
                </a:lnTo>
                <a:lnTo>
                  <a:pt x="18900" y="0"/>
                </a:lnTo>
                <a:lnTo>
                  <a:pt x="19197" y="2376"/>
                </a:lnTo>
                <a:lnTo>
                  <a:pt x="19494" y="4756"/>
                </a:lnTo>
                <a:lnTo>
                  <a:pt x="19791" y="7135"/>
                </a:lnTo>
                <a:lnTo>
                  <a:pt x="20091" y="9522"/>
                </a:lnTo>
                <a:lnTo>
                  <a:pt x="20390" y="11916"/>
                </a:lnTo>
                <a:lnTo>
                  <a:pt x="20690" y="14321"/>
                </a:lnTo>
                <a:lnTo>
                  <a:pt x="20993" y="16733"/>
                </a:lnTo>
                <a:lnTo>
                  <a:pt x="21295" y="19159"/>
                </a:lnTo>
                <a:lnTo>
                  <a:pt x="21600" y="21600"/>
                </a:lnTo>
                <a:lnTo>
                  <a:pt x="19815" y="21600"/>
                </a:lnTo>
                <a:lnTo>
                  <a:pt x="18020" y="21600"/>
                </a:lnTo>
                <a:lnTo>
                  <a:pt x="16200" y="21600"/>
                </a:lnTo>
                <a:lnTo>
                  <a:pt x="16200" y="19220"/>
                </a:lnTo>
                <a:lnTo>
                  <a:pt x="16200" y="16826"/>
                </a:lnTo>
                <a:lnTo>
                  <a:pt x="16200" y="14400"/>
                </a:lnTo>
                <a:lnTo>
                  <a:pt x="14496" y="13817"/>
                </a:lnTo>
                <a:lnTo>
                  <a:pt x="12801" y="13381"/>
                </a:lnTo>
                <a:lnTo>
                  <a:pt x="11105" y="13054"/>
                </a:lnTo>
                <a:lnTo>
                  <a:pt x="9399" y="12802"/>
                </a:lnTo>
                <a:lnTo>
                  <a:pt x="7673" y="12589"/>
                </a:lnTo>
                <a:lnTo>
                  <a:pt x="5916" y="12388"/>
                </a:lnTo>
                <a:lnTo>
                  <a:pt x="4320" y="11599"/>
                </a:lnTo>
                <a:lnTo>
                  <a:pt x="2700" y="10800"/>
                </a:lnTo>
                <a:lnTo>
                  <a:pt x="2165" y="8662"/>
                </a:lnTo>
                <a:lnTo>
                  <a:pt x="1628" y="6516"/>
                </a:lnTo>
                <a:lnTo>
                  <a:pt x="1091" y="4363"/>
                </a:lnTo>
                <a:lnTo>
                  <a:pt x="548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3C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1" name="contour_08699"/>
          <p:cNvSpPr/>
          <p:nvPr/>
        </p:nvSpPr>
        <p:spPr>
          <a:xfrm>
            <a:off x="1453397" y="4793676"/>
            <a:ext cx="65592" cy="528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22" y="119"/>
                </a:lnTo>
                <a:lnTo>
                  <a:pt x="16742" y="253"/>
                </a:lnTo>
                <a:lnTo>
                  <a:pt x="18362" y="399"/>
                </a:lnTo>
                <a:lnTo>
                  <a:pt x="19982" y="563"/>
                </a:lnTo>
                <a:lnTo>
                  <a:pt x="21600" y="745"/>
                </a:lnTo>
                <a:lnTo>
                  <a:pt x="21014" y="2476"/>
                </a:lnTo>
                <a:lnTo>
                  <a:pt x="20570" y="3673"/>
                </a:lnTo>
                <a:lnTo>
                  <a:pt x="20040" y="4895"/>
                </a:lnTo>
                <a:lnTo>
                  <a:pt x="19200" y="6703"/>
                </a:lnTo>
                <a:lnTo>
                  <a:pt x="18010" y="7073"/>
                </a:lnTo>
                <a:lnTo>
                  <a:pt x="16814" y="7442"/>
                </a:lnTo>
                <a:lnTo>
                  <a:pt x="15600" y="7821"/>
                </a:lnTo>
                <a:lnTo>
                  <a:pt x="15070" y="8095"/>
                </a:lnTo>
                <a:lnTo>
                  <a:pt x="14136" y="8577"/>
                </a:lnTo>
                <a:lnTo>
                  <a:pt x="12000" y="9683"/>
                </a:lnTo>
                <a:lnTo>
                  <a:pt x="11393" y="11795"/>
                </a:lnTo>
                <a:lnTo>
                  <a:pt x="11042" y="13389"/>
                </a:lnTo>
                <a:lnTo>
                  <a:pt x="10649" y="15826"/>
                </a:lnTo>
                <a:lnTo>
                  <a:pt x="10303" y="17733"/>
                </a:lnTo>
                <a:lnTo>
                  <a:pt x="9955" y="19655"/>
                </a:lnTo>
                <a:lnTo>
                  <a:pt x="9600" y="21600"/>
                </a:lnTo>
                <a:lnTo>
                  <a:pt x="8014" y="21600"/>
                </a:lnTo>
                <a:lnTo>
                  <a:pt x="6418" y="21600"/>
                </a:lnTo>
                <a:lnTo>
                  <a:pt x="4800" y="21600"/>
                </a:lnTo>
                <a:lnTo>
                  <a:pt x="4800" y="19631"/>
                </a:lnTo>
                <a:lnTo>
                  <a:pt x="4800" y="17649"/>
                </a:lnTo>
                <a:lnTo>
                  <a:pt x="4800" y="15641"/>
                </a:lnTo>
                <a:lnTo>
                  <a:pt x="3374" y="14548"/>
                </a:lnTo>
                <a:lnTo>
                  <a:pt x="2400" y="13872"/>
                </a:lnTo>
                <a:lnTo>
                  <a:pt x="1426" y="13338"/>
                </a:lnTo>
                <a:lnTo>
                  <a:pt x="0" y="12662"/>
                </a:lnTo>
                <a:lnTo>
                  <a:pt x="595" y="9739"/>
                </a:lnTo>
                <a:lnTo>
                  <a:pt x="1284" y="7284"/>
                </a:lnTo>
                <a:lnTo>
                  <a:pt x="2095" y="5256"/>
                </a:lnTo>
                <a:lnTo>
                  <a:pt x="3055" y="3620"/>
                </a:lnTo>
                <a:lnTo>
                  <a:pt x="4190" y="2339"/>
                </a:lnTo>
                <a:lnTo>
                  <a:pt x="5532" y="1379"/>
                </a:lnTo>
                <a:lnTo>
                  <a:pt x="7104" y="703"/>
                </a:lnTo>
                <a:lnTo>
                  <a:pt x="8940" y="271"/>
                </a:lnTo>
                <a:lnTo>
                  <a:pt x="11062" y="48"/>
                </a:lnTo>
                <a:lnTo>
                  <a:pt x="13500" y="0"/>
                </a:lnTo>
                <a:close/>
              </a:path>
            </a:pathLst>
          </a:custGeom>
          <a:solidFill>
            <a:srgbClr val="232225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2" name="contour_08700"/>
          <p:cNvSpPr/>
          <p:nvPr/>
        </p:nvSpPr>
        <p:spPr>
          <a:xfrm>
            <a:off x="1540853" y="4766346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475"/>
                </a:lnTo>
                <a:lnTo>
                  <a:pt x="16713" y="953"/>
                </a:lnTo>
                <a:lnTo>
                  <a:pt x="18328" y="1430"/>
                </a:lnTo>
                <a:lnTo>
                  <a:pt x="19956" y="1913"/>
                </a:lnTo>
                <a:lnTo>
                  <a:pt x="21600" y="2400"/>
                </a:lnTo>
                <a:lnTo>
                  <a:pt x="21155" y="3984"/>
                </a:lnTo>
                <a:lnTo>
                  <a:pt x="20709" y="5568"/>
                </a:lnTo>
                <a:lnTo>
                  <a:pt x="20263" y="7154"/>
                </a:lnTo>
                <a:lnTo>
                  <a:pt x="19815" y="8743"/>
                </a:lnTo>
                <a:lnTo>
                  <a:pt x="19370" y="10334"/>
                </a:lnTo>
                <a:lnTo>
                  <a:pt x="18919" y="11928"/>
                </a:lnTo>
                <a:lnTo>
                  <a:pt x="18471" y="13526"/>
                </a:lnTo>
                <a:lnTo>
                  <a:pt x="18020" y="15130"/>
                </a:lnTo>
                <a:lnTo>
                  <a:pt x="17569" y="16738"/>
                </a:lnTo>
                <a:lnTo>
                  <a:pt x="17113" y="18350"/>
                </a:lnTo>
                <a:lnTo>
                  <a:pt x="16659" y="19973"/>
                </a:lnTo>
                <a:lnTo>
                  <a:pt x="16200" y="21600"/>
                </a:lnTo>
                <a:lnTo>
                  <a:pt x="14596" y="20887"/>
                </a:lnTo>
                <a:lnTo>
                  <a:pt x="12992" y="20174"/>
                </a:lnTo>
                <a:lnTo>
                  <a:pt x="11383" y="19459"/>
                </a:lnTo>
                <a:lnTo>
                  <a:pt x="9774" y="18744"/>
                </a:lnTo>
                <a:lnTo>
                  <a:pt x="8162" y="18026"/>
                </a:lnTo>
                <a:lnTo>
                  <a:pt x="6542" y="17309"/>
                </a:lnTo>
                <a:lnTo>
                  <a:pt x="4917" y="16586"/>
                </a:lnTo>
                <a:lnTo>
                  <a:pt x="3286" y="15862"/>
                </a:lnTo>
                <a:lnTo>
                  <a:pt x="1647" y="15132"/>
                </a:lnTo>
                <a:lnTo>
                  <a:pt x="0" y="14400"/>
                </a:lnTo>
                <a:lnTo>
                  <a:pt x="605" y="13879"/>
                </a:lnTo>
                <a:lnTo>
                  <a:pt x="1212" y="13358"/>
                </a:lnTo>
                <a:lnTo>
                  <a:pt x="2044" y="12643"/>
                </a:lnTo>
                <a:lnTo>
                  <a:pt x="3332" y="11537"/>
                </a:lnTo>
                <a:lnTo>
                  <a:pt x="5297" y="9842"/>
                </a:lnTo>
                <a:lnTo>
                  <a:pt x="8173" y="7368"/>
                </a:lnTo>
                <a:lnTo>
                  <a:pt x="9318" y="6197"/>
                </a:lnTo>
                <a:lnTo>
                  <a:pt x="10325" y="5052"/>
                </a:lnTo>
                <a:lnTo>
                  <a:pt x="11221" y="3893"/>
                </a:lnTo>
                <a:lnTo>
                  <a:pt x="12031" y="2690"/>
                </a:lnTo>
                <a:lnTo>
                  <a:pt x="12782" y="1404"/>
                </a:lnTo>
                <a:lnTo>
                  <a:pt x="13500" y="0"/>
                </a:lnTo>
                <a:close/>
              </a:path>
            </a:pathLst>
          </a:custGeom>
          <a:solidFill>
            <a:srgbClr val="7B6C53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3" name="contour_08701"/>
          <p:cNvSpPr/>
          <p:nvPr/>
        </p:nvSpPr>
        <p:spPr>
          <a:xfrm>
            <a:off x="10410339" y="4759058"/>
            <a:ext cx="80168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272" y="388"/>
                </a:lnTo>
                <a:lnTo>
                  <a:pt x="6619" y="777"/>
                </a:lnTo>
                <a:lnTo>
                  <a:pt x="7966" y="1170"/>
                </a:lnTo>
                <a:lnTo>
                  <a:pt x="9315" y="1559"/>
                </a:lnTo>
                <a:lnTo>
                  <a:pt x="10666" y="1947"/>
                </a:lnTo>
                <a:lnTo>
                  <a:pt x="12019" y="2340"/>
                </a:lnTo>
                <a:lnTo>
                  <a:pt x="13376" y="2734"/>
                </a:lnTo>
                <a:lnTo>
                  <a:pt x="14735" y="3127"/>
                </a:lnTo>
                <a:lnTo>
                  <a:pt x="16098" y="3521"/>
                </a:lnTo>
                <a:lnTo>
                  <a:pt x="17467" y="3914"/>
                </a:lnTo>
                <a:lnTo>
                  <a:pt x="18839" y="4313"/>
                </a:lnTo>
                <a:lnTo>
                  <a:pt x="20216" y="4711"/>
                </a:lnTo>
                <a:lnTo>
                  <a:pt x="21600" y="5110"/>
                </a:lnTo>
                <a:lnTo>
                  <a:pt x="21600" y="8145"/>
                </a:lnTo>
                <a:lnTo>
                  <a:pt x="21600" y="11191"/>
                </a:lnTo>
                <a:lnTo>
                  <a:pt x="21600" y="14247"/>
                </a:lnTo>
                <a:lnTo>
                  <a:pt x="21600" y="17328"/>
                </a:lnTo>
                <a:lnTo>
                  <a:pt x="21600" y="20440"/>
                </a:lnTo>
                <a:lnTo>
                  <a:pt x="20216" y="20563"/>
                </a:lnTo>
                <a:lnTo>
                  <a:pt x="18829" y="20670"/>
                </a:lnTo>
                <a:lnTo>
                  <a:pt x="17445" y="20767"/>
                </a:lnTo>
                <a:lnTo>
                  <a:pt x="16061" y="20854"/>
                </a:lnTo>
                <a:lnTo>
                  <a:pt x="14674" y="20936"/>
                </a:lnTo>
                <a:lnTo>
                  <a:pt x="13290" y="21007"/>
                </a:lnTo>
                <a:lnTo>
                  <a:pt x="11904" y="21079"/>
                </a:lnTo>
                <a:lnTo>
                  <a:pt x="11210" y="21140"/>
                </a:lnTo>
                <a:lnTo>
                  <a:pt x="9117" y="21339"/>
                </a:lnTo>
                <a:lnTo>
                  <a:pt x="7794" y="21390"/>
                </a:lnTo>
                <a:lnTo>
                  <a:pt x="6451" y="21436"/>
                </a:lnTo>
                <a:lnTo>
                  <a:pt x="5229" y="21518"/>
                </a:lnTo>
                <a:lnTo>
                  <a:pt x="3988" y="21600"/>
                </a:lnTo>
                <a:lnTo>
                  <a:pt x="2985" y="21023"/>
                </a:lnTo>
                <a:lnTo>
                  <a:pt x="1964" y="20440"/>
                </a:lnTo>
                <a:lnTo>
                  <a:pt x="1223" y="17369"/>
                </a:lnTo>
                <a:lnTo>
                  <a:pt x="772" y="15284"/>
                </a:lnTo>
                <a:lnTo>
                  <a:pt x="424" y="13220"/>
                </a:lnTo>
                <a:lnTo>
                  <a:pt x="0" y="10220"/>
                </a:lnTo>
                <a:lnTo>
                  <a:pt x="1298" y="10220"/>
                </a:lnTo>
                <a:lnTo>
                  <a:pt x="2604" y="10220"/>
                </a:lnTo>
                <a:lnTo>
                  <a:pt x="3927" y="10220"/>
                </a:lnTo>
                <a:lnTo>
                  <a:pt x="3927" y="6842"/>
                </a:lnTo>
                <a:lnTo>
                  <a:pt x="3927" y="3444"/>
                </a:lnTo>
                <a:lnTo>
                  <a:pt x="3927" y="0"/>
                </a:lnTo>
                <a:close/>
              </a:path>
            </a:pathLst>
          </a:custGeom>
          <a:solidFill>
            <a:srgbClr val="A1A7AE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4" name="contour_08702"/>
          <p:cNvSpPr/>
          <p:nvPr/>
        </p:nvSpPr>
        <p:spPr>
          <a:xfrm>
            <a:off x="11066258" y="4751770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957" y="402"/>
                </a:lnTo>
                <a:lnTo>
                  <a:pt x="6187" y="880"/>
                </a:lnTo>
                <a:lnTo>
                  <a:pt x="7304" y="1509"/>
                </a:lnTo>
                <a:lnTo>
                  <a:pt x="8336" y="2371"/>
                </a:lnTo>
                <a:lnTo>
                  <a:pt x="9302" y="3540"/>
                </a:lnTo>
                <a:lnTo>
                  <a:pt x="10224" y="5095"/>
                </a:lnTo>
                <a:lnTo>
                  <a:pt x="11155" y="7684"/>
                </a:lnTo>
                <a:lnTo>
                  <a:pt x="11745" y="9415"/>
                </a:lnTo>
                <a:lnTo>
                  <a:pt x="12105" y="10692"/>
                </a:lnTo>
                <a:lnTo>
                  <a:pt x="12353" y="11918"/>
                </a:lnTo>
                <a:lnTo>
                  <a:pt x="12600" y="13500"/>
                </a:lnTo>
                <a:lnTo>
                  <a:pt x="12154" y="14837"/>
                </a:lnTo>
                <a:lnTo>
                  <a:pt x="11707" y="16178"/>
                </a:lnTo>
                <a:lnTo>
                  <a:pt x="11255" y="17531"/>
                </a:lnTo>
                <a:lnTo>
                  <a:pt x="10800" y="18900"/>
                </a:lnTo>
                <a:lnTo>
                  <a:pt x="11988" y="18900"/>
                </a:lnTo>
                <a:lnTo>
                  <a:pt x="13178" y="18900"/>
                </a:lnTo>
                <a:lnTo>
                  <a:pt x="14368" y="18900"/>
                </a:lnTo>
                <a:lnTo>
                  <a:pt x="15561" y="18900"/>
                </a:lnTo>
                <a:lnTo>
                  <a:pt x="16758" y="18900"/>
                </a:lnTo>
                <a:lnTo>
                  <a:pt x="17960" y="18900"/>
                </a:lnTo>
                <a:lnTo>
                  <a:pt x="19166" y="18900"/>
                </a:lnTo>
                <a:lnTo>
                  <a:pt x="20380" y="18900"/>
                </a:lnTo>
                <a:lnTo>
                  <a:pt x="21600" y="18900"/>
                </a:lnTo>
                <a:lnTo>
                  <a:pt x="21600" y="20239"/>
                </a:lnTo>
                <a:lnTo>
                  <a:pt x="21600" y="21600"/>
                </a:lnTo>
                <a:lnTo>
                  <a:pt x="20353" y="21600"/>
                </a:lnTo>
                <a:lnTo>
                  <a:pt x="19103" y="21600"/>
                </a:lnTo>
                <a:lnTo>
                  <a:pt x="17854" y="21600"/>
                </a:lnTo>
                <a:lnTo>
                  <a:pt x="16603" y="21600"/>
                </a:lnTo>
                <a:lnTo>
                  <a:pt x="15347" y="21600"/>
                </a:lnTo>
                <a:lnTo>
                  <a:pt x="14089" y="21600"/>
                </a:lnTo>
                <a:lnTo>
                  <a:pt x="12825" y="21600"/>
                </a:lnTo>
                <a:lnTo>
                  <a:pt x="11556" y="21600"/>
                </a:lnTo>
                <a:lnTo>
                  <a:pt x="10282" y="21600"/>
                </a:lnTo>
                <a:lnTo>
                  <a:pt x="9000" y="21600"/>
                </a:lnTo>
                <a:lnTo>
                  <a:pt x="9000" y="19996"/>
                </a:lnTo>
                <a:lnTo>
                  <a:pt x="9000" y="18387"/>
                </a:lnTo>
                <a:lnTo>
                  <a:pt x="9000" y="16772"/>
                </a:lnTo>
                <a:lnTo>
                  <a:pt x="9000" y="15144"/>
                </a:lnTo>
                <a:lnTo>
                  <a:pt x="9000" y="13500"/>
                </a:lnTo>
                <a:lnTo>
                  <a:pt x="7823" y="12693"/>
                </a:lnTo>
                <a:lnTo>
                  <a:pt x="6961" y="12231"/>
                </a:lnTo>
                <a:lnTo>
                  <a:pt x="5994" y="11939"/>
                </a:lnTo>
                <a:lnTo>
                  <a:pt x="4500" y="11642"/>
                </a:lnTo>
                <a:lnTo>
                  <a:pt x="3244" y="11378"/>
                </a:lnTo>
                <a:lnTo>
                  <a:pt x="1969" y="11105"/>
                </a:lnTo>
                <a:lnTo>
                  <a:pt x="992" y="10954"/>
                </a:lnTo>
                <a:lnTo>
                  <a:pt x="0" y="10800"/>
                </a:lnTo>
                <a:lnTo>
                  <a:pt x="509" y="9272"/>
                </a:lnTo>
                <a:lnTo>
                  <a:pt x="1019" y="7744"/>
                </a:lnTo>
                <a:lnTo>
                  <a:pt x="1530" y="6210"/>
                </a:lnTo>
                <a:lnTo>
                  <a:pt x="2043" y="4671"/>
                </a:lnTo>
                <a:lnTo>
                  <a:pt x="2560" y="3124"/>
                </a:lnTo>
                <a:lnTo>
                  <a:pt x="3078" y="1569"/>
                </a:lnTo>
                <a:lnTo>
                  <a:pt x="3600" y="0"/>
                </a:lnTo>
                <a:close/>
              </a:path>
            </a:pathLst>
          </a:custGeom>
          <a:solidFill>
            <a:srgbClr val="D8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5" name="contour_08703"/>
          <p:cNvSpPr/>
          <p:nvPr/>
        </p:nvSpPr>
        <p:spPr>
          <a:xfrm>
            <a:off x="10811178" y="4708043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6171" y="2037"/>
                </a:lnTo>
                <a:lnTo>
                  <a:pt x="6171" y="4076"/>
                </a:lnTo>
                <a:lnTo>
                  <a:pt x="6171" y="6125"/>
                </a:lnTo>
                <a:lnTo>
                  <a:pt x="6171" y="8183"/>
                </a:lnTo>
                <a:lnTo>
                  <a:pt x="6171" y="10254"/>
                </a:lnTo>
                <a:lnTo>
                  <a:pt x="6171" y="12343"/>
                </a:lnTo>
                <a:lnTo>
                  <a:pt x="8081" y="11960"/>
                </a:lnTo>
                <a:lnTo>
                  <a:pt x="9992" y="11578"/>
                </a:lnTo>
                <a:lnTo>
                  <a:pt x="11908" y="11195"/>
                </a:lnTo>
                <a:lnTo>
                  <a:pt x="13827" y="10812"/>
                </a:lnTo>
                <a:lnTo>
                  <a:pt x="15756" y="10427"/>
                </a:lnTo>
                <a:lnTo>
                  <a:pt x="17693" y="10038"/>
                </a:lnTo>
                <a:lnTo>
                  <a:pt x="19641" y="9649"/>
                </a:lnTo>
                <a:lnTo>
                  <a:pt x="21600" y="9257"/>
                </a:lnTo>
                <a:lnTo>
                  <a:pt x="21600" y="11294"/>
                </a:lnTo>
                <a:lnTo>
                  <a:pt x="21600" y="13333"/>
                </a:lnTo>
                <a:lnTo>
                  <a:pt x="21600" y="15382"/>
                </a:lnTo>
                <a:lnTo>
                  <a:pt x="21600" y="17440"/>
                </a:lnTo>
                <a:lnTo>
                  <a:pt x="21600" y="19511"/>
                </a:lnTo>
                <a:lnTo>
                  <a:pt x="21600" y="21600"/>
                </a:lnTo>
                <a:lnTo>
                  <a:pt x="19462" y="21295"/>
                </a:lnTo>
                <a:lnTo>
                  <a:pt x="17320" y="20989"/>
                </a:lnTo>
                <a:lnTo>
                  <a:pt x="15179" y="20684"/>
                </a:lnTo>
                <a:lnTo>
                  <a:pt x="13034" y="20375"/>
                </a:lnTo>
                <a:lnTo>
                  <a:pt x="10880" y="20069"/>
                </a:lnTo>
                <a:lnTo>
                  <a:pt x="8723" y="19761"/>
                </a:lnTo>
                <a:lnTo>
                  <a:pt x="6557" y="19452"/>
                </a:lnTo>
                <a:lnTo>
                  <a:pt x="4382" y="19141"/>
                </a:lnTo>
                <a:lnTo>
                  <a:pt x="2197" y="18829"/>
                </a:lnTo>
                <a:lnTo>
                  <a:pt x="0" y="18514"/>
                </a:lnTo>
                <a:lnTo>
                  <a:pt x="0" y="16478"/>
                </a:lnTo>
                <a:lnTo>
                  <a:pt x="0" y="14438"/>
                </a:lnTo>
                <a:lnTo>
                  <a:pt x="0" y="12398"/>
                </a:lnTo>
                <a:lnTo>
                  <a:pt x="0" y="10353"/>
                </a:lnTo>
                <a:lnTo>
                  <a:pt x="0" y="8301"/>
                </a:lnTo>
                <a:lnTo>
                  <a:pt x="0" y="6239"/>
                </a:lnTo>
                <a:lnTo>
                  <a:pt x="0" y="4172"/>
                </a:lnTo>
                <a:lnTo>
                  <a:pt x="0" y="2092"/>
                </a:lnTo>
                <a:lnTo>
                  <a:pt x="0" y="0"/>
                </a:lnTo>
                <a:close/>
              </a:path>
            </a:pathLst>
          </a:custGeom>
          <a:solidFill>
            <a:srgbClr val="383B3F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6" name="contour_08704"/>
          <p:cNvSpPr/>
          <p:nvPr/>
        </p:nvSpPr>
        <p:spPr>
          <a:xfrm>
            <a:off x="2094740" y="4729936"/>
            <a:ext cx="47474" cy="43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10" y="1589"/>
                </a:moveTo>
                <a:lnTo>
                  <a:pt x="19123" y="3120"/>
                </a:lnTo>
                <a:lnTo>
                  <a:pt x="20217" y="4507"/>
                </a:lnTo>
                <a:lnTo>
                  <a:pt x="21331" y="6935"/>
                </a:lnTo>
                <a:lnTo>
                  <a:pt x="21560" y="9435"/>
                </a:lnTo>
                <a:lnTo>
                  <a:pt x="21600" y="11611"/>
                </a:lnTo>
                <a:lnTo>
                  <a:pt x="21381" y="13646"/>
                </a:lnTo>
                <a:lnTo>
                  <a:pt x="20834" y="15714"/>
                </a:lnTo>
                <a:lnTo>
                  <a:pt x="19896" y="17998"/>
                </a:lnTo>
                <a:lnTo>
                  <a:pt x="17873" y="18859"/>
                </a:lnTo>
                <a:lnTo>
                  <a:pt x="15847" y="19557"/>
                </a:lnTo>
                <a:lnTo>
                  <a:pt x="13814" y="20123"/>
                </a:lnTo>
                <a:lnTo>
                  <a:pt x="11768" y="20573"/>
                </a:lnTo>
                <a:lnTo>
                  <a:pt x="9699" y="20926"/>
                </a:lnTo>
                <a:lnTo>
                  <a:pt x="7607" y="21200"/>
                </a:lnTo>
                <a:lnTo>
                  <a:pt x="5481" y="21420"/>
                </a:lnTo>
                <a:lnTo>
                  <a:pt x="3316" y="21600"/>
                </a:lnTo>
                <a:lnTo>
                  <a:pt x="2570" y="19154"/>
                </a:lnTo>
                <a:lnTo>
                  <a:pt x="1883" y="16791"/>
                </a:lnTo>
                <a:lnTo>
                  <a:pt x="1267" y="14464"/>
                </a:lnTo>
                <a:lnTo>
                  <a:pt x="736" y="12122"/>
                </a:lnTo>
                <a:lnTo>
                  <a:pt x="308" y="9716"/>
                </a:lnTo>
                <a:lnTo>
                  <a:pt x="0" y="7190"/>
                </a:lnTo>
                <a:lnTo>
                  <a:pt x="1592" y="4417"/>
                </a:lnTo>
                <a:lnTo>
                  <a:pt x="3313" y="2388"/>
                </a:lnTo>
                <a:lnTo>
                  <a:pt x="5179" y="1023"/>
                </a:lnTo>
                <a:lnTo>
                  <a:pt x="7206" y="252"/>
                </a:lnTo>
                <a:lnTo>
                  <a:pt x="9397" y="0"/>
                </a:lnTo>
                <a:lnTo>
                  <a:pt x="11772" y="187"/>
                </a:lnTo>
                <a:lnTo>
                  <a:pt x="14338" y="742"/>
                </a:lnTo>
                <a:lnTo>
                  <a:pt x="17110" y="1589"/>
                </a:lnTo>
                <a:close/>
              </a:path>
            </a:pathLst>
          </a:custGeom>
          <a:solidFill>
            <a:srgbClr val="F0E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7" name="contour_08705"/>
          <p:cNvSpPr/>
          <p:nvPr/>
        </p:nvSpPr>
        <p:spPr>
          <a:xfrm>
            <a:off x="5148409" y="4678891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383" y="0"/>
                </a:lnTo>
                <a:lnTo>
                  <a:pt x="16435" y="0"/>
                </a:lnTo>
                <a:lnTo>
                  <a:pt x="18514" y="0"/>
                </a:lnTo>
                <a:lnTo>
                  <a:pt x="18820" y="1871"/>
                </a:lnTo>
                <a:lnTo>
                  <a:pt x="19125" y="3745"/>
                </a:lnTo>
                <a:lnTo>
                  <a:pt x="19431" y="5619"/>
                </a:lnTo>
                <a:lnTo>
                  <a:pt x="19739" y="7495"/>
                </a:lnTo>
                <a:lnTo>
                  <a:pt x="20045" y="9380"/>
                </a:lnTo>
                <a:lnTo>
                  <a:pt x="20353" y="11267"/>
                </a:lnTo>
                <a:lnTo>
                  <a:pt x="20662" y="13162"/>
                </a:lnTo>
                <a:lnTo>
                  <a:pt x="20974" y="15066"/>
                </a:lnTo>
                <a:lnTo>
                  <a:pt x="21285" y="16978"/>
                </a:lnTo>
                <a:lnTo>
                  <a:pt x="21600" y="18900"/>
                </a:lnTo>
                <a:lnTo>
                  <a:pt x="17379" y="19686"/>
                </a:lnTo>
                <a:lnTo>
                  <a:pt x="14052" y="20299"/>
                </a:lnTo>
                <a:lnTo>
                  <a:pt x="11473" y="20758"/>
                </a:lnTo>
                <a:lnTo>
                  <a:pt x="9482" y="21090"/>
                </a:lnTo>
                <a:lnTo>
                  <a:pt x="7933" y="21316"/>
                </a:lnTo>
                <a:lnTo>
                  <a:pt x="6671" y="21460"/>
                </a:lnTo>
                <a:lnTo>
                  <a:pt x="5545" y="21538"/>
                </a:lnTo>
                <a:lnTo>
                  <a:pt x="4400" y="21578"/>
                </a:lnTo>
                <a:lnTo>
                  <a:pt x="3086" y="21600"/>
                </a:lnTo>
                <a:lnTo>
                  <a:pt x="1734" y="20234"/>
                </a:lnTo>
                <a:lnTo>
                  <a:pt x="963" y="19216"/>
                </a:lnTo>
                <a:lnTo>
                  <a:pt x="481" y="18041"/>
                </a:lnTo>
                <a:lnTo>
                  <a:pt x="0" y="16200"/>
                </a:lnTo>
                <a:lnTo>
                  <a:pt x="636" y="14486"/>
                </a:lnTo>
                <a:lnTo>
                  <a:pt x="1148" y="13316"/>
                </a:lnTo>
                <a:lnTo>
                  <a:pt x="1811" y="12155"/>
                </a:lnTo>
                <a:lnTo>
                  <a:pt x="2894" y="10462"/>
                </a:lnTo>
                <a:lnTo>
                  <a:pt x="3795" y="9029"/>
                </a:lnTo>
                <a:lnTo>
                  <a:pt x="4712" y="7573"/>
                </a:lnTo>
                <a:lnTo>
                  <a:pt x="5437" y="6493"/>
                </a:lnTo>
                <a:lnTo>
                  <a:pt x="6171" y="5400"/>
                </a:lnTo>
                <a:lnTo>
                  <a:pt x="6171" y="7185"/>
                </a:lnTo>
                <a:lnTo>
                  <a:pt x="6171" y="8980"/>
                </a:lnTo>
                <a:lnTo>
                  <a:pt x="6171" y="10800"/>
                </a:lnTo>
                <a:lnTo>
                  <a:pt x="8211" y="10800"/>
                </a:lnTo>
                <a:lnTo>
                  <a:pt x="10263" y="10800"/>
                </a:lnTo>
                <a:lnTo>
                  <a:pt x="12343" y="10800"/>
                </a:lnTo>
                <a:lnTo>
                  <a:pt x="12343" y="9018"/>
                </a:lnTo>
                <a:lnTo>
                  <a:pt x="12343" y="7233"/>
                </a:lnTo>
                <a:lnTo>
                  <a:pt x="12343" y="5440"/>
                </a:lnTo>
                <a:lnTo>
                  <a:pt x="12343" y="3640"/>
                </a:lnTo>
                <a:lnTo>
                  <a:pt x="12343" y="1828"/>
                </a:lnTo>
                <a:lnTo>
                  <a:pt x="12343" y="0"/>
                </a:lnTo>
                <a:close/>
              </a:path>
            </a:pathLst>
          </a:custGeom>
          <a:solidFill>
            <a:srgbClr val="E1DAF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8" name="contour_08706"/>
          <p:cNvSpPr/>
          <p:nvPr/>
        </p:nvSpPr>
        <p:spPr>
          <a:xfrm>
            <a:off x="1103573" y="4649739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238" y="1426"/>
                </a:lnTo>
                <a:lnTo>
                  <a:pt x="18475" y="2851"/>
                </a:lnTo>
                <a:lnTo>
                  <a:pt x="18713" y="4279"/>
                </a:lnTo>
                <a:lnTo>
                  <a:pt x="18950" y="5707"/>
                </a:lnTo>
                <a:lnTo>
                  <a:pt x="19188" y="7137"/>
                </a:lnTo>
                <a:lnTo>
                  <a:pt x="19429" y="8567"/>
                </a:lnTo>
                <a:lnTo>
                  <a:pt x="19667" y="10001"/>
                </a:lnTo>
                <a:lnTo>
                  <a:pt x="19908" y="11437"/>
                </a:lnTo>
                <a:lnTo>
                  <a:pt x="20146" y="12878"/>
                </a:lnTo>
                <a:lnTo>
                  <a:pt x="20387" y="14321"/>
                </a:lnTo>
                <a:lnTo>
                  <a:pt x="20628" y="15766"/>
                </a:lnTo>
                <a:lnTo>
                  <a:pt x="20869" y="17217"/>
                </a:lnTo>
                <a:lnTo>
                  <a:pt x="21114" y="18673"/>
                </a:lnTo>
                <a:lnTo>
                  <a:pt x="21355" y="20133"/>
                </a:lnTo>
                <a:lnTo>
                  <a:pt x="21600" y="21600"/>
                </a:lnTo>
                <a:lnTo>
                  <a:pt x="20707" y="20531"/>
                </a:lnTo>
                <a:lnTo>
                  <a:pt x="19814" y="19457"/>
                </a:lnTo>
                <a:lnTo>
                  <a:pt x="18911" y="18375"/>
                </a:lnTo>
                <a:lnTo>
                  <a:pt x="18000" y="17280"/>
                </a:lnTo>
                <a:lnTo>
                  <a:pt x="15484" y="16857"/>
                </a:lnTo>
                <a:lnTo>
                  <a:pt x="13615" y="16647"/>
                </a:lnTo>
                <a:lnTo>
                  <a:pt x="10800" y="16470"/>
                </a:lnTo>
                <a:lnTo>
                  <a:pt x="7945" y="16122"/>
                </a:lnTo>
                <a:lnTo>
                  <a:pt x="6080" y="15772"/>
                </a:lnTo>
                <a:lnTo>
                  <a:pt x="3600" y="15120"/>
                </a:lnTo>
                <a:lnTo>
                  <a:pt x="2516" y="13692"/>
                </a:lnTo>
                <a:lnTo>
                  <a:pt x="1717" y="12314"/>
                </a:lnTo>
                <a:lnTo>
                  <a:pt x="1130" y="10947"/>
                </a:lnTo>
                <a:lnTo>
                  <a:pt x="695" y="9547"/>
                </a:lnTo>
                <a:lnTo>
                  <a:pt x="342" y="8072"/>
                </a:lnTo>
                <a:lnTo>
                  <a:pt x="0" y="6480"/>
                </a:lnTo>
                <a:lnTo>
                  <a:pt x="2380" y="6480"/>
                </a:lnTo>
                <a:lnTo>
                  <a:pt x="4774" y="6480"/>
                </a:lnTo>
                <a:lnTo>
                  <a:pt x="7200" y="6480"/>
                </a:lnTo>
                <a:lnTo>
                  <a:pt x="7200" y="5052"/>
                </a:lnTo>
                <a:lnTo>
                  <a:pt x="7200" y="3616"/>
                </a:lnTo>
                <a:lnTo>
                  <a:pt x="7200" y="2160"/>
                </a:lnTo>
                <a:lnTo>
                  <a:pt x="9349" y="1348"/>
                </a:lnTo>
                <a:lnTo>
                  <a:pt x="11326" y="739"/>
                </a:lnTo>
                <a:lnTo>
                  <a:pt x="13309" y="320"/>
                </a:lnTo>
                <a:lnTo>
                  <a:pt x="15476" y="78"/>
                </a:lnTo>
                <a:lnTo>
                  <a:pt x="18000" y="0"/>
                </a:lnTo>
                <a:close/>
              </a:path>
            </a:pathLst>
          </a:custGeom>
          <a:solidFill>
            <a:srgbClr val="535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8709" name="contour_08707"/>
          <p:cNvSpPr/>
          <p:nvPr/>
        </p:nvSpPr>
        <p:spPr>
          <a:xfrm>
            <a:off x="892222" y="4657027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942" y="2410"/>
                </a:lnTo>
                <a:lnTo>
                  <a:pt x="15564" y="4440"/>
                </a:lnTo>
                <a:lnTo>
                  <a:pt x="16901" y="6151"/>
                </a:lnTo>
                <a:lnTo>
                  <a:pt x="17988" y="7601"/>
                </a:lnTo>
                <a:lnTo>
                  <a:pt x="18854" y="8849"/>
                </a:lnTo>
                <a:lnTo>
                  <a:pt x="19536" y="9950"/>
                </a:lnTo>
                <a:lnTo>
                  <a:pt x="20066" y="10968"/>
                </a:lnTo>
                <a:lnTo>
                  <a:pt x="20477" y="11957"/>
                </a:lnTo>
                <a:lnTo>
                  <a:pt x="20801" y="12977"/>
                </a:lnTo>
                <a:lnTo>
                  <a:pt x="21074" y="14083"/>
                </a:lnTo>
                <a:lnTo>
                  <a:pt x="21331" y="15338"/>
                </a:lnTo>
                <a:lnTo>
                  <a:pt x="21600" y="16800"/>
                </a:lnTo>
                <a:lnTo>
                  <a:pt x="21142" y="18478"/>
                </a:lnTo>
                <a:lnTo>
                  <a:pt x="20738" y="19538"/>
                </a:lnTo>
                <a:lnTo>
                  <a:pt x="20167" y="20429"/>
                </a:lnTo>
                <a:lnTo>
                  <a:pt x="19200" y="21600"/>
                </a:lnTo>
                <a:lnTo>
                  <a:pt x="17614" y="21600"/>
                </a:lnTo>
                <a:lnTo>
                  <a:pt x="16018" y="21600"/>
                </a:lnTo>
                <a:lnTo>
                  <a:pt x="14400" y="21600"/>
                </a:lnTo>
                <a:lnTo>
                  <a:pt x="13846" y="20419"/>
                </a:lnTo>
                <a:lnTo>
                  <a:pt x="13284" y="19219"/>
                </a:lnTo>
                <a:lnTo>
                  <a:pt x="12965" y="18619"/>
                </a:lnTo>
                <a:lnTo>
                  <a:pt x="12000" y="16800"/>
                </a:lnTo>
                <a:lnTo>
                  <a:pt x="10296" y="16531"/>
                </a:lnTo>
                <a:lnTo>
                  <a:pt x="9089" y="16411"/>
                </a:lnTo>
                <a:lnTo>
                  <a:pt x="7798" y="16411"/>
                </a:lnTo>
                <a:lnTo>
                  <a:pt x="5851" y="16500"/>
                </a:lnTo>
                <a:lnTo>
                  <a:pt x="5028" y="16534"/>
                </a:lnTo>
                <a:lnTo>
                  <a:pt x="2542" y="16632"/>
                </a:lnTo>
                <a:lnTo>
                  <a:pt x="1279" y="16716"/>
                </a:lnTo>
                <a:lnTo>
                  <a:pt x="0" y="16800"/>
                </a:lnTo>
                <a:lnTo>
                  <a:pt x="1190" y="16354"/>
                </a:lnTo>
                <a:lnTo>
                  <a:pt x="2400" y="15900"/>
                </a:lnTo>
                <a:lnTo>
                  <a:pt x="2998" y="15528"/>
                </a:lnTo>
                <a:lnTo>
                  <a:pt x="4800" y="14400"/>
                </a:lnTo>
                <a:lnTo>
                  <a:pt x="4800" y="12814"/>
                </a:lnTo>
                <a:lnTo>
                  <a:pt x="4800" y="11218"/>
                </a:lnTo>
                <a:lnTo>
                  <a:pt x="4800" y="9600"/>
                </a:lnTo>
                <a:lnTo>
                  <a:pt x="5916" y="9079"/>
                </a:lnTo>
                <a:lnTo>
                  <a:pt x="7051" y="8549"/>
                </a:lnTo>
                <a:lnTo>
                  <a:pt x="8549" y="7711"/>
                </a:lnTo>
                <a:lnTo>
                  <a:pt x="9468" y="6900"/>
                </a:lnTo>
                <a:lnTo>
                  <a:pt x="10193" y="5640"/>
                </a:lnTo>
                <a:lnTo>
                  <a:pt x="11100" y="3451"/>
                </a:lnTo>
                <a:lnTo>
                  <a:pt x="11398" y="2311"/>
                </a:lnTo>
                <a:lnTo>
                  <a:pt x="11698" y="1164"/>
                </a:lnTo>
                <a:lnTo>
                  <a:pt x="12000" y="0"/>
                </a:lnTo>
                <a:close/>
              </a:path>
            </a:pathLst>
          </a:custGeom>
          <a:solidFill>
            <a:srgbClr val="4B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0" name="contour_08708"/>
          <p:cNvSpPr/>
          <p:nvPr/>
        </p:nvSpPr>
        <p:spPr>
          <a:xfrm>
            <a:off x="1759493" y="4642451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878" y="594"/>
                </a:lnTo>
                <a:lnTo>
                  <a:pt x="14785" y="1094"/>
                </a:lnTo>
                <a:lnTo>
                  <a:pt x="15752" y="1778"/>
                </a:lnTo>
                <a:lnTo>
                  <a:pt x="17212" y="2923"/>
                </a:lnTo>
                <a:lnTo>
                  <a:pt x="18032" y="3542"/>
                </a:lnTo>
                <a:lnTo>
                  <a:pt x="18859" y="4165"/>
                </a:lnTo>
                <a:lnTo>
                  <a:pt x="19694" y="4795"/>
                </a:lnTo>
                <a:lnTo>
                  <a:pt x="20641" y="5987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21107" y="14497"/>
                </a:lnTo>
                <a:lnTo>
                  <a:pt x="20237" y="14670"/>
                </a:lnTo>
                <a:lnTo>
                  <a:pt x="18247" y="15062"/>
                </a:lnTo>
                <a:lnTo>
                  <a:pt x="17143" y="15289"/>
                </a:lnTo>
                <a:lnTo>
                  <a:pt x="16042" y="15520"/>
                </a:lnTo>
                <a:lnTo>
                  <a:pt x="14940" y="15746"/>
                </a:lnTo>
                <a:lnTo>
                  <a:pt x="13838" y="15977"/>
                </a:lnTo>
                <a:lnTo>
                  <a:pt x="12744" y="16189"/>
                </a:lnTo>
                <a:lnTo>
                  <a:pt x="11633" y="16405"/>
                </a:lnTo>
                <a:lnTo>
                  <a:pt x="10415" y="16682"/>
                </a:lnTo>
                <a:lnTo>
                  <a:pt x="9220" y="16992"/>
                </a:lnTo>
                <a:lnTo>
                  <a:pt x="8044" y="17345"/>
                </a:lnTo>
                <a:lnTo>
                  <a:pt x="6883" y="17748"/>
                </a:lnTo>
                <a:lnTo>
                  <a:pt x="5733" y="18205"/>
                </a:lnTo>
                <a:lnTo>
                  <a:pt x="4590" y="18727"/>
                </a:lnTo>
                <a:lnTo>
                  <a:pt x="3449" y="19321"/>
                </a:lnTo>
                <a:lnTo>
                  <a:pt x="2308" y="19994"/>
                </a:lnTo>
                <a:lnTo>
                  <a:pt x="1159" y="20750"/>
                </a:lnTo>
                <a:lnTo>
                  <a:pt x="0" y="21600"/>
                </a:lnTo>
                <a:lnTo>
                  <a:pt x="176" y="19138"/>
                </a:lnTo>
                <a:lnTo>
                  <a:pt x="358" y="17345"/>
                </a:lnTo>
                <a:lnTo>
                  <a:pt x="632" y="15703"/>
                </a:lnTo>
                <a:lnTo>
                  <a:pt x="1084" y="13694"/>
                </a:lnTo>
                <a:lnTo>
                  <a:pt x="1800" y="10800"/>
                </a:lnTo>
                <a:lnTo>
                  <a:pt x="2927" y="9659"/>
                </a:lnTo>
                <a:lnTo>
                  <a:pt x="4057" y="8626"/>
                </a:lnTo>
                <a:lnTo>
                  <a:pt x="5197" y="7675"/>
                </a:lnTo>
                <a:lnTo>
                  <a:pt x="6349" y="6793"/>
                </a:lnTo>
                <a:lnTo>
                  <a:pt x="7522" y="5958"/>
                </a:lnTo>
                <a:lnTo>
                  <a:pt x="8719" y="5148"/>
                </a:lnTo>
                <a:lnTo>
                  <a:pt x="9950" y="4198"/>
                </a:lnTo>
                <a:lnTo>
                  <a:pt x="10766" y="3344"/>
                </a:lnTo>
                <a:lnTo>
                  <a:pt x="11527" y="2106"/>
                </a:lnTo>
                <a:lnTo>
                  <a:pt x="12600" y="0"/>
                </a:lnTo>
                <a:close/>
              </a:path>
            </a:pathLst>
          </a:custGeom>
          <a:solidFill>
            <a:srgbClr val="B1A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1" name="contour_08709"/>
          <p:cNvSpPr/>
          <p:nvPr/>
        </p:nvSpPr>
        <p:spPr>
          <a:xfrm>
            <a:off x="8573765" y="4598723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330" y="324"/>
                </a:lnTo>
                <a:lnTo>
                  <a:pt x="4644" y="792"/>
                </a:lnTo>
                <a:lnTo>
                  <a:pt x="5928" y="1382"/>
                </a:lnTo>
                <a:lnTo>
                  <a:pt x="7203" y="2063"/>
                </a:lnTo>
                <a:lnTo>
                  <a:pt x="8493" y="2812"/>
                </a:lnTo>
                <a:lnTo>
                  <a:pt x="9818" y="3600"/>
                </a:lnTo>
                <a:lnTo>
                  <a:pt x="9262" y="5638"/>
                </a:lnTo>
                <a:lnTo>
                  <a:pt x="8707" y="7675"/>
                </a:lnTo>
                <a:lnTo>
                  <a:pt x="8149" y="9720"/>
                </a:lnTo>
                <a:lnTo>
                  <a:pt x="7589" y="11772"/>
                </a:lnTo>
                <a:lnTo>
                  <a:pt x="7026" y="13835"/>
                </a:lnTo>
                <a:lnTo>
                  <a:pt x="6460" y="15908"/>
                </a:lnTo>
                <a:lnTo>
                  <a:pt x="5891" y="18000"/>
                </a:lnTo>
                <a:lnTo>
                  <a:pt x="7187" y="17107"/>
                </a:lnTo>
                <a:lnTo>
                  <a:pt x="8483" y="16218"/>
                </a:lnTo>
                <a:lnTo>
                  <a:pt x="9781" y="15325"/>
                </a:lnTo>
                <a:lnTo>
                  <a:pt x="11081" y="14432"/>
                </a:lnTo>
                <a:lnTo>
                  <a:pt x="12383" y="13536"/>
                </a:lnTo>
                <a:lnTo>
                  <a:pt x="13687" y="12640"/>
                </a:lnTo>
                <a:lnTo>
                  <a:pt x="14994" y="11743"/>
                </a:lnTo>
                <a:lnTo>
                  <a:pt x="16306" y="10840"/>
                </a:lnTo>
                <a:lnTo>
                  <a:pt x="17622" y="9936"/>
                </a:lnTo>
                <a:lnTo>
                  <a:pt x="18941" y="9029"/>
                </a:lnTo>
                <a:lnTo>
                  <a:pt x="20269" y="8114"/>
                </a:lnTo>
                <a:lnTo>
                  <a:pt x="21600" y="7200"/>
                </a:lnTo>
                <a:lnTo>
                  <a:pt x="21600" y="9338"/>
                </a:lnTo>
                <a:lnTo>
                  <a:pt x="21600" y="11484"/>
                </a:lnTo>
                <a:lnTo>
                  <a:pt x="21600" y="13637"/>
                </a:lnTo>
                <a:lnTo>
                  <a:pt x="21600" y="15808"/>
                </a:lnTo>
                <a:lnTo>
                  <a:pt x="21600" y="18000"/>
                </a:lnTo>
                <a:lnTo>
                  <a:pt x="20972" y="18130"/>
                </a:lnTo>
                <a:lnTo>
                  <a:pt x="20396" y="18245"/>
                </a:lnTo>
                <a:lnTo>
                  <a:pt x="19831" y="18360"/>
                </a:lnTo>
                <a:lnTo>
                  <a:pt x="19222" y="18486"/>
                </a:lnTo>
                <a:lnTo>
                  <a:pt x="18525" y="18626"/>
                </a:lnTo>
                <a:lnTo>
                  <a:pt x="17688" y="18796"/>
                </a:lnTo>
                <a:lnTo>
                  <a:pt x="16667" y="19004"/>
                </a:lnTo>
                <a:lnTo>
                  <a:pt x="15411" y="19260"/>
                </a:lnTo>
                <a:lnTo>
                  <a:pt x="13873" y="19573"/>
                </a:lnTo>
                <a:lnTo>
                  <a:pt x="12004" y="19955"/>
                </a:lnTo>
                <a:lnTo>
                  <a:pt x="9755" y="20412"/>
                </a:lnTo>
                <a:lnTo>
                  <a:pt x="7079" y="20959"/>
                </a:lnTo>
                <a:lnTo>
                  <a:pt x="3927" y="21600"/>
                </a:lnTo>
                <a:lnTo>
                  <a:pt x="3927" y="19462"/>
                </a:lnTo>
                <a:lnTo>
                  <a:pt x="3927" y="17316"/>
                </a:lnTo>
                <a:lnTo>
                  <a:pt x="3927" y="15163"/>
                </a:lnTo>
                <a:lnTo>
                  <a:pt x="3927" y="12992"/>
                </a:lnTo>
                <a:lnTo>
                  <a:pt x="3927" y="10800"/>
                </a:lnTo>
                <a:lnTo>
                  <a:pt x="2761" y="9349"/>
                </a:lnTo>
                <a:lnTo>
                  <a:pt x="1964" y="8492"/>
                </a:lnTo>
                <a:lnTo>
                  <a:pt x="1166" y="7888"/>
                </a:lnTo>
                <a:lnTo>
                  <a:pt x="0" y="7200"/>
                </a:lnTo>
                <a:lnTo>
                  <a:pt x="306" y="4936"/>
                </a:lnTo>
                <a:lnTo>
                  <a:pt x="613" y="3431"/>
                </a:lnTo>
                <a:lnTo>
                  <a:pt x="1104" y="2012"/>
                </a:lnTo>
                <a:lnTo>
                  <a:pt x="1964" y="0"/>
                </a:lnTo>
                <a:close/>
              </a:path>
            </a:pathLst>
          </a:custGeom>
          <a:solidFill>
            <a:srgbClr val="A92E28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2" name="contour_08710"/>
          <p:cNvSpPr/>
          <p:nvPr/>
        </p:nvSpPr>
        <p:spPr>
          <a:xfrm>
            <a:off x="1933727" y="4590065"/>
            <a:ext cx="73558" cy="454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49" y="0"/>
                </a:moveTo>
                <a:lnTo>
                  <a:pt x="6022" y="97"/>
                </a:lnTo>
                <a:lnTo>
                  <a:pt x="6855" y="267"/>
                </a:lnTo>
                <a:lnTo>
                  <a:pt x="8759" y="651"/>
                </a:lnTo>
                <a:lnTo>
                  <a:pt x="9220" y="2268"/>
                </a:lnTo>
                <a:lnTo>
                  <a:pt x="9688" y="3912"/>
                </a:lnTo>
                <a:lnTo>
                  <a:pt x="10536" y="6086"/>
                </a:lnTo>
                <a:lnTo>
                  <a:pt x="11437" y="7686"/>
                </a:lnTo>
                <a:lnTo>
                  <a:pt x="12434" y="8866"/>
                </a:lnTo>
                <a:lnTo>
                  <a:pt x="13564" y="9784"/>
                </a:lnTo>
                <a:lnTo>
                  <a:pt x="14867" y="10597"/>
                </a:lnTo>
                <a:lnTo>
                  <a:pt x="16382" y="11470"/>
                </a:lnTo>
                <a:lnTo>
                  <a:pt x="17358" y="12052"/>
                </a:lnTo>
                <a:lnTo>
                  <a:pt x="18341" y="12637"/>
                </a:lnTo>
                <a:lnTo>
                  <a:pt x="19334" y="13229"/>
                </a:lnTo>
                <a:lnTo>
                  <a:pt x="20459" y="13859"/>
                </a:lnTo>
                <a:lnTo>
                  <a:pt x="21600" y="14499"/>
                </a:lnTo>
                <a:lnTo>
                  <a:pt x="21266" y="16570"/>
                </a:lnTo>
                <a:lnTo>
                  <a:pt x="20932" y="17982"/>
                </a:lnTo>
                <a:lnTo>
                  <a:pt x="20397" y="19384"/>
                </a:lnTo>
                <a:lnTo>
                  <a:pt x="19460" y="21423"/>
                </a:lnTo>
                <a:lnTo>
                  <a:pt x="17962" y="21552"/>
                </a:lnTo>
                <a:lnTo>
                  <a:pt x="16539" y="21600"/>
                </a:lnTo>
                <a:lnTo>
                  <a:pt x="15154" y="21572"/>
                </a:lnTo>
                <a:lnTo>
                  <a:pt x="13778" y="21465"/>
                </a:lnTo>
                <a:lnTo>
                  <a:pt x="12370" y="21271"/>
                </a:lnTo>
                <a:lnTo>
                  <a:pt x="10900" y="20991"/>
                </a:lnTo>
                <a:lnTo>
                  <a:pt x="9716" y="20748"/>
                </a:lnTo>
                <a:lnTo>
                  <a:pt x="8513" y="20506"/>
                </a:lnTo>
                <a:lnTo>
                  <a:pt x="6123" y="19838"/>
                </a:lnTo>
                <a:lnTo>
                  <a:pt x="4456" y="19267"/>
                </a:lnTo>
                <a:lnTo>
                  <a:pt x="3294" y="18630"/>
                </a:lnTo>
                <a:lnTo>
                  <a:pt x="2420" y="17771"/>
                </a:lnTo>
                <a:lnTo>
                  <a:pt x="1614" y="16531"/>
                </a:lnTo>
                <a:lnTo>
                  <a:pt x="659" y="14745"/>
                </a:lnTo>
                <a:lnTo>
                  <a:pt x="332" y="12522"/>
                </a:lnTo>
                <a:lnTo>
                  <a:pt x="107" y="10462"/>
                </a:lnTo>
                <a:lnTo>
                  <a:pt x="0" y="8448"/>
                </a:lnTo>
                <a:lnTo>
                  <a:pt x="26" y="6370"/>
                </a:lnTo>
                <a:lnTo>
                  <a:pt x="199" y="4113"/>
                </a:lnTo>
                <a:lnTo>
                  <a:pt x="1487" y="2101"/>
                </a:lnTo>
                <a:lnTo>
                  <a:pt x="2472" y="1004"/>
                </a:lnTo>
                <a:lnTo>
                  <a:pt x="3660" y="433"/>
                </a:lnTo>
                <a:lnTo>
                  <a:pt x="5549" y="0"/>
                </a:lnTo>
                <a:close/>
              </a:path>
            </a:pathLst>
          </a:custGeom>
          <a:solidFill>
            <a:srgbClr val="8E8E8D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3" name="contour_08711"/>
          <p:cNvSpPr/>
          <p:nvPr/>
        </p:nvSpPr>
        <p:spPr>
          <a:xfrm>
            <a:off x="7276502" y="458414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0"/>
                </a:lnTo>
                <a:lnTo>
                  <a:pt x="8694" y="0"/>
                </a:lnTo>
                <a:lnTo>
                  <a:pt x="11250" y="0"/>
                </a:lnTo>
                <a:lnTo>
                  <a:pt x="13817" y="0"/>
                </a:lnTo>
                <a:lnTo>
                  <a:pt x="16394" y="0"/>
                </a:lnTo>
                <a:lnTo>
                  <a:pt x="18986" y="0"/>
                </a:lnTo>
                <a:lnTo>
                  <a:pt x="21600" y="0"/>
                </a:lnTo>
                <a:lnTo>
                  <a:pt x="21280" y="4093"/>
                </a:lnTo>
                <a:lnTo>
                  <a:pt x="21010" y="7236"/>
                </a:lnTo>
                <a:lnTo>
                  <a:pt x="20743" y="9644"/>
                </a:lnTo>
                <a:lnTo>
                  <a:pt x="20437" y="11524"/>
                </a:lnTo>
                <a:lnTo>
                  <a:pt x="20052" y="13090"/>
                </a:lnTo>
                <a:lnTo>
                  <a:pt x="19548" y="14551"/>
                </a:lnTo>
                <a:lnTo>
                  <a:pt x="18875" y="16117"/>
                </a:lnTo>
                <a:lnTo>
                  <a:pt x="18000" y="18000"/>
                </a:lnTo>
                <a:lnTo>
                  <a:pt x="15736" y="18968"/>
                </a:lnTo>
                <a:lnTo>
                  <a:pt x="13554" y="19717"/>
                </a:lnTo>
                <a:lnTo>
                  <a:pt x="11419" y="20279"/>
                </a:lnTo>
                <a:lnTo>
                  <a:pt x="9288" y="20689"/>
                </a:lnTo>
                <a:lnTo>
                  <a:pt x="7121" y="20992"/>
                </a:lnTo>
                <a:lnTo>
                  <a:pt x="4878" y="21222"/>
                </a:lnTo>
                <a:lnTo>
                  <a:pt x="2516" y="21409"/>
                </a:lnTo>
                <a:lnTo>
                  <a:pt x="0" y="21600"/>
                </a:lnTo>
                <a:lnTo>
                  <a:pt x="396" y="19224"/>
                </a:lnTo>
                <a:lnTo>
                  <a:pt x="792" y="16844"/>
                </a:lnTo>
                <a:lnTo>
                  <a:pt x="1188" y="14465"/>
                </a:lnTo>
                <a:lnTo>
                  <a:pt x="1588" y="12078"/>
                </a:lnTo>
                <a:lnTo>
                  <a:pt x="1987" y="9684"/>
                </a:lnTo>
                <a:lnTo>
                  <a:pt x="2387" y="7279"/>
                </a:lnTo>
                <a:lnTo>
                  <a:pt x="2790" y="4867"/>
                </a:lnTo>
                <a:lnTo>
                  <a:pt x="3193" y="2441"/>
                </a:lnTo>
                <a:lnTo>
                  <a:pt x="3600" y="0"/>
                </a:lnTo>
                <a:close/>
              </a:path>
            </a:pathLst>
          </a:custGeom>
          <a:solidFill>
            <a:srgbClr val="F8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4" name="contour_08712"/>
          <p:cNvSpPr/>
          <p:nvPr/>
        </p:nvSpPr>
        <p:spPr>
          <a:xfrm>
            <a:off x="9659151" y="4562283"/>
            <a:ext cx="6611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52" y="0"/>
                </a:moveTo>
                <a:lnTo>
                  <a:pt x="4126" y="0"/>
                </a:lnTo>
                <a:lnTo>
                  <a:pt x="5710" y="0"/>
                </a:lnTo>
                <a:lnTo>
                  <a:pt x="7314" y="0"/>
                </a:lnTo>
                <a:lnTo>
                  <a:pt x="7314" y="2138"/>
                </a:lnTo>
                <a:lnTo>
                  <a:pt x="7314" y="4284"/>
                </a:lnTo>
                <a:lnTo>
                  <a:pt x="7314" y="6437"/>
                </a:lnTo>
                <a:lnTo>
                  <a:pt x="7314" y="8608"/>
                </a:lnTo>
                <a:lnTo>
                  <a:pt x="7314" y="10800"/>
                </a:lnTo>
                <a:lnTo>
                  <a:pt x="8886" y="10404"/>
                </a:lnTo>
                <a:lnTo>
                  <a:pt x="10460" y="10008"/>
                </a:lnTo>
                <a:lnTo>
                  <a:pt x="12033" y="9612"/>
                </a:lnTo>
                <a:lnTo>
                  <a:pt x="13612" y="9212"/>
                </a:lnTo>
                <a:lnTo>
                  <a:pt x="15195" y="8813"/>
                </a:lnTo>
                <a:lnTo>
                  <a:pt x="16786" y="8413"/>
                </a:lnTo>
                <a:lnTo>
                  <a:pt x="18381" y="8010"/>
                </a:lnTo>
                <a:lnTo>
                  <a:pt x="19986" y="7607"/>
                </a:lnTo>
                <a:lnTo>
                  <a:pt x="21600" y="7200"/>
                </a:lnTo>
                <a:lnTo>
                  <a:pt x="21600" y="9338"/>
                </a:lnTo>
                <a:lnTo>
                  <a:pt x="21600" y="11484"/>
                </a:lnTo>
                <a:lnTo>
                  <a:pt x="21600" y="13637"/>
                </a:lnTo>
                <a:lnTo>
                  <a:pt x="21600" y="15808"/>
                </a:lnTo>
                <a:lnTo>
                  <a:pt x="21600" y="18000"/>
                </a:lnTo>
                <a:lnTo>
                  <a:pt x="20838" y="18130"/>
                </a:lnTo>
                <a:lnTo>
                  <a:pt x="20140" y="18245"/>
                </a:lnTo>
                <a:lnTo>
                  <a:pt x="19455" y="18360"/>
                </a:lnTo>
                <a:lnTo>
                  <a:pt x="18717" y="18486"/>
                </a:lnTo>
                <a:lnTo>
                  <a:pt x="17871" y="18626"/>
                </a:lnTo>
                <a:lnTo>
                  <a:pt x="16857" y="18796"/>
                </a:lnTo>
                <a:lnTo>
                  <a:pt x="15619" y="19004"/>
                </a:lnTo>
                <a:lnTo>
                  <a:pt x="14095" y="19260"/>
                </a:lnTo>
                <a:lnTo>
                  <a:pt x="12231" y="19573"/>
                </a:lnTo>
                <a:lnTo>
                  <a:pt x="9964" y="19955"/>
                </a:lnTo>
                <a:lnTo>
                  <a:pt x="7238" y="20412"/>
                </a:lnTo>
                <a:lnTo>
                  <a:pt x="3993" y="20959"/>
                </a:lnTo>
                <a:lnTo>
                  <a:pt x="171" y="21600"/>
                </a:lnTo>
                <a:lnTo>
                  <a:pt x="86" y="16510"/>
                </a:lnTo>
                <a:lnTo>
                  <a:pt x="29" y="12784"/>
                </a:lnTo>
                <a:lnTo>
                  <a:pt x="0" y="10109"/>
                </a:lnTo>
                <a:lnTo>
                  <a:pt x="0" y="8168"/>
                </a:lnTo>
                <a:lnTo>
                  <a:pt x="29" y="6646"/>
                </a:lnTo>
                <a:lnTo>
                  <a:pt x="86" y="5227"/>
                </a:lnTo>
                <a:lnTo>
                  <a:pt x="171" y="3600"/>
                </a:lnTo>
                <a:lnTo>
                  <a:pt x="1352" y="1814"/>
                </a:lnTo>
                <a:lnTo>
                  <a:pt x="2552" y="0"/>
                </a:lnTo>
                <a:close/>
              </a:path>
            </a:pathLst>
          </a:custGeom>
          <a:solidFill>
            <a:srgbClr val="AA8C49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5" name="contour_08713"/>
          <p:cNvSpPr/>
          <p:nvPr/>
        </p:nvSpPr>
        <p:spPr>
          <a:xfrm>
            <a:off x="1896274" y="4569520"/>
            <a:ext cx="32373" cy="656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79" y="17"/>
                </a:moveTo>
                <a:lnTo>
                  <a:pt x="20579" y="1456"/>
                </a:lnTo>
                <a:lnTo>
                  <a:pt x="20579" y="2895"/>
                </a:lnTo>
                <a:lnTo>
                  <a:pt x="20579" y="4333"/>
                </a:lnTo>
                <a:lnTo>
                  <a:pt x="20579" y="5772"/>
                </a:lnTo>
                <a:lnTo>
                  <a:pt x="20579" y="7211"/>
                </a:lnTo>
                <a:lnTo>
                  <a:pt x="20919" y="8425"/>
                </a:lnTo>
                <a:lnTo>
                  <a:pt x="21264" y="9657"/>
                </a:lnTo>
                <a:lnTo>
                  <a:pt x="21512" y="10914"/>
                </a:lnTo>
                <a:lnTo>
                  <a:pt x="21600" y="11914"/>
                </a:lnTo>
                <a:lnTo>
                  <a:pt x="21498" y="13000"/>
                </a:lnTo>
                <a:lnTo>
                  <a:pt x="21167" y="14516"/>
                </a:lnTo>
                <a:lnTo>
                  <a:pt x="20579" y="16804"/>
                </a:lnTo>
                <a:lnTo>
                  <a:pt x="17997" y="17734"/>
                </a:lnTo>
                <a:lnTo>
                  <a:pt x="15361" y="18557"/>
                </a:lnTo>
                <a:lnTo>
                  <a:pt x="12672" y="19286"/>
                </a:lnTo>
                <a:lnTo>
                  <a:pt x="9910" y="19938"/>
                </a:lnTo>
                <a:lnTo>
                  <a:pt x="7070" y="20530"/>
                </a:lnTo>
                <a:lnTo>
                  <a:pt x="4148" y="21080"/>
                </a:lnTo>
                <a:lnTo>
                  <a:pt x="1128" y="21600"/>
                </a:lnTo>
                <a:lnTo>
                  <a:pt x="866" y="19981"/>
                </a:lnTo>
                <a:lnTo>
                  <a:pt x="622" y="18372"/>
                </a:lnTo>
                <a:lnTo>
                  <a:pt x="408" y="16773"/>
                </a:lnTo>
                <a:lnTo>
                  <a:pt x="229" y="15175"/>
                </a:lnTo>
                <a:lnTo>
                  <a:pt x="97" y="13585"/>
                </a:lnTo>
                <a:lnTo>
                  <a:pt x="15" y="11995"/>
                </a:lnTo>
                <a:lnTo>
                  <a:pt x="0" y="10408"/>
                </a:lnTo>
                <a:lnTo>
                  <a:pt x="49" y="8820"/>
                </a:lnTo>
                <a:lnTo>
                  <a:pt x="180" y="7228"/>
                </a:lnTo>
                <a:lnTo>
                  <a:pt x="399" y="5631"/>
                </a:lnTo>
                <a:lnTo>
                  <a:pt x="710" y="4026"/>
                </a:lnTo>
                <a:lnTo>
                  <a:pt x="1128" y="2415"/>
                </a:lnTo>
                <a:lnTo>
                  <a:pt x="4269" y="1266"/>
                </a:lnTo>
                <a:lnTo>
                  <a:pt x="7143" y="552"/>
                </a:lnTo>
                <a:lnTo>
                  <a:pt x="9983" y="168"/>
                </a:lnTo>
                <a:lnTo>
                  <a:pt x="13017" y="17"/>
                </a:lnTo>
                <a:lnTo>
                  <a:pt x="16470" y="0"/>
                </a:lnTo>
                <a:lnTo>
                  <a:pt x="20579" y="17"/>
                </a:lnTo>
                <a:close/>
              </a:path>
            </a:pathLst>
          </a:custGeom>
          <a:solidFill>
            <a:srgbClr val="626262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6" name="contour_08714"/>
          <p:cNvSpPr/>
          <p:nvPr/>
        </p:nvSpPr>
        <p:spPr>
          <a:xfrm>
            <a:off x="4849601" y="4547707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9818" y="21344"/>
                </a:lnTo>
                <a:lnTo>
                  <a:pt x="18036" y="21091"/>
                </a:lnTo>
                <a:lnTo>
                  <a:pt x="16251" y="20835"/>
                </a:lnTo>
                <a:lnTo>
                  <a:pt x="14464" y="20582"/>
                </a:lnTo>
                <a:lnTo>
                  <a:pt x="12674" y="20326"/>
                </a:lnTo>
                <a:lnTo>
                  <a:pt x="10881" y="20069"/>
                </a:lnTo>
                <a:lnTo>
                  <a:pt x="9083" y="19813"/>
                </a:lnTo>
                <a:lnTo>
                  <a:pt x="7279" y="19554"/>
                </a:lnTo>
                <a:lnTo>
                  <a:pt x="5470" y="19295"/>
                </a:lnTo>
                <a:lnTo>
                  <a:pt x="3656" y="19036"/>
                </a:lnTo>
                <a:lnTo>
                  <a:pt x="1831" y="18777"/>
                </a:lnTo>
                <a:lnTo>
                  <a:pt x="0" y="18514"/>
                </a:lnTo>
                <a:lnTo>
                  <a:pt x="0" y="16681"/>
                </a:lnTo>
                <a:lnTo>
                  <a:pt x="0" y="14842"/>
                </a:lnTo>
                <a:lnTo>
                  <a:pt x="0" y="12997"/>
                </a:lnTo>
                <a:lnTo>
                  <a:pt x="0" y="11136"/>
                </a:lnTo>
                <a:lnTo>
                  <a:pt x="0" y="9257"/>
                </a:lnTo>
                <a:lnTo>
                  <a:pt x="1871" y="9563"/>
                </a:lnTo>
                <a:lnTo>
                  <a:pt x="3745" y="9868"/>
                </a:lnTo>
                <a:lnTo>
                  <a:pt x="5619" y="10174"/>
                </a:lnTo>
                <a:lnTo>
                  <a:pt x="7495" y="10482"/>
                </a:lnTo>
                <a:lnTo>
                  <a:pt x="9380" y="10788"/>
                </a:lnTo>
                <a:lnTo>
                  <a:pt x="11267" y="11096"/>
                </a:lnTo>
                <a:lnTo>
                  <a:pt x="13162" y="11405"/>
                </a:lnTo>
                <a:lnTo>
                  <a:pt x="15066" y="11716"/>
                </a:lnTo>
                <a:lnTo>
                  <a:pt x="16978" y="12028"/>
                </a:lnTo>
                <a:lnTo>
                  <a:pt x="18900" y="12343"/>
                </a:lnTo>
                <a:lnTo>
                  <a:pt x="18900" y="10303"/>
                </a:lnTo>
                <a:lnTo>
                  <a:pt x="18900" y="8251"/>
                </a:lnTo>
                <a:lnTo>
                  <a:pt x="18900" y="6171"/>
                </a:lnTo>
                <a:lnTo>
                  <a:pt x="17296" y="5039"/>
                </a:lnTo>
                <a:lnTo>
                  <a:pt x="16200" y="4339"/>
                </a:lnTo>
                <a:lnTo>
                  <a:pt x="15104" y="3786"/>
                </a:lnTo>
                <a:lnTo>
                  <a:pt x="13500" y="3086"/>
                </a:lnTo>
                <a:lnTo>
                  <a:pt x="14839" y="1555"/>
                </a:lnTo>
                <a:lnTo>
                  <a:pt x="16200" y="0"/>
                </a:lnTo>
                <a:close/>
              </a:path>
            </a:pathLst>
          </a:custGeom>
          <a:solidFill>
            <a:srgbClr val="3A3834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7" name="contour_08715"/>
          <p:cNvSpPr/>
          <p:nvPr/>
        </p:nvSpPr>
        <p:spPr>
          <a:xfrm>
            <a:off x="4922481" y="4503979"/>
            <a:ext cx="5175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07" y="0"/>
                </a:moveTo>
                <a:lnTo>
                  <a:pt x="17014" y="890"/>
                </a:lnTo>
                <a:lnTo>
                  <a:pt x="18248" y="1594"/>
                </a:lnTo>
                <a:lnTo>
                  <a:pt x="19483" y="2486"/>
                </a:lnTo>
                <a:lnTo>
                  <a:pt x="21290" y="3927"/>
                </a:lnTo>
                <a:lnTo>
                  <a:pt x="21500" y="5259"/>
                </a:lnTo>
                <a:lnTo>
                  <a:pt x="21594" y="6557"/>
                </a:lnTo>
                <a:lnTo>
                  <a:pt x="21600" y="7839"/>
                </a:lnTo>
                <a:lnTo>
                  <a:pt x="21536" y="9125"/>
                </a:lnTo>
                <a:lnTo>
                  <a:pt x="21427" y="10433"/>
                </a:lnTo>
                <a:lnTo>
                  <a:pt x="21290" y="11782"/>
                </a:lnTo>
                <a:lnTo>
                  <a:pt x="19279" y="11782"/>
                </a:lnTo>
                <a:lnTo>
                  <a:pt x="17257" y="11782"/>
                </a:lnTo>
                <a:lnTo>
                  <a:pt x="15207" y="11782"/>
                </a:lnTo>
                <a:lnTo>
                  <a:pt x="14261" y="12770"/>
                </a:lnTo>
                <a:lnTo>
                  <a:pt x="13647" y="13494"/>
                </a:lnTo>
                <a:lnTo>
                  <a:pt x="13102" y="14315"/>
                </a:lnTo>
                <a:lnTo>
                  <a:pt x="12354" y="15587"/>
                </a:lnTo>
                <a:lnTo>
                  <a:pt x="11326" y="17060"/>
                </a:lnTo>
                <a:lnTo>
                  <a:pt x="10429" y="18162"/>
                </a:lnTo>
                <a:lnTo>
                  <a:pt x="9465" y="19004"/>
                </a:lnTo>
                <a:lnTo>
                  <a:pt x="8233" y="19701"/>
                </a:lnTo>
                <a:lnTo>
                  <a:pt x="6539" y="20365"/>
                </a:lnTo>
                <a:lnTo>
                  <a:pt x="4182" y="21109"/>
                </a:lnTo>
                <a:lnTo>
                  <a:pt x="3142" y="21231"/>
                </a:lnTo>
                <a:lnTo>
                  <a:pt x="0" y="21600"/>
                </a:lnTo>
                <a:lnTo>
                  <a:pt x="359" y="20288"/>
                </a:lnTo>
                <a:lnTo>
                  <a:pt x="739" y="18979"/>
                </a:lnTo>
                <a:lnTo>
                  <a:pt x="1141" y="17673"/>
                </a:lnTo>
                <a:lnTo>
                  <a:pt x="1460" y="16577"/>
                </a:lnTo>
                <a:lnTo>
                  <a:pt x="1782" y="15464"/>
                </a:lnTo>
                <a:lnTo>
                  <a:pt x="2409" y="14611"/>
                </a:lnTo>
                <a:lnTo>
                  <a:pt x="3041" y="13745"/>
                </a:lnTo>
                <a:lnTo>
                  <a:pt x="5052" y="13745"/>
                </a:lnTo>
                <a:lnTo>
                  <a:pt x="7074" y="13745"/>
                </a:lnTo>
                <a:lnTo>
                  <a:pt x="9124" y="13745"/>
                </a:lnTo>
                <a:lnTo>
                  <a:pt x="9799" y="12542"/>
                </a:lnTo>
                <a:lnTo>
                  <a:pt x="10204" y="11656"/>
                </a:lnTo>
                <a:lnTo>
                  <a:pt x="10493" y="10649"/>
                </a:lnTo>
                <a:lnTo>
                  <a:pt x="10833" y="9082"/>
                </a:lnTo>
                <a:lnTo>
                  <a:pt x="11177" y="7658"/>
                </a:lnTo>
                <a:lnTo>
                  <a:pt x="11569" y="6311"/>
                </a:lnTo>
                <a:lnTo>
                  <a:pt x="12041" y="5021"/>
                </a:lnTo>
                <a:lnTo>
                  <a:pt x="12613" y="3766"/>
                </a:lnTo>
                <a:lnTo>
                  <a:pt x="13315" y="2523"/>
                </a:lnTo>
                <a:lnTo>
                  <a:pt x="14170" y="1276"/>
                </a:lnTo>
                <a:lnTo>
                  <a:pt x="15207" y="0"/>
                </a:lnTo>
                <a:close/>
              </a:path>
            </a:pathLst>
          </a:custGeom>
          <a:solidFill>
            <a:srgbClr val="45413A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8" name="contour_08716"/>
          <p:cNvSpPr/>
          <p:nvPr/>
        </p:nvSpPr>
        <p:spPr>
          <a:xfrm>
            <a:off x="10781115" y="4525697"/>
            <a:ext cx="59215" cy="382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71" y="0"/>
                </a:moveTo>
                <a:lnTo>
                  <a:pt x="9049" y="761"/>
                </a:lnTo>
                <a:lnTo>
                  <a:pt x="11402" y="1404"/>
                </a:lnTo>
                <a:lnTo>
                  <a:pt x="13170" y="2025"/>
                </a:lnTo>
                <a:lnTo>
                  <a:pt x="14499" y="2721"/>
                </a:lnTo>
                <a:lnTo>
                  <a:pt x="15536" y="3585"/>
                </a:lnTo>
                <a:lnTo>
                  <a:pt x="16427" y="4717"/>
                </a:lnTo>
                <a:lnTo>
                  <a:pt x="17312" y="6207"/>
                </a:lnTo>
                <a:lnTo>
                  <a:pt x="18338" y="8149"/>
                </a:lnTo>
                <a:lnTo>
                  <a:pt x="19093" y="10615"/>
                </a:lnTo>
                <a:lnTo>
                  <a:pt x="19795" y="13076"/>
                </a:lnTo>
                <a:lnTo>
                  <a:pt x="20446" y="15554"/>
                </a:lnTo>
                <a:lnTo>
                  <a:pt x="21047" y="18077"/>
                </a:lnTo>
                <a:lnTo>
                  <a:pt x="21600" y="20662"/>
                </a:lnTo>
                <a:lnTo>
                  <a:pt x="19718" y="20929"/>
                </a:lnTo>
                <a:lnTo>
                  <a:pt x="17846" y="21164"/>
                </a:lnTo>
                <a:lnTo>
                  <a:pt x="15985" y="21361"/>
                </a:lnTo>
                <a:lnTo>
                  <a:pt x="14132" y="21509"/>
                </a:lnTo>
                <a:lnTo>
                  <a:pt x="12285" y="21592"/>
                </a:lnTo>
                <a:lnTo>
                  <a:pt x="10434" y="21600"/>
                </a:lnTo>
                <a:lnTo>
                  <a:pt x="8584" y="21526"/>
                </a:lnTo>
                <a:lnTo>
                  <a:pt x="6729" y="21349"/>
                </a:lnTo>
                <a:lnTo>
                  <a:pt x="4865" y="21069"/>
                </a:lnTo>
                <a:lnTo>
                  <a:pt x="2991" y="20662"/>
                </a:lnTo>
                <a:lnTo>
                  <a:pt x="1832" y="18266"/>
                </a:lnTo>
                <a:lnTo>
                  <a:pt x="1055" y="16015"/>
                </a:lnTo>
                <a:lnTo>
                  <a:pt x="561" y="13722"/>
                </a:lnTo>
                <a:lnTo>
                  <a:pt x="245" y="11183"/>
                </a:lnTo>
                <a:lnTo>
                  <a:pt x="0" y="8199"/>
                </a:lnTo>
                <a:lnTo>
                  <a:pt x="436" y="4964"/>
                </a:lnTo>
                <a:lnTo>
                  <a:pt x="1170" y="2651"/>
                </a:lnTo>
                <a:lnTo>
                  <a:pt x="2286" y="1140"/>
                </a:lnTo>
                <a:lnTo>
                  <a:pt x="3860" y="296"/>
                </a:lnTo>
                <a:lnTo>
                  <a:pt x="5971" y="0"/>
                </a:lnTo>
                <a:close/>
              </a:path>
            </a:pathLst>
          </a:custGeom>
          <a:solidFill>
            <a:srgbClr val="ECD17B"/>
          </a:solidFill>
          <a:ln>
            <a:noFill/>
          </a:ln>
        </p:spPr>
        <p:txBody>
          <a:bodyPr/>
          <a:lstStyle/>
          <a:p/>
        </p:txBody>
      </p:sp>
      <p:sp>
        <p:nvSpPr>
          <p:cNvPr id="8719" name="contour_08717"/>
          <p:cNvSpPr/>
          <p:nvPr/>
        </p:nvSpPr>
        <p:spPr>
          <a:xfrm>
            <a:off x="1293061" y="4549252"/>
            <a:ext cx="109320" cy="21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645"/>
                </a:moveTo>
                <a:lnTo>
                  <a:pt x="21600" y="10381"/>
                </a:lnTo>
                <a:lnTo>
                  <a:pt x="21600" y="15145"/>
                </a:lnTo>
                <a:lnTo>
                  <a:pt x="21600" y="19974"/>
                </a:lnTo>
                <a:lnTo>
                  <a:pt x="20580" y="20110"/>
                </a:lnTo>
                <a:lnTo>
                  <a:pt x="19560" y="20232"/>
                </a:lnTo>
                <a:lnTo>
                  <a:pt x="18540" y="20339"/>
                </a:lnTo>
                <a:lnTo>
                  <a:pt x="17520" y="20447"/>
                </a:lnTo>
                <a:lnTo>
                  <a:pt x="16500" y="20540"/>
                </a:lnTo>
                <a:lnTo>
                  <a:pt x="15480" y="20633"/>
                </a:lnTo>
                <a:lnTo>
                  <a:pt x="14460" y="20712"/>
                </a:lnTo>
                <a:lnTo>
                  <a:pt x="13440" y="20790"/>
                </a:lnTo>
                <a:lnTo>
                  <a:pt x="12420" y="20869"/>
                </a:lnTo>
                <a:lnTo>
                  <a:pt x="11550" y="20991"/>
                </a:lnTo>
                <a:lnTo>
                  <a:pt x="10675" y="21113"/>
                </a:lnTo>
                <a:lnTo>
                  <a:pt x="9788" y="21235"/>
                </a:lnTo>
                <a:lnTo>
                  <a:pt x="9416" y="21256"/>
                </a:lnTo>
                <a:lnTo>
                  <a:pt x="8760" y="21292"/>
                </a:lnTo>
                <a:lnTo>
                  <a:pt x="7256" y="21371"/>
                </a:lnTo>
                <a:lnTo>
                  <a:pt x="6486" y="21450"/>
                </a:lnTo>
                <a:lnTo>
                  <a:pt x="5711" y="21521"/>
                </a:lnTo>
                <a:lnTo>
                  <a:pt x="4925" y="21600"/>
                </a:lnTo>
                <a:lnTo>
                  <a:pt x="3797" y="20389"/>
                </a:lnTo>
                <a:lnTo>
                  <a:pt x="2884" y="18713"/>
                </a:lnTo>
                <a:lnTo>
                  <a:pt x="2115" y="16485"/>
                </a:lnTo>
                <a:lnTo>
                  <a:pt x="1424" y="13612"/>
                </a:lnTo>
                <a:lnTo>
                  <a:pt x="742" y="10030"/>
                </a:lnTo>
                <a:lnTo>
                  <a:pt x="0" y="5645"/>
                </a:lnTo>
                <a:lnTo>
                  <a:pt x="1057" y="4392"/>
                </a:lnTo>
                <a:lnTo>
                  <a:pt x="2105" y="3310"/>
                </a:lnTo>
                <a:lnTo>
                  <a:pt x="3146" y="2393"/>
                </a:lnTo>
                <a:lnTo>
                  <a:pt x="4179" y="1641"/>
                </a:lnTo>
                <a:lnTo>
                  <a:pt x="5206" y="1039"/>
                </a:lnTo>
                <a:lnTo>
                  <a:pt x="6228" y="580"/>
                </a:lnTo>
                <a:lnTo>
                  <a:pt x="7245" y="265"/>
                </a:lnTo>
                <a:lnTo>
                  <a:pt x="8260" y="72"/>
                </a:lnTo>
                <a:lnTo>
                  <a:pt x="9272" y="0"/>
                </a:lnTo>
                <a:lnTo>
                  <a:pt x="10283" y="36"/>
                </a:lnTo>
                <a:lnTo>
                  <a:pt x="11292" y="179"/>
                </a:lnTo>
                <a:lnTo>
                  <a:pt x="12305" y="423"/>
                </a:lnTo>
                <a:lnTo>
                  <a:pt x="13317" y="752"/>
                </a:lnTo>
                <a:lnTo>
                  <a:pt x="14332" y="1168"/>
                </a:lnTo>
                <a:lnTo>
                  <a:pt x="15352" y="1648"/>
                </a:lnTo>
                <a:lnTo>
                  <a:pt x="16376" y="2199"/>
                </a:lnTo>
                <a:lnTo>
                  <a:pt x="17405" y="2808"/>
                </a:lnTo>
                <a:lnTo>
                  <a:pt x="18442" y="3460"/>
                </a:lnTo>
                <a:lnTo>
                  <a:pt x="19486" y="4155"/>
                </a:lnTo>
                <a:lnTo>
                  <a:pt x="20539" y="4886"/>
                </a:lnTo>
                <a:lnTo>
                  <a:pt x="21600" y="5645"/>
                </a:lnTo>
                <a:close/>
              </a:path>
            </a:pathLst>
          </a:custGeom>
          <a:solidFill>
            <a:srgbClr val="EC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0" name="contour_08718"/>
          <p:cNvSpPr/>
          <p:nvPr/>
        </p:nvSpPr>
        <p:spPr>
          <a:xfrm>
            <a:off x="7706494" y="4518555"/>
            <a:ext cx="465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81" y="0"/>
                </a:moveTo>
                <a:lnTo>
                  <a:pt x="5772" y="0"/>
                </a:lnTo>
                <a:lnTo>
                  <a:pt x="8166" y="0"/>
                </a:lnTo>
                <a:lnTo>
                  <a:pt x="10567" y="0"/>
                </a:lnTo>
                <a:lnTo>
                  <a:pt x="12978" y="0"/>
                </a:lnTo>
                <a:lnTo>
                  <a:pt x="15399" y="0"/>
                </a:lnTo>
                <a:lnTo>
                  <a:pt x="17833" y="0"/>
                </a:lnTo>
                <a:lnTo>
                  <a:pt x="20288" y="0"/>
                </a:lnTo>
                <a:lnTo>
                  <a:pt x="20944" y="3839"/>
                </a:lnTo>
                <a:lnTo>
                  <a:pt x="21380" y="6684"/>
                </a:lnTo>
                <a:lnTo>
                  <a:pt x="21600" y="8804"/>
                </a:lnTo>
                <a:lnTo>
                  <a:pt x="21600" y="10467"/>
                </a:lnTo>
                <a:lnTo>
                  <a:pt x="21380" y="11945"/>
                </a:lnTo>
                <a:lnTo>
                  <a:pt x="20944" y="13509"/>
                </a:lnTo>
                <a:lnTo>
                  <a:pt x="20288" y="15429"/>
                </a:lnTo>
                <a:lnTo>
                  <a:pt x="18087" y="16521"/>
                </a:lnTo>
                <a:lnTo>
                  <a:pt x="15919" y="17450"/>
                </a:lnTo>
                <a:lnTo>
                  <a:pt x="13762" y="18246"/>
                </a:lnTo>
                <a:lnTo>
                  <a:pt x="11598" y="18934"/>
                </a:lnTo>
                <a:lnTo>
                  <a:pt x="9407" y="19536"/>
                </a:lnTo>
                <a:lnTo>
                  <a:pt x="7172" y="20079"/>
                </a:lnTo>
                <a:lnTo>
                  <a:pt x="4873" y="20585"/>
                </a:lnTo>
                <a:lnTo>
                  <a:pt x="2489" y="21085"/>
                </a:lnTo>
                <a:lnTo>
                  <a:pt x="0" y="21600"/>
                </a:lnTo>
                <a:lnTo>
                  <a:pt x="335" y="19462"/>
                </a:lnTo>
                <a:lnTo>
                  <a:pt x="670" y="17320"/>
                </a:lnTo>
                <a:lnTo>
                  <a:pt x="1004" y="15179"/>
                </a:lnTo>
                <a:lnTo>
                  <a:pt x="1342" y="13034"/>
                </a:lnTo>
                <a:lnTo>
                  <a:pt x="1677" y="10880"/>
                </a:lnTo>
                <a:lnTo>
                  <a:pt x="2015" y="8723"/>
                </a:lnTo>
                <a:lnTo>
                  <a:pt x="2353" y="6557"/>
                </a:lnTo>
                <a:lnTo>
                  <a:pt x="2695" y="4382"/>
                </a:lnTo>
                <a:lnTo>
                  <a:pt x="3036" y="2197"/>
                </a:lnTo>
                <a:lnTo>
                  <a:pt x="3381" y="0"/>
                </a:lnTo>
                <a:close/>
              </a:path>
            </a:pathLst>
          </a:custGeom>
          <a:solidFill>
            <a:srgbClr val="F6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1" name="contour_08719"/>
          <p:cNvSpPr/>
          <p:nvPr/>
        </p:nvSpPr>
        <p:spPr>
          <a:xfrm>
            <a:off x="4856889" y="4503979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95" y="209"/>
                </a:lnTo>
                <a:lnTo>
                  <a:pt x="2791" y="425"/>
                </a:lnTo>
                <a:lnTo>
                  <a:pt x="4186" y="648"/>
                </a:lnTo>
                <a:lnTo>
                  <a:pt x="5581" y="878"/>
                </a:lnTo>
                <a:lnTo>
                  <a:pt x="6975" y="1112"/>
                </a:lnTo>
                <a:lnTo>
                  <a:pt x="8370" y="1350"/>
                </a:lnTo>
                <a:lnTo>
                  <a:pt x="9556" y="1519"/>
                </a:lnTo>
                <a:lnTo>
                  <a:pt x="10757" y="1688"/>
                </a:lnTo>
                <a:lnTo>
                  <a:pt x="12336" y="2005"/>
                </a:lnTo>
                <a:lnTo>
                  <a:pt x="13759" y="2383"/>
                </a:lnTo>
                <a:lnTo>
                  <a:pt x="15068" y="2887"/>
                </a:lnTo>
                <a:lnTo>
                  <a:pt x="16304" y="3571"/>
                </a:lnTo>
                <a:lnTo>
                  <a:pt x="17511" y="4504"/>
                </a:lnTo>
                <a:lnTo>
                  <a:pt x="18727" y="5738"/>
                </a:lnTo>
                <a:lnTo>
                  <a:pt x="19997" y="7340"/>
                </a:lnTo>
                <a:lnTo>
                  <a:pt x="20792" y="9058"/>
                </a:lnTo>
                <a:lnTo>
                  <a:pt x="21600" y="10800"/>
                </a:lnTo>
                <a:lnTo>
                  <a:pt x="20172" y="10800"/>
                </a:lnTo>
                <a:lnTo>
                  <a:pt x="18736" y="10800"/>
                </a:lnTo>
                <a:lnTo>
                  <a:pt x="17280" y="10800"/>
                </a:lnTo>
                <a:lnTo>
                  <a:pt x="17280" y="12938"/>
                </a:lnTo>
                <a:lnTo>
                  <a:pt x="17280" y="15084"/>
                </a:lnTo>
                <a:lnTo>
                  <a:pt x="17280" y="17237"/>
                </a:lnTo>
                <a:lnTo>
                  <a:pt x="17280" y="19408"/>
                </a:lnTo>
                <a:lnTo>
                  <a:pt x="17280" y="21600"/>
                </a:lnTo>
                <a:lnTo>
                  <a:pt x="15852" y="21600"/>
                </a:lnTo>
                <a:lnTo>
                  <a:pt x="14416" y="21600"/>
                </a:lnTo>
                <a:lnTo>
                  <a:pt x="12960" y="21600"/>
                </a:lnTo>
                <a:lnTo>
                  <a:pt x="12960" y="19462"/>
                </a:lnTo>
                <a:lnTo>
                  <a:pt x="12960" y="17316"/>
                </a:lnTo>
                <a:lnTo>
                  <a:pt x="12960" y="15163"/>
                </a:lnTo>
                <a:lnTo>
                  <a:pt x="12960" y="12992"/>
                </a:lnTo>
                <a:lnTo>
                  <a:pt x="12960" y="10800"/>
                </a:lnTo>
                <a:lnTo>
                  <a:pt x="11534" y="10800"/>
                </a:lnTo>
                <a:lnTo>
                  <a:pt x="10107" y="10800"/>
                </a:lnTo>
                <a:lnTo>
                  <a:pt x="8679" y="10800"/>
                </a:lnTo>
                <a:lnTo>
                  <a:pt x="7247" y="10800"/>
                </a:lnTo>
                <a:lnTo>
                  <a:pt x="5810" y="10800"/>
                </a:lnTo>
                <a:lnTo>
                  <a:pt x="4368" y="10800"/>
                </a:lnTo>
                <a:lnTo>
                  <a:pt x="2920" y="10800"/>
                </a:lnTo>
                <a:lnTo>
                  <a:pt x="1464" y="1080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76736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2" name="contour_08720"/>
          <p:cNvSpPr/>
          <p:nvPr/>
        </p:nvSpPr>
        <p:spPr>
          <a:xfrm>
            <a:off x="4689265" y="4496691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10" y="1087"/>
                </a:lnTo>
                <a:lnTo>
                  <a:pt x="19313" y="1949"/>
                </a:lnTo>
                <a:lnTo>
                  <a:pt x="20258" y="3038"/>
                </a:lnTo>
                <a:lnTo>
                  <a:pt x="21600" y="4800"/>
                </a:lnTo>
                <a:lnTo>
                  <a:pt x="21511" y="6506"/>
                </a:lnTo>
                <a:lnTo>
                  <a:pt x="21312" y="8153"/>
                </a:lnTo>
                <a:lnTo>
                  <a:pt x="20990" y="9754"/>
                </a:lnTo>
                <a:lnTo>
                  <a:pt x="20539" y="11321"/>
                </a:lnTo>
                <a:lnTo>
                  <a:pt x="19944" y="12866"/>
                </a:lnTo>
                <a:lnTo>
                  <a:pt x="19200" y="14400"/>
                </a:lnTo>
                <a:lnTo>
                  <a:pt x="17892" y="15187"/>
                </a:lnTo>
                <a:lnTo>
                  <a:pt x="16954" y="15698"/>
                </a:lnTo>
                <a:lnTo>
                  <a:pt x="15941" y="16162"/>
                </a:lnTo>
                <a:lnTo>
                  <a:pt x="14400" y="16800"/>
                </a:lnTo>
                <a:lnTo>
                  <a:pt x="13762" y="17119"/>
                </a:lnTo>
                <a:lnTo>
                  <a:pt x="11832" y="18084"/>
                </a:lnTo>
                <a:lnTo>
                  <a:pt x="10426" y="18787"/>
                </a:lnTo>
                <a:lnTo>
                  <a:pt x="9019" y="19490"/>
                </a:lnTo>
                <a:lnTo>
                  <a:pt x="7613" y="20194"/>
                </a:lnTo>
                <a:lnTo>
                  <a:pt x="6206" y="20897"/>
                </a:lnTo>
                <a:lnTo>
                  <a:pt x="4800" y="21600"/>
                </a:lnTo>
                <a:lnTo>
                  <a:pt x="4008" y="20412"/>
                </a:lnTo>
                <a:lnTo>
                  <a:pt x="3214" y="19222"/>
                </a:lnTo>
                <a:lnTo>
                  <a:pt x="2419" y="18026"/>
                </a:lnTo>
                <a:lnTo>
                  <a:pt x="1618" y="16826"/>
                </a:lnTo>
                <a:lnTo>
                  <a:pt x="811" y="15619"/>
                </a:lnTo>
                <a:lnTo>
                  <a:pt x="0" y="14400"/>
                </a:lnTo>
                <a:lnTo>
                  <a:pt x="1586" y="14400"/>
                </a:lnTo>
                <a:lnTo>
                  <a:pt x="3182" y="14400"/>
                </a:lnTo>
                <a:lnTo>
                  <a:pt x="4800" y="14400"/>
                </a:lnTo>
                <a:lnTo>
                  <a:pt x="4800" y="12814"/>
                </a:lnTo>
                <a:lnTo>
                  <a:pt x="4800" y="11218"/>
                </a:lnTo>
                <a:lnTo>
                  <a:pt x="4800" y="9600"/>
                </a:lnTo>
                <a:lnTo>
                  <a:pt x="6257" y="9274"/>
                </a:lnTo>
                <a:lnTo>
                  <a:pt x="7716" y="8950"/>
                </a:lnTo>
                <a:lnTo>
                  <a:pt x="9175" y="8635"/>
                </a:lnTo>
                <a:lnTo>
                  <a:pt x="10637" y="8333"/>
                </a:lnTo>
                <a:lnTo>
                  <a:pt x="12103" y="8045"/>
                </a:lnTo>
                <a:lnTo>
                  <a:pt x="13459" y="7498"/>
                </a:lnTo>
                <a:lnTo>
                  <a:pt x="14338" y="6838"/>
                </a:lnTo>
                <a:lnTo>
                  <a:pt x="15122" y="5633"/>
                </a:lnTo>
                <a:lnTo>
                  <a:pt x="16200" y="3451"/>
                </a:lnTo>
                <a:lnTo>
                  <a:pt x="16397" y="2311"/>
                </a:lnTo>
                <a:lnTo>
                  <a:pt x="16598" y="1164"/>
                </a:lnTo>
                <a:lnTo>
                  <a:pt x="16800" y="0"/>
                </a:lnTo>
                <a:close/>
              </a:path>
            </a:pathLst>
          </a:custGeom>
          <a:solidFill>
            <a:srgbClr val="3D3932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3" name="contour_08721"/>
          <p:cNvSpPr/>
          <p:nvPr/>
        </p:nvSpPr>
        <p:spPr>
          <a:xfrm>
            <a:off x="629854" y="4487916"/>
            <a:ext cx="65592" cy="379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03" y="261"/>
                </a:moveTo>
                <a:lnTo>
                  <a:pt x="20141" y="552"/>
                </a:lnTo>
                <a:lnTo>
                  <a:pt x="21600" y="847"/>
                </a:lnTo>
                <a:lnTo>
                  <a:pt x="20419" y="1610"/>
                </a:lnTo>
                <a:lnTo>
                  <a:pt x="19219" y="2387"/>
                </a:lnTo>
                <a:lnTo>
                  <a:pt x="18019" y="3682"/>
                </a:lnTo>
                <a:lnTo>
                  <a:pt x="16800" y="4997"/>
                </a:lnTo>
                <a:lnTo>
                  <a:pt x="16476" y="8007"/>
                </a:lnTo>
                <a:lnTo>
                  <a:pt x="16399" y="10223"/>
                </a:lnTo>
                <a:lnTo>
                  <a:pt x="16500" y="13556"/>
                </a:lnTo>
                <a:lnTo>
                  <a:pt x="16546" y="14739"/>
                </a:lnTo>
                <a:lnTo>
                  <a:pt x="16622" y="16827"/>
                </a:lnTo>
                <a:lnTo>
                  <a:pt x="16800" y="21600"/>
                </a:lnTo>
                <a:lnTo>
                  <a:pt x="15137" y="21189"/>
                </a:lnTo>
                <a:lnTo>
                  <a:pt x="13471" y="20778"/>
                </a:lnTo>
                <a:lnTo>
                  <a:pt x="11806" y="20367"/>
                </a:lnTo>
                <a:lnTo>
                  <a:pt x="10135" y="19956"/>
                </a:lnTo>
                <a:lnTo>
                  <a:pt x="8462" y="19541"/>
                </a:lnTo>
                <a:lnTo>
                  <a:pt x="6785" y="19126"/>
                </a:lnTo>
                <a:lnTo>
                  <a:pt x="5100" y="18711"/>
                </a:lnTo>
                <a:lnTo>
                  <a:pt x="3408" y="18292"/>
                </a:lnTo>
                <a:lnTo>
                  <a:pt x="1709" y="17873"/>
                </a:lnTo>
                <a:lnTo>
                  <a:pt x="0" y="17449"/>
                </a:lnTo>
                <a:lnTo>
                  <a:pt x="1154" y="14029"/>
                </a:lnTo>
                <a:lnTo>
                  <a:pt x="2266" y="11053"/>
                </a:lnTo>
                <a:lnTo>
                  <a:pt x="3353" y="8492"/>
                </a:lnTo>
                <a:lnTo>
                  <a:pt x="4445" y="6326"/>
                </a:lnTo>
                <a:lnTo>
                  <a:pt x="5568" y="4528"/>
                </a:lnTo>
                <a:lnTo>
                  <a:pt x="6746" y="3067"/>
                </a:lnTo>
                <a:lnTo>
                  <a:pt x="8004" y="1926"/>
                </a:lnTo>
                <a:lnTo>
                  <a:pt x="9372" y="1075"/>
                </a:lnTo>
                <a:lnTo>
                  <a:pt x="10870" y="486"/>
                </a:lnTo>
                <a:lnTo>
                  <a:pt x="12528" y="137"/>
                </a:lnTo>
                <a:lnTo>
                  <a:pt x="14369" y="0"/>
                </a:lnTo>
                <a:lnTo>
                  <a:pt x="16418" y="50"/>
                </a:lnTo>
                <a:lnTo>
                  <a:pt x="18703" y="261"/>
                </a:lnTo>
                <a:close/>
              </a:path>
            </a:pathLst>
          </a:custGeom>
          <a:solidFill>
            <a:srgbClr val="D2D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4" name="contour_08722"/>
          <p:cNvSpPr/>
          <p:nvPr/>
        </p:nvSpPr>
        <p:spPr>
          <a:xfrm>
            <a:off x="7618447" y="4474827"/>
            <a:ext cx="58894" cy="653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62" y="0"/>
                </a:moveTo>
                <a:lnTo>
                  <a:pt x="7329" y="0"/>
                </a:lnTo>
                <a:lnTo>
                  <a:pt x="9107" y="0"/>
                </a:lnTo>
                <a:lnTo>
                  <a:pt x="10908" y="0"/>
                </a:lnTo>
                <a:lnTo>
                  <a:pt x="11707" y="1582"/>
                </a:lnTo>
                <a:lnTo>
                  <a:pt x="12140" y="2832"/>
                </a:lnTo>
                <a:lnTo>
                  <a:pt x="12579" y="4816"/>
                </a:lnTo>
                <a:lnTo>
                  <a:pt x="12881" y="6159"/>
                </a:lnTo>
                <a:lnTo>
                  <a:pt x="13186" y="7524"/>
                </a:lnTo>
                <a:lnTo>
                  <a:pt x="13284" y="8047"/>
                </a:lnTo>
                <a:lnTo>
                  <a:pt x="13581" y="9631"/>
                </a:lnTo>
                <a:lnTo>
                  <a:pt x="11817" y="9631"/>
                </a:lnTo>
                <a:lnTo>
                  <a:pt x="10050" y="9631"/>
                </a:lnTo>
                <a:lnTo>
                  <a:pt x="8275" y="9631"/>
                </a:lnTo>
                <a:lnTo>
                  <a:pt x="6493" y="9631"/>
                </a:lnTo>
                <a:lnTo>
                  <a:pt x="4699" y="9631"/>
                </a:lnTo>
                <a:lnTo>
                  <a:pt x="2889" y="9631"/>
                </a:lnTo>
                <a:lnTo>
                  <a:pt x="3448" y="11102"/>
                </a:lnTo>
                <a:lnTo>
                  <a:pt x="3913" y="12094"/>
                </a:lnTo>
                <a:lnTo>
                  <a:pt x="4533" y="13060"/>
                </a:lnTo>
                <a:lnTo>
                  <a:pt x="5562" y="14447"/>
                </a:lnTo>
                <a:lnTo>
                  <a:pt x="7404" y="14300"/>
                </a:lnTo>
                <a:lnTo>
                  <a:pt x="8714" y="14126"/>
                </a:lnTo>
                <a:lnTo>
                  <a:pt x="10120" y="13811"/>
                </a:lnTo>
                <a:lnTo>
                  <a:pt x="12245" y="13243"/>
                </a:lnTo>
                <a:lnTo>
                  <a:pt x="14370" y="12674"/>
                </a:lnTo>
                <a:lnTo>
                  <a:pt x="15776" y="12359"/>
                </a:lnTo>
                <a:lnTo>
                  <a:pt x="17085" y="12186"/>
                </a:lnTo>
                <a:lnTo>
                  <a:pt x="18927" y="12039"/>
                </a:lnTo>
                <a:lnTo>
                  <a:pt x="19956" y="13426"/>
                </a:lnTo>
                <a:lnTo>
                  <a:pt x="20576" y="14391"/>
                </a:lnTo>
                <a:lnTo>
                  <a:pt x="21041" y="15383"/>
                </a:lnTo>
                <a:lnTo>
                  <a:pt x="21600" y="16854"/>
                </a:lnTo>
                <a:lnTo>
                  <a:pt x="19221" y="18665"/>
                </a:lnTo>
                <a:lnTo>
                  <a:pt x="17436" y="19958"/>
                </a:lnTo>
                <a:lnTo>
                  <a:pt x="16054" y="20817"/>
                </a:lnTo>
                <a:lnTo>
                  <a:pt x="14883" y="21323"/>
                </a:lnTo>
                <a:lnTo>
                  <a:pt x="13739" y="21557"/>
                </a:lnTo>
                <a:lnTo>
                  <a:pt x="12426" y="21600"/>
                </a:lnTo>
                <a:lnTo>
                  <a:pt x="10761" y="21537"/>
                </a:lnTo>
                <a:lnTo>
                  <a:pt x="8978" y="21133"/>
                </a:lnTo>
                <a:lnTo>
                  <a:pt x="7332" y="20699"/>
                </a:lnTo>
                <a:lnTo>
                  <a:pt x="5792" y="20204"/>
                </a:lnTo>
                <a:lnTo>
                  <a:pt x="4338" y="19606"/>
                </a:lnTo>
                <a:lnTo>
                  <a:pt x="2940" y="18872"/>
                </a:lnTo>
                <a:lnTo>
                  <a:pt x="1577" y="17969"/>
                </a:lnTo>
                <a:lnTo>
                  <a:pt x="217" y="16854"/>
                </a:lnTo>
                <a:lnTo>
                  <a:pt x="67" y="15145"/>
                </a:lnTo>
                <a:lnTo>
                  <a:pt x="0" y="13934"/>
                </a:lnTo>
                <a:lnTo>
                  <a:pt x="0" y="12638"/>
                </a:lnTo>
                <a:lnTo>
                  <a:pt x="51" y="10686"/>
                </a:lnTo>
                <a:lnTo>
                  <a:pt x="86" y="9036"/>
                </a:lnTo>
                <a:lnTo>
                  <a:pt x="123" y="7365"/>
                </a:lnTo>
                <a:lnTo>
                  <a:pt x="168" y="6099"/>
                </a:lnTo>
                <a:lnTo>
                  <a:pt x="217" y="4816"/>
                </a:lnTo>
                <a:lnTo>
                  <a:pt x="1983" y="4816"/>
                </a:lnTo>
                <a:lnTo>
                  <a:pt x="3761" y="4816"/>
                </a:lnTo>
                <a:lnTo>
                  <a:pt x="5562" y="4816"/>
                </a:lnTo>
                <a:lnTo>
                  <a:pt x="5562" y="3224"/>
                </a:lnTo>
                <a:lnTo>
                  <a:pt x="5562" y="1623"/>
                </a:lnTo>
                <a:lnTo>
                  <a:pt x="5562" y="0"/>
                </a:lnTo>
                <a:close/>
              </a:path>
            </a:pathLst>
          </a:custGeom>
          <a:solidFill>
            <a:srgbClr val="B3B6B0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5" name="contour_08723"/>
          <p:cNvSpPr/>
          <p:nvPr/>
        </p:nvSpPr>
        <p:spPr>
          <a:xfrm>
            <a:off x="10067803" y="4472721"/>
            <a:ext cx="80168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0"/>
                </a:moveTo>
                <a:lnTo>
                  <a:pt x="2973" y="784"/>
                </a:lnTo>
                <a:lnTo>
                  <a:pt x="5502" y="461"/>
                </a:lnTo>
                <a:lnTo>
                  <a:pt x="7635" y="221"/>
                </a:lnTo>
                <a:lnTo>
                  <a:pt x="9422" y="65"/>
                </a:lnTo>
                <a:lnTo>
                  <a:pt x="10910" y="0"/>
                </a:lnTo>
                <a:lnTo>
                  <a:pt x="12153" y="37"/>
                </a:lnTo>
                <a:lnTo>
                  <a:pt x="13198" y="176"/>
                </a:lnTo>
                <a:lnTo>
                  <a:pt x="14093" y="429"/>
                </a:lnTo>
                <a:lnTo>
                  <a:pt x="14888" y="805"/>
                </a:lnTo>
                <a:lnTo>
                  <a:pt x="15634" y="1303"/>
                </a:lnTo>
                <a:lnTo>
                  <a:pt x="16379" y="1936"/>
                </a:lnTo>
                <a:lnTo>
                  <a:pt x="17172" y="2704"/>
                </a:lnTo>
                <a:lnTo>
                  <a:pt x="18063" y="3622"/>
                </a:lnTo>
                <a:lnTo>
                  <a:pt x="18847" y="5223"/>
                </a:lnTo>
                <a:lnTo>
                  <a:pt x="19422" y="6534"/>
                </a:lnTo>
                <a:lnTo>
                  <a:pt x="19960" y="8025"/>
                </a:lnTo>
                <a:lnTo>
                  <a:pt x="20630" y="10169"/>
                </a:lnTo>
                <a:lnTo>
                  <a:pt x="21600" y="13432"/>
                </a:lnTo>
                <a:lnTo>
                  <a:pt x="21600" y="16132"/>
                </a:lnTo>
                <a:lnTo>
                  <a:pt x="21600" y="18847"/>
                </a:lnTo>
                <a:lnTo>
                  <a:pt x="21600" y="21600"/>
                </a:lnTo>
                <a:lnTo>
                  <a:pt x="20371" y="21245"/>
                </a:lnTo>
                <a:lnTo>
                  <a:pt x="19143" y="20865"/>
                </a:lnTo>
                <a:lnTo>
                  <a:pt x="17916" y="20473"/>
                </a:lnTo>
                <a:lnTo>
                  <a:pt x="16691" y="20069"/>
                </a:lnTo>
                <a:lnTo>
                  <a:pt x="15320" y="19640"/>
                </a:lnTo>
                <a:lnTo>
                  <a:pt x="13930" y="19207"/>
                </a:lnTo>
                <a:lnTo>
                  <a:pt x="12864" y="18366"/>
                </a:lnTo>
                <a:lnTo>
                  <a:pt x="11782" y="17516"/>
                </a:lnTo>
                <a:lnTo>
                  <a:pt x="11782" y="14817"/>
                </a:lnTo>
                <a:lnTo>
                  <a:pt x="11782" y="12101"/>
                </a:lnTo>
                <a:lnTo>
                  <a:pt x="11782" y="9348"/>
                </a:lnTo>
                <a:lnTo>
                  <a:pt x="10486" y="9348"/>
                </a:lnTo>
                <a:lnTo>
                  <a:pt x="9188" y="9348"/>
                </a:lnTo>
                <a:lnTo>
                  <a:pt x="7890" y="9348"/>
                </a:lnTo>
                <a:lnTo>
                  <a:pt x="6588" y="9348"/>
                </a:lnTo>
                <a:lnTo>
                  <a:pt x="5282" y="9348"/>
                </a:lnTo>
                <a:lnTo>
                  <a:pt x="3970" y="9348"/>
                </a:lnTo>
                <a:lnTo>
                  <a:pt x="2655" y="9348"/>
                </a:lnTo>
                <a:lnTo>
                  <a:pt x="1331" y="9348"/>
                </a:lnTo>
                <a:lnTo>
                  <a:pt x="0" y="9348"/>
                </a:lnTo>
                <a:lnTo>
                  <a:pt x="0" y="6649"/>
                </a:lnTo>
                <a:lnTo>
                  <a:pt x="0" y="3933"/>
                </a:lnTo>
                <a:lnTo>
                  <a:pt x="0" y="1180"/>
                </a:lnTo>
                <a:close/>
              </a:path>
            </a:pathLst>
          </a:custGeom>
          <a:solidFill>
            <a:srgbClr val="DA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6" name="contour_08724"/>
          <p:cNvSpPr/>
          <p:nvPr/>
        </p:nvSpPr>
        <p:spPr>
          <a:xfrm>
            <a:off x="8041741" y="4409235"/>
            <a:ext cx="43728" cy="102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986" y="0"/>
                </a:lnTo>
                <a:lnTo>
                  <a:pt x="10800" y="0"/>
                </a:lnTo>
                <a:lnTo>
                  <a:pt x="10674" y="804"/>
                </a:lnTo>
                <a:lnTo>
                  <a:pt x="10548" y="1623"/>
                </a:lnTo>
                <a:lnTo>
                  <a:pt x="10451" y="2671"/>
                </a:lnTo>
                <a:lnTo>
                  <a:pt x="10350" y="3735"/>
                </a:lnTo>
                <a:lnTo>
                  <a:pt x="10224" y="4777"/>
                </a:lnTo>
                <a:lnTo>
                  <a:pt x="10098" y="5836"/>
                </a:lnTo>
                <a:lnTo>
                  <a:pt x="10447" y="6741"/>
                </a:lnTo>
                <a:lnTo>
                  <a:pt x="10800" y="7661"/>
                </a:lnTo>
                <a:lnTo>
                  <a:pt x="12953" y="8254"/>
                </a:lnTo>
                <a:lnTo>
                  <a:pt x="14422" y="8611"/>
                </a:lnTo>
                <a:lnTo>
                  <a:pt x="15880" y="8876"/>
                </a:lnTo>
                <a:lnTo>
                  <a:pt x="18000" y="9193"/>
                </a:lnTo>
                <a:lnTo>
                  <a:pt x="15862" y="9193"/>
                </a:lnTo>
                <a:lnTo>
                  <a:pt x="13716" y="9193"/>
                </a:lnTo>
                <a:lnTo>
                  <a:pt x="11563" y="9193"/>
                </a:lnTo>
                <a:lnTo>
                  <a:pt x="9392" y="9193"/>
                </a:lnTo>
                <a:lnTo>
                  <a:pt x="7200" y="9193"/>
                </a:lnTo>
                <a:lnTo>
                  <a:pt x="7398" y="10247"/>
                </a:lnTo>
                <a:lnTo>
                  <a:pt x="7610" y="11301"/>
                </a:lnTo>
                <a:lnTo>
                  <a:pt x="7837" y="12355"/>
                </a:lnTo>
                <a:lnTo>
                  <a:pt x="8075" y="13408"/>
                </a:lnTo>
                <a:lnTo>
                  <a:pt x="8323" y="14460"/>
                </a:lnTo>
                <a:lnTo>
                  <a:pt x="8536" y="15439"/>
                </a:lnTo>
                <a:lnTo>
                  <a:pt x="8744" y="16424"/>
                </a:lnTo>
                <a:lnTo>
                  <a:pt x="8957" y="17422"/>
                </a:lnTo>
                <a:lnTo>
                  <a:pt x="9565" y="18246"/>
                </a:lnTo>
                <a:lnTo>
                  <a:pt x="10177" y="19077"/>
                </a:lnTo>
                <a:lnTo>
                  <a:pt x="10800" y="19918"/>
                </a:lnTo>
                <a:lnTo>
                  <a:pt x="13554" y="20462"/>
                </a:lnTo>
                <a:lnTo>
                  <a:pt x="15491" y="20814"/>
                </a:lnTo>
                <a:lnTo>
                  <a:pt x="17132" y="21047"/>
                </a:lnTo>
                <a:lnTo>
                  <a:pt x="18997" y="21234"/>
                </a:lnTo>
                <a:lnTo>
                  <a:pt x="21600" y="21450"/>
                </a:lnTo>
                <a:lnTo>
                  <a:pt x="19408" y="21479"/>
                </a:lnTo>
                <a:lnTo>
                  <a:pt x="17212" y="21503"/>
                </a:lnTo>
                <a:lnTo>
                  <a:pt x="15019" y="21525"/>
                </a:lnTo>
                <a:lnTo>
                  <a:pt x="12823" y="21545"/>
                </a:lnTo>
                <a:lnTo>
                  <a:pt x="10375" y="21572"/>
                </a:lnTo>
                <a:lnTo>
                  <a:pt x="7888" y="21600"/>
                </a:lnTo>
                <a:lnTo>
                  <a:pt x="5353" y="21490"/>
                </a:lnTo>
                <a:lnTo>
                  <a:pt x="3686" y="21277"/>
                </a:lnTo>
                <a:lnTo>
                  <a:pt x="2149" y="20806"/>
                </a:lnTo>
                <a:lnTo>
                  <a:pt x="0" y="19918"/>
                </a:lnTo>
                <a:lnTo>
                  <a:pt x="112" y="18962"/>
                </a:lnTo>
                <a:lnTo>
                  <a:pt x="252" y="18015"/>
                </a:lnTo>
                <a:lnTo>
                  <a:pt x="418" y="17074"/>
                </a:lnTo>
                <a:lnTo>
                  <a:pt x="612" y="16138"/>
                </a:lnTo>
                <a:lnTo>
                  <a:pt x="832" y="15200"/>
                </a:lnTo>
                <a:lnTo>
                  <a:pt x="1076" y="14260"/>
                </a:lnTo>
                <a:lnTo>
                  <a:pt x="1350" y="13311"/>
                </a:lnTo>
                <a:lnTo>
                  <a:pt x="1588" y="12409"/>
                </a:lnTo>
                <a:lnTo>
                  <a:pt x="1829" y="11494"/>
                </a:lnTo>
                <a:lnTo>
                  <a:pt x="2142" y="10426"/>
                </a:lnTo>
                <a:lnTo>
                  <a:pt x="2477" y="9366"/>
                </a:lnTo>
                <a:lnTo>
                  <a:pt x="2844" y="8310"/>
                </a:lnTo>
                <a:lnTo>
                  <a:pt x="3240" y="7261"/>
                </a:lnTo>
                <a:lnTo>
                  <a:pt x="3672" y="6216"/>
                </a:lnTo>
                <a:lnTo>
                  <a:pt x="4144" y="5174"/>
                </a:lnTo>
                <a:lnTo>
                  <a:pt x="4658" y="4135"/>
                </a:lnTo>
                <a:lnTo>
                  <a:pt x="5216" y="3100"/>
                </a:lnTo>
                <a:lnTo>
                  <a:pt x="5825" y="2065"/>
                </a:lnTo>
                <a:lnTo>
                  <a:pt x="6484" y="1033"/>
                </a:lnTo>
                <a:lnTo>
                  <a:pt x="7200" y="0"/>
                </a:lnTo>
                <a:close/>
              </a:path>
            </a:pathLst>
          </a:custGeom>
          <a:solidFill>
            <a:srgbClr val="FA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7" name="contour_08725"/>
          <p:cNvSpPr/>
          <p:nvPr/>
        </p:nvSpPr>
        <p:spPr>
          <a:xfrm>
            <a:off x="7939709" y="4423811"/>
            <a:ext cx="5919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78" y="0"/>
                </a:moveTo>
                <a:lnTo>
                  <a:pt x="10117" y="156"/>
                </a:lnTo>
                <a:lnTo>
                  <a:pt x="11909" y="473"/>
                </a:lnTo>
                <a:lnTo>
                  <a:pt x="13454" y="959"/>
                </a:lnTo>
                <a:lnTo>
                  <a:pt x="14853" y="1622"/>
                </a:lnTo>
                <a:lnTo>
                  <a:pt x="16196" y="2467"/>
                </a:lnTo>
                <a:lnTo>
                  <a:pt x="17587" y="3499"/>
                </a:lnTo>
                <a:lnTo>
                  <a:pt x="19116" y="4726"/>
                </a:lnTo>
                <a:lnTo>
                  <a:pt x="19874" y="6249"/>
                </a:lnTo>
                <a:lnTo>
                  <a:pt x="20470" y="7757"/>
                </a:lnTo>
                <a:lnTo>
                  <a:pt x="20922" y="9253"/>
                </a:lnTo>
                <a:lnTo>
                  <a:pt x="21244" y="10748"/>
                </a:lnTo>
                <a:lnTo>
                  <a:pt x="21454" y="12245"/>
                </a:lnTo>
                <a:lnTo>
                  <a:pt x="21565" y="13751"/>
                </a:lnTo>
                <a:lnTo>
                  <a:pt x="21600" y="15269"/>
                </a:lnTo>
                <a:lnTo>
                  <a:pt x="21571" y="16807"/>
                </a:lnTo>
                <a:lnTo>
                  <a:pt x="21496" y="18373"/>
                </a:lnTo>
                <a:lnTo>
                  <a:pt x="21393" y="19967"/>
                </a:lnTo>
                <a:lnTo>
                  <a:pt x="21276" y="21600"/>
                </a:lnTo>
                <a:lnTo>
                  <a:pt x="19377" y="21388"/>
                </a:lnTo>
                <a:lnTo>
                  <a:pt x="18012" y="21170"/>
                </a:lnTo>
                <a:lnTo>
                  <a:pt x="16800" y="20842"/>
                </a:lnTo>
                <a:lnTo>
                  <a:pt x="15356" y="20300"/>
                </a:lnTo>
                <a:lnTo>
                  <a:pt x="13297" y="19440"/>
                </a:lnTo>
                <a:lnTo>
                  <a:pt x="12672" y="18120"/>
                </a:lnTo>
                <a:lnTo>
                  <a:pt x="12135" y="16800"/>
                </a:lnTo>
                <a:lnTo>
                  <a:pt x="11686" y="15479"/>
                </a:lnTo>
                <a:lnTo>
                  <a:pt x="11319" y="14146"/>
                </a:lnTo>
                <a:lnTo>
                  <a:pt x="11034" y="12800"/>
                </a:lnTo>
                <a:lnTo>
                  <a:pt x="10827" y="11437"/>
                </a:lnTo>
                <a:lnTo>
                  <a:pt x="10696" y="10053"/>
                </a:lnTo>
                <a:lnTo>
                  <a:pt x="10638" y="8640"/>
                </a:lnTo>
                <a:lnTo>
                  <a:pt x="11297" y="7571"/>
                </a:lnTo>
                <a:lnTo>
                  <a:pt x="11957" y="6497"/>
                </a:lnTo>
                <a:lnTo>
                  <a:pt x="12624" y="5415"/>
                </a:lnTo>
                <a:lnTo>
                  <a:pt x="13297" y="4320"/>
                </a:lnTo>
                <a:lnTo>
                  <a:pt x="11651" y="4856"/>
                </a:lnTo>
                <a:lnTo>
                  <a:pt x="10005" y="5389"/>
                </a:lnTo>
                <a:lnTo>
                  <a:pt x="8353" y="5927"/>
                </a:lnTo>
                <a:lnTo>
                  <a:pt x="6699" y="6463"/>
                </a:lnTo>
                <a:lnTo>
                  <a:pt x="5037" y="7003"/>
                </a:lnTo>
                <a:lnTo>
                  <a:pt x="3367" y="7545"/>
                </a:lnTo>
                <a:lnTo>
                  <a:pt x="1689" y="8091"/>
                </a:lnTo>
                <a:lnTo>
                  <a:pt x="0" y="8640"/>
                </a:lnTo>
                <a:lnTo>
                  <a:pt x="1790" y="6361"/>
                </a:lnTo>
                <a:lnTo>
                  <a:pt x="3128" y="4685"/>
                </a:lnTo>
                <a:lnTo>
                  <a:pt x="4159" y="3454"/>
                </a:lnTo>
                <a:lnTo>
                  <a:pt x="5018" y="2523"/>
                </a:lnTo>
                <a:lnTo>
                  <a:pt x="5851" y="1737"/>
                </a:lnTo>
                <a:lnTo>
                  <a:pt x="6790" y="946"/>
                </a:lnTo>
                <a:lnTo>
                  <a:pt x="7978" y="0"/>
                </a:lnTo>
                <a:close/>
              </a:path>
            </a:pathLst>
          </a:custGeom>
          <a:solidFill>
            <a:srgbClr val="DADCDE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8" name="contour_08726"/>
          <p:cNvSpPr/>
          <p:nvPr/>
        </p:nvSpPr>
        <p:spPr>
          <a:xfrm>
            <a:off x="4683792" y="4350931"/>
            <a:ext cx="3032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98" y="0"/>
                </a:moveTo>
                <a:lnTo>
                  <a:pt x="7704" y="276"/>
                </a:lnTo>
                <a:lnTo>
                  <a:pt x="10413" y="527"/>
                </a:lnTo>
                <a:lnTo>
                  <a:pt x="12780" y="855"/>
                </a:lnTo>
                <a:lnTo>
                  <a:pt x="15552" y="1365"/>
                </a:lnTo>
                <a:lnTo>
                  <a:pt x="19472" y="2160"/>
                </a:lnTo>
                <a:lnTo>
                  <a:pt x="20224" y="3696"/>
                </a:lnTo>
                <a:lnTo>
                  <a:pt x="20785" y="5117"/>
                </a:lnTo>
                <a:lnTo>
                  <a:pt x="21174" y="6482"/>
                </a:lnTo>
                <a:lnTo>
                  <a:pt x="21403" y="7847"/>
                </a:lnTo>
                <a:lnTo>
                  <a:pt x="21475" y="9266"/>
                </a:lnTo>
                <a:lnTo>
                  <a:pt x="21418" y="10800"/>
                </a:lnTo>
                <a:lnTo>
                  <a:pt x="21512" y="11997"/>
                </a:lnTo>
                <a:lnTo>
                  <a:pt x="21600" y="13213"/>
                </a:lnTo>
                <a:lnTo>
                  <a:pt x="21553" y="14373"/>
                </a:lnTo>
                <a:lnTo>
                  <a:pt x="21418" y="15278"/>
                </a:lnTo>
                <a:lnTo>
                  <a:pt x="21096" y="16224"/>
                </a:lnTo>
                <a:lnTo>
                  <a:pt x="20479" y="17511"/>
                </a:lnTo>
                <a:lnTo>
                  <a:pt x="19472" y="19440"/>
                </a:lnTo>
                <a:lnTo>
                  <a:pt x="15552" y="20235"/>
                </a:lnTo>
                <a:lnTo>
                  <a:pt x="12780" y="20745"/>
                </a:lnTo>
                <a:lnTo>
                  <a:pt x="10413" y="21073"/>
                </a:lnTo>
                <a:lnTo>
                  <a:pt x="7704" y="21324"/>
                </a:lnTo>
                <a:lnTo>
                  <a:pt x="3898" y="21600"/>
                </a:lnTo>
                <a:lnTo>
                  <a:pt x="2865" y="19950"/>
                </a:lnTo>
                <a:lnTo>
                  <a:pt x="1988" y="18351"/>
                </a:lnTo>
                <a:lnTo>
                  <a:pt x="1272" y="16792"/>
                </a:lnTo>
                <a:lnTo>
                  <a:pt x="716" y="15265"/>
                </a:lnTo>
                <a:lnTo>
                  <a:pt x="317" y="13764"/>
                </a:lnTo>
                <a:lnTo>
                  <a:pt x="78" y="12277"/>
                </a:lnTo>
                <a:lnTo>
                  <a:pt x="0" y="10800"/>
                </a:lnTo>
                <a:lnTo>
                  <a:pt x="78" y="9323"/>
                </a:lnTo>
                <a:lnTo>
                  <a:pt x="317" y="7836"/>
                </a:lnTo>
                <a:lnTo>
                  <a:pt x="716" y="6335"/>
                </a:lnTo>
                <a:lnTo>
                  <a:pt x="1272" y="4808"/>
                </a:lnTo>
                <a:lnTo>
                  <a:pt x="1988" y="3249"/>
                </a:lnTo>
                <a:lnTo>
                  <a:pt x="2865" y="1650"/>
                </a:lnTo>
                <a:lnTo>
                  <a:pt x="3898" y="0"/>
                </a:lnTo>
                <a:close/>
              </a:path>
            </a:pathLst>
          </a:custGeom>
          <a:solidFill>
            <a:srgbClr val="7D68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29" name="contour_08727"/>
          <p:cNvSpPr/>
          <p:nvPr/>
        </p:nvSpPr>
        <p:spPr>
          <a:xfrm>
            <a:off x="6868375" y="4329956"/>
            <a:ext cx="45091" cy="574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47" y="1722"/>
                </a:moveTo>
                <a:lnTo>
                  <a:pt x="18493" y="3430"/>
                </a:lnTo>
                <a:lnTo>
                  <a:pt x="19952" y="4694"/>
                </a:lnTo>
                <a:lnTo>
                  <a:pt x="20780" y="5892"/>
                </a:lnTo>
                <a:lnTo>
                  <a:pt x="21244" y="7403"/>
                </a:lnTo>
                <a:lnTo>
                  <a:pt x="21600" y="9605"/>
                </a:lnTo>
                <a:lnTo>
                  <a:pt x="21279" y="11477"/>
                </a:lnTo>
                <a:lnTo>
                  <a:pt x="20947" y="13375"/>
                </a:lnTo>
                <a:lnTo>
                  <a:pt x="19289" y="13205"/>
                </a:lnTo>
                <a:lnTo>
                  <a:pt x="17620" y="13032"/>
                </a:lnTo>
                <a:lnTo>
                  <a:pt x="15930" y="12859"/>
                </a:lnTo>
                <a:lnTo>
                  <a:pt x="14125" y="13029"/>
                </a:lnTo>
                <a:lnTo>
                  <a:pt x="12313" y="13202"/>
                </a:lnTo>
                <a:lnTo>
                  <a:pt x="10474" y="13375"/>
                </a:lnTo>
                <a:lnTo>
                  <a:pt x="9294" y="15414"/>
                </a:lnTo>
                <a:lnTo>
                  <a:pt x="8522" y="16862"/>
                </a:lnTo>
                <a:lnTo>
                  <a:pt x="7991" y="18112"/>
                </a:lnTo>
                <a:lnTo>
                  <a:pt x="7534" y="19560"/>
                </a:lnTo>
                <a:lnTo>
                  <a:pt x="6982" y="21600"/>
                </a:lnTo>
                <a:lnTo>
                  <a:pt x="4786" y="20454"/>
                </a:lnTo>
                <a:lnTo>
                  <a:pt x="3327" y="19500"/>
                </a:lnTo>
                <a:lnTo>
                  <a:pt x="1948" y="18225"/>
                </a:lnTo>
                <a:lnTo>
                  <a:pt x="0" y="16116"/>
                </a:lnTo>
                <a:lnTo>
                  <a:pt x="77" y="14326"/>
                </a:lnTo>
                <a:lnTo>
                  <a:pt x="244" y="12563"/>
                </a:lnTo>
                <a:lnTo>
                  <a:pt x="506" y="10830"/>
                </a:lnTo>
                <a:lnTo>
                  <a:pt x="869" y="9117"/>
                </a:lnTo>
                <a:lnTo>
                  <a:pt x="1341" y="7422"/>
                </a:lnTo>
                <a:lnTo>
                  <a:pt x="1931" y="5741"/>
                </a:lnTo>
                <a:lnTo>
                  <a:pt x="2646" y="4072"/>
                </a:lnTo>
                <a:lnTo>
                  <a:pt x="3491" y="2407"/>
                </a:lnTo>
                <a:lnTo>
                  <a:pt x="5879" y="1091"/>
                </a:lnTo>
                <a:lnTo>
                  <a:pt x="7771" y="299"/>
                </a:lnTo>
                <a:lnTo>
                  <a:pt x="9454" y="0"/>
                </a:lnTo>
                <a:lnTo>
                  <a:pt x="11221" y="156"/>
                </a:lnTo>
                <a:lnTo>
                  <a:pt x="13354" y="743"/>
                </a:lnTo>
                <a:lnTo>
                  <a:pt x="16147" y="1722"/>
                </a:lnTo>
                <a:close/>
              </a:path>
            </a:pathLst>
          </a:custGeom>
          <a:solidFill>
            <a:srgbClr val="DF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0" name="contour_08728"/>
          <p:cNvSpPr/>
          <p:nvPr/>
        </p:nvSpPr>
        <p:spPr>
          <a:xfrm>
            <a:off x="4288426" y="4306693"/>
            <a:ext cx="58304" cy="58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38" y="21"/>
                </a:moveTo>
                <a:lnTo>
                  <a:pt x="17280" y="43"/>
                </a:lnTo>
                <a:lnTo>
                  <a:pt x="18595" y="88"/>
                </a:lnTo>
                <a:lnTo>
                  <a:pt x="21600" y="187"/>
                </a:lnTo>
                <a:lnTo>
                  <a:pt x="21600" y="1954"/>
                </a:lnTo>
                <a:lnTo>
                  <a:pt x="21600" y="3723"/>
                </a:lnTo>
                <a:lnTo>
                  <a:pt x="21600" y="5500"/>
                </a:lnTo>
                <a:lnTo>
                  <a:pt x="21600" y="7286"/>
                </a:lnTo>
                <a:lnTo>
                  <a:pt x="21600" y="9082"/>
                </a:lnTo>
                <a:lnTo>
                  <a:pt x="21600" y="10894"/>
                </a:lnTo>
                <a:lnTo>
                  <a:pt x="19872" y="10672"/>
                </a:lnTo>
                <a:lnTo>
                  <a:pt x="18133" y="10449"/>
                </a:lnTo>
                <a:lnTo>
                  <a:pt x="16370" y="10225"/>
                </a:lnTo>
                <a:lnTo>
                  <a:pt x="14172" y="10222"/>
                </a:lnTo>
                <a:lnTo>
                  <a:pt x="12728" y="10396"/>
                </a:lnTo>
                <a:lnTo>
                  <a:pt x="10800" y="10894"/>
                </a:lnTo>
                <a:lnTo>
                  <a:pt x="9966" y="12607"/>
                </a:lnTo>
                <a:lnTo>
                  <a:pt x="9334" y="14333"/>
                </a:lnTo>
                <a:lnTo>
                  <a:pt x="8869" y="16084"/>
                </a:lnTo>
                <a:lnTo>
                  <a:pt x="8535" y="17869"/>
                </a:lnTo>
                <a:lnTo>
                  <a:pt x="8289" y="19702"/>
                </a:lnTo>
                <a:lnTo>
                  <a:pt x="8100" y="21600"/>
                </a:lnTo>
                <a:lnTo>
                  <a:pt x="6496" y="21070"/>
                </a:lnTo>
                <a:lnTo>
                  <a:pt x="4887" y="20537"/>
                </a:lnTo>
                <a:lnTo>
                  <a:pt x="3272" y="20005"/>
                </a:lnTo>
                <a:lnTo>
                  <a:pt x="1644" y="19467"/>
                </a:lnTo>
                <a:lnTo>
                  <a:pt x="0" y="18923"/>
                </a:lnTo>
                <a:lnTo>
                  <a:pt x="462" y="17347"/>
                </a:lnTo>
                <a:lnTo>
                  <a:pt x="929" y="15773"/>
                </a:lnTo>
                <a:lnTo>
                  <a:pt x="1401" y="14202"/>
                </a:lnTo>
                <a:lnTo>
                  <a:pt x="1879" y="12631"/>
                </a:lnTo>
                <a:lnTo>
                  <a:pt x="2362" y="11060"/>
                </a:lnTo>
                <a:lnTo>
                  <a:pt x="2800" y="9601"/>
                </a:lnTo>
                <a:lnTo>
                  <a:pt x="3243" y="8129"/>
                </a:lnTo>
                <a:lnTo>
                  <a:pt x="3691" y="6638"/>
                </a:lnTo>
                <a:lnTo>
                  <a:pt x="4720" y="4427"/>
                </a:lnTo>
                <a:lnTo>
                  <a:pt x="5503" y="3105"/>
                </a:lnTo>
                <a:lnTo>
                  <a:pt x="6439" y="2147"/>
                </a:lnTo>
                <a:lnTo>
                  <a:pt x="7930" y="1022"/>
                </a:lnTo>
                <a:lnTo>
                  <a:pt x="9688" y="570"/>
                </a:lnTo>
                <a:lnTo>
                  <a:pt x="11364" y="257"/>
                </a:lnTo>
                <a:lnTo>
                  <a:pt x="13019" y="72"/>
                </a:lnTo>
                <a:lnTo>
                  <a:pt x="14723" y="0"/>
                </a:lnTo>
                <a:lnTo>
                  <a:pt x="16538" y="21"/>
                </a:lnTo>
                <a:close/>
              </a:path>
            </a:pathLst>
          </a:custGeom>
          <a:solidFill>
            <a:srgbClr val="1A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1" name="contour_08729"/>
          <p:cNvSpPr/>
          <p:nvPr/>
        </p:nvSpPr>
        <p:spPr>
          <a:xfrm>
            <a:off x="5512808" y="4278051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365" y="2040"/>
                </a:lnTo>
                <a:lnTo>
                  <a:pt x="4409" y="4092"/>
                </a:lnTo>
                <a:lnTo>
                  <a:pt x="4454" y="6171"/>
                </a:lnTo>
                <a:lnTo>
                  <a:pt x="4789" y="8193"/>
                </a:lnTo>
                <a:lnTo>
                  <a:pt x="5113" y="9510"/>
                </a:lnTo>
                <a:lnTo>
                  <a:pt x="5612" y="10701"/>
                </a:lnTo>
                <a:lnTo>
                  <a:pt x="6480" y="12343"/>
                </a:lnTo>
                <a:lnTo>
                  <a:pt x="8003" y="12651"/>
                </a:lnTo>
                <a:lnTo>
                  <a:pt x="9517" y="12864"/>
                </a:lnTo>
                <a:lnTo>
                  <a:pt x="11025" y="12997"/>
                </a:lnTo>
                <a:lnTo>
                  <a:pt x="12528" y="13056"/>
                </a:lnTo>
                <a:lnTo>
                  <a:pt x="14029" y="13046"/>
                </a:lnTo>
                <a:lnTo>
                  <a:pt x="15533" y="12982"/>
                </a:lnTo>
                <a:lnTo>
                  <a:pt x="17038" y="12871"/>
                </a:lnTo>
                <a:lnTo>
                  <a:pt x="18550" y="12722"/>
                </a:lnTo>
                <a:lnTo>
                  <a:pt x="20071" y="12543"/>
                </a:lnTo>
                <a:lnTo>
                  <a:pt x="21600" y="12343"/>
                </a:lnTo>
                <a:lnTo>
                  <a:pt x="21600" y="14176"/>
                </a:lnTo>
                <a:lnTo>
                  <a:pt x="21600" y="16015"/>
                </a:lnTo>
                <a:lnTo>
                  <a:pt x="21600" y="17860"/>
                </a:lnTo>
                <a:lnTo>
                  <a:pt x="21600" y="19721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2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389" y="19656"/>
                </a:lnTo>
                <a:lnTo>
                  <a:pt x="778" y="17712"/>
                </a:lnTo>
                <a:lnTo>
                  <a:pt x="1166" y="15765"/>
                </a:lnTo>
                <a:lnTo>
                  <a:pt x="1557" y="13815"/>
                </a:lnTo>
                <a:lnTo>
                  <a:pt x="1948" y="11858"/>
                </a:lnTo>
                <a:lnTo>
                  <a:pt x="2339" y="9902"/>
                </a:lnTo>
                <a:lnTo>
                  <a:pt x="2732" y="7936"/>
                </a:lnTo>
                <a:lnTo>
                  <a:pt x="3128" y="5965"/>
                </a:lnTo>
                <a:lnTo>
                  <a:pt x="3523" y="3987"/>
                </a:lnTo>
                <a:lnTo>
                  <a:pt x="3920" y="1996"/>
                </a:lnTo>
                <a:lnTo>
                  <a:pt x="4320" y="0"/>
                </a:lnTo>
                <a:close/>
              </a:path>
            </a:pathLst>
          </a:custGeom>
          <a:solidFill>
            <a:srgbClr val="F5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2" name="contour_08730"/>
          <p:cNvSpPr/>
          <p:nvPr/>
        </p:nvSpPr>
        <p:spPr>
          <a:xfrm>
            <a:off x="8041741" y="429262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359" y="4994"/>
                </a:lnTo>
                <a:lnTo>
                  <a:pt x="21125" y="8506"/>
                </a:lnTo>
                <a:lnTo>
                  <a:pt x="20807" y="11007"/>
                </a:lnTo>
                <a:lnTo>
                  <a:pt x="20323" y="12986"/>
                </a:lnTo>
                <a:lnTo>
                  <a:pt x="19588" y="14917"/>
                </a:lnTo>
                <a:lnTo>
                  <a:pt x="18514" y="17280"/>
                </a:lnTo>
                <a:lnTo>
                  <a:pt x="16487" y="18192"/>
                </a:lnTo>
                <a:lnTo>
                  <a:pt x="14463" y="18956"/>
                </a:lnTo>
                <a:lnTo>
                  <a:pt x="12435" y="19596"/>
                </a:lnTo>
                <a:lnTo>
                  <a:pt x="10399" y="20123"/>
                </a:lnTo>
                <a:lnTo>
                  <a:pt x="8353" y="20550"/>
                </a:lnTo>
                <a:lnTo>
                  <a:pt x="6295" y="20896"/>
                </a:lnTo>
                <a:lnTo>
                  <a:pt x="4218" y="21177"/>
                </a:lnTo>
                <a:lnTo>
                  <a:pt x="2123" y="21406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9B7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3" name="contour_08731"/>
          <p:cNvSpPr/>
          <p:nvPr/>
        </p:nvSpPr>
        <p:spPr>
          <a:xfrm>
            <a:off x="4191845" y="4285339"/>
            <a:ext cx="3827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6" y="0"/>
                </a:moveTo>
                <a:lnTo>
                  <a:pt x="2188" y="151"/>
                </a:lnTo>
                <a:lnTo>
                  <a:pt x="3265" y="292"/>
                </a:lnTo>
                <a:lnTo>
                  <a:pt x="4508" y="456"/>
                </a:lnTo>
                <a:lnTo>
                  <a:pt x="6153" y="672"/>
                </a:lnTo>
                <a:lnTo>
                  <a:pt x="8443" y="972"/>
                </a:lnTo>
                <a:lnTo>
                  <a:pt x="11618" y="1390"/>
                </a:lnTo>
                <a:lnTo>
                  <a:pt x="15924" y="1955"/>
                </a:lnTo>
                <a:lnTo>
                  <a:pt x="21600" y="2700"/>
                </a:lnTo>
                <a:lnTo>
                  <a:pt x="20860" y="4401"/>
                </a:lnTo>
                <a:lnTo>
                  <a:pt x="20119" y="6102"/>
                </a:lnTo>
                <a:lnTo>
                  <a:pt x="19379" y="7806"/>
                </a:lnTo>
                <a:lnTo>
                  <a:pt x="18635" y="9512"/>
                </a:lnTo>
                <a:lnTo>
                  <a:pt x="17890" y="11224"/>
                </a:lnTo>
                <a:lnTo>
                  <a:pt x="17146" y="12936"/>
                </a:lnTo>
                <a:lnTo>
                  <a:pt x="16397" y="14656"/>
                </a:lnTo>
                <a:lnTo>
                  <a:pt x="15645" y="16381"/>
                </a:lnTo>
                <a:lnTo>
                  <a:pt x="14892" y="18112"/>
                </a:lnTo>
                <a:lnTo>
                  <a:pt x="14135" y="19853"/>
                </a:lnTo>
                <a:lnTo>
                  <a:pt x="13375" y="21600"/>
                </a:lnTo>
                <a:lnTo>
                  <a:pt x="10932" y="21065"/>
                </a:lnTo>
                <a:lnTo>
                  <a:pt x="8480" y="20528"/>
                </a:lnTo>
                <a:lnTo>
                  <a:pt x="6021" y="19991"/>
                </a:lnTo>
                <a:lnTo>
                  <a:pt x="3541" y="19448"/>
                </a:lnTo>
                <a:lnTo>
                  <a:pt x="1036" y="18900"/>
                </a:lnTo>
                <a:lnTo>
                  <a:pt x="452" y="16713"/>
                </a:lnTo>
                <a:lnTo>
                  <a:pt x="119" y="15117"/>
                </a:lnTo>
                <a:lnTo>
                  <a:pt x="0" y="13657"/>
                </a:lnTo>
                <a:lnTo>
                  <a:pt x="62" y="11864"/>
                </a:lnTo>
                <a:lnTo>
                  <a:pt x="263" y="9283"/>
                </a:lnTo>
                <a:lnTo>
                  <a:pt x="378" y="7549"/>
                </a:lnTo>
                <a:lnTo>
                  <a:pt x="489" y="5805"/>
                </a:lnTo>
                <a:lnTo>
                  <a:pt x="605" y="4039"/>
                </a:lnTo>
                <a:lnTo>
                  <a:pt x="744" y="2705"/>
                </a:lnTo>
                <a:lnTo>
                  <a:pt x="888" y="1361"/>
                </a:lnTo>
                <a:lnTo>
                  <a:pt x="1036" y="0"/>
                </a:lnTo>
                <a:close/>
              </a:path>
            </a:pathLst>
          </a:custGeom>
          <a:solidFill>
            <a:srgbClr val="A58948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4" name="contour_08732"/>
          <p:cNvSpPr/>
          <p:nvPr/>
        </p:nvSpPr>
        <p:spPr>
          <a:xfrm>
            <a:off x="1219467" y="4211745"/>
            <a:ext cx="44442" cy="52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8" y="0"/>
                </a:moveTo>
                <a:lnTo>
                  <a:pt x="10520" y="54"/>
                </a:lnTo>
                <a:lnTo>
                  <a:pt x="12964" y="104"/>
                </a:lnTo>
                <a:lnTo>
                  <a:pt x="14183" y="125"/>
                </a:lnTo>
                <a:lnTo>
                  <a:pt x="17849" y="185"/>
                </a:lnTo>
                <a:lnTo>
                  <a:pt x="19712" y="238"/>
                </a:lnTo>
                <a:lnTo>
                  <a:pt x="21600" y="292"/>
                </a:lnTo>
                <a:lnTo>
                  <a:pt x="20849" y="2036"/>
                </a:lnTo>
                <a:lnTo>
                  <a:pt x="20084" y="3778"/>
                </a:lnTo>
                <a:lnTo>
                  <a:pt x="19312" y="5514"/>
                </a:lnTo>
                <a:lnTo>
                  <a:pt x="18533" y="7250"/>
                </a:lnTo>
                <a:lnTo>
                  <a:pt x="17746" y="8982"/>
                </a:lnTo>
                <a:lnTo>
                  <a:pt x="16949" y="10712"/>
                </a:lnTo>
                <a:lnTo>
                  <a:pt x="16322" y="12207"/>
                </a:lnTo>
                <a:lnTo>
                  <a:pt x="15685" y="13722"/>
                </a:lnTo>
                <a:lnTo>
                  <a:pt x="14852" y="15443"/>
                </a:lnTo>
                <a:lnTo>
                  <a:pt x="14084" y="16786"/>
                </a:lnTo>
                <a:lnTo>
                  <a:pt x="12939" y="18453"/>
                </a:lnTo>
                <a:lnTo>
                  <a:pt x="10974" y="21133"/>
                </a:lnTo>
                <a:lnTo>
                  <a:pt x="8161" y="21445"/>
                </a:lnTo>
                <a:lnTo>
                  <a:pt x="6199" y="21600"/>
                </a:lnTo>
                <a:lnTo>
                  <a:pt x="4584" y="21600"/>
                </a:lnTo>
                <a:lnTo>
                  <a:pt x="2805" y="21445"/>
                </a:lnTo>
                <a:lnTo>
                  <a:pt x="347" y="21133"/>
                </a:lnTo>
                <a:lnTo>
                  <a:pt x="294" y="19385"/>
                </a:lnTo>
                <a:lnTo>
                  <a:pt x="244" y="17634"/>
                </a:lnTo>
                <a:lnTo>
                  <a:pt x="202" y="15884"/>
                </a:lnTo>
                <a:lnTo>
                  <a:pt x="163" y="14136"/>
                </a:lnTo>
                <a:lnTo>
                  <a:pt x="124" y="12385"/>
                </a:lnTo>
                <a:lnTo>
                  <a:pt x="85" y="10763"/>
                </a:lnTo>
                <a:lnTo>
                  <a:pt x="43" y="9125"/>
                </a:lnTo>
                <a:lnTo>
                  <a:pt x="0" y="7467"/>
                </a:lnTo>
                <a:lnTo>
                  <a:pt x="390" y="4683"/>
                </a:lnTo>
                <a:lnTo>
                  <a:pt x="1172" y="2659"/>
                </a:lnTo>
                <a:lnTo>
                  <a:pt x="2575" y="1283"/>
                </a:lnTo>
                <a:lnTo>
                  <a:pt x="4814" y="435"/>
                </a:lnTo>
                <a:lnTo>
                  <a:pt x="8108" y="0"/>
                </a:lnTo>
                <a:close/>
              </a:path>
            </a:pathLst>
          </a:custGeom>
          <a:solidFill>
            <a:srgbClr val="EBE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5" name="contour_08733"/>
          <p:cNvSpPr/>
          <p:nvPr/>
        </p:nvSpPr>
        <p:spPr>
          <a:xfrm>
            <a:off x="4944345" y="4166377"/>
            <a:ext cx="43728" cy="533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53"/>
                </a:moveTo>
                <a:lnTo>
                  <a:pt x="4594" y="475"/>
                </a:lnTo>
                <a:lnTo>
                  <a:pt x="7992" y="159"/>
                </a:lnTo>
                <a:lnTo>
                  <a:pt x="10501" y="0"/>
                </a:lnTo>
                <a:lnTo>
                  <a:pt x="12445" y="0"/>
                </a:lnTo>
                <a:lnTo>
                  <a:pt x="14130" y="159"/>
                </a:lnTo>
                <a:lnTo>
                  <a:pt x="15880" y="475"/>
                </a:lnTo>
                <a:lnTo>
                  <a:pt x="18000" y="953"/>
                </a:lnTo>
                <a:lnTo>
                  <a:pt x="18979" y="2740"/>
                </a:lnTo>
                <a:lnTo>
                  <a:pt x="19750" y="4528"/>
                </a:lnTo>
                <a:lnTo>
                  <a:pt x="20347" y="6324"/>
                </a:lnTo>
                <a:lnTo>
                  <a:pt x="20794" y="8135"/>
                </a:lnTo>
                <a:lnTo>
                  <a:pt x="21114" y="9973"/>
                </a:lnTo>
                <a:lnTo>
                  <a:pt x="21341" y="11840"/>
                </a:lnTo>
                <a:lnTo>
                  <a:pt x="21492" y="13745"/>
                </a:lnTo>
                <a:lnTo>
                  <a:pt x="21600" y="15701"/>
                </a:lnTo>
                <a:lnTo>
                  <a:pt x="19372" y="15580"/>
                </a:lnTo>
                <a:lnTo>
                  <a:pt x="17125" y="15456"/>
                </a:lnTo>
                <a:lnTo>
                  <a:pt x="14850" y="15332"/>
                </a:lnTo>
                <a:lnTo>
                  <a:pt x="12035" y="15208"/>
                </a:lnTo>
                <a:lnTo>
                  <a:pt x="10051" y="15303"/>
                </a:lnTo>
                <a:lnTo>
                  <a:pt x="7200" y="15701"/>
                </a:lnTo>
                <a:lnTo>
                  <a:pt x="5418" y="17161"/>
                </a:lnTo>
                <a:lnTo>
                  <a:pt x="3629" y="18627"/>
                </a:lnTo>
                <a:lnTo>
                  <a:pt x="1825" y="20105"/>
                </a:lnTo>
                <a:lnTo>
                  <a:pt x="0" y="21600"/>
                </a:lnTo>
                <a:lnTo>
                  <a:pt x="0" y="19556"/>
                </a:lnTo>
                <a:lnTo>
                  <a:pt x="0" y="17509"/>
                </a:lnTo>
                <a:lnTo>
                  <a:pt x="0" y="15462"/>
                </a:lnTo>
                <a:lnTo>
                  <a:pt x="0" y="13412"/>
                </a:lnTo>
                <a:lnTo>
                  <a:pt x="0" y="11353"/>
                </a:lnTo>
                <a:lnTo>
                  <a:pt x="0" y="9291"/>
                </a:lnTo>
                <a:lnTo>
                  <a:pt x="0" y="7221"/>
                </a:lnTo>
                <a:lnTo>
                  <a:pt x="0" y="5141"/>
                </a:lnTo>
                <a:lnTo>
                  <a:pt x="0" y="3053"/>
                </a:lnTo>
                <a:lnTo>
                  <a:pt x="0" y="953"/>
                </a:lnTo>
                <a:close/>
              </a:path>
            </a:pathLst>
          </a:custGeom>
          <a:solidFill>
            <a:srgbClr val="DDE3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6" name="contour_08734"/>
          <p:cNvSpPr/>
          <p:nvPr/>
        </p:nvSpPr>
        <p:spPr>
          <a:xfrm>
            <a:off x="4696553" y="4115419"/>
            <a:ext cx="87456" cy="533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930"/>
                </a:moveTo>
                <a:lnTo>
                  <a:pt x="15739" y="310"/>
                </a:lnTo>
                <a:lnTo>
                  <a:pt x="16690" y="0"/>
                </a:lnTo>
                <a:lnTo>
                  <a:pt x="17510" y="0"/>
                </a:lnTo>
                <a:lnTo>
                  <a:pt x="18461" y="310"/>
                </a:lnTo>
                <a:lnTo>
                  <a:pt x="19800" y="930"/>
                </a:lnTo>
                <a:lnTo>
                  <a:pt x="20097" y="2879"/>
                </a:lnTo>
                <a:lnTo>
                  <a:pt x="20394" y="4831"/>
                </a:lnTo>
                <a:lnTo>
                  <a:pt x="20693" y="6792"/>
                </a:lnTo>
                <a:lnTo>
                  <a:pt x="20993" y="8761"/>
                </a:lnTo>
                <a:lnTo>
                  <a:pt x="21296" y="10742"/>
                </a:lnTo>
                <a:lnTo>
                  <a:pt x="21600" y="12741"/>
                </a:lnTo>
                <a:lnTo>
                  <a:pt x="21040" y="13016"/>
                </a:lnTo>
                <a:lnTo>
                  <a:pt x="20527" y="13270"/>
                </a:lnTo>
                <a:lnTo>
                  <a:pt x="20030" y="13515"/>
                </a:lnTo>
                <a:lnTo>
                  <a:pt x="19516" y="13766"/>
                </a:lnTo>
                <a:lnTo>
                  <a:pt x="18954" y="14044"/>
                </a:lnTo>
                <a:lnTo>
                  <a:pt x="18310" y="14360"/>
                </a:lnTo>
                <a:lnTo>
                  <a:pt x="17554" y="14732"/>
                </a:lnTo>
                <a:lnTo>
                  <a:pt x="16652" y="15178"/>
                </a:lnTo>
                <a:lnTo>
                  <a:pt x="15574" y="15706"/>
                </a:lnTo>
                <a:lnTo>
                  <a:pt x="14287" y="16341"/>
                </a:lnTo>
                <a:lnTo>
                  <a:pt x="12758" y="17094"/>
                </a:lnTo>
                <a:lnTo>
                  <a:pt x="10958" y="17980"/>
                </a:lnTo>
                <a:lnTo>
                  <a:pt x="8852" y="19013"/>
                </a:lnTo>
                <a:lnTo>
                  <a:pt x="6412" y="20218"/>
                </a:lnTo>
                <a:lnTo>
                  <a:pt x="3600" y="21600"/>
                </a:lnTo>
                <a:lnTo>
                  <a:pt x="3091" y="19929"/>
                </a:lnTo>
                <a:lnTo>
                  <a:pt x="2581" y="18257"/>
                </a:lnTo>
                <a:lnTo>
                  <a:pt x="2070" y="16580"/>
                </a:lnTo>
                <a:lnTo>
                  <a:pt x="1557" y="14897"/>
                </a:lnTo>
                <a:lnTo>
                  <a:pt x="1040" y="13205"/>
                </a:lnTo>
                <a:lnTo>
                  <a:pt x="522" y="11504"/>
                </a:lnTo>
                <a:lnTo>
                  <a:pt x="0" y="9789"/>
                </a:lnTo>
                <a:lnTo>
                  <a:pt x="889" y="9892"/>
                </a:lnTo>
                <a:lnTo>
                  <a:pt x="1786" y="9995"/>
                </a:lnTo>
                <a:lnTo>
                  <a:pt x="2693" y="10099"/>
                </a:lnTo>
                <a:lnTo>
                  <a:pt x="3847" y="10181"/>
                </a:lnTo>
                <a:lnTo>
                  <a:pt x="5009" y="10261"/>
                </a:lnTo>
                <a:lnTo>
                  <a:pt x="6188" y="10344"/>
                </a:lnTo>
                <a:lnTo>
                  <a:pt x="7339" y="10444"/>
                </a:lnTo>
                <a:lnTo>
                  <a:pt x="8496" y="10548"/>
                </a:lnTo>
                <a:lnTo>
                  <a:pt x="9668" y="10654"/>
                </a:lnTo>
                <a:lnTo>
                  <a:pt x="10636" y="10367"/>
                </a:lnTo>
                <a:lnTo>
                  <a:pt x="11612" y="10081"/>
                </a:lnTo>
                <a:lnTo>
                  <a:pt x="12600" y="9789"/>
                </a:lnTo>
                <a:lnTo>
                  <a:pt x="13158" y="7615"/>
                </a:lnTo>
                <a:lnTo>
                  <a:pt x="13531" y="6068"/>
                </a:lnTo>
                <a:lnTo>
                  <a:pt x="13804" y="4722"/>
                </a:lnTo>
                <a:lnTo>
                  <a:pt x="14065" y="3151"/>
                </a:lnTo>
                <a:lnTo>
                  <a:pt x="14400" y="930"/>
                </a:lnTo>
                <a:close/>
              </a:path>
            </a:pathLst>
          </a:custGeom>
          <a:solidFill>
            <a:srgbClr val="574B75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7" name="contour_08735"/>
          <p:cNvSpPr/>
          <p:nvPr/>
        </p:nvSpPr>
        <p:spPr>
          <a:xfrm>
            <a:off x="6969007" y="4082915"/>
            <a:ext cx="96143" cy="639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08"/>
                </a:moveTo>
                <a:lnTo>
                  <a:pt x="20893" y="2543"/>
                </a:lnTo>
                <a:lnTo>
                  <a:pt x="20176" y="3185"/>
                </a:lnTo>
                <a:lnTo>
                  <a:pt x="19252" y="4012"/>
                </a:lnTo>
                <a:lnTo>
                  <a:pt x="18330" y="4842"/>
                </a:lnTo>
                <a:lnTo>
                  <a:pt x="17408" y="5669"/>
                </a:lnTo>
                <a:lnTo>
                  <a:pt x="16487" y="6498"/>
                </a:lnTo>
                <a:lnTo>
                  <a:pt x="15565" y="7328"/>
                </a:lnTo>
                <a:lnTo>
                  <a:pt x="14643" y="8155"/>
                </a:lnTo>
                <a:lnTo>
                  <a:pt x="13721" y="8985"/>
                </a:lnTo>
                <a:lnTo>
                  <a:pt x="12979" y="9649"/>
                </a:lnTo>
                <a:lnTo>
                  <a:pt x="12234" y="10316"/>
                </a:lnTo>
                <a:lnTo>
                  <a:pt x="11478" y="10993"/>
                </a:lnTo>
                <a:lnTo>
                  <a:pt x="10533" y="11845"/>
                </a:lnTo>
                <a:lnTo>
                  <a:pt x="9590" y="12702"/>
                </a:lnTo>
                <a:lnTo>
                  <a:pt x="8649" y="13561"/>
                </a:lnTo>
                <a:lnTo>
                  <a:pt x="7710" y="14425"/>
                </a:lnTo>
                <a:lnTo>
                  <a:pt x="6775" y="15294"/>
                </a:lnTo>
                <a:lnTo>
                  <a:pt x="5842" y="16170"/>
                </a:lnTo>
                <a:lnTo>
                  <a:pt x="4912" y="17051"/>
                </a:lnTo>
                <a:lnTo>
                  <a:pt x="3985" y="17942"/>
                </a:lnTo>
                <a:lnTo>
                  <a:pt x="3062" y="18841"/>
                </a:lnTo>
                <a:lnTo>
                  <a:pt x="2143" y="19749"/>
                </a:lnTo>
                <a:lnTo>
                  <a:pt x="1226" y="20670"/>
                </a:lnTo>
                <a:lnTo>
                  <a:pt x="314" y="21600"/>
                </a:lnTo>
                <a:lnTo>
                  <a:pt x="105" y="20007"/>
                </a:lnTo>
                <a:lnTo>
                  <a:pt x="0" y="18828"/>
                </a:lnTo>
                <a:lnTo>
                  <a:pt x="0" y="17706"/>
                </a:lnTo>
                <a:lnTo>
                  <a:pt x="105" y="16286"/>
                </a:lnTo>
                <a:lnTo>
                  <a:pt x="314" y="14215"/>
                </a:lnTo>
                <a:lnTo>
                  <a:pt x="1099" y="13034"/>
                </a:lnTo>
                <a:lnTo>
                  <a:pt x="1916" y="11929"/>
                </a:lnTo>
                <a:lnTo>
                  <a:pt x="2757" y="10887"/>
                </a:lnTo>
                <a:lnTo>
                  <a:pt x="3625" y="9900"/>
                </a:lnTo>
                <a:lnTo>
                  <a:pt x="4513" y="8950"/>
                </a:lnTo>
                <a:lnTo>
                  <a:pt x="5420" y="8030"/>
                </a:lnTo>
                <a:lnTo>
                  <a:pt x="6340" y="7121"/>
                </a:lnTo>
                <a:lnTo>
                  <a:pt x="7273" y="6215"/>
                </a:lnTo>
                <a:lnTo>
                  <a:pt x="7922" y="5524"/>
                </a:lnTo>
                <a:lnTo>
                  <a:pt x="8575" y="4825"/>
                </a:lnTo>
                <a:lnTo>
                  <a:pt x="9236" y="4118"/>
                </a:lnTo>
                <a:lnTo>
                  <a:pt x="10469" y="2937"/>
                </a:lnTo>
                <a:lnTo>
                  <a:pt x="11607" y="1957"/>
                </a:lnTo>
                <a:lnTo>
                  <a:pt x="12676" y="1172"/>
                </a:lnTo>
                <a:lnTo>
                  <a:pt x="13700" y="586"/>
                </a:lnTo>
                <a:lnTo>
                  <a:pt x="14702" y="197"/>
                </a:lnTo>
                <a:lnTo>
                  <a:pt x="15707" y="2"/>
                </a:lnTo>
                <a:lnTo>
                  <a:pt x="16737" y="0"/>
                </a:lnTo>
                <a:lnTo>
                  <a:pt x="17818" y="192"/>
                </a:lnTo>
                <a:lnTo>
                  <a:pt x="18972" y="574"/>
                </a:lnTo>
                <a:lnTo>
                  <a:pt x="20225" y="1147"/>
                </a:lnTo>
                <a:lnTo>
                  <a:pt x="21600" y="1908"/>
                </a:lnTo>
                <a:close/>
              </a:path>
            </a:pathLst>
          </a:custGeom>
          <a:solidFill>
            <a:srgbClr val="F5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8" name="contour_08736"/>
          <p:cNvSpPr/>
          <p:nvPr/>
        </p:nvSpPr>
        <p:spPr>
          <a:xfrm>
            <a:off x="979678" y="4038422"/>
            <a:ext cx="102032" cy="488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34"/>
                </a:moveTo>
                <a:lnTo>
                  <a:pt x="20693" y="3945"/>
                </a:lnTo>
                <a:lnTo>
                  <a:pt x="19786" y="5050"/>
                </a:lnTo>
                <a:lnTo>
                  <a:pt x="18877" y="6151"/>
                </a:lnTo>
                <a:lnTo>
                  <a:pt x="17967" y="7249"/>
                </a:lnTo>
                <a:lnTo>
                  <a:pt x="17055" y="8344"/>
                </a:lnTo>
                <a:lnTo>
                  <a:pt x="16143" y="9436"/>
                </a:lnTo>
                <a:lnTo>
                  <a:pt x="15231" y="10525"/>
                </a:lnTo>
                <a:lnTo>
                  <a:pt x="14318" y="11610"/>
                </a:lnTo>
                <a:lnTo>
                  <a:pt x="13404" y="12695"/>
                </a:lnTo>
                <a:lnTo>
                  <a:pt x="12631" y="13645"/>
                </a:lnTo>
                <a:lnTo>
                  <a:pt x="11855" y="14602"/>
                </a:lnTo>
                <a:lnTo>
                  <a:pt x="11068" y="15571"/>
                </a:lnTo>
                <a:lnTo>
                  <a:pt x="10734" y="15964"/>
                </a:lnTo>
                <a:lnTo>
                  <a:pt x="10144" y="16657"/>
                </a:lnTo>
                <a:lnTo>
                  <a:pt x="8793" y="18244"/>
                </a:lnTo>
                <a:lnTo>
                  <a:pt x="8487" y="18611"/>
                </a:lnTo>
                <a:lnTo>
                  <a:pt x="7947" y="19262"/>
                </a:lnTo>
                <a:lnTo>
                  <a:pt x="6711" y="20750"/>
                </a:lnTo>
                <a:lnTo>
                  <a:pt x="5618" y="21349"/>
                </a:lnTo>
                <a:lnTo>
                  <a:pt x="4641" y="21600"/>
                </a:lnTo>
                <a:lnTo>
                  <a:pt x="3737" y="21539"/>
                </a:lnTo>
                <a:lnTo>
                  <a:pt x="2865" y="21204"/>
                </a:lnTo>
                <a:lnTo>
                  <a:pt x="1981" y="20634"/>
                </a:lnTo>
                <a:lnTo>
                  <a:pt x="1040" y="19864"/>
                </a:lnTo>
                <a:lnTo>
                  <a:pt x="0" y="18937"/>
                </a:lnTo>
                <a:lnTo>
                  <a:pt x="853" y="17813"/>
                </a:lnTo>
                <a:lnTo>
                  <a:pt x="1708" y="16692"/>
                </a:lnTo>
                <a:lnTo>
                  <a:pt x="2561" y="15568"/>
                </a:lnTo>
                <a:lnTo>
                  <a:pt x="3416" y="14447"/>
                </a:lnTo>
                <a:lnTo>
                  <a:pt x="4271" y="13326"/>
                </a:lnTo>
                <a:lnTo>
                  <a:pt x="5124" y="12206"/>
                </a:lnTo>
                <a:lnTo>
                  <a:pt x="5979" y="11085"/>
                </a:lnTo>
                <a:lnTo>
                  <a:pt x="6826" y="9971"/>
                </a:lnTo>
                <a:lnTo>
                  <a:pt x="7683" y="8840"/>
                </a:lnTo>
                <a:lnTo>
                  <a:pt x="8506" y="7765"/>
                </a:lnTo>
                <a:lnTo>
                  <a:pt x="9342" y="6670"/>
                </a:lnTo>
                <a:lnTo>
                  <a:pt x="9718" y="6174"/>
                </a:lnTo>
                <a:lnTo>
                  <a:pt x="10860" y="4679"/>
                </a:lnTo>
                <a:lnTo>
                  <a:pt x="11596" y="3765"/>
                </a:lnTo>
                <a:lnTo>
                  <a:pt x="12343" y="2834"/>
                </a:lnTo>
                <a:lnTo>
                  <a:pt x="13100" y="1871"/>
                </a:lnTo>
                <a:lnTo>
                  <a:pt x="13869" y="895"/>
                </a:lnTo>
                <a:lnTo>
                  <a:pt x="14879" y="258"/>
                </a:lnTo>
                <a:lnTo>
                  <a:pt x="15851" y="0"/>
                </a:lnTo>
                <a:lnTo>
                  <a:pt x="16799" y="58"/>
                </a:lnTo>
                <a:lnTo>
                  <a:pt x="17734" y="367"/>
                </a:lnTo>
                <a:lnTo>
                  <a:pt x="18669" y="866"/>
                </a:lnTo>
                <a:lnTo>
                  <a:pt x="19616" y="1485"/>
                </a:lnTo>
                <a:lnTo>
                  <a:pt x="20589" y="2161"/>
                </a:lnTo>
                <a:lnTo>
                  <a:pt x="21600" y="2834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39" name="contour_08737"/>
          <p:cNvSpPr/>
          <p:nvPr/>
        </p:nvSpPr>
        <p:spPr>
          <a:xfrm>
            <a:off x="1459869" y="3913651"/>
            <a:ext cx="7369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20" y="0"/>
                </a:moveTo>
                <a:lnTo>
                  <a:pt x="12242" y="446"/>
                </a:lnTo>
                <a:lnTo>
                  <a:pt x="13564" y="893"/>
                </a:lnTo>
                <a:lnTo>
                  <a:pt x="14891" y="1339"/>
                </a:lnTo>
                <a:lnTo>
                  <a:pt x="16219" y="1786"/>
                </a:lnTo>
                <a:lnTo>
                  <a:pt x="17554" y="2236"/>
                </a:lnTo>
                <a:lnTo>
                  <a:pt x="18896" y="2689"/>
                </a:lnTo>
                <a:lnTo>
                  <a:pt x="20244" y="3143"/>
                </a:lnTo>
                <a:lnTo>
                  <a:pt x="21600" y="3600"/>
                </a:lnTo>
                <a:lnTo>
                  <a:pt x="21136" y="3989"/>
                </a:lnTo>
                <a:lnTo>
                  <a:pt x="20536" y="4496"/>
                </a:lnTo>
                <a:lnTo>
                  <a:pt x="19402" y="5454"/>
                </a:lnTo>
                <a:lnTo>
                  <a:pt x="17328" y="7200"/>
                </a:lnTo>
                <a:lnTo>
                  <a:pt x="17328" y="9580"/>
                </a:lnTo>
                <a:lnTo>
                  <a:pt x="17328" y="11974"/>
                </a:lnTo>
                <a:lnTo>
                  <a:pt x="17328" y="14400"/>
                </a:lnTo>
                <a:lnTo>
                  <a:pt x="15890" y="15246"/>
                </a:lnTo>
                <a:lnTo>
                  <a:pt x="14485" y="16009"/>
                </a:lnTo>
                <a:lnTo>
                  <a:pt x="13092" y="16700"/>
                </a:lnTo>
                <a:lnTo>
                  <a:pt x="11691" y="17330"/>
                </a:lnTo>
                <a:lnTo>
                  <a:pt x="10262" y="17910"/>
                </a:lnTo>
                <a:lnTo>
                  <a:pt x="8784" y="18450"/>
                </a:lnTo>
                <a:lnTo>
                  <a:pt x="7557" y="18918"/>
                </a:lnTo>
                <a:lnTo>
                  <a:pt x="6314" y="19393"/>
                </a:lnTo>
                <a:lnTo>
                  <a:pt x="5101" y="19847"/>
                </a:lnTo>
                <a:lnTo>
                  <a:pt x="3888" y="20293"/>
                </a:lnTo>
                <a:lnTo>
                  <a:pt x="2672" y="20736"/>
                </a:lnTo>
                <a:lnTo>
                  <a:pt x="1455" y="21168"/>
                </a:lnTo>
                <a:lnTo>
                  <a:pt x="239" y="21600"/>
                </a:lnTo>
                <a:lnTo>
                  <a:pt x="79" y="19044"/>
                </a:lnTo>
                <a:lnTo>
                  <a:pt x="0" y="17201"/>
                </a:lnTo>
                <a:lnTo>
                  <a:pt x="0" y="15559"/>
                </a:lnTo>
                <a:lnTo>
                  <a:pt x="79" y="13601"/>
                </a:lnTo>
                <a:lnTo>
                  <a:pt x="239" y="10800"/>
                </a:lnTo>
                <a:lnTo>
                  <a:pt x="1636" y="9328"/>
                </a:lnTo>
                <a:lnTo>
                  <a:pt x="2659" y="8417"/>
                </a:lnTo>
                <a:lnTo>
                  <a:pt x="3806" y="7682"/>
                </a:lnTo>
                <a:lnTo>
                  <a:pt x="5579" y="6750"/>
                </a:lnTo>
                <a:lnTo>
                  <a:pt x="6925" y="6016"/>
                </a:lnTo>
                <a:lnTo>
                  <a:pt x="8264" y="5249"/>
                </a:lnTo>
                <a:lnTo>
                  <a:pt x="9597" y="4446"/>
                </a:lnTo>
                <a:lnTo>
                  <a:pt x="10920" y="3600"/>
                </a:lnTo>
                <a:lnTo>
                  <a:pt x="10920" y="1814"/>
                </a:lnTo>
                <a:lnTo>
                  <a:pt x="10920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0" name="contour_08738"/>
          <p:cNvSpPr/>
          <p:nvPr/>
        </p:nvSpPr>
        <p:spPr>
          <a:xfrm>
            <a:off x="10439491" y="3905649"/>
            <a:ext cx="116608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8" y="251"/>
                </a:moveTo>
                <a:lnTo>
                  <a:pt x="16119" y="293"/>
                </a:lnTo>
                <a:lnTo>
                  <a:pt x="17065" y="349"/>
                </a:lnTo>
                <a:lnTo>
                  <a:pt x="17973" y="397"/>
                </a:lnTo>
                <a:lnTo>
                  <a:pt x="18880" y="453"/>
                </a:lnTo>
                <a:lnTo>
                  <a:pt x="19786" y="523"/>
                </a:lnTo>
                <a:lnTo>
                  <a:pt x="20693" y="600"/>
                </a:lnTo>
                <a:lnTo>
                  <a:pt x="21600" y="683"/>
                </a:lnTo>
                <a:lnTo>
                  <a:pt x="20887" y="5027"/>
                </a:lnTo>
                <a:lnTo>
                  <a:pt x="20226" y="8562"/>
                </a:lnTo>
                <a:lnTo>
                  <a:pt x="19553" y="11386"/>
                </a:lnTo>
                <a:lnTo>
                  <a:pt x="18808" y="13638"/>
                </a:lnTo>
                <a:lnTo>
                  <a:pt x="17931" y="15416"/>
                </a:lnTo>
                <a:lnTo>
                  <a:pt x="16859" y="16845"/>
                </a:lnTo>
                <a:lnTo>
                  <a:pt x="16080" y="17068"/>
                </a:lnTo>
                <a:lnTo>
                  <a:pt x="15297" y="17291"/>
                </a:lnTo>
                <a:lnTo>
                  <a:pt x="14502" y="17514"/>
                </a:lnTo>
                <a:lnTo>
                  <a:pt x="13657" y="17786"/>
                </a:lnTo>
                <a:lnTo>
                  <a:pt x="12806" y="18058"/>
                </a:lnTo>
                <a:lnTo>
                  <a:pt x="11945" y="18337"/>
                </a:lnTo>
                <a:lnTo>
                  <a:pt x="11553" y="18428"/>
                </a:lnTo>
                <a:lnTo>
                  <a:pt x="10862" y="18595"/>
                </a:lnTo>
                <a:lnTo>
                  <a:pt x="9281" y="18985"/>
                </a:lnTo>
                <a:lnTo>
                  <a:pt x="8886" y="19111"/>
                </a:lnTo>
                <a:lnTo>
                  <a:pt x="8186" y="19320"/>
                </a:lnTo>
                <a:lnTo>
                  <a:pt x="6587" y="19801"/>
                </a:lnTo>
                <a:lnTo>
                  <a:pt x="5646" y="20080"/>
                </a:lnTo>
                <a:lnTo>
                  <a:pt x="4705" y="20352"/>
                </a:lnTo>
                <a:lnTo>
                  <a:pt x="3764" y="20617"/>
                </a:lnTo>
                <a:lnTo>
                  <a:pt x="2823" y="20875"/>
                </a:lnTo>
                <a:lnTo>
                  <a:pt x="1882" y="21119"/>
                </a:lnTo>
                <a:lnTo>
                  <a:pt x="941" y="21363"/>
                </a:lnTo>
                <a:lnTo>
                  <a:pt x="0" y="21600"/>
                </a:lnTo>
                <a:lnTo>
                  <a:pt x="752" y="17703"/>
                </a:lnTo>
                <a:lnTo>
                  <a:pt x="1523" y="14300"/>
                </a:lnTo>
                <a:lnTo>
                  <a:pt x="2313" y="11358"/>
                </a:lnTo>
                <a:lnTo>
                  <a:pt x="3123" y="8834"/>
                </a:lnTo>
                <a:lnTo>
                  <a:pt x="3950" y="6707"/>
                </a:lnTo>
                <a:lnTo>
                  <a:pt x="4795" y="4943"/>
                </a:lnTo>
                <a:lnTo>
                  <a:pt x="5659" y="3507"/>
                </a:lnTo>
                <a:lnTo>
                  <a:pt x="6539" y="2364"/>
                </a:lnTo>
                <a:lnTo>
                  <a:pt x="7437" y="1492"/>
                </a:lnTo>
                <a:lnTo>
                  <a:pt x="8351" y="851"/>
                </a:lnTo>
                <a:lnTo>
                  <a:pt x="9283" y="418"/>
                </a:lnTo>
                <a:lnTo>
                  <a:pt x="10229" y="146"/>
                </a:lnTo>
                <a:lnTo>
                  <a:pt x="11191" y="21"/>
                </a:lnTo>
                <a:lnTo>
                  <a:pt x="12169" y="0"/>
                </a:lnTo>
                <a:lnTo>
                  <a:pt x="13160" y="49"/>
                </a:lnTo>
                <a:lnTo>
                  <a:pt x="14167" y="139"/>
                </a:lnTo>
                <a:lnTo>
                  <a:pt x="15188" y="251"/>
                </a:lnTo>
                <a:close/>
              </a:path>
            </a:pathLst>
          </a:custGeom>
          <a:solidFill>
            <a:srgbClr val="B8D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1" name="contour_08739"/>
          <p:cNvSpPr/>
          <p:nvPr/>
        </p:nvSpPr>
        <p:spPr>
          <a:xfrm>
            <a:off x="1730341" y="3891787"/>
            <a:ext cx="131184" cy="29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792" y="438"/>
                </a:lnTo>
                <a:lnTo>
                  <a:pt x="13584" y="871"/>
                </a:lnTo>
                <a:lnTo>
                  <a:pt x="14377" y="1309"/>
                </a:lnTo>
                <a:lnTo>
                  <a:pt x="15172" y="1742"/>
                </a:lnTo>
                <a:lnTo>
                  <a:pt x="15967" y="2181"/>
                </a:lnTo>
                <a:lnTo>
                  <a:pt x="16764" y="2619"/>
                </a:lnTo>
                <a:lnTo>
                  <a:pt x="17563" y="3057"/>
                </a:lnTo>
                <a:lnTo>
                  <a:pt x="18365" y="3501"/>
                </a:lnTo>
                <a:lnTo>
                  <a:pt x="19169" y="3944"/>
                </a:lnTo>
                <a:lnTo>
                  <a:pt x="19975" y="4388"/>
                </a:lnTo>
                <a:lnTo>
                  <a:pt x="20786" y="4831"/>
                </a:lnTo>
                <a:lnTo>
                  <a:pt x="21600" y="5280"/>
                </a:lnTo>
                <a:lnTo>
                  <a:pt x="21049" y="8828"/>
                </a:lnTo>
                <a:lnTo>
                  <a:pt x="20544" y="11827"/>
                </a:lnTo>
                <a:lnTo>
                  <a:pt x="20036" y="14414"/>
                </a:lnTo>
                <a:lnTo>
                  <a:pt x="19476" y="16732"/>
                </a:lnTo>
                <a:lnTo>
                  <a:pt x="18814" y="18923"/>
                </a:lnTo>
                <a:lnTo>
                  <a:pt x="18000" y="21120"/>
                </a:lnTo>
                <a:lnTo>
                  <a:pt x="17154" y="21399"/>
                </a:lnTo>
                <a:lnTo>
                  <a:pt x="16312" y="21558"/>
                </a:lnTo>
                <a:lnTo>
                  <a:pt x="15473" y="21600"/>
                </a:lnTo>
                <a:lnTo>
                  <a:pt x="14635" y="21547"/>
                </a:lnTo>
                <a:lnTo>
                  <a:pt x="13799" y="21410"/>
                </a:lnTo>
                <a:lnTo>
                  <a:pt x="12964" y="21199"/>
                </a:lnTo>
                <a:lnTo>
                  <a:pt x="12128" y="20924"/>
                </a:lnTo>
                <a:lnTo>
                  <a:pt x="11292" y="20602"/>
                </a:lnTo>
                <a:lnTo>
                  <a:pt x="10454" y="20243"/>
                </a:lnTo>
                <a:lnTo>
                  <a:pt x="9616" y="19863"/>
                </a:lnTo>
                <a:lnTo>
                  <a:pt x="8774" y="19472"/>
                </a:lnTo>
                <a:lnTo>
                  <a:pt x="7925" y="19140"/>
                </a:lnTo>
                <a:lnTo>
                  <a:pt x="7074" y="18812"/>
                </a:lnTo>
                <a:lnTo>
                  <a:pt x="6223" y="18490"/>
                </a:lnTo>
                <a:lnTo>
                  <a:pt x="5444" y="18184"/>
                </a:lnTo>
                <a:lnTo>
                  <a:pt x="4666" y="17872"/>
                </a:lnTo>
                <a:lnTo>
                  <a:pt x="3888" y="17556"/>
                </a:lnTo>
                <a:lnTo>
                  <a:pt x="3109" y="17223"/>
                </a:lnTo>
                <a:lnTo>
                  <a:pt x="2332" y="16890"/>
                </a:lnTo>
                <a:lnTo>
                  <a:pt x="1554" y="16547"/>
                </a:lnTo>
                <a:lnTo>
                  <a:pt x="778" y="16193"/>
                </a:lnTo>
                <a:lnTo>
                  <a:pt x="0" y="15840"/>
                </a:lnTo>
                <a:lnTo>
                  <a:pt x="0" y="13221"/>
                </a:lnTo>
                <a:lnTo>
                  <a:pt x="0" y="10560"/>
                </a:lnTo>
                <a:lnTo>
                  <a:pt x="848" y="10560"/>
                </a:lnTo>
                <a:lnTo>
                  <a:pt x="1698" y="10560"/>
                </a:lnTo>
                <a:lnTo>
                  <a:pt x="2546" y="10560"/>
                </a:lnTo>
                <a:lnTo>
                  <a:pt x="3397" y="10560"/>
                </a:lnTo>
                <a:lnTo>
                  <a:pt x="4248" y="10560"/>
                </a:lnTo>
                <a:lnTo>
                  <a:pt x="5101" y="10560"/>
                </a:lnTo>
                <a:lnTo>
                  <a:pt x="5956" y="10560"/>
                </a:lnTo>
                <a:lnTo>
                  <a:pt x="6811" y="10560"/>
                </a:lnTo>
                <a:lnTo>
                  <a:pt x="7669" y="10560"/>
                </a:lnTo>
                <a:lnTo>
                  <a:pt x="8530" y="10560"/>
                </a:lnTo>
                <a:lnTo>
                  <a:pt x="9392" y="10560"/>
                </a:lnTo>
                <a:lnTo>
                  <a:pt x="10259" y="10560"/>
                </a:lnTo>
                <a:lnTo>
                  <a:pt x="11128" y="10560"/>
                </a:lnTo>
                <a:lnTo>
                  <a:pt x="12000" y="10560"/>
                </a:lnTo>
                <a:lnTo>
                  <a:pt x="12000" y="7070"/>
                </a:lnTo>
                <a:lnTo>
                  <a:pt x="12000" y="3559"/>
                </a:lnTo>
                <a:lnTo>
                  <a:pt x="12000" y="0"/>
                </a:lnTo>
                <a:close/>
              </a:path>
            </a:pathLst>
          </a:custGeom>
          <a:solidFill>
            <a:srgbClr val="BED2E9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2" name="contour_08740"/>
          <p:cNvSpPr/>
          <p:nvPr/>
        </p:nvSpPr>
        <p:spPr>
          <a:xfrm>
            <a:off x="1395093" y="3716876"/>
            <a:ext cx="1093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" y="0"/>
                </a:moveTo>
                <a:lnTo>
                  <a:pt x="1797" y="2138"/>
                </a:lnTo>
                <a:lnTo>
                  <a:pt x="2154" y="4290"/>
                </a:lnTo>
                <a:lnTo>
                  <a:pt x="2516" y="6450"/>
                </a:lnTo>
                <a:lnTo>
                  <a:pt x="2880" y="8640"/>
                </a:lnTo>
                <a:lnTo>
                  <a:pt x="3817" y="8921"/>
                </a:lnTo>
                <a:lnTo>
                  <a:pt x="4506" y="9055"/>
                </a:lnTo>
                <a:lnTo>
                  <a:pt x="5149" y="9037"/>
                </a:lnTo>
                <a:lnTo>
                  <a:pt x="5952" y="8869"/>
                </a:lnTo>
                <a:lnTo>
                  <a:pt x="7115" y="8541"/>
                </a:lnTo>
                <a:lnTo>
                  <a:pt x="7489" y="8441"/>
                </a:lnTo>
                <a:lnTo>
                  <a:pt x="8150" y="8264"/>
                </a:lnTo>
                <a:lnTo>
                  <a:pt x="9661" y="7862"/>
                </a:lnTo>
                <a:lnTo>
                  <a:pt x="10542" y="7586"/>
                </a:lnTo>
                <a:lnTo>
                  <a:pt x="11431" y="7305"/>
                </a:lnTo>
                <a:lnTo>
                  <a:pt x="12329" y="7020"/>
                </a:lnTo>
                <a:lnTo>
                  <a:pt x="13218" y="6774"/>
                </a:lnTo>
                <a:lnTo>
                  <a:pt x="14111" y="6528"/>
                </a:lnTo>
                <a:lnTo>
                  <a:pt x="15016" y="6277"/>
                </a:lnTo>
                <a:lnTo>
                  <a:pt x="15958" y="6013"/>
                </a:lnTo>
                <a:lnTo>
                  <a:pt x="16898" y="5741"/>
                </a:lnTo>
                <a:lnTo>
                  <a:pt x="17839" y="5465"/>
                </a:lnTo>
                <a:lnTo>
                  <a:pt x="18779" y="5188"/>
                </a:lnTo>
                <a:lnTo>
                  <a:pt x="19719" y="4903"/>
                </a:lnTo>
                <a:lnTo>
                  <a:pt x="20660" y="4614"/>
                </a:lnTo>
                <a:lnTo>
                  <a:pt x="21600" y="4320"/>
                </a:lnTo>
                <a:lnTo>
                  <a:pt x="21334" y="6787"/>
                </a:lnTo>
                <a:lnTo>
                  <a:pt x="21095" y="8510"/>
                </a:lnTo>
                <a:lnTo>
                  <a:pt x="20748" y="10299"/>
                </a:lnTo>
                <a:lnTo>
                  <a:pt x="20160" y="12960"/>
                </a:lnTo>
                <a:lnTo>
                  <a:pt x="19156" y="13833"/>
                </a:lnTo>
                <a:lnTo>
                  <a:pt x="18418" y="14412"/>
                </a:lnTo>
                <a:lnTo>
                  <a:pt x="17726" y="14831"/>
                </a:lnTo>
                <a:lnTo>
                  <a:pt x="16864" y="15211"/>
                </a:lnTo>
                <a:lnTo>
                  <a:pt x="15610" y="15695"/>
                </a:lnTo>
                <a:lnTo>
                  <a:pt x="15206" y="15854"/>
                </a:lnTo>
                <a:lnTo>
                  <a:pt x="14496" y="16140"/>
                </a:lnTo>
                <a:lnTo>
                  <a:pt x="12868" y="16792"/>
                </a:lnTo>
                <a:lnTo>
                  <a:pt x="11909" y="17133"/>
                </a:lnTo>
                <a:lnTo>
                  <a:pt x="10950" y="17479"/>
                </a:lnTo>
                <a:lnTo>
                  <a:pt x="9991" y="17820"/>
                </a:lnTo>
                <a:lnTo>
                  <a:pt x="9026" y="18196"/>
                </a:lnTo>
                <a:lnTo>
                  <a:pt x="8061" y="18572"/>
                </a:lnTo>
                <a:lnTo>
                  <a:pt x="7096" y="18952"/>
                </a:lnTo>
                <a:lnTo>
                  <a:pt x="6083" y="19341"/>
                </a:lnTo>
                <a:lnTo>
                  <a:pt x="5070" y="19729"/>
                </a:lnTo>
                <a:lnTo>
                  <a:pt x="4056" y="20110"/>
                </a:lnTo>
                <a:lnTo>
                  <a:pt x="3043" y="20490"/>
                </a:lnTo>
                <a:lnTo>
                  <a:pt x="2029" y="20861"/>
                </a:lnTo>
                <a:lnTo>
                  <a:pt x="1014" y="21233"/>
                </a:lnTo>
                <a:lnTo>
                  <a:pt x="0" y="21600"/>
                </a:lnTo>
                <a:lnTo>
                  <a:pt x="179" y="18926"/>
                </a:lnTo>
                <a:lnTo>
                  <a:pt x="357" y="16252"/>
                </a:lnTo>
                <a:lnTo>
                  <a:pt x="536" y="13569"/>
                </a:lnTo>
                <a:lnTo>
                  <a:pt x="714" y="10882"/>
                </a:lnTo>
                <a:lnTo>
                  <a:pt x="894" y="8182"/>
                </a:lnTo>
                <a:lnTo>
                  <a:pt x="1076" y="5469"/>
                </a:lnTo>
                <a:lnTo>
                  <a:pt x="1257" y="2743"/>
                </a:lnTo>
                <a:lnTo>
                  <a:pt x="1440" y="0"/>
                </a:lnTo>
                <a:close/>
              </a:path>
            </a:pathLst>
          </a:custGeom>
          <a:solidFill>
            <a:srgbClr val="EF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3" name="contour_08741"/>
          <p:cNvSpPr/>
          <p:nvPr/>
        </p:nvSpPr>
        <p:spPr>
          <a:xfrm>
            <a:off x="4754857" y="3658572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610" y="0"/>
                </a:lnTo>
                <a:lnTo>
                  <a:pt x="21600" y="0"/>
                </a:lnTo>
                <a:lnTo>
                  <a:pt x="21600" y="1909"/>
                </a:lnTo>
                <a:lnTo>
                  <a:pt x="21600" y="3821"/>
                </a:lnTo>
                <a:lnTo>
                  <a:pt x="21600" y="5738"/>
                </a:lnTo>
                <a:lnTo>
                  <a:pt x="21600" y="7663"/>
                </a:lnTo>
                <a:lnTo>
                  <a:pt x="21600" y="9596"/>
                </a:lnTo>
                <a:lnTo>
                  <a:pt x="21600" y="11540"/>
                </a:lnTo>
                <a:lnTo>
                  <a:pt x="21600" y="13500"/>
                </a:lnTo>
                <a:lnTo>
                  <a:pt x="20553" y="13430"/>
                </a:lnTo>
                <a:lnTo>
                  <a:pt x="19503" y="13357"/>
                </a:lnTo>
                <a:lnTo>
                  <a:pt x="18444" y="13287"/>
                </a:lnTo>
                <a:lnTo>
                  <a:pt x="17374" y="13216"/>
                </a:lnTo>
                <a:lnTo>
                  <a:pt x="16006" y="13160"/>
                </a:lnTo>
                <a:lnTo>
                  <a:pt x="14639" y="13103"/>
                </a:lnTo>
                <a:lnTo>
                  <a:pt x="13272" y="13046"/>
                </a:lnTo>
                <a:lnTo>
                  <a:pt x="11904" y="12992"/>
                </a:lnTo>
                <a:lnTo>
                  <a:pt x="11210" y="12941"/>
                </a:lnTo>
                <a:lnTo>
                  <a:pt x="9117" y="12787"/>
                </a:lnTo>
                <a:lnTo>
                  <a:pt x="7884" y="12758"/>
                </a:lnTo>
                <a:lnTo>
                  <a:pt x="6688" y="12758"/>
                </a:lnTo>
                <a:lnTo>
                  <a:pt x="5514" y="12812"/>
                </a:lnTo>
                <a:lnTo>
                  <a:pt x="4347" y="12936"/>
                </a:lnTo>
                <a:lnTo>
                  <a:pt x="3169" y="13160"/>
                </a:lnTo>
                <a:lnTo>
                  <a:pt x="1964" y="13500"/>
                </a:lnTo>
                <a:lnTo>
                  <a:pt x="1178" y="15525"/>
                </a:lnTo>
                <a:lnTo>
                  <a:pt x="683" y="16959"/>
                </a:lnTo>
                <a:lnTo>
                  <a:pt x="385" y="18190"/>
                </a:lnTo>
                <a:lnTo>
                  <a:pt x="189" y="19607"/>
                </a:lnTo>
                <a:lnTo>
                  <a:pt x="0" y="21600"/>
                </a:lnTo>
                <a:lnTo>
                  <a:pt x="0" y="19691"/>
                </a:lnTo>
                <a:lnTo>
                  <a:pt x="0" y="17779"/>
                </a:lnTo>
                <a:lnTo>
                  <a:pt x="0" y="15862"/>
                </a:lnTo>
                <a:lnTo>
                  <a:pt x="0" y="13937"/>
                </a:lnTo>
                <a:lnTo>
                  <a:pt x="0" y="12004"/>
                </a:lnTo>
                <a:lnTo>
                  <a:pt x="0" y="10060"/>
                </a:lnTo>
                <a:lnTo>
                  <a:pt x="0" y="8100"/>
                </a:lnTo>
                <a:lnTo>
                  <a:pt x="1255" y="7968"/>
                </a:lnTo>
                <a:lnTo>
                  <a:pt x="2517" y="7835"/>
                </a:lnTo>
                <a:lnTo>
                  <a:pt x="3798" y="7700"/>
                </a:lnTo>
                <a:lnTo>
                  <a:pt x="5027" y="7549"/>
                </a:lnTo>
                <a:lnTo>
                  <a:pt x="6256" y="7395"/>
                </a:lnTo>
                <a:lnTo>
                  <a:pt x="7485" y="7241"/>
                </a:lnTo>
                <a:lnTo>
                  <a:pt x="8715" y="7088"/>
                </a:lnTo>
                <a:lnTo>
                  <a:pt x="9337" y="7025"/>
                </a:lnTo>
                <a:lnTo>
                  <a:pt x="11218" y="6834"/>
                </a:lnTo>
                <a:lnTo>
                  <a:pt x="12408" y="6677"/>
                </a:lnTo>
                <a:lnTo>
                  <a:pt x="13616" y="6518"/>
                </a:lnTo>
                <a:lnTo>
                  <a:pt x="14712" y="6391"/>
                </a:lnTo>
                <a:lnTo>
                  <a:pt x="15827" y="6261"/>
                </a:lnTo>
                <a:lnTo>
                  <a:pt x="17166" y="5554"/>
                </a:lnTo>
                <a:lnTo>
                  <a:pt x="17934" y="4612"/>
                </a:lnTo>
                <a:lnTo>
                  <a:pt x="18786" y="2630"/>
                </a:lnTo>
                <a:lnTo>
                  <a:pt x="19208" y="1326"/>
                </a:lnTo>
                <a:lnTo>
                  <a:pt x="19636" y="0"/>
                </a:lnTo>
                <a:close/>
              </a:path>
            </a:pathLst>
          </a:custGeom>
          <a:solidFill>
            <a:srgbClr val="D3E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4" name="contour_08742"/>
          <p:cNvSpPr/>
          <p:nvPr/>
        </p:nvSpPr>
        <p:spPr>
          <a:xfrm>
            <a:off x="10599826" y="3665860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673" y="1805"/>
                </a:lnTo>
                <a:lnTo>
                  <a:pt x="17514" y="3616"/>
                </a:lnTo>
                <a:lnTo>
                  <a:pt x="18240" y="5440"/>
                </a:lnTo>
                <a:lnTo>
                  <a:pt x="18869" y="7282"/>
                </a:lnTo>
                <a:lnTo>
                  <a:pt x="19413" y="9158"/>
                </a:lnTo>
                <a:lnTo>
                  <a:pt x="19882" y="11078"/>
                </a:lnTo>
                <a:lnTo>
                  <a:pt x="20292" y="13043"/>
                </a:lnTo>
                <a:lnTo>
                  <a:pt x="20655" y="15071"/>
                </a:lnTo>
                <a:lnTo>
                  <a:pt x="20987" y="17166"/>
                </a:lnTo>
                <a:lnTo>
                  <a:pt x="21298" y="19338"/>
                </a:lnTo>
                <a:lnTo>
                  <a:pt x="21600" y="21600"/>
                </a:lnTo>
                <a:lnTo>
                  <a:pt x="20288" y="21236"/>
                </a:lnTo>
                <a:lnTo>
                  <a:pt x="18979" y="20850"/>
                </a:lnTo>
                <a:lnTo>
                  <a:pt x="17673" y="20443"/>
                </a:lnTo>
                <a:lnTo>
                  <a:pt x="16577" y="20119"/>
                </a:lnTo>
                <a:lnTo>
                  <a:pt x="15464" y="19792"/>
                </a:lnTo>
                <a:lnTo>
                  <a:pt x="14609" y="19159"/>
                </a:lnTo>
                <a:lnTo>
                  <a:pt x="13745" y="18514"/>
                </a:lnTo>
                <a:lnTo>
                  <a:pt x="13745" y="16475"/>
                </a:lnTo>
                <a:lnTo>
                  <a:pt x="13745" y="14423"/>
                </a:lnTo>
                <a:lnTo>
                  <a:pt x="13745" y="12343"/>
                </a:lnTo>
                <a:lnTo>
                  <a:pt x="12385" y="12343"/>
                </a:lnTo>
                <a:lnTo>
                  <a:pt x="11022" y="12343"/>
                </a:lnTo>
                <a:lnTo>
                  <a:pt x="9659" y="12343"/>
                </a:lnTo>
                <a:lnTo>
                  <a:pt x="8294" y="12343"/>
                </a:lnTo>
                <a:lnTo>
                  <a:pt x="6924" y="12343"/>
                </a:lnTo>
                <a:lnTo>
                  <a:pt x="5551" y="12343"/>
                </a:lnTo>
                <a:lnTo>
                  <a:pt x="4173" y="12343"/>
                </a:lnTo>
                <a:lnTo>
                  <a:pt x="2788" y="12343"/>
                </a:lnTo>
                <a:lnTo>
                  <a:pt x="1398" y="12343"/>
                </a:lnTo>
                <a:lnTo>
                  <a:pt x="0" y="12343"/>
                </a:lnTo>
                <a:lnTo>
                  <a:pt x="842" y="9732"/>
                </a:lnTo>
                <a:lnTo>
                  <a:pt x="1494" y="7915"/>
                </a:lnTo>
                <a:lnTo>
                  <a:pt x="2101" y="6659"/>
                </a:lnTo>
                <a:lnTo>
                  <a:pt x="2798" y="5724"/>
                </a:lnTo>
                <a:lnTo>
                  <a:pt x="3727" y="4882"/>
                </a:lnTo>
                <a:lnTo>
                  <a:pt x="5025" y="3894"/>
                </a:lnTo>
                <a:lnTo>
                  <a:pt x="6244" y="3308"/>
                </a:lnTo>
                <a:lnTo>
                  <a:pt x="7472" y="2719"/>
                </a:lnTo>
                <a:lnTo>
                  <a:pt x="8715" y="2123"/>
                </a:lnTo>
                <a:lnTo>
                  <a:pt x="9928" y="1497"/>
                </a:lnTo>
                <a:lnTo>
                  <a:pt x="11150" y="867"/>
                </a:lnTo>
                <a:lnTo>
                  <a:pt x="12389" y="228"/>
                </a:lnTo>
                <a:lnTo>
                  <a:pt x="13486" y="154"/>
                </a:lnTo>
                <a:lnTo>
                  <a:pt x="14590" y="77"/>
                </a:lnTo>
                <a:lnTo>
                  <a:pt x="15709" y="0"/>
                </a:lnTo>
                <a:close/>
              </a:path>
            </a:pathLst>
          </a:custGeom>
          <a:solidFill>
            <a:srgbClr val="9BC7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5" name="contour_08743"/>
          <p:cNvSpPr/>
          <p:nvPr/>
        </p:nvSpPr>
        <p:spPr>
          <a:xfrm>
            <a:off x="3661658" y="3556540"/>
            <a:ext cx="9474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821" y="471"/>
                </a:lnTo>
                <a:lnTo>
                  <a:pt x="3979" y="955"/>
                </a:lnTo>
                <a:lnTo>
                  <a:pt x="5137" y="1447"/>
                </a:lnTo>
                <a:lnTo>
                  <a:pt x="6294" y="1953"/>
                </a:lnTo>
                <a:lnTo>
                  <a:pt x="7450" y="2467"/>
                </a:lnTo>
                <a:lnTo>
                  <a:pt x="8605" y="2985"/>
                </a:lnTo>
                <a:lnTo>
                  <a:pt x="9762" y="3508"/>
                </a:lnTo>
                <a:lnTo>
                  <a:pt x="10911" y="3966"/>
                </a:lnTo>
                <a:lnTo>
                  <a:pt x="12079" y="4428"/>
                </a:lnTo>
                <a:lnTo>
                  <a:pt x="14146" y="5413"/>
                </a:lnTo>
                <a:lnTo>
                  <a:pt x="15663" y="6208"/>
                </a:lnTo>
                <a:lnTo>
                  <a:pt x="16758" y="6942"/>
                </a:lnTo>
                <a:lnTo>
                  <a:pt x="17564" y="7741"/>
                </a:lnTo>
                <a:lnTo>
                  <a:pt x="18210" y="8744"/>
                </a:lnTo>
                <a:lnTo>
                  <a:pt x="18830" y="10070"/>
                </a:lnTo>
                <a:lnTo>
                  <a:pt x="19551" y="11854"/>
                </a:lnTo>
                <a:lnTo>
                  <a:pt x="20100" y="14023"/>
                </a:lnTo>
                <a:lnTo>
                  <a:pt x="20497" y="15764"/>
                </a:lnTo>
                <a:lnTo>
                  <a:pt x="20932" y="17984"/>
                </a:lnTo>
                <a:lnTo>
                  <a:pt x="21600" y="21600"/>
                </a:lnTo>
                <a:lnTo>
                  <a:pt x="20640" y="20796"/>
                </a:lnTo>
                <a:lnTo>
                  <a:pt x="19673" y="19989"/>
                </a:lnTo>
                <a:lnTo>
                  <a:pt x="18692" y="19172"/>
                </a:lnTo>
                <a:lnTo>
                  <a:pt x="17426" y="18459"/>
                </a:lnTo>
                <a:lnTo>
                  <a:pt x="16237" y="18049"/>
                </a:lnTo>
                <a:lnTo>
                  <a:pt x="15102" y="17924"/>
                </a:lnTo>
                <a:lnTo>
                  <a:pt x="14002" y="18049"/>
                </a:lnTo>
                <a:lnTo>
                  <a:pt x="12915" y="18408"/>
                </a:lnTo>
                <a:lnTo>
                  <a:pt x="11824" y="18969"/>
                </a:lnTo>
                <a:lnTo>
                  <a:pt x="10705" y="19704"/>
                </a:lnTo>
                <a:lnTo>
                  <a:pt x="9541" y="20589"/>
                </a:lnTo>
                <a:lnTo>
                  <a:pt x="8308" y="21600"/>
                </a:lnTo>
                <a:lnTo>
                  <a:pt x="8308" y="18744"/>
                </a:lnTo>
                <a:lnTo>
                  <a:pt x="8308" y="15872"/>
                </a:lnTo>
                <a:lnTo>
                  <a:pt x="8308" y="12960"/>
                </a:lnTo>
                <a:lnTo>
                  <a:pt x="7133" y="12960"/>
                </a:lnTo>
                <a:lnTo>
                  <a:pt x="5957" y="12960"/>
                </a:lnTo>
                <a:lnTo>
                  <a:pt x="4777" y="12960"/>
                </a:lnTo>
                <a:lnTo>
                  <a:pt x="3592" y="12960"/>
                </a:lnTo>
                <a:lnTo>
                  <a:pt x="2403" y="12960"/>
                </a:lnTo>
                <a:lnTo>
                  <a:pt x="1206" y="12960"/>
                </a:lnTo>
                <a:lnTo>
                  <a:pt x="0" y="12960"/>
                </a:lnTo>
                <a:lnTo>
                  <a:pt x="329" y="10394"/>
                </a:lnTo>
                <a:lnTo>
                  <a:pt x="660" y="7819"/>
                </a:lnTo>
                <a:lnTo>
                  <a:pt x="990" y="5236"/>
                </a:lnTo>
                <a:lnTo>
                  <a:pt x="1324" y="2631"/>
                </a:lnTo>
                <a:lnTo>
                  <a:pt x="1662" y="0"/>
                </a:lnTo>
                <a:close/>
              </a:path>
            </a:pathLst>
          </a:custGeom>
          <a:solidFill>
            <a:srgbClr val="F5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6" name="contour_08744"/>
          <p:cNvSpPr/>
          <p:nvPr/>
        </p:nvSpPr>
        <p:spPr>
          <a:xfrm>
            <a:off x="8551901" y="3529837"/>
            <a:ext cx="94744" cy="36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95"/>
                </a:moveTo>
                <a:lnTo>
                  <a:pt x="20905" y="5632"/>
                </a:lnTo>
                <a:lnTo>
                  <a:pt x="20199" y="8169"/>
                </a:lnTo>
                <a:lnTo>
                  <a:pt x="19465" y="10523"/>
                </a:lnTo>
                <a:lnTo>
                  <a:pt x="18694" y="12716"/>
                </a:lnTo>
                <a:lnTo>
                  <a:pt x="17870" y="14773"/>
                </a:lnTo>
                <a:lnTo>
                  <a:pt x="16981" y="16718"/>
                </a:lnTo>
                <a:lnTo>
                  <a:pt x="16012" y="18562"/>
                </a:lnTo>
                <a:lnTo>
                  <a:pt x="14954" y="20331"/>
                </a:lnTo>
                <a:lnTo>
                  <a:pt x="13816" y="20798"/>
                </a:lnTo>
                <a:lnTo>
                  <a:pt x="12673" y="21147"/>
                </a:lnTo>
                <a:lnTo>
                  <a:pt x="11524" y="21386"/>
                </a:lnTo>
                <a:lnTo>
                  <a:pt x="10375" y="21535"/>
                </a:lnTo>
                <a:lnTo>
                  <a:pt x="9222" y="21600"/>
                </a:lnTo>
                <a:lnTo>
                  <a:pt x="8067" y="21591"/>
                </a:lnTo>
                <a:lnTo>
                  <a:pt x="6910" y="21517"/>
                </a:lnTo>
                <a:lnTo>
                  <a:pt x="5756" y="21391"/>
                </a:lnTo>
                <a:lnTo>
                  <a:pt x="4599" y="21221"/>
                </a:lnTo>
                <a:lnTo>
                  <a:pt x="3446" y="21020"/>
                </a:lnTo>
                <a:lnTo>
                  <a:pt x="2295" y="20798"/>
                </a:lnTo>
                <a:lnTo>
                  <a:pt x="1145" y="20567"/>
                </a:lnTo>
                <a:lnTo>
                  <a:pt x="0" y="20331"/>
                </a:lnTo>
                <a:lnTo>
                  <a:pt x="997" y="18161"/>
                </a:lnTo>
                <a:lnTo>
                  <a:pt x="1991" y="16051"/>
                </a:lnTo>
                <a:lnTo>
                  <a:pt x="2982" y="14019"/>
                </a:lnTo>
                <a:lnTo>
                  <a:pt x="3974" y="12079"/>
                </a:lnTo>
                <a:lnTo>
                  <a:pt x="4970" y="10235"/>
                </a:lnTo>
                <a:lnTo>
                  <a:pt x="5968" y="8505"/>
                </a:lnTo>
                <a:lnTo>
                  <a:pt x="6973" y="6901"/>
                </a:lnTo>
                <a:lnTo>
                  <a:pt x="7987" y="5432"/>
                </a:lnTo>
                <a:lnTo>
                  <a:pt x="9011" y="4111"/>
                </a:lnTo>
                <a:lnTo>
                  <a:pt x="10049" y="2956"/>
                </a:lnTo>
                <a:lnTo>
                  <a:pt x="11101" y="1970"/>
                </a:lnTo>
                <a:lnTo>
                  <a:pt x="12171" y="1168"/>
                </a:lnTo>
                <a:lnTo>
                  <a:pt x="13259" y="567"/>
                </a:lnTo>
                <a:lnTo>
                  <a:pt x="14371" y="174"/>
                </a:lnTo>
                <a:lnTo>
                  <a:pt x="15504" y="0"/>
                </a:lnTo>
                <a:lnTo>
                  <a:pt x="16664" y="65"/>
                </a:lnTo>
                <a:lnTo>
                  <a:pt x="17850" y="375"/>
                </a:lnTo>
                <a:lnTo>
                  <a:pt x="19068" y="937"/>
                </a:lnTo>
                <a:lnTo>
                  <a:pt x="20317" y="1774"/>
                </a:lnTo>
                <a:lnTo>
                  <a:pt x="21600" y="2895"/>
                </a:lnTo>
                <a:close/>
              </a:path>
            </a:pathLst>
          </a:custGeom>
          <a:solidFill>
            <a:srgbClr val="D2D3D4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7" name="contour_08745"/>
          <p:cNvSpPr/>
          <p:nvPr/>
        </p:nvSpPr>
        <p:spPr>
          <a:xfrm>
            <a:off x="6664311" y="3498236"/>
            <a:ext cx="87456" cy="446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7" y="307"/>
                </a:lnTo>
                <a:lnTo>
                  <a:pt x="2252" y="635"/>
                </a:lnTo>
                <a:lnTo>
                  <a:pt x="3377" y="974"/>
                </a:lnTo>
                <a:lnTo>
                  <a:pt x="4500" y="1323"/>
                </a:lnTo>
                <a:lnTo>
                  <a:pt x="5756" y="1694"/>
                </a:lnTo>
                <a:lnTo>
                  <a:pt x="7031" y="2068"/>
                </a:lnTo>
                <a:lnTo>
                  <a:pt x="8008" y="2791"/>
                </a:lnTo>
                <a:lnTo>
                  <a:pt x="9000" y="3529"/>
                </a:lnTo>
                <a:lnTo>
                  <a:pt x="9000" y="5861"/>
                </a:lnTo>
                <a:lnTo>
                  <a:pt x="9000" y="8208"/>
                </a:lnTo>
                <a:lnTo>
                  <a:pt x="9000" y="10587"/>
                </a:lnTo>
                <a:lnTo>
                  <a:pt x="10060" y="11370"/>
                </a:lnTo>
                <a:lnTo>
                  <a:pt x="11095" y="12076"/>
                </a:lnTo>
                <a:lnTo>
                  <a:pt x="12119" y="12714"/>
                </a:lnTo>
                <a:lnTo>
                  <a:pt x="13151" y="13297"/>
                </a:lnTo>
                <a:lnTo>
                  <a:pt x="14206" y="13833"/>
                </a:lnTo>
                <a:lnTo>
                  <a:pt x="15300" y="14334"/>
                </a:lnTo>
                <a:lnTo>
                  <a:pt x="16362" y="14832"/>
                </a:lnTo>
                <a:lnTo>
                  <a:pt x="17415" y="15350"/>
                </a:lnTo>
                <a:lnTo>
                  <a:pt x="18463" y="15887"/>
                </a:lnTo>
                <a:lnTo>
                  <a:pt x="19507" y="16448"/>
                </a:lnTo>
                <a:lnTo>
                  <a:pt x="20552" y="17034"/>
                </a:lnTo>
                <a:lnTo>
                  <a:pt x="21600" y="17644"/>
                </a:lnTo>
                <a:lnTo>
                  <a:pt x="21600" y="19394"/>
                </a:lnTo>
                <a:lnTo>
                  <a:pt x="21600" y="21173"/>
                </a:lnTo>
                <a:lnTo>
                  <a:pt x="20304" y="21325"/>
                </a:lnTo>
                <a:lnTo>
                  <a:pt x="19004" y="21455"/>
                </a:lnTo>
                <a:lnTo>
                  <a:pt x="17707" y="21551"/>
                </a:lnTo>
                <a:lnTo>
                  <a:pt x="16412" y="21600"/>
                </a:lnTo>
                <a:lnTo>
                  <a:pt x="15120" y="21596"/>
                </a:lnTo>
                <a:lnTo>
                  <a:pt x="13837" y="21519"/>
                </a:lnTo>
                <a:lnTo>
                  <a:pt x="12560" y="21357"/>
                </a:lnTo>
                <a:lnTo>
                  <a:pt x="11295" y="21099"/>
                </a:lnTo>
                <a:lnTo>
                  <a:pt x="10042" y="20735"/>
                </a:lnTo>
                <a:lnTo>
                  <a:pt x="8804" y="20252"/>
                </a:lnTo>
                <a:lnTo>
                  <a:pt x="7583" y="19634"/>
                </a:lnTo>
                <a:lnTo>
                  <a:pt x="6381" y="18872"/>
                </a:lnTo>
                <a:lnTo>
                  <a:pt x="5198" y="17951"/>
                </a:lnTo>
                <a:lnTo>
                  <a:pt x="4041" y="16861"/>
                </a:lnTo>
                <a:lnTo>
                  <a:pt x="2907" y="15583"/>
                </a:lnTo>
                <a:lnTo>
                  <a:pt x="1800" y="14115"/>
                </a:lnTo>
                <a:lnTo>
                  <a:pt x="1231" y="11740"/>
                </a:lnTo>
                <a:lnTo>
                  <a:pt x="814" y="9514"/>
                </a:lnTo>
                <a:lnTo>
                  <a:pt x="517" y="7329"/>
                </a:lnTo>
                <a:lnTo>
                  <a:pt x="304" y="5082"/>
                </a:lnTo>
                <a:lnTo>
                  <a:pt x="142" y="2675"/>
                </a:lnTo>
                <a:lnTo>
                  <a:pt x="0" y="0"/>
                </a:lnTo>
                <a:close/>
              </a:path>
            </a:pathLst>
          </a:custGeom>
          <a:solidFill>
            <a:srgbClr val="E4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8" name="contour_08746"/>
          <p:cNvSpPr/>
          <p:nvPr/>
        </p:nvSpPr>
        <p:spPr>
          <a:xfrm>
            <a:off x="6868375" y="3491203"/>
            <a:ext cx="94744" cy="288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46" y="468"/>
                </a:moveTo>
                <a:lnTo>
                  <a:pt x="8009" y="588"/>
                </a:lnTo>
                <a:lnTo>
                  <a:pt x="8648" y="790"/>
                </a:lnTo>
                <a:lnTo>
                  <a:pt x="10112" y="1264"/>
                </a:lnTo>
                <a:lnTo>
                  <a:pt x="10956" y="1574"/>
                </a:lnTo>
                <a:lnTo>
                  <a:pt x="11807" y="1879"/>
                </a:lnTo>
                <a:lnTo>
                  <a:pt x="12669" y="2190"/>
                </a:lnTo>
                <a:lnTo>
                  <a:pt x="13050" y="2321"/>
                </a:lnTo>
                <a:lnTo>
                  <a:pt x="13724" y="2544"/>
                </a:lnTo>
                <a:lnTo>
                  <a:pt x="15266" y="3056"/>
                </a:lnTo>
                <a:lnTo>
                  <a:pt x="16321" y="3410"/>
                </a:lnTo>
                <a:lnTo>
                  <a:pt x="17378" y="3770"/>
                </a:lnTo>
                <a:lnTo>
                  <a:pt x="18433" y="4135"/>
                </a:lnTo>
                <a:lnTo>
                  <a:pt x="19488" y="4505"/>
                </a:lnTo>
                <a:lnTo>
                  <a:pt x="20543" y="4881"/>
                </a:lnTo>
                <a:lnTo>
                  <a:pt x="21600" y="5257"/>
                </a:lnTo>
                <a:lnTo>
                  <a:pt x="21600" y="8493"/>
                </a:lnTo>
                <a:lnTo>
                  <a:pt x="21600" y="11740"/>
                </a:lnTo>
                <a:lnTo>
                  <a:pt x="21600" y="15003"/>
                </a:lnTo>
                <a:lnTo>
                  <a:pt x="21600" y="18282"/>
                </a:lnTo>
                <a:lnTo>
                  <a:pt x="21600" y="21600"/>
                </a:lnTo>
                <a:lnTo>
                  <a:pt x="20457" y="21333"/>
                </a:lnTo>
                <a:lnTo>
                  <a:pt x="19314" y="21061"/>
                </a:lnTo>
                <a:lnTo>
                  <a:pt x="18172" y="20772"/>
                </a:lnTo>
                <a:lnTo>
                  <a:pt x="17031" y="20478"/>
                </a:lnTo>
                <a:lnTo>
                  <a:pt x="15888" y="20178"/>
                </a:lnTo>
                <a:lnTo>
                  <a:pt x="14746" y="19868"/>
                </a:lnTo>
                <a:lnTo>
                  <a:pt x="13605" y="19557"/>
                </a:lnTo>
                <a:lnTo>
                  <a:pt x="13038" y="19426"/>
                </a:lnTo>
                <a:lnTo>
                  <a:pt x="11330" y="19045"/>
                </a:lnTo>
                <a:lnTo>
                  <a:pt x="10081" y="18642"/>
                </a:lnTo>
                <a:lnTo>
                  <a:pt x="8911" y="18152"/>
                </a:lnTo>
                <a:lnTo>
                  <a:pt x="7809" y="17552"/>
                </a:lnTo>
                <a:lnTo>
                  <a:pt x="6764" y="16806"/>
                </a:lnTo>
                <a:lnTo>
                  <a:pt x="5764" y="15891"/>
                </a:lnTo>
                <a:lnTo>
                  <a:pt x="4794" y="14780"/>
                </a:lnTo>
                <a:lnTo>
                  <a:pt x="3845" y="13445"/>
                </a:lnTo>
                <a:lnTo>
                  <a:pt x="2901" y="11849"/>
                </a:lnTo>
                <a:lnTo>
                  <a:pt x="1956" y="9975"/>
                </a:lnTo>
                <a:lnTo>
                  <a:pt x="992" y="7785"/>
                </a:lnTo>
                <a:lnTo>
                  <a:pt x="0" y="5257"/>
                </a:lnTo>
                <a:lnTo>
                  <a:pt x="1117" y="3225"/>
                </a:lnTo>
                <a:lnTo>
                  <a:pt x="2158" y="1749"/>
                </a:lnTo>
                <a:lnTo>
                  <a:pt x="3164" y="757"/>
                </a:lnTo>
                <a:lnTo>
                  <a:pt x="4174" y="191"/>
                </a:lnTo>
                <a:lnTo>
                  <a:pt x="5231" y="0"/>
                </a:lnTo>
                <a:lnTo>
                  <a:pt x="6374" y="109"/>
                </a:lnTo>
                <a:lnTo>
                  <a:pt x="7646" y="468"/>
                </a:lnTo>
                <a:close/>
              </a:path>
            </a:pathLst>
          </a:custGeom>
          <a:solidFill>
            <a:srgbClr val="A1B3BB"/>
          </a:solidFill>
          <a:ln>
            <a:noFill/>
          </a:ln>
        </p:spPr>
        <p:txBody>
          <a:bodyPr/>
          <a:lstStyle/>
          <a:p/>
        </p:txBody>
      </p:sp>
      <p:sp>
        <p:nvSpPr>
          <p:cNvPr id="8749" name="contour_08747"/>
          <p:cNvSpPr/>
          <p:nvPr/>
        </p:nvSpPr>
        <p:spPr>
          <a:xfrm>
            <a:off x="3807418" y="3468698"/>
            <a:ext cx="94358" cy="368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37" y="0"/>
                </a:moveTo>
                <a:lnTo>
                  <a:pt x="4433" y="244"/>
                </a:lnTo>
                <a:lnTo>
                  <a:pt x="5527" y="492"/>
                </a:lnTo>
                <a:lnTo>
                  <a:pt x="6623" y="748"/>
                </a:lnTo>
                <a:lnTo>
                  <a:pt x="7718" y="1009"/>
                </a:lnTo>
                <a:lnTo>
                  <a:pt x="8812" y="1282"/>
                </a:lnTo>
                <a:lnTo>
                  <a:pt x="9907" y="1565"/>
                </a:lnTo>
                <a:lnTo>
                  <a:pt x="11049" y="1791"/>
                </a:lnTo>
                <a:lnTo>
                  <a:pt x="12211" y="2022"/>
                </a:lnTo>
                <a:lnTo>
                  <a:pt x="13423" y="2338"/>
                </a:lnTo>
                <a:lnTo>
                  <a:pt x="14550" y="2693"/>
                </a:lnTo>
                <a:lnTo>
                  <a:pt x="15609" y="3138"/>
                </a:lnTo>
                <a:lnTo>
                  <a:pt x="16625" y="3715"/>
                </a:lnTo>
                <a:lnTo>
                  <a:pt x="17616" y="4484"/>
                </a:lnTo>
                <a:lnTo>
                  <a:pt x="18604" y="5493"/>
                </a:lnTo>
                <a:lnTo>
                  <a:pt x="19610" y="6788"/>
                </a:lnTo>
                <a:lnTo>
                  <a:pt x="20652" y="8425"/>
                </a:lnTo>
                <a:lnTo>
                  <a:pt x="21248" y="11174"/>
                </a:lnTo>
                <a:lnTo>
                  <a:pt x="21538" y="13098"/>
                </a:lnTo>
                <a:lnTo>
                  <a:pt x="21600" y="15090"/>
                </a:lnTo>
                <a:lnTo>
                  <a:pt x="21520" y="18061"/>
                </a:lnTo>
                <a:lnTo>
                  <a:pt x="21146" y="18941"/>
                </a:lnTo>
                <a:lnTo>
                  <a:pt x="20020" y="21600"/>
                </a:lnTo>
                <a:lnTo>
                  <a:pt x="18927" y="21322"/>
                </a:lnTo>
                <a:lnTo>
                  <a:pt x="17873" y="20993"/>
                </a:lnTo>
                <a:lnTo>
                  <a:pt x="16844" y="20608"/>
                </a:lnTo>
                <a:lnTo>
                  <a:pt x="15828" y="20155"/>
                </a:lnTo>
                <a:lnTo>
                  <a:pt x="14810" y="19638"/>
                </a:lnTo>
                <a:lnTo>
                  <a:pt x="13779" y="19052"/>
                </a:lnTo>
                <a:lnTo>
                  <a:pt x="12721" y="18394"/>
                </a:lnTo>
                <a:lnTo>
                  <a:pt x="12217" y="18112"/>
                </a:lnTo>
                <a:lnTo>
                  <a:pt x="10701" y="17261"/>
                </a:lnTo>
                <a:lnTo>
                  <a:pt x="9469" y="16462"/>
                </a:lnTo>
                <a:lnTo>
                  <a:pt x="8300" y="15594"/>
                </a:lnTo>
                <a:lnTo>
                  <a:pt x="7182" y="14645"/>
                </a:lnTo>
                <a:lnTo>
                  <a:pt x="6106" y="13598"/>
                </a:lnTo>
                <a:lnTo>
                  <a:pt x="5062" y="12444"/>
                </a:lnTo>
                <a:lnTo>
                  <a:pt x="4042" y="11161"/>
                </a:lnTo>
                <a:lnTo>
                  <a:pt x="3035" y="9738"/>
                </a:lnTo>
                <a:lnTo>
                  <a:pt x="2032" y="8165"/>
                </a:lnTo>
                <a:lnTo>
                  <a:pt x="1023" y="6421"/>
                </a:lnTo>
                <a:lnTo>
                  <a:pt x="0" y="4501"/>
                </a:lnTo>
                <a:lnTo>
                  <a:pt x="991" y="2026"/>
                </a:lnTo>
                <a:lnTo>
                  <a:pt x="1668" y="731"/>
                </a:lnTo>
                <a:lnTo>
                  <a:pt x="2346" y="197"/>
                </a:lnTo>
                <a:lnTo>
                  <a:pt x="3337" y="0"/>
                </a:lnTo>
                <a:close/>
              </a:path>
            </a:pathLst>
          </a:custGeom>
          <a:solidFill>
            <a:srgbClr val="95A1A7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0" name="contour_08748"/>
          <p:cNvSpPr/>
          <p:nvPr/>
        </p:nvSpPr>
        <p:spPr>
          <a:xfrm>
            <a:off x="7573473" y="3447220"/>
            <a:ext cx="45565" cy="575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1" y="0"/>
                </a:moveTo>
                <a:lnTo>
                  <a:pt x="3154" y="0"/>
                </a:lnTo>
                <a:lnTo>
                  <a:pt x="5452" y="0"/>
                </a:lnTo>
                <a:lnTo>
                  <a:pt x="7780" y="0"/>
                </a:lnTo>
                <a:lnTo>
                  <a:pt x="8813" y="1796"/>
                </a:lnTo>
                <a:lnTo>
                  <a:pt x="9373" y="3215"/>
                </a:lnTo>
                <a:lnTo>
                  <a:pt x="9940" y="5467"/>
                </a:lnTo>
                <a:lnTo>
                  <a:pt x="10330" y="6992"/>
                </a:lnTo>
                <a:lnTo>
                  <a:pt x="10724" y="8542"/>
                </a:lnTo>
                <a:lnTo>
                  <a:pt x="10980" y="9728"/>
                </a:lnTo>
                <a:lnTo>
                  <a:pt x="11235" y="10934"/>
                </a:lnTo>
                <a:lnTo>
                  <a:pt x="13288" y="10393"/>
                </a:lnTo>
                <a:lnTo>
                  <a:pt x="15347" y="9849"/>
                </a:lnTo>
                <a:lnTo>
                  <a:pt x="17413" y="9305"/>
                </a:lnTo>
                <a:lnTo>
                  <a:pt x="19496" y="8755"/>
                </a:lnTo>
                <a:lnTo>
                  <a:pt x="21600" y="8200"/>
                </a:lnTo>
                <a:lnTo>
                  <a:pt x="20764" y="11585"/>
                </a:lnTo>
                <a:lnTo>
                  <a:pt x="20090" y="14162"/>
                </a:lnTo>
                <a:lnTo>
                  <a:pt x="19496" y="16089"/>
                </a:lnTo>
                <a:lnTo>
                  <a:pt x="18912" y="17519"/>
                </a:lnTo>
                <a:lnTo>
                  <a:pt x="18256" y="18607"/>
                </a:lnTo>
                <a:lnTo>
                  <a:pt x="17458" y="19506"/>
                </a:lnTo>
                <a:lnTo>
                  <a:pt x="16438" y="20370"/>
                </a:lnTo>
                <a:lnTo>
                  <a:pt x="15122" y="21354"/>
                </a:lnTo>
                <a:lnTo>
                  <a:pt x="12420" y="21600"/>
                </a:lnTo>
                <a:lnTo>
                  <a:pt x="10012" y="21584"/>
                </a:lnTo>
                <a:lnTo>
                  <a:pt x="7777" y="21316"/>
                </a:lnTo>
                <a:lnTo>
                  <a:pt x="5590" y="20810"/>
                </a:lnTo>
                <a:lnTo>
                  <a:pt x="3331" y="20080"/>
                </a:lnTo>
                <a:lnTo>
                  <a:pt x="871" y="19134"/>
                </a:lnTo>
                <a:lnTo>
                  <a:pt x="380" y="16920"/>
                </a:lnTo>
                <a:lnTo>
                  <a:pt x="100" y="15305"/>
                </a:lnTo>
                <a:lnTo>
                  <a:pt x="0" y="13826"/>
                </a:lnTo>
                <a:lnTo>
                  <a:pt x="52" y="12011"/>
                </a:lnTo>
                <a:lnTo>
                  <a:pt x="221" y="9398"/>
                </a:lnTo>
                <a:lnTo>
                  <a:pt x="318" y="7643"/>
                </a:lnTo>
                <a:lnTo>
                  <a:pt x="411" y="5877"/>
                </a:lnTo>
                <a:lnTo>
                  <a:pt x="508" y="4089"/>
                </a:lnTo>
                <a:lnTo>
                  <a:pt x="625" y="2739"/>
                </a:lnTo>
                <a:lnTo>
                  <a:pt x="746" y="1378"/>
                </a:lnTo>
                <a:lnTo>
                  <a:pt x="871" y="0"/>
                </a:lnTo>
                <a:close/>
              </a:path>
            </a:pathLst>
          </a:custGeom>
          <a:solidFill>
            <a:srgbClr val="C9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1" name="contour_08749"/>
          <p:cNvSpPr/>
          <p:nvPr/>
        </p:nvSpPr>
        <p:spPr>
          <a:xfrm>
            <a:off x="7429550" y="3425356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5953" y="1339"/>
                </a:lnTo>
                <a:lnTo>
                  <a:pt x="16196" y="2684"/>
                </a:lnTo>
                <a:lnTo>
                  <a:pt x="16445" y="4050"/>
                </a:lnTo>
                <a:lnTo>
                  <a:pt x="16850" y="5389"/>
                </a:lnTo>
                <a:lnTo>
                  <a:pt x="17258" y="6734"/>
                </a:lnTo>
                <a:lnTo>
                  <a:pt x="17673" y="8100"/>
                </a:lnTo>
                <a:lnTo>
                  <a:pt x="18971" y="8100"/>
                </a:lnTo>
                <a:lnTo>
                  <a:pt x="20277" y="8100"/>
                </a:lnTo>
                <a:lnTo>
                  <a:pt x="21600" y="8100"/>
                </a:lnTo>
                <a:lnTo>
                  <a:pt x="21600" y="9885"/>
                </a:lnTo>
                <a:lnTo>
                  <a:pt x="21600" y="11680"/>
                </a:lnTo>
                <a:lnTo>
                  <a:pt x="21600" y="13500"/>
                </a:lnTo>
                <a:lnTo>
                  <a:pt x="20304" y="13500"/>
                </a:lnTo>
                <a:lnTo>
                  <a:pt x="19006" y="13500"/>
                </a:lnTo>
                <a:lnTo>
                  <a:pt x="17708" y="13500"/>
                </a:lnTo>
                <a:lnTo>
                  <a:pt x="16406" y="13500"/>
                </a:lnTo>
                <a:lnTo>
                  <a:pt x="15100" y="13500"/>
                </a:lnTo>
                <a:lnTo>
                  <a:pt x="13789" y="13500"/>
                </a:lnTo>
                <a:lnTo>
                  <a:pt x="12473" y="13500"/>
                </a:lnTo>
                <a:lnTo>
                  <a:pt x="11150" y="13500"/>
                </a:lnTo>
                <a:lnTo>
                  <a:pt x="9818" y="13500"/>
                </a:lnTo>
                <a:lnTo>
                  <a:pt x="9818" y="15104"/>
                </a:lnTo>
                <a:lnTo>
                  <a:pt x="9818" y="16713"/>
                </a:lnTo>
                <a:lnTo>
                  <a:pt x="9818" y="18328"/>
                </a:lnTo>
                <a:lnTo>
                  <a:pt x="9818" y="19956"/>
                </a:lnTo>
                <a:lnTo>
                  <a:pt x="9818" y="21600"/>
                </a:lnTo>
                <a:lnTo>
                  <a:pt x="8546" y="20825"/>
                </a:lnTo>
                <a:lnTo>
                  <a:pt x="7277" y="20037"/>
                </a:lnTo>
                <a:lnTo>
                  <a:pt x="6013" y="19238"/>
                </a:lnTo>
                <a:lnTo>
                  <a:pt x="4952" y="18579"/>
                </a:lnTo>
                <a:lnTo>
                  <a:pt x="3874" y="17909"/>
                </a:lnTo>
                <a:lnTo>
                  <a:pt x="2704" y="16724"/>
                </a:lnTo>
                <a:lnTo>
                  <a:pt x="1824" y="15512"/>
                </a:lnTo>
                <a:lnTo>
                  <a:pt x="1141" y="14180"/>
                </a:lnTo>
                <a:lnTo>
                  <a:pt x="564" y="12641"/>
                </a:lnTo>
                <a:lnTo>
                  <a:pt x="0" y="10800"/>
                </a:lnTo>
                <a:lnTo>
                  <a:pt x="1298" y="10800"/>
                </a:lnTo>
                <a:lnTo>
                  <a:pt x="2604" y="10800"/>
                </a:lnTo>
                <a:lnTo>
                  <a:pt x="3927" y="10800"/>
                </a:lnTo>
                <a:lnTo>
                  <a:pt x="4532" y="8791"/>
                </a:lnTo>
                <a:lnTo>
                  <a:pt x="4937" y="7366"/>
                </a:lnTo>
                <a:lnTo>
                  <a:pt x="5235" y="6134"/>
                </a:lnTo>
                <a:lnTo>
                  <a:pt x="5522" y="4709"/>
                </a:lnTo>
                <a:lnTo>
                  <a:pt x="5891" y="2700"/>
                </a:lnTo>
                <a:lnTo>
                  <a:pt x="5891" y="4304"/>
                </a:lnTo>
                <a:lnTo>
                  <a:pt x="5891" y="5913"/>
                </a:lnTo>
                <a:lnTo>
                  <a:pt x="5891" y="7528"/>
                </a:lnTo>
                <a:lnTo>
                  <a:pt x="5891" y="9156"/>
                </a:lnTo>
                <a:lnTo>
                  <a:pt x="5891" y="10800"/>
                </a:lnTo>
                <a:lnTo>
                  <a:pt x="7279" y="10800"/>
                </a:lnTo>
                <a:lnTo>
                  <a:pt x="8669" y="10800"/>
                </a:lnTo>
                <a:lnTo>
                  <a:pt x="10064" y="10800"/>
                </a:lnTo>
                <a:lnTo>
                  <a:pt x="11464" y="10800"/>
                </a:lnTo>
                <a:lnTo>
                  <a:pt x="12870" y="10800"/>
                </a:lnTo>
                <a:lnTo>
                  <a:pt x="14283" y="10800"/>
                </a:lnTo>
                <a:lnTo>
                  <a:pt x="15709" y="10800"/>
                </a:lnTo>
                <a:lnTo>
                  <a:pt x="15709" y="9018"/>
                </a:lnTo>
                <a:lnTo>
                  <a:pt x="15709" y="7233"/>
                </a:lnTo>
                <a:lnTo>
                  <a:pt x="15709" y="5440"/>
                </a:lnTo>
                <a:lnTo>
                  <a:pt x="15709" y="3640"/>
                </a:lnTo>
                <a:lnTo>
                  <a:pt x="15709" y="1828"/>
                </a:lnTo>
                <a:lnTo>
                  <a:pt x="15709" y="0"/>
                </a:lnTo>
                <a:close/>
              </a:path>
            </a:pathLst>
          </a:custGeom>
          <a:solidFill>
            <a:srgbClr val="9DA6AE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2" name="contour_08750"/>
          <p:cNvSpPr/>
          <p:nvPr/>
        </p:nvSpPr>
        <p:spPr>
          <a:xfrm>
            <a:off x="4324866" y="3448342"/>
            <a:ext cx="94744" cy="43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3040"/>
                </a:moveTo>
                <a:lnTo>
                  <a:pt x="10532" y="3040"/>
                </a:lnTo>
                <a:lnTo>
                  <a:pt x="9428" y="3040"/>
                </a:lnTo>
                <a:lnTo>
                  <a:pt x="8308" y="3040"/>
                </a:lnTo>
                <a:lnTo>
                  <a:pt x="8308" y="5174"/>
                </a:lnTo>
                <a:lnTo>
                  <a:pt x="8308" y="7315"/>
                </a:lnTo>
                <a:lnTo>
                  <a:pt x="8308" y="9463"/>
                </a:lnTo>
                <a:lnTo>
                  <a:pt x="8308" y="11630"/>
                </a:lnTo>
                <a:lnTo>
                  <a:pt x="8308" y="13818"/>
                </a:lnTo>
                <a:lnTo>
                  <a:pt x="9404" y="14116"/>
                </a:lnTo>
                <a:lnTo>
                  <a:pt x="10501" y="14411"/>
                </a:lnTo>
                <a:lnTo>
                  <a:pt x="11599" y="14709"/>
                </a:lnTo>
                <a:lnTo>
                  <a:pt x="12699" y="15004"/>
                </a:lnTo>
                <a:lnTo>
                  <a:pt x="13801" y="15302"/>
                </a:lnTo>
                <a:lnTo>
                  <a:pt x="14904" y="15600"/>
                </a:lnTo>
                <a:lnTo>
                  <a:pt x="16011" y="15898"/>
                </a:lnTo>
                <a:lnTo>
                  <a:pt x="17120" y="16200"/>
                </a:lnTo>
                <a:lnTo>
                  <a:pt x="18234" y="16502"/>
                </a:lnTo>
                <a:lnTo>
                  <a:pt x="19350" y="16804"/>
                </a:lnTo>
                <a:lnTo>
                  <a:pt x="20473" y="17105"/>
                </a:lnTo>
                <a:lnTo>
                  <a:pt x="21600" y="17411"/>
                </a:lnTo>
                <a:lnTo>
                  <a:pt x="21600" y="19193"/>
                </a:lnTo>
                <a:lnTo>
                  <a:pt x="21600" y="21004"/>
                </a:lnTo>
                <a:lnTo>
                  <a:pt x="20339" y="21183"/>
                </a:lnTo>
                <a:lnTo>
                  <a:pt x="19108" y="21341"/>
                </a:lnTo>
                <a:lnTo>
                  <a:pt x="17905" y="21471"/>
                </a:lnTo>
                <a:lnTo>
                  <a:pt x="16725" y="21560"/>
                </a:lnTo>
                <a:lnTo>
                  <a:pt x="15567" y="21600"/>
                </a:lnTo>
                <a:lnTo>
                  <a:pt x="14427" y="21582"/>
                </a:lnTo>
                <a:lnTo>
                  <a:pt x="13306" y="21496"/>
                </a:lnTo>
                <a:lnTo>
                  <a:pt x="12199" y="21334"/>
                </a:lnTo>
                <a:lnTo>
                  <a:pt x="11104" y="21083"/>
                </a:lnTo>
                <a:lnTo>
                  <a:pt x="10017" y="20734"/>
                </a:lnTo>
                <a:lnTo>
                  <a:pt x="8937" y="20278"/>
                </a:lnTo>
                <a:lnTo>
                  <a:pt x="7861" y="19707"/>
                </a:lnTo>
                <a:lnTo>
                  <a:pt x="6787" y="19010"/>
                </a:lnTo>
                <a:lnTo>
                  <a:pt x="5711" y="18172"/>
                </a:lnTo>
                <a:lnTo>
                  <a:pt x="4632" y="17195"/>
                </a:lnTo>
                <a:lnTo>
                  <a:pt x="3547" y="16060"/>
                </a:lnTo>
                <a:lnTo>
                  <a:pt x="2454" y="14759"/>
                </a:lnTo>
                <a:lnTo>
                  <a:pt x="1349" y="13286"/>
                </a:lnTo>
                <a:lnTo>
                  <a:pt x="691" y="11734"/>
                </a:lnTo>
                <a:lnTo>
                  <a:pt x="291" y="10426"/>
                </a:lnTo>
                <a:lnTo>
                  <a:pt x="86" y="8871"/>
                </a:lnTo>
                <a:lnTo>
                  <a:pt x="10" y="6571"/>
                </a:lnTo>
                <a:lnTo>
                  <a:pt x="0" y="3040"/>
                </a:lnTo>
                <a:lnTo>
                  <a:pt x="1243" y="1728"/>
                </a:lnTo>
                <a:lnTo>
                  <a:pt x="2426" y="808"/>
                </a:lnTo>
                <a:lnTo>
                  <a:pt x="3564" y="244"/>
                </a:lnTo>
                <a:lnTo>
                  <a:pt x="4672" y="0"/>
                </a:lnTo>
                <a:lnTo>
                  <a:pt x="5767" y="32"/>
                </a:lnTo>
                <a:lnTo>
                  <a:pt x="6869" y="305"/>
                </a:lnTo>
                <a:lnTo>
                  <a:pt x="7989" y="783"/>
                </a:lnTo>
                <a:lnTo>
                  <a:pt x="9145" y="1423"/>
                </a:lnTo>
                <a:lnTo>
                  <a:pt x="10353" y="2188"/>
                </a:lnTo>
                <a:lnTo>
                  <a:pt x="11631" y="3040"/>
                </a:lnTo>
                <a:close/>
              </a:path>
            </a:pathLst>
          </a:custGeom>
          <a:solidFill>
            <a:srgbClr val="ADBAC1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3" name="contour_08751"/>
          <p:cNvSpPr/>
          <p:nvPr/>
        </p:nvSpPr>
        <p:spPr>
          <a:xfrm>
            <a:off x="3843858" y="3411618"/>
            <a:ext cx="72880" cy="79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0" y="268"/>
                </a:moveTo>
                <a:lnTo>
                  <a:pt x="7687" y="1006"/>
                </a:lnTo>
                <a:lnTo>
                  <a:pt x="8640" y="1756"/>
                </a:lnTo>
                <a:lnTo>
                  <a:pt x="8595" y="2699"/>
                </a:lnTo>
                <a:lnTo>
                  <a:pt x="8549" y="3647"/>
                </a:lnTo>
                <a:lnTo>
                  <a:pt x="8504" y="4610"/>
                </a:lnTo>
                <a:lnTo>
                  <a:pt x="8526" y="5064"/>
                </a:lnTo>
                <a:lnTo>
                  <a:pt x="8560" y="5868"/>
                </a:lnTo>
                <a:lnTo>
                  <a:pt x="8640" y="7709"/>
                </a:lnTo>
                <a:lnTo>
                  <a:pt x="9703" y="8394"/>
                </a:lnTo>
                <a:lnTo>
                  <a:pt x="10772" y="9071"/>
                </a:lnTo>
                <a:lnTo>
                  <a:pt x="11850" y="9737"/>
                </a:lnTo>
                <a:lnTo>
                  <a:pt x="12932" y="10394"/>
                </a:lnTo>
                <a:lnTo>
                  <a:pt x="14023" y="11041"/>
                </a:lnTo>
                <a:lnTo>
                  <a:pt x="15120" y="11678"/>
                </a:lnTo>
                <a:lnTo>
                  <a:pt x="15120" y="12990"/>
                </a:lnTo>
                <a:lnTo>
                  <a:pt x="15120" y="14309"/>
                </a:lnTo>
                <a:lnTo>
                  <a:pt x="15120" y="15647"/>
                </a:lnTo>
                <a:lnTo>
                  <a:pt x="16403" y="15647"/>
                </a:lnTo>
                <a:lnTo>
                  <a:pt x="17690" y="15647"/>
                </a:lnTo>
                <a:lnTo>
                  <a:pt x="18982" y="15647"/>
                </a:lnTo>
                <a:lnTo>
                  <a:pt x="20285" y="15647"/>
                </a:lnTo>
                <a:lnTo>
                  <a:pt x="21600" y="15647"/>
                </a:lnTo>
                <a:lnTo>
                  <a:pt x="21172" y="16826"/>
                </a:lnTo>
                <a:lnTo>
                  <a:pt x="20742" y="18008"/>
                </a:lnTo>
                <a:lnTo>
                  <a:pt x="20313" y="19195"/>
                </a:lnTo>
                <a:lnTo>
                  <a:pt x="19878" y="20392"/>
                </a:lnTo>
                <a:lnTo>
                  <a:pt x="19440" y="21600"/>
                </a:lnTo>
                <a:lnTo>
                  <a:pt x="17762" y="21203"/>
                </a:lnTo>
                <a:lnTo>
                  <a:pt x="16239" y="20723"/>
                </a:lnTo>
                <a:lnTo>
                  <a:pt x="14854" y="20159"/>
                </a:lnTo>
                <a:lnTo>
                  <a:pt x="13584" y="19514"/>
                </a:lnTo>
                <a:lnTo>
                  <a:pt x="12407" y="18790"/>
                </a:lnTo>
                <a:lnTo>
                  <a:pt x="11301" y="17984"/>
                </a:lnTo>
                <a:lnTo>
                  <a:pt x="10243" y="17101"/>
                </a:lnTo>
                <a:lnTo>
                  <a:pt x="9215" y="16139"/>
                </a:lnTo>
                <a:lnTo>
                  <a:pt x="8191" y="15099"/>
                </a:lnTo>
                <a:lnTo>
                  <a:pt x="7152" y="13984"/>
                </a:lnTo>
                <a:lnTo>
                  <a:pt x="6076" y="12793"/>
                </a:lnTo>
                <a:lnTo>
                  <a:pt x="5190" y="11861"/>
                </a:lnTo>
                <a:lnTo>
                  <a:pt x="4290" y="10914"/>
                </a:lnTo>
                <a:lnTo>
                  <a:pt x="2873" y="9364"/>
                </a:lnTo>
                <a:lnTo>
                  <a:pt x="1810" y="8144"/>
                </a:lnTo>
                <a:lnTo>
                  <a:pt x="1048" y="7146"/>
                </a:lnTo>
                <a:lnTo>
                  <a:pt x="536" y="6267"/>
                </a:lnTo>
                <a:lnTo>
                  <a:pt x="227" y="5394"/>
                </a:lnTo>
                <a:lnTo>
                  <a:pt x="67" y="4423"/>
                </a:lnTo>
                <a:lnTo>
                  <a:pt x="9" y="3246"/>
                </a:lnTo>
                <a:lnTo>
                  <a:pt x="0" y="1756"/>
                </a:lnTo>
                <a:lnTo>
                  <a:pt x="1361" y="849"/>
                </a:lnTo>
                <a:lnTo>
                  <a:pt x="2557" y="272"/>
                </a:lnTo>
                <a:lnTo>
                  <a:pt x="3750" y="0"/>
                </a:lnTo>
                <a:lnTo>
                  <a:pt x="5093" y="6"/>
                </a:lnTo>
                <a:lnTo>
                  <a:pt x="6750" y="268"/>
                </a:lnTo>
                <a:close/>
              </a:path>
            </a:pathLst>
          </a:custGeom>
          <a:solidFill>
            <a:srgbClr val="9AAAB3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4" name="contour_08752"/>
          <p:cNvSpPr/>
          <p:nvPr/>
        </p:nvSpPr>
        <p:spPr>
          <a:xfrm>
            <a:off x="9628818" y="3352476"/>
            <a:ext cx="24087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65" y="0"/>
                </a:moveTo>
                <a:lnTo>
                  <a:pt x="11542" y="860"/>
                </a:lnTo>
                <a:lnTo>
                  <a:pt x="14470" y="1662"/>
                </a:lnTo>
                <a:lnTo>
                  <a:pt x="16868" y="2449"/>
                </a:lnTo>
                <a:lnTo>
                  <a:pt x="18750" y="3264"/>
                </a:lnTo>
                <a:lnTo>
                  <a:pt x="20156" y="4149"/>
                </a:lnTo>
                <a:lnTo>
                  <a:pt x="21097" y="5147"/>
                </a:lnTo>
                <a:lnTo>
                  <a:pt x="21600" y="6297"/>
                </a:lnTo>
                <a:lnTo>
                  <a:pt x="21299" y="7292"/>
                </a:lnTo>
                <a:lnTo>
                  <a:pt x="20953" y="8283"/>
                </a:lnTo>
                <a:lnTo>
                  <a:pt x="20567" y="9274"/>
                </a:lnTo>
                <a:lnTo>
                  <a:pt x="20149" y="10263"/>
                </a:lnTo>
                <a:lnTo>
                  <a:pt x="19692" y="11251"/>
                </a:lnTo>
                <a:lnTo>
                  <a:pt x="19201" y="12240"/>
                </a:lnTo>
                <a:lnTo>
                  <a:pt x="18685" y="13231"/>
                </a:lnTo>
                <a:lnTo>
                  <a:pt x="18313" y="14036"/>
                </a:lnTo>
                <a:lnTo>
                  <a:pt x="17940" y="14846"/>
                </a:lnTo>
                <a:lnTo>
                  <a:pt x="17561" y="15669"/>
                </a:lnTo>
                <a:lnTo>
                  <a:pt x="17097" y="16658"/>
                </a:lnTo>
                <a:lnTo>
                  <a:pt x="16620" y="17647"/>
                </a:lnTo>
                <a:lnTo>
                  <a:pt x="16130" y="18635"/>
                </a:lnTo>
                <a:lnTo>
                  <a:pt x="15633" y="19624"/>
                </a:lnTo>
                <a:lnTo>
                  <a:pt x="15123" y="20612"/>
                </a:lnTo>
                <a:lnTo>
                  <a:pt x="14600" y="21600"/>
                </a:lnTo>
                <a:lnTo>
                  <a:pt x="10771" y="21306"/>
                </a:lnTo>
                <a:lnTo>
                  <a:pt x="8137" y="21060"/>
                </a:lnTo>
                <a:lnTo>
                  <a:pt x="5464" y="20722"/>
                </a:lnTo>
                <a:lnTo>
                  <a:pt x="1529" y="20160"/>
                </a:lnTo>
                <a:lnTo>
                  <a:pt x="614" y="19142"/>
                </a:lnTo>
                <a:lnTo>
                  <a:pt x="150" y="18405"/>
                </a:lnTo>
                <a:lnTo>
                  <a:pt x="0" y="17591"/>
                </a:lnTo>
                <a:lnTo>
                  <a:pt x="26" y="16341"/>
                </a:lnTo>
                <a:lnTo>
                  <a:pt x="33" y="15578"/>
                </a:lnTo>
                <a:lnTo>
                  <a:pt x="46" y="14809"/>
                </a:lnTo>
                <a:lnTo>
                  <a:pt x="59" y="14031"/>
                </a:lnTo>
                <a:lnTo>
                  <a:pt x="144" y="13231"/>
                </a:lnTo>
                <a:lnTo>
                  <a:pt x="222" y="12426"/>
                </a:lnTo>
                <a:lnTo>
                  <a:pt x="301" y="11609"/>
                </a:lnTo>
                <a:lnTo>
                  <a:pt x="307" y="10814"/>
                </a:lnTo>
                <a:lnTo>
                  <a:pt x="314" y="10015"/>
                </a:lnTo>
                <a:lnTo>
                  <a:pt x="314" y="9206"/>
                </a:lnTo>
                <a:lnTo>
                  <a:pt x="405" y="7456"/>
                </a:lnTo>
                <a:lnTo>
                  <a:pt x="529" y="6039"/>
                </a:lnTo>
                <a:lnTo>
                  <a:pt x="725" y="4897"/>
                </a:lnTo>
                <a:lnTo>
                  <a:pt x="1039" y="3977"/>
                </a:lnTo>
                <a:lnTo>
                  <a:pt x="1523" y="3223"/>
                </a:lnTo>
                <a:lnTo>
                  <a:pt x="2216" y="2578"/>
                </a:lnTo>
                <a:lnTo>
                  <a:pt x="3176" y="1989"/>
                </a:lnTo>
                <a:lnTo>
                  <a:pt x="4438" y="1400"/>
                </a:lnTo>
                <a:lnTo>
                  <a:pt x="6052" y="755"/>
                </a:lnTo>
                <a:lnTo>
                  <a:pt x="8065" y="0"/>
                </a:lnTo>
                <a:close/>
              </a:path>
            </a:pathLst>
          </a:custGeom>
          <a:solidFill>
            <a:srgbClr val="DBE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5" name="contour_08753"/>
          <p:cNvSpPr/>
          <p:nvPr/>
        </p:nvSpPr>
        <p:spPr>
          <a:xfrm>
            <a:off x="4988073" y="3423381"/>
            <a:ext cx="123896" cy="25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97"/>
                </a:moveTo>
                <a:lnTo>
                  <a:pt x="882" y="1521"/>
                </a:lnTo>
                <a:lnTo>
                  <a:pt x="1765" y="1359"/>
                </a:lnTo>
                <a:lnTo>
                  <a:pt x="2647" y="1215"/>
                </a:lnTo>
                <a:lnTo>
                  <a:pt x="3528" y="1077"/>
                </a:lnTo>
                <a:lnTo>
                  <a:pt x="4411" y="952"/>
                </a:lnTo>
                <a:lnTo>
                  <a:pt x="5293" y="833"/>
                </a:lnTo>
                <a:lnTo>
                  <a:pt x="6176" y="726"/>
                </a:lnTo>
                <a:lnTo>
                  <a:pt x="7058" y="620"/>
                </a:lnTo>
                <a:lnTo>
                  <a:pt x="7941" y="520"/>
                </a:lnTo>
                <a:lnTo>
                  <a:pt x="8687" y="363"/>
                </a:lnTo>
                <a:lnTo>
                  <a:pt x="9438" y="207"/>
                </a:lnTo>
                <a:lnTo>
                  <a:pt x="10199" y="44"/>
                </a:lnTo>
                <a:lnTo>
                  <a:pt x="11205" y="0"/>
                </a:lnTo>
                <a:lnTo>
                  <a:pt x="12154" y="63"/>
                </a:lnTo>
                <a:lnTo>
                  <a:pt x="13054" y="263"/>
                </a:lnTo>
                <a:lnTo>
                  <a:pt x="13909" y="632"/>
                </a:lnTo>
                <a:lnTo>
                  <a:pt x="14727" y="1190"/>
                </a:lnTo>
                <a:lnTo>
                  <a:pt x="15516" y="1978"/>
                </a:lnTo>
                <a:lnTo>
                  <a:pt x="16283" y="3030"/>
                </a:lnTo>
                <a:lnTo>
                  <a:pt x="17032" y="4364"/>
                </a:lnTo>
                <a:lnTo>
                  <a:pt x="17774" y="6017"/>
                </a:lnTo>
                <a:lnTo>
                  <a:pt x="18514" y="8014"/>
                </a:lnTo>
                <a:lnTo>
                  <a:pt x="19258" y="10393"/>
                </a:lnTo>
                <a:lnTo>
                  <a:pt x="20014" y="13179"/>
                </a:lnTo>
                <a:lnTo>
                  <a:pt x="20789" y="16410"/>
                </a:lnTo>
                <a:lnTo>
                  <a:pt x="21192" y="18432"/>
                </a:lnTo>
                <a:lnTo>
                  <a:pt x="21600" y="20479"/>
                </a:lnTo>
                <a:lnTo>
                  <a:pt x="20697" y="20611"/>
                </a:lnTo>
                <a:lnTo>
                  <a:pt x="19793" y="20730"/>
                </a:lnTo>
                <a:lnTo>
                  <a:pt x="18890" y="20836"/>
                </a:lnTo>
                <a:lnTo>
                  <a:pt x="17986" y="20936"/>
                </a:lnTo>
                <a:lnTo>
                  <a:pt x="17083" y="21024"/>
                </a:lnTo>
                <a:lnTo>
                  <a:pt x="16180" y="21112"/>
                </a:lnTo>
                <a:lnTo>
                  <a:pt x="15276" y="21187"/>
                </a:lnTo>
                <a:lnTo>
                  <a:pt x="14373" y="21262"/>
                </a:lnTo>
                <a:lnTo>
                  <a:pt x="14073" y="21306"/>
                </a:lnTo>
                <a:lnTo>
                  <a:pt x="13543" y="21387"/>
                </a:lnTo>
                <a:lnTo>
                  <a:pt x="12331" y="21581"/>
                </a:lnTo>
                <a:lnTo>
                  <a:pt x="11381" y="21600"/>
                </a:lnTo>
                <a:lnTo>
                  <a:pt x="10444" y="21525"/>
                </a:lnTo>
                <a:lnTo>
                  <a:pt x="9522" y="21343"/>
                </a:lnTo>
                <a:lnTo>
                  <a:pt x="8612" y="21043"/>
                </a:lnTo>
                <a:lnTo>
                  <a:pt x="7714" y="20605"/>
                </a:lnTo>
                <a:lnTo>
                  <a:pt x="6827" y="20010"/>
                </a:lnTo>
                <a:lnTo>
                  <a:pt x="5950" y="19252"/>
                </a:lnTo>
                <a:lnTo>
                  <a:pt x="5081" y="18313"/>
                </a:lnTo>
                <a:lnTo>
                  <a:pt x="4221" y="17174"/>
                </a:lnTo>
                <a:lnTo>
                  <a:pt x="3367" y="15815"/>
                </a:lnTo>
                <a:lnTo>
                  <a:pt x="2518" y="14237"/>
                </a:lnTo>
                <a:lnTo>
                  <a:pt x="1676" y="12409"/>
                </a:lnTo>
                <a:lnTo>
                  <a:pt x="836" y="10318"/>
                </a:lnTo>
                <a:lnTo>
                  <a:pt x="0" y="7958"/>
                </a:lnTo>
                <a:lnTo>
                  <a:pt x="0" y="4852"/>
                </a:lnTo>
                <a:lnTo>
                  <a:pt x="0" y="1697"/>
                </a:lnTo>
                <a:close/>
              </a:path>
            </a:pathLst>
          </a:custGeom>
          <a:solidFill>
            <a:srgbClr val="AEBDC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6" name="contour_08754"/>
          <p:cNvSpPr/>
          <p:nvPr/>
        </p:nvSpPr>
        <p:spPr>
          <a:xfrm>
            <a:off x="8347837" y="3425356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16" y="308"/>
                </a:lnTo>
                <a:lnTo>
                  <a:pt x="6461" y="578"/>
                </a:lnTo>
                <a:lnTo>
                  <a:pt x="8899" y="824"/>
                </a:lnTo>
                <a:lnTo>
                  <a:pt x="10901" y="1064"/>
                </a:lnTo>
                <a:lnTo>
                  <a:pt x="12526" y="1312"/>
                </a:lnTo>
                <a:lnTo>
                  <a:pt x="13843" y="1585"/>
                </a:lnTo>
                <a:lnTo>
                  <a:pt x="14921" y="1901"/>
                </a:lnTo>
                <a:lnTo>
                  <a:pt x="15821" y="2276"/>
                </a:lnTo>
                <a:lnTo>
                  <a:pt x="16613" y="2724"/>
                </a:lnTo>
                <a:lnTo>
                  <a:pt x="17359" y="3264"/>
                </a:lnTo>
                <a:lnTo>
                  <a:pt x="18127" y="3912"/>
                </a:lnTo>
                <a:lnTo>
                  <a:pt x="18984" y="4682"/>
                </a:lnTo>
                <a:lnTo>
                  <a:pt x="19738" y="6035"/>
                </a:lnTo>
                <a:lnTo>
                  <a:pt x="20261" y="7123"/>
                </a:lnTo>
                <a:lnTo>
                  <a:pt x="20801" y="8521"/>
                </a:lnTo>
                <a:lnTo>
                  <a:pt x="21600" y="10800"/>
                </a:lnTo>
                <a:lnTo>
                  <a:pt x="20280" y="11988"/>
                </a:lnTo>
                <a:lnTo>
                  <a:pt x="18958" y="13176"/>
                </a:lnTo>
                <a:lnTo>
                  <a:pt x="17635" y="14367"/>
                </a:lnTo>
                <a:lnTo>
                  <a:pt x="16310" y="15563"/>
                </a:lnTo>
                <a:lnTo>
                  <a:pt x="14978" y="16759"/>
                </a:lnTo>
                <a:lnTo>
                  <a:pt x="13644" y="17960"/>
                </a:lnTo>
                <a:lnTo>
                  <a:pt x="12302" y="19167"/>
                </a:lnTo>
                <a:lnTo>
                  <a:pt x="10956" y="20380"/>
                </a:lnTo>
                <a:lnTo>
                  <a:pt x="9600" y="21600"/>
                </a:lnTo>
                <a:lnTo>
                  <a:pt x="9415" y="20053"/>
                </a:lnTo>
                <a:lnTo>
                  <a:pt x="9228" y="18503"/>
                </a:lnTo>
                <a:lnTo>
                  <a:pt x="9041" y="16940"/>
                </a:lnTo>
                <a:lnTo>
                  <a:pt x="8851" y="15358"/>
                </a:lnTo>
                <a:lnTo>
                  <a:pt x="8431" y="13238"/>
                </a:lnTo>
                <a:lnTo>
                  <a:pt x="7932" y="11345"/>
                </a:lnTo>
                <a:lnTo>
                  <a:pt x="7346" y="9644"/>
                </a:lnTo>
                <a:lnTo>
                  <a:pt x="6665" y="8097"/>
                </a:lnTo>
                <a:lnTo>
                  <a:pt x="5878" y="6666"/>
                </a:lnTo>
                <a:lnTo>
                  <a:pt x="4973" y="5319"/>
                </a:lnTo>
                <a:lnTo>
                  <a:pt x="3943" y="4015"/>
                </a:lnTo>
                <a:lnTo>
                  <a:pt x="2777" y="2719"/>
                </a:lnTo>
                <a:lnTo>
                  <a:pt x="1466" y="1393"/>
                </a:lnTo>
                <a:lnTo>
                  <a:pt x="0" y="0"/>
                </a:lnTo>
                <a:close/>
              </a:path>
            </a:pathLst>
          </a:custGeom>
          <a:solidFill>
            <a:srgbClr val="AABDC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7" name="contour_08755"/>
          <p:cNvSpPr/>
          <p:nvPr/>
        </p:nvSpPr>
        <p:spPr>
          <a:xfrm>
            <a:off x="3705386" y="3432644"/>
            <a:ext cx="1093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92" y="277"/>
                </a:lnTo>
                <a:lnTo>
                  <a:pt x="1996" y="590"/>
                </a:lnTo>
                <a:lnTo>
                  <a:pt x="3010" y="943"/>
                </a:lnTo>
                <a:lnTo>
                  <a:pt x="4031" y="1336"/>
                </a:lnTo>
                <a:lnTo>
                  <a:pt x="5056" y="1775"/>
                </a:lnTo>
                <a:lnTo>
                  <a:pt x="6084" y="2264"/>
                </a:lnTo>
                <a:lnTo>
                  <a:pt x="7111" y="2808"/>
                </a:lnTo>
                <a:lnTo>
                  <a:pt x="8136" y="3406"/>
                </a:lnTo>
                <a:lnTo>
                  <a:pt x="9157" y="4064"/>
                </a:lnTo>
                <a:lnTo>
                  <a:pt x="10171" y="4784"/>
                </a:lnTo>
                <a:lnTo>
                  <a:pt x="11173" y="5576"/>
                </a:lnTo>
                <a:lnTo>
                  <a:pt x="12165" y="6437"/>
                </a:lnTo>
                <a:lnTo>
                  <a:pt x="13143" y="7369"/>
                </a:lnTo>
                <a:lnTo>
                  <a:pt x="14103" y="8384"/>
                </a:lnTo>
                <a:lnTo>
                  <a:pt x="15044" y="9479"/>
                </a:lnTo>
                <a:lnTo>
                  <a:pt x="15964" y="10656"/>
                </a:lnTo>
                <a:lnTo>
                  <a:pt x="16860" y="11927"/>
                </a:lnTo>
                <a:lnTo>
                  <a:pt x="17729" y="13288"/>
                </a:lnTo>
                <a:lnTo>
                  <a:pt x="18570" y="14742"/>
                </a:lnTo>
                <a:lnTo>
                  <a:pt x="19381" y="16301"/>
                </a:lnTo>
                <a:lnTo>
                  <a:pt x="20157" y="17957"/>
                </a:lnTo>
                <a:lnTo>
                  <a:pt x="20897" y="19724"/>
                </a:lnTo>
                <a:lnTo>
                  <a:pt x="21600" y="21600"/>
                </a:lnTo>
                <a:lnTo>
                  <a:pt x="20530" y="21409"/>
                </a:lnTo>
                <a:lnTo>
                  <a:pt x="19483" y="21175"/>
                </a:lnTo>
                <a:lnTo>
                  <a:pt x="18459" y="20898"/>
                </a:lnTo>
                <a:lnTo>
                  <a:pt x="17454" y="20567"/>
                </a:lnTo>
                <a:lnTo>
                  <a:pt x="16466" y="20189"/>
                </a:lnTo>
                <a:lnTo>
                  <a:pt x="15493" y="19757"/>
                </a:lnTo>
                <a:lnTo>
                  <a:pt x="14532" y="19267"/>
                </a:lnTo>
                <a:lnTo>
                  <a:pt x="13582" y="18720"/>
                </a:lnTo>
                <a:lnTo>
                  <a:pt x="12640" y="18115"/>
                </a:lnTo>
                <a:lnTo>
                  <a:pt x="11704" y="17446"/>
                </a:lnTo>
                <a:lnTo>
                  <a:pt x="10771" y="16711"/>
                </a:lnTo>
                <a:lnTo>
                  <a:pt x="9841" y="15908"/>
                </a:lnTo>
                <a:lnTo>
                  <a:pt x="8909" y="15037"/>
                </a:lnTo>
                <a:lnTo>
                  <a:pt x="7975" y="14090"/>
                </a:lnTo>
                <a:lnTo>
                  <a:pt x="7034" y="13072"/>
                </a:lnTo>
                <a:lnTo>
                  <a:pt x="6087" y="11977"/>
                </a:lnTo>
                <a:lnTo>
                  <a:pt x="5129" y="10800"/>
                </a:lnTo>
                <a:lnTo>
                  <a:pt x="4365" y="9835"/>
                </a:lnTo>
                <a:lnTo>
                  <a:pt x="3586" y="8856"/>
                </a:lnTo>
                <a:lnTo>
                  <a:pt x="2856" y="7862"/>
                </a:lnTo>
                <a:lnTo>
                  <a:pt x="2134" y="6833"/>
                </a:lnTo>
                <a:lnTo>
                  <a:pt x="1418" y="5774"/>
                </a:lnTo>
                <a:lnTo>
                  <a:pt x="707" y="4694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B0B9BD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8" name="contour_08756"/>
          <p:cNvSpPr/>
          <p:nvPr/>
        </p:nvSpPr>
        <p:spPr>
          <a:xfrm>
            <a:off x="8865284" y="3374340"/>
            <a:ext cx="3114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10" y="0"/>
                </a:moveTo>
                <a:lnTo>
                  <a:pt x="13204" y="816"/>
                </a:lnTo>
                <a:lnTo>
                  <a:pt x="15650" y="1564"/>
                </a:lnTo>
                <a:lnTo>
                  <a:pt x="17536" y="2305"/>
                </a:lnTo>
                <a:lnTo>
                  <a:pt x="18971" y="3095"/>
                </a:lnTo>
                <a:lnTo>
                  <a:pt x="20058" y="3999"/>
                </a:lnTo>
                <a:lnTo>
                  <a:pt x="20887" y="5074"/>
                </a:lnTo>
                <a:lnTo>
                  <a:pt x="21565" y="6380"/>
                </a:lnTo>
                <a:lnTo>
                  <a:pt x="21570" y="7542"/>
                </a:lnTo>
                <a:lnTo>
                  <a:pt x="21544" y="8703"/>
                </a:lnTo>
                <a:lnTo>
                  <a:pt x="21484" y="9866"/>
                </a:lnTo>
                <a:lnTo>
                  <a:pt x="21544" y="10734"/>
                </a:lnTo>
                <a:lnTo>
                  <a:pt x="21600" y="11614"/>
                </a:lnTo>
                <a:lnTo>
                  <a:pt x="21464" y="12968"/>
                </a:lnTo>
                <a:lnTo>
                  <a:pt x="21095" y="14218"/>
                </a:lnTo>
                <a:lnTo>
                  <a:pt x="20478" y="15383"/>
                </a:lnTo>
                <a:lnTo>
                  <a:pt x="19583" y="16481"/>
                </a:lnTo>
                <a:lnTo>
                  <a:pt x="18390" y="17529"/>
                </a:lnTo>
                <a:lnTo>
                  <a:pt x="16869" y="18548"/>
                </a:lnTo>
                <a:lnTo>
                  <a:pt x="14998" y="19553"/>
                </a:lnTo>
                <a:lnTo>
                  <a:pt x="12754" y="20565"/>
                </a:lnTo>
                <a:lnTo>
                  <a:pt x="10110" y="21600"/>
                </a:lnTo>
                <a:lnTo>
                  <a:pt x="6769" y="21600"/>
                </a:lnTo>
                <a:lnTo>
                  <a:pt x="3407" y="21600"/>
                </a:lnTo>
                <a:lnTo>
                  <a:pt x="0" y="21600"/>
                </a:lnTo>
                <a:lnTo>
                  <a:pt x="460" y="20721"/>
                </a:lnTo>
                <a:lnTo>
                  <a:pt x="930" y="19829"/>
                </a:lnTo>
                <a:lnTo>
                  <a:pt x="1527" y="18664"/>
                </a:lnTo>
                <a:lnTo>
                  <a:pt x="2113" y="17501"/>
                </a:lnTo>
                <a:lnTo>
                  <a:pt x="2694" y="16336"/>
                </a:lnTo>
                <a:lnTo>
                  <a:pt x="3266" y="15172"/>
                </a:lnTo>
                <a:lnTo>
                  <a:pt x="3827" y="14007"/>
                </a:lnTo>
                <a:lnTo>
                  <a:pt x="4383" y="12840"/>
                </a:lnTo>
                <a:lnTo>
                  <a:pt x="4934" y="11676"/>
                </a:lnTo>
                <a:lnTo>
                  <a:pt x="5475" y="10509"/>
                </a:lnTo>
                <a:lnTo>
                  <a:pt x="6015" y="9343"/>
                </a:lnTo>
                <a:lnTo>
                  <a:pt x="6541" y="8176"/>
                </a:lnTo>
                <a:lnTo>
                  <a:pt x="7067" y="7008"/>
                </a:lnTo>
                <a:lnTo>
                  <a:pt x="7588" y="5842"/>
                </a:lnTo>
                <a:lnTo>
                  <a:pt x="8098" y="4674"/>
                </a:lnTo>
                <a:lnTo>
                  <a:pt x="8609" y="3506"/>
                </a:lnTo>
                <a:lnTo>
                  <a:pt x="9114" y="2338"/>
                </a:lnTo>
                <a:lnTo>
                  <a:pt x="9615" y="1168"/>
                </a:lnTo>
                <a:lnTo>
                  <a:pt x="10110" y="0"/>
                </a:lnTo>
                <a:close/>
              </a:path>
            </a:pathLst>
          </a:custGeom>
          <a:solidFill>
            <a:srgbClr val="EE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8759" name="contour_08757"/>
          <p:cNvSpPr/>
          <p:nvPr/>
        </p:nvSpPr>
        <p:spPr>
          <a:xfrm>
            <a:off x="7393110" y="3396204"/>
            <a:ext cx="51016" cy="526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7" y="0"/>
                </a:lnTo>
                <a:lnTo>
                  <a:pt x="13349" y="0"/>
                </a:lnTo>
                <a:lnTo>
                  <a:pt x="15429" y="0"/>
                </a:lnTo>
                <a:lnTo>
                  <a:pt x="16154" y="1763"/>
                </a:lnTo>
                <a:lnTo>
                  <a:pt x="16808" y="3479"/>
                </a:lnTo>
                <a:lnTo>
                  <a:pt x="17397" y="5174"/>
                </a:lnTo>
                <a:lnTo>
                  <a:pt x="17937" y="6883"/>
                </a:lnTo>
                <a:lnTo>
                  <a:pt x="18434" y="8635"/>
                </a:lnTo>
                <a:lnTo>
                  <a:pt x="18900" y="10461"/>
                </a:lnTo>
                <a:lnTo>
                  <a:pt x="19301" y="11961"/>
                </a:lnTo>
                <a:lnTo>
                  <a:pt x="19708" y="13485"/>
                </a:lnTo>
                <a:lnTo>
                  <a:pt x="20193" y="15341"/>
                </a:lnTo>
                <a:lnTo>
                  <a:pt x="20668" y="17200"/>
                </a:lnTo>
                <a:lnTo>
                  <a:pt x="21137" y="19060"/>
                </a:lnTo>
                <a:lnTo>
                  <a:pt x="21600" y="20922"/>
                </a:lnTo>
                <a:lnTo>
                  <a:pt x="19347" y="21202"/>
                </a:lnTo>
                <a:lnTo>
                  <a:pt x="17138" y="21421"/>
                </a:lnTo>
                <a:lnTo>
                  <a:pt x="14956" y="21561"/>
                </a:lnTo>
                <a:lnTo>
                  <a:pt x="12784" y="21600"/>
                </a:lnTo>
                <a:lnTo>
                  <a:pt x="10606" y="21522"/>
                </a:lnTo>
                <a:lnTo>
                  <a:pt x="8409" y="21301"/>
                </a:lnTo>
                <a:lnTo>
                  <a:pt x="6171" y="20922"/>
                </a:lnTo>
                <a:lnTo>
                  <a:pt x="4882" y="19364"/>
                </a:lnTo>
                <a:lnTo>
                  <a:pt x="3774" y="17771"/>
                </a:lnTo>
                <a:lnTo>
                  <a:pt x="2820" y="16136"/>
                </a:lnTo>
                <a:lnTo>
                  <a:pt x="1996" y="14448"/>
                </a:lnTo>
                <a:lnTo>
                  <a:pt x="1271" y="12696"/>
                </a:lnTo>
                <a:lnTo>
                  <a:pt x="614" y="10873"/>
                </a:lnTo>
                <a:lnTo>
                  <a:pt x="0" y="8966"/>
                </a:lnTo>
                <a:lnTo>
                  <a:pt x="679" y="8802"/>
                </a:lnTo>
                <a:lnTo>
                  <a:pt x="1879" y="8512"/>
                </a:lnTo>
                <a:lnTo>
                  <a:pt x="4629" y="7846"/>
                </a:lnTo>
                <a:lnTo>
                  <a:pt x="6159" y="7230"/>
                </a:lnTo>
                <a:lnTo>
                  <a:pt x="7696" y="6605"/>
                </a:lnTo>
                <a:lnTo>
                  <a:pt x="9257" y="5978"/>
                </a:lnTo>
                <a:lnTo>
                  <a:pt x="9257" y="4002"/>
                </a:lnTo>
                <a:lnTo>
                  <a:pt x="9257" y="2014"/>
                </a:lnTo>
                <a:lnTo>
                  <a:pt x="9257" y="0"/>
                </a:lnTo>
                <a:close/>
              </a:path>
            </a:pathLst>
          </a:custGeom>
          <a:solidFill>
            <a:srgbClr val="D3E0E7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0" name="contour_08758"/>
          <p:cNvSpPr/>
          <p:nvPr/>
        </p:nvSpPr>
        <p:spPr>
          <a:xfrm>
            <a:off x="3755258" y="3301460"/>
            <a:ext cx="37584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23" y="0"/>
                </a:moveTo>
                <a:lnTo>
                  <a:pt x="15904" y="535"/>
                </a:lnTo>
                <a:lnTo>
                  <a:pt x="17671" y="964"/>
                </a:lnTo>
                <a:lnTo>
                  <a:pt x="19305" y="1511"/>
                </a:lnTo>
                <a:lnTo>
                  <a:pt x="21600" y="2400"/>
                </a:lnTo>
                <a:lnTo>
                  <a:pt x="20976" y="3164"/>
                </a:lnTo>
                <a:lnTo>
                  <a:pt x="20314" y="3895"/>
                </a:lnTo>
                <a:lnTo>
                  <a:pt x="19606" y="4606"/>
                </a:lnTo>
                <a:lnTo>
                  <a:pt x="18840" y="5303"/>
                </a:lnTo>
                <a:lnTo>
                  <a:pt x="18006" y="5999"/>
                </a:lnTo>
                <a:lnTo>
                  <a:pt x="17097" y="6702"/>
                </a:lnTo>
                <a:lnTo>
                  <a:pt x="16105" y="7426"/>
                </a:lnTo>
                <a:lnTo>
                  <a:pt x="15045" y="8258"/>
                </a:lnTo>
                <a:lnTo>
                  <a:pt x="14040" y="9085"/>
                </a:lnTo>
                <a:lnTo>
                  <a:pt x="13089" y="9907"/>
                </a:lnTo>
                <a:lnTo>
                  <a:pt x="12193" y="10726"/>
                </a:lnTo>
                <a:lnTo>
                  <a:pt x="11347" y="11540"/>
                </a:lnTo>
                <a:lnTo>
                  <a:pt x="10551" y="12355"/>
                </a:lnTo>
                <a:lnTo>
                  <a:pt x="9805" y="13170"/>
                </a:lnTo>
                <a:lnTo>
                  <a:pt x="9110" y="13985"/>
                </a:lnTo>
                <a:lnTo>
                  <a:pt x="8461" y="14803"/>
                </a:lnTo>
                <a:lnTo>
                  <a:pt x="7858" y="15626"/>
                </a:lnTo>
                <a:lnTo>
                  <a:pt x="7301" y="16453"/>
                </a:lnTo>
                <a:lnTo>
                  <a:pt x="6790" y="17287"/>
                </a:lnTo>
                <a:lnTo>
                  <a:pt x="6320" y="18130"/>
                </a:lnTo>
                <a:lnTo>
                  <a:pt x="5889" y="18980"/>
                </a:lnTo>
                <a:lnTo>
                  <a:pt x="5504" y="19842"/>
                </a:lnTo>
                <a:lnTo>
                  <a:pt x="5156" y="20714"/>
                </a:lnTo>
                <a:lnTo>
                  <a:pt x="4846" y="21600"/>
                </a:lnTo>
                <a:lnTo>
                  <a:pt x="2769" y="21600"/>
                </a:lnTo>
                <a:lnTo>
                  <a:pt x="658" y="21600"/>
                </a:lnTo>
                <a:lnTo>
                  <a:pt x="494" y="20681"/>
                </a:lnTo>
                <a:lnTo>
                  <a:pt x="343" y="19775"/>
                </a:lnTo>
                <a:lnTo>
                  <a:pt x="218" y="18881"/>
                </a:lnTo>
                <a:lnTo>
                  <a:pt x="113" y="17999"/>
                </a:lnTo>
                <a:lnTo>
                  <a:pt x="42" y="17128"/>
                </a:lnTo>
                <a:lnTo>
                  <a:pt x="0" y="16266"/>
                </a:lnTo>
                <a:lnTo>
                  <a:pt x="0" y="15414"/>
                </a:lnTo>
                <a:lnTo>
                  <a:pt x="42" y="14570"/>
                </a:lnTo>
                <a:lnTo>
                  <a:pt x="134" y="13734"/>
                </a:lnTo>
                <a:lnTo>
                  <a:pt x="272" y="12906"/>
                </a:lnTo>
                <a:lnTo>
                  <a:pt x="473" y="12083"/>
                </a:lnTo>
                <a:lnTo>
                  <a:pt x="729" y="11267"/>
                </a:lnTo>
                <a:lnTo>
                  <a:pt x="1055" y="10454"/>
                </a:lnTo>
                <a:lnTo>
                  <a:pt x="1445" y="9647"/>
                </a:lnTo>
                <a:lnTo>
                  <a:pt x="1914" y="8842"/>
                </a:lnTo>
                <a:lnTo>
                  <a:pt x="2459" y="8040"/>
                </a:lnTo>
                <a:lnTo>
                  <a:pt x="3087" y="7240"/>
                </a:lnTo>
                <a:lnTo>
                  <a:pt x="3807" y="6442"/>
                </a:lnTo>
                <a:lnTo>
                  <a:pt x="4616" y="5642"/>
                </a:lnTo>
                <a:lnTo>
                  <a:pt x="5520" y="4843"/>
                </a:lnTo>
                <a:lnTo>
                  <a:pt x="6526" y="4043"/>
                </a:lnTo>
                <a:lnTo>
                  <a:pt x="7636" y="3241"/>
                </a:lnTo>
                <a:lnTo>
                  <a:pt x="8859" y="2437"/>
                </a:lnTo>
                <a:lnTo>
                  <a:pt x="10191" y="1628"/>
                </a:lnTo>
                <a:lnTo>
                  <a:pt x="11644" y="817"/>
                </a:lnTo>
                <a:lnTo>
                  <a:pt x="13223" y="0"/>
                </a:lnTo>
                <a:close/>
              </a:path>
            </a:pathLst>
          </a:custGeom>
          <a:solidFill>
            <a:srgbClr val="74858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1" name="contour_08759"/>
          <p:cNvSpPr/>
          <p:nvPr/>
        </p:nvSpPr>
        <p:spPr>
          <a:xfrm>
            <a:off x="8005301" y="3330080"/>
            <a:ext cx="58304" cy="318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54"/>
                </a:moveTo>
                <a:lnTo>
                  <a:pt x="15295" y="99"/>
                </a:lnTo>
                <a:lnTo>
                  <a:pt x="16762" y="139"/>
                </a:lnTo>
                <a:lnTo>
                  <a:pt x="18247" y="183"/>
                </a:lnTo>
                <a:lnTo>
                  <a:pt x="19081" y="228"/>
                </a:lnTo>
                <a:lnTo>
                  <a:pt x="21600" y="361"/>
                </a:lnTo>
                <a:lnTo>
                  <a:pt x="21600" y="3626"/>
                </a:lnTo>
                <a:lnTo>
                  <a:pt x="21600" y="6897"/>
                </a:lnTo>
                <a:lnTo>
                  <a:pt x="21600" y="10182"/>
                </a:lnTo>
                <a:lnTo>
                  <a:pt x="21600" y="13477"/>
                </a:lnTo>
                <a:lnTo>
                  <a:pt x="21600" y="16801"/>
                </a:lnTo>
                <a:lnTo>
                  <a:pt x="21600" y="20150"/>
                </a:lnTo>
                <a:lnTo>
                  <a:pt x="19745" y="20378"/>
                </a:lnTo>
                <a:lnTo>
                  <a:pt x="17890" y="20581"/>
                </a:lnTo>
                <a:lnTo>
                  <a:pt x="16033" y="20764"/>
                </a:lnTo>
                <a:lnTo>
                  <a:pt x="14178" y="20927"/>
                </a:lnTo>
                <a:lnTo>
                  <a:pt x="12320" y="21081"/>
                </a:lnTo>
                <a:lnTo>
                  <a:pt x="11551" y="21155"/>
                </a:lnTo>
                <a:lnTo>
                  <a:pt x="10198" y="21288"/>
                </a:lnTo>
                <a:lnTo>
                  <a:pt x="7098" y="21600"/>
                </a:lnTo>
                <a:lnTo>
                  <a:pt x="5646" y="21120"/>
                </a:lnTo>
                <a:lnTo>
                  <a:pt x="4182" y="20640"/>
                </a:lnTo>
                <a:lnTo>
                  <a:pt x="2700" y="20150"/>
                </a:lnTo>
                <a:lnTo>
                  <a:pt x="1741" y="16440"/>
                </a:lnTo>
                <a:lnTo>
                  <a:pt x="1120" y="13818"/>
                </a:lnTo>
                <a:lnTo>
                  <a:pt x="710" y="11562"/>
                </a:lnTo>
                <a:lnTo>
                  <a:pt x="381" y="8960"/>
                </a:lnTo>
                <a:lnTo>
                  <a:pt x="0" y="5308"/>
                </a:lnTo>
                <a:lnTo>
                  <a:pt x="1717" y="3552"/>
                </a:lnTo>
                <a:lnTo>
                  <a:pt x="3375" y="2221"/>
                </a:lnTo>
                <a:lnTo>
                  <a:pt x="5003" y="1257"/>
                </a:lnTo>
                <a:lnTo>
                  <a:pt x="6634" y="609"/>
                </a:lnTo>
                <a:lnTo>
                  <a:pt x="8300" y="223"/>
                </a:lnTo>
                <a:lnTo>
                  <a:pt x="10036" y="35"/>
                </a:lnTo>
                <a:lnTo>
                  <a:pt x="11869" y="0"/>
                </a:lnTo>
                <a:lnTo>
                  <a:pt x="13838" y="54"/>
                </a:lnTo>
                <a:close/>
              </a:path>
            </a:pathLst>
          </a:custGeom>
          <a:solidFill>
            <a:srgbClr val="B0C0CA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2" name="contour_08760"/>
          <p:cNvSpPr/>
          <p:nvPr/>
        </p:nvSpPr>
        <p:spPr>
          <a:xfrm>
            <a:off x="9557651" y="3315584"/>
            <a:ext cx="65592" cy="733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46" y="0"/>
                </a:moveTo>
                <a:lnTo>
                  <a:pt x="19286" y="43"/>
                </a:lnTo>
                <a:lnTo>
                  <a:pt x="20436" y="88"/>
                </a:lnTo>
                <a:lnTo>
                  <a:pt x="21600" y="133"/>
                </a:lnTo>
                <a:lnTo>
                  <a:pt x="21334" y="1563"/>
                </a:lnTo>
                <a:lnTo>
                  <a:pt x="21046" y="2997"/>
                </a:lnTo>
                <a:lnTo>
                  <a:pt x="20724" y="4424"/>
                </a:lnTo>
                <a:lnTo>
                  <a:pt x="20347" y="5837"/>
                </a:lnTo>
                <a:lnTo>
                  <a:pt x="19903" y="7221"/>
                </a:lnTo>
                <a:lnTo>
                  <a:pt x="19375" y="8574"/>
                </a:lnTo>
                <a:lnTo>
                  <a:pt x="18749" y="9881"/>
                </a:lnTo>
                <a:lnTo>
                  <a:pt x="18005" y="11133"/>
                </a:lnTo>
                <a:lnTo>
                  <a:pt x="17129" y="12322"/>
                </a:lnTo>
                <a:lnTo>
                  <a:pt x="16106" y="13436"/>
                </a:lnTo>
                <a:lnTo>
                  <a:pt x="14921" y="14464"/>
                </a:lnTo>
                <a:lnTo>
                  <a:pt x="13498" y="15297"/>
                </a:lnTo>
                <a:lnTo>
                  <a:pt x="12055" y="16096"/>
                </a:lnTo>
                <a:lnTo>
                  <a:pt x="10596" y="16862"/>
                </a:lnTo>
                <a:lnTo>
                  <a:pt x="9120" y="17599"/>
                </a:lnTo>
                <a:lnTo>
                  <a:pt x="7630" y="18309"/>
                </a:lnTo>
                <a:lnTo>
                  <a:pt x="6125" y="18998"/>
                </a:lnTo>
                <a:lnTo>
                  <a:pt x="4608" y="19670"/>
                </a:lnTo>
                <a:lnTo>
                  <a:pt x="3082" y="20325"/>
                </a:lnTo>
                <a:lnTo>
                  <a:pt x="1543" y="20967"/>
                </a:lnTo>
                <a:lnTo>
                  <a:pt x="0" y="21600"/>
                </a:lnTo>
                <a:lnTo>
                  <a:pt x="226" y="20108"/>
                </a:lnTo>
                <a:lnTo>
                  <a:pt x="485" y="18646"/>
                </a:lnTo>
                <a:lnTo>
                  <a:pt x="806" y="17208"/>
                </a:lnTo>
                <a:lnTo>
                  <a:pt x="1217" y="15793"/>
                </a:lnTo>
                <a:lnTo>
                  <a:pt x="1738" y="14396"/>
                </a:lnTo>
                <a:lnTo>
                  <a:pt x="2400" y="13013"/>
                </a:lnTo>
                <a:lnTo>
                  <a:pt x="3588" y="13058"/>
                </a:lnTo>
                <a:lnTo>
                  <a:pt x="4786" y="13101"/>
                </a:lnTo>
                <a:lnTo>
                  <a:pt x="6000" y="13146"/>
                </a:lnTo>
                <a:lnTo>
                  <a:pt x="7188" y="13103"/>
                </a:lnTo>
                <a:lnTo>
                  <a:pt x="8386" y="13058"/>
                </a:lnTo>
                <a:lnTo>
                  <a:pt x="9600" y="13013"/>
                </a:lnTo>
                <a:lnTo>
                  <a:pt x="10092" y="11661"/>
                </a:lnTo>
                <a:lnTo>
                  <a:pt x="10490" y="10321"/>
                </a:lnTo>
                <a:lnTo>
                  <a:pt x="10812" y="8980"/>
                </a:lnTo>
                <a:lnTo>
                  <a:pt x="11074" y="7627"/>
                </a:lnTo>
                <a:lnTo>
                  <a:pt x="11294" y="6249"/>
                </a:lnTo>
                <a:lnTo>
                  <a:pt x="11494" y="4839"/>
                </a:lnTo>
                <a:lnTo>
                  <a:pt x="11950" y="3070"/>
                </a:lnTo>
                <a:lnTo>
                  <a:pt x="12562" y="1801"/>
                </a:lnTo>
                <a:lnTo>
                  <a:pt x="13409" y="947"/>
                </a:lnTo>
                <a:lnTo>
                  <a:pt x="14570" y="416"/>
                </a:lnTo>
                <a:lnTo>
                  <a:pt x="16123" y="131"/>
                </a:lnTo>
                <a:lnTo>
                  <a:pt x="18146" y="0"/>
                </a:lnTo>
                <a:close/>
              </a:path>
            </a:pathLst>
          </a:custGeom>
          <a:solidFill>
            <a:srgbClr val="F0F2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3" name="contour_08761"/>
          <p:cNvSpPr/>
          <p:nvPr/>
        </p:nvSpPr>
        <p:spPr>
          <a:xfrm>
            <a:off x="11670731" y="3316036"/>
            <a:ext cx="3889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75" y="0"/>
                </a:moveTo>
                <a:lnTo>
                  <a:pt x="20633" y="1249"/>
                </a:lnTo>
                <a:lnTo>
                  <a:pt x="20778" y="2496"/>
                </a:lnTo>
                <a:lnTo>
                  <a:pt x="20908" y="3743"/>
                </a:lnTo>
                <a:lnTo>
                  <a:pt x="21029" y="4990"/>
                </a:lnTo>
                <a:lnTo>
                  <a:pt x="21135" y="6237"/>
                </a:lnTo>
                <a:lnTo>
                  <a:pt x="21236" y="7485"/>
                </a:lnTo>
                <a:lnTo>
                  <a:pt x="21313" y="8014"/>
                </a:lnTo>
                <a:lnTo>
                  <a:pt x="21543" y="9608"/>
                </a:lnTo>
                <a:lnTo>
                  <a:pt x="21600" y="11124"/>
                </a:lnTo>
                <a:lnTo>
                  <a:pt x="21519" y="12501"/>
                </a:lnTo>
                <a:lnTo>
                  <a:pt x="21195" y="13783"/>
                </a:lnTo>
                <a:lnTo>
                  <a:pt x="20523" y="15018"/>
                </a:lnTo>
                <a:lnTo>
                  <a:pt x="19398" y="16253"/>
                </a:lnTo>
                <a:lnTo>
                  <a:pt x="17719" y="17537"/>
                </a:lnTo>
                <a:lnTo>
                  <a:pt x="16031" y="18352"/>
                </a:lnTo>
                <a:lnTo>
                  <a:pt x="14695" y="18973"/>
                </a:lnTo>
                <a:lnTo>
                  <a:pt x="13271" y="19589"/>
                </a:lnTo>
                <a:lnTo>
                  <a:pt x="11300" y="20400"/>
                </a:lnTo>
                <a:lnTo>
                  <a:pt x="8333" y="21600"/>
                </a:lnTo>
                <a:lnTo>
                  <a:pt x="7572" y="20377"/>
                </a:lnTo>
                <a:lnTo>
                  <a:pt x="6828" y="19151"/>
                </a:lnTo>
                <a:lnTo>
                  <a:pt x="6095" y="17926"/>
                </a:lnTo>
                <a:lnTo>
                  <a:pt x="5375" y="16701"/>
                </a:lnTo>
                <a:lnTo>
                  <a:pt x="4662" y="15471"/>
                </a:lnTo>
                <a:lnTo>
                  <a:pt x="3966" y="14242"/>
                </a:lnTo>
                <a:lnTo>
                  <a:pt x="3274" y="13009"/>
                </a:lnTo>
                <a:lnTo>
                  <a:pt x="2489" y="11792"/>
                </a:lnTo>
                <a:lnTo>
                  <a:pt x="1692" y="10555"/>
                </a:lnTo>
                <a:lnTo>
                  <a:pt x="988" y="9182"/>
                </a:lnTo>
                <a:lnTo>
                  <a:pt x="429" y="7896"/>
                </a:lnTo>
                <a:lnTo>
                  <a:pt x="85" y="6631"/>
                </a:lnTo>
                <a:lnTo>
                  <a:pt x="0" y="5329"/>
                </a:lnTo>
                <a:lnTo>
                  <a:pt x="239" y="3927"/>
                </a:lnTo>
                <a:lnTo>
                  <a:pt x="2424" y="3042"/>
                </a:lnTo>
                <a:lnTo>
                  <a:pt x="4715" y="2258"/>
                </a:lnTo>
                <a:lnTo>
                  <a:pt x="7107" y="1587"/>
                </a:lnTo>
                <a:lnTo>
                  <a:pt x="9600" y="1027"/>
                </a:lnTo>
                <a:lnTo>
                  <a:pt x="12190" y="583"/>
                </a:lnTo>
                <a:lnTo>
                  <a:pt x="14865" y="261"/>
                </a:lnTo>
                <a:lnTo>
                  <a:pt x="17630" y="67"/>
                </a:lnTo>
                <a:lnTo>
                  <a:pt x="20475" y="0"/>
                </a:lnTo>
                <a:close/>
              </a:path>
            </a:pathLst>
          </a:custGeom>
          <a:solidFill>
            <a:srgbClr val="B2C8D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4" name="contour_08762"/>
          <p:cNvSpPr/>
          <p:nvPr/>
        </p:nvSpPr>
        <p:spPr>
          <a:xfrm>
            <a:off x="5490944" y="3250444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78" y="371"/>
                </a:lnTo>
                <a:lnTo>
                  <a:pt x="2542" y="796"/>
                </a:lnTo>
                <a:lnTo>
                  <a:pt x="3791" y="1274"/>
                </a:lnTo>
                <a:lnTo>
                  <a:pt x="5029" y="1807"/>
                </a:lnTo>
                <a:lnTo>
                  <a:pt x="6255" y="2387"/>
                </a:lnTo>
                <a:lnTo>
                  <a:pt x="7472" y="3020"/>
                </a:lnTo>
                <a:lnTo>
                  <a:pt x="8681" y="3701"/>
                </a:lnTo>
                <a:lnTo>
                  <a:pt x="9884" y="4432"/>
                </a:lnTo>
                <a:lnTo>
                  <a:pt x="11083" y="5209"/>
                </a:lnTo>
                <a:lnTo>
                  <a:pt x="12278" y="6034"/>
                </a:lnTo>
                <a:lnTo>
                  <a:pt x="13473" y="6905"/>
                </a:lnTo>
                <a:lnTo>
                  <a:pt x="14666" y="7819"/>
                </a:lnTo>
                <a:lnTo>
                  <a:pt x="15862" y="8777"/>
                </a:lnTo>
                <a:lnTo>
                  <a:pt x="16348" y="9173"/>
                </a:lnTo>
                <a:lnTo>
                  <a:pt x="17203" y="9868"/>
                </a:lnTo>
                <a:lnTo>
                  <a:pt x="19161" y="11462"/>
                </a:lnTo>
                <a:lnTo>
                  <a:pt x="19967" y="12431"/>
                </a:lnTo>
                <a:lnTo>
                  <a:pt x="20777" y="1341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20455" y="21204"/>
                </a:lnTo>
                <a:lnTo>
                  <a:pt x="19314" y="20797"/>
                </a:lnTo>
                <a:lnTo>
                  <a:pt x="18173" y="20387"/>
                </a:lnTo>
                <a:lnTo>
                  <a:pt x="17032" y="19969"/>
                </a:lnTo>
                <a:lnTo>
                  <a:pt x="15892" y="19544"/>
                </a:lnTo>
                <a:lnTo>
                  <a:pt x="14751" y="19112"/>
                </a:lnTo>
                <a:lnTo>
                  <a:pt x="13612" y="18677"/>
                </a:lnTo>
                <a:lnTo>
                  <a:pt x="12474" y="18295"/>
                </a:lnTo>
                <a:lnTo>
                  <a:pt x="11317" y="17910"/>
                </a:lnTo>
                <a:lnTo>
                  <a:pt x="10076" y="17395"/>
                </a:lnTo>
                <a:lnTo>
                  <a:pt x="8883" y="16837"/>
                </a:lnTo>
                <a:lnTo>
                  <a:pt x="7718" y="16182"/>
                </a:lnTo>
                <a:lnTo>
                  <a:pt x="6563" y="15386"/>
                </a:lnTo>
                <a:lnTo>
                  <a:pt x="5400" y="14400"/>
                </a:lnTo>
                <a:lnTo>
                  <a:pt x="4815" y="11700"/>
                </a:lnTo>
                <a:lnTo>
                  <a:pt x="4430" y="9788"/>
                </a:lnTo>
                <a:lnTo>
                  <a:pt x="4156" y="8147"/>
                </a:lnTo>
                <a:lnTo>
                  <a:pt x="3908" y="6257"/>
                </a:lnTo>
                <a:lnTo>
                  <a:pt x="3600" y="3600"/>
                </a:lnTo>
                <a:lnTo>
                  <a:pt x="2468" y="2149"/>
                </a:lnTo>
                <a:lnTo>
                  <a:pt x="1715" y="1292"/>
                </a:lnTo>
                <a:lnTo>
                  <a:pt x="1006" y="688"/>
                </a:lnTo>
                <a:lnTo>
                  <a:pt x="0" y="0"/>
                </a:lnTo>
                <a:close/>
              </a:path>
            </a:pathLst>
          </a:custGeom>
          <a:solidFill>
            <a:srgbClr val="B7D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5" name="contour_08763"/>
          <p:cNvSpPr/>
          <p:nvPr/>
        </p:nvSpPr>
        <p:spPr>
          <a:xfrm>
            <a:off x="1402381" y="3249373"/>
            <a:ext cx="58304" cy="375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92"/>
                </a:moveTo>
                <a:lnTo>
                  <a:pt x="15295" y="168"/>
                </a:lnTo>
                <a:lnTo>
                  <a:pt x="16762" y="243"/>
                </a:lnTo>
                <a:lnTo>
                  <a:pt x="18247" y="323"/>
                </a:lnTo>
                <a:lnTo>
                  <a:pt x="19081" y="394"/>
                </a:lnTo>
                <a:lnTo>
                  <a:pt x="21600" y="617"/>
                </a:lnTo>
                <a:lnTo>
                  <a:pt x="21265" y="3215"/>
                </a:lnTo>
                <a:lnTo>
                  <a:pt x="20930" y="5812"/>
                </a:lnTo>
                <a:lnTo>
                  <a:pt x="20596" y="8418"/>
                </a:lnTo>
                <a:lnTo>
                  <a:pt x="20261" y="11029"/>
                </a:lnTo>
                <a:lnTo>
                  <a:pt x="19923" y="13652"/>
                </a:lnTo>
                <a:lnTo>
                  <a:pt x="19583" y="16287"/>
                </a:lnTo>
                <a:lnTo>
                  <a:pt x="19243" y="18935"/>
                </a:lnTo>
                <a:lnTo>
                  <a:pt x="18900" y="21600"/>
                </a:lnTo>
                <a:lnTo>
                  <a:pt x="15252" y="20698"/>
                </a:lnTo>
                <a:lnTo>
                  <a:pt x="12244" y="19921"/>
                </a:lnTo>
                <a:lnTo>
                  <a:pt x="9796" y="19204"/>
                </a:lnTo>
                <a:lnTo>
                  <a:pt x="7817" y="18499"/>
                </a:lnTo>
                <a:lnTo>
                  <a:pt x="6224" y="17743"/>
                </a:lnTo>
                <a:lnTo>
                  <a:pt x="4930" y="16883"/>
                </a:lnTo>
                <a:lnTo>
                  <a:pt x="3853" y="15859"/>
                </a:lnTo>
                <a:lnTo>
                  <a:pt x="2908" y="14617"/>
                </a:lnTo>
                <a:lnTo>
                  <a:pt x="2006" y="13098"/>
                </a:lnTo>
                <a:lnTo>
                  <a:pt x="1067" y="11251"/>
                </a:lnTo>
                <a:lnTo>
                  <a:pt x="0" y="9010"/>
                </a:lnTo>
                <a:lnTo>
                  <a:pt x="1566" y="6211"/>
                </a:lnTo>
                <a:lnTo>
                  <a:pt x="3040" y="4033"/>
                </a:lnTo>
                <a:lnTo>
                  <a:pt x="4493" y="2400"/>
                </a:lnTo>
                <a:lnTo>
                  <a:pt x="5994" y="1251"/>
                </a:lnTo>
                <a:lnTo>
                  <a:pt x="7611" y="512"/>
                </a:lnTo>
                <a:lnTo>
                  <a:pt x="9410" y="118"/>
                </a:lnTo>
                <a:lnTo>
                  <a:pt x="11464" y="0"/>
                </a:lnTo>
                <a:lnTo>
                  <a:pt x="13838" y="92"/>
                </a:lnTo>
                <a:close/>
              </a:path>
            </a:pathLst>
          </a:custGeom>
          <a:solidFill>
            <a:srgbClr val="DA3F38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6" name="contour_08764"/>
          <p:cNvSpPr/>
          <p:nvPr/>
        </p:nvSpPr>
        <p:spPr>
          <a:xfrm>
            <a:off x="9768995" y="3237020"/>
            <a:ext cx="80168" cy="42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13"/>
                </a:moveTo>
                <a:lnTo>
                  <a:pt x="20720" y="5287"/>
                </a:lnTo>
                <a:lnTo>
                  <a:pt x="19848" y="7332"/>
                </a:lnTo>
                <a:lnTo>
                  <a:pt x="18973" y="9251"/>
                </a:lnTo>
                <a:lnTo>
                  <a:pt x="18077" y="11037"/>
                </a:lnTo>
                <a:lnTo>
                  <a:pt x="17150" y="12693"/>
                </a:lnTo>
                <a:lnTo>
                  <a:pt x="16178" y="14213"/>
                </a:lnTo>
                <a:lnTo>
                  <a:pt x="15147" y="15595"/>
                </a:lnTo>
                <a:lnTo>
                  <a:pt x="14044" y="16838"/>
                </a:lnTo>
                <a:lnTo>
                  <a:pt x="12854" y="17940"/>
                </a:lnTo>
                <a:lnTo>
                  <a:pt x="11566" y="18897"/>
                </a:lnTo>
                <a:lnTo>
                  <a:pt x="10164" y="19707"/>
                </a:lnTo>
                <a:lnTo>
                  <a:pt x="8893" y="20021"/>
                </a:lnTo>
                <a:lnTo>
                  <a:pt x="7625" y="20317"/>
                </a:lnTo>
                <a:lnTo>
                  <a:pt x="6358" y="20591"/>
                </a:lnTo>
                <a:lnTo>
                  <a:pt x="5090" y="20842"/>
                </a:lnTo>
                <a:lnTo>
                  <a:pt x="3823" y="21071"/>
                </a:lnTo>
                <a:lnTo>
                  <a:pt x="2553" y="21275"/>
                </a:lnTo>
                <a:lnTo>
                  <a:pt x="1278" y="21452"/>
                </a:lnTo>
                <a:lnTo>
                  <a:pt x="0" y="21600"/>
                </a:lnTo>
                <a:lnTo>
                  <a:pt x="734" y="19237"/>
                </a:lnTo>
                <a:lnTo>
                  <a:pt x="1290" y="17492"/>
                </a:lnTo>
                <a:lnTo>
                  <a:pt x="1779" y="16054"/>
                </a:lnTo>
                <a:lnTo>
                  <a:pt x="2309" y="14616"/>
                </a:lnTo>
                <a:lnTo>
                  <a:pt x="2989" y="12871"/>
                </a:lnTo>
                <a:lnTo>
                  <a:pt x="3927" y="10508"/>
                </a:lnTo>
                <a:lnTo>
                  <a:pt x="5225" y="10508"/>
                </a:lnTo>
                <a:lnTo>
                  <a:pt x="6531" y="10508"/>
                </a:lnTo>
                <a:lnTo>
                  <a:pt x="7855" y="10508"/>
                </a:lnTo>
                <a:lnTo>
                  <a:pt x="7855" y="8064"/>
                </a:lnTo>
                <a:lnTo>
                  <a:pt x="7855" y="5605"/>
                </a:lnTo>
                <a:lnTo>
                  <a:pt x="7855" y="3113"/>
                </a:lnTo>
                <a:lnTo>
                  <a:pt x="9386" y="2071"/>
                </a:lnTo>
                <a:lnTo>
                  <a:pt x="10814" y="1224"/>
                </a:lnTo>
                <a:lnTo>
                  <a:pt x="12161" y="588"/>
                </a:lnTo>
                <a:lnTo>
                  <a:pt x="13455" y="174"/>
                </a:lnTo>
                <a:lnTo>
                  <a:pt x="14723" y="0"/>
                </a:lnTo>
                <a:lnTo>
                  <a:pt x="15992" y="70"/>
                </a:lnTo>
                <a:lnTo>
                  <a:pt x="17288" y="407"/>
                </a:lnTo>
                <a:lnTo>
                  <a:pt x="18637" y="1017"/>
                </a:lnTo>
                <a:lnTo>
                  <a:pt x="20066" y="1915"/>
                </a:lnTo>
                <a:lnTo>
                  <a:pt x="21600" y="3113"/>
                </a:lnTo>
                <a:close/>
              </a:path>
            </a:pathLst>
          </a:custGeom>
          <a:solidFill>
            <a:srgbClr val="C0D6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7" name="contour_08765"/>
          <p:cNvSpPr/>
          <p:nvPr/>
        </p:nvSpPr>
        <p:spPr>
          <a:xfrm>
            <a:off x="8712237" y="3170276"/>
            <a:ext cx="51657" cy="66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84" y="0"/>
                </a:moveTo>
                <a:lnTo>
                  <a:pt x="19796" y="0"/>
                </a:lnTo>
                <a:lnTo>
                  <a:pt x="21332" y="0"/>
                </a:lnTo>
                <a:lnTo>
                  <a:pt x="21371" y="1557"/>
                </a:lnTo>
                <a:lnTo>
                  <a:pt x="21408" y="3117"/>
                </a:lnTo>
                <a:lnTo>
                  <a:pt x="21438" y="4675"/>
                </a:lnTo>
                <a:lnTo>
                  <a:pt x="21469" y="6232"/>
                </a:lnTo>
                <a:lnTo>
                  <a:pt x="21496" y="7792"/>
                </a:lnTo>
                <a:lnTo>
                  <a:pt x="21521" y="9349"/>
                </a:lnTo>
                <a:lnTo>
                  <a:pt x="21560" y="10681"/>
                </a:lnTo>
                <a:lnTo>
                  <a:pt x="21600" y="12032"/>
                </a:lnTo>
                <a:lnTo>
                  <a:pt x="21597" y="13426"/>
                </a:lnTo>
                <a:lnTo>
                  <a:pt x="21563" y="14817"/>
                </a:lnTo>
                <a:lnTo>
                  <a:pt x="21502" y="16211"/>
                </a:lnTo>
                <a:lnTo>
                  <a:pt x="21423" y="17602"/>
                </a:lnTo>
                <a:lnTo>
                  <a:pt x="21332" y="18993"/>
                </a:lnTo>
                <a:lnTo>
                  <a:pt x="19503" y="20370"/>
                </a:lnTo>
                <a:lnTo>
                  <a:pt x="18129" y="21099"/>
                </a:lnTo>
                <a:lnTo>
                  <a:pt x="16520" y="21429"/>
                </a:lnTo>
                <a:lnTo>
                  <a:pt x="13988" y="21600"/>
                </a:lnTo>
                <a:lnTo>
                  <a:pt x="12324" y="21572"/>
                </a:lnTo>
                <a:lnTo>
                  <a:pt x="10651" y="21543"/>
                </a:lnTo>
                <a:lnTo>
                  <a:pt x="8953" y="21515"/>
                </a:lnTo>
                <a:lnTo>
                  <a:pt x="7280" y="21493"/>
                </a:lnTo>
                <a:lnTo>
                  <a:pt x="5598" y="21472"/>
                </a:lnTo>
                <a:lnTo>
                  <a:pt x="3892" y="21450"/>
                </a:lnTo>
                <a:lnTo>
                  <a:pt x="1959" y="21410"/>
                </a:lnTo>
                <a:lnTo>
                  <a:pt x="0" y="21367"/>
                </a:lnTo>
                <a:lnTo>
                  <a:pt x="0" y="19800"/>
                </a:lnTo>
                <a:lnTo>
                  <a:pt x="0" y="18231"/>
                </a:lnTo>
                <a:lnTo>
                  <a:pt x="0" y="16655"/>
                </a:lnTo>
                <a:lnTo>
                  <a:pt x="0" y="15071"/>
                </a:lnTo>
                <a:lnTo>
                  <a:pt x="0" y="13478"/>
                </a:lnTo>
                <a:lnTo>
                  <a:pt x="0" y="11871"/>
                </a:lnTo>
                <a:lnTo>
                  <a:pt x="920" y="11989"/>
                </a:lnTo>
                <a:lnTo>
                  <a:pt x="1764" y="12101"/>
                </a:lnTo>
                <a:lnTo>
                  <a:pt x="2688" y="12220"/>
                </a:lnTo>
                <a:lnTo>
                  <a:pt x="3840" y="12369"/>
                </a:lnTo>
                <a:lnTo>
                  <a:pt x="5370" y="12569"/>
                </a:lnTo>
                <a:lnTo>
                  <a:pt x="7430" y="12835"/>
                </a:lnTo>
                <a:lnTo>
                  <a:pt x="10166" y="13191"/>
                </a:lnTo>
                <a:lnTo>
                  <a:pt x="13735" y="13654"/>
                </a:lnTo>
                <a:lnTo>
                  <a:pt x="18284" y="14245"/>
                </a:lnTo>
                <a:lnTo>
                  <a:pt x="18284" y="12678"/>
                </a:lnTo>
                <a:lnTo>
                  <a:pt x="18284" y="11109"/>
                </a:lnTo>
                <a:lnTo>
                  <a:pt x="18284" y="9539"/>
                </a:lnTo>
                <a:lnTo>
                  <a:pt x="18284" y="7965"/>
                </a:lnTo>
                <a:lnTo>
                  <a:pt x="18284" y="6386"/>
                </a:lnTo>
                <a:lnTo>
                  <a:pt x="18284" y="4801"/>
                </a:lnTo>
                <a:lnTo>
                  <a:pt x="18284" y="3210"/>
                </a:lnTo>
                <a:lnTo>
                  <a:pt x="18284" y="1610"/>
                </a:lnTo>
                <a:lnTo>
                  <a:pt x="18284" y="0"/>
                </a:lnTo>
                <a:close/>
              </a:path>
            </a:pathLst>
          </a:custGeom>
          <a:solidFill>
            <a:srgbClr val="9EB0B9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8" name="contour_08766"/>
          <p:cNvSpPr/>
          <p:nvPr/>
        </p:nvSpPr>
        <p:spPr>
          <a:xfrm>
            <a:off x="7050574" y="3155700"/>
            <a:ext cx="58304" cy="658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321" y="1530"/>
                </a:lnTo>
                <a:lnTo>
                  <a:pt x="8548" y="3071"/>
                </a:lnTo>
                <a:lnTo>
                  <a:pt x="8775" y="4632"/>
                </a:lnTo>
                <a:lnTo>
                  <a:pt x="9204" y="6195"/>
                </a:lnTo>
                <a:lnTo>
                  <a:pt x="9558" y="7228"/>
                </a:lnTo>
                <a:lnTo>
                  <a:pt x="10028" y="8196"/>
                </a:lnTo>
                <a:lnTo>
                  <a:pt x="10800" y="9561"/>
                </a:lnTo>
                <a:lnTo>
                  <a:pt x="12587" y="10283"/>
                </a:lnTo>
                <a:lnTo>
                  <a:pt x="14307" y="10813"/>
                </a:lnTo>
                <a:lnTo>
                  <a:pt x="16014" y="11200"/>
                </a:lnTo>
                <a:lnTo>
                  <a:pt x="17763" y="11490"/>
                </a:lnTo>
                <a:lnTo>
                  <a:pt x="19605" y="11724"/>
                </a:lnTo>
                <a:lnTo>
                  <a:pt x="21600" y="11951"/>
                </a:lnTo>
                <a:lnTo>
                  <a:pt x="21033" y="13450"/>
                </a:lnTo>
                <a:lnTo>
                  <a:pt x="20436" y="14898"/>
                </a:lnTo>
                <a:lnTo>
                  <a:pt x="19788" y="16301"/>
                </a:lnTo>
                <a:lnTo>
                  <a:pt x="19065" y="17661"/>
                </a:lnTo>
                <a:lnTo>
                  <a:pt x="18241" y="18980"/>
                </a:lnTo>
                <a:lnTo>
                  <a:pt x="17293" y="20264"/>
                </a:lnTo>
                <a:lnTo>
                  <a:pt x="16200" y="21512"/>
                </a:lnTo>
                <a:lnTo>
                  <a:pt x="14229" y="21600"/>
                </a:lnTo>
                <a:lnTo>
                  <a:pt x="12382" y="21452"/>
                </a:lnTo>
                <a:lnTo>
                  <a:pt x="10616" y="21100"/>
                </a:lnTo>
                <a:lnTo>
                  <a:pt x="8891" y="20575"/>
                </a:lnTo>
                <a:lnTo>
                  <a:pt x="7166" y="19905"/>
                </a:lnTo>
                <a:lnTo>
                  <a:pt x="5400" y="19121"/>
                </a:lnTo>
                <a:lnTo>
                  <a:pt x="3418" y="17618"/>
                </a:lnTo>
                <a:lnTo>
                  <a:pt x="2192" y="16621"/>
                </a:lnTo>
                <a:lnTo>
                  <a:pt x="1223" y="15677"/>
                </a:lnTo>
                <a:lnTo>
                  <a:pt x="0" y="14341"/>
                </a:lnTo>
                <a:lnTo>
                  <a:pt x="1604" y="14341"/>
                </a:lnTo>
                <a:lnTo>
                  <a:pt x="3213" y="14341"/>
                </a:lnTo>
                <a:lnTo>
                  <a:pt x="4828" y="14341"/>
                </a:lnTo>
                <a:lnTo>
                  <a:pt x="6456" y="14341"/>
                </a:lnTo>
                <a:lnTo>
                  <a:pt x="8100" y="14341"/>
                </a:lnTo>
                <a:lnTo>
                  <a:pt x="8100" y="12764"/>
                </a:lnTo>
                <a:lnTo>
                  <a:pt x="8100" y="11184"/>
                </a:lnTo>
                <a:lnTo>
                  <a:pt x="8100" y="9604"/>
                </a:lnTo>
                <a:lnTo>
                  <a:pt x="8100" y="8019"/>
                </a:lnTo>
                <a:lnTo>
                  <a:pt x="8100" y="6430"/>
                </a:lnTo>
                <a:lnTo>
                  <a:pt x="8100" y="4833"/>
                </a:lnTo>
                <a:lnTo>
                  <a:pt x="8100" y="3232"/>
                </a:lnTo>
                <a:lnTo>
                  <a:pt x="8100" y="1621"/>
                </a:lnTo>
                <a:lnTo>
                  <a:pt x="8100" y="0"/>
                </a:lnTo>
                <a:close/>
              </a:path>
            </a:pathLst>
          </a:custGeom>
          <a:solidFill>
            <a:srgbClr val="A0ADBB"/>
          </a:solidFill>
          <a:ln>
            <a:noFill/>
          </a:ln>
        </p:spPr>
        <p:txBody>
          <a:bodyPr/>
          <a:lstStyle/>
          <a:p/>
        </p:txBody>
      </p:sp>
      <p:sp>
        <p:nvSpPr>
          <p:cNvPr id="8769" name="contour_08767"/>
          <p:cNvSpPr/>
          <p:nvPr/>
        </p:nvSpPr>
        <p:spPr>
          <a:xfrm>
            <a:off x="10658130" y="3155700"/>
            <a:ext cx="58304" cy="532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1" y="0"/>
                </a:lnTo>
                <a:lnTo>
                  <a:pt x="3745" y="0"/>
                </a:lnTo>
                <a:lnTo>
                  <a:pt x="5619" y="0"/>
                </a:lnTo>
                <a:lnTo>
                  <a:pt x="7495" y="0"/>
                </a:lnTo>
                <a:lnTo>
                  <a:pt x="9380" y="0"/>
                </a:lnTo>
                <a:lnTo>
                  <a:pt x="11267" y="0"/>
                </a:lnTo>
                <a:lnTo>
                  <a:pt x="13162" y="0"/>
                </a:lnTo>
                <a:lnTo>
                  <a:pt x="15066" y="0"/>
                </a:lnTo>
                <a:lnTo>
                  <a:pt x="16978" y="0"/>
                </a:lnTo>
                <a:lnTo>
                  <a:pt x="18900" y="0"/>
                </a:lnTo>
                <a:lnTo>
                  <a:pt x="18565" y="1829"/>
                </a:lnTo>
                <a:lnTo>
                  <a:pt x="18230" y="3658"/>
                </a:lnTo>
                <a:lnTo>
                  <a:pt x="17896" y="5492"/>
                </a:lnTo>
                <a:lnTo>
                  <a:pt x="17561" y="7330"/>
                </a:lnTo>
                <a:lnTo>
                  <a:pt x="17223" y="9177"/>
                </a:lnTo>
                <a:lnTo>
                  <a:pt x="16883" y="11032"/>
                </a:lnTo>
                <a:lnTo>
                  <a:pt x="16543" y="12896"/>
                </a:lnTo>
                <a:lnTo>
                  <a:pt x="16200" y="14772"/>
                </a:lnTo>
                <a:lnTo>
                  <a:pt x="17985" y="14772"/>
                </a:lnTo>
                <a:lnTo>
                  <a:pt x="19780" y="14772"/>
                </a:lnTo>
                <a:lnTo>
                  <a:pt x="21600" y="14772"/>
                </a:lnTo>
                <a:lnTo>
                  <a:pt x="21036" y="16492"/>
                </a:lnTo>
                <a:lnTo>
                  <a:pt x="20566" y="17682"/>
                </a:lnTo>
                <a:lnTo>
                  <a:pt x="19939" y="18894"/>
                </a:lnTo>
                <a:lnTo>
                  <a:pt x="18900" y="20681"/>
                </a:lnTo>
                <a:lnTo>
                  <a:pt x="16953" y="21154"/>
                </a:lnTo>
                <a:lnTo>
                  <a:pt x="15028" y="21455"/>
                </a:lnTo>
                <a:lnTo>
                  <a:pt x="13114" y="21600"/>
                </a:lnTo>
                <a:lnTo>
                  <a:pt x="11202" y="21585"/>
                </a:lnTo>
                <a:lnTo>
                  <a:pt x="9285" y="21426"/>
                </a:lnTo>
                <a:lnTo>
                  <a:pt x="7352" y="21121"/>
                </a:lnTo>
                <a:lnTo>
                  <a:pt x="5400" y="20681"/>
                </a:lnTo>
                <a:lnTo>
                  <a:pt x="4325" y="18483"/>
                </a:lnTo>
                <a:lnTo>
                  <a:pt x="3648" y="16923"/>
                </a:lnTo>
                <a:lnTo>
                  <a:pt x="3237" y="15576"/>
                </a:lnTo>
                <a:lnTo>
                  <a:pt x="2965" y="14016"/>
                </a:lnTo>
                <a:lnTo>
                  <a:pt x="2700" y="11818"/>
                </a:lnTo>
                <a:lnTo>
                  <a:pt x="4482" y="11818"/>
                </a:lnTo>
                <a:lnTo>
                  <a:pt x="6267" y="11818"/>
                </a:lnTo>
                <a:lnTo>
                  <a:pt x="8059" y="11818"/>
                </a:lnTo>
                <a:lnTo>
                  <a:pt x="9860" y="11818"/>
                </a:lnTo>
                <a:lnTo>
                  <a:pt x="11672" y="11818"/>
                </a:lnTo>
                <a:lnTo>
                  <a:pt x="13500" y="11818"/>
                </a:lnTo>
                <a:lnTo>
                  <a:pt x="13500" y="10063"/>
                </a:lnTo>
                <a:lnTo>
                  <a:pt x="13500" y="8302"/>
                </a:lnTo>
                <a:lnTo>
                  <a:pt x="13500" y="6535"/>
                </a:lnTo>
                <a:lnTo>
                  <a:pt x="13500" y="4754"/>
                </a:lnTo>
                <a:lnTo>
                  <a:pt x="13500" y="2954"/>
                </a:lnTo>
                <a:lnTo>
                  <a:pt x="11829" y="3321"/>
                </a:lnTo>
                <a:lnTo>
                  <a:pt x="10157" y="3687"/>
                </a:lnTo>
                <a:lnTo>
                  <a:pt x="8481" y="4054"/>
                </a:lnTo>
                <a:lnTo>
                  <a:pt x="6801" y="4420"/>
                </a:lnTo>
                <a:lnTo>
                  <a:pt x="5114" y="4789"/>
                </a:lnTo>
                <a:lnTo>
                  <a:pt x="3418" y="5161"/>
                </a:lnTo>
                <a:lnTo>
                  <a:pt x="1714" y="5534"/>
                </a:lnTo>
                <a:lnTo>
                  <a:pt x="0" y="5909"/>
                </a:lnTo>
                <a:lnTo>
                  <a:pt x="0" y="3956"/>
                </a:lnTo>
                <a:lnTo>
                  <a:pt x="0" y="1991"/>
                </a:lnTo>
                <a:lnTo>
                  <a:pt x="0" y="0"/>
                </a:lnTo>
                <a:close/>
              </a:path>
            </a:pathLst>
          </a:custGeom>
          <a:solidFill>
            <a:srgbClr val="666D73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0" name="contour_08768"/>
          <p:cNvSpPr/>
          <p:nvPr/>
        </p:nvSpPr>
        <p:spPr>
          <a:xfrm>
            <a:off x="7283790" y="3117358"/>
            <a:ext cx="80168" cy="674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27" y="1612"/>
                </a:moveTo>
                <a:lnTo>
                  <a:pt x="20758" y="2269"/>
                </a:lnTo>
                <a:lnTo>
                  <a:pt x="21600" y="2941"/>
                </a:lnTo>
                <a:lnTo>
                  <a:pt x="21221" y="3391"/>
                </a:lnTo>
                <a:lnTo>
                  <a:pt x="20553" y="4184"/>
                </a:lnTo>
                <a:lnTo>
                  <a:pt x="19022" y="6003"/>
                </a:lnTo>
                <a:lnTo>
                  <a:pt x="18619" y="6482"/>
                </a:lnTo>
                <a:lnTo>
                  <a:pt x="17404" y="7935"/>
                </a:lnTo>
                <a:lnTo>
                  <a:pt x="16577" y="8907"/>
                </a:lnTo>
                <a:lnTo>
                  <a:pt x="15748" y="9875"/>
                </a:lnTo>
                <a:lnTo>
                  <a:pt x="14914" y="10838"/>
                </a:lnTo>
                <a:lnTo>
                  <a:pt x="14075" y="11797"/>
                </a:lnTo>
                <a:lnTo>
                  <a:pt x="12540" y="13565"/>
                </a:lnTo>
                <a:lnTo>
                  <a:pt x="11421" y="14892"/>
                </a:lnTo>
                <a:lnTo>
                  <a:pt x="10629" y="15921"/>
                </a:lnTo>
                <a:lnTo>
                  <a:pt x="10077" y="16791"/>
                </a:lnTo>
                <a:lnTo>
                  <a:pt x="9675" y="17640"/>
                </a:lnTo>
                <a:lnTo>
                  <a:pt x="9331" y="18612"/>
                </a:lnTo>
                <a:lnTo>
                  <a:pt x="8958" y="19851"/>
                </a:lnTo>
                <a:lnTo>
                  <a:pt x="8410" y="20718"/>
                </a:lnTo>
                <a:lnTo>
                  <a:pt x="7855" y="21600"/>
                </a:lnTo>
                <a:lnTo>
                  <a:pt x="6504" y="21378"/>
                </a:lnTo>
                <a:lnTo>
                  <a:pt x="5178" y="21075"/>
                </a:lnTo>
                <a:lnTo>
                  <a:pt x="3874" y="20700"/>
                </a:lnTo>
                <a:lnTo>
                  <a:pt x="2582" y="20266"/>
                </a:lnTo>
                <a:lnTo>
                  <a:pt x="1294" y="19783"/>
                </a:lnTo>
                <a:lnTo>
                  <a:pt x="0" y="19268"/>
                </a:lnTo>
                <a:lnTo>
                  <a:pt x="1970" y="15965"/>
                </a:lnTo>
                <a:lnTo>
                  <a:pt x="3729" y="13031"/>
                </a:lnTo>
                <a:lnTo>
                  <a:pt x="5296" y="10451"/>
                </a:lnTo>
                <a:lnTo>
                  <a:pt x="6694" y="8203"/>
                </a:lnTo>
                <a:lnTo>
                  <a:pt x="7943" y="6272"/>
                </a:lnTo>
                <a:lnTo>
                  <a:pt x="9064" y="4637"/>
                </a:lnTo>
                <a:lnTo>
                  <a:pt x="10075" y="3282"/>
                </a:lnTo>
                <a:lnTo>
                  <a:pt x="11000" y="2188"/>
                </a:lnTo>
                <a:lnTo>
                  <a:pt x="11856" y="1336"/>
                </a:lnTo>
                <a:lnTo>
                  <a:pt x="12667" y="711"/>
                </a:lnTo>
                <a:lnTo>
                  <a:pt x="13451" y="292"/>
                </a:lnTo>
                <a:lnTo>
                  <a:pt x="14230" y="61"/>
                </a:lnTo>
                <a:lnTo>
                  <a:pt x="15024" y="0"/>
                </a:lnTo>
                <a:lnTo>
                  <a:pt x="15850" y="91"/>
                </a:lnTo>
                <a:lnTo>
                  <a:pt x="16736" y="315"/>
                </a:lnTo>
                <a:lnTo>
                  <a:pt x="17696" y="655"/>
                </a:lnTo>
                <a:lnTo>
                  <a:pt x="18753" y="1094"/>
                </a:lnTo>
                <a:lnTo>
                  <a:pt x="19927" y="1612"/>
                </a:lnTo>
                <a:close/>
              </a:path>
            </a:pathLst>
          </a:custGeom>
          <a:solidFill>
            <a:srgbClr val="8D9AA0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1" name="contour_08769"/>
          <p:cNvSpPr/>
          <p:nvPr/>
        </p:nvSpPr>
        <p:spPr>
          <a:xfrm>
            <a:off x="11241170" y="3075532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168" y="2376"/>
                </a:lnTo>
                <a:lnTo>
                  <a:pt x="20736" y="4756"/>
                </a:lnTo>
                <a:lnTo>
                  <a:pt x="20302" y="7135"/>
                </a:lnTo>
                <a:lnTo>
                  <a:pt x="19868" y="9522"/>
                </a:lnTo>
                <a:lnTo>
                  <a:pt x="19434" y="11916"/>
                </a:lnTo>
                <a:lnTo>
                  <a:pt x="18996" y="14321"/>
                </a:lnTo>
                <a:lnTo>
                  <a:pt x="18558" y="16733"/>
                </a:lnTo>
                <a:lnTo>
                  <a:pt x="18117" y="19159"/>
                </a:lnTo>
                <a:lnTo>
                  <a:pt x="17673" y="21600"/>
                </a:lnTo>
                <a:lnTo>
                  <a:pt x="17443" y="19350"/>
                </a:lnTo>
                <a:lnTo>
                  <a:pt x="17213" y="17100"/>
                </a:lnTo>
                <a:lnTo>
                  <a:pt x="16982" y="14850"/>
                </a:lnTo>
                <a:lnTo>
                  <a:pt x="16752" y="12600"/>
                </a:lnTo>
                <a:lnTo>
                  <a:pt x="16522" y="10350"/>
                </a:lnTo>
                <a:lnTo>
                  <a:pt x="16118" y="8788"/>
                </a:lnTo>
                <a:lnTo>
                  <a:pt x="15709" y="7200"/>
                </a:lnTo>
                <a:lnTo>
                  <a:pt x="14411" y="7200"/>
                </a:lnTo>
                <a:lnTo>
                  <a:pt x="13105" y="7200"/>
                </a:lnTo>
                <a:lnTo>
                  <a:pt x="11782" y="7200"/>
                </a:lnTo>
                <a:lnTo>
                  <a:pt x="11782" y="9580"/>
                </a:lnTo>
                <a:lnTo>
                  <a:pt x="11782" y="11974"/>
                </a:lnTo>
                <a:lnTo>
                  <a:pt x="11782" y="14400"/>
                </a:lnTo>
                <a:lnTo>
                  <a:pt x="10486" y="14400"/>
                </a:lnTo>
                <a:lnTo>
                  <a:pt x="9188" y="14400"/>
                </a:lnTo>
                <a:lnTo>
                  <a:pt x="7884" y="14400"/>
                </a:lnTo>
                <a:lnTo>
                  <a:pt x="6574" y="14400"/>
                </a:lnTo>
                <a:lnTo>
                  <a:pt x="5257" y="14400"/>
                </a:lnTo>
                <a:lnTo>
                  <a:pt x="3927" y="14400"/>
                </a:lnTo>
                <a:lnTo>
                  <a:pt x="4008" y="12690"/>
                </a:lnTo>
                <a:lnTo>
                  <a:pt x="4090" y="10969"/>
                </a:lnTo>
                <a:lnTo>
                  <a:pt x="4173" y="9223"/>
                </a:lnTo>
                <a:lnTo>
                  <a:pt x="4092" y="7366"/>
                </a:lnTo>
                <a:lnTo>
                  <a:pt x="4010" y="5497"/>
                </a:lnTo>
                <a:lnTo>
                  <a:pt x="3927" y="3600"/>
                </a:lnTo>
                <a:lnTo>
                  <a:pt x="2955" y="2707"/>
                </a:lnTo>
                <a:lnTo>
                  <a:pt x="1977" y="1814"/>
                </a:lnTo>
                <a:lnTo>
                  <a:pt x="996" y="911"/>
                </a:lnTo>
                <a:lnTo>
                  <a:pt x="0" y="0"/>
                </a:lnTo>
                <a:close/>
              </a:path>
            </a:pathLst>
          </a:custGeom>
          <a:solidFill>
            <a:srgbClr val="CD8688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2" name="contour_08770"/>
          <p:cNvSpPr/>
          <p:nvPr/>
        </p:nvSpPr>
        <p:spPr>
          <a:xfrm>
            <a:off x="10432203" y="3052473"/>
            <a:ext cx="51016" cy="407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33"/>
                </a:moveTo>
                <a:lnTo>
                  <a:pt x="2231" y="367"/>
                </a:lnTo>
                <a:lnTo>
                  <a:pt x="4437" y="162"/>
                </a:lnTo>
                <a:lnTo>
                  <a:pt x="6628" y="35"/>
                </a:lnTo>
                <a:lnTo>
                  <a:pt x="8813" y="0"/>
                </a:lnTo>
                <a:lnTo>
                  <a:pt x="11001" y="77"/>
                </a:lnTo>
                <a:lnTo>
                  <a:pt x="13204" y="282"/>
                </a:lnTo>
                <a:lnTo>
                  <a:pt x="15429" y="633"/>
                </a:lnTo>
                <a:lnTo>
                  <a:pt x="17224" y="2901"/>
                </a:lnTo>
                <a:lnTo>
                  <a:pt x="18487" y="4604"/>
                </a:lnTo>
                <a:lnTo>
                  <a:pt x="19381" y="6064"/>
                </a:lnTo>
                <a:lnTo>
                  <a:pt x="20085" y="7609"/>
                </a:lnTo>
                <a:lnTo>
                  <a:pt x="20767" y="9552"/>
                </a:lnTo>
                <a:lnTo>
                  <a:pt x="21600" y="12221"/>
                </a:lnTo>
                <a:lnTo>
                  <a:pt x="21023" y="14674"/>
                </a:lnTo>
                <a:lnTo>
                  <a:pt x="20508" y="16297"/>
                </a:lnTo>
                <a:lnTo>
                  <a:pt x="19770" y="17815"/>
                </a:lnTo>
                <a:lnTo>
                  <a:pt x="18514" y="19947"/>
                </a:lnTo>
                <a:lnTo>
                  <a:pt x="16262" y="20742"/>
                </a:lnTo>
                <a:lnTo>
                  <a:pt x="14052" y="21291"/>
                </a:lnTo>
                <a:lnTo>
                  <a:pt x="11874" y="21577"/>
                </a:lnTo>
                <a:lnTo>
                  <a:pt x="9705" y="21600"/>
                </a:lnTo>
                <a:lnTo>
                  <a:pt x="7529" y="21341"/>
                </a:lnTo>
                <a:lnTo>
                  <a:pt x="5329" y="20793"/>
                </a:lnTo>
                <a:lnTo>
                  <a:pt x="3086" y="19947"/>
                </a:lnTo>
                <a:lnTo>
                  <a:pt x="2256" y="17602"/>
                </a:lnTo>
                <a:lnTo>
                  <a:pt x="1595" y="15258"/>
                </a:lnTo>
                <a:lnTo>
                  <a:pt x="1086" y="12905"/>
                </a:lnTo>
                <a:lnTo>
                  <a:pt x="700" y="10533"/>
                </a:lnTo>
                <a:lnTo>
                  <a:pt x="423" y="8135"/>
                </a:lnTo>
                <a:lnTo>
                  <a:pt x="228" y="5690"/>
                </a:lnTo>
                <a:lnTo>
                  <a:pt x="93" y="3194"/>
                </a:lnTo>
                <a:lnTo>
                  <a:pt x="0" y="633"/>
                </a:lnTo>
                <a:close/>
              </a:path>
            </a:pathLst>
          </a:custGeom>
          <a:solidFill>
            <a:srgbClr val="DAE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3" name="contour_08771"/>
          <p:cNvSpPr/>
          <p:nvPr/>
        </p:nvSpPr>
        <p:spPr>
          <a:xfrm>
            <a:off x="7465837" y="3039092"/>
            <a:ext cx="3765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" y="0"/>
                </a:moveTo>
                <a:lnTo>
                  <a:pt x="2852" y="0"/>
                </a:lnTo>
                <a:lnTo>
                  <a:pt x="5632" y="0"/>
                </a:lnTo>
                <a:lnTo>
                  <a:pt x="8450" y="0"/>
                </a:lnTo>
                <a:lnTo>
                  <a:pt x="10553" y="1082"/>
                </a:lnTo>
                <a:lnTo>
                  <a:pt x="12376" y="2205"/>
                </a:lnTo>
                <a:lnTo>
                  <a:pt x="13940" y="3368"/>
                </a:lnTo>
                <a:lnTo>
                  <a:pt x="15278" y="4569"/>
                </a:lnTo>
                <a:lnTo>
                  <a:pt x="16415" y="5805"/>
                </a:lnTo>
                <a:lnTo>
                  <a:pt x="17377" y="7073"/>
                </a:lnTo>
                <a:lnTo>
                  <a:pt x="18192" y="8371"/>
                </a:lnTo>
                <a:lnTo>
                  <a:pt x="18895" y="9696"/>
                </a:lnTo>
                <a:lnTo>
                  <a:pt x="19505" y="11045"/>
                </a:lnTo>
                <a:lnTo>
                  <a:pt x="20053" y="12418"/>
                </a:lnTo>
                <a:lnTo>
                  <a:pt x="20567" y="13810"/>
                </a:lnTo>
                <a:lnTo>
                  <a:pt x="21073" y="15220"/>
                </a:lnTo>
                <a:lnTo>
                  <a:pt x="21600" y="16646"/>
                </a:lnTo>
                <a:lnTo>
                  <a:pt x="21512" y="17086"/>
                </a:lnTo>
                <a:lnTo>
                  <a:pt x="21353" y="17861"/>
                </a:lnTo>
                <a:lnTo>
                  <a:pt x="20994" y="19636"/>
                </a:lnTo>
                <a:lnTo>
                  <a:pt x="17908" y="20322"/>
                </a:lnTo>
                <a:lnTo>
                  <a:pt x="15713" y="20767"/>
                </a:lnTo>
                <a:lnTo>
                  <a:pt x="13806" y="21066"/>
                </a:lnTo>
                <a:lnTo>
                  <a:pt x="11586" y="21311"/>
                </a:lnTo>
                <a:lnTo>
                  <a:pt x="8450" y="21600"/>
                </a:lnTo>
                <a:lnTo>
                  <a:pt x="7852" y="20479"/>
                </a:lnTo>
                <a:lnTo>
                  <a:pt x="7259" y="19358"/>
                </a:lnTo>
                <a:lnTo>
                  <a:pt x="6665" y="18236"/>
                </a:lnTo>
                <a:lnTo>
                  <a:pt x="6071" y="17115"/>
                </a:lnTo>
                <a:lnTo>
                  <a:pt x="5477" y="15994"/>
                </a:lnTo>
                <a:lnTo>
                  <a:pt x="4892" y="14914"/>
                </a:lnTo>
                <a:lnTo>
                  <a:pt x="4294" y="13836"/>
                </a:lnTo>
                <a:lnTo>
                  <a:pt x="3684" y="12758"/>
                </a:lnTo>
                <a:lnTo>
                  <a:pt x="3061" y="11682"/>
                </a:lnTo>
                <a:lnTo>
                  <a:pt x="2337" y="10364"/>
                </a:lnTo>
                <a:lnTo>
                  <a:pt x="1706" y="9072"/>
                </a:lnTo>
                <a:lnTo>
                  <a:pt x="1171" y="7796"/>
                </a:lnTo>
                <a:lnTo>
                  <a:pt x="732" y="6527"/>
                </a:lnTo>
                <a:lnTo>
                  <a:pt x="389" y="5259"/>
                </a:lnTo>
                <a:lnTo>
                  <a:pt x="151" y="3980"/>
                </a:lnTo>
                <a:lnTo>
                  <a:pt x="21" y="2682"/>
                </a:lnTo>
                <a:lnTo>
                  <a:pt x="0" y="1359"/>
                </a:lnTo>
                <a:lnTo>
                  <a:pt x="88" y="0"/>
                </a:lnTo>
                <a:close/>
              </a:path>
            </a:pathLst>
          </a:custGeom>
          <a:solidFill>
            <a:srgbClr val="9AA0A1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4" name="contour_08772"/>
          <p:cNvSpPr/>
          <p:nvPr/>
        </p:nvSpPr>
        <p:spPr>
          <a:xfrm>
            <a:off x="4812717" y="3046380"/>
            <a:ext cx="5874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20" y="0"/>
                </a:moveTo>
                <a:lnTo>
                  <a:pt x="19636" y="1993"/>
                </a:lnTo>
                <a:lnTo>
                  <a:pt x="20183" y="3999"/>
                </a:lnTo>
                <a:lnTo>
                  <a:pt x="20606" y="6029"/>
                </a:lnTo>
                <a:lnTo>
                  <a:pt x="20954" y="8094"/>
                </a:lnTo>
                <a:lnTo>
                  <a:pt x="21270" y="10195"/>
                </a:lnTo>
                <a:lnTo>
                  <a:pt x="21600" y="12343"/>
                </a:lnTo>
                <a:lnTo>
                  <a:pt x="20818" y="12729"/>
                </a:lnTo>
                <a:lnTo>
                  <a:pt x="20105" y="13080"/>
                </a:lnTo>
                <a:lnTo>
                  <a:pt x="19379" y="13438"/>
                </a:lnTo>
                <a:lnTo>
                  <a:pt x="18551" y="13849"/>
                </a:lnTo>
                <a:lnTo>
                  <a:pt x="17538" y="14349"/>
                </a:lnTo>
                <a:lnTo>
                  <a:pt x="16254" y="14981"/>
                </a:lnTo>
                <a:lnTo>
                  <a:pt x="14617" y="15790"/>
                </a:lnTo>
                <a:lnTo>
                  <a:pt x="12543" y="16814"/>
                </a:lnTo>
                <a:lnTo>
                  <a:pt x="9947" y="18095"/>
                </a:lnTo>
                <a:lnTo>
                  <a:pt x="6739" y="19678"/>
                </a:lnTo>
                <a:lnTo>
                  <a:pt x="2843" y="21600"/>
                </a:lnTo>
                <a:lnTo>
                  <a:pt x="1838" y="18206"/>
                </a:lnTo>
                <a:lnTo>
                  <a:pt x="1088" y="15592"/>
                </a:lnTo>
                <a:lnTo>
                  <a:pt x="560" y="13577"/>
                </a:lnTo>
                <a:lnTo>
                  <a:pt x="222" y="11982"/>
                </a:lnTo>
                <a:lnTo>
                  <a:pt x="46" y="10624"/>
                </a:lnTo>
                <a:lnTo>
                  <a:pt x="0" y="9322"/>
                </a:lnTo>
                <a:lnTo>
                  <a:pt x="48" y="7899"/>
                </a:lnTo>
                <a:lnTo>
                  <a:pt x="163" y="6171"/>
                </a:lnTo>
                <a:lnTo>
                  <a:pt x="1691" y="4885"/>
                </a:lnTo>
                <a:lnTo>
                  <a:pt x="3258" y="3780"/>
                </a:lnTo>
                <a:lnTo>
                  <a:pt x="4861" y="2848"/>
                </a:lnTo>
                <a:lnTo>
                  <a:pt x="6501" y="2077"/>
                </a:lnTo>
                <a:lnTo>
                  <a:pt x="8175" y="1447"/>
                </a:lnTo>
                <a:lnTo>
                  <a:pt x="9885" y="950"/>
                </a:lnTo>
                <a:lnTo>
                  <a:pt x="11627" y="574"/>
                </a:lnTo>
                <a:lnTo>
                  <a:pt x="13403" y="302"/>
                </a:lnTo>
                <a:lnTo>
                  <a:pt x="15212" y="127"/>
                </a:lnTo>
                <a:lnTo>
                  <a:pt x="17050" y="31"/>
                </a:lnTo>
                <a:lnTo>
                  <a:pt x="18920" y="0"/>
                </a:lnTo>
                <a:close/>
              </a:path>
            </a:pathLst>
          </a:custGeom>
          <a:solidFill>
            <a:srgbClr val="1B1A1B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5" name="contour_08773"/>
          <p:cNvSpPr/>
          <p:nvPr/>
        </p:nvSpPr>
        <p:spPr>
          <a:xfrm>
            <a:off x="10059553" y="3053668"/>
            <a:ext cx="8113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7" y="0"/>
                </a:moveTo>
                <a:lnTo>
                  <a:pt x="4405" y="2195"/>
                </a:lnTo>
                <a:lnTo>
                  <a:pt x="4674" y="4419"/>
                </a:lnTo>
                <a:lnTo>
                  <a:pt x="5024" y="5473"/>
                </a:lnTo>
                <a:lnTo>
                  <a:pt x="6077" y="8640"/>
                </a:lnTo>
                <a:lnTo>
                  <a:pt x="7426" y="8592"/>
                </a:lnTo>
                <a:lnTo>
                  <a:pt x="8441" y="8515"/>
                </a:lnTo>
                <a:lnTo>
                  <a:pt x="9312" y="8364"/>
                </a:lnTo>
                <a:lnTo>
                  <a:pt x="10231" y="8096"/>
                </a:lnTo>
                <a:lnTo>
                  <a:pt x="11394" y="7659"/>
                </a:lnTo>
                <a:lnTo>
                  <a:pt x="12989" y="7020"/>
                </a:lnTo>
                <a:lnTo>
                  <a:pt x="14234" y="6540"/>
                </a:lnTo>
                <a:lnTo>
                  <a:pt x="15488" y="6057"/>
                </a:lnTo>
                <a:lnTo>
                  <a:pt x="16757" y="5568"/>
                </a:lnTo>
                <a:lnTo>
                  <a:pt x="17715" y="5158"/>
                </a:lnTo>
                <a:lnTo>
                  <a:pt x="18682" y="4739"/>
                </a:lnTo>
                <a:lnTo>
                  <a:pt x="19660" y="4320"/>
                </a:lnTo>
                <a:lnTo>
                  <a:pt x="19980" y="7171"/>
                </a:lnTo>
                <a:lnTo>
                  <a:pt x="20300" y="10027"/>
                </a:lnTo>
                <a:lnTo>
                  <a:pt x="20622" y="12895"/>
                </a:lnTo>
                <a:lnTo>
                  <a:pt x="20946" y="15777"/>
                </a:lnTo>
                <a:lnTo>
                  <a:pt x="21272" y="18675"/>
                </a:lnTo>
                <a:lnTo>
                  <a:pt x="21600" y="21600"/>
                </a:lnTo>
                <a:lnTo>
                  <a:pt x="21130" y="21440"/>
                </a:lnTo>
                <a:lnTo>
                  <a:pt x="20304" y="21155"/>
                </a:lnTo>
                <a:lnTo>
                  <a:pt x="18408" y="20503"/>
                </a:lnTo>
                <a:lnTo>
                  <a:pt x="17356" y="20170"/>
                </a:lnTo>
                <a:lnTo>
                  <a:pt x="16307" y="19837"/>
                </a:lnTo>
                <a:lnTo>
                  <a:pt x="15255" y="19505"/>
                </a:lnTo>
                <a:lnTo>
                  <a:pt x="14203" y="19172"/>
                </a:lnTo>
                <a:lnTo>
                  <a:pt x="13163" y="18805"/>
                </a:lnTo>
                <a:lnTo>
                  <a:pt x="12106" y="18438"/>
                </a:lnTo>
                <a:lnTo>
                  <a:pt x="10656" y="18049"/>
                </a:lnTo>
                <a:lnTo>
                  <a:pt x="9292" y="17811"/>
                </a:lnTo>
                <a:lnTo>
                  <a:pt x="7988" y="17742"/>
                </a:lnTo>
                <a:lnTo>
                  <a:pt x="6725" y="17855"/>
                </a:lnTo>
                <a:lnTo>
                  <a:pt x="5480" y="18157"/>
                </a:lnTo>
                <a:lnTo>
                  <a:pt x="4234" y="18671"/>
                </a:lnTo>
                <a:lnTo>
                  <a:pt x="2961" y="19405"/>
                </a:lnTo>
                <a:lnTo>
                  <a:pt x="1642" y="20377"/>
                </a:lnTo>
                <a:lnTo>
                  <a:pt x="256" y="21600"/>
                </a:lnTo>
                <a:lnTo>
                  <a:pt x="114" y="16606"/>
                </a:lnTo>
                <a:lnTo>
                  <a:pt x="29" y="13094"/>
                </a:lnTo>
                <a:lnTo>
                  <a:pt x="0" y="10593"/>
                </a:lnTo>
                <a:lnTo>
                  <a:pt x="29" y="8614"/>
                </a:lnTo>
                <a:lnTo>
                  <a:pt x="114" y="6683"/>
                </a:lnTo>
                <a:lnTo>
                  <a:pt x="256" y="4320"/>
                </a:lnTo>
                <a:lnTo>
                  <a:pt x="1409" y="2428"/>
                </a:lnTo>
                <a:lnTo>
                  <a:pt x="2196" y="1348"/>
                </a:lnTo>
                <a:lnTo>
                  <a:pt x="2984" y="674"/>
                </a:lnTo>
                <a:lnTo>
                  <a:pt x="4137" y="0"/>
                </a:lnTo>
                <a:close/>
              </a:path>
            </a:pathLst>
          </a:custGeom>
          <a:solidFill>
            <a:srgbClr val="5E666B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6" name="contour_08774"/>
          <p:cNvSpPr/>
          <p:nvPr/>
        </p:nvSpPr>
        <p:spPr>
          <a:xfrm>
            <a:off x="4571688" y="3024516"/>
            <a:ext cx="3740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0" y="0"/>
                </a:moveTo>
                <a:lnTo>
                  <a:pt x="871" y="937"/>
                </a:lnTo>
                <a:lnTo>
                  <a:pt x="1182" y="1890"/>
                </a:lnTo>
                <a:lnTo>
                  <a:pt x="1658" y="3095"/>
                </a:lnTo>
                <a:lnTo>
                  <a:pt x="2138" y="4320"/>
                </a:lnTo>
                <a:lnTo>
                  <a:pt x="2580" y="5525"/>
                </a:lnTo>
                <a:lnTo>
                  <a:pt x="3026" y="6750"/>
                </a:lnTo>
                <a:lnTo>
                  <a:pt x="3892" y="7687"/>
                </a:lnTo>
                <a:lnTo>
                  <a:pt x="4768" y="8640"/>
                </a:lnTo>
                <a:lnTo>
                  <a:pt x="7549" y="8640"/>
                </a:lnTo>
                <a:lnTo>
                  <a:pt x="10348" y="8640"/>
                </a:lnTo>
                <a:lnTo>
                  <a:pt x="13184" y="8640"/>
                </a:lnTo>
                <a:lnTo>
                  <a:pt x="14480" y="7033"/>
                </a:lnTo>
                <a:lnTo>
                  <a:pt x="15347" y="5892"/>
                </a:lnTo>
                <a:lnTo>
                  <a:pt x="15986" y="4908"/>
                </a:lnTo>
                <a:lnTo>
                  <a:pt x="16601" y="3767"/>
                </a:lnTo>
                <a:lnTo>
                  <a:pt x="17392" y="2160"/>
                </a:lnTo>
                <a:lnTo>
                  <a:pt x="18036" y="3668"/>
                </a:lnTo>
                <a:lnTo>
                  <a:pt x="18654" y="5171"/>
                </a:lnTo>
                <a:lnTo>
                  <a:pt x="19235" y="6672"/>
                </a:lnTo>
                <a:lnTo>
                  <a:pt x="19774" y="8171"/>
                </a:lnTo>
                <a:lnTo>
                  <a:pt x="20262" y="9670"/>
                </a:lnTo>
                <a:lnTo>
                  <a:pt x="20687" y="11176"/>
                </a:lnTo>
                <a:lnTo>
                  <a:pt x="21040" y="12686"/>
                </a:lnTo>
                <a:lnTo>
                  <a:pt x="21318" y="14204"/>
                </a:lnTo>
                <a:lnTo>
                  <a:pt x="21507" y="15736"/>
                </a:lnTo>
                <a:lnTo>
                  <a:pt x="21600" y="17280"/>
                </a:lnTo>
                <a:lnTo>
                  <a:pt x="19837" y="18505"/>
                </a:lnTo>
                <a:lnTo>
                  <a:pt x="18124" y="19401"/>
                </a:lnTo>
                <a:lnTo>
                  <a:pt x="16319" y="20062"/>
                </a:lnTo>
                <a:lnTo>
                  <a:pt x="14286" y="20585"/>
                </a:lnTo>
                <a:lnTo>
                  <a:pt x="11884" y="21066"/>
                </a:lnTo>
                <a:lnTo>
                  <a:pt x="8976" y="21600"/>
                </a:lnTo>
                <a:lnTo>
                  <a:pt x="6796" y="20304"/>
                </a:lnTo>
                <a:lnTo>
                  <a:pt x="4991" y="19010"/>
                </a:lnTo>
                <a:lnTo>
                  <a:pt x="3526" y="17712"/>
                </a:lnTo>
                <a:lnTo>
                  <a:pt x="2365" y="16401"/>
                </a:lnTo>
                <a:lnTo>
                  <a:pt x="1481" y="15072"/>
                </a:lnTo>
                <a:lnTo>
                  <a:pt x="837" y="13720"/>
                </a:lnTo>
                <a:lnTo>
                  <a:pt x="404" y="12338"/>
                </a:lnTo>
                <a:lnTo>
                  <a:pt x="139" y="10921"/>
                </a:lnTo>
                <a:lnTo>
                  <a:pt x="17" y="9461"/>
                </a:lnTo>
                <a:lnTo>
                  <a:pt x="0" y="7953"/>
                </a:lnTo>
                <a:lnTo>
                  <a:pt x="59" y="6391"/>
                </a:lnTo>
                <a:lnTo>
                  <a:pt x="160" y="4769"/>
                </a:lnTo>
                <a:lnTo>
                  <a:pt x="265" y="3080"/>
                </a:lnTo>
                <a:lnTo>
                  <a:pt x="412" y="1551"/>
                </a:lnTo>
                <a:lnTo>
                  <a:pt x="560" y="0"/>
                </a:lnTo>
                <a:close/>
              </a:path>
            </a:pathLst>
          </a:custGeom>
          <a:solidFill>
            <a:srgbClr val="A8A5B7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7" name="contour_08775"/>
          <p:cNvSpPr/>
          <p:nvPr/>
        </p:nvSpPr>
        <p:spPr>
          <a:xfrm>
            <a:off x="8151061" y="3009940"/>
            <a:ext cx="80168" cy="304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86" y="191"/>
                </a:lnTo>
                <a:lnTo>
                  <a:pt x="2773" y="398"/>
                </a:lnTo>
                <a:lnTo>
                  <a:pt x="4157" y="621"/>
                </a:lnTo>
                <a:lnTo>
                  <a:pt x="5541" y="853"/>
                </a:lnTo>
                <a:lnTo>
                  <a:pt x="6926" y="1102"/>
                </a:lnTo>
                <a:lnTo>
                  <a:pt x="8312" y="1355"/>
                </a:lnTo>
                <a:lnTo>
                  <a:pt x="9696" y="1614"/>
                </a:lnTo>
                <a:lnTo>
                  <a:pt x="11079" y="1790"/>
                </a:lnTo>
                <a:lnTo>
                  <a:pt x="12483" y="1971"/>
                </a:lnTo>
                <a:lnTo>
                  <a:pt x="13724" y="2245"/>
                </a:lnTo>
                <a:lnTo>
                  <a:pt x="14926" y="2566"/>
                </a:lnTo>
                <a:lnTo>
                  <a:pt x="16106" y="2974"/>
                </a:lnTo>
                <a:lnTo>
                  <a:pt x="17274" y="3517"/>
                </a:lnTo>
                <a:lnTo>
                  <a:pt x="18446" y="4236"/>
                </a:lnTo>
                <a:lnTo>
                  <a:pt x="19636" y="5172"/>
                </a:lnTo>
                <a:lnTo>
                  <a:pt x="20422" y="9129"/>
                </a:lnTo>
                <a:lnTo>
                  <a:pt x="20917" y="11912"/>
                </a:lnTo>
                <a:lnTo>
                  <a:pt x="21215" y="14271"/>
                </a:lnTo>
                <a:lnTo>
                  <a:pt x="21411" y="16950"/>
                </a:lnTo>
                <a:lnTo>
                  <a:pt x="21600" y="20690"/>
                </a:lnTo>
                <a:lnTo>
                  <a:pt x="20353" y="20824"/>
                </a:lnTo>
                <a:lnTo>
                  <a:pt x="19104" y="20948"/>
                </a:lnTo>
                <a:lnTo>
                  <a:pt x="17857" y="21057"/>
                </a:lnTo>
                <a:lnTo>
                  <a:pt x="16610" y="21160"/>
                </a:lnTo>
                <a:lnTo>
                  <a:pt x="15363" y="21253"/>
                </a:lnTo>
                <a:lnTo>
                  <a:pt x="14115" y="21336"/>
                </a:lnTo>
                <a:lnTo>
                  <a:pt x="13062" y="21471"/>
                </a:lnTo>
                <a:lnTo>
                  <a:pt x="11992" y="21600"/>
                </a:lnTo>
                <a:lnTo>
                  <a:pt x="10533" y="21595"/>
                </a:lnTo>
                <a:lnTo>
                  <a:pt x="9178" y="21414"/>
                </a:lnTo>
                <a:lnTo>
                  <a:pt x="7910" y="21031"/>
                </a:lnTo>
                <a:lnTo>
                  <a:pt x="6710" y="20416"/>
                </a:lnTo>
                <a:lnTo>
                  <a:pt x="5563" y="19541"/>
                </a:lnTo>
                <a:lnTo>
                  <a:pt x="4452" y="18383"/>
                </a:lnTo>
                <a:lnTo>
                  <a:pt x="3356" y="16914"/>
                </a:lnTo>
                <a:lnTo>
                  <a:pt x="2260" y="15098"/>
                </a:lnTo>
                <a:lnTo>
                  <a:pt x="1149" y="12921"/>
                </a:lnTo>
                <a:lnTo>
                  <a:pt x="0" y="10345"/>
                </a:lnTo>
                <a:lnTo>
                  <a:pt x="0" y="6926"/>
                </a:lnTo>
                <a:lnTo>
                  <a:pt x="0" y="3486"/>
                </a:lnTo>
                <a:lnTo>
                  <a:pt x="0" y="0"/>
                </a:lnTo>
                <a:close/>
              </a:path>
            </a:pathLst>
          </a:custGeom>
          <a:solidFill>
            <a:srgbClr val="D2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8" name="contour_08776"/>
          <p:cNvSpPr/>
          <p:nvPr/>
        </p:nvSpPr>
        <p:spPr>
          <a:xfrm>
            <a:off x="8304029" y="2965309"/>
            <a:ext cx="36520" cy="737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" y="265"/>
                </a:moveTo>
                <a:lnTo>
                  <a:pt x="3069" y="87"/>
                </a:lnTo>
                <a:lnTo>
                  <a:pt x="5250" y="0"/>
                </a:lnTo>
                <a:lnTo>
                  <a:pt x="7216" y="0"/>
                </a:lnTo>
                <a:lnTo>
                  <a:pt x="9587" y="87"/>
                </a:lnTo>
                <a:lnTo>
                  <a:pt x="12979" y="265"/>
                </a:lnTo>
                <a:lnTo>
                  <a:pt x="14794" y="1568"/>
                </a:lnTo>
                <a:lnTo>
                  <a:pt x="16367" y="2891"/>
                </a:lnTo>
                <a:lnTo>
                  <a:pt x="17703" y="4239"/>
                </a:lnTo>
                <a:lnTo>
                  <a:pt x="18824" y="5618"/>
                </a:lnTo>
                <a:lnTo>
                  <a:pt x="19738" y="7028"/>
                </a:lnTo>
                <a:lnTo>
                  <a:pt x="20462" y="8472"/>
                </a:lnTo>
                <a:lnTo>
                  <a:pt x="21001" y="9959"/>
                </a:lnTo>
                <a:lnTo>
                  <a:pt x="21380" y="11489"/>
                </a:lnTo>
                <a:lnTo>
                  <a:pt x="21600" y="13066"/>
                </a:lnTo>
                <a:lnTo>
                  <a:pt x="19867" y="14397"/>
                </a:lnTo>
                <a:lnTo>
                  <a:pt x="18018" y="15618"/>
                </a:lnTo>
                <a:lnTo>
                  <a:pt x="16048" y="16746"/>
                </a:lnTo>
                <a:lnTo>
                  <a:pt x="13962" y="17800"/>
                </a:lnTo>
                <a:lnTo>
                  <a:pt x="11750" y="18794"/>
                </a:lnTo>
                <a:lnTo>
                  <a:pt x="9414" y="19748"/>
                </a:lnTo>
                <a:lnTo>
                  <a:pt x="6953" y="20678"/>
                </a:lnTo>
                <a:lnTo>
                  <a:pt x="4358" y="21600"/>
                </a:lnTo>
                <a:lnTo>
                  <a:pt x="3923" y="20188"/>
                </a:lnTo>
                <a:lnTo>
                  <a:pt x="3492" y="18773"/>
                </a:lnTo>
                <a:lnTo>
                  <a:pt x="3060" y="17361"/>
                </a:lnTo>
                <a:lnTo>
                  <a:pt x="2629" y="15946"/>
                </a:lnTo>
                <a:lnTo>
                  <a:pt x="2203" y="14534"/>
                </a:lnTo>
                <a:lnTo>
                  <a:pt x="1802" y="13219"/>
                </a:lnTo>
                <a:lnTo>
                  <a:pt x="1397" y="11897"/>
                </a:lnTo>
                <a:lnTo>
                  <a:pt x="991" y="10557"/>
                </a:lnTo>
                <a:lnTo>
                  <a:pt x="664" y="9074"/>
                </a:lnTo>
                <a:lnTo>
                  <a:pt x="405" y="7606"/>
                </a:lnTo>
                <a:lnTo>
                  <a:pt x="211" y="6147"/>
                </a:lnTo>
                <a:lnTo>
                  <a:pt x="82" y="4690"/>
                </a:lnTo>
                <a:lnTo>
                  <a:pt x="13" y="3228"/>
                </a:lnTo>
                <a:lnTo>
                  <a:pt x="0" y="1754"/>
                </a:lnTo>
                <a:lnTo>
                  <a:pt x="47" y="265"/>
                </a:lnTo>
                <a:close/>
              </a:path>
            </a:pathLst>
          </a:custGeom>
          <a:solidFill>
            <a:srgbClr val="787F81"/>
          </a:solidFill>
          <a:ln>
            <a:noFill/>
          </a:ln>
        </p:spPr>
        <p:txBody>
          <a:bodyPr/>
          <a:lstStyle/>
          <a:p/>
        </p:txBody>
      </p:sp>
      <p:sp>
        <p:nvSpPr>
          <p:cNvPr id="8779" name="contour_08777"/>
          <p:cNvSpPr/>
          <p:nvPr/>
        </p:nvSpPr>
        <p:spPr>
          <a:xfrm>
            <a:off x="3924026" y="2966213"/>
            <a:ext cx="87456" cy="38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906" y="1281"/>
                </a:lnTo>
                <a:lnTo>
                  <a:pt x="8618" y="2570"/>
                </a:lnTo>
                <a:lnTo>
                  <a:pt x="9338" y="3876"/>
                </a:lnTo>
                <a:lnTo>
                  <a:pt x="10471" y="5488"/>
                </a:lnTo>
                <a:lnTo>
                  <a:pt x="11626" y="6847"/>
                </a:lnTo>
                <a:lnTo>
                  <a:pt x="12803" y="7992"/>
                </a:lnTo>
                <a:lnTo>
                  <a:pt x="14004" y="8951"/>
                </a:lnTo>
                <a:lnTo>
                  <a:pt x="15223" y="9748"/>
                </a:lnTo>
                <a:lnTo>
                  <a:pt x="16463" y="10418"/>
                </a:lnTo>
                <a:lnTo>
                  <a:pt x="17721" y="10988"/>
                </a:lnTo>
                <a:lnTo>
                  <a:pt x="18997" y="11488"/>
                </a:lnTo>
                <a:lnTo>
                  <a:pt x="20291" y="11947"/>
                </a:lnTo>
                <a:lnTo>
                  <a:pt x="21600" y="12397"/>
                </a:lnTo>
                <a:lnTo>
                  <a:pt x="21346" y="14823"/>
                </a:lnTo>
                <a:lnTo>
                  <a:pt x="21074" y="16492"/>
                </a:lnTo>
                <a:lnTo>
                  <a:pt x="20615" y="18178"/>
                </a:lnTo>
                <a:lnTo>
                  <a:pt x="19800" y="20662"/>
                </a:lnTo>
                <a:lnTo>
                  <a:pt x="18662" y="21104"/>
                </a:lnTo>
                <a:lnTo>
                  <a:pt x="17527" y="21389"/>
                </a:lnTo>
                <a:lnTo>
                  <a:pt x="16391" y="21542"/>
                </a:lnTo>
                <a:lnTo>
                  <a:pt x="15253" y="21600"/>
                </a:lnTo>
                <a:lnTo>
                  <a:pt x="14112" y="21579"/>
                </a:lnTo>
                <a:lnTo>
                  <a:pt x="12965" y="21517"/>
                </a:lnTo>
                <a:lnTo>
                  <a:pt x="11812" y="21439"/>
                </a:lnTo>
                <a:lnTo>
                  <a:pt x="10708" y="21435"/>
                </a:lnTo>
                <a:lnTo>
                  <a:pt x="9587" y="21431"/>
                </a:lnTo>
                <a:lnTo>
                  <a:pt x="7364" y="21348"/>
                </a:lnTo>
                <a:lnTo>
                  <a:pt x="5659" y="21228"/>
                </a:lnTo>
                <a:lnTo>
                  <a:pt x="4360" y="21013"/>
                </a:lnTo>
                <a:lnTo>
                  <a:pt x="3352" y="20650"/>
                </a:lnTo>
                <a:lnTo>
                  <a:pt x="2524" y="20075"/>
                </a:lnTo>
                <a:lnTo>
                  <a:pt x="1764" y="19236"/>
                </a:lnTo>
                <a:lnTo>
                  <a:pt x="961" y="18071"/>
                </a:lnTo>
                <a:lnTo>
                  <a:pt x="0" y="16530"/>
                </a:lnTo>
                <a:lnTo>
                  <a:pt x="0" y="13798"/>
                </a:lnTo>
                <a:lnTo>
                  <a:pt x="0" y="11050"/>
                </a:lnTo>
                <a:lnTo>
                  <a:pt x="0" y="8265"/>
                </a:lnTo>
                <a:lnTo>
                  <a:pt x="1188" y="8265"/>
                </a:lnTo>
                <a:lnTo>
                  <a:pt x="2378" y="8265"/>
                </a:lnTo>
                <a:lnTo>
                  <a:pt x="3573" y="8265"/>
                </a:lnTo>
                <a:lnTo>
                  <a:pt x="4774" y="8265"/>
                </a:lnTo>
                <a:lnTo>
                  <a:pt x="5981" y="8265"/>
                </a:lnTo>
                <a:lnTo>
                  <a:pt x="7200" y="8265"/>
                </a:lnTo>
                <a:lnTo>
                  <a:pt x="7200" y="5533"/>
                </a:lnTo>
                <a:lnTo>
                  <a:pt x="7200" y="2785"/>
                </a:lnTo>
                <a:lnTo>
                  <a:pt x="7200" y="0"/>
                </a:lnTo>
                <a:close/>
              </a:path>
            </a:pathLst>
          </a:custGeom>
          <a:solidFill>
            <a:srgbClr val="7F7392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0" name="contour_08778"/>
          <p:cNvSpPr/>
          <p:nvPr/>
        </p:nvSpPr>
        <p:spPr>
          <a:xfrm>
            <a:off x="10468642" y="2980789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9" y="0"/>
                </a:lnTo>
                <a:lnTo>
                  <a:pt x="3820" y="0"/>
                </a:lnTo>
                <a:lnTo>
                  <a:pt x="5738" y="0"/>
                </a:lnTo>
                <a:lnTo>
                  <a:pt x="7663" y="0"/>
                </a:lnTo>
                <a:lnTo>
                  <a:pt x="9596" y="0"/>
                </a:lnTo>
                <a:lnTo>
                  <a:pt x="11540" y="0"/>
                </a:lnTo>
                <a:lnTo>
                  <a:pt x="13500" y="0"/>
                </a:lnTo>
                <a:lnTo>
                  <a:pt x="13333" y="1536"/>
                </a:lnTo>
                <a:lnTo>
                  <a:pt x="13162" y="3084"/>
                </a:lnTo>
                <a:lnTo>
                  <a:pt x="12992" y="4651"/>
                </a:lnTo>
                <a:lnTo>
                  <a:pt x="12992" y="6602"/>
                </a:lnTo>
                <a:lnTo>
                  <a:pt x="13122" y="7886"/>
                </a:lnTo>
                <a:lnTo>
                  <a:pt x="13500" y="9600"/>
                </a:lnTo>
                <a:lnTo>
                  <a:pt x="15509" y="10483"/>
                </a:lnTo>
                <a:lnTo>
                  <a:pt x="16934" y="11050"/>
                </a:lnTo>
                <a:lnTo>
                  <a:pt x="18166" y="11414"/>
                </a:lnTo>
                <a:lnTo>
                  <a:pt x="19591" y="11693"/>
                </a:lnTo>
                <a:lnTo>
                  <a:pt x="21600" y="12000"/>
                </a:lnTo>
                <a:lnTo>
                  <a:pt x="20836" y="13358"/>
                </a:lnTo>
                <a:lnTo>
                  <a:pt x="20072" y="14717"/>
                </a:lnTo>
                <a:lnTo>
                  <a:pt x="19305" y="16080"/>
                </a:lnTo>
                <a:lnTo>
                  <a:pt x="18536" y="17448"/>
                </a:lnTo>
                <a:lnTo>
                  <a:pt x="17761" y="18823"/>
                </a:lnTo>
                <a:lnTo>
                  <a:pt x="16983" y="20206"/>
                </a:lnTo>
                <a:lnTo>
                  <a:pt x="16200" y="21600"/>
                </a:lnTo>
                <a:lnTo>
                  <a:pt x="13249" y="19985"/>
                </a:lnTo>
                <a:lnTo>
                  <a:pt x="10935" y="18691"/>
                </a:lnTo>
                <a:lnTo>
                  <a:pt x="9153" y="17640"/>
                </a:lnTo>
                <a:lnTo>
                  <a:pt x="7811" y="16750"/>
                </a:lnTo>
                <a:lnTo>
                  <a:pt x="6804" y="15943"/>
                </a:lnTo>
                <a:lnTo>
                  <a:pt x="6037" y="15139"/>
                </a:lnTo>
                <a:lnTo>
                  <a:pt x="5408" y="14258"/>
                </a:lnTo>
                <a:lnTo>
                  <a:pt x="4822" y="13222"/>
                </a:lnTo>
                <a:lnTo>
                  <a:pt x="4177" y="11952"/>
                </a:lnTo>
                <a:lnTo>
                  <a:pt x="3834" y="10531"/>
                </a:lnTo>
                <a:lnTo>
                  <a:pt x="3524" y="9103"/>
                </a:lnTo>
                <a:lnTo>
                  <a:pt x="3235" y="7670"/>
                </a:lnTo>
                <a:lnTo>
                  <a:pt x="2962" y="6235"/>
                </a:lnTo>
                <a:lnTo>
                  <a:pt x="2700" y="4800"/>
                </a:lnTo>
                <a:lnTo>
                  <a:pt x="2030" y="3612"/>
                </a:lnTo>
                <a:lnTo>
                  <a:pt x="1361" y="2417"/>
                </a:lnTo>
                <a:lnTo>
                  <a:pt x="683" y="1217"/>
                </a:lnTo>
                <a:lnTo>
                  <a:pt x="0" y="0"/>
                </a:lnTo>
                <a:close/>
              </a:path>
            </a:pathLst>
          </a:custGeom>
          <a:solidFill>
            <a:srgbClr val="989889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1" name="contour_08779"/>
          <p:cNvSpPr/>
          <p:nvPr/>
        </p:nvSpPr>
        <p:spPr>
          <a:xfrm>
            <a:off x="7356670" y="2979367"/>
            <a:ext cx="57517" cy="392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74" y="782"/>
                </a:moveTo>
                <a:lnTo>
                  <a:pt x="7141" y="630"/>
                </a:lnTo>
                <a:lnTo>
                  <a:pt x="8810" y="497"/>
                </a:lnTo>
                <a:lnTo>
                  <a:pt x="10477" y="381"/>
                </a:lnTo>
                <a:lnTo>
                  <a:pt x="12147" y="281"/>
                </a:lnTo>
                <a:lnTo>
                  <a:pt x="14008" y="140"/>
                </a:lnTo>
                <a:lnTo>
                  <a:pt x="15899" y="0"/>
                </a:lnTo>
                <a:lnTo>
                  <a:pt x="17812" y="509"/>
                </a:lnTo>
                <a:lnTo>
                  <a:pt x="18989" y="1139"/>
                </a:lnTo>
                <a:lnTo>
                  <a:pt x="19911" y="2302"/>
                </a:lnTo>
                <a:lnTo>
                  <a:pt x="21061" y="4416"/>
                </a:lnTo>
                <a:lnTo>
                  <a:pt x="21521" y="7056"/>
                </a:lnTo>
                <a:lnTo>
                  <a:pt x="21600" y="9069"/>
                </a:lnTo>
                <a:lnTo>
                  <a:pt x="21233" y="11484"/>
                </a:lnTo>
                <a:lnTo>
                  <a:pt x="20357" y="15323"/>
                </a:lnTo>
                <a:lnTo>
                  <a:pt x="18510" y="17753"/>
                </a:lnTo>
                <a:lnTo>
                  <a:pt x="16925" y="19462"/>
                </a:lnTo>
                <a:lnTo>
                  <a:pt x="15453" y="20573"/>
                </a:lnTo>
                <a:lnTo>
                  <a:pt x="13956" y="21215"/>
                </a:lnTo>
                <a:lnTo>
                  <a:pt x="12286" y="21516"/>
                </a:lnTo>
                <a:lnTo>
                  <a:pt x="10307" y="21600"/>
                </a:lnTo>
                <a:lnTo>
                  <a:pt x="7869" y="21592"/>
                </a:lnTo>
                <a:lnTo>
                  <a:pt x="6295" y="21468"/>
                </a:lnTo>
                <a:lnTo>
                  <a:pt x="4718" y="21335"/>
                </a:lnTo>
                <a:lnTo>
                  <a:pt x="3145" y="21187"/>
                </a:lnTo>
                <a:lnTo>
                  <a:pt x="1571" y="21022"/>
                </a:lnTo>
                <a:lnTo>
                  <a:pt x="0" y="20838"/>
                </a:lnTo>
                <a:lnTo>
                  <a:pt x="0" y="18187"/>
                </a:lnTo>
                <a:lnTo>
                  <a:pt x="0" y="15519"/>
                </a:lnTo>
                <a:lnTo>
                  <a:pt x="0" y="12816"/>
                </a:lnTo>
                <a:lnTo>
                  <a:pt x="1809" y="12816"/>
                </a:lnTo>
                <a:lnTo>
                  <a:pt x="3629" y="12816"/>
                </a:lnTo>
                <a:lnTo>
                  <a:pt x="5474" y="12816"/>
                </a:lnTo>
                <a:lnTo>
                  <a:pt x="5474" y="10433"/>
                </a:lnTo>
                <a:lnTo>
                  <a:pt x="5474" y="8042"/>
                </a:lnTo>
                <a:lnTo>
                  <a:pt x="5474" y="5644"/>
                </a:lnTo>
                <a:lnTo>
                  <a:pt x="5474" y="3225"/>
                </a:lnTo>
                <a:lnTo>
                  <a:pt x="5474" y="782"/>
                </a:lnTo>
                <a:close/>
              </a:path>
            </a:pathLst>
          </a:custGeom>
          <a:solidFill>
            <a:srgbClr val="D8E0E0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2" name="contour_08780"/>
          <p:cNvSpPr/>
          <p:nvPr/>
        </p:nvSpPr>
        <p:spPr>
          <a:xfrm>
            <a:off x="10206275" y="2922485"/>
            <a:ext cx="9474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1833" y="974"/>
                </a:lnTo>
                <a:lnTo>
                  <a:pt x="2005" y="1952"/>
                </a:lnTo>
                <a:lnTo>
                  <a:pt x="2180" y="2945"/>
                </a:lnTo>
                <a:lnTo>
                  <a:pt x="2557" y="3919"/>
                </a:lnTo>
                <a:lnTo>
                  <a:pt x="2938" y="4897"/>
                </a:lnTo>
                <a:lnTo>
                  <a:pt x="3323" y="5891"/>
                </a:lnTo>
                <a:lnTo>
                  <a:pt x="4147" y="5891"/>
                </a:lnTo>
                <a:lnTo>
                  <a:pt x="4975" y="5891"/>
                </a:lnTo>
                <a:lnTo>
                  <a:pt x="5815" y="5891"/>
                </a:lnTo>
                <a:lnTo>
                  <a:pt x="6640" y="5891"/>
                </a:lnTo>
                <a:lnTo>
                  <a:pt x="7467" y="5891"/>
                </a:lnTo>
                <a:lnTo>
                  <a:pt x="8308" y="5891"/>
                </a:lnTo>
                <a:lnTo>
                  <a:pt x="8510" y="6837"/>
                </a:lnTo>
                <a:lnTo>
                  <a:pt x="8716" y="7788"/>
                </a:lnTo>
                <a:lnTo>
                  <a:pt x="8924" y="8752"/>
                </a:lnTo>
                <a:lnTo>
                  <a:pt x="9270" y="9753"/>
                </a:lnTo>
                <a:lnTo>
                  <a:pt x="9617" y="10761"/>
                </a:lnTo>
                <a:lnTo>
                  <a:pt x="9969" y="11782"/>
                </a:lnTo>
                <a:lnTo>
                  <a:pt x="11124" y="12208"/>
                </a:lnTo>
                <a:lnTo>
                  <a:pt x="11993" y="12502"/>
                </a:lnTo>
                <a:lnTo>
                  <a:pt x="12739" y="12705"/>
                </a:lnTo>
                <a:lnTo>
                  <a:pt x="13527" y="12852"/>
                </a:lnTo>
                <a:lnTo>
                  <a:pt x="14522" y="12982"/>
                </a:lnTo>
                <a:lnTo>
                  <a:pt x="15888" y="13133"/>
                </a:lnTo>
                <a:lnTo>
                  <a:pt x="16954" y="13260"/>
                </a:lnTo>
                <a:lnTo>
                  <a:pt x="18028" y="13392"/>
                </a:lnTo>
                <a:lnTo>
                  <a:pt x="19114" y="13524"/>
                </a:lnTo>
                <a:lnTo>
                  <a:pt x="19935" y="13596"/>
                </a:lnTo>
                <a:lnTo>
                  <a:pt x="20763" y="13671"/>
                </a:lnTo>
                <a:lnTo>
                  <a:pt x="21600" y="13745"/>
                </a:lnTo>
                <a:lnTo>
                  <a:pt x="21600" y="14719"/>
                </a:lnTo>
                <a:lnTo>
                  <a:pt x="21600" y="15709"/>
                </a:lnTo>
                <a:lnTo>
                  <a:pt x="20658" y="15640"/>
                </a:lnTo>
                <a:lnTo>
                  <a:pt x="19711" y="15572"/>
                </a:lnTo>
                <a:lnTo>
                  <a:pt x="18750" y="15503"/>
                </a:lnTo>
                <a:lnTo>
                  <a:pt x="17827" y="15462"/>
                </a:lnTo>
                <a:lnTo>
                  <a:pt x="16904" y="15420"/>
                </a:lnTo>
                <a:lnTo>
                  <a:pt x="15981" y="15379"/>
                </a:lnTo>
                <a:lnTo>
                  <a:pt x="15057" y="15340"/>
                </a:lnTo>
                <a:lnTo>
                  <a:pt x="14125" y="15265"/>
                </a:lnTo>
                <a:lnTo>
                  <a:pt x="13179" y="15191"/>
                </a:lnTo>
                <a:lnTo>
                  <a:pt x="12275" y="15167"/>
                </a:lnTo>
                <a:lnTo>
                  <a:pt x="11571" y="15183"/>
                </a:lnTo>
                <a:lnTo>
                  <a:pt x="10830" y="15261"/>
                </a:lnTo>
                <a:lnTo>
                  <a:pt x="9820" y="15428"/>
                </a:lnTo>
                <a:lnTo>
                  <a:pt x="8308" y="15709"/>
                </a:lnTo>
                <a:lnTo>
                  <a:pt x="7693" y="17182"/>
                </a:lnTo>
                <a:lnTo>
                  <a:pt x="7299" y="18225"/>
                </a:lnTo>
                <a:lnTo>
                  <a:pt x="7047" y="19120"/>
                </a:lnTo>
                <a:lnTo>
                  <a:pt x="6856" y="20151"/>
                </a:lnTo>
                <a:lnTo>
                  <a:pt x="6646" y="21600"/>
                </a:lnTo>
                <a:lnTo>
                  <a:pt x="6287" y="20326"/>
                </a:lnTo>
                <a:lnTo>
                  <a:pt x="5932" y="19051"/>
                </a:lnTo>
                <a:lnTo>
                  <a:pt x="5579" y="17777"/>
                </a:lnTo>
                <a:lnTo>
                  <a:pt x="5234" y="16498"/>
                </a:lnTo>
                <a:lnTo>
                  <a:pt x="4898" y="15218"/>
                </a:lnTo>
                <a:lnTo>
                  <a:pt x="4571" y="13934"/>
                </a:lnTo>
                <a:lnTo>
                  <a:pt x="4257" y="12642"/>
                </a:lnTo>
                <a:lnTo>
                  <a:pt x="3787" y="11248"/>
                </a:lnTo>
                <a:lnTo>
                  <a:pt x="3404" y="10303"/>
                </a:lnTo>
                <a:lnTo>
                  <a:pt x="2979" y="9575"/>
                </a:lnTo>
                <a:lnTo>
                  <a:pt x="2373" y="8836"/>
                </a:lnTo>
                <a:lnTo>
                  <a:pt x="1454" y="7855"/>
                </a:lnTo>
                <a:lnTo>
                  <a:pt x="731" y="6881"/>
                </a:lnTo>
                <a:lnTo>
                  <a:pt x="0" y="5891"/>
                </a:lnTo>
                <a:lnTo>
                  <a:pt x="312" y="4312"/>
                </a:lnTo>
                <a:lnTo>
                  <a:pt x="555" y="3216"/>
                </a:lnTo>
                <a:lnTo>
                  <a:pt x="808" y="2321"/>
                </a:lnTo>
                <a:lnTo>
                  <a:pt x="1150" y="1343"/>
                </a:lnTo>
                <a:lnTo>
                  <a:pt x="1662" y="0"/>
                </a:lnTo>
                <a:close/>
              </a:path>
            </a:pathLst>
          </a:custGeom>
          <a:solidFill>
            <a:srgbClr val="ADB6BA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3" name="contour_08781"/>
          <p:cNvSpPr/>
          <p:nvPr/>
        </p:nvSpPr>
        <p:spPr>
          <a:xfrm>
            <a:off x="7895982" y="2958713"/>
            <a:ext cx="102032" cy="29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5"/>
                </a:moveTo>
                <a:lnTo>
                  <a:pt x="20995" y="3774"/>
                </a:lnTo>
                <a:lnTo>
                  <a:pt x="20378" y="7061"/>
                </a:lnTo>
                <a:lnTo>
                  <a:pt x="19733" y="10041"/>
                </a:lnTo>
                <a:lnTo>
                  <a:pt x="19040" y="12754"/>
                </a:lnTo>
                <a:lnTo>
                  <a:pt x="18281" y="15231"/>
                </a:lnTo>
                <a:lnTo>
                  <a:pt x="17437" y="17509"/>
                </a:lnTo>
                <a:lnTo>
                  <a:pt x="16493" y="19622"/>
                </a:lnTo>
                <a:lnTo>
                  <a:pt x="15429" y="21600"/>
                </a:lnTo>
                <a:lnTo>
                  <a:pt x="14416" y="21573"/>
                </a:lnTo>
                <a:lnTo>
                  <a:pt x="13387" y="21434"/>
                </a:lnTo>
                <a:lnTo>
                  <a:pt x="12343" y="21187"/>
                </a:lnTo>
                <a:lnTo>
                  <a:pt x="11289" y="20839"/>
                </a:lnTo>
                <a:lnTo>
                  <a:pt x="10229" y="20388"/>
                </a:lnTo>
                <a:lnTo>
                  <a:pt x="9165" y="19836"/>
                </a:lnTo>
                <a:lnTo>
                  <a:pt x="8100" y="19193"/>
                </a:lnTo>
                <a:lnTo>
                  <a:pt x="7039" y="18453"/>
                </a:lnTo>
                <a:lnTo>
                  <a:pt x="5985" y="17622"/>
                </a:lnTo>
                <a:lnTo>
                  <a:pt x="4940" y="16700"/>
                </a:lnTo>
                <a:lnTo>
                  <a:pt x="3911" y="15697"/>
                </a:lnTo>
                <a:lnTo>
                  <a:pt x="2899" y="14609"/>
                </a:lnTo>
                <a:lnTo>
                  <a:pt x="1907" y="13440"/>
                </a:lnTo>
                <a:lnTo>
                  <a:pt x="940" y="12197"/>
                </a:lnTo>
                <a:lnTo>
                  <a:pt x="0" y="10878"/>
                </a:lnTo>
                <a:lnTo>
                  <a:pt x="0" y="8219"/>
                </a:lnTo>
                <a:lnTo>
                  <a:pt x="0" y="5517"/>
                </a:lnTo>
                <a:lnTo>
                  <a:pt x="1095" y="4884"/>
                </a:lnTo>
                <a:lnTo>
                  <a:pt x="2185" y="4294"/>
                </a:lnTo>
                <a:lnTo>
                  <a:pt x="3269" y="3742"/>
                </a:lnTo>
                <a:lnTo>
                  <a:pt x="4348" y="3227"/>
                </a:lnTo>
                <a:lnTo>
                  <a:pt x="5422" y="2750"/>
                </a:lnTo>
                <a:lnTo>
                  <a:pt x="6494" y="2316"/>
                </a:lnTo>
                <a:lnTo>
                  <a:pt x="7562" y="1914"/>
                </a:lnTo>
                <a:lnTo>
                  <a:pt x="8629" y="1555"/>
                </a:lnTo>
                <a:lnTo>
                  <a:pt x="9695" y="1233"/>
                </a:lnTo>
                <a:lnTo>
                  <a:pt x="10761" y="944"/>
                </a:lnTo>
                <a:lnTo>
                  <a:pt x="11829" y="697"/>
                </a:lnTo>
                <a:lnTo>
                  <a:pt x="12897" y="488"/>
                </a:lnTo>
                <a:lnTo>
                  <a:pt x="13969" y="316"/>
                </a:lnTo>
                <a:lnTo>
                  <a:pt x="15043" y="182"/>
                </a:lnTo>
                <a:lnTo>
                  <a:pt x="16121" y="86"/>
                </a:lnTo>
                <a:lnTo>
                  <a:pt x="17204" y="27"/>
                </a:lnTo>
                <a:lnTo>
                  <a:pt x="18292" y="0"/>
                </a:lnTo>
                <a:lnTo>
                  <a:pt x="19388" y="16"/>
                </a:lnTo>
                <a:lnTo>
                  <a:pt x="20489" y="70"/>
                </a:lnTo>
                <a:lnTo>
                  <a:pt x="21600" y="155"/>
                </a:lnTo>
                <a:close/>
              </a:path>
            </a:pathLst>
          </a:custGeom>
          <a:solidFill>
            <a:srgbClr val="E4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4" name="contour_08782"/>
          <p:cNvSpPr/>
          <p:nvPr/>
        </p:nvSpPr>
        <p:spPr>
          <a:xfrm>
            <a:off x="5709584" y="2937061"/>
            <a:ext cx="43728" cy="45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763"/>
                </a:lnTo>
                <a:lnTo>
                  <a:pt x="4756" y="1526"/>
                </a:lnTo>
                <a:lnTo>
                  <a:pt x="7135" y="2293"/>
                </a:lnTo>
                <a:lnTo>
                  <a:pt x="9522" y="3059"/>
                </a:lnTo>
                <a:lnTo>
                  <a:pt x="11916" y="3826"/>
                </a:lnTo>
                <a:lnTo>
                  <a:pt x="14321" y="4600"/>
                </a:lnTo>
                <a:lnTo>
                  <a:pt x="16733" y="5373"/>
                </a:lnTo>
                <a:lnTo>
                  <a:pt x="19159" y="6154"/>
                </a:lnTo>
                <a:lnTo>
                  <a:pt x="21600" y="6938"/>
                </a:lnTo>
                <a:lnTo>
                  <a:pt x="21186" y="11076"/>
                </a:lnTo>
                <a:lnTo>
                  <a:pt x="20833" y="13969"/>
                </a:lnTo>
                <a:lnTo>
                  <a:pt x="20437" y="16005"/>
                </a:lnTo>
                <a:lnTo>
                  <a:pt x="19901" y="17569"/>
                </a:lnTo>
                <a:lnTo>
                  <a:pt x="19120" y="19040"/>
                </a:lnTo>
                <a:lnTo>
                  <a:pt x="18000" y="20813"/>
                </a:lnTo>
                <a:lnTo>
                  <a:pt x="15343" y="21281"/>
                </a:lnTo>
                <a:lnTo>
                  <a:pt x="12802" y="21531"/>
                </a:lnTo>
                <a:lnTo>
                  <a:pt x="10321" y="21600"/>
                </a:lnTo>
                <a:lnTo>
                  <a:pt x="7855" y="21524"/>
                </a:lnTo>
                <a:lnTo>
                  <a:pt x="5346" y="21340"/>
                </a:lnTo>
                <a:lnTo>
                  <a:pt x="2743" y="21090"/>
                </a:lnTo>
                <a:lnTo>
                  <a:pt x="0" y="20813"/>
                </a:lnTo>
                <a:lnTo>
                  <a:pt x="0" y="18523"/>
                </a:lnTo>
                <a:lnTo>
                  <a:pt x="0" y="16230"/>
                </a:lnTo>
                <a:lnTo>
                  <a:pt x="0" y="13937"/>
                </a:lnTo>
                <a:lnTo>
                  <a:pt x="0" y="11638"/>
                </a:lnTo>
                <a:lnTo>
                  <a:pt x="0" y="9331"/>
                </a:lnTo>
                <a:lnTo>
                  <a:pt x="0" y="7014"/>
                </a:lnTo>
                <a:lnTo>
                  <a:pt x="0" y="4690"/>
                </a:lnTo>
                <a:lnTo>
                  <a:pt x="0" y="2352"/>
                </a:lnTo>
                <a:lnTo>
                  <a:pt x="0" y="0"/>
                </a:lnTo>
                <a:close/>
              </a:path>
            </a:pathLst>
          </a:custGeom>
          <a:solidFill>
            <a:srgbClr val="864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5" name="contour_08783"/>
          <p:cNvSpPr/>
          <p:nvPr/>
        </p:nvSpPr>
        <p:spPr>
          <a:xfrm>
            <a:off x="7662766" y="2878757"/>
            <a:ext cx="3766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39" y="0"/>
                </a:moveTo>
                <a:lnTo>
                  <a:pt x="14612" y="0"/>
                </a:lnTo>
                <a:lnTo>
                  <a:pt x="16718" y="0"/>
                </a:lnTo>
                <a:lnTo>
                  <a:pt x="17161" y="1109"/>
                </a:lnTo>
                <a:lnTo>
                  <a:pt x="17588" y="2216"/>
                </a:lnTo>
                <a:lnTo>
                  <a:pt x="18010" y="3323"/>
                </a:lnTo>
                <a:lnTo>
                  <a:pt x="18419" y="4432"/>
                </a:lnTo>
                <a:lnTo>
                  <a:pt x="18816" y="5540"/>
                </a:lnTo>
                <a:lnTo>
                  <a:pt x="19209" y="6651"/>
                </a:lnTo>
                <a:lnTo>
                  <a:pt x="19594" y="7762"/>
                </a:lnTo>
                <a:lnTo>
                  <a:pt x="20049" y="8856"/>
                </a:lnTo>
                <a:lnTo>
                  <a:pt x="20513" y="9967"/>
                </a:lnTo>
                <a:lnTo>
                  <a:pt x="21136" y="11950"/>
                </a:lnTo>
                <a:lnTo>
                  <a:pt x="21512" y="13421"/>
                </a:lnTo>
                <a:lnTo>
                  <a:pt x="21600" y="14515"/>
                </a:lnTo>
                <a:lnTo>
                  <a:pt x="21366" y="15374"/>
                </a:lnTo>
                <a:lnTo>
                  <a:pt x="20764" y="16137"/>
                </a:lnTo>
                <a:lnTo>
                  <a:pt x="19765" y="16943"/>
                </a:lnTo>
                <a:lnTo>
                  <a:pt x="18327" y="17932"/>
                </a:lnTo>
                <a:lnTo>
                  <a:pt x="16635" y="18679"/>
                </a:lnTo>
                <a:lnTo>
                  <a:pt x="15272" y="19244"/>
                </a:lnTo>
                <a:lnTo>
                  <a:pt x="13759" y="19802"/>
                </a:lnTo>
                <a:lnTo>
                  <a:pt x="11611" y="20527"/>
                </a:lnTo>
                <a:lnTo>
                  <a:pt x="8359" y="21600"/>
                </a:lnTo>
                <a:lnTo>
                  <a:pt x="6286" y="21600"/>
                </a:lnTo>
                <a:lnTo>
                  <a:pt x="4180" y="21600"/>
                </a:lnTo>
                <a:lnTo>
                  <a:pt x="3833" y="20412"/>
                </a:lnTo>
                <a:lnTo>
                  <a:pt x="3490" y="19224"/>
                </a:lnTo>
                <a:lnTo>
                  <a:pt x="3143" y="18034"/>
                </a:lnTo>
                <a:lnTo>
                  <a:pt x="2800" y="16843"/>
                </a:lnTo>
                <a:lnTo>
                  <a:pt x="2453" y="15649"/>
                </a:lnTo>
                <a:lnTo>
                  <a:pt x="2107" y="14454"/>
                </a:lnTo>
                <a:lnTo>
                  <a:pt x="1760" y="13255"/>
                </a:lnTo>
                <a:lnTo>
                  <a:pt x="1409" y="12053"/>
                </a:lnTo>
                <a:lnTo>
                  <a:pt x="1057" y="10847"/>
                </a:lnTo>
                <a:lnTo>
                  <a:pt x="706" y="9637"/>
                </a:lnTo>
                <a:lnTo>
                  <a:pt x="355" y="8420"/>
                </a:lnTo>
                <a:lnTo>
                  <a:pt x="0" y="7200"/>
                </a:lnTo>
                <a:lnTo>
                  <a:pt x="2483" y="7556"/>
                </a:lnTo>
                <a:lnTo>
                  <a:pt x="4974" y="7915"/>
                </a:lnTo>
                <a:lnTo>
                  <a:pt x="7473" y="8273"/>
                </a:lnTo>
                <a:lnTo>
                  <a:pt x="9993" y="8635"/>
                </a:lnTo>
                <a:lnTo>
                  <a:pt x="12539" y="9000"/>
                </a:lnTo>
                <a:lnTo>
                  <a:pt x="12539" y="7727"/>
                </a:lnTo>
                <a:lnTo>
                  <a:pt x="12539" y="6453"/>
                </a:lnTo>
                <a:lnTo>
                  <a:pt x="12539" y="5175"/>
                </a:lnTo>
                <a:lnTo>
                  <a:pt x="12539" y="3892"/>
                </a:lnTo>
                <a:lnTo>
                  <a:pt x="12539" y="2603"/>
                </a:lnTo>
                <a:lnTo>
                  <a:pt x="12539" y="1307"/>
                </a:lnTo>
                <a:lnTo>
                  <a:pt x="12539" y="0"/>
                </a:lnTo>
                <a:close/>
              </a:path>
            </a:pathLst>
          </a:custGeom>
          <a:solidFill>
            <a:srgbClr val="E2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6" name="contour_08784"/>
          <p:cNvSpPr/>
          <p:nvPr/>
        </p:nvSpPr>
        <p:spPr>
          <a:xfrm>
            <a:off x="9761707" y="2915197"/>
            <a:ext cx="4297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35" y="166"/>
                </a:lnTo>
                <a:lnTo>
                  <a:pt x="4469" y="348"/>
                </a:lnTo>
                <a:lnTo>
                  <a:pt x="6701" y="542"/>
                </a:lnTo>
                <a:lnTo>
                  <a:pt x="8932" y="749"/>
                </a:lnTo>
                <a:lnTo>
                  <a:pt x="10181" y="854"/>
                </a:lnTo>
                <a:lnTo>
                  <a:pt x="13954" y="1171"/>
                </a:lnTo>
                <a:lnTo>
                  <a:pt x="16522" y="1932"/>
                </a:lnTo>
                <a:lnTo>
                  <a:pt x="18145" y="2659"/>
                </a:lnTo>
                <a:lnTo>
                  <a:pt x="19504" y="3773"/>
                </a:lnTo>
                <a:lnTo>
                  <a:pt x="21292" y="5700"/>
                </a:lnTo>
                <a:lnTo>
                  <a:pt x="21600" y="7630"/>
                </a:lnTo>
                <a:lnTo>
                  <a:pt x="21600" y="8971"/>
                </a:lnTo>
                <a:lnTo>
                  <a:pt x="21149" y="10070"/>
                </a:lnTo>
                <a:lnTo>
                  <a:pt x="20109" y="11273"/>
                </a:lnTo>
                <a:lnTo>
                  <a:pt x="18332" y="12929"/>
                </a:lnTo>
                <a:lnTo>
                  <a:pt x="16588" y="13961"/>
                </a:lnTo>
                <a:lnTo>
                  <a:pt x="14830" y="14998"/>
                </a:lnTo>
                <a:lnTo>
                  <a:pt x="13049" y="16051"/>
                </a:lnTo>
                <a:lnTo>
                  <a:pt x="11313" y="17100"/>
                </a:lnTo>
                <a:lnTo>
                  <a:pt x="9569" y="18156"/>
                </a:lnTo>
                <a:lnTo>
                  <a:pt x="7800" y="19229"/>
                </a:lnTo>
                <a:lnTo>
                  <a:pt x="6433" y="20011"/>
                </a:lnTo>
                <a:lnTo>
                  <a:pt x="5056" y="20801"/>
                </a:lnTo>
                <a:lnTo>
                  <a:pt x="3664" y="21600"/>
                </a:lnTo>
                <a:lnTo>
                  <a:pt x="4118" y="20114"/>
                </a:lnTo>
                <a:lnTo>
                  <a:pt x="4572" y="18629"/>
                </a:lnTo>
                <a:lnTo>
                  <a:pt x="5026" y="17138"/>
                </a:lnTo>
                <a:lnTo>
                  <a:pt x="5481" y="15646"/>
                </a:lnTo>
                <a:lnTo>
                  <a:pt x="5939" y="14146"/>
                </a:lnTo>
                <a:lnTo>
                  <a:pt x="6400" y="12638"/>
                </a:lnTo>
                <a:lnTo>
                  <a:pt x="6862" y="11124"/>
                </a:lnTo>
                <a:lnTo>
                  <a:pt x="7327" y="9600"/>
                </a:lnTo>
                <a:lnTo>
                  <a:pt x="4905" y="9600"/>
                </a:lnTo>
                <a:lnTo>
                  <a:pt x="2469" y="9600"/>
                </a:lnTo>
                <a:lnTo>
                  <a:pt x="0" y="9600"/>
                </a:lnTo>
                <a:lnTo>
                  <a:pt x="0" y="8016"/>
                </a:lnTo>
                <a:lnTo>
                  <a:pt x="0" y="6430"/>
                </a:lnTo>
                <a:lnTo>
                  <a:pt x="0" y="4836"/>
                </a:lnTo>
                <a:lnTo>
                  <a:pt x="0" y="3235"/>
                </a:lnTo>
                <a:lnTo>
                  <a:pt x="0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C6D7E3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7" name="contour_08785"/>
          <p:cNvSpPr/>
          <p:nvPr/>
        </p:nvSpPr>
        <p:spPr>
          <a:xfrm>
            <a:off x="6890239" y="287875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090" y="0"/>
                </a:lnTo>
                <a:lnTo>
                  <a:pt x="12929" y="0"/>
                </a:lnTo>
                <a:lnTo>
                  <a:pt x="14774" y="0"/>
                </a:lnTo>
                <a:lnTo>
                  <a:pt x="16635" y="0"/>
                </a:lnTo>
                <a:lnTo>
                  <a:pt x="18514" y="0"/>
                </a:lnTo>
                <a:lnTo>
                  <a:pt x="18820" y="2138"/>
                </a:lnTo>
                <a:lnTo>
                  <a:pt x="19125" y="4280"/>
                </a:lnTo>
                <a:lnTo>
                  <a:pt x="19431" y="6421"/>
                </a:lnTo>
                <a:lnTo>
                  <a:pt x="19739" y="8566"/>
                </a:lnTo>
                <a:lnTo>
                  <a:pt x="20045" y="10720"/>
                </a:lnTo>
                <a:lnTo>
                  <a:pt x="20353" y="12877"/>
                </a:lnTo>
                <a:lnTo>
                  <a:pt x="20662" y="15043"/>
                </a:lnTo>
                <a:lnTo>
                  <a:pt x="20974" y="17218"/>
                </a:lnTo>
                <a:lnTo>
                  <a:pt x="21285" y="19403"/>
                </a:lnTo>
                <a:lnTo>
                  <a:pt x="21600" y="21600"/>
                </a:lnTo>
                <a:lnTo>
                  <a:pt x="19560" y="21600"/>
                </a:lnTo>
                <a:lnTo>
                  <a:pt x="17508" y="21600"/>
                </a:lnTo>
                <a:lnTo>
                  <a:pt x="15429" y="21600"/>
                </a:lnTo>
                <a:lnTo>
                  <a:pt x="15429" y="19560"/>
                </a:lnTo>
                <a:lnTo>
                  <a:pt x="15429" y="17508"/>
                </a:lnTo>
                <a:lnTo>
                  <a:pt x="15429" y="15429"/>
                </a:lnTo>
                <a:lnTo>
                  <a:pt x="13519" y="16194"/>
                </a:lnTo>
                <a:lnTo>
                  <a:pt x="11608" y="16956"/>
                </a:lnTo>
                <a:lnTo>
                  <a:pt x="9692" y="17724"/>
                </a:lnTo>
                <a:lnTo>
                  <a:pt x="7773" y="18493"/>
                </a:lnTo>
                <a:lnTo>
                  <a:pt x="5844" y="19261"/>
                </a:lnTo>
                <a:lnTo>
                  <a:pt x="3907" y="20036"/>
                </a:lnTo>
                <a:lnTo>
                  <a:pt x="1959" y="20816"/>
                </a:lnTo>
                <a:lnTo>
                  <a:pt x="0" y="21600"/>
                </a:lnTo>
                <a:lnTo>
                  <a:pt x="1497" y="17814"/>
                </a:lnTo>
                <a:lnTo>
                  <a:pt x="2638" y="14916"/>
                </a:lnTo>
                <a:lnTo>
                  <a:pt x="3505" y="12735"/>
                </a:lnTo>
                <a:lnTo>
                  <a:pt x="4163" y="11084"/>
                </a:lnTo>
                <a:lnTo>
                  <a:pt x="4684" y="9782"/>
                </a:lnTo>
                <a:lnTo>
                  <a:pt x="5147" y="8649"/>
                </a:lnTo>
                <a:lnTo>
                  <a:pt x="5619" y="7508"/>
                </a:lnTo>
                <a:lnTo>
                  <a:pt x="6171" y="6171"/>
                </a:lnTo>
                <a:lnTo>
                  <a:pt x="6752" y="4391"/>
                </a:lnTo>
                <a:lnTo>
                  <a:pt x="7341" y="2580"/>
                </a:lnTo>
                <a:lnTo>
                  <a:pt x="7816" y="1938"/>
                </a:lnTo>
                <a:lnTo>
                  <a:pt x="9257" y="0"/>
                </a:lnTo>
                <a:close/>
              </a:path>
            </a:pathLst>
          </a:custGeom>
          <a:solidFill>
            <a:srgbClr val="919799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8" name="contour_08786"/>
          <p:cNvSpPr/>
          <p:nvPr/>
        </p:nvSpPr>
        <p:spPr>
          <a:xfrm>
            <a:off x="7291078" y="2856893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26" y="1644"/>
                </a:lnTo>
                <a:lnTo>
                  <a:pt x="21053" y="3290"/>
                </a:lnTo>
                <a:lnTo>
                  <a:pt x="20776" y="4937"/>
                </a:lnTo>
                <a:lnTo>
                  <a:pt x="20502" y="6586"/>
                </a:lnTo>
                <a:lnTo>
                  <a:pt x="20228" y="8237"/>
                </a:lnTo>
                <a:lnTo>
                  <a:pt x="19951" y="9890"/>
                </a:lnTo>
                <a:lnTo>
                  <a:pt x="19674" y="11549"/>
                </a:lnTo>
                <a:lnTo>
                  <a:pt x="19397" y="13210"/>
                </a:lnTo>
                <a:lnTo>
                  <a:pt x="19120" y="14875"/>
                </a:lnTo>
                <a:lnTo>
                  <a:pt x="18842" y="16548"/>
                </a:lnTo>
                <a:lnTo>
                  <a:pt x="18562" y="18226"/>
                </a:lnTo>
                <a:lnTo>
                  <a:pt x="18281" y="19908"/>
                </a:lnTo>
                <a:lnTo>
                  <a:pt x="18000" y="21600"/>
                </a:lnTo>
                <a:lnTo>
                  <a:pt x="15455" y="21600"/>
                </a:lnTo>
                <a:lnTo>
                  <a:pt x="12906" y="21600"/>
                </a:lnTo>
                <a:lnTo>
                  <a:pt x="10350" y="21600"/>
                </a:lnTo>
                <a:lnTo>
                  <a:pt x="7783" y="21600"/>
                </a:lnTo>
                <a:lnTo>
                  <a:pt x="5206" y="21600"/>
                </a:lnTo>
                <a:lnTo>
                  <a:pt x="2614" y="21600"/>
                </a:lnTo>
                <a:lnTo>
                  <a:pt x="0" y="21600"/>
                </a:lnTo>
                <a:lnTo>
                  <a:pt x="1782" y="21005"/>
                </a:lnTo>
                <a:lnTo>
                  <a:pt x="3571" y="20410"/>
                </a:lnTo>
                <a:lnTo>
                  <a:pt x="5375" y="19807"/>
                </a:lnTo>
                <a:lnTo>
                  <a:pt x="7200" y="19200"/>
                </a:lnTo>
                <a:lnTo>
                  <a:pt x="8075" y="17808"/>
                </a:lnTo>
                <a:lnTo>
                  <a:pt x="8600" y="16829"/>
                </a:lnTo>
                <a:lnTo>
                  <a:pt x="8989" y="15799"/>
                </a:lnTo>
                <a:lnTo>
                  <a:pt x="9450" y="14251"/>
                </a:lnTo>
                <a:lnTo>
                  <a:pt x="9896" y="12715"/>
                </a:lnTo>
                <a:lnTo>
                  <a:pt x="10343" y="11167"/>
                </a:lnTo>
                <a:lnTo>
                  <a:pt x="10800" y="9600"/>
                </a:lnTo>
                <a:lnTo>
                  <a:pt x="8420" y="9600"/>
                </a:lnTo>
                <a:lnTo>
                  <a:pt x="6026" y="9600"/>
                </a:lnTo>
                <a:lnTo>
                  <a:pt x="3600" y="9600"/>
                </a:lnTo>
                <a:lnTo>
                  <a:pt x="4730" y="6756"/>
                </a:lnTo>
                <a:lnTo>
                  <a:pt x="5612" y="4788"/>
                </a:lnTo>
                <a:lnTo>
                  <a:pt x="6444" y="3449"/>
                </a:lnTo>
                <a:lnTo>
                  <a:pt x="7423" y="2494"/>
                </a:lnTo>
                <a:lnTo>
                  <a:pt x="8734" y="1675"/>
                </a:lnTo>
                <a:lnTo>
                  <a:pt x="10577" y="749"/>
                </a:lnTo>
                <a:lnTo>
                  <a:pt x="12499" y="384"/>
                </a:lnTo>
                <a:lnTo>
                  <a:pt x="14036" y="161"/>
                </a:lnTo>
                <a:lnTo>
                  <a:pt x="15710" y="48"/>
                </a:lnTo>
                <a:lnTo>
                  <a:pt x="18058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D7E4EF"/>
          </a:solidFill>
          <a:ln>
            <a:noFill/>
          </a:ln>
        </p:spPr>
        <p:txBody>
          <a:bodyPr/>
          <a:lstStyle/>
          <a:p/>
        </p:txBody>
      </p:sp>
      <p:sp>
        <p:nvSpPr>
          <p:cNvPr id="8789" name="contour_08787"/>
          <p:cNvSpPr/>
          <p:nvPr/>
        </p:nvSpPr>
        <p:spPr>
          <a:xfrm>
            <a:off x="6692392" y="2849605"/>
            <a:ext cx="30223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74" y="0"/>
                </a:moveTo>
                <a:lnTo>
                  <a:pt x="8558" y="0"/>
                </a:lnTo>
                <a:lnTo>
                  <a:pt x="11183" y="0"/>
                </a:lnTo>
                <a:lnTo>
                  <a:pt x="11381" y="634"/>
                </a:lnTo>
                <a:lnTo>
                  <a:pt x="11579" y="1276"/>
                </a:lnTo>
                <a:lnTo>
                  <a:pt x="11886" y="2233"/>
                </a:lnTo>
                <a:lnTo>
                  <a:pt x="12193" y="3191"/>
                </a:lnTo>
                <a:lnTo>
                  <a:pt x="12506" y="4149"/>
                </a:lnTo>
                <a:lnTo>
                  <a:pt x="12824" y="5106"/>
                </a:lnTo>
                <a:lnTo>
                  <a:pt x="13146" y="6062"/>
                </a:lnTo>
                <a:lnTo>
                  <a:pt x="13464" y="7020"/>
                </a:lnTo>
                <a:lnTo>
                  <a:pt x="13771" y="8016"/>
                </a:lnTo>
                <a:lnTo>
                  <a:pt x="14084" y="9029"/>
                </a:lnTo>
                <a:lnTo>
                  <a:pt x="14412" y="9991"/>
                </a:lnTo>
                <a:lnTo>
                  <a:pt x="14746" y="10968"/>
                </a:lnTo>
                <a:lnTo>
                  <a:pt x="15032" y="11853"/>
                </a:lnTo>
                <a:lnTo>
                  <a:pt x="15324" y="12751"/>
                </a:lnTo>
                <a:lnTo>
                  <a:pt x="16110" y="13742"/>
                </a:lnTo>
                <a:lnTo>
                  <a:pt x="17121" y="14655"/>
                </a:lnTo>
                <a:lnTo>
                  <a:pt x="18371" y="15526"/>
                </a:lnTo>
                <a:lnTo>
                  <a:pt x="19860" y="16389"/>
                </a:lnTo>
                <a:lnTo>
                  <a:pt x="21600" y="17280"/>
                </a:lnTo>
                <a:lnTo>
                  <a:pt x="18157" y="17280"/>
                </a:lnTo>
                <a:lnTo>
                  <a:pt x="14693" y="17280"/>
                </a:lnTo>
                <a:lnTo>
                  <a:pt x="11183" y="17280"/>
                </a:lnTo>
                <a:lnTo>
                  <a:pt x="9579" y="18351"/>
                </a:lnTo>
                <a:lnTo>
                  <a:pt x="8506" y="19112"/>
                </a:lnTo>
                <a:lnTo>
                  <a:pt x="7714" y="19768"/>
                </a:lnTo>
                <a:lnTo>
                  <a:pt x="6953" y="20529"/>
                </a:lnTo>
                <a:lnTo>
                  <a:pt x="5974" y="21600"/>
                </a:lnTo>
                <a:lnTo>
                  <a:pt x="4104" y="20737"/>
                </a:lnTo>
                <a:lnTo>
                  <a:pt x="2662" y="19865"/>
                </a:lnTo>
                <a:lnTo>
                  <a:pt x="1594" y="18982"/>
                </a:lnTo>
                <a:lnTo>
                  <a:pt x="844" y="18088"/>
                </a:lnTo>
                <a:lnTo>
                  <a:pt x="370" y="17182"/>
                </a:lnTo>
                <a:lnTo>
                  <a:pt x="104" y="16262"/>
                </a:lnTo>
                <a:lnTo>
                  <a:pt x="0" y="15326"/>
                </a:lnTo>
                <a:lnTo>
                  <a:pt x="5" y="14376"/>
                </a:lnTo>
                <a:lnTo>
                  <a:pt x="63" y="13406"/>
                </a:lnTo>
                <a:lnTo>
                  <a:pt x="115" y="12420"/>
                </a:lnTo>
                <a:lnTo>
                  <a:pt x="83" y="11582"/>
                </a:lnTo>
                <a:lnTo>
                  <a:pt x="52" y="10732"/>
                </a:lnTo>
                <a:lnTo>
                  <a:pt x="104" y="9708"/>
                </a:lnTo>
                <a:lnTo>
                  <a:pt x="240" y="8706"/>
                </a:lnTo>
                <a:lnTo>
                  <a:pt x="464" y="7718"/>
                </a:lnTo>
                <a:lnTo>
                  <a:pt x="781" y="6745"/>
                </a:lnTo>
                <a:lnTo>
                  <a:pt x="1198" y="5780"/>
                </a:lnTo>
                <a:lnTo>
                  <a:pt x="1714" y="4821"/>
                </a:lnTo>
                <a:lnTo>
                  <a:pt x="2333" y="3866"/>
                </a:lnTo>
                <a:lnTo>
                  <a:pt x="3068" y="2909"/>
                </a:lnTo>
                <a:lnTo>
                  <a:pt x="3912" y="1948"/>
                </a:lnTo>
                <a:lnTo>
                  <a:pt x="4880" y="979"/>
                </a:lnTo>
                <a:lnTo>
                  <a:pt x="5974" y="0"/>
                </a:lnTo>
                <a:close/>
              </a:path>
            </a:pathLst>
          </a:custGeom>
          <a:solidFill>
            <a:srgbClr val="AEBEC7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0" name="contour_08788"/>
          <p:cNvSpPr/>
          <p:nvPr/>
        </p:nvSpPr>
        <p:spPr>
          <a:xfrm>
            <a:off x="4477913" y="2850720"/>
            <a:ext cx="80168" cy="426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85" y="358"/>
                </a:moveTo>
                <a:lnTo>
                  <a:pt x="8793" y="1149"/>
                </a:lnTo>
                <a:lnTo>
                  <a:pt x="10095" y="1980"/>
                </a:lnTo>
                <a:lnTo>
                  <a:pt x="11391" y="2841"/>
                </a:lnTo>
                <a:lnTo>
                  <a:pt x="12681" y="3735"/>
                </a:lnTo>
                <a:lnTo>
                  <a:pt x="13965" y="4651"/>
                </a:lnTo>
                <a:lnTo>
                  <a:pt x="15246" y="5593"/>
                </a:lnTo>
                <a:lnTo>
                  <a:pt x="16522" y="6554"/>
                </a:lnTo>
                <a:lnTo>
                  <a:pt x="17796" y="7529"/>
                </a:lnTo>
                <a:lnTo>
                  <a:pt x="19067" y="8519"/>
                </a:lnTo>
                <a:lnTo>
                  <a:pt x="20335" y="9516"/>
                </a:lnTo>
                <a:lnTo>
                  <a:pt x="21600" y="10517"/>
                </a:lnTo>
                <a:lnTo>
                  <a:pt x="20771" y="12789"/>
                </a:lnTo>
                <a:lnTo>
                  <a:pt x="19927" y="14880"/>
                </a:lnTo>
                <a:lnTo>
                  <a:pt x="19030" y="16801"/>
                </a:lnTo>
                <a:lnTo>
                  <a:pt x="18052" y="18556"/>
                </a:lnTo>
                <a:lnTo>
                  <a:pt x="16956" y="20152"/>
                </a:lnTo>
                <a:lnTo>
                  <a:pt x="15709" y="21600"/>
                </a:lnTo>
                <a:lnTo>
                  <a:pt x="14376" y="21142"/>
                </a:lnTo>
                <a:lnTo>
                  <a:pt x="13062" y="20521"/>
                </a:lnTo>
                <a:lnTo>
                  <a:pt x="11772" y="19746"/>
                </a:lnTo>
                <a:lnTo>
                  <a:pt x="10502" y="18829"/>
                </a:lnTo>
                <a:lnTo>
                  <a:pt x="9255" y="17795"/>
                </a:lnTo>
                <a:lnTo>
                  <a:pt x="8025" y="16650"/>
                </a:lnTo>
                <a:lnTo>
                  <a:pt x="6820" y="15409"/>
                </a:lnTo>
                <a:lnTo>
                  <a:pt x="5634" y="14093"/>
                </a:lnTo>
                <a:lnTo>
                  <a:pt x="4467" y="12708"/>
                </a:lnTo>
                <a:lnTo>
                  <a:pt x="3321" y="11275"/>
                </a:lnTo>
                <a:lnTo>
                  <a:pt x="2195" y="9808"/>
                </a:lnTo>
                <a:lnTo>
                  <a:pt x="1088" y="8319"/>
                </a:lnTo>
                <a:lnTo>
                  <a:pt x="0" y="6823"/>
                </a:lnTo>
                <a:lnTo>
                  <a:pt x="1102" y="4016"/>
                </a:lnTo>
                <a:lnTo>
                  <a:pt x="2070" y="2017"/>
                </a:lnTo>
                <a:lnTo>
                  <a:pt x="3048" y="743"/>
                </a:lnTo>
                <a:lnTo>
                  <a:pt x="4181" y="100"/>
                </a:lnTo>
                <a:lnTo>
                  <a:pt x="5612" y="0"/>
                </a:lnTo>
                <a:lnTo>
                  <a:pt x="7485" y="358"/>
                </a:lnTo>
                <a:close/>
              </a:path>
            </a:pathLst>
          </a:custGeom>
          <a:solidFill>
            <a:srgbClr val="DFE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1" name="contour_08789"/>
          <p:cNvSpPr/>
          <p:nvPr/>
        </p:nvSpPr>
        <p:spPr>
          <a:xfrm>
            <a:off x="6941255" y="2834577"/>
            <a:ext cx="51016" cy="597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63" y="0"/>
                </a:moveTo>
                <a:lnTo>
                  <a:pt x="18628" y="53"/>
                </a:lnTo>
                <a:lnTo>
                  <a:pt x="20107" y="108"/>
                </a:lnTo>
                <a:lnTo>
                  <a:pt x="21600" y="163"/>
                </a:lnTo>
                <a:lnTo>
                  <a:pt x="21322" y="2145"/>
                </a:lnTo>
                <a:lnTo>
                  <a:pt x="21011" y="4051"/>
                </a:lnTo>
                <a:lnTo>
                  <a:pt x="20653" y="5888"/>
                </a:lnTo>
                <a:lnTo>
                  <a:pt x="20221" y="7659"/>
                </a:lnTo>
                <a:lnTo>
                  <a:pt x="19702" y="9366"/>
                </a:lnTo>
                <a:lnTo>
                  <a:pt x="19070" y="11016"/>
                </a:lnTo>
                <a:lnTo>
                  <a:pt x="18308" y="12613"/>
                </a:lnTo>
                <a:lnTo>
                  <a:pt x="17394" y="14163"/>
                </a:lnTo>
                <a:lnTo>
                  <a:pt x="16308" y="15665"/>
                </a:lnTo>
                <a:lnTo>
                  <a:pt x="15034" y="17128"/>
                </a:lnTo>
                <a:lnTo>
                  <a:pt x="13546" y="18553"/>
                </a:lnTo>
                <a:lnTo>
                  <a:pt x="11824" y="19948"/>
                </a:lnTo>
                <a:lnTo>
                  <a:pt x="9877" y="20780"/>
                </a:lnTo>
                <a:lnTo>
                  <a:pt x="7986" y="21300"/>
                </a:lnTo>
                <a:lnTo>
                  <a:pt x="6097" y="21558"/>
                </a:lnTo>
                <a:lnTo>
                  <a:pt x="4169" y="21600"/>
                </a:lnTo>
                <a:lnTo>
                  <a:pt x="2154" y="21479"/>
                </a:lnTo>
                <a:lnTo>
                  <a:pt x="0" y="21247"/>
                </a:lnTo>
                <a:lnTo>
                  <a:pt x="0" y="19505"/>
                </a:lnTo>
                <a:lnTo>
                  <a:pt x="0" y="17752"/>
                </a:lnTo>
                <a:lnTo>
                  <a:pt x="0" y="15976"/>
                </a:lnTo>
                <a:lnTo>
                  <a:pt x="2040" y="15976"/>
                </a:lnTo>
                <a:lnTo>
                  <a:pt x="4092" y="15976"/>
                </a:lnTo>
                <a:lnTo>
                  <a:pt x="6171" y="15976"/>
                </a:lnTo>
                <a:lnTo>
                  <a:pt x="6856" y="14305"/>
                </a:lnTo>
                <a:lnTo>
                  <a:pt x="7264" y="13080"/>
                </a:lnTo>
                <a:lnTo>
                  <a:pt x="7560" y="11696"/>
                </a:lnTo>
                <a:lnTo>
                  <a:pt x="7906" y="9551"/>
                </a:lnTo>
                <a:lnTo>
                  <a:pt x="8492" y="6112"/>
                </a:lnTo>
                <a:lnTo>
                  <a:pt x="9053" y="3642"/>
                </a:lnTo>
                <a:lnTo>
                  <a:pt x="9751" y="1974"/>
                </a:lnTo>
                <a:lnTo>
                  <a:pt x="10751" y="943"/>
                </a:lnTo>
                <a:lnTo>
                  <a:pt x="12210" y="382"/>
                </a:lnTo>
                <a:lnTo>
                  <a:pt x="14293" y="124"/>
                </a:lnTo>
                <a:lnTo>
                  <a:pt x="17163" y="0"/>
                </a:lnTo>
                <a:close/>
              </a:path>
            </a:pathLst>
          </a:custGeom>
          <a:solidFill>
            <a:srgbClr val="2C2D2E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2" name="contour_08790"/>
          <p:cNvSpPr/>
          <p:nvPr/>
        </p:nvSpPr>
        <p:spPr>
          <a:xfrm>
            <a:off x="5527384" y="2813296"/>
            <a:ext cx="52226" cy="43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00" y="3533"/>
                </a:moveTo>
                <a:lnTo>
                  <a:pt x="21380" y="6124"/>
                </a:lnTo>
                <a:lnTo>
                  <a:pt x="21543" y="8690"/>
                </a:lnTo>
                <a:lnTo>
                  <a:pt x="21600" y="11244"/>
                </a:lnTo>
                <a:lnTo>
                  <a:pt x="21567" y="13796"/>
                </a:lnTo>
                <a:lnTo>
                  <a:pt x="21464" y="16350"/>
                </a:lnTo>
                <a:lnTo>
                  <a:pt x="21302" y="18923"/>
                </a:lnTo>
                <a:lnTo>
                  <a:pt x="21100" y="21524"/>
                </a:lnTo>
                <a:lnTo>
                  <a:pt x="18851" y="21600"/>
                </a:lnTo>
                <a:lnTo>
                  <a:pt x="16675" y="21557"/>
                </a:lnTo>
                <a:lnTo>
                  <a:pt x="14556" y="21402"/>
                </a:lnTo>
                <a:lnTo>
                  <a:pt x="12476" y="21147"/>
                </a:lnTo>
                <a:lnTo>
                  <a:pt x="10423" y="20798"/>
                </a:lnTo>
                <a:lnTo>
                  <a:pt x="8380" y="20362"/>
                </a:lnTo>
                <a:lnTo>
                  <a:pt x="6333" y="19851"/>
                </a:lnTo>
                <a:lnTo>
                  <a:pt x="4262" y="19268"/>
                </a:lnTo>
                <a:lnTo>
                  <a:pt x="2158" y="18624"/>
                </a:lnTo>
                <a:lnTo>
                  <a:pt x="0" y="17926"/>
                </a:lnTo>
                <a:lnTo>
                  <a:pt x="555" y="13864"/>
                </a:lnTo>
                <a:lnTo>
                  <a:pt x="977" y="11003"/>
                </a:lnTo>
                <a:lnTo>
                  <a:pt x="1347" y="8938"/>
                </a:lnTo>
                <a:lnTo>
                  <a:pt x="1757" y="7272"/>
                </a:lnTo>
                <a:lnTo>
                  <a:pt x="2285" y="5602"/>
                </a:lnTo>
                <a:lnTo>
                  <a:pt x="3014" y="3533"/>
                </a:lnTo>
                <a:lnTo>
                  <a:pt x="5112" y="2181"/>
                </a:lnTo>
                <a:lnTo>
                  <a:pt x="7153" y="1141"/>
                </a:lnTo>
                <a:lnTo>
                  <a:pt x="9151" y="421"/>
                </a:lnTo>
                <a:lnTo>
                  <a:pt x="11126" y="36"/>
                </a:lnTo>
                <a:lnTo>
                  <a:pt x="13085" y="0"/>
                </a:lnTo>
                <a:lnTo>
                  <a:pt x="15047" y="317"/>
                </a:lnTo>
                <a:lnTo>
                  <a:pt x="17027" y="1004"/>
                </a:lnTo>
                <a:lnTo>
                  <a:pt x="19041" y="2073"/>
                </a:lnTo>
                <a:lnTo>
                  <a:pt x="21100" y="3533"/>
                </a:lnTo>
                <a:close/>
              </a:path>
            </a:pathLst>
          </a:custGeom>
          <a:solidFill>
            <a:srgbClr val="AB9A63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3" name="contour_08791"/>
          <p:cNvSpPr/>
          <p:nvPr/>
        </p:nvSpPr>
        <p:spPr>
          <a:xfrm>
            <a:off x="994254" y="2813165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95" y="324"/>
                </a:lnTo>
                <a:lnTo>
                  <a:pt x="2390" y="648"/>
                </a:lnTo>
                <a:lnTo>
                  <a:pt x="3586" y="976"/>
                </a:lnTo>
                <a:lnTo>
                  <a:pt x="4781" y="1307"/>
                </a:lnTo>
                <a:lnTo>
                  <a:pt x="5974" y="1642"/>
                </a:lnTo>
                <a:lnTo>
                  <a:pt x="7169" y="1980"/>
                </a:lnTo>
                <a:lnTo>
                  <a:pt x="8363" y="2326"/>
                </a:lnTo>
                <a:lnTo>
                  <a:pt x="9556" y="2678"/>
                </a:lnTo>
                <a:lnTo>
                  <a:pt x="10748" y="3038"/>
                </a:lnTo>
                <a:lnTo>
                  <a:pt x="11939" y="3406"/>
                </a:lnTo>
                <a:lnTo>
                  <a:pt x="13131" y="3780"/>
                </a:lnTo>
                <a:lnTo>
                  <a:pt x="14323" y="4169"/>
                </a:lnTo>
                <a:lnTo>
                  <a:pt x="15512" y="4568"/>
                </a:lnTo>
                <a:lnTo>
                  <a:pt x="16700" y="4975"/>
                </a:lnTo>
                <a:lnTo>
                  <a:pt x="17888" y="5400"/>
                </a:lnTo>
                <a:lnTo>
                  <a:pt x="18432" y="5594"/>
                </a:lnTo>
                <a:lnTo>
                  <a:pt x="20074" y="6188"/>
                </a:lnTo>
                <a:lnTo>
                  <a:pt x="20831" y="6689"/>
                </a:lnTo>
                <a:lnTo>
                  <a:pt x="21600" y="7200"/>
                </a:lnTo>
                <a:lnTo>
                  <a:pt x="21600" y="8986"/>
                </a:lnTo>
                <a:lnTo>
                  <a:pt x="21600" y="10800"/>
                </a:lnTo>
                <a:lnTo>
                  <a:pt x="20353" y="11156"/>
                </a:lnTo>
                <a:lnTo>
                  <a:pt x="19103" y="11513"/>
                </a:lnTo>
                <a:lnTo>
                  <a:pt x="17854" y="11869"/>
                </a:lnTo>
                <a:lnTo>
                  <a:pt x="16603" y="12229"/>
                </a:lnTo>
                <a:lnTo>
                  <a:pt x="15347" y="12586"/>
                </a:lnTo>
                <a:lnTo>
                  <a:pt x="14089" y="12946"/>
                </a:lnTo>
                <a:lnTo>
                  <a:pt x="12825" y="13306"/>
                </a:lnTo>
                <a:lnTo>
                  <a:pt x="11556" y="13669"/>
                </a:lnTo>
                <a:lnTo>
                  <a:pt x="10282" y="14033"/>
                </a:lnTo>
                <a:lnTo>
                  <a:pt x="9000" y="14400"/>
                </a:lnTo>
                <a:lnTo>
                  <a:pt x="9446" y="16182"/>
                </a:lnTo>
                <a:lnTo>
                  <a:pt x="9893" y="17975"/>
                </a:lnTo>
                <a:lnTo>
                  <a:pt x="10345" y="19775"/>
                </a:lnTo>
                <a:lnTo>
                  <a:pt x="10800" y="21600"/>
                </a:lnTo>
                <a:lnTo>
                  <a:pt x="9608" y="21485"/>
                </a:lnTo>
                <a:lnTo>
                  <a:pt x="8447" y="21316"/>
                </a:lnTo>
                <a:lnTo>
                  <a:pt x="7310" y="21074"/>
                </a:lnTo>
                <a:lnTo>
                  <a:pt x="6194" y="20740"/>
                </a:lnTo>
                <a:lnTo>
                  <a:pt x="5090" y="20286"/>
                </a:lnTo>
                <a:lnTo>
                  <a:pt x="3994" y="19692"/>
                </a:lnTo>
                <a:lnTo>
                  <a:pt x="2898" y="18936"/>
                </a:lnTo>
                <a:lnTo>
                  <a:pt x="1800" y="18000"/>
                </a:lnTo>
                <a:lnTo>
                  <a:pt x="1332" y="15804"/>
                </a:lnTo>
                <a:lnTo>
                  <a:pt x="954" y="13612"/>
                </a:lnTo>
                <a:lnTo>
                  <a:pt x="657" y="11419"/>
                </a:lnTo>
                <a:lnTo>
                  <a:pt x="430" y="9212"/>
                </a:lnTo>
                <a:lnTo>
                  <a:pt x="263" y="6980"/>
                </a:lnTo>
                <a:lnTo>
                  <a:pt x="142" y="4705"/>
                </a:lnTo>
                <a:lnTo>
                  <a:pt x="58" y="2383"/>
                </a:lnTo>
                <a:lnTo>
                  <a:pt x="0" y="0"/>
                </a:lnTo>
                <a:close/>
              </a:path>
            </a:pathLst>
          </a:custGeom>
          <a:solidFill>
            <a:srgbClr val="E4E3E0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4" name="contour_08792"/>
          <p:cNvSpPr/>
          <p:nvPr/>
        </p:nvSpPr>
        <p:spPr>
          <a:xfrm>
            <a:off x="1438821" y="2827741"/>
            <a:ext cx="72880" cy="24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172" y="3872"/>
                </a:lnTo>
                <a:lnTo>
                  <a:pt x="20742" y="7756"/>
                </a:lnTo>
                <a:lnTo>
                  <a:pt x="20313" y="11654"/>
                </a:lnTo>
                <a:lnTo>
                  <a:pt x="19878" y="15584"/>
                </a:lnTo>
                <a:lnTo>
                  <a:pt x="19440" y="19553"/>
                </a:lnTo>
                <a:lnTo>
                  <a:pt x="17922" y="21105"/>
                </a:lnTo>
                <a:lnTo>
                  <a:pt x="16764" y="21600"/>
                </a:lnTo>
                <a:lnTo>
                  <a:pt x="14977" y="21463"/>
                </a:lnTo>
                <a:lnTo>
                  <a:pt x="13668" y="21372"/>
                </a:lnTo>
                <a:lnTo>
                  <a:pt x="12340" y="21274"/>
                </a:lnTo>
                <a:lnTo>
                  <a:pt x="10973" y="21026"/>
                </a:lnTo>
                <a:lnTo>
                  <a:pt x="9586" y="20779"/>
                </a:lnTo>
                <a:lnTo>
                  <a:pt x="8206" y="20642"/>
                </a:lnTo>
                <a:lnTo>
                  <a:pt x="6804" y="20505"/>
                </a:lnTo>
                <a:lnTo>
                  <a:pt x="5443" y="20355"/>
                </a:lnTo>
                <a:lnTo>
                  <a:pt x="4082" y="20179"/>
                </a:lnTo>
                <a:lnTo>
                  <a:pt x="2722" y="19984"/>
                </a:lnTo>
                <a:lnTo>
                  <a:pt x="1361" y="19775"/>
                </a:lnTo>
                <a:lnTo>
                  <a:pt x="0" y="19553"/>
                </a:lnTo>
                <a:lnTo>
                  <a:pt x="0" y="15682"/>
                </a:lnTo>
                <a:lnTo>
                  <a:pt x="0" y="11797"/>
                </a:lnTo>
                <a:lnTo>
                  <a:pt x="0" y="7900"/>
                </a:lnTo>
                <a:lnTo>
                  <a:pt x="0" y="3969"/>
                </a:lnTo>
                <a:lnTo>
                  <a:pt x="0" y="0"/>
                </a:lnTo>
                <a:close/>
              </a:path>
            </a:pathLst>
          </a:custGeom>
          <a:solidFill>
            <a:srgbClr val="E4E4E2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5" name="contour_08793"/>
          <p:cNvSpPr/>
          <p:nvPr/>
        </p:nvSpPr>
        <p:spPr>
          <a:xfrm>
            <a:off x="7217484" y="2827741"/>
            <a:ext cx="59018" cy="45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29" y="0"/>
                </a:moveTo>
                <a:lnTo>
                  <a:pt x="4713" y="118"/>
                </a:lnTo>
                <a:lnTo>
                  <a:pt x="5983" y="268"/>
                </a:lnTo>
                <a:lnTo>
                  <a:pt x="7354" y="557"/>
                </a:lnTo>
                <a:lnTo>
                  <a:pt x="9432" y="1086"/>
                </a:lnTo>
                <a:lnTo>
                  <a:pt x="10299" y="1295"/>
                </a:lnTo>
                <a:lnTo>
                  <a:pt x="12921" y="1919"/>
                </a:lnTo>
                <a:lnTo>
                  <a:pt x="14750" y="2911"/>
                </a:lnTo>
                <a:lnTo>
                  <a:pt x="16324" y="4043"/>
                </a:lnTo>
                <a:lnTo>
                  <a:pt x="17716" y="5342"/>
                </a:lnTo>
                <a:lnTo>
                  <a:pt x="19007" y="6825"/>
                </a:lnTo>
                <a:lnTo>
                  <a:pt x="20277" y="8521"/>
                </a:lnTo>
                <a:lnTo>
                  <a:pt x="21600" y="10447"/>
                </a:lnTo>
                <a:lnTo>
                  <a:pt x="18418" y="13201"/>
                </a:lnTo>
                <a:lnTo>
                  <a:pt x="15737" y="15492"/>
                </a:lnTo>
                <a:lnTo>
                  <a:pt x="13483" y="17355"/>
                </a:lnTo>
                <a:lnTo>
                  <a:pt x="11587" y="18828"/>
                </a:lnTo>
                <a:lnTo>
                  <a:pt x="9968" y="19946"/>
                </a:lnTo>
                <a:lnTo>
                  <a:pt x="8557" y="20747"/>
                </a:lnTo>
                <a:lnTo>
                  <a:pt x="7276" y="21266"/>
                </a:lnTo>
                <a:lnTo>
                  <a:pt x="6055" y="21537"/>
                </a:lnTo>
                <a:lnTo>
                  <a:pt x="4815" y="21600"/>
                </a:lnTo>
                <a:lnTo>
                  <a:pt x="3486" y="21489"/>
                </a:lnTo>
                <a:lnTo>
                  <a:pt x="1992" y="21241"/>
                </a:lnTo>
                <a:lnTo>
                  <a:pt x="261" y="20893"/>
                </a:lnTo>
                <a:lnTo>
                  <a:pt x="211" y="18772"/>
                </a:lnTo>
                <a:lnTo>
                  <a:pt x="168" y="16648"/>
                </a:lnTo>
                <a:lnTo>
                  <a:pt x="131" y="14528"/>
                </a:lnTo>
                <a:lnTo>
                  <a:pt x="96" y="12404"/>
                </a:lnTo>
                <a:lnTo>
                  <a:pt x="48" y="10036"/>
                </a:lnTo>
                <a:lnTo>
                  <a:pt x="0" y="7629"/>
                </a:lnTo>
                <a:lnTo>
                  <a:pt x="192" y="5178"/>
                </a:lnTo>
                <a:lnTo>
                  <a:pt x="563" y="3566"/>
                </a:lnTo>
                <a:lnTo>
                  <a:pt x="1382" y="2079"/>
                </a:lnTo>
                <a:lnTo>
                  <a:pt x="2929" y="0"/>
                </a:lnTo>
                <a:close/>
              </a:path>
            </a:pathLst>
          </a:custGeom>
          <a:solidFill>
            <a:srgbClr val="E5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6" name="contour_08794"/>
          <p:cNvSpPr/>
          <p:nvPr/>
        </p:nvSpPr>
        <p:spPr>
          <a:xfrm>
            <a:off x="11662153" y="2747573"/>
            <a:ext cx="2523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51" y="0"/>
                </a:moveTo>
                <a:lnTo>
                  <a:pt x="15111" y="1043"/>
                </a:lnTo>
                <a:lnTo>
                  <a:pt x="16159" y="2075"/>
                </a:lnTo>
                <a:lnTo>
                  <a:pt x="17108" y="3097"/>
                </a:lnTo>
                <a:lnTo>
                  <a:pt x="17944" y="4110"/>
                </a:lnTo>
                <a:lnTo>
                  <a:pt x="18686" y="5121"/>
                </a:lnTo>
                <a:lnTo>
                  <a:pt x="19329" y="6131"/>
                </a:lnTo>
                <a:lnTo>
                  <a:pt x="19878" y="7142"/>
                </a:lnTo>
                <a:lnTo>
                  <a:pt x="20340" y="8159"/>
                </a:lnTo>
                <a:lnTo>
                  <a:pt x="20708" y="9182"/>
                </a:lnTo>
                <a:lnTo>
                  <a:pt x="20995" y="10215"/>
                </a:lnTo>
                <a:lnTo>
                  <a:pt x="21194" y="11261"/>
                </a:lnTo>
                <a:lnTo>
                  <a:pt x="21319" y="12323"/>
                </a:lnTo>
                <a:lnTo>
                  <a:pt x="21363" y="13404"/>
                </a:lnTo>
                <a:lnTo>
                  <a:pt x="21475" y="14338"/>
                </a:lnTo>
                <a:lnTo>
                  <a:pt x="21594" y="15287"/>
                </a:lnTo>
                <a:lnTo>
                  <a:pt x="21600" y="16188"/>
                </a:lnTo>
                <a:lnTo>
                  <a:pt x="21525" y="16887"/>
                </a:lnTo>
                <a:lnTo>
                  <a:pt x="21313" y="17612"/>
                </a:lnTo>
                <a:lnTo>
                  <a:pt x="20889" y="18593"/>
                </a:lnTo>
                <a:lnTo>
                  <a:pt x="20190" y="20057"/>
                </a:lnTo>
                <a:lnTo>
                  <a:pt x="16440" y="20750"/>
                </a:lnTo>
                <a:lnTo>
                  <a:pt x="13895" y="21140"/>
                </a:lnTo>
                <a:lnTo>
                  <a:pt x="11374" y="21376"/>
                </a:lnTo>
                <a:lnTo>
                  <a:pt x="7712" y="21600"/>
                </a:lnTo>
                <a:lnTo>
                  <a:pt x="6632" y="20539"/>
                </a:lnTo>
                <a:lnTo>
                  <a:pt x="5615" y="19471"/>
                </a:lnTo>
                <a:lnTo>
                  <a:pt x="4667" y="18395"/>
                </a:lnTo>
                <a:lnTo>
                  <a:pt x="3787" y="17315"/>
                </a:lnTo>
                <a:lnTo>
                  <a:pt x="2982" y="16231"/>
                </a:lnTo>
                <a:lnTo>
                  <a:pt x="2259" y="15142"/>
                </a:lnTo>
                <a:lnTo>
                  <a:pt x="1628" y="14049"/>
                </a:lnTo>
                <a:lnTo>
                  <a:pt x="1092" y="12954"/>
                </a:lnTo>
                <a:lnTo>
                  <a:pt x="655" y="11857"/>
                </a:lnTo>
                <a:lnTo>
                  <a:pt x="318" y="10758"/>
                </a:lnTo>
                <a:lnTo>
                  <a:pt x="100" y="9658"/>
                </a:lnTo>
                <a:lnTo>
                  <a:pt x="0" y="8558"/>
                </a:lnTo>
                <a:lnTo>
                  <a:pt x="25" y="7460"/>
                </a:lnTo>
                <a:lnTo>
                  <a:pt x="175" y="6363"/>
                </a:lnTo>
                <a:lnTo>
                  <a:pt x="468" y="5267"/>
                </a:lnTo>
                <a:lnTo>
                  <a:pt x="892" y="4175"/>
                </a:lnTo>
                <a:lnTo>
                  <a:pt x="1472" y="3086"/>
                </a:lnTo>
                <a:lnTo>
                  <a:pt x="5222" y="1990"/>
                </a:lnTo>
                <a:lnTo>
                  <a:pt x="7768" y="1304"/>
                </a:lnTo>
                <a:lnTo>
                  <a:pt x="10288" y="736"/>
                </a:lnTo>
                <a:lnTo>
                  <a:pt x="13951" y="0"/>
                </a:lnTo>
                <a:close/>
              </a:path>
            </a:pathLst>
          </a:custGeom>
          <a:solidFill>
            <a:srgbClr val="C7D7E3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7" name="contour_08795"/>
          <p:cNvSpPr/>
          <p:nvPr/>
        </p:nvSpPr>
        <p:spPr>
          <a:xfrm>
            <a:off x="6963119" y="2711126"/>
            <a:ext cx="43728" cy="58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"/>
                </a:moveTo>
                <a:lnTo>
                  <a:pt x="21600" y="1874"/>
                </a:lnTo>
                <a:lnTo>
                  <a:pt x="21600" y="3747"/>
                </a:lnTo>
                <a:lnTo>
                  <a:pt x="21600" y="5621"/>
                </a:lnTo>
                <a:lnTo>
                  <a:pt x="21600" y="7497"/>
                </a:lnTo>
                <a:lnTo>
                  <a:pt x="21600" y="9381"/>
                </a:lnTo>
                <a:lnTo>
                  <a:pt x="21600" y="11268"/>
                </a:lnTo>
                <a:lnTo>
                  <a:pt x="21600" y="13164"/>
                </a:lnTo>
                <a:lnTo>
                  <a:pt x="21600" y="15067"/>
                </a:lnTo>
                <a:lnTo>
                  <a:pt x="21600" y="16978"/>
                </a:lnTo>
                <a:lnTo>
                  <a:pt x="21600" y="18900"/>
                </a:lnTo>
                <a:lnTo>
                  <a:pt x="19224" y="19197"/>
                </a:lnTo>
                <a:lnTo>
                  <a:pt x="16844" y="19494"/>
                </a:lnTo>
                <a:lnTo>
                  <a:pt x="14465" y="19791"/>
                </a:lnTo>
                <a:lnTo>
                  <a:pt x="12078" y="20091"/>
                </a:lnTo>
                <a:lnTo>
                  <a:pt x="9684" y="20391"/>
                </a:lnTo>
                <a:lnTo>
                  <a:pt x="7279" y="20690"/>
                </a:lnTo>
                <a:lnTo>
                  <a:pt x="4867" y="20993"/>
                </a:lnTo>
                <a:lnTo>
                  <a:pt x="2441" y="21295"/>
                </a:lnTo>
                <a:lnTo>
                  <a:pt x="0" y="21600"/>
                </a:lnTo>
                <a:lnTo>
                  <a:pt x="0" y="19816"/>
                </a:lnTo>
                <a:lnTo>
                  <a:pt x="0" y="18020"/>
                </a:lnTo>
                <a:lnTo>
                  <a:pt x="0" y="16201"/>
                </a:lnTo>
                <a:lnTo>
                  <a:pt x="2138" y="16201"/>
                </a:lnTo>
                <a:lnTo>
                  <a:pt x="4284" y="16201"/>
                </a:lnTo>
                <a:lnTo>
                  <a:pt x="6437" y="16201"/>
                </a:lnTo>
                <a:lnTo>
                  <a:pt x="8608" y="16201"/>
                </a:lnTo>
                <a:lnTo>
                  <a:pt x="10800" y="16201"/>
                </a:lnTo>
                <a:lnTo>
                  <a:pt x="10285" y="14783"/>
                </a:lnTo>
                <a:lnTo>
                  <a:pt x="9760" y="13342"/>
                </a:lnTo>
                <a:lnTo>
                  <a:pt x="9158" y="11495"/>
                </a:lnTo>
                <a:lnTo>
                  <a:pt x="8550" y="9619"/>
                </a:lnTo>
                <a:lnTo>
                  <a:pt x="7924" y="7783"/>
                </a:lnTo>
                <a:lnTo>
                  <a:pt x="7283" y="5918"/>
                </a:lnTo>
                <a:lnTo>
                  <a:pt x="7243" y="4322"/>
                </a:lnTo>
                <a:lnTo>
                  <a:pt x="7200" y="2702"/>
                </a:lnTo>
                <a:lnTo>
                  <a:pt x="9558" y="1488"/>
                </a:lnTo>
                <a:lnTo>
                  <a:pt x="11714" y="702"/>
                </a:lnTo>
                <a:lnTo>
                  <a:pt x="13831" y="256"/>
                </a:lnTo>
                <a:lnTo>
                  <a:pt x="16078" y="54"/>
                </a:lnTo>
                <a:lnTo>
                  <a:pt x="18612" y="0"/>
                </a:lnTo>
                <a:lnTo>
                  <a:pt x="21600" y="3"/>
                </a:lnTo>
                <a:close/>
              </a:path>
            </a:pathLst>
          </a:custGeom>
          <a:solidFill>
            <a:srgbClr val="464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8" name="contour_08796"/>
          <p:cNvSpPr/>
          <p:nvPr/>
        </p:nvSpPr>
        <p:spPr>
          <a:xfrm>
            <a:off x="11088122" y="2733354"/>
            <a:ext cx="58304" cy="360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49"/>
                </a:moveTo>
                <a:lnTo>
                  <a:pt x="21600" y="6740"/>
                </a:lnTo>
                <a:lnTo>
                  <a:pt x="21600" y="9341"/>
                </a:lnTo>
                <a:lnTo>
                  <a:pt x="21600" y="11950"/>
                </a:lnTo>
                <a:lnTo>
                  <a:pt x="21600" y="14580"/>
                </a:lnTo>
                <a:lnTo>
                  <a:pt x="21600" y="17237"/>
                </a:lnTo>
                <a:lnTo>
                  <a:pt x="19818" y="17599"/>
                </a:lnTo>
                <a:lnTo>
                  <a:pt x="18036" y="17957"/>
                </a:lnTo>
                <a:lnTo>
                  <a:pt x="16251" y="18319"/>
                </a:lnTo>
                <a:lnTo>
                  <a:pt x="14464" y="18677"/>
                </a:lnTo>
                <a:lnTo>
                  <a:pt x="12674" y="19039"/>
                </a:lnTo>
                <a:lnTo>
                  <a:pt x="10881" y="19401"/>
                </a:lnTo>
                <a:lnTo>
                  <a:pt x="9083" y="19763"/>
                </a:lnTo>
                <a:lnTo>
                  <a:pt x="7279" y="20130"/>
                </a:lnTo>
                <a:lnTo>
                  <a:pt x="5470" y="20496"/>
                </a:lnTo>
                <a:lnTo>
                  <a:pt x="3656" y="20863"/>
                </a:lnTo>
                <a:lnTo>
                  <a:pt x="1831" y="21229"/>
                </a:lnTo>
                <a:lnTo>
                  <a:pt x="0" y="21600"/>
                </a:lnTo>
                <a:lnTo>
                  <a:pt x="313" y="18498"/>
                </a:lnTo>
                <a:lnTo>
                  <a:pt x="640" y="15544"/>
                </a:lnTo>
                <a:lnTo>
                  <a:pt x="1012" y="12687"/>
                </a:lnTo>
                <a:lnTo>
                  <a:pt x="1458" y="9869"/>
                </a:lnTo>
                <a:lnTo>
                  <a:pt x="2009" y="7041"/>
                </a:lnTo>
                <a:lnTo>
                  <a:pt x="2700" y="4149"/>
                </a:lnTo>
                <a:lnTo>
                  <a:pt x="4636" y="2439"/>
                </a:lnTo>
                <a:lnTo>
                  <a:pt x="6526" y="1204"/>
                </a:lnTo>
                <a:lnTo>
                  <a:pt x="8386" y="410"/>
                </a:lnTo>
                <a:lnTo>
                  <a:pt x="10230" y="22"/>
                </a:lnTo>
                <a:lnTo>
                  <a:pt x="12064" y="0"/>
                </a:lnTo>
                <a:lnTo>
                  <a:pt x="13908" y="310"/>
                </a:lnTo>
                <a:lnTo>
                  <a:pt x="15771" y="916"/>
                </a:lnTo>
                <a:lnTo>
                  <a:pt x="17663" y="1784"/>
                </a:lnTo>
                <a:lnTo>
                  <a:pt x="19602" y="2875"/>
                </a:lnTo>
                <a:lnTo>
                  <a:pt x="21600" y="4149"/>
                </a:lnTo>
                <a:close/>
              </a:path>
            </a:pathLst>
          </a:custGeom>
          <a:solidFill>
            <a:srgbClr val="CE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8799" name="contour_08797"/>
          <p:cNvSpPr/>
          <p:nvPr/>
        </p:nvSpPr>
        <p:spPr>
          <a:xfrm>
            <a:off x="3973635" y="2711133"/>
            <a:ext cx="3055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97" y="0"/>
                </a:moveTo>
                <a:lnTo>
                  <a:pt x="13852" y="0"/>
                </a:lnTo>
                <a:lnTo>
                  <a:pt x="16449" y="0"/>
                </a:lnTo>
                <a:lnTo>
                  <a:pt x="16789" y="1426"/>
                </a:lnTo>
                <a:lnTo>
                  <a:pt x="17129" y="2851"/>
                </a:lnTo>
                <a:lnTo>
                  <a:pt x="17469" y="4279"/>
                </a:lnTo>
                <a:lnTo>
                  <a:pt x="17809" y="5707"/>
                </a:lnTo>
                <a:lnTo>
                  <a:pt x="18149" y="7137"/>
                </a:lnTo>
                <a:lnTo>
                  <a:pt x="18494" y="8567"/>
                </a:lnTo>
                <a:lnTo>
                  <a:pt x="18834" y="10001"/>
                </a:lnTo>
                <a:lnTo>
                  <a:pt x="19179" y="11437"/>
                </a:lnTo>
                <a:lnTo>
                  <a:pt x="19519" y="12878"/>
                </a:lnTo>
                <a:lnTo>
                  <a:pt x="19864" y="14321"/>
                </a:lnTo>
                <a:lnTo>
                  <a:pt x="20209" y="15766"/>
                </a:lnTo>
                <a:lnTo>
                  <a:pt x="20554" y="17217"/>
                </a:lnTo>
                <a:lnTo>
                  <a:pt x="20905" y="18673"/>
                </a:lnTo>
                <a:lnTo>
                  <a:pt x="21250" y="20133"/>
                </a:lnTo>
                <a:lnTo>
                  <a:pt x="21600" y="21600"/>
                </a:lnTo>
                <a:lnTo>
                  <a:pt x="18200" y="21600"/>
                </a:lnTo>
                <a:lnTo>
                  <a:pt x="14795" y="21600"/>
                </a:lnTo>
                <a:lnTo>
                  <a:pt x="11374" y="21600"/>
                </a:lnTo>
                <a:lnTo>
                  <a:pt x="7938" y="21600"/>
                </a:lnTo>
                <a:lnTo>
                  <a:pt x="4482" y="21600"/>
                </a:lnTo>
                <a:lnTo>
                  <a:pt x="994" y="21600"/>
                </a:lnTo>
                <a:lnTo>
                  <a:pt x="618" y="18379"/>
                </a:lnTo>
                <a:lnTo>
                  <a:pt x="319" y="15641"/>
                </a:lnTo>
                <a:lnTo>
                  <a:pt x="108" y="13332"/>
                </a:lnTo>
                <a:lnTo>
                  <a:pt x="0" y="11400"/>
                </a:lnTo>
                <a:lnTo>
                  <a:pt x="10" y="9793"/>
                </a:lnTo>
                <a:lnTo>
                  <a:pt x="149" y="8459"/>
                </a:lnTo>
                <a:lnTo>
                  <a:pt x="428" y="7342"/>
                </a:lnTo>
                <a:lnTo>
                  <a:pt x="860" y="6391"/>
                </a:lnTo>
                <a:lnTo>
                  <a:pt x="1463" y="5556"/>
                </a:lnTo>
                <a:lnTo>
                  <a:pt x="2251" y="4782"/>
                </a:lnTo>
                <a:lnTo>
                  <a:pt x="3230" y="4013"/>
                </a:lnTo>
                <a:lnTo>
                  <a:pt x="4415" y="3203"/>
                </a:lnTo>
                <a:lnTo>
                  <a:pt x="5826" y="2294"/>
                </a:lnTo>
                <a:lnTo>
                  <a:pt x="7634" y="1536"/>
                </a:lnTo>
                <a:lnTo>
                  <a:pt x="9453" y="773"/>
                </a:lnTo>
                <a:lnTo>
                  <a:pt x="11297" y="0"/>
                </a:lnTo>
                <a:close/>
              </a:path>
            </a:pathLst>
          </a:custGeom>
          <a:solidFill>
            <a:srgbClr val="CDD1D9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0" name="contour_08798"/>
          <p:cNvSpPr/>
          <p:nvPr/>
        </p:nvSpPr>
        <p:spPr>
          <a:xfrm>
            <a:off x="578838" y="2689269"/>
            <a:ext cx="5129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76" y="0"/>
                </a:moveTo>
                <a:lnTo>
                  <a:pt x="14590" y="381"/>
                </a:lnTo>
                <a:lnTo>
                  <a:pt x="16223" y="710"/>
                </a:lnTo>
                <a:lnTo>
                  <a:pt x="17623" y="1121"/>
                </a:lnTo>
                <a:lnTo>
                  <a:pt x="19231" y="1741"/>
                </a:lnTo>
                <a:lnTo>
                  <a:pt x="21483" y="2700"/>
                </a:lnTo>
                <a:lnTo>
                  <a:pt x="21572" y="4576"/>
                </a:lnTo>
                <a:lnTo>
                  <a:pt x="21600" y="5989"/>
                </a:lnTo>
                <a:lnTo>
                  <a:pt x="21532" y="7201"/>
                </a:lnTo>
                <a:lnTo>
                  <a:pt x="21351" y="8481"/>
                </a:lnTo>
                <a:lnTo>
                  <a:pt x="21023" y="10098"/>
                </a:lnTo>
                <a:lnTo>
                  <a:pt x="20526" y="12317"/>
                </a:lnTo>
                <a:lnTo>
                  <a:pt x="20363" y="13090"/>
                </a:lnTo>
                <a:lnTo>
                  <a:pt x="20072" y="14448"/>
                </a:lnTo>
                <a:lnTo>
                  <a:pt x="19409" y="17561"/>
                </a:lnTo>
                <a:lnTo>
                  <a:pt x="19080" y="18895"/>
                </a:lnTo>
                <a:lnTo>
                  <a:pt x="18749" y="20239"/>
                </a:lnTo>
                <a:lnTo>
                  <a:pt x="18414" y="21600"/>
                </a:lnTo>
                <a:lnTo>
                  <a:pt x="16383" y="21514"/>
                </a:lnTo>
                <a:lnTo>
                  <a:pt x="14403" y="21387"/>
                </a:lnTo>
                <a:lnTo>
                  <a:pt x="12463" y="21206"/>
                </a:lnTo>
                <a:lnTo>
                  <a:pt x="10561" y="20955"/>
                </a:lnTo>
                <a:lnTo>
                  <a:pt x="8679" y="20614"/>
                </a:lnTo>
                <a:lnTo>
                  <a:pt x="6810" y="20169"/>
                </a:lnTo>
                <a:lnTo>
                  <a:pt x="4941" y="19602"/>
                </a:lnTo>
                <a:lnTo>
                  <a:pt x="3069" y="18900"/>
                </a:lnTo>
                <a:lnTo>
                  <a:pt x="2271" y="17253"/>
                </a:lnTo>
                <a:lnTo>
                  <a:pt x="1627" y="15609"/>
                </a:lnTo>
                <a:lnTo>
                  <a:pt x="1120" y="13964"/>
                </a:lnTo>
                <a:lnTo>
                  <a:pt x="734" y="12309"/>
                </a:lnTo>
                <a:lnTo>
                  <a:pt x="448" y="10635"/>
                </a:lnTo>
                <a:lnTo>
                  <a:pt x="242" y="8929"/>
                </a:lnTo>
                <a:lnTo>
                  <a:pt x="98" y="7187"/>
                </a:lnTo>
                <a:lnTo>
                  <a:pt x="0" y="5400"/>
                </a:lnTo>
                <a:lnTo>
                  <a:pt x="565" y="6728"/>
                </a:lnTo>
                <a:lnTo>
                  <a:pt x="1139" y="8078"/>
                </a:lnTo>
                <a:lnTo>
                  <a:pt x="2096" y="9428"/>
                </a:lnTo>
                <a:lnTo>
                  <a:pt x="3069" y="10800"/>
                </a:lnTo>
                <a:lnTo>
                  <a:pt x="5294" y="11164"/>
                </a:lnTo>
                <a:lnTo>
                  <a:pt x="6936" y="11251"/>
                </a:lnTo>
                <a:lnTo>
                  <a:pt x="9397" y="11138"/>
                </a:lnTo>
                <a:lnTo>
                  <a:pt x="11362" y="11027"/>
                </a:lnTo>
                <a:lnTo>
                  <a:pt x="13341" y="10913"/>
                </a:lnTo>
                <a:lnTo>
                  <a:pt x="15345" y="10800"/>
                </a:lnTo>
                <a:lnTo>
                  <a:pt x="14839" y="9018"/>
                </a:lnTo>
                <a:lnTo>
                  <a:pt x="14332" y="7233"/>
                </a:lnTo>
                <a:lnTo>
                  <a:pt x="13823" y="5440"/>
                </a:lnTo>
                <a:lnTo>
                  <a:pt x="13310" y="3640"/>
                </a:lnTo>
                <a:lnTo>
                  <a:pt x="12795" y="1828"/>
                </a:lnTo>
                <a:lnTo>
                  <a:pt x="12276" y="0"/>
                </a:lnTo>
                <a:close/>
              </a:path>
            </a:pathLst>
          </a:custGeom>
          <a:solidFill>
            <a:srgbClr val="B09660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1" name="contour_08799"/>
          <p:cNvSpPr/>
          <p:nvPr/>
        </p:nvSpPr>
        <p:spPr>
          <a:xfrm>
            <a:off x="4929769" y="2696557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8003" y="133"/>
                </a:lnTo>
                <a:lnTo>
                  <a:pt x="9487" y="346"/>
                </a:lnTo>
                <a:lnTo>
                  <a:pt x="10934" y="645"/>
                </a:lnTo>
                <a:lnTo>
                  <a:pt x="12344" y="1049"/>
                </a:lnTo>
                <a:lnTo>
                  <a:pt x="13720" y="1568"/>
                </a:lnTo>
                <a:lnTo>
                  <a:pt x="15062" y="2216"/>
                </a:lnTo>
                <a:lnTo>
                  <a:pt x="16371" y="3005"/>
                </a:lnTo>
                <a:lnTo>
                  <a:pt x="17649" y="3953"/>
                </a:lnTo>
                <a:lnTo>
                  <a:pt x="18896" y="5067"/>
                </a:lnTo>
                <a:lnTo>
                  <a:pt x="20114" y="6363"/>
                </a:lnTo>
                <a:lnTo>
                  <a:pt x="20850" y="7801"/>
                </a:lnTo>
                <a:lnTo>
                  <a:pt x="21600" y="9257"/>
                </a:lnTo>
                <a:lnTo>
                  <a:pt x="20263" y="8875"/>
                </a:lnTo>
                <a:lnTo>
                  <a:pt x="18926" y="8492"/>
                </a:lnTo>
                <a:lnTo>
                  <a:pt x="17585" y="8109"/>
                </a:lnTo>
                <a:lnTo>
                  <a:pt x="16241" y="7727"/>
                </a:lnTo>
                <a:lnTo>
                  <a:pt x="14891" y="7341"/>
                </a:lnTo>
                <a:lnTo>
                  <a:pt x="13535" y="6952"/>
                </a:lnTo>
                <a:lnTo>
                  <a:pt x="12172" y="6563"/>
                </a:lnTo>
                <a:lnTo>
                  <a:pt x="10800" y="6171"/>
                </a:lnTo>
                <a:lnTo>
                  <a:pt x="10623" y="8146"/>
                </a:lnTo>
                <a:lnTo>
                  <a:pt x="10441" y="10137"/>
                </a:lnTo>
                <a:lnTo>
                  <a:pt x="10260" y="12152"/>
                </a:lnTo>
                <a:lnTo>
                  <a:pt x="9917" y="14170"/>
                </a:lnTo>
                <a:lnTo>
                  <a:pt x="9634" y="15503"/>
                </a:lnTo>
                <a:lnTo>
                  <a:pt x="9258" y="16752"/>
                </a:lnTo>
                <a:lnTo>
                  <a:pt x="8640" y="18514"/>
                </a:lnTo>
                <a:lnTo>
                  <a:pt x="7210" y="19446"/>
                </a:lnTo>
                <a:lnTo>
                  <a:pt x="5834" y="20131"/>
                </a:lnTo>
                <a:lnTo>
                  <a:pt x="4469" y="20631"/>
                </a:lnTo>
                <a:lnTo>
                  <a:pt x="3069" y="21004"/>
                </a:lnTo>
                <a:lnTo>
                  <a:pt x="1596" y="21307"/>
                </a:lnTo>
                <a:lnTo>
                  <a:pt x="0" y="21600"/>
                </a:lnTo>
                <a:lnTo>
                  <a:pt x="402" y="19786"/>
                </a:lnTo>
                <a:lnTo>
                  <a:pt x="806" y="17971"/>
                </a:lnTo>
                <a:lnTo>
                  <a:pt x="1210" y="16160"/>
                </a:lnTo>
                <a:lnTo>
                  <a:pt x="1618" y="14345"/>
                </a:lnTo>
                <a:lnTo>
                  <a:pt x="2026" y="12534"/>
                </a:lnTo>
                <a:lnTo>
                  <a:pt x="2402" y="10849"/>
                </a:lnTo>
                <a:lnTo>
                  <a:pt x="2780" y="9155"/>
                </a:lnTo>
                <a:lnTo>
                  <a:pt x="3164" y="7437"/>
                </a:lnTo>
                <a:lnTo>
                  <a:pt x="3745" y="5289"/>
                </a:lnTo>
                <a:lnTo>
                  <a:pt x="4208" y="3829"/>
                </a:lnTo>
                <a:lnTo>
                  <a:pt x="4713" y="2697"/>
                </a:lnTo>
                <a:lnTo>
                  <a:pt x="5417" y="1540"/>
                </a:lnTo>
                <a:lnTo>
                  <a:pt x="6480" y="0"/>
                </a:lnTo>
                <a:close/>
              </a:path>
            </a:pathLst>
          </a:custGeom>
          <a:solidFill>
            <a:srgbClr val="7D7D72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2" name="contour_08800"/>
          <p:cNvSpPr/>
          <p:nvPr/>
        </p:nvSpPr>
        <p:spPr>
          <a:xfrm>
            <a:off x="4638249" y="2667405"/>
            <a:ext cx="5740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95" y="0"/>
                </a:moveTo>
                <a:lnTo>
                  <a:pt x="19897" y="2154"/>
                </a:lnTo>
                <a:lnTo>
                  <a:pt x="20481" y="4144"/>
                </a:lnTo>
                <a:lnTo>
                  <a:pt x="20947" y="6023"/>
                </a:lnTo>
                <a:lnTo>
                  <a:pt x="21293" y="7838"/>
                </a:lnTo>
                <a:lnTo>
                  <a:pt x="21510" y="9640"/>
                </a:lnTo>
                <a:lnTo>
                  <a:pt x="21600" y="11479"/>
                </a:lnTo>
                <a:lnTo>
                  <a:pt x="21562" y="13411"/>
                </a:lnTo>
                <a:lnTo>
                  <a:pt x="21389" y="15481"/>
                </a:lnTo>
                <a:lnTo>
                  <a:pt x="21082" y="17743"/>
                </a:lnTo>
                <a:lnTo>
                  <a:pt x="20147" y="19656"/>
                </a:lnTo>
                <a:lnTo>
                  <a:pt x="19195" y="21600"/>
                </a:lnTo>
                <a:lnTo>
                  <a:pt x="17383" y="21600"/>
                </a:lnTo>
                <a:lnTo>
                  <a:pt x="15559" y="21600"/>
                </a:lnTo>
                <a:lnTo>
                  <a:pt x="13711" y="21600"/>
                </a:lnTo>
                <a:lnTo>
                  <a:pt x="13711" y="19767"/>
                </a:lnTo>
                <a:lnTo>
                  <a:pt x="13711" y="17928"/>
                </a:lnTo>
                <a:lnTo>
                  <a:pt x="13711" y="16083"/>
                </a:lnTo>
                <a:lnTo>
                  <a:pt x="13711" y="14222"/>
                </a:lnTo>
                <a:lnTo>
                  <a:pt x="13711" y="12343"/>
                </a:lnTo>
                <a:lnTo>
                  <a:pt x="11898" y="12343"/>
                </a:lnTo>
                <a:lnTo>
                  <a:pt x="10075" y="12343"/>
                </a:lnTo>
                <a:lnTo>
                  <a:pt x="8226" y="12343"/>
                </a:lnTo>
                <a:lnTo>
                  <a:pt x="7382" y="14639"/>
                </a:lnTo>
                <a:lnTo>
                  <a:pt x="6817" y="16268"/>
                </a:lnTo>
                <a:lnTo>
                  <a:pt x="6400" y="17675"/>
                </a:lnTo>
                <a:lnTo>
                  <a:pt x="6000" y="19304"/>
                </a:lnTo>
                <a:lnTo>
                  <a:pt x="5484" y="21600"/>
                </a:lnTo>
                <a:lnTo>
                  <a:pt x="4127" y="20073"/>
                </a:lnTo>
                <a:lnTo>
                  <a:pt x="2764" y="18536"/>
                </a:lnTo>
                <a:lnTo>
                  <a:pt x="1390" y="16993"/>
                </a:lnTo>
                <a:lnTo>
                  <a:pt x="0" y="15429"/>
                </a:lnTo>
                <a:lnTo>
                  <a:pt x="1294" y="13876"/>
                </a:lnTo>
                <a:lnTo>
                  <a:pt x="2594" y="12331"/>
                </a:lnTo>
                <a:lnTo>
                  <a:pt x="3897" y="10788"/>
                </a:lnTo>
                <a:lnTo>
                  <a:pt x="5205" y="9251"/>
                </a:lnTo>
                <a:lnTo>
                  <a:pt x="6513" y="7714"/>
                </a:lnTo>
                <a:lnTo>
                  <a:pt x="7050" y="7076"/>
                </a:lnTo>
                <a:lnTo>
                  <a:pt x="8002" y="5952"/>
                </a:lnTo>
                <a:lnTo>
                  <a:pt x="10176" y="3376"/>
                </a:lnTo>
                <a:lnTo>
                  <a:pt x="11945" y="1728"/>
                </a:lnTo>
                <a:lnTo>
                  <a:pt x="13299" y="728"/>
                </a:lnTo>
                <a:lnTo>
                  <a:pt x="14671" y="216"/>
                </a:lnTo>
                <a:lnTo>
                  <a:pt x="16491" y="28"/>
                </a:lnTo>
                <a:lnTo>
                  <a:pt x="19195" y="0"/>
                </a:lnTo>
                <a:close/>
              </a:path>
            </a:pathLst>
          </a:custGeom>
          <a:solidFill>
            <a:srgbClr val="161515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3" name="contour_08801"/>
          <p:cNvSpPr/>
          <p:nvPr/>
        </p:nvSpPr>
        <p:spPr>
          <a:xfrm>
            <a:off x="2347444" y="2674183"/>
            <a:ext cx="60680" cy="44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9"/>
                </a:moveTo>
                <a:lnTo>
                  <a:pt x="21278" y="2452"/>
                </a:lnTo>
                <a:lnTo>
                  <a:pt x="20957" y="4654"/>
                </a:lnTo>
                <a:lnTo>
                  <a:pt x="20635" y="6864"/>
                </a:lnTo>
                <a:lnTo>
                  <a:pt x="20313" y="9078"/>
                </a:lnTo>
                <a:lnTo>
                  <a:pt x="19989" y="11302"/>
                </a:lnTo>
                <a:lnTo>
                  <a:pt x="19662" y="13536"/>
                </a:lnTo>
                <a:lnTo>
                  <a:pt x="19335" y="15782"/>
                </a:lnTo>
                <a:lnTo>
                  <a:pt x="19006" y="18042"/>
                </a:lnTo>
                <a:lnTo>
                  <a:pt x="17537" y="17034"/>
                </a:lnTo>
                <a:lnTo>
                  <a:pt x="16069" y="16027"/>
                </a:lnTo>
                <a:lnTo>
                  <a:pt x="14595" y="15017"/>
                </a:lnTo>
                <a:lnTo>
                  <a:pt x="13117" y="14003"/>
                </a:lnTo>
                <a:lnTo>
                  <a:pt x="11630" y="12981"/>
                </a:lnTo>
                <a:lnTo>
                  <a:pt x="10136" y="11957"/>
                </a:lnTo>
                <a:lnTo>
                  <a:pt x="8629" y="10925"/>
                </a:lnTo>
                <a:lnTo>
                  <a:pt x="8629" y="13038"/>
                </a:lnTo>
                <a:lnTo>
                  <a:pt x="8629" y="15159"/>
                </a:lnTo>
                <a:lnTo>
                  <a:pt x="8629" y="17287"/>
                </a:lnTo>
                <a:lnTo>
                  <a:pt x="8629" y="19433"/>
                </a:lnTo>
                <a:lnTo>
                  <a:pt x="8629" y="21600"/>
                </a:lnTo>
                <a:lnTo>
                  <a:pt x="7088" y="21600"/>
                </a:lnTo>
                <a:lnTo>
                  <a:pt x="5541" y="21600"/>
                </a:lnTo>
                <a:lnTo>
                  <a:pt x="3990" y="21600"/>
                </a:lnTo>
                <a:lnTo>
                  <a:pt x="2426" y="21600"/>
                </a:lnTo>
                <a:lnTo>
                  <a:pt x="846" y="21600"/>
                </a:lnTo>
                <a:lnTo>
                  <a:pt x="376" y="17664"/>
                </a:lnTo>
                <a:lnTo>
                  <a:pt x="93" y="14882"/>
                </a:lnTo>
                <a:lnTo>
                  <a:pt x="0" y="12857"/>
                </a:lnTo>
                <a:lnTo>
                  <a:pt x="93" y="11191"/>
                </a:lnTo>
                <a:lnTo>
                  <a:pt x="376" y="9494"/>
                </a:lnTo>
                <a:lnTo>
                  <a:pt x="846" y="7366"/>
                </a:lnTo>
                <a:lnTo>
                  <a:pt x="2389" y="5971"/>
                </a:lnTo>
                <a:lnTo>
                  <a:pt x="3982" y="4722"/>
                </a:lnTo>
                <a:lnTo>
                  <a:pt x="5617" y="3623"/>
                </a:lnTo>
                <a:lnTo>
                  <a:pt x="7290" y="2669"/>
                </a:lnTo>
                <a:lnTo>
                  <a:pt x="8997" y="1865"/>
                </a:lnTo>
                <a:lnTo>
                  <a:pt x="10738" y="1203"/>
                </a:lnTo>
                <a:lnTo>
                  <a:pt x="12504" y="687"/>
                </a:lnTo>
                <a:lnTo>
                  <a:pt x="14292" y="313"/>
                </a:lnTo>
                <a:lnTo>
                  <a:pt x="16103" y="85"/>
                </a:lnTo>
                <a:lnTo>
                  <a:pt x="17924" y="0"/>
                </a:lnTo>
                <a:lnTo>
                  <a:pt x="19758" y="53"/>
                </a:lnTo>
                <a:lnTo>
                  <a:pt x="21600" y="249"/>
                </a:lnTo>
                <a:close/>
              </a:path>
            </a:pathLst>
          </a:custGeom>
          <a:solidFill>
            <a:srgbClr val="25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4" name="contour_08802"/>
          <p:cNvSpPr/>
          <p:nvPr/>
        </p:nvSpPr>
        <p:spPr>
          <a:xfrm>
            <a:off x="11379641" y="2600785"/>
            <a:ext cx="45339" cy="44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96" y="0"/>
                </a:moveTo>
                <a:lnTo>
                  <a:pt x="12930" y="366"/>
                </a:lnTo>
                <a:lnTo>
                  <a:pt x="15038" y="844"/>
                </a:lnTo>
                <a:lnTo>
                  <a:pt x="16961" y="1541"/>
                </a:lnTo>
                <a:lnTo>
                  <a:pt x="18847" y="2564"/>
                </a:lnTo>
                <a:lnTo>
                  <a:pt x="20833" y="4013"/>
                </a:lnTo>
                <a:lnTo>
                  <a:pt x="21288" y="6616"/>
                </a:lnTo>
                <a:lnTo>
                  <a:pt x="21531" y="9099"/>
                </a:lnTo>
                <a:lnTo>
                  <a:pt x="21600" y="11519"/>
                </a:lnTo>
                <a:lnTo>
                  <a:pt x="21527" y="13925"/>
                </a:lnTo>
                <a:lnTo>
                  <a:pt x="21353" y="16373"/>
                </a:lnTo>
                <a:lnTo>
                  <a:pt x="21110" y="18916"/>
                </a:lnTo>
                <a:lnTo>
                  <a:pt x="20833" y="21600"/>
                </a:lnTo>
                <a:lnTo>
                  <a:pt x="18541" y="21600"/>
                </a:lnTo>
                <a:lnTo>
                  <a:pt x="16249" y="21600"/>
                </a:lnTo>
                <a:lnTo>
                  <a:pt x="13951" y="21600"/>
                </a:lnTo>
                <a:lnTo>
                  <a:pt x="11649" y="21600"/>
                </a:lnTo>
                <a:lnTo>
                  <a:pt x="9340" y="21600"/>
                </a:lnTo>
                <a:lnTo>
                  <a:pt x="7024" y="21600"/>
                </a:lnTo>
                <a:lnTo>
                  <a:pt x="4694" y="21600"/>
                </a:lnTo>
                <a:lnTo>
                  <a:pt x="2354" y="21600"/>
                </a:lnTo>
                <a:lnTo>
                  <a:pt x="0" y="21600"/>
                </a:lnTo>
                <a:lnTo>
                  <a:pt x="10" y="16141"/>
                </a:lnTo>
                <a:lnTo>
                  <a:pt x="87" y="11762"/>
                </a:lnTo>
                <a:lnTo>
                  <a:pt x="285" y="8329"/>
                </a:lnTo>
                <a:lnTo>
                  <a:pt x="674" y="5719"/>
                </a:lnTo>
                <a:lnTo>
                  <a:pt x="1312" y="3795"/>
                </a:lnTo>
                <a:lnTo>
                  <a:pt x="2267" y="2434"/>
                </a:lnTo>
                <a:lnTo>
                  <a:pt x="3601" y="1505"/>
                </a:lnTo>
                <a:lnTo>
                  <a:pt x="5375" y="876"/>
                </a:lnTo>
                <a:lnTo>
                  <a:pt x="7653" y="419"/>
                </a:lnTo>
                <a:lnTo>
                  <a:pt x="10496" y="0"/>
                </a:lnTo>
                <a:close/>
              </a:path>
            </a:pathLst>
          </a:custGeom>
          <a:solidFill>
            <a:srgbClr val="C1AC7F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5" name="contour_08803"/>
          <p:cNvSpPr/>
          <p:nvPr/>
        </p:nvSpPr>
        <p:spPr>
          <a:xfrm>
            <a:off x="7014135" y="2551723"/>
            <a:ext cx="58304" cy="646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25"/>
                </a:moveTo>
                <a:lnTo>
                  <a:pt x="21006" y="2171"/>
                </a:lnTo>
                <a:lnTo>
                  <a:pt x="19956" y="2249"/>
                </a:lnTo>
                <a:lnTo>
                  <a:pt x="17550" y="2429"/>
                </a:lnTo>
                <a:lnTo>
                  <a:pt x="16956" y="2741"/>
                </a:lnTo>
                <a:lnTo>
                  <a:pt x="15906" y="3294"/>
                </a:lnTo>
                <a:lnTo>
                  <a:pt x="13500" y="4560"/>
                </a:lnTo>
                <a:lnTo>
                  <a:pt x="13379" y="6215"/>
                </a:lnTo>
                <a:lnTo>
                  <a:pt x="13316" y="7422"/>
                </a:lnTo>
                <a:lnTo>
                  <a:pt x="13316" y="8532"/>
                </a:lnTo>
                <a:lnTo>
                  <a:pt x="13379" y="9896"/>
                </a:lnTo>
                <a:lnTo>
                  <a:pt x="13500" y="11863"/>
                </a:lnTo>
                <a:lnTo>
                  <a:pt x="13621" y="13830"/>
                </a:lnTo>
                <a:lnTo>
                  <a:pt x="13684" y="15193"/>
                </a:lnTo>
                <a:lnTo>
                  <a:pt x="13684" y="16303"/>
                </a:lnTo>
                <a:lnTo>
                  <a:pt x="13621" y="17510"/>
                </a:lnTo>
                <a:lnTo>
                  <a:pt x="13500" y="19166"/>
                </a:lnTo>
                <a:lnTo>
                  <a:pt x="11491" y="20208"/>
                </a:lnTo>
                <a:lnTo>
                  <a:pt x="10066" y="20855"/>
                </a:lnTo>
                <a:lnTo>
                  <a:pt x="8834" y="21225"/>
                </a:lnTo>
                <a:lnTo>
                  <a:pt x="7409" y="21434"/>
                </a:lnTo>
                <a:lnTo>
                  <a:pt x="5400" y="21600"/>
                </a:lnTo>
                <a:lnTo>
                  <a:pt x="5400" y="19991"/>
                </a:lnTo>
                <a:lnTo>
                  <a:pt x="5400" y="18372"/>
                </a:lnTo>
                <a:lnTo>
                  <a:pt x="5400" y="16731"/>
                </a:lnTo>
                <a:lnTo>
                  <a:pt x="3615" y="16731"/>
                </a:lnTo>
                <a:lnTo>
                  <a:pt x="1820" y="16731"/>
                </a:lnTo>
                <a:lnTo>
                  <a:pt x="0" y="16731"/>
                </a:lnTo>
                <a:lnTo>
                  <a:pt x="508" y="14920"/>
                </a:lnTo>
                <a:lnTo>
                  <a:pt x="902" y="13635"/>
                </a:lnTo>
                <a:lnTo>
                  <a:pt x="1312" y="12525"/>
                </a:lnTo>
                <a:lnTo>
                  <a:pt x="1868" y="11239"/>
                </a:lnTo>
                <a:lnTo>
                  <a:pt x="2700" y="9428"/>
                </a:lnTo>
                <a:lnTo>
                  <a:pt x="4485" y="9428"/>
                </a:lnTo>
                <a:lnTo>
                  <a:pt x="6280" y="9428"/>
                </a:lnTo>
                <a:lnTo>
                  <a:pt x="8100" y="9428"/>
                </a:lnTo>
                <a:lnTo>
                  <a:pt x="7933" y="8272"/>
                </a:lnTo>
                <a:lnTo>
                  <a:pt x="7762" y="7108"/>
                </a:lnTo>
                <a:lnTo>
                  <a:pt x="7592" y="5928"/>
                </a:lnTo>
                <a:lnTo>
                  <a:pt x="7668" y="5370"/>
                </a:lnTo>
                <a:lnTo>
                  <a:pt x="7798" y="4384"/>
                </a:lnTo>
                <a:lnTo>
                  <a:pt x="8100" y="2125"/>
                </a:lnTo>
                <a:lnTo>
                  <a:pt x="10241" y="1147"/>
                </a:lnTo>
                <a:lnTo>
                  <a:pt x="12201" y="448"/>
                </a:lnTo>
                <a:lnTo>
                  <a:pt x="14045" y="56"/>
                </a:lnTo>
                <a:lnTo>
                  <a:pt x="15841" y="0"/>
                </a:lnTo>
                <a:lnTo>
                  <a:pt x="17653" y="307"/>
                </a:lnTo>
                <a:lnTo>
                  <a:pt x="19551" y="1005"/>
                </a:lnTo>
                <a:lnTo>
                  <a:pt x="21600" y="2125"/>
                </a:lnTo>
                <a:close/>
              </a:path>
            </a:pathLst>
          </a:custGeom>
          <a:solidFill>
            <a:srgbClr val="36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6" name="contour_08804"/>
          <p:cNvSpPr/>
          <p:nvPr/>
        </p:nvSpPr>
        <p:spPr>
          <a:xfrm>
            <a:off x="6868375" y="2579949"/>
            <a:ext cx="4573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53" y="0"/>
                </a:moveTo>
                <a:lnTo>
                  <a:pt x="21139" y="1386"/>
                </a:lnTo>
                <a:lnTo>
                  <a:pt x="21455" y="2714"/>
                </a:lnTo>
                <a:lnTo>
                  <a:pt x="21600" y="3994"/>
                </a:lnTo>
                <a:lnTo>
                  <a:pt x="21562" y="5234"/>
                </a:lnTo>
                <a:lnTo>
                  <a:pt x="21325" y="6446"/>
                </a:lnTo>
                <a:lnTo>
                  <a:pt x="20881" y="7637"/>
                </a:lnTo>
                <a:lnTo>
                  <a:pt x="20216" y="8820"/>
                </a:lnTo>
                <a:lnTo>
                  <a:pt x="19328" y="10003"/>
                </a:lnTo>
                <a:lnTo>
                  <a:pt x="18199" y="11194"/>
                </a:lnTo>
                <a:lnTo>
                  <a:pt x="16822" y="12404"/>
                </a:lnTo>
                <a:lnTo>
                  <a:pt x="15401" y="13453"/>
                </a:lnTo>
                <a:lnTo>
                  <a:pt x="13962" y="14494"/>
                </a:lnTo>
                <a:lnTo>
                  <a:pt x="12502" y="15525"/>
                </a:lnTo>
                <a:lnTo>
                  <a:pt x="11025" y="16551"/>
                </a:lnTo>
                <a:lnTo>
                  <a:pt x="9535" y="17570"/>
                </a:lnTo>
                <a:lnTo>
                  <a:pt x="8031" y="18583"/>
                </a:lnTo>
                <a:lnTo>
                  <a:pt x="6513" y="19593"/>
                </a:lnTo>
                <a:lnTo>
                  <a:pt x="4981" y="20597"/>
                </a:lnTo>
                <a:lnTo>
                  <a:pt x="3442" y="21600"/>
                </a:lnTo>
                <a:lnTo>
                  <a:pt x="2492" y="20335"/>
                </a:lnTo>
                <a:lnTo>
                  <a:pt x="1838" y="19422"/>
                </a:lnTo>
                <a:lnTo>
                  <a:pt x="1315" y="18601"/>
                </a:lnTo>
                <a:lnTo>
                  <a:pt x="757" y="17613"/>
                </a:lnTo>
                <a:lnTo>
                  <a:pt x="0" y="16200"/>
                </a:lnTo>
                <a:lnTo>
                  <a:pt x="1067" y="15383"/>
                </a:lnTo>
                <a:lnTo>
                  <a:pt x="2141" y="14558"/>
                </a:lnTo>
                <a:lnTo>
                  <a:pt x="3229" y="13725"/>
                </a:lnTo>
                <a:lnTo>
                  <a:pt x="4706" y="12424"/>
                </a:lnTo>
                <a:lnTo>
                  <a:pt x="5762" y="11223"/>
                </a:lnTo>
                <a:lnTo>
                  <a:pt x="6454" y="10080"/>
                </a:lnTo>
                <a:lnTo>
                  <a:pt x="6840" y="8953"/>
                </a:lnTo>
                <a:lnTo>
                  <a:pt x="6977" y="7799"/>
                </a:lnTo>
                <a:lnTo>
                  <a:pt x="6919" y="6575"/>
                </a:lnTo>
                <a:lnTo>
                  <a:pt x="6726" y="5242"/>
                </a:lnTo>
                <a:lnTo>
                  <a:pt x="6454" y="3755"/>
                </a:lnTo>
                <a:lnTo>
                  <a:pt x="6668" y="2785"/>
                </a:lnTo>
                <a:lnTo>
                  <a:pt x="6884" y="1800"/>
                </a:lnTo>
                <a:lnTo>
                  <a:pt x="9170" y="1006"/>
                </a:lnTo>
                <a:lnTo>
                  <a:pt x="11232" y="488"/>
                </a:lnTo>
                <a:lnTo>
                  <a:pt x="13242" y="187"/>
                </a:lnTo>
                <a:lnTo>
                  <a:pt x="15366" y="43"/>
                </a:lnTo>
                <a:lnTo>
                  <a:pt x="17783" y="2"/>
                </a:lnTo>
                <a:lnTo>
                  <a:pt x="20653" y="0"/>
                </a:lnTo>
                <a:close/>
              </a:path>
            </a:pathLst>
          </a:custGeom>
          <a:solidFill>
            <a:srgbClr val="40413B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7" name="contour_08805"/>
          <p:cNvSpPr/>
          <p:nvPr/>
        </p:nvSpPr>
        <p:spPr>
          <a:xfrm>
            <a:off x="4018770" y="2550797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90" y="0"/>
                </a:lnTo>
                <a:lnTo>
                  <a:pt x="20387" y="0"/>
                </a:lnTo>
                <a:lnTo>
                  <a:pt x="21600" y="0"/>
                </a:lnTo>
                <a:lnTo>
                  <a:pt x="21600" y="2182"/>
                </a:lnTo>
                <a:lnTo>
                  <a:pt x="21600" y="4366"/>
                </a:lnTo>
                <a:lnTo>
                  <a:pt x="21600" y="6557"/>
                </a:lnTo>
                <a:lnTo>
                  <a:pt x="21600" y="8757"/>
                </a:lnTo>
                <a:lnTo>
                  <a:pt x="21600" y="10967"/>
                </a:lnTo>
                <a:lnTo>
                  <a:pt x="21600" y="13188"/>
                </a:lnTo>
                <a:lnTo>
                  <a:pt x="21600" y="15429"/>
                </a:lnTo>
                <a:lnTo>
                  <a:pt x="20367" y="15429"/>
                </a:lnTo>
                <a:lnTo>
                  <a:pt x="19132" y="15429"/>
                </a:lnTo>
                <a:lnTo>
                  <a:pt x="17897" y="15429"/>
                </a:lnTo>
                <a:lnTo>
                  <a:pt x="16661" y="15429"/>
                </a:lnTo>
                <a:lnTo>
                  <a:pt x="15422" y="15429"/>
                </a:lnTo>
                <a:lnTo>
                  <a:pt x="14182" y="15429"/>
                </a:lnTo>
                <a:lnTo>
                  <a:pt x="12938" y="15429"/>
                </a:lnTo>
                <a:lnTo>
                  <a:pt x="11693" y="15429"/>
                </a:lnTo>
                <a:lnTo>
                  <a:pt x="10444" y="15429"/>
                </a:lnTo>
                <a:lnTo>
                  <a:pt x="9189" y="15429"/>
                </a:lnTo>
                <a:lnTo>
                  <a:pt x="7931" y="15429"/>
                </a:lnTo>
                <a:lnTo>
                  <a:pt x="6669" y="15429"/>
                </a:lnTo>
                <a:lnTo>
                  <a:pt x="5400" y="15429"/>
                </a:lnTo>
                <a:lnTo>
                  <a:pt x="5400" y="17468"/>
                </a:lnTo>
                <a:lnTo>
                  <a:pt x="5400" y="19520"/>
                </a:lnTo>
                <a:lnTo>
                  <a:pt x="5400" y="21600"/>
                </a:lnTo>
                <a:lnTo>
                  <a:pt x="4061" y="21020"/>
                </a:lnTo>
                <a:lnTo>
                  <a:pt x="3110" y="20569"/>
                </a:lnTo>
                <a:lnTo>
                  <a:pt x="2290" y="20100"/>
                </a:lnTo>
                <a:lnTo>
                  <a:pt x="1339" y="19465"/>
                </a:lnTo>
                <a:lnTo>
                  <a:pt x="0" y="18514"/>
                </a:lnTo>
                <a:lnTo>
                  <a:pt x="0" y="16475"/>
                </a:lnTo>
                <a:lnTo>
                  <a:pt x="0" y="14423"/>
                </a:lnTo>
                <a:lnTo>
                  <a:pt x="0" y="12343"/>
                </a:lnTo>
                <a:lnTo>
                  <a:pt x="445" y="12290"/>
                </a:lnTo>
                <a:lnTo>
                  <a:pt x="1228" y="12201"/>
                </a:lnTo>
                <a:lnTo>
                  <a:pt x="3024" y="11994"/>
                </a:lnTo>
                <a:lnTo>
                  <a:pt x="4012" y="11840"/>
                </a:lnTo>
                <a:lnTo>
                  <a:pt x="5000" y="11689"/>
                </a:lnTo>
                <a:lnTo>
                  <a:pt x="5987" y="11534"/>
                </a:lnTo>
                <a:lnTo>
                  <a:pt x="6975" y="11380"/>
                </a:lnTo>
                <a:lnTo>
                  <a:pt x="7963" y="11275"/>
                </a:lnTo>
                <a:lnTo>
                  <a:pt x="8964" y="11167"/>
                </a:lnTo>
                <a:lnTo>
                  <a:pt x="10102" y="10954"/>
                </a:lnTo>
                <a:lnTo>
                  <a:pt x="11191" y="10692"/>
                </a:lnTo>
                <a:lnTo>
                  <a:pt x="12254" y="10346"/>
                </a:lnTo>
                <a:lnTo>
                  <a:pt x="13316" y="9877"/>
                </a:lnTo>
                <a:lnTo>
                  <a:pt x="14400" y="9257"/>
                </a:lnTo>
                <a:lnTo>
                  <a:pt x="15266" y="7230"/>
                </a:lnTo>
                <a:lnTo>
                  <a:pt x="15892" y="5739"/>
                </a:lnTo>
                <a:lnTo>
                  <a:pt x="16380" y="4530"/>
                </a:lnTo>
                <a:lnTo>
                  <a:pt x="16826" y="3339"/>
                </a:lnTo>
                <a:lnTo>
                  <a:pt x="17332" y="1916"/>
                </a:lnTo>
                <a:lnTo>
                  <a:pt x="18000" y="0"/>
                </a:lnTo>
                <a:close/>
              </a:path>
            </a:pathLst>
          </a:custGeom>
          <a:solidFill>
            <a:srgbClr val="939197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8" name="contour_08806"/>
          <p:cNvSpPr/>
          <p:nvPr/>
        </p:nvSpPr>
        <p:spPr>
          <a:xfrm>
            <a:off x="8610205" y="2557779"/>
            <a:ext cx="109320" cy="50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1"/>
                </a:moveTo>
                <a:lnTo>
                  <a:pt x="21600" y="2188"/>
                </a:lnTo>
                <a:lnTo>
                  <a:pt x="21600" y="4257"/>
                </a:lnTo>
                <a:lnTo>
                  <a:pt x="21600" y="6355"/>
                </a:lnTo>
                <a:lnTo>
                  <a:pt x="21220" y="6274"/>
                </a:lnTo>
                <a:lnTo>
                  <a:pt x="20075" y="6028"/>
                </a:lnTo>
                <a:lnTo>
                  <a:pt x="19107" y="5916"/>
                </a:lnTo>
                <a:lnTo>
                  <a:pt x="18163" y="5844"/>
                </a:lnTo>
                <a:lnTo>
                  <a:pt x="17230" y="5838"/>
                </a:lnTo>
                <a:lnTo>
                  <a:pt x="16298" y="5906"/>
                </a:lnTo>
                <a:lnTo>
                  <a:pt x="15359" y="6071"/>
                </a:lnTo>
                <a:lnTo>
                  <a:pt x="14400" y="6355"/>
                </a:lnTo>
                <a:lnTo>
                  <a:pt x="14095" y="8209"/>
                </a:lnTo>
                <a:lnTo>
                  <a:pt x="13798" y="10070"/>
                </a:lnTo>
                <a:lnTo>
                  <a:pt x="13510" y="11937"/>
                </a:lnTo>
                <a:lnTo>
                  <a:pt x="13231" y="13811"/>
                </a:lnTo>
                <a:lnTo>
                  <a:pt x="12960" y="15690"/>
                </a:lnTo>
                <a:lnTo>
                  <a:pt x="12070" y="16929"/>
                </a:lnTo>
                <a:lnTo>
                  <a:pt x="11163" y="18080"/>
                </a:lnTo>
                <a:lnTo>
                  <a:pt x="10238" y="19117"/>
                </a:lnTo>
                <a:lnTo>
                  <a:pt x="9294" y="20010"/>
                </a:lnTo>
                <a:lnTo>
                  <a:pt x="8329" y="20735"/>
                </a:lnTo>
                <a:lnTo>
                  <a:pt x="7341" y="21258"/>
                </a:lnTo>
                <a:lnTo>
                  <a:pt x="6332" y="21556"/>
                </a:lnTo>
                <a:lnTo>
                  <a:pt x="5295" y="21600"/>
                </a:lnTo>
                <a:lnTo>
                  <a:pt x="4234" y="21360"/>
                </a:lnTo>
                <a:lnTo>
                  <a:pt x="3381" y="20887"/>
                </a:lnTo>
                <a:lnTo>
                  <a:pt x="2533" y="20393"/>
                </a:lnTo>
                <a:lnTo>
                  <a:pt x="1688" y="19873"/>
                </a:lnTo>
                <a:lnTo>
                  <a:pt x="842" y="19344"/>
                </a:lnTo>
                <a:lnTo>
                  <a:pt x="0" y="18802"/>
                </a:lnTo>
                <a:lnTo>
                  <a:pt x="835" y="17859"/>
                </a:lnTo>
                <a:lnTo>
                  <a:pt x="1670" y="16923"/>
                </a:lnTo>
                <a:lnTo>
                  <a:pt x="2507" y="15983"/>
                </a:lnTo>
                <a:lnTo>
                  <a:pt x="3344" y="15049"/>
                </a:lnTo>
                <a:lnTo>
                  <a:pt x="4180" y="14116"/>
                </a:lnTo>
                <a:lnTo>
                  <a:pt x="5018" y="13185"/>
                </a:lnTo>
                <a:lnTo>
                  <a:pt x="5855" y="12252"/>
                </a:lnTo>
                <a:lnTo>
                  <a:pt x="6693" y="11324"/>
                </a:lnTo>
                <a:lnTo>
                  <a:pt x="7531" y="10394"/>
                </a:lnTo>
                <a:lnTo>
                  <a:pt x="8369" y="9467"/>
                </a:lnTo>
                <a:lnTo>
                  <a:pt x="9158" y="8577"/>
                </a:lnTo>
                <a:lnTo>
                  <a:pt x="9953" y="7677"/>
                </a:lnTo>
                <a:lnTo>
                  <a:pt x="10758" y="6768"/>
                </a:lnTo>
                <a:lnTo>
                  <a:pt x="11524" y="5925"/>
                </a:lnTo>
                <a:lnTo>
                  <a:pt x="12296" y="5076"/>
                </a:lnTo>
                <a:lnTo>
                  <a:pt x="13078" y="4214"/>
                </a:lnTo>
                <a:lnTo>
                  <a:pt x="13781" y="3432"/>
                </a:lnTo>
                <a:lnTo>
                  <a:pt x="14486" y="2645"/>
                </a:lnTo>
                <a:lnTo>
                  <a:pt x="15204" y="1845"/>
                </a:lnTo>
                <a:lnTo>
                  <a:pt x="16148" y="1142"/>
                </a:lnTo>
                <a:lnTo>
                  <a:pt x="17044" y="626"/>
                </a:lnTo>
                <a:lnTo>
                  <a:pt x="17916" y="280"/>
                </a:lnTo>
                <a:lnTo>
                  <a:pt x="18785" y="78"/>
                </a:lnTo>
                <a:lnTo>
                  <a:pt x="19673" y="0"/>
                </a:lnTo>
                <a:lnTo>
                  <a:pt x="20605" y="25"/>
                </a:lnTo>
                <a:lnTo>
                  <a:pt x="21600" y="131"/>
                </a:lnTo>
                <a:close/>
              </a:path>
            </a:pathLst>
          </a:custGeom>
          <a:solidFill>
            <a:srgbClr val="D7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809" name="contour_08807"/>
          <p:cNvSpPr/>
          <p:nvPr/>
        </p:nvSpPr>
        <p:spPr>
          <a:xfrm>
            <a:off x="5751016" y="2528918"/>
            <a:ext cx="46024" cy="51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"/>
                </a:moveTo>
                <a:lnTo>
                  <a:pt x="21600" y="2144"/>
                </a:lnTo>
                <a:lnTo>
                  <a:pt x="21600" y="4285"/>
                </a:lnTo>
                <a:lnTo>
                  <a:pt x="21600" y="6426"/>
                </a:lnTo>
                <a:lnTo>
                  <a:pt x="21600" y="8570"/>
                </a:lnTo>
                <a:lnTo>
                  <a:pt x="21600" y="10723"/>
                </a:lnTo>
                <a:lnTo>
                  <a:pt x="21600" y="12879"/>
                </a:lnTo>
                <a:lnTo>
                  <a:pt x="21600" y="15045"/>
                </a:lnTo>
                <a:lnTo>
                  <a:pt x="21600" y="17220"/>
                </a:lnTo>
                <a:lnTo>
                  <a:pt x="21600" y="19404"/>
                </a:lnTo>
                <a:lnTo>
                  <a:pt x="21600" y="21600"/>
                </a:lnTo>
                <a:lnTo>
                  <a:pt x="19339" y="21600"/>
                </a:lnTo>
                <a:lnTo>
                  <a:pt x="17065" y="21600"/>
                </a:lnTo>
                <a:lnTo>
                  <a:pt x="14759" y="21600"/>
                </a:lnTo>
                <a:lnTo>
                  <a:pt x="14759" y="19561"/>
                </a:lnTo>
                <a:lnTo>
                  <a:pt x="14759" y="17510"/>
                </a:lnTo>
                <a:lnTo>
                  <a:pt x="14759" y="15430"/>
                </a:lnTo>
                <a:lnTo>
                  <a:pt x="12512" y="14746"/>
                </a:lnTo>
                <a:lnTo>
                  <a:pt x="10737" y="14394"/>
                </a:lnTo>
                <a:lnTo>
                  <a:pt x="7918" y="14079"/>
                </a:lnTo>
                <a:lnTo>
                  <a:pt x="5161" y="13576"/>
                </a:lnTo>
                <a:lnTo>
                  <a:pt x="3386" y="13126"/>
                </a:lnTo>
                <a:lnTo>
                  <a:pt x="1077" y="12346"/>
                </a:lnTo>
                <a:lnTo>
                  <a:pt x="359" y="10050"/>
                </a:lnTo>
                <a:lnTo>
                  <a:pt x="0" y="8422"/>
                </a:lnTo>
                <a:lnTo>
                  <a:pt x="0" y="7015"/>
                </a:lnTo>
                <a:lnTo>
                  <a:pt x="359" y="5386"/>
                </a:lnTo>
                <a:lnTo>
                  <a:pt x="1077" y="3091"/>
                </a:lnTo>
                <a:lnTo>
                  <a:pt x="3410" y="2085"/>
                </a:lnTo>
                <a:lnTo>
                  <a:pt x="5616" y="1323"/>
                </a:lnTo>
                <a:lnTo>
                  <a:pt x="7747" y="774"/>
                </a:lnTo>
                <a:lnTo>
                  <a:pt x="9851" y="398"/>
                </a:lnTo>
                <a:lnTo>
                  <a:pt x="11971" y="170"/>
                </a:lnTo>
                <a:lnTo>
                  <a:pt x="14161" y="46"/>
                </a:lnTo>
                <a:lnTo>
                  <a:pt x="16463" y="3"/>
                </a:lnTo>
                <a:lnTo>
                  <a:pt x="18925" y="0"/>
                </a:lnTo>
                <a:lnTo>
                  <a:pt x="21600" y="6"/>
                </a:lnTo>
                <a:close/>
              </a:path>
            </a:pathLst>
          </a:custGeom>
          <a:solidFill>
            <a:srgbClr val="ADB4B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0" name="contour_08808"/>
          <p:cNvSpPr/>
          <p:nvPr/>
        </p:nvSpPr>
        <p:spPr>
          <a:xfrm>
            <a:off x="2306092" y="2513104"/>
            <a:ext cx="65592" cy="595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455"/>
                </a:moveTo>
                <a:lnTo>
                  <a:pt x="11326" y="196"/>
                </a:lnTo>
                <a:lnTo>
                  <a:pt x="13037" y="50"/>
                </a:lnTo>
                <a:lnTo>
                  <a:pt x="14741" y="0"/>
                </a:lnTo>
                <a:lnTo>
                  <a:pt x="16442" y="32"/>
                </a:lnTo>
                <a:lnTo>
                  <a:pt x="18149" y="130"/>
                </a:lnTo>
                <a:lnTo>
                  <a:pt x="19867" y="275"/>
                </a:lnTo>
                <a:lnTo>
                  <a:pt x="21600" y="455"/>
                </a:lnTo>
                <a:lnTo>
                  <a:pt x="21365" y="2342"/>
                </a:lnTo>
                <a:lnTo>
                  <a:pt x="21122" y="3698"/>
                </a:lnTo>
                <a:lnTo>
                  <a:pt x="20758" y="4903"/>
                </a:lnTo>
                <a:lnTo>
                  <a:pt x="20155" y="6338"/>
                </a:lnTo>
                <a:lnTo>
                  <a:pt x="19200" y="8384"/>
                </a:lnTo>
                <a:lnTo>
                  <a:pt x="17611" y="8820"/>
                </a:lnTo>
                <a:lnTo>
                  <a:pt x="16471" y="9085"/>
                </a:lnTo>
                <a:lnTo>
                  <a:pt x="15235" y="9291"/>
                </a:lnTo>
                <a:lnTo>
                  <a:pt x="13349" y="9542"/>
                </a:lnTo>
                <a:lnTo>
                  <a:pt x="10954" y="9904"/>
                </a:lnTo>
                <a:lnTo>
                  <a:pt x="9278" y="10240"/>
                </a:lnTo>
                <a:lnTo>
                  <a:pt x="8105" y="10660"/>
                </a:lnTo>
                <a:lnTo>
                  <a:pt x="7205" y="11273"/>
                </a:lnTo>
                <a:lnTo>
                  <a:pt x="6360" y="12193"/>
                </a:lnTo>
                <a:lnTo>
                  <a:pt x="5345" y="13525"/>
                </a:lnTo>
                <a:lnTo>
                  <a:pt x="4699" y="15008"/>
                </a:lnTo>
                <a:lnTo>
                  <a:pt x="4224" y="16168"/>
                </a:lnTo>
                <a:lnTo>
                  <a:pt x="3778" y="17395"/>
                </a:lnTo>
                <a:lnTo>
                  <a:pt x="3216" y="19076"/>
                </a:lnTo>
                <a:lnTo>
                  <a:pt x="2400" y="21600"/>
                </a:lnTo>
                <a:lnTo>
                  <a:pt x="2004" y="19856"/>
                </a:lnTo>
                <a:lnTo>
                  <a:pt x="1608" y="18108"/>
                </a:lnTo>
                <a:lnTo>
                  <a:pt x="1210" y="16353"/>
                </a:lnTo>
                <a:lnTo>
                  <a:pt x="809" y="14590"/>
                </a:lnTo>
                <a:lnTo>
                  <a:pt x="406" y="12817"/>
                </a:lnTo>
                <a:lnTo>
                  <a:pt x="0" y="11027"/>
                </a:lnTo>
                <a:lnTo>
                  <a:pt x="1140" y="10755"/>
                </a:lnTo>
                <a:lnTo>
                  <a:pt x="2287" y="10480"/>
                </a:lnTo>
                <a:lnTo>
                  <a:pt x="3451" y="10203"/>
                </a:lnTo>
                <a:lnTo>
                  <a:pt x="4690" y="9603"/>
                </a:lnTo>
                <a:lnTo>
                  <a:pt x="5935" y="8997"/>
                </a:lnTo>
                <a:lnTo>
                  <a:pt x="7200" y="8384"/>
                </a:lnTo>
                <a:lnTo>
                  <a:pt x="7498" y="7020"/>
                </a:lnTo>
                <a:lnTo>
                  <a:pt x="7798" y="5646"/>
                </a:lnTo>
                <a:lnTo>
                  <a:pt x="8100" y="4256"/>
                </a:lnTo>
                <a:lnTo>
                  <a:pt x="8594" y="3000"/>
                </a:lnTo>
                <a:lnTo>
                  <a:pt x="9096" y="1737"/>
                </a:lnTo>
                <a:lnTo>
                  <a:pt x="9600" y="455"/>
                </a:lnTo>
                <a:close/>
              </a:path>
            </a:pathLst>
          </a:custGeom>
          <a:solidFill>
            <a:srgbClr val="565654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1" name="contour_08809"/>
          <p:cNvSpPr/>
          <p:nvPr/>
        </p:nvSpPr>
        <p:spPr>
          <a:xfrm>
            <a:off x="5512779" y="2456053"/>
            <a:ext cx="6562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6" y="0"/>
                </a:moveTo>
                <a:lnTo>
                  <a:pt x="8396" y="0"/>
                </a:lnTo>
                <a:lnTo>
                  <a:pt x="9605" y="0"/>
                </a:lnTo>
                <a:lnTo>
                  <a:pt x="10112" y="1560"/>
                </a:lnTo>
                <a:lnTo>
                  <a:pt x="10591" y="3122"/>
                </a:lnTo>
                <a:lnTo>
                  <a:pt x="11047" y="4692"/>
                </a:lnTo>
                <a:lnTo>
                  <a:pt x="11484" y="6266"/>
                </a:lnTo>
                <a:lnTo>
                  <a:pt x="11908" y="7846"/>
                </a:lnTo>
                <a:lnTo>
                  <a:pt x="12323" y="9430"/>
                </a:lnTo>
                <a:lnTo>
                  <a:pt x="12736" y="11016"/>
                </a:lnTo>
                <a:lnTo>
                  <a:pt x="13580" y="12679"/>
                </a:lnTo>
                <a:lnTo>
                  <a:pt x="14283" y="13757"/>
                </a:lnTo>
                <a:lnTo>
                  <a:pt x="15111" y="14477"/>
                </a:lnTo>
                <a:lnTo>
                  <a:pt x="16318" y="15070"/>
                </a:lnTo>
                <a:lnTo>
                  <a:pt x="18170" y="15758"/>
                </a:lnTo>
                <a:lnTo>
                  <a:pt x="18673" y="15912"/>
                </a:lnTo>
                <a:lnTo>
                  <a:pt x="19563" y="16183"/>
                </a:lnTo>
                <a:lnTo>
                  <a:pt x="21600" y="16800"/>
                </a:lnTo>
                <a:lnTo>
                  <a:pt x="21600" y="18386"/>
                </a:lnTo>
                <a:lnTo>
                  <a:pt x="21600" y="19982"/>
                </a:lnTo>
                <a:lnTo>
                  <a:pt x="21600" y="21600"/>
                </a:lnTo>
                <a:lnTo>
                  <a:pt x="19966" y="21523"/>
                </a:lnTo>
                <a:lnTo>
                  <a:pt x="18345" y="21437"/>
                </a:lnTo>
                <a:lnTo>
                  <a:pt x="16730" y="21336"/>
                </a:lnTo>
                <a:lnTo>
                  <a:pt x="15123" y="21218"/>
                </a:lnTo>
                <a:lnTo>
                  <a:pt x="13525" y="21082"/>
                </a:lnTo>
                <a:lnTo>
                  <a:pt x="11930" y="20918"/>
                </a:lnTo>
                <a:lnTo>
                  <a:pt x="10342" y="20729"/>
                </a:lnTo>
                <a:lnTo>
                  <a:pt x="8754" y="20503"/>
                </a:lnTo>
                <a:lnTo>
                  <a:pt x="7168" y="20244"/>
                </a:lnTo>
                <a:lnTo>
                  <a:pt x="5582" y="19942"/>
                </a:lnTo>
                <a:lnTo>
                  <a:pt x="3997" y="19596"/>
                </a:lnTo>
                <a:lnTo>
                  <a:pt x="2409" y="19200"/>
                </a:lnTo>
                <a:lnTo>
                  <a:pt x="1298" y="17614"/>
                </a:lnTo>
                <a:lnTo>
                  <a:pt x="593" y="16186"/>
                </a:lnTo>
                <a:lnTo>
                  <a:pt x="202" y="14791"/>
                </a:lnTo>
                <a:lnTo>
                  <a:pt x="34" y="13313"/>
                </a:lnTo>
                <a:lnTo>
                  <a:pt x="0" y="11623"/>
                </a:lnTo>
                <a:lnTo>
                  <a:pt x="10" y="9600"/>
                </a:lnTo>
                <a:lnTo>
                  <a:pt x="1435" y="9600"/>
                </a:lnTo>
                <a:lnTo>
                  <a:pt x="2864" y="9600"/>
                </a:lnTo>
                <a:lnTo>
                  <a:pt x="4299" y="9600"/>
                </a:lnTo>
                <a:lnTo>
                  <a:pt x="5745" y="9600"/>
                </a:lnTo>
                <a:lnTo>
                  <a:pt x="7206" y="9600"/>
                </a:lnTo>
                <a:lnTo>
                  <a:pt x="7206" y="8016"/>
                </a:lnTo>
                <a:lnTo>
                  <a:pt x="7206" y="6430"/>
                </a:lnTo>
                <a:lnTo>
                  <a:pt x="7206" y="4836"/>
                </a:lnTo>
                <a:lnTo>
                  <a:pt x="7206" y="3235"/>
                </a:lnTo>
                <a:lnTo>
                  <a:pt x="7206" y="1625"/>
                </a:lnTo>
                <a:lnTo>
                  <a:pt x="7206" y="0"/>
                </a:lnTo>
                <a:close/>
              </a:path>
            </a:pathLst>
          </a:custGeom>
          <a:solidFill>
            <a:srgbClr val="A9A8AF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2" name="contour_08810"/>
          <p:cNvSpPr/>
          <p:nvPr/>
        </p:nvSpPr>
        <p:spPr>
          <a:xfrm>
            <a:off x="4419610" y="2474965"/>
            <a:ext cx="57495" cy="75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74" y="135"/>
                </a:moveTo>
                <a:lnTo>
                  <a:pt x="7864" y="35"/>
                </a:lnTo>
                <a:lnTo>
                  <a:pt x="9840" y="0"/>
                </a:lnTo>
                <a:lnTo>
                  <a:pt x="11721" y="75"/>
                </a:lnTo>
                <a:lnTo>
                  <a:pt x="13531" y="297"/>
                </a:lnTo>
                <a:lnTo>
                  <a:pt x="15292" y="710"/>
                </a:lnTo>
                <a:lnTo>
                  <a:pt x="17019" y="1356"/>
                </a:lnTo>
                <a:lnTo>
                  <a:pt x="18736" y="2275"/>
                </a:lnTo>
                <a:lnTo>
                  <a:pt x="19870" y="3751"/>
                </a:lnTo>
                <a:lnTo>
                  <a:pt x="20702" y="5134"/>
                </a:lnTo>
                <a:lnTo>
                  <a:pt x="21252" y="6475"/>
                </a:lnTo>
                <a:lnTo>
                  <a:pt x="21545" y="7826"/>
                </a:lnTo>
                <a:lnTo>
                  <a:pt x="21600" y="9242"/>
                </a:lnTo>
                <a:lnTo>
                  <a:pt x="21441" y="10772"/>
                </a:lnTo>
                <a:lnTo>
                  <a:pt x="21091" y="12468"/>
                </a:lnTo>
                <a:lnTo>
                  <a:pt x="20527" y="13822"/>
                </a:lnTo>
                <a:lnTo>
                  <a:pt x="19946" y="15154"/>
                </a:lnTo>
                <a:lnTo>
                  <a:pt x="19341" y="16466"/>
                </a:lnTo>
                <a:lnTo>
                  <a:pt x="18698" y="17764"/>
                </a:lnTo>
                <a:lnTo>
                  <a:pt x="18008" y="19051"/>
                </a:lnTo>
                <a:lnTo>
                  <a:pt x="17255" y="20327"/>
                </a:lnTo>
                <a:lnTo>
                  <a:pt x="16428" y="21600"/>
                </a:lnTo>
                <a:lnTo>
                  <a:pt x="15070" y="21600"/>
                </a:lnTo>
                <a:lnTo>
                  <a:pt x="13690" y="21600"/>
                </a:lnTo>
                <a:lnTo>
                  <a:pt x="13690" y="20161"/>
                </a:lnTo>
                <a:lnTo>
                  <a:pt x="13690" y="18723"/>
                </a:lnTo>
                <a:lnTo>
                  <a:pt x="13690" y="17280"/>
                </a:lnTo>
                <a:lnTo>
                  <a:pt x="13690" y="15837"/>
                </a:lnTo>
                <a:lnTo>
                  <a:pt x="13690" y="14388"/>
                </a:lnTo>
                <a:lnTo>
                  <a:pt x="13690" y="12937"/>
                </a:lnTo>
                <a:lnTo>
                  <a:pt x="13690" y="11480"/>
                </a:lnTo>
                <a:lnTo>
                  <a:pt x="13690" y="10016"/>
                </a:lnTo>
                <a:lnTo>
                  <a:pt x="13690" y="8547"/>
                </a:lnTo>
                <a:lnTo>
                  <a:pt x="13690" y="7069"/>
                </a:lnTo>
                <a:lnTo>
                  <a:pt x="11754" y="7069"/>
                </a:lnTo>
                <a:lnTo>
                  <a:pt x="9816" y="7069"/>
                </a:lnTo>
                <a:lnTo>
                  <a:pt x="7872" y="7069"/>
                </a:lnTo>
                <a:lnTo>
                  <a:pt x="5920" y="7069"/>
                </a:lnTo>
                <a:lnTo>
                  <a:pt x="3959" y="7069"/>
                </a:lnTo>
                <a:lnTo>
                  <a:pt x="1988" y="7069"/>
                </a:lnTo>
                <a:lnTo>
                  <a:pt x="0" y="7069"/>
                </a:lnTo>
                <a:lnTo>
                  <a:pt x="427" y="4615"/>
                </a:lnTo>
                <a:lnTo>
                  <a:pt x="854" y="2935"/>
                </a:lnTo>
                <a:lnTo>
                  <a:pt x="1443" y="1841"/>
                </a:lnTo>
                <a:lnTo>
                  <a:pt x="2352" y="1138"/>
                </a:lnTo>
                <a:lnTo>
                  <a:pt x="3743" y="633"/>
                </a:lnTo>
                <a:lnTo>
                  <a:pt x="5774" y="135"/>
                </a:lnTo>
                <a:close/>
              </a:path>
            </a:pathLst>
          </a:custGeom>
          <a:solidFill>
            <a:srgbClr val="E0E5E4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3" name="contour_08811"/>
          <p:cNvSpPr/>
          <p:nvPr/>
        </p:nvSpPr>
        <p:spPr>
          <a:xfrm>
            <a:off x="6284949" y="2470629"/>
            <a:ext cx="5876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" y="0"/>
                </a:moveTo>
                <a:lnTo>
                  <a:pt x="2079" y="86"/>
                </a:lnTo>
                <a:lnTo>
                  <a:pt x="3994" y="198"/>
                </a:lnTo>
                <a:lnTo>
                  <a:pt x="5891" y="353"/>
                </a:lnTo>
                <a:lnTo>
                  <a:pt x="7771" y="562"/>
                </a:lnTo>
                <a:lnTo>
                  <a:pt x="9639" y="832"/>
                </a:lnTo>
                <a:lnTo>
                  <a:pt x="11495" y="1181"/>
                </a:lnTo>
                <a:lnTo>
                  <a:pt x="13346" y="1620"/>
                </a:lnTo>
                <a:lnTo>
                  <a:pt x="15195" y="2164"/>
                </a:lnTo>
                <a:lnTo>
                  <a:pt x="17043" y="2819"/>
                </a:lnTo>
                <a:lnTo>
                  <a:pt x="18894" y="3600"/>
                </a:lnTo>
                <a:lnTo>
                  <a:pt x="19749" y="5789"/>
                </a:lnTo>
                <a:lnTo>
                  <a:pt x="20408" y="7949"/>
                </a:lnTo>
                <a:lnTo>
                  <a:pt x="20898" y="10109"/>
                </a:lnTo>
                <a:lnTo>
                  <a:pt x="21241" y="12280"/>
                </a:lnTo>
                <a:lnTo>
                  <a:pt x="21455" y="14497"/>
                </a:lnTo>
                <a:lnTo>
                  <a:pt x="21568" y="16772"/>
                </a:lnTo>
                <a:lnTo>
                  <a:pt x="21600" y="19134"/>
                </a:lnTo>
                <a:lnTo>
                  <a:pt x="21573" y="21600"/>
                </a:lnTo>
                <a:lnTo>
                  <a:pt x="20261" y="20880"/>
                </a:lnTo>
                <a:lnTo>
                  <a:pt x="18926" y="20153"/>
                </a:lnTo>
                <a:lnTo>
                  <a:pt x="17166" y="19195"/>
                </a:lnTo>
                <a:lnTo>
                  <a:pt x="15380" y="18223"/>
                </a:lnTo>
                <a:lnTo>
                  <a:pt x="14161" y="17557"/>
                </a:lnTo>
                <a:lnTo>
                  <a:pt x="12936" y="16880"/>
                </a:lnTo>
                <a:lnTo>
                  <a:pt x="11693" y="16200"/>
                </a:lnTo>
                <a:lnTo>
                  <a:pt x="9939" y="15307"/>
                </a:lnTo>
                <a:lnTo>
                  <a:pt x="8626" y="14688"/>
                </a:lnTo>
                <a:lnTo>
                  <a:pt x="7356" y="14173"/>
                </a:lnTo>
                <a:lnTo>
                  <a:pt x="5722" y="13608"/>
                </a:lnTo>
                <a:lnTo>
                  <a:pt x="3325" y="12823"/>
                </a:lnTo>
                <a:lnTo>
                  <a:pt x="1744" y="11819"/>
                </a:lnTo>
                <a:lnTo>
                  <a:pt x="142" y="10800"/>
                </a:lnTo>
                <a:lnTo>
                  <a:pt x="46" y="8060"/>
                </a:lnTo>
                <a:lnTo>
                  <a:pt x="0" y="6131"/>
                </a:lnTo>
                <a:lnTo>
                  <a:pt x="0" y="4489"/>
                </a:lnTo>
                <a:lnTo>
                  <a:pt x="46" y="2617"/>
                </a:lnTo>
                <a:lnTo>
                  <a:pt x="142" y="0"/>
                </a:lnTo>
                <a:close/>
              </a:path>
            </a:pathLst>
          </a:custGeom>
          <a:solidFill>
            <a:srgbClr val="6C92C1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4" name="contour_08812"/>
          <p:cNvSpPr/>
          <p:nvPr/>
        </p:nvSpPr>
        <p:spPr>
          <a:xfrm>
            <a:off x="2131180" y="2456053"/>
            <a:ext cx="4528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94" y="0"/>
                </a:lnTo>
                <a:lnTo>
                  <a:pt x="4592" y="0"/>
                </a:lnTo>
                <a:lnTo>
                  <a:pt x="6889" y="0"/>
                </a:lnTo>
                <a:lnTo>
                  <a:pt x="9194" y="0"/>
                </a:lnTo>
                <a:lnTo>
                  <a:pt x="11506" y="0"/>
                </a:lnTo>
                <a:lnTo>
                  <a:pt x="13828" y="0"/>
                </a:lnTo>
                <a:lnTo>
                  <a:pt x="16157" y="0"/>
                </a:lnTo>
                <a:lnTo>
                  <a:pt x="18499" y="0"/>
                </a:lnTo>
                <a:lnTo>
                  <a:pt x="20856" y="0"/>
                </a:lnTo>
                <a:lnTo>
                  <a:pt x="21305" y="3950"/>
                </a:lnTo>
                <a:lnTo>
                  <a:pt x="21565" y="6863"/>
                </a:lnTo>
                <a:lnTo>
                  <a:pt x="21600" y="9007"/>
                </a:lnTo>
                <a:lnTo>
                  <a:pt x="21378" y="10649"/>
                </a:lnTo>
                <a:lnTo>
                  <a:pt x="20856" y="12056"/>
                </a:lnTo>
                <a:lnTo>
                  <a:pt x="20001" y="13491"/>
                </a:lnTo>
                <a:lnTo>
                  <a:pt x="18777" y="15225"/>
                </a:lnTo>
                <a:lnTo>
                  <a:pt x="17196" y="16678"/>
                </a:lnTo>
                <a:lnTo>
                  <a:pt x="15639" y="18036"/>
                </a:lnTo>
                <a:lnTo>
                  <a:pt x="14036" y="19301"/>
                </a:lnTo>
                <a:lnTo>
                  <a:pt x="12322" y="20486"/>
                </a:lnTo>
                <a:lnTo>
                  <a:pt x="10428" y="21600"/>
                </a:lnTo>
                <a:lnTo>
                  <a:pt x="8130" y="21600"/>
                </a:lnTo>
                <a:lnTo>
                  <a:pt x="5819" y="21600"/>
                </a:lnTo>
                <a:lnTo>
                  <a:pt x="3476" y="21600"/>
                </a:lnTo>
                <a:lnTo>
                  <a:pt x="3132" y="19462"/>
                </a:lnTo>
                <a:lnTo>
                  <a:pt x="2788" y="17320"/>
                </a:lnTo>
                <a:lnTo>
                  <a:pt x="2444" y="15179"/>
                </a:lnTo>
                <a:lnTo>
                  <a:pt x="2096" y="13034"/>
                </a:lnTo>
                <a:lnTo>
                  <a:pt x="1752" y="10880"/>
                </a:lnTo>
                <a:lnTo>
                  <a:pt x="1404" y="8723"/>
                </a:lnTo>
                <a:lnTo>
                  <a:pt x="1057" y="6557"/>
                </a:lnTo>
                <a:lnTo>
                  <a:pt x="706" y="4382"/>
                </a:lnTo>
                <a:lnTo>
                  <a:pt x="355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72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5" name="contour_08813"/>
          <p:cNvSpPr/>
          <p:nvPr/>
        </p:nvSpPr>
        <p:spPr>
          <a:xfrm>
            <a:off x="6992271" y="2426901"/>
            <a:ext cx="80168" cy="452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148" y="1607"/>
                </a:lnTo>
                <a:lnTo>
                  <a:pt x="10486" y="3235"/>
                </a:lnTo>
                <a:lnTo>
                  <a:pt x="11338" y="5374"/>
                </a:lnTo>
                <a:lnTo>
                  <a:pt x="12214" y="6974"/>
                </a:lnTo>
                <a:lnTo>
                  <a:pt x="13152" y="8174"/>
                </a:lnTo>
                <a:lnTo>
                  <a:pt x="14203" y="9127"/>
                </a:lnTo>
                <a:lnTo>
                  <a:pt x="15409" y="9976"/>
                </a:lnTo>
                <a:lnTo>
                  <a:pt x="16813" y="10870"/>
                </a:lnTo>
                <a:lnTo>
                  <a:pt x="17708" y="11454"/>
                </a:lnTo>
                <a:lnTo>
                  <a:pt x="18609" y="12042"/>
                </a:lnTo>
                <a:lnTo>
                  <a:pt x="19521" y="12637"/>
                </a:lnTo>
                <a:lnTo>
                  <a:pt x="20553" y="13270"/>
                </a:lnTo>
                <a:lnTo>
                  <a:pt x="21600" y="13913"/>
                </a:lnTo>
                <a:lnTo>
                  <a:pt x="21176" y="15955"/>
                </a:lnTo>
                <a:lnTo>
                  <a:pt x="20828" y="17360"/>
                </a:lnTo>
                <a:lnTo>
                  <a:pt x="20377" y="18779"/>
                </a:lnTo>
                <a:lnTo>
                  <a:pt x="19636" y="20870"/>
                </a:lnTo>
                <a:lnTo>
                  <a:pt x="18427" y="21325"/>
                </a:lnTo>
                <a:lnTo>
                  <a:pt x="17557" y="21548"/>
                </a:lnTo>
                <a:lnTo>
                  <a:pt x="16605" y="21600"/>
                </a:lnTo>
                <a:lnTo>
                  <a:pt x="15149" y="21548"/>
                </a:lnTo>
                <a:lnTo>
                  <a:pt x="13826" y="21513"/>
                </a:lnTo>
                <a:lnTo>
                  <a:pt x="12483" y="21482"/>
                </a:lnTo>
                <a:lnTo>
                  <a:pt x="11100" y="21395"/>
                </a:lnTo>
                <a:lnTo>
                  <a:pt x="9696" y="21304"/>
                </a:lnTo>
                <a:lnTo>
                  <a:pt x="8768" y="21273"/>
                </a:lnTo>
                <a:lnTo>
                  <a:pt x="7833" y="21242"/>
                </a:lnTo>
                <a:lnTo>
                  <a:pt x="6885" y="21210"/>
                </a:lnTo>
                <a:lnTo>
                  <a:pt x="5508" y="21158"/>
                </a:lnTo>
                <a:lnTo>
                  <a:pt x="4131" y="21096"/>
                </a:lnTo>
                <a:lnTo>
                  <a:pt x="2753" y="21026"/>
                </a:lnTo>
                <a:lnTo>
                  <a:pt x="1377" y="20953"/>
                </a:lnTo>
                <a:lnTo>
                  <a:pt x="0" y="20870"/>
                </a:lnTo>
                <a:lnTo>
                  <a:pt x="974" y="20223"/>
                </a:lnTo>
                <a:lnTo>
                  <a:pt x="1964" y="19565"/>
                </a:lnTo>
                <a:lnTo>
                  <a:pt x="2453" y="19026"/>
                </a:lnTo>
                <a:lnTo>
                  <a:pt x="3927" y="17391"/>
                </a:lnTo>
                <a:lnTo>
                  <a:pt x="3927" y="15092"/>
                </a:lnTo>
                <a:lnTo>
                  <a:pt x="3927" y="12779"/>
                </a:lnTo>
                <a:lnTo>
                  <a:pt x="3927" y="10435"/>
                </a:lnTo>
                <a:lnTo>
                  <a:pt x="4697" y="8678"/>
                </a:lnTo>
                <a:lnTo>
                  <a:pt x="5261" y="7506"/>
                </a:lnTo>
                <a:lnTo>
                  <a:pt x="5895" y="6383"/>
                </a:lnTo>
                <a:lnTo>
                  <a:pt x="6873" y="4783"/>
                </a:lnTo>
                <a:lnTo>
                  <a:pt x="7285" y="4101"/>
                </a:lnTo>
                <a:lnTo>
                  <a:pt x="8530" y="2038"/>
                </a:lnTo>
                <a:lnTo>
                  <a:pt x="8850" y="1530"/>
                </a:lnTo>
                <a:lnTo>
                  <a:pt x="9818" y="0"/>
                </a:lnTo>
                <a:close/>
              </a:path>
            </a:pathLst>
          </a:custGeom>
          <a:solidFill>
            <a:srgbClr val="DEE7EC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6" name="contour_08814"/>
          <p:cNvSpPr/>
          <p:nvPr/>
        </p:nvSpPr>
        <p:spPr>
          <a:xfrm>
            <a:off x="1672037" y="2412325"/>
            <a:ext cx="43728" cy="373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2979"/>
                </a:lnTo>
                <a:lnTo>
                  <a:pt x="21600" y="5961"/>
                </a:lnTo>
                <a:lnTo>
                  <a:pt x="21600" y="8953"/>
                </a:lnTo>
                <a:lnTo>
                  <a:pt x="21600" y="11956"/>
                </a:lnTo>
                <a:lnTo>
                  <a:pt x="21600" y="14973"/>
                </a:lnTo>
                <a:lnTo>
                  <a:pt x="21600" y="18006"/>
                </a:lnTo>
                <a:lnTo>
                  <a:pt x="21600" y="21065"/>
                </a:lnTo>
                <a:lnTo>
                  <a:pt x="17276" y="21394"/>
                </a:lnTo>
                <a:lnTo>
                  <a:pt x="13957" y="21583"/>
                </a:lnTo>
                <a:lnTo>
                  <a:pt x="11419" y="21600"/>
                </a:lnTo>
                <a:lnTo>
                  <a:pt x="9443" y="21402"/>
                </a:lnTo>
                <a:lnTo>
                  <a:pt x="7801" y="20947"/>
                </a:lnTo>
                <a:lnTo>
                  <a:pt x="6278" y="20197"/>
                </a:lnTo>
                <a:lnTo>
                  <a:pt x="4651" y="19106"/>
                </a:lnTo>
                <a:lnTo>
                  <a:pt x="2700" y="17644"/>
                </a:lnTo>
                <a:lnTo>
                  <a:pt x="1562" y="15479"/>
                </a:lnTo>
                <a:lnTo>
                  <a:pt x="799" y="13654"/>
                </a:lnTo>
                <a:lnTo>
                  <a:pt x="338" y="11687"/>
                </a:lnTo>
                <a:lnTo>
                  <a:pt x="101" y="9079"/>
                </a:lnTo>
                <a:lnTo>
                  <a:pt x="11" y="5346"/>
                </a:lnTo>
                <a:lnTo>
                  <a:pt x="0" y="0"/>
                </a:lnTo>
                <a:close/>
              </a:path>
            </a:pathLst>
          </a:custGeom>
          <a:solidFill>
            <a:srgbClr val="7D7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7" name="contour_08815"/>
          <p:cNvSpPr/>
          <p:nvPr/>
        </p:nvSpPr>
        <p:spPr>
          <a:xfrm>
            <a:off x="7852254" y="239046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275"/>
                </a:lnTo>
                <a:lnTo>
                  <a:pt x="7236" y="506"/>
                </a:lnTo>
                <a:lnTo>
                  <a:pt x="9644" y="734"/>
                </a:lnTo>
                <a:lnTo>
                  <a:pt x="11524" y="997"/>
                </a:lnTo>
                <a:lnTo>
                  <a:pt x="13090" y="1327"/>
                </a:lnTo>
                <a:lnTo>
                  <a:pt x="14551" y="1759"/>
                </a:lnTo>
                <a:lnTo>
                  <a:pt x="16117" y="2336"/>
                </a:lnTo>
                <a:lnTo>
                  <a:pt x="18000" y="3086"/>
                </a:lnTo>
                <a:lnTo>
                  <a:pt x="18968" y="5027"/>
                </a:lnTo>
                <a:lnTo>
                  <a:pt x="19717" y="6897"/>
                </a:lnTo>
                <a:lnTo>
                  <a:pt x="20279" y="8726"/>
                </a:lnTo>
                <a:lnTo>
                  <a:pt x="20689" y="10553"/>
                </a:lnTo>
                <a:lnTo>
                  <a:pt x="20992" y="12411"/>
                </a:lnTo>
                <a:lnTo>
                  <a:pt x="21222" y="14333"/>
                </a:lnTo>
                <a:lnTo>
                  <a:pt x="21409" y="16357"/>
                </a:lnTo>
                <a:lnTo>
                  <a:pt x="21600" y="18514"/>
                </a:lnTo>
                <a:lnTo>
                  <a:pt x="19224" y="18854"/>
                </a:lnTo>
                <a:lnTo>
                  <a:pt x="16844" y="19193"/>
                </a:lnTo>
                <a:lnTo>
                  <a:pt x="14465" y="19533"/>
                </a:lnTo>
                <a:lnTo>
                  <a:pt x="12078" y="19875"/>
                </a:lnTo>
                <a:lnTo>
                  <a:pt x="9684" y="20218"/>
                </a:lnTo>
                <a:lnTo>
                  <a:pt x="7279" y="20560"/>
                </a:lnTo>
                <a:lnTo>
                  <a:pt x="4867" y="20906"/>
                </a:lnTo>
                <a:lnTo>
                  <a:pt x="2441" y="21251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F2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8" name="contour_08816"/>
          <p:cNvSpPr/>
          <p:nvPr/>
        </p:nvSpPr>
        <p:spPr>
          <a:xfrm>
            <a:off x="7531582" y="2336545"/>
            <a:ext cx="43728" cy="53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1"/>
                </a:lnTo>
                <a:lnTo>
                  <a:pt x="14425" y="123"/>
                </a:lnTo>
                <a:lnTo>
                  <a:pt x="16056" y="298"/>
                </a:lnTo>
                <a:lnTo>
                  <a:pt x="18277" y="625"/>
                </a:lnTo>
                <a:lnTo>
                  <a:pt x="21600" y="1162"/>
                </a:lnTo>
                <a:lnTo>
                  <a:pt x="20966" y="4680"/>
                </a:lnTo>
                <a:lnTo>
                  <a:pt x="20434" y="7533"/>
                </a:lnTo>
                <a:lnTo>
                  <a:pt x="19955" y="9834"/>
                </a:lnTo>
                <a:lnTo>
                  <a:pt x="19498" y="11688"/>
                </a:lnTo>
                <a:lnTo>
                  <a:pt x="19015" y="13212"/>
                </a:lnTo>
                <a:lnTo>
                  <a:pt x="18472" y="14517"/>
                </a:lnTo>
                <a:lnTo>
                  <a:pt x="17824" y="15714"/>
                </a:lnTo>
                <a:lnTo>
                  <a:pt x="17032" y="16914"/>
                </a:lnTo>
                <a:lnTo>
                  <a:pt x="16052" y="18231"/>
                </a:lnTo>
                <a:lnTo>
                  <a:pt x="14850" y="19775"/>
                </a:lnTo>
                <a:lnTo>
                  <a:pt x="12841" y="20680"/>
                </a:lnTo>
                <a:lnTo>
                  <a:pt x="10800" y="21600"/>
                </a:lnTo>
                <a:lnTo>
                  <a:pt x="7999" y="20931"/>
                </a:lnTo>
                <a:lnTo>
                  <a:pt x="6037" y="20444"/>
                </a:lnTo>
                <a:lnTo>
                  <a:pt x="4396" y="20000"/>
                </a:lnTo>
                <a:lnTo>
                  <a:pt x="2556" y="19460"/>
                </a:lnTo>
                <a:lnTo>
                  <a:pt x="0" y="18680"/>
                </a:lnTo>
                <a:lnTo>
                  <a:pt x="1271" y="14146"/>
                </a:lnTo>
                <a:lnTo>
                  <a:pt x="2326" y="10505"/>
                </a:lnTo>
                <a:lnTo>
                  <a:pt x="3233" y="7644"/>
                </a:lnTo>
                <a:lnTo>
                  <a:pt x="4054" y="5448"/>
                </a:lnTo>
                <a:lnTo>
                  <a:pt x="4860" y="3807"/>
                </a:lnTo>
                <a:lnTo>
                  <a:pt x="5710" y="2610"/>
                </a:lnTo>
                <a:lnTo>
                  <a:pt x="6671" y="1740"/>
                </a:lnTo>
                <a:lnTo>
                  <a:pt x="7812" y="1092"/>
                </a:lnTo>
                <a:lnTo>
                  <a:pt x="9194" y="549"/>
                </a:lnTo>
                <a:lnTo>
                  <a:pt x="10883" y="0"/>
                </a:lnTo>
                <a:close/>
              </a:path>
            </a:pathLst>
          </a:custGeom>
          <a:solidFill>
            <a:srgbClr val="E3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819" name="contour_08817"/>
          <p:cNvSpPr/>
          <p:nvPr/>
        </p:nvSpPr>
        <p:spPr>
          <a:xfrm>
            <a:off x="2167620" y="2344314"/>
            <a:ext cx="65592" cy="461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55" y="0"/>
                </a:moveTo>
                <a:lnTo>
                  <a:pt x="8582" y="41"/>
                </a:lnTo>
                <a:lnTo>
                  <a:pt x="9617" y="123"/>
                </a:lnTo>
                <a:lnTo>
                  <a:pt x="10704" y="293"/>
                </a:lnTo>
                <a:lnTo>
                  <a:pt x="12185" y="614"/>
                </a:lnTo>
                <a:lnTo>
                  <a:pt x="14400" y="1133"/>
                </a:lnTo>
                <a:lnTo>
                  <a:pt x="14400" y="3387"/>
                </a:lnTo>
                <a:lnTo>
                  <a:pt x="14400" y="5656"/>
                </a:lnTo>
                <a:lnTo>
                  <a:pt x="14400" y="7955"/>
                </a:lnTo>
                <a:lnTo>
                  <a:pt x="16186" y="9006"/>
                </a:lnTo>
                <a:lnTo>
                  <a:pt x="17453" y="9708"/>
                </a:lnTo>
                <a:lnTo>
                  <a:pt x="18547" y="10227"/>
                </a:lnTo>
                <a:lnTo>
                  <a:pt x="19814" y="10725"/>
                </a:lnTo>
                <a:lnTo>
                  <a:pt x="21600" y="11366"/>
                </a:lnTo>
                <a:lnTo>
                  <a:pt x="20460" y="11789"/>
                </a:lnTo>
                <a:lnTo>
                  <a:pt x="19313" y="12216"/>
                </a:lnTo>
                <a:lnTo>
                  <a:pt x="18149" y="12645"/>
                </a:lnTo>
                <a:lnTo>
                  <a:pt x="16910" y="13348"/>
                </a:lnTo>
                <a:lnTo>
                  <a:pt x="15665" y="14058"/>
                </a:lnTo>
                <a:lnTo>
                  <a:pt x="14400" y="14778"/>
                </a:lnTo>
                <a:lnTo>
                  <a:pt x="14138" y="15678"/>
                </a:lnTo>
                <a:lnTo>
                  <a:pt x="13349" y="18404"/>
                </a:lnTo>
                <a:lnTo>
                  <a:pt x="12679" y="19990"/>
                </a:lnTo>
                <a:lnTo>
                  <a:pt x="12000" y="21600"/>
                </a:lnTo>
                <a:lnTo>
                  <a:pt x="10296" y="21535"/>
                </a:lnTo>
                <a:lnTo>
                  <a:pt x="9086" y="21382"/>
                </a:lnTo>
                <a:lnTo>
                  <a:pt x="7798" y="21017"/>
                </a:lnTo>
                <a:lnTo>
                  <a:pt x="5849" y="20321"/>
                </a:lnTo>
                <a:lnTo>
                  <a:pt x="4207" y="19751"/>
                </a:lnTo>
                <a:lnTo>
                  <a:pt x="2539" y="19175"/>
                </a:lnTo>
                <a:lnTo>
                  <a:pt x="1908" y="18929"/>
                </a:lnTo>
                <a:lnTo>
                  <a:pt x="0" y="18189"/>
                </a:lnTo>
                <a:lnTo>
                  <a:pt x="931" y="13341"/>
                </a:lnTo>
                <a:lnTo>
                  <a:pt x="1692" y="9551"/>
                </a:lnTo>
                <a:lnTo>
                  <a:pt x="2342" y="6666"/>
                </a:lnTo>
                <a:lnTo>
                  <a:pt x="2940" y="4537"/>
                </a:lnTo>
                <a:lnTo>
                  <a:pt x="3547" y="3016"/>
                </a:lnTo>
                <a:lnTo>
                  <a:pt x="4222" y="1948"/>
                </a:lnTo>
                <a:lnTo>
                  <a:pt x="5026" y="1191"/>
                </a:lnTo>
                <a:lnTo>
                  <a:pt x="6017" y="594"/>
                </a:lnTo>
                <a:lnTo>
                  <a:pt x="7255" y="0"/>
                </a:lnTo>
                <a:close/>
              </a:path>
            </a:pathLst>
          </a:custGeom>
          <a:solidFill>
            <a:srgbClr val="2A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0" name="contour_08818"/>
          <p:cNvSpPr/>
          <p:nvPr/>
        </p:nvSpPr>
        <p:spPr>
          <a:xfrm>
            <a:off x="9382732" y="2361761"/>
            <a:ext cx="58304" cy="645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88" y="0"/>
                </a:moveTo>
                <a:lnTo>
                  <a:pt x="11013" y="756"/>
                </a:lnTo>
                <a:lnTo>
                  <a:pt x="12250" y="1517"/>
                </a:lnTo>
                <a:lnTo>
                  <a:pt x="13500" y="2288"/>
                </a:lnTo>
                <a:lnTo>
                  <a:pt x="13495" y="3727"/>
                </a:lnTo>
                <a:lnTo>
                  <a:pt x="13478" y="5163"/>
                </a:lnTo>
                <a:lnTo>
                  <a:pt x="13435" y="6602"/>
                </a:lnTo>
                <a:lnTo>
                  <a:pt x="13362" y="8039"/>
                </a:lnTo>
                <a:lnTo>
                  <a:pt x="13246" y="9471"/>
                </a:lnTo>
                <a:lnTo>
                  <a:pt x="13568" y="11259"/>
                </a:lnTo>
                <a:lnTo>
                  <a:pt x="14140" y="12668"/>
                </a:lnTo>
                <a:lnTo>
                  <a:pt x="14982" y="13868"/>
                </a:lnTo>
                <a:lnTo>
                  <a:pt x="16114" y="15029"/>
                </a:lnTo>
                <a:lnTo>
                  <a:pt x="17550" y="16312"/>
                </a:lnTo>
                <a:lnTo>
                  <a:pt x="18889" y="17320"/>
                </a:lnTo>
                <a:lnTo>
                  <a:pt x="20234" y="18334"/>
                </a:lnTo>
                <a:lnTo>
                  <a:pt x="21600" y="19361"/>
                </a:lnTo>
                <a:lnTo>
                  <a:pt x="19732" y="20429"/>
                </a:lnTo>
                <a:lnTo>
                  <a:pt x="18063" y="21122"/>
                </a:lnTo>
                <a:lnTo>
                  <a:pt x="16403" y="21495"/>
                </a:lnTo>
                <a:lnTo>
                  <a:pt x="14553" y="21600"/>
                </a:lnTo>
                <a:lnTo>
                  <a:pt x="12320" y="21495"/>
                </a:lnTo>
                <a:lnTo>
                  <a:pt x="10633" y="20568"/>
                </a:lnTo>
                <a:lnTo>
                  <a:pt x="9086" y="19566"/>
                </a:lnTo>
                <a:lnTo>
                  <a:pt x="7668" y="18488"/>
                </a:lnTo>
                <a:lnTo>
                  <a:pt x="6375" y="17334"/>
                </a:lnTo>
                <a:lnTo>
                  <a:pt x="5192" y="16105"/>
                </a:lnTo>
                <a:lnTo>
                  <a:pt x="4115" y="14802"/>
                </a:lnTo>
                <a:lnTo>
                  <a:pt x="3132" y="13424"/>
                </a:lnTo>
                <a:lnTo>
                  <a:pt x="2238" y="11971"/>
                </a:lnTo>
                <a:lnTo>
                  <a:pt x="1426" y="10444"/>
                </a:lnTo>
                <a:lnTo>
                  <a:pt x="680" y="8844"/>
                </a:lnTo>
                <a:lnTo>
                  <a:pt x="0" y="7166"/>
                </a:lnTo>
                <a:lnTo>
                  <a:pt x="837" y="5007"/>
                </a:lnTo>
                <a:lnTo>
                  <a:pt x="1669" y="3273"/>
                </a:lnTo>
                <a:lnTo>
                  <a:pt x="2611" y="1939"/>
                </a:lnTo>
                <a:lnTo>
                  <a:pt x="3777" y="973"/>
                </a:lnTo>
                <a:lnTo>
                  <a:pt x="5287" y="346"/>
                </a:lnTo>
                <a:lnTo>
                  <a:pt x="7249" y="34"/>
                </a:lnTo>
                <a:lnTo>
                  <a:pt x="9788" y="0"/>
                </a:lnTo>
                <a:close/>
              </a:path>
            </a:pathLst>
          </a:custGeom>
          <a:solidFill>
            <a:srgbClr val="658FBF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1" name="contour_08819"/>
          <p:cNvSpPr/>
          <p:nvPr/>
        </p:nvSpPr>
        <p:spPr>
          <a:xfrm>
            <a:off x="7159894" y="2352134"/>
            <a:ext cx="51016" cy="52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71"/>
                </a:moveTo>
                <a:lnTo>
                  <a:pt x="3839" y="387"/>
                </a:lnTo>
                <a:lnTo>
                  <a:pt x="6684" y="128"/>
                </a:lnTo>
                <a:lnTo>
                  <a:pt x="8804" y="0"/>
                </a:lnTo>
                <a:lnTo>
                  <a:pt x="10467" y="0"/>
                </a:lnTo>
                <a:lnTo>
                  <a:pt x="11945" y="128"/>
                </a:lnTo>
                <a:lnTo>
                  <a:pt x="13509" y="387"/>
                </a:lnTo>
                <a:lnTo>
                  <a:pt x="15429" y="771"/>
                </a:lnTo>
                <a:lnTo>
                  <a:pt x="16718" y="2321"/>
                </a:lnTo>
                <a:lnTo>
                  <a:pt x="17826" y="3907"/>
                </a:lnTo>
                <a:lnTo>
                  <a:pt x="18780" y="5535"/>
                </a:lnTo>
                <a:lnTo>
                  <a:pt x="19604" y="7216"/>
                </a:lnTo>
                <a:lnTo>
                  <a:pt x="20329" y="8960"/>
                </a:lnTo>
                <a:lnTo>
                  <a:pt x="20986" y="10775"/>
                </a:lnTo>
                <a:lnTo>
                  <a:pt x="21600" y="12673"/>
                </a:lnTo>
                <a:lnTo>
                  <a:pt x="20813" y="12780"/>
                </a:lnTo>
                <a:lnTo>
                  <a:pt x="18443" y="13114"/>
                </a:lnTo>
                <a:lnTo>
                  <a:pt x="16373" y="13450"/>
                </a:lnTo>
                <a:lnTo>
                  <a:pt x="14271" y="13789"/>
                </a:lnTo>
                <a:lnTo>
                  <a:pt x="12226" y="14101"/>
                </a:lnTo>
                <a:lnTo>
                  <a:pt x="10149" y="14417"/>
                </a:lnTo>
                <a:lnTo>
                  <a:pt x="8446" y="14964"/>
                </a:lnTo>
                <a:lnTo>
                  <a:pt x="7122" y="15503"/>
                </a:lnTo>
                <a:lnTo>
                  <a:pt x="5897" y="16238"/>
                </a:lnTo>
                <a:lnTo>
                  <a:pt x="4490" y="17366"/>
                </a:lnTo>
                <a:lnTo>
                  <a:pt x="2620" y="19086"/>
                </a:lnTo>
                <a:lnTo>
                  <a:pt x="0" y="21600"/>
                </a:lnTo>
                <a:lnTo>
                  <a:pt x="0" y="19538"/>
                </a:lnTo>
                <a:lnTo>
                  <a:pt x="0" y="17473"/>
                </a:lnTo>
                <a:lnTo>
                  <a:pt x="0" y="15408"/>
                </a:lnTo>
                <a:lnTo>
                  <a:pt x="0" y="13340"/>
                </a:lnTo>
                <a:lnTo>
                  <a:pt x="0" y="11263"/>
                </a:lnTo>
                <a:lnTo>
                  <a:pt x="0" y="9183"/>
                </a:lnTo>
                <a:lnTo>
                  <a:pt x="0" y="7094"/>
                </a:lnTo>
                <a:lnTo>
                  <a:pt x="0" y="4996"/>
                </a:lnTo>
                <a:lnTo>
                  <a:pt x="0" y="2889"/>
                </a:lnTo>
                <a:lnTo>
                  <a:pt x="0" y="771"/>
                </a:lnTo>
                <a:close/>
              </a:path>
            </a:pathLst>
          </a:custGeom>
          <a:solidFill>
            <a:srgbClr val="CDC3A3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2" name="contour_08820"/>
          <p:cNvSpPr/>
          <p:nvPr/>
        </p:nvSpPr>
        <p:spPr>
          <a:xfrm>
            <a:off x="4514353" y="2346733"/>
            <a:ext cx="5200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65" y="435"/>
                </a:lnTo>
                <a:lnTo>
                  <a:pt x="3530" y="873"/>
                </a:lnTo>
                <a:lnTo>
                  <a:pt x="5292" y="1318"/>
                </a:lnTo>
                <a:lnTo>
                  <a:pt x="7051" y="1771"/>
                </a:lnTo>
                <a:lnTo>
                  <a:pt x="8810" y="2231"/>
                </a:lnTo>
                <a:lnTo>
                  <a:pt x="10523" y="2663"/>
                </a:lnTo>
                <a:lnTo>
                  <a:pt x="12239" y="3076"/>
                </a:lnTo>
                <a:lnTo>
                  <a:pt x="13959" y="3475"/>
                </a:lnTo>
                <a:lnTo>
                  <a:pt x="15682" y="3863"/>
                </a:lnTo>
                <a:lnTo>
                  <a:pt x="17407" y="4243"/>
                </a:lnTo>
                <a:lnTo>
                  <a:pt x="19284" y="5199"/>
                </a:lnTo>
                <a:lnTo>
                  <a:pt x="21191" y="6171"/>
                </a:lnTo>
                <a:lnTo>
                  <a:pt x="21464" y="8560"/>
                </a:lnTo>
                <a:lnTo>
                  <a:pt x="21600" y="10235"/>
                </a:lnTo>
                <a:lnTo>
                  <a:pt x="21600" y="11642"/>
                </a:lnTo>
                <a:lnTo>
                  <a:pt x="21464" y="13225"/>
                </a:lnTo>
                <a:lnTo>
                  <a:pt x="21191" y="15429"/>
                </a:lnTo>
                <a:lnTo>
                  <a:pt x="19190" y="15429"/>
                </a:lnTo>
                <a:lnTo>
                  <a:pt x="17177" y="15429"/>
                </a:lnTo>
                <a:lnTo>
                  <a:pt x="15137" y="15429"/>
                </a:lnTo>
                <a:lnTo>
                  <a:pt x="15137" y="17468"/>
                </a:lnTo>
                <a:lnTo>
                  <a:pt x="15137" y="19520"/>
                </a:lnTo>
                <a:lnTo>
                  <a:pt x="15137" y="21600"/>
                </a:lnTo>
                <a:lnTo>
                  <a:pt x="14289" y="21254"/>
                </a:lnTo>
                <a:lnTo>
                  <a:pt x="13496" y="20930"/>
                </a:lnTo>
                <a:lnTo>
                  <a:pt x="12582" y="20560"/>
                </a:lnTo>
                <a:lnTo>
                  <a:pt x="11371" y="20063"/>
                </a:lnTo>
                <a:lnTo>
                  <a:pt x="9684" y="19378"/>
                </a:lnTo>
                <a:lnTo>
                  <a:pt x="7347" y="18425"/>
                </a:lnTo>
                <a:lnTo>
                  <a:pt x="4178" y="17132"/>
                </a:lnTo>
                <a:lnTo>
                  <a:pt x="0" y="15429"/>
                </a:lnTo>
                <a:lnTo>
                  <a:pt x="1499" y="14663"/>
                </a:lnTo>
                <a:lnTo>
                  <a:pt x="3003" y="13898"/>
                </a:lnTo>
                <a:lnTo>
                  <a:pt x="4520" y="13124"/>
                </a:lnTo>
                <a:lnTo>
                  <a:pt x="6055" y="12343"/>
                </a:lnTo>
                <a:lnTo>
                  <a:pt x="6055" y="10303"/>
                </a:lnTo>
                <a:lnTo>
                  <a:pt x="6055" y="8251"/>
                </a:lnTo>
                <a:lnTo>
                  <a:pt x="6055" y="6171"/>
                </a:lnTo>
                <a:lnTo>
                  <a:pt x="4054" y="6171"/>
                </a:lnTo>
                <a:lnTo>
                  <a:pt x="2040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364D59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3" name="contour_08821"/>
          <p:cNvSpPr/>
          <p:nvPr/>
        </p:nvSpPr>
        <p:spPr>
          <a:xfrm>
            <a:off x="8559189" y="2332157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90" y="1426"/>
                </a:lnTo>
                <a:lnTo>
                  <a:pt x="20762" y="2823"/>
                </a:lnTo>
                <a:lnTo>
                  <a:pt x="20304" y="4201"/>
                </a:lnTo>
                <a:lnTo>
                  <a:pt x="19812" y="5556"/>
                </a:lnTo>
                <a:lnTo>
                  <a:pt x="19272" y="6890"/>
                </a:lnTo>
                <a:lnTo>
                  <a:pt x="18675" y="8210"/>
                </a:lnTo>
                <a:lnTo>
                  <a:pt x="18014" y="9510"/>
                </a:lnTo>
                <a:lnTo>
                  <a:pt x="17280" y="10800"/>
                </a:lnTo>
                <a:lnTo>
                  <a:pt x="15967" y="11301"/>
                </a:lnTo>
                <a:lnTo>
                  <a:pt x="14690" y="11660"/>
                </a:lnTo>
                <a:lnTo>
                  <a:pt x="13414" y="11919"/>
                </a:lnTo>
                <a:lnTo>
                  <a:pt x="12096" y="12113"/>
                </a:lnTo>
                <a:lnTo>
                  <a:pt x="10698" y="12286"/>
                </a:lnTo>
                <a:lnTo>
                  <a:pt x="9193" y="12835"/>
                </a:lnTo>
                <a:lnTo>
                  <a:pt x="8266" y="13535"/>
                </a:lnTo>
                <a:lnTo>
                  <a:pt x="7122" y="14986"/>
                </a:lnTo>
                <a:lnTo>
                  <a:pt x="6502" y="16291"/>
                </a:lnTo>
                <a:lnTo>
                  <a:pt x="5910" y="17598"/>
                </a:lnTo>
                <a:lnTo>
                  <a:pt x="5350" y="18913"/>
                </a:lnTo>
                <a:lnTo>
                  <a:pt x="4819" y="20244"/>
                </a:lnTo>
                <a:lnTo>
                  <a:pt x="4320" y="21600"/>
                </a:lnTo>
                <a:lnTo>
                  <a:pt x="3251" y="21064"/>
                </a:lnTo>
                <a:lnTo>
                  <a:pt x="2175" y="20529"/>
                </a:lnTo>
                <a:lnTo>
                  <a:pt x="1095" y="19986"/>
                </a:lnTo>
                <a:lnTo>
                  <a:pt x="0" y="19440"/>
                </a:lnTo>
                <a:lnTo>
                  <a:pt x="704" y="18220"/>
                </a:lnTo>
                <a:lnTo>
                  <a:pt x="1413" y="17001"/>
                </a:lnTo>
                <a:lnTo>
                  <a:pt x="2123" y="15785"/>
                </a:lnTo>
                <a:lnTo>
                  <a:pt x="2838" y="14569"/>
                </a:lnTo>
                <a:lnTo>
                  <a:pt x="3553" y="13357"/>
                </a:lnTo>
                <a:lnTo>
                  <a:pt x="4272" y="12146"/>
                </a:lnTo>
                <a:lnTo>
                  <a:pt x="4994" y="10934"/>
                </a:lnTo>
                <a:lnTo>
                  <a:pt x="5687" y="9722"/>
                </a:lnTo>
                <a:lnTo>
                  <a:pt x="6391" y="8493"/>
                </a:lnTo>
                <a:lnTo>
                  <a:pt x="7221" y="7132"/>
                </a:lnTo>
                <a:lnTo>
                  <a:pt x="8001" y="5914"/>
                </a:lnTo>
                <a:lnTo>
                  <a:pt x="8776" y="4817"/>
                </a:lnTo>
                <a:lnTo>
                  <a:pt x="9593" y="3825"/>
                </a:lnTo>
                <a:lnTo>
                  <a:pt x="10491" y="2920"/>
                </a:lnTo>
                <a:lnTo>
                  <a:pt x="11519" y="2082"/>
                </a:lnTo>
                <a:lnTo>
                  <a:pt x="12718" y="1292"/>
                </a:lnTo>
                <a:lnTo>
                  <a:pt x="14133" y="531"/>
                </a:lnTo>
                <a:lnTo>
                  <a:pt x="15703" y="272"/>
                </a:lnTo>
                <a:lnTo>
                  <a:pt x="16876" y="114"/>
                </a:lnTo>
                <a:lnTo>
                  <a:pt x="18012" y="35"/>
                </a:lnTo>
                <a:lnTo>
                  <a:pt x="19466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E1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4" name="contour_08822"/>
          <p:cNvSpPr/>
          <p:nvPr/>
        </p:nvSpPr>
        <p:spPr>
          <a:xfrm>
            <a:off x="892193" y="2310293"/>
            <a:ext cx="6565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" y="0"/>
                </a:moveTo>
                <a:lnTo>
                  <a:pt x="1643" y="138"/>
                </a:lnTo>
                <a:lnTo>
                  <a:pt x="3263" y="294"/>
                </a:lnTo>
                <a:lnTo>
                  <a:pt x="4877" y="475"/>
                </a:lnTo>
                <a:lnTo>
                  <a:pt x="6484" y="687"/>
                </a:lnTo>
                <a:lnTo>
                  <a:pt x="8081" y="933"/>
                </a:lnTo>
                <a:lnTo>
                  <a:pt x="9675" y="1227"/>
                </a:lnTo>
                <a:lnTo>
                  <a:pt x="11263" y="1568"/>
                </a:lnTo>
                <a:lnTo>
                  <a:pt x="12850" y="1974"/>
                </a:lnTo>
                <a:lnTo>
                  <a:pt x="14435" y="2441"/>
                </a:lnTo>
                <a:lnTo>
                  <a:pt x="16020" y="2985"/>
                </a:lnTo>
                <a:lnTo>
                  <a:pt x="17605" y="3607"/>
                </a:lnTo>
                <a:lnTo>
                  <a:pt x="19193" y="4320"/>
                </a:lnTo>
                <a:lnTo>
                  <a:pt x="20303" y="7176"/>
                </a:lnTo>
                <a:lnTo>
                  <a:pt x="21008" y="9746"/>
                </a:lnTo>
                <a:lnTo>
                  <a:pt x="21399" y="12256"/>
                </a:lnTo>
                <a:lnTo>
                  <a:pt x="21566" y="14917"/>
                </a:lnTo>
                <a:lnTo>
                  <a:pt x="21600" y="17958"/>
                </a:lnTo>
                <a:lnTo>
                  <a:pt x="21590" y="21600"/>
                </a:lnTo>
                <a:lnTo>
                  <a:pt x="19957" y="21462"/>
                </a:lnTo>
                <a:lnTo>
                  <a:pt x="18337" y="21306"/>
                </a:lnTo>
                <a:lnTo>
                  <a:pt x="16723" y="21125"/>
                </a:lnTo>
                <a:lnTo>
                  <a:pt x="15116" y="20913"/>
                </a:lnTo>
                <a:lnTo>
                  <a:pt x="13519" y="20667"/>
                </a:lnTo>
                <a:lnTo>
                  <a:pt x="11925" y="20373"/>
                </a:lnTo>
                <a:lnTo>
                  <a:pt x="10337" y="20032"/>
                </a:lnTo>
                <a:lnTo>
                  <a:pt x="8750" y="19626"/>
                </a:lnTo>
                <a:lnTo>
                  <a:pt x="7165" y="19159"/>
                </a:lnTo>
                <a:lnTo>
                  <a:pt x="5580" y="18615"/>
                </a:lnTo>
                <a:lnTo>
                  <a:pt x="3995" y="17993"/>
                </a:lnTo>
                <a:lnTo>
                  <a:pt x="2407" y="17280"/>
                </a:lnTo>
                <a:lnTo>
                  <a:pt x="1297" y="14424"/>
                </a:lnTo>
                <a:lnTo>
                  <a:pt x="592" y="11854"/>
                </a:lnTo>
                <a:lnTo>
                  <a:pt x="201" y="9344"/>
                </a:lnTo>
                <a:lnTo>
                  <a:pt x="34" y="6683"/>
                </a:lnTo>
                <a:lnTo>
                  <a:pt x="0" y="3642"/>
                </a:lnTo>
                <a:lnTo>
                  <a:pt x="10" y="0"/>
                </a:ln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5" name="contour_08823"/>
          <p:cNvSpPr/>
          <p:nvPr/>
        </p:nvSpPr>
        <p:spPr>
          <a:xfrm>
            <a:off x="10308307" y="2273139"/>
            <a:ext cx="51016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74" y="0"/>
                </a:moveTo>
                <a:lnTo>
                  <a:pt x="11041" y="53"/>
                </a:lnTo>
                <a:lnTo>
                  <a:pt x="12908" y="107"/>
                </a:lnTo>
                <a:lnTo>
                  <a:pt x="14777" y="157"/>
                </a:lnTo>
                <a:lnTo>
                  <a:pt x="16644" y="211"/>
                </a:lnTo>
                <a:lnTo>
                  <a:pt x="18514" y="261"/>
                </a:lnTo>
                <a:lnTo>
                  <a:pt x="18514" y="2024"/>
                </a:lnTo>
                <a:lnTo>
                  <a:pt x="18514" y="3798"/>
                </a:lnTo>
                <a:lnTo>
                  <a:pt x="18514" y="5596"/>
                </a:lnTo>
                <a:lnTo>
                  <a:pt x="16475" y="5596"/>
                </a:lnTo>
                <a:lnTo>
                  <a:pt x="14423" y="5596"/>
                </a:lnTo>
                <a:lnTo>
                  <a:pt x="12343" y="5596"/>
                </a:lnTo>
                <a:lnTo>
                  <a:pt x="12343" y="7183"/>
                </a:lnTo>
                <a:lnTo>
                  <a:pt x="12343" y="8770"/>
                </a:lnTo>
                <a:lnTo>
                  <a:pt x="12343" y="10368"/>
                </a:lnTo>
                <a:lnTo>
                  <a:pt x="12343" y="11976"/>
                </a:lnTo>
                <a:lnTo>
                  <a:pt x="12343" y="13598"/>
                </a:lnTo>
                <a:lnTo>
                  <a:pt x="14176" y="13598"/>
                </a:lnTo>
                <a:lnTo>
                  <a:pt x="16015" y="13598"/>
                </a:lnTo>
                <a:lnTo>
                  <a:pt x="17860" y="13598"/>
                </a:lnTo>
                <a:lnTo>
                  <a:pt x="19721" y="13598"/>
                </a:lnTo>
                <a:lnTo>
                  <a:pt x="21600" y="13598"/>
                </a:lnTo>
                <a:lnTo>
                  <a:pt x="21600" y="15361"/>
                </a:lnTo>
                <a:lnTo>
                  <a:pt x="21600" y="17135"/>
                </a:lnTo>
                <a:lnTo>
                  <a:pt x="21600" y="18933"/>
                </a:lnTo>
                <a:lnTo>
                  <a:pt x="19792" y="19282"/>
                </a:lnTo>
                <a:lnTo>
                  <a:pt x="17980" y="19624"/>
                </a:lnTo>
                <a:lnTo>
                  <a:pt x="16166" y="19954"/>
                </a:lnTo>
                <a:lnTo>
                  <a:pt x="14352" y="20280"/>
                </a:lnTo>
                <a:lnTo>
                  <a:pt x="12537" y="20600"/>
                </a:lnTo>
                <a:lnTo>
                  <a:pt x="10852" y="20909"/>
                </a:lnTo>
                <a:lnTo>
                  <a:pt x="9155" y="21221"/>
                </a:lnTo>
                <a:lnTo>
                  <a:pt x="7440" y="21536"/>
                </a:lnTo>
                <a:lnTo>
                  <a:pt x="5277" y="21568"/>
                </a:lnTo>
                <a:lnTo>
                  <a:pt x="3086" y="21600"/>
                </a:lnTo>
                <a:lnTo>
                  <a:pt x="1836" y="20053"/>
                </a:lnTo>
                <a:lnTo>
                  <a:pt x="1099" y="18981"/>
                </a:lnTo>
                <a:lnTo>
                  <a:pt x="583" y="17884"/>
                </a:lnTo>
                <a:lnTo>
                  <a:pt x="0" y="16265"/>
                </a:lnTo>
                <a:lnTo>
                  <a:pt x="2037" y="16265"/>
                </a:lnTo>
                <a:lnTo>
                  <a:pt x="4092" y="16265"/>
                </a:lnTo>
                <a:lnTo>
                  <a:pt x="6171" y="16265"/>
                </a:lnTo>
                <a:lnTo>
                  <a:pt x="5783" y="14865"/>
                </a:lnTo>
                <a:lnTo>
                  <a:pt x="5388" y="13441"/>
                </a:lnTo>
                <a:lnTo>
                  <a:pt x="4916" y="11616"/>
                </a:lnTo>
                <a:lnTo>
                  <a:pt x="4437" y="9762"/>
                </a:lnTo>
                <a:lnTo>
                  <a:pt x="3950" y="7949"/>
                </a:lnTo>
                <a:lnTo>
                  <a:pt x="3459" y="6106"/>
                </a:lnTo>
                <a:lnTo>
                  <a:pt x="3274" y="4529"/>
                </a:lnTo>
                <a:lnTo>
                  <a:pt x="3086" y="2929"/>
                </a:lnTo>
                <a:lnTo>
                  <a:pt x="4916" y="1384"/>
                </a:lnTo>
                <a:lnTo>
                  <a:pt x="6159" y="563"/>
                </a:lnTo>
                <a:lnTo>
                  <a:pt x="7390" y="195"/>
                </a:lnTo>
                <a:lnTo>
                  <a:pt x="9174" y="0"/>
                </a:lnTo>
                <a:close/>
              </a:path>
            </a:pathLst>
          </a:custGeom>
          <a:solidFill>
            <a:srgbClr val="71706F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6" name="contour_08824"/>
          <p:cNvSpPr/>
          <p:nvPr/>
        </p:nvSpPr>
        <p:spPr>
          <a:xfrm>
            <a:off x="10556098" y="2266565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6" y="0"/>
                </a:lnTo>
                <a:lnTo>
                  <a:pt x="3182" y="0"/>
                </a:lnTo>
                <a:lnTo>
                  <a:pt x="4800" y="0"/>
                </a:lnTo>
                <a:lnTo>
                  <a:pt x="5078" y="918"/>
                </a:lnTo>
                <a:lnTo>
                  <a:pt x="5916" y="3683"/>
                </a:lnTo>
                <a:lnTo>
                  <a:pt x="6552" y="5429"/>
                </a:lnTo>
                <a:lnTo>
                  <a:pt x="7200" y="7200"/>
                </a:lnTo>
                <a:lnTo>
                  <a:pt x="8904" y="7132"/>
                </a:lnTo>
                <a:lnTo>
                  <a:pt x="10114" y="6970"/>
                </a:lnTo>
                <a:lnTo>
                  <a:pt x="11402" y="6584"/>
                </a:lnTo>
                <a:lnTo>
                  <a:pt x="13349" y="5850"/>
                </a:lnTo>
                <a:lnTo>
                  <a:pt x="14993" y="5249"/>
                </a:lnTo>
                <a:lnTo>
                  <a:pt x="16658" y="4640"/>
                </a:lnTo>
                <a:lnTo>
                  <a:pt x="17292" y="4381"/>
                </a:lnTo>
                <a:lnTo>
                  <a:pt x="19200" y="3600"/>
                </a:lnTo>
                <a:lnTo>
                  <a:pt x="19675" y="5738"/>
                </a:lnTo>
                <a:lnTo>
                  <a:pt x="20153" y="7884"/>
                </a:lnTo>
                <a:lnTo>
                  <a:pt x="20630" y="10037"/>
                </a:lnTo>
                <a:lnTo>
                  <a:pt x="21113" y="12208"/>
                </a:lnTo>
                <a:lnTo>
                  <a:pt x="21600" y="14400"/>
                </a:lnTo>
                <a:lnTo>
                  <a:pt x="19903" y="14400"/>
                </a:lnTo>
                <a:lnTo>
                  <a:pt x="18204" y="14400"/>
                </a:lnTo>
                <a:lnTo>
                  <a:pt x="16500" y="14400"/>
                </a:lnTo>
                <a:lnTo>
                  <a:pt x="14789" y="14400"/>
                </a:lnTo>
                <a:lnTo>
                  <a:pt x="13070" y="14400"/>
                </a:lnTo>
                <a:lnTo>
                  <a:pt x="11342" y="14400"/>
                </a:lnTo>
                <a:lnTo>
                  <a:pt x="9600" y="14400"/>
                </a:lnTo>
                <a:lnTo>
                  <a:pt x="9600" y="16780"/>
                </a:lnTo>
                <a:lnTo>
                  <a:pt x="9600" y="19174"/>
                </a:lnTo>
                <a:lnTo>
                  <a:pt x="9600" y="21600"/>
                </a:lnTo>
                <a:lnTo>
                  <a:pt x="8014" y="21600"/>
                </a:lnTo>
                <a:lnTo>
                  <a:pt x="6418" y="21600"/>
                </a:lnTo>
                <a:lnTo>
                  <a:pt x="4800" y="21600"/>
                </a:lnTo>
                <a:lnTo>
                  <a:pt x="4800" y="19220"/>
                </a:lnTo>
                <a:lnTo>
                  <a:pt x="4800" y="16826"/>
                </a:lnTo>
                <a:lnTo>
                  <a:pt x="4800" y="14400"/>
                </a:lnTo>
                <a:lnTo>
                  <a:pt x="3214" y="14400"/>
                </a:lnTo>
                <a:lnTo>
                  <a:pt x="1618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C0C3C4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7" name="contour_08825"/>
          <p:cNvSpPr/>
          <p:nvPr/>
        </p:nvSpPr>
        <p:spPr>
          <a:xfrm>
            <a:off x="8019345" y="2243987"/>
            <a:ext cx="44260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52" y="0"/>
                </a:moveTo>
                <a:lnTo>
                  <a:pt x="10475" y="76"/>
                </a:lnTo>
                <a:lnTo>
                  <a:pt x="12929" y="148"/>
                </a:lnTo>
                <a:lnTo>
                  <a:pt x="14152" y="178"/>
                </a:lnTo>
                <a:lnTo>
                  <a:pt x="17833" y="263"/>
                </a:lnTo>
                <a:lnTo>
                  <a:pt x="19704" y="339"/>
                </a:lnTo>
                <a:lnTo>
                  <a:pt x="21600" y="415"/>
                </a:lnTo>
                <a:lnTo>
                  <a:pt x="21600" y="3216"/>
                </a:lnTo>
                <a:lnTo>
                  <a:pt x="21600" y="6016"/>
                </a:lnTo>
                <a:lnTo>
                  <a:pt x="21600" y="8826"/>
                </a:lnTo>
                <a:lnTo>
                  <a:pt x="21600" y="11652"/>
                </a:lnTo>
                <a:lnTo>
                  <a:pt x="21600" y="14495"/>
                </a:lnTo>
                <a:lnTo>
                  <a:pt x="21600" y="17363"/>
                </a:lnTo>
                <a:lnTo>
                  <a:pt x="19253" y="17829"/>
                </a:lnTo>
                <a:lnTo>
                  <a:pt x="16905" y="18295"/>
                </a:lnTo>
                <a:lnTo>
                  <a:pt x="14551" y="18765"/>
                </a:lnTo>
                <a:lnTo>
                  <a:pt x="12192" y="19232"/>
                </a:lnTo>
                <a:lnTo>
                  <a:pt x="9827" y="19702"/>
                </a:lnTo>
                <a:lnTo>
                  <a:pt x="7455" y="20172"/>
                </a:lnTo>
                <a:lnTo>
                  <a:pt x="5068" y="20647"/>
                </a:lnTo>
                <a:lnTo>
                  <a:pt x="2671" y="21121"/>
                </a:lnTo>
                <a:lnTo>
                  <a:pt x="260" y="21600"/>
                </a:lnTo>
                <a:lnTo>
                  <a:pt x="117" y="16177"/>
                </a:lnTo>
                <a:lnTo>
                  <a:pt x="28" y="12423"/>
                </a:lnTo>
                <a:lnTo>
                  <a:pt x="0" y="9859"/>
                </a:lnTo>
                <a:lnTo>
                  <a:pt x="28" y="8025"/>
                </a:lnTo>
                <a:lnTo>
                  <a:pt x="117" y="6449"/>
                </a:lnTo>
                <a:lnTo>
                  <a:pt x="260" y="4652"/>
                </a:lnTo>
                <a:lnTo>
                  <a:pt x="2383" y="2199"/>
                </a:lnTo>
                <a:lnTo>
                  <a:pt x="3902" y="894"/>
                </a:lnTo>
                <a:lnTo>
                  <a:pt x="5548" y="309"/>
                </a:lnTo>
                <a:lnTo>
                  <a:pt x="8052" y="0"/>
                </a:lnTo>
                <a:close/>
              </a:path>
            </a:pathLst>
          </a:custGeom>
          <a:solidFill>
            <a:srgbClr val="6B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8" name="contour_08826"/>
          <p:cNvSpPr/>
          <p:nvPr/>
        </p:nvSpPr>
        <p:spPr>
          <a:xfrm>
            <a:off x="5483656" y="2222837"/>
            <a:ext cx="874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134" y="486"/>
                </a:lnTo>
                <a:lnTo>
                  <a:pt x="11268" y="972"/>
                </a:lnTo>
                <a:lnTo>
                  <a:pt x="12404" y="1458"/>
                </a:lnTo>
                <a:lnTo>
                  <a:pt x="13541" y="1947"/>
                </a:lnTo>
                <a:lnTo>
                  <a:pt x="14683" y="2435"/>
                </a:lnTo>
                <a:lnTo>
                  <a:pt x="15824" y="2924"/>
                </a:lnTo>
                <a:lnTo>
                  <a:pt x="16970" y="3415"/>
                </a:lnTo>
                <a:lnTo>
                  <a:pt x="18121" y="3910"/>
                </a:lnTo>
                <a:lnTo>
                  <a:pt x="19274" y="4404"/>
                </a:lnTo>
                <a:lnTo>
                  <a:pt x="20435" y="4900"/>
                </a:lnTo>
                <a:lnTo>
                  <a:pt x="21600" y="5400"/>
                </a:lnTo>
                <a:lnTo>
                  <a:pt x="20475" y="5716"/>
                </a:lnTo>
                <a:lnTo>
                  <a:pt x="19350" y="6032"/>
                </a:lnTo>
                <a:lnTo>
                  <a:pt x="18225" y="6350"/>
                </a:lnTo>
                <a:lnTo>
                  <a:pt x="17100" y="6666"/>
                </a:lnTo>
                <a:lnTo>
                  <a:pt x="15975" y="6982"/>
                </a:lnTo>
                <a:lnTo>
                  <a:pt x="15194" y="7536"/>
                </a:lnTo>
                <a:lnTo>
                  <a:pt x="14400" y="8100"/>
                </a:lnTo>
                <a:lnTo>
                  <a:pt x="14400" y="9885"/>
                </a:lnTo>
                <a:lnTo>
                  <a:pt x="14400" y="11680"/>
                </a:lnTo>
                <a:lnTo>
                  <a:pt x="14400" y="13500"/>
                </a:lnTo>
                <a:lnTo>
                  <a:pt x="13545" y="13333"/>
                </a:lnTo>
                <a:lnTo>
                  <a:pt x="12685" y="13162"/>
                </a:lnTo>
                <a:lnTo>
                  <a:pt x="11812" y="12992"/>
                </a:lnTo>
                <a:lnTo>
                  <a:pt x="10883" y="13160"/>
                </a:lnTo>
                <a:lnTo>
                  <a:pt x="9949" y="13330"/>
                </a:lnTo>
                <a:lnTo>
                  <a:pt x="9000" y="13500"/>
                </a:lnTo>
                <a:lnTo>
                  <a:pt x="8392" y="15509"/>
                </a:lnTo>
                <a:lnTo>
                  <a:pt x="7994" y="16934"/>
                </a:lnTo>
                <a:lnTo>
                  <a:pt x="7720" y="18166"/>
                </a:lnTo>
                <a:lnTo>
                  <a:pt x="7484" y="19591"/>
                </a:lnTo>
                <a:lnTo>
                  <a:pt x="7200" y="21600"/>
                </a:lnTo>
                <a:lnTo>
                  <a:pt x="6012" y="21154"/>
                </a:lnTo>
                <a:lnTo>
                  <a:pt x="4822" y="20709"/>
                </a:lnTo>
                <a:lnTo>
                  <a:pt x="3627" y="20261"/>
                </a:lnTo>
                <a:lnTo>
                  <a:pt x="2426" y="19810"/>
                </a:lnTo>
                <a:lnTo>
                  <a:pt x="1219" y="19356"/>
                </a:lnTo>
                <a:lnTo>
                  <a:pt x="0" y="18900"/>
                </a:lnTo>
                <a:lnTo>
                  <a:pt x="376" y="18554"/>
                </a:lnTo>
                <a:lnTo>
                  <a:pt x="1512" y="17507"/>
                </a:lnTo>
                <a:lnTo>
                  <a:pt x="2666" y="16338"/>
                </a:lnTo>
                <a:lnTo>
                  <a:pt x="3731" y="15209"/>
                </a:lnTo>
                <a:lnTo>
                  <a:pt x="4703" y="14080"/>
                </a:lnTo>
                <a:lnTo>
                  <a:pt x="5585" y="12903"/>
                </a:lnTo>
                <a:lnTo>
                  <a:pt x="6372" y="11642"/>
                </a:lnTo>
                <a:lnTo>
                  <a:pt x="7065" y="10252"/>
                </a:lnTo>
                <a:lnTo>
                  <a:pt x="7659" y="8694"/>
                </a:lnTo>
                <a:lnTo>
                  <a:pt x="8154" y="6920"/>
                </a:lnTo>
                <a:lnTo>
                  <a:pt x="8550" y="4892"/>
                </a:lnTo>
                <a:lnTo>
                  <a:pt x="8698" y="3275"/>
                </a:lnTo>
                <a:lnTo>
                  <a:pt x="8849" y="1650"/>
                </a:lnTo>
                <a:lnTo>
                  <a:pt x="9000" y="0"/>
                </a:lnTo>
                <a:close/>
              </a:path>
            </a:pathLst>
          </a:custGeom>
          <a:solidFill>
            <a:srgbClr val="998E73"/>
          </a:solidFill>
          <a:ln>
            <a:noFill/>
          </a:ln>
        </p:spPr>
        <p:txBody>
          <a:bodyPr/>
          <a:lstStyle/>
          <a:p/>
        </p:txBody>
      </p:sp>
      <p:sp>
        <p:nvSpPr>
          <p:cNvPr id="8829" name="contour_08827"/>
          <p:cNvSpPr/>
          <p:nvPr/>
        </p:nvSpPr>
        <p:spPr>
          <a:xfrm>
            <a:off x="5285919" y="2163943"/>
            <a:ext cx="59266" cy="51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31" y="247"/>
                </a:moveTo>
                <a:lnTo>
                  <a:pt x="13475" y="2093"/>
                </a:lnTo>
                <a:lnTo>
                  <a:pt x="13321" y="3941"/>
                </a:lnTo>
                <a:lnTo>
                  <a:pt x="13164" y="5787"/>
                </a:lnTo>
                <a:lnTo>
                  <a:pt x="13010" y="7635"/>
                </a:lnTo>
                <a:lnTo>
                  <a:pt x="12853" y="9481"/>
                </a:lnTo>
                <a:lnTo>
                  <a:pt x="13238" y="10954"/>
                </a:lnTo>
                <a:lnTo>
                  <a:pt x="13631" y="12449"/>
                </a:lnTo>
                <a:lnTo>
                  <a:pt x="15209" y="13053"/>
                </a:lnTo>
                <a:lnTo>
                  <a:pt x="16792" y="13660"/>
                </a:lnTo>
                <a:lnTo>
                  <a:pt x="18381" y="14267"/>
                </a:lnTo>
                <a:lnTo>
                  <a:pt x="19982" y="14880"/>
                </a:lnTo>
                <a:lnTo>
                  <a:pt x="21600" y="15499"/>
                </a:lnTo>
                <a:lnTo>
                  <a:pt x="19847" y="16002"/>
                </a:lnTo>
                <a:lnTo>
                  <a:pt x="18094" y="16506"/>
                </a:lnTo>
                <a:lnTo>
                  <a:pt x="16338" y="17009"/>
                </a:lnTo>
                <a:lnTo>
                  <a:pt x="14580" y="17515"/>
                </a:lnTo>
                <a:lnTo>
                  <a:pt x="12819" y="18019"/>
                </a:lnTo>
                <a:lnTo>
                  <a:pt x="11055" y="18528"/>
                </a:lnTo>
                <a:lnTo>
                  <a:pt x="9286" y="19035"/>
                </a:lnTo>
                <a:lnTo>
                  <a:pt x="7512" y="19544"/>
                </a:lnTo>
                <a:lnTo>
                  <a:pt x="5732" y="20053"/>
                </a:lnTo>
                <a:lnTo>
                  <a:pt x="3947" y="20569"/>
                </a:lnTo>
                <a:lnTo>
                  <a:pt x="2152" y="21081"/>
                </a:lnTo>
                <a:lnTo>
                  <a:pt x="351" y="21600"/>
                </a:lnTo>
                <a:lnTo>
                  <a:pt x="162" y="17409"/>
                </a:lnTo>
                <a:lnTo>
                  <a:pt x="40" y="14099"/>
                </a:lnTo>
                <a:lnTo>
                  <a:pt x="0" y="11515"/>
                </a:lnTo>
                <a:lnTo>
                  <a:pt x="61" y="9499"/>
                </a:lnTo>
                <a:lnTo>
                  <a:pt x="242" y="7885"/>
                </a:lnTo>
                <a:lnTo>
                  <a:pt x="560" y="6525"/>
                </a:lnTo>
                <a:lnTo>
                  <a:pt x="1031" y="5253"/>
                </a:lnTo>
                <a:lnTo>
                  <a:pt x="1673" y="3914"/>
                </a:lnTo>
                <a:lnTo>
                  <a:pt x="2507" y="2346"/>
                </a:lnTo>
                <a:lnTo>
                  <a:pt x="4391" y="1245"/>
                </a:lnTo>
                <a:lnTo>
                  <a:pt x="6149" y="531"/>
                </a:lnTo>
                <a:lnTo>
                  <a:pt x="7868" y="134"/>
                </a:lnTo>
                <a:lnTo>
                  <a:pt x="9629" y="0"/>
                </a:lnTo>
                <a:lnTo>
                  <a:pt x="11522" y="58"/>
                </a:lnTo>
                <a:lnTo>
                  <a:pt x="13631" y="247"/>
                </a:lnTo>
                <a:close/>
              </a:path>
            </a:pathLst>
          </a:custGeom>
          <a:solidFill>
            <a:srgbClr val="6F7575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0" name="contour_08828"/>
          <p:cNvSpPr/>
          <p:nvPr/>
        </p:nvSpPr>
        <p:spPr>
          <a:xfrm>
            <a:off x="2240500" y="2171821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281" y="1443"/>
                </a:lnTo>
                <a:lnTo>
                  <a:pt x="20944" y="2884"/>
                </a:lnTo>
                <a:lnTo>
                  <a:pt x="20588" y="4320"/>
                </a:lnTo>
                <a:lnTo>
                  <a:pt x="20304" y="5525"/>
                </a:lnTo>
                <a:lnTo>
                  <a:pt x="20018" y="6750"/>
                </a:lnTo>
                <a:lnTo>
                  <a:pt x="19464" y="7687"/>
                </a:lnTo>
                <a:lnTo>
                  <a:pt x="18900" y="8640"/>
                </a:lnTo>
                <a:lnTo>
                  <a:pt x="17115" y="8640"/>
                </a:lnTo>
                <a:lnTo>
                  <a:pt x="15320" y="8640"/>
                </a:lnTo>
                <a:lnTo>
                  <a:pt x="13500" y="8640"/>
                </a:lnTo>
                <a:lnTo>
                  <a:pt x="12733" y="10009"/>
                </a:lnTo>
                <a:lnTo>
                  <a:pt x="12266" y="11014"/>
                </a:lnTo>
                <a:lnTo>
                  <a:pt x="11910" y="12148"/>
                </a:lnTo>
                <a:lnTo>
                  <a:pt x="11475" y="13906"/>
                </a:lnTo>
                <a:lnTo>
                  <a:pt x="11078" y="15375"/>
                </a:lnTo>
                <a:lnTo>
                  <a:pt x="10673" y="16867"/>
                </a:lnTo>
                <a:lnTo>
                  <a:pt x="10735" y="18144"/>
                </a:lnTo>
                <a:lnTo>
                  <a:pt x="10800" y="19440"/>
                </a:lnTo>
                <a:lnTo>
                  <a:pt x="12379" y="20276"/>
                </a:lnTo>
                <a:lnTo>
                  <a:pt x="13468" y="20779"/>
                </a:lnTo>
                <a:lnTo>
                  <a:pt x="14572" y="21153"/>
                </a:lnTo>
                <a:lnTo>
                  <a:pt x="16200" y="21600"/>
                </a:lnTo>
                <a:lnTo>
                  <a:pt x="14596" y="21600"/>
                </a:lnTo>
                <a:lnTo>
                  <a:pt x="12987" y="21600"/>
                </a:lnTo>
                <a:lnTo>
                  <a:pt x="11372" y="21600"/>
                </a:lnTo>
                <a:lnTo>
                  <a:pt x="9744" y="21600"/>
                </a:lnTo>
                <a:lnTo>
                  <a:pt x="8100" y="21600"/>
                </a:lnTo>
                <a:lnTo>
                  <a:pt x="8176" y="20984"/>
                </a:lnTo>
                <a:lnTo>
                  <a:pt x="8305" y="19898"/>
                </a:lnTo>
                <a:lnTo>
                  <a:pt x="8608" y="17414"/>
                </a:lnTo>
                <a:lnTo>
                  <a:pt x="8608" y="15658"/>
                </a:lnTo>
                <a:lnTo>
                  <a:pt x="8478" y="14502"/>
                </a:lnTo>
                <a:lnTo>
                  <a:pt x="8100" y="12960"/>
                </a:lnTo>
                <a:lnTo>
                  <a:pt x="6091" y="12165"/>
                </a:lnTo>
                <a:lnTo>
                  <a:pt x="4666" y="11655"/>
                </a:lnTo>
                <a:lnTo>
                  <a:pt x="3434" y="11327"/>
                </a:lnTo>
                <a:lnTo>
                  <a:pt x="2009" y="11076"/>
                </a:lnTo>
                <a:lnTo>
                  <a:pt x="0" y="10800"/>
                </a:lnTo>
                <a:lnTo>
                  <a:pt x="421" y="9593"/>
                </a:lnTo>
                <a:lnTo>
                  <a:pt x="842" y="8739"/>
                </a:lnTo>
                <a:lnTo>
                  <a:pt x="1517" y="7839"/>
                </a:lnTo>
                <a:lnTo>
                  <a:pt x="2700" y="6480"/>
                </a:lnTo>
                <a:lnTo>
                  <a:pt x="4352" y="6102"/>
                </a:lnTo>
                <a:lnTo>
                  <a:pt x="6008" y="5772"/>
                </a:lnTo>
                <a:lnTo>
                  <a:pt x="7671" y="5476"/>
                </a:lnTo>
                <a:lnTo>
                  <a:pt x="9345" y="5203"/>
                </a:lnTo>
                <a:lnTo>
                  <a:pt x="11032" y="4936"/>
                </a:lnTo>
                <a:lnTo>
                  <a:pt x="12830" y="4417"/>
                </a:lnTo>
                <a:lnTo>
                  <a:pt x="13908" y="3663"/>
                </a:lnTo>
                <a:lnTo>
                  <a:pt x="15188" y="2026"/>
                </a:lnTo>
                <a:lnTo>
                  <a:pt x="15690" y="1020"/>
                </a:lnTo>
                <a:lnTo>
                  <a:pt x="16200" y="0"/>
                </a:lnTo>
                <a:close/>
              </a:path>
            </a:pathLst>
          </a:custGeom>
          <a:solidFill>
            <a:srgbClr val="4C4C4B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1" name="contour_08829"/>
          <p:cNvSpPr/>
          <p:nvPr/>
        </p:nvSpPr>
        <p:spPr>
          <a:xfrm>
            <a:off x="4434186" y="2171821"/>
            <a:ext cx="109320" cy="45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30" y="213"/>
                </a:lnTo>
                <a:lnTo>
                  <a:pt x="2052" y="429"/>
                </a:lnTo>
                <a:lnTo>
                  <a:pt x="3067" y="659"/>
                </a:lnTo>
                <a:lnTo>
                  <a:pt x="4075" y="899"/>
                </a:lnTo>
                <a:lnTo>
                  <a:pt x="5076" y="1157"/>
                </a:lnTo>
                <a:lnTo>
                  <a:pt x="6072" y="1431"/>
                </a:lnTo>
                <a:lnTo>
                  <a:pt x="7062" y="1723"/>
                </a:lnTo>
                <a:lnTo>
                  <a:pt x="8047" y="2042"/>
                </a:lnTo>
                <a:lnTo>
                  <a:pt x="9027" y="2386"/>
                </a:lnTo>
                <a:lnTo>
                  <a:pt x="10004" y="2753"/>
                </a:lnTo>
                <a:lnTo>
                  <a:pt x="10977" y="3154"/>
                </a:lnTo>
                <a:lnTo>
                  <a:pt x="11948" y="3587"/>
                </a:lnTo>
                <a:lnTo>
                  <a:pt x="12915" y="4057"/>
                </a:lnTo>
                <a:lnTo>
                  <a:pt x="13882" y="4565"/>
                </a:lnTo>
                <a:lnTo>
                  <a:pt x="14846" y="5111"/>
                </a:lnTo>
                <a:lnTo>
                  <a:pt x="15810" y="5705"/>
                </a:lnTo>
                <a:lnTo>
                  <a:pt x="16773" y="6340"/>
                </a:lnTo>
                <a:lnTo>
                  <a:pt x="17736" y="7026"/>
                </a:lnTo>
                <a:lnTo>
                  <a:pt x="18700" y="7761"/>
                </a:lnTo>
                <a:lnTo>
                  <a:pt x="19665" y="8550"/>
                </a:lnTo>
                <a:lnTo>
                  <a:pt x="20631" y="9394"/>
                </a:lnTo>
                <a:lnTo>
                  <a:pt x="21600" y="10297"/>
                </a:lnTo>
                <a:lnTo>
                  <a:pt x="21283" y="10486"/>
                </a:lnTo>
                <a:lnTo>
                  <a:pt x="20723" y="10819"/>
                </a:lnTo>
                <a:lnTo>
                  <a:pt x="19440" y="11584"/>
                </a:lnTo>
                <a:lnTo>
                  <a:pt x="18726" y="12291"/>
                </a:lnTo>
                <a:lnTo>
                  <a:pt x="18009" y="13009"/>
                </a:lnTo>
                <a:lnTo>
                  <a:pt x="17280" y="13730"/>
                </a:lnTo>
                <a:lnTo>
                  <a:pt x="17280" y="15998"/>
                </a:lnTo>
                <a:lnTo>
                  <a:pt x="17280" y="18281"/>
                </a:lnTo>
                <a:lnTo>
                  <a:pt x="17280" y="20594"/>
                </a:lnTo>
                <a:lnTo>
                  <a:pt x="16358" y="20807"/>
                </a:lnTo>
                <a:lnTo>
                  <a:pt x="15430" y="21023"/>
                </a:lnTo>
                <a:lnTo>
                  <a:pt x="14489" y="21240"/>
                </a:lnTo>
                <a:lnTo>
                  <a:pt x="13712" y="21418"/>
                </a:lnTo>
                <a:lnTo>
                  <a:pt x="12921" y="21600"/>
                </a:lnTo>
                <a:lnTo>
                  <a:pt x="12226" y="21102"/>
                </a:lnTo>
                <a:lnTo>
                  <a:pt x="11520" y="20594"/>
                </a:lnTo>
                <a:lnTo>
                  <a:pt x="11327" y="18960"/>
                </a:lnTo>
                <a:lnTo>
                  <a:pt x="11133" y="17316"/>
                </a:lnTo>
                <a:lnTo>
                  <a:pt x="10935" y="15648"/>
                </a:lnTo>
                <a:lnTo>
                  <a:pt x="10653" y="13881"/>
                </a:lnTo>
                <a:lnTo>
                  <a:pt x="10368" y="12099"/>
                </a:lnTo>
                <a:lnTo>
                  <a:pt x="10080" y="10297"/>
                </a:lnTo>
                <a:lnTo>
                  <a:pt x="9079" y="9285"/>
                </a:lnTo>
                <a:lnTo>
                  <a:pt x="8326" y="8564"/>
                </a:lnTo>
                <a:lnTo>
                  <a:pt x="7680" y="8025"/>
                </a:lnTo>
                <a:lnTo>
                  <a:pt x="6997" y="7562"/>
                </a:lnTo>
                <a:lnTo>
                  <a:pt x="6134" y="7067"/>
                </a:lnTo>
                <a:lnTo>
                  <a:pt x="4951" y="6436"/>
                </a:lnTo>
                <a:lnTo>
                  <a:pt x="3956" y="5883"/>
                </a:lnTo>
                <a:lnTo>
                  <a:pt x="2962" y="5310"/>
                </a:lnTo>
                <a:lnTo>
                  <a:pt x="1971" y="4713"/>
                </a:lnTo>
                <a:lnTo>
                  <a:pt x="984" y="4088"/>
                </a:lnTo>
                <a:lnTo>
                  <a:pt x="0" y="3432"/>
                </a:lnTo>
                <a:lnTo>
                  <a:pt x="0" y="1730"/>
                </a:lnTo>
                <a:lnTo>
                  <a:pt x="0" y="0"/>
                </a:lnTo>
                <a:close/>
              </a:path>
            </a:pathLst>
          </a:custGeom>
          <a:solidFill>
            <a:srgbClr val="A2C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2" name="contour_08830"/>
          <p:cNvSpPr/>
          <p:nvPr/>
        </p:nvSpPr>
        <p:spPr>
          <a:xfrm>
            <a:off x="2211727" y="2098942"/>
            <a:ext cx="5792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65" y="0"/>
                </a:moveTo>
                <a:lnTo>
                  <a:pt x="17874" y="566"/>
                </a:lnTo>
                <a:lnTo>
                  <a:pt x="19007" y="981"/>
                </a:lnTo>
                <a:lnTo>
                  <a:pt x="20081" y="1443"/>
                </a:lnTo>
                <a:lnTo>
                  <a:pt x="21600" y="2160"/>
                </a:lnTo>
                <a:lnTo>
                  <a:pt x="20309" y="2964"/>
                </a:lnTo>
                <a:lnTo>
                  <a:pt x="19010" y="3771"/>
                </a:lnTo>
                <a:lnTo>
                  <a:pt x="17692" y="4590"/>
                </a:lnTo>
                <a:lnTo>
                  <a:pt x="16306" y="5782"/>
                </a:lnTo>
                <a:lnTo>
                  <a:pt x="15140" y="7026"/>
                </a:lnTo>
                <a:lnTo>
                  <a:pt x="14173" y="8320"/>
                </a:lnTo>
                <a:lnTo>
                  <a:pt x="13382" y="9657"/>
                </a:lnTo>
                <a:lnTo>
                  <a:pt x="12746" y="11035"/>
                </a:lnTo>
                <a:lnTo>
                  <a:pt x="12238" y="12455"/>
                </a:lnTo>
                <a:lnTo>
                  <a:pt x="11841" y="13908"/>
                </a:lnTo>
                <a:lnTo>
                  <a:pt x="11534" y="15394"/>
                </a:lnTo>
                <a:lnTo>
                  <a:pt x="11289" y="16908"/>
                </a:lnTo>
                <a:lnTo>
                  <a:pt x="11088" y="18451"/>
                </a:lnTo>
                <a:lnTo>
                  <a:pt x="10909" y="20015"/>
                </a:lnTo>
                <a:lnTo>
                  <a:pt x="10729" y="21600"/>
                </a:lnTo>
                <a:lnTo>
                  <a:pt x="8789" y="21259"/>
                </a:lnTo>
                <a:lnTo>
                  <a:pt x="7395" y="20976"/>
                </a:lnTo>
                <a:lnTo>
                  <a:pt x="6156" y="20647"/>
                </a:lnTo>
                <a:lnTo>
                  <a:pt x="4680" y="20170"/>
                </a:lnTo>
                <a:lnTo>
                  <a:pt x="2576" y="19440"/>
                </a:lnTo>
                <a:lnTo>
                  <a:pt x="1669" y="18053"/>
                </a:lnTo>
                <a:lnTo>
                  <a:pt x="976" y="16710"/>
                </a:lnTo>
                <a:lnTo>
                  <a:pt x="476" y="15390"/>
                </a:lnTo>
                <a:lnTo>
                  <a:pt x="158" y="14070"/>
                </a:lnTo>
                <a:lnTo>
                  <a:pt x="5" y="12729"/>
                </a:lnTo>
                <a:lnTo>
                  <a:pt x="0" y="11346"/>
                </a:lnTo>
                <a:lnTo>
                  <a:pt x="125" y="9901"/>
                </a:lnTo>
                <a:lnTo>
                  <a:pt x="370" y="8370"/>
                </a:lnTo>
                <a:lnTo>
                  <a:pt x="981" y="6741"/>
                </a:lnTo>
                <a:lnTo>
                  <a:pt x="1552" y="5692"/>
                </a:lnTo>
                <a:lnTo>
                  <a:pt x="2576" y="4320"/>
                </a:lnTo>
                <a:lnTo>
                  <a:pt x="4226" y="3756"/>
                </a:lnTo>
                <a:lnTo>
                  <a:pt x="5832" y="3324"/>
                </a:lnTo>
                <a:lnTo>
                  <a:pt x="7446" y="2996"/>
                </a:lnTo>
                <a:lnTo>
                  <a:pt x="9118" y="2743"/>
                </a:lnTo>
                <a:lnTo>
                  <a:pt x="10898" y="2540"/>
                </a:lnTo>
                <a:lnTo>
                  <a:pt x="12414" y="2287"/>
                </a:lnTo>
                <a:lnTo>
                  <a:pt x="13469" y="1938"/>
                </a:lnTo>
                <a:lnTo>
                  <a:pt x="14553" y="1255"/>
                </a:lnTo>
                <a:lnTo>
                  <a:pt x="16165" y="0"/>
                </a:lnTo>
                <a:close/>
              </a:path>
            </a:pathLst>
          </a:custGeom>
          <a:solidFill>
            <a:srgbClr val="CBC5B2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3" name="contour_08831"/>
          <p:cNvSpPr/>
          <p:nvPr/>
        </p:nvSpPr>
        <p:spPr>
          <a:xfrm>
            <a:off x="1409669" y="2126410"/>
            <a:ext cx="58304" cy="45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01"/>
                </a:moveTo>
                <a:lnTo>
                  <a:pt x="1912" y="575"/>
                </a:lnTo>
                <a:lnTo>
                  <a:pt x="3812" y="374"/>
                </a:lnTo>
                <a:lnTo>
                  <a:pt x="5702" y="208"/>
                </a:lnTo>
                <a:lnTo>
                  <a:pt x="7584" y="83"/>
                </a:lnTo>
                <a:lnTo>
                  <a:pt x="9463" y="10"/>
                </a:lnTo>
                <a:lnTo>
                  <a:pt x="11340" y="0"/>
                </a:lnTo>
                <a:lnTo>
                  <a:pt x="13219" y="66"/>
                </a:lnTo>
                <a:lnTo>
                  <a:pt x="15104" y="215"/>
                </a:lnTo>
                <a:lnTo>
                  <a:pt x="16996" y="454"/>
                </a:lnTo>
                <a:lnTo>
                  <a:pt x="18900" y="801"/>
                </a:lnTo>
                <a:lnTo>
                  <a:pt x="20085" y="3054"/>
                </a:lnTo>
                <a:lnTo>
                  <a:pt x="20839" y="5137"/>
                </a:lnTo>
                <a:lnTo>
                  <a:pt x="21268" y="7200"/>
                </a:lnTo>
                <a:lnTo>
                  <a:pt x="21470" y="9380"/>
                </a:lnTo>
                <a:lnTo>
                  <a:pt x="21546" y="11821"/>
                </a:lnTo>
                <a:lnTo>
                  <a:pt x="21600" y="14667"/>
                </a:lnTo>
                <a:lnTo>
                  <a:pt x="19929" y="15527"/>
                </a:lnTo>
                <a:lnTo>
                  <a:pt x="18257" y="16383"/>
                </a:lnTo>
                <a:lnTo>
                  <a:pt x="16581" y="17246"/>
                </a:lnTo>
                <a:lnTo>
                  <a:pt x="14901" y="18109"/>
                </a:lnTo>
                <a:lnTo>
                  <a:pt x="13214" y="18972"/>
                </a:lnTo>
                <a:lnTo>
                  <a:pt x="11518" y="19842"/>
                </a:lnTo>
                <a:lnTo>
                  <a:pt x="9814" y="20719"/>
                </a:lnTo>
                <a:lnTo>
                  <a:pt x="8100" y="21600"/>
                </a:lnTo>
                <a:lnTo>
                  <a:pt x="8100" y="19312"/>
                </a:lnTo>
                <a:lnTo>
                  <a:pt x="8100" y="17021"/>
                </a:lnTo>
                <a:lnTo>
                  <a:pt x="8100" y="14719"/>
                </a:lnTo>
                <a:lnTo>
                  <a:pt x="8100" y="12407"/>
                </a:lnTo>
                <a:lnTo>
                  <a:pt x="8100" y="10081"/>
                </a:lnTo>
                <a:lnTo>
                  <a:pt x="8100" y="7734"/>
                </a:lnTo>
                <a:lnTo>
                  <a:pt x="6496" y="7734"/>
                </a:lnTo>
                <a:lnTo>
                  <a:pt x="4887" y="7734"/>
                </a:lnTo>
                <a:lnTo>
                  <a:pt x="3272" y="7734"/>
                </a:lnTo>
                <a:lnTo>
                  <a:pt x="1644" y="7734"/>
                </a:lnTo>
                <a:lnTo>
                  <a:pt x="0" y="7734"/>
                </a:lnTo>
                <a:lnTo>
                  <a:pt x="0" y="5442"/>
                </a:lnTo>
                <a:lnTo>
                  <a:pt x="0" y="3137"/>
                </a:lnTo>
                <a:lnTo>
                  <a:pt x="0" y="801"/>
                </a:lnTo>
                <a:close/>
              </a:path>
            </a:pathLst>
          </a:custGeom>
          <a:solidFill>
            <a:srgbClr val="D7C593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4" name="contour_08832"/>
          <p:cNvSpPr/>
          <p:nvPr/>
        </p:nvSpPr>
        <p:spPr>
          <a:xfrm>
            <a:off x="2138468" y="2062502"/>
            <a:ext cx="4372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03" y="184"/>
                </a:lnTo>
                <a:lnTo>
                  <a:pt x="4468" y="364"/>
                </a:lnTo>
                <a:lnTo>
                  <a:pt x="6109" y="616"/>
                </a:lnTo>
                <a:lnTo>
                  <a:pt x="8046" y="1022"/>
                </a:lnTo>
                <a:lnTo>
                  <a:pt x="10800" y="1662"/>
                </a:lnTo>
                <a:lnTo>
                  <a:pt x="11542" y="2723"/>
                </a:lnTo>
                <a:lnTo>
                  <a:pt x="12100" y="3788"/>
                </a:lnTo>
                <a:lnTo>
                  <a:pt x="12506" y="4860"/>
                </a:lnTo>
                <a:lnTo>
                  <a:pt x="12794" y="5938"/>
                </a:lnTo>
                <a:lnTo>
                  <a:pt x="12996" y="7028"/>
                </a:lnTo>
                <a:lnTo>
                  <a:pt x="13147" y="8128"/>
                </a:lnTo>
                <a:lnTo>
                  <a:pt x="13277" y="9241"/>
                </a:lnTo>
                <a:lnTo>
                  <a:pt x="13460" y="10303"/>
                </a:lnTo>
                <a:lnTo>
                  <a:pt x="13648" y="11382"/>
                </a:lnTo>
                <a:lnTo>
                  <a:pt x="13820" y="12428"/>
                </a:lnTo>
                <a:lnTo>
                  <a:pt x="13979" y="13473"/>
                </a:lnTo>
                <a:lnTo>
                  <a:pt x="14126" y="14520"/>
                </a:lnTo>
                <a:lnTo>
                  <a:pt x="14263" y="15569"/>
                </a:lnTo>
                <a:lnTo>
                  <a:pt x="14400" y="16615"/>
                </a:lnTo>
                <a:lnTo>
                  <a:pt x="16780" y="16615"/>
                </a:lnTo>
                <a:lnTo>
                  <a:pt x="19174" y="16615"/>
                </a:lnTo>
                <a:lnTo>
                  <a:pt x="21600" y="16615"/>
                </a:lnTo>
                <a:lnTo>
                  <a:pt x="21600" y="17714"/>
                </a:lnTo>
                <a:lnTo>
                  <a:pt x="21600" y="18819"/>
                </a:lnTo>
                <a:lnTo>
                  <a:pt x="21600" y="19938"/>
                </a:lnTo>
                <a:lnTo>
                  <a:pt x="19224" y="20121"/>
                </a:lnTo>
                <a:lnTo>
                  <a:pt x="16844" y="20304"/>
                </a:lnTo>
                <a:lnTo>
                  <a:pt x="14465" y="20487"/>
                </a:lnTo>
                <a:lnTo>
                  <a:pt x="12078" y="20671"/>
                </a:lnTo>
                <a:lnTo>
                  <a:pt x="9684" y="20856"/>
                </a:lnTo>
                <a:lnTo>
                  <a:pt x="7279" y="21040"/>
                </a:lnTo>
                <a:lnTo>
                  <a:pt x="4867" y="21226"/>
                </a:lnTo>
                <a:lnTo>
                  <a:pt x="2441" y="21412"/>
                </a:lnTo>
                <a:lnTo>
                  <a:pt x="0" y="21600"/>
                </a:lnTo>
                <a:lnTo>
                  <a:pt x="446" y="20468"/>
                </a:lnTo>
                <a:lnTo>
                  <a:pt x="893" y="19339"/>
                </a:lnTo>
                <a:lnTo>
                  <a:pt x="1336" y="18205"/>
                </a:lnTo>
                <a:lnTo>
                  <a:pt x="1782" y="17074"/>
                </a:lnTo>
                <a:lnTo>
                  <a:pt x="2228" y="15941"/>
                </a:lnTo>
                <a:lnTo>
                  <a:pt x="2678" y="14804"/>
                </a:lnTo>
                <a:lnTo>
                  <a:pt x="3125" y="13668"/>
                </a:lnTo>
                <a:lnTo>
                  <a:pt x="3575" y="12530"/>
                </a:lnTo>
                <a:lnTo>
                  <a:pt x="4021" y="11390"/>
                </a:lnTo>
                <a:lnTo>
                  <a:pt x="4471" y="10247"/>
                </a:lnTo>
                <a:lnTo>
                  <a:pt x="4925" y="9100"/>
                </a:lnTo>
                <a:lnTo>
                  <a:pt x="5375" y="7952"/>
                </a:lnTo>
                <a:lnTo>
                  <a:pt x="5828" y="6801"/>
                </a:lnTo>
                <a:lnTo>
                  <a:pt x="6286" y="5646"/>
                </a:lnTo>
                <a:lnTo>
                  <a:pt x="6743" y="4486"/>
                </a:lnTo>
                <a:lnTo>
                  <a:pt x="7200" y="3323"/>
                </a:lnTo>
                <a:lnTo>
                  <a:pt x="4820" y="3323"/>
                </a:lnTo>
                <a:lnTo>
                  <a:pt x="2426" y="3323"/>
                </a:lnTo>
                <a:lnTo>
                  <a:pt x="0" y="3323"/>
                </a:lnTo>
                <a:lnTo>
                  <a:pt x="0" y="2225"/>
                </a:lnTo>
                <a:lnTo>
                  <a:pt x="0" y="1120"/>
                </a:lnTo>
                <a:lnTo>
                  <a:pt x="0" y="0"/>
                </a:lnTo>
                <a:close/>
              </a:path>
            </a:pathLst>
          </a:custGeom>
          <a:solidFill>
            <a:srgbClr val="5E5F5D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5" name="contour_08833"/>
          <p:cNvSpPr/>
          <p:nvPr/>
        </p:nvSpPr>
        <p:spPr>
          <a:xfrm>
            <a:off x="10242715" y="2110726"/>
            <a:ext cx="65592" cy="538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1121"/>
                </a:moveTo>
                <a:lnTo>
                  <a:pt x="19841" y="2899"/>
                </a:lnTo>
                <a:lnTo>
                  <a:pt x="20352" y="4675"/>
                </a:lnTo>
                <a:lnTo>
                  <a:pt x="20748" y="6457"/>
                </a:lnTo>
                <a:lnTo>
                  <a:pt x="21048" y="8253"/>
                </a:lnTo>
                <a:lnTo>
                  <a:pt x="21266" y="10070"/>
                </a:lnTo>
                <a:lnTo>
                  <a:pt x="21420" y="11922"/>
                </a:lnTo>
                <a:lnTo>
                  <a:pt x="21526" y="13812"/>
                </a:lnTo>
                <a:lnTo>
                  <a:pt x="21600" y="15749"/>
                </a:lnTo>
                <a:lnTo>
                  <a:pt x="20014" y="15749"/>
                </a:lnTo>
                <a:lnTo>
                  <a:pt x="18418" y="15749"/>
                </a:lnTo>
                <a:lnTo>
                  <a:pt x="16800" y="15749"/>
                </a:lnTo>
                <a:lnTo>
                  <a:pt x="15919" y="17487"/>
                </a:lnTo>
                <a:lnTo>
                  <a:pt x="15374" y="18674"/>
                </a:lnTo>
                <a:lnTo>
                  <a:pt x="14945" y="19862"/>
                </a:lnTo>
                <a:lnTo>
                  <a:pt x="14400" y="21600"/>
                </a:lnTo>
                <a:lnTo>
                  <a:pt x="14350" y="20330"/>
                </a:lnTo>
                <a:lnTo>
                  <a:pt x="14297" y="19040"/>
                </a:lnTo>
                <a:lnTo>
                  <a:pt x="14064" y="17007"/>
                </a:lnTo>
                <a:lnTo>
                  <a:pt x="13778" y="15158"/>
                </a:lnTo>
                <a:lnTo>
                  <a:pt x="13382" y="13417"/>
                </a:lnTo>
                <a:lnTo>
                  <a:pt x="12809" y="11691"/>
                </a:lnTo>
                <a:lnTo>
                  <a:pt x="12000" y="9897"/>
                </a:lnTo>
                <a:lnTo>
                  <a:pt x="10267" y="9508"/>
                </a:lnTo>
                <a:lnTo>
                  <a:pt x="8558" y="9292"/>
                </a:lnTo>
                <a:lnTo>
                  <a:pt x="6862" y="9216"/>
                </a:lnTo>
                <a:lnTo>
                  <a:pt x="5167" y="9266"/>
                </a:lnTo>
                <a:lnTo>
                  <a:pt x="3468" y="9409"/>
                </a:lnTo>
                <a:lnTo>
                  <a:pt x="1747" y="9628"/>
                </a:lnTo>
                <a:lnTo>
                  <a:pt x="0" y="9897"/>
                </a:lnTo>
                <a:lnTo>
                  <a:pt x="0" y="7964"/>
                </a:lnTo>
                <a:lnTo>
                  <a:pt x="0" y="6018"/>
                </a:lnTo>
                <a:lnTo>
                  <a:pt x="0" y="4046"/>
                </a:lnTo>
                <a:lnTo>
                  <a:pt x="1406" y="3207"/>
                </a:lnTo>
                <a:lnTo>
                  <a:pt x="2899" y="2443"/>
                </a:lnTo>
                <a:lnTo>
                  <a:pt x="4459" y="1767"/>
                </a:lnTo>
                <a:lnTo>
                  <a:pt x="6074" y="1185"/>
                </a:lnTo>
                <a:lnTo>
                  <a:pt x="7728" y="705"/>
                </a:lnTo>
                <a:lnTo>
                  <a:pt x="9408" y="342"/>
                </a:lnTo>
                <a:lnTo>
                  <a:pt x="11100" y="105"/>
                </a:lnTo>
                <a:lnTo>
                  <a:pt x="12787" y="0"/>
                </a:lnTo>
                <a:lnTo>
                  <a:pt x="14455" y="41"/>
                </a:lnTo>
                <a:lnTo>
                  <a:pt x="16090" y="234"/>
                </a:lnTo>
                <a:lnTo>
                  <a:pt x="17676" y="591"/>
                </a:lnTo>
                <a:lnTo>
                  <a:pt x="19200" y="1121"/>
                </a:lnTo>
                <a:close/>
              </a:path>
            </a:pathLst>
          </a:custGeom>
          <a:solidFill>
            <a:srgbClr val="BCB89D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6" name="contour_08834"/>
          <p:cNvSpPr/>
          <p:nvPr/>
        </p:nvSpPr>
        <p:spPr>
          <a:xfrm>
            <a:off x="3625218" y="2069790"/>
            <a:ext cx="4372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72"/>
                </a:lnTo>
                <a:lnTo>
                  <a:pt x="2084" y="140"/>
                </a:lnTo>
                <a:lnTo>
                  <a:pt x="3175" y="212"/>
                </a:lnTo>
                <a:lnTo>
                  <a:pt x="4536" y="302"/>
                </a:lnTo>
                <a:lnTo>
                  <a:pt x="6343" y="423"/>
                </a:lnTo>
                <a:lnTo>
                  <a:pt x="8777" y="585"/>
                </a:lnTo>
                <a:lnTo>
                  <a:pt x="12010" y="801"/>
                </a:lnTo>
                <a:lnTo>
                  <a:pt x="16225" y="1081"/>
                </a:lnTo>
                <a:lnTo>
                  <a:pt x="21600" y="1440"/>
                </a:lnTo>
                <a:lnTo>
                  <a:pt x="20707" y="2153"/>
                </a:lnTo>
                <a:lnTo>
                  <a:pt x="19814" y="2870"/>
                </a:lnTo>
                <a:lnTo>
                  <a:pt x="18911" y="3590"/>
                </a:lnTo>
                <a:lnTo>
                  <a:pt x="18000" y="4320"/>
                </a:lnTo>
                <a:lnTo>
                  <a:pt x="17831" y="5273"/>
                </a:lnTo>
                <a:lnTo>
                  <a:pt x="17766" y="5939"/>
                </a:lnTo>
                <a:lnTo>
                  <a:pt x="17791" y="6625"/>
                </a:lnTo>
                <a:lnTo>
                  <a:pt x="17903" y="7649"/>
                </a:lnTo>
                <a:lnTo>
                  <a:pt x="17968" y="8594"/>
                </a:lnTo>
                <a:lnTo>
                  <a:pt x="18036" y="9552"/>
                </a:lnTo>
                <a:lnTo>
                  <a:pt x="18133" y="10535"/>
                </a:lnTo>
                <a:lnTo>
                  <a:pt x="18234" y="11520"/>
                </a:lnTo>
                <a:lnTo>
                  <a:pt x="18346" y="12505"/>
                </a:lnTo>
                <a:lnTo>
                  <a:pt x="18457" y="13488"/>
                </a:lnTo>
                <a:lnTo>
                  <a:pt x="18547" y="15088"/>
                </a:lnTo>
                <a:lnTo>
                  <a:pt x="18565" y="16320"/>
                </a:lnTo>
                <a:lnTo>
                  <a:pt x="18454" y="17263"/>
                </a:lnTo>
                <a:lnTo>
                  <a:pt x="18176" y="18004"/>
                </a:lnTo>
                <a:lnTo>
                  <a:pt x="17676" y="18626"/>
                </a:lnTo>
                <a:lnTo>
                  <a:pt x="16909" y="19211"/>
                </a:lnTo>
                <a:lnTo>
                  <a:pt x="15829" y="19845"/>
                </a:lnTo>
                <a:lnTo>
                  <a:pt x="14386" y="20609"/>
                </a:lnTo>
                <a:lnTo>
                  <a:pt x="13493" y="20856"/>
                </a:lnTo>
                <a:lnTo>
                  <a:pt x="10800" y="21600"/>
                </a:lnTo>
                <a:lnTo>
                  <a:pt x="10926" y="20713"/>
                </a:lnTo>
                <a:lnTo>
                  <a:pt x="11052" y="19822"/>
                </a:lnTo>
                <a:lnTo>
                  <a:pt x="11178" y="18917"/>
                </a:lnTo>
                <a:lnTo>
                  <a:pt x="11254" y="18035"/>
                </a:lnTo>
                <a:lnTo>
                  <a:pt x="11329" y="17153"/>
                </a:lnTo>
                <a:lnTo>
                  <a:pt x="11405" y="16272"/>
                </a:lnTo>
                <a:lnTo>
                  <a:pt x="11477" y="15391"/>
                </a:lnTo>
                <a:lnTo>
                  <a:pt x="11614" y="14515"/>
                </a:lnTo>
                <a:lnTo>
                  <a:pt x="11750" y="13627"/>
                </a:lnTo>
                <a:lnTo>
                  <a:pt x="11837" y="12001"/>
                </a:lnTo>
                <a:lnTo>
                  <a:pt x="11833" y="10803"/>
                </a:lnTo>
                <a:lnTo>
                  <a:pt x="11678" y="9923"/>
                </a:lnTo>
                <a:lnTo>
                  <a:pt x="11311" y="9252"/>
                </a:lnTo>
                <a:lnTo>
                  <a:pt x="10674" y="8682"/>
                </a:lnTo>
                <a:lnTo>
                  <a:pt x="9706" y="8103"/>
                </a:lnTo>
                <a:lnTo>
                  <a:pt x="8348" y="7406"/>
                </a:lnTo>
                <a:lnTo>
                  <a:pt x="6570" y="6769"/>
                </a:lnTo>
                <a:lnTo>
                  <a:pt x="5353" y="6353"/>
                </a:lnTo>
                <a:lnTo>
                  <a:pt x="4129" y="5975"/>
                </a:lnTo>
                <a:lnTo>
                  <a:pt x="2340" y="5449"/>
                </a:lnTo>
                <a:lnTo>
                  <a:pt x="1354" y="4954"/>
                </a:lnTo>
                <a:lnTo>
                  <a:pt x="695" y="4494"/>
                </a:lnTo>
                <a:lnTo>
                  <a:pt x="292" y="3921"/>
                </a:lnTo>
                <a:lnTo>
                  <a:pt x="86" y="3082"/>
                </a:lnTo>
                <a:lnTo>
                  <a:pt x="11" y="1826"/>
                </a:lnTo>
                <a:lnTo>
                  <a:pt x="0" y="0"/>
                </a:lnTo>
                <a:close/>
              </a:path>
            </a:pathLst>
          </a:custGeom>
          <a:solidFill>
            <a:srgbClr val="9CA5AA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7" name="contour_08835"/>
          <p:cNvSpPr/>
          <p:nvPr/>
        </p:nvSpPr>
        <p:spPr>
          <a:xfrm>
            <a:off x="7167182" y="2077078"/>
            <a:ext cx="58304" cy="583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01" y="485"/>
                </a:lnTo>
                <a:lnTo>
                  <a:pt x="3402" y="971"/>
                </a:lnTo>
                <a:lnTo>
                  <a:pt x="5106" y="1456"/>
                </a:lnTo>
                <a:lnTo>
                  <a:pt x="6812" y="1945"/>
                </a:lnTo>
                <a:lnTo>
                  <a:pt x="8524" y="2433"/>
                </a:lnTo>
                <a:lnTo>
                  <a:pt x="10236" y="2921"/>
                </a:lnTo>
                <a:lnTo>
                  <a:pt x="11956" y="3412"/>
                </a:lnTo>
                <a:lnTo>
                  <a:pt x="13681" y="3905"/>
                </a:lnTo>
                <a:lnTo>
                  <a:pt x="15412" y="4399"/>
                </a:lnTo>
                <a:lnTo>
                  <a:pt x="17153" y="4895"/>
                </a:lnTo>
                <a:lnTo>
                  <a:pt x="18900" y="5394"/>
                </a:lnTo>
                <a:lnTo>
                  <a:pt x="18460" y="7107"/>
                </a:lnTo>
                <a:lnTo>
                  <a:pt x="18020" y="8819"/>
                </a:lnTo>
                <a:lnTo>
                  <a:pt x="17580" y="10529"/>
                </a:lnTo>
                <a:lnTo>
                  <a:pt x="17142" y="12242"/>
                </a:lnTo>
                <a:lnTo>
                  <a:pt x="16702" y="13954"/>
                </a:lnTo>
                <a:lnTo>
                  <a:pt x="16262" y="15667"/>
                </a:lnTo>
                <a:lnTo>
                  <a:pt x="16232" y="17261"/>
                </a:lnTo>
                <a:lnTo>
                  <a:pt x="16200" y="18879"/>
                </a:lnTo>
                <a:lnTo>
                  <a:pt x="17769" y="19922"/>
                </a:lnTo>
                <a:lnTo>
                  <a:pt x="18854" y="20551"/>
                </a:lnTo>
                <a:lnTo>
                  <a:pt x="19961" y="21017"/>
                </a:lnTo>
                <a:lnTo>
                  <a:pt x="21600" y="21576"/>
                </a:lnTo>
                <a:lnTo>
                  <a:pt x="19669" y="21600"/>
                </a:lnTo>
                <a:lnTo>
                  <a:pt x="17798" y="21578"/>
                </a:lnTo>
                <a:lnTo>
                  <a:pt x="15976" y="21492"/>
                </a:lnTo>
                <a:lnTo>
                  <a:pt x="14191" y="21333"/>
                </a:lnTo>
                <a:lnTo>
                  <a:pt x="12428" y="21079"/>
                </a:lnTo>
                <a:lnTo>
                  <a:pt x="10681" y="20723"/>
                </a:lnTo>
                <a:lnTo>
                  <a:pt x="8934" y="20249"/>
                </a:lnTo>
                <a:lnTo>
                  <a:pt x="7179" y="19637"/>
                </a:lnTo>
                <a:lnTo>
                  <a:pt x="5400" y="18879"/>
                </a:lnTo>
                <a:lnTo>
                  <a:pt x="4544" y="17145"/>
                </a:lnTo>
                <a:lnTo>
                  <a:pt x="3810" y="15470"/>
                </a:lnTo>
                <a:lnTo>
                  <a:pt x="3175" y="13835"/>
                </a:lnTo>
                <a:lnTo>
                  <a:pt x="2630" y="12220"/>
                </a:lnTo>
                <a:lnTo>
                  <a:pt x="2157" y="10610"/>
                </a:lnTo>
                <a:lnTo>
                  <a:pt x="1744" y="8984"/>
                </a:lnTo>
                <a:lnTo>
                  <a:pt x="1372" y="7325"/>
                </a:lnTo>
                <a:lnTo>
                  <a:pt x="1026" y="5615"/>
                </a:lnTo>
                <a:lnTo>
                  <a:pt x="691" y="3838"/>
                </a:lnTo>
                <a:lnTo>
                  <a:pt x="356" y="1971"/>
                </a:lnTo>
                <a:lnTo>
                  <a:pt x="0" y="0"/>
                </a:lnTo>
                <a:close/>
              </a:path>
            </a:pathLst>
          </a:custGeom>
          <a:solidFill>
            <a:srgbClr val="BFAE7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8" name="contour_08836"/>
          <p:cNvSpPr/>
          <p:nvPr/>
        </p:nvSpPr>
        <p:spPr>
          <a:xfrm>
            <a:off x="7065755" y="2047926"/>
            <a:ext cx="5769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02" y="0"/>
                </a:moveTo>
                <a:lnTo>
                  <a:pt x="2840" y="1435"/>
                </a:lnTo>
                <a:lnTo>
                  <a:pt x="3184" y="2894"/>
                </a:lnTo>
                <a:lnTo>
                  <a:pt x="4548" y="4848"/>
                </a:lnTo>
                <a:lnTo>
                  <a:pt x="5776" y="6063"/>
                </a:lnTo>
                <a:lnTo>
                  <a:pt x="7094" y="6782"/>
                </a:lnTo>
                <a:lnTo>
                  <a:pt x="8711" y="7248"/>
                </a:lnTo>
                <a:lnTo>
                  <a:pt x="10856" y="7714"/>
                </a:lnTo>
                <a:lnTo>
                  <a:pt x="12343" y="7955"/>
                </a:lnTo>
                <a:lnTo>
                  <a:pt x="13852" y="8196"/>
                </a:lnTo>
                <a:lnTo>
                  <a:pt x="14989" y="8723"/>
                </a:lnTo>
                <a:lnTo>
                  <a:pt x="16143" y="9257"/>
                </a:lnTo>
                <a:lnTo>
                  <a:pt x="16143" y="11297"/>
                </a:lnTo>
                <a:lnTo>
                  <a:pt x="16143" y="13349"/>
                </a:lnTo>
                <a:lnTo>
                  <a:pt x="16143" y="15429"/>
                </a:lnTo>
                <a:lnTo>
                  <a:pt x="17494" y="16194"/>
                </a:lnTo>
                <a:lnTo>
                  <a:pt x="18850" y="16959"/>
                </a:lnTo>
                <a:lnTo>
                  <a:pt x="20217" y="17734"/>
                </a:lnTo>
                <a:lnTo>
                  <a:pt x="21600" y="18514"/>
                </a:lnTo>
                <a:lnTo>
                  <a:pt x="19709" y="18820"/>
                </a:lnTo>
                <a:lnTo>
                  <a:pt x="17816" y="19125"/>
                </a:lnTo>
                <a:lnTo>
                  <a:pt x="15922" y="19431"/>
                </a:lnTo>
                <a:lnTo>
                  <a:pt x="14026" y="19739"/>
                </a:lnTo>
                <a:lnTo>
                  <a:pt x="12122" y="20045"/>
                </a:lnTo>
                <a:lnTo>
                  <a:pt x="10215" y="20353"/>
                </a:lnTo>
                <a:lnTo>
                  <a:pt x="8300" y="20662"/>
                </a:lnTo>
                <a:lnTo>
                  <a:pt x="6376" y="20974"/>
                </a:lnTo>
                <a:lnTo>
                  <a:pt x="4444" y="21285"/>
                </a:lnTo>
                <a:lnTo>
                  <a:pt x="2502" y="21600"/>
                </a:lnTo>
                <a:lnTo>
                  <a:pt x="1599" y="17265"/>
                </a:lnTo>
                <a:lnTo>
                  <a:pt x="909" y="13852"/>
                </a:lnTo>
                <a:lnTo>
                  <a:pt x="417" y="11201"/>
                </a:lnTo>
                <a:lnTo>
                  <a:pt x="120" y="9158"/>
                </a:lnTo>
                <a:lnTo>
                  <a:pt x="0" y="7566"/>
                </a:lnTo>
                <a:lnTo>
                  <a:pt x="46" y="6270"/>
                </a:lnTo>
                <a:lnTo>
                  <a:pt x="246" y="5110"/>
                </a:lnTo>
                <a:lnTo>
                  <a:pt x="589" y="3931"/>
                </a:lnTo>
                <a:lnTo>
                  <a:pt x="1064" y="2580"/>
                </a:lnTo>
                <a:lnTo>
                  <a:pt x="1779" y="1299"/>
                </a:lnTo>
                <a:lnTo>
                  <a:pt x="2502" y="0"/>
                </a:lnTo>
                <a:close/>
              </a:path>
            </a:pathLst>
          </a:custGeom>
          <a:solidFill>
            <a:srgbClr val="8A7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8839" name="contour_08837"/>
          <p:cNvSpPr/>
          <p:nvPr/>
        </p:nvSpPr>
        <p:spPr>
          <a:xfrm>
            <a:off x="7436838" y="2004198"/>
            <a:ext cx="3856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60" y="320"/>
                </a:lnTo>
                <a:lnTo>
                  <a:pt x="8410" y="590"/>
                </a:lnTo>
                <a:lnTo>
                  <a:pt x="11190" y="857"/>
                </a:lnTo>
                <a:lnTo>
                  <a:pt x="13337" y="1163"/>
                </a:lnTo>
                <a:lnTo>
                  <a:pt x="15097" y="1548"/>
                </a:lnTo>
                <a:lnTo>
                  <a:pt x="16701" y="2052"/>
                </a:lnTo>
                <a:lnTo>
                  <a:pt x="18395" y="2725"/>
                </a:lnTo>
                <a:lnTo>
                  <a:pt x="20412" y="3600"/>
                </a:lnTo>
                <a:lnTo>
                  <a:pt x="21118" y="6286"/>
                </a:lnTo>
                <a:lnTo>
                  <a:pt x="21494" y="8816"/>
                </a:lnTo>
                <a:lnTo>
                  <a:pt x="21600" y="11261"/>
                </a:lnTo>
                <a:lnTo>
                  <a:pt x="21486" y="13691"/>
                </a:lnTo>
                <a:lnTo>
                  <a:pt x="21212" y="16175"/>
                </a:lnTo>
                <a:lnTo>
                  <a:pt x="20837" y="18788"/>
                </a:lnTo>
                <a:lnTo>
                  <a:pt x="20412" y="21600"/>
                </a:lnTo>
                <a:lnTo>
                  <a:pt x="17526" y="21600"/>
                </a:lnTo>
                <a:lnTo>
                  <a:pt x="14635" y="21600"/>
                </a:lnTo>
                <a:lnTo>
                  <a:pt x="11737" y="21600"/>
                </a:lnTo>
                <a:lnTo>
                  <a:pt x="8826" y="21600"/>
                </a:lnTo>
                <a:lnTo>
                  <a:pt x="5903" y="21600"/>
                </a:lnTo>
                <a:lnTo>
                  <a:pt x="2964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02C2E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0" name="contour_08838"/>
          <p:cNvSpPr/>
          <p:nvPr/>
        </p:nvSpPr>
        <p:spPr>
          <a:xfrm>
            <a:off x="3632506" y="2026062"/>
            <a:ext cx="73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5" y="0"/>
                </a:moveTo>
                <a:lnTo>
                  <a:pt x="9808" y="478"/>
                </a:lnTo>
                <a:lnTo>
                  <a:pt x="11089" y="969"/>
                </a:lnTo>
                <a:lnTo>
                  <a:pt x="12368" y="1472"/>
                </a:lnTo>
                <a:lnTo>
                  <a:pt x="13644" y="1984"/>
                </a:lnTo>
                <a:lnTo>
                  <a:pt x="14919" y="2506"/>
                </a:lnTo>
                <a:lnTo>
                  <a:pt x="16108" y="2972"/>
                </a:lnTo>
                <a:lnTo>
                  <a:pt x="17303" y="3441"/>
                </a:lnTo>
                <a:lnTo>
                  <a:pt x="18516" y="3919"/>
                </a:lnTo>
                <a:lnTo>
                  <a:pt x="19439" y="4663"/>
                </a:lnTo>
                <a:lnTo>
                  <a:pt x="20370" y="5412"/>
                </a:lnTo>
                <a:lnTo>
                  <a:pt x="21312" y="6171"/>
                </a:lnTo>
                <a:lnTo>
                  <a:pt x="21504" y="8578"/>
                </a:lnTo>
                <a:lnTo>
                  <a:pt x="21600" y="10260"/>
                </a:lnTo>
                <a:lnTo>
                  <a:pt x="21600" y="11667"/>
                </a:lnTo>
                <a:lnTo>
                  <a:pt x="21504" y="13244"/>
                </a:lnTo>
                <a:lnTo>
                  <a:pt x="21312" y="15429"/>
                </a:lnTo>
                <a:lnTo>
                  <a:pt x="20654" y="15373"/>
                </a:lnTo>
                <a:lnTo>
                  <a:pt x="18665" y="15213"/>
                </a:lnTo>
                <a:lnTo>
                  <a:pt x="17514" y="15157"/>
                </a:lnTo>
                <a:lnTo>
                  <a:pt x="16357" y="15101"/>
                </a:lnTo>
                <a:lnTo>
                  <a:pt x="15185" y="15043"/>
                </a:lnTo>
                <a:lnTo>
                  <a:pt x="14047" y="14972"/>
                </a:lnTo>
                <a:lnTo>
                  <a:pt x="12900" y="14901"/>
                </a:lnTo>
                <a:lnTo>
                  <a:pt x="11739" y="14827"/>
                </a:lnTo>
                <a:lnTo>
                  <a:pt x="10002" y="15280"/>
                </a:lnTo>
                <a:lnTo>
                  <a:pt x="8610" y="15944"/>
                </a:lnTo>
                <a:lnTo>
                  <a:pt x="7451" y="16860"/>
                </a:lnTo>
                <a:lnTo>
                  <a:pt x="6415" y="18079"/>
                </a:lnTo>
                <a:lnTo>
                  <a:pt x="5388" y="19644"/>
                </a:lnTo>
                <a:lnTo>
                  <a:pt x="4262" y="21600"/>
                </a:lnTo>
                <a:lnTo>
                  <a:pt x="2922" y="20094"/>
                </a:lnTo>
                <a:lnTo>
                  <a:pt x="2033" y="18949"/>
                </a:lnTo>
                <a:lnTo>
                  <a:pt x="1191" y="17589"/>
                </a:lnTo>
                <a:lnTo>
                  <a:pt x="0" y="15429"/>
                </a:lnTo>
                <a:lnTo>
                  <a:pt x="401" y="12948"/>
                </a:lnTo>
                <a:lnTo>
                  <a:pt x="712" y="11226"/>
                </a:lnTo>
                <a:lnTo>
                  <a:pt x="1036" y="9819"/>
                </a:lnTo>
                <a:lnTo>
                  <a:pt x="1475" y="8282"/>
                </a:lnTo>
                <a:lnTo>
                  <a:pt x="2131" y="6171"/>
                </a:lnTo>
                <a:lnTo>
                  <a:pt x="2131" y="8211"/>
                </a:lnTo>
                <a:lnTo>
                  <a:pt x="2131" y="10263"/>
                </a:lnTo>
                <a:lnTo>
                  <a:pt x="2131" y="12343"/>
                </a:lnTo>
                <a:lnTo>
                  <a:pt x="3323" y="11753"/>
                </a:lnTo>
                <a:lnTo>
                  <a:pt x="4164" y="11235"/>
                </a:lnTo>
                <a:lnTo>
                  <a:pt x="5053" y="10501"/>
                </a:lnTo>
                <a:lnTo>
                  <a:pt x="6394" y="9257"/>
                </a:lnTo>
                <a:lnTo>
                  <a:pt x="6850" y="7421"/>
                </a:lnTo>
                <a:lnTo>
                  <a:pt x="7293" y="5576"/>
                </a:lnTo>
                <a:lnTo>
                  <a:pt x="7721" y="3724"/>
                </a:lnTo>
                <a:lnTo>
                  <a:pt x="8131" y="1867"/>
                </a:lnTo>
                <a:lnTo>
                  <a:pt x="8525" y="0"/>
                </a:lnTo>
                <a:close/>
              </a:path>
            </a:pathLst>
          </a:custGeom>
          <a:solidFill>
            <a:srgbClr val="867E6D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1" name="contour_08839"/>
          <p:cNvSpPr/>
          <p:nvPr/>
        </p:nvSpPr>
        <p:spPr>
          <a:xfrm>
            <a:off x="2320668" y="1975046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0"/>
                </a:lnTo>
                <a:lnTo>
                  <a:pt x="11956" y="0"/>
                </a:lnTo>
                <a:lnTo>
                  <a:pt x="14346" y="0"/>
                </a:lnTo>
                <a:lnTo>
                  <a:pt x="16747" y="0"/>
                </a:lnTo>
                <a:lnTo>
                  <a:pt x="19163" y="0"/>
                </a:lnTo>
                <a:lnTo>
                  <a:pt x="21600" y="0"/>
                </a:lnTo>
                <a:lnTo>
                  <a:pt x="21600" y="1298"/>
                </a:lnTo>
                <a:lnTo>
                  <a:pt x="21600" y="2604"/>
                </a:lnTo>
                <a:lnTo>
                  <a:pt x="21600" y="3927"/>
                </a:lnTo>
                <a:lnTo>
                  <a:pt x="19462" y="3927"/>
                </a:lnTo>
                <a:lnTo>
                  <a:pt x="17316" y="3927"/>
                </a:lnTo>
                <a:lnTo>
                  <a:pt x="15163" y="3927"/>
                </a:lnTo>
                <a:lnTo>
                  <a:pt x="12992" y="3927"/>
                </a:lnTo>
                <a:lnTo>
                  <a:pt x="10800" y="3927"/>
                </a:lnTo>
                <a:lnTo>
                  <a:pt x="11228" y="4876"/>
                </a:lnTo>
                <a:lnTo>
                  <a:pt x="11657" y="5828"/>
                </a:lnTo>
                <a:lnTo>
                  <a:pt x="12092" y="6796"/>
                </a:lnTo>
                <a:lnTo>
                  <a:pt x="12600" y="8177"/>
                </a:lnTo>
                <a:lnTo>
                  <a:pt x="13068" y="9533"/>
                </a:lnTo>
                <a:lnTo>
                  <a:pt x="13482" y="10871"/>
                </a:lnTo>
                <a:lnTo>
                  <a:pt x="13835" y="12204"/>
                </a:lnTo>
                <a:lnTo>
                  <a:pt x="14116" y="13541"/>
                </a:lnTo>
                <a:lnTo>
                  <a:pt x="14310" y="14890"/>
                </a:lnTo>
                <a:lnTo>
                  <a:pt x="14407" y="16265"/>
                </a:lnTo>
                <a:lnTo>
                  <a:pt x="14400" y="17673"/>
                </a:lnTo>
                <a:lnTo>
                  <a:pt x="12618" y="18637"/>
                </a:lnTo>
                <a:lnTo>
                  <a:pt x="10782" y="19418"/>
                </a:lnTo>
                <a:lnTo>
                  <a:pt x="8870" y="20047"/>
                </a:lnTo>
                <a:lnTo>
                  <a:pt x="6858" y="20551"/>
                </a:lnTo>
                <a:lnTo>
                  <a:pt x="4727" y="20958"/>
                </a:lnTo>
                <a:lnTo>
                  <a:pt x="2448" y="21300"/>
                </a:lnTo>
                <a:lnTo>
                  <a:pt x="0" y="21600"/>
                </a:lnTo>
                <a:lnTo>
                  <a:pt x="310" y="20471"/>
                </a:lnTo>
                <a:lnTo>
                  <a:pt x="623" y="19342"/>
                </a:lnTo>
                <a:lnTo>
                  <a:pt x="936" y="18213"/>
                </a:lnTo>
                <a:lnTo>
                  <a:pt x="1256" y="17084"/>
                </a:lnTo>
                <a:lnTo>
                  <a:pt x="1577" y="15955"/>
                </a:lnTo>
                <a:lnTo>
                  <a:pt x="1706" y="15487"/>
                </a:lnTo>
                <a:lnTo>
                  <a:pt x="1937" y="14664"/>
                </a:lnTo>
                <a:lnTo>
                  <a:pt x="2462" y="12779"/>
                </a:lnTo>
                <a:lnTo>
                  <a:pt x="2995" y="11513"/>
                </a:lnTo>
                <a:lnTo>
                  <a:pt x="3596" y="10335"/>
                </a:lnTo>
                <a:lnTo>
                  <a:pt x="4291" y="9213"/>
                </a:lnTo>
                <a:lnTo>
                  <a:pt x="5105" y="8120"/>
                </a:lnTo>
                <a:lnTo>
                  <a:pt x="6066" y="7024"/>
                </a:lnTo>
                <a:lnTo>
                  <a:pt x="7200" y="5891"/>
                </a:lnTo>
                <a:lnTo>
                  <a:pt x="5418" y="5404"/>
                </a:lnTo>
                <a:lnTo>
                  <a:pt x="3625" y="4917"/>
                </a:lnTo>
                <a:lnTo>
                  <a:pt x="1825" y="4424"/>
                </a:lnTo>
                <a:lnTo>
                  <a:pt x="0" y="3927"/>
                </a:lnTo>
                <a:lnTo>
                  <a:pt x="2380" y="3927"/>
                </a:lnTo>
                <a:lnTo>
                  <a:pt x="4774" y="3927"/>
                </a:lnTo>
                <a:lnTo>
                  <a:pt x="7200" y="3927"/>
                </a:lnTo>
                <a:lnTo>
                  <a:pt x="7200" y="2629"/>
                </a:lnTo>
                <a:lnTo>
                  <a:pt x="7200" y="1323"/>
                </a:lnTo>
                <a:lnTo>
                  <a:pt x="7200" y="0"/>
                </a:lnTo>
                <a:close/>
              </a:path>
            </a:pathLst>
          </a:custGeom>
          <a:solidFill>
            <a:srgbClr val="373736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2" name="contour_08840"/>
          <p:cNvSpPr/>
          <p:nvPr/>
        </p:nvSpPr>
        <p:spPr>
          <a:xfrm>
            <a:off x="5017225" y="1953182"/>
            <a:ext cx="72880" cy="729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20200" y="1010"/>
                </a:lnTo>
                <a:lnTo>
                  <a:pt x="20678" y="1798"/>
                </a:lnTo>
                <a:lnTo>
                  <a:pt x="21077" y="2765"/>
                </a:lnTo>
                <a:lnTo>
                  <a:pt x="21600" y="4317"/>
                </a:lnTo>
                <a:lnTo>
                  <a:pt x="21118" y="5703"/>
                </a:lnTo>
                <a:lnTo>
                  <a:pt x="20624" y="7009"/>
                </a:lnTo>
                <a:lnTo>
                  <a:pt x="20101" y="8264"/>
                </a:lnTo>
                <a:lnTo>
                  <a:pt x="19537" y="9496"/>
                </a:lnTo>
                <a:lnTo>
                  <a:pt x="18917" y="10733"/>
                </a:lnTo>
                <a:lnTo>
                  <a:pt x="18226" y="12007"/>
                </a:lnTo>
                <a:lnTo>
                  <a:pt x="17937" y="12523"/>
                </a:lnTo>
                <a:lnTo>
                  <a:pt x="17066" y="14083"/>
                </a:lnTo>
                <a:lnTo>
                  <a:pt x="16148" y="15504"/>
                </a:lnTo>
                <a:lnTo>
                  <a:pt x="15280" y="16708"/>
                </a:lnTo>
                <a:lnTo>
                  <a:pt x="14401" y="17740"/>
                </a:lnTo>
                <a:lnTo>
                  <a:pt x="13444" y="18636"/>
                </a:lnTo>
                <a:lnTo>
                  <a:pt x="12351" y="19433"/>
                </a:lnTo>
                <a:lnTo>
                  <a:pt x="11055" y="20173"/>
                </a:lnTo>
                <a:lnTo>
                  <a:pt x="9493" y="20896"/>
                </a:lnTo>
                <a:lnTo>
                  <a:pt x="8124" y="21097"/>
                </a:lnTo>
                <a:lnTo>
                  <a:pt x="6772" y="21265"/>
                </a:lnTo>
                <a:lnTo>
                  <a:pt x="5430" y="21404"/>
                </a:lnTo>
                <a:lnTo>
                  <a:pt x="4089" y="21505"/>
                </a:lnTo>
                <a:lnTo>
                  <a:pt x="2743" y="21572"/>
                </a:lnTo>
                <a:lnTo>
                  <a:pt x="1382" y="21600"/>
                </a:lnTo>
                <a:lnTo>
                  <a:pt x="0" y="21587"/>
                </a:lnTo>
                <a:lnTo>
                  <a:pt x="1071" y="21186"/>
                </a:lnTo>
                <a:lnTo>
                  <a:pt x="2160" y="20778"/>
                </a:lnTo>
                <a:lnTo>
                  <a:pt x="3231" y="20108"/>
                </a:lnTo>
                <a:lnTo>
                  <a:pt x="4320" y="19428"/>
                </a:lnTo>
                <a:lnTo>
                  <a:pt x="4320" y="18001"/>
                </a:lnTo>
                <a:lnTo>
                  <a:pt x="4320" y="16566"/>
                </a:lnTo>
                <a:lnTo>
                  <a:pt x="4320" y="15111"/>
                </a:lnTo>
                <a:lnTo>
                  <a:pt x="5748" y="15111"/>
                </a:lnTo>
                <a:lnTo>
                  <a:pt x="7184" y="15111"/>
                </a:lnTo>
                <a:lnTo>
                  <a:pt x="8640" y="15111"/>
                </a:lnTo>
                <a:lnTo>
                  <a:pt x="8506" y="14086"/>
                </a:lnTo>
                <a:lnTo>
                  <a:pt x="8370" y="13054"/>
                </a:lnTo>
                <a:lnTo>
                  <a:pt x="8234" y="12007"/>
                </a:lnTo>
                <a:lnTo>
                  <a:pt x="8294" y="11512"/>
                </a:lnTo>
                <a:lnTo>
                  <a:pt x="8398" y="10638"/>
                </a:lnTo>
                <a:lnTo>
                  <a:pt x="8640" y="8635"/>
                </a:lnTo>
                <a:lnTo>
                  <a:pt x="9927" y="8177"/>
                </a:lnTo>
                <a:lnTo>
                  <a:pt x="11219" y="7732"/>
                </a:lnTo>
                <a:lnTo>
                  <a:pt x="12515" y="7301"/>
                </a:lnTo>
                <a:lnTo>
                  <a:pt x="13815" y="6882"/>
                </a:lnTo>
                <a:lnTo>
                  <a:pt x="15120" y="6476"/>
                </a:lnTo>
                <a:lnTo>
                  <a:pt x="16209" y="5041"/>
                </a:lnTo>
                <a:lnTo>
                  <a:pt x="16991" y="3989"/>
                </a:lnTo>
                <a:lnTo>
                  <a:pt x="17585" y="3139"/>
                </a:lnTo>
                <a:lnTo>
                  <a:pt x="18112" y="2310"/>
                </a:lnTo>
                <a:lnTo>
                  <a:pt x="18688" y="1323"/>
                </a:lnTo>
                <a:lnTo>
                  <a:pt x="19440" y="0"/>
                </a:lnTo>
                <a:close/>
              </a:path>
            </a:pathLst>
          </a:custGeom>
          <a:solidFill>
            <a:srgbClr val="C3D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3" name="contour_08841"/>
          <p:cNvSpPr/>
          <p:nvPr/>
        </p:nvSpPr>
        <p:spPr>
          <a:xfrm>
            <a:off x="971559" y="1931318"/>
            <a:ext cx="5184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82" y="0"/>
                </a:moveTo>
                <a:lnTo>
                  <a:pt x="5389" y="0"/>
                </a:lnTo>
                <a:lnTo>
                  <a:pt x="7408" y="0"/>
                </a:lnTo>
                <a:lnTo>
                  <a:pt x="9455" y="0"/>
                </a:lnTo>
                <a:lnTo>
                  <a:pt x="9455" y="1527"/>
                </a:lnTo>
                <a:lnTo>
                  <a:pt x="9455" y="3056"/>
                </a:lnTo>
                <a:lnTo>
                  <a:pt x="9455" y="4590"/>
                </a:lnTo>
                <a:lnTo>
                  <a:pt x="9455" y="6130"/>
                </a:lnTo>
                <a:lnTo>
                  <a:pt x="9455" y="7677"/>
                </a:lnTo>
                <a:lnTo>
                  <a:pt x="9455" y="9232"/>
                </a:lnTo>
                <a:lnTo>
                  <a:pt x="9455" y="10800"/>
                </a:lnTo>
                <a:lnTo>
                  <a:pt x="11459" y="10800"/>
                </a:lnTo>
                <a:lnTo>
                  <a:pt x="13466" y="10800"/>
                </a:lnTo>
                <a:lnTo>
                  <a:pt x="15482" y="10800"/>
                </a:lnTo>
                <a:lnTo>
                  <a:pt x="17507" y="10800"/>
                </a:lnTo>
                <a:lnTo>
                  <a:pt x="19544" y="10800"/>
                </a:lnTo>
                <a:lnTo>
                  <a:pt x="21600" y="10800"/>
                </a:lnTo>
                <a:lnTo>
                  <a:pt x="21126" y="12083"/>
                </a:lnTo>
                <a:lnTo>
                  <a:pt x="20653" y="12960"/>
                </a:lnTo>
                <a:lnTo>
                  <a:pt x="19894" y="13837"/>
                </a:lnTo>
                <a:lnTo>
                  <a:pt x="18564" y="15120"/>
                </a:lnTo>
                <a:lnTo>
                  <a:pt x="16539" y="15120"/>
                </a:lnTo>
                <a:lnTo>
                  <a:pt x="14516" y="15120"/>
                </a:lnTo>
                <a:lnTo>
                  <a:pt x="12491" y="15120"/>
                </a:lnTo>
                <a:lnTo>
                  <a:pt x="10466" y="15120"/>
                </a:lnTo>
                <a:lnTo>
                  <a:pt x="8444" y="15120"/>
                </a:lnTo>
                <a:lnTo>
                  <a:pt x="6419" y="15120"/>
                </a:lnTo>
                <a:lnTo>
                  <a:pt x="5089" y="16403"/>
                </a:lnTo>
                <a:lnTo>
                  <a:pt x="4330" y="17280"/>
                </a:lnTo>
                <a:lnTo>
                  <a:pt x="3856" y="18157"/>
                </a:lnTo>
                <a:lnTo>
                  <a:pt x="3382" y="19440"/>
                </a:lnTo>
                <a:lnTo>
                  <a:pt x="4885" y="19976"/>
                </a:lnTo>
                <a:lnTo>
                  <a:pt x="6397" y="20511"/>
                </a:lnTo>
                <a:lnTo>
                  <a:pt x="7916" y="21054"/>
                </a:lnTo>
                <a:lnTo>
                  <a:pt x="9455" y="21600"/>
                </a:lnTo>
                <a:lnTo>
                  <a:pt x="7651" y="21600"/>
                </a:lnTo>
                <a:lnTo>
                  <a:pt x="5842" y="21600"/>
                </a:lnTo>
                <a:lnTo>
                  <a:pt x="4026" y="21600"/>
                </a:lnTo>
                <a:lnTo>
                  <a:pt x="2195" y="21600"/>
                </a:lnTo>
                <a:lnTo>
                  <a:pt x="346" y="21600"/>
                </a:lnTo>
                <a:lnTo>
                  <a:pt x="313" y="20231"/>
                </a:lnTo>
                <a:lnTo>
                  <a:pt x="282" y="18861"/>
                </a:lnTo>
                <a:lnTo>
                  <a:pt x="252" y="17492"/>
                </a:lnTo>
                <a:lnTo>
                  <a:pt x="225" y="16122"/>
                </a:lnTo>
                <a:lnTo>
                  <a:pt x="200" y="14753"/>
                </a:lnTo>
                <a:lnTo>
                  <a:pt x="179" y="13383"/>
                </a:lnTo>
                <a:lnTo>
                  <a:pt x="158" y="12014"/>
                </a:lnTo>
                <a:lnTo>
                  <a:pt x="118" y="10649"/>
                </a:lnTo>
                <a:lnTo>
                  <a:pt x="79" y="9260"/>
                </a:lnTo>
                <a:lnTo>
                  <a:pt x="64" y="7951"/>
                </a:lnTo>
                <a:lnTo>
                  <a:pt x="49" y="6623"/>
                </a:lnTo>
                <a:lnTo>
                  <a:pt x="39" y="6018"/>
                </a:lnTo>
                <a:lnTo>
                  <a:pt x="0" y="4190"/>
                </a:lnTo>
                <a:lnTo>
                  <a:pt x="249" y="2983"/>
                </a:lnTo>
                <a:lnTo>
                  <a:pt x="683" y="2145"/>
                </a:lnTo>
                <a:lnTo>
                  <a:pt x="1621" y="1281"/>
                </a:lnTo>
                <a:lnTo>
                  <a:pt x="3382" y="0"/>
                </a:lnTo>
                <a:close/>
              </a:path>
            </a:pathLst>
          </a:custGeom>
          <a:solidFill>
            <a:srgbClr val="535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4" name="contour_08842"/>
          <p:cNvSpPr/>
          <p:nvPr/>
        </p:nvSpPr>
        <p:spPr>
          <a:xfrm>
            <a:off x="4339442" y="1932185"/>
            <a:ext cx="58304" cy="647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43"/>
                </a:moveTo>
                <a:lnTo>
                  <a:pt x="21306" y="2894"/>
                </a:lnTo>
                <a:lnTo>
                  <a:pt x="20417" y="5163"/>
                </a:lnTo>
                <a:lnTo>
                  <a:pt x="19918" y="6477"/>
                </a:lnTo>
                <a:lnTo>
                  <a:pt x="19410" y="7798"/>
                </a:lnTo>
                <a:lnTo>
                  <a:pt x="18900" y="9135"/>
                </a:lnTo>
                <a:lnTo>
                  <a:pt x="18398" y="10434"/>
                </a:lnTo>
                <a:lnTo>
                  <a:pt x="17893" y="11742"/>
                </a:lnTo>
                <a:lnTo>
                  <a:pt x="17383" y="13068"/>
                </a:lnTo>
                <a:lnTo>
                  <a:pt x="16805" y="14897"/>
                </a:lnTo>
                <a:lnTo>
                  <a:pt x="16457" y="16254"/>
                </a:lnTo>
                <a:lnTo>
                  <a:pt x="16276" y="17550"/>
                </a:lnTo>
                <a:lnTo>
                  <a:pt x="16211" y="19197"/>
                </a:lnTo>
                <a:lnTo>
                  <a:pt x="16200" y="21600"/>
                </a:lnTo>
                <a:lnTo>
                  <a:pt x="14550" y="21080"/>
                </a:lnTo>
                <a:lnTo>
                  <a:pt x="12903" y="20549"/>
                </a:lnTo>
                <a:lnTo>
                  <a:pt x="11259" y="20014"/>
                </a:lnTo>
                <a:lnTo>
                  <a:pt x="9617" y="19472"/>
                </a:lnTo>
                <a:lnTo>
                  <a:pt x="8394" y="19078"/>
                </a:lnTo>
                <a:lnTo>
                  <a:pt x="7166" y="18679"/>
                </a:lnTo>
                <a:lnTo>
                  <a:pt x="5916" y="18275"/>
                </a:lnTo>
                <a:lnTo>
                  <a:pt x="4034" y="17268"/>
                </a:lnTo>
                <a:lnTo>
                  <a:pt x="2660" y="16257"/>
                </a:lnTo>
                <a:lnTo>
                  <a:pt x="1634" y="15106"/>
                </a:lnTo>
                <a:lnTo>
                  <a:pt x="799" y="13688"/>
                </a:lnTo>
                <a:lnTo>
                  <a:pt x="0" y="11871"/>
                </a:lnTo>
                <a:lnTo>
                  <a:pt x="1283" y="12071"/>
                </a:lnTo>
                <a:lnTo>
                  <a:pt x="2573" y="12275"/>
                </a:lnTo>
                <a:lnTo>
                  <a:pt x="3883" y="12479"/>
                </a:lnTo>
                <a:lnTo>
                  <a:pt x="5276" y="12280"/>
                </a:lnTo>
                <a:lnTo>
                  <a:pt x="6677" y="12076"/>
                </a:lnTo>
                <a:lnTo>
                  <a:pt x="8100" y="11871"/>
                </a:lnTo>
                <a:lnTo>
                  <a:pt x="8691" y="10415"/>
                </a:lnTo>
                <a:lnTo>
                  <a:pt x="9153" y="8963"/>
                </a:lnTo>
                <a:lnTo>
                  <a:pt x="9526" y="7498"/>
                </a:lnTo>
                <a:lnTo>
                  <a:pt x="9844" y="6010"/>
                </a:lnTo>
                <a:lnTo>
                  <a:pt x="10147" y="4480"/>
                </a:lnTo>
                <a:lnTo>
                  <a:pt x="10700" y="2763"/>
                </a:lnTo>
                <a:lnTo>
                  <a:pt x="11526" y="1644"/>
                </a:lnTo>
                <a:lnTo>
                  <a:pt x="13333" y="168"/>
                </a:lnTo>
                <a:lnTo>
                  <a:pt x="15287" y="0"/>
                </a:lnTo>
                <a:lnTo>
                  <a:pt x="16902" y="161"/>
                </a:lnTo>
                <a:lnTo>
                  <a:pt x="18368" y="603"/>
                </a:lnTo>
                <a:lnTo>
                  <a:pt x="19872" y="1279"/>
                </a:lnTo>
                <a:lnTo>
                  <a:pt x="21600" y="2143"/>
                </a:lnTo>
                <a:close/>
              </a:path>
            </a:pathLst>
          </a:custGeom>
          <a:solidFill>
            <a:srgbClr val="D8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5" name="contour_08843"/>
          <p:cNvSpPr/>
          <p:nvPr/>
        </p:nvSpPr>
        <p:spPr>
          <a:xfrm>
            <a:off x="5265017" y="1931318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219" y="140"/>
                </a:lnTo>
                <a:lnTo>
                  <a:pt x="10246" y="262"/>
                </a:lnTo>
                <a:lnTo>
                  <a:pt x="11128" y="394"/>
                </a:lnTo>
                <a:lnTo>
                  <a:pt x="12059" y="567"/>
                </a:lnTo>
                <a:lnTo>
                  <a:pt x="13235" y="821"/>
                </a:lnTo>
                <a:lnTo>
                  <a:pt x="14849" y="1183"/>
                </a:lnTo>
                <a:lnTo>
                  <a:pt x="16110" y="1455"/>
                </a:lnTo>
                <a:lnTo>
                  <a:pt x="17378" y="1733"/>
                </a:lnTo>
                <a:lnTo>
                  <a:pt x="18662" y="2014"/>
                </a:lnTo>
                <a:lnTo>
                  <a:pt x="19632" y="2241"/>
                </a:lnTo>
                <a:lnTo>
                  <a:pt x="20610" y="2471"/>
                </a:lnTo>
                <a:lnTo>
                  <a:pt x="21600" y="2700"/>
                </a:lnTo>
                <a:lnTo>
                  <a:pt x="20850" y="3191"/>
                </a:lnTo>
                <a:lnTo>
                  <a:pt x="20088" y="3691"/>
                </a:lnTo>
                <a:lnTo>
                  <a:pt x="18725" y="4612"/>
                </a:lnTo>
                <a:lnTo>
                  <a:pt x="17406" y="5527"/>
                </a:lnTo>
                <a:lnTo>
                  <a:pt x="16129" y="6445"/>
                </a:lnTo>
                <a:lnTo>
                  <a:pt x="14896" y="7379"/>
                </a:lnTo>
                <a:lnTo>
                  <a:pt x="13704" y="8338"/>
                </a:lnTo>
                <a:lnTo>
                  <a:pt x="12554" y="9331"/>
                </a:lnTo>
                <a:lnTo>
                  <a:pt x="11444" y="10371"/>
                </a:lnTo>
                <a:lnTo>
                  <a:pt x="10374" y="11467"/>
                </a:lnTo>
                <a:lnTo>
                  <a:pt x="9341" y="12631"/>
                </a:lnTo>
                <a:lnTo>
                  <a:pt x="8347" y="13870"/>
                </a:lnTo>
                <a:lnTo>
                  <a:pt x="7391" y="15198"/>
                </a:lnTo>
                <a:lnTo>
                  <a:pt x="6472" y="16627"/>
                </a:lnTo>
                <a:lnTo>
                  <a:pt x="5589" y="18160"/>
                </a:lnTo>
                <a:lnTo>
                  <a:pt x="4740" y="19815"/>
                </a:lnTo>
                <a:lnTo>
                  <a:pt x="3927" y="21600"/>
                </a:lnTo>
                <a:lnTo>
                  <a:pt x="2671" y="20239"/>
                </a:lnTo>
                <a:lnTo>
                  <a:pt x="1842" y="19224"/>
                </a:lnTo>
                <a:lnTo>
                  <a:pt x="1076" y="18047"/>
                </a:lnTo>
                <a:lnTo>
                  <a:pt x="0" y="16200"/>
                </a:lnTo>
                <a:lnTo>
                  <a:pt x="422" y="14521"/>
                </a:lnTo>
                <a:lnTo>
                  <a:pt x="768" y="13319"/>
                </a:lnTo>
                <a:lnTo>
                  <a:pt x="1159" y="12269"/>
                </a:lnTo>
                <a:lnTo>
                  <a:pt x="1720" y="11032"/>
                </a:lnTo>
                <a:lnTo>
                  <a:pt x="2576" y="9283"/>
                </a:lnTo>
                <a:lnTo>
                  <a:pt x="3136" y="8108"/>
                </a:lnTo>
                <a:lnTo>
                  <a:pt x="3701" y="6925"/>
                </a:lnTo>
                <a:lnTo>
                  <a:pt x="4273" y="5727"/>
                </a:lnTo>
                <a:lnTo>
                  <a:pt x="5239" y="3934"/>
                </a:lnTo>
                <a:lnTo>
                  <a:pt x="5934" y="2740"/>
                </a:lnTo>
                <a:lnTo>
                  <a:pt x="6694" y="1609"/>
                </a:lnTo>
                <a:lnTo>
                  <a:pt x="7855" y="0"/>
                </a:lnTo>
                <a:close/>
              </a:path>
            </a:pathLst>
          </a:custGeom>
          <a:solidFill>
            <a:srgbClr val="D8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6" name="contour_08844"/>
          <p:cNvSpPr/>
          <p:nvPr/>
        </p:nvSpPr>
        <p:spPr>
          <a:xfrm>
            <a:off x="6846511" y="1909454"/>
            <a:ext cx="43728" cy="57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0"/>
                </a:lnTo>
                <a:lnTo>
                  <a:pt x="8694" y="0"/>
                </a:lnTo>
                <a:lnTo>
                  <a:pt x="11250" y="0"/>
                </a:lnTo>
                <a:lnTo>
                  <a:pt x="13817" y="0"/>
                </a:lnTo>
                <a:lnTo>
                  <a:pt x="16394" y="0"/>
                </a:lnTo>
                <a:lnTo>
                  <a:pt x="18986" y="0"/>
                </a:lnTo>
                <a:lnTo>
                  <a:pt x="21600" y="0"/>
                </a:lnTo>
                <a:lnTo>
                  <a:pt x="19814" y="338"/>
                </a:lnTo>
                <a:lnTo>
                  <a:pt x="18022" y="679"/>
                </a:lnTo>
                <a:lnTo>
                  <a:pt x="16200" y="1022"/>
                </a:lnTo>
                <a:lnTo>
                  <a:pt x="14414" y="1584"/>
                </a:lnTo>
                <a:lnTo>
                  <a:pt x="12622" y="2154"/>
                </a:lnTo>
                <a:lnTo>
                  <a:pt x="10800" y="2727"/>
                </a:lnTo>
                <a:lnTo>
                  <a:pt x="10800" y="4529"/>
                </a:lnTo>
                <a:lnTo>
                  <a:pt x="10800" y="6342"/>
                </a:lnTo>
                <a:lnTo>
                  <a:pt x="10800" y="8180"/>
                </a:lnTo>
                <a:lnTo>
                  <a:pt x="13478" y="9020"/>
                </a:lnTo>
                <a:lnTo>
                  <a:pt x="15379" y="9581"/>
                </a:lnTo>
                <a:lnTo>
                  <a:pt x="17021" y="9996"/>
                </a:lnTo>
                <a:lnTo>
                  <a:pt x="18922" y="10394"/>
                </a:lnTo>
                <a:lnTo>
                  <a:pt x="21600" y="10906"/>
                </a:lnTo>
                <a:lnTo>
                  <a:pt x="19930" y="12324"/>
                </a:lnTo>
                <a:lnTo>
                  <a:pt x="18248" y="13734"/>
                </a:lnTo>
                <a:lnTo>
                  <a:pt x="16553" y="15135"/>
                </a:lnTo>
                <a:lnTo>
                  <a:pt x="14850" y="16529"/>
                </a:lnTo>
                <a:lnTo>
                  <a:pt x="13597" y="17573"/>
                </a:lnTo>
                <a:lnTo>
                  <a:pt x="12334" y="18628"/>
                </a:lnTo>
                <a:lnTo>
                  <a:pt x="11052" y="19694"/>
                </a:lnTo>
                <a:lnTo>
                  <a:pt x="8759" y="20913"/>
                </a:lnTo>
                <a:lnTo>
                  <a:pt x="7160" y="21494"/>
                </a:lnTo>
                <a:lnTo>
                  <a:pt x="5504" y="21600"/>
                </a:lnTo>
                <a:lnTo>
                  <a:pt x="3038" y="21387"/>
                </a:lnTo>
                <a:lnTo>
                  <a:pt x="1530" y="20245"/>
                </a:lnTo>
                <a:lnTo>
                  <a:pt x="0" y="19086"/>
                </a:lnTo>
                <a:lnTo>
                  <a:pt x="40" y="17191"/>
                </a:lnTo>
                <a:lnTo>
                  <a:pt x="104" y="15765"/>
                </a:lnTo>
                <a:lnTo>
                  <a:pt x="230" y="14541"/>
                </a:lnTo>
                <a:lnTo>
                  <a:pt x="454" y="13248"/>
                </a:lnTo>
                <a:lnTo>
                  <a:pt x="817" y="11615"/>
                </a:lnTo>
                <a:lnTo>
                  <a:pt x="1350" y="9374"/>
                </a:lnTo>
                <a:lnTo>
                  <a:pt x="1750" y="7624"/>
                </a:lnTo>
                <a:lnTo>
                  <a:pt x="2153" y="5862"/>
                </a:lnTo>
                <a:lnTo>
                  <a:pt x="2560" y="4079"/>
                </a:lnTo>
                <a:lnTo>
                  <a:pt x="2902" y="2732"/>
                </a:lnTo>
                <a:lnTo>
                  <a:pt x="3251" y="1374"/>
                </a:lnTo>
                <a:lnTo>
                  <a:pt x="3600" y="0"/>
                </a:lnTo>
                <a:close/>
              </a:path>
            </a:pathLst>
          </a:custGeom>
          <a:solidFill>
            <a:srgbClr val="948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7" name="contour_08845"/>
          <p:cNvSpPr/>
          <p:nvPr/>
        </p:nvSpPr>
        <p:spPr>
          <a:xfrm>
            <a:off x="5257729" y="1902166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6" y="763"/>
                </a:lnTo>
                <a:lnTo>
                  <a:pt x="3055" y="1526"/>
                </a:lnTo>
                <a:lnTo>
                  <a:pt x="4584" y="2293"/>
                </a:lnTo>
                <a:lnTo>
                  <a:pt x="6115" y="3056"/>
                </a:lnTo>
                <a:lnTo>
                  <a:pt x="7646" y="3823"/>
                </a:lnTo>
                <a:lnTo>
                  <a:pt x="9182" y="4590"/>
                </a:lnTo>
                <a:lnTo>
                  <a:pt x="10718" y="5360"/>
                </a:lnTo>
                <a:lnTo>
                  <a:pt x="12259" y="6131"/>
                </a:lnTo>
                <a:lnTo>
                  <a:pt x="13805" y="6901"/>
                </a:lnTo>
                <a:lnTo>
                  <a:pt x="15353" y="7675"/>
                </a:lnTo>
                <a:lnTo>
                  <a:pt x="16906" y="8453"/>
                </a:lnTo>
                <a:lnTo>
                  <a:pt x="18466" y="9234"/>
                </a:lnTo>
                <a:lnTo>
                  <a:pt x="20030" y="10015"/>
                </a:lnTo>
                <a:lnTo>
                  <a:pt x="21600" y="10800"/>
                </a:lnTo>
                <a:lnTo>
                  <a:pt x="19867" y="12082"/>
                </a:lnTo>
                <a:lnTo>
                  <a:pt x="18233" y="13255"/>
                </a:lnTo>
                <a:lnTo>
                  <a:pt x="16682" y="14321"/>
                </a:lnTo>
                <a:lnTo>
                  <a:pt x="15194" y="15296"/>
                </a:lnTo>
                <a:lnTo>
                  <a:pt x="13752" y="16182"/>
                </a:lnTo>
                <a:lnTo>
                  <a:pt x="12338" y="16992"/>
                </a:lnTo>
                <a:lnTo>
                  <a:pt x="10939" y="17730"/>
                </a:lnTo>
                <a:lnTo>
                  <a:pt x="9533" y="18403"/>
                </a:lnTo>
                <a:lnTo>
                  <a:pt x="8102" y="19026"/>
                </a:lnTo>
                <a:lnTo>
                  <a:pt x="6634" y="19602"/>
                </a:lnTo>
                <a:lnTo>
                  <a:pt x="5105" y="20138"/>
                </a:lnTo>
                <a:lnTo>
                  <a:pt x="3502" y="20646"/>
                </a:lnTo>
                <a:lnTo>
                  <a:pt x="1805" y="21128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CFE6F2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8" name="contour_08846"/>
          <p:cNvSpPr/>
          <p:nvPr/>
        </p:nvSpPr>
        <p:spPr>
          <a:xfrm>
            <a:off x="7130742" y="1902166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0"/>
                </a:lnTo>
                <a:lnTo>
                  <a:pt x="3672" y="0"/>
                </a:lnTo>
                <a:lnTo>
                  <a:pt x="5517" y="0"/>
                </a:lnTo>
                <a:lnTo>
                  <a:pt x="7378" y="0"/>
                </a:lnTo>
                <a:lnTo>
                  <a:pt x="9257" y="0"/>
                </a:lnTo>
                <a:lnTo>
                  <a:pt x="9257" y="1298"/>
                </a:lnTo>
                <a:lnTo>
                  <a:pt x="9257" y="2604"/>
                </a:lnTo>
                <a:lnTo>
                  <a:pt x="9257" y="3927"/>
                </a:lnTo>
                <a:lnTo>
                  <a:pt x="11297" y="3927"/>
                </a:lnTo>
                <a:lnTo>
                  <a:pt x="13349" y="3927"/>
                </a:lnTo>
                <a:lnTo>
                  <a:pt x="15429" y="3927"/>
                </a:lnTo>
                <a:lnTo>
                  <a:pt x="16493" y="5162"/>
                </a:lnTo>
                <a:lnTo>
                  <a:pt x="17447" y="6415"/>
                </a:lnTo>
                <a:lnTo>
                  <a:pt x="18295" y="7686"/>
                </a:lnTo>
                <a:lnTo>
                  <a:pt x="19045" y="8974"/>
                </a:lnTo>
                <a:lnTo>
                  <a:pt x="19705" y="10282"/>
                </a:lnTo>
                <a:lnTo>
                  <a:pt x="20285" y="11609"/>
                </a:lnTo>
                <a:lnTo>
                  <a:pt x="20788" y="12954"/>
                </a:lnTo>
                <a:lnTo>
                  <a:pt x="21227" y="14321"/>
                </a:lnTo>
                <a:lnTo>
                  <a:pt x="21600" y="15709"/>
                </a:lnTo>
                <a:lnTo>
                  <a:pt x="20915" y="16974"/>
                </a:lnTo>
                <a:lnTo>
                  <a:pt x="20150" y="18014"/>
                </a:lnTo>
                <a:lnTo>
                  <a:pt x="19264" y="18914"/>
                </a:lnTo>
                <a:lnTo>
                  <a:pt x="18212" y="19756"/>
                </a:lnTo>
                <a:lnTo>
                  <a:pt x="16950" y="20624"/>
                </a:lnTo>
                <a:lnTo>
                  <a:pt x="15429" y="21600"/>
                </a:lnTo>
                <a:lnTo>
                  <a:pt x="14120" y="20489"/>
                </a:lnTo>
                <a:lnTo>
                  <a:pt x="12809" y="19377"/>
                </a:lnTo>
                <a:lnTo>
                  <a:pt x="11494" y="18262"/>
                </a:lnTo>
                <a:lnTo>
                  <a:pt x="10174" y="17143"/>
                </a:lnTo>
                <a:lnTo>
                  <a:pt x="8850" y="16017"/>
                </a:lnTo>
                <a:lnTo>
                  <a:pt x="7514" y="14886"/>
                </a:lnTo>
                <a:lnTo>
                  <a:pt x="6171" y="13745"/>
                </a:lnTo>
                <a:lnTo>
                  <a:pt x="8211" y="13745"/>
                </a:lnTo>
                <a:lnTo>
                  <a:pt x="10263" y="13745"/>
                </a:lnTo>
                <a:lnTo>
                  <a:pt x="12343" y="13745"/>
                </a:lnTo>
                <a:lnTo>
                  <a:pt x="12713" y="12402"/>
                </a:lnTo>
                <a:lnTo>
                  <a:pt x="12898" y="11424"/>
                </a:lnTo>
                <a:lnTo>
                  <a:pt x="12898" y="10529"/>
                </a:lnTo>
                <a:lnTo>
                  <a:pt x="12713" y="9433"/>
                </a:lnTo>
                <a:lnTo>
                  <a:pt x="12343" y="7855"/>
                </a:lnTo>
                <a:lnTo>
                  <a:pt x="10479" y="7142"/>
                </a:lnTo>
                <a:lnTo>
                  <a:pt x="8606" y="6517"/>
                </a:lnTo>
                <a:lnTo>
                  <a:pt x="6699" y="5962"/>
                </a:lnTo>
                <a:lnTo>
                  <a:pt x="4740" y="5451"/>
                </a:lnTo>
                <a:lnTo>
                  <a:pt x="2700" y="4962"/>
                </a:lnTo>
                <a:lnTo>
                  <a:pt x="1361" y="4448"/>
                </a:lnTo>
                <a:lnTo>
                  <a:pt x="0" y="3927"/>
                </a:lnTo>
                <a:lnTo>
                  <a:pt x="0" y="2629"/>
                </a:lnTo>
                <a:lnTo>
                  <a:pt x="0" y="1323"/>
                </a:lnTo>
                <a:lnTo>
                  <a:pt x="0" y="0"/>
                </a:lnTo>
                <a:close/>
              </a:path>
            </a:pathLst>
          </a:custGeom>
          <a:solidFill>
            <a:srgbClr val="6C6C6A"/>
          </a:solidFill>
          <a:ln>
            <a:noFill/>
          </a:ln>
        </p:spPr>
        <p:txBody>
          <a:bodyPr/>
          <a:lstStyle/>
          <a:p/>
        </p:txBody>
      </p:sp>
      <p:sp>
        <p:nvSpPr>
          <p:cNvPr id="8849" name="contour_08847"/>
          <p:cNvSpPr/>
          <p:nvPr/>
        </p:nvSpPr>
        <p:spPr>
          <a:xfrm>
            <a:off x="804766" y="1894878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612" y="1298"/>
                </a:lnTo>
                <a:lnTo>
                  <a:pt x="12340" y="2629"/>
                </a:lnTo>
                <a:lnTo>
                  <a:pt x="12986" y="3985"/>
                </a:lnTo>
                <a:lnTo>
                  <a:pt x="13548" y="5370"/>
                </a:lnTo>
                <a:lnTo>
                  <a:pt x="14023" y="6778"/>
                </a:lnTo>
                <a:lnTo>
                  <a:pt x="14409" y="8210"/>
                </a:lnTo>
                <a:lnTo>
                  <a:pt x="14707" y="9664"/>
                </a:lnTo>
                <a:lnTo>
                  <a:pt x="14917" y="11137"/>
                </a:lnTo>
                <a:lnTo>
                  <a:pt x="15034" y="12627"/>
                </a:lnTo>
                <a:lnTo>
                  <a:pt x="15057" y="14137"/>
                </a:lnTo>
                <a:lnTo>
                  <a:pt x="14986" y="15660"/>
                </a:lnTo>
                <a:lnTo>
                  <a:pt x="15029" y="16908"/>
                </a:lnTo>
                <a:lnTo>
                  <a:pt x="15075" y="18166"/>
                </a:lnTo>
                <a:lnTo>
                  <a:pt x="15120" y="19440"/>
                </a:lnTo>
                <a:lnTo>
                  <a:pt x="16727" y="20235"/>
                </a:lnTo>
                <a:lnTo>
                  <a:pt x="17868" y="20745"/>
                </a:lnTo>
                <a:lnTo>
                  <a:pt x="18852" y="21073"/>
                </a:lnTo>
                <a:lnTo>
                  <a:pt x="19993" y="21324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7" y="21600"/>
                </a:lnTo>
                <a:lnTo>
                  <a:pt x="17312" y="21600"/>
                </a:lnTo>
                <a:lnTo>
                  <a:pt x="15872" y="21600"/>
                </a:lnTo>
                <a:lnTo>
                  <a:pt x="14422" y="21600"/>
                </a:lnTo>
                <a:lnTo>
                  <a:pt x="12960" y="21600"/>
                </a:lnTo>
                <a:lnTo>
                  <a:pt x="13079" y="21006"/>
                </a:lnTo>
                <a:lnTo>
                  <a:pt x="13288" y="19954"/>
                </a:lnTo>
                <a:lnTo>
                  <a:pt x="13770" y="17550"/>
                </a:lnTo>
                <a:lnTo>
                  <a:pt x="13785" y="16131"/>
                </a:lnTo>
                <a:lnTo>
                  <a:pt x="13705" y="15180"/>
                </a:lnTo>
                <a:lnTo>
                  <a:pt x="13457" y="14267"/>
                </a:lnTo>
                <a:lnTo>
                  <a:pt x="12960" y="12960"/>
                </a:lnTo>
                <a:lnTo>
                  <a:pt x="11541" y="12321"/>
                </a:lnTo>
                <a:lnTo>
                  <a:pt x="10126" y="11759"/>
                </a:lnTo>
                <a:lnTo>
                  <a:pt x="8709" y="11264"/>
                </a:lnTo>
                <a:lnTo>
                  <a:pt x="7281" y="10826"/>
                </a:lnTo>
                <a:lnTo>
                  <a:pt x="5832" y="10426"/>
                </a:lnTo>
                <a:lnTo>
                  <a:pt x="4352" y="10057"/>
                </a:lnTo>
                <a:lnTo>
                  <a:pt x="2834" y="9703"/>
                </a:lnTo>
                <a:lnTo>
                  <a:pt x="1428" y="9176"/>
                </a:lnTo>
                <a:lnTo>
                  <a:pt x="0" y="8640"/>
                </a:lnTo>
                <a:lnTo>
                  <a:pt x="0" y="7212"/>
                </a:lnTo>
                <a:lnTo>
                  <a:pt x="0" y="5776"/>
                </a:lnTo>
                <a:lnTo>
                  <a:pt x="0" y="4320"/>
                </a:lnTo>
                <a:lnTo>
                  <a:pt x="1378" y="3214"/>
                </a:lnTo>
                <a:lnTo>
                  <a:pt x="2618" y="2292"/>
                </a:lnTo>
                <a:lnTo>
                  <a:pt x="3784" y="1544"/>
                </a:lnTo>
                <a:lnTo>
                  <a:pt x="4942" y="957"/>
                </a:lnTo>
                <a:lnTo>
                  <a:pt x="6158" y="523"/>
                </a:lnTo>
                <a:lnTo>
                  <a:pt x="7497" y="225"/>
                </a:lnTo>
                <a:lnTo>
                  <a:pt x="9022" y="54"/>
                </a:lnTo>
                <a:lnTo>
                  <a:pt x="10800" y="0"/>
                </a:lnTo>
                <a:close/>
              </a:path>
            </a:pathLst>
          </a:custGeom>
          <a:solidFill>
            <a:srgbClr val="525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0" name="contour_08848"/>
          <p:cNvSpPr/>
          <p:nvPr/>
        </p:nvSpPr>
        <p:spPr>
          <a:xfrm>
            <a:off x="1438821" y="1887590"/>
            <a:ext cx="947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784" y="410"/>
                </a:lnTo>
                <a:lnTo>
                  <a:pt x="8924" y="821"/>
                </a:lnTo>
                <a:lnTo>
                  <a:pt x="10064" y="1237"/>
                </a:lnTo>
                <a:lnTo>
                  <a:pt x="11205" y="1647"/>
                </a:lnTo>
                <a:lnTo>
                  <a:pt x="12349" y="2057"/>
                </a:lnTo>
                <a:lnTo>
                  <a:pt x="13493" y="2473"/>
                </a:lnTo>
                <a:lnTo>
                  <a:pt x="14641" y="2889"/>
                </a:lnTo>
                <a:lnTo>
                  <a:pt x="15791" y="3305"/>
                </a:lnTo>
                <a:lnTo>
                  <a:pt x="16944" y="3721"/>
                </a:lnTo>
                <a:lnTo>
                  <a:pt x="18102" y="4136"/>
                </a:lnTo>
                <a:lnTo>
                  <a:pt x="19264" y="4558"/>
                </a:lnTo>
                <a:lnTo>
                  <a:pt x="20429" y="4979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0475" y="21319"/>
                </a:lnTo>
                <a:lnTo>
                  <a:pt x="19349" y="21038"/>
                </a:lnTo>
                <a:lnTo>
                  <a:pt x="18222" y="20758"/>
                </a:lnTo>
                <a:lnTo>
                  <a:pt x="17096" y="20471"/>
                </a:lnTo>
                <a:lnTo>
                  <a:pt x="15969" y="20191"/>
                </a:lnTo>
                <a:lnTo>
                  <a:pt x="14841" y="19910"/>
                </a:lnTo>
                <a:lnTo>
                  <a:pt x="13711" y="19629"/>
                </a:lnTo>
                <a:lnTo>
                  <a:pt x="12580" y="19343"/>
                </a:lnTo>
                <a:lnTo>
                  <a:pt x="11448" y="19062"/>
                </a:lnTo>
                <a:lnTo>
                  <a:pt x="10313" y="18776"/>
                </a:lnTo>
                <a:lnTo>
                  <a:pt x="9178" y="18495"/>
                </a:lnTo>
                <a:lnTo>
                  <a:pt x="8040" y="18209"/>
                </a:lnTo>
                <a:lnTo>
                  <a:pt x="6900" y="17923"/>
                </a:lnTo>
                <a:lnTo>
                  <a:pt x="5757" y="17642"/>
                </a:lnTo>
                <a:lnTo>
                  <a:pt x="4612" y="17356"/>
                </a:lnTo>
                <a:lnTo>
                  <a:pt x="3463" y="17064"/>
                </a:lnTo>
                <a:lnTo>
                  <a:pt x="2313" y="16778"/>
                </a:lnTo>
                <a:lnTo>
                  <a:pt x="1158" y="16492"/>
                </a:lnTo>
                <a:lnTo>
                  <a:pt x="0" y="16200"/>
                </a:lnTo>
                <a:lnTo>
                  <a:pt x="1097" y="15309"/>
                </a:lnTo>
                <a:lnTo>
                  <a:pt x="2195" y="14418"/>
                </a:lnTo>
                <a:lnTo>
                  <a:pt x="3298" y="13522"/>
                </a:lnTo>
                <a:lnTo>
                  <a:pt x="4406" y="12620"/>
                </a:lnTo>
                <a:lnTo>
                  <a:pt x="5521" y="11713"/>
                </a:lnTo>
                <a:lnTo>
                  <a:pt x="6646" y="10800"/>
                </a:lnTo>
                <a:lnTo>
                  <a:pt x="6646" y="7231"/>
                </a:lnTo>
                <a:lnTo>
                  <a:pt x="6646" y="3640"/>
                </a:lnTo>
                <a:lnTo>
                  <a:pt x="6646" y="0"/>
                </a:lnTo>
                <a:close/>
              </a:path>
            </a:pathLst>
          </a:custGeom>
          <a:solidFill>
            <a:srgbClr val="787979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1" name="contour_08849"/>
          <p:cNvSpPr/>
          <p:nvPr/>
        </p:nvSpPr>
        <p:spPr>
          <a:xfrm>
            <a:off x="826630" y="1843862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284" y="4093"/>
                </a:lnTo>
                <a:lnTo>
                  <a:pt x="21022" y="7236"/>
                </a:lnTo>
                <a:lnTo>
                  <a:pt x="20790" y="9644"/>
                </a:lnTo>
                <a:lnTo>
                  <a:pt x="20550" y="11524"/>
                </a:lnTo>
                <a:lnTo>
                  <a:pt x="20272" y="13090"/>
                </a:lnTo>
                <a:lnTo>
                  <a:pt x="19926" y="14551"/>
                </a:lnTo>
                <a:lnTo>
                  <a:pt x="19481" y="16117"/>
                </a:lnTo>
                <a:lnTo>
                  <a:pt x="18900" y="18000"/>
                </a:lnTo>
                <a:lnTo>
                  <a:pt x="17110" y="19231"/>
                </a:lnTo>
                <a:lnTo>
                  <a:pt x="15417" y="20092"/>
                </a:lnTo>
                <a:lnTo>
                  <a:pt x="13748" y="20668"/>
                </a:lnTo>
                <a:lnTo>
                  <a:pt x="12023" y="21056"/>
                </a:lnTo>
                <a:lnTo>
                  <a:pt x="10168" y="21337"/>
                </a:lnTo>
                <a:lnTo>
                  <a:pt x="8100" y="21600"/>
                </a:lnTo>
                <a:lnTo>
                  <a:pt x="8176" y="20574"/>
                </a:lnTo>
                <a:lnTo>
                  <a:pt x="8305" y="18763"/>
                </a:lnTo>
                <a:lnTo>
                  <a:pt x="8608" y="14623"/>
                </a:lnTo>
                <a:lnTo>
                  <a:pt x="8608" y="11686"/>
                </a:lnTo>
                <a:lnTo>
                  <a:pt x="8478" y="9763"/>
                </a:lnTo>
                <a:lnTo>
                  <a:pt x="8100" y="7200"/>
                </a:lnTo>
                <a:lnTo>
                  <a:pt x="6091" y="5983"/>
                </a:lnTo>
                <a:lnTo>
                  <a:pt x="4666" y="5188"/>
                </a:lnTo>
                <a:lnTo>
                  <a:pt x="3434" y="4640"/>
                </a:lnTo>
                <a:lnTo>
                  <a:pt x="2009" y="4169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CBB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2" name="contour_08850"/>
          <p:cNvSpPr/>
          <p:nvPr/>
        </p:nvSpPr>
        <p:spPr>
          <a:xfrm>
            <a:off x="11051682" y="1851150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6" y="0"/>
                </a:lnTo>
                <a:lnTo>
                  <a:pt x="3182" y="0"/>
                </a:lnTo>
                <a:lnTo>
                  <a:pt x="4800" y="0"/>
                </a:lnTo>
                <a:lnTo>
                  <a:pt x="4800" y="2380"/>
                </a:lnTo>
                <a:lnTo>
                  <a:pt x="4800" y="4774"/>
                </a:lnTo>
                <a:lnTo>
                  <a:pt x="4800" y="7200"/>
                </a:lnTo>
                <a:lnTo>
                  <a:pt x="6384" y="7200"/>
                </a:lnTo>
                <a:lnTo>
                  <a:pt x="7970" y="7200"/>
                </a:lnTo>
                <a:lnTo>
                  <a:pt x="9564" y="7200"/>
                </a:lnTo>
                <a:lnTo>
                  <a:pt x="11165" y="7200"/>
                </a:lnTo>
                <a:lnTo>
                  <a:pt x="12775" y="7200"/>
                </a:lnTo>
                <a:lnTo>
                  <a:pt x="14400" y="7200"/>
                </a:lnTo>
                <a:lnTo>
                  <a:pt x="14400" y="4820"/>
                </a:lnTo>
                <a:lnTo>
                  <a:pt x="14400" y="2426"/>
                </a:lnTo>
                <a:lnTo>
                  <a:pt x="14400" y="0"/>
                </a:lnTo>
                <a:lnTo>
                  <a:pt x="15826" y="0"/>
                </a:lnTo>
                <a:lnTo>
                  <a:pt x="17256" y="0"/>
                </a:lnTo>
                <a:lnTo>
                  <a:pt x="18691" y="0"/>
                </a:lnTo>
                <a:lnTo>
                  <a:pt x="20138" y="0"/>
                </a:lnTo>
                <a:lnTo>
                  <a:pt x="21600" y="0"/>
                </a:lnTo>
                <a:lnTo>
                  <a:pt x="20914" y="2056"/>
                </a:lnTo>
                <a:lnTo>
                  <a:pt x="20227" y="4115"/>
                </a:lnTo>
                <a:lnTo>
                  <a:pt x="19543" y="6170"/>
                </a:lnTo>
                <a:lnTo>
                  <a:pt x="18857" y="8230"/>
                </a:lnTo>
                <a:lnTo>
                  <a:pt x="18173" y="10285"/>
                </a:lnTo>
                <a:lnTo>
                  <a:pt x="17486" y="12344"/>
                </a:lnTo>
                <a:lnTo>
                  <a:pt x="16800" y="14400"/>
                </a:lnTo>
                <a:lnTo>
                  <a:pt x="16270" y="16430"/>
                </a:lnTo>
                <a:lnTo>
                  <a:pt x="15732" y="18493"/>
                </a:lnTo>
                <a:lnTo>
                  <a:pt x="15072" y="20034"/>
                </a:lnTo>
                <a:lnTo>
                  <a:pt x="14400" y="21600"/>
                </a:lnTo>
                <a:lnTo>
                  <a:pt x="11806" y="21460"/>
                </a:lnTo>
                <a:lnTo>
                  <a:pt x="9967" y="21269"/>
                </a:lnTo>
                <a:lnTo>
                  <a:pt x="8611" y="20927"/>
                </a:lnTo>
                <a:lnTo>
                  <a:pt x="7476" y="20336"/>
                </a:lnTo>
                <a:lnTo>
                  <a:pt x="6295" y="19393"/>
                </a:lnTo>
                <a:lnTo>
                  <a:pt x="4800" y="18000"/>
                </a:lnTo>
                <a:lnTo>
                  <a:pt x="3991" y="15847"/>
                </a:lnTo>
                <a:lnTo>
                  <a:pt x="3259" y="13673"/>
                </a:lnTo>
                <a:lnTo>
                  <a:pt x="2597" y="11477"/>
                </a:lnTo>
                <a:lnTo>
                  <a:pt x="1997" y="9252"/>
                </a:lnTo>
                <a:lnTo>
                  <a:pt x="1445" y="6998"/>
                </a:lnTo>
                <a:lnTo>
                  <a:pt x="934" y="4705"/>
                </a:lnTo>
                <a:lnTo>
                  <a:pt x="456" y="2376"/>
                </a:lnTo>
                <a:lnTo>
                  <a:pt x="0" y="0"/>
                </a:lnTo>
                <a:close/>
              </a:path>
            </a:pathLst>
          </a:custGeom>
          <a:solidFill>
            <a:srgbClr val="65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3" name="contour_08851"/>
          <p:cNvSpPr/>
          <p:nvPr/>
        </p:nvSpPr>
        <p:spPr>
          <a:xfrm>
            <a:off x="7779374" y="1828885"/>
            <a:ext cx="39763" cy="51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11" y="0"/>
                </a:moveTo>
                <a:lnTo>
                  <a:pt x="10499" y="370"/>
                </a:lnTo>
                <a:lnTo>
                  <a:pt x="12930" y="796"/>
                </a:lnTo>
                <a:lnTo>
                  <a:pt x="15206" y="1362"/>
                </a:lnTo>
                <a:lnTo>
                  <a:pt x="17459" y="2149"/>
                </a:lnTo>
                <a:lnTo>
                  <a:pt x="19795" y="3230"/>
                </a:lnTo>
                <a:lnTo>
                  <a:pt x="20693" y="5493"/>
                </a:lnTo>
                <a:lnTo>
                  <a:pt x="21295" y="7682"/>
                </a:lnTo>
                <a:lnTo>
                  <a:pt x="21596" y="9822"/>
                </a:lnTo>
                <a:lnTo>
                  <a:pt x="21600" y="11950"/>
                </a:lnTo>
                <a:lnTo>
                  <a:pt x="21303" y="14090"/>
                </a:lnTo>
                <a:lnTo>
                  <a:pt x="20701" y="16279"/>
                </a:lnTo>
                <a:lnTo>
                  <a:pt x="19795" y="18538"/>
                </a:lnTo>
                <a:lnTo>
                  <a:pt x="17265" y="19579"/>
                </a:lnTo>
                <a:lnTo>
                  <a:pt x="14735" y="20345"/>
                </a:lnTo>
                <a:lnTo>
                  <a:pt x="12178" y="20881"/>
                </a:lnTo>
                <a:lnTo>
                  <a:pt x="9549" y="21239"/>
                </a:lnTo>
                <a:lnTo>
                  <a:pt x="6821" y="21462"/>
                </a:lnTo>
                <a:lnTo>
                  <a:pt x="3959" y="21600"/>
                </a:lnTo>
                <a:lnTo>
                  <a:pt x="3500" y="19803"/>
                </a:lnTo>
                <a:lnTo>
                  <a:pt x="3048" y="18006"/>
                </a:lnTo>
                <a:lnTo>
                  <a:pt x="2605" y="16205"/>
                </a:lnTo>
                <a:lnTo>
                  <a:pt x="2166" y="14405"/>
                </a:lnTo>
                <a:lnTo>
                  <a:pt x="1734" y="12605"/>
                </a:lnTo>
                <a:lnTo>
                  <a:pt x="1318" y="10936"/>
                </a:lnTo>
                <a:lnTo>
                  <a:pt x="903" y="9252"/>
                </a:lnTo>
                <a:lnTo>
                  <a:pt x="479" y="7547"/>
                </a:lnTo>
                <a:lnTo>
                  <a:pt x="241" y="5404"/>
                </a:lnTo>
                <a:lnTo>
                  <a:pt x="0" y="3230"/>
                </a:lnTo>
                <a:lnTo>
                  <a:pt x="2348" y="1457"/>
                </a:lnTo>
                <a:lnTo>
                  <a:pt x="3943" y="530"/>
                </a:lnTo>
                <a:lnTo>
                  <a:pt x="5523" y="147"/>
                </a:lnTo>
                <a:lnTo>
                  <a:pt x="7811" y="0"/>
                </a:lnTo>
                <a:close/>
              </a:path>
            </a:pathLst>
          </a:custGeom>
          <a:solidFill>
            <a:srgbClr val="ECF0EF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4" name="contour_08852"/>
          <p:cNvSpPr/>
          <p:nvPr/>
        </p:nvSpPr>
        <p:spPr>
          <a:xfrm>
            <a:off x="2182196" y="1792846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596" y="1296"/>
                </a:lnTo>
                <a:lnTo>
                  <a:pt x="19992" y="2594"/>
                </a:lnTo>
                <a:lnTo>
                  <a:pt x="20390" y="3898"/>
                </a:lnTo>
                <a:lnTo>
                  <a:pt x="20791" y="5208"/>
                </a:lnTo>
                <a:lnTo>
                  <a:pt x="21194" y="6525"/>
                </a:lnTo>
                <a:lnTo>
                  <a:pt x="21600" y="7855"/>
                </a:lnTo>
                <a:lnTo>
                  <a:pt x="20174" y="7855"/>
                </a:lnTo>
                <a:lnTo>
                  <a:pt x="18744" y="7855"/>
                </a:lnTo>
                <a:lnTo>
                  <a:pt x="17309" y="7855"/>
                </a:lnTo>
                <a:lnTo>
                  <a:pt x="15862" y="7855"/>
                </a:lnTo>
                <a:lnTo>
                  <a:pt x="14400" y="7855"/>
                </a:lnTo>
                <a:lnTo>
                  <a:pt x="14549" y="8787"/>
                </a:lnTo>
                <a:lnTo>
                  <a:pt x="14700" y="9726"/>
                </a:lnTo>
                <a:lnTo>
                  <a:pt x="14851" y="10678"/>
                </a:lnTo>
                <a:lnTo>
                  <a:pt x="14702" y="11691"/>
                </a:lnTo>
                <a:lnTo>
                  <a:pt x="14551" y="12711"/>
                </a:lnTo>
                <a:lnTo>
                  <a:pt x="14400" y="13745"/>
                </a:lnTo>
                <a:lnTo>
                  <a:pt x="12614" y="14409"/>
                </a:lnTo>
                <a:lnTo>
                  <a:pt x="11347" y="14843"/>
                </a:lnTo>
                <a:lnTo>
                  <a:pt x="10253" y="15142"/>
                </a:lnTo>
                <a:lnTo>
                  <a:pt x="8986" y="15399"/>
                </a:lnTo>
                <a:lnTo>
                  <a:pt x="7200" y="15709"/>
                </a:lnTo>
                <a:lnTo>
                  <a:pt x="8558" y="16265"/>
                </a:lnTo>
                <a:lnTo>
                  <a:pt x="9917" y="16821"/>
                </a:lnTo>
                <a:lnTo>
                  <a:pt x="11280" y="17378"/>
                </a:lnTo>
                <a:lnTo>
                  <a:pt x="12648" y="17938"/>
                </a:lnTo>
                <a:lnTo>
                  <a:pt x="14023" y="18501"/>
                </a:lnTo>
                <a:lnTo>
                  <a:pt x="15406" y="19067"/>
                </a:lnTo>
                <a:lnTo>
                  <a:pt x="16800" y="19636"/>
                </a:lnTo>
                <a:lnTo>
                  <a:pt x="15394" y="19894"/>
                </a:lnTo>
                <a:lnTo>
                  <a:pt x="13985" y="20143"/>
                </a:lnTo>
                <a:lnTo>
                  <a:pt x="12574" y="20388"/>
                </a:lnTo>
                <a:lnTo>
                  <a:pt x="11162" y="20628"/>
                </a:lnTo>
                <a:lnTo>
                  <a:pt x="9749" y="20864"/>
                </a:lnTo>
                <a:lnTo>
                  <a:pt x="8438" y="21091"/>
                </a:lnTo>
                <a:lnTo>
                  <a:pt x="7121" y="21321"/>
                </a:lnTo>
                <a:lnTo>
                  <a:pt x="5784" y="21555"/>
                </a:lnTo>
                <a:lnTo>
                  <a:pt x="4104" y="21576"/>
                </a:lnTo>
                <a:lnTo>
                  <a:pt x="2400" y="21600"/>
                </a:lnTo>
                <a:lnTo>
                  <a:pt x="1366" y="20573"/>
                </a:lnTo>
                <a:lnTo>
                  <a:pt x="773" y="19821"/>
                </a:lnTo>
                <a:lnTo>
                  <a:pt x="391" y="18977"/>
                </a:lnTo>
                <a:lnTo>
                  <a:pt x="0" y="17673"/>
                </a:lnTo>
                <a:lnTo>
                  <a:pt x="773" y="16316"/>
                </a:lnTo>
                <a:lnTo>
                  <a:pt x="1378" y="15328"/>
                </a:lnTo>
                <a:lnTo>
                  <a:pt x="1949" y="14543"/>
                </a:lnTo>
                <a:lnTo>
                  <a:pt x="2623" y="13800"/>
                </a:lnTo>
                <a:lnTo>
                  <a:pt x="3528" y="12934"/>
                </a:lnTo>
                <a:lnTo>
                  <a:pt x="4800" y="11782"/>
                </a:lnTo>
                <a:lnTo>
                  <a:pt x="6038" y="11862"/>
                </a:lnTo>
                <a:lnTo>
                  <a:pt x="7286" y="11945"/>
                </a:lnTo>
                <a:lnTo>
                  <a:pt x="8549" y="12027"/>
                </a:lnTo>
                <a:lnTo>
                  <a:pt x="9058" y="11990"/>
                </a:lnTo>
                <a:lnTo>
                  <a:pt x="9953" y="11927"/>
                </a:lnTo>
                <a:lnTo>
                  <a:pt x="12000" y="11782"/>
                </a:lnTo>
                <a:lnTo>
                  <a:pt x="12444" y="10541"/>
                </a:lnTo>
                <a:lnTo>
                  <a:pt x="12802" y="9312"/>
                </a:lnTo>
                <a:lnTo>
                  <a:pt x="13085" y="8084"/>
                </a:lnTo>
                <a:lnTo>
                  <a:pt x="13313" y="6847"/>
                </a:lnTo>
                <a:lnTo>
                  <a:pt x="13500" y="5590"/>
                </a:lnTo>
                <a:lnTo>
                  <a:pt x="13658" y="4302"/>
                </a:lnTo>
                <a:lnTo>
                  <a:pt x="14126" y="2930"/>
                </a:lnTo>
                <a:lnTo>
                  <a:pt x="14616" y="2093"/>
                </a:lnTo>
                <a:lnTo>
                  <a:pt x="15427" y="1453"/>
                </a:lnTo>
                <a:lnTo>
                  <a:pt x="16865" y="668"/>
                </a:lnTo>
                <a:lnTo>
                  <a:pt x="17446" y="503"/>
                </a:lnTo>
                <a:lnTo>
                  <a:pt x="19200" y="0"/>
                </a:lnTo>
                <a:close/>
              </a:path>
            </a:pathLst>
          </a:custGeom>
          <a:solidFill>
            <a:srgbClr val="575655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5" name="contour_08853"/>
          <p:cNvSpPr/>
          <p:nvPr/>
        </p:nvSpPr>
        <p:spPr>
          <a:xfrm>
            <a:off x="10432203" y="1800134"/>
            <a:ext cx="5928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97" y="278"/>
                </a:lnTo>
                <a:lnTo>
                  <a:pt x="3917" y="589"/>
                </a:lnTo>
                <a:lnTo>
                  <a:pt x="5768" y="947"/>
                </a:lnTo>
                <a:lnTo>
                  <a:pt x="7552" y="1379"/>
                </a:lnTo>
                <a:lnTo>
                  <a:pt x="9273" y="1898"/>
                </a:lnTo>
                <a:lnTo>
                  <a:pt x="10938" y="2530"/>
                </a:lnTo>
                <a:lnTo>
                  <a:pt x="12547" y="3292"/>
                </a:lnTo>
                <a:lnTo>
                  <a:pt x="14106" y="4206"/>
                </a:lnTo>
                <a:lnTo>
                  <a:pt x="15622" y="5292"/>
                </a:lnTo>
                <a:lnTo>
                  <a:pt x="17096" y="6569"/>
                </a:lnTo>
                <a:lnTo>
                  <a:pt x="18533" y="8057"/>
                </a:lnTo>
                <a:lnTo>
                  <a:pt x="19938" y="9776"/>
                </a:lnTo>
                <a:lnTo>
                  <a:pt x="20777" y="11723"/>
                </a:lnTo>
                <a:lnTo>
                  <a:pt x="21300" y="13617"/>
                </a:lnTo>
                <a:lnTo>
                  <a:pt x="21558" y="15503"/>
                </a:lnTo>
                <a:lnTo>
                  <a:pt x="21600" y="17431"/>
                </a:lnTo>
                <a:lnTo>
                  <a:pt x="21478" y="19449"/>
                </a:lnTo>
                <a:lnTo>
                  <a:pt x="21244" y="21600"/>
                </a:lnTo>
                <a:lnTo>
                  <a:pt x="18177" y="21020"/>
                </a:lnTo>
                <a:lnTo>
                  <a:pt x="16021" y="20582"/>
                </a:lnTo>
                <a:lnTo>
                  <a:pt x="14483" y="20196"/>
                </a:lnTo>
                <a:lnTo>
                  <a:pt x="13267" y="19779"/>
                </a:lnTo>
                <a:lnTo>
                  <a:pt x="12080" y="19249"/>
                </a:lnTo>
                <a:lnTo>
                  <a:pt x="10622" y="18514"/>
                </a:lnTo>
                <a:lnTo>
                  <a:pt x="9804" y="16219"/>
                </a:lnTo>
                <a:lnTo>
                  <a:pt x="9257" y="14589"/>
                </a:lnTo>
                <a:lnTo>
                  <a:pt x="8854" y="13182"/>
                </a:lnTo>
                <a:lnTo>
                  <a:pt x="8466" y="11553"/>
                </a:lnTo>
                <a:lnTo>
                  <a:pt x="7967" y="9257"/>
                </a:lnTo>
                <a:lnTo>
                  <a:pt x="6389" y="8233"/>
                </a:lnTo>
                <a:lnTo>
                  <a:pt x="5311" y="7569"/>
                </a:lnTo>
                <a:lnTo>
                  <a:pt x="4233" y="6980"/>
                </a:lnTo>
                <a:lnTo>
                  <a:pt x="2656" y="6171"/>
                </a:lnTo>
                <a:lnTo>
                  <a:pt x="1774" y="4292"/>
                </a:lnTo>
                <a:lnTo>
                  <a:pt x="1206" y="3024"/>
                </a:lnTo>
                <a:lnTo>
                  <a:pt x="696" y="1787"/>
                </a:lnTo>
                <a:lnTo>
                  <a:pt x="0" y="0"/>
                </a:lnTo>
                <a:close/>
              </a:path>
            </a:pathLst>
          </a:custGeom>
          <a:solidFill>
            <a:srgbClr val="F4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6" name="contour_08854"/>
          <p:cNvSpPr/>
          <p:nvPr/>
        </p:nvSpPr>
        <p:spPr>
          <a:xfrm>
            <a:off x="6882951" y="1740591"/>
            <a:ext cx="52014" cy="60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40"/>
                </a:moveTo>
                <a:lnTo>
                  <a:pt x="2403" y="106"/>
                </a:lnTo>
                <a:lnTo>
                  <a:pt x="4546" y="0"/>
                </a:lnTo>
                <a:lnTo>
                  <a:pt x="6528" y="147"/>
                </a:lnTo>
                <a:lnTo>
                  <a:pt x="8447" y="577"/>
                </a:lnTo>
                <a:lnTo>
                  <a:pt x="10399" y="1312"/>
                </a:lnTo>
                <a:lnTo>
                  <a:pt x="12484" y="2380"/>
                </a:lnTo>
                <a:lnTo>
                  <a:pt x="15266" y="4501"/>
                </a:lnTo>
                <a:lnTo>
                  <a:pt x="17363" y="6157"/>
                </a:lnTo>
                <a:lnTo>
                  <a:pt x="18888" y="7481"/>
                </a:lnTo>
                <a:lnTo>
                  <a:pt x="19941" y="8604"/>
                </a:lnTo>
                <a:lnTo>
                  <a:pt x="20632" y="9662"/>
                </a:lnTo>
                <a:lnTo>
                  <a:pt x="21067" y="10787"/>
                </a:lnTo>
                <a:lnTo>
                  <a:pt x="21355" y="12114"/>
                </a:lnTo>
                <a:lnTo>
                  <a:pt x="21600" y="13777"/>
                </a:lnTo>
                <a:lnTo>
                  <a:pt x="21282" y="15195"/>
                </a:lnTo>
                <a:lnTo>
                  <a:pt x="20946" y="16287"/>
                </a:lnTo>
                <a:lnTo>
                  <a:pt x="20423" y="17404"/>
                </a:lnTo>
                <a:lnTo>
                  <a:pt x="19548" y="18902"/>
                </a:lnTo>
                <a:lnTo>
                  <a:pt x="18159" y="21134"/>
                </a:lnTo>
                <a:lnTo>
                  <a:pt x="15816" y="21445"/>
                </a:lnTo>
                <a:lnTo>
                  <a:pt x="14173" y="21600"/>
                </a:lnTo>
                <a:lnTo>
                  <a:pt x="12793" y="21600"/>
                </a:lnTo>
                <a:lnTo>
                  <a:pt x="11240" y="21445"/>
                </a:lnTo>
                <a:lnTo>
                  <a:pt x="9079" y="21134"/>
                </a:lnTo>
                <a:lnTo>
                  <a:pt x="9079" y="19427"/>
                </a:lnTo>
                <a:lnTo>
                  <a:pt x="9079" y="17717"/>
                </a:lnTo>
                <a:lnTo>
                  <a:pt x="9079" y="16000"/>
                </a:lnTo>
                <a:lnTo>
                  <a:pt x="9079" y="14274"/>
                </a:lnTo>
                <a:lnTo>
                  <a:pt x="9079" y="12538"/>
                </a:lnTo>
                <a:lnTo>
                  <a:pt x="9079" y="10787"/>
                </a:lnTo>
                <a:lnTo>
                  <a:pt x="7282" y="10787"/>
                </a:lnTo>
                <a:lnTo>
                  <a:pt x="5478" y="10787"/>
                </a:lnTo>
                <a:lnTo>
                  <a:pt x="3668" y="10787"/>
                </a:lnTo>
                <a:lnTo>
                  <a:pt x="1843" y="10787"/>
                </a:lnTo>
                <a:lnTo>
                  <a:pt x="0" y="10787"/>
                </a:lnTo>
                <a:lnTo>
                  <a:pt x="0" y="9080"/>
                </a:lnTo>
                <a:lnTo>
                  <a:pt x="0" y="7370"/>
                </a:lnTo>
                <a:lnTo>
                  <a:pt x="0" y="5652"/>
                </a:lnTo>
                <a:lnTo>
                  <a:pt x="0" y="3927"/>
                </a:lnTo>
                <a:lnTo>
                  <a:pt x="0" y="2191"/>
                </a:lnTo>
                <a:lnTo>
                  <a:pt x="0" y="440"/>
                </a:lnTo>
                <a:close/>
              </a:path>
            </a:pathLst>
          </a:custGeom>
          <a:solidFill>
            <a:srgbClr val="D4D6D7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7" name="contour_08855"/>
          <p:cNvSpPr/>
          <p:nvPr/>
        </p:nvSpPr>
        <p:spPr>
          <a:xfrm>
            <a:off x="11445233" y="1770982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388" y="1690"/>
                </a:lnTo>
                <a:lnTo>
                  <a:pt x="20128" y="3235"/>
                </a:lnTo>
                <a:lnTo>
                  <a:pt x="20727" y="4718"/>
                </a:lnTo>
                <a:lnTo>
                  <a:pt x="21177" y="6218"/>
                </a:lnTo>
                <a:lnTo>
                  <a:pt x="21470" y="7819"/>
                </a:lnTo>
                <a:lnTo>
                  <a:pt x="21600" y="9600"/>
                </a:lnTo>
                <a:lnTo>
                  <a:pt x="20758" y="11035"/>
                </a:lnTo>
                <a:lnTo>
                  <a:pt x="19860" y="12430"/>
                </a:lnTo>
                <a:lnTo>
                  <a:pt x="18909" y="13795"/>
                </a:lnTo>
                <a:lnTo>
                  <a:pt x="17916" y="15132"/>
                </a:lnTo>
                <a:lnTo>
                  <a:pt x="16876" y="16450"/>
                </a:lnTo>
                <a:lnTo>
                  <a:pt x="15793" y="17748"/>
                </a:lnTo>
                <a:lnTo>
                  <a:pt x="14676" y="19037"/>
                </a:lnTo>
                <a:lnTo>
                  <a:pt x="13525" y="20318"/>
                </a:lnTo>
                <a:lnTo>
                  <a:pt x="12343" y="21600"/>
                </a:lnTo>
                <a:lnTo>
                  <a:pt x="10596" y="20921"/>
                </a:lnTo>
                <a:lnTo>
                  <a:pt x="8850" y="20242"/>
                </a:lnTo>
                <a:lnTo>
                  <a:pt x="7097" y="19560"/>
                </a:lnTo>
                <a:lnTo>
                  <a:pt x="5338" y="18876"/>
                </a:lnTo>
                <a:lnTo>
                  <a:pt x="3570" y="18187"/>
                </a:lnTo>
                <a:lnTo>
                  <a:pt x="1793" y="17496"/>
                </a:lnTo>
                <a:lnTo>
                  <a:pt x="0" y="16800"/>
                </a:lnTo>
                <a:lnTo>
                  <a:pt x="1568" y="14016"/>
                </a:lnTo>
                <a:lnTo>
                  <a:pt x="2728" y="11983"/>
                </a:lnTo>
                <a:lnTo>
                  <a:pt x="3586" y="10534"/>
                </a:lnTo>
                <a:lnTo>
                  <a:pt x="4252" y="9499"/>
                </a:lnTo>
                <a:lnTo>
                  <a:pt x="4832" y="8710"/>
                </a:lnTo>
                <a:lnTo>
                  <a:pt x="5437" y="7999"/>
                </a:lnTo>
                <a:lnTo>
                  <a:pt x="6171" y="7200"/>
                </a:lnTo>
                <a:lnTo>
                  <a:pt x="8211" y="7200"/>
                </a:lnTo>
                <a:lnTo>
                  <a:pt x="10263" y="7200"/>
                </a:lnTo>
                <a:lnTo>
                  <a:pt x="12343" y="7200"/>
                </a:lnTo>
                <a:lnTo>
                  <a:pt x="13818" y="5666"/>
                </a:lnTo>
                <a:lnTo>
                  <a:pt x="14885" y="4534"/>
                </a:lnTo>
                <a:lnTo>
                  <a:pt x="15719" y="3600"/>
                </a:lnTo>
                <a:lnTo>
                  <a:pt x="16487" y="2666"/>
                </a:lnTo>
                <a:lnTo>
                  <a:pt x="17360" y="1534"/>
                </a:lnTo>
                <a:lnTo>
                  <a:pt x="18514" y="0"/>
                </a:lnTo>
                <a:close/>
              </a:path>
            </a:pathLst>
          </a:custGeom>
          <a:solidFill>
            <a:srgbClr val="E7E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8" name="contour_08856"/>
          <p:cNvSpPr/>
          <p:nvPr/>
        </p:nvSpPr>
        <p:spPr>
          <a:xfrm>
            <a:off x="833918" y="1698102"/>
            <a:ext cx="72880" cy="59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3" y="315"/>
                </a:lnTo>
                <a:lnTo>
                  <a:pt x="3024" y="662"/>
                </a:lnTo>
                <a:lnTo>
                  <a:pt x="4508" y="1035"/>
                </a:lnTo>
                <a:lnTo>
                  <a:pt x="5975" y="1436"/>
                </a:lnTo>
                <a:lnTo>
                  <a:pt x="7426" y="1870"/>
                </a:lnTo>
                <a:lnTo>
                  <a:pt x="8867" y="2332"/>
                </a:lnTo>
                <a:lnTo>
                  <a:pt x="10297" y="2826"/>
                </a:lnTo>
                <a:lnTo>
                  <a:pt x="11718" y="3348"/>
                </a:lnTo>
                <a:lnTo>
                  <a:pt x="13133" y="3902"/>
                </a:lnTo>
                <a:lnTo>
                  <a:pt x="14543" y="4485"/>
                </a:lnTo>
                <a:lnTo>
                  <a:pt x="15952" y="5103"/>
                </a:lnTo>
                <a:lnTo>
                  <a:pt x="17360" y="5749"/>
                </a:lnTo>
                <a:lnTo>
                  <a:pt x="18768" y="6426"/>
                </a:lnTo>
                <a:lnTo>
                  <a:pt x="20181" y="7138"/>
                </a:lnTo>
                <a:lnTo>
                  <a:pt x="21600" y="7878"/>
                </a:lnTo>
                <a:lnTo>
                  <a:pt x="21166" y="9591"/>
                </a:lnTo>
                <a:lnTo>
                  <a:pt x="20721" y="11282"/>
                </a:lnTo>
                <a:lnTo>
                  <a:pt x="20252" y="12952"/>
                </a:lnTo>
                <a:lnTo>
                  <a:pt x="19753" y="14604"/>
                </a:lnTo>
                <a:lnTo>
                  <a:pt x="19215" y="16235"/>
                </a:lnTo>
                <a:lnTo>
                  <a:pt x="18630" y="17847"/>
                </a:lnTo>
                <a:lnTo>
                  <a:pt x="17988" y="19439"/>
                </a:lnTo>
                <a:lnTo>
                  <a:pt x="17280" y="21009"/>
                </a:lnTo>
                <a:lnTo>
                  <a:pt x="15543" y="21403"/>
                </a:lnTo>
                <a:lnTo>
                  <a:pt x="14338" y="21600"/>
                </a:lnTo>
                <a:lnTo>
                  <a:pt x="13353" y="21600"/>
                </a:lnTo>
                <a:lnTo>
                  <a:pt x="12277" y="21403"/>
                </a:lnTo>
                <a:lnTo>
                  <a:pt x="10800" y="21009"/>
                </a:lnTo>
                <a:lnTo>
                  <a:pt x="10951" y="19630"/>
                </a:lnTo>
                <a:lnTo>
                  <a:pt x="11105" y="18228"/>
                </a:lnTo>
                <a:lnTo>
                  <a:pt x="11210" y="16434"/>
                </a:lnTo>
                <a:lnTo>
                  <a:pt x="11280" y="14712"/>
                </a:lnTo>
                <a:lnTo>
                  <a:pt x="11290" y="13026"/>
                </a:lnTo>
                <a:lnTo>
                  <a:pt x="11228" y="11348"/>
                </a:lnTo>
                <a:lnTo>
                  <a:pt x="11070" y="9643"/>
                </a:lnTo>
                <a:lnTo>
                  <a:pt x="10800" y="7878"/>
                </a:lnTo>
                <a:lnTo>
                  <a:pt x="9506" y="7098"/>
                </a:lnTo>
                <a:lnTo>
                  <a:pt x="8266" y="6571"/>
                </a:lnTo>
                <a:lnTo>
                  <a:pt x="7022" y="6229"/>
                </a:lnTo>
                <a:lnTo>
                  <a:pt x="5709" y="6019"/>
                </a:lnTo>
                <a:lnTo>
                  <a:pt x="4262" y="5877"/>
                </a:lnTo>
                <a:lnTo>
                  <a:pt x="2732" y="5339"/>
                </a:lnTo>
                <a:lnTo>
                  <a:pt x="1836" y="4483"/>
                </a:lnTo>
                <a:lnTo>
                  <a:pt x="801" y="2574"/>
                </a:lnTo>
                <a:lnTo>
                  <a:pt x="404" y="1297"/>
                </a:lnTo>
                <a:lnTo>
                  <a:pt x="0" y="0"/>
                </a:lnTo>
                <a:close/>
              </a:path>
            </a:pathLst>
          </a:custGeom>
          <a:solidFill>
            <a:srgbClr val="A5A5A5"/>
          </a:solidFill>
          <a:ln>
            <a:noFill/>
          </a:ln>
        </p:spPr>
        <p:txBody>
          <a:bodyPr/>
          <a:lstStyle/>
          <a:p/>
        </p:txBody>
      </p:sp>
      <p:sp>
        <p:nvSpPr>
          <p:cNvPr id="8859" name="contour_08857"/>
          <p:cNvSpPr/>
          <p:nvPr/>
        </p:nvSpPr>
        <p:spPr>
          <a:xfrm>
            <a:off x="10731010" y="1690814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3170" y="0"/>
                </a:lnTo>
                <a:lnTo>
                  <a:pt x="14560" y="0"/>
                </a:lnTo>
                <a:lnTo>
                  <a:pt x="15955" y="0"/>
                </a:lnTo>
                <a:lnTo>
                  <a:pt x="17355" y="0"/>
                </a:lnTo>
                <a:lnTo>
                  <a:pt x="18761" y="0"/>
                </a:lnTo>
                <a:lnTo>
                  <a:pt x="20174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20457" y="11066"/>
                </a:lnTo>
                <a:lnTo>
                  <a:pt x="19299" y="11333"/>
                </a:lnTo>
                <a:lnTo>
                  <a:pt x="17812" y="11747"/>
                </a:lnTo>
                <a:lnTo>
                  <a:pt x="16373" y="12193"/>
                </a:lnTo>
                <a:lnTo>
                  <a:pt x="14977" y="12683"/>
                </a:lnTo>
                <a:lnTo>
                  <a:pt x="13614" y="13219"/>
                </a:lnTo>
                <a:lnTo>
                  <a:pt x="12283" y="13817"/>
                </a:lnTo>
                <a:lnTo>
                  <a:pt x="10973" y="14479"/>
                </a:lnTo>
                <a:lnTo>
                  <a:pt x="9681" y="15214"/>
                </a:lnTo>
                <a:lnTo>
                  <a:pt x="8402" y="16031"/>
                </a:lnTo>
                <a:lnTo>
                  <a:pt x="7128" y="16934"/>
                </a:lnTo>
                <a:lnTo>
                  <a:pt x="5852" y="17939"/>
                </a:lnTo>
                <a:lnTo>
                  <a:pt x="4571" y="19044"/>
                </a:lnTo>
                <a:lnTo>
                  <a:pt x="3277" y="20261"/>
                </a:lnTo>
                <a:lnTo>
                  <a:pt x="1964" y="21600"/>
                </a:lnTo>
                <a:lnTo>
                  <a:pt x="1640" y="19224"/>
                </a:lnTo>
                <a:lnTo>
                  <a:pt x="1316" y="16844"/>
                </a:lnTo>
                <a:lnTo>
                  <a:pt x="990" y="14454"/>
                </a:lnTo>
                <a:lnTo>
                  <a:pt x="662" y="12053"/>
                </a:lnTo>
                <a:lnTo>
                  <a:pt x="332" y="9637"/>
                </a:lnTo>
                <a:lnTo>
                  <a:pt x="0" y="7200"/>
                </a:lnTo>
                <a:lnTo>
                  <a:pt x="1296" y="7200"/>
                </a:lnTo>
                <a:lnTo>
                  <a:pt x="2594" y="7200"/>
                </a:lnTo>
                <a:lnTo>
                  <a:pt x="3892" y="7200"/>
                </a:lnTo>
                <a:lnTo>
                  <a:pt x="5194" y="7200"/>
                </a:lnTo>
                <a:lnTo>
                  <a:pt x="6500" y="7200"/>
                </a:lnTo>
                <a:lnTo>
                  <a:pt x="7811" y="7200"/>
                </a:lnTo>
                <a:lnTo>
                  <a:pt x="9127" y="7200"/>
                </a:lnTo>
                <a:lnTo>
                  <a:pt x="10450" y="7200"/>
                </a:lnTo>
                <a:lnTo>
                  <a:pt x="11782" y="7200"/>
                </a:lnTo>
                <a:lnTo>
                  <a:pt x="11782" y="4820"/>
                </a:lnTo>
                <a:lnTo>
                  <a:pt x="11782" y="2426"/>
                </a:lnTo>
                <a:lnTo>
                  <a:pt x="11782" y="0"/>
                </a:lnTo>
                <a:close/>
              </a:path>
            </a:pathLst>
          </a:custGeom>
          <a:solidFill>
            <a:srgbClr val="9B9B96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0" name="contour_08858"/>
          <p:cNvSpPr/>
          <p:nvPr/>
        </p:nvSpPr>
        <p:spPr>
          <a:xfrm>
            <a:off x="5184849" y="1668950"/>
            <a:ext cx="2915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1125"/>
                </a:lnTo>
                <a:lnTo>
                  <a:pt x="21600" y="2251"/>
                </a:lnTo>
                <a:lnTo>
                  <a:pt x="21600" y="3378"/>
                </a:lnTo>
                <a:lnTo>
                  <a:pt x="21600" y="4504"/>
                </a:lnTo>
                <a:lnTo>
                  <a:pt x="21600" y="5631"/>
                </a:lnTo>
                <a:lnTo>
                  <a:pt x="21600" y="6759"/>
                </a:lnTo>
                <a:lnTo>
                  <a:pt x="21600" y="7889"/>
                </a:lnTo>
                <a:lnTo>
                  <a:pt x="21600" y="9020"/>
                </a:lnTo>
                <a:lnTo>
                  <a:pt x="21600" y="10152"/>
                </a:lnTo>
                <a:lnTo>
                  <a:pt x="21600" y="11287"/>
                </a:lnTo>
                <a:lnTo>
                  <a:pt x="21600" y="12422"/>
                </a:lnTo>
                <a:lnTo>
                  <a:pt x="21600" y="13560"/>
                </a:lnTo>
                <a:lnTo>
                  <a:pt x="21600" y="14700"/>
                </a:lnTo>
                <a:lnTo>
                  <a:pt x="21600" y="15843"/>
                </a:lnTo>
                <a:lnTo>
                  <a:pt x="21600" y="16988"/>
                </a:lnTo>
                <a:lnTo>
                  <a:pt x="21600" y="18137"/>
                </a:lnTo>
                <a:lnTo>
                  <a:pt x="21600" y="19287"/>
                </a:lnTo>
                <a:lnTo>
                  <a:pt x="21600" y="20442"/>
                </a:lnTo>
                <a:lnTo>
                  <a:pt x="21600" y="21600"/>
                </a:lnTo>
                <a:lnTo>
                  <a:pt x="18036" y="21326"/>
                </a:lnTo>
                <a:lnTo>
                  <a:pt x="14467" y="21052"/>
                </a:lnTo>
                <a:lnTo>
                  <a:pt x="10881" y="20776"/>
                </a:lnTo>
                <a:lnTo>
                  <a:pt x="7279" y="20498"/>
                </a:lnTo>
                <a:lnTo>
                  <a:pt x="3656" y="20219"/>
                </a:lnTo>
                <a:lnTo>
                  <a:pt x="0" y="19938"/>
                </a:lnTo>
                <a:lnTo>
                  <a:pt x="718" y="18915"/>
                </a:lnTo>
                <a:lnTo>
                  <a:pt x="1442" y="17891"/>
                </a:lnTo>
                <a:lnTo>
                  <a:pt x="2165" y="16868"/>
                </a:lnTo>
                <a:lnTo>
                  <a:pt x="2884" y="15844"/>
                </a:lnTo>
                <a:lnTo>
                  <a:pt x="3613" y="14821"/>
                </a:lnTo>
                <a:lnTo>
                  <a:pt x="4336" y="13797"/>
                </a:lnTo>
                <a:lnTo>
                  <a:pt x="5065" y="12774"/>
                </a:lnTo>
                <a:lnTo>
                  <a:pt x="5773" y="11764"/>
                </a:lnTo>
                <a:lnTo>
                  <a:pt x="6485" y="10739"/>
                </a:lnTo>
                <a:lnTo>
                  <a:pt x="7927" y="8718"/>
                </a:lnTo>
                <a:lnTo>
                  <a:pt x="9110" y="7081"/>
                </a:lnTo>
                <a:lnTo>
                  <a:pt x="10093" y="5761"/>
                </a:lnTo>
                <a:lnTo>
                  <a:pt x="10930" y="4694"/>
                </a:lnTo>
                <a:lnTo>
                  <a:pt x="11680" y="3817"/>
                </a:lnTo>
                <a:lnTo>
                  <a:pt x="12404" y="3062"/>
                </a:lnTo>
                <a:lnTo>
                  <a:pt x="13160" y="2368"/>
                </a:lnTo>
                <a:lnTo>
                  <a:pt x="14008" y="1670"/>
                </a:lnTo>
                <a:lnTo>
                  <a:pt x="15001" y="901"/>
                </a:lnTo>
                <a:lnTo>
                  <a:pt x="16200" y="0"/>
                </a:lnTo>
                <a:close/>
              </a:path>
            </a:pathLst>
          </a:custGeom>
          <a:solidFill>
            <a:srgbClr val="D0EE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1" name="contour_08859"/>
          <p:cNvSpPr/>
          <p:nvPr/>
        </p:nvSpPr>
        <p:spPr>
          <a:xfrm>
            <a:off x="2532020" y="1691710"/>
            <a:ext cx="65592" cy="37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08"/>
                </a:moveTo>
                <a:lnTo>
                  <a:pt x="21588" y="8752"/>
                </a:lnTo>
                <a:lnTo>
                  <a:pt x="21511" y="12278"/>
                </a:lnTo>
                <a:lnTo>
                  <a:pt x="21300" y="14759"/>
                </a:lnTo>
                <a:lnTo>
                  <a:pt x="20890" y="16666"/>
                </a:lnTo>
                <a:lnTo>
                  <a:pt x="20210" y="18459"/>
                </a:lnTo>
                <a:lnTo>
                  <a:pt x="19200" y="20619"/>
                </a:lnTo>
                <a:lnTo>
                  <a:pt x="17587" y="20983"/>
                </a:lnTo>
                <a:lnTo>
                  <a:pt x="15982" y="21253"/>
                </a:lnTo>
                <a:lnTo>
                  <a:pt x="14383" y="21444"/>
                </a:lnTo>
                <a:lnTo>
                  <a:pt x="12790" y="21558"/>
                </a:lnTo>
                <a:lnTo>
                  <a:pt x="11201" y="21600"/>
                </a:lnTo>
                <a:lnTo>
                  <a:pt x="9612" y="21587"/>
                </a:lnTo>
                <a:lnTo>
                  <a:pt x="8021" y="21515"/>
                </a:lnTo>
                <a:lnTo>
                  <a:pt x="6430" y="21401"/>
                </a:lnTo>
                <a:lnTo>
                  <a:pt x="4831" y="21245"/>
                </a:lnTo>
                <a:lnTo>
                  <a:pt x="3230" y="21059"/>
                </a:lnTo>
                <a:lnTo>
                  <a:pt x="1620" y="20847"/>
                </a:lnTo>
                <a:lnTo>
                  <a:pt x="0" y="20619"/>
                </a:lnTo>
                <a:lnTo>
                  <a:pt x="578" y="20192"/>
                </a:lnTo>
                <a:lnTo>
                  <a:pt x="2326" y="18903"/>
                </a:lnTo>
                <a:lnTo>
                  <a:pt x="3775" y="17351"/>
                </a:lnTo>
                <a:lnTo>
                  <a:pt x="4642" y="15914"/>
                </a:lnTo>
                <a:lnTo>
                  <a:pt x="5268" y="13753"/>
                </a:lnTo>
                <a:lnTo>
                  <a:pt x="6000" y="10050"/>
                </a:lnTo>
                <a:lnTo>
                  <a:pt x="6725" y="6333"/>
                </a:lnTo>
                <a:lnTo>
                  <a:pt x="7294" y="4105"/>
                </a:lnTo>
                <a:lnTo>
                  <a:pt x="8004" y="2469"/>
                </a:lnTo>
                <a:lnTo>
                  <a:pt x="9149" y="537"/>
                </a:lnTo>
                <a:lnTo>
                  <a:pt x="10802" y="97"/>
                </a:lnTo>
                <a:lnTo>
                  <a:pt x="12384" y="0"/>
                </a:lnTo>
                <a:lnTo>
                  <a:pt x="13918" y="194"/>
                </a:lnTo>
                <a:lnTo>
                  <a:pt x="15422" y="626"/>
                </a:lnTo>
                <a:lnTo>
                  <a:pt x="16922" y="1243"/>
                </a:lnTo>
                <a:lnTo>
                  <a:pt x="18437" y="2000"/>
                </a:lnTo>
                <a:lnTo>
                  <a:pt x="19990" y="2837"/>
                </a:lnTo>
                <a:lnTo>
                  <a:pt x="21600" y="3708"/>
                </a:lnTo>
                <a:close/>
              </a:path>
            </a:pathLst>
          </a:custGeom>
          <a:solidFill>
            <a:srgbClr val="E5CB8A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2" name="contour_08860"/>
          <p:cNvSpPr/>
          <p:nvPr/>
        </p:nvSpPr>
        <p:spPr>
          <a:xfrm>
            <a:off x="454417" y="1660948"/>
            <a:ext cx="36965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09" y="0"/>
                </a:moveTo>
                <a:lnTo>
                  <a:pt x="11285" y="71"/>
                </a:lnTo>
                <a:lnTo>
                  <a:pt x="13862" y="142"/>
                </a:lnTo>
                <a:lnTo>
                  <a:pt x="16443" y="209"/>
                </a:lnTo>
                <a:lnTo>
                  <a:pt x="19019" y="280"/>
                </a:lnTo>
                <a:lnTo>
                  <a:pt x="21600" y="347"/>
                </a:lnTo>
                <a:lnTo>
                  <a:pt x="21600" y="2685"/>
                </a:lnTo>
                <a:lnTo>
                  <a:pt x="21600" y="5026"/>
                </a:lnTo>
                <a:lnTo>
                  <a:pt x="21600" y="7371"/>
                </a:lnTo>
                <a:lnTo>
                  <a:pt x="21600" y="9720"/>
                </a:lnTo>
                <a:lnTo>
                  <a:pt x="21600" y="12075"/>
                </a:lnTo>
                <a:lnTo>
                  <a:pt x="21600" y="14438"/>
                </a:lnTo>
                <a:lnTo>
                  <a:pt x="21600" y="16815"/>
                </a:lnTo>
                <a:lnTo>
                  <a:pt x="21600" y="19198"/>
                </a:lnTo>
                <a:lnTo>
                  <a:pt x="21600" y="21600"/>
                </a:lnTo>
                <a:lnTo>
                  <a:pt x="18585" y="21600"/>
                </a:lnTo>
                <a:lnTo>
                  <a:pt x="15570" y="21600"/>
                </a:lnTo>
                <a:lnTo>
                  <a:pt x="12546" y="21600"/>
                </a:lnTo>
                <a:lnTo>
                  <a:pt x="9514" y="21600"/>
                </a:lnTo>
                <a:lnTo>
                  <a:pt x="6465" y="21600"/>
                </a:lnTo>
                <a:lnTo>
                  <a:pt x="3394" y="21600"/>
                </a:lnTo>
                <a:lnTo>
                  <a:pt x="307" y="21600"/>
                </a:lnTo>
                <a:lnTo>
                  <a:pt x="153" y="16595"/>
                </a:lnTo>
                <a:lnTo>
                  <a:pt x="51" y="12929"/>
                </a:lnTo>
                <a:lnTo>
                  <a:pt x="0" y="10293"/>
                </a:lnTo>
                <a:lnTo>
                  <a:pt x="0" y="8384"/>
                </a:lnTo>
                <a:lnTo>
                  <a:pt x="51" y="6886"/>
                </a:lnTo>
                <a:lnTo>
                  <a:pt x="153" y="5490"/>
                </a:lnTo>
                <a:lnTo>
                  <a:pt x="307" y="3889"/>
                </a:lnTo>
                <a:lnTo>
                  <a:pt x="2832" y="1838"/>
                </a:lnTo>
                <a:lnTo>
                  <a:pt x="4548" y="747"/>
                </a:lnTo>
                <a:lnTo>
                  <a:pt x="6247" y="259"/>
                </a:lnTo>
                <a:lnTo>
                  <a:pt x="8709" y="0"/>
                </a:lnTo>
                <a:close/>
              </a:path>
            </a:pathLst>
          </a:custGeom>
          <a:solidFill>
            <a:srgbClr val="E7E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3" name="contour_08861"/>
          <p:cNvSpPr/>
          <p:nvPr/>
        </p:nvSpPr>
        <p:spPr>
          <a:xfrm>
            <a:off x="863070" y="1625222"/>
            <a:ext cx="3812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29" y="0"/>
                </a:moveTo>
                <a:lnTo>
                  <a:pt x="9055" y="111"/>
                </a:lnTo>
                <a:lnTo>
                  <a:pt x="12499" y="259"/>
                </a:lnTo>
                <a:lnTo>
                  <a:pt x="14923" y="516"/>
                </a:lnTo>
                <a:lnTo>
                  <a:pt x="16785" y="958"/>
                </a:lnTo>
                <a:lnTo>
                  <a:pt x="18536" y="1661"/>
                </a:lnTo>
                <a:lnTo>
                  <a:pt x="20646" y="2700"/>
                </a:lnTo>
                <a:lnTo>
                  <a:pt x="21059" y="4604"/>
                </a:lnTo>
                <a:lnTo>
                  <a:pt x="21344" y="6496"/>
                </a:lnTo>
                <a:lnTo>
                  <a:pt x="21522" y="8381"/>
                </a:lnTo>
                <a:lnTo>
                  <a:pt x="21600" y="10260"/>
                </a:lnTo>
                <a:lnTo>
                  <a:pt x="21588" y="12137"/>
                </a:lnTo>
                <a:lnTo>
                  <a:pt x="21501" y="14016"/>
                </a:lnTo>
                <a:lnTo>
                  <a:pt x="21352" y="15898"/>
                </a:lnTo>
                <a:lnTo>
                  <a:pt x="21154" y="17788"/>
                </a:lnTo>
                <a:lnTo>
                  <a:pt x="20915" y="19688"/>
                </a:lnTo>
                <a:lnTo>
                  <a:pt x="20646" y="21600"/>
                </a:lnTo>
                <a:lnTo>
                  <a:pt x="17727" y="21600"/>
                </a:lnTo>
                <a:lnTo>
                  <a:pt x="14803" y="21600"/>
                </a:lnTo>
                <a:lnTo>
                  <a:pt x="11872" y="21600"/>
                </a:lnTo>
                <a:lnTo>
                  <a:pt x="8927" y="21600"/>
                </a:lnTo>
                <a:lnTo>
                  <a:pt x="5971" y="21600"/>
                </a:lnTo>
                <a:lnTo>
                  <a:pt x="2998" y="21600"/>
                </a:lnTo>
                <a:lnTo>
                  <a:pt x="0" y="21600"/>
                </a:lnTo>
                <a:lnTo>
                  <a:pt x="343" y="19818"/>
                </a:lnTo>
                <a:lnTo>
                  <a:pt x="681" y="18036"/>
                </a:lnTo>
                <a:lnTo>
                  <a:pt x="1024" y="16251"/>
                </a:lnTo>
                <a:lnTo>
                  <a:pt x="1363" y="14464"/>
                </a:lnTo>
                <a:lnTo>
                  <a:pt x="1705" y="12674"/>
                </a:lnTo>
                <a:lnTo>
                  <a:pt x="2048" y="10881"/>
                </a:lnTo>
                <a:lnTo>
                  <a:pt x="2391" y="9083"/>
                </a:lnTo>
                <a:lnTo>
                  <a:pt x="2738" y="7279"/>
                </a:lnTo>
                <a:lnTo>
                  <a:pt x="3085" y="5470"/>
                </a:lnTo>
                <a:lnTo>
                  <a:pt x="3431" y="3656"/>
                </a:lnTo>
                <a:lnTo>
                  <a:pt x="3778" y="1831"/>
                </a:lnTo>
                <a:lnTo>
                  <a:pt x="4129" y="0"/>
                </a:lnTo>
                <a:close/>
              </a:path>
            </a:pathLst>
          </a:custGeom>
          <a:solidFill>
            <a:srgbClr val="464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4" name="contour_08862"/>
          <p:cNvSpPr/>
          <p:nvPr/>
        </p:nvSpPr>
        <p:spPr>
          <a:xfrm>
            <a:off x="2087452" y="1624610"/>
            <a:ext cx="72880" cy="44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8"/>
                </a:moveTo>
                <a:lnTo>
                  <a:pt x="20574" y="593"/>
                </a:lnTo>
                <a:lnTo>
                  <a:pt x="19542" y="888"/>
                </a:lnTo>
                <a:lnTo>
                  <a:pt x="18494" y="1186"/>
                </a:lnTo>
                <a:lnTo>
                  <a:pt x="17999" y="1576"/>
                </a:lnTo>
                <a:lnTo>
                  <a:pt x="17124" y="2269"/>
                </a:lnTo>
                <a:lnTo>
                  <a:pt x="15120" y="3849"/>
                </a:lnTo>
                <a:lnTo>
                  <a:pt x="14679" y="6295"/>
                </a:lnTo>
                <a:lnTo>
                  <a:pt x="14435" y="8134"/>
                </a:lnTo>
                <a:lnTo>
                  <a:pt x="14174" y="10949"/>
                </a:lnTo>
                <a:lnTo>
                  <a:pt x="13872" y="13764"/>
                </a:lnTo>
                <a:lnTo>
                  <a:pt x="13556" y="15604"/>
                </a:lnTo>
                <a:lnTo>
                  <a:pt x="12960" y="18050"/>
                </a:lnTo>
                <a:lnTo>
                  <a:pt x="11532" y="19122"/>
                </a:lnTo>
                <a:lnTo>
                  <a:pt x="10156" y="19910"/>
                </a:lnTo>
                <a:lnTo>
                  <a:pt x="8789" y="20485"/>
                </a:lnTo>
                <a:lnTo>
                  <a:pt x="7387" y="20915"/>
                </a:lnTo>
                <a:lnTo>
                  <a:pt x="5912" y="21263"/>
                </a:lnTo>
                <a:lnTo>
                  <a:pt x="4320" y="21600"/>
                </a:lnTo>
                <a:lnTo>
                  <a:pt x="4409" y="19914"/>
                </a:lnTo>
                <a:lnTo>
                  <a:pt x="4499" y="18217"/>
                </a:lnTo>
                <a:lnTo>
                  <a:pt x="4590" y="16495"/>
                </a:lnTo>
                <a:lnTo>
                  <a:pt x="4501" y="14663"/>
                </a:lnTo>
                <a:lnTo>
                  <a:pt x="4411" y="12820"/>
                </a:lnTo>
                <a:lnTo>
                  <a:pt x="4320" y="10949"/>
                </a:lnTo>
                <a:lnTo>
                  <a:pt x="3028" y="9699"/>
                </a:lnTo>
                <a:lnTo>
                  <a:pt x="2147" y="8915"/>
                </a:lnTo>
                <a:lnTo>
                  <a:pt x="1272" y="8258"/>
                </a:lnTo>
                <a:lnTo>
                  <a:pt x="0" y="7399"/>
                </a:lnTo>
                <a:lnTo>
                  <a:pt x="1447" y="6004"/>
                </a:lnTo>
                <a:lnTo>
                  <a:pt x="2860" y="4786"/>
                </a:lnTo>
                <a:lnTo>
                  <a:pt x="4247" y="3731"/>
                </a:lnTo>
                <a:lnTo>
                  <a:pt x="5612" y="2830"/>
                </a:lnTo>
                <a:lnTo>
                  <a:pt x="6968" y="2073"/>
                </a:lnTo>
                <a:lnTo>
                  <a:pt x="8318" y="1452"/>
                </a:lnTo>
                <a:lnTo>
                  <a:pt x="9675" y="955"/>
                </a:lnTo>
                <a:lnTo>
                  <a:pt x="11042" y="575"/>
                </a:lnTo>
                <a:lnTo>
                  <a:pt x="12431" y="298"/>
                </a:lnTo>
                <a:lnTo>
                  <a:pt x="13846" y="117"/>
                </a:lnTo>
                <a:lnTo>
                  <a:pt x="15295" y="21"/>
                </a:lnTo>
                <a:lnTo>
                  <a:pt x="16788" y="0"/>
                </a:lnTo>
                <a:lnTo>
                  <a:pt x="18330" y="46"/>
                </a:lnTo>
                <a:lnTo>
                  <a:pt x="19932" y="149"/>
                </a:lnTo>
                <a:lnTo>
                  <a:pt x="21600" y="298"/>
                </a:lnTo>
                <a:close/>
              </a:path>
            </a:pathLst>
          </a:custGeom>
          <a:solidFill>
            <a:srgbClr val="C3AB7A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5" name="contour_08863"/>
          <p:cNvSpPr/>
          <p:nvPr/>
        </p:nvSpPr>
        <p:spPr>
          <a:xfrm>
            <a:off x="8544613" y="1494038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7343" y="2158"/>
                </a:lnTo>
                <a:lnTo>
                  <a:pt x="18543" y="3773"/>
                </a:lnTo>
                <a:lnTo>
                  <a:pt x="19407" y="5014"/>
                </a:lnTo>
                <a:lnTo>
                  <a:pt x="20043" y="6050"/>
                </a:lnTo>
                <a:lnTo>
                  <a:pt x="20551" y="7046"/>
                </a:lnTo>
                <a:lnTo>
                  <a:pt x="21036" y="8174"/>
                </a:lnTo>
                <a:lnTo>
                  <a:pt x="21600" y="9600"/>
                </a:lnTo>
                <a:lnTo>
                  <a:pt x="21408" y="11268"/>
                </a:lnTo>
                <a:lnTo>
                  <a:pt x="21097" y="12787"/>
                </a:lnTo>
                <a:lnTo>
                  <a:pt x="20665" y="14186"/>
                </a:lnTo>
                <a:lnTo>
                  <a:pt x="20112" y="15497"/>
                </a:lnTo>
                <a:lnTo>
                  <a:pt x="19430" y="16750"/>
                </a:lnTo>
                <a:lnTo>
                  <a:pt x="18617" y="17974"/>
                </a:lnTo>
                <a:lnTo>
                  <a:pt x="17673" y="19200"/>
                </a:lnTo>
                <a:lnTo>
                  <a:pt x="16357" y="19870"/>
                </a:lnTo>
                <a:lnTo>
                  <a:pt x="15098" y="20386"/>
                </a:lnTo>
                <a:lnTo>
                  <a:pt x="13855" y="20784"/>
                </a:lnTo>
                <a:lnTo>
                  <a:pt x="12587" y="21096"/>
                </a:lnTo>
                <a:lnTo>
                  <a:pt x="11256" y="21358"/>
                </a:lnTo>
                <a:lnTo>
                  <a:pt x="9818" y="21600"/>
                </a:lnTo>
                <a:lnTo>
                  <a:pt x="9818" y="20014"/>
                </a:lnTo>
                <a:lnTo>
                  <a:pt x="9818" y="18418"/>
                </a:lnTo>
                <a:lnTo>
                  <a:pt x="9818" y="16800"/>
                </a:lnTo>
                <a:lnTo>
                  <a:pt x="8534" y="16217"/>
                </a:lnTo>
                <a:lnTo>
                  <a:pt x="7593" y="15866"/>
                </a:lnTo>
                <a:lnTo>
                  <a:pt x="6539" y="15607"/>
                </a:lnTo>
                <a:lnTo>
                  <a:pt x="4909" y="15300"/>
                </a:lnTo>
                <a:lnTo>
                  <a:pt x="3538" y="15029"/>
                </a:lnTo>
                <a:lnTo>
                  <a:pt x="2148" y="14755"/>
                </a:lnTo>
                <a:lnTo>
                  <a:pt x="1082" y="14578"/>
                </a:lnTo>
                <a:lnTo>
                  <a:pt x="0" y="14400"/>
                </a:lnTo>
                <a:lnTo>
                  <a:pt x="336" y="12900"/>
                </a:lnTo>
                <a:lnTo>
                  <a:pt x="654" y="11902"/>
                </a:lnTo>
                <a:lnTo>
                  <a:pt x="1135" y="10951"/>
                </a:lnTo>
                <a:lnTo>
                  <a:pt x="1964" y="9600"/>
                </a:lnTo>
                <a:lnTo>
                  <a:pt x="3205" y="9847"/>
                </a:lnTo>
                <a:lnTo>
                  <a:pt x="4379" y="10126"/>
                </a:lnTo>
                <a:lnTo>
                  <a:pt x="5516" y="10442"/>
                </a:lnTo>
                <a:lnTo>
                  <a:pt x="6641" y="10807"/>
                </a:lnTo>
                <a:lnTo>
                  <a:pt x="7780" y="11222"/>
                </a:lnTo>
                <a:lnTo>
                  <a:pt x="8958" y="11700"/>
                </a:lnTo>
                <a:lnTo>
                  <a:pt x="9932" y="12077"/>
                </a:lnTo>
                <a:lnTo>
                  <a:pt x="10920" y="12458"/>
                </a:lnTo>
                <a:lnTo>
                  <a:pt x="12120" y="12934"/>
                </a:lnTo>
                <a:lnTo>
                  <a:pt x="13317" y="13416"/>
                </a:lnTo>
                <a:lnTo>
                  <a:pt x="14515" y="13906"/>
                </a:lnTo>
                <a:lnTo>
                  <a:pt x="15709" y="14400"/>
                </a:lnTo>
                <a:lnTo>
                  <a:pt x="15709" y="12816"/>
                </a:lnTo>
                <a:lnTo>
                  <a:pt x="15709" y="11230"/>
                </a:lnTo>
                <a:lnTo>
                  <a:pt x="15709" y="9643"/>
                </a:lnTo>
                <a:lnTo>
                  <a:pt x="15709" y="8052"/>
                </a:lnTo>
                <a:lnTo>
                  <a:pt x="15709" y="6456"/>
                </a:lnTo>
                <a:lnTo>
                  <a:pt x="15709" y="4853"/>
                </a:lnTo>
                <a:lnTo>
                  <a:pt x="15709" y="3245"/>
                </a:lnTo>
                <a:lnTo>
                  <a:pt x="15709" y="1627"/>
                </a:lnTo>
                <a:lnTo>
                  <a:pt x="15709" y="0"/>
                </a:lnTo>
                <a:close/>
              </a:path>
            </a:pathLst>
          </a:custGeom>
          <a:solidFill>
            <a:srgbClr val="ADABB1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6" name="contour_08864"/>
          <p:cNvSpPr/>
          <p:nvPr/>
        </p:nvSpPr>
        <p:spPr>
          <a:xfrm>
            <a:off x="2065588" y="1413870"/>
            <a:ext cx="65592" cy="53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6" y="0"/>
                </a:lnTo>
                <a:lnTo>
                  <a:pt x="3182" y="0"/>
                </a:lnTo>
                <a:lnTo>
                  <a:pt x="4800" y="0"/>
                </a:lnTo>
                <a:lnTo>
                  <a:pt x="5539" y="2189"/>
                </a:lnTo>
                <a:lnTo>
                  <a:pt x="6034" y="3742"/>
                </a:lnTo>
                <a:lnTo>
                  <a:pt x="6398" y="5084"/>
                </a:lnTo>
                <a:lnTo>
                  <a:pt x="6749" y="6637"/>
                </a:lnTo>
                <a:lnTo>
                  <a:pt x="7200" y="8826"/>
                </a:lnTo>
                <a:lnTo>
                  <a:pt x="8688" y="8402"/>
                </a:lnTo>
                <a:lnTo>
                  <a:pt x="10183" y="7973"/>
                </a:lnTo>
                <a:lnTo>
                  <a:pt x="11700" y="7537"/>
                </a:lnTo>
                <a:lnTo>
                  <a:pt x="12329" y="7358"/>
                </a:lnTo>
                <a:lnTo>
                  <a:pt x="14232" y="6814"/>
                </a:lnTo>
                <a:lnTo>
                  <a:pt x="15782" y="6196"/>
                </a:lnTo>
                <a:lnTo>
                  <a:pt x="17270" y="5496"/>
                </a:lnTo>
                <a:lnTo>
                  <a:pt x="18720" y="4719"/>
                </a:lnTo>
                <a:lnTo>
                  <a:pt x="20153" y="3866"/>
                </a:lnTo>
                <a:lnTo>
                  <a:pt x="21600" y="2942"/>
                </a:lnTo>
                <a:lnTo>
                  <a:pt x="21290" y="5057"/>
                </a:lnTo>
                <a:lnTo>
                  <a:pt x="20959" y="7120"/>
                </a:lnTo>
                <a:lnTo>
                  <a:pt x="20590" y="9141"/>
                </a:lnTo>
                <a:lnTo>
                  <a:pt x="20167" y="11121"/>
                </a:lnTo>
                <a:lnTo>
                  <a:pt x="19680" y="13062"/>
                </a:lnTo>
                <a:lnTo>
                  <a:pt x="19114" y="14978"/>
                </a:lnTo>
                <a:lnTo>
                  <a:pt x="18454" y="16869"/>
                </a:lnTo>
                <a:lnTo>
                  <a:pt x="17688" y="18737"/>
                </a:lnTo>
                <a:lnTo>
                  <a:pt x="16800" y="20594"/>
                </a:lnTo>
                <a:lnTo>
                  <a:pt x="15108" y="21082"/>
                </a:lnTo>
                <a:lnTo>
                  <a:pt x="13502" y="21400"/>
                </a:lnTo>
                <a:lnTo>
                  <a:pt x="11959" y="21565"/>
                </a:lnTo>
                <a:lnTo>
                  <a:pt x="10450" y="21600"/>
                </a:lnTo>
                <a:lnTo>
                  <a:pt x="8945" y="21529"/>
                </a:lnTo>
                <a:lnTo>
                  <a:pt x="7414" y="21373"/>
                </a:lnTo>
                <a:lnTo>
                  <a:pt x="5832" y="21150"/>
                </a:lnTo>
                <a:lnTo>
                  <a:pt x="4171" y="20882"/>
                </a:lnTo>
                <a:lnTo>
                  <a:pt x="2400" y="20594"/>
                </a:lnTo>
                <a:lnTo>
                  <a:pt x="2162" y="18555"/>
                </a:lnTo>
                <a:lnTo>
                  <a:pt x="1925" y="16513"/>
                </a:lnTo>
                <a:lnTo>
                  <a:pt x="1687" y="14472"/>
                </a:lnTo>
                <a:lnTo>
                  <a:pt x="1447" y="12427"/>
                </a:lnTo>
                <a:lnTo>
                  <a:pt x="1210" y="10373"/>
                </a:lnTo>
                <a:lnTo>
                  <a:pt x="970" y="8317"/>
                </a:lnTo>
                <a:lnTo>
                  <a:pt x="730" y="6252"/>
                </a:lnTo>
                <a:lnTo>
                  <a:pt x="487" y="4178"/>
                </a:lnTo>
                <a:lnTo>
                  <a:pt x="245" y="2095"/>
                </a:lnTo>
                <a:lnTo>
                  <a:pt x="0" y="0"/>
                </a:lnTo>
                <a:close/>
              </a:path>
            </a:pathLst>
          </a:custGeom>
          <a:solidFill>
            <a:srgbClr val="D63E3A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7" name="contour_08865"/>
          <p:cNvSpPr/>
          <p:nvPr/>
        </p:nvSpPr>
        <p:spPr>
          <a:xfrm>
            <a:off x="7203622" y="1442038"/>
            <a:ext cx="13847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23" y="255"/>
                </a:moveTo>
                <a:lnTo>
                  <a:pt x="7363" y="269"/>
                </a:lnTo>
                <a:lnTo>
                  <a:pt x="8014" y="282"/>
                </a:lnTo>
                <a:lnTo>
                  <a:pt x="8691" y="310"/>
                </a:lnTo>
                <a:lnTo>
                  <a:pt x="9369" y="338"/>
                </a:lnTo>
                <a:lnTo>
                  <a:pt x="10046" y="372"/>
                </a:lnTo>
                <a:lnTo>
                  <a:pt x="10724" y="413"/>
                </a:lnTo>
                <a:lnTo>
                  <a:pt x="11401" y="455"/>
                </a:lnTo>
                <a:lnTo>
                  <a:pt x="12079" y="496"/>
                </a:lnTo>
                <a:lnTo>
                  <a:pt x="12770" y="524"/>
                </a:lnTo>
                <a:lnTo>
                  <a:pt x="13460" y="551"/>
                </a:lnTo>
                <a:lnTo>
                  <a:pt x="14151" y="572"/>
                </a:lnTo>
                <a:lnTo>
                  <a:pt x="14841" y="593"/>
                </a:lnTo>
                <a:lnTo>
                  <a:pt x="15592" y="620"/>
                </a:lnTo>
                <a:lnTo>
                  <a:pt x="16343" y="655"/>
                </a:lnTo>
                <a:lnTo>
                  <a:pt x="17094" y="682"/>
                </a:lnTo>
                <a:lnTo>
                  <a:pt x="17845" y="717"/>
                </a:lnTo>
                <a:lnTo>
                  <a:pt x="18595" y="758"/>
                </a:lnTo>
                <a:lnTo>
                  <a:pt x="19347" y="799"/>
                </a:lnTo>
                <a:lnTo>
                  <a:pt x="20098" y="841"/>
                </a:lnTo>
                <a:lnTo>
                  <a:pt x="20849" y="882"/>
                </a:lnTo>
                <a:lnTo>
                  <a:pt x="21600" y="930"/>
                </a:lnTo>
                <a:lnTo>
                  <a:pt x="21600" y="4354"/>
                </a:lnTo>
                <a:lnTo>
                  <a:pt x="21600" y="7820"/>
                </a:lnTo>
                <a:lnTo>
                  <a:pt x="20830" y="7820"/>
                </a:lnTo>
                <a:lnTo>
                  <a:pt x="20060" y="7820"/>
                </a:lnTo>
                <a:lnTo>
                  <a:pt x="19289" y="7820"/>
                </a:lnTo>
                <a:lnTo>
                  <a:pt x="18518" y="7820"/>
                </a:lnTo>
                <a:lnTo>
                  <a:pt x="17747" y="7820"/>
                </a:lnTo>
                <a:lnTo>
                  <a:pt x="16975" y="7820"/>
                </a:lnTo>
                <a:lnTo>
                  <a:pt x="16202" y="7820"/>
                </a:lnTo>
                <a:lnTo>
                  <a:pt x="15428" y="7820"/>
                </a:lnTo>
                <a:lnTo>
                  <a:pt x="14654" y="7820"/>
                </a:lnTo>
                <a:lnTo>
                  <a:pt x="13877" y="7820"/>
                </a:lnTo>
                <a:lnTo>
                  <a:pt x="13101" y="7820"/>
                </a:lnTo>
                <a:lnTo>
                  <a:pt x="12322" y="7820"/>
                </a:lnTo>
                <a:lnTo>
                  <a:pt x="11542" y="7820"/>
                </a:lnTo>
                <a:lnTo>
                  <a:pt x="10760" y="7820"/>
                </a:lnTo>
                <a:lnTo>
                  <a:pt x="9977" y="7820"/>
                </a:lnTo>
                <a:lnTo>
                  <a:pt x="9191" y="7820"/>
                </a:lnTo>
                <a:lnTo>
                  <a:pt x="8404" y="7820"/>
                </a:lnTo>
                <a:lnTo>
                  <a:pt x="7613" y="7820"/>
                </a:lnTo>
                <a:lnTo>
                  <a:pt x="6821" y="7820"/>
                </a:lnTo>
                <a:lnTo>
                  <a:pt x="6821" y="12374"/>
                </a:lnTo>
                <a:lnTo>
                  <a:pt x="6821" y="16956"/>
                </a:lnTo>
                <a:lnTo>
                  <a:pt x="6821" y="21600"/>
                </a:lnTo>
                <a:lnTo>
                  <a:pt x="6071" y="21600"/>
                </a:lnTo>
                <a:lnTo>
                  <a:pt x="5319" y="21600"/>
                </a:lnTo>
                <a:lnTo>
                  <a:pt x="4568" y="21600"/>
                </a:lnTo>
                <a:lnTo>
                  <a:pt x="3814" y="21600"/>
                </a:lnTo>
                <a:lnTo>
                  <a:pt x="3058" y="21600"/>
                </a:lnTo>
                <a:lnTo>
                  <a:pt x="2299" y="21600"/>
                </a:lnTo>
                <a:lnTo>
                  <a:pt x="1537" y="21600"/>
                </a:lnTo>
                <a:lnTo>
                  <a:pt x="771" y="21600"/>
                </a:lnTo>
                <a:lnTo>
                  <a:pt x="0" y="21600"/>
                </a:lnTo>
                <a:lnTo>
                  <a:pt x="0" y="17053"/>
                </a:lnTo>
                <a:lnTo>
                  <a:pt x="0" y="12464"/>
                </a:lnTo>
                <a:lnTo>
                  <a:pt x="0" y="7820"/>
                </a:lnTo>
                <a:lnTo>
                  <a:pt x="661" y="5037"/>
                </a:lnTo>
                <a:lnTo>
                  <a:pt x="1353" y="2983"/>
                </a:lnTo>
                <a:lnTo>
                  <a:pt x="2074" y="1557"/>
                </a:lnTo>
                <a:lnTo>
                  <a:pt x="2818" y="661"/>
                </a:lnTo>
                <a:lnTo>
                  <a:pt x="3580" y="172"/>
                </a:lnTo>
                <a:lnTo>
                  <a:pt x="4356" y="0"/>
                </a:lnTo>
                <a:lnTo>
                  <a:pt x="5142" y="28"/>
                </a:lnTo>
                <a:lnTo>
                  <a:pt x="5933" y="145"/>
                </a:lnTo>
                <a:lnTo>
                  <a:pt x="6723" y="255"/>
                </a:lnTo>
                <a:close/>
              </a:path>
            </a:pathLst>
          </a:custGeom>
          <a:solidFill>
            <a:srgbClr val="E4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8" name="contour_08866"/>
          <p:cNvSpPr/>
          <p:nvPr/>
        </p:nvSpPr>
        <p:spPr>
          <a:xfrm>
            <a:off x="4069786" y="1428723"/>
            <a:ext cx="43728" cy="58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3" y="65"/>
                </a:moveTo>
                <a:lnTo>
                  <a:pt x="15365" y="1337"/>
                </a:lnTo>
                <a:lnTo>
                  <a:pt x="16978" y="2306"/>
                </a:lnTo>
                <a:lnTo>
                  <a:pt x="17993" y="3272"/>
                </a:lnTo>
                <a:lnTo>
                  <a:pt x="18724" y="4544"/>
                </a:lnTo>
                <a:lnTo>
                  <a:pt x="19490" y="6424"/>
                </a:lnTo>
                <a:lnTo>
                  <a:pt x="19868" y="8204"/>
                </a:lnTo>
                <a:lnTo>
                  <a:pt x="20221" y="9978"/>
                </a:lnTo>
                <a:lnTo>
                  <a:pt x="20545" y="11755"/>
                </a:lnTo>
                <a:lnTo>
                  <a:pt x="20848" y="13529"/>
                </a:lnTo>
                <a:lnTo>
                  <a:pt x="21125" y="15309"/>
                </a:lnTo>
                <a:lnTo>
                  <a:pt x="21377" y="17097"/>
                </a:lnTo>
                <a:lnTo>
                  <a:pt x="21600" y="18887"/>
                </a:lnTo>
                <a:lnTo>
                  <a:pt x="19224" y="19335"/>
                </a:lnTo>
                <a:lnTo>
                  <a:pt x="16844" y="19785"/>
                </a:lnTo>
                <a:lnTo>
                  <a:pt x="14454" y="20233"/>
                </a:lnTo>
                <a:lnTo>
                  <a:pt x="12053" y="20686"/>
                </a:lnTo>
                <a:lnTo>
                  <a:pt x="9637" y="21142"/>
                </a:lnTo>
                <a:lnTo>
                  <a:pt x="7200" y="21600"/>
                </a:lnTo>
                <a:lnTo>
                  <a:pt x="5530" y="18488"/>
                </a:lnTo>
                <a:lnTo>
                  <a:pt x="4468" y="16283"/>
                </a:lnTo>
                <a:lnTo>
                  <a:pt x="3956" y="14671"/>
                </a:lnTo>
                <a:lnTo>
                  <a:pt x="3942" y="13337"/>
                </a:lnTo>
                <a:lnTo>
                  <a:pt x="4367" y="11967"/>
                </a:lnTo>
                <a:lnTo>
                  <a:pt x="5177" y="10238"/>
                </a:lnTo>
                <a:lnTo>
                  <a:pt x="6181" y="9148"/>
                </a:lnTo>
                <a:lnTo>
                  <a:pt x="7200" y="8036"/>
                </a:lnTo>
                <a:lnTo>
                  <a:pt x="4824" y="8036"/>
                </a:lnTo>
                <a:lnTo>
                  <a:pt x="2426" y="8036"/>
                </a:lnTo>
                <a:lnTo>
                  <a:pt x="0" y="8036"/>
                </a:lnTo>
                <a:lnTo>
                  <a:pt x="0" y="6245"/>
                </a:lnTo>
                <a:lnTo>
                  <a:pt x="0" y="4441"/>
                </a:lnTo>
                <a:lnTo>
                  <a:pt x="0" y="2610"/>
                </a:lnTo>
                <a:lnTo>
                  <a:pt x="2077" y="1438"/>
                </a:lnTo>
                <a:lnTo>
                  <a:pt x="4000" y="667"/>
                </a:lnTo>
                <a:lnTo>
                  <a:pt x="5904" y="222"/>
                </a:lnTo>
                <a:lnTo>
                  <a:pt x="7920" y="24"/>
                </a:lnTo>
                <a:lnTo>
                  <a:pt x="10181" y="0"/>
                </a:lnTo>
                <a:lnTo>
                  <a:pt x="12823" y="65"/>
                </a:lnTo>
                <a:close/>
              </a:path>
            </a:pathLst>
          </a:custGeom>
          <a:solidFill>
            <a:srgbClr val="E5EB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869" name="contour_08867"/>
          <p:cNvSpPr/>
          <p:nvPr/>
        </p:nvSpPr>
        <p:spPr>
          <a:xfrm>
            <a:off x="2086738" y="1362854"/>
            <a:ext cx="3715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52" y="0"/>
                </a:moveTo>
                <a:lnTo>
                  <a:pt x="7453" y="0"/>
                </a:lnTo>
                <a:lnTo>
                  <a:pt x="10270" y="0"/>
                </a:lnTo>
                <a:lnTo>
                  <a:pt x="13126" y="0"/>
                </a:lnTo>
                <a:lnTo>
                  <a:pt x="14122" y="1817"/>
                </a:lnTo>
                <a:lnTo>
                  <a:pt x="15020" y="3594"/>
                </a:lnTo>
                <a:lnTo>
                  <a:pt x="15834" y="5354"/>
                </a:lnTo>
                <a:lnTo>
                  <a:pt x="16575" y="7125"/>
                </a:lnTo>
                <a:lnTo>
                  <a:pt x="17257" y="8932"/>
                </a:lnTo>
                <a:lnTo>
                  <a:pt x="17893" y="10800"/>
                </a:lnTo>
                <a:lnTo>
                  <a:pt x="18443" y="12350"/>
                </a:lnTo>
                <a:lnTo>
                  <a:pt x="19003" y="13921"/>
                </a:lnTo>
                <a:lnTo>
                  <a:pt x="19537" y="15455"/>
                </a:lnTo>
                <a:lnTo>
                  <a:pt x="20062" y="16988"/>
                </a:lnTo>
                <a:lnTo>
                  <a:pt x="20583" y="18525"/>
                </a:lnTo>
                <a:lnTo>
                  <a:pt x="21092" y="20064"/>
                </a:lnTo>
                <a:lnTo>
                  <a:pt x="21600" y="21600"/>
                </a:lnTo>
                <a:lnTo>
                  <a:pt x="18604" y="21600"/>
                </a:lnTo>
                <a:lnTo>
                  <a:pt x="15605" y="21600"/>
                </a:lnTo>
                <a:lnTo>
                  <a:pt x="12596" y="21600"/>
                </a:lnTo>
                <a:lnTo>
                  <a:pt x="9576" y="21600"/>
                </a:lnTo>
                <a:lnTo>
                  <a:pt x="6542" y="21600"/>
                </a:lnTo>
                <a:lnTo>
                  <a:pt x="3491" y="21600"/>
                </a:lnTo>
                <a:lnTo>
                  <a:pt x="415" y="21600"/>
                </a:lnTo>
                <a:lnTo>
                  <a:pt x="352" y="19742"/>
                </a:lnTo>
                <a:lnTo>
                  <a:pt x="292" y="17888"/>
                </a:lnTo>
                <a:lnTo>
                  <a:pt x="242" y="16030"/>
                </a:lnTo>
                <a:lnTo>
                  <a:pt x="195" y="14175"/>
                </a:lnTo>
                <a:lnTo>
                  <a:pt x="153" y="12317"/>
                </a:lnTo>
                <a:lnTo>
                  <a:pt x="102" y="10592"/>
                </a:lnTo>
                <a:lnTo>
                  <a:pt x="51" y="8856"/>
                </a:lnTo>
                <a:lnTo>
                  <a:pt x="0" y="7098"/>
                </a:lnTo>
                <a:lnTo>
                  <a:pt x="305" y="4514"/>
                </a:lnTo>
                <a:lnTo>
                  <a:pt x="894" y="2913"/>
                </a:lnTo>
                <a:lnTo>
                  <a:pt x="2195" y="1631"/>
                </a:lnTo>
                <a:lnTo>
                  <a:pt x="4652" y="0"/>
                </a:lnTo>
                <a:close/>
              </a:path>
            </a:pathLst>
          </a:custGeom>
          <a:solidFill>
            <a:srgbClr val="F1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0" name="contour_08868"/>
          <p:cNvSpPr/>
          <p:nvPr/>
        </p:nvSpPr>
        <p:spPr>
          <a:xfrm>
            <a:off x="9702813" y="1362854"/>
            <a:ext cx="5889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7" y="0"/>
                </a:moveTo>
                <a:lnTo>
                  <a:pt x="585" y="1568"/>
                </a:lnTo>
                <a:lnTo>
                  <a:pt x="957" y="3157"/>
                </a:lnTo>
                <a:lnTo>
                  <a:pt x="1916" y="4653"/>
                </a:lnTo>
                <a:lnTo>
                  <a:pt x="2889" y="6171"/>
                </a:lnTo>
                <a:lnTo>
                  <a:pt x="4747" y="6137"/>
                </a:lnTo>
                <a:lnTo>
                  <a:pt x="6145" y="6082"/>
                </a:lnTo>
                <a:lnTo>
                  <a:pt x="7345" y="5974"/>
                </a:lnTo>
                <a:lnTo>
                  <a:pt x="8612" y="5783"/>
                </a:lnTo>
                <a:lnTo>
                  <a:pt x="10213" y="5471"/>
                </a:lnTo>
                <a:lnTo>
                  <a:pt x="12410" y="5014"/>
                </a:lnTo>
                <a:lnTo>
                  <a:pt x="14126" y="4672"/>
                </a:lnTo>
                <a:lnTo>
                  <a:pt x="15853" y="4326"/>
                </a:lnTo>
                <a:lnTo>
                  <a:pt x="17601" y="3977"/>
                </a:lnTo>
                <a:lnTo>
                  <a:pt x="18922" y="3684"/>
                </a:lnTo>
                <a:lnTo>
                  <a:pt x="20253" y="3385"/>
                </a:lnTo>
                <a:lnTo>
                  <a:pt x="21600" y="3086"/>
                </a:lnTo>
                <a:lnTo>
                  <a:pt x="20424" y="4783"/>
                </a:lnTo>
                <a:lnTo>
                  <a:pt x="19248" y="6483"/>
                </a:lnTo>
                <a:lnTo>
                  <a:pt x="18069" y="8183"/>
                </a:lnTo>
                <a:lnTo>
                  <a:pt x="16885" y="9887"/>
                </a:lnTo>
                <a:lnTo>
                  <a:pt x="15701" y="11599"/>
                </a:lnTo>
                <a:lnTo>
                  <a:pt x="14511" y="13315"/>
                </a:lnTo>
                <a:lnTo>
                  <a:pt x="13317" y="15040"/>
                </a:lnTo>
                <a:lnTo>
                  <a:pt x="12116" y="16771"/>
                </a:lnTo>
                <a:lnTo>
                  <a:pt x="10908" y="18514"/>
                </a:lnTo>
                <a:lnTo>
                  <a:pt x="12496" y="19125"/>
                </a:lnTo>
                <a:lnTo>
                  <a:pt x="14089" y="19739"/>
                </a:lnTo>
                <a:lnTo>
                  <a:pt x="15687" y="20353"/>
                </a:lnTo>
                <a:lnTo>
                  <a:pt x="17299" y="20974"/>
                </a:lnTo>
                <a:lnTo>
                  <a:pt x="18927" y="21600"/>
                </a:lnTo>
                <a:lnTo>
                  <a:pt x="17355" y="21338"/>
                </a:lnTo>
                <a:lnTo>
                  <a:pt x="15784" y="21069"/>
                </a:lnTo>
                <a:lnTo>
                  <a:pt x="14215" y="20798"/>
                </a:lnTo>
                <a:lnTo>
                  <a:pt x="12643" y="20526"/>
                </a:lnTo>
                <a:lnTo>
                  <a:pt x="11074" y="20248"/>
                </a:lnTo>
                <a:lnTo>
                  <a:pt x="10424" y="20137"/>
                </a:lnTo>
                <a:lnTo>
                  <a:pt x="9280" y="19940"/>
                </a:lnTo>
                <a:lnTo>
                  <a:pt x="6658" y="19489"/>
                </a:lnTo>
                <a:lnTo>
                  <a:pt x="4437" y="18878"/>
                </a:lnTo>
                <a:lnTo>
                  <a:pt x="3026" y="18252"/>
                </a:lnTo>
                <a:lnTo>
                  <a:pt x="1820" y="17228"/>
                </a:lnTo>
                <a:lnTo>
                  <a:pt x="217" y="15429"/>
                </a:lnTo>
                <a:lnTo>
                  <a:pt x="67" y="13238"/>
                </a:lnTo>
                <a:lnTo>
                  <a:pt x="0" y="11683"/>
                </a:lnTo>
                <a:lnTo>
                  <a:pt x="0" y="10025"/>
                </a:lnTo>
                <a:lnTo>
                  <a:pt x="51" y="7523"/>
                </a:lnTo>
                <a:lnTo>
                  <a:pt x="86" y="5409"/>
                </a:lnTo>
                <a:lnTo>
                  <a:pt x="123" y="3268"/>
                </a:lnTo>
                <a:lnTo>
                  <a:pt x="168" y="1645"/>
                </a:lnTo>
                <a:lnTo>
                  <a:pt x="217" y="0"/>
                </a:lnTo>
                <a:close/>
              </a:path>
            </a:pathLst>
          </a:custGeom>
          <a:solidFill>
            <a:srgbClr val="AFC0CB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1" name="contour_08869"/>
          <p:cNvSpPr/>
          <p:nvPr/>
        </p:nvSpPr>
        <p:spPr>
          <a:xfrm>
            <a:off x="1533565" y="1340990"/>
            <a:ext cx="65592" cy="447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3" y="0"/>
                </a:lnTo>
                <a:lnTo>
                  <a:pt x="8129" y="0"/>
                </a:lnTo>
                <a:lnTo>
                  <a:pt x="9794" y="0"/>
                </a:lnTo>
                <a:lnTo>
                  <a:pt x="11462" y="0"/>
                </a:lnTo>
                <a:lnTo>
                  <a:pt x="13138" y="0"/>
                </a:lnTo>
                <a:lnTo>
                  <a:pt x="14815" y="0"/>
                </a:lnTo>
                <a:lnTo>
                  <a:pt x="16500" y="0"/>
                </a:lnTo>
                <a:lnTo>
                  <a:pt x="18192" y="0"/>
                </a:lnTo>
                <a:lnTo>
                  <a:pt x="19891" y="0"/>
                </a:lnTo>
                <a:lnTo>
                  <a:pt x="21600" y="0"/>
                </a:lnTo>
                <a:lnTo>
                  <a:pt x="20186" y="3764"/>
                </a:lnTo>
                <a:lnTo>
                  <a:pt x="19010" y="6874"/>
                </a:lnTo>
                <a:lnTo>
                  <a:pt x="18029" y="9423"/>
                </a:lnTo>
                <a:lnTo>
                  <a:pt x="17198" y="11508"/>
                </a:lnTo>
                <a:lnTo>
                  <a:pt x="16476" y="13226"/>
                </a:lnTo>
                <a:lnTo>
                  <a:pt x="15821" y="14670"/>
                </a:lnTo>
                <a:lnTo>
                  <a:pt x="15185" y="15938"/>
                </a:lnTo>
                <a:lnTo>
                  <a:pt x="14530" y="17121"/>
                </a:lnTo>
                <a:lnTo>
                  <a:pt x="13810" y="18318"/>
                </a:lnTo>
                <a:lnTo>
                  <a:pt x="12979" y="19621"/>
                </a:lnTo>
                <a:lnTo>
                  <a:pt x="12000" y="21128"/>
                </a:lnTo>
                <a:lnTo>
                  <a:pt x="10344" y="21470"/>
                </a:lnTo>
                <a:lnTo>
                  <a:pt x="8760" y="21600"/>
                </a:lnTo>
                <a:lnTo>
                  <a:pt x="7234" y="21512"/>
                </a:lnTo>
                <a:lnTo>
                  <a:pt x="5753" y="21202"/>
                </a:lnTo>
                <a:lnTo>
                  <a:pt x="4301" y="20663"/>
                </a:lnTo>
                <a:lnTo>
                  <a:pt x="2868" y="19889"/>
                </a:lnTo>
                <a:lnTo>
                  <a:pt x="1438" y="18871"/>
                </a:lnTo>
                <a:lnTo>
                  <a:pt x="0" y="17607"/>
                </a:lnTo>
                <a:lnTo>
                  <a:pt x="0" y="15279"/>
                </a:lnTo>
                <a:lnTo>
                  <a:pt x="0" y="12937"/>
                </a:lnTo>
                <a:lnTo>
                  <a:pt x="0" y="10564"/>
                </a:lnTo>
                <a:lnTo>
                  <a:pt x="1586" y="10564"/>
                </a:lnTo>
                <a:lnTo>
                  <a:pt x="3182" y="10564"/>
                </a:lnTo>
                <a:lnTo>
                  <a:pt x="4800" y="10564"/>
                </a:lnTo>
                <a:lnTo>
                  <a:pt x="4800" y="8472"/>
                </a:lnTo>
                <a:lnTo>
                  <a:pt x="4800" y="6374"/>
                </a:lnTo>
                <a:lnTo>
                  <a:pt x="4800" y="4268"/>
                </a:lnTo>
                <a:lnTo>
                  <a:pt x="4800" y="2145"/>
                </a:lnTo>
                <a:lnTo>
                  <a:pt x="4800" y="0"/>
                </a:lnTo>
                <a:close/>
              </a:path>
            </a:pathLst>
          </a:custGeom>
          <a:solidFill>
            <a:srgbClr val="FA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2" name="contour_08870"/>
          <p:cNvSpPr/>
          <p:nvPr/>
        </p:nvSpPr>
        <p:spPr>
          <a:xfrm>
            <a:off x="11510825" y="1310527"/>
            <a:ext cx="13118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810" y="842"/>
                </a:lnTo>
                <a:lnTo>
                  <a:pt x="1620" y="765"/>
                </a:lnTo>
                <a:lnTo>
                  <a:pt x="2430" y="687"/>
                </a:lnTo>
                <a:lnTo>
                  <a:pt x="3240" y="620"/>
                </a:lnTo>
                <a:lnTo>
                  <a:pt x="4050" y="553"/>
                </a:lnTo>
                <a:lnTo>
                  <a:pt x="4860" y="496"/>
                </a:lnTo>
                <a:lnTo>
                  <a:pt x="5670" y="439"/>
                </a:lnTo>
                <a:lnTo>
                  <a:pt x="6480" y="382"/>
                </a:lnTo>
                <a:lnTo>
                  <a:pt x="7290" y="331"/>
                </a:lnTo>
                <a:lnTo>
                  <a:pt x="8100" y="284"/>
                </a:lnTo>
                <a:lnTo>
                  <a:pt x="8440" y="248"/>
                </a:lnTo>
                <a:lnTo>
                  <a:pt x="9037" y="181"/>
                </a:lnTo>
                <a:lnTo>
                  <a:pt x="10406" y="21"/>
                </a:lnTo>
                <a:lnTo>
                  <a:pt x="11336" y="0"/>
                </a:lnTo>
                <a:lnTo>
                  <a:pt x="12227" y="36"/>
                </a:lnTo>
                <a:lnTo>
                  <a:pt x="13082" y="145"/>
                </a:lnTo>
                <a:lnTo>
                  <a:pt x="13908" y="341"/>
                </a:lnTo>
                <a:lnTo>
                  <a:pt x="14708" y="651"/>
                </a:lnTo>
                <a:lnTo>
                  <a:pt x="15490" y="1085"/>
                </a:lnTo>
                <a:lnTo>
                  <a:pt x="16255" y="1669"/>
                </a:lnTo>
                <a:lnTo>
                  <a:pt x="17010" y="2408"/>
                </a:lnTo>
                <a:lnTo>
                  <a:pt x="17760" y="3328"/>
                </a:lnTo>
                <a:lnTo>
                  <a:pt x="18510" y="4449"/>
                </a:lnTo>
                <a:lnTo>
                  <a:pt x="19264" y="5788"/>
                </a:lnTo>
                <a:lnTo>
                  <a:pt x="20027" y="7353"/>
                </a:lnTo>
                <a:lnTo>
                  <a:pt x="20804" y="9177"/>
                </a:lnTo>
                <a:lnTo>
                  <a:pt x="21600" y="11265"/>
                </a:lnTo>
                <a:lnTo>
                  <a:pt x="21056" y="14515"/>
                </a:lnTo>
                <a:lnTo>
                  <a:pt x="20626" y="16675"/>
                </a:lnTo>
                <a:lnTo>
                  <a:pt x="20081" y="18711"/>
                </a:lnTo>
                <a:lnTo>
                  <a:pt x="19200" y="21600"/>
                </a:lnTo>
                <a:lnTo>
                  <a:pt x="18368" y="20789"/>
                </a:lnTo>
                <a:lnTo>
                  <a:pt x="17538" y="19952"/>
                </a:lnTo>
                <a:lnTo>
                  <a:pt x="16710" y="19058"/>
                </a:lnTo>
                <a:lnTo>
                  <a:pt x="15887" y="18102"/>
                </a:lnTo>
                <a:lnTo>
                  <a:pt x="15080" y="17239"/>
                </a:lnTo>
                <a:lnTo>
                  <a:pt x="14270" y="16438"/>
                </a:lnTo>
                <a:lnTo>
                  <a:pt x="13457" y="15704"/>
                </a:lnTo>
                <a:lnTo>
                  <a:pt x="12642" y="15017"/>
                </a:lnTo>
                <a:lnTo>
                  <a:pt x="11824" y="14376"/>
                </a:lnTo>
                <a:lnTo>
                  <a:pt x="11005" y="13766"/>
                </a:lnTo>
                <a:lnTo>
                  <a:pt x="10184" y="13182"/>
                </a:lnTo>
                <a:lnTo>
                  <a:pt x="9364" y="12619"/>
                </a:lnTo>
                <a:lnTo>
                  <a:pt x="8542" y="12061"/>
                </a:lnTo>
                <a:lnTo>
                  <a:pt x="7721" y="11508"/>
                </a:lnTo>
                <a:lnTo>
                  <a:pt x="6900" y="10945"/>
                </a:lnTo>
                <a:lnTo>
                  <a:pt x="6234" y="10474"/>
                </a:lnTo>
                <a:lnTo>
                  <a:pt x="5563" y="9999"/>
                </a:lnTo>
                <a:lnTo>
                  <a:pt x="4884" y="9518"/>
                </a:lnTo>
                <a:lnTo>
                  <a:pt x="4070" y="8945"/>
                </a:lnTo>
                <a:lnTo>
                  <a:pt x="3257" y="8371"/>
                </a:lnTo>
                <a:lnTo>
                  <a:pt x="2442" y="7803"/>
                </a:lnTo>
                <a:lnTo>
                  <a:pt x="1628" y="7234"/>
                </a:lnTo>
                <a:lnTo>
                  <a:pt x="814" y="6666"/>
                </a:lnTo>
                <a:lnTo>
                  <a:pt x="0" y="6098"/>
                </a:lnTo>
                <a:lnTo>
                  <a:pt x="0" y="3535"/>
                </a:lnTo>
                <a:lnTo>
                  <a:pt x="0" y="930"/>
                </a:lnTo>
                <a:close/>
              </a:path>
            </a:pathLst>
          </a:custGeom>
          <a:solidFill>
            <a:srgbClr val="B6C6D0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3" name="contour_08871"/>
          <p:cNvSpPr/>
          <p:nvPr/>
        </p:nvSpPr>
        <p:spPr>
          <a:xfrm>
            <a:off x="11357777" y="1289974"/>
            <a:ext cx="12389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1" y="0"/>
                </a:lnTo>
                <a:lnTo>
                  <a:pt x="1783" y="0"/>
                </a:lnTo>
                <a:lnTo>
                  <a:pt x="2673" y="0"/>
                </a:lnTo>
                <a:lnTo>
                  <a:pt x="3565" y="0"/>
                </a:lnTo>
                <a:lnTo>
                  <a:pt x="4457" y="0"/>
                </a:lnTo>
                <a:lnTo>
                  <a:pt x="5349" y="0"/>
                </a:lnTo>
                <a:lnTo>
                  <a:pt x="6242" y="0"/>
                </a:lnTo>
                <a:lnTo>
                  <a:pt x="7136" y="0"/>
                </a:lnTo>
                <a:lnTo>
                  <a:pt x="8030" y="0"/>
                </a:lnTo>
                <a:lnTo>
                  <a:pt x="8926" y="0"/>
                </a:lnTo>
                <a:lnTo>
                  <a:pt x="9822" y="0"/>
                </a:lnTo>
                <a:lnTo>
                  <a:pt x="10719" y="0"/>
                </a:lnTo>
                <a:lnTo>
                  <a:pt x="11617" y="0"/>
                </a:lnTo>
                <a:lnTo>
                  <a:pt x="12517" y="0"/>
                </a:lnTo>
                <a:lnTo>
                  <a:pt x="13417" y="0"/>
                </a:lnTo>
                <a:lnTo>
                  <a:pt x="14320" y="0"/>
                </a:lnTo>
                <a:lnTo>
                  <a:pt x="15224" y="0"/>
                </a:lnTo>
                <a:lnTo>
                  <a:pt x="16129" y="0"/>
                </a:lnTo>
                <a:lnTo>
                  <a:pt x="17036" y="0"/>
                </a:lnTo>
                <a:lnTo>
                  <a:pt x="17945" y="0"/>
                </a:lnTo>
                <a:lnTo>
                  <a:pt x="18856" y="0"/>
                </a:lnTo>
                <a:lnTo>
                  <a:pt x="19768" y="0"/>
                </a:lnTo>
                <a:lnTo>
                  <a:pt x="20683" y="0"/>
                </a:lnTo>
                <a:lnTo>
                  <a:pt x="21600" y="0"/>
                </a:lnTo>
                <a:lnTo>
                  <a:pt x="21600" y="3571"/>
                </a:lnTo>
                <a:lnTo>
                  <a:pt x="21600" y="7200"/>
                </a:lnTo>
                <a:lnTo>
                  <a:pt x="20761" y="7798"/>
                </a:lnTo>
                <a:lnTo>
                  <a:pt x="19923" y="8388"/>
                </a:lnTo>
                <a:lnTo>
                  <a:pt x="19083" y="8986"/>
                </a:lnTo>
                <a:lnTo>
                  <a:pt x="18242" y="9576"/>
                </a:lnTo>
                <a:lnTo>
                  <a:pt x="17399" y="10174"/>
                </a:lnTo>
                <a:lnTo>
                  <a:pt x="16556" y="10771"/>
                </a:lnTo>
                <a:lnTo>
                  <a:pt x="15710" y="11369"/>
                </a:lnTo>
                <a:lnTo>
                  <a:pt x="14861" y="11974"/>
                </a:lnTo>
                <a:lnTo>
                  <a:pt x="14010" y="12578"/>
                </a:lnTo>
                <a:lnTo>
                  <a:pt x="13156" y="13183"/>
                </a:lnTo>
                <a:lnTo>
                  <a:pt x="12297" y="13788"/>
                </a:lnTo>
                <a:lnTo>
                  <a:pt x="11435" y="14400"/>
                </a:lnTo>
                <a:lnTo>
                  <a:pt x="11435" y="17971"/>
                </a:lnTo>
                <a:lnTo>
                  <a:pt x="11435" y="21600"/>
                </a:lnTo>
                <a:lnTo>
                  <a:pt x="10601" y="21182"/>
                </a:lnTo>
                <a:lnTo>
                  <a:pt x="9767" y="20750"/>
                </a:lnTo>
                <a:lnTo>
                  <a:pt x="8934" y="20304"/>
                </a:lnTo>
                <a:lnTo>
                  <a:pt x="8100" y="19850"/>
                </a:lnTo>
                <a:lnTo>
                  <a:pt x="7265" y="19382"/>
                </a:lnTo>
                <a:lnTo>
                  <a:pt x="6432" y="18900"/>
                </a:lnTo>
                <a:lnTo>
                  <a:pt x="5719" y="18562"/>
                </a:lnTo>
                <a:lnTo>
                  <a:pt x="4996" y="18223"/>
                </a:lnTo>
                <a:lnTo>
                  <a:pt x="4305" y="17791"/>
                </a:lnTo>
                <a:lnTo>
                  <a:pt x="3766" y="17374"/>
                </a:lnTo>
                <a:lnTo>
                  <a:pt x="3199" y="16790"/>
                </a:lnTo>
                <a:lnTo>
                  <a:pt x="2427" y="15862"/>
                </a:lnTo>
                <a:lnTo>
                  <a:pt x="1271" y="14400"/>
                </a:lnTo>
                <a:lnTo>
                  <a:pt x="955" y="10836"/>
                </a:lnTo>
                <a:lnTo>
                  <a:pt x="640" y="7250"/>
                </a:lnTo>
                <a:lnTo>
                  <a:pt x="321" y="3650"/>
                </a:lnTo>
                <a:lnTo>
                  <a:pt x="0" y="0"/>
                </a:lnTo>
                <a:close/>
              </a:path>
            </a:pathLst>
          </a:custGeom>
          <a:solidFill>
            <a:srgbClr val="C8D8E3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4" name="contour_08872"/>
          <p:cNvSpPr/>
          <p:nvPr/>
        </p:nvSpPr>
        <p:spPr>
          <a:xfrm>
            <a:off x="6868375" y="1246247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4178" y="1044"/>
                </a:lnTo>
                <a:lnTo>
                  <a:pt x="5816" y="1775"/>
                </a:lnTo>
                <a:lnTo>
                  <a:pt x="6919" y="2297"/>
                </a:lnTo>
                <a:lnTo>
                  <a:pt x="7684" y="2707"/>
                </a:lnTo>
                <a:lnTo>
                  <a:pt x="8311" y="3110"/>
                </a:lnTo>
                <a:lnTo>
                  <a:pt x="9000" y="3600"/>
                </a:lnTo>
                <a:lnTo>
                  <a:pt x="9000" y="5386"/>
                </a:lnTo>
                <a:lnTo>
                  <a:pt x="9000" y="7200"/>
                </a:lnTo>
                <a:lnTo>
                  <a:pt x="10247" y="7556"/>
                </a:lnTo>
                <a:lnTo>
                  <a:pt x="11497" y="7913"/>
                </a:lnTo>
                <a:lnTo>
                  <a:pt x="12746" y="8269"/>
                </a:lnTo>
                <a:lnTo>
                  <a:pt x="13997" y="8629"/>
                </a:lnTo>
                <a:lnTo>
                  <a:pt x="15253" y="8986"/>
                </a:lnTo>
                <a:lnTo>
                  <a:pt x="16511" y="9346"/>
                </a:lnTo>
                <a:lnTo>
                  <a:pt x="17775" y="9706"/>
                </a:lnTo>
                <a:lnTo>
                  <a:pt x="19044" y="10069"/>
                </a:lnTo>
                <a:lnTo>
                  <a:pt x="20318" y="10433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20707" y="21082"/>
                </a:lnTo>
                <a:lnTo>
                  <a:pt x="19811" y="20556"/>
                </a:lnTo>
                <a:lnTo>
                  <a:pt x="18900" y="20023"/>
                </a:lnTo>
                <a:lnTo>
                  <a:pt x="17662" y="19426"/>
                </a:lnTo>
                <a:lnTo>
                  <a:pt x="16418" y="18875"/>
                </a:lnTo>
                <a:lnTo>
                  <a:pt x="15169" y="18374"/>
                </a:lnTo>
                <a:lnTo>
                  <a:pt x="13916" y="17914"/>
                </a:lnTo>
                <a:lnTo>
                  <a:pt x="12658" y="17492"/>
                </a:lnTo>
                <a:lnTo>
                  <a:pt x="11398" y="17107"/>
                </a:lnTo>
                <a:lnTo>
                  <a:pt x="10136" y="16747"/>
                </a:lnTo>
                <a:lnTo>
                  <a:pt x="8870" y="16416"/>
                </a:lnTo>
                <a:lnTo>
                  <a:pt x="7603" y="16099"/>
                </a:lnTo>
                <a:lnTo>
                  <a:pt x="6336" y="15804"/>
                </a:lnTo>
                <a:lnTo>
                  <a:pt x="5069" y="15516"/>
                </a:lnTo>
                <a:lnTo>
                  <a:pt x="3800" y="15239"/>
                </a:lnTo>
                <a:lnTo>
                  <a:pt x="2533" y="14962"/>
                </a:lnTo>
                <a:lnTo>
                  <a:pt x="1265" y="14684"/>
                </a:lnTo>
                <a:lnTo>
                  <a:pt x="0" y="14400"/>
                </a:lnTo>
                <a:lnTo>
                  <a:pt x="297" y="12024"/>
                </a:lnTo>
                <a:lnTo>
                  <a:pt x="594" y="9644"/>
                </a:lnTo>
                <a:lnTo>
                  <a:pt x="893" y="7254"/>
                </a:lnTo>
                <a:lnTo>
                  <a:pt x="1193" y="4853"/>
                </a:lnTo>
                <a:lnTo>
                  <a:pt x="1496" y="2437"/>
                </a:lnTo>
                <a:lnTo>
                  <a:pt x="1800" y="0"/>
                </a:lnTo>
                <a:close/>
              </a:path>
            </a:pathLst>
          </a:custGeom>
          <a:solidFill>
            <a:srgbClr val="A6B0B5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5" name="contour_08873"/>
          <p:cNvSpPr/>
          <p:nvPr/>
        </p:nvSpPr>
        <p:spPr>
          <a:xfrm>
            <a:off x="4958921" y="1243944"/>
            <a:ext cx="102032" cy="24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81" y="430"/>
                </a:moveTo>
                <a:lnTo>
                  <a:pt x="14827" y="228"/>
                </a:lnTo>
                <a:lnTo>
                  <a:pt x="15686" y="26"/>
                </a:lnTo>
                <a:lnTo>
                  <a:pt x="16671" y="0"/>
                </a:lnTo>
                <a:lnTo>
                  <a:pt x="17454" y="202"/>
                </a:lnTo>
                <a:lnTo>
                  <a:pt x="18446" y="827"/>
                </a:lnTo>
                <a:lnTo>
                  <a:pt x="20057" y="2058"/>
                </a:lnTo>
                <a:lnTo>
                  <a:pt x="20363" y="5928"/>
                </a:lnTo>
                <a:lnTo>
                  <a:pt x="20670" y="9810"/>
                </a:lnTo>
                <a:lnTo>
                  <a:pt x="20977" y="13705"/>
                </a:lnTo>
                <a:lnTo>
                  <a:pt x="21287" y="17633"/>
                </a:lnTo>
                <a:lnTo>
                  <a:pt x="21600" y="21600"/>
                </a:lnTo>
                <a:lnTo>
                  <a:pt x="20531" y="21600"/>
                </a:lnTo>
                <a:lnTo>
                  <a:pt x="19462" y="21600"/>
                </a:lnTo>
                <a:lnTo>
                  <a:pt x="18392" y="21600"/>
                </a:lnTo>
                <a:lnTo>
                  <a:pt x="17322" y="21600"/>
                </a:lnTo>
                <a:lnTo>
                  <a:pt x="16251" y="21600"/>
                </a:lnTo>
                <a:lnTo>
                  <a:pt x="15179" y="21600"/>
                </a:lnTo>
                <a:lnTo>
                  <a:pt x="14106" y="21600"/>
                </a:lnTo>
                <a:lnTo>
                  <a:pt x="13033" y="21600"/>
                </a:lnTo>
                <a:lnTo>
                  <a:pt x="11957" y="21600"/>
                </a:lnTo>
                <a:lnTo>
                  <a:pt x="10880" y="21600"/>
                </a:lnTo>
                <a:lnTo>
                  <a:pt x="9802" y="21600"/>
                </a:lnTo>
                <a:lnTo>
                  <a:pt x="8723" y="21600"/>
                </a:lnTo>
                <a:lnTo>
                  <a:pt x="7640" y="21600"/>
                </a:lnTo>
                <a:lnTo>
                  <a:pt x="6557" y="21600"/>
                </a:lnTo>
                <a:lnTo>
                  <a:pt x="5471" y="21600"/>
                </a:lnTo>
                <a:lnTo>
                  <a:pt x="4382" y="21600"/>
                </a:lnTo>
                <a:lnTo>
                  <a:pt x="3291" y="21600"/>
                </a:lnTo>
                <a:lnTo>
                  <a:pt x="2197" y="21600"/>
                </a:lnTo>
                <a:lnTo>
                  <a:pt x="1100" y="21600"/>
                </a:lnTo>
                <a:lnTo>
                  <a:pt x="0" y="21600"/>
                </a:lnTo>
                <a:lnTo>
                  <a:pt x="1091" y="18552"/>
                </a:lnTo>
                <a:lnTo>
                  <a:pt x="2109" y="15770"/>
                </a:lnTo>
                <a:lnTo>
                  <a:pt x="3069" y="13243"/>
                </a:lnTo>
                <a:lnTo>
                  <a:pt x="3985" y="10969"/>
                </a:lnTo>
                <a:lnTo>
                  <a:pt x="4874" y="8944"/>
                </a:lnTo>
                <a:lnTo>
                  <a:pt x="5749" y="7146"/>
                </a:lnTo>
                <a:lnTo>
                  <a:pt x="6623" y="5582"/>
                </a:lnTo>
                <a:lnTo>
                  <a:pt x="7514" y="4241"/>
                </a:lnTo>
                <a:lnTo>
                  <a:pt x="8433" y="3114"/>
                </a:lnTo>
                <a:lnTo>
                  <a:pt x="9396" y="2195"/>
                </a:lnTo>
                <a:lnTo>
                  <a:pt x="10419" y="1472"/>
                </a:lnTo>
                <a:lnTo>
                  <a:pt x="11514" y="945"/>
                </a:lnTo>
                <a:lnTo>
                  <a:pt x="12696" y="599"/>
                </a:lnTo>
                <a:lnTo>
                  <a:pt x="13981" y="430"/>
                </a:lnTo>
                <a:close/>
              </a:path>
            </a:pathLst>
          </a:custGeom>
          <a:solidFill>
            <a:srgbClr val="F4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6" name="contour_08874"/>
          <p:cNvSpPr/>
          <p:nvPr/>
        </p:nvSpPr>
        <p:spPr>
          <a:xfrm>
            <a:off x="5425352" y="1222728"/>
            <a:ext cx="72880" cy="321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90" y="0"/>
                </a:moveTo>
                <a:lnTo>
                  <a:pt x="4795" y="39"/>
                </a:lnTo>
                <a:lnTo>
                  <a:pt x="6625" y="157"/>
                </a:lnTo>
                <a:lnTo>
                  <a:pt x="7932" y="201"/>
                </a:lnTo>
                <a:lnTo>
                  <a:pt x="9260" y="250"/>
                </a:lnTo>
                <a:lnTo>
                  <a:pt x="10627" y="372"/>
                </a:lnTo>
                <a:lnTo>
                  <a:pt x="12016" y="500"/>
                </a:lnTo>
                <a:lnTo>
                  <a:pt x="13394" y="564"/>
                </a:lnTo>
                <a:lnTo>
                  <a:pt x="14796" y="632"/>
                </a:lnTo>
                <a:lnTo>
                  <a:pt x="16157" y="711"/>
                </a:lnTo>
                <a:lnTo>
                  <a:pt x="17518" y="799"/>
                </a:lnTo>
                <a:lnTo>
                  <a:pt x="18878" y="897"/>
                </a:lnTo>
                <a:lnTo>
                  <a:pt x="20239" y="1000"/>
                </a:lnTo>
                <a:lnTo>
                  <a:pt x="21600" y="1113"/>
                </a:lnTo>
                <a:lnTo>
                  <a:pt x="20531" y="2730"/>
                </a:lnTo>
                <a:lnTo>
                  <a:pt x="19459" y="4352"/>
                </a:lnTo>
                <a:lnTo>
                  <a:pt x="18384" y="5975"/>
                </a:lnTo>
                <a:lnTo>
                  <a:pt x="17304" y="7612"/>
                </a:lnTo>
                <a:lnTo>
                  <a:pt x="16215" y="9259"/>
                </a:lnTo>
                <a:lnTo>
                  <a:pt x="15120" y="10915"/>
                </a:lnTo>
                <a:lnTo>
                  <a:pt x="16189" y="12533"/>
                </a:lnTo>
                <a:lnTo>
                  <a:pt x="17261" y="14155"/>
                </a:lnTo>
                <a:lnTo>
                  <a:pt x="18334" y="15777"/>
                </a:lnTo>
                <a:lnTo>
                  <a:pt x="19416" y="17414"/>
                </a:lnTo>
                <a:lnTo>
                  <a:pt x="20503" y="19061"/>
                </a:lnTo>
                <a:lnTo>
                  <a:pt x="21600" y="20718"/>
                </a:lnTo>
                <a:lnTo>
                  <a:pt x="20205" y="20845"/>
                </a:lnTo>
                <a:lnTo>
                  <a:pt x="18809" y="20958"/>
                </a:lnTo>
                <a:lnTo>
                  <a:pt x="17416" y="21066"/>
                </a:lnTo>
                <a:lnTo>
                  <a:pt x="16021" y="21164"/>
                </a:lnTo>
                <a:lnTo>
                  <a:pt x="14625" y="21252"/>
                </a:lnTo>
                <a:lnTo>
                  <a:pt x="13230" y="21330"/>
                </a:lnTo>
                <a:lnTo>
                  <a:pt x="12044" y="21453"/>
                </a:lnTo>
                <a:lnTo>
                  <a:pt x="10843" y="21580"/>
                </a:lnTo>
                <a:lnTo>
                  <a:pt x="9277" y="21600"/>
                </a:lnTo>
                <a:lnTo>
                  <a:pt x="7865" y="21482"/>
                </a:lnTo>
                <a:lnTo>
                  <a:pt x="6553" y="21154"/>
                </a:lnTo>
                <a:lnTo>
                  <a:pt x="5305" y="20546"/>
                </a:lnTo>
                <a:lnTo>
                  <a:pt x="4069" y="19600"/>
                </a:lnTo>
                <a:lnTo>
                  <a:pt x="2806" y="18233"/>
                </a:lnTo>
                <a:lnTo>
                  <a:pt x="1469" y="16390"/>
                </a:lnTo>
                <a:lnTo>
                  <a:pt x="739" y="13675"/>
                </a:lnTo>
                <a:lnTo>
                  <a:pt x="0" y="10915"/>
                </a:lnTo>
                <a:lnTo>
                  <a:pt x="646" y="6357"/>
                </a:lnTo>
                <a:lnTo>
                  <a:pt x="1186" y="3509"/>
                </a:lnTo>
                <a:lnTo>
                  <a:pt x="1823" y="1848"/>
                </a:lnTo>
                <a:lnTo>
                  <a:pt x="2758" y="853"/>
                </a:lnTo>
                <a:lnTo>
                  <a:pt x="4190" y="0"/>
                </a:lnTo>
                <a:close/>
              </a:path>
            </a:pathLst>
          </a:custGeom>
          <a:solidFill>
            <a:srgbClr val="F7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7" name="contour_08875"/>
          <p:cNvSpPr/>
          <p:nvPr/>
        </p:nvSpPr>
        <p:spPr>
          <a:xfrm>
            <a:off x="4638249" y="962015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8274" y="1644"/>
                </a:lnTo>
                <a:lnTo>
                  <a:pt x="18547" y="3290"/>
                </a:lnTo>
                <a:lnTo>
                  <a:pt x="18824" y="4937"/>
                </a:lnTo>
                <a:lnTo>
                  <a:pt x="19098" y="6586"/>
                </a:lnTo>
                <a:lnTo>
                  <a:pt x="19372" y="8237"/>
                </a:lnTo>
                <a:lnTo>
                  <a:pt x="19649" y="9890"/>
                </a:lnTo>
                <a:lnTo>
                  <a:pt x="19926" y="11549"/>
                </a:lnTo>
                <a:lnTo>
                  <a:pt x="20203" y="13210"/>
                </a:lnTo>
                <a:lnTo>
                  <a:pt x="20480" y="14875"/>
                </a:lnTo>
                <a:lnTo>
                  <a:pt x="20758" y="16548"/>
                </a:lnTo>
                <a:lnTo>
                  <a:pt x="21038" y="18226"/>
                </a:lnTo>
                <a:lnTo>
                  <a:pt x="21319" y="19908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695" y="20054"/>
                </a:lnTo>
                <a:lnTo>
                  <a:pt x="1393" y="18509"/>
                </a:lnTo>
                <a:lnTo>
                  <a:pt x="2095" y="16966"/>
                </a:lnTo>
                <a:lnTo>
                  <a:pt x="2801" y="15422"/>
                </a:lnTo>
                <a:lnTo>
                  <a:pt x="3514" y="13882"/>
                </a:lnTo>
                <a:lnTo>
                  <a:pt x="4230" y="12341"/>
                </a:lnTo>
                <a:lnTo>
                  <a:pt x="4950" y="10800"/>
                </a:lnTo>
                <a:lnTo>
                  <a:pt x="5634" y="9250"/>
                </a:lnTo>
                <a:lnTo>
                  <a:pt x="6329" y="7678"/>
                </a:lnTo>
                <a:lnTo>
                  <a:pt x="7027" y="6214"/>
                </a:lnTo>
                <a:lnTo>
                  <a:pt x="7733" y="4726"/>
                </a:lnTo>
                <a:lnTo>
                  <a:pt x="8359" y="3365"/>
                </a:lnTo>
                <a:lnTo>
                  <a:pt x="8993" y="1982"/>
                </a:lnTo>
                <a:lnTo>
                  <a:pt x="9889" y="998"/>
                </a:lnTo>
                <a:lnTo>
                  <a:pt x="10800" y="0"/>
                </a:lnTo>
                <a:close/>
              </a:path>
            </a:pathLst>
          </a:custGeom>
          <a:solidFill>
            <a:srgbClr val="F5F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8" name="contour_08876"/>
          <p:cNvSpPr/>
          <p:nvPr/>
        </p:nvSpPr>
        <p:spPr>
          <a:xfrm>
            <a:off x="4507065" y="6353124"/>
            <a:ext cx="87456" cy="25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17"/>
                </a:moveTo>
                <a:lnTo>
                  <a:pt x="1224" y="1523"/>
                </a:lnTo>
                <a:lnTo>
                  <a:pt x="2446" y="1348"/>
                </a:lnTo>
                <a:lnTo>
                  <a:pt x="3670" y="1186"/>
                </a:lnTo>
                <a:lnTo>
                  <a:pt x="4892" y="1036"/>
                </a:lnTo>
                <a:lnTo>
                  <a:pt x="6116" y="905"/>
                </a:lnTo>
                <a:lnTo>
                  <a:pt x="7340" y="774"/>
                </a:lnTo>
                <a:lnTo>
                  <a:pt x="8564" y="655"/>
                </a:lnTo>
                <a:lnTo>
                  <a:pt x="9788" y="543"/>
                </a:lnTo>
                <a:lnTo>
                  <a:pt x="10202" y="474"/>
                </a:lnTo>
                <a:lnTo>
                  <a:pt x="10931" y="350"/>
                </a:lnTo>
                <a:lnTo>
                  <a:pt x="12604" y="69"/>
                </a:lnTo>
                <a:lnTo>
                  <a:pt x="13838" y="0"/>
                </a:lnTo>
                <a:lnTo>
                  <a:pt x="15039" y="0"/>
                </a:lnTo>
                <a:lnTo>
                  <a:pt x="16223" y="119"/>
                </a:lnTo>
                <a:lnTo>
                  <a:pt x="17402" y="412"/>
                </a:lnTo>
                <a:lnTo>
                  <a:pt x="18590" y="924"/>
                </a:lnTo>
                <a:lnTo>
                  <a:pt x="19800" y="1717"/>
                </a:lnTo>
                <a:lnTo>
                  <a:pt x="20547" y="6399"/>
                </a:lnTo>
                <a:lnTo>
                  <a:pt x="21015" y="9714"/>
                </a:lnTo>
                <a:lnTo>
                  <a:pt x="21289" y="12560"/>
                </a:lnTo>
                <a:lnTo>
                  <a:pt x="21454" y="15838"/>
                </a:lnTo>
                <a:lnTo>
                  <a:pt x="21600" y="20445"/>
                </a:lnTo>
                <a:lnTo>
                  <a:pt x="19147" y="20813"/>
                </a:lnTo>
                <a:lnTo>
                  <a:pt x="16961" y="21126"/>
                </a:lnTo>
                <a:lnTo>
                  <a:pt x="15017" y="21369"/>
                </a:lnTo>
                <a:lnTo>
                  <a:pt x="13297" y="21531"/>
                </a:lnTo>
                <a:lnTo>
                  <a:pt x="11774" y="21600"/>
                </a:lnTo>
                <a:lnTo>
                  <a:pt x="10429" y="21556"/>
                </a:lnTo>
                <a:lnTo>
                  <a:pt x="9238" y="21394"/>
                </a:lnTo>
                <a:lnTo>
                  <a:pt x="8179" y="21094"/>
                </a:lnTo>
                <a:lnTo>
                  <a:pt x="7232" y="20657"/>
                </a:lnTo>
                <a:lnTo>
                  <a:pt x="6372" y="20052"/>
                </a:lnTo>
                <a:lnTo>
                  <a:pt x="5578" y="19278"/>
                </a:lnTo>
                <a:lnTo>
                  <a:pt x="4828" y="18316"/>
                </a:lnTo>
                <a:lnTo>
                  <a:pt x="4100" y="17161"/>
                </a:lnTo>
                <a:lnTo>
                  <a:pt x="3370" y="15794"/>
                </a:lnTo>
                <a:lnTo>
                  <a:pt x="2617" y="14202"/>
                </a:lnTo>
                <a:lnTo>
                  <a:pt x="1820" y="12373"/>
                </a:lnTo>
                <a:lnTo>
                  <a:pt x="954" y="10301"/>
                </a:lnTo>
                <a:lnTo>
                  <a:pt x="0" y="7960"/>
                </a:lnTo>
                <a:lnTo>
                  <a:pt x="0" y="4863"/>
                </a:lnTo>
                <a:lnTo>
                  <a:pt x="0" y="1717"/>
                </a:lnTo>
                <a:close/>
              </a:path>
            </a:pathLst>
          </a:custGeom>
          <a:solidFill>
            <a:srgbClr val="B8C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8879" name="contour_08877"/>
          <p:cNvSpPr/>
          <p:nvPr/>
        </p:nvSpPr>
        <p:spPr>
          <a:xfrm>
            <a:off x="8209365" y="6179707"/>
            <a:ext cx="59288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63" y="33"/>
                </a:moveTo>
                <a:lnTo>
                  <a:pt x="16993" y="67"/>
                </a:lnTo>
                <a:lnTo>
                  <a:pt x="18286" y="137"/>
                </a:lnTo>
                <a:lnTo>
                  <a:pt x="21242" y="291"/>
                </a:lnTo>
                <a:lnTo>
                  <a:pt x="21481" y="3135"/>
                </a:lnTo>
                <a:lnTo>
                  <a:pt x="21600" y="5206"/>
                </a:lnTo>
                <a:lnTo>
                  <a:pt x="21600" y="7102"/>
                </a:lnTo>
                <a:lnTo>
                  <a:pt x="21481" y="9422"/>
                </a:lnTo>
                <a:lnTo>
                  <a:pt x="21242" y="12765"/>
                </a:lnTo>
                <a:lnTo>
                  <a:pt x="19686" y="15026"/>
                </a:lnTo>
                <a:lnTo>
                  <a:pt x="18167" y="16877"/>
                </a:lnTo>
                <a:lnTo>
                  <a:pt x="16656" y="18357"/>
                </a:lnTo>
                <a:lnTo>
                  <a:pt x="15124" y="19500"/>
                </a:lnTo>
                <a:lnTo>
                  <a:pt x="13544" y="20353"/>
                </a:lnTo>
                <a:lnTo>
                  <a:pt x="11885" y="20951"/>
                </a:lnTo>
                <a:lnTo>
                  <a:pt x="10116" y="21334"/>
                </a:lnTo>
                <a:lnTo>
                  <a:pt x="8213" y="21538"/>
                </a:lnTo>
                <a:lnTo>
                  <a:pt x="6141" y="21600"/>
                </a:lnTo>
                <a:lnTo>
                  <a:pt x="4604" y="21496"/>
                </a:lnTo>
                <a:lnTo>
                  <a:pt x="3069" y="21375"/>
                </a:lnTo>
                <a:lnTo>
                  <a:pt x="1535" y="21238"/>
                </a:lnTo>
                <a:lnTo>
                  <a:pt x="0" y="21080"/>
                </a:lnTo>
                <a:lnTo>
                  <a:pt x="762" y="18386"/>
                </a:lnTo>
                <a:lnTo>
                  <a:pt x="1537" y="15700"/>
                </a:lnTo>
                <a:lnTo>
                  <a:pt x="2323" y="13022"/>
                </a:lnTo>
                <a:lnTo>
                  <a:pt x="2971" y="10777"/>
                </a:lnTo>
                <a:lnTo>
                  <a:pt x="3630" y="8490"/>
                </a:lnTo>
                <a:lnTo>
                  <a:pt x="4851" y="5937"/>
                </a:lnTo>
                <a:lnTo>
                  <a:pt x="6157" y="3925"/>
                </a:lnTo>
                <a:lnTo>
                  <a:pt x="7554" y="2399"/>
                </a:lnTo>
                <a:lnTo>
                  <a:pt x="9054" y="1306"/>
                </a:lnTo>
                <a:lnTo>
                  <a:pt x="10663" y="578"/>
                </a:lnTo>
                <a:lnTo>
                  <a:pt x="12397" y="162"/>
                </a:lnTo>
                <a:lnTo>
                  <a:pt x="14258" y="0"/>
                </a:lnTo>
                <a:lnTo>
                  <a:pt x="16263" y="33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0" name="contour_08878"/>
          <p:cNvSpPr/>
          <p:nvPr/>
        </p:nvSpPr>
        <p:spPr>
          <a:xfrm>
            <a:off x="7340782" y="6005597"/>
            <a:ext cx="66904" cy="434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27" y="1326"/>
                </a:moveTo>
                <a:lnTo>
                  <a:pt x="18602" y="2968"/>
                </a:lnTo>
                <a:lnTo>
                  <a:pt x="19492" y="4610"/>
                </a:lnTo>
                <a:lnTo>
                  <a:pt x="20113" y="6389"/>
                </a:lnTo>
                <a:lnTo>
                  <a:pt x="20579" y="8455"/>
                </a:lnTo>
                <a:lnTo>
                  <a:pt x="21012" y="10952"/>
                </a:lnTo>
                <a:lnTo>
                  <a:pt x="21099" y="11985"/>
                </a:lnTo>
                <a:lnTo>
                  <a:pt x="21252" y="13808"/>
                </a:lnTo>
                <a:lnTo>
                  <a:pt x="21600" y="17976"/>
                </a:lnTo>
                <a:lnTo>
                  <a:pt x="20487" y="17454"/>
                </a:lnTo>
                <a:lnTo>
                  <a:pt x="19358" y="16928"/>
                </a:lnTo>
                <a:lnTo>
                  <a:pt x="17508" y="16211"/>
                </a:lnTo>
                <a:lnTo>
                  <a:pt x="15774" y="15613"/>
                </a:lnTo>
                <a:lnTo>
                  <a:pt x="14127" y="15171"/>
                </a:lnTo>
                <a:lnTo>
                  <a:pt x="12536" y="14917"/>
                </a:lnTo>
                <a:lnTo>
                  <a:pt x="10974" y="14892"/>
                </a:lnTo>
                <a:lnTo>
                  <a:pt x="9407" y="15124"/>
                </a:lnTo>
                <a:lnTo>
                  <a:pt x="7807" y="15656"/>
                </a:lnTo>
                <a:lnTo>
                  <a:pt x="6146" y="16519"/>
                </a:lnTo>
                <a:lnTo>
                  <a:pt x="4395" y="17748"/>
                </a:lnTo>
                <a:lnTo>
                  <a:pt x="3082" y="19020"/>
                </a:lnTo>
                <a:lnTo>
                  <a:pt x="1762" y="20303"/>
                </a:lnTo>
                <a:lnTo>
                  <a:pt x="424" y="21600"/>
                </a:lnTo>
                <a:lnTo>
                  <a:pt x="141" y="19230"/>
                </a:lnTo>
                <a:lnTo>
                  <a:pt x="0" y="17479"/>
                </a:lnTo>
                <a:lnTo>
                  <a:pt x="0" y="15827"/>
                </a:lnTo>
                <a:lnTo>
                  <a:pt x="141" y="13750"/>
                </a:lnTo>
                <a:lnTo>
                  <a:pt x="424" y="10728"/>
                </a:lnTo>
                <a:lnTo>
                  <a:pt x="1706" y="8481"/>
                </a:lnTo>
                <a:lnTo>
                  <a:pt x="3016" y="6451"/>
                </a:lnTo>
                <a:lnTo>
                  <a:pt x="4365" y="4661"/>
                </a:lnTo>
                <a:lnTo>
                  <a:pt x="5758" y="3135"/>
                </a:lnTo>
                <a:lnTo>
                  <a:pt x="7200" y="1885"/>
                </a:lnTo>
                <a:lnTo>
                  <a:pt x="8701" y="931"/>
                </a:lnTo>
                <a:lnTo>
                  <a:pt x="10266" y="297"/>
                </a:lnTo>
                <a:lnTo>
                  <a:pt x="11906" y="0"/>
                </a:lnTo>
                <a:lnTo>
                  <a:pt x="13624" y="62"/>
                </a:lnTo>
                <a:lnTo>
                  <a:pt x="15428" y="497"/>
                </a:lnTo>
                <a:lnTo>
                  <a:pt x="17327" y="1326"/>
                </a:lnTo>
                <a:close/>
              </a:path>
            </a:pathLst>
          </a:custGeom>
          <a:solidFill>
            <a:srgbClr val="CDCACD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1" name="contour_08879"/>
          <p:cNvSpPr/>
          <p:nvPr/>
        </p:nvSpPr>
        <p:spPr>
          <a:xfrm>
            <a:off x="4652825" y="6010939"/>
            <a:ext cx="72880" cy="526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678"/>
                </a:moveTo>
                <a:lnTo>
                  <a:pt x="8057" y="398"/>
                </a:lnTo>
                <a:lnTo>
                  <a:pt x="9603" y="179"/>
                </a:lnTo>
                <a:lnTo>
                  <a:pt x="11130" y="39"/>
                </a:lnTo>
                <a:lnTo>
                  <a:pt x="12651" y="0"/>
                </a:lnTo>
                <a:lnTo>
                  <a:pt x="14176" y="78"/>
                </a:lnTo>
                <a:lnTo>
                  <a:pt x="15714" y="299"/>
                </a:lnTo>
                <a:lnTo>
                  <a:pt x="17280" y="678"/>
                </a:lnTo>
                <a:lnTo>
                  <a:pt x="18213" y="2286"/>
                </a:lnTo>
                <a:lnTo>
                  <a:pt x="18978" y="3862"/>
                </a:lnTo>
                <a:lnTo>
                  <a:pt x="19608" y="5446"/>
                </a:lnTo>
                <a:lnTo>
                  <a:pt x="20148" y="7074"/>
                </a:lnTo>
                <a:lnTo>
                  <a:pt x="20632" y="8790"/>
                </a:lnTo>
                <a:lnTo>
                  <a:pt x="21103" y="10631"/>
                </a:lnTo>
                <a:lnTo>
                  <a:pt x="21600" y="12634"/>
                </a:lnTo>
                <a:lnTo>
                  <a:pt x="20995" y="12299"/>
                </a:lnTo>
                <a:lnTo>
                  <a:pt x="20429" y="11985"/>
                </a:lnTo>
                <a:lnTo>
                  <a:pt x="19777" y="11626"/>
                </a:lnTo>
                <a:lnTo>
                  <a:pt x="18913" y="11148"/>
                </a:lnTo>
                <a:lnTo>
                  <a:pt x="17710" y="10482"/>
                </a:lnTo>
                <a:lnTo>
                  <a:pt x="16042" y="9558"/>
                </a:lnTo>
                <a:lnTo>
                  <a:pt x="13781" y="8306"/>
                </a:lnTo>
                <a:lnTo>
                  <a:pt x="10800" y="6656"/>
                </a:lnTo>
                <a:lnTo>
                  <a:pt x="10800" y="8632"/>
                </a:lnTo>
                <a:lnTo>
                  <a:pt x="10800" y="10619"/>
                </a:lnTo>
                <a:lnTo>
                  <a:pt x="10800" y="12634"/>
                </a:lnTo>
                <a:lnTo>
                  <a:pt x="9435" y="13375"/>
                </a:lnTo>
                <a:lnTo>
                  <a:pt x="8351" y="13760"/>
                </a:lnTo>
                <a:lnTo>
                  <a:pt x="6614" y="14128"/>
                </a:lnTo>
                <a:lnTo>
                  <a:pt x="4882" y="14496"/>
                </a:lnTo>
                <a:lnTo>
                  <a:pt x="3726" y="14881"/>
                </a:lnTo>
                <a:lnTo>
                  <a:pt x="2160" y="15622"/>
                </a:lnTo>
                <a:lnTo>
                  <a:pt x="1363" y="17449"/>
                </a:lnTo>
                <a:lnTo>
                  <a:pt x="870" y="18680"/>
                </a:lnTo>
                <a:lnTo>
                  <a:pt x="484" y="19878"/>
                </a:lnTo>
                <a:lnTo>
                  <a:pt x="0" y="21600"/>
                </a:lnTo>
                <a:lnTo>
                  <a:pt x="188" y="19729"/>
                </a:lnTo>
                <a:lnTo>
                  <a:pt x="389" y="17861"/>
                </a:lnTo>
                <a:lnTo>
                  <a:pt x="596" y="15993"/>
                </a:lnTo>
                <a:lnTo>
                  <a:pt x="810" y="14128"/>
                </a:lnTo>
                <a:lnTo>
                  <a:pt x="1037" y="12042"/>
                </a:lnTo>
                <a:lnTo>
                  <a:pt x="1266" y="9926"/>
                </a:lnTo>
                <a:lnTo>
                  <a:pt x="1711" y="8303"/>
                </a:lnTo>
                <a:lnTo>
                  <a:pt x="2160" y="6656"/>
                </a:lnTo>
                <a:lnTo>
                  <a:pt x="3588" y="6656"/>
                </a:lnTo>
                <a:lnTo>
                  <a:pt x="5024" y="6656"/>
                </a:lnTo>
                <a:lnTo>
                  <a:pt x="6480" y="6656"/>
                </a:lnTo>
                <a:lnTo>
                  <a:pt x="6480" y="4680"/>
                </a:lnTo>
                <a:lnTo>
                  <a:pt x="6480" y="2693"/>
                </a:lnTo>
                <a:lnTo>
                  <a:pt x="6480" y="678"/>
                </a:lnTo>
                <a:close/>
              </a:path>
            </a:pathLst>
          </a:custGeom>
          <a:solidFill>
            <a:srgbClr val="695F49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2" name="contour_08880"/>
          <p:cNvSpPr/>
          <p:nvPr/>
        </p:nvSpPr>
        <p:spPr>
          <a:xfrm>
            <a:off x="10614402" y="5966074"/>
            <a:ext cx="72880" cy="319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87"/>
                </a:moveTo>
                <a:lnTo>
                  <a:pt x="2750" y="1143"/>
                </a:lnTo>
                <a:lnTo>
                  <a:pt x="5022" y="567"/>
                </a:lnTo>
                <a:lnTo>
                  <a:pt x="6890" y="177"/>
                </a:lnTo>
                <a:lnTo>
                  <a:pt x="8422" y="0"/>
                </a:lnTo>
                <a:lnTo>
                  <a:pt x="9692" y="54"/>
                </a:lnTo>
                <a:lnTo>
                  <a:pt x="10768" y="355"/>
                </a:lnTo>
                <a:lnTo>
                  <a:pt x="11722" y="922"/>
                </a:lnTo>
                <a:lnTo>
                  <a:pt x="12627" y="1779"/>
                </a:lnTo>
                <a:lnTo>
                  <a:pt x="13552" y="2942"/>
                </a:lnTo>
                <a:lnTo>
                  <a:pt x="14567" y="4435"/>
                </a:lnTo>
                <a:lnTo>
                  <a:pt x="15744" y="6278"/>
                </a:lnTo>
                <a:lnTo>
                  <a:pt x="16749" y="8624"/>
                </a:lnTo>
                <a:lnTo>
                  <a:pt x="17524" y="10487"/>
                </a:lnTo>
                <a:lnTo>
                  <a:pt x="18235" y="12291"/>
                </a:lnTo>
                <a:lnTo>
                  <a:pt x="19043" y="14464"/>
                </a:lnTo>
                <a:lnTo>
                  <a:pt x="20110" y="17421"/>
                </a:lnTo>
                <a:lnTo>
                  <a:pt x="21600" y="21600"/>
                </a:lnTo>
                <a:lnTo>
                  <a:pt x="20174" y="21275"/>
                </a:lnTo>
                <a:lnTo>
                  <a:pt x="18749" y="20949"/>
                </a:lnTo>
                <a:lnTo>
                  <a:pt x="17321" y="20624"/>
                </a:lnTo>
                <a:lnTo>
                  <a:pt x="15893" y="20299"/>
                </a:lnTo>
                <a:lnTo>
                  <a:pt x="14463" y="19974"/>
                </a:lnTo>
                <a:lnTo>
                  <a:pt x="13033" y="19644"/>
                </a:lnTo>
                <a:lnTo>
                  <a:pt x="11599" y="19318"/>
                </a:lnTo>
                <a:lnTo>
                  <a:pt x="10163" y="18988"/>
                </a:lnTo>
                <a:lnTo>
                  <a:pt x="8722" y="18663"/>
                </a:lnTo>
                <a:lnTo>
                  <a:pt x="7279" y="18333"/>
                </a:lnTo>
                <a:lnTo>
                  <a:pt x="5834" y="18002"/>
                </a:lnTo>
                <a:lnTo>
                  <a:pt x="4383" y="17672"/>
                </a:lnTo>
                <a:lnTo>
                  <a:pt x="2927" y="17337"/>
                </a:lnTo>
                <a:lnTo>
                  <a:pt x="1467" y="17007"/>
                </a:lnTo>
                <a:lnTo>
                  <a:pt x="0" y="16672"/>
                </a:lnTo>
                <a:lnTo>
                  <a:pt x="0" y="13745"/>
                </a:lnTo>
                <a:lnTo>
                  <a:pt x="0" y="10807"/>
                </a:lnTo>
                <a:lnTo>
                  <a:pt x="0" y="7860"/>
                </a:lnTo>
                <a:lnTo>
                  <a:pt x="0" y="4889"/>
                </a:lnTo>
                <a:lnTo>
                  <a:pt x="0" y="1887"/>
                </a:lnTo>
                <a:close/>
              </a:path>
            </a:pathLst>
          </a:custGeom>
          <a:solidFill>
            <a:srgbClr val="F4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3" name="contour_08881"/>
          <p:cNvSpPr/>
          <p:nvPr/>
        </p:nvSpPr>
        <p:spPr>
          <a:xfrm>
            <a:off x="4871465" y="5960987"/>
            <a:ext cx="87456" cy="307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5538"/>
                </a:moveTo>
                <a:lnTo>
                  <a:pt x="20437" y="8715"/>
                </a:lnTo>
                <a:lnTo>
                  <a:pt x="20839" y="10841"/>
                </a:lnTo>
                <a:lnTo>
                  <a:pt x="21168" y="12880"/>
                </a:lnTo>
                <a:lnTo>
                  <a:pt x="21600" y="15785"/>
                </a:lnTo>
                <a:lnTo>
                  <a:pt x="20378" y="16210"/>
                </a:lnTo>
                <a:lnTo>
                  <a:pt x="19154" y="16630"/>
                </a:lnTo>
                <a:lnTo>
                  <a:pt x="17932" y="17035"/>
                </a:lnTo>
                <a:lnTo>
                  <a:pt x="16708" y="17440"/>
                </a:lnTo>
                <a:lnTo>
                  <a:pt x="15484" y="17834"/>
                </a:lnTo>
                <a:lnTo>
                  <a:pt x="14260" y="18219"/>
                </a:lnTo>
                <a:lnTo>
                  <a:pt x="13036" y="18608"/>
                </a:lnTo>
                <a:lnTo>
                  <a:pt x="11812" y="18987"/>
                </a:lnTo>
                <a:lnTo>
                  <a:pt x="11398" y="19136"/>
                </a:lnTo>
                <a:lnTo>
                  <a:pt x="10669" y="19392"/>
                </a:lnTo>
                <a:lnTo>
                  <a:pt x="8996" y="19986"/>
                </a:lnTo>
                <a:lnTo>
                  <a:pt x="8107" y="20253"/>
                </a:lnTo>
                <a:lnTo>
                  <a:pt x="7214" y="20519"/>
                </a:lnTo>
                <a:lnTo>
                  <a:pt x="6307" y="20791"/>
                </a:lnTo>
                <a:lnTo>
                  <a:pt x="5074" y="21190"/>
                </a:lnTo>
                <a:lnTo>
                  <a:pt x="3821" y="21600"/>
                </a:lnTo>
                <a:lnTo>
                  <a:pt x="3319" y="21431"/>
                </a:lnTo>
                <a:lnTo>
                  <a:pt x="1800" y="20908"/>
                </a:lnTo>
                <a:lnTo>
                  <a:pt x="1107" y="17870"/>
                </a:lnTo>
                <a:lnTo>
                  <a:pt x="689" y="15790"/>
                </a:lnTo>
                <a:lnTo>
                  <a:pt x="376" y="13705"/>
                </a:lnTo>
                <a:lnTo>
                  <a:pt x="0" y="10662"/>
                </a:lnTo>
                <a:lnTo>
                  <a:pt x="2405" y="8341"/>
                </a:lnTo>
                <a:lnTo>
                  <a:pt x="4518" y="6317"/>
                </a:lnTo>
                <a:lnTo>
                  <a:pt x="6368" y="4596"/>
                </a:lnTo>
                <a:lnTo>
                  <a:pt x="7987" y="3156"/>
                </a:lnTo>
                <a:lnTo>
                  <a:pt x="9401" y="1998"/>
                </a:lnTo>
                <a:lnTo>
                  <a:pt x="10642" y="1107"/>
                </a:lnTo>
                <a:lnTo>
                  <a:pt x="11736" y="487"/>
                </a:lnTo>
                <a:lnTo>
                  <a:pt x="12712" y="118"/>
                </a:lnTo>
                <a:lnTo>
                  <a:pt x="13601" y="0"/>
                </a:lnTo>
                <a:lnTo>
                  <a:pt x="14431" y="128"/>
                </a:lnTo>
                <a:lnTo>
                  <a:pt x="15232" y="487"/>
                </a:lnTo>
                <a:lnTo>
                  <a:pt x="16031" y="1076"/>
                </a:lnTo>
                <a:lnTo>
                  <a:pt x="16859" y="1880"/>
                </a:lnTo>
                <a:lnTo>
                  <a:pt x="17743" y="2900"/>
                </a:lnTo>
                <a:lnTo>
                  <a:pt x="18715" y="4119"/>
                </a:lnTo>
                <a:lnTo>
                  <a:pt x="19800" y="5538"/>
                </a:lnTo>
                <a:close/>
              </a:path>
            </a:pathLst>
          </a:custGeom>
          <a:solidFill>
            <a:srgbClr val="E4E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4" name="contour_08882"/>
          <p:cNvSpPr/>
          <p:nvPr/>
        </p:nvSpPr>
        <p:spPr>
          <a:xfrm>
            <a:off x="10614402" y="5939713"/>
            <a:ext cx="8082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86" y="0"/>
                </a:moveTo>
                <a:lnTo>
                  <a:pt x="12974" y="0"/>
                </a:lnTo>
                <a:lnTo>
                  <a:pt x="14269" y="0"/>
                </a:lnTo>
                <a:lnTo>
                  <a:pt x="15582" y="0"/>
                </a:lnTo>
                <a:lnTo>
                  <a:pt x="15983" y="1845"/>
                </a:lnTo>
                <a:lnTo>
                  <a:pt x="16378" y="3694"/>
                </a:lnTo>
                <a:lnTo>
                  <a:pt x="16768" y="5545"/>
                </a:lnTo>
                <a:lnTo>
                  <a:pt x="17151" y="7400"/>
                </a:lnTo>
                <a:lnTo>
                  <a:pt x="17529" y="9257"/>
                </a:lnTo>
                <a:lnTo>
                  <a:pt x="18556" y="10022"/>
                </a:lnTo>
                <a:lnTo>
                  <a:pt x="19598" y="10800"/>
                </a:lnTo>
                <a:lnTo>
                  <a:pt x="20505" y="11565"/>
                </a:lnTo>
                <a:lnTo>
                  <a:pt x="21425" y="12343"/>
                </a:lnTo>
                <a:lnTo>
                  <a:pt x="21542" y="14731"/>
                </a:lnTo>
                <a:lnTo>
                  <a:pt x="21600" y="16407"/>
                </a:lnTo>
                <a:lnTo>
                  <a:pt x="21600" y="17814"/>
                </a:lnTo>
                <a:lnTo>
                  <a:pt x="21542" y="19397"/>
                </a:lnTo>
                <a:lnTo>
                  <a:pt x="21425" y="21600"/>
                </a:lnTo>
                <a:lnTo>
                  <a:pt x="18998" y="20825"/>
                </a:lnTo>
                <a:lnTo>
                  <a:pt x="17146" y="20196"/>
                </a:lnTo>
                <a:lnTo>
                  <a:pt x="15757" y="19637"/>
                </a:lnTo>
                <a:lnTo>
                  <a:pt x="14717" y="19082"/>
                </a:lnTo>
                <a:lnTo>
                  <a:pt x="13914" y="18459"/>
                </a:lnTo>
                <a:lnTo>
                  <a:pt x="13239" y="17687"/>
                </a:lnTo>
                <a:lnTo>
                  <a:pt x="12572" y="16703"/>
                </a:lnTo>
                <a:lnTo>
                  <a:pt x="11807" y="15429"/>
                </a:lnTo>
                <a:lnTo>
                  <a:pt x="10705" y="13975"/>
                </a:lnTo>
                <a:lnTo>
                  <a:pt x="9587" y="12861"/>
                </a:lnTo>
                <a:lnTo>
                  <a:pt x="8443" y="12025"/>
                </a:lnTo>
                <a:lnTo>
                  <a:pt x="7267" y="11411"/>
                </a:lnTo>
                <a:lnTo>
                  <a:pt x="6044" y="10960"/>
                </a:lnTo>
                <a:lnTo>
                  <a:pt x="4762" y="10618"/>
                </a:lnTo>
                <a:lnTo>
                  <a:pt x="3416" y="10322"/>
                </a:lnTo>
                <a:lnTo>
                  <a:pt x="1992" y="10016"/>
                </a:lnTo>
                <a:lnTo>
                  <a:pt x="1005" y="9640"/>
                </a:lnTo>
                <a:lnTo>
                  <a:pt x="0" y="9257"/>
                </a:lnTo>
                <a:lnTo>
                  <a:pt x="0" y="7727"/>
                </a:lnTo>
                <a:lnTo>
                  <a:pt x="0" y="6171"/>
                </a:lnTo>
                <a:lnTo>
                  <a:pt x="1285" y="6171"/>
                </a:lnTo>
                <a:lnTo>
                  <a:pt x="2573" y="6171"/>
                </a:lnTo>
                <a:lnTo>
                  <a:pt x="3860" y="6171"/>
                </a:lnTo>
                <a:lnTo>
                  <a:pt x="5152" y="6171"/>
                </a:lnTo>
                <a:lnTo>
                  <a:pt x="6447" y="6171"/>
                </a:lnTo>
                <a:lnTo>
                  <a:pt x="7748" y="6171"/>
                </a:lnTo>
                <a:lnTo>
                  <a:pt x="9053" y="6171"/>
                </a:lnTo>
                <a:lnTo>
                  <a:pt x="10366" y="6171"/>
                </a:lnTo>
                <a:lnTo>
                  <a:pt x="11686" y="6171"/>
                </a:lnTo>
                <a:lnTo>
                  <a:pt x="11686" y="4132"/>
                </a:lnTo>
                <a:lnTo>
                  <a:pt x="11686" y="2080"/>
                </a:lnTo>
                <a:lnTo>
                  <a:pt x="11686" y="0"/>
                </a:lnTo>
                <a:close/>
              </a:path>
            </a:pathLst>
          </a:custGeom>
          <a:solidFill>
            <a:srgbClr val="4B4A47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5" name="contour_08883"/>
          <p:cNvSpPr/>
          <p:nvPr/>
        </p:nvSpPr>
        <p:spPr>
          <a:xfrm>
            <a:off x="3902162" y="5925137"/>
            <a:ext cx="94744" cy="50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758" y="765"/>
                </a:lnTo>
                <a:lnTo>
                  <a:pt x="8474" y="1346"/>
                </a:lnTo>
                <a:lnTo>
                  <a:pt x="9107" y="2029"/>
                </a:lnTo>
                <a:lnTo>
                  <a:pt x="9969" y="3108"/>
                </a:lnTo>
                <a:lnTo>
                  <a:pt x="9640" y="4954"/>
                </a:lnTo>
                <a:lnTo>
                  <a:pt x="9310" y="6806"/>
                </a:lnTo>
                <a:lnTo>
                  <a:pt x="8979" y="8665"/>
                </a:lnTo>
                <a:lnTo>
                  <a:pt x="8645" y="10539"/>
                </a:lnTo>
                <a:lnTo>
                  <a:pt x="8308" y="12432"/>
                </a:lnTo>
                <a:lnTo>
                  <a:pt x="9404" y="12432"/>
                </a:lnTo>
                <a:lnTo>
                  <a:pt x="10501" y="12432"/>
                </a:lnTo>
                <a:lnTo>
                  <a:pt x="11599" y="12432"/>
                </a:lnTo>
                <a:lnTo>
                  <a:pt x="12699" y="12432"/>
                </a:lnTo>
                <a:lnTo>
                  <a:pt x="13801" y="12432"/>
                </a:lnTo>
                <a:lnTo>
                  <a:pt x="14904" y="12432"/>
                </a:lnTo>
                <a:lnTo>
                  <a:pt x="16011" y="12432"/>
                </a:lnTo>
                <a:lnTo>
                  <a:pt x="17120" y="12432"/>
                </a:lnTo>
                <a:lnTo>
                  <a:pt x="18234" y="12432"/>
                </a:lnTo>
                <a:lnTo>
                  <a:pt x="19350" y="12432"/>
                </a:lnTo>
                <a:lnTo>
                  <a:pt x="20473" y="12432"/>
                </a:lnTo>
                <a:lnTo>
                  <a:pt x="21600" y="12432"/>
                </a:lnTo>
                <a:lnTo>
                  <a:pt x="21600" y="13973"/>
                </a:lnTo>
                <a:lnTo>
                  <a:pt x="21600" y="15540"/>
                </a:lnTo>
                <a:lnTo>
                  <a:pt x="20562" y="16111"/>
                </a:lnTo>
                <a:lnTo>
                  <a:pt x="19528" y="16655"/>
                </a:lnTo>
                <a:lnTo>
                  <a:pt x="18498" y="17171"/>
                </a:lnTo>
                <a:lnTo>
                  <a:pt x="17464" y="17668"/>
                </a:lnTo>
                <a:lnTo>
                  <a:pt x="16429" y="18141"/>
                </a:lnTo>
                <a:lnTo>
                  <a:pt x="15384" y="18598"/>
                </a:lnTo>
                <a:lnTo>
                  <a:pt x="14331" y="19036"/>
                </a:lnTo>
                <a:lnTo>
                  <a:pt x="13301" y="19499"/>
                </a:lnTo>
                <a:lnTo>
                  <a:pt x="12254" y="19971"/>
                </a:lnTo>
                <a:lnTo>
                  <a:pt x="11754" y="20180"/>
                </a:lnTo>
                <a:lnTo>
                  <a:pt x="10242" y="20807"/>
                </a:lnTo>
                <a:lnTo>
                  <a:pt x="9326" y="21196"/>
                </a:lnTo>
                <a:lnTo>
                  <a:pt x="8396" y="21588"/>
                </a:lnTo>
                <a:lnTo>
                  <a:pt x="7189" y="21600"/>
                </a:lnTo>
                <a:lnTo>
                  <a:pt x="6166" y="21354"/>
                </a:lnTo>
                <a:lnTo>
                  <a:pt x="5239" y="20811"/>
                </a:lnTo>
                <a:lnTo>
                  <a:pt x="4320" y="19922"/>
                </a:lnTo>
                <a:lnTo>
                  <a:pt x="3323" y="18647"/>
                </a:lnTo>
                <a:lnTo>
                  <a:pt x="3323" y="16593"/>
                </a:lnTo>
                <a:lnTo>
                  <a:pt x="3323" y="14526"/>
                </a:lnTo>
                <a:lnTo>
                  <a:pt x="3323" y="12432"/>
                </a:lnTo>
                <a:lnTo>
                  <a:pt x="2336" y="11291"/>
                </a:lnTo>
                <a:lnTo>
                  <a:pt x="1662" y="10586"/>
                </a:lnTo>
                <a:lnTo>
                  <a:pt x="987" y="10029"/>
                </a:lnTo>
                <a:lnTo>
                  <a:pt x="0" y="9324"/>
                </a:lnTo>
                <a:lnTo>
                  <a:pt x="773" y="8093"/>
                </a:lnTo>
                <a:lnTo>
                  <a:pt x="1549" y="6878"/>
                </a:lnTo>
                <a:lnTo>
                  <a:pt x="2331" y="5669"/>
                </a:lnTo>
                <a:lnTo>
                  <a:pt x="3115" y="4469"/>
                </a:lnTo>
                <a:lnTo>
                  <a:pt x="3984" y="3111"/>
                </a:lnTo>
                <a:lnTo>
                  <a:pt x="4868" y="1737"/>
                </a:lnTo>
                <a:lnTo>
                  <a:pt x="5751" y="873"/>
                </a:lnTo>
                <a:lnTo>
                  <a:pt x="6646" y="0"/>
                </a:lnTo>
                <a:close/>
              </a:path>
            </a:pathLst>
          </a:custGeom>
          <a:solidFill>
            <a:srgbClr val="696967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6" name="contour_08884"/>
          <p:cNvSpPr/>
          <p:nvPr/>
        </p:nvSpPr>
        <p:spPr>
          <a:xfrm>
            <a:off x="1336789" y="5915757"/>
            <a:ext cx="65592" cy="45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86"/>
                </a:moveTo>
                <a:lnTo>
                  <a:pt x="3336" y="574"/>
                </a:lnTo>
                <a:lnTo>
                  <a:pt x="6038" y="261"/>
                </a:lnTo>
                <a:lnTo>
                  <a:pt x="8206" y="69"/>
                </a:lnTo>
                <a:lnTo>
                  <a:pt x="9943" y="0"/>
                </a:lnTo>
                <a:lnTo>
                  <a:pt x="11352" y="72"/>
                </a:lnTo>
                <a:lnTo>
                  <a:pt x="12535" y="295"/>
                </a:lnTo>
                <a:lnTo>
                  <a:pt x="13591" y="680"/>
                </a:lnTo>
                <a:lnTo>
                  <a:pt x="14628" y="1237"/>
                </a:lnTo>
                <a:lnTo>
                  <a:pt x="15746" y="1979"/>
                </a:lnTo>
                <a:lnTo>
                  <a:pt x="17045" y="2917"/>
                </a:lnTo>
                <a:lnTo>
                  <a:pt x="18043" y="4222"/>
                </a:lnTo>
                <a:lnTo>
                  <a:pt x="18780" y="5308"/>
                </a:lnTo>
                <a:lnTo>
                  <a:pt x="19474" y="6583"/>
                </a:lnTo>
                <a:lnTo>
                  <a:pt x="20340" y="8441"/>
                </a:lnTo>
                <a:lnTo>
                  <a:pt x="21600" y="11293"/>
                </a:lnTo>
                <a:lnTo>
                  <a:pt x="21082" y="14021"/>
                </a:lnTo>
                <a:lnTo>
                  <a:pt x="20698" y="15924"/>
                </a:lnTo>
                <a:lnTo>
                  <a:pt x="20333" y="17491"/>
                </a:lnTo>
                <a:lnTo>
                  <a:pt x="19872" y="19216"/>
                </a:lnTo>
                <a:lnTo>
                  <a:pt x="19200" y="21600"/>
                </a:lnTo>
                <a:lnTo>
                  <a:pt x="15962" y="20490"/>
                </a:lnTo>
                <a:lnTo>
                  <a:pt x="13296" y="19552"/>
                </a:lnTo>
                <a:lnTo>
                  <a:pt x="11129" y="18742"/>
                </a:lnTo>
                <a:lnTo>
                  <a:pt x="9382" y="18013"/>
                </a:lnTo>
                <a:lnTo>
                  <a:pt x="7985" y="17316"/>
                </a:lnTo>
                <a:lnTo>
                  <a:pt x="6862" y="16605"/>
                </a:lnTo>
                <a:lnTo>
                  <a:pt x="5938" y="15835"/>
                </a:lnTo>
                <a:lnTo>
                  <a:pt x="5143" y="14959"/>
                </a:lnTo>
                <a:lnTo>
                  <a:pt x="4399" y="13925"/>
                </a:lnTo>
                <a:lnTo>
                  <a:pt x="3634" y="12695"/>
                </a:lnTo>
                <a:lnTo>
                  <a:pt x="2774" y="11214"/>
                </a:lnTo>
                <a:lnTo>
                  <a:pt x="2141" y="9314"/>
                </a:lnTo>
                <a:lnTo>
                  <a:pt x="1680" y="7833"/>
                </a:lnTo>
                <a:lnTo>
                  <a:pt x="1258" y="6280"/>
                </a:lnTo>
                <a:lnTo>
                  <a:pt x="742" y="4161"/>
                </a:lnTo>
                <a:lnTo>
                  <a:pt x="0" y="986"/>
                </a:lnTo>
                <a:close/>
              </a:path>
            </a:pathLst>
          </a:custGeom>
          <a:solidFill>
            <a:srgbClr val="514E44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7" name="contour_08885"/>
          <p:cNvSpPr/>
          <p:nvPr/>
        </p:nvSpPr>
        <p:spPr>
          <a:xfrm>
            <a:off x="10570674" y="5917849"/>
            <a:ext cx="87456" cy="398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6" y="803"/>
                </a:lnTo>
                <a:lnTo>
                  <a:pt x="2194" y="1610"/>
                </a:lnTo>
                <a:lnTo>
                  <a:pt x="3290" y="2412"/>
                </a:lnTo>
                <a:lnTo>
                  <a:pt x="4388" y="3219"/>
                </a:lnTo>
                <a:lnTo>
                  <a:pt x="5485" y="4026"/>
                </a:lnTo>
                <a:lnTo>
                  <a:pt x="6583" y="4833"/>
                </a:lnTo>
                <a:lnTo>
                  <a:pt x="7679" y="5639"/>
                </a:lnTo>
                <a:lnTo>
                  <a:pt x="8717" y="6391"/>
                </a:lnTo>
                <a:lnTo>
                  <a:pt x="9756" y="7138"/>
                </a:lnTo>
                <a:lnTo>
                  <a:pt x="10796" y="7878"/>
                </a:lnTo>
                <a:lnTo>
                  <a:pt x="11837" y="8609"/>
                </a:lnTo>
                <a:lnTo>
                  <a:pt x="12879" y="9337"/>
                </a:lnTo>
                <a:lnTo>
                  <a:pt x="13921" y="10057"/>
                </a:lnTo>
                <a:lnTo>
                  <a:pt x="14897" y="10733"/>
                </a:lnTo>
                <a:lnTo>
                  <a:pt x="15880" y="11417"/>
                </a:lnTo>
                <a:lnTo>
                  <a:pt x="16875" y="12109"/>
                </a:lnTo>
                <a:lnTo>
                  <a:pt x="17780" y="12726"/>
                </a:lnTo>
                <a:lnTo>
                  <a:pt x="18693" y="13347"/>
                </a:lnTo>
                <a:lnTo>
                  <a:pt x="19616" y="13979"/>
                </a:lnTo>
                <a:lnTo>
                  <a:pt x="20601" y="14893"/>
                </a:lnTo>
                <a:lnTo>
                  <a:pt x="21600" y="15818"/>
                </a:lnTo>
                <a:lnTo>
                  <a:pt x="21600" y="17780"/>
                </a:lnTo>
                <a:lnTo>
                  <a:pt x="21600" y="19773"/>
                </a:lnTo>
                <a:lnTo>
                  <a:pt x="20378" y="19979"/>
                </a:lnTo>
                <a:lnTo>
                  <a:pt x="19154" y="20164"/>
                </a:lnTo>
                <a:lnTo>
                  <a:pt x="17932" y="20335"/>
                </a:lnTo>
                <a:lnTo>
                  <a:pt x="16709" y="20489"/>
                </a:lnTo>
                <a:lnTo>
                  <a:pt x="15485" y="20631"/>
                </a:lnTo>
                <a:lnTo>
                  <a:pt x="14261" y="20766"/>
                </a:lnTo>
                <a:lnTo>
                  <a:pt x="13037" y="20888"/>
                </a:lnTo>
                <a:lnTo>
                  <a:pt x="11812" y="21007"/>
                </a:lnTo>
                <a:lnTo>
                  <a:pt x="10881" y="21173"/>
                </a:lnTo>
                <a:lnTo>
                  <a:pt x="9945" y="21339"/>
                </a:lnTo>
                <a:lnTo>
                  <a:pt x="8996" y="21509"/>
                </a:lnTo>
                <a:lnTo>
                  <a:pt x="7709" y="21588"/>
                </a:lnTo>
                <a:lnTo>
                  <a:pt x="6502" y="21600"/>
                </a:lnTo>
                <a:lnTo>
                  <a:pt x="5339" y="21481"/>
                </a:lnTo>
                <a:lnTo>
                  <a:pt x="4189" y="21173"/>
                </a:lnTo>
                <a:lnTo>
                  <a:pt x="3020" y="20623"/>
                </a:lnTo>
                <a:lnTo>
                  <a:pt x="1800" y="19773"/>
                </a:lnTo>
                <a:lnTo>
                  <a:pt x="1301" y="17361"/>
                </a:lnTo>
                <a:lnTo>
                  <a:pt x="905" y="14964"/>
                </a:lnTo>
                <a:lnTo>
                  <a:pt x="599" y="12568"/>
                </a:lnTo>
                <a:lnTo>
                  <a:pt x="373" y="10151"/>
                </a:lnTo>
                <a:lnTo>
                  <a:pt x="211" y="7700"/>
                </a:lnTo>
                <a:lnTo>
                  <a:pt x="103" y="5204"/>
                </a:lnTo>
                <a:lnTo>
                  <a:pt x="36" y="2642"/>
                </a:lnTo>
                <a:lnTo>
                  <a:pt x="0" y="0"/>
                </a:lnTo>
                <a:close/>
              </a:path>
            </a:pathLst>
          </a:custGeom>
          <a:solidFill>
            <a:srgbClr val="D7C38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8" name="contour_08886"/>
          <p:cNvSpPr/>
          <p:nvPr/>
        </p:nvSpPr>
        <p:spPr>
          <a:xfrm>
            <a:off x="8187501" y="5881409"/>
            <a:ext cx="72880" cy="45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2536" y="529"/>
                </a:lnTo>
                <a:lnTo>
                  <a:pt x="3670" y="2134"/>
                </a:lnTo>
                <a:lnTo>
                  <a:pt x="4944" y="3756"/>
                </a:lnTo>
                <a:lnTo>
                  <a:pt x="6182" y="5214"/>
                </a:lnTo>
                <a:lnTo>
                  <a:pt x="7396" y="6513"/>
                </a:lnTo>
                <a:lnTo>
                  <a:pt x="8601" y="7667"/>
                </a:lnTo>
                <a:lnTo>
                  <a:pt x="9809" y="8685"/>
                </a:lnTo>
                <a:lnTo>
                  <a:pt x="11035" y="9571"/>
                </a:lnTo>
                <a:lnTo>
                  <a:pt x="12293" y="10338"/>
                </a:lnTo>
                <a:lnTo>
                  <a:pt x="13597" y="10994"/>
                </a:lnTo>
                <a:lnTo>
                  <a:pt x="14960" y="11547"/>
                </a:lnTo>
                <a:lnTo>
                  <a:pt x="16394" y="12008"/>
                </a:lnTo>
                <a:lnTo>
                  <a:pt x="17917" y="12386"/>
                </a:lnTo>
                <a:lnTo>
                  <a:pt x="19542" y="12685"/>
                </a:lnTo>
                <a:lnTo>
                  <a:pt x="20563" y="13211"/>
                </a:lnTo>
                <a:lnTo>
                  <a:pt x="21600" y="13747"/>
                </a:lnTo>
                <a:lnTo>
                  <a:pt x="21600" y="16019"/>
                </a:lnTo>
                <a:lnTo>
                  <a:pt x="21600" y="18304"/>
                </a:lnTo>
                <a:lnTo>
                  <a:pt x="21600" y="20621"/>
                </a:lnTo>
                <a:lnTo>
                  <a:pt x="20131" y="20858"/>
                </a:lnTo>
                <a:lnTo>
                  <a:pt x="18678" y="21074"/>
                </a:lnTo>
                <a:lnTo>
                  <a:pt x="17235" y="21260"/>
                </a:lnTo>
                <a:lnTo>
                  <a:pt x="15800" y="21411"/>
                </a:lnTo>
                <a:lnTo>
                  <a:pt x="14373" y="21524"/>
                </a:lnTo>
                <a:lnTo>
                  <a:pt x="12949" y="21590"/>
                </a:lnTo>
                <a:lnTo>
                  <a:pt x="11526" y="21600"/>
                </a:lnTo>
                <a:lnTo>
                  <a:pt x="10098" y="21548"/>
                </a:lnTo>
                <a:lnTo>
                  <a:pt x="8668" y="21432"/>
                </a:lnTo>
                <a:lnTo>
                  <a:pt x="7230" y="21243"/>
                </a:lnTo>
                <a:lnTo>
                  <a:pt x="5782" y="20975"/>
                </a:lnTo>
                <a:lnTo>
                  <a:pt x="4320" y="20621"/>
                </a:lnTo>
                <a:lnTo>
                  <a:pt x="3281" y="18703"/>
                </a:lnTo>
                <a:lnTo>
                  <a:pt x="2406" y="16764"/>
                </a:lnTo>
                <a:lnTo>
                  <a:pt x="1689" y="14778"/>
                </a:lnTo>
                <a:lnTo>
                  <a:pt x="1112" y="12730"/>
                </a:lnTo>
                <a:lnTo>
                  <a:pt x="670" y="10589"/>
                </a:lnTo>
                <a:lnTo>
                  <a:pt x="343" y="8341"/>
                </a:lnTo>
                <a:lnTo>
                  <a:pt x="125" y="5966"/>
                </a:lnTo>
                <a:lnTo>
                  <a:pt x="0" y="3437"/>
                </a:lnTo>
                <a:lnTo>
                  <a:pt x="1071" y="1732"/>
                </a:lnTo>
                <a:lnTo>
                  <a:pt x="2160" y="0"/>
                </a:lnTo>
                <a:close/>
              </a:path>
            </a:pathLst>
          </a:custGeom>
          <a:solidFill>
            <a:srgbClr val="E5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889" name="contour_08887"/>
          <p:cNvSpPr/>
          <p:nvPr/>
        </p:nvSpPr>
        <p:spPr>
          <a:xfrm>
            <a:off x="4776721" y="5895985"/>
            <a:ext cx="385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82" y="0"/>
                </a:moveTo>
                <a:lnTo>
                  <a:pt x="6776" y="0"/>
                </a:lnTo>
                <a:lnTo>
                  <a:pt x="9473" y="0"/>
                </a:lnTo>
                <a:lnTo>
                  <a:pt x="12184" y="0"/>
                </a:lnTo>
                <a:lnTo>
                  <a:pt x="14906" y="0"/>
                </a:lnTo>
                <a:lnTo>
                  <a:pt x="17645" y="0"/>
                </a:lnTo>
                <a:lnTo>
                  <a:pt x="20408" y="0"/>
                </a:lnTo>
                <a:lnTo>
                  <a:pt x="20780" y="2104"/>
                </a:lnTo>
                <a:lnTo>
                  <a:pt x="21102" y="4178"/>
                </a:lnTo>
                <a:lnTo>
                  <a:pt x="21363" y="6230"/>
                </a:lnTo>
                <a:lnTo>
                  <a:pt x="21535" y="8270"/>
                </a:lnTo>
                <a:lnTo>
                  <a:pt x="21600" y="10300"/>
                </a:lnTo>
                <a:lnTo>
                  <a:pt x="21543" y="12331"/>
                </a:lnTo>
                <a:lnTo>
                  <a:pt x="21339" y="14373"/>
                </a:lnTo>
                <a:lnTo>
                  <a:pt x="20967" y="16431"/>
                </a:lnTo>
                <a:lnTo>
                  <a:pt x="20408" y="18514"/>
                </a:lnTo>
                <a:lnTo>
                  <a:pt x="17853" y="19483"/>
                </a:lnTo>
                <a:lnTo>
                  <a:pt x="15416" y="20199"/>
                </a:lnTo>
                <a:lnTo>
                  <a:pt x="13033" y="20708"/>
                </a:lnTo>
                <a:lnTo>
                  <a:pt x="10653" y="21048"/>
                </a:lnTo>
                <a:lnTo>
                  <a:pt x="8216" y="21267"/>
                </a:lnTo>
                <a:lnTo>
                  <a:pt x="5665" y="21403"/>
                </a:lnTo>
                <a:lnTo>
                  <a:pt x="2947" y="21498"/>
                </a:lnTo>
                <a:lnTo>
                  <a:pt x="0" y="21600"/>
                </a:lnTo>
                <a:lnTo>
                  <a:pt x="404" y="19462"/>
                </a:lnTo>
                <a:lnTo>
                  <a:pt x="808" y="17320"/>
                </a:lnTo>
                <a:lnTo>
                  <a:pt x="1212" y="15179"/>
                </a:lnTo>
                <a:lnTo>
                  <a:pt x="1620" y="13034"/>
                </a:lnTo>
                <a:lnTo>
                  <a:pt x="2024" y="10880"/>
                </a:lnTo>
                <a:lnTo>
                  <a:pt x="2433" y="8723"/>
                </a:lnTo>
                <a:lnTo>
                  <a:pt x="2841" y="6557"/>
                </a:lnTo>
                <a:lnTo>
                  <a:pt x="3253" y="4382"/>
                </a:lnTo>
                <a:lnTo>
                  <a:pt x="3665" y="2197"/>
                </a:lnTo>
                <a:lnTo>
                  <a:pt x="4082" y="0"/>
                </a:lnTo>
                <a:close/>
              </a:path>
            </a:pathLst>
          </a:custGeom>
          <a:solidFill>
            <a:srgbClr val="D2D6D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0" name="contour_08888"/>
          <p:cNvSpPr/>
          <p:nvPr/>
        </p:nvSpPr>
        <p:spPr>
          <a:xfrm>
            <a:off x="10468642" y="5901335"/>
            <a:ext cx="87456" cy="364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1149"/>
                </a:moveTo>
                <a:lnTo>
                  <a:pt x="3227" y="588"/>
                </a:lnTo>
                <a:lnTo>
                  <a:pt x="4270" y="251"/>
                </a:lnTo>
                <a:lnTo>
                  <a:pt x="5227" y="86"/>
                </a:lnTo>
                <a:lnTo>
                  <a:pt x="6403" y="43"/>
                </a:lnTo>
                <a:lnTo>
                  <a:pt x="8100" y="69"/>
                </a:lnTo>
                <a:lnTo>
                  <a:pt x="9234" y="48"/>
                </a:lnTo>
                <a:lnTo>
                  <a:pt x="10375" y="26"/>
                </a:lnTo>
                <a:lnTo>
                  <a:pt x="11531" y="0"/>
                </a:lnTo>
                <a:lnTo>
                  <a:pt x="11952" y="169"/>
                </a:lnTo>
                <a:lnTo>
                  <a:pt x="12697" y="467"/>
                </a:lnTo>
                <a:lnTo>
                  <a:pt x="14400" y="1149"/>
                </a:lnTo>
                <a:lnTo>
                  <a:pt x="15057" y="3582"/>
                </a:lnTo>
                <a:lnTo>
                  <a:pt x="15464" y="5293"/>
                </a:lnTo>
                <a:lnTo>
                  <a:pt x="15788" y="7091"/>
                </a:lnTo>
                <a:lnTo>
                  <a:pt x="16200" y="9791"/>
                </a:lnTo>
                <a:lnTo>
                  <a:pt x="17397" y="11856"/>
                </a:lnTo>
                <a:lnTo>
                  <a:pt x="18274" y="13351"/>
                </a:lnTo>
                <a:lnTo>
                  <a:pt x="18983" y="14518"/>
                </a:lnTo>
                <a:lnTo>
                  <a:pt x="19674" y="15594"/>
                </a:lnTo>
                <a:lnTo>
                  <a:pt x="20497" y="16817"/>
                </a:lnTo>
                <a:lnTo>
                  <a:pt x="21600" y="18433"/>
                </a:lnTo>
                <a:lnTo>
                  <a:pt x="20165" y="19530"/>
                </a:lnTo>
                <a:lnTo>
                  <a:pt x="18830" y="20394"/>
                </a:lnTo>
                <a:lnTo>
                  <a:pt x="17570" y="21025"/>
                </a:lnTo>
                <a:lnTo>
                  <a:pt x="16371" y="21427"/>
                </a:lnTo>
                <a:lnTo>
                  <a:pt x="15214" y="21600"/>
                </a:lnTo>
                <a:lnTo>
                  <a:pt x="14080" y="21544"/>
                </a:lnTo>
                <a:lnTo>
                  <a:pt x="12953" y="21263"/>
                </a:lnTo>
                <a:lnTo>
                  <a:pt x="11812" y="20757"/>
                </a:lnTo>
                <a:lnTo>
                  <a:pt x="10638" y="20032"/>
                </a:lnTo>
                <a:lnTo>
                  <a:pt x="9416" y="19085"/>
                </a:lnTo>
                <a:lnTo>
                  <a:pt x="8125" y="17923"/>
                </a:lnTo>
                <a:lnTo>
                  <a:pt x="6750" y="16540"/>
                </a:lnTo>
                <a:lnTo>
                  <a:pt x="5765" y="15581"/>
                </a:lnTo>
                <a:lnTo>
                  <a:pt x="4766" y="14609"/>
                </a:lnTo>
                <a:lnTo>
                  <a:pt x="3809" y="13663"/>
                </a:lnTo>
                <a:lnTo>
                  <a:pt x="2855" y="12708"/>
                </a:lnTo>
                <a:lnTo>
                  <a:pt x="1903" y="11744"/>
                </a:lnTo>
                <a:lnTo>
                  <a:pt x="950" y="10768"/>
                </a:lnTo>
                <a:lnTo>
                  <a:pt x="0" y="9791"/>
                </a:lnTo>
                <a:lnTo>
                  <a:pt x="313" y="7263"/>
                </a:lnTo>
                <a:lnTo>
                  <a:pt x="605" y="5522"/>
                </a:lnTo>
                <a:lnTo>
                  <a:pt x="1044" y="3755"/>
                </a:lnTo>
                <a:lnTo>
                  <a:pt x="1800" y="1149"/>
                </a:lnTo>
                <a:close/>
              </a:path>
            </a:pathLst>
          </a:custGeom>
          <a:solidFill>
            <a:srgbClr val="E8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1" name="contour_08889"/>
          <p:cNvSpPr/>
          <p:nvPr/>
        </p:nvSpPr>
        <p:spPr>
          <a:xfrm>
            <a:off x="4717353" y="5902719"/>
            <a:ext cx="52080" cy="390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21" y="56"/>
                </a:moveTo>
                <a:lnTo>
                  <a:pt x="16449" y="109"/>
                </a:lnTo>
                <a:lnTo>
                  <a:pt x="18508" y="165"/>
                </a:lnTo>
                <a:lnTo>
                  <a:pt x="19276" y="197"/>
                </a:lnTo>
                <a:lnTo>
                  <a:pt x="21600" y="306"/>
                </a:lnTo>
                <a:lnTo>
                  <a:pt x="21095" y="3028"/>
                </a:lnTo>
                <a:lnTo>
                  <a:pt x="20557" y="5682"/>
                </a:lnTo>
                <a:lnTo>
                  <a:pt x="19971" y="8267"/>
                </a:lnTo>
                <a:lnTo>
                  <a:pt x="19309" y="10792"/>
                </a:lnTo>
                <a:lnTo>
                  <a:pt x="18559" y="13264"/>
                </a:lnTo>
                <a:lnTo>
                  <a:pt x="17695" y="15693"/>
                </a:lnTo>
                <a:lnTo>
                  <a:pt x="16700" y="18081"/>
                </a:lnTo>
                <a:lnTo>
                  <a:pt x="15555" y="20440"/>
                </a:lnTo>
                <a:lnTo>
                  <a:pt x="13351" y="21085"/>
                </a:lnTo>
                <a:lnTo>
                  <a:pt x="11199" y="21463"/>
                </a:lnTo>
                <a:lnTo>
                  <a:pt x="9077" y="21600"/>
                </a:lnTo>
                <a:lnTo>
                  <a:pt x="6964" y="21532"/>
                </a:lnTo>
                <a:lnTo>
                  <a:pt x="4836" y="21294"/>
                </a:lnTo>
                <a:lnTo>
                  <a:pt x="2669" y="20915"/>
                </a:lnTo>
                <a:lnTo>
                  <a:pt x="441" y="20440"/>
                </a:lnTo>
                <a:lnTo>
                  <a:pt x="196" y="15286"/>
                </a:lnTo>
                <a:lnTo>
                  <a:pt x="48" y="11714"/>
                </a:lnTo>
                <a:lnTo>
                  <a:pt x="0" y="9282"/>
                </a:lnTo>
                <a:lnTo>
                  <a:pt x="48" y="7538"/>
                </a:lnTo>
                <a:lnTo>
                  <a:pt x="196" y="6036"/>
                </a:lnTo>
                <a:lnTo>
                  <a:pt x="441" y="4333"/>
                </a:lnTo>
                <a:lnTo>
                  <a:pt x="2343" y="2690"/>
                </a:lnTo>
                <a:lnTo>
                  <a:pt x="4223" y="1514"/>
                </a:lnTo>
                <a:lnTo>
                  <a:pt x="6112" y="729"/>
                </a:lnTo>
                <a:lnTo>
                  <a:pt x="8043" y="266"/>
                </a:lnTo>
                <a:lnTo>
                  <a:pt x="10053" y="44"/>
                </a:lnTo>
                <a:lnTo>
                  <a:pt x="12166" y="0"/>
                </a:lnTo>
                <a:lnTo>
                  <a:pt x="14421" y="56"/>
                </a:lnTo>
                <a:close/>
              </a:path>
            </a:pathLst>
          </a:custGeom>
          <a:solidFill>
            <a:srgbClr val="E7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2" name="contour_08890"/>
          <p:cNvSpPr/>
          <p:nvPr/>
        </p:nvSpPr>
        <p:spPr>
          <a:xfrm>
            <a:off x="1934404" y="5892880"/>
            <a:ext cx="94744" cy="322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69" y="556"/>
                </a:moveTo>
                <a:lnTo>
                  <a:pt x="13651" y="371"/>
                </a:lnTo>
                <a:lnTo>
                  <a:pt x="14640" y="185"/>
                </a:lnTo>
                <a:lnTo>
                  <a:pt x="15642" y="0"/>
                </a:lnTo>
                <a:lnTo>
                  <a:pt x="17182" y="1269"/>
                </a:lnTo>
                <a:lnTo>
                  <a:pt x="18084" y="2377"/>
                </a:lnTo>
                <a:lnTo>
                  <a:pt x="18696" y="3924"/>
                </a:lnTo>
                <a:lnTo>
                  <a:pt x="19365" y="6535"/>
                </a:lnTo>
                <a:lnTo>
                  <a:pt x="19860" y="9502"/>
                </a:lnTo>
                <a:lnTo>
                  <a:pt x="20331" y="12479"/>
                </a:lnTo>
                <a:lnTo>
                  <a:pt x="20776" y="15480"/>
                </a:lnTo>
                <a:lnTo>
                  <a:pt x="21198" y="18511"/>
                </a:lnTo>
                <a:lnTo>
                  <a:pt x="21600" y="21600"/>
                </a:lnTo>
                <a:lnTo>
                  <a:pt x="21234" y="21468"/>
                </a:lnTo>
                <a:lnTo>
                  <a:pt x="20128" y="21078"/>
                </a:lnTo>
                <a:lnTo>
                  <a:pt x="19023" y="20692"/>
                </a:lnTo>
                <a:lnTo>
                  <a:pt x="17920" y="20316"/>
                </a:lnTo>
                <a:lnTo>
                  <a:pt x="16815" y="19946"/>
                </a:lnTo>
                <a:lnTo>
                  <a:pt x="15710" y="19580"/>
                </a:lnTo>
                <a:lnTo>
                  <a:pt x="14605" y="19218"/>
                </a:lnTo>
                <a:lnTo>
                  <a:pt x="13500" y="18857"/>
                </a:lnTo>
                <a:lnTo>
                  <a:pt x="12350" y="18442"/>
                </a:lnTo>
                <a:lnTo>
                  <a:pt x="11182" y="18028"/>
                </a:lnTo>
                <a:lnTo>
                  <a:pt x="10072" y="17671"/>
                </a:lnTo>
                <a:lnTo>
                  <a:pt x="8944" y="17310"/>
                </a:lnTo>
                <a:lnTo>
                  <a:pt x="7924" y="16964"/>
                </a:lnTo>
                <a:lnTo>
                  <a:pt x="6887" y="16617"/>
                </a:lnTo>
                <a:lnTo>
                  <a:pt x="5689" y="16866"/>
                </a:lnTo>
                <a:lnTo>
                  <a:pt x="4642" y="17491"/>
                </a:lnTo>
                <a:lnTo>
                  <a:pt x="3674" y="18482"/>
                </a:lnTo>
                <a:lnTo>
                  <a:pt x="2705" y="19853"/>
                </a:lnTo>
                <a:lnTo>
                  <a:pt x="1662" y="21600"/>
                </a:lnTo>
                <a:lnTo>
                  <a:pt x="1333" y="18696"/>
                </a:lnTo>
                <a:lnTo>
                  <a:pt x="1002" y="15792"/>
                </a:lnTo>
                <a:lnTo>
                  <a:pt x="671" y="12869"/>
                </a:lnTo>
                <a:lnTo>
                  <a:pt x="337" y="9926"/>
                </a:lnTo>
                <a:lnTo>
                  <a:pt x="0" y="6959"/>
                </a:lnTo>
                <a:lnTo>
                  <a:pt x="1145" y="5934"/>
                </a:lnTo>
                <a:lnTo>
                  <a:pt x="2283" y="5017"/>
                </a:lnTo>
                <a:lnTo>
                  <a:pt x="3418" y="4197"/>
                </a:lnTo>
                <a:lnTo>
                  <a:pt x="4551" y="3470"/>
                </a:lnTo>
                <a:lnTo>
                  <a:pt x="5687" y="2835"/>
                </a:lnTo>
                <a:lnTo>
                  <a:pt x="6827" y="2279"/>
                </a:lnTo>
                <a:lnTo>
                  <a:pt x="7972" y="1806"/>
                </a:lnTo>
                <a:lnTo>
                  <a:pt x="9127" y="1396"/>
                </a:lnTo>
                <a:lnTo>
                  <a:pt x="10293" y="1059"/>
                </a:lnTo>
                <a:lnTo>
                  <a:pt x="11473" y="781"/>
                </a:lnTo>
                <a:lnTo>
                  <a:pt x="12669" y="556"/>
                </a:lnTo>
                <a:close/>
              </a:path>
            </a:pathLst>
          </a:custGeom>
          <a:solidFill>
            <a:srgbClr val="C0C1C7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3" name="contour_08891"/>
          <p:cNvSpPr/>
          <p:nvPr/>
        </p:nvSpPr>
        <p:spPr>
          <a:xfrm>
            <a:off x="1060159" y="5859545"/>
            <a:ext cx="5799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98" y="0"/>
                </a:moveTo>
                <a:lnTo>
                  <a:pt x="4623" y="313"/>
                </a:lnTo>
                <a:lnTo>
                  <a:pt x="6059" y="581"/>
                </a:lnTo>
                <a:lnTo>
                  <a:pt x="7297" y="909"/>
                </a:lnTo>
                <a:lnTo>
                  <a:pt x="8727" y="1402"/>
                </a:lnTo>
                <a:lnTo>
                  <a:pt x="10742" y="2160"/>
                </a:lnTo>
                <a:lnTo>
                  <a:pt x="10937" y="3836"/>
                </a:lnTo>
                <a:lnTo>
                  <a:pt x="11027" y="5061"/>
                </a:lnTo>
                <a:lnTo>
                  <a:pt x="11002" y="6188"/>
                </a:lnTo>
                <a:lnTo>
                  <a:pt x="10853" y="7579"/>
                </a:lnTo>
                <a:lnTo>
                  <a:pt x="10573" y="9586"/>
                </a:lnTo>
                <a:lnTo>
                  <a:pt x="10446" y="11623"/>
                </a:lnTo>
                <a:lnTo>
                  <a:pt x="10391" y="13042"/>
                </a:lnTo>
                <a:lnTo>
                  <a:pt x="10419" y="14213"/>
                </a:lnTo>
                <a:lnTo>
                  <a:pt x="10533" y="15502"/>
                </a:lnTo>
                <a:lnTo>
                  <a:pt x="10742" y="17280"/>
                </a:lnTo>
                <a:lnTo>
                  <a:pt x="12115" y="18304"/>
                </a:lnTo>
                <a:lnTo>
                  <a:pt x="13513" y="19146"/>
                </a:lnTo>
                <a:lnTo>
                  <a:pt x="14960" y="19837"/>
                </a:lnTo>
                <a:lnTo>
                  <a:pt x="16469" y="20401"/>
                </a:lnTo>
                <a:lnTo>
                  <a:pt x="18068" y="20863"/>
                </a:lnTo>
                <a:lnTo>
                  <a:pt x="19770" y="21254"/>
                </a:lnTo>
                <a:lnTo>
                  <a:pt x="21600" y="21600"/>
                </a:lnTo>
                <a:lnTo>
                  <a:pt x="19496" y="21514"/>
                </a:lnTo>
                <a:lnTo>
                  <a:pt x="17474" y="21386"/>
                </a:lnTo>
                <a:lnTo>
                  <a:pt x="15530" y="21192"/>
                </a:lnTo>
                <a:lnTo>
                  <a:pt x="13660" y="20907"/>
                </a:lnTo>
                <a:lnTo>
                  <a:pt x="11857" y="20501"/>
                </a:lnTo>
                <a:lnTo>
                  <a:pt x="10117" y="19954"/>
                </a:lnTo>
                <a:lnTo>
                  <a:pt x="8434" y="19237"/>
                </a:lnTo>
                <a:lnTo>
                  <a:pt x="6803" y="18325"/>
                </a:lnTo>
                <a:lnTo>
                  <a:pt x="5217" y="17196"/>
                </a:lnTo>
                <a:lnTo>
                  <a:pt x="4113" y="15846"/>
                </a:lnTo>
                <a:lnTo>
                  <a:pt x="3089" y="14530"/>
                </a:lnTo>
                <a:lnTo>
                  <a:pt x="2177" y="13226"/>
                </a:lnTo>
                <a:lnTo>
                  <a:pt x="1393" y="11908"/>
                </a:lnTo>
                <a:lnTo>
                  <a:pt x="760" y="10552"/>
                </a:lnTo>
                <a:lnTo>
                  <a:pt x="304" y="9132"/>
                </a:lnTo>
                <a:lnTo>
                  <a:pt x="43" y="7627"/>
                </a:lnTo>
                <a:lnTo>
                  <a:pt x="0" y="6007"/>
                </a:lnTo>
                <a:lnTo>
                  <a:pt x="372" y="4825"/>
                </a:lnTo>
                <a:lnTo>
                  <a:pt x="692" y="3923"/>
                </a:lnTo>
                <a:lnTo>
                  <a:pt x="1086" y="3009"/>
                </a:lnTo>
                <a:lnTo>
                  <a:pt x="1680" y="1797"/>
                </a:lnTo>
                <a:lnTo>
                  <a:pt x="2598" y="0"/>
                </a:lnTo>
                <a:close/>
              </a:path>
            </a:pathLst>
          </a:custGeom>
          <a:solidFill>
            <a:srgbClr val="15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4" name="contour_08892"/>
          <p:cNvSpPr/>
          <p:nvPr/>
        </p:nvSpPr>
        <p:spPr>
          <a:xfrm>
            <a:off x="1380517" y="5881409"/>
            <a:ext cx="72880" cy="43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197" y="1793"/>
                </a:lnTo>
                <a:lnTo>
                  <a:pt x="11601" y="3615"/>
                </a:lnTo>
                <a:lnTo>
                  <a:pt x="12275" y="5437"/>
                </a:lnTo>
                <a:lnTo>
                  <a:pt x="12960" y="7289"/>
                </a:lnTo>
                <a:lnTo>
                  <a:pt x="14526" y="7781"/>
                </a:lnTo>
                <a:lnTo>
                  <a:pt x="15682" y="7897"/>
                </a:lnTo>
                <a:lnTo>
                  <a:pt x="17414" y="7744"/>
                </a:lnTo>
                <a:lnTo>
                  <a:pt x="18030" y="7675"/>
                </a:lnTo>
                <a:lnTo>
                  <a:pt x="19116" y="7558"/>
                </a:lnTo>
                <a:lnTo>
                  <a:pt x="21600" y="7289"/>
                </a:lnTo>
                <a:lnTo>
                  <a:pt x="21600" y="9698"/>
                </a:lnTo>
                <a:lnTo>
                  <a:pt x="21600" y="12121"/>
                </a:lnTo>
                <a:lnTo>
                  <a:pt x="21600" y="14577"/>
                </a:lnTo>
                <a:lnTo>
                  <a:pt x="20222" y="15842"/>
                </a:lnTo>
                <a:lnTo>
                  <a:pt x="18807" y="17012"/>
                </a:lnTo>
                <a:lnTo>
                  <a:pt x="17358" y="18080"/>
                </a:lnTo>
                <a:lnTo>
                  <a:pt x="15878" y="19027"/>
                </a:lnTo>
                <a:lnTo>
                  <a:pt x="14375" y="19851"/>
                </a:lnTo>
                <a:lnTo>
                  <a:pt x="12850" y="20529"/>
                </a:lnTo>
                <a:lnTo>
                  <a:pt x="11308" y="21057"/>
                </a:lnTo>
                <a:lnTo>
                  <a:pt x="9755" y="21418"/>
                </a:lnTo>
                <a:lnTo>
                  <a:pt x="8195" y="21600"/>
                </a:lnTo>
                <a:lnTo>
                  <a:pt x="6629" y="21593"/>
                </a:lnTo>
                <a:lnTo>
                  <a:pt x="5067" y="21381"/>
                </a:lnTo>
                <a:lnTo>
                  <a:pt x="3510" y="20955"/>
                </a:lnTo>
                <a:lnTo>
                  <a:pt x="2350" y="20051"/>
                </a:lnTo>
                <a:lnTo>
                  <a:pt x="1184" y="19144"/>
                </a:lnTo>
                <a:lnTo>
                  <a:pt x="0" y="18222"/>
                </a:lnTo>
                <a:lnTo>
                  <a:pt x="0" y="15813"/>
                </a:lnTo>
                <a:lnTo>
                  <a:pt x="0" y="13389"/>
                </a:lnTo>
                <a:lnTo>
                  <a:pt x="0" y="10933"/>
                </a:lnTo>
                <a:lnTo>
                  <a:pt x="1177" y="9395"/>
                </a:lnTo>
                <a:lnTo>
                  <a:pt x="2048" y="8320"/>
                </a:lnTo>
                <a:lnTo>
                  <a:pt x="2868" y="7420"/>
                </a:lnTo>
                <a:lnTo>
                  <a:pt x="3899" y="6410"/>
                </a:lnTo>
                <a:lnTo>
                  <a:pt x="5400" y="5011"/>
                </a:lnTo>
                <a:lnTo>
                  <a:pt x="6404" y="4060"/>
                </a:lnTo>
                <a:lnTo>
                  <a:pt x="7413" y="3105"/>
                </a:lnTo>
                <a:lnTo>
                  <a:pt x="8437" y="2136"/>
                </a:lnTo>
                <a:lnTo>
                  <a:pt x="9027" y="1604"/>
                </a:lnTo>
                <a:lnTo>
                  <a:pt x="10800" y="0"/>
                </a:lnTo>
                <a:close/>
              </a:path>
            </a:pathLst>
          </a:custGeom>
          <a:solidFill>
            <a:srgbClr val="A5A5A2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5" name="contour_08893"/>
          <p:cNvSpPr/>
          <p:nvPr/>
        </p:nvSpPr>
        <p:spPr>
          <a:xfrm>
            <a:off x="664691" y="5852257"/>
            <a:ext cx="6719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5" y="0"/>
                </a:moveTo>
                <a:lnTo>
                  <a:pt x="1096" y="1782"/>
                </a:lnTo>
                <a:lnTo>
                  <a:pt x="1677" y="3571"/>
                </a:lnTo>
                <a:lnTo>
                  <a:pt x="2265" y="5375"/>
                </a:lnTo>
                <a:lnTo>
                  <a:pt x="2858" y="7200"/>
                </a:lnTo>
                <a:lnTo>
                  <a:pt x="3582" y="6746"/>
                </a:lnTo>
                <a:lnTo>
                  <a:pt x="5768" y="5371"/>
                </a:lnTo>
                <a:lnTo>
                  <a:pt x="6330" y="5044"/>
                </a:lnTo>
                <a:lnTo>
                  <a:pt x="7323" y="4468"/>
                </a:lnTo>
                <a:lnTo>
                  <a:pt x="9593" y="3150"/>
                </a:lnTo>
                <a:lnTo>
                  <a:pt x="10845" y="2398"/>
                </a:lnTo>
                <a:lnTo>
                  <a:pt x="12105" y="1638"/>
                </a:lnTo>
                <a:lnTo>
                  <a:pt x="13382" y="871"/>
                </a:lnTo>
                <a:lnTo>
                  <a:pt x="14548" y="583"/>
                </a:lnTo>
                <a:lnTo>
                  <a:pt x="15724" y="292"/>
                </a:lnTo>
                <a:lnTo>
                  <a:pt x="16915" y="0"/>
                </a:lnTo>
                <a:lnTo>
                  <a:pt x="18561" y="2027"/>
                </a:lnTo>
                <a:lnTo>
                  <a:pt x="19599" y="3452"/>
                </a:lnTo>
                <a:lnTo>
                  <a:pt x="20466" y="4950"/>
                </a:lnTo>
                <a:lnTo>
                  <a:pt x="21600" y="7200"/>
                </a:lnTo>
                <a:lnTo>
                  <a:pt x="20932" y="7366"/>
                </a:lnTo>
                <a:lnTo>
                  <a:pt x="19754" y="7657"/>
                </a:lnTo>
                <a:lnTo>
                  <a:pt x="17060" y="8323"/>
                </a:lnTo>
                <a:lnTo>
                  <a:pt x="15528" y="8899"/>
                </a:lnTo>
                <a:lnTo>
                  <a:pt x="14513" y="9349"/>
                </a:lnTo>
                <a:lnTo>
                  <a:pt x="13567" y="9907"/>
                </a:lnTo>
                <a:lnTo>
                  <a:pt x="12229" y="10800"/>
                </a:lnTo>
                <a:lnTo>
                  <a:pt x="11367" y="13586"/>
                </a:lnTo>
                <a:lnTo>
                  <a:pt x="10814" y="15541"/>
                </a:lnTo>
                <a:lnTo>
                  <a:pt x="10458" y="17183"/>
                </a:lnTo>
                <a:lnTo>
                  <a:pt x="10186" y="19030"/>
                </a:lnTo>
                <a:lnTo>
                  <a:pt x="9886" y="21600"/>
                </a:lnTo>
                <a:lnTo>
                  <a:pt x="8431" y="20819"/>
                </a:lnTo>
                <a:lnTo>
                  <a:pt x="7021" y="19998"/>
                </a:lnTo>
                <a:lnTo>
                  <a:pt x="5651" y="19116"/>
                </a:lnTo>
                <a:lnTo>
                  <a:pt x="4320" y="18140"/>
                </a:lnTo>
                <a:lnTo>
                  <a:pt x="3022" y="17046"/>
                </a:lnTo>
                <a:lnTo>
                  <a:pt x="1755" y="15811"/>
                </a:lnTo>
                <a:lnTo>
                  <a:pt x="515" y="14400"/>
                </a:lnTo>
                <a:lnTo>
                  <a:pt x="171" y="11884"/>
                </a:lnTo>
                <a:lnTo>
                  <a:pt x="12" y="9547"/>
                </a:lnTo>
                <a:lnTo>
                  <a:pt x="0" y="7290"/>
                </a:lnTo>
                <a:lnTo>
                  <a:pt x="103" y="5015"/>
                </a:lnTo>
                <a:lnTo>
                  <a:pt x="286" y="2621"/>
                </a:lnTo>
                <a:lnTo>
                  <a:pt x="515" y="0"/>
                </a:lnTo>
                <a:close/>
              </a:path>
            </a:pathLst>
          </a:custGeom>
          <a:solidFill>
            <a:srgbClr val="666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6" name="contour_08894"/>
          <p:cNvSpPr/>
          <p:nvPr/>
        </p:nvSpPr>
        <p:spPr>
          <a:xfrm>
            <a:off x="7830390" y="5849903"/>
            <a:ext cx="43728" cy="38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11"/>
                </a:moveTo>
                <a:lnTo>
                  <a:pt x="4594" y="653"/>
                </a:lnTo>
                <a:lnTo>
                  <a:pt x="7992" y="219"/>
                </a:lnTo>
                <a:lnTo>
                  <a:pt x="10501" y="0"/>
                </a:lnTo>
                <a:lnTo>
                  <a:pt x="12445" y="0"/>
                </a:lnTo>
                <a:lnTo>
                  <a:pt x="14130" y="219"/>
                </a:lnTo>
                <a:lnTo>
                  <a:pt x="15880" y="653"/>
                </a:lnTo>
                <a:lnTo>
                  <a:pt x="18000" y="1311"/>
                </a:lnTo>
                <a:lnTo>
                  <a:pt x="19008" y="3843"/>
                </a:lnTo>
                <a:lnTo>
                  <a:pt x="19778" y="6290"/>
                </a:lnTo>
                <a:lnTo>
                  <a:pt x="20344" y="8696"/>
                </a:lnTo>
                <a:lnTo>
                  <a:pt x="20750" y="11098"/>
                </a:lnTo>
                <a:lnTo>
                  <a:pt x="21035" y="13549"/>
                </a:lnTo>
                <a:lnTo>
                  <a:pt x="21247" y="16085"/>
                </a:lnTo>
                <a:lnTo>
                  <a:pt x="21420" y="1875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731"/>
                </a:lnTo>
                <a:lnTo>
                  <a:pt x="0" y="15858"/>
                </a:lnTo>
                <a:lnTo>
                  <a:pt x="0" y="12977"/>
                </a:lnTo>
                <a:lnTo>
                  <a:pt x="0" y="10084"/>
                </a:lnTo>
                <a:lnTo>
                  <a:pt x="0" y="7178"/>
                </a:lnTo>
                <a:lnTo>
                  <a:pt x="0" y="4257"/>
                </a:lnTo>
                <a:lnTo>
                  <a:pt x="0" y="1311"/>
                </a:lnTo>
                <a:close/>
              </a:path>
            </a:pathLst>
          </a:custGeom>
          <a:solidFill>
            <a:srgbClr val="F2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7" name="contour_08895"/>
          <p:cNvSpPr/>
          <p:nvPr/>
        </p:nvSpPr>
        <p:spPr>
          <a:xfrm>
            <a:off x="4483999" y="5852352"/>
            <a:ext cx="37934" cy="58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36" y="714"/>
                </a:moveTo>
                <a:lnTo>
                  <a:pt x="19575" y="1685"/>
                </a:lnTo>
                <a:lnTo>
                  <a:pt x="21434" y="2669"/>
                </a:lnTo>
                <a:lnTo>
                  <a:pt x="21600" y="4557"/>
                </a:lnTo>
                <a:lnTo>
                  <a:pt x="21596" y="6412"/>
                </a:lnTo>
                <a:lnTo>
                  <a:pt x="21430" y="8240"/>
                </a:lnTo>
                <a:lnTo>
                  <a:pt x="21106" y="10044"/>
                </a:lnTo>
                <a:lnTo>
                  <a:pt x="20629" y="11832"/>
                </a:lnTo>
                <a:lnTo>
                  <a:pt x="20002" y="13606"/>
                </a:lnTo>
                <a:lnTo>
                  <a:pt x="19235" y="15372"/>
                </a:lnTo>
                <a:lnTo>
                  <a:pt x="18326" y="17132"/>
                </a:lnTo>
                <a:lnTo>
                  <a:pt x="17284" y="18896"/>
                </a:lnTo>
                <a:lnTo>
                  <a:pt x="14520" y="19921"/>
                </a:lnTo>
                <a:lnTo>
                  <a:pt x="11964" y="20613"/>
                </a:lnTo>
                <a:lnTo>
                  <a:pt x="9458" y="21048"/>
                </a:lnTo>
                <a:lnTo>
                  <a:pt x="6847" y="21308"/>
                </a:lnTo>
                <a:lnTo>
                  <a:pt x="3976" y="21465"/>
                </a:lnTo>
                <a:lnTo>
                  <a:pt x="685" y="21600"/>
                </a:lnTo>
                <a:lnTo>
                  <a:pt x="461" y="19780"/>
                </a:lnTo>
                <a:lnTo>
                  <a:pt x="270" y="17971"/>
                </a:lnTo>
                <a:lnTo>
                  <a:pt x="124" y="16172"/>
                </a:lnTo>
                <a:lnTo>
                  <a:pt x="33" y="14377"/>
                </a:lnTo>
                <a:lnTo>
                  <a:pt x="0" y="12586"/>
                </a:lnTo>
                <a:lnTo>
                  <a:pt x="41" y="10793"/>
                </a:lnTo>
                <a:lnTo>
                  <a:pt x="162" y="8995"/>
                </a:lnTo>
                <a:lnTo>
                  <a:pt x="373" y="7191"/>
                </a:lnTo>
                <a:lnTo>
                  <a:pt x="685" y="5374"/>
                </a:lnTo>
                <a:lnTo>
                  <a:pt x="3971" y="3156"/>
                </a:lnTo>
                <a:lnTo>
                  <a:pt x="6474" y="1590"/>
                </a:lnTo>
                <a:lnTo>
                  <a:pt x="8499" y="598"/>
                </a:lnTo>
                <a:lnTo>
                  <a:pt x="10337" y="95"/>
                </a:lnTo>
                <a:lnTo>
                  <a:pt x="12292" y="0"/>
                </a:lnTo>
                <a:lnTo>
                  <a:pt x="14657" y="235"/>
                </a:lnTo>
                <a:lnTo>
                  <a:pt x="17736" y="714"/>
                </a:lnTo>
                <a:close/>
              </a:path>
            </a:pathLst>
          </a:custGeom>
          <a:solidFill>
            <a:srgbClr val="E8E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8" name="contour_08896"/>
          <p:cNvSpPr/>
          <p:nvPr/>
        </p:nvSpPr>
        <p:spPr>
          <a:xfrm>
            <a:off x="2175222" y="5830393"/>
            <a:ext cx="65279" cy="453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42" y="0"/>
                </a:moveTo>
                <a:lnTo>
                  <a:pt x="9542" y="2292"/>
                </a:lnTo>
                <a:lnTo>
                  <a:pt x="9542" y="4587"/>
                </a:lnTo>
                <a:lnTo>
                  <a:pt x="9542" y="6892"/>
                </a:lnTo>
                <a:lnTo>
                  <a:pt x="9542" y="9208"/>
                </a:lnTo>
                <a:lnTo>
                  <a:pt x="9542" y="11538"/>
                </a:lnTo>
                <a:lnTo>
                  <a:pt x="9542" y="13888"/>
                </a:lnTo>
                <a:lnTo>
                  <a:pt x="11247" y="13888"/>
                </a:lnTo>
                <a:lnTo>
                  <a:pt x="12955" y="13888"/>
                </a:lnTo>
                <a:lnTo>
                  <a:pt x="14667" y="13888"/>
                </a:lnTo>
                <a:lnTo>
                  <a:pt x="16386" y="13888"/>
                </a:lnTo>
                <a:lnTo>
                  <a:pt x="18113" y="13888"/>
                </a:lnTo>
                <a:lnTo>
                  <a:pt x="19849" y="13888"/>
                </a:lnTo>
                <a:lnTo>
                  <a:pt x="21600" y="13888"/>
                </a:lnTo>
                <a:lnTo>
                  <a:pt x="21600" y="16184"/>
                </a:lnTo>
                <a:lnTo>
                  <a:pt x="21600" y="18492"/>
                </a:lnTo>
                <a:lnTo>
                  <a:pt x="21600" y="20833"/>
                </a:lnTo>
                <a:lnTo>
                  <a:pt x="19890" y="21058"/>
                </a:lnTo>
                <a:lnTo>
                  <a:pt x="18193" y="21256"/>
                </a:lnTo>
                <a:lnTo>
                  <a:pt x="16507" y="21419"/>
                </a:lnTo>
                <a:lnTo>
                  <a:pt x="14828" y="21534"/>
                </a:lnTo>
                <a:lnTo>
                  <a:pt x="13152" y="21600"/>
                </a:lnTo>
                <a:lnTo>
                  <a:pt x="11476" y="21600"/>
                </a:lnTo>
                <a:lnTo>
                  <a:pt x="9798" y="21534"/>
                </a:lnTo>
                <a:lnTo>
                  <a:pt x="8115" y="21388"/>
                </a:lnTo>
                <a:lnTo>
                  <a:pt x="6424" y="21156"/>
                </a:lnTo>
                <a:lnTo>
                  <a:pt x="4719" y="20833"/>
                </a:lnTo>
                <a:lnTo>
                  <a:pt x="3304" y="18968"/>
                </a:lnTo>
                <a:lnTo>
                  <a:pt x="2233" y="17166"/>
                </a:lnTo>
                <a:lnTo>
                  <a:pt x="1404" y="15260"/>
                </a:lnTo>
                <a:lnTo>
                  <a:pt x="719" y="13093"/>
                </a:lnTo>
                <a:lnTo>
                  <a:pt x="75" y="10496"/>
                </a:lnTo>
                <a:lnTo>
                  <a:pt x="0" y="8375"/>
                </a:lnTo>
                <a:lnTo>
                  <a:pt x="145" y="6847"/>
                </a:lnTo>
                <a:lnTo>
                  <a:pt x="663" y="5170"/>
                </a:lnTo>
                <a:lnTo>
                  <a:pt x="1705" y="2604"/>
                </a:lnTo>
                <a:lnTo>
                  <a:pt x="3215" y="1333"/>
                </a:lnTo>
                <a:lnTo>
                  <a:pt x="4377" y="562"/>
                </a:lnTo>
                <a:lnTo>
                  <a:pt x="5568" y="167"/>
                </a:lnTo>
                <a:lnTo>
                  <a:pt x="7165" y="21"/>
                </a:lnTo>
                <a:lnTo>
                  <a:pt x="9542" y="0"/>
                </a:lnTo>
                <a:close/>
              </a:path>
            </a:pathLst>
          </a:custGeom>
          <a:solidFill>
            <a:srgbClr val="282827"/>
          </a:solidFill>
          <a:ln>
            <a:noFill/>
          </a:ln>
        </p:spPr>
        <p:txBody>
          <a:bodyPr/>
          <a:lstStyle/>
          <a:p/>
        </p:txBody>
      </p:sp>
      <p:sp>
        <p:nvSpPr>
          <p:cNvPr id="8899" name="contour_08897"/>
          <p:cNvSpPr/>
          <p:nvPr/>
        </p:nvSpPr>
        <p:spPr>
          <a:xfrm>
            <a:off x="5133833" y="5837681"/>
            <a:ext cx="58304" cy="447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06" y="2525"/>
                </a:lnTo>
                <a:lnTo>
                  <a:pt x="20806" y="4945"/>
                </a:lnTo>
                <a:lnTo>
                  <a:pt x="20371" y="7280"/>
                </a:lnTo>
                <a:lnTo>
                  <a:pt x="19883" y="9555"/>
                </a:lnTo>
                <a:lnTo>
                  <a:pt x="19310" y="11788"/>
                </a:lnTo>
                <a:lnTo>
                  <a:pt x="18635" y="14004"/>
                </a:lnTo>
                <a:lnTo>
                  <a:pt x="17831" y="16223"/>
                </a:lnTo>
                <a:lnTo>
                  <a:pt x="16875" y="18463"/>
                </a:lnTo>
                <a:lnTo>
                  <a:pt x="15090" y="19669"/>
                </a:lnTo>
                <a:lnTo>
                  <a:pt x="13292" y="20541"/>
                </a:lnTo>
                <a:lnTo>
                  <a:pt x="11475" y="21122"/>
                </a:lnTo>
                <a:lnTo>
                  <a:pt x="9639" y="21459"/>
                </a:lnTo>
                <a:lnTo>
                  <a:pt x="7779" y="21600"/>
                </a:lnTo>
                <a:lnTo>
                  <a:pt x="5886" y="21586"/>
                </a:lnTo>
                <a:lnTo>
                  <a:pt x="3964" y="21470"/>
                </a:lnTo>
                <a:lnTo>
                  <a:pt x="2003" y="21291"/>
                </a:lnTo>
                <a:lnTo>
                  <a:pt x="0" y="21101"/>
                </a:lnTo>
                <a:lnTo>
                  <a:pt x="710" y="18663"/>
                </a:lnTo>
                <a:lnTo>
                  <a:pt x="1434" y="16371"/>
                </a:lnTo>
                <a:lnTo>
                  <a:pt x="2195" y="14218"/>
                </a:lnTo>
                <a:lnTo>
                  <a:pt x="3024" y="12196"/>
                </a:lnTo>
                <a:lnTo>
                  <a:pt x="3945" y="10304"/>
                </a:lnTo>
                <a:lnTo>
                  <a:pt x="4979" y="8539"/>
                </a:lnTo>
                <a:lnTo>
                  <a:pt x="6159" y="6893"/>
                </a:lnTo>
                <a:lnTo>
                  <a:pt x="7503" y="5363"/>
                </a:lnTo>
                <a:lnTo>
                  <a:pt x="9042" y="3946"/>
                </a:lnTo>
                <a:lnTo>
                  <a:pt x="10800" y="2638"/>
                </a:lnTo>
                <a:lnTo>
                  <a:pt x="12704" y="1593"/>
                </a:lnTo>
                <a:lnTo>
                  <a:pt x="14372" y="869"/>
                </a:lnTo>
                <a:lnTo>
                  <a:pt x="15954" y="404"/>
                </a:lnTo>
                <a:lnTo>
                  <a:pt x="17590" y="141"/>
                </a:lnTo>
                <a:lnTo>
                  <a:pt x="19424" y="25"/>
                </a:lnTo>
                <a:lnTo>
                  <a:pt x="21600" y="0"/>
                </a:lnTo>
                <a:close/>
              </a:path>
            </a:pathLst>
          </a:custGeom>
          <a:solidFill>
            <a:srgbClr val="E3E8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0" name="contour_08898"/>
          <p:cNvSpPr/>
          <p:nvPr/>
        </p:nvSpPr>
        <p:spPr>
          <a:xfrm>
            <a:off x="4004194" y="5815817"/>
            <a:ext cx="1093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459" y="1466"/>
                </a:lnTo>
                <a:lnTo>
                  <a:pt x="17637" y="2941"/>
                </a:lnTo>
                <a:lnTo>
                  <a:pt x="17820" y="4437"/>
                </a:lnTo>
                <a:lnTo>
                  <a:pt x="18364" y="7258"/>
                </a:lnTo>
                <a:lnTo>
                  <a:pt x="18799" y="8921"/>
                </a:lnTo>
                <a:lnTo>
                  <a:pt x="19351" y="10078"/>
                </a:lnTo>
                <a:lnTo>
                  <a:pt x="20249" y="11380"/>
                </a:lnTo>
                <a:lnTo>
                  <a:pt x="20920" y="11858"/>
                </a:lnTo>
                <a:lnTo>
                  <a:pt x="21600" y="12343"/>
                </a:lnTo>
                <a:lnTo>
                  <a:pt x="20737" y="13824"/>
                </a:lnTo>
                <a:lnTo>
                  <a:pt x="19872" y="15098"/>
                </a:lnTo>
                <a:lnTo>
                  <a:pt x="19001" y="16181"/>
                </a:lnTo>
                <a:lnTo>
                  <a:pt x="18122" y="17089"/>
                </a:lnTo>
                <a:lnTo>
                  <a:pt x="17232" y="17842"/>
                </a:lnTo>
                <a:lnTo>
                  <a:pt x="16330" y="18456"/>
                </a:lnTo>
                <a:lnTo>
                  <a:pt x="15412" y="18946"/>
                </a:lnTo>
                <a:lnTo>
                  <a:pt x="14476" y="19332"/>
                </a:lnTo>
                <a:lnTo>
                  <a:pt x="13522" y="19631"/>
                </a:lnTo>
                <a:lnTo>
                  <a:pt x="12545" y="19863"/>
                </a:lnTo>
                <a:lnTo>
                  <a:pt x="11543" y="20042"/>
                </a:lnTo>
                <a:lnTo>
                  <a:pt x="10515" y="20187"/>
                </a:lnTo>
                <a:lnTo>
                  <a:pt x="9458" y="20313"/>
                </a:lnTo>
                <a:lnTo>
                  <a:pt x="8369" y="20443"/>
                </a:lnTo>
                <a:lnTo>
                  <a:pt x="7564" y="20563"/>
                </a:lnTo>
                <a:lnTo>
                  <a:pt x="6754" y="20684"/>
                </a:lnTo>
                <a:lnTo>
                  <a:pt x="5931" y="20804"/>
                </a:lnTo>
                <a:lnTo>
                  <a:pt x="4944" y="20946"/>
                </a:lnTo>
                <a:lnTo>
                  <a:pt x="3954" y="21085"/>
                </a:lnTo>
                <a:lnTo>
                  <a:pt x="2966" y="21220"/>
                </a:lnTo>
                <a:lnTo>
                  <a:pt x="1977" y="21350"/>
                </a:lnTo>
                <a:lnTo>
                  <a:pt x="989" y="21477"/>
                </a:lnTo>
                <a:lnTo>
                  <a:pt x="0" y="21600"/>
                </a:lnTo>
                <a:lnTo>
                  <a:pt x="314" y="19826"/>
                </a:lnTo>
                <a:lnTo>
                  <a:pt x="567" y="18591"/>
                </a:lnTo>
                <a:lnTo>
                  <a:pt x="899" y="17317"/>
                </a:lnTo>
                <a:lnTo>
                  <a:pt x="1440" y="15429"/>
                </a:lnTo>
                <a:lnTo>
                  <a:pt x="2314" y="14774"/>
                </a:lnTo>
                <a:lnTo>
                  <a:pt x="2942" y="14386"/>
                </a:lnTo>
                <a:lnTo>
                  <a:pt x="3630" y="14111"/>
                </a:lnTo>
                <a:lnTo>
                  <a:pt x="4680" y="13802"/>
                </a:lnTo>
                <a:lnTo>
                  <a:pt x="5640" y="13475"/>
                </a:lnTo>
                <a:lnTo>
                  <a:pt x="6615" y="13145"/>
                </a:lnTo>
                <a:lnTo>
                  <a:pt x="7628" y="12843"/>
                </a:lnTo>
                <a:lnTo>
                  <a:pt x="8640" y="12547"/>
                </a:lnTo>
                <a:lnTo>
                  <a:pt x="9652" y="12253"/>
                </a:lnTo>
                <a:lnTo>
                  <a:pt x="10665" y="11963"/>
                </a:lnTo>
                <a:lnTo>
                  <a:pt x="11562" y="11645"/>
                </a:lnTo>
                <a:lnTo>
                  <a:pt x="12436" y="11309"/>
                </a:lnTo>
                <a:lnTo>
                  <a:pt x="13293" y="10927"/>
                </a:lnTo>
                <a:lnTo>
                  <a:pt x="14141" y="10473"/>
                </a:lnTo>
                <a:lnTo>
                  <a:pt x="14988" y="9927"/>
                </a:lnTo>
                <a:lnTo>
                  <a:pt x="15840" y="9257"/>
                </a:lnTo>
                <a:lnTo>
                  <a:pt x="16413" y="6863"/>
                </a:lnTo>
                <a:lnTo>
                  <a:pt x="16775" y="5184"/>
                </a:lnTo>
                <a:lnTo>
                  <a:pt x="16993" y="3777"/>
                </a:lnTo>
                <a:lnTo>
                  <a:pt x="17139" y="2197"/>
                </a:lnTo>
                <a:lnTo>
                  <a:pt x="17280" y="0"/>
                </a:lnTo>
                <a:close/>
              </a:path>
            </a:pathLst>
          </a:custGeom>
          <a:solidFill>
            <a:srgbClr val="363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1" name="contour_08899"/>
          <p:cNvSpPr/>
          <p:nvPr/>
        </p:nvSpPr>
        <p:spPr>
          <a:xfrm>
            <a:off x="6795495" y="5691921"/>
            <a:ext cx="52291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63" y="0"/>
                </a:moveTo>
                <a:lnTo>
                  <a:pt x="19556" y="0"/>
                </a:lnTo>
                <a:lnTo>
                  <a:pt x="21073" y="0"/>
                </a:lnTo>
                <a:lnTo>
                  <a:pt x="21278" y="1300"/>
                </a:lnTo>
                <a:lnTo>
                  <a:pt x="21446" y="2588"/>
                </a:lnTo>
                <a:lnTo>
                  <a:pt x="21561" y="3868"/>
                </a:lnTo>
                <a:lnTo>
                  <a:pt x="21600" y="5144"/>
                </a:lnTo>
                <a:lnTo>
                  <a:pt x="21543" y="6422"/>
                </a:lnTo>
                <a:lnTo>
                  <a:pt x="21374" y="7706"/>
                </a:lnTo>
                <a:lnTo>
                  <a:pt x="21073" y="9000"/>
                </a:lnTo>
                <a:lnTo>
                  <a:pt x="19267" y="9360"/>
                </a:lnTo>
                <a:lnTo>
                  <a:pt x="17461" y="9720"/>
                </a:lnTo>
                <a:lnTo>
                  <a:pt x="15654" y="10080"/>
                </a:lnTo>
                <a:lnTo>
                  <a:pt x="13848" y="10440"/>
                </a:lnTo>
                <a:lnTo>
                  <a:pt x="12042" y="10800"/>
                </a:lnTo>
                <a:lnTo>
                  <a:pt x="11945" y="12010"/>
                </a:lnTo>
                <a:lnTo>
                  <a:pt x="11930" y="12881"/>
                </a:lnTo>
                <a:lnTo>
                  <a:pt x="12021" y="13838"/>
                </a:lnTo>
                <a:lnTo>
                  <a:pt x="12228" y="15300"/>
                </a:lnTo>
                <a:lnTo>
                  <a:pt x="12391" y="16742"/>
                </a:lnTo>
                <a:lnTo>
                  <a:pt x="12427" y="17692"/>
                </a:lnTo>
                <a:lnTo>
                  <a:pt x="12316" y="18571"/>
                </a:lnTo>
                <a:lnTo>
                  <a:pt x="12042" y="19800"/>
                </a:lnTo>
                <a:lnTo>
                  <a:pt x="10130" y="20421"/>
                </a:lnTo>
                <a:lnTo>
                  <a:pt x="8210" y="20875"/>
                </a:lnTo>
                <a:lnTo>
                  <a:pt x="6259" y="21188"/>
                </a:lnTo>
                <a:lnTo>
                  <a:pt x="4254" y="21393"/>
                </a:lnTo>
                <a:lnTo>
                  <a:pt x="2174" y="21521"/>
                </a:lnTo>
                <a:lnTo>
                  <a:pt x="0" y="21600"/>
                </a:lnTo>
                <a:lnTo>
                  <a:pt x="602" y="19222"/>
                </a:lnTo>
                <a:lnTo>
                  <a:pt x="1123" y="17226"/>
                </a:lnTo>
                <a:lnTo>
                  <a:pt x="1602" y="15559"/>
                </a:lnTo>
                <a:lnTo>
                  <a:pt x="2065" y="14173"/>
                </a:lnTo>
                <a:lnTo>
                  <a:pt x="2547" y="13019"/>
                </a:lnTo>
                <a:lnTo>
                  <a:pt x="3077" y="12046"/>
                </a:lnTo>
                <a:lnTo>
                  <a:pt x="3688" y="11203"/>
                </a:lnTo>
                <a:lnTo>
                  <a:pt x="4407" y="10440"/>
                </a:lnTo>
                <a:lnTo>
                  <a:pt x="5271" y="9709"/>
                </a:lnTo>
                <a:lnTo>
                  <a:pt x="6310" y="8959"/>
                </a:lnTo>
                <a:lnTo>
                  <a:pt x="7553" y="8140"/>
                </a:lnTo>
                <a:lnTo>
                  <a:pt x="9031" y="7200"/>
                </a:lnTo>
                <a:lnTo>
                  <a:pt x="11452" y="7038"/>
                </a:lnTo>
                <a:lnTo>
                  <a:pt x="13132" y="6957"/>
                </a:lnTo>
                <a:lnTo>
                  <a:pt x="14504" y="6957"/>
                </a:lnTo>
                <a:lnTo>
                  <a:pt x="16004" y="7038"/>
                </a:lnTo>
                <a:lnTo>
                  <a:pt x="18063" y="7200"/>
                </a:lnTo>
                <a:lnTo>
                  <a:pt x="18063" y="6012"/>
                </a:lnTo>
                <a:lnTo>
                  <a:pt x="18063" y="4822"/>
                </a:lnTo>
                <a:lnTo>
                  <a:pt x="18063" y="3627"/>
                </a:lnTo>
                <a:lnTo>
                  <a:pt x="18063" y="2426"/>
                </a:lnTo>
                <a:lnTo>
                  <a:pt x="18063" y="1219"/>
                </a:lnTo>
                <a:lnTo>
                  <a:pt x="18063" y="0"/>
                </a:lnTo>
                <a:close/>
              </a:path>
            </a:pathLst>
          </a:custGeom>
          <a:solidFill>
            <a:srgbClr val="E4E9F1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2" name="contour_08900"/>
          <p:cNvSpPr/>
          <p:nvPr/>
        </p:nvSpPr>
        <p:spPr>
          <a:xfrm>
            <a:off x="7785262" y="5735649"/>
            <a:ext cx="4512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12" y="0"/>
                </a:moveTo>
                <a:lnTo>
                  <a:pt x="18841" y="1885"/>
                </a:lnTo>
                <a:lnTo>
                  <a:pt x="19437" y="3780"/>
                </a:lnTo>
                <a:lnTo>
                  <a:pt x="19922" y="5681"/>
                </a:lnTo>
                <a:lnTo>
                  <a:pt x="20323" y="7597"/>
                </a:lnTo>
                <a:lnTo>
                  <a:pt x="20665" y="9529"/>
                </a:lnTo>
                <a:lnTo>
                  <a:pt x="20976" y="11476"/>
                </a:lnTo>
                <a:lnTo>
                  <a:pt x="21279" y="13441"/>
                </a:lnTo>
                <a:lnTo>
                  <a:pt x="21600" y="15429"/>
                </a:lnTo>
                <a:lnTo>
                  <a:pt x="19298" y="16107"/>
                </a:lnTo>
                <a:lnTo>
                  <a:pt x="16992" y="16786"/>
                </a:lnTo>
                <a:lnTo>
                  <a:pt x="14686" y="17468"/>
                </a:lnTo>
                <a:lnTo>
                  <a:pt x="12373" y="18150"/>
                </a:lnTo>
                <a:lnTo>
                  <a:pt x="10053" y="18832"/>
                </a:lnTo>
                <a:lnTo>
                  <a:pt x="7723" y="19520"/>
                </a:lnTo>
                <a:lnTo>
                  <a:pt x="5386" y="20208"/>
                </a:lnTo>
                <a:lnTo>
                  <a:pt x="3035" y="20903"/>
                </a:lnTo>
                <a:lnTo>
                  <a:pt x="670" y="21600"/>
                </a:lnTo>
                <a:lnTo>
                  <a:pt x="335" y="17811"/>
                </a:lnTo>
                <a:lnTo>
                  <a:pt x="112" y="15000"/>
                </a:lnTo>
                <a:lnTo>
                  <a:pt x="0" y="12898"/>
                </a:lnTo>
                <a:lnTo>
                  <a:pt x="0" y="11232"/>
                </a:lnTo>
                <a:lnTo>
                  <a:pt x="112" y="9739"/>
                </a:lnTo>
                <a:lnTo>
                  <a:pt x="335" y="8140"/>
                </a:lnTo>
                <a:lnTo>
                  <a:pt x="670" y="6171"/>
                </a:lnTo>
                <a:lnTo>
                  <a:pt x="2836" y="4416"/>
                </a:lnTo>
                <a:lnTo>
                  <a:pt x="4790" y="3015"/>
                </a:lnTo>
                <a:lnTo>
                  <a:pt x="6642" y="1938"/>
                </a:lnTo>
                <a:lnTo>
                  <a:pt x="8501" y="1139"/>
                </a:lnTo>
                <a:lnTo>
                  <a:pt x="10469" y="583"/>
                </a:lnTo>
                <a:lnTo>
                  <a:pt x="12656" y="235"/>
                </a:lnTo>
                <a:lnTo>
                  <a:pt x="15167" y="52"/>
                </a:lnTo>
                <a:lnTo>
                  <a:pt x="18112" y="0"/>
                </a:lnTo>
                <a:close/>
              </a:path>
            </a:pathLst>
          </a:custGeom>
          <a:solidFill>
            <a:srgbClr val="F1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3" name="contour_08901"/>
          <p:cNvSpPr/>
          <p:nvPr/>
        </p:nvSpPr>
        <p:spPr>
          <a:xfrm>
            <a:off x="7429550" y="5728361"/>
            <a:ext cx="51016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131"/>
                </a:lnTo>
                <a:lnTo>
                  <a:pt x="21600" y="6272"/>
                </a:lnTo>
                <a:lnTo>
                  <a:pt x="21600" y="9424"/>
                </a:lnTo>
                <a:lnTo>
                  <a:pt x="21600" y="12603"/>
                </a:lnTo>
                <a:lnTo>
                  <a:pt x="21600" y="15813"/>
                </a:lnTo>
                <a:lnTo>
                  <a:pt x="19749" y="18870"/>
                </a:lnTo>
                <a:lnTo>
                  <a:pt x="18357" y="20488"/>
                </a:lnTo>
                <a:lnTo>
                  <a:pt x="16728" y="21220"/>
                </a:lnTo>
                <a:lnTo>
                  <a:pt x="14163" y="21600"/>
                </a:lnTo>
                <a:lnTo>
                  <a:pt x="12479" y="21537"/>
                </a:lnTo>
                <a:lnTo>
                  <a:pt x="10785" y="21473"/>
                </a:lnTo>
                <a:lnTo>
                  <a:pt x="9066" y="21410"/>
                </a:lnTo>
                <a:lnTo>
                  <a:pt x="7372" y="21363"/>
                </a:lnTo>
                <a:lnTo>
                  <a:pt x="5668" y="21315"/>
                </a:lnTo>
                <a:lnTo>
                  <a:pt x="3940" y="21268"/>
                </a:lnTo>
                <a:lnTo>
                  <a:pt x="1984" y="21178"/>
                </a:lnTo>
                <a:lnTo>
                  <a:pt x="0" y="21083"/>
                </a:lnTo>
                <a:lnTo>
                  <a:pt x="0" y="17605"/>
                </a:lnTo>
                <a:lnTo>
                  <a:pt x="0" y="14121"/>
                </a:lnTo>
                <a:lnTo>
                  <a:pt x="0" y="10621"/>
                </a:lnTo>
                <a:lnTo>
                  <a:pt x="0" y="7105"/>
                </a:lnTo>
                <a:lnTo>
                  <a:pt x="0" y="3568"/>
                </a:lnTo>
                <a:lnTo>
                  <a:pt x="0" y="0"/>
                </a:lnTo>
                <a:close/>
              </a:path>
            </a:pathLst>
          </a:custGeom>
          <a:solidFill>
            <a:srgbClr val="F0F0ED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4" name="contour_08902"/>
          <p:cNvSpPr/>
          <p:nvPr/>
        </p:nvSpPr>
        <p:spPr>
          <a:xfrm>
            <a:off x="10577962" y="5697118"/>
            <a:ext cx="72880" cy="31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46"/>
                </a:moveTo>
                <a:lnTo>
                  <a:pt x="3089" y="917"/>
                </a:lnTo>
                <a:lnTo>
                  <a:pt x="5679" y="494"/>
                </a:lnTo>
                <a:lnTo>
                  <a:pt x="7832" y="197"/>
                </a:lnTo>
                <a:lnTo>
                  <a:pt x="9608" y="25"/>
                </a:lnTo>
                <a:lnTo>
                  <a:pt x="11068" y="0"/>
                </a:lnTo>
                <a:lnTo>
                  <a:pt x="12273" y="131"/>
                </a:lnTo>
                <a:lnTo>
                  <a:pt x="13284" y="423"/>
                </a:lnTo>
                <a:lnTo>
                  <a:pt x="14161" y="897"/>
                </a:lnTo>
                <a:lnTo>
                  <a:pt x="14969" y="1562"/>
                </a:lnTo>
                <a:lnTo>
                  <a:pt x="15764" y="2429"/>
                </a:lnTo>
                <a:lnTo>
                  <a:pt x="16610" y="3507"/>
                </a:lnTo>
                <a:lnTo>
                  <a:pt x="17567" y="4812"/>
                </a:lnTo>
                <a:lnTo>
                  <a:pt x="18433" y="6918"/>
                </a:lnTo>
                <a:lnTo>
                  <a:pt x="19077" y="8581"/>
                </a:lnTo>
                <a:lnTo>
                  <a:pt x="19691" y="10369"/>
                </a:lnTo>
                <a:lnTo>
                  <a:pt x="20466" y="12838"/>
                </a:lnTo>
                <a:lnTo>
                  <a:pt x="21600" y="16562"/>
                </a:lnTo>
                <a:lnTo>
                  <a:pt x="20622" y="18234"/>
                </a:lnTo>
                <a:lnTo>
                  <a:pt x="19846" y="19318"/>
                </a:lnTo>
                <a:lnTo>
                  <a:pt x="18865" y="20280"/>
                </a:lnTo>
                <a:lnTo>
                  <a:pt x="17280" y="21600"/>
                </a:lnTo>
                <a:lnTo>
                  <a:pt x="16019" y="20814"/>
                </a:lnTo>
                <a:lnTo>
                  <a:pt x="14757" y="20018"/>
                </a:lnTo>
                <a:lnTo>
                  <a:pt x="13498" y="19207"/>
                </a:lnTo>
                <a:lnTo>
                  <a:pt x="12239" y="18375"/>
                </a:lnTo>
                <a:lnTo>
                  <a:pt x="10986" y="17524"/>
                </a:lnTo>
                <a:lnTo>
                  <a:pt x="9521" y="17111"/>
                </a:lnTo>
                <a:lnTo>
                  <a:pt x="8117" y="17065"/>
                </a:lnTo>
                <a:lnTo>
                  <a:pt x="6759" y="17337"/>
                </a:lnTo>
                <a:lnTo>
                  <a:pt x="5426" y="17872"/>
                </a:lnTo>
                <a:lnTo>
                  <a:pt x="4102" y="18617"/>
                </a:lnTo>
                <a:lnTo>
                  <a:pt x="2767" y="19524"/>
                </a:lnTo>
                <a:lnTo>
                  <a:pt x="1406" y="20537"/>
                </a:lnTo>
                <a:lnTo>
                  <a:pt x="0" y="21600"/>
                </a:lnTo>
                <a:lnTo>
                  <a:pt x="0" y="18275"/>
                </a:lnTo>
                <a:lnTo>
                  <a:pt x="0" y="14944"/>
                </a:lnTo>
                <a:lnTo>
                  <a:pt x="0" y="11599"/>
                </a:lnTo>
                <a:lnTo>
                  <a:pt x="0" y="8238"/>
                </a:lnTo>
                <a:lnTo>
                  <a:pt x="0" y="4857"/>
                </a:lnTo>
                <a:lnTo>
                  <a:pt x="0" y="1446"/>
                </a:lnTo>
                <a:close/>
              </a:path>
            </a:pathLst>
          </a:custGeom>
          <a:solidFill>
            <a:srgbClr val="EF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5" name="contour_08903"/>
          <p:cNvSpPr/>
          <p:nvPr/>
        </p:nvSpPr>
        <p:spPr>
          <a:xfrm>
            <a:off x="1227127" y="5648193"/>
            <a:ext cx="3678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" y="0"/>
                </a:moveTo>
                <a:lnTo>
                  <a:pt x="1399" y="121"/>
                </a:lnTo>
                <a:lnTo>
                  <a:pt x="2521" y="233"/>
                </a:lnTo>
                <a:lnTo>
                  <a:pt x="3813" y="365"/>
                </a:lnTo>
                <a:lnTo>
                  <a:pt x="5525" y="538"/>
                </a:lnTo>
                <a:lnTo>
                  <a:pt x="7909" y="778"/>
                </a:lnTo>
                <a:lnTo>
                  <a:pt x="11213" y="1112"/>
                </a:lnTo>
                <a:lnTo>
                  <a:pt x="15694" y="1564"/>
                </a:lnTo>
                <a:lnTo>
                  <a:pt x="21600" y="2160"/>
                </a:lnTo>
                <a:lnTo>
                  <a:pt x="21069" y="3398"/>
                </a:lnTo>
                <a:lnTo>
                  <a:pt x="20539" y="4638"/>
                </a:lnTo>
                <a:lnTo>
                  <a:pt x="20004" y="5888"/>
                </a:lnTo>
                <a:lnTo>
                  <a:pt x="19460" y="7154"/>
                </a:lnTo>
                <a:lnTo>
                  <a:pt x="18904" y="8573"/>
                </a:lnTo>
                <a:lnTo>
                  <a:pt x="18437" y="9932"/>
                </a:lnTo>
                <a:lnTo>
                  <a:pt x="18061" y="11254"/>
                </a:lnTo>
                <a:lnTo>
                  <a:pt x="17782" y="12569"/>
                </a:lnTo>
                <a:lnTo>
                  <a:pt x="17607" y="13904"/>
                </a:lnTo>
                <a:lnTo>
                  <a:pt x="17538" y="15286"/>
                </a:lnTo>
                <a:lnTo>
                  <a:pt x="17586" y="16740"/>
                </a:lnTo>
                <a:lnTo>
                  <a:pt x="17453" y="18079"/>
                </a:lnTo>
                <a:lnTo>
                  <a:pt x="17320" y="19440"/>
                </a:lnTo>
                <a:lnTo>
                  <a:pt x="14769" y="20177"/>
                </a:lnTo>
                <a:lnTo>
                  <a:pt x="13028" y="20645"/>
                </a:lnTo>
                <a:lnTo>
                  <a:pt x="11290" y="21054"/>
                </a:lnTo>
                <a:lnTo>
                  <a:pt x="8761" y="21600"/>
                </a:lnTo>
                <a:lnTo>
                  <a:pt x="7686" y="20136"/>
                </a:lnTo>
                <a:lnTo>
                  <a:pt x="6646" y="18697"/>
                </a:lnTo>
                <a:lnTo>
                  <a:pt x="5658" y="17278"/>
                </a:lnTo>
                <a:lnTo>
                  <a:pt x="4721" y="15874"/>
                </a:lnTo>
                <a:lnTo>
                  <a:pt x="3843" y="14478"/>
                </a:lnTo>
                <a:lnTo>
                  <a:pt x="3039" y="13087"/>
                </a:lnTo>
                <a:lnTo>
                  <a:pt x="2311" y="11699"/>
                </a:lnTo>
                <a:lnTo>
                  <a:pt x="1669" y="10303"/>
                </a:lnTo>
                <a:lnTo>
                  <a:pt x="1117" y="8899"/>
                </a:lnTo>
                <a:lnTo>
                  <a:pt x="668" y="7480"/>
                </a:lnTo>
                <a:lnTo>
                  <a:pt x="330" y="6044"/>
                </a:lnTo>
                <a:lnTo>
                  <a:pt x="103" y="4581"/>
                </a:lnTo>
                <a:lnTo>
                  <a:pt x="0" y="3089"/>
                </a:lnTo>
                <a:lnTo>
                  <a:pt x="30" y="1564"/>
                </a:lnTo>
                <a:lnTo>
                  <a:pt x="201" y="0"/>
                </a:lnTo>
                <a:close/>
              </a:path>
            </a:pathLst>
          </a:custGeom>
          <a:solidFill>
            <a:srgbClr val="4C435A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6" name="contour_08904"/>
          <p:cNvSpPr/>
          <p:nvPr/>
        </p:nvSpPr>
        <p:spPr>
          <a:xfrm>
            <a:off x="1016118" y="5653842"/>
            <a:ext cx="65592" cy="45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781"/>
                </a:moveTo>
                <a:lnTo>
                  <a:pt x="6730" y="260"/>
                </a:lnTo>
                <a:lnTo>
                  <a:pt x="8069" y="0"/>
                </a:lnTo>
                <a:lnTo>
                  <a:pt x="9163" y="0"/>
                </a:lnTo>
                <a:lnTo>
                  <a:pt x="10358" y="260"/>
                </a:lnTo>
                <a:lnTo>
                  <a:pt x="12000" y="781"/>
                </a:lnTo>
                <a:lnTo>
                  <a:pt x="12000" y="3074"/>
                </a:lnTo>
                <a:lnTo>
                  <a:pt x="12000" y="5382"/>
                </a:lnTo>
                <a:lnTo>
                  <a:pt x="12000" y="7720"/>
                </a:lnTo>
                <a:lnTo>
                  <a:pt x="13584" y="7720"/>
                </a:lnTo>
                <a:lnTo>
                  <a:pt x="15170" y="7720"/>
                </a:lnTo>
                <a:lnTo>
                  <a:pt x="16764" y="7720"/>
                </a:lnTo>
                <a:lnTo>
                  <a:pt x="18365" y="7720"/>
                </a:lnTo>
                <a:lnTo>
                  <a:pt x="19975" y="7720"/>
                </a:lnTo>
                <a:lnTo>
                  <a:pt x="21600" y="7720"/>
                </a:lnTo>
                <a:lnTo>
                  <a:pt x="21600" y="10014"/>
                </a:lnTo>
                <a:lnTo>
                  <a:pt x="21600" y="12322"/>
                </a:lnTo>
                <a:lnTo>
                  <a:pt x="21600" y="14660"/>
                </a:lnTo>
                <a:lnTo>
                  <a:pt x="20016" y="14660"/>
                </a:lnTo>
                <a:lnTo>
                  <a:pt x="18430" y="14660"/>
                </a:lnTo>
                <a:lnTo>
                  <a:pt x="16843" y="14660"/>
                </a:lnTo>
                <a:lnTo>
                  <a:pt x="15252" y="14660"/>
                </a:lnTo>
                <a:lnTo>
                  <a:pt x="13656" y="14660"/>
                </a:lnTo>
                <a:lnTo>
                  <a:pt x="12053" y="14660"/>
                </a:lnTo>
                <a:lnTo>
                  <a:pt x="10445" y="14660"/>
                </a:lnTo>
                <a:lnTo>
                  <a:pt x="8827" y="14660"/>
                </a:lnTo>
                <a:lnTo>
                  <a:pt x="7200" y="14660"/>
                </a:lnTo>
                <a:lnTo>
                  <a:pt x="7200" y="16954"/>
                </a:lnTo>
                <a:lnTo>
                  <a:pt x="7200" y="19261"/>
                </a:lnTo>
                <a:lnTo>
                  <a:pt x="7200" y="21600"/>
                </a:lnTo>
                <a:lnTo>
                  <a:pt x="5774" y="20913"/>
                </a:lnTo>
                <a:lnTo>
                  <a:pt x="4344" y="20222"/>
                </a:lnTo>
                <a:lnTo>
                  <a:pt x="2909" y="19532"/>
                </a:lnTo>
                <a:lnTo>
                  <a:pt x="1462" y="18835"/>
                </a:lnTo>
                <a:lnTo>
                  <a:pt x="0" y="18130"/>
                </a:lnTo>
                <a:lnTo>
                  <a:pt x="482" y="15868"/>
                </a:lnTo>
                <a:lnTo>
                  <a:pt x="977" y="13633"/>
                </a:lnTo>
                <a:lnTo>
                  <a:pt x="1498" y="11426"/>
                </a:lnTo>
                <a:lnTo>
                  <a:pt x="2052" y="9244"/>
                </a:lnTo>
                <a:lnTo>
                  <a:pt x="2650" y="7089"/>
                </a:lnTo>
                <a:lnTo>
                  <a:pt x="3300" y="4958"/>
                </a:lnTo>
                <a:lnTo>
                  <a:pt x="4013" y="2856"/>
                </a:lnTo>
                <a:lnTo>
                  <a:pt x="4800" y="781"/>
                </a:lnTo>
                <a:close/>
              </a:path>
            </a:pathLst>
          </a:custGeom>
          <a:solidFill>
            <a:srgbClr val="514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7" name="contour_08905"/>
          <p:cNvSpPr/>
          <p:nvPr/>
        </p:nvSpPr>
        <p:spPr>
          <a:xfrm>
            <a:off x="4813161" y="5633617"/>
            <a:ext cx="51016" cy="60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604" y="1553"/>
                </a:lnTo>
                <a:lnTo>
                  <a:pt x="17697" y="3080"/>
                </a:lnTo>
                <a:lnTo>
                  <a:pt x="18693" y="4596"/>
                </a:lnTo>
                <a:lnTo>
                  <a:pt x="19573" y="6113"/>
                </a:lnTo>
                <a:lnTo>
                  <a:pt x="20316" y="7653"/>
                </a:lnTo>
                <a:lnTo>
                  <a:pt x="20909" y="9224"/>
                </a:lnTo>
                <a:lnTo>
                  <a:pt x="21335" y="10844"/>
                </a:lnTo>
                <a:lnTo>
                  <a:pt x="21569" y="12529"/>
                </a:lnTo>
                <a:lnTo>
                  <a:pt x="21600" y="14291"/>
                </a:lnTo>
                <a:lnTo>
                  <a:pt x="21409" y="16148"/>
                </a:lnTo>
                <a:lnTo>
                  <a:pt x="20983" y="16812"/>
                </a:lnTo>
                <a:lnTo>
                  <a:pt x="20233" y="17985"/>
                </a:lnTo>
                <a:lnTo>
                  <a:pt x="18514" y="20670"/>
                </a:lnTo>
                <a:lnTo>
                  <a:pt x="16268" y="21127"/>
                </a:lnTo>
                <a:lnTo>
                  <a:pt x="14062" y="21435"/>
                </a:lnTo>
                <a:lnTo>
                  <a:pt x="11880" y="21592"/>
                </a:lnTo>
                <a:lnTo>
                  <a:pt x="9711" y="21600"/>
                </a:lnTo>
                <a:lnTo>
                  <a:pt x="7532" y="21448"/>
                </a:lnTo>
                <a:lnTo>
                  <a:pt x="5329" y="21140"/>
                </a:lnTo>
                <a:lnTo>
                  <a:pt x="3086" y="20670"/>
                </a:lnTo>
                <a:lnTo>
                  <a:pt x="1898" y="19102"/>
                </a:lnTo>
                <a:lnTo>
                  <a:pt x="1182" y="18042"/>
                </a:lnTo>
                <a:lnTo>
                  <a:pt x="645" y="17004"/>
                </a:lnTo>
                <a:lnTo>
                  <a:pt x="0" y="15502"/>
                </a:lnTo>
                <a:lnTo>
                  <a:pt x="2040" y="15502"/>
                </a:lnTo>
                <a:lnTo>
                  <a:pt x="4092" y="15502"/>
                </a:lnTo>
                <a:lnTo>
                  <a:pt x="6171" y="15502"/>
                </a:lnTo>
                <a:lnTo>
                  <a:pt x="7261" y="14257"/>
                </a:lnTo>
                <a:lnTo>
                  <a:pt x="7964" y="13337"/>
                </a:lnTo>
                <a:lnTo>
                  <a:pt x="8591" y="12288"/>
                </a:lnTo>
                <a:lnTo>
                  <a:pt x="9448" y="10658"/>
                </a:lnTo>
                <a:lnTo>
                  <a:pt x="10174" y="9307"/>
                </a:lnTo>
                <a:lnTo>
                  <a:pt x="10908" y="7932"/>
                </a:lnTo>
                <a:lnTo>
                  <a:pt x="11621" y="6560"/>
                </a:lnTo>
                <a:lnTo>
                  <a:pt x="12343" y="5167"/>
                </a:lnTo>
                <a:lnTo>
                  <a:pt x="13108" y="3873"/>
                </a:lnTo>
                <a:lnTo>
                  <a:pt x="13876" y="2579"/>
                </a:lnTo>
                <a:lnTo>
                  <a:pt x="14651" y="1289"/>
                </a:lnTo>
                <a:lnTo>
                  <a:pt x="15429" y="0"/>
                </a:lnTo>
                <a:close/>
              </a:path>
            </a:pathLst>
          </a:custGeom>
          <a:solidFill>
            <a:srgbClr val="99766E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8" name="contour_08906"/>
          <p:cNvSpPr/>
          <p:nvPr/>
        </p:nvSpPr>
        <p:spPr>
          <a:xfrm>
            <a:off x="1096285" y="5646707"/>
            <a:ext cx="72880" cy="452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10"/>
                </a:moveTo>
                <a:lnTo>
                  <a:pt x="21209" y="3426"/>
                </a:lnTo>
                <a:lnTo>
                  <a:pt x="20801" y="5741"/>
                </a:lnTo>
                <a:lnTo>
                  <a:pt x="20317" y="7747"/>
                </a:lnTo>
                <a:lnTo>
                  <a:pt x="19695" y="9529"/>
                </a:lnTo>
                <a:lnTo>
                  <a:pt x="18874" y="11183"/>
                </a:lnTo>
                <a:lnTo>
                  <a:pt x="17794" y="12798"/>
                </a:lnTo>
                <a:lnTo>
                  <a:pt x="16394" y="14459"/>
                </a:lnTo>
                <a:lnTo>
                  <a:pt x="15215" y="15309"/>
                </a:lnTo>
                <a:lnTo>
                  <a:pt x="14029" y="16165"/>
                </a:lnTo>
                <a:lnTo>
                  <a:pt x="12826" y="17032"/>
                </a:lnTo>
                <a:lnTo>
                  <a:pt x="11640" y="17906"/>
                </a:lnTo>
                <a:lnTo>
                  <a:pt x="10448" y="18787"/>
                </a:lnTo>
                <a:lnTo>
                  <a:pt x="9238" y="19682"/>
                </a:lnTo>
                <a:lnTo>
                  <a:pt x="8554" y="20159"/>
                </a:lnTo>
                <a:lnTo>
                  <a:pt x="6480" y="21600"/>
                </a:lnTo>
                <a:lnTo>
                  <a:pt x="6480" y="19299"/>
                </a:lnTo>
                <a:lnTo>
                  <a:pt x="6480" y="16983"/>
                </a:lnTo>
                <a:lnTo>
                  <a:pt x="6480" y="14637"/>
                </a:lnTo>
                <a:lnTo>
                  <a:pt x="4873" y="13564"/>
                </a:lnTo>
                <a:lnTo>
                  <a:pt x="3732" y="12847"/>
                </a:lnTo>
                <a:lnTo>
                  <a:pt x="2748" y="12318"/>
                </a:lnTo>
                <a:lnTo>
                  <a:pt x="1607" y="11810"/>
                </a:lnTo>
                <a:lnTo>
                  <a:pt x="0" y="11155"/>
                </a:lnTo>
                <a:lnTo>
                  <a:pt x="2486" y="8913"/>
                </a:lnTo>
                <a:lnTo>
                  <a:pt x="4657" y="6974"/>
                </a:lnTo>
                <a:lnTo>
                  <a:pt x="6549" y="5316"/>
                </a:lnTo>
                <a:lnTo>
                  <a:pt x="8204" y="3924"/>
                </a:lnTo>
                <a:lnTo>
                  <a:pt x="9655" y="2775"/>
                </a:lnTo>
                <a:lnTo>
                  <a:pt x="10947" y="1852"/>
                </a:lnTo>
                <a:lnTo>
                  <a:pt x="12113" y="1142"/>
                </a:lnTo>
                <a:lnTo>
                  <a:pt x="13195" y="616"/>
                </a:lnTo>
                <a:lnTo>
                  <a:pt x="14230" y="265"/>
                </a:lnTo>
                <a:lnTo>
                  <a:pt x="15256" y="66"/>
                </a:lnTo>
                <a:lnTo>
                  <a:pt x="16312" y="0"/>
                </a:lnTo>
                <a:lnTo>
                  <a:pt x="17436" y="52"/>
                </a:lnTo>
                <a:lnTo>
                  <a:pt x="18667" y="198"/>
                </a:lnTo>
                <a:lnTo>
                  <a:pt x="20040" y="425"/>
                </a:lnTo>
                <a:lnTo>
                  <a:pt x="21600" y="710"/>
                </a:lnTo>
                <a:close/>
              </a:path>
            </a:pathLst>
          </a:custGeom>
          <a:solidFill>
            <a:srgbClr val="4F414C"/>
          </a:solidFill>
          <a:ln>
            <a:noFill/>
          </a:ln>
        </p:spPr>
        <p:txBody>
          <a:bodyPr/>
          <a:lstStyle/>
          <a:p/>
        </p:txBody>
      </p:sp>
      <p:sp>
        <p:nvSpPr>
          <p:cNvPr id="8909" name="contour_08907"/>
          <p:cNvSpPr/>
          <p:nvPr/>
        </p:nvSpPr>
        <p:spPr>
          <a:xfrm>
            <a:off x="3632506" y="5631905"/>
            <a:ext cx="72880" cy="30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99"/>
                </a:moveTo>
                <a:lnTo>
                  <a:pt x="21360" y="4886"/>
                </a:lnTo>
                <a:lnTo>
                  <a:pt x="21127" y="7528"/>
                </a:lnTo>
                <a:lnTo>
                  <a:pt x="20799" y="9854"/>
                </a:lnTo>
                <a:lnTo>
                  <a:pt x="20272" y="12598"/>
                </a:lnTo>
                <a:lnTo>
                  <a:pt x="19440" y="16500"/>
                </a:lnTo>
                <a:lnTo>
                  <a:pt x="18060" y="17550"/>
                </a:lnTo>
                <a:lnTo>
                  <a:pt x="16675" y="18341"/>
                </a:lnTo>
                <a:lnTo>
                  <a:pt x="15282" y="18917"/>
                </a:lnTo>
                <a:lnTo>
                  <a:pt x="13880" y="19325"/>
                </a:lnTo>
                <a:lnTo>
                  <a:pt x="12463" y="19611"/>
                </a:lnTo>
                <a:lnTo>
                  <a:pt x="11033" y="19825"/>
                </a:lnTo>
                <a:lnTo>
                  <a:pt x="9586" y="20009"/>
                </a:lnTo>
                <a:lnTo>
                  <a:pt x="8206" y="20269"/>
                </a:lnTo>
                <a:lnTo>
                  <a:pt x="6804" y="20534"/>
                </a:lnTo>
                <a:lnTo>
                  <a:pt x="5443" y="20779"/>
                </a:lnTo>
                <a:lnTo>
                  <a:pt x="4085" y="21003"/>
                </a:lnTo>
                <a:lnTo>
                  <a:pt x="2724" y="21212"/>
                </a:lnTo>
                <a:lnTo>
                  <a:pt x="1361" y="21406"/>
                </a:lnTo>
                <a:lnTo>
                  <a:pt x="0" y="21600"/>
                </a:lnTo>
                <a:lnTo>
                  <a:pt x="912" y="17397"/>
                </a:lnTo>
                <a:lnTo>
                  <a:pt x="1868" y="13751"/>
                </a:lnTo>
                <a:lnTo>
                  <a:pt x="2871" y="10624"/>
                </a:lnTo>
                <a:lnTo>
                  <a:pt x="3923" y="7977"/>
                </a:lnTo>
                <a:lnTo>
                  <a:pt x="5031" y="5774"/>
                </a:lnTo>
                <a:lnTo>
                  <a:pt x="6193" y="3988"/>
                </a:lnTo>
                <a:lnTo>
                  <a:pt x="7415" y="2581"/>
                </a:lnTo>
                <a:lnTo>
                  <a:pt x="8698" y="1520"/>
                </a:lnTo>
                <a:lnTo>
                  <a:pt x="10048" y="765"/>
                </a:lnTo>
                <a:lnTo>
                  <a:pt x="11467" y="281"/>
                </a:lnTo>
                <a:lnTo>
                  <a:pt x="12958" y="41"/>
                </a:lnTo>
                <a:lnTo>
                  <a:pt x="14524" y="0"/>
                </a:lnTo>
                <a:lnTo>
                  <a:pt x="16168" y="133"/>
                </a:lnTo>
                <a:lnTo>
                  <a:pt x="17893" y="403"/>
                </a:lnTo>
                <a:lnTo>
                  <a:pt x="19704" y="765"/>
                </a:lnTo>
                <a:lnTo>
                  <a:pt x="21600" y="1199"/>
                </a:lnTo>
                <a:close/>
              </a:path>
            </a:pathLst>
          </a:custGeom>
          <a:solidFill>
            <a:srgbClr val="8E7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0" name="contour_08908"/>
          <p:cNvSpPr/>
          <p:nvPr/>
        </p:nvSpPr>
        <p:spPr>
          <a:xfrm>
            <a:off x="1409669" y="5626329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0"/>
                </a:lnTo>
                <a:lnTo>
                  <a:pt x="8694" y="0"/>
                </a:lnTo>
                <a:lnTo>
                  <a:pt x="11250" y="0"/>
                </a:lnTo>
                <a:lnTo>
                  <a:pt x="13817" y="0"/>
                </a:lnTo>
                <a:lnTo>
                  <a:pt x="16394" y="0"/>
                </a:lnTo>
                <a:lnTo>
                  <a:pt x="18986" y="0"/>
                </a:lnTo>
                <a:lnTo>
                  <a:pt x="21600" y="0"/>
                </a:lnTo>
                <a:lnTo>
                  <a:pt x="21244" y="2138"/>
                </a:lnTo>
                <a:lnTo>
                  <a:pt x="20887" y="4280"/>
                </a:lnTo>
                <a:lnTo>
                  <a:pt x="20531" y="6421"/>
                </a:lnTo>
                <a:lnTo>
                  <a:pt x="20171" y="8566"/>
                </a:lnTo>
                <a:lnTo>
                  <a:pt x="19814" y="10720"/>
                </a:lnTo>
                <a:lnTo>
                  <a:pt x="19454" y="12877"/>
                </a:lnTo>
                <a:lnTo>
                  <a:pt x="19094" y="15043"/>
                </a:lnTo>
                <a:lnTo>
                  <a:pt x="18731" y="17218"/>
                </a:lnTo>
                <a:lnTo>
                  <a:pt x="18367" y="19403"/>
                </a:lnTo>
                <a:lnTo>
                  <a:pt x="18000" y="21600"/>
                </a:lnTo>
                <a:lnTo>
                  <a:pt x="15772" y="21217"/>
                </a:lnTo>
                <a:lnTo>
                  <a:pt x="13543" y="20835"/>
                </a:lnTo>
                <a:lnTo>
                  <a:pt x="11308" y="20452"/>
                </a:lnTo>
                <a:lnTo>
                  <a:pt x="9068" y="20069"/>
                </a:lnTo>
                <a:lnTo>
                  <a:pt x="6818" y="19684"/>
                </a:lnTo>
                <a:lnTo>
                  <a:pt x="4558" y="19295"/>
                </a:lnTo>
                <a:lnTo>
                  <a:pt x="2286" y="18906"/>
                </a:lnTo>
                <a:lnTo>
                  <a:pt x="0" y="18514"/>
                </a:lnTo>
                <a:lnTo>
                  <a:pt x="1782" y="17749"/>
                </a:lnTo>
                <a:lnTo>
                  <a:pt x="3575" y="16984"/>
                </a:lnTo>
                <a:lnTo>
                  <a:pt x="5375" y="16209"/>
                </a:lnTo>
                <a:lnTo>
                  <a:pt x="7200" y="15429"/>
                </a:lnTo>
                <a:lnTo>
                  <a:pt x="7132" y="13238"/>
                </a:lnTo>
                <a:lnTo>
                  <a:pt x="6970" y="11686"/>
                </a:lnTo>
                <a:lnTo>
                  <a:pt x="6584" y="10025"/>
                </a:lnTo>
                <a:lnTo>
                  <a:pt x="5850" y="7523"/>
                </a:lnTo>
                <a:lnTo>
                  <a:pt x="5249" y="5409"/>
                </a:lnTo>
                <a:lnTo>
                  <a:pt x="4640" y="3268"/>
                </a:lnTo>
                <a:lnTo>
                  <a:pt x="4126" y="1645"/>
                </a:lnTo>
                <a:lnTo>
                  <a:pt x="3600" y="0"/>
                </a:lnTo>
                <a:close/>
              </a:path>
            </a:pathLst>
          </a:custGeom>
          <a:solidFill>
            <a:srgbClr val="6B573A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1" name="contour_08909"/>
          <p:cNvSpPr/>
          <p:nvPr/>
        </p:nvSpPr>
        <p:spPr>
          <a:xfrm>
            <a:off x="10854906" y="5611753"/>
            <a:ext cx="503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24" y="0"/>
                </a:moveTo>
                <a:lnTo>
                  <a:pt x="5476" y="398"/>
                </a:lnTo>
                <a:lnTo>
                  <a:pt x="7675" y="830"/>
                </a:lnTo>
                <a:lnTo>
                  <a:pt x="9761" y="1324"/>
                </a:lnTo>
                <a:lnTo>
                  <a:pt x="11767" y="1904"/>
                </a:lnTo>
                <a:lnTo>
                  <a:pt x="13728" y="2595"/>
                </a:lnTo>
                <a:lnTo>
                  <a:pt x="15684" y="3425"/>
                </a:lnTo>
                <a:lnTo>
                  <a:pt x="17667" y="4413"/>
                </a:lnTo>
                <a:lnTo>
                  <a:pt x="19716" y="5591"/>
                </a:lnTo>
                <a:lnTo>
                  <a:pt x="20919" y="7881"/>
                </a:lnTo>
                <a:lnTo>
                  <a:pt x="21513" y="9711"/>
                </a:lnTo>
                <a:lnTo>
                  <a:pt x="21600" y="11417"/>
                </a:lnTo>
                <a:lnTo>
                  <a:pt x="21291" y="13340"/>
                </a:lnTo>
                <a:lnTo>
                  <a:pt x="20694" y="15814"/>
                </a:lnTo>
                <a:lnTo>
                  <a:pt x="20051" y="17724"/>
                </a:lnTo>
                <a:lnTo>
                  <a:pt x="19401" y="19650"/>
                </a:lnTo>
                <a:lnTo>
                  <a:pt x="18742" y="21600"/>
                </a:lnTo>
                <a:lnTo>
                  <a:pt x="15087" y="19718"/>
                </a:lnTo>
                <a:lnTo>
                  <a:pt x="12076" y="18147"/>
                </a:lnTo>
                <a:lnTo>
                  <a:pt x="9630" y="16820"/>
                </a:lnTo>
                <a:lnTo>
                  <a:pt x="7662" y="15675"/>
                </a:lnTo>
                <a:lnTo>
                  <a:pt x="6094" y="14645"/>
                </a:lnTo>
                <a:lnTo>
                  <a:pt x="4839" y="13670"/>
                </a:lnTo>
                <a:lnTo>
                  <a:pt x="3817" y="12682"/>
                </a:lnTo>
                <a:lnTo>
                  <a:pt x="2942" y="11618"/>
                </a:lnTo>
                <a:lnTo>
                  <a:pt x="2137" y="10414"/>
                </a:lnTo>
                <a:lnTo>
                  <a:pt x="1312" y="9007"/>
                </a:lnTo>
                <a:lnTo>
                  <a:pt x="390" y="7329"/>
                </a:lnTo>
                <a:lnTo>
                  <a:pt x="197" y="5221"/>
                </a:lnTo>
                <a:lnTo>
                  <a:pt x="0" y="3086"/>
                </a:lnTo>
                <a:lnTo>
                  <a:pt x="1549" y="1555"/>
                </a:lnTo>
                <a:lnTo>
                  <a:pt x="3124" y="0"/>
                </a:lnTo>
                <a:close/>
              </a:path>
            </a:pathLst>
          </a:custGeom>
          <a:solidFill>
            <a:srgbClr val="E1CA85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2" name="contour_08910"/>
          <p:cNvSpPr/>
          <p:nvPr/>
        </p:nvSpPr>
        <p:spPr>
          <a:xfrm>
            <a:off x="3770978" y="5603292"/>
            <a:ext cx="65592" cy="66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51" y="823"/>
                </a:moveTo>
                <a:lnTo>
                  <a:pt x="17890" y="1103"/>
                </a:lnTo>
                <a:lnTo>
                  <a:pt x="19018" y="1599"/>
                </a:lnTo>
                <a:lnTo>
                  <a:pt x="21600" y="2737"/>
                </a:lnTo>
                <a:lnTo>
                  <a:pt x="21600" y="4294"/>
                </a:lnTo>
                <a:lnTo>
                  <a:pt x="21600" y="5864"/>
                </a:lnTo>
                <a:lnTo>
                  <a:pt x="21600" y="7453"/>
                </a:lnTo>
                <a:lnTo>
                  <a:pt x="20155" y="8620"/>
                </a:lnTo>
                <a:lnTo>
                  <a:pt x="19080" y="9450"/>
                </a:lnTo>
                <a:lnTo>
                  <a:pt x="18055" y="10169"/>
                </a:lnTo>
                <a:lnTo>
                  <a:pt x="16752" y="10999"/>
                </a:lnTo>
                <a:lnTo>
                  <a:pt x="14851" y="12169"/>
                </a:lnTo>
                <a:lnTo>
                  <a:pt x="13596" y="12947"/>
                </a:lnTo>
                <a:lnTo>
                  <a:pt x="12334" y="13732"/>
                </a:lnTo>
                <a:lnTo>
                  <a:pt x="11054" y="14527"/>
                </a:lnTo>
                <a:lnTo>
                  <a:pt x="9780" y="15305"/>
                </a:lnTo>
                <a:lnTo>
                  <a:pt x="8498" y="16090"/>
                </a:lnTo>
                <a:lnTo>
                  <a:pt x="7200" y="16884"/>
                </a:lnTo>
                <a:lnTo>
                  <a:pt x="5995" y="17662"/>
                </a:lnTo>
                <a:lnTo>
                  <a:pt x="4793" y="18445"/>
                </a:lnTo>
                <a:lnTo>
                  <a:pt x="3593" y="19233"/>
                </a:lnTo>
                <a:lnTo>
                  <a:pt x="2395" y="20020"/>
                </a:lnTo>
                <a:lnTo>
                  <a:pt x="1198" y="20810"/>
                </a:lnTo>
                <a:lnTo>
                  <a:pt x="0" y="21600"/>
                </a:lnTo>
                <a:lnTo>
                  <a:pt x="1126" y="17582"/>
                </a:lnTo>
                <a:lnTo>
                  <a:pt x="2129" y="14071"/>
                </a:lnTo>
                <a:lnTo>
                  <a:pt x="3031" y="11035"/>
                </a:lnTo>
                <a:lnTo>
                  <a:pt x="3862" y="8441"/>
                </a:lnTo>
                <a:lnTo>
                  <a:pt x="4644" y="6260"/>
                </a:lnTo>
                <a:lnTo>
                  <a:pt x="5400" y="4461"/>
                </a:lnTo>
                <a:lnTo>
                  <a:pt x="6161" y="3016"/>
                </a:lnTo>
                <a:lnTo>
                  <a:pt x="6946" y="1891"/>
                </a:lnTo>
                <a:lnTo>
                  <a:pt x="7786" y="1059"/>
                </a:lnTo>
                <a:lnTo>
                  <a:pt x="8702" y="486"/>
                </a:lnTo>
                <a:lnTo>
                  <a:pt x="9722" y="144"/>
                </a:lnTo>
                <a:lnTo>
                  <a:pt x="10870" y="0"/>
                </a:lnTo>
                <a:lnTo>
                  <a:pt x="12173" y="28"/>
                </a:lnTo>
                <a:lnTo>
                  <a:pt x="13651" y="193"/>
                </a:lnTo>
                <a:lnTo>
                  <a:pt x="15336" y="469"/>
                </a:lnTo>
                <a:lnTo>
                  <a:pt x="17251" y="823"/>
                </a:lnTo>
                <a:close/>
              </a:path>
            </a:pathLst>
          </a:custGeom>
          <a:solidFill>
            <a:srgbClr val="E4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3" name="contour_08911"/>
          <p:cNvSpPr/>
          <p:nvPr/>
        </p:nvSpPr>
        <p:spPr>
          <a:xfrm>
            <a:off x="1692494" y="5597454"/>
            <a:ext cx="52423" cy="36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88"/>
                </a:moveTo>
                <a:lnTo>
                  <a:pt x="21600" y="6773"/>
                </a:lnTo>
                <a:lnTo>
                  <a:pt x="21600" y="9368"/>
                </a:lnTo>
                <a:lnTo>
                  <a:pt x="21600" y="11971"/>
                </a:lnTo>
                <a:lnTo>
                  <a:pt x="21600" y="14596"/>
                </a:lnTo>
                <a:lnTo>
                  <a:pt x="21600" y="17247"/>
                </a:lnTo>
                <a:lnTo>
                  <a:pt x="19519" y="17678"/>
                </a:lnTo>
                <a:lnTo>
                  <a:pt x="17435" y="18109"/>
                </a:lnTo>
                <a:lnTo>
                  <a:pt x="15351" y="18540"/>
                </a:lnTo>
                <a:lnTo>
                  <a:pt x="13264" y="18975"/>
                </a:lnTo>
                <a:lnTo>
                  <a:pt x="11168" y="19406"/>
                </a:lnTo>
                <a:lnTo>
                  <a:pt x="9069" y="19841"/>
                </a:lnTo>
                <a:lnTo>
                  <a:pt x="6961" y="20277"/>
                </a:lnTo>
                <a:lnTo>
                  <a:pt x="4844" y="20716"/>
                </a:lnTo>
                <a:lnTo>
                  <a:pt x="2718" y="21156"/>
                </a:lnTo>
                <a:lnTo>
                  <a:pt x="580" y="21600"/>
                </a:lnTo>
                <a:lnTo>
                  <a:pt x="258" y="16703"/>
                </a:lnTo>
                <a:lnTo>
                  <a:pt x="66" y="13251"/>
                </a:lnTo>
                <a:lnTo>
                  <a:pt x="0" y="10756"/>
                </a:lnTo>
                <a:lnTo>
                  <a:pt x="66" y="8737"/>
                </a:lnTo>
                <a:lnTo>
                  <a:pt x="258" y="6708"/>
                </a:lnTo>
                <a:lnTo>
                  <a:pt x="580" y="4188"/>
                </a:lnTo>
                <a:lnTo>
                  <a:pt x="2700" y="2438"/>
                </a:lnTo>
                <a:lnTo>
                  <a:pt x="4790" y="1184"/>
                </a:lnTo>
                <a:lnTo>
                  <a:pt x="6859" y="387"/>
                </a:lnTo>
                <a:lnTo>
                  <a:pt x="8919" y="9"/>
                </a:lnTo>
                <a:lnTo>
                  <a:pt x="10979" y="0"/>
                </a:lnTo>
                <a:lnTo>
                  <a:pt x="13048" y="331"/>
                </a:lnTo>
                <a:lnTo>
                  <a:pt x="15135" y="958"/>
                </a:lnTo>
                <a:lnTo>
                  <a:pt x="17249" y="1837"/>
                </a:lnTo>
                <a:lnTo>
                  <a:pt x="19402" y="2925"/>
                </a:lnTo>
                <a:lnTo>
                  <a:pt x="21600" y="4188"/>
                </a:lnTo>
                <a:close/>
              </a:path>
            </a:pathLst>
          </a:custGeom>
          <a:solidFill>
            <a:srgbClr val="2C2B33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4" name="contour_08912"/>
          <p:cNvSpPr/>
          <p:nvPr/>
        </p:nvSpPr>
        <p:spPr>
          <a:xfrm>
            <a:off x="739174" y="5590910"/>
            <a:ext cx="80168" cy="34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81"/>
                </a:moveTo>
                <a:lnTo>
                  <a:pt x="20302" y="3881"/>
                </a:lnTo>
                <a:lnTo>
                  <a:pt x="18996" y="3881"/>
                </a:lnTo>
                <a:lnTo>
                  <a:pt x="17673" y="3881"/>
                </a:lnTo>
                <a:lnTo>
                  <a:pt x="17673" y="6865"/>
                </a:lnTo>
                <a:lnTo>
                  <a:pt x="17673" y="9866"/>
                </a:lnTo>
                <a:lnTo>
                  <a:pt x="17673" y="12908"/>
                </a:lnTo>
                <a:lnTo>
                  <a:pt x="16581" y="14568"/>
                </a:lnTo>
                <a:lnTo>
                  <a:pt x="15450" y="16085"/>
                </a:lnTo>
                <a:lnTo>
                  <a:pt x="14285" y="17448"/>
                </a:lnTo>
                <a:lnTo>
                  <a:pt x="13090" y="18644"/>
                </a:lnTo>
                <a:lnTo>
                  <a:pt x="11864" y="19655"/>
                </a:lnTo>
                <a:lnTo>
                  <a:pt x="10615" y="20472"/>
                </a:lnTo>
                <a:lnTo>
                  <a:pt x="9347" y="21076"/>
                </a:lnTo>
                <a:lnTo>
                  <a:pt x="8061" y="21460"/>
                </a:lnTo>
                <a:lnTo>
                  <a:pt x="6761" y="21600"/>
                </a:lnTo>
                <a:lnTo>
                  <a:pt x="5453" y="21492"/>
                </a:lnTo>
                <a:lnTo>
                  <a:pt x="4383" y="20860"/>
                </a:lnTo>
                <a:lnTo>
                  <a:pt x="3564" y="20332"/>
                </a:lnTo>
                <a:lnTo>
                  <a:pt x="2735" y="19713"/>
                </a:lnTo>
                <a:lnTo>
                  <a:pt x="1634" y="18806"/>
                </a:lnTo>
                <a:lnTo>
                  <a:pt x="0" y="17421"/>
                </a:lnTo>
                <a:lnTo>
                  <a:pt x="660" y="14302"/>
                </a:lnTo>
                <a:lnTo>
                  <a:pt x="1298" y="11536"/>
                </a:lnTo>
                <a:lnTo>
                  <a:pt x="1970" y="9090"/>
                </a:lnTo>
                <a:lnTo>
                  <a:pt x="2731" y="6928"/>
                </a:lnTo>
                <a:lnTo>
                  <a:pt x="3637" y="5019"/>
                </a:lnTo>
                <a:lnTo>
                  <a:pt x="4740" y="3326"/>
                </a:lnTo>
                <a:lnTo>
                  <a:pt x="6097" y="1819"/>
                </a:lnTo>
                <a:lnTo>
                  <a:pt x="7503" y="1137"/>
                </a:lnTo>
                <a:lnTo>
                  <a:pt x="8856" y="618"/>
                </a:lnTo>
                <a:lnTo>
                  <a:pt x="10164" y="253"/>
                </a:lnTo>
                <a:lnTo>
                  <a:pt x="11436" y="50"/>
                </a:lnTo>
                <a:lnTo>
                  <a:pt x="12683" y="0"/>
                </a:lnTo>
                <a:lnTo>
                  <a:pt x="13918" y="108"/>
                </a:lnTo>
                <a:lnTo>
                  <a:pt x="15147" y="366"/>
                </a:lnTo>
                <a:lnTo>
                  <a:pt x="16385" y="772"/>
                </a:lnTo>
                <a:lnTo>
                  <a:pt x="17637" y="1331"/>
                </a:lnTo>
                <a:lnTo>
                  <a:pt x="18918" y="2035"/>
                </a:lnTo>
                <a:lnTo>
                  <a:pt x="20235" y="2888"/>
                </a:lnTo>
                <a:lnTo>
                  <a:pt x="21600" y="3881"/>
                </a:lnTo>
                <a:close/>
              </a:path>
            </a:pathLst>
          </a:custGeom>
          <a:solidFill>
            <a:srgbClr val="1D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5" name="contour_08913"/>
          <p:cNvSpPr/>
          <p:nvPr/>
        </p:nvSpPr>
        <p:spPr>
          <a:xfrm>
            <a:off x="8391565" y="5582601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923" y="0"/>
                </a:lnTo>
                <a:lnTo>
                  <a:pt x="11210" y="0"/>
                </a:lnTo>
                <a:lnTo>
                  <a:pt x="12502" y="0"/>
                </a:lnTo>
                <a:lnTo>
                  <a:pt x="13805" y="0"/>
                </a:lnTo>
                <a:lnTo>
                  <a:pt x="15120" y="0"/>
                </a:lnTo>
                <a:lnTo>
                  <a:pt x="15120" y="2380"/>
                </a:lnTo>
                <a:lnTo>
                  <a:pt x="15120" y="4774"/>
                </a:lnTo>
                <a:lnTo>
                  <a:pt x="15120" y="7200"/>
                </a:lnTo>
                <a:lnTo>
                  <a:pt x="16403" y="7200"/>
                </a:lnTo>
                <a:lnTo>
                  <a:pt x="17690" y="7200"/>
                </a:lnTo>
                <a:lnTo>
                  <a:pt x="18982" y="7200"/>
                </a:lnTo>
                <a:lnTo>
                  <a:pt x="20285" y="7200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20583" y="14620"/>
                </a:lnTo>
                <a:lnTo>
                  <a:pt x="19559" y="14839"/>
                </a:lnTo>
                <a:lnTo>
                  <a:pt x="18520" y="15062"/>
                </a:lnTo>
                <a:lnTo>
                  <a:pt x="17922" y="15196"/>
                </a:lnTo>
                <a:lnTo>
                  <a:pt x="16865" y="15433"/>
                </a:lnTo>
                <a:lnTo>
                  <a:pt x="14446" y="15977"/>
                </a:lnTo>
                <a:lnTo>
                  <a:pt x="13854" y="16106"/>
                </a:lnTo>
                <a:lnTo>
                  <a:pt x="12809" y="16337"/>
                </a:lnTo>
                <a:lnTo>
                  <a:pt x="10420" y="16862"/>
                </a:lnTo>
                <a:lnTo>
                  <a:pt x="9063" y="17280"/>
                </a:lnTo>
                <a:lnTo>
                  <a:pt x="7737" y="17748"/>
                </a:lnTo>
                <a:lnTo>
                  <a:pt x="6432" y="18266"/>
                </a:lnTo>
                <a:lnTo>
                  <a:pt x="5143" y="18832"/>
                </a:lnTo>
                <a:lnTo>
                  <a:pt x="3862" y="19447"/>
                </a:lnTo>
                <a:lnTo>
                  <a:pt x="2583" y="20113"/>
                </a:lnTo>
                <a:lnTo>
                  <a:pt x="1298" y="20830"/>
                </a:lnTo>
                <a:lnTo>
                  <a:pt x="0" y="21600"/>
                </a:lnTo>
                <a:lnTo>
                  <a:pt x="462" y="19793"/>
                </a:lnTo>
                <a:lnTo>
                  <a:pt x="931" y="17989"/>
                </a:lnTo>
                <a:lnTo>
                  <a:pt x="1408" y="16193"/>
                </a:lnTo>
                <a:lnTo>
                  <a:pt x="1890" y="14400"/>
                </a:lnTo>
                <a:lnTo>
                  <a:pt x="2417" y="12391"/>
                </a:lnTo>
                <a:lnTo>
                  <a:pt x="2953" y="10350"/>
                </a:lnTo>
                <a:lnTo>
                  <a:pt x="3631" y="8788"/>
                </a:lnTo>
                <a:lnTo>
                  <a:pt x="4320" y="7200"/>
                </a:lnTo>
                <a:lnTo>
                  <a:pt x="5748" y="7200"/>
                </a:lnTo>
                <a:lnTo>
                  <a:pt x="7184" y="7200"/>
                </a:lnTo>
                <a:lnTo>
                  <a:pt x="8640" y="7200"/>
                </a:lnTo>
                <a:lnTo>
                  <a:pt x="8640" y="4820"/>
                </a:lnTo>
                <a:lnTo>
                  <a:pt x="8640" y="2426"/>
                </a:lnTo>
                <a:lnTo>
                  <a:pt x="8640" y="0"/>
                </a:lnTo>
                <a:close/>
              </a:path>
            </a:pathLst>
          </a:custGeom>
          <a:solidFill>
            <a:srgbClr val="D0D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6" name="contour_08914"/>
          <p:cNvSpPr/>
          <p:nvPr/>
        </p:nvSpPr>
        <p:spPr>
          <a:xfrm>
            <a:off x="8427837" y="5531586"/>
            <a:ext cx="7304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05" y="0"/>
                </a:moveTo>
                <a:lnTo>
                  <a:pt x="3629" y="0"/>
                </a:lnTo>
                <a:lnTo>
                  <a:pt x="5062" y="0"/>
                </a:lnTo>
                <a:lnTo>
                  <a:pt x="6515" y="0"/>
                </a:lnTo>
                <a:lnTo>
                  <a:pt x="6515" y="1663"/>
                </a:lnTo>
                <a:lnTo>
                  <a:pt x="6515" y="3329"/>
                </a:lnTo>
                <a:lnTo>
                  <a:pt x="6515" y="4994"/>
                </a:lnTo>
                <a:lnTo>
                  <a:pt x="6515" y="6662"/>
                </a:lnTo>
                <a:lnTo>
                  <a:pt x="6515" y="8338"/>
                </a:lnTo>
                <a:lnTo>
                  <a:pt x="6515" y="10015"/>
                </a:lnTo>
                <a:lnTo>
                  <a:pt x="6515" y="11700"/>
                </a:lnTo>
                <a:lnTo>
                  <a:pt x="6515" y="13392"/>
                </a:lnTo>
                <a:lnTo>
                  <a:pt x="6515" y="15091"/>
                </a:lnTo>
                <a:lnTo>
                  <a:pt x="6515" y="16800"/>
                </a:lnTo>
                <a:lnTo>
                  <a:pt x="7202" y="16690"/>
                </a:lnTo>
                <a:lnTo>
                  <a:pt x="7829" y="16591"/>
                </a:lnTo>
                <a:lnTo>
                  <a:pt x="8491" y="16486"/>
                </a:lnTo>
                <a:lnTo>
                  <a:pt x="9273" y="16361"/>
                </a:lnTo>
                <a:lnTo>
                  <a:pt x="10267" y="16202"/>
                </a:lnTo>
                <a:lnTo>
                  <a:pt x="11566" y="15996"/>
                </a:lnTo>
                <a:lnTo>
                  <a:pt x="13258" y="15727"/>
                </a:lnTo>
                <a:lnTo>
                  <a:pt x="15432" y="15382"/>
                </a:lnTo>
                <a:lnTo>
                  <a:pt x="18184" y="14942"/>
                </a:lnTo>
                <a:lnTo>
                  <a:pt x="21600" y="14400"/>
                </a:lnTo>
                <a:lnTo>
                  <a:pt x="21600" y="15826"/>
                </a:lnTo>
                <a:lnTo>
                  <a:pt x="21600" y="17256"/>
                </a:lnTo>
                <a:lnTo>
                  <a:pt x="21600" y="18691"/>
                </a:lnTo>
                <a:lnTo>
                  <a:pt x="21600" y="20138"/>
                </a:lnTo>
                <a:lnTo>
                  <a:pt x="21600" y="21600"/>
                </a:lnTo>
                <a:lnTo>
                  <a:pt x="20178" y="21401"/>
                </a:lnTo>
                <a:lnTo>
                  <a:pt x="18755" y="21204"/>
                </a:lnTo>
                <a:lnTo>
                  <a:pt x="17331" y="21005"/>
                </a:lnTo>
                <a:lnTo>
                  <a:pt x="15904" y="20808"/>
                </a:lnTo>
                <a:lnTo>
                  <a:pt x="14475" y="20609"/>
                </a:lnTo>
                <a:lnTo>
                  <a:pt x="13044" y="20410"/>
                </a:lnTo>
                <a:lnTo>
                  <a:pt x="11609" y="20210"/>
                </a:lnTo>
                <a:lnTo>
                  <a:pt x="10170" y="20009"/>
                </a:lnTo>
                <a:lnTo>
                  <a:pt x="8726" y="19807"/>
                </a:lnTo>
                <a:lnTo>
                  <a:pt x="7278" y="19606"/>
                </a:lnTo>
                <a:lnTo>
                  <a:pt x="5821" y="19404"/>
                </a:lnTo>
                <a:lnTo>
                  <a:pt x="4360" y="19200"/>
                </a:lnTo>
                <a:lnTo>
                  <a:pt x="4360" y="17614"/>
                </a:lnTo>
                <a:lnTo>
                  <a:pt x="4360" y="16018"/>
                </a:lnTo>
                <a:lnTo>
                  <a:pt x="4360" y="14400"/>
                </a:lnTo>
                <a:lnTo>
                  <a:pt x="3274" y="13846"/>
                </a:lnTo>
                <a:lnTo>
                  <a:pt x="2170" y="13284"/>
                </a:lnTo>
                <a:lnTo>
                  <a:pt x="1118" y="12648"/>
                </a:lnTo>
                <a:lnTo>
                  <a:pt x="50" y="12000"/>
                </a:lnTo>
                <a:lnTo>
                  <a:pt x="0" y="10296"/>
                </a:lnTo>
                <a:lnTo>
                  <a:pt x="41" y="9089"/>
                </a:lnTo>
                <a:lnTo>
                  <a:pt x="220" y="7798"/>
                </a:lnTo>
                <a:lnTo>
                  <a:pt x="588" y="5851"/>
                </a:lnTo>
                <a:lnTo>
                  <a:pt x="873" y="4207"/>
                </a:lnTo>
                <a:lnTo>
                  <a:pt x="1162" y="2542"/>
                </a:lnTo>
                <a:lnTo>
                  <a:pt x="1679" y="1279"/>
                </a:lnTo>
                <a:lnTo>
                  <a:pt x="2205" y="0"/>
                </a:lnTo>
                <a:close/>
              </a:path>
            </a:pathLst>
          </a:custGeom>
          <a:solidFill>
            <a:srgbClr val="2D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7" name="contour_08915"/>
          <p:cNvSpPr/>
          <p:nvPr/>
        </p:nvSpPr>
        <p:spPr>
          <a:xfrm>
            <a:off x="680870" y="5570088"/>
            <a:ext cx="102032" cy="349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738"/>
                </a:moveTo>
                <a:lnTo>
                  <a:pt x="20801" y="10027"/>
                </a:lnTo>
                <a:lnTo>
                  <a:pt x="20005" y="12226"/>
                </a:lnTo>
                <a:lnTo>
                  <a:pt x="19199" y="14290"/>
                </a:lnTo>
                <a:lnTo>
                  <a:pt x="18371" y="16183"/>
                </a:lnTo>
                <a:lnTo>
                  <a:pt x="17508" y="17860"/>
                </a:lnTo>
                <a:lnTo>
                  <a:pt x="16600" y="19279"/>
                </a:lnTo>
                <a:lnTo>
                  <a:pt x="15632" y="20406"/>
                </a:lnTo>
                <a:lnTo>
                  <a:pt x="14594" y="21194"/>
                </a:lnTo>
                <a:lnTo>
                  <a:pt x="13472" y="21600"/>
                </a:lnTo>
                <a:lnTo>
                  <a:pt x="12431" y="21131"/>
                </a:lnTo>
                <a:lnTo>
                  <a:pt x="11403" y="20600"/>
                </a:lnTo>
                <a:lnTo>
                  <a:pt x="10382" y="20000"/>
                </a:lnTo>
                <a:lnTo>
                  <a:pt x="9367" y="19347"/>
                </a:lnTo>
                <a:lnTo>
                  <a:pt x="8350" y="18639"/>
                </a:lnTo>
                <a:lnTo>
                  <a:pt x="7329" y="17878"/>
                </a:lnTo>
                <a:lnTo>
                  <a:pt x="6264" y="17197"/>
                </a:lnTo>
                <a:lnTo>
                  <a:pt x="5182" y="16503"/>
                </a:lnTo>
                <a:lnTo>
                  <a:pt x="3368" y="15268"/>
                </a:lnTo>
                <a:lnTo>
                  <a:pt x="2192" y="14430"/>
                </a:lnTo>
                <a:lnTo>
                  <a:pt x="1404" y="13781"/>
                </a:lnTo>
                <a:lnTo>
                  <a:pt x="758" y="13123"/>
                </a:lnTo>
                <a:lnTo>
                  <a:pt x="0" y="12244"/>
                </a:lnTo>
                <a:lnTo>
                  <a:pt x="0" y="10009"/>
                </a:lnTo>
                <a:lnTo>
                  <a:pt x="0" y="7738"/>
                </a:lnTo>
                <a:lnTo>
                  <a:pt x="1146" y="6620"/>
                </a:lnTo>
                <a:lnTo>
                  <a:pt x="2279" y="5548"/>
                </a:lnTo>
                <a:lnTo>
                  <a:pt x="3397" y="4538"/>
                </a:lnTo>
                <a:lnTo>
                  <a:pt x="4502" y="3601"/>
                </a:lnTo>
                <a:lnTo>
                  <a:pt x="5596" y="2745"/>
                </a:lnTo>
                <a:lnTo>
                  <a:pt x="6681" y="1983"/>
                </a:lnTo>
                <a:lnTo>
                  <a:pt x="7757" y="1329"/>
                </a:lnTo>
                <a:lnTo>
                  <a:pt x="8827" y="789"/>
                </a:lnTo>
                <a:lnTo>
                  <a:pt x="9890" y="383"/>
                </a:lnTo>
                <a:lnTo>
                  <a:pt x="10948" y="117"/>
                </a:lnTo>
                <a:lnTo>
                  <a:pt x="12005" y="0"/>
                </a:lnTo>
                <a:lnTo>
                  <a:pt x="13059" y="50"/>
                </a:lnTo>
                <a:lnTo>
                  <a:pt x="14114" y="275"/>
                </a:lnTo>
                <a:lnTo>
                  <a:pt x="15169" y="690"/>
                </a:lnTo>
                <a:lnTo>
                  <a:pt x="16226" y="1298"/>
                </a:lnTo>
                <a:lnTo>
                  <a:pt x="17288" y="2118"/>
                </a:lnTo>
                <a:lnTo>
                  <a:pt x="18355" y="3164"/>
                </a:lnTo>
                <a:lnTo>
                  <a:pt x="19428" y="4439"/>
                </a:lnTo>
                <a:lnTo>
                  <a:pt x="20509" y="5962"/>
                </a:lnTo>
                <a:lnTo>
                  <a:pt x="21600" y="7738"/>
                </a:lnTo>
                <a:close/>
              </a:path>
            </a:pathLst>
          </a:custGeom>
          <a:solidFill>
            <a:srgbClr val="AFB3B7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8" name="contour_08916"/>
          <p:cNvSpPr/>
          <p:nvPr/>
        </p:nvSpPr>
        <p:spPr>
          <a:xfrm>
            <a:off x="4259274" y="5502434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8" y="0"/>
                </a:lnTo>
                <a:lnTo>
                  <a:pt x="2864" y="0"/>
                </a:lnTo>
                <a:lnTo>
                  <a:pt x="4320" y="0"/>
                </a:lnTo>
                <a:lnTo>
                  <a:pt x="4771" y="1310"/>
                </a:lnTo>
                <a:lnTo>
                  <a:pt x="5080" y="2282"/>
                </a:lnTo>
                <a:lnTo>
                  <a:pt x="5327" y="3206"/>
                </a:lnTo>
                <a:lnTo>
                  <a:pt x="5588" y="4372"/>
                </a:lnTo>
                <a:lnTo>
                  <a:pt x="5940" y="6075"/>
                </a:lnTo>
                <a:lnTo>
                  <a:pt x="6538" y="8077"/>
                </a:lnTo>
                <a:lnTo>
                  <a:pt x="7039" y="9608"/>
                </a:lnTo>
                <a:lnTo>
                  <a:pt x="7508" y="10762"/>
                </a:lnTo>
                <a:lnTo>
                  <a:pt x="8016" y="11635"/>
                </a:lnTo>
                <a:lnTo>
                  <a:pt x="8629" y="12325"/>
                </a:lnTo>
                <a:lnTo>
                  <a:pt x="9418" y="12924"/>
                </a:lnTo>
                <a:lnTo>
                  <a:pt x="10450" y="13531"/>
                </a:lnTo>
                <a:lnTo>
                  <a:pt x="11796" y="14238"/>
                </a:lnTo>
                <a:lnTo>
                  <a:pt x="13191" y="14596"/>
                </a:lnTo>
                <a:lnTo>
                  <a:pt x="14576" y="14929"/>
                </a:lnTo>
                <a:lnTo>
                  <a:pt x="15960" y="15235"/>
                </a:lnTo>
                <a:lnTo>
                  <a:pt x="17349" y="15518"/>
                </a:lnTo>
                <a:lnTo>
                  <a:pt x="18747" y="15772"/>
                </a:lnTo>
                <a:lnTo>
                  <a:pt x="20161" y="16000"/>
                </a:lnTo>
                <a:lnTo>
                  <a:pt x="21600" y="16200"/>
                </a:lnTo>
                <a:lnTo>
                  <a:pt x="21131" y="16267"/>
                </a:lnTo>
                <a:lnTo>
                  <a:pt x="19710" y="16466"/>
                </a:lnTo>
                <a:lnTo>
                  <a:pt x="18505" y="16670"/>
                </a:lnTo>
                <a:lnTo>
                  <a:pt x="17280" y="16875"/>
                </a:lnTo>
                <a:lnTo>
                  <a:pt x="16075" y="17064"/>
                </a:lnTo>
                <a:lnTo>
                  <a:pt x="14850" y="17255"/>
                </a:lnTo>
                <a:lnTo>
                  <a:pt x="14381" y="17440"/>
                </a:lnTo>
                <a:lnTo>
                  <a:pt x="12960" y="18000"/>
                </a:lnTo>
                <a:lnTo>
                  <a:pt x="12960" y="19190"/>
                </a:lnTo>
                <a:lnTo>
                  <a:pt x="12960" y="20387"/>
                </a:lnTo>
                <a:lnTo>
                  <a:pt x="12960" y="21600"/>
                </a:lnTo>
                <a:lnTo>
                  <a:pt x="10528" y="21433"/>
                </a:lnTo>
                <a:lnTo>
                  <a:pt x="8813" y="21280"/>
                </a:lnTo>
                <a:lnTo>
                  <a:pt x="7573" y="21091"/>
                </a:lnTo>
                <a:lnTo>
                  <a:pt x="6573" y="20813"/>
                </a:lnTo>
                <a:lnTo>
                  <a:pt x="5568" y="20399"/>
                </a:lnTo>
                <a:lnTo>
                  <a:pt x="4320" y="19800"/>
                </a:lnTo>
                <a:lnTo>
                  <a:pt x="3711" y="18590"/>
                </a:lnTo>
                <a:lnTo>
                  <a:pt x="3214" y="17372"/>
                </a:lnTo>
                <a:lnTo>
                  <a:pt x="2812" y="16142"/>
                </a:lnTo>
                <a:lnTo>
                  <a:pt x="2488" y="14900"/>
                </a:lnTo>
                <a:lnTo>
                  <a:pt x="2223" y="13644"/>
                </a:lnTo>
                <a:lnTo>
                  <a:pt x="2002" y="12375"/>
                </a:lnTo>
                <a:lnTo>
                  <a:pt x="1808" y="11090"/>
                </a:lnTo>
                <a:lnTo>
                  <a:pt x="1620" y="9788"/>
                </a:lnTo>
                <a:lnTo>
                  <a:pt x="1454" y="8851"/>
                </a:lnTo>
                <a:lnTo>
                  <a:pt x="1285" y="7906"/>
                </a:lnTo>
                <a:lnTo>
                  <a:pt x="1115" y="6950"/>
                </a:lnTo>
                <a:lnTo>
                  <a:pt x="914" y="5792"/>
                </a:lnTo>
                <a:lnTo>
                  <a:pt x="719" y="4637"/>
                </a:lnTo>
                <a:lnTo>
                  <a:pt x="531" y="3478"/>
                </a:lnTo>
                <a:lnTo>
                  <a:pt x="348" y="2320"/>
                </a:lnTo>
                <a:lnTo>
                  <a:pt x="171" y="1161"/>
                </a:lnTo>
                <a:lnTo>
                  <a:pt x="0" y="0"/>
                </a:lnTo>
                <a:close/>
              </a:path>
            </a:pathLst>
          </a:custGeom>
          <a:solidFill>
            <a:srgbClr val="D0D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8919" name="contour_08917"/>
          <p:cNvSpPr/>
          <p:nvPr/>
        </p:nvSpPr>
        <p:spPr>
          <a:xfrm>
            <a:off x="1402381" y="5546234"/>
            <a:ext cx="80168" cy="36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04" y="3744"/>
                </a:moveTo>
                <a:lnTo>
                  <a:pt x="12512" y="5350"/>
                </a:lnTo>
                <a:lnTo>
                  <a:pt x="13125" y="6973"/>
                </a:lnTo>
                <a:lnTo>
                  <a:pt x="13745" y="8614"/>
                </a:lnTo>
                <a:lnTo>
                  <a:pt x="14920" y="9441"/>
                </a:lnTo>
                <a:lnTo>
                  <a:pt x="15744" y="9969"/>
                </a:lnTo>
                <a:lnTo>
                  <a:pt x="16614" y="10432"/>
                </a:lnTo>
                <a:lnTo>
                  <a:pt x="17918" y="11051"/>
                </a:lnTo>
                <a:lnTo>
                  <a:pt x="19134" y="11674"/>
                </a:lnTo>
                <a:lnTo>
                  <a:pt x="20359" y="12302"/>
                </a:lnTo>
                <a:lnTo>
                  <a:pt x="21600" y="12943"/>
                </a:lnTo>
                <a:lnTo>
                  <a:pt x="21600" y="15090"/>
                </a:lnTo>
                <a:lnTo>
                  <a:pt x="21600" y="17271"/>
                </a:lnTo>
                <a:lnTo>
                  <a:pt x="20304" y="17557"/>
                </a:lnTo>
                <a:lnTo>
                  <a:pt x="19008" y="17843"/>
                </a:lnTo>
                <a:lnTo>
                  <a:pt x="17710" y="18128"/>
                </a:lnTo>
                <a:lnTo>
                  <a:pt x="16412" y="18414"/>
                </a:lnTo>
                <a:lnTo>
                  <a:pt x="15112" y="18700"/>
                </a:lnTo>
                <a:lnTo>
                  <a:pt x="13812" y="18990"/>
                </a:lnTo>
                <a:lnTo>
                  <a:pt x="12508" y="19276"/>
                </a:lnTo>
                <a:lnTo>
                  <a:pt x="11203" y="19566"/>
                </a:lnTo>
                <a:lnTo>
                  <a:pt x="9895" y="19851"/>
                </a:lnTo>
                <a:lnTo>
                  <a:pt x="8583" y="20141"/>
                </a:lnTo>
                <a:lnTo>
                  <a:pt x="7267" y="20431"/>
                </a:lnTo>
                <a:lnTo>
                  <a:pt x="5948" y="20721"/>
                </a:lnTo>
                <a:lnTo>
                  <a:pt x="4624" y="21016"/>
                </a:lnTo>
                <a:lnTo>
                  <a:pt x="3297" y="21306"/>
                </a:lnTo>
                <a:lnTo>
                  <a:pt x="1964" y="21600"/>
                </a:lnTo>
                <a:lnTo>
                  <a:pt x="1640" y="18743"/>
                </a:lnTo>
                <a:lnTo>
                  <a:pt x="1316" y="15882"/>
                </a:lnTo>
                <a:lnTo>
                  <a:pt x="990" y="13008"/>
                </a:lnTo>
                <a:lnTo>
                  <a:pt x="662" y="10120"/>
                </a:lnTo>
                <a:lnTo>
                  <a:pt x="334" y="7216"/>
                </a:lnTo>
                <a:lnTo>
                  <a:pt x="0" y="4285"/>
                </a:lnTo>
                <a:lnTo>
                  <a:pt x="2710" y="2610"/>
                </a:lnTo>
                <a:lnTo>
                  <a:pt x="4842" y="1346"/>
                </a:lnTo>
                <a:lnTo>
                  <a:pt x="6500" y="493"/>
                </a:lnTo>
                <a:lnTo>
                  <a:pt x="7776" y="48"/>
                </a:lnTo>
                <a:lnTo>
                  <a:pt x="8772" y="0"/>
                </a:lnTo>
                <a:lnTo>
                  <a:pt x="9585" y="355"/>
                </a:lnTo>
                <a:lnTo>
                  <a:pt x="10313" y="1095"/>
                </a:lnTo>
                <a:lnTo>
                  <a:pt x="11053" y="2229"/>
                </a:lnTo>
                <a:lnTo>
                  <a:pt x="11904" y="3744"/>
                </a:lnTo>
                <a:close/>
              </a:path>
            </a:pathLst>
          </a:custGeom>
          <a:solidFill>
            <a:srgbClr val="DD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0" name="contour_08918"/>
          <p:cNvSpPr/>
          <p:nvPr/>
        </p:nvSpPr>
        <p:spPr>
          <a:xfrm>
            <a:off x="10920498" y="5509722"/>
            <a:ext cx="3644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423" y="0"/>
                </a:lnTo>
                <a:lnTo>
                  <a:pt x="21600" y="0"/>
                </a:lnTo>
                <a:lnTo>
                  <a:pt x="21600" y="1337"/>
                </a:lnTo>
                <a:lnTo>
                  <a:pt x="21600" y="2673"/>
                </a:lnTo>
                <a:lnTo>
                  <a:pt x="21600" y="4012"/>
                </a:lnTo>
                <a:lnTo>
                  <a:pt x="21600" y="5349"/>
                </a:lnTo>
                <a:lnTo>
                  <a:pt x="21600" y="6688"/>
                </a:lnTo>
                <a:lnTo>
                  <a:pt x="21600" y="8031"/>
                </a:lnTo>
                <a:lnTo>
                  <a:pt x="21600" y="9374"/>
                </a:lnTo>
                <a:lnTo>
                  <a:pt x="21600" y="10719"/>
                </a:lnTo>
                <a:lnTo>
                  <a:pt x="21600" y="12067"/>
                </a:lnTo>
                <a:lnTo>
                  <a:pt x="21600" y="13418"/>
                </a:lnTo>
                <a:lnTo>
                  <a:pt x="21600" y="14772"/>
                </a:lnTo>
                <a:lnTo>
                  <a:pt x="21600" y="16129"/>
                </a:lnTo>
                <a:lnTo>
                  <a:pt x="21600" y="17490"/>
                </a:lnTo>
                <a:lnTo>
                  <a:pt x="21600" y="18855"/>
                </a:lnTo>
                <a:lnTo>
                  <a:pt x="21600" y="20225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7443" y="20416"/>
                </a:lnTo>
                <a:lnTo>
                  <a:pt x="6428" y="19305"/>
                </a:lnTo>
                <a:lnTo>
                  <a:pt x="5556" y="18221"/>
                </a:lnTo>
                <a:lnTo>
                  <a:pt x="4800" y="17123"/>
                </a:lnTo>
                <a:lnTo>
                  <a:pt x="4130" y="15972"/>
                </a:lnTo>
                <a:lnTo>
                  <a:pt x="3508" y="14727"/>
                </a:lnTo>
                <a:lnTo>
                  <a:pt x="2976" y="13742"/>
                </a:lnTo>
                <a:lnTo>
                  <a:pt x="2436" y="12740"/>
                </a:lnTo>
                <a:lnTo>
                  <a:pt x="1801" y="11523"/>
                </a:lnTo>
                <a:lnTo>
                  <a:pt x="1184" y="10301"/>
                </a:lnTo>
                <a:lnTo>
                  <a:pt x="588" y="9078"/>
                </a:lnTo>
                <a:lnTo>
                  <a:pt x="0" y="7855"/>
                </a:lnTo>
                <a:lnTo>
                  <a:pt x="2087" y="7935"/>
                </a:lnTo>
                <a:lnTo>
                  <a:pt x="4182" y="8018"/>
                </a:lnTo>
                <a:lnTo>
                  <a:pt x="6312" y="8100"/>
                </a:lnTo>
                <a:lnTo>
                  <a:pt x="7288" y="8063"/>
                </a:lnTo>
                <a:lnTo>
                  <a:pt x="9012" y="8000"/>
                </a:lnTo>
                <a:lnTo>
                  <a:pt x="12960" y="7855"/>
                </a:lnTo>
                <a:lnTo>
                  <a:pt x="14433" y="6564"/>
                </a:lnTo>
                <a:lnTo>
                  <a:pt x="15133" y="5545"/>
                </a:lnTo>
                <a:lnTo>
                  <a:pt x="15660" y="3927"/>
                </a:lnTo>
                <a:lnTo>
                  <a:pt x="16191" y="2309"/>
                </a:lnTo>
                <a:lnTo>
                  <a:pt x="16610" y="1290"/>
                </a:lnTo>
                <a:lnTo>
                  <a:pt x="17280" y="0"/>
                </a:lnTo>
                <a:close/>
              </a:path>
            </a:pathLst>
          </a:custGeom>
          <a:solidFill>
            <a:srgbClr val="E4E7EB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1" name="contour_08919"/>
          <p:cNvSpPr/>
          <p:nvPr/>
        </p:nvSpPr>
        <p:spPr>
          <a:xfrm>
            <a:off x="4915193" y="5480570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21211" y="19996"/>
                </a:lnTo>
                <a:lnTo>
                  <a:pt x="20820" y="18387"/>
                </a:lnTo>
                <a:lnTo>
                  <a:pt x="20430" y="16772"/>
                </a:lnTo>
                <a:lnTo>
                  <a:pt x="20035" y="15144"/>
                </a:lnTo>
                <a:lnTo>
                  <a:pt x="19636" y="13500"/>
                </a:lnTo>
                <a:lnTo>
                  <a:pt x="18497" y="12452"/>
                </a:lnTo>
                <a:lnTo>
                  <a:pt x="17698" y="11804"/>
                </a:lnTo>
                <a:lnTo>
                  <a:pt x="16854" y="11289"/>
                </a:lnTo>
                <a:lnTo>
                  <a:pt x="15587" y="10633"/>
                </a:lnTo>
                <a:lnTo>
                  <a:pt x="14315" y="9968"/>
                </a:lnTo>
                <a:lnTo>
                  <a:pt x="13494" y="9485"/>
                </a:lnTo>
                <a:lnTo>
                  <a:pt x="12770" y="8940"/>
                </a:lnTo>
                <a:lnTo>
                  <a:pt x="11782" y="8100"/>
                </a:lnTo>
                <a:lnTo>
                  <a:pt x="11782" y="6315"/>
                </a:lnTo>
                <a:lnTo>
                  <a:pt x="11782" y="4520"/>
                </a:lnTo>
                <a:lnTo>
                  <a:pt x="11782" y="2700"/>
                </a:lnTo>
                <a:lnTo>
                  <a:pt x="10486" y="2700"/>
                </a:lnTo>
                <a:lnTo>
                  <a:pt x="9188" y="2700"/>
                </a:lnTo>
                <a:lnTo>
                  <a:pt x="7890" y="2700"/>
                </a:lnTo>
                <a:lnTo>
                  <a:pt x="6588" y="2700"/>
                </a:lnTo>
                <a:lnTo>
                  <a:pt x="5282" y="2700"/>
                </a:lnTo>
                <a:lnTo>
                  <a:pt x="3970" y="2700"/>
                </a:lnTo>
                <a:lnTo>
                  <a:pt x="2655" y="2700"/>
                </a:lnTo>
                <a:lnTo>
                  <a:pt x="1331" y="2700"/>
                </a:lnTo>
                <a:lnTo>
                  <a:pt x="0" y="2700"/>
                </a:lnTo>
                <a:lnTo>
                  <a:pt x="0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8D70AB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2" name="contour_08920"/>
          <p:cNvSpPr/>
          <p:nvPr/>
        </p:nvSpPr>
        <p:spPr>
          <a:xfrm>
            <a:off x="3579851" y="5393114"/>
            <a:ext cx="53946" cy="519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47" y="0"/>
                </a:moveTo>
                <a:lnTo>
                  <a:pt x="17176" y="0"/>
                </a:lnTo>
                <a:lnTo>
                  <a:pt x="19117" y="0"/>
                </a:lnTo>
                <a:lnTo>
                  <a:pt x="21083" y="0"/>
                </a:lnTo>
                <a:lnTo>
                  <a:pt x="21343" y="3993"/>
                </a:lnTo>
                <a:lnTo>
                  <a:pt x="21521" y="7154"/>
                </a:lnTo>
                <a:lnTo>
                  <a:pt x="21600" y="9635"/>
                </a:lnTo>
                <a:lnTo>
                  <a:pt x="21565" y="11598"/>
                </a:lnTo>
                <a:lnTo>
                  <a:pt x="21396" y="13198"/>
                </a:lnTo>
                <a:lnTo>
                  <a:pt x="21081" y="14595"/>
                </a:lnTo>
                <a:lnTo>
                  <a:pt x="20599" y="15943"/>
                </a:lnTo>
                <a:lnTo>
                  <a:pt x="19937" y="17401"/>
                </a:lnTo>
                <a:lnTo>
                  <a:pt x="19076" y="19125"/>
                </a:lnTo>
                <a:lnTo>
                  <a:pt x="17094" y="20064"/>
                </a:lnTo>
                <a:lnTo>
                  <a:pt x="15110" y="20749"/>
                </a:lnTo>
                <a:lnTo>
                  <a:pt x="13117" y="21209"/>
                </a:lnTo>
                <a:lnTo>
                  <a:pt x="11112" y="21482"/>
                </a:lnTo>
                <a:lnTo>
                  <a:pt x="9087" y="21600"/>
                </a:lnTo>
                <a:lnTo>
                  <a:pt x="7036" y="21597"/>
                </a:lnTo>
                <a:lnTo>
                  <a:pt x="4952" y="21509"/>
                </a:lnTo>
                <a:lnTo>
                  <a:pt x="2828" y="21367"/>
                </a:lnTo>
                <a:lnTo>
                  <a:pt x="657" y="21209"/>
                </a:lnTo>
                <a:lnTo>
                  <a:pt x="219" y="19046"/>
                </a:lnTo>
                <a:lnTo>
                  <a:pt x="0" y="17491"/>
                </a:lnTo>
                <a:lnTo>
                  <a:pt x="0" y="16110"/>
                </a:lnTo>
                <a:lnTo>
                  <a:pt x="219" y="14465"/>
                </a:lnTo>
                <a:lnTo>
                  <a:pt x="657" y="12120"/>
                </a:lnTo>
                <a:lnTo>
                  <a:pt x="2533" y="11617"/>
                </a:lnTo>
                <a:lnTo>
                  <a:pt x="4409" y="11208"/>
                </a:lnTo>
                <a:lnTo>
                  <a:pt x="6286" y="10868"/>
                </a:lnTo>
                <a:lnTo>
                  <a:pt x="8174" y="10574"/>
                </a:lnTo>
                <a:lnTo>
                  <a:pt x="10076" y="10308"/>
                </a:lnTo>
                <a:lnTo>
                  <a:pt x="11999" y="10047"/>
                </a:lnTo>
                <a:lnTo>
                  <a:pt x="13610" y="9571"/>
                </a:lnTo>
                <a:lnTo>
                  <a:pt x="15247" y="9090"/>
                </a:lnTo>
                <a:lnTo>
                  <a:pt x="15685" y="6745"/>
                </a:lnTo>
                <a:lnTo>
                  <a:pt x="15904" y="5099"/>
                </a:lnTo>
                <a:lnTo>
                  <a:pt x="15904" y="3718"/>
                </a:lnTo>
                <a:lnTo>
                  <a:pt x="15685" y="2163"/>
                </a:lnTo>
                <a:lnTo>
                  <a:pt x="15247" y="0"/>
                </a:lnTo>
                <a:close/>
              </a:path>
            </a:pathLst>
          </a:custGeom>
          <a:solidFill>
            <a:srgbClr val="69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3" name="contour_08921"/>
          <p:cNvSpPr/>
          <p:nvPr/>
        </p:nvSpPr>
        <p:spPr>
          <a:xfrm>
            <a:off x="4740281" y="537853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0"/>
                </a:lnTo>
                <a:lnTo>
                  <a:pt x="16015" y="0"/>
                </a:lnTo>
                <a:lnTo>
                  <a:pt x="17860" y="0"/>
                </a:lnTo>
                <a:lnTo>
                  <a:pt x="19721" y="0"/>
                </a:lnTo>
                <a:lnTo>
                  <a:pt x="21600" y="0"/>
                </a:lnTo>
                <a:lnTo>
                  <a:pt x="21261" y="2376"/>
                </a:lnTo>
                <a:lnTo>
                  <a:pt x="20921" y="4756"/>
                </a:lnTo>
                <a:lnTo>
                  <a:pt x="20582" y="7135"/>
                </a:lnTo>
                <a:lnTo>
                  <a:pt x="20239" y="9522"/>
                </a:lnTo>
                <a:lnTo>
                  <a:pt x="19897" y="11916"/>
                </a:lnTo>
                <a:lnTo>
                  <a:pt x="19554" y="14321"/>
                </a:lnTo>
                <a:lnTo>
                  <a:pt x="19209" y="16733"/>
                </a:lnTo>
                <a:lnTo>
                  <a:pt x="18863" y="19159"/>
                </a:lnTo>
                <a:lnTo>
                  <a:pt x="18514" y="21600"/>
                </a:lnTo>
                <a:lnTo>
                  <a:pt x="16478" y="21600"/>
                </a:lnTo>
                <a:lnTo>
                  <a:pt x="14438" y="21600"/>
                </a:lnTo>
                <a:lnTo>
                  <a:pt x="12398" y="21600"/>
                </a:lnTo>
                <a:lnTo>
                  <a:pt x="10353" y="21600"/>
                </a:lnTo>
                <a:lnTo>
                  <a:pt x="8301" y="21600"/>
                </a:lnTo>
                <a:lnTo>
                  <a:pt x="6239" y="21600"/>
                </a:lnTo>
                <a:lnTo>
                  <a:pt x="4172" y="21600"/>
                </a:lnTo>
                <a:lnTo>
                  <a:pt x="2092" y="21600"/>
                </a:lnTo>
                <a:lnTo>
                  <a:pt x="0" y="21600"/>
                </a:lnTo>
                <a:lnTo>
                  <a:pt x="580" y="17305"/>
                </a:lnTo>
                <a:lnTo>
                  <a:pt x="1018" y="14303"/>
                </a:lnTo>
                <a:lnTo>
                  <a:pt x="1404" y="12190"/>
                </a:lnTo>
                <a:lnTo>
                  <a:pt x="1821" y="10566"/>
                </a:lnTo>
                <a:lnTo>
                  <a:pt x="2351" y="9040"/>
                </a:lnTo>
                <a:lnTo>
                  <a:pt x="3086" y="7200"/>
                </a:lnTo>
                <a:lnTo>
                  <a:pt x="5474" y="6768"/>
                </a:lnTo>
                <a:lnTo>
                  <a:pt x="7150" y="6552"/>
                </a:lnTo>
                <a:lnTo>
                  <a:pt x="8557" y="6552"/>
                </a:lnTo>
                <a:lnTo>
                  <a:pt x="10140" y="6768"/>
                </a:lnTo>
                <a:lnTo>
                  <a:pt x="12343" y="7200"/>
                </a:lnTo>
                <a:lnTo>
                  <a:pt x="12343" y="4820"/>
                </a:lnTo>
                <a:lnTo>
                  <a:pt x="12343" y="2426"/>
                </a:lnTo>
                <a:lnTo>
                  <a:pt x="12343" y="0"/>
                </a:lnTo>
                <a:close/>
              </a:path>
            </a:pathLst>
          </a:custGeom>
          <a:solidFill>
            <a:srgbClr val="68645B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4" name="contour_08922"/>
          <p:cNvSpPr/>
          <p:nvPr/>
        </p:nvSpPr>
        <p:spPr>
          <a:xfrm>
            <a:off x="4856889" y="5393114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0921" y="1358"/>
                </a:lnTo>
                <a:lnTo>
                  <a:pt x="20242" y="2717"/>
                </a:lnTo>
                <a:lnTo>
                  <a:pt x="19560" y="4080"/>
                </a:lnTo>
                <a:lnTo>
                  <a:pt x="18876" y="5448"/>
                </a:lnTo>
                <a:lnTo>
                  <a:pt x="18187" y="6823"/>
                </a:lnTo>
                <a:lnTo>
                  <a:pt x="17496" y="8206"/>
                </a:lnTo>
                <a:lnTo>
                  <a:pt x="16800" y="9600"/>
                </a:lnTo>
                <a:lnTo>
                  <a:pt x="15374" y="9125"/>
                </a:lnTo>
                <a:lnTo>
                  <a:pt x="13944" y="8647"/>
                </a:lnTo>
                <a:lnTo>
                  <a:pt x="12509" y="8170"/>
                </a:lnTo>
                <a:lnTo>
                  <a:pt x="11062" y="7687"/>
                </a:lnTo>
                <a:lnTo>
                  <a:pt x="9600" y="7200"/>
                </a:lnTo>
                <a:lnTo>
                  <a:pt x="9600" y="8786"/>
                </a:lnTo>
                <a:lnTo>
                  <a:pt x="9600" y="10382"/>
                </a:lnTo>
                <a:lnTo>
                  <a:pt x="9600" y="12000"/>
                </a:lnTo>
                <a:lnTo>
                  <a:pt x="11890" y="12516"/>
                </a:lnTo>
                <a:lnTo>
                  <a:pt x="13414" y="12842"/>
                </a:lnTo>
                <a:lnTo>
                  <a:pt x="14518" y="13046"/>
                </a:lnTo>
                <a:lnTo>
                  <a:pt x="15552" y="13190"/>
                </a:lnTo>
                <a:lnTo>
                  <a:pt x="16865" y="13342"/>
                </a:lnTo>
                <a:lnTo>
                  <a:pt x="18024" y="13867"/>
                </a:lnTo>
                <a:lnTo>
                  <a:pt x="19200" y="14400"/>
                </a:lnTo>
                <a:lnTo>
                  <a:pt x="19675" y="15826"/>
                </a:lnTo>
                <a:lnTo>
                  <a:pt x="20153" y="17256"/>
                </a:lnTo>
                <a:lnTo>
                  <a:pt x="20630" y="18691"/>
                </a:lnTo>
                <a:lnTo>
                  <a:pt x="21113" y="20138"/>
                </a:lnTo>
                <a:lnTo>
                  <a:pt x="21600" y="21600"/>
                </a:lnTo>
                <a:lnTo>
                  <a:pt x="20074" y="21091"/>
                </a:lnTo>
                <a:lnTo>
                  <a:pt x="18545" y="20582"/>
                </a:lnTo>
                <a:lnTo>
                  <a:pt x="17016" y="20071"/>
                </a:lnTo>
                <a:lnTo>
                  <a:pt x="15485" y="19562"/>
                </a:lnTo>
                <a:lnTo>
                  <a:pt x="13954" y="19051"/>
                </a:lnTo>
                <a:lnTo>
                  <a:pt x="12418" y="18540"/>
                </a:lnTo>
                <a:lnTo>
                  <a:pt x="10882" y="18026"/>
                </a:lnTo>
                <a:lnTo>
                  <a:pt x="9341" y="17513"/>
                </a:lnTo>
                <a:lnTo>
                  <a:pt x="7795" y="16999"/>
                </a:lnTo>
                <a:lnTo>
                  <a:pt x="6247" y="16483"/>
                </a:lnTo>
                <a:lnTo>
                  <a:pt x="4694" y="15965"/>
                </a:lnTo>
                <a:lnTo>
                  <a:pt x="3134" y="15444"/>
                </a:lnTo>
                <a:lnTo>
                  <a:pt x="1570" y="14923"/>
                </a:lnTo>
                <a:lnTo>
                  <a:pt x="0" y="14400"/>
                </a:lnTo>
                <a:lnTo>
                  <a:pt x="1426" y="13925"/>
                </a:lnTo>
                <a:lnTo>
                  <a:pt x="2856" y="13447"/>
                </a:lnTo>
                <a:lnTo>
                  <a:pt x="4291" y="12970"/>
                </a:lnTo>
                <a:lnTo>
                  <a:pt x="5738" y="12487"/>
                </a:lnTo>
                <a:lnTo>
                  <a:pt x="7200" y="12000"/>
                </a:lnTo>
                <a:lnTo>
                  <a:pt x="7416" y="10142"/>
                </a:lnTo>
                <a:lnTo>
                  <a:pt x="7524" y="8839"/>
                </a:lnTo>
                <a:lnTo>
                  <a:pt x="7524" y="7745"/>
                </a:lnTo>
                <a:lnTo>
                  <a:pt x="7416" y="6514"/>
                </a:lnTo>
                <a:lnTo>
                  <a:pt x="7200" y="4800"/>
                </a:lnTo>
                <a:lnTo>
                  <a:pt x="8784" y="4800"/>
                </a:lnTo>
                <a:lnTo>
                  <a:pt x="10370" y="4800"/>
                </a:lnTo>
                <a:lnTo>
                  <a:pt x="11964" y="4800"/>
                </a:lnTo>
                <a:lnTo>
                  <a:pt x="13565" y="4800"/>
                </a:lnTo>
                <a:lnTo>
                  <a:pt x="15175" y="4800"/>
                </a:lnTo>
                <a:lnTo>
                  <a:pt x="16800" y="4800"/>
                </a:lnTo>
                <a:lnTo>
                  <a:pt x="16800" y="3214"/>
                </a:lnTo>
                <a:lnTo>
                  <a:pt x="16800" y="1618"/>
                </a:lnTo>
                <a:lnTo>
                  <a:pt x="16800" y="0"/>
                </a:lnTo>
                <a:close/>
              </a:path>
            </a:pathLst>
          </a:custGeom>
          <a:solidFill>
            <a:srgbClr val="5C554F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5" name="contour_08923"/>
          <p:cNvSpPr/>
          <p:nvPr/>
        </p:nvSpPr>
        <p:spPr>
          <a:xfrm>
            <a:off x="10067803" y="5356674"/>
            <a:ext cx="74141" cy="668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63" y="0"/>
                </a:moveTo>
                <a:lnTo>
                  <a:pt x="16443" y="160"/>
                </a:lnTo>
                <a:lnTo>
                  <a:pt x="17564" y="363"/>
                </a:lnTo>
                <a:lnTo>
                  <a:pt x="18532" y="721"/>
                </a:lnTo>
                <a:lnTo>
                  <a:pt x="19653" y="1348"/>
                </a:lnTo>
                <a:lnTo>
                  <a:pt x="21233" y="2356"/>
                </a:lnTo>
                <a:lnTo>
                  <a:pt x="21405" y="3935"/>
                </a:lnTo>
                <a:lnTo>
                  <a:pt x="21519" y="5507"/>
                </a:lnTo>
                <a:lnTo>
                  <a:pt x="21583" y="7074"/>
                </a:lnTo>
                <a:lnTo>
                  <a:pt x="21600" y="8636"/>
                </a:lnTo>
                <a:lnTo>
                  <a:pt x="21579" y="10200"/>
                </a:lnTo>
                <a:lnTo>
                  <a:pt x="21526" y="11765"/>
                </a:lnTo>
                <a:lnTo>
                  <a:pt x="21445" y="13334"/>
                </a:lnTo>
                <a:lnTo>
                  <a:pt x="21345" y="14908"/>
                </a:lnTo>
                <a:lnTo>
                  <a:pt x="21233" y="16494"/>
                </a:lnTo>
                <a:lnTo>
                  <a:pt x="19829" y="16494"/>
                </a:lnTo>
                <a:lnTo>
                  <a:pt x="18417" y="16494"/>
                </a:lnTo>
                <a:lnTo>
                  <a:pt x="16986" y="16494"/>
                </a:lnTo>
                <a:lnTo>
                  <a:pt x="16561" y="17653"/>
                </a:lnTo>
                <a:lnTo>
                  <a:pt x="16133" y="18831"/>
                </a:lnTo>
                <a:lnTo>
                  <a:pt x="15502" y="20010"/>
                </a:lnTo>
                <a:lnTo>
                  <a:pt x="14863" y="21207"/>
                </a:lnTo>
                <a:lnTo>
                  <a:pt x="13143" y="21430"/>
                </a:lnTo>
                <a:lnTo>
                  <a:pt x="11888" y="21555"/>
                </a:lnTo>
                <a:lnTo>
                  <a:pt x="10739" y="21600"/>
                </a:lnTo>
                <a:lnTo>
                  <a:pt x="9330" y="21579"/>
                </a:lnTo>
                <a:lnTo>
                  <a:pt x="7300" y="21501"/>
                </a:lnTo>
                <a:lnTo>
                  <a:pt x="5937" y="21459"/>
                </a:lnTo>
                <a:lnTo>
                  <a:pt x="4565" y="21416"/>
                </a:lnTo>
                <a:lnTo>
                  <a:pt x="3176" y="21371"/>
                </a:lnTo>
                <a:lnTo>
                  <a:pt x="2128" y="21317"/>
                </a:lnTo>
                <a:lnTo>
                  <a:pt x="1070" y="21263"/>
                </a:lnTo>
                <a:lnTo>
                  <a:pt x="0" y="21207"/>
                </a:lnTo>
                <a:lnTo>
                  <a:pt x="0" y="19807"/>
                </a:lnTo>
                <a:lnTo>
                  <a:pt x="0" y="18403"/>
                </a:lnTo>
                <a:lnTo>
                  <a:pt x="0" y="16993"/>
                </a:lnTo>
                <a:lnTo>
                  <a:pt x="0" y="15573"/>
                </a:lnTo>
                <a:lnTo>
                  <a:pt x="0" y="14138"/>
                </a:lnTo>
                <a:lnTo>
                  <a:pt x="1401" y="14138"/>
                </a:lnTo>
                <a:lnTo>
                  <a:pt x="2803" y="14138"/>
                </a:lnTo>
                <a:lnTo>
                  <a:pt x="4206" y="14138"/>
                </a:lnTo>
                <a:lnTo>
                  <a:pt x="5612" y="14138"/>
                </a:lnTo>
                <a:lnTo>
                  <a:pt x="7020" y="14138"/>
                </a:lnTo>
                <a:lnTo>
                  <a:pt x="8429" y="14138"/>
                </a:lnTo>
                <a:lnTo>
                  <a:pt x="9843" y="14138"/>
                </a:lnTo>
                <a:lnTo>
                  <a:pt x="11262" y="14138"/>
                </a:lnTo>
                <a:lnTo>
                  <a:pt x="12684" y="14138"/>
                </a:lnTo>
                <a:lnTo>
                  <a:pt x="14111" y="14138"/>
                </a:lnTo>
                <a:lnTo>
                  <a:pt x="15547" y="14138"/>
                </a:lnTo>
                <a:lnTo>
                  <a:pt x="16986" y="14138"/>
                </a:lnTo>
                <a:lnTo>
                  <a:pt x="16753" y="12583"/>
                </a:lnTo>
                <a:lnTo>
                  <a:pt x="16519" y="11025"/>
                </a:lnTo>
                <a:lnTo>
                  <a:pt x="16285" y="9468"/>
                </a:lnTo>
                <a:lnTo>
                  <a:pt x="16050" y="7905"/>
                </a:lnTo>
                <a:lnTo>
                  <a:pt x="15814" y="6338"/>
                </a:lnTo>
                <a:lnTo>
                  <a:pt x="15578" y="4764"/>
                </a:lnTo>
                <a:lnTo>
                  <a:pt x="15341" y="3186"/>
                </a:lnTo>
                <a:lnTo>
                  <a:pt x="15103" y="1598"/>
                </a:lnTo>
                <a:lnTo>
                  <a:pt x="14863" y="0"/>
                </a:lnTo>
                <a:close/>
              </a:path>
            </a:pathLst>
          </a:custGeom>
          <a:solidFill>
            <a:srgbClr val="6F7072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6" name="contour_08924"/>
          <p:cNvSpPr/>
          <p:nvPr/>
        </p:nvSpPr>
        <p:spPr>
          <a:xfrm>
            <a:off x="9885603" y="5400402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0"/>
                </a:lnTo>
                <a:lnTo>
                  <a:pt x="2138" y="0"/>
                </a:lnTo>
                <a:lnTo>
                  <a:pt x="3208" y="0"/>
                </a:lnTo>
                <a:lnTo>
                  <a:pt x="4278" y="0"/>
                </a:lnTo>
                <a:lnTo>
                  <a:pt x="5349" y="0"/>
                </a:lnTo>
                <a:lnTo>
                  <a:pt x="6421" y="0"/>
                </a:lnTo>
                <a:lnTo>
                  <a:pt x="7494" y="0"/>
                </a:lnTo>
                <a:lnTo>
                  <a:pt x="8567" y="0"/>
                </a:lnTo>
                <a:lnTo>
                  <a:pt x="9643" y="0"/>
                </a:lnTo>
                <a:lnTo>
                  <a:pt x="10718" y="0"/>
                </a:lnTo>
                <a:lnTo>
                  <a:pt x="11797" y="0"/>
                </a:lnTo>
                <a:lnTo>
                  <a:pt x="12877" y="0"/>
                </a:lnTo>
                <a:lnTo>
                  <a:pt x="13958" y="0"/>
                </a:lnTo>
                <a:lnTo>
                  <a:pt x="15043" y="0"/>
                </a:lnTo>
                <a:lnTo>
                  <a:pt x="16129" y="0"/>
                </a:lnTo>
                <a:lnTo>
                  <a:pt x="17218" y="0"/>
                </a:lnTo>
                <a:lnTo>
                  <a:pt x="18309" y="0"/>
                </a:lnTo>
                <a:lnTo>
                  <a:pt x="19403" y="0"/>
                </a:lnTo>
                <a:lnTo>
                  <a:pt x="20500" y="0"/>
                </a:lnTo>
                <a:lnTo>
                  <a:pt x="21600" y="0"/>
                </a:lnTo>
                <a:lnTo>
                  <a:pt x="21600" y="1786"/>
                </a:lnTo>
                <a:lnTo>
                  <a:pt x="21600" y="3600"/>
                </a:lnTo>
                <a:lnTo>
                  <a:pt x="20750" y="4129"/>
                </a:lnTo>
                <a:lnTo>
                  <a:pt x="20116" y="4468"/>
                </a:lnTo>
                <a:lnTo>
                  <a:pt x="19380" y="4759"/>
                </a:lnTo>
                <a:lnTo>
                  <a:pt x="18224" y="5148"/>
                </a:lnTo>
                <a:lnTo>
                  <a:pt x="17178" y="5544"/>
                </a:lnTo>
                <a:lnTo>
                  <a:pt x="16115" y="5947"/>
                </a:lnTo>
                <a:lnTo>
                  <a:pt x="15225" y="6264"/>
                </a:lnTo>
                <a:lnTo>
                  <a:pt x="14333" y="6577"/>
                </a:lnTo>
                <a:lnTo>
                  <a:pt x="13441" y="6880"/>
                </a:lnTo>
                <a:lnTo>
                  <a:pt x="12548" y="7175"/>
                </a:lnTo>
                <a:lnTo>
                  <a:pt x="11656" y="7466"/>
                </a:lnTo>
                <a:lnTo>
                  <a:pt x="10698" y="7848"/>
                </a:lnTo>
                <a:lnTo>
                  <a:pt x="9769" y="8251"/>
                </a:lnTo>
                <a:lnTo>
                  <a:pt x="8861" y="8712"/>
                </a:lnTo>
                <a:lnTo>
                  <a:pt x="7963" y="9266"/>
                </a:lnTo>
                <a:lnTo>
                  <a:pt x="7069" y="9950"/>
                </a:lnTo>
                <a:lnTo>
                  <a:pt x="6171" y="10800"/>
                </a:lnTo>
                <a:lnTo>
                  <a:pt x="5940" y="13601"/>
                </a:lnTo>
                <a:lnTo>
                  <a:pt x="5824" y="15559"/>
                </a:lnTo>
                <a:lnTo>
                  <a:pt x="5824" y="17201"/>
                </a:lnTo>
                <a:lnTo>
                  <a:pt x="5940" y="19044"/>
                </a:lnTo>
                <a:lnTo>
                  <a:pt x="6171" y="21600"/>
                </a:lnTo>
                <a:lnTo>
                  <a:pt x="5152" y="21600"/>
                </a:lnTo>
                <a:lnTo>
                  <a:pt x="4126" y="21600"/>
                </a:lnTo>
                <a:lnTo>
                  <a:pt x="3086" y="21600"/>
                </a:lnTo>
                <a:lnTo>
                  <a:pt x="2746" y="19224"/>
                </a:lnTo>
                <a:lnTo>
                  <a:pt x="2407" y="16844"/>
                </a:lnTo>
                <a:lnTo>
                  <a:pt x="2066" y="14465"/>
                </a:lnTo>
                <a:lnTo>
                  <a:pt x="1725" y="12078"/>
                </a:lnTo>
                <a:lnTo>
                  <a:pt x="1384" y="9684"/>
                </a:lnTo>
                <a:lnTo>
                  <a:pt x="1040" y="7279"/>
                </a:lnTo>
                <a:lnTo>
                  <a:pt x="696" y="4867"/>
                </a:lnTo>
                <a:lnTo>
                  <a:pt x="349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7BABC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7" name="contour_08925"/>
          <p:cNvSpPr/>
          <p:nvPr/>
        </p:nvSpPr>
        <p:spPr>
          <a:xfrm>
            <a:off x="7465990" y="5356674"/>
            <a:ext cx="80168" cy="454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699" y="1574"/>
                </a:lnTo>
                <a:lnTo>
                  <a:pt x="17681" y="3165"/>
                </a:lnTo>
                <a:lnTo>
                  <a:pt x="18655" y="4767"/>
                </a:lnTo>
                <a:lnTo>
                  <a:pt x="19477" y="6099"/>
                </a:lnTo>
                <a:lnTo>
                  <a:pt x="20312" y="7447"/>
                </a:lnTo>
                <a:lnTo>
                  <a:pt x="20940" y="8945"/>
                </a:lnTo>
                <a:lnTo>
                  <a:pt x="21321" y="10207"/>
                </a:lnTo>
                <a:lnTo>
                  <a:pt x="21518" y="11708"/>
                </a:lnTo>
                <a:lnTo>
                  <a:pt x="21590" y="13927"/>
                </a:lnTo>
                <a:lnTo>
                  <a:pt x="21600" y="17335"/>
                </a:lnTo>
                <a:lnTo>
                  <a:pt x="20375" y="18788"/>
                </a:lnTo>
                <a:lnTo>
                  <a:pt x="19112" y="19849"/>
                </a:lnTo>
                <a:lnTo>
                  <a:pt x="17810" y="20577"/>
                </a:lnTo>
                <a:lnTo>
                  <a:pt x="16475" y="21038"/>
                </a:lnTo>
                <a:lnTo>
                  <a:pt x="15104" y="21291"/>
                </a:lnTo>
                <a:lnTo>
                  <a:pt x="13700" y="21406"/>
                </a:lnTo>
                <a:lnTo>
                  <a:pt x="12265" y="21437"/>
                </a:lnTo>
                <a:lnTo>
                  <a:pt x="10800" y="21454"/>
                </a:lnTo>
                <a:lnTo>
                  <a:pt x="9604" y="21503"/>
                </a:lnTo>
                <a:lnTo>
                  <a:pt x="8400" y="21551"/>
                </a:lnTo>
                <a:lnTo>
                  <a:pt x="7179" y="21600"/>
                </a:lnTo>
                <a:lnTo>
                  <a:pt x="5791" y="21232"/>
                </a:lnTo>
                <a:lnTo>
                  <a:pt x="4746" y="20782"/>
                </a:lnTo>
                <a:lnTo>
                  <a:pt x="3843" y="20036"/>
                </a:lnTo>
                <a:lnTo>
                  <a:pt x="2885" y="18778"/>
                </a:lnTo>
                <a:lnTo>
                  <a:pt x="1669" y="16795"/>
                </a:lnTo>
                <a:lnTo>
                  <a:pt x="0" y="13868"/>
                </a:lnTo>
                <a:lnTo>
                  <a:pt x="1296" y="13581"/>
                </a:lnTo>
                <a:lnTo>
                  <a:pt x="2592" y="13296"/>
                </a:lnTo>
                <a:lnTo>
                  <a:pt x="3890" y="13009"/>
                </a:lnTo>
                <a:lnTo>
                  <a:pt x="5190" y="12724"/>
                </a:lnTo>
                <a:lnTo>
                  <a:pt x="6492" y="12436"/>
                </a:lnTo>
                <a:lnTo>
                  <a:pt x="7796" y="12149"/>
                </a:lnTo>
                <a:lnTo>
                  <a:pt x="9103" y="11861"/>
                </a:lnTo>
                <a:lnTo>
                  <a:pt x="10415" y="11570"/>
                </a:lnTo>
                <a:lnTo>
                  <a:pt x="11731" y="11278"/>
                </a:lnTo>
                <a:lnTo>
                  <a:pt x="13050" y="10987"/>
                </a:lnTo>
                <a:lnTo>
                  <a:pt x="14378" y="10696"/>
                </a:lnTo>
                <a:lnTo>
                  <a:pt x="15709" y="10401"/>
                </a:lnTo>
                <a:lnTo>
                  <a:pt x="15709" y="8342"/>
                </a:lnTo>
                <a:lnTo>
                  <a:pt x="15709" y="6275"/>
                </a:lnTo>
                <a:lnTo>
                  <a:pt x="15709" y="4202"/>
                </a:lnTo>
                <a:lnTo>
                  <a:pt x="15709" y="2111"/>
                </a:lnTo>
                <a:lnTo>
                  <a:pt x="15709" y="0"/>
                </a:lnTo>
                <a:close/>
              </a:path>
            </a:pathLst>
          </a:custGeom>
          <a:solidFill>
            <a:srgbClr val="ABD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8" name="contour_08926"/>
          <p:cNvSpPr/>
          <p:nvPr/>
        </p:nvSpPr>
        <p:spPr>
          <a:xfrm>
            <a:off x="1271197" y="5339962"/>
            <a:ext cx="43728" cy="40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33"/>
                </a:moveTo>
                <a:lnTo>
                  <a:pt x="6210" y="487"/>
                </a:lnTo>
                <a:lnTo>
                  <a:pt x="8770" y="124"/>
                </a:lnTo>
                <a:lnTo>
                  <a:pt x="11300" y="0"/>
                </a:lnTo>
                <a:lnTo>
                  <a:pt x="13828" y="77"/>
                </a:lnTo>
                <a:lnTo>
                  <a:pt x="16369" y="317"/>
                </a:lnTo>
                <a:lnTo>
                  <a:pt x="18954" y="684"/>
                </a:lnTo>
                <a:lnTo>
                  <a:pt x="21600" y="1133"/>
                </a:lnTo>
                <a:lnTo>
                  <a:pt x="21492" y="3697"/>
                </a:lnTo>
                <a:lnTo>
                  <a:pt x="21341" y="6195"/>
                </a:lnTo>
                <a:lnTo>
                  <a:pt x="21114" y="8642"/>
                </a:lnTo>
                <a:lnTo>
                  <a:pt x="20794" y="11051"/>
                </a:lnTo>
                <a:lnTo>
                  <a:pt x="20347" y="13426"/>
                </a:lnTo>
                <a:lnTo>
                  <a:pt x="19750" y="15780"/>
                </a:lnTo>
                <a:lnTo>
                  <a:pt x="18979" y="18124"/>
                </a:lnTo>
                <a:lnTo>
                  <a:pt x="18000" y="20467"/>
                </a:lnTo>
                <a:lnTo>
                  <a:pt x="15390" y="21113"/>
                </a:lnTo>
                <a:lnTo>
                  <a:pt x="12830" y="21476"/>
                </a:lnTo>
                <a:lnTo>
                  <a:pt x="10300" y="21600"/>
                </a:lnTo>
                <a:lnTo>
                  <a:pt x="7772" y="21523"/>
                </a:lnTo>
                <a:lnTo>
                  <a:pt x="5231" y="21283"/>
                </a:lnTo>
                <a:lnTo>
                  <a:pt x="2646" y="20916"/>
                </a:lnTo>
                <a:lnTo>
                  <a:pt x="0" y="20467"/>
                </a:lnTo>
                <a:lnTo>
                  <a:pt x="108" y="17903"/>
                </a:lnTo>
                <a:lnTo>
                  <a:pt x="259" y="15405"/>
                </a:lnTo>
                <a:lnTo>
                  <a:pt x="486" y="12958"/>
                </a:lnTo>
                <a:lnTo>
                  <a:pt x="806" y="10549"/>
                </a:lnTo>
                <a:lnTo>
                  <a:pt x="1253" y="8174"/>
                </a:lnTo>
                <a:lnTo>
                  <a:pt x="1850" y="5820"/>
                </a:lnTo>
                <a:lnTo>
                  <a:pt x="2621" y="3476"/>
                </a:lnTo>
                <a:lnTo>
                  <a:pt x="3600" y="1133"/>
                </a:lnTo>
                <a:close/>
              </a:path>
            </a:pathLst>
          </a:custGeom>
          <a:solidFill>
            <a:srgbClr val="929393"/>
          </a:solidFill>
          <a:ln>
            <a:noFill/>
          </a:ln>
        </p:spPr>
        <p:txBody>
          <a:bodyPr/>
          <a:lstStyle/>
          <a:p/>
        </p:txBody>
      </p:sp>
      <p:sp>
        <p:nvSpPr>
          <p:cNvPr id="8929" name="contour_08927"/>
          <p:cNvSpPr/>
          <p:nvPr/>
        </p:nvSpPr>
        <p:spPr>
          <a:xfrm>
            <a:off x="5702296" y="5342098"/>
            <a:ext cx="57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38" y="338"/>
                </a:lnTo>
                <a:lnTo>
                  <a:pt x="6820" y="637"/>
                </a:lnTo>
                <a:lnTo>
                  <a:pt x="9346" y="926"/>
                </a:lnTo>
                <a:lnTo>
                  <a:pt x="11403" y="1231"/>
                </a:lnTo>
                <a:lnTo>
                  <a:pt x="13089" y="1585"/>
                </a:lnTo>
                <a:lnTo>
                  <a:pt x="14488" y="2012"/>
                </a:lnTo>
                <a:lnTo>
                  <a:pt x="15700" y="2541"/>
                </a:lnTo>
                <a:lnTo>
                  <a:pt x="16813" y="3199"/>
                </a:lnTo>
                <a:lnTo>
                  <a:pt x="17920" y="4018"/>
                </a:lnTo>
                <a:lnTo>
                  <a:pt x="19113" y="5022"/>
                </a:lnTo>
                <a:lnTo>
                  <a:pt x="20487" y="6242"/>
                </a:lnTo>
                <a:lnTo>
                  <a:pt x="21129" y="8435"/>
                </a:lnTo>
                <a:lnTo>
                  <a:pt x="21493" y="10400"/>
                </a:lnTo>
                <a:lnTo>
                  <a:pt x="21600" y="12217"/>
                </a:lnTo>
                <a:lnTo>
                  <a:pt x="21482" y="13954"/>
                </a:lnTo>
                <a:lnTo>
                  <a:pt x="21165" y="15687"/>
                </a:lnTo>
                <a:lnTo>
                  <a:pt x="20675" y="17491"/>
                </a:lnTo>
                <a:lnTo>
                  <a:pt x="20038" y="19437"/>
                </a:lnTo>
                <a:lnTo>
                  <a:pt x="19281" y="21600"/>
                </a:lnTo>
                <a:lnTo>
                  <a:pt x="19564" y="20317"/>
                </a:lnTo>
                <a:lnTo>
                  <a:pt x="19851" y="19027"/>
                </a:lnTo>
                <a:lnTo>
                  <a:pt x="20140" y="17717"/>
                </a:lnTo>
                <a:lnTo>
                  <a:pt x="19856" y="16324"/>
                </a:lnTo>
                <a:lnTo>
                  <a:pt x="19570" y="14923"/>
                </a:lnTo>
                <a:lnTo>
                  <a:pt x="19281" y="13500"/>
                </a:lnTo>
                <a:lnTo>
                  <a:pt x="17562" y="13055"/>
                </a:lnTo>
                <a:lnTo>
                  <a:pt x="16309" y="12785"/>
                </a:lnTo>
                <a:lnTo>
                  <a:pt x="14904" y="12574"/>
                </a:lnTo>
                <a:lnTo>
                  <a:pt x="12739" y="12317"/>
                </a:lnTo>
                <a:lnTo>
                  <a:pt x="9916" y="11945"/>
                </a:lnTo>
                <a:lnTo>
                  <a:pt x="7944" y="11599"/>
                </a:lnTo>
                <a:lnTo>
                  <a:pt x="6564" y="11170"/>
                </a:lnTo>
                <a:lnTo>
                  <a:pt x="5514" y="10543"/>
                </a:lnTo>
                <a:lnTo>
                  <a:pt x="4536" y="9609"/>
                </a:lnTo>
                <a:lnTo>
                  <a:pt x="3369" y="8248"/>
                </a:lnTo>
                <a:lnTo>
                  <a:pt x="2595" y="6623"/>
                </a:lnTo>
                <a:lnTo>
                  <a:pt x="1870" y="5000"/>
                </a:lnTo>
                <a:lnTo>
                  <a:pt x="1198" y="3364"/>
                </a:lnTo>
                <a:lnTo>
                  <a:pt x="573" y="1701"/>
                </a:lnTo>
                <a:lnTo>
                  <a:pt x="0" y="0"/>
                </a:lnTo>
                <a:close/>
              </a:path>
            </a:pathLst>
          </a:custGeom>
          <a:solidFill>
            <a:srgbClr val="D0C08F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0" name="contour_08928"/>
          <p:cNvSpPr/>
          <p:nvPr/>
        </p:nvSpPr>
        <p:spPr>
          <a:xfrm>
            <a:off x="4288426" y="5298370"/>
            <a:ext cx="5240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17" y="0"/>
                </a:moveTo>
                <a:lnTo>
                  <a:pt x="13801" y="0"/>
                </a:lnTo>
                <a:lnTo>
                  <a:pt x="15592" y="0"/>
                </a:lnTo>
                <a:lnTo>
                  <a:pt x="17388" y="0"/>
                </a:lnTo>
                <a:lnTo>
                  <a:pt x="19200" y="0"/>
                </a:lnTo>
                <a:lnTo>
                  <a:pt x="21029" y="0"/>
                </a:lnTo>
                <a:lnTo>
                  <a:pt x="21249" y="1895"/>
                </a:lnTo>
                <a:lnTo>
                  <a:pt x="21438" y="3769"/>
                </a:lnTo>
                <a:lnTo>
                  <a:pt x="21564" y="5621"/>
                </a:lnTo>
                <a:lnTo>
                  <a:pt x="21600" y="7452"/>
                </a:lnTo>
                <a:lnTo>
                  <a:pt x="21519" y="9266"/>
                </a:lnTo>
                <a:lnTo>
                  <a:pt x="21294" y="11065"/>
                </a:lnTo>
                <a:lnTo>
                  <a:pt x="20891" y="12852"/>
                </a:lnTo>
                <a:lnTo>
                  <a:pt x="20284" y="14626"/>
                </a:lnTo>
                <a:lnTo>
                  <a:pt x="19446" y="16389"/>
                </a:lnTo>
                <a:lnTo>
                  <a:pt x="18094" y="17798"/>
                </a:lnTo>
                <a:lnTo>
                  <a:pt x="16805" y="18984"/>
                </a:lnTo>
                <a:lnTo>
                  <a:pt x="15447" y="19985"/>
                </a:lnTo>
                <a:lnTo>
                  <a:pt x="13894" y="20844"/>
                </a:lnTo>
                <a:lnTo>
                  <a:pt x="12017" y="21600"/>
                </a:lnTo>
                <a:lnTo>
                  <a:pt x="10103" y="21111"/>
                </a:lnTo>
                <a:lnTo>
                  <a:pt x="8295" y="20515"/>
                </a:lnTo>
                <a:lnTo>
                  <a:pt x="6567" y="19818"/>
                </a:lnTo>
                <a:lnTo>
                  <a:pt x="4897" y="19032"/>
                </a:lnTo>
                <a:lnTo>
                  <a:pt x="3260" y="18160"/>
                </a:lnTo>
                <a:lnTo>
                  <a:pt x="1637" y="17215"/>
                </a:lnTo>
                <a:lnTo>
                  <a:pt x="0" y="16200"/>
                </a:lnTo>
                <a:lnTo>
                  <a:pt x="1784" y="16200"/>
                </a:lnTo>
                <a:lnTo>
                  <a:pt x="3575" y="16200"/>
                </a:lnTo>
                <a:lnTo>
                  <a:pt x="5371" y="16200"/>
                </a:lnTo>
                <a:lnTo>
                  <a:pt x="7183" y="16200"/>
                </a:lnTo>
                <a:lnTo>
                  <a:pt x="9013" y="16200"/>
                </a:lnTo>
                <a:lnTo>
                  <a:pt x="9343" y="14418"/>
                </a:lnTo>
                <a:lnTo>
                  <a:pt x="9673" y="12633"/>
                </a:lnTo>
                <a:lnTo>
                  <a:pt x="10004" y="10849"/>
                </a:lnTo>
                <a:lnTo>
                  <a:pt x="10337" y="9059"/>
                </a:lnTo>
                <a:lnTo>
                  <a:pt x="10671" y="7263"/>
                </a:lnTo>
                <a:lnTo>
                  <a:pt x="11004" y="5459"/>
                </a:lnTo>
                <a:lnTo>
                  <a:pt x="11341" y="3650"/>
                </a:lnTo>
                <a:lnTo>
                  <a:pt x="11677" y="1831"/>
                </a:lnTo>
                <a:lnTo>
                  <a:pt x="12017" y="0"/>
                </a:lnTo>
                <a:close/>
              </a:path>
            </a:pathLst>
          </a:custGeom>
          <a:solidFill>
            <a:srgbClr val="0E0E0D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1" name="contour_08929"/>
          <p:cNvSpPr/>
          <p:nvPr/>
        </p:nvSpPr>
        <p:spPr>
          <a:xfrm>
            <a:off x="9623235" y="5291082"/>
            <a:ext cx="58304" cy="45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098" y="905"/>
                </a:lnTo>
                <a:lnTo>
                  <a:pt x="8224" y="1565"/>
                </a:lnTo>
                <a:lnTo>
                  <a:pt x="9291" y="2308"/>
                </a:lnTo>
                <a:lnTo>
                  <a:pt x="10800" y="3455"/>
                </a:lnTo>
                <a:lnTo>
                  <a:pt x="10130" y="5165"/>
                </a:lnTo>
                <a:lnTo>
                  <a:pt x="9461" y="6882"/>
                </a:lnTo>
                <a:lnTo>
                  <a:pt x="8783" y="8613"/>
                </a:lnTo>
                <a:lnTo>
                  <a:pt x="8100" y="10365"/>
                </a:lnTo>
                <a:lnTo>
                  <a:pt x="10009" y="10365"/>
                </a:lnTo>
                <a:lnTo>
                  <a:pt x="11920" y="10365"/>
                </a:lnTo>
                <a:lnTo>
                  <a:pt x="13838" y="10365"/>
                </a:lnTo>
                <a:lnTo>
                  <a:pt x="15763" y="10365"/>
                </a:lnTo>
                <a:lnTo>
                  <a:pt x="17696" y="10365"/>
                </a:lnTo>
                <a:lnTo>
                  <a:pt x="19640" y="10365"/>
                </a:lnTo>
                <a:lnTo>
                  <a:pt x="21600" y="10365"/>
                </a:lnTo>
                <a:lnTo>
                  <a:pt x="21219" y="12914"/>
                </a:lnTo>
                <a:lnTo>
                  <a:pt x="20890" y="14728"/>
                </a:lnTo>
                <a:lnTo>
                  <a:pt x="20480" y="16304"/>
                </a:lnTo>
                <a:lnTo>
                  <a:pt x="19859" y="18138"/>
                </a:lnTo>
                <a:lnTo>
                  <a:pt x="18900" y="20729"/>
                </a:lnTo>
                <a:lnTo>
                  <a:pt x="16713" y="21220"/>
                </a:lnTo>
                <a:lnTo>
                  <a:pt x="15117" y="21500"/>
                </a:lnTo>
                <a:lnTo>
                  <a:pt x="13657" y="21600"/>
                </a:lnTo>
                <a:lnTo>
                  <a:pt x="11864" y="21548"/>
                </a:lnTo>
                <a:lnTo>
                  <a:pt x="9283" y="21379"/>
                </a:lnTo>
                <a:lnTo>
                  <a:pt x="7549" y="21282"/>
                </a:lnTo>
                <a:lnTo>
                  <a:pt x="5805" y="21189"/>
                </a:lnTo>
                <a:lnTo>
                  <a:pt x="4039" y="21092"/>
                </a:lnTo>
                <a:lnTo>
                  <a:pt x="2705" y="20975"/>
                </a:lnTo>
                <a:lnTo>
                  <a:pt x="1361" y="20854"/>
                </a:lnTo>
                <a:lnTo>
                  <a:pt x="0" y="20729"/>
                </a:lnTo>
                <a:lnTo>
                  <a:pt x="289" y="18622"/>
                </a:lnTo>
                <a:lnTo>
                  <a:pt x="583" y="16518"/>
                </a:lnTo>
                <a:lnTo>
                  <a:pt x="880" y="14410"/>
                </a:lnTo>
                <a:lnTo>
                  <a:pt x="1183" y="12306"/>
                </a:lnTo>
                <a:lnTo>
                  <a:pt x="1512" y="9957"/>
                </a:lnTo>
                <a:lnTo>
                  <a:pt x="1847" y="7570"/>
                </a:lnTo>
                <a:lnTo>
                  <a:pt x="2381" y="5137"/>
                </a:lnTo>
                <a:lnTo>
                  <a:pt x="2930" y="3538"/>
                </a:lnTo>
                <a:lnTo>
                  <a:pt x="3826" y="2063"/>
                </a:lnTo>
                <a:lnTo>
                  <a:pt x="5400" y="0"/>
                </a:lnTo>
                <a:close/>
              </a:path>
            </a:pathLst>
          </a:custGeom>
          <a:solidFill>
            <a:srgbClr val="AE955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2" name="contour_08930"/>
          <p:cNvSpPr/>
          <p:nvPr/>
        </p:nvSpPr>
        <p:spPr>
          <a:xfrm>
            <a:off x="5862632" y="5261930"/>
            <a:ext cx="29152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936"/>
                </a:lnTo>
                <a:lnTo>
                  <a:pt x="21600" y="1872"/>
                </a:lnTo>
                <a:lnTo>
                  <a:pt x="21600" y="2809"/>
                </a:lnTo>
                <a:lnTo>
                  <a:pt x="21600" y="3748"/>
                </a:lnTo>
                <a:lnTo>
                  <a:pt x="21600" y="4690"/>
                </a:lnTo>
                <a:lnTo>
                  <a:pt x="21600" y="5634"/>
                </a:lnTo>
                <a:lnTo>
                  <a:pt x="21600" y="6581"/>
                </a:lnTo>
                <a:lnTo>
                  <a:pt x="21600" y="7533"/>
                </a:lnTo>
                <a:lnTo>
                  <a:pt x="21600" y="8489"/>
                </a:lnTo>
                <a:lnTo>
                  <a:pt x="21600" y="9450"/>
                </a:lnTo>
                <a:lnTo>
                  <a:pt x="18031" y="9450"/>
                </a:lnTo>
                <a:lnTo>
                  <a:pt x="14440" y="9450"/>
                </a:lnTo>
                <a:lnTo>
                  <a:pt x="10800" y="9450"/>
                </a:lnTo>
                <a:lnTo>
                  <a:pt x="10390" y="10375"/>
                </a:lnTo>
                <a:lnTo>
                  <a:pt x="9979" y="11301"/>
                </a:lnTo>
                <a:lnTo>
                  <a:pt x="9563" y="12227"/>
                </a:lnTo>
                <a:lnTo>
                  <a:pt x="9153" y="13154"/>
                </a:lnTo>
                <a:lnTo>
                  <a:pt x="8743" y="14083"/>
                </a:lnTo>
                <a:lnTo>
                  <a:pt x="8327" y="15013"/>
                </a:lnTo>
                <a:lnTo>
                  <a:pt x="7911" y="15946"/>
                </a:lnTo>
                <a:lnTo>
                  <a:pt x="7495" y="16880"/>
                </a:lnTo>
                <a:lnTo>
                  <a:pt x="7079" y="17817"/>
                </a:lnTo>
                <a:lnTo>
                  <a:pt x="6664" y="18758"/>
                </a:lnTo>
                <a:lnTo>
                  <a:pt x="6242" y="19702"/>
                </a:lnTo>
                <a:lnTo>
                  <a:pt x="5821" y="20648"/>
                </a:lnTo>
                <a:lnTo>
                  <a:pt x="5400" y="21600"/>
                </a:lnTo>
                <a:lnTo>
                  <a:pt x="2722" y="21600"/>
                </a:lnTo>
                <a:lnTo>
                  <a:pt x="0" y="21600"/>
                </a:lnTo>
                <a:lnTo>
                  <a:pt x="254" y="20737"/>
                </a:lnTo>
                <a:lnTo>
                  <a:pt x="508" y="19875"/>
                </a:lnTo>
                <a:lnTo>
                  <a:pt x="767" y="19012"/>
                </a:lnTo>
                <a:lnTo>
                  <a:pt x="1031" y="18149"/>
                </a:lnTo>
                <a:lnTo>
                  <a:pt x="1296" y="17287"/>
                </a:lnTo>
                <a:lnTo>
                  <a:pt x="1561" y="16424"/>
                </a:lnTo>
                <a:lnTo>
                  <a:pt x="1825" y="15561"/>
                </a:lnTo>
                <a:lnTo>
                  <a:pt x="2095" y="14700"/>
                </a:lnTo>
                <a:lnTo>
                  <a:pt x="2365" y="13838"/>
                </a:lnTo>
                <a:lnTo>
                  <a:pt x="2576" y="13109"/>
                </a:lnTo>
                <a:lnTo>
                  <a:pt x="2792" y="12375"/>
                </a:lnTo>
                <a:lnTo>
                  <a:pt x="3008" y="11633"/>
                </a:lnTo>
                <a:lnTo>
                  <a:pt x="3553" y="9910"/>
                </a:lnTo>
                <a:lnTo>
                  <a:pt x="4034" y="8443"/>
                </a:lnTo>
                <a:lnTo>
                  <a:pt x="4466" y="7198"/>
                </a:lnTo>
                <a:lnTo>
                  <a:pt x="4865" y="6144"/>
                </a:lnTo>
                <a:lnTo>
                  <a:pt x="5265" y="5249"/>
                </a:lnTo>
                <a:lnTo>
                  <a:pt x="5681" y="4481"/>
                </a:lnTo>
                <a:lnTo>
                  <a:pt x="6129" y="3808"/>
                </a:lnTo>
                <a:lnTo>
                  <a:pt x="6637" y="3200"/>
                </a:lnTo>
                <a:lnTo>
                  <a:pt x="7225" y="2623"/>
                </a:lnTo>
                <a:lnTo>
                  <a:pt x="7916" y="2047"/>
                </a:lnTo>
                <a:lnTo>
                  <a:pt x="8726" y="1438"/>
                </a:lnTo>
                <a:lnTo>
                  <a:pt x="9682" y="767"/>
                </a:lnTo>
                <a:lnTo>
                  <a:pt x="10800" y="0"/>
                </a:lnTo>
                <a:close/>
              </a:path>
            </a:pathLst>
          </a:custGeom>
          <a:solidFill>
            <a:srgbClr val="B5CC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3" name="contour_08931"/>
          <p:cNvSpPr/>
          <p:nvPr/>
        </p:nvSpPr>
        <p:spPr>
          <a:xfrm>
            <a:off x="1444003" y="5269218"/>
            <a:ext cx="4583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3" y="0"/>
                </a:moveTo>
                <a:lnTo>
                  <a:pt x="3259" y="0"/>
                </a:lnTo>
                <a:lnTo>
                  <a:pt x="5530" y="0"/>
                </a:lnTo>
                <a:lnTo>
                  <a:pt x="7800" y="0"/>
                </a:lnTo>
                <a:lnTo>
                  <a:pt x="10077" y="0"/>
                </a:lnTo>
                <a:lnTo>
                  <a:pt x="12361" y="0"/>
                </a:lnTo>
                <a:lnTo>
                  <a:pt x="14655" y="0"/>
                </a:lnTo>
                <a:lnTo>
                  <a:pt x="16956" y="0"/>
                </a:lnTo>
                <a:lnTo>
                  <a:pt x="19271" y="0"/>
                </a:lnTo>
                <a:lnTo>
                  <a:pt x="21600" y="0"/>
                </a:lnTo>
                <a:lnTo>
                  <a:pt x="21174" y="2674"/>
                </a:lnTo>
                <a:lnTo>
                  <a:pt x="20748" y="5348"/>
                </a:lnTo>
                <a:lnTo>
                  <a:pt x="20322" y="8031"/>
                </a:lnTo>
                <a:lnTo>
                  <a:pt x="19896" y="10718"/>
                </a:lnTo>
                <a:lnTo>
                  <a:pt x="19467" y="13418"/>
                </a:lnTo>
                <a:lnTo>
                  <a:pt x="19034" y="16131"/>
                </a:lnTo>
                <a:lnTo>
                  <a:pt x="18602" y="18857"/>
                </a:lnTo>
                <a:lnTo>
                  <a:pt x="18165" y="21600"/>
                </a:lnTo>
                <a:lnTo>
                  <a:pt x="14161" y="21095"/>
                </a:lnTo>
                <a:lnTo>
                  <a:pt x="11090" y="20676"/>
                </a:lnTo>
                <a:lnTo>
                  <a:pt x="8751" y="20304"/>
                </a:lnTo>
                <a:lnTo>
                  <a:pt x="6945" y="19920"/>
                </a:lnTo>
                <a:lnTo>
                  <a:pt x="5464" y="19475"/>
                </a:lnTo>
                <a:lnTo>
                  <a:pt x="4115" y="18922"/>
                </a:lnTo>
                <a:lnTo>
                  <a:pt x="2689" y="18209"/>
                </a:lnTo>
                <a:lnTo>
                  <a:pt x="993" y="17280"/>
                </a:lnTo>
                <a:lnTo>
                  <a:pt x="319" y="14252"/>
                </a:lnTo>
                <a:lnTo>
                  <a:pt x="14" y="11478"/>
                </a:lnTo>
                <a:lnTo>
                  <a:pt x="0" y="8813"/>
                </a:lnTo>
                <a:lnTo>
                  <a:pt x="210" y="6108"/>
                </a:lnTo>
                <a:lnTo>
                  <a:pt x="563" y="3218"/>
                </a:lnTo>
                <a:lnTo>
                  <a:pt x="993" y="0"/>
                </a:lnTo>
                <a:close/>
              </a:path>
            </a:pathLst>
          </a:custGeom>
          <a:solidFill>
            <a:srgbClr val="F1E0B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4" name="contour_08932"/>
          <p:cNvSpPr/>
          <p:nvPr/>
        </p:nvSpPr>
        <p:spPr>
          <a:xfrm>
            <a:off x="1053775" y="5196338"/>
            <a:ext cx="35223" cy="109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61" y="0"/>
                </a:moveTo>
                <a:lnTo>
                  <a:pt x="15464" y="268"/>
                </a:lnTo>
                <a:lnTo>
                  <a:pt x="17327" y="507"/>
                </a:lnTo>
                <a:lnTo>
                  <a:pt x="19093" y="850"/>
                </a:lnTo>
                <a:lnTo>
                  <a:pt x="21600" y="1433"/>
                </a:lnTo>
                <a:lnTo>
                  <a:pt x="20974" y="2420"/>
                </a:lnTo>
                <a:lnTo>
                  <a:pt x="20442" y="3146"/>
                </a:lnTo>
                <a:lnTo>
                  <a:pt x="19803" y="3826"/>
                </a:lnTo>
                <a:lnTo>
                  <a:pt x="18860" y="4676"/>
                </a:lnTo>
                <a:lnTo>
                  <a:pt x="17408" y="5909"/>
                </a:lnTo>
                <a:lnTo>
                  <a:pt x="16416" y="6952"/>
                </a:lnTo>
                <a:lnTo>
                  <a:pt x="15580" y="7964"/>
                </a:lnTo>
                <a:lnTo>
                  <a:pt x="14901" y="8948"/>
                </a:lnTo>
                <a:lnTo>
                  <a:pt x="14369" y="9909"/>
                </a:lnTo>
                <a:lnTo>
                  <a:pt x="13975" y="10853"/>
                </a:lnTo>
                <a:lnTo>
                  <a:pt x="13721" y="11784"/>
                </a:lnTo>
                <a:lnTo>
                  <a:pt x="13591" y="12708"/>
                </a:lnTo>
                <a:lnTo>
                  <a:pt x="13582" y="13629"/>
                </a:lnTo>
                <a:lnTo>
                  <a:pt x="13689" y="14553"/>
                </a:lnTo>
                <a:lnTo>
                  <a:pt x="13904" y="15483"/>
                </a:lnTo>
                <a:lnTo>
                  <a:pt x="14226" y="16426"/>
                </a:lnTo>
                <a:lnTo>
                  <a:pt x="14637" y="17385"/>
                </a:lnTo>
                <a:lnTo>
                  <a:pt x="15142" y="18365"/>
                </a:lnTo>
                <a:lnTo>
                  <a:pt x="15732" y="19374"/>
                </a:lnTo>
                <a:lnTo>
                  <a:pt x="16393" y="20412"/>
                </a:lnTo>
                <a:lnTo>
                  <a:pt x="17131" y="21488"/>
                </a:lnTo>
                <a:lnTo>
                  <a:pt x="13908" y="21563"/>
                </a:lnTo>
                <a:lnTo>
                  <a:pt x="11598" y="21600"/>
                </a:lnTo>
                <a:lnTo>
                  <a:pt x="9560" y="21600"/>
                </a:lnTo>
                <a:lnTo>
                  <a:pt x="7151" y="21563"/>
                </a:lnTo>
                <a:lnTo>
                  <a:pt x="3723" y="21488"/>
                </a:lnTo>
                <a:lnTo>
                  <a:pt x="2458" y="20461"/>
                </a:lnTo>
                <a:lnTo>
                  <a:pt x="1470" y="19476"/>
                </a:lnTo>
                <a:lnTo>
                  <a:pt x="742" y="18526"/>
                </a:lnTo>
                <a:lnTo>
                  <a:pt x="264" y="17599"/>
                </a:lnTo>
                <a:lnTo>
                  <a:pt x="22" y="16691"/>
                </a:lnTo>
                <a:lnTo>
                  <a:pt x="0" y="15788"/>
                </a:lnTo>
                <a:lnTo>
                  <a:pt x="183" y="14884"/>
                </a:lnTo>
                <a:lnTo>
                  <a:pt x="559" y="13970"/>
                </a:lnTo>
                <a:lnTo>
                  <a:pt x="1117" y="13036"/>
                </a:lnTo>
                <a:lnTo>
                  <a:pt x="1837" y="12074"/>
                </a:lnTo>
                <a:lnTo>
                  <a:pt x="2713" y="11074"/>
                </a:lnTo>
                <a:lnTo>
                  <a:pt x="3723" y="10028"/>
                </a:lnTo>
                <a:lnTo>
                  <a:pt x="4429" y="9233"/>
                </a:lnTo>
                <a:lnTo>
                  <a:pt x="5135" y="8438"/>
                </a:lnTo>
                <a:lnTo>
                  <a:pt x="5841" y="7643"/>
                </a:lnTo>
                <a:lnTo>
                  <a:pt x="6543" y="6846"/>
                </a:lnTo>
                <a:lnTo>
                  <a:pt x="7245" y="6051"/>
                </a:lnTo>
                <a:lnTo>
                  <a:pt x="8009" y="5186"/>
                </a:lnTo>
                <a:lnTo>
                  <a:pt x="8778" y="4321"/>
                </a:lnTo>
                <a:lnTo>
                  <a:pt x="9551" y="3457"/>
                </a:lnTo>
                <a:lnTo>
                  <a:pt x="10324" y="2591"/>
                </a:lnTo>
                <a:lnTo>
                  <a:pt x="11102" y="1728"/>
                </a:lnTo>
                <a:lnTo>
                  <a:pt x="11884" y="864"/>
                </a:lnTo>
                <a:lnTo>
                  <a:pt x="12661" y="0"/>
                </a:lnTo>
                <a:close/>
              </a:path>
            </a:pathLst>
          </a:custGeom>
          <a:solidFill>
            <a:srgbClr val="30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5" name="contour_08933"/>
          <p:cNvSpPr/>
          <p:nvPr/>
        </p:nvSpPr>
        <p:spPr>
          <a:xfrm>
            <a:off x="11015242" y="5254642"/>
            <a:ext cx="65592" cy="449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297" y="0"/>
                </a:lnTo>
                <a:lnTo>
                  <a:pt x="12996" y="0"/>
                </a:lnTo>
                <a:lnTo>
                  <a:pt x="14700" y="0"/>
                </a:lnTo>
                <a:lnTo>
                  <a:pt x="16411" y="0"/>
                </a:lnTo>
                <a:lnTo>
                  <a:pt x="18130" y="0"/>
                </a:lnTo>
                <a:lnTo>
                  <a:pt x="19858" y="0"/>
                </a:lnTo>
                <a:lnTo>
                  <a:pt x="21600" y="0"/>
                </a:lnTo>
                <a:lnTo>
                  <a:pt x="21024" y="4178"/>
                </a:lnTo>
                <a:lnTo>
                  <a:pt x="20530" y="7558"/>
                </a:lnTo>
                <a:lnTo>
                  <a:pt x="20076" y="10266"/>
                </a:lnTo>
                <a:lnTo>
                  <a:pt x="19620" y="12427"/>
                </a:lnTo>
                <a:lnTo>
                  <a:pt x="19118" y="14171"/>
                </a:lnTo>
                <a:lnTo>
                  <a:pt x="18526" y="15621"/>
                </a:lnTo>
                <a:lnTo>
                  <a:pt x="17801" y="16907"/>
                </a:lnTo>
                <a:lnTo>
                  <a:pt x="16901" y="18150"/>
                </a:lnTo>
                <a:lnTo>
                  <a:pt x="15782" y="19477"/>
                </a:lnTo>
                <a:lnTo>
                  <a:pt x="14400" y="21015"/>
                </a:lnTo>
                <a:lnTo>
                  <a:pt x="12602" y="21348"/>
                </a:lnTo>
                <a:lnTo>
                  <a:pt x="11314" y="21533"/>
                </a:lnTo>
                <a:lnTo>
                  <a:pt x="10174" y="21600"/>
                </a:lnTo>
                <a:lnTo>
                  <a:pt x="8822" y="21568"/>
                </a:lnTo>
                <a:lnTo>
                  <a:pt x="6900" y="21453"/>
                </a:lnTo>
                <a:lnTo>
                  <a:pt x="5604" y="21390"/>
                </a:lnTo>
                <a:lnTo>
                  <a:pt x="4301" y="21327"/>
                </a:lnTo>
                <a:lnTo>
                  <a:pt x="2981" y="21260"/>
                </a:lnTo>
                <a:lnTo>
                  <a:pt x="2239" y="21201"/>
                </a:lnTo>
                <a:lnTo>
                  <a:pt x="0" y="21015"/>
                </a:lnTo>
                <a:lnTo>
                  <a:pt x="521" y="20977"/>
                </a:lnTo>
                <a:lnTo>
                  <a:pt x="2100" y="20864"/>
                </a:lnTo>
                <a:lnTo>
                  <a:pt x="3768" y="20525"/>
                </a:lnTo>
                <a:lnTo>
                  <a:pt x="5285" y="20108"/>
                </a:lnTo>
                <a:lnTo>
                  <a:pt x="6713" y="19530"/>
                </a:lnTo>
                <a:lnTo>
                  <a:pt x="8129" y="18693"/>
                </a:lnTo>
                <a:lnTo>
                  <a:pt x="9600" y="17513"/>
                </a:lnTo>
                <a:lnTo>
                  <a:pt x="9924" y="14928"/>
                </a:lnTo>
                <a:lnTo>
                  <a:pt x="10097" y="12455"/>
                </a:lnTo>
                <a:lnTo>
                  <a:pt x="10145" y="10042"/>
                </a:lnTo>
                <a:lnTo>
                  <a:pt x="10092" y="7642"/>
                </a:lnTo>
                <a:lnTo>
                  <a:pt x="9965" y="5201"/>
                </a:lnTo>
                <a:lnTo>
                  <a:pt x="9792" y="2669"/>
                </a:lnTo>
                <a:lnTo>
                  <a:pt x="9600" y="0"/>
                </a:lnTo>
                <a:close/>
              </a:path>
            </a:pathLst>
          </a:custGeom>
          <a:solidFill>
            <a:srgbClr val="53496E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6" name="contour_08934"/>
          <p:cNvSpPr/>
          <p:nvPr/>
        </p:nvSpPr>
        <p:spPr>
          <a:xfrm>
            <a:off x="8639014" y="5210914"/>
            <a:ext cx="36782" cy="52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062"/>
                </a:lnTo>
                <a:lnTo>
                  <a:pt x="21600" y="4127"/>
                </a:lnTo>
                <a:lnTo>
                  <a:pt x="21600" y="6191"/>
                </a:lnTo>
                <a:lnTo>
                  <a:pt x="21600" y="8259"/>
                </a:lnTo>
                <a:lnTo>
                  <a:pt x="21600" y="10336"/>
                </a:lnTo>
                <a:lnTo>
                  <a:pt x="21600" y="12416"/>
                </a:lnTo>
                <a:lnTo>
                  <a:pt x="21600" y="14504"/>
                </a:lnTo>
                <a:lnTo>
                  <a:pt x="21600" y="16602"/>
                </a:lnTo>
                <a:lnTo>
                  <a:pt x="21600" y="18708"/>
                </a:lnTo>
                <a:lnTo>
                  <a:pt x="21600" y="20826"/>
                </a:lnTo>
                <a:lnTo>
                  <a:pt x="16742" y="21255"/>
                </a:lnTo>
                <a:lnTo>
                  <a:pt x="13319" y="21514"/>
                </a:lnTo>
                <a:lnTo>
                  <a:pt x="10858" y="21600"/>
                </a:lnTo>
                <a:lnTo>
                  <a:pt x="8881" y="21514"/>
                </a:lnTo>
                <a:lnTo>
                  <a:pt x="6916" y="21255"/>
                </a:lnTo>
                <a:lnTo>
                  <a:pt x="4481" y="20826"/>
                </a:lnTo>
                <a:lnTo>
                  <a:pt x="2692" y="18958"/>
                </a:lnTo>
                <a:lnTo>
                  <a:pt x="1395" y="17101"/>
                </a:lnTo>
                <a:lnTo>
                  <a:pt x="548" y="15209"/>
                </a:lnTo>
                <a:lnTo>
                  <a:pt x="98" y="13246"/>
                </a:lnTo>
                <a:lnTo>
                  <a:pt x="0" y="11166"/>
                </a:lnTo>
                <a:lnTo>
                  <a:pt x="201" y="8926"/>
                </a:lnTo>
                <a:lnTo>
                  <a:pt x="2029" y="6894"/>
                </a:lnTo>
                <a:lnTo>
                  <a:pt x="3869" y="5156"/>
                </a:lnTo>
                <a:lnTo>
                  <a:pt x="5773" y="3701"/>
                </a:lnTo>
                <a:lnTo>
                  <a:pt x="7798" y="2508"/>
                </a:lnTo>
                <a:lnTo>
                  <a:pt x="9998" y="1565"/>
                </a:lnTo>
                <a:lnTo>
                  <a:pt x="12420" y="857"/>
                </a:lnTo>
                <a:lnTo>
                  <a:pt x="15129" y="372"/>
                </a:lnTo>
                <a:lnTo>
                  <a:pt x="18168" y="89"/>
                </a:lnTo>
                <a:lnTo>
                  <a:pt x="21600" y="0"/>
                </a:lnTo>
                <a:close/>
              </a:path>
            </a:pathLst>
          </a:custGeom>
          <a:solidFill>
            <a:srgbClr val="8B8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7" name="contour_08935"/>
          <p:cNvSpPr/>
          <p:nvPr/>
        </p:nvSpPr>
        <p:spPr>
          <a:xfrm>
            <a:off x="4157242" y="5210914"/>
            <a:ext cx="87456" cy="28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600" y="3281"/>
                </a:lnTo>
                <a:lnTo>
                  <a:pt x="21600" y="6572"/>
                </a:lnTo>
                <a:lnTo>
                  <a:pt x="21600" y="9875"/>
                </a:lnTo>
                <a:lnTo>
                  <a:pt x="21600" y="13205"/>
                </a:lnTo>
                <a:lnTo>
                  <a:pt x="21600" y="16569"/>
                </a:lnTo>
                <a:lnTo>
                  <a:pt x="20290" y="18259"/>
                </a:lnTo>
                <a:lnTo>
                  <a:pt x="19055" y="19612"/>
                </a:lnTo>
                <a:lnTo>
                  <a:pt x="17872" y="20622"/>
                </a:lnTo>
                <a:lnTo>
                  <a:pt x="16717" y="21285"/>
                </a:lnTo>
                <a:lnTo>
                  <a:pt x="15566" y="21600"/>
                </a:lnTo>
                <a:lnTo>
                  <a:pt x="14396" y="21550"/>
                </a:lnTo>
                <a:lnTo>
                  <a:pt x="13187" y="21142"/>
                </a:lnTo>
                <a:lnTo>
                  <a:pt x="11911" y="20363"/>
                </a:lnTo>
                <a:lnTo>
                  <a:pt x="10546" y="19203"/>
                </a:lnTo>
                <a:lnTo>
                  <a:pt x="9594" y="18060"/>
                </a:lnTo>
                <a:lnTo>
                  <a:pt x="8644" y="16895"/>
                </a:lnTo>
                <a:lnTo>
                  <a:pt x="7695" y="15707"/>
                </a:lnTo>
                <a:lnTo>
                  <a:pt x="6750" y="14498"/>
                </a:lnTo>
                <a:lnTo>
                  <a:pt x="5765" y="13343"/>
                </a:lnTo>
                <a:lnTo>
                  <a:pt x="4766" y="12167"/>
                </a:lnTo>
                <a:lnTo>
                  <a:pt x="3800" y="10941"/>
                </a:lnTo>
                <a:lnTo>
                  <a:pt x="2840" y="9648"/>
                </a:lnTo>
                <a:lnTo>
                  <a:pt x="1888" y="8312"/>
                </a:lnTo>
                <a:lnTo>
                  <a:pt x="941" y="6931"/>
                </a:lnTo>
                <a:lnTo>
                  <a:pt x="0" y="5523"/>
                </a:lnTo>
                <a:lnTo>
                  <a:pt x="0" y="2784"/>
                </a:lnTo>
                <a:lnTo>
                  <a:pt x="0" y="0"/>
                </a:lnTo>
                <a:close/>
              </a:path>
            </a:pathLst>
          </a:custGeom>
          <a:solidFill>
            <a:srgbClr val="28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8" name="contour_08936"/>
          <p:cNvSpPr/>
          <p:nvPr/>
        </p:nvSpPr>
        <p:spPr>
          <a:xfrm>
            <a:off x="11365065" y="5159898"/>
            <a:ext cx="8115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19" y="0"/>
                </a:moveTo>
                <a:lnTo>
                  <a:pt x="16962" y="379"/>
                </a:lnTo>
                <a:lnTo>
                  <a:pt x="17986" y="694"/>
                </a:lnTo>
                <a:lnTo>
                  <a:pt x="18871" y="1058"/>
                </a:lnTo>
                <a:lnTo>
                  <a:pt x="19895" y="1589"/>
                </a:lnTo>
                <a:lnTo>
                  <a:pt x="21338" y="2400"/>
                </a:lnTo>
                <a:lnTo>
                  <a:pt x="21513" y="4258"/>
                </a:lnTo>
                <a:lnTo>
                  <a:pt x="21600" y="5561"/>
                </a:lnTo>
                <a:lnTo>
                  <a:pt x="21600" y="6655"/>
                </a:lnTo>
                <a:lnTo>
                  <a:pt x="21513" y="7886"/>
                </a:lnTo>
                <a:lnTo>
                  <a:pt x="21338" y="9600"/>
                </a:lnTo>
                <a:lnTo>
                  <a:pt x="20056" y="9600"/>
                </a:lnTo>
                <a:lnTo>
                  <a:pt x="18766" y="9600"/>
                </a:lnTo>
                <a:lnTo>
                  <a:pt x="17458" y="9600"/>
                </a:lnTo>
                <a:lnTo>
                  <a:pt x="17843" y="11026"/>
                </a:lnTo>
                <a:lnTo>
                  <a:pt x="18229" y="12456"/>
                </a:lnTo>
                <a:lnTo>
                  <a:pt x="18615" y="13891"/>
                </a:lnTo>
                <a:lnTo>
                  <a:pt x="19005" y="15338"/>
                </a:lnTo>
                <a:lnTo>
                  <a:pt x="19398" y="16800"/>
                </a:lnTo>
                <a:lnTo>
                  <a:pt x="18130" y="17515"/>
                </a:lnTo>
                <a:lnTo>
                  <a:pt x="16869" y="18197"/>
                </a:lnTo>
                <a:lnTo>
                  <a:pt x="15610" y="18842"/>
                </a:lnTo>
                <a:lnTo>
                  <a:pt x="14347" y="19442"/>
                </a:lnTo>
                <a:lnTo>
                  <a:pt x="13074" y="19992"/>
                </a:lnTo>
                <a:lnTo>
                  <a:pt x="11784" y="20489"/>
                </a:lnTo>
                <a:lnTo>
                  <a:pt x="10473" y="20926"/>
                </a:lnTo>
                <a:lnTo>
                  <a:pt x="9133" y="21298"/>
                </a:lnTo>
                <a:lnTo>
                  <a:pt x="7759" y="21600"/>
                </a:lnTo>
                <a:lnTo>
                  <a:pt x="6434" y="20844"/>
                </a:lnTo>
                <a:lnTo>
                  <a:pt x="5218" y="20002"/>
                </a:lnTo>
                <a:lnTo>
                  <a:pt x="4087" y="19070"/>
                </a:lnTo>
                <a:lnTo>
                  <a:pt x="3020" y="18046"/>
                </a:lnTo>
                <a:lnTo>
                  <a:pt x="2000" y="16927"/>
                </a:lnTo>
                <a:lnTo>
                  <a:pt x="999" y="15713"/>
                </a:lnTo>
                <a:lnTo>
                  <a:pt x="0" y="14400"/>
                </a:lnTo>
                <a:lnTo>
                  <a:pt x="958" y="14165"/>
                </a:lnTo>
                <a:lnTo>
                  <a:pt x="1924" y="13927"/>
                </a:lnTo>
                <a:lnTo>
                  <a:pt x="2902" y="13687"/>
                </a:lnTo>
                <a:lnTo>
                  <a:pt x="5622" y="12898"/>
                </a:lnTo>
                <a:lnTo>
                  <a:pt x="7814" y="12245"/>
                </a:lnTo>
                <a:lnTo>
                  <a:pt x="9546" y="11686"/>
                </a:lnTo>
                <a:lnTo>
                  <a:pt x="10892" y="11182"/>
                </a:lnTo>
                <a:lnTo>
                  <a:pt x="11926" y="10697"/>
                </a:lnTo>
                <a:lnTo>
                  <a:pt x="12719" y="10188"/>
                </a:lnTo>
                <a:lnTo>
                  <a:pt x="13342" y="9619"/>
                </a:lnTo>
                <a:lnTo>
                  <a:pt x="13866" y="8947"/>
                </a:lnTo>
                <a:lnTo>
                  <a:pt x="14366" y="8136"/>
                </a:lnTo>
                <a:lnTo>
                  <a:pt x="14913" y="7145"/>
                </a:lnTo>
                <a:lnTo>
                  <a:pt x="15150" y="5818"/>
                </a:lnTo>
                <a:lnTo>
                  <a:pt x="15301" y="4783"/>
                </a:lnTo>
                <a:lnTo>
                  <a:pt x="15393" y="3698"/>
                </a:lnTo>
                <a:lnTo>
                  <a:pt x="15457" y="2218"/>
                </a:lnTo>
                <a:lnTo>
                  <a:pt x="15519" y="0"/>
                </a:lnTo>
                <a:close/>
              </a:path>
            </a:pathLst>
          </a:custGeom>
          <a:solidFill>
            <a:srgbClr val="E5E4DF"/>
          </a:solidFill>
          <a:ln>
            <a:noFill/>
          </a:ln>
        </p:spPr>
        <p:txBody>
          <a:bodyPr/>
          <a:lstStyle/>
          <a:p/>
        </p:txBody>
      </p:sp>
      <p:sp>
        <p:nvSpPr>
          <p:cNvPr id="8939" name="contour_08937"/>
          <p:cNvSpPr/>
          <p:nvPr/>
        </p:nvSpPr>
        <p:spPr>
          <a:xfrm>
            <a:off x="731886" y="5181762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280" y="1188"/>
                </a:lnTo>
                <a:lnTo>
                  <a:pt x="20045" y="2381"/>
                </a:lnTo>
                <a:lnTo>
                  <a:pt x="20819" y="3583"/>
                </a:lnTo>
                <a:lnTo>
                  <a:pt x="21600" y="4800"/>
                </a:lnTo>
                <a:lnTo>
                  <a:pt x="19767" y="4800"/>
                </a:lnTo>
                <a:lnTo>
                  <a:pt x="17928" y="4800"/>
                </a:lnTo>
                <a:lnTo>
                  <a:pt x="16083" y="4800"/>
                </a:lnTo>
                <a:lnTo>
                  <a:pt x="14222" y="4800"/>
                </a:lnTo>
                <a:lnTo>
                  <a:pt x="12343" y="4800"/>
                </a:lnTo>
                <a:lnTo>
                  <a:pt x="13426" y="5791"/>
                </a:lnTo>
                <a:lnTo>
                  <a:pt x="14515" y="6790"/>
                </a:lnTo>
                <a:lnTo>
                  <a:pt x="15620" y="7800"/>
                </a:lnTo>
                <a:lnTo>
                  <a:pt x="16916" y="9727"/>
                </a:lnTo>
                <a:lnTo>
                  <a:pt x="17764" y="11218"/>
                </a:lnTo>
                <a:lnTo>
                  <a:pt x="18203" y="12494"/>
                </a:lnTo>
                <a:lnTo>
                  <a:pt x="18258" y="13776"/>
                </a:lnTo>
                <a:lnTo>
                  <a:pt x="17965" y="15288"/>
                </a:lnTo>
                <a:lnTo>
                  <a:pt x="17357" y="17251"/>
                </a:lnTo>
                <a:lnTo>
                  <a:pt x="16721" y="18689"/>
                </a:lnTo>
                <a:lnTo>
                  <a:pt x="16080" y="20134"/>
                </a:lnTo>
                <a:lnTo>
                  <a:pt x="15429" y="21600"/>
                </a:lnTo>
                <a:lnTo>
                  <a:pt x="13133" y="21293"/>
                </a:lnTo>
                <a:lnTo>
                  <a:pt x="11504" y="21014"/>
                </a:lnTo>
                <a:lnTo>
                  <a:pt x="10096" y="20650"/>
                </a:lnTo>
                <a:lnTo>
                  <a:pt x="8467" y="20083"/>
                </a:lnTo>
                <a:lnTo>
                  <a:pt x="6171" y="19200"/>
                </a:lnTo>
                <a:lnTo>
                  <a:pt x="5977" y="17690"/>
                </a:lnTo>
                <a:lnTo>
                  <a:pt x="5934" y="16238"/>
                </a:lnTo>
                <a:lnTo>
                  <a:pt x="6014" y="14806"/>
                </a:lnTo>
                <a:lnTo>
                  <a:pt x="6193" y="13356"/>
                </a:lnTo>
                <a:lnTo>
                  <a:pt x="6449" y="11851"/>
                </a:lnTo>
                <a:lnTo>
                  <a:pt x="6310" y="10733"/>
                </a:lnTo>
                <a:lnTo>
                  <a:pt x="6171" y="9600"/>
                </a:lnTo>
                <a:lnTo>
                  <a:pt x="4644" y="9005"/>
                </a:lnTo>
                <a:lnTo>
                  <a:pt x="3107" y="8410"/>
                </a:lnTo>
                <a:lnTo>
                  <a:pt x="1564" y="7807"/>
                </a:lnTo>
                <a:lnTo>
                  <a:pt x="0" y="7200"/>
                </a:lnTo>
                <a:lnTo>
                  <a:pt x="1833" y="6487"/>
                </a:lnTo>
                <a:lnTo>
                  <a:pt x="3666" y="5774"/>
                </a:lnTo>
                <a:lnTo>
                  <a:pt x="5505" y="5059"/>
                </a:lnTo>
                <a:lnTo>
                  <a:pt x="7344" y="4344"/>
                </a:lnTo>
                <a:lnTo>
                  <a:pt x="9189" y="3626"/>
                </a:lnTo>
                <a:lnTo>
                  <a:pt x="11038" y="2909"/>
                </a:lnTo>
                <a:lnTo>
                  <a:pt x="12895" y="2186"/>
                </a:lnTo>
                <a:lnTo>
                  <a:pt x="14759" y="1462"/>
                </a:lnTo>
                <a:lnTo>
                  <a:pt x="16632" y="732"/>
                </a:lnTo>
                <a:lnTo>
                  <a:pt x="18514" y="0"/>
                </a:lnTo>
                <a:close/>
              </a:path>
            </a:pathLst>
          </a:custGeom>
          <a:solidFill>
            <a:srgbClr val="4948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0" name="contour_08938"/>
          <p:cNvSpPr/>
          <p:nvPr/>
        </p:nvSpPr>
        <p:spPr>
          <a:xfrm>
            <a:off x="9863739" y="5159898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856" y="1337"/>
                </a:lnTo>
                <a:lnTo>
                  <a:pt x="5391" y="2678"/>
                </a:lnTo>
                <a:lnTo>
                  <a:pt x="5934" y="4031"/>
                </a:lnTo>
                <a:lnTo>
                  <a:pt x="6480" y="5400"/>
                </a:lnTo>
                <a:lnTo>
                  <a:pt x="7703" y="4636"/>
                </a:lnTo>
                <a:lnTo>
                  <a:pt x="8925" y="3872"/>
                </a:lnTo>
                <a:lnTo>
                  <a:pt x="10152" y="3105"/>
                </a:lnTo>
                <a:lnTo>
                  <a:pt x="11383" y="2336"/>
                </a:lnTo>
                <a:lnTo>
                  <a:pt x="12621" y="1561"/>
                </a:lnTo>
                <a:lnTo>
                  <a:pt x="13865" y="783"/>
                </a:lnTo>
                <a:lnTo>
                  <a:pt x="15120" y="0"/>
                </a:lnTo>
                <a:lnTo>
                  <a:pt x="15388" y="1728"/>
                </a:lnTo>
                <a:lnTo>
                  <a:pt x="15656" y="3469"/>
                </a:lnTo>
                <a:lnTo>
                  <a:pt x="15930" y="5233"/>
                </a:lnTo>
                <a:lnTo>
                  <a:pt x="16453" y="7830"/>
                </a:lnTo>
                <a:lnTo>
                  <a:pt x="16904" y="9526"/>
                </a:lnTo>
                <a:lnTo>
                  <a:pt x="17459" y="10679"/>
                </a:lnTo>
                <a:lnTo>
                  <a:pt x="18291" y="11659"/>
                </a:lnTo>
                <a:lnTo>
                  <a:pt x="19574" y="12825"/>
                </a:lnTo>
                <a:lnTo>
                  <a:pt x="20580" y="13160"/>
                </a:lnTo>
                <a:lnTo>
                  <a:pt x="21600" y="13500"/>
                </a:lnTo>
                <a:lnTo>
                  <a:pt x="20172" y="13500"/>
                </a:lnTo>
                <a:lnTo>
                  <a:pt x="18736" y="13500"/>
                </a:lnTo>
                <a:lnTo>
                  <a:pt x="17280" y="13500"/>
                </a:lnTo>
                <a:lnTo>
                  <a:pt x="16615" y="15509"/>
                </a:lnTo>
                <a:lnTo>
                  <a:pt x="16170" y="16934"/>
                </a:lnTo>
                <a:lnTo>
                  <a:pt x="15841" y="18166"/>
                </a:lnTo>
                <a:lnTo>
                  <a:pt x="15526" y="19591"/>
                </a:lnTo>
                <a:lnTo>
                  <a:pt x="15120" y="21600"/>
                </a:lnTo>
                <a:lnTo>
                  <a:pt x="14051" y="20930"/>
                </a:lnTo>
                <a:lnTo>
                  <a:pt x="12975" y="20261"/>
                </a:lnTo>
                <a:lnTo>
                  <a:pt x="11895" y="19583"/>
                </a:lnTo>
                <a:lnTo>
                  <a:pt x="10800" y="18900"/>
                </a:lnTo>
                <a:lnTo>
                  <a:pt x="11228" y="17296"/>
                </a:lnTo>
                <a:lnTo>
                  <a:pt x="11658" y="15687"/>
                </a:lnTo>
                <a:lnTo>
                  <a:pt x="12087" y="14072"/>
                </a:lnTo>
                <a:lnTo>
                  <a:pt x="12522" y="12444"/>
                </a:lnTo>
                <a:lnTo>
                  <a:pt x="12960" y="10800"/>
                </a:lnTo>
                <a:lnTo>
                  <a:pt x="11534" y="10800"/>
                </a:lnTo>
                <a:lnTo>
                  <a:pt x="10107" y="10800"/>
                </a:lnTo>
                <a:lnTo>
                  <a:pt x="8679" y="10800"/>
                </a:lnTo>
                <a:lnTo>
                  <a:pt x="7247" y="10800"/>
                </a:lnTo>
                <a:lnTo>
                  <a:pt x="5810" y="10800"/>
                </a:lnTo>
                <a:lnTo>
                  <a:pt x="4368" y="10800"/>
                </a:lnTo>
                <a:lnTo>
                  <a:pt x="2920" y="10800"/>
                </a:lnTo>
                <a:lnTo>
                  <a:pt x="1464" y="10800"/>
                </a:lnTo>
                <a:lnTo>
                  <a:pt x="0" y="10800"/>
                </a:lnTo>
                <a:lnTo>
                  <a:pt x="611" y="9272"/>
                </a:lnTo>
                <a:lnTo>
                  <a:pt x="1223" y="7744"/>
                </a:lnTo>
                <a:lnTo>
                  <a:pt x="1836" y="6210"/>
                </a:lnTo>
                <a:lnTo>
                  <a:pt x="2452" y="4671"/>
                </a:lnTo>
                <a:lnTo>
                  <a:pt x="3072" y="3124"/>
                </a:lnTo>
                <a:lnTo>
                  <a:pt x="3694" y="1569"/>
                </a:lnTo>
                <a:lnTo>
                  <a:pt x="4320" y="0"/>
                </a:lnTo>
                <a:close/>
              </a:path>
            </a:pathLst>
          </a:custGeom>
          <a:solidFill>
            <a:srgbClr val="C6AD6A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1" name="contour_08939"/>
          <p:cNvSpPr/>
          <p:nvPr/>
        </p:nvSpPr>
        <p:spPr>
          <a:xfrm>
            <a:off x="4601809" y="5152610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464" y="2640"/>
                </a:lnTo>
                <a:lnTo>
                  <a:pt x="19926" y="5292"/>
                </a:lnTo>
                <a:lnTo>
                  <a:pt x="20301" y="7953"/>
                </a:lnTo>
                <a:lnTo>
                  <a:pt x="20612" y="10636"/>
                </a:lnTo>
                <a:lnTo>
                  <a:pt x="20876" y="13340"/>
                </a:lnTo>
                <a:lnTo>
                  <a:pt x="21117" y="16066"/>
                </a:lnTo>
                <a:lnTo>
                  <a:pt x="21352" y="1881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1655" y="6787"/>
                </a:lnTo>
                <a:lnTo>
                  <a:pt x="2873" y="5633"/>
                </a:lnTo>
                <a:lnTo>
                  <a:pt x="4258" y="4700"/>
                </a:lnTo>
                <a:lnTo>
                  <a:pt x="6412" y="3508"/>
                </a:lnTo>
                <a:lnTo>
                  <a:pt x="7309" y="2994"/>
                </a:lnTo>
                <a:lnTo>
                  <a:pt x="10020" y="1434"/>
                </a:lnTo>
                <a:lnTo>
                  <a:pt x="11761" y="734"/>
                </a:lnTo>
                <a:lnTo>
                  <a:pt x="13095" y="311"/>
                </a:lnTo>
                <a:lnTo>
                  <a:pt x="14445" y="91"/>
                </a:lnTo>
                <a:lnTo>
                  <a:pt x="16238" y="13"/>
                </a:lnTo>
                <a:lnTo>
                  <a:pt x="18900" y="0"/>
                </a:lnTo>
                <a:close/>
              </a:path>
            </a:pathLst>
          </a:custGeom>
          <a:solidFill>
            <a:srgbClr val="A79D89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2" name="contour_08940"/>
          <p:cNvSpPr/>
          <p:nvPr/>
        </p:nvSpPr>
        <p:spPr>
          <a:xfrm>
            <a:off x="556974" y="5146401"/>
            <a:ext cx="58304" cy="370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23"/>
                </a:moveTo>
                <a:lnTo>
                  <a:pt x="21114" y="6412"/>
                </a:lnTo>
                <a:lnTo>
                  <a:pt x="20582" y="9040"/>
                </a:lnTo>
                <a:lnTo>
                  <a:pt x="19972" y="11536"/>
                </a:lnTo>
                <a:lnTo>
                  <a:pt x="19259" y="13921"/>
                </a:lnTo>
                <a:lnTo>
                  <a:pt x="18411" y="16213"/>
                </a:lnTo>
                <a:lnTo>
                  <a:pt x="17401" y="18445"/>
                </a:lnTo>
                <a:lnTo>
                  <a:pt x="16200" y="20631"/>
                </a:lnTo>
                <a:lnTo>
                  <a:pt x="14380" y="21077"/>
                </a:lnTo>
                <a:lnTo>
                  <a:pt x="12577" y="21375"/>
                </a:lnTo>
                <a:lnTo>
                  <a:pt x="10787" y="21545"/>
                </a:lnTo>
                <a:lnTo>
                  <a:pt x="9002" y="21600"/>
                </a:lnTo>
                <a:lnTo>
                  <a:pt x="7220" y="21553"/>
                </a:lnTo>
                <a:lnTo>
                  <a:pt x="5435" y="21417"/>
                </a:lnTo>
                <a:lnTo>
                  <a:pt x="3640" y="21209"/>
                </a:lnTo>
                <a:lnTo>
                  <a:pt x="1831" y="20941"/>
                </a:lnTo>
                <a:lnTo>
                  <a:pt x="0" y="20631"/>
                </a:lnTo>
                <a:lnTo>
                  <a:pt x="775" y="17875"/>
                </a:lnTo>
                <a:lnTo>
                  <a:pt x="1563" y="15129"/>
                </a:lnTo>
                <a:lnTo>
                  <a:pt x="2362" y="12390"/>
                </a:lnTo>
                <a:lnTo>
                  <a:pt x="3021" y="10094"/>
                </a:lnTo>
                <a:lnTo>
                  <a:pt x="3691" y="7760"/>
                </a:lnTo>
                <a:lnTo>
                  <a:pt x="5173" y="4698"/>
                </a:lnTo>
                <a:lnTo>
                  <a:pt x="6718" y="2492"/>
                </a:lnTo>
                <a:lnTo>
                  <a:pt x="8324" y="1042"/>
                </a:lnTo>
                <a:lnTo>
                  <a:pt x="9995" y="242"/>
                </a:lnTo>
                <a:lnTo>
                  <a:pt x="11737" y="0"/>
                </a:lnTo>
                <a:lnTo>
                  <a:pt x="13551" y="213"/>
                </a:lnTo>
                <a:lnTo>
                  <a:pt x="15441" y="782"/>
                </a:lnTo>
                <a:lnTo>
                  <a:pt x="17410" y="1607"/>
                </a:lnTo>
                <a:lnTo>
                  <a:pt x="19462" y="2585"/>
                </a:lnTo>
                <a:lnTo>
                  <a:pt x="21600" y="3623"/>
                </a:lnTo>
                <a:close/>
              </a:path>
            </a:pathLst>
          </a:custGeom>
          <a:solidFill>
            <a:srgbClr val="1A1A1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3" name="contour_08941"/>
          <p:cNvSpPr/>
          <p:nvPr/>
        </p:nvSpPr>
        <p:spPr>
          <a:xfrm>
            <a:off x="4018770" y="5122088"/>
            <a:ext cx="43728" cy="52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7078" y="189"/>
                </a:lnTo>
                <a:lnTo>
                  <a:pt x="19325" y="376"/>
                </a:lnTo>
                <a:lnTo>
                  <a:pt x="21600" y="565"/>
                </a:lnTo>
                <a:lnTo>
                  <a:pt x="21287" y="2446"/>
                </a:lnTo>
                <a:lnTo>
                  <a:pt x="20952" y="4327"/>
                </a:lnTo>
                <a:lnTo>
                  <a:pt x="20606" y="6202"/>
                </a:lnTo>
                <a:lnTo>
                  <a:pt x="20250" y="8077"/>
                </a:lnTo>
                <a:lnTo>
                  <a:pt x="19872" y="10175"/>
                </a:lnTo>
                <a:lnTo>
                  <a:pt x="19490" y="12306"/>
                </a:lnTo>
                <a:lnTo>
                  <a:pt x="18749" y="13934"/>
                </a:lnTo>
                <a:lnTo>
                  <a:pt x="18000" y="15590"/>
                </a:lnTo>
                <a:lnTo>
                  <a:pt x="15620" y="15590"/>
                </a:lnTo>
                <a:lnTo>
                  <a:pt x="13226" y="15590"/>
                </a:lnTo>
                <a:lnTo>
                  <a:pt x="10800" y="15590"/>
                </a:lnTo>
                <a:lnTo>
                  <a:pt x="9479" y="17375"/>
                </a:lnTo>
                <a:lnTo>
                  <a:pt x="8662" y="18595"/>
                </a:lnTo>
                <a:lnTo>
                  <a:pt x="8017" y="19818"/>
                </a:lnTo>
                <a:lnTo>
                  <a:pt x="7200" y="21600"/>
                </a:lnTo>
                <a:lnTo>
                  <a:pt x="5922" y="19950"/>
                </a:lnTo>
                <a:lnTo>
                  <a:pt x="4716" y="18307"/>
                </a:lnTo>
                <a:lnTo>
                  <a:pt x="3589" y="16648"/>
                </a:lnTo>
                <a:lnTo>
                  <a:pt x="2545" y="14962"/>
                </a:lnTo>
                <a:lnTo>
                  <a:pt x="1595" y="13234"/>
                </a:lnTo>
                <a:lnTo>
                  <a:pt x="745" y="11446"/>
                </a:lnTo>
                <a:lnTo>
                  <a:pt x="0" y="9580"/>
                </a:lnTo>
                <a:lnTo>
                  <a:pt x="1145" y="7140"/>
                </a:lnTo>
                <a:lnTo>
                  <a:pt x="2351" y="5103"/>
                </a:lnTo>
                <a:lnTo>
                  <a:pt x="3694" y="3447"/>
                </a:lnTo>
                <a:lnTo>
                  <a:pt x="5238" y="2149"/>
                </a:lnTo>
                <a:lnTo>
                  <a:pt x="7056" y="1178"/>
                </a:lnTo>
                <a:lnTo>
                  <a:pt x="9216" y="514"/>
                </a:lnTo>
                <a:lnTo>
                  <a:pt x="11790" y="129"/>
                </a:lnTo>
                <a:lnTo>
                  <a:pt x="14850" y="0"/>
                </a:lnTo>
                <a:close/>
              </a:path>
            </a:pathLst>
          </a:custGeom>
          <a:solidFill>
            <a:srgbClr val="393932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4" name="contour_08942"/>
          <p:cNvSpPr/>
          <p:nvPr/>
        </p:nvSpPr>
        <p:spPr>
          <a:xfrm>
            <a:off x="9878315" y="5130746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806" y="198"/>
                </a:lnTo>
                <a:lnTo>
                  <a:pt x="7292" y="410"/>
                </a:lnTo>
                <a:lnTo>
                  <a:pt x="8778" y="637"/>
                </a:lnTo>
                <a:lnTo>
                  <a:pt x="10262" y="875"/>
                </a:lnTo>
                <a:lnTo>
                  <a:pt x="11746" y="1123"/>
                </a:lnTo>
                <a:lnTo>
                  <a:pt x="13126" y="1336"/>
                </a:lnTo>
                <a:lnTo>
                  <a:pt x="14515" y="1544"/>
                </a:lnTo>
                <a:lnTo>
                  <a:pt x="15921" y="1757"/>
                </a:lnTo>
                <a:lnTo>
                  <a:pt x="17083" y="2365"/>
                </a:lnTo>
                <a:lnTo>
                  <a:pt x="18254" y="2977"/>
                </a:lnTo>
                <a:lnTo>
                  <a:pt x="19440" y="3600"/>
                </a:lnTo>
                <a:lnTo>
                  <a:pt x="20207" y="6354"/>
                </a:lnTo>
                <a:lnTo>
                  <a:pt x="20704" y="8291"/>
                </a:lnTo>
                <a:lnTo>
                  <a:pt x="21032" y="9932"/>
                </a:lnTo>
                <a:lnTo>
                  <a:pt x="21295" y="11797"/>
                </a:lnTo>
                <a:lnTo>
                  <a:pt x="21600" y="14400"/>
                </a:lnTo>
                <a:lnTo>
                  <a:pt x="20306" y="14728"/>
                </a:lnTo>
                <a:lnTo>
                  <a:pt x="18993" y="15062"/>
                </a:lnTo>
                <a:lnTo>
                  <a:pt x="16379" y="15754"/>
                </a:lnTo>
                <a:lnTo>
                  <a:pt x="14178" y="16340"/>
                </a:lnTo>
                <a:lnTo>
                  <a:pt x="12336" y="16848"/>
                </a:lnTo>
                <a:lnTo>
                  <a:pt x="10791" y="17302"/>
                </a:lnTo>
                <a:lnTo>
                  <a:pt x="9487" y="17719"/>
                </a:lnTo>
                <a:lnTo>
                  <a:pt x="8364" y="18126"/>
                </a:lnTo>
                <a:lnTo>
                  <a:pt x="7363" y="18544"/>
                </a:lnTo>
                <a:lnTo>
                  <a:pt x="6428" y="18997"/>
                </a:lnTo>
                <a:lnTo>
                  <a:pt x="5497" y="19505"/>
                </a:lnTo>
                <a:lnTo>
                  <a:pt x="4517" y="20095"/>
                </a:lnTo>
                <a:lnTo>
                  <a:pt x="3424" y="20783"/>
                </a:lnTo>
                <a:lnTo>
                  <a:pt x="2160" y="21600"/>
                </a:lnTo>
                <a:lnTo>
                  <a:pt x="1732" y="19462"/>
                </a:lnTo>
                <a:lnTo>
                  <a:pt x="1302" y="17316"/>
                </a:lnTo>
                <a:lnTo>
                  <a:pt x="873" y="15163"/>
                </a:lnTo>
                <a:lnTo>
                  <a:pt x="438" y="12992"/>
                </a:lnTo>
                <a:lnTo>
                  <a:pt x="0" y="10800"/>
                </a:lnTo>
                <a:lnTo>
                  <a:pt x="1283" y="10087"/>
                </a:lnTo>
                <a:lnTo>
                  <a:pt x="2570" y="9371"/>
                </a:lnTo>
                <a:lnTo>
                  <a:pt x="3862" y="8654"/>
                </a:lnTo>
                <a:lnTo>
                  <a:pt x="5165" y="7931"/>
                </a:lnTo>
                <a:lnTo>
                  <a:pt x="6480" y="7200"/>
                </a:lnTo>
                <a:lnTo>
                  <a:pt x="5944" y="5418"/>
                </a:lnTo>
                <a:lnTo>
                  <a:pt x="5409" y="3629"/>
                </a:lnTo>
                <a:lnTo>
                  <a:pt x="4866" y="1825"/>
                </a:lnTo>
                <a:lnTo>
                  <a:pt x="4320" y="0"/>
                </a:lnTo>
                <a:close/>
              </a:path>
            </a:pathLst>
          </a:custGeom>
          <a:solidFill>
            <a:srgbClr val="EFEDDA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5" name="contour_08943"/>
          <p:cNvSpPr/>
          <p:nvPr/>
        </p:nvSpPr>
        <p:spPr>
          <a:xfrm>
            <a:off x="6537296" y="5116913"/>
            <a:ext cx="40959" cy="502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6" y="990"/>
                </a:moveTo>
                <a:lnTo>
                  <a:pt x="15531" y="3376"/>
                </a:lnTo>
                <a:lnTo>
                  <a:pt x="17649" y="5176"/>
                </a:lnTo>
                <a:lnTo>
                  <a:pt x="19113" y="6598"/>
                </a:lnTo>
                <a:lnTo>
                  <a:pt x="20082" y="7841"/>
                </a:lnTo>
                <a:lnTo>
                  <a:pt x="20716" y="9103"/>
                </a:lnTo>
                <a:lnTo>
                  <a:pt x="21170" y="10590"/>
                </a:lnTo>
                <a:lnTo>
                  <a:pt x="21600" y="12500"/>
                </a:lnTo>
                <a:lnTo>
                  <a:pt x="21585" y="14216"/>
                </a:lnTo>
                <a:lnTo>
                  <a:pt x="21539" y="15550"/>
                </a:lnTo>
                <a:lnTo>
                  <a:pt x="21427" y="16931"/>
                </a:lnTo>
                <a:lnTo>
                  <a:pt x="21212" y="18804"/>
                </a:lnTo>
                <a:lnTo>
                  <a:pt x="20862" y="21600"/>
                </a:lnTo>
                <a:lnTo>
                  <a:pt x="18314" y="21506"/>
                </a:lnTo>
                <a:lnTo>
                  <a:pt x="15831" y="21368"/>
                </a:lnTo>
                <a:lnTo>
                  <a:pt x="13398" y="21171"/>
                </a:lnTo>
                <a:lnTo>
                  <a:pt x="11008" y="20889"/>
                </a:lnTo>
                <a:lnTo>
                  <a:pt x="8648" y="20498"/>
                </a:lnTo>
                <a:lnTo>
                  <a:pt x="6311" y="19981"/>
                </a:lnTo>
                <a:lnTo>
                  <a:pt x="3978" y="19311"/>
                </a:lnTo>
                <a:lnTo>
                  <a:pt x="1645" y="18469"/>
                </a:lnTo>
                <a:lnTo>
                  <a:pt x="803" y="16192"/>
                </a:lnTo>
                <a:lnTo>
                  <a:pt x="258" y="13960"/>
                </a:lnTo>
                <a:lnTo>
                  <a:pt x="0" y="11752"/>
                </a:lnTo>
                <a:lnTo>
                  <a:pt x="19" y="9551"/>
                </a:lnTo>
                <a:lnTo>
                  <a:pt x="307" y="7340"/>
                </a:lnTo>
                <a:lnTo>
                  <a:pt x="849" y="5098"/>
                </a:lnTo>
                <a:lnTo>
                  <a:pt x="1645" y="2812"/>
                </a:lnTo>
                <a:lnTo>
                  <a:pt x="3916" y="1400"/>
                </a:lnTo>
                <a:lnTo>
                  <a:pt x="5888" y="438"/>
                </a:lnTo>
                <a:lnTo>
                  <a:pt x="7814" y="0"/>
                </a:lnTo>
                <a:lnTo>
                  <a:pt x="9966" y="160"/>
                </a:lnTo>
                <a:lnTo>
                  <a:pt x="12606" y="990"/>
                </a:lnTo>
                <a:close/>
              </a:path>
            </a:pathLst>
          </a:custGeom>
          <a:solidFill>
            <a:srgbClr val="6789CB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6" name="contour_08944"/>
          <p:cNvSpPr/>
          <p:nvPr/>
        </p:nvSpPr>
        <p:spPr>
          <a:xfrm>
            <a:off x="1438821" y="5116170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0317" y="611"/>
                </a:lnTo>
                <a:lnTo>
                  <a:pt x="19030" y="1225"/>
                </a:lnTo>
                <a:lnTo>
                  <a:pt x="17738" y="1839"/>
                </a:lnTo>
                <a:lnTo>
                  <a:pt x="16435" y="2459"/>
                </a:lnTo>
                <a:lnTo>
                  <a:pt x="15120" y="3086"/>
                </a:lnTo>
                <a:lnTo>
                  <a:pt x="14813" y="5249"/>
                </a:lnTo>
                <a:lnTo>
                  <a:pt x="14638" y="6823"/>
                </a:lnTo>
                <a:lnTo>
                  <a:pt x="14576" y="8260"/>
                </a:lnTo>
                <a:lnTo>
                  <a:pt x="14608" y="10013"/>
                </a:lnTo>
                <a:lnTo>
                  <a:pt x="14714" y="12534"/>
                </a:lnTo>
                <a:lnTo>
                  <a:pt x="14774" y="14228"/>
                </a:lnTo>
                <a:lnTo>
                  <a:pt x="14833" y="15932"/>
                </a:lnTo>
                <a:lnTo>
                  <a:pt x="14893" y="17660"/>
                </a:lnTo>
                <a:lnTo>
                  <a:pt x="15006" y="19616"/>
                </a:lnTo>
                <a:lnTo>
                  <a:pt x="15120" y="21600"/>
                </a:lnTo>
                <a:lnTo>
                  <a:pt x="13837" y="21600"/>
                </a:lnTo>
                <a:lnTo>
                  <a:pt x="12550" y="21600"/>
                </a:lnTo>
                <a:lnTo>
                  <a:pt x="11258" y="21600"/>
                </a:lnTo>
                <a:lnTo>
                  <a:pt x="9955" y="21600"/>
                </a:lnTo>
                <a:lnTo>
                  <a:pt x="8640" y="21600"/>
                </a:lnTo>
                <a:lnTo>
                  <a:pt x="8819" y="19625"/>
                </a:lnTo>
                <a:lnTo>
                  <a:pt x="8999" y="17635"/>
                </a:lnTo>
                <a:lnTo>
                  <a:pt x="9180" y="15620"/>
                </a:lnTo>
                <a:lnTo>
                  <a:pt x="9182" y="13096"/>
                </a:lnTo>
                <a:lnTo>
                  <a:pt x="9044" y="11445"/>
                </a:lnTo>
                <a:lnTo>
                  <a:pt x="8640" y="9257"/>
                </a:lnTo>
                <a:lnTo>
                  <a:pt x="7301" y="8467"/>
                </a:lnTo>
                <a:lnTo>
                  <a:pt x="5998" y="7899"/>
                </a:lnTo>
                <a:lnTo>
                  <a:pt x="4692" y="7501"/>
                </a:lnTo>
                <a:lnTo>
                  <a:pt x="3337" y="7224"/>
                </a:lnTo>
                <a:lnTo>
                  <a:pt x="1890" y="7014"/>
                </a:lnTo>
                <a:lnTo>
                  <a:pt x="1421" y="6804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C0ACA0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7" name="contour_08945"/>
          <p:cNvSpPr/>
          <p:nvPr/>
        </p:nvSpPr>
        <p:spPr>
          <a:xfrm>
            <a:off x="7568022" y="5094306"/>
            <a:ext cx="94744" cy="415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760" y="0"/>
                </a:lnTo>
                <a:lnTo>
                  <a:pt x="3865" y="0"/>
                </a:lnTo>
                <a:lnTo>
                  <a:pt x="4985" y="0"/>
                </a:lnTo>
                <a:lnTo>
                  <a:pt x="4985" y="2251"/>
                </a:lnTo>
                <a:lnTo>
                  <a:pt x="4985" y="4509"/>
                </a:lnTo>
                <a:lnTo>
                  <a:pt x="4985" y="6776"/>
                </a:lnTo>
                <a:lnTo>
                  <a:pt x="4985" y="9061"/>
                </a:lnTo>
                <a:lnTo>
                  <a:pt x="4985" y="11368"/>
                </a:lnTo>
                <a:lnTo>
                  <a:pt x="6103" y="11569"/>
                </a:lnTo>
                <a:lnTo>
                  <a:pt x="7213" y="11747"/>
                </a:lnTo>
                <a:lnTo>
                  <a:pt x="8319" y="11891"/>
                </a:lnTo>
                <a:lnTo>
                  <a:pt x="9423" y="11986"/>
                </a:lnTo>
                <a:lnTo>
                  <a:pt x="10526" y="12024"/>
                </a:lnTo>
                <a:lnTo>
                  <a:pt x="11627" y="11994"/>
                </a:lnTo>
                <a:lnTo>
                  <a:pt x="12732" y="11880"/>
                </a:lnTo>
                <a:lnTo>
                  <a:pt x="13841" y="11675"/>
                </a:lnTo>
                <a:lnTo>
                  <a:pt x="14954" y="11368"/>
                </a:lnTo>
                <a:lnTo>
                  <a:pt x="15665" y="8549"/>
                </a:lnTo>
                <a:lnTo>
                  <a:pt x="16107" y="6548"/>
                </a:lnTo>
                <a:lnTo>
                  <a:pt x="16360" y="4820"/>
                </a:lnTo>
                <a:lnTo>
                  <a:pt x="16502" y="2819"/>
                </a:lnTo>
                <a:lnTo>
                  <a:pt x="16615" y="0"/>
                </a:lnTo>
                <a:lnTo>
                  <a:pt x="16433" y="4381"/>
                </a:lnTo>
                <a:lnTo>
                  <a:pt x="16323" y="7461"/>
                </a:lnTo>
                <a:lnTo>
                  <a:pt x="16286" y="9656"/>
                </a:lnTo>
                <a:lnTo>
                  <a:pt x="16323" y="11391"/>
                </a:lnTo>
                <a:lnTo>
                  <a:pt x="16433" y="13085"/>
                </a:lnTo>
                <a:lnTo>
                  <a:pt x="16615" y="15158"/>
                </a:lnTo>
                <a:lnTo>
                  <a:pt x="17852" y="16552"/>
                </a:lnTo>
                <a:lnTo>
                  <a:pt x="18729" y="17447"/>
                </a:lnTo>
                <a:lnTo>
                  <a:pt x="19487" y="18023"/>
                </a:lnTo>
                <a:lnTo>
                  <a:pt x="20364" y="18462"/>
                </a:lnTo>
                <a:lnTo>
                  <a:pt x="21600" y="18947"/>
                </a:lnTo>
                <a:lnTo>
                  <a:pt x="20351" y="19671"/>
                </a:lnTo>
                <a:lnTo>
                  <a:pt x="19134" y="20274"/>
                </a:lnTo>
                <a:lnTo>
                  <a:pt x="17948" y="20759"/>
                </a:lnTo>
                <a:lnTo>
                  <a:pt x="16787" y="21130"/>
                </a:lnTo>
                <a:lnTo>
                  <a:pt x="15648" y="21395"/>
                </a:lnTo>
                <a:lnTo>
                  <a:pt x="14527" y="21547"/>
                </a:lnTo>
                <a:lnTo>
                  <a:pt x="13422" y="21600"/>
                </a:lnTo>
                <a:lnTo>
                  <a:pt x="12329" y="21547"/>
                </a:lnTo>
                <a:lnTo>
                  <a:pt x="11242" y="21399"/>
                </a:lnTo>
                <a:lnTo>
                  <a:pt x="10159" y="21153"/>
                </a:lnTo>
                <a:lnTo>
                  <a:pt x="9077" y="20816"/>
                </a:lnTo>
                <a:lnTo>
                  <a:pt x="7992" y="20391"/>
                </a:lnTo>
                <a:lnTo>
                  <a:pt x="6899" y="19876"/>
                </a:lnTo>
                <a:lnTo>
                  <a:pt x="5797" y="19281"/>
                </a:lnTo>
                <a:lnTo>
                  <a:pt x="4681" y="18603"/>
                </a:lnTo>
                <a:lnTo>
                  <a:pt x="3546" y="17852"/>
                </a:lnTo>
                <a:lnTo>
                  <a:pt x="2389" y="17022"/>
                </a:lnTo>
                <a:lnTo>
                  <a:pt x="1210" y="16124"/>
                </a:lnTo>
                <a:lnTo>
                  <a:pt x="0" y="15158"/>
                </a:lnTo>
                <a:lnTo>
                  <a:pt x="196" y="12627"/>
                </a:lnTo>
                <a:lnTo>
                  <a:pt x="404" y="10099"/>
                </a:lnTo>
                <a:lnTo>
                  <a:pt x="623" y="7579"/>
                </a:lnTo>
                <a:lnTo>
                  <a:pt x="798" y="5464"/>
                </a:lnTo>
                <a:lnTo>
                  <a:pt x="974" y="3316"/>
                </a:lnTo>
                <a:lnTo>
                  <a:pt x="1316" y="1671"/>
                </a:lnTo>
                <a:lnTo>
                  <a:pt x="1662" y="0"/>
                </a:lnTo>
                <a:close/>
              </a:path>
            </a:pathLst>
          </a:custGeom>
          <a:solidFill>
            <a:srgbClr val="59595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8" name="contour_08946"/>
          <p:cNvSpPr/>
          <p:nvPr/>
        </p:nvSpPr>
        <p:spPr>
          <a:xfrm>
            <a:off x="2021860" y="5087018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731" y="617"/>
                </a:lnTo>
                <a:lnTo>
                  <a:pt x="4779" y="1240"/>
                </a:lnTo>
                <a:lnTo>
                  <a:pt x="6429" y="2197"/>
                </a:lnTo>
                <a:lnTo>
                  <a:pt x="8073" y="3120"/>
                </a:lnTo>
                <a:lnTo>
                  <a:pt x="9717" y="4011"/>
                </a:lnTo>
                <a:lnTo>
                  <a:pt x="11364" y="4872"/>
                </a:lnTo>
                <a:lnTo>
                  <a:pt x="13022" y="5696"/>
                </a:lnTo>
                <a:lnTo>
                  <a:pt x="14693" y="6483"/>
                </a:lnTo>
                <a:lnTo>
                  <a:pt x="16381" y="7236"/>
                </a:lnTo>
                <a:lnTo>
                  <a:pt x="18093" y="7949"/>
                </a:lnTo>
                <a:lnTo>
                  <a:pt x="19832" y="8625"/>
                </a:lnTo>
                <a:lnTo>
                  <a:pt x="21600" y="9257"/>
                </a:lnTo>
                <a:lnTo>
                  <a:pt x="20836" y="11004"/>
                </a:lnTo>
                <a:lnTo>
                  <a:pt x="20072" y="12750"/>
                </a:lnTo>
                <a:lnTo>
                  <a:pt x="19305" y="14503"/>
                </a:lnTo>
                <a:lnTo>
                  <a:pt x="18536" y="16262"/>
                </a:lnTo>
                <a:lnTo>
                  <a:pt x="17761" y="18030"/>
                </a:lnTo>
                <a:lnTo>
                  <a:pt x="16983" y="19807"/>
                </a:lnTo>
                <a:lnTo>
                  <a:pt x="16200" y="21600"/>
                </a:lnTo>
                <a:lnTo>
                  <a:pt x="14534" y="20505"/>
                </a:lnTo>
                <a:lnTo>
                  <a:pt x="12874" y="19397"/>
                </a:lnTo>
                <a:lnTo>
                  <a:pt x="11224" y="18277"/>
                </a:lnTo>
                <a:lnTo>
                  <a:pt x="9577" y="17147"/>
                </a:lnTo>
                <a:lnTo>
                  <a:pt x="7933" y="16009"/>
                </a:lnTo>
                <a:lnTo>
                  <a:pt x="6737" y="15237"/>
                </a:lnTo>
                <a:lnTo>
                  <a:pt x="5522" y="14460"/>
                </a:lnTo>
                <a:lnTo>
                  <a:pt x="4174" y="13478"/>
                </a:lnTo>
                <a:lnTo>
                  <a:pt x="3151" y="12611"/>
                </a:lnTo>
                <a:lnTo>
                  <a:pt x="1930" y="11365"/>
                </a:lnTo>
                <a:lnTo>
                  <a:pt x="0" y="9257"/>
                </a:lnTo>
                <a:lnTo>
                  <a:pt x="432" y="6758"/>
                </a:lnTo>
                <a:lnTo>
                  <a:pt x="788" y="5027"/>
                </a:lnTo>
                <a:lnTo>
                  <a:pt x="1199" y="3620"/>
                </a:lnTo>
                <a:lnTo>
                  <a:pt x="1793" y="2092"/>
                </a:lnTo>
                <a:lnTo>
                  <a:pt x="2700" y="0"/>
                </a:lnTo>
                <a:close/>
              </a:path>
            </a:pathLst>
          </a:custGeom>
          <a:solidFill>
            <a:srgbClr val="D5C3C4"/>
          </a:solidFill>
          <a:ln>
            <a:noFill/>
          </a:ln>
        </p:spPr>
        <p:txBody>
          <a:bodyPr/>
          <a:lstStyle/>
          <a:p/>
        </p:txBody>
      </p:sp>
      <p:sp>
        <p:nvSpPr>
          <p:cNvPr id="8949" name="contour_08947"/>
          <p:cNvSpPr/>
          <p:nvPr/>
        </p:nvSpPr>
        <p:spPr>
          <a:xfrm>
            <a:off x="6612581" y="5100880"/>
            <a:ext cx="59018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74" y="0"/>
                </a:moveTo>
                <a:lnTo>
                  <a:pt x="8978" y="37"/>
                </a:lnTo>
                <a:lnTo>
                  <a:pt x="10693" y="73"/>
                </a:lnTo>
                <a:lnTo>
                  <a:pt x="12432" y="107"/>
                </a:lnTo>
                <a:lnTo>
                  <a:pt x="13193" y="122"/>
                </a:lnTo>
                <a:lnTo>
                  <a:pt x="14534" y="143"/>
                </a:lnTo>
                <a:lnTo>
                  <a:pt x="17610" y="189"/>
                </a:lnTo>
                <a:lnTo>
                  <a:pt x="18196" y="207"/>
                </a:lnTo>
                <a:lnTo>
                  <a:pt x="19231" y="234"/>
                </a:lnTo>
                <a:lnTo>
                  <a:pt x="21600" y="298"/>
                </a:lnTo>
                <a:lnTo>
                  <a:pt x="20266" y="1878"/>
                </a:lnTo>
                <a:lnTo>
                  <a:pt x="18930" y="3433"/>
                </a:lnTo>
                <a:lnTo>
                  <a:pt x="17583" y="4960"/>
                </a:lnTo>
                <a:lnTo>
                  <a:pt x="16231" y="6467"/>
                </a:lnTo>
                <a:lnTo>
                  <a:pt x="14865" y="7952"/>
                </a:lnTo>
                <a:lnTo>
                  <a:pt x="13489" y="9412"/>
                </a:lnTo>
                <a:lnTo>
                  <a:pt x="12096" y="10849"/>
                </a:lnTo>
                <a:lnTo>
                  <a:pt x="10691" y="12267"/>
                </a:lnTo>
                <a:lnTo>
                  <a:pt x="9266" y="13661"/>
                </a:lnTo>
                <a:lnTo>
                  <a:pt x="7823" y="15036"/>
                </a:lnTo>
                <a:lnTo>
                  <a:pt x="6359" y="16387"/>
                </a:lnTo>
                <a:lnTo>
                  <a:pt x="4873" y="17720"/>
                </a:lnTo>
                <a:lnTo>
                  <a:pt x="3361" y="19035"/>
                </a:lnTo>
                <a:lnTo>
                  <a:pt x="1824" y="20328"/>
                </a:lnTo>
                <a:lnTo>
                  <a:pt x="261" y="21600"/>
                </a:lnTo>
                <a:lnTo>
                  <a:pt x="221" y="19814"/>
                </a:lnTo>
                <a:lnTo>
                  <a:pt x="184" y="18024"/>
                </a:lnTo>
                <a:lnTo>
                  <a:pt x="152" y="16235"/>
                </a:lnTo>
                <a:lnTo>
                  <a:pt x="123" y="14449"/>
                </a:lnTo>
                <a:lnTo>
                  <a:pt x="96" y="12659"/>
                </a:lnTo>
                <a:lnTo>
                  <a:pt x="64" y="11001"/>
                </a:lnTo>
                <a:lnTo>
                  <a:pt x="32" y="9327"/>
                </a:lnTo>
                <a:lnTo>
                  <a:pt x="0" y="7632"/>
                </a:lnTo>
                <a:lnTo>
                  <a:pt x="288" y="4869"/>
                </a:lnTo>
                <a:lnTo>
                  <a:pt x="827" y="2888"/>
                </a:lnTo>
                <a:lnTo>
                  <a:pt x="1704" y="1555"/>
                </a:lnTo>
                <a:lnTo>
                  <a:pt x="3011" y="724"/>
                </a:lnTo>
                <a:lnTo>
                  <a:pt x="4839" y="253"/>
                </a:lnTo>
                <a:lnTo>
                  <a:pt x="7274" y="0"/>
                </a:lnTo>
                <a:close/>
              </a:path>
            </a:pathLst>
          </a:custGeom>
          <a:solidFill>
            <a:srgbClr val="94BB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0" name="contour_08948"/>
          <p:cNvSpPr/>
          <p:nvPr/>
        </p:nvSpPr>
        <p:spPr>
          <a:xfrm>
            <a:off x="8340549" y="5084941"/>
            <a:ext cx="65592" cy="40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06"/>
                </a:moveTo>
                <a:lnTo>
                  <a:pt x="1714" y="784"/>
                </a:lnTo>
                <a:lnTo>
                  <a:pt x="3406" y="505"/>
                </a:lnTo>
                <a:lnTo>
                  <a:pt x="5086" y="272"/>
                </a:lnTo>
                <a:lnTo>
                  <a:pt x="6754" y="101"/>
                </a:lnTo>
                <a:lnTo>
                  <a:pt x="8414" y="8"/>
                </a:lnTo>
                <a:lnTo>
                  <a:pt x="10078" y="0"/>
                </a:lnTo>
                <a:lnTo>
                  <a:pt x="11741" y="97"/>
                </a:lnTo>
                <a:lnTo>
                  <a:pt x="13414" y="303"/>
                </a:lnTo>
                <a:lnTo>
                  <a:pt x="15098" y="637"/>
                </a:lnTo>
                <a:lnTo>
                  <a:pt x="16800" y="1106"/>
                </a:lnTo>
                <a:lnTo>
                  <a:pt x="17834" y="3339"/>
                </a:lnTo>
                <a:lnTo>
                  <a:pt x="18703" y="5594"/>
                </a:lnTo>
                <a:lnTo>
                  <a:pt x="19426" y="7885"/>
                </a:lnTo>
                <a:lnTo>
                  <a:pt x="20023" y="10233"/>
                </a:lnTo>
                <a:lnTo>
                  <a:pt x="20518" y="12652"/>
                </a:lnTo>
                <a:lnTo>
                  <a:pt x="20930" y="15163"/>
                </a:lnTo>
                <a:lnTo>
                  <a:pt x="21286" y="17776"/>
                </a:lnTo>
                <a:lnTo>
                  <a:pt x="21600" y="20517"/>
                </a:lnTo>
                <a:lnTo>
                  <a:pt x="19826" y="20998"/>
                </a:lnTo>
                <a:lnTo>
                  <a:pt x="18108" y="21352"/>
                </a:lnTo>
                <a:lnTo>
                  <a:pt x="16426" y="21561"/>
                </a:lnTo>
                <a:lnTo>
                  <a:pt x="14755" y="21600"/>
                </a:lnTo>
                <a:lnTo>
                  <a:pt x="13075" y="21452"/>
                </a:lnTo>
                <a:lnTo>
                  <a:pt x="11364" y="21099"/>
                </a:lnTo>
                <a:lnTo>
                  <a:pt x="9600" y="20517"/>
                </a:lnTo>
                <a:lnTo>
                  <a:pt x="8335" y="18576"/>
                </a:lnTo>
                <a:lnTo>
                  <a:pt x="7142" y="16577"/>
                </a:lnTo>
                <a:lnTo>
                  <a:pt x="6007" y="14523"/>
                </a:lnTo>
                <a:lnTo>
                  <a:pt x="4925" y="12419"/>
                </a:lnTo>
                <a:lnTo>
                  <a:pt x="3886" y="10260"/>
                </a:lnTo>
                <a:lnTo>
                  <a:pt x="2882" y="8048"/>
                </a:lnTo>
                <a:lnTo>
                  <a:pt x="1906" y="5784"/>
                </a:lnTo>
                <a:lnTo>
                  <a:pt x="948" y="3471"/>
                </a:lnTo>
                <a:lnTo>
                  <a:pt x="0" y="1106"/>
                </a:lnTo>
                <a:close/>
              </a:path>
            </a:pathLst>
          </a:custGeom>
          <a:solidFill>
            <a:srgbClr val="E6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1" name="contour_08949"/>
          <p:cNvSpPr/>
          <p:nvPr/>
        </p:nvSpPr>
        <p:spPr>
          <a:xfrm>
            <a:off x="2634052" y="5028714"/>
            <a:ext cx="5268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1" y="300"/>
                </a:lnTo>
                <a:lnTo>
                  <a:pt x="4500" y="629"/>
                </a:lnTo>
                <a:lnTo>
                  <a:pt x="6597" y="1002"/>
                </a:lnTo>
                <a:lnTo>
                  <a:pt x="8611" y="1436"/>
                </a:lnTo>
                <a:lnTo>
                  <a:pt x="10545" y="1955"/>
                </a:lnTo>
                <a:lnTo>
                  <a:pt x="12409" y="2573"/>
                </a:lnTo>
                <a:lnTo>
                  <a:pt x="14211" y="3309"/>
                </a:lnTo>
                <a:lnTo>
                  <a:pt x="15962" y="4182"/>
                </a:lnTo>
                <a:lnTo>
                  <a:pt x="17668" y="5210"/>
                </a:lnTo>
                <a:lnTo>
                  <a:pt x="19341" y="6413"/>
                </a:lnTo>
                <a:lnTo>
                  <a:pt x="20205" y="7836"/>
                </a:lnTo>
                <a:lnTo>
                  <a:pt x="20835" y="9299"/>
                </a:lnTo>
                <a:lnTo>
                  <a:pt x="21256" y="10794"/>
                </a:lnTo>
                <a:lnTo>
                  <a:pt x="21501" y="12312"/>
                </a:lnTo>
                <a:lnTo>
                  <a:pt x="21600" y="13850"/>
                </a:lnTo>
                <a:lnTo>
                  <a:pt x="21579" y="15401"/>
                </a:lnTo>
                <a:lnTo>
                  <a:pt x="21472" y="16956"/>
                </a:lnTo>
                <a:lnTo>
                  <a:pt x="21307" y="18513"/>
                </a:lnTo>
                <a:lnTo>
                  <a:pt x="21110" y="20062"/>
                </a:lnTo>
                <a:lnTo>
                  <a:pt x="20916" y="21600"/>
                </a:lnTo>
                <a:lnTo>
                  <a:pt x="19141" y="21600"/>
                </a:lnTo>
                <a:lnTo>
                  <a:pt x="17360" y="21600"/>
                </a:lnTo>
                <a:lnTo>
                  <a:pt x="15573" y="21600"/>
                </a:lnTo>
                <a:lnTo>
                  <a:pt x="13772" y="21600"/>
                </a:lnTo>
                <a:lnTo>
                  <a:pt x="11952" y="21600"/>
                </a:lnTo>
                <a:lnTo>
                  <a:pt x="11841" y="20583"/>
                </a:lnTo>
                <a:lnTo>
                  <a:pt x="11728" y="19559"/>
                </a:lnTo>
                <a:lnTo>
                  <a:pt x="11614" y="18520"/>
                </a:lnTo>
                <a:lnTo>
                  <a:pt x="11196" y="15679"/>
                </a:lnTo>
                <a:lnTo>
                  <a:pt x="10828" y="13299"/>
                </a:lnTo>
                <a:lnTo>
                  <a:pt x="10485" y="11318"/>
                </a:lnTo>
                <a:lnTo>
                  <a:pt x="10141" y="9685"/>
                </a:lnTo>
                <a:lnTo>
                  <a:pt x="9768" y="8340"/>
                </a:lnTo>
                <a:lnTo>
                  <a:pt x="9346" y="7227"/>
                </a:lnTo>
                <a:lnTo>
                  <a:pt x="8844" y="6294"/>
                </a:lnTo>
                <a:lnTo>
                  <a:pt x="8244" y="5478"/>
                </a:lnTo>
                <a:lnTo>
                  <a:pt x="7512" y="4726"/>
                </a:lnTo>
                <a:lnTo>
                  <a:pt x="6627" y="3983"/>
                </a:lnTo>
                <a:lnTo>
                  <a:pt x="5564" y="3190"/>
                </a:lnTo>
                <a:lnTo>
                  <a:pt x="4297" y="2294"/>
                </a:lnTo>
                <a:lnTo>
                  <a:pt x="2877" y="1536"/>
                </a:lnTo>
                <a:lnTo>
                  <a:pt x="1449" y="773"/>
                </a:lnTo>
                <a:lnTo>
                  <a:pt x="0" y="0"/>
                </a:lnTo>
                <a:close/>
              </a:path>
            </a:pathLst>
          </a:custGeom>
          <a:solidFill>
            <a:srgbClr val="6E698D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2" name="contour_08950"/>
          <p:cNvSpPr/>
          <p:nvPr/>
        </p:nvSpPr>
        <p:spPr>
          <a:xfrm>
            <a:off x="1344077" y="5080845"/>
            <a:ext cx="87456" cy="499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72"/>
                </a:moveTo>
                <a:lnTo>
                  <a:pt x="21154" y="4234"/>
                </a:lnTo>
                <a:lnTo>
                  <a:pt x="20707" y="5801"/>
                </a:lnTo>
                <a:lnTo>
                  <a:pt x="20255" y="7382"/>
                </a:lnTo>
                <a:lnTo>
                  <a:pt x="19800" y="8981"/>
                </a:lnTo>
                <a:lnTo>
                  <a:pt x="18731" y="8357"/>
                </a:lnTo>
                <a:lnTo>
                  <a:pt x="17658" y="7729"/>
                </a:lnTo>
                <a:lnTo>
                  <a:pt x="16582" y="7101"/>
                </a:lnTo>
                <a:lnTo>
                  <a:pt x="15496" y="6467"/>
                </a:lnTo>
                <a:lnTo>
                  <a:pt x="14400" y="5827"/>
                </a:lnTo>
                <a:lnTo>
                  <a:pt x="14400" y="7912"/>
                </a:lnTo>
                <a:lnTo>
                  <a:pt x="14400" y="10010"/>
                </a:lnTo>
                <a:lnTo>
                  <a:pt x="14400" y="12136"/>
                </a:lnTo>
                <a:lnTo>
                  <a:pt x="13288" y="12798"/>
                </a:lnTo>
                <a:lnTo>
                  <a:pt x="12184" y="13281"/>
                </a:lnTo>
                <a:lnTo>
                  <a:pt x="11074" y="13638"/>
                </a:lnTo>
                <a:lnTo>
                  <a:pt x="9941" y="13928"/>
                </a:lnTo>
                <a:lnTo>
                  <a:pt x="8775" y="14205"/>
                </a:lnTo>
                <a:lnTo>
                  <a:pt x="7994" y="14745"/>
                </a:lnTo>
                <a:lnTo>
                  <a:pt x="7200" y="15291"/>
                </a:lnTo>
                <a:lnTo>
                  <a:pt x="7200" y="17376"/>
                </a:lnTo>
                <a:lnTo>
                  <a:pt x="7200" y="19474"/>
                </a:lnTo>
                <a:lnTo>
                  <a:pt x="7200" y="21600"/>
                </a:lnTo>
                <a:lnTo>
                  <a:pt x="6012" y="21079"/>
                </a:lnTo>
                <a:lnTo>
                  <a:pt x="4822" y="20559"/>
                </a:lnTo>
                <a:lnTo>
                  <a:pt x="3627" y="20035"/>
                </a:lnTo>
                <a:lnTo>
                  <a:pt x="2426" y="19508"/>
                </a:lnTo>
                <a:lnTo>
                  <a:pt x="1219" y="18978"/>
                </a:lnTo>
                <a:lnTo>
                  <a:pt x="0" y="18445"/>
                </a:lnTo>
                <a:lnTo>
                  <a:pt x="355" y="17849"/>
                </a:lnTo>
                <a:lnTo>
                  <a:pt x="743" y="17199"/>
                </a:lnTo>
                <a:lnTo>
                  <a:pt x="1357" y="16168"/>
                </a:lnTo>
                <a:lnTo>
                  <a:pt x="2392" y="14433"/>
                </a:lnTo>
                <a:lnTo>
                  <a:pt x="4043" y="11669"/>
                </a:lnTo>
                <a:lnTo>
                  <a:pt x="4840" y="10063"/>
                </a:lnTo>
                <a:lnTo>
                  <a:pt x="5332" y="8899"/>
                </a:lnTo>
                <a:lnTo>
                  <a:pt x="5720" y="7615"/>
                </a:lnTo>
                <a:lnTo>
                  <a:pt x="6208" y="5641"/>
                </a:lnTo>
                <a:lnTo>
                  <a:pt x="6813" y="3902"/>
                </a:lnTo>
                <a:lnTo>
                  <a:pt x="7321" y="2868"/>
                </a:lnTo>
                <a:lnTo>
                  <a:pt x="8010" y="2120"/>
                </a:lnTo>
                <a:lnTo>
                  <a:pt x="9155" y="1256"/>
                </a:lnTo>
                <a:lnTo>
                  <a:pt x="10523" y="827"/>
                </a:lnTo>
                <a:lnTo>
                  <a:pt x="11822" y="461"/>
                </a:lnTo>
                <a:lnTo>
                  <a:pt x="13066" y="189"/>
                </a:lnTo>
                <a:lnTo>
                  <a:pt x="14274" y="25"/>
                </a:lnTo>
                <a:lnTo>
                  <a:pt x="15458" y="0"/>
                </a:lnTo>
                <a:lnTo>
                  <a:pt x="16637" y="129"/>
                </a:lnTo>
                <a:lnTo>
                  <a:pt x="17824" y="438"/>
                </a:lnTo>
                <a:lnTo>
                  <a:pt x="19037" y="950"/>
                </a:lnTo>
                <a:lnTo>
                  <a:pt x="20290" y="1688"/>
                </a:lnTo>
                <a:lnTo>
                  <a:pt x="21600" y="2672"/>
                </a:lnTo>
                <a:close/>
              </a:path>
            </a:pathLst>
          </a:custGeom>
          <a:solidFill>
            <a:srgbClr val="474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3" name="contour_08951"/>
          <p:cNvSpPr/>
          <p:nvPr/>
        </p:nvSpPr>
        <p:spPr>
          <a:xfrm>
            <a:off x="7801238" y="5054965"/>
            <a:ext cx="43728" cy="46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7"/>
                </a:lnTo>
                <a:lnTo>
                  <a:pt x="14425" y="142"/>
                </a:lnTo>
                <a:lnTo>
                  <a:pt x="16056" y="344"/>
                </a:lnTo>
                <a:lnTo>
                  <a:pt x="18277" y="722"/>
                </a:lnTo>
                <a:lnTo>
                  <a:pt x="21600" y="1344"/>
                </a:lnTo>
                <a:lnTo>
                  <a:pt x="21204" y="3572"/>
                </a:lnTo>
                <a:lnTo>
                  <a:pt x="20808" y="5800"/>
                </a:lnTo>
                <a:lnTo>
                  <a:pt x="20412" y="8035"/>
                </a:lnTo>
                <a:lnTo>
                  <a:pt x="20016" y="10273"/>
                </a:lnTo>
                <a:lnTo>
                  <a:pt x="19616" y="12518"/>
                </a:lnTo>
                <a:lnTo>
                  <a:pt x="19213" y="14770"/>
                </a:lnTo>
                <a:lnTo>
                  <a:pt x="18814" y="17036"/>
                </a:lnTo>
                <a:lnTo>
                  <a:pt x="18407" y="19311"/>
                </a:lnTo>
                <a:lnTo>
                  <a:pt x="18000" y="21600"/>
                </a:lnTo>
                <a:lnTo>
                  <a:pt x="15455" y="21600"/>
                </a:lnTo>
                <a:lnTo>
                  <a:pt x="12906" y="21600"/>
                </a:lnTo>
                <a:lnTo>
                  <a:pt x="10350" y="21600"/>
                </a:lnTo>
                <a:lnTo>
                  <a:pt x="7787" y="21600"/>
                </a:lnTo>
                <a:lnTo>
                  <a:pt x="5209" y="21600"/>
                </a:lnTo>
                <a:lnTo>
                  <a:pt x="2614" y="21600"/>
                </a:lnTo>
                <a:lnTo>
                  <a:pt x="0" y="21600"/>
                </a:lnTo>
                <a:lnTo>
                  <a:pt x="1271" y="16357"/>
                </a:lnTo>
                <a:lnTo>
                  <a:pt x="2326" y="12147"/>
                </a:lnTo>
                <a:lnTo>
                  <a:pt x="3233" y="8839"/>
                </a:lnTo>
                <a:lnTo>
                  <a:pt x="4054" y="6300"/>
                </a:lnTo>
                <a:lnTo>
                  <a:pt x="4860" y="4402"/>
                </a:lnTo>
                <a:lnTo>
                  <a:pt x="5710" y="3018"/>
                </a:lnTo>
                <a:lnTo>
                  <a:pt x="6671" y="2012"/>
                </a:lnTo>
                <a:lnTo>
                  <a:pt x="7812" y="1263"/>
                </a:lnTo>
                <a:lnTo>
                  <a:pt x="9194" y="635"/>
                </a:lnTo>
                <a:lnTo>
                  <a:pt x="10883" y="0"/>
                </a:lnTo>
                <a:close/>
              </a:path>
            </a:pathLst>
          </a:custGeom>
          <a:solidFill>
            <a:srgbClr val="22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4" name="contour_08952"/>
          <p:cNvSpPr/>
          <p:nvPr/>
        </p:nvSpPr>
        <p:spPr>
          <a:xfrm>
            <a:off x="11094717" y="5028714"/>
            <a:ext cx="58996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3" y="0"/>
                </a:moveTo>
                <a:lnTo>
                  <a:pt x="2281" y="482"/>
                </a:lnTo>
                <a:lnTo>
                  <a:pt x="4253" y="981"/>
                </a:lnTo>
                <a:lnTo>
                  <a:pt x="6172" y="1522"/>
                </a:lnTo>
                <a:lnTo>
                  <a:pt x="8040" y="2129"/>
                </a:lnTo>
                <a:lnTo>
                  <a:pt x="9862" y="2831"/>
                </a:lnTo>
                <a:lnTo>
                  <a:pt x="11642" y="3655"/>
                </a:lnTo>
                <a:lnTo>
                  <a:pt x="13382" y="4615"/>
                </a:lnTo>
                <a:lnTo>
                  <a:pt x="15084" y="5750"/>
                </a:lnTo>
                <a:lnTo>
                  <a:pt x="16754" y="7077"/>
                </a:lnTo>
                <a:lnTo>
                  <a:pt x="18395" y="8623"/>
                </a:lnTo>
                <a:lnTo>
                  <a:pt x="20010" y="10411"/>
                </a:lnTo>
                <a:lnTo>
                  <a:pt x="21600" y="12474"/>
                </a:lnTo>
                <a:lnTo>
                  <a:pt x="21600" y="15222"/>
                </a:lnTo>
                <a:lnTo>
                  <a:pt x="21600" y="17987"/>
                </a:lnTo>
                <a:lnTo>
                  <a:pt x="21600" y="20789"/>
                </a:lnTo>
                <a:lnTo>
                  <a:pt x="20066" y="20918"/>
                </a:lnTo>
                <a:lnTo>
                  <a:pt x="18531" y="21030"/>
                </a:lnTo>
                <a:lnTo>
                  <a:pt x="16997" y="21134"/>
                </a:lnTo>
                <a:lnTo>
                  <a:pt x="15463" y="21226"/>
                </a:lnTo>
                <a:lnTo>
                  <a:pt x="13929" y="21309"/>
                </a:lnTo>
                <a:lnTo>
                  <a:pt x="13294" y="21355"/>
                </a:lnTo>
                <a:lnTo>
                  <a:pt x="12176" y="21430"/>
                </a:lnTo>
                <a:lnTo>
                  <a:pt x="9614" y="21600"/>
                </a:lnTo>
                <a:lnTo>
                  <a:pt x="7626" y="21176"/>
                </a:lnTo>
                <a:lnTo>
                  <a:pt x="6257" y="20723"/>
                </a:lnTo>
                <a:lnTo>
                  <a:pt x="5163" y="20028"/>
                </a:lnTo>
                <a:lnTo>
                  <a:pt x="4000" y="18868"/>
                </a:lnTo>
                <a:lnTo>
                  <a:pt x="2420" y="17022"/>
                </a:lnTo>
                <a:lnTo>
                  <a:pt x="1251" y="14203"/>
                </a:lnTo>
                <a:lnTo>
                  <a:pt x="510" y="11575"/>
                </a:lnTo>
                <a:lnTo>
                  <a:pt x="120" y="8993"/>
                </a:lnTo>
                <a:lnTo>
                  <a:pt x="0" y="6299"/>
                </a:lnTo>
                <a:lnTo>
                  <a:pt x="72" y="3351"/>
                </a:lnTo>
                <a:lnTo>
                  <a:pt x="253" y="0"/>
                </a:lnTo>
                <a:close/>
              </a:path>
            </a:pathLst>
          </a:custGeom>
          <a:solidFill>
            <a:srgbClr val="373631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5" name="contour_08953"/>
          <p:cNvSpPr/>
          <p:nvPr/>
        </p:nvSpPr>
        <p:spPr>
          <a:xfrm>
            <a:off x="4230122" y="5006850"/>
            <a:ext cx="65592" cy="459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250" y="2458"/>
                </a:lnTo>
                <a:lnTo>
                  <a:pt x="20894" y="4814"/>
                </a:lnTo>
                <a:lnTo>
                  <a:pt x="20508" y="7087"/>
                </a:lnTo>
                <a:lnTo>
                  <a:pt x="20074" y="9302"/>
                </a:lnTo>
                <a:lnTo>
                  <a:pt x="19565" y="11476"/>
                </a:lnTo>
                <a:lnTo>
                  <a:pt x="18965" y="13633"/>
                </a:lnTo>
                <a:lnTo>
                  <a:pt x="18250" y="15793"/>
                </a:lnTo>
                <a:lnTo>
                  <a:pt x="17400" y="17974"/>
                </a:lnTo>
                <a:lnTo>
                  <a:pt x="15816" y="19190"/>
                </a:lnTo>
                <a:lnTo>
                  <a:pt x="14215" y="20145"/>
                </a:lnTo>
                <a:lnTo>
                  <a:pt x="12595" y="20850"/>
                </a:lnTo>
                <a:lnTo>
                  <a:pt x="10958" y="21323"/>
                </a:lnTo>
                <a:lnTo>
                  <a:pt x="9298" y="21566"/>
                </a:lnTo>
                <a:lnTo>
                  <a:pt x="7613" y="21600"/>
                </a:lnTo>
                <a:lnTo>
                  <a:pt x="5904" y="21432"/>
                </a:lnTo>
                <a:lnTo>
                  <a:pt x="4166" y="21076"/>
                </a:lnTo>
                <a:lnTo>
                  <a:pt x="2400" y="20542"/>
                </a:lnTo>
                <a:lnTo>
                  <a:pt x="1445" y="17995"/>
                </a:lnTo>
                <a:lnTo>
                  <a:pt x="842" y="16187"/>
                </a:lnTo>
                <a:lnTo>
                  <a:pt x="478" y="14626"/>
                </a:lnTo>
                <a:lnTo>
                  <a:pt x="235" y="12818"/>
                </a:lnTo>
                <a:lnTo>
                  <a:pt x="0" y="10271"/>
                </a:lnTo>
                <a:lnTo>
                  <a:pt x="1522" y="10452"/>
                </a:lnTo>
                <a:lnTo>
                  <a:pt x="3065" y="10631"/>
                </a:lnTo>
                <a:lnTo>
                  <a:pt x="4714" y="10737"/>
                </a:lnTo>
                <a:lnTo>
                  <a:pt x="6338" y="10815"/>
                </a:lnTo>
                <a:lnTo>
                  <a:pt x="7944" y="10850"/>
                </a:lnTo>
                <a:lnTo>
                  <a:pt x="9545" y="10829"/>
                </a:lnTo>
                <a:lnTo>
                  <a:pt x="11148" y="10733"/>
                </a:lnTo>
                <a:lnTo>
                  <a:pt x="12763" y="10552"/>
                </a:lnTo>
                <a:lnTo>
                  <a:pt x="14400" y="10271"/>
                </a:lnTo>
                <a:lnTo>
                  <a:pt x="15283" y="7724"/>
                </a:lnTo>
                <a:lnTo>
                  <a:pt x="15850" y="5916"/>
                </a:lnTo>
                <a:lnTo>
                  <a:pt x="16214" y="4355"/>
                </a:lnTo>
                <a:lnTo>
                  <a:pt x="16493" y="2547"/>
                </a:lnTo>
                <a:lnTo>
                  <a:pt x="16800" y="0"/>
                </a:lnTo>
                <a:close/>
              </a:path>
            </a:pathLst>
          </a:custGeom>
          <a:solidFill>
            <a:srgbClr val="8B8A87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6" name="contour_08954"/>
          <p:cNvSpPr/>
          <p:nvPr/>
        </p:nvSpPr>
        <p:spPr>
          <a:xfrm>
            <a:off x="3217091" y="5006850"/>
            <a:ext cx="30435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72" y="0"/>
                </a:moveTo>
                <a:lnTo>
                  <a:pt x="5814" y="765"/>
                </a:lnTo>
                <a:lnTo>
                  <a:pt x="6460" y="1534"/>
                </a:lnTo>
                <a:lnTo>
                  <a:pt x="7112" y="2314"/>
                </a:lnTo>
                <a:lnTo>
                  <a:pt x="8178" y="3080"/>
                </a:lnTo>
                <a:lnTo>
                  <a:pt x="9259" y="3848"/>
                </a:lnTo>
                <a:lnTo>
                  <a:pt x="10345" y="4629"/>
                </a:lnTo>
                <a:lnTo>
                  <a:pt x="13764" y="4629"/>
                </a:lnTo>
                <a:lnTo>
                  <a:pt x="17203" y="4629"/>
                </a:lnTo>
                <a:lnTo>
                  <a:pt x="20690" y="4629"/>
                </a:lnTo>
                <a:lnTo>
                  <a:pt x="20824" y="5608"/>
                </a:lnTo>
                <a:lnTo>
                  <a:pt x="20948" y="6590"/>
                </a:lnTo>
                <a:lnTo>
                  <a:pt x="21057" y="7569"/>
                </a:lnTo>
                <a:lnTo>
                  <a:pt x="21160" y="8549"/>
                </a:lnTo>
                <a:lnTo>
                  <a:pt x="21253" y="9529"/>
                </a:lnTo>
                <a:lnTo>
                  <a:pt x="21336" y="10510"/>
                </a:lnTo>
                <a:lnTo>
                  <a:pt x="21398" y="10925"/>
                </a:lnTo>
                <a:lnTo>
                  <a:pt x="21600" y="12178"/>
                </a:lnTo>
                <a:lnTo>
                  <a:pt x="21595" y="13324"/>
                </a:lnTo>
                <a:lnTo>
                  <a:pt x="21414" y="14389"/>
                </a:lnTo>
                <a:lnTo>
                  <a:pt x="21031" y="15385"/>
                </a:lnTo>
                <a:lnTo>
                  <a:pt x="20416" y="16328"/>
                </a:lnTo>
                <a:lnTo>
                  <a:pt x="19541" y="17229"/>
                </a:lnTo>
                <a:lnTo>
                  <a:pt x="18383" y="18102"/>
                </a:lnTo>
                <a:lnTo>
                  <a:pt x="16914" y="18963"/>
                </a:lnTo>
                <a:lnTo>
                  <a:pt x="15098" y="19824"/>
                </a:lnTo>
                <a:lnTo>
                  <a:pt x="12921" y="20697"/>
                </a:lnTo>
                <a:lnTo>
                  <a:pt x="10345" y="21600"/>
                </a:lnTo>
                <a:lnTo>
                  <a:pt x="6926" y="21600"/>
                </a:lnTo>
                <a:lnTo>
                  <a:pt x="3486" y="21600"/>
                </a:lnTo>
                <a:lnTo>
                  <a:pt x="0" y="21600"/>
                </a:lnTo>
                <a:lnTo>
                  <a:pt x="434" y="20798"/>
                </a:lnTo>
                <a:lnTo>
                  <a:pt x="874" y="19991"/>
                </a:lnTo>
                <a:lnTo>
                  <a:pt x="1314" y="19172"/>
                </a:lnTo>
                <a:lnTo>
                  <a:pt x="1878" y="18042"/>
                </a:lnTo>
                <a:lnTo>
                  <a:pt x="2410" y="16930"/>
                </a:lnTo>
                <a:lnTo>
                  <a:pt x="2902" y="15836"/>
                </a:lnTo>
                <a:lnTo>
                  <a:pt x="3336" y="14754"/>
                </a:lnTo>
                <a:lnTo>
                  <a:pt x="3709" y="13684"/>
                </a:lnTo>
                <a:lnTo>
                  <a:pt x="3993" y="12621"/>
                </a:lnTo>
                <a:lnTo>
                  <a:pt x="4190" y="11562"/>
                </a:lnTo>
                <a:lnTo>
                  <a:pt x="4278" y="10507"/>
                </a:lnTo>
                <a:lnTo>
                  <a:pt x="4247" y="9452"/>
                </a:lnTo>
                <a:lnTo>
                  <a:pt x="4081" y="8392"/>
                </a:lnTo>
                <a:lnTo>
                  <a:pt x="3771" y="7325"/>
                </a:lnTo>
                <a:lnTo>
                  <a:pt x="3300" y="6252"/>
                </a:lnTo>
                <a:lnTo>
                  <a:pt x="2659" y="5165"/>
                </a:lnTo>
                <a:lnTo>
                  <a:pt x="1831" y="4065"/>
                </a:lnTo>
                <a:lnTo>
                  <a:pt x="807" y="2947"/>
                </a:lnTo>
                <a:lnTo>
                  <a:pt x="409" y="2249"/>
                </a:lnTo>
                <a:lnTo>
                  <a:pt x="0" y="1543"/>
                </a:lnTo>
                <a:lnTo>
                  <a:pt x="2566" y="778"/>
                </a:lnTo>
                <a:lnTo>
                  <a:pt x="5172" y="0"/>
                </a:lnTo>
                <a:close/>
              </a:path>
            </a:pathLst>
          </a:custGeom>
          <a:solidFill>
            <a:srgbClr val="D2E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7" name="contour_08955"/>
          <p:cNvSpPr/>
          <p:nvPr/>
        </p:nvSpPr>
        <p:spPr>
          <a:xfrm>
            <a:off x="8457157" y="5028568"/>
            <a:ext cx="80168" cy="43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34" y="0"/>
                </a:moveTo>
                <a:lnTo>
                  <a:pt x="5567" y="395"/>
                </a:lnTo>
                <a:lnTo>
                  <a:pt x="6845" y="822"/>
                </a:lnTo>
                <a:lnTo>
                  <a:pt x="8088" y="1324"/>
                </a:lnTo>
                <a:lnTo>
                  <a:pt x="9314" y="1941"/>
                </a:lnTo>
                <a:lnTo>
                  <a:pt x="10539" y="2709"/>
                </a:lnTo>
                <a:lnTo>
                  <a:pt x="11782" y="3660"/>
                </a:lnTo>
                <a:lnTo>
                  <a:pt x="12247" y="5859"/>
                </a:lnTo>
                <a:lnTo>
                  <a:pt x="12575" y="7998"/>
                </a:lnTo>
                <a:lnTo>
                  <a:pt x="12807" y="10143"/>
                </a:lnTo>
                <a:lnTo>
                  <a:pt x="12980" y="12361"/>
                </a:lnTo>
                <a:lnTo>
                  <a:pt x="13131" y="14704"/>
                </a:lnTo>
                <a:lnTo>
                  <a:pt x="13632" y="17097"/>
                </a:lnTo>
                <a:lnTo>
                  <a:pt x="14268" y="18407"/>
                </a:lnTo>
                <a:lnTo>
                  <a:pt x="15585" y="19749"/>
                </a:lnTo>
                <a:lnTo>
                  <a:pt x="16695" y="20222"/>
                </a:lnTo>
                <a:lnTo>
                  <a:pt x="17561" y="20556"/>
                </a:lnTo>
                <a:lnTo>
                  <a:pt x="18476" y="20836"/>
                </a:lnTo>
                <a:lnTo>
                  <a:pt x="19727" y="21155"/>
                </a:lnTo>
                <a:lnTo>
                  <a:pt x="21600" y="21600"/>
                </a:lnTo>
                <a:lnTo>
                  <a:pt x="20212" y="21600"/>
                </a:lnTo>
                <a:lnTo>
                  <a:pt x="18821" y="21600"/>
                </a:lnTo>
                <a:lnTo>
                  <a:pt x="17427" y="21600"/>
                </a:lnTo>
                <a:lnTo>
                  <a:pt x="16027" y="21600"/>
                </a:lnTo>
                <a:lnTo>
                  <a:pt x="14621" y="21600"/>
                </a:lnTo>
                <a:lnTo>
                  <a:pt x="13207" y="21600"/>
                </a:lnTo>
                <a:lnTo>
                  <a:pt x="11782" y="21600"/>
                </a:lnTo>
                <a:lnTo>
                  <a:pt x="11782" y="19232"/>
                </a:lnTo>
                <a:lnTo>
                  <a:pt x="11782" y="16846"/>
                </a:lnTo>
                <a:lnTo>
                  <a:pt x="11782" y="14424"/>
                </a:lnTo>
                <a:lnTo>
                  <a:pt x="10486" y="15020"/>
                </a:lnTo>
                <a:lnTo>
                  <a:pt x="9188" y="15612"/>
                </a:lnTo>
                <a:lnTo>
                  <a:pt x="7884" y="16207"/>
                </a:lnTo>
                <a:lnTo>
                  <a:pt x="6574" y="16803"/>
                </a:lnTo>
                <a:lnTo>
                  <a:pt x="5257" y="17406"/>
                </a:lnTo>
                <a:lnTo>
                  <a:pt x="3927" y="18012"/>
                </a:lnTo>
                <a:lnTo>
                  <a:pt x="4008" y="16308"/>
                </a:lnTo>
                <a:lnTo>
                  <a:pt x="4090" y="14593"/>
                </a:lnTo>
                <a:lnTo>
                  <a:pt x="4173" y="12852"/>
                </a:lnTo>
                <a:lnTo>
                  <a:pt x="4092" y="11001"/>
                </a:lnTo>
                <a:lnTo>
                  <a:pt x="4010" y="9139"/>
                </a:lnTo>
                <a:lnTo>
                  <a:pt x="3927" y="7248"/>
                </a:lnTo>
                <a:lnTo>
                  <a:pt x="2763" y="5805"/>
                </a:lnTo>
                <a:lnTo>
                  <a:pt x="1964" y="4948"/>
                </a:lnTo>
                <a:lnTo>
                  <a:pt x="1166" y="4349"/>
                </a:lnTo>
                <a:lnTo>
                  <a:pt x="0" y="3660"/>
                </a:lnTo>
                <a:lnTo>
                  <a:pt x="1170" y="1586"/>
                </a:lnTo>
                <a:lnTo>
                  <a:pt x="2003" y="513"/>
                </a:lnTo>
                <a:lnTo>
                  <a:pt x="2890" y="100"/>
                </a:lnTo>
                <a:lnTo>
                  <a:pt x="4234" y="0"/>
                </a:lnTo>
                <a:close/>
              </a:path>
            </a:pathLst>
          </a:custGeom>
          <a:solidFill>
            <a:srgbClr val="C9BD9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8" name="contour_08956"/>
          <p:cNvSpPr/>
          <p:nvPr/>
        </p:nvSpPr>
        <p:spPr>
          <a:xfrm>
            <a:off x="7932421" y="4996938"/>
            <a:ext cx="80168" cy="38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09" y="121"/>
                </a:moveTo>
                <a:lnTo>
                  <a:pt x="7102" y="28"/>
                </a:lnTo>
                <a:lnTo>
                  <a:pt x="8285" y="0"/>
                </a:lnTo>
                <a:lnTo>
                  <a:pt x="9461" y="36"/>
                </a:lnTo>
                <a:lnTo>
                  <a:pt x="10635" y="126"/>
                </a:lnTo>
                <a:lnTo>
                  <a:pt x="11815" y="263"/>
                </a:lnTo>
                <a:lnTo>
                  <a:pt x="13009" y="445"/>
                </a:lnTo>
                <a:lnTo>
                  <a:pt x="14250" y="555"/>
                </a:lnTo>
                <a:lnTo>
                  <a:pt x="15511" y="668"/>
                </a:lnTo>
                <a:lnTo>
                  <a:pt x="16728" y="794"/>
                </a:lnTo>
                <a:lnTo>
                  <a:pt x="17948" y="939"/>
                </a:lnTo>
                <a:lnTo>
                  <a:pt x="19165" y="1101"/>
                </a:lnTo>
                <a:lnTo>
                  <a:pt x="20383" y="1276"/>
                </a:lnTo>
                <a:lnTo>
                  <a:pt x="21600" y="1458"/>
                </a:lnTo>
                <a:lnTo>
                  <a:pt x="20799" y="2219"/>
                </a:lnTo>
                <a:lnTo>
                  <a:pt x="19986" y="2989"/>
                </a:lnTo>
                <a:lnTo>
                  <a:pt x="17973" y="4973"/>
                </a:lnTo>
                <a:lnTo>
                  <a:pt x="16385" y="6576"/>
                </a:lnTo>
                <a:lnTo>
                  <a:pt x="15146" y="7909"/>
                </a:lnTo>
                <a:lnTo>
                  <a:pt x="14177" y="9079"/>
                </a:lnTo>
                <a:lnTo>
                  <a:pt x="13410" y="10201"/>
                </a:lnTo>
                <a:lnTo>
                  <a:pt x="12764" y="11383"/>
                </a:lnTo>
                <a:lnTo>
                  <a:pt x="12163" y="12736"/>
                </a:lnTo>
                <a:lnTo>
                  <a:pt x="11534" y="14368"/>
                </a:lnTo>
                <a:lnTo>
                  <a:pt x="10800" y="16392"/>
                </a:lnTo>
                <a:lnTo>
                  <a:pt x="9345" y="18984"/>
                </a:lnTo>
                <a:lnTo>
                  <a:pt x="8355" y="20551"/>
                </a:lnTo>
                <a:lnTo>
                  <a:pt x="7587" y="21337"/>
                </a:lnTo>
                <a:lnTo>
                  <a:pt x="6798" y="21600"/>
                </a:lnTo>
                <a:lnTo>
                  <a:pt x="5746" y="21580"/>
                </a:lnTo>
                <a:lnTo>
                  <a:pt x="4650" y="21001"/>
                </a:lnTo>
                <a:lnTo>
                  <a:pt x="3804" y="20511"/>
                </a:lnTo>
                <a:lnTo>
                  <a:pt x="2930" y="19911"/>
                </a:lnTo>
                <a:lnTo>
                  <a:pt x="1754" y="19025"/>
                </a:lnTo>
                <a:lnTo>
                  <a:pt x="0" y="17656"/>
                </a:lnTo>
                <a:lnTo>
                  <a:pt x="774" y="12663"/>
                </a:lnTo>
                <a:lnTo>
                  <a:pt x="1400" y="8876"/>
                </a:lnTo>
                <a:lnTo>
                  <a:pt x="1948" y="6103"/>
                </a:lnTo>
                <a:lnTo>
                  <a:pt x="2484" y="4126"/>
                </a:lnTo>
                <a:lnTo>
                  <a:pt x="3079" y="2746"/>
                </a:lnTo>
                <a:lnTo>
                  <a:pt x="3802" y="1753"/>
                </a:lnTo>
                <a:lnTo>
                  <a:pt x="4721" y="948"/>
                </a:lnTo>
                <a:lnTo>
                  <a:pt x="5909" y="121"/>
                </a:lnTo>
                <a:close/>
              </a:path>
            </a:pathLst>
          </a:custGeom>
          <a:solidFill>
            <a:srgbClr val="CDD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8959" name="contour_08957"/>
          <p:cNvSpPr/>
          <p:nvPr/>
        </p:nvSpPr>
        <p:spPr>
          <a:xfrm>
            <a:off x="2174908" y="5014138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971" y="0"/>
                </a:lnTo>
                <a:lnTo>
                  <a:pt x="20277" y="0"/>
                </a:lnTo>
                <a:lnTo>
                  <a:pt x="21600" y="0"/>
                </a:lnTo>
                <a:lnTo>
                  <a:pt x="21290" y="1714"/>
                </a:lnTo>
                <a:lnTo>
                  <a:pt x="21033" y="2945"/>
                </a:lnTo>
                <a:lnTo>
                  <a:pt x="20734" y="4039"/>
                </a:lnTo>
                <a:lnTo>
                  <a:pt x="20300" y="5342"/>
                </a:lnTo>
                <a:lnTo>
                  <a:pt x="19636" y="7200"/>
                </a:lnTo>
                <a:lnTo>
                  <a:pt x="18117" y="8011"/>
                </a:lnTo>
                <a:lnTo>
                  <a:pt x="17050" y="8542"/>
                </a:lnTo>
                <a:lnTo>
                  <a:pt x="16155" y="8906"/>
                </a:lnTo>
                <a:lnTo>
                  <a:pt x="15147" y="9221"/>
                </a:lnTo>
                <a:lnTo>
                  <a:pt x="13745" y="9600"/>
                </a:lnTo>
                <a:lnTo>
                  <a:pt x="14166" y="8395"/>
                </a:lnTo>
                <a:lnTo>
                  <a:pt x="14592" y="7193"/>
                </a:lnTo>
                <a:lnTo>
                  <a:pt x="15026" y="5995"/>
                </a:lnTo>
                <a:lnTo>
                  <a:pt x="15464" y="4800"/>
                </a:lnTo>
                <a:lnTo>
                  <a:pt x="15943" y="3461"/>
                </a:lnTo>
                <a:lnTo>
                  <a:pt x="16430" y="2100"/>
                </a:lnTo>
                <a:lnTo>
                  <a:pt x="17046" y="1058"/>
                </a:lnTo>
                <a:lnTo>
                  <a:pt x="17673" y="0"/>
                </a:lnTo>
                <a:lnTo>
                  <a:pt x="7855" y="7200"/>
                </a:lnTo>
                <a:lnTo>
                  <a:pt x="9370" y="8256"/>
                </a:lnTo>
                <a:lnTo>
                  <a:pt x="10641" y="9245"/>
                </a:lnTo>
                <a:lnTo>
                  <a:pt x="11707" y="10205"/>
                </a:lnTo>
                <a:lnTo>
                  <a:pt x="12609" y="11179"/>
                </a:lnTo>
                <a:lnTo>
                  <a:pt x="13384" y="12204"/>
                </a:lnTo>
                <a:lnTo>
                  <a:pt x="14077" y="13318"/>
                </a:lnTo>
                <a:lnTo>
                  <a:pt x="14725" y="14561"/>
                </a:lnTo>
                <a:lnTo>
                  <a:pt x="15367" y="15972"/>
                </a:lnTo>
                <a:lnTo>
                  <a:pt x="16047" y="17590"/>
                </a:lnTo>
                <a:lnTo>
                  <a:pt x="16803" y="19452"/>
                </a:lnTo>
                <a:lnTo>
                  <a:pt x="17673" y="21600"/>
                </a:lnTo>
                <a:lnTo>
                  <a:pt x="16424" y="21091"/>
                </a:lnTo>
                <a:lnTo>
                  <a:pt x="15173" y="20582"/>
                </a:lnTo>
                <a:lnTo>
                  <a:pt x="13922" y="20071"/>
                </a:lnTo>
                <a:lnTo>
                  <a:pt x="12669" y="19562"/>
                </a:lnTo>
                <a:lnTo>
                  <a:pt x="11417" y="19051"/>
                </a:lnTo>
                <a:lnTo>
                  <a:pt x="10160" y="18540"/>
                </a:lnTo>
                <a:lnTo>
                  <a:pt x="8903" y="18026"/>
                </a:lnTo>
                <a:lnTo>
                  <a:pt x="7642" y="17513"/>
                </a:lnTo>
                <a:lnTo>
                  <a:pt x="6378" y="16999"/>
                </a:lnTo>
                <a:lnTo>
                  <a:pt x="5111" y="16483"/>
                </a:lnTo>
                <a:lnTo>
                  <a:pt x="3841" y="15965"/>
                </a:lnTo>
                <a:lnTo>
                  <a:pt x="2565" y="15444"/>
                </a:lnTo>
                <a:lnTo>
                  <a:pt x="1284" y="14923"/>
                </a:lnTo>
                <a:lnTo>
                  <a:pt x="0" y="14400"/>
                </a:lnTo>
                <a:lnTo>
                  <a:pt x="1296" y="14004"/>
                </a:lnTo>
                <a:lnTo>
                  <a:pt x="2594" y="13608"/>
                </a:lnTo>
                <a:lnTo>
                  <a:pt x="3898" y="13210"/>
                </a:lnTo>
                <a:lnTo>
                  <a:pt x="5208" y="12809"/>
                </a:lnTo>
                <a:lnTo>
                  <a:pt x="6525" y="12406"/>
                </a:lnTo>
                <a:lnTo>
                  <a:pt x="7855" y="12000"/>
                </a:lnTo>
                <a:lnTo>
                  <a:pt x="7855" y="10414"/>
                </a:lnTo>
                <a:lnTo>
                  <a:pt x="7855" y="8818"/>
                </a:lnTo>
                <a:lnTo>
                  <a:pt x="7855" y="7200"/>
                </a:lnTo>
                <a:lnTo>
                  <a:pt x="17673" y="0"/>
                </a:lnTo>
                <a:close/>
              </a:path>
            </a:pathLst>
          </a:custGeom>
          <a:solidFill>
            <a:srgbClr val="DBD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0" name="contour_08958"/>
          <p:cNvSpPr/>
          <p:nvPr/>
        </p:nvSpPr>
        <p:spPr>
          <a:xfrm>
            <a:off x="4696553" y="4984986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792"/>
                </a:lnTo>
                <a:lnTo>
                  <a:pt x="8967" y="1584"/>
                </a:lnTo>
                <a:lnTo>
                  <a:pt x="10751" y="2380"/>
                </a:lnTo>
                <a:lnTo>
                  <a:pt x="12541" y="3175"/>
                </a:lnTo>
                <a:lnTo>
                  <a:pt x="14337" y="3971"/>
                </a:lnTo>
                <a:lnTo>
                  <a:pt x="16141" y="4774"/>
                </a:lnTo>
                <a:lnTo>
                  <a:pt x="17950" y="5576"/>
                </a:lnTo>
                <a:lnTo>
                  <a:pt x="19769" y="6386"/>
                </a:lnTo>
                <a:lnTo>
                  <a:pt x="21600" y="7200"/>
                </a:lnTo>
                <a:lnTo>
                  <a:pt x="21065" y="9338"/>
                </a:lnTo>
                <a:lnTo>
                  <a:pt x="20528" y="11484"/>
                </a:lnTo>
                <a:lnTo>
                  <a:pt x="19991" y="13637"/>
                </a:lnTo>
                <a:lnTo>
                  <a:pt x="19448" y="15808"/>
                </a:lnTo>
                <a:lnTo>
                  <a:pt x="18900" y="18000"/>
                </a:lnTo>
                <a:lnTo>
                  <a:pt x="17023" y="18781"/>
                </a:lnTo>
                <a:lnTo>
                  <a:pt x="15611" y="19321"/>
                </a:lnTo>
                <a:lnTo>
                  <a:pt x="14399" y="19692"/>
                </a:lnTo>
                <a:lnTo>
                  <a:pt x="13119" y="19962"/>
                </a:lnTo>
                <a:lnTo>
                  <a:pt x="11502" y="20200"/>
                </a:lnTo>
                <a:lnTo>
                  <a:pt x="9283" y="20477"/>
                </a:lnTo>
                <a:lnTo>
                  <a:pt x="8510" y="20581"/>
                </a:lnTo>
                <a:lnTo>
                  <a:pt x="7152" y="20765"/>
                </a:lnTo>
                <a:lnTo>
                  <a:pt x="4039" y="21193"/>
                </a:lnTo>
                <a:lnTo>
                  <a:pt x="2705" y="21326"/>
                </a:lnTo>
                <a:lnTo>
                  <a:pt x="1361" y="2146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54"/>
                </a:lnTo>
                <a:lnTo>
                  <a:pt x="0" y="12053"/>
                </a:lnTo>
                <a:lnTo>
                  <a:pt x="0" y="9637"/>
                </a:lnTo>
                <a:lnTo>
                  <a:pt x="0" y="7200"/>
                </a:lnTo>
                <a:lnTo>
                  <a:pt x="1785" y="7200"/>
                </a:lnTo>
                <a:lnTo>
                  <a:pt x="3580" y="7200"/>
                </a:lnTo>
                <a:lnTo>
                  <a:pt x="5400" y="7200"/>
                </a:lnTo>
                <a:lnTo>
                  <a:pt x="5400" y="4820"/>
                </a:lnTo>
                <a:lnTo>
                  <a:pt x="5400" y="2426"/>
                </a:lnTo>
                <a:lnTo>
                  <a:pt x="5400" y="0"/>
                </a:lnTo>
                <a:close/>
              </a:path>
            </a:pathLst>
          </a:custGeom>
          <a:solidFill>
            <a:srgbClr val="897E81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1" name="contour_08959"/>
          <p:cNvSpPr/>
          <p:nvPr/>
        </p:nvSpPr>
        <p:spPr>
          <a:xfrm>
            <a:off x="418502" y="4977698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956" y="487"/>
                </a:lnTo>
                <a:lnTo>
                  <a:pt x="18490" y="974"/>
                </a:lnTo>
                <a:lnTo>
                  <a:pt x="20036" y="1467"/>
                </a:lnTo>
                <a:lnTo>
                  <a:pt x="21600" y="1964"/>
                </a:lnTo>
                <a:lnTo>
                  <a:pt x="21079" y="3214"/>
                </a:lnTo>
                <a:lnTo>
                  <a:pt x="20545" y="4461"/>
                </a:lnTo>
                <a:lnTo>
                  <a:pt x="19999" y="5708"/>
                </a:lnTo>
                <a:lnTo>
                  <a:pt x="19446" y="6951"/>
                </a:lnTo>
                <a:lnTo>
                  <a:pt x="18885" y="8194"/>
                </a:lnTo>
                <a:lnTo>
                  <a:pt x="18314" y="9437"/>
                </a:lnTo>
                <a:lnTo>
                  <a:pt x="17743" y="10678"/>
                </a:lnTo>
                <a:lnTo>
                  <a:pt x="17487" y="11301"/>
                </a:lnTo>
                <a:lnTo>
                  <a:pt x="16718" y="13182"/>
                </a:lnTo>
                <a:lnTo>
                  <a:pt x="16148" y="14348"/>
                </a:lnTo>
                <a:lnTo>
                  <a:pt x="15558" y="15456"/>
                </a:lnTo>
                <a:lnTo>
                  <a:pt x="14916" y="16524"/>
                </a:lnTo>
                <a:lnTo>
                  <a:pt x="14188" y="17565"/>
                </a:lnTo>
                <a:lnTo>
                  <a:pt x="13343" y="18598"/>
                </a:lnTo>
                <a:lnTo>
                  <a:pt x="12343" y="19636"/>
                </a:lnTo>
                <a:lnTo>
                  <a:pt x="10279" y="20237"/>
                </a:lnTo>
                <a:lnTo>
                  <a:pt x="8322" y="20681"/>
                </a:lnTo>
                <a:lnTo>
                  <a:pt x="6391" y="21005"/>
                </a:lnTo>
                <a:lnTo>
                  <a:pt x="4409" y="21243"/>
                </a:lnTo>
                <a:lnTo>
                  <a:pt x="2305" y="21429"/>
                </a:lnTo>
                <a:lnTo>
                  <a:pt x="0" y="21600"/>
                </a:lnTo>
                <a:lnTo>
                  <a:pt x="0" y="20212"/>
                </a:lnTo>
                <a:lnTo>
                  <a:pt x="0" y="18821"/>
                </a:lnTo>
                <a:lnTo>
                  <a:pt x="0" y="17427"/>
                </a:lnTo>
                <a:lnTo>
                  <a:pt x="0" y="16027"/>
                </a:lnTo>
                <a:lnTo>
                  <a:pt x="0" y="14621"/>
                </a:lnTo>
                <a:lnTo>
                  <a:pt x="0" y="13207"/>
                </a:lnTo>
                <a:lnTo>
                  <a:pt x="0" y="11782"/>
                </a:lnTo>
                <a:lnTo>
                  <a:pt x="670" y="11994"/>
                </a:lnTo>
                <a:lnTo>
                  <a:pt x="1537" y="12271"/>
                </a:lnTo>
                <a:lnTo>
                  <a:pt x="3175" y="12793"/>
                </a:lnTo>
                <a:lnTo>
                  <a:pt x="6171" y="13745"/>
                </a:lnTo>
                <a:lnTo>
                  <a:pt x="6171" y="12357"/>
                </a:lnTo>
                <a:lnTo>
                  <a:pt x="6171" y="10967"/>
                </a:lnTo>
                <a:lnTo>
                  <a:pt x="6171" y="9573"/>
                </a:lnTo>
                <a:lnTo>
                  <a:pt x="6171" y="8173"/>
                </a:lnTo>
                <a:lnTo>
                  <a:pt x="6171" y="6767"/>
                </a:lnTo>
                <a:lnTo>
                  <a:pt x="6171" y="5353"/>
                </a:lnTo>
                <a:lnTo>
                  <a:pt x="6171" y="3927"/>
                </a:lnTo>
                <a:lnTo>
                  <a:pt x="8004" y="4316"/>
                </a:lnTo>
                <a:lnTo>
                  <a:pt x="9843" y="4707"/>
                </a:lnTo>
                <a:lnTo>
                  <a:pt x="11689" y="5098"/>
                </a:lnTo>
                <a:lnTo>
                  <a:pt x="13549" y="5492"/>
                </a:lnTo>
                <a:lnTo>
                  <a:pt x="15429" y="5891"/>
                </a:lnTo>
                <a:lnTo>
                  <a:pt x="15429" y="4725"/>
                </a:lnTo>
                <a:lnTo>
                  <a:pt x="15429" y="3554"/>
                </a:lnTo>
                <a:lnTo>
                  <a:pt x="15429" y="2380"/>
                </a:lnTo>
                <a:lnTo>
                  <a:pt x="15429" y="1196"/>
                </a:lnTo>
                <a:lnTo>
                  <a:pt x="15429" y="0"/>
                </a:lnTo>
                <a:close/>
              </a:path>
            </a:pathLst>
          </a:custGeom>
          <a:solidFill>
            <a:srgbClr val="CDD1D3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2" name="contour_08960"/>
          <p:cNvSpPr/>
          <p:nvPr/>
        </p:nvSpPr>
        <p:spPr>
          <a:xfrm>
            <a:off x="4601809" y="495583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0"/>
                </a:lnTo>
                <a:lnTo>
                  <a:pt x="7162" y="0"/>
                </a:lnTo>
                <a:lnTo>
                  <a:pt x="9202" y="0"/>
                </a:lnTo>
                <a:lnTo>
                  <a:pt x="11247" y="0"/>
                </a:lnTo>
                <a:lnTo>
                  <a:pt x="13299" y="0"/>
                </a:lnTo>
                <a:lnTo>
                  <a:pt x="15361" y="0"/>
                </a:lnTo>
                <a:lnTo>
                  <a:pt x="17428" y="0"/>
                </a:lnTo>
                <a:lnTo>
                  <a:pt x="19508" y="0"/>
                </a:lnTo>
                <a:lnTo>
                  <a:pt x="21600" y="0"/>
                </a:lnTo>
                <a:lnTo>
                  <a:pt x="21541" y="3146"/>
                </a:lnTo>
                <a:lnTo>
                  <a:pt x="21332" y="5594"/>
                </a:lnTo>
                <a:lnTo>
                  <a:pt x="20912" y="7556"/>
                </a:lnTo>
                <a:lnTo>
                  <a:pt x="20227" y="9248"/>
                </a:lnTo>
                <a:lnTo>
                  <a:pt x="19218" y="10883"/>
                </a:lnTo>
                <a:lnTo>
                  <a:pt x="17832" y="12679"/>
                </a:lnTo>
                <a:lnTo>
                  <a:pt x="16009" y="14850"/>
                </a:lnTo>
                <a:lnTo>
                  <a:pt x="15546" y="15419"/>
                </a:lnTo>
                <a:lnTo>
                  <a:pt x="14728" y="16416"/>
                </a:lnTo>
                <a:lnTo>
                  <a:pt x="12861" y="18702"/>
                </a:lnTo>
                <a:lnTo>
                  <a:pt x="11300" y="19922"/>
                </a:lnTo>
                <a:lnTo>
                  <a:pt x="9982" y="20740"/>
                </a:lnTo>
                <a:lnTo>
                  <a:pt x="8551" y="21236"/>
                </a:lnTo>
                <a:lnTo>
                  <a:pt x="6647" y="21492"/>
                </a:lnTo>
                <a:lnTo>
                  <a:pt x="3916" y="21586"/>
                </a:lnTo>
                <a:lnTo>
                  <a:pt x="0" y="21600"/>
                </a:lnTo>
                <a:lnTo>
                  <a:pt x="339" y="19224"/>
                </a:lnTo>
                <a:lnTo>
                  <a:pt x="679" y="16844"/>
                </a:lnTo>
                <a:lnTo>
                  <a:pt x="1018" y="14465"/>
                </a:lnTo>
                <a:lnTo>
                  <a:pt x="1361" y="12078"/>
                </a:lnTo>
                <a:lnTo>
                  <a:pt x="1703" y="9684"/>
                </a:lnTo>
                <a:lnTo>
                  <a:pt x="2046" y="7279"/>
                </a:lnTo>
                <a:lnTo>
                  <a:pt x="2391" y="4867"/>
                </a:lnTo>
                <a:lnTo>
                  <a:pt x="2737" y="2441"/>
                </a:lnTo>
                <a:lnTo>
                  <a:pt x="3086" y="0"/>
                </a:lnTo>
                <a:close/>
              </a:path>
            </a:pathLst>
          </a:custGeom>
          <a:solidFill>
            <a:srgbClr val="37283E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3" name="contour_08961"/>
          <p:cNvSpPr/>
          <p:nvPr/>
        </p:nvSpPr>
        <p:spPr>
          <a:xfrm>
            <a:off x="7684630" y="4933970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764"/>
                </a:lnTo>
                <a:lnTo>
                  <a:pt x="13856" y="1528"/>
                </a:lnTo>
                <a:lnTo>
                  <a:pt x="15390" y="2295"/>
                </a:lnTo>
                <a:lnTo>
                  <a:pt x="16929" y="3064"/>
                </a:lnTo>
                <a:lnTo>
                  <a:pt x="18476" y="3839"/>
                </a:lnTo>
                <a:lnTo>
                  <a:pt x="20031" y="4617"/>
                </a:lnTo>
                <a:lnTo>
                  <a:pt x="21600" y="5400"/>
                </a:lnTo>
                <a:lnTo>
                  <a:pt x="21001" y="7201"/>
                </a:lnTo>
                <a:lnTo>
                  <a:pt x="20399" y="8999"/>
                </a:lnTo>
                <a:lnTo>
                  <a:pt x="19799" y="10800"/>
                </a:lnTo>
                <a:lnTo>
                  <a:pt x="19200" y="12601"/>
                </a:lnTo>
                <a:lnTo>
                  <a:pt x="18600" y="14399"/>
                </a:lnTo>
                <a:lnTo>
                  <a:pt x="18001" y="16200"/>
                </a:lnTo>
                <a:lnTo>
                  <a:pt x="17401" y="18001"/>
                </a:lnTo>
                <a:lnTo>
                  <a:pt x="16799" y="19799"/>
                </a:lnTo>
                <a:lnTo>
                  <a:pt x="16200" y="21600"/>
                </a:lnTo>
                <a:lnTo>
                  <a:pt x="15385" y="21465"/>
                </a:lnTo>
                <a:lnTo>
                  <a:pt x="14637" y="21338"/>
                </a:lnTo>
                <a:lnTo>
                  <a:pt x="13819" y="21203"/>
                </a:lnTo>
                <a:lnTo>
                  <a:pt x="12798" y="21033"/>
                </a:lnTo>
                <a:lnTo>
                  <a:pt x="11443" y="20806"/>
                </a:lnTo>
                <a:lnTo>
                  <a:pt x="9617" y="20504"/>
                </a:lnTo>
                <a:lnTo>
                  <a:pt x="7193" y="20099"/>
                </a:lnTo>
                <a:lnTo>
                  <a:pt x="4031" y="19572"/>
                </a:lnTo>
                <a:lnTo>
                  <a:pt x="0" y="18900"/>
                </a:lnTo>
                <a:lnTo>
                  <a:pt x="961" y="17688"/>
                </a:lnTo>
                <a:lnTo>
                  <a:pt x="1925" y="16473"/>
                </a:lnTo>
                <a:lnTo>
                  <a:pt x="2900" y="15247"/>
                </a:lnTo>
                <a:lnTo>
                  <a:pt x="3883" y="14008"/>
                </a:lnTo>
                <a:lnTo>
                  <a:pt x="4968" y="12523"/>
                </a:lnTo>
                <a:lnTo>
                  <a:pt x="5967" y="11059"/>
                </a:lnTo>
                <a:lnTo>
                  <a:pt x="6877" y="9604"/>
                </a:lnTo>
                <a:lnTo>
                  <a:pt x="7709" y="8135"/>
                </a:lnTo>
                <a:lnTo>
                  <a:pt x="8464" y="6637"/>
                </a:lnTo>
                <a:lnTo>
                  <a:pt x="9145" y="5089"/>
                </a:lnTo>
                <a:lnTo>
                  <a:pt x="9761" y="3480"/>
                </a:lnTo>
                <a:lnTo>
                  <a:pt x="10309" y="1790"/>
                </a:lnTo>
                <a:lnTo>
                  <a:pt x="10800" y="0"/>
                </a:lnTo>
                <a:close/>
              </a:path>
            </a:pathLst>
          </a:custGeom>
          <a:solidFill>
            <a:srgbClr val="767A7B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4" name="contour_08962"/>
          <p:cNvSpPr/>
          <p:nvPr/>
        </p:nvSpPr>
        <p:spPr>
          <a:xfrm>
            <a:off x="10388467" y="4926434"/>
            <a:ext cx="80168" cy="441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35" y="3017"/>
                </a:moveTo>
                <a:lnTo>
                  <a:pt x="19548" y="4418"/>
                </a:lnTo>
                <a:lnTo>
                  <a:pt x="20567" y="5827"/>
                </a:lnTo>
                <a:lnTo>
                  <a:pt x="21600" y="7253"/>
                </a:lnTo>
                <a:lnTo>
                  <a:pt x="21056" y="9486"/>
                </a:lnTo>
                <a:lnTo>
                  <a:pt x="20540" y="11408"/>
                </a:lnTo>
                <a:lnTo>
                  <a:pt x="20000" y="13120"/>
                </a:lnTo>
                <a:lnTo>
                  <a:pt x="19377" y="14717"/>
                </a:lnTo>
                <a:lnTo>
                  <a:pt x="18619" y="16297"/>
                </a:lnTo>
                <a:lnTo>
                  <a:pt x="17673" y="17952"/>
                </a:lnTo>
                <a:lnTo>
                  <a:pt x="16373" y="18818"/>
                </a:lnTo>
                <a:lnTo>
                  <a:pt x="15087" y="19567"/>
                </a:lnTo>
                <a:lnTo>
                  <a:pt x="13808" y="20199"/>
                </a:lnTo>
                <a:lnTo>
                  <a:pt x="12530" y="20719"/>
                </a:lnTo>
                <a:lnTo>
                  <a:pt x="11246" y="21119"/>
                </a:lnTo>
                <a:lnTo>
                  <a:pt x="9946" y="21400"/>
                </a:lnTo>
                <a:lnTo>
                  <a:pt x="8626" y="21561"/>
                </a:lnTo>
                <a:lnTo>
                  <a:pt x="7277" y="21600"/>
                </a:lnTo>
                <a:lnTo>
                  <a:pt x="5891" y="21518"/>
                </a:lnTo>
                <a:lnTo>
                  <a:pt x="4607" y="20031"/>
                </a:lnTo>
                <a:lnTo>
                  <a:pt x="3538" y="18515"/>
                </a:lnTo>
                <a:lnTo>
                  <a:pt x="2618" y="16903"/>
                </a:lnTo>
                <a:lnTo>
                  <a:pt x="1769" y="15127"/>
                </a:lnTo>
                <a:lnTo>
                  <a:pt x="923" y="13123"/>
                </a:lnTo>
                <a:lnTo>
                  <a:pt x="0" y="10820"/>
                </a:lnTo>
                <a:lnTo>
                  <a:pt x="2671" y="8291"/>
                </a:lnTo>
                <a:lnTo>
                  <a:pt x="4970" y="6134"/>
                </a:lnTo>
                <a:lnTo>
                  <a:pt x="6943" y="4329"/>
                </a:lnTo>
                <a:lnTo>
                  <a:pt x="8626" y="2864"/>
                </a:lnTo>
                <a:lnTo>
                  <a:pt x="10062" y="1719"/>
                </a:lnTo>
                <a:lnTo>
                  <a:pt x="11291" y="877"/>
                </a:lnTo>
                <a:lnTo>
                  <a:pt x="12355" y="321"/>
                </a:lnTo>
                <a:lnTo>
                  <a:pt x="13290" y="36"/>
                </a:lnTo>
                <a:lnTo>
                  <a:pt x="14142" y="0"/>
                </a:lnTo>
                <a:lnTo>
                  <a:pt x="14947" y="203"/>
                </a:lnTo>
                <a:lnTo>
                  <a:pt x="15750" y="624"/>
                </a:lnTo>
                <a:lnTo>
                  <a:pt x="16587" y="1245"/>
                </a:lnTo>
                <a:lnTo>
                  <a:pt x="17502" y="2047"/>
                </a:lnTo>
                <a:lnTo>
                  <a:pt x="18535" y="3017"/>
                </a:lnTo>
                <a:close/>
              </a:path>
            </a:pathLst>
          </a:custGeom>
          <a:solidFill>
            <a:srgbClr val="E3E6E3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5" name="contour_08963"/>
          <p:cNvSpPr/>
          <p:nvPr/>
        </p:nvSpPr>
        <p:spPr>
          <a:xfrm>
            <a:off x="3676234" y="4926682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0"/>
                </a:lnTo>
                <a:lnTo>
                  <a:pt x="14367" y="0"/>
                </a:lnTo>
                <a:lnTo>
                  <a:pt x="16160" y="0"/>
                </a:lnTo>
                <a:lnTo>
                  <a:pt x="17960" y="0"/>
                </a:lnTo>
                <a:lnTo>
                  <a:pt x="19772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19815" y="10800"/>
                </a:lnTo>
                <a:lnTo>
                  <a:pt x="18020" y="10800"/>
                </a:lnTo>
                <a:lnTo>
                  <a:pt x="16200" y="10800"/>
                </a:lnTo>
                <a:lnTo>
                  <a:pt x="16200" y="12938"/>
                </a:lnTo>
                <a:lnTo>
                  <a:pt x="16200" y="15084"/>
                </a:lnTo>
                <a:lnTo>
                  <a:pt x="16200" y="17237"/>
                </a:lnTo>
                <a:lnTo>
                  <a:pt x="16200" y="19408"/>
                </a:lnTo>
                <a:lnTo>
                  <a:pt x="16200" y="21600"/>
                </a:lnTo>
                <a:lnTo>
                  <a:pt x="15385" y="21420"/>
                </a:lnTo>
                <a:lnTo>
                  <a:pt x="14637" y="21251"/>
                </a:lnTo>
                <a:lnTo>
                  <a:pt x="13819" y="21071"/>
                </a:lnTo>
                <a:lnTo>
                  <a:pt x="12798" y="20844"/>
                </a:lnTo>
                <a:lnTo>
                  <a:pt x="11443" y="20542"/>
                </a:lnTo>
                <a:lnTo>
                  <a:pt x="9617" y="20138"/>
                </a:lnTo>
                <a:lnTo>
                  <a:pt x="7193" y="19598"/>
                </a:lnTo>
                <a:lnTo>
                  <a:pt x="4031" y="18896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1412" y="9529"/>
                </a:lnTo>
                <a:lnTo>
                  <a:pt x="2446" y="8708"/>
                </a:lnTo>
                <a:lnTo>
                  <a:pt x="3607" y="7978"/>
                </a:lnTo>
                <a:lnTo>
                  <a:pt x="5400" y="6977"/>
                </a:lnTo>
                <a:lnTo>
                  <a:pt x="7193" y="5965"/>
                </a:lnTo>
                <a:lnTo>
                  <a:pt x="8354" y="5278"/>
                </a:lnTo>
                <a:lnTo>
                  <a:pt x="9388" y="4594"/>
                </a:lnTo>
                <a:lnTo>
                  <a:pt x="10800" y="3600"/>
                </a:lnTo>
                <a:lnTo>
                  <a:pt x="10800" y="1814"/>
                </a:lnTo>
                <a:lnTo>
                  <a:pt x="10800" y="0"/>
                </a:lnTo>
                <a:close/>
              </a:path>
            </a:pathLst>
          </a:custGeom>
          <a:solidFill>
            <a:srgbClr val="3C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6" name="contour_08964"/>
          <p:cNvSpPr/>
          <p:nvPr/>
        </p:nvSpPr>
        <p:spPr>
          <a:xfrm>
            <a:off x="10993378" y="491939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5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7" name="contour_08965"/>
          <p:cNvSpPr/>
          <p:nvPr/>
        </p:nvSpPr>
        <p:spPr>
          <a:xfrm>
            <a:off x="4405034" y="4890242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025" y="817"/>
                </a:lnTo>
                <a:lnTo>
                  <a:pt x="7876" y="1642"/>
                </a:lnTo>
                <a:lnTo>
                  <a:pt x="8729" y="2462"/>
                </a:lnTo>
                <a:lnTo>
                  <a:pt x="9580" y="3290"/>
                </a:lnTo>
                <a:lnTo>
                  <a:pt x="10431" y="4118"/>
                </a:lnTo>
                <a:lnTo>
                  <a:pt x="11281" y="4950"/>
                </a:lnTo>
                <a:lnTo>
                  <a:pt x="11999" y="5634"/>
                </a:lnTo>
                <a:lnTo>
                  <a:pt x="12725" y="6329"/>
                </a:lnTo>
                <a:lnTo>
                  <a:pt x="13082" y="6678"/>
                </a:lnTo>
                <a:lnTo>
                  <a:pt x="14157" y="7733"/>
                </a:lnTo>
                <a:lnTo>
                  <a:pt x="14801" y="8359"/>
                </a:lnTo>
                <a:lnTo>
                  <a:pt x="15455" y="8993"/>
                </a:lnTo>
                <a:lnTo>
                  <a:pt x="16368" y="10134"/>
                </a:lnTo>
                <a:lnTo>
                  <a:pt x="17263" y="11354"/>
                </a:lnTo>
                <a:lnTo>
                  <a:pt x="18144" y="12629"/>
                </a:lnTo>
                <a:lnTo>
                  <a:pt x="19014" y="13950"/>
                </a:lnTo>
                <a:lnTo>
                  <a:pt x="19878" y="15293"/>
                </a:lnTo>
                <a:lnTo>
                  <a:pt x="20739" y="16650"/>
                </a:lnTo>
                <a:lnTo>
                  <a:pt x="21600" y="18000"/>
                </a:lnTo>
                <a:lnTo>
                  <a:pt x="20582" y="17701"/>
                </a:lnTo>
                <a:lnTo>
                  <a:pt x="19563" y="17406"/>
                </a:lnTo>
                <a:lnTo>
                  <a:pt x="18544" y="17107"/>
                </a:lnTo>
                <a:lnTo>
                  <a:pt x="17522" y="16812"/>
                </a:lnTo>
                <a:lnTo>
                  <a:pt x="16499" y="16513"/>
                </a:lnTo>
                <a:lnTo>
                  <a:pt x="15475" y="16214"/>
                </a:lnTo>
                <a:lnTo>
                  <a:pt x="14447" y="15916"/>
                </a:lnTo>
                <a:lnTo>
                  <a:pt x="13417" y="15613"/>
                </a:lnTo>
                <a:lnTo>
                  <a:pt x="12383" y="15311"/>
                </a:lnTo>
                <a:lnTo>
                  <a:pt x="11346" y="15008"/>
                </a:lnTo>
                <a:lnTo>
                  <a:pt x="10303" y="14706"/>
                </a:lnTo>
                <a:lnTo>
                  <a:pt x="9257" y="14400"/>
                </a:lnTo>
                <a:lnTo>
                  <a:pt x="9257" y="16780"/>
                </a:lnTo>
                <a:lnTo>
                  <a:pt x="9257" y="19174"/>
                </a:lnTo>
                <a:lnTo>
                  <a:pt x="9257" y="21600"/>
                </a:lnTo>
                <a:lnTo>
                  <a:pt x="8239" y="21600"/>
                </a:lnTo>
                <a:lnTo>
                  <a:pt x="7219" y="21600"/>
                </a:lnTo>
                <a:lnTo>
                  <a:pt x="6199" y="21600"/>
                </a:lnTo>
                <a:lnTo>
                  <a:pt x="5176" y="21600"/>
                </a:lnTo>
                <a:lnTo>
                  <a:pt x="4150" y="21600"/>
                </a:lnTo>
                <a:lnTo>
                  <a:pt x="3120" y="21600"/>
                </a:lnTo>
                <a:lnTo>
                  <a:pt x="2086" y="21600"/>
                </a:lnTo>
                <a:lnTo>
                  <a:pt x="1046" y="21600"/>
                </a:lnTo>
                <a:lnTo>
                  <a:pt x="0" y="21600"/>
                </a:lnTo>
                <a:lnTo>
                  <a:pt x="383" y="19818"/>
                </a:lnTo>
                <a:lnTo>
                  <a:pt x="765" y="18029"/>
                </a:lnTo>
                <a:lnTo>
                  <a:pt x="1153" y="16225"/>
                </a:lnTo>
                <a:lnTo>
                  <a:pt x="1543" y="14400"/>
                </a:lnTo>
                <a:lnTo>
                  <a:pt x="2307" y="15293"/>
                </a:lnTo>
                <a:lnTo>
                  <a:pt x="3073" y="16186"/>
                </a:lnTo>
                <a:lnTo>
                  <a:pt x="3846" y="17089"/>
                </a:lnTo>
                <a:lnTo>
                  <a:pt x="4629" y="18000"/>
                </a:lnTo>
                <a:lnTo>
                  <a:pt x="4820" y="15772"/>
                </a:lnTo>
                <a:lnTo>
                  <a:pt x="5011" y="13543"/>
                </a:lnTo>
                <a:lnTo>
                  <a:pt x="5203" y="11308"/>
                </a:lnTo>
                <a:lnTo>
                  <a:pt x="5394" y="9068"/>
                </a:lnTo>
                <a:lnTo>
                  <a:pt x="5587" y="6818"/>
                </a:lnTo>
                <a:lnTo>
                  <a:pt x="5781" y="4558"/>
                </a:lnTo>
                <a:lnTo>
                  <a:pt x="5975" y="2286"/>
                </a:lnTo>
                <a:lnTo>
                  <a:pt x="6171" y="0"/>
                </a:lnTo>
                <a:close/>
              </a:path>
            </a:pathLst>
          </a:custGeom>
          <a:solidFill>
            <a:srgbClr val="907896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8" name="contour_08966"/>
          <p:cNvSpPr/>
          <p:nvPr/>
        </p:nvSpPr>
        <p:spPr>
          <a:xfrm>
            <a:off x="2779811" y="4868378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786" y="0"/>
                </a:lnTo>
                <a:lnTo>
                  <a:pt x="21600" y="0"/>
                </a:lnTo>
                <a:lnTo>
                  <a:pt x="21600" y="1527"/>
                </a:lnTo>
                <a:lnTo>
                  <a:pt x="21600" y="3056"/>
                </a:lnTo>
                <a:lnTo>
                  <a:pt x="21600" y="4584"/>
                </a:lnTo>
                <a:lnTo>
                  <a:pt x="21600" y="6115"/>
                </a:lnTo>
                <a:lnTo>
                  <a:pt x="21600" y="7646"/>
                </a:lnTo>
                <a:lnTo>
                  <a:pt x="21600" y="9182"/>
                </a:lnTo>
                <a:lnTo>
                  <a:pt x="21600" y="10718"/>
                </a:lnTo>
                <a:lnTo>
                  <a:pt x="21600" y="12260"/>
                </a:lnTo>
                <a:lnTo>
                  <a:pt x="21600" y="13805"/>
                </a:lnTo>
                <a:lnTo>
                  <a:pt x="21600" y="15353"/>
                </a:lnTo>
                <a:lnTo>
                  <a:pt x="21600" y="16906"/>
                </a:lnTo>
                <a:lnTo>
                  <a:pt x="21600" y="18466"/>
                </a:lnTo>
                <a:lnTo>
                  <a:pt x="21600" y="20030"/>
                </a:lnTo>
                <a:lnTo>
                  <a:pt x="21600" y="21600"/>
                </a:lnTo>
                <a:lnTo>
                  <a:pt x="19224" y="21125"/>
                </a:lnTo>
                <a:lnTo>
                  <a:pt x="16844" y="20650"/>
                </a:lnTo>
                <a:lnTo>
                  <a:pt x="14465" y="20172"/>
                </a:lnTo>
                <a:lnTo>
                  <a:pt x="12078" y="19695"/>
                </a:lnTo>
                <a:lnTo>
                  <a:pt x="9684" y="19218"/>
                </a:lnTo>
                <a:lnTo>
                  <a:pt x="7279" y="18736"/>
                </a:lnTo>
                <a:lnTo>
                  <a:pt x="4867" y="18254"/>
                </a:lnTo>
                <a:lnTo>
                  <a:pt x="2441" y="17768"/>
                </a:lnTo>
                <a:lnTo>
                  <a:pt x="0" y="17280"/>
                </a:lnTo>
                <a:lnTo>
                  <a:pt x="1019" y="16057"/>
                </a:lnTo>
                <a:lnTo>
                  <a:pt x="2038" y="14835"/>
                </a:lnTo>
                <a:lnTo>
                  <a:pt x="3060" y="13608"/>
                </a:lnTo>
                <a:lnTo>
                  <a:pt x="4086" y="12377"/>
                </a:lnTo>
                <a:lnTo>
                  <a:pt x="5119" y="11139"/>
                </a:lnTo>
                <a:lnTo>
                  <a:pt x="6156" y="9895"/>
                </a:lnTo>
                <a:lnTo>
                  <a:pt x="7200" y="8640"/>
                </a:lnTo>
                <a:lnTo>
                  <a:pt x="8982" y="9176"/>
                </a:lnTo>
                <a:lnTo>
                  <a:pt x="10775" y="9711"/>
                </a:lnTo>
                <a:lnTo>
                  <a:pt x="12575" y="10254"/>
                </a:lnTo>
                <a:lnTo>
                  <a:pt x="14400" y="10800"/>
                </a:lnTo>
                <a:lnTo>
                  <a:pt x="14728" y="9627"/>
                </a:lnTo>
                <a:lnTo>
                  <a:pt x="15062" y="8437"/>
                </a:lnTo>
                <a:lnTo>
                  <a:pt x="15361" y="7433"/>
                </a:lnTo>
                <a:lnTo>
                  <a:pt x="15667" y="6424"/>
                </a:lnTo>
                <a:lnTo>
                  <a:pt x="15977" y="5400"/>
                </a:lnTo>
                <a:lnTo>
                  <a:pt x="16416" y="3892"/>
                </a:lnTo>
                <a:lnTo>
                  <a:pt x="16862" y="2363"/>
                </a:lnTo>
                <a:lnTo>
                  <a:pt x="17428" y="1190"/>
                </a:lnTo>
                <a:lnTo>
                  <a:pt x="18000" y="0"/>
                </a:lnTo>
                <a:close/>
              </a:path>
            </a:pathLst>
          </a:custGeom>
          <a:solidFill>
            <a:srgbClr val="E0E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8969" name="contour_08967"/>
          <p:cNvSpPr/>
          <p:nvPr/>
        </p:nvSpPr>
        <p:spPr>
          <a:xfrm>
            <a:off x="3865722" y="4868378"/>
            <a:ext cx="453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40" y="0"/>
                </a:moveTo>
                <a:lnTo>
                  <a:pt x="9396" y="151"/>
                </a:lnTo>
                <a:lnTo>
                  <a:pt x="11773" y="348"/>
                </a:lnTo>
                <a:lnTo>
                  <a:pt x="14091" y="616"/>
                </a:lnTo>
                <a:lnTo>
                  <a:pt x="16360" y="987"/>
                </a:lnTo>
                <a:lnTo>
                  <a:pt x="18595" y="1493"/>
                </a:lnTo>
                <a:lnTo>
                  <a:pt x="20819" y="2160"/>
                </a:lnTo>
                <a:lnTo>
                  <a:pt x="21350" y="3659"/>
                </a:lnTo>
                <a:lnTo>
                  <a:pt x="21590" y="5061"/>
                </a:lnTo>
                <a:lnTo>
                  <a:pt x="21600" y="6420"/>
                </a:lnTo>
                <a:lnTo>
                  <a:pt x="21433" y="7791"/>
                </a:lnTo>
                <a:lnTo>
                  <a:pt x="21152" y="9234"/>
                </a:lnTo>
                <a:lnTo>
                  <a:pt x="20819" y="10800"/>
                </a:lnTo>
                <a:lnTo>
                  <a:pt x="18526" y="10800"/>
                </a:lnTo>
                <a:lnTo>
                  <a:pt x="16218" y="10800"/>
                </a:lnTo>
                <a:lnTo>
                  <a:pt x="13880" y="10800"/>
                </a:lnTo>
                <a:lnTo>
                  <a:pt x="14376" y="11701"/>
                </a:lnTo>
                <a:lnTo>
                  <a:pt x="14882" y="12614"/>
                </a:lnTo>
                <a:lnTo>
                  <a:pt x="15462" y="13792"/>
                </a:lnTo>
                <a:lnTo>
                  <a:pt x="16048" y="14986"/>
                </a:lnTo>
                <a:lnTo>
                  <a:pt x="16652" y="16152"/>
                </a:lnTo>
                <a:lnTo>
                  <a:pt x="17270" y="17338"/>
                </a:lnTo>
                <a:lnTo>
                  <a:pt x="17308" y="18382"/>
                </a:lnTo>
                <a:lnTo>
                  <a:pt x="17349" y="19440"/>
                </a:lnTo>
                <a:lnTo>
                  <a:pt x="15333" y="20237"/>
                </a:lnTo>
                <a:lnTo>
                  <a:pt x="13939" y="20730"/>
                </a:lnTo>
                <a:lnTo>
                  <a:pt x="12516" y="21116"/>
                </a:lnTo>
                <a:lnTo>
                  <a:pt x="10410" y="21600"/>
                </a:lnTo>
                <a:lnTo>
                  <a:pt x="10281" y="20933"/>
                </a:lnTo>
                <a:lnTo>
                  <a:pt x="9896" y="18917"/>
                </a:lnTo>
                <a:lnTo>
                  <a:pt x="9778" y="18399"/>
                </a:lnTo>
                <a:lnTo>
                  <a:pt x="9573" y="17483"/>
                </a:lnTo>
                <a:lnTo>
                  <a:pt x="9108" y="15390"/>
                </a:lnTo>
                <a:lnTo>
                  <a:pt x="8866" y="14237"/>
                </a:lnTo>
                <a:lnTo>
                  <a:pt x="8623" y="13074"/>
                </a:lnTo>
                <a:lnTo>
                  <a:pt x="8376" y="11897"/>
                </a:lnTo>
                <a:lnTo>
                  <a:pt x="7512" y="10223"/>
                </a:lnTo>
                <a:lnTo>
                  <a:pt x="6513" y="8832"/>
                </a:lnTo>
                <a:lnTo>
                  <a:pt x="5323" y="7633"/>
                </a:lnTo>
                <a:lnTo>
                  <a:pt x="3876" y="6543"/>
                </a:lnTo>
                <a:lnTo>
                  <a:pt x="2124" y="5467"/>
                </a:lnTo>
                <a:lnTo>
                  <a:pt x="0" y="4320"/>
                </a:lnTo>
                <a:lnTo>
                  <a:pt x="2294" y="4320"/>
                </a:lnTo>
                <a:lnTo>
                  <a:pt x="4601" y="4320"/>
                </a:lnTo>
                <a:lnTo>
                  <a:pt x="6940" y="4320"/>
                </a:lnTo>
                <a:lnTo>
                  <a:pt x="6940" y="2892"/>
                </a:lnTo>
                <a:lnTo>
                  <a:pt x="6940" y="1456"/>
                </a:lnTo>
                <a:lnTo>
                  <a:pt x="6940" y="0"/>
                </a:lnTo>
                <a:close/>
              </a:path>
            </a:pathLst>
          </a:custGeom>
          <a:solidFill>
            <a:srgbClr val="6D6551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0" name="contour_08968"/>
          <p:cNvSpPr/>
          <p:nvPr/>
        </p:nvSpPr>
        <p:spPr>
          <a:xfrm>
            <a:off x="1664749" y="4875666"/>
            <a:ext cx="94744" cy="578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6527" y="1724"/>
                </a:lnTo>
                <a:lnTo>
                  <a:pt x="16441" y="3473"/>
                </a:lnTo>
                <a:lnTo>
                  <a:pt x="16388" y="5342"/>
                </a:lnTo>
                <a:lnTo>
                  <a:pt x="16351" y="7183"/>
                </a:lnTo>
                <a:lnTo>
                  <a:pt x="16335" y="9002"/>
                </a:lnTo>
                <a:lnTo>
                  <a:pt x="16345" y="10816"/>
                </a:lnTo>
                <a:lnTo>
                  <a:pt x="16391" y="12630"/>
                </a:lnTo>
                <a:lnTo>
                  <a:pt x="16479" y="14461"/>
                </a:lnTo>
                <a:lnTo>
                  <a:pt x="16615" y="16318"/>
                </a:lnTo>
                <a:lnTo>
                  <a:pt x="17852" y="17482"/>
                </a:lnTo>
                <a:lnTo>
                  <a:pt x="18729" y="18206"/>
                </a:lnTo>
                <a:lnTo>
                  <a:pt x="19487" y="18619"/>
                </a:lnTo>
                <a:lnTo>
                  <a:pt x="20364" y="18853"/>
                </a:lnTo>
                <a:lnTo>
                  <a:pt x="21600" y="19038"/>
                </a:lnTo>
                <a:lnTo>
                  <a:pt x="19741" y="20270"/>
                </a:lnTo>
                <a:lnTo>
                  <a:pt x="18421" y="21072"/>
                </a:lnTo>
                <a:lnTo>
                  <a:pt x="17453" y="21497"/>
                </a:lnTo>
                <a:lnTo>
                  <a:pt x="16645" y="21600"/>
                </a:lnTo>
                <a:lnTo>
                  <a:pt x="15806" y="21442"/>
                </a:lnTo>
                <a:lnTo>
                  <a:pt x="14746" y="21078"/>
                </a:lnTo>
                <a:lnTo>
                  <a:pt x="13897" y="19835"/>
                </a:lnTo>
                <a:lnTo>
                  <a:pt x="13405" y="18782"/>
                </a:lnTo>
                <a:lnTo>
                  <a:pt x="13083" y="17344"/>
                </a:lnTo>
                <a:lnTo>
                  <a:pt x="12741" y="14948"/>
                </a:lnTo>
                <a:lnTo>
                  <a:pt x="12373" y="13604"/>
                </a:lnTo>
                <a:lnTo>
                  <a:pt x="12005" y="12250"/>
                </a:lnTo>
                <a:lnTo>
                  <a:pt x="11631" y="10879"/>
                </a:lnTo>
                <a:lnTo>
                  <a:pt x="10476" y="10289"/>
                </a:lnTo>
                <a:lnTo>
                  <a:pt x="9607" y="9881"/>
                </a:lnTo>
                <a:lnTo>
                  <a:pt x="8861" y="9601"/>
                </a:lnTo>
                <a:lnTo>
                  <a:pt x="8073" y="9397"/>
                </a:lnTo>
                <a:lnTo>
                  <a:pt x="7078" y="9217"/>
                </a:lnTo>
                <a:lnTo>
                  <a:pt x="5712" y="9008"/>
                </a:lnTo>
                <a:lnTo>
                  <a:pt x="4646" y="8831"/>
                </a:lnTo>
                <a:lnTo>
                  <a:pt x="3572" y="8649"/>
                </a:lnTo>
                <a:lnTo>
                  <a:pt x="2486" y="8466"/>
                </a:lnTo>
                <a:lnTo>
                  <a:pt x="2120" y="8423"/>
                </a:lnTo>
                <a:lnTo>
                  <a:pt x="1475" y="8344"/>
                </a:lnTo>
                <a:lnTo>
                  <a:pt x="0" y="8159"/>
                </a:lnTo>
                <a:lnTo>
                  <a:pt x="0" y="6810"/>
                </a:lnTo>
                <a:lnTo>
                  <a:pt x="0" y="5439"/>
                </a:lnTo>
                <a:lnTo>
                  <a:pt x="1017" y="4847"/>
                </a:lnTo>
                <a:lnTo>
                  <a:pt x="1849" y="4468"/>
                </a:lnTo>
                <a:lnTo>
                  <a:pt x="3213" y="3984"/>
                </a:lnTo>
                <a:lnTo>
                  <a:pt x="4215" y="3628"/>
                </a:lnTo>
                <a:lnTo>
                  <a:pt x="5234" y="3266"/>
                </a:lnTo>
                <a:lnTo>
                  <a:pt x="6296" y="2910"/>
                </a:lnTo>
                <a:lnTo>
                  <a:pt x="7374" y="2551"/>
                </a:lnTo>
                <a:lnTo>
                  <a:pt x="8424" y="2178"/>
                </a:lnTo>
                <a:lnTo>
                  <a:pt x="9492" y="1800"/>
                </a:lnTo>
                <a:lnTo>
                  <a:pt x="11411" y="1134"/>
                </a:lnTo>
                <a:lnTo>
                  <a:pt x="12824" y="655"/>
                </a:lnTo>
                <a:lnTo>
                  <a:pt x="13851" y="337"/>
                </a:lnTo>
                <a:lnTo>
                  <a:pt x="14620" y="141"/>
                </a:lnTo>
                <a:lnTo>
                  <a:pt x="15253" y="41"/>
                </a:lnTo>
                <a:lnTo>
                  <a:pt x="15878" y="5"/>
                </a:lnTo>
                <a:lnTo>
                  <a:pt x="16615" y="0"/>
                </a:lnTo>
                <a:close/>
              </a:path>
            </a:pathLst>
          </a:custGeom>
          <a:solidFill>
            <a:srgbClr val="BBB8CE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1" name="contour_08969"/>
          <p:cNvSpPr/>
          <p:nvPr/>
        </p:nvSpPr>
        <p:spPr>
          <a:xfrm>
            <a:off x="957814" y="4868378"/>
            <a:ext cx="8186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29" y="0"/>
                </a:moveTo>
                <a:lnTo>
                  <a:pt x="20183" y="0"/>
                </a:lnTo>
                <a:lnTo>
                  <a:pt x="21152" y="0"/>
                </a:lnTo>
                <a:lnTo>
                  <a:pt x="21290" y="1462"/>
                </a:lnTo>
                <a:lnTo>
                  <a:pt x="21412" y="2910"/>
                </a:lnTo>
                <a:lnTo>
                  <a:pt x="21510" y="4348"/>
                </a:lnTo>
                <a:lnTo>
                  <a:pt x="21575" y="5778"/>
                </a:lnTo>
                <a:lnTo>
                  <a:pt x="21600" y="7206"/>
                </a:lnTo>
                <a:lnTo>
                  <a:pt x="21579" y="8634"/>
                </a:lnTo>
                <a:lnTo>
                  <a:pt x="21502" y="10068"/>
                </a:lnTo>
                <a:lnTo>
                  <a:pt x="21362" y="11508"/>
                </a:lnTo>
                <a:lnTo>
                  <a:pt x="21152" y="12960"/>
                </a:lnTo>
                <a:lnTo>
                  <a:pt x="19960" y="13684"/>
                </a:lnTo>
                <a:lnTo>
                  <a:pt x="18837" y="14159"/>
                </a:lnTo>
                <a:lnTo>
                  <a:pt x="17710" y="14444"/>
                </a:lnTo>
                <a:lnTo>
                  <a:pt x="16502" y="14597"/>
                </a:lnTo>
                <a:lnTo>
                  <a:pt x="15143" y="14682"/>
                </a:lnTo>
                <a:lnTo>
                  <a:pt x="14308" y="14900"/>
                </a:lnTo>
                <a:lnTo>
                  <a:pt x="13460" y="15120"/>
                </a:lnTo>
                <a:lnTo>
                  <a:pt x="13460" y="16548"/>
                </a:lnTo>
                <a:lnTo>
                  <a:pt x="13460" y="17984"/>
                </a:lnTo>
                <a:lnTo>
                  <a:pt x="13460" y="19440"/>
                </a:lnTo>
                <a:lnTo>
                  <a:pt x="12128" y="19654"/>
                </a:lnTo>
                <a:lnTo>
                  <a:pt x="10793" y="19868"/>
                </a:lnTo>
                <a:lnTo>
                  <a:pt x="9459" y="20082"/>
                </a:lnTo>
                <a:lnTo>
                  <a:pt x="8122" y="20298"/>
                </a:lnTo>
                <a:lnTo>
                  <a:pt x="6780" y="20511"/>
                </a:lnTo>
                <a:lnTo>
                  <a:pt x="5436" y="20727"/>
                </a:lnTo>
                <a:lnTo>
                  <a:pt x="4086" y="20943"/>
                </a:lnTo>
                <a:lnTo>
                  <a:pt x="2731" y="21162"/>
                </a:lnTo>
                <a:lnTo>
                  <a:pt x="1369" y="21380"/>
                </a:lnTo>
                <a:lnTo>
                  <a:pt x="0" y="21600"/>
                </a:lnTo>
                <a:lnTo>
                  <a:pt x="0" y="20172"/>
                </a:lnTo>
                <a:lnTo>
                  <a:pt x="0" y="18736"/>
                </a:lnTo>
                <a:lnTo>
                  <a:pt x="0" y="17280"/>
                </a:lnTo>
                <a:lnTo>
                  <a:pt x="1242" y="16736"/>
                </a:lnTo>
                <a:lnTo>
                  <a:pt x="2471" y="16228"/>
                </a:lnTo>
                <a:lnTo>
                  <a:pt x="3696" y="15751"/>
                </a:lnTo>
                <a:lnTo>
                  <a:pt x="4928" y="15297"/>
                </a:lnTo>
                <a:lnTo>
                  <a:pt x="6176" y="14865"/>
                </a:lnTo>
                <a:lnTo>
                  <a:pt x="7451" y="14446"/>
                </a:lnTo>
                <a:lnTo>
                  <a:pt x="9620" y="13662"/>
                </a:lnTo>
                <a:lnTo>
                  <a:pt x="11330" y="13018"/>
                </a:lnTo>
                <a:lnTo>
                  <a:pt x="12660" y="12461"/>
                </a:lnTo>
                <a:lnTo>
                  <a:pt x="13693" y="11938"/>
                </a:lnTo>
                <a:lnTo>
                  <a:pt x="14508" y="11398"/>
                </a:lnTo>
                <a:lnTo>
                  <a:pt x="15185" y="10785"/>
                </a:lnTo>
                <a:lnTo>
                  <a:pt x="15806" y="10046"/>
                </a:lnTo>
                <a:lnTo>
                  <a:pt x="16449" y="9130"/>
                </a:lnTo>
                <a:lnTo>
                  <a:pt x="17193" y="7981"/>
                </a:lnTo>
                <a:lnTo>
                  <a:pt x="17754" y="6210"/>
                </a:lnTo>
                <a:lnTo>
                  <a:pt x="18102" y="5009"/>
                </a:lnTo>
                <a:lnTo>
                  <a:pt x="18383" y="3834"/>
                </a:lnTo>
                <a:lnTo>
                  <a:pt x="18741" y="2134"/>
                </a:lnTo>
                <a:lnTo>
                  <a:pt x="18983" y="1076"/>
                </a:lnTo>
                <a:lnTo>
                  <a:pt x="19229" y="0"/>
                </a:lnTo>
                <a:close/>
              </a:path>
            </a:pathLst>
          </a:custGeom>
          <a:solidFill>
            <a:srgbClr val="967634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2" name="contour_08970"/>
          <p:cNvSpPr/>
          <p:nvPr/>
        </p:nvSpPr>
        <p:spPr>
          <a:xfrm>
            <a:off x="2065588" y="4844525"/>
            <a:ext cx="87456" cy="53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811"/>
                </a:moveTo>
                <a:lnTo>
                  <a:pt x="2893" y="365"/>
                </a:lnTo>
                <a:lnTo>
                  <a:pt x="3677" y="137"/>
                </a:lnTo>
                <a:lnTo>
                  <a:pt x="4538" y="45"/>
                </a:lnTo>
                <a:lnTo>
                  <a:pt x="5850" y="21"/>
                </a:lnTo>
                <a:lnTo>
                  <a:pt x="7051" y="12"/>
                </a:lnTo>
                <a:lnTo>
                  <a:pt x="8269" y="0"/>
                </a:lnTo>
                <a:lnTo>
                  <a:pt x="8899" y="15"/>
                </a:lnTo>
                <a:lnTo>
                  <a:pt x="10800" y="68"/>
                </a:lnTo>
                <a:lnTo>
                  <a:pt x="12056" y="36"/>
                </a:lnTo>
                <a:lnTo>
                  <a:pt x="13331" y="0"/>
                </a:lnTo>
                <a:lnTo>
                  <a:pt x="13932" y="6"/>
                </a:lnTo>
                <a:lnTo>
                  <a:pt x="15750" y="21"/>
                </a:lnTo>
                <a:lnTo>
                  <a:pt x="16303" y="27"/>
                </a:lnTo>
                <a:lnTo>
                  <a:pt x="17971" y="42"/>
                </a:lnTo>
                <a:lnTo>
                  <a:pt x="19301" y="695"/>
                </a:lnTo>
                <a:lnTo>
                  <a:pt x="20074" y="1678"/>
                </a:lnTo>
                <a:lnTo>
                  <a:pt x="20954" y="3831"/>
                </a:lnTo>
                <a:lnTo>
                  <a:pt x="21274" y="5280"/>
                </a:lnTo>
                <a:lnTo>
                  <a:pt x="21600" y="6751"/>
                </a:lnTo>
                <a:lnTo>
                  <a:pt x="20410" y="6751"/>
                </a:lnTo>
                <a:lnTo>
                  <a:pt x="19213" y="6751"/>
                </a:lnTo>
                <a:lnTo>
                  <a:pt x="18000" y="6751"/>
                </a:lnTo>
                <a:lnTo>
                  <a:pt x="18000" y="8714"/>
                </a:lnTo>
                <a:lnTo>
                  <a:pt x="18000" y="10689"/>
                </a:lnTo>
                <a:lnTo>
                  <a:pt x="18000" y="12690"/>
                </a:lnTo>
                <a:lnTo>
                  <a:pt x="16810" y="12690"/>
                </a:lnTo>
                <a:lnTo>
                  <a:pt x="15613" y="12690"/>
                </a:lnTo>
                <a:lnTo>
                  <a:pt x="14400" y="12690"/>
                </a:lnTo>
                <a:lnTo>
                  <a:pt x="13846" y="14900"/>
                </a:lnTo>
                <a:lnTo>
                  <a:pt x="13475" y="16468"/>
                </a:lnTo>
                <a:lnTo>
                  <a:pt x="13201" y="17822"/>
                </a:lnTo>
                <a:lnTo>
                  <a:pt x="12938" y="19390"/>
                </a:lnTo>
                <a:lnTo>
                  <a:pt x="12600" y="21600"/>
                </a:lnTo>
                <a:lnTo>
                  <a:pt x="12002" y="19209"/>
                </a:lnTo>
                <a:lnTo>
                  <a:pt x="11569" y="17202"/>
                </a:lnTo>
                <a:lnTo>
                  <a:pt x="11293" y="15455"/>
                </a:lnTo>
                <a:lnTo>
                  <a:pt x="11169" y="13855"/>
                </a:lnTo>
                <a:lnTo>
                  <a:pt x="11189" y="12275"/>
                </a:lnTo>
                <a:lnTo>
                  <a:pt x="11349" y="10597"/>
                </a:lnTo>
                <a:lnTo>
                  <a:pt x="11642" y="8702"/>
                </a:lnTo>
                <a:lnTo>
                  <a:pt x="12060" y="6471"/>
                </a:lnTo>
                <a:lnTo>
                  <a:pt x="12600" y="3781"/>
                </a:lnTo>
                <a:lnTo>
                  <a:pt x="11353" y="4075"/>
                </a:lnTo>
                <a:lnTo>
                  <a:pt x="10103" y="4369"/>
                </a:lnTo>
                <a:lnTo>
                  <a:pt x="8854" y="4663"/>
                </a:lnTo>
                <a:lnTo>
                  <a:pt x="7603" y="4960"/>
                </a:lnTo>
                <a:lnTo>
                  <a:pt x="6347" y="5254"/>
                </a:lnTo>
                <a:lnTo>
                  <a:pt x="5089" y="5551"/>
                </a:lnTo>
                <a:lnTo>
                  <a:pt x="3825" y="5848"/>
                </a:lnTo>
                <a:lnTo>
                  <a:pt x="2556" y="6148"/>
                </a:lnTo>
                <a:lnTo>
                  <a:pt x="1282" y="6448"/>
                </a:lnTo>
                <a:lnTo>
                  <a:pt x="0" y="6751"/>
                </a:lnTo>
                <a:lnTo>
                  <a:pt x="446" y="5280"/>
                </a:lnTo>
                <a:lnTo>
                  <a:pt x="893" y="3804"/>
                </a:lnTo>
                <a:lnTo>
                  <a:pt x="1345" y="2317"/>
                </a:lnTo>
                <a:lnTo>
                  <a:pt x="1800" y="811"/>
                </a:lnTo>
                <a:close/>
              </a:path>
            </a:pathLst>
          </a:custGeom>
          <a:solidFill>
            <a:srgbClr val="C4AB70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3" name="contour_08971"/>
          <p:cNvSpPr/>
          <p:nvPr/>
        </p:nvSpPr>
        <p:spPr>
          <a:xfrm>
            <a:off x="4507065" y="4824650"/>
            <a:ext cx="80168" cy="586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02" y="343"/>
                </a:lnTo>
                <a:lnTo>
                  <a:pt x="2409" y="655"/>
                </a:lnTo>
                <a:lnTo>
                  <a:pt x="3305" y="1062"/>
                </a:lnTo>
                <a:lnTo>
                  <a:pt x="4371" y="1695"/>
                </a:lnTo>
                <a:lnTo>
                  <a:pt x="5891" y="2683"/>
                </a:lnTo>
                <a:lnTo>
                  <a:pt x="6407" y="4453"/>
                </a:lnTo>
                <a:lnTo>
                  <a:pt x="6812" y="6191"/>
                </a:lnTo>
                <a:lnTo>
                  <a:pt x="7134" y="7922"/>
                </a:lnTo>
                <a:lnTo>
                  <a:pt x="7397" y="9684"/>
                </a:lnTo>
                <a:lnTo>
                  <a:pt x="7629" y="11503"/>
                </a:lnTo>
                <a:lnTo>
                  <a:pt x="7855" y="13413"/>
                </a:lnTo>
                <a:lnTo>
                  <a:pt x="9151" y="13118"/>
                </a:lnTo>
                <a:lnTo>
                  <a:pt x="10449" y="12823"/>
                </a:lnTo>
                <a:lnTo>
                  <a:pt x="11746" y="12528"/>
                </a:lnTo>
                <a:lnTo>
                  <a:pt x="13048" y="12230"/>
                </a:lnTo>
                <a:lnTo>
                  <a:pt x="14354" y="11932"/>
                </a:lnTo>
                <a:lnTo>
                  <a:pt x="15666" y="11634"/>
                </a:lnTo>
                <a:lnTo>
                  <a:pt x="16982" y="11334"/>
                </a:lnTo>
                <a:lnTo>
                  <a:pt x="18305" y="11033"/>
                </a:lnTo>
                <a:lnTo>
                  <a:pt x="19636" y="10730"/>
                </a:lnTo>
                <a:lnTo>
                  <a:pt x="20025" y="12324"/>
                </a:lnTo>
                <a:lnTo>
                  <a:pt x="20416" y="13923"/>
                </a:lnTo>
                <a:lnTo>
                  <a:pt x="20807" y="15527"/>
                </a:lnTo>
                <a:lnTo>
                  <a:pt x="21201" y="17144"/>
                </a:lnTo>
                <a:lnTo>
                  <a:pt x="21600" y="18778"/>
                </a:lnTo>
                <a:lnTo>
                  <a:pt x="20277" y="19438"/>
                </a:lnTo>
                <a:lnTo>
                  <a:pt x="18984" y="20025"/>
                </a:lnTo>
                <a:lnTo>
                  <a:pt x="17712" y="20530"/>
                </a:lnTo>
                <a:lnTo>
                  <a:pt x="16449" y="20948"/>
                </a:lnTo>
                <a:lnTo>
                  <a:pt x="15181" y="21270"/>
                </a:lnTo>
                <a:lnTo>
                  <a:pt x="13895" y="21490"/>
                </a:lnTo>
                <a:lnTo>
                  <a:pt x="12581" y="21600"/>
                </a:lnTo>
                <a:lnTo>
                  <a:pt x="11226" y="21592"/>
                </a:lnTo>
                <a:lnTo>
                  <a:pt x="9818" y="21461"/>
                </a:lnTo>
                <a:lnTo>
                  <a:pt x="8701" y="20202"/>
                </a:lnTo>
                <a:lnTo>
                  <a:pt x="7642" y="18909"/>
                </a:lnTo>
                <a:lnTo>
                  <a:pt x="6637" y="17582"/>
                </a:lnTo>
                <a:lnTo>
                  <a:pt x="5681" y="16213"/>
                </a:lnTo>
                <a:lnTo>
                  <a:pt x="4770" y="14805"/>
                </a:lnTo>
                <a:lnTo>
                  <a:pt x="3900" y="13354"/>
                </a:lnTo>
                <a:lnTo>
                  <a:pt x="3065" y="11857"/>
                </a:lnTo>
                <a:lnTo>
                  <a:pt x="2262" y="10312"/>
                </a:lnTo>
                <a:lnTo>
                  <a:pt x="1486" y="8718"/>
                </a:lnTo>
                <a:lnTo>
                  <a:pt x="734" y="7069"/>
                </a:lnTo>
                <a:lnTo>
                  <a:pt x="0" y="5365"/>
                </a:lnTo>
                <a:lnTo>
                  <a:pt x="0" y="3592"/>
                </a:lnTo>
                <a:lnTo>
                  <a:pt x="0" y="1808"/>
                </a:lnTo>
                <a:lnTo>
                  <a:pt x="0" y="0"/>
                </a:lnTo>
                <a:close/>
              </a:path>
            </a:pathLst>
          </a:custGeom>
          <a:solidFill>
            <a:srgbClr val="ECD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4" name="contour_08972"/>
          <p:cNvSpPr/>
          <p:nvPr/>
        </p:nvSpPr>
        <p:spPr>
          <a:xfrm>
            <a:off x="2247788" y="4788210"/>
            <a:ext cx="3767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58" y="0"/>
                </a:moveTo>
                <a:lnTo>
                  <a:pt x="12098" y="1015"/>
                </a:lnTo>
                <a:lnTo>
                  <a:pt x="14709" y="1785"/>
                </a:lnTo>
                <a:lnTo>
                  <a:pt x="16552" y="2460"/>
                </a:lnTo>
                <a:lnTo>
                  <a:pt x="17960" y="3186"/>
                </a:lnTo>
                <a:lnTo>
                  <a:pt x="19293" y="4115"/>
                </a:lnTo>
                <a:lnTo>
                  <a:pt x="20894" y="5400"/>
                </a:lnTo>
                <a:lnTo>
                  <a:pt x="21220" y="7212"/>
                </a:lnTo>
                <a:lnTo>
                  <a:pt x="21437" y="9015"/>
                </a:lnTo>
                <a:lnTo>
                  <a:pt x="21562" y="10808"/>
                </a:lnTo>
                <a:lnTo>
                  <a:pt x="21600" y="12598"/>
                </a:lnTo>
                <a:lnTo>
                  <a:pt x="21567" y="14388"/>
                </a:lnTo>
                <a:lnTo>
                  <a:pt x="21466" y="16178"/>
                </a:lnTo>
                <a:lnTo>
                  <a:pt x="21316" y="17977"/>
                </a:lnTo>
                <a:lnTo>
                  <a:pt x="21119" y="19783"/>
                </a:lnTo>
                <a:lnTo>
                  <a:pt x="20894" y="21600"/>
                </a:lnTo>
                <a:lnTo>
                  <a:pt x="18307" y="21265"/>
                </a:lnTo>
                <a:lnTo>
                  <a:pt x="15720" y="20930"/>
                </a:lnTo>
                <a:lnTo>
                  <a:pt x="13125" y="20596"/>
                </a:lnTo>
                <a:lnTo>
                  <a:pt x="10526" y="20261"/>
                </a:lnTo>
                <a:lnTo>
                  <a:pt x="7915" y="19923"/>
                </a:lnTo>
                <a:lnTo>
                  <a:pt x="5290" y="19583"/>
                </a:lnTo>
                <a:lnTo>
                  <a:pt x="2654" y="19243"/>
                </a:lnTo>
                <a:lnTo>
                  <a:pt x="0" y="18900"/>
                </a:lnTo>
                <a:lnTo>
                  <a:pt x="978" y="15479"/>
                </a:lnTo>
                <a:lnTo>
                  <a:pt x="1801" y="12655"/>
                </a:lnTo>
                <a:lnTo>
                  <a:pt x="2503" y="10341"/>
                </a:lnTo>
                <a:lnTo>
                  <a:pt x="3122" y="8454"/>
                </a:lnTo>
                <a:lnTo>
                  <a:pt x="3702" y="6904"/>
                </a:lnTo>
                <a:lnTo>
                  <a:pt x="4271" y="5613"/>
                </a:lnTo>
                <a:lnTo>
                  <a:pt x="4877" y="4490"/>
                </a:lnTo>
                <a:lnTo>
                  <a:pt x="5545" y="3453"/>
                </a:lnTo>
                <a:lnTo>
                  <a:pt x="6327" y="2416"/>
                </a:lnTo>
                <a:lnTo>
                  <a:pt x="7250" y="1293"/>
                </a:lnTo>
                <a:lnTo>
                  <a:pt x="8358" y="0"/>
                </a:lnTo>
                <a:close/>
              </a:path>
            </a:pathLst>
          </a:custGeom>
          <a:solidFill>
            <a:srgbClr val="403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5" name="contour_08973"/>
          <p:cNvSpPr/>
          <p:nvPr/>
        </p:nvSpPr>
        <p:spPr>
          <a:xfrm>
            <a:off x="11306171" y="4766346"/>
            <a:ext cx="5160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7" y="0"/>
                </a:moveTo>
                <a:lnTo>
                  <a:pt x="3255" y="25"/>
                </a:lnTo>
                <a:lnTo>
                  <a:pt x="5280" y="201"/>
                </a:lnTo>
                <a:lnTo>
                  <a:pt x="6805" y="682"/>
                </a:lnTo>
                <a:lnTo>
                  <a:pt x="8312" y="1617"/>
                </a:lnTo>
                <a:lnTo>
                  <a:pt x="10280" y="3157"/>
                </a:lnTo>
                <a:lnTo>
                  <a:pt x="11625" y="4536"/>
                </a:lnTo>
                <a:lnTo>
                  <a:pt x="12983" y="5921"/>
                </a:lnTo>
                <a:lnTo>
                  <a:pt x="14355" y="7329"/>
                </a:lnTo>
                <a:lnTo>
                  <a:pt x="15719" y="8689"/>
                </a:lnTo>
                <a:lnTo>
                  <a:pt x="17088" y="10063"/>
                </a:lnTo>
                <a:lnTo>
                  <a:pt x="18479" y="11451"/>
                </a:lnTo>
                <a:lnTo>
                  <a:pt x="20002" y="13441"/>
                </a:lnTo>
                <a:lnTo>
                  <a:pt x="20926" y="14966"/>
                </a:lnTo>
                <a:lnTo>
                  <a:pt x="21402" y="16509"/>
                </a:lnTo>
                <a:lnTo>
                  <a:pt x="21576" y="18557"/>
                </a:lnTo>
                <a:lnTo>
                  <a:pt x="21600" y="21600"/>
                </a:lnTo>
                <a:lnTo>
                  <a:pt x="19806" y="21338"/>
                </a:lnTo>
                <a:lnTo>
                  <a:pt x="18013" y="21069"/>
                </a:lnTo>
                <a:lnTo>
                  <a:pt x="16222" y="20798"/>
                </a:lnTo>
                <a:lnTo>
                  <a:pt x="14428" y="20526"/>
                </a:lnTo>
                <a:lnTo>
                  <a:pt x="12638" y="20248"/>
                </a:lnTo>
                <a:lnTo>
                  <a:pt x="11897" y="20137"/>
                </a:lnTo>
                <a:lnTo>
                  <a:pt x="10591" y="19940"/>
                </a:lnTo>
                <a:lnTo>
                  <a:pt x="7599" y="19489"/>
                </a:lnTo>
                <a:lnTo>
                  <a:pt x="5064" y="18878"/>
                </a:lnTo>
                <a:lnTo>
                  <a:pt x="3453" y="18249"/>
                </a:lnTo>
                <a:lnTo>
                  <a:pt x="2077" y="17228"/>
                </a:lnTo>
                <a:lnTo>
                  <a:pt x="247" y="15429"/>
                </a:lnTo>
                <a:lnTo>
                  <a:pt x="76" y="13238"/>
                </a:lnTo>
                <a:lnTo>
                  <a:pt x="0" y="11686"/>
                </a:lnTo>
                <a:lnTo>
                  <a:pt x="0" y="10025"/>
                </a:lnTo>
                <a:lnTo>
                  <a:pt x="58" y="7523"/>
                </a:lnTo>
                <a:lnTo>
                  <a:pt x="98" y="5409"/>
                </a:lnTo>
                <a:lnTo>
                  <a:pt x="140" y="3268"/>
                </a:lnTo>
                <a:lnTo>
                  <a:pt x="192" y="1645"/>
                </a:lnTo>
                <a:lnTo>
                  <a:pt x="247" y="0"/>
                </a:lnTo>
                <a:close/>
              </a:path>
            </a:pathLst>
          </a:custGeom>
          <a:solidFill>
            <a:srgbClr val="454647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6" name="contour_08974"/>
          <p:cNvSpPr/>
          <p:nvPr/>
        </p:nvSpPr>
        <p:spPr>
          <a:xfrm>
            <a:off x="1533237" y="4757207"/>
            <a:ext cx="51344" cy="528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03" y="0"/>
                </a:moveTo>
                <a:lnTo>
                  <a:pt x="9535" y="21"/>
                </a:lnTo>
                <a:lnTo>
                  <a:pt x="11553" y="66"/>
                </a:lnTo>
                <a:lnTo>
                  <a:pt x="13561" y="143"/>
                </a:lnTo>
                <a:lnTo>
                  <a:pt x="15566" y="250"/>
                </a:lnTo>
                <a:lnTo>
                  <a:pt x="17571" y="387"/>
                </a:lnTo>
                <a:lnTo>
                  <a:pt x="19583" y="557"/>
                </a:lnTo>
                <a:lnTo>
                  <a:pt x="21600" y="756"/>
                </a:lnTo>
                <a:lnTo>
                  <a:pt x="19880" y="4886"/>
                </a:lnTo>
                <a:lnTo>
                  <a:pt x="18448" y="8281"/>
                </a:lnTo>
                <a:lnTo>
                  <a:pt x="17243" y="11029"/>
                </a:lnTo>
                <a:lnTo>
                  <a:pt x="16210" y="13224"/>
                </a:lnTo>
                <a:lnTo>
                  <a:pt x="15293" y="14948"/>
                </a:lnTo>
                <a:lnTo>
                  <a:pt x="14435" y="16297"/>
                </a:lnTo>
                <a:lnTo>
                  <a:pt x="13579" y="17354"/>
                </a:lnTo>
                <a:lnTo>
                  <a:pt x="12672" y="18214"/>
                </a:lnTo>
                <a:lnTo>
                  <a:pt x="11654" y="18959"/>
                </a:lnTo>
                <a:lnTo>
                  <a:pt x="10470" y="19682"/>
                </a:lnTo>
                <a:lnTo>
                  <a:pt x="9060" y="20471"/>
                </a:lnTo>
                <a:lnTo>
                  <a:pt x="7374" y="20844"/>
                </a:lnTo>
                <a:lnTo>
                  <a:pt x="6068" y="21088"/>
                </a:lnTo>
                <a:lnTo>
                  <a:pt x="4709" y="21261"/>
                </a:lnTo>
                <a:lnTo>
                  <a:pt x="2876" y="21412"/>
                </a:lnTo>
                <a:lnTo>
                  <a:pt x="138" y="21600"/>
                </a:lnTo>
                <a:lnTo>
                  <a:pt x="46" y="19742"/>
                </a:lnTo>
                <a:lnTo>
                  <a:pt x="0" y="18348"/>
                </a:lnTo>
                <a:lnTo>
                  <a:pt x="0" y="16991"/>
                </a:lnTo>
                <a:lnTo>
                  <a:pt x="46" y="15240"/>
                </a:lnTo>
                <a:lnTo>
                  <a:pt x="138" y="12667"/>
                </a:lnTo>
                <a:lnTo>
                  <a:pt x="156" y="11056"/>
                </a:lnTo>
                <a:lnTo>
                  <a:pt x="172" y="9421"/>
                </a:lnTo>
                <a:lnTo>
                  <a:pt x="487" y="6756"/>
                </a:lnTo>
                <a:lnTo>
                  <a:pt x="932" y="4612"/>
                </a:lnTo>
                <a:lnTo>
                  <a:pt x="1674" y="2924"/>
                </a:lnTo>
                <a:lnTo>
                  <a:pt x="2900" y="1635"/>
                </a:lnTo>
                <a:lnTo>
                  <a:pt x="4783" y="679"/>
                </a:lnTo>
                <a:lnTo>
                  <a:pt x="7503" y="0"/>
                </a:lnTo>
                <a:close/>
              </a:path>
            </a:pathLst>
          </a:custGeom>
          <a:solidFill>
            <a:srgbClr val="A6916A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7" name="contour_08975"/>
          <p:cNvSpPr/>
          <p:nvPr/>
        </p:nvSpPr>
        <p:spPr>
          <a:xfrm>
            <a:off x="9994923" y="4751770"/>
            <a:ext cx="72880" cy="51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0" y="1956"/>
                </a:lnTo>
                <a:lnTo>
                  <a:pt x="985" y="3928"/>
                </a:lnTo>
                <a:lnTo>
                  <a:pt x="1486" y="5923"/>
                </a:lnTo>
                <a:lnTo>
                  <a:pt x="2192" y="7913"/>
                </a:lnTo>
                <a:lnTo>
                  <a:pt x="2862" y="9509"/>
                </a:lnTo>
                <a:lnTo>
                  <a:pt x="3586" y="10798"/>
                </a:lnTo>
                <a:lnTo>
                  <a:pt x="4456" y="11871"/>
                </a:lnTo>
                <a:lnTo>
                  <a:pt x="5566" y="12816"/>
                </a:lnTo>
                <a:lnTo>
                  <a:pt x="7011" y="13717"/>
                </a:lnTo>
                <a:lnTo>
                  <a:pt x="8361" y="14066"/>
                </a:lnTo>
                <a:lnTo>
                  <a:pt x="9707" y="14381"/>
                </a:lnTo>
                <a:lnTo>
                  <a:pt x="11051" y="14662"/>
                </a:lnTo>
                <a:lnTo>
                  <a:pt x="12398" y="14906"/>
                </a:lnTo>
                <a:lnTo>
                  <a:pt x="13753" y="15114"/>
                </a:lnTo>
                <a:lnTo>
                  <a:pt x="15120" y="15282"/>
                </a:lnTo>
                <a:lnTo>
                  <a:pt x="15476" y="13265"/>
                </a:lnTo>
                <a:lnTo>
                  <a:pt x="15833" y="11245"/>
                </a:lnTo>
                <a:lnTo>
                  <a:pt x="16191" y="9215"/>
                </a:lnTo>
                <a:lnTo>
                  <a:pt x="16552" y="7177"/>
                </a:lnTo>
                <a:lnTo>
                  <a:pt x="16915" y="5126"/>
                </a:lnTo>
                <a:lnTo>
                  <a:pt x="17280" y="3056"/>
                </a:lnTo>
                <a:lnTo>
                  <a:pt x="17891" y="4786"/>
                </a:lnTo>
                <a:lnTo>
                  <a:pt x="18503" y="6516"/>
                </a:lnTo>
                <a:lnTo>
                  <a:pt x="19116" y="8252"/>
                </a:lnTo>
                <a:lnTo>
                  <a:pt x="19732" y="9995"/>
                </a:lnTo>
                <a:lnTo>
                  <a:pt x="20352" y="11746"/>
                </a:lnTo>
                <a:lnTo>
                  <a:pt x="20974" y="13506"/>
                </a:lnTo>
                <a:lnTo>
                  <a:pt x="21600" y="15282"/>
                </a:lnTo>
                <a:lnTo>
                  <a:pt x="20129" y="16502"/>
                </a:lnTo>
                <a:lnTo>
                  <a:pt x="18706" y="17562"/>
                </a:lnTo>
                <a:lnTo>
                  <a:pt x="17321" y="18473"/>
                </a:lnTo>
                <a:lnTo>
                  <a:pt x="15960" y="19247"/>
                </a:lnTo>
                <a:lnTo>
                  <a:pt x="14619" y="19888"/>
                </a:lnTo>
                <a:lnTo>
                  <a:pt x="13284" y="20411"/>
                </a:lnTo>
                <a:lnTo>
                  <a:pt x="11949" y="20824"/>
                </a:lnTo>
                <a:lnTo>
                  <a:pt x="10599" y="21138"/>
                </a:lnTo>
                <a:lnTo>
                  <a:pt x="9230" y="21365"/>
                </a:lnTo>
                <a:lnTo>
                  <a:pt x="7828" y="21508"/>
                </a:lnTo>
                <a:lnTo>
                  <a:pt x="6385" y="21585"/>
                </a:lnTo>
                <a:lnTo>
                  <a:pt x="4890" y="21600"/>
                </a:lnTo>
                <a:lnTo>
                  <a:pt x="3333" y="21569"/>
                </a:lnTo>
                <a:lnTo>
                  <a:pt x="1706" y="21496"/>
                </a:lnTo>
                <a:lnTo>
                  <a:pt x="0" y="21395"/>
                </a:lnTo>
                <a:lnTo>
                  <a:pt x="0" y="19277"/>
                </a:lnTo>
                <a:lnTo>
                  <a:pt x="0" y="17156"/>
                </a:lnTo>
                <a:lnTo>
                  <a:pt x="0" y="15035"/>
                </a:lnTo>
                <a:lnTo>
                  <a:pt x="0" y="12910"/>
                </a:lnTo>
                <a:lnTo>
                  <a:pt x="0" y="10777"/>
                </a:lnTo>
                <a:lnTo>
                  <a:pt x="0" y="8641"/>
                </a:lnTo>
                <a:lnTo>
                  <a:pt x="0" y="6495"/>
                </a:lnTo>
                <a:lnTo>
                  <a:pt x="0" y="4340"/>
                </a:lnTo>
                <a:lnTo>
                  <a:pt x="0" y="2176"/>
                </a:lnTo>
                <a:lnTo>
                  <a:pt x="0" y="0"/>
                </a:lnTo>
                <a:close/>
              </a:path>
            </a:pathLst>
          </a:custGeom>
          <a:solidFill>
            <a:srgbClr val="C4A14D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8" name="contour_08976"/>
          <p:cNvSpPr/>
          <p:nvPr/>
        </p:nvSpPr>
        <p:spPr>
          <a:xfrm>
            <a:off x="2102028" y="4744482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59" y="1152"/>
                </a:lnTo>
                <a:lnTo>
                  <a:pt x="13511" y="2329"/>
                </a:lnTo>
                <a:lnTo>
                  <a:pt x="14856" y="3517"/>
                </a:lnTo>
                <a:lnTo>
                  <a:pt x="16200" y="4723"/>
                </a:lnTo>
                <a:lnTo>
                  <a:pt x="16647" y="5116"/>
                </a:lnTo>
                <a:lnTo>
                  <a:pt x="17433" y="5803"/>
                </a:lnTo>
                <a:lnTo>
                  <a:pt x="19237" y="7384"/>
                </a:lnTo>
                <a:lnTo>
                  <a:pt x="19585" y="7884"/>
                </a:lnTo>
                <a:lnTo>
                  <a:pt x="20198" y="8770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20174" y="21362"/>
                </a:lnTo>
                <a:lnTo>
                  <a:pt x="18749" y="21125"/>
                </a:lnTo>
                <a:lnTo>
                  <a:pt x="17321" y="20887"/>
                </a:lnTo>
                <a:lnTo>
                  <a:pt x="15893" y="20650"/>
                </a:lnTo>
                <a:lnTo>
                  <a:pt x="14463" y="20412"/>
                </a:lnTo>
                <a:lnTo>
                  <a:pt x="13033" y="20171"/>
                </a:lnTo>
                <a:lnTo>
                  <a:pt x="11599" y="19933"/>
                </a:lnTo>
                <a:lnTo>
                  <a:pt x="10163" y="19692"/>
                </a:lnTo>
                <a:lnTo>
                  <a:pt x="8722" y="19454"/>
                </a:lnTo>
                <a:lnTo>
                  <a:pt x="7279" y="19213"/>
                </a:lnTo>
                <a:lnTo>
                  <a:pt x="5834" y="18972"/>
                </a:lnTo>
                <a:lnTo>
                  <a:pt x="4383" y="18731"/>
                </a:lnTo>
                <a:lnTo>
                  <a:pt x="2927" y="18486"/>
                </a:lnTo>
                <a:lnTo>
                  <a:pt x="1467" y="18245"/>
                </a:lnTo>
                <a:lnTo>
                  <a:pt x="0" y="18000"/>
                </a:lnTo>
                <a:lnTo>
                  <a:pt x="2147" y="15624"/>
                </a:lnTo>
                <a:lnTo>
                  <a:pt x="3815" y="13838"/>
                </a:lnTo>
                <a:lnTo>
                  <a:pt x="5126" y="12557"/>
                </a:lnTo>
                <a:lnTo>
                  <a:pt x="6210" y="11700"/>
                </a:lnTo>
                <a:lnTo>
                  <a:pt x="7193" y="11178"/>
                </a:lnTo>
                <a:lnTo>
                  <a:pt x="8202" y="10912"/>
                </a:lnTo>
                <a:lnTo>
                  <a:pt x="9361" y="10814"/>
                </a:lnTo>
                <a:lnTo>
                  <a:pt x="10800" y="10800"/>
                </a:lnTo>
                <a:lnTo>
                  <a:pt x="10800" y="8662"/>
                </a:lnTo>
                <a:lnTo>
                  <a:pt x="10800" y="6516"/>
                </a:lnTo>
                <a:lnTo>
                  <a:pt x="10800" y="4363"/>
                </a:lnTo>
                <a:lnTo>
                  <a:pt x="10800" y="2192"/>
                </a:lnTo>
                <a:lnTo>
                  <a:pt x="10800" y="0"/>
                </a:lnTo>
                <a:close/>
              </a:path>
            </a:pathLst>
          </a:custGeom>
          <a:solidFill>
            <a:srgbClr val="C1BFB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79" name="contour_08977"/>
          <p:cNvSpPr/>
          <p:nvPr/>
        </p:nvSpPr>
        <p:spPr>
          <a:xfrm>
            <a:off x="2408124" y="4738521"/>
            <a:ext cx="87456" cy="34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62"/>
                </a:moveTo>
                <a:lnTo>
                  <a:pt x="20642" y="6461"/>
                </a:lnTo>
                <a:lnTo>
                  <a:pt x="19688" y="8770"/>
                </a:lnTo>
                <a:lnTo>
                  <a:pt x="18724" y="10747"/>
                </a:lnTo>
                <a:lnTo>
                  <a:pt x="17732" y="12439"/>
                </a:lnTo>
                <a:lnTo>
                  <a:pt x="16699" y="13897"/>
                </a:lnTo>
                <a:lnTo>
                  <a:pt x="15604" y="15171"/>
                </a:lnTo>
                <a:lnTo>
                  <a:pt x="14436" y="16316"/>
                </a:lnTo>
                <a:lnTo>
                  <a:pt x="13178" y="17383"/>
                </a:lnTo>
                <a:lnTo>
                  <a:pt x="11812" y="18422"/>
                </a:lnTo>
                <a:lnTo>
                  <a:pt x="10737" y="19245"/>
                </a:lnTo>
                <a:lnTo>
                  <a:pt x="9655" y="20073"/>
                </a:lnTo>
                <a:lnTo>
                  <a:pt x="8557" y="20915"/>
                </a:lnTo>
                <a:lnTo>
                  <a:pt x="7139" y="21388"/>
                </a:lnTo>
                <a:lnTo>
                  <a:pt x="5870" y="21600"/>
                </a:lnTo>
                <a:lnTo>
                  <a:pt x="4702" y="21513"/>
                </a:lnTo>
                <a:lnTo>
                  <a:pt x="3580" y="21099"/>
                </a:lnTo>
                <a:lnTo>
                  <a:pt x="2457" y="20326"/>
                </a:lnTo>
                <a:lnTo>
                  <a:pt x="1280" y="19154"/>
                </a:lnTo>
                <a:lnTo>
                  <a:pt x="0" y="17558"/>
                </a:lnTo>
                <a:lnTo>
                  <a:pt x="0" y="14518"/>
                </a:lnTo>
                <a:lnTo>
                  <a:pt x="0" y="11460"/>
                </a:lnTo>
                <a:lnTo>
                  <a:pt x="0" y="8360"/>
                </a:lnTo>
                <a:lnTo>
                  <a:pt x="1253" y="6852"/>
                </a:lnTo>
                <a:lnTo>
                  <a:pt x="2504" y="5486"/>
                </a:lnTo>
                <a:lnTo>
                  <a:pt x="3755" y="4268"/>
                </a:lnTo>
                <a:lnTo>
                  <a:pt x="5008" y="3196"/>
                </a:lnTo>
                <a:lnTo>
                  <a:pt x="6260" y="2276"/>
                </a:lnTo>
                <a:lnTo>
                  <a:pt x="7513" y="1508"/>
                </a:lnTo>
                <a:lnTo>
                  <a:pt x="8770" y="892"/>
                </a:lnTo>
                <a:lnTo>
                  <a:pt x="10030" y="432"/>
                </a:lnTo>
                <a:lnTo>
                  <a:pt x="11291" y="138"/>
                </a:lnTo>
                <a:lnTo>
                  <a:pt x="12559" y="0"/>
                </a:lnTo>
                <a:lnTo>
                  <a:pt x="13831" y="28"/>
                </a:lnTo>
                <a:lnTo>
                  <a:pt x="15107" y="221"/>
                </a:lnTo>
                <a:lnTo>
                  <a:pt x="16391" y="584"/>
                </a:lnTo>
                <a:lnTo>
                  <a:pt x="17681" y="1113"/>
                </a:lnTo>
                <a:lnTo>
                  <a:pt x="18979" y="1821"/>
                </a:lnTo>
                <a:lnTo>
                  <a:pt x="20286" y="2704"/>
                </a:lnTo>
                <a:lnTo>
                  <a:pt x="21600" y="3762"/>
                </a:lnTo>
                <a:close/>
              </a:path>
            </a:pathLst>
          </a:custGeom>
          <a:solidFill>
            <a:srgbClr val="E3E8F0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0" name="contour_08978"/>
          <p:cNvSpPr/>
          <p:nvPr/>
        </p:nvSpPr>
        <p:spPr>
          <a:xfrm>
            <a:off x="2131180" y="4715330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4" y="509"/>
                </a:lnTo>
                <a:lnTo>
                  <a:pt x="15170" y="1018"/>
                </a:lnTo>
                <a:lnTo>
                  <a:pt x="16764" y="1531"/>
                </a:lnTo>
                <a:lnTo>
                  <a:pt x="18365" y="2046"/>
                </a:lnTo>
                <a:lnTo>
                  <a:pt x="19975" y="2564"/>
                </a:lnTo>
                <a:lnTo>
                  <a:pt x="21600" y="3086"/>
                </a:lnTo>
                <a:lnTo>
                  <a:pt x="20887" y="4919"/>
                </a:lnTo>
                <a:lnTo>
                  <a:pt x="20174" y="6752"/>
                </a:lnTo>
                <a:lnTo>
                  <a:pt x="19459" y="8591"/>
                </a:lnTo>
                <a:lnTo>
                  <a:pt x="18744" y="10430"/>
                </a:lnTo>
                <a:lnTo>
                  <a:pt x="18026" y="12272"/>
                </a:lnTo>
                <a:lnTo>
                  <a:pt x="17309" y="14123"/>
                </a:lnTo>
                <a:lnTo>
                  <a:pt x="16586" y="15981"/>
                </a:lnTo>
                <a:lnTo>
                  <a:pt x="15862" y="17845"/>
                </a:lnTo>
                <a:lnTo>
                  <a:pt x="15132" y="19718"/>
                </a:lnTo>
                <a:lnTo>
                  <a:pt x="14400" y="21600"/>
                </a:lnTo>
                <a:lnTo>
                  <a:pt x="13104" y="20489"/>
                </a:lnTo>
                <a:lnTo>
                  <a:pt x="11808" y="19378"/>
                </a:lnTo>
                <a:lnTo>
                  <a:pt x="10510" y="18264"/>
                </a:lnTo>
                <a:lnTo>
                  <a:pt x="9209" y="17150"/>
                </a:lnTo>
                <a:lnTo>
                  <a:pt x="7906" y="16033"/>
                </a:lnTo>
                <a:lnTo>
                  <a:pt x="6600" y="14916"/>
                </a:lnTo>
                <a:lnTo>
                  <a:pt x="5292" y="13793"/>
                </a:lnTo>
                <a:lnTo>
                  <a:pt x="3977" y="12667"/>
                </a:lnTo>
                <a:lnTo>
                  <a:pt x="2657" y="11534"/>
                </a:lnTo>
                <a:lnTo>
                  <a:pt x="1332" y="10399"/>
                </a:lnTo>
                <a:lnTo>
                  <a:pt x="0" y="9257"/>
                </a:lnTo>
                <a:lnTo>
                  <a:pt x="1188" y="8492"/>
                </a:lnTo>
                <a:lnTo>
                  <a:pt x="2383" y="7727"/>
                </a:lnTo>
                <a:lnTo>
                  <a:pt x="3583" y="6952"/>
                </a:lnTo>
                <a:lnTo>
                  <a:pt x="4800" y="6171"/>
                </a:lnTo>
                <a:lnTo>
                  <a:pt x="6394" y="6980"/>
                </a:lnTo>
                <a:lnTo>
                  <a:pt x="7426" y="7569"/>
                </a:lnTo>
                <a:lnTo>
                  <a:pt x="8345" y="8233"/>
                </a:lnTo>
                <a:lnTo>
                  <a:pt x="9600" y="9257"/>
                </a:lnTo>
                <a:lnTo>
                  <a:pt x="10075" y="7424"/>
                </a:lnTo>
                <a:lnTo>
                  <a:pt x="10553" y="5585"/>
                </a:lnTo>
                <a:lnTo>
                  <a:pt x="11030" y="3740"/>
                </a:lnTo>
                <a:lnTo>
                  <a:pt x="11513" y="1879"/>
                </a:lnTo>
                <a:lnTo>
                  <a:pt x="12000" y="0"/>
                </a:lnTo>
                <a:close/>
              </a:path>
            </a:pathLst>
          </a:custGeom>
          <a:solidFill>
            <a:srgbClr val="9C9991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1" name="contour_08979"/>
          <p:cNvSpPr/>
          <p:nvPr/>
        </p:nvSpPr>
        <p:spPr>
          <a:xfrm>
            <a:off x="637142" y="4693467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613" y="673"/>
                </a:lnTo>
                <a:lnTo>
                  <a:pt x="17699" y="1183"/>
                </a:lnTo>
                <a:lnTo>
                  <a:pt x="18563" y="1631"/>
                </a:lnTo>
                <a:lnTo>
                  <a:pt x="19380" y="2117"/>
                </a:lnTo>
                <a:lnTo>
                  <a:pt x="20332" y="2740"/>
                </a:lnTo>
                <a:lnTo>
                  <a:pt x="21600" y="3600"/>
                </a:lnTo>
                <a:lnTo>
                  <a:pt x="20596" y="4214"/>
                </a:lnTo>
                <a:lnTo>
                  <a:pt x="19574" y="4838"/>
                </a:lnTo>
                <a:lnTo>
                  <a:pt x="18496" y="6025"/>
                </a:lnTo>
                <a:lnTo>
                  <a:pt x="17760" y="7034"/>
                </a:lnTo>
                <a:lnTo>
                  <a:pt x="17282" y="7981"/>
                </a:lnTo>
                <a:lnTo>
                  <a:pt x="16986" y="8980"/>
                </a:lnTo>
                <a:lnTo>
                  <a:pt x="16788" y="10145"/>
                </a:lnTo>
                <a:lnTo>
                  <a:pt x="16606" y="11588"/>
                </a:lnTo>
                <a:lnTo>
                  <a:pt x="16306" y="12991"/>
                </a:lnTo>
                <a:lnTo>
                  <a:pt x="15958" y="14157"/>
                </a:lnTo>
                <a:lnTo>
                  <a:pt x="15494" y="15167"/>
                </a:lnTo>
                <a:lnTo>
                  <a:pt x="14848" y="16099"/>
                </a:lnTo>
                <a:lnTo>
                  <a:pt x="13951" y="17033"/>
                </a:lnTo>
                <a:lnTo>
                  <a:pt x="12740" y="18049"/>
                </a:lnTo>
                <a:lnTo>
                  <a:pt x="11556" y="18671"/>
                </a:lnTo>
                <a:lnTo>
                  <a:pt x="10398" y="19262"/>
                </a:lnTo>
                <a:lnTo>
                  <a:pt x="9251" y="19816"/>
                </a:lnTo>
                <a:lnTo>
                  <a:pt x="8089" y="20331"/>
                </a:lnTo>
                <a:lnTo>
                  <a:pt x="6893" y="20801"/>
                </a:lnTo>
                <a:lnTo>
                  <a:pt x="5644" y="21226"/>
                </a:lnTo>
                <a:lnTo>
                  <a:pt x="4320" y="21600"/>
                </a:lnTo>
                <a:lnTo>
                  <a:pt x="2843" y="21136"/>
                </a:lnTo>
                <a:lnTo>
                  <a:pt x="1901" y="20795"/>
                </a:lnTo>
                <a:lnTo>
                  <a:pt x="1089" y="20405"/>
                </a:lnTo>
                <a:lnTo>
                  <a:pt x="0" y="19800"/>
                </a:lnTo>
                <a:lnTo>
                  <a:pt x="1007" y="19120"/>
                </a:lnTo>
                <a:lnTo>
                  <a:pt x="2017" y="18443"/>
                </a:lnTo>
                <a:lnTo>
                  <a:pt x="3033" y="17770"/>
                </a:lnTo>
                <a:lnTo>
                  <a:pt x="4050" y="17100"/>
                </a:lnTo>
                <a:lnTo>
                  <a:pt x="5180" y="16346"/>
                </a:lnTo>
                <a:lnTo>
                  <a:pt x="6329" y="15581"/>
                </a:lnTo>
                <a:lnTo>
                  <a:pt x="7491" y="15005"/>
                </a:lnTo>
                <a:lnTo>
                  <a:pt x="8418" y="14656"/>
                </a:lnTo>
                <a:lnTo>
                  <a:pt x="9426" y="14476"/>
                </a:lnTo>
                <a:lnTo>
                  <a:pt x="10832" y="14409"/>
                </a:lnTo>
                <a:lnTo>
                  <a:pt x="12960" y="14400"/>
                </a:lnTo>
                <a:lnTo>
                  <a:pt x="12651" y="13291"/>
                </a:lnTo>
                <a:lnTo>
                  <a:pt x="12336" y="12164"/>
                </a:lnTo>
                <a:lnTo>
                  <a:pt x="12096" y="11192"/>
                </a:lnTo>
                <a:lnTo>
                  <a:pt x="11854" y="10215"/>
                </a:lnTo>
                <a:lnTo>
                  <a:pt x="11610" y="9225"/>
                </a:lnTo>
                <a:lnTo>
                  <a:pt x="11359" y="8264"/>
                </a:lnTo>
                <a:lnTo>
                  <a:pt x="11107" y="7295"/>
                </a:lnTo>
                <a:lnTo>
                  <a:pt x="10850" y="6314"/>
                </a:lnTo>
                <a:lnTo>
                  <a:pt x="10841" y="4972"/>
                </a:lnTo>
                <a:lnTo>
                  <a:pt x="10932" y="4043"/>
                </a:lnTo>
                <a:lnTo>
                  <a:pt x="11210" y="3289"/>
                </a:lnTo>
                <a:lnTo>
                  <a:pt x="11768" y="2470"/>
                </a:lnTo>
                <a:lnTo>
                  <a:pt x="12690" y="1350"/>
                </a:lnTo>
                <a:lnTo>
                  <a:pt x="13895" y="680"/>
                </a:lnTo>
                <a:lnTo>
                  <a:pt x="15120" y="0"/>
                </a:lnTo>
                <a:close/>
              </a:path>
            </a:pathLst>
          </a:custGeom>
          <a:solidFill>
            <a:srgbClr val="B2AEA1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2" name="contour_08980"/>
          <p:cNvSpPr/>
          <p:nvPr/>
        </p:nvSpPr>
        <p:spPr>
          <a:xfrm>
            <a:off x="7429550" y="4700755"/>
            <a:ext cx="5857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38" y="0"/>
                </a:moveTo>
                <a:lnTo>
                  <a:pt x="15034" y="0"/>
                </a:lnTo>
                <a:lnTo>
                  <a:pt x="16636" y="0"/>
                </a:lnTo>
                <a:lnTo>
                  <a:pt x="18243" y="0"/>
                </a:lnTo>
                <a:lnTo>
                  <a:pt x="19864" y="0"/>
                </a:lnTo>
                <a:lnTo>
                  <a:pt x="21501" y="0"/>
                </a:lnTo>
                <a:lnTo>
                  <a:pt x="21557" y="2862"/>
                </a:lnTo>
                <a:lnTo>
                  <a:pt x="21595" y="5264"/>
                </a:lnTo>
                <a:lnTo>
                  <a:pt x="21600" y="7268"/>
                </a:lnTo>
                <a:lnTo>
                  <a:pt x="21570" y="8934"/>
                </a:lnTo>
                <a:lnTo>
                  <a:pt x="21490" y="10323"/>
                </a:lnTo>
                <a:lnTo>
                  <a:pt x="21355" y="11491"/>
                </a:lnTo>
                <a:lnTo>
                  <a:pt x="21151" y="12502"/>
                </a:lnTo>
                <a:lnTo>
                  <a:pt x="20872" y="13414"/>
                </a:lnTo>
                <a:lnTo>
                  <a:pt x="20509" y="14288"/>
                </a:lnTo>
                <a:lnTo>
                  <a:pt x="20049" y="15185"/>
                </a:lnTo>
                <a:lnTo>
                  <a:pt x="19488" y="16161"/>
                </a:lnTo>
                <a:lnTo>
                  <a:pt x="18813" y="17280"/>
                </a:lnTo>
                <a:lnTo>
                  <a:pt x="17160" y="18032"/>
                </a:lnTo>
                <a:lnTo>
                  <a:pt x="15523" y="18684"/>
                </a:lnTo>
                <a:lnTo>
                  <a:pt x="13892" y="19248"/>
                </a:lnTo>
                <a:lnTo>
                  <a:pt x="12258" y="19729"/>
                </a:lnTo>
                <a:lnTo>
                  <a:pt x="10611" y="20140"/>
                </a:lnTo>
                <a:lnTo>
                  <a:pt x="8944" y="20488"/>
                </a:lnTo>
                <a:lnTo>
                  <a:pt x="7251" y="20781"/>
                </a:lnTo>
                <a:lnTo>
                  <a:pt x="5518" y="21032"/>
                </a:lnTo>
                <a:lnTo>
                  <a:pt x="3736" y="21246"/>
                </a:lnTo>
                <a:lnTo>
                  <a:pt x="1900" y="21432"/>
                </a:lnTo>
                <a:lnTo>
                  <a:pt x="0" y="21600"/>
                </a:lnTo>
                <a:lnTo>
                  <a:pt x="425" y="19993"/>
                </a:lnTo>
                <a:lnTo>
                  <a:pt x="777" y="18852"/>
                </a:lnTo>
                <a:lnTo>
                  <a:pt x="1185" y="17868"/>
                </a:lnTo>
                <a:lnTo>
                  <a:pt x="1779" y="16727"/>
                </a:lnTo>
                <a:lnTo>
                  <a:pt x="2688" y="15120"/>
                </a:lnTo>
                <a:lnTo>
                  <a:pt x="4284" y="15120"/>
                </a:lnTo>
                <a:lnTo>
                  <a:pt x="5886" y="15120"/>
                </a:lnTo>
                <a:lnTo>
                  <a:pt x="7493" y="15120"/>
                </a:lnTo>
                <a:lnTo>
                  <a:pt x="9114" y="15120"/>
                </a:lnTo>
                <a:lnTo>
                  <a:pt x="10750" y="15120"/>
                </a:lnTo>
                <a:lnTo>
                  <a:pt x="11016" y="13623"/>
                </a:lnTo>
                <a:lnTo>
                  <a:pt x="11282" y="12124"/>
                </a:lnTo>
                <a:lnTo>
                  <a:pt x="11548" y="10625"/>
                </a:lnTo>
                <a:lnTo>
                  <a:pt x="11817" y="9124"/>
                </a:lnTo>
                <a:lnTo>
                  <a:pt x="12083" y="7616"/>
                </a:lnTo>
                <a:lnTo>
                  <a:pt x="12352" y="6106"/>
                </a:lnTo>
                <a:lnTo>
                  <a:pt x="12621" y="4590"/>
                </a:lnTo>
                <a:lnTo>
                  <a:pt x="12892" y="3067"/>
                </a:lnTo>
                <a:lnTo>
                  <a:pt x="13164" y="1538"/>
                </a:lnTo>
                <a:lnTo>
                  <a:pt x="13438" y="0"/>
                </a:lnTo>
                <a:close/>
              </a:path>
            </a:pathLst>
          </a:custGeom>
          <a:solidFill>
            <a:srgbClr val="DFE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3" name="contour_08981"/>
          <p:cNvSpPr/>
          <p:nvPr/>
        </p:nvSpPr>
        <p:spPr>
          <a:xfrm>
            <a:off x="2029148" y="4676762"/>
            <a:ext cx="51016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92"/>
                </a:moveTo>
                <a:lnTo>
                  <a:pt x="5169" y="633"/>
                </a:lnTo>
                <a:lnTo>
                  <a:pt x="7227" y="261"/>
                </a:lnTo>
                <a:lnTo>
                  <a:pt x="9269" y="57"/>
                </a:lnTo>
                <a:lnTo>
                  <a:pt x="11300" y="0"/>
                </a:lnTo>
                <a:lnTo>
                  <a:pt x="13330" y="65"/>
                </a:lnTo>
                <a:lnTo>
                  <a:pt x="15370" y="237"/>
                </a:lnTo>
                <a:lnTo>
                  <a:pt x="17422" y="498"/>
                </a:lnTo>
                <a:lnTo>
                  <a:pt x="19496" y="820"/>
                </a:lnTo>
                <a:lnTo>
                  <a:pt x="21600" y="1192"/>
                </a:lnTo>
                <a:lnTo>
                  <a:pt x="21600" y="3616"/>
                </a:lnTo>
                <a:lnTo>
                  <a:pt x="21600" y="6049"/>
                </a:lnTo>
                <a:lnTo>
                  <a:pt x="21600" y="8490"/>
                </a:lnTo>
                <a:lnTo>
                  <a:pt x="21600" y="10951"/>
                </a:lnTo>
                <a:lnTo>
                  <a:pt x="21600" y="13437"/>
                </a:lnTo>
                <a:lnTo>
                  <a:pt x="19767" y="13437"/>
                </a:lnTo>
                <a:lnTo>
                  <a:pt x="17928" y="13437"/>
                </a:lnTo>
                <a:lnTo>
                  <a:pt x="16083" y="13437"/>
                </a:lnTo>
                <a:lnTo>
                  <a:pt x="14222" y="13437"/>
                </a:lnTo>
                <a:lnTo>
                  <a:pt x="12343" y="13437"/>
                </a:lnTo>
                <a:lnTo>
                  <a:pt x="12343" y="16135"/>
                </a:lnTo>
                <a:lnTo>
                  <a:pt x="12343" y="18849"/>
                </a:lnTo>
                <a:lnTo>
                  <a:pt x="12343" y="21600"/>
                </a:lnTo>
                <a:lnTo>
                  <a:pt x="10306" y="21600"/>
                </a:lnTo>
                <a:lnTo>
                  <a:pt x="8267" y="21600"/>
                </a:lnTo>
                <a:lnTo>
                  <a:pt x="6218" y="21600"/>
                </a:lnTo>
                <a:lnTo>
                  <a:pt x="4160" y="21600"/>
                </a:lnTo>
                <a:lnTo>
                  <a:pt x="2089" y="21600"/>
                </a:lnTo>
                <a:lnTo>
                  <a:pt x="0" y="21600"/>
                </a:lnTo>
                <a:lnTo>
                  <a:pt x="31" y="18853"/>
                </a:lnTo>
                <a:lnTo>
                  <a:pt x="108" y="16192"/>
                </a:lnTo>
                <a:lnTo>
                  <a:pt x="262" y="13600"/>
                </a:lnTo>
                <a:lnTo>
                  <a:pt x="515" y="11069"/>
                </a:lnTo>
                <a:lnTo>
                  <a:pt x="898" y="8580"/>
                </a:lnTo>
                <a:lnTo>
                  <a:pt x="1435" y="6114"/>
                </a:lnTo>
                <a:lnTo>
                  <a:pt x="2157" y="3657"/>
                </a:lnTo>
                <a:lnTo>
                  <a:pt x="3086" y="1192"/>
                </a:lnTo>
                <a:close/>
              </a:path>
            </a:pathLst>
          </a:custGeom>
          <a:solidFill>
            <a:srgbClr val="2A2A2D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4" name="contour_08982"/>
          <p:cNvSpPr/>
          <p:nvPr/>
        </p:nvSpPr>
        <p:spPr>
          <a:xfrm>
            <a:off x="9644261" y="4642451"/>
            <a:ext cx="73718" cy="46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81" y="0"/>
                </a:moveTo>
                <a:lnTo>
                  <a:pt x="3793" y="0"/>
                </a:lnTo>
                <a:lnTo>
                  <a:pt x="5213" y="0"/>
                </a:lnTo>
                <a:lnTo>
                  <a:pt x="6652" y="0"/>
                </a:lnTo>
                <a:lnTo>
                  <a:pt x="6652" y="2228"/>
                </a:lnTo>
                <a:lnTo>
                  <a:pt x="6652" y="4460"/>
                </a:lnTo>
                <a:lnTo>
                  <a:pt x="6652" y="6701"/>
                </a:lnTo>
                <a:lnTo>
                  <a:pt x="6652" y="8953"/>
                </a:lnTo>
                <a:lnTo>
                  <a:pt x="6652" y="11219"/>
                </a:lnTo>
                <a:lnTo>
                  <a:pt x="6652" y="13504"/>
                </a:lnTo>
                <a:lnTo>
                  <a:pt x="7737" y="13021"/>
                </a:lnTo>
                <a:lnTo>
                  <a:pt x="8836" y="12529"/>
                </a:lnTo>
                <a:lnTo>
                  <a:pt x="10254" y="11985"/>
                </a:lnTo>
                <a:lnTo>
                  <a:pt x="11657" y="11482"/>
                </a:lnTo>
                <a:lnTo>
                  <a:pt x="13052" y="11033"/>
                </a:lnTo>
                <a:lnTo>
                  <a:pt x="14455" y="10648"/>
                </a:lnTo>
                <a:lnTo>
                  <a:pt x="15877" y="10344"/>
                </a:lnTo>
                <a:lnTo>
                  <a:pt x="17329" y="10128"/>
                </a:lnTo>
                <a:lnTo>
                  <a:pt x="18971" y="12015"/>
                </a:lnTo>
                <a:lnTo>
                  <a:pt x="19964" y="13346"/>
                </a:lnTo>
                <a:lnTo>
                  <a:pt x="20707" y="14757"/>
                </a:lnTo>
                <a:lnTo>
                  <a:pt x="21600" y="16880"/>
                </a:lnTo>
                <a:lnTo>
                  <a:pt x="20379" y="18508"/>
                </a:lnTo>
                <a:lnTo>
                  <a:pt x="19076" y="19709"/>
                </a:lnTo>
                <a:lnTo>
                  <a:pt x="17701" y="20550"/>
                </a:lnTo>
                <a:lnTo>
                  <a:pt x="16266" y="21094"/>
                </a:lnTo>
                <a:lnTo>
                  <a:pt x="14779" y="21404"/>
                </a:lnTo>
                <a:lnTo>
                  <a:pt x="13255" y="21546"/>
                </a:lnTo>
                <a:lnTo>
                  <a:pt x="11700" y="21583"/>
                </a:lnTo>
                <a:lnTo>
                  <a:pt x="10124" y="21580"/>
                </a:lnTo>
                <a:lnTo>
                  <a:pt x="8542" y="21600"/>
                </a:lnTo>
                <a:lnTo>
                  <a:pt x="7397" y="21532"/>
                </a:lnTo>
                <a:lnTo>
                  <a:pt x="6505" y="21428"/>
                </a:lnTo>
                <a:lnTo>
                  <a:pt x="5567" y="21225"/>
                </a:lnTo>
                <a:lnTo>
                  <a:pt x="4292" y="20854"/>
                </a:lnTo>
                <a:lnTo>
                  <a:pt x="2381" y="20256"/>
                </a:lnTo>
                <a:lnTo>
                  <a:pt x="1559" y="18258"/>
                </a:lnTo>
                <a:lnTo>
                  <a:pt x="931" y="16269"/>
                </a:lnTo>
                <a:lnTo>
                  <a:pt x="478" y="14267"/>
                </a:lnTo>
                <a:lnTo>
                  <a:pt x="184" y="12238"/>
                </a:lnTo>
                <a:lnTo>
                  <a:pt x="30" y="10155"/>
                </a:lnTo>
                <a:lnTo>
                  <a:pt x="0" y="7998"/>
                </a:lnTo>
                <a:lnTo>
                  <a:pt x="79" y="5743"/>
                </a:lnTo>
                <a:lnTo>
                  <a:pt x="246" y="3376"/>
                </a:lnTo>
                <a:lnTo>
                  <a:pt x="1305" y="1702"/>
                </a:lnTo>
                <a:lnTo>
                  <a:pt x="2381" y="0"/>
                </a:lnTo>
                <a:close/>
              </a:path>
            </a:pathLst>
          </a:custGeom>
          <a:solidFill>
            <a:srgbClr val="B99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5" name="contour_08983"/>
          <p:cNvSpPr/>
          <p:nvPr/>
        </p:nvSpPr>
        <p:spPr>
          <a:xfrm>
            <a:off x="7130742" y="4662901"/>
            <a:ext cx="51016" cy="38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97"/>
                </a:moveTo>
                <a:lnTo>
                  <a:pt x="3839" y="398"/>
                </a:lnTo>
                <a:lnTo>
                  <a:pt x="6684" y="131"/>
                </a:lnTo>
                <a:lnTo>
                  <a:pt x="8804" y="0"/>
                </a:lnTo>
                <a:lnTo>
                  <a:pt x="10467" y="0"/>
                </a:lnTo>
                <a:lnTo>
                  <a:pt x="11945" y="131"/>
                </a:lnTo>
                <a:lnTo>
                  <a:pt x="13509" y="398"/>
                </a:lnTo>
                <a:lnTo>
                  <a:pt x="15429" y="797"/>
                </a:lnTo>
                <a:lnTo>
                  <a:pt x="17144" y="3422"/>
                </a:lnTo>
                <a:lnTo>
                  <a:pt x="18357" y="5361"/>
                </a:lnTo>
                <a:lnTo>
                  <a:pt x="19236" y="6959"/>
                </a:lnTo>
                <a:lnTo>
                  <a:pt x="19955" y="8557"/>
                </a:lnTo>
                <a:lnTo>
                  <a:pt x="20687" y="10496"/>
                </a:lnTo>
                <a:lnTo>
                  <a:pt x="21600" y="13121"/>
                </a:lnTo>
                <a:lnTo>
                  <a:pt x="19607" y="15150"/>
                </a:lnTo>
                <a:lnTo>
                  <a:pt x="17734" y="16855"/>
                </a:lnTo>
                <a:lnTo>
                  <a:pt x="15947" y="18256"/>
                </a:lnTo>
                <a:lnTo>
                  <a:pt x="14200" y="19378"/>
                </a:lnTo>
                <a:lnTo>
                  <a:pt x="12460" y="20244"/>
                </a:lnTo>
                <a:lnTo>
                  <a:pt x="10689" y="20877"/>
                </a:lnTo>
                <a:lnTo>
                  <a:pt x="8847" y="21296"/>
                </a:lnTo>
                <a:lnTo>
                  <a:pt x="6893" y="21530"/>
                </a:lnTo>
                <a:lnTo>
                  <a:pt x="4795" y="21600"/>
                </a:lnTo>
                <a:lnTo>
                  <a:pt x="2509" y="21526"/>
                </a:lnTo>
                <a:lnTo>
                  <a:pt x="0" y="21337"/>
                </a:lnTo>
                <a:lnTo>
                  <a:pt x="0" y="18433"/>
                </a:lnTo>
                <a:lnTo>
                  <a:pt x="0" y="15524"/>
                </a:lnTo>
                <a:lnTo>
                  <a:pt x="0" y="12608"/>
                </a:lnTo>
                <a:lnTo>
                  <a:pt x="0" y="9679"/>
                </a:lnTo>
                <a:lnTo>
                  <a:pt x="0" y="6737"/>
                </a:lnTo>
                <a:lnTo>
                  <a:pt x="0" y="3779"/>
                </a:lnTo>
                <a:lnTo>
                  <a:pt x="0" y="797"/>
                </a:lnTo>
                <a:close/>
              </a:path>
            </a:pathLst>
          </a:custGeom>
          <a:solidFill>
            <a:srgbClr val="33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6" name="contour_08984"/>
          <p:cNvSpPr/>
          <p:nvPr/>
        </p:nvSpPr>
        <p:spPr>
          <a:xfrm>
            <a:off x="1293061" y="464973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241"/>
                </a:lnTo>
                <a:lnTo>
                  <a:pt x="8506" y="475"/>
                </a:lnTo>
                <a:lnTo>
                  <a:pt x="11007" y="793"/>
                </a:lnTo>
                <a:lnTo>
                  <a:pt x="12986" y="1277"/>
                </a:lnTo>
                <a:lnTo>
                  <a:pt x="14917" y="2012"/>
                </a:lnTo>
                <a:lnTo>
                  <a:pt x="17280" y="3086"/>
                </a:lnTo>
                <a:lnTo>
                  <a:pt x="18192" y="5113"/>
                </a:lnTo>
                <a:lnTo>
                  <a:pt x="18956" y="7137"/>
                </a:lnTo>
                <a:lnTo>
                  <a:pt x="19596" y="9165"/>
                </a:lnTo>
                <a:lnTo>
                  <a:pt x="20123" y="11201"/>
                </a:lnTo>
                <a:lnTo>
                  <a:pt x="20550" y="13247"/>
                </a:lnTo>
                <a:lnTo>
                  <a:pt x="20896" y="15305"/>
                </a:lnTo>
                <a:lnTo>
                  <a:pt x="21177" y="17382"/>
                </a:lnTo>
                <a:lnTo>
                  <a:pt x="21406" y="19477"/>
                </a:lnTo>
                <a:lnTo>
                  <a:pt x="21600" y="21600"/>
                </a:lnTo>
                <a:lnTo>
                  <a:pt x="18749" y="21600"/>
                </a:lnTo>
                <a:lnTo>
                  <a:pt x="15893" y="21600"/>
                </a:lnTo>
                <a:lnTo>
                  <a:pt x="13025" y="21600"/>
                </a:lnTo>
                <a:lnTo>
                  <a:pt x="10143" y="21600"/>
                </a:lnTo>
                <a:lnTo>
                  <a:pt x="7245" y="21600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CCCFD1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7" name="contour_08985"/>
          <p:cNvSpPr/>
          <p:nvPr/>
        </p:nvSpPr>
        <p:spPr>
          <a:xfrm>
            <a:off x="9993502" y="4635163"/>
            <a:ext cx="3786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26" y="0"/>
                </a:moveTo>
                <a:lnTo>
                  <a:pt x="12469" y="508"/>
                </a:lnTo>
                <a:lnTo>
                  <a:pt x="14789" y="902"/>
                </a:lnTo>
                <a:lnTo>
                  <a:pt x="16685" y="1312"/>
                </a:lnTo>
                <a:lnTo>
                  <a:pt x="18756" y="1868"/>
                </a:lnTo>
                <a:lnTo>
                  <a:pt x="21600" y="2700"/>
                </a:lnTo>
                <a:lnTo>
                  <a:pt x="21413" y="4558"/>
                </a:lnTo>
                <a:lnTo>
                  <a:pt x="21193" y="6391"/>
                </a:lnTo>
                <a:lnTo>
                  <a:pt x="20922" y="8208"/>
                </a:lnTo>
                <a:lnTo>
                  <a:pt x="20590" y="10009"/>
                </a:lnTo>
                <a:lnTo>
                  <a:pt x="20178" y="11799"/>
                </a:lnTo>
                <a:lnTo>
                  <a:pt x="19671" y="13581"/>
                </a:lnTo>
                <a:lnTo>
                  <a:pt x="19055" y="15355"/>
                </a:lnTo>
                <a:lnTo>
                  <a:pt x="18319" y="17126"/>
                </a:lnTo>
                <a:lnTo>
                  <a:pt x="17442" y="18900"/>
                </a:lnTo>
                <a:lnTo>
                  <a:pt x="14681" y="19931"/>
                </a:lnTo>
                <a:lnTo>
                  <a:pt x="12124" y="20625"/>
                </a:lnTo>
                <a:lnTo>
                  <a:pt x="9609" y="21060"/>
                </a:lnTo>
                <a:lnTo>
                  <a:pt x="6985" y="21314"/>
                </a:lnTo>
                <a:lnTo>
                  <a:pt x="4104" y="21468"/>
                </a:lnTo>
                <a:lnTo>
                  <a:pt x="811" y="21600"/>
                </a:lnTo>
                <a:lnTo>
                  <a:pt x="682" y="20047"/>
                </a:lnTo>
                <a:lnTo>
                  <a:pt x="570" y="18495"/>
                </a:lnTo>
                <a:lnTo>
                  <a:pt x="466" y="16942"/>
                </a:lnTo>
                <a:lnTo>
                  <a:pt x="374" y="15390"/>
                </a:lnTo>
                <a:lnTo>
                  <a:pt x="291" y="13838"/>
                </a:lnTo>
                <a:lnTo>
                  <a:pt x="195" y="12396"/>
                </a:lnTo>
                <a:lnTo>
                  <a:pt x="100" y="10943"/>
                </a:lnTo>
                <a:lnTo>
                  <a:pt x="0" y="9472"/>
                </a:lnTo>
                <a:lnTo>
                  <a:pt x="424" y="7457"/>
                </a:lnTo>
                <a:lnTo>
                  <a:pt x="877" y="6070"/>
                </a:lnTo>
                <a:lnTo>
                  <a:pt x="1572" y="4949"/>
                </a:lnTo>
                <a:lnTo>
                  <a:pt x="2732" y="3748"/>
                </a:lnTo>
                <a:lnTo>
                  <a:pt x="4578" y="2109"/>
                </a:lnTo>
                <a:lnTo>
                  <a:pt x="6835" y="1064"/>
                </a:lnTo>
                <a:lnTo>
                  <a:pt x="9126" y="0"/>
                </a:lnTo>
                <a:close/>
              </a:path>
            </a:pathLst>
          </a:custGeom>
          <a:solidFill>
            <a:srgbClr val="858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8" name="contour_08986"/>
          <p:cNvSpPr/>
          <p:nvPr/>
        </p:nvSpPr>
        <p:spPr>
          <a:xfrm>
            <a:off x="6634488" y="4635163"/>
            <a:ext cx="5168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0" y="0"/>
                </a:moveTo>
                <a:lnTo>
                  <a:pt x="2290" y="0"/>
                </a:lnTo>
                <a:lnTo>
                  <a:pt x="4304" y="0"/>
                </a:lnTo>
                <a:lnTo>
                  <a:pt x="6317" y="0"/>
                </a:lnTo>
                <a:lnTo>
                  <a:pt x="8336" y="0"/>
                </a:lnTo>
                <a:lnTo>
                  <a:pt x="10361" y="0"/>
                </a:lnTo>
                <a:lnTo>
                  <a:pt x="12396" y="0"/>
                </a:lnTo>
                <a:lnTo>
                  <a:pt x="14437" y="0"/>
                </a:lnTo>
                <a:lnTo>
                  <a:pt x="16489" y="0"/>
                </a:lnTo>
                <a:lnTo>
                  <a:pt x="18554" y="0"/>
                </a:lnTo>
                <a:lnTo>
                  <a:pt x="17799" y="1782"/>
                </a:lnTo>
                <a:lnTo>
                  <a:pt x="17044" y="3571"/>
                </a:lnTo>
                <a:lnTo>
                  <a:pt x="16279" y="5375"/>
                </a:lnTo>
                <a:lnTo>
                  <a:pt x="15509" y="7200"/>
                </a:lnTo>
                <a:lnTo>
                  <a:pt x="17211" y="9590"/>
                </a:lnTo>
                <a:lnTo>
                  <a:pt x="18411" y="11138"/>
                </a:lnTo>
                <a:lnTo>
                  <a:pt x="19684" y="12517"/>
                </a:lnTo>
                <a:lnTo>
                  <a:pt x="21600" y="14400"/>
                </a:lnTo>
                <a:lnTo>
                  <a:pt x="19739" y="15476"/>
                </a:lnTo>
                <a:lnTo>
                  <a:pt x="17878" y="16520"/>
                </a:lnTo>
                <a:lnTo>
                  <a:pt x="16014" y="17518"/>
                </a:lnTo>
                <a:lnTo>
                  <a:pt x="14138" y="18464"/>
                </a:lnTo>
                <a:lnTo>
                  <a:pt x="12244" y="19354"/>
                </a:lnTo>
                <a:lnTo>
                  <a:pt x="10322" y="20178"/>
                </a:lnTo>
                <a:lnTo>
                  <a:pt x="8366" y="20930"/>
                </a:lnTo>
                <a:lnTo>
                  <a:pt x="6372" y="21600"/>
                </a:lnTo>
                <a:lnTo>
                  <a:pt x="4029" y="20221"/>
                </a:lnTo>
                <a:lnTo>
                  <a:pt x="2613" y="19012"/>
                </a:lnTo>
                <a:lnTo>
                  <a:pt x="1553" y="17298"/>
                </a:lnTo>
                <a:lnTo>
                  <a:pt x="280" y="14400"/>
                </a:lnTo>
                <a:lnTo>
                  <a:pt x="101" y="11959"/>
                </a:lnTo>
                <a:lnTo>
                  <a:pt x="12" y="9576"/>
                </a:lnTo>
                <a:lnTo>
                  <a:pt x="0" y="7222"/>
                </a:lnTo>
                <a:lnTo>
                  <a:pt x="52" y="4864"/>
                </a:lnTo>
                <a:lnTo>
                  <a:pt x="149" y="2470"/>
                </a:lnTo>
                <a:lnTo>
                  <a:pt x="280" y="0"/>
                </a:lnTo>
                <a:close/>
              </a:path>
            </a:pathLst>
          </a:custGeom>
          <a:solidFill>
            <a:srgbClr val="F3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8989" name="contour_08987"/>
          <p:cNvSpPr/>
          <p:nvPr/>
        </p:nvSpPr>
        <p:spPr>
          <a:xfrm>
            <a:off x="870358" y="464973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125" y="2376"/>
                </a:lnTo>
                <a:lnTo>
                  <a:pt x="20650" y="4756"/>
                </a:lnTo>
                <a:lnTo>
                  <a:pt x="20174" y="7135"/>
                </a:lnTo>
                <a:lnTo>
                  <a:pt x="19695" y="9522"/>
                </a:lnTo>
                <a:lnTo>
                  <a:pt x="19215" y="11916"/>
                </a:lnTo>
                <a:lnTo>
                  <a:pt x="18736" y="14321"/>
                </a:lnTo>
                <a:lnTo>
                  <a:pt x="18252" y="16733"/>
                </a:lnTo>
                <a:lnTo>
                  <a:pt x="17768" y="19159"/>
                </a:lnTo>
                <a:lnTo>
                  <a:pt x="17280" y="21600"/>
                </a:lnTo>
                <a:lnTo>
                  <a:pt x="14429" y="21600"/>
                </a:lnTo>
                <a:lnTo>
                  <a:pt x="11573" y="21600"/>
                </a:lnTo>
                <a:lnTo>
                  <a:pt x="8705" y="21600"/>
                </a:lnTo>
                <a:lnTo>
                  <a:pt x="5823" y="21600"/>
                </a:lnTo>
                <a:lnTo>
                  <a:pt x="292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88989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0" name="contour_08988"/>
          <p:cNvSpPr/>
          <p:nvPr/>
        </p:nvSpPr>
        <p:spPr>
          <a:xfrm>
            <a:off x="1234757" y="4634295"/>
            <a:ext cx="65592" cy="664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2"/>
                </a:moveTo>
                <a:lnTo>
                  <a:pt x="20856" y="1161"/>
                </a:lnTo>
                <a:lnTo>
                  <a:pt x="20107" y="2049"/>
                </a:lnTo>
                <a:lnTo>
                  <a:pt x="19349" y="2947"/>
                </a:lnTo>
                <a:lnTo>
                  <a:pt x="18466" y="4351"/>
                </a:lnTo>
                <a:lnTo>
                  <a:pt x="17714" y="5796"/>
                </a:lnTo>
                <a:lnTo>
                  <a:pt x="17081" y="7279"/>
                </a:lnTo>
                <a:lnTo>
                  <a:pt x="16553" y="8797"/>
                </a:lnTo>
                <a:lnTo>
                  <a:pt x="16111" y="10342"/>
                </a:lnTo>
                <a:lnTo>
                  <a:pt x="15749" y="11912"/>
                </a:lnTo>
                <a:lnTo>
                  <a:pt x="15449" y="13504"/>
                </a:lnTo>
                <a:lnTo>
                  <a:pt x="15194" y="15110"/>
                </a:lnTo>
                <a:lnTo>
                  <a:pt x="14978" y="16725"/>
                </a:lnTo>
                <a:lnTo>
                  <a:pt x="14782" y="18350"/>
                </a:lnTo>
                <a:lnTo>
                  <a:pt x="14594" y="19975"/>
                </a:lnTo>
                <a:lnTo>
                  <a:pt x="14400" y="21600"/>
                </a:lnTo>
                <a:lnTo>
                  <a:pt x="12814" y="21600"/>
                </a:lnTo>
                <a:lnTo>
                  <a:pt x="11218" y="21600"/>
                </a:lnTo>
                <a:lnTo>
                  <a:pt x="9600" y="21600"/>
                </a:lnTo>
                <a:lnTo>
                  <a:pt x="8882" y="20044"/>
                </a:lnTo>
                <a:lnTo>
                  <a:pt x="8494" y="18814"/>
                </a:lnTo>
                <a:lnTo>
                  <a:pt x="8100" y="16863"/>
                </a:lnTo>
                <a:lnTo>
                  <a:pt x="7829" y="15541"/>
                </a:lnTo>
                <a:lnTo>
                  <a:pt x="7555" y="14198"/>
                </a:lnTo>
                <a:lnTo>
                  <a:pt x="7378" y="13170"/>
                </a:lnTo>
                <a:lnTo>
                  <a:pt x="7200" y="12125"/>
                </a:lnTo>
                <a:lnTo>
                  <a:pt x="8786" y="12125"/>
                </a:lnTo>
                <a:lnTo>
                  <a:pt x="10382" y="12125"/>
                </a:lnTo>
                <a:lnTo>
                  <a:pt x="12000" y="12125"/>
                </a:lnTo>
                <a:lnTo>
                  <a:pt x="12000" y="10560"/>
                </a:lnTo>
                <a:lnTo>
                  <a:pt x="12000" y="8984"/>
                </a:lnTo>
                <a:lnTo>
                  <a:pt x="12000" y="7388"/>
                </a:lnTo>
                <a:lnTo>
                  <a:pt x="10303" y="7388"/>
                </a:lnTo>
                <a:lnTo>
                  <a:pt x="8604" y="7388"/>
                </a:lnTo>
                <a:lnTo>
                  <a:pt x="6900" y="7388"/>
                </a:lnTo>
                <a:lnTo>
                  <a:pt x="5189" y="7388"/>
                </a:lnTo>
                <a:lnTo>
                  <a:pt x="3470" y="7388"/>
                </a:lnTo>
                <a:lnTo>
                  <a:pt x="1742" y="7388"/>
                </a:lnTo>
                <a:lnTo>
                  <a:pt x="0" y="7388"/>
                </a:lnTo>
                <a:lnTo>
                  <a:pt x="1534" y="6078"/>
                </a:lnTo>
                <a:lnTo>
                  <a:pt x="2998" y="4908"/>
                </a:lnTo>
                <a:lnTo>
                  <a:pt x="4406" y="3875"/>
                </a:lnTo>
                <a:lnTo>
                  <a:pt x="5784" y="2973"/>
                </a:lnTo>
                <a:lnTo>
                  <a:pt x="7145" y="2198"/>
                </a:lnTo>
                <a:lnTo>
                  <a:pt x="8506" y="1547"/>
                </a:lnTo>
                <a:lnTo>
                  <a:pt x="9886" y="1016"/>
                </a:lnTo>
                <a:lnTo>
                  <a:pt x="11304" y="599"/>
                </a:lnTo>
                <a:lnTo>
                  <a:pt x="12778" y="294"/>
                </a:lnTo>
                <a:lnTo>
                  <a:pt x="14323" y="95"/>
                </a:lnTo>
                <a:lnTo>
                  <a:pt x="15960" y="0"/>
                </a:lnTo>
                <a:lnTo>
                  <a:pt x="17707" y="0"/>
                </a:lnTo>
                <a:lnTo>
                  <a:pt x="19582" y="97"/>
                </a:lnTo>
                <a:lnTo>
                  <a:pt x="21600" y="282"/>
                </a:lnTo>
                <a:close/>
              </a:path>
            </a:pathLst>
          </a:custGeom>
          <a:solidFill>
            <a:srgbClr val="2E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1" name="contour_08989"/>
          <p:cNvSpPr/>
          <p:nvPr/>
        </p:nvSpPr>
        <p:spPr>
          <a:xfrm>
            <a:off x="965102" y="4643588"/>
            <a:ext cx="65592" cy="425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20"/>
                </a:moveTo>
                <a:lnTo>
                  <a:pt x="21007" y="3460"/>
                </a:lnTo>
                <a:lnTo>
                  <a:pt x="19219" y="4491"/>
                </a:lnTo>
                <a:lnTo>
                  <a:pt x="18019" y="5644"/>
                </a:lnTo>
                <a:lnTo>
                  <a:pt x="16800" y="6816"/>
                </a:lnTo>
                <a:lnTo>
                  <a:pt x="16476" y="9495"/>
                </a:lnTo>
                <a:lnTo>
                  <a:pt x="16399" y="11473"/>
                </a:lnTo>
                <a:lnTo>
                  <a:pt x="16500" y="14437"/>
                </a:lnTo>
                <a:lnTo>
                  <a:pt x="16546" y="15490"/>
                </a:lnTo>
                <a:lnTo>
                  <a:pt x="16622" y="17349"/>
                </a:lnTo>
                <a:lnTo>
                  <a:pt x="16800" y="21600"/>
                </a:lnTo>
                <a:lnTo>
                  <a:pt x="15014" y="20905"/>
                </a:lnTo>
                <a:lnTo>
                  <a:pt x="13747" y="20366"/>
                </a:lnTo>
                <a:lnTo>
                  <a:pt x="12653" y="19804"/>
                </a:lnTo>
                <a:lnTo>
                  <a:pt x="11386" y="19042"/>
                </a:lnTo>
                <a:lnTo>
                  <a:pt x="9600" y="17904"/>
                </a:lnTo>
                <a:lnTo>
                  <a:pt x="9600" y="15461"/>
                </a:lnTo>
                <a:lnTo>
                  <a:pt x="9600" y="13003"/>
                </a:lnTo>
                <a:lnTo>
                  <a:pt x="9600" y="10512"/>
                </a:lnTo>
                <a:lnTo>
                  <a:pt x="8016" y="11122"/>
                </a:lnTo>
                <a:lnTo>
                  <a:pt x="6430" y="11731"/>
                </a:lnTo>
                <a:lnTo>
                  <a:pt x="4836" y="12345"/>
                </a:lnTo>
                <a:lnTo>
                  <a:pt x="3235" y="12962"/>
                </a:lnTo>
                <a:lnTo>
                  <a:pt x="1625" y="13583"/>
                </a:lnTo>
                <a:lnTo>
                  <a:pt x="0" y="14208"/>
                </a:lnTo>
                <a:lnTo>
                  <a:pt x="0" y="11765"/>
                </a:lnTo>
                <a:lnTo>
                  <a:pt x="0" y="9307"/>
                </a:lnTo>
                <a:lnTo>
                  <a:pt x="0" y="6816"/>
                </a:lnTo>
                <a:lnTo>
                  <a:pt x="1507" y="4820"/>
                </a:lnTo>
                <a:lnTo>
                  <a:pt x="3043" y="3212"/>
                </a:lnTo>
                <a:lnTo>
                  <a:pt x="4606" y="1963"/>
                </a:lnTo>
                <a:lnTo>
                  <a:pt x="6194" y="1042"/>
                </a:lnTo>
                <a:lnTo>
                  <a:pt x="7810" y="429"/>
                </a:lnTo>
                <a:lnTo>
                  <a:pt x="9449" y="92"/>
                </a:lnTo>
                <a:lnTo>
                  <a:pt x="11114" y="0"/>
                </a:lnTo>
                <a:lnTo>
                  <a:pt x="12804" y="133"/>
                </a:lnTo>
                <a:lnTo>
                  <a:pt x="14518" y="455"/>
                </a:lnTo>
                <a:lnTo>
                  <a:pt x="16253" y="943"/>
                </a:lnTo>
                <a:lnTo>
                  <a:pt x="18014" y="1567"/>
                </a:lnTo>
                <a:lnTo>
                  <a:pt x="19795" y="2303"/>
                </a:lnTo>
                <a:lnTo>
                  <a:pt x="21600" y="3120"/>
                </a:lnTo>
                <a:close/>
              </a:path>
            </a:pathLst>
          </a:custGeom>
          <a:solidFill>
            <a:srgbClr val="70706F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2" name="contour_08990"/>
          <p:cNvSpPr/>
          <p:nvPr/>
        </p:nvSpPr>
        <p:spPr>
          <a:xfrm>
            <a:off x="11487540" y="4591435"/>
            <a:ext cx="52437" cy="660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90" y="0"/>
                </a:moveTo>
                <a:lnTo>
                  <a:pt x="8079" y="0"/>
                </a:lnTo>
                <a:lnTo>
                  <a:pt x="9592" y="0"/>
                </a:lnTo>
                <a:lnTo>
                  <a:pt x="9967" y="1461"/>
                </a:lnTo>
                <a:lnTo>
                  <a:pt x="10207" y="2536"/>
                </a:lnTo>
                <a:lnTo>
                  <a:pt x="10423" y="3758"/>
                </a:lnTo>
                <a:lnTo>
                  <a:pt x="10717" y="5660"/>
                </a:lnTo>
                <a:lnTo>
                  <a:pt x="11255" y="8083"/>
                </a:lnTo>
                <a:lnTo>
                  <a:pt x="11699" y="9775"/>
                </a:lnTo>
                <a:lnTo>
                  <a:pt x="12161" y="10967"/>
                </a:lnTo>
                <a:lnTo>
                  <a:pt x="12753" y="11877"/>
                </a:lnTo>
                <a:lnTo>
                  <a:pt x="13590" y="12737"/>
                </a:lnTo>
                <a:lnTo>
                  <a:pt x="14785" y="13767"/>
                </a:lnTo>
                <a:lnTo>
                  <a:pt x="16295" y="14529"/>
                </a:lnTo>
                <a:lnTo>
                  <a:pt x="17511" y="15087"/>
                </a:lnTo>
                <a:lnTo>
                  <a:pt x="19066" y="15714"/>
                </a:lnTo>
                <a:lnTo>
                  <a:pt x="21600" y="16681"/>
                </a:lnTo>
                <a:lnTo>
                  <a:pt x="19661" y="17859"/>
                </a:lnTo>
                <a:lnTo>
                  <a:pt x="17838" y="18848"/>
                </a:lnTo>
                <a:lnTo>
                  <a:pt x="16100" y="19660"/>
                </a:lnTo>
                <a:lnTo>
                  <a:pt x="14401" y="20311"/>
                </a:lnTo>
                <a:lnTo>
                  <a:pt x="12708" y="20814"/>
                </a:lnTo>
                <a:lnTo>
                  <a:pt x="10985" y="21181"/>
                </a:lnTo>
                <a:lnTo>
                  <a:pt x="9192" y="21424"/>
                </a:lnTo>
                <a:lnTo>
                  <a:pt x="7292" y="21559"/>
                </a:lnTo>
                <a:lnTo>
                  <a:pt x="5251" y="21600"/>
                </a:lnTo>
                <a:lnTo>
                  <a:pt x="3026" y="21557"/>
                </a:lnTo>
                <a:lnTo>
                  <a:pt x="585" y="21447"/>
                </a:lnTo>
                <a:lnTo>
                  <a:pt x="351" y="18209"/>
                </a:lnTo>
                <a:lnTo>
                  <a:pt x="168" y="15492"/>
                </a:lnTo>
                <a:lnTo>
                  <a:pt x="48" y="13233"/>
                </a:lnTo>
                <a:lnTo>
                  <a:pt x="0" y="11362"/>
                </a:lnTo>
                <a:lnTo>
                  <a:pt x="36" y="9821"/>
                </a:lnTo>
                <a:lnTo>
                  <a:pt x="162" y="8538"/>
                </a:lnTo>
                <a:lnTo>
                  <a:pt x="390" y="7452"/>
                </a:lnTo>
                <a:lnTo>
                  <a:pt x="733" y="6499"/>
                </a:lnTo>
                <a:lnTo>
                  <a:pt x="1192" y="5607"/>
                </a:lnTo>
                <a:lnTo>
                  <a:pt x="1783" y="4718"/>
                </a:lnTo>
                <a:lnTo>
                  <a:pt x="2519" y="3765"/>
                </a:lnTo>
                <a:lnTo>
                  <a:pt x="3401" y="2681"/>
                </a:lnTo>
                <a:lnTo>
                  <a:pt x="4455" y="1797"/>
                </a:lnTo>
                <a:lnTo>
                  <a:pt x="5515" y="903"/>
                </a:lnTo>
                <a:lnTo>
                  <a:pt x="6590" y="0"/>
                </a:lnTo>
                <a:close/>
              </a:path>
            </a:pathLst>
          </a:custGeom>
          <a:solidFill>
            <a:srgbClr val="B9B5B9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3" name="contour_08991"/>
          <p:cNvSpPr/>
          <p:nvPr/>
        </p:nvSpPr>
        <p:spPr>
          <a:xfrm>
            <a:off x="1576579" y="4591435"/>
            <a:ext cx="2986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8918" y="0"/>
                </a:lnTo>
                <a:lnTo>
                  <a:pt x="12060" y="0"/>
                </a:lnTo>
                <a:lnTo>
                  <a:pt x="15212" y="0"/>
                </a:lnTo>
                <a:lnTo>
                  <a:pt x="18390" y="0"/>
                </a:lnTo>
                <a:lnTo>
                  <a:pt x="21600" y="0"/>
                </a:lnTo>
                <a:lnTo>
                  <a:pt x="21163" y="1782"/>
                </a:lnTo>
                <a:lnTo>
                  <a:pt x="20730" y="3564"/>
                </a:lnTo>
                <a:lnTo>
                  <a:pt x="20293" y="5349"/>
                </a:lnTo>
                <a:lnTo>
                  <a:pt x="19861" y="7136"/>
                </a:lnTo>
                <a:lnTo>
                  <a:pt x="19423" y="8926"/>
                </a:lnTo>
                <a:lnTo>
                  <a:pt x="18986" y="10719"/>
                </a:lnTo>
                <a:lnTo>
                  <a:pt x="18548" y="12517"/>
                </a:lnTo>
                <a:lnTo>
                  <a:pt x="18105" y="14321"/>
                </a:lnTo>
                <a:lnTo>
                  <a:pt x="17663" y="16130"/>
                </a:lnTo>
                <a:lnTo>
                  <a:pt x="17220" y="17944"/>
                </a:lnTo>
                <a:lnTo>
                  <a:pt x="16777" y="19769"/>
                </a:lnTo>
                <a:lnTo>
                  <a:pt x="16329" y="21600"/>
                </a:lnTo>
                <a:lnTo>
                  <a:pt x="13198" y="21600"/>
                </a:lnTo>
                <a:lnTo>
                  <a:pt x="10057" y="21600"/>
                </a:lnTo>
                <a:lnTo>
                  <a:pt x="6905" y="21600"/>
                </a:lnTo>
                <a:lnTo>
                  <a:pt x="3727" y="21600"/>
                </a:lnTo>
                <a:lnTo>
                  <a:pt x="517" y="21600"/>
                </a:lnTo>
                <a:lnTo>
                  <a:pt x="437" y="19742"/>
                </a:lnTo>
                <a:lnTo>
                  <a:pt x="364" y="17888"/>
                </a:lnTo>
                <a:lnTo>
                  <a:pt x="300" y="16030"/>
                </a:lnTo>
                <a:lnTo>
                  <a:pt x="242" y="14175"/>
                </a:lnTo>
                <a:lnTo>
                  <a:pt x="190" y="12317"/>
                </a:lnTo>
                <a:lnTo>
                  <a:pt x="127" y="10592"/>
                </a:lnTo>
                <a:lnTo>
                  <a:pt x="63" y="8856"/>
                </a:lnTo>
                <a:lnTo>
                  <a:pt x="0" y="7098"/>
                </a:lnTo>
                <a:lnTo>
                  <a:pt x="380" y="4514"/>
                </a:lnTo>
                <a:lnTo>
                  <a:pt x="1112" y="2913"/>
                </a:lnTo>
                <a:lnTo>
                  <a:pt x="2730" y="1631"/>
                </a:lnTo>
                <a:lnTo>
                  <a:pt x="5787" y="0"/>
                </a:lnTo>
                <a:close/>
              </a:path>
            </a:pathLst>
          </a:custGeom>
          <a:solidFill>
            <a:srgbClr val="EBE2CA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4" name="contour_08992"/>
          <p:cNvSpPr/>
          <p:nvPr/>
        </p:nvSpPr>
        <p:spPr>
          <a:xfrm>
            <a:off x="462230" y="4584147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70" y="1782"/>
                </a:lnTo>
                <a:lnTo>
                  <a:pt x="6739" y="3571"/>
                </a:lnTo>
                <a:lnTo>
                  <a:pt x="7417" y="5375"/>
                </a:lnTo>
                <a:lnTo>
                  <a:pt x="8100" y="7200"/>
                </a:lnTo>
                <a:lnTo>
                  <a:pt x="10190" y="7416"/>
                </a:lnTo>
                <a:lnTo>
                  <a:pt x="11656" y="7524"/>
                </a:lnTo>
                <a:lnTo>
                  <a:pt x="12887" y="7524"/>
                </a:lnTo>
                <a:lnTo>
                  <a:pt x="14272" y="7416"/>
                </a:lnTo>
                <a:lnTo>
                  <a:pt x="16200" y="7200"/>
                </a:lnTo>
                <a:lnTo>
                  <a:pt x="16200" y="4820"/>
                </a:lnTo>
                <a:lnTo>
                  <a:pt x="16200" y="2426"/>
                </a:lnTo>
                <a:lnTo>
                  <a:pt x="16200" y="0"/>
                </a:ln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303" y="2376"/>
                </a:lnTo>
                <a:lnTo>
                  <a:pt x="21006" y="4756"/>
                </a:lnTo>
                <a:lnTo>
                  <a:pt x="20709" y="7135"/>
                </a:lnTo>
                <a:lnTo>
                  <a:pt x="20409" y="9522"/>
                </a:lnTo>
                <a:lnTo>
                  <a:pt x="20110" y="11916"/>
                </a:lnTo>
                <a:lnTo>
                  <a:pt x="19810" y="14321"/>
                </a:lnTo>
                <a:lnTo>
                  <a:pt x="19507" y="16733"/>
                </a:lnTo>
                <a:lnTo>
                  <a:pt x="19205" y="19159"/>
                </a:lnTo>
                <a:lnTo>
                  <a:pt x="18900" y="21600"/>
                </a:lnTo>
                <a:lnTo>
                  <a:pt x="17372" y="20966"/>
                </a:lnTo>
                <a:lnTo>
                  <a:pt x="15841" y="20333"/>
                </a:lnTo>
                <a:lnTo>
                  <a:pt x="14313" y="19703"/>
                </a:lnTo>
                <a:lnTo>
                  <a:pt x="12782" y="19069"/>
                </a:lnTo>
                <a:lnTo>
                  <a:pt x="11254" y="18436"/>
                </a:lnTo>
                <a:lnTo>
                  <a:pt x="9887" y="18270"/>
                </a:lnTo>
                <a:lnTo>
                  <a:pt x="8734" y="18263"/>
                </a:lnTo>
                <a:lnTo>
                  <a:pt x="7482" y="18504"/>
                </a:lnTo>
                <a:lnTo>
                  <a:pt x="5816" y="19084"/>
                </a:lnTo>
                <a:lnTo>
                  <a:pt x="3426" y="20084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5" y="14465"/>
                </a:lnTo>
                <a:lnTo>
                  <a:pt x="2381" y="12078"/>
                </a:lnTo>
                <a:lnTo>
                  <a:pt x="2978" y="9684"/>
                </a:lnTo>
                <a:lnTo>
                  <a:pt x="3580" y="7279"/>
                </a:lnTo>
                <a:lnTo>
                  <a:pt x="4182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B4C9DE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5" name="contour_08993"/>
          <p:cNvSpPr/>
          <p:nvPr/>
        </p:nvSpPr>
        <p:spPr>
          <a:xfrm>
            <a:off x="1774069" y="4591435"/>
            <a:ext cx="6675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07" y="302"/>
                </a:lnTo>
                <a:lnTo>
                  <a:pt x="3014" y="611"/>
                </a:lnTo>
                <a:lnTo>
                  <a:pt x="4519" y="926"/>
                </a:lnTo>
                <a:lnTo>
                  <a:pt x="6023" y="1247"/>
                </a:lnTo>
                <a:lnTo>
                  <a:pt x="7525" y="1574"/>
                </a:lnTo>
                <a:lnTo>
                  <a:pt x="9028" y="1910"/>
                </a:lnTo>
                <a:lnTo>
                  <a:pt x="10530" y="2253"/>
                </a:lnTo>
                <a:lnTo>
                  <a:pt x="12134" y="2611"/>
                </a:lnTo>
                <a:lnTo>
                  <a:pt x="13740" y="2947"/>
                </a:lnTo>
                <a:lnTo>
                  <a:pt x="15348" y="3268"/>
                </a:lnTo>
                <a:lnTo>
                  <a:pt x="16959" y="3570"/>
                </a:lnTo>
                <a:lnTo>
                  <a:pt x="18572" y="3857"/>
                </a:lnTo>
                <a:lnTo>
                  <a:pt x="19232" y="4434"/>
                </a:lnTo>
                <a:lnTo>
                  <a:pt x="21225" y="6171"/>
                </a:lnTo>
                <a:lnTo>
                  <a:pt x="21435" y="8396"/>
                </a:lnTo>
                <a:lnTo>
                  <a:pt x="21555" y="10596"/>
                </a:lnTo>
                <a:lnTo>
                  <a:pt x="21600" y="12787"/>
                </a:lnTo>
                <a:lnTo>
                  <a:pt x="21581" y="14972"/>
                </a:lnTo>
                <a:lnTo>
                  <a:pt x="21503" y="17166"/>
                </a:lnTo>
                <a:lnTo>
                  <a:pt x="21381" y="19369"/>
                </a:lnTo>
                <a:lnTo>
                  <a:pt x="21225" y="21600"/>
                </a:lnTo>
                <a:lnTo>
                  <a:pt x="18485" y="21017"/>
                </a:lnTo>
                <a:lnTo>
                  <a:pt x="16560" y="20576"/>
                </a:lnTo>
                <a:lnTo>
                  <a:pt x="15190" y="20190"/>
                </a:lnTo>
                <a:lnTo>
                  <a:pt x="14115" y="19773"/>
                </a:lnTo>
                <a:lnTo>
                  <a:pt x="13068" y="19246"/>
                </a:lnTo>
                <a:lnTo>
                  <a:pt x="11792" y="18514"/>
                </a:lnTo>
                <a:lnTo>
                  <a:pt x="11584" y="17700"/>
                </a:lnTo>
                <a:lnTo>
                  <a:pt x="11358" y="16811"/>
                </a:lnTo>
                <a:lnTo>
                  <a:pt x="10999" y="15404"/>
                </a:lnTo>
                <a:lnTo>
                  <a:pt x="10396" y="13034"/>
                </a:lnTo>
                <a:lnTo>
                  <a:pt x="9433" y="9257"/>
                </a:lnTo>
                <a:lnTo>
                  <a:pt x="7773" y="8476"/>
                </a:lnTo>
                <a:lnTo>
                  <a:pt x="6514" y="8026"/>
                </a:lnTo>
                <a:lnTo>
                  <a:pt x="4570" y="7523"/>
                </a:lnTo>
                <a:lnTo>
                  <a:pt x="3898" y="7322"/>
                </a:lnTo>
                <a:lnTo>
                  <a:pt x="2712" y="6974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656766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6" name="contour_08994"/>
          <p:cNvSpPr/>
          <p:nvPr/>
        </p:nvSpPr>
        <p:spPr>
          <a:xfrm>
            <a:off x="6861087" y="4569571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20168" y="21298"/>
                </a:lnTo>
                <a:lnTo>
                  <a:pt x="18736" y="20978"/>
                </a:lnTo>
                <a:lnTo>
                  <a:pt x="17306" y="20654"/>
                </a:lnTo>
                <a:lnTo>
                  <a:pt x="15876" y="20321"/>
                </a:lnTo>
                <a:lnTo>
                  <a:pt x="14446" y="19980"/>
                </a:lnTo>
                <a:lnTo>
                  <a:pt x="13116" y="19678"/>
                </a:lnTo>
                <a:lnTo>
                  <a:pt x="11776" y="19375"/>
                </a:lnTo>
                <a:lnTo>
                  <a:pt x="10420" y="19068"/>
                </a:lnTo>
                <a:lnTo>
                  <a:pt x="8828" y="18261"/>
                </a:lnTo>
                <a:lnTo>
                  <a:pt x="7402" y="17349"/>
                </a:lnTo>
                <a:lnTo>
                  <a:pt x="6102" y="16321"/>
                </a:lnTo>
                <a:lnTo>
                  <a:pt x="4884" y="15150"/>
                </a:lnTo>
                <a:lnTo>
                  <a:pt x="3707" y="13820"/>
                </a:lnTo>
                <a:lnTo>
                  <a:pt x="2529" y="12303"/>
                </a:lnTo>
                <a:lnTo>
                  <a:pt x="1307" y="10584"/>
                </a:lnTo>
                <a:lnTo>
                  <a:pt x="0" y="8640"/>
                </a:lnTo>
                <a:lnTo>
                  <a:pt x="1395" y="7914"/>
                </a:lnTo>
                <a:lnTo>
                  <a:pt x="2789" y="7193"/>
                </a:lnTo>
                <a:lnTo>
                  <a:pt x="4184" y="6471"/>
                </a:lnTo>
                <a:lnTo>
                  <a:pt x="5579" y="5754"/>
                </a:lnTo>
                <a:lnTo>
                  <a:pt x="6975" y="5037"/>
                </a:lnTo>
                <a:lnTo>
                  <a:pt x="8370" y="4320"/>
                </a:lnTo>
                <a:lnTo>
                  <a:pt x="8964" y="4009"/>
                </a:lnTo>
                <a:lnTo>
                  <a:pt x="10757" y="3072"/>
                </a:lnTo>
                <a:lnTo>
                  <a:pt x="12144" y="2389"/>
                </a:lnTo>
                <a:lnTo>
                  <a:pt x="13489" y="1784"/>
                </a:lnTo>
                <a:lnTo>
                  <a:pt x="14811" y="1257"/>
                </a:lnTo>
                <a:lnTo>
                  <a:pt x="16124" y="816"/>
                </a:lnTo>
                <a:lnTo>
                  <a:pt x="17444" y="467"/>
                </a:lnTo>
                <a:lnTo>
                  <a:pt x="18788" y="212"/>
                </a:lnTo>
                <a:lnTo>
                  <a:pt x="20166" y="52"/>
                </a:lnTo>
                <a:lnTo>
                  <a:pt x="21600" y="0"/>
                </a:lnTo>
                <a:close/>
              </a:path>
            </a:pathLst>
          </a:custGeom>
          <a:solidFill>
            <a:srgbClr val="201F1E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7" name="contour_08995"/>
          <p:cNvSpPr/>
          <p:nvPr/>
        </p:nvSpPr>
        <p:spPr>
          <a:xfrm>
            <a:off x="5184849" y="4576859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856"/>
                </a:lnTo>
                <a:lnTo>
                  <a:pt x="21600" y="5728"/>
                </a:lnTo>
                <a:lnTo>
                  <a:pt x="21600" y="8640"/>
                </a:lnTo>
                <a:lnTo>
                  <a:pt x="20317" y="8640"/>
                </a:lnTo>
                <a:lnTo>
                  <a:pt x="19030" y="8640"/>
                </a:lnTo>
                <a:lnTo>
                  <a:pt x="17738" y="8640"/>
                </a:lnTo>
                <a:lnTo>
                  <a:pt x="16435" y="8640"/>
                </a:lnTo>
                <a:lnTo>
                  <a:pt x="15120" y="8640"/>
                </a:lnTo>
                <a:lnTo>
                  <a:pt x="15120" y="11496"/>
                </a:lnTo>
                <a:lnTo>
                  <a:pt x="15120" y="14368"/>
                </a:lnTo>
                <a:lnTo>
                  <a:pt x="15120" y="17280"/>
                </a:lnTo>
                <a:lnTo>
                  <a:pt x="13623" y="17708"/>
                </a:lnTo>
                <a:lnTo>
                  <a:pt x="12124" y="18135"/>
                </a:lnTo>
                <a:lnTo>
                  <a:pt x="10625" y="18563"/>
                </a:lnTo>
                <a:lnTo>
                  <a:pt x="9124" y="18995"/>
                </a:lnTo>
                <a:lnTo>
                  <a:pt x="7616" y="19423"/>
                </a:lnTo>
                <a:lnTo>
                  <a:pt x="6106" y="19855"/>
                </a:lnTo>
                <a:lnTo>
                  <a:pt x="4590" y="20287"/>
                </a:lnTo>
                <a:lnTo>
                  <a:pt x="3067" y="20723"/>
                </a:lnTo>
                <a:lnTo>
                  <a:pt x="1538" y="21159"/>
                </a:lnTo>
                <a:lnTo>
                  <a:pt x="0" y="21600"/>
                </a:lnTo>
                <a:lnTo>
                  <a:pt x="0" y="18749"/>
                </a:lnTo>
                <a:lnTo>
                  <a:pt x="0" y="15893"/>
                </a:lnTo>
                <a:lnTo>
                  <a:pt x="0" y="13025"/>
                </a:lnTo>
                <a:lnTo>
                  <a:pt x="0" y="10143"/>
                </a:lnTo>
                <a:lnTo>
                  <a:pt x="0" y="7245"/>
                </a:lnTo>
                <a:lnTo>
                  <a:pt x="0" y="4320"/>
                </a:lnTo>
                <a:lnTo>
                  <a:pt x="1395" y="3957"/>
                </a:lnTo>
                <a:lnTo>
                  <a:pt x="2789" y="3594"/>
                </a:lnTo>
                <a:lnTo>
                  <a:pt x="4184" y="3236"/>
                </a:lnTo>
                <a:lnTo>
                  <a:pt x="5579" y="2877"/>
                </a:lnTo>
                <a:lnTo>
                  <a:pt x="6975" y="2519"/>
                </a:lnTo>
                <a:lnTo>
                  <a:pt x="8370" y="2160"/>
                </a:lnTo>
                <a:lnTo>
                  <a:pt x="8964" y="2004"/>
                </a:lnTo>
                <a:lnTo>
                  <a:pt x="10757" y="1534"/>
                </a:lnTo>
                <a:lnTo>
                  <a:pt x="12122" y="1201"/>
                </a:lnTo>
                <a:lnTo>
                  <a:pt x="13474" y="903"/>
                </a:lnTo>
                <a:lnTo>
                  <a:pt x="14822" y="639"/>
                </a:lnTo>
                <a:lnTo>
                  <a:pt x="16165" y="419"/>
                </a:lnTo>
                <a:lnTo>
                  <a:pt x="17509" y="242"/>
                </a:lnTo>
                <a:lnTo>
                  <a:pt x="18861" y="108"/>
                </a:lnTo>
                <a:lnTo>
                  <a:pt x="20224" y="26"/>
                </a:lnTo>
                <a:lnTo>
                  <a:pt x="21600" y="0"/>
                </a:lnTo>
                <a:close/>
              </a:path>
            </a:pathLst>
          </a:custGeom>
          <a:solidFill>
            <a:srgbClr val="70685C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8" name="contour_08996"/>
          <p:cNvSpPr/>
          <p:nvPr/>
        </p:nvSpPr>
        <p:spPr>
          <a:xfrm>
            <a:off x="9878315" y="4547707"/>
            <a:ext cx="80168" cy="465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2694" y="1049"/>
                </a:lnTo>
                <a:lnTo>
                  <a:pt x="3429" y="2105"/>
                </a:lnTo>
                <a:lnTo>
                  <a:pt x="4173" y="3174"/>
                </a:lnTo>
                <a:lnTo>
                  <a:pt x="5310" y="4392"/>
                </a:lnTo>
                <a:lnTo>
                  <a:pt x="6492" y="5488"/>
                </a:lnTo>
                <a:lnTo>
                  <a:pt x="7717" y="6466"/>
                </a:lnTo>
                <a:lnTo>
                  <a:pt x="8978" y="7329"/>
                </a:lnTo>
                <a:lnTo>
                  <a:pt x="10268" y="8073"/>
                </a:lnTo>
                <a:lnTo>
                  <a:pt x="11582" y="8702"/>
                </a:lnTo>
                <a:lnTo>
                  <a:pt x="12913" y="9220"/>
                </a:lnTo>
                <a:lnTo>
                  <a:pt x="14258" y="9623"/>
                </a:lnTo>
                <a:lnTo>
                  <a:pt x="15607" y="9917"/>
                </a:lnTo>
                <a:lnTo>
                  <a:pt x="16958" y="10103"/>
                </a:lnTo>
                <a:lnTo>
                  <a:pt x="18303" y="10181"/>
                </a:lnTo>
                <a:lnTo>
                  <a:pt x="19636" y="10150"/>
                </a:lnTo>
                <a:lnTo>
                  <a:pt x="20123" y="8476"/>
                </a:lnTo>
                <a:lnTo>
                  <a:pt x="20610" y="6794"/>
                </a:lnTo>
                <a:lnTo>
                  <a:pt x="21103" y="5099"/>
                </a:lnTo>
                <a:lnTo>
                  <a:pt x="21600" y="3383"/>
                </a:lnTo>
                <a:lnTo>
                  <a:pt x="21600" y="5776"/>
                </a:lnTo>
                <a:lnTo>
                  <a:pt x="21600" y="8171"/>
                </a:lnTo>
                <a:lnTo>
                  <a:pt x="21600" y="10573"/>
                </a:lnTo>
                <a:lnTo>
                  <a:pt x="21600" y="12986"/>
                </a:lnTo>
                <a:lnTo>
                  <a:pt x="21600" y="15408"/>
                </a:lnTo>
                <a:lnTo>
                  <a:pt x="21600" y="17844"/>
                </a:lnTo>
                <a:lnTo>
                  <a:pt x="21600" y="20301"/>
                </a:lnTo>
                <a:lnTo>
                  <a:pt x="18627" y="20737"/>
                </a:lnTo>
                <a:lnTo>
                  <a:pt x="16098" y="21092"/>
                </a:lnTo>
                <a:lnTo>
                  <a:pt x="13965" y="21360"/>
                </a:lnTo>
                <a:lnTo>
                  <a:pt x="12177" y="21529"/>
                </a:lnTo>
                <a:lnTo>
                  <a:pt x="10686" y="21600"/>
                </a:lnTo>
                <a:lnTo>
                  <a:pt x="9441" y="21556"/>
                </a:lnTo>
                <a:lnTo>
                  <a:pt x="8393" y="21397"/>
                </a:lnTo>
                <a:lnTo>
                  <a:pt x="7491" y="21109"/>
                </a:lnTo>
                <a:lnTo>
                  <a:pt x="6688" y="20690"/>
                </a:lnTo>
                <a:lnTo>
                  <a:pt x="5934" y="20128"/>
                </a:lnTo>
                <a:lnTo>
                  <a:pt x="5180" y="19421"/>
                </a:lnTo>
                <a:lnTo>
                  <a:pt x="4373" y="18555"/>
                </a:lnTo>
                <a:lnTo>
                  <a:pt x="3468" y="17526"/>
                </a:lnTo>
                <a:lnTo>
                  <a:pt x="2682" y="15780"/>
                </a:lnTo>
                <a:lnTo>
                  <a:pt x="1981" y="14119"/>
                </a:lnTo>
                <a:lnTo>
                  <a:pt x="1365" y="12465"/>
                </a:lnTo>
                <a:lnTo>
                  <a:pt x="831" y="10742"/>
                </a:lnTo>
                <a:lnTo>
                  <a:pt x="375" y="8868"/>
                </a:lnTo>
                <a:lnTo>
                  <a:pt x="0" y="6767"/>
                </a:lnTo>
                <a:lnTo>
                  <a:pt x="518" y="4503"/>
                </a:lnTo>
                <a:lnTo>
                  <a:pt x="895" y="3045"/>
                </a:lnTo>
                <a:lnTo>
                  <a:pt x="1316" y="1756"/>
                </a:lnTo>
                <a:lnTo>
                  <a:pt x="1964" y="0"/>
                </a:lnTo>
                <a:close/>
              </a:path>
            </a:pathLst>
          </a:custGeom>
          <a:solidFill>
            <a:srgbClr val="797C81"/>
          </a:solidFill>
          <a:ln>
            <a:noFill/>
          </a:ln>
        </p:spPr>
        <p:txBody>
          <a:bodyPr/>
          <a:lstStyle/>
          <a:p/>
        </p:txBody>
      </p:sp>
      <p:sp>
        <p:nvSpPr>
          <p:cNvPr id="8999" name="contour_08997"/>
          <p:cNvSpPr/>
          <p:nvPr/>
        </p:nvSpPr>
        <p:spPr>
          <a:xfrm>
            <a:off x="5097393" y="4554390"/>
            <a:ext cx="80168" cy="449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290"/>
                </a:moveTo>
                <a:lnTo>
                  <a:pt x="15709" y="2603"/>
                </a:lnTo>
                <a:lnTo>
                  <a:pt x="15709" y="4930"/>
                </a:lnTo>
                <a:lnTo>
                  <a:pt x="15709" y="7289"/>
                </a:lnTo>
                <a:lnTo>
                  <a:pt x="17170" y="8366"/>
                </a:lnTo>
                <a:lnTo>
                  <a:pt x="18207" y="9087"/>
                </a:lnTo>
                <a:lnTo>
                  <a:pt x="19102" y="9619"/>
                </a:lnTo>
                <a:lnTo>
                  <a:pt x="20139" y="10130"/>
                </a:lnTo>
                <a:lnTo>
                  <a:pt x="21600" y="10788"/>
                </a:lnTo>
                <a:lnTo>
                  <a:pt x="20630" y="10959"/>
                </a:lnTo>
                <a:lnTo>
                  <a:pt x="19652" y="11131"/>
                </a:lnTo>
                <a:lnTo>
                  <a:pt x="18662" y="11306"/>
                </a:lnTo>
                <a:lnTo>
                  <a:pt x="17404" y="11568"/>
                </a:lnTo>
                <a:lnTo>
                  <a:pt x="16135" y="11834"/>
                </a:lnTo>
                <a:lnTo>
                  <a:pt x="14849" y="12100"/>
                </a:lnTo>
                <a:lnTo>
                  <a:pt x="13594" y="12345"/>
                </a:lnTo>
                <a:lnTo>
                  <a:pt x="12332" y="12590"/>
                </a:lnTo>
                <a:lnTo>
                  <a:pt x="11053" y="12838"/>
                </a:lnTo>
                <a:lnTo>
                  <a:pt x="9184" y="13731"/>
                </a:lnTo>
                <a:lnTo>
                  <a:pt x="8100" y="14556"/>
                </a:lnTo>
                <a:lnTo>
                  <a:pt x="7387" y="15784"/>
                </a:lnTo>
                <a:lnTo>
                  <a:pt x="6627" y="17894"/>
                </a:lnTo>
                <a:lnTo>
                  <a:pt x="6262" y="19578"/>
                </a:lnTo>
                <a:lnTo>
                  <a:pt x="5891" y="21285"/>
                </a:lnTo>
                <a:lnTo>
                  <a:pt x="4371" y="21495"/>
                </a:lnTo>
                <a:lnTo>
                  <a:pt x="3305" y="21600"/>
                </a:lnTo>
                <a:lnTo>
                  <a:pt x="2409" y="21600"/>
                </a:lnTo>
                <a:lnTo>
                  <a:pt x="1402" y="21495"/>
                </a:lnTo>
                <a:lnTo>
                  <a:pt x="0" y="21285"/>
                </a:lnTo>
                <a:lnTo>
                  <a:pt x="357" y="17503"/>
                </a:lnTo>
                <a:lnTo>
                  <a:pt x="666" y="14511"/>
                </a:lnTo>
                <a:lnTo>
                  <a:pt x="958" y="12152"/>
                </a:lnTo>
                <a:lnTo>
                  <a:pt x="1276" y="10280"/>
                </a:lnTo>
                <a:lnTo>
                  <a:pt x="1657" y="8744"/>
                </a:lnTo>
                <a:lnTo>
                  <a:pt x="2136" y="7390"/>
                </a:lnTo>
                <a:lnTo>
                  <a:pt x="2751" y="6067"/>
                </a:lnTo>
                <a:lnTo>
                  <a:pt x="3540" y="4626"/>
                </a:lnTo>
                <a:lnTo>
                  <a:pt x="4540" y="2915"/>
                </a:lnTo>
                <a:lnTo>
                  <a:pt x="5863" y="1946"/>
                </a:lnTo>
                <a:lnTo>
                  <a:pt x="7099" y="1204"/>
                </a:lnTo>
                <a:lnTo>
                  <a:pt x="8277" y="661"/>
                </a:lnTo>
                <a:lnTo>
                  <a:pt x="9425" y="294"/>
                </a:lnTo>
                <a:lnTo>
                  <a:pt x="10572" y="84"/>
                </a:lnTo>
                <a:lnTo>
                  <a:pt x="11745" y="0"/>
                </a:lnTo>
                <a:lnTo>
                  <a:pt x="12974" y="24"/>
                </a:lnTo>
                <a:lnTo>
                  <a:pt x="14285" y="129"/>
                </a:lnTo>
                <a:lnTo>
                  <a:pt x="15709" y="290"/>
                </a:lnTo>
                <a:close/>
              </a:path>
            </a:pathLst>
          </a:custGeom>
          <a:solidFill>
            <a:srgbClr val="3C3B39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0" name="contour_08998"/>
          <p:cNvSpPr/>
          <p:nvPr/>
        </p:nvSpPr>
        <p:spPr>
          <a:xfrm>
            <a:off x="1125437" y="4554550"/>
            <a:ext cx="87456" cy="44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3781"/>
                </a:moveTo>
                <a:lnTo>
                  <a:pt x="16362" y="6540"/>
                </a:lnTo>
                <a:lnTo>
                  <a:pt x="16443" y="8475"/>
                </a:lnTo>
                <a:lnTo>
                  <a:pt x="16443" y="10100"/>
                </a:lnTo>
                <a:lnTo>
                  <a:pt x="16362" y="11928"/>
                </a:lnTo>
                <a:lnTo>
                  <a:pt x="16200" y="14472"/>
                </a:lnTo>
                <a:lnTo>
                  <a:pt x="17269" y="14472"/>
                </a:lnTo>
                <a:lnTo>
                  <a:pt x="18342" y="14472"/>
                </a:lnTo>
                <a:lnTo>
                  <a:pt x="19418" y="14472"/>
                </a:lnTo>
                <a:lnTo>
                  <a:pt x="20504" y="14472"/>
                </a:lnTo>
                <a:lnTo>
                  <a:pt x="21600" y="14472"/>
                </a:lnTo>
                <a:lnTo>
                  <a:pt x="21600" y="16828"/>
                </a:lnTo>
                <a:lnTo>
                  <a:pt x="21600" y="19198"/>
                </a:lnTo>
                <a:lnTo>
                  <a:pt x="21600" y="21600"/>
                </a:lnTo>
                <a:lnTo>
                  <a:pt x="20327" y="21600"/>
                </a:lnTo>
                <a:lnTo>
                  <a:pt x="19053" y="21600"/>
                </a:lnTo>
                <a:lnTo>
                  <a:pt x="17775" y="21600"/>
                </a:lnTo>
                <a:lnTo>
                  <a:pt x="16492" y="21600"/>
                </a:lnTo>
                <a:lnTo>
                  <a:pt x="15203" y="21600"/>
                </a:lnTo>
                <a:lnTo>
                  <a:pt x="13907" y="21600"/>
                </a:lnTo>
                <a:lnTo>
                  <a:pt x="12600" y="21600"/>
                </a:lnTo>
                <a:lnTo>
                  <a:pt x="12600" y="19483"/>
                </a:lnTo>
                <a:lnTo>
                  <a:pt x="12600" y="17359"/>
                </a:lnTo>
                <a:lnTo>
                  <a:pt x="12600" y="15228"/>
                </a:lnTo>
                <a:lnTo>
                  <a:pt x="12600" y="13079"/>
                </a:lnTo>
                <a:lnTo>
                  <a:pt x="12600" y="10909"/>
                </a:lnTo>
                <a:lnTo>
                  <a:pt x="11353" y="11262"/>
                </a:lnTo>
                <a:lnTo>
                  <a:pt x="10103" y="11614"/>
                </a:lnTo>
                <a:lnTo>
                  <a:pt x="8854" y="11967"/>
                </a:lnTo>
                <a:lnTo>
                  <a:pt x="7603" y="12324"/>
                </a:lnTo>
                <a:lnTo>
                  <a:pt x="6347" y="12676"/>
                </a:lnTo>
                <a:lnTo>
                  <a:pt x="5089" y="13033"/>
                </a:lnTo>
                <a:lnTo>
                  <a:pt x="3825" y="13389"/>
                </a:lnTo>
                <a:lnTo>
                  <a:pt x="2556" y="13749"/>
                </a:lnTo>
                <a:lnTo>
                  <a:pt x="1282" y="14109"/>
                </a:lnTo>
                <a:lnTo>
                  <a:pt x="0" y="14472"/>
                </a:lnTo>
                <a:lnTo>
                  <a:pt x="767" y="9961"/>
                </a:lnTo>
                <a:lnTo>
                  <a:pt x="1339" y="6878"/>
                </a:lnTo>
                <a:lnTo>
                  <a:pt x="1820" y="4875"/>
                </a:lnTo>
                <a:lnTo>
                  <a:pt x="2313" y="3599"/>
                </a:lnTo>
                <a:lnTo>
                  <a:pt x="2923" y="2701"/>
                </a:lnTo>
                <a:lnTo>
                  <a:pt x="3755" y="1832"/>
                </a:lnTo>
                <a:lnTo>
                  <a:pt x="6120" y="1101"/>
                </a:lnTo>
                <a:lnTo>
                  <a:pt x="8037" y="542"/>
                </a:lnTo>
                <a:lnTo>
                  <a:pt x="9580" y="171"/>
                </a:lnTo>
                <a:lnTo>
                  <a:pt x="10823" y="0"/>
                </a:lnTo>
                <a:lnTo>
                  <a:pt x="11844" y="36"/>
                </a:lnTo>
                <a:lnTo>
                  <a:pt x="12715" y="296"/>
                </a:lnTo>
                <a:lnTo>
                  <a:pt x="13513" y="788"/>
                </a:lnTo>
                <a:lnTo>
                  <a:pt x="14308" y="1525"/>
                </a:lnTo>
                <a:lnTo>
                  <a:pt x="15179" y="2520"/>
                </a:lnTo>
                <a:lnTo>
                  <a:pt x="16200" y="3781"/>
                </a:lnTo>
                <a:close/>
              </a:path>
            </a:pathLst>
          </a:custGeom>
          <a:solidFill>
            <a:srgbClr val="47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1" name="contour_08999"/>
          <p:cNvSpPr/>
          <p:nvPr/>
        </p:nvSpPr>
        <p:spPr>
          <a:xfrm>
            <a:off x="8222301" y="4496691"/>
            <a:ext cx="6060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66" y="0"/>
                </a:moveTo>
                <a:lnTo>
                  <a:pt x="21522" y="1238"/>
                </a:lnTo>
                <a:lnTo>
                  <a:pt x="21600" y="2138"/>
                </a:lnTo>
                <a:lnTo>
                  <a:pt x="21600" y="2959"/>
                </a:lnTo>
                <a:lnTo>
                  <a:pt x="21522" y="3960"/>
                </a:lnTo>
                <a:lnTo>
                  <a:pt x="21366" y="5400"/>
                </a:lnTo>
                <a:lnTo>
                  <a:pt x="20008" y="6457"/>
                </a:lnTo>
                <a:lnTo>
                  <a:pt x="19013" y="7160"/>
                </a:lnTo>
                <a:lnTo>
                  <a:pt x="17896" y="7828"/>
                </a:lnTo>
                <a:lnTo>
                  <a:pt x="16171" y="8775"/>
                </a:lnTo>
                <a:lnTo>
                  <a:pt x="14628" y="9760"/>
                </a:lnTo>
                <a:lnTo>
                  <a:pt x="13344" y="10652"/>
                </a:lnTo>
                <a:lnTo>
                  <a:pt x="12295" y="11542"/>
                </a:lnTo>
                <a:lnTo>
                  <a:pt x="11451" y="12514"/>
                </a:lnTo>
                <a:lnTo>
                  <a:pt x="10791" y="13658"/>
                </a:lnTo>
                <a:lnTo>
                  <a:pt x="10284" y="15061"/>
                </a:lnTo>
                <a:lnTo>
                  <a:pt x="10316" y="16164"/>
                </a:lnTo>
                <a:lnTo>
                  <a:pt x="10375" y="17255"/>
                </a:lnTo>
                <a:lnTo>
                  <a:pt x="10469" y="18340"/>
                </a:lnTo>
                <a:lnTo>
                  <a:pt x="10596" y="19422"/>
                </a:lnTo>
                <a:lnTo>
                  <a:pt x="10765" y="20507"/>
                </a:lnTo>
                <a:lnTo>
                  <a:pt x="10975" y="21600"/>
                </a:lnTo>
                <a:lnTo>
                  <a:pt x="9258" y="21600"/>
                </a:lnTo>
                <a:lnTo>
                  <a:pt x="7531" y="21600"/>
                </a:lnTo>
                <a:lnTo>
                  <a:pt x="5780" y="21600"/>
                </a:lnTo>
                <a:lnTo>
                  <a:pt x="5780" y="20410"/>
                </a:lnTo>
                <a:lnTo>
                  <a:pt x="5780" y="19213"/>
                </a:lnTo>
                <a:lnTo>
                  <a:pt x="5780" y="18000"/>
                </a:lnTo>
                <a:lnTo>
                  <a:pt x="5133" y="17804"/>
                </a:lnTo>
                <a:lnTo>
                  <a:pt x="3182" y="17212"/>
                </a:lnTo>
                <a:lnTo>
                  <a:pt x="1894" y="16709"/>
                </a:lnTo>
                <a:lnTo>
                  <a:pt x="584" y="16200"/>
                </a:lnTo>
                <a:lnTo>
                  <a:pt x="195" y="15003"/>
                </a:lnTo>
                <a:lnTo>
                  <a:pt x="0" y="14123"/>
                </a:lnTo>
                <a:lnTo>
                  <a:pt x="0" y="13302"/>
                </a:lnTo>
                <a:lnTo>
                  <a:pt x="195" y="12281"/>
                </a:lnTo>
                <a:lnTo>
                  <a:pt x="584" y="10800"/>
                </a:lnTo>
                <a:lnTo>
                  <a:pt x="1761" y="9970"/>
                </a:lnTo>
                <a:lnTo>
                  <a:pt x="2985" y="9187"/>
                </a:lnTo>
                <a:lnTo>
                  <a:pt x="4245" y="8444"/>
                </a:lnTo>
                <a:lnTo>
                  <a:pt x="5541" y="7735"/>
                </a:lnTo>
                <a:lnTo>
                  <a:pt x="6866" y="7049"/>
                </a:lnTo>
                <a:lnTo>
                  <a:pt x="8217" y="6381"/>
                </a:lnTo>
                <a:lnTo>
                  <a:pt x="9588" y="5720"/>
                </a:lnTo>
                <a:lnTo>
                  <a:pt x="10975" y="5062"/>
                </a:lnTo>
                <a:lnTo>
                  <a:pt x="12466" y="4324"/>
                </a:lnTo>
                <a:lnTo>
                  <a:pt x="13978" y="3575"/>
                </a:lnTo>
                <a:lnTo>
                  <a:pt x="15449" y="2853"/>
                </a:lnTo>
                <a:lnTo>
                  <a:pt x="16922" y="2133"/>
                </a:lnTo>
                <a:lnTo>
                  <a:pt x="18400" y="1418"/>
                </a:lnTo>
                <a:lnTo>
                  <a:pt x="19880" y="707"/>
                </a:lnTo>
                <a:lnTo>
                  <a:pt x="21366" y="0"/>
                </a:lnTo>
                <a:close/>
              </a:path>
            </a:pathLst>
          </a:custGeom>
          <a:solidFill>
            <a:srgbClr val="6361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2" name="contour_09000"/>
          <p:cNvSpPr/>
          <p:nvPr/>
        </p:nvSpPr>
        <p:spPr>
          <a:xfrm>
            <a:off x="7874118" y="4554995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19138" y="3132"/>
                </a:lnTo>
                <a:lnTo>
                  <a:pt x="17326" y="5419"/>
                </a:lnTo>
                <a:lnTo>
                  <a:pt x="16003" y="7050"/>
                </a:lnTo>
                <a:lnTo>
                  <a:pt x="15003" y="8213"/>
                </a:lnTo>
                <a:lnTo>
                  <a:pt x="14170" y="9102"/>
                </a:lnTo>
                <a:lnTo>
                  <a:pt x="13336" y="9901"/>
                </a:lnTo>
                <a:lnTo>
                  <a:pt x="12343" y="10800"/>
                </a:lnTo>
                <a:lnTo>
                  <a:pt x="10303" y="10800"/>
                </a:lnTo>
                <a:lnTo>
                  <a:pt x="8251" y="10800"/>
                </a:lnTo>
                <a:lnTo>
                  <a:pt x="6171" y="10800"/>
                </a:lnTo>
                <a:lnTo>
                  <a:pt x="5017" y="12212"/>
                </a:lnTo>
                <a:lnTo>
                  <a:pt x="4274" y="13246"/>
                </a:lnTo>
                <a:lnTo>
                  <a:pt x="3607" y="14407"/>
                </a:lnTo>
                <a:lnTo>
                  <a:pt x="2700" y="16200"/>
                </a:lnTo>
                <a:lnTo>
                  <a:pt x="2030" y="17537"/>
                </a:lnTo>
                <a:lnTo>
                  <a:pt x="1358" y="18878"/>
                </a:lnTo>
                <a:lnTo>
                  <a:pt x="682" y="20231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3B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3" name="contour_09001"/>
          <p:cNvSpPr/>
          <p:nvPr/>
        </p:nvSpPr>
        <p:spPr>
          <a:xfrm>
            <a:off x="10184411" y="4533131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0" y="1527"/>
                </a:lnTo>
                <a:lnTo>
                  <a:pt x="1339" y="3061"/>
                </a:lnTo>
                <a:lnTo>
                  <a:pt x="2017" y="4607"/>
                </a:lnTo>
                <a:lnTo>
                  <a:pt x="2700" y="6171"/>
                </a:lnTo>
                <a:lnTo>
                  <a:pt x="4406" y="5854"/>
                </a:lnTo>
                <a:lnTo>
                  <a:pt x="6021" y="5496"/>
                </a:lnTo>
                <a:lnTo>
                  <a:pt x="7584" y="5088"/>
                </a:lnTo>
                <a:lnTo>
                  <a:pt x="9131" y="4619"/>
                </a:lnTo>
                <a:lnTo>
                  <a:pt x="10697" y="4085"/>
                </a:lnTo>
                <a:lnTo>
                  <a:pt x="12317" y="3471"/>
                </a:lnTo>
                <a:lnTo>
                  <a:pt x="13657" y="2987"/>
                </a:lnTo>
                <a:lnTo>
                  <a:pt x="15015" y="2496"/>
                </a:lnTo>
                <a:lnTo>
                  <a:pt x="16664" y="1885"/>
                </a:lnTo>
                <a:lnTo>
                  <a:pt x="18311" y="1265"/>
                </a:lnTo>
                <a:lnTo>
                  <a:pt x="19958" y="636"/>
                </a:lnTo>
                <a:lnTo>
                  <a:pt x="21600" y="0"/>
                </a:lnTo>
                <a:lnTo>
                  <a:pt x="20825" y="2000"/>
                </a:lnTo>
                <a:lnTo>
                  <a:pt x="20037" y="3993"/>
                </a:lnTo>
                <a:lnTo>
                  <a:pt x="19238" y="5980"/>
                </a:lnTo>
                <a:lnTo>
                  <a:pt x="18579" y="7646"/>
                </a:lnTo>
                <a:lnTo>
                  <a:pt x="17909" y="9340"/>
                </a:lnTo>
                <a:lnTo>
                  <a:pt x="16724" y="11180"/>
                </a:lnTo>
                <a:lnTo>
                  <a:pt x="15511" y="12562"/>
                </a:lnTo>
                <a:lnTo>
                  <a:pt x="14180" y="13636"/>
                </a:lnTo>
                <a:lnTo>
                  <a:pt x="12641" y="14543"/>
                </a:lnTo>
                <a:lnTo>
                  <a:pt x="10800" y="15429"/>
                </a:lnTo>
                <a:lnTo>
                  <a:pt x="11470" y="16956"/>
                </a:lnTo>
                <a:lnTo>
                  <a:pt x="12139" y="18490"/>
                </a:lnTo>
                <a:lnTo>
                  <a:pt x="12817" y="20036"/>
                </a:lnTo>
                <a:lnTo>
                  <a:pt x="13500" y="21600"/>
                </a:lnTo>
                <a:lnTo>
                  <a:pt x="11591" y="21600"/>
                </a:lnTo>
                <a:lnTo>
                  <a:pt x="9680" y="21600"/>
                </a:lnTo>
                <a:lnTo>
                  <a:pt x="7762" y="21600"/>
                </a:lnTo>
                <a:lnTo>
                  <a:pt x="5837" y="21600"/>
                </a:lnTo>
                <a:lnTo>
                  <a:pt x="3904" y="21600"/>
                </a:lnTo>
                <a:lnTo>
                  <a:pt x="1960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989999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4" name="contour_09002"/>
          <p:cNvSpPr/>
          <p:nvPr/>
        </p:nvSpPr>
        <p:spPr>
          <a:xfrm>
            <a:off x="11678449" y="4496691"/>
            <a:ext cx="4420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70" y="379"/>
                </a:lnTo>
                <a:lnTo>
                  <a:pt x="7353" y="706"/>
                </a:lnTo>
                <a:lnTo>
                  <a:pt x="9746" y="1027"/>
                </a:lnTo>
                <a:lnTo>
                  <a:pt x="11551" y="1394"/>
                </a:lnTo>
                <a:lnTo>
                  <a:pt x="12958" y="1860"/>
                </a:lnTo>
                <a:lnTo>
                  <a:pt x="14169" y="2477"/>
                </a:lnTo>
                <a:lnTo>
                  <a:pt x="15376" y="3290"/>
                </a:lnTo>
                <a:lnTo>
                  <a:pt x="16775" y="4358"/>
                </a:lnTo>
                <a:lnTo>
                  <a:pt x="17954" y="5928"/>
                </a:lnTo>
                <a:lnTo>
                  <a:pt x="18940" y="7459"/>
                </a:lnTo>
                <a:lnTo>
                  <a:pt x="19752" y="8969"/>
                </a:lnTo>
                <a:lnTo>
                  <a:pt x="20400" y="10464"/>
                </a:lnTo>
                <a:lnTo>
                  <a:pt x="20891" y="11959"/>
                </a:lnTo>
                <a:lnTo>
                  <a:pt x="21247" y="13469"/>
                </a:lnTo>
                <a:lnTo>
                  <a:pt x="21475" y="15000"/>
                </a:lnTo>
                <a:lnTo>
                  <a:pt x="21586" y="16565"/>
                </a:lnTo>
                <a:lnTo>
                  <a:pt x="21600" y="18180"/>
                </a:lnTo>
                <a:lnTo>
                  <a:pt x="21522" y="19855"/>
                </a:lnTo>
                <a:lnTo>
                  <a:pt x="21365" y="21600"/>
                </a:lnTo>
                <a:lnTo>
                  <a:pt x="18648" y="21166"/>
                </a:lnTo>
                <a:lnTo>
                  <a:pt x="16309" y="20714"/>
                </a:lnTo>
                <a:lnTo>
                  <a:pt x="14258" y="20186"/>
                </a:lnTo>
                <a:lnTo>
                  <a:pt x="12417" y="19512"/>
                </a:lnTo>
                <a:lnTo>
                  <a:pt x="10697" y="18631"/>
                </a:lnTo>
                <a:lnTo>
                  <a:pt x="9023" y="17477"/>
                </a:lnTo>
                <a:lnTo>
                  <a:pt x="7303" y="15984"/>
                </a:lnTo>
                <a:lnTo>
                  <a:pt x="6434" y="14717"/>
                </a:lnTo>
                <a:lnTo>
                  <a:pt x="5558" y="13442"/>
                </a:lnTo>
                <a:lnTo>
                  <a:pt x="4672" y="12149"/>
                </a:lnTo>
                <a:lnTo>
                  <a:pt x="3778" y="10889"/>
                </a:lnTo>
                <a:lnTo>
                  <a:pt x="2877" y="9622"/>
                </a:lnTo>
                <a:lnTo>
                  <a:pt x="1962" y="8335"/>
                </a:lnTo>
                <a:lnTo>
                  <a:pt x="1004" y="6571"/>
                </a:lnTo>
                <a:lnTo>
                  <a:pt x="424" y="5256"/>
                </a:lnTo>
                <a:lnTo>
                  <a:pt x="125" y="3989"/>
                </a:lnTo>
                <a:lnTo>
                  <a:pt x="14" y="2371"/>
                </a:lnTo>
                <a:lnTo>
                  <a:pt x="0" y="0"/>
                </a:lnTo>
                <a:close/>
              </a:path>
            </a:pathLst>
          </a:custGeom>
          <a:solidFill>
            <a:srgbClr val="C2D5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5" name="contour_09003"/>
          <p:cNvSpPr/>
          <p:nvPr/>
        </p:nvSpPr>
        <p:spPr>
          <a:xfrm>
            <a:off x="2080164" y="4525843"/>
            <a:ext cx="94744" cy="449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3647" y="682"/>
                </a:lnTo>
                <a:lnTo>
                  <a:pt x="5166" y="1256"/>
                </a:lnTo>
                <a:lnTo>
                  <a:pt x="6314" y="1806"/>
                </a:lnTo>
                <a:lnTo>
                  <a:pt x="7188" y="2408"/>
                </a:lnTo>
                <a:lnTo>
                  <a:pt x="7882" y="3146"/>
                </a:lnTo>
                <a:lnTo>
                  <a:pt x="8495" y="4105"/>
                </a:lnTo>
                <a:lnTo>
                  <a:pt x="9124" y="5369"/>
                </a:lnTo>
                <a:lnTo>
                  <a:pt x="9860" y="7013"/>
                </a:lnTo>
                <a:lnTo>
                  <a:pt x="10802" y="8693"/>
                </a:lnTo>
                <a:lnTo>
                  <a:pt x="11701" y="9950"/>
                </a:lnTo>
                <a:lnTo>
                  <a:pt x="12593" y="10859"/>
                </a:lnTo>
                <a:lnTo>
                  <a:pt x="13515" y="11510"/>
                </a:lnTo>
                <a:lnTo>
                  <a:pt x="14504" y="11976"/>
                </a:lnTo>
                <a:lnTo>
                  <a:pt x="15594" y="12343"/>
                </a:lnTo>
                <a:lnTo>
                  <a:pt x="16823" y="12686"/>
                </a:lnTo>
                <a:lnTo>
                  <a:pt x="17720" y="12949"/>
                </a:lnTo>
                <a:lnTo>
                  <a:pt x="18623" y="13215"/>
                </a:lnTo>
                <a:lnTo>
                  <a:pt x="19536" y="13481"/>
                </a:lnTo>
                <a:lnTo>
                  <a:pt x="20050" y="13610"/>
                </a:lnTo>
                <a:lnTo>
                  <a:pt x="21600" y="13999"/>
                </a:lnTo>
                <a:lnTo>
                  <a:pt x="21600" y="15735"/>
                </a:lnTo>
                <a:lnTo>
                  <a:pt x="21600" y="17498"/>
                </a:lnTo>
                <a:lnTo>
                  <a:pt x="20562" y="17904"/>
                </a:lnTo>
                <a:lnTo>
                  <a:pt x="19525" y="18300"/>
                </a:lnTo>
                <a:lnTo>
                  <a:pt x="18488" y="18685"/>
                </a:lnTo>
                <a:lnTo>
                  <a:pt x="17451" y="19059"/>
                </a:lnTo>
                <a:lnTo>
                  <a:pt x="16413" y="19420"/>
                </a:lnTo>
                <a:lnTo>
                  <a:pt x="15373" y="19777"/>
                </a:lnTo>
                <a:lnTo>
                  <a:pt x="14331" y="20123"/>
                </a:lnTo>
                <a:lnTo>
                  <a:pt x="13301" y="20550"/>
                </a:lnTo>
                <a:lnTo>
                  <a:pt x="12254" y="20984"/>
                </a:lnTo>
                <a:lnTo>
                  <a:pt x="11079" y="21320"/>
                </a:lnTo>
                <a:lnTo>
                  <a:pt x="9978" y="21544"/>
                </a:lnTo>
                <a:lnTo>
                  <a:pt x="8903" y="21600"/>
                </a:lnTo>
                <a:lnTo>
                  <a:pt x="7808" y="21436"/>
                </a:lnTo>
                <a:lnTo>
                  <a:pt x="6646" y="20998"/>
                </a:lnTo>
                <a:lnTo>
                  <a:pt x="5955" y="18989"/>
                </a:lnTo>
                <a:lnTo>
                  <a:pt x="5388" y="16991"/>
                </a:lnTo>
                <a:lnTo>
                  <a:pt x="4912" y="14944"/>
                </a:lnTo>
                <a:lnTo>
                  <a:pt x="4494" y="12777"/>
                </a:lnTo>
                <a:lnTo>
                  <a:pt x="4104" y="10433"/>
                </a:lnTo>
                <a:lnTo>
                  <a:pt x="3498" y="8203"/>
                </a:lnTo>
                <a:lnTo>
                  <a:pt x="2835" y="6607"/>
                </a:lnTo>
                <a:lnTo>
                  <a:pt x="2064" y="5428"/>
                </a:lnTo>
                <a:lnTo>
                  <a:pt x="1136" y="4462"/>
                </a:lnTo>
                <a:lnTo>
                  <a:pt x="0" y="3500"/>
                </a:lnTo>
                <a:lnTo>
                  <a:pt x="824" y="1764"/>
                </a:lnTo>
                <a:lnTo>
                  <a:pt x="1662" y="0"/>
                </a:lnTo>
                <a:close/>
              </a:path>
            </a:pathLst>
          </a:custGeom>
          <a:solidFill>
            <a:srgbClr val="FB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6" name="contour_09004"/>
          <p:cNvSpPr/>
          <p:nvPr/>
        </p:nvSpPr>
        <p:spPr>
          <a:xfrm>
            <a:off x="6984983" y="4504759"/>
            <a:ext cx="72880" cy="283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46" y="1837"/>
                </a:moveTo>
                <a:lnTo>
                  <a:pt x="15044" y="2086"/>
                </a:lnTo>
                <a:lnTo>
                  <a:pt x="16101" y="2530"/>
                </a:lnTo>
                <a:lnTo>
                  <a:pt x="18520" y="3545"/>
                </a:lnTo>
                <a:lnTo>
                  <a:pt x="18973" y="3751"/>
                </a:lnTo>
                <a:lnTo>
                  <a:pt x="19770" y="4117"/>
                </a:lnTo>
                <a:lnTo>
                  <a:pt x="21600" y="4955"/>
                </a:lnTo>
                <a:lnTo>
                  <a:pt x="21600" y="8251"/>
                </a:lnTo>
                <a:lnTo>
                  <a:pt x="21600" y="11557"/>
                </a:lnTo>
                <a:lnTo>
                  <a:pt x="21600" y="14881"/>
                </a:lnTo>
                <a:lnTo>
                  <a:pt x="21600" y="18221"/>
                </a:lnTo>
                <a:lnTo>
                  <a:pt x="21600" y="21600"/>
                </a:lnTo>
                <a:lnTo>
                  <a:pt x="20174" y="21234"/>
                </a:lnTo>
                <a:lnTo>
                  <a:pt x="18749" y="20868"/>
                </a:lnTo>
                <a:lnTo>
                  <a:pt x="17321" y="20501"/>
                </a:lnTo>
                <a:lnTo>
                  <a:pt x="15893" y="20130"/>
                </a:lnTo>
                <a:lnTo>
                  <a:pt x="14463" y="19763"/>
                </a:lnTo>
                <a:lnTo>
                  <a:pt x="13033" y="19397"/>
                </a:lnTo>
                <a:lnTo>
                  <a:pt x="11599" y="19031"/>
                </a:lnTo>
                <a:lnTo>
                  <a:pt x="10163" y="18659"/>
                </a:lnTo>
                <a:lnTo>
                  <a:pt x="8722" y="18293"/>
                </a:lnTo>
                <a:lnTo>
                  <a:pt x="7279" y="17921"/>
                </a:lnTo>
                <a:lnTo>
                  <a:pt x="5832" y="17550"/>
                </a:lnTo>
                <a:lnTo>
                  <a:pt x="4380" y="17178"/>
                </a:lnTo>
                <a:lnTo>
                  <a:pt x="2925" y="16801"/>
                </a:lnTo>
                <a:lnTo>
                  <a:pt x="1464" y="16429"/>
                </a:lnTo>
                <a:lnTo>
                  <a:pt x="0" y="16052"/>
                </a:lnTo>
                <a:lnTo>
                  <a:pt x="0" y="12384"/>
                </a:lnTo>
                <a:lnTo>
                  <a:pt x="0" y="8694"/>
                </a:lnTo>
                <a:lnTo>
                  <a:pt x="0" y="4955"/>
                </a:lnTo>
                <a:lnTo>
                  <a:pt x="1477" y="3190"/>
                </a:lnTo>
                <a:lnTo>
                  <a:pt x="2907" y="1853"/>
                </a:lnTo>
                <a:lnTo>
                  <a:pt x="4305" y="910"/>
                </a:lnTo>
                <a:lnTo>
                  <a:pt x="5685" y="311"/>
                </a:lnTo>
                <a:lnTo>
                  <a:pt x="7063" y="17"/>
                </a:lnTo>
                <a:lnTo>
                  <a:pt x="8454" y="0"/>
                </a:lnTo>
                <a:lnTo>
                  <a:pt x="9873" y="205"/>
                </a:lnTo>
                <a:lnTo>
                  <a:pt x="11334" y="610"/>
                </a:lnTo>
                <a:lnTo>
                  <a:pt x="12852" y="1165"/>
                </a:lnTo>
                <a:lnTo>
                  <a:pt x="14446" y="1837"/>
                </a:lnTo>
                <a:close/>
              </a:path>
            </a:pathLst>
          </a:custGeom>
          <a:solidFill>
            <a:srgbClr val="39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7" name="contour_09005"/>
          <p:cNvSpPr/>
          <p:nvPr/>
        </p:nvSpPr>
        <p:spPr>
          <a:xfrm>
            <a:off x="10126107" y="4466249"/>
            <a:ext cx="51796" cy="45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19"/>
                </a:moveTo>
                <a:lnTo>
                  <a:pt x="4045" y="304"/>
                </a:lnTo>
                <a:lnTo>
                  <a:pt x="7243" y="91"/>
                </a:lnTo>
                <a:lnTo>
                  <a:pt x="9753" y="0"/>
                </a:lnTo>
                <a:lnTo>
                  <a:pt x="11732" y="52"/>
                </a:lnTo>
                <a:lnTo>
                  <a:pt x="13336" y="273"/>
                </a:lnTo>
                <a:lnTo>
                  <a:pt x="14728" y="682"/>
                </a:lnTo>
                <a:lnTo>
                  <a:pt x="16059" y="1297"/>
                </a:lnTo>
                <a:lnTo>
                  <a:pt x="17491" y="2144"/>
                </a:lnTo>
                <a:lnTo>
                  <a:pt x="19184" y="3242"/>
                </a:lnTo>
                <a:lnTo>
                  <a:pt x="20165" y="5563"/>
                </a:lnTo>
                <a:lnTo>
                  <a:pt x="20855" y="7784"/>
                </a:lnTo>
                <a:lnTo>
                  <a:pt x="21296" y="9949"/>
                </a:lnTo>
                <a:lnTo>
                  <a:pt x="21530" y="12106"/>
                </a:lnTo>
                <a:lnTo>
                  <a:pt x="21600" y="14302"/>
                </a:lnTo>
                <a:lnTo>
                  <a:pt x="21554" y="16582"/>
                </a:lnTo>
                <a:lnTo>
                  <a:pt x="21430" y="19002"/>
                </a:lnTo>
                <a:lnTo>
                  <a:pt x="21275" y="21600"/>
                </a:lnTo>
                <a:lnTo>
                  <a:pt x="19469" y="21600"/>
                </a:lnTo>
                <a:lnTo>
                  <a:pt x="17658" y="21600"/>
                </a:lnTo>
                <a:lnTo>
                  <a:pt x="15841" y="21600"/>
                </a:lnTo>
                <a:lnTo>
                  <a:pt x="14008" y="21600"/>
                </a:lnTo>
                <a:lnTo>
                  <a:pt x="12157" y="21600"/>
                </a:lnTo>
                <a:lnTo>
                  <a:pt x="12157" y="19289"/>
                </a:lnTo>
                <a:lnTo>
                  <a:pt x="12157" y="16963"/>
                </a:lnTo>
                <a:lnTo>
                  <a:pt x="12157" y="14606"/>
                </a:lnTo>
                <a:lnTo>
                  <a:pt x="10567" y="13445"/>
                </a:lnTo>
                <a:lnTo>
                  <a:pt x="9403" y="12694"/>
                </a:lnTo>
                <a:lnTo>
                  <a:pt x="8097" y="12026"/>
                </a:lnTo>
                <a:lnTo>
                  <a:pt x="6079" y="11109"/>
                </a:lnTo>
                <a:lnTo>
                  <a:pt x="4060" y="10193"/>
                </a:lnTo>
                <a:lnTo>
                  <a:pt x="2754" y="9525"/>
                </a:lnTo>
                <a:lnTo>
                  <a:pt x="1590" y="8774"/>
                </a:lnTo>
                <a:lnTo>
                  <a:pt x="0" y="7613"/>
                </a:lnTo>
                <a:lnTo>
                  <a:pt x="0" y="5301"/>
                </a:lnTo>
                <a:lnTo>
                  <a:pt x="0" y="2976"/>
                </a:lnTo>
                <a:lnTo>
                  <a:pt x="0" y="619"/>
                </a:lnTo>
                <a:close/>
              </a:path>
            </a:pathLst>
          </a:custGeom>
          <a:solidFill>
            <a:srgbClr val="534A3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8" name="contour_09006"/>
          <p:cNvSpPr/>
          <p:nvPr/>
        </p:nvSpPr>
        <p:spPr>
          <a:xfrm>
            <a:off x="2655034" y="4467539"/>
            <a:ext cx="5189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7" y="0"/>
                </a:moveTo>
                <a:lnTo>
                  <a:pt x="1750" y="844"/>
                </a:lnTo>
                <a:lnTo>
                  <a:pt x="3124" y="1691"/>
                </a:lnTo>
                <a:lnTo>
                  <a:pt x="4486" y="2543"/>
                </a:lnTo>
                <a:lnTo>
                  <a:pt x="5842" y="3396"/>
                </a:lnTo>
                <a:lnTo>
                  <a:pt x="7189" y="4254"/>
                </a:lnTo>
                <a:lnTo>
                  <a:pt x="8527" y="5113"/>
                </a:lnTo>
                <a:lnTo>
                  <a:pt x="9858" y="5977"/>
                </a:lnTo>
                <a:lnTo>
                  <a:pt x="11181" y="6844"/>
                </a:lnTo>
                <a:lnTo>
                  <a:pt x="12500" y="7714"/>
                </a:lnTo>
                <a:lnTo>
                  <a:pt x="12949" y="8011"/>
                </a:lnTo>
                <a:lnTo>
                  <a:pt x="13738" y="8532"/>
                </a:lnTo>
                <a:lnTo>
                  <a:pt x="15546" y="9728"/>
                </a:lnTo>
                <a:lnTo>
                  <a:pt x="16792" y="10657"/>
                </a:lnTo>
                <a:lnTo>
                  <a:pt x="17948" y="11561"/>
                </a:lnTo>
                <a:lnTo>
                  <a:pt x="19010" y="12466"/>
                </a:lnTo>
                <a:lnTo>
                  <a:pt x="19974" y="13395"/>
                </a:lnTo>
                <a:lnTo>
                  <a:pt x="20839" y="14375"/>
                </a:lnTo>
                <a:lnTo>
                  <a:pt x="21600" y="15429"/>
                </a:lnTo>
                <a:lnTo>
                  <a:pt x="21093" y="16436"/>
                </a:lnTo>
                <a:lnTo>
                  <a:pt x="20466" y="17377"/>
                </a:lnTo>
                <a:lnTo>
                  <a:pt x="19716" y="18264"/>
                </a:lnTo>
                <a:lnTo>
                  <a:pt x="18852" y="19116"/>
                </a:lnTo>
                <a:lnTo>
                  <a:pt x="17863" y="19946"/>
                </a:lnTo>
                <a:lnTo>
                  <a:pt x="16759" y="20768"/>
                </a:lnTo>
                <a:lnTo>
                  <a:pt x="15533" y="21600"/>
                </a:lnTo>
                <a:lnTo>
                  <a:pt x="14948" y="20873"/>
                </a:lnTo>
                <a:lnTo>
                  <a:pt x="14353" y="20142"/>
                </a:lnTo>
                <a:lnTo>
                  <a:pt x="13756" y="19400"/>
                </a:lnTo>
                <a:lnTo>
                  <a:pt x="12958" y="18429"/>
                </a:lnTo>
                <a:lnTo>
                  <a:pt x="12160" y="17459"/>
                </a:lnTo>
                <a:lnTo>
                  <a:pt x="11363" y="16490"/>
                </a:lnTo>
                <a:lnTo>
                  <a:pt x="10786" y="15773"/>
                </a:lnTo>
                <a:lnTo>
                  <a:pt x="10201" y="15046"/>
                </a:lnTo>
                <a:lnTo>
                  <a:pt x="9324" y="14017"/>
                </a:lnTo>
                <a:lnTo>
                  <a:pt x="8429" y="13029"/>
                </a:lnTo>
                <a:lnTo>
                  <a:pt x="7501" y="12074"/>
                </a:lnTo>
                <a:lnTo>
                  <a:pt x="6522" y="11138"/>
                </a:lnTo>
                <a:lnTo>
                  <a:pt x="5475" y="10212"/>
                </a:lnTo>
                <a:lnTo>
                  <a:pt x="4344" y="9283"/>
                </a:lnTo>
                <a:lnTo>
                  <a:pt x="3115" y="8341"/>
                </a:lnTo>
                <a:lnTo>
                  <a:pt x="1862" y="7247"/>
                </a:lnTo>
                <a:lnTo>
                  <a:pt x="980" y="6244"/>
                </a:lnTo>
                <a:lnTo>
                  <a:pt x="409" y="5292"/>
                </a:lnTo>
                <a:lnTo>
                  <a:pt x="103" y="4354"/>
                </a:lnTo>
                <a:lnTo>
                  <a:pt x="0" y="3393"/>
                </a:lnTo>
                <a:lnTo>
                  <a:pt x="45" y="2373"/>
                </a:lnTo>
                <a:lnTo>
                  <a:pt x="188" y="1254"/>
                </a:lnTo>
                <a:lnTo>
                  <a:pt x="367" y="0"/>
                </a:lnTo>
                <a:close/>
              </a:path>
            </a:pathLst>
          </a:custGeom>
          <a:solidFill>
            <a:srgbClr val="E8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009" name="contour_09007"/>
          <p:cNvSpPr/>
          <p:nvPr/>
        </p:nvSpPr>
        <p:spPr>
          <a:xfrm>
            <a:off x="10257291" y="4459733"/>
            <a:ext cx="51016" cy="51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7"/>
                </a:moveTo>
                <a:lnTo>
                  <a:pt x="21332" y="2563"/>
                </a:lnTo>
                <a:lnTo>
                  <a:pt x="21048" y="4781"/>
                </a:lnTo>
                <a:lnTo>
                  <a:pt x="20714" y="6885"/>
                </a:lnTo>
                <a:lnTo>
                  <a:pt x="20298" y="8892"/>
                </a:lnTo>
                <a:lnTo>
                  <a:pt x="19770" y="10823"/>
                </a:lnTo>
                <a:lnTo>
                  <a:pt x="19094" y="12689"/>
                </a:lnTo>
                <a:lnTo>
                  <a:pt x="18240" y="14513"/>
                </a:lnTo>
                <a:lnTo>
                  <a:pt x="17172" y="16309"/>
                </a:lnTo>
                <a:lnTo>
                  <a:pt x="15861" y="18093"/>
                </a:lnTo>
                <a:lnTo>
                  <a:pt x="14271" y="19883"/>
                </a:lnTo>
                <a:lnTo>
                  <a:pt x="13534" y="20134"/>
                </a:lnTo>
                <a:lnTo>
                  <a:pt x="12235" y="20580"/>
                </a:lnTo>
                <a:lnTo>
                  <a:pt x="9257" y="21600"/>
                </a:lnTo>
                <a:lnTo>
                  <a:pt x="7045" y="20458"/>
                </a:lnTo>
                <a:lnTo>
                  <a:pt x="5443" y="19593"/>
                </a:lnTo>
                <a:lnTo>
                  <a:pt x="4193" y="18832"/>
                </a:lnTo>
                <a:lnTo>
                  <a:pt x="3043" y="18008"/>
                </a:lnTo>
                <a:lnTo>
                  <a:pt x="1731" y="16951"/>
                </a:lnTo>
                <a:lnTo>
                  <a:pt x="0" y="15491"/>
                </a:lnTo>
                <a:lnTo>
                  <a:pt x="2040" y="15491"/>
                </a:lnTo>
                <a:lnTo>
                  <a:pt x="4092" y="15491"/>
                </a:lnTo>
                <a:lnTo>
                  <a:pt x="6171" y="15491"/>
                </a:lnTo>
                <a:lnTo>
                  <a:pt x="6045" y="13536"/>
                </a:lnTo>
                <a:lnTo>
                  <a:pt x="5915" y="11565"/>
                </a:lnTo>
                <a:lnTo>
                  <a:pt x="5786" y="9570"/>
                </a:lnTo>
                <a:lnTo>
                  <a:pt x="5807" y="7087"/>
                </a:lnTo>
                <a:lnTo>
                  <a:pt x="5909" y="5453"/>
                </a:lnTo>
                <a:lnTo>
                  <a:pt x="6171" y="3272"/>
                </a:lnTo>
                <a:lnTo>
                  <a:pt x="7869" y="1967"/>
                </a:lnTo>
                <a:lnTo>
                  <a:pt x="9640" y="1048"/>
                </a:lnTo>
                <a:lnTo>
                  <a:pt x="11476" y="455"/>
                </a:lnTo>
                <a:lnTo>
                  <a:pt x="13377" y="128"/>
                </a:lnTo>
                <a:lnTo>
                  <a:pt x="15342" y="0"/>
                </a:lnTo>
                <a:lnTo>
                  <a:pt x="17369" y="15"/>
                </a:lnTo>
                <a:lnTo>
                  <a:pt x="19455" y="107"/>
                </a:lnTo>
                <a:lnTo>
                  <a:pt x="21600" y="217"/>
                </a:lnTo>
                <a:close/>
              </a:path>
            </a:pathLst>
          </a:custGeom>
          <a:solidFill>
            <a:srgbClr val="F8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0" name="contour_09008"/>
          <p:cNvSpPr/>
          <p:nvPr/>
        </p:nvSpPr>
        <p:spPr>
          <a:xfrm>
            <a:off x="6780919" y="4474113"/>
            <a:ext cx="6624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17"/>
                </a:moveTo>
                <a:lnTo>
                  <a:pt x="1604" y="437"/>
                </a:lnTo>
                <a:lnTo>
                  <a:pt x="3208" y="364"/>
                </a:lnTo>
                <a:lnTo>
                  <a:pt x="4812" y="300"/>
                </a:lnTo>
                <a:lnTo>
                  <a:pt x="6416" y="242"/>
                </a:lnTo>
                <a:lnTo>
                  <a:pt x="8020" y="190"/>
                </a:lnTo>
                <a:lnTo>
                  <a:pt x="9510" y="127"/>
                </a:lnTo>
                <a:lnTo>
                  <a:pt x="11009" y="63"/>
                </a:lnTo>
                <a:lnTo>
                  <a:pt x="12530" y="0"/>
                </a:lnTo>
                <a:lnTo>
                  <a:pt x="15201" y="358"/>
                </a:lnTo>
                <a:lnTo>
                  <a:pt x="17064" y="743"/>
                </a:lnTo>
                <a:lnTo>
                  <a:pt x="18368" y="1318"/>
                </a:lnTo>
                <a:lnTo>
                  <a:pt x="19359" y="2240"/>
                </a:lnTo>
                <a:lnTo>
                  <a:pt x="20284" y="3679"/>
                </a:lnTo>
                <a:lnTo>
                  <a:pt x="21386" y="5787"/>
                </a:lnTo>
                <a:lnTo>
                  <a:pt x="21529" y="9867"/>
                </a:lnTo>
                <a:lnTo>
                  <a:pt x="21600" y="12729"/>
                </a:lnTo>
                <a:lnTo>
                  <a:pt x="21600" y="15133"/>
                </a:lnTo>
                <a:lnTo>
                  <a:pt x="21529" y="17837"/>
                </a:lnTo>
                <a:lnTo>
                  <a:pt x="21386" y="21600"/>
                </a:lnTo>
                <a:lnTo>
                  <a:pt x="19825" y="21363"/>
                </a:lnTo>
                <a:lnTo>
                  <a:pt x="18264" y="21110"/>
                </a:lnTo>
                <a:lnTo>
                  <a:pt x="16705" y="20841"/>
                </a:lnTo>
                <a:lnTo>
                  <a:pt x="15146" y="20556"/>
                </a:lnTo>
                <a:lnTo>
                  <a:pt x="13587" y="20261"/>
                </a:lnTo>
                <a:lnTo>
                  <a:pt x="12029" y="19955"/>
                </a:lnTo>
                <a:lnTo>
                  <a:pt x="10695" y="19776"/>
                </a:lnTo>
                <a:lnTo>
                  <a:pt x="9343" y="19592"/>
                </a:lnTo>
                <a:lnTo>
                  <a:pt x="8051" y="19297"/>
                </a:lnTo>
                <a:lnTo>
                  <a:pt x="7043" y="18975"/>
                </a:lnTo>
                <a:lnTo>
                  <a:pt x="5983" y="18480"/>
                </a:lnTo>
                <a:lnTo>
                  <a:pt x="4539" y="17652"/>
                </a:lnTo>
                <a:lnTo>
                  <a:pt x="2376" y="16329"/>
                </a:lnTo>
                <a:lnTo>
                  <a:pt x="1497" y="12297"/>
                </a:lnTo>
                <a:lnTo>
                  <a:pt x="934" y="9461"/>
                </a:lnTo>
                <a:lnTo>
                  <a:pt x="573" y="7058"/>
                </a:lnTo>
                <a:lnTo>
                  <a:pt x="299" y="4327"/>
                </a:lnTo>
                <a:lnTo>
                  <a:pt x="0" y="517"/>
                </a:ln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1" name="contour_09009"/>
          <p:cNvSpPr/>
          <p:nvPr/>
        </p:nvSpPr>
        <p:spPr>
          <a:xfrm>
            <a:off x="5709584" y="4467539"/>
            <a:ext cx="4458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77" y="432"/>
                </a:lnTo>
                <a:lnTo>
                  <a:pt x="7386" y="797"/>
                </a:lnTo>
                <a:lnTo>
                  <a:pt x="9850" y="1153"/>
                </a:lnTo>
                <a:lnTo>
                  <a:pt x="11781" y="1557"/>
                </a:lnTo>
                <a:lnTo>
                  <a:pt x="13398" y="2058"/>
                </a:lnTo>
                <a:lnTo>
                  <a:pt x="14917" y="2717"/>
                </a:lnTo>
                <a:lnTo>
                  <a:pt x="16558" y="3588"/>
                </a:lnTo>
                <a:lnTo>
                  <a:pt x="18535" y="4726"/>
                </a:lnTo>
                <a:lnTo>
                  <a:pt x="19468" y="6251"/>
                </a:lnTo>
                <a:lnTo>
                  <a:pt x="20202" y="7763"/>
                </a:lnTo>
                <a:lnTo>
                  <a:pt x="20760" y="9266"/>
                </a:lnTo>
                <a:lnTo>
                  <a:pt x="21159" y="10765"/>
                </a:lnTo>
                <a:lnTo>
                  <a:pt x="21416" y="12267"/>
                </a:lnTo>
                <a:lnTo>
                  <a:pt x="21558" y="13774"/>
                </a:lnTo>
                <a:lnTo>
                  <a:pt x="21600" y="15295"/>
                </a:lnTo>
                <a:lnTo>
                  <a:pt x="21565" y="16833"/>
                </a:lnTo>
                <a:lnTo>
                  <a:pt x="21469" y="18392"/>
                </a:lnTo>
                <a:lnTo>
                  <a:pt x="21335" y="19980"/>
                </a:lnTo>
                <a:lnTo>
                  <a:pt x="21183" y="21600"/>
                </a:lnTo>
                <a:lnTo>
                  <a:pt x="19083" y="20505"/>
                </a:lnTo>
                <a:lnTo>
                  <a:pt x="17130" y="19408"/>
                </a:lnTo>
                <a:lnTo>
                  <a:pt x="15312" y="18310"/>
                </a:lnTo>
                <a:lnTo>
                  <a:pt x="13624" y="17202"/>
                </a:lnTo>
                <a:lnTo>
                  <a:pt x="12060" y="16083"/>
                </a:lnTo>
                <a:lnTo>
                  <a:pt x="10609" y="14947"/>
                </a:lnTo>
                <a:lnTo>
                  <a:pt x="9264" y="13787"/>
                </a:lnTo>
                <a:lnTo>
                  <a:pt x="8021" y="12604"/>
                </a:lnTo>
                <a:lnTo>
                  <a:pt x="6867" y="11388"/>
                </a:lnTo>
                <a:lnTo>
                  <a:pt x="5797" y="10135"/>
                </a:lnTo>
                <a:lnTo>
                  <a:pt x="4802" y="8843"/>
                </a:lnTo>
                <a:lnTo>
                  <a:pt x="3877" y="7508"/>
                </a:lnTo>
                <a:lnTo>
                  <a:pt x="3012" y="6124"/>
                </a:lnTo>
                <a:lnTo>
                  <a:pt x="2200" y="4683"/>
                </a:lnTo>
                <a:lnTo>
                  <a:pt x="1430" y="3186"/>
                </a:lnTo>
                <a:lnTo>
                  <a:pt x="699" y="1626"/>
                </a:lnTo>
                <a:lnTo>
                  <a:pt x="0" y="0"/>
                </a:lnTo>
                <a:close/>
              </a:path>
            </a:pathLst>
          </a:custGeom>
          <a:solidFill>
            <a:srgbClr val="C1D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2" name="contour_09010"/>
          <p:cNvSpPr/>
          <p:nvPr/>
        </p:nvSpPr>
        <p:spPr>
          <a:xfrm>
            <a:off x="5119257" y="4380083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84" y="0"/>
                </a:lnTo>
                <a:lnTo>
                  <a:pt x="7970" y="0"/>
                </a:lnTo>
                <a:lnTo>
                  <a:pt x="9557" y="0"/>
                </a:lnTo>
                <a:lnTo>
                  <a:pt x="11148" y="0"/>
                </a:lnTo>
                <a:lnTo>
                  <a:pt x="12744" y="0"/>
                </a:lnTo>
                <a:lnTo>
                  <a:pt x="14347" y="0"/>
                </a:lnTo>
                <a:lnTo>
                  <a:pt x="15955" y="0"/>
                </a:lnTo>
                <a:lnTo>
                  <a:pt x="17573" y="0"/>
                </a:lnTo>
                <a:lnTo>
                  <a:pt x="19200" y="0"/>
                </a:lnTo>
                <a:lnTo>
                  <a:pt x="19438" y="2138"/>
                </a:lnTo>
                <a:lnTo>
                  <a:pt x="19675" y="4280"/>
                </a:lnTo>
                <a:lnTo>
                  <a:pt x="19913" y="6421"/>
                </a:lnTo>
                <a:lnTo>
                  <a:pt x="20153" y="8566"/>
                </a:lnTo>
                <a:lnTo>
                  <a:pt x="20390" y="10720"/>
                </a:lnTo>
                <a:lnTo>
                  <a:pt x="20630" y="12877"/>
                </a:lnTo>
                <a:lnTo>
                  <a:pt x="20870" y="15043"/>
                </a:lnTo>
                <a:lnTo>
                  <a:pt x="21113" y="17218"/>
                </a:lnTo>
                <a:lnTo>
                  <a:pt x="21355" y="19403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4" y="21600"/>
                </a:lnTo>
                <a:lnTo>
                  <a:pt x="17309" y="21600"/>
                </a:lnTo>
                <a:lnTo>
                  <a:pt x="15862" y="21600"/>
                </a:lnTo>
                <a:lnTo>
                  <a:pt x="14400" y="21600"/>
                </a:lnTo>
                <a:lnTo>
                  <a:pt x="13567" y="20048"/>
                </a:lnTo>
                <a:lnTo>
                  <a:pt x="13056" y="18909"/>
                </a:lnTo>
                <a:lnTo>
                  <a:pt x="12653" y="17619"/>
                </a:lnTo>
                <a:lnTo>
                  <a:pt x="12149" y="15620"/>
                </a:lnTo>
                <a:lnTo>
                  <a:pt x="11186" y="12688"/>
                </a:lnTo>
                <a:lnTo>
                  <a:pt x="10447" y="10815"/>
                </a:lnTo>
                <a:lnTo>
                  <a:pt x="9691" y="9618"/>
                </a:lnTo>
                <a:lnTo>
                  <a:pt x="8678" y="8723"/>
                </a:lnTo>
                <a:lnTo>
                  <a:pt x="7171" y="7751"/>
                </a:lnTo>
                <a:lnTo>
                  <a:pt x="5832" y="7350"/>
                </a:lnTo>
                <a:lnTo>
                  <a:pt x="4788" y="7069"/>
                </a:lnTo>
                <a:lnTo>
                  <a:pt x="3698" y="6829"/>
                </a:lnTo>
                <a:lnTo>
                  <a:pt x="2218" y="6554"/>
                </a:lnTo>
                <a:lnTo>
                  <a:pt x="0" y="6171"/>
                </a:lnTo>
                <a:lnTo>
                  <a:pt x="1586" y="6171"/>
                </a:lnTo>
                <a:lnTo>
                  <a:pt x="3182" y="6171"/>
                </a:lnTo>
                <a:lnTo>
                  <a:pt x="4800" y="6171"/>
                </a:lnTo>
                <a:lnTo>
                  <a:pt x="4800" y="4132"/>
                </a:lnTo>
                <a:lnTo>
                  <a:pt x="4800" y="2080"/>
                </a:lnTo>
                <a:lnTo>
                  <a:pt x="4800" y="0"/>
                </a:lnTo>
                <a:close/>
              </a:path>
            </a:pathLst>
          </a:custGeom>
          <a:solidFill>
            <a:srgbClr val="626260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3" name="contour_09011"/>
          <p:cNvSpPr/>
          <p:nvPr/>
        </p:nvSpPr>
        <p:spPr>
          <a:xfrm>
            <a:off x="11328625" y="4365507"/>
            <a:ext cx="80168" cy="369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114" y="0"/>
                </a:lnTo>
                <a:lnTo>
                  <a:pt x="12412" y="0"/>
                </a:lnTo>
                <a:lnTo>
                  <a:pt x="13710" y="0"/>
                </a:lnTo>
                <a:lnTo>
                  <a:pt x="15012" y="0"/>
                </a:lnTo>
                <a:lnTo>
                  <a:pt x="16318" y="0"/>
                </a:lnTo>
                <a:lnTo>
                  <a:pt x="17630" y="0"/>
                </a:lnTo>
                <a:lnTo>
                  <a:pt x="18945" y="0"/>
                </a:lnTo>
                <a:lnTo>
                  <a:pt x="20269" y="0"/>
                </a:lnTo>
                <a:lnTo>
                  <a:pt x="21600" y="0"/>
                </a:lnTo>
                <a:lnTo>
                  <a:pt x="20500" y="4915"/>
                </a:lnTo>
                <a:lnTo>
                  <a:pt x="19627" y="8783"/>
                </a:lnTo>
                <a:lnTo>
                  <a:pt x="18927" y="11783"/>
                </a:lnTo>
                <a:lnTo>
                  <a:pt x="18356" y="14081"/>
                </a:lnTo>
                <a:lnTo>
                  <a:pt x="17863" y="15864"/>
                </a:lnTo>
                <a:lnTo>
                  <a:pt x="17400" y="17298"/>
                </a:lnTo>
                <a:lnTo>
                  <a:pt x="16919" y="18562"/>
                </a:lnTo>
                <a:lnTo>
                  <a:pt x="16371" y="19830"/>
                </a:lnTo>
                <a:lnTo>
                  <a:pt x="15709" y="21277"/>
                </a:lnTo>
                <a:lnTo>
                  <a:pt x="14370" y="21413"/>
                </a:lnTo>
                <a:lnTo>
                  <a:pt x="13042" y="21511"/>
                </a:lnTo>
                <a:lnTo>
                  <a:pt x="11719" y="21574"/>
                </a:lnTo>
                <a:lnTo>
                  <a:pt x="10397" y="21600"/>
                </a:lnTo>
                <a:lnTo>
                  <a:pt x="9070" y="21587"/>
                </a:lnTo>
                <a:lnTo>
                  <a:pt x="7733" y="21540"/>
                </a:lnTo>
                <a:lnTo>
                  <a:pt x="6617" y="21515"/>
                </a:lnTo>
                <a:lnTo>
                  <a:pt x="5488" y="21485"/>
                </a:lnTo>
                <a:lnTo>
                  <a:pt x="4116" y="21443"/>
                </a:lnTo>
                <a:lnTo>
                  <a:pt x="2745" y="21391"/>
                </a:lnTo>
                <a:lnTo>
                  <a:pt x="1373" y="21336"/>
                </a:lnTo>
                <a:lnTo>
                  <a:pt x="0" y="21277"/>
                </a:lnTo>
                <a:lnTo>
                  <a:pt x="0" y="19166"/>
                </a:lnTo>
                <a:lnTo>
                  <a:pt x="0" y="17021"/>
                </a:lnTo>
                <a:lnTo>
                  <a:pt x="1388" y="17021"/>
                </a:lnTo>
                <a:lnTo>
                  <a:pt x="2779" y="17021"/>
                </a:lnTo>
                <a:lnTo>
                  <a:pt x="4173" y="17021"/>
                </a:lnTo>
                <a:lnTo>
                  <a:pt x="5573" y="17021"/>
                </a:lnTo>
                <a:lnTo>
                  <a:pt x="6979" y="17021"/>
                </a:lnTo>
                <a:lnTo>
                  <a:pt x="8393" y="17021"/>
                </a:lnTo>
                <a:lnTo>
                  <a:pt x="9818" y="17021"/>
                </a:lnTo>
                <a:lnTo>
                  <a:pt x="9818" y="14213"/>
                </a:lnTo>
                <a:lnTo>
                  <a:pt x="9818" y="11400"/>
                </a:lnTo>
                <a:lnTo>
                  <a:pt x="9818" y="8574"/>
                </a:lnTo>
                <a:lnTo>
                  <a:pt x="9818" y="5736"/>
                </a:lnTo>
                <a:lnTo>
                  <a:pt x="9818" y="2881"/>
                </a:lnTo>
                <a:lnTo>
                  <a:pt x="9818" y="0"/>
                </a:lnTo>
                <a:close/>
              </a:path>
            </a:pathLst>
          </a:custGeom>
          <a:solidFill>
            <a:srgbClr val="574C73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4" name="contour_09012"/>
          <p:cNvSpPr/>
          <p:nvPr/>
        </p:nvSpPr>
        <p:spPr>
          <a:xfrm>
            <a:off x="4490806" y="4299915"/>
            <a:ext cx="4505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7" y="0"/>
                </a:moveTo>
                <a:lnTo>
                  <a:pt x="3368" y="458"/>
                </a:lnTo>
                <a:lnTo>
                  <a:pt x="5783" y="979"/>
                </a:lnTo>
                <a:lnTo>
                  <a:pt x="8068" y="1574"/>
                </a:lnTo>
                <a:lnTo>
                  <a:pt x="10241" y="2254"/>
                </a:lnTo>
                <a:lnTo>
                  <a:pt x="12323" y="3026"/>
                </a:lnTo>
                <a:lnTo>
                  <a:pt x="14325" y="3905"/>
                </a:lnTo>
                <a:lnTo>
                  <a:pt x="16268" y="4901"/>
                </a:lnTo>
                <a:lnTo>
                  <a:pt x="18165" y="6024"/>
                </a:lnTo>
                <a:lnTo>
                  <a:pt x="20038" y="7284"/>
                </a:lnTo>
                <a:lnTo>
                  <a:pt x="21051" y="9005"/>
                </a:lnTo>
                <a:lnTo>
                  <a:pt x="21541" y="10690"/>
                </a:lnTo>
                <a:lnTo>
                  <a:pt x="21600" y="12360"/>
                </a:lnTo>
                <a:lnTo>
                  <a:pt x="21324" y="14030"/>
                </a:lnTo>
                <a:lnTo>
                  <a:pt x="20807" y="15720"/>
                </a:lnTo>
                <a:lnTo>
                  <a:pt x="20136" y="17448"/>
                </a:lnTo>
                <a:lnTo>
                  <a:pt x="19409" y="19229"/>
                </a:lnTo>
                <a:lnTo>
                  <a:pt x="18847" y="20405"/>
                </a:lnTo>
                <a:lnTo>
                  <a:pt x="18277" y="21600"/>
                </a:lnTo>
                <a:lnTo>
                  <a:pt x="17956" y="21012"/>
                </a:lnTo>
                <a:lnTo>
                  <a:pt x="16981" y="19238"/>
                </a:lnTo>
                <a:lnTo>
                  <a:pt x="15891" y="18026"/>
                </a:lnTo>
                <a:lnTo>
                  <a:pt x="14783" y="16800"/>
                </a:lnTo>
                <a:lnTo>
                  <a:pt x="12250" y="16452"/>
                </a:lnTo>
                <a:lnTo>
                  <a:pt x="10381" y="16298"/>
                </a:lnTo>
                <a:lnTo>
                  <a:pt x="7579" y="16200"/>
                </a:lnTo>
                <a:lnTo>
                  <a:pt x="4804" y="15816"/>
                </a:lnTo>
                <a:lnTo>
                  <a:pt x="3050" y="15348"/>
                </a:lnTo>
                <a:lnTo>
                  <a:pt x="807" y="14400"/>
                </a:lnTo>
                <a:lnTo>
                  <a:pt x="430" y="12785"/>
                </a:lnTo>
                <a:lnTo>
                  <a:pt x="178" y="11184"/>
                </a:lnTo>
                <a:lnTo>
                  <a:pt x="42" y="9593"/>
                </a:lnTo>
                <a:lnTo>
                  <a:pt x="0" y="8006"/>
                </a:lnTo>
                <a:lnTo>
                  <a:pt x="45" y="6420"/>
                </a:lnTo>
                <a:lnTo>
                  <a:pt x="161" y="4829"/>
                </a:lnTo>
                <a:lnTo>
                  <a:pt x="335" y="3233"/>
                </a:lnTo>
                <a:lnTo>
                  <a:pt x="556" y="1625"/>
                </a:lnTo>
                <a:lnTo>
                  <a:pt x="807" y="0"/>
                </a:lnTo>
                <a:close/>
              </a:path>
            </a:pathLst>
          </a:custGeom>
          <a:solidFill>
            <a:srgbClr val="45403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5" name="contour_09013"/>
          <p:cNvSpPr/>
          <p:nvPr/>
        </p:nvSpPr>
        <p:spPr>
          <a:xfrm>
            <a:off x="4128090" y="4292627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749"/>
                </a:lnTo>
                <a:lnTo>
                  <a:pt x="0" y="15893"/>
                </a:lnTo>
                <a:lnTo>
                  <a:pt x="0" y="13025"/>
                </a:lnTo>
                <a:lnTo>
                  <a:pt x="0" y="10143"/>
                </a:lnTo>
                <a:lnTo>
                  <a:pt x="0" y="7245"/>
                </a:lnTo>
                <a:lnTo>
                  <a:pt x="0" y="4320"/>
                </a:lnTo>
                <a:lnTo>
                  <a:pt x="815" y="4536"/>
                </a:lnTo>
                <a:lnTo>
                  <a:pt x="1563" y="4739"/>
                </a:lnTo>
                <a:lnTo>
                  <a:pt x="2381" y="4955"/>
                </a:lnTo>
                <a:lnTo>
                  <a:pt x="3402" y="5227"/>
                </a:lnTo>
                <a:lnTo>
                  <a:pt x="4757" y="5590"/>
                </a:lnTo>
                <a:lnTo>
                  <a:pt x="6583" y="6074"/>
                </a:lnTo>
                <a:lnTo>
                  <a:pt x="9007" y="6722"/>
                </a:lnTo>
                <a:lnTo>
                  <a:pt x="12169" y="7564"/>
                </a:lnTo>
                <a:lnTo>
                  <a:pt x="16200" y="8640"/>
                </a:lnTo>
                <a:lnTo>
                  <a:pt x="16200" y="5784"/>
                </a:lnTo>
                <a:lnTo>
                  <a:pt x="16200" y="2912"/>
                </a:lnTo>
                <a:lnTo>
                  <a:pt x="16200" y="0"/>
                </a:lnTo>
                <a:close/>
              </a:path>
            </a:pathLst>
          </a:custGeom>
          <a:solidFill>
            <a:srgbClr val="191A1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6" name="contour_09014"/>
          <p:cNvSpPr/>
          <p:nvPr/>
        </p:nvSpPr>
        <p:spPr>
          <a:xfrm>
            <a:off x="8288345" y="4190595"/>
            <a:ext cx="81356" cy="825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50" y="0"/>
                </a:moveTo>
                <a:lnTo>
                  <a:pt x="3210" y="0"/>
                </a:lnTo>
                <a:lnTo>
                  <a:pt x="4185" y="0"/>
                </a:lnTo>
                <a:lnTo>
                  <a:pt x="4367" y="1202"/>
                </a:lnTo>
                <a:lnTo>
                  <a:pt x="4545" y="2402"/>
                </a:lnTo>
                <a:lnTo>
                  <a:pt x="4717" y="3604"/>
                </a:lnTo>
                <a:lnTo>
                  <a:pt x="4884" y="4808"/>
                </a:lnTo>
                <a:lnTo>
                  <a:pt x="5044" y="6012"/>
                </a:lnTo>
                <a:lnTo>
                  <a:pt x="5375" y="8321"/>
                </a:lnTo>
                <a:lnTo>
                  <a:pt x="5650" y="10148"/>
                </a:lnTo>
                <a:lnTo>
                  <a:pt x="5892" y="11587"/>
                </a:lnTo>
                <a:lnTo>
                  <a:pt x="6128" y="12726"/>
                </a:lnTo>
                <a:lnTo>
                  <a:pt x="6380" y="13661"/>
                </a:lnTo>
                <a:lnTo>
                  <a:pt x="6674" y="14479"/>
                </a:lnTo>
                <a:lnTo>
                  <a:pt x="7034" y="15277"/>
                </a:lnTo>
                <a:lnTo>
                  <a:pt x="7486" y="16143"/>
                </a:lnTo>
                <a:lnTo>
                  <a:pt x="8055" y="17172"/>
                </a:lnTo>
                <a:lnTo>
                  <a:pt x="9398" y="17761"/>
                </a:lnTo>
                <a:lnTo>
                  <a:pt x="10724" y="18234"/>
                </a:lnTo>
                <a:lnTo>
                  <a:pt x="12035" y="18601"/>
                </a:lnTo>
                <a:lnTo>
                  <a:pt x="13345" y="18874"/>
                </a:lnTo>
                <a:lnTo>
                  <a:pt x="14661" y="19061"/>
                </a:lnTo>
                <a:lnTo>
                  <a:pt x="15989" y="19173"/>
                </a:lnTo>
                <a:lnTo>
                  <a:pt x="17339" y="19223"/>
                </a:lnTo>
                <a:lnTo>
                  <a:pt x="18719" y="19215"/>
                </a:lnTo>
                <a:lnTo>
                  <a:pt x="20137" y="19164"/>
                </a:lnTo>
                <a:lnTo>
                  <a:pt x="21600" y="19080"/>
                </a:lnTo>
                <a:lnTo>
                  <a:pt x="21600" y="20026"/>
                </a:lnTo>
                <a:lnTo>
                  <a:pt x="21600" y="20988"/>
                </a:lnTo>
                <a:lnTo>
                  <a:pt x="20246" y="21100"/>
                </a:lnTo>
                <a:lnTo>
                  <a:pt x="18891" y="21205"/>
                </a:lnTo>
                <a:lnTo>
                  <a:pt x="17539" y="21299"/>
                </a:lnTo>
                <a:lnTo>
                  <a:pt x="16186" y="21382"/>
                </a:lnTo>
                <a:lnTo>
                  <a:pt x="14831" y="21453"/>
                </a:lnTo>
                <a:lnTo>
                  <a:pt x="13477" y="21512"/>
                </a:lnTo>
                <a:lnTo>
                  <a:pt x="12123" y="21556"/>
                </a:lnTo>
                <a:lnTo>
                  <a:pt x="10768" y="21585"/>
                </a:lnTo>
                <a:lnTo>
                  <a:pt x="9412" y="21600"/>
                </a:lnTo>
                <a:lnTo>
                  <a:pt x="8053" y="21598"/>
                </a:lnTo>
                <a:lnTo>
                  <a:pt x="6695" y="21577"/>
                </a:lnTo>
                <a:lnTo>
                  <a:pt x="5497" y="21556"/>
                </a:lnTo>
                <a:lnTo>
                  <a:pt x="4282" y="21535"/>
                </a:lnTo>
                <a:lnTo>
                  <a:pt x="3084" y="21190"/>
                </a:lnTo>
                <a:lnTo>
                  <a:pt x="2326" y="20818"/>
                </a:lnTo>
                <a:lnTo>
                  <a:pt x="1680" y="20194"/>
                </a:lnTo>
                <a:lnTo>
                  <a:pt x="824" y="19085"/>
                </a:lnTo>
                <a:lnTo>
                  <a:pt x="366" y="17755"/>
                </a:lnTo>
                <a:lnTo>
                  <a:pt x="103" y="16525"/>
                </a:lnTo>
                <a:lnTo>
                  <a:pt x="0" y="15334"/>
                </a:lnTo>
                <a:lnTo>
                  <a:pt x="23" y="14128"/>
                </a:lnTo>
                <a:lnTo>
                  <a:pt x="139" y="12852"/>
                </a:lnTo>
                <a:lnTo>
                  <a:pt x="315" y="11448"/>
                </a:lnTo>
                <a:lnTo>
                  <a:pt x="439" y="10396"/>
                </a:lnTo>
                <a:lnTo>
                  <a:pt x="565" y="9338"/>
                </a:lnTo>
                <a:lnTo>
                  <a:pt x="693" y="8265"/>
                </a:lnTo>
                <a:lnTo>
                  <a:pt x="877" y="7075"/>
                </a:lnTo>
                <a:lnTo>
                  <a:pt x="1074" y="5888"/>
                </a:lnTo>
                <a:lnTo>
                  <a:pt x="1285" y="4707"/>
                </a:lnTo>
                <a:lnTo>
                  <a:pt x="1507" y="3530"/>
                </a:lnTo>
                <a:lnTo>
                  <a:pt x="1741" y="2353"/>
                </a:lnTo>
                <a:lnTo>
                  <a:pt x="1989" y="1177"/>
                </a:lnTo>
                <a:lnTo>
                  <a:pt x="2250" y="0"/>
                </a:lnTo>
                <a:close/>
              </a:path>
            </a:pathLst>
          </a:custGeom>
          <a:solidFill>
            <a:srgbClr val="C8C7D5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7" name="contour_09015"/>
          <p:cNvSpPr/>
          <p:nvPr/>
        </p:nvSpPr>
        <p:spPr>
          <a:xfrm>
            <a:off x="2218636" y="4227035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85" y="1315"/>
                </a:lnTo>
                <a:lnTo>
                  <a:pt x="8143" y="2657"/>
                </a:lnTo>
                <a:lnTo>
                  <a:pt x="9480" y="4020"/>
                </a:lnTo>
                <a:lnTo>
                  <a:pt x="10800" y="5400"/>
                </a:lnTo>
                <a:lnTo>
                  <a:pt x="12309" y="6242"/>
                </a:lnTo>
                <a:lnTo>
                  <a:pt x="13832" y="7055"/>
                </a:lnTo>
                <a:lnTo>
                  <a:pt x="15366" y="7841"/>
                </a:lnTo>
                <a:lnTo>
                  <a:pt x="16910" y="8602"/>
                </a:lnTo>
                <a:lnTo>
                  <a:pt x="18465" y="9347"/>
                </a:lnTo>
                <a:lnTo>
                  <a:pt x="20029" y="10079"/>
                </a:lnTo>
                <a:lnTo>
                  <a:pt x="21600" y="10800"/>
                </a:lnTo>
                <a:lnTo>
                  <a:pt x="19815" y="10800"/>
                </a:lnTo>
                <a:lnTo>
                  <a:pt x="18020" y="10800"/>
                </a:lnTo>
                <a:lnTo>
                  <a:pt x="16200" y="10800"/>
                </a:lnTo>
                <a:lnTo>
                  <a:pt x="16200" y="12582"/>
                </a:lnTo>
                <a:lnTo>
                  <a:pt x="16200" y="14367"/>
                </a:lnTo>
                <a:lnTo>
                  <a:pt x="16200" y="16160"/>
                </a:lnTo>
                <a:lnTo>
                  <a:pt x="16200" y="17960"/>
                </a:lnTo>
                <a:lnTo>
                  <a:pt x="16200" y="19772"/>
                </a:lnTo>
                <a:lnTo>
                  <a:pt x="16200" y="21600"/>
                </a:lnTo>
                <a:lnTo>
                  <a:pt x="14418" y="21600"/>
                </a:lnTo>
                <a:lnTo>
                  <a:pt x="12633" y="21600"/>
                </a:lnTo>
                <a:lnTo>
                  <a:pt x="10840" y="21600"/>
                </a:lnTo>
                <a:lnTo>
                  <a:pt x="9040" y="21600"/>
                </a:lnTo>
                <a:lnTo>
                  <a:pt x="7228" y="21600"/>
                </a:lnTo>
                <a:lnTo>
                  <a:pt x="5400" y="21600"/>
                </a:lnTo>
                <a:lnTo>
                  <a:pt x="5495" y="19888"/>
                </a:lnTo>
                <a:lnTo>
                  <a:pt x="5589" y="18152"/>
                </a:lnTo>
                <a:lnTo>
                  <a:pt x="5638" y="16670"/>
                </a:lnTo>
                <a:lnTo>
                  <a:pt x="5686" y="15179"/>
                </a:lnTo>
                <a:lnTo>
                  <a:pt x="5738" y="13667"/>
                </a:lnTo>
                <a:lnTo>
                  <a:pt x="5800" y="12193"/>
                </a:lnTo>
                <a:lnTo>
                  <a:pt x="5862" y="10711"/>
                </a:lnTo>
                <a:lnTo>
                  <a:pt x="5926" y="9207"/>
                </a:lnTo>
                <a:lnTo>
                  <a:pt x="5665" y="7317"/>
                </a:lnTo>
                <a:lnTo>
                  <a:pt x="5400" y="5400"/>
                </a:lnTo>
                <a:lnTo>
                  <a:pt x="3785" y="4309"/>
                </a:lnTo>
                <a:lnTo>
                  <a:pt x="2684" y="3664"/>
                </a:lnTo>
                <a:lnTo>
                  <a:pt x="1590" y="3210"/>
                </a:lnTo>
                <a:lnTo>
                  <a:pt x="0" y="2700"/>
                </a:lnTo>
                <a:lnTo>
                  <a:pt x="1412" y="1709"/>
                </a:lnTo>
                <a:lnTo>
                  <a:pt x="2446" y="1096"/>
                </a:lnTo>
                <a:lnTo>
                  <a:pt x="3607" y="613"/>
                </a:lnTo>
                <a:lnTo>
                  <a:pt x="5400" y="0"/>
                </a:lnTo>
                <a:close/>
              </a:path>
            </a:pathLst>
          </a:custGeom>
          <a:solidFill>
            <a:srgbClr val="DB6357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8" name="contour_09016"/>
          <p:cNvSpPr/>
          <p:nvPr/>
        </p:nvSpPr>
        <p:spPr>
          <a:xfrm>
            <a:off x="10605227" y="4154155"/>
            <a:ext cx="3851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10" y="0"/>
                </a:moveTo>
                <a:lnTo>
                  <a:pt x="18514" y="2234"/>
                </a:lnTo>
                <a:lnTo>
                  <a:pt x="19417" y="4394"/>
                </a:lnTo>
                <a:lnTo>
                  <a:pt x="20137" y="6495"/>
                </a:lnTo>
                <a:lnTo>
                  <a:pt x="20693" y="8569"/>
                </a:lnTo>
                <a:lnTo>
                  <a:pt x="21101" y="10630"/>
                </a:lnTo>
                <a:lnTo>
                  <a:pt x="21379" y="12707"/>
                </a:lnTo>
                <a:lnTo>
                  <a:pt x="21539" y="14821"/>
                </a:lnTo>
                <a:lnTo>
                  <a:pt x="21600" y="16990"/>
                </a:lnTo>
                <a:lnTo>
                  <a:pt x="21580" y="19243"/>
                </a:lnTo>
                <a:lnTo>
                  <a:pt x="21498" y="21600"/>
                </a:lnTo>
                <a:lnTo>
                  <a:pt x="18608" y="21600"/>
                </a:lnTo>
                <a:lnTo>
                  <a:pt x="15714" y="21600"/>
                </a:lnTo>
                <a:lnTo>
                  <a:pt x="12811" y="21600"/>
                </a:lnTo>
                <a:lnTo>
                  <a:pt x="9897" y="21600"/>
                </a:lnTo>
                <a:lnTo>
                  <a:pt x="6970" y="21600"/>
                </a:lnTo>
                <a:lnTo>
                  <a:pt x="4026" y="21600"/>
                </a:lnTo>
                <a:lnTo>
                  <a:pt x="1059" y="21600"/>
                </a:lnTo>
                <a:lnTo>
                  <a:pt x="531" y="17761"/>
                </a:lnTo>
                <a:lnTo>
                  <a:pt x="176" y="14916"/>
                </a:lnTo>
                <a:lnTo>
                  <a:pt x="0" y="12796"/>
                </a:lnTo>
                <a:lnTo>
                  <a:pt x="0" y="11133"/>
                </a:lnTo>
                <a:lnTo>
                  <a:pt x="176" y="9655"/>
                </a:lnTo>
                <a:lnTo>
                  <a:pt x="531" y="8091"/>
                </a:lnTo>
                <a:lnTo>
                  <a:pt x="1059" y="6171"/>
                </a:lnTo>
                <a:lnTo>
                  <a:pt x="3188" y="4882"/>
                </a:lnTo>
                <a:lnTo>
                  <a:pt x="5367" y="3774"/>
                </a:lnTo>
                <a:lnTo>
                  <a:pt x="7603" y="2820"/>
                </a:lnTo>
                <a:lnTo>
                  <a:pt x="9913" y="1996"/>
                </a:lnTo>
                <a:lnTo>
                  <a:pt x="12308" y="1271"/>
                </a:lnTo>
                <a:lnTo>
                  <a:pt x="14802" y="614"/>
                </a:lnTo>
                <a:lnTo>
                  <a:pt x="17410" y="0"/>
                </a:lnTo>
                <a:close/>
              </a:path>
            </a:pathLst>
          </a:custGeom>
          <a:solidFill>
            <a:srgbClr val="FA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19" name="contour_09017"/>
          <p:cNvSpPr/>
          <p:nvPr/>
        </p:nvSpPr>
        <p:spPr>
          <a:xfrm>
            <a:off x="4069786" y="4168731"/>
            <a:ext cx="5337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4" y="238"/>
                </a:lnTo>
                <a:lnTo>
                  <a:pt x="4091" y="475"/>
                </a:lnTo>
                <a:lnTo>
                  <a:pt x="6138" y="713"/>
                </a:lnTo>
                <a:lnTo>
                  <a:pt x="8188" y="953"/>
                </a:lnTo>
                <a:lnTo>
                  <a:pt x="10247" y="1190"/>
                </a:lnTo>
                <a:lnTo>
                  <a:pt x="12309" y="1430"/>
                </a:lnTo>
                <a:lnTo>
                  <a:pt x="14379" y="1670"/>
                </a:lnTo>
                <a:lnTo>
                  <a:pt x="16459" y="1913"/>
                </a:lnTo>
                <a:lnTo>
                  <a:pt x="18547" y="2155"/>
                </a:lnTo>
                <a:lnTo>
                  <a:pt x="20647" y="2400"/>
                </a:lnTo>
                <a:lnTo>
                  <a:pt x="21125" y="5309"/>
                </a:lnTo>
                <a:lnTo>
                  <a:pt x="21441" y="7469"/>
                </a:lnTo>
                <a:lnTo>
                  <a:pt x="21600" y="9091"/>
                </a:lnTo>
                <a:lnTo>
                  <a:pt x="21600" y="10385"/>
                </a:lnTo>
                <a:lnTo>
                  <a:pt x="21441" y="11561"/>
                </a:lnTo>
                <a:lnTo>
                  <a:pt x="21125" y="12830"/>
                </a:lnTo>
                <a:lnTo>
                  <a:pt x="20647" y="14400"/>
                </a:lnTo>
                <a:lnTo>
                  <a:pt x="19149" y="15439"/>
                </a:lnTo>
                <a:lnTo>
                  <a:pt x="17621" y="16394"/>
                </a:lnTo>
                <a:lnTo>
                  <a:pt x="16058" y="17278"/>
                </a:lnTo>
                <a:lnTo>
                  <a:pt x="14462" y="18098"/>
                </a:lnTo>
                <a:lnTo>
                  <a:pt x="12828" y="18866"/>
                </a:lnTo>
                <a:lnTo>
                  <a:pt x="11155" y="19589"/>
                </a:lnTo>
                <a:lnTo>
                  <a:pt x="9445" y="20280"/>
                </a:lnTo>
                <a:lnTo>
                  <a:pt x="7693" y="20947"/>
                </a:lnTo>
                <a:lnTo>
                  <a:pt x="5899" y="21600"/>
                </a:lnTo>
                <a:lnTo>
                  <a:pt x="6215" y="20441"/>
                </a:lnTo>
                <a:lnTo>
                  <a:pt x="6533" y="19277"/>
                </a:lnTo>
                <a:lnTo>
                  <a:pt x="6855" y="18094"/>
                </a:lnTo>
                <a:lnTo>
                  <a:pt x="7625" y="14774"/>
                </a:lnTo>
                <a:lnTo>
                  <a:pt x="8226" y="12096"/>
                </a:lnTo>
                <a:lnTo>
                  <a:pt x="8660" y="9967"/>
                </a:lnTo>
                <a:lnTo>
                  <a:pt x="8926" y="8294"/>
                </a:lnTo>
                <a:lnTo>
                  <a:pt x="9023" y="6982"/>
                </a:lnTo>
                <a:lnTo>
                  <a:pt x="8958" y="5940"/>
                </a:lnTo>
                <a:lnTo>
                  <a:pt x="8728" y="5076"/>
                </a:lnTo>
                <a:lnTo>
                  <a:pt x="8339" y="4296"/>
                </a:lnTo>
                <a:lnTo>
                  <a:pt x="7784" y="3506"/>
                </a:lnTo>
                <a:lnTo>
                  <a:pt x="7073" y="2616"/>
                </a:lnTo>
                <a:lnTo>
                  <a:pt x="5575" y="1862"/>
                </a:lnTo>
                <a:lnTo>
                  <a:pt x="4339" y="1339"/>
                </a:lnTo>
                <a:lnTo>
                  <a:pt x="2702" y="799"/>
                </a:lnTo>
                <a:lnTo>
                  <a:pt x="0" y="0"/>
                </a:lnTo>
                <a:close/>
              </a:path>
            </a:pathLst>
          </a:custGeom>
          <a:solidFill>
            <a:srgbClr val="D0AA4E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0" name="contour_09018"/>
          <p:cNvSpPr/>
          <p:nvPr/>
        </p:nvSpPr>
        <p:spPr>
          <a:xfrm>
            <a:off x="2298804" y="4160977"/>
            <a:ext cx="58304" cy="514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6"/>
                </a:moveTo>
                <a:lnTo>
                  <a:pt x="4047" y="98"/>
                </a:lnTo>
                <a:lnTo>
                  <a:pt x="7436" y="28"/>
                </a:lnTo>
                <a:lnTo>
                  <a:pt x="10241" y="0"/>
                </a:lnTo>
                <a:lnTo>
                  <a:pt x="12539" y="18"/>
                </a:lnTo>
                <a:lnTo>
                  <a:pt x="14402" y="101"/>
                </a:lnTo>
                <a:lnTo>
                  <a:pt x="15906" y="254"/>
                </a:lnTo>
                <a:lnTo>
                  <a:pt x="17126" y="486"/>
                </a:lnTo>
                <a:lnTo>
                  <a:pt x="18139" y="813"/>
                </a:lnTo>
                <a:lnTo>
                  <a:pt x="19016" y="1241"/>
                </a:lnTo>
                <a:lnTo>
                  <a:pt x="19837" y="1786"/>
                </a:lnTo>
                <a:lnTo>
                  <a:pt x="20671" y="2452"/>
                </a:lnTo>
                <a:lnTo>
                  <a:pt x="21600" y="3253"/>
                </a:lnTo>
                <a:lnTo>
                  <a:pt x="21600" y="5275"/>
                </a:lnTo>
                <a:lnTo>
                  <a:pt x="21600" y="7308"/>
                </a:lnTo>
                <a:lnTo>
                  <a:pt x="21600" y="9369"/>
                </a:lnTo>
                <a:lnTo>
                  <a:pt x="20228" y="9155"/>
                </a:lnTo>
                <a:lnTo>
                  <a:pt x="18838" y="8938"/>
                </a:lnTo>
                <a:lnTo>
                  <a:pt x="16975" y="8785"/>
                </a:lnTo>
                <a:lnTo>
                  <a:pt x="15190" y="8693"/>
                </a:lnTo>
                <a:lnTo>
                  <a:pt x="13446" y="8681"/>
                </a:lnTo>
                <a:lnTo>
                  <a:pt x="11707" y="8776"/>
                </a:lnTo>
                <a:lnTo>
                  <a:pt x="9936" y="8999"/>
                </a:lnTo>
                <a:lnTo>
                  <a:pt x="8100" y="9369"/>
                </a:lnTo>
                <a:lnTo>
                  <a:pt x="6934" y="11014"/>
                </a:lnTo>
                <a:lnTo>
                  <a:pt x="5978" y="12625"/>
                </a:lnTo>
                <a:lnTo>
                  <a:pt x="5189" y="14246"/>
                </a:lnTo>
                <a:lnTo>
                  <a:pt x="4514" y="15913"/>
                </a:lnTo>
                <a:lnTo>
                  <a:pt x="3910" y="17668"/>
                </a:lnTo>
                <a:lnTo>
                  <a:pt x="3321" y="19551"/>
                </a:lnTo>
                <a:lnTo>
                  <a:pt x="2700" y="21600"/>
                </a:lnTo>
                <a:lnTo>
                  <a:pt x="2433" y="19481"/>
                </a:lnTo>
                <a:lnTo>
                  <a:pt x="2165" y="17359"/>
                </a:lnTo>
                <a:lnTo>
                  <a:pt x="1898" y="15237"/>
                </a:lnTo>
                <a:lnTo>
                  <a:pt x="1628" y="13112"/>
                </a:lnTo>
                <a:lnTo>
                  <a:pt x="1361" y="10977"/>
                </a:lnTo>
                <a:lnTo>
                  <a:pt x="1091" y="8840"/>
                </a:lnTo>
                <a:lnTo>
                  <a:pt x="821" y="6693"/>
                </a:lnTo>
                <a:lnTo>
                  <a:pt x="548" y="4538"/>
                </a:lnTo>
                <a:lnTo>
                  <a:pt x="275" y="2373"/>
                </a:lnTo>
                <a:lnTo>
                  <a:pt x="0" y="196"/>
                </a:lnTo>
                <a:close/>
              </a:path>
            </a:pathLst>
          </a:custGeom>
          <a:solidFill>
            <a:srgbClr val="F1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1" name="contour_09019"/>
          <p:cNvSpPr/>
          <p:nvPr/>
        </p:nvSpPr>
        <p:spPr>
          <a:xfrm>
            <a:off x="1570005" y="412500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5" y="2138"/>
                </a:lnTo>
                <a:lnTo>
                  <a:pt x="1531" y="4285"/>
                </a:lnTo>
                <a:lnTo>
                  <a:pt x="2305" y="6450"/>
                </a:lnTo>
                <a:lnTo>
                  <a:pt x="3086" y="8640"/>
                </a:lnTo>
                <a:lnTo>
                  <a:pt x="5122" y="7690"/>
                </a:lnTo>
                <a:lnTo>
                  <a:pt x="7162" y="6739"/>
                </a:lnTo>
                <a:lnTo>
                  <a:pt x="9202" y="5784"/>
                </a:lnTo>
                <a:lnTo>
                  <a:pt x="11247" y="4830"/>
                </a:lnTo>
                <a:lnTo>
                  <a:pt x="13299" y="3875"/>
                </a:lnTo>
                <a:lnTo>
                  <a:pt x="15361" y="2912"/>
                </a:lnTo>
                <a:lnTo>
                  <a:pt x="17428" y="1948"/>
                </a:lnTo>
                <a:lnTo>
                  <a:pt x="19508" y="976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A2A2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2" name="contour_09020"/>
          <p:cNvSpPr/>
          <p:nvPr/>
        </p:nvSpPr>
        <p:spPr>
          <a:xfrm>
            <a:off x="5060953" y="3955966"/>
            <a:ext cx="72880" cy="30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99"/>
                </a:moveTo>
                <a:lnTo>
                  <a:pt x="3218" y="623"/>
                </a:lnTo>
                <a:lnTo>
                  <a:pt x="5955" y="324"/>
                </a:lnTo>
                <a:lnTo>
                  <a:pt x="8262" y="113"/>
                </a:lnTo>
                <a:lnTo>
                  <a:pt x="10191" y="0"/>
                </a:lnTo>
                <a:lnTo>
                  <a:pt x="11798" y="0"/>
                </a:lnTo>
                <a:lnTo>
                  <a:pt x="13133" y="124"/>
                </a:lnTo>
                <a:lnTo>
                  <a:pt x="14247" y="381"/>
                </a:lnTo>
                <a:lnTo>
                  <a:pt x="15198" y="793"/>
                </a:lnTo>
                <a:lnTo>
                  <a:pt x="16036" y="1365"/>
                </a:lnTo>
                <a:lnTo>
                  <a:pt x="16811" y="2106"/>
                </a:lnTo>
                <a:lnTo>
                  <a:pt x="17580" y="3039"/>
                </a:lnTo>
                <a:lnTo>
                  <a:pt x="18395" y="4167"/>
                </a:lnTo>
                <a:lnTo>
                  <a:pt x="19306" y="5506"/>
                </a:lnTo>
                <a:lnTo>
                  <a:pt x="20425" y="8415"/>
                </a:lnTo>
                <a:lnTo>
                  <a:pt x="21105" y="10707"/>
                </a:lnTo>
                <a:lnTo>
                  <a:pt x="21453" y="13154"/>
                </a:lnTo>
                <a:lnTo>
                  <a:pt x="21583" y="16527"/>
                </a:lnTo>
                <a:lnTo>
                  <a:pt x="21600" y="21600"/>
                </a:lnTo>
                <a:lnTo>
                  <a:pt x="20205" y="21234"/>
                </a:lnTo>
                <a:lnTo>
                  <a:pt x="18809" y="20864"/>
                </a:lnTo>
                <a:lnTo>
                  <a:pt x="17414" y="20488"/>
                </a:lnTo>
                <a:lnTo>
                  <a:pt x="16019" y="20112"/>
                </a:lnTo>
                <a:lnTo>
                  <a:pt x="14625" y="19730"/>
                </a:lnTo>
                <a:lnTo>
                  <a:pt x="13230" y="19344"/>
                </a:lnTo>
                <a:lnTo>
                  <a:pt x="12636" y="19195"/>
                </a:lnTo>
                <a:lnTo>
                  <a:pt x="10843" y="18731"/>
                </a:lnTo>
                <a:lnTo>
                  <a:pt x="8154" y="17964"/>
                </a:lnTo>
                <a:lnTo>
                  <a:pt x="6102" y="17330"/>
                </a:lnTo>
                <a:lnTo>
                  <a:pt x="4555" y="16733"/>
                </a:lnTo>
                <a:lnTo>
                  <a:pt x="3391" y="16089"/>
                </a:lnTo>
                <a:lnTo>
                  <a:pt x="2482" y="15312"/>
                </a:lnTo>
                <a:lnTo>
                  <a:pt x="1696" y="14307"/>
                </a:lnTo>
                <a:lnTo>
                  <a:pt x="912" y="13004"/>
                </a:lnTo>
                <a:lnTo>
                  <a:pt x="0" y="11300"/>
                </a:lnTo>
                <a:lnTo>
                  <a:pt x="0" y="7895"/>
                </a:lnTo>
                <a:lnTo>
                  <a:pt x="0" y="4470"/>
                </a:lnTo>
                <a:lnTo>
                  <a:pt x="0" y="999"/>
                </a:lnTo>
                <a:close/>
              </a:path>
            </a:pathLst>
          </a:custGeom>
          <a:solidFill>
            <a:srgbClr val="BFD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3" name="contour_09021"/>
          <p:cNvSpPr/>
          <p:nvPr/>
        </p:nvSpPr>
        <p:spPr>
          <a:xfrm>
            <a:off x="2014572" y="3950091"/>
            <a:ext cx="72880" cy="319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187"/>
                </a:lnTo>
                <a:lnTo>
                  <a:pt x="2741" y="389"/>
                </a:lnTo>
                <a:lnTo>
                  <a:pt x="4110" y="601"/>
                </a:lnTo>
                <a:lnTo>
                  <a:pt x="5480" y="823"/>
                </a:lnTo>
                <a:lnTo>
                  <a:pt x="6847" y="1055"/>
                </a:lnTo>
                <a:lnTo>
                  <a:pt x="8217" y="1291"/>
                </a:lnTo>
                <a:lnTo>
                  <a:pt x="9586" y="1538"/>
                </a:lnTo>
                <a:lnTo>
                  <a:pt x="10951" y="1705"/>
                </a:lnTo>
                <a:lnTo>
                  <a:pt x="12340" y="1878"/>
                </a:lnTo>
                <a:lnTo>
                  <a:pt x="13822" y="2198"/>
                </a:lnTo>
                <a:lnTo>
                  <a:pt x="15245" y="2592"/>
                </a:lnTo>
                <a:lnTo>
                  <a:pt x="16638" y="3134"/>
                </a:lnTo>
                <a:lnTo>
                  <a:pt x="18027" y="3888"/>
                </a:lnTo>
                <a:lnTo>
                  <a:pt x="19440" y="4928"/>
                </a:lnTo>
                <a:lnTo>
                  <a:pt x="20272" y="8698"/>
                </a:lnTo>
                <a:lnTo>
                  <a:pt x="20799" y="11349"/>
                </a:lnTo>
                <a:lnTo>
                  <a:pt x="21127" y="13597"/>
                </a:lnTo>
                <a:lnTo>
                  <a:pt x="21360" y="16149"/>
                </a:lnTo>
                <a:lnTo>
                  <a:pt x="21600" y="19713"/>
                </a:lnTo>
                <a:lnTo>
                  <a:pt x="18850" y="20457"/>
                </a:lnTo>
                <a:lnTo>
                  <a:pt x="16578" y="21033"/>
                </a:lnTo>
                <a:lnTo>
                  <a:pt x="14710" y="21423"/>
                </a:lnTo>
                <a:lnTo>
                  <a:pt x="13178" y="21600"/>
                </a:lnTo>
                <a:lnTo>
                  <a:pt x="11908" y="21546"/>
                </a:lnTo>
                <a:lnTo>
                  <a:pt x="10832" y="21245"/>
                </a:lnTo>
                <a:lnTo>
                  <a:pt x="9878" y="20678"/>
                </a:lnTo>
                <a:lnTo>
                  <a:pt x="8973" y="19821"/>
                </a:lnTo>
                <a:lnTo>
                  <a:pt x="8048" y="18658"/>
                </a:lnTo>
                <a:lnTo>
                  <a:pt x="7033" y="17165"/>
                </a:lnTo>
                <a:lnTo>
                  <a:pt x="5856" y="15322"/>
                </a:lnTo>
                <a:lnTo>
                  <a:pt x="4817" y="12862"/>
                </a:lnTo>
                <a:lnTo>
                  <a:pt x="3806" y="10384"/>
                </a:lnTo>
                <a:lnTo>
                  <a:pt x="2821" y="7870"/>
                </a:lnTo>
                <a:lnTo>
                  <a:pt x="1858" y="5313"/>
                </a:lnTo>
                <a:lnTo>
                  <a:pt x="918" y="2696"/>
                </a:lnTo>
                <a:lnTo>
                  <a:pt x="0" y="0"/>
                </a:lnTo>
                <a:close/>
              </a:path>
            </a:pathLst>
          </a:custGeom>
          <a:solidFill>
            <a:srgbClr val="ACC5E1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4" name="contour_09022"/>
          <p:cNvSpPr/>
          <p:nvPr/>
        </p:nvSpPr>
        <p:spPr>
          <a:xfrm>
            <a:off x="4652825" y="3679605"/>
            <a:ext cx="94744" cy="226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91"/>
                </a:moveTo>
                <a:lnTo>
                  <a:pt x="1117" y="721"/>
                </a:lnTo>
                <a:lnTo>
                  <a:pt x="2233" y="652"/>
                </a:lnTo>
                <a:lnTo>
                  <a:pt x="3350" y="597"/>
                </a:lnTo>
                <a:lnTo>
                  <a:pt x="4466" y="541"/>
                </a:lnTo>
                <a:lnTo>
                  <a:pt x="5581" y="492"/>
                </a:lnTo>
                <a:lnTo>
                  <a:pt x="6698" y="444"/>
                </a:lnTo>
                <a:lnTo>
                  <a:pt x="7814" y="402"/>
                </a:lnTo>
                <a:lnTo>
                  <a:pt x="8931" y="361"/>
                </a:lnTo>
                <a:lnTo>
                  <a:pt x="9776" y="298"/>
                </a:lnTo>
                <a:lnTo>
                  <a:pt x="10626" y="243"/>
                </a:lnTo>
                <a:lnTo>
                  <a:pt x="11488" y="180"/>
                </a:lnTo>
                <a:lnTo>
                  <a:pt x="12304" y="160"/>
                </a:lnTo>
                <a:lnTo>
                  <a:pt x="13123" y="139"/>
                </a:lnTo>
                <a:lnTo>
                  <a:pt x="13954" y="111"/>
                </a:lnTo>
                <a:lnTo>
                  <a:pt x="15080" y="55"/>
                </a:lnTo>
                <a:lnTo>
                  <a:pt x="16222" y="0"/>
                </a:lnTo>
                <a:lnTo>
                  <a:pt x="17466" y="597"/>
                </a:lnTo>
                <a:lnTo>
                  <a:pt x="18559" y="1484"/>
                </a:lnTo>
                <a:lnTo>
                  <a:pt x="19568" y="2844"/>
                </a:lnTo>
                <a:lnTo>
                  <a:pt x="20560" y="4862"/>
                </a:lnTo>
                <a:lnTo>
                  <a:pt x="21600" y="7727"/>
                </a:lnTo>
                <a:lnTo>
                  <a:pt x="21600" y="12312"/>
                </a:lnTo>
                <a:lnTo>
                  <a:pt x="21600" y="16925"/>
                </a:lnTo>
                <a:lnTo>
                  <a:pt x="21600" y="21600"/>
                </a:lnTo>
                <a:lnTo>
                  <a:pt x="20475" y="21239"/>
                </a:lnTo>
                <a:lnTo>
                  <a:pt x="19349" y="20879"/>
                </a:lnTo>
                <a:lnTo>
                  <a:pt x="18222" y="20518"/>
                </a:lnTo>
                <a:lnTo>
                  <a:pt x="17096" y="20150"/>
                </a:lnTo>
                <a:lnTo>
                  <a:pt x="15969" y="19790"/>
                </a:lnTo>
                <a:lnTo>
                  <a:pt x="14841" y="19429"/>
                </a:lnTo>
                <a:lnTo>
                  <a:pt x="13711" y="19068"/>
                </a:lnTo>
                <a:lnTo>
                  <a:pt x="12580" y="18701"/>
                </a:lnTo>
                <a:lnTo>
                  <a:pt x="11448" y="18340"/>
                </a:lnTo>
                <a:lnTo>
                  <a:pt x="10313" y="17972"/>
                </a:lnTo>
                <a:lnTo>
                  <a:pt x="9178" y="17612"/>
                </a:lnTo>
                <a:lnTo>
                  <a:pt x="8040" y="17244"/>
                </a:lnTo>
                <a:lnTo>
                  <a:pt x="6900" y="16876"/>
                </a:lnTo>
                <a:lnTo>
                  <a:pt x="5757" y="16516"/>
                </a:lnTo>
                <a:lnTo>
                  <a:pt x="4612" y="16148"/>
                </a:lnTo>
                <a:lnTo>
                  <a:pt x="3463" y="15773"/>
                </a:lnTo>
                <a:lnTo>
                  <a:pt x="2313" y="15406"/>
                </a:lnTo>
                <a:lnTo>
                  <a:pt x="1158" y="15038"/>
                </a:lnTo>
                <a:lnTo>
                  <a:pt x="0" y="14664"/>
                </a:lnTo>
                <a:lnTo>
                  <a:pt x="0" y="10079"/>
                </a:lnTo>
                <a:lnTo>
                  <a:pt x="0" y="5466"/>
                </a:lnTo>
                <a:lnTo>
                  <a:pt x="0" y="791"/>
                </a:lnTo>
                <a:close/>
              </a:path>
            </a:pathLst>
          </a:custGeom>
          <a:solidFill>
            <a:srgbClr val="9BC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5" name="contour_09023"/>
          <p:cNvSpPr/>
          <p:nvPr/>
        </p:nvSpPr>
        <p:spPr>
          <a:xfrm>
            <a:off x="10665338" y="3598205"/>
            <a:ext cx="58384" cy="406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" y="1097"/>
                </a:moveTo>
                <a:lnTo>
                  <a:pt x="2020" y="628"/>
                </a:lnTo>
                <a:lnTo>
                  <a:pt x="3950" y="271"/>
                </a:lnTo>
                <a:lnTo>
                  <a:pt x="5846" y="50"/>
                </a:lnTo>
                <a:lnTo>
                  <a:pt x="7728" y="0"/>
                </a:lnTo>
                <a:lnTo>
                  <a:pt x="9618" y="140"/>
                </a:lnTo>
                <a:lnTo>
                  <a:pt x="11537" y="496"/>
                </a:lnTo>
                <a:lnTo>
                  <a:pt x="13511" y="1097"/>
                </a:lnTo>
                <a:lnTo>
                  <a:pt x="14679" y="3066"/>
                </a:lnTo>
                <a:lnTo>
                  <a:pt x="15752" y="5073"/>
                </a:lnTo>
                <a:lnTo>
                  <a:pt x="16744" y="7128"/>
                </a:lnTo>
                <a:lnTo>
                  <a:pt x="17666" y="9224"/>
                </a:lnTo>
                <a:lnTo>
                  <a:pt x="18529" y="11372"/>
                </a:lnTo>
                <a:lnTo>
                  <a:pt x="19341" y="13569"/>
                </a:lnTo>
                <a:lnTo>
                  <a:pt x="20117" y="15817"/>
                </a:lnTo>
                <a:lnTo>
                  <a:pt x="20867" y="18120"/>
                </a:lnTo>
                <a:lnTo>
                  <a:pt x="21600" y="20476"/>
                </a:lnTo>
                <a:lnTo>
                  <a:pt x="19678" y="20790"/>
                </a:lnTo>
                <a:lnTo>
                  <a:pt x="17777" y="21073"/>
                </a:lnTo>
                <a:lnTo>
                  <a:pt x="15889" y="21309"/>
                </a:lnTo>
                <a:lnTo>
                  <a:pt x="14013" y="21488"/>
                </a:lnTo>
                <a:lnTo>
                  <a:pt x="12144" y="21588"/>
                </a:lnTo>
                <a:lnTo>
                  <a:pt x="10273" y="21600"/>
                </a:lnTo>
                <a:lnTo>
                  <a:pt x="8402" y="21511"/>
                </a:lnTo>
                <a:lnTo>
                  <a:pt x="6522" y="21302"/>
                </a:lnTo>
                <a:lnTo>
                  <a:pt x="4632" y="20960"/>
                </a:lnTo>
                <a:lnTo>
                  <a:pt x="2726" y="20476"/>
                </a:lnTo>
                <a:lnTo>
                  <a:pt x="1833" y="18147"/>
                </a:lnTo>
                <a:lnTo>
                  <a:pt x="1154" y="15829"/>
                </a:lnTo>
                <a:lnTo>
                  <a:pt x="661" y="13507"/>
                </a:lnTo>
                <a:lnTo>
                  <a:pt x="324" y="11159"/>
                </a:lnTo>
                <a:lnTo>
                  <a:pt x="119" y="8763"/>
                </a:lnTo>
                <a:lnTo>
                  <a:pt x="19" y="6302"/>
                </a:lnTo>
                <a:lnTo>
                  <a:pt x="0" y="3752"/>
                </a:lnTo>
                <a:lnTo>
                  <a:pt x="30" y="1097"/>
                </a:lnTo>
                <a:close/>
              </a:path>
            </a:pathLst>
          </a:custGeom>
          <a:solidFill>
            <a:srgbClr val="AFD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6" name="contour_09024"/>
          <p:cNvSpPr/>
          <p:nvPr/>
        </p:nvSpPr>
        <p:spPr>
          <a:xfrm>
            <a:off x="11539977" y="3592980"/>
            <a:ext cx="1166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50" y="0"/>
                </a:moveTo>
                <a:lnTo>
                  <a:pt x="18352" y="1069"/>
                </a:lnTo>
                <a:lnTo>
                  <a:pt x="19157" y="2144"/>
                </a:lnTo>
                <a:lnTo>
                  <a:pt x="19964" y="3218"/>
                </a:lnTo>
                <a:lnTo>
                  <a:pt x="20778" y="4304"/>
                </a:lnTo>
                <a:lnTo>
                  <a:pt x="21600" y="5400"/>
                </a:lnTo>
                <a:lnTo>
                  <a:pt x="20798" y="5400"/>
                </a:lnTo>
                <a:lnTo>
                  <a:pt x="19993" y="5400"/>
                </a:lnTo>
                <a:lnTo>
                  <a:pt x="19186" y="5400"/>
                </a:lnTo>
                <a:lnTo>
                  <a:pt x="18372" y="5400"/>
                </a:lnTo>
                <a:lnTo>
                  <a:pt x="17550" y="5400"/>
                </a:lnTo>
                <a:lnTo>
                  <a:pt x="17550" y="2722"/>
                </a:lnTo>
                <a:lnTo>
                  <a:pt x="17550" y="0"/>
                </a:lnTo>
                <a:lnTo>
                  <a:pt x="2700" y="5400"/>
                </a:lnTo>
                <a:lnTo>
                  <a:pt x="3619" y="5400"/>
                </a:lnTo>
                <a:lnTo>
                  <a:pt x="4537" y="5400"/>
                </a:lnTo>
                <a:lnTo>
                  <a:pt x="5458" y="5400"/>
                </a:lnTo>
                <a:lnTo>
                  <a:pt x="6377" y="5400"/>
                </a:lnTo>
                <a:lnTo>
                  <a:pt x="7298" y="5400"/>
                </a:lnTo>
                <a:lnTo>
                  <a:pt x="8221" y="5400"/>
                </a:lnTo>
                <a:lnTo>
                  <a:pt x="9145" y="5400"/>
                </a:lnTo>
                <a:lnTo>
                  <a:pt x="10070" y="5400"/>
                </a:lnTo>
                <a:lnTo>
                  <a:pt x="10996" y="5400"/>
                </a:lnTo>
                <a:lnTo>
                  <a:pt x="11925" y="5400"/>
                </a:lnTo>
                <a:lnTo>
                  <a:pt x="12856" y="5400"/>
                </a:lnTo>
                <a:lnTo>
                  <a:pt x="13789" y="5400"/>
                </a:lnTo>
                <a:lnTo>
                  <a:pt x="14724" y="5400"/>
                </a:lnTo>
                <a:lnTo>
                  <a:pt x="15663" y="5400"/>
                </a:lnTo>
                <a:lnTo>
                  <a:pt x="16605" y="5400"/>
                </a:lnTo>
                <a:lnTo>
                  <a:pt x="17550" y="5400"/>
                </a:lnTo>
                <a:lnTo>
                  <a:pt x="17550" y="8078"/>
                </a:lnTo>
                <a:lnTo>
                  <a:pt x="17550" y="10800"/>
                </a:lnTo>
                <a:lnTo>
                  <a:pt x="16659" y="10800"/>
                </a:lnTo>
                <a:lnTo>
                  <a:pt x="15767" y="10800"/>
                </a:lnTo>
                <a:lnTo>
                  <a:pt x="14874" y="10800"/>
                </a:lnTo>
                <a:lnTo>
                  <a:pt x="13979" y="10800"/>
                </a:lnTo>
                <a:lnTo>
                  <a:pt x="13082" y="10800"/>
                </a:lnTo>
                <a:lnTo>
                  <a:pt x="12180" y="10800"/>
                </a:lnTo>
                <a:lnTo>
                  <a:pt x="11275" y="10800"/>
                </a:lnTo>
                <a:lnTo>
                  <a:pt x="10365" y="10800"/>
                </a:lnTo>
                <a:lnTo>
                  <a:pt x="9450" y="10800"/>
                </a:lnTo>
                <a:lnTo>
                  <a:pt x="9450" y="14369"/>
                </a:lnTo>
                <a:lnTo>
                  <a:pt x="9450" y="17960"/>
                </a:lnTo>
                <a:lnTo>
                  <a:pt x="9450" y="21600"/>
                </a:lnTo>
                <a:lnTo>
                  <a:pt x="8514" y="21600"/>
                </a:lnTo>
                <a:lnTo>
                  <a:pt x="7578" y="21600"/>
                </a:lnTo>
                <a:lnTo>
                  <a:pt x="6641" y="21600"/>
                </a:lnTo>
                <a:lnTo>
                  <a:pt x="5702" y="21600"/>
                </a:lnTo>
                <a:lnTo>
                  <a:pt x="4760" y="21600"/>
                </a:lnTo>
                <a:lnTo>
                  <a:pt x="3816" y="21600"/>
                </a:lnTo>
                <a:lnTo>
                  <a:pt x="2869" y="21600"/>
                </a:lnTo>
                <a:lnTo>
                  <a:pt x="1917" y="21600"/>
                </a:lnTo>
                <a:lnTo>
                  <a:pt x="961" y="21600"/>
                </a:lnTo>
                <a:lnTo>
                  <a:pt x="0" y="21600"/>
                </a:lnTo>
                <a:lnTo>
                  <a:pt x="668" y="20261"/>
                </a:lnTo>
                <a:lnTo>
                  <a:pt x="1341" y="18922"/>
                </a:lnTo>
                <a:lnTo>
                  <a:pt x="2016" y="17566"/>
                </a:lnTo>
                <a:lnTo>
                  <a:pt x="2700" y="16200"/>
                </a:lnTo>
                <a:lnTo>
                  <a:pt x="2700" y="12631"/>
                </a:lnTo>
                <a:lnTo>
                  <a:pt x="2700" y="9040"/>
                </a:lnTo>
                <a:lnTo>
                  <a:pt x="2700" y="5400"/>
                </a:lnTo>
                <a:lnTo>
                  <a:pt x="17550" y="0"/>
                </a:lnTo>
                <a:close/>
              </a:path>
            </a:pathLst>
          </a:custGeom>
          <a:solidFill>
            <a:srgbClr val="F7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7" name="contour_09025"/>
          <p:cNvSpPr/>
          <p:nvPr/>
        </p:nvSpPr>
        <p:spPr>
          <a:xfrm>
            <a:off x="8675797" y="3528306"/>
            <a:ext cx="102032" cy="428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14"/>
                </a:moveTo>
                <a:lnTo>
                  <a:pt x="20691" y="5450"/>
                </a:lnTo>
                <a:lnTo>
                  <a:pt x="19783" y="7487"/>
                </a:lnTo>
                <a:lnTo>
                  <a:pt x="18868" y="9333"/>
                </a:lnTo>
                <a:lnTo>
                  <a:pt x="17948" y="11006"/>
                </a:lnTo>
                <a:lnTo>
                  <a:pt x="17022" y="12506"/>
                </a:lnTo>
                <a:lnTo>
                  <a:pt x="16087" y="13852"/>
                </a:lnTo>
                <a:lnTo>
                  <a:pt x="15143" y="15047"/>
                </a:lnTo>
                <a:lnTo>
                  <a:pt x="14187" y="16103"/>
                </a:lnTo>
                <a:lnTo>
                  <a:pt x="13218" y="17029"/>
                </a:lnTo>
                <a:lnTo>
                  <a:pt x="12233" y="17835"/>
                </a:lnTo>
                <a:lnTo>
                  <a:pt x="11234" y="18530"/>
                </a:lnTo>
                <a:lnTo>
                  <a:pt x="10217" y="19129"/>
                </a:lnTo>
                <a:lnTo>
                  <a:pt x="9178" y="19633"/>
                </a:lnTo>
                <a:lnTo>
                  <a:pt x="8122" y="20059"/>
                </a:lnTo>
                <a:lnTo>
                  <a:pt x="7040" y="20412"/>
                </a:lnTo>
                <a:lnTo>
                  <a:pt x="5937" y="20706"/>
                </a:lnTo>
                <a:lnTo>
                  <a:pt x="4806" y="20949"/>
                </a:lnTo>
                <a:lnTo>
                  <a:pt x="3649" y="21151"/>
                </a:lnTo>
                <a:lnTo>
                  <a:pt x="2464" y="21321"/>
                </a:lnTo>
                <a:lnTo>
                  <a:pt x="1248" y="21464"/>
                </a:lnTo>
                <a:lnTo>
                  <a:pt x="0" y="21600"/>
                </a:lnTo>
                <a:lnTo>
                  <a:pt x="444" y="18956"/>
                </a:lnTo>
                <a:lnTo>
                  <a:pt x="906" y="16842"/>
                </a:lnTo>
                <a:lnTo>
                  <a:pt x="1467" y="15088"/>
                </a:lnTo>
                <a:lnTo>
                  <a:pt x="2214" y="13528"/>
                </a:lnTo>
                <a:lnTo>
                  <a:pt x="3228" y="12002"/>
                </a:lnTo>
                <a:lnTo>
                  <a:pt x="4184" y="11160"/>
                </a:lnTo>
                <a:lnTo>
                  <a:pt x="5139" y="10322"/>
                </a:lnTo>
                <a:lnTo>
                  <a:pt x="6096" y="9487"/>
                </a:lnTo>
                <a:lnTo>
                  <a:pt x="7054" y="8656"/>
                </a:lnTo>
                <a:lnTo>
                  <a:pt x="8012" y="7829"/>
                </a:lnTo>
                <a:lnTo>
                  <a:pt x="8972" y="7012"/>
                </a:lnTo>
                <a:lnTo>
                  <a:pt x="9933" y="6200"/>
                </a:lnTo>
                <a:lnTo>
                  <a:pt x="10711" y="5501"/>
                </a:lnTo>
                <a:lnTo>
                  <a:pt x="11493" y="4795"/>
                </a:lnTo>
                <a:lnTo>
                  <a:pt x="12286" y="4082"/>
                </a:lnTo>
                <a:lnTo>
                  <a:pt x="13036" y="3442"/>
                </a:lnTo>
                <a:lnTo>
                  <a:pt x="13790" y="2791"/>
                </a:lnTo>
                <a:lnTo>
                  <a:pt x="14555" y="2136"/>
                </a:lnTo>
                <a:lnTo>
                  <a:pt x="15240" y="1548"/>
                </a:lnTo>
                <a:lnTo>
                  <a:pt x="15932" y="956"/>
                </a:lnTo>
                <a:lnTo>
                  <a:pt x="16630" y="353"/>
                </a:lnTo>
                <a:lnTo>
                  <a:pt x="17826" y="0"/>
                </a:lnTo>
                <a:lnTo>
                  <a:pt x="18806" y="107"/>
                </a:lnTo>
                <a:lnTo>
                  <a:pt x="19685" y="677"/>
                </a:lnTo>
                <a:lnTo>
                  <a:pt x="20579" y="1710"/>
                </a:lnTo>
                <a:lnTo>
                  <a:pt x="21600" y="3214"/>
                </a:lnTo>
                <a:close/>
              </a:path>
            </a:pathLst>
          </a:custGeom>
          <a:solidFill>
            <a:srgbClr val="F1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8" name="contour_09026"/>
          <p:cNvSpPr/>
          <p:nvPr/>
        </p:nvSpPr>
        <p:spPr>
          <a:xfrm>
            <a:off x="8675797" y="3476372"/>
            <a:ext cx="102032" cy="500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080"/>
                </a:lnTo>
                <a:lnTo>
                  <a:pt x="21600" y="4173"/>
                </a:lnTo>
                <a:lnTo>
                  <a:pt x="21600" y="6294"/>
                </a:lnTo>
                <a:lnTo>
                  <a:pt x="20762" y="7603"/>
                </a:lnTo>
                <a:lnTo>
                  <a:pt x="19889" y="8802"/>
                </a:lnTo>
                <a:lnTo>
                  <a:pt x="18988" y="9906"/>
                </a:lnTo>
                <a:lnTo>
                  <a:pt x="18064" y="10942"/>
                </a:lnTo>
                <a:lnTo>
                  <a:pt x="17124" y="11923"/>
                </a:lnTo>
                <a:lnTo>
                  <a:pt x="16175" y="12874"/>
                </a:lnTo>
                <a:lnTo>
                  <a:pt x="15222" y="13808"/>
                </a:lnTo>
                <a:lnTo>
                  <a:pt x="14271" y="14752"/>
                </a:lnTo>
                <a:lnTo>
                  <a:pt x="13586" y="15501"/>
                </a:lnTo>
                <a:lnTo>
                  <a:pt x="12897" y="16253"/>
                </a:lnTo>
                <a:lnTo>
                  <a:pt x="12198" y="17018"/>
                </a:lnTo>
                <a:lnTo>
                  <a:pt x="11095" y="18135"/>
                </a:lnTo>
                <a:lnTo>
                  <a:pt x="10046" y="19142"/>
                </a:lnTo>
                <a:lnTo>
                  <a:pt x="9032" y="20008"/>
                </a:lnTo>
                <a:lnTo>
                  <a:pt x="8035" y="20716"/>
                </a:lnTo>
                <a:lnTo>
                  <a:pt x="7032" y="21232"/>
                </a:lnTo>
                <a:lnTo>
                  <a:pt x="6006" y="21537"/>
                </a:lnTo>
                <a:lnTo>
                  <a:pt x="4936" y="21600"/>
                </a:lnTo>
                <a:lnTo>
                  <a:pt x="3800" y="21402"/>
                </a:lnTo>
                <a:lnTo>
                  <a:pt x="2580" y="20911"/>
                </a:lnTo>
                <a:lnTo>
                  <a:pt x="1726" y="20241"/>
                </a:lnTo>
                <a:lnTo>
                  <a:pt x="869" y="19564"/>
                </a:lnTo>
                <a:lnTo>
                  <a:pt x="0" y="18881"/>
                </a:lnTo>
                <a:lnTo>
                  <a:pt x="886" y="17931"/>
                </a:lnTo>
                <a:lnTo>
                  <a:pt x="1773" y="16984"/>
                </a:lnTo>
                <a:lnTo>
                  <a:pt x="2660" y="16040"/>
                </a:lnTo>
                <a:lnTo>
                  <a:pt x="3547" y="15099"/>
                </a:lnTo>
                <a:lnTo>
                  <a:pt x="4436" y="14161"/>
                </a:lnTo>
                <a:lnTo>
                  <a:pt x="4803" y="13771"/>
                </a:lnTo>
                <a:lnTo>
                  <a:pt x="5449" y="13081"/>
                </a:lnTo>
                <a:lnTo>
                  <a:pt x="6931" y="11505"/>
                </a:lnTo>
                <a:lnTo>
                  <a:pt x="8091" y="10498"/>
                </a:lnTo>
                <a:lnTo>
                  <a:pt x="8952" y="9887"/>
                </a:lnTo>
                <a:lnTo>
                  <a:pt x="9774" y="9573"/>
                </a:lnTo>
                <a:lnTo>
                  <a:pt x="10819" y="9456"/>
                </a:lnTo>
                <a:lnTo>
                  <a:pt x="12343" y="9441"/>
                </a:lnTo>
                <a:lnTo>
                  <a:pt x="12343" y="7360"/>
                </a:lnTo>
                <a:lnTo>
                  <a:pt x="12343" y="5268"/>
                </a:lnTo>
                <a:lnTo>
                  <a:pt x="12343" y="3147"/>
                </a:lnTo>
                <a:lnTo>
                  <a:pt x="13421" y="2442"/>
                </a:lnTo>
                <a:lnTo>
                  <a:pt x="14449" y="1838"/>
                </a:lnTo>
                <a:lnTo>
                  <a:pt x="15441" y="1325"/>
                </a:lnTo>
                <a:lnTo>
                  <a:pt x="16416" y="903"/>
                </a:lnTo>
                <a:lnTo>
                  <a:pt x="17390" y="566"/>
                </a:lnTo>
                <a:lnTo>
                  <a:pt x="18379" y="312"/>
                </a:lnTo>
                <a:lnTo>
                  <a:pt x="19398" y="135"/>
                </a:lnTo>
                <a:lnTo>
                  <a:pt x="20468" y="35"/>
                </a:lnTo>
                <a:lnTo>
                  <a:pt x="21600" y="0"/>
                </a:lnTo>
                <a:close/>
              </a:path>
            </a:pathLst>
          </a:custGeom>
          <a:solidFill>
            <a:srgbClr val="D8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9029" name="contour_09027"/>
          <p:cNvSpPr/>
          <p:nvPr/>
        </p:nvSpPr>
        <p:spPr>
          <a:xfrm>
            <a:off x="8223941" y="3447220"/>
            <a:ext cx="11660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50" y="0"/>
                </a:moveTo>
                <a:lnTo>
                  <a:pt x="18352" y="713"/>
                </a:lnTo>
                <a:lnTo>
                  <a:pt x="19157" y="1429"/>
                </a:lnTo>
                <a:lnTo>
                  <a:pt x="19964" y="2146"/>
                </a:lnTo>
                <a:lnTo>
                  <a:pt x="20778" y="2869"/>
                </a:lnTo>
                <a:lnTo>
                  <a:pt x="21600" y="3600"/>
                </a:lnTo>
                <a:lnTo>
                  <a:pt x="21142" y="5861"/>
                </a:lnTo>
                <a:lnTo>
                  <a:pt x="20681" y="8111"/>
                </a:lnTo>
                <a:lnTo>
                  <a:pt x="20214" y="10357"/>
                </a:lnTo>
                <a:lnTo>
                  <a:pt x="19744" y="12600"/>
                </a:lnTo>
                <a:lnTo>
                  <a:pt x="19399" y="14274"/>
                </a:lnTo>
                <a:lnTo>
                  <a:pt x="19053" y="15955"/>
                </a:lnTo>
                <a:lnTo>
                  <a:pt x="18700" y="17662"/>
                </a:lnTo>
                <a:lnTo>
                  <a:pt x="18129" y="19616"/>
                </a:lnTo>
                <a:lnTo>
                  <a:pt x="17550" y="21600"/>
                </a:lnTo>
                <a:lnTo>
                  <a:pt x="16658" y="21600"/>
                </a:lnTo>
                <a:lnTo>
                  <a:pt x="15760" y="21600"/>
                </a:lnTo>
                <a:lnTo>
                  <a:pt x="14850" y="21600"/>
                </a:lnTo>
                <a:lnTo>
                  <a:pt x="14850" y="19220"/>
                </a:lnTo>
                <a:lnTo>
                  <a:pt x="14850" y="16826"/>
                </a:lnTo>
                <a:lnTo>
                  <a:pt x="14850" y="14400"/>
                </a:lnTo>
                <a:lnTo>
                  <a:pt x="13931" y="14400"/>
                </a:lnTo>
                <a:lnTo>
                  <a:pt x="13013" y="14400"/>
                </a:lnTo>
                <a:lnTo>
                  <a:pt x="12092" y="14400"/>
                </a:lnTo>
                <a:lnTo>
                  <a:pt x="11173" y="14400"/>
                </a:lnTo>
                <a:lnTo>
                  <a:pt x="10252" y="14400"/>
                </a:lnTo>
                <a:lnTo>
                  <a:pt x="9329" y="14400"/>
                </a:lnTo>
                <a:lnTo>
                  <a:pt x="8405" y="14400"/>
                </a:lnTo>
                <a:lnTo>
                  <a:pt x="7480" y="14400"/>
                </a:lnTo>
                <a:lnTo>
                  <a:pt x="6554" y="14400"/>
                </a:lnTo>
                <a:lnTo>
                  <a:pt x="5625" y="14400"/>
                </a:lnTo>
                <a:lnTo>
                  <a:pt x="4694" y="14400"/>
                </a:lnTo>
                <a:lnTo>
                  <a:pt x="3761" y="14400"/>
                </a:lnTo>
                <a:lnTo>
                  <a:pt x="2826" y="14400"/>
                </a:lnTo>
                <a:lnTo>
                  <a:pt x="1887" y="14400"/>
                </a:lnTo>
                <a:lnTo>
                  <a:pt x="945" y="14400"/>
                </a:lnTo>
                <a:lnTo>
                  <a:pt x="0" y="14400"/>
                </a:lnTo>
                <a:lnTo>
                  <a:pt x="0" y="12614"/>
                </a:lnTo>
                <a:lnTo>
                  <a:pt x="0" y="10800"/>
                </a:lnTo>
                <a:lnTo>
                  <a:pt x="364" y="10746"/>
                </a:lnTo>
                <a:lnTo>
                  <a:pt x="1466" y="10584"/>
                </a:lnTo>
                <a:lnTo>
                  <a:pt x="2402" y="10433"/>
                </a:lnTo>
                <a:lnTo>
                  <a:pt x="3337" y="10278"/>
                </a:lnTo>
                <a:lnTo>
                  <a:pt x="4273" y="10120"/>
                </a:lnTo>
                <a:lnTo>
                  <a:pt x="5210" y="9954"/>
                </a:lnTo>
                <a:lnTo>
                  <a:pt x="6145" y="9788"/>
                </a:lnTo>
                <a:lnTo>
                  <a:pt x="7081" y="9619"/>
                </a:lnTo>
                <a:lnTo>
                  <a:pt x="8016" y="9450"/>
                </a:lnTo>
                <a:lnTo>
                  <a:pt x="8778" y="9338"/>
                </a:lnTo>
                <a:lnTo>
                  <a:pt x="9544" y="9227"/>
                </a:lnTo>
                <a:lnTo>
                  <a:pt x="10322" y="9112"/>
                </a:lnTo>
                <a:lnTo>
                  <a:pt x="10646" y="9050"/>
                </a:lnTo>
                <a:lnTo>
                  <a:pt x="11217" y="8942"/>
                </a:lnTo>
                <a:lnTo>
                  <a:pt x="12524" y="8690"/>
                </a:lnTo>
                <a:lnTo>
                  <a:pt x="13196" y="8579"/>
                </a:lnTo>
                <a:lnTo>
                  <a:pt x="13874" y="8464"/>
                </a:lnTo>
                <a:lnTo>
                  <a:pt x="14560" y="8348"/>
                </a:lnTo>
                <a:lnTo>
                  <a:pt x="15522" y="7628"/>
                </a:lnTo>
                <a:lnTo>
                  <a:pt x="16108" y="6883"/>
                </a:lnTo>
                <a:lnTo>
                  <a:pt x="16556" y="5659"/>
                </a:lnTo>
                <a:lnTo>
                  <a:pt x="17105" y="3506"/>
                </a:lnTo>
                <a:lnTo>
                  <a:pt x="17217" y="2632"/>
                </a:lnTo>
                <a:lnTo>
                  <a:pt x="17550" y="0"/>
                </a:lnTo>
                <a:close/>
              </a:path>
            </a:pathLst>
          </a:custGeom>
          <a:solidFill>
            <a:srgbClr val="C9DCE5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0" name="contour_09028"/>
          <p:cNvSpPr/>
          <p:nvPr/>
        </p:nvSpPr>
        <p:spPr>
          <a:xfrm>
            <a:off x="4004194" y="3439932"/>
            <a:ext cx="947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0"/>
                </a:lnTo>
                <a:lnTo>
                  <a:pt x="2251" y="0"/>
                </a:lnTo>
                <a:lnTo>
                  <a:pt x="3378" y="0"/>
                </a:lnTo>
                <a:lnTo>
                  <a:pt x="4504" y="0"/>
                </a:lnTo>
                <a:lnTo>
                  <a:pt x="5631" y="0"/>
                </a:lnTo>
                <a:lnTo>
                  <a:pt x="6759" y="0"/>
                </a:lnTo>
                <a:lnTo>
                  <a:pt x="7889" y="0"/>
                </a:lnTo>
                <a:lnTo>
                  <a:pt x="9020" y="0"/>
                </a:lnTo>
                <a:lnTo>
                  <a:pt x="10152" y="0"/>
                </a:lnTo>
                <a:lnTo>
                  <a:pt x="11287" y="0"/>
                </a:lnTo>
                <a:lnTo>
                  <a:pt x="12422" y="0"/>
                </a:lnTo>
                <a:lnTo>
                  <a:pt x="13560" y="0"/>
                </a:lnTo>
                <a:lnTo>
                  <a:pt x="14700" y="0"/>
                </a:lnTo>
                <a:lnTo>
                  <a:pt x="15843" y="0"/>
                </a:lnTo>
                <a:lnTo>
                  <a:pt x="16988" y="0"/>
                </a:lnTo>
                <a:lnTo>
                  <a:pt x="18137" y="0"/>
                </a:lnTo>
                <a:lnTo>
                  <a:pt x="19287" y="0"/>
                </a:lnTo>
                <a:lnTo>
                  <a:pt x="20442" y="0"/>
                </a:lnTo>
                <a:lnTo>
                  <a:pt x="21600" y="0"/>
                </a:lnTo>
                <a:lnTo>
                  <a:pt x="21600" y="1786"/>
                </a:lnTo>
                <a:lnTo>
                  <a:pt x="21600" y="3600"/>
                </a:lnTo>
                <a:lnTo>
                  <a:pt x="20425" y="3600"/>
                </a:lnTo>
                <a:lnTo>
                  <a:pt x="19249" y="3600"/>
                </a:lnTo>
                <a:lnTo>
                  <a:pt x="18074" y="3600"/>
                </a:lnTo>
                <a:lnTo>
                  <a:pt x="16896" y="3600"/>
                </a:lnTo>
                <a:lnTo>
                  <a:pt x="15718" y="3600"/>
                </a:lnTo>
                <a:lnTo>
                  <a:pt x="14537" y="3600"/>
                </a:lnTo>
                <a:lnTo>
                  <a:pt x="13355" y="3600"/>
                </a:lnTo>
                <a:lnTo>
                  <a:pt x="12169" y="3600"/>
                </a:lnTo>
                <a:lnTo>
                  <a:pt x="10981" y="3600"/>
                </a:lnTo>
                <a:lnTo>
                  <a:pt x="9790" y="3600"/>
                </a:lnTo>
                <a:lnTo>
                  <a:pt x="8595" y="3600"/>
                </a:lnTo>
                <a:lnTo>
                  <a:pt x="7396" y="3600"/>
                </a:lnTo>
                <a:lnTo>
                  <a:pt x="6193" y="3600"/>
                </a:lnTo>
                <a:lnTo>
                  <a:pt x="4985" y="3600"/>
                </a:lnTo>
                <a:lnTo>
                  <a:pt x="5191" y="5828"/>
                </a:lnTo>
                <a:lnTo>
                  <a:pt x="5397" y="8057"/>
                </a:lnTo>
                <a:lnTo>
                  <a:pt x="5603" y="10292"/>
                </a:lnTo>
                <a:lnTo>
                  <a:pt x="5809" y="12532"/>
                </a:lnTo>
                <a:lnTo>
                  <a:pt x="6016" y="14782"/>
                </a:lnTo>
                <a:lnTo>
                  <a:pt x="6226" y="17042"/>
                </a:lnTo>
                <a:lnTo>
                  <a:pt x="6435" y="19314"/>
                </a:lnTo>
                <a:lnTo>
                  <a:pt x="6646" y="21600"/>
                </a:lnTo>
                <a:lnTo>
                  <a:pt x="4719" y="20030"/>
                </a:lnTo>
                <a:lnTo>
                  <a:pt x="3311" y="18850"/>
                </a:lnTo>
                <a:lnTo>
                  <a:pt x="2308" y="17935"/>
                </a:lnTo>
                <a:lnTo>
                  <a:pt x="1592" y="17158"/>
                </a:lnTo>
                <a:lnTo>
                  <a:pt x="1045" y="16394"/>
                </a:lnTo>
                <a:lnTo>
                  <a:pt x="553" y="15516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C5D4DB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1" name="contour_09029"/>
          <p:cNvSpPr/>
          <p:nvPr/>
        </p:nvSpPr>
        <p:spPr>
          <a:xfrm>
            <a:off x="3781743" y="3418068"/>
            <a:ext cx="91268" cy="641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2" y="0"/>
                </a:moveTo>
                <a:lnTo>
                  <a:pt x="2042" y="0"/>
                </a:lnTo>
                <a:lnTo>
                  <a:pt x="3189" y="0"/>
                </a:lnTo>
                <a:lnTo>
                  <a:pt x="4352" y="0"/>
                </a:lnTo>
                <a:lnTo>
                  <a:pt x="4711" y="1453"/>
                </a:lnTo>
                <a:lnTo>
                  <a:pt x="4942" y="2529"/>
                </a:lnTo>
                <a:lnTo>
                  <a:pt x="5149" y="3759"/>
                </a:lnTo>
                <a:lnTo>
                  <a:pt x="5430" y="5676"/>
                </a:lnTo>
                <a:lnTo>
                  <a:pt x="5854" y="7365"/>
                </a:lnTo>
                <a:lnTo>
                  <a:pt x="6301" y="8870"/>
                </a:lnTo>
                <a:lnTo>
                  <a:pt x="6822" y="10218"/>
                </a:lnTo>
                <a:lnTo>
                  <a:pt x="7462" y="11436"/>
                </a:lnTo>
                <a:lnTo>
                  <a:pt x="8274" y="12546"/>
                </a:lnTo>
                <a:lnTo>
                  <a:pt x="9304" y="13579"/>
                </a:lnTo>
                <a:lnTo>
                  <a:pt x="10390" y="14259"/>
                </a:lnTo>
                <a:lnTo>
                  <a:pt x="11486" y="14905"/>
                </a:lnTo>
                <a:lnTo>
                  <a:pt x="12588" y="15519"/>
                </a:lnTo>
                <a:lnTo>
                  <a:pt x="13697" y="16103"/>
                </a:lnTo>
                <a:lnTo>
                  <a:pt x="14813" y="16660"/>
                </a:lnTo>
                <a:lnTo>
                  <a:pt x="15932" y="17196"/>
                </a:lnTo>
                <a:lnTo>
                  <a:pt x="17059" y="17714"/>
                </a:lnTo>
                <a:lnTo>
                  <a:pt x="18188" y="18212"/>
                </a:lnTo>
                <a:lnTo>
                  <a:pt x="19323" y="18698"/>
                </a:lnTo>
                <a:lnTo>
                  <a:pt x="20460" y="19174"/>
                </a:lnTo>
                <a:lnTo>
                  <a:pt x="21600" y="19641"/>
                </a:lnTo>
                <a:lnTo>
                  <a:pt x="20327" y="20402"/>
                </a:lnTo>
                <a:lnTo>
                  <a:pt x="19099" y="20962"/>
                </a:lnTo>
                <a:lnTo>
                  <a:pt x="17904" y="21337"/>
                </a:lnTo>
                <a:lnTo>
                  <a:pt x="16738" y="21544"/>
                </a:lnTo>
                <a:lnTo>
                  <a:pt x="15591" y="21600"/>
                </a:lnTo>
                <a:lnTo>
                  <a:pt x="14456" y="21521"/>
                </a:lnTo>
                <a:lnTo>
                  <a:pt x="13324" y="21323"/>
                </a:lnTo>
                <a:lnTo>
                  <a:pt x="12191" y="21018"/>
                </a:lnTo>
                <a:lnTo>
                  <a:pt x="11046" y="20630"/>
                </a:lnTo>
                <a:lnTo>
                  <a:pt x="9883" y="20169"/>
                </a:lnTo>
                <a:lnTo>
                  <a:pt x="8693" y="19653"/>
                </a:lnTo>
                <a:lnTo>
                  <a:pt x="7468" y="19098"/>
                </a:lnTo>
                <a:lnTo>
                  <a:pt x="6202" y="18521"/>
                </a:lnTo>
                <a:lnTo>
                  <a:pt x="5064" y="17890"/>
                </a:lnTo>
                <a:lnTo>
                  <a:pt x="3983" y="17232"/>
                </a:lnTo>
                <a:lnTo>
                  <a:pt x="2939" y="16508"/>
                </a:lnTo>
                <a:lnTo>
                  <a:pt x="1920" y="15688"/>
                </a:lnTo>
                <a:lnTo>
                  <a:pt x="902" y="14731"/>
                </a:lnTo>
                <a:lnTo>
                  <a:pt x="500" y="13019"/>
                </a:lnTo>
                <a:lnTo>
                  <a:pt x="223" y="11374"/>
                </a:lnTo>
                <a:lnTo>
                  <a:pt x="60" y="9771"/>
                </a:lnTo>
                <a:lnTo>
                  <a:pt x="0" y="8193"/>
                </a:lnTo>
                <a:lnTo>
                  <a:pt x="34" y="6621"/>
                </a:lnTo>
                <a:lnTo>
                  <a:pt x="152" y="5035"/>
                </a:lnTo>
                <a:lnTo>
                  <a:pt x="343" y="3415"/>
                </a:lnTo>
                <a:lnTo>
                  <a:pt x="597" y="1743"/>
                </a:lnTo>
                <a:lnTo>
                  <a:pt x="902" y="0"/>
                </a:lnTo>
                <a:close/>
              </a:path>
            </a:pathLst>
          </a:custGeom>
          <a:solidFill>
            <a:srgbClr val="84939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2" name="contour_09030"/>
          <p:cNvSpPr/>
          <p:nvPr/>
        </p:nvSpPr>
        <p:spPr>
          <a:xfrm>
            <a:off x="5578400" y="3403492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37" y="953"/>
                </a:lnTo>
                <a:lnTo>
                  <a:pt x="6755" y="1744"/>
                </a:lnTo>
                <a:lnTo>
                  <a:pt x="9161" y="2422"/>
                </a:lnTo>
                <a:lnTo>
                  <a:pt x="11062" y="3040"/>
                </a:lnTo>
                <a:lnTo>
                  <a:pt x="12562" y="3642"/>
                </a:lnTo>
                <a:lnTo>
                  <a:pt x="13772" y="4279"/>
                </a:lnTo>
                <a:lnTo>
                  <a:pt x="14793" y="5003"/>
                </a:lnTo>
                <a:lnTo>
                  <a:pt x="15740" y="5856"/>
                </a:lnTo>
                <a:lnTo>
                  <a:pt x="16715" y="6893"/>
                </a:lnTo>
                <a:lnTo>
                  <a:pt x="17826" y="8162"/>
                </a:lnTo>
                <a:lnTo>
                  <a:pt x="18650" y="9655"/>
                </a:lnTo>
                <a:lnTo>
                  <a:pt x="19255" y="10819"/>
                </a:lnTo>
                <a:lnTo>
                  <a:pt x="19829" y="12039"/>
                </a:lnTo>
                <a:lnTo>
                  <a:pt x="20551" y="13705"/>
                </a:lnTo>
                <a:lnTo>
                  <a:pt x="21600" y="16200"/>
                </a:lnTo>
                <a:lnTo>
                  <a:pt x="19690" y="16870"/>
                </a:lnTo>
                <a:lnTo>
                  <a:pt x="17780" y="17537"/>
                </a:lnTo>
                <a:lnTo>
                  <a:pt x="15864" y="18209"/>
                </a:lnTo>
                <a:lnTo>
                  <a:pt x="13944" y="18881"/>
                </a:lnTo>
                <a:lnTo>
                  <a:pt x="12016" y="19553"/>
                </a:lnTo>
                <a:lnTo>
                  <a:pt x="10078" y="20231"/>
                </a:lnTo>
                <a:lnTo>
                  <a:pt x="8131" y="20914"/>
                </a:lnTo>
                <a:lnTo>
                  <a:pt x="6171" y="21600"/>
                </a:lnTo>
                <a:lnTo>
                  <a:pt x="5181" y="19788"/>
                </a:lnTo>
                <a:lnTo>
                  <a:pt x="4342" y="18087"/>
                </a:lnTo>
                <a:lnTo>
                  <a:pt x="3638" y="16454"/>
                </a:lnTo>
                <a:lnTo>
                  <a:pt x="3043" y="14845"/>
                </a:lnTo>
                <a:lnTo>
                  <a:pt x="2536" y="13211"/>
                </a:lnTo>
                <a:lnTo>
                  <a:pt x="2101" y="11518"/>
                </a:lnTo>
                <a:lnTo>
                  <a:pt x="1713" y="9715"/>
                </a:lnTo>
                <a:lnTo>
                  <a:pt x="1352" y="7762"/>
                </a:lnTo>
                <a:lnTo>
                  <a:pt x="1092" y="6304"/>
                </a:lnTo>
                <a:lnTo>
                  <a:pt x="830" y="4838"/>
                </a:lnTo>
                <a:lnTo>
                  <a:pt x="568" y="3353"/>
                </a:lnTo>
                <a:lnTo>
                  <a:pt x="284" y="1688"/>
                </a:lnTo>
                <a:lnTo>
                  <a:pt x="0" y="0"/>
                </a:lnTo>
                <a:close/>
              </a:path>
            </a:pathLst>
          </a:custGeom>
          <a:solidFill>
            <a:srgbClr val="9EB0B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3" name="contour_09031"/>
          <p:cNvSpPr/>
          <p:nvPr/>
        </p:nvSpPr>
        <p:spPr>
          <a:xfrm>
            <a:off x="5636704" y="3380914"/>
            <a:ext cx="44340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61"/>
                </a:moveTo>
                <a:lnTo>
                  <a:pt x="2162" y="211"/>
                </a:lnTo>
                <a:lnTo>
                  <a:pt x="4328" y="168"/>
                </a:lnTo>
                <a:lnTo>
                  <a:pt x="6490" y="131"/>
                </a:lnTo>
                <a:lnTo>
                  <a:pt x="8656" y="96"/>
                </a:lnTo>
                <a:lnTo>
                  <a:pt x="11070" y="48"/>
                </a:lnTo>
                <a:lnTo>
                  <a:pt x="13523" y="0"/>
                </a:lnTo>
                <a:lnTo>
                  <a:pt x="16022" y="192"/>
                </a:lnTo>
                <a:lnTo>
                  <a:pt x="17666" y="563"/>
                </a:lnTo>
                <a:lnTo>
                  <a:pt x="19182" y="1382"/>
                </a:lnTo>
                <a:lnTo>
                  <a:pt x="21302" y="2929"/>
                </a:lnTo>
                <a:lnTo>
                  <a:pt x="21472" y="5089"/>
                </a:lnTo>
                <a:lnTo>
                  <a:pt x="21568" y="6666"/>
                </a:lnTo>
                <a:lnTo>
                  <a:pt x="21600" y="8109"/>
                </a:lnTo>
                <a:lnTo>
                  <a:pt x="21582" y="9880"/>
                </a:lnTo>
                <a:lnTo>
                  <a:pt x="21522" y="12430"/>
                </a:lnTo>
                <a:lnTo>
                  <a:pt x="21490" y="14142"/>
                </a:lnTo>
                <a:lnTo>
                  <a:pt x="21458" y="15865"/>
                </a:lnTo>
                <a:lnTo>
                  <a:pt x="21426" y="17610"/>
                </a:lnTo>
                <a:lnTo>
                  <a:pt x="21387" y="18927"/>
                </a:lnTo>
                <a:lnTo>
                  <a:pt x="21344" y="20256"/>
                </a:lnTo>
                <a:lnTo>
                  <a:pt x="21302" y="21600"/>
                </a:lnTo>
                <a:lnTo>
                  <a:pt x="18721" y="21099"/>
                </a:lnTo>
                <a:lnTo>
                  <a:pt x="16875" y="20709"/>
                </a:lnTo>
                <a:lnTo>
                  <a:pt x="15256" y="20304"/>
                </a:lnTo>
                <a:lnTo>
                  <a:pt x="13353" y="19754"/>
                </a:lnTo>
                <a:lnTo>
                  <a:pt x="10651" y="18933"/>
                </a:lnTo>
                <a:lnTo>
                  <a:pt x="9533" y="17068"/>
                </a:lnTo>
                <a:lnTo>
                  <a:pt x="9014" y="15684"/>
                </a:lnTo>
                <a:lnTo>
                  <a:pt x="8656" y="13598"/>
                </a:lnTo>
                <a:lnTo>
                  <a:pt x="8151" y="11469"/>
                </a:lnTo>
                <a:lnTo>
                  <a:pt x="7750" y="10085"/>
                </a:lnTo>
                <a:lnTo>
                  <a:pt x="7101" y="8263"/>
                </a:lnTo>
                <a:lnTo>
                  <a:pt x="4867" y="7284"/>
                </a:lnTo>
                <a:lnTo>
                  <a:pt x="3383" y="6679"/>
                </a:lnTo>
                <a:lnTo>
                  <a:pt x="1985" y="6202"/>
                </a:lnTo>
                <a:lnTo>
                  <a:pt x="0" y="5596"/>
                </a:lnTo>
                <a:lnTo>
                  <a:pt x="0" y="3833"/>
                </a:lnTo>
                <a:lnTo>
                  <a:pt x="0" y="2059"/>
                </a:lnTo>
                <a:lnTo>
                  <a:pt x="0" y="261"/>
                </a:lnTo>
                <a:close/>
              </a:path>
            </a:pathLst>
          </a:custGeom>
          <a:solidFill>
            <a:srgbClr val="8A9BA3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4" name="contour_09032"/>
          <p:cNvSpPr/>
          <p:nvPr/>
        </p:nvSpPr>
        <p:spPr>
          <a:xfrm>
            <a:off x="4951633" y="3366403"/>
            <a:ext cx="116608" cy="238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8"/>
                </a:moveTo>
                <a:lnTo>
                  <a:pt x="965" y="377"/>
                </a:lnTo>
                <a:lnTo>
                  <a:pt x="1922" y="212"/>
                </a:lnTo>
                <a:lnTo>
                  <a:pt x="2874" y="86"/>
                </a:lnTo>
                <a:lnTo>
                  <a:pt x="3821" y="13"/>
                </a:lnTo>
                <a:lnTo>
                  <a:pt x="4761" y="0"/>
                </a:lnTo>
                <a:lnTo>
                  <a:pt x="5698" y="40"/>
                </a:lnTo>
                <a:lnTo>
                  <a:pt x="6631" y="139"/>
                </a:lnTo>
                <a:lnTo>
                  <a:pt x="7563" y="311"/>
                </a:lnTo>
                <a:lnTo>
                  <a:pt x="8491" y="555"/>
                </a:lnTo>
                <a:lnTo>
                  <a:pt x="9419" y="879"/>
                </a:lnTo>
                <a:lnTo>
                  <a:pt x="10345" y="1283"/>
                </a:lnTo>
                <a:lnTo>
                  <a:pt x="11273" y="1772"/>
                </a:lnTo>
                <a:lnTo>
                  <a:pt x="12200" y="2354"/>
                </a:lnTo>
                <a:lnTo>
                  <a:pt x="13129" y="3028"/>
                </a:lnTo>
                <a:lnTo>
                  <a:pt x="14060" y="3808"/>
                </a:lnTo>
                <a:lnTo>
                  <a:pt x="14994" y="4688"/>
                </a:lnTo>
                <a:lnTo>
                  <a:pt x="15933" y="5686"/>
                </a:lnTo>
                <a:lnTo>
                  <a:pt x="16875" y="6790"/>
                </a:lnTo>
                <a:lnTo>
                  <a:pt x="17231" y="7220"/>
                </a:lnTo>
                <a:lnTo>
                  <a:pt x="18307" y="8529"/>
                </a:lnTo>
                <a:lnTo>
                  <a:pt x="19096" y="9593"/>
                </a:lnTo>
                <a:lnTo>
                  <a:pt x="19701" y="10499"/>
                </a:lnTo>
                <a:lnTo>
                  <a:pt x="20434" y="11742"/>
                </a:lnTo>
                <a:lnTo>
                  <a:pt x="21600" y="13812"/>
                </a:lnTo>
                <a:lnTo>
                  <a:pt x="21600" y="17091"/>
                </a:lnTo>
                <a:lnTo>
                  <a:pt x="21600" y="20423"/>
                </a:lnTo>
                <a:lnTo>
                  <a:pt x="20725" y="20562"/>
                </a:lnTo>
                <a:lnTo>
                  <a:pt x="19849" y="20688"/>
                </a:lnTo>
                <a:lnTo>
                  <a:pt x="18974" y="20800"/>
                </a:lnTo>
                <a:lnTo>
                  <a:pt x="18098" y="20906"/>
                </a:lnTo>
                <a:lnTo>
                  <a:pt x="17223" y="20998"/>
                </a:lnTo>
                <a:lnTo>
                  <a:pt x="16347" y="21091"/>
                </a:lnTo>
                <a:lnTo>
                  <a:pt x="15472" y="21170"/>
                </a:lnTo>
                <a:lnTo>
                  <a:pt x="14596" y="21250"/>
                </a:lnTo>
                <a:lnTo>
                  <a:pt x="13944" y="21362"/>
                </a:lnTo>
                <a:lnTo>
                  <a:pt x="13288" y="21474"/>
                </a:lnTo>
                <a:lnTo>
                  <a:pt x="12623" y="21587"/>
                </a:lnTo>
                <a:lnTo>
                  <a:pt x="11648" y="21600"/>
                </a:lnTo>
                <a:lnTo>
                  <a:pt x="10688" y="21501"/>
                </a:lnTo>
                <a:lnTo>
                  <a:pt x="9744" y="21276"/>
                </a:lnTo>
                <a:lnTo>
                  <a:pt x="8813" y="20912"/>
                </a:lnTo>
                <a:lnTo>
                  <a:pt x="7895" y="20403"/>
                </a:lnTo>
                <a:lnTo>
                  <a:pt x="6989" y="19736"/>
                </a:lnTo>
                <a:lnTo>
                  <a:pt x="6093" y="18896"/>
                </a:lnTo>
                <a:lnTo>
                  <a:pt x="5204" y="17871"/>
                </a:lnTo>
                <a:lnTo>
                  <a:pt x="4324" y="16655"/>
                </a:lnTo>
                <a:lnTo>
                  <a:pt x="3451" y="15226"/>
                </a:lnTo>
                <a:lnTo>
                  <a:pt x="2584" y="13580"/>
                </a:lnTo>
                <a:lnTo>
                  <a:pt x="1720" y="11702"/>
                </a:lnTo>
                <a:lnTo>
                  <a:pt x="859" y="9580"/>
                </a:lnTo>
                <a:lnTo>
                  <a:pt x="0" y="7200"/>
                </a:lnTo>
                <a:lnTo>
                  <a:pt x="0" y="3921"/>
                </a:lnTo>
                <a:lnTo>
                  <a:pt x="0" y="588"/>
                </a:lnTo>
                <a:close/>
              </a:path>
            </a:pathLst>
          </a:custGeom>
          <a:solidFill>
            <a:srgbClr val="B6C6CD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5" name="contour_09033"/>
          <p:cNvSpPr/>
          <p:nvPr/>
        </p:nvSpPr>
        <p:spPr>
          <a:xfrm>
            <a:off x="5177561" y="3367052"/>
            <a:ext cx="36323" cy="522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34" y="0"/>
                </a:moveTo>
                <a:lnTo>
                  <a:pt x="6908" y="0"/>
                </a:lnTo>
                <a:lnTo>
                  <a:pt x="9491" y="0"/>
                </a:lnTo>
                <a:lnTo>
                  <a:pt x="12083" y="0"/>
                </a:lnTo>
                <a:lnTo>
                  <a:pt x="14696" y="0"/>
                </a:lnTo>
                <a:lnTo>
                  <a:pt x="17335" y="0"/>
                </a:lnTo>
                <a:lnTo>
                  <a:pt x="18718" y="1847"/>
                </a:lnTo>
                <a:lnTo>
                  <a:pt x="19520" y="3207"/>
                </a:lnTo>
                <a:lnTo>
                  <a:pt x="20040" y="4753"/>
                </a:lnTo>
                <a:lnTo>
                  <a:pt x="20586" y="7158"/>
                </a:lnTo>
                <a:lnTo>
                  <a:pt x="20837" y="8158"/>
                </a:lnTo>
                <a:lnTo>
                  <a:pt x="21600" y="11184"/>
                </a:lnTo>
                <a:lnTo>
                  <a:pt x="21548" y="13550"/>
                </a:lnTo>
                <a:lnTo>
                  <a:pt x="21223" y="15554"/>
                </a:lnTo>
                <a:lnTo>
                  <a:pt x="20495" y="17366"/>
                </a:lnTo>
                <a:lnTo>
                  <a:pt x="19242" y="19159"/>
                </a:lnTo>
                <a:lnTo>
                  <a:pt x="17335" y="21097"/>
                </a:lnTo>
                <a:lnTo>
                  <a:pt x="14193" y="21504"/>
                </a:lnTo>
                <a:lnTo>
                  <a:pt x="11875" y="21600"/>
                </a:lnTo>
                <a:lnTo>
                  <a:pt x="8399" y="21473"/>
                </a:lnTo>
                <a:lnTo>
                  <a:pt x="5625" y="21350"/>
                </a:lnTo>
                <a:lnTo>
                  <a:pt x="2830" y="21223"/>
                </a:lnTo>
                <a:lnTo>
                  <a:pt x="0" y="21097"/>
                </a:lnTo>
                <a:lnTo>
                  <a:pt x="429" y="19008"/>
                </a:lnTo>
                <a:lnTo>
                  <a:pt x="858" y="16917"/>
                </a:lnTo>
                <a:lnTo>
                  <a:pt x="1287" y="14825"/>
                </a:lnTo>
                <a:lnTo>
                  <a:pt x="1721" y="12730"/>
                </a:lnTo>
                <a:lnTo>
                  <a:pt x="2150" y="10627"/>
                </a:lnTo>
                <a:lnTo>
                  <a:pt x="2583" y="8520"/>
                </a:lnTo>
                <a:lnTo>
                  <a:pt x="3016" y="6404"/>
                </a:lnTo>
                <a:lnTo>
                  <a:pt x="3454" y="4280"/>
                </a:lnTo>
                <a:lnTo>
                  <a:pt x="3892" y="2146"/>
                </a:lnTo>
                <a:lnTo>
                  <a:pt x="4334" y="0"/>
                </a:lnTo>
                <a:close/>
              </a:path>
            </a:pathLst>
          </a:custGeom>
          <a:solidFill>
            <a:srgbClr val="BDC6CB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6" name="contour_09034"/>
          <p:cNvSpPr/>
          <p:nvPr/>
        </p:nvSpPr>
        <p:spPr>
          <a:xfrm>
            <a:off x="5738736" y="3294726"/>
            <a:ext cx="46257" cy="79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07" y="166"/>
                </a:moveTo>
                <a:lnTo>
                  <a:pt x="18404" y="1155"/>
                </a:lnTo>
                <a:lnTo>
                  <a:pt x="19932" y="1845"/>
                </a:lnTo>
                <a:lnTo>
                  <a:pt x="20736" y="2565"/>
                </a:lnTo>
                <a:lnTo>
                  <a:pt x="21348" y="3634"/>
                </a:lnTo>
                <a:lnTo>
                  <a:pt x="21484" y="4823"/>
                </a:lnTo>
                <a:lnTo>
                  <a:pt x="21566" y="6003"/>
                </a:lnTo>
                <a:lnTo>
                  <a:pt x="21600" y="7178"/>
                </a:lnTo>
                <a:lnTo>
                  <a:pt x="21593" y="8354"/>
                </a:lnTo>
                <a:lnTo>
                  <a:pt x="21552" y="9535"/>
                </a:lnTo>
                <a:lnTo>
                  <a:pt x="21484" y="10725"/>
                </a:lnTo>
                <a:lnTo>
                  <a:pt x="21498" y="11963"/>
                </a:lnTo>
                <a:lnTo>
                  <a:pt x="21515" y="13220"/>
                </a:lnTo>
                <a:lnTo>
                  <a:pt x="21440" y="15447"/>
                </a:lnTo>
                <a:lnTo>
                  <a:pt x="21348" y="16892"/>
                </a:lnTo>
                <a:lnTo>
                  <a:pt x="21181" y="17865"/>
                </a:lnTo>
                <a:lnTo>
                  <a:pt x="20889" y="18674"/>
                </a:lnTo>
                <a:lnTo>
                  <a:pt x="20419" y="19623"/>
                </a:lnTo>
                <a:lnTo>
                  <a:pt x="18360" y="20350"/>
                </a:lnTo>
                <a:lnTo>
                  <a:pt x="16968" y="20799"/>
                </a:lnTo>
                <a:lnTo>
                  <a:pt x="15597" y="21155"/>
                </a:lnTo>
                <a:lnTo>
                  <a:pt x="13613" y="21600"/>
                </a:lnTo>
                <a:lnTo>
                  <a:pt x="13487" y="20481"/>
                </a:lnTo>
                <a:lnTo>
                  <a:pt x="13357" y="19352"/>
                </a:lnTo>
                <a:lnTo>
                  <a:pt x="13228" y="18209"/>
                </a:lnTo>
                <a:lnTo>
                  <a:pt x="13058" y="17110"/>
                </a:lnTo>
                <a:lnTo>
                  <a:pt x="12891" y="16012"/>
                </a:lnTo>
                <a:lnTo>
                  <a:pt x="12721" y="14913"/>
                </a:lnTo>
                <a:lnTo>
                  <a:pt x="12551" y="13813"/>
                </a:lnTo>
                <a:lnTo>
                  <a:pt x="12490" y="13258"/>
                </a:lnTo>
                <a:lnTo>
                  <a:pt x="12316" y="11577"/>
                </a:lnTo>
                <a:lnTo>
                  <a:pt x="12126" y="10503"/>
                </a:lnTo>
                <a:lnTo>
                  <a:pt x="11918" y="9665"/>
                </a:lnTo>
                <a:lnTo>
                  <a:pt x="11598" y="8783"/>
                </a:lnTo>
                <a:lnTo>
                  <a:pt x="11064" y="7583"/>
                </a:lnTo>
                <a:lnTo>
                  <a:pt x="10210" y="5782"/>
                </a:lnTo>
                <a:lnTo>
                  <a:pt x="7606" y="5050"/>
                </a:lnTo>
                <a:lnTo>
                  <a:pt x="5775" y="4581"/>
                </a:lnTo>
                <a:lnTo>
                  <a:pt x="4223" y="4281"/>
                </a:lnTo>
                <a:lnTo>
                  <a:pt x="2461" y="4053"/>
                </a:lnTo>
                <a:lnTo>
                  <a:pt x="0" y="3804"/>
                </a:lnTo>
                <a:lnTo>
                  <a:pt x="3206" y="2306"/>
                </a:lnTo>
                <a:lnTo>
                  <a:pt x="5632" y="1240"/>
                </a:lnTo>
                <a:lnTo>
                  <a:pt x="7552" y="544"/>
                </a:lnTo>
                <a:lnTo>
                  <a:pt x="9236" y="150"/>
                </a:lnTo>
                <a:lnTo>
                  <a:pt x="10958" y="0"/>
                </a:lnTo>
                <a:lnTo>
                  <a:pt x="12990" y="26"/>
                </a:lnTo>
                <a:lnTo>
                  <a:pt x="15607" y="166"/>
                </a:lnTo>
                <a:close/>
              </a:path>
            </a:pathLst>
          </a:custGeom>
          <a:solidFill>
            <a:srgbClr val="809095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7" name="contour_09035"/>
          <p:cNvSpPr/>
          <p:nvPr/>
        </p:nvSpPr>
        <p:spPr>
          <a:xfrm>
            <a:off x="4558081" y="3323324"/>
            <a:ext cx="6788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0" y="151"/>
                </a:lnTo>
                <a:lnTo>
                  <a:pt x="2245" y="302"/>
                </a:lnTo>
                <a:lnTo>
                  <a:pt x="3388" y="457"/>
                </a:lnTo>
                <a:lnTo>
                  <a:pt x="4853" y="688"/>
                </a:lnTo>
                <a:lnTo>
                  <a:pt x="6330" y="923"/>
                </a:lnTo>
                <a:lnTo>
                  <a:pt x="7826" y="1157"/>
                </a:lnTo>
                <a:lnTo>
                  <a:pt x="9280" y="1373"/>
                </a:lnTo>
                <a:lnTo>
                  <a:pt x="10743" y="1589"/>
                </a:lnTo>
                <a:lnTo>
                  <a:pt x="12227" y="1808"/>
                </a:lnTo>
                <a:lnTo>
                  <a:pt x="13948" y="2413"/>
                </a:lnTo>
                <a:lnTo>
                  <a:pt x="15392" y="3070"/>
                </a:lnTo>
                <a:lnTo>
                  <a:pt x="16626" y="3836"/>
                </a:lnTo>
                <a:lnTo>
                  <a:pt x="17721" y="4777"/>
                </a:lnTo>
                <a:lnTo>
                  <a:pt x="18748" y="5955"/>
                </a:lnTo>
                <a:lnTo>
                  <a:pt x="19773" y="7427"/>
                </a:lnTo>
                <a:lnTo>
                  <a:pt x="20870" y="9257"/>
                </a:lnTo>
                <a:lnTo>
                  <a:pt x="21357" y="11645"/>
                </a:lnTo>
                <a:lnTo>
                  <a:pt x="21600" y="13321"/>
                </a:lnTo>
                <a:lnTo>
                  <a:pt x="21600" y="14728"/>
                </a:lnTo>
                <a:lnTo>
                  <a:pt x="21357" y="16311"/>
                </a:lnTo>
                <a:lnTo>
                  <a:pt x="20870" y="18514"/>
                </a:lnTo>
                <a:lnTo>
                  <a:pt x="19448" y="19159"/>
                </a:lnTo>
                <a:lnTo>
                  <a:pt x="18024" y="19702"/>
                </a:lnTo>
                <a:lnTo>
                  <a:pt x="16591" y="20162"/>
                </a:lnTo>
                <a:lnTo>
                  <a:pt x="15154" y="20548"/>
                </a:lnTo>
                <a:lnTo>
                  <a:pt x="13704" y="20872"/>
                </a:lnTo>
                <a:lnTo>
                  <a:pt x="12243" y="21146"/>
                </a:lnTo>
                <a:lnTo>
                  <a:pt x="10766" y="21384"/>
                </a:lnTo>
                <a:lnTo>
                  <a:pt x="9275" y="21600"/>
                </a:lnTo>
                <a:lnTo>
                  <a:pt x="9438" y="19644"/>
                </a:lnTo>
                <a:lnTo>
                  <a:pt x="9602" y="17660"/>
                </a:lnTo>
                <a:lnTo>
                  <a:pt x="9700" y="15512"/>
                </a:lnTo>
                <a:lnTo>
                  <a:pt x="9772" y="13420"/>
                </a:lnTo>
                <a:lnTo>
                  <a:pt x="9804" y="11365"/>
                </a:lnTo>
                <a:lnTo>
                  <a:pt x="9783" y="9328"/>
                </a:lnTo>
                <a:lnTo>
                  <a:pt x="9697" y="7282"/>
                </a:lnTo>
                <a:lnTo>
                  <a:pt x="9533" y="5209"/>
                </a:lnTo>
                <a:lnTo>
                  <a:pt x="9275" y="3086"/>
                </a:lnTo>
                <a:lnTo>
                  <a:pt x="7812" y="1910"/>
                </a:lnTo>
                <a:lnTo>
                  <a:pt x="6349" y="1080"/>
                </a:lnTo>
                <a:lnTo>
                  <a:pt x="4860" y="534"/>
                </a:lnTo>
                <a:lnTo>
                  <a:pt x="3323" y="213"/>
                </a:lnTo>
                <a:lnTo>
                  <a:pt x="1711" y="52"/>
                </a:lnTo>
                <a:lnTo>
                  <a:pt x="0" y="0"/>
                </a:lnTo>
                <a:close/>
              </a:path>
            </a:pathLst>
          </a:custGeom>
          <a:solidFill>
            <a:srgbClr val="8674A0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8" name="contour_09036"/>
          <p:cNvSpPr/>
          <p:nvPr/>
        </p:nvSpPr>
        <p:spPr>
          <a:xfrm>
            <a:off x="5804328" y="3294172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80" y="3380"/>
                </a:lnTo>
                <a:lnTo>
                  <a:pt x="20995" y="6251"/>
                </a:lnTo>
                <a:lnTo>
                  <a:pt x="20710" y="8666"/>
                </a:lnTo>
                <a:lnTo>
                  <a:pt x="20412" y="10679"/>
                </a:lnTo>
                <a:lnTo>
                  <a:pt x="20075" y="12340"/>
                </a:lnTo>
                <a:lnTo>
                  <a:pt x="19669" y="13705"/>
                </a:lnTo>
                <a:lnTo>
                  <a:pt x="19181" y="14826"/>
                </a:lnTo>
                <a:lnTo>
                  <a:pt x="18585" y="15757"/>
                </a:lnTo>
                <a:lnTo>
                  <a:pt x="17855" y="16548"/>
                </a:lnTo>
                <a:lnTo>
                  <a:pt x="16969" y="17254"/>
                </a:lnTo>
                <a:lnTo>
                  <a:pt x="15902" y="17928"/>
                </a:lnTo>
                <a:lnTo>
                  <a:pt x="14636" y="18621"/>
                </a:lnTo>
                <a:lnTo>
                  <a:pt x="13146" y="19390"/>
                </a:lnTo>
                <a:lnTo>
                  <a:pt x="10545" y="19978"/>
                </a:lnTo>
                <a:lnTo>
                  <a:pt x="7992" y="20490"/>
                </a:lnTo>
                <a:lnTo>
                  <a:pt x="5426" y="20930"/>
                </a:lnTo>
                <a:lnTo>
                  <a:pt x="2782" y="21300"/>
                </a:lnTo>
                <a:lnTo>
                  <a:pt x="0" y="21600"/>
                </a:lnTo>
                <a:lnTo>
                  <a:pt x="514" y="18377"/>
                </a:lnTo>
                <a:lnTo>
                  <a:pt x="976" y="15638"/>
                </a:lnTo>
                <a:lnTo>
                  <a:pt x="1408" y="13329"/>
                </a:lnTo>
                <a:lnTo>
                  <a:pt x="1849" y="11398"/>
                </a:lnTo>
                <a:lnTo>
                  <a:pt x="2316" y="9791"/>
                </a:lnTo>
                <a:lnTo>
                  <a:pt x="2851" y="8456"/>
                </a:lnTo>
                <a:lnTo>
                  <a:pt x="3473" y="7340"/>
                </a:lnTo>
                <a:lnTo>
                  <a:pt x="4221" y="6391"/>
                </a:lnTo>
                <a:lnTo>
                  <a:pt x="5115" y="5556"/>
                </a:lnTo>
                <a:lnTo>
                  <a:pt x="6191" y="4780"/>
                </a:lnTo>
                <a:lnTo>
                  <a:pt x="7478" y="4013"/>
                </a:lnTo>
                <a:lnTo>
                  <a:pt x="9007" y="3203"/>
                </a:lnTo>
                <a:lnTo>
                  <a:pt x="10800" y="2294"/>
                </a:lnTo>
                <a:lnTo>
                  <a:pt x="14615" y="968"/>
                </a:lnTo>
                <a:lnTo>
                  <a:pt x="17012" y="287"/>
                </a:lnTo>
                <a:lnTo>
                  <a:pt x="18999" y="37"/>
                </a:lnTo>
                <a:lnTo>
                  <a:pt x="21600" y="0"/>
                </a:lnTo>
                <a:close/>
              </a:path>
            </a:pathLst>
          </a:custGeom>
          <a:solidFill>
            <a:srgbClr val="D5DF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039" name="contour_09037"/>
          <p:cNvSpPr/>
          <p:nvPr/>
        </p:nvSpPr>
        <p:spPr>
          <a:xfrm>
            <a:off x="8223941" y="3285733"/>
            <a:ext cx="58304" cy="375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38"/>
                </a:moveTo>
                <a:lnTo>
                  <a:pt x="15295" y="214"/>
                </a:lnTo>
                <a:lnTo>
                  <a:pt x="16762" y="289"/>
                </a:lnTo>
                <a:lnTo>
                  <a:pt x="18247" y="369"/>
                </a:lnTo>
                <a:lnTo>
                  <a:pt x="19081" y="440"/>
                </a:lnTo>
                <a:lnTo>
                  <a:pt x="21600" y="662"/>
                </a:lnTo>
                <a:lnTo>
                  <a:pt x="21600" y="3430"/>
                </a:lnTo>
                <a:lnTo>
                  <a:pt x="21600" y="6215"/>
                </a:lnTo>
                <a:lnTo>
                  <a:pt x="21600" y="9037"/>
                </a:lnTo>
                <a:lnTo>
                  <a:pt x="19815" y="9037"/>
                </a:lnTo>
                <a:lnTo>
                  <a:pt x="18020" y="9037"/>
                </a:lnTo>
                <a:lnTo>
                  <a:pt x="16200" y="9037"/>
                </a:lnTo>
                <a:lnTo>
                  <a:pt x="16200" y="11805"/>
                </a:lnTo>
                <a:lnTo>
                  <a:pt x="16200" y="14590"/>
                </a:lnTo>
                <a:lnTo>
                  <a:pt x="16200" y="17412"/>
                </a:lnTo>
                <a:lnTo>
                  <a:pt x="14418" y="17873"/>
                </a:lnTo>
                <a:lnTo>
                  <a:pt x="12633" y="18334"/>
                </a:lnTo>
                <a:lnTo>
                  <a:pt x="10849" y="18794"/>
                </a:lnTo>
                <a:lnTo>
                  <a:pt x="9059" y="19259"/>
                </a:lnTo>
                <a:lnTo>
                  <a:pt x="7263" y="19724"/>
                </a:lnTo>
                <a:lnTo>
                  <a:pt x="5459" y="20189"/>
                </a:lnTo>
                <a:lnTo>
                  <a:pt x="3650" y="20658"/>
                </a:lnTo>
                <a:lnTo>
                  <a:pt x="1831" y="21127"/>
                </a:lnTo>
                <a:lnTo>
                  <a:pt x="0" y="21600"/>
                </a:lnTo>
                <a:lnTo>
                  <a:pt x="11" y="16286"/>
                </a:lnTo>
                <a:lnTo>
                  <a:pt x="81" y="12576"/>
                </a:lnTo>
                <a:lnTo>
                  <a:pt x="273" y="9992"/>
                </a:lnTo>
                <a:lnTo>
                  <a:pt x="645" y="8036"/>
                </a:lnTo>
                <a:lnTo>
                  <a:pt x="1258" y="6235"/>
                </a:lnTo>
                <a:lnTo>
                  <a:pt x="2174" y="4096"/>
                </a:lnTo>
                <a:lnTo>
                  <a:pt x="3866" y="2467"/>
                </a:lnTo>
                <a:lnTo>
                  <a:pt x="5430" y="1315"/>
                </a:lnTo>
                <a:lnTo>
                  <a:pt x="6936" y="574"/>
                </a:lnTo>
                <a:lnTo>
                  <a:pt x="8459" y="163"/>
                </a:lnTo>
                <a:lnTo>
                  <a:pt x="10068" y="0"/>
                </a:lnTo>
                <a:lnTo>
                  <a:pt x="11837" y="21"/>
                </a:lnTo>
                <a:lnTo>
                  <a:pt x="13838" y="138"/>
                </a:lnTo>
                <a:close/>
              </a:path>
            </a:pathLst>
          </a:custGeom>
          <a:solidFill>
            <a:srgbClr val="B0BFC9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0" name="contour_09038"/>
          <p:cNvSpPr/>
          <p:nvPr/>
        </p:nvSpPr>
        <p:spPr>
          <a:xfrm>
            <a:off x="7734931" y="3286884"/>
            <a:ext cx="2986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9271" y="0"/>
                </a:lnTo>
                <a:lnTo>
                  <a:pt x="12777" y="0"/>
                </a:lnTo>
                <a:lnTo>
                  <a:pt x="16329" y="0"/>
                </a:lnTo>
                <a:lnTo>
                  <a:pt x="16656" y="1337"/>
                </a:lnTo>
                <a:lnTo>
                  <a:pt x="16983" y="2673"/>
                </a:lnTo>
                <a:lnTo>
                  <a:pt x="17310" y="4012"/>
                </a:lnTo>
                <a:lnTo>
                  <a:pt x="17636" y="5349"/>
                </a:lnTo>
                <a:lnTo>
                  <a:pt x="17963" y="6688"/>
                </a:lnTo>
                <a:lnTo>
                  <a:pt x="18290" y="8031"/>
                </a:lnTo>
                <a:lnTo>
                  <a:pt x="18617" y="9374"/>
                </a:lnTo>
                <a:lnTo>
                  <a:pt x="18943" y="10719"/>
                </a:lnTo>
                <a:lnTo>
                  <a:pt x="19276" y="12067"/>
                </a:lnTo>
                <a:lnTo>
                  <a:pt x="19602" y="13418"/>
                </a:lnTo>
                <a:lnTo>
                  <a:pt x="19934" y="14772"/>
                </a:lnTo>
                <a:lnTo>
                  <a:pt x="20266" y="16129"/>
                </a:lnTo>
                <a:lnTo>
                  <a:pt x="20599" y="17490"/>
                </a:lnTo>
                <a:lnTo>
                  <a:pt x="20931" y="18855"/>
                </a:lnTo>
                <a:lnTo>
                  <a:pt x="21263" y="20225"/>
                </a:lnTo>
                <a:lnTo>
                  <a:pt x="21600" y="21600"/>
                </a:lnTo>
                <a:lnTo>
                  <a:pt x="20556" y="20434"/>
                </a:lnTo>
                <a:lnTo>
                  <a:pt x="19507" y="19263"/>
                </a:lnTo>
                <a:lnTo>
                  <a:pt x="18459" y="18089"/>
                </a:lnTo>
                <a:lnTo>
                  <a:pt x="17399" y="16905"/>
                </a:lnTo>
                <a:lnTo>
                  <a:pt x="16329" y="15709"/>
                </a:lnTo>
                <a:lnTo>
                  <a:pt x="12249" y="15532"/>
                </a:lnTo>
                <a:lnTo>
                  <a:pt x="9387" y="15444"/>
                </a:lnTo>
                <a:lnTo>
                  <a:pt x="6984" y="15444"/>
                </a:lnTo>
                <a:lnTo>
                  <a:pt x="4280" y="15532"/>
                </a:lnTo>
                <a:lnTo>
                  <a:pt x="517" y="15709"/>
                </a:lnTo>
                <a:lnTo>
                  <a:pt x="437" y="14580"/>
                </a:lnTo>
                <a:lnTo>
                  <a:pt x="364" y="13451"/>
                </a:lnTo>
                <a:lnTo>
                  <a:pt x="300" y="12322"/>
                </a:lnTo>
                <a:lnTo>
                  <a:pt x="242" y="11193"/>
                </a:lnTo>
                <a:lnTo>
                  <a:pt x="190" y="10064"/>
                </a:lnTo>
                <a:lnTo>
                  <a:pt x="127" y="9015"/>
                </a:lnTo>
                <a:lnTo>
                  <a:pt x="63" y="7959"/>
                </a:lnTo>
                <a:lnTo>
                  <a:pt x="0" y="6888"/>
                </a:lnTo>
                <a:lnTo>
                  <a:pt x="274" y="5526"/>
                </a:lnTo>
                <a:lnTo>
                  <a:pt x="664" y="4320"/>
                </a:lnTo>
                <a:lnTo>
                  <a:pt x="1291" y="3218"/>
                </a:lnTo>
                <a:lnTo>
                  <a:pt x="2272" y="2166"/>
                </a:lnTo>
                <a:lnTo>
                  <a:pt x="3732" y="1111"/>
                </a:lnTo>
                <a:lnTo>
                  <a:pt x="5787" y="0"/>
                </a:lnTo>
                <a:close/>
              </a:path>
            </a:pathLst>
          </a:custGeom>
          <a:solidFill>
            <a:srgbClr val="CCE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1" name="contour_09039"/>
          <p:cNvSpPr/>
          <p:nvPr/>
        </p:nvSpPr>
        <p:spPr>
          <a:xfrm>
            <a:off x="7691918" y="3301460"/>
            <a:ext cx="36440" cy="45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192"/>
                </a:lnTo>
                <a:lnTo>
                  <a:pt x="2341" y="371"/>
                </a:lnTo>
                <a:lnTo>
                  <a:pt x="3646" y="580"/>
                </a:lnTo>
                <a:lnTo>
                  <a:pt x="5374" y="855"/>
                </a:lnTo>
                <a:lnTo>
                  <a:pt x="7780" y="1236"/>
                </a:lnTo>
                <a:lnTo>
                  <a:pt x="11115" y="1769"/>
                </a:lnTo>
                <a:lnTo>
                  <a:pt x="15638" y="2487"/>
                </a:lnTo>
                <a:lnTo>
                  <a:pt x="21600" y="3435"/>
                </a:lnTo>
                <a:lnTo>
                  <a:pt x="21095" y="7439"/>
                </a:lnTo>
                <a:lnTo>
                  <a:pt x="20676" y="10510"/>
                </a:lnTo>
                <a:lnTo>
                  <a:pt x="20304" y="12849"/>
                </a:lnTo>
                <a:lnTo>
                  <a:pt x="19920" y="14655"/>
                </a:lnTo>
                <a:lnTo>
                  <a:pt x="19475" y="16136"/>
                </a:lnTo>
                <a:lnTo>
                  <a:pt x="18922" y="17485"/>
                </a:lnTo>
                <a:lnTo>
                  <a:pt x="18209" y="18911"/>
                </a:lnTo>
                <a:lnTo>
                  <a:pt x="17280" y="20607"/>
                </a:lnTo>
                <a:lnTo>
                  <a:pt x="14252" y="21281"/>
                </a:lnTo>
                <a:lnTo>
                  <a:pt x="11478" y="21586"/>
                </a:lnTo>
                <a:lnTo>
                  <a:pt x="8813" y="21600"/>
                </a:lnTo>
                <a:lnTo>
                  <a:pt x="6108" y="21390"/>
                </a:lnTo>
                <a:lnTo>
                  <a:pt x="3218" y="21037"/>
                </a:lnTo>
                <a:lnTo>
                  <a:pt x="0" y="20607"/>
                </a:lnTo>
                <a:lnTo>
                  <a:pt x="0" y="18341"/>
                </a:lnTo>
                <a:lnTo>
                  <a:pt x="0" y="16070"/>
                </a:lnTo>
                <a:lnTo>
                  <a:pt x="0" y="13800"/>
                </a:lnTo>
                <a:lnTo>
                  <a:pt x="0" y="11523"/>
                </a:lnTo>
                <a:lnTo>
                  <a:pt x="0" y="9239"/>
                </a:lnTo>
                <a:lnTo>
                  <a:pt x="0" y="6945"/>
                </a:lnTo>
                <a:lnTo>
                  <a:pt x="0" y="4644"/>
                </a:lnTo>
                <a:lnTo>
                  <a:pt x="0" y="2329"/>
                </a:lnTo>
                <a:lnTo>
                  <a:pt x="0" y="0"/>
                </a:lnTo>
                <a:close/>
              </a:path>
            </a:pathLst>
          </a:custGeom>
          <a:solidFill>
            <a:srgbClr val="C2D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2" name="contour_09040"/>
          <p:cNvSpPr/>
          <p:nvPr/>
        </p:nvSpPr>
        <p:spPr>
          <a:xfrm>
            <a:off x="1970844" y="3285689"/>
            <a:ext cx="51016" cy="457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564"/>
                </a:moveTo>
                <a:lnTo>
                  <a:pt x="11371" y="175"/>
                </a:lnTo>
                <a:lnTo>
                  <a:pt x="13392" y="3"/>
                </a:lnTo>
                <a:lnTo>
                  <a:pt x="15376" y="0"/>
                </a:lnTo>
                <a:lnTo>
                  <a:pt x="17369" y="124"/>
                </a:lnTo>
                <a:lnTo>
                  <a:pt x="19428" y="323"/>
                </a:lnTo>
                <a:lnTo>
                  <a:pt x="21600" y="564"/>
                </a:lnTo>
                <a:lnTo>
                  <a:pt x="20869" y="4611"/>
                </a:lnTo>
                <a:lnTo>
                  <a:pt x="20279" y="7723"/>
                </a:lnTo>
                <a:lnTo>
                  <a:pt x="19764" y="10112"/>
                </a:lnTo>
                <a:lnTo>
                  <a:pt x="19255" y="11990"/>
                </a:lnTo>
                <a:lnTo>
                  <a:pt x="18693" y="13568"/>
                </a:lnTo>
                <a:lnTo>
                  <a:pt x="18008" y="15057"/>
                </a:lnTo>
                <a:lnTo>
                  <a:pt x="17135" y="16669"/>
                </a:lnTo>
                <a:lnTo>
                  <a:pt x="16009" y="18615"/>
                </a:lnTo>
                <a:lnTo>
                  <a:pt x="14015" y="19850"/>
                </a:lnTo>
                <a:lnTo>
                  <a:pt x="12099" y="20706"/>
                </a:lnTo>
                <a:lnTo>
                  <a:pt x="10226" y="21246"/>
                </a:lnTo>
                <a:lnTo>
                  <a:pt x="8350" y="21524"/>
                </a:lnTo>
                <a:lnTo>
                  <a:pt x="6431" y="21600"/>
                </a:lnTo>
                <a:lnTo>
                  <a:pt x="4425" y="21531"/>
                </a:lnTo>
                <a:lnTo>
                  <a:pt x="2296" y="21377"/>
                </a:lnTo>
                <a:lnTo>
                  <a:pt x="0" y="21194"/>
                </a:lnTo>
                <a:lnTo>
                  <a:pt x="0" y="19152"/>
                </a:lnTo>
                <a:lnTo>
                  <a:pt x="0" y="17103"/>
                </a:lnTo>
                <a:lnTo>
                  <a:pt x="0" y="15046"/>
                </a:lnTo>
                <a:lnTo>
                  <a:pt x="0" y="12973"/>
                </a:lnTo>
                <a:lnTo>
                  <a:pt x="0" y="10879"/>
                </a:lnTo>
                <a:lnTo>
                  <a:pt x="2040" y="10879"/>
                </a:lnTo>
                <a:lnTo>
                  <a:pt x="4092" y="10879"/>
                </a:lnTo>
                <a:lnTo>
                  <a:pt x="6171" y="10879"/>
                </a:lnTo>
                <a:lnTo>
                  <a:pt x="6554" y="9174"/>
                </a:lnTo>
                <a:lnTo>
                  <a:pt x="6940" y="7461"/>
                </a:lnTo>
                <a:lnTo>
                  <a:pt x="7329" y="5721"/>
                </a:lnTo>
                <a:lnTo>
                  <a:pt x="7964" y="4016"/>
                </a:lnTo>
                <a:lnTo>
                  <a:pt x="8609" y="2304"/>
                </a:lnTo>
                <a:lnTo>
                  <a:pt x="9257" y="564"/>
                </a:lnTo>
                <a:close/>
              </a:path>
            </a:pathLst>
          </a:custGeom>
          <a:solidFill>
            <a:srgbClr val="513E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3" name="contour_09041"/>
          <p:cNvSpPr/>
          <p:nvPr/>
        </p:nvSpPr>
        <p:spPr>
          <a:xfrm>
            <a:off x="10658130" y="3233449"/>
            <a:ext cx="65592" cy="607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61"/>
                </a:moveTo>
                <a:lnTo>
                  <a:pt x="2698" y="384"/>
                </a:lnTo>
                <a:lnTo>
                  <a:pt x="4601" y="96"/>
                </a:lnTo>
                <a:lnTo>
                  <a:pt x="5976" y="0"/>
                </a:lnTo>
                <a:lnTo>
                  <a:pt x="7090" y="96"/>
                </a:lnTo>
                <a:lnTo>
                  <a:pt x="8208" y="384"/>
                </a:lnTo>
                <a:lnTo>
                  <a:pt x="9600" y="861"/>
                </a:lnTo>
                <a:lnTo>
                  <a:pt x="10366" y="2496"/>
                </a:lnTo>
                <a:lnTo>
                  <a:pt x="11035" y="4137"/>
                </a:lnTo>
                <a:lnTo>
                  <a:pt x="11628" y="5794"/>
                </a:lnTo>
                <a:lnTo>
                  <a:pt x="12168" y="7474"/>
                </a:lnTo>
                <a:lnTo>
                  <a:pt x="12682" y="9185"/>
                </a:lnTo>
                <a:lnTo>
                  <a:pt x="13190" y="10937"/>
                </a:lnTo>
                <a:lnTo>
                  <a:pt x="13790" y="12368"/>
                </a:lnTo>
                <a:lnTo>
                  <a:pt x="14400" y="13823"/>
                </a:lnTo>
                <a:lnTo>
                  <a:pt x="16330" y="14212"/>
                </a:lnTo>
                <a:lnTo>
                  <a:pt x="17669" y="14406"/>
                </a:lnTo>
                <a:lnTo>
                  <a:pt x="18763" y="14406"/>
                </a:lnTo>
                <a:lnTo>
                  <a:pt x="19958" y="14212"/>
                </a:lnTo>
                <a:lnTo>
                  <a:pt x="21600" y="13823"/>
                </a:lnTo>
                <a:lnTo>
                  <a:pt x="21600" y="15363"/>
                </a:lnTo>
                <a:lnTo>
                  <a:pt x="21600" y="16908"/>
                </a:lnTo>
                <a:lnTo>
                  <a:pt x="21600" y="18458"/>
                </a:lnTo>
                <a:lnTo>
                  <a:pt x="21600" y="20021"/>
                </a:lnTo>
                <a:lnTo>
                  <a:pt x="21600" y="21600"/>
                </a:lnTo>
                <a:lnTo>
                  <a:pt x="19937" y="21600"/>
                </a:lnTo>
                <a:lnTo>
                  <a:pt x="18271" y="21600"/>
                </a:lnTo>
                <a:lnTo>
                  <a:pt x="16606" y="21600"/>
                </a:lnTo>
                <a:lnTo>
                  <a:pt x="14938" y="21600"/>
                </a:lnTo>
                <a:lnTo>
                  <a:pt x="13262" y="21600"/>
                </a:lnTo>
                <a:lnTo>
                  <a:pt x="11585" y="21600"/>
                </a:lnTo>
                <a:lnTo>
                  <a:pt x="9900" y="21600"/>
                </a:lnTo>
                <a:lnTo>
                  <a:pt x="8208" y="21600"/>
                </a:lnTo>
                <a:lnTo>
                  <a:pt x="6509" y="21600"/>
                </a:lnTo>
                <a:lnTo>
                  <a:pt x="4800" y="21600"/>
                </a:lnTo>
                <a:lnTo>
                  <a:pt x="5098" y="19995"/>
                </a:lnTo>
                <a:lnTo>
                  <a:pt x="5395" y="18391"/>
                </a:lnTo>
                <a:lnTo>
                  <a:pt x="5693" y="16781"/>
                </a:lnTo>
                <a:lnTo>
                  <a:pt x="5990" y="15168"/>
                </a:lnTo>
                <a:lnTo>
                  <a:pt x="6290" y="13548"/>
                </a:lnTo>
                <a:lnTo>
                  <a:pt x="6593" y="11920"/>
                </a:lnTo>
                <a:lnTo>
                  <a:pt x="6895" y="10284"/>
                </a:lnTo>
                <a:lnTo>
                  <a:pt x="7200" y="8638"/>
                </a:lnTo>
                <a:lnTo>
                  <a:pt x="6010" y="8316"/>
                </a:lnTo>
                <a:lnTo>
                  <a:pt x="4814" y="7992"/>
                </a:lnTo>
                <a:lnTo>
                  <a:pt x="3600" y="7666"/>
                </a:lnTo>
                <a:lnTo>
                  <a:pt x="2410" y="7132"/>
                </a:lnTo>
                <a:lnTo>
                  <a:pt x="1214" y="6590"/>
                </a:lnTo>
                <a:lnTo>
                  <a:pt x="0" y="6046"/>
                </a:lnTo>
                <a:lnTo>
                  <a:pt x="0" y="4332"/>
                </a:lnTo>
                <a:lnTo>
                  <a:pt x="0" y="2608"/>
                </a:lnTo>
                <a:lnTo>
                  <a:pt x="0" y="861"/>
                </a:lnTo>
                <a:close/>
              </a:path>
            </a:pathLst>
          </a:custGeom>
          <a:solidFill>
            <a:srgbClr val="50595B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4" name="contour_09042"/>
          <p:cNvSpPr/>
          <p:nvPr/>
        </p:nvSpPr>
        <p:spPr>
          <a:xfrm>
            <a:off x="8209365" y="3265020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274"/>
                </a:lnTo>
                <a:lnTo>
                  <a:pt x="3290" y="547"/>
                </a:lnTo>
                <a:lnTo>
                  <a:pt x="4937" y="824"/>
                </a:lnTo>
                <a:lnTo>
                  <a:pt x="6586" y="1098"/>
                </a:lnTo>
                <a:lnTo>
                  <a:pt x="8237" y="1372"/>
                </a:lnTo>
                <a:lnTo>
                  <a:pt x="9890" y="1649"/>
                </a:lnTo>
                <a:lnTo>
                  <a:pt x="11549" y="1926"/>
                </a:lnTo>
                <a:lnTo>
                  <a:pt x="13210" y="2203"/>
                </a:lnTo>
                <a:lnTo>
                  <a:pt x="14875" y="2480"/>
                </a:lnTo>
                <a:lnTo>
                  <a:pt x="16548" y="2758"/>
                </a:lnTo>
                <a:lnTo>
                  <a:pt x="18226" y="3038"/>
                </a:lnTo>
                <a:lnTo>
                  <a:pt x="19908" y="3319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20155" y="11866"/>
                </a:lnTo>
                <a:lnTo>
                  <a:pt x="19082" y="12596"/>
                </a:lnTo>
                <a:lnTo>
                  <a:pt x="18058" y="13176"/>
                </a:lnTo>
                <a:lnTo>
                  <a:pt x="16754" y="13792"/>
                </a:lnTo>
                <a:lnTo>
                  <a:pt x="14851" y="14623"/>
                </a:lnTo>
                <a:lnTo>
                  <a:pt x="13596" y="15185"/>
                </a:lnTo>
                <a:lnTo>
                  <a:pt x="12331" y="15750"/>
                </a:lnTo>
                <a:lnTo>
                  <a:pt x="11052" y="16326"/>
                </a:lnTo>
                <a:lnTo>
                  <a:pt x="9780" y="16880"/>
                </a:lnTo>
                <a:lnTo>
                  <a:pt x="8498" y="17435"/>
                </a:lnTo>
                <a:lnTo>
                  <a:pt x="7200" y="18000"/>
                </a:lnTo>
                <a:lnTo>
                  <a:pt x="5758" y="18713"/>
                </a:lnTo>
                <a:lnTo>
                  <a:pt x="4318" y="19426"/>
                </a:lnTo>
                <a:lnTo>
                  <a:pt x="2878" y="20146"/>
                </a:lnTo>
                <a:lnTo>
                  <a:pt x="1438" y="20869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17B7E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5" name="contour_09043"/>
          <p:cNvSpPr/>
          <p:nvPr/>
        </p:nvSpPr>
        <p:spPr>
          <a:xfrm>
            <a:off x="7582598" y="3265020"/>
            <a:ext cx="51016" cy="530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3" y="1960"/>
                </a:lnTo>
                <a:lnTo>
                  <a:pt x="512" y="3932"/>
                </a:lnTo>
                <a:lnTo>
                  <a:pt x="771" y="5930"/>
                </a:lnTo>
                <a:lnTo>
                  <a:pt x="1395" y="8341"/>
                </a:lnTo>
                <a:lnTo>
                  <a:pt x="1996" y="9879"/>
                </a:lnTo>
                <a:lnTo>
                  <a:pt x="3086" y="11860"/>
                </a:lnTo>
                <a:lnTo>
                  <a:pt x="5227" y="12314"/>
                </a:lnTo>
                <a:lnTo>
                  <a:pt x="7230" y="12518"/>
                </a:lnTo>
                <a:lnTo>
                  <a:pt x="9171" y="12527"/>
                </a:lnTo>
                <a:lnTo>
                  <a:pt x="11130" y="12385"/>
                </a:lnTo>
                <a:lnTo>
                  <a:pt x="13191" y="12145"/>
                </a:lnTo>
                <a:lnTo>
                  <a:pt x="15429" y="11860"/>
                </a:lnTo>
                <a:lnTo>
                  <a:pt x="15429" y="9900"/>
                </a:lnTo>
                <a:lnTo>
                  <a:pt x="15429" y="7928"/>
                </a:lnTo>
                <a:lnTo>
                  <a:pt x="15429" y="5930"/>
                </a:lnTo>
                <a:lnTo>
                  <a:pt x="17468" y="5930"/>
                </a:lnTo>
                <a:lnTo>
                  <a:pt x="19520" y="5930"/>
                </a:lnTo>
                <a:lnTo>
                  <a:pt x="21600" y="5930"/>
                </a:lnTo>
                <a:lnTo>
                  <a:pt x="21569" y="7925"/>
                </a:lnTo>
                <a:lnTo>
                  <a:pt x="21492" y="9859"/>
                </a:lnTo>
                <a:lnTo>
                  <a:pt x="21338" y="11741"/>
                </a:lnTo>
                <a:lnTo>
                  <a:pt x="21085" y="13580"/>
                </a:lnTo>
                <a:lnTo>
                  <a:pt x="20702" y="15388"/>
                </a:lnTo>
                <a:lnTo>
                  <a:pt x="20165" y="17179"/>
                </a:lnTo>
                <a:lnTo>
                  <a:pt x="19443" y="18964"/>
                </a:lnTo>
                <a:lnTo>
                  <a:pt x="18514" y="20755"/>
                </a:lnTo>
                <a:lnTo>
                  <a:pt x="16373" y="21173"/>
                </a:lnTo>
                <a:lnTo>
                  <a:pt x="14315" y="21437"/>
                </a:lnTo>
                <a:lnTo>
                  <a:pt x="12312" y="21573"/>
                </a:lnTo>
                <a:lnTo>
                  <a:pt x="10340" y="21600"/>
                </a:lnTo>
                <a:lnTo>
                  <a:pt x="8368" y="21535"/>
                </a:lnTo>
                <a:lnTo>
                  <a:pt x="6378" y="21398"/>
                </a:lnTo>
                <a:lnTo>
                  <a:pt x="4335" y="21209"/>
                </a:lnTo>
                <a:lnTo>
                  <a:pt x="2219" y="20989"/>
                </a:lnTo>
                <a:lnTo>
                  <a:pt x="0" y="20755"/>
                </a:lnTo>
                <a:lnTo>
                  <a:pt x="0" y="18700"/>
                </a:lnTo>
                <a:lnTo>
                  <a:pt x="0" y="16643"/>
                </a:lnTo>
                <a:lnTo>
                  <a:pt x="0" y="14585"/>
                </a:lnTo>
                <a:lnTo>
                  <a:pt x="0" y="12524"/>
                </a:lnTo>
                <a:lnTo>
                  <a:pt x="0" y="10455"/>
                </a:lnTo>
                <a:lnTo>
                  <a:pt x="0" y="8382"/>
                </a:lnTo>
                <a:lnTo>
                  <a:pt x="0" y="6301"/>
                </a:lnTo>
                <a:lnTo>
                  <a:pt x="0" y="4210"/>
                </a:lnTo>
                <a:lnTo>
                  <a:pt x="0" y="2111"/>
                </a:lnTo>
                <a:lnTo>
                  <a:pt x="0" y="0"/>
                </a:lnTo>
                <a:close/>
              </a:path>
            </a:pathLst>
          </a:custGeom>
          <a:solidFill>
            <a:srgbClr val="6B3B44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6" name="contour_09044"/>
          <p:cNvSpPr/>
          <p:nvPr/>
        </p:nvSpPr>
        <p:spPr>
          <a:xfrm>
            <a:off x="7429550" y="3242464"/>
            <a:ext cx="58311" cy="444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40" y="4986"/>
                </a:moveTo>
                <a:lnTo>
                  <a:pt x="20523" y="7541"/>
                </a:lnTo>
                <a:lnTo>
                  <a:pt x="21049" y="9459"/>
                </a:lnTo>
                <a:lnTo>
                  <a:pt x="21368" y="11107"/>
                </a:lnTo>
                <a:lnTo>
                  <a:pt x="21530" y="12850"/>
                </a:lnTo>
                <a:lnTo>
                  <a:pt x="21589" y="15044"/>
                </a:lnTo>
                <a:lnTo>
                  <a:pt x="21600" y="18056"/>
                </a:lnTo>
                <a:lnTo>
                  <a:pt x="19816" y="18350"/>
                </a:lnTo>
                <a:lnTo>
                  <a:pt x="18034" y="18641"/>
                </a:lnTo>
                <a:lnTo>
                  <a:pt x="16249" y="18935"/>
                </a:lnTo>
                <a:lnTo>
                  <a:pt x="14462" y="19226"/>
                </a:lnTo>
                <a:lnTo>
                  <a:pt x="12672" y="19520"/>
                </a:lnTo>
                <a:lnTo>
                  <a:pt x="10880" y="19814"/>
                </a:lnTo>
                <a:lnTo>
                  <a:pt x="9082" y="20112"/>
                </a:lnTo>
                <a:lnTo>
                  <a:pt x="7281" y="20406"/>
                </a:lnTo>
                <a:lnTo>
                  <a:pt x="5472" y="20703"/>
                </a:lnTo>
                <a:lnTo>
                  <a:pt x="3655" y="21001"/>
                </a:lnTo>
                <a:lnTo>
                  <a:pt x="1833" y="21302"/>
                </a:lnTo>
                <a:lnTo>
                  <a:pt x="0" y="21600"/>
                </a:lnTo>
                <a:lnTo>
                  <a:pt x="238" y="17624"/>
                </a:lnTo>
                <a:lnTo>
                  <a:pt x="437" y="14565"/>
                </a:lnTo>
                <a:lnTo>
                  <a:pt x="637" y="12219"/>
                </a:lnTo>
                <a:lnTo>
                  <a:pt x="867" y="10377"/>
                </a:lnTo>
                <a:lnTo>
                  <a:pt x="1153" y="8828"/>
                </a:lnTo>
                <a:lnTo>
                  <a:pt x="1536" y="7368"/>
                </a:lnTo>
                <a:lnTo>
                  <a:pt x="2041" y="5791"/>
                </a:lnTo>
                <a:lnTo>
                  <a:pt x="2700" y="3881"/>
                </a:lnTo>
                <a:lnTo>
                  <a:pt x="4784" y="2381"/>
                </a:lnTo>
                <a:lnTo>
                  <a:pt x="6803" y="1212"/>
                </a:lnTo>
                <a:lnTo>
                  <a:pt x="8763" y="408"/>
                </a:lnTo>
                <a:lnTo>
                  <a:pt x="10672" y="0"/>
                </a:lnTo>
                <a:lnTo>
                  <a:pt x="12540" y="18"/>
                </a:lnTo>
                <a:lnTo>
                  <a:pt x="14370" y="493"/>
                </a:lnTo>
                <a:lnTo>
                  <a:pt x="16176" y="1460"/>
                </a:lnTo>
                <a:lnTo>
                  <a:pt x="17964" y="2949"/>
                </a:lnTo>
                <a:lnTo>
                  <a:pt x="19740" y="4986"/>
                </a:lnTo>
                <a:close/>
              </a:path>
            </a:pathLst>
          </a:custGeom>
          <a:solidFill>
            <a:srgbClr val="C0D2D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7" name="contour_09045"/>
          <p:cNvSpPr/>
          <p:nvPr/>
        </p:nvSpPr>
        <p:spPr>
          <a:xfrm>
            <a:off x="7210910" y="3256471"/>
            <a:ext cx="65592" cy="37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722"/>
                </a:moveTo>
                <a:lnTo>
                  <a:pt x="6415" y="501"/>
                </a:lnTo>
                <a:lnTo>
                  <a:pt x="8018" y="305"/>
                </a:lnTo>
                <a:lnTo>
                  <a:pt x="9617" y="146"/>
                </a:lnTo>
                <a:lnTo>
                  <a:pt x="11210" y="42"/>
                </a:lnTo>
                <a:lnTo>
                  <a:pt x="12804" y="0"/>
                </a:lnTo>
                <a:lnTo>
                  <a:pt x="14395" y="33"/>
                </a:lnTo>
                <a:lnTo>
                  <a:pt x="15991" y="159"/>
                </a:lnTo>
                <a:lnTo>
                  <a:pt x="17592" y="384"/>
                </a:lnTo>
                <a:lnTo>
                  <a:pt x="19200" y="722"/>
                </a:lnTo>
                <a:lnTo>
                  <a:pt x="20227" y="3829"/>
                </a:lnTo>
                <a:lnTo>
                  <a:pt x="20866" y="6034"/>
                </a:lnTo>
                <a:lnTo>
                  <a:pt x="21230" y="7938"/>
                </a:lnTo>
                <a:lnTo>
                  <a:pt x="21437" y="10142"/>
                </a:lnTo>
                <a:lnTo>
                  <a:pt x="21600" y="13249"/>
                </a:lnTo>
                <a:lnTo>
                  <a:pt x="19903" y="13249"/>
                </a:lnTo>
                <a:lnTo>
                  <a:pt x="18204" y="13249"/>
                </a:lnTo>
                <a:lnTo>
                  <a:pt x="16500" y="13249"/>
                </a:lnTo>
                <a:lnTo>
                  <a:pt x="14789" y="13249"/>
                </a:lnTo>
                <a:lnTo>
                  <a:pt x="13070" y="13249"/>
                </a:lnTo>
                <a:lnTo>
                  <a:pt x="11342" y="13249"/>
                </a:lnTo>
                <a:lnTo>
                  <a:pt x="9600" y="13249"/>
                </a:lnTo>
                <a:lnTo>
                  <a:pt x="9600" y="16009"/>
                </a:lnTo>
                <a:lnTo>
                  <a:pt x="9600" y="18786"/>
                </a:lnTo>
                <a:lnTo>
                  <a:pt x="9600" y="21600"/>
                </a:lnTo>
                <a:lnTo>
                  <a:pt x="8016" y="21600"/>
                </a:lnTo>
                <a:lnTo>
                  <a:pt x="6430" y="21600"/>
                </a:lnTo>
                <a:lnTo>
                  <a:pt x="4836" y="21600"/>
                </a:lnTo>
                <a:lnTo>
                  <a:pt x="3235" y="21600"/>
                </a:lnTo>
                <a:lnTo>
                  <a:pt x="1625" y="21600"/>
                </a:lnTo>
                <a:lnTo>
                  <a:pt x="0" y="21600"/>
                </a:lnTo>
                <a:lnTo>
                  <a:pt x="0" y="18840"/>
                </a:lnTo>
                <a:lnTo>
                  <a:pt x="0" y="16063"/>
                </a:lnTo>
                <a:lnTo>
                  <a:pt x="0" y="13249"/>
                </a:lnTo>
                <a:lnTo>
                  <a:pt x="1586" y="13249"/>
                </a:lnTo>
                <a:lnTo>
                  <a:pt x="3182" y="13249"/>
                </a:lnTo>
                <a:lnTo>
                  <a:pt x="4800" y="13249"/>
                </a:lnTo>
                <a:lnTo>
                  <a:pt x="4800" y="10769"/>
                </a:lnTo>
                <a:lnTo>
                  <a:pt x="4800" y="8280"/>
                </a:lnTo>
                <a:lnTo>
                  <a:pt x="4800" y="5783"/>
                </a:lnTo>
                <a:lnTo>
                  <a:pt x="4800" y="3265"/>
                </a:lnTo>
                <a:lnTo>
                  <a:pt x="4800" y="722"/>
                </a:lnTo>
                <a:close/>
              </a:path>
            </a:pathLst>
          </a:custGeom>
          <a:solidFill>
            <a:srgbClr val="444B50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8" name="contour_09046"/>
          <p:cNvSpPr/>
          <p:nvPr/>
        </p:nvSpPr>
        <p:spPr>
          <a:xfrm>
            <a:off x="8704949" y="3235868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76" y="0"/>
                </a:lnTo>
                <a:lnTo>
                  <a:pt x="8356" y="0"/>
                </a:lnTo>
                <a:lnTo>
                  <a:pt x="10746" y="0"/>
                </a:lnTo>
                <a:lnTo>
                  <a:pt x="13147" y="0"/>
                </a:lnTo>
                <a:lnTo>
                  <a:pt x="15563" y="0"/>
                </a:lnTo>
                <a:lnTo>
                  <a:pt x="18000" y="0"/>
                </a:lnTo>
                <a:lnTo>
                  <a:pt x="18274" y="1644"/>
                </a:lnTo>
                <a:lnTo>
                  <a:pt x="18547" y="3290"/>
                </a:lnTo>
                <a:lnTo>
                  <a:pt x="18824" y="4937"/>
                </a:lnTo>
                <a:lnTo>
                  <a:pt x="19098" y="6586"/>
                </a:lnTo>
                <a:lnTo>
                  <a:pt x="19372" y="8237"/>
                </a:lnTo>
                <a:lnTo>
                  <a:pt x="19649" y="9890"/>
                </a:lnTo>
                <a:lnTo>
                  <a:pt x="19926" y="11549"/>
                </a:lnTo>
                <a:lnTo>
                  <a:pt x="20203" y="13210"/>
                </a:lnTo>
                <a:lnTo>
                  <a:pt x="20480" y="14875"/>
                </a:lnTo>
                <a:lnTo>
                  <a:pt x="20758" y="16548"/>
                </a:lnTo>
                <a:lnTo>
                  <a:pt x="21038" y="18226"/>
                </a:lnTo>
                <a:lnTo>
                  <a:pt x="21319" y="19908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893" y="20412"/>
                </a:lnTo>
                <a:lnTo>
                  <a:pt x="1786" y="19217"/>
                </a:lnTo>
                <a:lnTo>
                  <a:pt x="2689" y="18017"/>
                </a:lnTo>
                <a:lnTo>
                  <a:pt x="3600" y="16800"/>
                </a:lnTo>
                <a:lnTo>
                  <a:pt x="6210" y="16476"/>
                </a:lnTo>
                <a:lnTo>
                  <a:pt x="8136" y="16399"/>
                </a:lnTo>
                <a:lnTo>
                  <a:pt x="11023" y="16500"/>
                </a:lnTo>
                <a:lnTo>
                  <a:pt x="13327" y="16598"/>
                </a:lnTo>
                <a:lnTo>
                  <a:pt x="15649" y="16699"/>
                </a:lnTo>
                <a:lnTo>
                  <a:pt x="18000" y="16800"/>
                </a:lnTo>
                <a:lnTo>
                  <a:pt x="16434" y="15581"/>
                </a:lnTo>
                <a:lnTo>
                  <a:pt x="14850" y="14345"/>
                </a:lnTo>
                <a:lnTo>
                  <a:pt x="13511" y="13272"/>
                </a:lnTo>
                <a:lnTo>
                  <a:pt x="12164" y="12194"/>
                </a:lnTo>
                <a:lnTo>
                  <a:pt x="10800" y="11100"/>
                </a:lnTo>
                <a:lnTo>
                  <a:pt x="9461" y="10042"/>
                </a:lnTo>
                <a:lnTo>
                  <a:pt x="8114" y="8974"/>
                </a:lnTo>
                <a:lnTo>
                  <a:pt x="6750" y="7894"/>
                </a:lnTo>
                <a:lnTo>
                  <a:pt x="5213" y="6346"/>
                </a:lnTo>
                <a:lnTo>
                  <a:pt x="4280" y="5160"/>
                </a:lnTo>
                <a:lnTo>
                  <a:pt x="3802" y="3960"/>
                </a:lnTo>
                <a:lnTo>
                  <a:pt x="3625" y="2366"/>
                </a:lnTo>
                <a:lnTo>
                  <a:pt x="3600" y="0"/>
                </a:lnTo>
                <a:close/>
              </a:path>
            </a:pathLst>
          </a:custGeom>
          <a:solidFill>
            <a:srgbClr val="C0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9049" name="contour_09047"/>
          <p:cNvSpPr/>
          <p:nvPr/>
        </p:nvSpPr>
        <p:spPr>
          <a:xfrm>
            <a:off x="4886041" y="3211271"/>
            <a:ext cx="43728" cy="46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655" y="64"/>
                </a:lnTo>
                <a:lnTo>
                  <a:pt x="15520" y="393"/>
                </a:lnTo>
                <a:lnTo>
                  <a:pt x="18000" y="1271"/>
                </a:lnTo>
                <a:lnTo>
                  <a:pt x="18886" y="3381"/>
                </a:lnTo>
                <a:lnTo>
                  <a:pt x="19580" y="5445"/>
                </a:lnTo>
                <a:lnTo>
                  <a:pt x="20120" y="7481"/>
                </a:lnTo>
                <a:lnTo>
                  <a:pt x="20538" y="9521"/>
                </a:lnTo>
                <a:lnTo>
                  <a:pt x="20862" y="11588"/>
                </a:lnTo>
                <a:lnTo>
                  <a:pt x="21125" y="13709"/>
                </a:lnTo>
                <a:lnTo>
                  <a:pt x="21362" y="15908"/>
                </a:lnTo>
                <a:lnTo>
                  <a:pt x="21600" y="18212"/>
                </a:lnTo>
                <a:lnTo>
                  <a:pt x="19372" y="18632"/>
                </a:lnTo>
                <a:lnTo>
                  <a:pt x="17143" y="19052"/>
                </a:lnTo>
                <a:lnTo>
                  <a:pt x="14908" y="19472"/>
                </a:lnTo>
                <a:lnTo>
                  <a:pt x="12668" y="19892"/>
                </a:lnTo>
                <a:lnTo>
                  <a:pt x="10418" y="20316"/>
                </a:lnTo>
                <a:lnTo>
                  <a:pt x="8158" y="20743"/>
                </a:lnTo>
                <a:lnTo>
                  <a:pt x="5886" y="21170"/>
                </a:lnTo>
                <a:lnTo>
                  <a:pt x="3600" y="21600"/>
                </a:lnTo>
                <a:lnTo>
                  <a:pt x="2556" y="17331"/>
                </a:lnTo>
                <a:lnTo>
                  <a:pt x="1764" y="14075"/>
                </a:lnTo>
                <a:lnTo>
                  <a:pt x="1184" y="11632"/>
                </a:lnTo>
                <a:lnTo>
                  <a:pt x="778" y="9802"/>
                </a:lnTo>
                <a:lnTo>
                  <a:pt x="497" y="8389"/>
                </a:lnTo>
                <a:lnTo>
                  <a:pt x="302" y="7193"/>
                </a:lnTo>
                <a:lnTo>
                  <a:pt x="151" y="6018"/>
                </a:lnTo>
                <a:lnTo>
                  <a:pt x="0" y="4659"/>
                </a:lnTo>
                <a:lnTo>
                  <a:pt x="2138" y="2768"/>
                </a:lnTo>
                <a:lnTo>
                  <a:pt x="3956" y="1528"/>
                </a:lnTo>
                <a:lnTo>
                  <a:pt x="5785" y="766"/>
                </a:lnTo>
                <a:lnTo>
                  <a:pt x="7956" y="312"/>
                </a:lnTo>
                <a:lnTo>
                  <a:pt x="10800" y="0"/>
                </a:lnTo>
                <a:close/>
              </a:path>
            </a:pathLst>
          </a:custGeom>
          <a:solidFill>
            <a:srgbClr val="ABA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0" name="contour_09048"/>
          <p:cNvSpPr/>
          <p:nvPr/>
        </p:nvSpPr>
        <p:spPr>
          <a:xfrm>
            <a:off x="8012589" y="3192140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04" y="1506"/>
                </a:lnTo>
                <a:lnTo>
                  <a:pt x="10800" y="2651"/>
                </a:lnTo>
                <a:lnTo>
                  <a:pt x="11896" y="4011"/>
                </a:lnTo>
                <a:lnTo>
                  <a:pt x="13500" y="6171"/>
                </a:lnTo>
                <a:lnTo>
                  <a:pt x="13662" y="8652"/>
                </a:lnTo>
                <a:lnTo>
                  <a:pt x="13743" y="10374"/>
                </a:lnTo>
                <a:lnTo>
                  <a:pt x="13743" y="11781"/>
                </a:lnTo>
                <a:lnTo>
                  <a:pt x="13662" y="13318"/>
                </a:lnTo>
                <a:lnTo>
                  <a:pt x="13500" y="15429"/>
                </a:lnTo>
                <a:lnTo>
                  <a:pt x="15104" y="15429"/>
                </a:lnTo>
                <a:lnTo>
                  <a:pt x="16713" y="15429"/>
                </a:lnTo>
                <a:lnTo>
                  <a:pt x="18328" y="15429"/>
                </a:lnTo>
                <a:lnTo>
                  <a:pt x="19956" y="15429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672" y="17524"/>
                </a:lnTo>
                <a:lnTo>
                  <a:pt x="1156" y="14716"/>
                </a:lnTo>
                <a:lnTo>
                  <a:pt x="1523" y="12824"/>
                </a:lnTo>
                <a:lnTo>
                  <a:pt x="1855" y="11513"/>
                </a:lnTo>
                <a:lnTo>
                  <a:pt x="2222" y="10439"/>
                </a:lnTo>
                <a:lnTo>
                  <a:pt x="2700" y="9257"/>
                </a:lnTo>
                <a:lnTo>
                  <a:pt x="4485" y="9257"/>
                </a:lnTo>
                <a:lnTo>
                  <a:pt x="6280" y="9257"/>
                </a:lnTo>
                <a:lnTo>
                  <a:pt x="8100" y="9257"/>
                </a:lnTo>
                <a:lnTo>
                  <a:pt x="8100" y="7424"/>
                </a:lnTo>
                <a:lnTo>
                  <a:pt x="8100" y="5585"/>
                </a:lnTo>
                <a:lnTo>
                  <a:pt x="8100" y="3740"/>
                </a:lnTo>
                <a:lnTo>
                  <a:pt x="8100" y="1879"/>
                </a:lnTo>
                <a:lnTo>
                  <a:pt x="8100" y="0"/>
                </a:lnTo>
                <a:close/>
              </a:path>
            </a:pathLst>
          </a:custGeom>
          <a:solidFill>
            <a:srgbClr val="DD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1" name="contour_09049"/>
          <p:cNvSpPr/>
          <p:nvPr/>
        </p:nvSpPr>
        <p:spPr>
          <a:xfrm>
            <a:off x="4746972" y="3184852"/>
            <a:ext cx="88054" cy="39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" y="0"/>
                </a:moveTo>
                <a:lnTo>
                  <a:pt x="451" y="1915"/>
                </a:lnTo>
                <a:lnTo>
                  <a:pt x="762" y="3861"/>
                </a:lnTo>
                <a:lnTo>
                  <a:pt x="1471" y="6231"/>
                </a:lnTo>
                <a:lnTo>
                  <a:pt x="2038" y="7579"/>
                </a:lnTo>
                <a:lnTo>
                  <a:pt x="2764" y="8400"/>
                </a:lnTo>
                <a:lnTo>
                  <a:pt x="3942" y="9193"/>
                </a:lnTo>
                <a:lnTo>
                  <a:pt x="5167" y="9379"/>
                </a:lnTo>
                <a:lnTo>
                  <a:pt x="6411" y="9569"/>
                </a:lnTo>
                <a:lnTo>
                  <a:pt x="6803" y="9637"/>
                </a:lnTo>
                <a:lnTo>
                  <a:pt x="7496" y="9755"/>
                </a:lnTo>
                <a:lnTo>
                  <a:pt x="9082" y="10033"/>
                </a:lnTo>
                <a:lnTo>
                  <a:pt x="10006" y="10156"/>
                </a:lnTo>
                <a:lnTo>
                  <a:pt x="10936" y="10279"/>
                </a:lnTo>
                <a:lnTo>
                  <a:pt x="11878" y="10406"/>
                </a:lnTo>
                <a:lnTo>
                  <a:pt x="12809" y="10560"/>
                </a:lnTo>
                <a:lnTo>
                  <a:pt x="13748" y="10715"/>
                </a:lnTo>
                <a:lnTo>
                  <a:pt x="14697" y="10869"/>
                </a:lnTo>
                <a:lnTo>
                  <a:pt x="15847" y="11056"/>
                </a:lnTo>
                <a:lnTo>
                  <a:pt x="16996" y="11234"/>
                </a:lnTo>
                <a:lnTo>
                  <a:pt x="18148" y="11405"/>
                </a:lnTo>
                <a:lnTo>
                  <a:pt x="19297" y="11575"/>
                </a:lnTo>
                <a:lnTo>
                  <a:pt x="20449" y="11734"/>
                </a:lnTo>
                <a:lnTo>
                  <a:pt x="21600" y="11892"/>
                </a:lnTo>
                <a:lnTo>
                  <a:pt x="20849" y="14056"/>
                </a:lnTo>
                <a:lnTo>
                  <a:pt x="20100" y="15939"/>
                </a:lnTo>
                <a:lnTo>
                  <a:pt x="19308" y="17549"/>
                </a:lnTo>
                <a:lnTo>
                  <a:pt x="18430" y="18889"/>
                </a:lnTo>
                <a:lnTo>
                  <a:pt x="17424" y="19971"/>
                </a:lnTo>
                <a:lnTo>
                  <a:pt x="16249" y="20795"/>
                </a:lnTo>
                <a:lnTo>
                  <a:pt x="15184" y="21029"/>
                </a:lnTo>
                <a:lnTo>
                  <a:pt x="14122" y="21219"/>
                </a:lnTo>
                <a:lnTo>
                  <a:pt x="13063" y="21362"/>
                </a:lnTo>
                <a:lnTo>
                  <a:pt x="12003" y="21461"/>
                </a:lnTo>
                <a:lnTo>
                  <a:pt x="10939" y="21525"/>
                </a:lnTo>
                <a:lnTo>
                  <a:pt x="9869" y="21556"/>
                </a:lnTo>
                <a:lnTo>
                  <a:pt x="8762" y="21576"/>
                </a:lnTo>
                <a:lnTo>
                  <a:pt x="7641" y="21600"/>
                </a:lnTo>
                <a:lnTo>
                  <a:pt x="6457" y="21473"/>
                </a:lnTo>
                <a:lnTo>
                  <a:pt x="5317" y="21267"/>
                </a:lnTo>
                <a:lnTo>
                  <a:pt x="4198" y="20950"/>
                </a:lnTo>
                <a:lnTo>
                  <a:pt x="3077" y="20482"/>
                </a:lnTo>
                <a:lnTo>
                  <a:pt x="1934" y="19820"/>
                </a:lnTo>
                <a:lnTo>
                  <a:pt x="1244" y="17446"/>
                </a:lnTo>
                <a:lnTo>
                  <a:pt x="728" y="15107"/>
                </a:lnTo>
                <a:lnTo>
                  <a:pt x="366" y="12772"/>
                </a:lnTo>
                <a:lnTo>
                  <a:pt x="139" y="10406"/>
                </a:lnTo>
                <a:lnTo>
                  <a:pt x="23" y="7980"/>
                </a:lnTo>
                <a:lnTo>
                  <a:pt x="0" y="5458"/>
                </a:lnTo>
                <a:lnTo>
                  <a:pt x="48" y="2807"/>
                </a:lnTo>
                <a:lnTo>
                  <a:pt x="147" y="0"/>
                </a:lnTo>
                <a:close/>
              </a:path>
            </a:pathLst>
          </a:custGeom>
          <a:solidFill>
            <a:srgbClr val="C8D6DD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2" name="contour_09050"/>
          <p:cNvSpPr/>
          <p:nvPr/>
        </p:nvSpPr>
        <p:spPr>
          <a:xfrm>
            <a:off x="7690854" y="3185341"/>
            <a:ext cx="59368" cy="359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7" y="1624"/>
                </a:moveTo>
                <a:lnTo>
                  <a:pt x="14613" y="1822"/>
                </a:lnTo>
                <a:lnTo>
                  <a:pt x="15735" y="2172"/>
                </a:lnTo>
                <a:lnTo>
                  <a:pt x="18307" y="2977"/>
                </a:lnTo>
                <a:lnTo>
                  <a:pt x="19940" y="3525"/>
                </a:lnTo>
                <a:lnTo>
                  <a:pt x="21600" y="4085"/>
                </a:lnTo>
                <a:lnTo>
                  <a:pt x="20940" y="4427"/>
                </a:lnTo>
                <a:lnTo>
                  <a:pt x="18948" y="5451"/>
                </a:lnTo>
                <a:lnTo>
                  <a:pt x="17633" y="6949"/>
                </a:lnTo>
                <a:lnTo>
                  <a:pt x="16297" y="8464"/>
                </a:lnTo>
                <a:lnTo>
                  <a:pt x="16297" y="11065"/>
                </a:lnTo>
                <a:lnTo>
                  <a:pt x="16297" y="13675"/>
                </a:lnTo>
                <a:lnTo>
                  <a:pt x="16297" y="16297"/>
                </a:lnTo>
                <a:lnTo>
                  <a:pt x="16297" y="18933"/>
                </a:lnTo>
                <a:lnTo>
                  <a:pt x="16297" y="21600"/>
                </a:lnTo>
                <a:lnTo>
                  <a:pt x="14547" y="21600"/>
                </a:lnTo>
                <a:lnTo>
                  <a:pt x="12794" y="21600"/>
                </a:lnTo>
                <a:lnTo>
                  <a:pt x="11041" y="21600"/>
                </a:lnTo>
                <a:lnTo>
                  <a:pt x="9283" y="21600"/>
                </a:lnTo>
                <a:lnTo>
                  <a:pt x="7520" y="21600"/>
                </a:lnTo>
                <a:lnTo>
                  <a:pt x="5749" y="21600"/>
                </a:lnTo>
                <a:lnTo>
                  <a:pt x="3972" y="21600"/>
                </a:lnTo>
                <a:lnTo>
                  <a:pt x="2185" y="21600"/>
                </a:lnTo>
                <a:lnTo>
                  <a:pt x="387" y="21600"/>
                </a:lnTo>
                <a:lnTo>
                  <a:pt x="172" y="15995"/>
                </a:lnTo>
                <a:lnTo>
                  <a:pt x="42" y="12111"/>
                </a:lnTo>
                <a:lnTo>
                  <a:pt x="0" y="9467"/>
                </a:lnTo>
                <a:lnTo>
                  <a:pt x="42" y="7571"/>
                </a:lnTo>
                <a:lnTo>
                  <a:pt x="172" y="5937"/>
                </a:lnTo>
                <a:lnTo>
                  <a:pt x="387" y="4085"/>
                </a:lnTo>
                <a:lnTo>
                  <a:pt x="2023" y="2216"/>
                </a:lnTo>
                <a:lnTo>
                  <a:pt x="3630" y="972"/>
                </a:lnTo>
                <a:lnTo>
                  <a:pt x="5232" y="263"/>
                </a:lnTo>
                <a:lnTo>
                  <a:pt x="6849" y="0"/>
                </a:lnTo>
                <a:lnTo>
                  <a:pt x="8512" y="96"/>
                </a:lnTo>
                <a:lnTo>
                  <a:pt x="10235" y="455"/>
                </a:lnTo>
                <a:lnTo>
                  <a:pt x="12052" y="994"/>
                </a:lnTo>
                <a:lnTo>
                  <a:pt x="13977" y="1624"/>
                </a:lnTo>
                <a:close/>
              </a:path>
            </a:pathLst>
          </a:custGeom>
          <a:solidFill>
            <a:srgbClr val="D6E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3" name="contour_09051"/>
          <p:cNvSpPr/>
          <p:nvPr/>
        </p:nvSpPr>
        <p:spPr>
          <a:xfrm>
            <a:off x="6962812" y="3155030"/>
            <a:ext cx="58610" cy="46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78" y="101"/>
                </a:moveTo>
                <a:lnTo>
                  <a:pt x="15328" y="131"/>
                </a:lnTo>
                <a:lnTo>
                  <a:pt x="16787" y="158"/>
                </a:lnTo>
                <a:lnTo>
                  <a:pt x="18264" y="188"/>
                </a:lnTo>
                <a:lnTo>
                  <a:pt x="19094" y="219"/>
                </a:lnTo>
                <a:lnTo>
                  <a:pt x="21600" y="310"/>
                </a:lnTo>
                <a:lnTo>
                  <a:pt x="21600" y="2533"/>
                </a:lnTo>
                <a:lnTo>
                  <a:pt x="21600" y="4771"/>
                </a:lnTo>
                <a:lnTo>
                  <a:pt x="21600" y="7039"/>
                </a:lnTo>
                <a:lnTo>
                  <a:pt x="20005" y="7039"/>
                </a:lnTo>
                <a:lnTo>
                  <a:pt x="18404" y="7039"/>
                </a:lnTo>
                <a:lnTo>
                  <a:pt x="16798" y="7039"/>
                </a:lnTo>
                <a:lnTo>
                  <a:pt x="15178" y="7039"/>
                </a:lnTo>
                <a:lnTo>
                  <a:pt x="13542" y="7039"/>
                </a:lnTo>
                <a:lnTo>
                  <a:pt x="13542" y="9259"/>
                </a:lnTo>
                <a:lnTo>
                  <a:pt x="13542" y="11483"/>
                </a:lnTo>
                <a:lnTo>
                  <a:pt x="13542" y="13717"/>
                </a:lnTo>
                <a:lnTo>
                  <a:pt x="13542" y="15958"/>
                </a:lnTo>
                <a:lnTo>
                  <a:pt x="13542" y="18219"/>
                </a:lnTo>
                <a:lnTo>
                  <a:pt x="13542" y="20496"/>
                </a:lnTo>
                <a:lnTo>
                  <a:pt x="10456" y="21109"/>
                </a:lnTo>
                <a:lnTo>
                  <a:pt x="8286" y="21476"/>
                </a:lnTo>
                <a:lnTo>
                  <a:pt x="6734" y="21600"/>
                </a:lnTo>
                <a:lnTo>
                  <a:pt x="5501" y="21476"/>
                </a:lnTo>
                <a:lnTo>
                  <a:pt x="4289" y="21109"/>
                </a:lnTo>
                <a:lnTo>
                  <a:pt x="2799" y="20496"/>
                </a:lnTo>
                <a:lnTo>
                  <a:pt x="2022" y="18471"/>
                </a:lnTo>
                <a:lnTo>
                  <a:pt x="1370" y="16442"/>
                </a:lnTo>
                <a:lnTo>
                  <a:pt x="843" y="14400"/>
                </a:lnTo>
                <a:lnTo>
                  <a:pt x="440" y="12331"/>
                </a:lnTo>
                <a:lnTo>
                  <a:pt x="167" y="10235"/>
                </a:lnTo>
                <a:lnTo>
                  <a:pt x="19" y="8098"/>
                </a:lnTo>
                <a:lnTo>
                  <a:pt x="0" y="5911"/>
                </a:lnTo>
                <a:lnTo>
                  <a:pt x="113" y="3674"/>
                </a:lnTo>
                <a:lnTo>
                  <a:pt x="1679" y="2291"/>
                </a:lnTo>
                <a:lnTo>
                  <a:pt x="3282" y="1299"/>
                </a:lnTo>
                <a:lnTo>
                  <a:pt x="4926" y="633"/>
                </a:lnTo>
                <a:lnTo>
                  <a:pt x="6613" y="236"/>
                </a:lnTo>
                <a:lnTo>
                  <a:pt x="8348" y="47"/>
                </a:lnTo>
                <a:lnTo>
                  <a:pt x="10137" y="0"/>
                </a:lnTo>
                <a:lnTo>
                  <a:pt x="11976" y="37"/>
                </a:lnTo>
                <a:lnTo>
                  <a:pt x="13878" y="101"/>
                </a:lnTo>
                <a:close/>
              </a:path>
            </a:pathLst>
          </a:custGeom>
          <a:solidFill>
            <a:srgbClr val="C4CCD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4" name="contour_09052"/>
          <p:cNvSpPr/>
          <p:nvPr/>
        </p:nvSpPr>
        <p:spPr>
          <a:xfrm>
            <a:off x="7429550" y="3141124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30" y="1814"/>
                </a:lnTo>
                <a:lnTo>
                  <a:pt x="21248" y="3629"/>
                </a:lnTo>
                <a:lnTo>
                  <a:pt x="21054" y="5443"/>
                </a:lnTo>
                <a:lnTo>
                  <a:pt x="20850" y="7255"/>
                </a:lnTo>
                <a:lnTo>
                  <a:pt x="20637" y="9066"/>
                </a:lnTo>
                <a:lnTo>
                  <a:pt x="20455" y="10751"/>
                </a:lnTo>
                <a:lnTo>
                  <a:pt x="20276" y="12445"/>
                </a:lnTo>
                <a:lnTo>
                  <a:pt x="20094" y="14163"/>
                </a:lnTo>
                <a:lnTo>
                  <a:pt x="19573" y="15601"/>
                </a:lnTo>
                <a:lnTo>
                  <a:pt x="19048" y="17049"/>
                </a:lnTo>
                <a:lnTo>
                  <a:pt x="18514" y="18514"/>
                </a:lnTo>
                <a:lnTo>
                  <a:pt x="16681" y="19125"/>
                </a:lnTo>
                <a:lnTo>
                  <a:pt x="14842" y="19739"/>
                </a:lnTo>
                <a:lnTo>
                  <a:pt x="12997" y="20353"/>
                </a:lnTo>
                <a:lnTo>
                  <a:pt x="11136" y="20974"/>
                </a:lnTo>
                <a:lnTo>
                  <a:pt x="9257" y="21600"/>
                </a:lnTo>
                <a:lnTo>
                  <a:pt x="8341" y="19767"/>
                </a:lnTo>
                <a:lnTo>
                  <a:pt x="7424" y="17934"/>
                </a:lnTo>
                <a:lnTo>
                  <a:pt x="6505" y="16095"/>
                </a:lnTo>
                <a:lnTo>
                  <a:pt x="5585" y="14256"/>
                </a:lnTo>
                <a:lnTo>
                  <a:pt x="4663" y="12411"/>
                </a:lnTo>
                <a:lnTo>
                  <a:pt x="3740" y="10562"/>
                </a:lnTo>
                <a:lnTo>
                  <a:pt x="2811" y="8705"/>
                </a:lnTo>
                <a:lnTo>
                  <a:pt x="1879" y="6841"/>
                </a:lnTo>
                <a:lnTo>
                  <a:pt x="941" y="4968"/>
                </a:lnTo>
                <a:lnTo>
                  <a:pt x="0" y="3086"/>
                </a:lnTo>
                <a:lnTo>
                  <a:pt x="3977" y="2249"/>
                </a:lnTo>
                <a:lnTo>
                  <a:pt x="7208" y="1580"/>
                </a:lnTo>
                <a:lnTo>
                  <a:pt x="9819" y="1058"/>
                </a:lnTo>
                <a:lnTo>
                  <a:pt x="11936" y="667"/>
                </a:lnTo>
                <a:lnTo>
                  <a:pt x="13694" y="386"/>
                </a:lnTo>
                <a:lnTo>
                  <a:pt x="15219" y="197"/>
                </a:lnTo>
                <a:lnTo>
                  <a:pt x="16641" y="83"/>
                </a:lnTo>
                <a:lnTo>
                  <a:pt x="18095" y="25"/>
                </a:lnTo>
                <a:lnTo>
                  <a:pt x="19705" y="3"/>
                </a:lnTo>
                <a:lnTo>
                  <a:pt x="21600" y="0"/>
                </a:lnTo>
                <a:close/>
              </a:path>
            </a:pathLst>
          </a:custGeom>
          <a:solidFill>
            <a:srgbClr val="6C727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5" name="contour_09053"/>
          <p:cNvSpPr/>
          <p:nvPr/>
        </p:nvSpPr>
        <p:spPr>
          <a:xfrm>
            <a:off x="10607034" y="3117599"/>
            <a:ext cx="58384" cy="324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" y="1104"/>
                </a:moveTo>
                <a:lnTo>
                  <a:pt x="1858" y="751"/>
                </a:lnTo>
                <a:lnTo>
                  <a:pt x="3664" y="446"/>
                </a:lnTo>
                <a:lnTo>
                  <a:pt x="5457" y="208"/>
                </a:lnTo>
                <a:lnTo>
                  <a:pt x="7240" y="53"/>
                </a:lnTo>
                <a:lnTo>
                  <a:pt x="9019" y="0"/>
                </a:lnTo>
                <a:lnTo>
                  <a:pt x="10801" y="63"/>
                </a:lnTo>
                <a:lnTo>
                  <a:pt x="12589" y="257"/>
                </a:lnTo>
                <a:lnTo>
                  <a:pt x="14390" y="596"/>
                </a:lnTo>
                <a:lnTo>
                  <a:pt x="16207" y="1104"/>
                </a:lnTo>
                <a:lnTo>
                  <a:pt x="17407" y="3594"/>
                </a:lnTo>
                <a:lnTo>
                  <a:pt x="18416" y="6138"/>
                </a:lnTo>
                <a:lnTo>
                  <a:pt x="19262" y="8749"/>
                </a:lnTo>
                <a:lnTo>
                  <a:pt x="19974" y="11466"/>
                </a:lnTo>
                <a:lnTo>
                  <a:pt x="20583" y="14310"/>
                </a:lnTo>
                <a:lnTo>
                  <a:pt x="21115" y="17303"/>
                </a:lnTo>
                <a:lnTo>
                  <a:pt x="21600" y="20481"/>
                </a:lnTo>
                <a:lnTo>
                  <a:pt x="19691" y="20796"/>
                </a:lnTo>
                <a:lnTo>
                  <a:pt x="17793" y="21077"/>
                </a:lnTo>
                <a:lnTo>
                  <a:pt x="15905" y="21309"/>
                </a:lnTo>
                <a:lnTo>
                  <a:pt x="14026" y="21484"/>
                </a:lnTo>
                <a:lnTo>
                  <a:pt x="12149" y="21585"/>
                </a:lnTo>
                <a:lnTo>
                  <a:pt x="10276" y="21600"/>
                </a:lnTo>
                <a:lnTo>
                  <a:pt x="8399" y="21508"/>
                </a:lnTo>
                <a:lnTo>
                  <a:pt x="6517" y="21300"/>
                </a:lnTo>
                <a:lnTo>
                  <a:pt x="4627" y="20965"/>
                </a:lnTo>
                <a:lnTo>
                  <a:pt x="2726" y="20481"/>
                </a:lnTo>
                <a:lnTo>
                  <a:pt x="1602" y="17444"/>
                </a:lnTo>
                <a:lnTo>
                  <a:pt x="828" y="14421"/>
                </a:lnTo>
                <a:lnTo>
                  <a:pt x="340" y="11345"/>
                </a:lnTo>
                <a:lnTo>
                  <a:pt x="84" y="8148"/>
                </a:lnTo>
                <a:lnTo>
                  <a:pt x="0" y="4757"/>
                </a:lnTo>
                <a:lnTo>
                  <a:pt x="30" y="1104"/>
                </a:lnTo>
                <a:close/>
              </a:path>
            </a:pathLst>
          </a:custGeom>
          <a:solidFill>
            <a:srgbClr val="B9CCD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6" name="contour_09054"/>
          <p:cNvSpPr/>
          <p:nvPr/>
        </p:nvSpPr>
        <p:spPr>
          <a:xfrm>
            <a:off x="6744479" y="3039092"/>
            <a:ext cx="38495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68" y="0"/>
                </a:moveTo>
                <a:lnTo>
                  <a:pt x="14235" y="865"/>
                </a:lnTo>
                <a:lnTo>
                  <a:pt x="15932" y="1705"/>
                </a:lnTo>
                <a:lnTo>
                  <a:pt x="17372" y="2532"/>
                </a:lnTo>
                <a:lnTo>
                  <a:pt x="18574" y="3355"/>
                </a:lnTo>
                <a:lnTo>
                  <a:pt x="19547" y="4186"/>
                </a:lnTo>
                <a:lnTo>
                  <a:pt x="20316" y="5037"/>
                </a:lnTo>
                <a:lnTo>
                  <a:pt x="20888" y="5918"/>
                </a:lnTo>
                <a:lnTo>
                  <a:pt x="21281" y="6843"/>
                </a:lnTo>
                <a:lnTo>
                  <a:pt x="21514" y="7818"/>
                </a:lnTo>
                <a:lnTo>
                  <a:pt x="21600" y="8859"/>
                </a:lnTo>
                <a:lnTo>
                  <a:pt x="21551" y="9973"/>
                </a:lnTo>
                <a:lnTo>
                  <a:pt x="21003" y="10741"/>
                </a:lnTo>
                <a:lnTo>
                  <a:pt x="20447" y="11520"/>
                </a:lnTo>
                <a:lnTo>
                  <a:pt x="17404" y="12093"/>
                </a:lnTo>
                <a:lnTo>
                  <a:pt x="15245" y="12455"/>
                </a:lnTo>
                <a:lnTo>
                  <a:pt x="13380" y="12673"/>
                </a:lnTo>
                <a:lnTo>
                  <a:pt x="11221" y="12819"/>
                </a:lnTo>
                <a:lnTo>
                  <a:pt x="8179" y="12960"/>
                </a:lnTo>
                <a:lnTo>
                  <a:pt x="8629" y="13910"/>
                </a:lnTo>
                <a:lnTo>
                  <a:pt x="9078" y="14862"/>
                </a:lnTo>
                <a:lnTo>
                  <a:pt x="9528" y="15814"/>
                </a:lnTo>
                <a:lnTo>
                  <a:pt x="9982" y="16769"/>
                </a:lnTo>
                <a:lnTo>
                  <a:pt x="10436" y="17726"/>
                </a:lnTo>
                <a:lnTo>
                  <a:pt x="10890" y="18688"/>
                </a:lnTo>
                <a:lnTo>
                  <a:pt x="11348" y="19653"/>
                </a:lnTo>
                <a:lnTo>
                  <a:pt x="11806" y="20624"/>
                </a:lnTo>
                <a:lnTo>
                  <a:pt x="12268" y="21600"/>
                </a:lnTo>
                <a:lnTo>
                  <a:pt x="9839" y="21600"/>
                </a:lnTo>
                <a:lnTo>
                  <a:pt x="7402" y="21600"/>
                </a:lnTo>
                <a:lnTo>
                  <a:pt x="4956" y="21600"/>
                </a:lnTo>
                <a:lnTo>
                  <a:pt x="2490" y="21600"/>
                </a:lnTo>
                <a:lnTo>
                  <a:pt x="0" y="21600"/>
                </a:lnTo>
                <a:lnTo>
                  <a:pt x="184" y="20654"/>
                </a:lnTo>
                <a:lnTo>
                  <a:pt x="380" y="19708"/>
                </a:lnTo>
                <a:lnTo>
                  <a:pt x="589" y="18763"/>
                </a:lnTo>
                <a:lnTo>
                  <a:pt x="810" y="17819"/>
                </a:lnTo>
                <a:lnTo>
                  <a:pt x="1039" y="16874"/>
                </a:lnTo>
                <a:lnTo>
                  <a:pt x="1276" y="15929"/>
                </a:lnTo>
                <a:lnTo>
                  <a:pt x="1349" y="15525"/>
                </a:lnTo>
                <a:lnTo>
                  <a:pt x="1558" y="14302"/>
                </a:lnTo>
                <a:lnTo>
                  <a:pt x="1787" y="13519"/>
                </a:lnTo>
                <a:lnTo>
                  <a:pt x="2037" y="12908"/>
                </a:lnTo>
                <a:lnTo>
                  <a:pt x="2421" y="12266"/>
                </a:lnTo>
                <a:lnTo>
                  <a:pt x="3063" y="11390"/>
                </a:lnTo>
                <a:lnTo>
                  <a:pt x="4089" y="10080"/>
                </a:lnTo>
                <a:lnTo>
                  <a:pt x="7218" y="9547"/>
                </a:lnTo>
                <a:lnTo>
                  <a:pt x="9418" y="9206"/>
                </a:lnTo>
                <a:lnTo>
                  <a:pt x="11283" y="8987"/>
                </a:lnTo>
                <a:lnTo>
                  <a:pt x="13401" y="8821"/>
                </a:lnTo>
                <a:lnTo>
                  <a:pt x="16357" y="8640"/>
                </a:lnTo>
                <a:lnTo>
                  <a:pt x="15908" y="7690"/>
                </a:lnTo>
                <a:lnTo>
                  <a:pt x="15458" y="6738"/>
                </a:lnTo>
                <a:lnTo>
                  <a:pt x="15008" y="5786"/>
                </a:lnTo>
                <a:lnTo>
                  <a:pt x="14554" y="4831"/>
                </a:lnTo>
                <a:lnTo>
                  <a:pt x="14100" y="3874"/>
                </a:lnTo>
                <a:lnTo>
                  <a:pt x="13646" y="2912"/>
                </a:lnTo>
                <a:lnTo>
                  <a:pt x="13188" y="1947"/>
                </a:lnTo>
                <a:lnTo>
                  <a:pt x="12730" y="976"/>
                </a:lnTo>
                <a:lnTo>
                  <a:pt x="12268" y="0"/>
                </a:lnTo>
                <a:close/>
              </a:path>
            </a:pathLst>
          </a:custGeom>
          <a:solidFill>
            <a:srgbClr val="B2C0C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7" name="contour_09055"/>
          <p:cNvSpPr/>
          <p:nvPr/>
        </p:nvSpPr>
        <p:spPr>
          <a:xfrm>
            <a:off x="7232774" y="3068244"/>
            <a:ext cx="67990" cy="723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8" y="0"/>
                </a:moveTo>
                <a:lnTo>
                  <a:pt x="17240" y="1243"/>
                </a:lnTo>
                <a:lnTo>
                  <a:pt x="18178" y="2451"/>
                </a:lnTo>
                <a:lnTo>
                  <a:pt x="19014" y="3644"/>
                </a:lnTo>
                <a:lnTo>
                  <a:pt x="19745" y="4836"/>
                </a:lnTo>
                <a:lnTo>
                  <a:pt x="20364" y="6053"/>
                </a:lnTo>
                <a:lnTo>
                  <a:pt x="20864" y="7309"/>
                </a:lnTo>
                <a:lnTo>
                  <a:pt x="21241" y="8619"/>
                </a:lnTo>
                <a:lnTo>
                  <a:pt x="21487" y="10008"/>
                </a:lnTo>
                <a:lnTo>
                  <a:pt x="21600" y="11490"/>
                </a:lnTo>
                <a:lnTo>
                  <a:pt x="21570" y="13085"/>
                </a:lnTo>
                <a:lnTo>
                  <a:pt x="20952" y="14574"/>
                </a:lnTo>
                <a:lnTo>
                  <a:pt x="20190" y="15867"/>
                </a:lnTo>
                <a:lnTo>
                  <a:pt x="19287" y="17003"/>
                </a:lnTo>
                <a:lnTo>
                  <a:pt x="18252" y="18022"/>
                </a:lnTo>
                <a:lnTo>
                  <a:pt x="17090" y="18962"/>
                </a:lnTo>
                <a:lnTo>
                  <a:pt x="15807" y="19863"/>
                </a:lnTo>
                <a:lnTo>
                  <a:pt x="14408" y="20762"/>
                </a:lnTo>
                <a:lnTo>
                  <a:pt x="12753" y="21243"/>
                </a:lnTo>
                <a:lnTo>
                  <a:pt x="11130" y="21515"/>
                </a:lnTo>
                <a:lnTo>
                  <a:pt x="9535" y="21600"/>
                </a:lnTo>
                <a:lnTo>
                  <a:pt x="7956" y="21526"/>
                </a:lnTo>
                <a:lnTo>
                  <a:pt x="6383" y="21315"/>
                </a:lnTo>
                <a:lnTo>
                  <a:pt x="4811" y="20991"/>
                </a:lnTo>
                <a:lnTo>
                  <a:pt x="3228" y="20579"/>
                </a:lnTo>
                <a:lnTo>
                  <a:pt x="1628" y="20103"/>
                </a:lnTo>
                <a:lnTo>
                  <a:pt x="0" y="19589"/>
                </a:lnTo>
                <a:lnTo>
                  <a:pt x="685" y="18198"/>
                </a:lnTo>
                <a:lnTo>
                  <a:pt x="1234" y="17171"/>
                </a:lnTo>
                <a:lnTo>
                  <a:pt x="1774" y="16324"/>
                </a:lnTo>
                <a:lnTo>
                  <a:pt x="2433" y="15477"/>
                </a:lnTo>
                <a:lnTo>
                  <a:pt x="3343" y="14450"/>
                </a:lnTo>
                <a:lnTo>
                  <a:pt x="4631" y="13059"/>
                </a:lnTo>
                <a:lnTo>
                  <a:pt x="6326" y="12852"/>
                </a:lnTo>
                <a:lnTo>
                  <a:pt x="7969" y="12741"/>
                </a:lnTo>
                <a:lnTo>
                  <a:pt x="9583" y="12709"/>
                </a:lnTo>
                <a:lnTo>
                  <a:pt x="11192" y="12741"/>
                </a:lnTo>
                <a:lnTo>
                  <a:pt x="12816" y="12820"/>
                </a:lnTo>
                <a:lnTo>
                  <a:pt x="14480" y="12931"/>
                </a:lnTo>
                <a:lnTo>
                  <a:pt x="16208" y="13059"/>
                </a:lnTo>
                <a:lnTo>
                  <a:pt x="16208" y="11623"/>
                </a:lnTo>
                <a:lnTo>
                  <a:pt x="16208" y="10184"/>
                </a:lnTo>
                <a:lnTo>
                  <a:pt x="16208" y="8745"/>
                </a:lnTo>
                <a:lnTo>
                  <a:pt x="16208" y="7302"/>
                </a:lnTo>
                <a:lnTo>
                  <a:pt x="16208" y="5855"/>
                </a:lnTo>
                <a:lnTo>
                  <a:pt x="16208" y="4401"/>
                </a:lnTo>
                <a:lnTo>
                  <a:pt x="16208" y="2943"/>
                </a:lnTo>
                <a:lnTo>
                  <a:pt x="16208" y="1476"/>
                </a:lnTo>
                <a:lnTo>
                  <a:pt x="16208" y="0"/>
                </a:lnTo>
                <a:close/>
              </a:path>
            </a:pathLst>
          </a:custGeom>
          <a:solidFill>
            <a:srgbClr val="BCC8C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8" name="contour_09056"/>
          <p:cNvSpPr/>
          <p:nvPr/>
        </p:nvSpPr>
        <p:spPr>
          <a:xfrm>
            <a:off x="7181758" y="3101966"/>
            <a:ext cx="72880" cy="323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96" y="161"/>
                </a:moveTo>
                <a:lnTo>
                  <a:pt x="18520" y="1231"/>
                </a:lnTo>
                <a:lnTo>
                  <a:pt x="19380" y="2519"/>
                </a:lnTo>
                <a:lnTo>
                  <a:pt x="20146" y="4869"/>
                </a:lnTo>
                <a:lnTo>
                  <a:pt x="21196" y="9110"/>
                </a:lnTo>
                <a:lnTo>
                  <a:pt x="21328" y="11522"/>
                </a:lnTo>
                <a:lnTo>
                  <a:pt x="21464" y="13949"/>
                </a:lnTo>
                <a:lnTo>
                  <a:pt x="21600" y="16405"/>
                </a:lnTo>
                <a:lnTo>
                  <a:pt x="20127" y="17626"/>
                </a:lnTo>
                <a:lnTo>
                  <a:pt x="18693" y="18653"/>
                </a:lnTo>
                <a:lnTo>
                  <a:pt x="17289" y="19504"/>
                </a:lnTo>
                <a:lnTo>
                  <a:pt x="15898" y="20190"/>
                </a:lnTo>
                <a:lnTo>
                  <a:pt x="14509" y="20720"/>
                </a:lnTo>
                <a:lnTo>
                  <a:pt x="13111" y="21118"/>
                </a:lnTo>
                <a:lnTo>
                  <a:pt x="11688" y="21386"/>
                </a:lnTo>
                <a:lnTo>
                  <a:pt x="10230" y="21542"/>
                </a:lnTo>
                <a:lnTo>
                  <a:pt x="8724" y="21600"/>
                </a:lnTo>
                <a:lnTo>
                  <a:pt x="7156" y="21571"/>
                </a:lnTo>
                <a:lnTo>
                  <a:pt x="5808" y="21527"/>
                </a:lnTo>
                <a:lnTo>
                  <a:pt x="4454" y="21483"/>
                </a:lnTo>
                <a:lnTo>
                  <a:pt x="3080" y="21439"/>
                </a:lnTo>
                <a:lnTo>
                  <a:pt x="2313" y="21396"/>
                </a:lnTo>
                <a:lnTo>
                  <a:pt x="0" y="21269"/>
                </a:lnTo>
                <a:lnTo>
                  <a:pt x="1140" y="18108"/>
                </a:lnTo>
                <a:lnTo>
                  <a:pt x="2253" y="15156"/>
                </a:lnTo>
                <a:lnTo>
                  <a:pt x="3354" y="12437"/>
                </a:lnTo>
                <a:lnTo>
                  <a:pt x="4458" y="9956"/>
                </a:lnTo>
                <a:lnTo>
                  <a:pt x="5581" y="7719"/>
                </a:lnTo>
                <a:lnTo>
                  <a:pt x="6741" y="5749"/>
                </a:lnTo>
                <a:lnTo>
                  <a:pt x="7953" y="4047"/>
                </a:lnTo>
                <a:lnTo>
                  <a:pt x="9232" y="2626"/>
                </a:lnTo>
                <a:lnTo>
                  <a:pt x="10595" y="1503"/>
                </a:lnTo>
                <a:lnTo>
                  <a:pt x="12057" y="681"/>
                </a:lnTo>
                <a:lnTo>
                  <a:pt x="13634" y="180"/>
                </a:lnTo>
                <a:lnTo>
                  <a:pt x="15340" y="0"/>
                </a:lnTo>
                <a:lnTo>
                  <a:pt x="17196" y="161"/>
                </a:lnTo>
                <a:close/>
              </a:path>
            </a:pathLst>
          </a:custGeom>
          <a:solidFill>
            <a:srgbClr val="C3D8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059" name="contour_09057"/>
          <p:cNvSpPr/>
          <p:nvPr/>
        </p:nvSpPr>
        <p:spPr>
          <a:xfrm>
            <a:off x="5518056" y="3053668"/>
            <a:ext cx="38481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32" y="967"/>
                </a:lnTo>
                <a:lnTo>
                  <a:pt x="19055" y="1939"/>
                </a:lnTo>
                <a:lnTo>
                  <a:pt x="17763" y="2925"/>
                </a:lnTo>
                <a:lnTo>
                  <a:pt x="16560" y="4034"/>
                </a:lnTo>
                <a:lnTo>
                  <a:pt x="15492" y="5152"/>
                </a:lnTo>
                <a:lnTo>
                  <a:pt x="14547" y="6277"/>
                </a:lnTo>
                <a:lnTo>
                  <a:pt x="13717" y="7409"/>
                </a:lnTo>
                <a:lnTo>
                  <a:pt x="12985" y="8550"/>
                </a:lnTo>
                <a:lnTo>
                  <a:pt x="12338" y="9700"/>
                </a:lnTo>
                <a:lnTo>
                  <a:pt x="11770" y="10859"/>
                </a:lnTo>
                <a:lnTo>
                  <a:pt x="11270" y="12026"/>
                </a:lnTo>
                <a:lnTo>
                  <a:pt x="10820" y="13203"/>
                </a:lnTo>
                <a:lnTo>
                  <a:pt x="10411" y="14387"/>
                </a:lnTo>
                <a:lnTo>
                  <a:pt x="10035" y="15583"/>
                </a:lnTo>
                <a:lnTo>
                  <a:pt x="9679" y="16787"/>
                </a:lnTo>
                <a:lnTo>
                  <a:pt x="9327" y="18000"/>
                </a:lnTo>
                <a:lnTo>
                  <a:pt x="11757" y="18356"/>
                </a:lnTo>
                <a:lnTo>
                  <a:pt x="14195" y="18715"/>
                </a:lnTo>
                <a:lnTo>
                  <a:pt x="16642" y="19073"/>
                </a:lnTo>
                <a:lnTo>
                  <a:pt x="19109" y="19435"/>
                </a:lnTo>
                <a:lnTo>
                  <a:pt x="21600" y="19800"/>
                </a:lnTo>
                <a:lnTo>
                  <a:pt x="18965" y="20189"/>
                </a:lnTo>
                <a:lnTo>
                  <a:pt x="16323" y="20563"/>
                </a:lnTo>
                <a:lnTo>
                  <a:pt x="13672" y="20925"/>
                </a:lnTo>
                <a:lnTo>
                  <a:pt x="11463" y="21240"/>
                </a:lnTo>
                <a:lnTo>
                  <a:pt x="9217" y="21559"/>
                </a:lnTo>
                <a:lnTo>
                  <a:pt x="8227" y="21568"/>
                </a:lnTo>
                <a:lnTo>
                  <a:pt x="5236" y="21600"/>
                </a:lnTo>
                <a:lnTo>
                  <a:pt x="3625" y="20576"/>
                </a:lnTo>
                <a:lnTo>
                  <a:pt x="2369" y="19487"/>
                </a:lnTo>
                <a:lnTo>
                  <a:pt x="1432" y="18342"/>
                </a:lnTo>
                <a:lnTo>
                  <a:pt x="769" y="17154"/>
                </a:lnTo>
                <a:lnTo>
                  <a:pt x="340" y="15930"/>
                </a:lnTo>
                <a:lnTo>
                  <a:pt x="94" y="14683"/>
                </a:lnTo>
                <a:lnTo>
                  <a:pt x="0" y="13421"/>
                </a:lnTo>
                <a:lnTo>
                  <a:pt x="4" y="12155"/>
                </a:lnTo>
                <a:lnTo>
                  <a:pt x="74" y="10895"/>
                </a:lnTo>
                <a:lnTo>
                  <a:pt x="155" y="9653"/>
                </a:lnTo>
                <a:lnTo>
                  <a:pt x="217" y="8438"/>
                </a:lnTo>
                <a:lnTo>
                  <a:pt x="695" y="7043"/>
                </a:lnTo>
                <a:lnTo>
                  <a:pt x="1272" y="5873"/>
                </a:lnTo>
                <a:lnTo>
                  <a:pt x="2054" y="4851"/>
                </a:lnTo>
                <a:lnTo>
                  <a:pt x="3158" y="3902"/>
                </a:lnTo>
                <a:lnTo>
                  <a:pt x="4692" y="2948"/>
                </a:lnTo>
                <a:lnTo>
                  <a:pt x="6770" y="1912"/>
                </a:lnTo>
                <a:lnTo>
                  <a:pt x="9610" y="1107"/>
                </a:lnTo>
                <a:lnTo>
                  <a:pt x="11753" y="567"/>
                </a:lnTo>
                <a:lnTo>
                  <a:pt x="13610" y="239"/>
                </a:lnTo>
                <a:lnTo>
                  <a:pt x="15595" y="70"/>
                </a:lnTo>
                <a:lnTo>
                  <a:pt x="18123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746B91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0" name="contour_09058"/>
          <p:cNvSpPr/>
          <p:nvPr/>
        </p:nvSpPr>
        <p:spPr>
          <a:xfrm>
            <a:off x="9885603" y="3064958"/>
            <a:ext cx="58304" cy="397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73" y="178"/>
                </a:moveTo>
                <a:lnTo>
                  <a:pt x="9785" y="0"/>
                </a:lnTo>
                <a:lnTo>
                  <a:pt x="11405" y="24"/>
                </a:lnTo>
                <a:lnTo>
                  <a:pt x="12938" y="293"/>
                </a:lnTo>
                <a:lnTo>
                  <a:pt x="14499" y="864"/>
                </a:lnTo>
                <a:lnTo>
                  <a:pt x="16200" y="1787"/>
                </a:lnTo>
                <a:lnTo>
                  <a:pt x="17323" y="3848"/>
                </a:lnTo>
                <a:lnTo>
                  <a:pt x="18328" y="5940"/>
                </a:lnTo>
                <a:lnTo>
                  <a:pt x="19213" y="8092"/>
                </a:lnTo>
                <a:lnTo>
                  <a:pt x="19983" y="10319"/>
                </a:lnTo>
                <a:lnTo>
                  <a:pt x="20636" y="12637"/>
                </a:lnTo>
                <a:lnTo>
                  <a:pt x="21176" y="15070"/>
                </a:lnTo>
                <a:lnTo>
                  <a:pt x="21600" y="17637"/>
                </a:lnTo>
                <a:lnTo>
                  <a:pt x="20261" y="19603"/>
                </a:lnTo>
                <a:lnTo>
                  <a:pt x="18900" y="21600"/>
                </a:lnTo>
                <a:lnTo>
                  <a:pt x="17024" y="21390"/>
                </a:lnTo>
                <a:lnTo>
                  <a:pt x="15611" y="21216"/>
                </a:lnTo>
                <a:lnTo>
                  <a:pt x="14399" y="21021"/>
                </a:lnTo>
                <a:lnTo>
                  <a:pt x="13117" y="20768"/>
                </a:lnTo>
                <a:lnTo>
                  <a:pt x="11499" y="20395"/>
                </a:lnTo>
                <a:lnTo>
                  <a:pt x="9280" y="19868"/>
                </a:lnTo>
                <a:lnTo>
                  <a:pt x="7549" y="19464"/>
                </a:lnTo>
                <a:lnTo>
                  <a:pt x="5805" y="19056"/>
                </a:lnTo>
                <a:lnTo>
                  <a:pt x="4039" y="18644"/>
                </a:lnTo>
                <a:lnTo>
                  <a:pt x="3445" y="18493"/>
                </a:lnTo>
                <a:lnTo>
                  <a:pt x="2398" y="18232"/>
                </a:lnTo>
                <a:lnTo>
                  <a:pt x="0" y="17637"/>
                </a:lnTo>
                <a:lnTo>
                  <a:pt x="1120" y="12819"/>
                </a:lnTo>
                <a:lnTo>
                  <a:pt x="2020" y="9161"/>
                </a:lnTo>
                <a:lnTo>
                  <a:pt x="2789" y="6467"/>
                </a:lnTo>
                <a:lnTo>
                  <a:pt x="3524" y="4521"/>
                </a:lnTo>
                <a:lnTo>
                  <a:pt x="4317" y="3123"/>
                </a:lnTo>
                <a:lnTo>
                  <a:pt x="5260" y="2072"/>
                </a:lnTo>
                <a:lnTo>
                  <a:pt x="6448" y="1157"/>
                </a:lnTo>
                <a:lnTo>
                  <a:pt x="7973" y="178"/>
                </a:lnTo>
                <a:close/>
              </a:path>
            </a:pathLst>
          </a:custGeom>
          <a:solidFill>
            <a:srgbClr val="C9D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1" name="contour_09059"/>
          <p:cNvSpPr/>
          <p:nvPr/>
        </p:nvSpPr>
        <p:spPr>
          <a:xfrm>
            <a:off x="10643554" y="3038590"/>
            <a:ext cx="51016" cy="588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85"/>
                </a:moveTo>
                <a:lnTo>
                  <a:pt x="5165" y="19"/>
                </a:lnTo>
                <a:lnTo>
                  <a:pt x="7177" y="0"/>
                </a:lnTo>
                <a:lnTo>
                  <a:pt x="9137" y="126"/>
                </a:lnTo>
                <a:lnTo>
                  <a:pt x="11050" y="399"/>
                </a:lnTo>
                <a:lnTo>
                  <a:pt x="12935" y="808"/>
                </a:lnTo>
                <a:lnTo>
                  <a:pt x="14799" y="1360"/>
                </a:lnTo>
                <a:lnTo>
                  <a:pt x="16657" y="2042"/>
                </a:lnTo>
                <a:lnTo>
                  <a:pt x="18514" y="2862"/>
                </a:lnTo>
                <a:lnTo>
                  <a:pt x="19310" y="4500"/>
                </a:lnTo>
                <a:lnTo>
                  <a:pt x="19955" y="6127"/>
                </a:lnTo>
                <a:lnTo>
                  <a:pt x="20461" y="7758"/>
                </a:lnTo>
                <a:lnTo>
                  <a:pt x="20853" y="9399"/>
                </a:lnTo>
                <a:lnTo>
                  <a:pt x="21143" y="11058"/>
                </a:lnTo>
                <a:lnTo>
                  <a:pt x="21353" y="12747"/>
                </a:lnTo>
                <a:lnTo>
                  <a:pt x="21498" y="14474"/>
                </a:lnTo>
                <a:lnTo>
                  <a:pt x="21600" y="16246"/>
                </a:lnTo>
                <a:lnTo>
                  <a:pt x="20776" y="16201"/>
                </a:lnTo>
                <a:lnTo>
                  <a:pt x="19881" y="16150"/>
                </a:lnTo>
                <a:lnTo>
                  <a:pt x="18462" y="16070"/>
                </a:lnTo>
                <a:lnTo>
                  <a:pt x="16070" y="15936"/>
                </a:lnTo>
                <a:lnTo>
                  <a:pt x="12260" y="15724"/>
                </a:lnTo>
                <a:lnTo>
                  <a:pt x="10769" y="15984"/>
                </a:lnTo>
                <a:lnTo>
                  <a:pt x="9257" y="16246"/>
                </a:lnTo>
                <a:lnTo>
                  <a:pt x="8492" y="17571"/>
                </a:lnTo>
                <a:lnTo>
                  <a:pt x="7727" y="18904"/>
                </a:lnTo>
                <a:lnTo>
                  <a:pt x="6952" y="20243"/>
                </a:lnTo>
                <a:lnTo>
                  <a:pt x="6171" y="21600"/>
                </a:lnTo>
                <a:lnTo>
                  <a:pt x="6554" y="19943"/>
                </a:lnTo>
                <a:lnTo>
                  <a:pt x="6937" y="18286"/>
                </a:lnTo>
                <a:lnTo>
                  <a:pt x="7319" y="16624"/>
                </a:lnTo>
                <a:lnTo>
                  <a:pt x="7702" y="14959"/>
                </a:lnTo>
                <a:lnTo>
                  <a:pt x="8088" y="13286"/>
                </a:lnTo>
                <a:lnTo>
                  <a:pt x="8476" y="11604"/>
                </a:lnTo>
                <a:lnTo>
                  <a:pt x="8865" y="9915"/>
                </a:lnTo>
                <a:lnTo>
                  <a:pt x="9257" y="8215"/>
                </a:lnTo>
                <a:lnTo>
                  <a:pt x="7424" y="7685"/>
                </a:lnTo>
                <a:lnTo>
                  <a:pt x="5585" y="7153"/>
                </a:lnTo>
                <a:lnTo>
                  <a:pt x="3740" y="6620"/>
                </a:lnTo>
                <a:lnTo>
                  <a:pt x="1879" y="6082"/>
                </a:lnTo>
                <a:lnTo>
                  <a:pt x="0" y="5539"/>
                </a:lnTo>
                <a:lnTo>
                  <a:pt x="645" y="3943"/>
                </a:lnTo>
                <a:lnTo>
                  <a:pt x="1182" y="2854"/>
                </a:lnTo>
                <a:lnTo>
                  <a:pt x="1898" y="1767"/>
                </a:lnTo>
                <a:lnTo>
                  <a:pt x="3086" y="185"/>
                </a:lnTo>
                <a:close/>
              </a:path>
            </a:pathLst>
          </a:custGeom>
          <a:solidFill>
            <a:srgbClr val="97A09F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2" name="contour_09060"/>
          <p:cNvSpPr/>
          <p:nvPr/>
        </p:nvSpPr>
        <p:spPr>
          <a:xfrm>
            <a:off x="7371246" y="3060526"/>
            <a:ext cx="80168" cy="368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2"/>
                </a:moveTo>
                <a:lnTo>
                  <a:pt x="21276" y="3070"/>
                </a:lnTo>
                <a:lnTo>
                  <a:pt x="20952" y="5892"/>
                </a:lnTo>
                <a:lnTo>
                  <a:pt x="20626" y="8727"/>
                </a:lnTo>
                <a:lnTo>
                  <a:pt x="20298" y="11575"/>
                </a:lnTo>
                <a:lnTo>
                  <a:pt x="19968" y="14440"/>
                </a:lnTo>
                <a:lnTo>
                  <a:pt x="19636" y="17330"/>
                </a:lnTo>
                <a:lnTo>
                  <a:pt x="18460" y="16451"/>
                </a:lnTo>
                <a:lnTo>
                  <a:pt x="17278" y="15558"/>
                </a:lnTo>
                <a:lnTo>
                  <a:pt x="16078" y="14662"/>
                </a:lnTo>
                <a:lnTo>
                  <a:pt x="14784" y="13945"/>
                </a:lnTo>
                <a:lnTo>
                  <a:pt x="13906" y="13535"/>
                </a:lnTo>
                <a:lnTo>
                  <a:pt x="13041" y="13291"/>
                </a:lnTo>
                <a:lnTo>
                  <a:pt x="11782" y="13061"/>
                </a:lnTo>
                <a:lnTo>
                  <a:pt x="10790" y="14453"/>
                </a:lnTo>
                <a:lnTo>
                  <a:pt x="9802" y="15853"/>
                </a:lnTo>
                <a:lnTo>
                  <a:pt x="8819" y="17271"/>
                </a:lnTo>
                <a:lnTo>
                  <a:pt x="7839" y="18701"/>
                </a:lnTo>
                <a:lnTo>
                  <a:pt x="6863" y="20144"/>
                </a:lnTo>
                <a:lnTo>
                  <a:pt x="5891" y="21600"/>
                </a:lnTo>
                <a:lnTo>
                  <a:pt x="4253" y="20797"/>
                </a:lnTo>
                <a:lnTo>
                  <a:pt x="3128" y="20174"/>
                </a:lnTo>
                <a:lnTo>
                  <a:pt x="2233" y="19525"/>
                </a:lnTo>
                <a:lnTo>
                  <a:pt x="1284" y="18645"/>
                </a:lnTo>
                <a:lnTo>
                  <a:pt x="0" y="17330"/>
                </a:lnTo>
                <a:lnTo>
                  <a:pt x="758" y="14222"/>
                </a:lnTo>
                <a:lnTo>
                  <a:pt x="1451" y="11592"/>
                </a:lnTo>
                <a:lnTo>
                  <a:pt x="2136" y="9368"/>
                </a:lnTo>
                <a:lnTo>
                  <a:pt x="2873" y="7468"/>
                </a:lnTo>
                <a:lnTo>
                  <a:pt x="3719" y="5815"/>
                </a:lnTo>
                <a:lnTo>
                  <a:pt x="4730" y="4338"/>
                </a:lnTo>
                <a:lnTo>
                  <a:pt x="5967" y="2955"/>
                </a:lnTo>
                <a:lnTo>
                  <a:pt x="7485" y="1584"/>
                </a:lnTo>
                <a:lnTo>
                  <a:pt x="8762" y="1114"/>
                </a:lnTo>
                <a:lnTo>
                  <a:pt x="10038" y="739"/>
                </a:lnTo>
                <a:lnTo>
                  <a:pt x="11316" y="448"/>
                </a:lnTo>
                <a:lnTo>
                  <a:pt x="12597" y="239"/>
                </a:lnTo>
                <a:lnTo>
                  <a:pt x="13877" y="102"/>
                </a:lnTo>
                <a:lnTo>
                  <a:pt x="15161" y="26"/>
                </a:lnTo>
                <a:lnTo>
                  <a:pt x="16445" y="0"/>
                </a:lnTo>
                <a:lnTo>
                  <a:pt x="17732" y="21"/>
                </a:lnTo>
                <a:lnTo>
                  <a:pt x="19020" y="73"/>
                </a:lnTo>
                <a:lnTo>
                  <a:pt x="20308" y="154"/>
                </a:lnTo>
                <a:lnTo>
                  <a:pt x="21600" y="252"/>
                </a:lnTo>
                <a:close/>
              </a:path>
            </a:pathLst>
          </a:custGeom>
          <a:solidFill>
            <a:srgbClr val="959B9E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3" name="contour_09061"/>
          <p:cNvSpPr/>
          <p:nvPr/>
        </p:nvSpPr>
        <p:spPr>
          <a:xfrm>
            <a:off x="10505636" y="3037671"/>
            <a:ext cx="57750" cy="32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59" y="0"/>
                </a:moveTo>
                <a:lnTo>
                  <a:pt x="8701" y="113"/>
                </a:lnTo>
                <a:lnTo>
                  <a:pt x="10454" y="226"/>
                </a:lnTo>
                <a:lnTo>
                  <a:pt x="12231" y="344"/>
                </a:lnTo>
                <a:lnTo>
                  <a:pt x="13008" y="384"/>
                </a:lnTo>
                <a:lnTo>
                  <a:pt x="14379" y="453"/>
                </a:lnTo>
                <a:lnTo>
                  <a:pt x="17522" y="615"/>
                </a:lnTo>
                <a:lnTo>
                  <a:pt x="18869" y="728"/>
                </a:lnTo>
                <a:lnTo>
                  <a:pt x="20226" y="841"/>
                </a:lnTo>
                <a:lnTo>
                  <a:pt x="21600" y="959"/>
                </a:lnTo>
                <a:lnTo>
                  <a:pt x="21600" y="4206"/>
                </a:lnTo>
                <a:lnTo>
                  <a:pt x="21600" y="7457"/>
                </a:lnTo>
                <a:lnTo>
                  <a:pt x="21600" y="10724"/>
                </a:lnTo>
                <a:lnTo>
                  <a:pt x="21600" y="14005"/>
                </a:lnTo>
                <a:lnTo>
                  <a:pt x="21600" y="17306"/>
                </a:lnTo>
                <a:lnTo>
                  <a:pt x="21600" y="20636"/>
                </a:lnTo>
                <a:lnTo>
                  <a:pt x="20033" y="20788"/>
                </a:lnTo>
                <a:lnTo>
                  <a:pt x="18465" y="20921"/>
                </a:lnTo>
                <a:lnTo>
                  <a:pt x="16898" y="21044"/>
                </a:lnTo>
                <a:lnTo>
                  <a:pt x="15330" y="21152"/>
                </a:lnTo>
                <a:lnTo>
                  <a:pt x="13763" y="21251"/>
                </a:lnTo>
                <a:lnTo>
                  <a:pt x="13114" y="21300"/>
                </a:lnTo>
                <a:lnTo>
                  <a:pt x="11972" y="21393"/>
                </a:lnTo>
                <a:lnTo>
                  <a:pt x="9355" y="21600"/>
                </a:lnTo>
                <a:lnTo>
                  <a:pt x="7322" y="21093"/>
                </a:lnTo>
                <a:lnTo>
                  <a:pt x="5912" y="20567"/>
                </a:lnTo>
                <a:lnTo>
                  <a:pt x="4768" y="19760"/>
                </a:lnTo>
                <a:lnTo>
                  <a:pt x="3522" y="18417"/>
                </a:lnTo>
                <a:lnTo>
                  <a:pt x="1815" y="16292"/>
                </a:lnTo>
                <a:lnTo>
                  <a:pt x="651" y="13026"/>
                </a:lnTo>
                <a:lnTo>
                  <a:pt x="98" y="10798"/>
                </a:lnTo>
                <a:lnTo>
                  <a:pt x="0" y="8564"/>
                </a:lnTo>
                <a:lnTo>
                  <a:pt x="207" y="5303"/>
                </a:lnTo>
                <a:lnTo>
                  <a:pt x="1614" y="2774"/>
                </a:lnTo>
                <a:lnTo>
                  <a:pt x="2786" y="1382"/>
                </a:lnTo>
                <a:lnTo>
                  <a:pt x="4356" y="620"/>
                </a:lnTo>
                <a:lnTo>
                  <a:pt x="6959" y="0"/>
                </a:lnTo>
                <a:close/>
              </a:path>
            </a:pathLst>
          </a:custGeom>
          <a:solidFill>
            <a:srgbClr val="D3E3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4" name="contour_09062"/>
          <p:cNvSpPr/>
          <p:nvPr/>
        </p:nvSpPr>
        <p:spPr>
          <a:xfrm>
            <a:off x="10905179" y="3023452"/>
            <a:ext cx="44471" cy="81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1" y="283"/>
                </a:moveTo>
                <a:lnTo>
                  <a:pt x="2874" y="95"/>
                </a:lnTo>
                <a:lnTo>
                  <a:pt x="4687" y="0"/>
                </a:lnTo>
                <a:lnTo>
                  <a:pt x="6301" y="0"/>
                </a:lnTo>
                <a:lnTo>
                  <a:pt x="8227" y="95"/>
                </a:lnTo>
                <a:lnTo>
                  <a:pt x="10981" y="283"/>
                </a:lnTo>
                <a:lnTo>
                  <a:pt x="12195" y="1628"/>
                </a:lnTo>
                <a:lnTo>
                  <a:pt x="13005" y="2628"/>
                </a:lnTo>
                <a:lnTo>
                  <a:pt x="13611" y="3585"/>
                </a:lnTo>
                <a:lnTo>
                  <a:pt x="14202" y="4802"/>
                </a:lnTo>
                <a:lnTo>
                  <a:pt x="14963" y="6581"/>
                </a:lnTo>
                <a:lnTo>
                  <a:pt x="15512" y="7814"/>
                </a:lnTo>
                <a:lnTo>
                  <a:pt x="16064" y="9056"/>
                </a:lnTo>
                <a:lnTo>
                  <a:pt x="16623" y="10314"/>
                </a:lnTo>
                <a:lnTo>
                  <a:pt x="17097" y="11482"/>
                </a:lnTo>
                <a:lnTo>
                  <a:pt x="17575" y="12657"/>
                </a:lnTo>
                <a:lnTo>
                  <a:pt x="18060" y="13848"/>
                </a:lnTo>
                <a:lnTo>
                  <a:pt x="18609" y="15030"/>
                </a:lnTo>
                <a:lnTo>
                  <a:pt x="19161" y="16211"/>
                </a:lnTo>
                <a:lnTo>
                  <a:pt x="19713" y="17393"/>
                </a:lnTo>
                <a:lnTo>
                  <a:pt x="20273" y="18573"/>
                </a:lnTo>
                <a:lnTo>
                  <a:pt x="20712" y="19573"/>
                </a:lnTo>
                <a:lnTo>
                  <a:pt x="21150" y="20579"/>
                </a:lnTo>
                <a:lnTo>
                  <a:pt x="21600" y="21600"/>
                </a:lnTo>
                <a:lnTo>
                  <a:pt x="18988" y="20999"/>
                </a:lnTo>
                <a:lnTo>
                  <a:pt x="16513" y="20398"/>
                </a:lnTo>
                <a:lnTo>
                  <a:pt x="14177" y="19778"/>
                </a:lnTo>
                <a:lnTo>
                  <a:pt x="11979" y="19119"/>
                </a:lnTo>
                <a:lnTo>
                  <a:pt x="9915" y="18404"/>
                </a:lnTo>
                <a:lnTo>
                  <a:pt x="7989" y="17616"/>
                </a:lnTo>
                <a:lnTo>
                  <a:pt x="6195" y="16734"/>
                </a:lnTo>
                <a:lnTo>
                  <a:pt x="4538" y="15740"/>
                </a:lnTo>
                <a:lnTo>
                  <a:pt x="3012" y="14618"/>
                </a:lnTo>
                <a:lnTo>
                  <a:pt x="1621" y="13346"/>
                </a:lnTo>
                <a:lnTo>
                  <a:pt x="361" y="11910"/>
                </a:lnTo>
                <a:lnTo>
                  <a:pt x="205" y="10614"/>
                </a:lnTo>
                <a:lnTo>
                  <a:pt x="92" y="9319"/>
                </a:lnTo>
                <a:lnTo>
                  <a:pt x="28" y="8031"/>
                </a:lnTo>
                <a:lnTo>
                  <a:pt x="0" y="6742"/>
                </a:lnTo>
                <a:lnTo>
                  <a:pt x="11" y="5453"/>
                </a:lnTo>
                <a:lnTo>
                  <a:pt x="57" y="4165"/>
                </a:lnTo>
                <a:lnTo>
                  <a:pt x="131" y="2874"/>
                </a:lnTo>
                <a:lnTo>
                  <a:pt x="234" y="1581"/>
                </a:lnTo>
                <a:lnTo>
                  <a:pt x="361" y="283"/>
                </a:lnTo>
                <a:close/>
              </a:path>
            </a:pathLst>
          </a:custGeom>
          <a:solidFill>
            <a:srgbClr val="CAD9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5" name="contour_09063"/>
          <p:cNvSpPr/>
          <p:nvPr/>
        </p:nvSpPr>
        <p:spPr>
          <a:xfrm>
            <a:off x="4725705" y="2980789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343" y="1586"/>
                </a:lnTo>
                <a:lnTo>
                  <a:pt x="12343" y="3182"/>
                </a:lnTo>
                <a:lnTo>
                  <a:pt x="12343" y="4800"/>
                </a:lnTo>
                <a:lnTo>
                  <a:pt x="14383" y="4800"/>
                </a:lnTo>
                <a:lnTo>
                  <a:pt x="16435" y="4800"/>
                </a:lnTo>
                <a:lnTo>
                  <a:pt x="18514" y="4800"/>
                </a:lnTo>
                <a:lnTo>
                  <a:pt x="19264" y="6370"/>
                </a:lnTo>
                <a:lnTo>
                  <a:pt x="19715" y="7519"/>
                </a:lnTo>
                <a:lnTo>
                  <a:pt x="20048" y="8808"/>
                </a:lnTo>
                <a:lnTo>
                  <a:pt x="20443" y="10800"/>
                </a:lnTo>
                <a:lnTo>
                  <a:pt x="20792" y="12475"/>
                </a:lnTo>
                <a:lnTo>
                  <a:pt x="21143" y="14174"/>
                </a:lnTo>
                <a:lnTo>
                  <a:pt x="21257" y="14827"/>
                </a:lnTo>
                <a:lnTo>
                  <a:pt x="21600" y="16800"/>
                </a:lnTo>
                <a:lnTo>
                  <a:pt x="19560" y="16800"/>
                </a:lnTo>
                <a:lnTo>
                  <a:pt x="17508" y="16800"/>
                </a:lnTo>
                <a:lnTo>
                  <a:pt x="15429" y="16800"/>
                </a:lnTo>
                <a:lnTo>
                  <a:pt x="14296" y="18226"/>
                </a:lnTo>
                <a:lnTo>
                  <a:pt x="13596" y="19200"/>
                </a:lnTo>
                <a:lnTo>
                  <a:pt x="13043" y="20174"/>
                </a:lnTo>
                <a:lnTo>
                  <a:pt x="12343" y="21600"/>
                </a:lnTo>
                <a:lnTo>
                  <a:pt x="12343" y="20016"/>
                </a:lnTo>
                <a:lnTo>
                  <a:pt x="12343" y="18430"/>
                </a:lnTo>
                <a:lnTo>
                  <a:pt x="12343" y="16836"/>
                </a:lnTo>
                <a:lnTo>
                  <a:pt x="12343" y="15235"/>
                </a:lnTo>
                <a:lnTo>
                  <a:pt x="12343" y="13625"/>
                </a:lnTo>
                <a:lnTo>
                  <a:pt x="12343" y="12000"/>
                </a:lnTo>
                <a:lnTo>
                  <a:pt x="10303" y="12000"/>
                </a:lnTo>
                <a:lnTo>
                  <a:pt x="8251" y="12000"/>
                </a:lnTo>
                <a:lnTo>
                  <a:pt x="6171" y="12000"/>
                </a:lnTo>
                <a:lnTo>
                  <a:pt x="6171" y="10414"/>
                </a:lnTo>
                <a:lnTo>
                  <a:pt x="6171" y="8818"/>
                </a:lnTo>
                <a:lnTo>
                  <a:pt x="6171" y="7200"/>
                </a:lnTo>
                <a:lnTo>
                  <a:pt x="4339" y="6319"/>
                </a:lnTo>
                <a:lnTo>
                  <a:pt x="3086" y="5774"/>
                </a:lnTo>
                <a:lnTo>
                  <a:pt x="1833" y="5345"/>
                </a:lnTo>
                <a:lnTo>
                  <a:pt x="0" y="4800"/>
                </a:lnTo>
                <a:lnTo>
                  <a:pt x="2021" y="3022"/>
                </a:lnTo>
                <a:lnTo>
                  <a:pt x="3595" y="1750"/>
                </a:lnTo>
                <a:lnTo>
                  <a:pt x="4940" y="895"/>
                </a:lnTo>
                <a:lnTo>
                  <a:pt x="6270" y="377"/>
                </a:lnTo>
                <a:lnTo>
                  <a:pt x="7804" y="113"/>
                </a:lnTo>
                <a:lnTo>
                  <a:pt x="9757" y="14"/>
                </a:lnTo>
                <a:lnTo>
                  <a:pt x="12343" y="0"/>
                </a:lnTo>
                <a:close/>
              </a:path>
            </a:pathLst>
          </a:custGeom>
          <a:solidFill>
            <a:srgbClr val="3D3D3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6" name="contour_09064"/>
          <p:cNvSpPr/>
          <p:nvPr/>
        </p:nvSpPr>
        <p:spPr>
          <a:xfrm>
            <a:off x="9994923" y="2986204"/>
            <a:ext cx="43837" cy="39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37"/>
                </a:moveTo>
                <a:lnTo>
                  <a:pt x="4557" y="516"/>
                </a:lnTo>
                <a:lnTo>
                  <a:pt x="7929" y="173"/>
                </a:lnTo>
                <a:lnTo>
                  <a:pt x="10425" y="0"/>
                </a:lnTo>
                <a:lnTo>
                  <a:pt x="12364" y="0"/>
                </a:lnTo>
                <a:lnTo>
                  <a:pt x="14055" y="173"/>
                </a:lnTo>
                <a:lnTo>
                  <a:pt x="15815" y="516"/>
                </a:lnTo>
                <a:lnTo>
                  <a:pt x="17955" y="1037"/>
                </a:lnTo>
                <a:lnTo>
                  <a:pt x="19320" y="3562"/>
                </a:lnTo>
                <a:lnTo>
                  <a:pt x="20332" y="6111"/>
                </a:lnTo>
                <a:lnTo>
                  <a:pt x="21029" y="8713"/>
                </a:lnTo>
                <a:lnTo>
                  <a:pt x="21442" y="11403"/>
                </a:lnTo>
                <a:lnTo>
                  <a:pt x="21600" y="14210"/>
                </a:lnTo>
                <a:lnTo>
                  <a:pt x="21546" y="17171"/>
                </a:lnTo>
                <a:lnTo>
                  <a:pt x="19402" y="19511"/>
                </a:lnTo>
                <a:lnTo>
                  <a:pt x="17869" y="20749"/>
                </a:lnTo>
                <a:lnTo>
                  <a:pt x="16206" y="21310"/>
                </a:lnTo>
                <a:lnTo>
                  <a:pt x="13678" y="21600"/>
                </a:lnTo>
                <a:lnTo>
                  <a:pt x="11233" y="21527"/>
                </a:lnTo>
                <a:lnTo>
                  <a:pt x="8755" y="21455"/>
                </a:lnTo>
                <a:lnTo>
                  <a:pt x="7803" y="21427"/>
                </a:lnTo>
                <a:lnTo>
                  <a:pt x="6575" y="21394"/>
                </a:lnTo>
                <a:lnTo>
                  <a:pt x="4248" y="21326"/>
                </a:lnTo>
                <a:lnTo>
                  <a:pt x="0" y="21205"/>
                </a:lnTo>
                <a:lnTo>
                  <a:pt x="0" y="18353"/>
                </a:lnTo>
                <a:lnTo>
                  <a:pt x="0" y="15497"/>
                </a:lnTo>
                <a:lnTo>
                  <a:pt x="0" y="12633"/>
                </a:lnTo>
                <a:lnTo>
                  <a:pt x="0" y="9757"/>
                </a:lnTo>
                <a:lnTo>
                  <a:pt x="0" y="6869"/>
                </a:lnTo>
                <a:lnTo>
                  <a:pt x="0" y="3965"/>
                </a:lnTo>
                <a:lnTo>
                  <a:pt x="0" y="1037"/>
                </a:lnTo>
                <a:close/>
              </a:path>
            </a:pathLst>
          </a:custGeom>
          <a:solidFill>
            <a:srgbClr val="D8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7" name="contour_09065"/>
          <p:cNvSpPr/>
          <p:nvPr/>
        </p:nvSpPr>
        <p:spPr>
          <a:xfrm>
            <a:off x="4652111" y="2966213"/>
            <a:ext cx="4444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89" y="0"/>
                </a:moveTo>
                <a:lnTo>
                  <a:pt x="6394" y="137"/>
                </a:lnTo>
                <a:lnTo>
                  <a:pt x="8813" y="461"/>
                </a:lnTo>
                <a:lnTo>
                  <a:pt x="11175" y="972"/>
                </a:lnTo>
                <a:lnTo>
                  <a:pt x="13488" y="1667"/>
                </a:lnTo>
                <a:lnTo>
                  <a:pt x="15777" y="2542"/>
                </a:lnTo>
                <a:lnTo>
                  <a:pt x="18058" y="3600"/>
                </a:lnTo>
                <a:lnTo>
                  <a:pt x="19361" y="6386"/>
                </a:lnTo>
                <a:lnTo>
                  <a:pt x="20197" y="8341"/>
                </a:lnTo>
                <a:lnTo>
                  <a:pt x="20736" y="9983"/>
                </a:lnTo>
                <a:lnTo>
                  <a:pt x="21147" y="11830"/>
                </a:lnTo>
                <a:lnTo>
                  <a:pt x="21600" y="14400"/>
                </a:lnTo>
                <a:lnTo>
                  <a:pt x="19259" y="14400"/>
                </a:lnTo>
                <a:lnTo>
                  <a:pt x="16903" y="14400"/>
                </a:lnTo>
                <a:lnTo>
                  <a:pt x="14516" y="14400"/>
                </a:lnTo>
                <a:lnTo>
                  <a:pt x="14516" y="16780"/>
                </a:lnTo>
                <a:lnTo>
                  <a:pt x="14516" y="19174"/>
                </a:lnTo>
                <a:lnTo>
                  <a:pt x="14516" y="21600"/>
                </a:lnTo>
                <a:lnTo>
                  <a:pt x="12178" y="21600"/>
                </a:lnTo>
                <a:lnTo>
                  <a:pt x="9837" y="21600"/>
                </a:lnTo>
                <a:lnTo>
                  <a:pt x="7485" y="21600"/>
                </a:lnTo>
                <a:lnTo>
                  <a:pt x="5122" y="21600"/>
                </a:lnTo>
                <a:lnTo>
                  <a:pt x="2745" y="21600"/>
                </a:lnTo>
                <a:lnTo>
                  <a:pt x="347" y="21600"/>
                </a:lnTo>
                <a:lnTo>
                  <a:pt x="280" y="19408"/>
                </a:lnTo>
                <a:lnTo>
                  <a:pt x="223" y="17212"/>
                </a:lnTo>
                <a:lnTo>
                  <a:pt x="174" y="15019"/>
                </a:lnTo>
                <a:lnTo>
                  <a:pt x="128" y="12823"/>
                </a:lnTo>
                <a:lnTo>
                  <a:pt x="64" y="10375"/>
                </a:lnTo>
                <a:lnTo>
                  <a:pt x="0" y="7888"/>
                </a:lnTo>
                <a:lnTo>
                  <a:pt x="255" y="5353"/>
                </a:lnTo>
                <a:lnTo>
                  <a:pt x="747" y="3686"/>
                </a:lnTo>
                <a:lnTo>
                  <a:pt x="1835" y="2149"/>
                </a:lnTo>
                <a:lnTo>
                  <a:pt x="3889" y="0"/>
                </a:lnTo>
                <a:close/>
              </a:path>
            </a:pathLst>
          </a:custGeom>
          <a:solidFill>
            <a:srgbClr val="D2D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8" name="contour_09066"/>
          <p:cNvSpPr/>
          <p:nvPr/>
        </p:nvSpPr>
        <p:spPr>
          <a:xfrm>
            <a:off x="6704920" y="2952540"/>
            <a:ext cx="40951" cy="50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80" y="1574"/>
                </a:moveTo>
                <a:lnTo>
                  <a:pt x="18167" y="3713"/>
                </a:lnTo>
                <a:lnTo>
                  <a:pt x="19770" y="5212"/>
                </a:lnTo>
                <a:lnTo>
                  <a:pt x="20685" y="6465"/>
                </a:lnTo>
                <a:lnTo>
                  <a:pt x="21200" y="7869"/>
                </a:lnTo>
                <a:lnTo>
                  <a:pt x="21600" y="9820"/>
                </a:lnTo>
                <a:lnTo>
                  <a:pt x="21577" y="11796"/>
                </a:lnTo>
                <a:lnTo>
                  <a:pt x="21515" y="13759"/>
                </a:lnTo>
                <a:lnTo>
                  <a:pt x="21415" y="15719"/>
                </a:lnTo>
                <a:lnTo>
                  <a:pt x="21273" y="17673"/>
                </a:lnTo>
                <a:lnTo>
                  <a:pt x="21093" y="19634"/>
                </a:lnTo>
                <a:lnTo>
                  <a:pt x="20866" y="21600"/>
                </a:lnTo>
                <a:lnTo>
                  <a:pt x="18317" y="21506"/>
                </a:lnTo>
                <a:lnTo>
                  <a:pt x="15834" y="21368"/>
                </a:lnTo>
                <a:lnTo>
                  <a:pt x="13401" y="21170"/>
                </a:lnTo>
                <a:lnTo>
                  <a:pt x="11013" y="20887"/>
                </a:lnTo>
                <a:lnTo>
                  <a:pt x="8653" y="20494"/>
                </a:lnTo>
                <a:lnTo>
                  <a:pt x="6312" y="19976"/>
                </a:lnTo>
                <a:lnTo>
                  <a:pt x="3979" y="19304"/>
                </a:lnTo>
                <a:lnTo>
                  <a:pt x="1645" y="18459"/>
                </a:lnTo>
                <a:lnTo>
                  <a:pt x="803" y="16175"/>
                </a:lnTo>
                <a:lnTo>
                  <a:pt x="258" y="13935"/>
                </a:lnTo>
                <a:lnTo>
                  <a:pt x="0" y="11720"/>
                </a:lnTo>
                <a:lnTo>
                  <a:pt x="23" y="9512"/>
                </a:lnTo>
                <a:lnTo>
                  <a:pt x="308" y="7294"/>
                </a:lnTo>
                <a:lnTo>
                  <a:pt x="853" y="5045"/>
                </a:lnTo>
                <a:lnTo>
                  <a:pt x="1645" y="2752"/>
                </a:lnTo>
                <a:lnTo>
                  <a:pt x="4205" y="1275"/>
                </a:lnTo>
                <a:lnTo>
                  <a:pt x="6281" y="374"/>
                </a:lnTo>
                <a:lnTo>
                  <a:pt x="8161" y="0"/>
                </a:lnTo>
                <a:lnTo>
                  <a:pt x="10145" y="110"/>
                </a:lnTo>
                <a:lnTo>
                  <a:pt x="12516" y="650"/>
                </a:lnTo>
                <a:lnTo>
                  <a:pt x="15580" y="1574"/>
                </a:lnTo>
                <a:close/>
              </a:path>
            </a:pathLst>
          </a:custGeom>
          <a:solidFill>
            <a:srgbClr val="9F4B4E"/>
          </a:solidFill>
          <a:ln>
            <a:noFill/>
          </a:ln>
        </p:spPr>
        <p:txBody>
          <a:bodyPr/>
          <a:lstStyle/>
          <a:p/>
        </p:txBody>
      </p:sp>
      <p:sp>
        <p:nvSpPr>
          <p:cNvPr id="9069" name="contour_09067"/>
          <p:cNvSpPr/>
          <p:nvPr/>
        </p:nvSpPr>
        <p:spPr>
          <a:xfrm>
            <a:off x="5046268" y="2935122"/>
            <a:ext cx="58413" cy="386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15" y="0"/>
                </a:moveTo>
                <a:lnTo>
                  <a:pt x="8934" y="37"/>
                </a:lnTo>
                <a:lnTo>
                  <a:pt x="10750" y="102"/>
                </a:lnTo>
                <a:lnTo>
                  <a:pt x="12558" y="192"/>
                </a:lnTo>
                <a:lnTo>
                  <a:pt x="14367" y="310"/>
                </a:lnTo>
                <a:lnTo>
                  <a:pt x="16172" y="457"/>
                </a:lnTo>
                <a:lnTo>
                  <a:pt x="17978" y="636"/>
                </a:lnTo>
                <a:lnTo>
                  <a:pt x="19786" y="844"/>
                </a:lnTo>
                <a:lnTo>
                  <a:pt x="21600" y="1084"/>
                </a:lnTo>
                <a:lnTo>
                  <a:pt x="20530" y="3551"/>
                </a:lnTo>
                <a:lnTo>
                  <a:pt x="19449" y="5977"/>
                </a:lnTo>
                <a:lnTo>
                  <a:pt x="18353" y="8354"/>
                </a:lnTo>
                <a:lnTo>
                  <a:pt x="17223" y="10686"/>
                </a:lnTo>
                <a:lnTo>
                  <a:pt x="16059" y="12961"/>
                </a:lnTo>
                <a:lnTo>
                  <a:pt x="14846" y="15179"/>
                </a:lnTo>
                <a:lnTo>
                  <a:pt x="13577" y="17340"/>
                </a:lnTo>
                <a:lnTo>
                  <a:pt x="12238" y="19439"/>
                </a:lnTo>
                <a:lnTo>
                  <a:pt x="10820" y="21470"/>
                </a:lnTo>
                <a:lnTo>
                  <a:pt x="8742" y="21600"/>
                </a:lnTo>
                <a:lnTo>
                  <a:pt x="6953" y="21364"/>
                </a:lnTo>
                <a:lnTo>
                  <a:pt x="5320" y="20793"/>
                </a:lnTo>
                <a:lnTo>
                  <a:pt x="3711" y="19916"/>
                </a:lnTo>
                <a:lnTo>
                  <a:pt x="1997" y="18775"/>
                </a:lnTo>
                <a:lnTo>
                  <a:pt x="40" y="17393"/>
                </a:lnTo>
                <a:lnTo>
                  <a:pt x="0" y="13899"/>
                </a:lnTo>
                <a:lnTo>
                  <a:pt x="78" y="10780"/>
                </a:lnTo>
                <a:lnTo>
                  <a:pt x="345" y="8036"/>
                </a:lnTo>
                <a:lnTo>
                  <a:pt x="879" y="5667"/>
                </a:lnTo>
                <a:lnTo>
                  <a:pt x="1749" y="3677"/>
                </a:lnTo>
                <a:lnTo>
                  <a:pt x="3032" y="2067"/>
                </a:lnTo>
                <a:lnTo>
                  <a:pt x="4794" y="844"/>
                </a:lnTo>
                <a:lnTo>
                  <a:pt x="7115" y="0"/>
                </a:lnTo>
                <a:close/>
              </a:path>
            </a:pathLst>
          </a:custGeom>
          <a:solidFill>
            <a:srgbClr val="161819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0" name="contour_09068"/>
          <p:cNvSpPr/>
          <p:nvPr/>
        </p:nvSpPr>
        <p:spPr>
          <a:xfrm>
            <a:off x="4638249" y="2850450"/>
            <a:ext cx="94744" cy="501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74"/>
                </a:moveTo>
                <a:lnTo>
                  <a:pt x="20907" y="3633"/>
                </a:lnTo>
                <a:lnTo>
                  <a:pt x="20204" y="4503"/>
                </a:lnTo>
                <a:lnTo>
                  <a:pt x="19088" y="5996"/>
                </a:lnTo>
                <a:lnTo>
                  <a:pt x="18099" y="7411"/>
                </a:lnTo>
                <a:lnTo>
                  <a:pt x="17227" y="8789"/>
                </a:lnTo>
                <a:lnTo>
                  <a:pt x="16456" y="10185"/>
                </a:lnTo>
                <a:lnTo>
                  <a:pt x="15775" y="11644"/>
                </a:lnTo>
                <a:lnTo>
                  <a:pt x="15172" y="13216"/>
                </a:lnTo>
                <a:lnTo>
                  <a:pt x="14635" y="14951"/>
                </a:lnTo>
                <a:lnTo>
                  <a:pt x="14150" y="16893"/>
                </a:lnTo>
                <a:lnTo>
                  <a:pt x="13708" y="19093"/>
                </a:lnTo>
                <a:lnTo>
                  <a:pt x="13292" y="21600"/>
                </a:lnTo>
                <a:lnTo>
                  <a:pt x="12194" y="21600"/>
                </a:lnTo>
                <a:lnTo>
                  <a:pt x="11089" y="21600"/>
                </a:lnTo>
                <a:lnTo>
                  <a:pt x="9969" y="21600"/>
                </a:lnTo>
                <a:lnTo>
                  <a:pt x="9585" y="20006"/>
                </a:lnTo>
                <a:lnTo>
                  <a:pt x="9197" y="18390"/>
                </a:lnTo>
                <a:lnTo>
                  <a:pt x="8756" y="16868"/>
                </a:lnTo>
                <a:lnTo>
                  <a:pt x="8308" y="15325"/>
                </a:lnTo>
                <a:lnTo>
                  <a:pt x="7128" y="15384"/>
                </a:lnTo>
                <a:lnTo>
                  <a:pt x="6292" y="15525"/>
                </a:lnTo>
                <a:lnTo>
                  <a:pt x="5398" y="15861"/>
                </a:lnTo>
                <a:lnTo>
                  <a:pt x="4051" y="16501"/>
                </a:lnTo>
                <a:lnTo>
                  <a:pt x="2913" y="17025"/>
                </a:lnTo>
                <a:lnTo>
                  <a:pt x="1760" y="17555"/>
                </a:lnTo>
                <a:lnTo>
                  <a:pt x="886" y="18004"/>
                </a:lnTo>
                <a:lnTo>
                  <a:pt x="0" y="18462"/>
                </a:lnTo>
                <a:lnTo>
                  <a:pt x="721" y="17891"/>
                </a:lnTo>
                <a:lnTo>
                  <a:pt x="1454" y="17311"/>
                </a:lnTo>
                <a:lnTo>
                  <a:pt x="2381" y="16520"/>
                </a:lnTo>
                <a:lnTo>
                  <a:pt x="3323" y="15717"/>
                </a:lnTo>
                <a:lnTo>
                  <a:pt x="4250" y="14951"/>
                </a:lnTo>
                <a:lnTo>
                  <a:pt x="5192" y="14173"/>
                </a:lnTo>
                <a:lnTo>
                  <a:pt x="5913" y="13188"/>
                </a:lnTo>
                <a:lnTo>
                  <a:pt x="6646" y="12187"/>
                </a:lnTo>
                <a:lnTo>
                  <a:pt x="6646" y="10113"/>
                </a:lnTo>
                <a:lnTo>
                  <a:pt x="6646" y="8026"/>
                </a:lnTo>
                <a:lnTo>
                  <a:pt x="6646" y="5911"/>
                </a:lnTo>
                <a:lnTo>
                  <a:pt x="7683" y="5020"/>
                </a:lnTo>
                <a:lnTo>
                  <a:pt x="8472" y="4377"/>
                </a:lnTo>
                <a:lnTo>
                  <a:pt x="9168" y="3875"/>
                </a:lnTo>
                <a:lnTo>
                  <a:pt x="9926" y="3411"/>
                </a:lnTo>
                <a:lnTo>
                  <a:pt x="10903" y="2880"/>
                </a:lnTo>
                <a:lnTo>
                  <a:pt x="12254" y="2184"/>
                </a:lnTo>
                <a:lnTo>
                  <a:pt x="12717" y="1936"/>
                </a:lnTo>
                <a:lnTo>
                  <a:pt x="13535" y="1494"/>
                </a:lnTo>
                <a:lnTo>
                  <a:pt x="15407" y="483"/>
                </a:lnTo>
                <a:lnTo>
                  <a:pt x="16708" y="138"/>
                </a:lnTo>
                <a:lnTo>
                  <a:pt x="17780" y="0"/>
                </a:lnTo>
                <a:lnTo>
                  <a:pt x="18714" y="132"/>
                </a:lnTo>
                <a:lnTo>
                  <a:pt x="19600" y="593"/>
                </a:lnTo>
                <a:lnTo>
                  <a:pt x="20532" y="1453"/>
                </a:lnTo>
                <a:lnTo>
                  <a:pt x="21600" y="2774"/>
                </a:lnTo>
                <a:close/>
              </a:path>
            </a:pathLst>
          </a:custGeom>
          <a:solidFill>
            <a:srgbClr val="343133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1" name="contour_09069"/>
          <p:cNvSpPr/>
          <p:nvPr/>
        </p:nvSpPr>
        <p:spPr>
          <a:xfrm>
            <a:off x="4062498" y="2835029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11" y="405"/>
                </a:lnTo>
                <a:lnTo>
                  <a:pt x="7002" y="726"/>
                </a:lnTo>
                <a:lnTo>
                  <a:pt x="9079" y="1042"/>
                </a:lnTo>
                <a:lnTo>
                  <a:pt x="10739" y="1426"/>
                </a:lnTo>
                <a:lnTo>
                  <a:pt x="12377" y="1955"/>
                </a:lnTo>
                <a:lnTo>
                  <a:pt x="14400" y="2700"/>
                </a:lnTo>
                <a:lnTo>
                  <a:pt x="15282" y="4587"/>
                </a:lnTo>
                <a:lnTo>
                  <a:pt x="16020" y="6353"/>
                </a:lnTo>
                <a:lnTo>
                  <a:pt x="16636" y="8065"/>
                </a:lnTo>
                <a:lnTo>
                  <a:pt x="17158" y="9785"/>
                </a:lnTo>
                <a:lnTo>
                  <a:pt x="17604" y="11575"/>
                </a:lnTo>
                <a:lnTo>
                  <a:pt x="18000" y="13500"/>
                </a:lnTo>
                <a:lnTo>
                  <a:pt x="18702" y="15125"/>
                </a:lnTo>
                <a:lnTo>
                  <a:pt x="19408" y="16748"/>
                </a:lnTo>
                <a:lnTo>
                  <a:pt x="20128" y="18368"/>
                </a:lnTo>
                <a:lnTo>
                  <a:pt x="20855" y="1998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616361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2" name="contour_09070"/>
          <p:cNvSpPr/>
          <p:nvPr/>
        </p:nvSpPr>
        <p:spPr>
          <a:xfrm>
            <a:off x="4813161" y="2805877"/>
            <a:ext cx="576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87" y="0"/>
                </a:moveTo>
                <a:lnTo>
                  <a:pt x="9991" y="0"/>
                </a:lnTo>
                <a:lnTo>
                  <a:pt x="11806" y="0"/>
                </a:lnTo>
                <a:lnTo>
                  <a:pt x="13645" y="0"/>
                </a:lnTo>
                <a:lnTo>
                  <a:pt x="14843" y="1574"/>
                </a:lnTo>
                <a:lnTo>
                  <a:pt x="15684" y="2743"/>
                </a:lnTo>
                <a:lnTo>
                  <a:pt x="16382" y="3857"/>
                </a:lnTo>
                <a:lnTo>
                  <a:pt x="17165" y="5267"/>
                </a:lnTo>
                <a:lnTo>
                  <a:pt x="18252" y="7329"/>
                </a:lnTo>
                <a:lnTo>
                  <a:pt x="18994" y="8689"/>
                </a:lnTo>
                <a:lnTo>
                  <a:pt x="19742" y="10063"/>
                </a:lnTo>
                <a:lnTo>
                  <a:pt x="20500" y="11451"/>
                </a:lnTo>
                <a:lnTo>
                  <a:pt x="21262" y="13809"/>
                </a:lnTo>
                <a:lnTo>
                  <a:pt x="21600" y="15401"/>
                </a:lnTo>
                <a:lnTo>
                  <a:pt x="21586" y="16953"/>
                </a:lnTo>
                <a:lnTo>
                  <a:pt x="21300" y="19190"/>
                </a:lnTo>
                <a:lnTo>
                  <a:pt x="20754" y="19789"/>
                </a:lnTo>
                <a:lnTo>
                  <a:pt x="19103" y="21600"/>
                </a:lnTo>
                <a:lnTo>
                  <a:pt x="17378" y="21282"/>
                </a:lnTo>
                <a:lnTo>
                  <a:pt x="15746" y="20924"/>
                </a:lnTo>
                <a:lnTo>
                  <a:pt x="14166" y="20517"/>
                </a:lnTo>
                <a:lnTo>
                  <a:pt x="12603" y="20048"/>
                </a:lnTo>
                <a:lnTo>
                  <a:pt x="11020" y="19514"/>
                </a:lnTo>
                <a:lnTo>
                  <a:pt x="9382" y="18900"/>
                </a:lnTo>
                <a:lnTo>
                  <a:pt x="8029" y="18416"/>
                </a:lnTo>
                <a:lnTo>
                  <a:pt x="6656" y="17925"/>
                </a:lnTo>
                <a:lnTo>
                  <a:pt x="4989" y="17314"/>
                </a:lnTo>
                <a:lnTo>
                  <a:pt x="3324" y="16694"/>
                </a:lnTo>
                <a:lnTo>
                  <a:pt x="1659" y="16064"/>
                </a:lnTo>
                <a:lnTo>
                  <a:pt x="0" y="15429"/>
                </a:lnTo>
                <a:lnTo>
                  <a:pt x="636" y="13932"/>
                </a:lnTo>
                <a:lnTo>
                  <a:pt x="1274" y="12435"/>
                </a:lnTo>
                <a:lnTo>
                  <a:pt x="1916" y="10942"/>
                </a:lnTo>
                <a:lnTo>
                  <a:pt x="2560" y="9448"/>
                </a:lnTo>
                <a:lnTo>
                  <a:pt x="3275" y="7782"/>
                </a:lnTo>
                <a:lnTo>
                  <a:pt x="3998" y="6088"/>
                </a:lnTo>
                <a:lnTo>
                  <a:pt x="4885" y="4305"/>
                </a:lnTo>
                <a:lnTo>
                  <a:pt x="5616" y="3076"/>
                </a:lnTo>
                <a:lnTo>
                  <a:pt x="6588" y="1830"/>
                </a:lnTo>
                <a:lnTo>
                  <a:pt x="8187" y="0"/>
                </a:lnTo>
                <a:close/>
              </a:path>
            </a:pathLst>
          </a:custGeom>
          <a:solidFill>
            <a:srgbClr val="948FA4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3" name="contour_09071"/>
          <p:cNvSpPr/>
          <p:nvPr/>
        </p:nvSpPr>
        <p:spPr>
          <a:xfrm>
            <a:off x="7458702" y="2783255"/>
            <a:ext cx="65592" cy="45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363"/>
                </a:moveTo>
                <a:lnTo>
                  <a:pt x="13622" y="112"/>
                </a:lnTo>
                <a:lnTo>
                  <a:pt x="15209" y="0"/>
                </a:lnTo>
                <a:lnTo>
                  <a:pt x="16781" y="0"/>
                </a:lnTo>
                <a:lnTo>
                  <a:pt x="18355" y="77"/>
                </a:lnTo>
                <a:lnTo>
                  <a:pt x="19956" y="209"/>
                </a:lnTo>
                <a:lnTo>
                  <a:pt x="21600" y="363"/>
                </a:lnTo>
                <a:lnTo>
                  <a:pt x="20321" y="4429"/>
                </a:lnTo>
                <a:lnTo>
                  <a:pt x="19253" y="7780"/>
                </a:lnTo>
                <a:lnTo>
                  <a:pt x="18353" y="10511"/>
                </a:lnTo>
                <a:lnTo>
                  <a:pt x="17575" y="12714"/>
                </a:lnTo>
                <a:lnTo>
                  <a:pt x="16882" y="14483"/>
                </a:lnTo>
                <a:lnTo>
                  <a:pt x="16226" y="15912"/>
                </a:lnTo>
                <a:lnTo>
                  <a:pt x="15564" y="17098"/>
                </a:lnTo>
                <a:lnTo>
                  <a:pt x="14854" y="18134"/>
                </a:lnTo>
                <a:lnTo>
                  <a:pt x="14052" y="19117"/>
                </a:lnTo>
                <a:lnTo>
                  <a:pt x="13116" y="20135"/>
                </a:lnTo>
                <a:lnTo>
                  <a:pt x="12000" y="21286"/>
                </a:lnTo>
                <a:lnTo>
                  <a:pt x="10070" y="21495"/>
                </a:lnTo>
                <a:lnTo>
                  <a:pt x="8731" y="21600"/>
                </a:lnTo>
                <a:lnTo>
                  <a:pt x="7637" y="21600"/>
                </a:lnTo>
                <a:lnTo>
                  <a:pt x="6442" y="21495"/>
                </a:lnTo>
                <a:lnTo>
                  <a:pt x="4800" y="21286"/>
                </a:lnTo>
                <a:lnTo>
                  <a:pt x="4800" y="18981"/>
                </a:lnTo>
                <a:lnTo>
                  <a:pt x="4800" y="16662"/>
                </a:lnTo>
                <a:lnTo>
                  <a:pt x="4800" y="14312"/>
                </a:lnTo>
                <a:lnTo>
                  <a:pt x="3374" y="13032"/>
                </a:lnTo>
                <a:lnTo>
                  <a:pt x="2400" y="12240"/>
                </a:lnTo>
                <a:lnTo>
                  <a:pt x="1426" y="11616"/>
                </a:lnTo>
                <a:lnTo>
                  <a:pt x="0" y="10824"/>
                </a:lnTo>
                <a:lnTo>
                  <a:pt x="1536" y="10392"/>
                </a:lnTo>
                <a:lnTo>
                  <a:pt x="3084" y="9956"/>
                </a:lnTo>
                <a:lnTo>
                  <a:pt x="4651" y="9517"/>
                </a:lnTo>
                <a:lnTo>
                  <a:pt x="6242" y="8952"/>
                </a:lnTo>
                <a:lnTo>
                  <a:pt x="7286" y="8537"/>
                </a:lnTo>
                <a:lnTo>
                  <a:pt x="8251" y="8066"/>
                </a:lnTo>
                <a:lnTo>
                  <a:pt x="9600" y="7337"/>
                </a:lnTo>
                <a:lnTo>
                  <a:pt x="10195" y="5499"/>
                </a:lnTo>
                <a:lnTo>
                  <a:pt x="10800" y="3634"/>
                </a:lnTo>
                <a:lnTo>
                  <a:pt x="11395" y="2009"/>
                </a:lnTo>
                <a:lnTo>
                  <a:pt x="12000" y="363"/>
                </a:lnTo>
                <a:close/>
              </a:path>
            </a:pathLst>
          </a:custGeom>
          <a:solidFill>
            <a:srgbClr val="E9F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4" name="contour_09072"/>
          <p:cNvSpPr/>
          <p:nvPr/>
        </p:nvSpPr>
        <p:spPr>
          <a:xfrm>
            <a:off x="1344077" y="2784844"/>
            <a:ext cx="72880" cy="57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90" y="1742"/>
                </a:moveTo>
                <a:lnTo>
                  <a:pt x="16252" y="3396"/>
                </a:lnTo>
                <a:lnTo>
                  <a:pt x="16999" y="5029"/>
                </a:lnTo>
                <a:lnTo>
                  <a:pt x="17652" y="6664"/>
                </a:lnTo>
                <a:lnTo>
                  <a:pt x="18230" y="8324"/>
                </a:lnTo>
                <a:lnTo>
                  <a:pt x="18753" y="10039"/>
                </a:lnTo>
                <a:lnTo>
                  <a:pt x="19239" y="11830"/>
                </a:lnTo>
                <a:lnTo>
                  <a:pt x="19710" y="13725"/>
                </a:lnTo>
                <a:lnTo>
                  <a:pt x="20073" y="15204"/>
                </a:lnTo>
                <a:lnTo>
                  <a:pt x="20438" y="16692"/>
                </a:lnTo>
                <a:lnTo>
                  <a:pt x="20807" y="18198"/>
                </a:lnTo>
                <a:lnTo>
                  <a:pt x="21004" y="19044"/>
                </a:lnTo>
                <a:lnTo>
                  <a:pt x="21600" y="21600"/>
                </a:lnTo>
                <a:lnTo>
                  <a:pt x="20336" y="20984"/>
                </a:lnTo>
                <a:lnTo>
                  <a:pt x="19075" y="20362"/>
                </a:lnTo>
                <a:lnTo>
                  <a:pt x="17814" y="19737"/>
                </a:lnTo>
                <a:lnTo>
                  <a:pt x="16556" y="19105"/>
                </a:lnTo>
                <a:lnTo>
                  <a:pt x="15297" y="18472"/>
                </a:lnTo>
                <a:lnTo>
                  <a:pt x="14040" y="17834"/>
                </a:lnTo>
                <a:lnTo>
                  <a:pt x="12956" y="17313"/>
                </a:lnTo>
                <a:lnTo>
                  <a:pt x="11854" y="16785"/>
                </a:lnTo>
                <a:lnTo>
                  <a:pt x="10608" y="16130"/>
                </a:lnTo>
                <a:lnTo>
                  <a:pt x="9631" y="15558"/>
                </a:lnTo>
                <a:lnTo>
                  <a:pt x="8424" y="14750"/>
                </a:lnTo>
                <a:lnTo>
                  <a:pt x="6480" y="13383"/>
                </a:lnTo>
                <a:lnTo>
                  <a:pt x="6480" y="11572"/>
                </a:lnTo>
                <a:lnTo>
                  <a:pt x="6480" y="9751"/>
                </a:lnTo>
                <a:lnTo>
                  <a:pt x="6480" y="7905"/>
                </a:lnTo>
                <a:lnTo>
                  <a:pt x="4873" y="7061"/>
                </a:lnTo>
                <a:lnTo>
                  <a:pt x="3732" y="6497"/>
                </a:lnTo>
                <a:lnTo>
                  <a:pt x="2748" y="6081"/>
                </a:lnTo>
                <a:lnTo>
                  <a:pt x="1607" y="5681"/>
                </a:lnTo>
                <a:lnTo>
                  <a:pt x="0" y="5166"/>
                </a:lnTo>
                <a:lnTo>
                  <a:pt x="1238" y="4533"/>
                </a:lnTo>
                <a:lnTo>
                  <a:pt x="2475" y="3909"/>
                </a:lnTo>
                <a:lnTo>
                  <a:pt x="3717" y="3292"/>
                </a:lnTo>
                <a:lnTo>
                  <a:pt x="4964" y="2684"/>
                </a:lnTo>
                <a:lnTo>
                  <a:pt x="6210" y="2084"/>
                </a:lnTo>
                <a:lnTo>
                  <a:pt x="7363" y="1512"/>
                </a:lnTo>
                <a:lnTo>
                  <a:pt x="8526" y="934"/>
                </a:lnTo>
                <a:lnTo>
                  <a:pt x="9703" y="351"/>
                </a:lnTo>
                <a:lnTo>
                  <a:pt x="11623" y="0"/>
                </a:lnTo>
                <a:lnTo>
                  <a:pt x="12856" y="27"/>
                </a:lnTo>
                <a:lnTo>
                  <a:pt x="13934" y="564"/>
                </a:lnTo>
                <a:lnTo>
                  <a:pt x="15390" y="1742"/>
                </a:lnTo>
                <a:close/>
              </a:path>
            </a:pathLst>
          </a:custGeom>
          <a:solidFill>
            <a:srgbClr val="49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5" name="contour_09073"/>
          <p:cNvSpPr/>
          <p:nvPr/>
        </p:nvSpPr>
        <p:spPr>
          <a:xfrm>
            <a:off x="4920929" y="2769437"/>
            <a:ext cx="67144" cy="371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9" y="0"/>
                </a:moveTo>
                <a:lnTo>
                  <a:pt x="2162" y="496"/>
                </a:lnTo>
                <a:lnTo>
                  <a:pt x="3779" y="1035"/>
                </a:lnTo>
                <a:lnTo>
                  <a:pt x="5357" y="1624"/>
                </a:lnTo>
                <a:lnTo>
                  <a:pt x="6902" y="2265"/>
                </a:lnTo>
                <a:lnTo>
                  <a:pt x="8419" y="2969"/>
                </a:lnTo>
                <a:lnTo>
                  <a:pt x="9913" y="3732"/>
                </a:lnTo>
                <a:lnTo>
                  <a:pt x="11385" y="4568"/>
                </a:lnTo>
                <a:lnTo>
                  <a:pt x="12846" y="5471"/>
                </a:lnTo>
                <a:lnTo>
                  <a:pt x="14297" y="6459"/>
                </a:lnTo>
                <a:lnTo>
                  <a:pt x="15746" y="7528"/>
                </a:lnTo>
                <a:lnTo>
                  <a:pt x="17195" y="8682"/>
                </a:lnTo>
                <a:lnTo>
                  <a:pt x="18651" y="9928"/>
                </a:lnTo>
                <a:lnTo>
                  <a:pt x="20116" y="11277"/>
                </a:lnTo>
                <a:lnTo>
                  <a:pt x="21600" y="12723"/>
                </a:lnTo>
                <a:lnTo>
                  <a:pt x="18885" y="15154"/>
                </a:lnTo>
                <a:lnTo>
                  <a:pt x="16634" y="17134"/>
                </a:lnTo>
                <a:lnTo>
                  <a:pt x="14768" y="18703"/>
                </a:lnTo>
                <a:lnTo>
                  <a:pt x="13211" y="19891"/>
                </a:lnTo>
                <a:lnTo>
                  <a:pt x="11884" y="20743"/>
                </a:lnTo>
                <a:lnTo>
                  <a:pt x="10712" y="21286"/>
                </a:lnTo>
                <a:lnTo>
                  <a:pt x="9617" y="21558"/>
                </a:lnTo>
                <a:lnTo>
                  <a:pt x="8522" y="21600"/>
                </a:lnTo>
                <a:lnTo>
                  <a:pt x="7348" y="21443"/>
                </a:lnTo>
                <a:lnTo>
                  <a:pt x="6018" y="21121"/>
                </a:lnTo>
                <a:lnTo>
                  <a:pt x="4457" y="20675"/>
                </a:lnTo>
                <a:lnTo>
                  <a:pt x="3873" y="20133"/>
                </a:lnTo>
                <a:lnTo>
                  <a:pt x="2849" y="19170"/>
                </a:lnTo>
                <a:lnTo>
                  <a:pt x="499" y="16964"/>
                </a:lnTo>
                <a:lnTo>
                  <a:pt x="164" y="14008"/>
                </a:lnTo>
                <a:lnTo>
                  <a:pt x="9" y="11256"/>
                </a:lnTo>
                <a:lnTo>
                  <a:pt x="0" y="8592"/>
                </a:lnTo>
                <a:lnTo>
                  <a:pt x="101" y="5904"/>
                </a:lnTo>
                <a:lnTo>
                  <a:pt x="279" y="3079"/>
                </a:lnTo>
                <a:lnTo>
                  <a:pt x="499" y="0"/>
                </a:lnTo>
                <a:close/>
              </a:path>
            </a:pathLst>
          </a:custGeom>
          <a:solidFill>
            <a:srgbClr val="E1E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6" name="contour_09074"/>
          <p:cNvSpPr/>
          <p:nvPr/>
        </p:nvSpPr>
        <p:spPr>
          <a:xfrm>
            <a:off x="2085630" y="2732997"/>
            <a:ext cx="6012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5" y="0"/>
                </a:moveTo>
                <a:lnTo>
                  <a:pt x="1681" y="837"/>
                </a:lnTo>
                <a:lnTo>
                  <a:pt x="2718" y="1679"/>
                </a:lnTo>
                <a:lnTo>
                  <a:pt x="3765" y="2533"/>
                </a:lnTo>
                <a:lnTo>
                  <a:pt x="5412" y="3586"/>
                </a:lnTo>
                <a:lnTo>
                  <a:pt x="7093" y="4474"/>
                </a:lnTo>
                <a:lnTo>
                  <a:pt x="8805" y="5222"/>
                </a:lnTo>
                <a:lnTo>
                  <a:pt x="10551" y="5848"/>
                </a:lnTo>
                <a:lnTo>
                  <a:pt x="12324" y="6369"/>
                </a:lnTo>
                <a:lnTo>
                  <a:pt x="14128" y="6807"/>
                </a:lnTo>
                <a:lnTo>
                  <a:pt x="15958" y="7179"/>
                </a:lnTo>
                <a:lnTo>
                  <a:pt x="17814" y="7506"/>
                </a:lnTo>
                <a:lnTo>
                  <a:pt x="19697" y="7806"/>
                </a:lnTo>
                <a:lnTo>
                  <a:pt x="21600" y="8100"/>
                </a:lnTo>
                <a:lnTo>
                  <a:pt x="21076" y="11397"/>
                </a:lnTo>
                <a:lnTo>
                  <a:pt x="20629" y="13918"/>
                </a:lnTo>
                <a:lnTo>
                  <a:pt x="20186" y="15822"/>
                </a:lnTo>
                <a:lnTo>
                  <a:pt x="19676" y="17264"/>
                </a:lnTo>
                <a:lnTo>
                  <a:pt x="19026" y="18406"/>
                </a:lnTo>
                <a:lnTo>
                  <a:pt x="18170" y="19402"/>
                </a:lnTo>
                <a:lnTo>
                  <a:pt x="17034" y="20415"/>
                </a:lnTo>
                <a:lnTo>
                  <a:pt x="15547" y="21600"/>
                </a:lnTo>
                <a:lnTo>
                  <a:pt x="13222" y="21511"/>
                </a:lnTo>
                <a:lnTo>
                  <a:pt x="11418" y="21211"/>
                </a:lnTo>
                <a:lnTo>
                  <a:pt x="9931" y="20660"/>
                </a:lnTo>
                <a:lnTo>
                  <a:pt x="8567" y="19810"/>
                </a:lnTo>
                <a:lnTo>
                  <a:pt x="7121" y="18619"/>
                </a:lnTo>
                <a:lnTo>
                  <a:pt x="5399" y="17042"/>
                </a:lnTo>
                <a:lnTo>
                  <a:pt x="4124" y="15571"/>
                </a:lnTo>
                <a:lnTo>
                  <a:pt x="3024" y="14183"/>
                </a:lnTo>
                <a:lnTo>
                  <a:pt x="2092" y="12828"/>
                </a:lnTo>
                <a:lnTo>
                  <a:pt x="1333" y="11451"/>
                </a:lnTo>
                <a:lnTo>
                  <a:pt x="744" y="10006"/>
                </a:lnTo>
                <a:lnTo>
                  <a:pt x="325" y="8438"/>
                </a:lnTo>
                <a:lnTo>
                  <a:pt x="79" y="6693"/>
                </a:lnTo>
                <a:lnTo>
                  <a:pt x="0" y="4725"/>
                </a:lnTo>
                <a:lnTo>
                  <a:pt x="215" y="3164"/>
                </a:lnTo>
                <a:lnTo>
                  <a:pt x="435" y="1593"/>
                </a:lnTo>
                <a:lnTo>
                  <a:pt x="655" y="0"/>
                </a:lnTo>
                <a:close/>
              </a:path>
            </a:pathLst>
          </a:custGeom>
          <a:solidFill>
            <a:srgbClr val="797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7" name="contour_09075"/>
          <p:cNvSpPr/>
          <p:nvPr/>
        </p:nvSpPr>
        <p:spPr>
          <a:xfrm>
            <a:off x="5367048" y="2725709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773" y="583"/>
                </a:lnTo>
                <a:lnTo>
                  <a:pt x="16730" y="1102"/>
                </a:lnTo>
                <a:lnTo>
                  <a:pt x="17722" y="1839"/>
                </a:lnTo>
                <a:lnTo>
                  <a:pt x="19200" y="3086"/>
                </a:lnTo>
                <a:lnTo>
                  <a:pt x="19630" y="5122"/>
                </a:lnTo>
                <a:lnTo>
                  <a:pt x="19992" y="7156"/>
                </a:lnTo>
                <a:lnTo>
                  <a:pt x="20302" y="9192"/>
                </a:lnTo>
                <a:lnTo>
                  <a:pt x="20568" y="11232"/>
                </a:lnTo>
                <a:lnTo>
                  <a:pt x="20798" y="13281"/>
                </a:lnTo>
                <a:lnTo>
                  <a:pt x="21007" y="15339"/>
                </a:lnTo>
                <a:lnTo>
                  <a:pt x="21204" y="17410"/>
                </a:lnTo>
                <a:lnTo>
                  <a:pt x="21398" y="19496"/>
                </a:lnTo>
                <a:lnTo>
                  <a:pt x="21600" y="21600"/>
                </a:lnTo>
                <a:lnTo>
                  <a:pt x="20016" y="21600"/>
                </a:lnTo>
                <a:lnTo>
                  <a:pt x="18430" y="21600"/>
                </a:lnTo>
                <a:lnTo>
                  <a:pt x="16843" y="21600"/>
                </a:lnTo>
                <a:lnTo>
                  <a:pt x="15252" y="21600"/>
                </a:lnTo>
                <a:lnTo>
                  <a:pt x="13656" y="21600"/>
                </a:lnTo>
                <a:lnTo>
                  <a:pt x="12053" y="21600"/>
                </a:lnTo>
                <a:lnTo>
                  <a:pt x="10445" y="21600"/>
                </a:lnTo>
                <a:lnTo>
                  <a:pt x="8827" y="21600"/>
                </a:lnTo>
                <a:lnTo>
                  <a:pt x="7200" y="21600"/>
                </a:lnTo>
                <a:lnTo>
                  <a:pt x="7200" y="19560"/>
                </a:lnTo>
                <a:lnTo>
                  <a:pt x="7200" y="17508"/>
                </a:lnTo>
                <a:lnTo>
                  <a:pt x="7200" y="15429"/>
                </a:lnTo>
                <a:lnTo>
                  <a:pt x="5774" y="15429"/>
                </a:lnTo>
                <a:lnTo>
                  <a:pt x="4344" y="15429"/>
                </a:lnTo>
                <a:lnTo>
                  <a:pt x="2909" y="15429"/>
                </a:lnTo>
                <a:lnTo>
                  <a:pt x="1462" y="15429"/>
                </a:lnTo>
                <a:lnTo>
                  <a:pt x="0" y="15429"/>
                </a:lnTo>
                <a:lnTo>
                  <a:pt x="0" y="13389"/>
                </a:lnTo>
                <a:lnTo>
                  <a:pt x="0" y="11337"/>
                </a:lnTo>
                <a:lnTo>
                  <a:pt x="0" y="9257"/>
                </a:lnTo>
                <a:lnTo>
                  <a:pt x="725" y="9411"/>
                </a:lnTo>
                <a:lnTo>
                  <a:pt x="1390" y="9556"/>
                </a:lnTo>
                <a:lnTo>
                  <a:pt x="2117" y="9711"/>
                </a:lnTo>
                <a:lnTo>
                  <a:pt x="3024" y="9905"/>
                </a:lnTo>
                <a:lnTo>
                  <a:pt x="4229" y="10164"/>
                </a:lnTo>
                <a:lnTo>
                  <a:pt x="5851" y="10510"/>
                </a:lnTo>
                <a:lnTo>
                  <a:pt x="8006" y="10973"/>
                </a:lnTo>
                <a:lnTo>
                  <a:pt x="10817" y="11575"/>
                </a:lnTo>
                <a:lnTo>
                  <a:pt x="14400" y="12343"/>
                </a:lnTo>
                <a:lnTo>
                  <a:pt x="14400" y="10306"/>
                </a:lnTo>
                <a:lnTo>
                  <a:pt x="14400" y="8267"/>
                </a:lnTo>
                <a:lnTo>
                  <a:pt x="14400" y="6218"/>
                </a:lnTo>
                <a:lnTo>
                  <a:pt x="14400" y="4160"/>
                </a:lnTo>
                <a:lnTo>
                  <a:pt x="14400" y="2089"/>
                </a:lnTo>
                <a:lnTo>
                  <a:pt x="14400" y="0"/>
                </a:lnTo>
                <a:close/>
              </a:path>
            </a:pathLst>
          </a:custGeom>
          <a:solidFill>
            <a:srgbClr val="4B4A4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8" name="contour_09076"/>
          <p:cNvSpPr/>
          <p:nvPr/>
        </p:nvSpPr>
        <p:spPr>
          <a:xfrm>
            <a:off x="8238517" y="2711133"/>
            <a:ext cx="37657" cy="66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41" y="0"/>
                </a:moveTo>
                <a:lnTo>
                  <a:pt x="15446" y="935"/>
                </a:lnTo>
                <a:lnTo>
                  <a:pt x="17286" y="1737"/>
                </a:lnTo>
                <a:lnTo>
                  <a:pt x="18841" y="2851"/>
                </a:lnTo>
                <a:lnTo>
                  <a:pt x="20902" y="4720"/>
                </a:lnTo>
                <a:lnTo>
                  <a:pt x="21245" y="6457"/>
                </a:lnTo>
                <a:lnTo>
                  <a:pt x="21466" y="7755"/>
                </a:lnTo>
                <a:lnTo>
                  <a:pt x="21579" y="8846"/>
                </a:lnTo>
                <a:lnTo>
                  <a:pt x="21600" y="9972"/>
                </a:lnTo>
                <a:lnTo>
                  <a:pt x="21546" y="11369"/>
                </a:lnTo>
                <a:lnTo>
                  <a:pt x="21424" y="13276"/>
                </a:lnTo>
                <a:lnTo>
                  <a:pt x="21349" y="14767"/>
                </a:lnTo>
                <a:lnTo>
                  <a:pt x="21274" y="16271"/>
                </a:lnTo>
                <a:lnTo>
                  <a:pt x="21195" y="17793"/>
                </a:lnTo>
                <a:lnTo>
                  <a:pt x="21153" y="18301"/>
                </a:lnTo>
                <a:lnTo>
                  <a:pt x="21077" y="19195"/>
                </a:lnTo>
                <a:lnTo>
                  <a:pt x="20902" y="21241"/>
                </a:lnTo>
                <a:lnTo>
                  <a:pt x="17963" y="21480"/>
                </a:lnTo>
                <a:lnTo>
                  <a:pt x="15844" y="21600"/>
                </a:lnTo>
                <a:lnTo>
                  <a:pt x="13937" y="21600"/>
                </a:lnTo>
                <a:lnTo>
                  <a:pt x="11642" y="21480"/>
                </a:lnTo>
                <a:lnTo>
                  <a:pt x="8361" y="21241"/>
                </a:lnTo>
                <a:lnTo>
                  <a:pt x="6877" y="19769"/>
                </a:lnTo>
                <a:lnTo>
                  <a:pt x="5819" y="18647"/>
                </a:lnTo>
                <a:lnTo>
                  <a:pt x="5021" y="17659"/>
                </a:lnTo>
                <a:lnTo>
                  <a:pt x="4327" y="16582"/>
                </a:lnTo>
                <a:lnTo>
                  <a:pt x="3578" y="15195"/>
                </a:lnTo>
                <a:lnTo>
                  <a:pt x="2613" y="13276"/>
                </a:lnTo>
                <a:lnTo>
                  <a:pt x="1806" y="11796"/>
                </a:lnTo>
                <a:lnTo>
                  <a:pt x="987" y="10307"/>
                </a:lnTo>
                <a:lnTo>
                  <a:pt x="163" y="8796"/>
                </a:lnTo>
                <a:lnTo>
                  <a:pt x="109" y="7449"/>
                </a:lnTo>
                <a:lnTo>
                  <a:pt x="54" y="6094"/>
                </a:lnTo>
                <a:lnTo>
                  <a:pt x="0" y="4720"/>
                </a:lnTo>
                <a:lnTo>
                  <a:pt x="2387" y="3368"/>
                </a:lnTo>
                <a:lnTo>
                  <a:pt x="4189" y="2419"/>
                </a:lnTo>
                <a:lnTo>
                  <a:pt x="5756" y="1737"/>
                </a:lnTo>
                <a:lnTo>
                  <a:pt x="7441" y="1194"/>
                </a:lnTo>
                <a:lnTo>
                  <a:pt x="9586" y="658"/>
                </a:lnTo>
                <a:lnTo>
                  <a:pt x="12541" y="0"/>
                </a:lnTo>
                <a:close/>
              </a:path>
            </a:pathLst>
          </a:custGeom>
          <a:solidFill>
            <a:srgbClr val="D9E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79" name="contour_09077"/>
          <p:cNvSpPr/>
          <p:nvPr/>
        </p:nvSpPr>
        <p:spPr>
          <a:xfrm>
            <a:off x="1191029" y="2703845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114" y="0"/>
                </a:lnTo>
                <a:lnTo>
                  <a:pt x="12412" y="0"/>
                </a:lnTo>
                <a:lnTo>
                  <a:pt x="13710" y="0"/>
                </a:lnTo>
                <a:lnTo>
                  <a:pt x="15012" y="0"/>
                </a:lnTo>
                <a:lnTo>
                  <a:pt x="16318" y="0"/>
                </a:lnTo>
                <a:lnTo>
                  <a:pt x="17630" y="0"/>
                </a:lnTo>
                <a:lnTo>
                  <a:pt x="18945" y="0"/>
                </a:lnTo>
                <a:lnTo>
                  <a:pt x="20269" y="0"/>
                </a:lnTo>
                <a:lnTo>
                  <a:pt x="21600" y="0"/>
                </a:lnTo>
                <a:lnTo>
                  <a:pt x="21600" y="2380"/>
                </a:lnTo>
                <a:lnTo>
                  <a:pt x="21600" y="4774"/>
                </a:lnTo>
                <a:lnTo>
                  <a:pt x="21600" y="7200"/>
                </a:lnTo>
                <a:lnTo>
                  <a:pt x="20345" y="8060"/>
                </a:lnTo>
                <a:lnTo>
                  <a:pt x="19391" y="8683"/>
                </a:lnTo>
                <a:lnTo>
                  <a:pt x="18552" y="9166"/>
                </a:lnTo>
                <a:lnTo>
                  <a:pt x="17641" y="9616"/>
                </a:lnTo>
                <a:lnTo>
                  <a:pt x="16469" y="10127"/>
                </a:lnTo>
                <a:lnTo>
                  <a:pt x="14849" y="10800"/>
                </a:lnTo>
                <a:lnTo>
                  <a:pt x="13235" y="11473"/>
                </a:lnTo>
                <a:lnTo>
                  <a:pt x="12059" y="11984"/>
                </a:lnTo>
                <a:lnTo>
                  <a:pt x="11128" y="12434"/>
                </a:lnTo>
                <a:lnTo>
                  <a:pt x="10246" y="12917"/>
                </a:lnTo>
                <a:lnTo>
                  <a:pt x="9219" y="13540"/>
                </a:lnTo>
                <a:lnTo>
                  <a:pt x="7855" y="14400"/>
                </a:lnTo>
                <a:lnTo>
                  <a:pt x="7163" y="16664"/>
                </a:lnTo>
                <a:lnTo>
                  <a:pt x="6729" y="18166"/>
                </a:lnTo>
                <a:lnTo>
                  <a:pt x="6366" y="19588"/>
                </a:lnTo>
                <a:lnTo>
                  <a:pt x="5891" y="21600"/>
                </a:lnTo>
                <a:lnTo>
                  <a:pt x="4593" y="21600"/>
                </a:lnTo>
                <a:lnTo>
                  <a:pt x="3287" y="21600"/>
                </a:lnTo>
                <a:lnTo>
                  <a:pt x="1964" y="21600"/>
                </a:lnTo>
                <a:lnTo>
                  <a:pt x="1439" y="19274"/>
                </a:lnTo>
                <a:lnTo>
                  <a:pt x="1039" y="16934"/>
                </a:lnTo>
                <a:lnTo>
                  <a:pt x="729" y="14566"/>
                </a:lnTo>
                <a:lnTo>
                  <a:pt x="473" y="12157"/>
                </a:lnTo>
                <a:lnTo>
                  <a:pt x="242" y="9706"/>
                </a:lnTo>
                <a:lnTo>
                  <a:pt x="0" y="7200"/>
                </a:lnTo>
                <a:lnTo>
                  <a:pt x="1388" y="7200"/>
                </a:lnTo>
                <a:lnTo>
                  <a:pt x="2779" y="7200"/>
                </a:lnTo>
                <a:lnTo>
                  <a:pt x="4173" y="7200"/>
                </a:lnTo>
                <a:lnTo>
                  <a:pt x="5573" y="7200"/>
                </a:lnTo>
                <a:lnTo>
                  <a:pt x="6979" y="7200"/>
                </a:lnTo>
                <a:lnTo>
                  <a:pt x="8393" y="7200"/>
                </a:lnTo>
                <a:lnTo>
                  <a:pt x="9818" y="7200"/>
                </a:lnTo>
                <a:lnTo>
                  <a:pt x="9818" y="4820"/>
                </a:lnTo>
                <a:lnTo>
                  <a:pt x="9818" y="2426"/>
                </a:lnTo>
                <a:lnTo>
                  <a:pt x="9818" y="0"/>
                </a:lnTo>
                <a:close/>
              </a:path>
            </a:pathLst>
          </a:custGeom>
          <a:solidFill>
            <a:srgbClr val="050606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0" name="contour_09078"/>
          <p:cNvSpPr/>
          <p:nvPr/>
        </p:nvSpPr>
        <p:spPr>
          <a:xfrm>
            <a:off x="1409669" y="2696557"/>
            <a:ext cx="58304" cy="397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287" y="4566"/>
                </a:lnTo>
                <a:lnTo>
                  <a:pt x="21028" y="8072"/>
                </a:lnTo>
                <a:lnTo>
                  <a:pt x="20795" y="10743"/>
                </a:lnTo>
                <a:lnTo>
                  <a:pt x="20555" y="12820"/>
                </a:lnTo>
                <a:lnTo>
                  <a:pt x="20277" y="14533"/>
                </a:lnTo>
                <a:lnTo>
                  <a:pt x="19931" y="16108"/>
                </a:lnTo>
                <a:lnTo>
                  <a:pt x="19483" y="17782"/>
                </a:lnTo>
                <a:lnTo>
                  <a:pt x="18900" y="19784"/>
                </a:lnTo>
                <a:lnTo>
                  <a:pt x="17175" y="20817"/>
                </a:lnTo>
                <a:lnTo>
                  <a:pt x="15606" y="21394"/>
                </a:lnTo>
                <a:lnTo>
                  <a:pt x="14067" y="21600"/>
                </a:lnTo>
                <a:lnTo>
                  <a:pt x="12431" y="21521"/>
                </a:lnTo>
                <a:lnTo>
                  <a:pt x="10568" y="21236"/>
                </a:lnTo>
                <a:lnTo>
                  <a:pt x="9115" y="20310"/>
                </a:lnTo>
                <a:lnTo>
                  <a:pt x="8197" y="19285"/>
                </a:lnTo>
                <a:lnTo>
                  <a:pt x="7428" y="17513"/>
                </a:lnTo>
                <a:lnTo>
                  <a:pt x="6412" y="14343"/>
                </a:lnTo>
                <a:lnTo>
                  <a:pt x="6078" y="12219"/>
                </a:lnTo>
                <a:lnTo>
                  <a:pt x="5740" y="10082"/>
                </a:lnTo>
                <a:lnTo>
                  <a:pt x="5400" y="7914"/>
                </a:lnTo>
                <a:lnTo>
                  <a:pt x="4063" y="5955"/>
                </a:lnTo>
                <a:lnTo>
                  <a:pt x="2719" y="3984"/>
                </a:lnTo>
                <a:lnTo>
                  <a:pt x="1369" y="2006"/>
                </a:lnTo>
                <a:lnTo>
                  <a:pt x="0" y="0"/>
                </a:lnTo>
                <a:close/>
              </a:path>
            </a:pathLst>
          </a:custGeom>
          <a:solidFill>
            <a:srgbClr val="E5E0BE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1" name="contour_09079"/>
          <p:cNvSpPr/>
          <p:nvPr/>
        </p:nvSpPr>
        <p:spPr>
          <a:xfrm>
            <a:off x="7932421" y="2674358"/>
            <a:ext cx="72880" cy="51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40" y="524"/>
                </a:moveTo>
                <a:lnTo>
                  <a:pt x="18392" y="1119"/>
                </a:lnTo>
                <a:lnTo>
                  <a:pt x="19449" y="1594"/>
                </a:lnTo>
                <a:lnTo>
                  <a:pt x="20367" y="2207"/>
                </a:lnTo>
                <a:lnTo>
                  <a:pt x="21600" y="3207"/>
                </a:lnTo>
                <a:lnTo>
                  <a:pt x="21600" y="5233"/>
                </a:lnTo>
                <a:lnTo>
                  <a:pt x="21600" y="7272"/>
                </a:lnTo>
                <a:lnTo>
                  <a:pt x="21600" y="9338"/>
                </a:lnTo>
                <a:lnTo>
                  <a:pt x="20172" y="9338"/>
                </a:lnTo>
                <a:lnTo>
                  <a:pt x="18736" y="9338"/>
                </a:lnTo>
                <a:lnTo>
                  <a:pt x="17280" y="9338"/>
                </a:lnTo>
                <a:lnTo>
                  <a:pt x="17280" y="11364"/>
                </a:lnTo>
                <a:lnTo>
                  <a:pt x="17280" y="13403"/>
                </a:lnTo>
                <a:lnTo>
                  <a:pt x="17280" y="15469"/>
                </a:lnTo>
                <a:lnTo>
                  <a:pt x="16001" y="16149"/>
                </a:lnTo>
                <a:lnTo>
                  <a:pt x="15055" y="16557"/>
                </a:lnTo>
                <a:lnTo>
                  <a:pt x="13973" y="16851"/>
                </a:lnTo>
                <a:lnTo>
                  <a:pt x="12286" y="17195"/>
                </a:lnTo>
                <a:lnTo>
                  <a:pt x="10869" y="17529"/>
                </a:lnTo>
                <a:lnTo>
                  <a:pt x="9478" y="17894"/>
                </a:lnTo>
                <a:lnTo>
                  <a:pt x="8104" y="18289"/>
                </a:lnTo>
                <a:lnTo>
                  <a:pt x="6744" y="18724"/>
                </a:lnTo>
                <a:lnTo>
                  <a:pt x="5394" y="19200"/>
                </a:lnTo>
                <a:lnTo>
                  <a:pt x="4050" y="19721"/>
                </a:lnTo>
                <a:lnTo>
                  <a:pt x="2706" y="20291"/>
                </a:lnTo>
                <a:lnTo>
                  <a:pt x="1356" y="20916"/>
                </a:lnTo>
                <a:lnTo>
                  <a:pt x="0" y="21600"/>
                </a:lnTo>
                <a:lnTo>
                  <a:pt x="359" y="19427"/>
                </a:lnTo>
                <a:lnTo>
                  <a:pt x="804" y="17382"/>
                </a:lnTo>
                <a:lnTo>
                  <a:pt x="1328" y="15454"/>
                </a:lnTo>
                <a:lnTo>
                  <a:pt x="1935" y="13623"/>
                </a:lnTo>
                <a:lnTo>
                  <a:pt x="2618" y="11879"/>
                </a:lnTo>
                <a:lnTo>
                  <a:pt x="3378" y="10205"/>
                </a:lnTo>
                <a:lnTo>
                  <a:pt x="4212" y="8587"/>
                </a:lnTo>
                <a:lnTo>
                  <a:pt x="5115" y="7011"/>
                </a:lnTo>
                <a:lnTo>
                  <a:pt x="6089" y="5457"/>
                </a:lnTo>
                <a:lnTo>
                  <a:pt x="7130" y="3915"/>
                </a:lnTo>
                <a:lnTo>
                  <a:pt x="8234" y="2370"/>
                </a:lnTo>
                <a:lnTo>
                  <a:pt x="9724" y="1205"/>
                </a:lnTo>
                <a:lnTo>
                  <a:pt x="11048" y="460"/>
                </a:lnTo>
                <a:lnTo>
                  <a:pt x="12312" y="77"/>
                </a:lnTo>
                <a:lnTo>
                  <a:pt x="13614" y="0"/>
                </a:lnTo>
                <a:lnTo>
                  <a:pt x="15055" y="169"/>
                </a:lnTo>
                <a:lnTo>
                  <a:pt x="16740" y="524"/>
                </a:lnTo>
                <a:close/>
              </a:path>
            </a:pathLst>
          </a:custGeom>
          <a:solidFill>
            <a:srgbClr val="DADEDE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2" name="contour_09080"/>
          <p:cNvSpPr/>
          <p:nvPr/>
        </p:nvSpPr>
        <p:spPr>
          <a:xfrm>
            <a:off x="8180213" y="2652829"/>
            <a:ext cx="7969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53" y="0"/>
                </a:moveTo>
                <a:lnTo>
                  <a:pt x="20462" y="2887"/>
                </a:lnTo>
                <a:lnTo>
                  <a:pt x="20986" y="5105"/>
                </a:lnTo>
                <a:lnTo>
                  <a:pt x="21339" y="6799"/>
                </a:lnTo>
                <a:lnTo>
                  <a:pt x="21539" y="8119"/>
                </a:lnTo>
                <a:lnTo>
                  <a:pt x="21600" y="9211"/>
                </a:lnTo>
                <a:lnTo>
                  <a:pt x="21539" y="10224"/>
                </a:lnTo>
                <a:lnTo>
                  <a:pt x="21371" y="11304"/>
                </a:lnTo>
                <a:lnTo>
                  <a:pt x="21112" y="12600"/>
                </a:lnTo>
                <a:lnTo>
                  <a:pt x="20772" y="13049"/>
                </a:lnTo>
                <a:lnTo>
                  <a:pt x="19753" y="14400"/>
                </a:lnTo>
                <a:lnTo>
                  <a:pt x="18447" y="14400"/>
                </a:lnTo>
                <a:lnTo>
                  <a:pt x="17134" y="14400"/>
                </a:lnTo>
                <a:lnTo>
                  <a:pt x="15802" y="14400"/>
                </a:lnTo>
                <a:lnTo>
                  <a:pt x="15194" y="16186"/>
                </a:lnTo>
                <a:lnTo>
                  <a:pt x="14787" y="17453"/>
                </a:lnTo>
                <a:lnTo>
                  <a:pt x="14487" y="18547"/>
                </a:lnTo>
                <a:lnTo>
                  <a:pt x="14199" y="19814"/>
                </a:lnTo>
                <a:lnTo>
                  <a:pt x="13827" y="21600"/>
                </a:lnTo>
                <a:lnTo>
                  <a:pt x="13819" y="20558"/>
                </a:lnTo>
                <a:lnTo>
                  <a:pt x="13811" y="19500"/>
                </a:lnTo>
                <a:lnTo>
                  <a:pt x="13647" y="17782"/>
                </a:lnTo>
                <a:lnTo>
                  <a:pt x="13430" y="16265"/>
                </a:lnTo>
                <a:lnTo>
                  <a:pt x="13100" y="14858"/>
                </a:lnTo>
                <a:lnTo>
                  <a:pt x="12595" y="13469"/>
                </a:lnTo>
                <a:lnTo>
                  <a:pt x="11852" y="12000"/>
                </a:lnTo>
                <a:lnTo>
                  <a:pt x="10522" y="11738"/>
                </a:lnTo>
                <a:lnTo>
                  <a:pt x="9205" y="11566"/>
                </a:lnTo>
                <a:lnTo>
                  <a:pt x="7895" y="11470"/>
                </a:lnTo>
                <a:lnTo>
                  <a:pt x="6590" y="11443"/>
                </a:lnTo>
                <a:lnTo>
                  <a:pt x="5284" y="11474"/>
                </a:lnTo>
                <a:lnTo>
                  <a:pt x="3976" y="11556"/>
                </a:lnTo>
                <a:lnTo>
                  <a:pt x="2661" y="11676"/>
                </a:lnTo>
                <a:lnTo>
                  <a:pt x="1337" y="11827"/>
                </a:lnTo>
                <a:lnTo>
                  <a:pt x="0" y="12000"/>
                </a:lnTo>
                <a:lnTo>
                  <a:pt x="348" y="10618"/>
                </a:lnTo>
                <a:lnTo>
                  <a:pt x="670" y="9655"/>
                </a:lnTo>
                <a:lnTo>
                  <a:pt x="1150" y="8666"/>
                </a:lnTo>
                <a:lnTo>
                  <a:pt x="1975" y="7200"/>
                </a:lnTo>
                <a:lnTo>
                  <a:pt x="3508" y="6794"/>
                </a:lnTo>
                <a:lnTo>
                  <a:pt x="4628" y="6528"/>
                </a:lnTo>
                <a:lnTo>
                  <a:pt x="5659" y="6346"/>
                </a:lnTo>
                <a:lnTo>
                  <a:pt x="6931" y="6190"/>
                </a:lnTo>
                <a:lnTo>
                  <a:pt x="8766" y="6000"/>
                </a:lnTo>
                <a:lnTo>
                  <a:pt x="10921" y="5777"/>
                </a:lnTo>
                <a:lnTo>
                  <a:pt x="12577" y="5570"/>
                </a:lnTo>
                <a:lnTo>
                  <a:pt x="13843" y="5342"/>
                </a:lnTo>
                <a:lnTo>
                  <a:pt x="14831" y="5045"/>
                </a:lnTo>
                <a:lnTo>
                  <a:pt x="15652" y="4639"/>
                </a:lnTo>
                <a:lnTo>
                  <a:pt x="16417" y="4078"/>
                </a:lnTo>
                <a:lnTo>
                  <a:pt x="17235" y="3322"/>
                </a:lnTo>
                <a:lnTo>
                  <a:pt x="18218" y="2326"/>
                </a:lnTo>
                <a:lnTo>
                  <a:pt x="18981" y="1171"/>
                </a:lnTo>
                <a:lnTo>
                  <a:pt x="19753" y="0"/>
                </a:lnTo>
                <a:close/>
              </a:path>
            </a:pathLst>
          </a:custGeom>
          <a:solidFill>
            <a:srgbClr val="DBE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3" name="contour_09081"/>
          <p:cNvSpPr/>
          <p:nvPr/>
        </p:nvSpPr>
        <p:spPr>
          <a:xfrm>
            <a:off x="1023406" y="2637371"/>
            <a:ext cx="116608" cy="373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" y="510"/>
                </a:moveTo>
                <a:lnTo>
                  <a:pt x="2276" y="127"/>
                </a:lnTo>
                <a:lnTo>
                  <a:pt x="3193" y="0"/>
                </a:lnTo>
                <a:lnTo>
                  <a:pt x="4104" y="80"/>
                </a:lnTo>
                <a:lnTo>
                  <a:pt x="5014" y="325"/>
                </a:lnTo>
                <a:lnTo>
                  <a:pt x="5925" y="688"/>
                </a:lnTo>
                <a:lnTo>
                  <a:pt x="6840" y="1114"/>
                </a:lnTo>
                <a:lnTo>
                  <a:pt x="7762" y="1565"/>
                </a:lnTo>
                <a:lnTo>
                  <a:pt x="8681" y="1936"/>
                </a:lnTo>
                <a:lnTo>
                  <a:pt x="9613" y="2316"/>
                </a:lnTo>
                <a:lnTo>
                  <a:pt x="10488" y="2687"/>
                </a:lnTo>
                <a:lnTo>
                  <a:pt x="11362" y="3075"/>
                </a:lnTo>
                <a:lnTo>
                  <a:pt x="12234" y="3471"/>
                </a:lnTo>
                <a:lnTo>
                  <a:pt x="13106" y="3880"/>
                </a:lnTo>
                <a:lnTo>
                  <a:pt x="13978" y="4302"/>
                </a:lnTo>
                <a:lnTo>
                  <a:pt x="14850" y="4728"/>
                </a:lnTo>
                <a:lnTo>
                  <a:pt x="15641" y="5099"/>
                </a:lnTo>
                <a:lnTo>
                  <a:pt x="16436" y="5471"/>
                </a:lnTo>
                <a:lnTo>
                  <a:pt x="17244" y="5850"/>
                </a:lnTo>
                <a:lnTo>
                  <a:pt x="18155" y="6348"/>
                </a:lnTo>
                <a:lnTo>
                  <a:pt x="18837" y="6757"/>
                </a:lnTo>
                <a:lnTo>
                  <a:pt x="19498" y="7230"/>
                </a:lnTo>
                <a:lnTo>
                  <a:pt x="20350" y="7909"/>
                </a:lnTo>
                <a:lnTo>
                  <a:pt x="21600" y="8946"/>
                </a:lnTo>
                <a:lnTo>
                  <a:pt x="21600" y="11038"/>
                </a:lnTo>
                <a:lnTo>
                  <a:pt x="21600" y="13164"/>
                </a:lnTo>
                <a:lnTo>
                  <a:pt x="20744" y="13017"/>
                </a:lnTo>
                <a:lnTo>
                  <a:pt x="19876" y="12869"/>
                </a:lnTo>
                <a:lnTo>
                  <a:pt x="19135" y="12793"/>
                </a:lnTo>
                <a:lnTo>
                  <a:pt x="18390" y="12717"/>
                </a:lnTo>
                <a:lnTo>
                  <a:pt x="17634" y="12637"/>
                </a:lnTo>
                <a:lnTo>
                  <a:pt x="16897" y="12540"/>
                </a:lnTo>
                <a:lnTo>
                  <a:pt x="16155" y="12443"/>
                </a:lnTo>
                <a:lnTo>
                  <a:pt x="15403" y="12342"/>
                </a:lnTo>
                <a:lnTo>
                  <a:pt x="14930" y="12544"/>
                </a:lnTo>
                <a:lnTo>
                  <a:pt x="13500" y="13164"/>
                </a:lnTo>
                <a:lnTo>
                  <a:pt x="12955" y="15686"/>
                </a:lnTo>
                <a:lnTo>
                  <a:pt x="12632" y="17407"/>
                </a:lnTo>
                <a:lnTo>
                  <a:pt x="12405" y="19116"/>
                </a:lnTo>
                <a:lnTo>
                  <a:pt x="12150" y="21600"/>
                </a:lnTo>
                <a:lnTo>
                  <a:pt x="11592" y="19596"/>
                </a:lnTo>
                <a:lnTo>
                  <a:pt x="11031" y="17580"/>
                </a:lnTo>
                <a:lnTo>
                  <a:pt x="10462" y="15535"/>
                </a:lnTo>
                <a:lnTo>
                  <a:pt x="9677" y="13236"/>
                </a:lnTo>
                <a:lnTo>
                  <a:pt x="8902" y="11329"/>
                </a:lnTo>
                <a:lnTo>
                  <a:pt x="8124" y="9773"/>
                </a:lnTo>
                <a:lnTo>
                  <a:pt x="7331" y="8508"/>
                </a:lnTo>
                <a:lnTo>
                  <a:pt x="6510" y="7478"/>
                </a:lnTo>
                <a:lnTo>
                  <a:pt x="5650" y="6643"/>
                </a:lnTo>
                <a:lnTo>
                  <a:pt x="4736" y="5939"/>
                </a:lnTo>
                <a:lnTo>
                  <a:pt x="3757" y="5319"/>
                </a:lnTo>
                <a:lnTo>
                  <a:pt x="2700" y="4728"/>
                </a:lnTo>
                <a:lnTo>
                  <a:pt x="2700" y="7234"/>
                </a:lnTo>
                <a:lnTo>
                  <a:pt x="2700" y="9748"/>
                </a:lnTo>
                <a:lnTo>
                  <a:pt x="2700" y="12270"/>
                </a:lnTo>
                <a:lnTo>
                  <a:pt x="2700" y="14813"/>
                </a:lnTo>
                <a:lnTo>
                  <a:pt x="2700" y="17382"/>
                </a:lnTo>
                <a:lnTo>
                  <a:pt x="2032" y="16336"/>
                </a:lnTo>
                <a:lnTo>
                  <a:pt x="1359" y="15290"/>
                </a:lnTo>
                <a:lnTo>
                  <a:pt x="684" y="14231"/>
                </a:lnTo>
                <a:lnTo>
                  <a:pt x="0" y="13164"/>
                </a:lnTo>
                <a:lnTo>
                  <a:pt x="142" y="9992"/>
                </a:lnTo>
                <a:lnTo>
                  <a:pt x="284" y="7748"/>
                </a:lnTo>
                <a:lnTo>
                  <a:pt x="489" y="5825"/>
                </a:lnTo>
                <a:lnTo>
                  <a:pt x="822" y="3615"/>
                </a:lnTo>
                <a:lnTo>
                  <a:pt x="1350" y="510"/>
                </a:lnTo>
                <a:close/>
              </a:path>
            </a:pathLst>
          </a:custGeom>
          <a:solidFill>
            <a:srgbClr val="676159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4" name="contour_09082"/>
          <p:cNvSpPr/>
          <p:nvPr/>
        </p:nvSpPr>
        <p:spPr>
          <a:xfrm>
            <a:off x="4878753" y="2629748"/>
            <a:ext cx="94744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866"/>
                </a:moveTo>
                <a:lnTo>
                  <a:pt x="11315" y="373"/>
                </a:lnTo>
                <a:lnTo>
                  <a:pt x="12297" y="98"/>
                </a:lnTo>
                <a:lnTo>
                  <a:pt x="13196" y="0"/>
                </a:lnTo>
                <a:lnTo>
                  <a:pt x="14299" y="47"/>
                </a:lnTo>
                <a:lnTo>
                  <a:pt x="15888" y="218"/>
                </a:lnTo>
                <a:lnTo>
                  <a:pt x="16363" y="259"/>
                </a:lnTo>
                <a:lnTo>
                  <a:pt x="17199" y="332"/>
                </a:lnTo>
                <a:lnTo>
                  <a:pt x="19114" y="503"/>
                </a:lnTo>
                <a:lnTo>
                  <a:pt x="19935" y="622"/>
                </a:lnTo>
                <a:lnTo>
                  <a:pt x="20763" y="741"/>
                </a:lnTo>
                <a:lnTo>
                  <a:pt x="21600" y="866"/>
                </a:lnTo>
                <a:lnTo>
                  <a:pt x="21600" y="3945"/>
                </a:lnTo>
                <a:lnTo>
                  <a:pt x="21600" y="7034"/>
                </a:lnTo>
                <a:lnTo>
                  <a:pt x="21600" y="10134"/>
                </a:lnTo>
                <a:lnTo>
                  <a:pt x="21600" y="13260"/>
                </a:lnTo>
                <a:lnTo>
                  <a:pt x="21600" y="16416"/>
                </a:lnTo>
                <a:lnTo>
                  <a:pt x="21063" y="16546"/>
                </a:lnTo>
                <a:lnTo>
                  <a:pt x="20568" y="16665"/>
                </a:lnTo>
                <a:lnTo>
                  <a:pt x="20093" y="16779"/>
                </a:lnTo>
                <a:lnTo>
                  <a:pt x="19621" y="16893"/>
                </a:lnTo>
                <a:lnTo>
                  <a:pt x="19133" y="17007"/>
                </a:lnTo>
                <a:lnTo>
                  <a:pt x="18609" y="17132"/>
                </a:lnTo>
                <a:lnTo>
                  <a:pt x="18033" y="17272"/>
                </a:lnTo>
                <a:lnTo>
                  <a:pt x="17381" y="17427"/>
                </a:lnTo>
                <a:lnTo>
                  <a:pt x="16639" y="17609"/>
                </a:lnTo>
                <a:lnTo>
                  <a:pt x="15785" y="17811"/>
                </a:lnTo>
                <a:lnTo>
                  <a:pt x="14803" y="18049"/>
                </a:lnTo>
                <a:lnTo>
                  <a:pt x="13671" y="18319"/>
                </a:lnTo>
                <a:lnTo>
                  <a:pt x="12372" y="18630"/>
                </a:lnTo>
                <a:lnTo>
                  <a:pt x="10885" y="18987"/>
                </a:lnTo>
                <a:lnTo>
                  <a:pt x="9195" y="19392"/>
                </a:lnTo>
                <a:lnTo>
                  <a:pt x="7279" y="19853"/>
                </a:lnTo>
                <a:lnTo>
                  <a:pt x="5121" y="20371"/>
                </a:lnTo>
                <a:lnTo>
                  <a:pt x="2702" y="20952"/>
                </a:lnTo>
                <a:lnTo>
                  <a:pt x="0" y="21600"/>
                </a:lnTo>
                <a:lnTo>
                  <a:pt x="0" y="19029"/>
                </a:lnTo>
                <a:lnTo>
                  <a:pt x="0" y="16416"/>
                </a:lnTo>
                <a:lnTo>
                  <a:pt x="1048" y="15711"/>
                </a:lnTo>
                <a:lnTo>
                  <a:pt x="2099" y="15105"/>
                </a:lnTo>
                <a:lnTo>
                  <a:pt x="3150" y="14571"/>
                </a:lnTo>
                <a:lnTo>
                  <a:pt x="4205" y="14089"/>
                </a:lnTo>
                <a:lnTo>
                  <a:pt x="5265" y="13638"/>
                </a:lnTo>
                <a:lnTo>
                  <a:pt x="6329" y="13197"/>
                </a:lnTo>
                <a:lnTo>
                  <a:pt x="7311" y="12223"/>
                </a:lnTo>
                <a:lnTo>
                  <a:pt x="8308" y="11233"/>
                </a:lnTo>
                <a:lnTo>
                  <a:pt x="8489" y="9906"/>
                </a:lnTo>
                <a:lnTo>
                  <a:pt x="9035" y="5909"/>
                </a:lnTo>
                <a:lnTo>
                  <a:pt x="9499" y="3406"/>
                </a:lnTo>
                <a:lnTo>
                  <a:pt x="9969" y="866"/>
                </a:lnTo>
                <a:close/>
              </a:path>
            </a:pathLst>
          </a:custGeom>
          <a:solidFill>
            <a:srgbClr val="D3DCE1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5" name="contour_09083"/>
          <p:cNvSpPr/>
          <p:nvPr/>
        </p:nvSpPr>
        <p:spPr>
          <a:xfrm>
            <a:off x="4572657" y="2587237"/>
            <a:ext cx="7288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8" y="0"/>
                </a:lnTo>
                <a:lnTo>
                  <a:pt x="15824" y="0"/>
                </a:lnTo>
                <a:lnTo>
                  <a:pt x="17280" y="0"/>
                </a:lnTo>
                <a:lnTo>
                  <a:pt x="17280" y="1188"/>
                </a:lnTo>
                <a:lnTo>
                  <a:pt x="17280" y="2378"/>
                </a:lnTo>
                <a:lnTo>
                  <a:pt x="17280" y="3573"/>
                </a:lnTo>
                <a:lnTo>
                  <a:pt x="17280" y="4774"/>
                </a:lnTo>
                <a:lnTo>
                  <a:pt x="17280" y="5981"/>
                </a:lnTo>
                <a:lnTo>
                  <a:pt x="17280" y="7200"/>
                </a:lnTo>
                <a:lnTo>
                  <a:pt x="18708" y="7200"/>
                </a:lnTo>
                <a:lnTo>
                  <a:pt x="20144" y="7200"/>
                </a:lnTo>
                <a:lnTo>
                  <a:pt x="21600" y="7200"/>
                </a:lnTo>
                <a:lnTo>
                  <a:pt x="21600" y="8388"/>
                </a:lnTo>
                <a:lnTo>
                  <a:pt x="21600" y="9576"/>
                </a:lnTo>
                <a:lnTo>
                  <a:pt x="21600" y="10766"/>
                </a:lnTo>
                <a:lnTo>
                  <a:pt x="21600" y="11957"/>
                </a:lnTo>
                <a:lnTo>
                  <a:pt x="21600" y="13151"/>
                </a:lnTo>
                <a:lnTo>
                  <a:pt x="21600" y="14346"/>
                </a:lnTo>
                <a:lnTo>
                  <a:pt x="21600" y="15545"/>
                </a:lnTo>
                <a:lnTo>
                  <a:pt x="21600" y="16747"/>
                </a:lnTo>
                <a:lnTo>
                  <a:pt x="21600" y="17953"/>
                </a:lnTo>
                <a:lnTo>
                  <a:pt x="21600" y="19163"/>
                </a:lnTo>
                <a:lnTo>
                  <a:pt x="21600" y="20380"/>
                </a:lnTo>
                <a:lnTo>
                  <a:pt x="21600" y="21600"/>
                </a:lnTo>
                <a:lnTo>
                  <a:pt x="20529" y="21600"/>
                </a:lnTo>
                <a:lnTo>
                  <a:pt x="19440" y="21600"/>
                </a:lnTo>
                <a:lnTo>
                  <a:pt x="19440" y="20353"/>
                </a:lnTo>
                <a:lnTo>
                  <a:pt x="19440" y="19103"/>
                </a:lnTo>
                <a:lnTo>
                  <a:pt x="19440" y="17854"/>
                </a:lnTo>
                <a:lnTo>
                  <a:pt x="19440" y="16603"/>
                </a:lnTo>
                <a:lnTo>
                  <a:pt x="19440" y="15347"/>
                </a:lnTo>
                <a:lnTo>
                  <a:pt x="19440" y="14089"/>
                </a:lnTo>
                <a:lnTo>
                  <a:pt x="19440" y="12825"/>
                </a:lnTo>
                <a:lnTo>
                  <a:pt x="19440" y="11556"/>
                </a:lnTo>
                <a:lnTo>
                  <a:pt x="19440" y="10282"/>
                </a:lnTo>
                <a:lnTo>
                  <a:pt x="19440" y="9000"/>
                </a:lnTo>
                <a:lnTo>
                  <a:pt x="18157" y="9356"/>
                </a:lnTo>
                <a:lnTo>
                  <a:pt x="16870" y="9715"/>
                </a:lnTo>
                <a:lnTo>
                  <a:pt x="15578" y="10073"/>
                </a:lnTo>
                <a:lnTo>
                  <a:pt x="14275" y="10435"/>
                </a:lnTo>
                <a:lnTo>
                  <a:pt x="12960" y="10800"/>
                </a:lnTo>
                <a:lnTo>
                  <a:pt x="12960" y="9731"/>
                </a:lnTo>
                <a:lnTo>
                  <a:pt x="12960" y="8658"/>
                </a:lnTo>
                <a:lnTo>
                  <a:pt x="12960" y="7582"/>
                </a:lnTo>
                <a:lnTo>
                  <a:pt x="12960" y="6496"/>
                </a:lnTo>
                <a:lnTo>
                  <a:pt x="12960" y="5400"/>
                </a:lnTo>
                <a:lnTo>
                  <a:pt x="11534" y="5598"/>
                </a:lnTo>
                <a:lnTo>
                  <a:pt x="10107" y="5796"/>
                </a:lnTo>
                <a:lnTo>
                  <a:pt x="8679" y="5994"/>
                </a:lnTo>
                <a:lnTo>
                  <a:pt x="7247" y="6194"/>
                </a:lnTo>
                <a:lnTo>
                  <a:pt x="5810" y="6394"/>
                </a:lnTo>
                <a:lnTo>
                  <a:pt x="4368" y="6593"/>
                </a:lnTo>
                <a:lnTo>
                  <a:pt x="2920" y="6795"/>
                </a:lnTo>
                <a:lnTo>
                  <a:pt x="1464" y="6997"/>
                </a:lnTo>
                <a:lnTo>
                  <a:pt x="0" y="7200"/>
                </a:lnTo>
                <a:lnTo>
                  <a:pt x="0" y="6010"/>
                </a:lnTo>
                <a:lnTo>
                  <a:pt x="0" y="4813"/>
                </a:lnTo>
                <a:lnTo>
                  <a:pt x="0" y="3600"/>
                </a:lnTo>
                <a:lnTo>
                  <a:pt x="1426" y="3600"/>
                </a:lnTo>
                <a:lnTo>
                  <a:pt x="2853" y="3600"/>
                </a:lnTo>
                <a:lnTo>
                  <a:pt x="4281" y="3600"/>
                </a:lnTo>
                <a:lnTo>
                  <a:pt x="5713" y="3600"/>
                </a:lnTo>
                <a:lnTo>
                  <a:pt x="7150" y="3600"/>
                </a:lnTo>
                <a:lnTo>
                  <a:pt x="8592" y="3600"/>
                </a:lnTo>
                <a:lnTo>
                  <a:pt x="10040" y="3600"/>
                </a:lnTo>
                <a:lnTo>
                  <a:pt x="11496" y="3600"/>
                </a:lnTo>
                <a:lnTo>
                  <a:pt x="12960" y="3600"/>
                </a:lnTo>
                <a:lnTo>
                  <a:pt x="12960" y="2410"/>
                </a:lnTo>
                <a:lnTo>
                  <a:pt x="12960" y="1213"/>
                </a:lnTo>
                <a:lnTo>
                  <a:pt x="12960" y="0"/>
                </a:lnTo>
                <a:close/>
              </a:path>
            </a:pathLst>
          </a:custGeom>
          <a:solidFill>
            <a:srgbClr val="7C7C7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6" name="contour_09084"/>
          <p:cNvSpPr/>
          <p:nvPr/>
        </p:nvSpPr>
        <p:spPr>
          <a:xfrm>
            <a:off x="3703178" y="2558085"/>
            <a:ext cx="3136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1" y="0"/>
                </a:moveTo>
                <a:lnTo>
                  <a:pt x="3142" y="904"/>
                </a:lnTo>
                <a:lnTo>
                  <a:pt x="4754" y="1810"/>
                </a:lnTo>
                <a:lnTo>
                  <a:pt x="6365" y="2717"/>
                </a:lnTo>
                <a:lnTo>
                  <a:pt x="7715" y="3475"/>
                </a:lnTo>
                <a:lnTo>
                  <a:pt x="9091" y="4245"/>
                </a:lnTo>
                <a:lnTo>
                  <a:pt x="10476" y="5145"/>
                </a:lnTo>
                <a:lnTo>
                  <a:pt x="11731" y="6060"/>
                </a:lnTo>
                <a:lnTo>
                  <a:pt x="12861" y="6987"/>
                </a:lnTo>
                <a:lnTo>
                  <a:pt x="13880" y="7927"/>
                </a:lnTo>
                <a:lnTo>
                  <a:pt x="14798" y="8878"/>
                </a:lnTo>
                <a:lnTo>
                  <a:pt x="15621" y="9837"/>
                </a:lnTo>
                <a:lnTo>
                  <a:pt x="16359" y="10806"/>
                </a:lnTo>
                <a:lnTo>
                  <a:pt x="17022" y="11781"/>
                </a:lnTo>
                <a:lnTo>
                  <a:pt x="17619" y="12760"/>
                </a:lnTo>
                <a:lnTo>
                  <a:pt x="18161" y="13745"/>
                </a:lnTo>
                <a:lnTo>
                  <a:pt x="18653" y="14731"/>
                </a:lnTo>
                <a:lnTo>
                  <a:pt x="19115" y="15720"/>
                </a:lnTo>
                <a:lnTo>
                  <a:pt x="19542" y="16708"/>
                </a:lnTo>
                <a:lnTo>
                  <a:pt x="19954" y="17695"/>
                </a:lnTo>
                <a:lnTo>
                  <a:pt x="20355" y="18678"/>
                </a:lnTo>
                <a:lnTo>
                  <a:pt x="20757" y="19659"/>
                </a:lnTo>
                <a:lnTo>
                  <a:pt x="21168" y="20632"/>
                </a:lnTo>
                <a:lnTo>
                  <a:pt x="21600" y="21600"/>
                </a:lnTo>
                <a:lnTo>
                  <a:pt x="18257" y="21033"/>
                </a:lnTo>
                <a:lnTo>
                  <a:pt x="15235" y="20448"/>
                </a:lnTo>
                <a:lnTo>
                  <a:pt x="12494" y="19833"/>
                </a:lnTo>
                <a:lnTo>
                  <a:pt x="9989" y="19174"/>
                </a:lnTo>
                <a:lnTo>
                  <a:pt x="7685" y="18458"/>
                </a:lnTo>
                <a:lnTo>
                  <a:pt x="5532" y="17673"/>
                </a:lnTo>
                <a:lnTo>
                  <a:pt x="3489" y="16805"/>
                </a:lnTo>
                <a:lnTo>
                  <a:pt x="1521" y="15840"/>
                </a:lnTo>
                <a:lnTo>
                  <a:pt x="1059" y="14859"/>
                </a:lnTo>
                <a:lnTo>
                  <a:pt x="693" y="13876"/>
                </a:lnTo>
                <a:lnTo>
                  <a:pt x="407" y="12891"/>
                </a:lnTo>
                <a:lnTo>
                  <a:pt x="201" y="11902"/>
                </a:lnTo>
                <a:lnTo>
                  <a:pt x="70" y="10911"/>
                </a:lnTo>
                <a:lnTo>
                  <a:pt x="5" y="9917"/>
                </a:lnTo>
                <a:lnTo>
                  <a:pt x="0" y="8924"/>
                </a:lnTo>
                <a:lnTo>
                  <a:pt x="45" y="7930"/>
                </a:lnTo>
                <a:lnTo>
                  <a:pt x="136" y="6935"/>
                </a:lnTo>
                <a:lnTo>
                  <a:pt x="266" y="5940"/>
                </a:lnTo>
                <a:lnTo>
                  <a:pt x="432" y="4946"/>
                </a:lnTo>
                <a:lnTo>
                  <a:pt x="622" y="3953"/>
                </a:lnTo>
                <a:lnTo>
                  <a:pt x="833" y="2962"/>
                </a:lnTo>
                <a:lnTo>
                  <a:pt x="1059" y="1971"/>
                </a:lnTo>
                <a:lnTo>
                  <a:pt x="1290" y="985"/>
                </a:lnTo>
                <a:lnTo>
                  <a:pt x="1521" y="0"/>
                </a:lnTo>
                <a:close/>
              </a:path>
            </a:pathLst>
          </a:custGeom>
          <a:solidFill>
            <a:srgbClr val="AEB5B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7" name="contour_09085"/>
          <p:cNvSpPr/>
          <p:nvPr/>
        </p:nvSpPr>
        <p:spPr>
          <a:xfrm>
            <a:off x="11168290" y="2595691"/>
            <a:ext cx="94744" cy="35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38" y="1241"/>
                </a:moveTo>
                <a:lnTo>
                  <a:pt x="15054" y="1415"/>
                </a:lnTo>
                <a:lnTo>
                  <a:pt x="16609" y="1946"/>
                </a:lnTo>
                <a:lnTo>
                  <a:pt x="17607" y="2289"/>
                </a:lnTo>
                <a:lnTo>
                  <a:pt x="18606" y="2646"/>
                </a:lnTo>
                <a:lnTo>
                  <a:pt x="19604" y="3012"/>
                </a:lnTo>
                <a:lnTo>
                  <a:pt x="20601" y="3378"/>
                </a:lnTo>
                <a:lnTo>
                  <a:pt x="21600" y="3749"/>
                </a:lnTo>
                <a:lnTo>
                  <a:pt x="21344" y="6221"/>
                </a:lnTo>
                <a:lnTo>
                  <a:pt x="21085" y="7975"/>
                </a:lnTo>
                <a:lnTo>
                  <a:pt x="20670" y="9845"/>
                </a:lnTo>
                <a:lnTo>
                  <a:pt x="19938" y="12674"/>
                </a:lnTo>
                <a:lnTo>
                  <a:pt x="18805" y="13687"/>
                </a:lnTo>
                <a:lnTo>
                  <a:pt x="17692" y="14620"/>
                </a:lnTo>
                <a:lnTo>
                  <a:pt x="16585" y="15477"/>
                </a:lnTo>
                <a:lnTo>
                  <a:pt x="15476" y="16271"/>
                </a:lnTo>
                <a:lnTo>
                  <a:pt x="14347" y="17008"/>
                </a:lnTo>
                <a:lnTo>
                  <a:pt x="13189" y="17695"/>
                </a:lnTo>
                <a:lnTo>
                  <a:pt x="12246" y="18275"/>
                </a:lnTo>
                <a:lnTo>
                  <a:pt x="11290" y="18864"/>
                </a:lnTo>
                <a:lnTo>
                  <a:pt x="10363" y="19427"/>
                </a:lnTo>
                <a:lnTo>
                  <a:pt x="9434" y="19980"/>
                </a:lnTo>
                <a:lnTo>
                  <a:pt x="8505" y="20524"/>
                </a:lnTo>
                <a:lnTo>
                  <a:pt x="7577" y="21064"/>
                </a:lnTo>
                <a:lnTo>
                  <a:pt x="6646" y="21600"/>
                </a:lnTo>
                <a:lnTo>
                  <a:pt x="6646" y="18650"/>
                </a:lnTo>
                <a:lnTo>
                  <a:pt x="6646" y="15682"/>
                </a:lnTo>
                <a:lnTo>
                  <a:pt x="6646" y="12674"/>
                </a:lnTo>
                <a:lnTo>
                  <a:pt x="5777" y="11005"/>
                </a:lnTo>
                <a:lnTo>
                  <a:pt x="5141" y="9930"/>
                </a:lnTo>
                <a:lnTo>
                  <a:pt x="4426" y="8970"/>
                </a:lnTo>
                <a:lnTo>
                  <a:pt x="3323" y="7654"/>
                </a:lnTo>
                <a:lnTo>
                  <a:pt x="2396" y="6529"/>
                </a:lnTo>
                <a:lnTo>
                  <a:pt x="1454" y="5391"/>
                </a:lnTo>
                <a:lnTo>
                  <a:pt x="731" y="4574"/>
                </a:lnTo>
                <a:lnTo>
                  <a:pt x="0" y="3749"/>
                </a:lnTo>
                <a:lnTo>
                  <a:pt x="1178" y="2820"/>
                </a:lnTo>
                <a:lnTo>
                  <a:pt x="2321" y="2040"/>
                </a:lnTo>
                <a:lnTo>
                  <a:pt x="3436" y="1388"/>
                </a:lnTo>
                <a:lnTo>
                  <a:pt x="4528" y="870"/>
                </a:lnTo>
                <a:lnTo>
                  <a:pt x="5606" y="478"/>
                </a:lnTo>
                <a:lnTo>
                  <a:pt x="6676" y="205"/>
                </a:lnTo>
                <a:lnTo>
                  <a:pt x="7744" y="45"/>
                </a:lnTo>
                <a:lnTo>
                  <a:pt x="8821" y="0"/>
                </a:lnTo>
                <a:lnTo>
                  <a:pt x="9909" y="54"/>
                </a:lnTo>
                <a:lnTo>
                  <a:pt x="11019" y="214"/>
                </a:lnTo>
                <a:lnTo>
                  <a:pt x="12156" y="469"/>
                </a:lnTo>
                <a:lnTo>
                  <a:pt x="13327" y="808"/>
                </a:lnTo>
                <a:lnTo>
                  <a:pt x="14538" y="1241"/>
                </a:lnTo>
                <a:close/>
              </a:path>
            </a:pathLst>
          </a:custGeom>
          <a:solidFill>
            <a:srgbClr val="B8BDBE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8" name="contour_09086"/>
          <p:cNvSpPr/>
          <p:nvPr/>
        </p:nvSpPr>
        <p:spPr>
          <a:xfrm>
            <a:off x="4856889" y="2558085"/>
            <a:ext cx="43728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0" y="1022"/>
                </a:lnTo>
                <a:lnTo>
                  <a:pt x="10166" y="1974"/>
                </a:lnTo>
                <a:lnTo>
                  <a:pt x="11344" y="2876"/>
                </a:lnTo>
                <a:lnTo>
                  <a:pt x="12305" y="3751"/>
                </a:lnTo>
                <a:lnTo>
                  <a:pt x="13039" y="4622"/>
                </a:lnTo>
                <a:lnTo>
                  <a:pt x="13543" y="5514"/>
                </a:lnTo>
                <a:lnTo>
                  <a:pt x="13806" y="6445"/>
                </a:lnTo>
                <a:lnTo>
                  <a:pt x="13817" y="7442"/>
                </a:lnTo>
                <a:lnTo>
                  <a:pt x="13565" y="8526"/>
                </a:lnTo>
                <a:lnTo>
                  <a:pt x="13050" y="9720"/>
                </a:lnTo>
                <a:lnTo>
                  <a:pt x="12517" y="10534"/>
                </a:lnTo>
                <a:lnTo>
                  <a:pt x="11966" y="11344"/>
                </a:lnTo>
                <a:lnTo>
                  <a:pt x="11398" y="12154"/>
                </a:lnTo>
                <a:lnTo>
                  <a:pt x="10800" y="12960"/>
                </a:lnTo>
                <a:lnTo>
                  <a:pt x="12938" y="13245"/>
                </a:lnTo>
                <a:lnTo>
                  <a:pt x="15084" y="13532"/>
                </a:lnTo>
                <a:lnTo>
                  <a:pt x="17237" y="13818"/>
                </a:lnTo>
                <a:lnTo>
                  <a:pt x="19408" y="14108"/>
                </a:lnTo>
                <a:lnTo>
                  <a:pt x="21600" y="14400"/>
                </a:lnTo>
                <a:lnTo>
                  <a:pt x="19220" y="14400"/>
                </a:lnTo>
                <a:lnTo>
                  <a:pt x="16826" y="14400"/>
                </a:lnTo>
                <a:lnTo>
                  <a:pt x="14400" y="14400"/>
                </a:lnTo>
                <a:lnTo>
                  <a:pt x="13910" y="15274"/>
                </a:lnTo>
                <a:lnTo>
                  <a:pt x="13424" y="16150"/>
                </a:lnTo>
                <a:lnTo>
                  <a:pt x="12953" y="17025"/>
                </a:lnTo>
                <a:lnTo>
                  <a:pt x="12499" y="17902"/>
                </a:lnTo>
                <a:lnTo>
                  <a:pt x="12067" y="18782"/>
                </a:lnTo>
                <a:lnTo>
                  <a:pt x="11246" y="19596"/>
                </a:lnTo>
                <a:lnTo>
                  <a:pt x="10256" y="20123"/>
                </a:lnTo>
                <a:lnTo>
                  <a:pt x="8449" y="20593"/>
                </a:lnTo>
                <a:lnTo>
                  <a:pt x="5177" y="21240"/>
                </a:lnTo>
                <a:lnTo>
                  <a:pt x="4414" y="21293"/>
                </a:lnTo>
                <a:lnTo>
                  <a:pt x="3071" y="21385"/>
                </a:lnTo>
                <a:lnTo>
                  <a:pt x="0" y="21600"/>
                </a:lnTo>
                <a:lnTo>
                  <a:pt x="0" y="20648"/>
                </a:lnTo>
                <a:lnTo>
                  <a:pt x="0" y="19691"/>
                </a:lnTo>
                <a:lnTo>
                  <a:pt x="0" y="18720"/>
                </a:lnTo>
                <a:lnTo>
                  <a:pt x="1786" y="18140"/>
                </a:lnTo>
                <a:lnTo>
                  <a:pt x="3600" y="17551"/>
                </a:lnTo>
                <a:lnTo>
                  <a:pt x="5227" y="16651"/>
                </a:lnTo>
                <a:lnTo>
                  <a:pt x="6394" y="15735"/>
                </a:lnTo>
                <a:lnTo>
                  <a:pt x="7168" y="14799"/>
                </a:lnTo>
                <a:lnTo>
                  <a:pt x="7610" y="13841"/>
                </a:lnTo>
                <a:lnTo>
                  <a:pt x="7790" y="12859"/>
                </a:lnTo>
                <a:lnTo>
                  <a:pt x="7776" y="11851"/>
                </a:lnTo>
                <a:lnTo>
                  <a:pt x="7628" y="10813"/>
                </a:lnTo>
                <a:lnTo>
                  <a:pt x="7416" y="9744"/>
                </a:lnTo>
                <a:lnTo>
                  <a:pt x="7200" y="8640"/>
                </a:lnTo>
                <a:lnTo>
                  <a:pt x="4820" y="8640"/>
                </a:lnTo>
                <a:lnTo>
                  <a:pt x="2426" y="8640"/>
                </a:lnTo>
                <a:lnTo>
                  <a:pt x="0" y="8640"/>
                </a:lnTo>
                <a:lnTo>
                  <a:pt x="0" y="7688"/>
                </a:lnTo>
                <a:lnTo>
                  <a:pt x="0" y="6731"/>
                </a:lnTo>
                <a:lnTo>
                  <a:pt x="0" y="5760"/>
                </a:lnTo>
                <a:lnTo>
                  <a:pt x="2380" y="5760"/>
                </a:lnTo>
                <a:lnTo>
                  <a:pt x="4774" y="5760"/>
                </a:lnTo>
                <a:lnTo>
                  <a:pt x="7200" y="5760"/>
                </a:lnTo>
                <a:lnTo>
                  <a:pt x="7200" y="4810"/>
                </a:lnTo>
                <a:lnTo>
                  <a:pt x="7200" y="3858"/>
                </a:lnTo>
                <a:lnTo>
                  <a:pt x="7200" y="2902"/>
                </a:lnTo>
                <a:lnTo>
                  <a:pt x="7200" y="1941"/>
                </a:lnTo>
                <a:lnTo>
                  <a:pt x="7200" y="975"/>
                </a:lnTo>
                <a:lnTo>
                  <a:pt x="7200" y="0"/>
                </a:lnTo>
                <a:close/>
              </a:path>
            </a:pathLst>
          </a:custGeom>
          <a:solidFill>
            <a:srgbClr val="565655"/>
          </a:solidFill>
          <a:ln>
            <a:noFill/>
          </a:ln>
        </p:spPr>
        <p:txBody>
          <a:bodyPr/>
          <a:lstStyle/>
          <a:p/>
        </p:txBody>
      </p:sp>
      <p:sp>
        <p:nvSpPr>
          <p:cNvPr id="9089" name="contour_09087"/>
          <p:cNvSpPr/>
          <p:nvPr/>
        </p:nvSpPr>
        <p:spPr>
          <a:xfrm>
            <a:off x="2029148" y="2550797"/>
            <a:ext cx="94744" cy="354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9472" y="759"/>
                </a:lnTo>
                <a:lnTo>
                  <a:pt x="10320" y="1354"/>
                </a:lnTo>
                <a:lnTo>
                  <a:pt x="11094" y="1985"/>
                </a:lnTo>
                <a:lnTo>
                  <a:pt x="12038" y="2855"/>
                </a:lnTo>
                <a:lnTo>
                  <a:pt x="13395" y="4165"/>
                </a:lnTo>
                <a:lnTo>
                  <a:pt x="14308" y="5027"/>
                </a:lnTo>
                <a:lnTo>
                  <a:pt x="15225" y="5902"/>
                </a:lnTo>
                <a:lnTo>
                  <a:pt x="16155" y="6781"/>
                </a:lnTo>
                <a:lnTo>
                  <a:pt x="17209" y="7825"/>
                </a:lnTo>
                <a:lnTo>
                  <a:pt x="18277" y="8882"/>
                </a:lnTo>
                <a:lnTo>
                  <a:pt x="18277" y="5946"/>
                </a:lnTo>
                <a:lnTo>
                  <a:pt x="18277" y="2993"/>
                </a:lnTo>
                <a:lnTo>
                  <a:pt x="18277" y="0"/>
                </a:lnTo>
                <a:lnTo>
                  <a:pt x="19375" y="0"/>
                </a:lnTo>
                <a:lnTo>
                  <a:pt x="20480" y="0"/>
                </a:lnTo>
                <a:lnTo>
                  <a:pt x="21600" y="0"/>
                </a:lnTo>
                <a:lnTo>
                  <a:pt x="21254" y="5684"/>
                </a:lnTo>
                <a:lnTo>
                  <a:pt x="20999" y="9619"/>
                </a:lnTo>
                <a:lnTo>
                  <a:pt x="20784" y="12301"/>
                </a:lnTo>
                <a:lnTo>
                  <a:pt x="20567" y="14224"/>
                </a:lnTo>
                <a:lnTo>
                  <a:pt x="20301" y="15880"/>
                </a:lnTo>
                <a:lnTo>
                  <a:pt x="19938" y="17763"/>
                </a:lnTo>
                <a:lnTo>
                  <a:pt x="18745" y="19309"/>
                </a:lnTo>
                <a:lnTo>
                  <a:pt x="17581" y="20428"/>
                </a:lnTo>
                <a:lnTo>
                  <a:pt x="16438" y="21151"/>
                </a:lnTo>
                <a:lnTo>
                  <a:pt x="15309" y="21529"/>
                </a:lnTo>
                <a:lnTo>
                  <a:pt x="14185" y="21600"/>
                </a:lnTo>
                <a:lnTo>
                  <a:pt x="13061" y="21413"/>
                </a:lnTo>
                <a:lnTo>
                  <a:pt x="11928" y="21005"/>
                </a:lnTo>
                <a:lnTo>
                  <a:pt x="10780" y="20423"/>
                </a:lnTo>
                <a:lnTo>
                  <a:pt x="9607" y="19704"/>
                </a:lnTo>
                <a:lnTo>
                  <a:pt x="8406" y="18896"/>
                </a:lnTo>
                <a:lnTo>
                  <a:pt x="7165" y="18038"/>
                </a:lnTo>
                <a:lnTo>
                  <a:pt x="6644" y="17710"/>
                </a:lnTo>
                <a:lnTo>
                  <a:pt x="5073" y="16697"/>
                </a:lnTo>
                <a:lnTo>
                  <a:pt x="4056" y="16036"/>
                </a:lnTo>
                <a:lnTo>
                  <a:pt x="3041" y="15370"/>
                </a:lnTo>
                <a:lnTo>
                  <a:pt x="2027" y="14690"/>
                </a:lnTo>
                <a:lnTo>
                  <a:pt x="1014" y="14006"/>
                </a:lnTo>
                <a:lnTo>
                  <a:pt x="0" y="13322"/>
                </a:lnTo>
                <a:lnTo>
                  <a:pt x="693" y="12434"/>
                </a:lnTo>
                <a:lnTo>
                  <a:pt x="1396" y="11537"/>
                </a:lnTo>
                <a:lnTo>
                  <a:pt x="2301" y="10356"/>
                </a:lnTo>
                <a:lnTo>
                  <a:pt x="3220" y="9157"/>
                </a:lnTo>
                <a:lnTo>
                  <a:pt x="4117" y="7993"/>
                </a:lnTo>
                <a:lnTo>
                  <a:pt x="5029" y="6817"/>
                </a:lnTo>
                <a:lnTo>
                  <a:pt x="5990" y="5373"/>
                </a:lnTo>
                <a:lnTo>
                  <a:pt x="6651" y="4183"/>
                </a:lnTo>
                <a:lnTo>
                  <a:pt x="7322" y="2602"/>
                </a:lnTo>
                <a:lnTo>
                  <a:pt x="8308" y="0"/>
                </a:lnTo>
                <a:close/>
              </a:path>
            </a:pathLst>
          </a:custGeom>
          <a:solidFill>
            <a:srgbClr val="48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0" name="contour_09088"/>
          <p:cNvSpPr/>
          <p:nvPr/>
        </p:nvSpPr>
        <p:spPr>
          <a:xfrm>
            <a:off x="5649852" y="2521805"/>
            <a:ext cx="45156" cy="58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86" y="3"/>
                </a:moveTo>
                <a:lnTo>
                  <a:pt x="12285" y="236"/>
                </a:lnTo>
                <a:lnTo>
                  <a:pt x="13265" y="490"/>
                </a:lnTo>
                <a:lnTo>
                  <a:pt x="14819" y="893"/>
                </a:lnTo>
                <a:lnTo>
                  <a:pt x="17434" y="1570"/>
                </a:lnTo>
                <a:lnTo>
                  <a:pt x="21600" y="2648"/>
                </a:lnTo>
                <a:lnTo>
                  <a:pt x="19299" y="2648"/>
                </a:lnTo>
                <a:lnTo>
                  <a:pt x="16977" y="2648"/>
                </a:lnTo>
                <a:lnTo>
                  <a:pt x="14628" y="2648"/>
                </a:lnTo>
                <a:lnTo>
                  <a:pt x="14872" y="4364"/>
                </a:lnTo>
                <a:lnTo>
                  <a:pt x="15116" y="6105"/>
                </a:lnTo>
                <a:lnTo>
                  <a:pt x="15266" y="7992"/>
                </a:lnTo>
                <a:lnTo>
                  <a:pt x="15374" y="9825"/>
                </a:lnTo>
                <a:lnTo>
                  <a:pt x="15423" y="11628"/>
                </a:lnTo>
                <a:lnTo>
                  <a:pt x="15391" y="13418"/>
                </a:lnTo>
                <a:lnTo>
                  <a:pt x="15262" y="15213"/>
                </a:lnTo>
                <a:lnTo>
                  <a:pt x="15015" y="17033"/>
                </a:lnTo>
                <a:lnTo>
                  <a:pt x="14628" y="18893"/>
                </a:lnTo>
                <a:lnTo>
                  <a:pt x="12428" y="19924"/>
                </a:lnTo>
                <a:lnTo>
                  <a:pt x="10225" y="20652"/>
                </a:lnTo>
                <a:lnTo>
                  <a:pt x="7990" y="21132"/>
                </a:lnTo>
                <a:lnTo>
                  <a:pt x="5679" y="21416"/>
                </a:lnTo>
                <a:lnTo>
                  <a:pt x="3256" y="21554"/>
                </a:lnTo>
                <a:lnTo>
                  <a:pt x="683" y="21600"/>
                </a:lnTo>
                <a:lnTo>
                  <a:pt x="575" y="20046"/>
                </a:lnTo>
                <a:lnTo>
                  <a:pt x="481" y="18486"/>
                </a:lnTo>
                <a:lnTo>
                  <a:pt x="394" y="16930"/>
                </a:lnTo>
                <a:lnTo>
                  <a:pt x="317" y="15373"/>
                </a:lnTo>
                <a:lnTo>
                  <a:pt x="248" y="13816"/>
                </a:lnTo>
                <a:lnTo>
                  <a:pt x="167" y="12370"/>
                </a:lnTo>
                <a:lnTo>
                  <a:pt x="84" y="10914"/>
                </a:lnTo>
                <a:lnTo>
                  <a:pt x="0" y="9435"/>
                </a:lnTo>
                <a:lnTo>
                  <a:pt x="359" y="7418"/>
                </a:lnTo>
                <a:lnTo>
                  <a:pt x="732" y="6027"/>
                </a:lnTo>
                <a:lnTo>
                  <a:pt x="1300" y="4906"/>
                </a:lnTo>
                <a:lnTo>
                  <a:pt x="2242" y="3698"/>
                </a:lnTo>
                <a:lnTo>
                  <a:pt x="3734" y="2055"/>
                </a:lnTo>
                <a:lnTo>
                  <a:pt x="6059" y="834"/>
                </a:lnTo>
                <a:lnTo>
                  <a:pt x="7631" y="214"/>
                </a:lnTo>
                <a:lnTo>
                  <a:pt x="9168" y="0"/>
                </a:lnTo>
                <a:lnTo>
                  <a:pt x="11386" y="3"/>
                </a:lnTo>
                <a:close/>
              </a:path>
            </a:pathLst>
          </a:custGeom>
          <a:solidFill>
            <a:srgbClr val="B4B7BC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1" name="contour_09089"/>
          <p:cNvSpPr/>
          <p:nvPr/>
        </p:nvSpPr>
        <p:spPr>
          <a:xfrm>
            <a:off x="5396200" y="2514357"/>
            <a:ext cx="65592" cy="38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086" y="513"/>
                </a:lnTo>
                <a:lnTo>
                  <a:pt x="12571" y="1025"/>
                </a:lnTo>
                <a:lnTo>
                  <a:pt x="14062" y="1538"/>
                </a:lnTo>
                <a:lnTo>
                  <a:pt x="15554" y="2050"/>
                </a:lnTo>
                <a:lnTo>
                  <a:pt x="17054" y="2567"/>
                </a:lnTo>
                <a:lnTo>
                  <a:pt x="18562" y="3087"/>
                </a:lnTo>
                <a:lnTo>
                  <a:pt x="20076" y="3608"/>
                </a:lnTo>
                <a:lnTo>
                  <a:pt x="21600" y="4133"/>
                </a:lnTo>
                <a:lnTo>
                  <a:pt x="20887" y="8461"/>
                </a:lnTo>
                <a:lnTo>
                  <a:pt x="20323" y="11651"/>
                </a:lnTo>
                <a:lnTo>
                  <a:pt x="19824" y="13995"/>
                </a:lnTo>
                <a:lnTo>
                  <a:pt x="19306" y="15776"/>
                </a:lnTo>
                <a:lnTo>
                  <a:pt x="18686" y="17293"/>
                </a:lnTo>
                <a:lnTo>
                  <a:pt x="17878" y="18827"/>
                </a:lnTo>
                <a:lnTo>
                  <a:pt x="16800" y="20666"/>
                </a:lnTo>
                <a:lnTo>
                  <a:pt x="15106" y="21063"/>
                </a:lnTo>
                <a:lnTo>
                  <a:pt x="13423" y="21344"/>
                </a:lnTo>
                <a:lnTo>
                  <a:pt x="11748" y="21521"/>
                </a:lnTo>
                <a:lnTo>
                  <a:pt x="10078" y="21600"/>
                </a:lnTo>
                <a:lnTo>
                  <a:pt x="8410" y="21596"/>
                </a:lnTo>
                <a:lnTo>
                  <a:pt x="6742" y="21517"/>
                </a:lnTo>
                <a:lnTo>
                  <a:pt x="5069" y="21373"/>
                </a:lnTo>
                <a:lnTo>
                  <a:pt x="3391" y="21178"/>
                </a:lnTo>
                <a:lnTo>
                  <a:pt x="1702" y="20939"/>
                </a:lnTo>
                <a:lnTo>
                  <a:pt x="0" y="20666"/>
                </a:lnTo>
                <a:lnTo>
                  <a:pt x="1157" y="20162"/>
                </a:lnTo>
                <a:lnTo>
                  <a:pt x="2318" y="19649"/>
                </a:lnTo>
                <a:lnTo>
                  <a:pt x="3497" y="19132"/>
                </a:lnTo>
                <a:lnTo>
                  <a:pt x="5657" y="17566"/>
                </a:lnTo>
                <a:lnTo>
                  <a:pt x="6890" y="16355"/>
                </a:lnTo>
                <a:lnTo>
                  <a:pt x="7661" y="14875"/>
                </a:lnTo>
                <a:lnTo>
                  <a:pt x="8429" y="12511"/>
                </a:lnTo>
                <a:lnTo>
                  <a:pt x="8638" y="10279"/>
                </a:lnTo>
                <a:lnTo>
                  <a:pt x="8851" y="8010"/>
                </a:lnTo>
                <a:lnTo>
                  <a:pt x="9098" y="5365"/>
                </a:lnTo>
                <a:lnTo>
                  <a:pt x="9348" y="2699"/>
                </a:lnTo>
                <a:lnTo>
                  <a:pt x="9600" y="0"/>
                </a:lnTo>
                <a:close/>
              </a:path>
            </a:pathLst>
          </a:custGeom>
          <a:solidFill>
            <a:srgbClr val="988D6A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2" name="contour_09090"/>
          <p:cNvSpPr/>
          <p:nvPr/>
        </p:nvSpPr>
        <p:spPr>
          <a:xfrm>
            <a:off x="7087014" y="2470629"/>
            <a:ext cx="4372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164" y="1255"/>
                </a:lnTo>
                <a:lnTo>
                  <a:pt x="20725" y="2509"/>
                </a:lnTo>
                <a:lnTo>
                  <a:pt x="20279" y="3762"/>
                </a:lnTo>
                <a:lnTo>
                  <a:pt x="19825" y="5017"/>
                </a:lnTo>
                <a:lnTo>
                  <a:pt x="19372" y="6269"/>
                </a:lnTo>
                <a:lnTo>
                  <a:pt x="18911" y="7522"/>
                </a:lnTo>
                <a:lnTo>
                  <a:pt x="18450" y="8775"/>
                </a:lnTo>
                <a:lnTo>
                  <a:pt x="18025" y="10021"/>
                </a:lnTo>
                <a:lnTo>
                  <a:pt x="17593" y="11286"/>
                </a:lnTo>
                <a:lnTo>
                  <a:pt x="16736" y="13540"/>
                </a:lnTo>
                <a:lnTo>
                  <a:pt x="16002" y="15318"/>
                </a:lnTo>
                <a:lnTo>
                  <a:pt x="15311" y="16706"/>
                </a:lnTo>
                <a:lnTo>
                  <a:pt x="14573" y="17789"/>
                </a:lnTo>
                <a:lnTo>
                  <a:pt x="13702" y="18652"/>
                </a:lnTo>
                <a:lnTo>
                  <a:pt x="12614" y="19379"/>
                </a:lnTo>
                <a:lnTo>
                  <a:pt x="11225" y="20057"/>
                </a:lnTo>
                <a:lnTo>
                  <a:pt x="9450" y="20768"/>
                </a:lnTo>
                <a:lnTo>
                  <a:pt x="7200" y="21600"/>
                </a:lnTo>
                <a:lnTo>
                  <a:pt x="6181" y="20581"/>
                </a:lnTo>
                <a:lnTo>
                  <a:pt x="5162" y="19562"/>
                </a:lnTo>
                <a:lnTo>
                  <a:pt x="4140" y="18540"/>
                </a:lnTo>
                <a:lnTo>
                  <a:pt x="3114" y="17514"/>
                </a:lnTo>
                <a:lnTo>
                  <a:pt x="2081" y="16483"/>
                </a:lnTo>
                <a:lnTo>
                  <a:pt x="1044" y="15446"/>
                </a:lnTo>
                <a:lnTo>
                  <a:pt x="0" y="14400"/>
                </a:lnTo>
                <a:lnTo>
                  <a:pt x="1782" y="13954"/>
                </a:lnTo>
                <a:lnTo>
                  <a:pt x="3571" y="13507"/>
                </a:lnTo>
                <a:lnTo>
                  <a:pt x="5375" y="13055"/>
                </a:lnTo>
                <a:lnTo>
                  <a:pt x="7200" y="12600"/>
                </a:lnTo>
                <a:lnTo>
                  <a:pt x="7686" y="11295"/>
                </a:lnTo>
                <a:lnTo>
                  <a:pt x="7801" y="10332"/>
                </a:lnTo>
                <a:lnTo>
                  <a:pt x="7650" y="8888"/>
                </a:lnTo>
                <a:lnTo>
                  <a:pt x="7582" y="8375"/>
                </a:lnTo>
                <a:lnTo>
                  <a:pt x="7466" y="7470"/>
                </a:lnTo>
                <a:lnTo>
                  <a:pt x="7200" y="5400"/>
                </a:lnTo>
                <a:lnTo>
                  <a:pt x="9580" y="5400"/>
                </a:lnTo>
                <a:lnTo>
                  <a:pt x="11974" y="5400"/>
                </a:lnTo>
                <a:lnTo>
                  <a:pt x="14400" y="5400"/>
                </a:lnTo>
                <a:lnTo>
                  <a:pt x="14400" y="4331"/>
                </a:lnTo>
                <a:lnTo>
                  <a:pt x="14400" y="3258"/>
                </a:lnTo>
                <a:lnTo>
                  <a:pt x="14400" y="2182"/>
                </a:lnTo>
                <a:lnTo>
                  <a:pt x="14400" y="1096"/>
                </a:lnTo>
                <a:lnTo>
                  <a:pt x="14400" y="0"/>
                </a:lnTo>
                <a:close/>
              </a:path>
            </a:pathLst>
          </a:custGeom>
          <a:solidFill>
            <a:srgbClr val="333335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3" name="contour_09091"/>
          <p:cNvSpPr/>
          <p:nvPr/>
        </p:nvSpPr>
        <p:spPr>
          <a:xfrm>
            <a:off x="4762145" y="2477917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88" y="1188"/>
                </a:lnTo>
                <a:lnTo>
                  <a:pt x="9578" y="2378"/>
                </a:lnTo>
                <a:lnTo>
                  <a:pt x="10769" y="3569"/>
                </a:lnTo>
                <a:lnTo>
                  <a:pt x="11964" y="4764"/>
                </a:lnTo>
                <a:lnTo>
                  <a:pt x="13164" y="5964"/>
                </a:lnTo>
                <a:lnTo>
                  <a:pt x="14369" y="7169"/>
                </a:lnTo>
                <a:lnTo>
                  <a:pt x="15581" y="8381"/>
                </a:lnTo>
                <a:lnTo>
                  <a:pt x="16800" y="9600"/>
                </a:lnTo>
                <a:lnTo>
                  <a:pt x="16800" y="8014"/>
                </a:lnTo>
                <a:lnTo>
                  <a:pt x="16800" y="6418"/>
                </a:lnTo>
                <a:lnTo>
                  <a:pt x="16800" y="4800"/>
                </a:lnTo>
                <a:lnTo>
                  <a:pt x="18386" y="4800"/>
                </a:lnTo>
                <a:lnTo>
                  <a:pt x="19982" y="4800"/>
                </a:lnTo>
                <a:lnTo>
                  <a:pt x="21600" y="4800"/>
                </a:lnTo>
                <a:lnTo>
                  <a:pt x="20921" y="6158"/>
                </a:lnTo>
                <a:lnTo>
                  <a:pt x="20242" y="7517"/>
                </a:lnTo>
                <a:lnTo>
                  <a:pt x="19560" y="8880"/>
                </a:lnTo>
                <a:lnTo>
                  <a:pt x="18876" y="10248"/>
                </a:lnTo>
                <a:lnTo>
                  <a:pt x="18187" y="11623"/>
                </a:lnTo>
                <a:lnTo>
                  <a:pt x="17496" y="13006"/>
                </a:lnTo>
                <a:lnTo>
                  <a:pt x="16800" y="14400"/>
                </a:lnTo>
                <a:lnTo>
                  <a:pt x="15612" y="13805"/>
                </a:lnTo>
                <a:lnTo>
                  <a:pt x="14419" y="13210"/>
                </a:lnTo>
                <a:lnTo>
                  <a:pt x="13217" y="12607"/>
                </a:lnTo>
                <a:lnTo>
                  <a:pt x="12000" y="12000"/>
                </a:lnTo>
                <a:lnTo>
                  <a:pt x="11604" y="13584"/>
                </a:lnTo>
                <a:lnTo>
                  <a:pt x="11208" y="15170"/>
                </a:lnTo>
                <a:lnTo>
                  <a:pt x="10810" y="16764"/>
                </a:lnTo>
                <a:lnTo>
                  <a:pt x="10409" y="18365"/>
                </a:lnTo>
                <a:lnTo>
                  <a:pt x="10006" y="19975"/>
                </a:lnTo>
                <a:lnTo>
                  <a:pt x="9600" y="21600"/>
                </a:lnTo>
                <a:lnTo>
                  <a:pt x="8352" y="20789"/>
                </a:lnTo>
                <a:lnTo>
                  <a:pt x="7114" y="19968"/>
                </a:lnTo>
                <a:lnTo>
                  <a:pt x="5880" y="19138"/>
                </a:lnTo>
                <a:lnTo>
                  <a:pt x="4651" y="18300"/>
                </a:lnTo>
                <a:lnTo>
                  <a:pt x="3269" y="17378"/>
                </a:lnTo>
                <a:lnTo>
                  <a:pt x="1865" y="16445"/>
                </a:lnTo>
                <a:lnTo>
                  <a:pt x="938" y="15430"/>
                </a:lnTo>
                <a:lnTo>
                  <a:pt x="0" y="14400"/>
                </a:lnTo>
                <a:lnTo>
                  <a:pt x="382" y="12838"/>
                </a:lnTo>
                <a:lnTo>
                  <a:pt x="758" y="11815"/>
                </a:lnTo>
                <a:lnTo>
                  <a:pt x="1356" y="10886"/>
                </a:lnTo>
                <a:lnTo>
                  <a:pt x="2400" y="9600"/>
                </a:lnTo>
                <a:lnTo>
                  <a:pt x="3986" y="9600"/>
                </a:lnTo>
                <a:lnTo>
                  <a:pt x="5582" y="9600"/>
                </a:lnTo>
                <a:lnTo>
                  <a:pt x="7200" y="9600"/>
                </a:lnTo>
                <a:lnTo>
                  <a:pt x="7200" y="8016"/>
                </a:lnTo>
                <a:lnTo>
                  <a:pt x="7200" y="6430"/>
                </a:lnTo>
                <a:lnTo>
                  <a:pt x="7200" y="4836"/>
                </a:lnTo>
                <a:lnTo>
                  <a:pt x="7200" y="3235"/>
                </a:lnTo>
                <a:lnTo>
                  <a:pt x="7200" y="1625"/>
                </a:lnTo>
                <a:lnTo>
                  <a:pt x="7200" y="0"/>
                </a:lnTo>
                <a:close/>
              </a:path>
            </a:pathLst>
          </a:custGeom>
          <a:solidFill>
            <a:srgbClr val="718590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4" name="contour_09092"/>
          <p:cNvSpPr/>
          <p:nvPr/>
        </p:nvSpPr>
        <p:spPr>
          <a:xfrm>
            <a:off x="8537325" y="2456053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5388" y="1975"/>
                </a:lnTo>
                <a:lnTo>
                  <a:pt x="15656" y="3965"/>
                </a:lnTo>
                <a:lnTo>
                  <a:pt x="15930" y="5980"/>
                </a:lnTo>
                <a:lnTo>
                  <a:pt x="16453" y="8949"/>
                </a:lnTo>
                <a:lnTo>
                  <a:pt x="16904" y="10886"/>
                </a:lnTo>
                <a:lnTo>
                  <a:pt x="17459" y="12204"/>
                </a:lnTo>
                <a:lnTo>
                  <a:pt x="18291" y="13324"/>
                </a:lnTo>
                <a:lnTo>
                  <a:pt x="19574" y="14657"/>
                </a:lnTo>
                <a:lnTo>
                  <a:pt x="20580" y="15040"/>
                </a:lnTo>
                <a:lnTo>
                  <a:pt x="21600" y="15429"/>
                </a:lnTo>
                <a:lnTo>
                  <a:pt x="20172" y="15429"/>
                </a:lnTo>
                <a:lnTo>
                  <a:pt x="18736" y="15429"/>
                </a:lnTo>
                <a:lnTo>
                  <a:pt x="17280" y="15429"/>
                </a:lnTo>
                <a:lnTo>
                  <a:pt x="17280" y="17468"/>
                </a:lnTo>
                <a:lnTo>
                  <a:pt x="17280" y="19520"/>
                </a:lnTo>
                <a:lnTo>
                  <a:pt x="17280" y="21600"/>
                </a:lnTo>
                <a:lnTo>
                  <a:pt x="16222" y="21267"/>
                </a:lnTo>
                <a:lnTo>
                  <a:pt x="15146" y="20924"/>
                </a:lnTo>
                <a:lnTo>
                  <a:pt x="13617" y="20468"/>
                </a:lnTo>
                <a:lnTo>
                  <a:pt x="12107" y="20039"/>
                </a:lnTo>
                <a:lnTo>
                  <a:pt x="10610" y="19644"/>
                </a:lnTo>
                <a:lnTo>
                  <a:pt x="9117" y="19289"/>
                </a:lnTo>
                <a:lnTo>
                  <a:pt x="7629" y="18986"/>
                </a:lnTo>
                <a:lnTo>
                  <a:pt x="6134" y="18743"/>
                </a:lnTo>
                <a:lnTo>
                  <a:pt x="4629" y="18567"/>
                </a:lnTo>
                <a:lnTo>
                  <a:pt x="3108" y="18462"/>
                </a:lnTo>
                <a:lnTo>
                  <a:pt x="1568" y="18443"/>
                </a:lnTo>
                <a:lnTo>
                  <a:pt x="0" y="18514"/>
                </a:lnTo>
                <a:lnTo>
                  <a:pt x="0" y="16681"/>
                </a:lnTo>
                <a:lnTo>
                  <a:pt x="0" y="14842"/>
                </a:lnTo>
                <a:lnTo>
                  <a:pt x="0" y="12997"/>
                </a:lnTo>
                <a:lnTo>
                  <a:pt x="0" y="11136"/>
                </a:lnTo>
                <a:lnTo>
                  <a:pt x="0" y="9257"/>
                </a:lnTo>
                <a:lnTo>
                  <a:pt x="1369" y="9421"/>
                </a:lnTo>
                <a:lnTo>
                  <a:pt x="2758" y="9581"/>
                </a:lnTo>
                <a:lnTo>
                  <a:pt x="4242" y="9680"/>
                </a:lnTo>
                <a:lnTo>
                  <a:pt x="5705" y="9748"/>
                </a:lnTo>
                <a:lnTo>
                  <a:pt x="7150" y="9779"/>
                </a:lnTo>
                <a:lnTo>
                  <a:pt x="8590" y="9760"/>
                </a:lnTo>
                <a:lnTo>
                  <a:pt x="10031" y="9674"/>
                </a:lnTo>
                <a:lnTo>
                  <a:pt x="11485" y="9510"/>
                </a:lnTo>
                <a:lnTo>
                  <a:pt x="12960" y="9257"/>
                </a:lnTo>
                <a:lnTo>
                  <a:pt x="13884" y="6961"/>
                </a:lnTo>
                <a:lnTo>
                  <a:pt x="14459" y="5332"/>
                </a:lnTo>
                <a:lnTo>
                  <a:pt x="14787" y="3925"/>
                </a:lnTo>
                <a:lnTo>
                  <a:pt x="14973" y="2296"/>
                </a:lnTo>
                <a:lnTo>
                  <a:pt x="15120" y="0"/>
                </a:lnTo>
                <a:close/>
              </a:path>
            </a:pathLst>
          </a:custGeom>
          <a:solidFill>
            <a:srgbClr val="C79FA6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5" name="contour_09093"/>
          <p:cNvSpPr/>
          <p:nvPr/>
        </p:nvSpPr>
        <p:spPr>
          <a:xfrm>
            <a:off x="2444564" y="2433475"/>
            <a:ext cx="58304" cy="88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27" y="0"/>
                </a:moveTo>
                <a:lnTo>
                  <a:pt x="6961" y="36"/>
                </a:lnTo>
                <a:lnTo>
                  <a:pt x="8594" y="71"/>
                </a:lnTo>
                <a:lnTo>
                  <a:pt x="10230" y="105"/>
                </a:lnTo>
                <a:lnTo>
                  <a:pt x="11864" y="141"/>
                </a:lnTo>
                <a:lnTo>
                  <a:pt x="13500" y="175"/>
                </a:lnTo>
                <a:lnTo>
                  <a:pt x="13500" y="1355"/>
                </a:lnTo>
                <a:lnTo>
                  <a:pt x="13500" y="2542"/>
                </a:lnTo>
                <a:lnTo>
                  <a:pt x="13500" y="3746"/>
                </a:lnTo>
                <a:lnTo>
                  <a:pt x="11893" y="3746"/>
                </a:lnTo>
                <a:lnTo>
                  <a:pt x="10287" y="3746"/>
                </a:lnTo>
                <a:lnTo>
                  <a:pt x="8670" y="3746"/>
                </a:lnTo>
                <a:lnTo>
                  <a:pt x="7042" y="3746"/>
                </a:lnTo>
                <a:lnTo>
                  <a:pt x="5400" y="3746"/>
                </a:lnTo>
                <a:lnTo>
                  <a:pt x="5400" y="4808"/>
                </a:lnTo>
                <a:lnTo>
                  <a:pt x="5400" y="5870"/>
                </a:lnTo>
                <a:lnTo>
                  <a:pt x="5400" y="6940"/>
                </a:lnTo>
                <a:lnTo>
                  <a:pt x="5400" y="8017"/>
                </a:lnTo>
                <a:lnTo>
                  <a:pt x="5400" y="9102"/>
                </a:lnTo>
                <a:lnTo>
                  <a:pt x="7182" y="9102"/>
                </a:lnTo>
                <a:lnTo>
                  <a:pt x="8980" y="9102"/>
                </a:lnTo>
                <a:lnTo>
                  <a:pt x="10800" y="9102"/>
                </a:lnTo>
                <a:lnTo>
                  <a:pt x="10465" y="10320"/>
                </a:lnTo>
                <a:lnTo>
                  <a:pt x="10125" y="11557"/>
                </a:lnTo>
                <a:lnTo>
                  <a:pt x="10346" y="12516"/>
                </a:lnTo>
                <a:lnTo>
                  <a:pt x="10573" y="13480"/>
                </a:lnTo>
                <a:lnTo>
                  <a:pt x="10800" y="14458"/>
                </a:lnTo>
                <a:lnTo>
                  <a:pt x="12250" y="15110"/>
                </a:lnTo>
                <a:lnTo>
                  <a:pt x="13732" y="15699"/>
                </a:lnTo>
                <a:lnTo>
                  <a:pt x="15244" y="16233"/>
                </a:lnTo>
                <a:lnTo>
                  <a:pt x="16786" y="16722"/>
                </a:lnTo>
                <a:lnTo>
                  <a:pt x="18360" y="17179"/>
                </a:lnTo>
                <a:lnTo>
                  <a:pt x="19964" y="17611"/>
                </a:lnTo>
                <a:lnTo>
                  <a:pt x="21600" y="18029"/>
                </a:lnTo>
                <a:lnTo>
                  <a:pt x="20930" y="18915"/>
                </a:lnTo>
                <a:lnTo>
                  <a:pt x="20258" y="19802"/>
                </a:lnTo>
                <a:lnTo>
                  <a:pt x="19583" y="20697"/>
                </a:lnTo>
                <a:lnTo>
                  <a:pt x="18900" y="21600"/>
                </a:lnTo>
                <a:lnTo>
                  <a:pt x="17896" y="20825"/>
                </a:lnTo>
                <a:lnTo>
                  <a:pt x="16875" y="20038"/>
                </a:lnTo>
                <a:lnTo>
                  <a:pt x="15468" y="19249"/>
                </a:lnTo>
                <a:lnTo>
                  <a:pt x="14064" y="18554"/>
                </a:lnTo>
                <a:lnTo>
                  <a:pt x="12650" y="17936"/>
                </a:lnTo>
                <a:lnTo>
                  <a:pt x="11205" y="17381"/>
                </a:lnTo>
                <a:lnTo>
                  <a:pt x="9720" y="16870"/>
                </a:lnTo>
                <a:lnTo>
                  <a:pt x="8181" y="16392"/>
                </a:lnTo>
                <a:lnTo>
                  <a:pt x="6569" y="15928"/>
                </a:lnTo>
                <a:lnTo>
                  <a:pt x="4874" y="15462"/>
                </a:lnTo>
                <a:lnTo>
                  <a:pt x="3793" y="14965"/>
                </a:lnTo>
                <a:lnTo>
                  <a:pt x="2700" y="14458"/>
                </a:lnTo>
                <a:lnTo>
                  <a:pt x="2700" y="13280"/>
                </a:lnTo>
                <a:lnTo>
                  <a:pt x="2700" y="12091"/>
                </a:lnTo>
                <a:lnTo>
                  <a:pt x="2700" y="10887"/>
                </a:lnTo>
                <a:lnTo>
                  <a:pt x="2336" y="9729"/>
                </a:lnTo>
                <a:lnTo>
                  <a:pt x="1955" y="8572"/>
                </a:lnTo>
                <a:lnTo>
                  <a:pt x="1561" y="7418"/>
                </a:lnTo>
                <a:lnTo>
                  <a:pt x="1156" y="6265"/>
                </a:lnTo>
                <a:lnTo>
                  <a:pt x="742" y="5115"/>
                </a:lnTo>
                <a:lnTo>
                  <a:pt x="327" y="3962"/>
                </a:lnTo>
                <a:lnTo>
                  <a:pt x="165" y="2969"/>
                </a:lnTo>
                <a:lnTo>
                  <a:pt x="0" y="1960"/>
                </a:lnTo>
                <a:lnTo>
                  <a:pt x="1601" y="927"/>
                </a:lnTo>
                <a:lnTo>
                  <a:pt x="2689" y="377"/>
                </a:lnTo>
                <a:lnTo>
                  <a:pt x="3766" y="130"/>
                </a:lnTo>
                <a:lnTo>
                  <a:pt x="5327" y="0"/>
                </a:lnTo>
                <a:close/>
              </a:path>
            </a:pathLst>
          </a:custGeom>
          <a:solidFill>
            <a:srgbClr val="2C2826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6" name="contour_09094"/>
          <p:cNvSpPr/>
          <p:nvPr/>
        </p:nvSpPr>
        <p:spPr>
          <a:xfrm>
            <a:off x="4718417" y="2448765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186" y="677"/>
                </a:lnTo>
                <a:lnTo>
                  <a:pt x="5453" y="1202"/>
                </a:lnTo>
                <a:lnTo>
                  <a:pt x="6547" y="1750"/>
                </a:lnTo>
                <a:lnTo>
                  <a:pt x="7814" y="2491"/>
                </a:lnTo>
                <a:lnTo>
                  <a:pt x="9600" y="3600"/>
                </a:lnTo>
                <a:lnTo>
                  <a:pt x="9600" y="5980"/>
                </a:lnTo>
                <a:lnTo>
                  <a:pt x="9600" y="8374"/>
                </a:lnTo>
                <a:lnTo>
                  <a:pt x="9600" y="10800"/>
                </a:lnTo>
                <a:lnTo>
                  <a:pt x="11170" y="11524"/>
                </a:lnTo>
                <a:lnTo>
                  <a:pt x="12319" y="11952"/>
                </a:lnTo>
                <a:lnTo>
                  <a:pt x="13608" y="12254"/>
                </a:lnTo>
                <a:lnTo>
                  <a:pt x="15600" y="12600"/>
                </a:lnTo>
                <a:lnTo>
                  <a:pt x="17592" y="12946"/>
                </a:lnTo>
                <a:lnTo>
                  <a:pt x="18881" y="13248"/>
                </a:lnTo>
                <a:lnTo>
                  <a:pt x="20030" y="13676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956" y="21326"/>
                </a:lnTo>
                <a:lnTo>
                  <a:pt x="18310" y="21053"/>
                </a:lnTo>
                <a:lnTo>
                  <a:pt x="16663" y="20776"/>
                </a:lnTo>
                <a:lnTo>
                  <a:pt x="15014" y="20502"/>
                </a:lnTo>
                <a:lnTo>
                  <a:pt x="13363" y="20228"/>
                </a:lnTo>
                <a:lnTo>
                  <a:pt x="11710" y="19951"/>
                </a:lnTo>
                <a:lnTo>
                  <a:pt x="10051" y="19674"/>
                </a:lnTo>
                <a:lnTo>
                  <a:pt x="8390" y="19397"/>
                </a:lnTo>
                <a:lnTo>
                  <a:pt x="6725" y="19120"/>
                </a:lnTo>
                <a:lnTo>
                  <a:pt x="5052" y="18842"/>
                </a:lnTo>
                <a:lnTo>
                  <a:pt x="3374" y="18562"/>
                </a:lnTo>
                <a:lnTo>
                  <a:pt x="1692" y="18281"/>
                </a:lnTo>
                <a:lnTo>
                  <a:pt x="0" y="18000"/>
                </a:lnTo>
                <a:lnTo>
                  <a:pt x="298" y="15772"/>
                </a:lnTo>
                <a:lnTo>
                  <a:pt x="595" y="13543"/>
                </a:lnTo>
                <a:lnTo>
                  <a:pt x="893" y="11308"/>
                </a:lnTo>
                <a:lnTo>
                  <a:pt x="1190" y="9068"/>
                </a:lnTo>
                <a:lnTo>
                  <a:pt x="1490" y="6818"/>
                </a:lnTo>
                <a:lnTo>
                  <a:pt x="1793" y="4558"/>
                </a:lnTo>
                <a:lnTo>
                  <a:pt x="2095" y="2286"/>
                </a:lnTo>
                <a:lnTo>
                  <a:pt x="2400" y="0"/>
                </a:lnTo>
                <a:close/>
              </a:path>
            </a:pathLst>
          </a:custGeom>
          <a:solidFill>
            <a:srgbClr val="A7B2BD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7" name="contour_09095"/>
          <p:cNvSpPr/>
          <p:nvPr/>
        </p:nvSpPr>
        <p:spPr>
          <a:xfrm>
            <a:off x="3749114" y="2420444"/>
            <a:ext cx="37081" cy="866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07" y="211"/>
                </a:moveTo>
                <a:lnTo>
                  <a:pt x="16094" y="418"/>
                </a:lnTo>
                <a:lnTo>
                  <a:pt x="17652" y="780"/>
                </a:lnTo>
                <a:lnTo>
                  <a:pt x="21226" y="1610"/>
                </a:lnTo>
                <a:lnTo>
                  <a:pt x="21481" y="2886"/>
                </a:lnTo>
                <a:lnTo>
                  <a:pt x="21600" y="4052"/>
                </a:lnTo>
                <a:lnTo>
                  <a:pt x="21579" y="5165"/>
                </a:lnTo>
                <a:lnTo>
                  <a:pt x="21422" y="6268"/>
                </a:lnTo>
                <a:lnTo>
                  <a:pt x="21129" y="7414"/>
                </a:lnTo>
                <a:lnTo>
                  <a:pt x="20696" y="8652"/>
                </a:lnTo>
                <a:lnTo>
                  <a:pt x="20581" y="9134"/>
                </a:lnTo>
                <a:lnTo>
                  <a:pt x="20233" y="10589"/>
                </a:lnTo>
                <a:lnTo>
                  <a:pt x="19613" y="12087"/>
                </a:lnTo>
                <a:lnTo>
                  <a:pt x="18798" y="13430"/>
                </a:lnTo>
                <a:lnTo>
                  <a:pt x="17779" y="14644"/>
                </a:lnTo>
                <a:lnTo>
                  <a:pt x="16544" y="15754"/>
                </a:lnTo>
                <a:lnTo>
                  <a:pt x="15088" y="16784"/>
                </a:lnTo>
                <a:lnTo>
                  <a:pt x="13407" y="17758"/>
                </a:lnTo>
                <a:lnTo>
                  <a:pt x="11488" y="18703"/>
                </a:lnTo>
                <a:lnTo>
                  <a:pt x="9327" y="19643"/>
                </a:lnTo>
                <a:lnTo>
                  <a:pt x="6916" y="20601"/>
                </a:lnTo>
                <a:lnTo>
                  <a:pt x="4245" y="21600"/>
                </a:lnTo>
                <a:lnTo>
                  <a:pt x="4508" y="20786"/>
                </a:lnTo>
                <a:lnTo>
                  <a:pt x="4772" y="19959"/>
                </a:lnTo>
                <a:lnTo>
                  <a:pt x="5141" y="18738"/>
                </a:lnTo>
                <a:lnTo>
                  <a:pt x="5506" y="17517"/>
                </a:lnTo>
                <a:lnTo>
                  <a:pt x="5858" y="16295"/>
                </a:lnTo>
                <a:lnTo>
                  <a:pt x="6207" y="15072"/>
                </a:lnTo>
                <a:lnTo>
                  <a:pt x="6555" y="13849"/>
                </a:lnTo>
                <a:lnTo>
                  <a:pt x="6899" y="12626"/>
                </a:lnTo>
                <a:lnTo>
                  <a:pt x="7170" y="11774"/>
                </a:lnTo>
                <a:lnTo>
                  <a:pt x="7446" y="10916"/>
                </a:lnTo>
                <a:lnTo>
                  <a:pt x="7726" y="10046"/>
                </a:lnTo>
                <a:lnTo>
                  <a:pt x="8058" y="8823"/>
                </a:lnTo>
                <a:lnTo>
                  <a:pt x="8393" y="7580"/>
                </a:lnTo>
                <a:lnTo>
                  <a:pt x="8724" y="6449"/>
                </a:lnTo>
                <a:lnTo>
                  <a:pt x="9064" y="5301"/>
                </a:lnTo>
                <a:lnTo>
                  <a:pt x="8779" y="4372"/>
                </a:lnTo>
                <a:lnTo>
                  <a:pt x="8491" y="3427"/>
                </a:lnTo>
                <a:lnTo>
                  <a:pt x="5973" y="2742"/>
                </a:lnTo>
                <a:lnTo>
                  <a:pt x="4250" y="2324"/>
                </a:lnTo>
                <a:lnTo>
                  <a:pt x="2522" y="2004"/>
                </a:lnTo>
                <a:lnTo>
                  <a:pt x="0" y="1610"/>
                </a:lnTo>
                <a:lnTo>
                  <a:pt x="2632" y="885"/>
                </a:lnTo>
                <a:lnTo>
                  <a:pt x="4929" y="393"/>
                </a:lnTo>
                <a:lnTo>
                  <a:pt x="7111" y="107"/>
                </a:lnTo>
                <a:lnTo>
                  <a:pt x="9403" y="0"/>
                </a:lnTo>
                <a:lnTo>
                  <a:pt x="12027" y="44"/>
                </a:lnTo>
                <a:lnTo>
                  <a:pt x="15207" y="211"/>
                </a:lnTo>
                <a:close/>
              </a:path>
            </a:pathLst>
          </a:custGeom>
          <a:solidFill>
            <a:srgbClr val="BBC3C8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8" name="contour_09096"/>
          <p:cNvSpPr/>
          <p:nvPr/>
        </p:nvSpPr>
        <p:spPr>
          <a:xfrm>
            <a:off x="10723722" y="2390461"/>
            <a:ext cx="58304" cy="45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6" y="180"/>
                </a:lnTo>
                <a:lnTo>
                  <a:pt x="5989" y="337"/>
                </a:lnTo>
                <a:lnTo>
                  <a:pt x="7201" y="507"/>
                </a:lnTo>
                <a:lnTo>
                  <a:pt x="8481" y="729"/>
                </a:lnTo>
                <a:lnTo>
                  <a:pt x="10098" y="1055"/>
                </a:lnTo>
                <a:lnTo>
                  <a:pt x="12317" y="1520"/>
                </a:lnTo>
                <a:lnTo>
                  <a:pt x="14051" y="1870"/>
                </a:lnTo>
                <a:lnTo>
                  <a:pt x="15795" y="2228"/>
                </a:lnTo>
                <a:lnTo>
                  <a:pt x="17561" y="2589"/>
                </a:lnTo>
                <a:lnTo>
                  <a:pt x="18895" y="2880"/>
                </a:lnTo>
                <a:lnTo>
                  <a:pt x="20239" y="3175"/>
                </a:lnTo>
                <a:lnTo>
                  <a:pt x="21600" y="3470"/>
                </a:lnTo>
                <a:lnTo>
                  <a:pt x="20987" y="5531"/>
                </a:lnTo>
                <a:lnTo>
                  <a:pt x="20504" y="6940"/>
                </a:lnTo>
                <a:lnTo>
                  <a:pt x="19891" y="8349"/>
                </a:lnTo>
                <a:lnTo>
                  <a:pt x="18900" y="10410"/>
                </a:lnTo>
                <a:lnTo>
                  <a:pt x="17115" y="10410"/>
                </a:lnTo>
                <a:lnTo>
                  <a:pt x="15320" y="10410"/>
                </a:lnTo>
                <a:lnTo>
                  <a:pt x="13500" y="10410"/>
                </a:lnTo>
                <a:lnTo>
                  <a:pt x="13500" y="12471"/>
                </a:lnTo>
                <a:lnTo>
                  <a:pt x="13500" y="14539"/>
                </a:lnTo>
                <a:lnTo>
                  <a:pt x="13500" y="16614"/>
                </a:lnTo>
                <a:lnTo>
                  <a:pt x="13500" y="18706"/>
                </a:lnTo>
                <a:lnTo>
                  <a:pt x="13500" y="20819"/>
                </a:lnTo>
                <a:lnTo>
                  <a:pt x="11653" y="21340"/>
                </a:lnTo>
                <a:lnTo>
                  <a:pt x="10309" y="21600"/>
                </a:lnTo>
                <a:lnTo>
                  <a:pt x="9077" y="21600"/>
                </a:lnTo>
                <a:lnTo>
                  <a:pt x="7571" y="21340"/>
                </a:lnTo>
                <a:lnTo>
                  <a:pt x="5400" y="20819"/>
                </a:lnTo>
                <a:lnTo>
                  <a:pt x="4444" y="18776"/>
                </a:lnTo>
                <a:lnTo>
                  <a:pt x="3569" y="16707"/>
                </a:lnTo>
                <a:lnTo>
                  <a:pt x="2776" y="14605"/>
                </a:lnTo>
                <a:lnTo>
                  <a:pt x="2063" y="12471"/>
                </a:lnTo>
                <a:lnTo>
                  <a:pt x="1431" y="10292"/>
                </a:lnTo>
                <a:lnTo>
                  <a:pt x="878" y="8071"/>
                </a:lnTo>
                <a:lnTo>
                  <a:pt x="400" y="5798"/>
                </a:lnTo>
                <a:lnTo>
                  <a:pt x="0" y="3470"/>
                </a:lnTo>
                <a:lnTo>
                  <a:pt x="1339" y="1749"/>
                </a:lnTo>
                <a:lnTo>
                  <a:pt x="2700" y="0"/>
                </a:lnTo>
                <a:close/>
              </a:path>
            </a:pathLst>
          </a:custGeom>
          <a:solidFill>
            <a:srgbClr val="CEC5AD"/>
          </a:solidFill>
          <a:ln>
            <a:noFill/>
          </a:ln>
        </p:spPr>
        <p:txBody>
          <a:bodyPr/>
          <a:lstStyle/>
          <a:p/>
        </p:txBody>
      </p:sp>
      <p:sp>
        <p:nvSpPr>
          <p:cNvPr id="9099" name="contour_09097"/>
          <p:cNvSpPr/>
          <p:nvPr/>
        </p:nvSpPr>
        <p:spPr>
          <a:xfrm>
            <a:off x="5111969" y="2354021"/>
            <a:ext cx="762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83" y="0"/>
                </a:moveTo>
                <a:lnTo>
                  <a:pt x="19607" y="0"/>
                </a:lnTo>
                <a:lnTo>
                  <a:pt x="20648" y="0"/>
                </a:lnTo>
                <a:lnTo>
                  <a:pt x="21076" y="1829"/>
                </a:lnTo>
                <a:lnTo>
                  <a:pt x="21387" y="3552"/>
                </a:lnTo>
                <a:lnTo>
                  <a:pt x="21567" y="5208"/>
                </a:lnTo>
                <a:lnTo>
                  <a:pt x="21600" y="6840"/>
                </a:lnTo>
                <a:lnTo>
                  <a:pt x="21466" y="8489"/>
                </a:lnTo>
                <a:lnTo>
                  <a:pt x="21154" y="10195"/>
                </a:lnTo>
                <a:lnTo>
                  <a:pt x="20648" y="12000"/>
                </a:lnTo>
                <a:lnTo>
                  <a:pt x="19583" y="12994"/>
                </a:lnTo>
                <a:lnTo>
                  <a:pt x="18466" y="13958"/>
                </a:lnTo>
                <a:lnTo>
                  <a:pt x="17303" y="14885"/>
                </a:lnTo>
                <a:lnTo>
                  <a:pt x="16097" y="15770"/>
                </a:lnTo>
                <a:lnTo>
                  <a:pt x="14852" y="16610"/>
                </a:lnTo>
                <a:lnTo>
                  <a:pt x="13576" y="17402"/>
                </a:lnTo>
                <a:lnTo>
                  <a:pt x="12271" y="18139"/>
                </a:lnTo>
                <a:lnTo>
                  <a:pt x="10944" y="18818"/>
                </a:lnTo>
                <a:lnTo>
                  <a:pt x="9595" y="19433"/>
                </a:lnTo>
                <a:lnTo>
                  <a:pt x="8232" y="19982"/>
                </a:lnTo>
                <a:lnTo>
                  <a:pt x="6859" y="20458"/>
                </a:lnTo>
                <a:lnTo>
                  <a:pt x="5480" y="20856"/>
                </a:lnTo>
                <a:lnTo>
                  <a:pt x="4101" y="21175"/>
                </a:lnTo>
                <a:lnTo>
                  <a:pt x="2723" y="21408"/>
                </a:lnTo>
                <a:lnTo>
                  <a:pt x="1355" y="21552"/>
                </a:lnTo>
                <a:lnTo>
                  <a:pt x="0" y="21600"/>
                </a:lnTo>
                <a:lnTo>
                  <a:pt x="0" y="20014"/>
                </a:lnTo>
                <a:lnTo>
                  <a:pt x="0" y="18418"/>
                </a:lnTo>
                <a:lnTo>
                  <a:pt x="0" y="16800"/>
                </a:lnTo>
                <a:lnTo>
                  <a:pt x="1361" y="16205"/>
                </a:lnTo>
                <a:lnTo>
                  <a:pt x="2723" y="15677"/>
                </a:lnTo>
                <a:lnTo>
                  <a:pt x="4095" y="15202"/>
                </a:lnTo>
                <a:lnTo>
                  <a:pt x="5474" y="14770"/>
                </a:lnTo>
                <a:lnTo>
                  <a:pt x="6861" y="14366"/>
                </a:lnTo>
                <a:lnTo>
                  <a:pt x="8263" y="13975"/>
                </a:lnTo>
                <a:lnTo>
                  <a:pt x="9680" y="13584"/>
                </a:lnTo>
                <a:lnTo>
                  <a:pt x="10078" y="13351"/>
                </a:lnTo>
                <a:lnTo>
                  <a:pt x="10780" y="12941"/>
                </a:lnTo>
                <a:lnTo>
                  <a:pt x="12389" y="12000"/>
                </a:lnTo>
                <a:lnTo>
                  <a:pt x="12575" y="10138"/>
                </a:lnTo>
                <a:lnTo>
                  <a:pt x="12668" y="8832"/>
                </a:lnTo>
                <a:lnTo>
                  <a:pt x="12668" y="7738"/>
                </a:lnTo>
                <a:lnTo>
                  <a:pt x="12575" y="6509"/>
                </a:lnTo>
                <a:lnTo>
                  <a:pt x="12389" y="4800"/>
                </a:lnTo>
                <a:lnTo>
                  <a:pt x="13615" y="4800"/>
                </a:lnTo>
                <a:lnTo>
                  <a:pt x="14846" y="4800"/>
                </a:lnTo>
                <a:lnTo>
                  <a:pt x="16081" y="4800"/>
                </a:lnTo>
                <a:lnTo>
                  <a:pt x="17326" y="4800"/>
                </a:lnTo>
                <a:lnTo>
                  <a:pt x="18583" y="4800"/>
                </a:lnTo>
                <a:lnTo>
                  <a:pt x="18583" y="3214"/>
                </a:lnTo>
                <a:lnTo>
                  <a:pt x="18583" y="1618"/>
                </a:lnTo>
                <a:lnTo>
                  <a:pt x="18583" y="0"/>
                </a:lnTo>
                <a:close/>
              </a:path>
            </a:pathLst>
          </a:custGeom>
          <a:solidFill>
            <a:srgbClr val="7B808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0" name="contour_09098"/>
          <p:cNvSpPr/>
          <p:nvPr/>
        </p:nvSpPr>
        <p:spPr>
          <a:xfrm>
            <a:off x="3960466" y="2381067"/>
            <a:ext cx="51016" cy="45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993"/>
                </a:moveTo>
                <a:lnTo>
                  <a:pt x="5249" y="319"/>
                </a:lnTo>
                <a:lnTo>
                  <a:pt x="7230" y="14"/>
                </a:lnTo>
                <a:lnTo>
                  <a:pt x="9134" y="0"/>
                </a:lnTo>
                <a:lnTo>
                  <a:pt x="11065" y="210"/>
                </a:lnTo>
                <a:lnTo>
                  <a:pt x="13130" y="563"/>
                </a:lnTo>
                <a:lnTo>
                  <a:pt x="15429" y="993"/>
                </a:lnTo>
                <a:lnTo>
                  <a:pt x="15429" y="3259"/>
                </a:lnTo>
                <a:lnTo>
                  <a:pt x="15429" y="5530"/>
                </a:lnTo>
                <a:lnTo>
                  <a:pt x="15429" y="7810"/>
                </a:lnTo>
                <a:lnTo>
                  <a:pt x="15429" y="10101"/>
                </a:lnTo>
                <a:lnTo>
                  <a:pt x="15429" y="12406"/>
                </a:lnTo>
                <a:lnTo>
                  <a:pt x="15429" y="14731"/>
                </a:lnTo>
                <a:lnTo>
                  <a:pt x="17468" y="14731"/>
                </a:lnTo>
                <a:lnTo>
                  <a:pt x="19520" y="14731"/>
                </a:lnTo>
                <a:lnTo>
                  <a:pt x="21600" y="14731"/>
                </a:lnTo>
                <a:lnTo>
                  <a:pt x="21600" y="17001"/>
                </a:lnTo>
                <a:lnTo>
                  <a:pt x="21600" y="19285"/>
                </a:lnTo>
                <a:lnTo>
                  <a:pt x="21600" y="21600"/>
                </a:lnTo>
                <a:lnTo>
                  <a:pt x="19462" y="21260"/>
                </a:lnTo>
                <a:lnTo>
                  <a:pt x="17320" y="20920"/>
                </a:lnTo>
                <a:lnTo>
                  <a:pt x="15179" y="20580"/>
                </a:lnTo>
                <a:lnTo>
                  <a:pt x="13034" y="20236"/>
                </a:lnTo>
                <a:lnTo>
                  <a:pt x="10880" y="19896"/>
                </a:lnTo>
                <a:lnTo>
                  <a:pt x="8723" y="19553"/>
                </a:lnTo>
                <a:lnTo>
                  <a:pt x="6557" y="19210"/>
                </a:lnTo>
                <a:lnTo>
                  <a:pt x="4382" y="18863"/>
                </a:lnTo>
                <a:lnTo>
                  <a:pt x="2197" y="18516"/>
                </a:lnTo>
                <a:lnTo>
                  <a:pt x="0" y="18165"/>
                </a:lnTo>
                <a:lnTo>
                  <a:pt x="361" y="14161"/>
                </a:lnTo>
                <a:lnTo>
                  <a:pt x="660" y="11090"/>
                </a:lnTo>
                <a:lnTo>
                  <a:pt x="926" y="8751"/>
                </a:lnTo>
                <a:lnTo>
                  <a:pt x="1200" y="6945"/>
                </a:lnTo>
                <a:lnTo>
                  <a:pt x="1518" y="5464"/>
                </a:lnTo>
                <a:lnTo>
                  <a:pt x="1913" y="4115"/>
                </a:lnTo>
                <a:lnTo>
                  <a:pt x="2422" y="2689"/>
                </a:lnTo>
                <a:lnTo>
                  <a:pt x="3086" y="993"/>
                </a:lnTo>
                <a:close/>
              </a:path>
            </a:pathLst>
          </a:custGeom>
          <a:solidFill>
            <a:srgbClr val="7B7B75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1" name="contour_09099"/>
          <p:cNvSpPr/>
          <p:nvPr/>
        </p:nvSpPr>
        <p:spPr>
          <a:xfrm>
            <a:off x="10563386" y="2361309"/>
            <a:ext cx="58304" cy="55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04" y="0"/>
                </a:lnTo>
                <a:lnTo>
                  <a:pt x="3213" y="0"/>
                </a:lnTo>
                <a:lnTo>
                  <a:pt x="4828" y="0"/>
                </a:lnTo>
                <a:lnTo>
                  <a:pt x="6456" y="0"/>
                </a:lnTo>
                <a:lnTo>
                  <a:pt x="8100" y="0"/>
                </a:lnTo>
                <a:lnTo>
                  <a:pt x="8100" y="1879"/>
                </a:lnTo>
                <a:lnTo>
                  <a:pt x="8100" y="3761"/>
                </a:lnTo>
                <a:lnTo>
                  <a:pt x="8100" y="5652"/>
                </a:lnTo>
                <a:lnTo>
                  <a:pt x="8100" y="7551"/>
                </a:lnTo>
                <a:lnTo>
                  <a:pt x="8100" y="9462"/>
                </a:lnTo>
                <a:lnTo>
                  <a:pt x="8100" y="11389"/>
                </a:lnTo>
                <a:lnTo>
                  <a:pt x="10009" y="11389"/>
                </a:lnTo>
                <a:lnTo>
                  <a:pt x="11920" y="11389"/>
                </a:lnTo>
                <a:lnTo>
                  <a:pt x="13838" y="11389"/>
                </a:lnTo>
                <a:lnTo>
                  <a:pt x="15763" y="11389"/>
                </a:lnTo>
                <a:lnTo>
                  <a:pt x="17696" y="11389"/>
                </a:lnTo>
                <a:lnTo>
                  <a:pt x="19640" y="11389"/>
                </a:lnTo>
                <a:lnTo>
                  <a:pt x="21600" y="11389"/>
                </a:lnTo>
                <a:lnTo>
                  <a:pt x="21335" y="13508"/>
                </a:lnTo>
                <a:lnTo>
                  <a:pt x="21063" y="15011"/>
                </a:lnTo>
                <a:lnTo>
                  <a:pt x="20652" y="16310"/>
                </a:lnTo>
                <a:lnTo>
                  <a:pt x="19975" y="17813"/>
                </a:lnTo>
                <a:lnTo>
                  <a:pt x="18900" y="19931"/>
                </a:lnTo>
                <a:lnTo>
                  <a:pt x="17156" y="20595"/>
                </a:lnTo>
                <a:lnTo>
                  <a:pt x="15503" y="21070"/>
                </a:lnTo>
                <a:lnTo>
                  <a:pt x="13889" y="21381"/>
                </a:lnTo>
                <a:lnTo>
                  <a:pt x="12250" y="21549"/>
                </a:lnTo>
                <a:lnTo>
                  <a:pt x="10530" y="21600"/>
                </a:lnTo>
                <a:lnTo>
                  <a:pt x="8670" y="21554"/>
                </a:lnTo>
                <a:lnTo>
                  <a:pt x="7058" y="20726"/>
                </a:lnTo>
                <a:lnTo>
                  <a:pt x="5972" y="19997"/>
                </a:lnTo>
                <a:lnTo>
                  <a:pt x="5160" y="19069"/>
                </a:lnTo>
                <a:lnTo>
                  <a:pt x="4358" y="17656"/>
                </a:lnTo>
                <a:lnTo>
                  <a:pt x="3313" y="15461"/>
                </a:lnTo>
                <a:lnTo>
                  <a:pt x="2776" y="13553"/>
                </a:lnTo>
                <a:lnTo>
                  <a:pt x="2284" y="11640"/>
                </a:lnTo>
                <a:lnTo>
                  <a:pt x="1833" y="9718"/>
                </a:lnTo>
                <a:lnTo>
                  <a:pt x="1415" y="7790"/>
                </a:lnTo>
                <a:lnTo>
                  <a:pt x="1026" y="5854"/>
                </a:lnTo>
                <a:lnTo>
                  <a:pt x="664" y="3909"/>
                </a:lnTo>
                <a:lnTo>
                  <a:pt x="324" y="1959"/>
                </a:lnTo>
                <a:lnTo>
                  <a:pt x="0" y="0"/>
                </a:lnTo>
                <a:close/>
              </a:path>
            </a:pathLst>
          </a:custGeom>
          <a:solidFill>
            <a:srgbClr val="52535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2" name="contour_09100"/>
          <p:cNvSpPr/>
          <p:nvPr/>
        </p:nvSpPr>
        <p:spPr>
          <a:xfrm>
            <a:off x="1314925" y="2346733"/>
            <a:ext cx="3657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09" y="0"/>
                </a:moveTo>
                <a:lnTo>
                  <a:pt x="11979" y="230"/>
                </a:lnTo>
                <a:lnTo>
                  <a:pt x="14338" y="470"/>
                </a:lnTo>
                <a:lnTo>
                  <a:pt x="16301" y="835"/>
                </a:lnTo>
                <a:lnTo>
                  <a:pt x="18488" y="1440"/>
                </a:lnTo>
                <a:lnTo>
                  <a:pt x="21523" y="2400"/>
                </a:lnTo>
                <a:lnTo>
                  <a:pt x="21600" y="4147"/>
                </a:lnTo>
                <a:lnTo>
                  <a:pt x="21566" y="5770"/>
                </a:lnTo>
                <a:lnTo>
                  <a:pt x="21411" y="7327"/>
                </a:lnTo>
                <a:lnTo>
                  <a:pt x="21131" y="8870"/>
                </a:lnTo>
                <a:lnTo>
                  <a:pt x="20722" y="10459"/>
                </a:lnTo>
                <a:lnTo>
                  <a:pt x="20180" y="12149"/>
                </a:lnTo>
                <a:lnTo>
                  <a:pt x="19779" y="13512"/>
                </a:lnTo>
                <a:lnTo>
                  <a:pt x="19379" y="14892"/>
                </a:lnTo>
                <a:lnTo>
                  <a:pt x="18867" y="16572"/>
                </a:lnTo>
                <a:lnTo>
                  <a:pt x="18333" y="18250"/>
                </a:lnTo>
                <a:lnTo>
                  <a:pt x="17782" y="19925"/>
                </a:lnTo>
                <a:lnTo>
                  <a:pt x="17218" y="21600"/>
                </a:lnTo>
                <a:lnTo>
                  <a:pt x="14377" y="21600"/>
                </a:lnTo>
                <a:lnTo>
                  <a:pt x="11532" y="21600"/>
                </a:lnTo>
                <a:lnTo>
                  <a:pt x="8674" y="21600"/>
                </a:lnTo>
                <a:lnTo>
                  <a:pt x="5802" y="21600"/>
                </a:lnTo>
                <a:lnTo>
                  <a:pt x="2914" y="21600"/>
                </a:lnTo>
                <a:lnTo>
                  <a:pt x="0" y="21600"/>
                </a:lnTo>
                <a:lnTo>
                  <a:pt x="0" y="19903"/>
                </a:lnTo>
                <a:lnTo>
                  <a:pt x="0" y="18204"/>
                </a:lnTo>
                <a:lnTo>
                  <a:pt x="0" y="16500"/>
                </a:lnTo>
                <a:lnTo>
                  <a:pt x="0" y="14789"/>
                </a:lnTo>
                <a:lnTo>
                  <a:pt x="0" y="13070"/>
                </a:lnTo>
                <a:lnTo>
                  <a:pt x="0" y="11342"/>
                </a:lnTo>
                <a:lnTo>
                  <a:pt x="0" y="9600"/>
                </a:lnTo>
                <a:lnTo>
                  <a:pt x="2845" y="9600"/>
                </a:lnTo>
                <a:lnTo>
                  <a:pt x="5708" y="9600"/>
                </a:lnTo>
                <a:lnTo>
                  <a:pt x="8609" y="9600"/>
                </a:lnTo>
                <a:lnTo>
                  <a:pt x="8252" y="9094"/>
                </a:lnTo>
                <a:lnTo>
                  <a:pt x="7623" y="8198"/>
                </a:lnTo>
                <a:lnTo>
                  <a:pt x="6190" y="6149"/>
                </a:lnTo>
                <a:lnTo>
                  <a:pt x="5910" y="5599"/>
                </a:lnTo>
                <a:lnTo>
                  <a:pt x="5424" y="4627"/>
                </a:lnTo>
                <a:lnTo>
                  <a:pt x="4305" y="2400"/>
                </a:lnTo>
                <a:lnTo>
                  <a:pt x="6440" y="1210"/>
                </a:lnTo>
                <a:lnTo>
                  <a:pt x="8609" y="0"/>
                </a:lnTo>
                <a:close/>
              </a:path>
            </a:pathLst>
          </a:custGeom>
          <a:solidFill>
            <a:srgbClr val="040404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3" name="contour_09101"/>
          <p:cNvSpPr/>
          <p:nvPr/>
        </p:nvSpPr>
        <p:spPr>
          <a:xfrm>
            <a:off x="6431095" y="2352199"/>
            <a:ext cx="65592" cy="384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51" y="0"/>
                </a:moveTo>
                <a:lnTo>
                  <a:pt x="12276" y="66"/>
                </a:lnTo>
                <a:lnTo>
                  <a:pt x="14249" y="213"/>
                </a:lnTo>
                <a:lnTo>
                  <a:pt x="15631" y="553"/>
                </a:lnTo>
                <a:lnTo>
                  <a:pt x="16678" y="1192"/>
                </a:lnTo>
                <a:lnTo>
                  <a:pt x="17652" y="2233"/>
                </a:lnTo>
                <a:lnTo>
                  <a:pt x="18816" y="3778"/>
                </a:lnTo>
                <a:lnTo>
                  <a:pt x="19582" y="5834"/>
                </a:lnTo>
                <a:lnTo>
                  <a:pt x="20126" y="7514"/>
                </a:lnTo>
                <a:lnTo>
                  <a:pt x="20712" y="9710"/>
                </a:lnTo>
                <a:lnTo>
                  <a:pt x="21600" y="13316"/>
                </a:lnTo>
                <a:lnTo>
                  <a:pt x="20014" y="13316"/>
                </a:lnTo>
                <a:lnTo>
                  <a:pt x="18418" y="13316"/>
                </a:lnTo>
                <a:lnTo>
                  <a:pt x="16800" y="13316"/>
                </a:lnTo>
                <a:lnTo>
                  <a:pt x="16241" y="15372"/>
                </a:lnTo>
                <a:lnTo>
                  <a:pt x="15677" y="17462"/>
                </a:lnTo>
                <a:lnTo>
                  <a:pt x="15041" y="19469"/>
                </a:lnTo>
                <a:lnTo>
                  <a:pt x="14400" y="21510"/>
                </a:lnTo>
                <a:lnTo>
                  <a:pt x="12821" y="21600"/>
                </a:lnTo>
                <a:lnTo>
                  <a:pt x="11278" y="21485"/>
                </a:lnTo>
                <a:lnTo>
                  <a:pt x="9763" y="21186"/>
                </a:lnTo>
                <a:lnTo>
                  <a:pt x="8268" y="20719"/>
                </a:lnTo>
                <a:lnTo>
                  <a:pt x="6790" y="20092"/>
                </a:lnTo>
                <a:lnTo>
                  <a:pt x="5323" y="19322"/>
                </a:lnTo>
                <a:lnTo>
                  <a:pt x="3862" y="18425"/>
                </a:lnTo>
                <a:lnTo>
                  <a:pt x="2400" y="17413"/>
                </a:lnTo>
                <a:lnTo>
                  <a:pt x="1373" y="14364"/>
                </a:lnTo>
                <a:lnTo>
                  <a:pt x="734" y="12201"/>
                </a:lnTo>
                <a:lnTo>
                  <a:pt x="370" y="10333"/>
                </a:lnTo>
                <a:lnTo>
                  <a:pt x="163" y="8170"/>
                </a:lnTo>
                <a:lnTo>
                  <a:pt x="0" y="5121"/>
                </a:lnTo>
                <a:lnTo>
                  <a:pt x="1498" y="2864"/>
                </a:lnTo>
                <a:lnTo>
                  <a:pt x="2880" y="1418"/>
                </a:lnTo>
                <a:lnTo>
                  <a:pt x="4253" y="598"/>
                </a:lnTo>
                <a:lnTo>
                  <a:pt x="5729" y="213"/>
                </a:lnTo>
                <a:lnTo>
                  <a:pt x="7426" y="78"/>
                </a:lnTo>
                <a:lnTo>
                  <a:pt x="9451" y="0"/>
                </a:lnTo>
                <a:close/>
              </a:path>
            </a:pathLst>
          </a:custGeom>
          <a:solidFill>
            <a:srgbClr val="5E89BD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4" name="contour_09102"/>
          <p:cNvSpPr/>
          <p:nvPr/>
        </p:nvSpPr>
        <p:spPr>
          <a:xfrm>
            <a:off x="2021860" y="2332157"/>
            <a:ext cx="1020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4883" y="1584"/>
                </a:lnTo>
                <a:lnTo>
                  <a:pt x="5138" y="3170"/>
                </a:lnTo>
                <a:lnTo>
                  <a:pt x="5394" y="4764"/>
                </a:lnTo>
                <a:lnTo>
                  <a:pt x="5651" y="6365"/>
                </a:lnTo>
                <a:lnTo>
                  <a:pt x="5911" y="7975"/>
                </a:lnTo>
                <a:lnTo>
                  <a:pt x="6171" y="9600"/>
                </a:lnTo>
                <a:lnTo>
                  <a:pt x="7190" y="9442"/>
                </a:lnTo>
                <a:lnTo>
                  <a:pt x="8208" y="9283"/>
                </a:lnTo>
                <a:lnTo>
                  <a:pt x="9228" y="9125"/>
                </a:lnTo>
                <a:lnTo>
                  <a:pt x="10248" y="8966"/>
                </a:lnTo>
                <a:lnTo>
                  <a:pt x="11269" y="8808"/>
                </a:lnTo>
                <a:lnTo>
                  <a:pt x="12290" y="8647"/>
                </a:lnTo>
                <a:lnTo>
                  <a:pt x="13315" y="8489"/>
                </a:lnTo>
                <a:lnTo>
                  <a:pt x="14341" y="8328"/>
                </a:lnTo>
                <a:lnTo>
                  <a:pt x="15370" y="8170"/>
                </a:lnTo>
                <a:lnTo>
                  <a:pt x="16401" y="8009"/>
                </a:lnTo>
                <a:lnTo>
                  <a:pt x="17433" y="7848"/>
                </a:lnTo>
                <a:lnTo>
                  <a:pt x="18470" y="7687"/>
                </a:lnTo>
                <a:lnTo>
                  <a:pt x="19509" y="7524"/>
                </a:lnTo>
                <a:lnTo>
                  <a:pt x="20552" y="7363"/>
                </a:lnTo>
                <a:lnTo>
                  <a:pt x="21600" y="7200"/>
                </a:lnTo>
                <a:lnTo>
                  <a:pt x="21600" y="8786"/>
                </a:lnTo>
                <a:lnTo>
                  <a:pt x="21600" y="10382"/>
                </a:lnTo>
                <a:lnTo>
                  <a:pt x="21600" y="12000"/>
                </a:lnTo>
                <a:lnTo>
                  <a:pt x="20549" y="12000"/>
                </a:lnTo>
                <a:lnTo>
                  <a:pt x="19500" y="12000"/>
                </a:lnTo>
                <a:lnTo>
                  <a:pt x="18448" y="12000"/>
                </a:lnTo>
                <a:lnTo>
                  <a:pt x="17397" y="12000"/>
                </a:lnTo>
                <a:lnTo>
                  <a:pt x="16345" y="12000"/>
                </a:lnTo>
                <a:lnTo>
                  <a:pt x="15290" y="12000"/>
                </a:lnTo>
                <a:lnTo>
                  <a:pt x="14234" y="12000"/>
                </a:lnTo>
                <a:lnTo>
                  <a:pt x="13178" y="12000"/>
                </a:lnTo>
                <a:lnTo>
                  <a:pt x="12119" y="12000"/>
                </a:lnTo>
                <a:lnTo>
                  <a:pt x="11058" y="12000"/>
                </a:lnTo>
                <a:lnTo>
                  <a:pt x="9993" y="12000"/>
                </a:lnTo>
                <a:lnTo>
                  <a:pt x="8927" y="12000"/>
                </a:lnTo>
                <a:lnTo>
                  <a:pt x="7858" y="12000"/>
                </a:lnTo>
                <a:lnTo>
                  <a:pt x="6785" y="12000"/>
                </a:lnTo>
                <a:lnTo>
                  <a:pt x="5709" y="12000"/>
                </a:lnTo>
                <a:lnTo>
                  <a:pt x="4629" y="12000"/>
                </a:lnTo>
                <a:lnTo>
                  <a:pt x="4629" y="13584"/>
                </a:lnTo>
                <a:lnTo>
                  <a:pt x="4629" y="15170"/>
                </a:lnTo>
                <a:lnTo>
                  <a:pt x="4629" y="16764"/>
                </a:lnTo>
                <a:lnTo>
                  <a:pt x="4629" y="18365"/>
                </a:lnTo>
                <a:lnTo>
                  <a:pt x="4629" y="19975"/>
                </a:lnTo>
                <a:lnTo>
                  <a:pt x="4629" y="21600"/>
                </a:lnTo>
                <a:lnTo>
                  <a:pt x="3712" y="21600"/>
                </a:lnTo>
                <a:lnTo>
                  <a:pt x="2793" y="21600"/>
                </a:lnTo>
                <a:lnTo>
                  <a:pt x="1870" y="21600"/>
                </a:lnTo>
                <a:lnTo>
                  <a:pt x="940" y="21600"/>
                </a:lnTo>
                <a:lnTo>
                  <a:pt x="0" y="21600"/>
                </a:lnTo>
                <a:lnTo>
                  <a:pt x="239" y="19990"/>
                </a:lnTo>
                <a:lnTo>
                  <a:pt x="495" y="18398"/>
                </a:lnTo>
                <a:lnTo>
                  <a:pt x="765" y="16822"/>
                </a:lnTo>
                <a:lnTo>
                  <a:pt x="1052" y="15259"/>
                </a:lnTo>
                <a:lnTo>
                  <a:pt x="1352" y="13709"/>
                </a:lnTo>
                <a:lnTo>
                  <a:pt x="1666" y="12170"/>
                </a:lnTo>
                <a:lnTo>
                  <a:pt x="1993" y="10639"/>
                </a:lnTo>
                <a:lnTo>
                  <a:pt x="2334" y="9115"/>
                </a:lnTo>
                <a:lnTo>
                  <a:pt x="2688" y="7594"/>
                </a:lnTo>
                <a:lnTo>
                  <a:pt x="3053" y="6077"/>
                </a:lnTo>
                <a:lnTo>
                  <a:pt x="3431" y="4562"/>
                </a:lnTo>
                <a:lnTo>
                  <a:pt x="3820" y="3043"/>
                </a:lnTo>
                <a:lnTo>
                  <a:pt x="4220" y="1524"/>
                </a:lnTo>
                <a:lnTo>
                  <a:pt x="4629" y="0"/>
                </a:lnTo>
                <a:close/>
              </a:path>
            </a:pathLst>
          </a:custGeom>
          <a:solidFill>
            <a:srgbClr val="22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5" name="contour_09103"/>
          <p:cNvSpPr/>
          <p:nvPr/>
        </p:nvSpPr>
        <p:spPr>
          <a:xfrm>
            <a:off x="1183741" y="2346733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45" y="0"/>
                </a:lnTo>
                <a:lnTo>
                  <a:pt x="5094" y="0"/>
                </a:lnTo>
                <a:lnTo>
                  <a:pt x="7650" y="0"/>
                </a:lnTo>
                <a:lnTo>
                  <a:pt x="10217" y="0"/>
                </a:lnTo>
                <a:lnTo>
                  <a:pt x="12794" y="0"/>
                </a:lnTo>
                <a:lnTo>
                  <a:pt x="15386" y="0"/>
                </a:lnTo>
                <a:lnTo>
                  <a:pt x="18000" y="0"/>
                </a:lnTo>
                <a:lnTo>
                  <a:pt x="18299" y="1782"/>
                </a:lnTo>
                <a:lnTo>
                  <a:pt x="18594" y="3564"/>
                </a:lnTo>
                <a:lnTo>
                  <a:pt x="18893" y="5349"/>
                </a:lnTo>
                <a:lnTo>
                  <a:pt x="19188" y="7136"/>
                </a:lnTo>
                <a:lnTo>
                  <a:pt x="19487" y="8926"/>
                </a:lnTo>
                <a:lnTo>
                  <a:pt x="19786" y="10719"/>
                </a:lnTo>
                <a:lnTo>
                  <a:pt x="20084" y="12517"/>
                </a:lnTo>
                <a:lnTo>
                  <a:pt x="20387" y="14321"/>
                </a:lnTo>
                <a:lnTo>
                  <a:pt x="20689" y="16130"/>
                </a:lnTo>
                <a:lnTo>
                  <a:pt x="20992" y="17944"/>
                </a:lnTo>
                <a:lnTo>
                  <a:pt x="21294" y="19769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4400" y="19818"/>
                </a:lnTo>
                <a:lnTo>
                  <a:pt x="14400" y="18033"/>
                </a:lnTo>
                <a:lnTo>
                  <a:pt x="14400" y="16240"/>
                </a:lnTo>
                <a:lnTo>
                  <a:pt x="14400" y="14440"/>
                </a:lnTo>
                <a:lnTo>
                  <a:pt x="14400" y="12628"/>
                </a:lnTo>
                <a:lnTo>
                  <a:pt x="14400" y="10800"/>
                </a:lnTo>
                <a:lnTo>
                  <a:pt x="12024" y="10800"/>
                </a:lnTo>
                <a:lnTo>
                  <a:pt x="9644" y="10800"/>
                </a:lnTo>
                <a:lnTo>
                  <a:pt x="7254" y="10800"/>
                </a:lnTo>
                <a:lnTo>
                  <a:pt x="4853" y="10800"/>
                </a:lnTo>
                <a:lnTo>
                  <a:pt x="2437" y="10800"/>
                </a:lnTo>
                <a:lnTo>
                  <a:pt x="0" y="10800"/>
                </a:lnTo>
                <a:lnTo>
                  <a:pt x="0" y="9018"/>
                </a:lnTo>
                <a:lnTo>
                  <a:pt x="0" y="7233"/>
                </a:lnTo>
                <a:lnTo>
                  <a:pt x="0" y="5440"/>
                </a:lnTo>
                <a:lnTo>
                  <a:pt x="0" y="3640"/>
                </a:lnTo>
                <a:lnTo>
                  <a:pt x="0" y="1828"/>
                </a:lnTo>
                <a:lnTo>
                  <a:pt x="0" y="0"/>
                </a:lnTo>
                <a:close/>
              </a:path>
            </a:pathLst>
          </a:custGeom>
          <a:solidFill>
            <a:srgbClr val="090906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6" name="contour_09104"/>
          <p:cNvSpPr/>
          <p:nvPr/>
        </p:nvSpPr>
        <p:spPr>
          <a:xfrm>
            <a:off x="10461355" y="2339416"/>
            <a:ext cx="51016" cy="51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12"/>
                </a:moveTo>
                <a:lnTo>
                  <a:pt x="12343" y="2048"/>
                </a:lnTo>
                <a:lnTo>
                  <a:pt x="12343" y="4086"/>
                </a:lnTo>
                <a:lnTo>
                  <a:pt x="12343" y="6134"/>
                </a:lnTo>
                <a:lnTo>
                  <a:pt x="12343" y="8191"/>
                </a:lnTo>
                <a:lnTo>
                  <a:pt x="12343" y="10260"/>
                </a:lnTo>
                <a:lnTo>
                  <a:pt x="12343" y="12348"/>
                </a:lnTo>
                <a:lnTo>
                  <a:pt x="14176" y="12348"/>
                </a:lnTo>
                <a:lnTo>
                  <a:pt x="16015" y="12348"/>
                </a:lnTo>
                <a:lnTo>
                  <a:pt x="17860" y="12348"/>
                </a:lnTo>
                <a:lnTo>
                  <a:pt x="19721" y="12348"/>
                </a:lnTo>
                <a:lnTo>
                  <a:pt x="21600" y="12348"/>
                </a:lnTo>
                <a:lnTo>
                  <a:pt x="21600" y="14180"/>
                </a:lnTo>
                <a:lnTo>
                  <a:pt x="21600" y="16018"/>
                </a:lnTo>
                <a:lnTo>
                  <a:pt x="21600" y="17862"/>
                </a:lnTo>
                <a:lnTo>
                  <a:pt x="21600" y="19722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84" y="21600"/>
                </a:lnTo>
                <a:lnTo>
                  <a:pt x="13438" y="21600"/>
                </a:lnTo>
                <a:lnTo>
                  <a:pt x="11386" y="21600"/>
                </a:lnTo>
                <a:lnTo>
                  <a:pt x="9325" y="21600"/>
                </a:lnTo>
                <a:lnTo>
                  <a:pt x="7258" y="21600"/>
                </a:lnTo>
                <a:lnTo>
                  <a:pt x="5178" y="21600"/>
                </a:lnTo>
                <a:lnTo>
                  <a:pt x="3086" y="21600"/>
                </a:lnTo>
                <a:lnTo>
                  <a:pt x="2681" y="19793"/>
                </a:lnTo>
                <a:lnTo>
                  <a:pt x="2290" y="17983"/>
                </a:lnTo>
                <a:lnTo>
                  <a:pt x="1904" y="16169"/>
                </a:lnTo>
                <a:lnTo>
                  <a:pt x="1527" y="14356"/>
                </a:lnTo>
                <a:lnTo>
                  <a:pt x="1157" y="12539"/>
                </a:lnTo>
                <a:lnTo>
                  <a:pt x="799" y="10856"/>
                </a:lnTo>
                <a:lnTo>
                  <a:pt x="438" y="9162"/>
                </a:lnTo>
                <a:lnTo>
                  <a:pt x="71" y="7445"/>
                </a:lnTo>
                <a:lnTo>
                  <a:pt x="37" y="5286"/>
                </a:lnTo>
                <a:lnTo>
                  <a:pt x="0" y="3096"/>
                </a:lnTo>
                <a:lnTo>
                  <a:pt x="2000" y="1672"/>
                </a:lnTo>
                <a:lnTo>
                  <a:pt x="3842" y="765"/>
                </a:lnTo>
                <a:lnTo>
                  <a:pt x="5662" y="262"/>
                </a:lnTo>
                <a:lnTo>
                  <a:pt x="7594" y="46"/>
                </a:lnTo>
                <a:lnTo>
                  <a:pt x="9776" y="0"/>
                </a:lnTo>
                <a:lnTo>
                  <a:pt x="12343" y="12"/>
                </a:lnTo>
                <a:close/>
              </a:path>
            </a:pathLst>
          </a:custGeom>
          <a:solidFill>
            <a:srgbClr val="50514E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7" name="contour_09105"/>
          <p:cNvSpPr/>
          <p:nvPr/>
        </p:nvSpPr>
        <p:spPr>
          <a:xfrm>
            <a:off x="7334806" y="2325452"/>
            <a:ext cx="65592" cy="37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78"/>
                </a:moveTo>
                <a:lnTo>
                  <a:pt x="21125" y="6382"/>
                </a:lnTo>
                <a:lnTo>
                  <a:pt x="20647" y="8895"/>
                </a:lnTo>
                <a:lnTo>
                  <a:pt x="20170" y="11415"/>
                </a:lnTo>
                <a:lnTo>
                  <a:pt x="19687" y="13957"/>
                </a:lnTo>
                <a:lnTo>
                  <a:pt x="19200" y="16525"/>
                </a:lnTo>
                <a:lnTo>
                  <a:pt x="19200" y="13738"/>
                </a:lnTo>
                <a:lnTo>
                  <a:pt x="19200" y="10935"/>
                </a:lnTo>
                <a:lnTo>
                  <a:pt x="19200" y="8094"/>
                </a:lnTo>
                <a:lnTo>
                  <a:pt x="18024" y="9468"/>
                </a:lnTo>
                <a:lnTo>
                  <a:pt x="16829" y="10859"/>
                </a:lnTo>
                <a:lnTo>
                  <a:pt x="14232" y="13759"/>
                </a:lnTo>
                <a:lnTo>
                  <a:pt x="12079" y="16124"/>
                </a:lnTo>
                <a:lnTo>
                  <a:pt x="10289" y="17996"/>
                </a:lnTo>
                <a:lnTo>
                  <a:pt x="8786" y="19429"/>
                </a:lnTo>
                <a:lnTo>
                  <a:pt x="7500" y="20458"/>
                </a:lnTo>
                <a:lnTo>
                  <a:pt x="6348" y="21136"/>
                </a:lnTo>
                <a:lnTo>
                  <a:pt x="5258" y="21499"/>
                </a:lnTo>
                <a:lnTo>
                  <a:pt x="4157" y="21600"/>
                </a:lnTo>
                <a:lnTo>
                  <a:pt x="2962" y="21474"/>
                </a:lnTo>
                <a:lnTo>
                  <a:pt x="1601" y="21174"/>
                </a:lnTo>
                <a:lnTo>
                  <a:pt x="0" y="20740"/>
                </a:lnTo>
                <a:lnTo>
                  <a:pt x="281" y="17743"/>
                </a:lnTo>
                <a:lnTo>
                  <a:pt x="574" y="14893"/>
                </a:lnTo>
                <a:lnTo>
                  <a:pt x="905" y="12128"/>
                </a:lnTo>
                <a:lnTo>
                  <a:pt x="1301" y="9405"/>
                </a:lnTo>
                <a:lnTo>
                  <a:pt x="1790" y="6673"/>
                </a:lnTo>
                <a:lnTo>
                  <a:pt x="2400" y="3878"/>
                </a:lnTo>
                <a:lnTo>
                  <a:pt x="3936" y="2356"/>
                </a:lnTo>
                <a:lnTo>
                  <a:pt x="5486" y="1248"/>
                </a:lnTo>
                <a:lnTo>
                  <a:pt x="7049" y="514"/>
                </a:lnTo>
                <a:lnTo>
                  <a:pt x="8623" y="110"/>
                </a:lnTo>
                <a:lnTo>
                  <a:pt x="10212" y="0"/>
                </a:lnTo>
                <a:lnTo>
                  <a:pt x="11808" y="139"/>
                </a:lnTo>
                <a:lnTo>
                  <a:pt x="13418" y="485"/>
                </a:lnTo>
                <a:lnTo>
                  <a:pt x="15036" y="999"/>
                </a:lnTo>
                <a:lnTo>
                  <a:pt x="16666" y="1636"/>
                </a:lnTo>
                <a:lnTo>
                  <a:pt x="18302" y="2356"/>
                </a:lnTo>
                <a:lnTo>
                  <a:pt x="19946" y="3115"/>
                </a:lnTo>
                <a:lnTo>
                  <a:pt x="21600" y="3878"/>
                </a:lnTo>
                <a:close/>
              </a:path>
            </a:pathLst>
          </a:custGeom>
          <a:solidFill>
            <a:srgbClr val="67676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8" name="contour_09106"/>
          <p:cNvSpPr/>
          <p:nvPr/>
        </p:nvSpPr>
        <p:spPr>
          <a:xfrm>
            <a:off x="5162985" y="227385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810" y="349"/>
                </a:lnTo>
                <a:lnTo>
                  <a:pt x="11736" y="756"/>
                </a:lnTo>
                <a:lnTo>
                  <a:pt x="14623" y="1577"/>
                </a:lnTo>
                <a:lnTo>
                  <a:pt x="16585" y="2128"/>
                </a:lnTo>
                <a:lnTo>
                  <a:pt x="18576" y="2686"/>
                </a:lnTo>
                <a:lnTo>
                  <a:pt x="20077" y="3139"/>
                </a:lnTo>
                <a:lnTo>
                  <a:pt x="21600" y="3600"/>
                </a:lnTo>
                <a:lnTo>
                  <a:pt x="21186" y="7762"/>
                </a:lnTo>
                <a:lnTo>
                  <a:pt x="20833" y="10688"/>
                </a:lnTo>
                <a:lnTo>
                  <a:pt x="20437" y="12773"/>
                </a:lnTo>
                <a:lnTo>
                  <a:pt x="19901" y="14422"/>
                </a:lnTo>
                <a:lnTo>
                  <a:pt x="19120" y="16031"/>
                </a:lnTo>
                <a:lnTo>
                  <a:pt x="18000" y="18000"/>
                </a:lnTo>
                <a:lnTo>
                  <a:pt x="15797" y="18835"/>
                </a:lnTo>
                <a:lnTo>
                  <a:pt x="13594" y="19523"/>
                </a:lnTo>
                <a:lnTo>
                  <a:pt x="11387" y="20084"/>
                </a:lnTo>
                <a:lnTo>
                  <a:pt x="9166" y="20538"/>
                </a:lnTo>
                <a:lnTo>
                  <a:pt x="6923" y="20898"/>
                </a:lnTo>
                <a:lnTo>
                  <a:pt x="4651" y="21182"/>
                </a:lnTo>
                <a:lnTo>
                  <a:pt x="2347" y="21409"/>
                </a:lnTo>
                <a:lnTo>
                  <a:pt x="0" y="21600"/>
                </a:lnTo>
                <a:lnTo>
                  <a:pt x="385" y="19404"/>
                </a:lnTo>
                <a:lnTo>
                  <a:pt x="778" y="17212"/>
                </a:lnTo>
                <a:lnTo>
                  <a:pt x="1174" y="15016"/>
                </a:lnTo>
                <a:lnTo>
                  <a:pt x="1577" y="12823"/>
                </a:lnTo>
                <a:lnTo>
                  <a:pt x="2016" y="10375"/>
                </a:lnTo>
                <a:lnTo>
                  <a:pt x="2462" y="7888"/>
                </a:lnTo>
                <a:lnTo>
                  <a:pt x="3175" y="5353"/>
                </a:lnTo>
                <a:lnTo>
                  <a:pt x="3910" y="3686"/>
                </a:lnTo>
                <a:lnTo>
                  <a:pt x="5101" y="2149"/>
                </a:lnTo>
                <a:lnTo>
                  <a:pt x="7200" y="0"/>
                </a:lnTo>
                <a:close/>
              </a:path>
            </a:pathLst>
          </a:custGeom>
          <a:solidFill>
            <a:srgbClr val="A4A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9109" name="contour_09107"/>
          <p:cNvSpPr/>
          <p:nvPr/>
        </p:nvSpPr>
        <p:spPr>
          <a:xfrm>
            <a:off x="4185738" y="2273853"/>
            <a:ext cx="5167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4" y="0"/>
                </a:moveTo>
                <a:lnTo>
                  <a:pt x="2392" y="356"/>
                </a:lnTo>
                <a:lnTo>
                  <a:pt x="4481" y="726"/>
                </a:lnTo>
                <a:lnTo>
                  <a:pt x="6550" y="1119"/>
                </a:lnTo>
                <a:lnTo>
                  <a:pt x="8594" y="1540"/>
                </a:lnTo>
                <a:lnTo>
                  <a:pt x="10620" y="1998"/>
                </a:lnTo>
                <a:lnTo>
                  <a:pt x="12628" y="2497"/>
                </a:lnTo>
                <a:lnTo>
                  <a:pt x="14617" y="3046"/>
                </a:lnTo>
                <a:lnTo>
                  <a:pt x="16591" y="3650"/>
                </a:lnTo>
                <a:lnTo>
                  <a:pt x="18553" y="4320"/>
                </a:lnTo>
                <a:lnTo>
                  <a:pt x="19668" y="5774"/>
                </a:lnTo>
                <a:lnTo>
                  <a:pt x="20436" y="7111"/>
                </a:lnTo>
                <a:lnTo>
                  <a:pt x="20936" y="8415"/>
                </a:lnTo>
                <a:lnTo>
                  <a:pt x="21244" y="9770"/>
                </a:lnTo>
                <a:lnTo>
                  <a:pt x="21439" y="11258"/>
                </a:lnTo>
                <a:lnTo>
                  <a:pt x="21600" y="12960"/>
                </a:lnTo>
                <a:lnTo>
                  <a:pt x="19586" y="12960"/>
                </a:lnTo>
                <a:lnTo>
                  <a:pt x="17560" y="12960"/>
                </a:lnTo>
                <a:lnTo>
                  <a:pt x="15507" y="12960"/>
                </a:lnTo>
                <a:lnTo>
                  <a:pt x="14596" y="14379"/>
                </a:lnTo>
                <a:lnTo>
                  <a:pt x="14102" y="15500"/>
                </a:lnTo>
                <a:lnTo>
                  <a:pt x="13603" y="17280"/>
                </a:lnTo>
                <a:lnTo>
                  <a:pt x="13259" y="18485"/>
                </a:lnTo>
                <a:lnTo>
                  <a:pt x="12911" y="19710"/>
                </a:lnTo>
                <a:lnTo>
                  <a:pt x="12686" y="20647"/>
                </a:lnTo>
                <a:lnTo>
                  <a:pt x="12460" y="21600"/>
                </a:lnTo>
                <a:lnTo>
                  <a:pt x="10651" y="21149"/>
                </a:lnTo>
                <a:lnTo>
                  <a:pt x="9414" y="20773"/>
                </a:lnTo>
                <a:lnTo>
                  <a:pt x="8177" y="20272"/>
                </a:lnTo>
                <a:lnTo>
                  <a:pt x="6367" y="19440"/>
                </a:lnTo>
                <a:lnTo>
                  <a:pt x="6218" y="18032"/>
                </a:lnTo>
                <a:lnTo>
                  <a:pt x="6191" y="16654"/>
                </a:lnTo>
                <a:lnTo>
                  <a:pt x="6255" y="15288"/>
                </a:lnTo>
                <a:lnTo>
                  <a:pt x="6386" y="13923"/>
                </a:lnTo>
                <a:lnTo>
                  <a:pt x="6559" y="12545"/>
                </a:lnTo>
                <a:lnTo>
                  <a:pt x="6748" y="11137"/>
                </a:lnTo>
                <a:lnTo>
                  <a:pt x="6559" y="9897"/>
                </a:lnTo>
                <a:lnTo>
                  <a:pt x="6367" y="8640"/>
                </a:lnTo>
                <a:lnTo>
                  <a:pt x="4856" y="8137"/>
                </a:lnTo>
                <a:lnTo>
                  <a:pt x="3321" y="7627"/>
                </a:lnTo>
                <a:lnTo>
                  <a:pt x="1810" y="7059"/>
                </a:lnTo>
                <a:lnTo>
                  <a:pt x="274" y="6480"/>
                </a:lnTo>
                <a:lnTo>
                  <a:pt x="91" y="4808"/>
                </a:lnTo>
                <a:lnTo>
                  <a:pt x="0" y="3635"/>
                </a:lnTo>
                <a:lnTo>
                  <a:pt x="0" y="2650"/>
                </a:lnTo>
                <a:lnTo>
                  <a:pt x="91" y="1542"/>
                </a:lnTo>
                <a:lnTo>
                  <a:pt x="274" y="0"/>
                </a:lnTo>
                <a:close/>
              </a:path>
            </a:pathLst>
          </a:custGeom>
          <a:solidFill>
            <a:srgbClr val="6665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0" name="contour_09108"/>
          <p:cNvSpPr/>
          <p:nvPr/>
        </p:nvSpPr>
        <p:spPr>
          <a:xfrm>
            <a:off x="3879424" y="2256916"/>
            <a:ext cx="37315" cy="533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30" y="0"/>
                </a:moveTo>
                <a:lnTo>
                  <a:pt x="11137" y="24"/>
                </a:lnTo>
                <a:lnTo>
                  <a:pt x="12956" y="86"/>
                </a:lnTo>
                <a:lnTo>
                  <a:pt x="14896" y="230"/>
                </a:lnTo>
                <a:lnTo>
                  <a:pt x="17575" y="504"/>
                </a:lnTo>
                <a:lnTo>
                  <a:pt x="21600" y="956"/>
                </a:lnTo>
                <a:lnTo>
                  <a:pt x="21182" y="2999"/>
                </a:lnTo>
                <a:lnTo>
                  <a:pt x="20765" y="5043"/>
                </a:lnTo>
                <a:lnTo>
                  <a:pt x="20343" y="7093"/>
                </a:lnTo>
                <a:lnTo>
                  <a:pt x="19925" y="9143"/>
                </a:lnTo>
                <a:lnTo>
                  <a:pt x="19503" y="11201"/>
                </a:lnTo>
                <a:lnTo>
                  <a:pt x="19081" y="13263"/>
                </a:lnTo>
                <a:lnTo>
                  <a:pt x="18660" y="15333"/>
                </a:lnTo>
                <a:lnTo>
                  <a:pt x="18238" y="17412"/>
                </a:lnTo>
                <a:lnTo>
                  <a:pt x="17807" y="19500"/>
                </a:lnTo>
                <a:lnTo>
                  <a:pt x="17381" y="21600"/>
                </a:lnTo>
                <a:lnTo>
                  <a:pt x="12876" y="20544"/>
                </a:lnTo>
                <a:lnTo>
                  <a:pt x="9564" y="19733"/>
                </a:lnTo>
                <a:lnTo>
                  <a:pt x="7142" y="19061"/>
                </a:lnTo>
                <a:lnTo>
                  <a:pt x="5324" y="18424"/>
                </a:lnTo>
                <a:lnTo>
                  <a:pt x="3805" y="17719"/>
                </a:lnTo>
                <a:lnTo>
                  <a:pt x="2299" y="16846"/>
                </a:lnTo>
                <a:lnTo>
                  <a:pt x="506" y="15702"/>
                </a:lnTo>
                <a:lnTo>
                  <a:pt x="135" y="13434"/>
                </a:lnTo>
                <a:lnTo>
                  <a:pt x="0" y="11077"/>
                </a:lnTo>
                <a:lnTo>
                  <a:pt x="190" y="8721"/>
                </a:lnTo>
                <a:lnTo>
                  <a:pt x="780" y="6453"/>
                </a:lnTo>
                <a:lnTo>
                  <a:pt x="1856" y="4359"/>
                </a:lnTo>
                <a:lnTo>
                  <a:pt x="3502" y="2527"/>
                </a:lnTo>
                <a:lnTo>
                  <a:pt x="5801" y="1044"/>
                </a:lnTo>
                <a:lnTo>
                  <a:pt x="8830" y="0"/>
                </a:lnTo>
                <a:close/>
              </a:path>
            </a:pathLst>
          </a:custGeom>
          <a:solidFill>
            <a:srgbClr val="B79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1" name="contour_09109"/>
          <p:cNvSpPr/>
          <p:nvPr/>
        </p:nvSpPr>
        <p:spPr>
          <a:xfrm>
            <a:off x="2306092" y="2259277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893" y="437"/>
                </a:lnTo>
                <a:lnTo>
                  <a:pt x="18116" y="780"/>
                </a:lnTo>
                <a:lnTo>
                  <a:pt x="19101" y="1145"/>
                </a:lnTo>
                <a:lnTo>
                  <a:pt x="20159" y="1646"/>
                </a:lnTo>
                <a:lnTo>
                  <a:pt x="21600" y="2400"/>
                </a:lnTo>
                <a:lnTo>
                  <a:pt x="20699" y="3014"/>
                </a:lnTo>
                <a:lnTo>
                  <a:pt x="19786" y="3638"/>
                </a:lnTo>
                <a:lnTo>
                  <a:pt x="17364" y="5446"/>
                </a:lnTo>
                <a:lnTo>
                  <a:pt x="15612" y="6809"/>
                </a:lnTo>
                <a:lnTo>
                  <a:pt x="14399" y="7872"/>
                </a:lnTo>
                <a:lnTo>
                  <a:pt x="13589" y="8789"/>
                </a:lnTo>
                <a:lnTo>
                  <a:pt x="13055" y="9706"/>
                </a:lnTo>
                <a:lnTo>
                  <a:pt x="12664" y="10769"/>
                </a:lnTo>
                <a:lnTo>
                  <a:pt x="12286" y="12132"/>
                </a:lnTo>
                <a:lnTo>
                  <a:pt x="12150" y="13406"/>
                </a:lnTo>
                <a:lnTo>
                  <a:pt x="12014" y="14700"/>
                </a:lnTo>
                <a:lnTo>
                  <a:pt x="11614" y="16188"/>
                </a:lnTo>
                <a:lnTo>
                  <a:pt x="11208" y="17683"/>
                </a:lnTo>
                <a:lnTo>
                  <a:pt x="10800" y="19200"/>
                </a:lnTo>
                <a:lnTo>
                  <a:pt x="9478" y="19752"/>
                </a:lnTo>
                <a:lnTo>
                  <a:pt x="8156" y="20208"/>
                </a:lnTo>
                <a:lnTo>
                  <a:pt x="6830" y="20582"/>
                </a:lnTo>
                <a:lnTo>
                  <a:pt x="5497" y="20885"/>
                </a:lnTo>
                <a:lnTo>
                  <a:pt x="4152" y="21127"/>
                </a:lnTo>
                <a:lnTo>
                  <a:pt x="2789" y="21319"/>
                </a:lnTo>
                <a:lnTo>
                  <a:pt x="1406" y="21473"/>
                </a:lnTo>
                <a:lnTo>
                  <a:pt x="0" y="21600"/>
                </a:lnTo>
                <a:lnTo>
                  <a:pt x="611" y="19997"/>
                </a:lnTo>
                <a:lnTo>
                  <a:pt x="1264" y="18413"/>
                </a:lnTo>
                <a:lnTo>
                  <a:pt x="1957" y="16853"/>
                </a:lnTo>
                <a:lnTo>
                  <a:pt x="2694" y="15319"/>
                </a:lnTo>
                <a:lnTo>
                  <a:pt x="3473" y="13812"/>
                </a:lnTo>
                <a:lnTo>
                  <a:pt x="4296" y="12338"/>
                </a:lnTo>
                <a:lnTo>
                  <a:pt x="5165" y="10901"/>
                </a:lnTo>
                <a:lnTo>
                  <a:pt x="6080" y="9499"/>
                </a:lnTo>
                <a:lnTo>
                  <a:pt x="7039" y="8138"/>
                </a:lnTo>
                <a:lnTo>
                  <a:pt x="8046" y="6821"/>
                </a:lnTo>
                <a:lnTo>
                  <a:pt x="9102" y="5551"/>
                </a:lnTo>
                <a:lnTo>
                  <a:pt x="10204" y="4330"/>
                </a:lnTo>
                <a:lnTo>
                  <a:pt x="11357" y="3161"/>
                </a:lnTo>
                <a:lnTo>
                  <a:pt x="12560" y="2047"/>
                </a:lnTo>
                <a:lnTo>
                  <a:pt x="13815" y="994"/>
                </a:lnTo>
                <a:lnTo>
                  <a:pt x="15120" y="0"/>
                </a:lnTo>
                <a:close/>
              </a:path>
            </a:pathLst>
          </a:custGeom>
          <a:solidFill>
            <a:srgbClr val="12111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2" name="contour_09110"/>
          <p:cNvSpPr/>
          <p:nvPr/>
        </p:nvSpPr>
        <p:spPr>
          <a:xfrm>
            <a:off x="4353034" y="2251989"/>
            <a:ext cx="4471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4507" y="418"/>
                </a:lnTo>
                <a:lnTo>
                  <a:pt x="7598" y="780"/>
                </a:lnTo>
                <a:lnTo>
                  <a:pt x="9946" y="1142"/>
                </a:lnTo>
                <a:lnTo>
                  <a:pt x="11752" y="1561"/>
                </a:lnTo>
                <a:lnTo>
                  <a:pt x="13217" y="2098"/>
                </a:lnTo>
                <a:lnTo>
                  <a:pt x="14537" y="2811"/>
                </a:lnTo>
                <a:lnTo>
                  <a:pt x="15917" y="3758"/>
                </a:lnTo>
                <a:lnTo>
                  <a:pt x="17558" y="5000"/>
                </a:lnTo>
                <a:lnTo>
                  <a:pt x="18921" y="6699"/>
                </a:lnTo>
                <a:lnTo>
                  <a:pt x="20009" y="8262"/>
                </a:lnTo>
                <a:lnTo>
                  <a:pt x="20822" y="9825"/>
                </a:lnTo>
                <a:lnTo>
                  <a:pt x="21354" y="11529"/>
                </a:lnTo>
                <a:lnTo>
                  <a:pt x="21600" y="13500"/>
                </a:lnTo>
                <a:lnTo>
                  <a:pt x="19857" y="14977"/>
                </a:lnTo>
                <a:lnTo>
                  <a:pt x="18023" y="16305"/>
                </a:lnTo>
                <a:lnTo>
                  <a:pt x="16097" y="17510"/>
                </a:lnTo>
                <a:lnTo>
                  <a:pt x="14080" y="18614"/>
                </a:lnTo>
                <a:lnTo>
                  <a:pt x="11978" y="19645"/>
                </a:lnTo>
                <a:lnTo>
                  <a:pt x="9788" y="20633"/>
                </a:lnTo>
                <a:lnTo>
                  <a:pt x="7517" y="21600"/>
                </a:lnTo>
                <a:lnTo>
                  <a:pt x="5661" y="18379"/>
                </a:lnTo>
                <a:lnTo>
                  <a:pt x="4116" y="15665"/>
                </a:lnTo>
                <a:lnTo>
                  <a:pt x="2859" y="13384"/>
                </a:lnTo>
                <a:lnTo>
                  <a:pt x="1866" y="11464"/>
                </a:lnTo>
                <a:lnTo>
                  <a:pt x="1113" y="9825"/>
                </a:lnTo>
                <a:lnTo>
                  <a:pt x="574" y="8397"/>
                </a:lnTo>
                <a:lnTo>
                  <a:pt x="225" y="7101"/>
                </a:lnTo>
                <a:lnTo>
                  <a:pt x="42" y="5864"/>
                </a:lnTo>
                <a:lnTo>
                  <a:pt x="0" y="4609"/>
                </a:lnTo>
                <a:lnTo>
                  <a:pt x="74" y="3264"/>
                </a:lnTo>
                <a:lnTo>
                  <a:pt x="239" y="1752"/>
                </a:lnTo>
                <a:lnTo>
                  <a:pt x="475" y="0"/>
                </a:lnTo>
                <a:close/>
              </a:path>
            </a:pathLst>
          </a:custGeom>
          <a:solidFill>
            <a:srgbClr val="151D24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3" name="contour_09111"/>
          <p:cNvSpPr/>
          <p:nvPr/>
        </p:nvSpPr>
        <p:spPr>
          <a:xfrm>
            <a:off x="1562717" y="2263271"/>
            <a:ext cx="87456" cy="543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96" y="223"/>
                </a:moveTo>
                <a:lnTo>
                  <a:pt x="5065" y="61"/>
                </a:lnTo>
                <a:lnTo>
                  <a:pt x="6235" y="0"/>
                </a:lnTo>
                <a:lnTo>
                  <a:pt x="7349" y="67"/>
                </a:lnTo>
                <a:lnTo>
                  <a:pt x="8453" y="287"/>
                </a:lnTo>
                <a:lnTo>
                  <a:pt x="9589" y="693"/>
                </a:lnTo>
                <a:lnTo>
                  <a:pt x="10800" y="1310"/>
                </a:lnTo>
                <a:lnTo>
                  <a:pt x="11403" y="3070"/>
                </a:lnTo>
                <a:lnTo>
                  <a:pt x="11911" y="4823"/>
                </a:lnTo>
                <a:lnTo>
                  <a:pt x="12344" y="6594"/>
                </a:lnTo>
                <a:lnTo>
                  <a:pt x="12728" y="8400"/>
                </a:lnTo>
                <a:lnTo>
                  <a:pt x="13084" y="10261"/>
                </a:lnTo>
                <a:lnTo>
                  <a:pt x="13435" y="12191"/>
                </a:lnTo>
                <a:lnTo>
                  <a:pt x="14013" y="14122"/>
                </a:lnTo>
                <a:lnTo>
                  <a:pt x="14612" y="15612"/>
                </a:lnTo>
                <a:lnTo>
                  <a:pt x="15280" y="16783"/>
                </a:lnTo>
                <a:lnTo>
                  <a:pt x="16072" y="17759"/>
                </a:lnTo>
                <a:lnTo>
                  <a:pt x="17037" y="18661"/>
                </a:lnTo>
                <a:lnTo>
                  <a:pt x="18225" y="19609"/>
                </a:lnTo>
                <a:lnTo>
                  <a:pt x="19339" y="20267"/>
                </a:lnTo>
                <a:lnTo>
                  <a:pt x="20462" y="20928"/>
                </a:lnTo>
                <a:lnTo>
                  <a:pt x="21600" y="21600"/>
                </a:lnTo>
                <a:lnTo>
                  <a:pt x="20282" y="21307"/>
                </a:lnTo>
                <a:lnTo>
                  <a:pt x="19012" y="20965"/>
                </a:lnTo>
                <a:lnTo>
                  <a:pt x="17788" y="20571"/>
                </a:lnTo>
                <a:lnTo>
                  <a:pt x="16600" y="20116"/>
                </a:lnTo>
                <a:lnTo>
                  <a:pt x="15444" y="19606"/>
                </a:lnTo>
                <a:lnTo>
                  <a:pt x="14317" y="19029"/>
                </a:lnTo>
                <a:lnTo>
                  <a:pt x="13210" y="18388"/>
                </a:lnTo>
                <a:lnTo>
                  <a:pt x="12121" y="17678"/>
                </a:lnTo>
                <a:lnTo>
                  <a:pt x="11041" y="16896"/>
                </a:lnTo>
                <a:lnTo>
                  <a:pt x="9967" y="16041"/>
                </a:lnTo>
                <a:lnTo>
                  <a:pt x="8890" y="15104"/>
                </a:lnTo>
                <a:lnTo>
                  <a:pt x="7808" y="14090"/>
                </a:lnTo>
                <a:lnTo>
                  <a:pt x="6716" y="12991"/>
                </a:lnTo>
                <a:lnTo>
                  <a:pt x="5603" y="11806"/>
                </a:lnTo>
                <a:lnTo>
                  <a:pt x="4597" y="10928"/>
                </a:lnTo>
                <a:lnTo>
                  <a:pt x="3803" y="10394"/>
                </a:lnTo>
                <a:lnTo>
                  <a:pt x="2952" y="10122"/>
                </a:lnTo>
                <a:lnTo>
                  <a:pt x="1773" y="10020"/>
                </a:lnTo>
                <a:lnTo>
                  <a:pt x="0" y="10006"/>
                </a:lnTo>
                <a:lnTo>
                  <a:pt x="198" y="7646"/>
                </a:lnTo>
                <a:lnTo>
                  <a:pt x="455" y="5609"/>
                </a:lnTo>
                <a:lnTo>
                  <a:pt x="857" y="3867"/>
                </a:lnTo>
                <a:lnTo>
                  <a:pt x="1490" y="2403"/>
                </a:lnTo>
                <a:lnTo>
                  <a:pt x="2443" y="1197"/>
                </a:lnTo>
                <a:lnTo>
                  <a:pt x="3796" y="223"/>
                </a:lnTo>
                <a:close/>
              </a:path>
            </a:pathLst>
          </a:custGeom>
          <a:solidFill>
            <a:srgbClr val="3F3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4" name="contour_09112"/>
          <p:cNvSpPr/>
          <p:nvPr/>
        </p:nvSpPr>
        <p:spPr>
          <a:xfrm>
            <a:off x="5403488" y="2208261"/>
            <a:ext cx="65592" cy="66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682" y="1748"/>
                </a:lnTo>
                <a:lnTo>
                  <a:pt x="18266" y="3009"/>
                </a:lnTo>
                <a:lnTo>
                  <a:pt x="19349" y="3979"/>
                </a:lnTo>
                <a:lnTo>
                  <a:pt x="20134" y="4859"/>
                </a:lnTo>
                <a:lnTo>
                  <a:pt x="20818" y="5844"/>
                </a:lnTo>
                <a:lnTo>
                  <a:pt x="21600" y="7135"/>
                </a:lnTo>
                <a:lnTo>
                  <a:pt x="21254" y="8878"/>
                </a:lnTo>
                <a:lnTo>
                  <a:pt x="20731" y="10491"/>
                </a:lnTo>
                <a:lnTo>
                  <a:pt x="20045" y="11994"/>
                </a:lnTo>
                <a:lnTo>
                  <a:pt x="19217" y="13402"/>
                </a:lnTo>
                <a:lnTo>
                  <a:pt x="18262" y="14734"/>
                </a:lnTo>
                <a:lnTo>
                  <a:pt x="17196" y="16004"/>
                </a:lnTo>
                <a:lnTo>
                  <a:pt x="16034" y="17231"/>
                </a:lnTo>
                <a:lnTo>
                  <a:pt x="14798" y="18430"/>
                </a:lnTo>
                <a:lnTo>
                  <a:pt x="13500" y="19621"/>
                </a:lnTo>
                <a:lnTo>
                  <a:pt x="11719" y="20363"/>
                </a:lnTo>
                <a:lnTo>
                  <a:pt x="10061" y="20908"/>
                </a:lnTo>
                <a:lnTo>
                  <a:pt x="8477" y="21279"/>
                </a:lnTo>
                <a:lnTo>
                  <a:pt x="6919" y="21502"/>
                </a:lnTo>
                <a:lnTo>
                  <a:pt x="5340" y="21600"/>
                </a:lnTo>
                <a:lnTo>
                  <a:pt x="3691" y="21600"/>
                </a:lnTo>
                <a:lnTo>
                  <a:pt x="1927" y="21526"/>
                </a:lnTo>
                <a:lnTo>
                  <a:pt x="0" y="21405"/>
                </a:lnTo>
                <a:lnTo>
                  <a:pt x="0" y="19992"/>
                </a:lnTo>
                <a:lnTo>
                  <a:pt x="0" y="18575"/>
                </a:lnTo>
                <a:lnTo>
                  <a:pt x="0" y="17153"/>
                </a:lnTo>
                <a:lnTo>
                  <a:pt x="0" y="15718"/>
                </a:lnTo>
                <a:lnTo>
                  <a:pt x="0" y="14270"/>
                </a:lnTo>
                <a:lnTo>
                  <a:pt x="1584" y="14270"/>
                </a:lnTo>
                <a:lnTo>
                  <a:pt x="3170" y="14270"/>
                </a:lnTo>
                <a:lnTo>
                  <a:pt x="4757" y="14270"/>
                </a:lnTo>
                <a:lnTo>
                  <a:pt x="6348" y="14270"/>
                </a:lnTo>
                <a:lnTo>
                  <a:pt x="7944" y="14270"/>
                </a:lnTo>
                <a:lnTo>
                  <a:pt x="9547" y="14270"/>
                </a:lnTo>
                <a:lnTo>
                  <a:pt x="11155" y="14270"/>
                </a:lnTo>
                <a:lnTo>
                  <a:pt x="12773" y="14270"/>
                </a:lnTo>
                <a:lnTo>
                  <a:pt x="14400" y="14270"/>
                </a:lnTo>
                <a:lnTo>
                  <a:pt x="14400" y="12700"/>
                </a:lnTo>
                <a:lnTo>
                  <a:pt x="14400" y="11128"/>
                </a:lnTo>
                <a:lnTo>
                  <a:pt x="14400" y="9556"/>
                </a:lnTo>
                <a:lnTo>
                  <a:pt x="14400" y="7979"/>
                </a:lnTo>
                <a:lnTo>
                  <a:pt x="14400" y="6398"/>
                </a:lnTo>
                <a:lnTo>
                  <a:pt x="14400" y="4809"/>
                </a:lnTo>
                <a:lnTo>
                  <a:pt x="14400" y="3216"/>
                </a:lnTo>
                <a:lnTo>
                  <a:pt x="14400" y="1613"/>
                </a:lnTo>
                <a:lnTo>
                  <a:pt x="14400" y="0"/>
                </a:lnTo>
                <a:close/>
              </a:path>
            </a:pathLst>
          </a:custGeom>
          <a:solidFill>
            <a:srgbClr val="494A4B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5" name="contour_09113"/>
          <p:cNvSpPr/>
          <p:nvPr/>
        </p:nvSpPr>
        <p:spPr>
          <a:xfrm>
            <a:off x="4798585" y="2230125"/>
            <a:ext cx="947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38" y="572"/>
                </a:lnTo>
                <a:lnTo>
                  <a:pt x="2077" y="1161"/>
                </a:lnTo>
                <a:lnTo>
                  <a:pt x="3115" y="1760"/>
                </a:lnTo>
                <a:lnTo>
                  <a:pt x="4154" y="2365"/>
                </a:lnTo>
                <a:lnTo>
                  <a:pt x="5314" y="3024"/>
                </a:lnTo>
                <a:lnTo>
                  <a:pt x="6490" y="3694"/>
                </a:lnTo>
                <a:lnTo>
                  <a:pt x="7392" y="4541"/>
                </a:lnTo>
                <a:lnTo>
                  <a:pt x="8308" y="5400"/>
                </a:lnTo>
                <a:lnTo>
                  <a:pt x="8308" y="8078"/>
                </a:lnTo>
                <a:lnTo>
                  <a:pt x="8308" y="10800"/>
                </a:lnTo>
                <a:lnTo>
                  <a:pt x="9404" y="11248"/>
                </a:lnTo>
                <a:lnTo>
                  <a:pt x="10501" y="11691"/>
                </a:lnTo>
                <a:lnTo>
                  <a:pt x="11599" y="12139"/>
                </a:lnTo>
                <a:lnTo>
                  <a:pt x="12699" y="12582"/>
                </a:lnTo>
                <a:lnTo>
                  <a:pt x="13801" y="13030"/>
                </a:lnTo>
                <a:lnTo>
                  <a:pt x="14904" y="13478"/>
                </a:lnTo>
                <a:lnTo>
                  <a:pt x="16011" y="13927"/>
                </a:lnTo>
                <a:lnTo>
                  <a:pt x="17120" y="14380"/>
                </a:lnTo>
                <a:lnTo>
                  <a:pt x="18234" y="14834"/>
                </a:lnTo>
                <a:lnTo>
                  <a:pt x="19350" y="15287"/>
                </a:lnTo>
                <a:lnTo>
                  <a:pt x="20473" y="15741"/>
                </a:lnTo>
                <a:lnTo>
                  <a:pt x="21600" y="16200"/>
                </a:lnTo>
                <a:lnTo>
                  <a:pt x="21600" y="18878"/>
                </a:lnTo>
                <a:lnTo>
                  <a:pt x="21600" y="21600"/>
                </a:lnTo>
                <a:lnTo>
                  <a:pt x="20475" y="21600"/>
                </a:lnTo>
                <a:lnTo>
                  <a:pt x="19349" y="21600"/>
                </a:lnTo>
                <a:lnTo>
                  <a:pt x="18222" y="21600"/>
                </a:lnTo>
                <a:lnTo>
                  <a:pt x="17096" y="21600"/>
                </a:lnTo>
                <a:lnTo>
                  <a:pt x="15969" y="21600"/>
                </a:lnTo>
                <a:lnTo>
                  <a:pt x="14841" y="21600"/>
                </a:lnTo>
                <a:lnTo>
                  <a:pt x="13711" y="21600"/>
                </a:lnTo>
                <a:lnTo>
                  <a:pt x="12580" y="21600"/>
                </a:lnTo>
                <a:lnTo>
                  <a:pt x="11448" y="21600"/>
                </a:lnTo>
                <a:lnTo>
                  <a:pt x="10313" y="21600"/>
                </a:lnTo>
                <a:lnTo>
                  <a:pt x="9178" y="21600"/>
                </a:lnTo>
                <a:lnTo>
                  <a:pt x="8040" y="21600"/>
                </a:lnTo>
                <a:lnTo>
                  <a:pt x="6900" y="21600"/>
                </a:lnTo>
                <a:lnTo>
                  <a:pt x="5757" y="21600"/>
                </a:lnTo>
                <a:lnTo>
                  <a:pt x="4612" y="21600"/>
                </a:lnTo>
                <a:lnTo>
                  <a:pt x="3463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2C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6" name="contour_09114"/>
          <p:cNvSpPr/>
          <p:nvPr/>
        </p:nvSpPr>
        <p:spPr>
          <a:xfrm>
            <a:off x="5454504" y="2215549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0"/>
                </a:lnTo>
                <a:lnTo>
                  <a:pt x="6445" y="0"/>
                </a:lnTo>
                <a:lnTo>
                  <a:pt x="8319" y="0"/>
                </a:lnTo>
                <a:lnTo>
                  <a:pt x="10195" y="0"/>
                </a:lnTo>
                <a:lnTo>
                  <a:pt x="12080" y="0"/>
                </a:lnTo>
                <a:lnTo>
                  <a:pt x="13967" y="0"/>
                </a:lnTo>
                <a:lnTo>
                  <a:pt x="15862" y="0"/>
                </a:lnTo>
                <a:lnTo>
                  <a:pt x="17766" y="0"/>
                </a:lnTo>
                <a:lnTo>
                  <a:pt x="19678" y="0"/>
                </a:lnTo>
                <a:lnTo>
                  <a:pt x="21600" y="0"/>
                </a:lnTo>
                <a:lnTo>
                  <a:pt x="21600" y="1833"/>
                </a:lnTo>
                <a:lnTo>
                  <a:pt x="21600" y="3672"/>
                </a:lnTo>
                <a:lnTo>
                  <a:pt x="21600" y="5517"/>
                </a:lnTo>
                <a:lnTo>
                  <a:pt x="21600" y="7378"/>
                </a:lnTo>
                <a:lnTo>
                  <a:pt x="21600" y="9257"/>
                </a:lnTo>
                <a:lnTo>
                  <a:pt x="19888" y="10454"/>
                </a:lnTo>
                <a:lnTo>
                  <a:pt x="18633" y="11195"/>
                </a:lnTo>
                <a:lnTo>
                  <a:pt x="17215" y="11784"/>
                </a:lnTo>
                <a:lnTo>
                  <a:pt x="15017" y="12534"/>
                </a:lnTo>
                <a:lnTo>
                  <a:pt x="12828" y="13293"/>
                </a:lnTo>
                <a:lnTo>
                  <a:pt x="11375" y="13849"/>
                </a:lnTo>
                <a:lnTo>
                  <a:pt x="10017" y="14469"/>
                </a:lnTo>
                <a:lnTo>
                  <a:pt x="8100" y="15429"/>
                </a:lnTo>
                <a:lnTo>
                  <a:pt x="7420" y="16968"/>
                </a:lnTo>
                <a:lnTo>
                  <a:pt x="6745" y="18511"/>
                </a:lnTo>
                <a:lnTo>
                  <a:pt x="6070" y="20054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267" y="19462"/>
                </a:lnTo>
                <a:lnTo>
                  <a:pt x="535" y="17320"/>
                </a:lnTo>
                <a:lnTo>
                  <a:pt x="802" y="15179"/>
                </a:lnTo>
                <a:lnTo>
                  <a:pt x="1072" y="13034"/>
                </a:lnTo>
                <a:lnTo>
                  <a:pt x="1339" y="10880"/>
                </a:lnTo>
                <a:lnTo>
                  <a:pt x="1609" y="8723"/>
                </a:lnTo>
                <a:lnTo>
                  <a:pt x="1879" y="6557"/>
                </a:lnTo>
                <a:lnTo>
                  <a:pt x="2152" y="4382"/>
                </a:lnTo>
                <a:lnTo>
                  <a:pt x="2425" y="2197"/>
                </a:lnTo>
                <a:lnTo>
                  <a:pt x="2700" y="0"/>
                </a:lnTo>
                <a:close/>
              </a:path>
            </a:pathLst>
          </a:custGeom>
          <a:solidFill>
            <a:srgbClr val="CFCEC5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7" name="contour_09115"/>
          <p:cNvSpPr/>
          <p:nvPr/>
        </p:nvSpPr>
        <p:spPr>
          <a:xfrm>
            <a:off x="4645537" y="2230125"/>
            <a:ext cx="947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784" y="410"/>
                </a:lnTo>
                <a:lnTo>
                  <a:pt x="8924" y="821"/>
                </a:lnTo>
                <a:lnTo>
                  <a:pt x="10064" y="1237"/>
                </a:lnTo>
                <a:lnTo>
                  <a:pt x="11205" y="1647"/>
                </a:lnTo>
                <a:lnTo>
                  <a:pt x="12349" y="2057"/>
                </a:lnTo>
                <a:lnTo>
                  <a:pt x="13493" y="2473"/>
                </a:lnTo>
                <a:lnTo>
                  <a:pt x="14641" y="2889"/>
                </a:lnTo>
                <a:lnTo>
                  <a:pt x="15791" y="3305"/>
                </a:lnTo>
                <a:lnTo>
                  <a:pt x="16944" y="3721"/>
                </a:lnTo>
                <a:lnTo>
                  <a:pt x="18102" y="4136"/>
                </a:lnTo>
                <a:lnTo>
                  <a:pt x="19264" y="4558"/>
                </a:lnTo>
                <a:lnTo>
                  <a:pt x="20429" y="4979"/>
                </a:lnTo>
                <a:lnTo>
                  <a:pt x="21600" y="5400"/>
                </a:lnTo>
                <a:lnTo>
                  <a:pt x="20206" y="9904"/>
                </a:lnTo>
                <a:lnTo>
                  <a:pt x="19149" y="13144"/>
                </a:lnTo>
                <a:lnTo>
                  <a:pt x="18308" y="15352"/>
                </a:lnTo>
                <a:lnTo>
                  <a:pt x="17562" y="16756"/>
                </a:lnTo>
                <a:lnTo>
                  <a:pt x="16790" y="17588"/>
                </a:lnTo>
                <a:lnTo>
                  <a:pt x="15869" y="18074"/>
                </a:lnTo>
                <a:lnTo>
                  <a:pt x="14681" y="18436"/>
                </a:lnTo>
                <a:lnTo>
                  <a:pt x="13683" y="18749"/>
                </a:lnTo>
                <a:lnTo>
                  <a:pt x="12669" y="19067"/>
                </a:lnTo>
                <a:lnTo>
                  <a:pt x="11639" y="19321"/>
                </a:lnTo>
                <a:lnTo>
                  <a:pt x="10592" y="19575"/>
                </a:lnTo>
                <a:lnTo>
                  <a:pt x="9542" y="19888"/>
                </a:lnTo>
                <a:lnTo>
                  <a:pt x="8477" y="20207"/>
                </a:lnTo>
                <a:lnTo>
                  <a:pt x="7447" y="20504"/>
                </a:lnTo>
                <a:lnTo>
                  <a:pt x="6415" y="20790"/>
                </a:lnTo>
                <a:lnTo>
                  <a:pt x="5385" y="21065"/>
                </a:lnTo>
                <a:lnTo>
                  <a:pt x="4353" y="21335"/>
                </a:lnTo>
                <a:lnTo>
                  <a:pt x="3323" y="21600"/>
                </a:lnTo>
                <a:lnTo>
                  <a:pt x="3323" y="18031"/>
                </a:lnTo>
                <a:lnTo>
                  <a:pt x="3323" y="14440"/>
                </a:lnTo>
                <a:lnTo>
                  <a:pt x="3323" y="10800"/>
                </a:lnTo>
                <a:lnTo>
                  <a:pt x="2336" y="8818"/>
                </a:lnTo>
                <a:lnTo>
                  <a:pt x="1662" y="7592"/>
                </a:lnTo>
                <a:lnTo>
                  <a:pt x="987" y="6626"/>
                </a:lnTo>
                <a:lnTo>
                  <a:pt x="0" y="5400"/>
                </a:lnTo>
                <a:lnTo>
                  <a:pt x="987" y="5400"/>
                </a:lnTo>
                <a:lnTo>
                  <a:pt x="1977" y="5400"/>
                </a:lnTo>
                <a:lnTo>
                  <a:pt x="2971" y="5400"/>
                </a:lnTo>
                <a:lnTo>
                  <a:pt x="3973" y="5400"/>
                </a:lnTo>
                <a:lnTo>
                  <a:pt x="4985" y="5400"/>
                </a:lnTo>
                <a:lnTo>
                  <a:pt x="4985" y="8969"/>
                </a:lnTo>
                <a:lnTo>
                  <a:pt x="4985" y="12560"/>
                </a:lnTo>
                <a:lnTo>
                  <a:pt x="4985" y="16200"/>
                </a:lnTo>
                <a:lnTo>
                  <a:pt x="5807" y="14861"/>
                </a:lnTo>
                <a:lnTo>
                  <a:pt x="6633" y="13522"/>
                </a:lnTo>
                <a:lnTo>
                  <a:pt x="7465" y="12166"/>
                </a:lnTo>
                <a:lnTo>
                  <a:pt x="8308" y="10800"/>
                </a:lnTo>
                <a:lnTo>
                  <a:pt x="7896" y="8127"/>
                </a:lnTo>
                <a:lnTo>
                  <a:pt x="7484" y="5438"/>
                </a:lnTo>
                <a:lnTo>
                  <a:pt x="7067" y="2738"/>
                </a:lnTo>
                <a:lnTo>
                  <a:pt x="6646" y="0"/>
                </a:lnTo>
                <a:close/>
              </a:path>
            </a:pathLst>
          </a:custGeom>
          <a:solidFill>
            <a:srgbClr val="99CAE9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8" name="contour_09116"/>
          <p:cNvSpPr/>
          <p:nvPr/>
        </p:nvSpPr>
        <p:spPr>
          <a:xfrm>
            <a:off x="7751096" y="2207139"/>
            <a:ext cx="37256" cy="52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18" y="465"/>
                </a:moveTo>
                <a:lnTo>
                  <a:pt x="6621" y="151"/>
                </a:lnTo>
                <a:lnTo>
                  <a:pt x="9389" y="6"/>
                </a:lnTo>
                <a:lnTo>
                  <a:pt x="12101" y="0"/>
                </a:lnTo>
                <a:lnTo>
                  <a:pt x="14827" y="94"/>
                </a:lnTo>
                <a:lnTo>
                  <a:pt x="17641" y="260"/>
                </a:lnTo>
                <a:lnTo>
                  <a:pt x="20620" y="465"/>
                </a:lnTo>
                <a:lnTo>
                  <a:pt x="20924" y="2509"/>
                </a:lnTo>
                <a:lnTo>
                  <a:pt x="21190" y="4532"/>
                </a:lnTo>
                <a:lnTo>
                  <a:pt x="21401" y="6543"/>
                </a:lnTo>
                <a:lnTo>
                  <a:pt x="21545" y="8542"/>
                </a:lnTo>
                <a:lnTo>
                  <a:pt x="21600" y="10537"/>
                </a:lnTo>
                <a:lnTo>
                  <a:pt x="21554" y="12533"/>
                </a:lnTo>
                <a:lnTo>
                  <a:pt x="21385" y="14535"/>
                </a:lnTo>
                <a:lnTo>
                  <a:pt x="21080" y="16549"/>
                </a:lnTo>
                <a:lnTo>
                  <a:pt x="20620" y="18581"/>
                </a:lnTo>
                <a:lnTo>
                  <a:pt x="17954" y="19731"/>
                </a:lnTo>
                <a:lnTo>
                  <a:pt x="15287" y="20543"/>
                </a:lnTo>
                <a:lnTo>
                  <a:pt x="12575" y="21078"/>
                </a:lnTo>
                <a:lnTo>
                  <a:pt x="9773" y="21392"/>
                </a:lnTo>
                <a:lnTo>
                  <a:pt x="6837" y="21549"/>
                </a:lnTo>
                <a:lnTo>
                  <a:pt x="3718" y="21600"/>
                </a:lnTo>
                <a:lnTo>
                  <a:pt x="2839" y="19547"/>
                </a:lnTo>
                <a:lnTo>
                  <a:pt x="2058" y="17608"/>
                </a:lnTo>
                <a:lnTo>
                  <a:pt x="1377" y="15749"/>
                </a:lnTo>
                <a:lnTo>
                  <a:pt x="824" y="13931"/>
                </a:lnTo>
                <a:lnTo>
                  <a:pt x="397" y="12119"/>
                </a:lnTo>
                <a:lnTo>
                  <a:pt x="118" y="10281"/>
                </a:lnTo>
                <a:lnTo>
                  <a:pt x="0" y="8379"/>
                </a:lnTo>
                <a:lnTo>
                  <a:pt x="51" y="6377"/>
                </a:lnTo>
                <a:lnTo>
                  <a:pt x="287" y="4239"/>
                </a:lnTo>
                <a:lnTo>
                  <a:pt x="1420" y="2992"/>
                </a:lnTo>
                <a:lnTo>
                  <a:pt x="2561" y="1736"/>
                </a:lnTo>
                <a:lnTo>
                  <a:pt x="3718" y="465"/>
                </a:lnTo>
                <a:close/>
              </a:path>
            </a:pathLst>
          </a:custGeom>
          <a:solidFill>
            <a:srgbClr val="BBAE7C"/>
          </a:solidFill>
          <a:ln>
            <a:noFill/>
          </a:ln>
        </p:spPr>
        <p:txBody>
          <a:bodyPr/>
          <a:lstStyle/>
          <a:p/>
        </p:txBody>
      </p:sp>
      <p:sp>
        <p:nvSpPr>
          <p:cNvPr id="9119" name="contour_09117"/>
          <p:cNvSpPr/>
          <p:nvPr/>
        </p:nvSpPr>
        <p:spPr>
          <a:xfrm>
            <a:off x="4521641" y="2194655"/>
            <a:ext cx="80168" cy="30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5" y="1584"/>
                </a:moveTo>
                <a:lnTo>
                  <a:pt x="15201" y="1989"/>
                </a:lnTo>
                <a:lnTo>
                  <a:pt x="16304" y="2404"/>
                </a:lnTo>
                <a:lnTo>
                  <a:pt x="17628" y="2913"/>
                </a:lnTo>
                <a:lnTo>
                  <a:pt x="18953" y="3432"/>
                </a:lnTo>
                <a:lnTo>
                  <a:pt x="20277" y="3962"/>
                </a:lnTo>
                <a:lnTo>
                  <a:pt x="21600" y="4502"/>
                </a:lnTo>
                <a:lnTo>
                  <a:pt x="20626" y="5146"/>
                </a:lnTo>
                <a:lnTo>
                  <a:pt x="19646" y="5795"/>
                </a:lnTo>
                <a:lnTo>
                  <a:pt x="18655" y="6449"/>
                </a:lnTo>
                <a:lnTo>
                  <a:pt x="17681" y="7524"/>
                </a:lnTo>
                <a:lnTo>
                  <a:pt x="16701" y="8598"/>
                </a:lnTo>
                <a:lnTo>
                  <a:pt x="15709" y="9694"/>
                </a:lnTo>
                <a:lnTo>
                  <a:pt x="15709" y="13126"/>
                </a:lnTo>
                <a:lnTo>
                  <a:pt x="15709" y="16579"/>
                </a:lnTo>
                <a:lnTo>
                  <a:pt x="15709" y="20079"/>
                </a:lnTo>
                <a:lnTo>
                  <a:pt x="14360" y="20317"/>
                </a:lnTo>
                <a:lnTo>
                  <a:pt x="13011" y="20530"/>
                </a:lnTo>
                <a:lnTo>
                  <a:pt x="11660" y="20723"/>
                </a:lnTo>
                <a:lnTo>
                  <a:pt x="10311" y="20894"/>
                </a:lnTo>
                <a:lnTo>
                  <a:pt x="8958" y="21055"/>
                </a:lnTo>
                <a:lnTo>
                  <a:pt x="8400" y="21133"/>
                </a:lnTo>
                <a:lnTo>
                  <a:pt x="7417" y="21273"/>
                </a:lnTo>
                <a:lnTo>
                  <a:pt x="5162" y="21600"/>
                </a:lnTo>
                <a:lnTo>
                  <a:pt x="4106" y="21096"/>
                </a:lnTo>
                <a:lnTo>
                  <a:pt x="3042" y="20593"/>
                </a:lnTo>
                <a:lnTo>
                  <a:pt x="1964" y="20079"/>
                </a:lnTo>
                <a:lnTo>
                  <a:pt x="1267" y="16184"/>
                </a:lnTo>
                <a:lnTo>
                  <a:pt x="817" y="13433"/>
                </a:lnTo>
                <a:lnTo>
                  <a:pt x="518" y="11065"/>
                </a:lnTo>
                <a:lnTo>
                  <a:pt x="277" y="8334"/>
                </a:lnTo>
                <a:lnTo>
                  <a:pt x="0" y="4502"/>
                </a:lnTo>
                <a:lnTo>
                  <a:pt x="1361" y="3084"/>
                </a:lnTo>
                <a:lnTo>
                  <a:pt x="2665" y="1963"/>
                </a:lnTo>
                <a:lnTo>
                  <a:pt x="3925" y="1116"/>
                </a:lnTo>
                <a:lnTo>
                  <a:pt x="5157" y="524"/>
                </a:lnTo>
                <a:lnTo>
                  <a:pt x="6374" y="156"/>
                </a:lnTo>
                <a:lnTo>
                  <a:pt x="7587" y="0"/>
                </a:lnTo>
                <a:lnTo>
                  <a:pt x="8815" y="26"/>
                </a:lnTo>
                <a:lnTo>
                  <a:pt x="10066" y="223"/>
                </a:lnTo>
                <a:lnTo>
                  <a:pt x="11358" y="561"/>
                </a:lnTo>
                <a:lnTo>
                  <a:pt x="12703" y="1023"/>
                </a:lnTo>
                <a:lnTo>
                  <a:pt x="14115" y="1584"/>
                </a:lnTo>
                <a:close/>
              </a:path>
            </a:pathLst>
          </a:custGeom>
          <a:solidFill>
            <a:srgbClr val="A8D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0" name="contour_09118"/>
          <p:cNvSpPr/>
          <p:nvPr/>
        </p:nvSpPr>
        <p:spPr>
          <a:xfrm>
            <a:off x="4550793" y="2171821"/>
            <a:ext cx="102032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259" y="1012"/>
                </a:lnTo>
                <a:lnTo>
                  <a:pt x="14179" y="2029"/>
                </a:lnTo>
                <a:lnTo>
                  <a:pt x="15101" y="3046"/>
                </a:lnTo>
                <a:lnTo>
                  <a:pt x="16032" y="4073"/>
                </a:lnTo>
                <a:lnTo>
                  <a:pt x="16971" y="5110"/>
                </a:lnTo>
                <a:lnTo>
                  <a:pt x="16589" y="7639"/>
                </a:lnTo>
                <a:lnTo>
                  <a:pt x="16206" y="10184"/>
                </a:lnTo>
                <a:lnTo>
                  <a:pt x="15819" y="12739"/>
                </a:lnTo>
                <a:lnTo>
                  <a:pt x="15429" y="15330"/>
                </a:lnTo>
                <a:lnTo>
                  <a:pt x="16447" y="16173"/>
                </a:lnTo>
                <a:lnTo>
                  <a:pt x="17467" y="17016"/>
                </a:lnTo>
                <a:lnTo>
                  <a:pt x="18491" y="17865"/>
                </a:lnTo>
                <a:lnTo>
                  <a:pt x="19520" y="18718"/>
                </a:lnTo>
                <a:lnTo>
                  <a:pt x="20555" y="19576"/>
                </a:lnTo>
                <a:lnTo>
                  <a:pt x="21600" y="20440"/>
                </a:lnTo>
                <a:lnTo>
                  <a:pt x="20606" y="20527"/>
                </a:lnTo>
                <a:lnTo>
                  <a:pt x="19613" y="20604"/>
                </a:lnTo>
                <a:lnTo>
                  <a:pt x="18621" y="20680"/>
                </a:lnTo>
                <a:lnTo>
                  <a:pt x="17627" y="20747"/>
                </a:lnTo>
                <a:lnTo>
                  <a:pt x="16634" y="20813"/>
                </a:lnTo>
                <a:lnTo>
                  <a:pt x="15641" y="20869"/>
                </a:lnTo>
                <a:lnTo>
                  <a:pt x="14648" y="20925"/>
                </a:lnTo>
                <a:lnTo>
                  <a:pt x="13654" y="20982"/>
                </a:lnTo>
                <a:lnTo>
                  <a:pt x="12661" y="21033"/>
                </a:lnTo>
                <a:lnTo>
                  <a:pt x="11667" y="21079"/>
                </a:lnTo>
                <a:lnTo>
                  <a:pt x="10723" y="21166"/>
                </a:lnTo>
                <a:lnTo>
                  <a:pt x="9772" y="21253"/>
                </a:lnTo>
                <a:lnTo>
                  <a:pt x="8808" y="21339"/>
                </a:lnTo>
                <a:lnTo>
                  <a:pt x="8407" y="21355"/>
                </a:lnTo>
                <a:lnTo>
                  <a:pt x="7699" y="21380"/>
                </a:lnTo>
                <a:lnTo>
                  <a:pt x="6080" y="21436"/>
                </a:lnTo>
                <a:lnTo>
                  <a:pt x="5710" y="21462"/>
                </a:lnTo>
                <a:lnTo>
                  <a:pt x="5057" y="21503"/>
                </a:lnTo>
                <a:lnTo>
                  <a:pt x="3559" y="21600"/>
                </a:lnTo>
                <a:lnTo>
                  <a:pt x="2558" y="21023"/>
                </a:lnTo>
                <a:lnTo>
                  <a:pt x="1543" y="20440"/>
                </a:lnTo>
                <a:lnTo>
                  <a:pt x="1160" y="17911"/>
                </a:lnTo>
                <a:lnTo>
                  <a:pt x="778" y="15366"/>
                </a:lnTo>
                <a:lnTo>
                  <a:pt x="390" y="12811"/>
                </a:lnTo>
                <a:lnTo>
                  <a:pt x="0" y="10220"/>
                </a:lnTo>
                <a:lnTo>
                  <a:pt x="1018" y="10220"/>
                </a:lnTo>
                <a:lnTo>
                  <a:pt x="2037" y="10220"/>
                </a:lnTo>
                <a:lnTo>
                  <a:pt x="3056" y="10220"/>
                </a:lnTo>
                <a:lnTo>
                  <a:pt x="4078" y="10220"/>
                </a:lnTo>
                <a:lnTo>
                  <a:pt x="5101" y="10220"/>
                </a:lnTo>
                <a:lnTo>
                  <a:pt x="6125" y="10220"/>
                </a:lnTo>
                <a:lnTo>
                  <a:pt x="7153" y="10220"/>
                </a:lnTo>
                <a:lnTo>
                  <a:pt x="8183" y="10220"/>
                </a:lnTo>
                <a:lnTo>
                  <a:pt x="9217" y="10220"/>
                </a:lnTo>
                <a:lnTo>
                  <a:pt x="10254" y="10220"/>
                </a:lnTo>
                <a:lnTo>
                  <a:pt x="11297" y="10220"/>
                </a:lnTo>
                <a:lnTo>
                  <a:pt x="12343" y="10220"/>
                </a:lnTo>
                <a:lnTo>
                  <a:pt x="12343" y="6842"/>
                </a:lnTo>
                <a:lnTo>
                  <a:pt x="12343" y="3444"/>
                </a:lnTo>
                <a:lnTo>
                  <a:pt x="12343" y="0"/>
                </a:lnTo>
                <a:close/>
              </a:path>
            </a:pathLst>
          </a:custGeom>
          <a:solidFill>
            <a:srgbClr val="DA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1" name="contour_09119"/>
          <p:cNvSpPr/>
          <p:nvPr/>
        </p:nvSpPr>
        <p:spPr>
          <a:xfrm>
            <a:off x="8005301" y="2176376"/>
            <a:ext cx="51133" cy="537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75" y="0"/>
                </a:moveTo>
                <a:lnTo>
                  <a:pt x="13238" y="44"/>
                </a:lnTo>
                <a:lnTo>
                  <a:pt x="14858" y="173"/>
                </a:lnTo>
                <a:lnTo>
                  <a:pt x="16363" y="489"/>
                </a:lnTo>
                <a:lnTo>
                  <a:pt x="18472" y="1098"/>
                </a:lnTo>
                <a:lnTo>
                  <a:pt x="19408" y="2859"/>
                </a:lnTo>
                <a:lnTo>
                  <a:pt x="20153" y="4619"/>
                </a:lnTo>
                <a:lnTo>
                  <a:pt x="20726" y="6388"/>
                </a:lnTo>
                <a:lnTo>
                  <a:pt x="21138" y="8180"/>
                </a:lnTo>
                <a:lnTo>
                  <a:pt x="21409" y="10002"/>
                </a:lnTo>
                <a:lnTo>
                  <a:pt x="21560" y="11862"/>
                </a:lnTo>
                <a:lnTo>
                  <a:pt x="21600" y="13771"/>
                </a:lnTo>
                <a:lnTo>
                  <a:pt x="21551" y="15742"/>
                </a:lnTo>
                <a:lnTo>
                  <a:pt x="20652" y="17752"/>
                </a:lnTo>
                <a:lnTo>
                  <a:pt x="20030" y="19031"/>
                </a:lnTo>
                <a:lnTo>
                  <a:pt x="19399" y="20130"/>
                </a:lnTo>
                <a:lnTo>
                  <a:pt x="18472" y="21600"/>
                </a:lnTo>
                <a:lnTo>
                  <a:pt x="16643" y="21020"/>
                </a:lnTo>
                <a:lnTo>
                  <a:pt x="14808" y="20437"/>
                </a:lnTo>
                <a:lnTo>
                  <a:pt x="12967" y="19854"/>
                </a:lnTo>
                <a:lnTo>
                  <a:pt x="11111" y="19266"/>
                </a:lnTo>
                <a:lnTo>
                  <a:pt x="9236" y="18671"/>
                </a:lnTo>
                <a:lnTo>
                  <a:pt x="10000" y="17221"/>
                </a:lnTo>
                <a:lnTo>
                  <a:pt x="10763" y="15763"/>
                </a:lnTo>
                <a:lnTo>
                  <a:pt x="11536" y="14298"/>
                </a:lnTo>
                <a:lnTo>
                  <a:pt x="12315" y="12814"/>
                </a:lnTo>
                <a:lnTo>
                  <a:pt x="10852" y="12995"/>
                </a:lnTo>
                <a:lnTo>
                  <a:pt x="9381" y="13177"/>
                </a:lnTo>
                <a:lnTo>
                  <a:pt x="7888" y="13361"/>
                </a:lnTo>
                <a:lnTo>
                  <a:pt x="6299" y="13183"/>
                </a:lnTo>
                <a:lnTo>
                  <a:pt x="4701" y="12998"/>
                </a:lnTo>
                <a:lnTo>
                  <a:pt x="3079" y="12814"/>
                </a:lnTo>
                <a:lnTo>
                  <a:pt x="1946" y="10722"/>
                </a:lnTo>
                <a:lnTo>
                  <a:pt x="1219" y="9220"/>
                </a:lnTo>
                <a:lnTo>
                  <a:pt x="751" y="7884"/>
                </a:lnTo>
                <a:lnTo>
                  <a:pt x="394" y="6294"/>
                </a:lnTo>
                <a:lnTo>
                  <a:pt x="0" y="4027"/>
                </a:lnTo>
                <a:lnTo>
                  <a:pt x="1746" y="2507"/>
                </a:lnTo>
                <a:lnTo>
                  <a:pt x="3310" y="1467"/>
                </a:lnTo>
                <a:lnTo>
                  <a:pt x="4840" y="805"/>
                </a:lnTo>
                <a:lnTo>
                  <a:pt x="6490" y="413"/>
                </a:lnTo>
                <a:lnTo>
                  <a:pt x="8417" y="179"/>
                </a:lnTo>
                <a:lnTo>
                  <a:pt x="10775" y="0"/>
                </a:lnTo>
                <a:close/>
              </a:path>
            </a:pathLst>
          </a:custGeom>
          <a:solidFill>
            <a:srgbClr val="D4C8CA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2" name="contour_09120"/>
          <p:cNvSpPr/>
          <p:nvPr/>
        </p:nvSpPr>
        <p:spPr>
          <a:xfrm>
            <a:off x="1781357" y="2165153"/>
            <a:ext cx="87456" cy="36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25" y="1530"/>
                </a:moveTo>
                <a:lnTo>
                  <a:pt x="17930" y="1860"/>
                </a:lnTo>
                <a:lnTo>
                  <a:pt x="19759" y="2870"/>
                </a:lnTo>
                <a:lnTo>
                  <a:pt x="20671" y="3411"/>
                </a:lnTo>
                <a:lnTo>
                  <a:pt x="21600" y="3966"/>
                </a:lnTo>
                <a:lnTo>
                  <a:pt x="21303" y="6827"/>
                </a:lnTo>
                <a:lnTo>
                  <a:pt x="21006" y="9692"/>
                </a:lnTo>
                <a:lnTo>
                  <a:pt x="20707" y="12571"/>
                </a:lnTo>
                <a:lnTo>
                  <a:pt x="20407" y="15458"/>
                </a:lnTo>
                <a:lnTo>
                  <a:pt x="20104" y="18371"/>
                </a:lnTo>
                <a:lnTo>
                  <a:pt x="19800" y="21305"/>
                </a:lnTo>
                <a:lnTo>
                  <a:pt x="19800" y="18440"/>
                </a:lnTo>
                <a:lnTo>
                  <a:pt x="19800" y="15557"/>
                </a:lnTo>
                <a:lnTo>
                  <a:pt x="19800" y="12636"/>
                </a:lnTo>
                <a:lnTo>
                  <a:pt x="18785" y="13576"/>
                </a:lnTo>
                <a:lnTo>
                  <a:pt x="17753" y="14534"/>
                </a:lnTo>
                <a:lnTo>
                  <a:pt x="16456" y="15635"/>
                </a:lnTo>
                <a:lnTo>
                  <a:pt x="15183" y="16658"/>
                </a:lnTo>
                <a:lnTo>
                  <a:pt x="13932" y="17590"/>
                </a:lnTo>
                <a:lnTo>
                  <a:pt x="12695" y="18431"/>
                </a:lnTo>
                <a:lnTo>
                  <a:pt x="11468" y="19181"/>
                </a:lnTo>
                <a:lnTo>
                  <a:pt x="10244" y="19836"/>
                </a:lnTo>
                <a:lnTo>
                  <a:pt x="9022" y="20391"/>
                </a:lnTo>
                <a:lnTo>
                  <a:pt x="7792" y="20846"/>
                </a:lnTo>
                <a:lnTo>
                  <a:pt x="6552" y="21197"/>
                </a:lnTo>
                <a:lnTo>
                  <a:pt x="5294" y="21444"/>
                </a:lnTo>
                <a:lnTo>
                  <a:pt x="4016" y="21578"/>
                </a:lnTo>
                <a:lnTo>
                  <a:pt x="2711" y="21600"/>
                </a:lnTo>
                <a:lnTo>
                  <a:pt x="1373" y="21509"/>
                </a:lnTo>
                <a:lnTo>
                  <a:pt x="0" y="21305"/>
                </a:lnTo>
                <a:lnTo>
                  <a:pt x="0" y="18440"/>
                </a:lnTo>
                <a:lnTo>
                  <a:pt x="0" y="15557"/>
                </a:lnTo>
                <a:lnTo>
                  <a:pt x="0" y="12636"/>
                </a:lnTo>
                <a:lnTo>
                  <a:pt x="1273" y="12636"/>
                </a:lnTo>
                <a:lnTo>
                  <a:pt x="2547" y="12636"/>
                </a:lnTo>
                <a:lnTo>
                  <a:pt x="3825" y="12636"/>
                </a:lnTo>
                <a:lnTo>
                  <a:pt x="5108" y="12636"/>
                </a:lnTo>
                <a:lnTo>
                  <a:pt x="6397" y="12636"/>
                </a:lnTo>
                <a:lnTo>
                  <a:pt x="7693" y="12636"/>
                </a:lnTo>
                <a:lnTo>
                  <a:pt x="9000" y="12636"/>
                </a:lnTo>
                <a:lnTo>
                  <a:pt x="9000" y="9770"/>
                </a:lnTo>
                <a:lnTo>
                  <a:pt x="9000" y="6888"/>
                </a:lnTo>
                <a:lnTo>
                  <a:pt x="9000" y="3966"/>
                </a:lnTo>
                <a:lnTo>
                  <a:pt x="10179" y="2050"/>
                </a:lnTo>
                <a:lnTo>
                  <a:pt x="11302" y="815"/>
                </a:lnTo>
                <a:lnTo>
                  <a:pt x="12407" y="160"/>
                </a:lnTo>
                <a:lnTo>
                  <a:pt x="13529" y="0"/>
                </a:lnTo>
                <a:lnTo>
                  <a:pt x="14699" y="238"/>
                </a:lnTo>
                <a:lnTo>
                  <a:pt x="15952" y="780"/>
                </a:lnTo>
                <a:lnTo>
                  <a:pt x="17325" y="1530"/>
                </a:lnTo>
                <a:close/>
              </a:path>
            </a:pathLst>
          </a:custGeom>
          <a:solidFill>
            <a:srgbClr val="6B6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3" name="contour_09121"/>
          <p:cNvSpPr/>
          <p:nvPr/>
        </p:nvSpPr>
        <p:spPr>
          <a:xfrm>
            <a:off x="2065588" y="2128094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795" y="1337"/>
                </a:lnTo>
                <a:lnTo>
                  <a:pt x="20390" y="2681"/>
                </a:lnTo>
                <a:lnTo>
                  <a:pt x="20993" y="4031"/>
                </a:lnTo>
                <a:lnTo>
                  <a:pt x="21600" y="5400"/>
                </a:lnTo>
                <a:lnTo>
                  <a:pt x="20014" y="5400"/>
                </a:lnTo>
                <a:lnTo>
                  <a:pt x="18418" y="5400"/>
                </a:lnTo>
                <a:lnTo>
                  <a:pt x="16800" y="5400"/>
                </a:lnTo>
                <a:lnTo>
                  <a:pt x="16800" y="7309"/>
                </a:lnTo>
                <a:lnTo>
                  <a:pt x="16800" y="9221"/>
                </a:lnTo>
                <a:lnTo>
                  <a:pt x="16800" y="11138"/>
                </a:lnTo>
                <a:lnTo>
                  <a:pt x="16800" y="13063"/>
                </a:lnTo>
                <a:lnTo>
                  <a:pt x="16800" y="14996"/>
                </a:lnTo>
                <a:lnTo>
                  <a:pt x="16800" y="16940"/>
                </a:lnTo>
                <a:lnTo>
                  <a:pt x="16800" y="18900"/>
                </a:lnTo>
                <a:lnTo>
                  <a:pt x="15314" y="18565"/>
                </a:lnTo>
                <a:lnTo>
                  <a:pt x="13829" y="18230"/>
                </a:lnTo>
                <a:lnTo>
                  <a:pt x="12338" y="17896"/>
                </a:lnTo>
                <a:lnTo>
                  <a:pt x="10846" y="17561"/>
                </a:lnTo>
                <a:lnTo>
                  <a:pt x="9346" y="17223"/>
                </a:lnTo>
                <a:lnTo>
                  <a:pt x="7838" y="16883"/>
                </a:lnTo>
                <a:lnTo>
                  <a:pt x="6324" y="16543"/>
                </a:lnTo>
                <a:lnTo>
                  <a:pt x="4800" y="16200"/>
                </a:lnTo>
                <a:lnTo>
                  <a:pt x="4800" y="17985"/>
                </a:lnTo>
                <a:lnTo>
                  <a:pt x="4800" y="19780"/>
                </a:lnTo>
                <a:lnTo>
                  <a:pt x="4800" y="21600"/>
                </a:lnTo>
                <a:lnTo>
                  <a:pt x="3612" y="20930"/>
                </a:lnTo>
                <a:lnTo>
                  <a:pt x="2417" y="20261"/>
                </a:lnTo>
                <a:lnTo>
                  <a:pt x="1217" y="19583"/>
                </a:lnTo>
                <a:lnTo>
                  <a:pt x="0" y="18900"/>
                </a:lnTo>
                <a:lnTo>
                  <a:pt x="362" y="16986"/>
                </a:lnTo>
                <a:lnTo>
                  <a:pt x="773" y="15198"/>
                </a:lnTo>
                <a:lnTo>
                  <a:pt x="1294" y="13530"/>
                </a:lnTo>
                <a:lnTo>
                  <a:pt x="1994" y="11966"/>
                </a:lnTo>
                <a:lnTo>
                  <a:pt x="2933" y="10500"/>
                </a:lnTo>
                <a:lnTo>
                  <a:pt x="4174" y="9118"/>
                </a:lnTo>
                <a:lnTo>
                  <a:pt x="5506" y="8222"/>
                </a:lnTo>
                <a:lnTo>
                  <a:pt x="6850" y="7355"/>
                </a:lnTo>
                <a:lnTo>
                  <a:pt x="8201" y="6515"/>
                </a:lnTo>
                <a:lnTo>
                  <a:pt x="9566" y="5694"/>
                </a:lnTo>
                <a:lnTo>
                  <a:pt x="10949" y="4892"/>
                </a:lnTo>
                <a:lnTo>
                  <a:pt x="12139" y="4174"/>
                </a:lnTo>
                <a:lnTo>
                  <a:pt x="13346" y="3442"/>
                </a:lnTo>
                <a:lnTo>
                  <a:pt x="14803" y="2570"/>
                </a:lnTo>
                <a:lnTo>
                  <a:pt x="16265" y="1709"/>
                </a:lnTo>
                <a:lnTo>
                  <a:pt x="17731" y="853"/>
                </a:lnTo>
                <a:lnTo>
                  <a:pt x="19200" y="0"/>
                </a:lnTo>
                <a:close/>
              </a:path>
            </a:pathLst>
          </a:custGeom>
          <a:solidFill>
            <a:srgbClr val="39393A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4" name="contour_09122"/>
          <p:cNvSpPr/>
          <p:nvPr/>
        </p:nvSpPr>
        <p:spPr>
          <a:xfrm>
            <a:off x="1948980" y="2077078"/>
            <a:ext cx="5953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21" y="0"/>
                </a:moveTo>
                <a:lnTo>
                  <a:pt x="14910" y="913"/>
                </a:lnTo>
                <a:lnTo>
                  <a:pt x="16158" y="1645"/>
                </a:lnTo>
                <a:lnTo>
                  <a:pt x="17187" y="2364"/>
                </a:lnTo>
                <a:lnTo>
                  <a:pt x="18215" y="3243"/>
                </a:lnTo>
                <a:lnTo>
                  <a:pt x="19464" y="4456"/>
                </a:lnTo>
                <a:lnTo>
                  <a:pt x="21153" y="6171"/>
                </a:lnTo>
                <a:lnTo>
                  <a:pt x="21404" y="8396"/>
                </a:lnTo>
                <a:lnTo>
                  <a:pt x="21547" y="10596"/>
                </a:lnTo>
                <a:lnTo>
                  <a:pt x="21600" y="12784"/>
                </a:lnTo>
                <a:lnTo>
                  <a:pt x="21574" y="14969"/>
                </a:lnTo>
                <a:lnTo>
                  <a:pt x="21481" y="17160"/>
                </a:lnTo>
                <a:lnTo>
                  <a:pt x="21336" y="19369"/>
                </a:lnTo>
                <a:lnTo>
                  <a:pt x="21153" y="21600"/>
                </a:lnTo>
                <a:lnTo>
                  <a:pt x="17753" y="21279"/>
                </a:lnTo>
                <a:lnTo>
                  <a:pt x="15069" y="20989"/>
                </a:lnTo>
                <a:lnTo>
                  <a:pt x="12967" y="20674"/>
                </a:lnTo>
                <a:lnTo>
                  <a:pt x="11317" y="20292"/>
                </a:lnTo>
                <a:lnTo>
                  <a:pt x="9990" y="19786"/>
                </a:lnTo>
                <a:lnTo>
                  <a:pt x="8853" y="19110"/>
                </a:lnTo>
                <a:lnTo>
                  <a:pt x="7779" y="18212"/>
                </a:lnTo>
                <a:lnTo>
                  <a:pt x="6634" y="17045"/>
                </a:lnTo>
                <a:lnTo>
                  <a:pt x="5288" y="15561"/>
                </a:lnTo>
                <a:lnTo>
                  <a:pt x="4352" y="14040"/>
                </a:lnTo>
                <a:lnTo>
                  <a:pt x="3445" y="12494"/>
                </a:lnTo>
                <a:lnTo>
                  <a:pt x="2560" y="10933"/>
                </a:lnTo>
                <a:lnTo>
                  <a:pt x="1695" y="9356"/>
                </a:lnTo>
                <a:lnTo>
                  <a:pt x="841" y="7767"/>
                </a:lnTo>
                <a:lnTo>
                  <a:pt x="0" y="6171"/>
                </a:lnTo>
                <a:lnTo>
                  <a:pt x="1869" y="6171"/>
                </a:lnTo>
                <a:lnTo>
                  <a:pt x="3741" y="6171"/>
                </a:lnTo>
                <a:lnTo>
                  <a:pt x="5619" y="6171"/>
                </a:lnTo>
                <a:lnTo>
                  <a:pt x="7504" y="6171"/>
                </a:lnTo>
                <a:lnTo>
                  <a:pt x="9397" y="6171"/>
                </a:lnTo>
                <a:lnTo>
                  <a:pt x="11301" y="6171"/>
                </a:lnTo>
                <a:lnTo>
                  <a:pt x="13221" y="6171"/>
                </a:lnTo>
                <a:lnTo>
                  <a:pt x="13221" y="4132"/>
                </a:lnTo>
                <a:lnTo>
                  <a:pt x="13221" y="2080"/>
                </a:lnTo>
                <a:lnTo>
                  <a:pt x="13221" y="0"/>
                </a:lnTo>
                <a:close/>
              </a:path>
            </a:pathLst>
          </a:custGeom>
          <a:solidFill>
            <a:srgbClr val="24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5" name="contour_09123"/>
          <p:cNvSpPr/>
          <p:nvPr/>
        </p:nvSpPr>
        <p:spPr>
          <a:xfrm>
            <a:off x="5308745" y="2070161"/>
            <a:ext cx="58304" cy="64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14"/>
                </a:moveTo>
                <a:lnTo>
                  <a:pt x="20990" y="3716"/>
                </a:lnTo>
                <a:lnTo>
                  <a:pt x="20377" y="5113"/>
                </a:lnTo>
                <a:lnTo>
                  <a:pt x="19759" y="6510"/>
                </a:lnTo>
                <a:lnTo>
                  <a:pt x="19138" y="7907"/>
                </a:lnTo>
                <a:lnTo>
                  <a:pt x="18514" y="9302"/>
                </a:lnTo>
                <a:lnTo>
                  <a:pt x="17888" y="10696"/>
                </a:lnTo>
                <a:lnTo>
                  <a:pt x="17374" y="11889"/>
                </a:lnTo>
                <a:lnTo>
                  <a:pt x="16853" y="13100"/>
                </a:lnTo>
                <a:lnTo>
                  <a:pt x="16087" y="14746"/>
                </a:lnTo>
                <a:lnTo>
                  <a:pt x="15314" y="16243"/>
                </a:lnTo>
                <a:lnTo>
                  <a:pt x="14464" y="17616"/>
                </a:lnTo>
                <a:lnTo>
                  <a:pt x="13462" y="18886"/>
                </a:lnTo>
                <a:lnTo>
                  <a:pt x="12239" y="20076"/>
                </a:lnTo>
                <a:lnTo>
                  <a:pt x="10716" y="21210"/>
                </a:lnTo>
                <a:lnTo>
                  <a:pt x="8762" y="21600"/>
                </a:lnTo>
                <a:lnTo>
                  <a:pt x="7298" y="21481"/>
                </a:lnTo>
                <a:lnTo>
                  <a:pt x="5062" y="20752"/>
                </a:lnTo>
                <a:lnTo>
                  <a:pt x="3891" y="20071"/>
                </a:lnTo>
                <a:lnTo>
                  <a:pt x="2700" y="19381"/>
                </a:lnTo>
                <a:lnTo>
                  <a:pt x="3370" y="18174"/>
                </a:lnTo>
                <a:lnTo>
                  <a:pt x="4039" y="16960"/>
                </a:lnTo>
                <a:lnTo>
                  <a:pt x="4717" y="15741"/>
                </a:lnTo>
                <a:lnTo>
                  <a:pt x="5400" y="14505"/>
                </a:lnTo>
                <a:lnTo>
                  <a:pt x="6737" y="15110"/>
                </a:lnTo>
                <a:lnTo>
                  <a:pt x="8078" y="15714"/>
                </a:lnTo>
                <a:lnTo>
                  <a:pt x="9431" y="16326"/>
                </a:lnTo>
                <a:lnTo>
                  <a:pt x="10800" y="16943"/>
                </a:lnTo>
                <a:lnTo>
                  <a:pt x="10800" y="15219"/>
                </a:lnTo>
                <a:lnTo>
                  <a:pt x="10800" y="13493"/>
                </a:lnTo>
                <a:lnTo>
                  <a:pt x="10800" y="11762"/>
                </a:lnTo>
                <a:lnTo>
                  <a:pt x="10800" y="10023"/>
                </a:lnTo>
                <a:lnTo>
                  <a:pt x="10800" y="8278"/>
                </a:lnTo>
                <a:lnTo>
                  <a:pt x="10800" y="6522"/>
                </a:lnTo>
                <a:lnTo>
                  <a:pt x="10800" y="4752"/>
                </a:lnTo>
                <a:lnTo>
                  <a:pt x="9018" y="5154"/>
                </a:lnTo>
                <a:lnTo>
                  <a:pt x="7233" y="5557"/>
                </a:lnTo>
                <a:lnTo>
                  <a:pt x="5440" y="5961"/>
                </a:lnTo>
                <a:lnTo>
                  <a:pt x="3640" y="6369"/>
                </a:lnTo>
                <a:lnTo>
                  <a:pt x="1828" y="6778"/>
                </a:lnTo>
                <a:lnTo>
                  <a:pt x="0" y="7190"/>
                </a:lnTo>
                <a:lnTo>
                  <a:pt x="0" y="5579"/>
                </a:lnTo>
                <a:lnTo>
                  <a:pt x="0" y="3957"/>
                </a:lnTo>
                <a:lnTo>
                  <a:pt x="0" y="2314"/>
                </a:lnTo>
                <a:lnTo>
                  <a:pt x="1598" y="1673"/>
                </a:lnTo>
                <a:lnTo>
                  <a:pt x="2781" y="1282"/>
                </a:lnTo>
                <a:lnTo>
                  <a:pt x="4134" y="990"/>
                </a:lnTo>
                <a:lnTo>
                  <a:pt x="6242" y="636"/>
                </a:lnTo>
                <a:lnTo>
                  <a:pt x="7987" y="322"/>
                </a:lnTo>
                <a:lnTo>
                  <a:pt x="9755" y="0"/>
                </a:lnTo>
                <a:lnTo>
                  <a:pt x="11602" y="5"/>
                </a:lnTo>
                <a:lnTo>
                  <a:pt x="13335" y="139"/>
                </a:lnTo>
                <a:lnTo>
                  <a:pt x="14990" y="390"/>
                </a:lnTo>
                <a:lnTo>
                  <a:pt x="16608" y="744"/>
                </a:lnTo>
                <a:lnTo>
                  <a:pt x="18225" y="1192"/>
                </a:lnTo>
                <a:lnTo>
                  <a:pt x="19875" y="1719"/>
                </a:lnTo>
                <a:lnTo>
                  <a:pt x="21600" y="2314"/>
                </a:lnTo>
                <a:close/>
              </a:path>
            </a:pathLst>
          </a:custGeom>
          <a:solidFill>
            <a:srgbClr val="D7E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6" name="contour_09124"/>
          <p:cNvSpPr/>
          <p:nvPr/>
        </p:nvSpPr>
        <p:spPr>
          <a:xfrm>
            <a:off x="2043724" y="2040638"/>
            <a:ext cx="58304" cy="36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10009" y="0"/>
                </a:lnTo>
                <a:lnTo>
                  <a:pt x="11921" y="0"/>
                </a:lnTo>
                <a:lnTo>
                  <a:pt x="13838" y="0"/>
                </a:lnTo>
                <a:lnTo>
                  <a:pt x="15763" y="0"/>
                </a:lnTo>
                <a:lnTo>
                  <a:pt x="17696" y="0"/>
                </a:lnTo>
                <a:lnTo>
                  <a:pt x="19640" y="0"/>
                </a:lnTo>
                <a:lnTo>
                  <a:pt x="21600" y="0"/>
                </a:lnTo>
                <a:lnTo>
                  <a:pt x="21209" y="2981"/>
                </a:lnTo>
                <a:lnTo>
                  <a:pt x="20787" y="5855"/>
                </a:lnTo>
                <a:lnTo>
                  <a:pt x="20309" y="8639"/>
                </a:lnTo>
                <a:lnTo>
                  <a:pt x="19750" y="11337"/>
                </a:lnTo>
                <a:lnTo>
                  <a:pt x="19084" y="13962"/>
                </a:lnTo>
                <a:lnTo>
                  <a:pt x="18287" y="16522"/>
                </a:lnTo>
                <a:lnTo>
                  <a:pt x="17334" y="19022"/>
                </a:lnTo>
                <a:lnTo>
                  <a:pt x="16200" y="21480"/>
                </a:lnTo>
                <a:lnTo>
                  <a:pt x="14310" y="21600"/>
                </a:lnTo>
                <a:lnTo>
                  <a:pt x="12466" y="21527"/>
                </a:lnTo>
                <a:lnTo>
                  <a:pt x="10657" y="21278"/>
                </a:lnTo>
                <a:lnTo>
                  <a:pt x="8875" y="20874"/>
                </a:lnTo>
                <a:lnTo>
                  <a:pt x="7106" y="20333"/>
                </a:lnTo>
                <a:lnTo>
                  <a:pt x="5346" y="19671"/>
                </a:lnTo>
                <a:lnTo>
                  <a:pt x="3580" y="18915"/>
                </a:lnTo>
                <a:lnTo>
                  <a:pt x="1801" y="18077"/>
                </a:lnTo>
                <a:lnTo>
                  <a:pt x="0" y="17184"/>
                </a:lnTo>
                <a:lnTo>
                  <a:pt x="0" y="14344"/>
                </a:lnTo>
                <a:lnTo>
                  <a:pt x="0" y="11487"/>
                </a:lnTo>
                <a:lnTo>
                  <a:pt x="0" y="8592"/>
                </a:lnTo>
                <a:lnTo>
                  <a:pt x="1604" y="8592"/>
                </a:lnTo>
                <a:lnTo>
                  <a:pt x="3213" y="8592"/>
                </a:lnTo>
                <a:lnTo>
                  <a:pt x="4828" y="8592"/>
                </a:lnTo>
                <a:lnTo>
                  <a:pt x="6456" y="8592"/>
                </a:lnTo>
                <a:lnTo>
                  <a:pt x="8100" y="8592"/>
                </a:lnTo>
                <a:lnTo>
                  <a:pt x="8100" y="5752"/>
                </a:lnTo>
                <a:lnTo>
                  <a:pt x="8100" y="2895"/>
                </a:lnTo>
                <a:lnTo>
                  <a:pt x="8100" y="0"/>
                </a:lnTo>
                <a:close/>
              </a:path>
            </a:pathLst>
          </a:custGeom>
          <a:solidFill>
            <a:srgbClr val="F4E392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7" name="contour_09125"/>
          <p:cNvSpPr/>
          <p:nvPr/>
        </p:nvSpPr>
        <p:spPr>
          <a:xfrm>
            <a:off x="8544613" y="2033350"/>
            <a:ext cx="5830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194"/>
                </a:lnTo>
                <a:lnTo>
                  <a:pt x="6445" y="389"/>
                </a:lnTo>
                <a:lnTo>
                  <a:pt x="8319" y="583"/>
                </a:lnTo>
                <a:lnTo>
                  <a:pt x="10195" y="780"/>
                </a:lnTo>
                <a:lnTo>
                  <a:pt x="12080" y="974"/>
                </a:lnTo>
                <a:lnTo>
                  <a:pt x="13967" y="1170"/>
                </a:lnTo>
                <a:lnTo>
                  <a:pt x="15862" y="1367"/>
                </a:lnTo>
                <a:lnTo>
                  <a:pt x="17766" y="1565"/>
                </a:lnTo>
                <a:lnTo>
                  <a:pt x="19678" y="1763"/>
                </a:lnTo>
                <a:lnTo>
                  <a:pt x="21600" y="1964"/>
                </a:lnTo>
                <a:lnTo>
                  <a:pt x="20299" y="2445"/>
                </a:lnTo>
                <a:lnTo>
                  <a:pt x="18992" y="2930"/>
                </a:lnTo>
                <a:lnTo>
                  <a:pt x="17666" y="3421"/>
                </a:lnTo>
                <a:lnTo>
                  <a:pt x="15657" y="4626"/>
                </a:lnTo>
                <a:lnTo>
                  <a:pt x="14288" y="5535"/>
                </a:lnTo>
                <a:lnTo>
                  <a:pt x="13403" y="6323"/>
                </a:lnTo>
                <a:lnTo>
                  <a:pt x="12849" y="7165"/>
                </a:lnTo>
                <a:lnTo>
                  <a:pt x="12471" y="8235"/>
                </a:lnTo>
                <a:lnTo>
                  <a:pt x="12118" y="9710"/>
                </a:lnTo>
                <a:lnTo>
                  <a:pt x="11977" y="10780"/>
                </a:lnTo>
                <a:lnTo>
                  <a:pt x="11853" y="11849"/>
                </a:lnTo>
                <a:lnTo>
                  <a:pt x="11740" y="12919"/>
                </a:lnTo>
                <a:lnTo>
                  <a:pt x="11642" y="13991"/>
                </a:lnTo>
                <a:lnTo>
                  <a:pt x="11505" y="15091"/>
                </a:lnTo>
                <a:lnTo>
                  <a:pt x="11364" y="16208"/>
                </a:lnTo>
                <a:lnTo>
                  <a:pt x="11205" y="17555"/>
                </a:lnTo>
                <a:lnTo>
                  <a:pt x="11062" y="18902"/>
                </a:lnTo>
                <a:lnTo>
                  <a:pt x="10927" y="20251"/>
                </a:lnTo>
                <a:lnTo>
                  <a:pt x="10800" y="21600"/>
                </a:lnTo>
                <a:lnTo>
                  <a:pt x="10355" y="20304"/>
                </a:lnTo>
                <a:lnTo>
                  <a:pt x="9909" y="19006"/>
                </a:lnTo>
                <a:lnTo>
                  <a:pt x="9461" y="17702"/>
                </a:lnTo>
                <a:lnTo>
                  <a:pt x="9010" y="16392"/>
                </a:lnTo>
                <a:lnTo>
                  <a:pt x="8556" y="15075"/>
                </a:lnTo>
                <a:lnTo>
                  <a:pt x="8100" y="13745"/>
                </a:lnTo>
                <a:lnTo>
                  <a:pt x="6496" y="14134"/>
                </a:lnTo>
                <a:lnTo>
                  <a:pt x="4887" y="14525"/>
                </a:lnTo>
                <a:lnTo>
                  <a:pt x="3272" y="14916"/>
                </a:lnTo>
                <a:lnTo>
                  <a:pt x="1644" y="15310"/>
                </a:lnTo>
                <a:lnTo>
                  <a:pt x="0" y="15709"/>
                </a:lnTo>
                <a:lnTo>
                  <a:pt x="0" y="14413"/>
                </a:lnTo>
                <a:lnTo>
                  <a:pt x="0" y="13115"/>
                </a:lnTo>
                <a:lnTo>
                  <a:pt x="0" y="11811"/>
                </a:lnTo>
                <a:lnTo>
                  <a:pt x="0" y="10502"/>
                </a:lnTo>
                <a:lnTo>
                  <a:pt x="0" y="9184"/>
                </a:lnTo>
                <a:lnTo>
                  <a:pt x="0" y="7855"/>
                </a:lnTo>
                <a:lnTo>
                  <a:pt x="1604" y="7855"/>
                </a:lnTo>
                <a:lnTo>
                  <a:pt x="3213" y="7855"/>
                </a:lnTo>
                <a:lnTo>
                  <a:pt x="4828" y="7855"/>
                </a:lnTo>
                <a:lnTo>
                  <a:pt x="6456" y="7855"/>
                </a:lnTo>
                <a:lnTo>
                  <a:pt x="8100" y="7855"/>
                </a:lnTo>
                <a:lnTo>
                  <a:pt x="8262" y="6453"/>
                </a:lnTo>
                <a:lnTo>
                  <a:pt x="8343" y="5445"/>
                </a:lnTo>
                <a:lnTo>
                  <a:pt x="8343" y="4550"/>
                </a:lnTo>
                <a:lnTo>
                  <a:pt x="8262" y="3483"/>
                </a:lnTo>
                <a:lnTo>
                  <a:pt x="8100" y="1964"/>
                </a:lnTo>
                <a:lnTo>
                  <a:pt x="6764" y="1477"/>
                </a:lnTo>
                <a:lnTo>
                  <a:pt x="5419" y="990"/>
                </a:lnTo>
                <a:lnTo>
                  <a:pt x="4069" y="497"/>
                </a:lnTo>
                <a:lnTo>
                  <a:pt x="2700" y="0"/>
                </a:lnTo>
                <a:close/>
              </a:path>
            </a:pathLst>
          </a:custGeom>
          <a:solidFill>
            <a:srgbClr val="DE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8" name="contour_09126"/>
          <p:cNvSpPr/>
          <p:nvPr/>
        </p:nvSpPr>
        <p:spPr>
          <a:xfrm>
            <a:off x="11233882" y="1989622"/>
            <a:ext cx="72880" cy="51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167" y="1513"/>
                </a:lnTo>
                <a:lnTo>
                  <a:pt x="6022" y="3032"/>
                </a:lnTo>
                <a:lnTo>
                  <a:pt x="6886" y="4575"/>
                </a:lnTo>
                <a:lnTo>
                  <a:pt x="8154" y="6323"/>
                </a:lnTo>
                <a:lnTo>
                  <a:pt x="9307" y="7631"/>
                </a:lnTo>
                <a:lnTo>
                  <a:pt x="10500" y="8586"/>
                </a:lnTo>
                <a:lnTo>
                  <a:pt x="11889" y="9266"/>
                </a:lnTo>
                <a:lnTo>
                  <a:pt x="13634" y="9757"/>
                </a:lnTo>
                <a:lnTo>
                  <a:pt x="14971" y="9729"/>
                </a:lnTo>
                <a:lnTo>
                  <a:pt x="16299" y="9675"/>
                </a:lnTo>
                <a:lnTo>
                  <a:pt x="17623" y="9592"/>
                </a:lnTo>
                <a:lnTo>
                  <a:pt x="18945" y="9479"/>
                </a:lnTo>
                <a:lnTo>
                  <a:pt x="20272" y="9333"/>
                </a:lnTo>
                <a:lnTo>
                  <a:pt x="21600" y="9150"/>
                </a:lnTo>
                <a:lnTo>
                  <a:pt x="21287" y="11346"/>
                </a:lnTo>
                <a:lnTo>
                  <a:pt x="21019" y="12917"/>
                </a:lnTo>
                <a:lnTo>
                  <a:pt x="20691" y="14307"/>
                </a:lnTo>
                <a:lnTo>
                  <a:pt x="20198" y="15958"/>
                </a:lnTo>
                <a:lnTo>
                  <a:pt x="19440" y="18300"/>
                </a:lnTo>
                <a:lnTo>
                  <a:pt x="17764" y="19172"/>
                </a:lnTo>
                <a:lnTo>
                  <a:pt x="16539" y="19736"/>
                </a:lnTo>
                <a:lnTo>
                  <a:pt x="15412" y="20112"/>
                </a:lnTo>
                <a:lnTo>
                  <a:pt x="14021" y="20420"/>
                </a:lnTo>
                <a:lnTo>
                  <a:pt x="12014" y="20777"/>
                </a:lnTo>
                <a:lnTo>
                  <a:pt x="10679" y="21048"/>
                </a:lnTo>
                <a:lnTo>
                  <a:pt x="9336" y="21322"/>
                </a:lnTo>
                <a:lnTo>
                  <a:pt x="7973" y="21600"/>
                </a:lnTo>
                <a:lnTo>
                  <a:pt x="6169" y="21454"/>
                </a:lnTo>
                <a:lnTo>
                  <a:pt x="4940" y="21210"/>
                </a:lnTo>
                <a:lnTo>
                  <a:pt x="3983" y="20716"/>
                </a:lnTo>
                <a:lnTo>
                  <a:pt x="2996" y="19810"/>
                </a:lnTo>
                <a:lnTo>
                  <a:pt x="1678" y="18337"/>
                </a:lnTo>
                <a:lnTo>
                  <a:pt x="1261" y="17568"/>
                </a:lnTo>
                <a:lnTo>
                  <a:pt x="0" y="15250"/>
                </a:lnTo>
                <a:lnTo>
                  <a:pt x="1428" y="15250"/>
                </a:lnTo>
                <a:lnTo>
                  <a:pt x="2864" y="15250"/>
                </a:lnTo>
                <a:lnTo>
                  <a:pt x="4320" y="15250"/>
                </a:lnTo>
                <a:lnTo>
                  <a:pt x="4320" y="13094"/>
                </a:lnTo>
                <a:lnTo>
                  <a:pt x="4320" y="10934"/>
                </a:lnTo>
                <a:lnTo>
                  <a:pt x="4320" y="8769"/>
                </a:lnTo>
                <a:lnTo>
                  <a:pt x="4320" y="6594"/>
                </a:lnTo>
                <a:lnTo>
                  <a:pt x="4320" y="4410"/>
                </a:lnTo>
                <a:lnTo>
                  <a:pt x="4320" y="2214"/>
                </a:lnTo>
                <a:lnTo>
                  <a:pt x="4320" y="0"/>
                </a:lnTo>
                <a:close/>
              </a:path>
            </a:pathLst>
          </a:custGeom>
          <a:solidFill>
            <a:srgbClr val="E9F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129" name="contour_09127"/>
          <p:cNvSpPr/>
          <p:nvPr/>
        </p:nvSpPr>
        <p:spPr>
          <a:xfrm>
            <a:off x="826630" y="1994636"/>
            <a:ext cx="51016" cy="38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72" y="45"/>
                </a:lnTo>
                <a:lnTo>
                  <a:pt x="14901" y="195"/>
                </a:lnTo>
                <a:lnTo>
                  <a:pt x="16407" y="561"/>
                </a:lnTo>
                <a:lnTo>
                  <a:pt x="18514" y="1269"/>
                </a:lnTo>
                <a:lnTo>
                  <a:pt x="19570" y="3859"/>
                </a:lnTo>
                <a:lnTo>
                  <a:pt x="20344" y="6453"/>
                </a:lnTo>
                <a:lnTo>
                  <a:pt x="20884" y="9088"/>
                </a:lnTo>
                <a:lnTo>
                  <a:pt x="21239" y="11792"/>
                </a:lnTo>
                <a:lnTo>
                  <a:pt x="21461" y="14594"/>
                </a:lnTo>
                <a:lnTo>
                  <a:pt x="21600" y="17534"/>
                </a:lnTo>
                <a:lnTo>
                  <a:pt x="19681" y="18404"/>
                </a:lnTo>
                <a:lnTo>
                  <a:pt x="17783" y="19209"/>
                </a:lnTo>
                <a:lnTo>
                  <a:pt x="15901" y="19933"/>
                </a:lnTo>
                <a:lnTo>
                  <a:pt x="14015" y="20547"/>
                </a:lnTo>
                <a:lnTo>
                  <a:pt x="12111" y="21043"/>
                </a:lnTo>
                <a:lnTo>
                  <a:pt x="10180" y="21397"/>
                </a:lnTo>
                <a:lnTo>
                  <a:pt x="8205" y="21588"/>
                </a:lnTo>
                <a:lnTo>
                  <a:pt x="6171" y="21600"/>
                </a:lnTo>
                <a:lnTo>
                  <a:pt x="4737" y="19587"/>
                </a:lnTo>
                <a:lnTo>
                  <a:pt x="3508" y="17497"/>
                </a:lnTo>
                <a:lnTo>
                  <a:pt x="2481" y="15314"/>
                </a:lnTo>
                <a:lnTo>
                  <a:pt x="1629" y="13024"/>
                </a:lnTo>
                <a:lnTo>
                  <a:pt x="944" y="10609"/>
                </a:lnTo>
                <a:lnTo>
                  <a:pt x="407" y="8047"/>
                </a:lnTo>
                <a:lnTo>
                  <a:pt x="0" y="5335"/>
                </a:lnTo>
                <a:lnTo>
                  <a:pt x="1759" y="3216"/>
                </a:lnTo>
                <a:lnTo>
                  <a:pt x="3320" y="1801"/>
                </a:lnTo>
                <a:lnTo>
                  <a:pt x="4845" y="923"/>
                </a:lnTo>
                <a:lnTo>
                  <a:pt x="6495" y="435"/>
                </a:lnTo>
                <a:lnTo>
                  <a:pt x="8427" y="179"/>
                </a:lnTo>
                <a:lnTo>
                  <a:pt x="10800" y="0"/>
                </a:lnTo>
                <a:close/>
              </a:path>
            </a:pathLst>
          </a:custGeom>
          <a:solidFill>
            <a:srgbClr val="35302B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0" name="contour_09128"/>
          <p:cNvSpPr/>
          <p:nvPr/>
        </p:nvSpPr>
        <p:spPr>
          <a:xfrm>
            <a:off x="8442581" y="1986342"/>
            <a:ext cx="7349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83"/>
                </a:moveTo>
                <a:lnTo>
                  <a:pt x="3035" y="1276"/>
                </a:lnTo>
                <a:lnTo>
                  <a:pt x="5616" y="852"/>
                </a:lnTo>
                <a:lnTo>
                  <a:pt x="7801" y="511"/>
                </a:lnTo>
                <a:lnTo>
                  <a:pt x="9639" y="258"/>
                </a:lnTo>
                <a:lnTo>
                  <a:pt x="11181" y="87"/>
                </a:lnTo>
                <a:lnTo>
                  <a:pt x="12486" y="0"/>
                </a:lnTo>
                <a:lnTo>
                  <a:pt x="13600" y="0"/>
                </a:lnTo>
                <a:lnTo>
                  <a:pt x="14579" y="87"/>
                </a:lnTo>
                <a:lnTo>
                  <a:pt x="15474" y="258"/>
                </a:lnTo>
                <a:lnTo>
                  <a:pt x="16339" y="511"/>
                </a:lnTo>
                <a:lnTo>
                  <a:pt x="17226" y="852"/>
                </a:lnTo>
                <a:lnTo>
                  <a:pt x="18188" y="1276"/>
                </a:lnTo>
                <a:lnTo>
                  <a:pt x="19278" y="1783"/>
                </a:lnTo>
                <a:lnTo>
                  <a:pt x="20113" y="4146"/>
                </a:lnTo>
                <a:lnTo>
                  <a:pt x="20735" y="6480"/>
                </a:lnTo>
                <a:lnTo>
                  <a:pt x="21169" y="8814"/>
                </a:lnTo>
                <a:lnTo>
                  <a:pt x="21439" y="11184"/>
                </a:lnTo>
                <a:lnTo>
                  <a:pt x="21574" y="13614"/>
                </a:lnTo>
                <a:lnTo>
                  <a:pt x="21600" y="16143"/>
                </a:lnTo>
                <a:lnTo>
                  <a:pt x="21540" y="18790"/>
                </a:lnTo>
                <a:lnTo>
                  <a:pt x="21420" y="21600"/>
                </a:lnTo>
                <a:lnTo>
                  <a:pt x="20113" y="21251"/>
                </a:lnTo>
                <a:lnTo>
                  <a:pt x="18807" y="20887"/>
                </a:lnTo>
                <a:lnTo>
                  <a:pt x="17502" y="20506"/>
                </a:lnTo>
                <a:lnTo>
                  <a:pt x="16198" y="20114"/>
                </a:lnTo>
                <a:lnTo>
                  <a:pt x="14741" y="19698"/>
                </a:lnTo>
                <a:lnTo>
                  <a:pt x="13261" y="19278"/>
                </a:lnTo>
                <a:lnTo>
                  <a:pt x="11768" y="18267"/>
                </a:lnTo>
                <a:lnTo>
                  <a:pt x="10886" y="17343"/>
                </a:lnTo>
                <a:lnTo>
                  <a:pt x="10271" y="15984"/>
                </a:lnTo>
                <a:lnTo>
                  <a:pt x="9573" y="13658"/>
                </a:lnTo>
                <a:lnTo>
                  <a:pt x="9322" y="12675"/>
                </a:lnTo>
                <a:lnTo>
                  <a:pt x="8568" y="9710"/>
                </a:lnTo>
                <a:lnTo>
                  <a:pt x="7015" y="8628"/>
                </a:lnTo>
                <a:lnTo>
                  <a:pt x="5869" y="8049"/>
                </a:lnTo>
                <a:lnTo>
                  <a:pt x="4151" y="7483"/>
                </a:lnTo>
                <a:lnTo>
                  <a:pt x="2780" y="6908"/>
                </a:lnTo>
                <a:lnTo>
                  <a:pt x="1399" y="6333"/>
                </a:lnTo>
                <a:lnTo>
                  <a:pt x="0" y="5747"/>
                </a:lnTo>
                <a:lnTo>
                  <a:pt x="0" y="3781"/>
                </a:lnTo>
                <a:lnTo>
                  <a:pt x="0" y="1783"/>
                </a:lnTo>
                <a:close/>
              </a:path>
            </a:pathLst>
          </a:custGeom>
          <a:solidFill>
            <a:srgbClr val="E7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1" name="contour_09129"/>
          <p:cNvSpPr/>
          <p:nvPr/>
        </p:nvSpPr>
        <p:spPr>
          <a:xfrm>
            <a:off x="2051012" y="1969696"/>
            <a:ext cx="102032" cy="41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65"/>
                </a:moveTo>
                <a:lnTo>
                  <a:pt x="20957" y="3387"/>
                </a:lnTo>
                <a:lnTo>
                  <a:pt x="20304" y="4016"/>
                </a:lnTo>
                <a:lnTo>
                  <a:pt x="18777" y="5662"/>
                </a:lnTo>
                <a:lnTo>
                  <a:pt x="17610" y="6988"/>
                </a:lnTo>
                <a:lnTo>
                  <a:pt x="16737" y="8140"/>
                </a:lnTo>
                <a:lnTo>
                  <a:pt x="16084" y="9271"/>
                </a:lnTo>
                <a:lnTo>
                  <a:pt x="15583" y="10517"/>
                </a:lnTo>
                <a:lnTo>
                  <a:pt x="15160" y="12028"/>
                </a:lnTo>
                <a:lnTo>
                  <a:pt x="14747" y="13945"/>
                </a:lnTo>
                <a:lnTo>
                  <a:pt x="14271" y="16420"/>
                </a:lnTo>
                <a:lnTo>
                  <a:pt x="14080" y="18993"/>
                </a:lnTo>
                <a:lnTo>
                  <a:pt x="13886" y="21600"/>
                </a:lnTo>
                <a:lnTo>
                  <a:pt x="12969" y="20854"/>
                </a:lnTo>
                <a:lnTo>
                  <a:pt x="12050" y="20104"/>
                </a:lnTo>
                <a:lnTo>
                  <a:pt x="11127" y="19355"/>
                </a:lnTo>
                <a:lnTo>
                  <a:pt x="10197" y="18598"/>
                </a:lnTo>
                <a:lnTo>
                  <a:pt x="9257" y="17833"/>
                </a:lnTo>
                <a:lnTo>
                  <a:pt x="10022" y="17132"/>
                </a:lnTo>
                <a:lnTo>
                  <a:pt x="10800" y="16420"/>
                </a:lnTo>
                <a:lnTo>
                  <a:pt x="11184" y="15836"/>
                </a:lnTo>
                <a:lnTo>
                  <a:pt x="12343" y="14066"/>
                </a:lnTo>
                <a:lnTo>
                  <a:pt x="12343" y="11576"/>
                </a:lnTo>
                <a:lnTo>
                  <a:pt x="12343" y="9071"/>
                </a:lnTo>
                <a:lnTo>
                  <a:pt x="12343" y="6532"/>
                </a:lnTo>
                <a:lnTo>
                  <a:pt x="11325" y="6532"/>
                </a:lnTo>
                <a:lnTo>
                  <a:pt x="10305" y="6532"/>
                </a:lnTo>
                <a:lnTo>
                  <a:pt x="9280" y="6532"/>
                </a:lnTo>
                <a:lnTo>
                  <a:pt x="8251" y="6532"/>
                </a:lnTo>
                <a:lnTo>
                  <a:pt x="7216" y="6532"/>
                </a:lnTo>
                <a:lnTo>
                  <a:pt x="6171" y="6532"/>
                </a:lnTo>
                <a:lnTo>
                  <a:pt x="6171" y="9022"/>
                </a:lnTo>
                <a:lnTo>
                  <a:pt x="6171" y="11527"/>
                </a:lnTo>
                <a:lnTo>
                  <a:pt x="6171" y="14066"/>
                </a:lnTo>
                <a:lnTo>
                  <a:pt x="5298" y="13000"/>
                </a:lnTo>
                <a:lnTo>
                  <a:pt x="4425" y="11934"/>
                </a:lnTo>
                <a:lnTo>
                  <a:pt x="3549" y="10864"/>
                </a:lnTo>
                <a:lnTo>
                  <a:pt x="2669" y="9790"/>
                </a:lnTo>
                <a:lnTo>
                  <a:pt x="1785" y="8709"/>
                </a:lnTo>
                <a:lnTo>
                  <a:pt x="896" y="7624"/>
                </a:lnTo>
                <a:lnTo>
                  <a:pt x="0" y="6532"/>
                </a:lnTo>
                <a:lnTo>
                  <a:pt x="1137" y="5315"/>
                </a:lnTo>
                <a:lnTo>
                  <a:pt x="2251" y="4242"/>
                </a:lnTo>
                <a:lnTo>
                  <a:pt x="3345" y="3304"/>
                </a:lnTo>
                <a:lnTo>
                  <a:pt x="4420" y="2494"/>
                </a:lnTo>
                <a:lnTo>
                  <a:pt x="5482" y="1804"/>
                </a:lnTo>
                <a:lnTo>
                  <a:pt x="6531" y="1239"/>
                </a:lnTo>
                <a:lnTo>
                  <a:pt x="7572" y="787"/>
                </a:lnTo>
                <a:lnTo>
                  <a:pt x="8606" y="441"/>
                </a:lnTo>
                <a:lnTo>
                  <a:pt x="9638" y="196"/>
                </a:lnTo>
                <a:lnTo>
                  <a:pt x="10669" y="53"/>
                </a:lnTo>
                <a:lnTo>
                  <a:pt x="11703" y="0"/>
                </a:lnTo>
                <a:lnTo>
                  <a:pt x="12741" y="30"/>
                </a:lnTo>
                <a:lnTo>
                  <a:pt x="13789" y="147"/>
                </a:lnTo>
                <a:lnTo>
                  <a:pt x="14848" y="335"/>
                </a:lnTo>
                <a:lnTo>
                  <a:pt x="15921" y="595"/>
                </a:lnTo>
                <a:lnTo>
                  <a:pt x="17012" y="923"/>
                </a:lnTo>
                <a:lnTo>
                  <a:pt x="18121" y="1307"/>
                </a:lnTo>
                <a:lnTo>
                  <a:pt x="19255" y="1744"/>
                </a:lnTo>
                <a:lnTo>
                  <a:pt x="20412" y="2234"/>
                </a:lnTo>
                <a:lnTo>
                  <a:pt x="21600" y="2765"/>
                </a:lnTo>
                <a:close/>
              </a:path>
            </a:pathLst>
          </a:custGeom>
          <a:solidFill>
            <a:srgbClr val="676666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2" name="contour_09130"/>
          <p:cNvSpPr/>
          <p:nvPr/>
        </p:nvSpPr>
        <p:spPr>
          <a:xfrm>
            <a:off x="11109986" y="1913841"/>
            <a:ext cx="80168" cy="302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46" y="0"/>
                </a:moveTo>
                <a:lnTo>
                  <a:pt x="17084" y="302"/>
                </a:lnTo>
                <a:lnTo>
                  <a:pt x="17859" y="838"/>
                </a:lnTo>
                <a:lnTo>
                  <a:pt x="19636" y="2072"/>
                </a:lnTo>
                <a:lnTo>
                  <a:pt x="20322" y="6001"/>
                </a:lnTo>
                <a:lnTo>
                  <a:pt x="20765" y="8781"/>
                </a:lnTo>
                <a:lnTo>
                  <a:pt x="21064" y="11154"/>
                </a:lnTo>
                <a:lnTo>
                  <a:pt x="21311" y="13871"/>
                </a:lnTo>
                <a:lnTo>
                  <a:pt x="21600" y="17686"/>
                </a:lnTo>
                <a:lnTo>
                  <a:pt x="20176" y="18701"/>
                </a:lnTo>
                <a:lnTo>
                  <a:pt x="18786" y="19555"/>
                </a:lnTo>
                <a:lnTo>
                  <a:pt x="17419" y="20252"/>
                </a:lnTo>
                <a:lnTo>
                  <a:pt x="16076" y="20798"/>
                </a:lnTo>
                <a:lnTo>
                  <a:pt x="14749" y="21204"/>
                </a:lnTo>
                <a:lnTo>
                  <a:pt x="13435" y="21470"/>
                </a:lnTo>
                <a:lnTo>
                  <a:pt x="12129" y="21600"/>
                </a:lnTo>
                <a:lnTo>
                  <a:pt x="10827" y="21600"/>
                </a:lnTo>
                <a:lnTo>
                  <a:pt x="9524" y="21480"/>
                </a:lnTo>
                <a:lnTo>
                  <a:pt x="8216" y="21246"/>
                </a:lnTo>
                <a:lnTo>
                  <a:pt x="6896" y="20897"/>
                </a:lnTo>
                <a:lnTo>
                  <a:pt x="5563" y="20445"/>
                </a:lnTo>
                <a:lnTo>
                  <a:pt x="4212" y="19888"/>
                </a:lnTo>
                <a:lnTo>
                  <a:pt x="2837" y="19242"/>
                </a:lnTo>
                <a:lnTo>
                  <a:pt x="1433" y="18503"/>
                </a:lnTo>
                <a:lnTo>
                  <a:pt x="0" y="17686"/>
                </a:lnTo>
                <a:lnTo>
                  <a:pt x="1064" y="13980"/>
                </a:lnTo>
                <a:lnTo>
                  <a:pt x="2125" y="10842"/>
                </a:lnTo>
                <a:lnTo>
                  <a:pt x="3193" y="8224"/>
                </a:lnTo>
                <a:lnTo>
                  <a:pt x="4279" y="6074"/>
                </a:lnTo>
                <a:lnTo>
                  <a:pt x="5394" y="4341"/>
                </a:lnTo>
                <a:lnTo>
                  <a:pt x="6549" y="2988"/>
                </a:lnTo>
                <a:lnTo>
                  <a:pt x="7754" y="1962"/>
                </a:lnTo>
                <a:lnTo>
                  <a:pt x="9021" y="1213"/>
                </a:lnTo>
                <a:lnTo>
                  <a:pt x="10360" y="697"/>
                </a:lnTo>
                <a:lnTo>
                  <a:pt x="11780" y="364"/>
                </a:lnTo>
                <a:lnTo>
                  <a:pt x="13294" y="167"/>
                </a:lnTo>
                <a:lnTo>
                  <a:pt x="14912" y="62"/>
                </a:lnTo>
                <a:lnTo>
                  <a:pt x="16646" y="0"/>
                </a:lnTo>
                <a:close/>
              </a:path>
            </a:pathLst>
          </a:custGeom>
          <a:solidFill>
            <a:srgbClr val="ABA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3" name="contour_09131"/>
          <p:cNvSpPr/>
          <p:nvPr/>
        </p:nvSpPr>
        <p:spPr>
          <a:xfrm>
            <a:off x="8282245" y="1865726"/>
            <a:ext cx="4627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90" y="895"/>
                </a:lnTo>
                <a:lnTo>
                  <a:pt x="7682" y="1617"/>
                </a:lnTo>
                <a:lnTo>
                  <a:pt x="10346" y="2222"/>
                </a:lnTo>
                <a:lnTo>
                  <a:pt x="12448" y="2756"/>
                </a:lnTo>
                <a:lnTo>
                  <a:pt x="14156" y="3274"/>
                </a:lnTo>
                <a:lnTo>
                  <a:pt x="15636" y="3823"/>
                </a:lnTo>
                <a:lnTo>
                  <a:pt x="17062" y="4453"/>
                </a:lnTo>
                <a:lnTo>
                  <a:pt x="18599" y="5221"/>
                </a:lnTo>
                <a:lnTo>
                  <a:pt x="20413" y="6171"/>
                </a:lnTo>
                <a:lnTo>
                  <a:pt x="21107" y="8517"/>
                </a:lnTo>
                <a:lnTo>
                  <a:pt x="21484" y="10677"/>
                </a:lnTo>
                <a:lnTo>
                  <a:pt x="21600" y="12732"/>
                </a:lnTo>
                <a:lnTo>
                  <a:pt x="21498" y="14771"/>
                </a:lnTo>
                <a:lnTo>
                  <a:pt x="21233" y="16873"/>
                </a:lnTo>
                <a:lnTo>
                  <a:pt x="20855" y="19122"/>
                </a:lnTo>
                <a:lnTo>
                  <a:pt x="20413" y="21600"/>
                </a:lnTo>
                <a:lnTo>
                  <a:pt x="18007" y="21600"/>
                </a:lnTo>
                <a:lnTo>
                  <a:pt x="15599" y="21600"/>
                </a:lnTo>
                <a:lnTo>
                  <a:pt x="13183" y="21600"/>
                </a:lnTo>
                <a:lnTo>
                  <a:pt x="10757" y="21600"/>
                </a:lnTo>
                <a:lnTo>
                  <a:pt x="8322" y="21600"/>
                </a:lnTo>
                <a:lnTo>
                  <a:pt x="5872" y="21600"/>
                </a:lnTo>
                <a:lnTo>
                  <a:pt x="3402" y="21600"/>
                </a:lnTo>
                <a:lnTo>
                  <a:pt x="3065" y="19462"/>
                </a:lnTo>
                <a:lnTo>
                  <a:pt x="2728" y="17320"/>
                </a:lnTo>
                <a:lnTo>
                  <a:pt x="2392" y="15179"/>
                </a:lnTo>
                <a:lnTo>
                  <a:pt x="2051" y="13034"/>
                </a:lnTo>
                <a:lnTo>
                  <a:pt x="1715" y="10880"/>
                </a:lnTo>
                <a:lnTo>
                  <a:pt x="1374" y="8723"/>
                </a:lnTo>
                <a:lnTo>
                  <a:pt x="1034" y="6557"/>
                </a:lnTo>
                <a:lnTo>
                  <a:pt x="691" y="4382"/>
                </a:lnTo>
                <a:lnTo>
                  <a:pt x="347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935B64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4" name="contour_09132"/>
          <p:cNvSpPr/>
          <p:nvPr/>
        </p:nvSpPr>
        <p:spPr>
          <a:xfrm>
            <a:off x="11502379" y="1829286"/>
            <a:ext cx="4488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8" y="0"/>
                </a:moveTo>
                <a:lnTo>
                  <a:pt x="3966" y="16"/>
                </a:lnTo>
                <a:lnTo>
                  <a:pt x="6383" y="124"/>
                </a:lnTo>
                <a:lnTo>
                  <a:pt x="8150" y="421"/>
                </a:lnTo>
                <a:lnTo>
                  <a:pt x="9620" y="999"/>
                </a:lnTo>
                <a:lnTo>
                  <a:pt x="11138" y="1952"/>
                </a:lnTo>
                <a:lnTo>
                  <a:pt x="13050" y="3375"/>
                </a:lnTo>
                <a:lnTo>
                  <a:pt x="14838" y="4952"/>
                </a:lnTo>
                <a:lnTo>
                  <a:pt x="16325" y="6518"/>
                </a:lnTo>
                <a:lnTo>
                  <a:pt x="17549" y="8100"/>
                </a:lnTo>
                <a:lnTo>
                  <a:pt x="18556" y="9709"/>
                </a:lnTo>
                <a:lnTo>
                  <a:pt x="19373" y="11370"/>
                </a:lnTo>
                <a:lnTo>
                  <a:pt x="20050" y="13100"/>
                </a:lnTo>
                <a:lnTo>
                  <a:pt x="20618" y="14920"/>
                </a:lnTo>
                <a:lnTo>
                  <a:pt x="21123" y="16848"/>
                </a:lnTo>
                <a:lnTo>
                  <a:pt x="21600" y="18900"/>
                </a:lnTo>
                <a:lnTo>
                  <a:pt x="19306" y="19813"/>
                </a:lnTo>
                <a:lnTo>
                  <a:pt x="17612" y="20409"/>
                </a:lnTo>
                <a:lnTo>
                  <a:pt x="16013" y="20820"/>
                </a:lnTo>
                <a:lnTo>
                  <a:pt x="14004" y="21173"/>
                </a:lnTo>
                <a:lnTo>
                  <a:pt x="11079" y="21600"/>
                </a:lnTo>
                <a:lnTo>
                  <a:pt x="8747" y="20604"/>
                </a:lnTo>
                <a:lnTo>
                  <a:pt x="6716" y="19494"/>
                </a:lnTo>
                <a:lnTo>
                  <a:pt x="4934" y="18247"/>
                </a:lnTo>
                <a:lnTo>
                  <a:pt x="3349" y="16845"/>
                </a:lnTo>
                <a:lnTo>
                  <a:pt x="1908" y="15271"/>
                </a:lnTo>
                <a:lnTo>
                  <a:pt x="558" y="13500"/>
                </a:lnTo>
                <a:lnTo>
                  <a:pt x="256" y="11548"/>
                </a:lnTo>
                <a:lnTo>
                  <a:pt x="74" y="9623"/>
                </a:lnTo>
                <a:lnTo>
                  <a:pt x="0" y="7708"/>
                </a:lnTo>
                <a:lnTo>
                  <a:pt x="21" y="5800"/>
                </a:lnTo>
                <a:lnTo>
                  <a:pt x="130" y="3885"/>
                </a:lnTo>
                <a:lnTo>
                  <a:pt x="312" y="1955"/>
                </a:lnTo>
                <a:lnTo>
                  <a:pt x="558" y="0"/>
                </a:lnTo>
                <a:close/>
              </a:path>
            </a:pathLst>
          </a:custGeom>
          <a:solidFill>
            <a:srgbClr val="D8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5" name="contour_09133"/>
          <p:cNvSpPr/>
          <p:nvPr/>
        </p:nvSpPr>
        <p:spPr>
          <a:xfrm>
            <a:off x="5148409" y="1778270"/>
            <a:ext cx="5101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338" y="1258"/>
                </a:lnTo>
                <a:lnTo>
                  <a:pt x="21057" y="2513"/>
                </a:lnTo>
                <a:lnTo>
                  <a:pt x="20761" y="3767"/>
                </a:lnTo>
                <a:lnTo>
                  <a:pt x="20455" y="5020"/>
                </a:lnTo>
                <a:lnTo>
                  <a:pt x="20134" y="6271"/>
                </a:lnTo>
                <a:lnTo>
                  <a:pt x="19810" y="7524"/>
                </a:lnTo>
                <a:lnTo>
                  <a:pt x="19477" y="8775"/>
                </a:lnTo>
                <a:lnTo>
                  <a:pt x="19230" y="10021"/>
                </a:lnTo>
                <a:lnTo>
                  <a:pt x="18977" y="11286"/>
                </a:lnTo>
                <a:lnTo>
                  <a:pt x="18610" y="12505"/>
                </a:lnTo>
                <a:lnTo>
                  <a:pt x="18206" y="13649"/>
                </a:lnTo>
                <a:lnTo>
                  <a:pt x="17721" y="14746"/>
                </a:lnTo>
                <a:lnTo>
                  <a:pt x="17126" y="15818"/>
                </a:lnTo>
                <a:lnTo>
                  <a:pt x="16373" y="16895"/>
                </a:lnTo>
                <a:lnTo>
                  <a:pt x="15429" y="18000"/>
                </a:lnTo>
                <a:lnTo>
                  <a:pt x="13593" y="18646"/>
                </a:lnTo>
                <a:lnTo>
                  <a:pt x="11744" y="19220"/>
                </a:lnTo>
                <a:lnTo>
                  <a:pt x="9880" y="19730"/>
                </a:lnTo>
                <a:lnTo>
                  <a:pt x="7986" y="20183"/>
                </a:lnTo>
                <a:lnTo>
                  <a:pt x="6060" y="20588"/>
                </a:lnTo>
                <a:lnTo>
                  <a:pt x="4095" y="20956"/>
                </a:lnTo>
                <a:lnTo>
                  <a:pt x="2077" y="21289"/>
                </a:lnTo>
                <a:lnTo>
                  <a:pt x="0" y="21600"/>
                </a:lnTo>
                <a:lnTo>
                  <a:pt x="722" y="20516"/>
                </a:lnTo>
                <a:lnTo>
                  <a:pt x="1447" y="19435"/>
                </a:lnTo>
                <a:lnTo>
                  <a:pt x="2175" y="18355"/>
                </a:lnTo>
                <a:lnTo>
                  <a:pt x="2907" y="17275"/>
                </a:lnTo>
                <a:lnTo>
                  <a:pt x="3638" y="16195"/>
                </a:lnTo>
                <a:lnTo>
                  <a:pt x="4372" y="15115"/>
                </a:lnTo>
                <a:lnTo>
                  <a:pt x="5110" y="14036"/>
                </a:lnTo>
                <a:lnTo>
                  <a:pt x="5847" y="12956"/>
                </a:lnTo>
                <a:lnTo>
                  <a:pt x="6588" y="11878"/>
                </a:lnTo>
                <a:lnTo>
                  <a:pt x="7329" y="10800"/>
                </a:lnTo>
                <a:lnTo>
                  <a:pt x="8014" y="9769"/>
                </a:lnTo>
                <a:lnTo>
                  <a:pt x="8702" y="8730"/>
                </a:lnTo>
                <a:lnTo>
                  <a:pt x="9402" y="7679"/>
                </a:lnTo>
                <a:lnTo>
                  <a:pt x="10078" y="6703"/>
                </a:lnTo>
                <a:lnTo>
                  <a:pt x="10760" y="5720"/>
                </a:lnTo>
                <a:lnTo>
                  <a:pt x="11451" y="4725"/>
                </a:lnTo>
                <a:lnTo>
                  <a:pt x="12065" y="3820"/>
                </a:lnTo>
                <a:lnTo>
                  <a:pt x="12685" y="2907"/>
                </a:lnTo>
                <a:lnTo>
                  <a:pt x="13312" y="1984"/>
                </a:lnTo>
                <a:lnTo>
                  <a:pt x="14361" y="999"/>
                </a:lnTo>
                <a:lnTo>
                  <a:pt x="15429" y="0"/>
                </a:lnTo>
                <a:close/>
              </a:path>
            </a:pathLst>
          </a:custGeom>
          <a:solidFill>
            <a:srgbClr val="D1E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6" name="contour_09134"/>
          <p:cNvSpPr/>
          <p:nvPr/>
        </p:nvSpPr>
        <p:spPr>
          <a:xfrm>
            <a:off x="578838" y="1837419"/>
            <a:ext cx="87456" cy="355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3910"/>
                </a:moveTo>
                <a:lnTo>
                  <a:pt x="18806" y="5984"/>
                </a:lnTo>
                <a:lnTo>
                  <a:pt x="19478" y="8000"/>
                </a:lnTo>
                <a:lnTo>
                  <a:pt x="20056" y="10044"/>
                </a:lnTo>
                <a:lnTo>
                  <a:pt x="20576" y="12202"/>
                </a:lnTo>
                <a:lnTo>
                  <a:pt x="21078" y="14550"/>
                </a:lnTo>
                <a:lnTo>
                  <a:pt x="21600" y="17177"/>
                </a:lnTo>
                <a:lnTo>
                  <a:pt x="20437" y="17107"/>
                </a:lnTo>
                <a:lnTo>
                  <a:pt x="19258" y="17040"/>
                </a:lnTo>
                <a:lnTo>
                  <a:pt x="17973" y="17146"/>
                </a:lnTo>
                <a:lnTo>
                  <a:pt x="16709" y="17337"/>
                </a:lnTo>
                <a:lnTo>
                  <a:pt x="15462" y="17611"/>
                </a:lnTo>
                <a:lnTo>
                  <a:pt x="14222" y="17960"/>
                </a:lnTo>
                <a:lnTo>
                  <a:pt x="12980" y="18376"/>
                </a:lnTo>
                <a:lnTo>
                  <a:pt x="11729" y="18854"/>
                </a:lnTo>
                <a:lnTo>
                  <a:pt x="10462" y="19389"/>
                </a:lnTo>
                <a:lnTo>
                  <a:pt x="9508" y="19800"/>
                </a:lnTo>
                <a:lnTo>
                  <a:pt x="8546" y="20216"/>
                </a:lnTo>
                <a:lnTo>
                  <a:pt x="7573" y="20631"/>
                </a:lnTo>
                <a:lnTo>
                  <a:pt x="6494" y="21114"/>
                </a:lnTo>
                <a:lnTo>
                  <a:pt x="5400" y="21600"/>
                </a:lnTo>
                <a:lnTo>
                  <a:pt x="5400" y="18677"/>
                </a:lnTo>
                <a:lnTo>
                  <a:pt x="5400" y="15736"/>
                </a:lnTo>
                <a:lnTo>
                  <a:pt x="5400" y="12755"/>
                </a:lnTo>
                <a:lnTo>
                  <a:pt x="4061" y="11393"/>
                </a:lnTo>
                <a:lnTo>
                  <a:pt x="3110" y="10482"/>
                </a:lnTo>
                <a:lnTo>
                  <a:pt x="2290" y="9809"/>
                </a:lnTo>
                <a:lnTo>
                  <a:pt x="1339" y="9164"/>
                </a:lnTo>
                <a:lnTo>
                  <a:pt x="0" y="8332"/>
                </a:lnTo>
                <a:lnTo>
                  <a:pt x="1222" y="6824"/>
                </a:lnTo>
                <a:lnTo>
                  <a:pt x="2425" y="5427"/>
                </a:lnTo>
                <a:lnTo>
                  <a:pt x="3609" y="4162"/>
                </a:lnTo>
                <a:lnTo>
                  <a:pt x="4781" y="3034"/>
                </a:lnTo>
                <a:lnTo>
                  <a:pt x="5944" y="2061"/>
                </a:lnTo>
                <a:lnTo>
                  <a:pt x="7103" y="1260"/>
                </a:lnTo>
                <a:lnTo>
                  <a:pt x="8262" y="637"/>
                </a:lnTo>
                <a:lnTo>
                  <a:pt x="9423" y="212"/>
                </a:lnTo>
                <a:lnTo>
                  <a:pt x="10593" y="0"/>
                </a:lnTo>
                <a:lnTo>
                  <a:pt x="11776" y="13"/>
                </a:lnTo>
                <a:lnTo>
                  <a:pt x="12973" y="261"/>
                </a:lnTo>
                <a:lnTo>
                  <a:pt x="14189" y="761"/>
                </a:lnTo>
                <a:lnTo>
                  <a:pt x="15430" y="1526"/>
                </a:lnTo>
                <a:lnTo>
                  <a:pt x="16699" y="2570"/>
                </a:lnTo>
                <a:lnTo>
                  <a:pt x="18000" y="3910"/>
                </a:lnTo>
                <a:close/>
              </a:path>
            </a:pathLst>
          </a:custGeom>
          <a:solidFill>
            <a:srgbClr val="F2F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7" name="contour_09135"/>
          <p:cNvSpPr/>
          <p:nvPr/>
        </p:nvSpPr>
        <p:spPr>
          <a:xfrm>
            <a:off x="6759055" y="1807422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90" y="185"/>
                </a:lnTo>
                <a:lnTo>
                  <a:pt x="8158" y="420"/>
                </a:lnTo>
                <a:lnTo>
                  <a:pt x="10408" y="698"/>
                </a:lnTo>
                <a:lnTo>
                  <a:pt x="12643" y="1008"/>
                </a:lnTo>
                <a:lnTo>
                  <a:pt x="14875" y="1342"/>
                </a:lnTo>
                <a:lnTo>
                  <a:pt x="17107" y="1692"/>
                </a:lnTo>
                <a:lnTo>
                  <a:pt x="19346" y="2047"/>
                </a:lnTo>
                <a:lnTo>
                  <a:pt x="21600" y="2400"/>
                </a:lnTo>
                <a:lnTo>
                  <a:pt x="21006" y="3984"/>
                </a:lnTo>
                <a:lnTo>
                  <a:pt x="20412" y="5568"/>
                </a:lnTo>
                <a:lnTo>
                  <a:pt x="19818" y="7154"/>
                </a:lnTo>
                <a:lnTo>
                  <a:pt x="19220" y="8743"/>
                </a:lnTo>
                <a:lnTo>
                  <a:pt x="18626" y="10334"/>
                </a:lnTo>
                <a:lnTo>
                  <a:pt x="18029" y="11928"/>
                </a:lnTo>
                <a:lnTo>
                  <a:pt x="17428" y="13526"/>
                </a:lnTo>
                <a:lnTo>
                  <a:pt x="16826" y="15130"/>
                </a:lnTo>
                <a:lnTo>
                  <a:pt x="16225" y="16738"/>
                </a:lnTo>
                <a:lnTo>
                  <a:pt x="15617" y="18350"/>
                </a:lnTo>
                <a:lnTo>
                  <a:pt x="15012" y="19973"/>
                </a:lnTo>
                <a:lnTo>
                  <a:pt x="14400" y="21600"/>
                </a:lnTo>
                <a:lnTo>
                  <a:pt x="11354" y="20570"/>
                </a:lnTo>
                <a:lnTo>
                  <a:pt x="9245" y="19769"/>
                </a:lnTo>
                <a:lnTo>
                  <a:pt x="7801" y="19022"/>
                </a:lnTo>
                <a:lnTo>
                  <a:pt x="6754" y="18156"/>
                </a:lnTo>
                <a:lnTo>
                  <a:pt x="5843" y="16997"/>
                </a:lnTo>
                <a:lnTo>
                  <a:pt x="4795" y="15374"/>
                </a:lnTo>
                <a:lnTo>
                  <a:pt x="4180" y="13862"/>
                </a:lnTo>
                <a:lnTo>
                  <a:pt x="3553" y="12341"/>
                </a:lnTo>
                <a:lnTo>
                  <a:pt x="2923" y="10800"/>
                </a:lnTo>
                <a:lnTo>
                  <a:pt x="2279" y="9288"/>
                </a:lnTo>
                <a:lnTo>
                  <a:pt x="1631" y="7766"/>
                </a:lnTo>
                <a:lnTo>
                  <a:pt x="972" y="6226"/>
                </a:lnTo>
                <a:lnTo>
                  <a:pt x="652" y="4961"/>
                </a:lnTo>
                <a:lnTo>
                  <a:pt x="328" y="3689"/>
                </a:lnTo>
                <a:lnTo>
                  <a:pt x="0" y="2400"/>
                </a:lnTo>
                <a:lnTo>
                  <a:pt x="1786" y="1210"/>
                </a:lnTo>
                <a:lnTo>
                  <a:pt x="3600" y="0"/>
                </a:lnTo>
                <a:close/>
              </a:path>
            </a:pathLst>
          </a:custGeom>
          <a:solidFill>
            <a:srgbClr val="CDD9E0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8" name="contour_09136"/>
          <p:cNvSpPr/>
          <p:nvPr/>
        </p:nvSpPr>
        <p:spPr>
          <a:xfrm>
            <a:off x="6897527" y="1770982"/>
            <a:ext cx="7288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2" y="1063"/>
                </a:lnTo>
                <a:lnTo>
                  <a:pt x="447" y="2135"/>
                </a:lnTo>
                <a:lnTo>
                  <a:pt x="674" y="3220"/>
                </a:lnTo>
                <a:lnTo>
                  <a:pt x="1020" y="4307"/>
                </a:lnTo>
                <a:lnTo>
                  <a:pt x="1290" y="5024"/>
                </a:lnTo>
                <a:lnTo>
                  <a:pt x="1624" y="5697"/>
                </a:lnTo>
                <a:lnTo>
                  <a:pt x="2160" y="6646"/>
                </a:lnTo>
                <a:lnTo>
                  <a:pt x="3832" y="7258"/>
                </a:lnTo>
                <a:lnTo>
                  <a:pt x="5005" y="7650"/>
                </a:lnTo>
                <a:lnTo>
                  <a:pt x="5990" y="7902"/>
                </a:lnTo>
                <a:lnTo>
                  <a:pt x="7098" y="8095"/>
                </a:lnTo>
                <a:lnTo>
                  <a:pt x="8640" y="8308"/>
                </a:lnTo>
                <a:lnTo>
                  <a:pt x="8104" y="9130"/>
                </a:lnTo>
                <a:lnTo>
                  <a:pt x="7569" y="9958"/>
                </a:lnTo>
                <a:lnTo>
                  <a:pt x="7026" y="10788"/>
                </a:lnTo>
                <a:lnTo>
                  <a:pt x="6480" y="11631"/>
                </a:lnTo>
                <a:lnTo>
                  <a:pt x="7849" y="11875"/>
                </a:lnTo>
                <a:lnTo>
                  <a:pt x="9238" y="12124"/>
                </a:lnTo>
                <a:lnTo>
                  <a:pt x="12085" y="12724"/>
                </a:lnTo>
                <a:lnTo>
                  <a:pt x="14319" y="13214"/>
                </a:lnTo>
                <a:lnTo>
                  <a:pt x="16034" y="13630"/>
                </a:lnTo>
                <a:lnTo>
                  <a:pt x="17328" y="14007"/>
                </a:lnTo>
                <a:lnTo>
                  <a:pt x="18293" y="14386"/>
                </a:lnTo>
                <a:lnTo>
                  <a:pt x="19025" y="14803"/>
                </a:lnTo>
                <a:lnTo>
                  <a:pt x="19621" y="15294"/>
                </a:lnTo>
                <a:lnTo>
                  <a:pt x="20174" y="15899"/>
                </a:lnTo>
                <a:lnTo>
                  <a:pt x="20781" y="16654"/>
                </a:lnTo>
                <a:lnTo>
                  <a:pt x="21051" y="17572"/>
                </a:lnTo>
                <a:lnTo>
                  <a:pt x="21228" y="18289"/>
                </a:lnTo>
                <a:lnTo>
                  <a:pt x="21354" y="19040"/>
                </a:lnTo>
                <a:lnTo>
                  <a:pt x="21464" y="20065"/>
                </a:lnTo>
                <a:lnTo>
                  <a:pt x="21600" y="21600"/>
                </a:lnTo>
                <a:lnTo>
                  <a:pt x="20157" y="21404"/>
                </a:lnTo>
                <a:lnTo>
                  <a:pt x="18716" y="21196"/>
                </a:lnTo>
                <a:lnTo>
                  <a:pt x="17280" y="20977"/>
                </a:lnTo>
                <a:lnTo>
                  <a:pt x="16075" y="20802"/>
                </a:lnTo>
                <a:lnTo>
                  <a:pt x="14850" y="20626"/>
                </a:lnTo>
                <a:lnTo>
                  <a:pt x="13913" y="20284"/>
                </a:lnTo>
                <a:lnTo>
                  <a:pt x="12960" y="19938"/>
                </a:lnTo>
                <a:lnTo>
                  <a:pt x="12960" y="18840"/>
                </a:lnTo>
                <a:lnTo>
                  <a:pt x="12960" y="17735"/>
                </a:lnTo>
                <a:lnTo>
                  <a:pt x="12960" y="16615"/>
                </a:lnTo>
                <a:lnTo>
                  <a:pt x="11547" y="15994"/>
                </a:lnTo>
                <a:lnTo>
                  <a:pt x="10513" y="15594"/>
                </a:lnTo>
                <a:lnTo>
                  <a:pt x="9353" y="15235"/>
                </a:lnTo>
                <a:lnTo>
                  <a:pt x="7560" y="14746"/>
                </a:lnTo>
                <a:lnTo>
                  <a:pt x="7113" y="14622"/>
                </a:lnTo>
                <a:lnTo>
                  <a:pt x="6327" y="14402"/>
                </a:lnTo>
                <a:lnTo>
                  <a:pt x="4523" y="13902"/>
                </a:lnTo>
                <a:lnTo>
                  <a:pt x="3350" y="13600"/>
                </a:lnTo>
                <a:lnTo>
                  <a:pt x="2160" y="13292"/>
                </a:lnTo>
                <a:lnTo>
                  <a:pt x="2588" y="12305"/>
                </a:lnTo>
                <a:lnTo>
                  <a:pt x="3018" y="11315"/>
                </a:lnTo>
                <a:lnTo>
                  <a:pt x="3447" y="10321"/>
                </a:lnTo>
                <a:lnTo>
                  <a:pt x="3882" y="9320"/>
                </a:lnTo>
                <a:lnTo>
                  <a:pt x="4320" y="8308"/>
                </a:lnTo>
                <a:lnTo>
                  <a:pt x="2892" y="8308"/>
                </a:lnTo>
                <a:lnTo>
                  <a:pt x="1456" y="8308"/>
                </a:lnTo>
                <a:lnTo>
                  <a:pt x="0" y="8308"/>
                </a:lnTo>
                <a:lnTo>
                  <a:pt x="0" y="7133"/>
                </a:lnTo>
                <a:lnTo>
                  <a:pt x="0" y="5957"/>
                </a:lnTo>
                <a:lnTo>
                  <a:pt x="0" y="4777"/>
                </a:lnTo>
                <a:lnTo>
                  <a:pt x="0" y="3592"/>
                </a:lnTo>
                <a:lnTo>
                  <a:pt x="0" y="2403"/>
                </a:lnTo>
                <a:lnTo>
                  <a:pt x="0" y="1206"/>
                </a:lnTo>
                <a:lnTo>
                  <a:pt x="0" y="0"/>
                </a:lnTo>
                <a:close/>
              </a:path>
            </a:pathLst>
          </a:custGeom>
          <a:solidFill>
            <a:srgbClr val="9A9C9D"/>
          </a:solidFill>
          <a:ln>
            <a:noFill/>
          </a:ln>
        </p:spPr>
        <p:txBody>
          <a:bodyPr/>
          <a:lstStyle/>
          <a:p/>
        </p:txBody>
      </p:sp>
      <p:sp>
        <p:nvSpPr>
          <p:cNvPr id="9139" name="contour_09137"/>
          <p:cNvSpPr/>
          <p:nvPr/>
        </p:nvSpPr>
        <p:spPr>
          <a:xfrm>
            <a:off x="8479021" y="1734542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31" y="543"/>
                </a:lnTo>
                <a:lnTo>
                  <a:pt x="3829" y="953"/>
                </a:lnTo>
                <a:lnTo>
                  <a:pt x="5236" y="1363"/>
                </a:lnTo>
                <a:lnTo>
                  <a:pt x="6897" y="1904"/>
                </a:lnTo>
                <a:lnTo>
                  <a:pt x="9257" y="2700"/>
                </a:lnTo>
                <a:lnTo>
                  <a:pt x="10300" y="4790"/>
                </a:lnTo>
                <a:lnTo>
                  <a:pt x="10982" y="6256"/>
                </a:lnTo>
                <a:lnTo>
                  <a:pt x="11451" y="7487"/>
                </a:lnTo>
                <a:lnTo>
                  <a:pt x="11855" y="8872"/>
                </a:lnTo>
                <a:lnTo>
                  <a:pt x="12343" y="10800"/>
                </a:lnTo>
                <a:lnTo>
                  <a:pt x="13870" y="9463"/>
                </a:lnTo>
                <a:lnTo>
                  <a:pt x="15407" y="8119"/>
                </a:lnTo>
                <a:lnTo>
                  <a:pt x="16950" y="6769"/>
                </a:lnTo>
                <a:lnTo>
                  <a:pt x="18514" y="5400"/>
                </a:lnTo>
                <a:lnTo>
                  <a:pt x="18854" y="7182"/>
                </a:lnTo>
                <a:lnTo>
                  <a:pt x="19193" y="8967"/>
                </a:lnTo>
                <a:lnTo>
                  <a:pt x="19533" y="10751"/>
                </a:lnTo>
                <a:lnTo>
                  <a:pt x="19875" y="12542"/>
                </a:lnTo>
                <a:lnTo>
                  <a:pt x="20218" y="14337"/>
                </a:lnTo>
                <a:lnTo>
                  <a:pt x="20560" y="16141"/>
                </a:lnTo>
                <a:lnTo>
                  <a:pt x="20906" y="17950"/>
                </a:lnTo>
                <a:lnTo>
                  <a:pt x="21251" y="19769"/>
                </a:lnTo>
                <a:lnTo>
                  <a:pt x="21600" y="21600"/>
                </a:lnTo>
                <a:lnTo>
                  <a:pt x="17789" y="21527"/>
                </a:lnTo>
                <a:lnTo>
                  <a:pt x="14771" y="21446"/>
                </a:lnTo>
                <a:lnTo>
                  <a:pt x="12398" y="21341"/>
                </a:lnTo>
                <a:lnTo>
                  <a:pt x="10513" y="21187"/>
                </a:lnTo>
                <a:lnTo>
                  <a:pt x="8964" y="20960"/>
                </a:lnTo>
                <a:lnTo>
                  <a:pt x="7597" y="20642"/>
                </a:lnTo>
                <a:lnTo>
                  <a:pt x="6264" y="20207"/>
                </a:lnTo>
                <a:lnTo>
                  <a:pt x="4811" y="19634"/>
                </a:lnTo>
                <a:lnTo>
                  <a:pt x="3086" y="18900"/>
                </a:lnTo>
                <a:lnTo>
                  <a:pt x="2339" y="17034"/>
                </a:lnTo>
                <a:lnTo>
                  <a:pt x="1725" y="15177"/>
                </a:lnTo>
                <a:lnTo>
                  <a:pt x="1225" y="13322"/>
                </a:lnTo>
                <a:lnTo>
                  <a:pt x="836" y="11464"/>
                </a:lnTo>
                <a:lnTo>
                  <a:pt x="537" y="9599"/>
                </a:lnTo>
                <a:lnTo>
                  <a:pt x="321" y="7722"/>
                </a:lnTo>
                <a:lnTo>
                  <a:pt x="170" y="5829"/>
                </a:lnTo>
                <a:lnTo>
                  <a:pt x="74" y="3915"/>
                </a:lnTo>
                <a:lnTo>
                  <a:pt x="22" y="1974"/>
                </a:lnTo>
                <a:lnTo>
                  <a:pt x="0" y="0"/>
                </a:lnTo>
                <a:close/>
              </a:path>
            </a:pathLst>
          </a:custGeom>
          <a:solidFill>
            <a:srgbClr val="5C5B5C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0" name="contour_09138"/>
          <p:cNvSpPr/>
          <p:nvPr/>
        </p:nvSpPr>
        <p:spPr>
          <a:xfrm>
            <a:off x="10417627" y="1720243"/>
            <a:ext cx="109320" cy="291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190"/>
                </a:moveTo>
                <a:lnTo>
                  <a:pt x="21600" y="8755"/>
                </a:lnTo>
                <a:lnTo>
                  <a:pt x="21600" y="12343"/>
                </a:lnTo>
                <a:lnTo>
                  <a:pt x="21600" y="15979"/>
                </a:lnTo>
                <a:lnTo>
                  <a:pt x="20615" y="16756"/>
                </a:lnTo>
                <a:lnTo>
                  <a:pt x="19633" y="17457"/>
                </a:lnTo>
                <a:lnTo>
                  <a:pt x="18652" y="18094"/>
                </a:lnTo>
                <a:lnTo>
                  <a:pt x="17675" y="18665"/>
                </a:lnTo>
                <a:lnTo>
                  <a:pt x="16697" y="19178"/>
                </a:lnTo>
                <a:lnTo>
                  <a:pt x="15722" y="19626"/>
                </a:lnTo>
                <a:lnTo>
                  <a:pt x="14746" y="20025"/>
                </a:lnTo>
                <a:lnTo>
                  <a:pt x="13771" y="20370"/>
                </a:lnTo>
                <a:lnTo>
                  <a:pt x="12797" y="20661"/>
                </a:lnTo>
                <a:lnTo>
                  <a:pt x="11822" y="20909"/>
                </a:lnTo>
                <a:lnTo>
                  <a:pt x="10848" y="21114"/>
                </a:lnTo>
                <a:lnTo>
                  <a:pt x="9871" y="21276"/>
                </a:lnTo>
                <a:lnTo>
                  <a:pt x="8893" y="21406"/>
                </a:lnTo>
                <a:lnTo>
                  <a:pt x="7916" y="21498"/>
                </a:lnTo>
                <a:lnTo>
                  <a:pt x="6935" y="21557"/>
                </a:lnTo>
                <a:lnTo>
                  <a:pt x="5953" y="21595"/>
                </a:lnTo>
                <a:lnTo>
                  <a:pt x="4969" y="21600"/>
                </a:lnTo>
                <a:lnTo>
                  <a:pt x="3982" y="21589"/>
                </a:lnTo>
                <a:lnTo>
                  <a:pt x="2991" y="21557"/>
                </a:lnTo>
                <a:lnTo>
                  <a:pt x="1999" y="21508"/>
                </a:lnTo>
                <a:lnTo>
                  <a:pt x="1001" y="21444"/>
                </a:lnTo>
                <a:lnTo>
                  <a:pt x="0" y="21373"/>
                </a:lnTo>
                <a:lnTo>
                  <a:pt x="0" y="18698"/>
                </a:lnTo>
                <a:lnTo>
                  <a:pt x="0" y="15979"/>
                </a:lnTo>
                <a:lnTo>
                  <a:pt x="998" y="15979"/>
                </a:lnTo>
                <a:lnTo>
                  <a:pt x="1997" y="15979"/>
                </a:lnTo>
                <a:lnTo>
                  <a:pt x="2997" y="15979"/>
                </a:lnTo>
                <a:lnTo>
                  <a:pt x="3997" y="15979"/>
                </a:lnTo>
                <a:lnTo>
                  <a:pt x="5003" y="15979"/>
                </a:lnTo>
                <a:lnTo>
                  <a:pt x="6009" y="15979"/>
                </a:lnTo>
                <a:lnTo>
                  <a:pt x="7020" y="15979"/>
                </a:lnTo>
                <a:lnTo>
                  <a:pt x="8035" y="15979"/>
                </a:lnTo>
                <a:lnTo>
                  <a:pt x="9055" y="15979"/>
                </a:lnTo>
                <a:lnTo>
                  <a:pt x="10080" y="15979"/>
                </a:lnTo>
                <a:lnTo>
                  <a:pt x="10080" y="12413"/>
                </a:lnTo>
                <a:lnTo>
                  <a:pt x="10080" y="8826"/>
                </a:lnTo>
                <a:lnTo>
                  <a:pt x="10080" y="5190"/>
                </a:lnTo>
                <a:lnTo>
                  <a:pt x="10976" y="3469"/>
                </a:lnTo>
                <a:lnTo>
                  <a:pt x="11902" y="2109"/>
                </a:lnTo>
                <a:lnTo>
                  <a:pt x="12851" y="1100"/>
                </a:lnTo>
                <a:lnTo>
                  <a:pt x="13820" y="421"/>
                </a:lnTo>
                <a:lnTo>
                  <a:pt x="14802" y="59"/>
                </a:lnTo>
                <a:lnTo>
                  <a:pt x="15791" y="0"/>
                </a:lnTo>
                <a:lnTo>
                  <a:pt x="16785" y="232"/>
                </a:lnTo>
                <a:lnTo>
                  <a:pt x="17774" y="734"/>
                </a:lnTo>
                <a:lnTo>
                  <a:pt x="18756" y="1500"/>
                </a:lnTo>
                <a:lnTo>
                  <a:pt x="19725" y="2503"/>
                </a:lnTo>
                <a:lnTo>
                  <a:pt x="20674" y="3738"/>
                </a:lnTo>
                <a:lnTo>
                  <a:pt x="21600" y="5190"/>
                </a:lnTo>
                <a:close/>
              </a:path>
            </a:pathLst>
          </a:custGeom>
          <a:solidFill>
            <a:srgbClr val="C4C7C7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1" name="contour_09139"/>
          <p:cNvSpPr/>
          <p:nvPr/>
        </p:nvSpPr>
        <p:spPr>
          <a:xfrm>
            <a:off x="8092757" y="1724754"/>
            <a:ext cx="65592" cy="462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78" y="24"/>
                </a:moveTo>
                <a:lnTo>
                  <a:pt x="6823" y="0"/>
                </a:lnTo>
                <a:lnTo>
                  <a:pt x="8551" y="92"/>
                </a:lnTo>
                <a:lnTo>
                  <a:pt x="10181" y="313"/>
                </a:lnTo>
                <a:lnTo>
                  <a:pt x="11724" y="678"/>
                </a:lnTo>
                <a:lnTo>
                  <a:pt x="13200" y="1188"/>
                </a:lnTo>
                <a:lnTo>
                  <a:pt x="14628" y="1859"/>
                </a:lnTo>
                <a:lnTo>
                  <a:pt x="16022" y="2704"/>
                </a:lnTo>
                <a:lnTo>
                  <a:pt x="17398" y="3725"/>
                </a:lnTo>
                <a:lnTo>
                  <a:pt x="18775" y="4938"/>
                </a:lnTo>
                <a:lnTo>
                  <a:pt x="20172" y="6354"/>
                </a:lnTo>
                <a:lnTo>
                  <a:pt x="21600" y="7979"/>
                </a:lnTo>
                <a:lnTo>
                  <a:pt x="20921" y="9906"/>
                </a:lnTo>
                <a:lnTo>
                  <a:pt x="20242" y="11834"/>
                </a:lnTo>
                <a:lnTo>
                  <a:pt x="19560" y="13768"/>
                </a:lnTo>
                <a:lnTo>
                  <a:pt x="18876" y="15709"/>
                </a:lnTo>
                <a:lnTo>
                  <a:pt x="18190" y="17660"/>
                </a:lnTo>
                <a:lnTo>
                  <a:pt x="17496" y="19625"/>
                </a:lnTo>
                <a:lnTo>
                  <a:pt x="16800" y="21600"/>
                </a:lnTo>
                <a:lnTo>
                  <a:pt x="16800" y="19349"/>
                </a:lnTo>
                <a:lnTo>
                  <a:pt x="16800" y="17085"/>
                </a:lnTo>
                <a:lnTo>
                  <a:pt x="16800" y="14789"/>
                </a:lnTo>
                <a:lnTo>
                  <a:pt x="15137" y="14789"/>
                </a:lnTo>
                <a:lnTo>
                  <a:pt x="13474" y="14789"/>
                </a:lnTo>
                <a:lnTo>
                  <a:pt x="11806" y="14789"/>
                </a:lnTo>
                <a:lnTo>
                  <a:pt x="10138" y="14789"/>
                </a:lnTo>
                <a:lnTo>
                  <a:pt x="8462" y="14789"/>
                </a:lnTo>
                <a:lnTo>
                  <a:pt x="6785" y="14789"/>
                </a:lnTo>
                <a:lnTo>
                  <a:pt x="5100" y="14789"/>
                </a:lnTo>
                <a:lnTo>
                  <a:pt x="3408" y="14789"/>
                </a:lnTo>
                <a:lnTo>
                  <a:pt x="1709" y="14789"/>
                </a:lnTo>
                <a:lnTo>
                  <a:pt x="0" y="14789"/>
                </a:lnTo>
                <a:lnTo>
                  <a:pt x="329" y="9995"/>
                </a:lnTo>
                <a:lnTo>
                  <a:pt x="641" y="6525"/>
                </a:lnTo>
                <a:lnTo>
                  <a:pt x="1020" y="4124"/>
                </a:lnTo>
                <a:lnTo>
                  <a:pt x="1558" y="2530"/>
                </a:lnTo>
                <a:lnTo>
                  <a:pt x="2338" y="1488"/>
                </a:lnTo>
                <a:lnTo>
                  <a:pt x="3449" y="739"/>
                </a:lnTo>
                <a:lnTo>
                  <a:pt x="4978" y="24"/>
                </a:lnTo>
                <a:close/>
              </a:path>
            </a:pathLst>
          </a:custGeom>
          <a:solidFill>
            <a:srgbClr val="D5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2" name="contour_09140"/>
          <p:cNvSpPr/>
          <p:nvPr/>
        </p:nvSpPr>
        <p:spPr>
          <a:xfrm>
            <a:off x="1686613" y="1712678"/>
            <a:ext cx="947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374"/>
                </a:lnTo>
                <a:lnTo>
                  <a:pt x="2251" y="749"/>
                </a:lnTo>
                <a:lnTo>
                  <a:pt x="3378" y="1127"/>
                </a:lnTo>
                <a:lnTo>
                  <a:pt x="4504" y="1501"/>
                </a:lnTo>
                <a:lnTo>
                  <a:pt x="5631" y="1876"/>
                </a:lnTo>
                <a:lnTo>
                  <a:pt x="6759" y="2254"/>
                </a:lnTo>
                <a:lnTo>
                  <a:pt x="7889" y="2628"/>
                </a:lnTo>
                <a:lnTo>
                  <a:pt x="9020" y="3006"/>
                </a:lnTo>
                <a:lnTo>
                  <a:pt x="10152" y="3384"/>
                </a:lnTo>
                <a:lnTo>
                  <a:pt x="11287" y="3762"/>
                </a:lnTo>
                <a:lnTo>
                  <a:pt x="12422" y="4140"/>
                </a:lnTo>
                <a:lnTo>
                  <a:pt x="13560" y="4522"/>
                </a:lnTo>
                <a:lnTo>
                  <a:pt x="14700" y="4900"/>
                </a:lnTo>
                <a:lnTo>
                  <a:pt x="15843" y="5281"/>
                </a:lnTo>
                <a:lnTo>
                  <a:pt x="16988" y="5663"/>
                </a:lnTo>
                <a:lnTo>
                  <a:pt x="18137" y="6044"/>
                </a:lnTo>
                <a:lnTo>
                  <a:pt x="19287" y="6430"/>
                </a:lnTo>
                <a:lnTo>
                  <a:pt x="20442" y="6815"/>
                </a:lnTo>
                <a:lnTo>
                  <a:pt x="21600" y="7200"/>
                </a:lnTo>
                <a:lnTo>
                  <a:pt x="21178" y="7657"/>
                </a:lnTo>
                <a:lnTo>
                  <a:pt x="20774" y="8096"/>
                </a:lnTo>
                <a:lnTo>
                  <a:pt x="20271" y="8640"/>
                </a:lnTo>
                <a:lnTo>
                  <a:pt x="19555" y="9418"/>
                </a:lnTo>
                <a:lnTo>
                  <a:pt x="18506" y="10552"/>
                </a:lnTo>
                <a:lnTo>
                  <a:pt x="17012" y="12172"/>
                </a:lnTo>
                <a:lnTo>
                  <a:pt x="14954" y="14400"/>
                </a:lnTo>
                <a:lnTo>
                  <a:pt x="14678" y="15030"/>
                </a:lnTo>
                <a:lnTo>
                  <a:pt x="14195" y="16139"/>
                </a:lnTo>
                <a:lnTo>
                  <a:pt x="13085" y="18677"/>
                </a:lnTo>
                <a:lnTo>
                  <a:pt x="12364" y="20128"/>
                </a:lnTo>
                <a:lnTo>
                  <a:pt x="11631" y="21600"/>
                </a:lnTo>
                <a:lnTo>
                  <a:pt x="10528" y="21038"/>
                </a:lnTo>
                <a:lnTo>
                  <a:pt x="9813" y="20477"/>
                </a:lnTo>
                <a:lnTo>
                  <a:pt x="9177" y="19577"/>
                </a:lnTo>
                <a:lnTo>
                  <a:pt x="8308" y="18000"/>
                </a:lnTo>
                <a:lnTo>
                  <a:pt x="8308" y="15620"/>
                </a:lnTo>
                <a:lnTo>
                  <a:pt x="8308" y="13226"/>
                </a:lnTo>
                <a:lnTo>
                  <a:pt x="8308" y="10800"/>
                </a:lnTo>
                <a:lnTo>
                  <a:pt x="7221" y="10076"/>
                </a:lnTo>
                <a:lnTo>
                  <a:pt x="6425" y="9644"/>
                </a:lnTo>
                <a:lnTo>
                  <a:pt x="5533" y="9346"/>
                </a:lnTo>
                <a:lnTo>
                  <a:pt x="4154" y="9000"/>
                </a:lnTo>
                <a:lnTo>
                  <a:pt x="2775" y="8654"/>
                </a:lnTo>
                <a:lnTo>
                  <a:pt x="1883" y="8356"/>
                </a:lnTo>
                <a:lnTo>
                  <a:pt x="1087" y="7924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777877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3" name="contour_09141"/>
          <p:cNvSpPr/>
          <p:nvPr/>
        </p:nvSpPr>
        <p:spPr>
          <a:xfrm>
            <a:off x="1154939" y="1668950"/>
            <a:ext cx="5248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55" y="0"/>
                </a:moveTo>
                <a:lnTo>
                  <a:pt x="4343" y="0"/>
                </a:lnTo>
                <a:lnTo>
                  <a:pt x="5854" y="0"/>
                </a:lnTo>
                <a:lnTo>
                  <a:pt x="6139" y="1131"/>
                </a:lnTo>
                <a:lnTo>
                  <a:pt x="6385" y="2264"/>
                </a:lnTo>
                <a:lnTo>
                  <a:pt x="6601" y="3401"/>
                </a:lnTo>
                <a:lnTo>
                  <a:pt x="6790" y="4540"/>
                </a:lnTo>
                <a:lnTo>
                  <a:pt x="7189" y="6015"/>
                </a:lnTo>
                <a:lnTo>
                  <a:pt x="7624" y="7285"/>
                </a:lnTo>
                <a:lnTo>
                  <a:pt x="8194" y="8414"/>
                </a:lnTo>
                <a:lnTo>
                  <a:pt x="9000" y="9465"/>
                </a:lnTo>
                <a:lnTo>
                  <a:pt x="10140" y="10498"/>
                </a:lnTo>
                <a:lnTo>
                  <a:pt x="11712" y="11576"/>
                </a:lnTo>
                <a:lnTo>
                  <a:pt x="13346" y="12277"/>
                </a:lnTo>
                <a:lnTo>
                  <a:pt x="14990" y="12974"/>
                </a:lnTo>
                <a:lnTo>
                  <a:pt x="16636" y="13665"/>
                </a:lnTo>
                <a:lnTo>
                  <a:pt x="18286" y="14352"/>
                </a:lnTo>
                <a:lnTo>
                  <a:pt x="19780" y="15189"/>
                </a:lnTo>
                <a:lnTo>
                  <a:pt x="20622" y="15955"/>
                </a:lnTo>
                <a:lnTo>
                  <a:pt x="21126" y="17086"/>
                </a:lnTo>
                <a:lnTo>
                  <a:pt x="21600" y="19024"/>
                </a:lnTo>
                <a:lnTo>
                  <a:pt x="21228" y="20302"/>
                </a:lnTo>
                <a:lnTo>
                  <a:pt x="20850" y="21600"/>
                </a:lnTo>
                <a:lnTo>
                  <a:pt x="18799" y="21029"/>
                </a:lnTo>
                <a:lnTo>
                  <a:pt x="16846" y="20447"/>
                </a:lnTo>
                <a:lnTo>
                  <a:pt x="14984" y="19846"/>
                </a:lnTo>
                <a:lnTo>
                  <a:pt x="13205" y="19218"/>
                </a:lnTo>
                <a:lnTo>
                  <a:pt x="11502" y="18552"/>
                </a:lnTo>
                <a:lnTo>
                  <a:pt x="9873" y="17840"/>
                </a:lnTo>
                <a:lnTo>
                  <a:pt x="8311" y="17072"/>
                </a:lnTo>
                <a:lnTo>
                  <a:pt x="6805" y="16239"/>
                </a:lnTo>
                <a:lnTo>
                  <a:pt x="5354" y="15332"/>
                </a:lnTo>
                <a:lnTo>
                  <a:pt x="3947" y="14342"/>
                </a:lnTo>
                <a:lnTo>
                  <a:pt x="2582" y="13262"/>
                </a:lnTo>
                <a:lnTo>
                  <a:pt x="1251" y="12080"/>
                </a:lnTo>
                <a:lnTo>
                  <a:pt x="567" y="10753"/>
                </a:lnTo>
                <a:lnTo>
                  <a:pt x="162" y="9477"/>
                </a:lnTo>
                <a:lnTo>
                  <a:pt x="0" y="8234"/>
                </a:lnTo>
                <a:lnTo>
                  <a:pt x="48" y="7004"/>
                </a:lnTo>
                <a:lnTo>
                  <a:pt x="267" y="5771"/>
                </a:lnTo>
                <a:lnTo>
                  <a:pt x="621" y="4516"/>
                </a:lnTo>
                <a:lnTo>
                  <a:pt x="1074" y="3222"/>
                </a:lnTo>
                <a:lnTo>
                  <a:pt x="1590" y="1871"/>
                </a:lnTo>
                <a:lnTo>
                  <a:pt x="2216" y="943"/>
                </a:lnTo>
                <a:lnTo>
                  <a:pt x="2855" y="0"/>
                </a:lnTo>
                <a:close/>
              </a:path>
            </a:pathLst>
          </a:custGeom>
          <a:solidFill>
            <a:srgbClr val="8C8D8C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4" name="contour_09142"/>
          <p:cNvSpPr/>
          <p:nvPr/>
        </p:nvSpPr>
        <p:spPr>
          <a:xfrm>
            <a:off x="10352035" y="1689160"/>
            <a:ext cx="72880" cy="33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62"/>
                </a:moveTo>
                <a:lnTo>
                  <a:pt x="1369" y="959"/>
                </a:lnTo>
                <a:lnTo>
                  <a:pt x="2739" y="861"/>
                </a:lnTo>
                <a:lnTo>
                  <a:pt x="4108" y="772"/>
                </a:lnTo>
                <a:lnTo>
                  <a:pt x="5478" y="688"/>
                </a:lnTo>
                <a:lnTo>
                  <a:pt x="6845" y="613"/>
                </a:lnTo>
                <a:lnTo>
                  <a:pt x="8217" y="543"/>
                </a:lnTo>
                <a:lnTo>
                  <a:pt x="9586" y="477"/>
                </a:lnTo>
                <a:lnTo>
                  <a:pt x="10271" y="421"/>
                </a:lnTo>
                <a:lnTo>
                  <a:pt x="12340" y="239"/>
                </a:lnTo>
                <a:lnTo>
                  <a:pt x="13649" y="196"/>
                </a:lnTo>
                <a:lnTo>
                  <a:pt x="14977" y="150"/>
                </a:lnTo>
                <a:lnTo>
                  <a:pt x="16185" y="75"/>
                </a:lnTo>
                <a:lnTo>
                  <a:pt x="17410" y="0"/>
                </a:lnTo>
                <a:lnTo>
                  <a:pt x="18889" y="921"/>
                </a:lnTo>
                <a:lnTo>
                  <a:pt x="19768" y="2423"/>
                </a:lnTo>
                <a:lnTo>
                  <a:pt x="20799" y="5795"/>
                </a:lnTo>
                <a:lnTo>
                  <a:pt x="21196" y="8087"/>
                </a:lnTo>
                <a:lnTo>
                  <a:pt x="21600" y="10416"/>
                </a:lnTo>
                <a:lnTo>
                  <a:pt x="20317" y="10416"/>
                </a:lnTo>
                <a:lnTo>
                  <a:pt x="19030" y="10416"/>
                </a:lnTo>
                <a:lnTo>
                  <a:pt x="17738" y="10416"/>
                </a:lnTo>
                <a:lnTo>
                  <a:pt x="16435" y="10416"/>
                </a:lnTo>
                <a:lnTo>
                  <a:pt x="15120" y="10416"/>
                </a:lnTo>
                <a:lnTo>
                  <a:pt x="15120" y="13508"/>
                </a:lnTo>
                <a:lnTo>
                  <a:pt x="15120" y="16619"/>
                </a:lnTo>
                <a:lnTo>
                  <a:pt x="15120" y="19771"/>
                </a:lnTo>
                <a:lnTo>
                  <a:pt x="13852" y="20056"/>
                </a:lnTo>
                <a:lnTo>
                  <a:pt x="12584" y="20314"/>
                </a:lnTo>
                <a:lnTo>
                  <a:pt x="11316" y="20543"/>
                </a:lnTo>
                <a:lnTo>
                  <a:pt x="10044" y="20749"/>
                </a:lnTo>
                <a:lnTo>
                  <a:pt x="8774" y="20940"/>
                </a:lnTo>
                <a:lnTo>
                  <a:pt x="7595" y="21156"/>
                </a:lnTo>
                <a:lnTo>
                  <a:pt x="6409" y="21375"/>
                </a:lnTo>
                <a:lnTo>
                  <a:pt x="5206" y="21600"/>
                </a:lnTo>
                <a:lnTo>
                  <a:pt x="4199" y="20997"/>
                </a:lnTo>
                <a:lnTo>
                  <a:pt x="3186" y="20389"/>
                </a:lnTo>
                <a:lnTo>
                  <a:pt x="2160" y="19771"/>
                </a:lnTo>
                <a:lnTo>
                  <a:pt x="1583" y="16736"/>
                </a:lnTo>
                <a:lnTo>
                  <a:pt x="1119" y="13691"/>
                </a:lnTo>
                <a:lnTo>
                  <a:pt x="747" y="10613"/>
                </a:lnTo>
                <a:lnTo>
                  <a:pt x="449" y="7488"/>
                </a:lnTo>
                <a:lnTo>
                  <a:pt x="207" y="4313"/>
                </a:lnTo>
                <a:lnTo>
                  <a:pt x="0" y="1062"/>
                </a:lnTo>
                <a:close/>
              </a:path>
            </a:pathLst>
          </a:custGeom>
          <a:solidFill>
            <a:srgbClr val="9C9078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5" name="contour_09143"/>
          <p:cNvSpPr/>
          <p:nvPr/>
        </p:nvSpPr>
        <p:spPr>
          <a:xfrm>
            <a:off x="10454067" y="1705390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272" y="0"/>
                </a:lnTo>
                <a:lnTo>
                  <a:pt x="6619" y="0"/>
                </a:lnTo>
                <a:lnTo>
                  <a:pt x="7966" y="0"/>
                </a:lnTo>
                <a:lnTo>
                  <a:pt x="9315" y="0"/>
                </a:lnTo>
                <a:lnTo>
                  <a:pt x="10666" y="0"/>
                </a:lnTo>
                <a:lnTo>
                  <a:pt x="12019" y="0"/>
                </a:lnTo>
                <a:lnTo>
                  <a:pt x="13376" y="0"/>
                </a:lnTo>
                <a:lnTo>
                  <a:pt x="14735" y="0"/>
                </a:lnTo>
                <a:lnTo>
                  <a:pt x="16098" y="0"/>
                </a:lnTo>
                <a:lnTo>
                  <a:pt x="17467" y="0"/>
                </a:lnTo>
                <a:lnTo>
                  <a:pt x="18839" y="0"/>
                </a:lnTo>
                <a:lnTo>
                  <a:pt x="20216" y="0"/>
                </a:lnTo>
                <a:lnTo>
                  <a:pt x="21600" y="0"/>
                </a:ln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20345" y="12861"/>
                </a:lnTo>
                <a:lnTo>
                  <a:pt x="19083" y="12761"/>
                </a:lnTo>
                <a:lnTo>
                  <a:pt x="17802" y="12658"/>
                </a:lnTo>
                <a:lnTo>
                  <a:pt x="16573" y="12597"/>
                </a:lnTo>
                <a:lnTo>
                  <a:pt x="15344" y="12537"/>
                </a:lnTo>
                <a:lnTo>
                  <a:pt x="14115" y="12480"/>
                </a:lnTo>
                <a:lnTo>
                  <a:pt x="12885" y="12420"/>
                </a:lnTo>
                <a:lnTo>
                  <a:pt x="11644" y="12312"/>
                </a:lnTo>
                <a:lnTo>
                  <a:pt x="10382" y="12200"/>
                </a:lnTo>
                <a:lnTo>
                  <a:pt x="9192" y="12161"/>
                </a:lnTo>
                <a:lnTo>
                  <a:pt x="7984" y="12118"/>
                </a:lnTo>
                <a:lnTo>
                  <a:pt x="7434" y="12083"/>
                </a:lnTo>
                <a:lnTo>
                  <a:pt x="5773" y="11979"/>
                </a:lnTo>
                <a:lnTo>
                  <a:pt x="4428" y="12830"/>
                </a:lnTo>
                <a:lnTo>
                  <a:pt x="3629" y="14217"/>
                </a:lnTo>
                <a:lnTo>
                  <a:pt x="2692" y="17332"/>
                </a:lnTo>
                <a:lnTo>
                  <a:pt x="2331" y="19449"/>
                </a:lnTo>
                <a:lnTo>
                  <a:pt x="1964" y="21600"/>
                </a:lnTo>
                <a:lnTo>
                  <a:pt x="1575" y="19034"/>
                </a:lnTo>
                <a:lnTo>
                  <a:pt x="1184" y="16459"/>
                </a:lnTo>
                <a:lnTo>
                  <a:pt x="793" y="13876"/>
                </a:lnTo>
                <a:lnTo>
                  <a:pt x="399" y="11271"/>
                </a:lnTo>
                <a:lnTo>
                  <a:pt x="0" y="8640"/>
                </a:lnTo>
                <a:lnTo>
                  <a:pt x="1298" y="8640"/>
                </a:lnTo>
                <a:lnTo>
                  <a:pt x="2604" y="8640"/>
                </a:lnTo>
                <a:lnTo>
                  <a:pt x="3927" y="8640"/>
                </a:lnTo>
                <a:lnTo>
                  <a:pt x="3927" y="5784"/>
                </a:lnTo>
                <a:lnTo>
                  <a:pt x="3927" y="2912"/>
                </a:lnTo>
                <a:lnTo>
                  <a:pt x="3927" y="0"/>
                </a:lnTo>
                <a:close/>
              </a:path>
            </a:pathLst>
          </a:custGeom>
          <a:solidFill>
            <a:srgbClr val="7E7F7E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6" name="contour_09144"/>
          <p:cNvSpPr/>
          <p:nvPr/>
        </p:nvSpPr>
        <p:spPr>
          <a:xfrm>
            <a:off x="8421052" y="1674817"/>
            <a:ext cx="57969" cy="597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14" y="0"/>
                </a:moveTo>
                <a:lnTo>
                  <a:pt x="8750" y="61"/>
                </a:lnTo>
                <a:lnTo>
                  <a:pt x="10496" y="121"/>
                </a:lnTo>
                <a:lnTo>
                  <a:pt x="12266" y="185"/>
                </a:lnTo>
                <a:lnTo>
                  <a:pt x="13040" y="206"/>
                </a:lnTo>
                <a:lnTo>
                  <a:pt x="14406" y="242"/>
                </a:lnTo>
                <a:lnTo>
                  <a:pt x="17537" y="329"/>
                </a:lnTo>
                <a:lnTo>
                  <a:pt x="18879" y="390"/>
                </a:lnTo>
                <a:lnTo>
                  <a:pt x="20231" y="451"/>
                </a:lnTo>
                <a:lnTo>
                  <a:pt x="21600" y="514"/>
                </a:lnTo>
                <a:lnTo>
                  <a:pt x="21062" y="2080"/>
                </a:lnTo>
                <a:lnTo>
                  <a:pt x="20522" y="3651"/>
                </a:lnTo>
                <a:lnTo>
                  <a:pt x="19981" y="5227"/>
                </a:lnTo>
                <a:lnTo>
                  <a:pt x="19436" y="6816"/>
                </a:lnTo>
                <a:lnTo>
                  <a:pt x="18884" y="8421"/>
                </a:lnTo>
                <a:lnTo>
                  <a:pt x="17092" y="7986"/>
                </a:lnTo>
                <a:lnTo>
                  <a:pt x="15294" y="7549"/>
                </a:lnTo>
                <a:lnTo>
                  <a:pt x="13494" y="7111"/>
                </a:lnTo>
                <a:lnTo>
                  <a:pt x="11683" y="6674"/>
                </a:lnTo>
                <a:lnTo>
                  <a:pt x="9860" y="6231"/>
                </a:lnTo>
                <a:lnTo>
                  <a:pt x="8022" y="5785"/>
                </a:lnTo>
                <a:lnTo>
                  <a:pt x="8022" y="7525"/>
                </a:lnTo>
                <a:lnTo>
                  <a:pt x="8022" y="9265"/>
                </a:lnTo>
                <a:lnTo>
                  <a:pt x="8022" y="11010"/>
                </a:lnTo>
                <a:lnTo>
                  <a:pt x="8022" y="12757"/>
                </a:lnTo>
                <a:lnTo>
                  <a:pt x="8022" y="14510"/>
                </a:lnTo>
                <a:lnTo>
                  <a:pt x="8022" y="16268"/>
                </a:lnTo>
                <a:lnTo>
                  <a:pt x="8022" y="18036"/>
                </a:lnTo>
                <a:lnTo>
                  <a:pt x="8022" y="19813"/>
                </a:lnTo>
                <a:lnTo>
                  <a:pt x="8022" y="21600"/>
                </a:lnTo>
                <a:lnTo>
                  <a:pt x="6227" y="21600"/>
                </a:lnTo>
                <a:lnTo>
                  <a:pt x="4421" y="21600"/>
                </a:lnTo>
                <a:lnTo>
                  <a:pt x="2591" y="21600"/>
                </a:lnTo>
                <a:lnTo>
                  <a:pt x="2276" y="20087"/>
                </a:lnTo>
                <a:lnTo>
                  <a:pt x="1966" y="18572"/>
                </a:lnTo>
                <a:lnTo>
                  <a:pt x="1662" y="17056"/>
                </a:lnTo>
                <a:lnTo>
                  <a:pt x="1361" y="15540"/>
                </a:lnTo>
                <a:lnTo>
                  <a:pt x="1065" y="14022"/>
                </a:lnTo>
                <a:lnTo>
                  <a:pt x="779" y="12615"/>
                </a:lnTo>
                <a:lnTo>
                  <a:pt x="494" y="11197"/>
                </a:lnTo>
                <a:lnTo>
                  <a:pt x="204" y="9760"/>
                </a:lnTo>
                <a:lnTo>
                  <a:pt x="24" y="7412"/>
                </a:lnTo>
                <a:lnTo>
                  <a:pt x="0" y="5891"/>
                </a:lnTo>
                <a:lnTo>
                  <a:pt x="166" y="4526"/>
                </a:lnTo>
                <a:lnTo>
                  <a:pt x="554" y="2657"/>
                </a:lnTo>
                <a:lnTo>
                  <a:pt x="1800" y="1410"/>
                </a:lnTo>
                <a:lnTo>
                  <a:pt x="2889" y="717"/>
                </a:lnTo>
                <a:lnTo>
                  <a:pt x="4424" y="329"/>
                </a:lnTo>
                <a:lnTo>
                  <a:pt x="7014" y="0"/>
                </a:lnTo>
                <a:close/>
              </a:path>
            </a:pathLst>
          </a:custGeom>
          <a:solidFill>
            <a:srgbClr val="9EA3A2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7" name="contour_09145"/>
          <p:cNvSpPr/>
          <p:nvPr/>
        </p:nvSpPr>
        <p:spPr>
          <a:xfrm>
            <a:off x="7771371" y="1668950"/>
            <a:ext cx="3730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34" y="0"/>
                </a:moveTo>
                <a:lnTo>
                  <a:pt x="7647" y="346"/>
                </a:lnTo>
                <a:lnTo>
                  <a:pt x="9812" y="659"/>
                </a:lnTo>
                <a:lnTo>
                  <a:pt x="11737" y="1069"/>
                </a:lnTo>
                <a:lnTo>
                  <a:pt x="14029" y="1706"/>
                </a:lnTo>
                <a:lnTo>
                  <a:pt x="17295" y="2700"/>
                </a:lnTo>
                <a:lnTo>
                  <a:pt x="18831" y="4442"/>
                </a:lnTo>
                <a:lnTo>
                  <a:pt x="20013" y="6151"/>
                </a:lnTo>
                <a:lnTo>
                  <a:pt x="20861" y="7870"/>
                </a:lnTo>
                <a:lnTo>
                  <a:pt x="21385" y="9639"/>
                </a:lnTo>
                <a:lnTo>
                  <a:pt x="21600" y="11502"/>
                </a:lnTo>
                <a:lnTo>
                  <a:pt x="21516" y="13500"/>
                </a:lnTo>
                <a:lnTo>
                  <a:pt x="19836" y="15190"/>
                </a:lnTo>
                <a:lnTo>
                  <a:pt x="18025" y="16718"/>
                </a:lnTo>
                <a:lnTo>
                  <a:pt x="16054" y="18106"/>
                </a:lnTo>
                <a:lnTo>
                  <a:pt x="13885" y="19370"/>
                </a:lnTo>
                <a:lnTo>
                  <a:pt x="11496" y="20528"/>
                </a:lnTo>
                <a:lnTo>
                  <a:pt x="8854" y="21600"/>
                </a:lnTo>
                <a:lnTo>
                  <a:pt x="6065" y="21600"/>
                </a:lnTo>
                <a:lnTo>
                  <a:pt x="3258" y="21600"/>
                </a:lnTo>
                <a:lnTo>
                  <a:pt x="414" y="21600"/>
                </a:lnTo>
                <a:lnTo>
                  <a:pt x="350" y="20048"/>
                </a:lnTo>
                <a:lnTo>
                  <a:pt x="291" y="18495"/>
                </a:lnTo>
                <a:lnTo>
                  <a:pt x="241" y="16943"/>
                </a:lnTo>
                <a:lnTo>
                  <a:pt x="194" y="15390"/>
                </a:lnTo>
                <a:lnTo>
                  <a:pt x="152" y="13838"/>
                </a:lnTo>
                <a:lnTo>
                  <a:pt x="101" y="12396"/>
                </a:lnTo>
                <a:lnTo>
                  <a:pt x="51" y="10943"/>
                </a:lnTo>
                <a:lnTo>
                  <a:pt x="0" y="9472"/>
                </a:lnTo>
                <a:lnTo>
                  <a:pt x="262" y="7625"/>
                </a:lnTo>
                <a:lnTo>
                  <a:pt x="667" y="5994"/>
                </a:lnTo>
                <a:lnTo>
                  <a:pt x="1262" y="4501"/>
                </a:lnTo>
                <a:lnTo>
                  <a:pt x="2093" y="3059"/>
                </a:lnTo>
                <a:lnTo>
                  <a:pt x="3199" y="1588"/>
                </a:lnTo>
                <a:lnTo>
                  <a:pt x="4634" y="0"/>
                </a:lnTo>
                <a:close/>
              </a:path>
            </a:pathLst>
          </a:custGeom>
          <a:solidFill>
            <a:srgbClr val="E8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8" name="contour_09146"/>
          <p:cNvSpPr/>
          <p:nvPr/>
        </p:nvSpPr>
        <p:spPr>
          <a:xfrm>
            <a:off x="511985" y="1661662"/>
            <a:ext cx="4498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04" y="0"/>
                </a:moveTo>
                <a:lnTo>
                  <a:pt x="8779" y="1346"/>
                </a:lnTo>
                <a:lnTo>
                  <a:pt x="9944" y="2696"/>
                </a:lnTo>
                <a:lnTo>
                  <a:pt x="11103" y="4050"/>
                </a:lnTo>
                <a:lnTo>
                  <a:pt x="11593" y="4616"/>
                </a:lnTo>
                <a:lnTo>
                  <a:pt x="13069" y="6329"/>
                </a:lnTo>
                <a:lnTo>
                  <a:pt x="13818" y="7491"/>
                </a:lnTo>
                <a:lnTo>
                  <a:pt x="14269" y="8418"/>
                </a:lnTo>
                <a:lnTo>
                  <a:pt x="14504" y="9426"/>
                </a:lnTo>
                <a:lnTo>
                  <a:pt x="14588" y="10832"/>
                </a:lnTo>
                <a:lnTo>
                  <a:pt x="14602" y="12960"/>
                </a:lnTo>
                <a:lnTo>
                  <a:pt x="16680" y="13753"/>
                </a:lnTo>
                <a:lnTo>
                  <a:pt x="18101" y="14243"/>
                </a:lnTo>
                <a:lnTo>
                  <a:pt x="19522" y="14630"/>
                </a:lnTo>
                <a:lnTo>
                  <a:pt x="21600" y="15120"/>
                </a:lnTo>
                <a:lnTo>
                  <a:pt x="19864" y="15388"/>
                </a:lnTo>
                <a:lnTo>
                  <a:pt x="18122" y="15658"/>
                </a:lnTo>
                <a:lnTo>
                  <a:pt x="16351" y="15930"/>
                </a:lnTo>
                <a:lnTo>
                  <a:pt x="15578" y="16129"/>
                </a:lnTo>
                <a:lnTo>
                  <a:pt x="14217" y="16479"/>
                </a:lnTo>
                <a:lnTo>
                  <a:pt x="11103" y="17280"/>
                </a:lnTo>
                <a:lnTo>
                  <a:pt x="11103" y="18708"/>
                </a:lnTo>
                <a:lnTo>
                  <a:pt x="11103" y="20144"/>
                </a:lnTo>
                <a:lnTo>
                  <a:pt x="11103" y="21600"/>
                </a:lnTo>
                <a:lnTo>
                  <a:pt x="8499" y="21453"/>
                </a:lnTo>
                <a:lnTo>
                  <a:pt x="6652" y="21267"/>
                </a:lnTo>
                <a:lnTo>
                  <a:pt x="5056" y="20939"/>
                </a:lnTo>
                <a:lnTo>
                  <a:pt x="3209" y="20364"/>
                </a:lnTo>
                <a:lnTo>
                  <a:pt x="605" y="19440"/>
                </a:lnTo>
                <a:lnTo>
                  <a:pt x="322" y="17993"/>
                </a:lnTo>
                <a:lnTo>
                  <a:pt x="133" y="16552"/>
                </a:lnTo>
                <a:lnTo>
                  <a:pt x="28" y="15116"/>
                </a:lnTo>
                <a:lnTo>
                  <a:pt x="0" y="13684"/>
                </a:lnTo>
                <a:lnTo>
                  <a:pt x="35" y="12249"/>
                </a:lnTo>
                <a:lnTo>
                  <a:pt x="122" y="10815"/>
                </a:lnTo>
                <a:lnTo>
                  <a:pt x="255" y="9377"/>
                </a:lnTo>
                <a:lnTo>
                  <a:pt x="420" y="7934"/>
                </a:lnTo>
                <a:lnTo>
                  <a:pt x="605" y="6480"/>
                </a:lnTo>
                <a:lnTo>
                  <a:pt x="2918" y="6480"/>
                </a:lnTo>
                <a:lnTo>
                  <a:pt x="5245" y="6480"/>
                </a:lnTo>
                <a:lnTo>
                  <a:pt x="7604" y="6480"/>
                </a:lnTo>
                <a:lnTo>
                  <a:pt x="7604" y="5197"/>
                </a:lnTo>
                <a:lnTo>
                  <a:pt x="7604" y="3910"/>
                </a:lnTo>
                <a:lnTo>
                  <a:pt x="7604" y="2618"/>
                </a:lnTo>
                <a:lnTo>
                  <a:pt x="7604" y="1315"/>
                </a:lnTo>
                <a:lnTo>
                  <a:pt x="7604" y="0"/>
                </a:lnTo>
                <a:close/>
              </a:path>
            </a:pathLst>
          </a:custGeom>
          <a:solidFill>
            <a:srgbClr val="F9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149" name="contour_09147"/>
          <p:cNvSpPr/>
          <p:nvPr/>
        </p:nvSpPr>
        <p:spPr>
          <a:xfrm>
            <a:off x="7487854" y="1625222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604"/>
                </a:lnTo>
                <a:lnTo>
                  <a:pt x="21600" y="3213"/>
                </a:lnTo>
                <a:lnTo>
                  <a:pt x="21600" y="4828"/>
                </a:lnTo>
                <a:lnTo>
                  <a:pt x="21600" y="6456"/>
                </a:lnTo>
                <a:lnTo>
                  <a:pt x="21600" y="8100"/>
                </a:lnTo>
                <a:lnTo>
                  <a:pt x="19826" y="8813"/>
                </a:lnTo>
                <a:lnTo>
                  <a:pt x="18425" y="9118"/>
                </a:lnTo>
                <a:lnTo>
                  <a:pt x="16200" y="9283"/>
                </a:lnTo>
                <a:lnTo>
                  <a:pt x="14005" y="9661"/>
                </a:lnTo>
                <a:lnTo>
                  <a:pt x="12604" y="10055"/>
                </a:lnTo>
                <a:lnTo>
                  <a:pt x="10800" y="10800"/>
                </a:lnTo>
                <a:lnTo>
                  <a:pt x="10382" y="12671"/>
                </a:lnTo>
                <a:lnTo>
                  <a:pt x="10195" y="14423"/>
                </a:lnTo>
                <a:lnTo>
                  <a:pt x="10190" y="16124"/>
                </a:lnTo>
                <a:lnTo>
                  <a:pt x="10322" y="17844"/>
                </a:lnTo>
                <a:lnTo>
                  <a:pt x="10541" y="19648"/>
                </a:lnTo>
                <a:lnTo>
                  <a:pt x="10800" y="21600"/>
                </a:lnTo>
                <a:lnTo>
                  <a:pt x="8996" y="21281"/>
                </a:lnTo>
                <a:lnTo>
                  <a:pt x="7195" y="20944"/>
                </a:lnTo>
                <a:lnTo>
                  <a:pt x="5400" y="20588"/>
                </a:lnTo>
                <a:lnTo>
                  <a:pt x="3893" y="20304"/>
                </a:lnTo>
                <a:lnTo>
                  <a:pt x="2362" y="20018"/>
                </a:lnTo>
                <a:lnTo>
                  <a:pt x="1188" y="19464"/>
                </a:lnTo>
                <a:lnTo>
                  <a:pt x="0" y="18900"/>
                </a:lnTo>
                <a:lnTo>
                  <a:pt x="0" y="17115"/>
                </a:lnTo>
                <a:lnTo>
                  <a:pt x="0" y="15320"/>
                </a:lnTo>
                <a:lnTo>
                  <a:pt x="0" y="13500"/>
                </a:lnTo>
                <a:lnTo>
                  <a:pt x="1785" y="13500"/>
                </a:lnTo>
                <a:lnTo>
                  <a:pt x="3580" y="13500"/>
                </a:lnTo>
                <a:lnTo>
                  <a:pt x="5400" y="13500"/>
                </a:lnTo>
                <a:lnTo>
                  <a:pt x="4955" y="11718"/>
                </a:lnTo>
                <a:lnTo>
                  <a:pt x="4509" y="9933"/>
                </a:lnTo>
                <a:lnTo>
                  <a:pt x="4061" y="8140"/>
                </a:lnTo>
                <a:lnTo>
                  <a:pt x="3610" y="6340"/>
                </a:lnTo>
                <a:lnTo>
                  <a:pt x="3156" y="4528"/>
                </a:lnTo>
                <a:lnTo>
                  <a:pt x="2700" y="2700"/>
                </a:lnTo>
                <a:lnTo>
                  <a:pt x="3561" y="2576"/>
                </a:lnTo>
                <a:lnTo>
                  <a:pt x="4347" y="2465"/>
                </a:lnTo>
                <a:lnTo>
                  <a:pt x="5176" y="2346"/>
                </a:lnTo>
                <a:lnTo>
                  <a:pt x="6156" y="2206"/>
                </a:lnTo>
                <a:lnTo>
                  <a:pt x="7401" y="2028"/>
                </a:lnTo>
                <a:lnTo>
                  <a:pt x="9029" y="1795"/>
                </a:lnTo>
                <a:lnTo>
                  <a:pt x="11148" y="1493"/>
                </a:lnTo>
                <a:lnTo>
                  <a:pt x="13873" y="1104"/>
                </a:lnTo>
                <a:lnTo>
                  <a:pt x="17320" y="610"/>
                </a:lnTo>
                <a:lnTo>
                  <a:pt x="21600" y="0"/>
                </a:lnTo>
                <a:close/>
              </a:path>
            </a:pathLst>
          </a:custGeom>
          <a:solidFill>
            <a:srgbClr val="A8A0A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0" name="contour_09148"/>
          <p:cNvSpPr/>
          <p:nvPr/>
        </p:nvSpPr>
        <p:spPr>
          <a:xfrm>
            <a:off x="4115365" y="1587383"/>
            <a:ext cx="41877" cy="961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23" y="314"/>
                </a:moveTo>
                <a:lnTo>
                  <a:pt x="13315" y="105"/>
                </a:lnTo>
                <a:lnTo>
                  <a:pt x="15397" y="0"/>
                </a:lnTo>
                <a:lnTo>
                  <a:pt x="17112" y="0"/>
                </a:lnTo>
                <a:lnTo>
                  <a:pt x="18999" y="105"/>
                </a:lnTo>
                <a:lnTo>
                  <a:pt x="21600" y="314"/>
                </a:lnTo>
                <a:lnTo>
                  <a:pt x="20867" y="1310"/>
                </a:lnTo>
                <a:lnTo>
                  <a:pt x="20134" y="2304"/>
                </a:lnTo>
                <a:lnTo>
                  <a:pt x="19397" y="3298"/>
                </a:lnTo>
                <a:lnTo>
                  <a:pt x="18657" y="4292"/>
                </a:lnTo>
                <a:lnTo>
                  <a:pt x="17916" y="5285"/>
                </a:lnTo>
                <a:lnTo>
                  <a:pt x="17175" y="6279"/>
                </a:lnTo>
                <a:lnTo>
                  <a:pt x="16431" y="7273"/>
                </a:lnTo>
                <a:lnTo>
                  <a:pt x="15717" y="8247"/>
                </a:lnTo>
                <a:lnTo>
                  <a:pt x="14991" y="9236"/>
                </a:lnTo>
                <a:lnTo>
                  <a:pt x="14157" y="10315"/>
                </a:lnTo>
                <a:lnTo>
                  <a:pt x="13292" y="11381"/>
                </a:lnTo>
                <a:lnTo>
                  <a:pt x="12398" y="12434"/>
                </a:lnTo>
                <a:lnTo>
                  <a:pt x="11465" y="13475"/>
                </a:lnTo>
                <a:lnTo>
                  <a:pt x="10507" y="14507"/>
                </a:lnTo>
                <a:lnTo>
                  <a:pt x="9511" y="15530"/>
                </a:lnTo>
                <a:lnTo>
                  <a:pt x="8481" y="16549"/>
                </a:lnTo>
                <a:lnTo>
                  <a:pt x="7417" y="17562"/>
                </a:lnTo>
                <a:lnTo>
                  <a:pt x="6319" y="18571"/>
                </a:lnTo>
                <a:lnTo>
                  <a:pt x="5184" y="19581"/>
                </a:lnTo>
                <a:lnTo>
                  <a:pt x="4011" y="20590"/>
                </a:lnTo>
                <a:lnTo>
                  <a:pt x="2804" y="21600"/>
                </a:lnTo>
                <a:lnTo>
                  <a:pt x="1906" y="20365"/>
                </a:lnTo>
                <a:lnTo>
                  <a:pt x="1184" y="19195"/>
                </a:lnTo>
                <a:lnTo>
                  <a:pt x="639" y="18076"/>
                </a:lnTo>
                <a:lnTo>
                  <a:pt x="263" y="16999"/>
                </a:lnTo>
                <a:lnTo>
                  <a:pt x="53" y="15951"/>
                </a:lnTo>
                <a:lnTo>
                  <a:pt x="0" y="14923"/>
                </a:lnTo>
                <a:lnTo>
                  <a:pt x="105" y="13900"/>
                </a:lnTo>
                <a:lnTo>
                  <a:pt x="361" y="12873"/>
                </a:lnTo>
                <a:lnTo>
                  <a:pt x="763" y="11830"/>
                </a:lnTo>
                <a:lnTo>
                  <a:pt x="1308" y="10761"/>
                </a:lnTo>
                <a:lnTo>
                  <a:pt x="1989" y="9652"/>
                </a:lnTo>
                <a:lnTo>
                  <a:pt x="2804" y="8493"/>
                </a:lnTo>
                <a:lnTo>
                  <a:pt x="3744" y="7273"/>
                </a:lnTo>
                <a:lnTo>
                  <a:pt x="4436" y="6261"/>
                </a:lnTo>
                <a:lnTo>
                  <a:pt x="5139" y="5233"/>
                </a:lnTo>
                <a:lnTo>
                  <a:pt x="5973" y="4174"/>
                </a:lnTo>
                <a:lnTo>
                  <a:pt x="6842" y="3168"/>
                </a:lnTo>
                <a:lnTo>
                  <a:pt x="7811" y="2202"/>
                </a:lnTo>
                <a:lnTo>
                  <a:pt x="8947" y="1256"/>
                </a:lnTo>
                <a:lnTo>
                  <a:pt x="10323" y="314"/>
                </a:lnTo>
                <a:close/>
              </a:path>
            </a:pathLst>
          </a:custGeom>
          <a:solidFill>
            <a:srgbClr val="DE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1" name="contour_09149"/>
          <p:cNvSpPr/>
          <p:nvPr/>
        </p:nvSpPr>
        <p:spPr>
          <a:xfrm>
            <a:off x="848494" y="1595356"/>
            <a:ext cx="94744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71" y="0"/>
                </a:moveTo>
                <a:lnTo>
                  <a:pt x="16403" y="48"/>
                </a:lnTo>
                <a:lnTo>
                  <a:pt x="17549" y="93"/>
                </a:lnTo>
                <a:lnTo>
                  <a:pt x="18687" y="131"/>
                </a:lnTo>
                <a:lnTo>
                  <a:pt x="19840" y="165"/>
                </a:lnTo>
                <a:lnTo>
                  <a:pt x="20714" y="213"/>
                </a:lnTo>
                <a:lnTo>
                  <a:pt x="21600" y="261"/>
                </a:lnTo>
                <a:lnTo>
                  <a:pt x="20503" y="702"/>
                </a:lnTo>
                <a:lnTo>
                  <a:pt x="19405" y="1144"/>
                </a:lnTo>
                <a:lnTo>
                  <a:pt x="18302" y="1587"/>
                </a:lnTo>
                <a:lnTo>
                  <a:pt x="17195" y="2030"/>
                </a:lnTo>
                <a:lnTo>
                  <a:pt x="16079" y="2478"/>
                </a:lnTo>
                <a:lnTo>
                  <a:pt x="14954" y="2929"/>
                </a:lnTo>
                <a:lnTo>
                  <a:pt x="15118" y="4777"/>
                </a:lnTo>
                <a:lnTo>
                  <a:pt x="15283" y="6628"/>
                </a:lnTo>
                <a:lnTo>
                  <a:pt x="15449" y="8479"/>
                </a:lnTo>
                <a:lnTo>
                  <a:pt x="15613" y="10336"/>
                </a:lnTo>
                <a:lnTo>
                  <a:pt x="15780" y="12195"/>
                </a:lnTo>
                <a:lnTo>
                  <a:pt x="15946" y="14059"/>
                </a:lnTo>
                <a:lnTo>
                  <a:pt x="16112" y="15932"/>
                </a:lnTo>
                <a:lnTo>
                  <a:pt x="16280" y="17812"/>
                </a:lnTo>
                <a:lnTo>
                  <a:pt x="16448" y="19701"/>
                </a:lnTo>
                <a:lnTo>
                  <a:pt x="16615" y="21600"/>
                </a:lnTo>
                <a:lnTo>
                  <a:pt x="15628" y="21600"/>
                </a:lnTo>
                <a:lnTo>
                  <a:pt x="14638" y="21600"/>
                </a:lnTo>
                <a:lnTo>
                  <a:pt x="13645" y="21600"/>
                </a:lnTo>
                <a:lnTo>
                  <a:pt x="12643" y="21600"/>
                </a:lnTo>
                <a:lnTo>
                  <a:pt x="11631" y="21600"/>
                </a:lnTo>
                <a:lnTo>
                  <a:pt x="11631" y="20016"/>
                </a:lnTo>
                <a:lnTo>
                  <a:pt x="11631" y="18426"/>
                </a:lnTo>
                <a:lnTo>
                  <a:pt x="11631" y="16831"/>
                </a:lnTo>
                <a:lnTo>
                  <a:pt x="11631" y="15222"/>
                </a:lnTo>
                <a:lnTo>
                  <a:pt x="11631" y="13598"/>
                </a:lnTo>
                <a:lnTo>
                  <a:pt x="10479" y="13334"/>
                </a:lnTo>
                <a:lnTo>
                  <a:pt x="9328" y="13070"/>
                </a:lnTo>
                <a:lnTo>
                  <a:pt x="8175" y="12806"/>
                </a:lnTo>
                <a:lnTo>
                  <a:pt x="7018" y="12542"/>
                </a:lnTo>
                <a:lnTo>
                  <a:pt x="5860" y="12275"/>
                </a:lnTo>
                <a:lnTo>
                  <a:pt x="4697" y="12008"/>
                </a:lnTo>
                <a:lnTo>
                  <a:pt x="3531" y="11742"/>
                </a:lnTo>
                <a:lnTo>
                  <a:pt x="2361" y="11472"/>
                </a:lnTo>
                <a:lnTo>
                  <a:pt x="1183" y="11203"/>
                </a:lnTo>
                <a:lnTo>
                  <a:pt x="0" y="10931"/>
                </a:lnTo>
                <a:lnTo>
                  <a:pt x="0" y="9608"/>
                </a:lnTo>
                <a:lnTo>
                  <a:pt x="0" y="8263"/>
                </a:lnTo>
                <a:lnTo>
                  <a:pt x="950" y="7765"/>
                </a:lnTo>
                <a:lnTo>
                  <a:pt x="1896" y="7292"/>
                </a:lnTo>
                <a:lnTo>
                  <a:pt x="2841" y="6839"/>
                </a:lnTo>
                <a:lnTo>
                  <a:pt x="3790" y="6407"/>
                </a:lnTo>
                <a:lnTo>
                  <a:pt x="4745" y="5993"/>
                </a:lnTo>
                <a:lnTo>
                  <a:pt x="5711" y="5596"/>
                </a:lnTo>
                <a:lnTo>
                  <a:pt x="6816" y="5055"/>
                </a:lnTo>
                <a:lnTo>
                  <a:pt x="7909" y="4380"/>
                </a:lnTo>
                <a:lnTo>
                  <a:pt x="8992" y="3622"/>
                </a:lnTo>
                <a:lnTo>
                  <a:pt x="10064" y="2827"/>
                </a:lnTo>
                <a:lnTo>
                  <a:pt x="11126" y="2046"/>
                </a:lnTo>
                <a:lnTo>
                  <a:pt x="12177" y="1323"/>
                </a:lnTo>
                <a:lnTo>
                  <a:pt x="13219" y="710"/>
                </a:lnTo>
                <a:lnTo>
                  <a:pt x="14251" y="253"/>
                </a:lnTo>
                <a:lnTo>
                  <a:pt x="15271" y="0"/>
                </a:lnTo>
                <a:close/>
              </a:path>
            </a:pathLst>
          </a:custGeom>
          <a:solidFill>
            <a:srgbClr val="817E79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2" name="contour_09150"/>
          <p:cNvSpPr/>
          <p:nvPr/>
        </p:nvSpPr>
        <p:spPr>
          <a:xfrm>
            <a:off x="11306762" y="1607746"/>
            <a:ext cx="51016" cy="46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91" y="64"/>
                </a:lnTo>
                <a:lnTo>
                  <a:pt x="13926" y="186"/>
                </a:lnTo>
                <a:lnTo>
                  <a:pt x="15839" y="368"/>
                </a:lnTo>
                <a:lnTo>
                  <a:pt x="17746" y="618"/>
                </a:lnTo>
                <a:lnTo>
                  <a:pt x="19662" y="942"/>
                </a:lnTo>
                <a:lnTo>
                  <a:pt x="21600" y="1344"/>
                </a:lnTo>
                <a:lnTo>
                  <a:pt x="21563" y="3616"/>
                </a:lnTo>
                <a:lnTo>
                  <a:pt x="21473" y="5814"/>
                </a:lnTo>
                <a:lnTo>
                  <a:pt x="21307" y="7947"/>
                </a:lnTo>
                <a:lnTo>
                  <a:pt x="21038" y="10030"/>
                </a:lnTo>
                <a:lnTo>
                  <a:pt x="20647" y="12086"/>
                </a:lnTo>
                <a:lnTo>
                  <a:pt x="20113" y="14125"/>
                </a:lnTo>
                <a:lnTo>
                  <a:pt x="19409" y="16165"/>
                </a:lnTo>
                <a:lnTo>
                  <a:pt x="18514" y="18224"/>
                </a:lnTo>
                <a:lnTo>
                  <a:pt x="16493" y="19024"/>
                </a:lnTo>
                <a:lnTo>
                  <a:pt x="14475" y="19682"/>
                </a:lnTo>
                <a:lnTo>
                  <a:pt x="12457" y="20216"/>
                </a:lnTo>
                <a:lnTo>
                  <a:pt x="10433" y="20638"/>
                </a:lnTo>
                <a:lnTo>
                  <a:pt x="8393" y="20962"/>
                </a:lnTo>
                <a:lnTo>
                  <a:pt x="6338" y="21205"/>
                </a:lnTo>
                <a:lnTo>
                  <a:pt x="4258" y="21381"/>
                </a:lnTo>
                <a:lnTo>
                  <a:pt x="2148" y="21509"/>
                </a:lnTo>
                <a:lnTo>
                  <a:pt x="0" y="21600"/>
                </a:lnTo>
                <a:lnTo>
                  <a:pt x="883" y="16789"/>
                </a:lnTo>
                <a:lnTo>
                  <a:pt x="1632" y="12843"/>
                </a:lnTo>
                <a:lnTo>
                  <a:pt x="2299" y="9659"/>
                </a:lnTo>
                <a:lnTo>
                  <a:pt x="2928" y="7144"/>
                </a:lnTo>
                <a:lnTo>
                  <a:pt x="3561" y="5192"/>
                </a:lnTo>
                <a:lnTo>
                  <a:pt x="4246" y="3717"/>
                </a:lnTo>
                <a:lnTo>
                  <a:pt x="5027" y="2613"/>
                </a:lnTo>
                <a:lnTo>
                  <a:pt x="5949" y="1789"/>
                </a:lnTo>
                <a:lnTo>
                  <a:pt x="7060" y="1141"/>
                </a:lnTo>
                <a:lnTo>
                  <a:pt x="8399" y="577"/>
                </a:lnTo>
                <a:lnTo>
                  <a:pt x="10016" y="0"/>
                </a:lnTo>
                <a:close/>
              </a:path>
            </a:pathLst>
          </a:custGeom>
          <a:solidFill>
            <a:srgbClr val="645B85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3" name="contour_09151"/>
          <p:cNvSpPr/>
          <p:nvPr/>
        </p:nvSpPr>
        <p:spPr>
          <a:xfrm>
            <a:off x="5316608" y="1589642"/>
            <a:ext cx="43546" cy="54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4" y="1278"/>
                </a:moveTo>
                <a:lnTo>
                  <a:pt x="17085" y="2299"/>
                </a:lnTo>
                <a:lnTo>
                  <a:pt x="18509" y="3070"/>
                </a:lnTo>
                <a:lnTo>
                  <a:pt x="19745" y="3979"/>
                </a:lnTo>
                <a:lnTo>
                  <a:pt x="21405" y="5415"/>
                </a:lnTo>
                <a:lnTo>
                  <a:pt x="21593" y="7380"/>
                </a:lnTo>
                <a:lnTo>
                  <a:pt x="21600" y="9259"/>
                </a:lnTo>
                <a:lnTo>
                  <a:pt x="21419" y="11069"/>
                </a:lnTo>
                <a:lnTo>
                  <a:pt x="21058" y="12833"/>
                </a:lnTo>
                <a:lnTo>
                  <a:pt x="20512" y="14568"/>
                </a:lnTo>
                <a:lnTo>
                  <a:pt x="19782" y="16294"/>
                </a:lnTo>
                <a:lnTo>
                  <a:pt x="18874" y="18032"/>
                </a:lnTo>
                <a:lnTo>
                  <a:pt x="17790" y="19802"/>
                </a:lnTo>
                <a:lnTo>
                  <a:pt x="17023" y="20066"/>
                </a:lnTo>
                <a:lnTo>
                  <a:pt x="15679" y="20533"/>
                </a:lnTo>
                <a:lnTo>
                  <a:pt x="12591" y="21600"/>
                </a:lnTo>
                <a:lnTo>
                  <a:pt x="9670" y="20567"/>
                </a:lnTo>
                <a:lnTo>
                  <a:pt x="7541" y="19546"/>
                </a:lnTo>
                <a:lnTo>
                  <a:pt x="5965" y="18406"/>
                </a:lnTo>
                <a:lnTo>
                  <a:pt x="4707" y="17016"/>
                </a:lnTo>
                <a:lnTo>
                  <a:pt x="3528" y="15247"/>
                </a:lnTo>
                <a:lnTo>
                  <a:pt x="2202" y="12968"/>
                </a:lnTo>
                <a:lnTo>
                  <a:pt x="991" y="10079"/>
                </a:lnTo>
                <a:lnTo>
                  <a:pt x="260" y="8002"/>
                </a:lnTo>
                <a:lnTo>
                  <a:pt x="0" y="6408"/>
                </a:lnTo>
                <a:lnTo>
                  <a:pt x="202" y="4972"/>
                </a:lnTo>
                <a:lnTo>
                  <a:pt x="864" y="3369"/>
                </a:lnTo>
                <a:lnTo>
                  <a:pt x="1974" y="1278"/>
                </a:lnTo>
                <a:lnTo>
                  <a:pt x="4974" y="403"/>
                </a:lnTo>
                <a:lnTo>
                  <a:pt x="7353" y="0"/>
                </a:lnTo>
                <a:lnTo>
                  <a:pt x="9518" y="32"/>
                </a:lnTo>
                <a:lnTo>
                  <a:pt x="11883" y="469"/>
                </a:lnTo>
                <a:lnTo>
                  <a:pt x="14854" y="1278"/>
                </a:lnTo>
                <a:close/>
              </a:path>
            </a:pathLst>
          </a:custGeom>
          <a:solidFill>
            <a:srgbClr val="B7A8D6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4" name="contour_09152"/>
          <p:cNvSpPr/>
          <p:nvPr/>
        </p:nvSpPr>
        <p:spPr>
          <a:xfrm>
            <a:off x="8355125" y="1596070"/>
            <a:ext cx="4828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60" y="0"/>
                </a:moveTo>
                <a:lnTo>
                  <a:pt x="5389" y="79"/>
                </a:lnTo>
                <a:lnTo>
                  <a:pt x="7479" y="259"/>
                </a:lnTo>
                <a:lnTo>
                  <a:pt x="9540" y="544"/>
                </a:lnTo>
                <a:lnTo>
                  <a:pt x="11571" y="929"/>
                </a:lnTo>
                <a:lnTo>
                  <a:pt x="13583" y="1429"/>
                </a:lnTo>
                <a:lnTo>
                  <a:pt x="15581" y="2038"/>
                </a:lnTo>
                <a:lnTo>
                  <a:pt x="17573" y="2758"/>
                </a:lnTo>
                <a:lnTo>
                  <a:pt x="19562" y="3600"/>
                </a:lnTo>
                <a:lnTo>
                  <a:pt x="20234" y="5310"/>
                </a:lnTo>
                <a:lnTo>
                  <a:pt x="20912" y="7031"/>
                </a:lnTo>
                <a:lnTo>
                  <a:pt x="21600" y="8777"/>
                </a:lnTo>
                <a:lnTo>
                  <a:pt x="20364" y="12064"/>
                </a:lnTo>
                <a:lnTo>
                  <a:pt x="19357" y="13986"/>
                </a:lnTo>
                <a:lnTo>
                  <a:pt x="18036" y="15286"/>
                </a:lnTo>
                <a:lnTo>
                  <a:pt x="15868" y="16708"/>
                </a:lnTo>
                <a:lnTo>
                  <a:pt x="13788" y="17608"/>
                </a:lnTo>
                <a:lnTo>
                  <a:pt x="11701" y="18472"/>
                </a:lnTo>
                <a:lnTo>
                  <a:pt x="9612" y="19303"/>
                </a:lnTo>
                <a:lnTo>
                  <a:pt x="7512" y="20102"/>
                </a:lnTo>
                <a:lnTo>
                  <a:pt x="5396" y="20866"/>
                </a:lnTo>
                <a:lnTo>
                  <a:pt x="3260" y="21600"/>
                </a:lnTo>
                <a:lnTo>
                  <a:pt x="2791" y="19408"/>
                </a:lnTo>
                <a:lnTo>
                  <a:pt x="2331" y="17215"/>
                </a:lnTo>
                <a:lnTo>
                  <a:pt x="1875" y="15019"/>
                </a:lnTo>
                <a:lnTo>
                  <a:pt x="1428" y="12823"/>
                </a:lnTo>
                <a:lnTo>
                  <a:pt x="1170" y="11596"/>
                </a:lnTo>
                <a:lnTo>
                  <a:pt x="395" y="7888"/>
                </a:lnTo>
                <a:lnTo>
                  <a:pt x="199" y="5760"/>
                </a:lnTo>
                <a:lnTo>
                  <a:pt x="0" y="3600"/>
                </a:lnTo>
                <a:lnTo>
                  <a:pt x="1617" y="1814"/>
                </a:lnTo>
                <a:lnTo>
                  <a:pt x="3260" y="0"/>
                </a:lnTo>
                <a:close/>
              </a:path>
            </a:pathLst>
          </a:custGeom>
          <a:solidFill>
            <a:srgbClr val="EE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5" name="contour_09153"/>
          <p:cNvSpPr/>
          <p:nvPr/>
        </p:nvSpPr>
        <p:spPr>
          <a:xfrm>
            <a:off x="439659" y="1595356"/>
            <a:ext cx="39282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95" y="0"/>
                </a:moveTo>
                <a:lnTo>
                  <a:pt x="10720" y="71"/>
                </a:lnTo>
                <a:lnTo>
                  <a:pt x="13144" y="142"/>
                </a:lnTo>
                <a:lnTo>
                  <a:pt x="15573" y="209"/>
                </a:lnTo>
                <a:lnTo>
                  <a:pt x="17997" y="280"/>
                </a:lnTo>
                <a:lnTo>
                  <a:pt x="20426" y="347"/>
                </a:lnTo>
                <a:lnTo>
                  <a:pt x="20891" y="2951"/>
                </a:lnTo>
                <a:lnTo>
                  <a:pt x="21271" y="5494"/>
                </a:lnTo>
                <a:lnTo>
                  <a:pt x="21520" y="7995"/>
                </a:lnTo>
                <a:lnTo>
                  <a:pt x="21600" y="10481"/>
                </a:lnTo>
                <a:lnTo>
                  <a:pt x="21472" y="12971"/>
                </a:lnTo>
                <a:lnTo>
                  <a:pt x="21095" y="15490"/>
                </a:lnTo>
                <a:lnTo>
                  <a:pt x="20426" y="18058"/>
                </a:lnTo>
                <a:lnTo>
                  <a:pt x="17997" y="19021"/>
                </a:lnTo>
                <a:lnTo>
                  <a:pt x="15569" y="19783"/>
                </a:lnTo>
                <a:lnTo>
                  <a:pt x="13128" y="20367"/>
                </a:lnTo>
                <a:lnTo>
                  <a:pt x="10668" y="20807"/>
                </a:lnTo>
                <a:lnTo>
                  <a:pt x="8171" y="21122"/>
                </a:lnTo>
                <a:lnTo>
                  <a:pt x="5634" y="21341"/>
                </a:lnTo>
                <a:lnTo>
                  <a:pt x="3042" y="21494"/>
                </a:lnTo>
                <a:lnTo>
                  <a:pt x="389" y="21600"/>
                </a:lnTo>
                <a:lnTo>
                  <a:pt x="313" y="19443"/>
                </a:lnTo>
                <a:lnTo>
                  <a:pt x="248" y="17282"/>
                </a:lnTo>
                <a:lnTo>
                  <a:pt x="188" y="15125"/>
                </a:lnTo>
                <a:lnTo>
                  <a:pt x="140" y="12964"/>
                </a:lnTo>
                <a:lnTo>
                  <a:pt x="68" y="10556"/>
                </a:lnTo>
                <a:lnTo>
                  <a:pt x="0" y="8108"/>
                </a:lnTo>
                <a:lnTo>
                  <a:pt x="449" y="5253"/>
                </a:lnTo>
                <a:lnTo>
                  <a:pt x="1322" y="3092"/>
                </a:lnTo>
                <a:lnTo>
                  <a:pt x="2801" y="1548"/>
                </a:lnTo>
                <a:lnTo>
                  <a:pt x="5065" y="542"/>
                </a:lnTo>
                <a:lnTo>
                  <a:pt x="8295" y="0"/>
                </a:lnTo>
                <a:close/>
              </a:path>
            </a:pathLst>
          </a:custGeom>
          <a:solidFill>
            <a:srgbClr val="ED4B42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6" name="contour_09154"/>
          <p:cNvSpPr/>
          <p:nvPr/>
        </p:nvSpPr>
        <p:spPr>
          <a:xfrm>
            <a:off x="1577293" y="1419511"/>
            <a:ext cx="65592" cy="388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15"/>
                </a:moveTo>
                <a:lnTo>
                  <a:pt x="1702" y="648"/>
                </a:lnTo>
                <a:lnTo>
                  <a:pt x="3391" y="413"/>
                </a:lnTo>
                <a:lnTo>
                  <a:pt x="5069" y="223"/>
                </a:lnTo>
                <a:lnTo>
                  <a:pt x="6742" y="81"/>
                </a:lnTo>
                <a:lnTo>
                  <a:pt x="8410" y="4"/>
                </a:lnTo>
                <a:lnTo>
                  <a:pt x="10078" y="0"/>
                </a:lnTo>
                <a:lnTo>
                  <a:pt x="11748" y="77"/>
                </a:lnTo>
                <a:lnTo>
                  <a:pt x="13423" y="251"/>
                </a:lnTo>
                <a:lnTo>
                  <a:pt x="15106" y="527"/>
                </a:lnTo>
                <a:lnTo>
                  <a:pt x="16800" y="915"/>
                </a:lnTo>
                <a:lnTo>
                  <a:pt x="17933" y="2973"/>
                </a:lnTo>
                <a:lnTo>
                  <a:pt x="18869" y="5063"/>
                </a:lnTo>
                <a:lnTo>
                  <a:pt x="19637" y="7218"/>
                </a:lnTo>
                <a:lnTo>
                  <a:pt x="20263" y="9469"/>
                </a:lnTo>
                <a:lnTo>
                  <a:pt x="20779" y="11847"/>
                </a:lnTo>
                <a:lnTo>
                  <a:pt x="21216" y="14386"/>
                </a:lnTo>
                <a:lnTo>
                  <a:pt x="21600" y="17116"/>
                </a:lnTo>
                <a:lnTo>
                  <a:pt x="18211" y="18647"/>
                </a:lnTo>
                <a:lnTo>
                  <a:pt x="15473" y="19846"/>
                </a:lnTo>
                <a:lnTo>
                  <a:pt x="13277" y="20733"/>
                </a:lnTo>
                <a:lnTo>
                  <a:pt x="11525" y="21312"/>
                </a:lnTo>
                <a:lnTo>
                  <a:pt x="10116" y="21596"/>
                </a:lnTo>
                <a:lnTo>
                  <a:pt x="8947" y="21600"/>
                </a:lnTo>
                <a:lnTo>
                  <a:pt x="7918" y="21333"/>
                </a:lnTo>
                <a:lnTo>
                  <a:pt x="6924" y="20806"/>
                </a:lnTo>
                <a:lnTo>
                  <a:pt x="5866" y="20029"/>
                </a:lnTo>
                <a:lnTo>
                  <a:pt x="4642" y="19016"/>
                </a:lnTo>
                <a:lnTo>
                  <a:pt x="3516" y="17133"/>
                </a:lnTo>
                <a:lnTo>
                  <a:pt x="2508" y="15298"/>
                </a:lnTo>
                <a:lnTo>
                  <a:pt x="1598" y="13402"/>
                </a:lnTo>
                <a:lnTo>
                  <a:pt x="768" y="11345"/>
                </a:lnTo>
                <a:lnTo>
                  <a:pt x="0" y="9016"/>
                </a:lnTo>
                <a:lnTo>
                  <a:pt x="0" y="6339"/>
                </a:lnTo>
                <a:lnTo>
                  <a:pt x="0" y="3645"/>
                </a:lnTo>
                <a:lnTo>
                  <a:pt x="0" y="915"/>
                </a:lnTo>
                <a:close/>
              </a:path>
            </a:pathLst>
          </a:custGeom>
          <a:solidFill>
            <a:srgbClr val="731F1C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7" name="contour_09155"/>
          <p:cNvSpPr/>
          <p:nvPr/>
        </p:nvSpPr>
        <p:spPr>
          <a:xfrm>
            <a:off x="1635597" y="139929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216"/>
                </a:lnTo>
                <a:lnTo>
                  <a:pt x="4872" y="419"/>
                </a:lnTo>
                <a:lnTo>
                  <a:pt x="5807" y="635"/>
                </a:lnTo>
                <a:lnTo>
                  <a:pt x="6974" y="907"/>
                </a:lnTo>
                <a:lnTo>
                  <a:pt x="8523" y="1270"/>
                </a:lnTo>
                <a:lnTo>
                  <a:pt x="10609" y="1754"/>
                </a:lnTo>
                <a:lnTo>
                  <a:pt x="13380" y="2402"/>
                </a:lnTo>
                <a:lnTo>
                  <a:pt x="16993" y="3244"/>
                </a:lnTo>
                <a:lnTo>
                  <a:pt x="21600" y="4320"/>
                </a:lnTo>
                <a:lnTo>
                  <a:pt x="21600" y="7171"/>
                </a:lnTo>
                <a:lnTo>
                  <a:pt x="21600" y="10027"/>
                </a:lnTo>
                <a:lnTo>
                  <a:pt x="21600" y="12895"/>
                </a:lnTo>
                <a:lnTo>
                  <a:pt x="21600" y="15777"/>
                </a:lnTo>
                <a:lnTo>
                  <a:pt x="21600" y="18675"/>
                </a:lnTo>
                <a:lnTo>
                  <a:pt x="21600" y="21600"/>
                </a:lnTo>
                <a:lnTo>
                  <a:pt x="19462" y="21172"/>
                </a:lnTo>
                <a:lnTo>
                  <a:pt x="17320" y="20745"/>
                </a:lnTo>
                <a:lnTo>
                  <a:pt x="15179" y="20317"/>
                </a:lnTo>
                <a:lnTo>
                  <a:pt x="13034" y="19885"/>
                </a:lnTo>
                <a:lnTo>
                  <a:pt x="10880" y="19457"/>
                </a:lnTo>
                <a:lnTo>
                  <a:pt x="8723" y="19025"/>
                </a:lnTo>
                <a:lnTo>
                  <a:pt x="6557" y="18593"/>
                </a:lnTo>
                <a:lnTo>
                  <a:pt x="4382" y="18157"/>
                </a:lnTo>
                <a:lnTo>
                  <a:pt x="2197" y="17721"/>
                </a:lnTo>
                <a:lnTo>
                  <a:pt x="0" y="17280"/>
                </a:lnTo>
                <a:lnTo>
                  <a:pt x="509" y="14429"/>
                </a:lnTo>
                <a:lnTo>
                  <a:pt x="1018" y="11573"/>
                </a:lnTo>
                <a:lnTo>
                  <a:pt x="1531" y="8705"/>
                </a:lnTo>
                <a:lnTo>
                  <a:pt x="2046" y="5823"/>
                </a:lnTo>
                <a:lnTo>
                  <a:pt x="2564" y="2925"/>
                </a:lnTo>
                <a:lnTo>
                  <a:pt x="3086" y="0"/>
                </a:lnTo>
                <a:close/>
              </a:path>
            </a:pathLst>
          </a:custGeom>
          <a:solidFill>
            <a:srgbClr val="E5E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8" name="contour_09156"/>
          <p:cNvSpPr/>
          <p:nvPr/>
        </p:nvSpPr>
        <p:spPr>
          <a:xfrm>
            <a:off x="9659078" y="1355566"/>
            <a:ext cx="88054" cy="672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4" y="0"/>
                </a:moveTo>
                <a:lnTo>
                  <a:pt x="2996" y="365"/>
                </a:lnTo>
                <a:lnTo>
                  <a:pt x="3722" y="730"/>
                </a:lnTo>
                <a:lnTo>
                  <a:pt x="4448" y="1315"/>
                </a:lnTo>
                <a:lnTo>
                  <a:pt x="5510" y="2341"/>
                </a:lnTo>
                <a:lnTo>
                  <a:pt x="5469" y="3015"/>
                </a:lnTo>
                <a:lnTo>
                  <a:pt x="5396" y="4202"/>
                </a:lnTo>
                <a:lnTo>
                  <a:pt x="5231" y="6921"/>
                </a:lnTo>
                <a:lnTo>
                  <a:pt x="5176" y="8785"/>
                </a:lnTo>
                <a:lnTo>
                  <a:pt x="5249" y="10025"/>
                </a:lnTo>
                <a:lnTo>
                  <a:pt x="5510" y="11704"/>
                </a:lnTo>
                <a:lnTo>
                  <a:pt x="6574" y="12586"/>
                </a:lnTo>
                <a:lnTo>
                  <a:pt x="7670" y="13314"/>
                </a:lnTo>
                <a:lnTo>
                  <a:pt x="8796" y="13918"/>
                </a:lnTo>
                <a:lnTo>
                  <a:pt x="9949" y="14423"/>
                </a:lnTo>
                <a:lnTo>
                  <a:pt x="11127" y="14863"/>
                </a:lnTo>
                <a:lnTo>
                  <a:pt x="12330" y="15264"/>
                </a:lnTo>
                <a:lnTo>
                  <a:pt x="13555" y="15655"/>
                </a:lnTo>
                <a:lnTo>
                  <a:pt x="14688" y="16060"/>
                </a:lnTo>
                <a:lnTo>
                  <a:pt x="15820" y="16467"/>
                </a:lnTo>
                <a:lnTo>
                  <a:pt x="16950" y="16876"/>
                </a:lnTo>
                <a:lnTo>
                  <a:pt x="18080" y="17291"/>
                </a:lnTo>
                <a:lnTo>
                  <a:pt x="19094" y="17625"/>
                </a:lnTo>
                <a:lnTo>
                  <a:pt x="20123" y="17965"/>
                </a:lnTo>
                <a:lnTo>
                  <a:pt x="20856" y="18342"/>
                </a:lnTo>
                <a:lnTo>
                  <a:pt x="21600" y="18726"/>
                </a:lnTo>
                <a:lnTo>
                  <a:pt x="21600" y="19887"/>
                </a:lnTo>
                <a:lnTo>
                  <a:pt x="21600" y="21066"/>
                </a:lnTo>
                <a:lnTo>
                  <a:pt x="19144" y="21233"/>
                </a:lnTo>
                <a:lnTo>
                  <a:pt x="16984" y="21373"/>
                </a:lnTo>
                <a:lnTo>
                  <a:pt x="15094" y="21483"/>
                </a:lnTo>
                <a:lnTo>
                  <a:pt x="13442" y="21560"/>
                </a:lnTo>
                <a:lnTo>
                  <a:pt x="12000" y="21600"/>
                </a:lnTo>
                <a:lnTo>
                  <a:pt x="10737" y="21598"/>
                </a:lnTo>
                <a:lnTo>
                  <a:pt x="9627" y="21553"/>
                </a:lnTo>
                <a:lnTo>
                  <a:pt x="8637" y="21457"/>
                </a:lnTo>
                <a:lnTo>
                  <a:pt x="7739" y="21312"/>
                </a:lnTo>
                <a:lnTo>
                  <a:pt x="6906" y="21111"/>
                </a:lnTo>
                <a:lnTo>
                  <a:pt x="6105" y="20849"/>
                </a:lnTo>
                <a:lnTo>
                  <a:pt x="5308" y="20523"/>
                </a:lnTo>
                <a:lnTo>
                  <a:pt x="4487" y="20130"/>
                </a:lnTo>
                <a:lnTo>
                  <a:pt x="3611" y="19669"/>
                </a:lnTo>
                <a:lnTo>
                  <a:pt x="2651" y="19131"/>
                </a:lnTo>
                <a:lnTo>
                  <a:pt x="1579" y="18515"/>
                </a:lnTo>
                <a:lnTo>
                  <a:pt x="749" y="17221"/>
                </a:lnTo>
                <a:lnTo>
                  <a:pt x="307" y="16156"/>
                </a:lnTo>
                <a:lnTo>
                  <a:pt x="107" y="14749"/>
                </a:lnTo>
                <a:lnTo>
                  <a:pt x="0" y="12427"/>
                </a:lnTo>
                <a:lnTo>
                  <a:pt x="179" y="10844"/>
                </a:lnTo>
                <a:lnTo>
                  <a:pt x="374" y="9276"/>
                </a:lnTo>
                <a:lnTo>
                  <a:pt x="586" y="7720"/>
                </a:lnTo>
                <a:lnTo>
                  <a:pt x="817" y="6172"/>
                </a:lnTo>
                <a:lnTo>
                  <a:pt x="1067" y="4630"/>
                </a:lnTo>
                <a:lnTo>
                  <a:pt x="1335" y="3090"/>
                </a:lnTo>
                <a:lnTo>
                  <a:pt x="1625" y="1547"/>
                </a:lnTo>
                <a:lnTo>
                  <a:pt x="1934" y="0"/>
                </a:lnTo>
                <a:close/>
              </a:path>
            </a:pathLst>
          </a:custGeom>
          <a:solidFill>
            <a:srgbClr val="7D94A3"/>
          </a:solidFill>
          <a:ln>
            <a:noFill/>
          </a:ln>
        </p:spPr>
        <p:txBody>
          <a:bodyPr/>
          <a:lstStyle/>
          <a:p/>
        </p:txBody>
      </p:sp>
      <p:sp>
        <p:nvSpPr>
          <p:cNvPr id="9159" name="contour_09157"/>
          <p:cNvSpPr/>
          <p:nvPr/>
        </p:nvSpPr>
        <p:spPr>
          <a:xfrm>
            <a:off x="9951188" y="1363445"/>
            <a:ext cx="72880" cy="28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48" y="1968"/>
                </a:moveTo>
                <a:lnTo>
                  <a:pt x="15047" y="2216"/>
                </a:lnTo>
                <a:lnTo>
                  <a:pt x="16103" y="2657"/>
                </a:lnTo>
                <a:lnTo>
                  <a:pt x="18522" y="3665"/>
                </a:lnTo>
                <a:lnTo>
                  <a:pt x="18976" y="3869"/>
                </a:lnTo>
                <a:lnTo>
                  <a:pt x="19773" y="4233"/>
                </a:lnTo>
                <a:lnTo>
                  <a:pt x="21600" y="5065"/>
                </a:lnTo>
                <a:lnTo>
                  <a:pt x="21600" y="8703"/>
                </a:lnTo>
                <a:lnTo>
                  <a:pt x="21600" y="12368"/>
                </a:lnTo>
                <a:lnTo>
                  <a:pt x="21600" y="16088"/>
                </a:lnTo>
                <a:lnTo>
                  <a:pt x="20177" y="16452"/>
                </a:lnTo>
                <a:lnTo>
                  <a:pt x="18751" y="16816"/>
                </a:lnTo>
                <a:lnTo>
                  <a:pt x="17323" y="17180"/>
                </a:lnTo>
                <a:lnTo>
                  <a:pt x="15895" y="17543"/>
                </a:lnTo>
                <a:lnTo>
                  <a:pt x="14466" y="17907"/>
                </a:lnTo>
                <a:lnTo>
                  <a:pt x="13036" y="18276"/>
                </a:lnTo>
                <a:lnTo>
                  <a:pt x="11601" y="18640"/>
                </a:lnTo>
                <a:lnTo>
                  <a:pt x="10165" y="19004"/>
                </a:lnTo>
                <a:lnTo>
                  <a:pt x="8726" y="19373"/>
                </a:lnTo>
                <a:lnTo>
                  <a:pt x="7284" y="19743"/>
                </a:lnTo>
                <a:lnTo>
                  <a:pt x="5836" y="20112"/>
                </a:lnTo>
                <a:lnTo>
                  <a:pt x="4385" y="20481"/>
                </a:lnTo>
                <a:lnTo>
                  <a:pt x="2929" y="20850"/>
                </a:lnTo>
                <a:lnTo>
                  <a:pt x="1467" y="21225"/>
                </a:lnTo>
                <a:lnTo>
                  <a:pt x="0" y="21600"/>
                </a:lnTo>
                <a:lnTo>
                  <a:pt x="0" y="18321"/>
                </a:lnTo>
                <a:lnTo>
                  <a:pt x="0" y="15041"/>
                </a:lnTo>
                <a:lnTo>
                  <a:pt x="0" y="11740"/>
                </a:lnTo>
                <a:lnTo>
                  <a:pt x="0" y="8422"/>
                </a:lnTo>
                <a:lnTo>
                  <a:pt x="0" y="5065"/>
                </a:lnTo>
                <a:lnTo>
                  <a:pt x="1452" y="3202"/>
                </a:lnTo>
                <a:lnTo>
                  <a:pt x="2866" y="1813"/>
                </a:lnTo>
                <a:lnTo>
                  <a:pt x="4264" y="849"/>
                </a:lnTo>
                <a:lnTo>
                  <a:pt x="5651" y="259"/>
                </a:lnTo>
                <a:lnTo>
                  <a:pt x="7039" y="0"/>
                </a:lnTo>
                <a:lnTo>
                  <a:pt x="8446" y="22"/>
                </a:lnTo>
                <a:lnTo>
                  <a:pt x="9876" y="276"/>
                </a:lnTo>
                <a:lnTo>
                  <a:pt x="11346" y="717"/>
                </a:lnTo>
                <a:lnTo>
                  <a:pt x="12865" y="1295"/>
                </a:lnTo>
                <a:lnTo>
                  <a:pt x="14448" y="1968"/>
                </a:lnTo>
                <a:close/>
              </a:path>
            </a:pathLst>
          </a:custGeom>
          <a:solidFill>
            <a:srgbClr val="C1D4E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0" name="contour_09158"/>
          <p:cNvSpPr/>
          <p:nvPr/>
        </p:nvSpPr>
        <p:spPr>
          <a:xfrm>
            <a:off x="4929769" y="1363598"/>
            <a:ext cx="131184" cy="284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976"/>
                </a:moveTo>
                <a:lnTo>
                  <a:pt x="21600" y="7725"/>
                </a:lnTo>
                <a:lnTo>
                  <a:pt x="21600" y="10517"/>
                </a:lnTo>
                <a:lnTo>
                  <a:pt x="20768" y="10517"/>
                </a:lnTo>
                <a:lnTo>
                  <a:pt x="19937" y="10517"/>
                </a:lnTo>
                <a:lnTo>
                  <a:pt x="19105" y="10517"/>
                </a:lnTo>
                <a:lnTo>
                  <a:pt x="18272" y="10517"/>
                </a:lnTo>
                <a:lnTo>
                  <a:pt x="17440" y="10517"/>
                </a:lnTo>
                <a:lnTo>
                  <a:pt x="16606" y="10517"/>
                </a:lnTo>
                <a:lnTo>
                  <a:pt x="15772" y="10517"/>
                </a:lnTo>
                <a:lnTo>
                  <a:pt x="14936" y="10517"/>
                </a:lnTo>
                <a:lnTo>
                  <a:pt x="14100" y="10517"/>
                </a:lnTo>
                <a:lnTo>
                  <a:pt x="13264" y="10517"/>
                </a:lnTo>
                <a:lnTo>
                  <a:pt x="12425" y="10517"/>
                </a:lnTo>
                <a:lnTo>
                  <a:pt x="11585" y="10517"/>
                </a:lnTo>
                <a:lnTo>
                  <a:pt x="10744" y="10517"/>
                </a:lnTo>
                <a:lnTo>
                  <a:pt x="9900" y="10517"/>
                </a:lnTo>
                <a:lnTo>
                  <a:pt x="9055" y="10517"/>
                </a:lnTo>
                <a:lnTo>
                  <a:pt x="8208" y="10517"/>
                </a:lnTo>
                <a:lnTo>
                  <a:pt x="7360" y="10517"/>
                </a:lnTo>
                <a:lnTo>
                  <a:pt x="6509" y="10517"/>
                </a:lnTo>
                <a:lnTo>
                  <a:pt x="5656" y="10517"/>
                </a:lnTo>
                <a:lnTo>
                  <a:pt x="4800" y="10517"/>
                </a:lnTo>
                <a:lnTo>
                  <a:pt x="4800" y="14180"/>
                </a:lnTo>
                <a:lnTo>
                  <a:pt x="4800" y="17865"/>
                </a:lnTo>
                <a:lnTo>
                  <a:pt x="4800" y="21600"/>
                </a:lnTo>
                <a:lnTo>
                  <a:pt x="4008" y="21600"/>
                </a:lnTo>
                <a:lnTo>
                  <a:pt x="3215" y="21600"/>
                </a:lnTo>
                <a:lnTo>
                  <a:pt x="2418" y="21600"/>
                </a:lnTo>
                <a:lnTo>
                  <a:pt x="1618" y="21600"/>
                </a:lnTo>
                <a:lnTo>
                  <a:pt x="812" y="21600"/>
                </a:lnTo>
                <a:lnTo>
                  <a:pt x="0" y="21600"/>
                </a:lnTo>
                <a:lnTo>
                  <a:pt x="0" y="17937"/>
                </a:lnTo>
                <a:lnTo>
                  <a:pt x="0" y="14252"/>
                </a:lnTo>
                <a:lnTo>
                  <a:pt x="0" y="10517"/>
                </a:lnTo>
                <a:lnTo>
                  <a:pt x="714" y="8262"/>
                </a:lnTo>
                <a:lnTo>
                  <a:pt x="1476" y="6489"/>
                </a:lnTo>
                <a:lnTo>
                  <a:pt x="2278" y="5120"/>
                </a:lnTo>
                <a:lnTo>
                  <a:pt x="3109" y="4084"/>
                </a:lnTo>
                <a:lnTo>
                  <a:pt x="3964" y="3319"/>
                </a:lnTo>
                <a:lnTo>
                  <a:pt x="4831" y="2754"/>
                </a:lnTo>
                <a:lnTo>
                  <a:pt x="5702" y="2311"/>
                </a:lnTo>
                <a:lnTo>
                  <a:pt x="6571" y="1917"/>
                </a:lnTo>
                <a:lnTo>
                  <a:pt x="7426" y="1513"/>
                </a:lnTo>
                <a:lnTo>
                  <a:pt x="8140" y="1136"/>
                </a:lnTo>
                <a:lnTo>
                  <a:pt x="8863" y="759"/>
                </a:lnTo>
                <a:lnTo>
                  <a:pt x="9738" y="416"/>
                </a:lnTo>
                <a:lnTo>
                  <a:pt x="10604" y="177"/>
                </a:lnTo>
                <a:lnTo>
                  <a:pt x="11462" y="39"/>
                </a:lnTo>
                <a:lnTo>
                  <a:pt x="12313" y="0"/>
                </a:lnTo>
                <a:lnTo>
                  <a:pt x="13158" y="50"/>
                </a:lnTo>
                <a:lnTo>
                  <a:pt x="13999" y="188"/>
                </a:lnTo>
                <a:lnTo>
                  <a:pt x="14838" y="416"/>
                </a:lnTo>
                <a:lnTo>
                  <a:pt x="15674" y="726"/>
                </a:lnTo>
                <a:lnTo>
                  <a:pt x="16511" y="1119"/>
                </a:lnTo>
                <a:lnTo>
                  <a:pt x="17348" y="1585"/>
                </a:lnTo>
                <a:lnTo>
                  <a:pt x="18188" y="2128"/>
                </a:lnTo>
                <a:lnTo>
                  <a:pt x="19033" y="2743"/>
                </a:lnTo>
                <a:lnTo>
                  <a:pt x="19882" y="3425"/>
                </a:lnTo>
                <a:lnTo>
                  <a:pt x="20737" y="4167"/>
                </a:lnTo>
                <a:lnTo>
                  <a:pt x="21600" y="4976"/>
                </a:lnTo>
                <a:close/>
              </a:path>
            </a:pathLst>
          </a:custGeom>
          <a:solidFill>
            <a:srgbClr val="D1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1" name="contour_09159"/>
          <p:cNvSpPr/>
          <p:nvPr/>
        </p:nvSpPr>
        <p:spPr>
          <a:xfrm>
            <a:off x="10891346" y="1348278"/>
            <a:ext cx="13847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32" y="0"/>
                </a:moveTo>
                <a:lnTo>
                  <a:pt x="10985" y="504"/>
                </a:lnTo>
                <a:lnTo>
                  <a:pt x="11739" y="1037"/>
                </a:lnTo>
                <a:lnTo>
                  <a:pt x="12492" y="1577"/>
                </a:lnTo>
                <a:lnTo>
                  <a:pt x="13244" y="2131"/>
                </a:lnTo>
                <a:lnTo>
                  <a:pt x="13997" y="2700"/>
                </a:lnTo>
                <a:lnTo>
                  <a:pt x="14308" y="2923"/>
                </a:lnTo>
                <a:lnTo>
                  <a:pt x="14859" y="3319"/>
                </a:lnTo>
                <a:lnTo>
                  <a:pt x="16116" y="4219"/>
                </a:lnTo>
                <a:lnTo>
                  <a:pt x="16807" y="5234"/>
                </a:lnTo>
                <a:lnTo>
                  <a:pt x="17368" y="6170"/>
                </a:lnTo>
                <a:lnTo>
                  <a:pt x="17863" y="7229"/>
                </a:lnTo>
                <a:lnTo>
                  <a:pt x="18357" y="8626"/>
                </a:lnTo>
                <a:lnTo>
                  <a:pt x="18913" y="10555"/>
                </a:lnTo>
                <a:lnTo>
                  <a:pt x="19596" y="13226"/>
                </a:lnTo>
                <a:lnTo>
                  <a:pt x="20470" y="16841"/>
                </a:lnTo>
                <a:lnTo>
                  <a:pt x="21600" y="21600"/>
                </a:lnTo>
                <a:lnTo>
                  <a:pt x="20808" y="21600"/>
                </a:lnTo>
                <a:lnTo>
                  <a:pt x="20016" y="21600"/>
                </a:lnTo>
                <a:lnTo>
                  <a:pt x="19224" y="21600"/>
                </a:lnTo>
                <a:lnTo>
                  <a:pt x="18432" y="21600"/>
                </a:lnTo>
                <a:lnTo>
                  <a:pt x="17638" y="21600"/>
                </a:lnTo>
                <a:lnTo>
                  <a:pt x="16846" y="21600"/>
                </a:lnTo>
                <a:lnTo>
                  <a:pt x="16052" y="21600"/>
                </a:lnTo>
                <a:lnTo>
                  <a:pt x="15259" y="21600"/>
                </a:lnTo>
                <a:lnTo>
                  <a:pt x="14464" y="21600"/>
                </a:lnTo>
                <a:lnTo>
                  <a:pt x="13669" y="21600"/>
                </a:lnTo>
                <a:lnTo>
                  <a:pt x="12874" y="21600"/>
                </a:lnTo>
                <a:lnTo>
                  <a:pt x="12077" y="21600"/>
                </a:lnTo>
                <a:lnTo>
                  <a:pt x="11280" y="21600"/>
                </a:lnTo>
                <a:lnTo>
                  <a:pt x="10482" y="21600"/>
                </a:lnTo>
                <a:lnTo>
                  <a:pt x="9682" y="21600"/>
                </a:lnTo>
                <a:lnTo>
                  <a:pt x="8883" y="21600"/>
                </a:lnTo>
                <a:lnTo>
                  <a:pt x="8082" y="21600"/>
                </a:lnTo>
                <a:lnTo>
                  <a:pt x="7280" y="21600"/>
                </a:lnTo>
                <a:lnTo>
                  <a:pt x="6477" y="21600"/>
                </a:lnTo>
                <a:lnTo>
                  <a:pt x="5672" y="21600"/>
                </a:lnTo>
                <a:lnTo>
                  <a:pt x="4867" y="21600"/>
                </a:lnTo>
                <a:lnTo>
                  <a:pt x="4060" y="21600"/>
                </a:lnTo>
                <a:lnTo>
                  <a:pt x="3250" y="21600"/>
                </a:lnTo>
                <a:lnTo>
                  <a:pt x="2441" y="21600"/>
                </a:lnTo>
                <a:lnTo>
                  <a:pt x="1629" y="21600"/>
                </a:lnTo>
                <a:lnTo>
                  <a:pt x="815" y="21600"/>
                </a:lnTo>
                <a:lnTo>
                  <a:pt x="0" y="21600"/>
                </a:lnTo>
                <a:lnTo>
                  <a:pt x="0" y="18029"/>
                </a:lnTo>
                <a:lnTo>
                  <a:pt x="0" y="14400"/>
                </a:lnTo>
                <a:lnTo>
                  <a:pt x="364" y="14141"/>
                </a:lnTo>
                <a:lnTo>
                  <a:pt x="697" y="13910"/>
                </a:lnTo>
                <a:lnTo>
                  <a:pt x="1024" y="13680"/>
                </a:lnTo>
                <a:lnTo>
                  <a:pt x="1377" y="13428"/>
                </a:lnTo>
                <a:lnTo>
                  <a:pt x="1780" y="13147"/>
                </a:lnTo>
                <a:lnTo>
                  <a:pt x="2265" y="12809"/>
                </a:lnTo>
                <a:lnTo>
                  <a:pt x="2856" y="12391"/>
                </a:lnTo>
                <a:lnTo>
                  <a:pt x="3583" y="11880"/>
                </a:lnTo>
                <a:lnTo>
                  <a:pt x="4473" y="11254"/>
                </a:lnTo>
                <a:lnTo>
                  <a:pt x="5556" y="10490"/>
                </a:lnTo>
                <a:lnTo>
                  <a:pt x="6857" y="9576"/>
                </a:lnTo>
                <a:lnTo>
                  <a:pt x="8407" y="8482"/>
                </a:lnTo>
                <a:lnTo>
                  <a:pt x="10232" y="7200"/>
                </a:lnTo>
                <a:lnTo>
                  <a:pt x="10232" y="3629"/>
                </a:lnTo>
                <a:lnTo>
                  <a:pt x="10232" y="0"/>
                </a:lnTo>
                <a:close/>
              </a:path>
            </a:pathLst>
          </a:custGeom>
          <a:solidFill>
            <a:srgbClr val="CBDD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2" name="contour_09160"/>
          <p:cNvSpPr/>
          <p:nvPr/>
        </p:nvSpPr>
        <p:spPr>
          <a:xfrm>
            <a:off x="8121909" y="1340990"/>
            <a:ext cx="1020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190" y="356"/>
                </a:lnTo>
                <a:lnTo>
                  <a:pt x="8208" y="713"/>
                </a:lnTo>
                <a:lnTo>
                  <a:pt x="9228" y="1069"/>
                </a:lnTo>
                <a:lnTo>
                  <a:pt x="10248" y="1426"/>
                </a:lnTo>
                <a:lnTo>
                  <a:pt x="11269" y="1782"/>
                </a:lnTo>
                <a:lnTo>
                  <a:pt x="12290" y="2144"/>
                </a:lnTo>
                <a:lnTo>
                  <a:pt x="13315" y="2500"/>
                </a:lnTo>
                <a:lnTo>
                  <a:pt x="14341" y="2862"/>
                </a:lnTo>
                <a:lnTo>
                  <a:pt x="15370" y="3218"/>
                </a:lnTo>
                <a:lnTo>
                  <a:pt x="16401" y="3580"/>
                </a:lnTo>
                <a:lnTo>
                  <a:pt x="17433" y="3942"/>
                </a:lnTo>
                <a:lnTo>
                  <a:pt x="18470" y="4304"/>
                </a:lnTo>
                <a:lnTo>
                  <a:pt x="19509" y="4671"/>
                </a:lnTo>
                <a:lnTo>
                  <a:pt x="20552" y="5033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1302" y="21260"/>
                </a:lnTo>
                <a:lnTo>
                  <a:pt x="20401" y="20228"/>
                </a:lnTo>
                <a:lnTo>
                  <a:pt x="19320" y="19305"/>
                </a:lnTo>
                <a:lnTo>
                  <a:pt x="18241" y="18554"/>
                </a:lnTo>
                <a:lnTo>
                  <a:pt x="17166" y="17955"/>
                </a:lnTo>
                <a:lnTo>
                  <a:pt x="16092" y="17507"/>
                </a:lnTo>
                <a:lnTo>
                  <a:pt x="15021" y="17199"/>
                </a:lnTo>
                <a:lnTo>
                  <a:pt x="13954" y="17015"/>
                </a:lnTo>
                <a:lnTo>
                  <a:pt x="12886" y="16951"/>
                </a:lnTo>
                <a:lnTo>
                  <a:pt x="11818" y="16988"/>
                </a:lnTo>
                <a:lnTo>
                  <a:pt x="10752" y="17129"/>
                </a:lnTo>
                <a:lnTo>
                  <a:pt x="9686" y="17356"/>
                </a:lnTo>
                <a:lnTo>
                  <a:pt x="8618" y="17653"/>
                </a:lnTo>
                <a:lnTo>
                  <a:pt x="7551" y="18025"/>
                </a:lnTo>
                <a:lnTo>
                  <a:pt x="6480" y="18446"/>
                </a:lnTo>
                <a:lnTo>
                  <a:pt x="5408" y="18916"/>
                </a:lnTo>
                <a:lnTo>
                  <a:pt x="4334" y="19424"/>
                </a:lnTo>
                <a:lnTo>
                  <a:pt x="3255" y="19953"/>
                </a:lnTo>
                <a:lnTo>
                  <a:pt x="2174" y="20498"/>
                </a:lnTo>
                <a:lnTo>
                  <a:pt x="1089" y="21055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018" y="10800"/>
                </a:lnTo>
                <a:lnTo>
                  <a:pt x="2038" y="10800"/>
                </a:lnTo>
                <a:lnTo>
                  <a:pt x="3063" y="10800"/>
                </a:lnTo>
                <a:lnTo>
                  <a:pt x="4092" y="10800"/>
                </a:lnTo>
                <a:lnTo>
                  <a:pt x="5127" y="10800"/>
                </a:lnTo>
                <a:lnTo>
                  <a:pt x="6171" y="10800"/>
                </a:lnTo>
                <a:lnTo>
                  <a:pt x="6171" y="7231"/>
                </a:lnTo>
                <a:lnTo>
                  <a:pt x="6171" y="3640"/>
                </a:lnTo>
                <a:lnTo>
                  <a:pt x="6171" y="0"/>
                </a:lnTo>
                <a:close/>
              </a:path>
            </a:pathLst>
          </a:custGeom>
          <a:solidFill>
            <a:srgbClr val="D8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3" name="contour_09161"/>
          <p:cNvSpPr/>
          <p:nvPr/>
        </p:nvSpPr>
        <p:spPr>
          <a:xfrm>
            <a:off x="7874118" y="1346216"/>
            <a:ext cx="87456" cy="24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1819"/>
                </a:moveTo>
                <a:lnTo>
                  <a:pt x="20543" y="5681"/>
                </a:lnTo>
                <a:lnTo>
                  <a:pt x="20979" y="8303"/>
                </a:lnTo>
                <a:lnTo>
                  <a:pt x="21276" y="10900"/>
                </a:lnTo>
                <a:lnTo>
                  <a:pt x="21600" y="14672"/>
                </a:lnTo>
                <a:lnTo>
                  <a:pt x="20326" y="16401"/>
                </a:lnTo>
                <a:lnTo>
                  <a:pt x="19075" y="17828"/>
                </a:lnTo>
                <a:lnTo>
                  <a:pt x="17842" y="18978"/>
                </a:lnTo>
                <a:lnTo>
                  <a:pt x="16619" y="19878"/>
                </a:lnTo>
                <a:lnTo>
                  <a:pt x="15399" y="20559"/>
                </a:lnTo>
                <a:lnTo>
                  <a:pt x="14175" y="21047"/>
                </a:lnTo>
                <a:lnTo>
                  <a:pt x="12942" y="21362"/>
                </a:lnTo>
                <a:lnTo>
                  <a:pt x="11689" y="21536"/>
                </a:lnTo>
                <a:lnTo>
                  <a:pt x="10415" y="21600"/>
                </a:lnTo>
                <a:lnTo>
                  <a:pt x="9106" y="21581"/>
                </a:lnTo>
                <a:lnTo>
                  <a:pt x="7762" y="21497"/>
                </a:lnTo>
                <a:lnTo>
                  <a:pt x="6637" y="21452"/>
                </a:lnTo>
                <a:lnTo>
                  <a:pt x="5495" y="21414"/>
                </a:lnTo>
                <a:lnTo>
                  <a:pt x="4396" y="21362"/>
                </a:lnTo>
                <a:lnTo>
                  <a:pt x="3298" y="21304"/>
                </a:lnTo>
                <a:lnTo>
                  <a:pt x="2198" y="21240"/>
                </a:lnTo>
                <a:lnTo>
                  <a:pt x="1100" y="21169"/>
                </a:lnTo>
                <a:lnTo>
                  <a:pt x="0" y="21099"/>
                </a:lnTo>
                <a:lnTo>
                  <a:pt x="0" y="16851"/>
                </a:lnTo>
                <a:lnTo>
                  <a:pt x="0" y="12577"/>
                </a:lnTo>
                <a:lnTo>
                  <a:pt x="0" y="8245"/>
                </a:lnTo>
                <a:lnTo>
                  <a:pt x="1148" y="6709"/>
                </a:lnTo>
                <a:lnTo>
                  <a:pt x="2324" y="5347"/>
                </a:lnTo>
                <a:lnTo>
                  <a:pt x="3524" y="4139"/>
                </a:lnTo>
                <a:lnTo>
                  <a:pt x="4745" y="3098"/>
                </a:lnTo>
                <a:lnTo>
                  <a:pt x="5981" y="2217"/>
                </a:lnTo>
                <a:lnTo>
                  <a:pt x="7234" y="1485"/>
                </a:lnTo>
                <a:lnTo>
                  <a:pt x="8496" y="900"/>
                </a:lnTo>
                <a:lnTo>
                  <a:pt x="9767" y="463"/>
                </a:lnTo>
                <a:lnTo>
                  <a:pt x="11041" y="174"/>
                </a:lnTo>
                <a:lnTo>
                  <a:pt x="12317" y="19"/>
                </a:lnTo>
                <a:lnTo>
                  <a:pt x="13590" y="0"/>
                </a:lnTo>
                <a:lnTo>
                  <a:pt x="14855" y="116"/>
                </a:lnTo>
                <a:lnTo>
                  <a:pt x="16114" y="360"/>
                </a:lnTo>
                <a:lnTo>
                  <a:pt x="17359" y="726"/>
                </a:lnTo>
                <a:lnTo>
                  <a:pt x="18589" y="1215"/>
                </a:lnTo>
                <a:lnTo>
                  <a:pt x="19800" y="1819"/>
                </a:lnTo>
                <a:close/>
              </a:path>
            </a:pathLst>
          </a:custGeom>
          <a:solidFill>
            <a:srgbClr val="CF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4" name="contour_09162"/>
          <p:cNvSpPr/>
          <p:nvPr/>
        </p:nvSpPr>
        <p:spPr>
          <a:xfrm>
            <a:off x="7223846" y="1326677"/>
            <a:ext cx="81808" cy="368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79" y="4122"/>
                </a:moveTo>
                <a:lnTo>
                  <a:pt x="11979" y="6948"/>
                </a:lnTo>
                <a:lnTo>
                  <a:pt x="11979" y="9791"/>
                </a:lnTo>
                <a:lnTo>
                  <a:pt x="11979" y="12673"/>
                </a:lnTo>
                <a:lnTo>
                  <a:pt x="13237" y="13622"/>
                </a:lnTo>
                <a:lnTo>
                  <a:pt x="14159" y="14190"/>
                </a:lnTo>
                <a:lnTo>
                  <a:pt x="15192" y="14597"/>
                </a:lnTo>
                <a:lnTo>
                  <a:pt x="16789" y="15076"/>
                </a:lnTo>
                <a:lnTo>
                  <a:pt x="18386" y="15567"/>
                </a:lnTo>
                <a:lnTo>
                  <a:pt x="19420" y="15926"/>
                </a:lnTo>
                <a:lnTo>
                  <a:pt x="20342" y="16328"/>
                </a:lnTo>
                <a:lnTo>
                  <a:pt x="21600" y="16948"/>
                </a:lnTo>
                <a:lnTo>
                  <a:pt x="21600" y="19069"/>
                </a:lnTo>
                <a:lnTo>
                  <a:pt x="21600" y="21224"/>
                </a:lnTo>
                <a:lnTo>
                  <a:pt x="20378" y="21279"/>
                </a:lnTo>
                <a:lnTo>
                  <a:pt x="19154" y="21331"/>
                </a:lnTo>
                <a:lnTo>
                  <a:pt x="17932" y="21378"/>
                </a:lnTo>
                <a:lnTo>
                  <a:pt x="16710" y="21416"/>
                </a:lnTo>
                <a:lnTo>
                  <a:pt x="15487" y="21455"/>
                </a:lnTo>
                <a:lnTo>
                  <a:pt x="14265" y="21489"/>
                </a:lnTo>
                <a:lnTo>
                  <a:pt x="13233" y="21544"/>
                </a:lnTo>
                <a:lnTo>
                  <a:pt x="12185" y="21600"/>
                </a:lnTo>
                <a:lnTo>
                  <a:pt x="10789" y="21600"/>
                </a:lnTo>
                <a:lnTo>
                  <a:pt x="9437" y="21519"/>
                </a:lnTo>
                <a:lnTo>
                  <a:pt x="8120" y="21343"/>
                </a:lnTo>
                <a:lnTo>
                  <a:pt x="6827" y="21044"/>
                </a:lnTo>
                <a:lnTo>
                  <a:pt x="5552" y="20604"/>
                </a:lnTo>
                <a:lnTo>
                  <a:pt x="4282" y="19997"/>
                </a:lnTo>
                <a:lnTo>
                  <a:pt x="3011" y="19197"/>
                </a:lnTo>
                <a:lnTo>
                  <a:pt x="1732" y="18192"/>
                </a:lnTo>
                <a:lnTo>
                  <a:pt x="433" y="16948"/>
                </a:lnTo>
                <a:lnTo>
                  <a:pt x="144" y="13767"/>
                </a:lnTo>
                <a:lnTo>
                  <a:pt x="0" y="11510"/>
                </a:lnTo>
                <a:lnTo>
                  <a:pt x="0" y="9560"/>
                </a:lnTo>
                <a:lnTo>
                  <a:pt x="144" y="7303"/>
                </a:lnTo>
                <a:lnTo>
                  <a:pt x="433" y="4122"/>
                </a:lnTo>
                <a:lnTo>
                  <a:pt x="1584" y="2052"/>
                </a:lnTo>
                <a:lnTo>
                  <a:pt x="2790" y="748"/>
                </a:lnTo>
                <a:lnTo>
                  <a:pt x="4045" y="98"/>
                </a:lnTo>
                <a:lnTo>
                  <a:pt x="5336" y="0"/>
                </a:lnTo>
                <a:lnTo>
                  <a:pt x="6654" y="351"/>
                </a:lnTo>
                <a:lnTo>
                  <a:pt x="7988" y="1043"/>
                </a:lnTo>
                <a:lnTo>
                  <a:pt x="9325" y="1971"/>
                </a:lnTo>
                <a:lnTo>
                  <a:pt x="10660" y="3036"/>
                </a:lnTo>
                <a:lnTo>
                  <a:pt x="11979" y="4122"/>
                </a:lnTo>
                <a:close/>
              </a:path>
            </a:pathLst>
          </a:custGeom>
          <a:solidFill>
            <a:srgbClr val="D6E0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5" name="contour_09163"/>
          <p:cNvSpPr/>
          <p:nvPr/>
        </p:nvSpPr>
        <p:spPr>
          <a:xfrm>
            <a:off x="7116166" y="1333702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113" y="2673"/>
                </a:lnTo>
                <a:lnTo>
                  <a:pt x="20626" y="5362"/>
                </a:lnTo>
                <a:lnTo>
                  <a:pt x="20133" y="8062"/>
                </a:lnTo>
                <a:lnTo>
                  <a:pt x="19636" y="10800"/>
                </a:lnTo>
                <a:lnTo>
                  <a:pt x="18117" y="11124"/>
                </a:lnTo>
                <a:lnTo>
                  <a:pt x="17050" y="11286"/>
                </a:lnTo>
                <a:lnTo>
                  <a:pt x="16155" y="11286"/>
                </a:lnTo>
                <a:lnTo>
                  <a:pt x="15147" y="11124"/>
                </a:lnTo>
                <a:lnTo>
                  <a:pt x="13745" y="10800"/>
                </a:lnTo>
                <a:lnTo>
                  <a:pt x="13745" y="14369"/>
                </a:lnTo>
                <a:lnTo>
                  <a:pt x="13745" y="17960"/>
                </a:lnTo>
                <a:lnTo>
                  <a:pt x="13745" y="21600"/>
                </a:lnTo>
                <a:lnTo>
                  <a:pt x="12385" y="21065"/>
                </a:lnTo>
                <a:lnTo>
                  <a:pt x="11022" y="20531"/>
                </a:lnTo>
                <a:lnTo>
                  <a:pt x="9659" y="19996"/>
                </a:lnTo>
                <a:lnTo>
                  <a:pt x="8294" y="19456"/>
                </a:lnTo>
                <a:lnTo>
                  <a:pt x="6924" y="18922"/>
                </a:lnTo>
                <a:lnTo>
                  <a:pt x="5551" y="18382"/>
                </a:lnTo>
                <a:lnTo>
                  <a:pt x="4173" y="17842"/>
                </a:lnTo>
                <a:lnTo>
                  <a:pt x="2788" y="17296"/>
                </a:lnTo>
                <a:lnTo>
                  <a:pt x="1398" y="16751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B7C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6" name="contour_09164"/>
          <p:cNvSpPr/>
          <p:nvPr/>
        </p:nvSpPr>
        <p:spPr>
          <a:xfrm>
            <a:off x="11474385" y="1304550"/>
            <a:ext cx="1020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1" y="0"/>
                </a:lnTo>
                <a:lnTo>
                  <a:pt x="2183" y="0"/>
                </a:lnTo>
                <a:lnTo>
                  <a:pt x="3279" y="0"/>
                </a:lnTo>
                <a:lnTo>
                  <a:pt x="4379" y="0"/>
                </a:lnTo>
                <a:lnTo>
                  <a:pt x="5483" y="0"/>
                </a:lnTo>
                <a:lnTo>
                  <a:pt x="6594" y="0"/>
                </a:lnTo>
                <a:lnTo>
                  <a:pt x="7714" y="0"/>
                </a:lnTo>
                <a:lnTo>
                  <a:pt x="7714" y="3569"/>
                </a:lnTo>
                <a:lnTo>
                  <a:pt x="7714" y="7160"/>
                </a:lnTo>
                <a:lnTo>
                  <a:pt x="7714" y="10800"/>
                </a:lnTo>
                <a:lnTo>
                  <a:pt x="8771" y="10800"/>
                </a:lnTo>
                <a:lnTo>
                  <a:pt x="9830" y="10800"/>
                </a:lnTo>
                <a:lnTo>
                  <a:pt x="10888" y="10800"/>
                </a:lnTo>
                <a:lnTo>
                  <a:pt x="11948" y="10800"/>
                </a:lnTo>
                <a:lnTo>
                  <a:pt x="13009" y="10800"/>
                </a:lnTo>
                <a:lnTo>
                  <a:pt x="14072" y="10800"/>
                </a:lnTo>
                <a:lnTo>
                  <a:pt x="15139" y="10800"/>
                </a:lnTo>
                <a:lnTo>
                  <a:pt x="16206" y="10800"/>
                </a:lnTo>
                <a:lnTo>
                  <a:pt x="17277" y="10800"/>
                </a:lnTo>
                <a:lnTo>
                  <a:pt x="18352" y="10800"/>
                </a:lnTo>
                <a:lnTo>
                  <a:pt x="19431" y="10800"/>
                </a:lnTo>
                <a:lnTo>
                  <a:pt x="20512" y="10800"/>
                </a:lnTo>
                <a:lnTo>
                  <a:pt x="21600" y="10800"/>
                </a:lnTo>
                <a:lnTo>
                  <a:pt x="21600" y="13478"/>
                </a:lnTo>
                <a:lnTo>
                  <a:pt x="21600" y="16200"/>
                </a:lnTo>
                <a:lnTo>
                  <a:pt x="20531" y="16470"/>
                </a:lnTo>
                <a:lnTo>
                  <a:pt x="19462" y="16735"/>
                </a:lnTo>
                <a:lnTo>
                  <a:pt x="18392" y="17005"/>
                </a:lnTo>
                <a:lnTo>
                  <a:pt x="17322" y="17269"/>
                </a:lnTo>
                <a:lnTo>
                  <a:pt x="16251" y="17539"/>
                </a:lnTo>
                <a:lnTo>
                  <a:pt x="15179" y="17804"/>
                </a:lnTo>
                <a:lnTo>
                  <a:pt x="14106" y="18074"/>
                </a:lnTo>
                <a:lnTo>
                  <a:pt x="13033" y="18344"/>
                </a:lnTo>
                <a:lnTo>
                  <a:pt x="11957" y="18608"/>
                </a:lnTo>
                <a:lnTo>
                  <a:pt x="10882" y="18878"/>
                </a:lnTo>
                <a:lnTo>
                  <a:pt x="9803" y="19148"/>
                </a:lnTo>
                <a:lnTo>
                  <a:pt x="8723" y="19418"/>
                </a:lnTo>
                <a:lnTo>
                  <a:pt x="7642" y="19688"/>
                </a:lnTo>
                <a:lnTo>
                  <a:pt x="6557" y="19958"/>
                </a:lnTo>
                <a:lnTo>
                  <a:pt x="5471" y="20234"/>
                </a:lnTo>
                <a:lnTo>
                  <a:pt x="4382" y="20504"/>
                </a:lnTo>
                <a:lnTo>
                  <a:pt x="3291" y="20779"/>
                </a:lnTo>
                <a:lnTo>
                  <a:pt x="2197" y="21049"/>
                </a:lnTo>
                <a:lnTo>
                  <a:pt x="1100" y="21325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8C8D5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7" name="contour_09165"/>
          <p:cNvSpPr/>
          <p:nvPr/>
        </p:nvSpPr>
        <p:spPr>
          <a:xfrm>
            <a:off x="11204730" y="1304550"/>
            <a:ext cx="11660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964" y="1019"/>
                </a:lnTo>
                <a:lnTo>
                  <a:pt x="17728" y="2038"/>
                </a:lnTo>
                <a:lnTo>
                  <a:pt x="18495" y="3060"/>
                </a:lnTo>
                <a:lnTo>
                  <a:pt x="19264" y="4086"/>
                </a:lnTo>
                <a:lnTo>
                  <a:pt x="20038" y="5119"/>
                </a:lnTo>
                <a:lnTo>
                  <a:pt x="20816" y="6156"/>
                </a:lnTo>
                <a:lnTo>
                  <a:pt x="21600" y="7200"/>
                </a:lnTo>
                <a:lnTo>
                  <a:pt x="20924" y="7664"/>
                </a:lnTo>
                <a:lnTo>
                  <a:pt x="20237" y="8136"/>
                </a:lnTo>
                <a:lnTo>
                  <a:pt x="19370" y="8734"/>
                </a:lnTo>
                <a:lnTo>
                  <a:pt x="18503" y="9338"/>
                </a:lnTo>
                <a:lnTo>
                  <a:pt x="17638" y="9940"/>
                </a:lnTo>
                <a:lnTo>
                  <a:pt x="16772" y="10548"/>
                </a:lnTo>
                <a:lnTo>
                  <a:pt x="15906" y="11156"/>
                </a:lnTo>
                <a:lnTo>
                  <a:pt x="15040" y="11765"/>
                </a:lnTo>
                <a:lnTo>
                  <a:pt x="14175" y="12377"/>
                </a:lnTo>
                <a:lnTo>
                  <a:pt x="13466" y="12859"/>
                </a:lnTo>
                <a:lnTo>
                  <a:pt x="12752" y="13349"/>
                </a:lnTo>
                <a:lnTo>
                  <a:pt x="12029" y="13846"/>
                </a:lnTo>
                <a:lnTo>
                  <a:pt x="11730" y="14058"/>
                </a:lnTo>
                <a:lnTo>
                  <a:pt x="11204" y="14432"/>
                </a:lnTo>
                <a:lnTo>
                  <a:pt x="9998" y="15286"/>
                </a:lnTo>
                <a:lnTo>
                  <a:pt x="9376" y="15721"/>
                </a:lnTo>
                <a:lnTo>
                  <a:pt x="8749" y="16157"/>
                </a:lnTo>
                <a:lnTo>
                  <a:pt x="8113" y="16600"/>
                </a:lnTo>
                <a:lnTo>
                  <a:pt x="7437" y="17294"/>
                </a:lnTo>
                <a:lnTo>
                  <a:pt x="6750" y="18000"/>
                </a:lnTo>
                <a:lnTo>
                  <a:pt x="6750" y="19786"/>
                </a:lnTo>
                <a:lnTo>
                  <a:pt x="6750" y="21600"/>
                </a:lnTo>
                <a:lnTo>
                  <a:pt x="5796" y="21600"/>
                </a:lnTo>
                <a:lnTo>
                  <a:pt x="4840" y="21600"/>
                </a:lnTo>
                <a:lnTo>
                  <a:pt x="3881" y="21600"/>
                </a:lnTo>
                <a:lnTo>
                  <a:pt x="2919" y="21600"/>
                </a:lnTo>
                <a:lnTo>
                  <a:pt x="1952" y="21600"/>
                </a:lnTo>
                <a:lnTo>
                  <a:pt x="980" y="21600"/>
                </a:lnTo>
                <a:lnTo>
                  <a:pt x="0" y="21600"/>
                </a:lnTo>
                <a:lnTo>
                  <a:pt x="173" y="19030"/>
                </a:lnTo>
                <a:lnTo>
                  <a:pt x="329" y="17183"/>
                </a:lnTo>
                <a:lnTo>
                  <a:pt x="535" y="15541"/>
                </a:lnTo>
                <a:lnTo>
                  <a:pt x="853" y="13586"/>
                </a:lnTo>
                <a:lnTo>
                  <a:pt x="1350" y="10800"/>
                </a:lnTo>
                <a:lnTo>
                  <a:pt x="2236" y="9882"/>
                </a:lnTo>
                <a:lnTo>
                  <a:pt x="3131" y="9112"/>
                </a:lnTo>
                <a:lnTo>
                  <a:pt x="4034" y="8471"/>
                </a:lnTo>
                <a:lnTo>
                  <a:pt x="4945" y="7956"/>
                </a:lnTo>
                <a:lnTo>
                  <a:pt x="5864" y="7549"/>
                </a:lnTo>
                <a:lnTo>
                  <a:pt x="6789" y="7243"/>
                </a:lnTo>
                <a:lnTo>
                  <a:pt x="7719" y="7027"/>
                </a:lnTo>
                <a:lnTo>
                  <a:pt x="8655" y="6887"/>
                </a:lnTo>
                <a:lnTo>
                  <a:pt x="9593" y="6815"/>
                </a:lnTo>
                <a:lnTo>
                  <a:pt x="10535" y="6793"/>
                </a:lnTo>
                <a:lnTo>
                  <a:pt x="11479" y="6818"/>
                </a:lnTo>
                <a:lnTo>
                  <a:pt x="12424" y="6876"/>
                </a:lnTo>
                <a:lnTo>
                  <a:pt x="13369" y="6952"/>
                </a:lnTo>
                <a:lnTo>
                  <a:pt x="14314" y="7042"/>
                </a:lnTo>
                <a:lnTo>
                  <a:pt x="15258" y="7128"/>
                </a:lnTo>
                <a:lnTo>
                  <a:pt x="16200" y="7200"/>
                </a:lnTo>
                <a:lnTo>
                  <a:pt x="16200" y="4820"/>
                </a:lnTo>
                <a:lnTo>
                  <a:pt x="16200" y="2426"/>
                </a:lnTo>
                <a:lnTo>
                  <a:pt x="16200" y="0"/>
                </a:lnTo>
                <a:close/>
              </a:path>
            </a:pathLst>
          </a:custGeom>
          <a:solidFill>
            <a:srgbClr val="D4E5F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8" name="contour_09166"/>
          <p:cNvSpPr/>
          <p:nvPr/>
        </p:nvSpPr>
        <p:spPr>
          <a:xfrm>
            <a:off x="8231229" y="1318915"/>
            <a:ext cx="102032" cy="30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1"/>
                </a:moveTo>
                <a:lnTo>
                  <a:pt x="21600" y="3588"/>
                </a:lnTo>
                <a:lnTo>
                  <a:pt x="21600" y="7046"/>
                </a:lnTo>
                <a:lnTo>
                  <a:pt x="21600" y="10550"/>
                </a:lnTo>
                <a:lnTo>
                  <a:pt x="20719" y="12802"/>
                </a:lnTo>
                <a:lnTo>
                  <a:pt x="19813" y="14762"/>
                </a:lnTo>
                <a:lnTo>
                  <a:pt x="18880" y="16447"/>
                </a:lnTo>
                <a:lnTo>
                  <a:pt x="17920" y="17867"/>
                </a:lnTo>
                <a:lnTo>
                  <a:pt x="16934" y="19042"/>
                </a:lnTo>
                <a:lnTo>
                  <a:pt x="15924" y="19988"/>
                </a:lnTo>
                <a:lnTo>
                  <a:pt x="14885" y="20716"/>
                </a:lnTo>
                <a:lnTo>
                  <a:pt x="13819" y="21252"/>
                </a:lnTo>
                <a:lnTo>
                  <a:pt x="12729" y="21600"/>
                </a:lnTo>
                <a:lnTo>
                  <a:pt x="11772" y="21278"/>
                </a:lnTo>
                <a:lnTo>
                  <a:pt x="10800" y="20950"/>
                </a:lnTo>
                <a:lnTo>
                  <a:pt x="10800" y="17513"/>
                </a:lnTo>
                <a:lnTo>
                  <a:pt x="10800" y="14055"/>
                </a:lnTo>
                <a:lnTo>
                  <a:pt x="10800" y="10550"/>
                </a:lnTo>
                <a:lnTo>
                  <a:pt x="9731" y="10550"/>
                </a:lnTo>
                <a:lnTo>
                  <a:pt x="8660" y="10550"/>
                </a:lnTo>
                <a:lnTo>
                  <a:pt x="7589" y="10550"/>
                </a:lnTo>
                <a:lnTo>
                  <a:pt x="6517" y="10550"/>
                </a:lnTo>
                <a:lnTo>
                  <a:pt x="5440" y="10550"/>
                </a:lnTo>
                <a:lnTo>
                  <a:pt x="4362" y="10550"/>
                </a:lnTo>
                <a:lnTo>
                  <a:pt x="3279" y="10550"/>
                </a:lnTo>
                <a:lnTo>
                  <a:pt x="2191" y="10550"/>
                </a:lnTo>
                <a:lnTo>
                  <a:pt x="1099" y="10550"/>
                </a:lnTo>
                <a:lnTo>
                  <a:pt x="0" y="10550"/>
                </a:lnTo>
                <a:lnTo>
                  <a:pt x="0" y="7971"/>
                </a:lnTo>
                <a:lnTo>
                  <a:pt x="0" y="5351"/>
                </a:lnTo>
                <a:lnTo>
                  <a:pt x="1095" y="4737"/>
                </a:lnTo>
                <a:lnTo>
                  <a:pt x="2185" y="4165"/>
                </a:lnTo>
                <a:lnTo>
                  <a:pt x="3269" y="3629"/>
                </a:lnTo>
                <a:lnTo>
                  <a:pt x="4348" y="3130"/>
                </a:lnTo>
                <a:lnTo>
                  <a:pt x="5422" y="2668"/>
                </a:lnTo>
                <a:lnTo>
                  <a:pt x="6494" y="2246"/>
                </a:lnTo>
                <a:lnTo>
                  <a:pt x="7562" y="1856"/>
                </a:lnTo>
                <a:lnTo>
                  <a:pt x="8629" y="1508"/>
                </a:lnTo>
                <a:lnTo>
                  <a:pt x="9695" y="1196"/>
                </a:lnTo>
                <a:lnTo>
                  <a:pt x="10761" y="920"/>
                </a:lnTo>
                <a:lnTo>
                  <a:pt x="11829" y="676"/>
                </a:lnTo>
                <a:lnTo>
                  <a:pt x="12897" y="473"/>
                </a:lnTo>
                <a:lnTo>
                  <a:pt x="13969" y="307"/>
                </a:lnTo>
                <a:lnTo>
                  <a:pt x="15043" y="177"/>
                </a:lnTo>
                <a:lnTo>
                  <a:pt x="16121" y="83"/>
                </a:lnTo>
                <a:lnTo>
                  <a:pt x="17204" y="26"/>
                </a:lnTo>
                <a:lnTo>
                  <a:pt x="18292" y="0"/>
                </a:lnTo>
                <a:lnTo>
                  <a:pt x="19388" y="16"/>
                </a:lnTo>
                <a:lnTo>
                  <a:pt x="20489" y="68"/>
                </a:lnTo>
                <a:lnTo>
                  <a:pt x="21600" y="151"/>
                </a:lnTo>
                <a:close/>
              </a:path>
            </a:pathLst>
          </a:custGeom>
          <a:solidFill>
            <a:srgbClr val="C6D3DA"/>
          </a:solidFill>
          <a:ln>
            <a:noFill/>
          </a:ln>
        </p:spPr>
        <p:txBody>
          <a:bodyPr/>
          <a:lstStyle/>
          <a:p/>
        </p:txBody>
      </p:sp>
      <p:sp>
        <p:nvSpPr>
          <p:cNvPr id="9169" name="contour_09167"/>
          <p:cNvSpPr/>
          <p:nvPr/>
        </p:nvSpPr>
        <p:spPr>
          <a:xfrm>
            <a:off x="5753312" y="1267863"/>
            <a:ext cx="55126" cy="446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57" y="1689"/>
                </a:moveTo>
                <a:lnTo>
                  <a:pt x="18730" y="2874"/>
                </a:lnTo>
                <a:lnTo>
                  <a:pt x="19787" y="3812"/>
                </a:lnTo>
                <a:lnTo>
                  <a:pt x="20543" y="5000"/>
                </a:lnTo>
                <a:lnTo>
                  <a:pt x="21417" y="6921"/>
                </a:lnTo>
                <a:lnTo>
                  <a:pt x="21600" y="9393"/>
                </a:lnTo>
                <a:lnTo>
                  <a:pt x="21600" y="11523"/>
                </a:lnTo>
                <a:lnTo>
                  <a:pt x="21366" y="13497"/>
                </a:lnTo>
                <a:lnTo>
                  <a:pt x="20846" y="15511"/>
                </a:lnTo>
                <a:lnTo>
                  <a:pt x="19989" y="17750"/>
                </a:lnTo>
                <a:lnTo>
                  <a:pt x="18245" y="18924"/>
                </a:lnTo>
                <a:lnTo>
                  <a:pt x="16534" y="19876"/>
                </a:lnTo>
                <a:lnTo>
                  <a:pt x="14829" y="20616"/>
                </a:lnTo>
                <a:lnTo>
                  <a:pt x="13113" y="21145"/>
                </a:lnTo>
                <a:lnTo>
                  <a:pt x="11365" y="21473"/>
                </a:lnTo>
                <a:lnTo>
                  <a:pt x="9564" y="21600"/>
                </a:lnTo>
                <a:lnTo>
                  <a:pt x="7685" y="21533"/>
                </a:lnTo>
                <a:lnTo>
                  <a:pt x="5711" y="21276"/>
                </a:lnTo>
                <a:lnTo>
                  <a:pt x="4292" y="19530"/>
                </a:lnTo>
                <a:lnTo>
                  <a:pt x="3121" y="17743"/>
                </a:lnTo>
                <a:lnTo>
                  <a:pt x="2167" y="15888"/>
                </a:lnTo>
                <a:lnTo>
                  <a:pt x="1405" y="13935"/>
                </a:lnTo>
                <a:lnTo>
                  <a:pt x="808" y="11851"/>
                </a:lnTo>
                <a:lnTo>
                  <a:pt x="348" y="9608"/>
                </a:lnTo>
                <a:lnTo>
                  <a:pt x="0" y="7172"/>
                </a:lnTo>
                <a:lnTo>
                  <a:pt x="1216" y="4425"/>
                </a:lnTo>
                <a:lnTo>
                  <a:pt x="2661" y="2426"/>
                </a:lnTo>
                <a:lnTo>
                  <a:pt x="4309" y="1082"/>
                </a:lnTo>
                <a:lnTo>
                  <a:pt x="6131" y="303"/>
                </a:lnTo>
                <a:lnTo>
                  <a:pt x="8101" y="0"/>
                </a:lnTo>
                <a:lnTo>
                  <a:pt x="10195" y="78"/>
                </a:lnTo>
                <a:lnTo>
                  <a:pt x="12388" y="448"/>
                </a:lnTo>
                <a:lnTo>
                  <a:pt x="14649" y="1015"/>
                </a:lnTo>
                <a:lnTo>
                  <a:pt x="16957" y="1689"/>
                </a:lnTo>
                <a:close/>
              </a:path>
            </a:pathLst>
          </a:custGeom>
          <a:solidFill>
            <a:srgbClr val="CDD9DE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0" name="contour_09168"/>
          <p:cNvSpPr/>
          <p:nvPr/>
        </p:nvSpPr>
        <p:spPr>
          <a:xfrm>
            <a:off x="3960466" y="1238959"/>
            <a:ext cx="6027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04" y="464"/>
                </a:lnTo>
                <a:lnTo>
                  <a:pt x="3009" y="931"/>
                </a:lnTo>
                <a:lnTo>
                  <a:pt x="4508" y="1404"/>
                </a:lnTo>
                <a:lnTo>
                  <a:pt x="6010" y="1882"/>
                </a:lnTo>
                <a:lnTo>
                  <a:pt x="7509" y="2362"/>
                </a:lnTo>
                <a:lnTo>
                  <a:pt x="8904" y="2800"/>
                </a:lnTo>
                <a:lnTo>
                  <a:pt x="10309" y="3243"/>
                </a:lnTo>
                <a:lnTo>
                  <a:pt x="11732" y="3691"/>
                </a:lnTo>
                <a:lnTo>
                  <a:pt x="13407" y="4466"/>
                </a:lnTo>
                <a:lnTo>
                  <a:pt x="14880" y="5260"/>
                </a:lnTo>
                <a:lnTo>
                  <a:pt x="16201" y="6107"/>
                </a:lnTo>
                <a:lnTo>
                  <a:pt x="17418" y="7052"/>
                </a:lnTo>
                <a:lnTo>
                  <a:pt x="18573" y="8124"/>
                </a:lnTo>
                <a:lnTo>
                  <a:pt x="19717" y="9361"/>
                </a:lnTo>
                <a:lnTo>
                  <a:pt x="20895" y="10800"/>
                </a:lnTo>
                <a:lnTo>
                  <a:pt x="21365" y="12890"/>
                </a:lnTo>
                <a:lnTo>
                  <a:pt x="21600" y="14356"/>
                </a:lnTo>
                <a:lnTo>
                  <a:pt x="21600" y="15587"/>
                </a:lnTo>
                <a:lnTo>
                  <a:pt x="21365" y="16972"/>
                </a:lnTo>
                <a:lnTo>
                  <a:pt x="20895" y="18900"/>
                </a:lnTo>
                <a:lnTo>
                  <a:pt x="19202" y="19624"/>
                </a:lnTo>
                <a:lnTo>
                  <a:pt x="17502" y="20207"/>
                </a:lnTo>
                <a:lnTo>
                  <a:pt x="15781" y="20669"/>
                </a:lnTo>
                <a:lnTo>
                  <a:pt x="14039" y="21038"/>
                </a:lnTo>
                <a:lnTo>
                  <a:pt x="12263" y="21341"/>
                </a:lnTo>
                <a:lnTo>
                  <a:pt x="10447" y="21600"/>
                </a:lnTo>
                <a:lnTo>
                  <a:pt x="9972" y="20182"/>
                </a:lnTo>
                <a:lnTo>
                  <a:pt x="9489" y="18741"/>
                </a:lnTo>
                <a:lnTo>
                  <a:pt x="9050" y="17510"/>
                </a:lnTo>
                <a:lnTo>
                  <a:pt x="8609" y="16273"/>
                </a:lnTo>
                <a:lnTo>
                  <a:pt x="8162" y="15017"/>
                </a:lnTo>
                <a:lnTo>
                  <a:pt x="7739" y="13794"/>
                </a:lnTo>
                <a:lnTo>
                  <a:pt x="7311" y="12566"/>
                </a:lnTo>
                <a:lnTo>
                  <a:pt x="6877" y="11316"/>
                </a:lnTo>
                <a:lnTo>
                  <a:pt x="5877" y="9434"/>
                </a:lnTo>
                <a:lnTo>
                  <a:pt x="5080" y="8321"/>
                </a:lnTo>
                <a:lnTo>
                  <a:pt x="4069" y="7541"/>
                </a:lnTo>
                <a:lnTo>
                  <a:pt x="2429" y="6656"/>
                </a:lnTo>
                <a:lnTo>
                  <a:pt x="1222" y="6032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B4BCC0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1" name="contour_09169"/>
          <p:cNvSpPr/>
          <p:nvPr/>
        </p:nvSpPr>
        <p:spPr>
          <a:xfrm>
            <a:off x="7101590" y="1232523"/>
            <a:ext cx="65592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74" y="563"/>
                </a:moveTo>
                <a:lnTo>
                  <a:pt x="8398" y="1595"/>
                </a:lnTo>
                <a:lnTo>
                  <a:pt x="9742" y="2681"/>
                </a:lnTo>
                <a:lnTo>
                  <a:pt x="11023" y="3822"/>
                </a:lnTo>
                <a:lnTo>
                  <a:pt x="12264" y="5012"/>
                </a:lnTo>
                <a:lnTo>
                  <a:pt x="13478" y="6250"/>
                </a:lnTo>
                <a:lnTo>
                  <a:pt x="14683" y="7533"/>
                </a:lnTo>
                <a:lnTo>
                  <a:pt x="15900" y="8856"/>
                </a:lnTo>
                <a:lnTo>
                  <a:pt x="16973" y="10010"/>
                </a:lnTo>
                <a:lnTo>
                  <a:pt x="18050" y="11171"/>
                </a:lnTo>
                <a:lnTo>
                  <a:pt x="19142" y="12347"/>
                </a:lnTo>
                <a:lnTo>
                  <a:pt x="20342" y="14022"/>
                </a:lnTo>
                <a:lnTo>
                  <a:pt x="21070" y="15310"/>
                </a:lnTo>
                <a:lnTo>
                  <a:pt x="21444" y="16631"/>
                </a:lnTo>
                <a:lnTo>
                  <a:pt x="21581" y="18397"/>
                </a:lnTo>
                <a:lnTo>
                  <a:pt x="21600" y="21027"/>
                </a:lnTo>
                <a:lnTo>
                  <a:pt x="18530" y="21371"/>
                </a:lnTo>
                <a:lnTo>
                  <a:pt x="16265" y="21571"/>
                </a:lnTo>
                <a:lnTo>
                  <a:pt x="14597" y="21600"/>
                </a:lnTo>
                <a:lnTo>
                  <a:pt x="13318" y="21427"/>
                </a:lnTo>
                <a:lnTo>
                  <a:pt x="12226" y="21027"/>
                </a:lnTo>
                <a:lnTo>
                  <a:pt x="11107" y="20370"/>
                </a:lnTo>
                <a:lnTo>
                  <a:pt x="9758" y="19431"/>
                </a:lnTo>
                <a:lnTo>
                  <a:pt x="8628" y="18218"/>
                </a:lnTo>
                <a:lnTo>
                  <a:pt x="7572" y="17023"/>
                </a:lnTo>
                <a:lnTo>
                  <a:pt x="6588" y="15793"/>
                </a:lnTo>
                <a:lnTo>
                  <a:pt x="5666" y="14478"/>
                </a:lnTo>
                <a:lnTo>
                  <a:pt x="4800" y="13025"/>
                </a:lnTo>
                <a:lnTo>
                  <a:pt x="4800" y="11261"/>
                </a:lnTo>
                <a:lnTo>
                  <a:pt x="4800" y="9488"/>
                </a:lnTo>
                <a:lnTo>
                  <a:pt x="4800" y="7690"/>
                </a:lnTo>
                <a:lnTo>
                  <a:pt x="3216" y="7690"/>
                </a:lnTo>
                <a:lnTo>
                  <a:pt x="1618" y="7690"/>
                </a:lnTo>
                <a:lnTo>
                  <a:pt x="0" y="7690"/>
                </a:lnTo>
                <a:lnTo>
                  <a:pt x="0" y="5927"/>
                </a:lnTo>
                <a:lnTo>
                  <a:pt x="0" y="4153"/>
                </a:lnTo>
                <a:lnTo>
                  <a:pt x="0" y="2355"/>
                </a:lnTo>
                <a:lnTo>
                  <a:pt x="1411" y="1184"/>
                </a:lnTo>
                <a:lnTo>
                  <a:pt x="2662" y="389"/>
                </a:lnTo>
                <a:lnTo>
                  <a:pt x="3902" y="0"/>
                </a:lnTo>
                <a:lnTo>
                  <a:pt x="5290" y="48"/>
                </a:lnTo>
                <a:lnTo>
                  <a:pt x="6974" y="563"/>
                </a:lnTo>
                <a:close/>
              </a:path>
            </a:pathLst>
          </a:custGeom>
          <a:solidFill>
            <a:srgbClr val="D6E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2" name="contour_09170"/>
          <p:cNvSpPr/>
          <p:nvPr/>
        </p:nvSpPr>
        <p:spPr>
          <a:xfrm>
            <a:off x="6897527" y="1244964"/>
            <a:ext cx="87456" cy="236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0"/>
                </a:moveTo>
                <a:lnTo>
                  <a:pt x="1109" y="1024"/>
                </a:lnTo>
                <a:lnTo>
                  <a:pt x="2218" y="884"/>
                </a:lnTo>
                <a:lnTo>
                  <a:pt x="3326" y="758"/>
                </a:lnTo>
                <a:lnTo>
                  <a:pt x="4435" y="638"/>
                </a:lnTo>
                <a:lnTo>
                  <a:pt x="5544" y="532"/>
                </a:lnTo>
                <a:lnTo>
                  <a:pt x="6653" y="432"/>
                </a:lnTo>
                <a:lnTo>
                  <a:pt x="7762" y="339"/>
                </a:lnTo>
                <a:lnTo>
                  <a:pt x="8856" y="173"/>
                </a:lnTo>
                <a:lnTo>
                  <a:pt x="9967" y="0"/>
                </a:lnTo>
                <a:lnTo>
                  <a:pt x="11421" y="7"/>
                </a:lnTo>
                <a:lnTo>
                  <a:pt x="12749" y="239"/>
                </a:lnTo>
                <a:lnTo>
                  <a:pt x="13975" y="731"/>
                </a:lnTo>
                <a:lnTo>
                  <a:pt x="15120" y="1516"/>
                </a:lnTo>
                <a:lnTo>
                  <a:pt x="16209" y="2633"/>
                </a:lnTo>
                <a:lnTo>
                  <a:pt x="17266" y="4115"/>
                </a:lnTo>
                <a:lnTo>
                  <a:pt x="18310" y="6003"/>
                </a:lnTo>
                <a:lnTo>
                  <a:pt x="19364" y="8337"/>
                </a:lnTo>
                <a:lnTo>
                  <a:pt x="20453" y="11142"/>
                </a:lnTo>
                <a:lnTo>
                  <a:pt x="21600" y="14466"/>
                </a:lnTo>
                <a:lnTo>
                  <a:pt x="20345" y="15909"/>
                </a:lnTo>
                <a:lnTo>
                  <a:pt x="19089" y="17152"/>
                </a:lnTo>
                <a:lnTo>
                  <a:pt x="17834" y="18209"/>
                </a:lnTo>
                <a:lnTo>
                  <a:pt x="16580" y="19094"/>
                </a:lnTo>
                <a:lnTo>
                  <a:pt x="15323" y="19818"/>
                </a:lnTo>
                <a:lnTo>
                  <a:pt x="14065" y="20397"/>
                </a:lnTo>
                <a:lnTo>
                  <a:pt x="12805" y="20842"/>
                </a:lnTo>
                <a:lnTo>
                  <a:pt x="11542" y="21175"/>
                </a:lnTo>
                <a:lnTo>
                  <a:pt x="10276" y="21401"/>
                </a:lnTo>
                <a:lnTo>
                  <a:pt x="9009" y="21540"/>
                </a:lnTo>
                <a:lnTo>
                  <a:pt x="7736" y="21600"/>
                </a:lnTo>
                <a:lnTo>
                  <a:pt x="6460" y="21593"/>
                </a:lnTo>
                <a:lnTo>
                  <a:pt x="5179" y="21547"/>
                </a:lnTo>
                <a:lnTo>
                  <a:pt x="3893" y="21454"/>
                </a:lnTo>
                <a:lnTo>
                  <a:pt x="2601" y="21347"/>
                </a:lnTo>
                <a:lnTo>
                  <a:pt x="1303" y="21228"/>
                </a:lnTo>
                <a:lnTo>
                  <a:pt x="0" y="21115"/>
                </a:lnTo>
                <a:lnTo>
                  <a:pt x="0" y="17166"/>
                </a:lnTo>
                <a:lnTo>
                  <a:pt x="0" y="13203"/>
                </a:lnTo>
                <a:lnTo>
                  <a:pt x="0" y="9228"/>
                </a:lnTo>
                <a:lnTo>
                  <a:pt x="0" y="5219"/>
                </a:lnTo>
                <a:lnTo>
                  <a:pt x="0" y="1170"/>
                </a:lnTo>
                <a:close/>
              </a:path>
            </a:pathLst>
          </a:custGeom>
          <a:solidFill>
            <a:srgbClr val="AAB4B9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3" name="contour_09171"/>
          <p:cNvSpPr/>
          <p:nvPr/>
        </p:nvSpPr>
        <p:spPr>
          <a:xfrm>
            <a:off x="5614840" y="1231671"/>
            <a:ext cx="102032" cy="317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0"/>
                </a:moveTo>
                <a:lnTo>
                  <a:pt x="8771" y="376"/>
                </a:lnTo>
                <a:lnTo>
                  <a:pt x="9830" y="753"/>
                </a:lnTo>
                <a:lnTo>
                  <a:pt x="10888" y="1134"/>
                </a:lnTo>
                <a:lnTo>
                  <a:pt x="11948" y="1510"/>
                </a:lnTo>
                <a:lnTo>
                  <a:pt x="13009" y="1886"/>
                </a:lnTo>
                <a:lnTo>
                  <a:pt x="14072" y="2267"/>
                </a:lnTo>
                <a:lnTo>
                  <a:pt x="15139" y="2649"/>
                </a:lnTo>
                <a:lnTo>
                  <a:pt x="16206" y="3030"/>
                </a:lnTo>
                <a:lnTo>
                  <a:pt x="17277" y="3411"/>
                </a:lnTo>
                <a:lnTo>
                  <a:pt x="18352" y="3792"/>
                </a:lnTo>
                <a:lnTo>
                  <a:pt x="19431" y="4178"/>
                </a:lnTo>
                <a:lnTo>
                  <a:pt x="20512" y="4565"/>
                </a:lnTo>
                <a:lnTo>
                  <a:pt x="21600" y="4951"/>
                </a:lnTo>
                <a:lnTo>
                  <a:pt x="20219" y="9377"/>
                </a:lnTo>
                <a:lnTo>
                  <a:pt x="19121" y="12832"/>
                </a:lnTo>
                <a:lnTo>
                  <a:pt x="18247" y="15471"/>
                </a:lnTo>
                <a:lnTo>
                  <a:pt x="17538" y="17412"/>
                </a:lnTo>
                <a:lnTo>
                  <a:pt x="16933" y="18808"/>
                </a:lnTo>
                <a:lnTo>
                  <a:pt x="16373" y="19783"/>
                </a:lnTo>
                <a:lnTo>
                  <a:pt x="15800" y="20486"/>
                </a:lnTo>
                <a:lnTo>
                  <a:pt x="15152" y="21046"/>
                </a:lnTo>
                <a:lnTo>
                  <a:pt x="14373" y="21600"/>
                </a:lnTo>
                <a:lnTo>
                  <a:pt x="13191" y="21471"/>
                </a:lnTo>
                <a:lnTo>
                  <a:pt x="12056" y="21303"/>
                </a:lnTo>
                <a:lnTo>
                  <a:pt x="10960" y="21075"/>
                </a:lnTo>
                <a:lnTo>
                  <a:pt x="9899" y="20768"/>
                </a:lnTo>
                <a:lnTo>
                  <a:pt x="8867" y="20372"/>
                </a:lnTo>
                <a:lnTo>
                  <a:pt x="7859" y="19867"/>
                </a:lnTo>
                <a:lnTo>
                  <a:pt x="6869" y="19239"/>
                </a:lnTo>
                <a:lnTo>
                  <a:pt x="5892" y="18461"/>
                </a:lnTo>
                <a:lnTo>
                  <a:pt x="4923" y="17531"/>
                </a:lnTo>
                <a:lnTo>
                  <a:pt x="3956" y="16422"/>
                </a:lnTo>
                <a:lnTo>
                  <a:pt x="2985" y="15124"/>
                </a:lnTo>
                <a:lnTo>
                  <a:pt x="2006" y="13614"/>
                </a:lnTo>
                <a:lnTo>
                  <a:pt x="1012" y="11877"/>
                </a:lnTo>
                <a:lnTo>
                  <a:pt x="0" y="9901"/>
                </a:lnTo>
                <a:lnTo>
                  <a:pt x="420" y="9674"/>
                </a:lnTo>
                <a:lnTo>
                  <a:pt x="1688" y="8991"/>
                </a:lnTo>
                <a:lnTo>
                  <a:pt x="2405" y="8580"/>
                </a:lnTo>
                <a:lnTo>
                  <a:pt x="3126" y="8159"/>
                </a:lnTo>
                <a:lnTo>
                  <a:pt x="3857" y="7733"/>
                </a:lnTo>
                <a:lnTo>
                  <a:pt x="4934" y="7129"/>
                </a:lnTo>
                <a:lnTo>
                  <a:pt x="6026" y="6515"/>
                </a:lnTo>
                <a:lnTo>
                  <a:pt x="6864" y="5743"/>
                </a:lnTo>
                <a:lnTo>
                  <a:pt x="7714" y="4951"/>
                </a:lnTo>
                <a:lnTo>
                  <a:pt x="7714" y="2495"/>
                </a:lnTo>
                <a:lnTo>
                  <a:pt x="7714" y="0"/>
                </a:lnTo>
                <a:close/>
              </a:path>
            </a:pathLst>
          </a:custGeom>
          <a:solidFill>
            <a:srgbClr val="CCD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4" name="contour_09172"/>
          <p:cNvSpPr/>
          <p:nvPr/>
        </p:nvSpPr>
        <p:spPr>
          <a:xfrm>
            <a:off x="4324866" y="1230956"/>
            <a:ext cx="109320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90" y="0"/>
                </a:moveTo>
                <a:lnTo>
                  <a:pt x="15777" y="84"/>
                </a:lnTo>
                <a:lnTo>
                  <a:pt x="16569" y="167"/>
                </a:lnTo>
                <a:lnTo>
                  <a:pt x="17369" y="244"/>
                </a:lnTo>
                <a:lnTo>
                  <a:pt x="18160" y="307"/>
                </a:lnTo>
                <a:lnTo>
                  <a:pt x="18955" y="370"/>
                </a:lnTo>
                <a:lnTo>
                  <a:pt x="19760" y="432"/>
                </a:lnTo>
                <a:lnTo>
                  <a:pt x="20674" y="558"/>
                </a:lnTo>
                <a:lnTo>
                  <a:pt x="21600" y="683"/>
                </a:lnTo>
                <a:lnTo>
                  <a:pt x="21600" y="4832"/>
                </a:lnTo>
                <a:lnTo>
                  <a:pt x="21600" y="8980"/>
                </a:lnTo>
                <a:lnTo>
                  <a:pt x="21600" y="13157"/>
                </a:lnTo>
                <a:lnTo>
                  <a:pt x="21600" y="17361"/>
                </a:lnTo>
                <a:lnTo>
                  <a:pt x="21600" y="21600"/>
                </a:lnTo>
                <a:lnTo>
                  <a:pt x="20582" y="21600"/>
                </a:lnTo>
                <a:lnTo>
                  <a:pt x="19564" y="21600"/>
                </a:lnTo>
                <a:lnTo>
                  <a:pt x="18544" y="21600"/>
                </a:lnTo>
                <a:lnTo>
                  <a:pt x="17526" y="21600"/>
                </a:lnTo>
                <a:lnTo>
                  <a:pt x="16505" y="21600"/>
                </a:lnTo>
                <a:lnTo>
                  <a:pt x="15486" y="21600"/>
                </a:lnTo>
                <a:lnTo>
                  <a:pt x="14465" y="21600"/>
                </a:lnTo>
                <a:lnTo>
                  <a:pt x="13442" y="21600"/>
                </a:lnTo>
                <a:lnTo>
                  <a:pt x="12419" y="21600"/>
                </a:lnTo>
                <a:lnTo>
                  <a:pt x="11395" y="21600"/>
                </a:lnTo>
                <a:lnTo>
                  <a:pt x="10368" y="21600"/>
                </a:lnTo>
                <a:lnTo>
                  <a:pt x="9340" y="21600"/>
                </a:lnTo>
                <a:lnTo>
                  <a:pt x="8312" y="21600"/>
                </a:lnTo>
                <a:lnTo>
                  <a:pt x="7281" y="21600"/>
                </a:lnTo>
                <a:lnTo>
                  <a:pt x="6247" y="21600"/>
                </a:lnTo>
                <a:lnTo>
                  <a:pt x="5213" y="21600"/>
                </a:lnTo>
                <a:lnTo>
                  <a:pt x="4175" y="21600"/>
                </a:lnTo>
                <a:lnTo>
                  <a:pt x="3135" y="21600"/>
                </a:lnTo>
                <a:lnTo>
                  <a:pt x="2092" y="21600"/>
                </a:lnTo>
                <a:lnTo>
                  <a:pt x="1048" y="21600"/>
                </a:lnTo>
                <a:lnTo>
                  <a:pt x="0" y="21600"/>
                </a:lnTo>
                <a:lnTo>
                  <a:pt x="0" y="18142"/>
                </a:lnTo>
                <a:lnTo>
                  <a:pt x="0" y="14628"/>
                </a:lnTo>
                <a:lnTo>
                  <a:pt x="816" y="14202"/>
                </a:lnTo>
                <a:lnTo>
                  <a:pt x="1637" y="13777"/>
                </a:lnTo>
                <a:lnTo>
                  <a:pt x="2470" y="13345"/>
                </a:lnTo>
                <a:lnTo>
                  <a:pt x="3270" y="12906"/>
                </a:lnTo>
                <a:lnTo>
                  <a:pt x="4069" y="12466"/>
                </a:lnTo>
                <a:lnTo>
                  <a:pt x="4870" y="12020"/>
                </a:lnTo>
                <a:lnTo>
                  <a:pt x="5669" y="11574"/>
                </a:lnTo>
                <a:lnTo>
                  <a:pt x="6075" y="11365"/>
                </a:lnTo>
                <a:lnTo>
                  <a:pt x="7298" y="10744"/>
                </a:lnTo>
                <a:lnTo>
                  <a:pt x="8397" y="9824"/>
                </a:lnTo>
                <a:lnTo>
                  <a:pt x="9405" y="8464"/>
                </a:lnTo>
                <a:lnTo>
                  <a:pt x="10349" y="6826"/>
                </a:lnTo>
                <a:lnTo>
                  <a:pt x="11254" y="5069"/>
                </a:lnTo>
                <a:lnTo>
                  <a:pt x="12145" y="3354"/>
                </a:lnTo>
                <a:lnTo>
                  <a:pt x="13048" y="1834"/>
                </a:lnTo>
                <a:lnTo>
                  <a:pt x="13988" y="662"/>
                </a:lnTo>
                <a:lnTo>
                  <a:pt x="14990" y="0"/>
                </a:lnTo>
                <a:close/>
              </a:path>
            </a:pathLst>
          </a:custGeom>
          <a:solidFill>
            <a:srgbClr val="FDFEFE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5" name="contour_09173"/>
          <p:cNvSpPr/>
          <p:nvPr/>
        </p:nvSpPr>
        <p:spPr>
          <a:xfrm>
            <a:off x="1167773" y="1151656"/>
            <a:ext cx="45120" cy="80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77" y="4"/>
                </a:moveTo>
                <a:lnTo>
                  <a:pt x="12278" y="173"/>
                </a:lnTo>
                <a:lnTo>
                  <a:pt x="13258" y="358"/>
                </a:lnTo>
                <a:lnTo>
                  <a:pt x="14814" y="651"/>
                </a:lnTo>
                <a:lnTo>
                  <a:pt x="17431" y="1143"/>
                </a:lnTo>
                <a:lnTo>
                  <a:pt x="21600" y="1926"/>
                </a:lnTo>
                <a:lnTo>
                  <a:pt x="21314" y="3225"/>
                </a:lnTo>
                <a:lnTo>
                  <a:pt x="21024" y="4525"/>
                </a:lnTo>
                <a:lnTo>
                  <a:pt x="20738" y="5825"/>
                </a:lnTo>
                <a:lnTo>
                  <a:pt x="20449" y="7126"/>
                </a:lnTo>
                <a:lnTo>
                  <a:pt x="20159" y="8430"/>
                </a:lnTo>
                <a:lnTo>
                  <a:pt x="19869" y="9737"/>
                </a:lnTo>
                <a:lnTo>
                  <a:pt x="19580" y="11047"/>
                </a:lnTo>
                <a:lnTo>
                  <a:pt x="19287" y="12361"/>
                </a:lnTo>
                <a:lnTo>
                  <a:pt x="18997" y="13679"/>
                </a:lnTo>
                <a:lnTo>
                  <a:pt x="18704" y="15003"/>
                </a:lnTo>
                <a:lnTo>
                  <a:pt x="18408" y="16331"/>
                </a:lnTo>
                <a:lnTo>
                  <a:pt x="18111" y="17665"/>
                </a:lnTo>
                <a:lnTo>
                  <a:pt x="16381" y="17665"/>
                </a:lnTo>
                <a:lnTo>
                  <a:pt x="14622" y="17665"/>
                </a:lnTo>
                <a:lnTo>
                  <a:pt x="14622" y="16367"/>
                </a:lnTo>
                <a:lnTo>
                  <a:pt x="14622" y="15068"/>
                </a:lnTo>
                <a:lnTo>
                  <a:pt x="14622" y="13766"/>
                </a:lnTo>
                <a:lnTo>
                  <a:pt x="14622" y="12461"/>
                </a:lnTo>
                <a:lnTo>
                  <a:pt x="14622" y="11153"/>
                </a:lnTo>
                <a:lnTo>
                  <a:pt x="14622" y="9841"/>
                </a:lnTo>
                <a:lnTo>
                  <a:pt x="14622" y="8521"/>
                </a:lnTo>
                <a:lnTo>
                  <a:pt x="14622" y="7195"/>
                </a:lnTo>
                <a:lnTo>
                  <a:pt x="14622" y="5861"/>
                </a:lnTo>
                <a:lnTo>
                  <a:pt x="12550" y="5861"/>
                </a:lnTo>
                <a:lnTo>
                  <a:pt x="10470" y="5861"/>
                </a:lnTo>
                <a:lnTo>
                  <a:pt x="8384" y="5861"/>
                </a:lnTo>
                <a:lnTo>
                  <a:pt x="6280" y="5861"/>
                </a:lnTo>
                <a:lnTo>
                  <a:pt x="4155" y="5861"/>
                </a:lnTo>
                <a:lnTo>
                  <a:pt x="4155" y="7159"/>
                </a:lnTo>
                <a:lnTo>
                  <a:pt x="4155" y="8460"/>
                </a:lnTo>
                <a:lnTo>
                  <a:pt x="4155" y="9760"/>
                </a:lnTo>
                <a:lnTo>
                  <a:pt x="4155" y="11061"/>
                </a:lnTo>
                <a:lnTo>
                  <a:pt x="4155" y="12365"/>
                </a:lnTo>
                <a:lnTo>
                  <a:pt x="4155" y="13671"/>
                </a:lnTo>
                <a:lnTo>
                  <a:pt x="4155" y="14982"/>
                </a:lnTo>
                <a:lnTo>
                  <a:pt x="4155" y="16296"/>
                </a:lnTo>
                <a:lnTo>
                  <a:pt x="4155" y="17614"/>
                </a:lnTo>
                <a:lnTo>
                  <a:pt x="4155" y="18938"/>
                </a:lnTo>
                <a:lnTo>
                  <a:pt x="4155" y="20266"/>
                </a:lnTo>
                <a:lnTo>
                  <a:pt x="4155" y="21600"/>
                </a:lnTo>
                <a:lnTo>
                  <a:pt x="2425" y="21600"/>
                </a:lnTo>
                <a:lnTo>
                  <a:pt x="666" y="21600"/>
                </a:lnTo>
                <a:lnTo>
                  <a:pt x="590" y="20370"/>
                </a:lnTo>
                <a:lnTo>
                  <a:pt x="516" y="19141"/>
                </a:lnTo>
                <a:lnTo>
                  <a:pt x="450" y="17911"/>
                </a:lnTo>
                <a:lnTo>
                  <a:pt x="391" y="16683"/>
                </a:lnTo>
                <a:lnTo>
                  <a:pt x="331" y="15454"/>
                </a:lnTo>
                <a:lnTo>
                  <a:pt x="279" y="14224"/>
                </a:lnTo>
                <a:lnTo>
                  <a:pt x="230" y="12993"/>
                </a:lnTo>
                <a:lnTo>
                  <a:pt x="143" y="11773"/>
                </a:lnTo>
                <a:lnTo>
                  <a:pt x="52" y="10533"/>
                </a:lnTo>
                <a:lnTo>
                  <a:pt x="0" y="8312"/>
                </a:lnTo>
                <a:lnTo>
                  <a:pt x="35" y="6660"/>
                </a:lnTo>
                <a:lnTo>
                  <a:pt x="216" y="5416"/>
                </a:lnTo>
                <a:lnTo>
                  <a:pt x="611" y="4423"/>
                </a:lnTo>
                <a:lnTo>
                  <a:pt x="1284" y="3514"/>
                </a:lnTo>
                <a:lnTo>
                  <a:pt x="2299" y="2530"/>
                </a:lnTo>
                <a:lnTo>
                  <a:pt x="3719" y="1310"/>
                </a:lnTo>
                <a:lnTo>
                  <a:pt x="6046" y="531"/>
                </a:lnTo>
                <a:lnTo>
                  <a:pt x="7620" y="134"/>
                </a:lnTo>
                <a:lnTo>
                  <a:pt x="9158" y="0"/>
                </a:lnTo>
                <a:lnTo>
                  <a:pt x="11377" y="4"/>
                </a:lnTo>
                <a:close/>
              </a:path>
            </a:pathLst>
          </a:custGeom>
          <a:solidFill>
            <a:srgbClr val="F7E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6" name="contour_09174"/>
          <p:cNvSpPr/>
          <p:nvPr/>
        </p:nvSpPr>
        <p:spPr>
          <a:xfrm>
            <a:off x="6729903" y="959333"/>
            <a:ext cx="102032" cy="320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1806"/>
                </a:moveTo>
                <a:lnTo>
                  <a:pt x="5593" y="1585"/>
                </a:lnTo>
                <a:lnTo>
                  <a:pt x="6557" y="1384"/>
                </a:lnTo>
                <a:lnTo>
                  <a:pt x="7521" y="1197"/>
                </a:lnTo>
                <a:lnTo>
                  <a:pt x="8484" y="1026"/>
                </a:lnTo>
                <a:lnTo>
                  <a:pt x="9448" y="864"/>
                </a:lnTo>
                <a:lnTo>
                  <a:pt x="10413" y="716"/>
                </a:lnTo>
                <a:lnTo>
                  <a:pt x="11379" y="579"/>
                </a:lnTo>
                <a:lnTo>
                  <a:pt x="12335" y="329"/>
                </a:lnTo>
                <a:lnTo>
                  <a:pt x="13307" y="79"/>
                </a:lnTo>
                <a:lnTo>
                  <a:pt x="14410" y="0"/>
                </a:lnTo>
                <a:lnTo>
                  <a:pt x="15442" y="54"/>
                </a:lnTo>
                <a:lnTo>
                  <a:pt x="16444" y="319"/>
                </a:lnTo>
                <a:lnTo>
                  <a:pt x="17456" y="878"/>
                </a:lnTo>
                <a:lnTo>
                  <a:pt x="18514" y="1806"/>
                </a:lnTo>
                <a:lnTo>
                  <a:pt x="19130" y="4406"/>
                </a:lnTo>
                <a:lnTo>
                  <a:pt x="19668" y="7046"/>
                </a:lnTo>
                <a:lnTo>
                  <a:pt x="20142" y="9745"/>
                </a:lnTo>
                <a:lnTo>
                  <a:pt x="20560" y="12517"/>
                </a:lnTo>
                <a:lnTo>
                  <a:pt x="20935" y="15378"/>
                </a:lnTo>
                <a:lnTo>
                  <a:pt x="21278" y="18347"/>
                </a:lnTo>
                <a:lnTo>
                  <a:pt x="21600" y="21433"/>
                </a:lnTo>
                <a:lnTo>
                  <a:pt x="20495" y="21507"/>
                </a:lnTo>
                <a:lnTo>
                  <a:pt x="19397" y="21556"/>
                </a:lnTo>
                <a:lnTo>
                  <a:pt x="18304" y="21590"/>
                </a:lnTo>
                <a:lnTo>
                  <a:pt x="17217" y="21600"/>
                </a:lnTo>
                <a:lnTo>
                  <a:pt x="16132" y="21580"/>
                </a:lnTo>
                <a:lnTo>
                  <a:pt x="15052" y="21536"/>
                </a:lnTo>
                <a:lnTo>
                  <a:pt x="13975" y="21458"/>
                </a:lnTo>
                <a:lnTo>
                  <a:pt x="12901" y="21350"/>
                </a:lnTo>
                <a:lnTo>
                  <a:pt x="11828" y="21203"/>
                </a:lnTo>
                <a:lnTo>
                  <a:pt x="10757" y="21021"/>
                </a:lnTo>
                <a:lnTo>
                  <a:pt x="9688" y="20795"/>
                </a:lnTo>
                <a:lnTo>
                  <a:pt x="8617" y="20525"/>
                </a:lnTo>
                <a:lnTo>
                  <a:pt x="7548" y="20211"/>
                </a:lnTo>
                <a:lnTo>
                  <a:pt x="6475" y="19848"/>
                </a:lnTo>
                <a:lnTo>
                  <a:pt x="5403" y="19436"/>
                </a:lnTo>
                <a:lnTo>
                  <a:pt x="4329" y="18970"/>
                </a:lnTo>
                <a:lnTo>
                  <a:pt x="3252" y="18450"/>
                </a:lnTo>
                <a:lnTo>
                  <a:pt x="2172" y="17871"/>
                </a:lnTo>
                <a:lnTo>
                  <a:pt x="1088" y="17228"/>
                </a:lnTo>
                <a:lnTo>
                  <a:pt x="0" y="16526"/>
                </a:lnTo>
                <a:lnTo>
                  <a:pt x="339" y="16256"/>
                </a:lnTo>
                <a:lnTo>
                  <a:pt x="940" y="15780"/>
                </a:lnTo>
                <a:lnTo>
                  <a:pt x="2314" y="14686"/>
                </a:lnTo>
                <a:lnTo>
                  <a:pt x="3080" y="13675"/>
                </a:lnTo>
                <a:lnTo>
                  <a:pt x="3848" y="12655"/>
                </a:lnTo>
                <a:lnTo>
                  <a:pt x="4629" y="11619"/>
                </a:lnTo>
                <a:lnTo>
                  <a:pt x="4629" y="8376"/>
                </a:lnTo>
                <a:lnTo>
                  <a:pt x="4629" y="5113"/>
                </a:lnTo>
                <a:lnTo>
                  <a:pt x="4629" y="1806"/>
                </a:lnTo>
                <a:close/>
              </a:path>
            </a:pathLst>
          </a:custGeom>
          <a:solidFill>
            <a:srgbClr val="E1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7" name="contour_09175"/>
          <p:cNvSpPr/>
          <p:nvPr/>
        </p:nvSpPr>
        <p:spPr>
          <a:xfrm>
            <a:off x="6824647" y="867300"/>
            <a:ext cx="87456" cy="36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06"/>
                </a:moveTo>
                <a:lnTo>
                  <a:pt x="20709" y="6446"/>
                </a:lnTo>
                <a:lnTo>
                  <a:pt x="19816" y="8591"/>
                </a:lnTo>
                <a:lnTo>
                  <a:pt x="18923" y="10735"/>
                </a:lnTo>
                <a:lnTo>
                  <a:pt x="18027" y="12888"/>
                </a:lnTo>
                <a:lnTo>
                  <a:pt x="17127" y="15050"/>
                </a:lnTo>
                <a:lnTo>
                  <a:pt x="16223" y="17220"/>
                </a:lnTo>
                <a:lnTo>
                  <a:pt x="15314" y="19404"/>
                </a:lnTo>
                <a:lnTo>
                  <a:pt x="14400" y="21600"/>
                </a:lnTo>
                <a:lnTo>
                  <a:pt x="14400" y="18742"/>
                </a:lnTo>
                <a:lnTo>
                  <a:pt x="14400" y="15867"/>
                </a:lnTo>
                <a:lnTo>
                  <a:pt x="14400" y="12953"/>
                </a:lnTo>
                <a:lnTo>
                  <a:pt x="13518" y="13649"/>
                </a:lnTo>
                <a:lnTo>
                  <a:pt x="12622" y="14354"/>
                </a:lnTo>
                <a:lnTo>
                  <a:pt x="11403" y="15132"/>
                </a:lnTo>
                <a:lnTo>
                  <a:pt x="10219" y="15815"/>
                </a:lnTo>
                <a:lnTo>
                  <a:pt x="9047" y="16386"/>
                </a:lnTo>
                <a:lnTo>
                  <a:pt x="7868" y="16831"/>
                </a:lnTo>
                <a:lnTo>
                  <a:pt x="6658" y="17134"/>
                </a:lnTo>
                <a:lnTo>
                  <a:pt x="5400" y="17277"/>
                </a:lnTo>
                <a:lnTo>
                  <a:pt x="4259" y="15461"/>
                </a:lnTo>
                <a:lnTo>
                  <a:pt x="3290" y="13576"/>
                </a:lnTo>
                <a:lnTo>
                  <a:pt x="2439" y="11570"/>
                </a:lnTo>
                <a:lnTo>
                  <a:pt x="1645" y="9391"/>
                </a:lnTo>
                <a:lnTo>
                  <a:pt x="851" y="6987"/>
                </a:lnTo>
                <a:lnTo>
                  <a:pt x="0" y="4306"/>
                </a:lnTo>
                <a:lnTo>
                  <a:pt x="2529" y="3351"/>
                </a:lnTo>
                <a:lnTo>
                  <a:pt x="4770" y="2512"/>
                </a:lnTo>
                <a:lnTo>
                  <a:pt x="6746" y="1794"/>
                </a:lnTo>
                <a:lnTo>
                  <a:pt x="8487" y="1193"/>
                </a:lnTo>
                <a:lnTo>
                  <a:pt x="10019" y="718"/>
                </a:lnTo>
                <a:lnTo>
                  <a:pt x="11365" y="359"/>
                </a:lnTo>
                <a:lnTo>
                  <a:pt x="12555" y="117"/>
                </a:lnTo>
                <a:lnTo>
                  <a:pt x="13613" y="0"/>
                </a:lnTo>
                <a:lnTo>
                  <a:pt x="14567" y="0"/>
                </a:lnTo>
                <a:lnTo>
                  <a:pt x="15444" y="117"/>
                </a:lnTo>
                <a:lnTo>
                  <a:pt x="16267" y="359"/>
                </a:lnTo>
                <a:lnTo>
                  <a:pt x="17066" y="718"/>
                </a:lnTo>
                <a:lnTo>
                  <a:pt x="17865" y="1193"/>
                </a:lnTo>
                <a:lnTo>
                  <a:pt x="18693" y="1794"/>
                </a:lnTo>
                <a:lnTo>
                  <a:pt x="19573" y="2512"/>
                </a:lnTo>
                <a:lnTo>
                  <a:pt x="20533" y="3351"/>
                </a:lnTo>
                <a:lnTo>
                  <a:pt x="21600" y="4306"/>
                </a:lnTo>
                <a:close/>
              </a:path>
            </a:pathLst>
          </a:custGeom>
          <a:solidFill>
            <a:srgbClr val="F1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8" name="contour_09176"/>
          <p:cNvSpPr/>
          <p:nvPr/>
        </p:nvSpPr>
        <p:spPr>
          <a:xfrm>
            <a:off x="4754857" y="568463"/>
            <a:ext cx="4372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121" y="415"/>
                </a:lnTo>
                <a:lnTo>
                  <a:pt x="20279" y="1150"/>
                </a:lnTo>
                <a:lnTo>
                  <a:pt x="18353" y="2830"/>
                </a:lnTo>
                <a:lnTo>
                  <a:pt x="17276" y="3855"/>
                </a:lnTo>
                <a:lnTo>
                  <a:pt x="16254" y="4888"/>
                </a:lnTo>
                <a:lnTo>
                  <a:pt x="15289" y="5927"/>
                </a:lnTo>
                <a:lnTo>
                  <a:pt x="14371" y="6972"/>
                </a:lnTo>
                <a:lnTo>
                  <a:pt x="13493" y="8022"/>
                </a:lnTo>
                <a:lnTo>
                  <a:pt x="12658" y="9079"/>
                </a:lnTo>
                <a:lnTo>
                  <a:pt x="11851" y="10140"/>
                </a:lnTo>
                <a:lnTo>
                  <a:pt x="11074" y="11207"/>
                </a:lnTo>
                <a:lnTo>
                  <a:pt x="10318" y="12279"/>
                </a:lnTo>
                <a:lnTo>
                  <a:pt x="9576" y="13355"/>
                </a:lnTo>
                <a:lnTo>
                  <a:pt x="8849" y="14435"/>
                </a:lnTo>
                <a:lnTo>
                  <a:pt x="8125" y="15520"/>
                </a:lnTo>
                <a:lnTo>
                  <a:pt x="7405" y="16609"/>
                </a:lnTo>
                <a:lnTo>
                  <a:pt x="6696" y="17616"/>
                </a:lnTo>
                <a:lnTo>
                  <a:pt x="5951" y="18616"/>
                </a:lnTo>
                <a:lnTo>
                  <a:pt x="5184" y="19614"/>
                </a:lnTo>
                <a:lnTo>
                  <a:pt x="4399" y="20608"/>
                </a:lnTo>
                <a:lnTo>
                  <a:pt x="3600" y="21600"/>
                </a:lnTo>
                <a:lnTo>
                  <a:pt x="1814" y="21600"/>
                </a:lnTo>
                <a:lnTo>
                  <a:pt x="0" y="21600"/>
                </a:lnTo>
                <a:lnTo>
                  <a:pt x="223" y="20468"/>
                </a:lnTo>
                <a:lnTo>
                  <a:pt x="446" y="19339"/>
                </a:lnTo>
                <a:lnTo>
                  <a:pt x="670" y="18205"/>
                </a:lnTo>
                <a:lnTo>
                  <a:pt x="893" y="17074"/>
                </a:lnTo>
                <a:lnTo>
                  <a:pt x="1116" y="15941"/>
                </a:lnTo>
                <a:lnTo>
                  <a:pt x="1339" y="14804"/>
                </a:lnTo>
                <a:lnTo>
                  <a:pt x="1562" y="13668"/>
                </a:lnTo>
                <a:lnTo>
                  <a:pt x="1786" y="12530"/>
                </a:lnTo>
                <a:lnTo>
                  <a:pt x="2012" y="11390"/>
                </a:lnTo>
                <a:lnTo>
                  <a:pt x="2236" y="10247"/>
                </a:lnTo>
                <a:lnTo>
                  <a:pt x="2462" y="9100"/>
                </a:lnTo>
                <a:lnTo>
                  <a:pt x="2689" y="7952"/>
                </a:lnTo>
                <a:lnTo>
                  <a:pt x="2916" y="6801"/>
                </a:lnTo>
                <a:lnTo>
                  <a:pt x="3143" y="5646"/>
                </a:lnTo>
                <a:lnTo>
                  <a:pt x="3370" y="4486"/>
                </a:lnTo>
                <a:lnTo>
                  <a:pt x="3600" y="3323"/>
                </a:lnTo>
                <a:lnTo>
                  <a:pt x="5980" y="3323"/>
                </a:lnTo>
                <a:lnTo>
                  <a:pt x="8374" y="3323"/>
                </a:lnTo>
                <a:lnTo>
                  <a:pt x="10800" y="3323"/>
                </a:lnTo>
                <a:lnTo>
                  <a:pt x="10800" y="2225"/>
                </a:lnTo>
                <a:lnTo>
                  <a:pt x="10800" y="1120"/>
                </a:lnTo>
                <a:lnTo>
                  <a:pt x="10800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9179" name="contour_09177"/>
          <p:cNvSpPr/>
          <p:nvPr/>
        </p:nvSpPr>
        <p:spPr>
          <a:xfrm>
            <a:off x="5024513" y="6265880"/>
            <a:ext cx="80168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28"/>
                </a:moveTo>
                <a:lnTo>
                  <a:pt x="21013" y="5489"/>
                </a:lnTo>
                <a:lnTo>
                  <a:pt x="20386" y="8679"/>
                </a:lnTo>
                <a:lnTo>
                  <a:pt x="19609" y="11221"/>
                </a:lnTo>
                <a:lnTo>
                  <a:pt x="18566" y="13461"/>
                </a:lnTo>
                <a:lnTo>
                  <a:pt x="17143" y="15728"/>
                </a:lnTo>
                <a:lnTo>
                  <a:pt x="15672" y="17066"/>
                </a:lnTo>
                <a:lnTo>
                  <a:pt x="14276" y="18259"/>
                </a:lnTo>
                <a:lnTo>
                  <a:pt x="12942" y="19306"/>
                </a:lnTo>
                <a:lnTo>
                  <a:pt x="11656" y="20175"/>
                </a:lnTo>
                <a:lnTo>
                  <a:pt x="10403" y="20855"/>
                </a:lnTo>
                <a:lnTo>
                  <a:pt x="9174" y="21330"/>
                </a:lnTo>
                <a:lnTo>
                  <a:pt x="7951" y="21584"/>
                </a:lnTo>
                <a:lnTo>
                  <a:pt x="6720" y="21600"/>
                </a:lnTo>
                <a:lnTo>
                  <a:pt x="5471" y="21363"/>
                </a:lnTo>
                <a:lnTo>
                  <a:pt x="4186" y="20850"/>
                </a:lnTo>
                <a:lnTo>
                  <a:pt x="2857" y="20051"/>
                </a:lnTo>
                <a:lnTo>
                  <a:pt x="1465" y="18945"/>
                </a:lnTo>
                <a:lnTo>
                  <a:pt x="0" y="17520"/>
                </a:lnTo>
                <a:lnTo>
                  <a:pt x="1023" y="13715"/>
                </a:lnTo>
                <a:lnTo>
                  <a:pt x="2099" y="10476"/>
                </a:lnTo>
                <a:lnTo>
                  <a:pt x="3228" y="7767"/>
                </a:lnTo>
                <a:lnTo>
                  <a:pt x="4404" y="5538"/>
                </a:lnTo>
                <a:lnTo>
                  <a:pt x="5630" y="3757"/>
                </a:lnTo>
                <a:lnTo>
                  <a:pt x="6898" y="2375"/>
                </a:lnTo>
                <a:lnTo>
                  <a:pt x="8210" y="1349"/>
                </a:lnTo>
                <a:lnTo>
                  <a:pt x="9563" y="642"/>
                </a:lnTo>
                <a:lnTo>
                  <a:pt x="10955" y="210"/>
                </a:lnTo>
                <a:lnTo>
                  <a:pt x="12383" y="11"/>
                </a:lnTo>
                <a:lnTo>
                  <a:pt x="13846" y="0"/>
                </a:lnTo>
                <a:lnTo>
                  <a:pt x="15340" y="140"/>
                </a:lnTo>
                <a:lnTo>
                  <a:pt x="16866" y="383"/>
                </a:lnTo>
                <a:lnTo>
                  <a:pt x="18419" y="691"/>
                </a:lnTo>
                <a:lnTo>
                  <a:pt x="19998" y="1020"/>
                </a:lnTo>
                <a:lnTo>
                  <a:pt x="21600" y="1328"/>
                </a:lnTo>
                <a:close/>
              </a:path>
            </a:pathLst>
          </a:custGeom>
          <a:solidFill>
            <a:srgbClr val="F7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0" name="contour_09178"/>
          <p:cNvSpPr/>
          <p:nvPr/>
        </p:nvSpPr>
        <p:spPr>
          <a:xfrm>
            <a:off x="5177561" y="6194487"/>
            <a:ext cx="52911" cy="44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26" y="150"/>
                </a:moveTo>
                <a:lnTo>
                  <a:pt x="21255" y="4086"/>
                </a:lnTo>
                <a:lnTo>
                  <a:pt x="21514" y="6871"/>
                </a:lnTo>
                <a:lnTo>
                  <a:pt x="21600" y="8902"/>
                </a:lnTo>
                <a:lnTo>
                  <a:pt x="21514" y="10578"/>
                </a:lnTo>
                <a:lnTo>
                  <a:pt x="21255" y="12294"/>
                </a:lnTo>
                <a:lnTo>
                  <a:pt x="20826" y="14450"/>
                </a:lnTo>
                <a:lnTo>
                  <a:pt x="19306" y="16048"/>
                </a:lnTo>
                <a:lnTo>
                  <a:pt x="17753" y="17410"/>
                </a:lnTo>
                <a:lnTo>
                  <a:pt x="16152" y="18565"/>
                </a:lnTo>
                <a:lnTo>
                  <a:pt x="14483" y="19534"/>
                </a:lnTo>
                <a:lnTo>
                  <a:pt x="12734" y="20345"/>
                </a:lnTo>
                <a:lnTo>
                  <a:pt x="10886" y="21024"/>
                </a:lnTo>
                <a:lnTo>
                  <a:pt x="8926" y="21600"/>
                </a:lnTo>
                <a:lnTo>
                  <a:pt x="6355" y="20928"/>
                </a:lnTo>
                <a:lnTo>
                  <a:pt x="4606" y="20406"/>
                </a:lnTo>
                <a:lnTo>
                  <a:pt x="3249" y="19863"/>
                </a:lnTo>
                <a:lnTo>
                  <a:pt x="1857" y="19126"/>
                </a:lnTo>
                <a:lnTo>
                  <a:pt x="0" y="18025"/>
                </a:lnTo>
                <a:lnTo>
                  <a:pt x="854" y="15708"/>
                </a:lnTo>
                <a:lnTo>
                  <a:pt x="1723" y="13399"/>
                </a:lnTo>
                <a:lnTo>
                  <a:pt x="2603" y="11097"/>
                </a:lnTo>
                <a:lnTo>
                  <a:pt x="3329" y="9166"/>
                </a:lnTo>
                <a:lnTo>
                  <a:pt x="4067" y="7204"/>
                </a:lnTo>
                <a:lnTo>
                  <a:pt x="5501" y="4930"/>
                </a:lnTo>
                <a:lnTo>
                  <a:pt x="7039" y="3175"/>
                </a:lnTo>
                <a:lnTo>
                  <a:pt x="8679" y="1880"/>
                </a:lnTo>
                <a:lnTo>
                  <a:pt x="10425" y="980"/>
                </a:lnTo>
                <a:lnTo>
                  <a:pt x="12282" y="408"/>
                </a:lnTo>
                <a:lnTo>
                  <a:pt x="14245" y="100"/>
                </a:lnTo>
                <a:lnTo>
                  <a:pt x="16325" y="0"/>
                </a:lnTo>
                <a:lnTo>
                  <a:pt x="18518" y="36"/>
                </a:lnTo>
                <a:lnTo>
                  <a:pt x="20826" y="150"/>
                </a:lnTo>
                <a:close/>
              </a:path>
            </a:pathLst>
          </a:custGeom>
          <a:solidFill>
            <a:srgbClr val="F6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1" name="contour_09179"/>
          <p:cNvSpPr/>
          <p:nvPr/>
        </p:nvSpPr>
        <p:spPr>
          <a:xfrm>
            <a:off x="8027165" y="6150292"/>
            <a:ext cx="80168" cy="295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564"/>
                </a:moveTo>
                <a:lnTo>
                  <a:pt x="18717" y="3938"/>
                </a:lnTo>
                <a:lnTo>
                  <a:pt x="19460" y="6434"/>
                </a:lnTo>
                <a:lnTo>
                  <a:pt x="20009" y="8498"/>
                </a:lnTo>
                <a:lnTo>
                  <a:pt x="20479" y="10574"/>
                </a:lnTo>
                <a:lnTo>
                  <a:pt x="20972" y="13102"/>
                </a:lnTo>
                <a:lnTo>
                  <a:pt x="21600" y="16529"/>
                </a:lnTo>
                <a:lnTo>
                  <a:pt x="20200" y="18599"/>
                </a:lnTo>
                <a:lnTo>
                  <a:pt x="18918" y="20105"/>
                </a:lnTo>
                <a:lnTo>
                  <a:pt x="17675" y="21084"/>
                </a:lnTo>
                <a:lnTo>
                  <a:pt x="16396" y="21568"/>
                </a:lnTo>
                <a:lnTo>
                  <a:pt x="15004" y="21600"/>
                </a:lnTo>
                <a:lnTo>
                  <a:pt x="13423" y="21206"/>
                </a:lnTo>
                <a:lnTo>
                  <a:pt x="12832" y="21015"/>
                </a:lnTo>
                <a:lnTo>
                  <a:pt x="11045" y="20424"/>
                </a:lnTo>
                <a:lnTo>
                  <a:pt x="10435" y="20200"/>
                </a:lnTo>
                <a:lnTo>
                  <a:pt x="8591" y="19519"/>
                </a:lnTo>
                <a:lnTo>
                  <a:pt x="7350" y="19104"/>
                </a:lnTo>
                <a:lnTo>
                  <a:pt x="6091" y="18678"/>
                </a:lnTo>
                <a:lnTo>
                  <a:pt x="4872" y="18263"/>
                </a:lnTo>
                <a:lnTo>
                  <a:pt x="3652" y="17838"/>
                </a:lnTo>
                <a:lnTo>
                  <a:pt x="2435" y="17407"/>
                </a:lnTo>
                <a:lnTo>
                  <a:pt x="1217" y="16970"/>
                </a:lnTo>
                <a:lnTo>
                  <a:pt x="0" y="16529"/>
                </a:lnTo>
                <a:lnTo>
                  <a:pt x="312" y="13522"/>
                </a:lnTo>
                <a:lnTo>
                  <a:pt x="619" y="11409"/>
                </a:lnTo>
                <a:lnTo>
                  <a:pt x="1109" y="9196"/>
                </a:lnTo>
                <a:lnTo>
                  <a:pt x="1964" y="5886"/>
                </a:lnTo>
                <a:lnTo>
                  <a:pt x="3281" y="4885"/>
                </a:lnTo>
                <a:lnTo>
                  <a:pt x="4556" y="4018"/>
                </a:lnTo>
                <a:lnTo>
                  <a:pt x="5808" y="3267"/>
                </a:lnTo>
                <a:lnTo>
                  <a:pt x="7067" y="2613"/>
                </a:lnTo>
                <a:lnTo>
                  <a:pt x="8355" y="2054"/>
                </a:lnTo>
                <a:lnTo>
                  <a:pt x="9696" y="1565"/>
                </a:lnTo>
                <a:lnTo>
                  <a:pt x="10759" y="1054"/>
                </a:lnTo>
                <a:lnTo>
                  <a:pt x="11839" y="532"/>
                </a:lnTo>
                <a:lnTo>
                  <a:pt x="12885" y="176"/>
                </a:lnTo>
                <a:lnTo>
                  <a:pt x="13712" y="0"/>
                </a:lnTo>
                <a:lnTo>
                  <a:pt x="14600" y="5"/>
                </a:lnTo>
                <a:lnTo>
                  <a:pt x="15825" y="192"/>
                </a:lnTo>
                <a:lnTo>
                  <a:pt x="17673" y="564"/>
                </a:lnTo>
                <a:close/>
              </a:path>
            </a:pathLst>
          </a:custGeom>
          <a:solidFill>
            <a:srgbClr val="E0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2" name="contour_09180"/>
          <p:cNvSpPr/>
          <p:nvPr/>
        </p:nvSpPr>
        <p:spPr>
          <a:xfrm>
            <a:off x="5192137" y="6129201"/>
            <a:ext cx="65592" cy="23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125" y="3965"/>
                </a:lnTo>
                <a:lnTo>
                  <a:pt x="20647" y="7943"/>
                </a:lnTo>
                <a:lnTo>
                  <a:pt x="20170" y="11935"/>
                </a:lnTo>
                <a:lnTo>
                  <a:pt x="19687" y="15960"/>
                </a:lnTo>
                <a:lnTo>
                  <a:pt x="19200" y="20025"/>
                </a:lnTo>
                <a:lnTo>
                  <a:pt x="17477" y="20712"/>
                </a:lnTo>
                <a:lnTo>
                  <a:pt x="15866" y="21200"/>
                </a:lnTo>
                <a:lnTo>
                  <a:pt x="14311" y="21493"/>
                </a:lnTo>
                <a:lnTo>
                  <a:pt x="12758" y="21600"/>
                </a:lnTo>
                <a:lnTo>
                  <a:pt x="11158" y="21527"/>
                </a:lnTo>
                <a:lnTo>
                  <a:pt x="9451" y="21280"/>
                </a:lnTo>
                <a:lnTo>
                  <a:pt x="8767" y="21213"/>
                </a:lnTo>
                <a:lnTo>
                  <a:pt x="6708" y="20999"/>
                </a:lnTo>
                <a:lnTo>
                  <a:pt x="5030" y="20799"/>
                </a:lnTo>
                <a:lnTo>
                  <a:pt x="3353" y="20565"/>
                </a:lnTo>
                <a:lnTo>
                  <a:pt x="1675" y="20305"/>
                </a:lnTo>
                <a:lnTo>
                  <a:pt x="0" y="20025"/>
                </a:lnTo>
                <a:lnTo>
                  <a:pt x="0" y="16060"/>
                </a:lnTo>
                <a:lnTo>
                  <a:pt x="0" y="12082"/>
                </a:lnTo>
                <a:lnTo>
                  <a:pt x="0" y="8090"/>
                </a:lnTo>
                <a:lnTo>
                  <a:pt x="0" y="4065"/>
                </a:lnTo>
                <a:lnTo>
                  <a:pt x="0" y="0"/>
                </a:lnTo>
                <a:close/>
              </a:path>
            </a:pathLst>
          </a:custGeom>
          <a:solidFill>
            <a:srgbClr val="D3D4DB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3" name="contour_09181"/>
          <p:cNvSpPr/>
          <p:nvPr/>
        </p:nvSpPr>
        <p:spPr>
          <a:xfrm>
            <a:off x="6941255" y="6129201"/>
            <a:ext cx="65592" cy="441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114" y="613"/>
                </a:lnTo>
                <a:lnTo>
                  <a:pt x="5755" y="1330"/>
                </a:lnTo>
                <a:lnTo>
                  <a:pt x="7330" y="2146"/>
                </a:lnTo>
                <a:lnTo>
                  <a:pt x="8842" y="3065"/>
                </a:lnTo>
                <a:lnTo>
                  <a:pt x="10296" y="4088"/>
                </a:lnTo>
                <a:lnTo>
                  <a:pt x="11698" y="5211"/>
                </a:lnTo>
                <a:lnTo>
                  <a:pt x="13054" y="6437"/>
                </a:lnTo>
                <a:lnTo>
                  <a:pt x="14364" y="7760"/>
                </a:lnTo>
                <a:lnTo>
                  <a:pt x="15638" y="9189"/>
                </a:lnTo>
                <a:lnTo>
                  <a:pt x="16877" y="10714"/>
                </a:lnTo>
                <a:lnTo>
                  <a:pt x="18089" y="12340"/>
                </a:lnTo>
                <a:lnTo>
                  <a:pt x="19277" y="14069"/>
                </a:lnTo>
                <a:lnTo>
                  <a:pt x="20446" y="15897"/>
                </a:lnTo>
                <a:lnTo>
                  <a:pt x="21600" y="17822"/>
                </a:lnTo>
                <a:lnTo>
                  <a:pt x="19178" y="19540"/>
                </a:lnTo>
                <a:lnTo>
                  <a:pt x="17441" y="20673"/>
                </a:lnTo>
                <a:lnTo>
                  <a:pt x="16118" y="21329"/>
                </a:lnTo>
                <a:lnTo>
                  <a:pt x="14950" y="21600"/>
                </a:lnTo>
                <a:lnTo>
                  <a:pt x="13666" y="21586"/>
                </a:lnTo>
                <a:lnTo>
                  <a:pt x="12000" y="21386"/>
                </a:lnTo>
                <a:lnTo>
                  <a:pt x="10649" y="19804"/>
                </a:lnTo>
                <a:lnTo>
                  <a:pt x="9346" y="18171"/>
                </a:lnTo>
                <a:lnTo>
                  <a:pt x="8083" y="16485"/>
                </a:lnTo>
                <a:lnTo>
                  <a:pt x="6862" y="14756"/>
                </a:lnTo>
                <a:lnTo>
                  <a:pt x="5669" y="12981"/>
                </a:lnTo>
                <a:lnTo>
                  <a:pt x="4505" y="11167"/>
                </a:lnTo>
                <a:lnTo>
                  <a:pt x="3360" y="9314"/>
                </a:lnTo>
                <a:lnTo>
                  <a:pt x="2232" y="7428"/>
                </a:lnTo>
                <a:lnTo>
                  <a:pt x="1114" y="5510"/>
                </a:lnTo>
                <a:lnTo>
                  <a:pt x="0" y="3564"/>
                </a:lnTo>
                <a:lnTo>
                  <a:pt x="1190" y="1796"/>
                </a:lnTo>
                <a:lnTo>
                  <a:pt x="2400" y="0"/>
                </a:lnTo>
                <a:close/>
              </a:path>
            </a:pathLst>
          </a:custGeom>
          <a:solidFill>
            <a:srgbClr val="BBD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4" name="contour_09182"/>
          <p:cNvSpPr/>
          <p:nvPr/>
        </p:nvSpPr>
        <p:spPr>
          <a:xfrm>
            <a:off x="5257729" y="6049033"/>
            <a:ext cx="5101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465" y="1121"/>
                </a:lnTo>
                <a:lnTo>
                  <a:pt x="17493" y="2246"/>
                </a:lnTo>
                <a:lnTo>
                  <a:pt x="18514" y="3375"/>
                </a:lnTo>
                <a:lnTo>
                  <a:pt x="18946" y="3847"/>
                </a:lnTo>
                <a:lnTo>
                  <a:pt x="20248" y="5274"/>
                </a:lnTo>
                <a:lnTo>
                  <a:pt x="20909" y="6242"/>
                </a:lnTo>
                <a:lnTo>
                  <a:pt x="21307" y="7015"/>
                </a:lnTo>
                <a:lnTo>
                  <a:pt x="21514" y="7855"/>
                </a:lnTo>
                <a:lnTo>
                  <a:pt x="21588" y="9027"/>
                </a:lnTo>
                <a:lnTo>
                  <a:pt x="21600" y="10800"/>
                </a:lnTo>
                <a:lnTo>
                  <a:pt x="20863" y="11009"/>
                </a:lnTo>
                <a:lnTo>
                  <a:pt x="18635" y="11637"/>
                </a:lnTo>
                <a:lnTo>
                  <a:pt x="16762" y="12227"/>
                </a:lnTo>
                <a:lnTo>
                  <a:pt x="15669" y="12748"/>
                </a:lnTo>
                <a:lnTo>
                  <a:pt x="14941" y="13489"/>
                </a:lnTo>
                <a:lnTo>
                  <a:pt x="14151" y="14744"/>
                </a:lnTo>
                <a:lnTo>
                  <a:pt x="13827" y="15970"/>
                </a:lnTo>
                <a:lnTo>
                  <a:pt x="13500" y="17212"/>
                </a:lnTo>
                <a:lnTo>
                  <a:pt x="13151" y="18445"/>
                </a:lnTo>
                <a:lnTo>
                  <a:pt x="12800" y="19694"/>
                </a:lnTo>
                <a:lnTo>
                  <a:pt x="12571" y="20641"/>
                </a:lnTo>
                <a:lnTo>
                  <a:pt x="12343" y="21600"/>
                </a:lnTo>
                <a:lnTo>
                  <a:pt x="10596" y="21091"/>
                </a:lnTo>
                <a:lnTo>
                  <a:pt x="8850" y="20581"/>
                </a:lnTo>
                <a:lnTo>
                  <a:pt x="7097" y="20070"/>
                </a:lnTo>
                <a:lnTo>
                  <a:pt x="5338" y="19557"/>
                </a:lnTo>
                <a:lnTo>
                  <a:pt x="3570" y="19040"/>
                </a:lnTo>
                <a:lnTo>
                  <a:pt x="1793" y="18522"/>
                </a:lnTo>
                <a:lnTo>
                  <a:pt x="0" y="18000"/>
                </a:lnTo>
                <a:lnTo>
                  <a:pt x="1527" y="17554"/>
                </a:lnTo>
                <a:lnTo>
                  <a:pt x="3061" y="17107"/>
                </a:lnTo>
                <a:lnTo>
                  <a:pt x="4607" y="16655"/>
                </a:lnTo>
                <a:lnTo>
                  <a:pt x="6171" y="16200"/>
                </a:lnTo>
                <a:lnTo>
                  <a:pt x="6517" y="14922"/>
                </a:lnTo>
                <a:lnTo>
                  <a:pt x="6671" y="14017"/>
                </a:lnTo>
                <a:lnTo>
                  <a:pt x="6671" y="13048"/>
                </a:lnTo>
                <a:lnTo>
                  <a:pt x="6557" y="11588"/>
                </a:lnTo>
                <a:lnTo>
                  <a:pt x="6474" y="10355"/>
                </a:lnTo>
                <a:lnTo>
                  <a:pt x="6387" y="9106"/>
                </a:lnTo>
                <a:lnTo>
                  <a:pt x="6279" y="8159"/>
                </a:lnTo>
                <a:lnTo>
                  <a:pt x="6171" y="7200"/>
                </a:lnTo>
                <a:lnTo>
                  <a:pt x="8004" y="7200"/>
                </a:lnTo>
                <a:lnTo>
                  <a:pt x="9843" y="7200"/>
                </a:lnTo>
                <a:lnTo>
                  <a:pt x="11689" y="7200"/>
                </a:lnTo>
                <a:lnTo>
                  <a:pt x="13549" y="7200"/>
                </a:lnTo>
                <a:lnTo>
                  <a:pt x="15429" y="7200"/>
                </a:lnTo>
                <a:lnTo>
                  <a:pt x="15429" y="6012"/>
                </a:lnTo>
                <a:lnTo>
                  <a:pt x="15429" y="4822"/>
                </a:lnTo>
                <a:lnTo>
                  <a:pt x="15429" y="3627"/>
                </a:lnTo>
                <a:lnTo>
                  <a:pt x="15429" y="2426"/>
                </a:lnTo>
                <a:lnTo>
                  <a:pt x="15429" y="1219"/>
                </a:lnTo>
                <a:lnTo>
                  <a:pt x="15429" y="0"/>
                </a:lnTo>
                <a:close/>
              </a:path>
            </a:pathLst>
          </a:custGeom>
          <a:solidFill>
            <a:srgbClr val="B1A6A7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5" name="contour_09183"/>
          <p:cNvSpPr/>
          <p:nvPr/>
        </p:nvSpPr>
        <p:spPr>
          <a:xfrm>
            <a:off x="4018770" y="6061495"/>
            <a:ext cx="80168" cy="312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1460"/>
                </a:moveTo>
                <a:lnTo>
                  <a:pt x="3452" y="660"/>
                </a:lnTo>
                <a:lnTo>
                  <a:pt x="4542" y="191"/>
                </a:lnTo>
                <a:lnTo>
                  <a:pt x="5549" y="0"/>
                </a:lnTo>
                <a:lnTo>
                  <a:pt x="6792" y="25"/>
                </a:lnTo>
                <a:lnTo>
                  <a:pt x="8591" y="201"/>
                </a:lnTo>
                <a:lnTo>
                  <a:pt x="9783" y="277"/>
                </a:lnTo>
                <a:lnTo>
                  <a:pt x="10981" y="357"/>
                </a:lnTo>
                <a:lnTo>
                  <a:pt x="12196" y="438"/>
                </a:lnTo>
                <a:lnTo>
                  <a:pt x="13641" y="886"/>
                </a:lnTo>
                <a:lnTo>
                  <a:pt x="15022" y="1405"/>
                </a:lnTo>
                <a:lnTo>
                  <a:pt x="16359" y="2029"/>
                </a:lnTo>
                <a:lnTo>
                  <a:pt x="17667" y="2810"/>
                </a:lnTo>
                <a:lnTo>
                  <a:pt x="18965" y="3786"/>
                </a:lnTo>
                <a:lnTo>
                  <a:pt x="20271" y="5000"/>
                </a:lnTo>
                <a:lnTo>
                  <a:pt x="21600" y="6495"/>
                </a:lnTo>
                <a:lnTo>
                  <a:pt x="21600" y="9823"/>
                </a:lnTo>
                <a:lnTo>
                  <a:pt x="21600" y="13171"/>
                </a:lnTo>
                <a:lnTo>
                  <a:pt x="21600" y="16565"/>
                </a:lnTo>
                <a:lnTo>
                  <a:pt x="20390" y="16474"/>
                </a:lnTo>
                <a:lnTo>
                  <a:pt x="19161" y="16389"/>
                </a:lnTo>
                <a:lnTo>
                  <a:pt x="18101" y="16343"/>
                </a:lnTo>
                <a:lnTo>
                  <a:pt x="17035" y="16298"/>
                </a:lnTo>
                <a:lnTo>
                  <a:pt x="15955" y="16253"/>
                </a:lnTo>
                <a:lnTo>
                  <a:pt x="14906" y="16192"/>
                </a:lnTo>
                <a:lnTo>
                  <a:pt x="13850" y="16132"/>
                </a:lnTo>
                <a:lnTo>
                  <a:pt x="12779" y="16072"/>
                </a:lnTo>
                <a:lnTo>
                  <a:pt x="11422" y="16419"/>
                </a:lnTo>
                <a:lnTo>
                  <a:pt x="10252" y="16973"/>
                </a:lnTo>
                <a:lnTo>
                  <a:pt x="9188" y="17748"/>
                </a:lnTo>
                <a:lnTo>
                  <a:pt x="8159" y="18770"/>
                </a:lnTo>
                <a:lnTo>
                  <a:pt x="7085" y="20049"/>
                </a:lnTo>
                <a:lnTo>
                  <a:pt x="5891" y="21600"/>
                </a:lnTo>
                <a:lnTo>
                  <a:pt x="4312" y="20502"/>
                </a:lnTo>
                <a:lnTo>
                  <a:pt x="3216" y="19692"/>
                </a:lnTo>
                <a:lnTo>
                  <a:pt x="2321" y="18926"/>
                </a:lnTo>
                <a:lnTo>
                  <a:pt x="1343" y="17965"/>
                </a:lnTo>
                <a:lnTo>
                  <a:pt x="0" y="16565"/>
                </a:lnTo>
                <a:lnTo>
                  <a:pt x="289" y="12859"/>
                </a:lnTo>
                <a:lnTo>
                  <a:pt x="534" y="10221"/>
                </a:lnTo>
                <a:lnTo>
                  <a:pt x="833" y="7925"/>
                </a:lnTo>
                <a:lnTo>
                  <a:pt x="1278" y="5246"/>
                </a:lnTo>
                <a:lnTo>
                  <a:pt x="1964" y="1460"/>
                </a:lnTo>
                <a:close/>
              </a:path>
            </a:pathLst>
          </a:custGeom>
          <a:solidFill>
            <a:srgbClr val="E0EA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6" name="contour_09184"/>
          <p:cNvSpPr/>
          <p:nvPr/>
        </p:nvSpPr>
        <p:spPr>
          <a:xfrm>
            <a:off x="4026058" y="5917018"/>
            <a:ext cx="109320" cy="37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1" y="482"/>
                </a:moveTo>
                <a:lnTo>
                  <a:pt x="14210" y="748"/>
                </a:lnTo>
                <a:lnTo>
                  <a:pt x="15204" y="1018"/>
                </a:lnTo>
                <a:lnTo>
                  <a:pt x="16248" y="1483"/>
                </a:lnTo>
                <a:lnTo>
                  <a:pt x="17245" y="2023"/>
                </a:lnTo>
                <a:lnTo>
                  <a:pt x="18216" y="2699"/>
                </a:lnTo>
                <a:lnTo>
                  <a:pt x="19181" y="3573"/>
                </a:lnTo>
                <a:lnTo>
                  <a:pt x="20160" y="4705"/>
                </a:lnTo>
                <a:lnTo>
                  <a:pt x="20724" y="7974"/>
                </a:lnTo>
                <a:lnTo>
                  <a:pt x="21082" y="10268"/>
                </a:lnTo>
                <a:lnTo>
                  <a:pt x="21300" y="12194"/>
                </a:lnTo>
                <a:lnTo>
                  <a:pt x="21450" y="14361"/>
                </a:lnTo>
                <a:lnTo>
                  <a:pt x="21600" y="17376"/>
                </a:lnTo>
                <a:lnTo>
                  <a:pt x="20857" y="16679"/>
                </a:lnTo>
                <a:lnTo>
                  <a:pt x="20108" y="15978"/>
                </a:lnTo>
                <a:lnTo>
                  <a:pt x="19351" y="15264"/>
                </a:lnTo>
                <a:lnTo>
                  <a:pt x="18369" y="14589"/>
                </a:lnTo>
                <a:lnTo>
                  <a:pt x="17372" y="13976"/>
                </a:lnTo>
                <a:lnTo>
                  <a:pt x="16361" y="13427"/>
                </a:lnTo>
                <a:lnTo>
                  <a:pt x="15339" y="12954"/>
                </a:lnTo>
                <a:lnTo>
                  <a:pt x="14309" y="12566"/>
                </a:lnTo>
                <a:lnTo>
                  <a:pt x="13272" y="12266"/>
                </a:lnTo>
                <a:lnTo>
                  <a:pt x="12234" y="12067"/>
                </a:lnTo>
                <a:lnTo>
                  <a:pt x="11195" y="11978"/>
                </a:lnTo>
                <a:lnTo>
                  <a:pt x="10158" y="12004"/>
                </a:lnTo>
                <a:lnTo>
                  <a:pt x="9125" y="12152"/>
                </a:lnTo>
                <a:lnTo>
                  <a:pt x="8100" y="12435"/>
                </a:lnTo>
                <a:lnTo>
                  <a:pt x="7085" y="12857"/>
                </a:lnTo>
                <a:lnTo>
                  <a:pt x="6083" y="13431"/>
                </a:lnTo>
                <a:lnTo>
                  <a:pt x="5095" y="14162"/>
                </a:lnTo>
                <a:lnTo>
                  <a:pt x="4126" y="15057"/>
                </a:lnTo>
                <a:lnTo>
                  <a:pt x="3177" y="16126"/>
                </a:lnTo>
                <a:lnTo>
                  <a:pt x="2249" y="17376"/>
                </a:lnTo>
                <a:lnTo>
                  <a:pt x="1506" y="18770"/>
                </a:lnTo>
                <a:lnTo>
                  <a:pt x="759" y="20177"/>
                </a:lnTo>
                <a:lnTo>
                  <a:pt x="0" y="21600"/>
                </a:lnTo>
                <a:lnTo>
                  <a:pt x="613" y="17951"/>
                </a:lnTo>
                <a:lnTo>
                  <a:pt x="1240" y="14694"/>
                </a:lnTo>
                <a:lnTo>
                  <a:pt x="1885" y="11814"/>
                </a:lnTo>
                <a:lnTo>
                  <a:pt x="2556" y="9292"/>
                </a:lnTo>
                <a:lnTo>
                  <a:pt x="3256" y="7108"/>
                </a:lnTo>
                <a:lnTo>
                  <a:pt x="3993" y="5259"/>
                </a:lnTo>
                <a:lnTo>
                  <a:pt x="4774" y="3713"/>
                </a:lnTo>
                <a:lnTo>
                  <a:pt x="5602" y="2458"/>
                </a:lnTo>
                <a:lnTo>
                  <a:pt x="6483" y="1483"/>
                </a:lnTo>
                <a:lnTo>
                  <a:pt x="7425" y="764"/>
                </a:lnTo>
                <a:lnTo>
                  <a:pt x="8431" y="291"/>
                </a:lnTo>
                <a:lnTo>
                  <a:pt x="9510" y="42"/>
                </a:lnTo>
                <a:lnTo>
                  <a:pt x="10665" y="0"/>
                </a:lnTo>
                <a:lnTo>
                  <a:pt x="11903" y="152"/>
                </a:lnTo>
                <a:lnTo>
                  <a:pt x="13231" y="482"/>
                </a:lnTo>
                <a:close/>
              </a:path>
            </a:pathLst>
          </a:custGeom>
          <a:solidFill>
            <a:srgbClr val="61615F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7" name="contour_09185"/>
          <p:cNvSpPr/>
          <p:nvPr/>
        </p:nvSpPr>
        <p:spPr>
          <a:xfrm>
            <a:off x="3851146" y="5873407"/>
            <a:ext cx="44340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61"/>
                </a:moveTo>
                <a:lnTo>
                  <a:pt x="2162" y="211"/>
                </a:lnTo>
                <a:lnTo>
                  <a:pt x="4328" y="168"/>
                </a:lnTo>
                <a:lnTo>
                  <a:pt x="6490" y="131"/>
                </a:lnTo>
                <a:lnTo>
                  <a:pt x="8656" y="96"/>
                </a:lnTo>
                <a:lnTo>
                  <a:pt x="11070" y="48"/>
                </a:lnTo>
                <a:lnTo>
                  <a:pt x="13523" y="0"/>
                </a:lnTo>
                <a:lnTo>
                  <a:pt x="16022" y="192"/>
                </a:lnTo>
                <a:lnTo>
                  <a:pt x="17666" y="563"/>
                </a:lnTo>
                <a:lnTo>
                  <a:pt x="19182" y="1382"/>
                </a:lnTo>
                <a:lnTo>
                  <a:pt x="21302" y="2929"/>
                </a:lnTo>
                <a:lnTo>
                  <a:pt x="21472" y="5089"/>
                </a:lnTo>
                <a:lnTo>
                  <a:pt x="21568" y="6666"/>
                </a:lnTo>
                <a:lnTo>
                  <a:pt x="21600" y="8109"/>
                </a:lnTo>
                <a:lnTo>
                  <a:pt x="21582" y="9880"/>
                </a:lnTo>
                <a:lnTo>
                  <a:pt x="21522" y="12430"/>
                </a:lnTo>
                <a:lnTo>
                  <a:pt x="21490" y="14142"/>
                </a:lnTo>
                <a:lnTo>
                  <a:pt x="21458" y="15865"/>
                </a:lnTo>
                <a:lnTo>
                  <a:pt x="21426" y="17610"/>
                </a:lnTo>
                <a:lnTo>
                  <a:pt x="21387" y="18927"/>
                </a:lnTo>
                <a:lnTo>
                  <a:pt x="21344" y="20256"/>
                </a:lnTo>
                <a:lnTo>
                  <a:pt x="21302" y="21600"/>
                </a:lnTo>
                <a:lnTo>
                  <a:pt x="19193" y="21600"/>
                </a:lnTo>
                <a:lnTo>
                  <a:pt x="17077" y="21600"/>
                </a:lnTo>
                <a:lnTo>
                  <a:pt x="14954" y="21600"/>
                </a:lnTo>
                <a:lnTo>
                  <a:pt x="12813" y="21600"/>
                </a:lnTo>
                <a:lnTo>
                  <a:pt x="10651" y="21600"/>
                </a:lnTo>
                <a:lnTo>
                  <a:pt x="10775" y="20282"/>
                </a:lnTo>
                <a:lnTo>
                  <a:pt x="10899" y="18954"/>
                </a:lnTo>
                <a:lnTo>
                  <a:pt x="11024" y="17610"/>
                </a:lnTo>
                <a:lnTo>
                  <a:pt x="11123" y="15900"/>
                </a:lnTo>
                <a:lnTo>
                  <a:pt x="11219" y="14177"/>
                </a:lnTo>
                <a:lnTo>
                  <a:pt x="11318" y="12430"/>
                </a:lnTo>
                <a:lnTo>
                  <a:pt x="11439" y="10725"/>
                </a:lnTo>
                <a:lnTo>
                  <a:pt x="11563" y="9010"/>
                </a:lnTo>
                <a:lnTo>
                  <a:pt x="11691" y="7274"/>
                </a:lnTo>
                <a:lnTo>
                  <a:pt x="11347" y="5839"/>
                </a:lnTo>
                <a:lnTo>
                  <a:pt x="11002" y="4393"/>
                </a:lnTo>
                <a:lnTo>
                  <a:pt x="10651" y="2929"/>
                </a:lnTo>
                <a:lnTo>
                  <a:pt x="7988" y="1982"/>
                </a:lnTo>
                <a:lnTo>
                  <a:pt x="6103" y="1368"/>
                </a:lnTo>
                <a:lnTo>
                  <a:pt x="4484" y="963"/>
                </a:lnTo>
                <a:lnTo>
                  <a:pt x="2620" y="637"/>
                </a:lnTo>
                <a:lnTo>
                  <a:pt x="0" y="261"/>
                </a:lnTo>
                <a:close/>
              </a:path>
            </a:pathLst>
          </a:custGeom>
          <a:solidFill>
            <a:srgbClr val="535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8" name="contour_09186"/>
          <p:cNvSpPr/>
          <p:nvPr/>
        </p:nvSpPr>
        <p:spPr>
          <a:xfrm>
            <a:off x="7968861" y="5874121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3" y="1808"/>
                </a:lnTo>
                <a:lnTo>
                  <a:pt x="20477" y="3610"/>
                </a:lnTo>
                <a:lnTo>
                  <a:pt x="19898" y="5409"/>
                </a:lnTo>
                <a:lnTo>
                  <a:pt x="19306" y="7205"/>
                </a:lnTo>
                <a:lnTo>
                  <a:pt x="18701" y="9004"/>
                </a:lnTo>
                <a:lnTo>
                  <a:pt x="18092" y="10800"/>
                </a:lnTo>
                <a:lnTo>
                  <a:pt x="17634" y="12349"/>
                </a:lnTo>
                <a:lnTo>
                  <a:pt x="17172" y="13923"/>
                </a:lnTo>
                <a:lnTo>
                  <a:pt x="16511" y="15703"/>
                </a:lnTo>
                <a:lnTo>
                  <a:pt x="15850" y="17098"/>
                </a:lnTo>
                <a:lnTo>
                  <a:pt x="14800" y="18823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D7BF73"/>
          </a:solidFill>
          <a:ln>
            <a:noFill/>
          </a:ln>
        </p:spPr>
        <p:txBody>
          <a:bodyPr/>
          <a:lstStyle/>
          <a:p/>
        </p:txBody>
      </p:sp>
      <p:sp>
        <p:nvSpPr>
          <p:cNvPr id="9189" name="contour_09187"/>
          <p:cNvSpPr/>
          <p:nvPr/>
        </p:nvSpPr>
        <p:spPr>
          <a:xfrm>
            <a:off x="5571112" y="5874121"/>
            <a:ext cx="80168" cy="439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60" y="2407"/>
                </a:lnTo>
                <a:lnTo>
                  <a:pt x="20895" y="4749"/>
                </a:lnTo>
                <a:lnTo>
                  <a:pt x="20494" y="7034"/>
                </a:lnTo>
                <a:lnTo>
                  <a:pt x="20053" y="9269"/>
                </a:lnTo>
                <a:lnTo>
                  <a:pt x="19560" y="11468"/>
                </a:lnTo>
                <a:lnTo>
                  <a:pt x="19004" y="13631"/>
                </a:lnTo>
                <a:lnTo>
                  <a:pt x="18378" y="15776"/>
                </a:lnTo>
                <a:lnTo>
                  <a:pt x="17673" y="17907"/>
                </a:lnTo>
                <a:lnTo>
                  <a:pt x="16471" y="19043"/>
                </a:lnTo>
                <a:lnTo>
                  <a:pt x="15289" y="19942"/>
                </a:lnTo>
                <a:lnTo>
                  <a:pt x="14115" y="20629"/>
                </a:lnTo>
                <a:lnTo>
                  <a:pt x="12933" y="21120"/>
                </a:lnTo>
                <a:lnTo>
                  <a:pt x="11731" y="21435"/>
                </a:lnTo>
                <a:lnTo>
                  <a:pt x="10492" y="21589"/>
                </a:lnTo>
                <a:lnTo>
                  <a:pt x="9206" y="21600"/>
                </a:lnTo>
                <a:lnTo>
                  <a:pt x="7855" y="21489"/>
                </a:lnTo>
                <a:lnTo>
                  <a:pt x="6615" y="20690"/>
                </a:lnTo>
                <a:lnTo>
                  <a:pt x="5457" y="19827"/>
                </a:lnTo>
                <a:lnTo>
                  <a:pt x="4355" y="18892"/>
                </a:lnTo>
                <a:lnTo>
                  <a:pt x="3283" y="17886"/>
                </a:lnTo>
                <a:lnTo>
                  <a:pt x="2215" y="16790"/>
                </a:lnTo>
                <a:lnTo>
                  <a:pt x="1129" y="15608"/>
                </a:lnTo>
                <a:lnTo>
                  <a:pt x="0" y="14326"/>
                </a:lnTo>
                <a:lnTo>
                  <a:pt x="422" y="14000"/>
                </a:lnTo>
                <a:lnTo>
                  <a:pt x="1166" y="13423"/>
                </a:lnTo>
                <a:lnTo>
                  <a:pt x="2869" y="12102"/>
                </a:lnTo>
                <a:lnTo>
                  <a:pt x="4122" y="11128"/>
                </a:lnTo>
                <a:lnTo>
                  <a:pt x="5374" y="10154"/>
                </a:lnTo>
                <a:lnTo>
                  <a:pt x="6627" y="9176"/>
                </a:lnTo>
                <a:lnTo>
                  <a:pt x="7097" y="8814"/>
                </a:lnTo>
                <a:lnTo>
                  <a:pt x="8514" y="7715"/>
                </a:lnTo>
                <a:lnTo>
                  <a:pt x="9767" y="6737"/>
                </a:lnTo>
                <a:lnTo>
                  <a:pt x="11014" y="5748"/>
                </a:lnTo>
                <a:lnTo>
                  <a:pt x="12253" y="4735"/>
                </a:lnTo>
                <a:lnTo>
                  <a:pt x="13482" y="3689"/>
                </a:lnTo>
                <a:lnTo>
                  <a:pt x="14702" y="2593"/>
                </a:lnTo>
                <a:lnTo>
                  <a:pt x="15909" y="1440"/>
                </a:lnTo>
                <a:lnTo>
                  <a:pt x="16801" y="738"/>
                </a:lnTo>
                <a:lnTo>
                  <a:pt x="17543" y="312"/>
                </a:lnTo>
                <a:lnTo>
                  <a:pt x="18409" y="93"/>
                </a:lnTo>
                <a:lnTo>
                  <a:pt x="19670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BFD0E2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0" name="contour_09188"/>
          <p:cNvSpPr/>
          <p:nvPr/>
        </p:nvSpPr>
        <p:spPr>
          <a:xfrm>
            <a:off x="1103573" y="5843869"/>
            <a:ext cx="123896" cy="30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96" y="0"/>
                </a:moveTo>
                <a:lnTo>
                  <a:pt x="4255" y="182"/>
                </a:lnTo>
                <a:lnTo>
                  <a:pt x="5345" y="722"/>
                </a:lnTo>
                <a:lnTo>
                  <a:pt x="6147" y="1085"/>
                </a:lnTo>
                <a:lnTo>
                  <a:pt x="6962" y="1454"/>
                </a:lnTo>
                <a:lnTo>
                  <a:pt x="7801" y="1927"/>
                </a:lnTo>
                <a:lnTo>
                  <a:pt x="8657" y="2410"/>
                </a:lnTo>
                <a:lnTo>
                  <a:pt x="9085" y="2618"/>
                </a:lnTo>
                <a:lnTo>
                  <a:pt x="10381" y="3246"/>
                </a:lnTo>
                <a:lnTo>
                  <a:pt x="11252" y="3698"/>
                </a:lnTo>
                <a:lnTo>
                  <a:pt x="12121" y="4170"/>
                </a:lnTo>
                <a:lnTo>
                  <a:pt x="12989" y="4669"/>
                </a:lnTo>
                <a:lnTo>
                  <a:pt x="13856" y="5188"/>
                </a:lnTo>
                <a:lnTo>
                  <a:pt x="14721" y="5728"/>
                </a:lnTo>
                <a:lnTo>
                  <a:pt x="15585" y="6300"/>
                </a:lnTo>
                <a:lnTo>
                  <a:pt x="16446" y="6902"/>
                </a:lnTo>
                <a:lnTo>
                  <a:pt x="17308" y="7531"/>
                </a:lnTo>
                <a:lnTo>
                  <a:pt x="18168" y="8190"/>
                </a:lnTo>
                <a:lnTo>
                  <a:pt x="19027" y="8886"/>
                </a:lnTo>
                <a:lnTo>
                  <a:pt x="19886" y="9608"/>
                </a:lnTo>
                <a:lnTo>
                  <a:pt x="20742" y="10372"/>
                </a:lnTo>
                <a:lnTo>
                  <a:pt x="21600" y="11171"/>
                </a:lnTo>
                <a:lnTo>
                  <a:pt x="21383" y="14298"/>
                </a:lnTo>
                <a:lnTo>
                  <a:pt x="21178" y="16422"/>
                </a:lnTo>
                <a:lnTo>
                  <a:pt x="20867" y="18520"/>
                </a:lnTo>
                <a:lnTo>
                  <a:pt x="20329" y="21558"/>
                </a:lnTo>
                <a:lnTo>
                  <a:pt x="19531" y="21600"/>
                </a:lnTo>
                <a:lnTo>
                  <a:pt x="18770" y="21543"/>
                </a:lnTo>
                <a:lnTo>
                  <a:pt x="18030" y="21387"/>
                </a:lnTo>
                <a:lnTo>
                  <a:pt x="17291" y="21127"/>
                </a:lnTo>
                <a:lnTo>
                  <a:pt x="16541" y="20764"/>
                </a:lnTo>
                <a:lnTo>
                  <a:pt x="15759" y="20302"/>
                </a:lnTo>
                <a:lnTo>
                  <a:pt x="15082" y="19933"/>
                </a:lnTo>
                <a:lnTo>
                  <a:pt x="14397" y="19559"/>
                </a:lnTo>
                <a:lnTo>
                  <a:pt x="13533" y="19071"/>
                </a:lnTo>
                <a:lnTo>
                  <a:pt x="12670" y="18567"/>
                </a:lnTo>
                <a:lnTo>
                  <a:pt x="11809" y="18058"/>
                </a:lnTo>
                <a:lnTo>
                  <a:pt x="10947" y="17539"/>
                </a:lnTo>
                <a:lnTo>
                  <a:pt x="10086" y="17014"/>
                </a:lnTo>
                <a:lnTo>
                  <a:pt x="9355" y="16599"/>
                </a:lnTo>
                <a:lnTo>
                  <a:pt x="8625" y="16188"/>
                </a:lnTo>
                <a:lnTo>
                  <a:pt x="7894" y="15778"/>
                </a:lnTo>
                <a:lnTo>
                  <a:pt x="7165" y="15373"/>
                </a:lnTo>
                <a:lnTo>
                  <a:pt x="6268" y="14864"/>
                </a:lnTo>
                <a:lnTo>
                  <a:pt x="5372" y="14350"/>
                </a:lnTo>
                <a:lnTo>
                  <a:pt x="4476" y="13836"/>
                </a:lnTo>
                <a:lnTo>
                  <a:pt x="3581" y="13311"/>
                </a:lnTo>
                <a:lnTo>
                  <a:pt x="2686" y="12781"/>
                </a:lnTo>
                <a:lnTo>
                  <a:pt x="1790" y="12252"/>
                </a:lnTo>
                <a:lnTo>
                  <a:pt x="894" y="11711"/>
                </a:lnTo>
                <a:lnTo>
                  <a:pt x="0" y="11171"/>
                </a:lnTo>
                <a:lnTo>
                  <a:pt x="911" y="6887"/>
                </a:lnTo>
                <a:lnTo>
                  <a:pt x="1573" y="3983"/>
                </a:lnTo>
                <a:lnTo>
                  <a:pt x="2094" y="2155"/>
                </a:lnTo>
                <a:lnTo>
                  <a:pt x="2583" y="1091"/>
                </a:lnTo>
                <a:lnTo>
                  <a:pt x="3147" y="473"/>
                </a:lnTo>
                <a:lnTo>
                  <a:pt x="3896" y="0"/>
                </a:lnTo>
                <a:close/>
              </a:path>
            </a:pathLst>
          </a:custGeom>
          <a:solidFill>
            <a:srgbClr val="A09F9C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1" name="contour_09189"/>
          <p:cNvSpPr/>
          <p:nvPr/>
        </p:nvSpPr>
        <p:spPr>
          <a:xfrm>
            <a:off x="7582598" y="5842302"/>
            <a:ext cx="94744" cy="46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42"/>
                </a:moveTo>
                <a:lnTo>
                  <a:pt x="1117" y="1103"/>
                </a:lnTo>
                <a:lnTo>
                  <a:pt x="2231" y="974"/>
                </a:lnTo>
                <a:lnTo>
                  <a:pt x="3348" y="858"/>
                </a:lnTo>
                <a:lnTo>
                  <a:pt x="4463" y="750"/>
                </a:lnTo>
                <a:lnTo>
                  <a:pt x="5579" y="651"/>
                </a:lnTo>
                <a:lnTo>
                  <a:pt x="6696" y="560"/>
                </a:lnTo>
                <a:lnTo>
                  <a:pt x="7813" y="475"/>
                </a:lnTo>
                <a:lnTo>
                  <a:pt x="8931" y="394"/>
                </a:lnTo>
                <a:lnTo>
                  <a:pt x="9306" y="343"/>
                </a:lnTo>
                <a:lnTo>
                  <a:pt x="9969" y="251"/>
                </a:lnTo>
                <a:lnTo>
                  <a:pt x="11488" y="48"/>
                </a:lnTo>
                <a:lnTo>
                  <a:pt x="12673" y="0"/>
                </a:lnTo>
                <a:lnTo>
                  <a:pt x="13807" y="7"/>
                </a:lnTo>
                <a:lnTo>
                  <a:pt x="14914" y="98"/>
                </a:lnTo>
                <a:lnTo>
                  <a:pt x="16014" y="316"/>
                </a:lnTo>
                <a:lnTo>
                  <a:pt x="17127" y="685"/>
                </a:lnTo>
                <a:lnTo>
                  <a:pt x="18277" y="1242"/>
                </a:lnTo>
                <a:lnTo>
                  <a:pt x="18983" y="3016"/>
                </a:lnTo>
                <a:lnTo>
                  <a:pt x="19588" y="4818"/>
                </a:lnTo>
                <a:lnTo>
                  <a:pt x="20106" y="6661"/>
                </a:lnTo>
                <a:lnTo>
                  <a:pt x="20552" y="8564"/>
                </a:lnTo>
                <a:lnTo>
                  <a:pt x="20940" y="10546"/>
                </a:lnTo>
                <a:lnTo>
                  <a:pt x="21284" y="12622"/>
                </a:lnTo>
                <a:lnTo>
                  <a:pt x="21600" y="14814"/>
                </a:lnTo>
                <a:lnTo>
                  <a:pt x="21239" y="15180"/>
                </a:lnTo>
                <a:lnTo>
                  <a:pt x="20774" y="15659"/>
                </a:lnTo>
                <a:lnTo>
                  <a:pt x="19890" y="16561"/>
                </a:lnTo>
                <a:lnTo>
                  <a:pt x="18277" y="18207"/>
                </a:lnTo>
                <a:lnTo>
                  <a:pt x="18277" y="15964"/>
                </a:lnTo>
                <a:lnTo>
                  <a:pt x="18277" y="13708"/>
                </a:lnTo>
                <a:lnTo>
                  <a:pt x="18277" y="11421"/>
                </a:lnTo>
                <a:lnTo>
                  <a:pt x="17102" y="11421"/>
                </a:lnTo>
                <a:lnTo>
                  <a:pt x="15926" y="11421"/>
                </a:lnTo>
                <a:lnTo>
                  <a:pt x="14746" y="11421"/>
                </a:lnTo>
                <a:lnTo>
                  <a:pt x="13561" y="11421"/>
                </a:lnTo>
                <a:lnTo>
                  <a:pt x="12372" y="11421"/>
                </a:lnTo>
                <a:lnTo>
                  <a:pt x="11176" y="11421"/>
                </a:lnTo>
                <a:lnTo>
                  <a:pt x="9969" y="11421"/>
                </a:lnTo>
                <a:lnTo>
                  <a:pt x="9969" y="9178"/>
                </a:lnTo>
                <a:lnTo>
                  <a:pt x="9969" y="6922"/>
                </a:lnTo>
                <a:lnTo>
                  <a:pt x="9969" y="4635"/>
                </a:lnTo>
                <a:lnTo>
                  <a:pt x="8873" y="4635"/>
                </a:lnTo>
                <a:lnTo>
                  <a:pt x="7774" y="4635"/>
                </a:lnTo>
                <a:lnTo>
                  <a:pt x="6676" y="4635"/>
                </a:lnTo>
                <a:lnTo>
                  <a:pt x="5574" y="4635"/>
                </a:lnTo>
                <a:lnTo>
                  <a:pt x="4470" y="4635"/>
                </a:lnTo>
                <a:lnTo>
                  <a:pt x="3360" y="4635"/>
                </a:lnTo>
                <a:lnTo>
                  <a:pt x="2246" y="4635"/>
                </a:lnTo>
                <a:lnTo>
                  <a:pt x="1127" y="4635"/>
                </a:lnTo>
                <a:lnTo>
                  <a:pt x="0" y="4635"/>
                </a:lnTo>
                <a:lnTo>
                  <a:pt x="0" y="2952"/>
                </a:lnTo>
                <a:lnTo>
                  <a:pt x="0" y="1242"/>
                </a:lnTo>
                <a:lnTo>
                  <a:pt x="14954" y="18207"/>
                </a:lnTo>
                <a:lnTo>
                  <a:pt x="16875" y="20168"/>
                </a:lnTo>
                <a:lnTo>
                  <a:pt x="17862" y="21176"/>
                </a:lnTo>
                <a:lnTo>
                  <a:pt x="18225" y="21546"/>
                </a:lnTo>
                <a:lnTo>
                  <a:pt x="18277" y="21600"/>
                </a:lnTo>
                <a:lnTo>
                  <a:pt x="14954" y="18207"/>
                </a:lnTo>
                <a:lnTo>
                  <a:pt x="0" y="1242"/>
                </a:lnTo>
                <a:close/>
              </a:path>
            </a:pathLst>
          </a:custGeom>
          <a:solidFill>
            <a:srgbClr val="DFE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2" name="contour_09190"/>
          <p:cNvSpPr/>
          <p:nvPr/>
        </p:nvSpPr>
        <p:spPr>
          <a:xfrm>
            <a:off x="1599157" y="5786665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6" y="0"/>
                </a:lnTo>
                <a:lnTo>
                  <a:pt x="18000" y="0"/>
                </a:lnTo>
                <a:lnTo>
                  <a:pt x="18356" y="1871"/>
                </a:lnTo>
                <a:lnTo>
                  <a:pt x="18713" y="3745"/>
                </a:lnTo>
                <a:lnTo>
                  <a:pt x="19069" y="5619"/>
                </a:lnTo>
                <a:lnTo>
                  <a:pt x="19429" y="7495"/>
                </a:lnTo>
                <a:lnTo>
                  <a:pt x="19786" y="9380"/>
                </a:lnTo>
                <a:lnTo>
                  <a:pt x="20146" y="11267"/>
                </a:lnTo>
                <a:lnTo>
                  <a:pt x="20506" y="13162"/>
                </a:lnTo>
                <a:lnTo>
                  <a:pt x="20869" y="15066"/>
                </a:lnTo>
                <a:lnTo>
                  <a:pt x="21233" y="16978"/>
                </a:lnTo>
                <a:lnTo>
                  <a:pt x="21600" y="18900"/>
                </a:lnTo>
                <a:lnTo>
                  <a:pt x="19372" y="19235"/>
                </a:lnTo>
                <a:lnTo>
                  <a:pt x="17143" y="19570"/>
                </a:lnTo>
                <a:lnTo>
                  <a:pt x="14908" y="19904"/>
                </a:lnTo>
                <a:lnTo>
                  <a:pt x="12668" y="20239"/>
                </a:lnTo>
                <a:lnTo>
                  <a:pt x="10418" y="20577"/>
                </a:lnTo>
                <a:lnTo>
                  <a:pt x="8158" y="20917"/>
                </a:lnTo>
                <a:lnTo>
                  <a:pt x="5886" y="21257"/>
                </a:lnTo>
                <a:lnTo>
                  <a:pt x="3600" y="21600"/>
                </a:lnTo>
                <a:lnTo>
                  <a:pt x="2887" y="19996"/>
                </a:lnTo>
                <a:lnTo>
                  <a:pt x="2171" y="18387"/>
                </a:lnTo>
                <a:lnTo>
                  <a:pt x="1454" y="16772"/>
                </a:lnTo>
                <a:lnTo>
                  <a:pt x="731" y="15144"/>
                </a:lnTo>
                <a:lnTo>
                  <a:pt x="0" y="13500"/>
                </a:lnTo>
                <a:lnTo>
                  <a:pt x="2380" y="13500"/>
                </a:lnTo>
                <a:lnTo>
                  <a:pt x="4774" y="13500"/>
                </a:lnTo>
                <a:lnTo>
                  <a:pt x="7200" y="13500"/>
                </a:lnTo>
                <a:lnTo>
                  <a:pt x="8471" y="11734"/>
                </a:lnTo>
                <a:lnTo>
                  <a:pt x="9292" y="10441"/>
                </a:lnTo>
                <a:lnTo>
                  <a:pt x="10022" y="8991"/>
                </a:lnTo>
                <a:lnTo>
                  <a:pt x="11023" y="6750"/>
                </a:lnTo>
                <a:lnTo>
                  <a:pt x="12035" y="4509"/>
                </a:lnTo>
                <a:lnTo>
                  <a:pt x="12722" y="3059"/>
                </a:lnTo>
                <a:lnTo>
                  <a:pt x="13406" y="1766"/>
                </a:lnTo>
                <a:lnTo>
                  <a:pt x="14400" y="0"/>
                </a:lnTo>
                <a:close/>
              </a:path>
            </a:pathLst>
          </a:custGeom>
          <a:solidFill>
            <a:srgbClr val="8C8E93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3" name="contour_09191"/>
          <p:cNvSpPr/>
          <p:nvPr/>
        </p:nvSpPr>
        <p:spPr>
          <a:xfrm>
            <a:off x="782902" y="5785295"/>
            <a:ext cx="52175" cy="52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08" y="0"/>
                </a:moveTo>
                <a:lnTo>
                  <a:pt x="19047" y="282"/>
                </a:lnTo>
                <a:lnTo>
                  <a:pt x="21120" y="565"/>
                </a:lnTo>
                <a:lnTo>
                  <a:pt x="21325" y="2741"/>
                </a:lnTo>
                <a:lnTo>
                  <a:pt x="21482" y="4889"/>
                </a:lnTo>
                <a:lnTo>
                  <a:pt x="21579" y="7020"/>
                </a:lnTo>
                <a:lnTo>
                  <a:pt x="21600" y="9147"/>
                </a:lnTo>
                <a:lnTo>
                  <a:pt x="21540" y="11278"/>
                </a:lnTo>
                <a:lnTo>
                  <a:pt x="21383" y="13423"/>
                </a:lnTo>
                <a:lnTo>
                  <a:pt x="21120" y="15590"/>
                </a:lnTo>
                <a:lnTo>
                  <a:pt x="19506" y="17339"/>
                </a:lnTo>
                <a:lnTo>
                  <a:pt x="18269" y="18568"/>
                </a:lnTo>
                <a:lnTo>
                  <a:pt x="17159" y="19439"/>
                </a:lnTo>
                <a:lnTo>
                  <a:pt x="15922" y="20125"/>
                </a:lnTo>
                <a:lnTo>
                  <a:pt x="14310" y="20789"/>
                </a:lnTo>
                <a:lnTo>
                  <a:pt x="12069" y="21600"/>
                </a:lnTo>
                <a:lnTo>
                  <a:pt x="9939" y="21327"/>
                </a:lnTo>
                <a:lnTo>
                  <a:pt x="7923" y="20948"/>
                </a:lnTo>
                <a:lnTo>
                  <a:pt x="5971" y="20479"/>
                </a:lnTo>
                <a:lnTo>
                  <a:pt x="4034" y="19923"/>
                </a:lnTo>
                <a:lnTo>
                  <a:pt x="2058" y="19292"/>
                </a:lnTo>
                <a:lnTo>
                  <a:pt x="0" y="18595"/>
                </a:lnTo>
                <a:lnTo>
                  <a:pt x="1074" y="16783"/>
                </a:lnTo>
                <a:lnTo>
                  <a:pt x="2160" y="14974"/>
                </a:lnTo>
                <a:lnTo>
                  <a:pt x="3259" y="13171"/>
                </a:lnTo>
                <a:lnTo>
                  <a:pt x="4360" y="11374"/>
                </a:lnTo>
                <a:lnTo>
                  <a:pt x="5470" y="9580"/>
                </a:lnTo>
                <a:lnTo>
                  <a:pt x="6484" y="7906"/>
                </a:lnTo>
                <a:lnTo>
                  <a:pt x="7507" y="6217"/>
                </a:lnTo>
                <a:lnTo>
                  <a:pt x="8545" y="4508"/>
                </a:lnTo>
                <a:lnTo>
                  <a:pt x="10304" y="2581"/>
                </a:lnTo>
                <a:lnTo>
                  <a:pt x="11622" y="1382"/>
                </a:lnTo>
                <a:lnTo>
                  <a:pt x="12911" y="697"/>
                </a:lnTo>
                <a:lnTo>
                  <a:pt x="14570" y="310"/>
                </a:lnTo>
                <a:lnTo>
                  <a:pt x="17008" y="0"/>
                </a:lnTo>
                <a:close/>
              </a:path>
            </a:pathLst>
          </a:custGeom>
          <a:solidFill>
            <a:srgbClr val="767A7B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4" name="contour_09192"/>
          <p:cNvSpPr/>
          <p:nvPr/>
        </p:nvSpPr>
        <p:spPr>
          <a:xfrm>
            <a:off x="5002649" y="5706497"/>
            <a:ext cx="4389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59" y="0"/>
                </a:moveTo>
                <a:lnTo>
                  <a:pt x="12538" y="0"/>
                </a:lnTo>
                <a:lnTo>
                  <a:pt x="14345" y="0"/>
                </a:lnTo>
                <a:lnTo>
                  <a:pt x="15295" y="1300"/>
                </a:lnTo>
                <a:lnTo>
                  <a:pt x="15970" y="2266"/>
                </a:lnTo>
                <a:lnTo>
                  <a:pt x="16551" y="3188"/>
                </a:lnTo>
                <a:lnTo>
                  <a:pt x="17218" y="4361"/>
                </a:lnTo>
                <a:lnTo>
                  <a:pt x="18154" y="6074"/>
                </a:lnTo>
                <a:lnTo>
                  <a:pt x="18788" y="7204"/>
                </a:lnTo>
                <a:lnTo>
                  <a:pt x="19427" y="8342"/>
                </a:lnTo>
                <a:lnTo>
                  <a:pt x="20076" y="9493"/>
                </a:lnTo>
                <a:lnTo>
                  <a:pt x="20625" y="10949"/>
                </a:lnTo>
                <a:lnTo>
                  <a:pt x="21037" y="12357"/>
                </a:lnTo>
                <a:lnTo>
                  <a:pt x="21331" y="13744"/>
                </a:lnTo>
                <a:lnTo>
                  <a:pt x="21514" y="15124"/>
                </a:lnTo>
                <a:lnTo>
                  <a:pt x="21600" y="16520"/>
                </a:lnTo>
                <a:lnTo>
                  <a:pt x="21596" y="17952"/>
                </a:lnTo>
                <a:lnTo>
                  <a:pt x="21518" y="19440"/>
                </a:lnTo>
                <a:lnTo>
                  <a:pt x="20345" y="19408"/>
                </a:lnTo>
                <a:lnTo>
                  <a:pt x="16812" y="19306"/>
                </a:lnTo>
                <a:lnTo>
                  <a:pt x="14212" y="19405"/>
                </a:lnTo>
                <a:lnTo>
                  <a:pt x="11756" y="19587"/>
                </a:lnTo>
                <a:lnTo>
                  <a:pt x="9396" y="19846"/>
                </a:lnTo>
                <a:lnTo>
                  <a:pt x="7090" y="20179"/>
                </a:lnTo>
                <a:lnTo>
                  <a:pt x="4788" y="20585"/>
                </a:lnTo>
                <a:lnTo>
                  <a:pt x="2439" y="21058"/>
                </a:lnTo>
                <a:lnTo>
                  <a:pt x="0" y="21600"/>
                </a:lnTo>
                <a:lnTo>
                  <a:pt x="0" y="20174"/>
                </a:lnTo>
                <a:lnTo>
                  <a:pt x="0" y="18747"/>
                </a:lnTo>
                <a:lnTo>
                  <a:pt x="0" y="17312"/>
                </a:lnTo>
                <a:lnTo>
                  <a:pt x="0" y="15872"/>
                </a:lnTo>
                <a:lnTo>
                  <a:pt x="0" y="14422"/>
                </a:lnTo>
                <a:lnTo>
                  <a:pt x="0" y="12960"/>
                </a:lnTo>
                <a:lnTo>
                  <a:pt x="2371" y="12960"/>
                </a:lnTo>
                <a:lnTo>
                  <a:pt x="4755" y="12960"/>
                </a:lnTo>
                <a:lnTo>
                  <a:pt x="7173" y="12960"/>
                </a:lnTo>
                <a:lnTo>
                  <a:pt x="7567" y="11534"/>
                </a:lnTo>
                <a:lnTo>
                  <a:pt x="7961" y="10107"/>
                </a:lnTo>
                <a:lnTo>
                  <a:pt x="8356" y="8679"/>
                </a:lnTo>
                <a:lnTo>
                  <a:pt x="8754" y="7247"/>
                </a:lnTo>
                <a:lnTo>
                  <a:pt x="9152" y="5810"/>
                </a:lnTo>
                <a:lnTo>
                  <a:pt x="9550" y="4368"/>
                </a:lnTo>
                <a:lnTo>
                  <a:pt x="9952" y="2920"/>
                </a:lnTo>
                <a:lnTo>
                  <a:pt x="10354" y="1464"/>
                </a:lnTo>
                <a:lnTo>
                  <a:pt x="10759" y="0"/>
                </a:lnTo>
                <a:close/>
              </a:path>
            </a:pathLst>
          </a:custGeom>
          <a:solidFill>
            <a:srgbClr val="D4C8E1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5" name="contour_09193"/>
          <p:cNvSpPr/>
          <p:nvPr/>
        </p:nvSpPr>
        <p:spPr>
          <a:xfrm>
            <a:off x="1737629" y="5728361"/>
            <a:ext cx="43728" cy="529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600" y="2061"/>
                </a:lnTo>
                <a:lnTo>
                  <a:pt x="21600" y="4124"/>
                </a:lnTo>
                <a:lnTo>
                  <a:pt x="21600" y="6188"/>
                </a:lnTo>
                <a:lnTo>
                  <a:pt x="21600" y="8255"/>
                </a:lnTo>
                <a:lnTo>
                  <a:pt x="21600" y="10330"/>
                </a:lnTo>
                <a:lnTo>
                  <a:pt x="21600" y="12409"/>
                </a:lnTo>
                <a:lnTo>
                  <a:pt x="21600" y="14496"/>
                </a:lnTo>
                <a:lnTo>
                  <a:pt x="21600" y="16593"/>
                </a:lnTo>
                <a:lnTo>
                  <a:pt x="21600" y="18698"/>
                </a:lnTo>
                <a:lnTo>
                  <a:pt x="21600" y="20815"/>
                </a:lnTo>
                <a:lnTo>
                  <a:pt x="17572" y="21252"/>
                </a:lnTo>
                <a:lnTo>
                  <a:pt x="14728" y="21514"/>
                </a:lnTo>
                <a:lnTo>
                  <a:pt x="12665" y="21600"/>
                </a:lnTo>
                <a:lnTo>
                  <a:pt x="10991" y="21514"/>
                </a:lnTo>
                <a:lnTo>
                  <a:pt x="9302" y="21252"/>
                </a:lnTo>
                <a:lnTo>
                  <a:pt x="7200" y="20815"/>
                </a:lnTo>
                <a:lnTo>
                  <a:pt x="5789" y="19242"/>
                </a:lnTo>
                <a:lnTo>
                  <a:pt x="4554" y="17633"/>
                </a:lnTo>
                <a:lnTo>
                  <a:pt x="3460" y="15986"/>
                </a:lnTo>
                <a:lnTo>
                  <a:pt x="2484" y="14297"/>
                </a:lnTo>
                <a:lnTo>
                  <a:pt x="1602" y="12557"/>
                </a:lnTo>
                <a:lnTo>
                  <a:pt x="781" y="10767"/>
                </a:lnTo>
                <a:lnTo>
                  <a:pt x="0" y="8921"/>
                </a:lnTo>
                <a:lnTo>
                  <a:pt x="1562" y="8701"/>
                </a:lnTo>
                <a:lnTo>
                  <a:pt x="3150" y="8481"/>
                </a:lnTo>
                <a:lnTo>
                  <a:pt x="4158" y="8311"/>
                </a:lnTo>
                <a:lnTo>
                  <a:pt x="7200" y="7806"/>
                </a:lnTo>
                <a:lnTo>
                  <a:pt x="9209" y="7493"/>
                </a:lnTo>
                <a:lnTo>
                  <a:pt x="11250" y="7178"/>
                </a:lnTo>
                <a:lnTo>
                  <a:pt x="12812" y="6566"/>
                </a:lnTo>
                <a:lnTo>
                  <a:pt x="14400" y="5947"/>
                </a:lnTo>
                <a:lnTo>
                  <a:pt x="14400" y="3982"/>
                </a:lnTo>
                <a:lnTo>
                  <a:pt x="14400" y="2004"/>
                </a:lnTo>
                <a:lnTo>
                  <a:pt x="14400" y="0"/>
                </a:lnTo>
                <a:close/>
              </a:path>
            </a:pathLst>
          </a:custGeom>
          <a:solidFill>
            <a:srgbClr val="1F1D1E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6" name="contour_09194"/>
          <p:cNvSpPr/>
          <p:nvPr/>
        </p:nvSpPr>
        <p:spPr>
          <a:xfrm>
            <a:off x="10760162" y="5728361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1" y="0"/>
                </a:lnTo>
                <a:lnTo>
                  <a:pt x="3745" y="0"/>
                </a:lnTo>
                <a:lnTo>
                  <a:pt x="5619" y="0"/>
                </a:lnTo>
                <a:lnTo>
                  <a:pt x="7495" y="0"/>
                </a:lnTo>
                <a:lnTo>
                  <a:pt x="9380" y="0"/>
                </a:lnTo>
                <a:lnTo>
                  <a:pt x="11267" y="0"/>
                </a:lnTo>
                <a:lnTo>
                  <a:pt x="13162" y="0"/>
                </a:lnTo>
                <a:lnTo>
                  <a:pt x="15066" y="0"/>
                </a:lnTo>
                <a:lnTo>
                  <a:pt x="16978" y="0"/>
                </a:lnTo>
                <a:lnTo>
                  <a:pt x="18900" y="0"/>
                </a:lnTo>
                <a:lnTo>
                  <a:pt x="19197" y="2376"/>
                </a:lnTo>
                <a:lnTo>
                  <a:pt x="19494" y="4756"/>
                </a:lnTo>
                <a:lnTo>
                  <a:pt x="19791" y="7135"/>
                </a:lnTo>
                <a:lnTo>
                  <a:pt x="20091" y="9522"/>
                </a:lnTo>
                <a:lnTo>
                  <a:pt x="20390" y="11916"/>
                </a:lnTo>
                <a:lnTo>
                  <a:pt x="20690" y="14321"/>
                </a:lnTo>
                <a:lnTo>
                  <a:pt x="20993" y="16733"/>
                </a:lnTo>
                <a:lnTo>
                  <a:pt x="21295" y="19159"/>
                </a:lnTo>
                <a:lnTo>
                  <a:pt x="21600" y="21600"/>
                </a:lnTo>
                <a:lnTo>
                  <a:pt x="19815" y="21600"/>
                </a:lnTo>
                <a:lnTo>
                  <a:pt x="18020" y="21600"/>
                </a:lnTo>
                <a:lnTo>
                  <a:pt x="16200" y="21600"/>
                </a:lnTo>
                <a:lnTo>
                  <a:pt x="15614" y="19926"/>
                </a:lnTo>
                <a:lnTo>
                  <a:pt x="15017" y="18223"/>
                </a:lnTo>
                <a:lnTo>
                  <a:pt x="14075" y="15977"/>
                </a:lnTo>
                <a:lnTo>
                  <a:pt x="13162" y="14598"/>
                </a:lnTo>
                <a:lnTo>
                  <a:pt x="11745" y="13511"/>
                </a:lnTo>
                <a:lnTo>
                  <a:pt x="9283" y="12150"/>
                </a:lnTo>
                <a:lnTo>
                  <a:pt x="8000" y="11704"/>
                </a:lnTo>
                <a:lnTo>
                  <a:pt x="6709" y="11257"/>
                </a:lnTo>
                <a:lnTo>
                  <a:pt x="5400" y="10800"/>
                </a:lnTo>
                <a:lnTo>
                  <a:pt x="4730" y="12582"/>
                </a:lnTo>
                <a:lnTo>
                  <a:pt x="4061" y="14371"/>
                </a:lnTo>
                <a:lnTo>
                  <a:pt x="3383" y="16175"/>
                </a:lnTo>
                <a:lnTo>
                  <a:pt x="2700" y="18000"/>
                </a:lnTo>
                <a:lnTo>
                  <a:pt x="2365" y="15772"/>
                </a:lnTo>
                <a:lnTo>
                  <a:pt x="2030" y="13543"/>
                </a:lnTo>
                <a:lnTo>
                  <a:pt x="1696" y="11308"/>
                </a:lnTo>
                <a:lnTo>
                  <a:pt x="1361" y="9068"/>
                </a:lnTo>
                <a:lnTo>
                  <a:pt x="1023" y="6818"/>
                </a:lnTo>
                <a:lnTo>
                  <a:pt x="683" y="4558"/>
                </a:lnTo>
                <a:lnTo>
                  <a:pt x="343" y="2286"/>
                </a:lnTo>
                <a:lnTo>
                  <a:pt x="0" y="0"/>
                </a:lnTo>
                <a:close/>
              </a:path>
            </a:pathLst>
          </a:custGeom>
          <a:solidFill>
            <a:srgbClr val="4A4A4D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7" name="contour_09195"/>
          <p:cNvSpPr/>
          <p:nvPr/>
        </p:nvSpPr>
        <p:spPr>
          <a:xfrm>
            <a:off x="10541522" y="5706497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135" y="1339"/>
                </a:lnTo>
                <a:lnTo>
                  <a:pt x="11470" y="2684"/>
                </a:lnTo>
                <a:lnTo>
                  <a:pt x="11812" y="4050"/>
                </a:lnTo>
                <a:lnTo>
                  <a:pt x="12061" y="4644"/>
                </a:lnTo>
                <a:lnTo>
                  <a:pt x="12498" y="5694"/>
                </a:lnTo>
                <a:lnTo>
                  <a:pt x="13500" y="8100"/>
                </a:lnTo>
                <a:lnTo>
                  <a:pt x="15285" y="8100"/>
                </a:lnTo>
                <a:lnTo>
                  <a:pt x="17080" y="8100"/>
                </a:lnTo>
                <a:lnTo>
                  <a:pt x="18900" y="8100"/>
                </a:lnTo>
                <a:lnTo>
                  <a:pt x="19435" y="9704"/>
                </a:lnTo>
                <a:lnTo>
                  <a:pt x="19972" y="11313"/>
                </a:lnTo>
                <a:lnTo>
                  <a:pt x="20509" y="12928"/>
                </a:lnTo>
                <a:lnTo>
                  <a:pt x="21052" y="14556"/>
                </a:lnTo>
                <a:lnTo>
                  <a:pt x="21600" y="16200"/>
                </a:lnTo>
                <a:lnTo>
                  <a:pt x="19818" y="16645"/>
                </a:lnTo>
                <a:lnTo>
                  <a:pt x="18036" y="17091"/>
                </a:lnTo>
                <a:lnTo>
                  <a:pt x="16251" y="17537"/>
                </a:lnTo>
                <a:lnTo>
                  <a:pt x="14464" y="17985"/>
                </a:lnTo>
                <a:lnTo>
                  <a:pt x="12674" y="18430"/>
                </a:lnTo>
                <a:lnTo>
                  <a:pt x="10881" y="18878"/>
                </a:lnTo>
                <a:lnTo>
                  <a:pt x="9083" y="19329"/>
                </a:lnTo>
                <a:lnTo>
                  <a:pt x="7279" y="19780"/>
                </a:lnTo>
                <a:lnTo>
                  <a:pt x="5470" y="20231"/>
                </a:lnTo>
                <a:lnTo>
                  <a:pt x="3656" y="20687"/>
                </a:lnTo>
                <a:lnTo>
                  <a:pt x="1831" y="21141"/>
                </a:lnTo>
                <a:lnTo>
                  <a:pt x="0" y="21600"/>
                </a:lnTo>
                <a:lnTo>
                  <a:pt x="445" y="19818"/>
                </a:lnTo>
                <a:lnTo>
                  <a:pt x="891" y="18033"/>
                </a:lnTo>
                <a:lnTo>
                  <a:pt x="1339" y="16240"/>
                </a:lnTo>
                <a:lnTo>
                  <a:pt x="1790" y="14440"/>
                </a:lnTo>
                <a:lnTo>
                  <a:pt x="2244" y="12628"/>
                </a:lnTo>
                <a:lnTo>
                  <a:pt x="2700" y="10800"/>
                </a:lnTo>
                <a:lnTo>
                  <a:pt x="4304" y="9904"/>
                </a:lnTo>
                <a:lnTo>
                  <a:pt x="5400" y="9323"/>
                </a:lnTo>
                <a:lnTo>
                  <a:pt x="6496" y="8807"/>
                </a:lnTo>
                <a:lnTo>
                  <a:pt x="8100" y="8100"/>
                </a:lnTo>
                <a:lnTo>
                  <a:pt x="8932" y="6010"/>
                </a:lnTo>
                <a:lnTo>
                  <a:pt x="9488" y="4544"/>
                </a:lnTo>
                <a:lnTo>
                  <a:pt x="9898" y="3313"/>
                </a:lnTo>
                <a:lnTo>
                  <a:pt x="10292" y="1928"/>
                </a:lnTo>
                <a:lnTo>
                  <a:pt x="10800" y="0"/>
                </a:lnTo>
                <a:close/>
              </a:path>
            </a:pathLst>
          </a:custGeom>
          <a:solidFill>
            <a:srgbClr val="BDC0C3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8" name="contour_09196"/>
          <p:cNvSpPr/>
          <p:nvPr/>
        </p:nvSpPr>
        <p:spPr>
          <a:xfrm>
            <a:off x="4381982" y="5677345"/>
            <a:ext cx="376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49" y="0"/>
                </a:moveTo>
                <a:lnTo>
                  <a:pt x="11534" y="389"/>
                </a:lnTo>
                <a:lnTo>
                  <a:pt x="14028" y="780"/>
                </a:lnTo>
                <a:lnTo>
                  <a:pt x="16529" y="1170"/>
                </a:lnTo>
                <a:lnTo>
                  <a:pt x="19052" y="1565"/>
                </a:lnTo>
                <a:lnTo>
                  <a:pt x="21600" y="1964"/>
                </a:lnTo>
                <a:lnTo>
                  <a:pt x="21152" y="3289"/>
                </a:lnTo>
                <a:lnTo>
                  <a:pt x="20701" y="4611"/>
                </a:lnTo>
                <a:lnTo>
                  <a:pt x="20236" y="5930"/>
                </a:lnTo>
                <a:lnTo>
                  <a:pt x="19763" y="7248"/>
                </a:lnTo>
                <a:lnTo>
                  <a:pt x="19274" y="8561"/>
                </a:lnTo>
                <a:lnTo>
                  <a:pt x="18772" y="9873"/>
                </a:lnTo>
                <a:lnTo>
                  <a:pt x="18249" y="11183"/>
                </a:lnTo>
                <a:lnTo>
                  <a:pt x="17709" y="12491"/>
                </a:lnTo>
                <a:lnTo>
                  <a:pt x="17149" y="13797"/>
                </a:lnTo>
                <a:lnTo>
                  <a:pt x="16563" y="15100"/>
                </a:lnTo>
                <a:lnTo>
                  <a:pt x="15956" y="16404"/>
                </a:lnTo>
                <a:lnTo>
                  <a:pt x="15320" y="17704"/>
                </a:lnTo>
                <a:lnTo>
                  <a:pt x="14655" y="19004"/>
                </a:lnTo>
                <a:lnTo>
                  <a:pt x="13961" y="20302"/>
                </a:lnTo>
                <a:lnTo>
                  <a:pt x="13233" y="21600"/>
                </a:lnTo>
                <a:lnTo>
                  <a:pt x="10120" y="21349"/>
                </a:lnTo>
                <a:lnTo>
                  <a:pt x="7911" y="21121"/>
                </a:lnTo>
                <a:lnTo>
                  <a:pt x="6003" y="20822"/>
                </a:lnTo>
                <a:lnTo>
                  <a:pt x="3795" y="20359"/>
                </a:lnTo>
                <a:lnTo>
                  <a:pt x="682" y="19636"/>
                </a:lnTo>
                <a:lnTo>
                  <a:pt x="213" y="18291"/>
                </a:lnTo>
                <a:lnTo>
                  <a:pt x="4" y="17003"/>
                </a:lnTo>
                <a:lnTo>
                  <a:pt x="0" y="15742"/>
                </a:lnTo>
                <a:lnTo>
                  <a:pt x="146" y="14474"/>
                </a:lnTo>
                <a:lnTo>
                  <a:pt x="393" y="13164"/>
                </a:lnTo>
                <a:lnTo>
                  <a:pt x="682" y="11782"/>
                </a:lnTo>
                <a:lnTo>
                  <a:pt x="3447" y="11782"/>
                </a:lnTo>
                <a:lnTo>
                  <a:pt x="6229" y="11782"/>
                </a:lnTo>
                <a:lnTo>
                  <a:pt x="9049" y="11782"/>
                </a:lnTo>
                <a:lnTo>
                  <a:pt x="9049" y="10486"/>
                </a:lnTo>
                <a:lnTo>
                  <a:pt x="9049" y="9188"/>
                </a:lnTo>
                <a:lnTo>
                  <a:pt x="9049" y="7890"/>
                </a:lnTo>
                <a:lnTo>
                  <a:pt x="9049" y="6588"/>
                </a:lnTo>
                <a:lnTo>
                  <a:pt x="9049" y="5282"/>
                </a:lnTo>
                <a:lnTo>
                  <a:pt x="9049" y="3970"/>
                </a:lnTo>
                <a:lnTo>
                  <a:pt x="9049" y="2655"/>
                </a:lnTo>
                <a:lnTo>
                  <a:pt x="9049" y="1331"/>
                </a:lnTo>
                <a:lnTo>
                  <a:pt x="9049" y="0"/>
                </a:lnTo>
                <a:close/>
              </a:path>
            </a:pathLst>
          </a:custGeom>
          <a:solidFill>
            <a:srgbClr val="AAADB4"/>
          </a:solidFill>
          <a:ln>
            <a:noFill/>
          </a:ln>
        </p:spPr>
        <p:txBody>
          <a:bodyPr/>
          <a:lstStyle/>
          <a:p/>
        </p:txBody>
      </p:sp>
      <p:sp>
        <p:nvSpPr>
          <p:cNvPr id="9199" name="contour_09197"/>
          <p:cNvSpPr/>
          <p:nvPr/>
        </p:nvSpPr>
        <p:spPr>
          <a:xfrm>
            <a:off x="2240500" y="5714040"/>
            <a:ext cx="94744" cy="300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46" y="450"/>
                </a:moveTo>
                <a:lnTo>
                  <a:pt x="8009" y="566"/>
                </a:lnTo>
                <a:lnTo>
                  <a:pt x="8648" y="759"/>
                </a:lnTo>
                <a:lnTo>
                  <a:pt x="10112" y="1215"/>
                </a:lnTo>
                <a:lnTo>
                  <a:pt x="10956" y="1514"/>
                </a:lnTo>
                <a:lnTo>
                  <a:pt x="11807" y="1807"/>
                </a:lnTo>
                <a:lnTo>
                  <a:pt x="12669" y="2106"/>
                </a:lnTo>
                <a:lnTo>
                  <a:pt x="13050" y="2231"/>
                </a:lnTo>
                <a:lnTo>
                  <a:pt x="13724" y="2446"/>
                </a:lnTo>
                <a:lnTo>
                  <a:pt x="15266" y="2938"/>
                </a:lnTo>
                <a:lnTo>
                  <a:pt x="16321" y="3279"/>
                </a:lnTo>
                <a:lnTo>
                  <a:pt x="17378" y="3624"/>
                </a:lnTo>
                <a:lnTo>
                  <a:pt x="18433" y="3975"/>
                </a:lnTo>
                <a:lnTo>
                  <a:pt x="19488" y="4332"/>
                </a:lnTo>
                <a:lnTo>
                  <a:pt x="20543" y="4693"/>
                </a:lnTo>
                <a:lnTo>
                  <a:pt x="21600" y="5054"/>
                </a:lnTo>
                <a:lnTo>
                  <a:pt x="21600" y="7652"/>
                </a:lnTo>
                <a:lnTo>
                  <a:pt x="21600" y="10292"/>
                </a:lnTo>
                <a:lnTo>
                  <a:pt x="20547" y="11779"/>
                </a:lnTo>
                <a:lnTo>
                  <a:pt x="19483" y="13209"/>
                </a:lnTo>
                <a:lnTo>
                  <a:pt x="18410" y="14576"/>
                </a:lnTo>
                <a:lnTo>
                  <a:pt x="17328" y="15865"/>
                </a:lnTo>
                <a:lnTo>
                  <a:pt x="16238" y="17054"/>
                </a:lnTo>
                <a:lnTo>
                  <a:pt x="15140" y="18138"/>
                </a:lnTo>
                <a:lnTo>
                  <a:pt x="14035" y="19096"/>
                </a:lnTo>
                <a:lnTo>
                  <a:pt x="12922" y="19924"/>
                </a:lnTo>
                <a:lnTo>
                  <a:pt x="11804" y="20600"/>
                </a:lnTo>
                <a:lnTo>
                  <a:pt x="10679" y="21113"/>
                </a:lnTo>
                <a:lnTo>
                  <a:pt x="9547" y="21453"/>
                </a:lnTo>
                <a:lnTo>
                  <a:pt x="8412" y="21600"/>
                </a:lnTo>
                <a:lnTo>
                  <a:pt x="7273" y="21542"/>
                </a:lnTo>
                <a:lnTo>
                  <a:pt x="6129" y="21270"/>
                </a:lnTo>
                <a:lnTo>
                  <a:pt x="4985" y="20767"/>
                </a:lnTo>
                <a:lnTo>
                  <a:pt x="4028" y="18389"/>
                </a:lnTo>
                <a:lnTo>
                  <a:pt x="3157" y="15964"/>
                </a:lnTo>
                <a:lnTo>
                  <a:pt x="2346" y="13450"/>
                </a:lnTo>
                <a:lnTo>
                  <a:pt x="1568" y="10816"/>
                </a:lnTo>
                <a:lnTo>
                  <a:pt x="794" y="8029"/>
                </a:lnTo>
                <a:lnTo>
                  <a:pt x="0" y="5054"/>
                </a:lnTo>
                <a:lnTo>
                  <a:pt x="1117" y="3101"/>
                </a:lnTo>
                <a:lnTo>
                  <a:pt x="2158" y="1681"/>
                </a:lnTo>
                <a:lnTo>
                  <a:pt x="3164" y="728"/>
                </a:lnTo>
                <a:lnTo>
                  <a:pt x="4174" y="183"/>
                </a:lnTo>
                <a:lnTo>
                  <a:pt x="5231" y="0"/>
                </a:lnTo>
                <a:lnTo>
                  <a:pt x="6374" y="105"/>
                </a:lnTo>
                <a:lnTo>
                  <a:pt x="7646" y="450"/>
                </a:lnTo>
                <a:close/>
              </a:path>
            </a:pathLst>
          </a:custGeom>
          <a:solidFill>
            <a:srgbClr val="C0C2C3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0" name="contour_09198"/>
          <p:cNvSpPr/>
          <p:nvPr/>
        </p:nvSpPr>
        <p:spPr>
          <a:xfrm>
            <a:off x="1919828" y="5667434"/>
            <a:ext cx="36148" cy="68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55" y="831"/>
                </a:moveTo>
                <a:lnTo>
                  <a:pt x="7595" y="277"/>
                </a:lnTo>
                <a:lnTo>
                  <a:pt x="9894" y="0"/>
                </a:lnTo>
                <a:lnTo>
                  <a:pt x="11880" y="0"/>
                </a:lnTo>
                <a:lnTo>
                  <a:pt x="14179" y="277"/>
                </a:lnTo>
                <a:lnTo>
                  <a:pt x="17419" y="831"/>
                </a:lnTo>
                <a:lnTo>
                  <a:pt x="18647" y="2451"/>
                </a:lnTo>
                <a:lnTo>
                  <a:pt x="19653" y="4018"/>
                </a:lnTo>
                <a:lnTo>
                  <a:pt x="20455" y="5552"/>
                </a:lnTo>
                <a:lnTo>
                  <a:pt x="21038" y="7071"/>
                </a:lnTo>
                <a:lnTo>
                  <a:pt x="21421" y="8594"/>
                </a:lnTo>
                <a:lnTo>
                  <a:pt x="21600" y="10140"/>
                </a:lnTo>
                <a:lnTo>
                  <a:pt x="21578" y="11730"/>
                </a:lnTo>
                <a:lnTo>
                  <a:pt x="21365" y="13380"/>
                </a:lnTo>
                <a:lnTo>
                  <a:pt x="20955" y="15111"/>
                </a:lnTo>
                <a:lnTo>
                  <a:pt x="19196" y="17160"/>
                </a:lnTo>
                <a:lnTo>
                  <a:pt x="17916" y="18459"/>
                </a:lnTo>
                <a:lnTo>
                  <a:pt x="16740" y="19260"/>
                </a:lnTo>
                <a:lnTo>
                  <a:pt x="15303" y="19818"/>
                </a:lnTo>
                <a:lnTo>
                  <a:pt x="13234" y="20384"/>
                </a:lnTo>
                <a:lnTo>
                  <a:pt x="10826" y="20700"/>
                </a:lnTo>
                <a:lnTo>
                  <a:pt x="8936" y="20922"/>
                </a:lnTo>
                <a:lnTo>
                  <a:pt x="6924" y="21106"/>
                </a:lnTo>
                <a:lnTo>
                  <a:pt x="4159" y="21314"/>
                </a:lnTo>
                <a:lnTo>
                  <a:pt x="0" y="21600"/>
                </a:lnTo>
                <a:lnTo>
                  <a:pt x="958" y="20077"/>
                </a:lnTo>
                <a:lnTo>
                  <a:pt x="1916" y="18552"/>
                </a:lnTo>
                <a:lnTo>
                  <a:pt x="2879" y="17026"/>
                </a:lnTo>
                <a:lnTo>
                  <a:pt x="3841" y="15496"/>
                </a:lnTo>
                <a:lnTo>
                  <a:pt x="4803" y="13962"/>
                </a:lnTo>
                <a:lnTo>
                  <a:pt x="5775" y="12420"/>
                </a:lnTo>
                <a:lnTo>
                  <a:pt x="6746" y="10874"/>
                </a:lnTo>
                <a:lnTo>
                  <a:pt x="7725" y="9318"/>
                </a:lnTo>
                <a:lnTo>
                  <a:pt x="8710" y="7754"/>
                </a:lnTo>
                <a:lnTo>
                  <a:pt x="7765" y="8003"/>
                </a:lnTo>
                <a:lnTo>
                  <a:pt x="6541" y="8328"/>
                </a:lnTo>
                <a:lnTo>
                  <a:pt x="4229" y="8942"/>
                </a:lnTo>
                <a:lnTo>
                  <a:pt x="0" y="10062"/>
                </a:lnTo>
                <a:lnTo>
                  <a:pt x="418" y="8458"/>
                </a:lnTo>
                <a:lnTo>
                  <a:pt x="901" y="6888"/>
                </a:lnTo>
                <a:lnTo>
                  <a:pt x="1498" y="5349"/>
                </a:lnTo>
                <a:lnTo>
                  <a:pt x="2247" y="3828"/>
                </a:lnTo>
                <a:lnTo>
                  <a:pt x="3183" y="2326"/>
                </a:lnTo>
                <a:lnTo>
                  <a:pt x="4355" y="831"/>
                </a:lnTo>
                <a:close/>
              </a:path>
            </a:pathLst>
          </a:custGeom>
          <a:solidFill>
            <a:srgbClr val="6B4E6C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1" name="contour_09199"/>
          <p:cNvSpPr/>
          <p:nvPr/>
        </p:nvSpPr>
        <p:spPr>
          <a:xfrm>
            <a:off x="1380517" y="5705083"/>
            <a:ext cx="72880" cy="30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99"/>
                </a:moveTo>
                <a:lnTo>
                  <a:pt x="3218" y="623"/>
                </a:lnTo>
                <a:lnTo>
                  <a:pt x="5955" y="324"/>
                </a:lnTo>
                <a:lnTo>
                  <a:pt x="8262" y="113"/>
                </a:lnTo>
                <a:lnTo>
                  <a:pt x="10191" y="0"/>
                </a:lnTo>
                <a:lnTo>
                  <a:pt x="11798" y="0"/>
                </a:lnTo>
                <a:lnTo>
                  <a:pt x="13133" y="124"/>
                </a:lnTo>
                <a:lnTo>
                  <a:pt x="14247" y="381"/>
                </a:lnTo>
                <a:lnTo>
                  <a:pt x="15198" y="793"/>
                </a:lnTo>
                <a:lnTo>
                  <a:pt x="16036" y="1365"/>
                </a:lnTo>
                <a:lnTo>
                  <a:pt x="16811" y="2106"/>
                </a:lnTo>
                <a:lnTo>
                  <a:pt x="17580" y="3039"/>
                </a:lnTo>
                <a:lnTo>
                  <a:pt x="18395" y="4167"/>
                </a:lnTo>
                <a:lnTo>
                  <a:pt x="19306" y="5506"/>
                </a:lnTo>
                <a:lnTo>
                  <a:pt x="20425" y="8415"/>
                </a:lnTo>
                <a:lnTo>
                  <a:pt x="21105" y="10707"/>
                </a:lnTo>
                <a:lnTo>
                  <a:pt x="21453" y="13154"/>
                </a:lnTo>
                <a:lnTo>
                  <a:pt x="21583" y="16527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0" y="21600"/>
                </a:lnTo>
                <a:lnTo>
                  <a:pt x="15470" y="21600"/>
                </a:lnTo>
                <a:lnTo>
                  <a:pt x="13923" y="21600"/>
                </a:lnTo>
                <a:lnTo>
                  <a:pt x="12368" y="21600"/>
                </a:lnTo>
                <a:lnTo>
                  <a:pt x="10800" y="21600"/>
                </a:lnTo>
                <a:lnTo>
                  <a:pt x="10800" y="18196"/>
                </a:lnTo>
                <a:lnTo>
                  <a:pt x="10800" y="14771"/>
                </a:lnTo>
                <a:lnTo>
                  <a:pt x="10800" y="11300"/>
                </a:lnTo>
                <a:lnTo>
                  <a:pt x="9463" y="11938"/>
                </a:lnTo>
                <a:lnTo>
                  <a:pt x="8126" y="12577"/>
                </a:lnTo>
                <a:lnTo>
                  <a:pt x="6785" y="13215"/>
                </a:lnTo>
                <a:lnTo>
                  <a:pt x="5441" y="13854"/>
                </a:lnTo>
                <a:lnTo>
                  <a:pt x="4091" y="14498"/>
                </a:lnTo>
                <a:lnTo>
                  <a:pt x="2735" y="15147"/>
                </a:lnTo>
                <a:lnTo>
                  <a:pt x="1372" y="15796"/>
                </a:lnTo>
                <a:lnTo>
                  <a:pt x="0" y="16450"/>
                </a:lnTo>
                <a:lnTo>
                  <a:pt x="0" y="13391"/>
                </a:lnTo>
                <a:lnTo>
                  <a:pt x="0" y="10321"/>
                </a:lnTo>
                <a:lnTo>
                  <a:pt x="0" y="7241"/>
                </a:lnTo>
                <a:lnTo>
                  <a:pt x="0" y="4136"/>
                </a:lnTo>
                <a:lnTo>
                  <a:pt x="0" y="999"/>
                </a:lnTo>
                <a:close/>
              </a:path>
            </a:pathLst>
          </a:custGeom>
          <a:solidFill>
            <a:srgbClr val="917D5A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2" name="contour_09200"/>
          <p:cNvSpPr/>
          <p:nvPr/>
        </p:nvSpPr>
        <p:spPr>
          <a:xfrm>
            <a:off x="5658568" y="5633617"/>
            <a:ext cx="5830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389"/>
                </a:lnTo>
                <a:lnTo>
                  <a:pt x="16713" y="780"/>
                </a:lnTo>
                <a:lnTo>
                  <a:pt x="18328" y="1170"/>
                </a:lnTo>
                <a:lnTo>
                  <a:pt x="19956" y="1565"/>
                </a:lnTo>
                <a:lnTo>
                  <a:pt x="21600" y="1964"/>
                </a:lnTo>
                <a:lnTo>
                  <a:pt x="19815" y="1964"/>
                </a:lnTo>
                <a:lnTo>
                  <a:pt x="18020" y="1964"/>
                </a:lnTo>
                <a:lnTo>
                  <a:pt x="16200" y="1964"/>
                </a:lnTo>
                <a:lnTo>
                  <a:pt x="16000" y="3106"/>
                </a:lnTo>
                <a:lnTo>
                  <a:pt x="15800" y="4265"/>
                </a:lnTo>
                <a:lnTo>
                  <a:pt x="15490" y="5751"/>
                </a:lnTo>
                <a:lnTo>
                  <a:pt x="15155" y="7191"/>
                </a:lnTo>
                <a:lnTo>
                  <a:pt x="14788" y="8587"/>
                </a:lnTo>
                <a:lnTo>
                  <a:pt x="14386" y="9950"/>
                </a:lnTo>
                <a:lnTo>
                  <a:pt x="13937" y="11281"/>
                </a:lnTo>
                <a:lnTo>
                  <a:pt x="13441" y="12591"/>
                </a:lnTo>
                <a:lnTo>
                  <a:pt x="12890" y="13883"/>
                </a:lnTo>
                <a:lnTo>
                  <a:pt x="12277" y="15161"/>
                </a:lnTo>
                <a:lnTo>
                  <a:pt x="11599" y="16436"/>
                </a:lnTo>
                <a:lnTo>
                  <a:pt x="10846" y="17712"/>
                </a:lnTo>
                <a:lnTo>
                  <a:pt x="10017" y="18992"/>
                </a:lnTo>
                <a:lnTo>
                  <a:pt x="9104" y="20286"/>
                </a:lnTo>
                <a:lnTo>
                  <a:pt x="8100" y="21600"/>
                </a:lnTo>
                <a:lnTo>
                  <a:pt x="8000" y="21066"/>
                </a:lnTo>
                <a:lnTo>
                  <a:pt x="7700" y="19452"/>
                </a:lnTo>
                <a:lnTo>
                  <a:pt x="7395" y="18081"/>
                </a:lnTo>
                <a:lnTo>
                  <a:pt x="7088" y="16691"/>
                </a:lnTo>
                <a:lnTo>
                  <a:pt x="6804" y="15320"/>
                </a:lnTo>
                <a:lnTo>
                  <a:pt x="6518" y="13930"/>
                </a:lnTo>
                <a:lnTo>
                  <a:pt x="6240" y="13396"/>
                </a:lnTo>
                <a:lnTo>
                  <a:pt x="5400" y="11782"/>
                </a:lnTo>
                <a:lnTo>
                  <a:pt x="3615" y="11782"/>
                </a:lnTo>
                <a:lnTo>
                  <a:pt x="1820" y="11782"/>
                </a:lnTo>
                <a:lnTo>
                  <a:pt x="0" y="11782"/>
                </a:lnTo>
                <a:lnTo>
                  <a:pt x="0" y="10484"/>
                </a:lnTo>
                <a:lnTo>
                  <a:pt x="0" y="9178"/>
                </a:lnTo>
                <a:lnTo>
                  <a:pt x="0" y="7855"/>
                </a:lnTo>
                <a:lnTo>
                  <a:pt x="1909" y="7855"/>
                </a:lnTo>
                <a:lnTo>
                  <a:pt x="3820" y="7855"/>
                </a:lnTo>
                <a:lnTo>
                  <a:pt x="5738" y="7855"/>
                </a:lnTo>
                <a:lnTo>
                  <a:pt x="7663" y="7855"/>
                </a:lnTo>
                <a:lnTo>
                  <a:pt x="9596" y="7855"/>
                </a:lnTo>
                <a:lnTo>
                  <a:pt x="11540" y="7855"/>
                </a:lnTo>
                <a:lnTo>
                  <a:pt x="13500" y="7855"/>
                </a:lnTo>
                <a:lnTo>
                  <a:pt x="13500" y="6559"/>
                </a:lnTo>
                <a:lnTo>
                  <a:pt x="13500" y="5261"/>
                </a:lnTo>
                <a:lnTo>
                  <a:pt x="13500" y="3957"/>
                </a:lnTo>
                <a:lnTo>
                  <a:pt x="13500" y="2647"/>
                </a:lnTo>
                <a:lnTo>
                  <a:pt x="13500" y="1329"/>
                </a:lnTo>
                <a:lnTo>
                  <a:pt x="13500" y="0"/>
                </a:lnTo>
                <a:close/>
              </a:path>
            </a:pathLst>
          </a:custGeom>
          <a:solidFill>
            <a:srgbClr val="A89C7D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3" name="contour_09201"/>
          <p:cNvSpPr/>
          <p:nvPr/>
        </p:nvSpPr>
        <p:spPr>
          <a:xfrm>
            <a:off x="1621021" y="5668403"/>
            <a:ext cx="102032" cy="45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87"/>
                </a:moveTo>
                <a:lnTo>
                  <a:pt x="994" y="728"/>
                </a:lnTo>
                <a:lnTo>
                  <a:pt x="1987" y="676"/>
                </a:lnTo>
                <a:lnTo>
                  <a:pt x="2979" y="624"/>
                </a:lnTo>
                <a:lnTo>
                  <a:pt x="3973" y="579"/>
                </a:lnTo>
                <a:lnTo>
                  <a:pt x="4966" y="534"/>
                </a:lnTo>
                <a:lnTo>
                  <a:pt x="5959" y="496"/>
                </a:lnTo>
                <a:lnTo>
                  <a:pt x="6952" y="458"/>
                </a:lnTo>
                <a:lnTo>
                  <a:pt x="7946" y="420"/>
                </a:lnTo>
                <a:lnTo>
                  <a:pt x="8939" y="385"/>
                </a:lnTo>
                <a:lnTo>
                  <a:pt x="9933" y="354"/>
                </a:lnTo>
                <a:lnTo>
                  <a:pt x="10877" y="295"/>
                </a:lnTo>
                <a:lnTo>
                  <a:pt x="11828" y="236"/>
                </a:lnTo>
                <a:lnTo>
                  <a:pt x="12792" y="177"/>
                </a:lnTo>
                <a:lnTo>
                  <a:pt x="13193" y="167"/>
                </a:lnTo>
                <a:lnTo>
                  <a:pt x="13901" y="149"/>
                </a:lnTo>
                <a:lnTo>
                  <a:pt x="15520" y="111"/>
                </a:lnTo>
                <a:lnTo>
                  <a:pt x="16353" y="73"/>
                </a:lnTo>
                <a:lnTo>
                  <a:pt x="17191" y="38"/>
                </a:lnTo>
                <a:lnTo>
                  <a:pt x="18041" y="0"/>
                </a:lnTo>
                <a:lnTo>
                  <a:pt x="19042" y="392"/>
                </a:lnTo>
                <a:lnTo>
                  <a:pt x="20057" y="787"/>
                </a:lnTo>
                <a:lnTo>
                  <a:pt x="20674" y="2872"/>
                </a:lnTo>
                <a:lnTo>
                  <a:pt x="21041" y="4287"/>
                </a:lnTo>
                <a:lnTo>
                  <a:pt x="21302" y="5689"/>
                </a:lnTo>
                <a:lnTo>
                  <a:pt x="21600" y="7725"/>
                </a:lnTo>
                <a:lnTo>
                  <a:pt x="20815" y="7565"/>
                </a:lnTo>
                <a:lnTo>
                  <a:pt x="20026" y="7402"/>
                </a:lnTo>
                <a:lnTo>
                  <a:pt x="19226" y="7236"/>
                </a:lnTo>
                <a:lnTo>
                  <a:pt x="17943" y="7087"/>
                </a:lnTo>
                <a:lnTo>
                  <a:pt x="16721" y="7017"/>
                </a:lnTo>
                <a:lnTo>
                  <a:pt x="15554" y="7024"/>
                </a:lnTo>
                <a:lnTo>
                  <a:pt x="14435" y="7114"/>
                </a:lnTo>
                <a:lnTo>
                  <a:pt x="13361" y="7295"/>
                </a:lnTo>
                <a:lnTo>
                  <a:pt x="12326" y="7569"/>
                </a:lnTo>
                <a:lnTo>
                  <a:pt x="11325" y="7940"/>
                </a:lnTo>
                <a:lnTo>
                  <a:pt x="10351" y="8412"/>
                </a:lnTo>
                <a:lnTo>
                  <a:pt x="9402" y="8991"/>
                </a:lnTo>
                <a:lnTo>
                  <a:pt x="8469" y="9681"/>
                </a:lnTo>
                <a:lnTo>
                  <a:pt x="7549" y="10486"/>
                </a:lnTo>
                <a:lnTo>
                  <a:pt x="6636" y="11412"/>
                </a:lnTo>
                <a:lnTo>
                  <a:pt x="5726" y="12460"/>
                </a:lnTo>
                <a:lnTo>
                  <a:pt x="4811" y="13636"/>
                </a:lnTo>
                <a:lnTo>
                  <a:pt x="3888" y="14947"/>
                </a:lnTo>
                <a:lnTo>
                  <a:pt x="2950" y="16393"/>
                </a:lnTo>
                <a:lnTo>
                  <a:pt x="1993" y="17982"/>
                </a:lnTo>
                <a:lnTo>
                  <a:pt x="1012" y="19716"/>
                </a:lnTo>
                <a:lnTo>
                  <a:pt x="0" y="21600"/>
                </a:lnTo>
                <a:lnTo>
                  <a:pt x="272" y="19567"/>
                </a:lnTo>
                <a:lnTo>
                  <a:pt x="543" y="17535"/>
                </a:lnTo>
                <a:lnTo>
                  <a:pt x="813" y="15502"/>
                </a:lnTo>
                <a:lnTo>
                  <a:pt x="1085" y="13469"/>
                </a:lnTo>
                <a:lnTo>
                  <a:pt x="1356" y="11437"/>
                </a:lnTo>
                <a:lnTo>
                  <a:pt x="1396" y="8942"/>
                </a:lnTo>
                <a:lnTo>
                  <a:pt x="1257" y="6847"/>
                </a:lnTo>
                <a:lnTo>
                  <a:pt x="963" y="4940"/>
                </a:lnTo>
                <a:lnTo>
                  <a:pt x="535" y="2990"/>
                </a:lnTo>
                <a:lnTo>
                  <a:pt x="0" y="787"/>
                </a:lnTo>
                <a:close/>
              </a:path>
            </a:pathLst>
          </a:custGeom>
          <a:solidFill>
            <a:srgbClr val="AFA9A8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4" name="contour_09202"/>
          <p:cNvSpPr/>
          <p:nvPr/>
        </p:nvSpPr>
        <p:spPr>
          <a:xfrm>
            <a:off x="3923866" y="5597177"/>
            <a:ext cx="36600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96" y="0"/>
                </a:moveTo>
                <a:lnTo>
                  <a:pt x="6499" y="980"/>
                </a:lnTo>
                <a:lnTo>
                  <a:pt x="8456" y="1936"/>
                </a:lnTo>
                <a:lnTo>
                  <a:pt x="10267" y="2876"/>
                </a:lnTo>
                <a:lnTo>
                  <a:pt x="11944" y="3810"/>
                </a:lnTo>
                <a:lnTo>
                  <a:pt x="13492" y="4745"/>
                </a:lnTo>
                <a:lnTo>
                  <a:pt x="14908" y="5691"/>
                </a:lnTo>
                <a:lnTo>
                  <a:pt x="16198" y="6654"/>
                </a:lnTo>
                <a:lnTo>
                  <a:pt x="17372" y="7645"/>
                </a:lnTo>
                <a:lnTo>
                  <a:pt x="18430" y="8672"/>
                </a:lnTo>
                <a:lnTo>
                  <a:pt x="19376" y="9740"/>
                </a:lnTo>
                <a:lnTo>
                  <a:pt x="20219" y="10861"/>
                </a:lnTo>
                <a:lnTo>
                  <a:pt x="20959" y="12043"/>
                </a:lnTo>
                <a:lnTo>
                  <a:pt x="21600" y="13292"/>
                </a:lnTo>
                <a:lnTo>
                  <a:pt x="19045" y="13292"/>
                </a:lnTo>
                <a:lnTo>
                  <a:pt x="16482" y="13292"/>
                </a:lnTo>
                <a:lnTo>
                  <a:pt x="13910" y="13292"/>
                </a:lnTo>
                <a:lnTo>
                  <a:pt x="11316" y="13292"/>
                </a:lnTo>
                <a:lnTo>
                  <a:pt x="8697" y="13292"/>
                </a:lnTo>
                <a:lnTo>
                  <a:pt x="8697" y="14467"/>
                </a:lnTo>
                <a:lnTo>
                  <a:pt x="8697" y="15643"/>
                </a:lnTo>
                <a:lnTo>
                  <a:pt x="8697" y="16823"/>
                </a:lnTo>
                <a:lnTo>
                  <a:pt x="8697" y="18008"/>
                </a:lnTo>
                <a:lnTo>
                  <a:pt x="8697" y="19197"/>
                </a:lnTo>
                <a:lnTo>
                  <a:pt x="8697" y="20394"/>
                </a:lnTo>
                <a:lnTo>
                  <a:pt x="8697" y="21600"/>
                </a:lnTo>
                <a:lnTo>
                  <a:pt x="6563" y="21600"/>
                </a:lnTo>
                <a:lnTo>
                  <a:pt x="4396" y="21600"/>
                </a:lnTo>
                <a:lnTo>
                  <a:pt x="4082" y="20483"/>
                </a:lnTo>
                <a:lnTo>
                  <a:pt x="3772" y="19369"/>
                </a:lnTo>
                <a:lnTo>
                  <a:pt x="3462" y="18252"/>
                </a:lnTo>
                <a:lnTo>
                  <a:pt x="3161" y="17135"/>
                </a:lnTo>
                <a:lnTo>
                  <a:pt x="2860" y="16019"/>
                </a:lnTo>
                <a:lnTo>
                  <a:pt x="2563" y="14902"/>
                </a:lnTo>
                <a:lnTo>
                  <a:pt x="2271" y="13786"/>
                </a:lnTo>
                <a:lnTo>
                  <a:pt x="1978" y="12669"/>
                </a:lnTo>
                <a:lnTo>
                  <a:pt x="1733" y="11824"/>
                </a:lnTo>
                <a:lnTo>
                  <a:pt x="1492" y="10974"/>
                </a:lnTo>
                <a:lnTo>
                  <a:pt x="1247" y="10112"/>
                </a:lnTo>
                <a:lnTo>
                  <a:pt x="1037" y="9296"/>
                </a:lnTo>
                <a:lnTo>
                  <a:pt x="826" y="8477"/>
                </a:lnTo>
                <a:lnTo>
                  <a:pt x="615" y="7646"/>
                </a:lnTo>
                <a:lnTo>
                  <a:pt x="310" y="6520"/>
                </a:lnTo>
                <a:lnTo>
                  <a:pt x="0" y="5378"/>
                </a:lnTo>
                <a:lnTo>
                  <a:pt x="211" y="4137"/>
                </a:lnTo>
                <a:lnTo>
                  <a:pt x="731" y="3061"/>
                </a:lnTo>
                <a:lnTo>
                  <a:pt x="1583" y="2069"/>
                </a:lnTo>
                <a:lnTo>
                  <a:pt x="2800" y="1075"/>
                </a:lnTo>
                <a:lnTo>
                  <a:pt x="4396" y="0"/>
                </a:lnTo>
                <a:close/>
              </a:path>
            </a:pathLst>
          </a:custGeom>
          <a:solidFill>
            <a:srgbClr val="DDD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5" name="contour_09203"/>
          <p:cNvSpPr/>
          <p:nvPr/>
        </p:nvSpPr>
        <p:spPr>
          <a:xfrm>
            <a:off x="1723053" y="5604465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187" y="0"/>
                </a:lnTo>
                <a:lnTo>
                  <a:pt x="8483" y="0"/>
                </a:lnTo>
                <a:lnTo>
                  <a:pt x="9781" y="0"/>
                </a:lnTo>
                <a:lnTo>
                  <a:pt x="11081" y="0"/>
                </a:lnTo>
                <a:lnTo>
                  <a:pt x="12383" y="0"/>
                </a:lnTo>
                <a:lnTo>
                  <a:pt x="13687" y="0"/>
                </a:lnTo>
                <a:lnTo>
                  <a:pt x="14994" y="0"/>
                </a:lnTo>
                <a:lnTo>
                  <a:pt x="16306" y="0"/>
                </a:lnTo>
                <a:lnTo>
                  <a:pt x="17622" y="0"/>
                </a:lnTo>
                <a:lnTo>
                  <a:pt x="18941" y="0"/>
                </a:lnTo>
                <a:lnTo>
                  <a:pt x="20269" y="0"/>
                </a:lnTo>
                <a:lnTo>
                  <a:pt x="21600" y="0"/>
                </a:lnTo>
                <a:lnTo>
                  <a:pt x="21600" y="2143"/>
                </a:lnTo>
                <a:lnTo>
                  <a:pt x="21600" y="4320"/>
                </a:lnTo>
                <a:lnTo>
                  <a:pt x="20212" y="4320"/>
                </a:lnTo>
                <a:lnTo>
                  <a:pt x="18821" y="4320"/>
                </a:lnTo>
                <a:lnTo>
                  <a:pt x="17427" y="4320"/>
                </a:lnTo>
                <a:lnTo>
                  <a:pt x="16027" y="4320"/>
                </a:lnTo>
                <a:lnTo>
                  <a:pt x="14621" y="4320"/>
                </a:lnTo>
                <a:lnTo>
                  <a:pt x="13207" y="4320"/>
                </a:lnTo>
                <a:lnTo>
                  <a:pt x="11782" y="4320"/>
                </a:lnTo>
                <a:lnTo>
                  <a:pt x="11782" y="7176"/>
                </a:lnTo>
                <a:lnTo>
                  <a:pt x="11782" y="10048"/>
                </a:lnTo>
                <a:lnTo>
                  <a:pt x="11782" y="12960"/>
                </a:lnTo>
                <a:lnTo>
                  <a:pt x="13170" y="12960"/>
                </a:lnTo>
                <a:lnTo>
                  <a:pt x="14560" y="12960"/>
                </a:lnTo>
                <a:lnTo>
                  <a:pt x="15955" y="12960"/>
                </a:lnTo>
                <a:lnTo>
                  <a:pt x="17355" y="12960"/>
                </a:lnTo>
                <a:lnTo>
                  <a:pt x="18761" y="12960"/>
                </a:lnTo>
                <a:lnTo>
                  <a:pt x="20174" y="12960"/>
                </a:lnTo>
                <a:lnTo>
                  <a:pt x="21600" y="12960"/>
                </a:lnTo>
                <a:lnTo>
                  <a:pt x="21600" y="15103"/>
                </a:lnTo>
                <a:lnTo>
                  <a:pt x="21600" y="17280"/>
                </a:lnTo>
                <a:lnTo>
                  <a:pt x="20263" y="17548"/>
                </a:lnTo>
                <a:lnTo>
                  <a:pt x="18927" y="17816"/>
                </a:lnTo>
                <a:lnTo>
                  <a:pt x="17588" y="18084"/>
                </a:lnTo>
                <a:lnTo>
                  <a:pt x="16251" y="18351"/>
                </a:lnTo>
                <a:lnTo>
                  <a:pt x="14912" y="18619"/>
                </a:lnTo>
                <a:lnTo>
                  <a:pt x="13569" y="18887"/>
                </a:lnTo>
                <a:lnTo>
                  <a:pt x="12226" y="19155"/>
                </a:lnTo>
                <a:lnTo>
                  <a:pt x="10881" y="19423"/>
                </a:lnTo>
                <a:lnTo>
                  <a:pt x="9533" y="19695"/>
                </a:lnTo>
                <a:lnTo>
                  <a:pt x="8182" y="19963"/>
                </a:lnTo>
                <a:lnTo>
                  <a:pt x="6828" y="20235"/>
                </a:lnTo>
                <a:lnTo>
                  <a:pt x="5471" y="20507"/>
                </a:lnTo>
                <a:lnTo>
                  <a:pt x="4110" y="20779"/>
                </a:lnTo>
                <a:lnTo>
                  <a:pt x="2745" y="21051"/>
                </a:lnTo>
                <a:lnTo>
                  <a:pt x="1375" y="21324"/>
                </a:lnTo>
                <a:lnTo>
                  <a:pt x="0" y="21600"/>
                </a:lnTo>
                <a:lnTo>
                  <a:pt x="487" y="19462"/>
                </a:lnTo>
                <a:lnTo>
                  <a:pt x="974" y="17315"/>
                </a:lnTo>
                <a:lnTo>
                  <a:pt x="1467" y="15150"/>
                </a:lnTo>
                <a:lnTo>
                  <a:pt x="1964" y="12960"/>
                </a:lnTo>
                <a:lnTo>
                  <a:pt x="3262" y="12960"/>
                </a:lnTo>
                <a:lnTo>
                  <a:pt x="4567" y="12960"/>
                </a:lnTo>
                <a:lnTo>
                  <a:pt x="5891" y="12960"/>
                </a:lnTo>
                <a:lnTo>
                  <a:pt x="5891" y="10394"/>
                </a:lnTo>
                <a:lnTo>
                  <a:pt x="5891" y="7819"/>
                </a:lnTo>
                <a:lnTo>
                  <a:pt x="5891" y="5236"/>
                </a:lnTo>
                <a:lnTo>
                  <a:pt x="5891" y="2631"/>
                </a:lnTo>
                <a:lnTo>
                  <a:pt x="5891" y="0"/>
                </a:lnTo>
                <a:close/>
              </a:path>
            </a:pathLst>
          </a:custGeom>
          <a:solidFill>
            <a:srgbClr val="534F5C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6" name="contour_09204"/>
          <p:cNvSpPr/>
          <p:nvPr/>
        </p:nvSpPr>
        <p:spPr>
          <a:xfrm>
            <a:off x="657344" y="5589889"/>
            <a:ext cx="3810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2" y="0"/>
                </a:moveTo>
                <a:lnTo>
                  <a:pt x="3863" y="0"/>
                </a:lnTo>
                <a:lnTo>
                  <a:pt x="6788" y="0"/>
                </a:lnTo>
                <a:lnTo>
                  <a:pt x="9722" y="0"/>
                </a:lnTo>
                <a:lnTo>
                  <a:pt x="12667" y="0"/>
                </a:lnTo>
                <a:lnTo>
                  <a:pt x="15626" y="0"/>
                </a:lnTo>
                <a:lnTo>
                  <a:pt x="18600" y="0"/>
                </a:lnTo>
                <a:lnTo>
                  <a:pt x="21600" y="0"/>
                </a:lnTo>
                <a:lnTo>
                  <a:pt x="21257" y="1782"/>
                </a:lnTo>
                <a:lnTo>
                  <a:pt x="20918" y="3564"/>
                </a:lnTo>
                <a:lnTo>
                  <a:pt x="20575" y="5349"/>
                </a:lnTo>
                <a:lnTo>
                  <a:pt x="20237" y="7136"/>
                </a:lnTo>
                <a:lnTo>
                  <a:pt x="19894" y="8926"/>
                </a:lnTo>
                <a:lnTo>
                  <a:pt x="19551" y="10719"/>
                </a:lnTo>
                <a:lnTo>
                  <a:pt x="19208" y="12517"/>
                </a:lnTo>
                <a:lnTo>
                  <a:pt x="18861" y="14321"/>
                </a:lnTo>
                <a:lnTo>
                  <a:pt x="18514" y="16130"/>
                </a:lnTo>
                <a:lnTo>
                  <a:pt x="18167" y="17944"/>
                </a:lnTo>
                <a:lnTo>
                  <a:pt x="17820" y="19769"/>
                </a:lnTo>
                <a:lnTo>
                  <a:pt x="17468" y="21600"/>
                </a:lnTo>
                <a:lnTo>
                  <a:pt x="13143" y="20712"/>
                </a:lnTo>
                <a:lnTo>
                  <a:pt x="9953" y="20018"/>
                </a:lnTo>
                <a:lnTo>
                  <a:pt x="7610" y="19427"/>
                </a:lnTo>
                <a:lnTo>
                  <a:pt x="5830" y="18846"/>
                </a:lnTo>
                <a:lnTo>
                  <a:pt x="4313" y="18176"/>
                </a:lnTo>
                <a:lnTo>
                  <a:pt x="2781" y="17326"/>
                </a:lnTo>
                <a:lnTo>
                  <a:pt x="942" y="16200"/>
                </a:lnTo>
                <a:lnTo>
                  <a:pt x="508" y="14380"/>
                </a:lnTo>
                <a:lnTo>
                  <a:pt x="219" y="12577"/>
                </a:lnTo>
                <a:lnTo>
                  <a:pt x="54" y="10787"/>
                </a:lnTo>
                <a:lnTo>
                  <a:pt x="0" y="9002"/>
                </a:lnTo>
                <a:lnTo>
                  <a:pt x="45" y="7220"/>
                </a:lnTo>
                <a:lnTo>
                  <a:pt x="178" y="5435"/>
                </a:lnTo>
                <a:lnTo>
                  <a:pt x="380" y="3640"/>
                </a:lnTo>
                <a:lnTo>
                  <a:pt x="640" y="1831"/>
                </a:lnTo>
                <a:lnTo>
                  <a:pt x="942" y="0"/>
                </a:lnTo>
                <a:close/>
              </a:path>
            </a:pathLst>
          </a:custGeom>
          <a:solidFill>
            <a:srgbClr val="9A8962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7" name="contour_09205"/>
          <p:cNvSpPr/>
          <p:nvPr/>
        </p:nvSpPr>
        <p:spPr>
          <a:xfrm>
            <a:off x="935950" y="5589889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36" y="222"/>
                </a:lnTo>
                <a:lnTo>
                  <a:pt x="8851" y="469"/>
                </a:lnTo>
                <a:lnTo>
                  <a:pt x="10552" y="750"/>
                </a:lnTo>
                <a:lnTo>
                  <a:pt x="12239" y="1080"/>
                </a:lnTo>
                <a:lnTo>
                  <a:pt x="13913" y="1466"/>
                </a:lnTo>
                <a:lnTo>
                  <a:pt x="15582" y="1922"/>
                </a:lnTo>
                <a:lnTo>
                  <a:pt x="17242" y="2459"/>
                </a:lnTo>
                <a:lnTo>
                  <a:pt x="18900" y="3086"/>
                </a:lnTo>
                <a:lnTo>
                  <a:pt x="19975" y="5474"/>
                </a:lnTo>
                <a:lnTo>
                  <a:pt x="20652" y="7150"/>
                </a:lnTo>
                <a:lnTo>
                  <a:pt x="21063" y="8557"/>
                </a:lnTo>
                <a:lnTo>
                  <a:pt x="21335" y="10140"/>
                </a:lnTo>
                <a:lnTo>
                  <a:pt x="21600" y="12343"/>
                </a:lnTo>
                <a:lnTo>
                  <a:pt x="20182" y="12179"/>
                </a:lnTo>
                <a:lnTo>
                  <a:pt x="18741" y="12019"/>
                </a:lnTo>
                <a:lnTo>
                  <a:pt x="16924" y="11905"/>
                </a:lnTo>
                <a:lnTo>
                  <a:pt x="15152" y="11834"/>
                </a:lnTo>
                <a:lnTo>
                  <a:pt x="13406" y="11821"/>
                </a:lnTo>
                <a:lnTo>
                  <a:pt x="11661" y="11889"/>
                </a:lnTo>
                <a:lnTo>
                  <a:pt x="9898" y="12056"/>
                </a:lnTo>
                <a:lnTo>
                  <a:pt x="8100" y="12343"/>
                </a:lnTo>
                <a:lnTo>
                  <a:pt x="7025" y="14639"/>
                </a:lnTo>
                <a:lnTo>
                  <a:pt x="6348" y="16268"/>
                </a:lnTo>
                <a:lnTo>
                  <a:pt x="5937" y="17675"/>
                </a:lnTo>
                <a:lnTo>
                  <a:pt x="5665" y="19304"/>
                </a:lnTo>
                <a:lnTo>
                  <a:pt x="5400" y="21600"/>
                </a:lnTo>
                <a:lnTo>
                  <a:pt x="5400" y="19767"/>
                </a:lnTo>
                <a:lnTo>
                  <a:pt x="5400" y="17928"/>
                </a:lnTo>
                <a:lnTo>
                  <a:pt x="5400" y="16083"/>
                </a:lnTo>
                <a:lnTo>
                  <a:pt x="5400" y="14222"/>
                </a:lnTo>
                <a:lnTo>
                  <a:pt x="5400" y="12343"/>
                </a:lnTo>
                <a:lnTo>
                  <a:pt x="3615" y="12343"/>
                </a:lnTo>
                <a:lnTo>
                  <a:pt x="1820" y="12343"/>
                </a:lnTo>
                <a:lnTo>
                  <a:pt x="0" y="12343"/>
                </a:lnTo>
                <a:lnTo>
                  <a:pt x="0" y="10303"/>
                </a:lnTo>
                <a:lnTo>
                  <a:pt x="0" y="8251"/>
                </a:lnTo>
                <a:lnTo>
                  <a:pt x="0" y="6171"/>
                </a:lnTo>
                <a:lnTo>
                  <a:pt x="1785" y="6171"/>
                </a:lnTo>
                <a:lnTo>
                  <a:pt x="3580" y="6171"/>
                </a:lnTo>
                <a:lnTo>
                  <a:pt x="5400" y="6171"/>
                </a:lnTo>
                <a:lnTo>
                  <a:pt x="5400" y="4132"/>
                </a:lnTo>
                <a:lnTo>
                  <a:pt x="5400" y="2080"/>
                </a:lnTo>
                <a:lnTo>
                  <a:pt x="5400" y="0"/>
                </a:lnTo>
                <a:close/>
              </a:path>
            </a:pathLst>
          </a:custGeom>
          <a:solidFill>
            <a:srgbClr val="6C5A3F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8" name="contour_09206"/>
          <p:cNvSpPr/>
          <p:nvPr/>
        </p:nvSpPr>
        <p:spPr>
          <a:xfrm>
            <a:off x="5716872" y="5575270"/>
            <a:ext cx="37890" cy="656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73" y="14"/>
                </a:moveTo>
                <a:lnTo>
                  <a:pt x="21097" y="3264"/>
                </a:lnTo>
                <a:lnTo>
                  <a:pt x="21351" y="5991"/>
                </a:lnTo>
                <a:lnTo>
                  <a:pt x="21521" y="8262"/>
                </a:lnTo>
                <a:lnTo>
                  <a:pt x="21600" y="10143"/>
                </a:lnTo>
                <a:lnTo>
                  <a:pt x="21567" y="11697"/>
                </a:lnTo>
                <a:lnTo>
                  <a:pt x="21421" y="12995"/>
                </a:lnTo>
                <a:lnTo>
                  <a:pt x="21143" y="14100"/>
                </a:lnTo>
                <a:lnTo>
                  <a:pt x="20723" y="15079"/>
                </a:lnTo>
                <a:lnTo>
                  <a:pt x="20150" y="15997"/>
                </a:lnTo>
                <a:lnTo>
                  <a:pt x="19415" y="16921"/>
                </a:lnTo>
                <a:lnTo>
                  <a:pt x="18501" y="17918"/>
                </a:lnTo>
                <a:lnTo>
                  <a:pt x="17400" y="19053"/>
                </a:lnTo>
                <a:lnTo>
                  <a:pt x="15771" y="19895"/>
                </a:lnTo>
                <a:lnTo>
                  <a:pt x="14126" y="20741"/>
                </a:lnTo>
                <a:lnTo>
                  <a:pt x="12464" y="21600"/>
                </a:lnTo>
                <a:lnTo>
                  <a:pt x="9124" y="21221"/>
                </a:lnTo>
                <a:lnTo>
                  <a:pt x="6805" y="20907"/>
                </a:lnTo>
                <a:lnTo>
                  <a:pt x="4911" y="20542"/>
                </a:lnTo>
                <a:lnTo>
                  <a:pt x="2842" y="20012"/>
                </a:lnTo>
                <a:lnTo>
                  <a:pt x="0" y="19202"/>
                </a:lnTo>
                <a:lnTo>
                  <a:pt x="2746" y="19202"/>
                </a:lnTo>
                <a:lnTo>
                  <a:pt x="5509" y="19202"/>
                </a:lnTo>
                <a:lnTo>
                  <a:pt x="8309" y="19202"/>
                </a:lnTo>
                <a:lnTo>
                  <a:pt x="7915" y="18017"/>
                </a:lnTo>
                <a:lnTo>
                  <a:pt x="7512" y="16822"/>
                </a:lnTo>
                <a:lnTo>
                  <a:pt x="7109" y="15614"/>
                </a:lnTo>
                <a:lnTo>
                  <a:pt x="6647" y="14076"/>
                </a:lnTo>
                <a:lnTo>
                  <a:pt x="6182" y="12527"/>
                </a:lnTo>
                <a:lnTo>
                  <a:pt x="5713" y="10956"/>
                </a:lnTo>
                <a:lnTo>
                  <a:pt x="5231" y="9423"/>
                </a:lnTo>
                <a:lnTo>
                  <a:pt x="4745" y="7881"/>
                </a:lnTo>
                <a:lnTo>
                  <a:pt x="4250" y="6320"/>
                </a:lnTo>
                <a:lnTo>
                  <a:pt x="4221" y="5029"/>
                </a:lnTo>
                <a:lnTo>
                  <a:pt x="4188" y="3730"/>
                </a:lnTo>
                <a:lnTo>
                  <a:pt x="4155" y="2413"/>
                </a:lnTo>
                <a:lnTo>
                  <a:pt x="6818" y="1276"/>
                </a:lnTo>
                <a:lnTo>
                  <a:pt x="9290" y="564"/>
                </a:lnTo>
                <a:lnTo>
                  <a:pt x="11741" y="177"/>
                </a:lnTo>
                <a:lnTo>
                  <a:pt x="14358" y="22"/>
                </a:lnTo>
                <a:lnTo>
                  <a:pt x="17308" y="0"/>
                </a:lnTo>
                <a:lnTo>
                  <a:pt x="20773" y="14"/>
                </a:lnTo>
                <a:close/>
              </a:path>
            </a:pathLst>
          </a:custGeom>
          <a:solidFill>
            <a:srgbClr val="494A47"/>
          </a:solidFill>
          <a:ln>
            <a:noFill/>
          </a:ln>
        </p:spPr>
        <p:txBody>
          <a:bodyPr/>
          <a:lstStyle/>
          <a:p/>
        </p:txBody>
      </p:sp>
      <p:sp>
        <p:nvSpPr>
          <p:cNvPr id="9209" name="contour_09207"/>
          <p:cNvSpPr/>
          <p:nvPr/>
        </p:nvSpPr>
        <p:spPr>
          <a:xfrm>
            <a:off x="5577402" y="5575313"/>
            <a:ext cx="59302" cy="431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4" y="0"/>
                </a:moveTo>
                <a:lnTo>
                  <a:pt x="1874" y="519"/>
                </a:lnTo>
                <a:lnTo>
                  <a:pt x="3385" y="1041"/>
                </a:lnTo>
                <a:lnTo>
                  <a:pt x="4895" y="1567"/>
                </a:lnTo>
                <a:lnTo>
                  <a:pt x="6405" y="2092"/>
                </a:lnTo>
                <a:lnTo>
                  <a:pt x="7913" y="2626"/>
                </a:lnTo>
                <a:lnTo>
                  <a:pt x="9440" y="3122"/>
                </a:lnTo>
                <a:lnTo>
                  <a:pt x="10974" y="3593"/>
                </a:lnTo>
                <a:lnTo>
                  <a:pt x="12511" y="4035"/>
                </a:lnTo>
                <a:lnTo>
                  <a:pt x="14050" y="4451"/>
                </a:lnTo>
                <a:lnTo>
                  <a:pt x="15505" y="4857"/>
                </a:lnTo>
                <a:lnTo>
                  <a:pt x="16625" y="5211"/>
                </a:lnTo>
                <a:lnTo>
                  <a:pt x="17772" y="5642"/>
                </a:lnTo>
                <a:lnTo>
                  <a:pt x="19309" y="6296"/>
                </a:lnTo>
                <a:lnTo>
                  <a:pt x="21600" y="7303"/>
                </a:lnTo>
                <a:lnTo>
                  <a:pt x="21600" y="9717"/>
                </a:lnTo>
                <a:lnTo>
                  <a:pt x="21600" y="12146"/>
                </a:lnTo>
                <a:lnTo>
                  <a:pt x="21600" y="14607"/>
                </a:lnTo>
                <a:lnTo>
                  <a:pt x="19957" y="15874"/>
                </a:lnTo>
                <a:lnTo>
                  <a:pt x="18738" y="16747"/>
                </a:lnTo>
                <a:lnTo>
                  <a:pt x="17578" y="17441"/>
                </a:lnTo>
                <a:lnTo>
                  <a:pt x="16110" y="18175"/>
                </a:lnTo>
                <a:lnTo>
                  <a:pt x="13968" y="19172"/>
                </a:lnTo>
                <a:lnTo>
                  <a:pt x="12551" y="19869"/>
                </a:lnTo>
                <a:lnTo>
                  <a:pt x="11123" y="20570"/>
                </a:lnTo>
                <a:lnTo>
                  <a:pt x="9676" y="21282"/>
                </a:lnTo>
                <a:lnTo>
                  <a:pt x="7313" y="21600"/>
                </a:lnTo>
                <a:lnTo>
                  <a:pt x="5779" y="21458"/>
                </a:lnTo>
                <a:lnTo>
                  <a:pt x="4404" y="20636"/>
                </a:lnTo>
                <a:lnTo>
                  <a:pt x="2519" y="18916"/>
                </a:lnTo>
                <a:lnTo>
                  <a:pt x="1455" y="16517"/>
                </a:lnTo>
                <a:lnTo>
                  <a:pt x="722" y="14264"/>
                </a:lnTo>
                <a:lnTo>
                  <a:pt x="273" y="12091"/>
                </a:lnTo>
                <a:lnTo>
                  <a:pt x="48" y="9929"/>
                </a:lnTo>
                <a:lnTo>
                  <a:pt x="0" y="7709"/>
                </a:lnTo>
                <a:lnTo>
                  <a:pt x="72" y="5357"/>
                </a:lnTo>
                <a:lnTo>
                  <a:pt x="210" y="2812"/>
                </a:lnTo>
                <a:lnTo>
                  <a:pt x="364" y="0"/>
                </a:lnTo>
                <a:close/>
              </a:path>
            </a:pathLst>
          </a:custGeom>
          <a:solidFill>
            <a:srgbClr val="262422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0" name="contour_09208"/>
          <p:cNvSpPr/>
          <p:nvPr/>
        </p:nvSpPr>
        <p:spPr>
          <a:xfrm>
            <a:off x="505958" y="5589241"/>
            <a:ext cx="58304" cy="370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15"/>
                </a:moveTo>
                <a:lnTo>
                  <a:pt x="15296" y="153"/>
                </a:lnTo>
                <a:lnTo>
                  <a:pt x="16762" y="191"/>
                </a:lnTo>
                <a:lnTo>
                  <a:pt x="18247" y="229"/>
                </a:lnTo>
                <a:lnTo>
                  <a:pt x="19081" y="263"/>
                </a:lnTo>
                <a:lnTo>
                  <a:pt x="21600" y="378"/>
                </a:lnTo>
                <a:lnTo>
                  <a:pt x="21179" y="3383"/>
                </a:lnTo>
                <a:lnTo>
                  <a:pt x="20828" y="5547"/>
                </a:lnTo>
                <a:lnTo>
                  <a:pt x="20417" y="7483"/>
                </a:lnTo>
                <a:lnTo>
                  <a:pt x="19818" y="9800"/>
                </a:lnTo>
                <a:lnTo>
                  <a:pt x="18900" y="13111"/>
                </a:lnTo>
                <a:lnTo>
                  <a:pt x="17007" y="14639"/>
                </a:lnTo>
                <a:lnTo>
                  <a:pt x="15630" y="15666"/>
                </a:lnTo>
                <a:lnTo>
                  <a:pt x="14372" y="16430"/>
                </a:lnTo>
                <a:lnTo>
                  <a:pt x="12838" y="17182"/>
                </a:lnTo>
                <a:lnTo>
                  <a:pt x="10630" y="18154"/>
                </a:lnTo>
                <a:lnTo>
                  <a:pt x="9974" y="18451"/>
                </a:lnTo>
                <a:lnTo>
                  <a:pt x="8810" y="18977"/>
                </a:lnTo>
                <a:lnTo>
                  <a:pt x="6148" y="20191"/>
                </a:lnTo>
                <a:lnTo>
                  <a:pt x="5292" y="20539"/>
                </a:lnTo>
                <a:lnTo>
                  <a:pt x="2700" y="21600"/>
                </a:lnTo>
                <a:lnTo>
                  <a:pt x="2117" y="18871"/>
                </a:lnTo>
                <a:lnTo>
                  <a:pt x="1555" y="16129"/>
                </a:lnTo>
                <a:lnTo>
                  <a:pt x="1012" y="13374"/>
                </a:lnTo>
                <a:lnTo>
                  <a:pt x="543" y="11082"/>
                </a:lnTo>
                <a:lnTo>
                  <a:pt x="62" y="8748"/>
                </a:lnTo>
                <a:lnTo>
                  <a:pt x="32" y="6702"/>
                </a:lnTo>
                <a:lnTo>
                  <a:pt x="0" y="4622"/>
                </a:lnTo>
                <a:lnTo>
                  <a:pt x="1588" y="2903"/>
                </a:lnTo>
                <a:lnTo>
                  <a:pt x="3208" y="1660"/>
                </a:lnTo>
                <a:lnTo>
                  <a:pt x="4857" y="823"/>
                </a:lnTo>
                <a:lnTo>
                  <a:pt x="6550" y="318"/>
                </a:lnTo>
                <a:lnTo>
                  <a:pt x="8289" y="68"/>
                </a:lnTo>
                <a:lnTo>
                  <a:pt x="10079" y="0"/>
                </a:lnTo>
                <a:lnTo>
                  <a:pt x="11926" y="38"/>
                </a:lnTo>
                <a:lnTo>
                  <a:pt x="13838" y="115"/>
                </a:lnTo>
                <a:close/>
              </a:path>
            </a:pathLst>
          </a:custGeom>
          <a:solidFill>
            <a:srgbClr val="24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1" name="contour_09209"/>
          <p:cNvSpPr/>
          <p:nvPr/>
        </p:nvSpPr>
        <p:spPr>
          <a:xfrm>
            <a:off x="5439928" y="5575313"/>
            <a:ext cx="43728" cy="453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608" y="389"/>
                </a:lnTo>
                <a:lnTo>
                  <a:pt x="5551" y="754"/>
                </a:lnTo>
                <a:lnTo>
                  <a:pt x="6638" y="1170"/>
                </a:lnTo>
                <a:lnTo>
                  <a:pt x="8078" y="1726"/>
                </a:lnTo>
                <a:lnTo>
                  <a:pt x="10084" y="2500"/>
                </a:lnTo>
                <a:lnTo>
                  <a:pt x="12863" y="3573"/>
                </a:lnTo>
                <a:lnTo>
                  <a:pt x="16632" y="5028"/>
                </a:lnTo>
                <a:lnTo>
                  <a:pt x="21600" y="6945"/>
                </a:lnTo>
                <a:lnTo>
                  <a:pt x="20182" y="10581"/>
                </a:lnTo>
                <a:lnTo>
                  <a:pt x="19102" y="13262"/>
                </a:lnTo>
                <a:lnTo>
                  <a:pt x="18238" y="15231"/>
                </a:lnTo>
                <a:lnTo>
                  <a:pt x="17460" y="16728"/>
                </a:lnTo>
                <a:lnTo>
                  <a:pt x="16646" y="18002"/>
                </a:lnTo>
                <a:lnTo>
                  <a:pt x="15667" y="19291"/>
                </a:lnTo>
                <a:lnTo>
                  <a:pt x="14400" y="20836"/>
                </a:lnTo>
                <a:lnTo>
                  <a:pt x="11884" y="21346"/>
                </a:lnTo>
                <a:lnTo>
                  <a:pt x="9547" y="21583"/>
                </a:lnTo>
                <a:lnTo>
                  <a:pt x="7290" y="21600"/>
                </a:lnTo>
                <a:lnTo>
                  <a:pt x="5015" y="21447"/>
                </a:lnTo>
                <a:lnTo>
                  <a:pt x="2621" y="21176"/>
                </a:lnTo>
                <a:lnTo>
                  <a:pt x="0" y="20836"/>
                </a:lnTo>
                <a:lnTo>
                  <a:pt x="396" y="18544"/>
                </a:lnTo>
                <a:lnTo>
                  <a:pt x="792" y="16249"/>
                </a:lnTo>
                <a:lnTo>
                  <a:pt x="1188" y="13953"/>
                </a:lnTo>
                <a:lnTo>
                  <a:pt x="1588" y="11651"/>
                </a:lnTo>
                <a:lnTo>
                  <a:pt x="1987" y="9341"/>
                </a:lnTo>
                <a:lnTo>
                  <a:pt x="2387" y="7022"/>
                </a:lnTo>
                <a:lnTo>
                  <a:pt x="2790" y="4695"/>
                </a:lnTo>
                <a:lnTo>
                  <a:pt x="3193" y="2354"/>
                </a:lnTo>
                <a:lnTo>
                  <a:pt x="3600" y="0"/>
                </a:lnTo>
                <a:close/>
              </a:path>
            </a:pathLst>
          </a:custGeom>
          <a:solidFill>
            <a:srgbClr val="545452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2" name="contour_09210"/>
          <p:cNvSpPr/>
          <p:nvPr/>
        </p:nvSpPr>
        <p:spPr>
          <a:xfrm>
            <a:off x="10461355" y="5569068"/>
            <a:ext cx="58304" cy="432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17"/>
                </a:moveTo>
                <a:lnTo>
                  <a:pt x="20971" y="4882"/>
                </a:lnTo>
                <a:lnTo>
                  <a:pt x="20339" y="6646"/>
                </a:lnTo>
                <a:lnTo>
                  <a:pt x="19705" y="8406"/>
                </a:lnTo>
                <a:lnTo>
                  <a:pt x="19067" y="10167"/>
                </a:lnTo>
                <a:lnTo>
                  <a:pt x="18360" y="12131"/>
                </a:lnTo>
                <a:lnTo>
                  <a:pt x="17645" y="14128"/>
                </a:lnTo>
                <a:lnTo>
                  <a:pt x="16767" y="16231"/>
                </a:lnTo>
                <a:lnTo>
                  <a:pt x="16043" y="17679"/>
                </a:lnTo>
                <a:lnTo>
                  <a:pt x="15082" y="19148"/>
                </a:lnTo>
                <a:lnTo>
                  <a:pt x="13500" y="21305"/>
                </a:lnTo>
                <a:lnTo>
                  <a:pt x="11583" y="21509"/>
                </a:lnTo>
                <a:lnTo>
                  <a:pt x="10222" y="21600"/>
                </a:lnTo>
                <a:lnTo>
                  <a:pt x="8772" y="21600"/>
                </a:lnTo>
                <a:lnTo>
                  <a:pt x="6583" y="21531"/>
                </a:lnTo>
                <a:lnTo>
                  <a:pt x="5657" y="21509"/>
                </a:lnTo>
                <a:lnTo>
                  <a:pt x="2859" y="21433"/>
                </a:lnTo>
                <a:lnTo>
                  <a:pt x="1439" y="21371"/>
                </a:lnTo>
                <a:lnTo>
                  <a:pt x="0" y="21305"/>
                </a:lnTo>
                <a:lnTo>
                  <a:pt x="0" y="18901"/>
                </a:lnTo>
                <a:lnTo>
                  <a:pt x="0" y="16482"/>
                </a:lnTo>
                <a:lnTo>
                  <a:pt x="0" y="14030"/>
                </a:lnTo>
                <a:lnTo>
                  <a:pt x="1604" y="14030"/>
                </a:lnTo>
                <a:lnTo>
                  <a:pt x="3213" y="14030"/>
                </a:lnTo>
                <a:lnTo>
                  <a:pt x="4828" y="14030"/>
                </a:lnTo>
                <a:lnTo>
                  <a:pt x="6456" y="14030"/>
                </a:lnTo>
                <a:lnTo>
                  <a:pt x="8100" y="14030"/>
                </a:lnTo>
                <a:lnTo>
                  <a:pt x="7989" y="12302"/>
                </a:lnTo>
                <a:lnTo>
                  <a:pt x="7876" y="10564"/>
                </a:lnTo>
                <a:lnTo>
                  <a:pt x="7762" y="8799"/>
                </a:lnTo>
                <a:lnTo>
                  <a:pt x="7992" y="5471"/>
                </a:lnTo>
                <a:lnTo>
                  <a:pt x="8332" y="3485"/>
                </a:lnTo>
                <a:lnTo>
                  <a:pt x="9021" y="2055"/>
                </a:lnTo>
                <a:lnTo>
                  <a:pt x="10292" y="389"/>
                </a:lnTo>
                <a:lnTo>
                  <a:pt x="12374" y="0"/>
                </a:lnTo>
                <a:lnTo>
                  <a:pt x="14270" y="40"/>
                </a:lnTo>
                <a:lnTo>
                  <a:pt x="16062" y="440"/>
                </a:lnTo>
                <a:lnTo>
                  <a:pt x="17828" y="1131"/>
                </a:lnTo>
                <a:lnTo>
                  <a:pt x="19648" y="2044"/>
                </a:lnTo>
                <a:lnTo>
                  <a:pt x="21600" y="3117"/>
                </a:lnTo>
                <a:close/>
              </a:path>
            </a:pathLst>
          </a:custGeom>
          <a:solidFill>
            <a:srgbClr val="E5E7E8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3" name="contour_09211"/>
          <p:cNvSpPr/>
          <p:nvPr/>
        </p:nvSpPr>
        <p:spPr>
          <a:xfrm>
            <a:off x="9863739" y="5517010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0"/>
                </a:lnTo>
                <a:lnTo>
                  <a:pt x="14367" y="0"/>
                </a:lnTo>
                <a:lnTo>
                  <a:pt x="16159" y="0"/>
                </a:lnTo>
                <a:lnTo>
                  <a:pt x="17960" y="0"/>
                </a:lnTo>
                <a:lnTo>
                  <a:pt x="19772" y="0"/>
                </a:lnTo>
                <a:lnTo>
                  <a:pt x="21600" y="0"/>
                </a:lnTo>
                <a:lnTo>
                  <a:pt x="21092" y="2296"/>
                </a:lnTo>
                <a:lnTo>
                  <a:pt x="20698" y="3925"/>
                </a:lnTo>
                <a:lnTo>
                  <a:pt x="20288" y="5332"/>
                </a:lnTo>
                <a:lnTo>
                  <a:pt x="19732" y="6961"/>
                </a:lnTo>
                <a:lnTo>
                  <a:pt x="18900" y="9257"/>
                </a:lnTo>
                <a:lnTo>
                  <a:pt x="17115" y="9257"/>
                </a:lnTo>
                <a:lnTo>
                  <a:pt x="15320" y="9257"/>
                </a:lnTo>
                <a:lnTo>
                  <a:pt x="13500" y="9257"/>
                </a:lnTo>
                <a:lnTo>
                  <a:pt x="12693" y="11284"/>
                </a:lnTo>
                <a:lnTo>
                  <a:pt x="12255" y="12886"/>
                </a:lnTo>
                <a:lnTo>
                  <a:pt x="11812" y="15429"/>
                </a:lnTo>
                <a:lnTo>
                  <a:pt x="11507" y="17150"/>
                </a:lnTo>
                <a:lnTo>
                  <a:pt x="11200" y="18900"/>
                </a:lnTo>
                <a:lnTo>
                  <a:pt x="11000" y="20239"/>
                </a:lnTo>
                <a:lnTo>
                  <a:pt x="10800" y="21600"/>
                </a:lnTo>
                <a:lnTo>
                  <a:pt x="9445" y="20940"/>
                </a:lnTo>
                <a:lnTo>
                  <a:pt x="8092" y="20270"/>
                </a:lnTo>
                <a:lnTo>
                  <a:pt x="6745" y="19588"/>
                </a:lnTo>
                <a:lnTo>
                  <a:pt x="5400" y="18900"/>
                </a:lnTo>
                <a:lnTo>
                  <a:pt x="3893" y="18147"/>
                </a:lnTo>
                <a:lnTo>
                  <a:pt x="2362" y="17382"/>
                </a:lnTo>
                <a:lnTo>
                  <a:pt x="1188" y="16413"/>
                </a:lnTo>
                <a:lnTo>
                  <a:pt x="0" y="15429"/>
                </a:lnTo>
                <a:lnTo>
                  <a:pt x="0" y="13389"/>
                </a:lnTo>
                <a:lnTo>
                  <a:pt x="0" y="11337"/>
                </a:lnTo>
                <a:lnTo>
                  <a:pt x="0" y="9257"/>
                </a:lnTo>
                <a:lnTo>
                  <a:pt x="1782" y="9257"/>
                </a:lnTo>
                <a:lnTo>
                  <a:pt x="3567" y="9257"/>
                </a:lnTo>
                <a:lnTo>
                  <a:pt x="5359" y="9257"/>
                </a:lnTo>
                <a:lnTo>
                  <a:pt x="7160" y="9257"/>
                </a:lnTo>
                <a:lnTo>
                  <a:pt x="8972" y="9257"/>
                </a:lnTo>
                <a:lnTo>
                  <a:pt x="10800" y="9257"/>
                </a:lnTo>
                <a:lnTo>
                  <a:pt x="10800" y="7424"/>
                </a:lnTo>
                <a:lnTo>
                  <a:pt x="10800" y="5585"/>
                </a:lnTo>
                <a:lnTo>
                  <a:pt x="10800" y="3740"/>
                </a:lnTo>
                <a:lnTo>
                  <a:pt x="10800" y="1879"/>
                </a:lnTo>
                <a:lnTo>
                  <a:pt x="10800" y="0"/>
                </a:lnTo>
                <a:close/>
              </a:path>
            </a:pathLst>
          </a:custGeom>
          <a:solidFill>
            <a:srgbClr val="F3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4" name="contour_09212"/>
          <p:cNvSpPr/>
          <p:nvPr/>
        </p:nvSpPr>
        <p:spPr>
          <a:xfrm>
            <a:off x="5133833" y="5546162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0"/>
                </a:lnTo>
                <a:lnTo>
                  <a:pt x="7162" y="0"/>
                </a:lnTo>
                <a:lnTo>
                  <a:pt x="9202" y="0"/>
                </a:lnTo>
                <a:lnTo>
                  <a:pt x="11247" y="0"/>
                </a:lnTo>
                <a:lnTo>
                  <a:pt x="13299" y="0"/>
                </a:lnTo>
                <a:lnTo>
                  <a:pt x="15361" y="0"/>
                </a:lnTo>
                <a:lnTo>
                  <a:pt x="17428" y="0"/>
                </a:lnTo>
                <a:lnTo>
                  <a:pt x="19508" y="0"/>
                </a:lnTo>
                <a:lnTo>
                  <a:pt x="21600" y="0"/>
                </a:lnTo>
                <a:lnTo>
                  <a:pt x="19767" y="535"/>
                </a:lnTo>
                <a:lnTo>
                  <a:pt x="17928" y="1072"/>
                </a:lnTo>
                <a:lnTo>
                  <a:pt x="16083" y="1609"/>
                </a:lnTo>
                <a:lnTo>
                  <a:pt x="14222" y="2152"/>
                </a:lnTo>
                <a:lnTo>
                  <a:pt x="12343" y="2700"/>
                </a:lnTo>
                <a:lnTo>
                  <a:pt x="12682" y="4482"/>
                </a:lnTo>
                <a:lnTo>
                  <a:pt x="13022" y="6267"/>
                </a:lnTo>
                <a:lnTo>
                  <a:pt x="13361" y="8051"/>
                </a:lnTo>
                <a:lnTo>
                  <a:pt x="13704" y="9841"/>
                </a:lnTo>
                <a:lnTo>
                  <a:pt x="14046" y="11637"/>
                </a:lnTo>
                <a:lnTo>
                  <a:pt x="14389" y="13441"/>
                </a:lnTo>
                <a:lnTo>
                  <a:pt x="14734" y="15250"/>
                </a:lnTo>
                <a:lnTo>
                  <a:pt x="15080" y="17069"/>
                </a:lnTo>
                <a:lnTo>
                  <a:pt x="15429" y="18900"/>
                </a:lnTo>
                <a:lnTo>
                  <a:pt x="13596" y="19435"/>
                </a:lnTo>
                <a:lnTo>
                  <a:pt x="11757" y="19972"/>
                </a:lnTo>
                <a:lnTo>
                  <a:pt x="9911" y="20509"/>
                </a:lnTo>
                <a:lnTo>
                  <a:pt x="8051" y="21052"/>
                </a:lnTo>
                <a:lnTo>
                  <a:pt x="6171" y="21600"/>
                </a:lnTo>
                <a:lnTo>
                  <a:pt x="5298" y="20072"/>
                </a:lnTo>
                <a:lnTo>
                  <a:pt x="4425" y="18544"/>
                </a:lnTo>
                <a:lnTo>
                  <a:pt x="3549" y="17010"/>
                </a:lnTo>
                <a:lnTo>
                  <a:pt x="2669" y="15471"/>
                </a:lnTo>
                <a:lnTo>
                  <a:pt x="1784" y="13924"/>
                </a:lnTo>
                <a:lnTo>
                  <a:pt x="895" y="12369"/>
                </a:lnTo>
                <a:lnTo>
                  <a:pt x="0" y="10800"/>
                </a:lnTo>
                <a:lnTo>
                  <a:pt x="1527" y="10130"/>
                </a:lnTo>
                <a:lnTo>
                  <a:pt x="3061" y="9461"/>
                </a:lnTo>
                <a:lnTo>
                  <a:pt x="4607" y="8783"/>
                </a:lnTo>
                <a:lnTo>
                  <a:pt x="6171" y="8100"/>
                </a:lnTo>
                <a:lnTo>
                  <a:pt x="5560" y="6496"/>
                </a:lnTo>
                <a:lnTo>
                  <a:pt x="4946" y="4887"/>
                </a:lnTo>
                <a:lnTo>
                  <a:pt x="4332" y="3272"/>
                </a:lnTo>
                <a:lnTo>
                  <a:pt x="3712" y="1644"/>
                </a:lnTo>
                <a:lnTo>
                  <a:pt x="3086" y="0"/>
                </a:lnTo>
                <a:close/>
              </a:path>
            </a:pathLst>
          </a:custGeom>
          <a:solidFill>
            <a:srgbClr val="AE8AC3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5" name="contour_09213"/>
          <p:cNvSpPr/>
          <p:nvPr/>
        </p:nvSpPr>
        <p:spPr>
          <a:xfrm>
            <a:off x="1679325" y="5538874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297"/>
                </a:lnTo>
                <a:lnTo>
                  <a:pt x="3715" y="616"/>
                </a:lnTo>
                <a:lnTo>
                  <a:pt x="5573" y="956"/>
                </a:lnTo>
                <a:lnTo>
                  <a:pt x="7428" y="1312"/>
                </a:lnTo>
                <a:lnTo>
                  <a:pt x="9283" y="1685"/>
                </a:lnTo>
                <a:lnTo>
                  <a:pt x="11008" y="2003"/>
                </a:lnTo>
                <a:lnTo>
                  <a:pt x="12744" y="2317"/>
                </a:lnTo>
                <a:lnTo>
                  <a:pt x="14502" y="2635"/>
                </a:lnTo>
                <a:lnTo>
                  <a:pt x="15954" y="3548"/>
                </a:lnTo>
                <a:lnTo>
                  <a:pt x="17418" y="4466"/>
                </a:lnTo>
                <a:lnTo>
                  <a:pt x="18900" y="5400"/>
                </a:lnTo>
                <a:lnTo>
                  <a:pt x="19435" y="8608"/>
                </a:lnTo>
                <a:lnTo>
                  <a:pt x="19972" y="11826"/>
                </a:lnTo>
                <a:lnTo>
                  <a:pt x="20509" y="15055"/>
                </a:lnTo>
                <a:lnTo>
                  <a:pt x="21052" y="1831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46C50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6" name="contour_09214"/>
          <p:cNvSpPr/>
          <p:nvPr/>
        </p:nvSpPr>
        <p:spPr>
          <a:xfrm>
            <a:off x="11779825" y="5473282"/>
            <a:ext cx="2980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56" y="0"/>
                </a:moveTo>
                <a:lnTo>
                  <a:pt x="8492" y="810"/>
                </a:lnTo>
                <a:lnTo>
                  <a:pt x="11069" y="1626"/>
                </a:lnTo>
                <a:lnTo>
                  <a:pt x="13483" y="2456"/>
                </a:lnTo>
                <a:lnTo>
                  <a:pt x="15738" y="3316"/>
                </a:lnTo>
                <a:lnTo>
                  <a:pt x="17840" y="4214"/>
                </a:lnTo>
                <a:lnTo>
                  <a:pt x="19794" y="5161"/>
                </a:lnTo>
                <a:lnTo>
                  <a:pt x="21600" y="6171"/>
                </a:lnTo>
                <a:lnTo>
                  <a:pt x="21415" y="7245"/>
                </a:lnTo>
                <a:lnTo>
                  <a:pt x="20993" y="8285"/>
                </a:lnTo>
                <a:lnTo>
                  <a:pt x="20354" y="9299"/>
                </a:lnTo>
                <a:lnTo>
                  <a:pt x="19535" y="10295"/>
                </a:lnTo>
                <a:lnTo>
                  <a:pt x="18558" y="11283"/>
                </a:lnTo>
                <a:lnTo>
                  <a:pt x="17460" y="12269"/>
                </a:lnTo>
                <a:lnTo>
                  <a:pt x="16261" y="13262"/>
                </a:lnTo>
                <a:lnTo>
                  <a:pt x="14999" y="14271"/>
                </a:lnTo>
                <a:lnTo>
                  <a:pt x="14650" y="14586"/>
                </a:lnTo>
                <a:lnTo>
                  <a:pt x="14037" y="15143"/>
                </a:lnTo>
                <a:lnTo>
                  <a:pt x="12627" y="16418"/>
                </a:lnTo>
                <a:lnTo>
                  <a:pt x="10832" y="17971"/>
                </a:lnTo>
                <a:lnTo>
                  <a:pt x="9554" y="19056"/>
                </a:lnTo>
                <a:lnTo>
                  <a:pt x="8598" y="19818"/>
                </a:lnTo>
                <a:lnTo>
                  <a:pt x="7774" y="20400"/>
                </a:lnTo>
                <a:lnTo>
                  <a:pt x="6887" y="20946"/>
                </a:lnTo>
                <a:lnTo>
                  <a:pt x="5756" y="21600"/>
                </a:lnTo>
                <a:lnTo>
                  <a:pt x="3137" y="21600"/>
                </a:lnTo>
                <a:lnTo>
                  <a:pt x="475" y="21600"/>
                </a:lnTo>
                <a:lnTo>
                  <a:pt x="422" y="20576"/>
                </a:lnTo>
                <a:lnTo>
                  <a:pt x="370" y="19551"/>
                </a:lnTo>
                <a:lnTo>
                  <a:pt x="327" y="18527"/>
                </a:lnTo>
                <a:lnTo>
                  <a:pt x="285" y="17502"/>
                </a:lnTo>
                <a:lnTo>
                  <a:pt x="248" y="16478"/>
                </a:lnTo>
                <a:lnTo>
                  <a:pt x="211" y="15453"/>
                </a:lnTo>
                <a:lnTo>
                  <a:pt x="180" y="14429"/>
                </a:lnTo>
                <a:lnTo>
                  <a:pt x="148" y="13404"/>
                </a:lnTo>
                <a:lnTo>
                  <a:pt x="100" y="12631"/>
                </a:lnTo>
                <a:lnTo>
                  <a:pt x="58" y="11855"/>
                </a:lnTo>
                <a:lnTo>
                  <a:pt x="11" y="11068"/>
                </a:lnTo>
                <a:lnTo>
                  <a:pt x="0" y="9993"/>
                </a:lnTo>
                <a:lnTo>
                  <a:pt x="26" y="8945"/>
                </a:lnTo>
                <a:lnTo>
                  <a:pt x="121" y="7923"/>
                </a:lnTo>
                <a:lnTo>
                  <a:pt x="296" y="6918"/>
                </a:lnTo>
                <a:lnTo>
                  <a:pt x="581" y="5928"/>
                </a:lnTo>
                <a:lnTo>
                  <a:pt x="993" y="4946"/>
                </a:lnTo>
                <a:lnTo>
                  <a:pt x="1553" y="3968"/>
                </a:lnTo>
                <a:lnTo>
                  <a:pt x="2292" y="2990"/>
                </a:lnTo>
                <a:lnTo>
                  <a:pt x="3222" y="2006"/>
                </a:lnTo>
                <a:lnTo>
                  <a:pt x="4368" y="1011"/>
                </a:lnTo>
                <a:lnTo>
                  <a:pt x="5756" y="0"/>
                </a:lnTo>
                <a:close/>
              </a:path>
            </a:pathLst>
          </a:custGeom>
          <a:solidFill>
            <a:srgbClr val="C4D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7" name="contour_09215"/>
          <p:cNvSpPr/>
          <p:nvPr/>
        </p:nvSpPr>
        <p:spPr>
          <a:xfrm>
            <a:off x="7495142" y="5524298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55" y="82"/>
                </a:lnTo>
                <a:lnTo>
                  <a:pt x="6391" y="259"/>
                </a:lnTo>
                <a:lnTo>
                  <a:pt x="8208" y="536"/>
                </a:lnTo>
                <a:lnTo>
                  <a:pt x="10012" y="912"/>
                </a:lnTo>
                <a:lnTo>
                  <a:pt x="11802" y="1387"/>
                </a:lnTo>
                <a:lnTo>
                  <a:pt x="13584" y="1961"/>
                </a:lnTo>
                <a:lnTo>
                  <a:pt x="15360" y="2644"/>
                </a:lnTo>
                <a:lnTo>
                  <a:pt x="17132" y="3426"/>
                </a:lnTo>
                <a:lnTo>
                  <a:pt x="18900" y="4320"/>
                </a:lnTo>
                <a:lnTo>
                  <a:pt x="20056" y="7664"/>
                </a:lnTo>
                <a:lnTo>
                  <a:pt x="20774" y="10009"/>
                </a:lnTo>
                <a:lnTo>
                  <a:pt x="21184" y="11979"/>
                </a:lnTo>
                <a:lnTo>
                  <a:pt x="21416" y="14196"/>
                </a:lnTo>
                <a:lnTo>
                  <a:pt x="21600" y="17280"/>
                </a:lnTo>
                <a:lnTo>
                  <a:pt x="19802" y="18096"/>
                </a:lnTo>
                <a:lnTo>
                  <a:pt x="18022" y="18865"/>
                </a:lnTo>
                <a:lnTo>
                  <a:pt x="16249" y="19570"/>
                </a:lnTo>
                <a:lnTo>
                  <a:pt x="14480" y="20196"/>
                </a:lnTo>
                <a:lnTo>
                  <a:pt x="12703" y="20723"/>
                </a:lnTo>
                <a:lnTo>
                  <a:pt x="10913" y="21146"/>
                </a:lnTo>
                <a:lnTo>
                  <a:pt x="9107" y="21440"/>
                </a:lnTo>
                <a:lnTo>
                  <a:pt x="7271" y="21600"/>
                </a:lnTo>
                <a:lnTo>
                  <a:pt x="5400" y="21600"/>
                </a:lnTo>
                <a:lnTo>
                  <a:pt x="4074" y="19500"/>
                </a:lnTo>
                <a:lnTo>
                  <a:pt x="2962" y="17315"/>
                </a:lnTo>
                <a:lnTo>
                  <a:pt x="2044" y="15025"/>
                </a:lnTo>
                <a:lnTo>
                  <a:pt x="1307" y="12601"/>
                </a:lnTo>
                <a:lnTo>
                  <a:pt x="734" y="10027"/>
                </a:lnTo>
                <a:lnTo>
                  <a:pt x="302" y="7275"/>
                </a:lnTo>
                <a:lnTo>
                  <a:pt x="0" y="4320"/>
                </a:lnTo>
                <a:lnTo>
                  <a:pt x="1339" y="2177"/>
                </a:lnTo>
                <a:lnTo>
                  <a:pt x="2700" y="0"/>
                </a:lnTo>
                <a:close/>
              </a:path>
            </a:pathLst>
          </a:custGeom>
          <a:solidFill>
            <a:srgbClr val="D1BE87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8" name="contour_09216"/>
          <p:cNvSpPr/>
          <p:nvPr/>
        </p:nvSpPr>
        <p:spPr>
          <a:xfrm>
            <a:off x="6977695" y="5495146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383" y="0"/>
                </a:lnTo>
                <a:lnTo>
                  <a:pt x="16435" y="0"/>
                </a:lnTo>
                <a:lnTo>
                  <a:pt x="18514" y="0"/>
                </a:lnTo>
                <a:lnTo>
                  <a:pt x="18854" y="2376"/>
                </a:lnTo>
                <a:lnTo>
                  <a:pt x="19193" y="4756"/>
                </a:lnTo>
                <a:lnTo>
                  <a:pt x="19533" y="7135"/>
                </a:lnTo>
                <a:lnTo>
                  <a:pt x="19875" y="9522"/>
                </a:lnTo>
                <a:lnTo>
                  <a:pt x="20218" y="11916"/>
                </a:lnTo>
                <a:lnTo>
                  <a:pt x="20560" y="14321"/>
                </a:lnTo>
                <a:lnTo>
                  <a:pt x="20906" y="16733"/>
                </a:lnTo>
                <a:lnTo>
                  <a:pt x="21251" y="19159"/>
                </a:lnTo>
                <a:lnTo>
                  <a:pt x="21600" y="21600"/>
                </a:lnTo>
                <a:lnTo>
                  <a:pt x="17789" y="21125"/>
                </a:lnTo>
                <a:lnTo>
                  <a:pt x="14771" y="20740"/>
                </a:lnTo>
                <a:lnTo>
                  <a:pt x="12398" y="20412"/>
                </a:lnTo>
                <a:lnTo>
                  <a:pt x="10513" y="20110"/>
                </a:lnTo>
                <a:lnTo>
                  <a:pt x="8964" y="19811"/>
                </a:lnTo>
                <a:lnTo>
                  <a:pt x="7597" y="19476"/>
                </a:lnTo>
                <a:lnTo>
                  <a:pt x="6264" y="19084"/>
                </a:lnTo>
                <a:lnTo>
                  <a:pt x="4811" y="18601"/>
                </a:lnTo>
                <a:lnTo>
                  <a:pt x="3086" y="18000"/>
                </a:lnTo>
                <a:lnTo>
                  <a:pt x="1765" y="15214"/>
                </a:lnTo>
                <a:lnTo>
                  <a:pt x="944" y="13259"/>
                </a:lnTo>
                <a:lnTo>
                  <a:pt x="475" y="11617"/>
                </a:lnTo>
                <a:lnTo>
                  <a:pt x="210" y="9770"/>
                </a:lnTo>
                <a:lnTo>
                  <a:pt x="0" y="7200"/>
                </a:lnTo>
                <a:lnTo>
                  <a:pt x="2037" y="7200"/>
                </a:lnTo>
                <a:lnTo>
                  <a:pt x="4076" y="7200"/>
                </a:lnTo>
                <a:lnTo>
                  <a:pt x="6125" y="7200"/>
                </a:lnTo>
                <a:lnTo>
                  <a:pt x="8183" y="7200"/>
                </a:lnTo>
                <a:lnTo>
                  <a:pt x="10254" y="7200"/>
                </a:lnTo>
                <a:lnTo>
                  <a:pt x="12343" y="7200"/>
                </a:lnTo>
                <a:lnTo>
                  <a:pt x="12343" y="4820"/>
                </a:lnTo>
                <a:lnTo>
                  <a:pt x="12343" y="2426"/>
                </a:lnTo>
                <a:lnTo>
                  <a:pt x="12343" y="0"/>
                </a:lnTo>
                <a:close/>
              </a:path>
            </a:pathLst>
          </a:custGeom>
          <a:solidFill>
            <a:srgbClr val="26221B"/>
          </a:solidFill>
          <a:ln>
            <a:noFill/>
          </a:ln>
        </p:spPr>
        <p:txBody>
          <a:bodyPr/>
          <a:lstStyle/>
          <a:p/>
        </p:txBody>
      </p:sp>
      <p:sp>
        <p:nvSpPr>
          <p:cNvPr id="9219" name="contour_09217"/>
          <p:cNvSpPr/>
          <p:nvPr/>
        </p:nvSpPr>
        <p:spPr>
          <a:xfrm>
            <a:off x="1621021" y="5516259"/>
            <a:ext cx="80168" cy="44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65"/>
                </a:moveTo>
                <a:lnTo>
                  <a:pt x="1532" y="230"/>
                </a:lnTo>
                <a:lnTo>
                  <a:pt x="3016" y="117"/>
                </a:lnTo>
                <a:lnTo>
                  <a:pt x="4463" y="35"/>
                </a:lnTo>
                <a:lnTo>
                  <a:pt x="5873" y="0"/>
                </a:lnTo>
                <a:lnTo>
                  <a:pt x="7252" y="21"/>
                </a:lnTo>
                <a:lnTo>
                  <a:pt x="8603" y="110"/>
                </a:lnTo>
                <a:lnTo>
                  <a:pt x="9932" y="283"/>
                </a:lnTo>
                <a:lnTo>
                  <a:pt x="11244" y="545"/>
                </a:lnTo>
                <a:lnTo>
                  <a:pt x="12540" y="917"/>
                </a:lnTo>
                <a:lnTo>
                  <a:pt x="13828" y="1402"/>
                </a:lnTo>
                <a:lnTo>
                  <a:pt x="15110" y="2017"/>
                </a:lnTo>
                <a:lnTo>
                  <a:pt x="16392" y="2771"/>
                </a:lnTo>
                <a:lnTo>
                  <a:pt x="17677" y="3681"/>
                </a:lnTo>
                <a:lnTo>
                  <a:pt x="18971" y="4753"/>
                </a:lnTo>
                <a:lnTo>
                  <a:pt x="20277" y="6003"/>
                </a:lnTo>
                <a:lnTo>
                  <a:pt x="21600" y="7443"/>
                </a:lnTo>
                <a:lnTo>
                  <a:pt x="20487" y="7871"/>
                </a:lnTo>
                <a:lnTo>
                  <a:pt x="19367" y="8303"/>
                </a:lnTo>
                <a:lnTo>
                  <a:pt x="18232" y="8742"/>
                </a:lnTo>
                <a:lnTo>
                  <a:pt x="17141" y="9191"/>
                </a:lnTo>
                <a:lnTo>
                  <a:pt x="16049" y="9641"/>
                </a:lnTo>
                <a:lnTo>
                  <a:pt x="14959" y="10090"/>
                </a:lnTo>
                <a:lnTo>
                  <a:pt x="13867" y="10540"/>
                </a:lnTo>
                <a:lnTo>
                  <a:pt x="12766" y="10957"/>
                </a:lnTo>
                <a:lnTo>
                  <a:pt x="11648" y="11382"/>
                </a:lnTo>
                <a:lnTo>
                  <a:pt x="9355" y="12370"/>
                </a:lnTo>
                <a:lnTo>
                  <a:pt x="7762" y="13166"/>
                </a:lnTo>
                <a:lnTo>
                  <a:pt x="6674" y="13966"/>
                </a:lnTo>
                <a:lnTo>
                  <a:pt x="5887" y="14960"/>
                </a:lnTo>
                <a:lnTo>
                  <a:pt x="5200" y="16344"/>
                </a:lnTo>
                <a:lnTo>
                  <a:pt x="4410" y="18309"/>
                </a:lnTo>
                <a:lnTo>
                  <a:pt x="4171" y="19944"/>
                </a:lnTo>
                <a:lnTo>
                  <a:pt x="3927" y="21600"/>
                </a:lnTo>
                <a:lnTo>
                  <a:pt x="3927" y="19264"/>
                </a:lnTo>
                <a:lnTo>
                  <a:pt x="3927" y="16925"/>
                </a:lnTo>
                <a:lnTo>
                  <a:pt x="3927" y="14575"/>
                </a:lnTo>
                <a:lnTo>
                  <a:pt x="3927" y="12214"/>
                </a:lnTo>
                <a:lnTo>
                  <a:pt x="3927" y="9839"/>
                </a:lnTo>
                <a:lnTo>
                  <a:pt x="3927" y="7443"/>
                </a:lnTo>
                <a:lnTo>
                  <a:pt x="2629" y="7443"/>
                </a:lnTo>
                <a:lnTo>
                  <a:pt x="1323" y="7443"/>
                </a:lnTo>
                <a:lnTo>
                  <a:pt x="0" y="7443"/>
                </a:lnTo>
                <a:lnTo>
                  <a:pt x="0" y="5104"/>
                </a:lnTo>
                <a:lnTo>
                  <a:pt x="0" y="2750"/>
                </a:lnTo>
                <a:lnTo>
                  <a:pt x="0" y="365"/>
                </a:lnTo>
                <a:close/>
              </a:path>
            </a:pathLst>
          </a:custGeom>
          <a:solidFill>
            <a:srgbClr val="D1D2DA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0" name="contour_09218"/>
          <p:cNvSpPr/>
          <p:nvPr/>
        </p:nvSpPr>
        <p:spPr>
          <a:xfrm>
            <a:off x="4754697" y="5465994"/>
            <a:ext cx="3691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58" y="0"/>
                </a:moveTo>
                <a:lnTo>
                  <a:pt x="8568" y="2034"/>
                </a:lnTo>
                <a:lnTo>
                  <a:pt x="12018" y="3717"/>
                </a:lnTo>
                <a:lnTo>
                  <a:pt x="14781" y="5105"/>
                </a:lnTo>
                <a:lnTo>
                  <a:pt x="16939" y="6256"/>
                </a:lnTo>
                <a:lnTo>
                  <a:pt x="18572" y="7220"/>
                </a:lnTo>
                <a:lnTo>
                  <a:pt x="19749" y="8057"/>
                </a:lnTo>
                <a:lnTo>
                  <a:pt x="20555" y="8817"/>
                </a:lnTo>
                <a:lnTo>
                  <a:pt x="21067" y="9559"/>
                </a:lnTo>
                <a:lnTo>
                  <a:pt x="21357" y="10337"/>
                </a:lnTo>
                <a:lnTo>
                  <a:pt x="21510" y="11205"/>
                </a:lnTo>
                <a:lnTo>
                  <a:pt x="21600" y="12220"/>
                </a:lnTo>
                <a:lnTo>
                  <a:pt x="20965" y="13290"/>
                </a:lnTo>
                <a:lnTo>
                  <a:pt x="20414" y="14109"/>
                </a:lnTo>
                <a:lnTo>
                  <a:pt x="19741" y="14937"/>
                </a:lnTo>
                <a:lnTo>
                  <a:pt x="18721" y="16039"/>
                </a:lnTo>
                <a:lnTo>
                  <a:pt x="17152" y="17673"/>
                </a:lnTo>
                <a:lnTo>
                  <a:pt x="15037" y="16699"/>
                </a:lnTo>
                <a:lnTo>
                  <a:pt x="12888" y="15709"/>
                </a:lnTo>
                <a:lnTo>
                  <a:pt x="11480" y="16681"/>
                </a:lnTo>
                <a:lnTo>
                  <a:pt x="10069" y="17655"/>
                </a:lnTo>
                <a:lnTo>
                  <a:pt x="8657" y="18633"/>
                </a:lnTo>
                <a:lnTo>
                  <a:pt x="7233" y="19615"/>
                </a:lnTo>
                <a:lnTo>
                  <a:pt x="5800" y="20602"/>
                </a:lnTo>
                <a:lnTo>
                  <a:pt x="4358" y="21600"/>
                </a:lnTo>
                <a:lnTo>
                  <a:pt x="4004" y="20373"/>
                </a:lnTo>
                <a:lnTo>
                  <a:pt x="3655" y="19145"/>
                </a:lnTo>
                <a:lnTo>
                  <a:pt x="3309" y="17918"/>
                </a:lnTo>
                <a:lnTo>
                  <a:pt x="2968" y="16691"/>
                </a:lnTo>
                <a:lnTo>
                  <a:pt x="2627" y="15464"/>
                </a:lnTo>
                <a:lnTo>
                  <a:pt x="2294" y="14236"/>
                </a:lnTo>
                <a:lnTo>
                  <a:pt x="1962" y="13009"/>
                </a:lnTo>
                <a:lnTo>
                  <a:pt x="1599" y="11792"/>
                </a:lnTo>
                <a:lnTo>
                  <a:pt x="1237" y="10555"/>
                </a:lnTo>
                <a:lnTo>
                  <a:pt x="925" y="9374"/>
                </a:lnTo>
                <a:lnTo>
                  <a:pt x="610" y="8177"/>
                </a:lnTo>
                <a:lnTo>
                  <a:pt x="307" y="7095"/>
                </a:lnTo>
                <a:lnTo>
                  <a:pt x="0" y="5995"/>
                </a:lnTo>
                <a:lnTo>
                  <a:pt x="239" y="4630"/>
                </a:lnTo>
                <a:lnTo>
                  <a:pt x="810" y="3429"/>
                </a:lnTo>
                <a:lnTo>
                  <a:pt x="1702" y="2309"/>
                </a:lnTo>
                <a:lnTo>
                  <a:pt x="2887" y="1194"/>
                </a:lnTo>
                <a:lnTo>
                  <a:pt x="4358" y="0"/>
                </a:lnTo>
                <a:close/>
              </a:path>
            </a:pathLst>
          </a:custGeom>
          <a:solidFill>
            <a:srgbClr val="61537A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1" name="contour_09219"/>
          <p:cNvSpPr/>
          <p:nvPr/>
        </p:nvSpPr>
        <p:spPr>
          <a:xfrm>
            <a:off x="10359323" y="5473282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35"/>
                </a:lnTo>
                <a:lnTo>
                  <a:pt x="2084" y="262"/>
                </a:lnTo>
                <a:lnTo>
                  <a:pt x="3175" y="397"/>
                </a:lnTo>
                <a:lnTo>
                  <a:pt x="4536" y="567"/>
                </a:lnTo>
                <a:lnTo>
                  <a:pt x="6343" y="794"/>
                </a:lnTo>
                <a:lnTo>
                  <a:pt x="8777" y="1096"/>
                </a:lnTo>
                <a:lnTo>
                  <a:pt x="12010" y="1501"/>
                </a:lnTo>
                <a:lnTo>
                  <a:pt x="16225" y="2028"/>
                </a:lnTo>
                <a:lnTo>
                  <a:pt x="21600" y="2700"/>
                </a:lnTo>
                <a:lnTo>
                  <a:pt x="21600" y="4571"/>
                </a:lnTo>
                <a:lnTo>
                  <a:pt x="21600" y="6445"/>
                </a:lnTo>
                <a:lnTo>
                  <a:pt x="21600" y="8319"/>
                </a:lnTo>
                <a:lnTo>
                  <a:pt x="21600" y="10195"/>
                </a:lnTo>
                <a:lnTo>
                  <a:pt x="21600" y="12080"/>
                </a:lnTo>
                <a:lnTo>
                  <a:pt x="21600" y="13967"/>
                </a:lnTo>
                <a:lnTo>
                  <a:pt x="21600" y="15862"/>
                </a:lnTo>
                <a:lnTo>
                  <a:pt x="21600" y="17766"/>
                </a:lnTo>
                <a:lnTo>
                  <a:pt x="21600" y="19678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969" y="20717"/>
                </a:lnTo>
                <a:lnTo>
                  <a:pt x="11477" y="18058"/>
                </a:lnTo>
                <a:lnTo>
                  <a:pt x="11005" y="15852"/>
                </a:lnTo>
                <a:lnTo>
                  <a:pt x="10300" y="14062"/>
                </a:lnTo>
                <a:lnTo>
                  <a:pt x="9338" y="12574"/>
                </a:lnTo>
                <a:lnTo>
                  <a:pt x="8089" y="11281"/>
                </a:lnTo>
                <a:lnTo>
                  <a:pt x="6527" y="10063"/>
                </a:lnTo>
                <a:lnTo>
                  <a:pt x="4626" y="8813"/>
                </a:lnTo>
                <a:lnTo>
                  <a:pt x="2362" y="7414"/>
                </a:lnTo>
                <a:lnTo>
                  <a:pt x="997" y="6164"/>
                </a:lnTo>
                <a:lnTo>
                  <a:pt x="295" y="4976"/>
                </a:lnTo>
                <a:lnTo>
                  <a:pt x="36" y="3154"/>
                </a:lnTo>
                <a:lnTo>
                  <a:pt x="0" y="0"/>
                </a:lnTo>
                <a:close/>
              </a:path>
            </a:pathLst>
          </a:custGeom>
          <a:solidFill>
            <a:srgbClr val="59595B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2" name="contour_09220"/>
          <p:cNvSpPr/>
          <p:nvPr/>
        </p:nvSpPr>
        <p:spPr>
          <a:xfrm>
            <a:off x="9841875" y="5495146"/>
            <a:ext cx="947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7" y="151"/>
                </a:lnTo>
                <a:lnTo>
                  <a:pt x="2193" y="313"/>
                </a:lnTo>
                <a:lnTo>
                  <a:pt x="3290" y="486"/>
                </a:lnTo>
                <a:lnTo>
                  <a:pt x="4386" y="670"/>
                </a:lnTo>
                <a:lnTo>
                  <a:pt x="5483" y="864"/>
                </a:lnTo>
                <a:lnTo>
                  <a:pt x="6578" y="1058"/>
                </a:lnTo>
                <a:lnTo>
                  <a:pt x="7675" y="1264"/>
                </a:lnTo>
                <a:lnTo>
                  <a:pt x="8770" y="1474"/>
                </a:lnTo>
                <a:lnTo>
                  <a:pt x="9866" y="1685"/>
                </a:lnTo>
                <a:lnTo>
                  <a:pt x="10283" y="1744"/>
                </a:lnTo>
                <a:lnTo>
                  <a:pt x="11018" y="1836"/>
                </a:lnTo>
                <a:lnTo>
                  <a:pt x="12704" y="2057"/>
                </a:lnTo>
                <a:lnTo>
                  <a:pt x="13103" y="2144"/>
                </a:lnTo>
                <a:lnTo>
                  <a:pt x="13806" y="2295"/>
                </a:lnTo>
                <a:lnTo>
                  <a:pt x="15414" y="2635"/>
                </a:lnTo>
                <a:lnTo>
                  <a:pt x="15783" y="2700"/>
                </a:lnTo>
                <a:lnTo>
                  <a:pt x="16433" y="2808"/>
                </a:lnTo>
                <a:lnTo>
                  <a:pt x="17920" y="3067"/>
                </a:lnTo>
                <a:lnTo>
                  <a:pt x="18922" y="4223"/>
                </a:lnTo>
                <a:lnTo>
                  <a:pt x="19938" y="5400"/>
                </a:lnTo>
                <a:lnTo>
                  <a:pt x="20267" y="8608"/>
                </a:lnTo>
                <a:lnTo>
                  <a:pt x="20598" y="11826"/>
                </a:lnTo>
                <a:lnTo>
                  <a:pt x="20929" y="15055"/>
                </a:lnTo>
                <a:lnTo>
                  <a:pt x="21263" y="18311"/>
                </a:lnTo>
                <a:lnTo>
                  <a:pt x="21600" y="21600"/>
                </a:lnTo>
                <a:lnTo>
                  <a:pt x="20462" y="21600"/>
                </a:lnTo>
                <a:lnTo>
                  <a:pt x="19322" y="21600"/>
                </a:lnTo>
                <a:lnTo>
                  <a:pt x="18182" y="21600"/>
                </a:lnTo>
                <a:lnTo>
                  <a:pt x="17041" y="21600"/>
                </a:lnTo>
                <a:lnTo>
                  <a:pt x="15898" y="21600"/>
                </a:lnTo>
                <a:lnTo>
                  <a:pt x="14753" y="21600"/>
                </a:lnTo>
                <a:lnTo>
                  <a:pt x="13605" y="21600"/>
                </a:lnTo>
                <a:lnTo>
                  <a:pt x="12455" y="21600"/>
                </a:lnTo>
                <a:lnTo>
                  <a:pt x="11302" y="21600"/>
                </a:lnTo>
                <a:lnTo>
                  <a:pt x="10144" y="21600"/>
                </a:lnTo>
                <a:lnTo>
                  <a:pt x="8982" y="21600"/>
                </a:lnTo>
                <a:lnTo>
                  <a:pt x="7818" y="21600"/>
                </a:lnTo>
                <a:lnTo>
                  <a:pt x="6646" y="21600"/>
                </a:lnTo>
                <a:lnTo>
                  <a:pt x="6646" y="18392"/>
                </a:lnTo>
                <a:lnTo>
                  <a:pt x="6646" y="15174"/>
                </a:lnTo>
                <a:lnTo>
                  <a:pt x="6646" y="11945"/>
                </a:lnTo>
                <a:lnTo>
                  <a:pt x="6646" y="8689"/>
                </a:lnTo>
                <a:lnTo>
                  <a:pt x="6646" y="5400"/>
                </a:lnTo>
                <a:lnTo>
                  <a:pt x="5555" y="3418"/>
                </a:lnTo>
                <a:lnTo>
                  <a:pt x="4692" y="2457"/>
                </a:lnTo>
                <a:lnTo>
                  <a:pt x="3323" y="1685"/>
                </a:lnTo>
                <a:lnTo>
                  <a:pt x="2396" y="1156"/>
                </a:lnTo>
                <a:lnTo>
                  <a:pt x="1454" y="610"/>
                </a:lnTo>
                <a:lnTo>
                  <a:pt x="731" y="308"/>
                </a:lnTo>
                <a:lnTo>
                  <a:pt x="0" y="0"/>
                </a:lnTo>
                <a:close/>
              </a:path>
            </a:pathLst>
          </a:custGeom>
          <a:solidFill>
            <a:srgbClr val="878889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3" name="contour_09221"/>
          <p:cNvSpPr/>
          <p:nvPr/>
        </p:nvSpPr>
        <p:spPr>
          <a:xfrm>
            <a:off x="10126107" y="5451418"/>
            <a:ext cx="5759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80" y="198"/>
                </a:lnTo>
                <a:lnTo>
                  <a:pt x="3761" y="410"/>
                </a:lnTo>
                <a:lnTo>
                  <a:pt x="5641" y="637"/>
                </a:lnTo>
                <a:lnTo>
                  <a:pt x="7519" y="875"/>
                </a:lnTo>
                <a:lnTo>
                  <a:pt x="9397" y="1123"/>
                </a:lnTo>
                <a:lnTo>
                  <a:pt x="11143" y="1336"/>
                </a:lnTo>
                <a:lnTo>
                  <a:pt x="12900" y="1544"/>
                </a:lnTo>
                <a:lnTo>
                  <a:pt x="14680" y="1757"/>
                </a:lnTo>
                <a:lnTo>
                  <a:pt x="16150" y="2365"/>
                </a:lnTo>
                <a:lnTo>
                  <a:pt x="17631" y="2977"/>
                </a:lnTo>
                <a:lnTo>
                  <a:pt x="19132" y="3600"/>
                </a:lnTo>
                <a:lnTo>
                  <a:pt x="19971" y="5900"/>
                </a:lnTo>
                <a:lnTo>
                  <a:pt x="20638" y="8010"/>
                </a:lnTo>
                <a:lnTo>
                  <a:pt x="21135" y="10022"/>
                </a:lnTo>
                <a:lnTo>
                  <a:pt x="21455" y="12028"/>
                </a:lnTo>
                <a:lnTo>
                  <a:pt x="21600" y="14116"/>
                </a:lnTo>
                <a:lnTo>
                  <a:pt x="21567" y="16376"/>
                </a:lnTo>
                <a:lnTo>
                  <a:pt x="21351" y="18900"/>
                </a:lnTo>
                <a:lnTo>
                  <a:pt x="20250" y="20239"/>
                </a:lnTo>
                <a:lnTo>
                  <a:pt x="19132" y="21600"/>
                </a:lnTo>
                <a:lnTo>
                  <a:pt x="17249" y="21262"/>
                </a:lnTo>
                <a:lnTo>
                  <a:pt x="15407" y="20797"/>
                </a:lnTo>
                <a:lnTo>
                  <a:pt x="13592" y="20214"/>
                </a:lnTo>
                <a:lnTo>
                  <a:pt x="11793" y="19544"/>
                </a:lnTo>
                <a:lnTo>
                  <a:pt x="10001" y="18799"/>
                </a:lnTo>
                <a:lnTo>
                  <a:pt x="8199" y="18000"/>
                </a:lnTo>
                <a:lnTo>
                  <a:pt x="8877" y="16218"/>
                </a:lnTo>
                <a:lnTo>
                  <a:pt x="9555" y="14429"/>
                </a:lnTo>
                <a:lnTo>
                  <a:pt x="10241" y="12625"/>
                </a:lnTo>
                <a:lnTo>
                  <a:pt x="10933" y="10800"/>
                </a:lnTo>
                <a:lnTo>
                  <a:pt x="9309" y="11513"/>
                </a:lnTo>
                <a:lnTo>
                  <a:pt x="7680" y="12229"/>
                </a:lnTo>
                <a:lnTo>
                  <a:pt x="6046" y="12946"/>
                </a:lnTo>
                <a:lnTo>
                  <a:pt x="4398" y="13669"/>
                </a:lnTo>
                <a:lnTo>
                  <a:pt x="2733" y="14400"/>
                </a:lnTo>
                <a:lnTo>
                  <a:pt x="2282" y="12024"/>
                </a:lnTo>
                <a:lnTo>
                  <a:pt x="1831" y="9644"/>
                </a:lnTo>
                <a:lnTo>
                  <a:pt x="1378" y="7254"/>
                </a:lnTo>
                <a:lnTo>
                  <a:pt x="921" y="4853"/>
                </a:lnTo>
                <a:lnTo>
                  <a:pt x="462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9B9D9A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4" name="contour_09222"/>
          <p:cNvSpPr/>
          <p:nvPr/>
        </p:nvSpPr>
        <p:spPr>
          <a:xfrm>
            <a:off x="1293061" y="5458706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03" y="379"/>
                </a:lnTo>
                <a:lnTo>
                  <a:pt x="3786" y="694"/>
                </a:lnTo>
                <a:lnTo>
                  <a:pt x="5193" y="1058"/>
                </a:lnTo>
                <a:lnTo>
                  <a:pt x="6869" y="1589"/>
                </a:lnTo>
                <a:lnTo>
                  <a:pt x="9257" y="2400"/>
                </a:lnTo>
                <a:lnTo>
                  <a:pt x="10115" y="4186"/>
                </a:lnTo>
                <a:lnTo>
                  <a:pt x="10704" y="5453"/>
                </a:lnTo>
                <a:lnTo>
                  <a:pt x="11173" y="6547"/>
                </a:lnTo>
                <a:lnTo>
                  <a:pt x="11670" y="7814"/>
                </a:lnTo>
                <a:lnTo>
                  <a:pt x="12343" y="9600"/>
                </a:lnTo>
                <a:lnTo>
                  <a:pt x="13111" y="9862"/>
                </a:lnTo>
                <a:lnTo>
                  <a:pt x="15429" y="10651"/>
                </a:lnTo>
                <a:lnTo>
                  <a:pt x="17641" y="11683"/>
                </a:lnTo>
                <a:lnTo>
                  <a:pt x="18721" y="12622"/>
                </a:lnTo>
                <a:lnTo>
                  <a:pt x="19600" y="14268"/>
                </a:lnTo>
                <a:lnTo>
                  <a:pt x="20042" y="15727"/>
                </a:lnTo>
                <a:lnTo>
                  <a:pt x="20458" y="17191"/>
                </a:lnTo>
                <a:lnTo>
                  <a:pt x="20853" y="18658"/>
                </a:lnTo>
                <a:lnTo>
                  <a:pt x="21230" y="20129"/>
                </a:lnTo>
                <a:lnTo>
                  <a:pt x="21600" y="21600"/>
                </a:lnTo>
                <a:lnTo>
                  <a:pt x="18011" y="21146"/>
                </a:lnTo>
                <a:lnTo>
                  <a:pt x="15493" y="20803"/>
                </a:lnTo>
                <a:lnTo>
                  <a:pt x="13701" y="20503"/>
                </a:lnTo>
                <a:lnTo>
                  <a:pt x="12290" y="20179"/>
                </a:lnTo>
                <a:lnTo>
                  <a:pt x="10927" y="19769"/>
                </a:lnTo>
                <a:lnTo>
                  <a:pt x="9257" y="19200"/>
                </a:lnTo>
                <a:lnTo>
                  <a:pt x="8307" y="17342"/>
                </a:lnTo>
                <a:lnTo>
                  <a:pt x="7671" y="16039"/>
                </a:lnTo>
                <a:lnTo>
                  <a:pt x="7202" y="14945"/>
                </a:lnTo>
                <a:lnTo>
                  <a:pt x="6752" y="13714"/>
                </a:lnTo>
                <a:lnTo>
                  <a:pt x="6171" y="12000"/>
                </a:lnTo>
                <a:lnTo>
                  <a:pt x="4132" y="12000"/>
                </a:lnTo>
                <a:lnTo>
                  <a:pt x="2080" y="12000"/>
                </a:lnTo>
                <a:lnTo>
                  <a:pt x="0" y="12000"/>
                </a:lnTo>
                <a:lnTo>
                  <a:pt x="0" y="10303"/>
                </a:lnTo>
                <a:lnTo>
                  <a:pt x="0" y="8604"/>
                </a:lnTo>
                <a:lnTo>
                  <a:pt x="0" y="6900"/>
                </a:lnTo>
                <a:lnTo>
                  <a:pt x="0" y="5189"/>
                </a:lnTo>
                <a:lnTo>
                  <a:pt x="0" y="3470"/>
                </a:lnTo>
                <a:lnTo>
                  <a:pt x="0" y="1742"/>
                </a:lnTo>
                <a:lnTo>
                  <a:pt x="0" y="0"/>
                </a:lnTo>
                <a:close/>
              </a:path>
            </a:pathLst>
          </a:custGeom>
          <a:solidFill>
            <a:srgbClr val="CEC5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5" name="contour_09223"/>
          <p:cNvSpPr/>
          <p:nvPr/>
        </p:nvSpPr>
        <p:spPr>
          <a:xfrm>
            <a:off x="994254" y="5434786"/>
            <a:ext cx="89453" cy="38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18" y="5243"/>
                </a:moveTo>
                <a:lnTo>
                  <a:pt x="21438" y="8126"/>
                </a:lnTo>
                <a:lnTo>
                  <a:pt x="21589" y="10751"/>
                </a:lnTo>
                <a:lnTo>
                  <a:pt x="21600" y="13270"/>
                </a:lnTo>
                <a:lnTo>
                  <a:pt x="21505" y="15822"/>
                </a:lnTo>
                <a:lnTo>
                  <a:pt x="21333" y="18549"/>
                </a:lnTo>
                <a:lnTo>
                  <a:pt x="21118" y="21600"/>
                </a:lnTo>
                <a:lnTo>
                  <a:pt x="19942" y="21117"/>
                </a:lnTo>
                <a:lnTo>
                  <a:pt x="18768" y="20606"/>
                </a:lnTo>
                <a:lnTo>
                  <a:pt x="17598" y="20066"/>
                </a:lnTo>
                <a:lnTo>
                  <a:pt x="16616" y="19637"/>
                </a:lnTo>
                <a:lnTo>
                  <a:pt x="15618" y="19204"/>
                </a:lnTo>
                <a:lnTo>
                  <a:pt x="14855" y="18361"/>
                </a:lnTo>
                <a:lnTo>
                  <a:pt x="14079" y="17511"/>
                </a:lnTo>
                <a:lnTo>
                  <a:pt x="14079" y="14808"/>
                </a:lnTo>
                <a:lnTo>
                  <a:pt x="14079" y="12088"/>
                </a:lnTo>
                <a:lnTo>
                  <a:pt x="14079" y="9332"/>
                </a:lnTo>
                <a:lnTo>
                  <a:pt x="12917" y="9332"/>
                </a:lnTo>
                <a:lnTo>
                  <a:pt x="11756" y="9332"/>
                </a:lnTo>
                <a:lnTo>
                  <a:pt x="10592" y="9332"/>
                </a:lnTo>
                <a:lnTo>
                  <a:pt x="9427" y="9332"/>
                </a:lnTo>
                <a:lnTo>
                  <a:pt x="8261" y="9332"/>
                </a:lnTo>
                <a:lnTo>
                  <a:pt x="7092" y="9332"/>
                </a:lnTo>
                <a:lnTo>
                  <a:pt x="5920" y="9332"/>
                </a:lnTo>
                <a:lnTo>
                  <a:pt x="4744" y="9332"/>
                </a:lnTo>
                <a:lnTo>
                  <a:pt x="3565" y="9332"/>
                </a:lnTo>
                <a:lnTo>
                  <a:pt x="2383" y="9332"/>
                </a:lnTo>
                <a:lnTo>
                  <a:pt x="1193" y="9332"/>
                </a:lnTo>
                <a:lnTo>
                  <a:pt x="0" y="9332"/>
                </a:lnTo>
                <a:lnTo>
                  <a:pt x="0" y="7304"/>
                </a:lnTo>
                <a:lnTo>
                  <a:pt x="0" y="5243"/>
                </a:lnTo>
                <a:lnTo>
                  <a:pt x="2680" y="4077"/>
                </a:lnTo>
                <a:lnTo>
                  <a:pt x="5054" y="3059"/>
                </a:lnTo>
                <a:lnTo>
                  <a:pt x="7143" y="2184"/>
                </a:lnTo>
                <a:lnTo>
                  <a:pt x="8975" y="1456"/>
                </a:lnTo>
                <a:lnTo>
                  <a:pt x="10575" y="875"/>
                </a:lnTo>
                <a:lnTo>
                  <a:pt x="11970" y="438"/>
                </a:lnTo>
                <a:lnTo>
                  <a:pt x="13185" y="147"/>
                </a:lnTo>
                <a:lnTo>
                  <a:pt x="14246" y="0"/>
                </a:lnTo>
                <a:lnTo>
                  <a:pt x="15178" y="0"/>
                </a:lnTo>
                <a:lnTo>
                  <a:pt x="16009" y="147"/>
                </a:lnTo>
                <a:lnTo>
                  <a:pt x="16762" y="438"/>
                </a:lnTo>
                <a:lnTo>
                  <a:pt x="17466" y="875"/>
                </a:lnTo>
                <a:lnTo>
                  <a:pt x="18144" y="1456"/>
                </a:lnTo>
                <a:lnTo>
                  <a:pt x="18821" y="2184"/>
                </a:lnTo>
                <a:lnTo>
                  <a:pt x="19525" y="3059"/>
                </a:lnTo>
                <a:lnTo>
                  <a:pt x="20284" y="4077"/>
                </a:lnTo>
                <a:lnTo>
                  <a:pt x="21118" y="5243"/>
                </a:lnTo>
                <a:close/>
              </a:path>
            </a:pathLst>
          </a:custGeom>
          <a:solidFill>
            <a:srgbClr val="D9D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6" name="contour_09224"/>
          <p:cNvSpPr/>
          <p:nvPr/>
        </p:nvSpPr>
        <p:spPr>
          <a:xfrm>
            <a:off x="5177561" y="5414978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11" y="1833"/>
                </a:lnTo>
                <a:lnTo>
                  <a:pt x="1225" y="3672"/>
                </a:lnTo>
                <a:lnTo>
                  <a:pt x="1839" y="5517"/>
                </a:lnTo>
                <a:lnTo>
                  <a:pt x="2459" y="7378"/>
                </a:lnTo>
                <a:lnTo>
                  <a:pt x="3086" y="9257"/>
                </a:lnTo>
                <a:lnTo>
                  <a:pt x="4317" y="8251"/>
                </a:lnTo>
                <a:lnTo>
                  <a:pt x="5570" y="7233"/>
                </a:lnTo>
                <a:lnTo>
                  <a:pt x="7208" y="5940"/>
                </a:lnTo>
                <a:lnTo>
                  <a:pt x="8871" y="4629"/>
                </a:lnTo>
                <a:lnTo>
                  <a:pt x="10485" y="3336"/>
                </a:lnTo>
                <a:lnTo>
                  <a:pt x="12127" y="2024"/>
                </a:lnTo>
                <a:lnTo>
                  <a:pt x="13787" y="1037"/>
                </a:lnTo>
                <a:lnTo>
                  <a:pt x="15111" y="438"/>
                </a:lnTo>
                <a:lnTo>
                  <a:pt x="16552" y="130"/>
                </a:lnTo>
                <a:lnTo>
                  <a:pt x="18561" y="15"/>
                </a:lnTo>
                <a:lnTo>
                  <a:pt x="21600" y="0"/>
                </a:lnTo>
                <a:lnTo>
                  <a:pt x="21495" y="2043"/>
                </a:lnTo>
                <a:lnTo>
                  <a:pt x="21338" y="4030"/>
                </a:lnTo>
                <a:lnTo>
                  <a:pt x="21119" y="5971"/>
                </a:lnTo>
                <a:lnTo>
                  <a:pt x="20819" y="7881"/>
                </a:lnTo>
                <a:lnTo>
                  <a:pt x="20424" y="9772"/>
                </a:lnTo>
                <a:lnTo>
                  <a:pt x="19918" y="11652"/>
                </a:lnTo>
                <a:lnTo>
                  <a:pt x="19286" y="13534"/>
                </a:lnTo>
                <a:lnTo>
                  <a:pt x="18514" y="15429"/>
                </a:lnTo>
                <a:lnTo>
                  <a:pt x="16638" y="16586"/>
                </a:lnTo>
                <a:lnTo>
                  <a:pt x="14799" y="17567"/>
                </a:lnTo>
                <a:lnTo>
                  <a:pt x="12972" y="18409"/>
                </a:lnTo>
                <a:lnTo>
                  <a:pt x="11127" y="19138"/>
                </a:lnTo>
                <a:lnTo>
                  <a:pt x="9242" y="19792"/>
                </a:lnTo>
                <a:lnTo>
                  <a:pt x="7288" y="20400"/>
                </a:lnTo>
                <a:lnTo>
                  <a:pt x="5246" y="20992"/>
                </a:lnTo>
                <a:lnTo>
                  <a:pt x="3086" y="21600"/>
                </a:lnTo>
                <a:lnTo>
                  <a:pt x="2780" y="19462"/>
                </a:lnTo>
                <a:lnTo>
                  <a:pt x="2475" y="17320"/>
                </a:lnTo>
                <a:lnTo>
                  <a:pt x="2169" y="15179"/>
                </a:lnTo>
                <a:lnTo>
                  <a:pt x="1861" y="13034"/>
                </a:lnTo>
                <a:lnTo>
                  <a:pt x="1555" y="10880"/>
                </a:lnTo>
                <a:lnTo>
                  <a:pt x="1247" y="8723"/>
                </a:lnTo>
                <a:lnTo>
                  <a:pt x="938" y="6557"/>
                </a:lnTo>
                <a:lnTo>
                  <a:pt x="626" y="4382"/>
                </a:lnTo>
                <a:lnTo>
                  <a:pt x="315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696467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7" name="contour_09225"/>
          <p:cNvSpPr/>
          <p:nvPr/>
        </p:nvSpPr>
        <p:spPr>
          <a:xfrm>
            <a:off x="3551624" y="5400402"/>
            <a:ext cx="6630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81" y="0"/>
                </a:moveTo>
                <a:lnTo>
                  <a:pt x="5779" y="1682"/>
                </a:lnTo>
                <a:lnTo>
                  <a:pt x="6569" y="3370"/>
                </a:lnTo>
                <a:lnTo>
                  <a:pt x="7355" y="5062"/>
                </a:lnTo>
                <a:lnTo>
                  <a:pt x="7687" y="5770"/>
                </a:lnTo>
                <a:lnTo>
                  <a:pt x="8689" y="7911"/>
                </a:lnTo>
                <a:lnTo>
                  <a:pt x="9197" y="9364"/>
                </a:lnTo>
                <a:lnTo>
                  <a:pt x="9504" y="10522"/>
                </a:lnTo>
                <a:lnTo>
                  <a:pt x="9663" y="11783"/>
                </a:lnTo>
                <a:lnTo>
                  <a:pt x="9720" y="13540"/>
                </a:lnTo>
                <a:lnTo>
                  <a:pt x="9729" y="16200"/>
                </a:lnTo>
                <a:lnTo>
                  <a:pt x="11408" y="16200"/>
                </a:lnTo>
                <a:lnTo>
                  <a:pt x="13089" y="16200"/>
                </a:lnTo>
                <a:lnTo>
                  <a:pt x="14774" y="16200"/>
                </a:lnTo>
                <a:lnTo>
                  <a:pt x="16467" y="16200"/>
                </a:lnTo>
                <a:lnTo>
                  <a:pt x="18167" y="16200"/>
                </a:lnTo>
                <a:lnTo>
                  <a:pt x="19876" y="16200"/>
                </a:lnTo>
                <a:lnTo>
                  <a:pt x="21600" y="16200"/>
                </a:lnTo>
                <a:lnTo>
                  <a:pt x="21600" y="17539"/>
                </a:lnTo>
                <a:lnTo>
                  <a:pt x="21600" y="18900"/>
                </a:lnTo>
                <a:lnTo>
                  <a:pt x="20043" y="19159"/>
                </a:lnTo>
                <a:lnTo>
                  <a:pt x="18485" y="19418"/>
                </a:lnTo>
                <a:lnTo>
                  <a:pt x="16928" y="19672"/>
                </a:lnTo>
                <a:lnTo>
                  <a:pt x="15368" y="19923"/>
                </a:lnTo>
                <a:lnTo>
                  <a:pt x="13810" y="20172"/>
                </a:lnTo>
                <a:lnTo>
                  <a:pt x="12251" y="20417"/>
                </a:lnTo>
                <a:lnTo>
                  <a:pt x="10919" y="20647"/>
                </a:lnTo>
                <a:lnTo>
                  <a:pt x="9568" y="20876"/>
                </a:lnTo>
                <a:lnTo>
                  <a:pt x="8179" y="21071"/>
                </a:lnTo>
                <a:lnTo>
                  <a:pt x="6790" y="21236"/>
                </a:lnTo>
                <a:lnTo>
                  <a:pt x="5396" y="21373"/>
                </a:lnTo>
                <a:lnTo>
                  <a:pt x="4000" y="21492"/>
                </a:lnTo>
                <a:lnTo>
                  <a:pt x="2607" y="21600"/>
                </a:lnTo>
                <a:lnTo>
                  <a:pt x="1230" y="19988"/>
                </a:lnTo>
                <a:lnTo>
                  <a:pt x="501" y="18835"/>
                </a:lnTo>
                <a:lnTo>
                  <a:pt x="171" y="17585"/>
                </a:lnTo>
                <a:lnTo>
                  <a:pt x="0" y="15684"/>
                </a:lnTo>
                <a:lnTo>
                  <a:pt x="43" y="13846"/>
                </a:lnTo>
                <a:lnTo>
                  <a:pt x="85" y="11983"/>
                </a:lnTo>
                <a:lnTo>
                  <a:pt x="119" y="10133"/>
                </a:lnTo>
                <a:lnTo>
                  <a:pt x="150" y="8259"/>
                </a:lnTo>
                <a:lnTo>
                  <a:pt x="190" y="6839"/>
                </a:lnTo>
                <a:lnTo>
                  <a:pt x="233" y="5400"/>
                </a:lnTo>
                <a:lnTo>
                  <a:pt x="1802" y="5400"/>
                </a:lnTo>
                <a:lnTo>
                  <a:pt x="3381" y="5400"/>
                </a:lnTo>
                <a:lnTo>
                  <a:pt x="4981" y="5400"/>
                </a:lnTo>
                <a:lnTo>
                  <a:pt x="4981" y="3615"/>
                </a:lnTo>
                <a:lnTo>
                  <a:pt x="4981" y="1820"/>
                </a:lnTo>
                <a:lnTo>
                  <a:pt x="4981" y="0"/>
                </a:lnTo>
                <a:close/>
              </a:path>
            </a:pathLst>
          </a:custGeom>
          <a:solidFill>
            <a:srgbClr val="BFBDC1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8" name="contour_09226"/>
          <p:cNvSpPr/>
          <p:nvPr/>
        </p:nvSpPr>
        <p:spPr>
          <a:xfrm>
            <a:off x="1699768" y="5414701"/>
            <a:ext cx="39996" cy="440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47" y="136"/>
                </a:moveTo>
                <a:lnTo>
                  <a:pt x="20903" y="2765"/>
                </a:lnTo>
                <a:lnTo>
                  <a:pt x="21277" y="5334"/>
                </a:lnTo>
                <a:lnTo>
                  <a:pt x="21521" y="7859"/>
                </a:lnTo>
                <a:lnTo>
                  <a:pt x="21600" y="10371"/>
                </a:lnTo>
                <a:lnTo>
                  <a:pt x="21474" y="12886"/>
                </a:lnTo>
                <a:lnTo>
                  <a:pt x="21104" y="15429"/>
                </a:lnTo>
                <a:lnTo>
                  <a:pt x="20447" y="18023"/>
                </a:lnTo>
                <a:lnTo>
                  <a:pt x="18062" y="18996"/>
                </a:lnTo>
                <a:lnTo>
                  <a:pt x="15677" y="19761"/>
                </a:lnTo>
                <a:lnTo>
                  <a:pt x="13280" y="20355"/>
                </a:lnTo>
                <a:lnTo>
                  <a:pt x="10863" y="20799"/>
                </a:lnTo>
                <a:lnTo>
                  <a:pt x="8411" y="21117"/>
                </a:lnTo>
                <a:lnTo>
                  <a:pt x="5920" y="21342"/>
                </a:lnTo>
                <a:lnTo>
                  <a:pt x="3377" y="21493"/>
                </a:lnTo>
                <a:lnTo>
                  <a:pt x="767" y="21600"/>
                </a:lnTo>
                <a:lnTo>
                  <a:pt x="618" y="19421"/>
                </a:lnTo>
                <a:lnTo>
                  <a:pt x="488" y="17239"/>
                </a:lnTo>
                <a:lnTo>
                  <a:pt x="374" y="15061"/>
                </a:lnTo>
                <a:lnTo>
                  <a:pt x="276" y="12878"/>
                </a:lnTo>
                <a:lnTo>
                  <a:pt x="138" y="10446"/>
                </a:lnTo>
                <a:lnTo>
                  <a:pt x="0" y="7974"/>
                </a:lnTo>
                <a:lnTo>
                  <a:pt x="500" y="5473"/>
                </a:lnTo>
                <a:lnTo>
                  <a:pt x="1118" y="3953"/>
                </a:lnTo>
                <a:lnTo>
                  <a:pt x="2259" y="2790"/>
                </a:lnTo>
                <a:lnTo>
                  <a:pt x="4333" y="1367"/>
                </a:lnTo>
                <a:lnTo>
                  <a:pt x="7037" y="715"/>
                </a:lnTo>
                <a:lnTo>
                  <a:pt x="9682" y="297"/>
                </a:lnTo>
                <a:lnTo>
                  <a:pt x="12303" y="75"/>
                </a:lnTo>
                <a:lnTo>
                  <a:pt x="14944" y="0"/>
                </a:lnTo>
                <a:lnTo>
                  <a:pt x="17648" y="36"/>
                </a:lnTo>
                <a:lnTo>
                  <a:pt x="20447" y="136"/>
                </a:lnTo>
                <a:close/>
              </a:path>
            </a:pathLst>
          </a:custGeom>
          <a:solidFill>
            <a:srgbClr val="F7E097"/>
          </a:solidFill>
          <a:ln>
            <a:noFill/>
          </a:ln>
        </p:spPr>
        <p:txBody>
          <a:bodyPr/>
          <a:lstStyle/>
          <a:p/>
        </p:txBody>
      </p:sp>
      <p:sp>
        <p:nvSpPr>
          <p:cNvPr id="9229" name="contour_09227"/>
          <p:cNvSpPr/>
          <p:nvPr/>
        </p:nvSpPr>
        <p:spPr>
          <a:xfrm>
            <a:off x="8005301" y="5393114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567" y="1531"/>
                </a:lnTo>
                <a:lnTo>
                  <a:pt x="5738" y="3067"/>
                </a:lnTo>
                <a:lnTo>
                  <a:pt x="5908" y="4629"/>
                </a:lnTo>
                <a:lnTo>
                  <a:pt x="6631" y="6159"/>
                </a:lnTo>
                <a:lnTo>
                  <a:pt x="7360" y="7696"/>
                </a:lnTo>
                <a:lnTo>
                  <a:pt x="8100" y="9257"/>
                </a:lnTo>
                <a:lnTo>
                  <a:pt x="10041" y="9563"/>
                </a:lnTo>
                <a:lnTo>
                  <a:pt x="11966" y="9732"/>
                </a:lnTo>
                <a:lnTo>
                  <a:pt x="13883" y="9791"/>
                </a:lnTo>
                <a:lnTo>
                  <a:pt x="15798" y="9754"/>
                </a:lnTo>
                <a:lnTo>
                  <a:pt x="17717" y="9640"/>
                </a:lnTo>
                <a:lnTo>
                  <a:pt x="19648" y="9467"/>
                </a:lnTo>
                <a:lnTo>
                  <a:pt x="21600" y="9257"/>
                </a:lnTo>
                <a:lnTo>
                  <a:pt x="21155" y="11294"/>
                </a:lnTo>
                <a:lnTo>
                  <a:pt x="20709" y="13333"/>
                </a:lnTo>
                <a:lnTo>
                  <a:pt x="20261" y="15382"/>
                </a:lnTo>
                <a:lnTo>
                  <a:pt x="19810" y="17440"/>
                </a:lnTo>
                <a:lnTo>
                  <a:pt x="19356" y="19511"/>
                </a:lnTo>
                <a:lnTo>
                  <a:pt x="18900" y="21600"/>
                </a:lnTo>
                <a:lnTo>
                  <a:pt x="15539" y="21038"/>
                </a:lnTo>
                <a:lnTo>
                  <a:pt x="12820" y="20563"/>
                </a:lnTo>
                <a:lnTo>
                  <a:pt x="10638" y="20134"/>
                </a:lnTo>
                <a:lnTo>
                  <a:pt x="8894" y="19715"/>
                </a:lnTo>
                <a:lnTo>
                  <a:pt x="7484" y="19267"/>
                </a:lnTo>
                <a:lnTo>
                  <a:pt x="6305" y="18749"/>
                </a:lnTo>
                <a:lnTo>
                  <a:pt x="5254" y="18125"/>
                </a:lnTo>
                <a:lnTo>
                  <a:pt x="4231" y="17357"/>
                </a:lnTo>
                <a:lnTo>
                  <a:pt x="3132" y="16407"/>
                </a:lnTo>
                <a:lnTo>
                  <a:pt x="1858" y="15237"/>
                </a:lnTo>
                <a:lnTo>
                  <a:pt x="1393" y="14518"/>
                </a:lnTo>
                <a:lnTo>
                  <a:pt x="0" y="12343"/>
                </a:lnTo>
                <a:lnTo>
                  <a:pt x="1785" y="12343"/>
                </a:lnTo>
                <a:lnTo>
                  <a:pt x="3580" y="12343"/>
                </a:lnTo>
                <a:lnTo>
                  <a:pt x="5400" y="12343"/>
                </a:lnTo>
                <a:lnTo>
                  <a:pt x="5400" y="10306"/>
                </a:lnTo>
                <a:lnTo>
                  <a:pt x="5400" y="8267"/>
                </a:lnTo>
                <a:lnTo>
                  <a:pt x="5400" y="6218"/>
                </a:lnTo>
                <a:lnTo>
                  <a:pt x="5400" y="4160"/>
                </a:lnTo>
                <a:lnTo>
                  <a:pt x="5400" y="2089"/>
                </a:lnTo>
                <a:lnTo>
                  <a:pt x="5400" y="0"/>
                </a:lnTo>
                <a:close/>
              </a:path>
            </a:pathLst>
          </a:custGeom>
          <a:solidFill>
            <a:srgbClr val="A8AAB2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0" name="contour_09228"/>
          <p:cNvSpPr/>
          <p:nvPr/>
        </p:nvSpPr>
        <p:spPr>
          <a:xfrm>
            <a:off x="1991994" y="5414978"/>
            <a:ext cx="37154" cy="45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52" y="0"/>
                </a:moveTo>
                <a:lnTo>
                  <a:pt x="7724" y="333"/>
                </a:lnTo>
                <a:lnTo>
                  <a:pt x="9991" y="721"/>
                </a:lnTo>
                <a:lnTo>
                  <a:pt x="13389" y="1504"/>
                </a:lnTo>
                <a:lnTo>
                  <a:pt x="15698" y="2030"/>
                </a:lnTo>
                <a:lnTo>
                  <a:pt x="18041" y="2562"/>
                </a:lnTo>
                <a:lnTo>
                  <a:pt x="19808" y="2995"/>
                </a:lnTo>
                <a:lnTo>
                  <a:pt x="21600" y="3435"/>
                </a:lnTo>
                <a:lnTo>
                  <a:pt x="21388" y="5677"/>
                </a:lnTo>
                <a:lnTo>
                  <a:pt x="21138" y="7879"/>
                </a:lnTo>
                <a:lnTo>
                  <a:pt x="20820" y="10050"/>
                </a:lnTo>
                <a:lnTo>
                  <a:pt x="20414" y="12196"/>
                </a:lnTo>
                <a:lnTo>
                  <a:pt x="19888" y="14319"/>
                </a:lnTo>
                <a:lnTo>
                  <a:pt x="19223" y="16424"/>
                </a:lnTo>
                <a:lnTo>
                  <a:pt x="18388" y="18519"/>
                </a:lnTo>
                <a:lnTo>
                  <a:pt x="17363" y="20607"/>
                </a:lnTo>
                <a:lnTo>
                  <a:pt x="14393" y="21281"/>
                </a:lnTo>
                <a:lnTo>
                  <a:pt x="11673" y="21586"/>
                </a:lnTo>
                <a:lnTo>
                  <a:pt x="9059" y="21600"/>
                </a:lnTo>
                <a:lnTo>
                  <a:pt x="6406" y="21390"/>
                </a:lnTo>
                <a:lnTo>
                  <a:pt x="3572" y="21037"/>
                </a:lnTo>
                <a:lnTo>
                  <a:pt x="415" y="20607"/>
                </a:lnTo>
                <a:lnTo>
                  <a:pt x="335" y="18516"/>
                </a:lnTo>
                <a:lnTo>
                  <a:pt x="267" y="16421"/>
                </a:lnTo>
                <a:lnTo>
                  <a:pt x="208" y="14329"/>
                </a:lnTo>
                <a:lnTo>
                  <a:pt x="153" y="12234"/>
                </a:lnTo>
                <a:lnTo>
                  <a:pt x="76" y="9898"/>
                </a:lnTo>
                <a:lnTo>
                  <a:pt x="0" y="7525"/>
                </a:lnTo>
                <a:lnTo>
                  <a:pt x="305" y="5107"/>
                </a:lnTo>
                <a:lnTo>
                  <a:pt x="894" y="3517"/>
                </a:lnTo>
                <a:lnTo>
                  <a:pt x="2195" y="2050"/>
                </a:lnTo>
                <a:lnTo>
                  <a:pt x="4652" y="0"/>
                </a:lnTo>
                <a:close/>
              </a:path>
            </a:pathLst>
          </a:custGeom>
          <a:solidFill>
            <a:srgbClr val="F4E09C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1" name="contour_09229"/>
          <p:cNvSpPr/>
          <p:nvPr/>
        </p:nvSpPr>
        <p:spPr>
          <a:xfrm>
            <a:off x="1708477" y="539311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4400" y="19563"/>
                </a:lnTo>
                <a:lnTo>
                  <a:pt x="14400" y="17524"/>
                </a:lnTo>
                <a:lnTo>
                  <a:pt x="14400" y="15475"/>
                </a:lnTo>
                <a:lnTo>
                  <a:pt x="14400" y="13417"/>
                </a:lnTo>
                <a:lnTo>
                  <a:pt x="14400" y="11346"/>
                </a:lnTo>
                <a:lnTo>
                  <a:pt x="14400" y="9257"/>
                </a:lnTo>
                <a:lnTo>
                  <a:pt x="12024" y="9766"/>
                </a:lnTo>
                <a:lnTo>
                  <a:pt x="9644" y="10275"/>
                </a:lnTo>
                <a:lnTo>
                  <a:pt x="7254" y="10788"/>
                </a:lnTo>
                <a:lnTo>
                  <a:pt x="4853" y="11303"/>
                </a:lnTo>
                <a:lnTo>
                  <a:pt x="2437" y="11821"/>
                </a:lnTo>
                <a:lnTo>
                  <a:pt x="0" y="12343"/>
                </a:lnTo>
                <a:lnTo>
                  <a:pt x="0" y="10306"/>
                </a:lnTo>
                <a:lnTo>
                  <a:pt x="0" y="8267"/>
                </a:lnTo>
                <a:lnTo>
                  <a:pt x="0" y="6218"/>
                </a:lnTo>
                <a:lnTo>
                  <a:pt x="0" y="4160"/>
                </a:lnTo>
                <a:lnTo>
                  <a:pt x="0" y="2089"/>
                </a:lnTo>
                <a:lnTo>
                  <a:pt x="0" y="0"/>
                </a:lnTo>
                <a:close/>
              </a:path>
            </a:pathLst>
          </a:custGeom>
          <a:solidFill>
            <a:srgbClr val="EBC76D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2" name="contour_09230"/>
          <p:cNvSpPr/>
          <p:nvPr/>
        </p:nvSpPr>
        <p:spPr>
          <a:xfrm>
            <a:off x="1883389" y="5405175"/>
            <a:ext cx="80168" cy="316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42" y="45"/>
                </a:moveTo>
                <a:lnTo>
                  <a:pt x="5946" y="0"/>
                </a:lnTo>
                <a:lnTo>
                  <a:pt x="7401" y="70"/>
                </a:lnTo>
                <a:lnTo>
                  <a:pt x="8809" y="263"/>
                </a:lnTo>
                <a:lnTo>
                  <a:pt x="10178" y="592"/>
                </a:lnTo>
                <a:lnTo>
                  <a:pt x="11511" y="1069"/>
                </a:lnTo>
                <a:lnTo>
                  <a:pt x="12815" y="1710"/>
                </a:lnTo>
                <a:lnTo>
                  <a:pt x="14095" y="2520"/>
                </a:lnTo>
                <a:lnTo>
                  <a:pt x="15358" y="3515"/>
                </a:lnTo>
                <a:lnTo>
                  <a:pt x="16608" y="4703"/>
                </a:lnTo>
                <a:lnTo>
                  <a:pt x="17851" y="6100"/>
                </a:lnTo>
                <a:lnTo>
                  <a:pt x="19094" y="7720"/>
                </a:lnTo>
                <a:lnTo>
                  <a:pt x="20341" y="9565"/>
                </a:lnTo>
                <a:lnTo>
                  <a:pt x="21600" y="11658"/>
                </a:lnTo>
                <a:lnTo>
                  <a:pt x="21600" y="14944"/>
                </a:lnTo>
                <a:lnTo>
                  <a:pt x="21600" y="18249"/>
                </a:lnTo>
                <a:lnTo>
                  <a:pt x="21600" y="21600"/>
                </a:lnTo>
                <a:lnTo>
                  <a:pt x="20493" y="20974"/>
                </a:lnTo>
                <a:lnTo>
                  <a:pt x="19369" y="20337"/>
                </a:lnTo>
                <a:lnTo>
                  <a:pt x="17887" y="19631"/>
                </a:lnTo>
                <a:lnTo>
                  <a:pt x="16447" y="19030"/>
                </a:lnTo>
                <a:lnTo>
                  <a:pt x="15041" y="18543"/>
                </a:lnTo>
                <a:lnTo>
                  <a:pt x="13663" y="18165"/>
                </a:lnTo>
                <a:lnTo>
                  <a:pt x="12308" y="17906"/>
                </a:lnTo>
                <a:lnTo>
                  <a:pt x="10967" y="17772"/>
                </a:lnTo>
                <a:lnTo>
                  <a:pt x="9634" y="17762"/>
                </a:lnTo>
                <a:lnTo>
                  <a:pt x="8304" y="17886"/>
                </a:lnTo>
                <a:lnTo>
                  <a:pt x="6969" y="18140"/>
                </a:lnTo>
                <a:lnTo>
                  <a:pt x="5624" y="18538"/>
                </a:lnTo>
                <a:lnTo>
                  <a:pt x="4259" y="19080"/>
                </a:lnTo>
                <a:lnTo>
                  <a:pt x="2873" y="19766"/>
                </a:lnTo>
                <a:lnTo>
                  <a:pt x="1455" y="20606"/>
                </a:lnTo>
                <a:lnTo>
                  <a:pt x="0" y="21600"/>
                </a:lnTo>
                <a:lnTo>
                  <a:pt x="29" y="17300"/>
                </a:lnTo>
                <a:lnTo>
                  <a:pt x="134" y="13313"/>
                </a:lnTo>
                <a:lnTo>
                  <a:pt x="391" y="9694"/>
                </a:lnTo>
                <a:lnTo>
                  <a:pt x="874" y="6502"/>
                </a:lnTo>
                <a:lnTo>
                  <a:pt x="1661" y="3793"/>
                </a:lnTo>
                <a:lnTo>
                  <a:pt x="2824" y="1621"/>
                </a:lnTo>
                <a:lnTo>
                  <a:pt x="4442" y="45"/>
                </a:lnTo>
                <a:close/>
              </a:path>
            </a:pathLst>
          </a:custGeom>
          <a:solidFill>
            <a:srgbClr val="2E2C3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3" name="contour_09231"/>
          <p:cNvSpPr/>
          <p:nvPr/>
        </p:nvSpPr>
        <p:spPr>
          <a:xfrm>
            <a:off x="10038651" y="5393114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6" y="0"/>
                </a:lnTo>
                <a:lnTo>
                  <a:pt x="7171" y="0"/>
                </a:lnTo>
                <a:lnTo>
                  <a:pt x="8599" y="0"/>
                </a:lnTo>
                <a:lnTo>
                  <a:pt x="10029" y="0"/>
                </a:lnTo>
                <a:lnTo>
                  <a:pt x="11461" y="0"/>
                </a:lnTo>
                <a:lnTo>
                  <a:pt x="12895" y="0"/>
                </a:lnTo>
                <a:lnTo>
                  <a:pt x="14334" y="0"/>
                </a:lnTo>
                <a:lnTo>
                  <a:pt x="15777" y="0"/>
                </a:lnTo>
                <a:lnTo>
                  <a:pt x="17224" y="0"/>
                </a:lnTo>
                <a:lnTo>
                  <a:pt x="18675" y="0"/>
                </a:lnTo>
                <a:lnTo>
                  <a:pt x="20136" y="0"/>
                </a:lnTo>
                <a:lnTo>
                  <a:pt x="21600" y="0"/>
                </a:ln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20174" y="6171"/>
                </a:lnTo>
                <a:lnTo>
                  <a:pt x="18747" y="6171"/>
                </a:lnTo>
                <a:lnTo>
                  <a:pt x="17319" y="6171"/>
                </a:lnTo>
                <a:lnTo>
                  <a:pt x="15887" y="6171"/>
                </a:lnTo>
                <a:lnTo>
                  <a:pt x="14450" y="6171"/>
                </a:lnTo>
                <a:lnTo>
                  <a:pt x="13008" y="6171"/>
                </a:lnTo>
                <a:lnTo>
                  <a:pt x="11560" y="6171"/>
                </a:lnTo>
                <a:lnTo>
                  <a:pt x="10104" y="6171"/>
                </a:lnTo>
                <a:lnTo>
                  <a:pt x="8640" y="6171"/>
                </a:lnTo>
                <a:lnTo>
                  <a:pt x="8640" y="8353"/>
                </a:lnTo>
                <a:lnTo>
                  <a:pt x="8640" y="10538"/>
                </a:lnTo>
                <a:lnTo>
                  <a:pt x="8640" y="12729"/>
                </a:lnTo>
                <a:lnTo>
                  <a:pt x="8640" y="14929"/>
                </a:lnTo>
                <a:lnTo>
                  <a:pt x="8640" y="17138"/>
                </a:lnTo>
                <a:lnTo>
                  <a:pt x="8640" y="19360"/>
                </a:lnTo>
                <a:lnTo>
                  <a:pt x="8640" y="21600"/>
                </a:lnTo>
                <a:lnTo>
                  <a:pt x="7214" y="21091"/>
                </a:lnTo>
                <a:lnTo>
                  <a:pt x="5787" y="20582"/>
                </a:lnTo>
                <a:lnTo>
                  <a:pt x="4352" y="20069"/>
                </a:lnTo>
                <a:lnTo>
                  <a:pt x="2912" y="19554"/>
                </a:lnTo>
                <a:lnTo>
                  <a:pt x="1462" y="19036"/>
                </a:lnTo>
                <a:lnTo>
                  <a:pt x="0" y="18514"/>
                </a:lnTo>
                <a:lnTo>
                  <a:pt x="534" y="18252"/>
                </a:lnTo>
                <a:lnTo>
                  <a:pt x="2143" y="17465"/>
                </a:lnTo>
                <a:lnTo>
                  <a:pt x="2685" y="16959"/>
                </a:lnTo>
                <a:lnTo>
                  <a:pt x="4320" y="15429"/>
                </a:lnTo>
                <a:lnTo>
                  <a:pt x="4562" y="13238"/>
                </a:lnTo>
                <a:lnTo>
                  <a:pt x="4670" y="11686"/>
                </a:lnTo>
                <a:lnTo>
                  <a:pt x="4670" y="10025"/>
                </a:lnTo>
                <a:lnTo>
                  <a:pt x="4590" y="7523"/>
                </a:lnTo>
                <a:lnTo>
                  <a:pt x="4560" y="6705"/>
                </a:lnTo>
                <a:lnTo>
                  <a:pt x="4523" y="5650"/>
                </a:lnTo>
                <a:lnTo>
                  <a:pt x="4450" y="3650"/>
                </a:lnTo>
                <a:lnTo>
                  <a:pt x="4320" y="0"/>
                </a:lnTo>
                <a:close/>
              </a:path>
            </a:pathLst>
          </a:custGeom>
          <a:solidFill>
            <a:srgbClr val="545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4" name="contour_09232"/>
          <p:cNvSpPr/>
          <p:nvPr/>
        </p:nvSpPr>
        <p:spPr>
          <a:xfrm>
            <a:off x="8282245" y="5342098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897" y="586"/>
                </a:lnTo>
                <a:lnTo>
                  <a:pt x="11200" y="2362"/>
                </a:lnTo>
                <a:lnTo>
                  <a:pt x="11505" y="3869"/>
                </a:lnTo>
                <a:lnTo>
                  <a:pt x="11812" y="5400"/>
                </a:lnTo>
                <a:lnTo>
                  <a:pt x="12096" y="6907"/>
                </a:lnTo>
                <a:lnTo>
                  <a:pt x="12382" y="8438"/>
                </a:lnTo>
                <a:lnTo>
                  <a:pt x="12938" y="9609"/>
                </a:lnTo>
                <a:lnTo>
                  <a:pt x="13500" y="10800"/>
                </a:lnTo>
                <a:lnTo>
                  <a:pt x="15285" y="10800"/>
                </a:lnTo>
                <a:lnTo>
                  <a:pt x="17080" y="10800"/>
                </a:lnTo>
                <a:lnTo>
                  <a:pt x="18900" y="10800"/>
                </a:lnTo>
                <a:lnTo>
                  <a:pt x="19707" y="12574"/>
                </a:lnTo>
                <a:lnTo>
                  <a:pt x="20145" y="13975"/>
                </a:lnTo>
                <a:lnTo>
                  <a:pt x="20588" y="16200"/>
                </a:lnTo>
                <a:lnTo>
                  <a:pt x="20893" y="17707"/>
                </a:lnTo>
                <a:lnTo>
                  <a:pt x="21200" y="19238"/>
                </a:lnTo>
                <a:lnTo>
                  <a:pt x="21300" y="19823"/>
                </a:lnTo>
                <a:lnTo>
                  <a:pt x="21600" y="21600"/>
                </a:lnTo>
                <a:lnTo>
                  <a:pt x="19996" y="21600"/>
                </a:lnTo>
                <a:lnTo>
                  <a:pt x="18387" y="21600"/>
                </a:lnTo>
                <a:lnTo>
                  <a:pt x="16772" y="21600"/>
                </a:lnTo>
                <a:lnTo>
                  <a:pt x="15144" y="21600"/>
                </a:lnTo>
                <a:lnTo>
                  <a:pt x="13500" y="21600"/>
                </a:lnTo>
                <a:lnTo>
                  <a:pt x="13500" y="19815"/>
                </a:lnTo>
                <a:lnTo>
                  <a:pt x="13500" y="18020"/>
                </a:lnTo>
                <a:lnTo>
                  <a:pt x="13500" y="16200"/>
                </a:lnTo>
                <a:lnTo>
                  <a:pt x="12274" y="16756"/>
                </a:lnTo>
                <a:lnTo>
                  <a:pt x="11038" y="17320"/>
                </a:lnTo>
                <a:lnTo>
                  <a:pt x="9788" y="17888"/>
                </a:lnTo>
                <a:lnTo>
                  <a:pt x="8338" y="18222"/>
                </a:lnTo>
                <a:lnTo>
                  <a:pt x="6880" y="18557"/>
                </a:lnTo>
                <a:lnTo>
                  <a:pt x="5400" y="18900"/>
                </a:lnTo>
                <a:lnTo>
                  <a:pt x="3418" y="17582"/>
                </a:lnTo>
                <a:lnTo>
                  <a:pt x="2192" y="16581"/>
                </a:lnTo>
                <a:lnTo>
                  <a:pt x="1223" y="15387"/>
                </a:lnTo>
                <a:lnTo>
                  <a:pt x="0" y="13500"/>
                </a:lnTo>
                <a:lnTo>
                  <a:pt x="327" y="11707"/>
                </a:lnTo>
                <a:lnTo>
                  <a:pt x="718" y="10546"/>
                </a:lnTo>
                <a:lnTo>
                  <a:pt x="1426" y="9512"/>
                </a:lnTo>
                <a:lnTo>
                  <a:pt x="2700" y="8100"/>
                </a:lnTo>
                <a:lnTo>
                  <a:pt x="4790" y="7938"/>
                </a:lnTo>
                <a:lnTo>
                  <a:pt x="6256" y="7857"/>
                </a:lnTo>
                <a:lnTo>
                  <a:pt x="7487" y="7857"/>
                </a:lnTo>
                <a:lnTo>
                  <a:pt x="8872" y="7938"/>
                </a:lnTo>
                <a:lnTo>
                  <a:pt x="10800" y="8100"/>
                </a:lnTo>
                <a:lnTo>
                  <a:pt x="10800" y="6496"/>
                </a:lnTo>
                <a:lnTo>
                  <a:pt x="10800" y="4887"/>
                </a:lnTo>
                <a:lnTo>
                  <a:pt x="10800" y="3272"/>
                </a:lnTo>
                <a:lnTo>
                  <a:pt x="10800" y="1644"/>
                </a:lnTo>
                <a:lnTo>
                  <a:pt x="10800" y="0"/>
                </a:lnTo>
                <a:close/>
              </a:path>
            </a:pathLst>
          </a:custGeom>
          <a:solidFill>
            <a:srgbClr val="7B7B75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5" name="contour_09233"/>
          <p:cNvSpPr/>
          <p:nvPr/>
        </p:nvSpPr>
        <p:spPr>
          <a:xfrm>
            <a:off x="9834777" y="5334810"/>
            <a:ext cx="4353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37" y="0"/>
                </a:moveTo>
                <a:lnTo>
                  <a:pt x="9827" y="406"/>
                </a:lnTo>
                <a:lnTo>
                  <a:pt x="11736" y="721"/>
                </a:lnTo>
                <a:lnTo>
                  <a:pt x="13385" y="1050"/>
                </a:lnTo>
                <a:lnTo>
                  <a:pt x="15294" y="1495"/>
                </a:lnTo>
                <a:lnTo>
                  <a:pt x="17984" y="2160"/>
                </a:lnTo>
                <a:lnTo>
                  <a:pt x="17984" y="3588"/>
                </a:lnTo>
                <a:lnTo>
                  <a:pt x="17984" y="5024"/>
                </a:lnTo>
                <a:lnTo>
                  <a:pt x="17984" y="6480"/>
                </a:lnTo>
                <a:lnTo>
                  <a:pt x="15594" y="6480"/>
                </a:lnTo>
                <a:lnTo>
                  <a:pt x="13190" y="6480"/>
                </a:lnTo>
                <a:lnTo>
                  <a:pt x="10753" y="6480"/>
                </a:lnTo>
                <a:lnTo>
                  <a:pt x="11827" y="7763"/>
                </a:lnTo>
                <a:lnTo>
                  <a:pt x="12901" y="9046"/>
                </a:lnTo>
                <a:lnTo>
                  <a:pt x="13978" y="10333"/>
                </a:lnTo>
                <a:lnTo>
                  <a:pt x="15056" y="11621"/>
                </a:lnTo>
                <a:lnTo>
                  <a:pt x="16137" y="12910"/>
                </a:lnTo>
                <a:lnTo>
                  <a:pt x="17218" y="14206"/>
                </a:lnTo>
                <a:lnTo>
                  <a:pt x="18306" y="15507"/>
                </a:lnTo>
                <a:lnTo>
                  <a:pt x="19398" y="16811"/>
                </a:lnTo>
                <a:lnTo>
                  <a:pt x="20497" y="18122"/>
                </a:lnTo>
                <a:lnTo>
                  <a:pt x="21600" y="19440"/>
                </a:lnTo>
                <a:lnTo>
                  <a:pt x="19214" y="19796"/>
                </a:lnTo>
                <a:lnTo>
                  <a:pt x="16824" y="20153"/>
                </a:lnTo>
                <a:lnTo>
                  <a:pt x="14423" y="20511"/>
                </a:lnTo>
                <a:lnTo>
                  <a:pt x="12011" y="20872"/>
                </a:lnTo>
                <a:lnTo>
                  <a:pt x="9585" y="21235"/>
                </a:lnTo>
                <a:lnTo>
                  <a:pt x="7137" y="21600"/>
                </a:lnTo>
                <a:lnTo>
                  <a:pt x="4968" y="19250"/>
                </a:lnTo>
                <a:lnTo>
                  <a:pt x="3243" y="17338"/>
                </a:lnTo>
                <a:lnTo>
                  <a:pt x="1927" y="15774"/>
                </a:lnTo>
                <a:lnTo>
                  <a:pt x="980" y="14483"/>
                </a:lnTo>
                <a:lnTo>
                  <a:pt x="369" y="13373"/>
                </a:lnTo>
                <a:lnTo>
                  <a:pt x="54" y="12366"/>
                </a:lnTo>
                <a:lnTo>
                  <a:pt x="0" y="11377"/>
                </a:lnTo>
                <a:lnTo>
                  <a:pt x="170" y="10320"/>
                </a:lnTo>
                <a:lnTo>
                  <a:pt x="524" y="9117"/>
                </a:lnTo>
                <a:lnTo>
                  <a:pt x="1034" y="7679"/>
                </a:lnTo>
                <a:lnTo>
                  <a:pt x="1960" y="6363"/>
                </a:lnTo>
                <a:lnTo>
                  <a:pt x="2911" y="5067"/>
                </a:lnTo>
                <a:lnTo>
                  <a:pt x="3901" y="3786"/>
                </a:lnTo>
                <a:lnTo>
                  <a:pt x="4928" y="2516"/>
                </a:lnTo>
                <a:lnTo>
                  <a:pt x="6006" y="1255"/>
                </a:lnTo>
                <a:lnTo>
                  <a:pt x="7137" y="0"/>
                </a:lnTo>
                <a:close/>
              </a:path>
            </a:pathLst>
          </a:custGeom>
          <a:solidFill>
            <a:srgbClr val="808082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6" name="contour_09234"/>
          <p:cNvSpPr/>
          <p:nvPr/>
        </p:nvSpPr>
        <p:spPr>
          <a:xfrm>
            <a:off x="2065421" y="5327522"/>
            <a:ext cx="5847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23" y="0"/>
                </a:moveTo>
                <a:lnTo>
                  <a:pt x="15122" y="389"/>
                </a:lnTo>
                <a:lnTo>
                  <a:pt x="16727" y="780"/>
                </a:lnTo>
                <a:lnTo>
                  <a:pt x="18337" y="1170"/>
                </a:lnTo>
                <a:lnTo>
                  <a:pt x="19960" y="1565"/>
                </a:lnTo>
                <a:lnTo>
                  <a:pt x="21600" y="1964"/>
                </a:lnTo>
                <a:lnTo>
                  <a:pt x="20275" y="2123"/>
                </a:lnTo>
                <a:lnTo>
                  <a:pt x="18945" y="2284"/>
                </a:lnTo>
                <a:lnTo>
                  <a:pt x="17594" y="2447"/>
                </a:lnTo>
                <a:lnTo>
                  <a:pt x="16994" y="2665"/>
                </a:lnTo>
                <a:lnTo>
                  <a:pt x="15938" y="3048"/>
                </a:lnTo>
                <a:lnTo>
                  <a:pt x="13523" y="3927"/>
                </a:lnTo>
                <a:lnTo>
                  <a:pt x="13246" y="5337"/>
                </a:lnTo>
                <a:lnTo>
                  <a:pt x="13049" y="6655"/>
                </a:lnTo>
                <a:lnTo>
                  <a:pt x="12931" y="7927"/>
                </a:lnTo>
                <a:lnTo>
                  <a:pt x="12888" y="9198"/>
                </a:lnTo>
                <a:lnTo>
                  <a:pt x="12917" y="10507"/>
                </a:lnTo>
                <a:lnTo>
                  <a:pt x="13017" y="11904"/>
                </a:lnTo>
                <a:lnTo>
                  <a:pt x="13074" y="13019"/>
                </a:lnTo>
                <a:lnTo>
                  <a:pt x="13130" y="14148"/>
                </a:lnTo>
                <a:lnTo>
                  <a:pt x="13211" y="15521"/>
                </a:lnTo>
                <a:lnTo>
                  <a:pt x="13305" y="16893"/>
                </a:lnTo>
                <a:lnTo>
                  <a:pt x="13410" y="18266"/>
                </a:lnTo>
                <a:lnTo>
                  <a:pt x="13523" y="19636"/>
                </a:lnTo>
                <a:lnTo>
                  <a:pt x="12191" y="18664"/>
                </a:lnTo>
                <a:lnTo>
                  <a:pt x="10850" y="17688"/>
                </a:lnTo>
                <a:lnTo>
                  <a:pt x="9504" y="16705"/>
                </a:lnTo>
                <a:lnTo>
                  <a:pt x="8139" y="15709"/>
                </a:lnTo>
                <a:lnTo>
                  <a:pt x="7606" y="16875"/>
                </a:lnTo>
                <a:lnTo>
                  <a:pt x="7070" y="18046"/>
                </a:lnTo>
                <a:lnTo>
                  <a:pt x="6534" y="19220"/>
                </a:lnTo>
                <a:lnTo>
                  <a:pt x="5993" y="20404"/>
                </a:lnTo>
                <a:lnTo>
                  <a:pt x="5446" y="21600"/>
                </a:lnTo>
                <a:lnTo>
                  <a:pt x="3823" y="21194"/>
                </a:lnTo>
                <a:lnTo>
                  <a:pt x="2722" y="20854"/>
                </a:lnTo>
                <a:lnTo>
                  <a:pt x="1637" y="20396"/>
                </a:lnTo>
                <a:lnTo>
                  <a:pt x="62" y="19636"/>
                </a:lnTo>
                <a:lnTo>
                  <a:pt x="0" y="18242"/>
                </a:lnTo>
                <a:lnTo>
                  <a:pt x="51" y="17254"/>
                </a:lnTo>
                <a:lnTo>
                  <a:pt x="275" y="16198"/>
                </a:lnTo>
                <a:lnTo>
                  <a:pt x="735" y="14606"/>
                </a:lnTo>
                <a:lnTo>
                  <a:pt x="1090" y="13260"/>
                </a:lnTo>
                <a:lnTo>
                  <a:pt x="1451" y="11898"/>
                </a:lnTo>
                <a:lnTo>
                  <a:pt x="2097" y="10865"/>
                </a:lnTo>
                <a:lnTo>
                  <a:pt x="2754" y="9818"/>
                </a:lnTo>
                <a:lnTo>
                  <a:pt x="4534" y="9818"/>
                </a:lnTo>
                <a:lnTo>
                  <a:pt x="6324" y="9818"/>
                </a:lnTo>
                <a:lnTo>
                  <a:pt x="8139" y="9818"/>
                </a:lnTo>
                <a:lnTo>
                  <a:pt x="9146" y="8534"/>
                </a:lnTo>
                <a:lnTo>
                  <a:pt x="9794" y="7593"/>
                </a:lnTo>
                <a:lnTo>
                  <a:pt x="10376" y="6539"/>
                </a:lnTo>
                <a:lnTo>
                  <a:pt x="11167" y="4909"/>
                </a:lnTo>
                <a:lnTo>
                  <a:pt x="11620" y="3996"/>
                </a:lnTo>
                <a:lnTo>
                  <a:pt x="12075" y="3079"/>
                </a:lnTo>
                <a:lnTo>
                  <a:pt x="12535" y="2148"/>
                </a:lnTo>
                <a:lnTo>
                  <a:pt x="13025" y="1082"/>
                </a:lnTo>
                <a:lnTo>
                  <a:pt x="13523" y="0"/>
                </a:lnTo>
                <a:close/>
              </a:path>
            </a:pathLst>
          </a:custGeom>
          <a:solidFill>
            <a:srgbClr val="4D4B55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7" name="contour_09235"/>
          <p:cNvSpPr/>
          <p:nvPr/>
        </p:nvSpPr>
        <p:spPr>
          <a:xfrm>
            <a:off x="6977695" y="5333972"/>
            <a:ext cx="80168" cy="372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86"/>
                </a:moveTo>
                <a:lnTo>
                  <a:pt x="1638" y="207"/>
                </a:lnTo>
                <a:lnTo>
                  <a:pt x="3201" y="42"/>
                </a:lnTo>
                <a:lnTo>
                  <a:pt x="4697" y="0"/>
                </a:lnTo>
                <a:lnTo>
                  <a:pt x="6134" y="84"/>
                </a:lnTo>
                <a:lnTo>
                  <a:pt x="7521" y="304"/>
                </a:lnTo>
                <a:lnTo>
                  <a:pt x="8862" y="663"/>
                </a:lnTo>
                <a:lnTo>
                  <a:pt x="10168" y="1166"/>
                </a:lnTo>
                <a:lnTo>
                  <a:pt x="11446" y="1816"/>
                </a:lnTo>
                <a:lnTo>
                  <a:pt x="12703" y="2627"/>
                </a:lnTo>
                <a:lnTo>
                  <a:pt x="13950" y="3594"/>
                </a:lnTo>
                <a:lnTo>
                  <a:pt x="15191" y="4734"/>
                </a:lnTo>
                <a:lnTo>
                  <a:pt x="16434" y="6047"/>
                </a:lnTo>
                <a:lnTo>
                  <a:pt x="17690" y="7542"/>
                </a:lnTo>
                <a:lnTo>
                  <a:pt x="18963" y="9219"/>
                </a:lnTo>
                <a:lnTo>
                  <a:pt x="20265" y="11089"/>
                </a:lnTo>
                <a:lnTo>
                  <a:pt x="21600" y="13154"/>
                </a:lnTo>
                <a:lnTo>
                  <a:pt x="20563" y="15105"/>
                </a:lnTo>
                <a:lnTo>
                  <a:pt x="19548" y="16790"/>
                </a:lnTo>
                <a:lnTo>
                  <a:pt x="18525" y="18217"/>
                </a:lnTo>
                <a:lnTo>
                  <a:pt x="17465" y="19404"/>
                </a:lnTo>
                <a:lnTo>
                  <a:pt x="16334" y="20354"/>
                </a:lnTo>
                <a:lnTo>
                  <a:pt x="15104" y="21081"/>
                </a:lnTo>
                <a:lnTo>
                  <a:pt x="13745" y="21600"/>
                </a:lnTo>
                <a:lnTo>
                  <a:pt x="12502" y="20502"/>
                </a:lnTo>
                <a:lnTo>
                  <a:pt x="11285" y="19345"/>
                </a:lnTo>
                <a:lnTo>
                  <a:pt x="10087" y="18133"/>
                </a:lnTo>
                <a:lnTo>
                  <a:pt x="8911" y="16866"/>
                </a:lnTo>
                <a:lnTo>
                  <a:pt x="7752" y="15540"/>
                </a:lnTo>
                <a:lnTo>
                  <a:pt x="6610" y="14159"/>
                </a:lnTo>
                <a:lnTo>
                  <a:pt x="5481" y="12724"/>
                </a:lnTo>
                <a:lnTo>
                  <a:pt x="4367" y="11229"/>
                </a:lnTo>
                <a:lnTo>
                  <a:pt x="3264" y="9683"/>
                </a:lnTo>
                <a:lnTo>
                  <a:pt x="2168" y="8078"/>
                </a:lnTo>
                <a:lnTo>
                  <a:pt x="1082" y="6423"/>
                </a:lnTo>
                <a:lnTo>
                  <a:pt x="0" y="4709"/>
                </a:lnTo>
                <a:lnTo>
                  <a:pt x="0" y="2614"/>
                </a:lnTo>
                <a:lnTo>
                  <a:pt x="0" y="486"/>
                </a:lnTo>
                <a:close/>
              </a:path>
            </a:pathLst>
          </a:custGeom>
          <a:solidFill>
            <a:srgbClr val="1F1F1F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8" name="contour_09236"/>
          <p:cNvSpPr/>
          <p:nvPr/>
        </p:nvSpPr>
        <p:spPr>
          <a:xfrm>
            <a:off x="5133833" y="5320234"/>
            <a:ext cx="51016" cy="439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32" y="311"/>
                </a:lnTo>
                <a:lnTo>
                  <a:pt x="3860" y="644"/>
                </a:lnTo>
                <a:lnTo>
                  <a:pt x="5789" y="988"/>
                </a:lnTo>
                <a:lnTo>
                  <a:pt x="7714" y="1342"/>
                </a:lnTo>
                <a:lnTo>
                  <a:pt x="9868" y="1718"/>
                </a:lnTo>
                <a:lnTo>
                  <a:pt x="12053" y="2097"/>
                </a:lnTo>
                <a:lnTo>
                  <a:pt x="13728" y="2834"/>
                </a:lnTo>
                <a:lnTo>
                  <a:pt x="15429" y="3579"/>
                </a:lnTo>
                <a:lnTo>
                  <a:pt x="15429" y="5944"/>
                </a:lnTo>
                <a:lnTo>
                  <a:pt x="15429" y="8324"/>
                </a:lnTo>
                <a:lnTo>
                  <a:pt x="15429" y="10736"/>
                </a:lnTo>
                <a:lnTo>
                  <a:pt x="17261" y="12049"/>
                </a:lnTo>
                <a:lnTo>
                  <a:pt x="18514" y="12861"/>
                </a:lnTo>
                <a:lnTo>
                  <a:pt x="19767" y="13502"/>
                </a:lnTo>
                <a:lnTo>
                  <a:pt x="21600" y="14314"/>
                </a:lnTo>
                <a:lnTo>
                  <a:pt x="20202" y="16565"/>
                </a:lnTo>
                <a:lnTo>
                  <a:pt x="19094" y="18061"/>
                </a:lnTo>
                <a:lnTo>
                  <a:pt x="17693" y="19471"/>
                </a:lnTo>
                <a:lnTo>
                  <a:pt x="15429" y="21471"/>
                </a:lnTo>
                <a:lnTo>
                  <a:pt x="13114" y="21600"/>
                </a:lnTo>
                <a:lnTo>
                  <a:pt x="10967" y="21482"/>
                </a:lnTo>
                <a:lnTo>
                  <a:pt x="8939" y="21081"/>
                </a:lnTo>
                <a:lnTo>
                  <a:pt x="6980" y="20373"/>
                </a:lnTo>
                <a:lnTo>
                  <a:pt x="5045" y="19320"/>
                </a:lnTo>
                <a:lnTo>
                  <a:pt x="3086" y="17893"/>
                </a:lnTo>
                <a:lnTo>
                  <a:pt x="2382" y="15699"/>
                </a:lnTo>
                <a:lnTo>
                  <a:pt x="1796" y="13505"/>
                </a:lnTo>
                <a:lnTo>
                  <a:pt x="1318" y="11312"/>
                </a:lnTo>
                <a:lnTo>
                  <a:pt x="926" y="9104"/>
                </a:lnTo>
                <a:lnTo>
                  <a:pt x="614" y="6878"/>
                </a:lnTo>
                <a:lnTo>
                  <a:pt x="364" y="4623"/>
                </a:lnTo>
                <a:lnTo>
                  <a:pt x="164" y="2333"/>
                </a:lnTo>
                <a:lnTo>
                  <a:pt x="0" y="0"/>
                </a:lnTo>
                <a:close/>
              </a:path>
            </a:pathLst>
          </a:custGeom>
          <a:solidFill>
            <a:srgbClr val="7B7E82"/>
          </a:solidFill>
          <a:ln>
            <a:noFill/>
          </a:ln>
        </p:spPr>
        <p:txBody>
          <a:bodyPr/>
          <a:lstStyle/>
          <a:p/>
        </p:txBody>
      </p:sp>
      <p:sp>
        <p:nvSpPr>
          <p:cNvPr id="9239" name="contour_09237"/>
          <p:cNvSpPr/>
          <p:nvPr/>
        </p:nvSpPr>
        <p:spPr>
          <a:xfrm>
            <a:off x="4900617" y="5283634"/>
            <a:ext cx="58304" cy="58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59"/>
                </a:moveTo>
                <a:lnTo>
                  <a:pt x="19945" y="1640"/>
                </a:lnTo>
                <a:lnTo>
                  <a:pt x="20574" y="2728"/>
                </a:lnTo>
                <a:lnTo>
                  <a:pt x="21041" y="3826"/>
                </a:lnTo>
                <a:lnTo>
                  <a:pt x="21600" y="5444"/>
                </a:lnTo>
                <a:lnTo>
                  <a:pt x="20317" y="5611"/>
                </a:lnTo>
                <a:lnTo>
                  <a:pt x="19027" y="5781"/>
                </a:lnTo>
                <a:lnTo>
                  <a:pt x="17717" y="5951"/>
                </a:lnTo>
                <a:lnTo>
                  <a:pt x="15260" y="7265"/>
                </a:lnTo>
                <a:lnTo>
                  <a:pt x="13886" y="8261"/>
                </a:lnTo>
                <a:lnTo>
                  <a:pt x="13084" y="9443"/>
                </a:lnTo>
                <a:lnTo>
                  <a:pt x="12361" y="11314"/>
                </a:lnTo>
                <a:lnTo>
                  <a:pt x="12042" y="13024"/>
                </a:lnTo>
                <a:lnTo>
                  <a:pt x="11745" y="14731"/>
                </a:lnTo>
                <a:lnTo>
                  <a:pt x="11472" y="16441"/>
                </a:lnTo>
                <a:lnTo>
                  <a:pt x="11224" y="18153"/>
                </a:lnTo>
                <a:lnTo>
                  <a:pt x="11000" y="19871"/>
                </a:lnTo>
                <a:lnTo>
                  <a:pt x="10800" y="21600"/>
                </a:lnTo>
                <a:lnTo>
                  <a:pt x="9445" y="21024"/>
                </a:lnTo>
                <a:lnTo>
                  <a:pt x="8092" y="20439"/>
                </a:lnTo>
                <a:lnTo>
                  <a:pt x="6745" y="19844"/>
                </a:lnTo>
                <a:lnTo>
                  <a:pt x="5400" y="19244"/>
                </a:lnTo>
                <a:lnTo>
                  <a:pt x="3893" y="18587"/>
                </a:lnTo>
                <a:lnTo>
                  <a:pt x="2362" y="17919"/>
                </a:lnTo>
                <a:lnTo>
                  <a:pt x="1191" y="17074"/>
                </a:lnTo>
                <a:lnTo>
                  <a:pt x="0" y="16215"/>
                </a:lnTo>
                <a:lnTo>
                  <a:pt x="0" y="14435"/>
                </a:lnTo>
                <a:lnTo>
                  <a:pt x="0" y="12644"/>
                </a:lnTo>
                <a:lnTo>
                  <a:pt x="0" y="10830"/>
                </a:lnTo>
                <a:lnTo>
                  <a:pt x="1785" y="10830"/>
                </a:lnTo>
                <a:lnTo>
                  <a:pt x="3580" y="10830"/>
                </a:lnTo>
                <a:lnTo>
                  <a:pt x="5400" y="10830"/>
                </a:lnTo>
                <a:lnTo>
                  <a:pt x="5276" y="10261"/>
                </a:lnTo>
                <a:lnTo>
                  <a:pt x="5057" y="9257"/>
                </a:lnTo>
                <a:lnTo>
                  <a:pt x="4558" y="6958"/>
                </a:lnTo>
                <a:lnTo>
                  <a:pt x="4836" y="5568"/>
                </a:lnTo>
                <a:lnTo>
                  <a:pt x="5116" y="4171"/>
                </a:lnTo>
                <a:lnTo>
                  <a:pt x="5400" y="2752"/>
                </a:lnTo>
                <a:lnTo>
                  <a:pt x="7034" y="2052"/>
                </a:lnTo>
                <a:lnTo>
                  <a:pt x="8675" y="1449"/>
                </a:lnTo>
                <a:lnTo>
                  <a:pt x="10325" y="942"/>
                </a:lnTo>
                <a:lnTo>
                  <a:pt x="11988" y="539"/>
                </a:lnTo>
                <a:lnTo>
                  <a:pt x="13673" y="242"/>
                </a:lnTo>
                <a:lnTo>
                  <a:pt x="15382" y="62"/>
                </a:lnTo>
                <a:lnTo>
                  <a:pt x="17123" y="0"/>
                </a:lnTo>
                <a:lnTo>
                  <a:pt x="18900" y="59"/>
                </a:lnTo>
                <a:close/>
              </a:path>
            </a:pathLst>
          </a:custGeom>
          <a:solidFill>
            <a:srgbClr val="565046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0" name="contour_09238"/>
          <p:cNvSpPr/>
          <p:nvPr/>
        </p:nvSpPr>
        <p:spPr>
          <a:xfrm>
            <a:off x="8537325" y="5283794"/>
            <a:ext cx="58304" cy="40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325"/>
                </a:lnTo>
                <a:lnTo>
                  <a:pt x="3564" y="647"/>
                </a:lnTo>
                <a:lnTo>
                  <a:pt x="5349" y="972"/>
                </a:lnTo>
                <a:lnTo>
                  <a:pt x="7136" y="1293"/>
                </a:lnTo>
                <a:lnTo>
                  <a:pt x="8926" y="1619"/>
                </a:lnTo>
                <a:lnTo>
                  <a:pt x="10719" y="1944"/>
                </a:lnTo>
                <a:lnTo>
                  <a:pt x="12517" y="2269"/>
                </a:lnTo>
                <a:lnTo>
                  <a:pt x="14321" y="2599"/>
                </a:lnTo>
                <a:lnTo>
                  <a:pt x="16130" y="2928"/>
                </a:lnTo>
                <a:lnTo>
                  <a:pt x="17944" y="3257"/>
                </a:lnTo>
                <a:lnTo>
                  <a:pt x="19769" y="3586"/>
                </a:lnTo>
                <a:lnTo>
                  <a:pt x="21600" y="3919"/>
                </a:lnTo>
                <a:lnTo>
                  <a:pt x="20347" y="8736"/>
                </a:lnTo>
                <a:lnTo>
                  <a:pt x="19356" y="12393"/>
                </a:lnTo>
                <a:lnTo>
                  <a:pt x="18530" y="15090"/>
                </a:lnTo>
                <a:lnTo>
                  <a:pt x="17780" y="17030"/>
                </a:lnTo>
                <a:lnTo>
                  <a:pt x="17005" y="18421"/>
                </a:lnTo>
                <a:lnTo>
                  <a:pt x="16119" y="19464"/>
                </a:lnTo>
                <a:lnTo>
                  <a:pt x="15023" y="20365"/>
                </a:lnTo>
                <a:lnTo>
                  <a:pt x="13627" y="21326"/>
                </a:lnTo>
                <a:lnTo>
                  <a:pt x="11767" y="21576"/>
                </a:lnTo>
                <a:lnTo>
                  <a:pt x="10155" y="21600"/>
                </a:lnTo>
                <a:lnTo>
                  <a:pt x="8648" y="21326"/>
                </a:lnTo>
                <a:lnTo>
                  <a:pt x="7109" y="20679"/>
                </a:lnTo>
                <a:lnTo>
                  <a:pt x="5400" y="19597"/>
                </a:lnTo>
                <a:lnTo>
                  <a:pt x="4441" y="17218"/>
                </a:lnTo>
                <a:lnTo>
                  <a:pt x="3610" y="14866"/>
                </a:lnTo>
                <a:lnTo>
                  <a:pt x="2884" y="12519"/>
                </a:lnTo>
                <a:lnTo>
                  <a:pt x="2238" y="10147"/>
                </a:lnTo>
                <a:lnTo>
                  <a:pt x="1650" y="7737"/>
                </a:lnTo>
                <a:lnTo>
                  <a:pt x="1096" y="5256"/>
                </a:lnTo>
                <a:lnTo>
                  <a:pt x="553" y="2685"/>
                </a:lnTo>
                <a:lnTo>
                  <a:pt x="0" y="0"/>
                </a:lnTo>
                <a:close/>
              </a:path>
            </a:pathLst>
          </a:custGeom>
          <a:solidFill>
            <a:srgbClr val="232423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1" name="contour_09239"/>
          <p:cNvSpPr/>
          <p:nvPr/>
        </p:nvSpPr>
        <p:spPr>
          <a:xfrm>
            <a:off x="782902" y="5282752"/>
            <a:ext cx="58304" cy="37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605"/>
                </a:moveTo>
                <a:lnTo>
                  <a:pt x="19894" y="3750"/>
                </a:lnTo>
                <a:lnTo>
                  <a:pt x="20531" y="5982"/>
                </a:lnTo>
                <a:lnTo>
                  <a:pt x="20941" y="7910"/>
                </a:lnTo>
                <a:lnTo>
                  <a:pt x="21254" y="10143"/>
                </a:lnTo>
                <a:lnTo>
                  <a:pt x="21600" y="13288"/>
                </a:lnTo>
                <a:lnTo>
                  <a:pt x="18735" y="16163"/>
                </a:lnTo>
                <a:lnTo>
                  <a:pt x="16516" y="18319"/>
                </a:lnTo>
                <a:lnTo>
                  <a:pt x="14782" y="19845"/>
                </a:lnTo>
                <a:lnTo>
                  <a:pt x="13373" y="20835"/>
                </a:lnTo>
                <a:lnTo>
                  <a:pt x="12118" y="21389"/>
                </a:lnTo>
                <a:lnTo>
                  <a:pt x="10862" y="21600"/>
                </a:lnTo>
                <a:lnTo>
                  <a:pt x="9437" y="21558"/>
                </a:lnTo>
                <a:lnTo>
                  <a:pt x="7679" y="21363"/>
                </a:lnTo>
                <a:lnTo>
                  <a:pt x="6199" y="20754"/>
                </a:lnTo>
                <a:lnTo>
                  <a:pt x="5060" y="20251"/>
                </a:lnTo>
                <a:lnTo>
                  <a:pt x="3893" y="19664"/>
                </a:lnTo>
                <a:lnTo>
                  <a:pt x="2330" y="18814"/>
                </a:lnTo>
                <a:lnTo>
                  <a:pt x="0" y="17516"/>
                </a:lnTo>
                <a:lnTo>
                  <a:pt x="834" y="12574"/>
                </a:lnTo>
                <a:lnTo>
                  <a:pt x="1480" y="9149"/>
                </a:lnTo>
                <a:lnTo>
                  <a:pt x="2071" y="6803"/>
                </a:lnTo>
                <a:lnTo>
                  <a:pt x="2749" y="5107"/>
                </a:lnTo>
                <a:lnTo>
                  <a:pt x="3642" y="3623"/>
                </a:lnTo>
                <a:lnTo>
                  <a:pt x="4892" y="1924"/>
                </a:lnTo>
                <a:lnTo>
                  <a:pt x="6739" y="1222"/>
                </a:lnTo>
                <a:lnTo>
                  <a:pt x="8483" y="685"/>
                </a:lnTo>
                <a:lnTo>
                  <a:pt x="10166" y="304"/>
                </a:lnTo>
                <a:lnTo>
                  <a:pt x="11823" y="76"/>
                </a:lnTo>
                <a:lnTo>
                  <a:pt x="13487" y="0"/>
                </a:lnTo>
                <a:lnTo>
                  <a:pt x="15198" y="63"/>
                </a:lnTo>
                <a:lnTo>
                  <a:pt x="16988" y="266"/>
                </a:lnTo>
                <a:lnTo>
                  <a:pt x="18900" y="605"/>
                </a:lnTo>
                <a:close/>
              </a:path>
            </a:pathLst>
          </a:custGeom>
          <a:solidFill>
            <a:srgbClr val="3A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2" name="contour_09240"/>
          <p:cNvSpPr/>
          <p:nvPr/>
        </p:nvSpPr>
        <p:spPr>
          <a:xfrm>
            <a:off x="4266562" y="5276717"/>
            <a:ext cx="94744" cy="216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38" y="7059"/>
                </a:moveTo>
                <a:lnTo>
                  <a:pt x="20527" y="11552"/>
                </a:lnTo>
                <a:lnTo>
                  <a:pt x="20897" y="14562"/>
                </a:lnTo>
                <a:lnTo>
                  <a:pt x="21201" y="17456"/>
                </a:lnTo>
                <a:lnTo>
                  <a:pt x="21600" y="21600"/>
                </a:lnTo>
                <a:lnTo>
                  <a:pt x="20464" y="21600"/>
                </a:lnTo>
                <a:lnTo>
                  <a:pt x="19327" y="21600"/>
                </a:lnTo>
                <a:lnTo>
                  <a:pt x="18189" y="21600"/>
                </a:lnTo>
                <a:lnTo>
                  <a:pt x="17052" y="21600"/>
                </a:lnTo>
                <a:lnTo>
                  <a:pt x="15916" y="21600"/>
                </a:lnTo>
                <a:lnTo>
                  <a:pt x="14779" y="21600"/>
                </a:lnTo>
                <a:lnTo>
                  <a:pt x="13643" y="21600"/>
                </a:lnTo>
                <a:lnTo>
                  <a:pt x="12505" y="21600"/>
                </a:lnTo>
                <a:lnTo>
                  <a:pt x="11368" y="21600"/>
                </a:lnTo>
                <a:lnTo>
                  <a:pt x="10232" y="21600"/>
                </a:lnTo>
                <a:lnTo>
                  <a:pt x="9095" y="21600"/>
                </a:lnTo>
                <a:lnTo>
                  <a:pt x="7957" y="21600"/>
                </a:lnTo>
                <a:lnTo>
                  <a:pt x="6821" y="21600"/>
                </a:lnTo>
                <a:lnTo>
                  <a:pt x="5684" y="21600"/>
                </a:lnTo>
                <a:lnTo>
                  <a:pt x="4548" y="21600"/>
                </a:lnTo>
                <a:lnTo>
                  <a:pt x="3411" y="21600"/>
                </a:lnTo>
                <a:lnTo>
                  <a:pt x="2273" y="21600"/>
                </a:lnTo>
                <a:lnTo>
                  <a:pt x="1136" y="21600"/>
                </a:lnTo>
                <a:lnTo>
                  <a:pt x="0" y="21600"/>
                </a:lnTo>
                <a:lnTo>
                  <a:pt x="299" y="17456"/>
                </a:lnTo>
                <a:lnTo>
                  <a:pt x="573" y="14562"/>
                </a:lnTo>
                <a:lnTo>
                  <a:pt x="975" y="11552"/>
                </a:lnTo>
                <a:lnTo>
                  <a:pt x="1662" y="7059"/>
                </a:lnTo>
                <a:lnTo>
                  <a:pt x="2793" y="5634"/>
                </a:lnTo>
                <a:lnTo>
                  <a:pt x="3933" y="4333"/>
                </a:lnTo>
                <a:lnTo>
                  <a:pt x="5079" y="3184"/>
                </a:lnTo>
                <a:lnTo>
                  <a:pt x="6232" y="2188"/>
                </a:lnTo>
                <a:lnTo>
                  <a:pt x="7387" y="1360"/>
                </a:lnTo>
                <a:lnTo>
                  <a:pt x="8545" y="720"/>
                </a:lnTo>
                <a:lnTo>
                  <a:pt x="9703" y="269"/>
                </a:lnTo>
                <a:lnTo>
                  <a:pt x="10861" y="22"/>
                </a:lnTo>
                <a:lnTo>
                  <a:pt x="12018" y="0"/>
                </a:lnTo>
                <a:lnTo>
                  <a:pt x="13171" y="211"/>
                </a:lnTo>
                <a:lnTo>
                  <a:pt x="14319" y="662"/>
                </a:lnTo>
                <a:lnTo>
                  <a:pt x="15461" y="1374"/>
                </a:lnTo>
                <a:lnTo>
                  <a:pt x="16595" y="2363"/>
                </a:lnTo>
                <a:lnTo>
                  <a:pt x="17720" y="3628"/>
                </a:lnTo>
                <a:lnTo>
                  <a:pt x="18835" y="5191"/>
                </a:lnTo>
                <a:lnTo>
                  <a:pt x="19938" y="7059"/>
                </a:lnTo>
                <a:close/>
              </a:path>
            </a:pathLst>
          </a:custGeom>
          <a:solidFill>
            <a:srgbClr val="2B2926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3" name="contour_09241"/>
          <p:cNvSpPr/>
          <p:nvPr/>
        </p:nvSpPr>
        <p:spPr>
          <a:xfrm>
            <a:off x="4980785" y="5232778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383" y="0"/>
                </a:lnTo>
                <a:lnTo>
                  <a:pt x="16435" y="0"/>
                </a:lnTo>
                <a:lnTo>
                  <a:pt x="18514" y="0"/>
                </a:lnTo>
                <a:lnTo>
                  <a:pt x="18854" y="2037"/>
                </a:lnTo>
                <a:lnTo>
                  <a:pt x="19193" y="4076"/>
                </a:lnTo>
                <a:lnTo>
                  <a:pt x="19533" y="6116"/>
                </a:lnTo>
                <a:lnTo>
                  <a:pt x="19875" y="8162"/>
                </a:lnTo>
                <a:lnTo>
                  <a:pt x="20218" y="10214"/>
                </a:lnTo>
                <a:lnTo>
                  <a:pt x="20560" y="12275"/>
                </a:lnTo>
                <a:lnTo>
                  <a:pt x="20906" y="14342"/>
                </a:lnTo>
                <a:lnTo>
                  <a:pt x="21251" y="16422"/>
                </a:lnTo>
                <a:lnTo>
                  <a:pt x="21600" y="18514"/>
                </a:lnTo>
                <a:lnTo>
                  <a:pt x="19462" y="18820"/>
                </a:lnTo>
                <a:lnTo>
                  <a:pt x="17320" y="19125"/>
                </a:lnTo>
                <a:lnTo>
                  <a:pt x="15179" y="19431"/>
                </a:lnTo>
                <a:lnTo>
                  <a:pt x="13034" y="19739"/>
                </a:lnTo>
                <a:lnTo>
                  <a:pt x="10880" y="20045"/>
                </a:lnTo>
                <a:lnTo>
                  <a:pt x="8723" y="20353"/>
                </a:lnTo>
                <a:lnTo>
                  <a:pt x="6557" y="20662"/>
                </a:lnTo>
                <a:lnTo>
                  <a:pt x="4382" y="20974"/>
                </a:lnTo>
                <a:lnTo>
                  <a:pt x="2197" y="21285"/>
                </a:lnTo>
                <a:lnTo>
                  <a:pt x="0" y="21600"/>
                </a:lnTo>
                <a:lnTo>
                  <a:pt x="1728" y="18021"/>
                </a:lnTo>
                <a:lnTo>
                  <a:pt x="3188" y="15015"/>
                </a:lnTo>
                <a:lnTo>
                  <a:pt x="4419" y="12509"/>
                </a:lnTo>
                <a:lnTo>
                  <a:pt x="5465" y="10427"/>
                </a:lnTo>
                <a:lnTo>
                  <a:pt x="6372" y="8689"/>
                </a:lnTo>
                <a:lnTo>
                  <a:pt x="7177" y="7230"/>
                </a:lnTo>
                <a:lnTo>
                  <a:pt x="7930" y="5965"/>
                </a:lnTo>
                <a:lnTo>
                  <a:pt x="8668" y="4826"/>
                </a:lnTo>
                <a:lnTo>
                  <a:pt x="9433" y="3734"/>
                </a:lnTo>
                <a:lnTo>
                  <a:pt x="10272" y="2617"/>
                </a:lnTo>
                <a:lnTo>
                  <a:pt x="11229" y="1398"/>
                </a:lnTo>
                <a:lnTo>
                  <a:pt x="12343" y="0"/>
                </a:lnTo>
                <a:close/>
              </a:path>
            </a:pathLst>
          </a:custGeom>
          <a:solidFill>
            <a:srgbClr val="20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4" name="contour_09242"/>
          <p:cNvSpPr/>
          <p:nvPr/>
        </p:nvSpPr>
        <p:spPr>
          <a:xfrm>
            <a:off x="4018770" y="5209464"/>
            <a:ext cx="51016" cy="81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84"/>
                </a:moveTo>
                <a:lnTo>
                  <a:pt x="2197" y="127"/>
                </a:lnTo>
                <a:lnTo>
                  <a:pt x="3777" y="0"/>
                </a:lnTo>
                <a:lnTo>
                  <a:pt x="5184" y="0"/>
                </a:lnTo>
                <a:lnTo>
                  <a:pt x="6863" y="127"/>
                </a:lnTo>
                <a:lnTo>
                  <a:pt x="9257" y="384"/>
                </a:lnTo>
                <a:lnTo>
                  <a:pt x="10066" y="1555"/>
                </a:lnTo>
                <a:lnTo>
                  <a:pt x="10707" y="2747"/>
                </a:lnTo>
                <a:lnTo>
                  <a:pt x="11217" y="3956"/>
                </a:lnTo>
                <a:lnTo>
                  <a:pt x="11621" y="5184"/>
                </a:lnTo>
                <a:lnTo>
                  <a:pt x="11954" y="6427"/>
                </a:lnTo>
                <a:lnTo>
                  <a:pt x="12247" y="7680"/>
                </a:lnTo>
                <a:lnTo>
                  <a:pt x="12534" y="8944"/>
                </a:lnTo>
                <a:lnTo>
                  <a:pt x="12837" y="10149"/>
                </a:lnTo>
                <a:lnTo>
                  <a:pt x="13148" y="11353"/>
                </a:lnTo>
                <a:lnTo>
                  <a:pt x="13472" y="12556"/>
                </a:lnTo>
                <a:lnTo>
                  <a:pt x="13802" y="13758"/>
                </a:lnTo>
                <a:lnTo>
                  <a:pt x="14052" y="14834"/>
                </a:lnTo>
                <a:lnTo>
                  <a:pt x="14308" y="15929"/>
                </a:lnTo>
                <a:lnTo>
                  <a:pt x="15216" y="17251"/>
                </a:lnTo>
                <a:lnTo>
                  <a:pt x="16333" y="18036"/>
                </a:lnTo>
                <a:lnTo>
                  <a:pt x="18616" y="18956"/>
                </a:lnTo>
                <a:lnTo>
                  <a:pt x="20097" y="19311"/>
                </a:lnTo>
                <a:lnTo>
                  <a:pt x="21600" y="19671"/>
                </a:lnTo>
                <a:lnTo>
                  <a:pt x="19582" y="20381"/>
                </a:lnTo>
                <a:lnTo>
                  <a:pt x="18092" y="20836"/>
                </a:lnTo>
                <a:lnTo>
                  <a:pt x="16684" y="21129"/>
                </a:lnTo>
                <a:lnTo>
                  <a:pt x="14916" y="21353"/>
                </a:lnTo>
                <a:lnTo>
                  <a:pt x="12343" y="21600"/>
                </a:lnTo>
                <a:lnTo>
                  <a:pt x="10541" y="20736"/>
                </a:lnTo>
                <a:lnTo>
                  <a:pt x="8955" y="19810"/>
                </a:lnTo>
                <a:lnTo>
                  <a:pt x="7569" y="18821"/>
                </a:lnTo>
                <a:lnTo>
                  <a:pt x="6360" y="17775"/>
                </a:lnTo>
                <a:lnTo>
                  <a:pt x="5311" y="16670"/>
                </a:lnTo>
                <a:lnTo>
                  <a:pt x="4400" y="15513"/>
                </a:lnTo>
                <a:lnTo>
                  <a:pt x="3616" y="14300"/>
                </a:lnTo>
                <a:lnTo>
                  <a:pt x="2938" y="13034"/>
                </a:lnTo>
                <a:lnTo>
                  <a:pt x="2345" y="11721"/>
                </a:lnTo>
                <a:lnTo>
                  <a:pt x="1821" y="10359"/>
                </a:lnTo>
                <a:lnTo>
                  <a:pt x="1540" y="9113"/>
                </a:lnTo>
                <a:lnTo>
                  <a:pt x="1274" y="7869"/>
                </a:lnTo>
                <a:lnTo>
                  <a:pt x="1021" y="6623"/>
                </a:lnTo>
                <a:lnTo>
                  <a:pt x="787" y="5379"/>
                </a:lnTo>
                <a:lnTo>
                  <a:pt x="565" y="4133"/>
                </a:lnTo>
                <a:lnTo>
                  <a:pt x="361" y="2887"/>
                </a:lnTo>
                <a:lnTo>
                  <a:pt x="173" y="1638"/>
                </a:lnTo>
                <a:lnTo>
                  <a:pt x="0" y="384"/>
                </a:lnTo>
                <a:close/>
              </a:path>
            </a:pathLst>
          </a:custGeom>
          <a:solidFill>
            <a:srgbClr val="E0E4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5" name="contour_09243"/>
          <p:cNvSpPr/>
          <p:nvPr/>
        </p:nvSpPr>
        <p:spPr>
          <a:xfrm>
            <a:off x="4171818" y="5227232"/>
            <a:ext cx="94744" cy="361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69" y="3317"/>
                </a:moveTo>
                <a:lnTo>
                  <a:pt x="10966" y="3957"/>
                </a:lnTo>
                <a:lnTo>
                  <a:pt x="11970" y="4602"/>
                </a:lnTo>
                <a:lnTo>
                  <a:pt x="12987" y="5256"/>
                </a:lnTo>
                <a:lnTo>
                  <a:pt x="14048" y="5967"/>
                </a:lnTo>
                <a:lnTo>
                  <a:pt x="15117" y="6681"/>
                </a:lnTo>
                <a:lnTo>
                  <a:pt x="16200" y="7405"/>
                </a:lnTo>
                <a:lnTo>
                  <a:pt x="17220" y="8072"/>
                </a:lnTo>
                <a:lnTo>
                  <a:pt x="18249" y="8743"/>
                </a:lnTo>
                <a:lnTo>
                  <a:pt x="19289" y="9427"/>
                </a:lnTo>
                <a:lnTo>
                  <a:pt x="20053" y="10290"/>
                </a:lnTo>
                <a:lnTo>
                  <a:pt x="20821" y="11157"/>
                </a:lnTo>
                <a:lnTo>
                  <a:pt x="21600" y="12033"/>
                </a:lnTo>
                <a:lnTo>
                  <a:pt x="21600" y="14914"/>
                </a:lnTo>
                <a:lnTo>
                  <a:pt x="21600" y="17813"/>
                </a:lnTo>
                <a:lnTo>
                  <a:pt x="21600" y="20750"/>
                </a:lnTo>
                <a:lnTo>
                  <a:pt x="20478" y="20885"/>
                </a:lnTo>
                <a:lnTo>
                  <a:pt x="19357" y="21003"/>
                </a:lnTo>
                <a:lnTo>
                  <a:pt x="18235" y="21112"/>
                </a:lnTo>
                <a:lnTo>
                  <a:pt x="17114" y="21208"/>
                </a:lnTo>
                <a:lnTo>
                  <a:pt x="15992" y="21295"/>
                </a:lnTo>
                <a:lnTo>
                  <a:pt x="15529" y="21343"/>
                </a:lnTo>
                <a:lnTo>
                  <a:pt x="14711" y="21421"/>
                </a:lnTo>
                <a:lnTo>
                  <a:pt x="12839" y="21600"/>
                </a:lnTo>
                <a:lnTo>
                  <a:pt x="11541" y="21103"/>
                </a:lnTo>
                <a:lnTo>
                  <a:pt x="10506" y="20423"/>
                </a:lnTo>
                <a:lnTo>
                  <a:pt x="9657" y="19499"/>
                </a:lnTo>
                <a:lnTo>
                  <a:pt x="8921" y="18262"/>
                </a:lnTo>
                <a:lnTo>
                  <a:pt x="8223" y="16649"/>
                </a:lnTo>
                <a:lnTo>
                  <a:pt x="7489" y="14596"/>
                </a:lnTo>
                <a:lnTo>
                  <a:pt x="6646" y="12033"/>
                </a:lnTo>
                <a:lnTo>
                  <a:pt x="5591" y="10403"/>
                </a:lnTo>
                <a:lnTo>
                  <a:pt x="4872" y="9353"/>
                </a:lnTo>
                <a:lnTo>
                  <a:pt x="4157" y="8412"/>
                </a:lnTo>
                <a:lnTo>
                  <a:pt x="3115" y="7130"/>
                </a:lnTo>
                <a:lnTo>
                  <a:pt x="2233" y="6032"/>
                </a:lnTo>
                <a:lnTo>
                  <a:pt x="1338" y="4916"/>
                </a:lnTo>
                <a:lnTo>
                  <a:pt x="673" y="4123"/>
                </a:lnTo>
                <a:lnTo>
                  <a:pt x="0" y="3317"/>
                </a:lnTo>
                <a:lnTo>
                  <a:pt x="1186" y="1735"/>
                </a:lnTo>
                <a:lnTo>
                  <a:pt x="2298" y="697"/>
                </a:lnTo>
                <a:lnTo>
                  <a:pt x="3358" y="139"/>
                </a:lnTo>
                <a:lnTo>
                  <a:pt x="4391" y="0"/>
                </a:lnTo>
                <a:lnTo>
                  <a:pt x="5422" y="209"/>
                </a:lnTo>
                <a:lnTo>
                  <a:pt x="6472" y="710"/>
                </a:lnTo>
                <a:lnTo>
                  <a:pt x="7563" y="1438"/>
                </a:lnTo>
                <a:lnTo>
                  <a:pt x="8721" y="2327"/>
                </a:lnTo>
                <a:lnTo>
                  <a:pt x="9969" y="3317"/>
                </a:lnTo>
                <a:close/>
              </a:path>
            </a:pathLst>
          </a:custGeom>
          <a:solidFill>
            <a:srgbClr val="C6C6C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6" name="contour_09244"/>
          <p:cNvSpPr/>
          <p:nvPr/>
        </p:nvSpPr>
        <p:spPr>
          <a:xfrm>
            <a:off x="4973133" y="5197861"/>
            <a:ext cx="58668" cy="494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12" y="328"/>
                </a:moveTo>
                <a:lnTo>
                  <a:pt x="19995" y="1415"/>
                </a:lnTo>
                <a:lnTo>
                  <a:pt x="21600" y="2516"/>
                </a:lnTo>
                <a:lnTo>
                  <a:pt x="21391" y="6078"/>
                </a:lnTo>
                <a:lnTo>
                  <a:pt x="21184" y="8591"/>
                </a:lnTo>
                <a:lnTo>
                  <a:pt x="20910" y="10410"/>
                </a:lnTo>
                <a:lnTo>
                  <a:pt x="20489" y="11889"/>
                </a:lnTo>
                <a:lnTo>
                  <a:pt x="19851" y="13381"/>
                </a:lnTo>
                <a:lnTo>
                  <a:pt x="18917" y="15239"/>
                </a:lnTo>
                <a:lnTo>
                  <a:pt x="17189" y="16225"/>
                </a:lnTo>
                <a:lnTo>
                  <a:pt x="15450" y="17115"/>
                </a:lnTo>
                <a:lnTo>
                  <a:pt x="13698" y="17923"/>
                </a:lnTo>
                <a:lnTo>
                  <a:pt x="11930" y="18658"/>
                </a:lnTo>
                <a:lnTo>
                  <a:pt x="10145" y="19332"/>
                </a:lnTo>
                <a:lnTo>
                  <a:pt x="8345" y="19952"/>
                </a:lnTo>
                <a:lnTo>
                  <a:pt x="6523" y="20531"/>
                </a:lnTo>
                <a:lnTo>
                  <a:pt x="4682" y="21075"/>
                </a:lnTo>
                <a:lnTo>
                  <a:pt x="2817" y="21600"/>
                </a:lnTo>
                <a:lnTo>
                  <a:pt x="1540" y="18197"/>
                </a:lnTo>
                <a:lnTo>
                  <a:pt x="695" y="15776"/>
                </a:lnTo>
                <a:lnTo>
                  <a:pt x="207" y="13989"/>
                </a:lnTo>
                <a:lnTo>
                  <a:pt x="0" y="12478"/>
                </a:lnTo>
                <a:lnTo>
                  <a:pt x="0" y="10894"/>
                </a:lnTo>
                <a:lnTo>
                  <a:pt x="134" y="8877"/>
                </a:lnTo>
                <a:lnTo>
                  <a:pt x="1570" y="7207"/>
                </a:lnTo>
                <a:lnTo>
                  <a:pt x="3029" y="5684"/>
                </a:lnTo>
                <a:lnTo>
                  <a:pt x="4521" y="4313"/>
                </a:lnTo>
                <a:lnTo>
                  <a:pt x="6051" y="3108"/>
                </a:lnTo>
                <a:lnTo>
                  <a:pt x="7628" y="2083"/>
                </a:lnTo>
                <a:lnTo>
                  <a:pt x="9254" y="1247"/>
                </a:lnTo>
                <a:lnTo>
                  <a:pt x="10942" y="614"/>
                </a:lnTo>
                <a:lnTo>
                  <a:pt x="12694" y="194"/>
                </a:lnTo>
                <a:lnTo>
                  <a:pt x="14519" y="0"/>
                </a:lnTo>
                <a:lnTo>
                  <a:pt x="16424" y="41"/>
                </a:lnTo>
                <a:lnTo>
                  <a:pt x="18412" y="328"/>
                </a:lnTo>
                <a:close/>
              </a:path>
            </a:pathLst>
          </a:custGeom>
          <a:solidFill>
            <a:srgbClr val="39393A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7" name="contour_09245"/>
          <p:cNvSpPr/>
          <p:nvPr/>
        </p:nvSpPr>
        <p:spPr>
          <a:xfrm>
            <a:off x="5775176" y="5189050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57" y="2110"/>
                </a:lnTo>
                <a:lnTo>
                  <a:pt x="20514" y="4219"/>
                </a:lnTo>
                <a:lnTo>
                  <a:pt x="19974" y="6329"/>
                </a:lnTo>
                <a:lnTo>
                  <a:pt x="19431" y="8438"/>
                </a:lnTo>
                <a:lnTo>
                  <a:pt x="18888" y="10548"/>
                </a:lnTo>
                <a:lnTo>
                  <a:pt x="18730" y="12485"/>
                </a:lnTo>
                <a:lnTo>
                  <a:pt x="18792" y="14029"/>
                </a:lnTo>
                <a:lnTo>
                  <a:pt x="19205" y="15710"/>
                </a:lnTo>
                <a:lnTo>
                  <a:pt x="20097" y="18054"/>
                </a:lnTo>
                <a:lnTo>
                  <a:pt x="21600" y="21600"/>
                </a:lnTo>
                <a:lnTo>
                  <a:pt x="19462" y="21244"/>
                </a:lnTo>
                <a:lnTo>
                  <a:pt x="17320" y="20887"/>
                </a:lnTo>
                <a:lnTo>
                  <a:pt x="15179" y="20531"/>
                </a:lnTo>
                <a:lnTo>
                  <a:pt x="13034" y="20171"/>
                </a:lnTo>
                <a:lnTo>
                  <a:pt x="10880" y="19814"/>
                </a:lnTo>
                <a:lnTo>
                  <a:pt x="8723" y="19454"/>
                </a:lnTo>
                <a:lnTo>
                  <a:pt x="6557" y="19094"/>
                </a:lnTo>
                <a:lnTo>
                  <a:pt x="4382" y="18731"/>
                </a:lnTo>
                <a:lnTo>
                  <a:pt x="2197" y="18367"/>
                </a:lnTo>
                <a:lnTo>
                  <a:pt x="0" y="18000"/>
                </a:lnTo>
                <a:lnTo>
                  <a:pt x="463" y="13878"/>
                </a:lnTo>
                <a:lnTo>
                  <a:pt x="833" y="10980"/>
                </a:lnTo>
                <a:lnTo>
                  <a:pt x="1194" y="8903"/>
                </a:lnTo>
                <a:lnTo>
                  <a:pt x="1632" y="7247"/>
                </a:lnTo>
                <a:lnTo>
                  <a:pt x="2234" y="5612"/>
                </a:lnTo>
                <a:lnTo>
                  <a:pt x="3086" y="3600"/>
                </a:lnTo>
                <a:lnTo>
                  <a:pt x="5045" y="2488"/>
                </a:lnTo>
                <a:lnTo>
                  <a:pt x="7026" y="1634"/>
                </a:lnTo>
                <a:lnTo>
                  <a:pt x="9029" y="1001"/>
                </a:lnTo>
                <a:lnTo>
                  <a:pt x="11059" y="554"/>
                </a:lnTo>
                <a:lnTo>
                  <a:pt x="13114" y="266"/>
                </a:lnTo>
                <a:lnTo>
                  <a:pt x="15194" y="101"/>
                </a:lnTo>
                <a:lnTo>
                  <a:pt x="17302" y="22"/>
                </a:lnTo>
                <a:lnTo>
                  <a:pt x="19437" y="0"/>
                </a:lnTo>
                <a:lnTo>
                  <a:pt x="21600" y="0"/>
                </a:lnTo>
                <a:close/>
              </a:path>
            </a:pathLst>
          </a:custGeom>
          <a:solidFill>
            <a:srgbClr val="B69A9B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8" name="contour_09246"/>
          <p:cNvSpPr/>
          <p:nvPr/>
        </p:nvSpPr>
        <p:spPr>
          <a:xfrm>
            <a:off x="564262" y="520362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19582" y="14515"/>
                </a:lnTo>
                <a:lnTo>
                  <a:pt x="18092" y="15561"/>
                </a:lnTo>
                <a:lnTo>
                  <a:pt x="16684" y="16338"/>
                </a:lnTo>
                <a:lnTo>
                  <a:pt x="14916" y="17103"/>
                </a:lnTo>
                <a:lnTo>
                  <a:pt x="12343" y="18092"/>
                </a:lnTo>
                <a:lnTo>
                  <a:pt x="10621" y="18775"/>
                </a:lnTo>
                <a:lnTo>
                  <a:pt x="8890" y="19466"/>
                </a:lnTo>
                <a:lnTo>
                  <a:pt x="7134" y="20166"/>
                </a:lnTo>
                <a:lnTo>
                  <a:pt x="6128" y="20524"/>
                </a:lnTo>
                <a:lnTo>
                  <a:pt x="3086" y="21600"/>
                </a:lnTo>
                <a:lnTo>
                  <a:pt x="2703" y="18926"/>
                </a:lnTo>
                <a:lnTo>
                  <a:pt x="2320" y="16252"/>
                </a:lnTo>
                <a:lnTo>
                  <a:pt x="1938" y="13569"/>
                </a:lnTo>
                <a:lnTo>
                  <a:pt x="1555" y="10882"/>
                </a:lnTo>
                <a:lnTo>
                  <a:pt x="1169" y="8182"/>
                </a:lnTo>
                <a:lnTo>
                  <a:pt x="781" y="5469"/>
                </a:lnTo>
                <a:lnTo>
                  <a:pt x="392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3D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9249" name="contour_09247"/>
          <p:cNvSpPr/>
          <p:nvPr/>
        </p:nvSpPr>
        <p:spPr>
          <a:xfrm>
            <a:off x="3136923" y="5181762"/>
            <a:ext cx="1093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80"/>
                </a:lnTo>
                <a:lnTo>
                  <a:pt x="21600" y="4774"/>
                </a:lnTo>
                <a:lnTo>
                  <a:pt x="21600" y="7200"/>
                </a:lnTo>
                <a:lnTo>
                  <a:pt x="20771" y="8478"/>
                </a:lnTo>
                <a:lnTo>
                  <a:pt x="20088" y="9238"/>
                </a:lnTo>
                <a:lnTo>
                  <a:pt x="18968" y="10138"/>
                </a:lnTo>
                <a:lnTo>
                  <a:pt x="18128" y="10811"/>
                </a:lnTo>
                <a:lnTo>
                  <a:pt x="17274" y="11495"/>
                </a:lnTo>
                <a:lnTo>
                  <a:pt x="16384" y="12154"/>
                </a:lnTo>
                <a:lnTo>
                  <a:pt x="15480" y="12823"/>
                </a:lnTo>
                <a:lnTo>
                  <a:pt x="15051" y="13165"/>
                </a:lnTo>
                <a:lnTo>
                  <a:pt x="13753" y="14195"/>
                </a:lnTo>
                <a:lnTo>
                  <a:pt x="12897" y="14857"/>
                </a:lnTo>
                <a:lnTo>
                  <a:pt x="12040" y="15512"/>
                </a:lnTo>
                <a:lnTo>
                  <a:pt x="11180" y="16153"/>
                </a:lnTo>
                <a:lnTo>
                  <a:pt x="10319" y="16780"/>
                </a:lnTo>
                <a:lnTo>
                  <a:pt x="9492" y="17392"/>
                </a:lnTo>
                <a:lnTo>
                  <a:pt x="8667" y="18029"/>
                </a:lnTo>
                <a:lnTo>
                  <a:pt x="7847" y="18691"/>
                </a:lnTo>
                <a:lnTo>
                  <a:pt x="7029" y="19375"/>
                </a:lnTo>
                <a:lnTo>
                  <a:pt x="6268" y="19969"/>
                </a:lnTo>
                <a:lnTo>
                  <a:pt x="5671" y="20380"/>
                </a:lnTo>
                <a:lnTo>
                  <a:pt x="5041" y="20718"/>
                </a:lnTo>
                <a:lnTo>
                  <a:pt x="4176" y="21089"/>
                </a:lnTo>
                <a:lnTo>
                  <a:pt x="2880" y="21600"/>
                </a:lnTo>
                <a:lnTo>
                  <a:pt x="1932" y="19498"/>
                </a:lnTo>
                <a:lnTo>
                  <a:pt x="1316" y="18050"/>
                </a:lnTo>
                <a:lnTo>
                  <a:pt x="763" y="16574"/>
                </a:lnTo>
                <a:lnTo>
                  <a:pt x="0" y="14400"/>
                </a:lnTo>
                <a:lnTo>
                  <a:pt x="917" y="13676"/>
                </a:lnTo>
                <a:lnTo>
                  <a:pt x="1836" y="12953"/>
                </a:lnTo>
                <a:lnTo>
                  <a:pt x="2753" y="12233"/>
                </a:lnTo>
                <a:lnTo>
                  <a:pt x="3671" y="11509"/>
                </a:lnTo>
                <a:lnTo>
                  <a:pt x="4589" y="10789"/>
                </a:lnTo>
                <a:lnTo>
                  <a:pt x="5507" y="10073"/>
                </a:lnTo>
                <a:lnTo>
                  <a:pt x="6425" y="9353"/>
                </a:lnTo>
                <a:lnTo>
                  <a:pt x="7344" y="8636"/>
                </a:lnTo>
                <a:lnTo>
                  <a:pt x="8261" y="7916"/>
                </a:lnTo>
                <a:lnTo>
                  <a:pt x="9180" y="7200"/>
                </a:lnTo>
                <a:lnTo>
                  <a:pt x="10050" y="6512"/>
                </a:lnTo>
                <a:lnTo>
                  <a:pt x="10925" y="5821"/>
                </a:lnTo>
                <a:lnTo>
                  <a:pt x="11812" y="5119"/>
                </a:lnTo>
                <a:lnTo>
                  <a:pt x="12649" y="4468"/>
                </a:lnTo>
                <a:lnTo>
                  <a:pt x="13490" y="3812"/>
                </a:lnTo>
                <a:lnTo>
                  <a:pt x="14344" y="3150"/>
                </a:lnTo>
                <a:lnTo>
                  <a:pt x="15114" y="2545"/>
                </a:lnTo>
                <a:lnTo>
                  <a:pt x="15889" y="1937"/>
                </a:lnTo>
                <a:lnTo>
                  <a:pt x="16675" y="1321"/>
                </a:lnTo>
                <a:lnTo>
                  <a:pt x="17696" y="677"/>
                </a:lnTo>
                <a:lnTo>
                  <a:pt x="18462" y="284"/>
                </a:lnTo>
                <a:lnTo>
                  <a:pt x="19211" y="83"/>
                </a:lnTo>
                <a:lnTo>
                  <a:pt x="20179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ED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0" name="contour_09248"/>
          <p:cNvSpPr/>
          <p:nvPr/>
        </p:nvSpPr>
        <p:spPr>
          <a:xfrm>
            <a:off x="3807418" y="5152209"/>
            <a:ext cx="39763" cy="51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11" y="0"/>
                </a:moveTo>
                <a:lnTo>
                  <a:pt x="10499" y="370"/>
                </a:lnTo>
                <a:lnTo>
                  <a:pt x="12930" y="796"/>
                </a:lnTo>
                <a:lnTo>
                  <a:pt x="15206" y="1362"/>
                </a:lnTo>
                <a:lnTo>
                  <a:pt x="17459" y="2149"/>
                </a:lnTo>
                <a:lnTo>
                  <a:pt x="19795" y="3230"/>
                </a:lnTo>
                <a:lnTo>
                  <a:pt x="20693" y="5493"/>
                </a:lnTo>
                <a:lnTo>
                  <a:pt x="21295" y="7682"/>
                </a:lnTo>
                <a:lnTo>
                  <a:pt x="21596" y="9822"/>
                </a:lnTo>
                <a:lnTo>
                  <a:pt x="21600" y="11950"/>
                </a:lnTo>
                <a:lnTo>
                  <a:pt x="21303" y="14090"/>
                </a:lnTo>
                <a:lnTo>
                  <a:pt x="20701" y="16279"/>
                </a:lnTo>
                <a:lnTo>
                  <a:pt x="19795" y="18538"/>
                </a:lnTo>
                <a:lnTo>
                  <a:pt x="17265" y="19579"/>
                </a:lnTo>
                <a:lnTo>
                  <a:pt x="14735" y="20345"/>
                </a:lnTo>
                <a:lnTo>
                  <a:pt x="12178" y="20881"/>
                </a:lnTo>
                <a:lnTo>
                  <a:pt x="9549" y="21239"/>
                </a:lnTo>
                <a:lnTo>
                  <a:pt x="6821" y="21462"/>
                </a:lnTo>
                <a:lnTo>
                  <a:pt x="3959" y="21600"/>
                </a:lnTo>
                <a:lnTo>
                  <a:pt x="3500" y="19803"/>
                </a:lnTo>
                <a:lnTo>
                  <a:pt x="3048" y="18006"/>
                </a:lnTo>
                <a:lnTo>
                  <a:pt x="2605" y="16205"/>
                </a:lnTo>
                <a:lnTo>
                  <a:pt x="2166" y="14405"/>
                </a:lnTo>
                <a:lnTo>
                  <a:pt x="1734" y="12605"/>
                </a:lnTo>
                <a:lnTo>
                  <a:pt x="1318" y="10936"/>
                </a:lnTo>
                <a:lnTo>
                  <a:pt x="903" y="9252"/>
                </a:lnTo>
                <a:lnTo>
                  <a:pt x="479" y="7547"/>
                </a:lnTo>
                <a:lnTo>
                  <a:pt x="241" y="5404"/>
                </a:lnTo>
                <a:lnTo>
                  <a:pt x="0" y="3230"/>
                </a:lnTo>
                <a:lnTo>
                  <a:pt x="2348" y="1457"/>
                </a:lnTo>
                <a:lnTo>
                  <a:pt x="3943" y="530"/>
                </a:lnTo>
                <a:lnTo>
                  <a:pt x="5523" y="147"/>
                </a:lnTo>
                <a:lnTo>
                  <a:pt x="7811" y="0"/>
                </a:lnTo>
                <a:close/>
              </a:path>
            </a:pathLst>
          </a:custGeom>
          <a:solidFill>
            <a:srgbClr val="F4DC99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1" name="contour_09249"/>
          <p:cNvSpPr/>
          <p:nvPr/>
        </p:nvSpPr>
        <p:spPr>
          <a:xfrm>
            <a:off x="2051012" y="5145322"/>
            <a:ext cx="3809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2" y="0"/>
                </a:moveTo>
                <a:lnTo>
                  <a:pt x="9062" y="414"/>
                </a:lnTo>
                <a:lnTo>
                  <a:pt x="12509" y="767"/>
                </a:lnTo>
                <a:lnTo>
                  <a:pt x="14934" y="1163"/>
                </a:lnTo>
                <a:lnTo>
                  <a:pt x="16798" y="1699"/>
                </a:lnTo>
                <a:lnTo>
                  <a:pt x="18550" y="2480"/>
                </a:lnTo>
                <a:lnTo>
                  <a:pt x="20662" y="3600"/>
                </a:lnTo>
                <a:lnTo>
                  <a:pt x="21220" y="6257"/>
                </a:lnTo>
                <a:lnTo>
                  <a:pt x="21517" y="8798"/>
                </a:lnTo>
                <a:lnTo>
                  <a:pt x="21600" y="11279"/>
                </a:lnTo>
                <a:lnTo>
                  <a:pt x="21509" y="13745"/>
                </a:lnTo>
                <a:lnTo>
                  <a:pt x="21290" y="16254"/>
                </a:lnTo>
                <a:lnTo>
                  <a:pt x="20993" y="18857"/>
                </a:lnTo>
                <a:lnTo>
                  <a:pt x="20662" y="21600"/>
                </a:lnTo>
                <a:lnTo>
                  <a:pt x="18104" y="21154"/>
                </a:lnTo>
                <a:lnTo>
                  <a:pt x="15546" y="20707"/>
                </a:lnTo>
                <a:lnTo>
                  <a:pt x="12980" y="20261"/>
                </a:lnTo>
                <a:lnTo>
                  <a:pt x="10409" y="19814"/>
                </a:lnTo>
                <a:lnTo>
                  <a:pt x="7827" y="19364"/>
                </a:lnTo>
                <a:lnTo>
                  <a:pt x="5232" y="18911"/>
                </a:lnTo>
                <a:lnTo>
                  <a:pt x="2624" y="18457"/>
                </a:lnTo>
                <a:lnTo>
                  <a:pt x="0" y="18000"/>
                </a:lnTo>
                <a:lnTo>
                  <a:pt x="512" y="15772"/>
                </a:lnTo>
                <a:lnTo>
                  <a:pt x="1025" y="13543"/>
                </a:lnTo>
                <a:lnTo>
                  <a:pt x="1537" y="11308"/>
                </a:lnTo>
                <a:lnTo>
                  <a:pt x="2050" y="9068"/>
                </a:lnTo>
                <a:lnTo>
                  <a:pt x="2566" y="6818"/>
                </a:lnTo>
                <a:lnTo>
                  <a:pt x="3087" y="4558"/>
                </a:lnTo>
                <a:lnTo>
                  <a:pt x="3608" y="2286"/>
                </a:lnTo>
                <a:lnTo>
                  <a:pt x="4132" y="0"/>
                </a:lnTo>
                <a:close/>
              </a:path>
            </a:pathLst>
          </a:custGeom>
          <a:solidFill>
            <a:srgbClr val="3C313E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2" name="contour_09250"/>
          <p:cNvSpPr/>
          <p:nvPr/>
        </p:nvSpPr>
        <p:spPr>
          <a:xfrm>
            <a:off x="8384277" y="5143383"/>
            <a:ext cx="58304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88" y="0"/>
                </a:moveTo>
                <a:lnTo>
                  <a:pt x="8910" y="46"/>
                </a:lnTo>
                <a:lnTo>
                  <a:pt x="10730" y="127"/>
                </a:lnTo>
                <a:lnTo>
                  <a:pt x="12541" y="238"/>
                </a:lnTo>
                <a:lnTo>
                  <a:pt x="14351" y="385"/>
                </a:lnTo>
                <a:lnTo>
                  <a:pt x="16162" y="567"/>
                </a:lnTo>
                <a:lnTo>
                  <a:pt x="17971" y="790"/>
                </a:lnTo>
                <a:lnTo>
                  <a:pt x="19783" y="1048"/>
                </a:lnTo>
                <a:lnTo>
                  <a:pt x="21600" y="1347"/>
                </a:lnTo>
                <a:lnTo>
                  <a:pt x="21600" y="4694"/>
                </a:lnTo>
                <a:lnTo>
                  <a:pt x="21600" y="8041"/>
                </a:lnTo>
                <a:lnTo>
                  <a:pt x="21600" y="11397"/>
                </a:lnTo>
                <a:lnTo>
                  <a:pt x="21600" y="14775"/>
                </a:lnTo>
                <a:lnTo>
                  <a:pt x="21600" y="18177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22" y="15149"/>
                </a:lnTo>
                <a:lnTo>
                  <a:pt x="294" y="10278"/>
                </a:lnTo>
                <a:lnTo>
                  <a:pt x="605" y="6729"/>
                </a:lnTo>
                <a:lnTo>
                  <a:pt x="1131" y="4253"/>
                </a:lnTo>
                <a:lnTo>
                  <a:pt x="1960" y="2597"/>
                </a:lnTo>
                <a:lnTo>
                  <a:pt x="3172" y="1504"/>
                </a:lnTo>
                <a:lnTo>
                  <a:pt x="4855" y="724"/>
                </a:lnTo>
                <a:lnTo>
                  <a:pt x="7088" y="0"/>
                </a:lnTo>
                <a:close/>
              </a:path>
            </a:pathLst>
          </a:custGeom>
          <a:solidFill>
            <a:srgbClr val="C6B278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3" name="contour_09251"/>
          <p:cNvSpPr/>
          <p:nvPr/>
        </p:nvSpPr>
        <p:spPr>
          <a:xfrm>
            <a:off x="3501323" y="5108882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53" y="1250"/>
                </a:lnTo>
                <a:lnTo>
                  <a:pt x="8105" y="2499"/>
                </a:lnTo>
                <a:lnTo>
                  <a:pt x="9455" y="3752"/>
                </a:lnTo>
                <a:lnTo>
                  <a:pt x="10805" y="5008"/>
                </a:lnTo>
                <a:lnTo>
                  <a:pt x="12153" y="6264"/>
                </a:lnTo>
                <a:lnTo>
                  <a:pt x="13500" y="7523"/>
                </a:lnTo>
                <a:lnTo>
                  <a:pt x="14083" y="8057"/>
                </a:lnTo>
                <a:lnTo>
                  <a:pt x="15841" y="9674"/>
                </a:lnTo>
                <a:lnTo>
                  <a:pt x="17307" y="11078"/>
                </a:lnTo>
                <a:lnTo>
                  <a:pt x="18751" y="12509"/>
                </a:lnTo>
                <a:lnTo>
                  <a:pt x="20180" y="13963"/>
                </a:lnTo>
                <a:lnTo>
                  <a:pt x="21600" y="15429"/>
                </a:lnTo>
                <a:lnTo>
                  <a:pt x="21600" y="16959"/>
                </a:lnTo>
                <a:lnTo>
                  <a:pt x="21600" y="18514"/>
                </a:lnTo>
                <a:lnTo>
                  <a:pt x="19818" y="18770"/>
                </a:lnTo>
                <a:lnTo>
                  <a:pt x="18036" y="19023"/>
                </a:lnTo>
                <a:lnTo>
                  <a:pt x="16251" y="19280"/>
                </a:lnTo>
                <a:lnTo>
                  <a:pt x="14464" y="19533"/>
                </a:lnTo>
                <a:lnTo>
                  <a:pt x="12674" y="19789"/>
                </a:lnTo>
                <a:lnTo>
                  <a:pt x="10881" y="20045"/>
                </a:lnTo>
                <a:lnTo>
                  <a:pt x="9083" y="20301"/>
                </a:lnTo>
                <a:lnTo>
                  <a:pt x="7279" y="20560"/>
                </a:lnTo>
                <a:lnTo>
                  <a:pt x="5470" y="20819"/>
                </a:lnTo>
                <a:lnTo>
                  <a:pt x="3656" y="21079"/>
                </a:lnTo>
                <a:lnTo>
                  <a:pt x="1831" y="21338"/>
                </a:lnTo>
                <a:lnTo>
                  <a:pt x="0" y="21600"/>
                </a:lnTo>
                <a:lnTo>
                  <a:pt x="486" y="19656"/>
                </a:lnTo>
                <a:lnTo>
                  <a:pt x="972" y="17712"/>
                </a:lnTo>
                <a:lnTo>
                  <a:pt x="1458" y="15765"/>
                </a:lnTo>
                <a:lnTo>
                  <a:pt x="1947" y="13815"/>
                </a:lnTo>
                <a:lnTo>
                  <a:pt x="2435" y="11858"/>
                </a:lnTo>
                <a:lnTo>
                  <a:pt x="2924" y="9902"/>
                </a:lnTo>
                <a:lnTo>
                  <a:pt x="3415" y="7936"/>
                </a:lnTo>
                <a:lnTo>
                  <a:pt x="3910" y="5965"/>
                </a:lnTo>
                <a:lnTo>
                  <a:pt x="4404" y="3987"/>
                </a:lnTo>
                <a:lnTo>
                  <a:pt x="4900" y="1996"/>
                </a:lnTo>
                <a:lnTo>
                  <a:pt x="5400" y="0"/>
                </a:lnTo>
                <a:close/>
              </a:path>
            </a:pathLst>
          </a:custGeom>
          <a:solidFill>
            <a:srgbClr val="6D89A2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4" name="contour_09252"/>
          <p:cNvSpPr/>
          <p:nvPr/>
        </p:nvSpPr>
        <p:spPr>
          <a:xfrm>
            <a:off x="3530912" y="5086034"/>
            <a:ext cx="50579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26" y="409"/>
                </a:moveTo>
                <a:lnTo>
                  <a:pt x="5335" y="136"/>
                </a:lnTo>
                <a:lnTo>
                  <a:pt x="7025" y="0"/>
                </a:lnTo>
                <a:lnTo>
                  <a:pt x="8444" y="0"/>
                </a:lnTo>
                <a:lnTo>
                  <a:pt x="10041" y="136"/>
                </a:lnTo>
                <a:lnTo>
                  <a:pt x="12263" y="409"/>
                </a:lnTo>
                <a:lnTo>
                  <a:pt x="12263" y="2207"/>
                </a:lnTo>
                <a:lnTo>
                  <a:pt x="12263" y="4011"/>
                </a:lnTo>
                <a:lnTo>
                  <a:pt x="12263" y="5822"/>
                </a:lnTo>
                <a:lnTo>
                  <a:pt x="12263" y="7647"/>
                </a:lnTo>
                <a:lnTo>
                  <a:pt x="12263" y="9491"/>
                </a:lnTo>
                <a:lnTo>
                  <a:pt x="14320" y="9491"/>
                </a:lnTo>
                <a:lnTo>
                  <a:pt x="16390" y="9491"/>
                </a:lnTo>
                <a:lnTo>
                  <a:pt x="18488" y="9491"/>
                </a:lnTo>
                <a:lnTo>
                  <a:pt x="19418" y="11480"/>
                </a:lnTo>
                <a:lnTo>
                  <a:pt x="19922" y="13051"/>
                </a:lnTo>
                <a:lnTo>
                  <a:pt x="20433" y="15545"/>
                </a:lnTo>
                <a:lnTo>
                  <a:pt x="20785" y="17235"/>
                </a:lnTo>
                <a:lnTo>
                  <a:pt x="21139" y="18951"/>
                </a:lnTo>
                <a:lnTo>
                  <a:pt x="21255" y="19608"/>
                </a:lnTo>
                <a:lnTo>
                  <a:pt x="21600" y="21600"/>
                </a:lnTo>
                <a:lnTo>
                  <a:pt x="19322" y="21194"/>
                </a:lnTo>
                <a:lnTo>
                  <a:pt x="17168" y="20758"/>
                </a:lnTo>
                <a:lnTo>
                  <a:pt x="15129" y="20265"/>
                </a:lnTo>
                <a:lnTo>
                  <a:pt x="13193" y="19699"/>
                </a:lnTo>
                <a:lnTo>
                  <a:pt x="11342" y="19042"/>
                </a:lnTo>
                <a:lnTo>
                  <a:pt x="9564" y="18267"/>
                </a:lnTo>
                <a:lnTo>
                  <a:pt x="7846" y="17362"/>
                </a:lnTo>
                <a:lnTo>
                  <a:pt x="6172" y="16302"/>
                </a:lnTo>
                <a:lnTo>
                  <a:pt x="4529" y="15070"/>
                </a:lnTo>
                <a:lnTo>
                  <a:pt x="2904" y="13647"/>
                </a:lnTo>
                <a:lnTo>
                  <a:pt x="1285" y="12009"/>
                </a:lnTo>
                <a:lnTo>
                  <a:pt x="442" y="10475"/>
                </a:lnTo>
                <a:lnTo>
                  <a:pt x="47" y="9167"/>
                </a:lnTo>
                <a:lnTo>
                  <a:pt x="0" y="7375"/>
                </a:lnTo>
                <a:lnTo>
                  <a:pt x="202" y="4381"/>
                </a:lnTo>
                <a:lnTo>
                  <a:pt x="601" y="3796"/>
                </a:lnTo>
                <a:lnTo>
                  <a:pt x="1307" y="2767"/>
                </a:lnTo>
                <a:lnTo>
                  <a:pt x="2926" y="409"/>
                </a:lnTo>
                <a:close/>
              </a:path>
            </a:pathLst>
          </a:custGeom>
          <a:solidFill>
            <a:srgbClr val="6B8298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5" name="contour_09253"/>
          <p:cNvSpPr/>
          <p:nvPr/>
        </p:nvSpPr>
        <p:spPr>
          <a:xfrm>
            <a:off x="4630961" y="5065154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674" y="674"/>
                </a:lnTo>
                <a:lnTo>
                  <a:pt x="6566" y="1374"/>
                </a:lnTo>
                <a:lnTo>
                  <a:pt x="8392" y="2121"/>
                </a:lnTo>
                <a:lnTo>
                  <a:pt x="10155" y="2951"/>
                </a:lnTo>
                <a:lnTo>
                  <a:pt x="11869" y="3879"/>
                </a:lnTo>
                <a:lnTo>
                  <a:pt x="13540" y="4933"/>
                </a:lnTo>
                <a:lnTo>
                  <a:pt x="15179" y="6139"/>
                </a:lnTo>
                <a:lnTo>
                  <a:pt x="16797" y="7521"/>
                </a:lnTo>
                <a:lnTo>
                  <a:pt x="18401" y="9102"/>
                </a:lnTo>
                <a:lnTo>
                  <a:pt x="19996" y="10908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818" y="21241"/>
                </a:lnTo>
                <a:lnTo>
                  <a:pt x="18036" y="20887"/>
                </a:lnTo>
                <a:lnTo>
                  <a:pt x="16251" y="20529"/>
                </a:lnTo>
                <a:lnTo>
                  <a:pt x="14464" y="20174"/>
                </a:lnTo>
                <a:lnTo>
                  <a:pt x="12674" y="19816"/>
                </a:lnTo>
                <a:lnTo>
                  <a:pt x="10881" y="19457"/>
                </a:lnTo>
                <a:lnTo>
                  <a:pt x="9083" y="19099"/>
                </a:lnTo>
                <a:lnTo>
                  <a:pt x="7279" y="18736"/>
                </a:lnTo>
                <a:lnTo>
                  <a:pt x="5470" y="18373"/>
                </a:lnTo>
                <a:lnTo>
                  <a:pt x="3656" y="18010"/>
                </a:lnTo>
                <a:lnTo>
                  <a:pt x="1831" y="17647"/>
                </a:lnTo>
                <a:lnTo>
                  <a:pt x="0" y="17280"/>
                </a:lnTo>
                <a:lnTo>
                  <a:pt x="445" y="14429"/>
                </a:lnTo>
                <a:lnTo>
                  <a:pt x="891" y="11573"/>
                </a:lnTo>
                <a:lnTo>
                  <a:pt x="1339" y="8705"/>
                </a:lnTo>
                <a:lnTo>
                  <a:pt x="1790" y="5823"/>
                </a:lnTo>
                <a:lnTo>
                  <a:pt x="2244" y="2925"/>
                </a:lnTo>
                <a:lnTo>
                  <a:pt x="2700" y="0"/>
                </a:lnTo>
                <a:close/>
              </a:path>
            </a:pathLst>
          </a:custGeom>
          <a:solidFill>
            <a:srgbClr val="33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6" name="contour_09254"/>
          <p:cNvSpPr/>
          <p:nvPr/>
        </p:nvSpPr>
        <p:spPr>
          <a:xfrm>
            <a:off x="986966" y="5057866"/>
            <a:ext cx="65592" cy="45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681"/>
                </a:lnTo>
                <a:lnTo>
                  <a:pt x="17256" y="1365"/>
                </a:lnTo>
                <a:lnTo>
                  <a:pt x="18691" y="2049"/>
                </a:lnTo>
                <a:lnTo>
                  <a:pt x="20138" y="2740"/>
                </a:lnTo>
                <a:lnTo>
                  <a:pt x="21600" y="3438"/>
                </a:lnTo>
                <a:lnTo>
                  <a:pt x="20976" y="5576"/>
                </a:lnTo>
                <a:lnTo>
                  <a:pt x="20338" y="7649"/>
                </a:lnTo>
                <a:lnTo>
                  <a:pt x="19668" y="9657"/>
                </a:lnTo>
                <a:lnTo>
                  <a:pt x="18960" y="11610"/>
                </a:lnTo>
                <a:lnTo>
                  <a:pt x="18199" y="13504"/>
                </a:lnTo>
                <a:lnTo>
                  <a:pt x="17374" y="15350"/>
                </a:lnTo>
                <a:lnTo>
                  <a:pt x="16474" y="17148"/>
                </a:lnTo>
                <a:lnTo>
                  <a:pt x="15487" y="18905"/>
                </a:lnTo>
                <a:lnTo>
                  <a:pt x="14400" y="20627"/>
                </a:lnTo>
                <a:lnTo>
                  <a:pt x="12768" y="21064"/>
                </a:lnTo>
                <a:lnTo>
                  <a:pt x="11162" y="21363"/>
                </a:lnTo>
                <a:lnTo>
                  <a:pt x="9576" y="21538"/>
                </a:lnTo>
                <a:lnTo>
                  <a:pt x="7999" y="21600"/>
                </a:lnTo>
                <a:lnTo>
                  <a:pt x="6427" y="21559"/>
                </a:lnTo>
                <a:lnTo>
                  <a:pt x="4848" y="21428"/>
                </a:lnTo>
                <a:lnTo>
                  <a:pt x="3257" y="21222"/>
                </a:lnTo>
                <a:lnTo>
                  <a:pt x="1642" y="20950"/>
                </a:lnTo>
                <a:lnTo>
                  <a:pt x="0" y="20627"/>
                </a:lnTo>
                <a:lnTo>
                  <a:pt x="0" y="18355"/>
                </a:lnTo>
                <a:lnTo>
                  <a:pt x="0" y="16069"/>
                </a:lnTo>
                <a:lnTo>
                  <a:pt x="0" y="13751"/>
                </a:lnTo>
                <a:lnTo>
                  <a:pt x="1522" y="13129"/>
                </a:lnTo>
                <a:lnTo>
                  <a:pt x="2638" y="12765"/>
                </a:lnTo>
                <a:lnTo>
                  <a:pt x="3898" y="12517"/>
                </a:lnTo>
                <a:lnTo>
                  <a:pt x="5851" y="12246"/>
                </a:lnTo>
                <a:lnTo>
                  <a:pt x="7812" y="11809"/>
                </a:lnTo>
                <a:lnTo>
                  <a:pt x="9108" y="11462"/>
                </a:lnTo>
                <a:lnTo>
                  <a:pt x="10310" y="11025"/>
                </a:lnTo>
                <a:lnTo>
                  <a:pt x="12000" y="10314"/>
                </a:lnTo>
                <a:lnTo>
                  <a:pt x="12955" y="7653"/>
                </a:lnTo>
                <a:lnTo>
                  <a:pt x="13558" y="5786"/>
                </a:lnTo>
                <a:lnTo>
                  <a:pt x="13922" y="4218"/>
                </a:lnTo>
                <a:lnTo>
                  <a:pt x="14165" y="2455"/>
                </a:lnTo>
                <a:lnTo>
                  <a:pt x="14400" y="0"/>
                </a:lnTo>
                <a:close/>
              </a:path>
            </a:pathLst>
          </a:custGeom>
          <a:solidFill>
            <a:srgbClr val="2E2B2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7" name="contour_09255"/>
          <p:cNvSpPr/>
          <p:nvPr/>
        </p:nvSpPr>
        <p:spPr>
          <a:xfrm>
            <a:off x="11284898" y="5028714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11" y="1426"/>
                </a:lnTo>
                <a:lnTo>
                  <a:pt x="1225" y="2856"/>
                </a:lnTo>
                <a:lnTo>
                  <a:pt x="1839" y="4291"/>
                </a:lnTo>
                <a:lnTo>
                  <a:pt x="2459" y="5738"/>
                </a:lnTo>
                <a:lnTo>
                  <a:pt x="3086" y="7200"/>
                </a:lnTo>
                <a:lnTo>
                  <a:pt x="5125" y="7200"/>
                </a:lnTo>
                <a:lnTo>
                  <a:pt x="7177" y="7200"/>
                </a:lnTo>
                <a:lnTo>
                  <a:pt x="9257" y="7200"/>
                </a:lnTo>
                <a:lnTo>
                  <a:pt x="11217" y="8357"/>
                </a:lnTo>
                <a:lnTo>
                  <a:pt x="12553" y="9211"/>
                </a:lnTo>
                <a:lnTo>
                  <a:pt x="13880" y="10186"/>
                </a:lnTo>
                <a:lnTo>
                  <a:pt x="15814" y="11700"/>
                </a:lnTo>
                <a:lnTo>
                  <a:pt x="16904" y="12535"/>
                </a:lnTo>
                <a:lnTo>
                  <a:pt x="18002" y="13378"/>
                </a:lnTo>
                <a:lnTo>
                  <a:pt x="19116" y="14232"/>
                </a:lnTo>
                <a:lnTo>
                  <a:pt x="20329" y="15523"/>
                </a:lnTo>
                <a:lnTo>
                  <a:pt x="21063" y="16553"/>
                </a:lnTo>
                <a:lnTo>
                  <a:pt x="21440" y="17674"/>
                </a:lnTo>
                <a:lnTo>
                  <a:pt x="21581" y="19236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84" y="21600"/>
                </a:lnTo>
                <a:lnTo>
                  <a:pt x="13438" y="21600"/>
                </a:lnTo>
                <a:lnTo>
                  <a:pt x="11386" y="21600"/>
                </a:lnTo>
                <a:lnTo>
                  <a:pt x="9325" y="21600"/>
                </a:lnTo>
                <a:lnTo>
                  <a:pt x="7258" y="21600"/>
                </a:lnTo>
                <a:lnTo>
                  <a:pt x="5178" y="21600"/>
                </a:lnTo>
                <a:lnTo>
                  <a:pt x="3086" y="21600"/>
                </a:lnTo>
                <a:lnTo>
                  <a:pt x="2851" y="19956"/>
                </a:lnTo>
                <a:lnTo>
                  <a:pt x="2617" y="18310"/>
                </a:lnTo>
                <a:lnTo>
                  <a:pt x="2379" y="16663"/>
                </a:lnTo>
                <a:lnTo>
                  <a:pt x="2145" y="15014"/>
                </a:lnTo>
                <a:lnTo>
                  <a:pt x="1910" y="13363"/>
                </a:lnTo>
                <a:lnTo>
                  <a:pt x="1672" y="11710"/>
                </a:lnTo>
                <a:lnTo>
                  <a:pt x="1435" y="10051"/>
                </a:lnTo>
                <a:lnTo>
                  <a:pt x="1197" y="8390"/>
                </a:lnTo>
                <a:lnTo>
                  <a:pt x="960" y="6725"/>
                </a:lnTo>
                <a:lnTo>
                  <a:pt x="722" y="5052"/>
                </a:lnTo>
                <a:lnTo>
                  <a:pt x="481" y="3374"/>
                </a:lnTo>
                <a:lnTo>
                  <a:pt x="241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7E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8" name="contour_09256"/>
          <p:cNvSpPr/>
          <p:nvPr/>
        </p:nvSpPr>
        <p:spPr>
          <a:xfrm>
            <a:off x="8027165" y="5057210"/>
            <a:ext cx="87456" cy="456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311"/>
                </a:moveTo>
                <a:lnTo>
                  <a:pt x="6631" y="104"/>
                </a:lnTo>
                <a:lnTo>
                  <a:pt x="7528" y="0"/>
                </a:lnTo>
                <a:lnTo>
                  <a:pt x="8348" y="0"/>
                </a:lnTo>
                <a:lnTo>
                  <a:pt x="9353" y="104"/>
                </a:lnTo>
                <a:lnTo>
                  <a:pt x="10800" y="311"/>
                </a:lnTo>
                <a:lnTo>
                  <a:pt x="11700" y="2037"/>
                </a:lnTo>
                <a:lnTo>
                  <a:pt x="12600" y="3763"/>
                </a:lnTo>
                <a:lnTo>
                  <a:pt x="13500" y="5489"/>
                </a:lnTo>
                <a:lnTo>
                  <a:pt x="14400" y="7215"/>
                </a:lnTo>
                <a:lnTo>
                  <a:pt x="15590" y="7964"/>
                </a:lnTo>
                <a:lnTo>
                  <a:pt x="16774" y="8613"/>
                </a:lnTo>
                <a:lnTo>
                  <a:pt x="17960" y="9186"/>
                </a:lnTo>
                <a:lnTo>
                  <a:pt x="19157" y="9704"/>
                </a:lnTo>
                <a:lnTo>
                  <a:pt x="20367" y="10191"/>
                </a:lnTo>
                <a:lnTo>
                  <a:pt x="21600" y="10667"/>
                </a:lnTo>
                <a:lnTo>
                  <a:pt x="20655" y="10923"/>
                </a:lnTo>
                <a:lnTo>
                  <a:pt x="19694" y="11178"/>
                </a:lnTo>
                <a:lnTo>
                  <a:pt x="19076" y="11375"/>
                </a:lnTo>
                <a:lnTo>
                  <a:pt x="17212" y="11962"/>
                </a:lnTo>
                <a:lnTo>
                  <a:pt x="15988" y="12324"/>
                </a:lnTo>
                <a:lnTo>
                  <a:pt x="14744" y="12690"/>
                </a:lnTo>
                <a:lnTo>
                  <a:pt x="13680" y="13401"/>
                </a:lnTo>
                <a:lnTo>
                  <a:pt x="12600" y="14119"/>
                </a:lnTo>
                <a:lnTo>
                  <a:pt x="12181" y="15887"/>
                </a:lnTo>
                <a:lnTo>
                  <a:pt x="11756" y="17678"/>
                </a:lnTo>
                <a:lnTo>
                  <a:pt x="11282" y="19339"/>
                </a:lnTo>
                <a:lnTo>
                  <a:pt x="10800" y="21023"/>
                </a:lnTo>
                <a:lnTo>
                  <a:pt x="9538" y="21351"/>
                </a:lnTo>
                <a:lnTo>
                  <a:pt x="8620" y="21534"/>
                </a:lnTo>
                <a:lnTo>
                  <a:pt x="7781" y="21600"/>
                </a:lnTo>
                <a:lnTo>
                  <a:pt x="6759" y="21569"/>
                </a:lnTo>
                <a:lnTo>
                  <a:pt x="5288" y="21455"/>
                </a:lnTo>
                <a:lnTo>
                  <a:pt x="4300" y="21393"/>
                </a:lnTo>
                <a:lnTo>
                  <a:pt x="3307" y="21331"/>
                </a:lnTo>
                <a:lnTo>
                  <a:pt x="2299" y="21265"/>
                </a:lnTo>
                <a:lnTo>
                  <a:pt x="1157" y="21144"/>
                </a:lnTo>
                <a:lnTo>
                  <a:pt x="0" y="21023"/>
                </a:lnTo>
                <a:lnTo>
                  <a:pt x="0" y="18742"/>
                </a:lnTo>
                <a:lnTo>
                  <a:pt x="0" y="16446"/>
                </a:lnTo>
                <a:lnTo>
                  <a:pt x="0" y="14119"/>
                </a:lnTo>
                <a:lnTo>
                  <a:pt x="1188" y="14119"/>
                </a:lnTo>
                <a:lnTo>
                  <a:pt x="2378" y="14119"/>
                </a:lnTo>
                <a:lnTo>
                  <a:pt x="3573" y="14119"/>
                </a:lnTo>
                <a:lnTo>
                  <a:pt x="4774" y="14119"/>
                </a:lnTo>
                <a:lnTo>
                  <a:pt x="5981" y="14119"/>
                </a:lnTo>
                <a:lnTo>
                  <a:pt x="7200" y="14119"/>
                </a:lnTo>
                <a:lnTo>
                  <a:pt x="6903" y="11841"/>
                </a:lnTo>
                <a:lnTo>
                  <a:pt x="6606" y="9559"/>
                </a:lnTo>
                <a:lnTo>
                  <a:pt x="6307" y="7267"/>
                </a:lnTo>
                <a:lnTo>
                  <a:pt x="6007" y="4964"/>
                </a:lnTo>
                <a:lnTo>
                  <a:pt x="5704" y="2648"/>
                </a:lnTo>
                <a:lnTo>
                  <a:pt x="5400" y="311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259" name="contour_09257"/>
          <p:cNvSpPr/>
          <p:nvPr/>
        </p:nvSpPr>
        <p:spPr>
          <a:xfrm>
            <a:off x="8027165" y="5049208"/>
            <a:ext cx="87456" cy="378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0" y="0"/>
                </a:moveTo>
                <a:lnTo>
                  <a:pt x="8923" y="121"/>
                </a:lnTo>
                <a:lnTo>
                  <a:pt x="10159" y="383"/>
                </a:lnTo>
                <a:lnTo>
                  <a:pt x="11362" y="783"/>
                </a:lnTo>
                <a:lnTo>
                  <a:pt x="12539" y="1307"/>
                </a:lnTo>
                <a:lnTo>
                  <a:pt x="13693" y="1957"/>
                </a:lnTo>
                <a:lnTo>
                  <a:pt x="14832" y="2710"/>
                </a:lnTo>
                <a:lnTo>
                  <a:pt x="15959" y="3572"/>
                </a:lnTo>
                <a:lnTo>
                  <a:pt x="17078" y="4526"/>
                </a:lnTo>
                <a:lnTo>
                  <a:pt x="18198" y="5562"/>
                </a:lnTo>
                <a:lnTo>
                  <a:pt x="19321" y="6678"/>
                </a:lnTo>
                <a:lnTo>
                  <a:pt x="20453" y="7865"/>
                </a:lnTo>
                <a:lnTo>
                  <a:pt x="21600" y="9110"/>
                </a:lnTo>
                <a:lnTo>
                  <a:pt x="20761" y="10238"/>
                </a:lnTo>
                <a:lnTo>
                  <a:pt x="19919" y="11350"/>
                </a:lnTo>
                <a:lnTo>
                  <a:pt x="19073" y="12445"/>
                </a:lnTo>
                <a:lnTo>
                  <a:pt x="18225" y="13531"/>
                </a:lnTo>
                <a:lnTo>
                  <a:pt x="17284" y="14768"/>
                </a:lnTo>
                <a:lnTo>
                  <a:pt x="16326" y="16021"/>
                </a:lnTo>
                <a:lnTo>
                  <a:pt x="15181" y="16820"/>
                </a:lnTo>
                <a:lnTo>
                  <a:pt x="14386" y="17095"/>
                </a:lnTo>
                <a:lnTo>
                  <a:pt x="13570" y="16858"/>
                </a:lnTo>
                <a:lnTo>
                  <a:pt x="12361" y="16117"/>
                </a:lnTo>
                <a:lnTo>
                  <a:pt x="11587" y="14709"/>
                </a:lnTo>
                <a:lnTo>
                  <a:pt x="10800" y="13273"/>
                </a:lnTo>
                <a:lnTo>
                  <a:pt x="10800" y="10525"/>
                </a:lnTo>
                <a:lnTo>
                  <a:pt x="10800" y="7752"/>
                </a:lnTo>
                <a:lnTo>
                  <a:pt x="10800" y="4946"/>
                </a:lnTo>
                <a:lnTo>
                  <a:pt x="9731" y="4946"/>
                </a:lnTo>
                <a:lnTo>
                  <a:pt x="8658" y="4946"/>
                </a:lnTo>
                <a:lnTo>
                  <a:pt x="7582" y="4946"/>
                </a:lnTo>
                <a:lnTo>
                  <a:pt x="6496" y="4946"/>
                </a:lnTo>
                <a:lnTo>
                  <a:pt x="5400" y="4946"/>
                </a:lnTo>
                <a:lnTo>
                  <a:pt x="5697" y="7698"/>
                </a:lnTo>
                <a:lnTo>
                  <a:pt x="5994" y="10450"/>
                </a:lnTo>
                <a:lnTo>
                  <a:pt x="6293" y="13211"/>
                </a:lnTo>
                <a:lnTo>
                  <a:pt x="6593" y="15988"/>
                </a:lnTo>
                <a:lnTo>
                  <a:pt x="6896" y="18781"/>
                </a:lnTo>
                <a:lnTo>
                  <a:pt x="7200" y="21600"/>
                </a:lnTo>
                <a:lnTo>
                  <a:pt x="6012" y="21600"/>
                </a:lnTo>
                <a:lnTo>
                  <a:pt x="4822" y="21600"/>
                </a:lnTo>
                <a:lnTo>
                  <a:pt x="3627" y="21600"/>
                </a:lnTo>
                <a:lnTo>
                  <a:pt x="2426" y="21600"/>
                </a:lnTo>
                <a:lnTo>
                  <a:pt x="1219" y="21600"/>
                </a:lnTo>
                <a:lnTo>
                  <a:pt x="0" y="21600"/>
                </a:lnTo>
                <a:lnTo>
                  <a:pt x="571" y="15804"/>
                </a:lnTo>
                <a:lnTo>
                  <a:pt x="1064" y="11158"/>
                </a:lnTo>
                <a:lnTo>
                  <a:pt x="1523" y="7540"/>
                </a:lnTo>
                <a:lnTo>
                  <a:pt x="1993" y="4813"/>
                </a:lnTo>
                <a:lnTo>
                  <a:pt x="2522" y="2856"/>
                </a:lnTo>
                <a:lnTo>
                  <a:pt x="3155" y="1532"/>
                </a:lnTo>
                <a:lnTo>
                  <a:pt x="3940" y="712"/>
                </a:lnTo>
                <a:lnTo>
                  <a:pt x="4919" y="275"/>
                </a:lnTo>
                <a:lnTo>
                  <a:pt x="6140" y="79"/>
                </a:lnTo>
                <a:lnTo>
                  <a:pt x="7650" y="0"/>
                </a:lnTo>
                <a:close/>
              </a:path>
            </a:pathLst>
          </a:custGeom>
          <a:solidFill>
            <a:srgbClr val="E5E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0" name="contour_09258"/>
          <p:cNvSpPr/>
          <p:nvPr/>
        </p:nvSpPr>
        <p:spPr>
          <a:xfrm>
            <a:off x="4789023" y="5043290"/>
            <a:ext cx="48276" cy="505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61" y="0"/>
                </a:moveTo>
                <a:lnTo>
                  <a:pt x="15558" y="1728"/>
                </a:lnTo>
                <a:lnTo>
                  <a:pt x="16862" y="3387"/>
                </a:lnTo>
                <a:lnTo>
                  <a:pt x="17993" y="5018"/>
                </a:lnTo>
                <a:lnTo>
                  <a:pt x="18965" y="6671"/>
                </a:lnTo>
                <a:lnTo>
                  <a:pt x="19793" y="8392"/>
                </a:lnTo>
                <a:lnTo>
                  <a:pt x="20501" y="10219"/>
                </a:lnTo>
                <a:lnTo>
                  <a:pt x="21095" y="12209"/>
                </a:lnTo>
                <a:lnTo>
                  <a:pt x="21600" y="14397"/>
                </a:lnTo>
                <a:lnTo>
                  <a:pt x="20945" y="16915"/>
                </a:lnTo>
                <a:lnTo>
                  <a:pt x="20175" y="18484"/>
                </a:lnTo>
                <a:lnTo>
                  <a:pt x="18792" y="19760"/>
                </a:lnTo>
                <a:lnTo>
                  <a:pt x="16304" y="21401"/>
                </a:lnTo>
                <a:lnTo>
                  <a:pt x="13079" y="21600"/>
                </a:lnTo>
                <a:lnTo>
                  <a:pt x="11136" y="21544"/>
                </a:lnTo>
                <a:lnTo>
                  <a:pt x="9695" y="21118"/>
                </a:lnTo>
                <a:lnTo>
                  <a:pt x="7973" y="20209"/>
                </a:lnTo>
                <a:lnTo>
                  <a:pt x="6104" y="18531"/>
                </a:lnTo>
                <a:lnTo>
                  <a:pt x="4536" y="16943"/>
                </a:lnTo>
                <a:lnTo>
                  <a:pt x="3232" y="15359"/>
                </a:lnTo>
                <a:lnTo>
                  <a:pt x="2159" y="13696"/>
                </a:lnTo>
                <a:lnTo>
                  <a:pt x="1285" y="11872"/>
                </a:lnTo>
                <a:lnTo>
                  <a:pt x="577" y="9799"/>
                </a:lnTo>
                <a:lnTo>
                  <a:pt x="0" y="7393"/>
                </a:lnTo>
                <a:lnTo>
                  <a:pt x="633" y="4884"/>
                </a:lnTo>
                <a:lnTo>
                  <a:pt x="1246" y="3381"/>
                </a:lnTo>
                <a:lnTo>
                  <a:pt x="2204" y="2275"/>
                </a:lnTo>
                <a:lnTo>
                  <a:pt x="3871" y="971"/>
                </a:lnTo>
                <a:lnTo>
                  <a:pt x="5713" y="498"/>
                </a:lnTo>
                <a:lnTo>
                  <a:pt x="7164" y="209"/>
                </a:lnTo>
                <a:lnTo>
                  <a:pt x="8713" y="62"/>
                </a:lnTo>
                <a:lnTo>
                  <a:pt x="10849" y="6"/>
                </a:lnTo>
                <a:lnTo>
                  <a:pt x="14061" y="0"/>
                </a:lnTo>
                <a:close/>
              </a:path>
            </a:pathLst>
          </a:custGeom>
          <a:solidFill>
            <a:srgbClr val="6D6D6C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1" name="contour_09259"/>
          <p:cNvSpPr/>
          <p:nvPr/>
        </p:nvSpPr>
        <p:spPr>
          <a:xfrm>
            <a:off x="11019571" y="5014138"/>
            <a:ext cx="6126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30" y="0"/>
                </a:moveTo>
                <a:lnTo>
                  <a:pt x="19763" y="1777"/>
                </a:lnTo>
                <a:lnTo>
                  <a:pt x="20405" y="3518"/>
                </a:lnTo>
                <a:lnTo>
                  <a:pt x="20934" y="5257"/>
                </a:lnTo>
                <a:lnTo>
                  <a:pt x="21328" y="7028"/>
                </a:lnTo>
                <a:lnTo>
                  <a:pt x="21556" y="8864"/>
                </a:lnTo>
                <a:lnTo>
                  <a:pt x="21600" y="10800"/>
                </a:lnTo>
                <a:lnTo>
                  <a:pt x="20182" y="12126"/>
                </a:lnTo>
                <a:lnTo>
                  <a:pt x="18714" y="13214"/>
                </a:lnTo>
                <a:lnTo>
                  <a:pt x="17206" y="14089"/>
                </a:lnTo>
                <a:lnTo>
                  <a:pt x="15651" y="14774"/>
                </a:lnTo>
                <a:lnTo>
                  <a:pt x="14056" y="15293"/>
                </a:lnTo>
                <a:lnTo>
                  <a:pt x="12416" y="15665"/>
                </a:lnTo>
                <a:lnTo>
                  <a:pt x="10736" y="15922"/>
                </a:lnTo>
                <a:lnTo>
                  <a:pt x="9014" y="16079"/>
                </a:lnTo>
                <a:lnTo>
                  <a:pt x="7251" y="16162"/>
                </a:lnTo>
                <a:lnTo>
                  <a:pt x="5453" y="16195"/>
                </a:lnTo>
                <a:lnTo>
                  <a:pt x="3613" y="16200"/>
                </a:lnTo>
                <a:lnTo>
                  <a:pt x="2731" y="17804"/>
                </a:lnTo>
                <a:lnTo>
                  <a:pt x="2169" y="18900"/>
                </a:lnTo>
                <a:lnTo>
                  <a:pt x="1688" y="19996"/>
                </a:lnTo>
                <a:lnTo>
                  <a:pt x="1043" y="21600"/>
                </a:lnTo>
                <a:lnTo>
                  <a:pt x="594" y="19564"/>
                </a:lnTo>
                <a:lnTo>
                  <a:pt x="254" y="17626"/>
                </a:lnTo>
                <a:lnTo>
                  <a:pt x="49" y="15746"/>
                </a:lnTo>
                <a:lnTo>
                  <a:pt x="0" y="13889"/>
                </a:lnTo>
                <a:lnTo>
                  <a:pt x="134" y="12020"/>
                </a:lnTo>
                <a:lnTo>
                  <a:pt x="473" y="10103"/>
                </a:lnTo>
                <a:lnTo>
                  <a:pt x="1043" y="8100"/>
                </a:lnTo>
                <a:lnTo>
                  <a:pt x="2595" y="7098"/>
                </a:lnTo>
                <a:lnTo>
                  <a:pt x="4160" y="6169"/>
                </a:lnTo>
                <a:lnTo>
                  <a:pt x="5740" y="5308"/>
                </a:lnTo>
                <a:lnTo>
                  <a:pt x="7336" y="4509"/>
                </a:lnTo>
                <a:lnTo>
                  <a:pt x="8950" y="3764"/>
                </a:lnTo>
                <a:lnTo>
                  <a:pt x="10579" y="3064"/>
                </a:lnTo>
                <a:lnTo>
                  <a:pt x="12226" y="2403"/>
                </a:lnTo>
                <a:lnTo>
                  <a:pt x="13896" y="1771"/>
                </a:lnTo>
                <a:lnTo>
                  <a:pt x="15585" y="1166"/>
                </a:lnTo>
                <a:lnTo>
                  <a:pt x="17296" y="578"/>
                </a:lnTo>
                <a:lnTo>
                  <a:pt x="19030" y="0"/>
                </a:lnTo>
                <a:close/>
              </a:path>
            </a:pathLst>
          </a:custGeom>
          <a:solidFill>
            <a:srgbClr val="E5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2" name="contour_09260"/>
          <p:cNvSpPr/>
          <p:nvPr/>
        </p:nvSpPr>
        <p:spPr>
          <a:xfrm>
            <a:off x="4390458" y="5006136"/>
            <a:ext cx="66306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15"/>
                </a:moveTo>
                <a:lnTo>
                  <a:pt x="1603" y="352"/>
                </a:lnTo>
                <a:lnTo>
                  <a:pt x="3205" y="292"/>
                </a:lnTo>
                <a:lnTo>
                  <a:pt x="4808" y="242"/>
                </a:lnTo>
                <a:lnTo>
                  <a:pt x="6410" y="195"/>
                </a:lnTo>
                <a:lnTo>
                  <a:pt x="8013" y="153"/>
                </a:lnTo>
                <a:lnTo>
                  <a:pt x="9501" y="102"/>
                </a:lnTo>
                <a:lnTo>
                  <a:pt x="10999" y="51"/>
                </a:lnTo>
                <a:lnTo>
                  <a:pt x="12519" y="0"/>
                </a:lnTo>
                <a:lnTo>
                  <a:pt x="15280" y="297"/>
                </a:lnTo>
                <a:lnTo>
                  <a:pt x="17198" y="614"/>
                </a:lnTo>
                <a:lnTo>
                  <a:pt x="18521" y="1076"/>
                </a:lnTo>
                <a:lnTo>
                  <a:pt x="19494" y="1818"/>
                </a:lnTo>
                <a:lnTo>
                  <a:pt x="20361" y="2966"/>
                </a:lnTo>
                <a:lnTo>
                  <a:pt x="21367" y="4652"/>
                </a:lnTo>
                <a:lnTo>
                  <a:pt x="21524" y="7521"/>
                </a:lnTo>
                <a:lnTo>
                  <a:pt x="21595" y="10321"/>
                </a:lnTo>
                <a:lnTo>
                  <a:pt x="21600" y="13092"/>
                </a:lnTo>
                <a:lnTo>
                  <a:pt x="21553" y="15872"/>
                </a:lnTo>
                <a:lnTo>
                  <a:pt x="21469" y="18693"/>
                </a:lnTo>
                <a:lnTo>
                  <a:pt x="21367" y="21600"/>
                </a:lnTo>
                <a:lnTo>
                  <a:pt x="19836" y="20791"/>
                </a:lnTo>
                <a:lnTo>
                  <a:pt x="18309" y="19969"/>
                </a:lnTo>
                <a:lnTo>
                  <a:pt x="16780" y="19143"/>
                </a:lnTo>
                <a:lnTo>
                  <a:pt x="15256" y="18308"/>
                </a:lnTo>
                <a:lnTo>
                  <a:pt x="13732" y="17469"/>
                </a:lnTo>
                <a:lnTo>
                  <a:pt x="12208" y="16622"/>
                </a:lnTo>
                <a:lnTo>
                  <a:pt x="10684" y="15774"/>
                </a:lnTo>
                <a:lnTo>
                  <a:pt x="9150" y="14969"/>
                </a:lnTo>
                <a:lnTo>
                  <a:pt x="7595" y="14151"/>
                </a:lnTo>
                <a:lnTo>
                  <a:pt x="6144" y="13329"/>
                </a:lnTo>
                <a:lnTo>
                  <a:pt x="4675" y="12499"/>
                </a:lnTo>
                <a:lnTo>
                  <a:pt x="3998" y="12130"/>
                </a:lnTo>
                <a:lnTo>
                  <a:pt x="1961" y="11016"/>
                </a:lnTo>
                <a:lnTo>
                  <a:pt x="988" y="9961"/>
                </a:lnTo>
                <a:lnTo>
                  <a:pt x="0" y="8889"/>
                </a:lnTo>
                <a:lnTo>
                  <a:pt x="0" y="6089"/>
                </a:lnTo>
                <a:lnTo>
                  <a:pt x="0" y="3271"/>
                </a:lnTo>
                <a:lnTo>
                  <a:pt x="0" y="415"/>
                </a:lnTo>
                <a:close/>
              </a:path>
            </a:pathLst>
          </a:custGeom>
          <a:solidFill>
            <a:srgbClr val="3F393B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3" name="contour_09261"/>
          <p:cNvSpPr/>
          <p:nvPr/>
        </p:nvSpPr>
        <p:spPr>
          <a:xfrm>
            <a:off x="11625823" y="4992274"/>
            <a:ext cx="3805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4" y="0"/>
                </a:moveTo>
                <a:lnTo>
                  <a:pt x="3839" y="0"/>
                </a:lnTo>
                <a:lnTo>
                  <a:pt x="6768" y="0"/>
                </a:lnTo>
                <a:lnTo>
                  <a:pt x="9706" y="0"/>
                </a:lnTo>
                <a:lnTo>
                  <a:pt x="12656" y="0"/>
                </a:lnTo>
                <a:lnTo>
                  <a:pt x="15618" y="0"/>
                </a:lnTo>
                <a:lnTo>
                  <a:pt x="18596" y="0"/>
                </a:lnTo>
                <a:lnTo>
                  <a:pt x="21600" y="0"/>
                </a:lnTo>
                <a:lnTo>
                  <a:pt x="21190" y="2138"/>
                </a:lnTo>
                <a:lnTo>
                  <a:pt x="20781" y="4280"/>
                </a:lnTo>
                <a:lnTo>
                  <a:pt x="20371" y="6421"/>
                </a:lnTo>
                <a:lnTo>
                  <a:pt x="19958" y="8566"/>
                </a:lnTo>
                <a:lnTo>
                  <a:pt x="19548" y="10720"/>
                </a:lnTo>
                <a:lnTo>
                  <a:pt x="19134" y="12877"/>
                </a:lnTo>
                <a:lnTo>
                  <a:pt x="18721" y="15043"/>
                </a:lnTo>
                <a:lnTo>
                  <a:pt x="18303" y="17218"/>
                </a:lnTo>
                <a:lnTo>
                  <a:pt x="17885" y="19403"/>
                </a:lnTo>
                <a:lnTo>
                  <a:pt x="17463" y="21600"/>
                </a:lnTo>
                <a:lnTo>
                  <a:pt x="13131" y="20483"/>
                </a:lnTo>
                <a:lnTo>
                  <a:pt x="9937" y="19625"/>
                </a:lnTo>
                <a:lnTo>
                  <a:pt x="7592" y="18919"/>
                </a:lnTo>
                <a:lnTo>
                  <a:pt x="5809" y="18252"/>
                </a:lnTo>
                <a:lnTo>
                  <a:pt x="4290" y="17521"/>
                </a:lnTo>
                <a:lnTo>
                  <a:pt x="2755" y="16617"/>
                </a:lnTo>
                <a:lnTo>
                  <a:pt x="914" y="15429"/>
                </a:lnTo>
                <a:lnTo>
                  <a:pt x="376" y="13139"/>
                </a:lnTo>
                <a:lnTo>
                  <a:pt x="87" y="10957"/>
                </a:lnTo>
                <a:lnTo>
                  <a:pt x="0" y="8837"/>
                </a:lnTo>
                <a:lnTo>
                  <a:pt x="83" y="6730"/>
                </a:lnTo>
                <a:lnTo>
                  <a:pt x="290" y="4585"/>
                </a:lnTo>
                <a:lnTo>
                  <a:pt x="579" y="2361"/>
                </a:lnTo>
                <a:lnTo>
                  <a:pt x="914" y="0"/>
                </a:lnTo>
                <a:close/>
              </a:path>
            </a:pathLst>
          </a:custGeom>
          <a:solidFill>
            <a:srgbClr val="F8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4" name="contour_09262"/>
          <p:cNvSpPr/>
          <p:nvPr/>
        </p:nvSpPr>
        <p:spPr>
          <a:xfrm>
            <a:off x="7793950" y="4984185"/>
            <a:ext cx="58304" cy="51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4"/>
                </a:moveTo>
                <a:lnTo>
                  <a:pt x="20722" y="2607"/>
                </a:lnTo>
                <a:lnTo>
                  <a:pt x="19821" y="4712"/>
                </a:lnTo>
                <a:lnTo>
                  <a:pt x="18884" y="6668"/>
                </a:lnTo>
                <a:lnTo>
                  <a:pt x="17901" y="8491"/>
                </a:lnTo>
                <a:lnTo>
                  <a:pt x="16864" y="10195"/>
                </a:lnTo>
                <a:lnTo>
                  <a:pt x="15763" y="11803"/>
                </a:lnTo>
                <a:lnTo>
                  <a:pt x="14588" y="13322"/>
                </a:lnTo>
                <a:lnTo>
                  <a:pt x="13327" y="14774"/>
                </a:lnTo>
                <a:lnTo>
                  <a:pt x="11972" y="16177"/>
                </a:lnTo>
                <a:lnTo>
                  <a:pt x="10511" y="17544"/>
                </a:lnTo>
                <a:lnTo>
                  <a:pt x="8934" y="18893"/>
                </a:lnTo>
                <a:lnTo>
                  <a:pt x="7236" y="20239"/>
                </a:lnTo>
                <a:lnTo>
                  <a:pt x="5400" y="21600"/>
                </a:lnTo>
                <a:lnTo>
                  <a:pt x="4064" y="20096"/>
                </a:lnTo>
                <a:lnTo>
                  <a:pt x="2719" y="18586"/>
                </a:lnTo>
                <a:lnTo>
                  <a:pt x="1369" y="17064"/>
                </a:lnTo>
                <a:lnTo>
                  <a:pt x="0" y="15524"/>
                </a:lnTo>
                <a:lnTo>
                  <a:pt x="1237" y="13993"/>
                </a:lnTo>
                <a:lnTo>
                  <a:pt x="2481" y="12468"/>
                </a:lnTo>
                <a:lnTo>
                  <a:pt x="3729" y="10949"/>
                </a:lnTo>
                <a:lnTo>
                  <a:pt x="4984" y="9436"/>
                </a:lnTo>
                <a:lnTo>
                  <a:pt x="6242" y="7929"/>
                </a:lnTo>
                <a:lnTo>
                  <a:pt x="6761" y="7300"/>
                </a:lnTo>
                <a:lnTo>
                  <a:pt x="7671" y="6194"/>
                </a:lnTo>
                <a:lnTo>
                  <a:pt x="9755" y="3658"/>
                </a:lnTo>
                <a:lnTo>
                  <a:pt x="11505" y="2215"/>
                </a:lnTo>
                <a:lnTo>
                  <a:pt x="13068" y="1176"/>
                </a:lnTo>
                <a:lnTo>
                  <a:pt x="14545" y="495"/>
                </a:lnTo>
                <a:lnTo>
                  <a:pt x="16038" y="118"/>
                </a:lnTo>
                <a:lnTo>
                  <a:pt x="17645" y="0"/>
                </a:lnTo>
                <a:lnTo>
                  <a:pt x="19464" y="88"/>
                </a:lnTo>
                <a:lnTo>
                  <a:pt x="21600" y="334"/>
                </a:lnTo>
                <a:close/>
              </a:path>
            </a:pathLst>
          </a:custGeom>
          <a:solidFill>
            <a:srgbClr val="2C2C2B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5" name="contour_09263"/>
          <p:cNvSpPr/>
          <p:nvPr/>
        </p:nvSpPr>
        <p:spPr>
          <a:xfrm>
            <a:off x="1626669" y="4984986"/>
            <a:ext cx="61911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2" y="0"/>
                </a:moveTo>
                <a:lnTo>
                  <a:pt x="2044" y="160"/>
                </a:lnTo>
                <a:lnTo>
                  <a:pt x="3514" y="328"/>
                </a:lnTo>
                <a:lnTo>
                  <a:pt x="4984" y="499"/>
                </a:lnTo>
                <a:lnTo>
                  <a:pt x="6451" y="675"/>
                </a:lnTo>
                <a:lnTo>
                  <a:pt x="7275" y="770"/>
                </a:lnTo>
                <a:lnTo>
                  <a:pt x="9759" y="1055"/>
                </a:lnTo>
                <a:lnTo>
                  <a:pt x="11437" y="1429"/>
                </a:lnTo>
                <a:lnTo>
                  <a:pt x="12975" y="1818"/>
                </a:lnTo>
                <a:lnTo>
                  <a:pt x="14399" y="2237"/>
                </a:lnTo>
                <a:lnTo>
                  <a:pt x="15739" y="2707"/>
                </a:lnTo>
                <a:lnTo>
                  <a:pt x="17033" y="3240"/>
                </a:lnTo>
                <a:lnTo>
                  <a:pt x="18305" y="3856"/>
                </a:lnTo>
                <a:lnTo>
                  <a:pt x="19589" y="4570"/>
                </a:lnTo>
                <a:lnTo>
                  <a:pt x="20913" y="5400"/>
                </a:lnTo>
                <a:lnTo>
                  <a:pt x="21247" y="6593"/>
                </a:lnTo>
                <a:lnTo>
                  <a:pt x="21460" y="7776"/>
                </a:lnTo>
                <a:lnTo>
                  <a:pt x="21569" y="8953"/>
                </a:lnTo>
                <a:lnTo>
                  <a:pt x="21600" y="10130"/>
                </a:lnTo>
                <a:lnTo>
                  <a:pt x="21567" y="11315"/>
                </a:lnTo>
                <a:lnTo>
                  <a:pt x="21491" y="12512"/>
                </a:lnTo>
                <a:lnTo>
                  <a:pt x="21392" y="13725"/>
                </a:lnTo>
                <a:lnTo>
                  <a:pt x="21338" y="14863"/>
                </a:lnTo>
                <a:lnTo>
                  <a:pt x="21285" y="16016"/>
                </a:lnTo>
                <a:lnTo>
                  <a:pt x="21226" y="17134"/>
                </a:lnTo>
                <a:lnTo>
                  <a:pt x="21158" y="18252"/>
                </a:lnTo>
                <a:lnTo>
                  <a:pt x="21081" y="19368"/>
                </a:lnTo>
                <a:lnTo>
                  <a:pt x="21000" y="20484"/>
                </a:lnTo>
                <a:lnTo>
                  <a:pt x="20913" y="21600"/>
                </a:lnTo>
                <a:lnTo>
                  <a:pt x="19652" y="21600"/>
                </a:lnTo>
                <a:lnTo>
                  <a:pt x="18371" y="21600"/>
                </a:lnTo>
                <a:lnTo>
                  <a:pt x="17959" y="20390"/>
                </a:lnTo>
                <a:lnTo>
                  <a:pt x="17565" y="19177"/>
                </a:lnTo>
                <a:lnTo>
                  <a:pt x="17186" y="17960"/>
                </a:lnTo>
                <a:lnTo>
                  <a:pt x="16820" y="16744"/>
                </a:lnTo>
                <a:lnTo>
                  <a:pt x="16464" y="15525"/>
                </a:lnTo>
                <a:lnTo>
                  <a:pt x="15800" y="13549"/>
                </a:lnTo>
                <a:lnTo>
                  <a:pt x="15248" y="12038"/>
                </a:lnTo>
                <a:lnTo>
                  <a:pt x="14735" y="10901"/>
                </a:lnTo>
                <a:lnTo>
                  <a:pt x="14183" y="10046"/>
                </a:lnTo>
                <a:lnTo>
                  <a:pt x="13522" y="9374"/>
                </a:lnTo>
                <a:lnTo>
                  <a:pt x="12675" y="8798"/>
                </a:lnTo>
                <a:lnTo>
                  <a:pt x="11569" y="8222"/>
                </a:lnTo>
                <a:lnTo>
                  <a:pt x="10127" y="7551"/>
                </a:lnTo>
                <a:lnTo>
                  <a:pt x="8411" y="7168"/>
                </a:lnTo>
                <a:lnTo>
                  <a:pt x="6690" y="6802"/>
                </a:lnTo>
                <a:lnTo>
                  <a:pt x="4961" y="6451"/>
                </a:lnTo>
                <a:lnTo>
                  <a:pt x="3224" y="6116"/>
                </a:lnTo>
                <a:lnTo>
                  <a:pt x="1910" y="5762"/>
                </a:lnTo>
                <a:lnTo>
                  <a:pt x="572" y="5400"/>
                </a:lnTo>
                <a:lnTo>
                  <a:pt x="191" y="3953"/>
                </a:lnTo>
                <a:lnTo>
                  <a:pt x="0" y="2948"/>
                </a:lnTo>
                <a:lnTo>
                  <a:pt x="0" y="2128"/>
                </a:lnTo>
                <a:lnTo>
                  <a:pt x="191" y="1231"/>
                </a:lnTo>
                <a:lnTo>
                  <a:pt x="572" y="0"/>
                </a:lnTo>
                <a:close/>
              </a:path>
            </a:pathLst>
          </a:custGeom>
          <a:solidFill>
            <a:srgbClr val="CBC3DD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6" name="contour_09264"/>
          <p:cNvSpPr/>
          <p:nvPr/>
        </p:nvSpPr>
        <p:spPr>
          <a:xfrm>
            <a:off x="5875845" y="4926682"/>
            <a:ext cx="21383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7" y="0"/>
                </a:moveTo>
                <a:lnTo>
                  <a:pt x="6243" y="0"/>
                </a:lnTo>
                <a:lnTo>
                  <a:pt x="11139" y="0"/>
                </a:lnTo>
                <a:lnTo>
                  <a:pt x="16101" y="0"/>
                </a:lnTo>
                <a:lnTo>
                  <a:pt x="17146" y="1154"/>
                </a:lnTo>
                <a:lnTo>
                  <a:pt x="18081" y="2285"/>
                </a:lnTo>
                <a:lnTo>
                  <a:pt x="18906" y="3394"/>
                </a:lnTo>
                <a:lnTo>
                  <a:pt x="19620" y="4487"/>
                </a:lnTo>
                <a:lnTo>
                  <a:pt x="20223" y="5564"/>
                </a:lnTo>
                <a:lnTo>
                  <a:pt x="20717" y="6627"/>
                </a:lnTo>
                <a:lnTo>
                  <a:pt x="21107" y="7679"/>
                </a:lnTo>
                <a:lnTo>
                  <a:pt x="21379" y="8723"/>
                </a:lnTo>
                <a:lnTo>
                  <a:pt x="21548" y="9763"/>
                </a:lnTo>
                <a:lnTo>
                  <a:pt x="21600" y="10800"/>
                </a:lnTo>
                <a:lnTo>
                  <a:pt x="21548" y="11837"/>
                </a:lnTo>
                <a:lnTo>
                  <a:pt x="21379" y="12877"/>
                </a:lnTo>
                <a:lnTo>
                  <a:pt x="21107" y="13921"/>
                </a:lnTo>
                <a:lnTo>
                  <a:pt x="20717" y="14973"/>
                </a:lnTo>
                <a:lnTo>
                  <a:pt x="20223" y="16036"/>
                </a:lnTo>
                <a:lnTo>
                  <a:pt x="19620" y="17113"/>
                </a:lnTo>
                <a:lnTo>
                  <a:pt x="18906" y="18206"/>
                </a:lnTo>
                <a:lnTo>
                  <a:pt x="18081" y="19315"/>
                </a:lnTo>
                <a:lnTo>
                  <a:pt x="17146" y="20446"/>
                </a:lnTo>
                <a:lnTo>
                  <a:pt x="16101" y="21600"/>
                </a:lnTo>
                <a:lnTo>
                  <a:pt x="12449" y="21600"/>
                </a:lnTo>
                <a:lnTo>
                  <a:pt x="8739" y="21600"/>
                </a:lnTo>
                <a:lnTo>
                  <a:pt x="6957" y="20606"/>
                </a:lnTo>
                <a:lnTo>
                  <a:pt x="5426" y="19591"/>
                </a:lnTo>
                <a:lnTo>
                  <a:pt x="4123" y="18557"/>
                </a:lnTo>
                <a:lnTo>
                  <a:pt x="3033" y="17505"/>
                </a:lnTo>
                <a:lnTo>
                  <a:pt x="2135" y="16438"/>
                </a:lnTo>
                <a:lnTo>
                  <a:pt x="1421" y="15356"/>
                </a:lnTo>
                <a:lnTo>
                  <a:pt x="876" y="14264"/>
                </a:lnTo>
                <a:lnTo>
                  <a:pt x="471" y="13162"/>
                </a:lnTo>
                <a:lnTo>
                  <a:pt x="199" y="12053"/>
                </a:lnTo>
                <a:lnTo>
                  <a:pt x="52" y="10939"/>
                </a:lnTo>
                <a:lnTo>
                  <a:pt x="0" y="9823"/>
                </a:lnTo>
                <a:lnTo>
                  <a:pt x="29" y="8706"/>
                </a:lnTo>
                <a:lnTo>
                  <a:pt x="125" y="7591"/>
                </a:lnTo>
                <a:lnTo>
                  <a:pt x="280" y="6478"/>
                </a:lnTo>
                <a:lnTo>
                  <a:pt x="464" y="5372"/>
                </a:lnTo>
                <a:lnTo>
                  <a:pt x="677" y="4274"/>
                </a:lnTo>
                <a:lnTo>
                  <a:pt x="883" y="3184"/>
                </a:lnTo>
                <a:lnTo>
                  <a:pt x="1082" y="2109"/>
                </a:lnTo>
                <a:lnTo>
                  <a:pt x="1252" y="1046"/>
                </a:lnTo>
                <a:lnTo>
                  <a:pt x="1377" y="0"/>
                </a:lnTo>
                <a:close/>
              </a:path>
            </a:pathLst>
          </a:custGeom>
          <a:solidFill>
            <a:srgbClr val="AFCA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7" name="contour_09265"/>
          <p:cNvSpPr/>
          <p:nvPr/>
        </p:nvSpPr>
        <p:spPr>
          <a:xfrm>
            <a:off x="5563824" y="4933970"/>
            <a:ext cx="6081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89" y="0"/>
                </a:moveTo>
                <a:lnTo>
                  <a:pt x="3016" y="2037"/>
                </a:lnTo>
                <a:lnTo>
                  <a:pt x="3443" y="4076"/>
                </a:lnTo>
                <a:lnTo>
                  <a:pt x="3873" y="6125"/>
                </a:lnTo>
                <a:lnTo>
                  <a:pt x="4305" y="8183"/>
                </a:lnTo>
                <a:lnTo>
                  <a:pt x="4740" y="10254"/>
                </a:lnTo>
                <a:lnTo>
                  <a:pt x="5177" y="12343"/>
                </a:lnTo>
                <a:lnTo>
                  <a:pt x="8271" y="11723"/>
                </a:lnTo>
                <a:lnTo>
                  <a:pt x="10632" y="11213"/>
                </a:lnTo>
                <a:lnTo>
                  <a:pt x="12400" y="10754"/>
                </a:lnTo>
                <a:lnTo>
                  <a:pt x="13720" y="10279"/>
                </a:lnTo>
                <a:lnTo>
                  <a:pt x="14735" y="9729"/>
                </a:lnTo>
                <a:lnTo>
                  <a:pt x="15586" y="9038"/>
                </a:lnTo>
                <a:lnTo>
                  <a:pt x="16417" y="8146"/>
                </a:lnTo>
                <a:lnTo>
                  <a:pt x="17373" y="6992"/>
                </a:lnTo>
                <a:lnTo>
                  <a:pt x="18209" y="5446"/>
                </a:lnTo>
                <a:lnTo>
                  <a:pt x="18835" y="4203"/>
                </a:lnTo>
                <a:lnTo>
                  <a:pt x="19565" y="2604"/>
                </a:lnTo>
                <a:lnTo>
                  <a:pt x="20709" y="0"/>
                </a:lnTo>
                <a:lnTo>
                  <a:pt x="21082" y="2296"/>
                </a:lnTo>
                <a:lnTo>
                  <a:pt x="21370" y="4511"/>
                </a:lnTo>
                <a:lnTo>
                  <a:pt x="21551" y="6674"/>
                </a:lnTo>
                <a:lnTo>
                  <a:pt x="21600" y="8816"/>
                </a:lnTo>
                <a:lnTo>
                  <a:pt x="21491" y="10970"/>
                </a:lnTo>
                <a:lnTo>
                  <a:pt x="21201" y="13164"/>
                </a:lnTo>
                <a:lnTo>
                  <a:pt x="20709" y="15429"/>
                </a:lnTo>
                <a:lnTo>
                  <a:pt x="19099" y="16644"/>
                </a:lnTo>
                <a:lnTo>
                  <a:pt x="17474" y="17724"/>
                </a:lnTo>
                <a:lnTo>
                  <a:pt x="15830" y="18672"/>
                </a:lnTo>
                <a:lnTo>
                  <a:pt x="14158" y="19486"/>
                </a:lnTo>
                <a:lnTo>
                  <a:pt x="12454" y="20168"/>
                </a:lnTo>
                <a:lnTo>
                  <a:pt x="10712" y="20721"/>
                </a:lnTo>
                <a:lnTo>
                  <a:pt x="8921" y="21140"/>
                </a:lnTo>
                <a:lnTo>
                  <a:pt x="7080" y="21433"/>
                </a:lnTo>
                <a:lnTo>
                  <a:pt x="5177" y="21600"/>
                </a:lnTo>
                <a:lnTo>
                  <a:pt x="3321" y="20113"/>
                </a:lnTo>
                <a:lnTo>
                  <a:pt x="2164" y="18974"/>
                </a:lnTo>
                <a:lnTo>
                  <a:pt x="1219" y="17607"/>
                </a:lnTo>
                <a:lnTo>
                  <a:pt x="0" y="15429"/>
                </a:lnTo>
                <a:lnTo>
                  <a:pt x="49" y="13065"/>
                </a:lnTo>
                <a:lnTo>
                  <a:pt x="166" y="11433"/>
                </a:lnTo>
                <a:lnTo>
                  <a:pt x="443" y="9776"/>
                </a:lnTo>
                <a:lnTo>
                  <a:pt x="971" y="7329"/>
                </a:lnTo>
                <a:lnTo>
                  <a:pt x="1403" y="5258"/>
                </a:lnTo>
                <a:lnTo>
                  <a:pt x="1841" y="3157"/>
                </a:lnTo>
                <a:lnTo>
                  <a:pt x="2027" y="2373"/>
                </a:lnTo>
                <a:lnTo>
                  <a:pt x="2589" y="0"/>
                </a:lnTo>
                <a:close/>
              </a:path>
            </a:pathLst>
          </a:custGeom>
          <a:solidFill>
            <a:srgbClr val="A2A3A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8" name="contour_09266"/>
          <p:cNvSpPr/>
          <p:nvPr/>
        </p:nvSpPr>
        <p:spPr>
          <a:xfrm>
            <a:off x="10854906" y="4941258"/>
            <a:ext cx="58304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0"/>
                </a:lnTo>
                <a:lnTo>
                  <a:pt x="8967" y="0"/>
                </a:lnTo>
                <a:lnTo>
                  <a:pt x="10751" y="0"/>
                </a:lnTo>
                <a:lnTo>
                  <a:pt x="12541" y="0"/>
                </a:lnTo>
                <a:lnTo>
                  <a:pt x="14337" y="0"/>
                </a:lnTo>
                <a:lnTo>
                  <a:pt x="16141" y="0"/>
                </a:lnTo>
                <a:lnTo>
                  <a:pt x="17950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2503"/>
                </a:lnTo>
                <a:lnTo>
                  <a:pt x="21600" y="5015"/>
                </a:lnTo>
                <a:lnTo>
                  <a:pt x="21600" y="7536"/>
                </a:lnTo>
                <a:lnTo>
                  <a:pt x="21600" y="10077"/>
                </a:lnTo>
                <a:lnTo>
                  <a:pt x="21600" y="12644"/>
                </a:lnTo>
                <a:lnTo>
                  <a:pt x="20018" y="14937"/>
                </a:lnTo>
                <a:lnTo>
                  <a:pt x="18473" y="16812"/>
                </a:lnTo>
                <a:lnTo>
                  <a:pt x="16937" y="18313"/>
                </a:lnTo>
                <a:lnTo>
                  <a:pt x="15379" y="19472"/>
                </a:lnTo>
                <a:lnTo>
                  <a:pt x="13773" y="20336"/>
                </a:lnTo>
                <a:lnTo>
                  <a:pt x="12085" y="20943"/>
                </a:lnTo>
                <a:lnTo>
                  <a:pt x="10287" y="21326"/>
                </a:lnTo>
                <a:lnTo>
                  <a:pt x="8348" y="21533"/>
                </a:lnTo>
                <a:lnTo>
                  <a:pt x="6242" y="21600"/>
                </a:lnTo>
                <a:lnTo>
                  <a:pt x="4682" y="21495"/>
                </a:lnTo>
                <a:lnTo>
                  <a:pt x="3121" y="21372"/>
                </a:lnTo>
                <a:lnTo>
                  <a:pt x="1561" y="21233"/>
                </a:lnTo>
                <a:lnTo>
                  <a:pt x="0" y="21073"/>
                </a:lnTo>
                <a:lnTo>
                  <a:pt x="1328" y="20298"/>
                </a:lnTo>
                <a:lnTo>
                  <a:pt x="2678" y="19510"/>
                </a:lnTo>
                <a:lnTo>
                  <a:pt x="4028" y="18195"/>
                </a:lnTo>
                <a:lnTo>
                  <a:pt x="5400" y="16859"/>
                </a:lnTo>
                <a:lnTo>
                  <a:pt x="5764" y="13803"/>
                </a:lnTo>
                <a:lnTo>
                  <a:pt x="5851" y="11548"/>
                </a:lnTo>
                <a:lnTo>
                  <a:pt x="5738" y="8168"/>
                </a:lnTo>
                <a:lnTo>
                  <a:pt x="5686" y="6967"/>
                </a:lnTo>
                <a:lnTo>
                  <a:pt x="5600" y="4847"/>
                </a:lnTo>
                <a:lnTo>
                  <a:pt x="5400" y="0"/>
                </a:lnTo>
                <a:close/>
              </a:path>
            </a:pathLst>
          </a:custGeom>
          <a:solidFill>
            <a:srgbClr val="EE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269" name="contour_09267"/>
          <p:cNvSpPr/>
          <p:nvPr/>
        </p:nvSpPr>
        <p:spPr>
          <a:xfrm>
            <a:off x="9630523" y="4953057"/>
            <a:ext cx="80168" cy="537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15"/>
                </a:moveTo>
                <a:lnTo>
                  <a:pt x="2680" y="714"/>
                </a:lnTo>
                <a:lnTo>
                  <a:pt x="4935" y="395"/>
                </a:lnTo>
                <a:lnTo>
                  <a:pt x="6816" y="164"/>
                </a:lnTo>
                <a:lnTo>
                  <a:pt x="8383" y="29"/>
                </a:lnTo>
                <a:lnTo>
                  <a:pt x="9693" y="0"/>
                </a:lnTo>
                <a:lnTo>
                  <a:pt x="10804" y="85"/>
                </a:lnTo>
                <a:lnTo>
                  <a:pt x="11772" y="290"/>
                </a:lnTo>
                <a:lnTo>
                  <a:pt x="12654" y="626"/>
                </a:lnTo>
                <a:lnTo>
                  <a:pt x="13510" y="1097"/>
                </a:lnTo>
                <a:lnTo>
                  <a:pt x="14393" y="1712"/>
                </a:lnTo>
                <a:lnTo>
                  <a:pt x="15363" y="2482"/>
                </a:lnTo>
                <a:lnTo>
                  <a:pt x="16477" y="3412"/>
                </a:lnTo>
                <a:lnTo>
                  <a:pt x="17512" y="4875"/>
                </a:lnTo>
                <a:lnTo>
                  <a:pt x="18460" y="6315"/>
                </a:lnTo>
                <a:lnTo>
                  <a:pt x="19332" y="7778"/>
                </a:lnTo>
                <a:lnTo>
                  <a:pt x="20139" y="9318"/>
                </a:lnTo>
                <a:lnTo>
                  <a:pt x="20891" y="10983"/>
                </a:lnTo>
                <a:lnTo>
                  <a:pt x="21600" y="12821"/>
                </a:lnTo>
                <a:lnTo>
                  <a:pt x="21349" y="15349"/>
                </a:lnTo>
                <a:lnTo>
                  <a:pt x="21121" y="17070"/>
                </a:lnTo>
                <a:lnTo>
                  <a:pt x="20822" y="18404"/>
                </a:lnTo>
                <a:lnTo>
                  <a:pt x="20359" y="19774"/>
                </a:lnTo>
                <a:lnTo>
                  <a:pt x="19636" y="21600"/>
                </a:lnTo>
                <a:lnTo>
                  <a:pt x="18234" y="21313"/>
                </a:lnTo>
                <a:lnTo>
                  <a:pt x="17227" y="21018"/>
                </a:lnTo>
                <a:lnTo>
                  <a:pt x="16332" y="20573"/>
                </a:lnTo>
                <a:lnTo>
                  <a:pt x="15265" y="19838"/>
                </a:lnTo>
                <a:lnTo>
                  <a:pt x="13745" y="18674"/>
                </a:lnTo>
                <a:lnTo>
                  <a:pt x="13502" y="16613"/>
                </a:lnTo>
                <a:lnTo>
                  <a:pt x="13359" y="15147"/>
                </a:lnTo>
                <a:lnTo>
                  <a:pt x="13255" y="13567"/>
                </a:lnTo>
                <a:lnTo>
                  <a:pt x="13133" y="11176"/>
                </a:lnTo>
                <a:lnTo>
                  <a:pt x="12923" y="8826"/>
                </a:lnTo>
                <a:lnTo>
                  <a:pt x="12711" y="7299"/>
                </a:lnTo>
                <a:lnTo>
                  <a:pt x="12373" y="5926"/>
                </a:lnTo>
                <a:lnTo>
                  <a:pt x="11782" y="4041"/>
                </a:lnTo>
                <a:lnTo>
                  <a:pt x="10456" y="3643"/>
                </a:lnTo>
                <a:lnTo>
                  <a:pt x="9147" y="3377"/>
                </a:lnTo>
                <a:lnTo>
                  <a:pt x="7847" y="3231"/>
                </a:lnTo>
                <a:lnTo>
                  <a:pt x="6553" y="3190"/>
                </a:lnTo>
                <a:lnTo>
                  <a:pt x="5261" y="3237"/>
                </a:lnTo>
                <a:lnTo>
                  <a:pt x="3965" y="3360"/>
                </a:lnTo>
                <a:lnTo>
                  <a:pt x="2659" y="3544"/>
                </a:lnTo>
                <a:lnTo>
                  <a:pt x="1339" y="3775"/>
                </a:lnTo>
                <a:lnTo>
                  <a:pt x="0" y="4041"/>
                </a:lnTo>
                <a:lnTo>
                  <a:pt x="0" y="2590"/>
                </a:lnTo>
                <a:lnTo>
                  <a:pt x="0" y="1115"/>
                </a:lnTo>
                <a:close/>
              </a:path>
            </a:pathLst>
          </a:custGeom>
          <a:solidFill>
            <a:srgbClr val="B6A6D0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0" name="contour_09268"/>
          <p:cNvSpPr/>
          <p:nvPr/>
        </p:nvSpPr>
        <p:spPr>
          <a:xfrm>
            <a:off x="7808526" y="4933970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104" y="1188"/>
                </a:lnTo>
                <a:lnTo>
                  <a:pt x="5125" y="2378"/>
                </a:lnTo>
                <a:lnTo>
                  <a:pt x="6150" y="3574"/>
                </a:lnTo>
                <a:lnTo>
                  <a:pt x="7177" y="4774"/>
                </a:lnTo>
                <a:lnTo>
                  <a:pt x="8214" y="5981"/>
                </a:lnTo>
                <a:lnTo>
                  <a:pt x="9257" y="7200"/>
                </a:lnTo>
                <a:lnTo>
                  <a:pt x="11217" y="7918"/>
                </a:lnTo>
                <a:lnTo>
                  <a:pt x="12553" y="8328"/>
                </a:lnTo>
                <a:lnTo>
                  <a:pt x="13880" y="8587"/>
                </a:lnTo>
                <a:lnTo>
                  <a:pt x="15814" y="8851"/>
                </a:lnTo>
                <a:lnTo>
                  <a:pt x="16663" y="8962"/>
                </a:lnTo>
                <a:lnTo>
                  <a:pt x="18166" y="9154"/>
                </a:lnTo>
                <a:lnTo>
                  <a:pt x="21600" y="9600"/>
                </a:lnTo>
                <a:lnTo>
                  <a:pt x="21119" y="11299"/>
                </a:lnTo>
                <a:lnTo>
                  <a:pt x="20717" y="12526"/>
                </a:lnTo>
                <a:lnTo>
                  <a:pt x="20248" y="13620"/>
                </a:lnTo>
                <a:lnTo>
                  <a:pt x="19563" y="14928"/>
                </a:lnTo>
                <a:lnTo>
                  <a:pt x="18514" y="16800"/>
                </a:lnTo>
                <a:lnTo>
                  <a:pt x="16351" y="17664"/>
                </a:lnTo>
                <a:lnTo>
                  <a:pt x="14777" y="18245"/>
                </a:lnTo>
                <a:lnTo>
                  <a:pt x="13340" y="18677"/>
                </a:lnTo>
                <a:lnTo>
                  <a:pt x="11587" y="19102"/>
                </a:lnTo>
                <a:lnTo>
                  <a:pt x="9066" y="19651"/>
                </a:lnTo>
                <a:lnTo>
                  <a:pt x="7270" y="20038"/>
                </a:lnTo>
                <a:lnTo>
                  <a:pt x="5468" y="20424"/>
                </a:lnTo>
                <a:lnTo>
                  <a:pt x="3660" y="20813"/>
                </a:lnTo>
                <a:lnTo>
                  <a:pt x="1839" y="21204"/>
                </a:lnTo>
                <a:lnTo>
                  <a:pt x="0" y="21600"/>
                </a:lnTo>
                <a:lnTo>
                  <a:pt x="235" y="19956"/>
                </a:lnTo>
                <a:lnTo>
                  <a:pt x="469" y="18310"/>
                </a:lnTo>
                <a:lnTo>
                  <a:pt x="707" y="16663"/>
                </a:lnTo>
                <a:lnTo>
                  <a:pt x="941" y="15014"/>
                </a:lnTo>
                <a:lnTo>
                  <a:pt x="1176" y="13363"/>
                </a:lnTo>
                <a:lnTo>
                  <a:pt x="1413" y="11710"/>
                </a:lnTo>
                <a:lnTo>
                  <a:pt x="1651" y="10051"/>
                </a:lnTo>
                <a:lnTo>
                  <a:pt x="1888" y="8390"/>
                </a:lnTo>
                <a:lnTo>
                  <a:pt x="2126" y="6725"/>
                </a:lnTo>
                <a:lnTo>
                  <a:pt x="2364" y="5052"/>
                </a:lnTo>
                <a:lnTo>
                  <a:pt x="2604" y="3374"/>
                </a:lnTo>
                <a:lnTo>
                  <a:pt x="2845" y="1692"/>
                </a:lnTo>
                <a:lnTo>
                  <a:pt x="3086" y="0"/>
                </a:lnTo>
                <a:close/>
              </a:path>
            </a:pathLst>
          </a:custGeom>
          <a:solidFill>
            <a:srgbClr val="4E4D4C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1" name="contour_09269"/>
          <p:cNvSpPr/>
          <p:nvPr/>
        </p:nvSpPr>
        <p:spPr>
          <a:xfrm>
            <a:off x="4543505" y="4912937"/>
            <a:ext cx="72880" cy="501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20" y="1653"/>
                </a:moveTo>
                <a:lnTo>
                  <a:pt x="19537" y="2023"/>
                </a:lnTo>
                <a:lnTo>
                  <a:pt x="20563" y="2400"/>
                </a:lnTo>
                <a:lnTo>
                  <a:pt x="21600" y="2779"/>
                </a:lnTo>
                <a:lnTo>
                  <a:pt x="21600" y="4642"/>
                </a:lnTo>
                <a:lnTo>
                  <a:pt x="21600" y="6512"/>
                </a:lnTo>
                <a:lnTo>
                  <a:pt x="21600" y="8388"/>
                </a:lnTo>
                <a:lnTo>
                  <a:pt x="21600" y="10279"/>
                </a:lnTo>
                <a:lnTo>
                  <a:pt x="21600" y="12190"/>
                </a:lnTo>
                <a:lnTo>
                  <a:pt x="20174" y="12535"/>
                </a:lnTo>
                <a:lnTo>
                  <a:pt x="18749" y="12880"/>
                </a:lnTo>
                <a:lnTo>
                  <a:pt x="17319" y="13225"/>
                </a:lnTo>
                <a:lnTo>
                  <a:pt x="15887" y="13573"/>
                </a:lnTo>
                <a:lnTo>
                  <a:pt x="14450" y="13918"/>
                </a:lnTo>
                <a:lnTo>
                  <a:pt x="13008" y="14269"/>
                </a:lnTo>
                <a:lnTo>
                  <a:pt x="11560" y="14617"/>
                </a:lnTo>
                <a:lnTo>
                  <a:pt x="10104" y="14972"/>
                </a:lnTo>
                <a:lnTo>
                  <a:pt x="8640" y="15326"/>
                </a:lnTo>
                <a:lnTo>
                  <a:pt x="8640" y="13253"/>
                </a:lnTo>
                <a:lnTo>
                  <a:pt x="8640" y="11167"/>
                </a:lnTo>
                <a:lnTo>
                  <a:pt x="8640" y="9053"/>
                </a:lnTo>
                <a:lnTo>
                  <a:pt x="7212" y="9053"/>
                </a:lnTo>
                <a:lnTo>
                  <a:pt x="5776" y="9053"/>
                </a:lnTo>
                <a:lnTo>
                  <a:pt x="4320" y="9053"/>
                </a:lnTo>
                <a:lnTo>
                  <a:pt x="3674" y="11114"/>
                </a:lnTo>
                <a:lnTo>
                  <a:pt x="3324" y="12742"/>
                </a:lnTo>
                <a:lnTo>
                  <a:pt x="2970" y="15326"/>
                </a:lnTo>
                <a:lnTo>
                  <a:pt x="2726" y="17077"/>
                </a:lnTo>
                <a:lnTo>
                  <a:pt x="2480" y="18855"/>
                </a:lnTo>
                <a:lnTo>
                  <a:pt x="2402" y="19539"/>
                </a:lnTo>
                <a:lnTo>
                  <a:pt x="2160" y="21600"/>
                </a:lnTo>
                <a:lnTo>
                  <a:pt x="1430" y="19643"/>
                </a:lnTo>
                <a:lnTo>
                  <a:pt x="953" y="18175"/>
                </a:lnTo>
                <a:lnTo>
                  <a:pt x="624" y="16744"/>
                </a:lnTo>
                <a:lnTo>
                  <a:pt x="341" y="14900"/>
                </a:lnTo>
                <a:lnTo>
                  <a:pt x="0" y="12190"/>
                </a:lnTo>
                <a:lnTo>
                  <a:pt x="782" y="9131"/>
                </a:lnTo>
                <a:lnTo>
                  <a:pt x="1678" y="6590"/>
                </a:lnTo>
                <a:lnTo>
                  <a:pt x="2685" y="4526"/>
                </a:lnTo>
                <a:lnTo>
                  <a:pt x="3804" y="2902"/>
                </a:lnTo>
                <a:lnTo>
                  <a:pt x="5031" y="1675"/>
                </a:lnTo>
                <a:lnTo>
                  <a:pt x="6363" y="809"/>
                </a:lnTo>
                <a:lnTo>
                  <a:pt x="7802" y="270"/>
                </a:lnTo>
                <a:lnTo>
                  <a:pt x="9342" y="13"/>
                </a:lnTo>
                <a:lnTo>
                  <a:pt x="10984" y="0"/>
                </a:lnTo>
                <a:lnTo>
                  <a:pt x="12725" y="198"/>
                </a:lnTo>
                <a:lnTo>
                  <a:pt x="14561" y="565"/>
                </a:lnTo>
                <a:lnTo>
                  <a:pt x="16494" y="1063"/>
                </a:lnTo>
                <a:lnTo>
                  <a:pt x="18520" y="1653"/>
                </a:lnTo>
                <a:close/>
              </a:path>
            </a:pathLst>
          </a:custGeom>
          <a:solidFill>
            <a:srgbClr val="795D8F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2" name="contour_09270"/>
          <p:cNvSpPr/>
          <p:nvPr/>
        </p:nvSpPr>
        <p:spPr>
          <a:xfrm>
            <a:off x="4798585" y="4948546"/>
            <a:ext cx="65592" cy="44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6" y="0"/>
                </a:lnTo>
                <a:lnTo>
                  <a:pt x="4291" y="0"/>
                </a:lnTo>
                <a:lnTo>
                  <a:pt x="5738" y="0"/>
                </a:lnTo>
                <a:lnTo>
                  <a:pt x="7200" y="0"/>
                </a:lnTo>
                <a:lnTo>
                  <a:pt x="7200" y="2314"/>
                </a:lnTo>
                <a:lnTo>
                  <a:pt x="7200" y="4641"/>
                </a:lnTo>
                <a:lnTo>
                  <a:pt x="7200" y="7000"/>
                </a:lnTo>
                <a:lnTo>
                  <a:pt x="8784" y="7000"/>
                </a:lnTo>
                <a:lnTo>
                  <a:pt x="10370" y="7000"/>
                </a:lnTo>
                <a:lnTo>
                  <a:pt x="11964" y="7000"/>
                </a:lnTo>
                <a:lnTo>
                  <a:pt x="13565" y="7000"/>
                </a:lnTo>
                <a:lnTo>
                  <a:pt x="15175" y="7000"/>
                </a:lnTo>
                <a:lnTo>
                  <a:pt x="16800" y="7000"/>
                </a:lnTo>
                <a:lnTo>
                  <a:pt x="16800" y="9314"/>
                </a:lnTo>
                <a:lnTo>
                  <a:pt x="16800" y="11642"/>
                </a:lnTo>
                <a:lnTo>
                  <a:pt x="16800" y="14001"/>
                </a:lnTo>
                <a:lnTo>
                  <a:pt x="18386" y="14001"/>
                </a:lnTo>
                <a:lnTo>
                  <a:pt x="19982" y="14001"/>
                </a:lnTo>
                <a:lnTo>
                  <a:pt x="21600" y="14001"/>
                </a:lnTo>
                <a:lnTo>
                  <a:pt x="21600" y="16315"/>
                </a:lnTo>
                <a:lnTo>
                  <a:pt x="21600" y="18642"/>
                </a:lnTo>
                <a:lnTo>
                  <a:pt x="21600" y="21001"/>
                </a:lnTo>
                <a:lnTo>
                  <a:pt x="19985" y="21187"/>
                </a:lnTo>
                <a:lnTo>
                  <a:pt x="18382" y="21351"/>
                </a:lnTo>
                <a:lnTo>
                  <a:pt x="16783" y="21481"/>
                </a:lnTo>
                <a:lnTo>
                  <a:pt x="15190" y="21568"/>
                </a:lnTo>
                <a:lnTo>
                  <a:pt x="13596" y="21600"/>
                </a:lnTo>
                <a:lnTo>
                  <a:pt x="12005" y="21572"/>
                </a:lnTo>
                <a:lnTo>
                  <a:pt x="10409" y="21467"/>
                </a:lnTo>
                <a:lnTo>
                  <a:pt x="8808" y="21281"/>
                </a:lnTo>
                <a:lnTo>
                  <a:pt x="7200" y="21001"/>
                </a:lnTo>
                <a:lnTo>
                  <a:pt x="6317" y="18502"/>
                </a:lnTo>
                <a:lnTo>
                  <a:pt x="5750" y="16707"/>
                </a:lnTo>
                <a:lnTo>
                  <a:pt x="5386" y="15111"/>
                </a:lnTo>
                <a:lnTo>
                  <a:pt x="5107" y="13210"/>
                </a:lnTo>
                <a:lnTo>
                  <a:pt x="4800" y="10501"/>
                </a:lnTo>
                <a:lnTo>
                  <a:pt x="3610" y="9594"/>
                </a:lnTo>
                <a:lnTo>
                  <a:pt x="2414" y="8705"/>
                </a:lnTo>
                <a:lnTo>
                  <a:pt x="1212" y="7841"/>
                </a:lnTo>
                <a:lnTo>
                  <a:pt x="0" y="7000"/>
                </a:lnTo>
                <a:lnTo>
                  <a:pt x="0" y="4687"/>
                </a:lnTo>
                <a:lnTo>
                  <a:pt x="0" y="2359"/>
                </a:lnTo>
                <a:lnTo>
                  <a:pt x="0" y="0"/>
                </a:lnTo>
                <a:close/>
              </a:path>
            </a:pathLst>
          </a:custGeom>
          <a:solidFill>
            <a:srgbClr val="453F43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3" name="contour_09271"/>
          <p:cNvSpPr/>
          <p:nvPr/>
        </p:nvSpPr>
        <p:spPr>
          <a:xfrm>
            <a:off x="1482549" y="4933970"/>
            <a:ext cx="94744" cy="387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0" y="813"/>
                </a:lnTo>
                <a:lnTo>
                  <a:pt x="1349" y="1634"/>
                </a:lnTo>
                <a:lnTo>
                  <a:pt x="2447" y="2793"/>
                </a:lnTo>
                <a:lnTo>
                  <a:pt x="3546" y="3858"/>
                </a:lnTo>
                <a:lnTo>
                  <a:pt x="4644" y="4826"/>
                </a:lnTo>
                <a:lnTo>
                  <a:pt x="5742" y="5708"/>
                </a:lnTo>
                <a:lnTo>
                  <a:pt x="6844" y="6513"/>
                </a:lnTo>
                <a:lnTo>
                  <a:pt x="7947" y="7237"/>
                </a:lnTo>
                <a:lnTo>
                  <a:pt x="9054" y="7895"/>
                </a:lnTo>
                <a:lnTo>
                  <a:pt x="10164" y="8489"/>
                </a:lnTo>
                <a:lnTo>
                  <a:pt x="11277" y="9025"/>
                </a:lnTo>
                <a:lnTo>
                  <a:pt x="12397" y="9509"/>
                </a:lnTo>
                <a:lnTo>
                  <a:pt x="13522" y="9948"/>
                </a:lnTo>
                <a:lnTo>
                  <a:pt x="14651" y="10343"/>
                </a:lnTo>
                <a:lnTo>
                  <a:pt x="15790" y="10704"/>
                </a:lnTo>
                <a:lnTo>
                  <a:pt x="16934" y="11038"/>
                </a:lnTo>
                <a:lnTo>
                  <a:pt x="18088" y="11347"/>
                </a:lnTo>
                <a:lnTo>
                  <a:pt x="19249" y="11640"/>
                </a:lnTo>
                <a:lnTo>
                  <a:pt x="20419" y="11920"/>
                </a:lnTo>
                <a:lnTo>
                  <a:pt x="21600" y="12196"/>
                </a:lnTo>
                <a:lnTo>
                  <a:pt x="21329" y="14563"/>
                </a:lnTo>
                <a:lnTo>
                  <a:pt x="21065" y="16201"/>
                </a:lnTo>
                <a:lnTo>
                  <a:pt x="20655" y="17868"/>
                </a:lnTo>
                <a:lnTo>
                  <a:pt x="19938" y="20327"/>
                </a:lnTo>
                <a:lnTo>
                  <a:pt x="18842" y="20767"/>
                </a:lnTo>
                <a:lnTo>
                  <a:pt x="17795" y="21108"/>
                </a:lnTo>
                <a:lnTo>
                  <a:pt x="16772" y="21360"/>
                </a:lnTo>
                <a:lnTo>
                  <a:pt x="15750" y="21523"/>
                </a:lnTo>
                <a:lnTo>
                  <a:pt x="14701" y="21600"/>
                </a:lnTo>
                <a:lnTo>
                  <a:pt x="13605" y="21596"/>
                </a:lnTo>
                <a:lnTo>
                  <a:pt x="12702" y="21580"/>
                </a:lnTo>
                <a:lnTo>
                  <a:pt x="11787" y="21563"/>
                </a:lnTo>
                <a:lnTo>
                  <a:pt x="10494" y="21376"/>
                </a:lnTo>
                <a:lnTo>
                  <a:pt x="9283" y="21055"/>
                </a:lnTo>
                <a:lnTo>
                  <a:pt x="8140" y="20584"/>
                </a:lnTo>
                <a:lnTo>
                  <a:pt x="7053" y="19945"/>
                </a:lnTo>
                <a:lnTo>
                  <a:pt x="6008" y="19120"/>
                </a:lnTo>
                <a:lnTo>
                  <a:pt x="4995" y="18091"/>
                </a:lnTo>
                <a:lnTo>
                  <a:pt x="3998" y="16843"/>
                </a:lnTo>
                <a:lnTo>
                  <a:pt x="3006" y="15355"/>
                </a:lnTo>
                <a:lnTo>
                  <a:pt x="2007" y="13611"/>
                </a:lnTo>
                <a:lnTo>
                  <a:pt x="987" y="11595"/>
                </a:lnTo>
                <a:lnTo>
                  <a:pt x="505" y="9839"/>
                </a:lnTo>
                <a:lnTo>
                  <a:pt x="213" y="8359"/>
                </a:lnTo>
                <a:lnTo>
                  <a:pt x="63" y="6598"/>
                </a:lnTo>
                <a:lnTo>
                  <a:pt x="8" y="3996"/>
                </a:lnTo>
                <a:lnTo>
                  <a:pt x="0" y="0"/>
                </a:lnTo>
                <a:close/>
              </a:path>
            </a:pathLst>
          </a:custGeom>
          <a:solidFill>
            <a:srgbClr val="FB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4" name="contour_09272"/>
          <p:cNvSpPr/>
          <p:nvPr/>
        </p:nvSpPr>
        <p:spPr>
          <a:xfrm>
            <a:off x="3530475" y="4919394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0581" y="1832"/>
                </a:lnTo>
                <a:lnTo>
                  <a:pt x="19562" y="3668"/>
                </a:lnTo>
                <a:lnTo>
                  <a:pt x="18540" y="5508"/>
                </a:lnTo>
                <a:lnTo>
                  <a:pt x="17514" y="7357"/>
                </a:lnTo>
                <a:lnTo>
                  <a:pt x="16483" y="9210"/>
                </a:lnTo>
                <a:lnTo>
                  <a:pt x="15446" y="11081"/>
                </a:lnTo>
                <a:lnTo>
                  <a:pt x="14400" y="12960"/>
                </a:lnTo>
                <a:lnTo>
                  <a:pt x="13954" y="15098"/>
                </a:lnTo>
                <a:lnTo>
                  <a:pt x="13507" y="17245"/>
                </a:lnTo>
                <a:lnTo>
                  <a:pt x="13055" y="19410"/>
                </a:lnTo>
                <a:lnTo>
                  <a:pt x="12600" y="21600"/>
                </a:lnTo>
                <a:lnTo>
                  <a:pt x="11531" y="20589"/>
                </a:lnTo>
                <a:lnTo>
                  <a:pt x="10462" y="19578"/>
                </a:lnTo>
                <a:lnTo>
                  <a:pt x="9392" y="18563"/>
                </a:lnTo>
                <a:lnTo>
                  <a:pt x="8325" y="17548"/>
                </a:lnTo>
                <a:lnTo>
                  <a:pt x="7531" y="16796"/>
                </a:lnTo>
                <a:lnTo>
                  <a:pt x="6730" y="16040"/>
                </a:lnTo>
                <a:lnTo>
                  <a:pt x="5920" y="15271"/>
                </a:lnTo>
                <a:lnTo>
                  <a:pt x="4768" y="14126"/>
                </a:lnTo>
                <a:lnTo>
                  <a:pt x="3600" y="12960"/>
                </a:lnTo>
                <a:lnTo>
                  <a:pt x="2561" y="12014"/>
                </a:lnTo>
                <a:lnTo>
                  <a:pt x="1505" y="11055"/>
                </a:lnTo>
                <a:lnTo>
                  <a:pt x="758" y="9854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898A83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5" name="contour_09273"/>
          <p:cNvSpPr/>
          <p:nvPr/>
        </p:nvSpPr>
        <p:spPr>
          <a:xfrm>
            <a:off x="8049029" y="4919394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238"/>
                </a:lnTo>
                <a:lnTo>
                  <a:pt x="2851" y="475"/>
                </a:lnTo>
                <a:lnTo>
                  <a:pt x="4279" y="713"/>
                </a:lnTo>
                <a:lnTo>
                  <a:pt x="5707" y="950"/>
                </a:lnTo>
                <a:lnTo>
                  <a:pt x="7137" y="1188"/>
                </a:lnTo>
                <a:lnTo>
                  <a:pt x="8567" y="1429"/>
                </a:lnTo>
                <a:lnTo>
                  <a:pt x="10001" y="1667"/>
                </a:lnTo>
                <a:lnTo>
                  <a:pt x="11437" y="1908"/>
                </a:lnTo>
                <a:lnTo>
                  <a:pt x="12878" y="2146"/>
                </a:lnTo>
                <a:lnTo>
                  <a:pt x="14321" y="2387"/>
                </a:lnTo>
                <a:lnTo>
                  <a:pt x="15766" y="2628"/>
                </a:lnTo>
                <a:lnTo>
                  <a:pt x="17217" y="2869"/>
                </a:lnTo>
                <a:lnTo>
                  <a:pt x="18673" y="3114"/>
                </a:lnTo>
                <a:lnTo>
                  <a:pt x="20133" y="3355"/>
                </a:lnTo>
                <a:lnTo>
                  <a:pt x="21600" y="3600"/>
                </a:lnTo>
                <a:lnTo>
                  <a:pt x="21600" y="6145"/>
                </a:lnTo>
                <a:lnTo>
                  <a:pt x="21600" y="8694"/>
                </a:lnTo>
                <a:lnTo>
                  <a:pt x="21600" y="11250"/>
                </a:lnTo>
                <a:lnTo>
                  <a:pt x="21600" y="13817"/>
                </a:lnTo>
                <a:lnTo>
                  <a:pt x="21600" y="16394"/>
                </a:lnTo>
                <a:lnTo>
                  <a:pt x="21600" y="18986"/>
                </a:lnTo>
                <a:lnTo>
                  <a:pt x="21600" y="21600"/>
                </a:lnTo>
                <a:lnTo>
                  <a:pt x="21447" y="19793"/>
                </a:lnTo>
                <a:lnTo>
                  <a:pt x="21291" y="17975"/>
                </a:lnTo>
                <a:lnTo>
                  <a:pt x="21136" y="16128"/>
                </a:lnTo>
                <a:lnTo>
                  <a:pt x="20576" y="14368"/>
                </a:lnTo>
                <a:lnTo>
                  <a:pt x="20012" y="12596"/>
                </a:lnTo>
                <a:lnTo>
                  <a:pt x="19440" y="10800"/>
                </a:lnTo>
                <a:lnTo>
                  <a:pt x="18012" y="10519"/>
                </a:lnTo>
                <a:lnTo>
                  <a:pt x="16600" y="10447"/>
                </a:lnTo>
                <a:lnTo>
                  <a:pt x="15200" y="10552"/>
                </a:lnTo>
                <a:lnTo>
                  <a:pt x="13805" y="10786"/>
                </a:lnTo>
                <a:lnTo>
                  <a:pt x="12407" y="11120"/>
                </a:lnTo>
                <a:lnTo>
                  <a:pt x="11003" y="11509"/>
                </a:lnTo>
                <a:lnTo>
                  <a:pt x="9586" y="11923"/>
                </a:lnTo>
                <a:lnTo>
                  <a:pt x="8893" y="12092"/>
                </a:lnTo>
                <a:lnTo>
                  <a:pt x="6804" y="12593"/>
                </a:lnTo>
                <a:lnTo>
                  <a:pt x="5441" y="12931"/>
                </a:lnTo>
                <a:lnTo>
                  <a:pt x="4080" y="13288"/>
                </a:lnTo>
                <a:lnTo>
                  <a:pt x="2719" y="13651"/>
                </a:lnTo>
                <a:lnTo>
                  <a:pt x="1359" y="14022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6" name="contour_09274"/>
          <p:cNvSpPr/>
          <p:nvPr/>
        </p:nvSpPr>
        <p:spPr>
          <a:xfrm>
            <a:off x="4477913" y="4926442"/>
            <a:ext cx="58304" cy="36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1"/>
                </a:moveTo>
                <a:lnTo>
                  <a:pt x="21200" y="4997"/>
                </a:lnTo>
                <a:lnTo>
                  <a:pt x="20879" y="8417"/>
                </a:lnTo>
                <a:lnTo>
                  <a:pt x="20563" y="10877"/>
                </a:lnTo>
                <a:lnTo>
                  <a:pt x="20180" y="12861"/>
                </a:lnTo>
                <a:lnTo>
                  <a:pt x="19651" y="14837"/>
                </a:lnTo>
                <a:lnTo>
                  <a:pt x="18900" y="17284"/>
                </a:lnTo>
                <a:lnTo>
                  <a:pt x="17175" y="18887"/>
                </a:lnTo>
                <a:lnTo>
                  <a:pt x="15468" y="20074"/>
                </a:lnTo>
                <a:lnTo>
                  <a:pt x="13746" y="20893"/>
                </a:lnTo>
                <a:lnTo>
                  <a:pt x="11969" y="21390"/>
                </a:lnTo>
                <a:lnTo>
                  <a:pt x="10101" y="21600"/>
                </a:lnTo>
                <a:lnTo>
                  <a:pt x="8100" y="21570"/>
                </a:lnTo>
                <a:lnTo>
                  <a:pt x="6094" y="20079"/>
                </a:lnTo>
                <a:lnTo>
                  <a:pt x="4649" y="18934"/>
                </a:lnTo>
                <a:lnTo>
                  <a:pt x="3542" y="17889"/>
                </a:lnTo>
                <a:lnTo>
                  <a:pt x="2549" y="16710"/>
                </a:lnTo>
                <a:lnTo>
                  <a:pt x="1444" y="15159"/>
                </a:lnTo>
                <a:lnTo>
                  <a:pt x="0" y="12999"/>
                </a:lnTo>
                <a:lnTo>
                  <a:pt x="0" y="10166"/>
                </a:lnTo>
                <a:lnTo>
                  <a:pt x="0" y="7316"/>
                </a:lnTo>
                <a:lnTo>
                  <a:pt x="0" y="4427"/>
                </a:lnTo>
                <a:lnTo>
                  <a:pt x="1598" y="3386"/>
                </a:lnTo>
                <a:lnTo>
                  <a:pt x="2781" y="2760"/>
                </a:lnTo>
                <a:lnTo>
                  <a:pt x="4134" y="2297"/>
                </a:lnTo>
                <a:lnTo>
                  <a:pt x="6242" y="1749"/>
                </a:lnTo>
                <a:lnTo>
                  <a:pt x="8087" y="1277"/>
                </a:lnTo>
                <a:lnTo>
                  <a:pt x="9958" y="793"/>
                </a:lnTo>
                <a:lnTo>
                  <a:pt x="11629" y="514"/>
                </a:lnTo>
                <a:lnTo>
                  <a:pt x="13287" y="291"/>
                </a:lnTo>
                <a:lnTo>
                  <a:pt x="14942" y="129"/>
                </a:lnTo>
                <a:lnTo>
                  <a:pt x="16597" y="34"/>
                </a:lnTo>
                <a:lnTo>
                  <a:pt x="18255" y="0"/>
                </a:lnTo>
                <a:lnTo>
                  <a:pt x="19921" y="34"/>
                </a:lnTo>
                <a:lnTo>
                  <a:pt x="21600" y="141"/>
                </a:lnTo>
                <a:close/>
              </a:path>
            </a:pathLst>
          </a:custGeom>
          <a:solidFill>
            <a:srgbClr val="56486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7" name="contour_09275"/>
          <p:cNvSpPr/>
          <p:nvPr/>
        </p:nvSpPr>
        <p:spPr>
          <a:xfrm>
            <a:off x="8194789" y="4897530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370" y="1782"/>
                </a:lnTo>
                <a:lnTo>
                  <a:pt x="4039" y="3571"/>
                </a:lnTo>
                <a:lnTo>
                  <a:pt x="4717" y="5375"/>
                </a:lnTo>
                <a:lnTo>
                  <a:pt x="5400" y="7200"/>
                </a:lnTo>
                <a:lnTo>
                  <a:pt x="7209" y="7754"/>
                </a:lnTo>
                <a:lnTo>
                  <a:pt x="8999" y="8053"/>
                </a:lnTo>
                <a:lnTo>
                  <a:pt x="10784" y="8122"/>
                </a:lnTo>
                <a:lnTo>
                  <a:pt x="12571" y="7988"/>
                </a:lnTo>
                <a:lnTo>
                  <a:pt x="14372" y="7672"/>
                </a:lnTo>
                <a:lnTo>
                  <a:pt x="16200" y="7200"/>
                </a:lnTo>
                <a:lnTo>
                  <a:pt x="17383" y="5062"/>
                </a:lnTo>
                <a:lnTo>
                  <a:pt x="18058" y="3600"/>
                </a:lnTo>
                <a:lnTo>
                  <a:pt x="18479" y="2138"/>
                </a:lnTo>
                <a:lnTo>
                  <a:pt x="18900" y="0"/>
                </a:lnTo>
                <a:lnTo>
                  <a:pt x="19667" y="2372"/>
                </a:lnTo>
                <a:lnTo>
                  <a:pt x="20342" y="4694"/>
                </a:lnTo>
                <a:lnTo>
                  <a:pt x="20895" y="7013"/>
                </a:lnTo>
                <a:lnTo>
                  <a:pt x="21306" y="9374"/>
                </a:lnTo>
                <a:lnTo>
                  <a:pt x="21549" y="11819"/>
                </a:lnTo>
                <a:lnTo>
                  <a:pt x="21600" y="14400"/>
                </a:lnTo>
                <a:lnTo>
                  <a:pt x="20274" y="16132"/>
                </a:lnTo>
                <a:lnTo>
                  <a:pt x="18892" y="17557"/>
                </a:lnTo>
                <a:lnTo>
                  <a:pt x="17445" y="18724"/>
                </a:lnTo>
                <a:lnTo>
                  <a:pt x="15922" y="19670"/>
                </a:lnTo>
                <a:lnTo>
                  <a:pt x="14313" y="20437"/>
                </a:lnTo>
                <a:lnTo>
                  <a:pt x="12609" y="21067"/>
                </a:lnTo>
                <a:lnTo>
                  <a:pt x="10800" y="21600"/>
                </a:lnTo>
                <a:lnTo>
                  <a:pt x="8878" y="21290"/>
                </a:lnTo>
                <a:lnTo>
                  <a:pt x="7074" y="20855"/>
                </a:lnTo>
                <a:lnTo>
                  <a:pt x="5335" y="20300"/>
                </a:lnTo>
                <a:lnTo>
                  <a:pt x="3613" y="19638"/>
                </a:lnTo>
                <a:lnTo>
                  <a:pt x="1852" y="18868"/>
                </a:lnTo>
                <a:lnTo>
                  <a:pt x="0" y="18000"/>
                </a:lnTo>
                <a:lnTo>
                  <a:pt x="335" y="15772"/>
                </a:lnTo>
                <a:lnTo>
                  <a:pt x="670" y="13543"/>
                </a:lnTo>
                <a:lnTo>
                  <a:pt x="1004" y="11308"/>
                </a:lnTo>
                <a:lnTo>
                  <a:pt x="1339" y="9068"/>
                </a:lnTo>
                <a:lnTo>
                  <a:pt x="1677" y="6818"/>
                </a:lnTo>
                <a:lnTo>
                  <a:pt x="2017" y="4558"/>
                </a:lnTo>
                <a:lnTo>
                  <a:pt x="2357" y="2286"/>
                </a:lnTo>
                <a:lnTo>
                  <a:pt x="2700" y="0"/>
                </a:lnTo>
                <a:close/>
              </a:path>
            </a:pathLst>
          </a:custGeom>
          <a:solidFill>
            <a:srgbClr val="A8872E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8" name="contour_09276"/>
          <p:cNvSpPr/>
          <p:nvPr/>
        </p:nvSpPr>
        <p:spPr>
          <a:xfrm>
            <a:off x="5571112" y="4917842"/>
            <a:ext cx="43728" cy="452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741"/>
                </a:moveTo>
                <a:lnTo>
                  <a:pt x="18763" y="2903"/>
                </a:lnTo>
                <a:lnTo>
                  <a:pt x="19390" y="5034"/>
                </a:lnTo>
                <a:lnTo>
                  <a:pt x="19908" y="7155"/>
                </a:lnTo>
                <a:lnTo>
                  <a:pt x="20336" y="9279"/>
                </a:lnTo>
                <a:lnTo>
                  <a:pt x="20696" y="11421"/>
                </a:lnTo>
                <a:lnTo>
                  <a:pt x="21010" y="13597"/>
                </a:lnTo>
                <a:lnTo>
                  <a:pt x="21305" y="15829"/>
                </a:lnTo>
                <a:lnTo>
                  <a:pt x="21600" y="18123"/>
                </a:lnTo>
                <a:lnTo>
                  <a:pt x="19372" y="18555"/>
                </a:lnTo>
                <a:lnTo>
                  <a:pt x="17143" y="18986"/>
                </a:lnTo>
                <a:lnTo>
                  <a:pt x="14908" y="19417"/>
                </a:lnTo>
                <a:lnTo>
                  <a:pt x="12668" y="19848"/>
                </a:lnTo>
                <a:lnTo>
                  <a:pt x="10418" y="20282"/>
                </a:lnTo>
                <a:lnTo>
                  <a:pt x="8158" y="20720"/>
                </a:lnTo>
                <a:lnTo>
                  <a:pt x="5886" y="21158"/>
                </a:lnTo>
                <a:lnTo>
                  <a:pt x="3600" y="21600"/>
                </a:lnTo>
                <a:lnTo>
                  <a:pt x="2437" y="17220"/>
                </a:lnTo>
                <a:lnTo>
                  <a:pt x="1566" y="13879"/>
                </a:lnTo>
                <a:lnTo>
                  <a:pt x="936" y="11372"/>
                </a:lnTo>
                <a:lnTo>
                  <a:pt x="511" y="9495"/>
                </a:lnTo>
                <a:lnTo>
                  <a:pt x="248" y="8045"/>
                </a:lnTo>
                <a:lnTo>
                  <a:pt x="104" y="6818"/>
                </a:lnTo>
                <a:lnTo>
                  <a:pt x="36" y="5611"/>
                </a:lnTo>
                <a:lnTo>
                  <a:pt x="0" y="4217"/>
                </a:lnTo>
                <a:lnTo>
                  <a:pt x="2128" y="2854"/>
                </a:lnTo>
                <a:lnTo>
                  <a:pt x="4255" y="1752"/>
                </a:lnTo>
                <a:lnTo>
                  <a:pt x="6401" y="914"/>
                </a:lnTo>
                <a:lnTo>
                  <a:pt x="8579" y="341"/>
                </a:lnTo>
                <a:lnTo>
                  <a:pt x="10811" y="35"/>
                </a:lnTo>
                <a:lnTo>
                  <a:pt x="13111" y="0"/>
                </a:lnTo>
                <a:lnTo>
                  <a:pt x="15502" y="233"/>
                </a:lnTo>
                <a:lnTo>
                  <a:pt x="18000" y="741"/>
                </a:lnTo>
                <a:close/>
              </a:path>
            </a:pathLst>
          </a:custGeom>
          <a:solidFill>
            <a:srgbClr val="C9CACD"/>
          </a:solidFill>
          <a:ln>
            <a:noFill/>
          </a:ln>
        </p:spPr>
        <p:txBody>
          <a:bodyPr/>
          <a:lstStyle/>
          <a:p/>
        </p:txBody>
      </p:sp>
      <p:sp>
        <p:nvSpPr>
          <p:cNvPr id="9279" name="contour_09277"/>
          <p:cNvSpPr/>
          <p:nvPr/>
        </p:nvSpPr>
        <p:spPr>
          <a:xfrm>
            <a:off x="10964226" y="4874952"/>
            <a:ext cx="58894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47"/>
                </a:moveTo>
                <a:lnTo>
                  <a:pt x="1839" y="294"/>
                </a:lnTo>
                <a:lnTo>
                  <a:pt x="3675" y="244"/>
                </a:lnTo>
                <a:lnTo>
                  <a:pt x="5514" y="202"/>
                </a:lnTo>
                <a:lnTo>
                  <a:pt x="7351" y="163"/>
                </a:lnTo>
                <a:lnTo>
                  <a:pt x="9190" y="128"/>
                </a:lnTo>
                <a:lnTo>
                  <a:pt x="9949" y="110"/>
                </a:lnTo>
                <a:lnTo>
                  <a:pt x="11288" y="74"/>
                </a:lnTo>
                <a:lnTo>
                  <a:pt x="14356" y="0"/>
                </a:lnTo>
                <a:lnTo>
                  <a:pt x="16914" y="255"/>
                </a:lnTo>
                <a:lnTo>
                  <a:pt x="18499" y="747"/>
                </a:lnTo>
                <a:lnTo>
                  <a:pt x="19769" y="1835"/>
                </a:lnTo>
                <a:lnTo>
                  <a:pt x="21383" y="3889"/>
                </a:lnTo>
                <a:lnTo>
                  <a:pt x="21533" y="6404"/>
                </a:lnTo>
                <a:lnTo>
                  <a:pt x="21600" y="8186"/>
                </a:lnTo>
                <a:lnTo>
                  <a:pt x="21600" y="10092"/>
                </a:lnTo>
                <a:lnTo>
                  <a:pt x="21549" y="12964"/>
                </a:lnTo>
                <a:lnTo>
                  <a:pt x="21514" y="15391"/>
                </a:lnTo>
                <a:lnTo>
                  <a:pt x="21477" y="17849"/>
                </a:lnTo>
                <a:lnTo>
                  <a:pt x="21432" y="19712"/>
                </a:lnTo>
                <a:lnTo>
                  <a:pt x="21383" y="21600"/>
                </a:lnTo>
                <a:lnTo>
                  <a:pt x="18307" y="20938"/>
                </a:lnTo>
                <a:lnTo>
                  <a:pt x="16145" y="20435"/>
                </a:lnTo>
                <a:lnTo>
                  <a:pt x="14597" y="19995"/>
                </a:lnTo>
                <a:lnTo>
                  <a:pt x="13373" y="19517"/>
                </a:lnTo>
                <a:lnTo>
                  <a:pt x="12170" y="18904"/>
                </a:lnTo>
                <a:lnTo>
                  <a:pt x="10692" y="18058"/>
                </a:lnTo>
                <a:lnTo>
                  <a:pt x="9949" y="15529"/>
                </a:lnTo>
                <a:lnTo>
                  <a:pt x="9438" y="13712"/>
                </a:lnTo>
                <a:lnTo>
                  <a:pt x="9032" y="12096"/>
                </a:lnTo>
                <a:lnTo>
                  <a:pt x="8602" y="10173"/>
                </a:lnTo>
                <a:lnTo>
                  <a:pt x="8019" y="7431"/>
                </a:lnTo>
                <a:lnTo>
                  <a:pt x="6241" y="5646"/>
                </a:lnTo>
                <a:lnTo>
                  <a:pt x="4940" y="4364"/>
                </a:lnTo>
                <a:lnTo>
                  <a:pt x="3886" y="3390"/>
                </a:lnTo>
                <a:lnTo>
                  <a:pt x="2860" y="2526"/>
                </a:lnTo>
                <a:lnTo>
                  <a:pt x="1639" y="1580"/>
                </a:lnTo>
                <a:lnTo>
                  <a:pt x="0" y="347"/>
                </a:lnTo>
                <a:close/>
              </a:path>
            </a:pathLst>
          </a:custGeom>
          <a:solidFill>
            <a:srgbClr val="A1A3A6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0" name="contour_09278"/>
          <p:cNvSpPr/>
          <p:nvPr/>
        </p:nvSpPr>
        <p:spPr>
          <a:xfrm>
            <a:off x="4630961" y="4875666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053" y="808"/>
                </a:lnTo>
                <a:lnTo>
                  <a:pt x="11874" y="1398"/>
                </a:lnTo>
                <a:lnTo>
                  <a:pt x="12648" y="2061"/>
                </a:lnTo>
                <a:lnTo>
                  <a:pt x="13745" y="3086"/>
                </a:lnTo>
                <a:lnTo>
                  <a:pt x="13357" y="4919"/>
                </a:lnTo>
                <a:lnTo>
                  <a:pt x="12966" y="6758"/>
                </a:lnTo>
                <a:lnTo>
                  <a:pt x="12575" y="8603"/>
                </a:lnTo>
                <a:lnTo>
                  <a:pt x="12180" y="10464"/>
                </a:lnTo>
                <a:lnTo>
                  <a:pt x="11782" y="12343"/>
                </a:lnTo>
                <a:lnTo>
                  <a:pt x="12848" y="12960"/>
                </a:lnTo>
                <a:lnTo>
                  <a:pt x="13930" y="13583"/>
                </a:lnTo>
                <a:lnTo>
                  <a:pt x="14337" y="13827"/>
                </a:lnTo>
                <a:lnTo>
                  <a:pt x="15051" y="14256"/>
                </a:lnTo>
                <a:lnTo>
                  <a:pt x="16691" y="15237"/>
                </a:lnTo>
                <a:lnTo>
                  <a:pt x="17604" y="15774"/>
                </a:lnTo>
                <a:lnTo>
                  <a:pt x="18521" y="16314"/>
                </a:lnTo>
                <a:lnTo>
                  <a:pt x="19452" y="16863"/>
                </a:lnTo>
                <a:lnTo>
                  <a:pt x="20518" y="17681"/>
                </a:lnTo>
                <a:lnTo>
                  <a:pt x="21600" y="18514"/>
                </a:lnTo>
                <a:lnTo>
                  <a:pt x="21600" y="20045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1166" y="20989"/>
                </a:lnTo>
                <a:lnTo>
                  <a:pt x="2337" y="20375"/>
                </a:lnTo>
                <a:lnTo>
                  <a:pt x="3511" y="19761"/>
                </a:lnTo>
                <a:lnTo>
                  <a:pt x="4695" y="19141"/>
                </a:lnTo>
                <a:lnTo>
                  <a:pt x="5891" y="18514"/>
                </a:lnTo>
                <a:lnTo>
                  <a:pt x="6437" y="16388"/>
                </a:lnTo>
                <a:lnTo>
                  <a:pt x="6747" y="14876"/>
                </a:lnTo>
                <a:lnTo>
                  <a:pt x="6936" y="13253"/>
                </a:lnTo>
                <a:lnTo>
                  <a:pt x="7118" y="10800"/>
                </a:lnTo>
                <a:lnTo>
                  <a:pt x="7373" y="7637"/>
                </a:lnTo>
                <a:lnTo>
                  <a:pt x="7605" y="5419"/>
                </a:lnTo>
                <a:lnTo>
                  <a:pt x="7892" y="3848"/>
                </a:lnTo>
                <a:lnTo>
                  <a:pt x="8306" y="2620"/>
                </a:lnTo>
                <a:lnTo>
                  <a:pt x="8923" y="1438"/>
                </a:lnTo>
                <a:lnTo>
                  <a:pt x="9818" y="0"/>
                </a:lnTo>
                <a:close/>
              </a:path>
            </a:pathLst>
          </a:custGeom>
          <a:solidFill>
            <a:srgbClr val="CCB3E0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1" name="contour_09279"/>
          <p:cNvSpPr/>
          <p:nvPr/>
        </p:nvSpPr>
        <p:spPr>
          <a:xfrm>
            <a:off x="3741826" y="4861090"/>
            <a:ext cx="58304" cy="45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854" y="1648"/>
                </a:lnTo>
                <a:lnTo>
                  <a:pt x="6318" y="3320"/>
                </a:lnTo>
                <a:lnTo>
                  <a:pt x="7398" y="5417"/>
                </a:lnTo>
                <a:lnTo>
                  <a:pt x="8278" y="6640"/>
                </a:lnTo>
                <a:lnTo>
                  <a:pt x="9428" y="7456"/>
                </a:lnTo>
                <a:lnTo>
                  <a:pt x="11316" y="8340"/>
                </a:lnTo>
                <a:lnTo>
                  <a:pt x="13154" y="8703"/>
                </a:lnTo>
                <a:lnTo>
                  <a:pt x="15017" y="9069"/>
                </a:lnTo>
                <a:lnTo>
                  <a:pt x="16867" y="9460"/>
                </a:lnTo>
                <a:lnTo>
                  <a:pt x="18741" y="9853"/>
                </a:lnTo>
                <a:lnTo>
                  <a:pt x="20161" y="10109"/>
                </a:lnTo>
                <a:lnTo>
                  <a:pt x="21600" y="10365"/>
                </a:lnTo>
                <a:lnTo>
                  <a:pt x="21219" y="12914"/>
                </a:lnTo>
                <a:lnTo>
                  <a:pt x="20890" y="14728"/>
                </a:lnTo>
                <a:lnTo>
                  <a:pt x="20480" y="16304"/>
                </a:lnTo>
                <a:lnTo>
                  <a:pt x="19859" y="18138"/>
                </a:lnTo>
                <a:lnTo>
                  <a:pt x="18900" y="20729"/>
                </a:lnTo>
                <a:lnTo>
                  <a:pt x="16713" y="21220"/>
                </a:lnTo>
                <a:lnTo>
                  <a:pt x="15117" y="21500"/>
                </a:lnTo>
                <a:lnTo>
                  <a:pt x="13657" y="21600"/>
                </a:lnTo>
                <a:lnTo>
                  <a:pt x="11864" y="21548"/>
                </a:lnTo>
                <a:lnTo>
                  <a:pt x="9283" y="21379"/>
                </a:lnTo>
                <a:lnTo>
                  <a:pt x="7549" y="21282"/>
                </a:lnTo>
                <a:lnTo>
                  <a:pt x="5805" y="21189"/>
                </a:lnTo>
                <a:lnTo>
                  <a:pt x="4039" y="21092"/>
                </a:lnTo>
                <a:lnTo>
                  <a:pt x="2705" y="20975"/>
                </a:lnTo>
                <a:lnTo>
                  <a:pt x="1361" y="20854"/>
                </a:lnTo>
                <a:lnTo>
                  <a:pt x="0" y="20729"/>
                </a:lnTo>
                <a:lnTo>
                  <a:pt x="289" y="18622"/>
                </a:lnTo>
                <a:lnTo>
                  <a:pt x="583" y="16518"/>
                </a:lnTo>
                <a:lnTo>
                  <a:pt x="880" y="14410"/>
                </a:lnTo>
                <a:lnTo>
                  <a:pt x="1183" y="12306"/>
                </a:lnTo>
                <a:lnTo>
                  <a:pt x="1512" y="9957"/>
                </a:lnTo>
                <a:lnTo>
                  <a:pt x="1847" y="7570"/>
                </a:lnTo>
                <a:lnTo>
                  <a:pt x="2381" y="5137"/>
                </a:lnTo>
                <a:lnTo>
                  <a:pt x="2932" y="3538"/>
                </a:lnTo>
                <a:lnTo>
                  <a:pt x="3826" y="2063"/>
                </a:lnTo>
                <a:lnTo>
                  <a:pt x="5400" y="0"/>
                </a:lnTo>
                <a:close/>
              </a:path>
            </a:pathLst>
          </a:custGeom>
          <a:solidFill>
            <a:srgbClr val="E4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2" name="contour_09280"/>
          <p:cNvSpPr/>
          <p:nvPr/>
        </p:nvSpPr>
        <p:spPr>
          <a:xfrm>
            <a:off x="1876101" y="4846514"/>
            <a:ext cx="51016" cy="44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394" y="2320"/>
                </a:lnTo>
                <a:lnTo>
                  <a:pt x="20165" y="4595"/>
                </a:lnTo>
                <a:lnTo>
                  <a:pt x="20801" y="6866"/>
                </a:lnTo>
                <a:lnTo>
                  <a:pt x="21273" y="9180"/>
                </a:lnTo>
                <a:lnTo>
                  <a:pt x="21548" y="11578"/>
                </a:lnTo>
                <a:lnTo>
                  <a:pt x="21600" y="14106"/>
                </a:lnTo>
                <a:lnTo>
                  <a:pt x="19912" y="15813"/>
                </a:lnTo>
                <a:lnTo>
                  <a:pt x="18144" y="17238"/>
                </a:lnTo>
                <a:lnTo>
                  <a:pt x="16299" y="18405"/>
                </a:lnTo>
                <a:lnTo>
                  <a:pt x="14383" y="19347"/>
                </a:lnTo>
                <a:lnTo>
                  <a:pt x="12398" y="20084"/>
                </a:lnTo>
                <a:lnTo>
                  <a:pt x="10349" y="20651"/>
                </a:lnTo>
                <a:lnTo>
                  <a:pt x="8239" y="21075"/>
                </a:lnTo>
                <a:lnTo>
                  <a:pt x="6073" y="21381"/>
                </a:lnTo>
                <a:lnTo>
                  <a:pt x="3857" y="21600"/>
                </a:lnTo>
                <a:lnTo>
                  <a:pt x="1944" y="21381"/>
                </a:lnTo>
                <a:lnTo>
                  <a:pt x="0" y="21159"/>
                </a:lnTo>
                <a:lnTo>
                  <a:pt x="355" y="17213"/>
                </a:lnTo>
                <a:lnTo>
                  <a:pt x="657" y="14427"/>
                </a:lnTo>
                <a:lnTo>
                  <a:pt x="997" y="12410"/>
                </a:lnTo>
                <a:lnTo>
                  <a:pt x="1456" y="10766"/>
                </a:lnTo>
                <a:lnTo>
                  <a:pt x="2126" y="9113"/>
                </a:lnTo>
                <a:lnTo>
                  <a:pt x="3086" y="7053"/>
                </a:lnTo>
                <a:lnTo>
                  <a:pt x="4928" y="5854"/>
                </a:lnTo>
                <a:lnTo>
                  <a:pt x="6789" y="4778"/>
                </a:lnTo>
                <a:lnTo>
                  <a:pt x="8671" y="3805"/>
                </a:lnTo>
                <a:lnTo>
                  <a:pt x="10578" y="2923"/>
                </a:lnTo>
                <a:lnTo>
                  <a:pt x="12513" y="2116"/>
                </a:lnTo>
                <a:lnTo>
                  <a:pt x="14478" y="1368"/>
                </a:lnTo>
                <a:lnTo>
                  <a:pt x="16478" y="670"/>
                </a:lnTo>
                <a:lnTo>
                  <a:pt x="18514" y="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3" name="contour_09281"/>
          <p:cNvSpPr/>
          <p:nvPr/>
        </p:nvSpPr>
        <p:spPr>
          <a:xfrm>
            <a:off x="3851146" y="4839226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064" y="2674"/>
                </a:lnTo>
                <a:lnTo>
                  <a:pt x="20531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5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5835" y="21043"/>
                </a:lnTo>
                <a:lnTo>
                  <a:pt x="14394" y="20477"/>
                </a:lnTo>
                <a:lnTo>
                  <a:pt x="12954" y="19898"/>
                </a:lnTo>
                <a:lnTo>
                  <a:pt x="11515" y="19306"/>
                </a:lnTo>
                <a:lnTo>
                  <a:pt x="10079" y="18701"/>
                </a:lnTo>
                <a:lnTo>
                  <a:pt x="8640" y="18092"/>
                </a:lnTo>
                <a:lnTo>
                  <a:pt x="7400" y="17634"/>
                </a:lnTo>
                <a:lnTo>
                  <a:pt x="6143" y="17172"/>
                </a:lnTo>
                <a:lnTo>
                  <a:pt x="4959" y="16632"/>
                </a:lnTo>
                <a:lnTo>
                  <a:pt x="4048" y="16140"/>
                </a:lnTo>
                <a:lnTo>
                  <a:pt x="3115" y="15500"/>
                </a:lnTo>
                <a:lnTo>
                  <a:pt x="1864" y="14507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E3E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4" name="contour_09282"/>
          <p:cNvSpPr/>
          <p:nvPr/>
        </p:nvSpPr>
        <p:spPr>
          <a:xfrm>
            <a:off x="1096285" y="4839226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0809" y="4093"/>
                </a:lnTo>
                <a:lnTo>
                  <a:pt x="20177" y="7236"/>
                </a:lnTo>
                <a:lnTo>
                  <a:pt x="19643" y="9644"/>
                </a:lnTo>
                <a:lnTo>
                  <a:pt x="19140" y="11524"/>
                </a:lnTo>
                <a:lnTo>
                  <a:pt x="18608" y="13090"/>
                </a:lnTo>
                <a:lnTo>
                  <a:pt x="17985" y="14551"/>
                </a:lnTo>
                <a:lnTo>
                  <a:pt x="17202" y="16117"/>
                </a:lnTo>
                <a:lnTo>
                  <a:pt x="16200" y="18000"/>
                </a:lnTo>
                <a:lnTo>
                  <a:pt x="14423" y="18824"/>
                </a:lnTo>
                <a:lnTo>
                  <a:pt x="12655" y="19508"/>
                </a:lnTo>
                <a:lnTo>
                  <a:pt x="10886" y="20070"/>
                </a:lnTo>
                <a:lnTo>
                  <a:pt x="9118" y="20524"/>
                </a:lnTo>
                <a:lnTo>
                  <a:pt x="7336" y="20876"/>
                </a:lnTo>
                <a:lnTo>
                  <a:pt x="5540" y="21150"/>
                </a:lnTo>
                <a:lnTo>
                  <a:pt x="3723" y="21352"/>
                </a:lnTo>
                <a:lnTo>
                  <a:pt x="1879" y="21496"/>
                </a:lnTo>
                <a:lnTo>
                  <a:pt x="0" y="21600"/>
                </a:lnTo>
                <a:lnTo>
                  <a:pt x="1320" y="20930"/>
                </a:lnTo>
                <a:lnTo>
                  <a:pt x="2657" y="20250"/>
                </a:lnTo>
                <a:lnTo>
                  <a:pt x="4614" y="18540"/>
                </a:lnTo>
                <a:lnTo>
                  <a:pt x="5511" y="17082"/>
                </a:lnTo>
                <a:lnTo>
                  <a:pt x="6118" y="14623"/>
                </a:lnTo>
                <a:lnTo>
                  <a:pt x="6097" y="12726"/>
                </a:lnTo>
                <a:lnTo>
                  <a:pt x="6075" y="10800"/>
                </a:lnTo>
                <a:lnTo>
                  <a:pt x="6097" y="8903"/>
                </a:lnTo>
                <a:lnTo>
                  <a:pt x="6118" y="6977"/>
                </a:lnTo>
                <a:lnTo>
                  <a:pt x="5762" y="5299"/>
                </a:lnTo>
                <a:lnTo>
                  <a:pt x="5400" y="3600"/>
                </a:lnTo>
                <a:lnTo>
                  <a:pt x="4063" y="2707"/>
                </a:lnTo>
                <a:lnTo>
                  <a:pt x="2719" y="1814"/>
                </a:lnTo>
                <a:lnTo>
                  <a:pt x="1369" y="911"/>
                </a:lnTo>
                <a:lnTo>
                  <a:pt x="0" y="0"/>
                </a:lnTo>
                <a:close/>
              </a:path>
            </a:pathLst>
          </a:custGeom>
          <a:solidFill>
            <a:srgbClr val="454549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5" name="contour_09283"/>
          <p:cNvSpPr/>
          <p:nvPr/>
        </p:nvSpPr>
        <p:spPr>
          <a:xfrm>
            <a:off x="615278" y="4824650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5"/>
                </a:lnTo>
                <a:lnTo>
                  <a:pt x="3564" y="891"/>
                </a:lnTo>
                <a:lnTo>
                  <a:pt x="5349" y="1337"/>
                </a:lnTo>
                <a:lnTo>
                  <a:pt x="7136" y="1785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9"/>
                </a:lnTo>
                <a:lnTo>
                  <a:pt x="14321" y="3580"/>
                </a:lnTo>
                <a:lnTo>
                  <a:pt x="16130" y="4031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21006" y="7182"/>
                </a:lnTo>
                <a:lnTo>
                  <a:pt x="20412" y="8967"/>
                </a:lnTo>
                <a:lnTo>
                  <a:pt x="19815" y="10751"/>
                </a:lnTo>
                <a:lnTo>
                  <a:pt x="19219" y="12541"/>
                </a:lnTo>
                <a:lnTo>
                  <a:pt x="18622" y="14337"/>
                </a:lnTo>
                <a:lnTo>
                  <a:pt x="18020" y="16141"/>
                </a:lnTo>
                <a:lnTo>
                  <a:pt x="17418" y="17950"/>
                </a:lnTo>
                <a:lnTo>
                  <a:pt x="16810" y="19769"/>
                </a:lnTo>
                <a:lnTo>
                  <a:pt x="16200" y="21600"/>
                </a:lnTo>
                <a:lnTo>
                  <a:pt x="14523" y="20736"/>
                </a:lnTo>
                <a:lnTo>
                  <a:pt x="12998" y="19894"/>
                </a:lnTo>
                <a:lnTo>
                  <a:pt x="11588" y="19048"/>
                </a:lnTo>
                <a:lnTo>
                  <a:pt x="10263" y="18168"/>
                </a:lnTo>
                <a:lnTo>
                  <a:pt x="8980" y="17234"/>
                </a:lnTo>
                <a:lnTo>
                  <a:pt x="7709" y="16219"/>
                </a:lnTo>
                <a:lnTo>
                  <a:pt x="6415" y="15096"/>
                </a:lnTo>
                <a:lnTo>
                  <a:pt x="5062" y="13838"/>
                </a:lnTo>
                <a:lnTo>
                  <a:pt x="4109" y="12952"/>
                </a:lnTo>
                <a:lnTo>
                  <a:pt x="3148" y="12061"/>
                </a:lnTo>
                <a:lnTo>
                  <a:pt x="2174" y="11159"/>
                </a:lnTo>
                <a:lnTo>
                  <a:pt x="1258" y="9833"/>
                </a:lnTo>
                <a:lnTo>
                  <a:pt x="645" y="8708"/>
                </a:lnTo>
                <a:lnTo>
                  <a:pt x="273" y="7471"/>
                </a:lnTo>
                <a:lnTo>
                  <a:pt x="81" y="5813"/>
                </a:lnTo>
                <a:lnTo>
                  <a:pt x="11" y="3426"/>
                </a:lnTo>
                <a:lnTo>
                  <a:pt x="0" y="0"/>
                </a:lnTo>
                <a:close/>
              </a:path>
            </a:pathLst>
          </a:custGeom>
          <a:solidFill>
            <a:srgbClr val="918D88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6" name="contour_09284"/>
          <p:cNvSpPr/>
          <p:nvPr/>
        </p:nvSpPr>
        <p:spPr>
          <a:xfrm>
            <a:off x="972390" y="4817362"/>
            <a:ext cx="9474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0"/>
                </a:moveTo>
                <a:lnTo>
                  <a:pt x="15788" y="924"/>
                </a:lnTo>
                <a:lnTo>
                  <a:pt x="16620" y="1862"/>
                </a:lnTo>
                <a:lnTo>
                  <a:pt x="17449" y="2817"/>
                </a:lnTo>
                <a:lnTo>
                  <a:pt x="18277" y="3780"/>
                </a:lnTo>
                <a:lnTo>
                  <a:pt x="19204" y="4834"/>
                </a:lnTo>
                <a:lnTo>
                  <a:pt x="20146" y="5905"/>
                </a:lnTo>
                <a:lnTo>
                  <a:pt x="20867" y="726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20547" y="18416"/>
                </a:lnTo>
                <a:lnTo>
                  <a:pt x="19774" y="19107"/>
                </a:lnTo>
                <a:lnTo>
                  <a:pt x="18902" y="19626"/>
                </a:lnTo>
                <a:lnTo>
                  <a:pt x="17549" y="20252"/>
                </a:lnTo>
                <a:lnTo>
                  <a:pt x="16419" y="20809"/>
                </a:lnTo>
                <a:lnTo>
                  <a:pt x="15271" y="21380"/>
                </a:lnTo>
                <a:lnTo>
                  <a:pt x="14289" y="21492"/>
                </a:lnTo>
                <a:lnTo>
                  <a:pt x="13292" y="21600"/>
                </a:lnTo>
                <a:lnTo>
                  <a:pt x="12468" y="19457"/>
                </a:lnTo>
                <a:lnTo>
                  <a:pt x="11631" y="17280"/>
                </a:lnTo>
                <a:lnTo>
                  <a:pt x="10649" y="16800"/>
                </a:lnTo>
                <a:lnTo>
                  <a:pt x="9665" y="16356"/>
                </a:lnTo>
                <a:lnTo>
                  <a:pt x="8680" y="15941"/>
                </a:lnTo>
                <a:lnTo>
                  <a:pt x="7691" y="15552"/>
                </a:lnTo>
                <a:lnTo>
                  <a:pt x="6703" y="15189"/>
                </a:lnTo>
                <a:lnTo>
                  <a:pt x="5712" y="14852"/>
                </a:lnTo>
                <a:lnTo>
                  <a:pt x="4646" y="14489"/>
                </a:lnTo>
                <a:lnTo>
                  <a:pt x="3572" y="14122"/>
                </a:lnTo>
                <a:lnTo>
                  <a:pt x="2486" y="13755"/>
                </a:lnTo>
                <a:lnTo>
                  <a:pt x="2120" y="13638"/>
                </a:lnTo>
                <a:lnTo>
                  <a:pt x="1475" y="13431"/>
                </a:lnTo>
                <a:lnTo>
                  <a:pt x="0" y="12960"/>
                </a:lnTo>
                <a:lnTo>
                  <a:pt x="0" y="10817"/>
                </a:lnTo>
                <a:lnTo>
                  <a:pt x="0" y="8640"/>
                </a:lnTo>
                <a:lnTo>
                  <a:pt x="1138" y="8640"/>
                </a:lnTo>
                <a:lnTo>
                  <a:pt x="2278" y="8640"/>
                </a:lnTo>
                <a:lnTo>
                  <a:pt x="3418" y="8640"/>
                </a:lnTo>
                <a:lnTo>
                  <a:pt x="4559" y="8640"/>
                </a:lnTo>
                <a:lnTo>
                  <a:pt x="5702" y="8640"/>
                </a:lnTo>
                <a:lnTo>
                  <a:pt x="6847" y="8640"/>
                </a:lnTo>
                <a:lnTo>
                  <a:pt x="7995" y="8640"/>
                </a:lnTo>
                <a:lnTo>
                  <a:pt x="9145" y="8640"/>
                </a:lnTo>
                <a:lnTo>
                  <a:pt x="10298" y="8640"/>
                </a:lnTo>
                <a:lnTo>
                  <a:pt x="11456" y="8640"/>
                </a:lnTo>
                <a:lnTo>
                  <a:pt x="12618" y="8640"/>
                </a:lnTo>
                <a:lnTo>
                  <a:pt x="13782" y="8640"/>
                </a:lnTo>
                <a:lnTo>
                  <a:pt x="14954" y="8640"/>
                </a:lnTo>
                <a:lnTo>
                  <a:pt x="14954" y="5784"/>
                </a:lnTo>
                <a:lnTo>
                  <a:pt x="14954" y="2912"/>
                </a:lnTo>
                <a:lnTo>
                  <a:pt x="14954" y="0"/>
                </a:lnTo>
                <a:close/>
              </a:path>
            </a:pathLst>
          </a:custGeom>
          <a:solidFill>
            <a:srgbClr val="E4E1D9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7" name="contour_09285"/>
          <p:cNvSpPr/>
          <p:nvPr/>
        </p:nvSpPr>
        <p:spPr>
          <a:xfrm>
            <a:off x="5053665" y="4802786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0"/>
                </a:lnTo>
                <a:lnTo>
                  <a:pt x="7162" y="0"/>
                </a:lnTo>
                <a:lnTo>
                  <a:pt x="9202" y="0"/>
                </a:lnTo>
                <a:lnTo>
                  <a:pt x="11247" y="0"/>
                </a:lnTo>
                <a:lnTo>
                  <a:pt x="13299" y="0"/>
                </a:lnTo>
                <a:lnTo>
                  <a:pt x="15361" y="0"/>
                </a:lnTo>
                <a:lnTo>
                  <a:pt x="17428" y="0"/>
                </a:lnTo>
                <a:lnTo>
                  <a:pt x="19508" y="0"/>
                </a:lnTo>
                <a:lnTo>
                  <a:pt x="21600" y="0"/>
                </a:lnTo>
                <a:lnTo>
                  <a:pt x="19563" y="324"/>
                </a:lnTo>
                <a:lnTo>
                  <a:pt x="17524" y="648"/>
                </a:lnTo>
                <a:lnTo>
                  <a:pt x="15475" y="974"/>
                </a:lnTo>
                <a:lnTo>
                  <a:pt x="13417" y="1302"/>
                </a:lnTo>
                <a:lnTo>
                  <a:pt x="11346" y="1632"/>
                </a:lnTo>
                <a:lnTo>
                  <a:pt x="9257" y="1964"/>
                </a:lnTo>
                <a:lnTo>
                  <a:pt x="9880" y="2889"/>
                </a:lnTo>
                <a:lnTo>
                  <a:pt x="10513" y="3819"/>
                </a:lnTo>
                <a:lnTo>
                  <a:pt x="11149" y="4764"/>
                </a:lnTo>
                <a:lnTo>
                  <a:pt x="11877" y="5987"/>
                </a:lnTo>
                <a:lnTo>
                  <a:pt x="12553" y="7183"/>
                </a:lnTo>
                <a:lnTo>
                  <a:pt x="13173" y="8363"/>
                </a:lnTo>
                <a:lnTo>
                  <a:pt x="13728" y="9539"/>
                </a:lnTo>
                <a:lnTo>
                  <a:pt x="14219" y="10719"/>
                </a:lnTo>
                <a:lnTo>
                  <a:pt x="14639" y="11917"/>
                </a:lnTo>
                <a:lnTo>
                  <a:pt x="14984" y="13141"/>
                </a:lnTo>
                <a:lnTo>
                  <a:pt x="15250" y="14401"/>
                </a:lnTo>
                <a:lnTo>
                  <a:pt x="15429" y="15709"/>
                </a:lnTo>
                <a:lnTo>
                  <a:pt x="13907" y="16746"/>
                </a:lnTo>
                <a:lnTo>
                  <a:pt x="12395" y="17618"/>
                </a:lnTo>
                <a:lnTo>
                  <a:pt x="10868" y="18356"/>
                </a:lnTo>
                <a:lnTo>
                  <a:pt x="9300" y="18990"/>
                </a:lnTo>
                <a:lnTo>
                  <a:pt x="7668" y="19548"/>
                </a:lnTo>
                <a:lnTo>
                  <a:pt x="5946" y="20061"/>
                </a:lnTo>
                <a:lnTo>
                  <a:pt x="4110" y="20553"/>
                </a:lnTo>
                <a:lnTo>
                  <a:pt x="2138" y="21056"/>
                </a:lnTo>
                <a:lnTo>
                  <a:pt x="0" y="21600"/>
                </a:lnTo>
                <a:lnTo>
                  <a:pt x="191" y="20263"/>
                </a:lnTo>
                <a:lnTo>
                  <a:pt x="383" y="18927"/>
                </a:lnTo>
                <a:lnTo>
                  <a:pt x="574" y="17588"/>
                </a:lnTo>
                <a:lnTo>
                  <a:pt x="765" y="16251"/>
                </a:lnTo>
                <a:lnTo>
                  <a:pt x="957" y="14912"/>
                </a:lnTo>
                <a:lnTo>
                  <a:pt x="1148" y="13569"/>
                </a:lnTo>
                <a:lnTo>
                  <a:pt x="1339" y="12226"/>
                </a:lnTo>
                <a:lnTo>
                  <a:pt x="1531" y="10881"/>
                </a:lnTo>
                <a:lnTo>
                  <a:pt x="1725" y="9533"/>
                </a:lnTo>
                <a:lnTo>
                  <a:pt x="1916" y="8182"/>
                </a:lnTo>
                <a:lnTo>
                  <a:pt x="2111" y="6828"/>
                </a:lnTo>
                <a:lnTo>
                  <a:pt x="2305" y="5471"/>
                </a:lnTo>
                <a:lnTo>
                  <a:pt x="2499" y="4110"/>
                </a:lnTo>
                <a:lnTo>
                  <a:pt x="2694" y="2745"/>
                </a:lnTo>
                <a:lnTo>
                  <a:pt x="2888" y="1375"/>
                </a:lnTo>
                <a:lnTo>
                  <a:pt x="3086" y="0"/>
                </a:lnTo>
                <a:close/>
              </a:path>
            </a:pathLst>
          </a:custGeom>
          <a:solidFill>
            <a:srgbClr val="EBE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8" name="contour_09286"/>
          <p:cNvSpPr/>
          <p:nvPr/>
        </p:nvSpPr>
        <p:spPr>
          <a:xfrm>
            <a:off x="651718" y="4765239"/>
            <a:ext cx="51635" cy="594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92" y="403"/>
                </a:moveTo>
                <a:lnTo>
                  <a:pt x="19496" y="1993"/>
                </a:lnTo>
                <a:lnTo>
                  <a:pt x="20374" y="3588"/>
                </a:lnTo>
                <a:lnTo>
                  <a:pt x="20975" y="5204"/>
                </a:lnTo>
                <a:lnTo>
                  <a:pt x="21344" y="6849"/>
                </a:lnTo>
                <a:lnTo>
                  <a:pt x="21536" y="8537"/>
                </a:lnTo>
                <a:lnTo>
                  <a:pt x="21600" y="10281"/>
                </a:lnTo>
                <a:lnTo>
                  <a:pt x="21579" y="12090"/>
                </a:lnTo>
                <a:lnTo>
                  <a:pt x="21530" y="13982"/>
                </a:lnTo>
                <a:lnTo>
                  <a:pt x="21502" y="15413"/>
                </a:lnTo>
                <a:lnTo>
                  <a:pt x="21475" y="16852"/>
                </a:lnTo>
                <a:lnTo>
                  <a:pt x="21448" y="18309"/>
                </a:lnTo>
                <a:lnTo>
                  <a:pt x="21396" y="19944"/>
                </a:lnTo>
                <a:lnTo>
                  <a:pt x="21341" y="21600"/>
                </a:lnTo>
                <a:lnTo>
                  <a:pt x="19570" y="20953"/>
                </a:lnTo>
                <a:lnTo>
                  <a:pt x="18344" y="20463"/>
                </a:lnTo>
                <a:lnTo>
                  <a:pt x="17094" y="19878"/>
                </a:lnTo>
                <a:lnTo>
                  <a:pt x="15243" y="18950"/>
                </a:lnTo>
                <a:lnTo>
                  <a:pt x="14865" y="17636"/>
                </a:lnTo>
                <a:lnTo>
                  <a:pt x="14484" y="16317"/>
                </a:lnTo>
                <a:lnTo>
                  <a:pt x="14100" y="14976"/>
                </a:lnTo>
                <a:lnTo>
                  <a:pt x="13820" y="14393"/>
                </a:lnTo>
                <a:lnTo>
                  <a:pt x="13326" y="13362"/>
                </a:lnTo>
                <a:lnTo>
                  <a:pt x="12195" y="11001"/>
                </a:lnTo>
                <a:lnTo>
                  <a:pt x="10033" y="10331"/>
                </a:lnTo>
                <a:lnTo>
                  <a:pt x="8402" y="9944"/>
                </a:lnTo>
                <a:lnTo>
                  <a:pt x="5908" y="9512"/>
                </a:lnTo>
                <a:lnTo>
                  <a:pt x="5039" y="9340"/>
                </a:lnTo>
                <a:lnTo>
                  <a:pt x="3506" y="9041"/>
                </a:lnTo>
                <a:lnTo>
                  <a:pt x="0" y="8352"/>
                </a:lnTo>
                <a:lnTo>
                  <a:pt x="0" y="6600"/>
                </a:lnTo>
                <a:lnTo>
                  <a:pt x="0" y="4838"/>
                </a:lnTo>
                <a:lnTo>
                  <a:pt x="0" y="3052"/>
                </a:lnTo>
                <a:lnTo>
                  <a:pt x="1805" y="1937"/>
                </a:lnTo>
                <a:lnTo>
                  <a:pt x="3692" y="1116"/>
                </a:lnTo>
                <a:lnTo>
                  <a:pt x="5652" y="546"/>
                </a:lnTo>
                <a:lnTo>
                  <a:pt x="7674" y="196"/>
                </a:lnTo>
                <a:lnTo>
                  <a:pt x="9744" y="26"/>
                </a:lnTo>
                <a:lnTo>
                  <a:pt x="11853" y="0"/>
                </a:lnTo>
                <a:lnTo>
                  <a:pt x="13987" y="77"/>
                </a:lnTo>
                <a:lnTo>
                  <a:pt x="16137" y="225"/>
                </a:lnTo>
                <a:lnTo>
                  <a:pt x="18292" y="403"/>
                </a:lnTo>
                <a:close/>
              </a:path>
            </a:pathLst>
          </a:custGeom>
          <a:solidFill>
            <a:srgbClr val="302E28"/>
          </a:solidFill>
          <a:ln>
            <a:noFill/>
          </a:ln>
        </p:spPr>
        <p:txBody>
          <a:bodyPr/>
          <a:lstStyle/>
          <a:p/>
        </p:txBody>
      </p:sp>
      <p:sp>
        <p:nvSpPr>
          <p:cNvPr id="9289" name="contour_09287"/>
          <p:cNvSpPr/>
          <p:nvPr/>
        </p:nvSpPr>
        <p:spPr>
          <a:xfrm>
            <a:off x="10592225" y="4751770"/>
            <a:ext cx="67377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" y="0"/>
                </a:moveTo>
                <a:lnTo>
                  <a:pt x="1605" y="449"/>
                </a:lnTo>
                <a:lnTo>
                  <a:pt x="3110" y="906"/>
                </a:lnTo>
                <a:lnTo>
                  <a:pt x="4612" y="1371"/>
                </a:lnTo>
                <a:lnTo>
                  <a:pt x="6112" y="1849"/>
                </a:lnTo>
                <a:lnTo>
                  <a:pt x="7614" y="2331"/>
                </a:lnTo>
                <a:lnTo>
                  <a:pt x="9114" y="2820"/>
                </a:lnTo>
                <a:lnTo>
                  <a:pt x="10614" y="3314"/>
                </a:lnTo>
                <a:lnTo>
                  <a:pt x="12124" y="3747"/>
                </a:lnTo>
                <a:lnTo>
                  <a:pt x="13654" y="4184"/>
                </a:lnTo>
                <a:lnTo>
                  <a:pt x="15233" y="4747"/>
                </a:lnTo>
                <a:lnTo>
                  <a:pt x="16745" y="5355"/>
                </a:lnTo>
                <a:lnTo>
                  <a:pt x="18217" y="6078"/>
                </a:lnTo>
                <a:lnTo>
                  <a:pt x="19668" y="6992"/>
                </a:lnTo>
                <a:lnTo>
                  <a:pt x="21128" y="8163"/>
                </a:lnTo>
                <a:lnTo>
                  <a:pt x="21443" y="11347"/>
                </a:lnTo>
                <a:lnTo>
                  <a:pt x="21600" y="13571"/>
                </a:lnTo>
                <a:lnTo>
                  <a:pt x="21600" y="15433"/>
                </a:lnTo>
                <a:lnTo>
                  <a:pt x="21443" y="17518"/>
                </a:lnTo>
                <a:lnTo>
                  <a:pt x="21128" y="20408"/>
                </a:lnTo>
                <a:lnTo>
                  <a:pt x="19542" y="20686"/>
                </a:lnTo>
                <a:lnTo>
                  <a:pt x="17969" y="20943"/>
                </a:lnTo>
                <a:lnTo>
                  <a:pt x="16409" y="21171"/>
                </a:lnTo>
                <a:lnTo>
                  <a:pt x="14857" y="21359"/>
                </a:lnTo>
                <a:lnTo>
                  <a:pt x="13310" y="21498"/>
                </a:lnTo>
                <a:lnTo>
                  <a:pt x="11768" y="21584"/>
                </a:lnTo>
                <a:lnTo>
                  <a:pt x="10226" y="21600"/>
                </a:lnTo>
                <a:lnTo>
                  <a:pt x="8682" y="21547"/>
                </a:lnTo>
                <a:lnTo>
                  <a:pt x="7133" y="21408"/>
                </a:lnTo>
                <a:lnTo>
                  <a:pt x="5577" y="21180"/>
                </a:lnTo>
                <a:lnTo>
                  <a:pt x="4014" y="20849"/>
                </a:lnTo>
                <a:lnTo>
                  <a:pt x="2437" y="20408"/>
                </a:lnTo>
                <a:lnTo>
                  <a:pt x="1596" y="17963"/>
                </a:lnTo>
                <a:lnTo>
                  <a:pt x="963" y="15543"/>
                </a:lnTo>
                <a:lnTo>
                  <a:pt x="512" y="13118"/>
                </a:lnTo>
                <a:lnTo>
                  <a:pt x="217" y="10661"/>
                </a:lnTo>
                <a:lnTo>
                  <a:pt x="56" y="8147"/>
                </a:lnTo>
                <a:lnTo>
                  <a:pt x="0" y="5551"/>
                </a:lnTo>
                <a:lnTo>
                  <a:pt x="23" y="2845"/>
                </a:lnTo>
                <a:lnTo>
                  <a:pt x="100" y="0"/>
                </a:lnTo>
                <a:close/>
              </a:path>
            </a:pathLst>
          </a:custGeom>
          <a:solidFill>
            <a:srgbClr val="A9B1BB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0" name="contour_09288"/>
          <p:cNvSpPr/>
          <p:nvPr/>
        </p:nvSpPr>
        <p:spPr>
          <a:xfrm>
            <a:off x="7793950" y="4756923"/>
            <a:ext cx="58304" cy="677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81"/>
                </a:moveTo>
                <a:lnTo>
                  <a:pt x="1855" y="574"/>
                </a:lnTo>
                <a:lnTo>
                  <a:pt x="3710" y="479"/>
                </a:lnTo>
                <a:lnTo>
                  <a:pt x="5567" y="393"/>
                </a:lnTo>
                <a:lnTo>
                  <a:pt x="7425" y="316"/>
                </a:lnTo>
                <a:lnTo>
                  <a:pt x="9283" y="244"/>
                </a:lnTo>
                <a:lnTo>
                  <a:pt x="10049" y="209"/>
                </a:lnTo>
                <a:lnTo>
                  <a:pt x="11402" y="146"/>
                </a:lnTo>
                <a:lnTo>
                  <a:pt x="14502" y="0"/>
                </a:lnTo>
                <a:lnTo>
                  <a:pt x="15954" y="225"/>
                </a:lnTo>
                <a:lnTo>
                  <a:pt x="17418" y="451"/>
                </a:lnTo>
                <a:lnTo>
                  <a:pt x="18900" y="681"/>
                </a:lnTo>
                <a:lnTo>
                  <a:pt x="19859" y="2424"/>
                </a:lnTo>
                <a:lnTo>
                  <a:pt x="20480" y="3658"/>
                </a:lnTo>
                <a:lnTo>
                  <a:pt x="20890" y="4718"/>
                </a:lnTo>
                <a:lnTo>
                  <a:pt x="21219" y="5939"/>
                </a:lnTo>
                <a:lnTo>
                  <a:pt x="21600" y="7654"/>
                </a:lnTo>
                <a:lnTo>
                  <a:pt x="19818" y="7654"/>
                </a:lnTo>
                <a:lnTo>
                  <a:pt x="18033" y="7654"/>
                </a:lnTo>
                <a:lnTo>
                  <a:pt x="16241" y="7654"/>
                </a:lnTo>
                <a:lnTo>
                  <a:pt x="14440" y="7654"/>
                </a:lnTo>
                <a:lnTo>
                  <a:pt x="12628" y="7654"/>
                </a:lnTo>
                <a:lnTo>
                  <a:pt x="10800" y="7654"/>
                </a:lnTo>
                <a:lnTo>
                  <a:pt x="11097" y="9188"/>
                </a:lnTo>
                <a:lnTo>
                  <a:pt x="11394" y="10724"/>
                </a:lnTo>
                <a:lnTo>
                  <a:pt x="11691" y="12261"/>
                </a:lnTo>
                <a:lnTo>
                  <a:pt x="11991" y="13802"/>
                </a:lnTo>
                <a:lnTo>
                  <a:pt x="12290" y="15348"/>
                </a:lnTo>
                <a:lnTo>
                  <a:pt x="12590" y="16900"/>
                </a:lnTo>
                <a:lnTo>
                  <a:pt x="12893" y="18458"/>
                </a:lnTo>
                <a:lnTo>
                  <a:pt x="13195" y="20024"/>
                </a:lnTo>
                <a:lnTo>
                  <a:pt x="13500" y="21600"/>
                </a:lnTo>
                <a:lnTo>
                  <a:pt x="11451" y="21268"/>
                </a:lnTo>
                <a:lnTo>
                  <a:pt x="10006" y="20982"/>
                </a:lnTo>
                <a:lnTo>
                  <a:pt x="8775" y="20628"/>
                </a:lnTo>
                <a:lnTo>
                  <a:pt x="7368" y="20096"/>
                </a:lnTo>
                <a:lnTo>
                  <a:pt x="5400" y="19276"/>
                </a:lnTo>
                <a:lnTo>
                  <a:pt x="5492" y="17642"/>
                </a:lnTo>
                <a:lnTo>
                  <a:pt x="5678" y="16049"/>
                </a:lnTo>
                <a:lnTo>
                  <a:pt x="5948" y="14488"/>
                </a:lnTo>
                <a:lnTo>
                  <a:pt x="6286" y="12942"/>
                </a:lnTo>
                <a:lnTo>
                  <a:pt x="6677" y="11405"/>
                </a:lnTo>
                <a:lnTo>
                  <a:pt x="7104" y="9860"/>
                </a:lnTo>
                <a:lnTo>
                  <a:pt x="7557" y="8300"/>
                </a:lnTo>
                <a:lnTo>
                  <a:pt x="8016" y="6710"/>
                </a:lnTo>
                <a:lnTo>
                  <a:pt x="8043" y="5485"/>
                </a:lnTo>
                <a:lnTo>
                  <a:pt x="8070" y="4254"/>
                </a:lnTo>
                <a:lnTo>
                  <a:pt x="8100" y="3005"/>
                </a:lnTo>
                <a:lnTo>
                  <a:pt x="6132" y="2185"/>
                </a:lnTo>
                <a:lnTo>
                  <a:pt x="4725" y="1653"/>
                </a:lnTo>
                <a:lnTo>
                  <a:pt x="3494" y="1299"/>
                </a:lnTo>
                <a:lnTo>
                  <a:pt x="2049" y="1013"/>
                </a:lnTo>
                <a:lnTo>
                  <a:pt x="0" y="681"/>
                </a:lnTo>
                <a:close/>
              </a:path>
            </a:pathLst>
          </a:custGeom>
          <a:solidFill>
            <a:srgbClr val="8E8F8D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1" name="contour_09289"/>
          <p:cNvSpPr/>
          <p:nvPr/>
        </p:nvSpPr>
        <p:spPr>
          <a:xfrm>
            <a:off x="7225486" y="4763941"/>
            <a:ext cx="58304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1337"/>
                </a:moveTo>
                <a:lnTo>
                  <a:pt x="8421" y="596"/>
                </a:lnTo>
                <a:lnTo>
                  <a:pt x="10554" y="150"/>
                </a:lnTo>
                <a:lnTo>
                  <a:pt x="12099" y="0"/>
                </a:lnTo>
                <a:lnTo>
                  <a:pt x="13357" y="150"/>
                </a:lnTo>
                <a:lnTo>
                  <a:pt x="14623" y="596"/>
                </a:lnTo>
                <a:lnTo>
                  <a:pt x="16200" y="1337"/>
                </a:lnTo>
                <a:lnTo>
                  <a:pt x="17172" y="3785"/>
                </a:lnTo>
                <a:lnTo>
                  <a:pt x="18009" y="6208"/>
                </a:lnTo>
                <a:lnTo>
                  <a:pt x="18738" y="8640"/>
                </a:lnTo>
                <a:lnTo>
                  <a:pt x="19381" y="11092"/>
                </a:lnTo>
                <a:lnTo>
                  <a:pt x="19964" y="13592"/>
                </a:lnTo>
                <a:lnTo>
                  <a:pt x="20509" y="16162"/>
                </a:lnTo>
                <a:lnTo>
                  <a:pt x="21046" y="18824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9" y="21600"/>
                </a:lnTo>
                <a:lnTo>
                  <a:pt x="14459" y="21600"/>
                </a:lnTo>
                <a:lnTo>
                  <a:pt x="12663" y="21600"/>
                </a:lnTo>
                <a:lnTo>
                  <a:pt x="10859" y="21600"/>
                </a:lnTo>
                <a:lnTo>
                  <a:pt x="9050" y="21600"/>
                </a:lnTo>
                <a:lnTo>
                  <a:pt x="7231" y="21600"/>
                </a:lnTo>
                <a:lnTo>
                  <a:pt x="5400" y="21600"/>
                </a:lnTo>
                <a:lnTo>
                  <a:pt x="5400" y="18921"/>
                </a:lnTo>
                <a:lnTo>
                  <a:pt x="5400" y="16226"/>
                </a:lnTo>
                <a:lnTo>
                  <a:pt x="5400" y="13495"/>
                </a:lnTo>
                <a:lnTo>
                  <a:pt x="3796" y="12008"/>
                </a:lnTo>
                <a:lnTo>
                  <a:pt x="2700" y="11088"/>
                </a:lnTo>
                <a:lnTo>
                  <a:pt x="1604" y="10362"/>
                </a:lnTo>
                <a:lnTo>
                  <a:pt x="0" y="9442"/>
                </a:lnTo>
                <a:lnTo>
                  <a:pt x="1785" y="9442"/>
                </a:lnTo>
                <a:lnTo>
                  <a:pt x="3580" y="9442"/>
                </a:lnTo>
                <a:lnTo>
                  <a:pt x="5400" y="9442"/>
                </a:lnTo>
                <a:lnTo>
                  <a:pt x="5400" y="6764"/>
                </a:lnTo>
                <a:lnTo>
                  <a:pt x="5400" y="4069"/>
                </a:lnTo>
                <a:lnTo>
                  <a:pt x="5400" y="1337"/>
                </a:lnTo>
                <a:close/>
              </a:path>
            </a:pathLst>
          </a:custGeom>
          <a:solidFill>
            <a:srgbClr val="53504E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2" name="contour_09290"/>
          <p:cNvSpPr/>
          <p:nvPr/>
        </p:nvSpPr>
        <p:spPr>
          <a:xfrm>
            <a:off x="1825085" y="4737194"/>
            <a:ext cx="46133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52" y="0"/>
                </a:lnTo>
                <a:lnTo>
                  <a:pt x="4508" y="0"/>
                </a:lnTo>
                <a:lnTo>
                  <a:pt x="6763" y="0"/>
                </a:lnTo>
                <a:lnTo>
                  <a:pt x="9026" y="0"/>
                </a:lnTo>
                <a:lnTo>
                  <a:pt x="11295" y="0"/>
                </a:lnTo>
                <a:lnTo>
                  <a:pt x="13574" y="0"/>
                </a:lnTo>
                <a:lnTo>
                  <a:pt x="15860" y="0"/>
                </a:lnTo>
                <a:lnTo>
                  <a:pt x="18160" y="0"/>
                </a:lnTo>
                <a:lnTo>
                  <a:pt x="20474" y="0"/>
                </a:lnTo>
                <a:lnTo>
                  <a:pt x="21098" y="4994"/>
                </a:lnTo>
                <a:lnTo>
                  <a:pt x="21474" y="8506"/>
                </a:lnTo>
                <a:lnTo>
                  <a:pt x="21600" y="11007"/>
                </a:lnTo>
                <a:lnTo>
                  <a:pt x="21474" y="12986"/>
                </a:lnTo>
                <a:lnTo>
                  <a:pt x="21098" y="14917"/>
                </a:lnTo>
                <a:lnTo>
                  <a:pt x="20474" y="17280"/>
                </a:lnTo>
                <a:lnTo>
                  <a:pt x="18351" y="18351"/>
                </a:lnTo>
                <a:lnTo>
                  <a:pt x="16277" y="19189"/>
                </a:lnTo>
                <a:lnTo>
                  <a:pt x="14223" y="19837"/>
                </a:lnTo>
                <a:lnTo>
                  <a:pt x="12168" y="20334"/>
                </a:lnTo>
                <a:lnTo>
                  <a:pt x="10087" y="20723"/>
                </a:lnTo>
                <a:lnTo>
                  <a:pt x="7947" y="21034"/>
                </a:lnTo>
                <a:lnTo>
                  <a:pt x="5733" y="21315"/>
                </a:lnTo>
                <a:lnTo>
                  <a:pt x="3412" y="21600"/>
                </a:lnTo>
                <a:lnTo>
                  <a:pt x="2989" y="18926"/>
                </a:lnTo>
                <a:lnTo>
                  <a:pt x="2566" y="16252"/>
                </a:lnTo>
                <a:lnTo>
                  <a:pt x="2143" y="13569"/>
                </a:lnTo>
                <a:lnTo>
                  <a:pt x="1720" y="10882"/>
                </a:lnTo>
                <a:lnTo>
                  <a:pt x="1293" y="8182"/>
                </a:lnTo>
                <a:lnTo>
                  <a:pt x="863" y="5469"/>
                </a:lnTo>
                <a:lnTo>
                  <a:pt x="433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DD8C9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3" name="contour_09291"/>
          <p:cNvSpPr/>
          <p:nvPr/>
        </p:nvSpPr>
        <p:spPr>
          <a:xfrm>
            <a:off x="11212018" y="4744482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729" y="1339"/>
                </a:lnTo>
                <a:lnTo>
                  <a:pt x="3665" y="2687"/>
                </a:lnTo>
                <a:lnTo>
                  <a:pt x="4612" y="4052"/>
                </a:lnTo>
                <a:lnTo>
                  <a:pt x="5758" y="5361"/>
                </a:lnTo>
                <a:lnTo>
                  <a:pt x="6921" y="6515"/>
                </a:lnTo>
                <a:lnTo>
                  <a:pt x="8095" y="7521"/>
                </a:lnTo>
                <a:lnTo>
                  <a:pt x="9281" y="8398"/>
                </a:lnTo>
                <a:lnTo>
                  <a:pt x="10478" y="9158"/>
                </a:lnTo>
                <a:lnTo>
                  <a:pt x="11686" y="9811"/>
                </a:lnTo>
                <a:lnTo>
                  <a:pt x="12902" y="10381"/>
                </a:lnTo>
                <a:lnTo>
                  <a:pt x="14128" y="10869"/>
                </a:lnTo>
                <a:lnTo>
                  <a:pt x="15359" y="11297"/>
                </a:lnTo>
                <a:lnTo>
                  <a:pt x="16600" y="11673"/>
                </a:lnTo>
                <a:lnTo>
                  <a:pt x="17843" y="12014"/>
                </a:lnTo>
                <a:lnTo>
                  <a:pt x="19093" y="12334"/>
                </a:lnTo>
                <a:lnTo>
                  <a:pt x="20345" y="12645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342" y="21349"/>
                </a:lnTo>
                <a:lnTo>
                  <a:pt x="19084" y="21099"/>
                </a:lnTo>
                <a:lnTo>
                  <a:pt x="17825" y="20844"/>
                </a:lnTo>
                <a:lnTo>
                  <a:pt x="16565" y="20593"/>
                </a:lnTo>
                <a:lnTo>
                  <a:pt x="15305" y="20343"/>
                </a:lnTo>
                <a:lnTo>
                  <a:pt x="14044" y="20088"/>
                </a:lnTo>
                <a:lnTo>
                  <a:pt x="12780" y="19837"/>
                </a:lnTo>
                <a:lnTo>
                  <a:pt x="11515" y="19583"/>
                </a:lnTo>
                <a:lnTo>
                  <a:pt x="10247" y="19328"/>
                </a:lnTo>
                <a:lnTo>
                  <a:pt x="8977" y="19077"/>
                </a:lnTo>
                <a:lnTo>
                  <a:pt x="7704" y="18822"/>
                </a:lnTo>
                <a:lnTo>
                  <a:pt x="6430" y="18567"/>
                </a:lnTo>
                <a:lnTo>
                  <a:pt x="5152" y="18308"/>
                </a:lnTo>
                <a:lnTo>
                  <a:pt x="3868" y="18053"/>
                </a:lnTo>
                <a:lnTo>
                  <a:pt x="2583" y="17798"/>
                </a:lnTo>
                <a:lnTo>
                  <a:pt x="1294" y="17539"/>
                </a:lnTo>
                <a:lnTo>
                  <a:pt x="0" y="17280"/>
                </a:lnTo>
                <a:lnTo>
                  <a:pt x="297" y="14429"/>
                </a:lnTo>
                <a:lnTo>
                  <a:pt x="594" y="11573"/>
                </a:lnTo>
                <a:lnTo>
                  <a:pt x="893" y="8705"/>
                </a:lnTo>
                <a:lnTo>
                  <a:pt x="1193" y="5823"/>
                </a:lnTo>
                <a:lnTo>
                  <a:pt x="1496" y="2925"/>
                </a:lnTo>
                <a:lnTo>
                  <a:pt x="1800" y="0"/>
                </a:lnTo>
                <a:close/>
              </a:path>
            </a:pathLst>
          </a:custGeom>
          <a:solidFill>
            <a:srgbClr val="B2B5B6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4" name="contour_09292"/>
          <p:cNvSpPr/>
          <p:nvPr/>
        </p:nvSpPr>
        <p:spPr>
          <a:xfrm>
            <a:off x="6977695" y="4715330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502" y="353"/>
                </a:lnTo>
                <a:lnTo>
                  <a:pt x="15610" y="716"/>
                </a:lnTo>
                <a:lnTo>
                  <a:pt x="16595" y="1264"/>
                </a:lnTo>
                <a:lnTo>
                  <a:pt x="17768" y="2167"/>
                </a:lnTo>
                <a:lnTo>
                  <a:pt x="19440" y="3600"/>
                </a:lnTo>
                <a:lnTo>
                  <a:pt x="19878" y="5810"/>
                </a:lnTo>
                <a:lnTo>
                  <a:pt x="20254" y="8024"/>
                </a:lnTo>
                <a:lnTo>
                  <a:pt x="20574" y="10249"/>
                </a:lnTo>
                <a:lnTo>
                  <a:pt x="20844" y="12481"/>
                </a:lnTo>
                <a:lnTo>
                  <a:pt x="21075" y="14731"/>
                </a:lnTo>
                <a:lnTo>
                  <a:pt x="21272" y="16999"/>
                </a:lnTo>
                <a:lnTo>
                  <a:pt x="21444" y="19285"/>
                </a:lnTo>
                <a:lnTo>
                  <a:pt x="21600" y="21600"/>
                </a:lnTo>
                <a:lnTo>
                  <a:pt x="20228" y="21420"/>
                </a:lnTo>
                <a:lnTo>
                  <a:pt x="18859" y="21236"/>
                </a:lnTo>
                <a:lnTo>
                  <a:pt x="17490" y="21049"/>
                </a:lnTo>
                <a:lnTo>
                  <a:pt x="16120" y="20855"/>
                </a:lnTo>
                <a:lnTo>
                  <a:pt x="14753" y="20657"/>
                </a:lnTo>
                <a:lnTo>
                  <a:pt x="13383" y="20455"/>
                </a:lnTo>
                <a:lnTo>
                  <a:pt x="12014" y="20250"/>
                </a:lnTo>
                <a:lnTo>
                  <a:pt x="10649" y="20081"/>
                </a:lnTo>
                <a:lnTo>
                  <a:pt x="9260" y="19912"/>
                </a:lnTo>
                <a:lnTo>
                  <a:pt x="7951" y="19703"/>
                </a:lnTo>
                <a:lnTo>
                  <a:pt x="6623" y="19490"/>
                </a:lnTo>
                <a:lnTo>
                  <a:pt x="6018" y="19404"/>
                </a:lnTo>
                <a:lnTo>
                  <a:pt x="4190" y="19148"/>
                </a:lnTo>
                <a:lnTo>
                  <a:pt x="3182" y="18529"/>
                </a:lnTo>
                <a:lnTo>
                  <a:pt x="2460" y="17788"/>
                </a:lnTo>
                <a:lnTo>
                  <a:pt x="1823" y="16517"/>
                </a:lnTo>
                <a:lnTo>
                  <a:pt x="1071" y="14324"/>
                </a:lnTo>
                <a:lnTo>
                  <a:pt x="0" y="10800"/>
                </a:lnTo>
                <a:lnTo>
                  <a:pt x="652" y="10980"/>
                </a:lnTo>
                <a:lnTo>
                  <a:pt x="1251" y="11149"/>
                </a:lnTo>
                <a:lnTo>
                  <a:pt x="1905" y="11329"/>
                </a:lnTo>
                <a:lnTo>
                  <a:pt x="2722" y="11556"/>
                </a:lnTo>
                <a:lnTo>
                  <a:pt x="3806" y="11858"/>
                </a:lnTo>
                <a:lnTo>
                  <a:pt x="5266" y="12262"/>
                </a:lnTo>
                <a:lnTo>
                  <a:pt x="7206" y="12802"/>
                </a:lnTo>
                <a:lnTo>
                  <a:pt x="9735" y="13504"/>
                </a:lnTo>
                <a:lnTo>
                  <a:pt x="12960" y="14400"/>
                </a:lnTo>
                <a:lnTo>
                  <a:pt x="12960" y="12024"/>
                </a:lnTo>
                <a:lnTo>
                  <a:pt x="12960" y="9644"/>
                </a:lnTo>
                <a:lnTo>
                  <a:pt x="12960" y="7254"/>
                </a:lnTo>
                <a:lnTo>
                  <a:pt x="12960" y="4853"/>
                </a:lnTo>
                <a:lnTo>
                  <a:pt x="12960" y="2437"/>
                </a:lnTo>
                <a:lnTo>
                  <a:pt x="12960" y="0"/>
                </a:lnTo>
                <a:close/>
              </a:path>
            </a:pathLst>
          </a:custGeom>
          <a:solidFill>
            <a:srgbClr val="31312F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5" name="contour_09293"/>
          <p:cNvSpPr/>
          <p:nvPr/>
        </p:nvSpPr>
        <p:spPr>
          <a:xfrm>
            <a:off x="8304109" y="4693467"/>
            <a:ext cx="5221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45" y="0"/>
                </a:moveTo>
                <a:lnTo>
                  <a:pt x="12235" y="959"/>
                </a:lnTo>
                <a:lnTo>
                  <a:pt x="14587" y="1696"/>
                </a:lnTo>
                <a:lnTo>
                  <a:pt x="16306" y="2309"/>
                </a:lnTo>
                <a:lnTo>
                  <a:pt x="17605" y="2892"/>
                </a:lnTo>
                <a:lnTo>
                  <a:pt x="18699" y="3537"/>
                </a:lnTo>
                <a:lnTo>
                  <a:pt x="19797" y="4342"/>
                </a:lnTo>
                <a:lnTo>
                  <a:pt x="21106" y="5400"/>
                </a:lnTo>
                <a:lnTo>
                  <a:pt x="21461" y="7290"/>
                </a:lnTo>
                <a:lnTo>
                  <a:pt x="21600" y="9026"/>
                </a:lnTo>
                <a:lnTo>
                  <a:pt x="21546" y="10679"/>
                </a:lnTo>
                <a:lnTo>
                  <a:pt x="21314" y="12326"/>
                </a:lnTo>
                <a:lnTo>
                  <a:pt x="20922" y="14043"/>
                </a:lnTo>
                <a:lnTo>
                  <a:pt x="20388" y="15906"/>
                </a:lnTo>
                <a:lnTo>
                  <a:pt x="18992" y="17661"/>
                </a:lnTo>
                <a:lnTo>
                  <a:pt x="17843" y="18711"/>
                </a:lnTo>
                <a:lnTo>
                  <a:pt x="16324" y="19475"/>
                </a:lnTo>
                <a:lnTo>
                  <a:pt x="13815" y="20377"/>
                </a:lnTo>
                <a:lnTo>
                  <a:pt x="11955" y="20644"/>
                </a:lnTo>
                <a:lnTo>
                  <a:pt x="10459" y="20844"/>
                </a:lnTo>
                <a:lnTo>
                  <a:pt x="9084" y="20998"/>
                </a:lnTo>
                <a:lnTo>
                  <a:pt x="7595" y="21130"/>
                </a:lnTo>
                <a:lnTo>
                  <a:pt x="5747" y="21260"/>
                </a:lnTo>
                <a:lnTo>
                  <a:pt x="3295" y="21411"/>
                </a:lnTo>
                <a:lnTo>
                  <a:pt x="0" y="21600"/>
                </a:lnTo>
                <a:lnTo>
                  <a:pt x="748" y="19818"/>
                </a:lnTo>
                <a:lnTo>
                  <a:pt x="1492" y="18036"/>
                </a:lnTo>
                <a:lnTo>
                  <a:pt x="2240" y="16251"/>
                </a:lnTo>
                <a:lnTo>
                  <a:pt x="2988" y="14464"/>
                </a:lnTo>
                <a:lnTo>
                  <a:pt x="3739" y="12674"/>
                </a:lnTo>
                <a:lnTo>
                  <a:pt x="4489" y="10881"/>
                </a:lnTo>
                <a:lnTo>
                  <a:pt x="5240" y="9083"/>
                </a:lnTo>
                <a:lnTo>
                  <a:pt x="5997" y="7279"/>
                </a:lnTo>
                <a:lnTo>
                  <a:pt x="6754" y="5470"/>
                </a:lnTo>
                <a:lnTo>
                  <a:pt x="7514" y="3656"/>
                </a:lnTo>
                <a:lnTo>
                  <a:pt x="8279" y="1831"/>
                </a:lnTo>
                <a:lnTo>
                  <a:pt x="9045" y="0"/>
                </a:lnTo>
                <a:close/>
              </a:path>
            </a:pathLst>
          </a:custGeom>
          <a:solidFill>
            <a:srgbClr val="838587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6" name="contour_09294"/>
          <p:cNvSpPr/>
          <p:nvPr/>
        </p:nvSpPr>
        <p:spPr>
          <a:xfrm>
            <a:off x="6176016" y="4737194"/>
            <a:ext cx="94744" cy="43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3" y="0"/>
                </a:moveTo>
                <a:lnTo>
                  <a:pt x="4388" y="1057"/>
                </a:lnTo>
                <a:lnTo>
                  <a:pt x="5452" y="2114"/>
                </a:lnTo>
                <a:lnTo>
                  <a:pt x="6517" y="3174"/>
                </a:lnTo>
                <a:lnTo>
                  <a:pt x="7583" y="4231"/>
                </a:lnTo>
                <a:lnTo>
                  <a:pt x="8650" y="5292"/>
                </a:lnTo>
                <a:lnTo>
                  <a:pt x="9717" y="6353"/>
                </a:lnTo>
                <a:lnTo>
                  <a:pt x="10787" y="7417"/>
                </a:lnTo>
                <a:lnTo>
                  <a:pt x="11857" y="8481"/>
                </a:lnTo>
                <a:lnTo>
                  <a:pt x="12930" y="9545"/>
                </a:lnTo>
                <a:lnTo>
                  <a:pt x="14003" y="10613"/>
                </a:lnTo>
                <a:lnTo>
                  <a:pt x="15080" y="11681"/>
                </a:lnTo>
                <a:lnTo>
                  <a:pt x="16160" y="12756"/>
                </a:lnTo>
                <a:lnTo>
                  <a:pt x="17242" y="13831"/>
                </a:lnTo>
                <a:lnTo>
                  <a:pt x="18327" y="14906"/>
                </a:lnTo>
                <a:lnTo>
                  <a:pt x="19413" y="15988"/>
                </a:lnTo>
                <a:lnTo>
                  <a:pt x="20505" y="17074"/>
                </a:lnTo>
                <a:lnTo>
                  <a:pt x="21600" y="18160"/>
                </a:lnTo>
                <a:lnTo>
                  <a:pt x="19370" y="19374"/>
                </a:lnTo>
                <a:lnTo>
                  <a:pt x="17607" y="20307"/>
                </a:lnTo>
                <a:lnTo>
                  <a:pt x="16223" y="20972"/>
                </a:lnTo>
                <a:lnTo>
                  <a:pt x="15133" y="21397"/>
                </a:lnTo>
                <a:lnTo>
                  <a:pt x="14249" y="21600"/>
                </a:lnTo>
                <a:lnTo>
                  <a:pt x="13485" y="21596"/>
                </a:lnTo>
                <a:lnTo>
                  <a:pt x="12752" y="21407"/>
                </a:lnTo>
                <a:lnTo>
                  <a:pt x="11965" y="21055"/>
                </a:lnTo>
                <a:lnTo>
                  <a:pt x="11034" y="20558"/>
                </a:lnTo>
                <a:lnTo>
                  <a:pt x="10051" y="20049"/>
                </a:lnTo>
                <a:lnTo>
                  <a:pt x="9054" y="19530"/>
                </a:lnTo>
                <a:lnTo>
                  <a:pt x="8065" y="18963"/>
                </a:lnTo>
                <a:lnTo>
                  <a:pt x="7062" y="18386"/>
                </a:lnTo>
                <a:lnTo>
                  <a:pt x="6546" y="18113"/>
                </a:lnTo>
                <a:lnTo>
                  <a:pt x="4991" y="17289"/>
                </a:lnTo>
                <a:lnTo>
                  <a:pt x="3991" y="16751"/>
                </a:lnTo>
                <a:lnTo>
                  <a:pt x="2992" y="16203"/>
                </a:lnTo>
                <a:lnTo>
                  <a:pt x="1996" y="15651"/>
                </a:lnTo>
                <a:lnTo>
                  <a:pt x="997" y="15091"/>
                </a:lnTo>
                <a:lnTo>
                  <a:pt x="0" y="14528"/>
                </a:lnTo>
                <a:lnTo>
                  <a:pt x="470" y="12473"/>
                </a:lnTo>
                <a:lnTo>
                  <a:pt x="940" y="10417"/>
                </a:lnTo>
                <a:lnTo>
                  <a:pt x="1412" y="8354"/>
                </a:lnTo>
                <a:lnTo>
                  <a:pt x="1886" y="6284"/>
                </a:lnTo>
                <a:lnTo>
                  <a:pt x="2363" y="4202"/>
                </a:lnTo>
                <a:lnTo>
                  <a:pt x="2841" y="2110"/>
                </a:lnTo>
                <a:lnTo>
                  <a:pt x="3323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7" name="contour_09295"/>
          <p:cNvSpPr/>
          <p:nvPr/>
        </p:nvSpPr>
        <p:spPr>
          <a:xfrm>
            <a:off x="11465727" y="4715330"/>
            <a:ext cx="5338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4" y="0"/>
                </a:moveTo>
                <a:lnTo>
                  <a:pt x="4040" y="464"/>
                </a:lnTo>
                <a:lnTo>
                  <a:pt x="6868" y="856"/>
                </a:lnTo>
                <a:lnTo>
                  <a:pt x="9147" y="1202"/>
                </a:lnTo>
                <a:lnTo>
                  <a:pt x="10993" y="1531"/>
                </a:lnTo>
                <a:lnTo>
                  <a:pt x="12512" y="1871"/>
                </a:lnTo>
                <a:lnTo>
                  <a:pt x="13821" y="2249"/>
                </a:lnTo>
                <a:lnTo>
                  <a:pt x="15030" y="2695"/>
                </a:lnTo>
                <a:lnTo>
                  <a:pt x="16248" y="3237"/>
                </a:lnTo>
                <a:lnTo>
                  <a:pt x="17590" y="3904"/>
                </a:lnTo>
                <a:lnTo>
                  <a:pt x="19167" y="4725"/>
                </a:lnTo>
                <a:lnTo>
                  <a:pt x="20105" y="6523"/>
                </a:lnTo>
                <a:lnTo>
                  <a:pt x="20780" y="8332"/>
                </a:lnTo>
                <a:lnTo>
                  <a:pt x="21231" y="10157"/>
                </a:lnTo>
                <a:lnTo>
                  <a:pt x="21494" y="11999"/>
                </a:lnTo>
                <a:lnTo>
                  <a:pt x="21600" y="13864"/>
                </a:lnTo>
                <a:lnTo>
                  <a:pt x="21588" y="15752"/>
                </a:lnTo>
                <a:lnTo>
                  <a:pt x="21494" y="17669"/>
                </a:lnTo>
                <a:lnTo>
                  <a:pt x="21352" y="19618"/>
                </a:lnTo>
                <a:lnTo>
                  <a:pt x="21196" y="21600"/>
                </a:lnTo>
                <a:lnTo>
                  <a:pt x="19444" y="21065"/>
                </a:lnTo>
                <a:lnTo>
                  <a:pt x="17687" y="20528"/>
                </a:lnTo>
                <a:lnTo>
                  <a:pt x="15924" y="19991"/>
                </a:lnTo>
                <a:lnTo>
                  <a:pt x="14145" y="19448"/>
                </a:lnTo>
                <a:lnTo>
                  <a:pt x="12350" y="18900"/>
                </a:lnTo>
                <a:lnTo>
                  <a:pt x="14299" y="18900"/>
                </a:lnTo>
                <a:lnTo>
                  <a:pt x="16260" y="18900"/>
                </a:lnTo>
                <a:lnTo>
                  <a:pt x="18247" y="18900"/>
                </a:lnTo>
                <a:lnTo>
                  <a:pt x="18247" y="17296"/>
                </a:lnTo>
                <a:lnTo>
                  <a:pt x="18247" y="15687"/>
                </a:lnTo>
                <a:lnTo>
                  <a:pt x="18247" y="14072"/>
                </a:lnTo>
                <a:lnTo>
                  <a:pt x="18247" y="12444"/>
                </a:lnTo>
                <a:lnTo>
                  <a:pt x="18247" y="10800"/>
                </a:lnTo>
                <a:lnTo>
                  <a:pt x="16970" y="11356"/>
                </a:lnTo>
                <a:lnTo>
                  <a:pt x="15682" y="11920"/>
                </a:lnTo>
                <a:lnTo>
                  <a:pt x="14378" y="12488"/>
                </a:lnTo>
                <a:lnTo>
                  <a:pt x="11910" y="12965"/>
                </a:lnTo>
                <a:lnTo>
                  <a:pt x="10159" y="13152"/>
                </a:lnTo>
                <a:lnTo>
                  <a:pt x="8643" y="12998"/>
                </a:lnTo>
                <a:lnTo>
                  <a:pt x="6891" y="12455"/>
                </a:lnTo>
                <a:lnTo>
                  <a:pt x="4423" y="11475"/>
                </a:lnTo>
                <a:lnTo>
                  <a:pt x="2530" y="9793"/>
                </a:lnTo>
                <a:lnTo>
                  <a:pt x="1354" y="8548"/>
                </a:lnTo>
                <a:lnTo>
                  <a:pt x="681" y="7368"/>
                </a:lnTo>
                <a:lnTo>
                  <a:pt x="301" y="5881"/>
                </a:lnTo>
                <a:lnTo>
                  <a:pt x="0" y="3712"/>
                </a:lnTo>
                <a:lnTo>
                  <a:pt x="274" y="1868"/>
                </a:lnTo>
                <a:lnTo>
                  <a:pt x="554" y="0"/>
                </a:lnTo>
                <a:close/>
              </a:path>
            </a:pathLst>
          </a:custGeom>
          <a:solidFill>
            <a:srgbClr val="EADAA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8" name="contour_09296"/>
          <p:cNvSpPr/>
          <p:nvPr/>
        </p:nvSpPr>
        <p:spPr>
          <a:xfrm>
            <a:off x="11212018" y="4708043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098" y="707"/>
                </a:lnTo>
                <a:lnTo>
                  <a:pt x="8224" y="1223"/>
                </a:lnTo>
                <a:lnTo>
                  <a:pt x="9291" y="1804"/>
                </a:lnTo>
                <a:lnTo>
                  <a:pt x="10800" y="2700"/>
                </a:lnTo>
                <a:lnTo>
                  <a:pt x="10403" y="3294"/>
                </a:lnTo>
                <a:lnTo>
                  <a:pt x="10006" y="3891"/>
                </a:lnTo>
                <a:lnTo>
                  <a:pt x="9458" y="4714"/>
                </a:lnTo>
                <a:lnTo>
                  <a:pt x="8605" y="5991"/>
                </a:lnTo>
                <a:lnTo>
                  <a:pt x="7303" y="7943"/>
                </a:lnTo>
                <a:lnTo>
                  <a:pt x="5400" y="10800"/>
                </a:lnTo>
                <a:lnTo>
                  <a:pt x="7182" y="10355"/>
                </a:lnTo>
                <a:lnTo>
                  <a:pt x="8967" y="9909"/>
                </a:lnTo>
                <a:lnTo>
                  <a:pt x="10759" y="9461"/>
                </a:lnTo>
                <a:lnTo>
                  <a:pt x="12560" y="9010"/>
                </a:lnTo>
                <a:lnTo>
                  <a:pt x="14372" y="8556"/>
                </a:lnTo>
                <a:lnTo>
                  <a:pt x="16200" y="8100"/>
                </a:lnTo>
                <a:lnTo>
                  <a:pt x="16200" y="9885"/>
                </a:lnTo>
                <a:lnTo>
                  <a:pt x="16200" y="11680"/>
                </a:lnTo>
                <a:lnTo>
                  <a:pt x="16200" y="13500"/>
                </a:lnTo>
                <a:lnTo>
                  <a:pt x="17985" y="13500"/>
                </a:lnTo>
                <a:lnTo>
                  <a:pt x="19780" y="13500"/>
                </a:lnTo>
                <a:lnTo>
                  <a:pt x="21600" y="13500"/>
                </a:lnTo>
                <a:lnTo>
                  <a:pt x="21065" y="15104"/>
                </a:lnTo>
                <a:lnTo>
                  <a:pt x="20528" y="16713"/>
                </a:lnTo>
                <a:lnTo>
                  <a:pt x="19991" y="18328"/>
                </a:lnTo>
                <a:lnTo>
                  <a:pt x="19448" y="19956"/>
                </a:lnTo>
                <a:lnTo>
                  <a:pt x="18900" y="21600"/>
                </a:lnTo>
                <a:lnTo>
                  <a:pt x="17296" y="20968"/>
                </a:lnTo>
                <a:lnTo>
                  <a:pt x="15692" y="20336"/>
                </a:lnTo>
                <a:lnTo>
                  <a:pt x="14089" y="19702"/>
                </a:lnTo>
                <a:lnTo>
                  <a:pt x="12488" y="19067"/>
                </a:lnTo>
                <a:lnTo>
                  <a:pt x="11297" y="18598"/>
                </a:lnTo>
                <a:lnTo>
                  <a:pt x="10095" y="18125"/>
                </a:lnTo>
                <a:lnTo>
                  <a:pt x="8880" y="17644"/>
                </a:lnTo>
                <a:lnTo>
                  <a:pt x="8014" y="17285"/>
                </a:lnTo>
                <a:lnTo>
                  <a:pt x="5400" y="16200"/>
                </a:lnTo>
                <a:lnTo>
                  <a:pt x="3812" y="15609"/>
                </a:lnTo>
                <a:lnTo>
                  <a:pt x="2203" y="15009"/>
                </a:lnTo>
                <a:lnTo>
                  <a:pt x="1655" y="14631"/>
                </a:lnTo>
                <a:lnTo>
                  <a:pt x="0" y="13500"/>
                </a:lnTo>
                <a:lnTo>
                  <a:pt x="11" y="11613"/>
                </a:lnTo>
                <a:lnTo>
                  <a:pt x="227" y="10211"/>
                </a:lnTo>
                <a:lnTo>
                  <a:pt x="842" y="8100"/>
                </a:lnTo>
                <a:lnTo>
                  <a:pt x="1247" y="6677"/>
                </a:lnTo>
                <a:lnTo>
                  <a:pt x="1655" y="5233"/>
                </a:lnTo>
                <a:lnTo>
                  <a:pt x="2300" y="3726"/>
                </a:lnTo>
                <a:lnTo>
                  <a:pt x="2908" y="2678"/>
                </a:lnTo>
                <a:lnTo>
                  <a:pt x="3823" y="1601"/>
                </a:lnTo>
                <a:lnTo>
                  <a:pt x="5400" y="0"/>
                </a:lnTo>
                <a:close/>
              </a:path>
            </a:pathLst>
          </a:custGeom>
          <a:solidFill>
            <a:srgbClr val="F3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299" name="contour_09297"/>
          <p:cNvSpPr/>
          <p:nvPr/>
        </p:nvSpPr>
        <p:spPr>
          <a:xfrm>
            <a:off x="491382" y="4678891"/>
            <a:ext cx="65592" cy="51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6" y="0"/>
                </a:lnTo>
                <a:lnTo>
                  <a:pt x="10382" y="0"/>
                </a:lnTo>
                <a:lnTo>
                  <a:pt x="12000" y="0"/>
                </a:lnTo>
                <a:lnTo>
                  <a:pt x="12000" y="1823"/>
                </a:lnTo>
                <a:lnTo>
                  <a:pt x="12000" y="3651"/>
                </a:lnTo>
                <a:lnTo>
                  <a:pt x="12000" y="5486"/>
                </a:lnTo>
                <a:lnTo>
                  <a:pt x="12000" y="7336"/>
                </a:lnTo>
                <a:lnTo>
                  <a:pt x="12000" y="9205"/>
                </a:lnTo>
                <a:lnTo>
                  <a:pt x="13584" y="8698"/>
                </a:lnTo>
                <a:lnTo>
                  <a:pt x="15170" y="8192"/>
                </a:lnTo>
                <a:lnTo>
                  <a:pt x="16764" y="7683"/>
                </a:lnTo>
                <a:lnTo>
                  <a:pt x="18365" y="7170"/>
                </a:lnTo>
                <a:lnTo>
                  <a:pt x="19975" y="6655"/>
                </a:lnTo>
                <a:lnTo>
                  <a:pt x="21600" y="6136"/>
                </a:lnTo>
                <a:lnTo>
                  <a:pt x="21600" y="8164"/>
                </a:lnTo>
                <a:lnTo>
                  <a:pt x="21600" y="10205"/>
                </a:lnTo>
                <a:lnTo>
                  <a:pt x="21600" y="12273"/>
                </a:lnTo>
                <a:lnTo>
                  <a:pt x="20155" y="13568"/>
                </a:lnTo>
                <a:lnTo>
                  <a:pt x="19082" y="14473"/>
                </a:lnTo>
                <a:lnTo>
                  <a:pt x="18058" y="15230"/>
                </a:lnTo>
                <a:lnTo>
                  <a:pt x="16754" y="16080"/>
                </a:lnTo>
                <a:lnTo>
                  <a:pt x="14851" y="17259"/>
                </a:lnTo>
                <a:lnTo>
                  <a:pt x="13596" y="18059"/>
                </a:lnTo>
                <a:lnTo>
                  <a:pt x="12331" y="18863"/>
                </a:lnTo>
                <a:lnTo>
                  <a:pt x="11052" y="19679"/>
                </a:lnTo>
                <a:lnTo>
                  <a:pt x="9408" y="20382"/>
                </a:lnTo>
                <a:lnTo>
                  <a:pt x="7855" y="20910"/>
                </a:lnTo>
                <a:lnTo>
                  <a:pt x="6353" y="21278"/>
                </a:lnTo>
                <a:lnTo>
                  <a:pt x="4860" y="21502"/>
                </a:lnTo>
                <a:lnTo>
                  <a:pt x="3331" y="21600"/>
                </a:lnTo>
                <a:lnTo>
                  <a:pt x="1726" y="21585"/>
                </a:lnTo>
                <a:lnTo>
                  <a:pt x="0" y="21477"/>
                </a:lnTo>
                <a:lnTo>
                  <a:pt x="446" y="19673"/>
                </a:lnTo>
                <a:lnTo>
                  <a:pt x="895" y="17869"/>
                </a:lnTo>
                <a:lnTo>
                  <a:pt x="1344" y="16068"/>
                </a:lnTo>
                <a:lnTo>
                  <a:pt x="1798" y="14264"/>
                </a:lnTo>
                <a:lnTo>
                  <a:pt x="2251" y="12463"/>
                </a:lnTo>
                <a:lnTo>
                  <a:pt x="2669" y="10788"/>
                </a:lnTo>
                <a:lnTo>
                  <a:pt x="3089" y="9103"/>
                </a:lnTo>
                <a:lnTo>
                  <a:pt x="3516" y="7394"/>
                </a:lnTo>
                <a:lnTo>
                  <a:pt x="4162" y="5259"/>
                </a:lnTo>
                <a:lnTo>
                  <a:pt x="4675" y="3808"/>
                </a:lnTo>
                <a:lnTo>
                  <a:pt x="5237" y="2682"/>
                </a:lnTo>
                <a:lnTo>
                  <a:pt x="6019" y="1531"/>
                </a:lnTo>
                <a:lnTo>
                  <a:pt x="7200" y="0"/>
                </a:lnTo>
                <a:close/>
              </a:path>
            </a:pathLst>
          </a:custGeom>
          <a:solidFill>
            <a:srgbClr val="575754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0" name="contour_09298"/>
          <p:cNvSpPr/>
          <p:nvPr/>
        </p:nvSpPr>
        <p:spPr>
          <a:xfrm>
            <a:off x="10577962" y="4700755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19812" y="6005"/>
                </a:lnTo>
                <a:lnTo>
                  <a:pt x="18466" y="10363"/>
                </a:lnTo>
                <a:lnTo>
                  <a:pt x="17410" y="13397"/>
                </a:lnTo>
                <a:lnTo>
                  <a:pt x="16502" y="15439"/>
                </a:lnTo>
                <a:lnTo>
                  <a:pt x="15593" y="16832"/>
                </a:lnTo>
                <a:lnTo>
                  <a:pt x="14534" y="17896"/>
                </a:lnTo>
                <a:lnTo>
                  <a:pt x="13181" y="18965"/>
                </a:lnTo>
                <a:lnTo>
                  <a:pt x="11899" y="19278"/>
                </a:lnTo>
                <a:lnTo>
                  <a:pt x="10608" y="19597"/>
                </a:lnTo>
                <a:lnTo>
                  <a:pt x="9300" y="19915"/>
                </a:lnTo>
                <a:lnTo>
                  <a:pt x="8724" y="20072"/>
                </a:lnTo>
                <a:lnTo>
                  <a:pt x="7709" y="20347"/>
                </a:lnTo>
                <a:lnTo>
                  <a:pt x="5381" y="20990"/>
                </a:lnTo>
                <a:lnTo>
                  <a:pt x="3902" y="21292"/>
                </a:lnTo>
                <a:lnTo>
                  <a:pt x="2400" y="21600"/>
                </a:lnTo>
                <a:lnTo>
                  <a:pt x="2004" y="18036"/>
                </a:lnTo>
                <a:lnTo>
                  <a:pt x="1608" y="14467"/>
                </a:lnTo>
                <a:lnTo>
                  <a:pt x="1210" y="10881"/>
                </a:lnTo>
                <a:lnTo>
                  <a:pt x="809" y="7279"/>
                </a:lnTo>
                <a:lnTo>
                  <a:pt x="406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E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1" name="contour_09299"/>
          <p:cNvSpPr/>
          <p:nvPr/>
        </p:nvSpPr>
        <p:spPr>
          <a:xfrm>
            <a:off x="4164530" y="4655088"/>
            <a:ext cx="80168" cy="246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1700"/>
                </a:moveTo>
                <a:lnTo>
                  <a:pt x="19041" y="5541"/>
                </a:lnTo>
                <a:lnTo>
                  <a:pt x="19907" y="8148"/>
                </a:lnTo>
                <a:lnTo>
                  <a:pt x="20638" y="10730"/>
                </a:lnTo>
                <a:lnTo>
                  <a:pt x="21600" y="14481"/>
                </a:lnTo>
                <a:lnTo>
                  <a:pt x="20434" y="18187"/>
                </a:lnTo>
                <a:lnTo>
                  <a:pt x="19629" y="20162"/>
                </a:lnTo>
                <a:lnTo>
                  <a:pt x="18814" y="21076"/>
                </a:lnTo>
                <a:lnTo>
                  <a:pt x="17612" y="21600"/>
                </a:lnTo>
                <a:lnTo>
                  <a:pt x="16999" y="21574"/>
                </a:lnTo>
                <a:lnTo>
                  <a:pt x="15149" y="21498"/>
                </a:lnTo>
                <a:lnTo>
                  <a:pt x="13826" y="21466"/>
                </a:lnTo>
                <a:lnTo>
                  <a:pt x="12483" y="21434"/>
                </a:lnTo>
                <a:lnTo>
                  <a:pt x="11100" y="21351"/>
                </a:lnTo>
                <a:lnTo>
                  <a:pt x="9696" y="21268"/>
                </a:lnTo>
                <a:lnTo>
                  <a:pt x="8768" y="21242"/>
                </a:lnTo>
                <a:lnTo>
                  <a:pt x="7833" y="21210"/>
                </a:lnTo>
                <a:lnTo>
                  <a:pt x="6885" y="21185"/>
                </a:lnTo>
                <a:lnTo>
                  <a:pt x="5508" y="21133"/>
                </a:lnTo>
                <a:lnTo>
                  <a:pt x="4131" y="21082"/>
                </a:lnTo>
                <a:lnTo>
                  <a:pt x="2753" y="21018"/>
                </a:lnTo>
                <a:lnTo>
                  <a:pt x="1377" y="20948"/>
                </a:lnTo>
                <a:lnTo>
                  <a:pt x="0" y="20871"/>
                </a:lnTo>
                <a:lnTo>
                  <a:pt x="0" y="16647"/>
                </a:lnTo>
                <a:lnTo>
                  <a:pt x="0" y="12398"/>
                </a:lnTo>
                <a:lnTo>
                  <a:pt x="0" y="8090"/>
                </a:lnTo>
                <a:lnTo>
                  <a:pt x="1200" y="6135"/>
                </a:lnTo>
                <a:lnTo>
                  <a:pt x="2458" y="4486"/>
                </a:lnTo>
                <a:lnTo>
                  <a:pt x="3768" y="3119"/>
                </a:lnTo>
                <a:lnTo>
                  <a:pt x="5119" y="2013"/>
                </a:lnTo>
                <a:lnTo>
                  <a:pt x="6504" y="1169"/>
                </a:lnTo>
                <a:lnTo>
                  <a:pt x="7913" y="562"/>
                </a:lnTo>
                <a:lnTo>
                  <a:pt x="9335" y="179"/>
                </a:lnTo>
                <a:lnTo>
                  <a:pt x="10765" y="0"/>
                </a:lnTo>
                <a:lnTo>
                  <a:pt x="12188" y="13"/>
                </a:lnTo>
                <a:lnTo>
                  <a:pt x="13602" y="211"/>
                </a:lnTo>
                <a:lnTo>
                  <a:pt x="14992" y="562"/>
                </a:lnTo>
                <a:lnTo>
                  <a:pt x="16353" y="1067"/>
                </a:lnTo>
                <a:lnTo>
                  <a:pt x="17673" y="1700"/>
                </a:lnTo>
                <a:close/>
              </a:path>
            </a:pathLst>
          </a:custGeom>
          <a:solidFill>
            <a:srgbClr val="4F3D6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2" name="contour_09300"/>
          <p:cNvSpPr/>
          <p:nvPr/>
        </p:nvSpPr>
        <p:spPr>
          <a:xfrm>
            <a:off x="3674893" y="4605960"/>
            <a:ext cx="30493" cy="656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"/>
                </a:moveTo>
                <a:lnTo>
                  <a:pt x="21208" y="1660"/>
                </a:lnTo>
                <a:lnTo>
                  <a:pt x="20815" y="3305"/>
                </a:lnTo>
                <a:lnTo>
                  <a:pt x="20418" y="4950"/>
                </a:lnTo>
                <a:lnTo>
                  <a:pt x="20025" y="6597"/>
                </a:lnTo>
                <a:lnTo>
                  <a:pt x="19633" y="8247"/>
                </a:lnTo>
                <a:lnTo>
                  <a:pt x="19236" y="9900"/>
                </a:lnTo>
                <a:lnTo>
                  <a:pt x="18838" y="11557"/>
                </a:lnTo>
                <a:lnTo>
                  <a:pt x="18441" y="13216"/>
                </a:lnTo>
                <a:lnTo>
                  <a:pt x="18043" y="14880"/>
                </a:lnTo>
                <a:lnTo>
                  <a:pt x="17646" y="16552"/>
                </a:lnTo>
                <a:lnTo>
                  <a:pt x="17243" y="18228"/>
                </a:lnTo>
                <a:lnTo>
                  <a:pt x="16840" y="19909"/>
                </a:lnTo>
                <a:lnTo>
                  <a:pt x="16437" y="21600"/>
                </a:lnTo>
                <a:lnTo>
                  <a:pt x="13371" y="21600"/>
                </a:lnTo>
                <a:lnTo>
                  <a:pt x="10294" y="21600"/>
                </a:lnTo>
                <a:lnTo>
                  <a:pt x="7207" y="21600"/>
                </a:lnTo>
                <a:lnTo>
                  <a:pt x="4094" y="21600"/>
                </a:lnTo>
                <a:lnTo>
                  <a:pt x="950" y="21600"/>
                </a:lnTo>
                <a:lnTo>
                  <a:pt x="816" y="20027"/>
                </a:lnTo>
                <a:lnTo>
                  <a:pt x="692" y="18451"/>
                </a:lnTo>
                <a:lnTo>
                  <a:pt x="583" y="16878"/>
                </a:lnTo>
                <a:lnTo>
                  <a:pt x="480" y="15305"/>
                </a:lnTo>
                <a:lnTo>
                  <a:pt x="387" y="13732"/>
                </a:lnTo>
                <a:lnTo>
                  <a:pt x="305" y="12156"/>
                </a:lnTo>
                <a:lnTo>
                  <a:pt x="170" y="10811"/>
                </a:lnTo>
                <a:lnTo>
                  <a:pt x="41" y="9446"/>
                </a:lnTo>
                <a:lnTo>
                  <a:pt x="0" y="8142"/>
                </a:lnTo>
                <a:lnTo>
                  <a:pt x="31" y="7125"/>
                </a:lnTo>
                <a:lnTo>
                  <a:pt x="165" y="6055"/>
                </a:lnTo>
                <a:lnTo>
                  <a:pt x="459" y="4597"/>
                </a:lnTo>
                <a:lnTo>
                  <a:pt x="950" y="2415"/>
                </a:lnTo>
                <a:lnTo>
                  <a:pt x="4275" y="1264"/>
                </a:lnTo>
                <a:lnTo>
                  <a:pt x="7326" y="547"/>
                </a:lnTo>
                <a:lnTo>
                  <a:pt x="10346" y="163"/>
                </a:lnTo>
                <a:lnTo>
                  <a:pt x="13577" y="14"/>
                </a:lnTo>
                <a:lnTo>
                  <a:pt x="17248" y="0"/>
                </a:lnTo>
                <a:lnTo>
                  <a:pt x="21600" y="17"/>
                </a:lnTo>
                <a:close/>
              </a:path>
            </a:pathLst>
          </a:custGeom>
          <a:solidFill>
            <a:srgbClr val="F4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3" name="contour_09301"/>
          <p:cNvSpPr/>
          <p:nvPr/>
        </p:nvSpPr>
        <p:spPr>
          <a:xfrm>
            <a:off x="4995361" y="4649578"/>
            <a:ext cx="72880" cy="317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109"/>
                </a:moveTo>
                <a:lnTo>
                  <a:pt x="17280" y="3391"/>
                </a:lnTo>
                <a:lnTo>
                  <a:pt x="17280" y="6694"/>
                </a:lnTo>
                <a:lnTo>
                  <a:pt x="17280" y="10040"/>
                </a:lnTo>
                <a:lnTo>
                  <a:pt x="18563" y="11863"/>
                </a:lnTo>
                <a:lnTo>
                  <a:pt x="19440" y="12990"/>
                </a:lnTo>
                <a:lnTo>
                  <a:pt x="20317" y="13879"/>
                </a:lnTo>
                <a:lnTo>
                  <a:pt x="21600" y="15006"/>
                </a:lnTo>
                <a:lnTo>
                  <a:pt x="20144" y="16878"/>
                </a:lnTo>
                <a:lnTo>
                  <a:pt x="18708" y="18313"/>
                </a:lnTo>
                <a:lnTo>
                  <a:pt x="17278" y="19370"/>
                </a:lnTo>
                <a:lnTo>
                  <a:pt x="15833" y="20120"/>
                </a:lnTo>
                <a:lnTo>
                  <a:pt x="14360" y="20617"/>
                </a:lnTo>
                <a:lnTo>
                  <a:pt x="12839" y="20925"/>
                </a:lnTo>
                <a:lnTo>
                  <a:pt x="11254" y="21103"/>
                </a:lnTo>
                <a:lnTo>
                  <a:pt x="9586" y="21213"/>
                </a:lnTo>
                <a:lnTo>
                  <a:pt x="8988" y="21272"/>
                </a:lnTo>
                <a:lnTo>
                  <a:pt x="7936" y="21372"/>
                </a:lnTo>
                <a:lnTo>
                  <a:pt x="5527" y="21600"/>
                </a:lnTo>
                <a:lnTo>
                  <a:pt x="5031" y="21362"/>
                </a:lnTo>
                <a:lnTo>
                  <a:pt x="4158" y="20940"/>
                </a:lnTo>
                <a:lnTo>
                  <a:pt x="2160" y="19971"/>
                </a:lnTo>
                <a:lnTo>
                  <a:pt x="1402" y="16237"/>
                </a:lnTo>
                <a:lnTo>
                  <a:pt x="909" y="13596"/>
                </a:lnTo>
                <a:lnTo>
                  <a:pt x="581" y="11331"/>
                </a:lnTo>
                <a:lnTo>
                  <a:pt x="313" y="8729"/>
                </a:lnTo>
                <a:lnTo>
                  <a:pt x="0" y="5075"/>
                </a:lnTo>
                <a:lnTo>
                  <a:pt x="1447" y="4345"/>
                </a:lnTo>
                <a:lnTo>
                  <a:pt x="2881" y="3630"/>
                </a:lnTo>
                <a:lnTo>
                  <a:pt x="4309" y="2950"/>
                </a:lnTo>
                <a:lnTo>
                  <a:pt x="5730" y="2314"/>
                </a:lnTo>
                <a:lnTo>
                  <a:pt x="7152" y="1728"/>
                </a:lnTo>
                <a:lnTo>
                  <a:pt x="8571" y="1212"/>
                </a:lnTo>
                <a:lnTo>
                  <a:pt x="9996" y="770"/>
                </a:lnTo>
                <a:lnTo>
                  <a:pt x="11429" y="417"/>
                </a:lnTo>
                <a:lnTo>
                  <a:pt x="12869" y="164"/>
                </a:lnTo>
                <a:lnTo>
                  <a:pt x="14323" y="20"/>
                </a:lnTo>
                <a:lnTo>
                  <a:pt x="15792" y="0"/>
                </a:lnTo>
                <a:lnTo>
                  <a:pt x="17280" y="109"/>
                </a:lnTo>
                <a:close/>
              </a:path>
            </a:pathLst>
          </a:custGeom>
          <a:solidFill>
            <a:srgbClr val="F1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4" name="contour_09302"/>
          <p:cNvSpPr/>
          <p:nvPr/>
        </p:nvSpPr>
        <p:spPr>
          <a:xfrm>
            <a:off x="6810071" y="4620587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2553" y="336"/>
                </a:lnTo>
                <a:lnTo>
                  <a:pt x="4334" y="1352"/>
                </a:lnTo>
                <a:lnTo>
                  <a:pt x="4797" y="1605"/>
                </a:lnTo>
                <a:lnTo>
                  <a:pt x="5614" y="2055"/>
                </a:lnTo>
                <a:lnTo>
                  <a:pt x="7485" y="3086"/>
                </a:lnTo>
                <a:lnTo>
                  <a:pt x="8512" y="3660"/>
                </a:lnTo>
                <a:lnTo>
                  <a:pt x="9547" y="4237"/>
                </a:lnTo>
                <a:lnTo>
                  <a:pt x="10594" y="4820"/>
                </a:lnTo>
                <a:lnTo>
                  <a:pt x="12157" y="5477"/>
                </a:lnTo>
                <a:lnTo>
                  <a:pt x="13272" y="5872"/>
                </a:lnTo>
                <a:lnTo>
                  <a:pt x="14246" y="6063"/>
                </a:lnTo>
                <a:lnTo>
                  <a:pt x="15385" y="6113"/>
                </a:lnTo>
                <a:lnTo>
                  <a:pt x="16997" y="6076"/>
                </a:lnTo>
                <a:lnTo>
                  <a:pt x="18307" y="6122"/>
                </a:lnTo>
                <a:lnTo>
                  <a:pt x="19636" y="6171"/>
                </a:lnTo>
                <a:lnTo>
                  <a:pt x="20300" y="8467"/>
                </a:lnTo>
                <a:lnTo>
                  <a:pt x="20734" y="10096"/>
                </a:lnTo>
                <a:lnTo>
                  <a:pt x="21033" y="11504"/>
                </a:lnTo>
                <a:lnTo>
                  <a:pt x="21290" y="13133"/>
                </a:lnTo>
                <a:lnTo>
                  <a:pt x="21600" y="15429"/>
                </a:lnTo>
                <a:lnTo>
                  <a:pt x="20302" y="15429"/>
                </a:lnTo>
                <a:lnTo>
                  <a:pt x="18996" y="15429"/>
                </a:lnTo>
                <a:lnTo>
                  <a:pt x="17673" y="15429"/>
                </a:lnTo>
                <a:lnTo>
                  <a:pt x="16952" y="17261"/>
                </a:lnTo>
                <a:lnTo>
                  <a:pt x="16506" y="18514"/>
                </a:lnTo>
                <a:lnTo>
                  <a:pt x="16155" y="19767"/>
                </a:lnTo>
                <a:lnTo>
                  <a:pt x="15709" y="21600"/>
                </a:lnTo>
                <a:lnTo>
                  <a:pt x="15438" y="20128"/>
                </a:lnTo>
                <a:lnTo>
                  <a:pt x="15165" y="18635"/>
                </a:lnTo>
                <a:lnTo>
                  <a:pt x="14295" y="16762"/>
                </a:lnTo>
                <a:lnTo>
                  <a:pt x="13524" y="15669"/>
                </a:lnTo>
                <a:lnTo>
                  <a:pt x="12418" y="14941"/>
                </a:lnTo>
                <a:lnTo>
                  <a:pt x="10547" y="14151"/>
                </a:lnTo>
                <a:lnTo>
                  <a:pt x="9292" y="13935"/>
                </a:lnTo>
                <a:lnTo>
                  <a:pt x="8029" y="13719"/>
                </a:lnTo>
                <a:lnTo>
                  <a:pt x="6751" y="13500"/>
                </a:lnTo>
                <a:lnTo>
                  <a:pt x="5490" y="13269"/>
                </a:lnTo>
                <a:lnTo>
                  <a:pt x="4222" y="13034"/>
                </a:lnTo>
                <a:lnTo>
                  <a:pt x="2938" y="12800"/>
                </a:lnTo>
                <a:lnTo>
                  <a:pt x="1968" y="12648"/>
                </a:lnTo>
                <a:lnTo>
                  <a:pt x="990" y="12497"/>
                </a:lnTo>
                <a:lnTo>
                  <a:pt x="0" y="12343"/>
                </a:lnTo>
                <a:lnTo>
                  <a:pt x="324" y="10306"/>
                </a:lnTo>
                <a:lnTo>
                  <a:pt x="648" y="8267"/>
                </a:lnTo>
                <a:lnTo>
                  <a:pt x="974" y="6218"/>
                </a:lnTo>
                <a:lnTo>
                  <a:pt x="1302" y="4160"/>
                </a:lnTo>
                <a:lnTo>
                  <a:pt x="1632" y="2089"/>
                </a:lnTo>
                <a:lnTo>
                  <a:pt x="1964" y="0"/>
                </a:lnTo>
                <a:close/>
              </a:path>
            </a:pathLst>
          </a:custGeom>
          <a:solidFill>
            <a:srgbClr val="3D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5" name="contour_09303"/>
          <p:cNvSpPr/>
          <p:nvPr/>
        </p:nvSpPr>
        <p:spPr>
          <a:xfrm>
            <a:off x="11707601" y="4547707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464" y="1306"/>
                </a:lnTo>
                <a:lnTo>
                  <a:pt x="11466" y="2585"/>
                </a:lnTo>
                <a:lnTo>
                  <a:pt x="13223" y="3854"/>
                </a:lnTo>
                <a:lnTo>
                  <a:pt x="14756" y="5129"/>
                </a:lnTo>
                <a:lnTo>
                  <a:pt x="16085" y="6420"/>
                </a:lnTo>
                <a:lnTo>
                  <a:pt x="17226" y="7747"/>
                </a:lnTo>
                <a:lnTo>
                  <a:pt x="18198" y="9120"/>
                </a:lnTo>
                <a:lnTo>
                  <a:pt x="19026" y="10558"/>
                </a:lnTo>
                <a:lnTo>
                  <a:pt x="19721" y="12072"/>
                </a:lnTo>
                <a:lnTo>
                  <a:pt x="20308" y="13678"/>
                </a:lnTo>
                <a:lnTo>
                  <a:pt x="20804" y="15391"/>
                </a:lnTo>
                <a:lnTo>
                  <a:pt x="21229" y="17227"/>
                </a:lnTo>
                <a:lnTo>
                  <a:pt x="21600" y="19200"/>
                </a:lnTo>
                <a:lnTo>
                  <a:pt x="19462" y="19675"/>
                </a:lnTo>
                <a:lnTo>
                  <a:pt x="17316" y="20153"/>
                </a:lnTo>
                <a:lnTo>
                  <a:pt x="15163" y="20630"/>
                </a:lnTo>
                <a:lnTo>
                  <a:pt x="12992" y="21113"/>
                </a:lnTo>
                <a:lnTo>
                  <a:pt x="10800" y="21600"/>
                </a:lnTo>
                <a:lnTo>
                  <a:pt x="9828" y="20088"/>
                </a:lnTo>
                <a:lnTo>
                  <a:pt x="8856" y="18576"/>
                </a:lnTo>
                <a:lnTo>
                  <a:pt x="7880" y="17062"/>
                </a:lnTo>
                <a:lnTo>
                  <a:pt x="6908" y="15545"/>
                </a:lnTo>
                <a:lnTo>
                  <a:pt x="5929" y="14023"/>
                </a:lnTo>
                <a:lnTo>
                  <a:pt x="4950" y="12502"/>
                </a:lnTo>
                <a:lnTo>
                  <a:pt x="3967" y="10973"/>
                </a:lnTo>
                <a:lnTo>
                  <a:pt x="2981" y="9439"/>
                </a:lnTo>
                <a:lnTo>
                  <a:pt x="1994" y="7901"/>
                </a:lnTo>
                <a:lnTo>
                  <a:pt x="997" y="6353"/>
                </a:lnTo>
                <a:lnTo>
                  <a:pt x="0" y="4800"/>
                </a:lnTo>
                <a:lnTo>
                  <a:pt x="2380" y="4800"/>
                </a:lnTo>
                <a:lnTo>
                  <a:pt x="4774" y="4800"/>
                </a:lnTo>
                <a:lnTo>
                  <a:pt x="7200" y="4800"/>
                </a:lnTo>
                <a:lnTo>
                  <a:pt x="7200" y="3214"/>
                </a:lnTo>
                <a:lnTo>
                  <a:pt x="7200" y="1618"/>
                </a:lnTo>
                <a:lnTo>
                  <a:pt x="7200" y="0"/>
                </a:lnTo>
                <a:close/>
              </a:path>
            </a:pathLst>
          </a:custGeom>
          <a:solidFill>
            <a:srgbClr val="C4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6" name="contour_09304"/>
          <p:cNvSpPr/>
          <p:nvPr/>
        </p:nvSpPr>
        <p:spPr>
          <a:xfrm>
            <a:off x="8558475" y="4554995"/>
            <a:ext cx="5901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29" y="0"/>
                </a:moveTo>
                <a:lnTo>
                  <a:pt x="4993" y="427"/>
                </a:lnTo>
                <a:lnTo>
                  <a:pt x="6442" y="780"/>
                </a:lnTo>
                <a:lnTo>
                  <a:pt x="7658" y="1191"/>
                </a:lnTo>
                <a:lnTo>
                  <a:pt x="9026" y="1787"/>
                </a:lnTo>
                <a:lnTo>
                  <a:pt x="10931" y="2700"/>
                </a:lnTo>
                <a:lnTo>
                  <a:pt x="10931" y="4485"/>
                </a:lnTo>
                <a:lnTo>
                  <a:pt x="10931" y="6280"/>
                </a:lnTo>
                <a:lnTo>
                  <a:pt x="10931" y="8100"/>
                </a:lnTo>
                <a:lnTo>
                  <a:pt x="12326" y="9110"/>
                </a:lnTo>
                <a:lnTo>
                  <a:pt x="13347" y="9761"/>
                </a:lnTo>
                <a:lnTo>
                  <a:pt x="14494" y="10344"/>
                </a:lnTo>
                <a:lnTo>
                  <a:pt x="16265" y="11138"/>
                </a:lnTo>
                <a:lnTo>
                  <a:pt x="17754" y="11818"/>
                </a:lnTo>
                <a:lnTo>
                  <a:pt x="19266" y="12509"/>
                </a:lnTo>
                <a:lnTo>
                  <a:pt x="20426" y="13001"/>
                </a:lnTo>
                <a:lnTo>
                  <a:pt x="21600" y="13500"/>
                </a:lnTo>
                <a:lnTo>
                  <a:pt x="19949" y="13835"/>
                </a:lnTo>
                <a:lnTo>
                  <a:pt x="18285" y="14170"/>
                </a:lnTo>
                <a:lnTo>
                  <a:pt x="16599" y="14512"/>
                </a:lnTo>
                <a:lnTo>
                  <a:pt x="14582" y="15080"/>
                </a:lnTo>
                <a:lnTo>
                  <a:pt x="12798" y="15733"/>
                </a:lnTo>
                <a:lnTo>
                  <a:pt x="11197" y="16513"/>
                </a:lnTo>
                <a:lnTo>
                  <a:pt x="9728" y="17453"/>
                </a:lnTo>
                <a:lnTo>
                  <a:pt x="8341" y="18589"/>
                </a:lnTo>
                <a:lnTo>
                  <a:pt x="6980" y="19961"/>
                </a:lnTo>
                <a:lnTo>
                  <a:pt x="5596" y="21600"/>
                </a:lnTo>
                <a:lnTo>
                  <a:pt x="5596" y="19815"/>
                </a:lnTo>
                <a:lnTo>
                  <a:pt x="5596" y="18020"/>
                </a:lnTo>
                <a:lnTo>
                  <a:pt x="5596" y="16200"/>
                </a:lnTo>
                <a:lnTo>
                  <a:pt x="3833" y="16200"/>
                </a:lnTo>
                <a:lnTo>
                  <a:pt x="2059" y="16200"/>
                </a:lnTo>
                <a:lnTo>
                  <a:pt x="261" y="16200"/>
                </a:lnTo>
                <a:lnTo>
                  <a:pt x="211" y="14556"/>
                </a:lnTo>
                <a:lnTo>
                  <a:pt x="168" y="12909"/>
                </a:lnTo>
                <a:lnTo>
                  <a:pt x="131" y="11264"/>
                </a:lnTo>
                <a:lnTo>
                  <a:pt x="96" y="9617"/>
                </a:lnTo>
                <a:lnTo>
                  <a:pt x="48" y="7781"/>
                </a:lnTo>
                <a:lnTo>
                  <a:pt x="0" y="5916"/>
                </a:lnTo>
                <a:lnTo>
                  <a:pt x="192" y="4015"/>
                </a:lnTo>
                <a:lnTo>
                  <a:pt x="563" y="2765"/>
                </a:lnTo>
                <a:lnTo>
                  <a:pt x="1382" y="1612"/>
                </a:lnTo>
                <a:lnTo>
                  <a:pt x="2929" y="0"/>
                </a:lnTo>
                <a:close/>
              </a:path>
            </a:pathLst>
          </a:custGeom>
          <a:solidFill>
            <a:srgbClr val="A49DA0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7" name="contour_09305"/>
          <p:cNvSpPr/>
          <p:nvPr/>
        </p:nvSpPr>
        <p:spPr>
          <a:xfrm>
            <a:off x="6693463" y="4554995"/>
            <a:ext cx="5830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20239" y="0"/>
                </a:lnTo>
                <a:lnTo>
                  <a:pt x="21600" y="0"/>
                </a:lnTo>
                <a:lnTo>
                  <a:pt x="21600" y="1388"/>
                </a:lnTo>
                <a:lnTo>
                  <a:pt x="21600" y="2779"/>
                </a:lnTo>
                <a:lnTo>
                  <a:pt x="21600" y="4173"/>
                </a:lnTo>
                <a:lnTo>
                  <a:pt x="21600" y="5573"/>
                </a:lnTo>
                <a:lnTo>
                  <a:pt x="21600" y="6979"/>
                </a:lnTo>
                <a:lnTo>
                  <a:pt x="21600" y="8393"/>
                </a:lnTo>
                <a:lnTo>
                  <a:pt x="21600" y="9818"/>
                </a:lnTo>
                <a:lnTo>
                  <a:pt x="19996" y="9818"/>
                </a:lnTo>
                <a:lnTo>
                  <a:pt x="18387" y="9818"/>
                </a:lnTo>
                <a:lnTo>
                  <a:pt x="16772" y="9818"/>
                </a:lnTo>
                <a:lnTo>
                  <a:pt x="15144" y="9818"/>
                </a:lnTo>
                <a:lnTo>
                  <a:pt x="13500" y="9818"/>
                </a:lnTo>
                <a:lnTo>
                  <a:pt x="13203" y="11114"/>
                </a:lnTo>
                <a:lnTo>
                  <a:pt x="12906" y="12412"/>
                </a:lnTo>
                <a:lnTo>
                  <a:pt x="12609" y="13710"/>
                </a:lnTo>
                <a:lnTo>
                  <a:pt x="12309" y="15012"/>
                </a:lnTo>
                <a:lnTo>
                  <a:pt x="12010" y="16318"/>
                </a:lnTo>
                <a:lnTo>
                  <a:pt x="11710" y="17630"/>
                </a:lnTo>
                <a:lnTo>
                  <a:pt x="11408" y="18945"/>
                </a:lnTo>
                <a:lnTo>
                  <a:pt x="11105" y="20269"/>
                </a:lnTo>
                <a:lnTo>
                  <a:pt x="10800" y="21600"/>
                </a:lnTo>
                <a:lnTo>
                  <a:pt x="7849" y="20333"/>
                </a:lnTo>
                <a:lnTo>
                  <a:pt x="5681" y="19381"/>
                </a:lnTo>
                <a:lnTo>
                  <a:pt x="4109" y="18637"/>
                </a:lnTo>
                <a:lnTo>
                  <a:pt x="2946" y="18003"/>
                </a:lnTo>
                <a:lnTo>
                  <a:pt x="1998" y="17370"/>
                </a:lnTo>
                <a:lnTo>
                  <a:pt x="1080" y="16642"/>
                </a:lnTo>
                <a:lnTo>
                  <a:pt x="0" y="15709"/>
                </a:lnTo>
                <a:lnTo>
                  <a:pt x="121" y="14240"/>
                </a:lnTo>
                <a:lnTo>
                  <a:pt x="472" y="12980"/>
                </a:lnTo>
                <a:lnTo>
                  <a:pt x="1053" y="11823"/>
                </a:lnTo>
                <a:lnTo>
                  <a:pt x="1868" y="10665"/>
                </a:lnTo>
                <a:lnTo>
                  <a:pt x="2921" y="9396"/>
                </a:lnTo>
                <a:lnTo>
                  <a:pt x="4471" y="8538"/>
                </a:lnTo>
                <a:lnTo>
                  <a:pt x="5910" y="7963"/>
                </a:lnTo>
                <a:lnTo>
                  <a:pt x="7333" y="7613"/>
                </a:lnTo>
                <a:lnTo>
                  <a:pt x="8840" y="7434"/>
                </a:lnTo>
                <a:lnTo>
                  <a:pt x="10527" y="7370"/>
                </a:lnTo>
                <a:lnTo>
                  <a:pt x="12488" y="7364"/>
                </a:lnTo>
                <a:lnTo>
                  <a:pt x="14094" y="7464"/>
                </a:lnTo>
                <a:lnTo>
                  <a:pt x="15698" y="7578"/>
                </a:lnTo>
                <a:lnTo>
                  <a:pt x="17302" y="7705"/>
                </a:lnTo>
                <a:lnTo>
                  <a:pt x="18900" y="7855"/>
                </a:lnTo>
                <a:lnTo>
                  <a:pt x="18900" y="6559"/>
                </a:lnTo>
                <a:lnTo>
                  <a:pt x="18900" y="5261"/>
                </a:lnTo>
                <a:lnTo>
                  <a:pt x="18900" y="3957"/>
                </a:lnTo>
                <a:lnTo>
                  <a:pt x="18900" y="2647"/>
                </a:lnTo>
                <a:lnTo>
                  <a:pt x="18900" y="1329"/>
                </a:lnTo>
                <a:lnTo>
                  <a:pt x="18900" y="0"/>
                </a:lnTo>
                <a:close/>
              </a:path>
            </a:pathLst>
          </a:custGeom>
          <a:solidFill>
            <a:srgbClr val="81807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8" name="contour_09306"/>
          <p:cNvSpPr/>
          <p:nvPr/>
        </p:nvSpPr>
        <p:spPr>
          <a:xfrm>
            <a:off x="1360169" y="4569571"/>
            <a:ext cx="3492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54" y="1497"/>
                </a:lnTo>
                <a:lnTo>
                  <a:pt x="20708" y="2996"/>
                </a:lnTo>
                <a:lnTo>
                  <a:pt x="20261" y="4495"/>
                </a:lnTo>
                <a:lnTo>
                  <a:pt x="19811" y="5996"/>
                </a:lnTo>
                <a:lnTo>
                  <a:pt x="19364" y="7504"/>
                </a:lnTo>
                <a:lnTo>
                  <a:pt x="18914" y="9014"/>
                </a:lnTo>
                <a:lnTo>
                  <a:pt x="18463" y="10530"/>
                </a:lnTo>
                <a:lnTo>
                  <a:pt x="18008" y="12053"/>
                </a:lnTo>
                <a:lnTo>
                  <a:pt x="17552" y="13582"/>
                </a:lnTo>
                <a:lnTo>
                  <a:pt x="17092" y="15120"/>
                </a:lnTo>
                <a:lnTo>
                  <a:pt x="14113" y="15120"/>
                </a:lnTo>
                <a:lnTo>
                  <a:pt x="11116" y="15120"/>
                </a:lnTo>
                <a:lnTo>
                  <a:pt x="8077" y="15120"/>
                </a:lnTo>
                <a:lnTo>
                  <a:pt x="6689" y="16727"/>
                </a:lnTo>
                <a:lnTo>
                  <a:pt x="5761" y="17868"/>
                </a:lnTo>
                <a:lnTo>
                  <a:pt x="5075" y="18852"/>
                </a:lnTo>
                <a:lnTo>
                  <a:pt x="4417" y="19993"/>
                </a:lnTo>
                <a:lnTo>
                  <a:pt x="3570" y="21600"/>
                </a:lnTo>
                <a:lnTo>
                  <a:pt x="2218" y="19963"/>
                </a:lnTo>
                <a:lnTo>
                  <a:pt x="1190" y="18457"/>
                </a:lnTo>
                <a:lnTo>
                  <a:pt x="478" y="17049"/>
                </a:lnTo>
                <a:lnTo>
                  <a:pt x="86" y="15695"/>
                </a:lnTo>
                <a:lnTo>
                  <a:pt x="0" y="14358"/>
                </a:lnTo>
                <a:lnTo>
                  <a:pt x="230" y="12997"/>
                </a:lnTo>
                <a:lnTo>
                  <a:pt x="757" y="11571"/>
                </a:lnTo>
                <a:lnTo>
                  <a:pt x="1591" y="10042"/>
                </a:lnTo>
                <a:lnTo>
                  <a:pt x="2723" y="8370"/>
                </a:lnTo>
                <a:lnTo>
                  <a:pt x="3498" y="7249"/>
                </a:lnTo>
                <a:lnTo>
                  <a:pt x="4278" y="6121"/>
                </a:lnTo>
                <a:lnTo>
                  <a:pt x="5066" y="4979"/>
                </a:lnTo>
                <a:lnTo>
                  <a:pt x="6770" y="3540"/>
                </a:lnTo>
                <a:lnTo>
                  <a:pt x="8551" y="2378"/>
                </a:lnTo>
                <a:lnTo>
                  <a:pt x="10498" y="1469"/>
                </a:lnTo>
                <a:lnTo>
                  <a:pt x="12693" y="797"/>
                </a:lnTo>
                <a:lnTo>
                  <a:pt x="15217" y="341"/>
                </a:lnTo>
                <a:lnTo>
                  <a:pt x="18161" y="82"/>
                </a:lnTo>
                <a:lnTo>
                  <a:pt x="21600" y="0"/>
                </a:lnTo>
                <a:close/>
              </a:path>
            </a:pathLst>
          </a:custGeom>
          <a:solidFill>
            <a:srgbClr val="68696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09" name="contour_09307"/>
          <p:cNvSpPr/>
          <p:nvPr/>
        </p:nvSpPr>
        <p:spPr>
          <a:xfrm>
            <a:off x="11466383" y="4560657"/>
            <a:ext cx="44697" cy="599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5" y="586"/>
                </a:moveTo>
                <a:lnTo>
                  <a:pt x="2913" y="347"/>
                </a:lnTo>
                <a:lnTo>
                  <a:pt x="5434" y="158"/>
                </a:lnTo>
                <a:lnTo>
                  <a:pt x="7928" y="37"/>
                </a:lnTo>
                <a:lnTo>
                  <a:pt x="10411" y="0"/>
                </a:lnTo>
                <a:lnTo>
                  <a:pt x="12897" y="68"/>
                </a:lnTo>
                <a:lnTo>
                  <a:pt x="15405" y="257"/>
                </a:lnTo>
                <a:lnTo>
                  <a:pt x="17955" y="586"/>
                </a:lnTo>
                <a:lnTo>
                  <a:pt x="19349" y="2566"/>
                </a:lnTo>
                <a:lnTo>
                  <a:pt x="20381" y="4216"/>
                </a:lnTo>
                <a:lnTo>
                  <a:pt x="21082" y="5713"/>
                </a:lnTo>
                <a:lnTo>
                  <a:pt x="21477" y="7239"/>
                </a:lnTo>
                <a:lnTo>
                  <a:pt x="21600" y="8973"/>
                </a:lnTo>
                <a:lnTo>
                  <a:pt x="21477" y="11093"/>
                </a:lnTo>
                <a:lnTo>
                  <a:pt x="20684" y="12698"/>
                </a:lnTo>
                <a:lnTo>
                  <a:pt x="19821" y="14250"/>
                </a:lnTo>
                <a:lnTo>
                  <a:pt x="18885" y="15763"/>
                </a:lnTo>
                <a:lnTo>
                  <a:pt x="17877" y="17242"/>
                </a:lnTo>
                <a:lnTo>
                  <a:pt x="16800" y="18703"/>
                </a:lnTo>
                <a:lnTo>
                  <a:pt x="15651" y="20153"/>
                </a:lnTo>
                <a:lnTo>
                  <a:pt x="14433" y="21600"/>
                </a:lnTo>
                <a:lnTo>
                  <a:pt x="14433" y="19864"/>
                </a:lnTo>
                <a:lnTo>
                  <a:pt x="14433" y="18117"/>
                </a:lnTo>
                <a:lnTo>
                  <a:pt x="14433" y="16346"/>
                </a:lnTo>
                <a:lnTo>
                  <a:pt x="12105" y="16346"/>
                </a:lnTo>
                <a:lnTo>
                  <a:pt x="9763" y="16346"/>
                </a:lnTo>
                <a:lnTo>
                  <a:pt x="7389" y="16346"/>
                </a:lnTo>
                <a:lnTo>
                  <a:pt x="5050" y="15157"/>
                </a:lnTo>
                <a:lnTo>
                  <a:pt x="3536" y="14213"/>
                </a:lnTo>
                <a:lnTo>
                  <a:pt x="2187" y="13021"/>
                </a:lnTo>
                <a:lnTo>
                  <a:pt x="345" y="11093"/>
                </a:lnTo>
                <a:lnTo>
                  <a:pt x="116" y="9312"/>
                </a:lnTo>
                <a:lnTo>
                  <a:pt x="11" y="7576"/>
                </a:lnTo>
                <a:lnTo>
                  <a:pt x="0" y="5858"/>
                </a:lnTo>
                <a:lnTo>
                  <a:pt x="67" y="4137"/>
                </a:lnTo>
                <a:lnTo>
                  <a:pt x="190" y="2388"/>
                </a:lnTo>
                <a:lnTo>
                  <a:pt x="345" y="586"/>
                </a:lnTo>
                <a:close/>
              </a:path>
            </a:pathLst>
          </a:custGeom>
          <a:solidFill>
            <a:srgbClr val="FA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0" name="contour_09308"/>
          <p:cNvSpPr/>
          <p:nvPr/>
        </p:nvSpPr>
        <p:spPr>
          <a:xfrm>
            <a:off x="7823102" y="4525843"/>
            <a:ext cx="3853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85" y="0"/>
                </a:moveTo>
                <a:lnTo>
                  <a:pt x="6781" y="0"/>
                </a:lnTo>
                <a:lnTo>
                  <a:pt x="9481" y="0"/>
                </a:lnTo>
                <a:lnTo>
                  <a:pt x="12193" y="0"/>
                </a:lnTo>
                <a:lnTo>
                  <a:pt x="14917" y="0"/>
                </a:lnTo>
                <a:lnTo>
                  <a:pt x="17658" y="0"/>
                </a:lnTo>
                <a:lnTo>
                  <a:pt x="20424" y="0"/>
                </a:lnTo>
                <a:lnTo>
                  <a:pt x="20910" y="2274"/>
                </a:lnTo>
                <a:lnTo>
                  <a:pt x="21290" y="4487"/>
                </a:lnTo>
                <a:lnTo>
                  <a:pt x="21531" y="6659"/>
                </a:lnTo>
                <a:lnTo>
                  <a:pt x="21600" y="8816"/>
                </a:lnTo>
                <a:lnTo>
                  <a:pt x="21461" y="10982"/>
                </a:lnTo>
                <a:lnTo>
                  <a:pt x="21081" y="13179"/>
                </a:lnTo>
                <a:lnTo>
                  <a:pt x="20424" y="15429"/>
                </a:lnTo>
                <a:lnTo>
                  <a:pt x="17965" y="16632"/>
                </a:lnTo>
                <a:lnTo>
                  <a:pt x="15546" y="17638"/>
                </a:lnTo>
                <a:lnTo>
                  <a:pt x="13141" y="18487"/>
                </a:lnTo>
                <a:lnTo>
                  <a:pt x="10706" y="19209"/>
                </a:lnTo>
                <a:lnTo>
                  <a:pt x="8210" y="19844"/>
                </a:lnTo>
                <a:lnTo>
                  <a:pt x="5616" y="20431"/>
                </a:lnTo>
                <a:lnTo>
                  <a:pt x="2892" y="21004"/>
                </a:lnTo>
                <a:lnTo>
                  <a:pt x="0" y="21600"/>
                </a:lnTo>
                <a:lnTo>
                  <a:pt x="404" y="19462"/>
                </a:lnTo>
                <a:lnTo>
                  <a:pt x="809" y="17320"/>
                </a:lnTo>
                <a:lnTo>
                  <a:pt x="1213" y="15179"/>
                </a:lnTo>
                <a:lnTo>
                  <a:pt x="1622" y="13034"/>
                </a:lnTo>
                <a:lnTo>
                  <a:pt x="2026" y="10880"/>
                </a:lnTo>
                <a:lnTo>
                  <a:pt x="2434" y="8723"/>
                </a:lnTo>
                <a:lnTo>
                  <a:pt x="2843" y="6557"/>
                </a:lnTo>
                <a:lnTo>
                  <a:pt x="3256" y="4382"/>
                </a:lnTo>
                <a:lnTo>
                  <a:pt x="3668" y="2197"/>
                </a:lnTo>
                <a:lnTo>
                  <a:pt x="4085" y="0"/>
                </a:lnTo>
                <a:close/>
              </a:path>
            </a:pathLst>
          </a:custGeom>
          <a:solidFill>
            <a:srgbClr val="CFB268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1" name="contour_09309"/>
          <p:cNvSpPr/>
          <p:nvPr/>
        </p:nvSpPr>
        <p:spPr>
          <a:xfrm>
            <a:off x="6999559" y="4525843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82" y="370"/>
                </a:lnTo>
                <a:lnTo>
                  <a:pt x="4080" y="765"/>
                </a:lnTo>
                <a:lnTo>
                  <a:pt x="6005" y="1200"/>
                </a:lnTo>
                <a:lnTo>
                  <a:pt x="7868" y="1685"/>
                </a:lnTo>
                <a:lnTo>
                  <a:pt x="9674" y="2237"/>
                </a:lnTo>
                <a:lnTo>
                  <a:pt x="11437" y="2876"/>
                </a:lnTo>
                <a:lnTo>
                  <a:pt x="13165" y="3607"/>
                </a:lnTo>
                <a:lnTo>
                  <a:pt x="14866" y="4453"/>
                </a:lnTo>
                <a:lnTo>
                  <a:pt x="16551" y="5428"/>
                </a:lnTo>
                <a:lnTo>
                  <a:pt x="18228" y="6542"/>
                </a:lnTo>
                <a:lnTo>
                  <a:pt x="19907" y="7813"/>
                </a:lnTo>
                <a:lnTo>
                  <a:pt x="21600" y="9257"/>
                </a:lnTo>
                <a:lnTo>
                  <a:pt x="20115" y="10615"/>
                </a:lnTo>
                <a:lnTo>
                  <a:pt x="18627" y="11973"/>
                </a:lnTo>
                <a:lnTo>
                  <a:pt x="17140" y="13333"/>
                </a:lnTo>
                <a:lnTo>
                  <a:pt x="15649" y="14700"/>
                </a:lnTo>
                <a:lnTo>
                  <a:pt x="14151" y="16067"/>
                </a:lnTo>
                <a:lnTo>
                  <a:pt x="12649" y="17440"/>
                </a:lnTo>
                <a:lnTo>
                  <a:pt x="11140" y="18820"/>
                </a:lnTo>
                <a:lnTo>
                  <a:pt x="9626" y="20205"/>
                </a:lnTo>
                <a:lnTo>
                  <a:pt x="8100" y="21600"/>
                </a:lnTo>
                <a:lnTo>
                  <a:pt x="6086" y="17950"/>
                </a:lnTo>
                <a:lnTo>
                  <a:pt x="4436" y="14929"/>
                </a:lnTo>
                <a:lnTo>
                  <a:pt x="3116" y="12442"/>
                </a:lnTo>
                <a:lnTo>
                  <a:pt x="2087" y="10387"/>
                </a:lnTo>
                <a:lnTo>
                  <a:pt x="1315" y="8671"/>
                </a:lnTo>
                <a:lnTo>
                  <a:pt x="761" y="7193"/>
                </a:lnTo>
                <a:lnTo>
                  <a:pt x="389" y="5860"/>
                </a:lnTo>
                <a:lnTo>
                  <a:pt x="165" y="4570"/>
                </a:lnTo>
                <a:lnTo>
                  <a:pt x="49" y="3228"/>
                </a:lnTo>
                <a:lnTo>
                  <a:pt x="5" y="1737"/>
                </a:lnTo>
                <a:lnTo>
                  <a:pt x="0" y="0"/>
                </a:lnTo>
                <a:close/>
              </a:path>
            </a:pathLst>
          </a:custGeom>
          <a:solidFill>
            <a:srgbClr val="D8DAD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2" name="contour_09310"/>
          <p:cNvSpPr/>
          <p:nvPr/>
        </p:nvSpPr>
        <p:spPr>
          <a:xfrm>
            <a:off x="3683522" y="4502040"/>
            <a:ext cx="72880" cy="45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35" y="0"/>
                </a:moveTo>
                <a:lnTo>
                  <a:pt x="12036" y="34"/>
                </a:lnTo>
                <a:lnTo>
                  <a:pt x="12971" y="100"/>
                </a:lnTo>
                <a:lnTo>
                  <a:pt x="13951" y="238"/>
                </a:lnTo>
                <a:lnTo>
                  <a:pt x="15284" y="496"/>
                </a:lnTo>
                <a:lnTo>
                  <a:pt x="17280" y="917"/>
                </a:lnTo>
                <a:lnTo>
                  <a:pt x="17280" y="3196"/>
                </a:lnTo>
                <a:lnTo>
                  <a:pt x="17280" y="5488"/>
                </a:lnTo>
                <a:lnTo>
                  <a:pt x="17280" y="7811"/>
                </a:lnTo>
                <a:lnTo>
                  <a:pt x="18706" y="7811"/>
                </a:lnTo>
                <a:lnTo>
                  <a:pt x="20144" y="7811"/>
                </a:lnTo>
                <a:lnTo>
                  <a:pt x="21600" y="7811"/>
                </a:lnTo>
                <a:lnTo>
                  <a:pt x="21261" y="9707"/>
                </a:lnTo>
                <a:lnTo>
                  <a:pt x="20924" y="11059"/>
                </a:lnTo>
                <a:lnTo>
                  <a:pt x="20384" y="12510"/>
                </a:lnTo>
                <a:lnTo>
                  <a:pt x="19440" y="14706"/>
                </a:lnTo>
                <a:lnTo>
                  <a:pt x="17986" y="15581"/>
                </a:lnTo>
                <a:lnTo>
                  <a:pt x="16565" y="16378"/>
                </a:lnTo>
                <a:lnTo>
                  <a:pt x="15157" y="17112"/>
                </a:lnTo>
                <a:lnTo>
                  <a:pt x="13740" y="17791"/>
                </a:lnTo>
                <a:lnTo>
                  <a:pt x="12293" y="18422"/>
                </a:lnTo>
                <a:lnTo>
                  <a:pt x="10800" y="19015"/>
                </a:lnTo>
                <a:lnTo>
                  <a:pt x="9603" y="19549"/>
                </a:lnTo>
                <a:lnTo>
                  <a:pt x="8387" y="20090"/>
                </a:lnTo>
                <a:lnTo>
                  <a:pt x="7227" y="20545"/>
                </a:lnTo>
                <a:lnTo>
                  <a:pt x="6324" y="20849"/>
                </a:lnTo>
                <a:lnTo>
                  <a:pt x="5376" y="21079"/>
                </a:lnTo>
                <a:lnTo>
                  <a:pt x="4089" y="21304"/>
                </a:lnTo>
                <a:lnTo>
                  <a:pt x="2160" y="21600"/>
                </a:lnTo>
                <a:lnTo>
                  <a:pt x="1214" y="19645"/>
                </a:lnTo>
                <a:lnTo>
                  <a:pt x="674" y="18273"/>
                </a:lnTo>
                <a:lnTo>
                  <a:pt x="337" y="16843"/>
                </a:lnTo>
                <a:lnTo>
                  <a:pt x="0" y="14706"/>
                </a:lnTo>
                <a:lnTo>
                  <a:pt x="1426" y="14706"/>
                </a:lnTo>
                <a:lnTo>
                  <a:pt x="2864" y="14706"/>
                </a:lnTo>
                <a:lnTo>
                  <a:pt x="4320" y="14706"/>
                </a:lnTo>
                <a:lnTo>
                  <a:pt x="4949" y="12903"/>
                </a:lnTo>
                <a:lnTo>
                  <a:pt x="5355" y="11583"/>
                </a:lnTo>
                <a:lnTo>
                  <a:pt x="5715" y="10100"/>
                </a:lnTo>
                <a:lnTo>
                  <a:pt x="6210" y="7811"/>
                </a:lnTo>
                <a:lnTo>
                  <a:pt x="7117" y="4564"/>
                </a:lnTo>
                <a:lnTo>
                  <a:pt x="7813" y="2534"/>
                </a:lnTo>
                <a:lnTo>
                  <a:pt x="8517" y="1344"/>
                </a:lnTo>
                <a:lnTo>
                  <a:pt x="9448" y="627"/>
                </a:lnTo>
                <a:lnTo>
                  <a:pt x="10835" y="0"/>
                </a:lnTo>
                <a:close/>
              </a:path>
            </a:pathLst>
          </a:custGeom>
          <a:solidFill>
            <a:srgbClr val="F0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3" name="contour_09311"/>
          <p:cNvSpPr/>
          <p:nvPr/>
        </p:nvSpPr>
        <p:spPr>
          <a:xfrm>
            <a:off x="4281138" y="4487712"/>
            <a:ext cx="51016" cy="672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43"/>
                </a:moveTo>
                <a:lnTo>
                  <a:pt x="2089" y="374"/>
                </a:lnTo>
                <a:lnTo>
                  <a:pt x="4156" y="227"/>
                </a:lnTo>
                <a:lnTo>
                  <a:pt x="6212" y="110"/>
                </a:lnTo>
                <a:lnTo>
                  <a:pt x="8254" y="30"/>
                </a:lnTo>
                <a:lnTo>
                  <a:pt x="10294" y="0"/>
                </a:lnTo>
                <a:lnTo>
                  <a:pt x="12334" y="26"/>
                </a:lnTo>
                <a:lnTo>
                  <a:pt x="14379" y="119"/>
                </a:lnTo>
                <a:lnTo>
                  <a:pt x="16438" y="288"/>
                </a:lnTo>
                <a:lnTo>
                  <a:pt x="18514" y="543"/>
                </a:lnTo>
                <a:lnTo>
                  <a:pt x="19690" y="2019"/>
                </a:lnTo>
                <a:lnTo>
                  <a:pt x="20520" y="3495"/>
                </a:lnTo>
                <a:lnTo>
                  <a:pt x="21066" y="4998"/>
                </a:lnTo>
                <a:lnTo>
                  <a:pt x="21387" y="6549"/>
                </a:lnTo>
                <a:lnTo>
                  <a:pt x="21548" y="8175"/>
                </a:lnTo>
                <a:lnTo>
                  <a:pt x="21600" y="9902"/>
                </a:lnTo>
                <a:lnTo>
                  <a:pt x="20069" y="10143"/>
                </a:lnTo>
                <a:lnTo>
                  <a:pt x="18533" y="10386"/>
                </a:lnTo>
                <a:lnTo>
                  <a:pt x="16971" y="10632"/>
                </a:lnTo>
                <a:lnTo>
                  <a:pt x="15441" y="11163"/>
                </a:lnTo>
                <a:lnTo>
                  <a:pt x="13904" y="11698"/>
                </a:lnTo>
                <a:lnTo>
                  <a:pt x="12343" y="12241"/>
                </a:lnTo>
                <a:lnTo>
                  <a:pt x="11880" y="13982"/>
                </a:lnTo>
                <a:lnTo>
                  <a:pt x="11649" y="15217"/>
                </a:lnTo>
                <a:lnTo>
                  <a:pt x="11649" y="16284"/>
                </a:lnTo>
                <a:lnTo>
                  <a:pt x="11880" y="17520"/>
                </a:lnTo>
                <a:lnTo>
                  <a:pt x="12343" y="19260"/>
                </a:lnTo>
                <a:lnTo>
                  <a:pt x="14176" y="20203"/>
                </a:lnTo>
                <a:lnTo>
                  <a:pt x="15429" y="20760"/>
                </a:lnTo>
                <a:lnTo>
                  <a:pt x="16681" y="21153"/>
                </a:lnTo>
                <a:lnTo>
                  <a:pt x="18514" y="21600"/>
                </a:lnTo>
                <a:lnTo>
                  <a:pt x="16478" y="21214"/>
                </a:lnTo>
                <a:lnTo>
                  <a:pt x="14438" y="20828"/>
                </a:lnTo>
                <a:lnTo>
                  <a:pt x="12389" y="20440"/>
                </a:lnTo>
                <a:lnTo>
                  <a:pt x="10331" y="20049"/>
                </a:lnTo>
                <a:lnTo>
                  <a:pt x="8260" y="19656"/>
                </a:lnTo>
                <a:lnTo>
                  <a:pt x="6171" y="19260"/>
                </a:lnTo>
                <a:lnTo>
                  <a:pt x="6502" y="18105"/>
                </a:lnTo>
                <a:lnTo>
                  <a:pt x="6835" y="16939"/>
                </a:lnTo>
                <a:lnTo>
                  <a:pt x="7171" y="15760"/>
                </a:lnTo>
                <a:lnTo>
                  <a:pt x="7335" y="15093"/>
                </a:lnTo>
                <a:lnTo>
                  <a:pt x="7628" y="13914"/>
                </a:lnTo>
                <a:lnTo>
                  <a:pt x="8294" y="11216"/>
                </a:lnTo>
                <a:lnTo>
                  <a:pt x="8686" y="9721"/>
                </a:lnTo>
                <a:lnTo>
                  <a:pt x="9084" y="8217"/>
                </a:lnTo>
                <a:lnTo>
                  <a:pt x="9485" y="6694"/>
                </a:lnTo>
                <a:lnTo>
                  <a:pt x="9411" y="5435"/>
                </a:lnTo>
                <a:lnTo>
                  <a:pt x="9334" y="4167"/>
                </a:lnTo>
                <a:lnTo>
                  <a:pt x="9257" y="2882"/>
                </a:lnTo>
                <a:lnTo>
                  <a:pt x="6992" y="2052"/>
                </a:lnTo>
                <a:lnTo>
                  <a:pt x="5375" y="1514"/>
                </a:lnTo>
                <a:lnTo>
                  <a:pt x="3968" y="1158"/>
                </a:lnTo>
                <a:lnTo>
                  <a:pt x="2327" y="873"/>
                </a:lnTo>
                <a:lnTo>
                  <a:pt x="0" y="543"/>
                </a:lnTo>
                <a:close/>
              </a:path>
            </a:pathLst>
          </a:custGeom>
          <a:solidFill>
            <a:srgbClr val="D1CCC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4" name="contour_09312"/>
          <p:cNvSpPr/>
          <p:nvPr/>
        </p:nvSpPr>
        <p:spPr>
          <a:xfrm>
            <a:off x="7225486" y="444567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0"/>
                </a:lnTo>
                <a:lnTo>
                  <a:pt x="11956" y="0"/>
                </a:lnTo>
                <a:lnTo>
                  <a:pt x="14346" y="0"/>
                </a:lnTo>
                <a:lnTo>
                  <a:pt x="16747" y="0"/>
                </a:lnTo>
                <a:lnTo>
                  <a:pt x="19163" y="0"/>
                </a:lnTo>
                <a:lnTo>
                  <a:pt x="21600" y="0"/>
                </a:lnTo>
                <a:lnTo>
                  <a:pt x="21204" y="2376"/>
                </a:lnTo>
                <a:lnTo>
                  <a:pt x="20808" y="4756"/>
                </a:lnTo>
                <a:lnTo>
                  <a:pt x="20412" y="7135"/>
                </a:lnTo>
                <a:lnTo>
                  <a:pt x="20012" y="9522"/>
                </a:lnTo>
                <a:lnTo>
                  <a:pt x="19613" y="11916"/>
                </a:lnTo>
                <a:lnTo>
                  <a:pt x="19213" y="14321"/>
                </a:lnTo>
                <a:lnTo>
                  <a:pt x="18810" y="16733"/>
                </a:lnTo>
                <a:lnTo>
                  <a:pt x="18407" y="19159"/>
                </a:lnTo>
                <a:lnTo>
                  <a:pt x="18000" y="21600"/>
                </a:lnTo>
                <a:lnTo>
                  <a:pt x="13352" y="20902"/>
                </a:lnTo>
                <a:lnTo>
                  <a:pt x="9810" y="20358"/>
                </a:lnTo>
                <a:lnTo>
                  <a:pt x="7164" y="19926"/>
                </a:lnTo>
                <a:lnTo>
                  <a:pt x="5206" y="19570"/>
                </a:lnTo>
                <a:lnTo>
                  <a:pt x="3719" y="19238"/>
                </a:lnTo>
                <a:lnTo>
                  <a:pt x="2495" y="18896"/>
                </a:lnTo>
                <a:lnTo>
                  <a:pt x="1328" y="18497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2380" y="10800"/>
                </a:lnTo>
                <a:lnTo>
                  <a:pt x="4774" y="10800"/>
                </a:lnTo>
                <a:lnTo>
                  <a:pt x="7200" y="10800"/>
                </a:lnTo>
                <a:lnTo>
                  <a:pt x="7200" y="8662"/>
                </a:lnTo>
                <a:lnTo>
                  <a:pt x="7200" y="6516"/>
                </a:lnTo>
                <a:lnTo>
                  <a:pt x="7200" y="4363"/>
                </a:lnTo>
                <a:lnTo>
                  <a:pt x="7200" y="2192"/>
                </a:lnTo>
                <a:lnTo>
                  <a:pt x="7200" y="0"/>
                </a:lnTo>
                <a:close/>
              </a:path>
            </a:pathLst>
          </a:custGeom>
          <a:solidFill>
            <a:srgbClr val="ABA1B7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5" name="contour_09313"/>
          <p:cNvSpPr/>
          <p:nvPr/>
        </p:nvSpPr>
        <p:spPr>
          <a:xfrm>
            <a:off x="1701189" y="4446528"/>
            <a:ext cx="80168" cy="42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39" y="4046"/>
                </a:moveTo>
                <a:lnTo>
                  <a:pt x="16970" y="5915"/>
                </a:lnTo>
                <a:lnTo>
                  <a:pt x="17871" y="7883"/>
                </a:lnTo>
                <a:lnTo>
                  <a:pt x="18664" y="9946"/>
                </a:lnTo>
                <a:lnTo>
                  <a:pt x="19367" y="12102"/>
                </a:lnTo>
                <a:lnTo>
                  <a:pt x="19994" y="14349"/>
                </a:lnTo>
                <a:lnTo>
                  <a:pt x="20563" y="16684"/>
                </a:lnTo>
                <a:lnTo>
                  <a:pt x="21093" y="19100"/>
                </a:lnTo>
                <a:lnTo>
                  <a:pt x="21600" y="21600"/>
                </a:lnTo>
                <a:lnTo>
                  <a:pt x="20434" y="21600"/>
                </a:lnTo>
                <a:lnTo>
                  <a:pt x="19263" y="21600"/>
                </a:lnTo>
                <a:lnTo>
                  <a:pt x="18089" y="21600"/>
                </a:lnTo>
                <a:lnTo>
                  <a:pt x="16905" y="21600"/>
                </a:lnTo>
                <a:lnTo>
                  <a:pt x="15709" y="21600"/>
                </a:lnTo>
                <a:lnTo>
                  <a:pt x="15709" y="19173"/>
                </a:lnTo>
                <a:lnTo>
                  <a:pt x="15709" y="16731"/>
                </a:lnTo>
                <a:lnTo>
                  <a:pt x="15709" y="14257"/>
                </a:lnTo>
                <a:lnTo>
                  <a:pt x="14413" y="14257"/>
                </a:lnTo>
                <a:lnTo>
                  <a:pt x="13117" y="14257"/>
                </a:lnTo>
                <a:lnTo>
                  <a:pt x="11819" y="14257"/>
                </a:lnTo>
                <a:lnTo>
                  <a:pt x="10519" y="14257"/>
                </a:lnTo>
                <a:lnTo>
                  <a:pt x="9217" y="14257"/>
                </a:lnTo>
                <a:lnTo>
                  <a:pt x="7913" y="14257"/>
                </a:lnTo>
                <a:lnTo>
                  <a:pt x="6606" y="14257"/>
                </a:lnTo>
                <a:lnTo>
                  <a:pt x="5294" y="14257"/>
                </a:lnTo>
                <a:lnTo>
                  <a:pt x="3978" y="14257"/>
                </a:lnTo>
                <a:lnTo>
                  <a:pt x="2659" y="14257"/>
                </a:lnTo>
                <a:lnTo>
                  <a:pt x="1333" y="14257"/>
                </a:lnTo>
                <a:lnTo>
                  <a:pt x="0" y="14257"/>
                </a:lnTo>
                <a:lnTo>
                  <a:pt x="778" y="11481"/>
                </a:lnTo>
                <a:lnTo>
                  <a:pt x="1514" y="9190"/>
                </a:lnTo>
                <a:lnTo>
                  <a:pt x="2252" y="7295"/>
                </a:lnTo>
                <a:lnTo>
                  <a:pt x="3040" y="5702"/>
                </a:lnTo>
                <a:lnTo>
                  <a:pt x="3927" y="4318"/>
                </a:lnTo>
                <a:lnTo>
                  <a:pt x="4956" y="3055"/>
                </a:lnTo>
                <a:lnTo>
                  <a:pt x="6176" y="1817"/>
                </a:lnTo>
                <a:lnTo>
                  <a:pt x="7633" y="518"/>
                </a:lnTo>
                <a:lnTo>
                  <a:pt x="9007" y="77"/>
                </a:lnTo>
                <a:lnTo>
                  <a:pt x="10252" y="0"/>
                </a:lnTo>
                <a:lnTo>
                  <a:pt x="11407" y="261"/>
                </a:lnTo>
                <a:lnTo>
                  <a:pt x="12510" y="822"/>
                </a:lnTo>
                <a:lnTo>
                  <a:pt x="13608" y="1660"/>
                </a:lnTo>
                <a:lnTo>
                  <a:pt x="14737" y="2743"/>
                </a:lnTo>
                <a:lnTo>
                  <a:pt x="15939" y="4046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6" name="contour_09314"/>
          <p:cNvSpPr/>
          <p:nvPr/>
        </p:nvSpPr>
        <p:spPr>
          <a:xfrm>
            <a:off x="10126107" y="4437731"/>
            <a:ext cx="72880" cy="362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91"/>
                </a:moveTo>
                <a:lnTo>
                  <a:pt x="1542" y="130"/>
                </a:lnTo>
                <a:lnTo>
                  <a:pt x="2650" y="0"/>
                </a:lnTo>
                <a:lnTo>
                  <a:pt x="3635" y="0"/>
                </a:lnTo>
                <a:lnTo>
                  <a:pt x="4808" y="130"/>
                </a:lnTo>
                <a:lnTo>
                  <a:pt x="6480" y="391"/>
                </a:lnTo>
                <a:lnTo>
                  <a:pt x="6949" y="2546"/>
                </a:lnTo>
                <a:lnTo>
                  <a:pt x="7426" y="4735"/>
                </a:lnTo>
                <a:lnTo>
                  <a:pt x="7726" y="5817"/>
                </a:lnTo>
                <a:lnTo>
                  <a:pt x="8640" y="9080"/>
                </a:lnTo>
                <a:lnTo>
                  <a:pt x="10104" y="9636"/>
                </a:lnTo>
                <a:lnTo>
                  <a:pt x="11539" y="9966"/>
                </a:lnTo>
                <a:lnTo>
                  <a:pt x="12960" y="10074"/>
                </a:lnTo>
                <a:lnTo>
                  <a:pt x="14379" y="9962"/>
                </a:lnTo>
                <a:lnTo>
                  <a:pt x="15816" y="9631"/>
                </a:lnTo>
                <a:lnTo>
                  <a:pt x="17280" y="9080"/>
                </a:lnTo>
                <a:lnTo>
                  <a:pt x="18226" y="6499"/>
                </a:lnTo>
                <a:lnTo>
                  <a:pt x="18766" y="4735"/>
                </a:lnTo>
                <a:lnTo>
                  <a:pt x="19103" y="2972"/>
                </a:lnTo>
                <a:lnTo>
                  <a:pt x="19440" y="391"/>
                </a:lnTo>
                <a:lnTo>
                  <a:pt x="19796" y="3258"/>
                </a:lnTo>
                <a:lnTo>
                  <a:pt x="20153" y="6130"/>
                </a:lnTo>
                <a:lnTo>
                  <a:pt x="20511" y="9014"/>
                </a:lnTo>
                <a:lnTo>
                  <a:pt x="20872" y="11912"/>
                </a:lnTo>
                <a:lnTo>
                  <a:pt x="21235" y="14827"/>
                </a:lnTo>
                <a:lnTo>
                  <a:pt x="21600" y="17768"/>
                </a:lnTo>
                <a:lnTo>
                  <a:pt x="20002" y="18611"/>
                </a:lnTo>
                <a:lnTo>
                  <a:pt x="18444" y="19393"/>
                </a:lnTo>
                <a:lnTo>
                  <a:pt x="16924" y="20088"/>
                </a:lnTo>
                <a:lnTo>
                  <a:pt x="15431" y="20679"/>
                </a:lnTo>
                <a:lnTo>
                  <a:pt x="13962" y="21140"/>
                </a:lnTo>
                <a:lnTo>
                  <a:pt x="12506" y="21457"/>
                </a:lnTo>
                <a:lnTo>
                  <a:pt x="11059" y="21600"/>
                </a:lnTo>
                <a:lnTo>
                  <a:pt x="9612" y="21561"/>
                </a:lnTo>
                <a:lnTo>
                  <a:pt x="8160" y="21305"/>
                </a:lnTo>
                <a:lnTo>
                  <a:pt x="6696" y="20822"/>
                </a:lnTo>
                <a:lnTo>
                  <a:pt x="5214" y="20084"/>
                </a:lnTo>
                <a:lnTo>
                  <a:pt x="3702" y="19072"/>
                </a:lnTo>
                <a:lnTo>
                  <a:pt x="2160" y="17768"/>
                </a:lnTo>
                <a:lnTo>
                  <a:pt x="1527" y="14879"/>
                </a:lnTo>
                <a:lnTo>
                  <a:pt x="1054" y="12108"/>
                </a:lnTo>
                <a:lnTo>
                  <a:pt x="700" y="9358"/>
                </a:lnTo>
                <a:lnTo>
                  <a:pt x="430" y="6551"/>
                </a:lnTo>
                <a:lnTo>
                  <a:pt x="210" y="3593"/>
                </a:lnTo>
                <a:lnTo>
                  <a:pt x="0" y="391"/>
                </a:lnTo>
                <a:close/>
              </a:path>
            </a:pathLst>
          </a:custGeom>
          <a:solidFill>
            <a:srgbClr val="B7954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7" name="contour_09315"/>
          <p:cNvSpPr/>
          <p:nvPr/>
        </p:nvSpPr>
        <p:spPr>
          <a:xfrm>
            <a:off x="4463338" y="4409235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367"/>
                </a:lnTo>
                <a:lnTo>
                  <a:pt x="4327" y="741"/>
                </a:lnTo>
                <a:lnTo>
                  <a:pt x="6487" y="1119"/>
                </a:lnTo>
                <a:lnTo>
                  <a:pt x="8644" y="1503"/>
                </a:lnTo>
                <a:lnTo>
                  <a:pt x="10800" y="1890"/>
                </a:lnTo>
                <a:lnTo>
                  <a:pt x="12809" y="2240"/>
                </a:lnTo>
                <a:lnTo>
                  <a:pt x="14828" y="2594"/>
                </a:lnTo>
                <a:lnTo>
                  <a:pt x="16877" y="2953"/>
                </a:lnTo>
                <a:lnTo>
                  <a:pt x="18436" y="3404"/>
                </a:lnTo>
                <a:lnTo>
                  <a:pt x="20009" y="3860"/>
                </a:lnTo>
                <a:lnTo>
                  <a:pt x="21600" y="4320"/>
                </a:lnTo>
                <a:lnTo>
                  <a:pt x="21600" y="5748"/>
                </a:lnTo>
                <a:lnTo>
                  <a:pt x="21600" y="7184"/>
                </a:lnTo>
                <a:lnTo>
                  <a:pt x="21600" y="8640"/>
                </a:lnTo>
                <a:lnTo>
                  <a:pt x="19462" y="8640"/>
                </a:lnTo>
                <a:lnTo>
                  <a:pt x="17316" y="8640"/>
                </a:lnTo>
                <a:lnTo>
                  <a:pt x="15163" y="8640"/>
                </a:lnTo>
                <a:lnTo>
                  <a:pt x="12992" y="8640"/>
                </a:lnTo>
                <a:lnTo>
                  <a:pt x="10800" y="8640"/>
                </a:lnTo>
                <a:lnTo>
                  <a:pt x="11693" y="9977"/>
                </a:lnTo>
                <a:lnTo>
                  <a:pt x="12582" y="11314"/>
                </a:lnTo>
                <a:lnTo>
                  <a:pt x="13478" y="12655"/>
                </a:lnTo>
                <a:lnTo>
                  <a:pt x="14371" y="13999"/>
                </a:lnTo>
                <a:lnTo>
                  <a:pt x="15271" y="15349"/>
                </a:lnTo>
                <a:lnTo>
                  <a:pt x="16175" y="16705"/>
                </a:lnTo>
                <a:lnTo>
                  <a:pt x="17086" y="18068"/>
                </a:lnTo>
                <a:lnTo>
                  <a:pt x="18000" y="19440"/>
                </a:lnTo>
                <a:lnTo>
                  <a:pt x="17219" y="19673"/>
                </a:lnTo>
                <a:lnTo>
                  <a:pt x="16211" y="19978"/>
                </a:lnTo>
                <a:lnTo>
                  <a:pt x="14296" y="20552"/>
                </a:lnTo>
                <a:lnTo>
                  <a:pt x="10800" y="21600"/>
                </a:lnTo>
                <a:lnTo>
                  <a:pt x="9893" y="20207"/>
                </a:lnTo>
                <a:lnTo>
                  <a:pt x="8993" y="18811"/>
                </a:lnTo>
                <a:lnTo>
                  <a:pt x="8089" y="17418"/>
                </a:lnTo>
                <a:lnTo>
                  <a:pt x="7193" y="16023"/>
                </a:lnTo>
                <a:lnTo>
                  <a:pt x="6296" y="14625"/>
                </a:lnTo>
                <a:lnTo>
                  <a:pt x="5400" y="13230"/>
                </a:lnTo>
                <a:lnTo>
                  <a:pt x="4626" y="12044"/>
                </a:lnTo>
                <a:lnTo>
                  <a:pt x="3838" y="10843"/>
                </a:lnTo>
                <a:lnTo>
                  <a:pt x="3107" y="9692"/>
                </a:lnTo>
                <a:lnTo>
                  <a:pt x="2362" y="8521"/>
                </a:lnTo>
                <a:lnTo>
                  <a:pt x="1681" y="7467"/>
                </a:lnTo>
                <a:lnTo>
                  <a:pt x="990" y="6396"/>
                </a:lnTo>
                <a:lnTo>
                  <a:pt x="508" y="5348"/>
                </a:lnTo>
                <a:lnTo>
                  <a:pt x="212" y="4493"/>
                </a:lnTo>
                <a:lnTo>
                  <a:pt x="65" y="3521"/>
                </a:lnTo>
                <a:lnTo>
                  <a:pt x="7" y="2125"/>
                </a:lnTo>
                <a:lnTo>
                  <a:pt x="0" y="0"/>
                </a:lnTo>
                <a:close/>
              </a:path>
            </a:pathLst>
          </a:custGeom>
          <a:solidFill>
            <a:srgbClr val="5E5A4E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8" name="contour_09316"/>
          <p:cNvSpPr/>
          <p:nvPr/>
        </p:nvSpPr>
        <p:spPr>
          <a:xfrm>
            <a:off x="10490506" y="4445675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81" y="298"/>
                </a:lnTo>
                <a:lnTo>
                  <a:pt x="9992" y="595"/>
                </a:lnTo>
                <a:lnTo>
                  <a:pt x="11908" y="893"/>
                </a:lnTo>
                <a:lnTo>
                  <a:pt x="13827" y="1190"/>
                </a:lnTo>
                <a:lnTo>
                  <a:pt x="15756" y="1490"/>
                </a:lnTo>
                <a:lnTo>
                  <a:pt x="17693" y="1793"/>
                </a:lnTo>
                <a:lnTo>
                  <a:pt x="19641" y="2095"/>
                </a:lnTo>
                <a:lnTo>
                  <a:pt x="21600" y="2400"/>
                </a:lnTo>
                <a:lnTo>
                  <a:pt x="21335" y="3780"/>
                </a:lnTo>
                <a:lnTo>
                  <a:pt x="21066" y="5160"/>
                </a:lnTo>
                <a:lnTo>
                  <a:pt x="20798" y="6540"/>
                </a:lnTo>
                <a:lnTo>
                  <a:pt x="20523" y="7920"/>
                </a:lnTo>
                <a:lnTo>
                  <a:pt x="20248" y="9300"/>
                </a:lnTo>
                <a:lnTo>
                  <a:pt x="19999" y="10582"/>
                </a:lnTo>
                <a:lnTo>
                  <a:pt x="19745" y="11873"/>
                </a:lnTo>
                <a:lnTo>
                  <a:pt x="19489" y="13181"/>
                </a:lnTo>
                <a:lnTo>
                  <a:pt x="18823" y="15619"/>
                </a:lnTo>
                <a:lnTo>
                  <a:pt x="18304" y="17330"/>
                </a:lnTo>
                <a:lnTo>
                  <a:pt x="17817" y="18552"/>
                </a:lnTo>
                <a:lnTo>
                  <a:pt x="17252" y="19514"/>
                </a:lnTo>
                <a:lnTo>
                  <a:pt x="16493" y="20453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8637" y="20129"/>
                </a:lnTo>
                <a:lnTo>
                  <a:pt x="8267" y="19046"/>
                </a:lnTo>
                <a:lnTo>
                  <a:pt x="8011" y="17815"/>
                </a:lnTo>
                <a:lnTo>
                  <a:pt x="7714" y="15900"/>
                </a:lnTo>
                <a:lnTo>
                  <a:pt x="7316" y="14074"/>
                </a:lnTo>
                <a:lnTo>
                  <a:pt x="6866" y="12442"/>
                </a:lnTo>
                <a:lnTo>
                  <a:pt x="6304" y="10968"/>
                </a:lnTo>
                <a:lnTo>
                  <a:pt x="5582" y="9622"/>
                </a:lnTo>
                <a:lnTo>
                  <a:pt x="4644" y="8364"/>
                </a:lnTo>
                <a:lnTo>
                  <a:pt x="3434" y="7164"/>
                </a:lnTo>
                <a:lnTo>
                  <a:pt x="1907" y="5988"/>
                </a:lnTo>
                <a:lnTo>
                  <a:pt x="0" y="4800"/>
                </a:lnTo>
                <a:lnTo>
                  <a:pt x="2040" y="4800"/>
                </a:lnTo>
                <a:lnTo>
                  <a:pt x="4092" y="4800"/>
                </a:lnTo>
                <a:lnTo>
                  <a:pt x="6171" y="4800"/>
                </a:lnTo>
                <a:lnTo>
                  <a:pt x="6171" y="3214"/>
                </a:lnTo>
                <a:lnTo>
                  <a:pt x="6171" y="1618"/>
                </a:lnTo>
                <a:lnTo>
                  <a:pt x="6171" y="0"/>
                </a:lnTo>
                <a:close/>
              </a:path>
            </a:pathLst>
          </a:custGeom>
          <a:solidFill>
            <a:srgbClr val="F5F5F1"/>
          </a:solidFill>
          <a:ln>
            <a:noFill/>
          </a:ln>
        </p:spPr>
        <p:txBody>
          <a:bodyPr/>
          <a:lstStyle/>
          <a:p/>
        </p:txBody>
      </p:sp>
      <p:sp>
        <p:nvSpPr>
          <p:cNvPr id="9319" name="contour_09317"/>
          <p:cNvSpPr/>
          <p:nvPr/>
        </p:nvSpPr>
        <p:spPr>
          <a:xfrm>
            <a:off x="5228577" y="4409235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297" y="0"/>
                </a:lnTo>
                <a:lnTo>
                  <a:pt x="12996" y="0"/>
                </a:lnTo>
                <a:lnTo>
                  <a:pt x="14700" y="0"/>
                </a:lnTo>
                <a:lnTo>
                  <a:pt x="16411" y="0"/>
                </a:lnTo>
                <a:lnTo>
                  <a:pt x="18130" y="0"/>
                </a:lnTo>
                <a:lnTo>
                  <a:pt x="19858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20412" y="9907"/>
                </a:lnTo>
                <a:lnTo>
                  <a:pt x="19219" y="9014"/>
                </a:lnTo>
                <a:lnTo>
                  <a:pt x="18017" y="8111"/>
                </a:lnTo>
                <a:lnTo>
                  <a:pt x="16800" y="7200"/>
                </a:lnTo>
                <a:lnTo>
                  <a:pt x="16800" y="9338"/>
                </a:lnTo>
                <a:lnTo>
                  <a:pt x="16800" y="11484"/>
                </a:lnTo>
                <a:lnTo>
                  <a:pt x="16800" y="13637"/>
                </a:lnTo>
                <a:lnTo>
                  <a:pt x="16800" y="15808"/>
                </a:lnTo>
                <a:lnTo>
                  <a:pt x="16800" y="18000"/>
                </a:lnTo>
                <a:lnTo>
                  <a:pt x="15137" y="18356"/>
                </a:lnTo>
                <a:lnTo>
                  <a:pt x="13471" y="18713"/>
                </a:lnTo>
                <a:lnTo>
                  <a:pt x="11806" y="19069"/>
                </a:lnTo>
                <a:lnTo>
                  <a:pt x="10138" y="19429"/>
                </a:lnTo>
                <a:lnTo>
                  <a:pt x="8462" y="19786"/>
                </a:lnTo>
                <a:lnTo>
                  <a:pt x="6785" y="20146"/>
                </a:lnTo>
                <a:lnTo>
                  <a:pt x="5100" y="20506"/>
                </a:lnTo>
                <a:lnTo>
                  <a:pt x="3408" y="20869"/>
                </a:lnTo>
                <a:lnTo>
                  <a:pt x="1709" y="21233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584" y="14400"/>
                </a:lnTo>
                <a:lnTo>
                  <a:pt x="3170" y="14400"/>
                </a:lnTo>
                <a:lnTo>
                  <a:pt x="4764" y="14400"/>
                </a:lnTo>
                <a:lnTo>
                  <a:pt x="6365" y="14400"/>
                </a:lnTo>
                <a:lnTo>
                  <a:pt x="7975" y="14400"/>
                </a:lnTo>
                <a:lnTo>
                  <a:pt x="9600" y="14400"/>
                </a:lnTo>
                <a:lnTo>
                  <a:pt x="9600" y="12024"/>
                </a:lnTo>
                <a:lnTo>
                  <a:pt x="9600" y="9644"/>
                </a:lnTo>
                <a:lnTo>
                  <a:pt x="9600" y="7254"/>
                </a:lnTo>
                <a:lnTo>
                  <a:pt x="9600" y="4853"/>
                </a:lnTo>
                <a:lnTo>
                  <a:pt x="9600" y="2437"/>
                </a:lnTo>
                <a:lnTo>
                  <a:pt x="9600" y="0"/>
                </a:lnTo>
                <a:close/>
              </a:path>
            </a:pathLst>
          </a:custGeom>
          <a:solidFill>
            <a:srgbClr val="C3B18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0" name="contour_09318"/>
          <p:cNvSpPr/>
          <p:nvPr/>
        </p:nvSpPr>
        <p:spPr>
          <a:xfrm>
            <a:off x="11007954" y="4401947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854" y="1771"/>
                </a:lnTo>
                <a:lnTo>
                  <a:pt x="6318" y="3571"/>
                </a:lnTo>
                <a:lnTo>
                  <a:pt x="7204" y="5371"/>
                </a:lnTo>
                <a:lnTo>
                  <a:pt x="8100" y="7200"/>
                </a:lnTo>
                <a:lnTo>
                  <a:pt x="10017" y="7603"/>
                </a:lnTo>
                <a:lnTo>
                  <a:pt x="11378" y="7783"/>
                </a:lnTo>
                <a:lnTo>
                  <a:pt x="12828" y="7783"/>
                </a:lnTo>
                <a:lnTo>
                  <a:pt x="15017" y="7650"/>
                </a:lnTo>
                <a:lnTo>
                  <a:pt x="16867" y="7553"/>
                </a:lnTo>
                <a:lnTo>
                  <a:pt x="18741" y="7452"/>
                </a:lnTo>
                <a:lnTo>
                  <a:pt x="20161" y="7326"/>
                </a:lnTo>
                <a:lnTo>
                  <a:pt x="21600" y="7200"/>
                </a:lnTo>
                <a:lnTo>
                  <a:pt x="21155" y="9576"/>
                </a:lnTo>
                <a:lnTo>
                  <a:pt x="20709" y="11956"/>
                </a:lnTo>
                <a:lnTo>
                  <a:pt x="20261" y="14346"/>
                </a:lnTo>
                <a:lnTo>
                  <a:pt x="19810" y="16747"/>
                </a:lnTo>
                <a:lnTo>
                  <a:pt x="19356" y="19163"/>
                </a:lnTo>
                <a:lnTo>
                  <a:pt x="18900" y="21600"/>
                </a:lnTo>
                <a:lnTo>
                  <a:pt x="17029" y="21244"/>
                </a:lnTo>
                <a:lnTo>
                  <a:pt x="15155" y="20887"/>
                </a:lnTo>
                <a:lnTo>
                  <a:pt x="13281" y="20531"/>
                </a:lnTo>
                <a:lnTo>
                  <a:pt x="11405" y="20171"/>
                </a:lnTo>
                <a:lnTo>
                  <a:pt x="9520" y="19814"/>
                </a:lnTo>
                <a:lnTo>
                  <a:pt x="7633" y="19454"/>
                </a:lnTo>
                <a:lnTo>
                  <a:pt x="5738" y="19094"/>
                </a:lnTo>
                <a:lnTo>
                  <a:pt x="3834" y="18731"/>
                </a:lnTo>
                <a:lnTo>
                  <a:pt x="1922" y="18367"/>
                </a:lnTo>
                <a:lnTo>
                  <a:pt x="0" y="18000"/>
                </a:lnTo>
                <a:lnTo>
                  <a:pt x="1336" y="17107"/>
                </a:lnTo>
                <a:lnTo>
                  <a:pt x="2681" y="16214"/>
                </a:lnTo>
                <a:lnTo>
                  <a:pt x="4031" y="15311"/>
                </a:lnTo>
                <a:lnTo>
                  <a:pt x="5400" y="14400"/>
                </a:lnTo>
                <a:lnTo>
                  <a:pt x="5764" y="11790"/>
                </a:lnTo>
                <a:lnTo>
                  <a:pt x="5851" y="9864"/>
                </a:lnTo>
                <a:lnTo>
                  <a:pt x="5738" y="6977"/>
                </a:lnTo>
                <a:lnTo>
                  <a:pt x="5686" y="5951"/>
                </a:lnTo>
                <a:lnTo>
                  <a:pt x="5600" y="4140"/>
                </a:lnTo>
                <a:lnTo>
                  <a:pt x="5400" y="0"/>
                </a:lnTo>
                <a:close/>
              </a:path>
            </a:pathLst>
          </a:custGeom>
          <a:solidFill>
            <a:srgbClr val="A6A1A0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1" name="contour_09319"/>
          <p:cNvSpPr/>
          <p:nvPr/>
        </p:nvSpPr>
        <p:spPr>
          <a:xfrm>
            <a:off x="5410776" y="4422375"/>
            <a:ext cx="80168" cy="378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09" y="299"/>
                </a:moveTo>
                <a:lnTo>
                  <a:pt x="14250" y="357"/>
                </a:lnTo>
                <a:lnTo>
                  <a:pt x="15509" y="411"/>
                </a:lnTo>
                <a:lnTo>
                  <a:pt x="16728" y="478"/>
                </a:lnTo>
                <a:lnTo>
                  <a:pt x="17946" y="553"/>
                </a:lnTo>
                <a:lnTo>
                  <a:pt x="19163" y="636"/>
                </a:lnTo>
                <a:lnTo>
                  <a:pt x="20383" y="727"/>
                </a:lnTo>
                <a:lnTo>
                  <a:pt x="21600" y="819"/>
                </a:lnTo>
                <a:lnTo>
                  <a:pt x="21113" y="3391"/>
                </a:lnTo>
                <a:lnTo>
                  <a:pt x="20628" y="5964"/>
                </a:lnTo>
                <a:lnTo>
                  <a:pt x="20139" y="8545"/>
                </a:lnTo>
                <a:lnTo>
                  <a:pt x="19652" y="11130"/>
                </a:lnTo>
                <a:lnTo>
                  <a:pt x="19161" y="13728"/>
                </a:lnTo>
                <a:lnTo>
                  <a:pt x="18668" y="16338"/>
                </a:lnTo>
                <a:lnTo>
                  <a:pt x="18171" y="18961"/>
                </a:lnTo>
                <a:lnTo>
                  <a:pt x="17673" y="21600"/>
                </a:lnTo>
                <a:lnTo>
                  <a:pt x="16944" y="20312"/>
                </a:lnTo>
                <a:lnTo>
                  <a:pt x="16208" y="19019"/>
                </a:lnTo>
                <a:lnTo>
                  <a:pt x="15464" y="17706"/>
                </a:lnTo>
                <a:lnTo>
                  <a:pt x="14299" y="16176"/>
                </a:lnTo>
                <a:lnTo>
                  <a:pt x="13101" y="14875"/>
                </a:lnTo>
                <a:lnTo>
                  <a:pt x="11872" y="13778"/>
                </a:lnTo>
                <a:lnTo>
                  <a:pt x="10613" y="12859"/>
                </a:lnTo>
                <a:lnTo>
                  <a:pt x="9333" y="12095"/>
                </a:lnTo>
                <a:lnTo>
                  <a:pt x="8031" y="11467"/>
                </a:lnTo>
                <a:lnTo>
                  <a:pt x="6712" y="10948"/>
                </a:lnTo>
                <a:lnTo>
                  <a:pt x="5380" y="10511"/>
                </a:lnTo>
                <a:lnTo>
                  <a:pt x="4041" y="10133"/>
                </a:lnTo>
                <a:lnTo>
                  <a:pt x="2694" y="9792"/>
                </a:lnTo>
                <a:lnTo>
                  <a:pt x="1347" y="9468"/>
                </a:lnTo>
                <a:lnTo>
                  <a:pt x="0" y="9131"/>
                </a:lnTo>
                <a:lnTo>
                  <a:pt x="1080" y="6309"/>
                </a:lnTo>
                <a:lnTo>
                  <a:pt x="2186" y="4115"/>
                </a:lnTo>
                <a:lnTo>
                  <a:pt x="3326" y="2481"/>
                </a:lnTo>
                <a:lnTo>
                  <a:pt x="4509" y="1326"/>
                </a:lnTo>
                <a:lnTo>
                  <a:pt x="5742" y="578"/>
                </a:lnTo>
                <a:lnTo>
                  <a:pt x="7038" y="162"/>
                </a:lnTo>
                <a:lnTo>
                  <a:pt x="8402" y="0"/>
                </a:lnTo>
                <a:lnTo>
                  <a:pt x="9848" y="21"/>
                </a:lnTo>
                <a:lnTo>
                  <a:pt x="11379" y="145"/>
                </a:lnTo>
                <a:lnTo>
                  <a:pt x="13009" y="299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2" name="contour_09320"/>
          <p:cNvSpPr/>
          <p:nvPr/>
        </p:nvSpPr>
        <p:spPr>
          <a:xfrm>
            <a:off x="6671599" y="4401947"/>
            <a:ext cx="51016" cy="512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507"/>
                </a:lnTo>
                <a:lnTo>
                  <a:pt x="13333" y="1013"/>
                </a:lnTo>
                <a:lnTo>
                  <a:pt x="15382" y="1523"/>
                </a:lnTo>
                <a:lnTo>
                  <a:pt x="17440" y="2035"/>
                </a:lnTo>
                <a:lnTo>
                  <a:pt x="19511" y="2551"/>
                </a:lnTo>
                <a:lnTo>
                  <a:pt x="21600" y="3070"/>
                </a:lnTo>
                <a:lnTo>
                  <a:pt x="21436" y="5072"/>
                </a:lnTo>
                <a:lnTo>
                  <a:pt x="21236" y="7036"/>
                </a:lnTo>
                <a:lnTo>
                  <a:pt x="20986" y="8970"/>
                </a:lnTo>
                <a:lnTo>
                  <a:pt x="20674" y="10880"/>
                </a:lnTo>
                <a:lnTo>
                  <a:pt x="20282" y="12774"/>
                </a:lnTo>
                <a:lnTo>
                  <a:pt x="19804" y="14656"/>
                </a:lnTo>
                <a:lnTo>
                  <a:pt x="19218" y="16538"/>
                </a:lnTo>
                <a:lnTo>
                  <a:pt x="18514" y="18420"/>
                </a:lnTo>
                <a:lnTo>
                  <a:pt x="16555" y="19644"/>
                </a:lnTo>
                <a:lnTo>
                  <a:pt x="14620" y="20547"/>
                </a:lnTo>
                <a:lnTo>
                  <a:pt x="12661" y="21155"/>
                </a:lnTo>
                <a:lnTo>
                  <a:pt x="10633" y="21499"/>
                </a:lnTo>
                <a:lnTo>
                  <a:pt x="8486" y="21600"/>
                </a:lnTo>
                <a:lnTo>
                  <a:pt x="6171" y="21489"/>
                </a:lnTo>
                <a:lnTo>
                  <a:pt x="3907" y="19773"/>
                </a:lnTo>
                <a:lnTo>
                  <a:pt x="2506" y="18564"/>
                </a:lnTo>
                <a:lnTo>
                  <a:pt x="1398" y="17281"/>
                </a:lnTo>
                <a:lnTo>
                  <a:pt x="0" y="15350"/>
                </a:lnTo>
                <a:lnTo>
                  <a:pt x="503" y="14901"/>
                </a:lnTo>
                <a:lnTo>
                  <a:pt x="2024" y="13551"/>
                </a:lnTo>
                <a:lnTo>
                  <a:pt x="3317" y="12350"/>
                </a:lnTo>
                <a:lnTo>
                  <a:pt x="4629" y="11128"/>
                </a:lnTo>
                <a:lnTo>
                  <a:pt x="5921" y="9950"/>
                </a:lnTo>
                <a:lnTo>
                  <a:pt x="7233" y="8755"/>
                </a:lnTo>
                <a:lnTo>
                  <a:pt x="8220" y="7429"/>
                </a:lnTo>
                <a:lnTo>
                  <a:pt x="8819" y="6312"/>
                </a:lnTo>
                <a:lnTo>
                  <a:pt x="9128" y="4982"/>
                </a:lnTo>
                <a:lnTo>
                  <a:pt x="9242" y="3018"/>
                </a:lnTo>
                <a:lnTo>
                  <a:pt x="9257" y="0"/>
                </a:lnTo>
                <a:close/>
              </a:path>
            </a:pathLst>
          </a:custGeom>
          <a:solidFill>
            <a:srgbClr val="FA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3" name="contour_09321"/>
          <p:cNvSpPr/>
          <p:nvPr/>
        </p:nvSpPr>
        <p:spPr>
          <a:xfrm>
            <a:off x="4922481" y="4365507"/>
            <a:ext cx="65592" cy="611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2534" y="538"/>
                </a:lnTo>
                <a:lnTo>
                  <a:pt x="2945" y="2163"/>
                </a:lnTo>
                <a:lnTo>
                  <a:pt x="3494" y="3724"/>
                </a:lnTo>
                <a:lnTo>
                  <a:pt x="4061" y="5148"/>
                </a:lnTo>
                <a:lnTo>
                  <a:pt x="4675" y="6474"/>
                </a:lnTo>
                <a:lnTo>
                  <a:pt x="5381" y="7748"/>
                </a:lnTo>
                <a:lnTo>
                  <a:pt x="6209" y="9010"/>
                </a:lnTo>
                <a:lnTo>
                  <a:pt x="7200" y="10300"/>
                </a:lnTo>
                <a:lnTo>
                  <a:pt x="8782" y="10823"/>
                </a:lnTo>
                <a:lnTo>
                  <a:pt x="10358" y="11269"/>
                </a:lnTo>
                <a:lnTo>
                  <a:pt x="11938" y="11647"/>
                </a:lnTo>
                <a:lnTo>
                  <a:pt x="13519" y="11961"/>
                </a:lnTo>
                <a:lnTo>
                  <a:pt x="15110" y="12221"/>
                </a:lnTo>
                <a:lnTo>
                  <a:pt x="16709" y="12435"/>
                </a:lnTo>
                <a:lnTo>
                  <a:pt x="18322" y="12610"/>
                </a:lnTo>
                <a:lnTo>
                  <a:pt x="19951" y="12755"/>
                </a:lnTo>
                <a:lnTo>
                  <a:pt x="21600" y="12876"/>
                </a:lnTo>
                <a:lnTo>
                  <a:pt x="21365" y="14791"/>
                </a:lnTo>
                <a:lnTo>
                  <a:pt x="21122" y="16151"/>
                </a:lnTo>
                <a:lnTo>
                  <a:pt x="20758" y="17325"/>
                </a:lnTo>
                <a:lnTo>
                  <a:pt x="20155" y="18685"/>
                </a:lnTo>
                <a:lnTo>
                  <a:pt x="19200" y="20601"/>
                </a:lnTo>
                <a:lnTo>
                  <a:pt x="17429" y="21118"/>
                </a:lnTo>
                <a:lnTo>
                  <a:pt x="15718" y="21448"/>
                </a:lnTo>
                <a:lnTo>
                  <a:pt x="14042" y="21600"/>
                </a:lnTo>
                <a:lnTo>
                  <a:pt x="12377" y="21582"/>
                </a:lnTo>
                <a:lnTo>
                  <a:pt x="10697" y="21404"/>
                </a:lnTo>
                <a:lnTo>
                  <a:pt x="8981" y="21075"/>
                </a:lnTo>
                <a:lnTo>
                  <a:pt x="7200" y="20601"/>
                </a:lnTo>
                <a:lnTo>
                  <a:pt x="5753" y="19370"/>
                </a:lnTo>
                <a:lnTo>
                  <a:pt x="4474" y="18100"/>
                </a:lnTo>
                <a:lnTo>
                  <a:pt x="3346" y="16769"/>
                </a:lnTo>
                <a:lnTo>
                  <a:pt x="2352" y="15345"/>
                </a:lnTo>
                <a:lnTo>
                  <a:pt x="1474" y="13810"/>
                </a:lnTo>
                <a:lnTo>
                  <a:pt x="696" y="12136"/>
                </a:lnTo>
                <a:lnTo>
                  <a:pt x="0" y="10300"/>
                </a:lnTo>
                <a:lnTo>
                  <a:pt x="130" y="8413"/>
                </a:lnTo>
                <a:lnTo>
                  <a:pt x="374" y="6698"/>
                </a:lnTo>
                <a:lnTo>
                  <a:pt x="732" y="5076"/>
                </a:lnTo>
                <a:lnTo>
                  <a:pt x="1190" y="3469"/>
                </a:lnTo>
                <a:lnTo>
                  <a:pt x="1750" y="1803"/>
                </a:lnTo>
                <a:lnTo>
                  <a:pt x="2400" y="0"/>
                </a:lnTo>
                <a:close/>
              </a:path>
            </a:pathLst>
          </a:custGeom>
          <a:solidFill>
            <a:srgbClr val="2E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4" name="contour_09322"/>
          <p:cNvSpPr/>
          <p:nvPr/>
        </p:nvSpPr>
        <p:spPr>
          <a:xfrm>
            <a:off x="3967754" y="4256187"/>
            <a:ext cx="4358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48" y="0"/>
                </a:moveTo>
                <a:lnTo>
                  <a:pt x="16298" y="1135"/>
                </a:lnTo>
                <a:lnTo>
                  <a:pt x="17894" y="2189"/>
                </a:lnTo>
                <a:lnTo>
                  <a:pt x="19227" y="3220"/>
                </a:lnTo>
                <a:lnTo>
                  <a:pt x="20278" y="4285"/>
                </a:lnTo>
                <a:lnTo>
                  <a:pt x="21037" y="5441"/>
                </a:lnTo>
                <a:lnTo>
                  <a:pt x="21481" y="6747"/>
                </a:lnTo>
                <a:lnTo>
                  <a:pt x="21600" y="8261"/>
                </a:lnTo>
                <a:lnTo>
                  <a:pt x="21123" y="9645"/>
                </a:lnTo>
                <a:lnTo>
                  <a:pt x="20603" y="10996"/>
                </a:lnTo>
                <a:lnTo>
                  <a:pt x="20022" y="12312"/>
                </a:lnTo>
                <a:lnTo>
                  <a:pt x="19357" y="13596"/>
                </a:lnTo>
                <a:lnTo>
                  <a:pt x="18591" y="14843"/>
                </a:lnTo>
                <a:lnTo>
                  <a:pt x="17703" y="16059"/>
                </a:lnTo>
                <a:lnTo>
                  <a:pt x="16680" y="17237"/>
                </a:lnTo>
                <a:lnTo>
                  <a:pt x="15503" y="18382"/>
                </a:lnTo>
                <a:lnTo>
                  <a:pt x="14145" y="19491"/>
                </a:lnTo>
                <a:lnTo>
                  <a:pt x="12599" y="20563"/>
                </a:lnTo>
                <a:lnTo>
                  <a:pt x="10836" y="21600"/>
                </a:lnTo>
                <a:lnTo>
                  <a:pt x="7932" y="21290"/>
                </a:lnTo>
                <a:lnTo>
                  <a:pt x="5917" y="21033"/>
                </a:lnTo>
                <a:lnTo>
                  <a:pt x="4269" y="20734"/>
                </a:lnTo>
                <a:lnTo>
                  <a:pt x="2471" y="20300"/>
                </a:lnTo>
                <a:lnTo>
                  <a:pt x="0" y="19636"/>
                </a:lnTo>
                <a:lnTo>
                  <a:pt x="769" y="18405"/>
                </a:lnTo>
                <a:lnTo>
                  <a:pt x="1553" y="17176"/>
                </a:lnTo>
                <a:lnTo>
                  <a:pt x="2351" y="15951"/>
                </a:lnTo>
                <a:lnTo>
                  <a:pt x="3161" y="14727"/>
                </a:lnTo>
                <a:lnTo>
                  <a:pt x="3746" y="13814"/>
                </a:lnTo>
                <a:lnTo>
                  <a:pt x="4338" y="12897"/>
                </a:lnTo>
                <a:lnTo>
                  <a:pt x="4938" y="11966"/>
                </a:lnTo>
                <a:lnTo>
                  <a:pt x="6072" y="10900"/>
                </a:lnTo>
                <a:lnTo>
                  <a:pt x="7224" y="9818"/>
                </a:lnTo>
                <a:lnTo>
                  <a:pt x="9612" y="9818"/>
                </a:lnTo>
                <a:lnTo>
                  <a:pt x="12014" y="9818"/>
                </a:lnTo>
                <a:lnTo>
                  <a:pt x="14448" y="9818"/>
                </a:lnTo>
                <a:lnTo>
                  <a:pt x="14448" y="8430"/>
                </a:lnTo>
                <a:lnTo>
                  <a:pt x="14448" y="7040"/>
                </a:lnTo>
                <a:lnTo>
                  <a:pt x="14448" y="5645"/>
                </a:lnTo>
                <a:lnTo>
                  <a:pt x="14448" y="4245"/>
                </a:lnTo>
                <a:lnTo>
                  <a:pt x="14448" y="2839"/>
                </a:lnTo>
                <a:lnTo>
                  <a:pt x="14448" y="1426"/>
                </a:lnTo>
                <a:lnTo>
                  <a:pt x="14448" y="0"/>
                </a:lnTo>
                <a:close/>
              </a:path>
            </a:pathLst>
          </a:custGeom>
          <a:solidFill>
            <a:srgbClr val="7F6438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5" name="contour_09323"/>
          <p:cNvSpPr/>
          <p:nvPr/>
        </p:nvSpPr>
        <p:spPr>
          <a:xfrm>
            <a:off x="4922481" y="429991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568" y="2450"/>
                </a:lnTo>
                <a:lnTo>
                  <a:pt x="21470" y="4737"/>
                </a:lnTo>
                <a:lnTo>
                  <a:pt x="21305" y="6903"/>
                </a:lnTo>
                <a:lnTo>
                  <a:pt x="21067" y="8979"/>
                </a:lnTo>
                <a:lnTo>
                  <a:pt x="20758" y="11004"/>
                </a:lnTo>
                <a:lnTo>
                  <a:pt x="20369" y="13009"/>
                </a:lnTo>
                <a:lnTo>
                  <a:pt x="19904" y="15037"/>
                </a:lnTo>
                <a:lnTo>
                  <a:pt x="19354" y="17123"/>
                </a:lnTo>
                <a:lnTo>
                  <a:pt x="18720" y="19298"/>
                </a:lnTo>
                <a:lnTo>
                  <a:pt x="18000" y="21600"/>
                </a:lnTo>
                <a:lnTo>
                  <a:pt x="13838" y="21359"/>
                </a:lnTo>
                <a:lnTo>
                  <a:pt x="10912" y="21125"/>
                </a:lnTo>
                <a:lnTo>
                  <a:pt x="8827" y="20807"/>
                </a:lnTo>
                <a:lnTo>
                  <a:pt x="7178" y="20323"/>
                </a:lnTo>
                <a:lnTo>
                  <a:pt x="5569" y="19588"/>
                </a:lnTo>
                <a:lnTo>
                  <a:pt x="3600" y="18514"/>
                </a:lnTo>
                <a:lnTo>
                  <a:pt x="2830" y="16450"/>
                </a:lnTo>
                <a:lnTo>
                  <a:pt x="2196" y="14423"/>
                </a:lnTo>
                <a:lnTo>
                  <a:pt x="1681" y="12417"/>
                </a:lnTo>
                <a:lnTo>
                  <a:pt x="1271" y="10417"/>
                </a:lnTo>
                <a:lnTo>
                  <a:pt x="936" y="8412"/>
                </a:lnTo>
                <a:lnTo>
                  <a:pt x="662" y="6381"/>
                </a:lnTo>
                <a:lnTo>
                  <a:pt x="428" y="4311"/>
                </a:lnTo>
                <a:lnTo>
                  <a:pt x="212" y="2191"/>
                </a:lnTo>
                <a:lnTo>
                  <a:pt x="0" y="0"/>
                </a:lnTo>
                <a:close/>
              </a:path>
            </a:pathLst>
          </a:custGeom>
          <a:solidFill>
            <a:srgbClr val="8B8A8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6" name="contour_09324"/>
          <p:cNvSpPr/>
          <p:nvPr/>
        </p:nvSpPr>
        <p:spPr>
          <a:xfrm>
            <a:off x="4445846" y="4278051"/>
            <a:ext cx="4664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75" y="0"/>
                </a:moveTo>
                <a:lnTo>
                  <a:pt x="14742" y="1618"/>
                </a:lnTo>
                <a:lnTo>
                  <a:pt x="17003" y="2803"/>
                </a:lnTo>
                <a:lnTo>
                  <a:pt x="18535" y="3754"/>
                </a:lnTo>
                <a:lnTo>
                  <a:pt x="19629" y="4670"/>
                </a:lnTo>
                <a:lnTo>
                  <a:pt x="20554" y="5753"/>
                </a:lnTo>
                <a:lnTo>
                  <a:pt x="21600" y="7200"/>
                </a:lnTo>
                <a:lnTo>
                  <a:pt x="21161" y="8890"/>
                </a:lnTo>
                <a:lnTo>
                  <a:pt x="20625" y="10543"/>
                </a:lnTo>
                <a:lnTo>
                  <a:pt x="20000" y="12166"/>
                </a:lnTo>
                <a:lnTo>
                  <a:pt x="19295" y="13762"/>
                </a:lnTo>
                <a:lnTo>
                  <a:pt x="18515" y="15341"/>
                </a:lnTo>
                <a:lnTo>
                  <a:pt x="17672" y="16908"/>
                </a:lnTo>
                <a:lnTo>
                  <a:pt x="16774" y="18468"/>
                </a:lnTo>
                <a:lnTo>
                  <a:pt x="15832" y="20030"/>
                </a:lnTo>
                <a:lnTo>
                  <a:pt x="14850" y="21600"/>
                </a:lnTo>
                <a:lnTo>
                  <a:pt x="12410" y="21490"/>
                </a:lnTo>
                <a:lnTo>
                  <a:pt x="10088" y="21312"/>
                </a:lnTo>
                <a:lnTo>
                  <a:pt x="7850" y="21031"/>
                </a:lnTo>
                <a:lnTo>
                  <a:pt x="5667" y="20609"/>
                </a:lnTo>
                <a:lnTo>
                  <a:pt x="3510" y="20011"/>
                </a:lnTo>
                <a:lnTo>
                  <a:pt x="1350" y="19200"/>
                </a:lnTo>
                <a:lnTo>
                  <a:pt x="628" y="17443"/>
                </a:lnTo>
                <a:lnTo>
                  <a:pt x="186" y="15734"/>
                </a:lnTo>
                <a:lnTo>
                  <a:pt x="0" y="14057"/>
                </a:lnTo>
                <a:lnTo>
                  <a:pt x="47" y="12384"/>
                </a:lnTo>
                <a:lnTo>
                  <a:pt x="304" y="10699"/>
                </a:lnTo>
                <a:lnTo>
                  <a:pt x="746" y="8978"/>
                </a:lnTo>
                <a:lnTo>
                  <a:pt x="1350" y="7200"/>
                </a:lnTo>
                <a:lnTo>
                  <a:pt x="2848" y="5753"/>
                </a:lnTo>
                <a:lnTo>
                  <a:pt x="4371" y="4481"/>
                </a:lnTo>
                <a:lnTo>
                  <a:pt x="5954" y="3326"/>
                </a:lnTo>
                <a:lnTo>
                  <a:pt x="7641" y="2232"/>
                </a:lnTo>
                <a:lnTo>
                  <a:pt x="9467" y="1142"/>
                </a:lnTo>
                <a:lnTo>
                  <a:pt x="11475" y="0"/>
                </a:lnTo>
                <a:close/>
              </a:path>
            </a:pathLst>
          </a:custGeom>
          <a:solidFill>
            <a:srgbClr val="42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7" name="contour_09325"/>
          <p:cNvSpPr/>
          <p:nvPr/>
        </p:nvSpPr>
        <p:spPr>
          <a:xfrm>
            <a:off x="1825085" y="4154155"/>
            <a:ext cx="1093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0"/>
                </a:moveTo>
                <a:lnTo>
                  <a:pt x="12368" y="739"/>
                </a:lnTo>
                <a:lnTo>
                  <a:pt x="13215" y="1486"/>
                </a:lnTo>
                <a:lnTo>
                  <a:pt x="14062" y="2242"/>
                </a:lnTo>
                <a:lnTo>
                  <a:pt x="14907" y="3007"/>
                </a:lnTo>
                <a:lnTo>
                  <a:pt x="15751" y="3780"/>
                </a:lnTo>
                <a:lnTo>
                  <a:pt x="16537" y="4480"/>
                </a:lnTo>
                <a:lnTo>
                  <a:pt x="17328" y="5188"/>
                </a:lnTo>
                <a:lnTo>
                  <a:pt x="18130" y="5905"/>
                </a:lnTo>
                <a:lnTo>
                  <a:pt x="19319" y="7560"/>
                </a:lnTo>
                <a:lnTo>
                  <a:pt x="20030" y="8878"/>
                </a:lnTo>
                <a:lnTo>
                  <a:pt x="20547" y="10549"/>
                </a:lnTo>
                <a:lnTo>
                  <a:pt x="21155" y="13262"/>
                </a:lnTo>
                <a:lnTo>
                  <a:pt x="21375" y="15258"/>
                </a:lnTo>
                <a:lnTo>
                  <a:pt x="21600" y="17280"/>
                </a:lnTo>
                <a:lnTo>
                  <a:pt x="20615" y="18481"/>
                </a:lnTo>
                <a:lnTo>
                  <a:pt x="19898" y="19306"/>
                </a:lnTo>
                <a:lnTo>
                  <a:pt x="19241" y="19963"/>
                </a:lnTo>
                <a:lnTo>
                  <a:pt x="18438" y="20658"/>
                </a:lnTo>
                <a:lnTo>
                  <a:pt x="17280" y="21600"/>
                </a:lnTo>
                <a:lnTo>
                  <a:pt x="16559" y="20533"/>
                </a:lnTo>
                <a:lnTo>
                  <a:pt x="15837" y="19457"/>
                </a:lnTo>
                <a:lnTo>
                  <a:pt x="15119" y="18373"/>
                </a:lnTo>
                <a:lnTo>
                  <a:pt x="14400" y="17280"/>
                </a:lnTo>
                <a:lnTo>
                  <a:pt x="13419" y="16995"/>
                </a:lnTo>
                <a:lnTo>
                  <a:pt x="12734" y="16857"/>
                </a:lnTo>
                <a:lnTo>
                  <a:pt x="12025" y="16826"/>
                </a:lnTo>
                <a:lnTo>
                  <a:pt x="10968" y="16857"/>
                </a:lnTo>
                <a:lnTo>
                  <a:pt x="10005" y="16878"/>
                </a:lnTo>
                <a:lnTo>
                  <a:pt x="9029" y="16900"/>
                </a:lnTo>
                <a:lnTo>
                  <a:pt x="8031" y="16956"/>
                </a:lnTo>
                <a:lnTo>
                  <a:pt x="7020" y="17012"/>
                </a:lnTo>
                <a:lnTo>
                  <a:pt x="6512" y="17025"/>
                </a:lnTo>
                <a:lnTo>
                  <a:pt x="4978" y="17068"/>
                </a:lnTo>
                <a:lnTo>
                  <a:pt x="3983" y="17103"/>
                </a:lnTo>
                <a:lnTo>
                  <a:pt x="2987" y="17137"/>
                </a:lnTo>
                <a:lnTo>
                  <a:pt x="1992" y="17181"/>
                </a:lnTo>
                <a:lnTo>
                  <a:pt x="995" y="17228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950" y="8281"/>
                </a:lnTo>
                <a:lnTo>
                  <a:pt x="1901" y="7927"/>
                </a:lnTo>
                <a:lnTo>
                  <a:pt x="2853" y="7569"/>
                </a:lnTo>
                <a:lnTo>
                  <a:pt x="3806" y="7214"/>
                </a:lnTo>
                <a:lnTo>
                  <a:pt x="4761" y="6856"/>
                </a:lnTo>
                <a:lnTo>
                  <a:pt x="5717" y="6497"/>
                </a:lnTo>
                <a:lnTo>
                  <a:pt x="6676" y="6139"/>
                </a:lnTo>
                <a:lnTo>
                  <a:pt x="7638" y="5776"/>
                </a:lnTo>
                <a:lnTo>
                  <a:pt x="8603" y="5413"/>
                </a:lnTo>
                <a:lnTo>
                  <a:pt x="9570" y="5050"/>
                </a:lnTo>
                <a:lnTo>
                  <a:pt x="10544" y="4687"/>
                </a:lnTo>
                <a:lnTo>
                  <a:pt x="11520" y="4320"/>
                </a:lnTo>
                <a:lnTo>
                  <a:pt x="11520" y="2177"/>
                </a:lnTo>
                <a:lnTo>
                  <a:pt x="11520" y="0"/>
                </a:lnTo>
                <a:close/>
              </a:path>
            </a:pathLst>
          </a:custGeom>
          <a:solidFill>
            <a:srgbClr val="F3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8" name="contour_09326"/>
          <p:cNvSpPr/>
          <p:nvPr/>
        </p:nvSpPr>
        <p:spPr>
          <a:xfrm>
            <a:off x="4259274" y="4139579"/>
            <a:ext cx="4431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7" y="629"/>
                </a:lnTo>
                <a:lnTo>
                  <a:pt x="4333" y="1261"/>
                </a:lnTo>
                <a:lnTo>
                  <a:pt x="6497" y="1895"/>
                </a:lnTo>
                <a:lnTo>
                  <a:pt x="8660" y="2533"/>
                </a:lnTo>
                <a:lnTo>
                  <a:pt x="10269" y="3002"/>
                </a:lnTo>
                <a:lnTo>
                  <a:pt x="11885" y="3475"/>
                </a:lnTo>
                <a:lnTo>
                  <a:pt x="13530" y="3956"/>
                </a:lnTo>
                <a:lnTo>
                  <a:pt x="16030" y="4833"/>
                </a:lnTo>
                <a:lnTo>
                  <a:pt x="17675" y="5557"/>
                </a:lnTo>
                <a:lnTo>
                  <a:pt x="19192" y="6518"/>
                </a:lnTo>
                <a:lnTo>
                  <a:pt x="21312" y="8100"/>
                </a:lnTo>
                <a:lnTo>
                  <a:pt x="21511" y="10017"/>
                </a:lnTo>
                <a:lnTo>
                  <a:pt x="21600" y="11375"/>
                </a:lnTo>
                <a:lnTo>
                  <a:pt x="21600" y="12828"/>
                </a:lnTo>
                <a:lnTo>
                  <a:pt x="21533" y="15017"/>
                </a:lnTo>
                <a:lnTo>
                  <a:pt x="21483" y="16867"/>
                </a:lnTo>
                <a:lnTo>
                  <a:pt x="21437" y="18741"/>
                </a:lnTo>
                <a:lnTo>
                  <a:pt x="21376" y="20161"/>
                </a:lnTo>
                <a:lnTo>
                  <a:pt x="21312" y="21600"/>
                </a:lnTo>
                <a:lnTo>
                  <a:pt x="18918" y="20984"/>
                </a:lnTo>
                <a:lnTo>
                  <a:pt x="16744" y="20393"/>
                </a:lnTo>
                <a:lnTo>
                  <a:pt x="14730" y="19778"/>
                </a:lnTo>
                <a:lnTo>
                  <a:pt x="12819" y="19094"/>
                </a:lnTo>
                <a:lnTo>
                  <a:pt x="10947" y="18301"/>
                </a:lnTo>
                <a:lnTo>
                  <a:pt x="9065" y="17350"/>
                </a:lnTo>
                <a:lnTo>
                  <a:pt x="7104" y="16200"/>
                </a:lnTo>
                <a:lnTo>
                  <a:pt x="6042" y="14453"/>
                </a:lnTo>
                <a:lnTo>
                  <a:pt x="5069" y="12695"/>
                </a:lnTo>
                <a:lnTo>
                  <a:pt x="4174" y="10930"/>
                </a:lnTo>
                <a:lnTo>
                  <a:pt x="3353" y="9150"/>
                </a:lnTo>
                <a:lnTo>
                  <a:pt x="2597" y="7355"/>
                </a:lnTo>
                <a:lnTo>
                  <a:pt x="1890" y="5546"/>
                </a:lnTo>
                <a:lnTo>
                  <a:pt x="1229" y="3715"/>
                </a:lnTo>
                <a:lnTo>
                  <a:pt x="600" y="1868"/>
                </a:lnTo>
                <a:lnTo>
                  <a:pt x="0" y="0"/>
                </a:lnTo>
                <a:close/>
              </a:path>
            </a:pathLst>
          </a:custGeom>
          <a:solidFill>
            <a:srgbClr val="3B3B3D"/>
          </a:solidFill>
          <a:ln>
            <a:noFill/>
          </a:ln>
        </p:spPr>
        <p:txBody>
          <a:bodyPr/>
          <a:lstStyle/>
          <a:p/>
        </p:txBody>
      </p:sp>
      <p:sp>
        <p:nvSpPr>
          <p:cNvPr id="9329" name="contour_09327"/>
          <p:cNvSpPr/>
          <p:nvPr/>
        </p:nvSpPr>
        <p:spPr>
          <a:xfrm>
            <a:off x="1124781" y="4145533"/>
            <a:ext cx="73536" cy="321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" y="896"/>
                </a:moveTo>
                <a:lnTo>
                  <a:pt x="1576" y="768"/>
                </a:lnTo>
                <a:lnTo>
                  <a:pt x="2958" y="651"/>
                </a:lnTo>
                <a:lnTo>
                  <a:pt x="4339" y="548"/>
                </a:lnTo>
                <a:lnTo>
                  <a:pt x="5722" y="450"/>
                </a:lnTo>
                <a:lnTo>
                  <a:pt x="7105" y="362"/>
                </a:lnTo>
                <a:lnTo>
                  <a:pt x="8488" y="284"/>
                </a:lnTo>
                <a:lnTo>
                  <a:pt x="9663" y="162"/>
                </a:lnTo>
                <a:lnTo>
                  <a:pt x="10854" y="34"/>
                </a:lnTo>
                <a:lnTo>
                  <a:pt x="12446" y="0"/>
                </a:lnTo>
                <a:lnTo>
                  <a:pt x="13855" y="98"/>
                </a:lnTo>
                <a:lnTo>
                  <a:pt x="15133" y="426"/>
                </a:lnTo>
                <a:lnTo>
                  <a:pt x="16336" y="1072"/>
                </a:lnTo>
                <a:lnTo>
                  <a:pt x="17513" y="2124"/>
                </a:lnTo>
                <a:lnTo>
                  <a:pt x="18721" y="3681"/>
                </a:lnTo>
                <a:lnTo>
                  <a:pt x="20012" y="5830"/>
                </a:lnTo>
                <a:lnTo>
                  <a:pt x="20799" y="8238"/>
                </a:lnTo>
                <a:lnTo>
                  <a:pt x="21600" y="10685"/>
                </a:lnTo>
                <a:lnTo>
                  <a:pt x="20491" y="13695"/>
                </a:lnTo>
                <a:lnTo>
                  <a:pt x="19472" y="16147"/>
                </a:lnTo>
                <a:lnTo>
                  <a:pt x="18440" y="18105"/>
                </a:lnTo>
                <a:lnTo>
                  <a:pt x="17293" y="19627"/>
                </a:lnTo>
                <a:lnTo>
                  <a:pt x="15927" y="20773"/>
                </a:lnTo>
                <a:lnTo>
                  <a:pt x="14240" y="21600"/>
                </a:lnTo>
                <a:lnTo>
                  <a:pt x="13136" y="21531"/>
                </a:lnTo>
                <a:lnTo>
                  <a:pt x="12024" y="21463"/>
                </a:lnTo>
                <a:lnTo>
                  <a:pt x="10896" y="21394"/>
                </a:lnTo>
                <a:lnTo>
                  <a:pt x="9792" y="21360"/>
                </a:lnTo>
                <a:lnTo>
                  <a:pt x="8679" y="21331"/>
                </a:lnTo>
                <a:lnTo>
                  <a:pt x="7553" y="21297"/>
                </a:lnTo>
                <a:lnTo>
                  <a:pt x="5407" y="20709"/>
                </a:lnTo>
                <a:lnTo>
                  <a:pt x="3903" y="20185"/>
                </a:lnTo>
                <a:lnTo>
                  <a:pt x="2834" y="19569"/>
                </a:lnTo>
                <a:lnTo>
                  <a:pt x="1995" y="18702"/>
                </a:lnTo>
                <a:lnTo>
                  <a:pt x="1184" y="17425"/>
                </a:lnTo>
                <a:lnTo>
                  <a:pt x="193" y="15580"/>
                </a:lnTo>
                <a:lnTo>
                  <a:pt x="64" y="11791"/>
                </a:lnTo>
                <a:lnTo>
                  <a:pt x="0" y="9133"/>
                </a:lnTo>
                <a:lnTo>
                  <a:pt x="0" y="6901"/>
                </a:lnTo>
                <a:lnTo>
                  <a:pt x="64" y="4390"/>
                </a:lnTo>
                <a:lnTo>
                  <a:pt x="193" y="896"/>
                </a:lnTo>
                <a:close/>
              </a:path>
            </a:pathLst>
          </a:custGeom>
          <a:solidFill>
            <a:srgbClr val="837B7A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0" name="contour_09328"/>
          <p:cNvSpPr/>
          <p:nvPr/>
        </p:nvSpPr>
        <p:spPr>
          <a:xfrm>
            <a:off x="7626326" y="4139579"/>
            <a:ext cx="58304" cy="29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207"/>
                </a:lnTo>
                <a:lnTo>
                  <a:pt x="21600" y="6424"/>
                </a:lnTo>
                <a:lnTo>
                  <a:pt x="21600" y="9653"/>
                </a:lnTo>
                <a:lnTo>
                  <a:pt x="21600" y="12908"/>
                </a:lnTo>
                <a:lnTo>
                  <a:pt x="21600" y="16196"/>
                </a:lnTo>
                <a:lnTo>
                  <a:pt x="19802" y="17216"/>
                </a:lnTo>
                <a:lnTo>
                  <a:pt x="18022" y="18183"/>
                </a:lnTo>
                <a:lnTo>
                  <a:pt x="16249" y="19063"/>
                </a:lnTo>
                <a:lnTo>
                  <a:pt x="14480" y="19845"/>
                </a:lnTo>
                <a:lnTo>
                  <a:pt x="12703" y="20509"/>
                </a:lnTo>
                <a:lnTo>
                  <a:pt x="10913" y="21039"/>
                </a:lnTo>
                <a:lnTo>
                  <a:pt x="9107" y="21406"/>
                </a:lnTo>
                <a:lnTo>
                  <a:pt x="7271" y="21600"/>
                </a:lnTo>
                <a:lnTo>
                  <a:pt x="5400" y="21595"/>
                </a:lnTo>
                <a:lnTo>
                  <a:pt x="4093" y="18782"/>
                </a:lnTo>
                <a:lnTo>
                  <a:pt x="3075" y="16029"/>
                </a:lnTo>
                <a:lnTo>
                  <a:pt x="2282" y="13248"/>
                </a:lnTo>
                <a:lnTo>
                  <a:pt x="1644" y="10349"/>
                </a:lnTo>
                <a:lnTo>
                  <a:pt x="1093" y="7234"/>
                </a:lnTo>
                <a:lnTo>
                  <a:pt x="570" y="3817"/>
                </a:lnTo>
                <a:lnTo>
                  <a:pt x="0" y="0"/>
                </a:lnTo>
                <a:close/>
              </a:path>
            </a:pathLst>
          </a:custGeom>
          <a:solidFill>
            <a:srgbClr val="999899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1" name="contour_09329"/>
          <p:cNvSpPr/>
          <p:nvPr/>
        </p:nvSpPr>
        <p:spPr>
          <a:xfrm>
            <a:off x="10162547" y="3971715"/>
            <a:ext cx="80168" cy="371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0"/>
                </a:moveTo>
                <a:lnTo>
                  <a:pt x="21278" y="3140"/>
                </a:lnTo>
                <a:lnTo>
                  <a:pt x="21017" y="5306"/>
                </a:lnTo>
                <a:lnTo>
                  <a:pt x="20718" y="7238"/>
                </a:lnTo>
                <a:lnTo>
                  <a:pt x="20288" y="9548"/>
                </a:lnTo>
                <a:lnTo>
                  <a:pt x="19636" y="12853"/>
                </a:lnTo>
                <a:lnTo>
                  <a:pt x="18427" y="14273"/>
                </a:lnTo>
                <a:lnTo>
                  <a:pt x="17196" y="15553"/>
                </a:lnTo>
                <a:lnTo>
                  <a:pt x="15947" y="16701"/>
                </a:lnTo>
                <a:lnTo>
                  <a:pt x="14678" y="17718"/>
                </a:lnTo>
                <a:lnTo>
                  <a:pt x="13396" y="18608"/>
                </a:lnTo>
                <a:lnTo>
                  <a:pt x="12096" y="19375"/>
                </a:lnTo>
                <a:lnTo>
                  <a:pt x="10786" y="20024"/>
                </a:lnTo>
                <a:lnTo>
                  <a:pt x="9463" y="20558"/>
                </a:lnTo>
                <a:lnTo>
                  <a:pt x="8129" y="20977"/>
                </a:lnTo>
                <a:lnTo>
                  <a:pt x="6786" y="21286"/>
                </a:lnTo>
                <a:lnTo>
                  <a:pt x="5437" y="21494"/>
                </a:lnTo>
                <a:lnTo>
                  <a:pt x="4082" y="21596"/>
                </a:lnTo>
                <a:lnTo>
                  <a:pt x="2724" y="21600"/>
                </a:lnTo>
                <a:lnTo>
                  <a:pt x="1363" y="21511"/>
                </a:lnTo>
                <a:lnTo>
                  <a:pt x="0" y="21329"/>
                </a:lnTo>
                <a:lnTo>
                  <a:pt x="0" y="18528"/>
                </a:lnTo>
                <a:lnTo>
                  <a:pt x="0" y="15709"/>
                </a:lnTo>
                <a:lnTo>
                  <a:pt x="0" y="12853"/>
                </a:lnTo>
                <a:lnTo>
                  <a:pt x="1249" y="11497"/>
                </a:lnTo>
                <a:lnTo>
                  <a:pt x="2472" y="10251"/>
                </a:lnTo>
                <a:lnTo>
                  <a:pt x="3690" y="9090"/>
                </a:lnTo>
                <a:lnTo>
                  <a:pt x="4919" y="8005"/>
                </a:lnTo>
                <a:lnTo>
                  <a:pt x="6178" y="6967"/>
                </a:lnTo>
                <a:lnTo>
                  <a:pt x="7485" y="5967"/>
                </a:lnTo>
                <a:lnTo>
                  <a:pt x="8538" y="5111"/>
                </a:lnTo>
                <a:lnTo>
                  <a:pt x="9608" y="4246"/>
                </a:lnTo>
                <a:lnTo>
                  <a:pt x="10959" y="3238"/>
                </a:lnTo>
                <a:lnTo>
                  <a:pt x="12273" y="2360"/>
                </a:lnTo>
                <a:lnTo>
                  <a:pt x="13563" y="1610"/>
                </a:lnTo>
                <a:lnTo>
                  <a:pt x="14843" y="996"/>
                </a:lnTo>
                <a:lnTo>
                  <a:pt x="16127" y="525"/>
                </a:lnTo>
                <a:lnTo>
                  <a:pt x="17431" y="195"/>
                </a:lnTo>
                <a:lnTo>
                  <a:pt x="18768" y="21"/>
                </a:lnTo>
                <a:lnTo>
                  <a:pt x="20153" y="0"/>
                </a:lnTo>
                <a:lnTo>
                  <a:pt x="21600" y="140"/>
                </a:lnTo>
                <a:close/>
              </a:path>
            </a:pathLst>
          </a:custGeom>
          <a:solidFill>
            <a:srgbClr val="BCD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2" name="contour_09330"/>
          <p:cNvSpPr/>
          <p:nvPr/>
        </p:nvSpPr>
        <p:spPr>
          <a:xfrm>
            <a:off x="1905252" y="3942803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52" y="396"/>
                </a:lnTo>
                <a:lnTo>
                  <a:pt x="3914" y="763"/>
                </a:lnTo>
                <a:lnTo>
                  <a:pt x="5597" y="1102"/>
                </a:lnTo>
                <a:lnTo>
                  <a:pt x="7119" y="1422"/>
                </a:lnTo>
                <a:lnTo>
                  <a:pt x="8492" y="1732"/>
                </a:lnTo>
                <a:lnTo>
                  <a:pt x="9729" y="2034"/>
                </a:lnTo>
                <a:lnTo>
                  <a:pt x="10845" y="2340"/>
                </a:lnTo>
                <a:lnTo>
                  <a:pt x="11854" y="2657"/>
                </a:lnTo>
                <a:lnTo>
                  <a:pt x="12770" y="2992"/>
                </a:lnTo>
                <a:lnTo>
                  <a:pt x="13608" y="3344"/>
                </a:lnTo>
                <a:lnTo>
                  <a:pt x="14379" y="3733"/>
                </a:lnTo>
                <a:lnTo>
                  <a:pt x="15100" y="4154"/>
                </a:lnTo>
                <a:lnTo>
                  <a:pt x="15785" y="4622"/>
                </a:lnTo>
                <a:lnTo>
                  <a:pt x="16445" y="5141"/>
                </a:lnTo>
                <a:lnTo>
                  <a:pt x="17096" y="5720"/>
                </a:lnTo>
                <a:lnTo>
                  <a:pt x="17754" y="6361"/>
                </a:lnTo>
                <a:lnTo>
                  <a:pt x="18429" y="7078"/>
                </a:lnTo>
                <a:lnTo>
                  <a:pt x="19138" y="7870"/>
                </a:lnTo>
                <a:lnTo>
                  <a:pt x="19892" y="8752"/>
                </a:lnTo>
                <a:lnTo>
                  <a:pt x="20708" y="9727"/>
                </a:lnTo>
                <a:lnTo>
                  <a:pt x="21600" y="10800"/>
                </a:lnTo>
                <a:lnTo>
                  <a:pt x="21254" y="12964"/>
                </a:lnTo>
                <a:lnTo>
                  <a:pt x="20978" y="14432"/>
                </a:lnTo>
                <a:lnTo>
                  <a:pt x="20626" y="15887"/>
                </a:lnTo>
                <a:lnTo>
                  <a:pt x="20057" y="18000"/>
                </a:lnTo>
                <a:lnTo>
                  <a:pt x="19048" y="18101"/>
                </a:lnTo>
                <a:lnTo>
                  <a:pt x="18021" y="18004"/>
                </a:lnTo>
                <a:lnTo>
                  <a:pt x="16981" y="17726"/>
                </a:lnTo>
                <a:lnTo>
                  <a:pt x="15928" y="17291"/>
                </a:lnTo>
                <a:lnTo>
                  <a:pt x="14872" y="16718"/>
                </a:lnTo>
                <a:lnTo>
                  <a:pt x="13812" y="16031"/>
                </a:lnTo>
                <a:lnTo>
                  <a:pt x="12753" y="15250"/>
                </a:lnTo>
                <a:lnTo>
                  <a:pt x="11699" y="14400"/>
                </a:lnTo>
                <a:lnTo>
                  <a:pt x="10655" y="13500"/>
                </a:lnTo>
                <a:lnTo>
                  <a:pt x="9623" y="12568"/>
                </a:lnTo>
                <a:lnTo>
                  <a:pt x="8606" y="11632"/>
                </a:lnTo>
                <a:lnTo>
                  <a:pt x="7609" y="10710"/>
                </a:lnTo>
                <a:lnTo>
                  <a:pt x="6636" y="9828"/>
                </a:lnTo>
                <a:lnTo>
                  <a:pt x="5690" y="9000"/>
                </a:lnTo>
                <a:lnTo>
                  <a:pt x="4851" y="8294"/>
                </a:lnTo>
                <a:lnTo>
                  <a:pt x="3999" y="7578"/>
                </a:lnTo>
                <a:lnTo>
                  <a:pt x="2989" y="6649"/>
                </a:lnTo>
                <a:lnTo>
                  <a:pt x="1986" y="5666"/>
                </a:lnTo>
                <a:lnTo>
                  <a:pt x="991" y="4644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lnTo>
                  <a:pt x="10800" y="18000"/>
                </a:lnTo>
                <a:lnTo>
                  <a:pt x="12584" y="20081"/>
                </a:lnTo>
                <a:lnTo>
                  <a:pt x="13500" y="21150"/>
                </a:lnTo>
                <a:lnTo>
                  <a:pt x="13838" y="21542"/>
                </a:lnTo>
                <a:lnTo>
                  <a:pt x="13886" y="21600"/>
                </a:lnTo>
                <a:lnTo>
                  <a:pt x="10800" y="18000"/>
                </a:lnTo>
                <a:lnTo>
                  <a:pt x="0" y="0"/>
                </a:lnTo>
                <a:close/>
              </a:path>
            </a:pathLst>
          </a:custGeom>
          <a:solidFill>
            <a:srgbClr val="FB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3" name="contour_09331"/>
          <p:cNvSpPr/>
          <p:nvPr/>
        </p:nvSpPr>
        <p:spPr>
          <a:xfrm>
            <a:off x="7531582" y="3687724"/>
            <a:ext cx="87456" cy="376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246" y="2072"/>
                </a:lnTo>
                <a:lnTo>
                  <a:pt x="2693" y="4156"/>
                </a:lnTo>
                <a:lnTo>
                  <a:pt x="3145" y="6249"/>
                </a:lnTo>
                <a:lnTo>
                  <a:pt x="3600" y="8370"/>
                </a:lnTo>
                <a:lnTo>
                  <a:pt x="4709" y="9149"/>
                </a:lnTo>
                <a:lnTo>
                  <a:pt x="5506" y="9588"/>
                </a:lnTo>
                <a:lnTo>
                  <a:pt x="6379" y="9852"/>
                </a:lnTo>
                <a:lnTo>
                  <a:pt x="7713" y="10103"/>
                </a:lnTo>
                <a:lnTo>
                  <a:pt x="8926" y="10346"/>
                </a:lnTo>
                <a:lnTo>
                  <a:pt x="10157" y="10593"/>
                </a:lnTo>
                <a:lnTo>
                  <a:pt x="10793" y="10693"/>
                </a:lnTo>
                <a:lnTo>
                  <a:pt x="12712" y="10986"/>
                </a:lnTo>
                <a:lnTo>
                  <a:pt x="13563" y="11149"/>
                </a:lnTo>
                <a:lnTo>
                  <a:pt x="14420" y="11313"/>
                </a:lnTo>
                <a:lnTo>
                  <a:pt x="15289" y="11476"/>
                </a:lnTo>
                <a:lnTo>
                  <a:pt x="16551" y="11710"/>
                </a:lnTo>
                <a:lnTo>
                  <a:pt x="17813" y="11932"/>
                </a:lnTo>
                <a:lnTo>
                  <a:pt x="19075" y="12150"/>
                </a:lnTo>
                <a:lnTo>
                  <a:pt x="20338" y="12355"/>
                </a:lnTo>
                <a:lnTo>
                  <a:pt x="21600" y="12556"/>
                </a:lnTo>
                <a:lnTo>
                  <a:pt x="20470" y="14594"/>
                </a:lnTo>
                <a:lnTo>
                  <a:pt x="19379" y="16314"/>
                </a:lnTo>
                <a:lnTo>
                  <a:pt x="18315" y="17745"/>
                </a:lnTo>
                <a:lnTo>
                  <a:pt x="17264" y="18905"/>
                </a:lnTo>
                <a:lnTo>
                  <a:pt x="16213" y="19825"/>
                </a:lnTo>
                <a:lnTo>
                  <a:pt x="15149" y="20520"/>
                </a:lnTo>
                <a:lnTo>
                  <a:pt x="14058" y="21022"/>
                </a:lnTo>
                <a:lnTo>
                  <a:pt x="12929" y="21353"/>
                </a:lnTo>
                <a:lnTo>
                  <a:pt x="11749" y="21537"/>
                </a:lnTo>
                <a:lnTo>
                  <a:pt x="10501" y="21600"/>
                </a:lnTo>
                <a:lnTo>
                  <a:pt x="9176" y="21562"/>
                </a:lnTo>
                <a:lnTo>
                  <a:pt x="7762" y="21449"/>
                </a:lnTo>
                <a:lnTo>
                  <a:pt x="7198" y="21420"/>
                </a:lnTo>
                <a:lnTo>
                  <a:pt x="5495" y="21336"/>
                </a:lnTo>
                <a:lnTo>
                  <a:pt x="4396" y="21269"/>
                </a:lnTo>
                <a:lnTo>
                  <a:pt x="3296" y="21194"/>
                </a:lnTo>
                <a:lnTo>
                  <a:pt x="2198" y="21110"/>
                </a:lnTo>
                <a:lnTo>
                  <a:pt x="1098" y="21018"/>
                </a:lnTo>
                <a:lnTo>
                  <a:pt x="0" y="20926"/>
                </a:lnTo>
                <a:lnTo>
                  <a:pt x="223" y="18336"/>
                </a:lnTo>
                <a:lnTo>
                  <a:pt x="446" y="15745"/>
                </a:lnTo>
                <a:lnTo>
                  <a:pt x="670" y="13146"/>
                </a:lnTo>
                <a:lnTo>
                  <a:pt x="893" y="10543"/>
                </a:lnTo>
                <a:lnTo>
                  <a:pt x="1118" y="7927"/>
                </a:lnTo>
                <a:lnTo>
                  <a:pt x="1345" y="5299"/>
                </a:lnTo>
                <a:lnTo>
                  <a:pt x="1571" y="2658"/>
                </a:lnTo>
                <a:lnTo>
                  <a:pt x="1800" y="0"/>
                </a:lnTo>
                <a:close/>
              </a:path>
            </a:pathLst>
          </a:custGeom>
          <a:solidFill>
            <a:srgbClr val="E8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4" name="contour_09332"/>
          <p:cNvSpPr/>
          <p:nvPr/>
        </p:nvSpPr>
        <p:spPr>
          <a:xfrm>
            <a:off x="4762145" y="3702300"/>
            <a:ext cx="109320" cy="376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72" y="356"/>
                </a:lnTo>
                <a:lnTo>
                  <a:pt x="1944" y="720"/>
                </a:lnTo>
                <a:lnTo>
                  <a:pt x="2916" y="1088"/>
                </a:lnTo>
                <a:lnTo>
                  <a:pt x="3888" y="1456"/>
                </a:lnTo>
                <a:lnTo>
                  <a:pt x="4860" y="1833"/>
                </a:lnTo>
                <a:lnTo>
                  <a:pt x="5262" y="1984"/>
                </a:lnTo>
                <a:lnTo>
                  <a:pt x="5970" y="2252"/>
                </a:lnTo>
                <a:lnTo>
                  <a:pt x="7593" y="2863"/>
                </a:lnTo>
                <a:lnTo>
                  <a:pt x="9199" y="3729"/>
                </a:lnTo>
                <a:lnTo>
                  <a:pt x="10320" y="4411"/>
                </a:lnTo>
                <a:lnTo>
                  <a:pt x="11108" y="5064"/>
                </a:lnTo>
                <a:lnTo>
                  <a:pt x="11712" y="5838"/>
                </a:lnTo>
                <a:lnTo>
                  <a:pt x="12279" y="6889"/>
                </a:lnTo>
                <a:lnTo>
                  <a:pt x="12960" y="8370"/>
                </a:lnTo>
                <a:lnTo>
                  <a:pt x="12960" y="11137"/>
                </a:lnTo>
                <a:lnTo>
                  <a:pt x="12960" y="13920"/>
                </a:lnTo>
                <a:lnTo>
                  <a:pt x="12960" y="16741"/>
                </a:lnTo>
                <a:lnTo>
                  <a:pt x="13837" y="16900"/>
                </a:lnTo>
                <a:lnTo>
                  <a:pt x="14715" y="17038"/>
                </a:lnTo>
                <a:lnTo>
                  <a:pt x="15592" y="17159"/>
                </a:lnTo>
                <a:lnTo>
                  <a:pt x="16471" y="17264"/>
                </a:lnTo>
                <a:lnTo>
                  <a:pt x="16962" y="17339"/>
                </a:lnTo>
                <a:lnTo>
                  <a:pt x="18445" y="17557"/>
                </a:lnTo>
                <a:lnTo>
                  <a:pt x="18871" y="17356"/>
                </a:lnTo>
                <a:lnTo>
                  <a:pt x="20160" y="16741"/>
                </a:lnTo>
                <a:lnTo>
                  <a:pt x="20717" y="14238"/>
                </a:lnTo>
                <a:lnTo>
                  <a:pt x="21053" y="12531"/>
                </a:lnTo>
                <a:lnTo>
                  <a:pt x="21302" y="10836"/>
                </a:lnTo>
                <a:lnTo>
                  <a:pt x="21600" y="8370"/>
                </a:lnTo>
                <a:lnTo>
                  <a:pt x="21600" y="10857"/>
                </a:lnTo>
                <a:lnTo>
                  <a:pt x="21600" y="13351"/>
                </a:lnTo>
                <a:lnTo>
                  <a:pt x="21600" y="15854"/>
                </a:lnTo>
                <a:lnTo>
                  <a:pt x="21600" y="18377"/>
                </a:lnTo>
                <a:lnTo>
                  <a:pt x="21600" y="20926"/>
                </a:lnTo>
                <a:lnTo>
                  <a:pt x="20461" y="21140"/>
                </a:lnTo>
                <a:lnTo>
                  <a:pt x="19351" y="21328"/>
                </a:lnTo>
                <a:lnTo>
                  <a:pt x="18265" y="21474"/>
                </a:lnTo>
                <a:lnTo>
                  <a:pt x="17204" y="21571"/>
                </a:lnTo>
                <a:lnTo>
                  <a:pt x="16164" y="21600"/>
                </a:lnTo>
                <a:lnTo>
                  <a:pt x="15146" y="21554"/>
                </a:lnTo>
                <a:lnTo>
                  <a:pt x="14145" y="21416"/>
                </a:lnTo>
                <a:lnTo>
                  <a:pt x="13160" y="21181"/>
                </a:lnTo>
                <a:lnTo>
                  <a:pt x="12190" y="20830"/>
                </a:lnTo>
                <a:lnTo>
                  <a:pt x="11233" y="20353"/>
                </a:lnTo>
                <a:lnTo>
                  <a:pt x="10287" y="19738"/>
                </a:lnTo>
                <a:lnTo>
                  <a:pt x="9350" y="18972"/>
                </a:lnTo>
                <a:lnTo>
                  <a:pt x="8420" y="18043"/>
                </a:lnTo>
                <a:lnTo>
                  <a:pt x="7494" y="16942"/>
                </a:lnTo>
                <a:lnTo>
                  <a:pt x="6572" y="15649"/>
                </a:lnTo>
                <a:lnTo>
                  <a:pt x="5652" y="14159"/>
                </a:lnTo>
                <a:lnTo>
                  <a:pt x="4730" y="12459"/>
                </a:lnTo>
                <a:lnTo>
                  <a:pt x="3807" y="10534"/>
                </a:lnTo>
                <a:lnTo>
                  <a:pt x="2880" y="8370"/>
                </a:lnTo>
                <a:lnTo>
                  <a:pt x="2151" y="6303"/>
                </a:lnTo>
                <a:lnTo>
                  <a:pt x="1428" y="4219"/>
                </a:lnTo>
                <a:lnTo>
                  <a:pt x="711" y="2118"/>
                </a:lnTo>
                <a:lnTo>
                  <a:pt x="0" y="0"/>
                </a:lnTo>
                <a:close/>
              </a:path>
            </a:pathLst>
          </a:custGeom>
          <a:solidFill>
            <a:srgbClr val="E7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5" name="contour_09333"/>
          <p:cNvSpPr/>
          <p:nvPr/>
        </p:nvSpPr>
        <p:spPr>
          <a:xfrm>
            <a:off x="8034453" y="3578047"/>
            <a:ext cx="138472" cy="29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1600" y="2907"/>
                </a:lnTo>
                <a:lnTo>
                  <a:pt x="21600" y="5596"/>
                </a:lnTo>
                <a:lnTo>
                  <a:pt x="21236" y="5788"/>
                </a:lnTo>
                <a:lnTo>
                  <a:pt x="20903" y="5959"/>
                </a:lnTo>
                <a:lnTo>
                  <a:pt x="20576" y="6130"/>
                </a:lnTo>
                <a:lnTo>
                  <a:pt x="20223" y="6316"/>
                </a:lnTo>
                <a:lnTo>
                  <a:pt x="19820" y="6524"/>
                </a:lnTo>
                <a:lnTo>
                  <a:pt x="19335" y="6775"/>
                </a:lnTo>
                <a:lnTo>
                  <a:pt x="18744" y="7084"/>
                </a:lnTo>
                <a:lnTo>
                  <a:pt x="18017" y="7463"/>
                </a:lnTo>
                <a:lnTo>
                  <a:pt x="17127" y="7927"/>
                </a:lnTo>
                <a:lnTo>
                  <a:pt x="16044" y="8493"/>
                </a:lnTo>
                <a:lnTo>
                  <a:pt x="14743" y="9170"/>
                </a:lnTo>
                <a:lnTo>
                  <a:pt x="13193" y="9981"/>
                </a:lnTo>
                <a:lnTo>
                  <a:pt x="11368" y="10931"/>
                </a:lnTo>
                <a:lnTo>
                  <a:pt x="11368" y="14457"/>
                </a:lnTo>
                <a:lnTo>
                  <a:pt x="11368" y="18004"/>
                </a:lnTo>
                <a:lnTo>
                  <a:pt x="11368" y="21600"/>
                </a:lnTo>
                <a:lnTo>
                  <a:pt x="10565" y="21600"/>
                </a:lnTo>
                <a:lnTo>
                  <a:pt x="9760" y="21600"/>
                </a:lnTo>
                <a:lnTo>
                  <a:pt x="8956" y="21600"/>
                </a:lnTo>
                <a:lnTo>
                  <a:pt x="8150" y="21600"/>
                </a:lnTo>
                <a:lnTo>
                  <a:pt x="7344" y="21600"/>
                </a:lnTo>
                <a:lnTo>
                  <a:pt x="6536" y="21600"/>
                </a:lnTo>
                <a:lnTo>
                  <a:pt x="5726" y="21600"/>
                </a:lnTo>
                <a:lnTo>
                  <a:pt x="4916" y="21600"/>
                </a:lnTo>
                <a:lnTo>
                  <a:pt x="4103" y="21600"/>
                </a:lnTo>
                <a:lnTo>
                  <a:pt x="3288" y="21600"/>
                </a:lnTo>
                <a:lnTo>
                  <a:pt x="2470" y="21600"/>
                </a:lnTo>
                <a:lnTo>
                  <a:pt x="1650" y="21600"/>
                </a:lnTo>
                <a:lnTo>
                  <a:pt x="826" y="21600"/>
                </a:lnTo>
                <a:lnTo>
                  <a:pt x="0" y="21600"/>
                </a:lnTo>
                <a:lnTo>
                  <a:pt x="0" y="18954"/>
                </a:lnTo>
                <a:lnTo>
                  <a:pt x="0" y="16265"/>
                </a:lnTo>
                <a:lnTo>
                  <a:pt x="757" y="15076"/>
                </a:lnTo>
                <a:lnTo>
                  <a:pt x="1520" y="13987"/>
                </a:lnTo>
                <a:lnTo>
                  <a:pt x="2290" y="12990"/>
                </a:lnTo>
                <a:lnTo>
                  <a:pt x="3065" y="12067"/>
                </a:lnTo>
                <a:lnTo>
                  <a:pt x="3843" y="11197"/>
                </a:lnTo>
                <a:lnTo>
                  <a:pt x="4622" y="10365"/>
                </a:lnTo>
                <a:lnTo>
                  <a:pt x="5403" y="9554"/>
                </a:lnTo>
                <a:lnTo>
                  <a:pt x="6184" y="8749"/>
                </a:lnTo>
                <a:lnTo>
                  <a:pt x="6963" y="7933"/>
                </a:lnTo>
                <a:lnTo>
                  <a:pt x="7612" y="7191"/>
                </a:lnTo>
                <a:lnTo>
                  <a:pt x="8265" y="6444"/>
                </a:lnTo>
                <a:lnTo>
                  <a:pt x="8926" y="5692"/>
                </a:lnTo>
                <a:lnTo>
                  <a:pt x="9728" y="4855"/>
                </a:lnTo>
                <a:lnTo>
                  <a:pt x="10523" y="4086"/>
                </a:lnTo>
                <a:lnTo>
                  <a:pt x="11313" y="3382"/>
                </a:lnTo>
                <a:lnTo>
                  <a:pt x="12098" y="2747"/>
                </a:lnTo>
                <a:lnTo>
                  <a:pt x="12882" y="2177"/>
                </a:lnTo>
                <a:lnTo>
                  <a:pt x="13663" y="1675"/>
                </a:lnTo>
                <a:lnTo>
                  <a:pt x="14442" y="1238"/>
                </a:lnTo>
                <a:lnTo>
                  <a:pt x="15222" y="870"/>
                </a:lnTo>
                <a:lnTo>
                  <a:pt x="16004" y="565"/>
                </a:lnTo>
                <a:lnTo>
                  <a:pt x="16788" y="325"/>
                </a:lnTo>
                <a:lnTo>
                  <a:pt x="17576" y="155"/>
                </a:lnTo>
                <a:lnTo>
                  <a:pt x="18367" y="43"/>
                </a:lnTo>
                <a:lnTo>
                  <a:pt x="19165" y="0"/>
                </a:lnTo>
                <a:lnTo>
                  <a:pt x="19969" y="21"/>
                </a:lnTo>
                <a:lnTo>
                  <a:pt x="20780" y="112"/>
                </a:lnTo>
                <a:lnTo>
                  <a:pt x="21600" y="261"/>
                </a:lnTo>
                <a:close/>
              </a:path>
            </a:pathLst>
          </a:custGeom>
          <a:solidFill>
            <a:srgbClr val="A0B5BD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6" name="contour_09334"/>
          <p:cNvSpPr/>
          <p:nvPr/>
        </p:nvSpPr>
        <p:spPr>
          <a:xfrm>
            <a:off x="10235427" y="3578134"/>
            <a:ext cx="116608" cy="227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972"/>
                </a:moveTo>
                <a:lnTo>
                  <a:pt x="20725" y="21041"/>
                </a:lnTo>
                <a:lnTo>
                  <a:pt x="19849" y="21110"/>
                </a:lnTo>
                <a:lnTo>
                  <a:pt x="18974" y="21165"/>
                </a:lnTo>
                <a:lnTo>
                  <a:pt x="18098" y="21220"/>
                </a:lnTo>
                <a:lnTo>
                  <a:pt x="17223" y="21269"/>
                </a:lnTo>
                <a:lnTo>
                  <a:pt x="16347" y="21317"/>
                </a:lnTo>
                <a:lnTo>
                  <a:pt x="15472" y="21358"/>
                </a:lnTo>
                <a:lnTo>
                  <a:pt x="14596" y="21400"/>
                </a:lnTo>
                <a:lnTo>
                  <a:pt x="13944" y="21462"/>
                </a:lnTo>
                <a:lnTo>
                  <a:pt x="13288" y="21517"/>
                </a:lnTo>
                <a:lnTo>
                  <a:pt x="12622" y="21579"/>
                </a:lnTo>
                <a:lnTo>
                  <a:pt x="11714" y="21600"/>
                </a:lnTo>
                <a:lnTo>
                  <a:pt x="10801" y="21593"/>
                </a:lnTo>
                <a:lnTo>
                  <a:pt x="9889" y="21538"/>
                </a:lnTo>
                <a:lnTo>
                  <a:pt x="8975" y="21427"/>
                </a:lnTo>
                <a:lnTo>
                  <a:pt x="8061" y="21248"/>
                </a:lnTo>
                <a:lnTo>
                  <a:pt x="7148" y="20979"/>
                </a:lnTo>
                <a:lnTo>
                  <a:pt x="6237" y="20613"/>
                </a:lnTo>
                <a:lnTo>
                  <a:pt x="5330" y="20136"/>
                </a:lnTo>
                <a:lnTo>
                  <a:pt x="4427" y="19521"/>
                </a:lnTo>
                <a:lnTo>
                  <a:pt x="3528" y="18776"/>
                </a:lnTo>
                <a:lnTo>
                  <a:pt x="2634" y="17864"/>
                </a:lnTo>
                <a:lnTo>
                  <a:pt x="1748" y="16787"/>
                </a:lnTo>
                <a:lnTo>
                  <a:pt x="869" y="15523"/>
                </a:lnTo>
                <a:lnTo>
                  <a:pt x="0" y="14066"/>
                </a:lnTo>
                <a:lnTo>
                  <a:pt x="0" y="10641"/>
                </a:lnTo>
                <a:lnTo>
                  <a:pt x="0" y="7161"/>
                </a:lnTo>
                <a:lnTo>
                  <a:pt x="936" y="5331"/>
                </a:lnTo>
                <a:lnTo>
                  <a:pt x="1881" y="3784"/>
                </a:lnTo>
                <a:lnTo>
                  <a:pt x="2834" y="2520"/>
                </a:lnTo>
                <a:lnTo>
                  <a:pt x="3791" y="1519"/>
                </a:lnTo>
                <a:lnTo>
                  <a:pt x="4755" y="773"/>
                </a:lnTo>
                <a:lnTo>
                  <a:pt x="5721" y="283"/>
                </a:lnTo>
                <a:lnTo>
                  <a:pt x="6692" y="28"/>
                </a:lnTo>
                <a:lnTo>
                  <a:pt x="7663" y="0"/>
                </a:lnTo>
                <a:lnTo>
                  <a:pt x="8635" y="200"/>
                </a:lnTo>
                <a:lnTo>
                  <a:pt x="9605" y="608"/>
                </a:lnTo>
                <a:lnTo>
                  <a:pt x="10573" y="1215"/>
                </a:lnTo>
                <a:lnTo>
                  <a:pt x="11538" y="2023"/>
                </a:lnTo>
                <a:lnTo>
                  <a:pt x="12500" y="3011"/>
                </a:lnTo>
                <a:lnTo>
                  <a:pt x="13454" y="4171"/>
                </a:lnTo>
                <a:lnTo>
                  <a:pt x="14403" y="5497"/>
                </a:lnTo>
                <a:lnTo>
                  <a:pt x="15343" y="6981"/>
                </a:lnTo>
                <a:lnTo>
                  <a:pt x="16274" y="8618"/>
                </a:lnTo>
                <a:lnTo>
                  <a:pt x="17195" y="10386"/>
                </a:lnTo>
                <a:lnTo>
                  <a:pt x="18104" y="12285"/>
                </a:lnTo>
                <a:lnTo>
                  <a:pt x="19000" y="14301"/>
                </a:lnTo>
                <a:lnTo>
                  <a:pt x="19881" y="16428"/>
                </a:lnTo>
                <a:lnTo>
                  <a:pt x="20749" y="18651"/>
                </a:lnTo>
                <a:lnTo>
                  <a:pt x="21600" y="20972"/>
                </a:lnTo>
                <a:close/>
              </a:path>
            </a:pathLst>
          </a:custGeom>
          <a:solidFill>
            <a:srgbClr val="A7C1D2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7" name="contour_09335"/>
          <p:cNvSpPr/>
          <p:nvPr/>
        </p:nvSpPr>
        <p:spPr>
          <a:xfrm>
            <a:off x="10621690" y="3542824"/>
            <a:ext cx="72880" cy="42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96" y="3224"/>
                </a:moveTo>
                <a:lnTo>
                  <a:pt x="14723" y="4972"/>
                </a:lnTo>
                <a:lnTo>
                  <a:pt x="15658" y="6735"/>
                </a:lnTo>
                <a:lnTo>
                  <a:pt x="16606" y="8516"/>
                </a:lnTo>
                <a:lnTo>
                  <a:pt x="17025" y="9291"/>
                </a:lnTo>
                <a:lnTo>
                  <a:pt x="17766" y="10657"/>
                </a:lnTo>
                <a:lnTo>
                  <a:pt x="19466" y="13782"/>
                </a:lnTo>
                <a:lnTo>
                  <a:pt x="20170" y="15152"/>
                </a:lnTo>
                <a:lnTo>
                  <a:pt x="20881" y="16532"/>
                </a:lnTo>
                <a:lnTo>
                  <a:pt x="21600" y="17928"/>
                </a:lnTo>
                <a:lnTo>
                  <a:pt x="20174" y="18534"/>
                </a:lnTo>
                <a:lnTo>
                  <a:pt x="18744" y="19140"/>
                </a:lnTo>
                <a:lnTo>
                  <a:pt x="17312" y="19749"/>
                </a:lnTo>
                <a:lnTo>
                  <a:pt x="15872" y="20362"/>
                </a:lnTo>
                <a:lnTo>
                  <a:pt x="14422" y="20979"/>
                </a:lnTo>
                <a:lnTo>
                  <a:pt x="12960" y="21600"/>
                </a:lnTo>
                <a:lnTo>
                  <a:pt x="12960" y="19173"/>
                </a:lnTo>
                <a:lnTo>
                  <a:pt x="12960" y="16731"/>
                </a:lnTo>
                <a:lnTo>
                  <a:pt x="12960" y="14256"/>
                </a:lnTo>
                <a:lnTo>
                  <a:pt x="11534" y="14256"/>
                </a:lnTo>
                <a:lnTo>
                  <a:pt x="10107" y="14256"/>
                </a:lnTo>
                <a:lnTo>
                  <a:pt x="8677" y="14256"/>
                </a:lnTo>
                <a:lnTo>
                  <a:pt x="7245" y="14256"/>
                </a:lnTo>
                <a:lnTo>
                  <a:pt x="5808" y="14256"/>
                </a:lnTo>
                <a:lnTo>
                  <a:pt x="4368" y="14256"/>
                </a:lnTo>
                <a:lnTo>
                  <a:pt x="2918" y="14256"/>
                </a:lnTo>
                <a:lnTo>
                  <a:pt x="1464" y="14256"/>
                </a:lnTo>
                <a:lnTo>
                  <a:pt x="0" y="14256"/>
                </a:lnTo>
                <a:lnTo>
                  <a:pt x="762" y="11990"/>
                </a:lnTo>
                <a:lnTo>
                  <a:pt x="1499" y="9922"/>
                </a:lnTo>
                <a:lnTo>
                  <a:pt x="2246" y="8031"/>
                </a:lnTo>
                <a:lnTo>
                  <a:pt x="3037" y="6298"/>
                </a:lnTo>
                <a:lnTo>
                  <a:pt x="3910" y="4693"/>
                </a:lnTo>
                <a:lnTo>
                  <a:pt x="4897" y="3206"/>
                </a:lnTo>
                <a:lnTo>
                  <a:pt x="6033" y="1810"/>
                </a:lnTo>
                <a:lnTo>
                  <a:pt x="7359" y="485"/>
                </a:lnTo>
                <a:lnTo>
                  <a:pt x="9061" y="66"/>
                </a:lnTo>
                <a:lnTo>
                  <a:pt x="10247" y="0"/>
                </a:lnTo>
                <a:lnTo>
                  <a:pt x="11226" y="415"/>
                </a:lnTo>
                <a:lnTo>
                  <a:pt x="12306" y="1447"/>
                </a:lnTo>
                <a:lnTo>
                  <a:pt x="13796" y="3224"/>
                </a:lnTo>
                <a:close/>
              </a:path>
            </a:pathLst>
          </a:custGeom>
          <a:solidFill>
            <a:srgbClr val="CCE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8" name="contour_09336"/>
          <p:cNvSpPr/>
          <p:nvPr/>
        </p:nvSpPr>
        <p:spPr>
          <a:xfrm>
            <a:off x="7735646" y="3527388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88" y="20974"/>
                </a:lnTo>
                <a:lnTo>
                  <a:pt x="14077" y="20429"/>
                </a:lnTo>
                <a:lnTo>
                  <a:pt x="11519" y="19898"/>
                </a:lnTo>
                <a:lnTo>
                  <a:pt x="9569" y="19315"/>
                </a:lnTo>
                <a:lnTo>
                  <a:pt x="8078" y="18606"/>
                </a:lnTo>
                <a:lnTo>
                  <a:pt x="6900" y="17708"/>
                </a:lnTo>
                <a:lnTo>
                  <a:pt x="5888" y="16541"/>
                </a:lnTo>
                <a:lnTo>
                  <a:pt x="4894" y="15047"/>
                </a:lnTo>
                <a:lnTo>
                  <a:pt x="3774" y="13146"/>
                </a:lnTo>
                <a:lnTo>
                  <a:pt x="2950" y="10748"/>
                </a:lnTo>
                <a:lnTo>
                  <a:pt x="2345" y="8869"/>
                </a:lnTo>
                <a:lnTo>
                  <a:pt x="1771" y="6869"/>
                </a:lnTo>
                <a:lnTo>
                  <a:pt x="1049" y="4126"/>
                </a:lnTo>
                <a:lnTo>
                  <a:pt x="0" y="0"/>
                </a:lnTo>
                <a:close/>
              </a:path>
            </a:pathLst>
          </a:custGeom>
          <a:solidFill>
            <a:srgbClr val="E3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339" name="contour_09337"/>
          <p:cNvSpPr/>
          <p:nvPr/>
        </p:nvSpPr>
        <p:spPr>
          <a:xfrm>
            <a:off x="5746024" y="3543567"/>
            <a:ext cx="87456" cy="49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85"/>
                </a:moveTo>
                <a:lnTo>
                  <a:pt x="20785" y="4377"/>
                </a:lnTo>
                <a:lnTo>
                  <a:pt x="20138" y="5671"/>
                </a:lnTo>
                <a:lnTo>
                  <a:pt x="19321" y="6964"/>
                </a:lnTo>
                <a:lnTo>
                  <a:pt x="18000" y="8857"/>
                </a:lnTo>
                <a:lnTo>
                  <a:pt x="16677" y="8825"/>
                </a:lnTo>
                <a:lnTo>
                  <a:pt x="15714" y="8723"/>
                </a:lnTo>
                <a:lnTo>
                  <a:pt x="14288" y="8458"/>
                </a:lnTo>
                <a:lnTo>
                  <a:pt x="13775" y="8519"/>
                </a:lnTo>
                <a:lnTo>
                  <a:pt x="12870" y="8621"/>
                </a:lnTo>
                <a:lnTo>
                  <a:pt x="10800" y="8857"/>
                </a:lnTo>
                <a:lnTo>
                  <a:pt x="10343" y="10832"/>
                </a:lnTo>
                <a:lnTo>
                  <a:pt x="10012" y="12753"/>
                </a:lnTo>
                <a:lnTo>
                  <a:pt x="9779" y="14684"/>
                </a:lnTo>
                <a:lnTo>
                  <a:pt x="9616" y="16684"/>
                </a:lnTo>
                <a:lnTo>
                  <a:pt x="9491" y="18812"/>
                </a:lnTo>
                <a:lnTo>
                  <a:pt x="9248" y="20195"/>
                </a:lnTo>
                <a:lnTo>
                  <a:pt x="9000" y="21600"/>
                </a:lnTo>
                <a:lnTo>
                  <a:pt x="7810" y="21600"/>
                </a:lnTo>
                <a:lnTo>
                  <a:pt x="6613" y="21600"/>
                </a:lnTo>
                <a:lnTo>
                  <a:pt x="5400" y="21600"/>
                </a:lnTo>
                <a:lnTo>
                  <a:pt x="5400" y="19494"/>
                </a:lnTo>
                <a:lnTo>
                  <a:pt x="5400" y="17376"/>
                </a:lnTo>
                <a:lnTo>
                  <a:pt x="5400" y="15228"/>
                </a:lnTo>
                <a:lnTo>
                  <a:pt x="4061" y="14247"/>
                </a:lnTo>
                <a:lnTo>
                  <a:pt x="3110" y="13591"/>
                </a:lnTo>
                <a:lnTo>
                  <a:pt x="2290" y="13107"/>
                </a:lnTo>
                <a:lnTo>
                  <a:pt x="1339" y="12641"/>
                </a:lnTo>
                <a:lnTo>
                  <a:pt x="0" y="12042"/>
                </a:lnTo>
                <a:lnTo>
                  <a:pt x="1120" y="10927"/>
                </a:lnTo>
                <a:lnTo>
                  <a:pt x="2241" y="9822"/>
                </a:lnTo>
                <a:lnTo>
                  <a:pt x="3364" y="8726"/>
                </a:lnTo>
                <a:lnTo>
                  <a:pt x="4491" y="7633"/>
                </a:lnTo>
                <a:lnTo>
                  <a:pt x="5620" y="6550"/>
                </a:lnTo>
                <a:lnTo>
                  <a:pt x="6750" y="5473"/>
                </a:lnTo>
                <a:lnTo>
                  <a:pt x="7691" y="4518"/>
                </a:lnTo>
                <a:lnTo>
                  <a:pt x="8649" y="3549"/>
                </a:lnTo>
                <a:lnTo>
                  <a:pt x="9958" y="2396"/>
                </a:lnTo>
                <a:lnTo>
                  <a:pt x="11173" y="1478"/>
                </a:lnTo>
                <a:lnTo>
                  <a:pt x="12314" y="787"/>
                </a:lnTo>
                <a:lnTo>
                  <a:pt x="13408" y="315"/>
                </a:lnTo>
                <a:lnTo>
                  <a:pt x="14476" y="57"/>
                </a:lnTo>
                <a:lnTo>
                  <a:pt x="15539" y="0"/>
                </a:lnTo>
                <a:lnTo>
                  <a:pt x="16623" y="137"/>
                </a:lnTo>
                <a:lnTo>
                  <a:pt x="17748" y="465"/>
                </a:lnTo>
                <a:lnTo>
                  <a:pt x="18936" y="968"/>
                </a:lnTo>
                <a:lnTo>
                  <a:pt x="20214" y="1644"/>
                </a:lnTo>
                <a:lnTo>
                  <a:pt x="21600" y="2485"/>
                </a:lnTo>
                <a:close/>
              </a:path>
            </a:pathLst>
          </a:custGeom>
          <a:solidFill>
            <a:srgbClr val="F5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0" name="contour_09338"/>
          <p:cNvSpPr/>
          <p:nvPr/>
        </p:nvSpPr>
        <p:spPr>
          <a:xfrm>
            <a:off x="1533565" y="3523839"/>
            <a:ext cx="94744" cy="32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76" y="14"/>
                </a:moveTo>
                <a:lnTo>
                  <a:pt x="12830" y="313"/>
                </a:lnTo>
                <a:lnTo>
                  <a:pt x="13887" y="727"/>
                </a:lnTo>
                <a:lnTo>
                  <a:pt x="14871" y="1324"/>
                </a:lnTo>
                <a:lnTo>
                  <a:pt x="15810" y="2161"/>
                </a:lnTo>
                <a:lnTo>
                  <a:pt x="16725" y="3298"/>
                </a:lnTo>
                <a:lnTo>
                  <a:pt x="17646" y="4795"/>
                </a:lnTo>
                <a:lnTo>
                  <a:pt x="18594" y="6711"/>
                </a:lnTo>
                <a:lnTo>
                  <a:pt x="19189" y="9108"/>
                </a:lnTo>
                <a:lnTo>
                  <a:pt x="19741" y="11491"/>
                </a:lnTo>
                <a:lnTo>
                  <a:pt x="20254" y="13898"/>
                </a:lnTo>
                <a:lnTo>
                  <a:pt x="20733" y="16362"/>
                </a:lnTo>
                <a:lnTo>
                  <a:pt x="21180" y="18914"/>
                </a:lnTo>
                <a:lnTo>
                  <a:pt x="21600" y="21600"/>
                </a:lnTo>
                <a:lnTo>
                  <a:pt x="20490" y="21032"/>
                </a:lnTo>
                <a:lnTo>
                  <a:pt x="19384" y="20425"/>
                </a:lnTo>
                <a:lnTo>
                  <a:pt x="18277" y="19795"/>
                </a:lnTo>
                <a:lnTo>
                  <a:pt x="17350" y="19289"/>
                </a:lnTo>
                <a:lnTo>
                  <a:pt x="16408" y="18779"/>
                </a:lnTo>
                <a:lnTo>
                  <a:pt x="15687" y="17792"/>
                </a:lnTo>
                <a:lnTo>
                  <a:pt x="14954" y="16786"/>
                </a:lnTo>
                <a:lnTo>
                  <a:pt x="14954" y="13604"/>
                </a:lnTo>
                <a:lnTo>
                  <a:pt x="14954" y="10403"/>
                </a:lnTo>
                <a:lnTo>
                  <a:pt x="14954" y="7158"/>
                </a:lnTo>
                <a:lnTo>
                  <a:pt x="14168" y="8121"/>
                </a:lnTo>
                <a:lnTo>
                  <a:pt x="13370" y="9098"/>
                </a:lnTo>
                <a:lnTo>
                  <a:pt x="12267" y="10393"/>
                </a:lnTo>
                <a:lnTo>
                  <a:pt x="11169" y="11650"/>
                </a:lnTo>
                <a:lnTo>
                  <a:pt x="10072" y="12858"/>
                </a:lnTo>
                <a:lnTo>
                  <a:pt x="8976" y="14018"/>
                </a:lnTo>
                <a:lnTo>
                  <a:pt x="7879" y="15135"/>
                </a:lnTo>
                <a:lnTo>
                  <a:pt x="6777" y="16204"/>
                </a:lnTo>
                <a:lnTo>
                  <a:pt x="5672" y="17224"/>
                </a:lnTo>
                <a:lnTo>
                  <a:pt x="4559" y="18197"/>
                </a:lnTo>
                <a:lnTo>
                  <a:pt x="3438" y="19121"/>
                </a:lnTo>
                <a:lnTo>
                  <a:pt x="2305" y="19997"/>
                </a:lnTo>
                <a:lnTo>
                  <a:pt x="1160" y="20820"/>
                </a:lnTo>
                <a:lnTo>
                  <a:pt x="0" y="21600"/>
                </a:lnTo>
                <a:lnTo>
                  <a:pt x="369" y="16959"/>
                </a:lnTo>
                <a:lnTo>
                  <a:pt x="856" y="13022"/>
                </a:lnTo>
                <a:lnTo>
                  <a:pt x="1457" y="9734"/>
                </a:lnTo>
                <a:lnTo>
                  <a:pt x="2173" y="7038"/>
                </a:lnTo>
                <a:lnTo>
                  <a:pt x="2999" y="4876"/>
                </a:lnTo>
                <a:lnTo>
                  <a:pt x="3933" y="3192"/>
                </a:lnTo>
                <a:lnTo>
                  <a:pt x="4973" y="1935"/>
                </a:lnTo>
                <a:lnTo>
                  <a:pt x="6116" y="1040"/>
                </a:lnTo>
                <a:lnTo>
                  <a:pt x="7361" y="457"/>
                </a:lnTo>
                <a:lnTo>
                  <a:pt x="8705" y="130"/>
                </a:lnTo>
                <a:lnTo>
                  <a:pt x="10144" y="0"/>
                </a:lnTo>
                <a:lnTo>
                  <a:pt x="11676" y="14"/>
                </a:lnTo>
                <a:close/>
              </a:path>
            </a:pathLst>
          </a:custGeom>
          <a:solidFill>
            <a:srgbClr val="9BC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1" name="contour_09339"/>
          <p:cNvSpPr/>
          <p:nvPr/>
        </p:nvSpPr>
        <p:spPr>
          <a:xfrm>
            <a:off x="8522749" y="3484695"/>
            <a:ext cx="102032" cy="36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40"/>
                </a:moveTo>
                <a:lnTo>
                  <a:pt x="19664" y="6975"/>
                </a:lnTo>
                <a:lnTo>
                  <a:pt x="17948" y="9821"/>
                </a:lnTo>
                <a:lnTo>
                  <a:pt x="16430" y="12306"/>
                </a:lnTo>
                <a:lnTo>
                  <a:pt x="15088" y="14446"/>
                </a:lnTo>
                <a:lnTo>
                  <a:pt x="13901" y="16264"/>
                </a:lnTo>
                <a:lnTo>
                  <a:pt x="12847" y="17781"/>
                </a:lnTo>
                <a:lnTo>
                  <a:pt x="11906" y="19011"/>
                </a:lnTo>
                <a:lnTo>
                  <a:pt x="11055" y="19974"/>
                </a:lnTo>
                <a:lnTo>
                  <a:pt x="10271" y="20698"/>
                </a:lnTo>
                <a:lnTo>
                  <a:pt x="9533" y="21195"/>
                </a:lnTo>
                <a:lnTo>
                  <a:pt x="8821" y="21491"/>
                </a:lnTo>
                <a:lnTo>
                  <a:pt x="8112" y="21600"/>
                </a:lnTo>
                <a:lnTo>
                  <a:pt x="7384" y="21543"/>
                </a:lnTo>
                <a:lnTo>
                  <a:pt x="6617" y="21347"/>
                </a:lnTo>
                <a:lnTo>
                  <a:pt x="5787" y="21025"/>
                </a:lnTo>
                <a:lnTo>
                  <a:pt x="4875" y="20597"/>
                </a:lnTo>
                <a:lnTo>
                  <a:pt x="3857" y="20087"/>
                </a:lnTo>
                <a:lnTo>
                  <a:pt x="2885" y="19342"/>
                </a:lnTo>
                <a:lnTo>
                  <a:pt x="1918" y="18553"/>
                </a:lnTo>
                <a:lnTo>
                  <a:pt x="955" y="17716"/>
                </a:lnTo>
                <a:lnTo>
                  <a:pt x="0" y="16818"/>
                </a:lnTo>
                <a:lnTo>
                  <a:pt x="960" y="15379"/>
                </a:lnTo>
                <a:lnTo>
                  <a:pt x="1921" y="13976"/>
                </a:lnTo>
                <a:lnTo>
                  <a:pt x="2885" y="12607"/>
                </a:lnTo>
                <a:lnTo>
                  <a:pt x="3854" y="11277"/>
                </a:lnTo>
                <a:lnTo>
                  <a:pt x="4826" y="9978"/>
                </a:lnTo>
                <a:lnTo>
                  <a:pt x="5804" y="8718"/>
                </a:lnTo>
                <a:lnTo>
                  <a:pt x="6787" y="7494"/>
                </a:lnTo>
                <a:lnTo>
                  <a:pt x="7779" y="6299"/>
                </a:lnTo>
                <a:lnTo>
                  <a:pt x="8777" y="5140"/>
                </a:lnTo>
                <a:lnTo>
                  <a:pt x="9783" y="4015"/>
                </a:lnTo>
                <a:lnTo>
                  <a:pt x="10800" y="2921"/>
                </a:lnTo>
                <a:lnTo>
                  <a:pt x="11126" y="2576"/>
                </a:lnTo>
                <a:lnTo>
                  <a:pt x="11701" y="1962"/>
                </a:lnTo>
                <a:lnTo>
                  <a:pt x="13019" y="558"/>
                </a:lnTo>
                <a:lnTo>
                  <a:pt x="14196" y="126"/>
                </a:lnTo>
                <a:lnTo>
                  <a:pt x="15293" y="0"/>
                </a:lnTo>
                <a:lnTo>
                  <a:pt x="16336" y="148"/>
                </a:lnTo>
                <a:lnTo>
                  <a:pt x="17349" y="532"/>
                </a:lnTo>
                <a:lnTo>
                  <a:pt x="18357" y="1120"/>
                </a:lnTo>
                <a:lnTo>
                  <a:pt x="19384" y="1874"/>
                </a:lnTo>
                <a:lnTo>
                  <a:pt x="20458" y="2759"/>
                </a:lnTo>
                <a:lnTo>
                  <a:pt x="21600" y="3740"/>
                </a:lnTo>
                <a:close/>
              </a:path>
            </a:pathLst>
          </a:custGeom>
          <a:solidFill>
            <a:srgbClr val="8C9DA4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2" name="contour_09340"/>
          <p:cNvSpPr/>
          <p:nvPr/>
        </p:nvSpPr>
        <p:spPr>
          <a:xfrm>
            <a:off x="4135378" y="3474419"/>
            <a:ext cx="87456" cy="383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14" y="103"/>
                </a:moveTo>
                <a:lnTo>
                  <a:pt x="4963" y="29"/>
                </a:lnTo>
                <a:lnTo>
                  <a:pt x="6106" y="0"/>
                </a:lnTo>
                <a:lnTo>
                  <a:pt x="7245" y="4"/>
                </a:lnTo>
                <a:lnTo>
                  <a:pt x="8384" y="45"/>
                </a:lnTo>
                <a:lnTo>
                  <a:pt x="9524" y="115"/>
                </a:lnTo>
                <a:lnTo>
                  <a:pt x="10665" y="213"/>
                </a:lnTo>
                <a:lnTo>
                  <a:pt x="11812" y="328"/>
                </a:lnTo>
                <a:lnTo>
                  <a:pt x="12749" y="385"/>
                </a:lnTo>
                <a:lnTo>
                  <a:pt x="13693" y="439"/>
                </a:lnTo>
                <a:lnTo>
                  <a:pt x="14648" y="496"/>
                </a:lnTo>
                <a:lnTo>
                  <a:pt x="15808" y="574"/>
                </a:lnTo>
                <a:lnTo>
                  <a:pt x="16967" y="660"/>
                </a:lnTo>
                <a:lnTo>
                  <a:pt x="18126" y="759"/>
                </a:lnTo>
                <a:lnTo>
                  <a:pt x="19283" y="861"/>
                </a:lnTo>
                <a:lnTo>
                  <a:pt x="20443" y="976"/>
                </a:lnTo>
                <a:lnTo>
                  <a:pt x="21600" y="1099"/>
                </a:lnTo>
                <a:lnTo>
                  <a:pt x="20457" y="3030"/>
                </a:lnTo>
                <a:lnTo>
                  <a:pt x="19393" y="4719"/>
                </a:lnTo>
                <a:lnTo>
                  <a:pt x="18380" y="6163"/>
                </a:lnTo>
                <a:lnTo>
                  <a:pt x="17383" y="7344"/>
                </a:lnTo>
                <a:lnTo>
                  <a:pt x="16367" y="8258"/>
                </a:lnTo>
                <a:lnTo>
                  <a:pt x="15304" y="8893"/>
                </a:lnTo>
                <a:lnTo>
                  <a:pt x="14155" y="9242"/>
                </a:lnTo>
                <a:lnTo>
                  <a:pt x="12890" y="9295"/>
                </a:lnTo>
                <a:lnTo>
                  <a:pt x="11475" y="9041"/>
                </a:lnTo>
                <a:lnTo>
                  <a:pt x="10091" y="8893"/>
                </a:lnTo>
                <a:lnTo>
                  <a:pt x="9185" y="8869"/>
                </a:lnTo>
                <a:lnTo>
                  <a:pt x="8356" y="9000"/>
                </a:lnTo>
                <a:lnTo>
                  <a:pt x="7200" y="9299"/>
                </a:lnTo>
                <a:lnTo>
                  <a:pt x="6484" y="12350"/>
                </a:lnTo>
                <a:lnTo>
                  <a:pt x="6032" y="14515"/>
                </a:lnTo>
                <a:lnTo>
                  <a:pt x="5758" y="16385"/>
                </a:lnTo>
                <a:lnTo>
                  <a:pt x="5576" y="18549"/>
                </a:lnTo>
                <a:lnTo>
                  <a:pt x="5400" y="21600"/>
                </a:lnTo>
                <a:lnTo>
                  <a:pt x="4203" y="20173"/>
                </a:lnTo>
                <a:lnTo>
                  <a:pt x="3325" y="19074"/>
                </a:lnTo>
                <a:lnTo>
                  <a:pt x="2615" y="18074"/>
                </a:lnTo>
                <a:lnTo>
                  <a:pt x="1924" y="16946"/>
                </a:lnTo>
                <a:lnTo>
                  <a:pt x="1103" y="15466"/>
                </a:lnTo>
                <a:lnTo>
                  <a:pt x="0" y="13400"/>
                </a:lnTo>
                <a:lnTo>
                  <a:pt x="92" y="9968"/>
                </a:lnTo>
                <a:lnTo>
                  <a:pt x="290" y="7048"/>
                </a:lnTo>
                <a:lnTo>
                  <a:pt x="679" y="4617"/>
                </a:lnTo>
                <a:lnTo>
                  <a:pt x="1339" y="2661"/>
                </a:lnTo>
                <a:lnTo>
                  <a:pt x="2358" y="1160"/>
                </a:lnTo>
                <a:lnTo>
                  <a:pt x="3814" y="103"/>
                </a:lnTo>
                <a:close/>
              </a:path>
            </a:pathLst>
          </a:custGeom>
          <a:solidFill>
            <a:srgbClr val="DFEC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3" name="contour_09341"/>
          <p:cNvSpPr/>
          <p:nvPr/>
        </p:nvSpPr>
        <p:spPr>
          <a:xfrm>
            <a:off x="11386929" y="3447220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20054" y="1361"/>
                </a:lnTo>
                <a:lnTo>
                  <a:pt x="20590" y="2376"/>
                </a:lnTo>
                <a:lnTo>
                  <a:pt x="21029" y="3553"/>
                </a:lnTo>
                <a:lnTo>
                  <a:pt x="21600" y="5400"/>
                </a:lnTo>
                <a:lnTo>
                  <a:pt x="20818" y="7052"/>
                </a:lnTo>
                <a:lnTo>
                  <a:pt x="19968" y="8686"/>
                </a:lnTo>
                <a:lnTo>
                  <a:pt x="19054" y="10290"/>
                </a:lnTo>
                <a:lnTo>
                  <a:pt x="18067" y="11845"/>
                </a:lnTo>
                <a:lnTo>
                  <a:pt x="17014" y="13341"/>
                </a:lnTo>
                <a:lnTo>
                  <a:pt x="15893" y="14766"/>
                </a:lnTo>
                <a:lnTo>
                  <a:pt x="14700" y="16108"/>
                </a:lnTo>
                <a:lnTo>
                  <a:pt x="13435" y="17353"/>
                </a:lnTo>
                <a:lnTo>
                  <a:pt x="12101" y="18490"/>
                </a:lnTo>
                <a:lnTo>
                  <a:pt x="10694" y="19499"/>
                </a:lnTo>
                <a:lnTo>
                  <a:pt x="9216" y="20377"/>
                </a:lnTo>
                <a:lnTo>
                  <a:pt x="7906" y="20731"/>
                </a:lnTo>
                <a:lnTo>
                  <a:pt x="6895" y="20971"/>
                </a:lnTo>
                <a:lnTo>
                  <a:pt x="5861" y="21157"/>
                </a:lnTo>
                <a:lnTo>
                  <a:pt x="4471" y="21346"/>
                </a:lnTo>
                <a:lnTo>
                  <a:pt x="2400" y="21600"/>
                </a:lnTo>
                <a:lnTo>
                  <a:pt x="1445" y="19834"/>
                </a:lnTo>
                <a:lnTo>
                  <a:pt x="842" y="18530"/>
                </a:lnTo>
                <a:lnTo>
                  <a:pt x="478" y="17299"/>
                </a:lnTo>
                <a:lnTo>
                  <a:pt x="235" y="15752"/>
                </a:lnTo>
                <a:lnTo>
                  <a:pt x="0" y="13500"/>
                </a:lnTo>
                <a:lnTo>
                  <a:pt x="1226" y="12396"/>
                </a:lnTo>
                <a:lnTo>
                  <a:pt x="2491" y="11367"/>
                </a:lnTo>
                <a:lnTo>
                  <a:pt x="3787" y="10409"/>
                </a:lnTo>
                <a:lnTo>
                  <a:pt x="5112" y="9507"/>
                </a:lnTo>
                <a:lnTo>
                  <a:pt x="6461" y="8645"/>
                </a:lnTo>
                <a:lnTo>
                  <a:pt x="7826" y="7816"/>
                </a:lnTo>
                <a:lnTo>
                  <a:pt x="9209" y="7009"/>
                </a:lnTo>
                <a:lnTo>
                  <a:pt x="10601" y="6207"/>
                </a:lnTo>
                <a:lnTo>
                  <a:pt x="12000" y="5400"/>
                </a:lnTo>
                <a:lnTo>
                  <a:pt x="13097" y="4614"/>
                </a:lnTo>
                <a:lnTo>
                  <a:pt x="14189" y="3821"/>
                </a:lnTo>
                <a:lnTo>
                  <a:pt x="15274" y="3013"/>
                </a:lnTo>
                <a:lnTo>
                  <a:pt x="16349" y="2192"/>
                </a:lnTo>
                <a:lnTo>
                  <a:pt x="17290" y="1469"/>
                </a:lnTo>
                <a:lnTo>
                  <a:pt x="18240" y="740"/>
                </a:lnTo>
                <a:lnTo>
                  <a:pt x="19200" y="0"/>
                </a:lnTo>
                <a:close/>
              </a:path>
            </a:pathLst>
          </a:custGeom>
          <a:solidFill>
            <a:srgbClr val="C8DEED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4" name="contour_09342"/>
          <p:cNvSpPr/>
          <p:nvPr/>
        </p:nvSpPr>
        <p:spPr>
          <a:xfrm>
            <a:off x="4944345" y="3454508"/>
            <a:ext cx="58384" cy="38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85" y="0"/>
                </a:moveTo>
                <a:lnTo>
                  <a:pt x="12716" y="54"/>
                </a:lnTo>
                <a:lnTo>
                  <a:pt x="14552" y="417"/>
                </a:lnTo>
                <a:lnTo>
                  <a:pt x="16321" y="1053"/>
                </a:lnTo>
                <a:lnTo>
                  <a:pt x="18057" y="1912"/>
                </a:lnTo>
                <a:lnTo>
                  <a:pt x="19796" y="2952"/>
                </a:lnTo>
                <a:lnTo>
                  <a:pt x="21570" y="4129"/>
                </a:lnTo>
                <a:lnTo>
                  <a:pt x="21600" y="7243"/>
                </a:lnTo>
                <a:lnTo>
                  <a:pt x="21516" y="10133"/>
                </a:lnTo>
                <a:lnTo>
                  <a:pt x="21260" y="12858"/>
                </a:lnTo>
                <a:lnTo>
                  <a:pt x="20772" y="15480"/>
                </a:lnTo>
                <a:lnTo>
                  <a:pt x="19998" y="18057"/>
                </a:lnTo>
                <a:lnTo>
                  <a:pt x="18874" y="20646"/>
                </a:lnTo>
                <a:lnTo>
                  <a:pt x="16973" y="21059"/>
                </a:lnTo>
                <a:lnTo>
                  <a:pt x="15083" y="21344"/>
                </a:lnTo>
                <a:lnTo>
                  <a:pt x="13201" y="21522"/>
                </a:lnTo>
                <a:lnTo>
                  <a:pt x="11324" y="21600"/>
                </a:lnTo>
                <a:lnTo>
                  <a:pt x="9451" y="21588"/>
                </a:lnTo>
                <a:lnTo>
                  <a:pt x="7574" y="21501"/>
                </a:lnTo>
                <a:lnTo>
                  <a:pt x="5695" y="21352"/>
                </a:lnTo>
                <a:lnTo>
                  <a:pt x="3807" y="21154"/>
                </a:lnTo>
                <a:lnTo>
                  <a:pt x="1909" y="20915"/>
                </a:lnTo>
                <a:lnTo>
                  <a:pt x="0" y="20646"/>
                </a:lnTo>
                <a:lnTo>
                  <a:pt x="1265" y="19895"/>
                </a:lnTo>
                <a:lnTo>
                  <a:pt x="2548" y="19131"/>
                </a:lnTo>
                <a:lnTo>
                  <a:pt x="4317" y="17264"/>
                </a:lnTo>
                <a:lnTo>
                  <a:pt x="5525" y="15406"/>
                </a:lnTo>
                <a:lnTo>
                  <a:pt x="6371" y="13342"/>
                </a:lnTo>
                <a:lnTo>
                  <a:pt x="7048" y="10860"/>
                </a:lnTo>
                <a:lnTo>
                  <a:pt x="7752" y="7742"/>
                </a:lnTo>
                <a:lnTo>
                  <a:pt x="8534" y="5100"/>
                </a:lnTo>
                <a:lnTo>
                  <a:pt x="9111" y="3411"/>
                </a:lnTo>
                <a:lnTo>
                  <a:pt x="9766" y="1953"/>
                </a:lnTo>
                <a:lnTo>
                  <a:pt x="10785" y="0"/>
                </a:lnTo>
                <a:close/>
              </a:path>
            </a:pathLst>
          </a:custGeom>
          <a:solidFill>
            <a:srgbClr val="9EAEB5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5" name="contour_09343"/>
          <p:cNvSpPr/>
          <p:nvPr/>
        </p:nvSpPr>
        <p:spPr>
          <a:xfrm>
            <a:off x="8690373" y="3432644"/>
            <a:ext cx="58304" cy="50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753" y="2116"/>
                </a:lnTo>
                <a:lnTo>
                  <a:pt x="20320" y="3663"/>
                </a:lnTo>
                <a:lnTo>
                  <a:pt x="20731" y="5090"/>
                </a:lnTo>
                <a:lnTo>
                  <a:pt x="21114" y="6849"/>
                </a:lnTo>
                <a:lnTo>
                  <a:pt x="21600" y="9391"/>
                </a:lnTo>
                <a:lnTo>
                  <a:pt x="20396" y="11254"/>
                </a:lnTo>
                <a:lnTo>
                  <a:pt x="19478" y="12553"/>
                </a:lnTo>
                <a:lnTo>
                  <a:pt x="18554" y="13624"/>
                </a:lnTo>
                <a:lnTo>
                  <a:pt x="17334" y="14804"/>
                </a:lnTo>
                <a:lnTo>
                  <a:pt x="15525" y="16435"/>
                </a:lnTo>
                <a:lnTo>
                  <a:pt x="14999" y="16933"/>
                </a:lnTo>
                <a:lnTo>
                  <a:pt x="14070" y="17806"/>
                </a:lnTo>
                <a:lnTo>
                  <a:pt x="11939" y="19809"/>
                </a:lnTo>
                <a:lnTo>
                  <a:pt x="10030" y="20830"/>
                </a:lnTo>
                <a:lnTo>
                  <a:pt x="8640" y="21406"/>
                </a:lnTo>
                <a:lnTo>
                  <a:pt x="7371" y="21600"/>
                </a:lnTo>
                <a:lnTo>
                  <a:pt x="5818" y="21469"/>
                </a:lnTo>
                <a:lnTo>
                  <a:pt x="3586" y="21080"/>
                </a:lnTo>
                <a:lnTo>
                  <a:pt x="2400" y="20323"/>
                </a:lnTo>
                <a:lnTo>
                  <a:pt x="1210" y="19559"/>
                </a:lnTo>
                <a:lnTo>
                  <a:pt x="0" y="18783"/>
                </a:lnTo>
                <a:lnTo>
                  <a:pt x="0" y="16713"/>
                </a:lnTo>
                <a:lnTo>
                  <a:pt x="0" y="14632"/>
                </a:lnTo>
                <a:lnTo>
                  <a:pt x="0" y="12522"/>
                </a:lnTo>
                <a:lnTo>
                  <a:pt x="1558" y="11285"/>
                </a:lnTo>
                <a:lnTo>
                  <a:pt x="3097" y="10118"/>
                </a:lnTo>
                <a:lnTo>
                  <a:pt x="4639" y="9003"/>
                </a:lnTo>
                <a:lnTo>
                  <a:pt x="6197" y="7936"/>
                </a:lnTo>
                <a:lnTo>
                  <a:pt x="7795" y="6893"/>
                </a:lnTo>
                <a:lnTo>
                  <a:pt x="9450" y="5870"/>
                </a:lnTo>
                <a:lnTo>
                  <a:pt x="10805" y="5012"/>
                </a:lnTo>
                <a:lnTo>
                  <a:pt x="12182" y="4145"/>
                </a:lnTo>
                <a:lnTo>
                  <a:pt x="13856" y="3099"/>
                </a:lnTo>
                <a:lnTo>
                  <a:pt x="15533" y="2060"/>
                </a:lnTo>
                <a:lnTo>
                  <a:pt x="17215" y="1027"/>
                </a:lnTo>
                <a:lnTo>
                  <a:pt x="18900" y="0"/>
                </a:lnTo>
                <a:close/>
              </a:path>
            </a:pathLst>
          </a:custGeom>
          <a:solidFill>
            <a:srgbClr val="8F9496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6" name="contour_09344"/>
          <p:cNvSpPr/>
          <p:nvPr/>
        </p:nvSpPr>
        <p:spPr>
          <a:xfrm>
            <a:off x="5184849" y="3433074"/>
            <a:ext cx="109320" cy="287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1" y="2077"/>
                </a:moveTo>
                <a:lnTo>
                  <a:pt x="14036" y="2362"/>
                </a:lnTo>
                <a:lnTo>
                  <a:pt x="14846" y="2647"/>
                </a:lnTo>
                <a:lnTo>
                  <a:pt x="15667" y="2943"/>
                </a:lnTo>
                <a:lnTo>
                  <a:pt x="16656" y="3294"/>
                </a:lnTo>
                <a:lnTo>
                  <a:pt x="17646" y="3656"/>
                </a:lnTo>
                <a:lnTo>
                  <a:pt x="18635" y="4023"/>
                </a:lnTo>
                <a:lnTo>
                  <a:pt x="19623" y="4396"/>
                </a:lnTo>
                <a:lnTo>
                  <a:pt x="20611" y="4774"/>
                </a:lnTo>
                <a:lnTo>
                  <a:pt x="21600" y="5157"/>
                </a:lnTo>
                <a:lnTo>
                  <a:pt x="21600" y="7876"/>
                </a:lnTo>
                <a:lnTo>
                  <a:pt x="21600" y="10638"/>
                </a:lnTo>
                <a:lnTo>
                  <a:pt x="20624" y="11208"/>
                </a:lnTo>
                <a:lnTo>
                  <a:pt x="19649" y="11778"/>
                </a:lnTo>
                <a:lnTo>
                  <a:pt x="18672" y="12354"/>
                </a:lnTo>
                <a:lnTo>
                  <a:pt x="17696" y="12924"/>
                </a:lnTo>
                <a:lnTo>
                  <a:pt x="16720" y="13494"/>
                </a:lnTo>
                <a:lnTo>
                  <a:pt x="15742" y="14069"/>
                </a:lnTo>
                <a:lnTo>
                  <a:pt x="14763" y="14639"/>
                </a:lnTo>
                <a:lnTo>
                  <a:pt x="13782" y="15215"/>
                </a:lnTo>
                <a:lnTo>
                  <a:pt x="12802" y="15790"/>
                </a:lnTo>
                <a:lnTo>
                  <a:pt x="11818" y="16366"/>
                </a:lnTo>
                <a:lnTo>
                  <a:pt x="10835" y="16941"/>
                </a:lnTo>
                <a:lnTo>
                  <a:pt x="9848" y="17517"/>
                </a:lnTo>
                <a:lnTo>
                  <a:pt x="8859" y="18098"/>
                </a:lnTo>
                <a:lnTo>
                  <a:pt x="7868" y="18679"/>
                </a:lnTo>
                <a:lnTo>
                  <a:pt x="6876" y="19260"/>
                </a:lnTo>
                <a:lnTo>
                  <a:pt x="5881" y="19841"/>
                </a:lnTo>
                <a:lnTo>
                  <a:pt x="4883" y="20422"/>
                </a:lnTo>
                <a:lnTo>
                  <a:pt x="3882" y="21008"/>
                </a:lnTo>
                <a:lnTo>
                  <a:pt x="2880" y="21600"/>
                </a:lnTo>
                <a:lnTo>
                  <a:pt x="2880" y="17977"/>
                </a:lnTo>
                <a:lnTo>
                  <a:pt x="2880" y="14332"/>
                </a:lnTo>
                <a:lnTo>
                  <a:pt x="2880" y="10638"/>
                </a:lnTo>
                <a:lnTo>
                  <a:pt x="2025" y="8627"/>
                </a:lnTo>
                <a:lnTo>
                  <a:pt x="1440" y="7383"/>
                </a:lnTo>
                <a:lnTo>
                  <a:pt x="854" y="6402"/>
                </a:lnTo>
                <a:lnTo>
                  <a:pt x="0" y="5157"/>
                </a:lnTo>
                <a:lnTo>
                  <a:pt x="1004" y="3524"/>
                </a:lnTo>
                <a:lnTo>
                  <a:pt x="2006" y="2253"/>
                </a:lnTo>
                <a:lnTo>
                  <a:pt x="3005" y="1293"/>
                </a:lnTo>
                <a:lnTo>
                  <a:pt x="4005" y="625"/>
                </a:lnTo>
                <a:lnTo>
                  <a:pt x="5004" y="208"/>
                </a:lnTo>
                <a:lnTo>
                  <a:pt x="6008" y="11"/>
                </a:lnTo>
                <a:lnTo>
                  <a:pt x="7014" y="0"/>
                </a:lnTo>
                <a:lnTo>
                  <a:pt x="8027" y="148"/>
                </a:lnTo>
                <a:lnTo>
                  <a:pt x="9046" y="422"/>
                </a:lnTo>
                <a:lnTo>
                  <a:pt x="10076" y="784"/>
                </a:lnTo>
                <a:lnTo>
                  <a:pt x="11114" y="1200"/>
                </a:lnTo>
                <a:lnTo>
                  <a:pt x="12165" y="1639"/>
                </a:lnTo>
                <a:lnTo>
                  <a:pt x="13231" y="2077"/>
                </a:lnTo>
                <a:close/>
              </a:path>
            </a:pathLst>
          </a:custGeom>
          <a:solidFill>
            <a:srgbClr val="B0BFC6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7" name="contour_09345"/>
          <p:cNvSpPr/>
          <p:nvPr/>
        </p:nvSpPr>
        <p:spPr>
          <a:xfrm>
            <a:off x="3537763" y="3425356"/>
            <a:ext cx="58304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849" y="779"/>
                </a:lnTo>
                <a:lnTo>
                  <a:pt x="6750" y="1644"/>
                </a:lnTo>
                <a:lnTo>
                  <a:pt x="8448" y="2625"/>
                </a:lnTo>
                <a:lnTo>
                  <a:pt x="9982" y="3748"/>
                </a:lnTo>
                <a:lnTo>
                  <a:pt x="11397" y="5048"/>
                </a:lnTo>
                <a:lnTo>
                  <a:pt x="12736" y="6557"/>
                </a:lnTo>
                <a:lnTo>
                  <a:pt x="14037" y="8299"/>
                </a:lnTo>
                <a:lnTo>
                  <a:pt x="15347" y="10308"/>
                </a:lnTo>
                <a:lnTo>
                  <a:pt x="16708" y="12617"/>
                </a:lnTo>
                <a:lnTo>
                  <a:pt x="17636" y="14232"/>
                </a:lnTo>
                <a:lnTo>
                  <a:pt x="18573" y="15858"/>
                </a:lnTo>
                <a:lnTo>
                  <a:pt x="19521" y="17502"/>
                </a:lnTo>
                <a:lnTo>
                  <a:pt x="20037" y="18437"/>
                </a:lnTo>
                <a:lnTo>
                  <a:pt x="21600" y="21253"/>
                </a:lnTo>
                <a:lnTo>
                  <a:pt x="20048" y="21306"/>
                </a:lnTo>
                <a:lnTo>
                  <a:pt x="18495" y="21356"/>
                </a:lnTo>
                <a:lnTo>
                  <a:pt x="16942" y="21398"/>
                </a:lnTo>
                <a:lnTo>
                  <a:pt x="15390" y="21437"/>
                </a:lnTo>
                <a:lnTo>
                  <a:pt x="13838" y="21472"/>
                </a:lnTo>
                <a:lnTo>
                  <a:pt x="13195" y="21490"/>
                </a:lnTo>
                <a:lnTo>
                  <a:pt x="12064" y="21526"/>
                </a:lnTo>
                <a:lnTo>
                  <a:pt x="9472" y="21600"/>
                </a:lnTo>
                <a:lnTo>
                  <a:pt x="6745" y="21352"/>
                </a:lnTo>
                <a:lnTo>
                  <a:pt x="4828" y="21090"/>
                </a:lnTo>
                <a:lnTo>
                  <a:pt x="3459" y="20700"/>
                </a:lnTo>
                <a:lnTo>
                  <a:pt x="2373" y="20080"/>
                </a:lnTo>
                <a:lnTo>
                  <a:pt x="1307" y="19120"/>
                </a:lnTo>
                <a:lnTo>
                  <a:pt x="0" y="17711"/>
                </a:lnTo>
                <a:lnTo>
                  <a:pt x="51" y="15196"/>
                </a:lnTo>
                <a:lnTo>
                  <a:pt x="173" y="13411"/>
                </a:lnTo>
                <a:lnTo>
                  <a:pt x="462" y="11508"/>
                </a:lnTo>
                <a:lnTo>
                  <a:pt x="1012" y="8636"/>
                </a:lnTo>
                <a:lnTo>
                  <a:pt x="1463" y="6209"/>
                </a:lnTo>
                <a:lnTo>
                  <a:pt x="1920" y="3751"/>
                </a:lnTo>
                <a:lnTo>
                  <a:pt x="2306" y="1888"/>
                </a:lnTo>
                <a:lnTo>
                  <a:pt x="2700" y="0"/>
                </a:lnTo>
                <a:close/>
              </a:path>
            </a:pathLst>
          </a:custGeom>
          <a:solidFill>
            <a:srgbClr val="E1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8" name="contour_09346"/>
          <p:cNvSpPr/>
          <p:nvPr/>
        </p:nvSpPr>
        <p:spPr>
          <a:xfrm>
            <a:off x="8530037" y="3399316"/>
            <a:ext cx="94744" cy="62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44"/>
                </a:moveTo>
                <a:lnTo>
                  <a:pt x="2296" y="1106"/>
                </a:lnTo>
                <a:lnTo>
                  <a:pt x="4312" y="811"/>
                </a:lnTo>
                <a:lnTo>
                  <a:pt x="6076" y="564"/>
                </a:lnTo>
                <a:lnTo>
                  <a:pt x="7616" y="360"/>
                </a:lnTo>
                <a:lnTo>
                  <a:pt x="8957" y="204"/>
                </a:lnTo>
                <a:lnTo>
                  <a:pt x="10127" y="91"/>
                </a:lnTo>
                <a:lnTo>
                  <a:pt x="11152" y="23"/>
                </a:lnTo>
                <a:lnTo>
                  <a:pt x="12059" y="0"/>
                </a:lnTo>
                <a:lnTo>
                  <a:pt x="12875" y="23"/>
                </a:lnTo>
                <a:lnTo>
                  <a:pt x="13626" y="91"/>
                </a:lnTo>
                <a:lnTo>
                  <a:pt x="14339" y="204"/>
                </a:lnTo>
                <a:lnTo>
                  <a:pt x="15042" y="360"/>
                </a:lnTo>
                <a:lnTo>
                  <a:pt x="15760" y="564"/>
                </a:lnTo>
                <a:lnTo>
                  <a:pt x="16521" y="811"/>
                </a:lnTo>
                <a:lnTo>
                  <a:pt x="17351" y="1106"/>
                </a:lnTo>
                <a:lnTo>
                  <a:pt x="18277" y="1444"/>
                </a:lnTo>
                <a:lnTo>
                  <a:pt x="19098" y="2988"/>
                </a:lnTo>
                <a:lnTo>
                  <a:pt x="19769" y="4525"/>
                </a:lnTo>
                <a:lnTo>
                  <a:pt x="20306" y="6075"/>
                </a:lnTo>
                <a:lnTo>
                  <a:pt x="20724" y="7654"/>
                </a:lnTo>
                <a:lnTo>
                  <a:pt x="21040" y="9277"/>
                </a:lnTo>
                <a:lnTo>
                  <a:pt x="21269" y="10963"/>
                </a:lnTo>
                <a:lnTo>
                  <a:pt x="21429" y="12729"/>
                </a:lnTo>
                <a:lnTo>
                  <a:pt x="21534" y="14588"/>
                </a:lnTo>
                <a:lnTo>
                  <a:pt x="21600" y="16561"/>
                </a:lnTo>
                <a:lnTo>
                  <a:pt x="21178" y="16881"/>
                </a:lnTo>
                <a:lnTo>
                  <a:pt x="20774" y="17188"/>
                </a:lnTo>
                <a:lnTo>
                  <a:pt x="20271" y="17569"/>
                </a:lnTo>
                <a:lnTo>
                  <a:pt x="19555" y="18113"/>
                </a:lnTo>
                <a:lnTo>
                  <a:pt x="18506" y="18907"/>
                </a:lnTo>
                <a:lnTo>
                  <a:pt x="17012" y="20040"/>
                </a:lnTo>
                <a:lnTo>
                  <a:pt x="14954" y="21600"/>
                </a:lnTo>
                <a:lnTo>
                  <a:pt x="15118" y="19854"/>
                </a:lnTo>
                <a:lnTo>
                  <a:pt x="15283" y="18105"/>
                </a:lnTo>
                <a:lnTo>
                  <a:pt x="15447" y="16357"/>
                </a:lnTo>
                <a:lnTo>
                  <a:pt x="15613" y="14606"/>
                </a:lnTo>
                <a:lnTo>
                  <a:pt x="15778" y="12847"/>
                </a:lnTo>
                <a:lnTo>
                  <a:pt x="15944" y="11086"/>
                </a:lnTo>
                <a:lnTo>
                  <a:pt x="16110" y="9317"/>
                </a:lnTo>
                <a:lnTo>
                  <a:pt x="16278" y="7541"/>
                </a:lnTo>
                <a:lnTo>
                  <a:pt x="16446" y="5757"/>
                </a:lnTo>
                <a:lnTo>
                  <a:pt x="16615" y="3963"/>
                </a:lnTo>
                <a:lnTo>
                  <a:pt x="15441" y="3963"/>
                </a:lnTo>
                <a:lnTo>
                  <a:pt x="14264" y="3963"/>
                </a:lnTo>
                <a:lnTo>
                  <a:pt x="13090" y="3963"/>
                </a:lnTo>
                <a:lnTo>
                  <a:pt x="11912" y="3963"/>
                </a:lnTo>
                <a:lnTo>
                  <a:pt x="10734" y="3963"/>
                </a:lnTo>
                <a:lnTo>
                  <a:pt x="9552" y="3963"/>
                </a:lnTo>
                <a:lnTo>
                  <a:pt x="8369" y="3963"/>
                </a:lnTo>
                <a:lnTo>
                  <a:pt x="7184" y="3963"/>
                </a:lnTo>
                <a:lnTo>
                  <a:pt x="5996" y="3963"/>
                </a:lnTo>
                <a:lnTo>
                  <a:pt x="4805" y="3963"/>
                </a:lnTo>
                <a:lnTo>
                  <a:pt x="3611" y="3963"/>
                </a:lnTo>
                <a:lnTo>
                  <a:pt x="2411" y="3963"/>
                </a:lnTo>
                <a:lnTo>
                  <a:pt x="1208" y="3963"/>
                </a:lnTo>
                <a:lnTo>
                  <a:pt x="0" y="3963"/>
                </a:lnTo>
                <a:lnTo>
                  <a:pt x="0" y="2714"/>
                </a:lnTo>
                <a:lnTo>
                  <a:pt x="0" y="1444"/>
                </a:lnTo>
                <a:close/>
              </a:path>
            </a:pathLst>
          </a:custGeom>
          <a:solidFill>
            <a:srgbClr val="AFC2CD"/>
          </a:solidFill>
          <a:ln>
            <a:noFill/>
          </a:ln>
        </p:spPr>
        <p:txBody>
          <a:bodyPr/>
          <a:lstStyle/>
          <a:p/>
        </p:txBody>
      </p:sp>
      <p:sp>
        <p:nvSpPr>
          <p:cNvPr id="9349" name="contour_09347"/>
          <p:cNvSpPr/>
          <p:nvPr/>
        </p:nvSpPr>
        <p:spPr>
          <a:xfrm>
            <a:off x="11678449" y="3352476"/>
            <a:ext cx="5063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46" y="0"/>
                </a:moveTo>
                <a:lnTo>
                  <a:pt x="17088" y="0"/>
                </a:lnTo>
                <a:lnTo>
                  <a:pt x="18656" y="0"/>
                </a:lnTo>
                <a:lnTo>
                  <a:pt x="19352" y="1410"/>
                </a:lnTo>
                <a:lnTo>
                  <a:pt x="19996" y="2786"/>
                </a:lnTo>
                <a:lnTo>
                  <a:pt x="20565" y="4135"/>
                </a:lnTo>
                <a:lnTo>
                  <a:pt x="21031" y="5467"/>
                </a:lnTo>
                <a:lnTo>
                  <a:pt x="21376" y="6786"/>
                </a:lnTo>
                <a:lnTo>
                  <a:pt x="21575" y="8100"/>
                </a:lnTo>
                <a:lnTo>
                  <a:pt x="21600" y="9414"/>
                </a:lnTo>
                <a:lnTo>
                  <a:pt x="21435" y="10737"/>
                </a:lnTo>
                <a:lnTo>
                  <a:pt x="21050" y="12074"/>
                </a:lnTo>
                <a:lnTo>
                  <a:pt x="20422" y="13433"/>
                </a:lnTo>
                <a:lnTo>
                  <a:pt x="19529" y="14820"/>
                </a:lnTo>
                <a:lnTo>
                  <a:pt x="17347" y="16673"/>
                </a:lnTo>
                <a:lnTo>
                  <a:pt x="15702" y="18034"/>
                </a:lnTo>
                <a:lnTo>
                  <a:pt x="14421" y="19020"/>
                </a:lnTo>
                <a:lnTo>
                  <a:pt x="13320" y="19752"/>
                </a:lnTo>
                <a:lnTo>
                  <a:pt x="12222" y="20347"/>
                </a:lnTo>
                <a:lnTo>
                  <a:pt x="10951" y="20923"/>
                </a:lnTo>
                <a:lnTo>
                  <a:pt x="9328" y="21600"/>
                </a:lnTo>
                <a:lnTo>
                  <a:pt x="6803" y="21235"/>
                </a:lnTo>
                <a:lnTo>
                  <a:pt x="5056" y="20950"/>
                </a:lnTo>
                <a:lnTo>
                  <a:pt x="3638" y="20652"/>
                </a:lnTo>
                <a:lnTo>
                  <a:pt x="2102" y="20245"/>
                </a:lnTo>
                <a:lnTo>
                  <a:pt x="0" y="19636"/>
                </a:lnTo>
                <a:lnTo>
                  <a:pt x="585" y="18175"/>
                </a:lnTo>
                <a:lnTo>
                  <a:pt x="1038" y="17139"/>
                </a:lnTo>
                <a:lnTo>
                  <a:pt x="1511" y="16243"/>
                </a:lnTo>
                <a:lnTo>
                  <a:pt x="2152" y="15206"/>
                </a:lnTo>
                <a:lnTo>
                  <a:pt x="3109" y="13745"/>
                </a:lnTo>
                <a:lnTo>
                  <a:pt x="5164" y="13745"/>
                </a:lnTo>
                <a:lnTo>
                  <a:pt x="7232" y="13745"/>
                </a:lnTo>
                <a:lnTo>
                  <a:pt x="9328" y="13745"/>
                </a:lnTo>
                <a:lnTo>
                  <a:pt x="10018" y="12589"/>
                </a:lnTo>
                <a:lnTo>
                  <a:pt x="10640" y="11460"/>
                </a:lnTo>
                <a:lnTo>
                  <a:pt x="11203" y="10342"/>
                </a:lnTo>
                <a:lnTo>
                  <a:pt x="11716" y="9217"/>
                </a:lnTo>
                <a:lnTo>
                  <a:pt x="12188" y="8067"/>
                </a:lnTo>
                <a:lnTo>
                  <a:pt x="12630" y="6873"/>
                </a:lnTo>
                <a:lnTo>
                  <a:pt x="13068" y="5714"/>
                </a:lnTo>
                <a:lnTo>
                  <a:pt x="13525" y="4565"/>
                </a:lnTo>
                <a:lnTo>
                  <a:pt x="14001" y="3423"/>
                </a:lnTo>
                <a:lnTo>
                  <a:pt x="14492" y="2284"/>
                </a:lnTo>
                <a:lnTo>
                  <a:pt x="15008" y="1143"/>
                </a:lnTo>
                <a:lnTo>
                  <a:pt x="15546" y="0"/>
                </a:lnTo>
                <a:close/>
              </a:path>
            </a:pathLst>
          </a:custGeom>
          <a:solidFill>
            <a:srgbClr val="D4E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0" name="contour_09348"/>
          <p:cNvSpPr/>
          <p:nvPr/>
        </p:nvSpPr>
        <p:spPr>
          <a:xfrm>
            <a:off x="8049029" y="3365296"/>
            <a:ext cx="11660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83"/>
                </a:moveTo>
                <a:lnTo>
                  <a:pt x="21600" y="3008"/>
                </a:lnTo>
                <a:lnTo>
                  <a:pt x="21600" y="5064"/>
                </a:lnTo>
                <a:lnTo>
                  <a:pt x="20716" y="5293"/>
                </a:lnTo>
                <a:lnTo>
                  <a:pt x="19818" y="5525"/>
                </a:lnTo>
                <a:lnTo>
                  <a:pt x="18838" y="5876"/>
                </a:lnTo>
                <a:lnTo>
                  <a:pt x="17885" y="6272"/>
                </a:lnTo>
                <a:lnTo>
                  <a:pt x="16956" y="6713"/>
                </a:lnTo>
                <a:lnTo>
                  <a:pt x="16050" y="7203"/>
                </a:lnTo>
                <a:lnTo>
                  <a:pt x="15163" y="7754"/>
                </a:lnTo>
                <a:lnTo>
                  <a:pt x="14292" y="8362"/>
                </a:lnTo>
                <a:lnTo>
                  <a:pt x="13437" y="9035"/>
                </a:lnTo>
                <a:lnTo>
                  <a:pt x="12591" y="9782"/>
                </a:lnTo>
                <a:lnTo>
                  <a:pt x="11753" y="10602"/>
                </a:lnTo>
                <a:lnTo>
                  <a:pt x="10921" y="11504"/>
                </a:lnTo>
                <a:lnTo>
                  <a:pt x="10093" y="12492"/>
                </a:lnTo>
                <a:lnTo>
                  <a:pt x="9262" y="13565"/>
                </a:lnTo>
                <a:lnTo>
                  <a:pt x="8429" y="14736"/>
                </a:lnTo>
                <a:lnTo>
                  <a:pt x="7591" y="16001"/>
                </a:lnTo>
                <a:lnTo>
                  <a:pt x="6743" y="17372"/>
                </a:lnTo>
                <a:lnTo>
                  <a:pt x="5885" y="18854"/>
                </a:lnTo>
                <a:lnTo>
                  <a:pt x="5017" y="19935"/>
                </a:lnTo>
                <a:lnTo>
                  <a:pt x="4198" y="20710"/>
                </a:lnTo>
                <a:lnTo>
                  <a:pt x="3406" y="21220"/>
                </a:lnTo>
                <a:lnTo>
                  <a:pt x="2614" y="21502"/>
                </a:lnTo>
                <a:lnTo>
                  <a:pt x="1798" y="21600"/>
                </a:lnTo>
                <a:lnTo>
                  <a:pt x="936" y="21547"/>
                </a:lnTo>
                <a:lnTo>
                  <a:pt x="0" y="21388"/>
                </a:lnTo>
                <a:lnTo>
                  <a:pt x="0" y="18690"/>
                </a:lnTo>
                <a:lnTo>
                  <a:pt x="0" y="15977"/>
                </a:lnTo>
                <a:lnTo>
                  <a:pt x="0" y="13226"/>
                </a:lnTo>
                <a:lnTo>
                  <a:pt x="803" y="11206"/>
                </a:lnTo>
                <a:lnTo>
                  <a:pt x="1628" y="9398"/>
                </a:lnTo>
                <a:lnTo>
                  <a:pt x="2472" y="7782"/>
                </a:lnTo>
                <a:lnTo>
                  <a:pt x="3333" y="6354"/>
                </a:lnTo>
                <a:lnTo>
                  <a:pt x="4212" y="5101"/>
                </a:lnTo>
                <a:lnTo>
                  <a:pt x="5106" y="4011"/>
                </a:lnTo>
                <a:lnTo>
                  <a:pt x="6014" y="3081"/>
                </a:lnTo>
                <a:lnTo>
                  <a:pt x="6938" y="2293"/>
                </a:lnTo>
                <a:lnTo>
                  <a:pt x="7872" y="1645"/>
                </a:lnTo>
                <a:lnTo>
                  <a:pt x="8818" y="1118"/>
                </a:lnTo>
                <a:lnTo>
                  <a:pt x="9774" y="706"/>
                </a:lnTo>
                <a:lnTo>
                  <a:pt x="10739" y="400"/>
                </a:lnTo>
                <a:lnTo>
                  <a:pt x="11711" y="184"/>
                </a:lnTo>
                <a:lnTo>
                  <a:pt x="12690" y="57"/>
                </a:lnTo>
                <a:lnTo>
                  <a:pt x="13674" y="0"/>
                </a:lnTo>
                <a:lnTo>
                  <a:pt x="14662" y="8"/>
                </a:lnTo>
                <a:lnTo>
                  <a:pt x="15653" y="69"/>
                </a:lnTo>
                <a:lnTo>
                  <a:pt x="16647" y="175"/>
                </a:lnTo>
                <a:lnTo>
                  <a:pt x="17640" y="310"/>
                </a:lnTo>
                <a:lnTo>
                  <a:pt x="18634" y="469"/>
                </a:lnTo>
                <a:lnTo>
                  <a:pt x="19626" y="645"/>
                </a:lnTo>
                <a:lnTo>
                  <a:pt x="20614" y="816"/>
                </a:lnTo>
                <a:lnTo>
                  <a:pt x="21600" y="983"/>
                </a:lnTo>
                <a:close/>
              </a:path>
            </a:pathLst>
          </a:custGeom>
          <a:solidFill>
            <a:srgbClr val="6C7168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1" name="contour_09349"/>
          <p:cNvSpPr/>
          <p:nvPr/>
        </p:nvSpPr>
        <p:spPr>
          <a:xfrm>
            <a:off x="5308745" y="3357235"/>
            <a:ext cx="80168" cy="608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8"/>
                </a:moveTo>
                <a:lnTo>
                  <a:pt x="1459" y="525"/>
                </a:lnTo>
                <a:lnTo>
                  <a:pt x="2869" y="235"/>
                </a:lnTo>
                <a:lnTo>
                  <a:pt x="4247" y="52"/>
                </a:lnTo>
                <a:lnTo>
                  <a:pt x="5612" y="0"/>
                </a:lnTo>
                <a:lnTo>
                  <a:pt x="6985" y="106"/>
                </a:lnTo>
                <a:lnTo>
                  <a:pt x="8379" y="399"/>
                </a:lnTo>
                <a:lnTo>
                  <a:pt x="9818" y="898"/>
                </a:lnTo>
                <a:lnTo>
                  <a:pt x="10397" y="2536"/>
                </a:lnTo>
                <a:lnTo>
                  <a:pt x="10894" y="4169"/>
                </a:lnTo>
                <a:lnTo>
                  <a:pt x="11322" y="5810"/>
                </a:lnTo>
                <a:lnTo>
                  <a:pt x="11701" y="7468"/>
                </a:lnTo>
                <a:lnTo>
                  <a:pt x="12045" y="9148"/>
                </a:lnTo>
                <a:lnTo>
                  <a:pt x="12371" y="10863"/>
                </a:lnTo>
                <a:lnTo>
                  <a:pt x="12695" y="12623"/>
                </a:lnTo>
                <a:lnTo>
                  <a:pt x="13286" y="14561"/>
                </a:lnTo>
                <a:lnTo>
                  <a:pt x="13889" y="16049"/>
                </a:lnTo>
                <a:lnTo>
                  <a:pt x="14578" y="17214"/>
                </a:lnTo>
                <a:lnTo>
                  <a:pt x="15430" y="18176"/>
                </a:lnTo>
                <a:lnTo>
                  <a:pt x="16520" y="19059"/>
                </a:lnTo>
                <a:lnTo>
                  <a:pt x="17918" y="19983"/>
                </a:lnTo>
                <a:lnTo>
                  <a:pt x="19134" y="20516"/>
                </a:lnTo>
                <a:lnTo>
                  <a:pt x="20359" y="21057"/>
                </a:lnTo>
                <a:lnTo>
                  <a:pt x="21600" y="21600"/>
                </a:lnTo>
                <a:lnTo>
                  <a:pt x="20165" y="21579"/>
                </a:lnTo>
                <a:lnTo>
                  <a:pt x="18755" y="21530"/>
                </a:lnTo>
                <a:lnTo>
                  <a:pt x="17364" y="21442"/>
                </a:lnTo>
                <a:lnTo>
                  <a:pt x="15988" y="21308"/>
                </a:lnTo>
                <a:lnTo>
                  <a:pt x="14625" y="21119"/>
                </a:lnTo>
                <a:lnTo>
                  <a:pt x="13270" y="20862"/>
                </a:lnTo>
                <a:lnTo>
                  <a:pt x="11921" y="20534"/>
                </a:lnTo>
                <a:lnTo>
                  <a:pt x="10570" y="20122"/>
                </a:lnTo>
                <a:lnTo>
                  <a:pt x="9215" y="19618"/>
                </a:lnTo>
                <a:lnTo>
                  <a:pt x="7855" y="19012"/>
                </a:lnTo>
                <a:lnTo>
                  <a:pt x="7124" y="17330"/>
                </a:lnTo>
                <a:lnTo>
                  <a:pt x="6523" y="15695"/>
                </a:lnTo>
                <a:lnTo>
                  <a:pt x="6026" y="14072"/>
                </a:lnTo>
                <a:lnTo>
                  <a:pt x="5618" y="12429"/>
                </a:lnTo>
                <a:lnTo>
                  <a:pt x="5270" y="10731"/>
                </a:lnTo>
                <a:lnTo>
                  <a:pt x="4968" y="8948"/>
                </a:lnTo>
                <a:lnTo>
                  <a:pt x="4687" y="7044"/>
                </a:lnTo>
                <a:lnTo>
                  <a:pt x="4216" y="4958"/>
                </a:lnTo>
                <a:lnTo>
                  <a:pt x="3766" y="3708"/>
                </a:lnTo>
                <a:lnTo>
                  <a:pt x="3075" y="2790"/>
                </a:lnTo>
                <a:lnTo>
                  <a:pt x="1879" y="1705"/>
                </a:lnTo>
                <a:lnTo>
                  <a:pt x="946" y="1304"/>
                </a:lnTo>
                <a:lnTo>
                  <a:pt x="0" y="898"/>
                </a:lnTo>
                <a:close/>
              </a:path>
            </a:pathLst>
          </a:custGeom>
          <a:solidFill>
            <a:srgbClr val="A3B6C2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2" name="contour_09350"/>
          <p:cNvSpPr/>
          <p:nvPr/>
        </p:nvSpPr>
        <p:spPr>
          <a:xfrm>
            <a:off x="8515461" y="3351055"/>
            <a:ext cx="72880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1"/>
                </a:moveTo>
                <a:lnTo>
                  <a:pt x="1315" y="653"/>
                </a:lnTo>
                <a:lnTo>
                  <a:pt x="2633" y="516"/>
                </a:lnTo>
                <a:lnTo>
                  <a:pt x="3948" y="395"/>
                </a:lnTo>
                <a:lnTo>
                  <a:pt x="5266" y="291"/>
                </a:lnTo>
                <a:lnTo>
                  <a:pt x="6735" y="146"/>
                </a:lnTo>
                <a:lnTo>
                  <a:pt x="8227" y="0"/>
                </a:lnTo>
                <a:lnTo>
                  <a:pt x="9504" y="403"/>
                </a:lnTo>
                <a:lnTo>
                  <a:pt x="10800" y="811"/>
                </a:lnTo>
                <a:lnTo>
                  <a:pt x="11636" y="3297"/>
                </a:lnTo>
                <a:lnTo>
                  <a:pt x="12139" y="4994"/>
                </a:lnTo>
                <a:lnTo>
                  <a:pt x="12513" y="6677"/>
                </a:lnTo>
                <a:lnTo>
                  <a:pt x="12960" y="9126"/>
                </a:lnTo>
                <a:lnTo>
                  <a:pt x="14029" y="8095"/>
                </a:lnTo>
                <a:lnTo>
                  <a:pt x="15105" y="7064"/>
                </a:lnTo>
                <a:lnTo>
                  <a:pt x="16185" y="6021"/>
                </a:lnTo>
                <a:lnTo>
                  <a:pt x="17280" y="4969"/>
                </a:lnTo>
                <a:lnTo>
                  <a:pt x="17280" y="7717"/>
                </a:lnTo>
                <a:lnTo>
                  <a:pt x="17280" y="10482"/>
                </a:lnTo>
                <a:lnTo>
                  <a:pt x="17280" y="13284"/>
                </a:lnTo>
                <a:lnTo>
                  <a:pt x="18708" y="13284"/>
                </a:lnTo>
                <a:lnTo>
                  <a:pt x="20144" y="13284"/>
                </a:lnTo>
                <a:lnTo>
                  <a:pt x="21600" y="13284"/>
                </a:lnTo>
                <a:lnTo>
                  <a:pt x="21600" y="16033"/>
                </a:lnTo>
                <a:lnTo>
                  <a:pt x="21600" y="18798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7" y="21600"/>
                </a:lnTo>
                <a:lnTo>
                  <a:pt x="17319" y="21600"/>
                </a:lnTo>
                <a:lnTo>
                  <a:pt x="15887" y="21600"/>
                </a:lnTo>
                <a:lnTo>
                  <a:pt x="14450" y="21600"/>
                </a:lnTo>
                <a:lnTo>
                  <a:pt x="13008" y="21600"/>
                </a:lnTo>
                <a:lnTo>
                  <a:pt x="11560" y="21600"/>
                </a:lnTo>
                <a:lnTo>
                  <a:pt x="10104" y="21600"/>
                </a:lnTo>
                <a:lnTo>
                  <a:pt x="8640" y="21600"/>
                </a:lnTo>
                <a:lnTo>
                  <a:pt x="8640" y="19130"/>
                </a:lnTo>
                <a:lnTo>
                  <a:pt x="8640" y="16652"/>
                </a:lnTo>
                <a:lnTo>
                  <a:pt x="8640" y="14166"/>
                </a:lnTo>
                <a:lnTo>
                  <a:pt x="8640" y="11659"/>
                </a:lnTo>
                <a:lnTo>
                  <a:pt x="8640" y="9126"/>
                </a:lnTo>
                <a:lnTo>
                  <a:pt x="7214" y="9813"/>
                </a:lnTo>
                <a:lnTo>
                  <a:pt x="5787" y="10499"/>
                </a:lnTo>
                <a:lnTo>
                  <a:pt x="4352" y="11189"/>
                </a:lnTo>
                <a:lnTo>
                  <a:pt x="2912" y="11883"/>
                </a:lnTo>
                <a:lnTo>
                  <a:pt x="1462" y="12582"/>
                </a:lnTo>
                <a:lnTo>
                  <a:pt x="0" y="13284"/>
                </a:lnTo>
                <a:lnTo>
                  <a:pt x="0" y="10815"/>
                </a:lnTo>
                <a:lnTo>
                  <a:pt x="0" y="8336"/>
                </a:lnTo>
                <a:lnTo>
                  <a:pt x="0" y="5850"/>
                </a:lnTo>
                <a:lnTo>
                  <a:pt x="0" y="3343"/>
                </a:lnTo>
                <a:lnTo>
                  <a:pt x="0" y="811"/>
                </a:lnTo>
                <a:close/>
              </a:path>
            </a:pathLst>
          </a:custGeom>
          <a:solidFill>
            <a:srgbClr val="96AAB3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3" name="contour_09351"/>
          <p:cNvSpPr/>
          <p:nvPr/>
        </p:nvSpPr>
        <p:spPr>
          <a:xfrm>
            <a:off x="1467601" y="3265020"/>
            <a:ext cx="3161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71" y="0"/>
                </a:moveTo>
                <a:lnTo>
                  <a:pt x="20694" y="3516"/>
                </a:lnTo>
                <a:lnTo>
                  <a:pt x="21112" y="6461"/>
                </a:lnTo>
                <a:lnTo>
                  <a:pt x="21406" y="8899"/>
                </a:lnTo>
                <a:lnTo>
                  <a:pt x="21575" y="10901"/>
                </a:lnTo>
                <a:lnTo>
                  <a:pt x="21600" y="12526"/>
                </a:lnTo>
                <a:lnTo>
                  <a:pt x="21476" y="13846"/>
                </a:lnTo>
                <a:lnTo>
                  <a:pt x="21182" y="14921"/>
                </a:lnTo>
                <a:lnTo>
                  <a:pt x="20714" y="15821"/>
                </a:lnTo>
                <a:lnTo>
                  <a:pt x="20056" y="16613"/>
                </a:lnTo>
                <a:lnTo>
                  <a:pt x="19200" y="17359"/>
                </a:lnTo>
                <a:lnTo>
                  <a:pt x="18134" y="18127"/>
                </a:lnTo>
                <a:lnTo>
                  <a:pt x="16845" y="18984"/>
                </a:lnTo>
                <a:lnTo>
                  <a:pt x="14335" y="19738"/>
                </a:lnTo>
                <a:lnTo>
                  <a:pt x="12289" y="20261"/>
                </a:lnTo>
                <a:lnTo>
                  <a:pt x="9615" y="20801"/>
                </a:lnTo>
                <a:lnTo>
                  <a:pt x="5233" y="21600"/>
                </a:lnTo>
                <a:lnTo>
                  <a:pt x="3635" y="18590"/>
                </a:lnTo>
                <a:lnTo>
                  <a:pt x="2325" y="16058"/>
                </a:lnTo>
                <a:lnTo>
                  <a:pt x="1310" y="13939"/>
                </a:lnTo>
                <a:lnTo>
                  <a:pt x="583" y="12163"/>
                </a:lnTo>
                <a:lnTo>
                  <a:pt x="144" y="10668"/>
                </a:lnTo>
                <a:lnTo>
                  <a:pt x="0" y="9384"/>
                </a:lnTo>
                <a:lnTo>
                  <a:pt x="144" y="8246"/>
                </a:lnTo>
                <a:lnTo>
                  <a:pt x="583" y="7186"/>
                </a:lnTo>
                <a:lnTo>
                  <a:pt x="1310" y="6139"/>
                </a:lnTo>
                <a:lnTo>
                  <a:pt x="2325" y="5035"/>
                </a:lnTo>
                <a:lnTo>
                  <a:pt x="3635" y="3811"/>
                </a:lnTo>
                <a:lnTo>
                  <a:pt x="5233" y="2400"/>
                </a:lnTo>
                <a:lnTo>
                  <a:pt x="8246" y="1459"/>
                </a:lnTo>
                <a:lnTo>
                  <a:pt x="10949" y="778"/>
                </a:lnTo>
                <a:lnTo>
                  <a:pt x="13643" y="326"/>
                </a:lnTo>
                <a:lnTo>
                  <a:pt x="16616" y="77"/>
                </a:lnTo>
                <a:lnTo>
                  <a:pt x="20171" y="0"/>
                </a:lnTo>
                <a:close/>
              </a:path>
            </a:pathLst>
          </a:custGeom>
          <a:solidFill>
            <a:srgbClr val="6E100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4" name="contour_09352"/>
          <p:cNvSpPr/>
          <p:nvPr/>
        </p:nvSpPr>
        <p:spPr>
          <a:xfrm>
            <a:off x="4113514" y="3235868"/>
            <a:ext cx="102032" cy="35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0"/>
                </a:moveTo>
                <a:lnTo>
                  <a:pt x="8771" y="0"/>
                </a:lnTo>
                <a:lnTo>
                  <a:pt x="9830" y="0"/>
                </a:lnTo>
                <a:lnTo>
                  <a:pt x="10888" y="0"/>
                </a:lnTo>
                <a:lnTo>
                  <a:pt x="11948" y="0"/>
                </a:lnTo>
                <a:lnTo>
                  <a:pt x="13009" y="0"/>
                </a:lnTo>
                <a:lnTo>
                  <a:pt x="14072" y="0"/>
                </a:lnTo>
                <a:lnTo>
                  <a:pt x="15139" y="0"/>
                </a:lnTo>
                <a:lnTo>
                  <a:pt x="16206" y="0"/>
                </a:lnTo>
                <a:lnTo>
                  <a:pt x="17277" y="0"/>
                </a:lnTo>
                <a:lnTo>
                  <a:pt x="18352" y="0"/>
                </a:lnTo>
                <a:lnTo>
                  <a:pt x="19431" y="0"/>
                </a:lnTo>
                <a:lnTo>
                  <a:pt x="20512" y="0"/>
                </a:lnTo>
                <a:lnTo>
                  <a:pt x="21600" y="0"/>
                </a:lnTo>
                <a:lnTo>
                  <a:pt x="20684" y="872"/>
                </a:lnTo>
                <a:lnTo>
                  <a:pt x="19764" y="1749"/>
                </a:lnTo>
                <a:lnTo>
                  <a:pt x="18841" y="2626"/>
                </a:lnTo>
                <a:lnTo>
                  <a:pt x="17911" y="3511"/>
                </a:lnTo>
                <a:lnTo>
                  <a:pt x="16971" y="4405"/>
                </a:lnTo>
                <a:lnTo>
                  <a:pt x="16971" y="7317"/>
                </a:lnTo>
                <a:lnTo>
                  <a:pt x="16971" y="10247"/>
                </a:lnTo>
                <a:lnTo>
                  <a:pt x="16971" y="13216"/>
                </a:lnTo>
                <a:lnTo>
                  <a:pt x="16012" y="14494"/>
                </a:lnTo>
                <a:lnTo>
                  <a:pt x="15027" y="15710"/>
                </a:lnTo>
                <a:lnTo>
                  <a:pt x="14023" y="16855"/>
                </a:lnTo>
                <a:lnTo>
                  <a:pt x="13002" y="17913"/>
                </a:lnTo>
                <a:lnTo>
                  <a:pt x="11965" y="18864"/>
                </a:lnTo>
                <a:lnTo>
                  <a:pt x="10914" y="19701"/>
                </a:lnTo>
                <a:lnTo>
                  <a:pt x="9856" y="20406"/>
                </a:lnTo>
                <a:lnTo>
                  <a:pt x="8791" y="20961"/>
                </a:lnTo>
                <a:lnTo>
                  <a:pt x="7720" y="21358"/>
                </a:lnTo>
                <a:lnTo>
                  <a:pt x="6650" y="21574"/>
                </a:lnTo>
                <a:lnTo>
                  <a:pt x="5581" y="21600"/>
                </a:lnTo>
                <a:lnTo>
                  <a:pt x="4516" y="21419"/>
                </a:lnTo>
                <a:lnTo>
                  <a:pt x="3458" y="21014"/>
                </a:lnTo>
                <a:lnTo>
                  <a:pt x="2410" y="20375"/>
                </a:lnTo>
                <a:lnTo>
                  <a:pt x="1614" y="19468"/>
                </a:lnTo>
                <a:lnTo>
                  <a:pt x="813" y="18547"/>
                </a:lnTo>
                <a:lnTo>
                  <a:pt x="0" y="17622"/>
                </a:lnTo>
                <a:lnTo>
                  <a:pt x="1018" y="17137"/>
                </a:lnTo>
                <a:lnTo>
                  <a:pt x="2038" y="16653"/>
                </a:lnTo>
                <a:lnTo>
                  <a:pt x="3058" y="16168"/>
                </a:lnTo>
                <a:lnTo>
                  <a:pt x="4081" y="15679"/>
                </a:lnTo>
                <a:lnTo>
                  <a:pt x="5107" y="15190"/>
                </a:lnTo>
                <a:lnTo>
                  <a:pt x="6137" y="14701"/>
                </a:lnTo>
                <a:lnTo>
                  <a:pt x="7171" y="14208"/>
                </a:lnTo>
                <a:lnTo>
                  <a:pt x="8211" y="13714"/>
                </a:lnTo>
                <a:lnTo>
                  <a:pt x="9257" y="13216"/>
                </a:lnTo>
                <a:lnTo>
                  <a:pt x="8952" y="10600"/>
                </a:lnTo>
                <a:lnTo>
                  <a:pt x="8645" y="7974"/>
                </a:lnTo>
                <a:lnTo>
                  <a:pt x="8338" y="5339"/>
                </a:lnTo>
                <a:lnTo>
                  <a:pt x="8027" y="2683"/>
                </a:lnTo>
                <a:lnTo>
                  <a:pt x="7714" y="0"/>
                </a:lnTo>
                <a:close/>
              </a:path>
            </a:pathLst>
          </a:custGeom>
          <a:solidFill>
            <a:srgbClr val="DF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5" name="contour_09353"/>
          <p:cNvSpPr/>
          <p:nvPr/>
        </p:nvSpPr>
        <p:spPr>
          <a:xfrm>
            <a:off x="11722520" y="3214004"/>
            <a:ext cx="28809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136" y="0"/>
                </a:moveTo>
                <a:lnTo>
                  <a:pt x="18846" y="0"/>
                </a:lnTo>
                <a:lnTo>
                  <a:pt x="21600" y="0"/>
                </a:lnTo>
                <a:lnTo>
                  <a:pt x="21600" y="1057"/>
                </a:lnTo>
                <a:lnTo>
                  <a:pt x="21600" y="2115"/>
                </a:lnTo>
                <a:lnTo>
                  <a:pt x="21600" y="3174"/>
                </a:lnTo>
                <a:lnTo>
                  <a:pt x="21600" y="4234"/>
                </a:lnTo>
                <a:lnTo>
                  <a:pt x="21600" y="5295"/>
                </a:lnTo>
                <a:lnTo>
                  <a:pt x="21600" y="6358"/>
                </a:lnTo>
                <a:lnTo>
                  <a:pt x="21600" y="7424"/>
                </a:lnTo>
                <a:lnTo>
                  <a:pt x="21600" y="8492"/>
                </a:lnTo>
                <a:lnTo>
                  <a:pt x="21600" y="9563"/>
                </a:lnTo>
                <a:lnTo>
                  <a:pt x="21600" y="10638"/>
                </a:lnTo>
                <a:lnTo>
                  <a:pt x="21600" y="11716"/>
                </a:lnTo>
                <a:lnTo>
                  <a:pt x="21600" y="12798"/>
                </a:lnTo>
                <a:lnTo>
                  <a:pt x="21600" y="13886"/>
                </a:lnTo>
                <a:lnTo>
                  <a:pt x="17988" y="13886"/>
                </a:lnTo>
                <a:lnTo>
                  <a:pt x="14354" y="13886"/>
                </a:lnTo>
                <a:lnTo>
                  <a:pt x="10672" y="13886"/>
                </a:lnTo>
                <a:lnTo>
                  <a:pt x="9344" y="14895"/>
                </a:lnTo>
                <a:lnTo>
                  <a:pt x="8546" y="15634"/>
                </a:lnTo>
                <a:lnTo>
                  <a:pt x="7956" y="16462"/>
                </a:lnTo>
                <a:lnTo>
                  <a:pt x="7256" y="17743"/>
                </a:lnTo>
                <a:lnTo>
                  <a:pt x="6639" y="18820"/>
                </a:lnTo>
                <a:lnTo>
                  <a:pt x="6016" y="19912"/>
                </a:lnTo>
                <a:lnTo>
                  <a:pt x="5612" y="20750"/>
                </a:lnTo>
                <a:lnTo>
                  <a:pt x="5207" y="21600"/>
                </a:lnTo>
                <a:lnTo>
                  <a:pt x="3082" y="20500"/>
                </a:lnTo>
                <a:lnTo>
                  <a:pt x="1535" y="19492"/>
                </a:lnTo>
                <a:lnTo>
                  <a:pt x="530" y="18516"/>
                </a:lnTo>
                <a:lnTo>
                  <a:pt x="33" y="17511"/>
                </a:lnTo>
                <a:lnTo>
                  <a:pt x="0" y="16418"/>
                </a:lnTo>
                <a:lnTo>
                  <a:pt x="404" y="15176"/>
                </a:lnTo>
                <a:lnTo>
                  <a:pt x="803" y="14248"/>
                </a:lnTo>
                <a:lnTo>
                  <a:pt x="1208" y="13307"/>
                </a:lnTo>
                <a:lnTo>
                  <a:pt x="1437" y="12827"/>
                </a:lnTo>
                <a:lnTo>
                  <a:pt x="2137" y="11379"/>
                </a:lnTo>
                <a:lnTo>
                  <a:pt x="2563" y="10403"/>
                </a:lnTo>
                <a:lnTo>
                  <a:pt x="3000" y="9415"/>
                </a:lnTo>
                <a:lnTo>
                  <a:pt x="3426" y="8456"/>
                </a:lnTo>
                <a:lnTo>
                  <a:pt x="3863" y="7498"/>
                </a:lnTo>
                <a:lnTo>
                  <a:pt x="4306" y="6542"/>
                </a:lnTo>
                <a:lnTo>
                  <a:pt x="4754" y="5585"/>
                </a:lnTo>
                <a:lnTo>
                  <a:pt x="5207" y="4629"/>
                </a:lnTo>
                <a:lnTo>
                  <a:pt x="8819" y="4629"/>
                </a:lnTo>
                <a:lnTo>
                  <a:pt x="12453" y="4629"/>
                </a:lnTo>
                <a:lnTo>
                  <a:pt x="16136" y="4629"/>
                </a:lnTo>
                <a:lnTo>
                  <a:pt x="16136" y="3712"/>
                </a:lnTo>
                <a:lnTo>
                  <a:pt x="16136" y="2793"/>
                </a:lnTo>
                <a:lnTo>
                  <a:pt x="16136" y="1870"/>
                </a:lnTo>
                <a:lnTo>
                  <a:pt x="16136" y="940"/>
                </a:lnTo>
                <a:lnTo>
                  <a:pt x="16136" y="0"/>
                </a:lnTo>
                <a:close/>
              </a:path>
            </a:pathLst>
          </a:custGeom>
          <a:solidFill>
            <a:srgbClr val="CDDDE8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6" name="contour_09354"/>
          <p:cNvSpPr/>
          <p:nvPr/>
        </p:nvSpPr>
        <p:spPr>
          <a:xfrm>
            <a:off x="11525401" y="3247959"/>
            <a:ext cx="116608" cy="24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205"/>
                </a:moveTo>
                <a:lnTo>
                  <a:pt x="953" y="2049"/>
                </a:lnTo>
                <a:lnTo>
                  <a:pt x="1906" y="1901"/>
                </a:lnTo>
                <a:lnTo>
                  <a:pt x="2859" y="1765"/>
                </a:lnTo>
                <a:lnTo>
                  <a:pt x="3812" y="1642"/>
                </a:lnTo>
                <a:lnTo>
                  <a:pt x="4765" y="1519"/>
                </a:lnTo>
                <a:lnTo>
                  <a:pt x="5719" y="1409"/>
                </a:lnTo>
                <a:lnTo>
                  <a:pt x="6672" y="1312"/>
                </a:lnTo>
                <a:lnTo>
                  <a:pt x="7625" y="1222"/>
                </a:lnTo>
                <a:lnTo>
                  <a:pt x="8578" y="1138"/>
                </a:lnTo>
                <a:lnTo>
                  <a:pt x="9308" y="1060"/>
                </a:lnTo>
                <a:lnTo>
                  <a:pt x="10037" y="970"/>
                </a:lnTo>
                <a:lnTo>
                  <a:pt x="10766" y="860"/>
                </a:lnTo>
                <a:lnTo>
                  <a:pt x="11497" y="743"/>
                </a:lnTo>
                <a:lnTo>
                  <a:pt x="12335" y="614"/>
                </a:lnTo>
                <a:lnTo>
                  <a:pt x="13173" y="511"/>
                </a:lnTo>
                <a:lnTo>
                  <a:pt x="14012" y="433"/>
                </a:lnTo>
                <a:lnTo>
                  <a:pt x="14850" y="362"/>
                </a:lnTo>
                <a:lnTo>
                  <a:pt x="15688" y="310"/>
                </a:lnTo>
                <a:lnTo>
                  <a:pt x="16531" y="207"/>
                </a:lnTo>
                <a:lnTo>
                  <a:pt x="17379" y="103"/>
                </a:lnTo>
                <a:lnTo>
                  <a:pt x="18238" y="0"/>
                </a:lnTo>
                <a:lnTo>
                  <a:pt x="18903" y="731"/>
                </a:lnTo>
                <a:lnTo>
                  <a:pt x="19571" y="1461"/>
                </a:lnTo>
                <a:lnTo>
                  <a:pt x="20250" y="2205"/>
                </a:lnTo>
                <a:lnTo>
                  <a:pt x="20517" y="6045"/>
                </a:lnTo>
                <a:lnTo>
                  <a:pt x="20786" y="9898"/>
                </a:lnTo>
                <a:lnTo>
                  <a:pt x="21055" y="13764"/>
                </a:lnTo>
                <a:lnTo>
                  <a:pt x="21326" y="17663"/>
                </a:lnTo>
                <a:lnTo>
                  <a:pt x="21600" y="21600"/>
                </a:lnTo>
                <a:lnTo>
                  <a:pt x="20670" y="21044"/>
                </a:lnTo>
                <a:lnTo>
                  <a:pt x="19741" y="20488"/>
                </a:lnTo>
                <a:lnTo>
                  <a:pt x="18811" y="19932"/>
                </a:lnTo>
                <a:lnTo>
                  <a:pt x="17879" y="19376"/>
                </a:lnTo>
                <a:lnTo>
                  <a:pt x="16949" y="18814"/>
                </a:lnTo>
                <a:lnTo>
                  <a:pt x="16018" y="18258"/>
                </a:lnTo>
                <a:lnTo>
                  <a:pt x="15086" y="17702"/>
                </a:lnTo>
                <a:lnTo>
                  <a:pt x="14153" y="17139"/>
                </a:lnTo>
                <a:lnTo>
                  <a:pt x="13219" y="16583"/>
                </a:lnTo>
                <a:lnTo>
                  <a:pt x="12285" y="16021"/>
                </a:lnTo>
                <a:lnTo>
                  <a:pt x="11349" y="15465"/>
                </a:lnTo>
                <a:lnTo>
                  <a:pt x="10413" y="14902"/>
                </a:lnTo>
                <a:lnTo>
                  <a:pt x="9474" y="14340"/>
                </a:lnTo>
                <a:lnTo>
                  <a:pt x="8535" y="13777"/>
                </a:lnTo>
                <a:lnTo>
                  <a:pt x="7594" y="13215"/>
                </a:lnTo>
                <a:lnTo>
                  <a:pt x="6651" y="12652"/>
                </a:lnTo>
                <a:lnTo>
                  <a:pt x="5708" y="12083"/>
                </a:lnTo>
                <a:lnTo>
                  <a:pt x="4761" y="11521"/>
                </a:lnTo>
                <a:lnTo>
                  <a:pt x="3814" y="10952"/>
                </a:lnTo>
                <a:lnTo>
                  <a:pt x="2863" y="10383"/>
                </a:lnTo>
                <a:lnTo>
                  <a:pt x="1912" y="9814"/>
                </a:lnTo>
                <a:lnTo>
                  <a:pt x="957" y="9245"/>
                </a:lnTo>
                <a:lnTo>
                  <a:pt x="0" y="8670"/>
                </a:lnTo>
                <a:lnTo>
                  <a:pt x="0" y="5463"/>
                </a:lnTo>
                <a:lnTo>
                  <a:pt x="0" y="2205"/>
                </a:lnTo>
                <a:close/>
              </a:path>
            </a:pathLst>
          </a:custGeom>
          <a:solidFill>
            <a:srgbClr val="BED4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7" name="contour_09355"/>
          <p:cNvSpPr/>
          <p:nvPr/>
        </p:nvSpPr>
        <p:spPr>
          <a:xfrm>
            <a:off x="1919828" y="324315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95" y="4093"/>
                </a:lnTo>
                <a:lnTo>
                  <a:pt x="20676" y="7236"/>
                </a:lnTo>
                <a:lnTo>
                  <a:pt x="20304" y="9644"/>
                </a:lnTo>
                <a:lnTo>
                  <a:pt x="19920" y="11524"/>
                </a:lnTo>
                <a:lnTo>
                  <a:pt x="19475" y="13090"/>
                </a:lnTo>
                <a:lnTo>
                  <a:pt x="18922" y="14551"/>
                </a:lnTo>
                <a:lnTo>
                  <a:pt x="18209" y="16117"/>
                </a:lnTo>
                <a:lnTo>
                  <a:pt x="17280" y="18000"/>
                </a:lnTo>
                <a:lnTo>
                  <a:pt x="14416" y="19231"/>
                </a:lnTo>
                <a:lnTo>
                  <a:pt x="11707" y="20092"/>
                </a:lnTo>
                <a:lnTo>
                  <a:pt x="9037" y="20668"/>
                </a:lnTo>
                <a:lnTo>
                  <a:pt x="6277" y="21056"/>
                </a:lnTo>
                <a:lnTo>
                  <a:pt x="3309" y="21337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4A1C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8" name="contour_09356"/>
          <p:cNvSpPr/>
          <p:nvPr/>
        </p:nvSpPr>
        <p:spPr>
          <a:xfrm>
            <a:off x="7763828" y="3184852"/>
            <a:ext cx="4469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90" y="0"/>
                </a:moveTo>
                <a:lnTo>
                  <a:pt x="4265" y="458"/>
                </a:lnTo>
                <a:lnTo>
                  <a:pt x="5089" y="1842"/>
                </a:lnTo>
                <a:lnTo>
                  <a:pt x="6818" y="3095"/>
                </a:lnTo>
                <a:lnTo>
                  <a:pt x="8657" y="3998"/>
                </a:lnTo>
                <a:lnTo>
                  <a:pt x="10654" y="4640"/>
                </a:lnTo>
                <a:lnTo>
                  <a:pt x="12855" y="5109"/>
                </a:lnTo>
                <a:lnTo>
                  <a:pt x="15313" y="5496"/>
                </a:lnTo>
                <a:lnTo>
                  <a:pt x="18078" y="5891"/>
                </a:lnTo>
                <a:lnTo>
                  <a:pt x="16335" y="6863"/>
                </a:lnTo>
                <a:lnTo>
                  <a:pt x="14588" y="7837"/>
                </a:lnTo>
                <a:lnTo>
                  <a:pt x="12834" y="8815"/>
                </a:lnTo>
                <a:lnTo>
                  <a:pt x="11073" y="9797"/>
                </a:lnTo>
                <a:lnTo>
                  <a:pt x="9301" y="10784"/>
                </a:lnTo>
                <a:lnTo>
                  <a:pt x="7512" y="11782"/>
                </a:lnTo>
                <a:lnTo>
                  <a:pt x="9837" y="12106"/>
                </a:lnTo>
                <a:lnTo>
                  <a:pt x="12165" y="12430"/>
                </a:lnTo>
                <a:lnTo>
                  <a:pt x="14503" y="12756"/>
                </a:lnTo>
                <a:lnTo>
                  <a:pt x="16852" y="13084"/>
                </a:lnTo>
                <a:lnTo>
                  <a:pt x="19216" y="13414"/>
                </a:lnTo>
                <a:lnTo>
                  <a:pt x="21600" y="13745"/>
                </a:lnTo>
                <a:lnTo>
                  <a:pt x="19663" y="14609"/>
                </a:lnTo>
                <a:lnTo>
                  <a:pt x="17722" y="15473"/>
                </a:lnTo>
                <a:lnTo>
                  <a:pt x="15782" y="16339"/>
                </a:lnTo>
                <a:lnTo>
                  <a:pt x="13838" y="17209"/>
                </a:lnTo>
                <a:lnTo>
                  <a:pt x="11883" y="18079"/>
                </a:lnTo>
                <a:lnTo>
                  <a:pt x="9925" y="18953"/>
                </a:lnTo>
                <a:lnTo>
                  <a:pt x="7956" y="19831"/>
                </a:lnTo>
                <a:lnTo>
                  <a:pt x="5980" y="20712"/>
                </a:lnTo>
                <a:lnTo>
                  <a:pt x="3990" y="21600"/>
                </a:lnTo>
                <a:lnTo>
                  <a:pt x="2744" y="20125"/>
                </a:lnTo>
                <a:lnTo>
                  <a:pt x="1789" y="18796"/>
                </a:lnTo>
                <a:lnTo>
                  <a:pt x="1085" y="17557"/>
                </a:lnTo>
                <a:lnTo>
                  <a:pt x="592" y="16353"/>
                </a:lnTo>
                <a:lnTo>
                  <a:pt x="282" y="15130"/>
                </a:lnTo>
                <a:lnTo>
                  <a:pt x="106" y="13832"/>
                </a:lnTo>
                <a:lnTo>
                  <a:pt x="35" y="12406"/>
                </a:lnTo>
                <a:lnTo>
                  <a:pt x="28" y="10800"/>
                </a:lnTo>
                <a:lnTo>
                  <a:pt x="18" y="9604"/>
                </a:lnTo>
                <a:lnTo>
                  <a:pt x="11" y="8400"/>
                </a:lnTo>
                <a:lnTo>
                  <a:pt x="0" y="7179"/>
                </a:lnTo>
                <a:lnTo>
                  <a:pt x="250" y="5777"/>
                </a:lnTo>
                <a:lnTo>
                  <a:pt x="595" y="4540"/>
                </a:lnTo>
                <a:lnTo>
                  <a:pt x="1092" y="3405"/>
                </a:lnTo>
                <a:lnTo>
                  <a:pt x="1789" y="2311"/>
                </a:lnTo>
                <a:lnTo>
                  <a:pt x="2737" y="1198"/>
                </a:lnTo>
                <a:lnTo>
                  <a:pt x="3990" y="0"/>
                </a:lnTo>
                <a:close/>
              </a:path>
            </a:pathLst>
          </a:custGeom>
          <a:solidFill>
            <a:srgbClr val="DC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359" name="contour_09357"/>
          <p:cNvSpPr/>
          <p:nvPr/>
        </p:nvSpPr>
        <p:spPr>
          <a:xfrm>
            <a:off x="10483218" y="3214004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3931" y="1490"/>
                </a:lnTo>
                <a:lnTo>
                  <a:pt x="4268" y="3005"/>
                </a:lnTo>
                <a:lnTo>
                  <a:pt x="5126" y="5270"/>
                </a:lnTo>
                <a:lnTo>
                  <a:pt x="5859" y="6347"/>
                </a:lnTo>
                <a:lnTo>
                  <a:pt x="7092" y="7156"/>
                </a:lnTo>
                <a:lnTo>
                  <a:pt x="8098" y="7301"/>
                </a:lnTo>
                <a:lnTo>
                  <a:pt x="9119" y="7449"/>
                </a:lnTo>
                <a:lnTo>
                  <a:pt x="9666" y="7538"/>
                </a:lnTo>
                <a:lnTo>
                  <a:pt x="11317" y="7810"/>
                </a:lnTo>
                <a:lnTo>
                  <a:pt x="12456" y="7955"/>
                </a:lnTo>
                <a:lnTo>
                  <a:pt x="13612" y="8100"/>
                </a:lnTo>
                <a:lnTo>
                  <a:pt x="14189" y="8189"/>
                </a:lnTo>
                <a:lnTo>
                  <a:pt x="15930" y="8461"/>
                </a:lnTo>
                <a:lnTo>
                  <a:pt x="17064" y="8634"/>
                </a:lnTo>
                <a:lnTo>
                  <a:pt x="18196" y="8797"/>
                </a:lnTo>
                <a:lnTo>
                  <a:pt x="19330" y="8955"/>
                </a:lnTo>
                <a:lnTo>
                  <a:pt x="20466" y="9106"/>
                </a:lnTo>
                <a:lnTo>
                  <a:pt x="21600" y="9257"/>
                </a:lnTo>
                <a:lnTo>
                  <a:pt x="21600" y="11297"/>
                </a:lnTo>
                <a:lnTo>
                  <a:pt x="21600" y="13349"/>
                </a:lnTo>
                <a:lnTo>
                  <a:pt x="21600" y="15429"/>
                </a:lnTo>
                <a:lnTo>
                  <a:pt x="20538" y="16154"/>
                </a:lnTo>
                <a:lnTo>
                  <a:pt x="19505" y="16808"/>
                </a:lnTo>
                <a:lnTo>
                  <a:pt x="18484" y="17397"/>
                </a:lnTo>
                <a:lnTo>
                  <a:pt x="17455" y="17937"/>
                </a:lnTo>
                <a:lnTo>
                  <a:pt x="16400" y="18434"/>
                </a:lnTo>
                <a:lnTo>
                  <a:pt x="15300" y="18900"/>
                </a:lnTo>
                <a:lnTo>
                  <a:pt x="14396" y="19301"/>
                </a:lnTo>
                <a:lnTo>
                  <a:pt x="13478" y="19708"/>
                </a:lnTo>
                <a:lnTo>
                  <a:pt x="12361" y="20193"/>
                </a:lnTo>
                <a:lnTo>
                  <a:pt x="11241" y="20668"/>
                </a:lnTo>
                <a:lnTo>
                  <a:pt x="10121" y="21137"/>
                </a:lnTo>
                <a:lnTo>
                  <a:pt x="9000" y="21600"/>
                </a:lnTo>
                <a:lnTo>
                  <a:pt x="9083" y="20721"/>
                </a:lnTo>
                <a:lnTo>
                  <a:pt x="9229" y="19168"/>
                </a:lnTo>
                <a:lnTo>
                  <a:pt x="9562" y="15620"/>
                </a:lnTo>
                <a:lnTo>
                  <a:pt x="9565" y="13111"/>
                </a:lnTo>
                <a:lnTo>
                  <a:pt x="9419" y="11460"/>
                </a:lnTo>
                <a:lnTo>
                  <a:pt x="9000" y="9257"/>
                </a:lnTo>
                <a:lnTo>
                  <a:pt x="7906" y="8510"/>
                </a:lnTo>
                <a:lnTo>
                  <a:pt x="6808" y="7903"/>
                </a:lnTo>
                <a:lnTo>
                  <a:pt x="5704" y="7418"/>
                </a:lnTo>
                <a:lnTo>
                  <a:pt x="4592" y="7035"/>
                </a:lnTo>
                <a:lnTo>
                  <a:pt x="3467" y="6739"/>
                </a:lnTo>
                <a:lnTo>
                  <a:pt x="2329" y="6508"/>
                </a:lnTo>
                <a:lnTo>
                  <a:pt x="1175" y="6326"/>
                </a:lnTo>
                <a:lnTo>
                  <a:pt x="0" y="6171"/>
                </a:lnTo>
                <a:lnTo>
                  <a:pt x="891" y="4644"/>
                </a:lnTo>
                <a:lnTo>
                  <a:pt x="1787" y="3107"/>
                </a:lnTo>
                <a:lnTo>
                  <a:pt x="2687" y="1564"/>
                </a:lnTo>
                <a:lnTo>
                  <a:pt x="3600" y="0"/>
                </a:lnTo>
                <a:close/>
              </a:path>
            </a:pathLst>
          </a:custGeom>
          <a:solidFill>
            <a:srgbClr val="6B757E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0" name="contour_09358"/>
          <p:cNvSpPr/>
          <p:nvPr/>
        </p:nvSpPr>
        <p:spPr>
          <a:xfrm>
            <a:off x="3668946" y="3199428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20484" y="6745"/>
                </a:lnTo>
                <a:lnTo>
                  <a:pt x="19349" y="7329"/>
                </a:lnTo>
                <a:lnTo>
                  <a:pt x="17530" y="8794"/>
                </a:lnTo>
                <a:lnTo>
                  <a:pt x="16692" y="10053"/>
                </a:lnTo>
                <a:lnTo>
                  <a:pt x="16116" y="12185"/>
                </a:lnTo>
                <a:lnTo>
                  <a:pt x="15869" y="13886"/>
                </a:lnTo>
                <a:lnTo>
                  <a:pt x="15638" y="15589"/>
                </a:lnTo>
                <a:lnTo>
                  <a:pt x="15422" y="17299"/>
                </a:lnTo>
                <a:lnTo>
                  <a:pt x="15226" y="19008"/>
                </a:lnTo>
                <a:lnTo>
                  <a:pt x="14815" y="20295"/>
                </a:lnTo>
                <a:lnTo>
                  <a:pt x="14400" y="21600"/>
                </a:lnTo>
                <a:lnTo>
                  <a:pt x="12814" y="21600"/>
                </a:lnTo>
                <a:lnTo>
                  <a:pt x="11218" y="21600"/>
                </a:lnTo>
                <a:lnTo>
                  <a:pt x="9600" y="21600"/>
                </a:lnTo>
                <a:lnTo>
                  <a:pt x="9466" y="19644"/>
                </a:lnTo>
                <a:lnTo>
                  <a:pt x="9329" y="17660"/>
                </a:lnTo>
                <a:lnTo>
                  <a:pt x="9170" y="15965"/>
                </a:lnTo>
                <a:lnTo>
                  <a:pt x="9012" y="14262"/>
                </a:lnTo>
                <a:lnTo>
                  <a:pt x="8851" y="12534"/>
                </a:lnTo>
                <a:lnTo>
                  <a:pt x="8710" y="10849"/>
                </a:lnTo>
                <a:lnTo>
                  <a:pt x="8570" y="9155"/>
                </a:lnTo>
                <a:lnTo>
                  <a:pt x="8429" y="7437"/>
                </a:lnTo>
                <a:lnTo>
                  <a:pt x="8023" y="5999"/>
                </a:lnTo>
                <a:lnTo>
                  <a:pt x="7615" y="4551"/>
                </a:lnTo>
                <a:lnTo>
                  <a:pt x="7200" y="3086"/>
                </a:lnTo>
                <a:lnTo>
                  <a:pt x="5774" y="2475"/>
                </a:lnTo>
                <a:lnTo>
                  <a:pt x="4344" y="1861"/>
                </a:lnTo>
                <a:lnTo>
                  <a:pt x="2909" y="1247"/>
                </a:lnTo>
                <a:lnTo>
                  <a:pt x="1462" y="626"/>
                </a:lnTo>
                <a:lnTo>
                  <a:pt x="0" y="0"/>
                </a:lnTo>
                <a:close/>
              </a:path>
            </a:pathLst>
          </a:custGeom>
          <a:solidFill>
            <a:srgbClr val="7F8D94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1" name="contour_09359"/>
          <p:cNvSpPr/>
          <p:nvPr/>
        </p:nvSpPr>
        <p:spPr>
          <a:xfrm>
            <a:off x="7874118" y="3211271"/>
            <a:ext cx="131184" cy="31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51"/>
                </a:moveTo>
                <a:lnTo>
                  <a:pt x="808" y="1708"/>
                </a:lnTo>
                <a:lnTo>
                  <a:pt x="1614" y="1575"/>
                </a:lnTo>
                <a:lnTo>
                  <a:pt x="2422" y="1447"/>
                </a:lnTo>
                <a:lnTo>
                  <a:pt x="3228" y="1328"/>
                </a:lnTo>
                <a:lnTo>
                  <a:pt x="4036" y="1215"/>
                </a:lnTo>
                <a:lnTo>
                  <a:pt x="4842" y="1111"/>
                </a:lnTo>
                <a:lnTo>
                  <a:pt x="5650" y="1012"/>
                </a:lnTo>
                <a:lnTo>
                  <a:pt x="6456" y="923"/>
                </a:lnTo>
                <a:lnTo>
                  <a:pt x="7264" y="839"/>
                </a:lnTo>
                <a:lnTo>
                  <a:pt x="8071" y="765"/>
                </a:lnTo>
                <a:lnTo>
                  <a:pt x="8758" y="686"/>
                </a:lnTo>
                <a:lnTo>
                  <a:pt x="9444" y="592"/>
                </a:lnTo>
                <a:lnTo>
                  <a:pt x="10129" y="484"/>
                </a:lnTo>
                <a:lnTo>
                  <a:pt x="10816" y="360"/>
                </a:lnTo>
                <a:lnTo>
                  <a:pt x="11669" y="212"/>
                </a:lnTo>
                <a:lnTo>
                  <a:pt x="12515" y="94"/>
                </a:lnTo>
                <a:lnTo>
                  <a:pt x="13355" y="20"/>
                </a:lnTo>
                <a:lnTo>
                  <a:pt x="14191" y="0"/>
                </a:lnTo>
                <a:lnTo>
                  <a:pt x="15024" y="49"/>
                </a:lnTo>
                <a:lnTo>
                  <a:pt x="15856" y="188"/>
                </a:lnTo>
                <a:lnTo>
                  <a:pt x="16688" y="420"/>
                </a:lnTo>
                <a:lnTo>
                  <a:pt x="17521" y="765"/>
                </a:lnTo>
                <a:lnTo>
                  <a:pt x="18359" y="1239"/>
                </a:lnTo>
                <a:lnTo>
                  <a:pt x="19200" y="1851"/>
                </a:lnTo>
                <a:lnTo>
                  <a:pt x="19788" y="4364"/>
                </a:lnTo>
                <a:lnTo>
                  <a:pt x="20272" y="6882"/>
                </a:lnTo>
                <a:lnTo>
                  <a:pt x="20664" y="9469"/>
                </a:lnTo>
                <a:lnTo>
                  <a:pt x="20980" y="12180"/>
                </a:lnTo>
                <a:lnTo>
                  <a:pt x="21232" y="15068"/>
                </a:lnTo>
                <a:lnTo>
                  <a:pt x="21434" y="18188"/>
                </a:lnTo>
                <a:lnTo>
                  <a:pt x="21600" y="21600"/>
                </a:lnTo>
                <a:lnTo>
                  <a:pt x="20868" y="21072"/>
                </a:lnTo>
                <a:lnTo>
                  <a:pt x="20137" y="20534"/>
                </a:lnTo>
                <a:lnTo>
                  <a:pt x="19405" y="19990"/>
                </a:lnTo>
                <a:lnTo>
                  <a:pt x="18674" y="19438"/>
                </a:lnTo>
                <a:lnTo>
                  <a:pt x="17858" y="18835"/>
                </a:lnTo>
                <a:lnTo>
                  <a:pt x="17029" y="18223"/>
                </a:lnTo>
                <a:lnTo>
                  <a:pt x="16184" y="17245"/>
                </a:lnTo>
                <a:lnTo>
                  <a:pt x="15629" y="16238"/>
                </a:lnTo>
                <a:lnTo>
                  <a:pt x="15116" y="14604"/>
                </a:lnTo>
                <a:lnTo>
                  <a:pt x="14400" y="11726"/>
                </a:lnTo>
                <a:lnTo>
                  <a:pt x="13529" y="11133"/>
                </a:lnTo>
                <a:lnTo>
                  <a:pt x="12898" y="10773"/>
                </a:lnTo>
                <a:lnTo>
                  <a:pt x="12202" y="10496"/>
                </a:lnTo>
                <a:lnTo>
                  <a:pt x="11132" y="10166"/>
                </a:lnTo>
                <a:lnTo>
                  <a:pt x="10486" y="9958"/>
                </a:lnTo>
                <a:lnTo>
                  <a:pt x="9835" y="9751"/>
                </a:lnTo>
                <a:lnTo>
                  <a:pt x="9175" y="9539"/>
                </a:lnTo>
                <a:lnTo>
                  <a:pt x="8498" y="9341"/>
                </a:lnTo>
                <a:lnTo>
                  <a:pt x="7817" y="9149"/>
                </a:lnTo>
                <a:lnTo>
                  <a:pt x="7126" y="8951"/>
                </a:lnTo>
                <a:lnTo>
                  <a:pt x="6822" y="8852"/>
                </a:lnTo>
                <a:lnTo>
                  <a:pt x="6287" y="8689"/>
                </a:lnTo>
                <a:lnTo>
                  <a:pt x="5060" y="8304"/>
                </a:lnTo>
                <a:lnTo>
                  <a:pt x="4217" y="8043"/>
                </a:lnTo>
                <a:lnTo>
                  <a:pt x="3373" y="7786"/>
                </a:lnTo>
                <a:lnTo>
                  <a:pt x="2531" y="7529"/>
                </a:lnTo>
                <a:lnTo>
                  <a:pt x="1687" y="7277"/>
                </a:lnTo>
                <a:lnTo>
                  <a:pt x="844" y="7030"/>
                </a:lnTo>
                <a:lnTo>
                  <a:pt x="0" y="6789"/>
                </a:lnTo>
                <a:lnTo>
                  <a:pt x="0" y="4340"/>
                </a:lnTo>
                <a:lnTo>
                  <a:pt x="0" y="1851"/>
                </a:lnTo>
                <a:close/>
              </a:path>
            </a:pathLst>
          </a:custGeom>
          <a:solidFill>
            <a:srgbClr val="CADDE6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2" name="contour_09360"/>
          <p:cNvSpPr/>
          <p:nvPr/>
        </p:nvSpPr>
        <p:spPr>
          <a:xfrm>
            <a:off x="10687282" y="3191849"/>
            <a:ext cx="65592" cy="294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560"/>
                </a:moveTo>
                <a:lnTo>
                  <a:pt x="21600" y="8736"/>
                </a:lnTo>
                <a:lnTo>
                  <a:pt x="21600" y="11923"/>
                </a:lnTo>
                <a:lnTo>
                  <a:pt x="21600" y="15120"/>
                </a:lnTo>
                <a:lnTo>
                  <a:pt x="21600" y="18344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8424"/>
                </a:lnTo>
                <a:lnTo>
                  <a:pt x="0" y="15238"/>
                </a:lnTo>
                <a:lnTo>
                  <a:pt x="0" y="12040"/>
                </a:lnTo>
                <a:lnTo>
                  <a:pt x="0" y="8816"/>
                </a:lnTo>
                <a:lnTo>
                  <a:pt x="0" y="5560"/>
                </a:lnTo>
                <a:lnTo>
                  <a:pt x="1548" y="4149"/>
                </a:lnTo>
                <a:lnTo>
                  <a:pt x="3156" y="2914"/>
                </a:lnTo>
                <a:lnTo>
                  <a:pt x="4814" y="1882"/>
                </a:lnTo>
                <a:lnTo>
                  <a:pt x="6509" y="1059"/>
                </a:lnTo>
                <a:lnTo>
                  <a:pt x="8227" y="460"/>
                </a:lnTo>
                <a:lnTo>
                  <a:pt x="9965" y="102"/>
                </a:lnTo>
                <a:lnTo>
                  <a:pt x="11705" y="0"/>
                </a:lnTo>
                <a:lnTo>
                  <a:pt x="13435" y="166"/>
                </a:lnTo>
                <a:lnTo>
                  <a:pt x="15151" y="620"/>
                </a:lnTo>
                <a:lnTo>
                  <a:pt x="16836" y="1369"/>
                </a:lnTo>
                <a:lnTo>
                  <a:pt x="18480" y="2433"/>
                </a:lnTo>
                <a:lnTo>
                  <a:pt x="20071" y="3828"/>
                </a:lnTo>
                <a:lnTo>
                  <a:pt x="21600" y="5560"/>
                </a:lnTo>
                <a:close/>
              </a:path>
            </a:pathLst>
          </a:custGeom>
          <a:solidFill>
            <a:srgbClr val="B6C5C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3" name="contour_09361"/>
          <p:cNvSpPr/>
          <p:nvPr/>
        </p:nvSpPr>
        <p:spPr>
          <a:xfrm>
            <a:off x="10621690" y="3162988"/>
            <a:ext cx="7288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2E1E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4" name="contour_09362"/>
          <p:cNvSpPr/>
          <p:nvPr/>
        </p:nvSpPr>
        <p:spPr>
          <a:xfrm>
            <a:off x="8369701" y="3162988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536" y="536"/>
                </a:lnTo>
                <a:lnTo>
                  <a:pt x="18881" y="1071"/>
                </a:lnTo>
                <a:lnTo>
                  <a:pt x="20231" y="1614"/>
                </a:lnTo>
                <a:lnTo>
                  <a:pt x="21600" y="2160"/>
                </a:lnTo>
                <a:lnTo>
                  <a:pt x="21006" y="3586"/>
                </a:lnTo>
                <a:lnTo>
                  <a:pt x="20412" y="5013"/>
                </a:lnTo>
                <a:lnTo>
                  <a:pt x="19815" y="6441"/>
                </a:lnTo>
                <a:lnTo>
                  <a:pt x="19219" y="7873"/>
                </a:lnTo>
                <a:lnTo>
                  <a:pt x="18622" y="9310"/>
                </a:lnTo>
                <a:lnTo>
                  <a:pt x="18020" y="10752"/>
                </a:lnTo>
                <a:lnTo>
                  <a:pt x="17418" y="12200"/>
                </a:lnTo>
                <a:lnTo>
                  <a:pt x="16810" y="13656"/>
                </a:lnTo>
                <a:lnTo>
                  <a:pt x="16200" y="15120"/>
                </a:lnTo>
                <a:lnTo>
                  <a:pt x="14672" y="14509"/>
                </a:lnTo>
                <a:lnTo>
                  <a:pt x="13144" y="13897"/>
                </a:lnTo>
                <a:lnTo>
                  <a:pt x="11610" y="13284"/>
                </a:lnTo>
                <a:lnTo>
                  <a:pt x="10071" y="12668"/>
                </a:lnTo>
                <a:lnTo>
                  <a:pt x="8524" y="12048"/>
                </a:lnTo>
                <a:lnTo>
                  <a:pt x="6969" y="11426"/>
                </a:lnTo>
                <a:lnTo>
                  <a:pt x="5400" y="10800"/>
                </a:lnTo>
                <a:lnTo>
                  <a:pt x="5735" y="12137"/>
                </a:lnTo>
                <a:lnTo>
                  <a:pt x="6070" y="13474"/>
                </a:lnTo>
                <a:lnTo>
                  <a:pt x="6404" y="14815"/>
                </a:lnTo>
                <a:lnTo>
                  <a:pt x="6739" y="16159"/>
                </a:lnTo>
                <a:lnTo>
                  <a:pt x="7077" y="17509"/>
                </a:lnTo>
                <a:lnTo>
                  <a:pt x="7417" y="18865"/>
                </a:lnTo>
                <a:lnTo>
                  <a:pt x="7757" y="20228"/>
                </a:lnTo>
                <a:lnTo>
                  <a:pt x="8100" y="21600"/>
                </a:lnTo>
                <a:lnTo>
                  <a:pt x="6496" y="21172"/>
                </a:lnTo>
                <a:lnTo>
                  <a:pt x="4887" y="20742"/>
                </a:lnTo>
                <a:lnTo>
                  <a:pt x="3272" y="20313"/>
                </a:lnTo>
                <a:lnTo>
                  <a:pt x="1644" y="19878"/>
                </a:lnTo>
                <a:lnTo>
                  <a:pt x="0" y="19440"/>
                </a:lnTo>
                <a:lnTo>
                  <a:pt x="186" y="18051"/>
                </a:lnTo>
                <a:lnTo>
                  <a:pt x="391" y="16675"/>
                </a:lnTo>
                <a:lnTo>
                  <a:pt x="629" y="15314"/>
                </a:lnTo>
                <a:lnTo>
                  <a:pt x="910" y="13962"/>
                </a:lnTo>
                <a:lnTo>
                  <a:pt x="1245" y="12621"/>
                </a:lnTo>
                <a:lnTo>
                  <a:pt x="1647" y="11288"/>
                </a:lnTo>
                <a:lnTo>
                  <a:pt x="2128" y="9962"/>
                </a:lnTo>
                <a:lnTo>
                  <a:pt x="2700" y="8640"/>
                </a:lnTo>
                <a:lnTo>
                  <a:pt x="4628" y="8575"/>
                </a:lnTo>
                <a:lnTo>
                  <a:pt x="6013" y="8543"/>
                </a:lnTo>
                <a:lnTo>
                  <a:pt x="7244" y="8543"/>
                </a:lnTo>
                <a:lnTo>
                  <a:pt x="8710" y="8575"/>
                </a:lnTo>
                <a:lnTo>
                  <a:pt x="10800" y="8640"/>
                </a:lnTo>
                <a:lnTo>
                  <a:pt x="11794" y="7484"/>
                </a:lnTo>
                <a:lnTo>
                  <a:pt x="12687" y="6301"/>
                </a:lnTo>
                <a:lnTo>
                  <a:pt x="13495" y="5091"/>
                </a:lnTo>
                <a:lnTo>
                  <a:pt x="14232" y="3856"/>
                </a:lnTo>
                <a:lnTo>
                  <a:pt x="14920" y="2594"/>
                </a:lnTo>
                <a:lnTo>
                  <a:pt x="15568" y="1309"/>
                </a:lnTo>
                <a:lnTo>
                  <a:pt x="16200" y="0"/>
                </a:lnTo>
                <a:close/>
              </a:path>
            </a:pathLst>
          </a:custGeom>
          <a:solidFill>
            <a:srgbClr val="4E5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5" name="contour_09363"/>
          <p:cNvSpPr/>
          <p:nvPr/>
        </p:nvSpPr>
        <p:spPr>
          <a:xfrm>
            <a:off x="8522749" y="3133836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4050" y="1786"/>
                </a:lnTo>
                <a:lnTo>
                  <a:pt x="14358" y="3600"/>
                </a:lnTo>
                <a:lnTo>
                  <a:pt x="15028" y="5386"/>
                </a:lnTo>
                <a:lnTo>
                  <a:pt x="15709" y="7200"/>
                </a:lnTo>
                <a:lnTo>
                  <a:pt x="17229" y="7416"/>
                </a:lnTo>
                <a:lnTo>
                  <a:pt x="18295" y="7524"/>
                </a:lnTo>
                <a:lnTo>
                  <a:pt x="19191" y="7524"/>
                </a:lnTo>
                <a:lnTo>
                  <a:pt x="20198" y="7416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20212" y="14400"/>
                </a:lnTo>
                <a:lnTo>
                  <a:pt x="18821" y="14400"/>
                </a:lnTo>
                <a:lnTo>
                  <a:pt x="17427" y="14400"/>
                </a:lnTo>
                <a:lnTo>
                  <a:pt x="16027" y="14400"/>
                </a:lnTo>
                <a:lnTo>
                  <a:pt x="14621" y="14400"/>
                </a:lnTo>
                <a:lnTo>
                  <a:pt x="13207" y="14400"/>
                </a:lnTo>
                <a:lnTo>
                  <a:pt x="11782" y="14400"/>
                </a:lnTo>
                <a:lnTo>
                  <a:pt x="11782" y="16780"/>
                </a:lnTo>
                <a:lnTo>
                  <a:pt x="11782" y="19174"/>
                </a:lnTo>
                <a:lnTo>
                  <a:pt x="11782" y="21600"/>
                </a:lnTo>
                <a:lnTo>
                  <a:pt x="10549" y="20560"/>
                </a:lnTo>
                <a:lnTo>
                  <a:pt x="9351" y="19523"/>
                </a:lnTo>
                <a:lnTo>
                  <a:pt x="8188" y="18472"/>
                </a:lnTo>
                <a:lnTo>
                  <a:pt x="7059" y="17384"/>
                </a:lnTo>
                <a:lnTo>
                  <a:pt x="5962" y="16240"/>
                </a:lnTo>
                <a:lnTo>
                  <a:pt x="4897" y="15026"/>
                </a:lnTo>
                <a:lnTo>
                  <a:pt x="3861" y="13720"/>
                </a:lnTo>
                <a:lnTo>
                  <a:pt x="2855" y="12301"/>
                </a:lnTo>
                <a:lnTo>
                  <a:pt x="1877" y="10757"/>
                </a:lnTo>
                <a:lnTo>
                  <a:pt x="925" y="9061"/>
                </a:lnTo>
                <a:lnTo>
                  <a:pt x="0" y="7200"/>
                </a:lnTo>
                <a:lnTo>
                  <a:pt x="1225" y="6091"/>
                </a:lnTo>
                <a:lnTo>
                  <a:pt x="2144" y="5350"/>
                </a:lnTo>
                <a:lnTo>
                  <a:pt x="3040" y="4802"/>
                </a:lnTo>
                <a:lnTo>
                  <a:pt x="4194" y="4277"/>
                </a:lnTo>
                <a:lnTo>
                  <a:pt x="5891" y="3600"/>
                </a:lnTo>
                <a:lnTo>
                  <a:pt x="7081" y="4417"/>
                </a:lnTo>
                <a:lnTo>
                  <a:pt x="8237" y="5314"/>
                </a:lnTo>
                <a:lnTo>
                  <a:pt x="9367" y="6289"/>
                </a:lnTo>
                <a:lnTo>
                  <a:pt x="10476" y="7333"/>
                </a:lnTo>
                <a:lnTo>
                  <a:pt x="11570" y="8435"/>
                </a:lnTo>
                <a:lnTo>
                  <a:pt x="12658" y="9594"/>
                </a:lnTo>
                <a:lnTo>
                  <a:pt x="13745" y="10800"/>
                </a:lnTo>
                <a:lnTo>
                  <a:pt x="13745" y="8662"/>
                </a:lnTo>
                <a:lnTo>
                  <a:pt x="13745" y="6516"/>
                </a:lnTo>
                <a:lnTo>
                  <a:pt x="13745" y="4363"/>
                </a:lnTo>
                <a:lnTo>
                  <a:pt x="13745" y="2192"/>
                </a:lnTo>
                <a:lnTo>
                  <a:pt x="13745" y="0"/>
                </a:lnTo>
                <a:close/>
              </a:path>
            </a:pathLst>
          </a:custGeom>
          <a:solidFill>
            <a:srgbClr val="6F6452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6" name="contour_09364"/>
          <p:cNvSpPr/>
          <p:nvPr/>
        </p:nvSpPr>
        <p:spPr>
          <a:xfrm>
            <a:off x="11306762" y="3120040"/>
            <a:ext cx="87456" cy="429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50" y="2357"/>
                </a:moveTo>
                <a:lnTo>
                  <a:pt x="20696" y="3871"/>
                </a:lnTo>
                <a:lnTo>
                  <a:pt x="21145" y="5395"/>
                </a:lnTo>
                <a:lnTo>
                  <a:pt x="21600" y="6939"/>
                </a:lnTo>
                <a:lnTo>
                  <a:pt x="21110" y="9310"/>
                </a:lnTo>
                <a:lnTo>
                  <a:pt x="20655" y="11315"/>
                </a:lnTo>
                <a:lnTo>
                  <a:pt x="20173" y="13067"/>
                </a:lnTo>
                <a:lnTo>
                  <a:pt x="19607" y="14680"/>
                </a:lnTo>
                <a:lnTo>
                  <a:pt x="18902" y="16263"/>
                </a:lnTo>
                <a:lnTo>
                  <a:pt x="18000" y="17935"/>
                </a:lnTo>
                <a:lnTo>
                  <a:pt x="16859" y="18572"/>
                </a:lnTo>
                <a:lnTo>
                  <a:pt x="15719" y="19082"/>
                </a:lnTo>
                <a:lnTo>
                  <a:pt x="14578" y="19478"/>
                </a:lnTo>
                <a:lnTo>
                  <a:pt x="13433" y="19786"/>
                </a:lnTo>
                <a:lnTo>
                  <a:pt x="12283" y="20017"/>
                </a:lnTo>
                <a:lnTo>
                  <a:pt x="11124" y="20192"/>
                </a:lnTo>
                <a:lnTo>
                  <a:pt x="9956" y="20335"/>
                </a:lnTo>
                <a:lnTo>
                  <a:pt x="8775" y="20456"/>
                </a:lnTo>
                <a:lnTo>
                  <a:pt x="7508" y="20643"/>
                </a:lnTo>
                <a:lnTo>
                  <a:pt x="6223" y="20834"/>
                </a:lnTo>
                <a:lnTo>
                  <a:pt x="4979" y="21010"/>
                </a:lnTo>
                <a:lnTo>
                  <a:pt x="3735" y="21171"/>
                </a:lnTo>
                <a:lnTo>
                  <a:pt x="2491" y="21325"/>
                </a:lnTo>
                <a:lnTo>
                  <a:pt x="1246" y="21468"/>
                </a:lnTo>
                <a:lnTo>
                  <a:pt x="0" y="21600"/>
                </a:lnTo>
                <a:lnTo>
                  <a:pt x="1150" y="19958"/>
                </a:lnTo>
                <a:lnTo>
                  <a:pt x="2255" y="18517"/>
                </a:lnTo>
                <a:lnTo>
                  <a:pt x="3330" y="17257"/>
                </a:lnTo>
                <a:lnTo>
                  <a:pt x="4388" y="16164"/>
                </a:lnTo>
                <a:lnTo>
                  <a:pt x="5447" y="15222"/>
                </a:lnTo>
                <a:lnTo>
                  <a:pt x="6518" y="14412"/>
                </a:lnTo>
                <a:lnTo>
                  <a:pt x="7619" y="13727"/>
                </a:lnTo>
                <a:lnTo>
                  <a:pt x="8766" y="13144"/>
                </a:lnTo>
                <a:lnTo>
                  <a:pt x="9972" y="12649"/>
                </a:lnTo>
                <a:lnTo>
                  <a:pt x="11252" y="12228"/>
                </a:lnTo>
                <a:lnTo>
                  <a:pt x="12622" y="11865"/>
                </a:lnTo>
                <a:lnTo>
                  <a:pt x="13064" y="11550"/>
                </a:lnTo>
                <a:lnTo>
                  <a:pt x="14400" y="10604"/>
                </a:lnTo>
                <a:lnTo>
                  <a:pt x="14400" y="8181"/>
                </a:lnTo>
                <a:lnTo>
                  <a:pt x="14400" y="5744"/>
                </a:lnTo>
                <a:lnTo>
                  <a:pt x="14400" y="3273"/>
                </a:lnTo>
                <a:lnTo>
                  <a:pt x="15673" y="1228"/>
                </a:lnTo>
                <a:lnTo>
                  <a:pt x="16709" y="150"/>
                </a:lnTo>
                <a:lnTo>
                  <a:pt x="17692" y="0"/>
                </a:lnTo>
                <a:lnTo>
                  <a:pt x="18812" y="748"/>
                </a:lnTo>
                <a:lnTo>
                  <a:pt x="20250" y="2357"/>
                </a:lnTo>
                <a:close/>
              </a:path>
            </a:pathLst>
          </a:custGeom>
          <a:solidFill>
            <a:srgbClr val="CADBE8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7" name="contour_09365"/>
          <p:cNvSpPr/>
          <p:nvPr/>
        </p:nvSpPr>
        <p:spPr>
          <a:xfrm>
            <a:off x="3894080" y="3111972"/>
            <a:ext cx="591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0" y="0"/>
                </a:moveTo>
                <a:lnTo>
                  <a:pt x="2078" y="370"/>
                </a:lnTo>
                <a:lnTo>
                  <a:pt x="3837" y="756"/>
                </a:lnTo>
                <a:lnTo>
                  <a:pt x="5569" y="1163"/>
                </a:lnTo>
                <a:lnTo>
                  <a:pt x="7282" y="1601"/>
                </a:lnTo>
                <a:lnTo>
                  <a:pt x="8975" y="2077"/>
                </a:lnTo>
                <a:lnTo>
                  <a:pt x="10651" y="2598"/>
                </a:lnTo>
                <a:lnTo>
                  <a:pt x="12317" y="3175"/>
                </a:lnTo>
                <a:lnTo>
                  <a:pt x="13974" y="3811"/>
                </a:lnTo>
                <a:lnTo>
                  <a:pt x="15624" y="4517"/>
                </a:lnTo>
                <a:lnTo>
                  <a:pt x="17268" y="5301"/>
                </a:lnTo>
                <a:lnTo>
                  <a:pt x="18915" y="6171"/>
                </a:lnTo>
                <a:lnTo>
                  <a:pt x="19732" y="8066"/>
                </a:lnTo>
                <a:lnTo>
                  <a:pt x="20376" y="9927"/>
                </a:lnTo>
                <a:lnTo>
                  <a:pt x="20860" y="11775"/>
                </a:lnTo>
                <a:lnTo>
                  <a:pt x="21206" y="13633"/>
                </a:lnTo>
                <a:lnTo>
                  <a:pt x="21435" y="15524"/>
                </a:lnTo>
                <a:lnTo>
                  <a:pt x="21557" y="17468"/>
                </a:lnTo>
                <a:lnTo>
                  <a:pt x="21600" y="19486"/>
                </a:lnTo>
                <a:lnTo>
                  <a:pt x="21576" y="21600"/>
                </a:lnTo>
                <a:lnTo>
                  <a:pt x="20062" y="20721"/>
                </a:lnTo>
                <a:lnTo>
                  <a:pt x="18545" y="19838"/>
                </a:lnTo>
                <a:lnTo>
                  <a:pt x="17031" y="18956"/>
                </a:lnTo>
                <a:lnTo>
                  <a:pt x="15520" y="18067"/>
                </a:lnTo>
                <a:lnTo>
                  <a:pt x="14009" y="17175"/>
                </a:lnTo>
                <a:lnTo>
                  <a:pt x="12490" y="16330"/>
                </a:lnTo>
                <a:lnTo>
                  <a:pt x="10957" y="15512"/>
                </a:lnTo>
                <a:lnTo>
                  <a:pt x="9411" y="14725"/>
                </a:lnTo>
                <a:lnTo>
                  <a:pt x="7857" y="13969"/>
                </a:lnTo>
                <a:lnTo>
                  <a:pt x="6412" y="13259"/>
                </a:lnTo>
                <a:lnTo>
                  <a:pt x="4946" y="12534"/>
                </a:lnTo>
                <a:lnTo>
                  <a:pt x="3605" y="11920"/>
                </a:lnTo>
                <a:lnTo>
                  <a:pt x="2243" y="11294"/>
                </a:lnTo>
                <a:lnTo>
                  <a:pt x="1110" y="10041"/>
                </a:lnTo>
                <a:lnTo>
                  <a:pt x="498" y="8908"/>
                </a:lnTo>
                <a:lnTo>
                  <a:pt x="197" y="7251"/>
                </a:lnTo>
                <a:lnTo>
                  <a:pt x="0" y="4425"/>
                </a:lnTo>
                <a:lnTo>
                  <a:pt x="96" y="2962"/>
                </a:lnTo>
                <a:lnTo>
                  <a:pt x="192" y="1490"/>
                </a:lnTo>
                <a:lnTo>
                  <a:pt x="290" y="0"/>
                </a:lnTo>
                <a:close/>
              </a:path>
            </a:pathLst>
          </a:custGeom>
          <a:solidFill>
            <a:srgbClr val="B4BCC2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8" name="contour_09366"/>
          <p:cNvSpPr/>
          <p:nvPr/>
        </p:nvSpPr>
        <p:spPr>
          <a:xfrm>
            <a:off x="11292186" y="3097396"/>
            <a:ext cx="5837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76" y="0"/>
                </a:moveTo>
                <a:lnTo>
                  <a:pt x="21600" y="1774"/>
                </a:lnTo>
                <a:lnTo>
                  <a:pt x="21589" y="3509"/>
                </a:lnTo>
                <a:lnTo>
                  <a:pt x="21530" y="5213"/>
                </a:lnTo>
                <a:lnTo>
                  <a:pt x="21414" y="6890"/>
                </a:lnTo>
                <a:lnTo>
                  <a:pt x="21231" y="8551"/>
                </a:lnTo>
                <a:lnTo>
                  <a:pt x="20966" y="10200"/>
                </a:lnTo>
                <a:lnTo>
                  <a:pt x="20610" y="11842"/>
                </a:lnTo>
                <a:lnTo>
                  <a:pt x="20149" y="13486"/>
                </a:lnTo>
                <a:lnTo>
                  <a:pt x="19577" y="15134"/>
                </a:lnTo>
                <a:lnTo>
                  <a:pt x="18879" y="16800"/>
                </a:lnTo>
                <a:lnTo>
                  <a:pt x="17217" y="17582"/>
                </a:lnTo>
                <a:lnTo>
                  <a:pt x="15567" y="18269"/>
                </a:lnTo>
                <a:lnTo>
                  <a:pt x="13916" y="18866"/>
                </a:lnTo>
                <a:lnTo>
                  <a:pt x="12263" y="19390"/>
                </a:lnTo>
                <a:lnTo>
                  <a:pt x="10599" y="19843"/>
                </a:lnTo>
                <a:lnTo>
                  <a:pt x="8916" y="20234"/>
                </a:lnTo>
                <a:lnTo>
                  <a:pt x="7209" y="20578"/>
                </a:lnTo>
                <a:lnTo>
                  <a:pt x="5472" y="20875"/>
                </a:lnTo>
                <a:lnTo>
                  <a:pt x="3695" y="21139"/>
                </a:lnTo>
                <a:lnTo>
                  <a:pt x="1874" y="21377"/>
                </a:lnTo>
                <a:lnTo>
                  <a:pt x="0" y="21600"/>
                </a:lnTo>
                <a:lnTo>
                  <a:pt x="564" y="21161"/>
                </a:lnTo>
                <a:lnTo>
                  <a:pt x="2265" y="19838"/>
                </a:lnTo>
                <a:lnTo>
                  <a:pt x="4695" y="17832"/>
                </a:lnTo>
                <a:lnTo>
                  <a:pt x="6648" y="16190"/>
                </a:lnTo>
                <a:lnTo>
                  <a:pt x="8188" y="14834"/>
                </a:lnTo>
                <a:lnTo>
                  <a:pt x="9372" y="13687"/>
                </a:lnTo>
                <a:lnTo>
                  <a:pt x="10262" y="12667"/>
                </a:lnTo>
                <a:lnTo>
                  <a:pt x="10923" y="11698"/>
                </a:lnTo>
                <a:lnTo>
                  <a:pt x="11414" y="10699"/>
                </a:lnTo>
                <a:lnTo>
                  <a:pt x="11794" y="9595"/>
                </a:lnTo>
                <a:lnTo>
                  <a:pt x="12126" y="8304"/>
                </a:lnTo>
                <a:lnTo>
                  <a:pt x="12473" y="6749"/>
                </a:lnTo>
                <a:lnTo>
                  <a:pt x="12989" y="4613"/>
                </a:lnTo>
                <a:lnTo>
                  <a:pt x="13439" y="3223"/>
                </a:lnTo>
                <a:lnTo>
                  <a:pt x="14003" y="2290"/>
                </a:lnTo>
                <a:lnTo>
                  <a:pt x="14858" y="1512"/>
                </a:lnTo>
                <a:lnTo>
                  <a:pt x="16182" y="600"/>
                </a:lnTo>
                <a:lnTo>
                  <a:pt x="18180" y="178"/>
                </a:lnTo>
                <a:lnTo>
                  <a:pt x="19577" y="22"/>
                </a:lnTo>
                <a:lnTo>
                  <a:pt x="21576" y="0"/>
                </a:lnTo>
                <a:close/>
              </a:path>
            </a:pathLst>
          </a:custGeom>
          <a:solidFill>
            <a:srgbClr val="CFDFE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69" name="contour_09367"/>
          <p:cNvSpPr/>
          <p:nvPr/>
        </p:nvSpPr>
        <p:spPr>
          <a:xfrm>
            <a:off x="7699206" y="3053668"/>
            <a:ext cx="3087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99" y="0"/>
                </a:moveTo>
                <a:lnTo>
                  <a:pt x="9015" y="230"/>
                </a:lnTo>
                <a:lnTo>
                  <a:pt x="11774" y="470"/>
                </a:lnTo>
                <a:lnTo>
                  <a:pt x="14099" y="835"/>
                </a:lnTo>
                <a:lnTo>
                  <a:pt x="16725" y="1440"/>
                </a:lnTo>
                <a:lnTo>
                  <a:pt x="20397" y="2400"/>
                </a:lnTo>
                <a:lnTo>
                  <a:pt x="20922" y="4123"/>
                </a:lnTo>
                <a:lnTo>
                  <a:pt x="21294" y="5734"/>
                </a:lnTo>
                <a:lnTo>
                  <a:pt x="21518" y="7289"/>
                </a:lnTo>
                <a:lnTo>
                  <a:pt x="21600" y="8842"/>
                </a:lnTo>
                <a:lnTo>
                  <a:pt x="21544" y="10442"/>
                </a:lnTo>
                <a:lnTo>
                  <a:pt x="21355" y="12149"/>
                </a:lnTo>
                <a:lnTo>
                  <a:pt x="21248" y="13512"/>
                </a:lnTo>
                <a:lnTo>
                  <a:pt x="21141" y="14892"/>
                </a:lnTo>
                <a:lnTo>
                  <a:pt x="20988" y="16570"/>
                </a:lnTo>
                <a:lnTo>
                  <a:pt x="20810" y="18247"/>
                </a:lnTo>
                <a:lnTo>
                  <a:pt x="20611" y="19925"/>
                </a:lnTo>
                <a:lnTo>
                  <a:pt x="20397" y="21600"/>
                </a:lnTo>
                <a:lnTo>
                  <a:pt x="16720" y="21257"/>
                </a:lnTo>
                <a:lnTo>
                  <a:pt x="14084" y="20962"/>
                </a:lnTo>
                <a:lnTo>
                  <a:pt x="11759" y="20597"/>
                </a:lnTo>
                <a:lnTo>
                  <a:pt x="9010" y="20047"/>
                </a:lnTo>
                <a:lnTo>
                  <a:pt x="5099" y="19200"/>
                </a:lnTo>
                <a:lnTo>
                  <a:pt x="3921" y="17568"/>
                </a:lnTo>
                <a:lnTo>
                  <a:pt x="3100" y="16339"/>
                </a:lnTo>
                <a:lnTo>
                  <a:pt x="2529" y="15281"/>
                </a:lnTo>
                <a:lnTo>
                  <a:pt x="2106" y="14160"/>
                </a:lnTo>
                <a:lnTo>
                  <a:pt x="1724" y="12744"/>
                </a:lnTo>
                <a:lnTo>
                  <a:pt x="1275" y="10800"/>
                </a:lnTo>
                <a:lnTo>
                  <a:pt x="1096" y="10126"/>
                </a:lnTo>
                <a:lnTo>
                  <a:pt x="790" y="8940"/>
                </a:lnTo>
                <a:lnTo>
                  <a:pt x="82" y="6226"/>
                </a:lnTo>
                <a:lnTo>
                  <a:pt x="51" y="4961"/>
                </a:lnTo>
                <a:lnTo>
                  <a:pt x="25" y="3689"/>
                </a:lnTo>
                <a:lnTo>
                  <a:pt x="0" y="2400"/>
                </a:lnTo>
                <a:lnTo>
                  <a:pt x="2529" y="1210"/>
                </a:lnTo>
                <a:lnTo>
                  <a:pt x="5099" y="0"/>
                </a:lnTo>
                <a:close/>
              </a:path>
            </a:pathLst>
          </a:custGeom>
          <a:solidFill>
            <a:srgbClr val="E3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0" name="contour_09368"/>
          <p:cNvSpPr/>
          <p:nvPr/>
        </p:nvSpPr>
        <p:spPr>
          <a:xfrm>
            <a:off x="7487854" y="3082820"/>
            <a:ext cx="43611" cy="520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19" y="0"/>
                </a:moveTo>
                <a:lnTo>
                  <a:pt x="11789" y="1285"/>
                </a:lnTo>
                <a:lnTo>
                  <a:pt x="14911" y="2228"/>
                </a:lnTo>
                <a:lnTo>
                  <a:pt x="16940" y="2987"/>
                </a:lnTo>
                <a:lnTo>
                  <a:pt x="18232" y="3718"/>
                </a:lnTo>
                <a:lnTo>
                  <a:pt x="19142" y="4586"/>
                </a:lnTo>
                <a:lnTo>
                  <a:pt x="20023" y="5750"/>
                </a:lnTo>
                <a:lnTo>
                  <a:pt x="20387" y="7304"/>
                </a:lnTo>
                <a:lnTo>
                  <a:pt x="20755" y="8882"/>
                </a:lnTo>
                <a:lnTo>
                  <a:pt x="20968" y="9653"/>
                </a:lnTo>
                <a:lnTo>
                  <a:pt x="21600" y="11987"/>
                </a:lnTo>
                <a:lnTo>
                  <a:pt x="21539" y="14175"/>
                </a:lnTo>
                <a:lnTo>
                  <a:pt x="21225" y="16031"/>
                </a:lnTo>
                <a:lnTo>
                  <a:pt x="20586" y="17709"/>
                </a:lnTo>
                <a:lnTo>
                  <a:pt x="19550" y="19366"/>
                </a:lnTo>
                <a:lnTo>
                  <a:pt x="18048" y="21162"/>
                </a:lnTo>
                <a:lnTo>
                  <a:pt x="15449" y="21440"/>
                </a:lnTo>
                <a:lnTo>
                  <a:pt x="12886" y="21576"/>
                </a:lnTo>
                <a:lnTo>
                  <a:pt x="10338" y="21600"/>
                </a:lnTo>
                <a:lnTo>
                  <a:pt x="7793" y="21540"/>
                </a:lnTo>
                <a:lnTo>
                  <a:pt x="5234" y="21428"/>
                </a:lnTo>
                <a:lnTo>
                  <a:pt x="2642" y="21292"/>
                </a:lnTo>
                <a:lnTo>
                  <a:pt x="0" y="21162"/>
                </a:lnTo>
                <a:lnTo>
                  <a:pt x="650" y="19257"/>
                </a:lnTo>
                <a:lnTo>
                  <a:pt x="1299" y="17353"/>
                </a:lnTo>
                <a:lnTo>
                  <a:pt x="1949" y="15445"/>
                </a:lnTo>
                <a:lnTo>
                  <a:pt x="2603" y="13534"/>
                </a:lnTo>
                <a:lnTo>
                  <a:pt x="3256" y="11618"/>
                </a:lnTo>
                <a:lnTo>
                  <a:pt x="3909" y="9701"/>
                </a:lnTo>
                <a:lnTo>
                  <a:pt x="4566" y="7775"/>
                </a:lnTo>
                <a:lnTo>
                  <a:pt x="5227" y="5844"/>
                </a:lnTo>
                <a:lnTo>
                  <a:pt x="5887" y="3906"/>
                </a:lnTo>
                <a:lnTo>
                  <a:pt x="6551" y="1956"/>
                </a:lnTo>
                <a:lnTo>
                  <a:pt x="7219" y="0"/>
                </a:lnTo>
                <a:close/>
              </a:path>
            </a:pathLst>
          </a:custGeom>
          <a:solidFill>
            <a:srgbClr val="494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1" name="contour_09369"/>
          <p:cNvSpPr/>
          <p:nvPr/>
        </p:nvSpPr>
        <p:spPr>
          <a:xfrm>
            <a:off x="5563824" y="3075532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548" y="0"/>
                </a:lnTo>
                <a:lnTo>
                  <a:pt x="17984" y="0"/>
                </a:lnTo>
                <a:lnTo>
                  <a:pt x="19440" y="0"/>
                </a:lnTo>
                <a:lnTo>
                  <a:pt x="19654" y="2138"/>
                </a:lnTo>
                <a:lnTo>
                  <a:pt x="19868" y="4280"/>
                </a:lnTo>
                <a:lnTo>
                  <a:pt x="20082" y="6421"/>
                </a:lnTo>
                <a:lnTo>
                  <a:pt x="20298" y="8566"/>
                </a:lnTo>
                <a:lnTo>
                  <a:pt x="20511" y="10720"/>
                </a:lnTo>
                <a:lnTo>
                  <a:pt x="20727" y="12877"/>
                </a:lnTo>
                <a:lnTo>
                  <a:pt x="20943" y="15043"/>
                </a:lnTo>
                <a:lnTo>
                  <a:pt x="21162" y="17218"/>
                </a:lnTo>
                <a:lnTo>
                  <a:pt x="21380" y="19403"/>
                </a:lnTo>
                <a:lnTo>
                  <a:pt x="21600" y="21600"/>
                </a:lnTo>
                <a:lnTo>
                  <a:pt x="21155" y="20008"/>
                </a:lnTo>
                <a:lnTo>
                  <a:pt x="20704" y="18403"/>
                </a:lnTo>
                <a:lnTo>
                  <a:pt x="20250" y="16780"/>
                </a:lnTo>
                <a:lnTo>
                  <a:pt x="19269" y="15314"/>
                </a:lnTo>
                <a:lnTo>
                  <a:pt x="18280" y="13839"/>
                </a:lnTo>
                <a:lnTo>
                  <a:pt x="17280" y="12343"/>
                </a:lnTo>
                <a:lnTo>
                  <a:pt x="15798" y="12423"/>
                </a:lnTo>
                <a:lnTo>
                  <a:pt x="14338" y="12587"/>
                </a:lnTo>
                <a:lnTo>
                  <a:pt x="12891" y="12830"/>
                </a:lnTo>
                <a:lnTo>
                  <a:pt x="11457" y="13142"/>
                </a:lnTo>
                <a:lnTo>
                  <a:pt x="10029" y="13512"/>
                </a:lnTo>
                <a:lnTo>
                  <a:pt x="8605" y="13935"/>
                </a:lnTo>
                <a:lnTo>
                  <a:pt x="7182" y="14401"/>
                </a:lnTo>
                <a:lnTo>
                  <a:pt x="5754" y="14901"/>
                </a:lnTo>
                <a:lnTo>
                  <a:pt x="4320" y="15429"/>
                </a:lnTo>
                <a:lnTo>
                  <a:pt x="4320" y="17468"/>
                </a:lnTo>
                <a:lnTo>
                  <a:pt x="4320" y="19520"/>
                </a:lnTo>
                <a:lnTo>
                  <a:pt x="4320" y="21600"/>
                </a:lnTo>
                <a:lnTo>
                  <a:pt x="3251" y="20835"/>
                </a:lnTo>
                <a:lnTo>
                  <a:pt x="2177" y="20069"/>
                </a:lnTo>
                <a:lnTo>
                  <a:pt x="1095" y="19295"/>
                </a:lnTo>
                <a:lnTo>
                  <a:pt x="0" y="18514"/>
                </a:lnTo>
                <a:lnTo>
                  <a:pt x="810" y="16586"/>
                </a:lnTo>
                <a:lnTo>
                  <a:pt x="1637" y="14713"/>
                </a:lnTo>
                <a:lnTo>
                  <a:pt x="2493" y="12895"/>
                </a:lnTo>
                <a:lnTo>
                  <a:pt x="3391" y="11130"/>
                </a:lnTo>
                <a:lnTo>
                  <a:pt x="4348" y="9424"/>
                </a:lnTo>
                <a:lnTo>
                  <a:pt x="5372" y="7770"/>
                </a:lnTo>
                <a:lnTo>
                  <a:pt x="6480" y="6171"/>
                </a:lnTo>
                <a:lnTo>
                  <a:pt x="8001" y="5739"/>
                </a:lnTo>
                <a:lnTo>
                  <a:pt x="9405" y="5530"/>
                </a:lnTo>
                <a:lnTo>
                  <a:pt x="10752" y="5505"/>
                </a:lnTo>
                <a:lnTo>
                  <a:pt x="12111" y="5631"/>
                </a:lnTo>
                <a:lnTo>
                  <a:pt x="13545" y="5866"/>
                </a:lnTo>
                <a:lnTo>
                  <a:pt x="15120" y="6171"/>
                </a:lnTo>
                <a:lnTo>
                  <a:pt x="15120" y="4132"/>
                </a:lnTo>
                <a:lnTo>
                  <a:pt x="15120" y="2080"/>
                </a:lnTo>
                <a:lnTo>
                  <a:pt x="15120" y="0"/>
                </a:lnTo>
                <a:close/>
              </a:path>
            </a:pathLst>
          </a:custGeom>
          <a:solidFill>
            <a:srgbClr val="83749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2" name="contour_09370"/>
          <p:cNvSpPr/>
          <p:nvPr/>
        </p:nvSpPr>
        <p:spPr>
          <a:xfrm>
            <a:off x="4922372" y="3073594"/>
            <a:ext cx="58413" cy="32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15" y="0"/>
                </a:moveTo>
                <a:lnTo>
                  <a:pt x="8934" y="43"/>
                </a:lnTo>
                <a:lnTo>
                  <a:pt x="10750" y="120"/>
                </a:lnTo>
                <a:lnTo>
                  <a:pt x="12558" y="226"/>
                </a:lnTo>
                <a:lnTo>
                  <a:pt x="14367" y="365"/>
                </a:lnTo>
                <a:lnTo>
                  <a:pt x="16172" y="538"/>
                </a:lnTo>
                <a:lnTo>
                  <a:pt x="17978" y="750"/>
                </a:lnTo>
                <a:lnTo>
                  <a:pt x="19786" y="995"/>
                </a:lnTo>
                <a:lnTo>
                  <a:pt x="21600" y="1279"/>
                </a:lnTo>
                <a:lnTo>
                  <a:pt x="21115" y="4432"/>
                </a:lnTo>
                <a:lnTo>
                  <a:pt x="20584" y="7402"/>
                </a:lnTo>
                <a:lnTo>
                  <a:pt x="19975" y="10223"/>
                </a:lnTo>
                <a:lnTo>
                  <a:pt x="19263" y="12915"/>
                </a:lnTo>
                <a:lnTo>
                  <a:pt x="18417" y="15510"/>
                </a:lnTo>
                <a:lnTo>
                  <a:pt x="17409" y="18034"/>
                </a:lnTo>
                <a:lnTo>
                  <a:pt x="16210" y="20504"/>
                </a:lnTo>
                <a:lnTo>
                  <a:pt x="14394" y="21009"/>
                </a:lnTo>
                <a:lnTo>
                  <a:pt x="12593" y="21345"/>
                </a:lnTo>
                <a:lnTo>
                  <a:pt x="10807" y="21538"/>
                </a:lnTo>
                <a:lnTo>
                  <a:pt x="9025" y="21600"/>
                </a:lnTo>
                <a:lnTo>
                  <a:pt x="7247" y="21547"/>
                </a:lnTo>
                <a:lnTo>
                  <a:pt x="5465" y="21393"/>
                </a:lnTo>
                <a:lnTo>
                  <a:pt x="3673" y="21158"/>
                </a:lnTo>
                <a:lnTo>
                  <a:pt x="1868" y="20855"/>
                </a:lnTo>
                <a:lnTo>
                  <a:pt x="40" y="20504"/>
                </a:lnTo>
                <a:lnTo>
                  <a:pt x="0" y="16385"/>
                </a:lnTo>
                <a:lnTo>
                  <a:pt x="78" y="12708"/>
                </a:lnTo>
                <a:lnTo>
                  <a:pt x="345" y="9473"/>
                </a:lnTo>
                <a:lnTo>
                  <a:pt x="879" y="6681"/>
                </a:lnTo>
                <a:lnTo>
                  <a:pt x="1749" y="4335"/>
                </a:lnTo>
                <a:lnTo>
                  <a:pt x="3032" y="2437"/>
                </a:lnTo>
                <a:lnTo>
                  <a:pt x="4794" y="995"/>
                </a:lnTo>
                <a:lnTo>
                  <a:pt x="7115" y="0"/>
                </a:lnTo>
                <a:close/>
              </a:path>
            </a:pathLst>
          </a:custGeom>
          <a:solidFill>
            <a:srgbClr val="40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3" name="contour_09371"/>
          <p:cNvSpPr/>
          <p:nvPr/>
        </p:nvSpPr>
        <p:spPr>
          <a:xfrm>
            <a:off x="8500885" y="3046380"/>
            <a:ext cx="87456" cy="43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2931" y="1656"/>
                </a:lnTo>
                <a:lnTo>
                  <a:pt x="13268" y="3333"/>
                </a:lnTo>
                <a:lnTo>
                  <a:pt x="14062" y="5709"/>
                </a:lnTo>
                <a:lnTo>
                  <a:pt x="14864" y="7462"/>
                </a:lnTo>
                <a:lnTo>
                  <a:pt x="15755" y="8816"/>
                </a:lnTo>
                <a:lnTo>
                  <a:pt x="16812" y="9988"/>
                </a:lnTo>
                <a:lnTo>
                  <a:pt x="18112" y="11200"/>
                </a:lnTo>
                <a:lnTo>
                  <a:pt x="19093" y="12103"/>
                </a:lnTo>
                <a:lnTo>
                  <a:pt x="20088" y="13020"/>
                </a:lnTo>
                <a:lnTo>
                  <a:pt x="20839" y="13672"/>
                </a:lnTo>
                <a:lnTo>
                  <a:pt x="21600" y="14335"/>
                </a:lnTo>
                <a:lnTo>
                  <a:pt x="20493" y="14930"/>
                </a:lnTo>
                <a:lnTo>
                  <a:pt x="19386" y="15522"/>
                </a:lnTo>
                <a:lnTo>
                  <a:pt x="18277" y="16102"/>
                </a:lnTo>
                <a:lnTo>
                  <a:pt x="17170" y="16676"/>
                </a:lnTo>
                <a:lnTo>
                  <a:pt x="16060" y="17246"/>
                </a:lnTo>
                <a:lnTo>
                  <a:pt x="14951" y="17808"/>
                </a:lnTo>
                <a:lnTo>
                  <a:pt x="13838" y="18367"/>
                </a:lnTo>
                <a:lnTo>
                  <a:pt x="12744" y="18969"/>
                </a:lnTo>
                <a:lnTo>
                  <a:pt x="11633" y="19586"/>
                </a:lnTo>
                <a:lnTo>
                  <a:pt x="9634" y="20546"/>
                </a:lnTo>
                <a:lnTo>
                  <a:pt x="8154" y="21195"/>
                </a:lnTo>
                <a:lnTo>
                  <a:pt x="7054" y="21543"/>
                </a:lnTo>
                <a:lnTo>
                  <a:pt x="6196" y="21600"/>
                </a:lnTo>
                <a:lnTo>
                  <a:pt x="5438" y="21371"/>
                </a:lnTo>
                <a:lnTo>
                  <a:pt x="4642" y="20865"/>
                </a:lnTo>
                <a:lnTo>
                  <a:pt x="3668" y="20098"/>
                </a:lnTo>
                <a:lnTo>
                  <a:pt x="2770" y="18894"/>
                </a:lnTo>
                <a:lnTo>
                  <a:pt x="2088" y="17891"/>
                </a:lnTo>
                <a:lnTo>
                  <a:pt x="1280" y="16554"/>
                </a:lnTo>
                <a:lnTo>
                  <a:pt x="0" y="14335"/>
                </a:lnTo>
                <a:lnTo>
                  <a:pt x="1141" y="13683"/>
                </a:lnTo>
                <a:lnTo>
                  <a:pt x="2299" y="13020"/>
                </a:lnTo>
                <a:lnTo>
                  <a:pt x="3287" y="12418"/>
                </a:lnTo>
                <a:lnTo>
                  <a:pt x="4280" y="11812"/>
                </a:lnTo>
                <a:lnTo>
                  <a:pt x="5288" y="11200"/>
                </a:lnTo>
                <a:lnTo>
                  <a:pt x="6271" y="10619"/>
                </a:lnTo>
                <a:lnTo>
                  <a:pt x="7259" y="10031"/>
                </a:lnTo>
                <a:lnTo>
                  <a:pt x="8262" y="9436"/>
                </a:lnTo>
                <a:lnTo>
                  <a:pt x="9749" y="8064"/>
                </a:lnTo>
                <a:lnTo>
                  <a:pt x="10638" y="6971"/>
                </a:lnTo>
                <a:lnTo>
                  <a:pt x="11284" y="5584"/>
                </a:lnTo>
                <a:lnTo>
                  <a:pt x="12044" y="3333"/>
                </a:lnTo>
                <a:lnTo>
                  <a:pt x="12319" y="1677"/>
                </a:lnTo>
                <a:lnTo>
                  <a:pt x="12600" y="0"/>
                </a:lnTo>
                <a:close/>
              </a:path>
            </a:pathLst>
          </a:custGeom>
          <a:solidFill>
            <a:srgbClr val="777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4" name="contour_09372"/>
          <p:cNvSpPr/>
          <p:nvPr/>
        </p:nvSpPr>
        <p:spPr>
          <a:xfrm>
            <a:off x="7747787" y="3031804"/>
            <a:ext cx="2429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1" y="0"/>
                </a:moveTo>
                <a:lnTo>
                  <a:pt x="18335" y="0"/>
                </a:lnTo>
                <a:lnTo>
                  <a:pt x="21600" y="0"/>
                </a:lnTo>
                <a:lnTo>
                  <a:pt x="21600" y="1069"/>
                </a:lnTo>
                <a:lnTo>
                  <a:pt x="21600" y="2138"/>
                </a:lnTo>
                <a:lnTo>
                  <a:pt x="21600" y="3208"/>
                </a:lnTo>
                <a:lnTo>
                  <a:pt x="21600" y="4278"/>
                </a:lnTo>
                <a:lnTo>
                  <a:pt x="21600" y="5349"/>
                </a:lnTo>
                <a:lnTo>
                  <a:pt x="21600" y="6421"/>
                </a:lnTo>
                <a:lnTo>
                  <a:pt x="21600" y="7494"/>
                </a:lnTo>
                <a:lnTo>
                  <a:pt x="21600" y="8567"/>
                </a:lnTo>
                <a:lnTo>
                  <a:pt x="21600" y="9643"/>
                </a:lnTo>
                <a:lnTo>
                  <a:pt x="21600" y="10718"/>
                </a:lnTo>
                <a:lnTo>
                  <a:pt x="21600" y="11797"/>
                </a:lnTo>
                <a:lnTo>
                  <a:pt x="21600" y="12877"/>
                </a:lnTo>
                <a:lnTo>
                  <a:pt x="21600" y="13958"/>
                </a:lnTo>
                <a:lnTo>
                  <a:pt x="21600" y="15043"/>
                </a:lnTo>
                <a:lnTo>
                  <a:pt x="21600" y="16129"/>
                </a:lnTo>
                <a:lnTo>
                  <a:pt x="21600" y="17218"/>
                </a:lnTo>
                <a:lnTo>
                  <a:pt x="21600" y="18309"/>
                </a:lnTo>
                <a:lnTo>
                  <a:pt x="21600" y="19403"/>
                </a:lnTo>
                <a:lnTo>
                  <a:pt x="21600" y="20500"/>
                </a:lnTo>
                <a:lnTo>
                  <a:pt x="21600" y="21600"/>
                </a:lnTo>
                <a:lnTo>
                  <a:pt x="17752" y="21295"/>
                </a:lnTo>
                <a:lnTo>
                  <a:pt x="13890" y="20987"/>
                </a:lnTo>
                <a:lnTo>
                  <a:pt x="10016" y="20680"/>
                </a:lnTo>
                <a:lnTo>
                  <a:pt x="6109" y="20370"/>
                </a:lnTo>
                <a:lnTo>
                  <a:pt x="2164" y="20057"/>
                </a:lnTo>
                <a:lnTo>
                  <a:pt x="1296" y="19025"/>
                </a:lnTo>
                <a:lnTo>
                  <a:pt x="661" y="18073"/>
                </a:lnTo>
                <a:lnTo>
                  <a:pt x="240" y="17163"/>
                </a:lnTo>
                <a:lnTo>
                  <a:pt x="26" y="16252"/>
                </a:lnTo>
                <a:lnTo>
                  <a:pt x="0" y="15302"/>
                </a:lnTo>
                <a:lnTo>
                  <a:pt x="143" y="14271"/>
                </a:lnTo>
                <a:lnTo>
                  <a:pt x="227" y="13440"/>
                </a:lnTo>
                <a:lnTo>
                  <a:pt x="317" y="12596"/>
                </a:lnTo>
                <a:lnTo>
                  <a:pt x="590" y="11479"/>
                </a:lnTo>
                <a:lnTo>
                  <a:pt x="985" y="10371"/>
                </a:lnTo>
                <a:lnTo>
                  <a:pt x="1516" y="9274"/>
                </a:lnTo>
                <a:lnTo>
                  <a:pt x="2203" y="8186"/>
                </a:lnTo>
                <a:lnTo>
                  <a:pt x="3058" y="7109"/>
                </a:lnTo>
                <a:lnTo>
                  <a:pt x="4095" y="6046"/>
                </a:lnTo>
                <a:lnTo>
                  <a:pt x="5332" y="4997"/>
                </a:lnTo>
                <a:lnTo>
                  <a:pt x="6790" y="3964"/>
                </a:lnTo>
                <a:lnTo>
                  <a:pt x="8487" y="2945"/>
                </a:lnTo>
                <a:lnTo>
                  <a:pt x="10424" y="1946"/>
                </a:lnTo>
                <a:lnTo>
                  <a:pt x="12633" y="963"/>
                </a:lnTo>
                <a:lnTo>
                  <a:pt x="15121" y="0"/>
                </a:lnTo>
                <a:close/>
              </a:path>
            </a:pathLst>
          </a:custGeom>
          <a:solidFill>
            <a:srgbClr val="D7E7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5" name="contour_09373"/>
          <p:cNvSpPr/>
          <p:nvPr/>
        </p:nvSpPr>
        <p:spPr>
          <a:xfrm>
            <a:off x="7356670" y="3009860"/>
            <a:ext cx="65592" cy="36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"/>
                </a:moveTo>
                <a:lnTo>
                  <a:pt x="21089" y="2750"/>
                </a:lnTo>
                <a:lnTo>
                  <a:pt x="20568" y="5448"/>
                </a:lnTo>
                <a:lnTo>
                  <a:pt x="20038" y="8138"/>
                </a:lnTo>
                <a:lnTo>
                  <a:pt x="19500" y="10824"/>
                </a:lnTo>
                <a:lnTo>
                  <a:pt x="19111" y="12828"/>
                </a:lnTo>
                <a:lnTo>
                  <a:pt x="18718" y="14841"/>
                </a:lnTo>
                <a:lnTo>
                  <a:pt x="18319" y="16884"/>
                </a:lnTo>
                <a:lnTo>
                  <a:pt x="17566" y="19225"/>
                </a:lnTo>
                <a:lnTo>
                  <a:pt x="16800" y="21600"/>
                </a:lnTo>
                <a:lnTo>
                  <a:pt x="15214" y="21600"/>
                </a:lnTo>
                <a:lnTo>
                  <a:pt x="13618" y="21600"/>
                </a:lnTo>
                <a:lnTo>
                  <a:pt x="12000" y="21600"/>
                </a:lnTo>
                <a:lnTo>
                  <a:pt x="12000" y="19040"/>
                </a:lnTo>
                <a:lnTo>
                  <a:pt x="12000" y="16470"/>
                </a:lnTo>
                <a:lnTo>
                  <a:pt x="12000" y="13893"/>
                </a:lnTo>
                <a:lnTo>
                  <a:pt x="12000" y="11294"/>
                </a:lnTo>
                <a:lnTo>
                  <a:pt x="12000" y="8668"/>
                </a:lnTo>
                <a:lnTo>
                  <a:pt x="10414" y="8668"/>
                </a:lnTo>
                <a:lnTo>
                  <a:pt x="8818" y="8668"/>
                </a:lnTo>
                <a:lnTo>
                  <a:pt x="7200" y="8668"/>
                </a:lnTo>
                <a:lnTo>
                  <a:pt x="7200" y="11229"/>
                </a:lnTo>
                <a:lnTo>
                  <a:pt x="7200" y="13798"/>
                </a:lnTo>
                <a:lnTo>
                  <a:pt x="7200" y="16376"/>
                </a:lnTo>
                <a:lnTo>
                  <a:pt x="7200" y="18975"/>
                </a:lnTo>
                <a:lnTo>
                  <a:pt x="7200" y="21600"/>
                </a:lnTo>
                <a:lnTo>
                  <a:pt x="5774" y="21600"/>
                </a:lnTo>
                <a:lnTo>
                  <a:pt x="4344" y="21600"/>
                </a:lnTo>
                <a:lnTo>
                  <a:pt x="2909" y="21600"/>
                </a:lnTo>
                <a:lnTo>
                  <a:pt x="1462" y="21600"/>
                </a:lnTo>
                <a:lnTo>
                  <a:pt x="0" y="21600"/>
                </a:lnTo>
                <a:lnTo>
                  <a:pt x="0" y="18755"/>
                </a:lnTo>
                <a:lnTo>
                  <a:pt x="0" y="15906"/>
                </a:lnTo>
                <a:lnTo>
                  <a:pt x="0" y="13044"/>
                </a:lnTo>
                <a:lnTo>
                  <a:pt x="0" y="10169"/>
                </a:lnTo>
                <a:lnTo>
                  <a:pt x="0" y="7276"/>
                </a:lnTo>
                <a:lnTo>
                  <a:pt x="0" y="4358"/>
                </a:lnTo>
                <a:lnTo>
                  <a:pt x="1687" y="3810"/>
                </a:lnTo>
                <a:lnTo>
                  <a:pt x="3374" y="3272"/>
                </a:lnTo>
                <a:lnTo>
                  <a:pt x="5062" y="2733"/>
                </a:lnTo>
                <a:lnTo>
                  <a:pt x="6749" y="2203"/>
                </a:lnTo>
                <a:lnTo>
                  <a:pt x="8004" y="1802"/>
                </a:lnTo>
                <a:lnTo>
                  <a:pt x="9269" y="1397"/>
                </a:lnTo>
                <a:lnTo>
                  <a:pt x="10548" y="991"/>
                </a:lnTo>
                <a:lnTo>
                  <a:pt x="12139" y="642"/>
                </a:lnTo>
                <a:lnTo>
                  <a:pt x="13716" y="375"/>
                </a:lnTo>
                <a:lnTo>
                  <a:pt x="15281" y="181"/>
                </a:lnTo>
                <a:lnTo>
                  <a:pt x="16846" y="60"/>
                </a:lnTo>
                <a:lnTo>
                  <a:pt x="18415" y="4"/>
                </a:lnTo>
                <a:lnTo>
                  <a:pt x="19997" y="0"/>
                </a:lnTo>
                <a:lnTo>
                  <a:pt x="21600" y="47"/>
                </a:lnTo>
                <a:close/>
              </a:path>
            </a:pathLst>
          </a:custGeom>
          <a:solidFill>
            <a:srgbClr val="C2CCD0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6" name="contour_09374"/>
          <p:cNvSpPr/>
          <p:nvPr/>
        </p:nvSpPr>
        <p:spPr>
          <a:xfrm>
            <a:off x="5053665" y="2980789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186" y="0"/>
                </a:lnTo>
                <a:lnTo>
                  <a:pt x="12782" y="0"/>
                </a:lnTo>
                <a:lnTo>
                  <a:pt x="14400" y="0"/>
                </a:lnTo>
                <a:lnTo>
                  <a:pt x="14302" y="1728"/>
                </a:lnTo>
                <a:lnTo>
                  <a:pt x="14201" y="3470"/>
                </a:lnTo>
                <a:lnTo>
                  <a:pt x="14100" y="5233"/>
                </a:lnTo>
                <a:lnTo>
                  <a:pt x="14105" y="7441"/>
                </a:lnTo>
                <a:lnTo>
                  <a:pt x="14182" y="8886"/>
                </a:lnTo>
                <a:lnTo>
                  <a:pt x="14400" y="10800"/>
                </a:lnTo>
                <a:lnTo>
                  <a:pt x="15742" y="11791"/>
                </a:lnTo>
                <a:lnTo>
                  <a:pt x="16687" y="12404"/>
                </a:lnTo>
                <a:lnTo>
                  <a:pt x="17690" y="12887"/>
                </a:lnTo>
                <a:lnTo>
                  <a:pt x="19200" y="13500"/>
                </a:lnTo>
                <a:lnTo>
                  <a:pt x="19795" y="14837"/>
                </a:lnTo>
                <a:lnTo>
                  <a:pt x="20390" y="16181"/>
                </a:lnTo>
                <a:lnTo>
                  <a:pt x="20993" y="17531"/>
                </a:lnTo>
                <a:lnTo>
                  <a:pt x="21600" y="18900"/>
                </a:lnTo>
                <a:lnTo>
                  <a:pt x="20016" y="19197"/>
                </a:lnTo>
                <a:lnTo>
                  <a:pt x="18430" y="19494"/>
                </a:lnTo>
                <a:lnTo>
                  <a:pt x="16843" y="19791"/>
                </a:lnTo>
                <a:lnTo>
                  <a:pt x="15252" y="20091"/>
                </a:lnTo>
                <a:lnTo>
                  <a:pt x="13656" y="20390"/>
                </a:lnTo>
                <a:lnTo>
                  <a:pt x="12053" y="20690"/>
                </a:lnTo>
                <a:lnTo>
                  <a:pt x="10445" y="20992"/>
                </a:lnTo>
                <a:lnTo>
                  <a:pt x="8827" y="21295"/>
                </a:lnTo>
                <a:lnTo>
                  <a:pt x="7200" y="21600"/>
                </a:lnTo>
                <a:lnTo>
                  <a:pt x="7248" y="20887"/>
                </a:lnTo>
                <a:lnTo>
                  <a:pt x="7313" y="19964"/>
                </a:lnTo>
                <a:lnTo>
                  <a:pt x="7433" y="18212"/>
                </a:lnTo>
                <a:lnTo>
                  <a:pt x="7651" y="15017"/>
                </a:lnTo>
                <a:lnTo>
                  <a:pt x="7658" y="12812"/>
                </a:lnTo>
                <a:lnTo>
                  <a:pt x="7615" y="11353"/>
                </a:lnTo>
                <a:lnTo>
                  <a:pt x="7476" y="10001"/>
                </a:lnTo>
                <a:lnTo>
                  <a:pt x="7200" y="8100"/>
                </a:lnTo>
                <a:lnTo>
                  <a:pt x="5414" y="7025"/>
                </a:lnTo>
                <a:lnTo>
                  <a:pt x="4147" y="6348"/>
                </a:lnTo>
                <a:lnTo>
                  <a:pt x="3053" y="5937"/>
                </a:lnTo>
                <a:lnTo>
                  <a:pt x="1786" y="5665"/>
                </a:lnTo>
                <a:lnTo>
                  <a:pt x="0" y="5400"/>
                </a:lnTo>
                <a:lnTo>
                  <a:pt x="1584" y="5400"/>
                </a:lnTo>
                <a:lnTo>
                  <a:pt x="3170" y="5400"/>
                </a:lnTo>
                <a:lnTo>
                  <a:pt x="4764" y="5400"/>
                </a:lnTo>
                <a:lnTo>
                  <a:pt x="6365" y="5400"/>
                </a:lnTo>
                <a:lnTo>
                  <a:pt x="7975" y="5400"/>
                </a:lnTo>
                <a:lnTo>
                  <a:pt x="9600" y="5400"/>
                </a:lnTo>
                <a:lnTo>
                  <a:pt x="9600" y="3615"/>
                </a:lnTo>
                <a:lnTo>
                  <a:pt x="9600" y="1820"/>
                </a:lnTo>
                <a:lnTo>
                  <a:pt x="9600" y="0"/>
                </a:lnTo>
                <a:close/>
              </a:path>
            </a:pathLst>
          </a:custGeom>
          <a:solidFill>
            <a:srgbClr val="606262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7" name="contour_09375"/>
          <p:cNvSpPr/>
          <p:nvPr/>
        </p:nvSpPr>
        <p:spPr>
          <a:xfrm>
            <a:off x="4769433" y="2958925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396"/>
                </a:lnTo>
                <a:lnTo>
                  <a:pt x="15813" y="792"/>
                </a:lnTo>
                <a:lnTo>
                  <a:pt x="17248" y="1190"/>
                </a:lnTo>
                <a:lnTo>
                  <a:pt x="18688" y="1591"/>
                </a:lnTo>
                <a:lnTo>
                  <a:pt x="20138" y="1994"/>
                </a:lnTo>
                <a:lnTo>
                  <a:pt x="21600" y="2400"/>
                </a:lnTo>
                <a:lnTo>
                  <a:pt x="21051" y="2606"/>
                </a:lnTo>
                <a:lnTo>
                  <a:pt x="19397" y="3235"/>
                </a:lnTo>
                <a:lnTo>
                  <a:pt x="18347" y="4010"/>
                </a:lnTo>
                <a:lnTo>
                  <a:pt x="17280" y="4800"/>
                </a:lnTo>
                <a:lnTo>
                  <a:pt x="17353" y="6406"/>
                </a:lnTo>
                <a:lnTo>
                  <a:pt x="17446" y="7550"/>
                </a:lnTo>
                <a:lnTo>
                  <a:pt x="17626" y="8782"/>
                </a:lnTo>
                <a:lnTo>
                  <a:pt x="17954" y="10651"/>
                </a:lnTo>
                <a:lnTo>
                  <a:pt x="18045" y="12571"/>
                </a:lnTo>
                <a:lnTo>
                  <a:pt x="18004" y="13853"/>
                </a:lnTo>
                <a:lnTo>
                  <a:pt x="17770" y="15070"/>
                </a:lnTo>
                <a:lnTo>
                  <a:pt x="17280" y="16800"/>
                </a:lnTo>
                <a:lnTo>
                  <a:pt x="15952" y="17496"/>
                </a:lnTo>
                <a:lnTo>
                  <a:pt x="14619" y="18120"/>
                </a:lnTo>
                <a:lnTo>
                  <a:pt x="13280" y="18679"/>
                </a:lnTo>
                <a:lnTo>
                  <a:pt x="11934" y="19178"/>
                </a:lnTo>
                <a:lnTo>
                  <a:pt x="10578" y="19625"/>
                </a:lnTo>
                <a:lnTo>
                  <a:pt x="9210" y="20026"/>
                </a:lnTo>
                <a:lnTo>
                  <a:pt x="7832" y="20390"/>
                </a:lnTo>
                <a:lnTo>
                  <a:pt x="6439" y="20722"/>
                </a:lnTo>
                <a:lnTo>
                  <a:pt x="5031" y="21031"/>
                </a:lnTo>
                <a:lnTo>
                  <a:pt x="3605" y="21322"/>
                </a:lnTo>
                <a:lnTo>
                  <a:pt x="2160" y="21600"/>
                </a:lnTo>
                <a:lnTo>
                  <a:pt x="1732" y="20174"/>
                </a:lnTo>
                <a:lnTo>
                  <a:pt x="1302" y="18744"/>
                </a:lnTo>
                <a:lnTo>
                  <a:pt x="873" y="17309"/>
                </a:lnTo>
                <a:lnTo>
                  <a:pt x="438" y="15862"/>
                </a:lnTo>
                <a:lnTo>
                  <a:pt x="0" y="14400"/>
                </a:lnTo>
                <a:lnTo>
                  <a:pt x="1426" y="14136"/>
                </a:lnTo>
                <a:lnTo>
                  <a:pt x="2853" y="13872"/>
                </a:lnTo>
                <a:lnTo>
                  <a:pt x="4281" y="13608"/>
                </a:lnTo>
                <a:lnTo>
                  <a:pt x="5713" y="13342"/>
                </a:lnTo>
                <a:lnTo>
                  <a:pt x="7150" y="13075"/>
                </a:lnTo>
                <a:lnTo>
                  <a:pt x="8592" y="12809"/>
                </a:lnTo>
                <a:lnTo>
                  <a:pt x="10040" y="12540"/>
                </a:lnTo>
                <a:lnTo>
                  <a:pt x="11496" y="12271"/>
                </a:lnTo>
                <a:lnTo>
                  <a:pt x="12960" y="12000"/>
                </a:lnTo>
                <a:lnTo>
                  <a:pt x="12960" y="10303"/>
                </a:lnTo>
                <a:lnTo>
                  <a:pt x="12960" y="8604"/>
                </a:lnTo>
                <a:lnTo>
                  <a:pt x="12960" y="6900"/>
                </a:lnTo>
                <a:lnTo>
                  <a:pt x="12960" y="5189"/>
                </a:lnTo>
                <a:lnTo>
                  <a:pt x="12960" y="3470"/>
                </a:lnTo>
                <a:lnTo>
                  <a:pt x="12960" y="1742"/>
                </a:lnTo>
                <a:lnTo>
                  <a:pt x="12960" y="0"/>
                </a:lnTo>
                <a:close/>
              </a:path>
            </a:pathLst>
          </a:custGeom>
          <a:solidFill>
            <a:srgbClr val="645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8" name="contour_09376"/>
          <p:cNvSpPr/>
          <p:nvPr/>
        </p:nvSpPr>
        <p:spPr>
          <a:xfrm>
            <a:off x="10410339" y="2980789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3026" y="536"/>
                </a:lnTo>
                <a:lnTo>
                  <a:pt x="4250" y="1071"/>
                </a:lnTo>
                <a:lnTo>
                  <a:pt x="5477" y="1603"/>
                </a:lnTo>
                <a:lnTo>
                  <a:pt x="6703" y="2138"/>
                </a:lnTo>
                <a:lnTo>
                  <a:pt x="7931" y="2674"/>
                </a:lnTo>
                <a:lnTo>
                  <a:pt x="9162" y="3214"/>
                </a:lnTo>
                <a:lnTo>
                  <a:pt x="10393" y="3750"/>
                </a:lnTo>
                <a:lnTo>
                  <a:pt x="11626" y="4290"/>
                </a:lnTo>
                <a:lnTo>
                  <a:pt x="12861" y="4825"/>
                </a:lnTo>
                <a:lnTo>
                  <a:pt x="14099" y="5365"/>
                </a:lnTo>
                <a:lnTo>
                  <a:pt x="15341" y="5910"/>
                </a:lnTo>
                <a:lnTo>
                  <a:pt x="16585" y="6450"/>
                </a:lnTo>
                <a:lnTo>
                  <a:pt x="17833" y="6994"/>
                </a:lnTo>
                <a:lnTo>
                  <a:pt x="19084" y="7543"/>
                </a:lnTo>
                <a:lnTo>
                  <a:pt x="20340" y="8091"/>
                </a:lnTo>
                <a:lnTo>
                  <a:pt x="21600" y="8640"/>
                </a:lnTo>
                <a:lnTo>
                  <a:pt x="21209" y="9107"/>
                </a:lnTo>
                <a:lnTo>
                  <a:pt x="20705" y="9716"/>
                </a:lnTo>
                <a:lnTo>
                  <a:pt x="19748" y="10865"/>
                </a:lnTo>
                <a:lnTo>
                  <a:pt x="18000" y="12960"/>
                </a:lnTo>
                <a:lnTo>
                  <a:pt x="17339" y="15677"/>
                </a:lnTo>
                <a:lnTo>
                  <a:pt x="16931" y="17479"/>
                </a:lnTo>
                <a:lnTo>
                  <a:pt x="16609" y="19185"/>
                </a:lnTo>
                <a:lnTo>
                  <a:pt x="16200" y="21600"/>
                </a:lnTo>
                <a:lnTo>
                  <a:pt x="15307" y="19457"/>
                </a:lnTo>
                <a:lnTo>
                  <a:pt x="14400" y="17280"/>
                </a:lnTo>
                <a:lnTo>
                  <a:pt x="13172" y="17142"/>
                </a:lnTo>
                <a:lnTo>
                  <a:pt x="11956" y="17042"/>
                </a:lnTo>
                <a:lnTo>
                  <a:pt x="10742" y="16978"/>
                </a:lnTo>
                <a:lnTo>
                  <a:pt x="9531" y="16952"/>
                </a:lnTo>
                <a:lnTo>
                  <a:pt x="8314" y="16965"/>
                </a:lnTo>
                <a:lnTo>
                  <a:pt x="7088" y="17012"/>
                </a:lnTo>
                <a:lnTo>
                  <a:pt x="6575" y="17025"/>
                </a:lnTo>
                <a:lnTo>
                  <a:pt x="5031" y="17068"/>
                </a:lnTo>
                <a:lnTo>
                  <a:pt x="3773" y="17112"/>
                </a:lnTo>
                <a:lnTo>
                  <a:pt x="2516" y="17163"/>
                </a:lnTo>
                <a:lnTo>
                  <a:pt x="1258" y="17220"/>
                </a:lnTo>
                <a:lnTo>
                  <a:pt x="0" y="17280"/>
                </a:lnTo>
                <a:lnTo>
                  <a:pt x="297" y="14429"/>
                </a:lnTo>
                <a:lnTo>
                  <a:pt x="594" y="11573"/>
                </a:lnTo>
                <a:lnTo>
                  <a:pt x="893" y="8705"/>
                </a:lnTo>
                <a:lnTo>
                  <a:pt x="1193" y="5823"/>
                </a:lnTo>
                <a:lnTo>
                  <a:pt x="1496" y="2925"/>
                </a:lnTo>
                <a:lnTo>
                  <a:pt x="1800" y="0"/>
                </a:lnTo>
                <a:close/>
              </a:path>
            </a:pathLst>
          </a:custGeom>
          <a:solidFill>
            <a:srgbClr val="626B6F"/>
          </a:solidFill>
          <a:ln>
            <a:noFill/>
          </a:ln>
        </p:spPr>
        <p:txBody>
          <a:bodyPr/>
          <a:lstStyle/>
          <a:p/>
        </p:txBody>
      </p:sp>
      <p:sp>
        <p:nvSpPr>
          <p:cNvPr id="9379" name="contour_09377"/>
          <p:cNvSpPr/>
          <p:nvPr/>
        </p:nvSpPr>
        <p:spPr>
          <a:xfrm>
            <a:off x="10242715" y="2973501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19960" y="3564"/>
                </a:lnTo>
                <a:lnTo>
                  <a:pt x="20284" y="7133"/>
                </a:lnTo>
                <a:lnTo>
                  <a:pt x="20610" y="10719"/>
                </a:lnTo>
                <a:lnTo>
                  <a:pt x="20938" y="14321"/>
                </a:lnTo>
                <a:lnTo>
                  <a:pt x="21268" y="17944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0" y="18392"/>
                </a:lnTo>
                <a:lnTo>
                  <a:pt x="0" y="15174"/>
                </a:lnTo>
                <a:lnTo>
                  <a:pt x="0" y="11945"/>
                </a:lnTo>
                <a:lnTo>
                  <a:pt x="0" y="8689"/>
                </a:lnTo>
                <a:lnTo>
                  <a:pt x="0" y="5400"/>
                </a:lnTo>
                <a:lnTo>
                  <a:pt x="1269" y="4946"/>
                </a:lnTo>
                <a:lnTo>
                  <a:pt x="2535" y="4493"/>
                </a:lnTo>
                <a:lnTo>
                  <a:pt x="3804" y="4045"/>
                </a:lnTo>
                <a:lnTo>
                  <a:pt x="5072" y="3596"/>
                </a:lnTo>
                <a:lnTo>
                  <a:pt x="6341" y="3148"/>
                </a:lnTo>
                <a:lnTo>
                  <a:pt x="7609" y="2700"/>
                </a:lnTo>
                <a:lnTo>
                  <a:pt x="8149" y="2506"/>
                </a:lnTo>
                <a:lnTo>
                  <a:pt x="9779" y="1917"/>
                </a:lnTo>
                <a:lnTo>
                  <a:pt x="11020" y="1501"/>
                </a:lnTo>
                <a:lnTo>
                  <a:pt x="12249" y="1129"/>
                </a:lnTo>
                <a:lnTo>
                  <a:pt x="13474" y="799"/>
                </a:lnTo>
                <a:lnTo>
                  <a:pt x="14696" y="524"/>
                </a:lnTo>
                <a:lnTo>
                  <a:pt x="15917" y="302"/>
                </a:lnTo>
                <a:lnTo>
                  <a:pt x="17146" y="135"/>
                </a:lnTo>
                <a:lnTo>
                  <a:pt x="18386" y="32"/>
                </a:lnTo>
                <a:lnTo>
                  <a:pt x="19636" y="0"/>
                </a:lnTo>
                <a:close/>
              </a:path>
            </a:pathLst>
          </a:custGeom>
          <a:solidFill>
            <a:srgbClr val="767C7F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0" name="contour_09378"/>
          <p:cNvSpPr/>
          <p:nvPr/>
        </p:nvSpPr>
        <p:spPr>
          <a:xfrm>
            <a:off x="8369701" y="2957103"/>
            <a:ext cx="58304" cy="601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10255" y="65"/>
                </a:lnTo>
                <a:lnTo>
                  <a:pt x="11656" y="233"/>
                </a:lnTo>
                <a:lnTo>
                  <a:pt x="13500" y="655"/>
                </a:lnTo>
                <a:lnTo>
                  <a:pt x="14332" y="2445"/>
                </a:lnTo>
                <a:lnTo>
                  <a:pt x="14888" y="3749"/>
                </a:lnTo>
                <a:lnTo>
                  <a:pt x="15298" y="4943"/>
                </a:lnTo>
                <a:lnTo>
                  <a:pt x="15692" y="6404"/>
                </a:lnTo>
                <a:lnTo>
                  <a:pt x="16200" y="8509"/>
                </a:lnTo>
                <a:lnTo>
                  <a:pt x="17898" y="10342"/>
                </a:lnTo>
                <a:lnTo>
                  <a:pt x="19024" y="11496"/>
                </a:lnTo>
                <a:lnTo>
                  <a:pt x="20091" y="12468"/>
                </a:lnTo>
                <a:lnTo>
                  <a:pt x="21600" y="13745"/>
                </a:lnTo>
                <a:lnTo>
                  <a:pt x="19996" y="13745"/>
                </a:lnTo>
                <a:lnTo>
                  <a:pt x="18387" y="13745"/>
                </a:lnTo>
                <a:lnTo>
                  <a:pt x="16772" y="13745"/>
                </a:lnTo>
                <a:lnTo>
                  <a:pt x="15144" y="13745"/>
                </a:lnTo>
                <a:lnTo>
                  <a:pt x="13500" y="13745"/>
                </a:lnTo>
                <a:lnTo>
                  <a:pt x="13500" y="15301"/>
                </a:lnTo>
                <a:lnTo>
                  <a:pt x="13500" y="16861"/>
                </a:lnTo>
                <a:lnTo>
                  <a:pt x="13500" y="18427"/>
                </a:lnTo>
                <a:lnTo>
                  <a:pt x="13500" y="20006"/>
                </a:lnTo>
                <a:lnTo>
                  <a:pt x="13500" y="21600"/>
                </a:lnTo>
                <a:lnTo>
                  <a:pt x="11715" y="21600"/>
                </a:lnTo>
                <a:lnTo>
                  <a:pt x="9920" y="21600"/>
                </a:lnTo>
                <a:lnTo>
                  <a:pt x="8100" y="21600"/>
                </a:lnTo>
                <a:lnTo>
                  <a:pt x="8003" y="20767"/>
                </a:lnTo>
                <a:lnTo>
                  <a:pt x="7700" y="18257"/>
                </a:lnTo>
                <a:lnTo>
                  <a:pt x="7609" y="17618"/>
                </a:lnTo>
                <a:lnTo>
                  <a:pt x="7449" y="16489"/>
                </a:lnTo>
                <a:lnTo>
                  <a:pt x="7088" y="13908"/>
                </a:lnTo>
                <a:lnTo>
                  <a:pt x="6899" y="12478"/>
                </a:lnTo>
                <a:lnTo>
                  <a:pt x="6709" y="11041"/>
                </a:lnTo>
                <a:lnTo>
                  <a:pt x="6518" y="9583"/>
                </a:lnTo>
                <a:lnTo>
                  <a:pt x="5827" y="7420"/>
                </a:lnTo>
                <a:lnTo>
                  <a:pt x="5189" y="6127"/>
                </a:lnTo>
                <a:lnTo>
                  <a:pt x="4234" y="5187"/>
                </a:lnTo>
                <a:lnTo>
                  <a:pt x="2595" y="4082"/>
                </a:lnTo>
                <a:lnTo>
                  <a:pt x="1307" y="3681"/>
                </a:lnTo>
                <a:lnTo>
                  <a:pt x="0" y="3273"/>
                </a:lnTo>
                <a:lnTo>
                  <a:pt x="1625" y="1801"/>
                </a:lnTo>
                <a:lnTo>
                  <a:pt x="2975" y="880"/>
                </a:lnTo>
                <a:lnTo>
                  <a:pt x="4323" y="369"/>
                </a:lnTo>
                <a:lnTo>
                  <a:pt x="5943" y="123"/>
                </a:lnTo>
                <a:lnTo>
                  <a:pt x="8100" y="0"/>
                </a:lnTo>
                <a:close/>
              </a:path>
            </a:pathLst>
          </a:custGeom>
          <a:solidFill>
            <a:srgbClr val="848B8B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1" name="contour_09379"/>
          <p:cNvSpPr/>
          <p:nvPr/>
        </p:nvSpPr>
        <p:spPr>
          <a:xfrm>
            <a:off x="10155259" y="2966213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0"/>
                </a:lnTo>
                <a:lnTo>
                  <a:pt x="8967" y="0"/>
                </a:lnTo>
                <a:lnTo>
                  <a:pt x="10751" y="0"/>
                </a:lnTo>
                <a:lnTo>
                  <a:pt x="12541" y="0"/>
                </a:lnTo>
                <a:lnTo>
                  <a:pt x="14337" y="0"/>
                </a:lnTo>
                <a:lnTo>
                  <a:pt x="16141" y="0"/>
                </a:lnTo>
                <a:lnTo>
                  <a:pt x="17950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818" y="21152"/>
                </a:lnTo>
                <a:lnTo>
                  <a:pt x="18036" y="20709"/>
                </a:lnTo>
                <a:lnTo>
                  <a:pt x="16251" y="20261"/>
                </a:lnTo>
                <a:lnTo>
                  <a:pt x="14464" y="19818"/>
                </a:lnTo>
                <a:lnTo>
                  <a:pt x="12674" y="19370"/>
                </a:lnTo>
                <a:lnTo>
                  <a:pt x="10881" y="18922"/>
                </a:lnTo>
                <a:lnTo>
                  <a:pt x="9083" y="18473"/>
                </a:lnTo>
                <a:lnTo>
                  <a:pt x="7279" y="18020"/>
                </a:lnTo>
                <a:lnTo>
                  <a:pt x="5470" y="17566"/>
                </a:lnTo>
                <a:lnTo>
                  <a:pt x="3656" y="17113"/>
                </a:lnTo>
                <a:lnTo>
                  <a:pt x="1831" y="16659"/>
                </a:lnTo>
                <a:lnTo>
                  <a:pt x="0" y="16200"/>
                </a:lnTo>
                <a:lnTo>
                  <a:pt x="1336" y="14861"/>
                </a:lnTo>
                <a:lnTo>
                  <a:pt x="2681" y="13522"/>
                </a:lnTo>
                <a:lnTo>
                  <a:pt x="4031" y="12166"/>
                </a:lnTo>
                <a:lnTo>
                  <a:pt x="5400" y="10800"/>
                </a:lnTo>
                <a:lnTo>
                  <a:pt x="5400" y="7231"/>
                </a:lnTo>
                <a:lnTo>
                  <a:pt x="5400" y="3640"/>
                </a:lnTo>
                <a:lnTo>
                  <a:pt x="5400" y="0"/>
                </a:lnTo>
                <a:close/>
              </a:path>
            </a:pathLst>
          </a:custGeom>
          <a:solidFill>
            <a:srgbClr val="C9D7E1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2" name="contour_09380"/>
          <p:cNvSpPr/>
          <p:nvPr/>
        </p:nvSpPr>
        <p:spPr>
          <a:xfrm>
            <a:off x="5746024" y="2959661"/>
            <a:ext cx="45382" cy="86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39" y="412"/>
                </a:moveTo>
                <a:lnTo>
                  <a:pt x="19904" y="1345"/>
                </a:lnTo>
                <a:lnTo>
                  <a:pt x="20931" y="2191"/>
                </a:lnTo>
                <a:lnTo>
                  <a:pt x="21600" y="3670"/>
                </a:lnTo>
                <a:lnTo>
                  <a:pt x="21544" y="4916"/>
                </a:lnTo>
                <a:lnTo>
                  <a:pt x="21489" y="6177"/>
                </a:lnTo>
                <a:lnTo>
                  <a:pt x="21468" y="7072"/>
                </a:lnTo>
                <a:lnTo>
                  <a:pt x="21444" y="7975"/>
                </a:lnTo>
                <a:lnTo>
                  <a:pt x="21420" y="8889"/>
                </a:lnTo>
                <a:lnTo>
                  <a:pt x="21364" y="9828"/>
                </a:lnTo>
                <a:lnTo>
                  <a:pt x="21305" y="10772"/>
                </a:lnTo>
                <a:lnTo>
                  <a:pt x="21246" y="11730"/>
                </a:lnTo>
                <a:lnTo>
                  <a:pt x="21215" y="12674"/>
                </a:lnTo>
                <a:lnTo>
                  <a:pt x="21184" y="13627"/>
                </a:lnTo>
                <a:lnTo>
                  <a:pt x="21149" y="14591"/>
                </a:lnTo>
                <a:lnTo>
                  <a:pt x="21107" y="15758"/>
                </a:lnTo>
                <a:lnTo>
                  <a:pt x="21059" y="16927"/>
                </a:lnTo>
                <a:lnTo>
                  <a:pt x="21007" y="18095"/>
                </a:lnTo>
                <a:lnTo>
                  <a:pt x="20948" y="19264"/>
                </a:lnTo>
                <a:lnTo>
                  <a:pt x="20882" y="20431"/>
                </a:lnTo>
                <a:lnTo>
                  <a:pt x="20813" y="21600"/>
                </a:lnTo>
                <a:lnTo>
                  <a:pt x="19092" y="21600"/>
                </a:lnTo>
                <a:lnTo>
                  <a:pt x="17344" y="21600"/>
                </a:lnTo>
                <a:lnTo>
                  <a:pt x="17254" y="20703"/>
                </a:lnTo>
                <a:lnTo>
                  <a:pt x="17163" y="19799"/>
                </a:lnTo>
                <a:lnTo>
                  <a:pt x="17070" y="18884"/>
                </a:lnTo>
                <a:lnTo>
                  <a:pt x="16844" y="17594"/>
                </a:lnTo>
                <a:lnTo>
                  <a:pt x="16595" y="16327"/>
                </a:lnTo>
                <a:lnTo>
                  <a:pt x="16310" y="15076"/>
                </a:lnTo>
                <a:lnTo>
                  <a:pt x="15974" y="13840"/>
                </a:lnTo>
                <a:lnTo>
                  <a:pt x="15578" y="12609"/>
                </a:lnTo>
                <a:lnTo>
                  <a:pt x="15103" y="11378"/>
                </a:lnTo>
                <a:lnTo>
                  <a:pt x="14541" y="10140"/>
                </a:lnTo>
                <a:lnTo>
                  <a:pt x="13875" y="8893"/>
                </a:lnTo>
                <a:lnTo>
                  <a:pt x="11579" y="8125"/>
                </a:lnTo>
                <a:lnTo>
                  <a:pt x="9477" y="7626"/>
                </a:lnTo>
                <a:lnTo>
                  <a:pt x="7423" y="7334"/>
                </a:lnTo>
                <a:lnTo>
                  <a:pt x="5262" y="7185"/>
                </a:lnTo>
                <a:lnTo>
                  <a:pt x="2841" y="7121"/>
                </a:lnTo>
                <a:lnTo>
                  <a:pt x="0" y="7078"/>
                </a:lnTo>
                <a:lnTo>
                  <a:pt x="548" y="5782"/>
                </a:lnTo>
                <a:lnTo>
                  <a:pt x="1002" y="4850"/>
                </a:lnTo>
                <a:lnTo>
                  <a:pt x="1530" y="4023"/>
                </a:lnTo>
                <a:lnTo>
                  <a:pt x="2296" y="3037"/>
                </a:lnTo>
                <a:lnTo>
                  <a:pt x="3469" y="1632"/>
                </a:lnTo>
                <a:lnTo>
                  <a:pt x="5952" y="977"/>
                </a:lnTo>
                <a:lnTo>
                  <a:pt x="8204" y="470"/>
                </a:lnTo>
                <a:lnTo>
                  <a:pt x="10361" y="136"/>
                </a:lnTo>
                <a:lnTo>
                  <a:pt x="12560" y="0"/>
                </a:lnTo>
                <a:lnTo>
                  <a:pt x="14943" y="84"/>
                </a:lnTo>
                <a:lnTo>
                  <a:pt x="17639" y="412"/>
                </a:lnTo>
                <a:close/>
              </a:path>
            </a:pathLst>
          </a:custGeom>
          <a:solidFill>
            <a:srgbClr val="9CA5AA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3" name="contour_09381"/>
          <p:cNvSpPr/>
          <p:nvPr/>
        </p:nvSpPr>
        <p:spPr>
          <a:xfrm>
            <a:off x="10388475" y="2908812"/>
            <a:ext cx="72880" cy="295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4662"/>
                </a:moveTo>
                <a:lnTo>
                  <a:pt x="20170" y="8780"/>
                </a:lnTo>
                <a:lnTo>
                  <a:pt x="20647" y="11670"/>
                </a:lnTo>
                <a:lnTo>
                  <a:pt x="20976" y="14097"/>
                </a:lnTo>
                <a:lnTo>
                  <a:pt x="21259" y="16827"/>
                </a:lnTo>
                <a:lnTo>
                  <a:pt x="21600" y="20626"/>
                </a:lnTo>
                <a:lnTo>
                  <a:pt x="20205" y="20765"/>
                </a:lnTo>
                <a:lnTo>
                  <a:pt x="18809" y="20892"/>
                </a:lnTo>
                <a:lnTo>
                  <a:pt x="17416" y="21004"/>
                </a:lnTo>
                <a:lnTo>
                  <a:pt x="16021" y="21110"/>
                </a:lnTo>
                <a:lnTo>
                  <a:pt x="14625" y="21206"/>
                </a:lnTo>
                <a:lnTo>
                  <a:pt x="13230" y="21291"/>
                </a:lnTo>
                <a:lnTo>
                  <a:pt x="12044" y="21430"/>
                </a:lnTo>
                <a:lnTo>
                  <a:pt x="10843" y="21563"/>
                </a:lnTo>
                <a:lnTo>
                  <a:pt x="9236" y="21600"/>
                </a:lnTo>
                <a:lnTo>
                  <a:pt x="7815" y="21494"/>
                </a:lnTo>
                <a:lnTo>
                  <a:pt x="6525" y="21137"/>
                </a:lnTo>
                <a:lnTo>
                  <a:pt x="5311" y="20435"/>
                </a:lnTo>
                <a:lnTo>
                  <a:pt x="4123" y="19290"/>
                </a:lnTo>
                <a:lnTo>
                  <a:pt x="2905" y="17598"/>
                </a:lnTo>
                <a:lnTo>
                  <a:pt x="1603" y="15262"/>
                </a:lnTo>
                <a:lnTo>
                  <a:pt x="1205" y="13948"/>
                </a:lnTo>
                <a:lnTo>
                  <a:pt x="0" y="9983"/>
                </a:lnTo>
                <a:lnTo>
                  <a:pt x="1210" y="8828"/>
                </a:lnTo>
                <a:lnTo>
                  <a:pt x="2424" y="7684"/>
                </a:lnTo>
                <a:lnTo>
                  <a:pt x="3640" y="6556"/>
                </a:lnTo>
                <a:lnTo>
                  <a:pt x="4856" y="5439"/>
                </a:lnTo>
                <a:lnTo>
                  <a:pt x="6074" y="4332"/>
                </a:lnTo>
                <a:lnTo>
                  <a:pt x="7204" y="3278"/>
                </a:lnTo>
                <a:lnTo>
                  <a:pt x="8342" y="2219"/>
                </a:lnTo>
                <a:lnTo>
                  <a:pt x="9493" y="1149"/>
                </a:lnTo>
                <a:lnTo>
                  <a:pt x="11172" y="388"/>
                </a:lnTo>
                <a:lnTo>
                  <a:pt x="12645" y="0"/>
                </a:lnTo>
                <a:lnTo>
                  <a:pt x="13986" y="11"/>
                </a:lnTo>
                <a:lnTo>
                  <a:pt x="15267" y="458"/>
                </a:lnTo>
                <a:lnTo>
                  <a:pt x="16556" y="1357"/>
                </a:lnTo>
                <a:lnTo>
                  <a:pt x="17924" y="2751"/>
                </a:lnTo>
                <a:lnTo>
                  <a:pt x="19440" y="4662"/>
                </a:lnTo>
                <a:close/>
              </a:path>
            </a:pathLst>
          </a:custGeom>
          <a:solidFill>
            <a:srgbClr val="D8E8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4" name="contour_09382"/>
          <p:cNvSpPr/>
          <p:nvPr/>
        </p:nvSpPr>
        <p:spPr>
          <a:xfrm>
            <a:off x="2495580" y="2871469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039" y="0"/>
                </a:lnTo>
                <a:lnTo>
                  <a:pt x="5400" y="0"/>
                </a:lnTo>
                <a:lnTo>
                  <a:pt x="5400" y="1909"/>
                </a:lnTo>
                <a:lnTo>
                  <a:pt x="5400" y="3821"/>
                </a:lnTo>
                <a:lnTo>
                  <a:pt x="5400" y="5738"/>
                </a:lnTo>
                <a:lnTo>
                  <a:pt x="5400" y="7663"/>
                </a:lnTo>
                <a:lnTo>
                  <a:pt x="5400" y="9596"/>
                </a:lnTo>
                <a:lnTo>
                  <a:pt x="5400" y="11540"/>
                </a:lnTo>
                <a:lnTo>
                  <a:pt x="5400" y="13500"/>
                </a:lnTo>
                <a:lnTo>
                  <a:pt x="7182" y="13500"/>
                </a:lnTo>
                <a:lnTo>
                  <a:pt x="8967" y="13500"/>
                </a:lnTo>
                <a:lnTo>
                  <a:pt x="10751" y="13500"/>
                </a:lnTo>
                <a:lnTo>
                  <a:pt x="12541" y="13500"/>
                </a:lnTo>
                <a:lnTo>
                  <a:pt x="14337" y="13500"/>
                </a:lnTo>
                <a:lnTo>
                  <a:pt x="16141" y="13500"/>
                </a:lnTo>
                <a:lnTo>
                  <a:pt x="17950" y="13500"/>
                </a:lnTo>
                <a:lnTo>
                  <a:pt x="19769" y="13500"/>
                </a:lnTo>
                <a:lnTo>
                  <a:pt x="21600" y="13500"/>
                </a:lnTo>
                <a:lnTo>
                  <a:pt x="21014" y="13792"/>
                </a:lnTo>
                <a:lnTo>
                  <a:pt x="20255" y="14172"/>
                </a:lnTo>
                <a:lnTo>
                  <a:pt x="18822" y="14890"/>
                </a:lnTo>
                <a:lnTo>
                  <a:pt x="16200" y="16200"/>
                </a:lnTo>
                <a:lnTo>
                  <a:pt x="16200" y="17985"/>
                </a:lnTo>
                <a:lnTo>
                  <a:pt x="16200" y="19780"/>
                </a:lnTo>
                <a:lnTo>
                  <a:pt x="16200" y="21600"/>
                </a:lnTo>
                <a:lnTo>
                  <a:pt x="14291" y="21600"/>
                </a:lnTo>
                <a:lnTo>
                  <a:pt x="12379" y="21600"/>
                </a:lnTo>
                <a:lnTo>
                  <a:pt x="10462" y="21600"/>
                </a:lnTo>
                <a:lnTo>
                  <a:pt x="8537" y="21600"/>
                </a:lnTo>
                <a:lnTo>
                  <a:pt x="6604" y="21600"/>
                </a:lnTo>
                <a:lnTo>
                  <a:pt x="4660" y="21600"/>
                </a:lnTo>
                <a:lnTo>
                  <a:pt x="2700" y="21600"/>
                </a:lnTo>
                <a:lnTo>
                  <a:pt x="2389" y="19745"/>
                </a:lnTo>
                <a:lnTo>
                  <a:pt x="2082" y="17890"/>
                </a:lnTo>
                <a:lnTo>
                  <a:pt x="1779" y="16033"/>
                </a:lnTo>
                <a:lnTo>
                  <a:pt x="1480" y="14175"/>
                </a:lnTo>
                <a:lnTo>
                  <a:pt x="1183" y="12317"/>
                </a:lnTo>
                <a:lnTo>
                  <a:pt x="1056" y="11551"/>
                </a:lnTo>
                <a:lnTo>
                  <a:pt x="834" y="10198"/>
                </a:lnTo>
                <a:lnTo>
                  <a:pt x="327" y="7098"/>
                </a:lnTo>
                <a:lnTo>
                  <a:pt x="219" y="5646"/>
                </a:lnTo>
                <a:lnTo>
                  <a:pt x="111" y="4182"/>
                </a:lnTo>
                <a:lnTo>
                  <a:pt x="0" y="2700"/>
                </a:lnTo>
                <a:lnTo>
                  <a:pt x="1339" y="1361"/>
                </a:lnTo>
                <a:lnTo>
                  <a:pt x="2700" y="0"/>
                </a:lnTo>
                <a:close/>
              </a:path>
            </a:pathLst>
          </a:custGeom>
          <a:solidFill>
            <a:srgbClr val="989596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5" name="contour_09383"/>
          <p:cNvSpPr/>
          <p:nvPr/>
        </p:nvSpPr>
        <p:spPr>
          <a:xfrm>
            <a:off x="4303002" y="287875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16" y="0"/>
                </a:lnTo>
                <a:lnTo>
                  <a:pt x="8162" y="0"/>
                </a:lnTo>
                <a:lnTo>
                  <a:pt x="10214" y="0"/>
                </a:lnTo>
                <a:lnTo>
                  <a:pt x="12275" y="0"/>
                </a:lnTo>
                <a:lnTo>
                  <a:pt x="14342" y="0"/>
                </a:lnTo>
                <a:lnTo>
                  <a:pt x="16422" y="0"/>
                </a:lnTo>
                <a:lnTo>
                  <a:pt x="18514" y="0"/>
                </a:lnTo>
                <a:lnTo>
                  <a:pt x="18854" y="2376"/>
                </a:lnTo>
                <a:lnTo>
                  <a:pt x="19193" y="4756"/>
                </a:lnTo>
                <a:lnTo>
                  <a:pt x="19533" y="7135"/>
                </a:lnTo>
                <a:lnTo>
                  <a:pt x="19875" y="9522"/>
                </a:lnTo>
                <a:lnTo>
                  <a:pt x="20218" y="11916"/>
                </a:lnTo>
                <a:lnTo>
                  <a:pt x="20560" y="14321"/>
                </a:lnTo>
                <a:lnTo>
                  <a:pt x="20906" y="16733"/>
                </a:lnTo>
                <a:lnTo>
                  <a:pt x="21251" y="19159"/>
                </a:lnTo>
                <a:lnTo>
                  <a:pt x="21600" y="21600"/>
                </a:lnTo>
                <a:lnTo>
                  <a:pt x="19792" y="20837"/>
                </a:lnTo>
                <a:lnTo>
                  <a:pt x="17987" y="20063"/>
                </a:lnTo>
                <a:lnTo>
                  <a:pt x="16188" y="19278"/>
                </a:lnTo>
                <a:lnTo>
                  <a:pt x="14389" y="18486"/>
                </a:lnTo>
                <a:lnTo>
                  <a:pt x="12596" y="17683"/>
                </a:lnTo>
                <a:lnTo>
                  <a:pt x="10800" y="16877"/>
                </a:lnTo>
                <a:lnTo>
                  <a:pt x="9251" y="16236"/>
                </a:lnTo>
                <a:lnTo>
                  <a:pt x="7677" y="15588"/>
                </a:lnTo>
                <a:lnTo>
                  <a:pt x="5897" y="14742"/>
                </a:lnTo>
                <a:lnTo>
                  <a:pt x="4502" y="13961"/>
                </a:lnTo>
                <a:lnTo>
                  <a:pt x="2777" y="12798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E1E6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6" name="contour_09384"/>
          <p:cNvSpPr/>
          <p:nvPr/>
        </p:nvSpPr>
        <p:spPr>
          <a:xfrm>
            <a:off x="2043724" y="2871469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4" y="594"/>
                </a:lnTo>
                <a:lnTo>
                  <a:pt x="15170" y="1188"/>
                </a:lnTo>
                <a:lnTo>
                  <a:pt x="16764" y="1786"/>
                </a:lnTo>
                <a:lnTo>
                  <a:pt x="18365" y="2387"/>
                </a:lnTo>
                <a:lnTo>
                  <a:pt x="19975" y="2992"/>
                </a:lnTo>
                <a:lnTo>
                  <a:pt x="21600" y="3600"/>
                </a:lnTo>
                <a:lnTo>
                  <a:pt x="20014" y="3600"/>
                </a:lnTo>
                <a:lnTo>
                  <a:pt x="18418" y="3600"/>
                </a:lnTo>
                <a:lnTo>
                  <a:pt x="16800" y="3600"/>
                </a:lnTo>
                <a:lnTo>
                  <a:pt x="16999" y="4327"/>
                </a:lnTo>
                <a:lnTo>
                  <a:pt x="17350" y="5612"/>
                </a:lnTo>
                <a:lnTo>
                  <a:pt x="18149" y="8550"/>
                </a:lnTo>
                <a:lnTo>
                  <a:pt x="18658" y="11441"/>
                </a:lnTo>
                <a:lnTo>
                  <a:pt x="18943" y="13424"/>
                </a:lnTo>
                <a:lnTo>
                  <a:pt x="19034" y="14998"/>
                </a:lnTo>
                <a:lnTo>
                  <a:pt x="18960" y="16657"/>
                </a:lnTo>
                <a:lnTo>
                  <a:pt x="18749" y="18900"/>
                </a:lnTo>
                <a:lnTo>
                  <a:pt x="17782" y="20239"/>
                </a:lnTo>
                <a:lnTo>
                  <a:pt x="16800" y="21600"/>
                </a:lnTo>
                <a:lnTo>
                  <a:pt x="15115" y="21146"/>
                </a:lnTo>
                <a:lnTo>
                  <a:pt x="13505" y="20646"/>
                </a:lnTo>
                <a:lnTo>
                  <a:pt x="11935" y="20092"/>
                </a:lnTo>
                <a:lnTo>
                  <a:pt x="10380" y="19472"/>
                </a:lnTo>
                <a:lnTo>
                  <a:pt x="8813" y="18778"/>
                </a:lnTo>
                <a:lnTo>
                  <a:pt x="7200" y="18000"/>
                </a:lnTo>
                <a:lnTo>
                  <a:pt x="5813" y="17482"/>
                </a:lnTo>
                <a:lnTo>
                  <a:pt x="4416" y="16956"/>
                </a:lnTo>
                <a:lnTo>
                  <a:pt x="3000" y="16423"/>
                </a:lnTo>
                <a:lnTo>
                  <a:pt x="1512" y="15419"/>
                </a:lnTo>
                <a:lnTo>
                  <a:pt x="0" y="14400"/>
                </a:lnTo>
                <a:lnTo>
                  <a:pt x="0" y="12020"/>
                </a:lnTo>
                <a:lnTo>
                  <a:pt x="0" y="9626"/>
                </a:lnTo>
                <a:lnTo>
                  <a:pt x="0" y="7200"/>
                </a:lnTo>
                <a:lnTo>
                  <a:pt x="1570" y="6401"/>
                </a:lnTo>
                <a:lnTo>
                  <a:pt x="2719" y="5926"/>
                </a:lnTo>
                <a:lnTo>
                  <a:pt x="4008" y="5580"/>
                </a:lnTo>
                <a:lnTo>
                  <a:pt x="6000" y="5177"/>
                </a:lnTo>
                <a:lnTo>
                  <a:pt x="7992" y="4763"/>
                </a:lnTo>
                <a:lnTo>
                  <a:pt x="9281" y="4460"/>
                </a:lnTo>
                <a:lnTo>
                  <a:pt x="10430" y="4122"/>
                </a:lnTo>
                <a:lnTo>
                  <a:pt x="12000" y="3600"/>
                </a:lnTo>
                <a:lnTo>
                  <a:pt x="12000" y="1814"/>
                </a:lnTo>
                <a:lnTo>
                  <a:pt x="12000" y="0"/>
                </a:lnTo>
                <a:close/>
              </a:path>
            </a:pathLst>
          </a:custGeom>
          <a:solidFill>
            <a:srgbClr val="3A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7" name="contour_09385"/>
          <p:cNvSpPr/>
          <p:nvPr/>
        </p:nvSpPr>
        <p:spPr>
          <a:xfrm>
            <a:off x="5214001" y="2865325"/>
            <a:ext cx="87456" cy="340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00"/>
                </a:moveTo>
                <a:lnTo>
                  <a:pt x="21600" y="6958"/>
                </a:lnTo>
                <a:lnTo>
                  <a:pt x="21600" y="10034"/>
                </a:lnTo>
                <a:lnTo>
                  <a:pt x="21600" y="13152"/>
                </a:lnTo>
                <a:lnTo>
                  <a:pt x="20378" y="14633"/>
                </a:lnTo>
                <a:lnTo>
                  <a:pt x="19152" y="15984"/>
                </a:lnTo>
                <a:lnTo>
                  <a:pt x="17926" y="17196"/>
                </a:lnTo>
                <a:lnTo>
                  <a:pt x="16697" y="18269"/>
                </a:lnTo>
                <a:lnTo>
                  <a:pt x="15464" y="19194"/>
                </a:lnTo>
                <a:lnTo>
                  <a:pt x="14227" y="19981"/>
                </a:lnTo>
                <a:lnTo>
                  <a:pt x="12987" y="20615"/>
                </a:lnTo>
                <a:lnTo>
                  <a:pt x="11741" y="21096"/>
                </a:lnTo>
                <a:lnTo>
                  <a:pt x="10489" y="21424"/>
                </a:lnTo>
                <a:lnTo>
                  <a:pt x="9232" y="21591"/>
                </a:lnTo>
                <a:lnTo>
                  <a:pt x="7967" y="21600"/>
                </a:lnTo>
                <a:lnTo>
                  <a:pt x="6696" y="21443"/>
                </a:lnTo>
                <a:lnTo>
                  <a:pt x="5416" y="21119"/>
                </a:lnTo>
                <a:lnTo>
                  <a:pt x="4129" y="20624"/>
                </a:lnTo>
                <a:lnTo>
                  <a:pt x="2833" y="19958"/>
                </a:lnTo>
                <a:lnTo>
                  <a:pt x="1526" y="19116"/>
                </a:lnTo>
                <a:lnTo>
                  <a:pt x="769" y="18454"/>
                </a:lnTo>
                <a:lnTo>
                  <a:pt x="0" y="17779"/>
                </a:lnTo>
                <a:lnTo>
                  <a:pt x="1028" y="16460"/>
                </a:lnTo>
                <a:lnTo>
                  <a:pt x="2057" y="15142"/>
                </a:lnTo>
                <a:lnTo>
                  <a:pt x="3085" y="13828"/>
                </a:lnTo>
                <a:lnTo>
                  <a:pt x="4115" y="12519"/>
                </a:lnTo>
                <a:lnTo>
                  <a:pt x="5146" y="11219"/>
                </a:lnTo>
                <a:lnTo>
                  <a:pt x="6131" y="9905"/>
                </a:lnTo>
                <a:lnTo>
                  <a:pt x="7106" y="8545"/>
                </a:lnTo>
                <a:lnTo>
                  <a:pt x="8073" y="7143"/>
                </a:lnTo>
                <a:lnTo>
                  <a:pt x="9029" y="5690"/>
                </a:lnTo>
                <a:lnTo>
                  <a:pt x="10399" y="3752"/>
                </a:lnTo>
                <a:lnTo>
                  <a:pt x="11673" y="2221"/>
                </a:lnTo>
                <a:lnTo>
                  <a:pt x="12875" y="1087"/>
                </a:lnTo>
                <a:lnTo>
                  <a:pt x="14035" y="352"/>
                </a:lnTo>
                <a:lnTo>
                  <a:pt x="15178" y="0"/>
                </a:lnTo>
                <a:lnTo>
                  <a:pt x="16331" y="37"/>
                </a:lnTo>
                <a:lnTo>
                  <a:pt x="17523" y="449"/>
                </a:lnTo>
                <a:lnTo>
                  <a:pt x="18781" y="1235"/>
                </a:lnTo>
                <a:lnTo>
                  <a:pt x="20131" y="2387"/>
                </a:lnTo>
                <a:lnTo>
                  <a:pt x="21600" y="3900"/>
                </a:lnTo>
                <a:close/>
              </a:path>
            </a:pathLst>
          </a:custGeom>
          <a:solidFill>
            <a:srgbClr val="474643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8" name="contour_09386"/>
          <p:cNvSpPr/>
          <p:nvPr/>
        </p:nvSpPr>
        <p:spPr>
          <a:xfrm>
            <a:off x="3763690" y="2856893"/>
            <a:ext cx="65592" cy="454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272" y="388"/>
                </a:lnTo>
                <a:lnTo>
                  <a:pt x="10901" y="752"/>
                </a:lnTo>
                <a:lnTo>
                  <a:pt x="11626" y="1168"/>
                </a:lnTo>
                <a:lnTo>
                  <a:pt x="12586" y="1726"/>
                </a:lnTo>
                <a:lnTo>
                  <a:pt x="13922" y="2496"/>
                </a:lnTo>
                <a:lnTo>
                  <a:pt x="15775" y="3566"/>
                </a:lnTo>
                <a:lnTo>
                  <a:pt x="18288" y="5019"/>
                </a:lnTo>
                <a:lnTo>
                  <a:pt x="21600" y="6932"/>
                </a:lnTo>
                <a:lnTo>
                  <a:pt x="21588" y="11067"/>
                </a:lnTo>
                <a:lnTo>
                  <a:pt x="21511" y="13958"/>
                </a:lnTo>
                <a:lnTo>
                  <a:pt x="21300" y="15992"/>
                </a:lnTo>
                <a:lnTo>
                  <a:pt x="20890" y="17555"/>
                </a:lnTo>
                <a:lnTo>
                  <a:pt x="20210" y="19025"/>
                </a:lnTo>
                <a:lnTo>
                  <a:pt x="19200" y="20796"/>
                </a:lnTo>
                <a:lnTo>
                  <a:pt x="17587" y="21094"/>
                </a:lnTo>
                <a:lnTo>
                  <a:pt x="15982" y="21316"/>
                </a:lnTo>
                <a:lnTo>
                  <a:pt x="14383" y="21472"/>
                </a:lnTo>
                <a:lnTo>
                  <a:pt x="12790" y="21565"/>
                </a:lnTo>
                <a:lnTo>
                  <a:pt x="11201" y="21600"/>
                </a:lnTo>
                <a:lnTo>
                  <a:pt x="9612" y="21590"/>
                </a:lnTo>
                <a:lnTo>
                  <a:pt x="8021" y="21531"/>
                </a:lnTo>
                <a:lnTo>
                  <a:pt x="6430" y="21437"/>
                </a:lnTo>
                <a:lnTo>
                  <a:pt x="4831" y="21309"/>
                </a:lnTo>
                <a:lnTo>
                  <a:pt x="3230" y="21156"/>
                </a:lnTo>
                <a:lnTo>
                  <a:pt x="1620" y="20983"/>
                </a:lnTo>
                <a:lnTo>
                  <a:pt x="0" y="20796"/>
                </a:lnTo>
                <a:lnTo>
                  <a:pt x="1157" y="19805"/>
                </a:lnTo>
                <a:lnTo>
                  <a:pt x="2318" y="18803"/>
                </a:lnTo>
                <a:lnTo>
                  <a:pt x="3497" y="17791"/>
                </a:lnTo>
                <a:lnTo>
                  <a:pt x="5138" y="16020"/>
                </a:lnTo>
                <a:lnTo>
                  <a:pt x="6382" y="14509"/>
                </a:lnTo>
                <a:lnTo>
                  <a:pt x="7301" y="13032"/>
                </a:lnTo>
                <a:lnTo>
                  <a:pt x="7968" y="11358"/>
                </a:lnTo>
                <a:lnTo>
                  <a:pt x="8460" y="9254"/>
                </a:lnTo>
                <a:lnTo>
                  <a:pt x="8851" y="6499"/>
                </a:lnTo>
                <a:lnTo>
                  <a:pt x="9098" y="4350"/>
                </a:lnTo>
                <a:lnTo>
                  <a:pt x="9348" y="2191"/>
                </a:lnTo>
                <a:lnTo>
                  <a:pt x="9600" y="0"/>
                </a:lnTo>
                <a:close/>
              </a:path>
            </a:pathLst>
          </a:custGeom>
          <a:solidFill>
            <a:srgbClr val="695D45"/>
          </a:solidFill>
          <a:ln>
            <a:noFill/>
          </a:ln>
        </p:spPr>
        <p:txBody>
          <a:bodyPr/>
          <a:lstStyle/>
          <a:p/>
        </p:txBody>
      </p:sp>
      <p:sp>
        <p:nvSpPr>
          <p:cNvPr id="9389" name="contour_09387"/>
          <p:cNvSpPr/>
          <p:nvPr/>
        </p:nvSpPr>
        <p:spPr>
          <a:xfrm>
            <a:off x="8180213" y="2813165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66" y="550"/>
                </a:lnTo>
                <a:lnTo>
                  <a:pt x="12577" y="982"/>
                </a:lnTo>
                <a:lnTo>
                  <a:pt x="13775" y="1524"/>
                </a:lnTo>
                <a:lnTo>
                  <a:pt x="15429" y="2400"/>
                </a:lnTo>
                <a:lnTo>
                  <a:pt x="14663" y="3588"/>
                </a:lnTo>
                <a:lnTo>
                  <a:pt x="13898" y="4783"/>
                </a:lnTo>
                <a:lnTo>
                  <a:pt x="13124" y="5983"/>
                </a:lnTo>
                <a:lnTo>
                  <a:pt x="12343" y="7200"/>
                </a:lnTo>
                <a:lnTo>
                  <a:pt x="14176" y="7675"/>
                </a:lnTo>
                <a:lnTo>
                  <a:pt x="16015" y="8153"/>
                </a:lnTo>
                <a:lnTo>
                  <a:pt x="17860" y="8630"/>
                </a:lnTo>
                <a:lnTo>
                  <a:pt x="19721" y="9113"/>
                </a:lnTo>
                <a:lnTo>
                  <a:pt x="21600" y="9600"/>
                </a:lnTo>
                <a:lnTo>
                  <a:pt x="21119" y="11299"/>
                </a:lnTo>
                <a:lnTo>
                  <a:pt x="20717" y="12526"/>
                </a:lnTo>
                <a:lnTo>
                  <a:pt x="20248" y="13620"/>
                </a:lnTo>
                <a:lnTo>
                  <a:pt x="19563" y="14928"/>
                </a:lnTo>
                <a:lnTo>
                  <a:pt x="18514" y="16800"/>
                </a:lnTo>
                <a:lnTo>
                  <a:pt x="16351" y="17664"/>
                </a:lnTo>
                <a:lnTo>
                  <a:pt x="14777" y="18245"/>
                </a:lnTo>
                <a:lnTo>
                  <a:pt x="13340" y="18677"/>
                </a:lnTo>
                <a:lnTo>
                  <a:pt x="11587" y="19102"/>
                </a:lnTo>
                <a:lnTo>
                  <a:pt x="9066" y="19651"/>
                </a:lnTo>
                <a:lnTo>
                  <a:pt x="7372" y="20030"/>
                </a:lnTo>
                <a:lnTo>
                  <a:pt x="5668" y="20414"/>
                </a:lnTo>
                <a:lnTo>
                  <a:pt x="3940" y="20803"/>
                </a:lnTo>
                <a:lnTo>
                  <a:pt x="1984" y="21199"/>
                </a:lnTo>
                <a:lnTo>
                  <a:pt x="0" y="21600"/>
                </a:lnTo>
                <a:lnTo>
                  <a:pt x="873" y="20242"/>
                </a:lnTo>
                <a:lnTo>
                  <a:pt x="1747" y="18883"/>
                </a:lnTo>
                <a:lnTo>
                  <a:pt x="2623" y="17520"/>
                </a:lnTo>
                <a:lnTo>
                  <a:pt x="3502" y="16152"/>
                </a:lnTo>
                <a:lnTo>
                  <a:pt x="4388" y="14777"/>
                </a:lnTo>
                <a:lnTo>
                  <a:pt x="5277" y="13394"/>
                </a:lnTo>
                <a:lnTo>
                  <a:pt x="6171" y="12000"/>
                </a:lnTo>
                <a:lnTo>
                  <a:pt x="4644" y="11405"/>
                </a:lnTo>
                <a:lnTo>
                  <a:pt x="3107" y="10810"/>
                </a:lnTo>
                <a:lnTo>
                  <a:pt x="1564" y="10207"/>
                </a:lnTo>
                <a:lnTo>
                  <a:pt x="0" y="9600"/>
                </a:lnTo>
                <a:lnTo>
                  <a:pt x="1043" y="8352"/>
                </a:lnTo>
                <a:lnTo>
                  <a:pt x="2098" y="7114"/>
                </a:lnTo>
                <a:lnTo>
                  <a:pt x="3166" y="5880"/>
                </a:lnTo>
                <a:lnTo>
                  <a:pt x="4243" y="4651"/>
                </a:lnTo>
                <a:lnTo>
                  <a:pt x="4838" y="3958"/>
                </a:lnTo>
                <a:lnTo>
                  <a:pt x="6628" y="1865"/>
                </a:lnTo>
                <a:lnTo>
                  <a:pt x="7933" y="941"/>
                </a:lnTo>
                <a:lnTo>
                  <a:pt x="9257" y="0"/>
                </a:lnTo>
                <a:close/>
              </a:path>
            </a:pathLst>
          </a:custGeom>
          <a:solidFill>
            <a:srgbClr val="DAE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0" name="contour_09388"/>
          <p:cNvSpPr/>
          <p:nvPr/>
        </p:nvSpPr>
        <p:spPr>
          <a:xfrm>
            <a:off x="1591869" y="2835029"/>
            <a:ext cx="947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281"/>
                </a:lnTo>
                <a:lnTo>
                  <a:pt x="2251" y="562"/>
                </a:lnTo>
                <a:lnTo>
                  <a:pt x="3378" y="842"/>
                </a:lnTo>
                <a:lnTo>
                  <a:pt x="4504" y="1129"/>
                </a:lnTo>
                <a:lnTo>
                  <a:pt x="5631" y="1409"/>
                </a:lnTo>
                <a:lnTo>
                  <a:pt x="6759" y="1690"/>
                </a:lnTo>
                <a:lnTo>
                  <a:pt x="7889" y="1971"/>
                </a:lnTo>
                <a:lnTo>
                  <a:pt x="9020" y="2257"/>
                </a:lnTo>
                <a:lnTo>
                  <a:pt x="10152" y="2538"/>
                </a:lnTo>
                <a:lnTo>
                  <a:pt x="11287" y="2824"/>
                </a:lnTo>
                <a:lnTo>
                  <a:pt x="12422" y="3105"/>
                </a:lnTo>
                <a:lnTo>
                  <a:pt x="13560" y="3391"/>
                </a:lnTo>
                <a:lnTo>
                  <a:pt x="14700" y="3677"/>
                </a:lnTo>
                <a:lnTo>
                  <a:pt x="15843" y="3958"/>
                </a:lnTo>
                <a:lnTo>
                  <a:pt x="16988" y="4244"/>
                </a:lnTo>
                <a:lnTo>
                  <a:pt x="18137" y="4536"/>
                </a:lnTo>
                <a:lnTo>
                  <a:pt x="19287" y="4822"/>
                </a:lnTo>
                <a:lnTo>
                  <a:pt x="20442" y="5108"/>
                </a:lnTo>
                <a:lnTo>
                  <a:pt x="21600" y="5400"/>
                </a:lnTo>
                <a:lnTo>
                  <a:pt x="20635" y="8354"/>
                </a:lnTo>
                <a:lnTo>
                  <a:pt x="19674" y="10919"/>
                </a:lnTo>
                <a:lnTo>
                  <a:pt x="18716" y="13122"/>
                </a:lnTo>
                <a:lnTo>
                  <a:pt x="17752" y="14996"/>
                </a:lnTo>
                <a:lnTo>
                  <a:pt x="16780" y="16567"/>
                </a:lnTo>
                <a:lnTo>
                  <a:pt x="15791" y="17858"/>
                </a:lnTo>
                <a:lnTo>
                  <a:pt x="14781" y="18905"/>
                </a:lnTo>
                <a:lnTo>
                  <a:pt x="13744" y="19726"/>
                </a:lnTo>
                <a:lnTo>
                  <a:pt x="12674" y="20358"/>
                </a:lnTo>
                <a:lnTo>
                  <a:pt x="11566" y="20828"/>
                </a:lnTo>
                <a:lnTo>
                  <a:pt x="10416" y="21157"/>
                </a:lnTo>
                <a:lnTo>
                  <a:pt x="9217" y="21373"/>
                </a:lnTo>
                <a:lnTo>
                  <a:pt x="7960" y="21514"/>
                </a:lnTo>
                <a:lnTo>
                  <a:pt x="6646" y="21600"/>
                </a:lnTo>
                <a:lnTo>
                  <a:pt x="5485" y="20617"/>
                </a:lnTo>
                <a:lnTo>
                  <a:pt x="4478" y="19543"/>
                </a:lnTo>
                <a:lnTo>
                  <a:pt x="3574" y="18317"/>
                </a:lnTo>
                <a:lnTo>
                  <a:pt x="2723" y="16886"/>
                </a:lnTo>
                <a:lnTo>
                  <a:pt x="1878" y="15196"/>
                </a:lnTo>
                <a:lnTo>
                  <a:pt x="987" y="13187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2E2E2F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1" name="contour_09389"/>
          <p:cNvSpPr/>
          <p:nvPr/>
        </p:nvSpPr>
        <p:spPr>
          <a:xfrm>
            <a:off x="1963556" y="2818346"/>
            <a:ext cx="80168" cy="322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98" y="3300"/>
                </a:moveTo>
                <a:lnTo>
                  <a:pt x="20793" y="4784"/>
                </a:lnTo>
                <a:lnTo>
                  <a:pt x="21600" y="6292"/>
                </a:lnTo>
                <a:lnTo>
                  <a:pt x="21600" y="9514"/>
                </a:lnTo>
                <a:lnTo>
                  <a:pt x="21600" y="12765"/>
                </a:lnTo>
                <a:lnTo>
                  <a:pt x="21600" y="16055"/>
                </a:lnTo>
                <a:lnTo>
                  <a:pt x="20216" y="16519"/>
                </a:lnTo>
                <a:lnTo>
                  <a:pt x="18831" y="16968"/>
                </a:lnTo>
                <a:lnTo>
                  <a:pt x="17447" y="17412"/>
                </a:lnTo>
                <a:lnTo>
                  <a:pt x="16063" y="17841"/>
                </a:lnTo>
                <a:lnTo>
                  <a:pt x="14676" y="18271"/>
                </a:lnTo>
                <a:lnTo>
                  <a:pt x="13290" y="18691"/>
                </a:lnTo>
                <a:lnTo>
                  <a:pt x="11906" y="19106"/>
                </a:lnTo>
                <a:lnTo>
                  <a:pt x="10983" y="19423"/>
                </a:lnTo>
                <a:lnTo>
                  <a:pt x="10056" y="19740"/>
                </a:lnTo>
                <a:lnTo>
                  <a:pt x="9117" y="20062"/>
                </a:lnTo>
                <a:lnTo>
                  <a:pt x="7794" y="20438"/>
                </a:lnTo>
                <a:lnTo>
                  <a:pt x="6453" y="20824"/>
                </a:lnTo>
                <a:lnTo>
                  <a:pt x="5229" y="21205"/>
                </a:lnTo>
                <a:lnTo>
                  <a:pt x="3990" y="21600"/>
                </a:lnTo>
                <a:lnTo>
                  <a:pt x="2985" y="21268"/>
                </a:lnTo>
                <a:lnTo>
                  <a:pt x="1964" y="20936"/>
                </a:lnTo>
                <a:lnTo>
                  <a:pt x="1223" y="18041"/>
                </a:lnTo>
                <a:lnTo>
                  <a:pt x="772" y="16060"/>
                </a:lnTo>
                <a:lnTo>
                  <a:pt x="426" y="14078"/>
                </a:lnTo>
                <a:lnTo>
                  <a:pt x="0" y="11173"/>
                </a:lnTo>
                <a:lnTo>
                  <a:pt x="1145" y="8835"/>
                </a:lnTo>
                <a:lnTo>
                  <a:pt x="2331" y="6790"/>
                </a:lnTo>
                <a:lnTo>
                  <a:pt x="3554" y="5033"/>
                </a:lnTo>
                <a:lnTo>
                  <a:pt x="4813" y="3544"/>
                </a:lnTo>
                <a:lnTo>
                  <a:pt x="6101" y="2328"/>
                </a:lnTo>
                <a:lnTo>
                  <a:pt x="7419" y="1372"/>
                </a:lnTo>
                <a:lnTo>
                  <a:pt x="8760" y="669"/>
                </a:lnTo>
                <a:lnTo>
                  <a:pt x="10123" y="215"/>
                </a:lnTo>
                <a:lnTo>
                  <a:pt x="11503" y="0"/>
                </a:lnTo>
                <a:lnTo>
                  <a:pt x="12901" y="15"/>
                </a:lnTo>
                <a:lnTo>
                  <a:pt x="14309" y="254"/>
                </a:lnTo>
                <a:lnTo>
                  <a:pt x="15725" y="708"/>
                </a:lnTo>
                <a:lnTo>
                  <a:pt x="17148" y="1372"/>
                </a:lnTo>
                <a:lnTo>
                  <a:pt x="18572" y="2241"/>
                </a:lnTo>
                <a:lnTo>
                  <a:pt x="19998" y="3300"/>
                </a:lnTo>
                <a:close/>
              </a:path>
            </a:pathLst>
          </a:custGeom>
          <a:solidFill>
            <a:srgbClr val="4E4F51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2" name="contour_09390"/>
          <p:cNvSpPr/>
          <p:nvPr/>
        </p:nvSpPr>
        <p:spPr>
          <a:xfrm>
            <a:off x="1570005" y="2788881"/>
            <a:ext cx="51016" cy="461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0"/>
                </a:moveTo>
                <a:lnTo>
                  <a:pt x="14318" y="41"/>
                </a:lnTo>
                <a:lnTo>
                  <a:pt x="15635" y="123"/>
                </a:lnTo>
                <a:lnTo>
                  <a:pt x="16999" y="293"/>
                </a:lnTo>
                <a:lnTo>
                  <a:pt x="18844" y="614"/>
                </a:lnTo>
                <a:lnTo>
                  <a:pt x="21600" y="1133"/>
                </a:lnTo>
                <a:lnTo>
                  <a:pt x="20563" y="6031"/>
                </a:lnTo>
                <a:lnTo>
                  <a:pt x="19733" y="9879"/>
                </a:lnTo>
                <a:lnTo>
                  <a:pt x="19057" y="12847"/>
                </a:lnTo>
                <a:lnTo>
                  <a:pt x="18490" y="15105"/>
                </a:lnTo>
                <a:lnTo>
                  <a:pt x="17971" y="16817"/>
                </a:lnTo>
                <a:lnTo>
                  <a:pt x="17459" y="18155"/>
                </a:lnTo>
                <a:lnTo>
                  <a:pt x="16897" y="19284"/>
                </a:lnTo>
                <a:lnTo>
                  <a:pt x="16237" y="20379"/>
                </a:lnTo>
                <a:lnTo>
                  <a:pt x="15429" y="21600"/>
                </a:lnTo>
                <a:lnTo>
                  <a:pt x="13238" y="21535"/>
                </a:lnTo>
                <a:lnTo>
                  <a:pt x="11683" y="21382"/>
                </a:lnTo>
                <a:lnTo>
                  <a:pt x="10025" y="21017"/>
                </a:lnTo>
                <a:lnTo>
                  <a:pt x="7523" y="20321"/>
                </a:lnTo>
                <a:lnTo>
                  <a:pt x="5412" y="19751"/>
                </a:lnTo>
                <a:lnTo>
                  <a:pt x="3268" y="19175"/>
                </a:lnTo>
                <a:lnTo>
                  <a:pt x="2453" y="18929"/>
                </a:lnTo>
                <a:lnTo>
                  <a:pt x="0" y="18189"/>
                </a:lnTo>
                <a:lnTo>
                  <a:pt x="1885" y="13775"/>
                </a:lnTo>
                <a:lnTo>
                  <a:pt x="3431" y="10230"/>
                </a:lnTo>
                <a:lnTo>
                  <a:pt x="4712" y="7443"/>
                </a:lnTo>
                <a:lnTo>
                  <a:pt x="5804" y="5308"/>
                </a:lnTo>
                <a:lnTo>
                  <a:pt x="6782" y="3708"/>
                </a:lnTo>
                <a:lnTo>
                  <a:pt x="7724" y="2541"/>
                </a:lnTo>
                <a:lnTo>
                  <a:pt x="8702" y="1695"/>
                </a:lnTo>
                <a:lnTo>
                  <a:pt x="9791" y="1064"/>
                </a:lnTo>
                <a:lnTo>
                  <a:pt x="11075" y="536"/>
                </a:lnTo>
                <a:lnTo>
                  <a:pt x="12621" y="0"/>
                </a:lnTo>
                <a:close/>
              </a:path>
            </a:pathLst>
          </a:custGeom>
          <a:solidFill>
            <a:srgbClr val="1B1C1E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3" name="contour_09391"/>
          <p:cNvSpPr/>
          <p:nvPr/>
        </p:nvSpPr>
        <p:spPr>
          <a:xfrm>
            <a:off x="5141121" y="2798589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025" y="1283"/>
                </a:lnTo>
                <a:lnTo>
                  <a:pt x="20416" y="2570"/>
                </a:lnTo>
                <a:lnTo>
                  <a:pt x="20807" y="3862"/>
                </a:lnTo>
                <a:lnTo>
                  <a:pt x="21201" y="5165"/>
                </a:lnTo>
                <a:lnTo>
                  <a:pt x="21600" y="6480"/>
                </a:lnTo>
                <a:lnTo>
                  <a:pt x="20212" y="6480"/>
                </a:lnTo>
                <a:lnTo>
                  <a:pt x="18821" y="6480"/>
                </a:lnTo>
                <a:lnTo>
                  <a:pt x="17427" y="6480"/>
                </a:lnTo>
                <a:lnTo>
                  <a:pt x="16027" y="6480"/>
                </a:lnTo>
                <a:lnTo>
                  <a:pt x="14621" y="6480"/>
                </a:lnTo>
                <a:lnTo>
                  <a:pt x="13207" y="6480"/>
                </a:lnTo>
                <a:lnTo>
                  <a:pt x="11782" y="6480"/>
                </a:lnTo>
                <a:lnTo>
                  <a:pt x="11904" y="7750"/>
                </a:lnTo>
                <a:lnTo>
                  <a:pt x="12025" y="9024"/>
                </a:lnTo>
                <a:lnTo>
                  <a:pt x="12149" y="10310"/>
                </a:lnTo>
                <a:lnTo>
                  <a:pt x="12273" y="11610"/>
                </a:lnTo>
                <a:lnTo>
                  <a:pt x="12283" y="13375"/>
                </a:lnTo>
                <a:lnTo>
                  <a:pt x="12235" y="14552"/>
                </a:lnTo>
                <a:lnTo>
                  <a:pt x="12084" y="15677"/>
                </a:lnTo>
                <a:lnTo>
                  <a:pt x="11782" y="17280"/>
                </a:lnTo>
                <a:lnTo>
                  <a:pt x="10759" y="18183"/>
                </a:lnTo>
                <a:lnTo>
                  <a:pt x="9712" y="18958"/>
                </a:lnTo>
                <a:lnTo>
                  <a:pt x="8638" y="19626"/>
                </a:lnTo>
                <a:lnTo>
                  <a:pt x="7529" y="20202"/>
                </a:lnTo>
                <a:lnTo>
                  <a:pt x="6378" y="20710"/>
                </a:lnTo>
                <a:lnTo>
                  <a:pt x="5180" y="21170"/>
                </a:lnTo>
                <a:lnTo>
                  <a:pt x="3927" y="21600"/>
                </a:lnTo>
                <a:lnTo>
                  <a:pt x="4008" y="20574"/>
                </a:lnTo>
                <a:lnTo>
                  <a:pt x="4090" y="19542"/>
                </a:lnTo>
                <a:lnTo>
                  <a:pt x="4173" y="18494"/>
                </a:lnTo>
                <a:lnTo>
                  <a:pt x="4092" y="17379"/>
                </a:lnTo>
                <a:lnTo>
                  <a:pt x="4010" y="16258"/>
                </a:lnTo>
                <a:lnTo>
                  <a:pt x="3927" y="15120"/>
                </a:lnTo>
                <a:lnTo>
                  <a:pt x="2761" y="14250"/>
                </a:lnTo>
                <a:lnTo>
                  <a:pt x="1964" y="13735"/>
                </a:lnTo>
                <a:lnTo>
                  <a:pt x="1166" y="13373"/>
                </a:lnTo>
                <a:lnTo>
                  <a:pt x="0" y="12960"/>
                </a:lnTo>
                <a:lnTo>
                  <a:pt x="933" y="12783"/>
                </a:lnTo>
                <a:lnTo>
                  <a:pt x="1871" y="12601"/>
                </a:lnTo>
                <a:lnTo>
                  <a:pt x="2824" y="12420"/>
                </a:lnTo>
                <a:lnTo>
                  <a:pt x="4611" y="11450"/>
                </a:lnTo>
                <a:lnTo>
                  <a:pt x="5610" y="10744"/>
                </a:lnTo>
                <a:lnTo>
                  <a:pt x="6193" y="9953"/>
                </a:lnTo>
                <a:lnTo>
                  <a:pt x="6720" y="8733"/>
                </a:lnTo>
                <a:lnTo>
                  <a:pt x="6989" y="7428"/>
                </a:lnTo>
                <a:lnTo>
                  <a:pt x="7230" y="6117"/>
                </a:lnTo>
                <a:lnTo>
                  <a:pt x="7452" y="4800"/>
                </a:lnTo>
                <a:lnTo>
                  <a:pt x="7658" y="3480"/>
                </a:lnTo>
                <a:lnTo>
                  <a:pt x="7855" y="2160"/>
                </a:lnTo>
                <a:lnTo>
                  <a:pt x="8448" y="2268"/>
                </a:lnTo>
                <a:lnTo>
                  <a:pt x="8991" y="2370"/>
                </a:lnTo>
                <a:lnTo>
                  <a:pt x="9586" y="2478"/>
                </a:lnTo>
                <a:lnTo>
                  <a:pt x="10329" y="2614"/>
                </a:lnTo>
                <a:lnTo>
                  <a:pt x="11314" y="2795"/>
                </a:lnTo>
                <a:lnTo>
                  <a:pt x="12642" y="3037"/>
                </a:lnTo>
                <a:lnTo>
                  <a:pt x="14405" y="3361"/>
                </a:lnTo>
                <a:lnTo>
                  <a:pt x="16705" y="3782"/>
                </a:lnTo>
                <a:lnTo>
                  <a:pt x="19636" y="4320"/>
                </a:lnTo>
                <a:lnTo>
                  <a:pt x="19636" y="2892"/>
                </a:lnTo>
                <a:lnTo>
                  <a:pt x="19636" y="1456"/>
                </a:lnTo>
                <a:lnTo>
                  <a:pt x="19636" y="0"/>
                </a:lnTo>
                <a:close/>
              </a:path>
            </a:pathLst>
          </a:custGeom>
          <a:solidFill>
            <a:srgbClr val="656469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4" name="contour_09392"/>
          <p:cNvSpPr/>
          <p:nvPr/>
        </p:nvSpPr>
        <p:spPr>
          <a:xfrm>
            <a:off x="4499777" y="2762149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19818" y="18299"/>
                </a:lnTo>
                <a:lnTo>
                  <a:pt x="18036" y="18594"/>
                </a:lnTo>
                <a:lnTo>
                  <a:pt x="16251" y="18893"/>
                </a:lnTo>
                <a:lnTo>
                  <a:pt x="14464" y="19188"/>
                </a:lnTo>
                <a:lnTo>
                  <a:pt x="12674" y="19487"/>
                </a:lnTo>
                <a:lnTo>
                  <a:pt x="10881" y="19786"/>
                </a:lnTo>
                <a:lnTo>
                  <a:pt x="9083" y="20084"/>
                </a:lnTo>
                <a:lnTo>
                  <a:pt x="7279" y="20387"/>
                </a:lnTo>
                <a:lnTo>
                  <a:pt x="5470" y="20689"/>
                </a:lnTo>
                <a:lnTo>
                  <a:pt x="3656" y="20992"/>
                </a:lnTo>
                <a:lnTo>
                  <a:pt x="1831" y="21294"/>
                </a:lnTo>
                <a:lnTo>
                  <a:pt x="0" y="21600"/>
                </a:lnTo>
                <a:lnTo>
                  <a:pt x="918" y="17957"/>
                </a:lnTo>
                <a:lnTo>
                  <a:pt x="1685" y="15080"/>
                </a:lnTo>
                <a:lnTo>
                  <a:pt x="2379" y="12830"/>
                </a:lnTo>
                <a:lnTo>
                  <a:pt x="3078" y="11066"/>
                </a:lnTo>
                <a:lnTo>
                  <a:pt x="3853" y="9655"/>
                </a:lnTo>
                <a:lnTo>
                  <a:pt x="4787" y="8453"/>
                </a:lnTo>
                <a:lnTo>
                  <a:pt x="5951" y="7322"/>
                </a:lnTo>
                <a:lnTo>
                  <a:pt x="7425" y="6127"/>
                </a:lnTo>
                <a:lnTo>
                  <a:pt x="9283" y="4723"/>
                </a:lnTo>
                <a:lnTo>
                  <a:pt x="10449" y="3820"/>
                </a:lnTo>
                <a:lnTo>
                  <a:pt x="11623" y="2909"/>
                </a:lnTo>
                <a:lnTo>
                  <a:pt x="12814" y="1984"/>
                </a:lnTo>
                <a:lnTo>
                  <a:pt x="14510" y="1015"/>
                </a:lnTo>
                <a:lnTo>
                  <a:pt x="15814" y="428"/>
                </a:lnTo>
                <a:lnTo>
                  <a:pt x="17150" y="126"/>
                </a:lnTo>
                <a:lnTo>
                  <a:pt x="18938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E7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5" name="contour_09393"/>
          <p:cNvSpPr/>
          <p:nvPr/>
        </p:nvSpPr>
        <p:spPr>
          <a:xfrm>
            <a:off x="1650173" y="2776725"/>
            <a:ext cx="8016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20263" y="14846"/>
                </a:lnTo>
                <a:lnTo>
                  <a:pt x="18927" y="15293"/>
                </a:lnTo>
                <a:lnTo>
                  <a:pt x="17588" y="15739"/>
                </a:lnTo>
                <a:lnTo>
                  <a:pt x="16251" y="16186"/>
                </a:lnTo>
                <a:lnTo>
                  <a:pt x="14912" y="16632"/>
                </a:lnTo>
                <a:lnTo>
                  <a:pt x="13569" y="17078"/>
                </a:lnTo>
                <a:lnTo>
                  <a:pt x="12226" y="17525"/>
                </a:lnTo>
                <a:lnTo>
                  <a:pt x="10881" y="17971"/>
                </a:lnTo>
                <a:lnTo>
                  <a:pt x="9533" y="18425"/>
                </a:lnTo>
                <a:lnTo>
                  <a:pt x="8182" y="18871"/>
                </a:lnTo>
                <a:lnTo>
                  <a:pt x="6828" y="19325"/>
                </a:lnTo>
                <a:lnTo>
                  <a:pt x="5471" y="19778"/>
                </a:lnTo>
                <a:lnTo>
                  <a:pt x="4110" y="20232"/>
                </a:lnTo>
                <a:lnTo>
                  <a:pt x="2745" y="20686"/>
                </a:lnTo>
                <a:lnTo>
                  <a:pt x="1375" y="21139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2110F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6" name="contour_09394"/>
          <p:cNvSpPr/>
          <p:nvPr/>
        </p:nvSpPr>
        <p:spPr>
          <a:xfrm>
            <a:off x="5592976" y="2740285"/>
            <a:ext cx="72880" cy="42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4670" y="698"/>
                </a:lnTo>
                <a:lnTo>
                  <a:pt x="6432" y="1227"/>
                </a:lnTo>
                <a:lnTo>
                  <a:pt x="7687" y="1689"/>
                </a:lnTo>
                <a:lnTo>
                  <a:pt x="8672" y="2187"/>
                </a:lnTo>
                <a:lnTo>
                  <a:pt x="9631" y="2819"/>
                </a:lnTo>
                <a:lnTo>
                  <a:pt x="10800" y="3695"/>
                </a:lnTo>
                <a:lnTo>
                  <a:pt x="10990" y="4670"/>
                </a:lnTo>
                <a:lnTo>
                  <a:pt x="11197" y="5734"/>
                </a:lnTo>
                <a:lnTo>
                  <a:pt x="11526" y="7419"/>
                </a:lnTo>
                <a:lnTo>
                  <a:pt x="12079" y="10257"/>
                </a:lnTo>
                <a:lnTo>
                  <a:pt x="12960" y="14779"/>
                </a:lnTo>
                <a:lnTo>
                  <a:pt x="14383" y="15755"/>
                </a:lnTo>
                <a:lnTo>
                  <a:pt x="15783" y="16520"/>
                </a:lnTo>
                <a:lnTo>
                  <a:pt x="17178" y="17122"/>
                </a:lnTo>
                <a:lnTo>
                  <a:pt x="18600" y="17617"/>
                </a:lnTo>
                <a:lnTo>
                  <a:pt x="20064" y="18049"/>
                </a:lnTo>
                <a:lnTo>
                  <a:pt x="21600" y="18474"/>
                </a:lnTo>
                <a:lnTo>
                  <a:pt x="20066" y="19487"/>
                </a:lnTo>
                <a:lnTo>
                  <a:pt x="18611" y="20285"/>
                </a:lnTo>
                <a:lnTo>
                  <a:pt x="17213" y="20880"/>
                </a:lnTo>
                <a:lnTo>
                  <a:pt x="15850" y="21290"/>
                </a:lnTo>
                <a:lnTo>
                  <a:pt x="14498" y="21526"/>
                </a:lnTo>
                <a:lnTo>
                  <a:pt x="13137" y="21600"/>
                </a:lnTo>
                <a:lnTo>
                  <a:pt x="11744" y="21526"/>
                </a:lnTo>
                <a:lnTo>
                  <a:pt x="10299" y="21319"/>
                </a:lnTo>
                <a:lnTo>
                  <a:pt x="8776" y="20990"/>
                </a:lnTo>
                <a:lnTo>
                  <a:pt x="7154" y="20551"/>
                </a:lnTo>
                <a:lnTo>
                  <a:pt x="5808" y="20177"/>
                </a:lnTo>
                <a:lnTo>
                  <a:pt x="4454" y="19797"/>
                </a:lnTo>
                <a:lnTo>
                  <a:pt x="3080" y="19413"/>
                </a:lnTo>
                <a:lnTo>
                  <a:pt x="2629" y="19276"/>
                </a:lnTo>
                <a:lnTo>
                  <a:pt x="1830" y="19032"/>
                </a:lnTo>
                <a:lnTo>
                  <a:pt x="0" y="18474"/>
                </a:lnTo>
                <a:lnTo>
                  <a:pt x="268" y="16187"/>
                </a:lnTo>
                <a:lnTo>
                  <a:pt x="536" y="13900"/>
                </a:lnTo>
                <a:lnTo>
                  <a:pt x="804" y="11605"/>
                </a:lnTo>
                <a:lnTo>
                  <a:pt x="1071" y="9307"/>
                </a:lnTo>
                <a:lnTo>
                  <a:pt x="1341" y="6998"/>
                </a:lnTo>
                <a:lnTo>
                  <a:pt x="1614" y="4678"/>
                </a:lnTo>
                <a:lnTo>
                  <a:pt x="1886" y="2346"/>
                </a:lnTo>
                <a:lnTo>
                  <a:pt x="2160" y="0"/>
                </a:lnTo>
                <a:close/>
              </a:path>
            </a:pathLst>
          </a:custGeom>
          <a:solidFill>
            <a:srgbClr val="4F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7" name="contour_09395"/>
          <p:cNvSpPr/>
          <p:nvPr/>
        </p:nvSpPr>
        <p:spPr>
          <a:xfrm>
            <a:off x="768326" y="2747573"/>
            <a:ext cx="87456" cy="308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24" y="163"/>
                </a:lnTo>
                <a:lnTo>
                  <a:pt x="2448" y="337"/>
                </a:lnTo>
                <a:lnTo>
                  <a:pt x="3672" y="526"/>
                </a:lnTo>
                <a:lnTo>
                  <a:pt x="4894" y="725"/>
                </a:lnTo>
                <a:lnTo>
                  <a:pt x="6118" y="930"/>
                </a:lnTo>
                <a:lnTo>
                  <a:pt x="7342" y="1144"/>
                </a:lnTo>
                <a:lnTo>
                  <a:pt x="8564" y="1369"/>
                </a:lnTo>
                <a:lnTo>
                  <a:pt x="9788" y="1594"/>
                </a:lnTo>
                <a:lnTo>
                  <a:pt x="10719" y="1711"/>
                </a:lnTo>
                <a:lnTo>
                  <a:pt x="11655" y="1829"/>
                </a:lnTo>
                <a:lnTo>
                  <a:pt x="12604" y="1946"/>
                </a:lnTo>
                <a:lnTo>
                  <a:pt x="13844" y="2212"/>
                </a:lnTo>
                <a:lnTo>
                  <a:pt x="15053" y="2528"/>
                </a:lnTo>
                <a:lnTo>
                  <a:pt x="16241" y="2932"/>
                </a:lnTo>
                <a:lnTo>
                  <a:pt x="17420" y="3468"/>
                </a:lnTo>
                <a:lnTo>
                  <a:pt x="18603" y="4178"/>
                </a:lnTo>
                <a:lnTo>
                  <a:pt x="19800" y="5108"/>
                </a:lnTo>
                <a:lnTo>
                  <a:pt x="20547" y="9015"/>
                </a:lnTo>
                <a:lnTo>
                  <a:pt x="21015" y="11763"/>
                </a:lnTo>
                <a:lnTo>
                  <a:pt x="21289" y="14092"/>
                </a:lnTo>
                <a:lnTo>
                  <a:pt x="21454" y="16738"/>
                </a:lnTo>
                <a:lnTo>
                  <a:pt x="21600" y="20430"/>
                </a:lnTo>
                <a:lnTo>
                  <a:pt x="19127" y="20793"/>
                </a:lnTo>
                <a:lnTo>
                  <a:pt x="16922" y="21099"/>
                </a:lnTo>
                <a:lnTo>
                  <a:pt x="14963" y="21345"/>
                </a:lnTo>
                <a:lnTo>
                  <a:pt x="13228" y="21513"/>
                </a:lnTo>
                <a:lnTo>
                  <a:pt x="11696" y="21600"/>
                </a:lnTo>
                <a:lnTo>
                  <a:pt x="10343" y="21590"/>
                </a:lnTo>
                <a:lnTo>
                  <a:pt x="9146" y="21477"/>
                </a:lnTo>
                <a:lnTo>
                  <a:pt x="8084" y="21242"/>
                </a:lnTo>
                <a:lnTo>
                  <a:pt x="7135" y="20885"/>
                </a:lnTo>
                <a:lnTo>
                  <a:pt x="6277" y="20390"/>
                </a:lnTo>
                <a:lnTo>
                  <a:pt x="5486" y="19746"/>
                </a:lnTo>
                <a:lnTo>
                  <a:pt x="4741" y="18944"/>
                </a:lnTo>
                <a:lnTo>
                  <a:pt x="4021" y="17974"/>
                </a:lnTo>
                <a:lnTo>
                  <a:pt x="3303" y="16819"/>
                </a:lnTo>
                <a:lnTo>
                  <a:pt x="2563" y="15481"/>
                </a:lnTo>
                <a:lnTo>
                  <a:pt x="1782" y="13939"/>
                </a:lnTo>
                <a:lnTo>
                  <a:pt x="934" y="12187"/>
                </a:lnTo>
                <a:lnTo>
                  <a:pt x="0" y="10215"/>
                </a:lnTo>
                <a:lnTo>
                  <a:pt x="0" y="6839"/>
                </a:lnTo>
                <a:lnTo>
                  <a:pt x="0" y="3443"/>
                </a:lnTo>
                <a:lnTo>
                  <a:pt x="0" y="0"/>
                </a:lnTo>
                <a:close/>
              </a:path>
            </a:pathLst>
          </a:custGeom>
          <a:solidFill>
            <a:srgbClr val="464341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8" name="contour_09396"/>
          <p:cNvSpPr/>
          <p:nvPr/>
        </p:nvSpPr>
        <p:spPr>
          <a:xfrm>
            <a:off x="4142666" y="2726846"/>
            <a:ext cx="51016" cy="448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09" y="768"/>
                </a:moveTo>
                <a:lnTo>
                  <a:pt x="17854" y="1491"/>
                </a:lnTo>
                <a:lnTo>
                  <a:pt x="19715" y="2223"/>
                </a:lnTo>
                <a:lnTo>
                  <a:pt x="21600" y="2960"/>
                </a:lnTo>
                <a:lnTo>
                  <a:pt x="21384" y="5215"/>
                </a:lnTo>
                <a:lnTo>
                  <a:pt x="21146" y="7449"/>
                </a:lnTo>
                <a:lnTo>
                  <a:pt x="20872" y="9658"/>
                </a:lnTo>
                <a:lnTo>
                  <a:pt x="20548" y="11850"/>
                </a:lnTo>
                <a:lnTo>
                  <a:pt x="20162" y="14025"/>
                </a:lnTo>
                <a:lnTo>
                  <a:pt x="19705" y="16192"/>
                </a:lnTo>
                <a:lnTo>
                  <a:pt x="19159" y="18345"/>
                </a:lnTo>
                <a:lnTo>
                  <a:pt x="18514" y="20495"/>
                </a:lnTo>
                <a:lnTo>
                  <a:pt x="16311" y="21232"/>
                </a:lnTo>
                <a:lnTo>
                  <a:pt x="14728" y="21600"/>
                </a:lnTo>
                <a:lnTo>
                  <a:pt x="13321" y="21600"/>
                </a:lnTo>
                <a:lnTo>
                  <a:pt x="11645" y="21232"/>
                </a:lnTo>
                <a:lnTo>
                  <a:pt x="9257" y="20495"/>
                </a:lnTo>
                <a:lnTo>
                  <a:pt x="7443" y="18777"/>
                </a:lnTo>
                <a:lnTo>
                  <a:pt x="5844" y="17009"/>
                </a:lnTo>
                <a:lnTo>
                  <a:pt x="4428" y="15168"/>
                </a:lnTo>
                <a:lnTo>
                  <a:pt x="3166" y="13222"/>
                </a:lnTo>
                <a:lnTo>
                  <a:pt x="2024" y="11145"/>
                </a:lnTo>
                <a:lnTo>
                  <a:pt x="978" y="8901"/>
                </a:lnTo>
                <a:lnTo>
                  <a:pt x="0" y="6467"/>
                </a:lnTo>
                <a:lnTo>
                  <a:pt x="2009" y="4573"/>
                </a:lnTo>
                <a:lnTo>
                  <a:pt x="3869" y="2985"/>
                </a:lnTo>
                <a:lnTo>
                  <a:pt x="5650" y="1715"/>
                </a:lnTo>
                <a:lnTo>
                  <a:pt x="7427" y="782"/>
                </a:lnTo>
                <a:lnTo>
                  <a:pt x="9279" y="207"/>
                </a:lnTo>
                <a:lnTo>
                  <a:pt x="11275" y="0"/>
                </a:lnTo>
                <a:lnTo>
                  <a:pt x="13494" y="182"/>
                </a:lnTo>
                <a:lnTo>
                  <a:pt x="16009" y="768"/>
                </a:lnTo>
                <a:close/>
              </a:path>
            </a:pathLst>
          </a:custGeom>
          <a:solidFill>
            <a:srgbClr val="C5554E"/>
          </a:solidFill>
          <a:ln>
            <a:noFill/>
          </a:ln>
        </p:spPr>
        <p:txBody>
          <a:bodyPr/>
          <a:lstStyle/>
          <a:p/>
        </p:txBody>
      </p:sp>
      <p:sp>
        <p:nvSpPr>
          <p:cNvPr id="9399" name="contour_09397"/>
          <p:cNvSpPr/>
          <p:nvPr/>
        </p:nvSpPr>
        <p:spPr>
          <a:xfrm>
            <a:off x="10949650" y="2695245"/>
            <a:ext cx="65592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629"/>
                </a:moveTo>
                <a:lnTo>
                  <a:pt x="6730" y="210"/>
                </a:lnTo>
                <a:lnTo>
                  <a:pt x="8069" y="0"/>
                </a:lnTo>
                <a:lnTo>
                  <a:pt x="9163" y="0"/>
                </a:lnTo>
                <a:lnTo>
                  <a:pt x="10358" y="210"/>
                </a:lnTo>
                <a:lnTo>
                  <a:pt x="12000" y="629"/>
                </a:lnTo>
                <a:lnTo>
                  <a:pt x="12000" y="2939"/>
                </a:lnTo>
                <a:lnTo>
                  <a:pt x="12000" y="5264"/>
                </a:lnTo>
                <a:lnTo>
                  <a:pt x="12000" y="7619"/>
                </a:lnTo>
                <a:lnTo>
                  <a:pt x="13584" y="7619"/>
                </a:lnTo>
                <a:lnTo>
                  <a:pt x="15170" y="7619"/>
                </a:lnTo>
                <a:lnTo>
                  <a:pt x="16764" y="7619"/>
                </a:lnTo>
                <a:lnTo>
                  <a:pt x="18365" y="7619"/>
                </a:lnTo>
                <a:lnTo>
                  <a:pt x="19975" y="7619"/>
                </a:lnTo>
                <a:lnTo>
                  <a:pt x="21600" y="7619"/>
                </a:lnTo>
                <a:lnTo>
                  <a:pt x="21204" y="9926"/>
                </a:lnTo>
                <a:lnTo>
                  <a:pt x="20808" y="12237"/>
                </a:lnTo>
                <a:lnTo>
                  <a:pt x="20410" y="14557"/>
                </a:lnTo>
                <a:lnTo>
                  <a:pt x="20009" y="16889"/>
                </a:lnTo>
                <a:lnTo>
                  <a:pt x="19606" y="19234"/>
                </a:lnTo>
                <a:lnTo>
                  <a:pt x="19200" y="21600"/>
                </a:lnTo>
                <a:lnTo>
                  <a:pt x="19200" y="19290"/>
                </a:lnTo>
                <a:lnTo>
                  <a:pt x="19200" y="16965"/>
                </a:lnTo>
                <a:lnTo>
                  <a:pt x="19200" y="14610"/>
                </a:lnTo>
                <a:lnTo>
                  <a:pt x="18583" y="14900"/>
                </a:lnTo>
                <a:lnTo>
                  <a:pt x="17494" y="15410"/>
                </a:lnTo>
                <a:lnTo>
                  <a:pt x="15000" y="16574"/>
                </a:lnTo>
                <a:lnTo>
                  <a:pt x="13171" y="17151"/>
                </a:lnTo>
                <a:lnTo>
                  <a:pt x="11453" y="17483"/>
                </a:lnTo>
                <a:lnTo>
                  <a:pt x="9814" y="17584"/>
                </a:lnTo>
                <a:lnTo>
                  <a:pt x="8225" y="17483"/>
                </a:lnTo>
                <a:lnTo>
                  <a:pt x="6655" y="17193"/>
                </a:lnTo>
                <a:lnTo>
                  <a:pt x="5078" y="16738"/>
                </a:lnTo>
                <a:lnTo>
                  <a:pt x="3463" y="16144"/>
                </a:lnTo>
                <a:lnTo>
                  <a:pt x="1781" y="15428"/>
                </a:lnTo>
                <a:lnTo>
                  <a:pt x="0" y="14610"/>
                </a:lnTo>
                <a:lnTo>
                  <a:pt x="562" y="12492"/>
                </a:lnTo>
                <a:lnTo>
                  <a:pt x="1142" y="10416"/>
                </a:lnTo>
                <a:lnTo>
                  <a:pt x="1757" y="8378"/>
                </a:lnTo>
                <a:lnTo>
                  <a:pt x="2414" y="6382"/>
                </a:lnTo>
                <a:lnTo>
                  <a:pt x="3134" y="4425"/>
                </a:lnTo>
                <a:lnTo>
                  <a:pt x="3924" y="2506"/>
                </a:lnTo>
                <a:lnTo>
                  <a:pt x="4800" y="629"/>
                </a:lnTo>
                <a:close/>
              </a:path>
            </a:pathLst>
          </a:custGeom>
          <a:solidFill>
            <a:srgbClr val="7F8385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0" name="contour_09398"/>
          <p:cNvSpPr/>
          <p:nvPr/>
        </p:nvSpPr>
        <p:spPr>
          <a:xfrm>
            <a:off x="7086563" y="2681981"/>
            <a:ext cx="587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8" y="2413"/>
                </a:lnTo>
                <a:lnTo>
                  <a:pt x="19845" y="4613"/>
                </a:lnTo>
                <a:lnTo>
                  <a:pt x="18889" y="6619"/>
                </a:lnTo>
                <a:lnTo>
                  <a:pt x="17873" y="8455"/>
                </a:lnTo>
                <a:lnTo>
                  <a:pt x="16788" y="10137"/>
                </a:lnTo>
                <a:lnTo>
                  <a:pt x="15628" y="11686"/>
                </a:lnTo>
                <a:lnTo>
                  <a:pt x="14385" y="13120"/>
                </a:lnTo>
                <a:lnTo>
                  <a:pt x="13056" y="14460"/>
                </a:lnTo>
                <a:lnTo>
                  <a:pt x="11631" y="15722"/>
                </a:lnTo>
                <a:lnTo>
                  <a:pt x="10103" y="16931"/>
                </a:lnTo>
                <a:lnTo>
                  <a:pt x="8469" y="18104"/>
                </a:lnTo>
                <a:lnTo>
                  <a:pt x="6717" y="19258"/>
                </a:lnTo>
                <a:lnTo>
                  <a:pt x="4847" y="20418"/>
                </a:lnTo>
                <a:lnTo>
                  <a:pt x="2845" y="21600"/>
                </a:lnTo>
                <a:lnTo>
                  <a:pt x="1897" y="19563"/>
                </a:lnTo>
                <a:lnTo>
                  <a:pt x="1104" y="17607"/>
                </a:lnTo>
                <a:lnTo>
                  <a:pt x="501" y="15666"/>
                </a:lnTo>
                <a:lnTo>
                  <a:pt x="121" y="13670"/>
                </a:lnTo>
                <a:lnTo>
                  <a:pt x="0" y="11556"/>
                </a:lnTo>
                <a:lnTo>
                  <a:pt x="166" y="9257"/>
                </a:lnTo>
                <a:lnTo>
                  <a:pt x="1776" y="7869"/>
                </a:lnTo>
                <a:lnTo>
                  <a:pt x="3413" y="6579"/>
                </a:lnTo>
                <a:lnTo>
                  <a:pt x="5074" y="5391"/>
                </a:lnTo>
                <a:lnTo>
                  <a:pt x="6765" y="4308"/>
                </a:lnTo>
                <a:lnTo>
                  <a:pt x="8485" y="3333"/>
                </a:lnTo>
                <a:lnTo>
                  <a:pt x="10240" y="2478"/>
                </a:lnTo>
                <a:lnTo>
                  <a:pt x="12032" y="1737"/>
                </a:lnTo>
                <a:lnTo>
                  <a:pt x="13860" y="1123"/>
                </a:lnTo>
                <a:lnTo>
                  <a:pt x="15730" y="639"/>
                </a:lnTo>
                <a:lnTo>
                  <a:pt x="17640" y="287"/>
                </a:lnTo>
                <a:lnTo>
                  <a:pt x="19596" y="74"/>
                </a:lnTo>
                <a:lnTo>
                  <a:pt x="21600" y="0"/>
                </a:lnTo>
                <a:close/>
              </a:path>
            </a:pathLst>
          </a:custGeom>
          <a:solidFill>
            <a:srgbClr val="CBCECD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1" name="contour_09399"/>
          <p:cNvSpPr/>
          <p:nvPr/>
        </p:nvSpPr>
        <p:spPr>
          <a:xfrm>
            <a:off x="5439928" y="2667405"/>
            <a:ext cx="66904" cy="433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06" y="0"/>
                </a:moveTo>
                <a:lnTo>
                  <a:pt x="6261" y="0"/>
                </a:lnTo>
                <a:lnTo>
                  <a:pt x="7826" y="0"/>
                </a:lnTo>
                <a:lnTo>
                  <a:pt x="9412" y="0"/>
                </a:lnTo>
                <a:lnTo>
                  <a:pt x="9412" y="2399"/>
                </a:lnTo>
                <a:lnTo>
                  <a:pt x="9412" y="4813"/>
                </a:lnTo>
                <a:lnTo>
                  <a:pt x="9412" y="7259"/>
                </a:lnTo>
                <a:lnTo>
                  <a:pt x="11075" y="7259"/>
                </a:lnTo>
                <a:lnTo>
                  <a:pt x="12741" y="7259"/>
                </a:lnTo>
                <a:lnTo>
                  <a:pt x="14412" y="7259"/>
                </a:lnTo>
                <a:lnTo>
                  <a:pt x="16089" y="7259"/>
                </a:lnTo>
                <a:lnTo>
                  <a:pt x="17774" y="7259"/>
                </a:lnTo>
                <a:lnTo>
                  <a:pt x="19468" y="7259"/>
                </a:lnTo>
                <a:lnTo>
                  <a:pt x="21176" y="7259"/>
                </a:lnTo>
                <a:lnTo>
                  <a:pt x="21459" y="9851"/>
                </a:lnTo>
                <a:lnTo>
                  <a:pt x="21600" y="11713"/>
                </a:lnTo>
                <a:lnTo>
                  <a:pt x="21600" y="13368"/>
                </a:lnTo>
                <a:lnTo>
                  <a:pt x="21459" y="15339"/>
                </a:lnTo>
                <a:lnTo>
                  <a:pt x="21176" y="18148"/>
                </a:lnTo>
                <a:lnTo>
                  <a:pt x="19456" y="19368"/>
                </a:lnTo>
                <a:lnTo>
                  <a:pt x="17887" y="20326"/>
                </a:lnTo>
                <a:lnTo>
                  <a:pt x="16412" y="21023"/>
                </a:lnTo>
                <a:lnTo>
                  <a:pt x="14976" y="21448"/>
                </a:lnTo>
                <a:lnTo>
                  <a:pt x="13525" y="21600"/>
                </a:lnTo>
                <a:lnTo>
                  <a:pt x="12000" y="21473"/>
                </a:lnTo>
                <a:lnTo>
                  <a:pt x="10351" y="21059"/>
                </a:lnTo>
                <a:lnTo>
                  <a:pt x="8520" y="20359"/>
                </a:lnTo>
                <a:lnTo>
                  <a:pt x="7075" y="19455"/>
                </a:lnTo>
                <a:lnTo>
                  <a:pt x="5642" y="18526"/>
                </a:lnTo>
                <a:lnTo>
                  <a:pt x="4221" y="17571"/>
                </a:lnTo>
                <a:lnTo>
                  <a:pt x="2807" y="16587"/>
                </a:lnTo>
                <a:lnTo>
                  <a:pt x="1402" y="15571"/>
                </a:lnTo>
                <a:lnTo>
                  <a:pt x="0" y="14519"/>
                </a:lnTo>
                <a:lnTo>
                  <a:pt x="504" y="12696"/>
                </a:lnTo>
                <a:lnTo>
                  <a:pt x="1014" y="10878"/>
                </a:lnTo>
                <a:lnTo>
                  <a:pt x="1534" y="9067"/>
                </a:lnTo>
                <a:lnTo>
                  <a:pt x="2059" y="7259"/>
                </a:lnTo>
                <a:lnTo>
                  <a:pt x="2633" y="5234"/>
                </a:lnTo>
                <a:lnTo>
                  <a:pt x="3216" y="3176"/>
                </a:lnTo>
                <a:lnTo>
                  <a:pt x="3955" y="1601"/>
                </a:lnTo>
                <a:lnTo>
                  <a:pt x="4706" y="0"/>
                </a:lnTo>
                <a:close/>
              </a:path>
            </a:pathLst>
          </a:custGeom>
          <a:solidFill>
            <a:srgbClr val="2D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2" name="contour_09400"/>
          <p:cNvSpPr/>
          <p:nvPr/>
        </p:nvSpPr>
        <p:spPr>
          <a:xfrm>
            <a:off x="1336789" y="2659512"/>
            <a:ext cx="58384" cy="391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70" y="334"/>
                </a:moveTo>
                <a:lnTo>
                  <a:pt x="21600" y="3087"/>
                </a:lnTo>
                <a:lnTo>
                  <a:pt x="21581" y="5733"/>
                </a:lnTo>
                <a:lnTo>
                  <a:pt x="21481" y="8285"/>
                </a:lnTo>
                <a:lnTo>
                  <a:pt x="21276" y="10770"/>
                </a:lnTo>
                <a:lnTo>
                  <a:pt x="20939" y="13206"/>
                </a:lnTo>
                <a:lnTo>
                  <a:pt x="20446" y="15614"/>
                </a:lnTo>
                <a:lnTo>
                  <a:pt x="19767" y="18018"/>
                </a:lnTo>
                <a:lnTo>
                  <a:pt x="18874" y="20434"/>
                </a:lnTo>
                <a:lnTo>
                  <a:pt x="16968" y="20937"/>
                </a:lnTo>
                <a:lnTo>
                  <a:pt x="15078" y="21290"/>
                </a:lnTo>
                <a:lnTo>
                  <a:pt x="13198" y="21508"/>
                </a:lnTo>
                <a:lnTo>
                  <a:pt x="11327" y="21600"/>
                </a:lnTo>
                <a:lnTo>
                  <a:pt x="9456" y="21588"/>
                </a:lnTo>
                <a:lnTo>
                  <a:pt x="7587" y="21483"/>
                </a:lnTo>
                <a:lnTo>
                  <a:pt x="5711" y="21298"/>
                </a:lnTo>
                <a:lnTo>
                  <a:pt x="3823" y="21053"/>
                </a:lnTo>
                <a:lnTo>
                  <a:pt x="1922" y="20760"/>
                </a:lnTo>
                <a:lnTo>
                  <a:pt x="0" y="20434"/>
                </a:lnTo>
                <a:lnTo>
                  <a:pt x="0" y="17777"/>
                </a:lnTo>
                <a:lnTo>
                  <a:pt x="0" y="15104"/>
                </a:lnTo>
                <a:lnTo>
                  <a:pt x="0" y="12394"/>
                </a:lnTo>
                <a:lnTo>
                  <a:pt x="1561" y="10456"/>
                </a:lnTo>
                <a:lnTo>
                  <a:pt x="3163" y="8615"/>
                </a:lnTo>
                <a:lnTo>
                  <a:pt x="4802" y="6894"/>
                </a:lnTo>
                <a:lnTo>
                  <a:pt x="6487" y="5315"/>
                </a:lnTo>
                <a:lnTo>
                  <a:pt x="8213" y="3895"/>
                </a:lnTo>
                <a:lnTo>
                  <a:pt x="9984" y="2661"/>
                </a:lnTo>
                <a:lnTo>
                  <a:pt x="11799" y="1632"/>
                </a:lnTo>
                <a:lnTo>
                  <a:pt x="13657" y="832"/>
                </a:lnTo>
                <a:lnTo>
                  <a:pt x="15566" y="281"/>
                </a:lnTo>
                <a:lnTo>
                  <a:pt x="17518" y="0"/>
                </a:lnTo>
                <a:lnTo>
                  <a:pt x="19518" y="8"/>
                </a:lnTo>
                <a:lnTo>
                  <a:pt x="21570" y="334"/>
                </a:lnTo>
                <a:close/>
              </a:path>
            </a:pathLst>
          </a:custGeom>
          <a:solidFill>
            <a:srgbClr val="AEAEAD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3" name="contour_09401"/>
          <p:cNvSpPr/>
          <p:nvPr/>
        </p:nvSpPr>
        <p:spPr>
          <a:xfrm>
            <a:off x="4958921" y="2645541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404" y="475"/>
                </a:lnTo>
                <a:lnTo>
                  <a:pt x="14013" y="953"/>
                </a:lnTo>
                <a:lnTo>
                  <a:pt x="15628" y="1430"/>
                </a:lnTo>
                <a:lnTo>
                  <a:pt x="17256" y="1913"/>
                </a:lnTo>
                <a:lnTo>
                  <a:pt x="18900" y="2400"/>
                </a:lnTo>
                <a:lnTo>
                  <a:pt x="18314" y="3358"/>
                </a:lnTo>
                <a:lnTo>
                  <a:pt x="17717" y="4332"/>
                </a:lnTo>
                <a:lnTo>
                  <a:pt x="16964" y="5606"/>
                </a:lnTo>
                <a:lnTo>
                  <a:pt x="16200" y="6900"/>
                </a:lnTo>
                <a:lnTo>
                  <a:pt x="15447" y="8155"/>
                </a:lnTo>
                <a:lnTo>
                  <a:pt x="14683" y="9432"/>
                </a:lnTo>
                <a:lnTo>
                  <a:pt x="14105" y="10723"/>
                </a:lnTo>
                <a:lnTo>
                  <a:pt x="13757" y="11753"/>
                </a:lnTo>
                <a:lnTo>
                  <a:pt x="13576" y="12874"/>
                </a:lnTo>
                <a:lnTo>
                  <a:pt x="13511" y="14436"/>
                </a:lnTo>
                <a:lnTo>
                  <a:pt x="13500" y="16800"/>
                </a:lnTo>
                <a:lnTo>
                  <a:pt x="15509" y="17539"/>
                </a:lnTo>
                <a:lnTo>
                  <a:pt x="16934" y="18034"/>
                </a:lnTo>
                <a:lnTo>
                  <a:pt x="18166" y="18398"/>
                </a:lnTo>
                <a:lnTo>
                  <a:pt x="19591" y="18749"/>
                </a:lnTo>
                <a:lnTo>
                  <a:pt x="21600" y="19200"/>
                </a:lnTo>
                <a:lnTo>
                  <a:pt x="18776" y="20179"/>
                </a:lnTo>
                <a:lnTo>
                  <a:pt x="16762" y="20839"/>
                </a:lnTo>
                <a:lnTo>
                  <a:pt x="15255" y="21245"/>
                </a:lnTo>
                <a:lnTo>
                  <a:pt x="13962" y="21461"/>
                </a:lnTo>
                <a:lnTo>
                  <a:pt x="12577" y="21557"/>
                </a:lnTo>
                <a:lnTo>
                  <a:pt x="10800" y="21600"/>
                </a:lnTo>
                <a:lnTo>
                  <a:pt x="9080" y="20748"/>
                </a:lnTo>
                <a:lnTo>
                  <a:pt x="7444" y="19831"/>
                </a:lnTo>
                <a:lnTo>
                  <a:pt x="5881" y="18854"/>
                </a:lnTo>
                <a:lnTo>
                  <a:pt x="4369" y="17820"/>
                </a:lnTo>
                <a:lnTo>
                  <a:pt x="2894" y="16728"/>
                </a:lnTo>
                <a:lnTo>
                  <a:pt x="1444" y="15588"/>
                </a:lnTo>
                <a:lnTo>
                  <a:pt x="0" y="14400"/>
                </a:lnTo>
                <a:lnTo>
                  <a:pt x="1785" y="14400"/>
                </a:lnTo>
                <a:lnTo>
                  <a:pt x="3580" y="14400"/>
                </a:lnTo>
                <a:lnTo>
                  <a:pt x="5400" y="14400"/>
                </a:lnTo>
                <a:lnTo>
                  <a:pt x="6245" y="12830"/>
                </a:lnTo>
                <a:lnTo>
                  <a:pt x="6826" y="11671"/>
                </a:lnTo>
                <a:lnTo>
                  <a:pt x="7287" y="10577"/>
                </a:lnTo>
                <a:lnTo>
                  <a:pt x="7776" y="9202"/>
                </a:lnTo>
                <a:lnTo>
                  <a:pt x="8438" y="7200"/>
                </a:lnTo>
                <a:lnTo>
                  <a:pt x="8891" y="5861"/>
                </a:lnTo>
                <a:lnTo>
                  <a:pt x="9347" y="4514"/>
                </a:lnTo>
                <a:lnTo>
                  <a:pt x="9809" y="3149"/>
                </a:lnTo>
                <a:lnTo>
                  <a:pt x="10301" y="1586"/>
                </a:lnTo>
                <a:lnTo>
                  <a:pt x="10800" y="0"/>
                </a:lnTo>
                <a:close/>
              </a:path>
            </a:pathLst>
          </a:custGeom>
          <a:solidFill>
            <a:srgbClr val="E0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4" name="contour_09402"/>
          <p:cNvSpPr/>
          <p:nvPr/>
        </p:nvSpPr>
        <p:spPr>
          <a:xfrm>
            <a:off x="2335244" y="2644317"/>
            <a:ext cx="109320" cy="381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693"/>
                </a:moveTo>
                <a:lnTo>
                  <a:pt x="12532" y="400"/>
                </a:lnTo>
                <a:lnTo>
                  <a:pt x="13542" y="190"/>
                </a:lnTo>
                <a:lnTo>
                  <a:pt x="14548" y="62"/>
                </a:lnTo>
                <a:lnTo>
                  <a:pt x="15553" y="0"/>
                </a:lnTo>
                <a:lnTo>
                  <a:pt x="16557" y="4"/>
                </a:lnTo>
                <a:lnTo>
                  <a:pt x="17561" y="62"/>
                </a:lnTo>
                <a:lnTo>
                  <a:pt x="18566" y="169"/>
                </a:lnTo>
                <a:lnTo>
                  <a:pt x="19574" y="313"/>
                </a:lnTo>
                <a:lnTo>
                  <a:pt x="20585" y="491"/>
                </a:lnTo>
                <a:lnTo>
                  <a:pt x="21600" y="693"/>
                </a:lnTo>
                <a:lnTo>
                  <a:pt x="21600" y="3419"/>
                </a:lnTo>
                <a:lnTo>
                  <a:pt x="21600" y="6161"/>
                </a:lnTo>
                <a:lnTo>
                  <a:pt x="21600" y="8940"/>
                </a:lnTo>
                <a:lnTo>
                  <a:pt x="20678" y="8771"/>
                </a:lnTo>
                <a:lnTo>
                  <a:pt x="19750" y="8598"/>
                </a:lnTo>
                <a:lnTo>
                  <a:pt x="18809" y="8425"/>
                </a:lnTo>
                <a:lnTo>
                  <a:pt x="17627" y="8433"/>
                </a:lnTo>
                <a:lnTo>
                  <a:pt x="16857" y="8565"/>
                </a:lnTo>
                <a:lnTo>
                  <a:pt x="15840" y="8940"/>
                </a:lnTo>
                <a:lnTo>
                  <a:pt x="15362" y="11245"/>
                </a:lnTo>
                <a:lnTo>
                  <a:pt x="15054" y="12874"/>
                </a:lnTo>
                <a:lnTo>
                  <a:pt x="14777" y="14594"/>
                </a:lnTo>
                <a:lnTo>
                  <a:pt x="14400" y="17188"/>
                </a:lnTo>
                <a:lnTo>
                  <a:pt x="13431" y="18301"/>
                </a:lnTo>
                <a:lnTo>
                  <a:pt x="12483" y="19221"/>
                </a:lnTo>
                <a:lnTo>
                  <a:pt x="11547" y="19963"/>
                </a:lnTo>
                <a:lnTo>
                  <a:pt x="10617" y="20540"/>
                </a:lnTo>
                <a:lnTo>
                  <a:pt x="9685" y="20973"/>
                </a:lnTo>
                <a:lnTo>
                  <a:pt x="8745" y="21278"/>
                </a:lnTo>
                <a:lnTo>
                  <a:pt x="7792" y="21472"/>
                </a:lnTo>
                <a:lnTo>
                  <a:pt x="6816" y="21575"/>
                </a:lnTo>
                <a:lnTo>
                  <a:pt x="5810" y="21600"/>
                </a:lnTo>
                <a:lnTo>
                  <a:pt x="4769" y="21567"/>
                </a:lnTo>
                <a:lnTo>
                  <a:pt x="3872" y="21530"/>
                </a:lnTo>
                <a:lnTo>
                  <a:pt x="2969" y="21493"/>
                </a:lnTo>
                <a:lnTo>
                  <a:pt x="2053" y="21456"/>
                </a:lnTo>
                <a:lnTo>
                  <a:pt x="1544" y="21419"/>
                </a:lnTo>
                <a:lnTo>
                  <a:pt x="0" y="21311"/>
                </a:lnTo>
                <a:lnTo>
                  <a:pt x="0" y="19266"/>
                </a:lnTo>
                <a:lnTo>
                  <a:pt x="0" y="17188"/>
                </a:lnTo>
                <a:lnTo>
                  <a:pt x="887" y="16957"/>
                </a:lnTo>
                <a:lnTo>
                  <a:pt x="1788" y="16722"/>
                </a:lnTo>
                <a:lnTo>
                  <a:pt x="2791" y="16359"/>
                </a:lnTo>
                <a:lnTo>
                  <a:pt x="3779" y="15971"/>
                </a:lnTo>
                <a:lnTo>
                  <a:pt x="4756" y="15538"/>
                </a:lnTo>
                <a:lnTo>
                  <a:pt x="5728" y="15047"/>
                </a:lnTo>
                <a:lnTo>
                  <a:pt x="6696" y="14482"/>
                </a:lnTo>
                <a:lnTo>
                  <a:pt x="7665" y="13827"/>
                </a:lnTo>
                <a:lnTo>
                  <a:pt x="8640" y="13064"/>
                </a:lnTo>
                <a:lnTo>
                  <a:pt x="9086" y="10936"/>
                </a:lnTo>
                <a:lnTo>
                  <a:pt x="9536" y="8792"/>
                </a:lnTo>
                <a:lnTo>
                  <a:pt x="9991" y="6623"/>
                </a:lnTo>
                <a:lnTo>
                  <a:pt x="10496" y="4664"/>
                </a:lnTo>
                <a:lnTo>
                  <a:pt x="11004" y="2693"/>
                </a:lnTo>
                <a:lnTo>
                  <a:pt x="11520" y="693"/>
                </a:lnTo>
                <a:close/>
              </a:path>
            </a:pathLst>
          </a:custGeom>
          <a:solidFill>
            <a:srgbClr val="4B4C4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5" name="contour_09403"/>
          <p:cNvSpPr/>
          <p:nvPr/>
        </p:nvSpPr>
        <p:spPr>
          <a:xfrm>
            <a:off x="10016787" y="2594525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610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7"/>
                </a:lnTo>
                <a:lnTo>
                  <a:pt x="21600" y="5351"/>
                </a:lnTo>
                <a:lnTo>
                  <a:pt x="21600" y="7141"/>
                </a:lnTo>
                <a:lnTo>
                  <a:pt x="21600" y="8937"/>
                </a:lnTo>
                <a:lnTo>
                  <a:pt x="21600" y="10741"/>
                </a:lnTo>
                <a:lnTo>
                  <a:pt x="21600" y="12550"/>
                </a:lnTo>
                <a:lnTo>
                  <a:pt x="21600" y="14369"/>
                </a:lnTo>
                <a:lnTo>
                  <a:pt x="21600" y="16200"/>
                </a:lnTo>
                <a:lnTo>
                  <a:pt x="21563" y="15603"/>
                </a:lnTo>
                <a:lnTo>
                  <a:pt x="21500" y="14553"/>
                </a:lnTo>
                <a:lnTo>
                  <a:pt x="21355" y="12150"/>
                </a:lnTo>
                <a:lnTo>
                  <a:pt x="21103" y="11553"/>
                </a:lnTo>
                <a:lnTo>
                  <a:pt x="20657" y="10503"/>
                </a:lnTo>
                <a:lnTo>
                  <a:pt x="19636" y="8100"/>
                </a:lnTo>
                <a:lnTo>
                  <a:pt x="18293" y="7684"/>
                </a:lnTo>
                <a:lnTo>
                  <a:pt x="16974" y="7363"/>
                </a:lnTo>
                <a:lnTo>
                  <a:pt x="15674" y="7144"/>
                </a:lnTo>
                <a:lnTo>
                  <a:pt x="14384" y="7028"/>
                </a:lnTo>
                <a:lnTo>
                  <a:pt x="13097" y="7020"/>
                </a:lnTo>
                <a:lnTo>
                  <a:pt x="11809" y="7117"/>
                </a:lnTo>
                <a:lnTo>
                  <a:pt x="10509" y="7330"/>
                </a:lnTo>
                <a:lnTo>
                  <a:pt x="9194" y="7657"/>
                </a:lnTo>
                <a:lnTo>
                  <a:pt x="7855" y="8100"/>
                </a:lnTo>
                <a:lnTo>
                  <a:pt x="7242" y="9734"/>
                </a:lnTo>
                <a:lnTo>
                  <a:pt x="6847" y="11262"/>
                </a:lnTo>
                <a:lnTo>
                  <a:pt x="6621" y="12793"/>
                </a:lnTo>
                <a:lnTo>
                  <a:pt x="6515" y="14426"/>
                </a:lnTo>
                <a:lnTo>
                  <a:pt x="6482" y="16273"/>
                </a:lnTo>
                <a:lnTo>
                  <a:pt x="6189" y="17577"/>
                </a:lnTo>
                <a:lnTo>
                  <a:pt x="5891" y="18900"/>
                </a:lnTo>
                <a:lnTo>
                  <a:pt x="4410" y="19737"/>
                </a:lnTo>
                <a:lnTo>
                  <a:pt x="3366" y="20296"/>
                </a:lnTo>
                <a:lnTo>
                  <a:pt x="2470" y="20706"/>
                </a:lnTo>
                <a:lnTo>
                  <a:pt x="1441" y="21098"/>
                </a:lnTo>
                <a:lnTo>
                  <a:pt x="0" y="21600"/>
                </a:lnTo>
                <a:lnTo>
                  <a:pt x="187" y="19594"/>
                </a:lnTo>
                <a:lnTo>
                  <a:pt x="401" y="17661"/>
                </a:lnTo>
                <a:lnTo>
                  <a:pt x="658" y="15792"/>
                </a:lnTo>
                <a:lnTo>
                  <a:pt x="974" y="13978"/>
                </a:lnTo>
                <a:lnTo>
                  <a:pt x="1361" y="12209"/>
                </a:lnTo>
                <a:lnTo>
                  <a:pt x="1836" y="10479"/>
                </a:lnTo>
                <a:lnTo>
                  <a:pt x="2411" y="8772"/>
                </a:lnTo>
                <a:lnTo>
                  <a:pt x="3105" y="7082"/>
                </a:lnTo>
                <a:lnTo>
                  <a:pt x="3927" y="5400"/>
                </a:lnTo>
                <a:lnTo>
                  <a:pt x="5263" y="5060"/>
                </a:lnTo>
                <a:lnTo>
                  <a:pt x="6580" y="4801"/>
                </a:lnTo>
                <a:lnTo>
                  <a:pt x="7888" y="4620"/>
                </a:lnTo>
                <a:lnTo>
                  <a:pt x="9186" y="4509"/>
                </a:lnTo>
                <a:lnTo>
                  <a:pt x="10478" y="4460"/>
                </a:lnTo>
                <a:lnTo>
                  <a:pt x="11766" y="4471"/>
                </a:lnTo>
                <a:lnTo>
                  <a:pt x="13056" y="4536"/>
                </a:lnTo>
                <a:lnTo>
                  <a:pt x="14350" y="4644"/>
                </a:lnTo>
                <a:lnTo>
                  <a:pt x="15652" y="4790"/>
                </a:lnTo>
                <a:lnTo>
                  <a:pt x="16966" y="4968"/>
                </a:lnTo>
                <a:lnTo>
                  <a:pt x="18291" y="5173"/>
                </a:lnTo>
                <a:lnTo>
                  <a:pt x="19636" y="5400"/>
                </a:lnTo>
                <a:lnTo>
                  <a:pt x="19636" y="3615"/>
                </a:lnTo>
                <a:lnTo>
                  <a:pt x="19636" y="1820"/>
                </a:lnTo>
                <a:lnTo>
                  <a:pt x="19636" y="0"/>
                </a:lnTo>
                <a:close/>
              </a:path>
            </a:pathLst>
          </a:custGeom>
          <a:solidFill>
            <a:srgbClr val="6C5F8F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6" name="contour_09404"/>
          <p:cNvSpPr/>
          <p:nvPr/>
        </p:nvSpPr>
        <p:spPr>
          <a:xfrm>
            <a:off x="1540853" y="2623677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6" y="0"/>
                </a:lnTo>
                <a:lnTo>
                  <a:pt x="15182" y="0"/>
                </a:lnTo>
                <a:lnTo>
                  <a:pt x="16800" y="0"/>
                </a:lnTo>
                <a:lnTo>
                  <a:pt x="17551" y="2018"/>
                </a:lnTo>
                <a:lnTo>
                  <a:pt x="18067" y="3508"/>
                </a:lnTo>
                <a:lnTo>
                  <a:pt x="18478" y="4916"/>
                </a:lnTo>
                <a:lnTo>
                  <a:pt x="18912" y="6684"/>
                </a:lnTo>
                <a:lnTo>
                  <a:pt x="19500" y="9257"/>
                </a:lnTo>
                <a:lnTo>
                  <a:pt x="19903" y="10979"/>
                </a:lnTo>
                <a:lnTo>
                  <a:pt x="20309" y="12710"/>
                </a:lnTo>
                <a:lnTo>
                  <a:pt x="20719" y="14466"/>
                </a:lnTo>
                <a:lnTo>
                  <a:pt x="21156" y="16475"/>
                </a:lnTo>
                <a:lnTo>
                  <a:pt x="21600" y="18514"/>
                </a:lnTo>
                <a:lnTo>
                  <a:pt x="20026" y="18851"/>
                </a:lnTo>
                <a:lnTo>
                  <a:pt x="18451" y="19181"/>
                </a:lnTo>
                <a:lnTo>
                  <a:pt x="16877" y="19505"/>
                </a:lnTo>
                <a:lnTo>
                  <a:pt x="15302" y="19823"/>
                </a:lnTo>
                <a:lnTo>
                  <a:pt x="13728" y="20134"/>
                </a:lnTo>
                <a:lnTo>
                  <a:pt x="12149" y="20443"/>
                </a:lnTo>
                <a:lnTo>
                  <a:pt x="10802" y="20742"/>
                </a:lnTo>
                <a:lnTo>
                  <a:pt x="9437" y="21045"/>
                </a:lnTo>
                <a:lnTo>
                  <a:pt x="8131" y="21282"/>
                </a:lnTo>
                <a:lnTo>
                  <a:pt x="7114" y="21430"/>
                </a:lnTo>
                <a:lnTo>
                  <a:pt x="6043" y="21514"/>
                </a:lnTo>
                <a:lnTo>
                  <a:pt x="4584" y="21563"/>
                </a:lnTo>
                <a:lnTo>
                  <a:pt x="2400" y="21600"/>
                </a:lnTo>
                <a:lnTo>
                  <a:pt x="1344" y="19807"/>
                </a:lnTo>
                <a:lnTo>
                  <a:pt x="744" y="18567"/>
                </a:lnTo>
                <a:lnTo>
                  <a:pt x="370" y="17302"/>
                </a:lnTo>
                <a:lnTo>
                  <a:pt x="0" y="15429"/>
                </a:lnTo>
                <a:lnTo>
                  <a:pt x="1536" y="15746"/>
                </a:lnTo>
                <a:lnTo>
                  <a:pt x="3084" y="16067"/>
                </a:lnTo>
                <a:lnTo>
                  <a:pt x="4651" y="16391"/>
                </a:lnTo>
                <a:lnTo>
                  <a:pt x="6614" y="16397"/>
                </a:lnTo>
                <a:lnTo>
                  <a:pt x="7898" y="16148"/>
                </a:lnTo>
                <a:lnTo>
                  <a:pt x="9600" y="15429"/>
                </a:lnTo>
                <a:lnTo>
                  <a:pt x="10126" y="13423"/>
                </a:lnTo>
                <a:lnTo>
                  <a:pt x="10526" y="11457"/>
                </a:lnTo>
                <a:lnTo>
                  <a:pt x="10826" y="9501"/>
                </a:lnTo>
                <a:lnTo>
                  <a:pt x="11047" y="7520"/>
                </a:lnTo>
                <a:lnTo>
                  <a:pt x="11213" y="5489"/>
                </a:lnTo>
                <a:lnTo>
                  <a:pt x="11345" y="3376"/>
                </a:lnTo>
                <a:lnTo>
                  <a:pt x="11669" y="1700"/>
                </a:lnTo>
                <a:lnTo>
                  <a:pt x="12000" y="0"/>
                </a:lnTo>
                <a:close/>
              </a:path>
            </a:pathLst>
          </a:custGeom>
          <a:solidFill>
            <a:srgbClr val="4B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7" name="contour_09405"/>
          <p:cNvSpPr/>
          <p:nvPr/>
        </p:nvSpPr>
        <p:spPr>
          <a:xfrm>
            <a:off x="5418064" y="2579949"/>
            <a:ext cx="6857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70" y="0"/>
                </a:moveTo>
                <a:lnTo>
                  <a:pt x="17433" y="421"/>
                </a:lnTo>
                <a:lnTo>
                  <a:pt x="18365" y="842"/>
                </a:lnTo>
                <a:lnTo>
                  <a:pt x="19297" y="1517"/>
                </a:lnTo>
                <a:lnTo>
                  <a:pt x="20661" y="2700"/>
                </a:lnTo>
                <a:lnTo>
                  <a:pt x="21141" y="4582"/>
                </a:lnTo>
                <a:lnTo>
                  <a:pt x="21462" y="6377"/>
                </a:lnTo>
                <a:lnTo>
                  <a:pt x="21600" y="8130"/>
                </a:lnTo>
                <a:lnTo>
                  <a:pt x="21531" y="9877"/>
                </a:lnTo>
                <a:lnTo>
                  <a:pt x="21226" y="11653"/>
                </a:lnTo>
                <a:lnTo>
                  <a:pt x="20661" y="13500"/>
                </a:lnTo>
                <a:lnTo>
                  <a:pt x="19206" y="14086"/>
                </a:lnTo>
                <a:lnTo>
                  <a:pt x="17782" y="14537"/>
                </a:lnTo>
                <a:lnTo>
                  <a:pt x="16364" y="14874"/>
                </a:lnTo>
                <a:lnTo>
                  <a:pt x="14929" y="15125"/>
                </a:lnTo>
                <a:lnTo>
                  <a:pt x="13455" y="15314"/>
                </a:lnTo>
                <a:lnTo>
                  <a:pt x="11917" y="15463"/>
                </a:lnTo>
                <a:lnTo>
                  <a:pt x="10312" y="15933"/>
                </a:lnTo>
                <a:lnTo>
                  <a:pt x="9334" y="16454"/>
                </a:lnTo>
                <a:lnTo>
                  <a:pt x="8586" y="17353"/>
                </a:lnTo>
                <a:lnTo>
                  <a:pt x="7668" y="18962"/>
                </a:lnTo>
                <a:lnTo>
                  <a:pt x="7282" y="20272"/>
                </a:lnTo>
                <a:lnTo>
                  <a:pt x="6887" y="21600"/>
                </a:lnTo>
                <a:lnTo>
                  <a:pt x="5523" y="21065"/>
                </a:lnTo>
                <a:lnTo>
                  <a:pt x="4155" y="20528"/>
                </a:lnTo>
                <a:lnTo>
                  <a:pt x="2782" y="19991"/>
                </a:lnTo>
                <a:lnTo>
                  <a:pt x="1398" y="19448"/>
                </a:lnTo>
                <a:lnTo>
                  <a:pt x="0" y="18900"/>
                </a:lnTo>
                <a:lnTo>
                  <a:pt x="101" y="16951"/>
                </a:lnTo>
                <a:lnTo>
                  <a:pt x="264" y="15085"/>
                </a:lnTo>
                <a:lnTo>
                  <a:pt x="526" y="13287"/>
                </a:lnTo>
                <a:lnTo>
                  <a:pt x="925" y="11537"/>
                </a:lnTo>
                <a:lnTo>
                  <a:pt x="1504" y="9814"/>
                </a:lnTo>
                <a:lnTo>
                  <a:pt x="2296" y="8100"/>
                </a:lnTo>
                <a:lnTo>
                  <a:pt x="3797" y="7914"/>
                </a:lnTo>
                <a:lnTo>
                  <a:pt x="5266" y="7846"/>
                </a:lnTo>
                <a:lnTo>
                  <a:pt x="6717" y="7871"/>
                </a:lnTo>
                <a:lnTo>
                  <a:pt x="8168" y="7962"/>
                </a:lnTo>
                <a:lnTo>
                  <a:pt x="9640" y="8100"/>
                </a:lnTo>
                <a:lnTo>
                  <a:pt x="11145" y="8259"/>
                </a:lnTo>
                <a:lnTo>
                  <a:pt x="11800" y="8219"/>
                </a:lnTo>
                <a:lnTo>
                  <a:pt x="13774" y="8100"/>
                </a:lnTo>
                <a:lnTo>
                  <a:pt x="14688" y="6091"/>
                </a:lnTo>
                <a:lnTo>
                  <a:pt x="15264" y="4666"/>
                </a:lnTo>
                <a:lnTo>
                  <a:pt x="15613" y="3434"/>
                </a:lnTo>
                <a:lnTo>
                  <a:pt x="15845" y="2009"/>
                </a:lnTo>
                <a:lnTo>
                  <a:pt x="16070" y="0"/>
                </a:lnTo>
                <a:close/>
              </a:path>
            </a:pathLst>
          </a:custGeom>
          <a:solidFill>
            <a:srgbClr val="5E605E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8" name="contour_09406"/>
          <p:cNvSpPr/>
          <p:nvPr/>
        </p:nvSpPr>
        <p:spPr>
          <a:xfrm>
            <a:off x="4419610" y="2565373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873" y="0"/>
                </a:lnTo>
                <a:lnTo>
                  <a:pt x="15429" y="0"/>
                </a:lnTo>
                <a:lnTo>
                  <a:pt x="15429" y="1697"/>
                </a:lnTo>
                <a:lnTo>
                  <a:pt x="15429" y="3396"/>
                </a:lnTo>
                <a:lnTo>
                  <a:pt x="15429" y="5100"/>
                </a:lnTo>
                <a:lnTo>
                  <a:pt x="15429" y="6811"/>
                </a:lnTo>
                <a:lnTo>
                  <a:pt x="15429" y="8530"/>
                </a:lnTo>
                <a:lnTo>
                  <a:pt x="15429" y="10258"/>
                </a:lnTo>
                <a:lnTo>
                  <a:pt x="15429" y="12000"/>
                </a:lnTo>
                <a:lnTo>
                  <a:pt x="17468" y="12000"/>
                </a:lnTo>
                <a:lnTo>
                  <a:pt x="19520" y="12000"/>
                </a:lnTo>
                <a:lnTo>
                  <a:pt x="21600" y="12000"/>
                </a:lnTo>
                <a:lnTo>
                  <a:pt x="21390" y="13714"/>
                </a:lnTo>
                <a:lnTo>
                  <a:pt x="21125" y="14945"/>
                </a:lnTo>
                <a:lnTo>
                  <a:pt x="20656" y="16039"/>
                </a:lnTo>
                <a:lnTo>
                  <a:pt x="19835" y="17342"/>
                </a:lnTo>
                <a:lnTo>
                  <a:pt x="18514" y="19200"/>
                </a:lnTo>
                <a:lnTo>
                  <a:pt x="16484" y="19644"/>
                </a:lnTo>
                <a:lnTo>
                  <a:pt x="14450" y="20028"/>
                </a:lnTo>
                <a:lnTo>
                  <a:pt x="12414" y="20359"/>
                </a:lnTo>
                <a:lnTo>
                  <a:pt x="10368" y="20645"/>
                </a:lnTo>
                <a:lnTo>
                  <a:pt x="8316" y="20890"/>
                </a:lnTo>
                <a:lnTo>
                  <a:pt x="6255" y="21101"/>
                </a:lnTo>
                <a:lnTo>
                  <a:pt x="4184" y="21286"/>
                </a:lnTo>
                <a:lnTo>
                  <a:pt x="2098" y="21449"/>
                </a:lnTo>
                <a:lnTo>
                  <a:pt x="0" y="21600"/>
                </a:lnTo>
                <a:lnTo>
                  <a:pt x="697" y="18811"/>
                </a:lnTo>
                <a:lnTo>
                  <a:pt x="1207" y="16853"/>
                </a:lnTo>
                <a:lnTo>
                  <a:pt x="1614" y="15458"/>
                </a:lnTo>
                <a:lnTo>
                  <a:pt x="2006" y="14364"/>
                </a:lnTo>
                <a:lnTo>
                  <a:pt x="2469" y="13298"/>
                </a:lnTo>
                <a:lnTo>
                  <a:pt x="3086" y="12000"/>
                </a:lnTo>
                <a:lnTo>
                  <a:pt x="4629" y="11400"/>
                </a:lnTo>
                <a:lnTo>
                  <a:pt x="6171" y="10800"/>
                </a:lnTo>
                <a:lnTo>
                  <a:pt x="7714" y="10200"/>
                </a:lnTo>
                <a:lnTo>
                  <a:pt x="9257" y="9600"/>
                </a:lnTo>
                <a:lnTo>
                  <a:pt x="9970" y="7910"/>
                </a:lnTo>
                <a:lnTo>
                  <a:pt x="10420" y="6629"/>
                </a:lnTo>
                <a:lnTo>
                  <a:pt x="10991" y="4651"/>
                </a:lnTo>
                <a:lnTo>
                  <a:pt x="11192" y="3967"/>
                </a:lnTo>
                <a:lnTo>
                  <a:pt x="11541" y="2760"/>
                </a:lnTo>
                <a:lnTo>
                  <a:pt x="12343" y="0"/>
                </a:lnTo>
                <a:close/>
              </a:path>
            </a:pathLst>
          </a:custGeom>
          <a:solidFill>
            <a:srgbClr val="3C3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9409" name="contour_09407"/>
          <p:cNvSpPr/>
          <p:nvPr/>
        </p:nvSpPr>
        <p:spPr>
          <a:xfrm>
            <a:off x="11423369" y="2587237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092" y="778"/>
                </a:lnTo>
                <a:lnTo>
                  <a:pt x="10329" y="1555"/>
                </a:lnTo>
                <a:lnTo>
                  <a:pt x="11568" y="2333"/>
                </a:lnTo>
                <a:lnTo>
                  <a:pt x="12809" y="3115"/>
                </a:lnTo>
                <a:lnTo>
                  <a:pt x="14054" y="3897"/>
                </a:lnTo>
                <a:lnTo>
                  <a:pt x="15299" y="4679"/>
                </a:lnTo>
                <a:lnTo>
                  <a:pt x="16550" y="5465"/>
                </a:lnTo>
                <a:lnTo>
                  <a:pt x="17804" y="6255"/>
                </a:lnTo>
                <a:lnTo>
                  <a:pt x="19063" y="7046"/>
                </a:lnTo>
                <a:lnTo>
                  <a:pt x="20330" y="7841"/>
                </a:lnTo>
                <a:lnTo>
                  <a:pt x="21600" y="8640"/>
                </a:lnTo>
                <a:lnTo>
                  <a:pt x="21113" y="10778"/>
                </a:lnTo>
                <a:lnTo>
                  <a:pt x="20626" y="12930"/>
                </a:lnTo>
                <a:lnTo>
                  <a:pt x="20133" y="15090"/>
                </a:lnTo>
                <a:lnTo>
                  <a:pt x="19636" y="17280"/>
                </a:lnTo>
                <a:lnTo>
                  <a:pt x="18427" y="18084"/>
                </a:lnTo>
                <a:lnTo>
                  <a:pt x="17557" y="18537"/>
                </a:lnTo>
                <a:lnTo>
                  <a:pt x="16605" y="18809"/>
                </a:lnTo>
                <a:lnTo>
                  <a:pt x="15149" y="19068"/>
                </a:lnTo>
                <a:lnTo>
                  <a:pt x="13826" y="19319"/>
                </a:lnTo>
                <a:lnTo>
                  <a:pt x="12483" y="19574"/>
                </a:lnTo>
                <a:lnTo>
                  <a:pt x="11100" y="19777"/>
                </a:lnTo>
                <a:lnTo>
                  <a:pt x="9696" y="19980"/>
                </a:lnTo>
                <a:lnTo>
                  <a:pt x="8768" y="20148"/>
                </a:lnTo>
                <a:lnTo>
                  <a:pt x="7833" y="20317"/>
                </a:lnTo>
                <a:lnTo>
                  <a:pt x="6885" y="20485"/>
                </a:lnTo>
                <a:lnTo>
                  <a:pt x="5508" y="20727"/>
                </a:lnTo>
                <a:lnTo>
                  <a:pt x="4131" y="20956"/>
                </a:lnTo>
                <a:lnTo>
                  <a:pt x="2755" y="21181"/>
                </a:lnTo>
                <a:lnTo>
                  <a:pt x="1377" y="21393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214" y="12053"/>
                </a:lnTo>
                <a:lnTo>
                  <a:pt x="2417" y="11392"/>
                </a:lnTo>
                <a:lnTo>
                  <a:pt x="3629" y="10904"/>
                </a:lnTo>
                <a:lnTo>
                  <a:pt x="4864" y="10506"/>
                </a:lnTo>
                <a:lnTo>
                  <a:pt x="6136" y="10126"/>
                </a:lnTo>
                <a:lnTo>
                  <a:pt x="6562" y="9755"/>
                </a:lnTo>
                <a:lnTo>
                  <a:pt x="7855" y="8640"/>
                </a:lnTo>
                <a:lnTo>
                  <a:pt x="7855" y="5784"/>
                </a:lnTo>
                <a:lnTo>
                  <a:pt x="7855" y="2912"/>
                </a:lnTo>
                <a:lnTo>
                  <a:pt x="7855" y="0"/>
                </a:lnTo>
                <a:close/>
              </a:path>
            </a:pathLst>
          </a:custGeom>
          <a:solidFill>
            <a:srgbClr val="726D5E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0" name="contour_09408"/>
          <p:cNvSpPr/>
          <p:nvPr/>
        </p:nvSpPr>
        <p:spPr>
          <a:xfrm>
            <a:off x="615278" y="2569381"/>
            <a:ext cx="58304" cy="38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4" y="178"/>
                </a:moveTo>
                <a:lnTo>
                  <a:pt x="7579" y="24"/>
                </a:lnTo>
                <a:lnTo>
                  <a:pt x="9334" y="0"/>
                </a:lnTo>
                <a:lnTo>
                  <a:pt x="11016" y="134"/>
                </a:lnTo>
                <a:lnTo>
                  <a:pt x="12685" y="462"/>
                </a:lnTo>
                <a:lnTo>
                  <a:pt x="14394" y="1017"/>
                </a:lnTo>
                <a:lnTo>
                  <a:pt x="16200" y="1823"/>
                </a:lnTo>
                <a:lnTo>
                  <a:pt x="17318" y="3950"/>
                </a:lnTo>
                <a:lnTo>
                  <a:pt x="18282" y="6113"/>
                </a:lnTo>
                <a:lnTo>
                  <a:pt x="19116" y="8329"/>
                </a:lnTo>
                <a:lnTo>
                  <a:pt x="19842" y="10610"/>
                </a:lnTo>
                <a:lnTo>
                  <a:pt x="20482" y="12975"/>
                </a:lnTo>
                <a:lnTo>
                  <a:pt x="21063" y="15442"/>
                </a:lnTo>
                <a:lnTo>
                  <a:pt x="21600" y="18027"/>
                </a:lnTo>
                <a:lnTo>
                  <a:pt x="19823" y="19583"/>
                </a:lnTo>
                <a:lnTo>
                  <a:pt x="18155" y="20656"/>
                </a:lnTo>
                <a:lnTo>
                  <a:pt x="16548" y="21308"/>
                </a:lnTo>
                <a:lnTo>
                  <a:pt x="14953" y="21600"/>
                </a:lnTo>
                <a:lnTo>
                  <a:pt x="13325" y="21588"/>
                </a:lnTo>
                <a:lnTo>
                  <a:pt x="11615" y="21329"/>
                </a:lnTo>
                <a:lnTo>
                  <a:pt x="9777" y="20883"/>
                </a:lnTo>
                <a:lnTo>
                  <a:pt x="7762" y="20308"/>
                </a:lnTo>
                <a:lnTo>
                  <a:pt x="6307" y="19895"/>
                </a:lnTo>
                <a:lnTo>
                  <a:pt x="4841" y="19477"/>
                </a:lnTo>
                <a:lnTo>
                  <a:pt x="3353" y="19056"/>
                </a:lnTo>
                <a:lnTo>
                  <a:pt x="1690" y="18546"/>
                </a:lnTo>
                <a:lnTo>
                  <a:pt x="0" y="18027"/>
                </a:lnTo>
                <a:lnTo>
                  <a:pt x="197" y="12469"/>
                </a:lnTo>
                <a:lnTo>
                  <a:pt x="432" y="8434"/>
                </a:lnTo>
                <a:lnTo>
                  <a:pt x="807" y="5611"/>
                </a:lnTo>
                <a:lnTo>
                  <a:pt x="1423" y="3682"/>
                </a:lnTo>
                <a:lnTo>
                  <a:pt x="2376" y="2346"/>
                </a:lnTo>
                <a:lnTo>
                  <a:pt x="3766" y="1280"/>
                </a:lnTo>
                <a:lnTo>
                  <a:pt x="5694" y="178"/>
                </a:lnTo>
                <a:close/>
              </a:path>
            </a:pathLst>
          </a:custGeom>
          <a:solidFill>
            <a:srgbClr val="F8F8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1" name="contour_09409"/>
          <p:cNvSpPr/>
          <p:nvPr/>
        </p:nvSpPr>
        <p:spPr>
          <a:xfrm>
            <a:off x="1052557" y="2543509"/>
            <a:ext cx="51016" cy="514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5" y="1514"/>
                </a:lnTo>
                <a:lnTo>
                  <a:pt x="1531" y="3036"/>
                </a:lnTo>
                <a:lnTo>
                  <a:pt x="2305" y="4565"/>
                </a:lnTo>
                <a:lnTo>
                  <a:pt x="3086" y="6116"/>
                </a:lnTo>
                <a:lnTo>
                  <a:pt x="5162" y="6874"/>
                </a:lnTo>
                <a:lnTo>
                  <a:pt x="6715" y="7268"/>
                </a:lnTo>
                <a:lnTo>
                  <a:pt x="9066" y="7644"/>
                </a:lnTo>
                <a:lnTo>
                  <a:pt x="11402" y="8186"/>
                </a:lnTo>
                <a:lnTo>
                  <a:pt x="13441" y="8840"/>
                </a:lnTo>
                <a:lnTo>
                  <a:pt x="15256" y="9653"/>
                </a:lnTo>
                <a:lnTo>
                  <a:pt x="16907" y="10662"/>
                </a:lnTo>
                <a:lnTo>
                  <a:pt x="18471" y="11910"/>
                </a:lnTo>
                <a:lnTo>
                  <a:pt x="20011" y="13439"/>
                </a:lnTo>
                <a:lnTo>
                  <a:pt x="21600" y="15289"/>
                </a:lnTo>
                <a:lnTo>
                  <a:pt x="19607" y="16799"/>
                </a:lnTo>
                <a:lnTo>
                  <a:pt x="17734" y="18068"/>
                </a:lnTo>
                <a:lnTo>
                  <a:pt x="15947" y="19111"/>
                </a:lnTo>
                <a:lnTo>
                  <a:pt x="14200" y="19946"/>
                </a:lnTo>
                <a:lnTo>
                  <a:pt x="12460" y="20591"/>
                </a:lnTo>
                <a:lnTo>
                  <a:pt x="10689" y="21062"/>
                </a:lnTo>
                <a:lnTo>
                  <a:pt x="8847" y="21374"/>
                </a:lnTo>
                <a:lnTo>
                  <a:pt x="6893" y="21548"/>
                </a:lnTo>
                <a:lnTo>
                  <a:pt x="4795" y="21600"/>
                </a:lnTo>
                <a:lnTo>
                  <a:pt x="2509" y="21545"/>
                </a:lnTo>
                <a:lnTo>
                  <a:pt x="0" y="21404"/>
                </a:lnTo>
                <a:lnTo>
                  <a:pt x="0" y="19285"/>
                </a:lnTo>
                <a:lnTo>
                  <a:pt x="0" y="17163"/>
                </a:lnTo>
                <a:lnTo>
                  <a:pt x="0" y="15041"/>
                </a:lnTo>
                <a:lnTo>
                  <a:pt x="0" y="12916"/>
                </a:lnTo>
                <a:lnTo>
                  <a:pt x="0" y="10782"/>
                </a:lnTo>
                <a:lnTo>
                  <a:pt x="0" y="8644"/>
                </a:lnTo>
                <a:lnTo>
                  <a:pt x="0" y="6498"/>
                </a:lnTo>
                <a:lnTo>
                  <a:pt x="0" y="4342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28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2" name="contour_09410"/>
          <p:cNvSpPr/>
          <p:nvPr/>
        </p:nvSpPr>
        <p:spPr>
          <a:xfrm>
            <a:off x="1568263" y="2536221"/>
            <a:ext cx="3818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08" y="0"/>
                </a:moveTo>
                <a:lnTo>
                  <a:pt x="8097" y="299"/>
                </a:lnTo>
                <a:lnTo>
                  <a:pt x="10303" y="648"/>
                </a:lnTo>
                <a:lnTo>
                  <a:pt x="13610" y="1352"/>
                </a:lnTo>
                <a:lnTo>
                  <a:pt x="15857" y="1824"/>
                </a:lnTo>
                <a:lnTo>
                  <a:pt x="18137" y="2302"/>
                </a:lnTo>
                <a:lnTo>
                  <a:pt x="19856" y="2691"/>
                </a:lnTo>
                <a:lnTo>
                  <a:pt x="21600" y="3086"/>
                </a:lnTo>
                <a:lnTo>
                  <a:pt x="20367" y="7029"/>
                </a:lnTo>
                <a:lnTo>
                  <a:pt x="19374" y="10146"/>
                </a:lnTo>
                <a:lnTo>
                  <a:pt x="18545" y="12590"/>
                </a:lnTo>
                <a:lnTo>
                  <a:pt x="17823" y="14509"/>
                </a:lnTo>
                <a:lnTo>
                  <a:pt x="17131" y="16058"/>
                </a:lnTo>
                <a:lnTo>
                  <a:pt x="16409" y="17388"/>
                </a:lnTo>
                <a:lnTo>
                  <a:pt x="15581" y="18653"/>
                </a:lnTo>
                <a:lnTo>
                  <a:pt x="14587" y="20008"/>
                </a:lnTo>
                <a:lnTo>
                  <a:pt x="13354" y="21600"/>
                </a:lnTo>
                <a:lnTo>
                  <a:pt x="10287" y="21298"/>
                </a:lnTo>
                <a:lnTo>
                  <a:pt x="8110" y="20986"/>
                </a:lnTo>
                <a:lnTo>
                  <a:pt x="6230" y="20517"/>
                </a:lnTo>
                <a:lnTo>
                  <a:pt x="4053" y="19742"/>
                </a:lnTo>
                <a:lnTo>
                  <a:pt x="985" y="18514"/>
                </a:lnTo>
                <a:lnTo>
                  <a:pt x="470" y="16293"/>
                </a:lnTo>
                <a:lnTo>
                  <a:pt x="148" y="14089"/>
                </a:lnTo>
                <a:lnTo>
                  <a:pt x="0" y="11899"/>
                </a:lnTo>
                <a:lnTo>
                  <a:pt x="21" y="9714"/>
                </a:lnTo>
                <a:lnTo>
                  <a:pt x="198" y="7523"/>
                </a:lnTo>
                <a:lnTo>
                  <a:pt x="524" y="5317"/>
                </a:lnTo>
                <a:lnTo>
                  <a:pt x="985" y="3086"/>
                </a:lnTo>
                <a:lnTo>
                  <a:pt x="3030" y="1555"/>
                </a:lnTo>
                <a:lnTo>
                  <a:pt x="5108" y="0"/>
                </a:lnTo>
                <a:close/>
              </a:path>
            </a:pathLst>
          </a:custGeom>
          <a:solidFill>
            <a:srgbClr val="E1C67D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3" name="contour_09411"/>
          <p:cNvSpPr/>
          <p:nvPr/>
        </p:nvSpPr>
        <p:spPr>
          <a:xfrm>
            <a:off x="11620014" y="2514357"/>
            <a:ext cx="463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58" y="0"/>
                </a:moveTo>
                <a:lnTo>
                  <a:pt x="18744" y="0"/>
                </a:lnTo>
                <a:lnTo>
                  <a:pt x="20458" y="0"/>
                </a:lnTo>
                <a:lnTo>
                  <a:pt x="20985" y="1616"/>
                </a:lnTo>
                <a:lnTo>
                  <a:pt x="21362" y="3160"/>
                </a:lnTo>
                <a:lnTo>
                  <a:pt x="21573" y="4663"/>
                </a:lnTo>
                <a:lnTo>
                  <a:pt x="21600" y="6152"/>
                </a:lnTo>
                <a:lnTo>
                  <a:pt x="21433" y="7653"/>
                </a:lnTo>
                <a:lnTo>
                  <a:pt x="21056" y="9193"/>
                </a:lnTo>
                <a:lnTo>
                  <a:pt x="20458" y="10800"/>
                </a:lnTo>
                <a:lnTo>
                  <a:pt x="18765" y="11930"/>
                </a:lnTo>
                <a:lnTo>
                  <a:pt x="17035" y="13018"/>
                </a:lnTo>
                <a:lnTo>
                  <a:pt x="15274" y="14066"/>
                </a:lnTo>
                <a:lnTo>
                  <a:pt x="13482" y="15081"/>
                </a:lnTo>
                <a:lnTo>
                  <a:pt x="11657" y="16068"/>
                </a:lnTo>
                <a:lnTo>
                  <a:pt x="9797" y="17027"/>
                </a:lnTo>
                <a:lnTo>
                  <a:pt x="7910" y="17967"/>
                </a:lnTo>
                <a:lnTo>
                  <a:pt x="5993" y="18889"/>
                </a:lnTo>
                <a:lnTo>
                  <a:pt x="4045" y="19801"/>
                </a:lnTo>
                <a:lnTo>
                  <a:pt x="2067" y="20701"/>
                </a:lnTo>
                <a:lnTo>
                  <a:pt x="61" y="21600"/>
                </a:lnTo>
                <a:lnTo>
                  <a:pt x="0" y="19010"/>
                </a:lnTo>
                <a:lnTo>
                  <a:pt x="0" y="17029"/>
                </a:lnTo>
                <a:lnTo>
                  <a:pt x="99" y="15528"/>
                </a:lnTo>
                <a:lnTo>
                  <a:pt x="333" y="14381"/>
                </a:lnTo>
                <a:lnTo>
                  <a:pt x="748" y="13461"/>
                </a:lnTo>
                <a:lnTo>
                  <a:pt x="1380" y="12642"/>
                </a:lnTo>
                <a:lnTo>
                  <a:pt x="2271" y="11798"/>
                </a:lnTo>
                <a:lnTo>
                  <a:pt x="3461" y="10800"/>
                </a:lnTo>
                <a:lnTo>
                  <a:pt x="5708" y="10800"/>
                </a:lnTo>
                <a:lnTo>
                  <a:pt x="7968" y="10800"/>
                </a:lnTo>
                <a:lnTo>
                  <a:pt x="10259" y="10800"/>
                </a:lnTo>
                <a:lnTo>
                  <a:pt x="11188" y="9435"/>
                </a:lnTo>
                <a:lnTo>
                  <a:pt x="11684" y="8351"/>
                </a:lnTo>
                <a:lnTo>
                  <a:pt x="12170" y="6614"/>
                </a:lnTo>
                <a:lnTo>
                  <a:pt x="12775" y="4517"/>
                </a:lnTo>
                <a:lnTo>
                  <a:pt x="13333" y="3126"/>
                </a:lnTo>
                <a:lnTo>
                  <a:pt x="14074" y="2119"/>
                </a:lnTo>
                <a:lnTo>
                  <a:pt x="15240" y="1184"/>
                </a:lnTo>
                <a:lnTo>
                  <a:pt x="17058" y="0"/>
                </a:lnTo>
                <a:close/>
              </a:path>
            </a:pathLst>
          </a:custGeom>
          <a:solidFill>
            <a:srgbClr val="D2D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4" name="contour_09412"/>
          <p:cNvSpPr/>
          <p:nvPr/>
        </p:nvSpPr>
        <p:spPr>
          <a:xfrm>
            <a:off x="6977695" y="2514736"/>
            <a:ext cx="58304" cy="57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08" y="707"/>
                </a:moveTo>
                <a:lnTo>
                  <a:pt x="18322" y="1326"/>
                </a:lnTo>
                <a:lnTo>
                  <a:pt x="19950" y="1949"/>
                </a:lnTo>
                <a:lnTo>
                  <a:pt x="21600" y="2576"/>
                </a:lnTo>
                <a:lnTo>
                  <a:pt x="21252" y="4435"/>
                </a:lnTo>
                <a:lnTo>
                  <a:pt x="20938" y="5789"/>
                </a:lnTo>
                <a:lnTo>
                  <a:pt x="20531" y="7028"/>
                </a:lnTo>
                <a:lnTo>
                  <a:pt x="19891" y="8544"/>
                </a:lnTo>
                <a:lnTo>
                  <a:pt x="18900" y="10729"/>
                </a:lnTo>
                <a:lnTo>
                  <a:pt x="17293" y="11681"/>
                </a:lnTo>
                <a:lnTo>
                  <a:pt x="15679" y="12534"/>
                </a:lnTo>
                <a:lnTo>
                  <a:pt x="14043" y="13311"/>
                </a:lnTo>
                <a:lnTo>
                  <a:pt x="12363" y="14037"/>
                </a:lnTo>
                <a:lnTo>
                  <a:pt x="10633" y="14732"/>
                </a:lnTo>
                <a:lnTo>
                  <a:pt x="9002" y="15811"/>
                </a:lnTo>
                <a:lnTo>
                  <a:pt x="7806" y="16961"/>
                </a:lnTo>
                <a:lnTo>
                  <a:pt x="6901" y="18260"/>
                </a:lnTo>
                <a:lnTo>
                  <a:pt x="6145" y="19779"/>
                </a:lnTo>
                <a:lnTo>
                  <a:pt x="5400" y="21600"/>
                </a:lnTo>
                <a:lnTo>
                  <a:pt x="3702" y="21176"/>
                </a:lnTo>
                <a:lnTo>
                  <a:pt x="2573" y="20752"/>
                </a:lnTo>
                <a:lnTo>
                  <a:pt x="1507" y="20073"/>
                </a:lnTo>
                <a:lnTo>
                  <a:pt x="0" y="18882"/>
                </a:lnTo>
                <a:lnTo>
                  <a:pt x="238" y="16904"/>
                </a:lnTo>
                <a:lnTo>
                  <a:pt x="551" y="15029"/>
                </a:lnTo>
                <a:lnTo>
                  <a:pt x="953" y="13243"/>
                </a:lnTo>
                <a:lnTo>
                  <a:pt x="1450" y="11542"/>
                </a:lnTo>
                <a:lnTo>
                  <a:pt x="2052" y="9911"/>
                </a:lnTo>
                <a:lnTo>
                  <a:pt x="2767" y="8343"/>
                </a:lnTo>
                <a:lnTo>
                  <a:pt x="3607" y="6829"/>
                </a:lnTo>
                <a:lnTo>
                  <a:pt x="4577" y="5359"/>
                </a:lnTo>
                <a:lnTo>
                  <a:pt x="5689" y="3922"/>
                </a:lnTo>
                <a:lnTo>
                  <a:pt x="6953" y="2508"/>
                </a:lnTo>
                <a:lnTo>
                  <a:pt x="8373" y="1112"/>
                </a:lnTo>
                <a:lnTo>
                  <a:pt x="10141" y="351"/>
                </a:lnTo>
                <a:lnTo>
                  <a:pt x="11696" y="5"/>
                </a:lnTo>
                <a:lnTo>
                  <a:pt x="13203" y="0"/>
                </a:lnTo>
                <a:lnTo>
                  <a:pt x="14818" y="258"/>
                </a:lnTo>
                <a:lnTo>
                  <a:pt x="16708" y="707"/>
                </a:lnTo>
                <a:close/>
              </a:path>
            </a:pathLst>
          </a:custGeom>
          <a:solidFill>
            <a:srgbClr val="C5C9C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5" name="contour_09413"/>
          <p:cNvSpPr/>
          <p:nvPr/>
        </p:nvSpPr>
        <p:spPr>
          <a:xfrm>
            <a:off x="1628309" y="2520989"/>
            <a:ext cx="58377" cy="44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83" y="319"/>
                </a:moveTo>
                <a:lnTo>
                  <a:pt x="15570" y="106"/>
                </a:lnTo>
                <a:lnTo>
                  <a:pt x="17035" y="0"/>
                </a:lnTo>
                <a:lnTo>
                  <a:pt x="18264" y="0"/>
                </a:lnTo>
                <a:lnTo>
                  <a:pt x="19648" y="106"/>
                </a:lnTo>
                <a:lnTo>
                  <a:pt x="21573" y="319"/>
                </a:lnTo>
                <a:lnTo>
                  <a:pt x="21600" y="2749"/>
                </a:lnTo>
                <a:lnTo>
                  <a:pt x="21568" y="5075"/>
                </a:lnTo>
                <a:lnTo>
                  <a:pt x="21454" y="7317"/>
                </a:lnTo>
                <a:lnTo>
                  <a:pt x="21239" y="9502"/>
                </a:lnTo>
                <a:lnTo>
                  <a:pt x="20893" y="11641"/>
                </a:lnTo>
                <a:lnTo>
                  <a:pt x="20400" y="13769"/>
                </a:lnTo>
                <a:lnTo>
                  <a:pt x="19737" y="15897"/>
                </a:lnTo>
                <a:lnTo>
                  <a:pt x="18876" y="18053"/>
                </a:lnTo>
                <a:lnTo>
                  <a:pt x="17013" y="18823"/>
                </a:lnTo>
                <a:lnTo>
                  <a:pt x="15152" y="19468"/>
                </a:lnTo>
                <a:lnTo>
                  <a:pt x="13292" y="20004"/>
                </a:lnTo>
                <a:lnTo>
                  <a:pt x="11428" y="20437"/>
                </a:lnTo>
                <a:lnTo>
                  <a:pt x="9560" y="20781"/>
                </a:lnTo>
                <a:lnTo>
                  <a:pt x="7680" y="21047"/>
                </a:lnTo>
                <a:lnTo>
                  <a:pt x="5787" y="21252"/>
                </a:lnTo>
                <a:lnTo>
                  <a:pt x="3878" y="21405"/>
                </a:lnTo>
                <a:lnTo>
                  <a:pt x="1950" y="21515"/>
                </a:lnTo>
                <a:lnTo>
                  <a:pt x="0" y="21600"/>
                </a:lnTo>
                <a:lnTo>
                  <a:pt x="0" y="19256"/>
                </a:lnTo>
                <a:lnTo>
                  <a:pt x="0" y="16897"/>
                </a:lnTo>
                <a:lnTo>
                  <a:pt x="0" y="14506"/>
                </a:lnTo>
                <a:lnTo>
                  <a:pt x="1356" y="13329"/>
                </a:lnTo>
                <a:lnTo>
                  <a:pt x="2351" y="12570"/>
                </a:lnTo>
                <a:lnTo>
                  <a:pt x="3479" y="11889"/>
                </a:lnTo>
                <a:lnTo>
                  <a:pt x="5226" y="10960"/>
                </a:lnTo>
                <a:lnTo>
                  <a:pt x="7103" y="9878"/>
                </a:lnTo>
                <a:lnTo>
                  <a:pt x="8600" y="8789"/>
                </a:lnTo>
                <a:lnTo>
                  <a:pt x="9805" y="7608"/>
                </a:lnTo>
                <a:lnTo>
                  <a:pt x="10808" y="6253"/>
                </a:lnTo>
                <a:lnTo>
                  <a:pt x="11698" y="4643"/>
                </a:lnTo>
                <a:lnTo>
                  <a:pt x="12558" y="2692"/>
                </a:lnTo>
                <a:lnTo>
                  <a:pt x="13483" y="319"/>
                </a:lnTo>
                <a:close/>
              </a:path>
            </a:pathLst>
          </a:custGeom>
          <a:solidFill>
            <a:srgbClr val="C8C8C5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6" name="contour_09414"/>
          <p:cNvSpPr/>
          <p:nvPr/>
        </p:nvSpPr>
        <p:spPr>
          <a:xfrm>
            <a:off x="11204730" y="2507987"/>
            <a:ext cx="80168" cy="35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3873"/>
                </a:moveTo>
                <a:lnTo>
                  <a:pt x="15222" y="6067"/>
                </a:lnTo>
                <a:lnTo>
                  <a:pt x="14735" y="8274"/>
                </a:lnTo>
                <a:lnTo>
                  <a:pt x="14242" y="10490"/>
                </a:lnTo>
                <a:lnTo>
                  <a:pt x="13745" y="12737"/>
                </a:lnTo>
                <a:lnTo>
                  <a:pt x="15041" y="12737"/>
                </a:lnTo>
                <a:lnTo>
                  <a:pt x="16339" y="12737"/>
                </a:lnTo>
                <a:lnTo>
                  <a:pt x="17643" y="12737"/>
                </a:lnTo>
                <a:lnTo>
                  <a:pt x="18953" y="12737"/>
                </a:lnTo>
                <a:lnTo>
                  <a:pt x="20271" y="12737"/>
                </a:lnTo>
                <a:lnTo>
                  <a:pt x="21600" y="12737"/>
                </a:lnTo>
                <a:lnTo>
                  <a:pt x="21600" y="15666"/>
                </a:lnTo>
                <a:lnTo>
                  <a:pt x="21600" y="18613"/>
                </a:lnTo>
                <a:lnTo>
                  <a:pt x="21600" y="21600"/>
                </a:lnTo>
                <a:lnTo>
                  <a:pt x="20263" y="21325"/>
                </a:lnTo>
                <a:lnTo>
                  <a:pt x="18927" y="21050"/>
                </a:lnTo>
                <a:lnTo>
                  <a:pt x="17588" y="20776"/>
                </a:lnTo>
                <a:lnTo>
                  <a:pt x="16251" y="20501"/>
                </a:lnTo>
                <a:lnTo>
                  <a:pt x="14912" y="20226"/>
                </a:lnTo>
                <a:lnTo>
                  <a:pt x="13569" y="19951"/>
                </a:lnTo>
                <a:lnTo>
                  <a:pt x="12226" y="19677"/>
                </a:lnTo>
                <a:lnTo>
                  <a:pt x="10881" y="19402"/>
                </a:lnTo>
                <a:lnTo>
                  <a:pt x="9533" y="19123"/>
                </a:lnTo>
                <a:lnTo>
                  <a:pt x="8182" y="18848"/>
                </a:lnTo>
                <a:lnTo>
                  <a:pt x="6828" y="18569"/>
                </a:lnTo>
                <a:lnTo>
                  <a:pt x="5471" y="18290"/>
                </a:lnTo>
                <a:lnTo>
                  <a:pt x="4110" y="18010"/>
                </a:lnTo>
                <a:lnTo>
                  <a:pt x="2745" y="17731"/>
                </a:lnTo>
                <a:lnTo>
                  <a:pt x="1375" y="17452"/>
                </a:lnTo>
                <a:lnTo>
                  <a:pt x="0" y="17168"/>
                </a:lnTo>
                <a:lnTo>
                  <a:pt x="0" y="14239"/>
                </a:lnTo>
                <a:lnTo>
                  <a:pt x="0" y="11292"/>
                </a:lnTo>
                <a:lnTo>
                  <a:pt x="0" y="8305"/>
                </a:lnTo>
                <a:lnTo>
                  <a:pt x="1215" y="6843"/>
                </a:lnTo>
                <a:lnTo>
                  <a:pt x="2117" y="5837"/>
                </a:lnTo>
                <a:lnTo>
                  <a:pt x="2975" y="5034"/>
                </a:lnTo>
                <a:lnTo>
                  <a:pt x="4061" y="4188"/>
                </a:lnTo>
                <a:lnTo>
                  <a:pt x="5645" y="3040"/>
                </a:lnTo>
                <a:lnTo>
                  <a:pt x="6694" y="2247"/>
                </a:lnTo>
                <a:lnTo>
                  <a:pt x="7750" y="1449"/>
                </a:lnTo>
                <a:lnTo>
                  <a:pt x="8821" y="638"/>
                </a:lnTo>
                <a:lnTo>
                  <a:pt x="10258" y="146"/>
                </a:lnTo>
                <a:lnTo>
                  <a:pt x="11444" y="0"/>
                </a:lnTo>
                <a:lnTo>
                  <a:pt x="12477" y="248"/>
                </a:lnTo>
                <a:lnTo>
                  <a:pt x="13465" y="940"/>
                </a:lnTo>
                <a:lnTo>
                  <a:pt x="14507" y="2132"/>
                </a:lnTo>
                <a:lnTo>
                  <a:pt x="15709" y="3873"/>
                </a:lnTo>
                <a:close/>
              </a:path>
            </a:pathLst>
          </a:custGeom>
          <a:solidFill>
            <a:srgbClr val="DBE0E2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7" name="contour_09415"/>
          <p:cNvSpPr/>
          <p:nvPr/>
        </p:nvSpPr>
        <p:spPr>
          <a:xfrm>
            <a:off x="1212893" y="2499912"/>
            <a:ext cx="65592" cy="290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27"/>
                </a:moveTo>
                <a:lnTo>
                  <a:pt x="21600" y="8549"/>
                </a:lnTo>
                <a:lnTo>
                  <a:pt x="21600" y="11782"/>
                </a:lnTo>
                <a:lnTo>
                  <a:pt x="21600" y="15026"/>
                </a:lnTo>
                <a:lnTo>
                  <a:pt x="21600" y="18297"/>
                </a:lnTo>
                <a:lnTo>
                  <a:pt x="21600" y="21600"/>
                </a:lnTo>
                <a:lnTo>
                  <a:pt x="19937" y="21600"/>
                </a:lnTo>
                <a:lnTo>
                  <a:pt x="18271" y="21600"/>
                </a:lnTo>
                <a:lnTo>
                  <a:pt x="16606" y="21600"/>
                </a:lnTo>
                <a:lnTo>
                  <a:pt x="14938" y="21600"/>
                </a:lnTo>
                <a:lnTo>
                  <a:pt x="13262" y="21600"/>
                </a:lnTo>
                <a:lnTo>
                  <a:pt x="11585" y="21600"/>
                </a:lnTo>
                <a:lnTo>
                  <a:pt x="9900" y="21600"/>
                </a:lnTo>
                <a:lnTo>
                  <a:pt x="8208" y="21600"/>
                </a:lnTo>
                <a:lnTo>
                  <a:pt x="6509" y="21600"/>
                </a:lnTo>
                <a:lnTo>
                  <a:pt x="4800" y="21600"/>
                </a:lnTo>
                <a:lnTo>
                  <a:pt x="4800" y="18014"/>
                </a:lnTo>
                <a:lnTo>
                  <a:pt x="4800" y="14407"/>
                </a:lnTo>
                <a:lnTo>
                  <a:pt x="4800" y="10751"/>
                </a:lnTo>
                <a:lnTo>
                  <a:pt x="3374" y="8760"/>
                </a:lnTo>
                <a:lnTo>
                  <a:pt x="2400" y="7529"/>
                </a:lnTo>
                <a:lnTo>
                  <a:pt x="1426" y="6558"/>
                </a:lnTo>
                <a:lnTo>
                  <a:pt x="0" y="5327"/>
                </a:lnTo>
                <a:lnTo>
                  <a:pt x="1627" y="4150"/>
                </a:lnTo>
                <a:lnTo>
                  <a:pt x="3278" y="3059"/>
                </a:lnTo>
                <a:lnTo>
                  <a:pt x="4951" y="2094"/>
                </a:lnTo>
                <a:lnTo>
                  <a:pt x="6638" y="1275"/>
                </a:lnTo>
                <a:lnTo>
                  <a:pt x="8335" y="635"/>
                </a:lnTo>
                <a:lnTo>
                  <a:pt x="10037" y="201"/>
                </a:lnTo>
                <a:lnTo>
                  <a:pt x="11736" y="0"/>
                </a:lnTo>
                <a:lnTo>
                  <a:pt x="13428" y="65"/>
                </a:lnTo>
                <a:lnTo>
                  <a:pt x="15108" y="418"/>
                </a:lnTo>
                <a:lnTo>
                  <a:pt x="16771" y="1096"/>
                </a:lnTo>
                <a:lnTo>
                  <a:pt x="18410" y="2116"/>
                </a:lnTo>
                <a:lnTo>
                  <a:pt x="20023" y="3520"/>
                </a:lnTo>
                <a:lnTo>
                  <a:pt x="21600" y="5327"/>
                </a:lnTo>
                <a:close/>
              </a:path>
            </a:pathLst>
          </a:custGeom>
          <a:solidFill>
            <a:srgbClr val="29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8" name="contour_09416"/>
          <p:cNvSpPr/>
          <p:nvPr/>
        </p:nvSpPr>
        <p:spPr>
          <a:xfrm>
            <a:off x="2364396" y="2470345"/>
            <a:ext cx="72880" cy="367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7"/>
                </a:moveTo>
                <a:lnTo>
                  <a:pt x="417" y="742"/>
                </a:lnTo>
                <a:lnTo>
                  <a:pt x="1678" y="2478"/>
                </a:lnTo>
                <a:lnTo>
                  <a:pt x="3102" y="3326"/>
                </a:lnTo>
                <a:lnTo>
                  <a:pt x="4532" y="3781"/>
                </a:lnTo>
                <a:lnTo>
                  <a:pt x="5966" y="3901"/>
                </a:lnTo>
                <a:lnTo>
                  <a:pt x="7404" y="3742"/>
                </a:lnTo>
                <a:lnTo>
                  <a:pt x="8847" y="3356"/>
                </a:lnTo>
                <a:lnTo>
                  <a:pt x="10292" y="2799"/>
                </a:lnTo>
                <a:lnTo>
                  <a:pt x="11737" y="2130"/>
                </a:lnTo>
                <a:lnTo>
                  <a:pt x="13182" y="1406"/>
                </a:lnTo>
                <a:lnTo>
                  <a:pt x="14628" y="677"/>
                </a:lnTo>
                <a:lnTo>
                  <a:pt x="16073" y="0"/>
                </a:lnTo>
                <a:lnTo>
                  <a:pt x="17185" y="56"/>
                </a:lnTo>
                <a:lnTo>
                  <a:pt x="18306" y="111"/>
                </a:lnTo>
                <a:lnTo>
                  <a:pt x="19440" y="167"/>
                </a:lnTo>
                <a:lnTo>
                  <a:pt x="19868" y="2713"/>
                </a:lnTo>
                <a:lnTo>
                  <a:pt x="20298" y="5268"/>
                </a:lnTo>
                <a:lnTo>
                  <a:pt x="20727" y="7832"/>
                </a:lnTo>
                <a:lnTo>
                  <a:pt x="21162" y="10416"/>
                </a:lnTo>
                <a:lnTo>
                  <a:pt x="21600" y="13027"/>
                </a:lnTo>
                <a:lnTo>
                  <a:pt x="20103" y="13027"/>
                </a:lnTo>
                <a:lnTo>
                  <a:pt x="18604" y="13027"/>
                </a:lnTo>
                <a:lnTo>
                  <a:pt x="17105" y="13027"/>
                </a:lnTo>
                <a:lnTo>
                  <a:pt x="15604" y="13027"/>
                </a:lnTo>
                <a:lnTo>
                  <a:pt x="14096" y="13027"/>
                </a:lnTo>
                <a:lnTo>
                  <a:pt x="12586" y="13027"/>
                </a:lnTo>
                <a:lnTo>
                  <a:pt x="11070" y="13027"/>
                </a:lnTo>
                <a:lnTo>
                  <a:pt x="9547" y="13027"/>
                </a:lnTo>
                <a:lnTo>
                  <a:pt x="8018" y="13027"/>
                </a:lnTo>
                <a:lnTo>
                  <a:pt x="6480" y="13027"/>
                </a:lnTo>
                <a:lnTo>
                  <a:pt x="6480" y="15860"/>
                </a:lnTo>
                <a:lnTo>
                  <a:pt x="6480" y="18711"/>
                </a:lnTo>
                <a:lnTo>
                  <a:pt x="6480" y="21600"/>
                </a:lnTo>
                <a:lnTo>
                  <a:pt x="5052" y="21600"/>
                </a:lnTo>
                <a:lnTo>
                  <a:pt x="3616" y="21600"/>
                </a:lnTo>
                <a:lnTo>
                  <a:pt x="2160" y="21600"/>
                </a:lnTo>
                <a:lnTo>
                  <a:pt x="1635" y="18797"/>
                </a:lnTo>
                <a:lnTo>
                  <a:pt x="1320" y="16743"/>
                </a:lnTo>
                <a:lnTo>
                  <a:pt x="1086" y="14441"/>
                </a:lnTo>
                <a:lnTo>
                  <a:pt x="810" y="10884"/>
                </a:lnTo>
                <a:lnTo>
                  <a:pt x="566" y="7892"/>
                </a:lnTo>
                <a:lnTo>
                  <a:pt x="320" y="4857"/>
                </a:lnTo>
                <a:lnTo>
                  <a:pt x="240" y="3691"/>
                </a:lnTo>
                <a:lnTo>
                  <a:pt x="0" y="167"/>
                </a:lnTo>
                <a:close/>
              </a:path>
            </a:pathLst>
          </a:custGeom>
          <a:solidFill>
            <a:srgbClr val="3A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9419" name="contour_09417"/>
          <p:cNvSpPr/>
          <p:nvPr/>
        </p:nvSpPr>
        <p:spPr>
          <a:xfrm>
            <a:off x="7283790" y="2456053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335"/>
                </a:lnTo>
                <a:lnTo>
                  <a:pt x="8057" y="670"/>
                </a:lnTo>
                <a:lnTo>
                  <a:pt x="10292" y="1004"/>
                </a:lnTo>
                <a:lnTo>
                  <a:pt x="12532" y="1339"/>
                </a:lnTo>
                <a:lnTo>
                  <a:pt x="14782" y="1677"/>
                </a:lnTo>
                <a:lnTo>
                  <a:pt x="17042" y="2017"/>
                </a:lnTo>
                <a:lnTo>
                  <a:pt x="19314" y="2357"/>
                </a:lnTo>
                <a:lnTo>
                  <a:pt x="21600" y="2700"/>
                </a:lnTo>
                <a:lnTo>
                  <a:pt x="20923" y="5929"/>
                </a:lnTo>
                <a:lnTo>
                  <a:pt x="20408" y="8186"/>
                </a:lnTo>
                <a:lnTo>
                  <a:pt x="19958" y="9774"/>
                </a:lnTo>
                <a:lnTo>
                  <a:pt x="19476" y="10986"/>
                </a:lnTo>
                <a:lnTo>
                  <a:pt x="18857" y="12128"/>
                </a:lnTo>
                <a:lnTo>
                  <a:pt x="18000" y="13500"/>
                </a:lnTo>
                <a:lnTo>
                  <a:pt x="15322" y="13581"/>
                </a:lnTo>
                <a:lnTo>
                  <a:pt x="13421" y="13622"/>
                </a:lnTo>
                <a:lnTo>
                  <a:pt x="11779" y="13622"/>
                </a:lnTo>
                <a:lnTo>
                  <a:pt x="9878" y="13581"/>
                </a:lnTo>
                <a:lnTo>
                  <a:pt x="7200" y="13500"/>
                </a:lnTo>
                <a:lnTo>
                  <a:pt x="5983" y="15509"/>
                </a:lnTo>
                <a:lnTo>
                  <a:pt x="5188" y="16934"/>
                </a:lnTo>
                <a:lnTo>
                  <a:pt x="4640" y="18166"/>
                </a:lnTo>
                <a:lnTo>
                  <a:pt x="4169" y="19591"/>
                </a:lnTo>
                <a:lnTo>
                  <a:pt x="3600" y="21600"/>
                </a:lnTo>
                <a:lnTo>
                  <a:pt x="2502" y="18379"/>
                </a:lnTo>
                <a:lnTo>
                  <a:pt x="1602" y="15665"/>
                </a:lnTo>
                <a:lnTo>
                  <a:pt x="900" y="13384"/>
                </a:lnTo>
                <a:lnTo>
                  <a:pt x="400" y="11464"/>
                </a:lnTo>
                <a:lnTo>
                  <a:pt x="101" y="9825"/>
                </a:lnTo>
                <a:lnTo>
                  <a:pt x="0" y="8397"/>
                </a:lnTo>
                <a:lnTo>
                  <a:pt x="101" y="7101"/>
                </a:lnTo>
                <a:lnTo>
                  <a:pt x="400" y="5864"/>
                </a:lnTo>
                <a:lnTo>
                  <a:pt x="900" y="4609"/>
                </a:lnTo>
                <a:lnTo>
                  <a:pt x="1602" y="3264"/>
                </a:lnTo>
                <a:lnTo>
                  <a:pt x="2502" y="1752"/>
                </a:lnTo>
                <a:lnTo>
                  <a:pt x="3600" y="0"/>
                </a:lnTo>
                <a:close/>
              </a:path>
            </a:pathLst>
          </a:custGeom>
          <a:solidFill>
            <a:srgbClr val="3D3C3D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0" name="contour_09418"/>
          <p:cNvSpPr/>
          <p:nvPr/>
        </p:nvSpPr>
        <p:spPr>
          <a:xfrm>
            <a:off x="7108878" y="2426901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9199" y="1745"/>
                </a:lnTo>
                <a:lnTo>
                  <a:pt x="20160" y="3274"/>
                </a:lnTo>
                <a:lnTo>
                  <a:pt x="20880" y="4706"/>
                </a:lnTo>
                <a:lnTo>
                  <a:pt x="21362" y="6158"/>
                </a:lnTo>
                <a:lnTo>
                  <a:pt x="21600" y="7750"/>
                </a:lnTo>
                <a:lnTo>
                  <a:pt x="21600" y="9600"/>
                </a:lnTo>
                <a:lnTo>
                  <a:pt x="20315" y="11126"/>
                </a:lnTo>
                <a:lnTo>
                  <a:pt x="18936" y="12576"/>
                </a:lnTo>
                <a:lnTo>
                  <a:pt x="17471" y="13968"/>
                </a:lnTo>
                <a:lnTo>
                  <a:pt x="15919" y="15312"/>
                </a:lnTo>
                <a:lnTo>
                  <a:pt x="14288" y="16625"/>
                </a:lnTo>
                <a:lnTo>
                  <a:pt x="12582" y="17916"/>
                </a:lnTo>
                <a:lnTo>
                  <a:pt x="10800" y="19200"/>
                </a:lnTo>
                <a:lnTo>
                  <a:pt x="10800" y="17614"/>
                </a:lnTo>
                <a:lnTo>
                  <a:pt x="10800" y="16018"/>
                </a:lnTo>
                <a:lnTo>
                  <a:pt x="10800" y="14400"/>
                </a:lnTo>
                <a:lnTo>
                  <a:pt x="8420" y="14400"/>
                </a:lnTo>
                <a:lnTo>
                  <a:pt x="6026" y="14400"/>
                </a:lnTo>
                <a:lnTo>
                  <a:pt x="3600" y="14400"/>
                </a:lnTo>
                <a:lnTo>
                  <a:pt x="2491" y="16186"/>
                </a:lnTo>
                <a:lnTo>
                  <a:pt x="1750" y="17453"/>
                </a:lnTo>
                <a:lnTo>
                  <a:pt x="1202" y="18547"/>
                </a:lnTo>
                <a:lnTo>
                  <a:pt x="677" y="19814"/>
                </a:lnTo>
                <a:lnTo>
                  <a:pt x="0" y="21600"/>
                </a:lnTo>
                <a:lnTo>
                  <a:pt x="410" y="19910"/>
                </a:lnTo>
                <a:lnTo>
                  <a:pt x="842" y="18257"/>
                </a:lnTo>
                <a:lnTo>
                  <a:pt x="1310" y="16632"/>
                </a:lnTo>
                <a:lnTo>
                  <a:pt x="1818" y="15036"/>
                </a:lnTo>
                <a:lnTo>
                  <a:pt x="2376" y="13466"/>
                </a:lnTo>
                <a:lnTo>
                  <a:pt x="2988" y="11918"/>
                </a:lnTo>
                <a:lnTo>
                  <a:pt x="3665" y="10390"/>
                </a:lnTo>
                <a:lnTo>
                  <a:pt x="4410" y="8880"/>
                </a:lnTo>
                <a:lnTo>
                  <a:pt x="5234" y="7382"/>
                </a:lnTo>
                <a:lnTo>
                  <a:pt x="6145" y="5894"/>
                </a:lnTo>
                <a:lnTo>
                  <a:pt x="7150" y="4416"/>
                </a:lnTo>
                <a:lnTo>
                  <a:pt x="8255" y="2942"/>
                </a:lnTo>
                <a:lnTo>
                  <a:pt x="9468" y="1471"/>
                </a:lnTo>
                <a:lnTo>
                  <a:pt x="10800" y="0"/>
                </a:lnTo>
                <a:close/>
              </a:path>
            </a:pathLst>
          </a:custGeom>
          <a:solidFill>
            <a:srgbClr val="646669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1" name="contour_09419"/>
          <p:cNvSpPr/>
          <p:nvPr/>
        </p:nvSpPr>
        <p:spPr>
          <a:xfrm>
            <a:off x="4463338" y="2448510"/>
            <a:ext cx="51016" cy="43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29" y="0"/>
                </a:moveTo>
                <a:lnTo>
                  <a:pt x="12000" y="497"/>
                </a:lnTo>
                <a:lnTo>
                  <a:pt x="13944" y="1038"/>
                </a:lnTo>
                <a:lnTo>
                  <a:pt x="15870" y="1625"/>
                </a:lnTo>
                <a:lnTo>
                  <a:pt x="17780" y="2262"/>
                </a:lnTo>
                <a:lnTo>
                  <a:pt x="19687" y="2953"/>
                </a:lnTo>
                <a:lnTo>
                  <a:pt x="21600" y="3704"/>
                </a:lnTo>
                <a:lnTo>
                  <a:pt x="20298" y="7946"/>
                </a:lnTo>
                <a:lnTo>
                  <a:pt x="19255" y="11178"/>
                </a:lnTo>
                <a:lnTo>
                  <a:pt x="18363" y="13590"/>
                </a:lnTo>
                <a:lnTo>
                  <a:pt x="17515" y="15369"/>
                </a:lnTo>
                <a:lnTo>
                  <a:pt x="16598" y="16711"/>
                </a:lnTo>
                <a:lnTo>
                  <a:pt x="15509" y="17806"/>
                </a:lnTo>
                <a:lnTo>
                  <a:pt x="14139" y="18848"/>
                </a:lnTo>
                <a:lnTo>
                  <a:pt x="12380" y="20022"/>
                </a:lnTo>
                <a:lnTo>
                  <a:pt x="10714" y="20576"/>
                </a:lnTo>
                <a:lnTo>
                  <a:pt x="9399" y="20938"/>
                </a:lnTo>
                <a:lnTo>
                  <a:pt x="7986" y="21178"/>
                </a:lnTo>
                <a:lnTo>
                  <a:pt x="6029" y="21371"/>
                </a:lnTo>
                <a:lnTo>
                  <a:pt x="3086" y="21600"/>
                </a:lnTo>
                <a:lnTo>
                  <a:pt x="1892" y="19767"/>
                </a:lnTo>
                <a:lnTo>
                  <a:pt x="1173" y="18411"/>
                </a:lnTo>
                <a:lnTo>
                  <a:pt x="639" y="16858"/>
                </a:lnTo>
                <a:lnTo>
                  <a:pt x="0" y="14442"/>
                </a:lnTo>
                <a:lnTo>
                  <a:pt x="413" y="11711"/>
                </a:lnTo>
                <a:lnTo>
                  <a:pt x="978" y="9102"/>
                </a:lnTo>
                <a:lnTo>
                  <a:pt x="1734" y="6689"/>
                </a:lnTo>
                <a:lnTo>
                  <a:pt x="2731" y="4538"/>
                </a:lnTo>
                <a:lnTo>
                  <a:pt x="4015" y="2724"/>
                </a:lnTo>
                <a:lnTo>
                  <a:pt x="5628" y="1314"/>
                </a:lnTo>
                <a:lnTo>
                  <a:pt x="7619" y="383"/>
                </a:lnTo>
                <a:lnTo>
                  <a:pt x="10029" y="0"/>
                </a:lnTo>
                <a:close/>
              </a:path>
            </a:pathLst>
          </a:custGeom>
          <a:solidFill>
            <a:srgbClr val="C2AE76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2" name="contour_09420"/>
          <p:cNvSpPr/>
          <p:nvPr/>
        </p:nvSpPr>
        <p:spPr>
          <a:xfrm>
            <a:off x="1191029" y="243418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600" y="2037"/>
                </a:lnTo>
                <a:lnTo>
                  <a:pt x="21600" y="4076"/>
                </a:lnTo>
                <a:lnTo>
                  <a:pt x="21600" y="6116"/>
                </a:lnTo>
                <a:lnTo>
                  <a:pt x="21600" y="8162"/>
                </a:lnTo>
                <a:lnTo>
                  <a:pt x="21600" y="10214"/>
                </a:lnTo>
                <a:lnTo>
                  <a:pt x="21600" y="12275"/>
                </a:lnTo>
                <a:lnTo>
                  <a:pt x="21600" y="14342"/>
                </a:lnTo>
                <a:lnTo>
                  <a:pt x="21600" y="16422"/>
                </a:lnTo>
                <a:lnTo>
                  <a:pt x="21600" y="18514"/>
                </a:lnTo>
                <a:lnTo>
                  <a:pt x="19462" y="18820"/>
                </a:lnTo>
                <a:lnTo>
                  <a:pt x="17320" y="19125"/>
                </a:lnTo>
                <a:lnTo>
                  <a:pt x="15179" y="19431"/>
                </a:lnTo>
                <a:lnTo>
                  <a:pt x="13034" y="19739"/>
                </a:lnTo>
                <a:lnTo>
                  <a:pt x="10880" y="20045"/>
                </a:lnTo>
                <a:lnTo>
                  <a:pt x="8723" y="20353"/>
                </a:lnTo>
                <a:lnTo>
                  <a:pt x="6557" y="20662"/>
                </a:lnTo>
                <a:lnTo>
                  <a:pt x="4382" y="20974"/>
                </a:lnTo>
                <a:lnTo>
                  <a:pt x="2197" y="21285"/>
                </a:lnTo>
                <a:lnTo>
                  <a:pt x="0" y="21600"/>
                </a:lnTo>
                <a:lnTo>
                  <a:pt x="0" y="19560"/>
                </a:lnTo>
                <a:lnTo>
                  <a:pt x="0" y="17508"/>
                </a:lnTo>
                <a:lnTo>
                  <a:pt x="0" y="15429"/>
                </a:lnTo>
                <a:lnTo>
                  <a:pt x="1466" y="15682"/>
                </a:lnTo>
                <a:lnTo>
                  <a:pt x="2941" y="15941"/>
                </a:lnTo>
                <a:lnTo>
                  <a:pt x="4437" y="16200"/>
                </a:lnTo>
                <a:lnTo>
                  <a:pt x="6029" y="15947"/>
                </a:lnTo>
                <a:lnTo>
                  <a:pt x="7631" y="15688"/>
                </a:lnTo>
                <a:lnTo>
                  <a:pt x="9257" y="15429"/>
                </a:lnTo>
                <a:lnTo>
                  <a:pt x="10001" y="13586"/>
                </a:lnTo>
                <a:lnTo>
                  <a:pt x="10575" y="11769"/>
                </a:lnTo>
                <a:lnTo>
                  <a:pt x="11019" y="9936"/>
                </a:lnTo>
                <a:lnTo>
                  <a:pt x="11380" y="8054"/>
                </a:lnTo>
                <a:lnTo>
                  <a:pt x="11692" y="6088"/>
                </a:lnTo>
                <a:lnTo>
                  <a:pt x="12118" y="4305"/>
                </a:lnTo>
                <a:lnTo>
                  <a:pt x="12648" y="3076"/>
                </a:lnTo>
                <a:lnTo>
                  <a:pt x="13636" y="1830"/>
                </a:lnTo>
                <a:lnTo>
                  <a:pt x="15429" y="0"/>
                </a:lnTo>
                <a:close/>
              </a:path>
            </a:pathLst>
          </a:custGeom>
          <a:solidFill>
            <a:srgbClr val="A2A5A3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3" name="contour_09421"/>
          <p:cNvSpPr/>
          <p:nvPr/>
        </p:nvSpPr>
        <p:spPr>
          <a:xfrm>
            <a:off x="5095505" y="2411990"/>
            <a:ext cx="60192" cy="36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7"/>
                </a:moveTo>
                <a:lnTo>
                  <a:pt x="21372" y="2877"/>
                </a:lnTo>
                <a:lnTo>
                  <a:pt x="21129" y="5552"/>
                </a:lnTo>
                <a:lnTo>
                  <a:pt x="20878" y="8227"/>
                </a:lnTo>
                <a:lnTo>
                  <a:pt x="20619" y="10898"/>
                </a:lnTo>
                <a:lnTo>
                  <a:pt x="20345" y="13886"/>
                </a:lnTo>
                <a:lnTo>
                  <a:pt x="20067" y="16917"/>
                </a:lnTo>
                <a:lnTo>
                  <a:pt x="19529" y="19241"/>
                </a:lnTo>
                <a:lnTo>
                  <a:pt x="18985" y="21600"/>
                </a:lnTo>
                <a:lnTo>
                  <a:pt x="17256" y="21600"/>
                </a:lnTo>
                <a:lnTo>
                  <a:pt x="15517" y="21600"/>
                </a:lnTo>
                <a:lnTo>
                  <a:pt x="13754" y="21600"/>
                </a:lnTo>
                <a:lnTo>
                  <a:pt x="13105" y="19481"/>
                </a:lnTo>
                <a:lnTo>
                  <a:pt x="12457" y="17349"/>
                </a:lnTo>
                <a:lnTo>
                  <a:pt x="11800" y="15209"/>
                </a:lnTo>
                <a:lnTo>
                  <a:pt x="11139" y="13039"/>
                </a:lnTo>
                <a:lnTo>
                  <a:pt x="10474" y="13582"/>
                </a:lnTo>
                <a:lnTo>
                  <a:pt x="9839" y="14105"/>
                </a:lnTo>
                <a:lnTo>
                  <a:pt x="9046" y="14751"/>
                </a:lnTo>
                <a:lnTo>
                  <a:pt x="7919" y="15676"/>
                </a:lnTo>
                <a:lnTo>
                  <a:pt x="6269" y="17024"/>
                </a:lnTo>
                <a:lnTo>
                  <a:pt x="3918" y="18950"/>
                </a:lnTo>
                <a:lnTo>
                  <a:pt x="677" y="21600"/>
                </a:lnTo>
                <a:lnTo>
                  <a:pt x="301" y="16746"/>
                </a:lnTo>
                <a:lnTo>
                  <a:pt x="76" y="13326"/>
                </a:lnTo>
                <a:lnTo>
                  <a:pt x="0" y="10864"/>
                </a:lnTo>
                <a:lnTo>
                  <a:pt x="76" y="8887"/>
                </a:lnTo>
                <a:lnTo>
                  <a:pt x="301" y="6917"/>
                </a:lnTo>
                <a:lnTo>
                  <a:pt x="677" y="4478"/>
                </a:lnTo>
                <a:lnTo>
                  <a:pt x="2401" y="3365"/>
                </a:lnTo>
                <a:lnTo>
                  <a:pt x="4114" y="2444"/>
                </a:lnTo>
                <a:lnTo>
                  <a:pt x="5819" y="1699"/>
                </a:lnTo>
                <a:lnTo>
                  <a:pt x="7522" y="1113"/>
                </a:lnTo>
                <a:lnTo>
                  <a:pt x="9229" y="672"/>
                </a:lnTo>
                <a:lnTo>
                  <a:pt x="10943" y="351"/>
                </a:lnTo>
                <a:lnTo>
                  <a:pt x="12666" y="146"/>
                </a:lnTo>
                <a:lnTo>
                  <a:pt x="14405" y="34"/>
                </a:lnTo>
                <a:lnTo>
                  <a:pt x="16163" y="0"/>
                </a:lnTo>
                <a:lnTo>
                  <a:pt x="17946" y="26"/>
                </a:lnTo>
                <a:lnTo>
                  <a:pt x="19756" y="98"/>
                </a:lnTo>
                <a:lnTo>
                  <a:pt x="21600" y="197"/>
                </a:lnTo>
                <a:close/>
              </a:path>
            </a:pathLst>
          </a:custGeom>
          <a:solidFill>
            <a:srgbClr val="353431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4" name="contour_09422"/>
          <p:cNvSpPr/>
          <p:nvPr/>
        </p:nvSpPr>
        <p:spPr>
          <a:xfrm>
            <a:off x="10614402" y="2403616"/>
            <a:ext cx="65592" cy="31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87"/>
                </a:moveTo>
                <a:lnTo>
                  <a:pt x="1620" y="830"/>
                </a:lnTo>
                <a:lnTo>
                  <a:pt x="3240" y="694"/>
                </a:lnTo>
                <a:lnTo>
                  <a:pt x="4860" y="567"/>
                </a:lnTo>
                <a:lnTo>
                  <a:pt x="6480" y="456"/>
                </a:lnTo>
                <a:lnTo>
                  <a:pt x="8100" y="354"/>
                </a:lnTo>
                <a:lnTo>
                  <a:pt x="9605" y="238"/>
                </a:lnTo>
                <a:lnTo>
                  <a:pt x="11119" y="121"/>
                </a:lnTo>
                <a:lnTo>
                  <a:pt x="12655" y="0"/>
                </a:lnTo>
                <a:lnTo>
                  <a:pt x="14702" y="521"/>
                </a:lnTo>
                <a:lnTo>
                  <a:pt x="16092" y="1098"/>
                </a:lnTo>
                <a:lnTo>
                  <a:pt x="17172" y="2025"/>
                </a:lnTo>
                <a:lnTo>
                  <a:pt x="18274" y="3594"/>
                </a:lnTo>
                <a:lnTo>
                  <a:pt x="19745" y="6090"/>
                </a:lnTo>
                <a:lnTo>
                  <a:pt x="20666" y="8580"/>
                </a:lnTo>
                <a:lnTo>
                  <a:pt x="21600" y="11111"/>
                </a:lnTo>
                <a:lnTo>
                  <a:pt x="19898" y="13151"/>
                </a:lnTo>
                <a:lnTo>
                  <a:pt x="18259" y="14943"/>
                </a:lnTo>
                <a:lnTo>
                  <a:pt x="16666" y="16497"/>
                </a:lnTo>
                <a:lnTo>
                  <a:pt x="15106" y="17824"/>
                </a:lnTo>
                <a:lnTo>
                  <a:pt x="13560" y="18932"/>
                </a:lnTo>
                <a:lnTo>
                  <a:pt x="12014" y="19833"/>
                </a:lnTo>
                <a:lnTo>
                  <a:pt x="10457" y="20537"/>
                </a:lnTo>
                <a:lnTo>
                  <a:pt x="8873" y="21053"/>
                </a:lnTo>
                <a:lnTo>
                  <a:pt x="7243" y="21398"/>
                </a:lnTo>
                <a:lnTo>
                  <a:pt x="5558" y="21575"/>
                </a:lnTo>
                <a:lnTo>
                  <a:pt x="3797" y="21600"/>
                </a:lnTo>
                <a:lnTo>
                  <a:pt x="1951" y="21484"/>
                </a:lnTo>
                <a:lnTo>
                  <a:pt x="0" y="21236"/>
                </a:lnTo>
                <a:lnTo>
                  <a:pt x="0" y="17895"/>
                </a:lnTo>
                <a:lnTo>
                  <a:pt x="0" y="14548"/>
                </a:lnTo>
                <a:lnTo>
                  <a:pt x="0" y="11187"/>
                </a:lnTo>
                <a:lnTo>
                  <a:pt x="0" y="7811"/>
                </a:lnTo>
                <a:lnTo>
                  <a:pt x="0" y="4414"/>
                </a:lnTo>
                <a:lnTo>
                  <a:pt x="0" y="987"/>
                </a:lnTo>
                <a:close/>
              </a:path>
            </a:pathLst>
          </a:custGeom>
          <a:solidFill>
            <a:srgbClr val="A28F50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5" name="contour_09423"/>
          <p:cNvSpPr/>
          <p:nvPr/>
        </p:nvSpPr>
        <p:spPr>
          <a:xfrm>
            <a:off x="10497794" y="2390461"/>
            <a:ext cx="72880" cy="29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600" y="3562"/>
                </a:lnTo>
                <a:lnTo>
                  <a:pt x="21600" y="7146"/>
                </a:lnTo>
                <a:lnTo>
                  <a:pt x="21600" y="10778"/>
                </a:lnTo>
                <a:lnTo>
                  <a:pt x="20403" y="12740"/>
                </a:lnTo>
                <a:lnTo>
                  <a:pt x="19166" y="14524"/>
                </a:lnTo>
                <a:lnTo>
                  <a:pt x="17891" y="16119"/>
                </a:lnTo>
                <a:lnTo>
                  <a:pt x="16582" y="17520"/>
                </a:lnTo>
                <a:lnTo>
                  <a:pt x="15243" y="18728"/>
                </a:lnTo>
                <a:lnTo>
                  <a:pt x="13878" y="19725"/>
                </a:lnTo>
                <a:lnTo>
                  <a:pt x="12491" y="20522"/>
                </a:lnTo>
                <a:lnTo>
                  <a:pt x="11085" y="21099"/>
                </a:lnTo>
                <a:lnTo>
                  <a:pt x="9666" y="21460"/>
                </a:lnTo>
                <a:lnTo>
                  <a:pt x="8234" y="21600"/>
                </a:lnTo>
                <a:lnTo>
                  <a:pt x="7085" y="21050"/>
                </a:lnTo>
                <a:lnTo>
                  <a:pt x="6193" y="20490"/>
                </a:lnTo>
                <a:lnTo>
                  <a:pt x="5270" y="19665"/>
                </a:lnTo>
                <a:lnTo>
                  <a:pt x="4022" y="18313"/>
                </a:lnTo>
                <a:lnTo>
                  <a:pt x="2160" y="16168"/>
                </a:lnTo>
                <a:lnTo>
                  <a:pt x="1732" y="12966"/>
                </a:lnTo>
                <a:lnTo>
                  <a:pt x="1302" y="9754"/>
                </a:lnTo>
                <a:lnTo>
                  <a:pt x="873" y="6532"/>
                </a:lnTo>
                <a:lnTo>
                  <a:pt x="438" y="3282"/>
                </a:lnTo>
                <a:lnTo>
                  <a:pt x="0" y="0"/>
                </a:lnTo>
                <a:close/>
              </a:path>
            </a:pathLst>
          </a:custGeom>
          <a:solidFill>
            <a:srgbClr val="98895B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6" name="contour_09424"/>
          <p:cNvSpPr/>
          <p:nvPr/>
        </p:nvSpPr>
        <p:spPr>
          <a:xfrm>
            <a:off x="6663480" y="2368597"/>
            <a:ext cx="2998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9" y="0"/>
                </a:moveTo>
                <a:lnTo>
                  <a:pt x="2504" y="917"/>
                </a:lnTo>
                <a:lnTo>
                  <a:pt x="4400" y="1834"/>
                </a:lnTo>
                <a:lnTo>
                  <a:pt x="6295" y="2753"/>
                </a:lnTo>
                <a:lnTo>
                  <a:pt x="8185" y="3674"/>
                </a:lnTo>
                <a:lnTo>
                  <a:pt x="10306" y="4699"/>
                </a:lnTo>
                <a:lnTo>
                  <a:pt x="12454" y="5742"/>
                </a:lnTo>
                <a:lnTo>
                  <a:pt x="14654" y="6991"/>
                </a:lnTo>
                <a:lnTo>
                  <a:pt x="16476" y="8165"/>
                </a:lnTo>
                <a:lnTo>
                  <a:pt x="17961" y="9298"/>
                </a:lnTo>
                <a:lnTo>
                  <a:pt x="19148" y="10433"/>
                </a:lnTo>
                <a:lnTo>
                  <a:pt x="20067" y="11603"/>
                </a:lnTo>
                <a:lnTo>
                  <a:pt x="20760" y="12848"/>
                </a:lnTo>
                <a:lnTo>
                  <a:pt x="21259" y="14203"/>
                </a:lnTo>
                <a:lnTo>
                  <a:pt x="21600" y="15709"/>
                </a:lnTo>
                <a:lnTo>
                  <a:pt x="19358" y="16868"/>
                </a:lnTo>
                <a:lnTo>
                  <a:pt x="16974" y="17930"/>
                </a:lnTo>
                <a:lnTo>
                  <a:pt x="14433" y="18914"/>
                </a:lnTo>
                <a:lnTo>
                  <a:pt x="11740" y="19839"/>
                </a:lnTo>
                <a:lnTo>
                  <a:pt x="8878" y="20728"/>
                </a:lnTo>
                <a:lnTo>
                  <a:pt x="5849" y="21600"/>
                </a:lnTo>
                <a:lnTo>
                  <a:pt x="2804" y="20434"/>
                </a:lnTo>
                <a:lnTo>
                  <a:pt x="1181" y="19629"/>
                </a:lnTo>
                <a:lnTo>
                  <a:pt x="431" y="18814"/>
                </a:lnTo>
                <a:lnTo>
                  <a:pt x="0" y="17612"/>
                </a:lnTo>
                <a:lnTo>
                  <a:pt x="42" y="16389"/>
                </a:lnTo>
                <a:lnTo>
                  <a:pt x="84" y="15149"/>
                </a:lnTo>
                <a:lnTo>
                  <a:pt x="110" y="13826"/>
                </a:lnTo>
                <a:lnTo>
                  <a:pt x="137" y="12483"/>
                </a:lnTo>
                <a:lnTo>
                  <a:pt x="205" y="11100"/>
                </a:lnTo>
                <a:lnTo>
                  <a:pt x="273" y="9696"/>
                </a:lnTo>
                <a:lnTo>
                  <a:pt x="294" y="8768"/>
                </a:lnTo>
                <a:lnTo>
                  <a:pt x="320" y="7833"/>
                </a:lnTo>
                <a:lnTo>
                  <a:pt x="341" y="6885"/>
                </a:lnTo>
                <a:lnTo>
                  <a:pt x="383" y="5508"/>
                </a:lnTo>
                <a:lnTo>
                  <a:pt x="425" y="4131"/>
                </a:lnTo>
                <a:lnTo>
                  <a:pt x="478" y="2753"/>
                </a:lnTo>
                <a:lnTo>
                  <a:pt x="536" y="1377"/>
                </a:lnTo>
                <a:lnTo>
                  <a:pt x="599" y="0"/>
                </a:lnTo>
                <a:close/>
              </a:path>
            </a:pathLst>
          </a:custGeom>
          <a:solidFill>
            <a:srgbClr val="ADC0CD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7" name="contour_09425"/>
          <p:cNvSpPr/>
          <p:nvPr/>
        </p:nvSpPr>
        <p:spPr>
          <a:xfrm>
            <a:off x="5272305" y="2383173"/>
            <a:ext cx="58304" cy="584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631" y="1370"/>
                </a:lnTo>
                <a:lnTo>
                  <a:pt x="18649" y="2430"/>
                </a:lnTo>
                <a:lnTo>
                  <a:pt x="19408" y="3407"/>
                </a:lnTo>
                <a:lnTo>
                  <a:pt x="20050" y="4524"/>
                </a:lnTo>
                <a:lnTo>
                  <a:pt x="20731" y="6004"/>
                </a:lnTo>
                <a:lnTo>
                  <a:pt x="21600" y="8074"/>
                </a:lnTo>
                <a:lnTo>
                  <a:pt x="20714" y="9882"/>
                </a:lnTo>
                <a:lnTo>
                  <a:pt x="19767" y="11591"/>
                </a:lnTo>
                <a:lnTo>
                  <a:pt x="18746" y="13211"/>
                </a:lnTo>
                <a:lnTo>
                  <a:pt x="17647" y="14751"/>
                </a:lnTo>
                <a:lnTo>
                  <a:pt x="16467" y="16217"/>
                </a:lnTo>
                <a:lnTo>
                  <a:pt x="15198" y="17622"/>
                </a:lnTo>
                <a:lnTo>
                  <a:pt x="13835" y="18968"/>
                </a:lnTo>
                <a:lnTo>
                  <a:pt x="12371" y="20268"/>
                </a:lnTo>
                <a:lnTo>
                  <a:pt x="10800" y="21530"/>
                </a:lnTo>
                <a:lnTo>
                  <a:pt x="8716" y="21600"/>
                </a:lnTo>
                <a:lnTo>
                  <a:pt x="6923" y="21439"/>
                </a:lnTo>
                <a:lnTo>
                  <a:pt x="5292" y="21064"/>
                </a:lnTo>
                <a:lnTo>
                  <a:pt x="3683" y="20497"/>
                </a:lnTo>
                <a:lnTo>
                  <a:pt x="1963" y="19748"/>
                </a:lnTo>
                <a:lnTo>
                  <a:pt x="0" y="18839"/>
                </a:lnTo>
                <a:lnTo>
                  <a:pt x="1785" y="18839"/>
                </a:lnTo>
                <a:lnTo>
                  <a:pt x="3580" y="18839"/>
                </a:lnTo>
                <a:lnTo>
                  <a:pt x="5400" y="18839"/>
                </a:lnTo>
                <a:lnTo>
                  <a:pt x="4819" y="17628"/>
                </a:lnTo>
                <a:lnTo>
                  <a:pt x="4231" y="16406"/>
                </a:lnTo>
                <a:lnTo>
                  <a:pt x="3640" y="15171"/>
                </a:lnTo>
                <a:lnTo>
                  <a:pt x="3329" y="13715"/>
                </a:lnTo>
                <a:lnTo>
                  <a:pt x="3016" y="12251"/>
                </a:lnTo>
                <a:lnTo>
                  <a:pt x="2700" y="10765"/>
                </a:lnTo>
                <a:lnTo>
                  <a:pt x="4045" y="9209"/>
                </a:lnTo>
                <a:lnTo>
                  <a:pt x="5057" y="8125"/>
                </a:lnTo>
                <a:lnTo>
                  <a:pt x="6059" y="7229"/>
                </a:lnTo>
                <a:lnTo>
                  <a:pt x="7360" y="6241"/>
                </a:lnTo>
                <a:lnTo>
                  <a:pt x="9283" y="4877"/>
                </a:lnTo>
                <a:lnTo>
                  <a:pt x="10562" y="3951"/>
                </a:lnTo>
                <a:lnTo>
                  <a:pt x="11848" y="3017"/>
                </a:lnTo>
                <a:lnTo>
                  <a:pt x="13152" y="2072"/>
                </a:lnTo>
                <a:lnTo>
                  <a:pt x="14664" y="1044"/>
                </a:lnTo>
                <a:lnTo>
                  <a:pt x="16200" y="0"/>
                </a:lnTo>
                <a:close/>
              </a:path>
            </a:pathLst>
          </a:custGeom>
          <a:solidFill>
            <a:srgbClr val="2A2B29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8" name="contour_09426"/>
          <p:cNvSpPr/>
          <p:nvPr/>
        </p:nvSpPr>
        <p:spPr>
          <a:xfrm>
            <a:off x="1234757" y="2351667"/>
            <a:ext cx="43728" cy="460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03"/>
                </a:moveTo>
                <a:lnTo>
                  <a:pt x="4594" y="550"/>
                </a:lnTo>
                <a:lnTo>
                  <a:pt x="7992" y="184"/>
                </a:lnTo>
                <a:lnTo>
                  <a:pt x="10501" y="0"/>
                </a:lnTo>
                <a:lnTo>
                  <a:pt x="12445" y="0"/>
                </a:lnTo>
                <a:lnTo>
                  <a:pt x="14130" y="184"/>
                </a:lnTo>
                <a:lnTo>
                  <a:pt x="15880" y="550"/>
                </a:lnTo>
                <a:lnTo>
                  <a:pt x="18000" y="1103"/>
                </a:lnTo>
                <a:lnTo>
                  <a:pt x="18979" y="3174"/>
                </a:lnTo>
                <a:lnTo>
                  <a:pt x="19750" y="5244"/>
                </a:lnTo>
                <a:lnTo>
                  <a:pt x="20347" y="7324"/>
                </a:lnTo>
                <a:lnTo>
                  <a:pt x="20794" y="9422"/>
                </a:lnTo>
                <a:lnTo>
                  <a:pt x="21114" y="11550"/>
                </a:lnTo>
                <a:lnTo>
                  <a:pt x="21341" y="13712"/>
                </a:lnTo>
                <a:lnTo>
                  <a:pt x="21492" y="15919"/>
                </a:lnTo>
                <a:lnTo>
                  <a:pt x="21600" y="18184"/>
                </a:lnTo>
                <a:lnTo>
                  <a:pt x="19224" y="18748"/>
                </a:lnTo>
                <a:lnTo>
                  <a:pt x="16844" y="19311"/>
                </a:lnTo>
                <a:lnTo>
                  <a:pt x="14454" y="19878"/>
                </a:lnTo>
                <a:lnTo>
                  <a:pt x="12053" y="20449"/>
                </a:lnTo>
                <a:lnTo>
                  <a:pt x="9637" y="21023"/>
                </a:lnTo>
                <a:lnTo>
                  <a:pt x="7200" y="21600"/>
                </a:lnTo>
                <a:lnTo>
                  <a:pt x="6408" y="19345"/>
                </a:lnTo>
                <a:lnTo>
                  <a:pt x="5616" y="17087"/>
                </a:lnTo>
                <a:lnTo>
                  <a:pt x="4820" y="14829"/>
                </a:lnTo>
                <a:lnTo>
                  <a:pt x="4025" y="12564"/>
                </a:lnTo>
                <a:lnTo>
                  <a:pt x="3229" y="10293"/>
                </a:lnTo>
                <a:lnTo>
                  <a:pt x="2426" y="8011"/>
                </a:lnTo>
                <a:lnTo>
                  <a:pt x="1624" y="5722"/>
                </a:lnTo>
                <a:lnTo>
                  <a:pt x="814" y="3420"/>
                </a:lnTo>
                <a:lnTo>
                  <a:pt x="0" y="1103"/>
                </a:lnTo>
                <a:close/>
              </a:path>
            </a:pathLst>
          </a:custGeom>
          <a:solidFill>
            <a:srgbClr val="676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29" name="contour_09427"/>
          <p:cNvSpPr/>
          <p:nvPr/>
        </p:nvSpPr>
        <p:spPr>
          <a:xfrm>
            <a:off x="5527384" y="2317581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215" y="305"/>
                </a:lnTo>
                <a:lnTo>
                  <a:pt x="10578" y="611"/>
                </a:lnTo>
                <a:lnTo>
                  <a:pt x="11941" y="916"/>
                </a:lnTo>
                <a:lnTo>
                  <a:pt x="13306" y="1225"/>
                </a:lnTo>
                <a:lnTo>
                  <a:pt x="14676" y="1531"/>
                </a:lnTo>
                <a:lnTo>
                  <a:pt x="16049" y="1839"/>
                </a:lnTo>
                <a:lnTo>
                  <a:pt x="17427" y="2148"/>
                </a:lnTo>
                <a:lnTo>
                  <a:pt x="18812" y="2459"/>
                </a:lnTo>
                <a:lnTo>
                  <a:pt x="20202" y="2771"/>
                </a:lnTo>
                <a:lnTo>
                  <a:pt x="21600" y="3086"/>
                </a:lnTo>
                <a:lnTo>
                  <a:pt x="20891" y="5095"/>
                </a:lnTo>
                <a:lnTo>
                  <a:pt x="20102" y="6924"/>
                </a:lnTo>
                <a:lnTo>
                  <a:pt x="19242" y="8594"/>
                </a:lnTo>
                <a:lnTo>
                  <a:pt x="18315" y="10121"/>
                </a:lnTo>
                <a:lnTo>
                  <a:pt x="17325" y="11519"/>
                </a:lnTo>
                <a:lnTo>
                  <a:pt x="16279" y="12803"/>
                </a:lnTo>
                <a:lnTo>
                  <a:pt x="15181" y="13994"/>
                </a:lnTo>
                <a:lnTo>
                  <a:pt x="14036" y="15105"/>
                </a:lnTo>
                <a:lnTo>
                  <a:pt x="12852" y="16151"/>
                </a:lnTo>
                <a:lnTo>
                  <a:pt x="11631" y="17153"/>
                </a:lnTo>
                <a:lnTo>
                  <a:pt x="10382" y="18125"/>
                </a:lnTo>
                <a:lnTo>
                  <a:pt x="9105" y="19082"/>
                </a:lnTo>
                <a:lnTo>
                  <a:pt x="7811" y="20042"/>
                </a:lnTo>
                <a:lnTo>
                  <a:pt x="6504" y="21020"/>
                </a:lnTo>
                <a:lnTo>
                  <a:pt x="5225" y="21307"/>
                </a:lnTo>
                <a:lnTo>
                  <a:pt x="3927" y="21600"/>
                </a:lnTo>
                <a:lnTo>
                  <a:pt x="2555" y="19875"/>
                </a:lnTo>
                <a:lnTo>
                  <a:pt x="1687" y="18656"/>
                </a:lnTo>
                <a:lnTo>
                  <a:pt x="958" y="17369"/>
                </a:lnTo>
                <a:lnTo>
                  <a:pt x="0" y="15429"/>
                </a:lnTo>
                <a:lnTo>
                  <a:pt x="852" y="14531"/>
                </a:lnTo>
                <a:lnTo>
                  <a:pt x="1718" y="13620"/>
                </a:lnTo>
                <a:lnTo>
                  <a:pt x="2814" y="12411"/>
                </a:lnTo>
                <a:lnTo>
                  <a:pt x="3927" y="11186"/>
                </a:lnTo>
                <a:lnTo>
                  <a:pt x="5023" y="10001"/>
                </a:lnTo>
                <a:lnTo>
                  <a:pt x="6136" y="8800"/>
                </a:lnTo>
                <a:lnTo>
                  <a:pt x="6989" y="7495"/>
                </a:lnTo>
                <a:lnTo>
                  <a:pt x="7855" y="6171"/>
                </a:lnTo>
                <a:lnTo>
                  <a:pt x="7855" y="4132"/>
                </a:lnTo>
                <a:lnTo>
                  <a:pt x="7855" y="2080"/>
                </a:lnTo>
                <a:lnTo>
                  <a:pt x="7855" y="0"/>
                </a:lnTo>
                <a:close/>
              </a:path>
            </a:pathLst>
          </a:custGeom>
          <a:solidFill>
            <a:srgbClr val="303132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0" name="contour_09428"/>
          <p:cNvSpPr/>
          <p:nvPr/>
        </p:nvSpPr>
        <p:spPr>
          <a:xfrm>
            <a:off x="3902162" y="2310293"/>
            <a:ext cx="58304" cy="59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285" y="0"/>
                </a:lnTo>
                <a:lnTo>
                  <a:pt x="17080" y="0"/>
                </a:lnTo>
                <a:lnTo>
                  <a:pt x="18900" y="0"/>
                </a:lnTo>
                <a:lnTo>
                  <a:pt x="19124" y="1750"/>
                </a:lnTo>
                <a:lnTo>
                  <a:pt x="19345" y="3500"/>
                </a:lnTo>
                <a:lnTo>
                  <a:pt x="19570" y="5253"/>
                </a:lnTo>
                <a:lnTo>
                  <a:pt x="19791" y="7008"/>
                </a:lnTo>
                <a:lnTo>
                  <a:pt x="20015" y="8766"/>
                </a:lnTo>
                <a:lnTo>
                  <a:pt x="20239" y="10527"/>
                </a:lnTo>
                <a:lnTo>
                  <a:pt x="20463" y="12293"/>
                </a:lnTo>
                <a:lnTo>
                  <a:pt x="20690" y="14064"/>
                </a:lnTo>
                <a:lnTo>
                  <a:pt x="20917" y="15841"/>
                </a:lnTo>
                <a:lnTo>
                  <a:pt x="21144" y="17623"/>
                </a:lnTo>
                <a:lnTo>
                  <a:pt x="21370" y="19415"/>
                </a:lnTo>
                <a:lnTo>
                  <a:pt x="21600" y="21213"/>
                </a:lnTo>
                <a:lnTo>
                  <a:pt x="17666" y="21353"/>
                </a:lnTo>
                <a:lnTo>
                  <a:pt x="14488" y="21462"/>
                </a:lnTo>
                <a:lnTo>
                  <a:pt x="11953" y="21539"/>
                </a:lnTo>
                <a:lnTo>
                  <a:pt x="9949" y="21584"/>
                </a:lnTo>
                <a:lnTo>
                  <a:pt x="8362" y="21600"/>
                </a:lnTo>
                <a:lnTo>
                  <a:pt x="7077" y="21584"/>
                </a:lnTo>
                <a:lnTo>
                  <a:pt x="5981" y="21539"/>
                </a:lnTo>
                <a:lnTo>
                  <a:pt x="4963" y="21462"/>
                </a:lnTo>
                <a:lnTo>
                  <a:pt x="3907" y="21353"/>
                </a:lnTo>
                <a:lnTo>
                  <a:pt x="2700" y="21213"/>
                </a:lnTo>
                <a:lnTo>
                  <a:pt x="2030" y="19900"/>
                </a:lnTo>
                <a:lnTo>
                  <a:pt x="1361" y="18580"/>
                </a:lnTo>
                <a:lnTo>
                  <a:pt x="683" y="17254"/>
                </a:lnTo>
                <a:lnTo>
                  <a:pt x="0" y="15910"/>
                </a:lnTo>
                <a:lnTo>
                  <a:pt x="1782" y="15910"/>
                </a:lnTo>
                <a:lnTo>
                  <a:pt x="3567" y="15910"/>
                </a:lnTo>
                <a:lnTo>
                  <a:pt x="5351" y="15910"/>
                </a:lnTo>
                <a:lnTo>
                  <a:pt x="7141" y="15910"/>
                </a:lnTo>
                <a:lnTo>
                  <a:pt x="8937" y="15910"/>
                </a:lnTo>
                <a:lnTo>
                  <a:pt x="10741" y="15910"/>
                </a:lnTo>
                <a:lnTo>
                  <a:pt x="12550" y="15910"/>
                </a:lnTo>
                <a:lnTo>
                  <a:pt x="14369" y="15910"/>
                </a:lnTo>
                <a:lnTo>
                  <a:pt x="16200" y="15910"/>
                </a:lnTo>
                <a:lnTo>
                  <a:pt x="15903" y="14160"/>
                </a:lnTo>
                <a:lnTo>
                  <a:pt x="15606" y="12407"/>
                </a:lnTo>
                <a:lnTo>
                  <a:pt x="15309" y="10654"/>
                </a:lnTo>
                <a:lnTo>
                  <a:pt x="15009" y="8896"/>
                </a:lnTo>
                <a:lnTo>
                  <a:pt x="14710" y="7133"/>
                </a:lnTo>
                <a:lnTo>
                  <a:pt x="14410" y="5362"/>
                </a:lnTo>
                <a:lnTo>
                  <a:pt x="14108" y="3585"/>
                </a:lnTo>
                <a:lnTo>
                  <a:pt x="13805" y="1798"/>
                </a:lnTo>
                <a:lnTo>
                  <a:pt x="13500" y="0"/>
                </a:lnTo>
                <a:close/>
              </a:path>
            </a:pathLst>
          </a:custGeom>
          <a:solidFill>
            <a:srgbClr val="535454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1" name="contour_09429"/>
          <p:cNvSpPr/>
          <p:nvPr/>
        </p:nvSpPr>
        <p:spPr>
          <a:xfrm>
            <a:off x="3902162" y="230300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5246" y="1821"/>
                </a:lnTo>
                <a:lnTo>
                  <a:pt x="16009" y="3592"/>
                </a:lnTo>
                <a:lnTo>
                  <a:pt x="16697" y="5341"/>
                </a:lnTo>
                <a:lnTo>
                  <a:pt x="17327" y="7106"/>
                </a:lnTo>
                <a:lnTo>
                  <a:pt x="17906" y="8915"/>
                </a:lnTo>
                <a:lnTo>
                  <a:pt x="18450" y="10800"/>
                </a:lnTo>
                <a:lnTo>
                  <a:pt x="18918" y="12349"/>
                </a:lnTo>
                <a:lnTo>
                  <a:pt x="19393" y="13923"/>
                </a:lnTo>
                <a:lnTo>
                  <a:pt x="19958" y="15839"/>
                </a:lnTo>
                <a:lnTo>
                  <a:pt x="20513" y="17758"/>
                </a:lnTo>
                <a:lnTo>
                  <a:pt x="21060" y="19678"/>
                </a:lnTo>
                <a:lnTo>
                  <a:pt x="21600" y="21600"/>
                </a:lnTo>
                <a:lnTo>
                  <a:pt x="20513" y="21446"/>
                </a:lnTo>
                <a:lnTo>
                  <a:pt x="19516" y="21301"/>
                </a:lnTo>
                <a:lnTo>
                  <a:pt x="18425" y="21146"/>
                </a:lnTo>
                <a:lnTo>
                  <a:pt x="17064" y="20952"/>
                </a:lnTo>
                <a:lnTo>
                  <a:pt x="15257" y="20693"/>
                </a:lnTo>
                <a:lnTo>
                  <a:pt x="12823" y="20347"/>
                </a:lnTo>
                <a:lnTo>
                  <a:pt x="9590" y="19884"/>
                </a:lnTo>
                <a:lnTo>
                  <a:pt x="5375" y="19283"/>
                </a:lnTo>
                <a:lnTo>
                  <a:pt x="0" y="18514"/>
                </a:lnTo>
                <a:lnTo>
                  <a:pt x="0" y="16478"/>
                </a:lnTo>
                <a:lnTo>
                  <a:pt x="0" y="14438"/>
                </a:lnTo>
                <a:lnTo>
                  <a:pt x="0" y="12389"/>
                </a:lnTo>
                <a:lnTo>
                  <a:pt x="0" y="10331"/>
                </a:lnTo>
                <a:lnTo>
                  <a:pt x="0" y="8260"/>
                </a:lnTo>
                <a:lnTo>
                  <a:pt x="0" y="6171"/>
                </a:lnTo>
                <a:lnTo>
                  <a:pt x="2380" y="6171"/>
                </a:lnTo>
                <a:lnTo>
                  <a:pt x="4774" y="6171"/>
                </a:lnTo>
                <a:lnTo>
                  <a:pt x="7200" y="6171"/>
                </a:lnTo>
                <a:lnTo>
                  <a:pt x="7200" y="4132"/>
                </a:lnTo>
                <a:lnTo>
                  <a:pt x="7200" y="2080"/>
                </a:lnTo>
                <a:lnTo>
                  <a:pt x="7200" y="0"/>
                </a:lnTo>
                <a:close/>
              </a:path>
            </a:pathLst>
          </a:custGeom>
          <a:solidFill>
            <a:srgbClr val="191815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2" name="contour_09430"/>
          <p:cNvSpPr/>
          <p:nvPr/>
        </p:nvSpPr>
        <p:spPr>
          <a:xfrm>
            <a:off x="2888971" y="2295717"/>
            <a:ext cx="3031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07" y="0"/>
                </a:moveTo>
                <a:lnTo>
                  <a:pt x="9357" y="116"/>
                </a:lnTo>
                <a:lnTo>
                  <a:pt x="12186" y="261"/>
                </a:lnTo>
                <a:lnTo>
                  <a:pt x="14554" y="513"/>
                </a:lnTo>
                <a:lnTo>
                  <a:pt x="17207" y="954"/>
                </a:lnTo>
                <a:lnTo>
                  <a:pt x="20883" y="1662"/>
                </a:lnTo>
                <a:lnTo>
                  <a:pt x="21398" y="2846"/>
                </a:lnTo>
                <a:lnTo>
                  <a:pt x="21600" y="4018"/>
                </a:lnTo>
                <a:lnTo>
                  <a:pt x="21553" y="5182"/>
                </a:lnTo>
                <a:lnTo>
                  <a:pt x="21304" y="6345"/>
                </a:lnTo>
                <a:lnTo>
                  <a:pt x="20909" y="7510"/>
                </a:lnTo>
                <a:lnTo>
                  <a:pt x="20427" y="8682"/>
                </a:lnTo>
                <a:lnTo>
                  <a:pt x="19907" y="9866"/>
                </a:lnTo>
                <a:lnTo>
                  <a:pt x="19565" y="11004"/>
                </a:lnTo>
                <a:lnTo>
                  <a:pt x="19212" y="12159"/>
                </a:lnTo>
                <a:lnTo>
                  <a:pt x="18656" y="13540"/>
                </a:lnTo>
                <a:lnTo>
                  <a:pt x="18028" y="14774"/>
                </a:lnTo>
                <a:lnTo>
                  <a:pt x="17254" y="15889"/>
                </a:lnTo>
                <a:lnTo>
                  <a:pt x="16257" y="16911"/>
                </a:lnTo>
                <a:lnTo>
                  <a:pt x="14964" y="17868"/>
                </a:lnTo>
                <a:lnTo>
                  <a:pt x="13297" y="18789"/>
                </a:lnTo>
                <a:lnTo>
                  <a:pt x="11179" y="19699"/>
                </a:lnTo>
                <a:lnTo>
                  <a:pt x="8541" y="20626"/>
                </a:lnTo>
                <a:lnTo>
                  <a:pt x="5307" y="21600"/>
                </a:lnTo>
                <a:lnTo>
                  <a:pt x="4969" y="20505"/>
                </a:lnTo>
                <a:lnTo>
                  <a:pt x="4637" y="19408"/>
                </a:lnTo>
                <a:lnTo>
                  <a:pt x="4310" y="18312"/>
                </a:lnTo>
                <a:lnTo>
                  <a:pt x="3983" y="17217"/>
                </a:lnTo>
                <a:lnTo>
                  <a:pt x="3661" y="16120"/>
                </a:lnTo>
                <a:lnTo>
                  <a:pt x="3339" y="15024"/>
                </a:lnTo>
                <a:lnTo>
                  <a:pt x="3022" y="13927"/>
                </a:lnTo>
                <a:lnTo>
                  <a:pt x="2705" y="12830"/>
                </a:lnTo>
                <a:lnTo>
                  <a:pt x="2388" y="11734"/>
                </a:lnTo>
                <a:lnTo>
                  <a:pt x="2253" y="11317"/>
                </a:lnTo>
                <a:lnTo>
                  <a:pt x="2025" y="10582"/>
                </a:lnTo>
                <a:lnTo>
                  <a:pt x="1506" y="8896"/>
                </a:lnTo>
                <a:lnTo>
                  <a:pt x="1251" y="8000"/>
                </a:lnTo>
                <a:lnTo>
                  <a:pt x="997" y="7098"/>
                </a:lnTo>
                <a:lnTo>
                  <a:pt x="742" y="6186"/>
                </a:lnTo>
                <a:lnTo>
                  <a:pt x="498" y="5358"/>
                </a:lnTo>
                <a:lnTo>
                  <a:pt x="249" y="4524"/>
                </a:lnTo>
                <a:lnTo>
                  <a:pt x="0" y="3680"/>
                </a:lnTo>
                <a:lnTo>
                  <a:pt x="145" y="2487"/>
                </a:lnTo>
                <a:lnTo>
                  <a:pt x="748" y="1706"/>
                </a:lnTo>
                <a:lnTo>
                  <a:pt x="2305" y="992"/>
                </a:lnTo>
                <a:lnTo>
                  <a:pt x="5307" y="0"/>
                </a:lnTo>
                <a:close/>
              </a:path>
            </a:pathLst>
          </a:custGeom>
          <a:solidFill>
            <a:srgbClr val="E5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3" name="contour_09431"/>
          <p:cNvSpPr/>
          <p:nvPr/>
        </p:nvSpPr>
        <p:spPr>
          <a:xfrm>
            <a:off x="1715765" y="2302648"/>
            <a:ext cx="58304" cy="586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131"/>
                </a:moveTo>
                <a:lnTo>
                  <a:pt x="13500" y="1905"/>
                </a:lnTo>
                <a:lnTo>
                  <a:pt x="13500" y="3690"/>
                </a:lnTo>
                <a:lnTo>
                  <a:pt x="13500" y="5499"/>
                </a:lnTo>
                <a:lnTo>
                  <a:pt x="15509" y="6325"/>
                </a:lnTo>
                <a:lnTo>
                  <a:pt x="16934" y="6878"/>
                </a:lnTo>
                <a:lnTo>
                  <a:pt x="18166" y="7286"/>
                </a:lnTo>
                <a:lnTo>
                  <a:pt x="19591" y="7678"/>
                </a:lnTo>
                <a:lnTo>
                  <a:pt x="21600" y="8182"/>
                </a:lnTo>
                <a:lnTo>
                  <a:pt x="20987" y="9776"/>
                </a:lnTo>
                <a:lnTo>
                  <a:pt x="20504" y="10866"/>
                </a:lnTo>
                <a:lnTo>
                  <a:pt x="19891" y="11955"/>
                </a:lnTo>
                <a:lnTo>
                  <a:pt x="18900" y="13549"/>
                </a:lnTo>
                <a:lnTo>
                  <a:pt x="17115" y="13549"/>
                </a:lnTo>
                <a:lnTo>
                  <a:pt x="15320" y="13549"/>
                </a:lnTo>
                <a:lnTo>
                  <a:pt x="13500" y="13549"/>
                </a:lnTo>
                <a:lnTo>
                  <a:pt x="12668" y="15546"/>
                </a:lnTo>
                <a:lnTo>
                  <a:pt x="12112" y="16963"/>
                </a:lnTo>
                <a:lnTo>
                  <a:pt x="11702" y="18187"/>
                </a:lnTo>
                <a:lnTo>
                  <a:pt x="11308" y="19603"/>
                </a:lnTo>
                <a:lnTo>
                  <a:pt x="10800" y="21600"/>
                </a:lnTo>
                <a:lnTo>
                  <a:pt x="11024" y="19883"/>
                </a:lnTo>
                <a:lnTo>
                  <a:pt x="11248" y="18152"/>
                </a:lnTo>
                <a:lnTo>
                  <a:pt x="11475" y="16399"/>
                </a:lnTo>
                <a:lnTo>
                  <a:pt x="11478" y="14204"/>
                </a:lnTo>
                <a:lnTo>
                  <a:pt x="11305" y="12768"/>
                </a:lnTo>
                <a:lnTo>
                  <a:pt x="10800" y="10866"/>
                </a:lnTo>
                <a:lnTo>
                  <a:pt x="9126" y="10179"/>
                </a:lnTo>
                <a:lnTo>
                  <a:pt x="7498" y="9685"/>
                </a:lnTo>
                <a:lnTo>
                  <a:pt x="5864" y="9339"/>
                </a:lnTo>
                <a:lnTo>
                  <a:pt x="4171" y="9097"/>
                </a:lnTo>
                <a:lnTo>
                  <a:pt x="2362" y="8915"/>
                </a:lnTo>
                <a:lnTo>
                  <a:pt x="1777" y="8732"/>
                </a:lnTo>
                <a:lnTo>
                  <a:pt x="0" y="8182"/>
                </a:lnTo>
                <a:lnTo>
                  <a:pt x="0" y="6408"/>
                </a:lnTo>
                <a:lnTo>
                  <a:pt x="0" y="4624"/>
                </a:lnTo>
                <a:lnTo>
                  <a:pt x="0" y="2815"/>
                </a:lnTo>
                <a:lnTo>
                  <a:pt x="1580" y="1763"/>
                </a:lnTo>
                <a:lnTo>
                  <a:pt x="3164" y="1001"/>
                </a:lnTo>
                <a:lnTo>
                  <a:pt x="4768" y="486"/>
                </a:lnTo>
                <a:lnTo>
                  <a:pt x="6402" y="177"/>
                </a:lnTo>
                <a:lnTo>
                  <a:pt x="8078" y="27"/>
                </a:lnTo>
                <a:lnTo>
                  <a:pt x="9812" y="0"/>
                </a:lnTo>
                <a:lnTo>
                  <a:pt x="11615" y="48"/>
                </a:lnTo>
                <a:lnTo>
                  <a:pt x="13500" y="131"/>
                </a:lnTo>
                <a:close/>
              </a:path>
            </a:pathLst>
          </a:custGeom>
          <a:solidFill>
            <a:srgbClr val="868785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4" name="contour_09432"/>
          <p:cNvSpPr/>
          <p:nvPr/>
        </p:nvSpPr>
        <p:spPr>
          <a:xfrm>
            <a:off x="3734538" y="230300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07" y="515"/>
                </a:lnTo>
                <a:lnTo>
                  <a:pt x="7092" y="929"/>
                </a:lnTo>
                <a:lnTo>
                  <a:pt x="9461" y="1282"/>
                </a:lnTo>
                <a:lnTo>
                  <a:pt x="11329" y="1613"/>
                </a:lnTo>
                <a:lnTo>
                  <a:pt x="12906" y="1969"/>
                </a:lnTo>
                <a:lnTo>
                  <a:pt x="14404" y="2390"/>
                </a:lnTo>
                <a:lnTo>
                  <a:pt x="16031" y="2920"/>
                </a:lnTo>
                <a:lnTo>
                  <a:pt x="18000" y="3600"/>
                </a:lnTo>
                <a:lnTo>
                  <a:pt x="19757" y="6170"/>
                </a:lnTo>
                <a:lnTo>
                  <a:pt x="20822" y="8017"/>
                </a:lnTo>
                <a:lnTo>
                  <a:pt x="21370" y="9659"/>
                </a:lnTo>
                <a:lnTo>
                  <a:pt x="21571" y="11614"/>
                </a:lnTo>
                <a:lnTo>
                  <a:pt x="21600" y="14400"/>
                </a:lnTo>
                <a:lnTo>
                  <a:pt x="19224" y="16535"/>
                </a:lnTo>
                <a:lnTo>
                  <a:pt x="17068" y="18202"/>
                </a:lnTo>
                <a:lnTo>
                  <a:pt x="15030" y="19454"/>
                </a:lnTo>
                <a:lnTo>
                  <a:pt x="13021" y="20354"/>
                </a:lnTo>
                <a:lnTo>
                  <a:pt x="10940" y="20959"/>
                </a:lnTo>
                <a:lnTo>
                  <a:pt x="8694" y="21326"/>
                </a:lnTo>
                <a:lnTo>
                  <a:pt x="6185" y="21517"/>
                </a:lnTo>
                <a:lnTo>
                  <a:pt x="3319" y="21589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26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5" name="contour_09433"/>
          <p:cNvSpPr/>
          <p:nvPr/>
        </p:nvSpPr>
        <p:spPr>
          <a:xfrm>
            <a:off x="3654370" y="229571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154"/>
                </a:lnTo>
                <a:lnTo>
                  <a:pt x="4872" y="299"/>
                </a:lnTo>
                <a:lnTo>
                  <a:pt x="5807" y="454"/>
                </a:lnTo>
                <a:lnTo>
                  <a:pt x="6974" y="648"/>
                </a:lnTo>
                <a:lnTo>
                  <a:pt x="8523" y="907"/>
                </a:lnTo>
                <a:lnTo>
                  <a:pt x="10609" y="1253"/>
                </a:lnTo>
                <a:lnTo>
                  <a:pt x="13380" y="1716"/>
                </a:lnTo>
                <a:lnTo>
                  <a:pt x="16993" y="2317"/>
                </a:lnTo>
                <a:lnTo>
                  <a:pt x="21600" y="3086"/>
                </a:lnTo>
                <a:lnTo>
                  <a:pt x="20517" y="4487"/>
                </a:lnTo>
                <a:lnTo>
                  <a:pt x="19428" y="5900"/>
                </a:lnTo>
                <a:lnTo>
                  <a:pt x="18323" y="7329"/>
                </a:lnTo>
                <a:lnTo>
                  <a:pt x="17366" y="8986"/>
                </a:lnTo>
                <a:lnTo>
                  <a:pt x="16404" y="10652"/>
                </a:lnTo>
                <a:lnTo>
                  <a:pt x="15429" y="12343"/>
                </a:lnTo>
                <a:lnTo>
                  <a:pt x="16194" y="13870"/>
                </a:lnTo>
                <a:lnTo>
                  <a:pt x="16959" y="15407"/>
                </a:lnTo>
                <a:lnTo>
                  <a:pt x="17734" y="16950"/>
                </a:lnTo>
                <a:lnTo>
                  <a:pt x="18514" y="18514"/>
                </a:lnTo>
                <a:lnTo>
                  <a:pt x="16478" y="18854"/>
                </a:lnTo>
                <a:lnTo>
                  <a:pt x="14438" y="19193"/>
                </a:lnTo>
                <a:lnTo>
                  <a:pt x="12398" y="19533"/>
                </a:lnTo>
                <a:lnTo>
                  <a:pt x="10353" y="19875"/>
                </a:lnTo>
                <a:lnTo>
                  <a:pt x="8301" y="20218"/>
                </a:lnTo>
                <a:lnTo>
                  <a:pt x="6239" y="20560"/>
                </a:lnTo>
                <a:lnTo>
                  <a:pt x="4172" y="20906"/>
                </a:lnTo>
                <a:lnTo>
                  <a:pt x="2092" y="21251"/>
                </a:lnTo>
                <a:lnTo>
                  <a:pt x="0" y="21600"/>
                </a:lnTo>
                <a:lnTo>
                  <a:pt x="305" y="19462"/>
                </a:lnTo>
                <a:lnTo>
                  <a:pt x="611" y="17320"/>
                </a:lnTo>
                <a:lnTo>
                  <a:pt x="916" y="15179"/>
                </a:lnTo>
                <a:lnTo>
                  <a:pt x="1225" y="13034"/>
                </a:lnTo>
                <a:lnTo>
                  <a:pt x="1531" y="10880"/>
                </a:lnTo>
                <a:lnTo>
                  <a:pt x="1839" y="8723"/>
                </a:lnTo>
                <a:lnTo>
                  <a:pt x="2148" y="6557"/>
                </a:lnTo>
                <a:lnTo>
                  <a:pt x="2459" y="4382"/>
                </a:lnTo>
                <a:lnTo>
                  <a:pt x="2771" y="2197"/>
                </a:lnTo>
                <a:lnTo>
                  <a:pt x="3086" y="0"/>
                </a:lnTo>
                <a:close/>
              </a:path>
            </a:pathLst>
          </a:custGeom>
          <a:solidFill>
            <a:srgbClr val="766C57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6" name="contour_09434"/>
          <p:cNvSpPr/>
          <p:nvPr/>
        </p:nvSpPr>
        <p:spPr>
          <a:xfrm>
            <a:off x="7371246" y="2273023"/>
            <a:ext cx="72880" cy="44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90" y="0"/>
                </a:moveTo>
                <a:lnTo>
                  <a:pt x="5398" y="28"/>
                </a:lnTo>
                <a:lnTo>
                  <a:pt x="6625" y="57"/>
                </a:lnTo>
                <a:lnTo>
                  <a:pt x="7279" y="64"/>
                </a:lnTo>
                <a:lnTo>
                  <a:pt x="9260" y="92"/>
                </a:lnTo>
                <a:lnTo>
                  <a:pt x="9945" y="117"/>
                </a:lnTo>
                <a:lnTo>
                  <a:pt x="12016" y="180"/>
                </a:lnTo>
                <a:lnTo>
                  <a:pt x="12707" y="194"/>
                </a:lnTo>
                <a:lnTo>
                  <a:pt x="14796" y="230"/>
                </a:lnTo>
                <a:lnTo>
                  <a:pt x="16157" y="258"/>
                </a:lnTo>
                <a:lnTo>
                  <a:pt x="17518" y="290"/>
                </a:lnTo>
                <a:lnTo>
                  <a:pt x="18878" y="325"/>
                </a:lnTo>
                <a:lnTo>
                  <a:pt x="20239" y="364"/>
                </a:lnTo>
                <a:lnTo>
                  <a:pt x="21600" y="403"/>
                </a:lnTo>
                <a:lnTo>
                  <a:pt x="21058" y="2515"/>
                </a:lnTo>
                <a:lnTo>
                  <a:pt x="20652" y="3957"/>
                </a:lnTo>
                <a:lnTo>
                  <a:pt x="20181" y="5388"/>
                </a:lnTo>
                <a:lnTo>
                  <a:pt x="19440" y="7468"/>
                </a:lnTo>
                <a:lnTo>
                  <a:pt x="18034" y="7249"/>
                </a:lnTo>
                <a:lnTo>
                  <a:pt x="16606" y="7027"/>
                </a:lnTo>
                <a:lnTo>
                  <a:pt x="14949" y="7423"/>
                </a:lnTo>
                <a:lnTo>
                  <a:pt x="13450" y="8154"/>
                </a:lnTo>
                <a:lnTo>
                  <a:pt x="12087" y="9182"/>
                </a:lnTo>
                <a:lnTo>
                  <a:pt x="10837" y="10479"/>
                </a:lnTo>
                <a:lnTo>
                  <a:pt x="9672" y="11994"/>
                </a:lnTo>
                <a:lnTo>
                  <a:pt x="8571" y="13697"/>
                </a:lnTo>
                <a:lnTo>
                  <a:pt x="7508" y="15548"/>
                </a:lnTo>
                <a:lnTo>
                  <a:pt x="6463" y="17505"/>
                </a:lnTo>
                <a:lnTo>
                  <a:pt x="5406" y="19537"/>
                </a:lnTo>
                <a:lnTo>
                  <a:pt x="4320" y="21600"/>
                </a:lnTo>
                <a:lnTo>
                  <a:pt x="3737" y="19452"/>
                </a:lnTo>
                <a:lnTo>
                  <a:pt x="3162" y="17300"/>
                </a:lnTo>
                <a:lnTo>
                  <a:pt x="2592" y="15145"/>
                </a:lnTo>
                <a:lnTo>
                  <a:pt x="2026" y="12987"/>
                </a:lnTo>
                <a:lnTo>
                  <a:pt x="1598" y="11390"/>
                </a:lnTo>
                <a:lnTo>
                  <a:pt x="1169" y="9779"/>
                </a:lnTo>
                <a:lnTo>
                  <a:pt x="734" y="8143"/>
                </a:lnTo>
                <a:lnTo>
                  <a:pt x="369" y="6055"/>
                </a:lnTo>
                <a:lnTo>
                  <a:pt x="0" y="3936"/>
                </a:lnTo>
                <a:lnTo>
                  <a:pt x="1281" y="1890"/>
                </a:lnTo>
                <a:lnTo>
                  <a:pt x="2143" y="795"/>
                </a:lnTo>
                <a:lnTo>
                  <a:pt x="2983" y="290"/>
                </a:lnTo>
                <a:lnTo>
                  <a:pt x="4190" y="0"/>
                </a:lnTo>
                <a:close/>
              </a:path>
            </a:pathLst>
          </a:custGeom>
          <a:solidFill>
            <a:srgbClr val="E8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7" name="contour_09435"/>
          <p:cNvSpPr/>
          <p:nvPr/>
        </p:nvSpPr>
        <p:spPr>
          <a:xfrm>
            <a:off x="1795933" y="2237413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23" y="534"/>
                </a:lnTo>
                <a:lnTo>
                  <a:pt x="4781" y="1102"/>
                </a:lnTo>
                <a:lnTo>
                  <a:pt x="7081" y="1719"/>
                </a:lnTo>
                <a:lnTo>
                  <a:pt x="9335" y="2407"/>
                </a:lnTo>
                <a:lnTo>
                  <a:pt x="11545" y="3181"/>
                </a:lnTo>
                <a:lnTo>
                  <a:pt x="13720" y="4055"/>
                </a:lnTo>
                <a:lnTo>
                  <a:pt x="15869" y="5045"/>
                </a:lnTo>
                <a:lnTo>
                  <a:pt x="18000" y="6171"/>
                </a:lnTo>
                <a:lnTo>
                  <a:pt x="18900" y="8066"/>
                </a:lnTo>
                <a:lnTo>
                  <a:pt x="19638" y="9948"/>
                </a:lnTo>
                <a:lnTo>
                  <a:pt x="20228" y="11828"/>
                </a:lnTo>
                <a:lnTo>
                  <a:pt x="20689" y="13719"/>
                </a:lnTo>
                <a:lnTo>
                  <a:pt x="21038" y="15629"/>
                </a:lnTo>
                <a:lnTo>
                  <a:pt x="21294" y="17570"/>
                </a:lnTo>
                <a:lnTo>
                  <a:pt x="21478" y="19557"/>
                </a:lnTo>
                <a:lnTo>
                  <a:pt x="21600" y="21600"/>
                </a:lnTo>
                <a:lnTo>
                  <a:pt x="19177" y="21066"/>
                </a:lnTo>
                <a:lnTo>
                  <a:pt x="16819" y="20498"/>
                </a:lnTo>
                <a:lnTo>
                  <a:pt x="14519" y="19881"/>
                </a:lnTo>
                <a:lnTo>
                  <a:pt x="12265" y="19193"/>
                </a:lnTo>
                <a:lnTo>
                  <a:pt x="10055" y="18419"/>
                </a:lnTo>
                <a:lnTo>
                  <a:pt x="7880" y="17545"/>
                </a:lnTo>
                <a:lnTo>
                  <a:pt x="5731" y="16555"/>
                </a:lnTo>
                <a:lnTo>
                  <a:pt x="3600" y="15429"/>
                </a:lnTo>
                <a:lnTo>
                  <a:pt x="2700" y="13534"/>
                </a:lnTo>
                <a:lnTo>
                  <a:pt x="1962" y="11652"/>
                </a:lnTo>
                <a:lnTo>
                  <a:pt x="1372" y="9772"/>
                </a:lnTo>
                <a:lnTo>
                  <a:pt x="911" y="7881"/>
                </a:lnTo>
                <a:lnTo>
                  <a:pt x="562" y="5971"/>
                </a:lnTo>
                <a:lnTo>
                  <a:pt x="306" y="4030"/>
                </a:lnTo>
                <a:lnTo>
                  <a:pt x="122" y="2043"/>
                </a:lnTo>
                <a:lnTo>
                  <a:pt x="0" y="0"/>
                </a:lnTo>
                <a:close/>
              </a:path>
            </a:pathLst>
          </a:custGeom>
          <a:solidFill>
            <a:srgbClr val="A8ACAF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8" name="contour_09436"/>
          <p:cNvSpPr/>
          <p:nvPr/>
        </p:nvSpPr>
        <p:spPr>
          <a:xfrm>
            <a:off x="7735646" y="2230125"/>
            <a:ext cx="72880" cy="511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5388" y="1526"/>
                </a:lnTo>
                <a:lnTo>
                  <a:pt x="15656" y="3058"/>
                </a:lnTo>
                <a:lnTo>
                  <a:pt x="15930" y="4614"/>
                </a:lnTo>
                <a:lnTo>
                  <a:pt x="16129" y="5294"/>
                </a:lnTo>
                <a:lnTo>
                  <a:pt x="16479" y="6490"/>
                </a:lnTo>
                <a:lnTo>
                  <a:pt x="17280" y="9228"/>
                </a:lnTo>
                <a:lnTo>
                  <a:pt x="18708" y="9228"/>
                </a:lnTo>
                <a:lnTo>
                  <a:pt x="20144" y="9228"/>
                </a:lnTo>
                <a:lnTo>
                  <a:pt x="21600" y="9228"/>
                </a:lnTo>
                <a:lnTo>
                  <a:pt x="21287" y="11437"/>
                </a:lnTo>
                <a:lnTo>
                  <a:pt x="21019" y="13018"/>
                </a:lnTo>
                <a:lnTo>
                  <a:pt x="20691" y="14421"/>
                </a:lnTo>
                <a:lnTo>
                  <a:pt x="20198" y="16088"/>
                </a:lnTo>
                <a:lnTo>
                  <a:pt x="19440" y="18456"/>
                </a:lnTo>
                <a:lnTo>
                  <a:pt x="17963" y="19225"/>
                </a:lnTo>
                <a:lnTo>
                  <a:pt x="16483" y="19871"/>
                </a:lnTo>
                <a:lnTo>
                  <a:pt x="14999" y="20403"/>
                </a:lnTo>
                <a:lnTo>
                  <a:pt x="13511" y="20828"/>
                </a:lnTo>
                <a:lnTo>
                  <a:pt x="12012" y="21154"/>
                </a:lnTo>
                <a:lnTo>
                  <a:pt x="10504" y="21385"/>
                </a:lnTo>
                <a:lnTo>
                  <a:pt x="8981" y="21532"/>
                </a:lnTo>
                <a:lnTo>
                  <a:pt x="7446" y="21600"/>
                </a:lnTo>
                <a:lnTo>
                  <a:pt x="5892" y="21597"/>
                </a:lnTo>
                <a:lnTo>
                  <a:pt x="4320" y="21532"/>
                </a:lnTo>
                <a:lnTo>
                  <a:pt x="2951" y="19887"/>
                </a:lnTo>
                <a:lnTo>
                  <a:pt x="2000" y="18629"/>
                </a:lnTo>
                <a:lnTo>
                  <a:pt x="1350" y="17497"/>
                </a:lnTo>
                <a:lnTo>
                  <a:pt x="879" y="16235"/>
                </a:lnTo>
                <a:lnTo>
                  <a:pt x="471" y="14590"/>
                </a:lnTo>
                <a:lnTo>
                  <a:pt x="0" y="12304"/>
                </a:lnTo>
                <a:lnTo>
                  <a:pt x="406" y="9739"/>
                </a:lnTo>
                <a:lnTo>
                  <a:pt x="721" y="7976"/>
                </a:lnTo>
                <a:lnTo>
                  <a:pt x="1050" y="6574"/>
                </a:lnTo>
                <a:lnTo>
                  <a:pt x="1495" y="5088"/>
                </a:lnTo>
                <a:lnTo>
                  <a:pt x="2160" y="3076"/>
                </a:lnTo>
                <a:lnTo>
                  <a:pt x="2160" y="5109"/>
                </a:lnTo>
                <a:lnTo>
                  <a:pt x="2160" y="7155"/>
                </a:lnTo>
                <a:lnTo>
                  <a:pt x="2160" y="9228"/>
                </a:lnTo>
                <a:lnTo>
                  <a:pt x="3722" y="9437"/>
                </a:lnTo>
                <a:lnTo>
                  <a:pt x="5266" y="9610"/>
                </a:lnTo>
                <a:lnTo>
                  <a:pt x="6802" y="9723"/>
                </a:lnTo>
                <a:lnTo>
                  <a:pt x="8333" y="9760"/>
                </a:lnTo>
                <a:lnTo>
                  <a:pt x="9867" y="9702"/>
                </a:lnTo>
                <a:lnTo>
                  <a:pt x="11407" y="9533"/>
                </a:lnTo>
                <a:lnTo>
                  <a:pt x="12960" y="9228"/>
                </a:lnTo>
                <a:lnTo>
                  <a:pt x="13820" y="6940"/>
                </a:lnTo>
                <a:lnTo>
                  <a:pt x="14362" y="5315"/>
                </a:lnTo>
                <a:lnTo>
                  <a:pt x="14690" y="3913"/>
                </a:lnTo>
                <a:lnTo>
                  <a:pt x="14908" y="2289"/>
                </a:lnTo>
                <a:lnTo>
                  <a:pt x="15120" y="0"/>
                </a:lnTo>
                <a:close/>
              </a:path>
            </a:pathLst>
          </a:custGeom>
          <a:solidFill>
            <a:srgbClr val="E2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439" name="contour_09437"/>
          <p:cNvSpPr/>
          <p:nvPr/>
        </p:nvSpPr>
        <p:spPr>
          <a:xfrm>
            <a:off x="4410988" y="2234578"/>
            <a:ext cx="45062" cy="611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0" y="88"/>
                </a:moveTo>
                <a:lnTo>
                  <a:pt x="9701" y="0"/>
                </a:lnTo>
                <a:lnTo>
                  <a:pt x="11815" y="28"/>
                </a:lnTo>
                <a:lnTo>
                  <a:pt x="13848" y="193"/>
                </a:lnTo>
                <a:lnTo>
                  <a:pt x="15913" y="510"/>
                </a:lnTo>
                <a:lnTo>
                  <a:pt x="18107" y="1002"/>
                </a:lnTo>
                <a:lnTo>
                  <a:pt x="19602" y="2531"/>
                </a:lnTo>
                <a:lnTo>
                  <a:pt x="20531" y="3697"/>
                </a:lnTo>
                <a:lnTo>
                  <a:pt x="21062" y="4872"/>
                </a:lnTo>
                <a:lnTo>
                  <a:pt x="21362" y="6424"/>
                </a:lnTo>
                <a:lnTo>
                  <a:pt x="21600" y="8726"/>
                </a:lnTo>
                <a:lnTo>
                  <a:pt x="20887" y="10392"/>
                </a:lnTo>
                <a:lnTo>
                  <a:pt x="20122" y="12035"/>
                </a:lnTo>
                <a:lnTo>
                  <a:pt x="19308" y="13657"/>
                </a:lnTo>
                <a:lnTo>
                  <a:pt x="18445" y="15263"/>
                </a:lnTo>
                <a:lnTo>
                  <a:pt x="17544" y="16855"/>
                </a:lnTo>
                <a:lnTo>
                  <a:pt x="16601" y="18441"/>
                </a:lnTo>
                <a:lnTo>
                  <a:pt x="15623" y="20019"/>
                </a:lnTo>
                <a:lnTo>
                  <a:pt x="14613" y="21600"/>
                </a:lnTo>
                <a:lnTo>
                  <a:pt x="10955" y="19422"/>
                </a:lnTo>
                <a:lnTo>
                  <a:pt x="8024" y="17645"/>
                </a:lnTo>
                <a:lnTo>
                  <a:pt x="5722" y="16190"/>
                </a:lnTo>
                <a:lnTo>
                  <a:pt x="3969" y="14978"/>
                </a:lnTo>
                <a:lnTo>
                  <a:pt x="2672" y="13927"/>
                </a:lnTo>
                <a:lnTo>
                  <a:pt x="1747" y="12959"/>
                </a:lnTo>
                <a:lnTo>
                  <a:pt x="1107" y="11996"/>
                </a:lnTo>
                <a:lnTo>
                  <a:pt x="657" y="10953"/>
                </a:lnTo>
                <a:lnTo>
                  <a:pt x="318" y="9756"/>
                </a:lnTo>
                <a:lnTo>
                  <a:pt x="0" y="8324"/>
                </a:lnTo>
                <a:lnTo>
                  <a:pt x="489" y="6386"/>
                </a:lnTo>
                <a:lnTo>
                  <a:pt x="1100" y="4696"/>
                </a:lnTo>
                <a:lnTo>
                  <a:pt x="1970" y="3237"/>
                </a:lnTo>
                <a:lnTo>
                  <a:pt x="3224" y="1993"/>
                </a:lnTo>
                <a:lnTo>
                  <a:pt x="4996" y="948"/>
                </a:lnTo>
                <a:lnTo>
                  <a:pt x="7410" y="88"/>
                </a:lnTo>
                <a:close/>
              </a:path>
            </a:pathLst>
          </a:custGeom>
          <a:solidFill>
            <a:srgbClr val="455E6F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0" name="contour_09438"/>
          <p:cNvSpPr/>
          <p:nvPr/>
        </p:nvSpPr>
        <p:spPr>
          <a:xfrm>
            <a:off x="1941692" y="2200973"/>
            <a:ext cx="87456" cy="489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0"/>
                </a:moveTo>
                <a:lnTo>
                  <a:pt x="20693" y="0"/>
                </a:lnTo>
                <a:lnTo>
                  <a:pt x="21600" y="0"/>
                </a:lnTo>
                <a:lnTo>
                  <a:pt x="21600" y="2121"/>
                </a:lnTo>
                <a:lnTo>
                  <a:pt x="21600" y="4245"/>
                </a:lnTo>
                <a:lnTo>
                  <a:pt x="21600" y="6369"/>
                </a:lnTo>
                <a:lnTo>
                  <a:pt x="21600" y="8499"/>
                </a:lnTo>
                <a:lnTo>
                  <a:pt x="21600" y="10636"/>
                </a:lnTo>
                <a:lnTo>
                  <a:pt x="21600" y="12783"/>
                </a:lnTo>
                <a:lnTo>
                  <a:pt x="21600" y="14936"/>
                </a:lnTo>
                <a:lnTo>
                  <a:pt x="21600" y="17101"/>
                </a:lnTo>
                <a:lnTo>
                  <a:pt x="21600" y="19280"/>
                </a:lnTo>
                <a:lnTo>
                  <a:pt x="20239" y="19778"/>
                </a:lnTo>
                <a:lnTo>
                  <a:pt x="18911" y="20218"/>
                </a:lnTo>
                <a:lnTo>
                  <a:pt x="17611" y="20601"/>
                </a:lnTo>
                <a:lnTo>
                  <a:pt x="16337" y="20922"/>
                </a:lnTo>
                <a:lnTo>
                  <a:pt x="15084" y="21182"/>
                </a:lnTo>
                <a:lnTo>
                  <a:pt x="13844" y="21381"/>
                </a:lnTo>
                <a:lnTo>
                  <a:pt x="12618" y="21516"/>
                </a:lnTo>
                <a:lnTo>
                  <a:pt x="11398" y="21590"/>
                </a:lnTo>
                <a:lnTo>
                  <a:pt x="10179" y="21600"/>
                </a:lnTo>
                <a:lnTo>
                  <a:pt x="8960" y="21545"/>
                </a:lnTo>
                <a:lnTo>
                  <a:pt x="7735" y="21423"/>
                </a:lnTo>
                <a:lnTo>
                  <a:pt x="6498" y="21237"/>
                </a:lnTo>
                <a:lnTo>
                  <a:pt x="5247" y="20983"/>
                </a:lnTo>
                <a:lnTo>
                  <a:pt x="3974" y="20662"/>
                </a:lnTo>
                <a:lnTo>
                  <a:pt x="2680" y="20270"/>
                </a:lnTo>
                <a:lnTo>
                  <a:pt x="1355" y="19810"/>
                </a:lnTo>
                <a:lnTo>
                  <a:pt x="0" y="19280"/>
                </a:lnTo>
                <a:lnTo>
                  <a:pt x="0" y="17156"/>
                </a:lnTo>
                <a:lnTo>
                  <a:pt x="0" y="15019"/>
                </a:lnTo>
                <a:lnTo>
                  <a:pt x="0" y="12853"/>
                </a:lnTo>
                <a:lnTo>
                  <a:pt x="1152" y="12985"/>
                </a:lnTo>
                <a:lnTo>
                  <a:pt x="2313" y="13120"/>
                </a:lnTo>
                <a:lnTo>
                  <a:pt x="3488" y="13255"/>
                </a:lnTo>
                <a:lnTo>
                  <a:pt x="4952" y="13258"/>
                </a:lnTo>
                <a:lnTo>
                  <a:pt x="5915" y="13152"/>
                </a:lnTo>
                <a:lnTo>
                  <a:pt x="7200" y="12853"/>
                </a:lnTo>
                <a:lnTo>
                  <a:pt x="7988" y="10945"/>
                </a:lnTo>
                <a:lnTo>
                  <a:pt x="8438" y="9640"/>
                </a:lnTo>
                <a:lnTo>
                  <a:pt x="8719" y="8335"/>
                </a:lnTo>
                <a:lnTo>
                  <a:pt x="9000" y="6427"/>
                </a:lnTo>
                <a:lnTo>
                  <a:pt x="9302" y="7959"/>
                </a:lnTo>
                <a:lnTo>
                  <a:pt x="9612" y="9515"/>
                </a:lnTo>
                <a:lnTo>
                  <a:pt x="10332" y="11465"/>
                </a:lnTo>
                <a:lnTo>
                  <a:pt x="10919" y="12603"/>
                </a:lnTo>
                <a:lnTo>
                  <a:pt x="11686" y="13361"/>
                </a:lnTo>
                <a:lnTo>
                  <a:pt x="12944" y="14184"/>
                </a:lnTo>
                <a:lnTo>
                  <a:pt x="14170" y="14521"/>
                </a:lnTo>
                <a:lnTo>
                  <a:pt x="15412" y="14862"/>
                </a:lnTo>
                <a:lnTo>
                  <a:pt x="15889" y="14993"/>
                </a:lnTo>
                <a:lnTo>
                  <a:pt x="16504" y="15160"/>
                </a:lnTo>
                <a:lnTo>
                  <a:pt x="17671" y="15482"/>
                </a:lnTo>
                <a:lnTo>
                  <a:pt x="19800" y="16067"/>
                </a:lnTo>
                <a:lnTo>
                  <a:pt x="19800" y="13795"/>
                </a:lnTo>
                <a:lnTo>
                  <a:pt x="19800" y="11520"/>
                </a:lnTo>
                <a:lnTo>
                  <a:pt x="19800" y="9238"/>
                </a:lnTo>
                <a:lnTo>
                  <a:pt x="19800" y="6947"/>
                </a:lnTo>
                <a:lnTo>
                  <a:pt x="19800" y="4646"/>
                </a:lnTo>
                <a:lnTo>
                  <a:pt x="19800" y="2333"/>
                </a:lnTo>
                <a:lnTo>
                  <a:pt x="19800" y="0"/>
                </a:lnTo>
                <a:close/>
              </a:path>
            </a:pathLst>
          </a:custGeom>
          <a:solidFill>
            <a:srgbClr val="BEBFBF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1" name="contour_09439"/>
          <p:cNvSpPr/>
          <p:nvPr/>
        </p:nvSpPr>
        <p:spPr>
          <a:xfrm>
            <a:off x="5294169" y="2200427"/>
            <a:ext cx="66335" cy="299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35" y="68"/>
                </a:moveTo>
                <a:lnTo>
                  <a:pt x="15817" y="116"/>
                </a:lnTo>
                <a:lnTo>
                  <a:pt x="17105" y="158"/>
                </a:lnTo>
                <a:lnTo>
                  <a:pt x="18411" y="205"/>
                </a:lnTo>
                <a:lnTo>
                  <a:pt x="19144" y="252"/>
                </a:lnTo>
                <a:lnTo>
                  <a:pt x="21358" y="394"/>
                </a:lnTo>
                <a:lnTo>
                  <a:pt x="21519" y="4196"/>
                </a:lnTo>
                <a:lnTo>
                  <a:pt x="21600" y="6920"/>
                </a:lnTo>
                <a:lnTo>
                  <a:pt x="21600" y="9317"/>
                </a:lnTo>
                <a:lnTo>
                  <a:pt x="21519" y="12146"/>
                </a:lnTo>
                <a:lnTo>
                  <a:pt x="21358" y="16168"/>
                </a:lnTo>
                <a:lnTo>
                  <a:pt x="20003" y="17735"/>
                </a:lnTo>
                <a:lnTo>
                  <a:pt x="18994" y="18634"/>
                </a:lnTo>
                <a:lnTo>
                  <a:pt x="17834" y="19208"/>
                </a:lnTo>
                <a:lnTo>
                  <a:pt x="16018" y="19786"/>
                </a:lnTo>
                <a:lnTo>
                  <a:pt x="15209" y="20038"/>
                </a:lnTo>
                <a:lnTo>
                  <a:pt x="12765" y="20806"/>
                </a:lnTo>
                <a:lnTo>
                  <a:pt x="11158" y="21085"/>
                </a:lnTo>
                <a:lnTo>
                  <a:pt x="9564" y="21295"/>
                </a:lnTo>
                <a:lnTo>
                  <a:pt x="7974" y="21453"/>
                </a:lnTo>
                <a:lnTo>
                  <a:pt x="6386" y="21553"/>
                </a:lnTo>
                <a:lnTo>
                  <a:pt x="4798" y="21600"/>
                </a:lnTo>
                <a:lnTo>
                  <a:pt x="3208" y="21595"/>
                </a:lnTo>
                <a:lnTo>
                  <a:pt x="1609" y="21532"/>
                </a:lnTo>
                <a:lnTo>
                  <a:pt x="0" y="21426"/>
                </a:lnTo>
                <a:lnTo>
                  <a:pt x="745" y="15175"/>
                </a:lnTo>
                <a:lnTo>
                  <a:pt x="1324" y="10868"/>
                </a:lnTo>
                <a:lnTo>
                  <a:pt x="1853" y="7971"/>
                </a:lnTo>
                <a:lnTo>
                  <a:pt x="2459" y="5968"/>
                </a:lnTo>
                <a:lnTo>
                  <a:pt x="3258" y="4333"/>
                </a:lnTo>
                <a:lnTo>
                  <a:pt x="4376" y="2529"/>
                </a:lnTo>
                <a:lnTo>
                  <a:pt x="5847" y="1525"/>
                </a:lnTo>
                <a:lnTo>
                  <a:pt x="7276" y="815"/>
                </a:lnTo>
                <a:lnTo>
                  <a:pt x="8678" y="358"/>
                </a:lnTo>
                <a:lnTo>
                  <a:pt x="10083" y="100"/>
                </a:lnTo>
                <a:lnTo>
                  <a:pt x="11512" y="0"/>
                </a:lnTo>
                <a:lnTo>
                  <a:pt x="12988" y="0"/>
                </a:lnTo>
                <a:lnTo>
                  <a:pt x="14535" y="68"/>
                </a:lnTo>
                <a:close/>
              </a:path>
            </a:pathLst>
          </a:custGeom>
          <a:solidFill>
            <a:srgbClr val="272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2" name="contour_09440"/>
          <p:cNvSpPr/>
          <p:nvPr/>
        </p:nvSpPr>
        <p:spPr>
          <a:xfrm>
            <a:off x="6904159" y="2156502"/>
            <a:ext cx="58960" cy="51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" y="310"/>
                </a:moveTo>
                <a:lnTo>
                  <a:pt x="2315" y="82"/>
                </a:lnTo>
                <a:lnTo>
                  <a:pt x="4101" y="0"/>
                </a:lnTo>
                <a:lnTo>
                  <a:pt x="5692" y="113"/>
                </a:lnTo>
                <a:lnTo>
                  <a:pt x="7180" y="462"/>
                </a:lnTo>
                <a:lnTo>
                  <a:pt x="8659" y="1101"/>
                </a:lnTo>
                <a:lnTo>
                  <a:pt x="10221" y="2071"/>
                </a:lnTo>
                <a:lnTo>
                  <a:pt x="11953" y="3422"/>
                </a:lnTo>
                <a:lnTo>
                  <a:pt x="13102" y="4781"/>
                </a:lnTo>
                <a:lnTo>
                  <a:pt x="14255" y="6147"/>
                </a:lnTo>
                <a:lnTo>
                  <a:pt x="15427" y="7534"/>
                </a:lnTo>
                <a:lnTo>
                  <a:pt x="16594" y="8875"/>
                </a:lnTo>
                <a:lnTo>
                  <a:pt x="17769" y="10228"/>
                </a:lnTo>
                <a:lnTo>
                  <a:pt x="18962" y="11597"/>
                </a:lnTo>
                <a:lnTo>
                  <a:pt x="20249" y="13559"/>
                </a:lnTo>
                <a:lnTo>
                  <a:pt x="21031" y="15061"/>
                </a:lnTo>
                <a:lnTo>
                  <a:pt x="21432" y="16582"/>
                </a:lnTo>
                <a:lnTo>
                  <a:pt x="21579" y="18601"/>
                </a:lnTo>
                <a:lnTo>
                  <a:pt x="21600" y="21600"/>
                </a:lnTo>
                <a:lnTo>
                  <a:pt x="20062" y="21077"/>
                </a:lnTo>
                <a:lnTo>
                  <a:pt x="18524" y="20551"/>
                </a:lnTo>
                <a:lnTo>
                  <a:pt x="16992" y="20018"/>
                </a:lnTo>
                <a:lnTo>
                  <a:pt x="15456" y="19480"/>
                </a:lnTo>
                <a:lnTo>
                  <a:pt x="13924" y="18939"/>
                </a:lnTo>
                <a:lnTo>
                  <a:pt x="12498" y="18446"/>
                </a:lnTo>
                <a:lnTo>
                  <a:pt x="11062" y="17947"/>
                </a:lnTo>
                <a:lnTo>
                  <a:pt x="9607" y="17442"/>
                </a:lnTo>
                <a:lnTo>
                  <a:pt x="7892" y="16573"/>
                </a:lnTo>
                <a:lnTo>
                  <a:pt x="6381" y="15684"/>
                </a:lnTo>
                <a:lnTo>
                  <a:pt x="5025" y="14733"/>
                </a:lnTo>
                <a:lnTo>
                  <a:pt x="3781" y="13674"/>
                </a:lnTo>
                <a:lnTo>
                  <a:pt x="2598" y="12470"/>
                </a:lnTo>
                <a:lnTo>
                  <a:pt x="1434" y="11071"/>
                </a:lnTo>
                <a:lnTo>
                  <a:pt x="240" y="9434"/>
                </a:lnTo>
                <a:lnTo>
                  <a:pt x="80" y="6989"/>
                </a:lnTo>
                <a:lnTo>
                  <a:pt x="0" y="5292"/>
                </a:lnTo>
                <a:lnTo>
                  <a:pt x="0" y="3905"/>
                </a:lnTo>
                <a:lnTo>
                  <a:pt x="80" y="2391"/>
                </a:lnTo>
                <a:lnTo>
                  <a:pt x="240" y="310"/>
                </a:lnTo>
                <a:close/>
              </a:path>
            </a:pathLst>
          </a:custGeom>
          <a:solidFill>
            <a:srgbClr val="D6E5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3" name="contour_09441"/>
          <p:cNvSpPr/>
          <p:nvPr/>
        </p:nvSpPr>
        <p:spPr>
          <a:xfrm>
            <a:off x="5155697" y="216453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62" y="68"/>
                </a:lnTo>
                <a:lnTo>
                  <a:pt x="9914" y="230"/>
                </a:lnTo>
                <a:lnTo>
                  <a:pt x="11575" y="616"/>
                </a:lnTo>
                <a:lnTo>
                  <a:pt x="14077" y="1350"/>
                </a:lnTo>
                <a:lnTo>
                  <a:pt x="16191" y="1951"/>
                </a:lnTo>
                <a:lnTo>
                  <a:pt x="18332" y="2560"/>
                </a:lnTo>
                <a:lnTo>
                  <a:pt x="19955" y="3074"/>
                </a:lnTo>
                <a:lnTo>
                  <a:pt x="21600" y="3600"/>
                </a:lnTo>
                <a:lnTo>
                  <a:pt x="20082" y="4262"/>
                </a:lnTo>
                <a:lnTo>
                  <a:pt x="18539" y="4936"/>
                </a:lnTo>
                <a:lnTo>
                  <a:pt x="16996" y="6059"/>
                </a:lnTo>
                <a:lnTo>
                  <a:pt x="15429" y="7200"/>
                </a:lnTo>
                <a:lnTo>
                  <a:pt x="15012" y="9810"/>
                </a:lnTo>
                <a:lnTo>
                  <a:pt x="14913" y="11736"/>
                </a:lnTo>
                <a:lnTo>
                  <a:pt x="15043" y="14623"/>
                </a:lnTo>
                <a:lnTo>
                  <a:pt x="15101" y="15649"/>
                </a:lnTo>
                <a:lnTo>
                  <a:pt x="15200" y="17460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1037" y="16430"/>
                </a:lnTo>
                <a:lnTo>
                  <a:pt x="1867" y="12370"/>
                </a:lnTo>
                <a:lnTo>
                  <a:pt x="2540" y="9238"/>
                </a:lnTo>
                <a:lnTo>
                  <a:pt x="3110" y="6854"/>
                </a:lnTo>
                <a:lnTo>
                  <a:pt x="3629" y="5047"/>
                </a:lnTo>
                <a:lnTo>
                  <a:pt x="4141" y="3636"/>
                </a:lnTo>
                <a:lnTo>
                  <a:pt x="4703" y="2444"/>
                </a:lnTo>
                <a:lnTo>
                  <a:pt x="5363" y="1289"/>
                </a:lnTo>
                <a:lnTo>
                  <a:pt x="6171" y="0"/>
                </a:lnTo>
                <a:close/>
              </a:path>
            </a:pathLst>
          </a:custGeom>
          <a:solidFill>
            <a:srgbClr val="939E9F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4" name="contour_09442"/>
          <p:cNvSpPr/>
          <p:nvPr/>
        </p:nvSpPr>
        <p:spPr>
          <a:xfrm>
            <a:off x="4310290" y="2128669"/>
            <a:ext cx="65592" cy="35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4043"/>
                </a:moveTo>
                <a:lnTo>
                  <a:pt x="19906" y="6962"/>
                </a:lnTo>
                <a:lnTo>
                  <a:pt x="20436" y="9762"/>
                </a:lnTo>
                <a:lnTo>
                  <a:pt x="20827" y="12536"/>
                </a:lnTo>
                <a:lnTo>
                  <a:pt x="21125" y="15372"/>
                </a:lnTo>
                <a:lnTo>
                  <a:pt x="21370" y="18365"/>
                </a:lnTo>
                <a:lnTo>
                  <a:pt x="21600" y="21600"/>
                </a:lnTo>
                <a:lnTo>
                  <a:pt x="20150" y="21086"/>
                </a:lnTo>
                <a:lnTo>
                  <a:pt x="18701" y="20569"/>
                </a:lnTo>
                <a:lnTo>
                  <a:pt x="17251" y="20046"/>
                </a:lnTo>
                <a:lnTo>
                  <a:pt x="15804" y="19519"/>
                </a:lnTo>
                <a:lnTo>
                  <a:pt x="14357" y="18984"/>
                </a:lnTo>
                <a:lnTo>
                  <a:pt x="12910" y="18444"/>
                </a:lnTo>
                <a:lnTo>
                  <a:pt x="11352" y="17873"/>
                </a:lnTo>
                <a:lnTo>
                  <a:pt x="9792" y="17316"/>
                </a:lnTo>
                <a:lnTo>
                  <a:pt x="8230" y="16772"/>
                </a:lnTo>
                <a:lnTo>
                  <a:pt x="6665" y="16249"/>
                </a:lnTo>
                <a:lnTo>
                  <a:pt x="5357" y="15762"/>
                </a:lnTo>
                <a:lnTo>
                  <a:pt x="4356" y="15336"/>
                </a:lnTo>
                <a:lnTo>
                  <a:pt x="3343" y="14818"/>
                </a:lnTo>
                <a:lnTo>
                  <a:pt x="1997" y="14033"/>
                </a:lnTo>
                <a:lnTo>
                  <a:pt x="0" y="12821"/>
                </a:lnTo>
                <a:lnTo>
                  <a:pt x="0" y="9920"/>
                </a:lnTo>
                <a:lnTo>
                  <a:pt x="0" y="7001"/>
                </a:lnTo>
                <a:lnTo>
                  <a:pt x="0" y="4043"/>
                </a:lnTo>
                <a:lnTo>
                  <a:pt x="1728" y="2871"/>
                </a:lnTo>
                <a:lnTo>
                  <a:pt x="3389" y="1887"/>
                </a:lnTo>
                <a:lnTo>
                  <a:pt x="4997" y="1102"/>
                </a:lnTo>
                <a:lnTo>
                  <a:pt x="6566" y="522"/>
                </a:lnTo>
                <a:lnTo>
                  <a:pt x="8107" y="149"/>
                </a:lnTo>
                <a:lnTo>
                  <a:pt x="9634" y="0"/>
                </a:lnTo>
                <a:lnTo>
                  <a:pt x="11160" y="75"/>
                </a:lnTo>
                <a:lnTo>
                  <a:pt x="12694" y="377"/>
                </a:lnTo>
                <a:lnTo>
                  <a:pt x="14254" y="922"/>
                </a:lnTo>
                <a:lnTo>
                  <a:pt x="15850" y="1707"/>
                </a:lnTo>
                <a:lnTo>
                  <a:pt x="17494" y="2748"/>
                </a:lnTo>
                <a:lnTo>
                  <a:pt x="19200" y="4043"/>
                </a:lnTo>
                <a:close/>
              </a:path>
            </a:pathLst>
          </a:custGeom>
          <a:solidFill>
            <a:srgbClr val="6992AB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5" name="contour_09443"/>
          <p:cNvSpPr/>
          <p:nvPr/>
        </p:nvSpPr>
        <p:spPr>
          <a:xfrm>
            <a:off x="1475261" y="2091654"/>
            <a:ext cx="58304" cy="539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856" y="327"/>
                </a:lnTo>
                <a:lnTo>
                  <a:pt x="9563" y="633"/>
                </a:lnTo>
                <a:lnTo>
                  <a:pt x="10379" y="983"/>
                </a:lnTo>
                <a:lnTo>
                  <a:pt x="11459" y="1453"/>
                </a:lnTo>
                <a:lnTo>
                  <a:pt x="12963" y="2100"/>
                </a:lnTo>
                <a:lnTo>
                  <a:pt x="15047" y="3002"/>
                </a:lnTo>
                <a:lnTo>
                  <a:pt x="17874" y="4224"/>
                </a:lnTo>
                <a:lnTo>
                  <a:pt x="21600" y="5834"/>
                </a:lnTo>
                <a:lnTo>
                  <a:pt x="21014" y="6149"/>
                </a:lnTo>
                <a:lnTo>
                  <a:pt x="20255" y="6560"/>
                </a:lnTo>
                <a:lnTo>
                  <a:pt x="18822" y="7336"/>
                </a:lnTo>
                <a:lnTo>
                  <a:pt x="16200" y="8751"/>
                </a:lnTo>
                <a:lnTo>
                  <a:pt x="15601" y="10866"/>
                </a:lnTo>
                <a:lnTo>
                  <a:pt x="15293" y="12426"/>
                </a:lnTo>
                <a:lnTo>
                  <a:pt x="15017" y="14766"/>
                </a:lnTo>
                <a:lnTo>
                  <a:pt x="14569" y="17041"/>
                </a:lnTo>
                <a:lnTo>
                  <a:pt x="14175" y="18508"/>
                </a:lnTo>
                <a:lnTo>
                  <a:pt x="13500" y="20419"/>
                </a:lnTo>
                <a:lnTo>
                  <a:pt x="11572" y="21206"/>
                </a:lnTo>
                <a:lnTo>
                  <a:pt x="10187" y="21600"/>
                </a:lnTo>
                <a:lnTo>
                  <a:pt x="8956" y="21600"/>
                </a:lnTo>
                <a:lnTo>
                  <a:pt x="7490" y="21206"/>
                </a:lnTo>
                <a:lnTo>
                  <a:pt x="5400" y="20419"/>
                </a:lnTo>
                <a:lnTo>
                  <a:pt x="4525" y="18668"/>
                </a:lnTo>
                <a:lnTo>
                  <a:pt x="3729" y="16898"/>
                </a:lnTo>
                <a:lnTo>
                  <a:pt x="2997" y="15107"/>
                </a:lnTo>
                <a:lnTo>
                  <a:pt x="2322" y="13295"/>
                </a:lnTo>
                <a:lnTo>
                  <a:pt x="1696" y="11467"/>
                </a:lnTo>
                <a:lnTo>
                  <a:pt x="1104" y="9611"/>
                </a:lnTo>
                <a:lnTo>
                  <a:pt x="543" y="7736"/>
                </a:lnTo>
                <a:lnTo>
                  <a:pt x="0" y="5834"/>
                </a:lnTo>
                <a:lnTo>
                  <a:pt x="1604" y="5834"/>
                </a:lnTo>
                <a:lnTo>
                  <a:pt x="3213" y="5834"/>
                </a:lnTo>
                <a:lnTo>
                  <a:pt x="4828" y="5834"/>
                </a:lnTo>
                <a:lnTo>
                  <a:pt x="6456" y="5834"/>
                </a:lnTo>
                <a:lnTo>
                  <a:pt x="8100" y="5834"/>
                </a:lnTo>
                <a:lnTo>
                  <a:pt x="8100" y="3906"/>
                </a:lnTo>
                <a:lnTo>
                  <a:pt x="8100" y="1966"/>
                </a:lnTo>
                <a:lnTo>
                  <a:pt x="8100" y="0"/>
                </a:lnTo>
                <a:close/>
              </a:path>
            </a:pathLst>
          </a:custGeom>
          <a:solidFill>
            <a:srgbClr val="4E4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6" name="contour_09444"/>
          <p:cNvSpPr/>
          <p:nvPr/>
        </p:nvSpPr>
        <p:spPr>
          <a:xfrm>
            <a:off x="3763690" y="2104510"/>
            <a:ext cx="65592" cy="381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974"/>
                </a:moveTo>
                <a:lnTo>
                  <a:pt x="4123" y="549"/>
                </a:lnTo>
                <a:lnTo>
                  <a:pt x="5734" y="248"/>
                </a:lnTo>
                <a:lnTo>
                  <a:pt x="7289" y="66"/>
                </a:lnTo>
                <a:lnTo>
                  <a:pt x="8842" y="0"/>
                </a:lnTo>
                <a:lnTo>
                  <a:pt x="10442" y="45"/>
                </a:lnTo>
                <a:lnTo>
                  <a:pt x="12149" y="198"/>
                </a:lnTo>
                <a:lnTo>
                  <a:pt x="13512" y="285"/>
                </a:lnTo>
                <a:lnTo>
                  <a:pt x="14892" y="371"/>
                </a:lnTo>
                <a:lnTo>
                  <a:pt x="16570" y="495"/>
                </a:lnTo>
                <a:lnTo>
                  <a:pt x="18247" y="639"/>
                </a:lnTo>
                <a:lnTo>
                  <a:pt x="19925" y="800"/>
                </a:lnTo>
                <a:lnTo>
                  <a:pt x="21600" y="974"/>
                </a:lnTo>
                <a:lnTo>
                  <a:pt x="21600" y="3700"/>
                </a:lnTo>
                <a:lnTo>
                  <a:pt x="21600" y="6444"/>
                </a:lnTo>
                <a:lnTo>
                  <a:pt x="21600" y="9224"/>
                </a:lnTo>
                <a:lnTo>
                  <a:pt x="20417" y="11097"/>
                </a:lnTo>
                <a:lnTo>
                  <a:pt x="19202" y="12830"/>
                </a:lnTo>
                <a:lnTo>
                  <a:pt x="17954" y="14430"/>
                </a:lnTo>
                <a:lnTo>
                  <a:pt x="16673" y="15907"/>
                </a:lnTo>
                <a:lnTo>
                  <a:pt x="15350" y="17260"/>
                </a:lnTo>
                <a:lnTo>
                  <a:pt x="13985" y="18498"/>
                </a:lnTo>
                <a:lnTo>
                  <a:pt x="12574" y="19632"/>
                </a:lnTo>
                <a:lnTo>
                  <a:pt x="11114" y="20664"/>
                </a:lnTo>
                <a:lnTo>
                  <a:pt x="9600" y="21600"/>
                </a:lnTo>
                <a:lnTo>
                  <a:pt x="8026" y="20928"/>
                </a:lnTo>
                <a:lnTo>
                  <a:pt x="6562" y="20082"/>
                </a:lnTo>
                <a:lnTo>
                  <a:pt x="5182" y="19067"/>
                </a:lnTo>
                <a:lnTo>
                  <a:pt x="3862" y="17883"/>
                </a:lnTo>
                <a:lnTo>
                  <a:pt x="2573" y="16534"/>
                </a:lnTo>
                <a:lnTo>
                  <a:pt x="1296" y="15020"/>
                </a:lnTo>
                <a:lnTo>
                  <a:pt x="0" y="13349"/>
                </a:lnTo>
                <a:lnTo>
                  <a:pt x="302" y="10305"/>
                </a:lnTo>
                <a:lnTo>
                  <a:pt x="578" y="8139"/>
                </a:lnTo>
                <a:lnTo>
                  <a:pt x="943" y="6258"/>
                </a:lnTo>
                <a:lnTo>
                  <a:pt x="1512" y="4068"/>
                </a:lnTo>
                <a:lnTo>
                  <a:pt x="2400" y="974"/>
                </a:lnTo>
                <a:close/>
              </a:path>
            </a:pathLst>
          </a:custGeom>
          <a:solidFill>
            <a:srgbClr val="2D2F32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7" name="contour_09445"/>
          <p:cNvSpPr/>
          <p:nvPr/>
        </p:nvSpPr>
        <p:spPr>
          <a:xfrm>
            <a:off x="3617930" y="2106230"/>
            <a:ext cx="291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356"/>
                </a:lnTo>
                <a:lnTo>
                  <a:pt x="7133" y="713"/>
                </a:lnTo>
                <a:lnTo>
                  <a:pt x="10719" y="1071"/>
                </a:lnTo>
                <a:lnTo>
                  <a:pt x="14321" y="1432"/>
                </a:lnTo>
                <a:lnTo>
                  <a:pt x="17944" y="1795"/>
                </a:lnTo>
                <a:lnTo>
                  <a:pt x="21600" y="2160"/>
                </a:lnTo>
                <a:lnTo>
                  <a:pt x="20833" y="3579"/>
                </a:lnTo>
                <a:lnTo>
                  <a:pt x="20056" y="4998"/>
                </a:lnTo>
                <a:lnTo>
                  <a:pt x="19273" y="6415"/>
                </a:lnTo>
                <a:lnTo>
                  <a:pt x="18484" y="7832"/>
                </a:lnTo>
                <a:lnTo>
                  <a:pt x="17680" y="9249"/>
                </a:lnTo>
                <a:lnTo>
                  <a:pt x="16875" y="10666"/>
                </a:lnTo>
                <a:lnTo>
                  <a:pt x="16238" y="11878"/>
                </a:lnTo>
                <a:lnTo>
                  <a:pt x="15590" y="13107"/>
                </a:lnTo>
                <a:lnTo>
                  <a:pt x="14893" y="14282"/>
                </a:lnTo>
                <a:lnTo>
                  <a:pt x="14294" y="15198"/>
                </a:lnTo>
                <a:lnTo>
                  <a:pt x="13570" y="16161"/>
                </a:lnTo>
                <a:lnTo>
                  <a:pt x="12479" y="17474"/>
                </a:lnTo>
                <a:lnTo>
                  <a:pt x="10800" y="19440"/>
                </a:lnTo>
                <a:lnTo>
                  <a:pt x="9628" y="19673"/>
                </a:lnTo>
                <a:lnTo>
                  <a:pt x="8111" y="19978"/>
                </a:lnTo>
                <a:lnTo>
                  <a:pt x="5243" y="20552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6"/>
                </a:lnTo>
                <a:lnTo>
                  <a:pt x="0" y="15485"/>
                </a:lnTo>
                <a:lnTo>
                  <a:pt x="0" y="13954"/>
                </a:lnTo>
                <a:lnTo>
                  <a:pt x="0" y="12418"/>
                </a:lnTo>
                <a:lnTo>
                  <a:pt x="0" y="10882"/>
                </a:lnTo>
                <a:lnTo>
                  <a:pt x="0" y="9340"/>
                </a:lnTo>
                <a:lnTo>
                  <a:pt x="0" y="7795"/>
                </a:lnTo>
                <a:lnTo>
                  <a:pt x="0" y="6247"/>
                </a:lnTo>
                <a:lnTo>
                  <a:pt x="0" y="4694"/>
                </a:lnTo>
                <a:lnTo>
                  <a:pt x="0" y="3134"/>
                </a:lnTo>
                <a:lnTo>
                  <a:pt x="0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95A0A5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8" name="contour_09446"/>
          <p:cNvSpPr/>
          <p:nvPr/>
        </p:nvSpPr>
        <p:spPr>
          <a:xfrm>
            <a:off x="10038651" y="2047394"/>
            <a:ext cx="65592" cy="29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690"/>
                </a:moveTo>
                <a:lnTo>
                  <a:pt x="21600" y="8840"/>
                </a:lnTo>
                <a:lnTo>
                  <a:pt x="21600" y="12001"/>
                </a:lnTo>
                <a:lnTo>
                  <a:pt x="21600" y="15173"/>
                </a:lnTo>
                <a:lnTo>
                  <a:pt x="21600" y="18370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8450"/>
                </a:lnTo>
                <a:lnTo>
                  <a:pt x="0" y="15289"/>
                </a:lnTo>
                <a:lnTo>
                  <a:pt x="0" y="12118"/>
                </a:lnTo>
                <a:lnTo>
                  <a:pt x="0" y="8920"/>
                </a:lnTo>
                <a:lnTo>
                  <a:pt x="0" y="5690"/>
                </a:lnTo>
                <a:lnTo>
                  <a:pt x="3506" y="4062"/>
                </a:lnTo>
                <a:lnTo>
                  <a:pt x="6490" y="2710"/>
                </a:lnTo>
                <a:lnTo>
                  <a:pt x="9010" y="1628"/>
                </a:lnTo>
                <a:lnTo>
                  <a:pt x="11122" y="811"/>
                </a:lnTo>
                <a:lnTo>
                  <a:pt x="12888" y="270"/>
                </a:lnTo>
                <a:lnTo>
                  <a:pt x="14364" y="0"/>
                </a:lnTo>
                <a:lnTo>
                  <a:pt x="15612" y="0"/>
                </a:lnTo>
                <a:lnTo>
                  <a:pt x="16692" y="270"/>
                </a:lnTo>
                <a:lnTo>
                  <a:pt x="17659" y="811"/>
                </a:lnTo>
                <a:lnTo>
                  <a:pt x="18576" y="1628"/>
                </a:lnTo>
                <a:lnTo>
                  <a:pt x="19498" y="2710"/>
                </a:lnTo>
                <a:lnTo>
                  <a:pt x="20486" y="4062"/>
                </a:lnTo>
                <a:lnTo>
                  <a:pt x="21600" y="5690"/>
                </a:lnTo>
                <a:close/>
              </a:path>
            </a:pathLst>
          </a:custGeom>
          <a:solidFill>
            <a:srgbClr val="C1C7C8"/>
          </a:solidFill>
          <a:ln>
            <a:noFill/>
          </a:ln>
        </p:spPr>
        <p:txBody>
          <a:bodyPr/>
          <a:lstStyle/>
          <a:p/>
        </p:txBody>
      </p:sp>
      <p:sp>
        <p:nvSpPr>
          <p:cNvPr id="9449" name="contour_09447"/>
          <p:cNvSpPr/>
          <p:nvPr/>
        </p:nvSpPr>
        <p:spPr>
          <a:xfrm>
            <a:off x="9841875" y="2018774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5" y="0"/>
                </a:lnTo>
                <a:lnTo>
                  <a:pt x="14380" y="0"/>
                </a:lnTo>
                <a:lnTo>
                  <a:pt x="16200" y="0"/>
                </a:lnTo>
                <a:lnTo>
                  <a:pt x="16446" y="1438"/>
                </a:lnTo>
                <a:lnTo>
                  <a:pt x="16697" y="2897"/>
                </a:lnTo>
                <a:lnTo>
                  <a:pt x="16921" y="4171"/>
                </a:lnTo>
                <a:lnTo>
                  <a:pt x="17150" y="5450"/>
                </a:lnTo>
                <a:lnTo>
                  <a:pt x="17383" y="6749"/>
                </a:lnTo>
                <a:lnTo>
                  <a:pt x="17480" y="7308"/>
                </a:lnTo>
                <a:lnTo>
                  <a:pt x="17653" y="8294"/>
                </a:lnTo>
                <a:lnTo>
                  <a:pt x="18047" y="10548"/>
                </a:lnTo>
                <a:lnTo>
                  <a:pt x="18433" y="12175"/>
                </a:lnTo>
                <a:lnTo>
                  <a:pt x="18865" y="13774"/>
                </a:lnTo>
                <a:lnTo>
                  <a:pt x="19337" y="15350"/>
                </a:lnTo>
                <a:lnTo>
                  <a:pt x="19848" y="16915"/>
                </a:lnTo>
                <a:lnTo>
                  <a:pt x="20399" y="18473"/>
                </a:lnTo>
                <a:lnTo>
                  <a:pt x="20982" y="20033"/>
                </a:lnTo>
                <a:lnTo>
                  <a:pt x="21600" y="21600"/>
                </a:lnTo>
                <a:lnTo>
                  <a:pt x="19796" y="21262"/>
                </a:lnTo>
                <a:lnTo>
                  <a:pt x="17995" y="20918"/>
                </a:lnTo>
                <a:lnTo>
                  <a:pt x="16195" y="20568"/>
                </a:lnTo>
                <a:lnTo>
                  <a:pt x="14396" y="20215"/>
                </a:lnTo>
                <a:lnTo>
                  <a:pt x="12598" y="19860"/>
                </a:lnTo>
                <a:lnTo>
                  <a:pt x="10800" y="19500"/>
                </a:lnTo>
                <a:lnTo>
                  <a:pt x="9250" y="19217"/>
                </a:lnTo>
                <a:lnTo>
                  <a:pt x="7679" y="18929"/>
                </a:lnTo>
                <a:lnTo>
                  <a:pt x="6199" y="18619"/>
                </a:lnTo>
                <a:lnTo>
                  <a:pt x="5060" y="18353"/>
                </a:lnTo>
                <a:lnTo>
                  <a:pt x="3893" y="18031"/>
                </a:lnTo>
                <a:lnTo>
                  <a:pt x="2330" y="17546"/>
                </a:lnTo>
                <a:lnTo>
                  <a:pt x="0" y="16800"/>
                </a:lnTo>
                <a:lnTo>
                  <a:pt x="0" y="15214"/>
                </a:lnTo>
                <a:lnTo>
                  <a:pt x="0" y="13618"/>
                </a:lnTo>
                <a:lnTo>
                  <a:pt x="0" y="12000"/>
                </a:lnTo>
                <a:lnTo>
                  <a:pt x="1282" y="11702"/>
                </a:lnTo>
                <a:lnTo>
                  <a:pt x="2573" y="11402"/>
                </a:lnTo>
                <a:lnTo>
                  <a:pt x="3883" y="11100"/>
                </a:lnTo>
                <a:lnTo>
                  <a:pt x="5276" y="10606"/>
                </a:lnTo>
                <a:lnTo>
                  <a:pt x="6677" y="10104"/>
                </a:lnTo>
                <a:lnTo>
                  <a:pt x="8100" y="9600"/>
                </a:lnTo>
                <a:lnTo>
                  <a:pt x="8789" y="7898"/>
                </a:lnTo>
                <a:lnTo>
                  <a:pt x="9183" y="6614"/>
                </a:lnTo>
                <a:lnTo>
                  <a:pt x="9617" y="4651"/>
                </a:lnTo>
                <a:lnTo>
                  <a:pt x="9793" y="3967"/>
                </a:lnTo>
                <a:lnTo>
                  <a:pt x="10098" y="2760"/>
                </a:lnTo>
                <a:lnTo>
                  <a:pt x="10800" y="0"/>
                </a:lnTo>
                <a:close/>
              </a:path>
            </a:pathLst>
          </a:custGeom>
          <a:solidFill>
            <a:srgbClr val="766541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0" name="contour_09448"/>
          <p:cNvSpPr/>
          <p:nvPr/>
        </p:nvSpPr>
        <p:spPr>
          <a:xfrm>
            <a:off x="1074421" y="2012506"/>
            <a:ext cx="80168" cy="42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3170"/>
                </a:moveTo>
                <a:lnTo>
                  <a:pt x="19002" y="5448"/>
                </a:lnTo>
                <a:lnTo>
                  <a:pt x="19854" y="6974"/>
                </a:lnTo>
                <a:lnTo>
                  <a:pt x="20597" y="8441"/>
                </a:lnTo>
                <a:lnTo>
                  <a:pt x="21600" y="10542"/>
                </a:lnTo>
                <a:lnTo>
                  <a:pt x="20976" y="10675"/>
                </a:lnTo>
                <a:lnTo>
                  <a:pt x="19092" y="11088"/>
                </a:lnTo>
                <a:lnTo>
                  <a:pt x="18613" y="11213"/>
                </a:lnTo>
                <a:lnTo>
                  <a:pt x="17767" y="11430"/>
                </a:lnTo>
                <a:lnTo>
                  <a:pt x="15831" y="11924"/>
                </a:lnTo>
                <a:lnTo>
                  <a:pt x="14759" y="12182"/>
                </a:lnTo>
                <a:lnTo>
                  <a:pt x="13681" y="12440"/>
                </a:lnTo>
                <a:lnTo>
                  <a:pt x="12587" y="12702"/>
                </a:lnTo>
                <a:lnTo>
                  <a:pt x="10965" y="13646"/>
                </a:lnTo>
                <a:lnTo>
                  <a:pt x="9995" y="14515"/>
                </a:lnTo>
                <a:lnTo>
                  <a:pt x="9290" y="15820"/>
                </a:lnTo>
                <a:lnTo>
                  <a:pt x="8461" y="18058"/>
                </a:lnTo>
                <a:lnTo>
                  <a:pt x="8161" y="19816"/>
                </a:lnTo>
                <a:lnTo>
                  <a:pt x="7855" y="21600"/>
                </a:lnTo>
                <a:lnTo>
                  <a:pt x="7652" y="19241"/>
                </a:lnTo>
                <a:lnTo>
                  <a:pt x="7448" y="16863"/>
                </a:lnTo>
                <a:lnTo>
                  <a:pt x="7242" y="14457"/>
                </a:lnTo>
                <a:lnTo>
                  <a:pt x="6928" y="12046"/>
                </a:lnTo>
                <a:lnTo>
                  <a:pt x="6682" y="10454"/>
                </a:lnTo>
                <a:lnTo>
                  <a:pt x="6378" y="8961"/>
                </a:lnTo>
                <a:lnTo>
                  <a:pt x="5891" y="6856"/>
                </a:lnTo>
                <a:lnTo>
                  <a:pt x="4371" y="5500"/>
                </a:lnTo>
                <a:lnTo>
                  <a:pt x="3305" y="4630"/>
                </a:lnTo>
                <a:lnTo>
                  <a:pt x="2409" y="4069"/>
                </a:lnTo>
                <a:lnTo>
                  <a:pt x="1402" y="3642"/>
                </a:lnTo>
                <a:lnTo>
                  <a:pt x="0" y="3170"/>
                </a:lnTo>
                <a:lnTo>
                  <a:pt x="1418" y="2330"/>
                </a:lnTo>
                <a:lnTo>
                  <a:pt x="2806" y="1611"/>
                </a:lnTo>
                <a:lnTo>
                  <a:pt x="4171" y="1017"/>
                </a:lnTo>
                <a:lnTo>
                  <a:pt x="5518" y="553"/>
                </a:lnTo>
                <a:lnTo>
                  <a:pt x="6849" y="225"/>
                </a:lnTo>
                <a:lnTo>
                  <a:pt x="8175" y="37"/>
                </a:lnTo>
                <a:lnTo>
                  <a:pt x="9498" y="0"/>
                </a:lnTo>
                <a:lnTo>
                  <a:pt x="10824" y="114"/>
                </a:lnTo>
                <a:lnTo>
                  <a:pt x="12155" y="387"/>
                </a:lnTo>
                <a:lnTo>
                  <a:pt x="13502" y="822"/>
                </a:lnTo>
                <a:lnTo>
                  <a:pt x="14867" y="1430"/>
                </a:lnTo>
                <a:lnTo>
                  <a:pt x="16255" y="2208"/>
                </a:lnTo>
                <a:lnTo>
                  <a:pt x="17673" y="3170"/>
                </a:lnTo>
                <a:close/>
              </a:path>
            </a:pathLst>
          </a:custGeom>
          <a:solidFill>
            <a:srgbClr val="645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1" name="contour_09449"/>
          <p:cNvSpPr/>
          <p:nvPr/>
        </p:nvSpPr>
        <p:spPr>
          <a:xfrm>
            <a:off x="10096955" y="2025661"/>
            <a:ext cx="51570" cy="659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81" y="0"/>
                </a:moveTo>
                <a:lnTo>
                  <a:pt x="8700" y="239"/>
                </a:lnTo>
                <a:lnTo>
                  <a:pt x="10690" y="510"/>
                </a:lnTo>
                <a:lnTo>
                  <a:pt x="12604" y="849"/>
                </a:lnTo>
                <a:lnTo>
                  <a:pt x="14484" y="1276"/>
                </a:lnTo>
                <a:lnTo>
                  <a:pt x="16374" y="1822"/>
                </a:lnTo>
                <a:lnTo>
                  <a:pt x="18315" y="2517"/>
                </a:lnTo>
                <a:lnTo>
                  <a:pt x="19353" y="3972"/>
                </a:lnTo>
                <a:lnTo>
                  <a:pt x="20178" y="5401"/>
                </a:lnTo>
                <a:lnTo>
                  <a:pt x="20800" y="6820"/>
                </a:lnTo>
                <a:lnTo>
                  <a:pt x="21237" y="8249"/>
                </a:lnTo>
                <a:lnTo>
                  <a:pt x="21499" y="9709"/>
                </a:lnTo>
                <a:lnTo>
                  <a:pt x="21600" y="11214"/>
                </a:lnTo>
                <a:lnTo>
                  <a:pt x="21551" y="12788"/>
                </a:lnTo>
                <a:lnTo>
                  <a:pt x="21368" y="14444"/>
                </a:lnTo>
                <a:lnTo>
                  <a:pt x="20196" y="16013"/>
                </a:lnTo>
                <a:lnTo>
                  <a:pt x="18932" y="17395"/>
                </a:lnTo>
                <a:lnTo>
                  <a:pt x="17543" y="18613"/>
                </a:lnTo>
                <a:lnTo>
                  <a:pt x="15986" y="19704"/>
                </a:lnTo>
                <a:lnTo>
                  <a:pt x="14222" y="20689"/>
                </a:lnTo>
                <a:lnTo>
                  <a:pt x="12210" y="21600"/>
                </a:lnTo>
                <a:lnTo>
                  <a:pt x="11261" y="21562"/>
                </a:lnTo>
                <a:lnTo>
                  <a:pt x="8395" y="21450"/>
                </a:lnTo>
                <a:lnTo>
                  <a:pt x="7259" y="20340"/>
                </a:lnTo>
                <a:lnTo>
                  <a:pt x="6105" y="19215"/>
                </a:lnTo>
                <a:lnTo>
                  <a:pt x="6649" y="17807"/>
                </a:lnTo>
                <a:lnTo>
                  <a:pt x="7192" y="16400"/>
                </a:lnTo>
                <a:lnTo>
                  <a:pt x="7744" y="14992"/>
                </a:lnTo>
                <a:lnTo>
                  <a:pt x="8303" y="13590"/>
                </a:lnTo>
                <a:lnTo>
                  <a:pt x="8871" y="12187"/>
                </a:lnTo>
                <a:lnTo>
                  <a:pt x="9005" y="10336"/>
                </a:lnTo>
                <a:lnTo>
                  <a:pt x="8611" y="9110"/>
                </a:lnTo>
                <a:lnTo>
                  <a:pt x="7344" y="7454"/>
                </a:lnTo>
                <a:lnTo>
                  <a:pt x="5931" y="6402"/>
                </a:lnTo>
                <a:lnTo>
                  <a:pt x="4499" y="5386"/>
                </a:lnTo>
                <a:lnTo>
                  <a:pt x="3043" y="4401"/>
                </a:lnTo>
                <a:lnTo>
                  <a:pt x="1548" y="3447"/>
                </a:lnTo>
                <a:lnTo>
                  <a:pt x="0" y="2517"/>
                </a:lnTo>
                <a:lnTo>
                  <a:pt x="1819" y="1135"/>
                </a:lnTo>
                <a:lnTo>
                  <a:pt x="3114" y="413"/>
                </a:lnTo>
                <a:lnTo>
                  <a:pt x="4493" y="115"/>
                </a:lnTo>
                <a:lnTo>
                  <a:pt x="6581" y="0"/>
                </a:lnTo>
                <a:close/>
              </a:path>
            </a:pathLst>
          </a:custGeom>
          <a:solidFill>
            <a:srgbClr val="CFBD89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2" name="contour_09450"/>
          <p:cNvSpPr/>
          <p:nvPr/>
        </p:nvSpPr>
        <p:spPr>
          <a:xfrm>
            <a:off x="4456050" y="2026062"/>
            <a:ext cx="14576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48" y="0"/>
                </a:lnTo>
                <a:lnTo>
                  <a:pt x="1497" y="0"/>
                </a:lnTo>
                <a:lnTo>
                  <a:pt x="2245" y="0"/>
                </a:lnTo>
                <a:lnTo>
                  <a:pt x="2995" y="0"/>
                </a:lnTo>
                <a:lnTo>
                  <a:pt x="3744" y="0"/>
                </a:lnTo>
                <a:lnTo>
                  <a:pt x="4495" y="0"/>
                </a:lnTo>
                <a:lnTo>
                  <a:pt x="5246" y="0"/>
                </a:lnTo>
                <a:lnTo>
                  <a:pt x="5997" y="0"/>
                </a:lnTo>
                <a:lnTo>
                  <a:pt x="6750" y="0"/>
                </a:lnTo>
                <a:lnTo>
                  <a:pt x="7503" y="0"/>
                </a:lnTo>
                <a:lnTo>
                  <a:pt x="8258" y="0"/>
                </a:lnTo>
                <a:lnTo>
                  <a:pt x="9014" y="0"/>
                </a:lnTo>
                <a:lnTo>
                  <a:pt x="9771" y="0"/>
                </a:lnTo>
                <a:lnTo>
                  <a:pt x="10530" y="0"/>
                </a:lnTo>
                <a:lnTo>
                  <a:pt x="11290" y="0"/>
                </a:lnTo>
                <a:lnTo>
                  <a:pt x="12053" y="0"/>
                </a:lnTo>
                <a:lnTo>
                  <a:pt x="12816" y="0"/>
                </a:lnTo>
                <a:lnTo>
                  <a:pt x="13582" y="0"/>
                </a:lnTo>
                <a:lnTo>
                  <a:pt x="14350" y="0"/>
                </a:lnTo>
                <a:lnTo>
                  <a:pt x="15120" y="0"/>
                </a:lnTo>
                <a:lnTo>
                  <a:pt x="15120" y="4759"/>
                </a:lnTo>
                <a:lnTo>
                  <a:pt x="15120" y="9547"/>
                </a:lnTo>
                <a:lnTo>
                  <a:pt x="15120" y="14400"/>
                </a:lnTo>
                <a:lnTo>
                  <a:pt x="15833" y="14400"/>
                </a:lnTo>
                <a:lnTo>
                  <a:pt x="16547" y="14400"/>
                </a:lnTo>
                <a:lnTo>
                  <a:pt x="17261" y="14400"/>
                </a:lnTo>
                <a:lnTo>
                  <a:pt x="17977" y="14400"/>
                </a:lnTo>
                <a:lnTo>
                  <a:pt x="18695" y="14400"/>
                </a:lnTo>
                <a:lnTo>
                  <a:pt x="19416" y="14400"/>
                </a:lnTo>
                <a:lnTo>
                  <a:pt x="20140" y="14400"/>
                </a:lnTo>
                <a:lnTo>
                  <a:pt x="20868" y="14400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20856" y="21413"/>
                </a:lnTo>
                <a:lnTo>
                  <a:pt x="20111" y="21226"/>
                </a:lnTo>
                <a:lnTo>
                  <a:pt x="19367" y="21024"/>
                </a:lnTo>
                <a:lnTo>
                  <a:pt x="18622" y="20830"/>
                </a:lnTo>
                <a:lnTo>
                  <a:pt x="17878" y="20621"/>
                </a:lnTo>
                <a:lnTo>
                  <a:pt x="17134" y="20419"/>
                </a:lnTo>
                <a:lnTo>
                  <a:pt x="16389" y="20203"/>
                </a:lnTo>
                <a:lnTo>
                  <a:pt x="15645" y="19987"/>
                </a:lnTo>
                <a:lnTo>
                  <a:pt x="14901" y="19771"/>
                </a:lnTo>
                <a:lnTo>
                  <a:pt x="14157" y="19548"/>
                </a:lnTo>
                <a:lnTo>
                  <a:pt x="13413" y="19318"/>
                </a:lnTo>
                <a:lnTo>
                  <a:pt x="12717" y="19116"/>
                </a:lnTo>
                <a:lnTo>
                  <a:pt x="12020" y="18922"/>
                </a:lnTo>
                <a:lnTo>
                  <a:pt x="11325" y="18734"/>
                </a:lnTo>
                <a:lnTo>
                  <a:pt x="10628" y="18562"/>
                </a:lnTo>
                <a:lnTo>
                  <a:pt x="9961" y="18389"/>
                </a:lnTo>
                <a:lnTo>
                  <a:pt x="9293" y="18202"/>
                </a:lnTo>
                <a:lnTo>
                  <a:pt x="8626" y="18007"/>
                </a:lnTo>
                <a:lnTo>
                  <a:pt x="7959" y="17806"/>
                </a:lnTo>
                <a:lnTo>
                  <a:pt x="7291" y="17597"/>
                </a:lnTo>
                <a:lnTo>
                  <a:pt x="6624" y="17381"/>
                </a:lnTo>
                <a:lnTo>
                  <a:pt x="6312" y="17316"/>
                </a:lnTo>
                <a:lnTo>
                  <a:pt x="5369" y="17129"/>
                </a:lnTo>
                <a:lnTo>
                  <a:pt x="4409" y="16682"/>
                </a:lnTo>
                <a:lnTo>
                  <a:pt x="3632" y="16042"/>
                </a:lnTo>
                <a:lnTo>
                  <a:pt x="2988" y="15055"/>
                </a:lnTo>
                <a:lnTo>
                  <a:pt x="2428" y="13586"/>
                </a:lnTo>
                <a:lnTo>
                  <a:pt x="1900" y="11491"/>
                </a:lnTo>
                <a:lnTo>
                  <a:pt x="1352" y="8626"/>
                </a:lnTo>
                <a:lnTo>
                  <a:pt x="737" y="4838"/>
                </a:lnTo>
                <a:lnTo>
                  <a:pt x="0" y="0"/>
                </a:lnTo>
                <a:close/>
              </a:path>
            </a:pathLst>
          </a:custGeom>
          <a:solidFill>
            <a:srgbClr val="CCE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3" name="contour_09451"/>
          <p:cNvSpPr/>
          <p:nvPr/>
        </p:nvSpPr>
        <p:spPr>
          <a:xfrm>
            <a:off x="2021860" y="1989622"/>
            <a:ext cx="44530" cy="601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35" y="0"/>
                </a:moveTo>
                <a:lnTo>
                  <a:pt x="5317" y="1198"/>
                </a:lnTo>
                <a:lnTo>
                  <a:pt x="7092" y="2403"/>
                </a:lnTo>
                <a:lnTo>
                  <a:pt x="8859" y="3612"/>
                </a:lnTo>
                <a:lnTo>
                  <a:pt x="10620" y="4828"/>
                </a:lnTo>
                <a:lnTo>
                  <a:pt x="12373" y="6047"/>
                </a:lnTo>
                <a:lnTo>
                  <a:pt x="14017" y="7171"/>
                </a:lnTo>
                <a:lnTo>
                  <a:pt x="15668" y="8304"/>
                </a:lnTo>
                <a:lnTo>
                  <a:pt x="17344" y="9449"/>
                </a:lnTo>
                <a:lnTo>
                  <a:pt x="19023" y="11144"/>
                </a:lnTo>
                <a:lnTo>
                  <a:pt x="20232" y="12658"/>
                </a:lnTo>
                <a:lnTo>
                  <a:pt x="21024" y="14089"/>
                </a:lnTo>
                <a:lnTo>
                  <a:pt x="21462" y="15535"/>
                </a:lnTo>
                <a:lnTo>
                  <a:pt x="21600" y="17091"/>
                </a:lnTo>
                <a:lnTo>
                  <a:pt x="21497" y="18854"/>
                </a:lnTo>
                <a:lnTo>
                  <a:pt x="21211" y="20923"/>
                </a:lnTo>
                <a:lnTo>
                  <a:pt x="17340" y="21299"/>
                </a:lnTo>
                <a:lnTo>
                  <a:pt x="14597" y="21524"/>
                </a:lnTo>
                <a:lnTo>
                  <a:pt x="12592" y="21600"/>
                </a:lnTo>
                <a:lnTo>
                  <a:pt x="10931" y="21524"/>
                </a:lnTo>
                <a:lnTo>
                  <a:pt x="9223" y="21299"/>
                </a:lnTo>
                <a:lnTo>
                  <a:pt x="7070" y="20923"/>
                </a:lnTo>
                <a:lnTo>
                  <a:pt x="5441" y="19599"/>
                </a:lnTo>
                <a:lnTo>
                  <a:pt x="4069" y="18245"/>
                </a:lnTo>
                <a:lnTo>
                  <a:pt x="2924" y="16843"/>
                </a:lnTo>
                <a:lnTo>
                  <a:pt x="1976" y="15381"/>
                </a:lnTo>
                <a:lnTo>
                  <a:pt x="1195" y="13840"/>
                </a:lnTo>
                <a:lnTo>
                  <a:pt x="544" y="12206"/>
                </a:lnTo>
                <a:lnTo>
                  <a:pt x="0" y="10461"/>
                </a:lnTo>
                <a:lnTo>
                  <a:pt x="304" y="8599"/>
                </a:lnTo>
                <a:lnTo>
                  <a:pt x="732" y="6852"/>
                </a:lnTo>
                <a:lnTo>
                  <a:pt x="1276" y="5168"/>
                </a:lnTo>
                <a:lnTo>
                  <a:pt x="1930" y="3499"/>
                </a:lnTo>
                <a:lnTo>
                  <a:pt x="2687" y="1794"/>
                </a:lnTo>
                <a:lnTo>
                  <a:pt x="3535" y="0"/>
                </a:lnTo>
                <a:close/>
              </a:path>
            </a:pathLst>
          </a:custGeom>
          <a:solidFill>
            <a:srgbClr val="605F60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4" name="contour_09452"/>
          <p:cNvSpPr/>
          <p:nvPr/>
        </p:nvSpPr>
        <p:spPr>
          <a:xfrm>
            <a:off x="1001542" y="1938314"/>
            <a:ext cx="72880" cy="36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1"/>
                </a:moveTo>
                <a:lnTo>
                  <a:pt x="21600" y="3201"/>
                </a:lnTo>
                <a:lnTo>
                  <a:pt x="21600" y="6236"/>
                </a:lnTo>
                <a:lnTo>
                  <a:pt x="21600" y="9279"/>
                </a:lnTo>
                <a:lnTo>
                  <a:pt x="21600" y="12334"/>
                </a:lnTo>
                <a:lnTo>
                  <a:pt x="21600" y="15403"/>
                </a:lnTo>
                <a:lnTo>
                  <a:pt x="21600" y="18489"/>
                </a:lnTo>
                <a:lnTo>
                  <a:pt x="21600" y="21600"/>
                </a:lnTo>
                <a:lnTo>
                  <a:pt x="20250" y="20837"/>
                </a:lnTo>
                <a:lnTo>
                  <a:pt x="18898" y="20070"/>
                </a:lnTo>
                <a:lnTo>
                  <a:pt x="17548" y="19303"/>
                </a:lnTo>
                <a:lnTo>
                  <a:pt x="16198" y="18536"/>
                </a:lnTo>
                <a:lnTo>
                  <a:pt x="14848" y="17764"/>
                </a:lnTo>
                <a:lnTo>
                  <a:pt x="13498" y="16989"/>
                </a:lnTo>
                <a:lnTo>
                  <a:pt x="12148" y="16213"/>
                </a:lnTo>
                <a:lnTo>
                  <a:pt x="10800" y="15437"/>
                </a:lnTo>
                <a:lnTo>
                  <a:pt x="10342" y="15180"/>
                </a:lnTo>
                <a:lnTo>
                  <a:pt x="9532" y="14726"/>
                </a:lnTo>
                <a:lnTo>
                  <a:pt x="7679" y="13689"/>
                </a:lnTo>
                <a:lnTo>
                  <a:pt x="6212" y="12840"/>
                </a:lnTo>
                <a:lnTo>
                  <a:pt x="4726" y="11974"/>
                </a:lnTo>
                <a:lnTo>
                  <a:pt x="3365" y="11199"/>
                </a:lnTo>
                <a:lnTo>
                  <a:pt x="1983" y="10410"/>
                </a:lnTo>
                <a:lnTo>
                  <a:pt x="1490" y="9994"/>
                </a:lnTo>
                <a:lnTo>
                  <a:pt x="0" y="8743"/>
                </a:lnTo>
                <a:lnTo>
                  <a:pt x="0" y="6617"/>
                </a:lnTo>
                <a:lnTo>
                  <a:pt x="0" y="4457"/>
                </a:lnTo>
                <a:lnTo>
                  <a:pt x="1402" y="3566"/>
                </a:lnTo>
                <a:lnTo>
                  <a:pt x="2812" y="2794"/>
                </a:lnTo>
                <a:lnTo>
                  <a:pt x="4229" y="2139"/>
                </a:lnTo>
                <a:lnTo>
                  <a:pt x="5653" y="1586"/>
                </a:lnTo>
                <a:lnTo>
                  <a:pt x="7085" y="1131"/>
                </a:lnTo>
                <a:lnTo>
                  <a:pt x="8521" y="767"/>
                </a:lnTo>
                <a:lnTo>
                  <a:pt x="9962" y="480"/>
                </a:lnTo>
                <a:lnTo>
                  <a:pt x="11409" y="270"/>
                </a:lnTo>
                <a:lnTo>
                  <a:pt x="12858" y="124"/>
                </a:lnTo>
                <a:lnTo>
                  <a:pt x="14312" y="39"/>
                </a:lnTo>
                <a:lnTo>
                  <a:pt x="15766" y="0"/>
                </a:lnTo>
                <a:lnTo>
                  <a:pt x="17224" y="0"/>
                </a:lnTo>
                <a:lnTo>
                  <a:pt x="18682" y="34"/>
                </a:lnTo>
                <a:lnTo>
                  <a:pt x="20142" y="94"/>
                </a:lnTo>
                <a:lnTo>
                  <a:pt x="21600" y="171"/>
                </a:lnTo>
                <a:close/>
              </a:path>
            </a:pathLst>
          </a:custGeom>
          <a:solidFill>
            <a:srgbClr val="22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5" name="contour_09453"/>
          <p:cNvSpPr/>
          <p:nvPr/>
        </p:nvSpPr>
        <p:spPr>
          <a:xfrm>
            <a:off x="11291471" y="1924030"/>
            <a:ext cx="5901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29" y="0"/>
                </a:moveTo>
                <a:lnTo>
                  <a:pt x="4564" y="385"/>
                </a:lnTo>
                <a:lnTo>
                  <a:pt x="6154" y="806"/>
                </a:lnTo>
                <a:lnTo>
                  <a:pt x="7722" y="1267"/>
                </a:lnTo>
                <a:lnTo>
                  <a:pt x="9280" y="1771"/>
                </a:lnTo>
                <a:lnTo>
                  <a:pt x="10843" y="2322"/>
                </a:lnTo>
                <a:lnTo>
                  <a:pt x="12430" y="2923"/>
                </a:lnTo>
                <a:lnTo>
                  <a:pt x="13753" y="3377"/>
                </a:lnTo>
                <a:lnTo>
                  <a:pt x="15094" y="3830"/>
                </a:lnTo>
                <a:lnTo>
                  <a:pt x="16612" y="4424"/>
                </a:lnTo>
                <a:lnTo>
                  <a:pt x="17794" y="4975"/>
                </a:lnTo>
                <a:lnTo>
                  <a:pt x="19253" y="5796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19805" y="15246"/>
                </a:lnTo>
                <a:lnTo>
                  <a:pt x="18050" y="16009"/>
                </a:lnTo>
                <a:lnTo>
                  <a:pt x="16311" y="16700"/>
                </a:lnTo>
                <a:lnTo>
                  <a:pt x="14561" y="17330"/>
                </a:lnTo>
                <a:lnTo>
                  <a:pt x="12776" y="17910"/>
                </a:lnTo>
                <a:lnTo>
                  <a:pt x="10931" y="18450"/>
                </a:lnTo>
                <a:lnTo>
                  <a:pt x="9400" y="18918"/>
                </a:lnTo>
                <a:lnTo>
                  <a:pt x="7847" y="19393"/>
                </a:lnTo>
                <a:lnTo>
                  <a:pt x="6332" y="19847"/>
                </a:lnTo>
                <a:lnTo>
                  <a:pt x="4817" y="20293"/>
                </a:lnTo>
                <a:lnTo>
                  <a:pt x="3299" y="20736"/>
                </a:lnTo>
                <a:lnTo>
                  <a:pt x="1779" y="21168"/>
                </a:lnTo>
                <a:lnTo>
                  <a:pt x="261" y="21600"/>
                </a:lnTo>
                <a:lnTo>
                  <a:pt x="211" y="19408"/>
                </a:lnTo>
                <a:lnTo>
                  <a:pt x="168" y="17212"/>
                </a:lnTo>
                <a:lnTo>
                  <a:pt x="131" y="15019"/>
                </a:lnTo>
                <a:lnTo>
                  <a:pt x="96" y="12823"/>
                </a:lnTo>
                <a:lnTo>
                  <a:pt x="48" y="10375"/>
                </a:lnTo>
                <a:lnTo>
                  <a:pt x="0" y="7888"/>
                </a:lnTo>
                <a:lnTo>
                  <a:pt x="192" y="5353"/>
                </a:lnTo>
                <a:lnTo>
                  <a:pt x="563" y="3686"/>
                </a:lnTo>
                <a:lnTo>
                  <a:pt x="1382" y="2149"/>
                </a:lnTo>
                <a:lnTo>
                  <a:pt x="2929" y="0"/>
                </a:lnTo>
                <a:close/>
              </a:path>
            </a:pathLst>
          </a:custGeom>
          <a:solidFill>
            <a:srgbClr val="C0C5C4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6" name="contour_09454"/>
          <p:cNvSpPr/>
          <p:nvPr/>
        </p:nvSpPr>
        <p:spPr>
          <a:xfrm>
            <a:off x="1730341" y="1900854"/>
            <a:ext cx="51147" cy="45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33" y="617"/>
                </a:moveTo>
                <a:lnTo>
                  <a:pt x="11431" y="206"/>
                </a:lnTo>
                <a:lnTo>
                  <a:pt x="13010" y="0"/>
                </a:lnTo>
                <a:lnTo>
                  <a:pt x="14413" y="0"/>
                </a:lnTo>
                <a:lnTo>
                  <a:pt x="16085" y="206"/>
                </a:lnTo>
                <a:lnTo>
                  <a:pt x="18467" y="617"/>
                </a:lnTo>
                <a:lnTo>
                  <a:pt x="19603" y="2809"/>
                </a:lnTo>
                <a:lnTo>
                  <a:pt x="20467" y="4977"/>
                </a:lnTo>
                <a:lnTo>
                  <a:pt x="21077" y="7173"/>
                </a:lnTo>
                <a:lnTo>
                  <a:pt x="21449" y="9436"/>
                </a:lnTo>
                <a:lnTo>
                  <a:pt x="21600" y="11810"/>
                </a:lnTo>
                <a:lnTo>
                  <a:pt x="21545" y="14338"/>
                </a:lnTo>
                <a:lnTo>
                  <a:pt x="19910" y="16156"/>
                </a:lnTo>
                <a:lnTo>
                  <a:pt x="18331" y="17676"/>
                </a:lnTo>
                <a:lnTo>
                  <a:pt x="16740" y="18918"/>
                </a:lnTo>
                <a:lnTo>
                  <a:pt x="15072" y="19905"/>
                </a:lnTo>
                <a:lnTo>
                  <a:pt x="13262" y="20667"/>
                </a:lnTo>
                <a:lnTo>
                  <a:pt x="11240" y="21226"/>
                </a:lnTo>
                <a:lnTo>
                  <a:pt x="8944" y="21600"/>
                </a:lnTo>
                <a:lnTo>
                  <a:pt x="7156" y="21590"/>
                </a:lnTo>
                <a:lnTo>
                  <a:pt x="5365" y="21535"/>
                </a:lnTo>
                <a:lnTo>
                  <a:pt x="3576" y="21446"/>
                </a:lnTo>
                <a:lnTo>
                  <a:pt x="1788" y="21332"/>
                </a:lnTo>
                <a:lnTo>
                  <a:pt x="0" y="21199"/>
                </a:lnTo>
                <a:lnTo>
                  <a:pt x="0" y="19161"/>
                </a:lnTo>
                <a:lnTo>
                  <a:pt x="0" y="17117"/>
                </a:lnTo>
                <a:lnTo>
                  <a:pt x="0" y="15065"/>
                </a:lnTo>
                <a:lnTo>
                  <a:pt x="0" y="12997"/>
                </a:lnTo>
                <a:lnTo>
                  <a:pt x="0" y="10908"/>
                </a:lnTo>
                <a:lnTo>
                  <a:pt x="1828" y="10908"/>
                </a:lnTo>
                <a:lnTo>
                  <a:pt x="3663" y="10908"/>
                </a:lnTo>
                <a:lnTo>
                  <a:pt x="5503" y="10908"/>
                </a:lnTo>
                <a:lnTo>
                  <a:pt x="7359" y="10908"/>
                </a:lnTo>
                <a:lnTo>
                  <a:pt x="9233" y="10908"/>
                </a:lnTo>
                <a:lnTo>
                  <a:pt x="9233" y="8871"/>
                </a:lnTo>
                <a:lnTo>
                  <a:pt x="9233" y="6826"/>
                </a:lnTo>
                <a:lnTo>
                  <a:pt x="9233" y="4775"/>
                </a:lnTo>
                <a:lnTo>
                  <a:pt x="9233" y="2706"/>
                </a:lnTo>
                <a:lnTo>
                  <a:pt x="9233" y="617"/>
                </a:lnTo>
                <a:close/>
              </a:path>
            </a:pathLst>
          </a:custGeom>
          <a:solidFill>
            <a:srgbClr val="3D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7" name="contour_09455"/>
          <p:cNvSpPr/>
          <p:nvPr/>
        </p:nvSpPr>
        <p:spPr>
          <a:xfrm>
            <a:off x="2393548" y="1873014"/>
            <a:ext cx="6472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29" y="0"/>
                </a:moveTo>
                <a:lnTo>
                  <a:pt x="11441" y="816"/>
                </a:lnTo>
                <a:lnTo>
                  <a:pt x="12959" y="1661"/>
                </a:lnTo>
                <a:lnTo>
                  <a:pt x="14304" y="2547"/>
                </a:lnTo>
                <a:lnTo>
                  <a:pt x="15493" y="3480"/>
                </a:lnTo>
                <a:lnTo>
                  <a:pt x="16546" y="4478"/>
                </a:lnTo>
                <a:lnTo>
                  <a:pt x="17490" y="5551"/>
                </a:lnTo>
                <a:lnTo>
                  <a:pt x="18338" y="6709"/>
                </a:lnTo>
                <a:lnTo>
                  <a:pt x="19117" y="7966"/>
                </a:lnTo>
                <a:lnTo>
                  <a:pt x="19844" y="9331"/>
                </a:lnTo>
                <a:lnTo>
                  <a:pt x="20540" y="10817"/>
                </a:lnTo>
                <a:lnTo>
                  <a:pt x="21225" y="12437"/>
                </a:lnTo>
                <a:lnTo>
                  <a:pt x="21510" y="13910"/>
                </a:lnTo>
                <a:lnTo>
                  <a:pt x="21600" y="15267"/>
                </a:lnTo>
                <a:lnTo>
                  <a:pt x="21508" y="16539"/>
                </a:lnTo>
                <a:lnTo>
                  <a:pt x="21240" y="17770"/>
                </a:lnTo>
                <a:lnTo>
                  <a:pt x="20802" y="18999"/>
                </a:lnTo>
                <a:lnTo>
                  <a:pt x="20206" y="20263"/>
                </a:lnTo>
                <a:lnTo>
                  <a:pt x="19457" y="21600"/>
                </a:lnTo>
                <a:lnTo>
                  <a:pt x="19122" y="20600"/>
                </a:lnTo>
                <a:lnTo>
                  <a:pt x="18784" y="19583"/>
                </a:lnTo>
                <a:lnTo>
                  <a:pt x="17602" y="18274"/>
                </a:lnTo>
                <a:lnTo>
                  <a:pt x="16342" y="17306"/>
                </a:lnTo>
                <a:lnTo>
                  <a:pt x="14987" y="16606"/>
                </a:lnTo>
                <a:lnTo>
                  <a:pt x="13528" y="16098"/>
                </a:lnTo>
                <a:lnTo>
                  <a:pt x="11947" y="15708"/>
                </a:lnTo>
                <a:lnTo>
                  <a:pt x="10230" y="15362"/>
                </a:lnTo>
                <a:lnTo>
                  <a:pt x="8362" y="14986"/>
                </a:lnTo>
                <a:lnTo>
                  <a:pt x="6679" y="14615"/>
                </a:lnTo>
                <a:lnTo>
                  <a:pt x="5001" y="14230"/>
                </a:lnTo>
                <a:lnTo>
                  <a:pt x="3327" y="13826"/>
                </a:lnTo>
                <a:lnTo>
                  <a:pt x="1659" y="13405"/>
                </a:lnTo>
                <a:lnTo>
                  <a:pt x="0" y="12960"/>
                </a:lnTo>
                <a:lnTo>
                  <a:pt x="0" y="11889"/>
                </a:lnTo>
                <a:lnTo>
                  <a:pt x="0" y="10800"/>
                </a:lnTo>
                <a:lnTo>
                  <a:pt x="1720" y="10800"/>
                </a:lnTo>
                <a:lnTo>
                  <a:pt x="3442" y="10800"/>
                </a:lnTo>
                <a:lnTo>
                  <a:pt x="5168" y="10800"/>
                </a:lnTo>
                <a:lnTo>
                  <a:pt x="6902" y="10800"/>
                </a:lnTo>
                <a:lnTo>
                  <a:pt x="8644" y="10800"/>
                </a:lnTo>
                <a:lnTo>
                  <a:pt x="10395" y="10800"/>
                </a:lnTo>
                <a:lnTo>
                  <a:pt x="12161" y="10800"/>
                </a:lnTo>
                <a:lnTo>
                  <a:pt x="11859" y="9463"/>
                </a:lnTo>
                <a:lnTo>
                  <a:pt x="11558" y="8126"/>
                </a:lnTo>
                <a:lnTo>
                  <a:pt x="11256" y="6785"/>
                </a:lnTo>
                <a:lnTo>
                  <a:pt x="10954" y="5441"/>
                </a:lnTo>
                <a:lnTo>
                  <a:pt x="10650" y="4091"/>
                </a:lnTo>
                <a:lnTo>
                  <a:pt x="10344" y="2735"/>
                </a:lnTo>
                <a:lnTo>
                  <a:pt x="10038" y="1372"/>
                </a:lnTo>
                <a:lnTo>
                  <a:pt x="9729" y="0"/>
                </a:lnTo>
                <a:close/>
              </a:path>
            </a:pathLst>
          </a:custGeom>
          <a:solidFill>
            <a:srgbClr val="63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8" name="contour_09456"/>
          <p:cNvSpPr/>
          <p:nvPr/>
        </p:nvSpPr>
        <p:spPr>
          <a:xfrm>
            <a:off x="950526" y="1902166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1604"/>
                </a:lnTo>
                <a:lnTo>
                  <a:pt x="21600" y="3213"/>
                </a:lnTo>
                <a:lnTo>
                  <a:pt x="21600" y="4828"/>
                </a:lnTo>
                <a:lnTo>
                  <a:pt x="21600" y="6456"/>
                </a:lnTo>
                <a:lnTo>
                  <a:pt x="21600" y="8100"/>
                </a:lnTo>
                <a:lnTo>
                  <a:pt x="19220" y="8100"/>
                </a:lnTo>
                <a:lnTo>
                  <a:pt x="16826" y="8100"/>
                </a:lnTo>
                <a:lnTo>
                  <a:pt x="14400" y="8100"/>
                </a:lnTo>
                <a:lnTo>
                  <a:pt x="13129" y="9866"/>
                </a:lnTo>
                <a:lnTo>
                  <a:pt x="12308" y="11159"/>
                </a:lnTo>
                <a:lnTo>
                  <a:pt x="11578" y="12609"/>
                </a:lnTo>
                <a:lnTo>
                  <a:pt x="10577" y="14850"/>
                </a:lnTo>
                <a:lnTo>
                  <a:pt x="9565" y="17091"/>
                </a:lnTo>
                <a:lnTo>
                  <a:pt x="8878" y="18541"/>
                </a:lnTo>
                <a:lnTo>
                  <a:pt x="8194" y="19834"/>
                </a:lnTo>
                <a:lnTo>
                  <a:pt x="7200" y="21600"/>
                </a:lnTo>
                <a:lnTo>
                  <a:pt x="5414" y="21600"/>
                </a:lnTo>
                <a:lnTo>
                  <a:pt x="3600" y="21600"/>
                </a:lnTo>
                <a:lnTo>
                  <a:pt x="3301" y="19818"/>
                </a:lnTo>
                <a:lnTo>
                  <a:pt x="3006" y="18036"/>
                </a:lnTo>
                <a:lnTo>
                  <a:pt x="2707" y="16251"/>
                </a:lnTo>
                <a:lnTo>
                  <a:pt x="2412" y="14464"/>
                </a:lnTo>
                <a:lnTo>
                  <a:pt x="2113" y="12674"/>
                </a:lnTo>
                <a:lnTo>
                  <a:pt x="1814" y="10881"/>
                </a:lnTo>
                <a:lnTo>
                  <a:pt x="1516" y="9083"/>
                </a:lnTo>
                <a:lnTo>
                  <a:pt x="1213" y="7279"/>
                </a:lnTo>
                <a:lnTo>
                  <a:pt x="911" y="5470"/>
                </a:lnTo>
                <a:lnTo>
                  <a:pt x="608" y="3656"/>
                </a:lnTo>
                <a:lnTo>
                  <a:pt x="306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0D0C0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59" name="contour_09457"/>
          <p:cNvSpPr/>
          <p:nvPr/>
        </p:nvSpPr>
        <p:spPr>
          <a:xfrm>
            <a:off x="7684630" y="1843862"/>
            <a:ext cx="4207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08" y="0"/>
                </a:moveTo>
                <a:lnTo>
                  <a:pt x="19808" y="1210"/>
                </a:lnTo>
                <a:lnTo>
                  <a:pt x="20635" y="2328"/>
                </a:lnTo>
                <a:lnTo>
                  <a:pt x="21200" y="3376"/>
                </a:lnTo>
                <a:lnTo>
                  <a:pt x="21518" y="4380"/>
                </a:lnTo>
                <a:lnTo>
                  <a:pt x="21600" y="5363"/>
                </a:lnTo>
                <a:lnTo>
                  <a:pt x="21458" y="6349"/>
                </a:lnTo>
                <a:lnTo>
                  <a:pt x="21110" y="7362"/>
                </a:lnTo>
                <a:lnTo>
                  <a:pt x="20567" y="8426"/>
                </a:lnTo>
                <a:lnTo>
                  <a:pt x="19838" y="9564"/>
                </a:lnTo>
                <a:lnTo>
                  <a:pt x="18940" y="10800"/>
                </a:lnTo>
                <a:lnTo>
                  <a:pt x="18132" y="11912"/>
                </a:lnTo>
                <a:lnTo>
                  <a:pt x="17402" y="12990"/>
                </a:lnTo>
                <a:lnTo>
                  <a:pt x="16755" y="14045"/>
                </a:lnTo>
                <a:lnTo>
                  <a:pt x="16193" y="15085"/>
                </a:lnTo>
                <a:lnTo>
                  <a:pt x="15726" y="16120"/>
                </a:lnTo>
                <a:lnTo>
                  <a:pt x="15355" y="17164"/>
                </a:lnTo>
                <a:lnTo>
                  <a:pt x="15090" y="18222"/>
                </a:lnTo>
                <a:lnTo>
                  <a:pt x="14933" y="19309"/>
                </a:lnTo>
                <a:lnTo>
                  <a:pt x="14888" y="20430"/>
                </a:lnTo>
                <a:lnTo>
                  <a:pt x="14966" y="21600"/>
                </a:lnTo>
                <a:lnTo>
                  <a:pt x="12849" y="21130"/>
                </a:lnTo>
                <a:lnTo>
                  <a:pt x="10731" y="20660"/>
                </a:lnTo>
                <a:lnTo>
                  <a:pt x="8606" y="20188"/>
                </a:lnTo>
                <a:lnTo>
                  <a:pt x="6473" y="19714"/>
                </a:lnTo>
                <a:lnTo>
                  <a:pt x="4329" y="19237"/>
                </a:lnTo>
                <a:lnTo>
                  <a:pt x="2174" y="18759"/>
                </a:lnTo>
                <a:lnTo>
                  <a:pt x="0" y="18277"/>
                </a:lnTo>
                <a:lnTo>
                  <a:pt x="2473" y="18277"/>
                </a:lnTo>
                <a:lnTo>
                  <a:pt x="4961" y="18277"/>
                </a:lnTo>
                <a:lnTo>
                  <a:pt x="7483" y="18277"/>
                </a:lnTo>
                <a:lnTo>
                  <a:pt x="7072" y="17180"/>
                </a:lnTo>
                <a:lnTo>
                  <a:pt x="6660" y="16082"/>
                </a:lnTo>
                <a:lnTo>
                  <a:pt x="6248" y="14984"/>
                </a:lnTo>
                <a:lnTo>
                  <a:pt x="5833" y="13882"/>
                </a:lnTo>
                <a:lnTo>
                  <a:pt x="5418" y="12777"/>
                </a:lnTo>
                <a:lnTo>
                  <a:pt x="5002" y="11667"/>
                </a:lnTo>
                <a:lnTo>
                  <a:pt x="4583" y="10554"/>
                </a:lnTo>
                <a:lnTo>
                  <a:pt x="4164" y="9434"/>
                </a:lnTo>
                <a:lnTo>
                  <a:pt x="3742" y="8308"/>
                </a:lnTo>
                <a:lnTo>
                  <a:pt x="6215" y="8308"/>
                </a:lnTo>
                <a:lnTo>
                  <a:pt x="8703" y="8308"/>
                </a:lnTo>
                <a:lnTo>
                  <a:pt x="11225" y="8308"/>
                </a:lnTo>
                <a:lnTo>
                  <a:pt x="12246" y="7258"/>
                </a:lnTo>
                <a:lnTo>
                  <a:pt x="12792" y="6424"/>
                </a:lnTo>
                <a:lnTo>
                  <a:pt x="13327" y="5088"/>
                </a:lnTo>
                <a:lnTo>
                  <a:pt x="13993" y="3474"/>
                </a:lnTo>
                <a:lnTo>
                  <a:pt x="14607" y="2404"/>
                </a:lnTo>
                <a:lnTo>
                  <a:pt x="15423" y="1630"/>
                </a:lnTo>
                <a:lnTo>
                  <a:pt x="16706" y="911"/>
                </a:lnTo>
                <a:lnTo>
                  <a:pt x="18708" y="0"/>
                </a:lnTo>
                <a:close/>
              </a:path>
            </a:pathLst>
          </a:custGeom>
          <a:solidFill>
            <a:srgbClr val="6B6C6E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0" name="contour_09458"/>
          <p:cNvSpPr/>
          <p:nvPr/>
        </p:nvSpPr>
        <p:spPr>
          <a:xfrm>
            <a:off x="11218774" y="1873014"/>
            <a:ext cx="5154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77" y="0"/>
                </a:moveTo>
                <a:lnTo>
                  <a:pt x="5381" y="56"/>
                </a:lnTo>
                <a:lnTo>
                  <a:pt x="6877" y="186"/>
                </a:lnTo>
                <a:lnTo>
                  <a:pt x="8484" y="492"/>
                </a:lnTo>
                <a:lnTo>
                  <a:pt x="10911" y="1080"/>
                </a:lnTo>
                <a:lnTo>
                  <a:pt x="12948" y="1516"/>
                </a:lnTo>
                <a:lnTo>
                  <a:pt x="15016" y="1957"/>
                </a:lnTo>
                <a:lnTo>
                  <a:pt x="16769" y="3132"/>
                </a:lnTo>
                <a:lnTo>
                  <a:pt x="18546" y="4320"/>
                </a:lnTo>
                <a:lnTo>
                  <a:pt x="19151" y="6886"/>
                </a:lnTo>
                <a:lnTo>
                  <a:pt x="19759" y="9461"/>
                </a:lnTo>
                <a:lnTo>
                  <a:pt x="20366" y="12044"/>
                </a:lnTo>
                <a:lnTo>
                  <a:pt x="20980" y="14649"/>
                </a:lnTo>
                <a:lnTo>
                  <a:pt x="21600" y="17280"/>
                </a:lnTo>
                <a:lnTo>
                  <a:pt x="19484" y="17708"/>
                </a:lnTo>
                <a:lnTo>
                  <a:pt x="17364" y="18135"/>
                </a:lnTo>
                <a:lnTo>
                  <a:pt x="15245" y="18563"/>
                </a:lnTo>
                <a:lnTo>
                  <a:pt x="13122" y="18995"/>
                </a:lnTo>
                <a:lnTo>
                  <a:pt x="10991" y="19423"/>
                </a:lnTo>
                <a:lnTo>
                  <a:pt x="8856" y="19855"/>
                </a:lnTo>
                <a:lnTo>
                  <a:pt x="6712" y="20287"/>
                </a:lnTo>
                <a:lnTo>
                  <a:pt x="4559" y="20723"/>
                </a:lnTo>
                <a:lnTo>
                  <a:pt x="2397" y="21159"/>
                </a:lnTo>
                <a:lnTo>
                  <a:pt x="223" y="21600"/>
                </a:lnTo>
                <a:lnTo>
                  <a:pt x="98" y="16070"/>
                </a:lnTo>
                <a:lnTo>
                  <a:pt x="24" y="12243"/>
                </a:lnTo>
                <a:lnTo>
                  <a:pt x="0" y="9634"/>
                </a:lnTo>
                <a:lnTo>
                  <a:pt x="24" y="7763"/>
                </a:lnTo>
                <a:lnTo>
                  <a:pt x="98" y="6152"/>
                </a:lnTo>
                <a:lnTo>
                  <a:pt x="223" y="4320"/>
                </a:lnTo>
                <a:lnTo>
                  <a:pt x="1738" y="2177"/>
                </a:lnTo>
                <a:lnTo>
                  <a:pt x="3277" y="0"/>
                </a:lnTo>
                <a:close/>
              </a:path>
            </a:pathLst>
          </a:custGeom>
          <a:solidFill>
            <a:srgbClr val="6E6E6D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1" name="contour_09459"/>
          <p:cNvSpPr/>
          <p:nvPr/>
        </p:nvSpPr>
        <p:spPr>
          <a:xfrm>
            <a:off x="1467973" y="1874158"/>
            <a:ext cx="87456" cy="28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25"/>
                </a:moveTo>
                <a:lnTo>
                  <a:pt x="20783" y="8659"/>
                </a:lnTo>
                <a:lnTo>
                  <a:pt x="20048" y="11915"/>
                </a:lnTo>
                <a:lnTo>
                  <a:pt x="19314" y="14662"/>
                </a:lnTo>
                <a:lnTo>
                  <a:pt x="18486" y="17072"/>
                </a:lnTo>
                <a:lnTo>
                  <a:pt x="17476" y="19308"/>
                </a:lnTo>
                <a:lnTo>
                  <a:pt x="16200" y="21538"/>
                </a:lnTo>
                <a:lnTo>
                  <a:pt x="14920" y="21600"/>
                </a:lnTo>
                <a:lnTo>
                  <a:pt x="13682" y="21578"/>
                </a:lnTo>
                <a:lnTo>
                  <a:pt x="12469" y="21465"/>
                </a:lnTo>
                <a:lnTo>
                  <a:pt x="11259" y="21253"/>
                </a:lnTo>
                <a:lnTo>
                  <a:pt x="10033" y="20927"/>
                </a:lnTo>
                <a:lnTo>
                  <a:pt x="8775" y="20485"/>
                </a:lnTo>
                <a:lnTo>
                  <a:pt x="7798" y="20132"/>
                </a:lnTo>
                <a:lnTo>
                  <a:pt x="6806" y="19767"/>
                </a:lnTo>
                <a:lnTo>
                  <a:pt x="5868" y="19297"/>
                </a:lnTo>
                <a:lnTo>
                  <a:pt x="5139" y="18859"/>
                </a:lnTo>
                <a:lnTo>
                  <a:pt x="4378" y="18276"/>
                </a:lnTo>
                <a:lnTo>
                  <a:pt x="3344" y="17363"/>
                </a:lnTo>
                <a:lnTo>
                  <a:pt x="1800" y="15934"/>
                </a:lnTo>
                <a:lnTo>
                  <a:pt x="1021" y="12448"/>
                </a:lnTo>
                <a:lnTo>
                  <a:pt x="574" y="10116"/>
                </a:lnTo>
                <a:lnTo>
                  <a:pt x="290" y="7891"/>
                </a:lnTo>
                <a:lnTo>
                  <a:pt x="0" y="4725"/>
                </a:lnTo>
                <a:lnTo>
                  <a:pt x="1278" y="3363"/>
                </a:lnTo>
                <a:lnTo>
                  <a:pt x="2551" y="2259"/>
                </a:lnTo>
                <a:lnTo>
                  <a:pt x="3816" y="1396"/>
                </a:lnTo>
                <a:lnTo>
                  <a:pt x="5076" y="757"/>
                </a:lnTo>
                <a:lnTo>
                  <a:pt x="6334" y="325"/>
                </a:lnTo>
                <a:lnTo>
                  <a:pt x="7589" y="78"/>
                </a:lnTo>
                <a:lnTo>
                  <a:pt x="8843" y="0"/>
                </a:lnTo>
                <a:lnTo>
                  <a:pt x="10098" y="78"/>
                </a:lnTo>
                <a:lnTo>
                  <a:pt x="11354" y="291"/>
                </a:lnTo>
                <a:lnTo>
                  <a:pt x="12613" y="617"/>
                </a:lnTo>
                <a:lnTo>
                  <a:pt x="13874" y="1048"/>
                </a:lnTo>
                <a:lnTo>
                  <a:pt x="15142" y="1558"/>
                </a:lnTo>
                <a:lnTo>
                  <a:pt x="16416" y="2135"/>
                </a:lnTo>
                <a:lnTo>
                  <a:pt x="17698" y="2757"/>
                </a:lnTo>
                <a:lnTo>
                  <a:pt x="18988" y="3408"/>
                </a:lnTo>
                <a:lnTo>
                  <a:pt x="20288" y="4069"/>
                </a:lnTo>
                <a:lnTo>
                  <a:pt x="21600" y="4725"/>
                </a:lnTo>
                <a:close/>
              </a:path>
            </a:pathLst>
          </a:custGeom>
          <a:solidFill>
            <a:srgbClr val="9A9B9B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2" name="contour_09460"/>
          <p:cNvSpPr/>
          <p:nvPr/>
        </p:nvSpPr>
        <p:spPr>
          <a:xfrm>
            <a:off x="8478496" y="1843599"/>
            <a:ext cx="44253" cy="46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43" y="122"/>
                </a:moveTo>
                <a:lnTo>
                  <a:pt x="18434" y="2365"/>
                </a:lnTo>
                <a:lnTo>
                  <a:pt x="18825" y="4610"/>
                </a:lnTo>
                <a:lnTo>
                  <a:pt x="19217" y="6856"/>
                </a:lnTo>
                <a:lnTo>
                  <a:pt x="19611" y="9108"/>
                </a:lnTo>
                <a:lnTo>
                  <a:pt x="20006" y="11367"/>
                </a:lnTo>
                <a:lnTo>
                  <a:pt x="20401" y="13637"/>
                </a:lnTo>
                <a:lnTo>
                  <a:pt x="20800" y="15913"/>
                </a:lnTo>
                <a:lnTo>
                  <a:pt x="21198" y="18203"/>
                </a:lnTo>
                <a:lnTo>
                  <a:pt x="21600" y="20506"/>
                </a:lnTo>
                <a:lnTo>
                  <a:pt x="17086" y="21053"/>
                </a:lnTo>
                <a:lnTo>
                  <a:pt x="13749" y="21417"/>
                </a:lnTo>
                <a:lnTo>
                  <a:pt x="11273" y="21600"/>
                </a:lnTo>
                <a:lnTo>
                  <a:pt x="9356" y="21600"/>
                </a:lnTo>
                <a:lnTo>
                  <a:pt x="7680" y="21417"/>
                </a:lnTo>
                <a:lnTo>
                  <a:pt x="5937" y="21053"/>
                </a:lnTo>
                <a:lnTo>
                  <a:pt x="3813" y="20506"/>
                </a:lnTo>
                <a:lnTo>
                  <a:pt x="2682" y="18474"/>
                </a:lnTo>
                <a:lnTo>
                  <a:pt x="1754" y="16440"/>
                </a:lnTo>
                <a:lnTo>
                  <a:pt x="1025" y="14388"/>
                </a:lnTo>
                <a:lnTo>
                  <a:pt x="491" y="12312"/>
                </a:lnTo>
                <a:lnTo>
                  <a:pt x="149" y="10195"/>
                </a:lnTo>
                <a:lnTo>
                  <a:pt x="0" y="8031"/>
                </a:lnTo>
                <a:lnTo>
                  <a:pt x="36" y="5809"/>
                </a:lnTo>
                <a:lnTo>
                  <a:pt x="256" y="3520"/>
                </a:lnTo>
                <a:lnTo>
                  <a:pt x="2366" y="2069"/>
                </a:lnTo>
                <a:lnTo>
                  <a:pt x="4372" y="1074"/>
                </a:lnTo>
                <a:lnTo>
                  <a:pt x="6343" y="448"/>
                </a:lnTo>
                <a:lnTo>
                  <a:pt x="8345" y="119"/>
                </a:lnTo>
                <a:lnTo>
                  <a:pt x="10451" y="0"/>
                </a:lnTo>
                <a:lnTo>
                  <a:pt x="12721" y="14"/>
                </a:lnTo>
                <a:lnTo>
                  <a:pt x="15229" y="82"/>
                </a:lnTo>
                <a:lnTo>
                  <a:pt x="18043" y="122"/>
                </a:lnTo>
                <a:close/>
              </a:path>
            </a:pathLst>
          </a:custGeom>
          <a:solidFill>
            <a:srgbClr val="867C54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3" name="contour_09461"/>
          <p:cNvSpPr/>
          <p:nvPr/>
        </p:nvSpPr>
        <p:spPr>
          <a:xfrm>
            <a:off x="10607114" y="1843862"/>
            <a:ext cx="72880" cy="29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600" y="3562"/>
                </a:lnTo>
                <a:lnTo>
                  <a:pt x="21600" y="7146"/>
                </a:lnTo>
                <a:lnTo>
                  <a:pt x="21600" y="10778"/>
                </a:lnTo>
                <a:lnTo>
                  <a:pt x="20403" y="12740"/>
                </a:lnTo>
                <a:lnTo>
                  <a:pt x="19166" y="14524"/>
                </a:lnTo>
                <a:lnTo>
                  <a:pt x="17891" y="16119"/>
                </a:lnTo>
                <a:lnTo>
                  <a:pt x="16582" y="17520"/>
                </a:lnTo>
                <a:lnTo>
                  <a:pt x="15243" y="18728"/>
                </a:lnTo>
                <a:lnTo>
                  <a:pt x="13878" y="19725"/>
                </a:lnTo>
                <a:lnTo>
                  <a:pt x="12491" y="20522"/>
                </a:lnTo>
                <a:lnTo>
                  <a:pt x="11085" y="21099"/>
                </a:lnTo>
                <a:lnTo>
                  <a:pt x="9666" y="21460"/>
                </a:lnTo>
                <a:lnTo>
                  <a:pt x="8234" y="21600"/>
                </a:lnTo>
                <a:lnTo>
                  <a:pt x="7085" y="21050"/>
                </a:lnTo>
                <a:lnTo>
                  <a:pt x="6193" y="20490"/>
                </a:lnTo>
                <a:lnTo>
                  <a:pt x="5270" y="19665"/>
                </a:lnTo>
                <a:lnTo>
                  <a:pt x="4022" y="18313"/>
                </a:lnTo>
                <a:lnTo>
                  <a:pt x="2160" y="16168"/>
                </a:lnTo>
                <a:lnTo>
                  <a:pt x="1732" y="12966"/>
                </a:lnTo>
                <a:lnTo>
                  <a:pt x="1302" y="9754"/>
                </a:lnTo>
                <a:lnTo>
                  <a:pt x="873" y="6532"/>
                </a:lnTo>
                <a:lnTo>
                  <a:pt x="438" y="3282"/>
                </a:lnTo>
                <a:lnTo>
                  <a:pt x="0" y="0"/>
                </a:lnTo>
                <a:close/>
              </a:path>
            </a:pathLst>
          </a:custGeom>
          <a:solidFill>
            <a:srgbClr val="8A7643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4" name="contour_09462"/>
          <p:cNvSpPr/>
          <p:nvPr/>
        </p:nvSpPr>
        <p:spPr>
          <a:xfrm>
            <a:off x="10403058" y="1808194"/>
            <a:ext cx="58304" cy="43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65" y="753"/>
                </a:moveTo>
                <a:lnTo>
                  <a:pt x="15252" y="2506"/>
                </a:lnTo>
                <a:lnTo>
                  <a:pt x="16486" y="4263"/>
                </a:lnTo>
                <a:lnTo>
                  <a:pt x="17483" y="6148"/>
                </a:lnTo>
                <a:lnTo>
                  <a:pt x="18357" y="8285"/>
                </a:lnTo>
                <a:lnTo>
                  <a:pt x="19232" y="10798"/>
                </a:lnTo>
                <a:lnTo>
                  <a:pt x="19915" y="12789"/>
                </a:lnTo>
                <a:lnTo>
                  <a:pt x="20604" y="14813"/>
                </a:lnTo>
                <a:lnTo>
                  <a:pt x="20852" y="15573"/>
                </a:lnTo>
                <a:lnTo>
                  <a:pt x="21600" y="17878"/>
                </a:lnTo>
                <a:lnTo>
                  <a:pt x="18773" y="19503"/>
                </a:lnTo>
                <a:lnTo>
                  <a:pt x="16759" y="20588"/>
                </a:lnTo>
                <a:lnTo>
                  <a:pt x="15252" y="21227"/>
                </a:lnTo>
                <a:lnTo>
                  <a:pt x="13959" y="21534"/>
                </a:lnTo>
                <a:lnTo>
                  <a:pt x="12574" y="21600"/>
                </a:lnTo>
                <a:lnTo>
                  <a:pt x="10800" y="21531"/>
                </a:lnTo>
                <a:lnTo>
                  <a:pt x="9242" y="19949"/>
                </a:lnTo>
                <a:lnTo>
                  <a:pt x="7771" y="18287"/>
                </a:lnTo>
                <a:lnTo>
                  <a:pt x="6369" y="16552"/>
                </a:lnTo>
                <a:lnTo>
                  <a:pt x="5027" y="14747"/>
                </a:lnTo>
                <a:lnTo>
                  <a:pt x="3731" y="12877"/>
                </a:lnTo>
                <a:lnTo>
                  <a:pt x="2470" y="10948"/>
                </a:lnTo>
                <a:lnTo>
                  <a:pt x="1231" y="8961"/>
                </a:lnTo>
                <a:lnTo>
                  <a:pt x="0" y="6919"/>
                </a:lnTo>
                <a:lnTo>
                  <a:pt x="1255" y="5932"/>
                </a:lnTo>
                <a:lnTo>
                  <a:pt x="2519" y="4957"/>
                </a:lnTo>
                <a:lnTo>
                  <a:pt x="3785" y="3993"/>
                </a:lnTo>
                <a:lnTo>
                  <a:pt x="5057" y="3039"/>
                </a:lnTo>
                <a:lnTo>
                  <a:pt x="6475" y="1954"/>
                </a:lnTo>
                <a:lnTo>
                  <a:pt x="7906" y="851"/>
                </a:lnTo>
                <a:lnTo>
                  <a:pt x="10049" y="26"/>
                </a:lnTo>
                <a:lnTo>
                  <a:pt x="11540" y="0"/>
                </a:lnTo>
                <a:lnTo>
                  <a:pt x="13665" y="753"/>
                </a:lnTo>
                <a:close/>
              </a:path>
            </a:pathLst>
          </a:custGeom>
          <a:solidFill>
            <a:srgbClr val="F3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5" name="contour_09463"/>
          <p:cNvSpPr/>
          <p:nvPr/>
        </p:nvSpPr>
        <p:spPr>
          <a:xfrm>
            <a:off x="1890677" y="1821998"/>
            <a:ext cx="8783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21" y="227"/>
                </a:lnTo>
                <a:lnTo>
                  <a:pt x="2441" y="464"/>
                </a:lnTo>
                <a:lnTo>
                  <a:pt x="3660" y="710"/>
                </a:lnTo>
                <a:lnTo>
                  <a:pt x="4878" y="964"/>
                </a:lnTo>
                <a:lnTo>
                  <a:pt x="6095" y="1220"/>
                </a:lnTo>
                <a:lnTo>
                  <a:pt x="7312" y="1485"/>
                </a:lnTo>
                <a:lnTo>
                  <a:pt x="8529" y="1755"/>
                </a:lnTo>
                <a:lnTo>
                  <a:pt x="9746" y="2025"/>
                </a:lnTo>
                <a:lnTo>
                  <a:pt x="10158" y="2101"/>
                </a:lnTo>
                <a:lnTo>
                  <a:pt x="10884" y="2230"/>
                </a:lnTo>
                <a:lnTo>
                  <a:pt x="12549" y="2533"/>
                </a:lnTo>
                <a:lnTo>
                  <a:pt x="13815" y="2843"/>
                </a:lnTo>
                <a:lnTo>
                  <a:pt x="15028" y="3181"/>
                </a:lnTo>
                <a:lnTo>
                  <a:pt x="16209" y="3577"/>
                </a:lnTo>
                <a:lnTo>
                  <a:pt x="17372" y="4061"/>
                </a:lnTo>
                <a:lnTo>
                  <a:pt x="18535" y="4657"/>
                </a:lnTo>
                <a:lnTo>
                  <a:pt x="19715" y="5400"/>
                </a:lnTo>
                <a:lnTo>
                  <a:pt x="20408" y="7117"/>
                </a:lnTo>
                <a:lnTo>
                  <a:pt x="20942" y="8818"/>
                </a:lnTo>
                <a:lnTo>
                  <a:pt x="21317" y="10541"/>
                </a:lnTo>
                <a:lnTo>
                  <a:pt x="21537" y="12320"/>
                </a:lnTo>
                <a:lnTo>
                  <a:pt x="21600" y="14194"/>
                </a:lnTo>
                <a:lnTo>
                  <a:pt x="21507" y="16200"/>
                </a:lnTo>
                <a:lnTo>
                  <a:pt x="20408" y="17631"/>
                </a:lnTo>
                <a:lnTo>
                  <a:pt x="19589" y="18649"/>
                </a:lnTo>
                <a:lnTo>
                  <a:pt x="18901" y="19408"/>
                </a:lnTo>
                <a:lnTo>
                  <a:pt x="18195" y="20050"/>
                </a:lnTo>
                <a:lnTo>
                  <a:pt x="17322" y="20731"/>
                </a:lnTo>
                <a:lnTo>
                  <a:pt x="16130" y="21600"/>
                </a:lnTo>
                <a:lnTo>
                  <a:pt x="16130" y="19818"/>
                </a:lnTo>
                <a:lnTo>
                  <a:pt x="16130" y="18033"/>
                </a:lnTo>
                <a:lnTo>
                  <a:pt x="16130" y="16240"/>
                </a:lnTo>
                <a:lnTo>
                  <a:pt x="16130" y="14440"/>
                </a:lnTo>
                <a:lnTo>
                  <a:pt x="16130" y="12628"/>
                </a:lnTo>
                <a:lnTo>
                  <a:pt x="16130" y="10800"/>
                </a:lnTo>
                <a:lnTo>
                  <a:pt x="15114" y="10700"/>
                </a:lnTo>
                <a:lnTo>
                  <a:pt x="14092" y="10598"/>
                </a:lnTo>
                <a:lnTo>
                  <a:pt x="13056" y="10495"/>
                </a:lnTo>
                <a:lnTo>
                  <a:pt x="12060" y="10360"/>
                </a:lnTo>
                <a:lnTo>
                  <a:pt x="11063" y="10228"/>
                </a:lnTo>
                <a:lnTo>
                  <a:pt x="10069" y="10093"/>
                </a:lnTo>
                <a:lnTo>
                  <a:pt x="9072" y="9958"/>
                </a:lnTo>
                <a:lnTo>
                  <a:pt x="8067" y="9866"/>
                </a:lnTo>
                <a:lnTo>
                  <a:pt x="7047" y="9771"/>
                </a:lnTo>
                <a:lnTo>
                  <a:pt x="6072" y="9620"/>
                </a:lnTo>
                <a:lnTo>
                  <a:pt x="5312" y="9455"/>
                </a:lnTo>
                <a:lnTo>
                  <a:pt x="4513" y="9202"/>
                </a:lnTo>
                <a:lnTo>
                  <a:pt x="3423" y="8778"/>
                </a:lnTo>
                <a:lnTo>
                  <a:pt x="1792" y="8100"/>
                </a:lnTo>
                <a:lnTo>
                  <a:pt x="1129" y="6035"/>
                </a:lnTo>
                <a:lnTo>
                  <a:pt x="704" y="4582"/>
                </a:lnTo>
                <a:lnTo>
                  <a:pt x="432" y="3351"/>
                </a:lnTo>
                <a:lnTo>
                  <a:pt x="226" y="1952"/>
                </a:lnTo>
                <a:lnTo>
                  <a:pt x="0" y="0"/>
                </a:lnTo>
                <a:close/>
              </a:path>
            </a:pathLst>
          </a:custGeom>
          <a:solidFill>
            <a:srgbClr val="7C7D7C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6" name="contour_09464"/>
          <p:cNvSpPr/>
          <p:nvPr/>
        </p:nvSpPr>
        <p:spPr>
          <a:xfrm>
            <a:off x="1730341" y="1821998"/>
            <a:ext cx="81050" cy="35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65" y="0"/>
                </a:moveTo>
                <a:lnTo>
                  <a:pt x="21522" y="3098"/>
                </a:lnTo>
                <a:lnTo>
                  <a:pt x="21600" y="5328"/>
                </a:lnTo>
                <a:lnTo>
                  <a:pt x="21600" y="7326"/>
                </a:lnTo>
                <a:lnTo>
                  <a:pt x="21522" y="9722"/>
                </a:lnTo>
                <a:lnTo>
                  <a:pt x="21365" y="13144"/>
                </a:lnTo>
                <a:lnTo>
                  <a:pt x="20178" y="14818"/>
                </a:lnTo>
                <a:lnTo>
                  <a:pt x="18955" y="16299"/>
                </a:lnTo>
                <a:lnTo>
                  <a:pt x="17696" y="17591"/>
                </a:lnTo>
                <a:lnTo>
                  <a:pt x="16406" y="18695"/>
                </a:lnTo>
                <a:lnTo>
                  <a:pt x="15093" y="19620"/>
                </a:lnTo>
                <a:lnTo>
                  <a:pt x="13757" y="20360"/>
                </a:lnTo>
                <a:lnTo>
                  <a:pt x="12403" y="20925"/>
                </a:lnTo>
                <a:lnTo>
                  <a:pt x="11036" y="21320"/>
                </a:lnTo>
                <a:lnTo>
                  <a:pt x="9657" y="21543"/>
                </a:lnTo>
                <a:lnTo>
                  <a:pt x="8274" y="21600"/>
                </a:lnTo>
                <a:lnTo>
                  <a:pt x="6887" y="21495"/>
                </a:lnTo>
                <a:lnTo>
                  <a:pt x="5504" y="21232"/>
                </a:lnTo>
                <a:lnTo>
                  <a:pt x="4127" y="20811"/>
                </a:lnTo>
                <a:lnTo>
                  <a:pt x="2706" y="20106"/>
                </a:lnTo>
                <a:lnTo>
                  <a:pt x="1802" y="19528"/>
                </a:lnTo>
                <a:lnTo>
                  <a:pt x="1029" y="18770"/>
                </a:lnTo>
                <a:lnTo>
                  <a:pt x="0" y="17525"/>
                </a:lnTo>
                <a:lnTo>
                  <a:pt x="0" y="14629"/>
                </a:lnTo>
                <a:lnTo>
                  <a:pt x="0" y="11716"/>
                </a:lnTo>
                <a:lnTo>
                  <a:pt x="0" y="8763"/>
                </a:lnTo>
                <a:lnTo>
                  <a:pt x="1177" y="7707"/>
                </a:lnTo>
                <a:lnTo>
                  <a:pt x="2055" y="7067"/>
                </a:lnTo>
                <a:lnTo>
                  <a:pt x="3075" y="6581"/>
                </a:lnTo>
                <a:lnTo>
                  <a:pt x="4673" y="5989"/>
                </a:lnTo>
                <a:lnTo>
                  <a:pt x="5638" y="5621"/>
                </a:lnTo>
                <a:lnTo>
                  <a:pt x="6610" y="5253"/>
                </a:lnTo>
                <a:lnTo>
                  <a:pt x="7594" y="4876"/>
                </a:lnTo>
                <a:lnTo>
                  <a:pt x="8614" y="4535"/>
                </a:lnTo>
                <a:lnTo>
                  <a:pt x="9641" y="4184"/>
                </a:lnTo>
                <a:lnTo>
                  <a:pt x="10682" y="3834"/>
                </a:lnTo>
                <a:lnTo>
                  <a:pt x="11702" y="3457"/>
                </a:lnTo>
                <a:lnTo>
                  <a:pt x="12730" y="3071"/>
                </a:lnTo>
                <a:lnTo>
                  <a:pt x="13771" y="2686"/>
                </a:lnTo>
                <a:lnTo>
                  <a:pt x="15035" y="2221"/>
                </a:lnTo>
                <a:lnTo>
                  <a:pt x="16300" y="1766"/>
                </a:lnTo>
                <a:lnTo>
                  <a:pt x="17566" y="1314"/>
                </a:lnTo>
                <a:lnTo>
                  <a:pt x="18832" y="872"/>
                </a:lnTo>
                <a:lnTo>
                  <a:pt x="20099" y="434"/>
                </a:lnTo>
                <a:lnTo>
                  <a:pt x="21365" y="0"/>
                </a:lnTo>
                <a:close/>
              </a:path>
            </a:pathLst>
          </a:custGeom>
          <a:solidFill>
            <a:srgbClr val="686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7" name="contour_09465"/>
          <p:cNvSpPr/>
          <p:nvPr/>
        </p:nvSpPr>
        <p:spPr>
          <a:xfrm>
            <a:off x="10964233" y="1807743"/>
            <a:ext cx="65592" cy="288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46" y="1125"/>
                </a:moveTo>
                <a:lnTo>
                  <a:pt x="14916" y="1676"/>
                </a:lnTo>
                <a:lnTo>
                  <a:pt x="16507" y="2233"/>
                </a:lnTo>
                <a:lnTo>
                  <a:pt x="17842" y="3718"/>
                </a:lnTo>
                <a:lnTo>
                  <a:pt x="19200" y="5220"/>
                </a:lnTo>
                <a:lnTo>
                  <a:pt x="19673" y="8463"/>
                </a:lnTo>
                <a:lnTo>
                  <a:pt x="20150" y="11717"/>
                </a:lnTo>
                <a:lnTo>
                  <a:pt x="20628" y="14982"/>
                </a:lnTo>
                <a:lnTo>
                  <a:pt x="21113" y="18275"/>
                </a:lnTo>
                <a:lnTo>
                  <a:pt x="21600" y="21600"/>
                </a:lnTo>
                <a:lnTo>
                  <a:pt x="19954" y="21600"/>
                </a:lnTo>
                <a:lnTo>
                  <a:pt x="18307" y="21600"/>
                </a:lnTo>
                <a:lnTo>
                  <a:pt x="16661" y="21600"/>
                </a:lnTo>
                <a:lnTo>
                  <a:pt x="15012" y="21600"/>
                </a:lnTo>
                <a:lnTo>
                  <a:pt x="13361" y="21600"/>
                </a:lnTo>
                <a:lnTo>
                  <a:pt x="11707" y="21600"/>
                </a:lnTo>
                <a:lnTo>
                  <a:pt x="10049" y="21600"/>
                </a:lnTo>
                <a:lnTo>
                  <a:pt x="8388" y="21600"/>
                </a:lnTo>
                <a:lnTo>
                  <a:pt x="6722" y="21600"/>
                </a:lnTo>
                <a:lnTo>
                  <a:pt x="5050" y="21600"/>
                </a:lnTo>
                <a:lnTo>
                  <a:pt x="3372" y="21600"/>
                </a:lnTo>
                <a:lnTo>
                  <a:pt x="1690" y="21600"/>
                </a:lnTo>
                <a:lnTo>
                  <a:pt x="0" y="21600"/>
                </a:lnTo>
                <a:lnTo>
                  <a:pt x="1020" y="14682"/>
                </a:lnTo>
                <a:lnTo>
                  <a:pt x="1769" y="9932"/>
                </a:lnTo>
                <a:lnTo>
                  <a:pt x="2369" y="6787"/>
                </a:lnTo>
                <a:lnTo>
                  <a:pt x="2952" y="4690"/>
                </a:lnTo>
                <a:lnTo>
                  <a:pt x="3641" y="3074"/>
                </a:lnTo>
                <a:lnTo>
                  <a:pt x="4562" y="1381"/>
                </a:lnTo>
                <a:lnTo>
                  <a:pt x="6110" y="579"/>
                </a:lnTo>
                <a:lnTo>
                  <a:pt x="7548" y="131"/>
                </a:lnTo>
                <a:lnTo>
                  <a:pt x="8933" y="0"/>
                </a:lnTo>
                <a:lnTo>
                  <a:pt x="10322" y="153"/>
                </a:lnTo>
                <a:lnTo>
                  <a:pt x="11774" y="541"/>
                </a:lnTo>
                <a:lnTo>
                  <a:pt x="13346" y="1125"/>
                </a:lnTo>
                <a:close/>
              </a:path>
            </a:pathLst>
          </a:custGeom>
          <a:solidFill>
            <a:srgbClr val="D3D7D8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8" name="contour_09466"/>
          <p:cNvSpPr/>
          <p:nvPr/>
        </p:nvSpPr>
        <p:spPr>
          <a:xfrm>
            <a:off x="7691918" y="180013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172" y="2138"/>
                </a:lnTo>
                <a:lnTo>
                  <a:pt x="20745" y="4280"/>
                </a:lnTo>
                <a:lnTo>
                  <a:pt x="20317" y="6421"/>
                </a:lnTo>
                <a:lnTo>
                  <a:pt x="19885" y="8566"/>
                </a:lnTo>
                <a:lnTo>
                  <a:pt x="19457" y="10720"/>
                </a:lnTo>
                <a:lnTo>
                  <a:pt x="19025" y="12877"/>
                </a:lnTo>
                <a:lnTo>
                  <a:pt x="18593" y="15043"/>
                </a:lnTo>
                <a:lnTo>
                  <a:pt x="18157" y="17218"/>
                </a:lnTo>
                <a:lnTo>
                  <a:pt x="17721" y="19403"/>
                </a:lnTo>
                <a:lnTo>
                  <a:pt x="17280" y="21600"/>
                </a:lnTo>
                <a:lnTo>
                  <a:pt x="14429" y="21091"/>
                </a:lnTo>
                <a:lnTo>
                  <a:pt x="11573" y="20582"/>
                </a:lnTo>
                <a:lnTo>
                  <a:pt x="8705" y="20069"/>
                </a:lnTo>
                <a:lnTo>
                  <a:pt x="5823" y="19554"/>
                </a:lnTo>
                <a:lnTo>
                  <a:pt x="2925" y="19036"/>
                </a:lnTo>
                <a:lnTo>
                  <a:pt x="0" y="18514"/>
                </a:lnTo>
                <a:lnTo>
                  <a:pt x="670" y="16657"/>
                </a:lnTo>
                <a:lnTo>
                  <a:pt x="1356" y="14802"/>
                </a:lnTo>
                <a:lnTo>
                  <a:pt x="2061" y="12951"/>
                </a:lnTo>
                <a:lnTo>
                  <a:pt x="2778" y="11102"/>
                </a:lnTo>
                <a:lnTo>
                  <a:pt x="3508" y="9257"/>
                </a:lnTo>
                <a:lnTo>
                  <a:pt x="3802" y="8492"/>
                </a:lnTo>
                <a:lnTo>
                  <a:pt x="4311" y="7143"/>
                </a:lnTo>
                <a:lnTo>
                  <a:pt x="5486" y="4048"/>
                </a:lnTo>
                <a:lnTo>
                  <a:pt x="6528" y="2712"/>
                </a:lnTo>
                <a:lnTo>
                  <a:pt x="7577" y="1364"/>
                </a:lnTo>
                <a:lnTo>
                  <a:pt x="8640" y="0"/>
                </a:lnTo>
                <a:close/>
              </a:path>
            </a:pathLst>
          </a:custGeom>
          <a:solidFill>
            <a:srgbClr val="DE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9469" name="contour_09467"/>
          <p:cNvSpPr/>
          <p:nvPr/>
        </p:nvSpPr>
        <p:spPr>
          <a:xfrm>
            <a:off x="11495943" y="1770982"/>
            <a:ext cx="5132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96" y="0"/>
                </a:moveTo>
                <a:lnTo>
                  <a:pt x="5224" y="0"/>
                </a:lnTo>
                <a:lnTo>
                  <a:pt x="7263" y="0"/>
                </a:lnTo>
                <a:lnTo>
                  <a:pt x="9331" y="0"/>
                </a:lnTo>
                <a:lnTo>
                  <a:pt x="9331" y="1586"/>
                </a:lnTo>
                <a:lnTo>
                  <a:pt x="9331" y="3182"/>
                </a:lnTo>
                <a:lnTo>
                  <a:pt x="9331" y="4800"/>
                </a:lnTo>
                <a:lnTo>
                  <a:pt x="10935" y="5698"/>
                </a:lnTo>
                <a:lnTo>
                  <a:pt x="12110" y="6276"/>
                </a:lnTo>
                <a:lnTo>
                  <a:pt x="13429" y="6794"/>
                </a:lnTo>
                <a:lnTo>
                  <a:pt x="15465" y="7500"/>
                </a:lnTo>
                <a:lnTo>
                  <a:pt x="17177" y="8105"/>
                </a:lnTo>
                <a:lnTo>
                  <a:pt x="18916" y="8719"/>
                </a:lnTo>
                <a:lnTo>
                  <a:pt x="20250" y="9156"/>
                </a:lnTo>
                <a:lnTo>
                  <a:pt x="21600" y="9600"/>
                </a:lnTo>
                <a:lnTo>
                  <a:pt x="19573" y="9600"/>
                </a:lnTo>
                <a:lnTo>
                  <a:pt x="17533" y="9600"/>
                </a:lnTo>
                <a:lnTo>
                  <a:pt x="15465" y="9600"/>
                </a:lnTo>
                <a:lnTo>
                  <a:pt x="15465" y="11297"/>
                </a:lnTo>
                <a:lnTo>
                  <a:pt x="15465" y="12996"/>
                </a:lnTo>
                <a:lnTo>
                  <a:pt x="15465" y="14700"/>
                </a:lnTo>
                <a:lnTo>
                  <a:pt x="15465" y="16411"/>
                </a:lnTo>
                <a:lnTo>
                  <a:pt x="15465" y="18130"/>
                </a:lnTo>
                <a:lnTo>
                  <a:pt x="15465" y="19858"/>
                </a:lnTo>
                <a:lnTo>
                  <a:pt x="15465" y="21600"/>
                </a:lnTo>
                <a:lnTo>
                  <a:pt x="15085" y="19963"/>
                </a:lnTo>
                <a:lnTo>
                  <a:pt x="14699" y="18300"/>
                </a:lnTo>
                <a:lnTo>
                  <a:pt x="13515" y="16409"/>
                </a:lnTo>
                <a:lnTo>
                  <a:pt x="12469" y="15089"/>
                </a:lnTo>
                <a:lnTo>
                  <a:pt x="11371" y="14170"/>
                </a:lnTo>
                <a:lnTo>
                  <a:pt x="10033" y="13486"/>
                </a:lnTo>
                <a:lnTo>
                  <a:pt x="8266" y="12869"/>
                </a:lnTo>
                <a:lnTo>
                  <a:pt x="5880" y="12149"/>
                </a:lnTo>
                <a:lnTo>
                  <a:pt x="3929" y="11491"/>
                </a:lnTo>
                <a:lnTo>
                  <a:pt x="2681" y="11009"/>
                </a:lnTo>
                <a:lnTo>
                  <a:pt x="1595" y="10457"/>
                </a:lnTo>
                <a:lnTo>
                  <a:pt x="129" y="9600"/>
                </a:lnTo>
                <a:lnTo>
                  <a:pt x="0" y="7846"/>
                </a:lnTo>
                <a:lnTo>
                  <a:pt x="120" y="6173"/>
                </a:lnTo>
                <a:lnTo>
                  <a:pt x="491" y="4570"/>
                </a:lnTo>
                <a:lnTo>
                  <a:pt x="1120" y="3014"/>
                </a:lnTo>
                <a:lnTo>
                  <a:pt x="2021" y="1498"/>
                </a:lnTo>
                <a:lnTo>
                  <a:pt x="3196" y="0"/>
                </a:lnTo>
                <a:close/>
              </a:path>
            </a:pathLst>
          </a:custGeom>
          <a:solidFill>
            <a:srgbClr val="999498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0" name="contour_09468"/>
          <p:cNvSpPr/>
          <p:nvPr/>
        </p:nvSpPr>
        <p:spPr>
          <a:xfrm>
            <a:off x="7762684" y="1756406"/>
            <a:ext cx="3126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95" y="0"/>
                </a:moveTo>
                <a:lnTo>
                  <a:pt x="9486" y="0"/>
                </a:lnTo>
                <a:lnTo>
                  <a:pt x="12487" y="0"/>
                </a:lnTo>
                <a:lnTo>
                  <a:pt x="15498" y="0"/>
                </a:lnTo>
                <a:lnTo>
                  <a:pt x="18534" y="0"/>
                </a:lnTo>
                <a:lnTo>
                  <a:pt x="21600" y="0"/>
                </a:lnTo>
                <a:lnTo>
                  <a:pt x="21182" y="1782"/>
                </a:lnTo>
                <a:lnTo>
                  <a:pt x="20769" y="3564"/>
                </a:lnTo>
                <a:lnTo>
                  <a:pt x="20351" y="5349"/>
                </a:lnTo>
                <a:lnTo>
                  <a:pt x="19938" y="7136"/>
                </a:lnTo>
                <a:lnTo>
                  <a:pt x="19521" y="8926"/>
                </a:lnTo>
                <a:lnTo>
                  <a:pt x="19103" y="10719"/>
                </a:lnTo>
                <a:lnTo>
                  <a:pt x="18685" y="12517"/>
                </a:lnTo>
                <a:lnTo>
                  <a:pt x="18262" y="14321"/>
                </a:lnTo>
                <a:lnTo>
                  <a:pt x="17839" y="16130"/>
                </a:lnTo>
                <a:lnTo>
                  <a:pt x="17416" y="17944"/>
                </a:lnTo>
                <a:lnTo>
                  <a:pt x="16993" y="19769"/>
                </a:lnTo>
                <a:lnTo>
                  <a:pt x="16565" y="21600"/>
                </a:lnTo>
                <a:lnTo>
                  <a:pt x="13574" y="21065"/>
                </a:lnTo>
                <a:lnTo>
                  <a:pt x="10573" y="20528"/>
                </a:lnTo>
                <a:lnTo>
                  <a:pt x="7563" y="19991"/>
                </a:lnTo>
                <a:lnTo>
                  <a:pt x="4526" y="19448"/>
                </a:lnTo>
                <a:lnTo>
                  <a:pt x="1460" y="18900"/>
                </a:lnTo>
                <a:lnTo>
                  <a:pt x="660" y="17053"/>
                </a:lnTo>
                <a:lnTo>
                  <a:pt x="191" y="15709"/>
                </a:lnTo>
                <a:lnTo>
                  <a:pt x="0" y="14477"/>
                </a:lnTo>
                <a:lnTo>
                  <a:pt x="25" y="12971"/>
                </a:lnTo>
                <a:lnTo>
                  <a:pt x="201" y="10800"/>
                </a:lnTo>
                <a:lnTo>
                  <a:pt x="277" y="9350"/>
                </a:lnTo>
                <a:lnTo>
                  <a:pt x="357" y="7892"/>
                </a:lnTo>
                <a:lnTo>
                  <a:pt x="438" y="6412"/>
                </a:lnTo>
                <a:lnTo>
                  <a:pt x="1108" y="4223"/>
                </a:lnTo>
                <a:lnTo>
                  <a:pt x="1964" y="2827"/>
                </a:lnTo>
                <a:lnTo>
                  <a:pt x="3570" y="1620"/>
                </a:lnTo>
                <a:lnTo>
                  <a:pt x="6495" y="0"/>
                </a:lnTo>
                <a:close/>
              </a:path>
            </a:pathLst>
          </a:custGeom>
          <a:solidFill>
            <a:srgbClr val="E5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1" name="contour_09469"/>
          <p:cNvSpPr/>
          <p:nvPr/>
        </p:nvSpPr>
        <p:spPr>
          <a:xfrm>
            <a:off x="1081709" y="1778270"/>
            <a:ext cx="80168" cy="448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7007" y="0"/>
                </a:lnTo>
                <a:lnTo>
                  <a:pt x="18313" y="0"/>
                </a:lnTo>
                <a:lnTo>
                  <a:pt x="19636" y="0"/>
                </a:lnTo>
                <a:lnTo>
                  <a:pt x="20359" y="2298"/>
                </a:lnTo>
                <a:lnTo>
                  <a:pt x="20822" y="3995"/>
                </a:lnTo>
                <a:lnTo>
                  <a:pt x="21121" y="5597"/>
                </a:lnTo>
                <a:lnTo>
                  <a:pt x="21349" y="7610"/>
                </a:lnTo>
                <a:lnTo>
                  <a:pt x="21600" y="10540"/>
                </a:lnTo>
                <a:lnTo>
                  <a:pt x="21019" y="13059"/>
                </a:lnTo>
                <a:lnTo>
                  <a:pt x="20553" y="14882"/>
                </a:lnTo>
                <a:lnTo>
                  <a:pt x="20096" y="16305"/>
                </a:lnTo>
                <a:lnTo>
                  <a:pt x="19536" y="17616"/>
                </a:lnTo>
                <a:lnTo>
                  <a:pt x="18765" y="19109"/>
                </a:lnTo>
                <a:lnTo>
                  <a:pt x="17673" y="21080"/>
                </a:lnTo>
                <a:lnTo>
                  <a:pt x="16174" y="21442"/>
                </a:lnTo>
                <a:lnTo>
                  <a:pt x="14721" y="21600"/>
                </a:lnTo>
                <a:lnTo>
                  <a:pt x="13311" y="21568"/>
                </a:lnTo>
                <a:lnTo>
                  <a:pt x="11933" y="21358"/>
                </a:lnTo>
                <a:lnTo>
                  <a:pt x="10584" y="20989"/>
                </a:lnTo>
                <a:lnTo>
                  <a:pt x="9255" y="20476"/>
                </a:lnTo>
                <a:lnTo>
                  <a:pt x="7939" y="19829"/>
                </a:lnTo>
                <a:lnTo>
                  <a:pt x="6633" y="19070"/>
                </a:lnTo>
                <a:lnTo>
                  <a:pt x="5329" y="18206"/>
                </a:lnTo>
                <a:lnTo>
                  <a:pt x="4020" y="17261"/>
                </a:lnTo>
                <a:lnTo>
                  <a:pt x="2700" y="16242"/>
                </a:lnTo>
                <a:lnTo>
                  <a:pt x="1363" y="15167"/>
                </a:lnTo>
                <a:lnTo>
                  <a:pt x="0" y="14053"/>
                </a:lnTo>
                <a:lnTo>
                  <a:pt x="2254" y="12423"/>
                </a:lnTo>
                <a:lnTo>
                  <a:pt x="3849" y="11387"/>
                </a:lnTo>
                <a:lnTo>
                  <a:pt x="5015" y="10888"/>
                </a:lnTo>
                <a:lnTo>
                  <a:pt x="5981" y="10874"/>
                </a:lnTo>
                <a:lnTo>
                  <a:pt x="6975" y="11288"/>
                </a:lnTo>
                <a:lnTo>
                  <a:pt x="8224" y="12079"/>
                </a:lnTo>
                <a:lnTo>
                  <a:pt x="9015" y="13059"/>
                </a:lnTo>
                <a:lnTo>
                  <a:pt x="9818" y="14053"/>
                </a:lnTo>
                <a:lnTo>
                  <a:pt x="9818" y="11731"/>
                </a:lnTo>
                <a:lnTo>
                  <a:pt x="9818" y="9395"/>
                </a:lnTo>
                <a:lnTo>
                  <a:pt x="9818" y="7027"/>
                </a:lnTo>
                <a:lnTo>
                  <a:pt x="10985" y="7027"/>
                </a:lnTo>
                <a:lnTo>
                  <a:pt x="12155" y="7027"/>
                </a:lnTo>
                <a:lnTo>
                  <a:pt x="13329" y="7027"/>
                </a:lnTo>
                <a:lnTo>
                  <a:pt x="14513" y="7027"/>
                </a:lnTo>
                <a:lnTo>
                  <a:pt x="15709" y="7027"/>
                </a:lnTo>
                <a:lnTo>
                  <a:pt x="15709" y="4704"/>
                </a:lnTo>
                <a:lnTo>
                  <a:pt x="15709" y="2368"/>
                </a:lnTo>
                <a:lnTo>
                  <a:pt x="15709" y="0"/>
                </a:lnTo>
                <a:close/>
              </a:path>
            </a:pathLst>
          </a:custGeom>
          <a:solidFill>
            <a:srgbClr val="6D6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2" name="contour_09470"/>
          <p:cNvSpPr/>
          <p:nvPr/>
        </p:nvSpPr>
        <p:spPr>
          <a:xfrm>
            <a:off x="7313445" y="1764678"/>
            <a:ext cx="86953" cy="50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868"/>
                </a:moveTo>
                <a:lnTo>
                  <a:pt x="21600" y="7429"/>
                </a:lnTo>
                <a:lnTo>
                  <a:pt x="21600" y="9014"/>
                </a:lnTo>
                <a:lnTo>
                  <a:pt x="20351" y="9191"/>
                </a:lnTo>
                <a:lnTo>
                  <a:pt x="19082" y="9370"/>
                </a:lnTo>
                <a:lnTo>
                  <a:pt x="17664" y="9650"/>
                </a:lnTo>
                <a:lnTo>
                  <a:pt x="16303" y="9952"/>
                </a:lnTo>
                <a:lnTo>
                  <a:pt x="14996" y="10295"/>
                </a:lnTo>
                <a:lnTo>
                  <a:pt x="13737" y="10685"/>
                </a:lnTo>
                <a:lnTo>
                  <a:pt x="12521" y="11138"/>
                </a:lnTo>
                <a:lnTo>
                  <a:pt x="11342" y="11661"/>
                </a:lnTo>
                <a:lnTo>
                  <a:pt x="10200" y="12271"/>
                </a:lnTo>
                <a:lnTo>
                  <a:pt x="9085" y="12976"/>
                </a:lnTo>
                <a:lnTo>
                  <a:pt x="7993" y="13788"/>
                </a:lnTo>
                <a:lnTo>
                  <a:pt x="6921" y="14722"/>
                </a:lnTo>
                <a:lnTo>
                  <a:pt x="5864" y="15785"/>
                </a:lnTo>
                <a:lnTo>
                  <a:pt x="4818" y="16994"/>
                </a:lnTo>
                <a:lnTo>
                  <a:pt x="3775" y="18359"/>
                </a:lnTo>
                <a:lnTo>
                  <a:pt x="2732" y="19888"/>
                </a:lnTo>
                <a:lnTo>
                  <a:pt x="1685" y="21600"/>
                </a:lnTo>
                <a:lnTo>
                  <a:pt x="849" y="18013"/>
                </a:lnTo>
                <a:lnTo>
                  <a:pt x="311" y="15483"/>
                </a:lnTo>
                <a:lnTo>
                  <a:pt x="40" y="13665"/>
                </a:lnTo>
                <a:lnTo>
                  <a:pt x="0" y="12202"/>
                </a:lnTo>
                <a:lnTo>
                  <a:pt x="159" y="10745"/>
                </a:lnTo>
                <a:lnTo>
                  <a:pt x="483" y="8942"/>
                </a:lnTo>
                <a:lnTo>
                  <a:pt x="1354" y="6994"/>
                </a:lnTo>
                <a:lnTo>
                  <a:pt x="2285" y="5412"/>
                </a:lnTo>
                <a:lnTo>
                  <a:pt x="3284" y="4112"/>
                </a:lnTo>
                <a:lnTo>
                  <a:pt x="4356" y="3030"/>
                </a:lnTo>
                <a:lnTo>
                  <a:pt x="5507" y="2092"/>
                </a:lnTo>
                <a:lnTo>
                  <a:pt x="6740" y="1221"/>
                </a:lnTo>
                <a:lnTo>
                  <a:pt x="8064" y="349"/>
                </a:lnTo>
                <a:lnTo>
                  <a:pt x="9372" y="72"/>
                </a:lnTo>
                <a:lnTo>
                  <a:pt x="10663" y="0"/>
                </a:lnTo>
                <a:lnTo>
                  <a:pt x="11936" y="110"/>
                </a:lnTo>
                <a:lnTo>
                  <a:pt x="13192" y="393"/>
                </a:lnTo>
                <a:lnTo>
                  <a:pt x="14434" y="834"/>
                </a:lnTo>
                <a:lnTo>
                  <a:pt x="15660" y="1413"/>
                </a:lnTo>
                <a:lnTo>
                  <a:pt x="16871" y="2114"/>
                </a:lnTo>
                <a:lnTo>
                  <a:pt x="18072" y="2929"/>
                </a:lnTo>
                <a:lnTo>
                  <a:pt x="19259" y="3835"/>
                </a:lnTo>
                <a:lnTo>
                  <a:pt x="20434" y="4820"/>
                </a:lnTo>
                <a:lnTo>
                  <a:pt x="21600" y="5868"/>
                </a:lnTo>
                <a:close/>
              </a:path>
            </a:pathLst>
          </a:custGeom>
          <a:solidFill>
            <a:srgbClr val="DFE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3" name="contour_09471"/>
          <p:cNvSpPr/>
          <p:nvPr/>
        </p:nvSpPr>
        <p:spPr>
          <a:xfrm>
            <a:off x="8682983" y="1741830"/>
            <a:ext cx="29341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40" y="0"/>
                </a:moveTo>
                <a:lnTo>
                  <a:pt x="10215" y="1300"/>
                </a:lnTo>
                <a:lnTo>
                  <a:pt x="13933" y="2340"/>
                </a:lnTo>
                <a:lnTo>
                  <a:pt x="16734" y="3178"/>
                </a:lnTo>
                <a:lnTo>
                  <a:pt x="18740" y="3879"/>
                </a:lnTo>
                <a:lnTo>
                  <a:pt x="20092" y="4501"/>
                </a:lnTo>
                <a:lnTo>
                  <a:pt x="20924" y="5108"/>
                </a:lnTo>
                <a:lnTo>
                  <a:pt x="21364" y="5760"/>
                </a:lnTo>
                <a:lnTo>
                  <a:pt x="21541" y="6517"/>
                </a:lnTo>
                <a:lnTo>
                  <a:pt x="21600" y="7442"/>
                </a:lnTo>
                <a:lnTo>
                  <a:pt x="20811" y="8372"/>
                </a:lnTo>
                <a:lnTo>
                  <a:pt x="19958" y="9294"/>
                </a:lnTo>
                <a:lnTo>
                  <a:pt x="19057" y="10212"/>
                </a:lnTo>
                <a:lnTo>
                  <a:pt x="18118" y="11128"/>
                </a:lnTo>
                <a:lnTo>
                  <a:pt x="17152" y="12043"/>
                </a:lnTo>
                <a:lnTo>
                  <a:pt x="16170" y="12960"/>
                </a:lnTo>
                <a:lnTo>
                  <a:pt x="15532" y="13912"/>
                </a:lnTo>
                <a:lnTo>
                  <a:pt x="14910" y="14865"/>
                </a:lnTo>
                <a:lnTo>
                  <a:pt x="14309" y="15820"/>
                </a:lnTo>
                <a:lnTo>
                  <a:pt x="13724" y="16775"/>
                </a:lnTo>
                <a:lnTo>
                  <a:pt x="13155" y="17729"/>
                </a:lnTo>
                <a:lnTo>
                  <a:pt x="12705" y="18468"/>
                </a:lnTo>
                <a:lnTo>
                  <a:pt x="12249" y="19210"/>
                </a:lnTo>
                <a:lnTo>
                  <a:pt x="11793" y="19963"/>
                </a:lnTo>
                <a:lnTo>
                  <a:pt x="11299" y="20775"/>
                </a:lnTo>
                <a:lnTo>
                  <a:pt x="10805" y="21600"/>
                </a:lnTo>
                <a:lnTo>
                  <a:pt x="8144" y="21600"/>
                </a:lnTo>
                <a:lnTo>
                  <a:pt x="5440" y="21600"/>
                </a:lnTo>
                <a:lnTo>
                  <a:pt x="5092" y="20670"/>
                </a:lnTo>
                <a:lnTo>
                  <a:pt x="4743" y="19741"/>
                </a:lnTo>
                <a:lnTo>
                  <a:pt x="4405" y="18811"/>
                </a:lnTo>
                <a:lnTo>
                  <a:pt x="4067" y="17880"/>
                </a:lnTo>
                <a:lnTo>
                  <a:pt x="3734" y="16950"/>
                </a:lnTo>
                <a:lnTo>
                  <a:pt x="3401" y="16021"/>
                </a:lnTo>
                <a:lnTo>
                  <a:pt x="3074" y="15091"/>
                </a:lnTo>
                <a:lnTo>
                  <a:pt x="2747" y="14161"/>
                </a:lnTo>
                <a:lnTo>
                  <a:pt x="2425" y="13231"/>
                </a:lnTo>
                <a:lnTo>
                  <a:pt x="2119" y="12442"/>
                </a:lnTo>
                <a:lnTo>
                  <a:pt x="1819" y="11647"/>
                </a:lnTo>
                <a:lnTo>
                  <a:pt x="1513" y="10842"/>
                </a:lnTo>
                <a:lnTo>
                  <a:pt x="907" y="9042"/>
                </a:lnTo>
                <a:lnTo>
                  <a:pt x="440" y="7551"/>
                </a:lnTo>
                <a:lnTo>
                  <a:pt x="134" y="6322"/>
                </a:lnTo>
                <a:lnTo>
                  <a:pt x="0" y="5304"/>
                </a:lnTo>
                <a:lnTo>
                  <a:pt x="59" y="4448"/>
                </a:lnTo>
                <a:lnTo>
                  <a:pt x="327" y="3707"/>
                </a:lnTo>
                <a:lnTo>
                  <a:pt x="821" y="3031"/>
                </a:lnTo>
                <a:lnTo>
                  <a:pt x="1567" y="2370"/>
                </a:lnTo>
                <a:lnTo>
                  <a:pt x="2570" y="1678"/>
                </a:lnTo>
                <a:lnTo>
                  <a:pt x="3858" y="904"/>
                </a:lnTo>
                <a:lnTo>
                  <a:pt x="5440" y="0"/>
                </a:lnTo>
                <a:close/>
              </a:path>
            </a:pathLst>
          </a:custGeom>
          <a:solidFill>
            <a:srgbClr val="CFDC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4" name="contour_09472"/>
          <p:cNvSpPr/>
          <p:nvPr/>
        </p:nvSpPr>
        <p:spPr>
          <a:xfrm>
            <a:off x="4142666" y="176369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86" y="4028"/>
                </a:lnTo>
                <a:lnTo>
                  <a:pt x="20833" y="6872"/>
                </a:lnTo>
                <a:lnTo>
                  <a:pt x="20437" y="8935"/>
                </a:lnTo>
                <a:lnTo>
                  <a:pt x="19901" y="10609"/>
                </a:lnTo>
                <a:lnTo>
                  <a:pt x="19120" y="12298"/>
                </a:lnTo>
                <a:lnTo>
                  <a:pt x="18000" y="14400"/>
                </a:lnTo>
                <a:lnTo>
                  <a:pt x="15811" y="15642"/>
                </a:lnTo>
                <a:lnTo>
                  <a:pt x="13640" y="16733"/>
                </a:lnTo>
                <a:lnTo>
                  <a:pt x="11470" y="17698"/>
                </a:lnTo>
                <a:lnTo>
                  <a:pt x="9284" y="18562"/>
                </a:lnTo>
                <a:lnTo>
                  <a:pt x="7063" y="19357"/>
                </a:lnTo>
                <a:lnTo>
                  <a:pt x="4788" y="20110"/>
                </a:lnTo>
                <a:lnTo>
                  <a:pt x="2441" y="20848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CACED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5" name="contour_09473"/>
          <p:cNvSpPr/>
          <p:nvPr/>
        </p:nvSpPr>
        <p:spPr>
          <a:xfrm>
            <a:off x="2007284" y="1763694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319" y="4093"/>
                </a:lnTo>
                <a:lnTo>
                  <a:pt x="21086" y="7236"/>
                </a:lnTo>
                <a:lnTo>
                  <a:pt x="20880" y="9644"/>
                </a:lnTo>
                <a:lnTo>
                  <a:pt x="20666" y="11524"/>
                </a:lnTo>
                <a:lnTo>
                  <a:pt x="20419" y="13090"/>
                </a:lnTo>
                <a:lnTo>
                  <a:pt x="20112" y="14551"/>
                </a:lnTo>
                <a:lnTo>
                  <a:pt x="19716" y="16117"/>
                </a:lnTo>
                <a:lnTo>
                  <a:pt x="19200" y="18000"/>
                </a:lnTo>
                <a:lnTo>
                  <a:pt x="17609" y="19231"/>
                </a:lnTo>
                <a:lnTo>
                  <a:pt x="16104" y="20092"/>
                </a:lnTo>
                <a:lnTo>
                  <a:pt x="14621" y="20671"/>
                </a:lnTo>
                <a:lnTo>
                  <a:pt x="13087" y="21056"/>
                </a:lnTo>
                <a:lnTo>
                  <a:pt x="11438" y="21337"/>
                </a:lnTo>
                <a:lnTo>
                  <a:pt x="9600" y="21600"/>
                </a:lnTo>
                <a:lnTo>
                  <a:pt x="9996" y="19224"/>
                </a:lnTo>
                <a:lnTo>
                  <a:pt x="10392" y="16844"/>
                </a:lnTo>
                <a:lnTo>
                  <a:pt x="10790" y="14454"/>
                </a:lnTo>
                <a:lnTo>
                  <a:pt x="11191" y="12053"/>
                </a:lnTo>
                <a:lnTo>
                  <a:pt x="11594" y="9637"/>
                </a:lnTo>
                <a:lnTo>
                  <a:pt x="12000" y="7200"/>
                </a:lnTo>
                <a:lnTo>
                  <a:pt x="10697" y="6872"/>
                </a:lnTo>
                <a:lnTo>
                  <a:pt x="9374" y="6538"/>
                </a:lnTo>
                <a:lnTo>
                  <a:pt x="8258" y="6239"/>
                </a:lnTo>
                <a:lnTo>
                  <a:pt x="7138" y="5933"/>
                </a:lnTo>
                <a:lnTo>
                  <a:pt x="6000" y="5623"/>
                </a:lnTo>
                <a:lnTo>
                  <a:pt x="4325" y="5184"/>
                </a:lnTo>
                <a:lnTo>
                  <a:pt x="2626" y="4738"/>
                </a:lnTo>
                <a:lnTo>
                  <a:pt x="1973" y="4457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808180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6" name="contour_09474"/>
          <p:cNvSpPr/>
          <p:nvPr/>
        </p:nvSpPr>
        <p:spPr>
          <a:xfrm>
            <a:off x="7662766" y="1742304"/>
            <a:ext cx="45149" cy="505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41" y="564"/>
                </a:moveTo>
                <a:lnTo>
                  <a:pt x="19634" y="1990"/>
                </a:lnTo>
                <a:lnTo>
                  <a:pt x="20620" y="3168"/>
                </a:lnTo>
                <a:lnTo>
                  <a:pt x="21161" y="4728"/>
                </a:lnTo>
                <a:lnTo>
                  <a:pt x="21600" y="7304"/>
                </a:lnTo>
                <a:lnTo>
                  <a:pt x="21558" y="8220"/>
                </a:lnTo>
                <a:lnTo>
                  <a:pt x="21516" y="9098"/>
                </a:lnTo>
                <a:lnTo>
                  <a:pt x="21464" y="10179"/>
                </a:lnTo>
                <a:lnTo>
                  <a:pt x="21391" y="11723"/>
                </a:lnTo>
                <a:lnTo>
                  <a:pt x="21286" y="13972"/>
                </a:lnTo>
                <a:lnTo>
                  <a:pt x="21133" y="17183"/>
                </a:lnTo>
                <a:lnTo>
                  <a:pt x="20920" y="21600"/>
                </a:lnTo>
                <a:lnTo>
                  <a:pt x="19871" y="21444"/>
                </a:lnTo>
                <a:lnTo>
                  <a:pt x="18901" y="21301"/>
                </a:lnTo>
                <a:lnTo>
                  <a:pt x="17845" y="21142"/>
                </a:lnTo>
                <a:lnTo>
                  <a:pt x="16527" y="20946"/>
                </a:lnTo>
                <a:lnTo>
                  <a:pt x="14777" y="20684"/>
                </a:lnTo>
                <a:lnTo>
                  <a:pt x="12420" y="20335"/>
                </a:lnTo>
                <a:lnTo>
                  <a:pt x="9289" y="19868"/>
                </a:lnTo>
                <a:lnTo>
                  <a:pt x="5206" y="19261"/>
                </a:lnTo>
                <a:lnTo>
                  <a:pt x="0" y="18485"/>
                </a:lnTo>
                <a:lnTo>
                  <a:pt x="1628" y="14446"/>
                </a:lnTo>
                <a:lnTo>
                  <a:pt x="2957" y="11191"/>
                </a:lnTo>
                <a:lnTo>
                  <a:pt x="4048" y="8618"/>
                </a:lnTo>
                <a:lnTo>
                  <a:pt x="4969" y="6615"/>
                </a:lnTo>
                <a:lnTo>
                  <a:pt x="5774" y="5083"/>
                </a:lnTo>
                <a:lnTo>
                  <a:pt x="6531" y="3906"/>
                </a:lnTo>
                <a:lnTo>
                  <a:pt x="7294" y="2984"/>
                </a:lnTo>
                <a:lnTo>
                  <a:pt x="8131" y="2208"/>
                </a:lnTo>
                <a:lnTo>
                  <a:pt x="9104" y="1467"/>
                </a:lnTo>
                <a:lnTo>
                  <a:pt x="10268" y="660"/>
                </a:lnTo>
                <a:lnTo>
                  <a:pt x="12458" y="174"/>
                </a:lnTo>
                <a:lnTo>
                  <a:pt x="13975" y="0"/>
                </a:lnTo>
                <a:lnTo>
                  <a:pt x="15533" y="134"/>
                </a:lnTo>
                <a:lnTo>
                  <a:pt x="17841" y="564"/>
                </a:lnTo>
                <a:close/>
              </a:path>
            </a:pathLst>
          </a:custGeom>
          <a:solidFill>
            <a:srgbClr val="DDE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7" name="contour_09475"/>
          <p:cNvSpPr/>
          <p:nvPr/>
        </p:nvSpPr>
        <p:spPr>
          <a:xfrm>
            <a:off x="6810071" y="1727254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9739" y="241"/>
                </a:lnTo>
                <a:lnTo>
                  <a:pt x="12247" y="475"/>
                </a:lnTo>
                <a:lnTo>
                  <a:pt x="14034" y="793"/>
                </a:lnTo>
                <a:lnTo>
                  <a:pt x="15447" y="1277"/>
                </a:lnTo>
                <a:lnTo>
                  <a:pt x="16826" y="2012"/>
                </a:lnTo>
                <a:lnTo>
                  <a:pt x="18514" y="3086"/>
                </a:lnTo>
                <a:lnTo>
                  <a:pt x="19165" y="5113"/>
                </a:lnTo>
                <a:lnTo>
                  <a:pt x="19712" y="7137"/>
                </a:lnTo>
                <a:lnTo>
                  <a:pt x="20168" y="9165"/>
                </a:lnTo>
                <a:lnTo>
                  <a:pt x="20545" y="11201"/>
                </a:lnTo>
                <a:lnTo>
                  <a:pt x="20850" y="13247"/>
                </a:lnTo>
                <a:lnTo>
                  <a:pt x="21097" y="15305"/>
                </a:lnTo>
                <a:lnTo>
                  <a:pt x="21298" y="17382"/>
                </a:lnTo>
                <a:lnTo>
                  <a:pt x="21461" y="19477"/>
                </a:lnTo>
                <a:lnTo>
                  <a:pt x="21600" y="21600"/>
                </a:lnTo>
                <a:lnTo>
                  <a:pt x="19783" y="21119"/>
                </a:lnTo>
                <a:lnTo>
                  <a:pt x="17965" y="20628"/>
                </a:lnTo>
                <a:lnTo>
                  <a:pt x="16154" y="20125"/>
                </a:lnTo>
                <a:lnTo>
                  <a:pt x="14342" y="19613"/>
                </a:lnTo>
                <a:lnTo>
                  <a:pt x="12534" y="19094"/>
                </a:lnTo>
                <a:lnTo>
                  <a:pt x="10849" y="18628"/>
                </a:lnTo>
                <a:lnTo>
                  <a:pt x="9155" y="18159"/>
                </a:lnTo>
                <a:lnTo>
                  <a:pt x="7437" y="17681"/>
                </a:lnTo>
                <a:lnTo>
                  <a:pt x="5295" y="16543"/>
                </a:lnTo>
                <a:lnTo>
                  <a:pt x="3888" y="15604"/>
                </a:lnTo>
                <a:lnTo>
                  <a:pt x="2904" y="14524"/>
                </a:lnTo>
                <a:lnTo>
                  <a:pt x="2027" y="12960"/>
                </a:lnTo>
                <a:lnTo>
                  <a:pt x="953" y="10572"/>
                </a:lnTo>
                <a:lnTo>
                  <a:pt x="639" y="9118"/>
                </a:lnTo>
                <a:lnTo>
                  <a:pt x="321" y="7656"/>
                </a:lnTo>
                <a:lnTo>
                  <a:pt x="0" y="6171"/>
                </a:lnTo>
                <a:lnTo>
                  <a:pt x="2040" y="6171"/>
                </a:lnTo>
                <a:lnTo>
                  <a:pt x="4092" y="6171"/>
                </a:lnTo>
                <a:lnTo>
                  <a:pt x="6171" y="6171"/>
                </a:lnTo>
                <a:lnTo>
                  <a:pt x="6171" y="4132"/>
                </a:lnTo>
                <a:lnTo>
                  <a:pt x="6171" y="2080"/>
                </a:lnTo>
                <a:lnTo>
                  <a:pt x="6171" y="0"/>
                </a:lnTo>
                <a:close/>
              </a:path>
            </a:pathLst>
          </a:custGeom>
          <a:solidFill>
            <a:srgbClr val="C8CCCD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8" name="contour_09476"/>
          <p:cNvSpPr/>
          <p:nvPr/>
        </p:nvSpPr>
        <p:spPr>
          <a:xfrm>
            <a:off x="10628978" y="1683526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04" y="0"/>
                </a:lnTo>
                <a:lnTo>
                  <a:pt x="11313" y="0"/>
                </a:lnTo>
                <a:lnTo>
                  <a:pt x="12928" y="0"/>
                </a:lnTo>
                <a:lnTo>
                  <a:pt x="14556" y="0"/>
                </a:lnTo>
                <a:lnTo>
                  <a:pt x="16200" y="0"/>
                </a:lnTo>
                <a:lnTo>
                  <a:pt x="16200" y="1833"/>
                </a:lnTo>
                <a:lnTo>
                  <a:pt x="16200" y="3672"/>
                </a:lnTo>
                <a:lnTo>
                  <a:pt x="16200" y="5517"/>
                </a:lnTo>
                <a:lnTo>
                  <a:pt x="16200" y="7378"/>
                </a:lnTo>
                <a:lnTo>
                  <a:pt x="16200" y="9257"/>
                </a:lnTo>
                <a:lnTo>
                  <a:pt x="17985" y="9257"/>
                </a:lnTo>
                <a:lnTo>
                  <a:pt x="19780" y="9257"/>
                </a:lnTo>
                <a:lnTo>
                  <a:pt x="21600" y="9257"/>
                </a:lnTo>
                <a:lnTo>
                  <a:pt x="21600" y="11297"/>
                </a:lnTo>
                <a:lnTo>
                  <a:pt x="21600" y="13349"/>
                </a:lnTo>
                <a:lnTo>
                  <a:pt x="21600" y="15429"/>
                </a:lnTo>
                <a:lnTo>
                  <a:pt x="19691" y="15429"/>
                </a:lnTo>
                <a:lnTo>
                  <a:pt x="17780" y="15429"/>
                </a:lnTo>
                <a:lnTo>
                  <a:pt x="15862" y="15429"/>
                </a:lnTo>
                <a:lnTo>
                  <a:pt x="13937" y="15429"/>
                </a:lnTo>
                <a:lnTo>
                  <a:pt x="12004" y="15429"/>
                </a:lnTo>
                <a:lnTo>
                  <a:pt x="10060" y="15429"/>
                </a:lnTo>
                <a:lnTo>
                  <a:pt x="8100" y="15429"/>
                </a:lnTo>
                <a:lnTo>
                  <a:pt x="8100" y="17468"/>
                </a:lnTo>
                <a:lnTo>
                  <a:pt x="8100" y="19520"/>
                </a:lnTo>
                <a:lnTo>
                  <a:pt x="8100" y="21600"/>
                </a:lnTo>
                <a:lnTo>
                  <a:pt x="6496" y="20989"/>
                </a:lnTo>
                <a:lnTo>
                  <a:pt x="4887" y="20375"/>
                </a:lnTo>
                <a:lnTo>
                  <a:pt x="3272" y="19761"/>
                </a:lnTo>
                <a:lnTo>
                  <a:pt x="1644" y="19141"/>
                </a:lnTo>
                <a:lnTo>
                  <a:pt x="0" y="18514"/>
                </a:lnTo>
                <a:lnTo>
                  <a:pt x="427" y="16219"/>
                </a:lnTo>
                <a:lnTo>
                  <a:pt x="780" y="14589"/>
                </a:lnTo>
                <a:lnTo>
                  <a:pt x="1191" y="13182"/>
                </a:lnTo>
                <a:lnTo>
                  <a:pt x="1787" y="11553"/>
                </a:lnTo>
                <a:lnTo>
                  <a:pt x="2700" y="9257"/>
                </a:lnTo>
                <a:lnTo>
                  <a:pt x="4790" y="8979"/>
                </a:lnTo>
                <a:lnTo>
                  <a:pt x="6256" y="8841"/>
                </a:lnTo>
                <a:lnTo>
                  <a:pt x="7487" y="8841"/>
                </a:lnTo>
                <a:lnTo>
                  <a:pt x="8872" y="8979"/>
                </a:lnTo>
                <a:lnTo>
                  <a:pt x="10800" y="9257"/>
                </a:lnTo>
                <a:lnTo>
                  <a:pt x="10265" y="7424"/>
                </a:lnTo>
                <a:lnTo>
                  <a:pt x="9728" y="5585"/>
                </a:lnTo>
                <a:lnTo>
                  <a:pt x="9191" y="3740"/>
                </a:lnTo>
                <a:lnTo>
                  <a:pt x="8648" y="1879"/>
                </a:lnTo>
                <a:lnTo>
                  <a:pt x="8100" y="0"/>
                </a:lnTo>
                <a:close/>
              </a:path>
            </a:pathLst>
          </a:custGeom>
          <a:solidFill>
            <a:srgbClr val="D0D8DE"/>
          </a:solidFill>
          <a:ln>
            <a:noFill/>
          </a:ln>
        </p:spPr>
        <p:txBody>
          <a:bodyPr/>
          <a:lstStyle/>
          <a:p/>
        </p:txBody>
      </p:sp>
      <p:sp>
        <p:nvSpPr>
          <p:cNvPr id="9479" name="contour_09477"/>
          <p:cNvSpPr/>
          <p:nvPr/>
        </p:nvSpPr>
        <p:spPr>
          <a:xfrm>
            <a:off x="1300349" y="1698102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7244" y="612"/>
                </a:lnTo>
                <a:lnTo>
                  <a:pt x="8595" y="1235"/>
                </a:lnTo>
                <a:lnTo>
                  <a:pt x="9944" y="1868"/>
                </a:lnTo>
                <a:lnTo>
                  <a:pt x="11293" y="2506"/>
                </a:lnTo>
                <a:lnTo>
                  <a:pt x="12642" y="3150"/>
                </a:lnTo>
                <a:lnTo>
                  <a:pt x="13897" y="3733"/>
                </a:lnTo>
                <a:lnTo>
                  <a:pt x="15159" y="4324"/>
                </a:lnTo>
                <a:lnTo>
                  <a:pt x="16438" y="4921"/>
                </a:lnTo>
                <a:lnTo>
                  <a:pt x="17794" y="5915"/>
                </a:lnTo>
                <a:lnTo>
                  <a:pt x="18761" y="6793"/>
                </a:lnTo>
                <a:lnTo>
                  <a:pt x="19481" y="7816"/>
                </a:lnTo>
                <a:lnTo>
                  <a:pt x="20100" y="9248"/>
                </a:lnTo>
                <a:lnTo>
                  <a:pt x="20758" y="11354"/>
                </a:lnTo>
                <a:lnTo>
                  <a:pt x="21600" y="14400"/>
                </a:lnTo>
                <a:lnTo>
                  <a:pt x="20304" y="14101"/>
                </a:lnTo>
                <a:lnTo>
                  <a:pt x="19008" y="13806"/>
                </a:lnTo>
                <a:lnTo>
                  <a:pt x="17710" y="13507"/>
                </a:lnTo>
                <a:lnTo>
                  <a:pt x="16410" y="13212"/>
                </a:lnTo>
                <a:lnTo>
                  <a:pt x="15108" y="12913"/>
                </a:lnTo>
                <a:lnTo>
                  <a:pt x="13804" y="12614"/>
                </a:lnTo>
                <a:lnTo>
                  <a:pt x="12497" y="12316"/>
                </a:lnTo>
                <a:lnTo>
                  <a:pt x="11185" y="12013"/>
                </a:lnTo>
                <a:lnTo>
                  <a:pt x="9869" y="11711"/>
                </a:lnTo>
                <a:lnTo>
                  <a:pt x="8550" y="11408"/>
                </a:lnTo>
                <a:lnTo>
                  <a:pt x="7222" y="11106"/>
                </a:lnTo>
                <a:lnTo>
                  <a:pt x="5891" y="10800"/>
                </a:lnTo>
                <a:lnTo>
                  <a:pt x="5891" y="12938"/>
                </a:lnTo>
                <a:lnTo>
                  <a:pt x="5891" y="15084"/>
                </a:lnTo>
                <a:lnTo>
                  <a:pt x="5891" y="17237"/>
                </a:lnTo>
                <a:lnTo>
                  <a:pt x="5891" y="19408"/>
                </a:lnTo>
                <a:lnTo>
                  <a:pt x="5891" y="21600"/>
                </a:lnTo>
                <a:lnTo>
                  <a:pt x="4725" y="21600"/>
                </a:lnTo>
                <a:lnTo>
                  <a:pt x="3554" y="21600"/>
                </a:lnTo>
                <a:lnTo>
                  <a:pt x="2380" y="21600"/>
                </a:lnTo>
                <a:lnTo>
                  <a:pt x="1196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1298" y="10800"/>
                </a:lnTo>
                <a:lnTo>
                  <a:pt x="2604" y="10800"/>
                </a:lnTo>
                <a:lnTo>
                  <a:pt x="3927" y="10800"/>
                </a:lnTo>
                <a:lnTo>
                  <a:pt x="4532" y="8122"/>
                </a:lnTo>
                <a:lnTo>
                  <a:pt x="4937" y="6221"/>
                </a:lnTo>
                <a:lnTo>
                  <a:pt x="5235" y="4579"/>
                </a:lnTo>
                <a:lnTo>
                  <a:pt x="5522" y="2678"/>
                </a:lnTo>
                <a:lnTo>
                  <a:pt x="5891" y="0"/>
                </a:lnTo>
                <a:close/>
              </a:path>
            </a:pathLst>
          </a:custGeom>
          <a:solidFill>
            <a:srgbClr val="3B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0" name="contour_09478"/>
          <p:cNvSpPr/>
          <p:nvPr/>
        </p:nvSpPr>
        <p:spPr>
          <a:xfrm>
            <a:off x="2051012" y="1690814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215" y="135"/>
                </a:lnTo>
                <a:lnTo>
                  <a:pt x="6963" y="262"/>
                </a:lnTo>
                <a:lnTo>
                  <a:pt x="7781" y="397"/>
                </a:lnTo>
                <a:lnTo>
                  <a:pt x="8802" y="567"/>
                </a:lnTo>
                <a:lnTo>
                  <a:pt x="10157" y="794"/>
                </a:lnTo>
                <a:lnTo>
                  <a:pt x="11983" y="1096"/>
                </a:lnTo>
                <a:lnTo>
                  <a:pt x="14407" y="1501"/>
                </a:lnTo>
                <a:lnTo>
                  <a:pt x="17569" y="2028"/>
                </a:lnTo>
                <a:lnTo>
                  <a:pt x="21600" y="2700"/>
                </a:lnTo>
                <a:lnTo>
                  <a:pt x="21600" y="4485"/>
                </a:lnTo>
                <a:lnTo>
                  <a:pt x="21600" y="6280"/>
                </a:lnTo>
                <a:lnTo>
                  <a:pt x="21600" y="8100"/>
                </a:lnTo>
                <a:lnTo>
                  <a:pt x="19818" y="8100"/>
                </a:lnTo>
                <a:lnTo>
                  <a:pt x="18033" y="8100"/>
                </a:lnTo>
                <a:lnTo>
                  <a:pt x="16249" y="8100"/>
                </a:lnTo>
                <a:lnTo>
                  <a:pt x="14459" y="8100"/>
                </a:lnTo>
                <a:lnTo>
                  <a:pt x="12663" y="8100"/>
                </a:lnTo>
                <a:lnTo>
                  <a:pt x="10859" y="8100"/>
                </a:lnTo>
                <a:lnTo>
                  <a:pt x="9050" y="8100"/>
                </a:lnTo>
                <a:lnTo>
                  <a:pt x="7231" y="8100"/>
                </a:lnTo>
                <a:lnTo>
                  <a:pt x="5400" y="8100"/>
                </a:lnTo>
                <a:lnTo>
                  <a:pt x="5400" y="9885"/>
                </a:lnTo>
                <a:lnTo>
                  <a:pt x="5400" y="11680"/>
                </a:lnTo>
                <a:lnTo>
                  <a:pt x="5400" y="13500"/>
                </a:lnTo>
                <a:lnTo>
                  <a:pt x="7309" y="13500"/>
                </a:lnTo>
                <a:lnTo>
                  <a:pt x="9221" y="13500"/>
                </a:lnTo>
                <a:lnTo>
                  <a:pt x="11138" y="13500"/>
                </a:lnTo>
                <a:lnTo>
                  <a:pt x="13063" y="13500"/>
                </a:lnTo>
                <a:lnTo>
                  <a:pt x="14996" y="13500"/>
                </a:lnTo>
                <a:lnTo>
                  <a:pt x="16940" y="13500"/>
                </a:lnTo>
                <a:lnTo>
                  <a:pt x="18900" y="13500"/>
                </a:lnTo>
                <a:lnTo>
                  <a:pt x="18365" y="15104"/>
                </a:lnTo>
                <a:lnTo>
                  <a:pt x="17828" y="16713"/>
                </a:lnTo>
                <a:lnTo>
                  <a:pt x="17291" y="18328"/>
                </a:lnTo>
                <a:lnTo>
                  <a:pt x="16748" y="19956"/>
                </a:lnTo>
                <a:lnTo>
                  <a:pt x="16200" y="21600"/>
                </a:lnTo>
                <a:lnTo>
                  <a:pt x="14418" y="21006"/>
                </a:lnTo>
                <a:lnTo>
                  <a:pt x="12633" y="20412"/>
                </a:lnTo>
                <a:lnTo>
                  <a:pt x="10849" y="19815"/>
                </a:lnTo>
                <a:lnTo>
                  <a:pt x="9059" y="19219"/>
                </a:lnTo>
                <a:lnTo>
                  <a:pt x="7263" y="18622"/>
                </a:lnTo>
                <a:lnTo>
                  <a:pt x="5459" y="18020"/>
                </a:lnTo>
                <a:lnTo>
                  <a:pt x="3650" y="17418"/>
                </a:lnTo>
                <a:lnTo>
                  <a:pt x="1831" y="16810"/>
                </a:lnTo>
                <a:lnTo>
                  <a:pt x="0" y="16200"/>
                </a:lnTo>
                <a:lnTo>
                  <a:pt x="594" y="14418"/>
                </a:lnTo>
                <a:lnTo>
                  <a:pt x="1188" y="12633"/>
                </a:lnTo>
                <a:lnTo>
                  <a:pt x="1785" y="10849"/>
                </a:lnTo>
                <a:lnTo>
                  <a:pt x="2381" y="9058"/>
                </a:lnTo>
                <a:lnTo>
                  <a:pt x="2978" y="7263"/>
                </a:lnTo>
                <a:lnTo>
                  <a:pt x="3580" y="5459"/>
                </a:lnTo>
                <a:lnTo>
                  <a:pt x="4182" y="3650"/>
                </a:lnTo>
                <a:lnTo>
                  <a:pt x="4790" y="1831"/>
                </a:lnTo>
                <a:lnTo>
                  <a:pt x="5400" y="0"/>
                </a:lnTo>
                <a:close/>
              </a:path>
            </a:pathLst>
          </a:custGeom>
          <a:solidFill>
            <a:srgbClr val="5E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1" name="contour_09479"/>
          <p:cNvSpPr/>
          <p:nvPr/>
        </p:nvSpPr>
        <p:spPr>
          <a:xfrm>
            <a:off x="2021860" y="161793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06" y="464"/>
                </a:lnTo>
                <a:lnTo>
                  <a:pt x="3607" y="936"/>
                </a:lnTo>
                <a:lnTo>
                  <a:pt x="5408" y="1418"/>
                </a:lnTo>
                <a:lnTo>
                  <a:pt x="7206" y="1912"/>
                </a:lnTo>
                <a:lnTo>
                  <a:pt x="9002" y="2416"/>
                </a:lnTo>
                <a:lnTo>
                  <a:pt x="10800" y="2923"/>
                </a:lnTo>
                <a:lnTo>
                  <a:pt x="12350" y="3305"/>
                </a:lnTo>
                <a:lnTo>
                  <a:pt x="13921" y="3690"/>
                </a:lnTo>
                <a:lnTo>
                  <a:pt x="15401" y="4140"/>
                </a:lnTo>
                <a:lnTo>
                  <a:pt x="16540" y="4550"/>
                </a:lnTo>
                <a:lnTo>
                  <a:pt x="17707" y="5083"/>
                </a:lnTo>
                <a:lnTo>
                  <a:pt x="19270" y="5911"/>
                </a:lnTo>
                <a:lnTo>
                  <a:pt x="21600" y="7200"/>
                </a:lnTo>
                <a:lnTo>
                  <a:pt x="21600" y="9338"/>
                </a:lnTo>
                <a:lnTo>
                  <a:pt x="21600" y="11484"/>
                </a:lnTo>
                <a:lnTo>
                  <a:pt x="21600" y="13637"/>
                </a:lnTo>
                <a:lnTo>
                  <a:pt x="21600" y="15808"/>
                </a:lnTo>
                <a:lnTo>
                  <a:pt x="21600" y="18000"/>
                </a:lnTo>
                <a:lnTo>
                  <a:pt x="19729" y="18356"/>
                </a:lnTo>
                <a:lnTo>
                  <a:pt x="17855" y="18713"/>
                </a:lnTo>
                <a:lnTo>
                  <a:pt x="15981" y="19069"/>
                </a:lnTo>
                <a:lnTo>
                  <a:pt x="14105" y="19429"/>
                </a:lnTo>
                <a:lnTo>
                  <a:pt x="12220" y="19786"/>
                </a:lnTo>
                <a:lnTo>
                  <a:pt x="10333" y="20146"/>
                </a:lnTo>
                <a:lnTo>
                  <a:pt x="8438" y="20506"/>
                </a:lnTo>
                <a:lnTo>
                  <a:pt x="6534" y="20869"/>
                </a:lnTo>
                <a:lnTo>
                  <a:pt x="4622" y="21233"/>
                </a:lnTo>
                <a:lnTo>
                  <a:pt x="2700" y="21600"/>
                </a:lnTo>
                <a:lnTo>
                  <a:pt x="2403" y="19224"/>
                </a:lnTo>
                <a:lnTo>
                  <a:pt x="2106" y="16844"/>
                </a:lnTo>
                <a:lnTo>
                  <a:pt x="1809" y="14465"/>
                </a:lnTo>
                <a:lnTo>
                  <a:pt x="1509" y="12078"/>
                </a:lnTo>
                <a:lnTo>
                  <a:pt x="1210" y="9684"/>
                </a:lnTo>
                <a:lnTo>
                  <a:pt x="910" y="7279"/>
                </a:lnTo>
                <a:lnTo>
                  <a:pt x="608" y="4867"/>
                </a:lnTo>
                <a:lnTo>
                  <a:pt x="305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D7E81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2" name="contour_09480"/>
          <p:cNvSpPr/>
          <p:nvPr/>
        </p:nvSpPr>
        <p:spPr>
          <a:xfrm>
            <a:off x="1088997" y="1603358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52" y="376"/>
                </a:lnTo>
                <a:lnTo>
                  <a:pt x="13502" y="778"/>
                </a:lnTo>
                <a:lnTo>
                  <a:pt x="14852" y="1192"/>
                </a:lnTo>
                <a:lnTo>
                  <a:pt x="16200" y="1620"/>
                </a:lnTo>
                <a:lnTo>
                  <a:pt x="17708" y="2074"/>
                </a:lnTo>
                <a:lnTo>
                  <a:pt x="19237" y="2532"/>
                </a:lnTo>
                <a:lnTo>
                  <a:pt x="20410" y="3421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20073" y="12960"/>
                </a:lnTo>
                <a:lnTo>
                  <a:pt x="18544" y="12960"/>
                </a:lnTo>
                <a:lnTo>
                  <a:pt x="17010" y="12960"/>
                </a:lnTo>
                <a:lnTo>
                  <a:pt x="15470" y="12960"/>
                </a:lnTo>
                <a:lnTo>
                  <a:pt x="13923" y="12960"/>
                </a:lnTo>
                <a:lnTo>
                  <a:pt x="12368" y="12960"/>
                </a:lnTo>
                <a:lnTo>
                  <a:pt x="10800" y="12960"/>
                </a:lnTo>
                <a:lnTo>
                  <a:pt x="10800" y="15816"/>
                </a:lnTo>
                <a:lnTo>
                  <a:pt x="10800" y="18688"/>
                </a:lnTo>
                <a:lnTo>
                  <a:pt x="10800" y="21600"/>
                </a:lnTo>
                <a:lnTo>
                  <a:pt x="9273" y="21600"/>
                </a:lnTo>
                <a:lnTo>
                  <a:pt x="7744" y="21600"/>
                </a:lnTo>
                <a:lnTo>
                  <a:pt x="6210" y="21600"/>
                </a:lnTo>
                <a:lnTo>
                  <a:pt x="4670" y="21600"/>
                </a:lnTo>
                <a:lnTo>
                  <a:pt x="3123" y="21600"/>
                </a:lnTo>
                <a:lnTo>
                  <a:pt x="1568" y="21600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395" y="12182"/>
                </a:lnTo>
                <a:lnTo>
                  <a:pt x="2786" y="11586"/>
                </a:lnTo>
                <a:lnTo>
                  <a:pt x="4177" y="11124"/>
                </a:lnTo>
                <a:lnTo>
                  <a:pt x="5577" y="10757"/>
                </a:lnTo>
                <a:lnTo>
                  <a:pt x="6994" y="10437"/>
                </a:lnTo>
                <a:lnTo>
                  <a:pt x="8437" y="10126"/>
                </a:lnTo>
                <a:lnTo>
                  <a:pt x="9027" y="9755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38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3" name="contour_09481"/>
          <p:cNvSpPr/>
          <p:nvPr/>
        </p:nvSpPr>
        <p:spPr>
          <a:xfrm>
            <a:off x="3652949" y="1581494"/>
            <a:ext cx="5972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5" y="0"/>
                </a:moveTo>
                <a:lnTo>
                  <a:pt x="6220" y="1782"/>
                </a:lnTo>
                <a:lnTo>
                  <a:pt x="6655" y="3567"/>
                </a:lnTo>
                <a:lnTo>
                  <a:pt x="7093" y="5360"/>
                </a:lnTo>
                <a:lnTo>
                  <a:pt x="7533" y="7160"/>
                </a:lnTo>
                <a:lnTo>
                  <a:pt x="7976" y="8972"/>
                </a:lnTo>
                <a:lnTo>
                  <a:pt x="8421" y="10800"/>
                </a:lnTo>
                <a:lnTo>
                  <a:pt x="10053" y="10465"/>
                </a:lnTo>
                <a:lnTo>
                  <a:pt x="11684" y="10130"/>
                </a:lnTo>
                <a:lnTo>
                  <a:pt x="13321" y="9796"/>
                </a:lnTo>
                <a:lnTo>
                  <a:pt x="14961" y="9461"/>
                </a:lnTo>
                <a:lnTo>
                  <a:pt x="16608" y="9123"/>
                </a:lnTo>
                <a:lnTo>
                  <a:pt x="18263" y="8783"/>
                </a:lnTo>
                <a:lnTo>
                  <a:pt x="19926" y="8443"/>
                </a:lnTo>
                <a:lnTo>
                  <a:pt x="21600" y="8100"/>
                </a:lnTo>
                <a:lnTo>
                  <a:pt x="21600" y="9704"/>
                </a:lnTo>
                <a:lnTo>
                  <a:pt x="21600" y="11313"/>
                </a:lnTo>
                <a:lnTo>
                  <a:pt x="21600" y="12928"/>
                </a:lnTo>
                <a:lnTo>
                  <a:pt x="21600" y="14556"/>
                </a:lnTo>
                <a:lnTo>
                  <a:pt x="21600" y="16200"/>
                </a:lnTo>
                <a:lnTo>
                  <a:pt x="20298" y="16138"/>
                </a:lnTo>
                <a:lnTo>
                  <a:pt x="18985" y="16076"/>
                </a:lnTo>
                <a:lnTo>
                  <a:pt x="17657" y="16011"/>
                </a:lnTo>
                <a:lnTo>
                  <a:pt x="15967" y="15962"/>
                </a:lnTo>
                <a:lnTo>
                  <a:pt x="14265" y="15914"/>
                </a:lnTo>
                <a:lnTo>
                  <a:pt x="12538" y="15862"/>
                </a:lnTo>
                <a:lnTo>
                  <a:pt x="10854" y="15800"/>
                </a:lnTo>
                <a:lnTo>
                  <a:pt x="9159" y="15738"/>
                </a:lnTo>
                <a:lnTo>
                  <a:pt x="7443" y="15674"/>
                </a:lnTo>
                <a:lnTo>
                  <a:pt x="6025" y="15846"/>
                </a:lnTo>
                <a:lnTo>
                  <a:pt x="4597" y="16022"/>
                </a:lnTo>
                <a:lnTo>
                  <a:pt x="3150" y="16200"/>
                </a:lnTo>
                <a:lnTo>
                  <a:pt x="2037" y="17815"/>
                </a:lnTo>
                <a:lnTo>
                  <a:pt x="1392" y="18916"/>
                </a:lnTo>
                <a:lnTo>
                  <a:pt x="965" y="20010"/>
                </a:lnTo>
                <a:lnTo>
                  <a:pt x="514" y="21600"/>
                </a:lnTo>
                <a:lnTo>
                  <a:pt x="432" y="19745"/>
                </a:lnTo>
                <a:lnTo>
                  <a:pt x="361" y="17890"/>
                </a:lnTo>
                <a:lnTo>
                  <a:pt x="295" y="16033"/>
                </a:lnTo>
                <a:lnTo>
                  <a:pt x="237" y="14175"/>
                </a:lnTo>
                <a:lnTo>
                  <a:pt x="185" y="12317"/>
                </a:lnTo>
                <a:lnTo>
                  <a:pt x="124" y="10592"/>
                </a:lnTo>
                <a:lnTo>
                  <a:pt x="63" y="8856"/>
                </a:lnTo>
                <a:lnTo>
                  <a:pt x="0" y="7098"/>
                </a:lnTo>
                <a:lnTo>
                  <a:pt x="169" y="5646"/>
                </a:lnTo>
                <a:lnTo>
                  <a:pt x="340" y="4182"/>
                </a:lnTo>
                <a:lnTo>
                  <a:pt x="514" y="2700"/>
                </a:lnTo>
                <a:lnTo>
                  <a:pt x="2090" y="1561"/>
                </a:lnTo>
                <a:lnTo>
                  <a:pt x="3166" y="899"/>
                </a:lnTo>
                <a:lnTo>
                  <a:pt x="4233" y="462"/>
                </a:lnTo>
                <a:lnTo>
                  <a:pt x="5785" y="0"/>
                </a:lnTo>
                <a:close/>
              </a:path>
            </a:pathLst>
          </a:custGeom>
          <a:solidFill>
            <a:srgbClr val="9DA5A9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4" name="contour_09482"/>
          <p:cNvSpPr/>
          <p:nvPr/>
        </p:nvSpPr>
        <p:spPr>
          <a:xfrm>
            <a:off x="8697500" y="1574206"/>
            <a:ext cx="2367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94" y="0"/>
                </a:moveTo>
                <a:lnTo>
                  <a:pt x="11189" y="0"/>
                </a:lnTo>
                <a:lnTo>
                  <a:pt x="15610" y="0"/>
                </a:lnTo>
                <a:lnTo>
                  <a:pt x="20091" y="0"/>
                </a:lnTo>
                <a:lnTo>
                  <a:pt x="20250" y="1384"/>
                </a:lnTo>
                <a:lnTo>
                  <a:pt x="20390" y="2771"/>
                </a:lnTo>
                <a:lnTo>
                  <a:pt x="20516" y="4155"/>
                </a:lnTo>
                <a:lnTo>
                  <a:pt x="20629" y="5539"/>
                </a:lnTo>
                <a:lnTo>
                  <a:pt x="20736" y="6926"/>
                </a:lnTo>
                <a:lnTo>
                  <a:pt x="20829" y="8310"/>
                </a:lnTo>
                <a:lnTo>
                  <a:pt x="20922" y="9696"/>
                </a:lnTo>
                <a:lnTo>
                  <a:pt x="21088" y="11079"/>
                </a:lnTo>
                <a:lnTo>
                  <a:pt x="21261" y="12483"/>
                </a:lnTo>
                <a:lnTo>
                  <a:pt x="21327" y="13806"/>
                </a:lnTo>
                <a:lnTo>
                  <a:pt x="21387" y="15149"/>
                </a:lnTo>
                <a:lnTo>
                  <a:pt x="21494" y="16371"/>
                </a:lnTo>
                <a:lnTo>
                  <a:pt x="21600" y="17612"/>
                </a:lnTo>
                <a:lnTo>
                  <a:pt x="20849" y="18615"/>
                </a:lnTo>
                <a:lnTo>
                  <a:pt x="20091" y="19636"/>
                </a:lnTo>
                <a:lnTo>
                  <a:pt x="16095" y="20377"/>
                </a:lnTo>
                <a:lnTo>
                  <a:pt x="13383" y="20828"/>
                </a:lnTo>
                <a:lnTo>
                  <a:pt x="10697" y="21176"/>
                </a:lnTo>
                <a:lnTo>
                  <a:pt x="6794" y="21600"/>
                </a:lnTo>
                <a:lnTo>
                  <a:pt x="6243" y="20373"/>
                </a:lnTo>
                <a:lnTo>
                  <a:pt x="5698" y="19145"/>
                </a:lnTo>
                <a:lnTo>
                  <a:pt x="5159" y="17918"/>
                </a:lnTo>
                <a:lnTo>
                  <a:pt x="4627" y="16691"/>
                </a:lnTo>
                <a:lnTo>
                  <a:pt x="4095" y="15464"/>
                </a:lnTo>
                <a:lnTo>
                  <a:pt x="3577" y="14236"/>
                </a:lnTo>
                <a:lnTo>
                  <a:pt x="3058" y="13009"/>
                </a:lnTo>
                <a:lnTo>
                  <a:pt x="2493" y="11792"/>
                </a:lnTo>
                <a:lnTo>
                  <a:pt x="1928" y="10555"/>
                </a:lnTo>
                <a:lnTo>
                  <a:pt x="1443" y="9374"/>
                </a:lnTo>
                <a:lnTo>
                  <a:pt x="951" y="8177"/>
                </a:lnTo>
                <a:lnTo>
                  <a:pt x="479" y="7095"/>
                </a:lnTo>
                <a:lnTo>
                  <a:pt x="0" y="5995"/>
                </a:lnTo>
                <a:lnTo>
                  <a:pt x="286" y="4591"/>
                </a:lnTo>
                <a:lnTo>
                  <a:pt x="1004" y="3377"/>
                </a:lnTo>
                <a:lnTo>
                  <a:pt x="2254" y="2266"/>
                </a:lnTo>
                <a:lnTo>
                  <a:pt x="4148" y="1170"/>
                </a:lnTo>
                <a:lnTo>
                  <a:pt x="6794" y="0"/>
                </a:lnTo>
                <a:close/>
              </a:path>
            </a:pathLst>
          </a:custGeom>
          <a:solidFill>
            <a:srgbClr val="CCD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5" name="contour_09483"/>
          <p:cNvSpPr/>
          <p:nvPr/>
        </p:nvSpPr>
        <p:spPr>
          <a:xfrm>
            <a:off x="1548141" y="1537766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411" y="270"/>
                </a:lnTo>
                <a:lnTo>
                  <a:pt x="10955" y="524"/>
                </a:lnTo>
                <a:lnTo>
                  <a:pt x="11550" y="794"/>
                </a:lnTo>
                <a:lnTo>
                  <a:pt x="12292" y="1134"/>
                </a:lnTo>
                <a:lnTo>
                  <a:pt x="13278" y="1588"/>
                </a:lnTo>
                <a:lnTo>
                  <a:pt x="14606" y="2192"/>
                </a:lnTo>
                <a:lnTo>
                  <a:pt x="16369" y="3002"/>
                </a:lnTo>
                <a:lnTo>
                  <a:pt x="18668" y="4055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389" y="18392"/>
                </a:lnTo>
                <a:lnTo>
                  <a:pt x="780" y="15174"/>
                </a:lnTo>
                <a:lnTo>
                  <a:pt x="1170" y="11945"/>
                </a:lnTo>
                <a:lnTo>
                  <a:pt x="1565" y="8689"/>
                </a:lnTo>
                <a:lnTo>
                  <a:pt x="1964" y="5400"/>
                </a:lnTo>
                <a:lnTo>
                  <a:pt x="2541" y="5794"/>
                </a:lnTo>
                <a:lnTo>
                  <a:pt x="3118" y="6194"/>
                </a:lnTo>
                <a:lnTo>
                  <a:pt x="3917" y="6745"/>
                </a:lnTo>
                <a:lnTo>
                  <a:pt x="5155" y="7592"/>
                </a:lnTo>
                <a:lnTo>
                  <a:pt x="7049" y="8894"/>
                </a:lnTo>
                <a:lnTo>
                  <a:pt x="9818" y="10800"/>
                </a:lnTo>
                <a:lnTo>
                  <a:pt x="9818" y="7231"/>
                </a:lnTo>
                <a:lnTo>
                  <a:pt x="9818" y="3640"/>
                </a:lnTo>
                <a:lnTo>
                  <a:pt x="9818" y="0"/>
                </a:lnTo>
                <a:close/>
              </a:path>
            </a:pathLst>
          </a:custGeom>
          <a:solidFill>
            <a:srgbClr val="F5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6" name="contour_09484"/>
          <p:cNvSpPr/>
          <p:nvPr/>
        </p:nvSpPr>
        <p:spPr>
          <a:xfrm>
            <a:off x="4492489" y="147946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9767"/>
                </a:lnTo>
                <a:lnTo>
                  <a:pt x="8640" y="17928"/>
                </a:lnTo>
                <a:lnTo>
                  <a:pt x="8640" y="16083"/>
                </a:lnTo>
                <a:lnTo>
                  <a:pt x="8640" y="14222"/>
                </a:lnTo>
                <a:lnTo>
                  <a:pt x="8640" y="12343"/>
                </a:lnTo>
                <a:lnTo>
                  <a:pt x="5784" y="12343"/>
                </a:lnTo>
                <a:lnTo>
                  <a:pt x="2912" y="12343"/>
                </a:lnTo>
                <a:lnTo>
                  <a:pt x="0" y="12343"/>
                </a:lnTo>
                <a:lnTo>
                  <a:pt x="842" y="10791"/>
                </a:lnTo>
                <a:lnTo>
                  <a:pt x="1711" y="9245"/>
                </a:lnTo>
                <a:lnTo>
                  <a:pt x="2601" y="7705"/>
                </a:lnTo>
                <a:lnTo>
                  <a:pt x="3508" y="6171"/>
                </a:lnTo>
                <a:lnTo>
                  <a:pt x="4488" y="4450"/>
                </a:lnTo>
                <a:lnTo>
                  <a:pt x="5486" y="2700"/>
                </a:lnTo>
                <a:lnTo>
                  <a:pt x="7050" y="1361"/>
                </a:lnTo>
                <a:lnTo>
                  <a:pt x="8640" y="0"/>
                </a:lnTo>
                <a:close/>
              </a:path>
            </a:pathLst>
          </a:custGeom>
          <a:solidFill>
            <a:srgbClr val="E8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7" name="contour_09485"/>
          <p:cNvSpPr/>
          <p:nvPr/>
        </p:nvSpPr>
        <p:spPr>
          <a:xfrm>
            <a:off x="10818466" y="1449246"/>
            <a:ext cx="87456" cy="30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61"/>
                </a:moveTo>
                <a:lnTo>
                  <a:pt x="21085" y="3907"/>
                </a:lnTo>
                <a:lnTo>
                  <a:pt x="20594" y="6700"/>
                </a:lnTo>
                <a:lnTo>
                  <a:pt x="20084" y="9237"/>
                </a:lnTo>
                <a:lnTo>
                  <a:pt x="19510" y="11628"/>
                </a:lnTo>
                <a:lnTo>
                  <a:pt x="18830" y="13978"/>
                </a:lnTo>
                <a:lnTo>
                  <a:pt x="18000" y="16390"/>
                </a:lnTo>
                <a:lnTo>
                  <a:pt x="16861" y="17307"/>
                </a:lnTo>
                <a:lnTo>
                  <a:pt x="15721" y="18036"/>
                </a:lnTo>
                <a:lnTo>
                  <a:pt x="14580" y="18604"/>
                </a:lnTo>
                <a:lnTo>
                  <a:pt x="13435" y="19032"/>
                </a:lnTo>
                <a:lnTo>
                  <a:pt x="12283" y="19360"/>
                </a:lnTo>
                <a:lnTo>
                  <a:pt x="11124" y="19605"/>
                </a:lnTo>
                <a:lnTo>
                  <a:pt x="9956" y="19803"/>
                </a:lnTo>
                <a:lnTo>
                  <a:pt x="8775" y="19975"/>
                </a:lnTo>
                <a:lnTo>
                  <a:pt x="8140" y="20110"/>
                </a:lnTo>
                <a:lnTo>
                  <a:pt x="6223" y="20511"/>
                </a:lnTo>
                <a:lnTo>
                  <a:pt x="4979" y="20761"/>
                </a:lnTo>
                <a:lnTo>
                  <a:pt x="3735" y="20990"/>
                </a:lnTo>
                <a:lnTo>
                  <a:pt x="2491" y="21209"/>
                </a:lnTo>
                <a:lnTo>
                  <a:pt x="1246" y="21412"/>
                </a:lnTo>
                <a:lnTo>
                  <a:pt x="0" y="21600"/>
                </a:lnTo>
                <a:lnTo>
                  <a:pt x="0" y="18156"/>
                </a:lnTo>
                <a:lnTo>
                  <a:pt x="0" y="14692"/>
                </a:lnTo>
                <a:lnTo>
                  <a:pt x="0" y="11180"/>
                </a:lnTo>
                <a:lnTo>
                  <a:pt x="1049" y="9086"/>
                </a:lnTo>
                <a:lnTo>
                  <a:pt x="2131" y="7263"/>
                </a:lnTo>
                <a:lnTo>
                  <a:pt x="3244" y="5684"/>
                </a:lnTo>
                <a:lnTo>
                  <a:pt x="4383" y="4340"/>
                </a:lnTo>
                <a:lnTo>
                  <a:pt x="5546" y="3209"/>
                </a:lnTo>
                <a:lnTo>
                  <a:pt x="6728" y="2282"/>
                </a:lnTo>
                <a:lnTo>
                  <a:pt x="7933" y="1542"/>
                </a:lnTo>
                <a:lnTo>
                  <a:pt x="9151" y="964"/>
                </a:lnTo>
                <a:lnTo>
                  <a:pt x="10382" y="537"/>
                </a:lnTo>
                <a:lnTo>
                  <a:pt x="11624" y="245"/>
                </a:lnTo>
                <a:lnTo>
                  <a:pt x="12874" y="73"/>
                </a:lnTo>
                <a:lnTo>
                  <a:pt x="14128" y="0"/>
                </a:lnTo>
                <a:lnTo>
                  <a:pt x="15385" y="10"/>
                </a:lnTo>
                <a:lnTo>
                  <a:pt x="16639" y="89"/>
                </a:lnTo>
                <a:lnTo>
                  <a:pt x="17892" y="219"/>
                </a:lnTo>
                <a:lnTo>
                  <a:pt x="19138" y="386"/>
                </a:lnTo>
                <a:lnTo>
                  <a:pt x="20374" y="573"/>
                </a:lnTo>
                <a:lnTo>
                  <a:pt x="21600" y="761"/>
                </a:lnTo>
                <a:close/>
              </a:path>
            </a:pathLst>
          </a:custGeom>
          <a:solidFill>
            <a:srgbClr val="E0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8" name="contour_09486"/>
          <p:cNvSpPr/>
          <p:nvPr/>
        </p:nvSpPr>
        <p:spPr>
          <a:xfrm>
            <a:off x="11642009" y="1406582"/>
            <a:ext cx="947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6615" y="3569"/>
                </a:lnTo>
                <a:lnTo>
                  <a:pt x="16615" y="7160"/>
                </a:lnTo>
                <a:lnTo>
                  <a:pt x="16615" y="10800"/>
                </a:lnTo>
                <a:lnTo>
                  <a:pt x="17602" y="11869"/>
                </a:lnTo>
                <a:lnTo>
                  <a:pt x="18593" y="12944"/>
                </a:lnTo>
                <a:lnTo>
                  <a:pt x="19586" y="14018"/>
                </a:lnTo>
                <a:lnTo>
                  <a:pt x="20588" y="15104"/>
                </a:lnTo>
                <a:lnTo>
                  <a:pt x="21600" y="16200"/>
                </a:lnTo>
                <a:lnTo>
                  <a:pt x="21063" y="16335"/>
                </a:lnTo>
                <a:lnTo>
                  <a:pt x="20568" y="16459"/>
                </a:lnTo>
                <a:lnTo>
                  <a:pt x="20093" y="16578"/>
                </a:lnTo>
                <a:lnTo>
                  <a:pt x="19621" y="16697"/>
                </a:lnTo>
                <a:lnTo>
                  <a:pt x="19133" y="16816"/>
                </a:lnTo>
                <a:lnTo>
                  <a:pt x="18609" y="16945"/>
                </a:lnTo>
                <a:lnTo>
                  <a:pt x="18033" y="17091"/>
                </a:lnTo>
                <a:lnTo>
                  <a:pt x="17381" y="17253"/>
                </a:lnTo>
                <a:lnTo>
                  <a:pt x="16639" y="17442"/>
                </a:lnTo>
                <a:lnTo>
                  <a:pt x="15785" y="17653"/>
                </a:lnTo>
                <a:lnTo>
                  <a:pt x="14803" y="17901"/>
                </a:lnTo>
                <a:lnTo>
                  <a:pt x="13671" y="18182"/>
                </a:lnTo>
                <a:lnTo>
                  <a:pt x="12372" y="18506"/>
                </a:lnTo>
                <a:lnTo>
                  <a:pt x="10885" y="18878"/>
                </a:lnTo>
                <a:lnTo>
                  <a:pt x="9195" y="19300"/>
                </a:lnTo>
                <a:lnTo>
                  <a:pt x="7279" y="19780"/>
                </a:lnTo>
                <a:lnTo>
                  <a:pt x="5121" y="20320"/>
                </a:lnTo>
                <a:lnTo>
                  <a:pt x="2702" y="20925"/>
                </a:lnTo>
                <a:lnTo>
                  <a:pt x="0" y="21600"/>
                </a:lnTo>
                <a:lnTo>
                  <a:pt x="713" y="17032"/>
                </a:lnTo>
                <a:lnTo>
                  <a:pt x="1264" y="13873"/>
                </a:lnTo>
                <a:lnTo>
                  <a:pt x="1778" y="11723"/>
                </a:lnTo>
                <a:lnTo>
                  <a:pt x="2368" y="10190"/>
                </a:lnTo>
                <a:lnTo>
                  <a:pt x="3154" y="8872"/>
                </a:lnTo>
                <a:lnTo>
                  <a:pt x="4252" y="7382"/>
                </a:lnTo>
                <a:lnTo>
                  <a:pt x="5284" y="6507"/>
                </a:lnTo>
                <a:lnTo>
                  <a:pt x="6322" y="5621"/>
                </a:lnTo>
                <a:lnTo>
                  <a:pt x="7374" y="4725"/>
                </a:lnTo>
                <a:lnTo>
                  <a:pt x="8401" y="3818"/>
                </a:lnTo>
                <a:lnTo>
                  <a:pt x="9434" y="2905"/>
                </a:lnTo>
                <a:lnTo>
                  <a:pt x="10483" y="1982"/>
                </a:lnTo>
                <a:lnTo>
                  <a:pt x="11682" y="1145"/>
                </a:lnTo>
                <a:lnTo>
                  <a:pt x="12583" y="589"/>
                </a:lnTo>
                <a:lnTo>
                  <a:pt x="13357" y="248"/>
                </a:lnTo>
                <a:lnTo>
                  <a:pt x="14173" y="76"/>
                </a:lnTo>
                <a:lnTo>
                  <a:pt x="15203" y="11"/>
                </a:lnTo>
                <a:lnTo>
                  <a:pt x="16615" y="0"/>
                </a:lnTo>
                <a:close/>
              </a:path>
            </a:pathLst>
          </a:custGeom>
          <a:solidFill>
            <a:srgbClr val="A8BFCE"/>
          </a:solidFill>
          <a:ln>
            <a:noFill/>
          </a:ln>
        </p:spPr>
        <p:txBody>
          <a:bodyPr/>
          <a:lstStyle/>
          <a:p/>
        </p:txBody>
      </p:sp>
      <p:sp>
        <p:nvSpPr>
          <p:cNvPr id="9489" name="contour_09487"/>
          <p:cNvSpPr/>
          <p:nvPr/>
        </p:nvSpPr>
        <p:spPr>
          <a:xfrm>
            <a:off x="4077074" y="1377773"/>
            <a:ext cx="116608" cy="231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274"/>
                </a:moveTo>
                <a:lnTo>
                  <a:pt x="20677" y="15014"/>
                </a:lnTo>
                <a:lnTo>
                  <a:pt x="19769" y="16489"/>
                </a:lnTo>
                <a:lnTo>
                  <a:pt x="18874" y="17719"/>
                </a:lnTo>
                <a:lnTo>
                  <a:pt x="17986" y="18732"/>
                </a:lnTo>
                <a:lnTo>
                  <a:pt x="17100" y="19547"/>
                </a:lnTo>
                <a:lnTo>
                  <a:pt x="16211" y="20173"/>
                </a:lnTo>
                <a:lnTo>
                  <a:pt x="15316" y="20642"/>
                </a:lnTo>
                <a:lnTo>
                  <a:pt x="14407" y="20975"/>
                </a:lnTo>
                <a:lnTo>
                  <a:pt x="13481" y="21192"/>
                </a:lnTo>
                <a:lnTo>
                  <a:pt x="12533" y="21308"/>
                </a:lnTo>
                <a:lnTo>
                  <a:pt x="11559" y="21349"/>
                </a:lnTo>
                <a:lnTo>
                  <a:pt x="10782" y="21471"/>
                </a:lnTo>
                <a:lnTo>
                  <a:pt x="9995" y="21600"/>
                </a:lnTo>
                <a:lnTo>
                  <a:pt x="8938" y="21498"/>
                </a:lnTo>
                <a:lnTo>
                  <a:pt x="7943" y="21138"/>
                </a:lnTo>
                <a:lnTo>
                  <a:pt x="7000" y="20513"/>
                </a:lnTo>
                <a:lnTo>
                  <a:pt x="6097" y="19636"/>
                </a:lnTo>
                <a:lnTo>
                  <a:pt x="5225" y="18507"/>
                </a:lnTo>
                <a:lnTo>
                  <a:pt x="4370" y="17121"/>
                </a:lnTo>
                <a:lnTo>
                  <a:pt x="3524" y="15490"/>
                </a:lnTo>
                <a:lnTo>
                  <a:pt x="2674" y="13607"/>
                </a:lnTo>
                <a:lnTo>
                  <a:pt x="1812" y="11473"/>
                </a:lnTo>
                <a:lnTo>
                  <a:pt x="923" y="9101"/>
                </a:lnTo>
                <a:lnTo>
                  <a:pt x="0" y="6477"/>
                </a:lnTo>
                <a:lnTo>
                  <a:pt x="861" y="5968"/>
                </a:lnTo>
                <a:lnTo>
                  <a:pt x="1724" y="5471"/>
                </a:lnTo>
                <a:lnTo>
                  <a:pt x="2587" y="4982"/>
                </a:lnTo>
                <a:lnTo>
                  <a:pt x="3448" y="4506"/>
                </a:lnTo>
                <a:lnTo>
                  <a:pt x="4311" y="4037"/>
                </a:lnTo>
                <a:lnTo>
                  <a:pt x="5173" y="3575"/>
                </a:lnTo>
                <a:lnTo>
                  <a:pt x="6036" y="3126"/>
                </a:lnTo>
                <a:lnTo>
                  <a:pt x="6900" y="2678"/>
                </a:lnTo>
                <a:lnTo>
                  <a:pt x="7762" y="2229"/>
                </a:lnTo>
                <a:lnTo>
                  <a:pt x="8491" y="1794"/>
                </a:lnTo>
                <a:lnTo>
                  <a:pt x="9225" y="1353"/>
                </a:lnTo>
                <a:lnTo>
                  <a:pt x="9967" y="904"/>
                </a:lnTo>
                <a:lnTo>
                  <a:pt x="11039" y="435"/>
                </a:lnTo>
                <a:lnTo>
                  <a:pt x="12047" y="129"/>
                </a:lnTo>
                <a:lnTo>
                  <a:pt x="13002" y="0"/>
                </a:lnTo>
                <a:lnTo>
                  <a:pt x="13910" y="75"/>
                </a:lnTo>
                <a:lnTo>
                  <a:pt x="14784" y="381"/>
                </a:lnTo>
                <a:lnTo>
                  <a:pt x="15632" y="924"/>
                </a:lnTo>
                <a:lnTo>
                  <a:pt x="16462" y="1733"/>
                </a:lnTo>
                <a:lnTo>
                  <a:pt x="17283" y="2827"/>
                </a:lnTo>
                <a:lnTo>
                  <a:pt x="18108" y="4221"/>
                </a:lnTo>
                <a:lnTo>
                  <a:pt x="18940" y="5947"/>
                </a:lnTo>
                <a:lnTo>
                  <a:pt x="19795" y="8013"/>
                </a:lnTo>
                <a:lnTo>
                  <a:pt x="20678" y="10453"/>
                </a:lnTo>
                <a:lnTo>
                  <a:pt x="21600" y="13274"/>
                </a:lnTo>
                <a:close/>
              </a:path>
            </a:pathLst>
          </a:custGeom>
          <a:solidFill>
            <a:srgbClr val="C6D0D3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0" name="contour_09488"/>
          <p:cNvSpPr/>
          <p:nvPr/>
        </p:nvSpPr>
        <p:spPr>
          <a:xfrm>
            <a:off x="1640757" y="1348278"/>
            <a:ext cx="406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0" y="0"/>
                </a:moveTo>
                <a:lnTo>
                  <a:pt x="3733" y="31"/>
                </a:lnTo>
                <a:lnTo>
                  <a:pt x="6255" y="108"/>
                </a:lnTo>
                <a:lnTo>
                  <a:pt x="8711" y="262"/>
                </a:lnTo>
                <a:lnTo>
                  <a:pt x="11109" y="515"/>
                </a:lnTo>
                <a:lnTo>
                  <a:pt x="13469" y="898"/>
                </a:lnTo>
                <a:lnTo>
                  <a:pt x="15805" y="1435"/>
                </a:lnTo>
                <a:lnTo>
                  <a:pt x="18134" y="2157"/>
                </a:lnTo>
                <a:lnTo>
                  <a:pt x="20470" y="3086"/>
                </a:lnTo>
                <a:lnTo>
                  <a:pt x="21000" y="5169"/>
                </a:lnTo>
                <a:lnTo>
                  <a:pt x="21352" y="7227"/>
                </a:lnTo>
                <a:lnTo>
                  <a:pt x="21546" y="9269"/>
                </a:lnTo>
                <a:lnTo>
                  <a:pt x="21600" y="11300"/>
                </a:lnTo>
                <a:lnTo>
                  <a:pt x="21538" y="13330"/>
                </a:lnTo>
                <a:lnTo>
                  <a:pt x="21376" y="15370"/>
                </a:lnTo>
                <a:lnTo>
                  <a:pt x="21128" y="17422"/>
                </a:lnTo>
                <a:lnTo>
                  <a:pt x="20822" y="19496"/>
                </a:lnTo>
                <a:lnTo>
                  <a:pt x="20470" y="21600"/>
                </a:lnTo>
                <a:lnTo>
                  <a:pt x="17867" y="21569"/>
                </a:lnTo>
                <a:lnTo>
                  <a:pt x="15345" y="21492"/>
                </a:lnTo>
                <a:lnTo>
                  <a:pt x="12889" y="21338"/>
                </a:lnTo>
                <a:lnTo>
                  <a:pt x="10491" y="21085"/>
                </a:lnTo>
                <a:lnTo>
                  <a:pt x="8131" y="20702"/>
                </a:lnTo>
                <a:lnTo>
                  <a:pt x="5795" y="20165"/>
                </a:lnTo>
                <a:lnTo>
                  <a:pt x="3466" y="19443"/>
                </a:lnTo>
                <a:lnTo>
                  <a:pt x="1130" y="18514"/>
                </a:lnTo>
                <a:lnTo>
                  <a:pt x="600" y="16431"/>
                </a:lnTo>
                <a:lnTo>
                  <a:pt x="248" y="14373"/>
                </a:lnTo>
                <a:lnTo>
                  <a:pt x="54" y="12331"/>
                </a:lnTo>
                <a:lnTo>
                  <a:pt x="0" y="10300"/>
                </a:lnTo>
                <a:lnTo>
                  <a:pt x="62" y="8270"/>
                </a:lnTo>
                <a:lnTo>
                  <a:pt x="224" y="6230"/>
                </a:lnTo>
                <a:lnTo>
                  <a:pt x="472" y="4178"/>
                </a:lnTo>
                <a:lnTo>
                  <a:pt x="778" y="2104"/>
                </a:lnTo>
                <a:lnTo>
                  <a:pt x="1130" y="0"/>
                </a:lnTo>
                <a:close/>
              </a:path>
            </a:pathLst>
          </a:custGeom>
          <a:solidFill>
            <a:srgbClr val="A33E38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1" name="contour_09489"/>
          <p:cNvSpPr/>
          <p:nvPr/>
        </p:nvSpPr>
        <p:spPr>
          <a:xfrm>
            <a:off x="8726813" y="1334912"/>
            <a:ext cx="87456" cy="288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50"/>
                </a:moveTo>
                <a:lnTo>
                  <a:pt x="20434" y="7180"/>
                </a:lnTo>
                <a:lnTo>
                  <a:pt x="19287" y="9548"/>
                </a:lnTo>
                <a:lnTo>
                  <a:pt x="18157" y="11670"/>
                </a:lnTo>
                <a:lnTo>
                  <a:pt x="17035" y="13547"/>
                </a:lnTo>
                <a:lnTo>
                  <a:pt x="15923" y="15195"/>
                </a:lnTo>
                <a:lnTo>
                  <a:pt x="14812" y="16630"/>
                </a:lnTo>
                <a:lnTo>
                  <a:pt x="13698" y="17857"/>
                </a:lnTo>
                <a:lnTo>
                  <a:pt x="12578" y="18888"/>
                </a:lnTo>
                <a:lnTo>
                  <a:pt x="11446" y="19734"/>
                </a:lnTo>
                <a:lnTo>
                  <a:pt x="10300" y="20411"/>
                </a:lnTo>
                <a:lnTo>
                  <a:pt x="9131" y="20918"/>
                </a:lnTo>
                <a:lnTo>
                  <a:pt x="7938" y="21284"/>
                </a:lnTo>
                <a:lnTo>
                  <a:pt x="6714" y="21507"/>
                </a:lnTo>
                <a:lnTo>
                  <a:pt x="5458" y="21600"/>
                </a:lnTo>
                <a:lnTo>
                  <a:pt x="4163" y="21578"/>
                </a:lnTo>
                <a:lnTo>
                  <a:pt x="2824" y="21447"/>
                </a:lnTo>
                <a:lnTo>
                  <a:pt x="1438" y="21224"/>
                </a:lnTo>
                <a:lnTo>
                  <a:pt x="0" y="20918"/>
                </a:lnTo>
                <a:lnTo>
                  <a:pt x="0" y="17312"/>
                </a:lnTo>
                <a:lnTo>
                  <a:pt x="0" y="13683"/>
                </a:lnTo>
                <a:lnTo>
                  <a:pt x="0" y="10006"/>
                </a:lnTo>
                <a:lnTo>
                  <a:pt x="1138" y="8626"/>
                </a:lnTo>
                <a:lnTo>
                  <a:pt x="2243" y="7398"/>
                </a:lnTo>
                <a:lnTo>
                  <a:pt x="3335" y="6302"/>
                </a:lnTo>
                <a:lnTo>
                  <a:pt x="4437" y="5303"/>
                </a:lnTo>
                <a:lnTo>
                  <a:pt x="5569" y="4387"/>
                </a:lnTo>
                <a:lnTo>
                  <a:pt x="6750" y="3525"/>
                </a:lnTo>
                <a:lnTo>
                  <a:pt x="7691" y="2750"/>
                </a:lnTo>
                <a:lnTo>
                  <a:pt x="8649" y="1959"/>
                </a:lnTo>
                <a:lnTo>
                  <a:pt x="9940" y="1108"/>
                </a:lnTo>
                <a:lnTo>
                  <a:pt x="11169" y="507"/>
                </a:lnTo>
                <a:lnTo>
                  <a:pt x="12348" y="142"/>
                </a:lnTo>
                <a:lnTo>
                  <a:pt x="13489" y="0"/>
                </a:lnTo>
                <a:lnTo>
                  <a:pt x="14609" y="76"/>
                </a:lnTo>
                <a:lnTo>
                  <a:pt x="15719" y="360"/>
                </a:lnTo>
                <a:lnTo>
                  <a:pt x="16834" y="846"/>
                </a:lnTo>
                <a:lnTo>
                  <a:pt x="17966" y="1511"/>
                </a:lnTo>
                <a:lnTo>
                  <a:pt x="19129" y="2362"/>
                </a:lnTo>
                <a:lnTo>
                  <a:pt x="20335" y="3377"/>
                </a:lnTo>
                <a:lnTo>
                  <a:pt x="21600" y="4550"/>
                </a:lnTo>
                <a:close/>
              </a:path>
            </a:pathLst>
          </a:custGeom>
          <a:solidFill>
            <a:srgbClr val="2F454D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2" name="contour_09490"/>
          <p:cNvSpPr/>
          <p:nvPr/>
        </p:nvSpPr>
        <p:spPr>
          <a:xfrm>
            <a:off x="8617493" y="1332318"/>
            <a:ext cx="80168" cy="305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91" y="10"/>
                </a:moveTo>
                <a:lnTo>
                  <a:pt x="11140" y="119"/>
                </a:lnTo>
                <a:lnTo>
                  <a:pt x="13095" y="263"/>
                </a:lnTo>
                <a:lnTo>
                  <a:pt x="14584" y="505"/>
                </a:lnTo>
                <a:lnTo>
                  <a:pt x="15735" y="912"/>
                </a:lnTo>
                <a:lnTo>
                  <a:pt x="16673" y="1552"/>
                </a:lnTo>
                <a:lnTo>
                  <a:pt x="17531" y="2485"/>
                </a:lnTo>
                <a:lnTo>
                  <a:pt x="18435" y="3774"/>
                </a:lnTo>
                <a:lnTo>
                  <a:pt x="19513" y="5490"/>
                </a:lnTo>
                <a:lnTo>
                  <a:pt x="20532" y="8403"/>
                </a:lnTo>
                <a:lnTo>
                  <a:pt x="21148" y="10697"/>
                </a:lnTo>
                <a:lnTo>
                  <a:pt x="21466" y="13146"/>
                </a:lnTo>
                <a:lnTo>
                  <a:pt x="21582" y="16522"/>
                </a:lnTo>
                <a:lnTo>
                  <a:pt x="21600" y="21600"/>
                </a:lnTo>
                <a:lnTo>
                  <a:pt x="20371" y="21347"/>
                </a:lnTo>
                <a:lnTo>
                  <a:pt x="19143" y="21079"/>
                </a:lnTo>
                <a:lnTo>
                  <a:pt x="17916" y="20811"/>
                </a:lnTo>
                <a:lnTo>
                  <a:pt x="16689" y="20533"/>
                </a:lnTo>
                <a:lnTo>
                  <a:pt x="15464" y="20249"/>
                </a:lnTo>
                <a:lnTo>
                  <a:pt x="14236" y="19961"/>
                </a:lnTo>
                <a:lnTo>
                  <a:pt x="13009" y="19667"/>
                </a:lnTo>
                <a:lnTo>
                  <a:pt x="11792" y="19430"/>
                </a:lnTo>
                <a:lnTo>
                  <a:pt x="10555" y="19182"/>
                </a:lnTo>
                <a:lnTo>
                  <a:pt x="8302" y="18595"/>
                </a:lnTo>
                <a:lnTo>
                  <a:pt x="6631" y="18053"/>
                </a:lnTo>
                <a:lnTo>
                  <a:pt x="5382" y="17414"/>
                </a:lnTo>
                <a:lnTo>
                  <a:pt x="4393" y="16543"/>
                </a:lnTo>
                <a:lnTo>
                  <a:pt x="3507" y="15290"/>
                </a:lnTo>
                <a:lnTo>
                  <a:pt x="2561" y="13517"/>
                </a:lnTo>
                <a:lnTo>
                  <a:pt x="1396" y="11084"/>
                </a:lnTo>
                <a:lnTo>
                  <a:pt x="703" y="8630"/>
                </a:lnTo>
                <a:lnTo>
                  <a:pt x="0" y="6135"/>
                </a:lnTo>
                <a:lnTo>
                  <a:pt x="1147" y="3505"/>
                </a:lnTo>
                <a:lnTo>
                  <a:pt x="2241" y="1748"/>
                </a:lnTo>
                <a:lnTo>
                  <a:pt x="3328" y="696"/>
                </a:lnTo>
                <a:lnTo>
                  <a:pt x="4457" y="170"/>
                </a:lnTo>
                <a:lnTo>
                  <a:pt x="5679" y="0"/>
                </a:lnTo>
                <a:lnTo>
                  <a:pt x="7042" y="5"/>
                </a:lnTo>
                <a:lnTo>
                  <a:pt x="8591" y="10"/>
                </a:lnTo>
                <a:close/>
              </a:path>
            </a:pathLst>
          </a:custGeom>
          <a:solidFill>
            <a:srgbClr val="B9C4C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3" name="contour_09491"/>
          <p:cNvSpPr/>
          <p:nvPr/>
        </p:nvSpPr>
        <p:spPr>
          <a:xfrm>
            <a:off x="8136485" y="1319126"/>
            <a:ext cx="8745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143" y="686"/>
                </a:lnTo>
                <a:lnTo>
                  <a:pt x="20705" y="1345"/>
                </a:lnTo>
                <a:lnTo>
                  <a:pt x="20160" y="2160"/>
                </a:lnTo>
                <a:lnTo>
                  <a:pt x="19384" y="3326"/>
                </a:lnTo>
                <a:lnTo>
                  <a:pt x="18248" y="5027"/>
                </a:lnTo>
                <a:lnTo>
                  <a:pt x="16630" y="7457"/>
                </a:lnTo>
                <a:lnTo>
                  <a:pt x="14400" y="10800"/>
                </a:lnTo>
                <a:lnTo>
                  <a:pt x="15291" y="13473"/>
                </a:lnTo>
                <a:lnTo>
                  <a:pt x="16187" y="16162"/>
                </a:lnTo>
                <a:lnTo>
                  <a:pt x="17087" y="18862"/>
                </a:lnTo>
                <a:lnTo>
                  <a:pt x="18000" y="21600"/>
                </a:lnTo>
                <a:lnTo>
                  <a:pt x="16812" y="21600"/>
                </a:lnTo>
                <a:lnTo>
                  <a:pt x="15622" y="21600"/>
                </a:lnTo>
                <a:lnTo>
                  <a:pt x="14432" y="21600"/>
                </a:lnTo>
                <a:lnTo>
                  <a:pt x="13239" y="21600"/>
                </a:lnTo>
                <a:lnTo>
                  <a:pt x="12042" y="21600"/>
                </a:lnTo>
                <a:lnTo>
                  <a:pt x="10840" y="21600"/>
                </a:lnTo>
                <a:lnTo>
                  <a:pt x="9634" y="21600"/>
                </a:lnTo>
                <a:lnTo>
                  <a:pt x="8420" y="21600"/>
                </a:lnTo>
                <a:lnTo>
                  <a:pt x="7200" y="21600"/>
                </a:lnTo>
                <a:lnTo>
                  <a:pt x="7200" y="18031"/>
                </a:lnTo>
                <a:lnTo>
                  <a:pt x="7200" y="14440"/>
                </a:lnTo>
                <a:lnTo>
                  <a:pt x="7200" y="10800"/>
                </a:lnTo>
                <a:lnTo>
                  <a:pt x="6017" y="9326"/>
                </a:lnTo>
                <a:lnTo>
                  <a:pt x="5083" y="8537"/>
                </a:lnTo>
                <a:lnTo>
                  <a:pt x="3600" y="7765"/>
                </a:lnTo>
                <a:lnTo>
                  <a:pt x="2117" y="6988"/>
                </a:lnTo>
                <a:lnTo>
                  <a:pt x="1183" y="6372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C3D1D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4" name="contour_09492"/>
          <p:cNvSpPr/>
          <p:nvPr/>
        </p:nvSpPr>
        <p:spPr>
          <a:xfrm>
            <a:off x="7385822" y="1318471"/>
            <a:ext cx="123896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24" y="629"/>
                </a:moveTo>
                <a:lnTo>
                  <a:pt x="7624" y="5250"/>
                </a:lnTo>
                <a:lnTo>
                  <a:pt x="7624" y="9898"/>
                </a:lnTo>
                <a:lnTo>
                  <a:pt x="7624" y="14610"/>
                </a:lnTo>
                <a:lnTo>
                  <a:pt x="8489" y="14610"/>
                </a:lnTo>
                <a:lnTo>
                  <a:pt x="9353" y="14610"/>
                </a:lnTo>
                <a:lnTo>
                  <a:pt x="10219" y="14610"/>
                </a:lnTo>
                <a:lnTo>
                  <a:pt x="11085" y="14610"/>
                </a:lnTo>
                <a:lnTo>
                  <a:pt x="11951" y="14610"/>
                </a:lnTo>
                <a:lnTo>
                  <a:pt x="12820" y="14610"/>
                </a:lnTo>
                <a:lnTo>
                  <a:pt x="13689" y="14610"/>
                </a:lnTo>
                <a:lnTo>
                  <a:pt x="14560" y="14610"/>
                </a:lnTo>
                <a:lnTo>
                  <a:pt x="15431" y="14610"/>
                </a:lnTo>
                <a:lnTo>
                  <a:pt x="16305" y="14610"/>
                </a:lnTo>
                <a:lnTo>
                  <a:pt x="17182" y="14610"/>
                </a:lnTo>
                <a:lnTo>
                  <a:pt x="18060" y="14610"/>
                </a:lnTo>
                <a:lnTo>
                  <a:pt x="18941" y="14610"/>
                </a:lnTo>
                <a:lnTo>
                  <a:pt x="19824" y="14610"/>
                </a:lnTo>
                <a:lnTo>
                  <a:pt x="20711" y="14610"/>
                </a:lnTo>
                <a:lnTo>
                  <a:pt x="21600" y="14610"/>
                </a:lnTo>
                <a:lnTo>
                  <a:pt x="21600" y="18077"/>
                </a:lnTo>
                <a:lnTo>
                  <a:pt x="21600" y="21600"/>
                </a:lnTo>
                <a:lnTo>
                  <a:pt x="20709" y="21600"/>
                </a:lnTo>
                <a:lnTo>
                  <a:pt x="19817" y="21600"/>
                </a:lnTo>
                <a:lnTo>
                  <a:pt x="18927" y="21600"/>
                </a:lnTo>
                <a:lnTo>
                  <a:pt x="18035" y="21600"/>
                </a:lnTo>
                <a:lnTo>
                  <a:pt x="17143" y="21600"/>
                </a:lnTo>
                <a:lnTo>
                  <a:pt x="16251" y="21600"/>
                </a:lnTo>
                <a:lnTo>
                  <a:pt x="15358" y="21600"/>
                </a:lnTo>
                <a:lnTo>
                  <a:pt x="14464" y="21600"/>
                </a:lnTo>
                <a:lnTo>
                  <a:pt x="13570" y="21600"/>
                </a:lnTo>
                <a:lnTo>
                  <a:pt x="12674" y="21600"/>
                </a:lnTo>
                <a:lnTo>
                  <a:pt x="11778" y="21600"/>
                </a:lnTo>
                <a:lnTo>
                  <a:pt x="10881" y="21600"/>
                </a:lnTo>
                <a:lnTo>
                  <a:pt x="9983" y="21600"/>
                </a:lnTo>
                <a:lnTo>
                  <a:pt x="9083" y="21600"/>
                </a:lnTo>
                <a:lnTo>
                  <a:pt x="8183" y="21600"/>
                </a:lnTo>
                <a:lnTo>
                  <a:pt x="7280" y="21600"/>
                </a:lnTo>
                <a:lnTo>
                  <a:pt x="6376" y="21600"/>
                </a:lnTo>
                <a:lnTo>
                  <a:pt x="5471" y="21600"/>
                </a:lnTo>
                <a:lnTo>
                  <a:pt x="4564" y="21600"/>
                </a:lnTo>
                <a:lnTo>
                  <a:pt x="3655" y="21600"/>
                </a:lnTo>
                <a:lnTo>
                  <a:pt x="2744" y="21600"/>
                </a:lnTo>
                <a:lnTo>
                  <a:pt x="1832" y="21600"/>
                </a:lnTo>
                <a:lnTo>
                  <a:pt x="917" y="21600"/>
                </a:lnTo>
                <a:lnTo>
                  <a:pt x="0" y="21600"/>
                </a:lnTo>
                <a:lnTo>
                  <a:pt x="0" y="16979"/>
                </a:lnTo>
                <a:lnTo>
                  <a:pt x="0" y="12331"/>
                </a:lnTo>
                <a:lnTo>
                  <a:pt x="0" y="7619"/>
                </a:lnTo>
                <a:lnTo>
                  <a:pt x="748" y="4725"/>
                </a:lnTo>
                <a:lnTo>
                  <a:pt x="1534" y="2642"/>
                </a:lnTo>
                <a:lnTo>
                  <a:pt x="2351" y="1251"/>
                </a:lnTo>
                <a:lnTo>
                  <a:pt x="3194" y="426"/>
                </a:lnTo>
                <a:lnTo>
                  <a:pt x="4060" y="49"/>
                </a:lnTo>
                <a:lnTo>
                  <a:pt x="4940" y="0"/>
                </a:lnTo>
                <a:lnTo>
                  <a:pt x="5832" y="161"/>
                </a:lnTo>
                <a:lnTo>
                  <a:pt x="6728" y="412"/>
                </a:lnTo>
                <a:lnTo>
                  <a:pt x="7624" y="629"/>
                </a:lnTo>
                <a:close/>
              </a:path>
            </a:pathLst>
          </a:custGeom>
          <a:solidFill>
            <a:srgbClr val="EC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5" name="contour_09493"/>
          <p:cNvSpPr/>
          <p:nvPr/>
        </p:nvSpPr>
        <p:spPr>
          <a:xfrm>
            <a:off x="7327518" y="1318500"/>
            <a:ext cx="72880" cy="370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90" y="102"/>
                </a:moveTo>
                <a:lnTo>
                  <a:pt x="16556" y="136"/>
                </a:lnTo>
                <a:lnTo>
                  <a:pt x="17729" y="178"/>
                </a:lnTo>
                <a:lnTo>
                  <a:pt x="18917" y="212"/>
                </a:lnTo>
                <a:lnTo>
                  <a:pt x="19585" y="251"/>
                </a:lnTo>
                <a:lnTo>
                  <a:pt x="21600" y="365"/>
                </a:lnTo>
                <a:lnTo>
                  <a:pt x="20529" y="1024"/>
                </a:lnTo>
                <a:lnTo>
                  <a:pt x="19440" y="1690"/>
                </a:lnTo>
                <a:lnTo>
                  <a:pt x="18902" y="2417"/>
                </a:lnTo>
                <a:lnTo>
                  <a:pt x="17280" y="4612"/>
                </a:lnTo>
                <a:lnTo>
                  <a:pt x="17280" y="7135"/>
                </a:lnTo>
                <a:lnTo>
                  <a:pt x="17280" y="9666"/>
                </a:lnTo>
                <a:lnTo>
                  <a:pt x="17280" y="12206"/>
                </a:lnTo>
                <a:lnTo>
                  <a:pt x="17280" y="14767"/>
                </a:lnTo>
                <a:lnTo>
                  <a:pt x="17280" y="17353"/>
                </a:lnTo>
                <a:lnTo>
                  <a:pt x="15854" y="17701"/>
                </a:lnTo>
                <a:lnTo>
                  <a:pt x="14429" y="18054"/>
                </a:lnTo>
                <a:lnTo>
                  <a:pt x="13001" y="18406"/>
                </a:lnTo>
                <a:lnTo>
                  <a:pt x="11571" y="18755"/>
                </a:lnTo>
                <a:lnTo>
                  <a:pt x="10139" y="19107"/>
                </a:lnTo>
                <a:lnTo>
                  <a:pt x="8705" y="19460"/>
                </a:lnTo>
                <a:lnTo>
                  <a:pt x="7266" y="19812"/>
                </a:lnTo>
                <a:lnTo>
                  <a:pt x="5823" y="20169"/>
                </a:lnTo>
                <a:lnTo>
                  <a:pt x="4376" y="20521"/>
                </a:lnTo>
                <a:lnTo>
                  <a:pt x="2925" y="20878"/>
                </a:lnTo>
                <a:lnTo>
                  <a:pt x="1464" y="21239"/>
                </a:lnTo>
                <a:lnTo>
                  <a:pt x="0" y="21600"/>
                </a:lnTo>
                <a:lnTo>
                  <a:pt x="0" y="18793"/>
                </a:lnTo>
                <a:lnTo>
                  <a:pt x="0" y="15969"/>
                </a:lnTo>
                <a:lnTo>
                  <a:pt x="0" y="13106"/>
                </a:lnTo>
                <a:lnTo>
                  <a:pt x="1428" y="13106"/>
                </a:lnTo>
                <a:lnTo>
                  <a:pt x="2864" y="13106"/>
                </a:lnTo>
                <a:lnTo>
                  <a:pt x="4320" y="13106"/>
                </a:lnTo>
                <a:lnTo>
                  <a:pt x="4320" y="10299"/>
                </a:lnTo>
                <a:lnTo>
                  <a:pt x="4320" y="7475"/>
                </a:lnTo>
                <a:lnTo>
                  <a:pt x="4320" y="4612"/>
                </a:lnTo>
                <a:lnTo>
                  <a:pt x="5607" y="2918"/>
                </a:lnTo>
                <a:lnTo>
                  <a:pt x="6906" y="1690"/>
                </a:lnTo>
                <a:lnTo>
                  <a:pt x="8223" y="854"/>
                </a:lnTo>
                <a:lnTo>
                  <a:pt x="9569" y="340"/>
                </a:lnTo>
                <a:lnTo>
                  <a:pt x="10951" y="81"/>
                </a:lnTo>
                <a:lnTo>
                  <a:pt x="12377" y="0"/>
                </a:lnTo>
                <a:lnTo>
                  <a:pt x="13852" y="30"/>
                </a:lnTo>
                <a:lnTo>
                  <a:pt x="15390" y="102"/>
                </a:lnTo>
                <a:close/>
              </a:path>
            </a:pathLst>
          </a:custGeom>
          <a:solidFill>
            <a:srgbClr val="D9E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6" name="contour_09494"/>
          <p:cNvSpPr/>
          <p:nvPr/>
        </p:nvSpPr>
        <p:spPr>
          <a:xfrm>
            <a:off x="5651280" y="1264386"/>
            <a:ext cx="102032" cy="40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003"/>
                </a:moveTo>
                <a:lnTo>
                  <a:pt x="2243" y="1446"/>
                </a:lnTo>
                <a:lnTo>
                  <a:pt x="4214" y="968"/>
                </a:lnTo>
                <a:lnTo>
                  <a:pt x="5932" y="580"/>
                </a:lnTo>
                <a:lnTo>
                  <a:pt x="7426" y="286"/>
                </a:lnTo>
                <a:lnTo>
                  <a:pt x="8717" y="90"/>
                </a:lnTo>
                <a:lnTo>
                  <a:pt x="9831" y="0"/>
                </a:lnTo>
                <a:lnTo>
                  <a:pt x="10791" y="24"/>
                </a:lnTo>
                <a:lnTo>
                  <a:pt x="11622" y="169"/>
                </a:lnTo>
                <a:lnTo>
                  <a:pt x="12349" y="435"/>
                </a:lnTo>
                <a:lnTo>
                  <a:pt x="12994" y="835"/>
                </a:lnTo>
                <a:lnTo>
                  <a:pt x="13583" y="1376"/>
                </a:lnTo>
                <a:lnTo>
                  <a:pt x="14139" y="2058"/>
                </a:lnTo>
                <a:lnTo>
                  <a:pt x="14688" y="2893"/>
                </a:lnTo>
                <a:lnTo>
                  <a:pt x="15253" y="3884"/>
                </a:lnTo>
                <a:lnTo>
                  <a:pt x="15856" y="5040"/>
                </a:lnTo>
                <a:lnTo>
                  <a:pt x="16526" y="6365"/>
                </a:lnTo>
                <a:lnTo>
                  <a:pt x="17215" y="8188"/>
                </a:lnTo>
                <a:lnTo>
                  <a:pt x="17888" y="10018"/>
                </a:lnTo>
                <a:lnTo>
                  <a:pt x="18542" y="11864"/>
                </a:lnTo>
                <a:lnTo>
                  <a:pt x="19182" y="13734"/>
                </a:lnTo>
                <a:lnTo>
                  <a:pt x="19806" y="15631"/>
                </a:lnTo>
                <a:lnTo>
                  <a:pt x="20417" y="17571"/>
                </a:lnTo>
                <a:lnTo>
                  <a:pt x="21014" y="19558"/>
                </a:lnTo>
                <a:lnTo>
                  <a:pt x="21600" y="21600"/>
                </a:lnTo>
                <a:lnTo>
                  <a:pt x="20562" y="21153"/>
                </a:lnTo>
                <a:lnTo>
                  <a:pt x="19529" y="20675"/>
                </a:lnTo>
                <a:lnTo>
                  <a:pt x="18505" y="20158"/>
                </a:lnTo>
                <a:lnTo>
                  <a:pt x="17485" y="19613"/>
                </a:lnTo>
                <a:lnTo>
                  <a:pt x="16472" y="19033"/>
                </a:lnTo>
                <a:lnTo>
                  <a:pt x="15463" y="18425"/>
                </a:lnTo>
                <a:lnTo>
                  <a:pt x="14457" y="17786"/>
                </a:lnTo>
                <a:lnTo>
                  <a:pt x="13454" y="17120"/>
                </a:lnTo>
                <a:lnTo>
                  <a:pt x="12452" y="16430"/>
                </a:lnTo>
                <a:lnTo>
                  <a:pt x="11454" y="15713"/>
                </a:lnTo>
                <a:lnTo>
                  <a:pt x="10456" y="14972"/>
                </a:lnTo>
                <a:lnTo>
                  <a:pt x="9459" y="14212"/>
                </a:lnTo>
                <a:lnTo>
                  <a:pt x="8461" y="13428"/>
                </a:lnTo>
                <a:lnTo>
                  <a:pt x="7463" y="12624"/>
                </a:lnTo>
                <a:lnTo>
                  <a:pt x="6461" y="11801"/>
                </a:lnTo>
                <a:lnTo>
                  <a:pt x="5511" y="11029"/>
                </a:lnTo>
                <a:lnTo>
                  <a:pt x="4548" y="10249"/>
                </a:lnTo>
                <a:lnTo>
                  <a:pt x="3629" y="9446"/>
                </a:lnTo>
                <a:lnTo>
                  <a:pt x="2717" y="8603"/>
                </a:lnTo>
                <a:lnTo>
                  <a:pt x="1808" y="7729"/>
                </a:lnTo>
                <a:lnTo>
                  <a:pt x="903" y="6835"/>
                </a:lnTo>
                <a:lnTo>
                  <a:pt x="0" y="5922"/>
                </a:lnTo>
                <a:lnTo>
                  <a:pt x="0" y="3978"/>
                </a:lnTo>
                <a:lnTo>
                  <a:pt x="0" y="2003"/>
                </a:lnTo>
                <a:close/>
              </a:path>
            </a:pathLst>
          </a:custGeom>
          <a:solidFill>
            <a:srgbClr val="EAF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7" name="contour_09495"/>
          <p:cNvSpPr/>
          <p:nvPr/>
        </p:nvSpPr>
        <p:spPr>
          <a:xfrm>
            <a:off x="11357777" y="1269393"/>
            <a:ext cx="116608" cy="212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02"/>
                </a:moveTo>
                <a:lnTo>
                  <a:pt x="21600" y="10996"/>
                </a:lnTo>
                <a:lnTo>
                  <a:pt x="21600" y="15920"/>
                </a:lnTo>
                <a:lnTo>
                  <a:pt x="21600" y="20911"/>
                </a:lnTo>
                <a:lnTo>
                  <a:pt x="19784" y="21089"/>
                </a:lnTo>
                <a:lnTo>
                  <a:pt x="18124" y="21245"/>
                </a:lnTo>
                <a:lnTo>
                  <a:pt x="16606" y="21378"/>
                </a:lnTo>
                <a:lnTo>
                  <a:pt x="15223" y="21482"/>
                </a:lnTo>
                <a:lnTo>
                  <a:pt x="13960" y="21556"/>
                </a:lnTo>
                <a:lnTo>
                  <a:pt x="12809" y="21600"/>
                </a:lnTo>
                <a:lnTo>
                  <a:pt x="11760" y="21600"/>
                </a:lnTo>
                <a:lnTo>
                  <a:pt x="10800" y="21563"/>
                </a:lnTo>
                <a:lnTo>
                  <a:pt x="9920" y="21482"/>
                </a:lnTo>
                <a:lnTo>
                  <a:pt x="9110" y="21348"/>
                </a:lnTo>
                <a:lnTo>
                  <a:pt x="8357" y="21163"/>
                </a:lnTo>
                <a:lnTo>
                  <a:pt x="7652" y="20919"/>
                </a:lnTo>
                <a:lnTo>
                  <a:pt x="6985" y="20615"/>
                </a:lnTo>
                <a:lnTo>
                  <a:pt x="6344" y="20252"/>
                </a:lnTo>
                <a:lnTo>
                  <a:pt x="5717" y="19823"/>
                </a:lnTo>
                <a:lnTo>
                  <a:pt x="5096" y="19319"/>
                </a:lnTo>
                <a:lnTo>
                  <a:pt x="4471" y="18742"/>
                </a:lnTo>
                <a:lnTo>
                  <a:pt x="3829" y="18083"/>
                </a:lnTo>
                <a:lnTo>
                  <a:pt x="3159" y="17350"/>
                </a:lnTo>
                <a:lnTo>
                  <a:pt x="2452" y="16520"/>
                </a:lnTo>
                <a:lnTo>
                  <a:pt x="1697" y="15609"/>
                </a:lnTo>
                <a:lnTo>
                  <a:pt x="883" y="14610"/>
                </a:lnTo>
                <a:lnTo>
                  <a:pt x="0" y="13506"/>
                </a:lnTo>
                <a:lnTo>
                  <a:pt x="0" y="9834"/>
                </a:lnTo>
                <a:lnTo>
                  <a:pt x="0" y="6102"/>
                </a:lnTo>
                <a:lnTo>
                  <a:pt x="953" y="4806"/>
                </a:lnTo>
                <a:lnTo>
                  <a:pt x="1902" y="3680"/>
                </a:lnTo>
                <a:lnTo>
                  <a:pt x="2847" y="2725"/>
                </a:lnTo>
                <a:lnTo>
                  <a:pt x="3787" y="1925"/>
                </a:lnTo>
                <a:lnTo>
                  <a:pt x="4724" y="1274"/>
                </a:lnTo>
                <a:lnTo>
                  <a:pt x="5658" y="770"/>
                </a:lnTo>
                <a:lnTo>
                  <a:pt x="6591" y="392"/>
                </a:lnTo>
                <a:lnTo>
                  <a:pt x="7521" y="148"/>
                </a:lnTo>
                <a:lnTo>
                  <a:pt x="8448" y="15"/>
                </a:lnTo>
                <a:lnTo>
                  <a:pt x="9377" y="0"/>
                </a:lnTo>
                <a:lnTo>
                  <a:pt x="10305" y="81"/>
                </a:lnTo>
                <a:lnTo>
                  <a:pt x="11232" y="259"/>
                </a:lnTo>
                <a:lnTo>
                  <a:pt x="12161" y="518"/>
                </a:lnTo>
                <a:lnTo>
                  <a:pt x="13091" y="859"/>
                </a:lnTo>
                <a:lnTo>
                  <a:pt x="14022" y="1266"/>
                </a:lnTo>
                <a:lnTo>
                  <a:pt x="14955" y="1740"/>
                </a:lnTo>
                <a:lnTo>
                  <a:pt x="15892" y="2266"/>
                </a:lnTo>
                <a:lnTo>
                  <a:pt x="16832" y="2836"/>
                </a:lnTo>
                <a:lnTo>
                  <a:pt x="17777" y="3443"/>
                </a:lnTo>
                <a:lnTo>
                  <a:pt x="18724" y="4080"/>
                </a:lnTo>
                <a:lnTo>
                  <a:pt x="19678" y="4747"/>
                </a:lnTo>
                <a:lnTo>
                  <a:pt x="20636" y="5420"/>
                </a:lnTo>
                <a:lnTo>
                  <a:pt x="21600" y="6102"/>
                </a:lnTo>
                <a:close/>
              </a:path>
            </a:pathLst>
          </a:custGeom>
          <a:solidFill>
            <a:srgbClr val="EFF2F5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8" name="contour_09496"/>
          <p:cNvSpPr/>
          <p:nvPr/>
        </p:nvSpPr>
        <p:spPr>
          <a:xfrm>
            <a:off x="5678792" y="1246247"/>
            <a:ext cx="890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8" y="0"/>
                </a:moveTo>
                <a:lnTo>
                  <a:pt x="1564" y="0"/>
                </a:lnTo>
                <a:lnTo>
                  <a:pt x="2732" y="0"/>
                </a:lnTo>
                <a:lnTo>
                  <a:pt x="3905" y="0"/>
                </a:lnTo>
                <a:lnTo>
                  <a:pt x="5083" y="0"/>
                </a:lnTo>
                <a:lnTo>
                  <a:pt x="6269" y="0"/>
                </a:lnTo>
                <a:lnTo>
                  <a:pt x="7465" y="0"/>
                </a:lnTo>
                <a:lnTo>
                  <a:pt x="7465" y="2040"/>
                </a:lnTo>
                <a:lnTo>
                  <a:pt x="7465" y="4092"/>
                </a:lnTo>
                <a:lnTo>
                  <a:pt x="7465" y="6171"/>
                </a:lnTo>
                <a:lnTo>
                  <a:pt x="8631" y="6428"/>
                </a:lnTo>
                <a:lnTo>
                  <a:pt x="9797" y="6681"/>
                </a:lnTo>
                <a:lnTo>
                  <a:pt x="10965" y="6937"/>
                </a:lnTo>
                <a:lnTo>
                  <a:pt x="12135" y="7190"/>
                </a:lnTo>
                <a:lnTo>
                  <a:pt x="13306" y="7446"/>
                </a:lnTo>
                <a:lnTo>
                  <a:pt x="14480" y="7702"/>
                </a:lnTo>
                <a:lnTo>
                  <a:pt x="15656" y="7958"/>
                </a:lnTo>
                <a:lnTo>
                  <a:pt x="16837" y="8217"/>
                </a:lnTo>
                <a:lnTo>
                  <a:pt x="18020" y="8476"/>
                </a:lnTo>
                <a:lnTo>
                  <a:pt x="19208" y="8736"/>
                </a:lnTo>
                <a:lnTo>
                  <a:pt x="20402" y="8995"/>
                </a:lnTo>
                <a:lnTo>
                  <a:pt x="21600" y="9257"/>
                </a:lnTo>
                <a:lnTo>
                  <a:pt x="21600" y="11090"/>
                </a:lnTo>
                <a:lnTo>
                  <a:pt x="21600" y="12929"/>
                </a:lnTo>
                <a:lnTo>
                  <a:pt x="21600" y="14774"/>
                </a:lnTo>
                <a:lnTo>
                  <a:pt x="21600" y="16635"/>
                </a:lnTo>
                <a:lnTo>
                  <a:pt x="21600" y="18514"/>
                </a:lnTo>
                <a:lnTo>
                  <a:pt x="20497" y="19835"/>
                </a:lnTo>
                <a:lnTo>
                  <a:pt x="19671" y="20656"/>
                </a:lnTo>
                <a:lnTo>
                  <a:pt x="18865" y="21125"/>
                </a:lnTo>
                <a:lnTo>
                  <a:pt x="17826" y="21390"/>
                </a:lnTo>
                <a:lnTo>
                  <a:pt x="16299" y="21600"/>
                </a:lnTo>
                <a:lnTo>
                  <a:pt x="15395" y="20551"/>
                </a:lnTo>
                <a:lnTo>
                  <a:pt x="14524" y="19452"/>
                </a:lnTo>
                <a:lnTo>
                  <a:pt x="13681" y="18311"/>
                </a:lnTo>
                <a:lnTo>
                  <a:pt x="12854" y="17129"/>
                </a:lnTo>
                <a:lnTo>
                  <a:pt x="12031" y="15919"/>
                </a:lnTo>
                <a:lnTo>
                  <a:pt x="11205" y="14682"/>
                </a:lnTo>
                <a:lnTo>
                  <a:pt x="10084" y="13481"/>
                </a:lnTo>
                <a:lnTo>
                  <a:pt x="9016" y="12590"/>
                </a:lnTo>
                <a:lnTo>
                  <a:pt x="7954" y="11942"/>
                </a:lnTo>
                <a:lnTo>
                  <a:pt x="6857" y="11473"/>
                </a:lnTo>
                <a:lnTo>
                  <a:pt x="5679" y="11115"/>
                </a:lnTo>
                <a:lnTo>
                  <a:pt x="4373" y="10800"/>
                </a:lnTo>
                <a:lnTo>
                  <a:pt x="3043" y="10457"/>
                </a:lnTo>
                <a:lnTo>
                  <a:pt x="2184" y="10180"/>
                </a:lnTo>
                <a:lnTo>
                  <a:pt x="1426" y="9831"/>
                </a:lnTo>
                <a:lnTo>
                  <a:pt x="398" y="9257"/>
                </a:lnTo>
                <a:lnTo>
                  <a:pt x="133" y="6869"/>
                </a:lnTo>
                <a:lnTo>
                  <a:pt x="0" y="5193"/>
                </a:lnTo>
                <a:lnTo>
                  <a:pt x="0" y="3786"/>
                </a:lnTo>
                <a:lnTo>
                  <a:pt x="133" y="2203"/>
                </a:lnTo>
                <a:lnTo>
                  <a:pt x="398" y="0"/>
                </a:lnTo>
                <a:close/>
              </a:path>
            </a:pathLst>
          </a:custGeom>
          <a:solidFill>
            <a:srgbClr val="D2E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9499" name="contour_09497"/>
          <p:cNvSpPr/>
          <p:nvPr/>
        </p:nvSpPr>
        <p:spPr>
          <a:xfrm>
            <a:off x="1242045" y="1093199"/>
            <a:ext cx="5830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305"/>
                </a:lnTo>
                <a:lnTo>
                  <a:pt x="16713" y="613"/>
                </a:lnTo>
                <a:lnTo>
                  <a:pt x="18328" y="920"/>
                </a:lnTo>
                <a:lnTo>
                  <a:pt x="19956" y="1230"/>
                </a:lnTo>
                <a:lnTo>
                  <a:pt x="21600" y="1543"/>
                </a:lnTo>
                <a:lnTo>
                  <a:pt x="19815" y="1543"/>
                </a:lnTo>
                <a:lnTo>
                  <a:pt x="18020" y="1543"/>
                </a:lnTo>
                <a:lnTo>
                  <a:pt x="16200" y="1543"/>
                </a:lnTo>
                <a:lnTo>
                  <a:pt x="16265" y="2374"/>
                </a:lnTo>
                <a:lnTo>
                  <a:pt x="16330" y="3218"/>
                </a:lnTo>
                <a:lnTo>
                  <a:pt x="16397" y="4288"/>
                </a:lnTo>
                <a:lnTo>
                  <a:pt x="16459" y="5357"/>
                </a:lnTo>
                <a:lnTo>
                  <a:pt x="16516" y="6426"/>
                </a:lnTo>
                <a:lnTo>
                  <a:pt x="16567" y="7495"/>
                </a:lnTo>
                <a:lnTo>
                  <a:pt x="16616" y="8564"/>
                </a:lnTo>
                <a:lnTo>
                  <a:pt x="16662" y="9635"/>
                </a:lnTo>
                <a:lnTo>
                  <a:pt x="16708" y="10704"/>
                </a:lnTo>
                <a:lnTo>
                  <a:pt x="16737" y="11092"/>
                </a:lnTo>
                <a:lnTo>
                  <a:pt x="16791" y="11774"/>
                </a:lnTo>
                <a:lnTo>
                  <a:pt x="16913" y="13340"/>
                </a:lnTo>
                <a:lnTo>
                  <a:pt x="16940" y="14325"/>
                </a:lnTo>
                <a:lnTo>
                  <a:pt x="16945" y="15291"/>
                </a:lnTo>
                <a:lnTo>
                  <a:pt x="16921" y="16243"/>
                </a:lnTo>
                <a:lnTo>
                  <a:pt x="16848" y="17189"/>
                </a:lnTo>
                <a:lnTo>
                  <a:pt x="16713" y="18135"/>
                </a:lnTo>
                <a:lnTo>
                  <a:pt x="16500" y="19090"/>
                </a:lnTo>
                <a:lnTo>
                  <a:pt x="16200" y="20057"/>
                </a:lnTo>
                <a:lnTo>
                  <a:pt x="14175" y="20721"/>
                </a:lnTo>
                <a:lnTo>
                  <a:pt x="12741" y="21133"/>
                </a:lnTo>
                <a:lnTo>
                  <a:pt x="11510" y="21367"/>
                </a:lnTo>
                <a:lnTo>
                  <a:pt x="10093" y="21498"/>
                </a:lnTo>
                <a:lnTo>
                  <a:pt x="8100" y="21600"/>
                </a:lnTo>
                <a:lnTo>
                  <a:pt x="8267" y="20867"/>
                </a:lnTo>
                <a:lnTo>
                  <a:pt x="8438" y="20130"/>
                </a:lnTo>
                <a:lnTo>
                  <a:pt x="8608" y="19381"/>
                </a:lnTo>
                <a:lnTo>
                  <a:pt x="8440" y="18585"/>
                </a:lnTo>
                <a:lnTo>
                  <a:pt x="8270" y="17785"/>
                </a:lnTo>
                <a:lnTo>
                  <a:pt x="8100" y="16971"/>
                </a:lnTo>
                <a:lnTo>
                  <a:pt x="6091" y="16450"/>
                </a:lnTo>
                <a:lnTo>
                  <a:pt x="4666" y="16109"/>
                </a:lnTo>
                <a:lnTo>
                  <a:pt x="3434" y="15874"/>
                </a:lnTo>
                <a:lnTo>
                  <a:pt x="2009" y="15672"/>
                </a:lnTo>
                <a:lnTo>
                  <a:pt x="0" y="15429"/>
                </a:lnTo>
                <a:lnTo>
                  <a:pt x="1742" y="15319"/>
                </a:lnTo>
                <a:lnTo>
                  <a:pt x="3496" y="15208"/>
                </a:lnTo>
                <a:lnTo>
                  <a:pt x="5273" y="15097"/>
                </a:lnTo>
                <a:lnTo>
                  <a:pt x="7042" y="14838"/>
                </a:lnTo>
                <a:lnTo>
                  <a:pt x="8208" y="14625"/>
                </a:lnTo>
                <a:lnTo>
                  <a:pt x="9288" y="14345"/>
                </a:lnTo>
                <a:lnTo>
                  <a:pt x="10800" y="13886"/>
                </a:lnTo>
                <a:lnTo>
                  <a:pt x="11480" y="12908"/>
                </a:lnTo>
                <a:lnTo>
                  <a:pt x="11975" y="11926"/>
                </a:lnTo>
                <a:lnTo>
                  <a:pt x="12317" y="10939"/>
                </a:lnTo>
                <a:lnTo>
                  <a:pt x="12542" y="9941"/>
                </a:lnTo>
                <a:lnTo>
                  <a:pt x="12679" y="8929"/>
                </a:lnTo>
                <a:lnTo>
                  <a:pt x="12763" y="7899"/>
                </a:lnTo>
                <a:lnTo>
                  <a:pt x="12825" y="6847"/>
                </a:lnTo>
                <a:lnTo>
                  <a:pt x="12946" y="5861"/>
                </a:lnTo>
                <a:lnTo>
                  <a:pt x="13068" y="4860"/>
                </a:lnTo>
                <a:lnTo>
                  <a:pt x="13176" y="3888"/>
                </a:lnTo>
                <a:lnTo>
                  <a:pt x="13270" y="2918"/>
                </a:lnTo>
                <a:lnTo>
                  <a:pt x="13354" y="1946"/>
                </a:lnTo>
                <a:lnTo>
                  <a:pt x="13430" y="972"/>
                </a:lnTo>
                <a:lnTo>
                  <a:pt x="13500" y="0"/>
                </a:lnTo>
                <a:close/>
              </a:path>
            </a:pathLst>
          </a:custGeom>
          <a:solidFill>
            <a:srgbClr val="D5C7C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0" name="contour_09498"/>
          <p:cNvSpPr/>
          <p:nvPr/>
        </p:nvSpPr>
        <p:spPr>
          <a:xfrm>
            <a:off x="5840768" y="918287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17" y="594"/>
                </a:lnTo>
                <a:lnTo>
                  <a:pt x="3243" y="1192"/>
                </a:lnTo>
                <a:lnTo>
                  <a:pt x="4892" y="1800"/>
                </a:lnTo>
                <a:lnTo>
                  <a:pt x="6718" y="2390"/>
                </a:lnTo>
                <a:lnTo>
                  <a:pt x="8413" y="2840"/>
                </a:lnTo>
                <a:lnTo>
                  <a:pt x="10049" y="3161"/>
                </a:lnTo>
                <a:lnTo>
                  <a:pt x="11702" y="3352"/>
                </a:lnTo>
                <a:lnTo>
                  <a:pt x="13446" y="3420"/>
                </a:lnTo>
                <a:lnTo>
                  <a:pt x="15358" y="3377"/>
                </a:lnTo>
                <a:lnTo>
                  <a:pt x="17115" y="3488"/>
                </a:lnTo>
                <a:lnTo>
                  <a:pt x="18900" y="3600"/>
                </a:lnTo>
                <a:lnTo>
                  <a:pt x="19826" y="5746"/>
                </a:lnTo>
                <a:lnTo>
                  <a:pt x="20417" y="7211"/>
                </a:lnTo>
                <a:lnTo>
                  <a:pt x="20922" y="8672"/>
                </a:lnTo>
                <a:lnTo>
                  <a:pt x="21600" y="10800"/>
                </a:lnTo>
                <a:lnTo>
                  <a:pt x="20047" y="12164"/>
                </a:lnTo>
                <a:lnTo>
                  <a:pt x="18487" y="13518"/>
                </a:lnTo>
                <a:lnTo>
                  <a:pt x="16924" y="14864"/>
                </a:lnTo>
                <a:lnTo>
                  <a:pt x="15358" y="16200"/>
                </a:lnTo>
                <a:lnTo>
                  <a:pt x="14197" y="17204"/>
                </a:lnTo>
                <a:lnTo>
                  <a:pt x="13028" y="18212"/>
                </a:lnTo>
                <a:lnTo>
                  <a:pt x="11845" y="19238"/>
                </a:lnTo>
                <a:lnTo>
                  <a:pt x="10436" y="20113"/>
                </a:lnTo>
                <a:lnTo>
                  <a:pt x="9274" y="20740"/>
                </a:lnTo>
                <a:lnTo>
                  <a:pt x="8162" y="21161"/>
                </a:lnTo>
                <a:lnTo>
                  <a:pt x="6882" y="21413"/>
                </a:lnTo>
                <a:lnTo>
                  <a:pt x="5235" y="21546"/>
                </a:lnTo>
                <a:lnTo>
                  <a:pt x="3011" y="2159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CCD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1" name="contour_09499"/>
          <p:cNvSpPr/>
          <p:nvPr/>
        </p:nvSpPr>
        <p:spPr>
          <a:xfrm>
            <a:off x="6657023" y="889186"/>
            <a:ext cx="102032" cy="35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26"/>
                </a:moveTo>
                <a:lnTo>
                  <a:pt x="20863" y="6967"/>
                </a:lnTo>
                <a:lnTo>
                  <a:pt x="20148" y="9347"/>
                </a:lnTo>
                <a:lnTo>
                  <a:pt x="19428" y="11598"/>
                </a:lnTo>
                <a:lnTo>
                  <a:pt x="18676" y="13737"/>
                </a:lnTo>
                <a:lnTo>
                  <a:pt x="17866" y="15797"/>
                </a:lnTo>
                <a:lnTo>
                  <a:pt x="16971" y="17798"/>
                </a:lnTo>
                <a:lnTo>
                  <a:pt x="15500" y="18065"/>
                </a:lnTo>
                <a:lnTo>
                  <a:pt x="14526" y="18208"/>
                </a:lnTo>
                <a:lnTo>
                  <a:pt x="13832" y="18230"/>
                </a:lnTo>
                <a:lnTo>
                  <a:pt x="13198" y="18137"/>
                </a:lnTo>
                <a:lnTo>
                  <a:pt x="12403" y="17936"/>
                </a:lnTo>
                <a:lnTo>
                  <a:pt x="11375" y="17994"/>
                </a:lnTo>
                <a:lnTo>
                  <a:pt x="10430" y="18324"/>
                </a:lnTo>
                <a:lnTo>
                  <a:pt x="9519" y="18890"/>
                </a:lnTo>
                <a:lnTo>
                  <a:pt x="8598" y="19657"/>
                </a:lnTo>
                <a:lnTo>
                  <a:pt x="7619" y="20584"/>
                </a:lnTo>
                <a:lnTo>
                  <a:pt x="6347" y="21266"/>
                </a:lnTo>
                <a:lnTo>
                  <a:pt x="5422" y="21600"/>
                </a:lnTo>
                <a:lnTo>
                  <a:pt x="4690" y="21502"/>
                </a:lnTo>
                <a:lnTo>
                  <a:pt x="3998" y="20905"/>
                </a:lnTo>
                <a:lnTo>
                  <a:pt x="3195" y="19728"/>
                </a:lnTo>
                <a:lnTo>
                  <a:pt x="2128" y="17900"/>
                </a:lnTo>
                <a:lnTo>
                  <a:pt x="1424" y="16394"/>
                </a:lnTo>
                <a:lnTo>
                  <a:pt x="717" y="14878"/>
                </a:lnTo>
                <a:lnTo>
                  <a:pt x="0" y="13341"/>
                </a:lnTo>
                <a:lnTo>
                  <a:pt x="1023" y="12449"/>
                </a:lnTo>
                <a:lnTo>
                  <a:pt x="2046" y="11567"/>
                </a:lnTo>
                <a:lnTo>
                  <a:pt x="3070" y="10693"/>
                </a:lnTo>
                <a:lnTo>
                  <a:pt x="4095" y="9819"/>
                </a:lnTo>
                <a:lnTo>
                  <a:pt x="5119" y="8955"/>
                </a:lnTo>
                <a:lnTo>
                  <a:pt x="6144" y="8094"/>
                </a:lnTo>
                <a:lnTo>
                  <a:pt x="7170" y="7234"/>
                </a:lnTo>
                <a:lnTo>
                  <a:pt x="8196" y="6378"/>
                </a:lnTo>
                <a:lnTo>
                  <a:pt x="8969" y="5701"/>
                </a:lnTo>
                <a:lnTo>
                  <a:pt x="9745" y="5023"/>
                </a:lnTo>
                <a:lnTo>
                  <a:pt x="10532" y="4332"/>
                </a:lnTo>
                <a:lnTo>
                  <a:pt x="12297" y="2884"/>
                </a:lnTo>
                <a:lnTo>
                  <a:pt x="13761" y="1729"/>
                </a:lnTo>
                <a:lnTo>
                  <a:pt x="14973" y="865"/>
                </a:lnTo>
                <a:lnTo>
                  <a:pt x="15984" y="285"/>
                </a:lnTo>
                <a:lnTo>
                  <a:pt x="16843" y="0"/>
                </a:lnTo>
                <a:lnTo>
                  <a:pt x="17599" y="9"/>
                </a:lnTo>
                <a:lnTo>
                  <a:pt x="18304" y="308"/>
                </a:lnTo>
                <a:lnTo>
                  <a:pt x="19006" y="896"/>
                </a:lnTo>
                <a:lnTo>
                  <a:pt x="19756" y="1778"/>
                </a:lnTo>
                <a:lnTo>
                  <a:pt x="20605" y="2955"/>
                </a:lnTo>
                <a:lnTo>
                  <a:pt x="21600" y="4426"/>
                </a:lnTo>
                <a:close/>
              </a:path>
            </a:pathLst>
          </a:custGeom>
          <a:solidFill>
            <a:srgbClr val="EB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2" name="contour_09500"/>
          <p:cNvSpPr/>
          <p:nvPr/>
        </p:nvSpPr>
        <p:spPr>
          <a:xfrm>
            <a:off x="4878753" y="675655"/>
            <a:ext cx="51016" cy="45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002"/>
                </a:moveTo>
                <a:lnTo>
                  <a:pt x="5169" y="532"/>
                </a:lnTo>
                <a:lnTo>
                  <a:pt x="7227" y="220"/>
                </a:lnTo>
                <a:lnTo>
                  <a:pt x="9269" y="48"/>
                </a:lnTo>
                <a:lnTo>
                  <a:pt x="11300" y="0"/>
                </a:lnTo>
                <a:lnTo>
                  <a:pt x="13330" y="55"/>
                </a:lnTo>
                <a:lnTo>
                  <a:pt x="15370" y="199"/>
                </a:lnTo>
                <a:lnTo>
                  <a:pt x="17422" y="419"/>
                </a:lnTo>
                <a:lnTo>
                  <a:pt x="19496" y="690"/>
                </a:lnTo>
                <a:lnTo>
                  <a:pt x="21600" y="1002"/>
                </a:lnTo>
                <a:lnTo>
                  <a:pt x="20505" y="3121"/>
                </a:lnTo>
                <a:lnTo>
                  <a:pt x="19397" y="5232"/>
                </a:lnTo>
                <a:lnTo>
                  <a:pt x="18277" y="7329"/>
                </a:lnTo>
                <a:lnTo>
                  <a:pt x="17147" y="9423"/>
                </a:lnTo>
                <a:lnTo>
                  <a:pt x="16009" y="11514"/>
                </a:lnTo>
                <a:lnTo>
                  <a:pt x="15237" y="13035"/>
                </a:lnTo>
                <a:lnTo>
                  <a:pt x="14460" y="14580"/>
                </a:lnTo>
                <a:lnTo>
                  <a:pt x="13478" y="16293"/>
                </a:lnTo>
                <a:lnTo>
                  <a:pt x="12611" y="17594"/>
                </a:lnTo>
                <a:lnTo>
                  <a:pt x="11365" y="19145"/>
                </a:lnTo>
                <a:lnTo>
                  <a:pt x="9257" y="21600"/>
                </a:lnTo>
                <a:lnTo>
                  <a:pt x="6758" y="21051"/>
                </a:lnTo>
                <a:lnTo>
                  <a:pt x="5027" y="20598"/>
                </a:lnTo>
                <a:lnTo>
                  <a:pt x="3620" y="20076"/>
                </a:lnTo>
                <a:lnTo>
                  <a:pt x="2092" y="19321"/>
                </a:lnTo>
                <a:lnTo>
                  <a:pt x="0" y="18167"/>
                </a:lnTo>
                <a:lnTo>
                  <a:pt x="31" y="15857"/>
                </a:lnTo>
                <a:lnTo>
                  <a:pt x="108" y="13618"/>
                </a:lnTo>
                <a:lnTo>
                  <a:pt x="262" y="11439"/>
                </a:lnTo>
                <a:lnTo>
                  <a:pt x="515" y="9310"/>
                </a:lnTo>
                <a:lnTo>
                  <a:pt x="898" y="7216"/>
                </a:lnTo>
                <a:lnTo>
                  <a:pt x="1435" y="5143"/>
                </a:lnTo>
                <a:lnTo>
                  <a:pt x="2157" y="3076"/>
                </a:lnTo>
                <a:lnTo>
                  <a:pt x="3086" y="1002"/>
                </a:lnTo>
                <a:close/>
              </a:path>
            </a:pathLst>
          </a:custGeom>
          <a:solidFill>
            <a:srgbClr val="59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3" name="contour_09501"/>
          <p:cNvSpPr/>
          <p:nvPr/>
        </p:nvSpPr>
        <p:spPr>
          <a:xfrm>
            <a:off x="4711129" y="575751"/>
            <a:ext cx="30464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02" y="0"/>
                </a:moveTo>
                <a:lnTo>
                  <a:pt x="18065" y="0"/>
                </a:lnTo>
                <a:lnTo>
                  <a:pt x="20670" y="0"/>
                </a:lnTo>
                <a:lnTo>
                  <a:pt x="20778" y="1024"/>
                </a:lnTo>
                <a:lnTo>
                  <a:pt x="20877" y="2049"/>
                </a:lnTo>
                <a:lnTo>
                  <a:pt x="20964" y="3073"/>
                </a:lnTo>
                <a:lnTo>
                  <a:pt x="21047" y="4098"/>
                </a:lnTo>
                <a:lnTo>
                  <a:pt x="21119" y="5122"/>
                </a:lnTo>
                <a:lnTo>
                  <a:pt x="21192" y="6147"/>
                </a:lnTo>
                <a:lnTo>
                  <a:pt x="21254" y="7171"/>
                </a:lnTo>
                <a:lnTo>
                  <a:pt x="21316" y="8196"/>
                </a:lnTo>
                <a:lnTo>
                  <a:pt x="21352" y="8540"/>
                </a:lnTo>
                <a:lnTo>
                  <a:pt x="21419" y="9145"/>
                </a:lnTo>
                <a:lnTo>
                  <a:pt x="21579" y="10532"/>
                </a:lnTo>
                <a:lnTo>
                  <a:pt x="21600" y="11774"/>
                </a:lnTo>
                <a:lnTo>
                  <a:pt x="21528" y="12931"/>
                </a:lnTo>
                <a:lnTo>
                  <a:pt x="21321" y="14012"/>
                </a:lnTo>
                <a:lnTo>
                  <a:pt x="20944" y="15035"/>
                </a:lnTo>
                <a:lnTo>
                  <a:pt x="20360" y="16009"/>
                </a:lnTo>
                <a:lnTo>
                  <a:pt x="19528" y="16950"/>
                </a:lnTo>
                <a:lnTo>
                  <a:pt x="18412" y="17869"/>
                </a:lnTo>
                <a:lnTo>
                  <a:pt x="16970" y="18781"/>
                </a:lnTo>
                <a:lnTo>
                  <a:pt x="15172" y="19698"/>
                </a:lnTo>
                <a:lnTo>
                  <a:pt x="12970" y="20633"/>
                </a:lnTo>
                <a:lnTo>
                  <a:pt x="10335" y="21600"/>
                </a:lnTo>
                <a:lnTo>
                  <a:pt x="7188" y="21302"/>
                </a:lnTo>
                <a:lnTo>
                  <a:pt x="5064" y="21041"/>
                </a:lnTo>
                <a:lnTo>
                  <a:pt x="2992" y="20674"/>
                </a:lnTo>
                <a:lnTo>
                  <a:pt x="0" y="20057"/>
                </a:lnTo>
                <a:lnTo>
                  <a:pt x="98" y="19053"/>
                </a:lnTo>
                <a:lnTo>
                  <a:pt x="258" y="18315"/>
                </a:lnTo>
                <a:lnTo>
                  <a:pt x="594" y="17626"/>
                </a:lnTo>
                <a:lnTo>
                  <a:pt x="1204" y="16766"/>
                </a:lnTo>
                <a:lnTo>
                  <a:pt x="2201" y="15520"/>
                </a:lnTo>
                <a:lnTo>
                  <a:pt x="2517" y="15118"/>
                </a:lnTo>
                <a:lnTo>
                  <a:pt x="3075" y="14410"/>
                </a:lnTo>
                <a:lnTo>
                  <a:pt x="4351" y="12792"/>
                </a:lnTo>
                <a:lnTo>
                  <a:pt x="5152" y="11848"/>
                </a:lnTo>
                <a:lnTo>
                  <a:pt x="5958" y="10896"/>
                </a:lnTo>
                <a:lnTo>
                  <a:pt x="6780" y="9933"/>
                </a:lnTo>
                <a:lnTo>
                  <a:pt x="7524" y="8981"/>
                </a:lnTo>
                <a:lnTo>
                  <a:pt x="8273" y="8024"/>
                </a:lnTo>
                <a:lnTo>
                  <a:pt x="9033" y="7054"/>
                </a:lnTo>
                <a:lnTo>
                  <a:pt x="10583" y="5149"/>
                </a:lnTo>
                <a:lnTo>
                  <a:pt x="11735" y="3749"/>
                </a:lnTo>
                <a:lnTo>
                  <a:pt x="12603" y="2729"/>
                </a:lnTo>
                <a:lnTo>
                  <a:pt x="13301" y="1969"/>
                </a:lnTo>
                <a:lnTo>
                  <a:pt x="13942" y="1342"/>
                </a:lnTo>
                <a:lnTo>
                  <a:pt x="14639" y="727"/>
                </a:lnTo>
                <a:lnTo>
                  <a:pt x="15502" y="0"/>
                </a:lnTo>
                <a:close/>
              </a:path>
            </a:pathLst>
          </a:custGeom>
          <a:solidFill>
            <a:srgbClr val="828282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4" name="contour_09502"/>
          <p:cNvSpPr/>
          <p:nvPr/>
        </p:nvSpPr>
        <p:spPr>
          <a:xfrm>
            <a:off x="4906950" y="583039"/>
            <a:ext cx="53603" cy="52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5" y="0"/>
                </a:moveTo>
                <a:lnTo>
                  <a:pt x="19462" y="0"/>
                </a:lnTo>
                <a:lnTo>
                  <a:pt x="20942" y="0"/>
                </a:lnTo>
                <a:lnTo>
                  <a:pt x="21151" y="2038"/>
                </a:lnTo>
                <a:lnTo>
                  <a:pt x="21333" y="4055"/>
                </a:lnTo>
                <a:lnTo>
                  <a:pt x="21474" y="6056"/>
                </a:lnTo>
                <a:lnTo>
                  <a:pt x="21568" y="8049"/>
                </a:lnTo>
                <a:lnTo>
                  <a:pt x="21600" y="10038"/>
                </a:lnTo>
                <a:lnTo>
                  <a:pt x="21565" y="12028"/>
                </a:lnTo>
                <a:lnTo>
                  <a:pt x="21450" y="14024"/>
                </a:lnTo>
                <a:lnTo>
                  <a:pt x="21248" y="16031"/>
                </a:lnTo>
                <a:lnTo>
                  <a:pt x="20942" y="18060"/>
                </a:lnTo>
                <a:lnTo>
                  <a:pt x="19324" y="19433"/>
                </a:lnTo>
                <a:lnTo>
                  <a:pt x="17806" y="20363"/>
                </a:lnTo>
                <a:lnTo>
                  <a:pt x="16243" y="20959"/>
                </a:lnTo>
                <a:lnTo>
                  <a:pt x="14490" y="21335"/>
                </a:lnTo>
                <a:lnTo>
                  <a:pt x="12396" y="21600"/>
                </a:lnTo>
                <a:lnTo>
                  <a:pt x="10138" y="21076"/>
                </a:lnTo>
                <a:lnTo>
                  <a:pt x="8208" y="20312"/>
                </a:lnTo>
                <a:lnTo>
                  <a:pt x="6514" y="19300"/>
                </a:lnTo>
                <a:lnTo>
                  <a:pt x="4963" y="18042"/>
                </a:lnTo>
                <a:lnTo>
                  <a:pt x="3468" y="16528"/>
                </a:lnTo>
                <a:lnTo>
                  <a:pt x="1932" y="14755"/>
                </a:lnTo>
                <a:lnTo>
                  <a:pt x="984" y="12811"/>
                </a:lnTo>
                <a:lnTo>
                  <a:pt x="379" y="10932"/>
                </a:lnTo>
                <a:lnTo>
                  <a:pt x="68" y="9072"/>
                </a:lnTo>
                <a:lnTo>
                  <a:pt x="0" y="7167"/>
                </a:lnTo>
                <a:lnTo>
                  <a:pt x="123" y="5165"/>
                </a:lnTo>
                <a:lnTo>
                  <a:pt x="385" y="3010"/>
                </a:lnTo>
                <a:lnTo>
                  <a:pt x="2570" y="3576"/>
                </a:lnTo>
                <a:lnTo>
                  <a:pt x="4120" y="4015"/>
                </a:lnTo>
                <a:lnTo>
                  <a:pt x="5459" y="4473"/>
                </a:lnTo>
                <a:lnTo>
                  <a:pt x="7010" y="5093"/>
                </a:lnTo>
                <a:lnTo>
                  <a:pt x="9195" y="6020"/>
                </a:lnTo>
                <a:lnTo>
                  <a:pt x="9195" y="8010"/>
                </a:lnTo>
                <a:lnTo>
                  <a:pt x="9195" y="10011"/>
                </a:lnTo>
                <a:lnTo>
                  <a:pt x="9195" y="12040"/>
                </a:lnTo>
                <a:lnTo>
                  <a:pt x="10939" y="12040"/>
                </a:lnTo>
                <a:lnTo>
                  <a:pt x="12690" y="12040"/>
                </a:lnTo>
                <a:lnTo>
                  <a:pt x="14446" y="12040"/>
                </a:lnTo>
                <a:lnTo>
                  <a:pt x="16217" y="12040"/>
                </a:lnTo>
                <a:lnTo>
                  <a:pt x="18005" y="12040"/>
                </a:lnTo>
                <a:lnTo>
                  <a:pt x="18005" y="10054"/>
                </a:lnTo>
                <a:lnTo>
                  <a:pt x="18005" y="8064"/>
                </a:lnTo>
                <a:lnTo>
                  <a:pt x="18005" y="6065"/>
                </a:lnTo>
                <a:lnTo>
                  <a:pt x="18005" y="4058"/>
                </a:lnTo>
                <a:lnTo>
                  <a:pt x="18005" y="2038"/>
                </a:lnTo>
                <a:lnTo>
                  <a:pt x="18005" y="0"/>
                </a:lnTo>
                <a:close/>
              </a:path>
            </a:pathLst>
          </a:custGeom>
          <a:solidFill>
            <a:srgbClr val="9D9D9D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5" name="contour_09503"/>
          <p:cNvSpPr/>
          <p:nvPr/>
        </p:nvSpPr>
        <p:spPr>
          <a:xfrm>
            <a:off x="4462689" y="575751"/>
            <a:ext cx="22513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15" y="0"/>
                </a:moveTo>
                <a:lnTo>
                  <a:pt x="11083" y="0"/>
                </a:lnTo>
                <a:lnTo>
                  <a:pt x="14607" y="0"/>
                </a:lnTo>
                <a:lnTo>
                  <a:pt x="15013" y="1258"/>
                </a:lnTo>
                <a:lnTo>
                  <a:pt x="15419" y="2516"/>
                </a:lnTo>
                <a:lnTo>
                  <a:pt x="15831" y="3775"/>
                </a:lnTo>
                <a:lnTo>
                  <a:pt x="16237" y="5035"/>
                </a:lnTo>
                <a:lnTo>
                  <a:pt x="16642" y="6295"/>
                </a:lnTo>
                <a:lnTo>
                  <a:pt x="17055" y="7556"/>
                </a:lnTo>
                <a:lnTo>
                  <a:pt x="17460" y="8820"/>
                </a:lnTo>
                <a:lnTo>
                  <a:pt x="17873" y="10085"/>
                </a:lnTo>
                <a:lnTo>
                  <a:pt x="18286" y="11353"/>
                </a:lnTo>
                <a:lnTo>
                  <a:pt x="18691" y="12623"/>
                </a:lnTo>
                <a:lnTo>
                  <a:pt x="19104" y="13896"/>
                </a:lnTo>
                <a:lnTo>
                  <a:pt x="19516" y="15170"/>
                </a:lnTo>
                <a:lnTo>
                  <a:pt x="19936" y="16448"/>
                </a:lnTo>
                <a:lnTo>
                  <a:pt x="20348" y="17732"/>
                </a:lnTo>
                <a:lnTo>
                  <a:pt x="20761" y="19017"/>
                </a:lnTo>
                <a:lnTo>
                  <a:pt x="21180" y="20306"/>
                </a:lnTo>
                <a:lnTo>
                  <a:pt x="21600" y="21600"/>
                </a:lnTo>
                <a:lnTo>
                  <a:pt x="17446" y="21600"/>
                </a:lnTo>
                <a:lnTo>
                  <a:pt x="13279" y="21600"/>
                </a:lnTo>
                <a:lnTo>
                  <a:pt x="9097" y="21600"/>
                </a:lnTo>
                <a:lnTo>
                  <a:pt x="4881" y="21600"/>
                </a:lnTo>
                <a:lnTo>
                  <a:pt x="622" y="21600"/>
                </a:lnTo>
                <a:lnTo>
                  <a:pt x="545" y="20491"/>
                </a:lnTo>
                <a:lnTo>
                  <a:pt x="475" y="19382"/>
                </a:lnTo>
                <a:lnTo>
                  <a:pt x="406" y="18274"/>
                </a:lnTo>
                <a:lnTo>
                  <a:pt x="343" y="17165"/>
                </a:lnTo>
                <a:lnTo>
                  <a:pt x="287" y="16056"/>
                </a:lnTo>
                <a:lnTo>
                  <a:pt x="238" y="14947"/>
                </a:lnTo>
                <a:lnTo>
                  <a:pt x="189" y="13838"/>
                </a:lnTo>
                <a:lnTo>
                  <a:pt x="98" y="12744"/>
                </a:lnTo>
                <a:lnTo>
                  <a:pt x="7" y="11633"/>
                </a:lnTo>
                <a:lnTo>
                  <a:pt x="0" y="10391"/>
                </a:lnTo>
                <a:lnTo>
                  <a:pt x="77" y="9182"/>
                </a:lnTo>
                <a:lnTo>
                  <a:pt x="266" y="8003"/>
                </a:lnTo>
                <a:lnTo>
                  <a:pt x="608" y="6844"/>
                </a:lnTo>
                <a:lnTo>
                  <a:pt x="1133" y="5701"/>
                </a:lnTo>
                <a:lnTo>
                  <a:pt x="1874" y="4568"/>
                </a:lnTo>
                <a:lnTo>
                  <a:pt x="2860" y="3438"/>
                </a:lnTo>
                <a:lnTo>
                  <a:pt x="4119" y="2304"/>
                </a:lnTo>
                <a:lnTo>
                  <a:pt x="5699" y="1159"/>
                </a:lnTo>
                <a:lnTo>
                  <a:pt x="7615" y="0"/>
                </a:lnTo>
                <a:close/>
              </a:path>
            </a:pathLst>
          </a:custGeom>
          <a:solidFill>
            <a:srgbClr val="51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6" name="contour_09504"/>
          <p:cNvSpPr/>
          <p:nvPr/>
        </p:nvSpPr>
        <p:spPr>
          <a:xfrm>
            <a:off x="4681977" y="6136489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359"/>
                </a:lnTo>
                <a:lnTo>
                  <a:pt x="3564" y="713"/>
                </a:lnTo>
                <a:lnTo>
                  <a:pt x="5349" y="1071"/>
                </a:lnTo>
                <a:lnTo>
                  <a:pt x="7136" y="1426"/>
                </a:lnTo>
                <a:lnTo>
                  <a:pt x="8926" y="1784"/>
                </a:lnTo>
                <a:lnTo>
                  <a:pt x="10719" y="2143"/>
                </a:lnTo>
                <a:lnTo>
                  <a:pt x="12517" y="2501"/>
                </a:lnTo>
                <a:lnTo>
                  <a:pt x="14321" y="2864"/>
                </a:lnTo>
                <a:lnTo>
                  <a:pt x="16130" y="3227"/>
                </a:lnTo>
                <a:lnTo>
                  <a:pt x="17944" y="3590"/>
                </a:lnTo>
                <a:lnTo>
                  <a:pt x="19769" y="3953"/>
                </a:lnTo>
                <a:lnTo>
                  <a:pt x="21600" y="4320"/>
                </a:lnTo>
                <a:lnTo>
                  <a:pt x="20558" y="8891"/>
                </a:lnTo>
                <a:lnTo>
                  <a:pt x="19761" y="12256"/>
                </a:lnTo>
                <a:lnTo>
                  <a:pt x="19119" y="14718"/>
                </a:lnTo>
                <a:lnTo>
                  <a:pt x="18538" y="16584"/>
                </a:lnTo>
                <a:lnTo>
                  <a:pt x="17920" y="18148"/>
                </a:lnTo>
                <a:lnTo>
                  <a:pt x="17172" y="19721"/>
                </a:lnTo>
                <a:lnTo>
                  <a:pt x="16200" y="21600"/>
                </a:lnTo>
                <a:lnTo>
                  <a:pt x="13905" y="21578"/>
                </a:lnTo>
                <a:lnTo>
                  <a:pt x="12029" y="21436"/>
                </a:lnTo>
                <a:lnTo>
                  <a:pt x="10406" y="21051"/>
                </a:lnTo>
                <a:lnTo>
                  <a:pt x="8869" y="20308"/>
                </a:lnTo>
                <a:lnTo>
                  <a:pt x="7258" y="19090"/>
                </a:lnTo>
                <a:lnTo>
                  <a:pt x="5400" y="17280"/>
                </a:lnTo>
                <a:lnTo>
                  <a:pt x="4385" y="14895"/>
                </a:lnTo>
                <a:lnTo>
                  <a:pt x="3496" y="12541"/>
                </a:lnTo>
                <a:lnTo>
                  <a:pt x="2708" y="10187"/>
                </a:lnTo>
                <a:lnTo>
                  <a:pt x="1993" y="7789"/>
                </a:lnTo>
                <a:lnTo>
                  <a:pt x="1320" y="5314"/>
                </a:lnTo>
                <a:lnTo>
                  <a:pt x="667" y="2730"/>
                </a:lnTo>
                <a:lnTo>
                  <a:pt x="0" y="0"/>
                </a:lnTo>
                <a:close/>
              </a:path>
            </a:pathLst>
          </a:custGeom>
          <a:solidFill>
            <a:srgbClr val="726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7" name="contour_09505"/>
          <p:cNvSpPr/>
          <p:nvPr/>
        </p:nvSpPr>
        <p:spPr>
          <a:xfrm>
            <a:off x="4754857" y="6099065"/>
            <a:ext cx="72880" cy="540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94"/>
                </a:moveTo>
                <a:lnTo>
                  <a:pt x="1542" y="131"/>
                </a:lnTo>
                <a:lnTo>
                  <a:pt x="2650" y="0"/>
                </a:lnTo>
                <a:lnTo>
                  <a:pt x="3635" y="0"/>
                </a:lnTo>
                <a:lnTo>
                  <a:pt x="4808" y="131"/>
                </a:lnTo>
                <a:lnTo>
                  <a:pt x="6480" y="394"/>
                </a:lnTo>
                <a:lnTo>
                  <a:pt x="6791" y="1717"/>
                </a:lnTo>
                <a:lnTo>
                  <a:pt x="7106" y="3052"/>
                </a:lnTo>
                <a:lnTo>
                  <a:pt x="7426" y="4402"/>
                </a:lnTo>
                <a:lnTo>
                  <a:pt x="8158" y="7165"/>
                </a:lnTo>
                <a:lnTo>
                  <a:pt x="8724" y="8757"/>
                </a:lnTo>
                <a:lnTo>
                  <a:pt x="9418" y="9771"/>
                </a:lnTo>
                <a:lnTo>
                  <a:pt x="10530" y="10812"/>
                </a:lnTo>
                <a:lnTo>
                  <a:pt x="11649" y="11497"/>
                </a:lnTo>
                <a:lnTo>
                  <a:pt x="12774" y="12161"/>
                </a:lnTo>
                <a:lnTo>
                  <a:pt x="13906" y="12808"/>
                </a:lnTo>
                <a:lnTo>
                  <a:pt x="15044" y="13432"/>
                </a:lnTo>
                <a:lnTo>
                  <a:pt x="16334" y="14420"/>
                </a:lnTo>
                <a:lnTo>
                  <a:pt x="17498" y="15505"/>
                </a:lnTo>
                <a:lnTo>
                  <a:pt x="18570" y="16688"/>
                </a:lnTo>
                <a:lnTo>
                  <a:pt x="19587" y="17965"/>
                </a:lnTo>
                <a:lnTo>
                  <a:pt x="20585" y="19335"/>
                </a:lnTo>
                <a:lnTo>
                  <a:pt x="21600" y="20798"/>
                </a:lnTo>
                <a:lnTo>
                  <a:pt x="20120" y="21078"/>
                </a:lnTo>
                <a:lnTo>
                  <a:pt x="18669" y="21306"/>
                </a:lnTo>
                <a:lnTo>
                  <a:pt x="17237" y="21475"/>
                </a:lnTo>
                <a:lnTo>
                  <a:pt x="15818" y="21574"/>
                </a:lnTo>
                <a:lnTo>
                  <a:pt x="14405" y="21600"/>
                </a:lnTo>
                <a:lnTo>
                  <a:pt x="12988" y="21545"/>
                </a:lnTo>
                <a:lnTo>
                  <a:pt x="11560" y="21396"/>
                </a:lnTo>
                <a:lnTo>
                  <a:pt x="10113" y="21151"/>
                </a:lnTo>
                <a:lnTo>
                  <a:pt x="8640" y="20798"/>
                </a:lnTo>
                <a:lnTo>
                  <a:pt x="7422" y="19405"/>
                </a:lnTo>
                <a:lnTo>
                  <a:pt x="6283" y="17968"/>
                </a:lnTo>
                <a:lnTo>
                  <a:pt x="5216" y="16481"/>
                </a:lnTo>
                <a:lnTo>
                  <a:pt x="4214" y="14939"/>
                </a:lnTo>
                <a:lnTo>
                  <a:pt x="3275" y="13339"/>
                </a:lnTo>
                <a:lnTo>
                  <a:pt x="2387" y="11672"/>
                </a:lnTo>
                <a:lnTo>
                  <a:pt x="1551" y="9934"/>
                </a:lnTo>
                <a:lnTo>
                  <a:pt x="756" y="8121"/>
                </a:lnTo>
                <a:lnTo>
                  <a:pt x="0" y="6223"/>
                </a:lnTo>
                <a:lnTo>
                  <a:pt x="0" y="4297"/>
                </a:lnTo>
                <a:lnTo>
                  <a:pt x="0" y="2358"/>
                </a:lnTo>
                <a:lnTo>
                  <a:pt x="0" y="394"/>
                </a:lnTo>
                <a:close/>
              </a:path>
            </a:pathLst>
          </a:custGeom>
          <a:solidFill>
            <a:srgbClr val="9D8B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8" name="contour_09506"/>
          <p:cNvSpPr/>
          <p:nvPr/>
        </p:nvSpPr>
        <p:spPr>
          <a:xfrm>
            <a:off x="7568022" y="6082128"/>
            <a:ext cx="43728" cy="470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19" y="70"/>
                </a:moveTo>
                <a:lnTo>
                  <a:pt x="9320" y="0"/>
                </a:lnTo>
                <a:lnTo>
                  <a:pt x="11513" y="77"/>
                </a:lnTo>
                <a:lnTo>
                  <a:pt x="13608" y="334"/>
                </a:lnTo>
                <a:lnTo>
                  <a:pt x="15732" y="813"/>
                </a:lnTo>
                <a:lnTo>
                  <a:pt x="18000" y="1535"/>
                </a:lnTo>
                <a:lnTo>
                  <a:pt x="19649" y="3722"/>
                </a:lnTo>
                <a:lnTo>
                  <a:pt x="20660" y="5337"/>
                </a:lnTo>
                <a:lnTo>
                  <a:pt x="21208" y="6862"/>
                </a:lnTo>
                <a:lnTo>
                  <a:pt x="21463" y="8778"/>
                </a:lnTo>
                <a:lnTo>
                  <a:pt x="21600" y="11567"/>
                </a:lnTo>
                <a:lnTo>
                  <a:pt x="20185" y="13701"/>
                </a:lnTo>
                <a:lnTo>
                  <a:pt x="18666" y="15617"/>
                </a:lnTo>
                <a:lnTo>
                  <a:pt x="17003" y="17336"/>
                </a:lnTo>
                <a:lnTo>
                  <a:pt x="15163" y="18891"/>
                </a:lnTo>
                <a:lnTo>
                  <a:pt x="13108" y="20302"/>
                </a:lnTo>
                <a:lnTo>
                  <a:pt x="10800" y="21600"/>
                </a:lnTo>
                <a:lnTo>
                  <a:pt x="7798" y="21072"/>
                </a:lnTo>
                <a:lnTo>
                  <a:pt x="5735" y="20634"/>
                </a:lnTo>
                <a:lnTo>
                  <a:pt x="4093" y="20125"/>
                </a:lnTo>
                <a:lnTo>
                  <a:pt x="2354" y="19386"/>
                </a:lnTo>
                <a:lnTo>
                  <a:pt x="0" y="18256"/>
                </a:lnTo>
                <a:lnTo>
                  <a:pt x="367" y="13591"/>
                </a:lnTo>
                <a:lnTo>
                  <a:pt x="702" y="9936"/>
                </a:lnTo>
                <a:lnTo>
                  <a:pt x="1058" y="7140"/>
                </a:lnTo>
                <a:lnTo>
                  <a:pt x="1501" y="5056"/>
                </a:lnTo>
                <a:lnTo>
                  <a:pt x="2081" y="3535"/>
                </a:lnTo>
                <a:lnTo>
                  <a:pt x="2855" y="2425"/>
                </a:lnTo>
                <a:lnTo>
                  <a:pt x="3881" y="1578"/>
                </a:lnTo>
                <a:lnTo>
                  <a:pt x="5216" y="843"/>
                </a:lnTo>
                <a:lnTo>
                  <a:pt x="6919" y="70"/>
                </a:lnTo>
                <a:close/>
              </a:path>
            </a:pathLst>
          </a:custGeom>
          <a:solidFill>
            <a:srgbClr val="E2E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09" name="contour_09507"/>
          <p:cNvSpPr/>
          <p:nvPr/>
        </p:nvSpPr>
        <p:spPr>
          <a:xfrm>
            <a:off x="4222834" y="6049033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50" y="497"/>
                </a:lnTo>
                <a:lnTo>
                  <a:pt x="3480" y="1006"/>
                </a:lnTo>
                <a:lnTo>
                  <a:pt x="5192" y="1541"/>
                </a:lnTo>
                <a:lnTo>
                  <a:pt x="6888" y="2102"/>
                </a:lnTo>
                <a:lnTo>
                  <a:pt x="8567" y="2702"/>
                </a:lnTo>
                <a:lnTo>
                  <a:pt x="10228" y="3348"/>
                </a:lnTo>
                <a:lnTo>
                  <a:pt x="11872" y="4044"/>
                </a:lnTo>
                <a:lnTo>
                  <a:pt x="13500" y="4800"/>
                </a:lnTo>
                <a:lnTo>
                  <a:pt x="14413" y="6658"/>
                </a:lnTo>
                <a:lnTo>
                  <a:pt x="15009" y="7961"/>
                </a:lnTo>
                <a:lnTo>
                  <a:pt x="15420" y="9055"/>
                </a:lnTo>
                <a:lnTo>
                  <a:pt x="15773" y="10286"/>
                </a:lnTo>
                <a:lnTo>
                  <a:pt x="16200" y="12000"/>
                </a:lnTo>
                <a:lnTo>
                  <a:pt x="17898" y="12967"/>
                </a:lnTo>
                <a:lnTo>
                  <a:pt x="19027" y="13538"/>
                </a:lnTo>
                <a:lnTo>
                  <a:pt x="20091" y="13942"/>
                </a:lnTo>
                <a:lnTo>
                  <a:pt x="21600" y="14400"/>
                </a:lnTo>
                <a:lnTo>
                  <a:pt x="21203" y="14928"/>
                </a:lnTo>
                <a:lnTo>
                  <a:pt x="20806" y="15458"/>
                </a:lnTo>
                <a:lnTo>
                  <a:pt x="20258" y="16190"/>
                </a:lnTo>
                <a:lnTo>
                  <a:pt x="19405" y="17326"/>
                </a:lnTo>
                <a:lnTo>
                  <a:pt x="18104" y="19061"/>
                </a:lnTo>
                <a:lnTo>
                  <a:pt x="16200" y="21600"/>
                </a:lnTo>
                <a:lnTo>
                  <a:pt x="15755" y="20599"/>
                </a:lnTo>
                <a:lnTo>
                  <a:pt x="15304" y="19584"/>
                </a:lnTo>
                <a:lnTo>
                  <a:pt x="14639" y="18254"/>
                </a:lnTo>
                <a:lnTo>
                  <a:pt x="13959" y="16961"/>
                </a:lnTo>
                <a:lnTo>
                  <a:pt x="13254" y="15694"/>
                </a:lnTo>
                <a:lnTo>
                  <a:pt x="12501" y="14450"/>
                </a:lnTo>
                <a:lnTo>
                  <a:pt x="11688" y="13222"/>
                </a:lnTo>
                <a:lnTo>
                  <a:pt x="10800" y="12000"/>
                </a:lnTo>
                <a:lnTo>
                  <a:pt x="9407" y="11604"/>
                </a:lnTo>
                <a:lnTo>
                  <a:pt x="8003" y="11206"/>
                </a:lnTo>
                <a:lnTo>
                  <a:pt x="6583" y="10800"/>
                </a:lnTo>
                <a:lnTo>
                  <a:pt x="5300" y="10404"/>
                </a:lnTo>
                <a:lnTo>
                  <a:pt x="4010" y="10006"/>
                </a:lnTo>
                <a:lnTo>
                  <a:pt x="2700" y="9600"/>
                </a:lnTo>
                <a:lnTo>
                  <a:pt x="1993" y="8016"/>
                </a:lnTo>
                <a:lnTo>
                  <a:pt x="1434" y="6463"/>
                </a:lnTo>
                <a:lnTo>
                  <a:pt x="994" y="4910"/>
                </a:lnTo>
                <a:lnTo>
                  <a:pt x="629" y="3334"/>
                </a:lnTo>
                <a:lnTo>
                  <a:pt x="311" y="1706"/>
                </a:lnTo>
                <a:lnTo>
                  <a:pt x="0" y="0"/>
                </a:lnTo>
                <a:close/>
              </a:path>
            </a:pathLst>
          </a:custGeom>
          <a:solidFill>
            <a:srgbClr val="A08A57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0" name="contour_09508"/>
          <p:cNvSpPr/>
          <p:nvPr/>
        </p:nvSpPr>
        <p:spPr>
          <a:xfrm>
            <a:off x="3778266" y="5998017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771" y="250"/>
                </a:lnTo>
                <a:lnTo>
                  <a:pt x="6650" y="543"/>
                </a:lnTo>
                <a:lnTo>
                  <a:pt x="8378" y="926"/>
                </a:lnTo>
                <a:lnTo>
                  <a:pt x="9993" y="1453"/>
                </a:lnTo>
                <a:lnTo>
                  <a:pt x="11524" y="2179"/>
                </a:lnTo>
                <a:lnTo>
                  <a:pt x="13014" y="3151"/>
                </a:lnTo>
                <a:lnTo>
                  <a:pt x="14496" y="4425"/>
                </a:lnTo>
                <a:lnTo>
                  <a:pt x="16011" y="6051"/>
                </a:lnTo>
                <a:lnTo>
                  <a:pt x="16994" y="7582"/>
                </a:lnTo>
                <a:lnTo>
                  <a:pt x="17958" y="9118"/>
                </a:lnTo>
                <a:lnTo>
                  <a:pt x="18897" y="10667"/>
                </a:lnTo>
                <a:lnTo>
                  <a:pt x="19818" y="12235"/>
                </a:lnTo>
                <a:lnTo>
                  <a:pt x="20720" y="13818"/>
                </a:lnTo>
                <a:lnTo>
                  <a:pt x="21600" y="15429"/>
                </a:lnTo>
                <a:lnTo>
                  <a:pt x="20263" y="16447"/>
                </a:lnTo>
                <a:lnTo>
                  <a:pt x="18924" y="17468"/>
                </a:lnTo>
                <a:lnTo>
                  <a:pt x="17580" y="18490"/>
                </a:lnTo>
                <a:lnTo>
                  <a:pt x="16230" y="19520"/>
                </a:lnTo>
                <a:lnTo>
                  <a:pt x="14872" y="20557"/>
                </a:lnTo>
                <a:lnTo>
                  <a:pt x="13500" y="21600"/>
                </a:lnTo>
                <a:lnTo>
                  <a:pt x="12285" y="19934"/>
                </a:lnTo>
                <a:lnTo>
                  <a:pt x="11070" y="18267"/>
                </a:lnTo>
                <a:lnTo>
                  <a:pt x="9852" y="16598"/>
                </a:lnTo>
                <a:lnTo>
                  <a:pt x="8635" y="14926"/>
                </a:lnTo>
                <a:lnTo>
                  <a:pt x="7412" y="13250"/>
                </a:lnTo>
                <a:lnTo>
                  <a:pt x="6188" y="11571"/>
                </a:lnTo>
                <a:lnTo>
                  <a:pt x="4960" y="9890"/>
                </a:lnTo>
                <a:lnTo>
                  <a:pt x="3729" y="8199"/>
                </a:lnTo>
                <a:lnTo>
                  <a:pt x="2492" y="6502"/>
                </a:lnTo>
                <a:lnTo>
                  <a:pt x="1247" y="4798"/>
                </a:lnTo>
                <a:lnTo>
                  <a:pt x="0" y="3086"/>
                </a:lnTo>
                <a:lnTo>
                  <a:pt x="1339" y="1555"/>
                </a:lnTo>
                <a:lnTo>
                  <a:pt x="2700" y="0"/>
                </a:lnTo>
                <a:close/>
              </a:path>
            </a:pathLst>
          </a:custGeom>
          <a:solidFill>
            <a:srgbClr val="B7CDE8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1" name="contour_09509"/>
          <p:cNvSpPr/>
          <p:nvPr/>
        </p:nvSpPr>
        <p:spPr>
          <a:xfrm>
            <a:off x="994254" y="5999453"/>
            <a:ext cx="138472" cy="204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69" y="832"/>
                </a:moveTo>
                <a:lnTo>
                  <a:pt x="18865" y="3005"/>
                </a:lnTo>
                <a:lnTo>
                  <a:pt x="19468" y="5225"/>
                </a:lnTo>
                <a:lnTo>
                  <a:pt x="20072" y="7344"/>
                </a:lnTo>
                <a:lnTo>
                  <a:pt x="20685" y="9502"/>
                </a:lnTo>
                <a:lnTo>
                  <a:pt x="21140" y="11675"/>
                </a:lnTo>
                <a:lnTo>
                  <a:pt x="21600" y="13894"/>
                </a:lnTo>
                <a:lnTo>
                  <a:pt x="21600" y="17716"/>
                </a:lnTo>
                <a:lnTo>
                  <a:pt x="21600" y="21600"/>
                </a:lnTo>
                <a:lnTo>
                  <a:pt x="20809" y="21600"/>
                </a:lnTo>
                <a:lnTo>
                  <a:pt x="20016" y="21600"/>
                </a:lnTo>
                <a:lnTo>
                  <a:pt x="19224" y="21600"/>
                </a:lnTo>
                <a:lnTo>
                  <a:pt x="18432" y="21600"/>
                </a:lnTo>
                <a:lnTo>
                  <a:pt x="17639" y="21600"/>
                </a:lnTo>
                <a:lnTo>
                  <a:pt x="16846" y="21600"/>
                </a:lnTo>
                <a:lnTo>
                  <a:pt x="16052" y="21600"/>
                </a:lnTo>
                <a:lnTo>
                  <a:pt x="15259" y="21600"/>
                </a:lnTo>
                <a:lnTo>
                  <a:pt x="14464" y="21600"/>
                </a:lnTo>
                <a:lnTo>
                  <a:pt x="13669" y="21600"/>
                </a:lnTo>
                <a:lnTo>
                  <a:pt x="12874" y="21600"/>
                </a:lnTo>
                <a:lnTo>
                  <a:pt x="12078" y="21600"/>
                </a:lnTo>
                <a:lnTo>
                  <a:pt x="11280" y="21600"/>
                </a:lnTo>
                <a:lnTo>
                  <a:pt x="10482" y="21600"/>
                </a:lnTo>
                <a:lnTo>
                  <a:pt x="9684" y="21600"/>
                </a:lnTo>
                <a:lnTo>
                  <a:pt x="8883" y="21600"/>
                </a:lnTo>
                <a:lnTo>
                  <a:pt x="8083" y="21600"/>
                </a:lnTo>
                <a:lnTo>
                  <a:pt x="7280" y="21600"/>
                </a:lnTo>
                <a:lnTo>
                  <a:pt x="6477" y="21600"/>
                </a:lnTo>
                <a:lnTo>
                  <a:pt x="5673" y="21600"/>
                </a:lnTo>
                <a:lnTo>
                  <a:pt x="4867" y="21600"/>
                </a:lnTo>
                <a:lnTo>
                  <a:pt x="4060" y="21600"/>
                </a:lnTo>
                <a:lnTo>
                  <a:pt x="3251" y="21600"/>
                </a:lnTo>
                <a:lnTo>
                  <a:pt x="2441" y="21600"/>
                </a:lnTo>
                <a:lnTo>
                  <a:pt x="1629" y="21600"/>
                </a:lnTo>
                <a:lnTo>
                  <a:pt x="815" y="21600"/>
                </a:lnTo>
                <a:lnTo>
                  <a:pt x="0" y="21600"/>
                </a:lnTo>
                <a:lnTo>
                  <a:pt x="0" y="17770"/>
                </a:lnTo>
                <a:lnTo>
                  <a:pt x="0" y="13894"/>
                </a:lnTo>
                <a:lnTo>
                  <a:pt x="655" y="13601"/>
                </a:lnTo>
                <a:lnTo>
                  <a:pt x="1320" y="13308"/>
                </a:lnTo>
                <a:lnTo>
                  <a:pt x="2061" y="12969"/>
                </a:lnTo>
                <a:lnTo>
                  <a:pt x="2802" y="12630"/>
                </a:lnTo>
                <a:lnTo>
                  <a:pt x="3544" y="12283"/>
                </a:lnTo>
                <a:lnTo>
                  <a:pt x="4284" y="11937"/>
                </a:lnTo>
                <a:lnTo>
                  <a:pt x="5025" y="11582"/>
                </a:lnTo>
                <a:lnTo>
                  <a:pt x="5766" y="11235"/>
                </a:lnTo>
                <a:lnTo>
                  <a:pt x="6507" y="10881"/>
                </a:lnTo>
                <a:lnTo>
                  <a:pt x="7247" y="10526"/>
                </a:lnTo>
                <a:lnTo>
                  <a:pt x="7934" y="10218"/>
                </a:lnTo>
                <a:lnTo>
                  <a:pt x="8625" y="9910"/>
                </a:lnTo>
                <a:lnTo>
                  <a:pt x="9326" y="9609"/>
                </a:lnTo>
                <a:lnTo>
                  <a:pt x="9986" y="9286"/>
                </a:lnTo>
                <a:lnTo>
                  <a:pt x="10651" y="8954"/>
                </a:lnTo>
                <a:lnTo>
                  <a:pt x="11324" y="8631"/>
                </a:lnTo>
                <a:lnTo>
                  <a:pt x="11932" y="8346"/>
                </a:lnTo>
                <a:lnTo>
                  <a:pt x="12544" y="8061"/>
                </a:lnTo>
                <a:lnTo>
                  <a:pt x="13163" y="7775"/>
                </a:lnTo>
                <a:lnTo>
                  <a:pt x="13952" y="6612"/>
                </a:lnTo>
                <a:lnTo>
                  <a:pt x="14691" y="4963"/>
                </a:lnTo>
                <a:lnTo>
                  <a:pt x="15399" y="3144"/>
                </a:lnTo>
                <a:lnTo>
                  <a:pt x="16093" y="1487"/>
                </a:lnTo>
                <a:lnTo>
                  <a:pt x="16790" y="331"/>
                </a:lnTo>
                <a:lnTo>
                  <a:pt x="17510" y="0"/>
                </a:lnTo>
                <a:lnTo>
                  <a:pt x="18269" y="832"/>
                </a:lnTo>
                <a:close/>
              </a:path>
            </a:pathLst>
          </a:custGeom>
          <a:solidFill>
            <a:srgbClr val="9FA2A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2" name="contour_09510"/>
          <p:cNvSpPr/>
          <p:nvPr/>
        </p:nvSpPr>
        <p:spPr>
          <a:xfrm>
            <a:off x="5228577" y="599801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12" y="626"/>
                </a:lnTo>
                <a:lnTo>
                  <a:pt x="7523" y="1171"/>
                </a:lnTo>
                <a:lnTo>
                  <a:pt x="10081" y="1702"/>
                </a:lnTo>
                <a:lnTo>
                  <a:pt x="12031" y="2285"/>
                </a:lnTo>
                <a:lnTo>
                  <a:pt x="13522" y="2994"/>
                </a:lnTo>
                <a:lnTo>
                  <a:pt x="14700" y="3892"/>
                </a:lnTo>
                <a:lnTo>
                  <a:pt x="15712" y="5059"/>
                </a:lnTo>
                <a:lnTo>
                  <a:pt x="16706" y="6553"/>
                </a:lnTo>
                <a:lnTo>
                  <a:pt x="17826" y="8454"/>
                </a:lnTo>
                <a:lnTo>
                  <a:pt x="18696" y="11046"/>
                </a:lnTo>
                <a:lnTo>
                  <a:pt x="19508" y="13630"/>
                </a:lnTo>
                <a:lnTo>
                  <a:pt x="20261" y="16239"/>
                </a:lnTo>
                <a:lnTo>
                  <a:pt x="20958" y="18887"/>
                </a:lnTo>
                <a:lnTo>
                  <a:pt x="21600" y="21600"/>
                </a:lnTo>
                <a:lnTo>
                  <a:pt x="19440" y="21600"/>
                </a:lnTo>
                <a:lnTo>
                  <a:pt x="17280" y="21600"/>
                </a:lnTo>
                <a:lnTo>
                  <a:pt x="15120" y="21600"/>
                </a:lnTo>
                <a:lnTo>
                  <a:pt x="12960" y="21600"/>
                </a:lnTo>
                <a:lnTo>
                  <a:pt x="10800" y="21600"/>
                </a:lnTo>
                <a:lnTo>
                  <a:pt x="8640" y="21600"/>
                </a:lnTo>
                <a:lnTo>
                  <a:pt x="6480" y="21600"/>
                </a:lnTo>
                <a:lnTo>
                  <a:pt x="4320" y="21600"/>
                </a:lnTo>
                <a:lnTo>
                  <a:pt x="216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621F1F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3" name="contour_09511"/>
          <p:cNvSpPr/>
          <p:nvPr/>
        </p:nvSpPr>
        <p:spPr>
          <a:xfrm>
            <a:off x="4521641" y="5976153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77" y="243"/>
                </a:lnTo>
                <a:lnTo>
                  <a:pt x="3154" y="502"/>
                </a:lnTo>
                <a:lnTo>
                  <a:pt x="4728" y="778"/>
                </a:lnTo>
                <a:lnTo>
                  <a:pt x="6302" y="1069"/>
                </a:lnTo>
                <a:lnTo>
                  <a:pt x="7877" y="1372"/>
                </a:lnTo>
                <a:lnTo>
                  <a:pt x="9451" y="1685"/>
                </a:lnTo>
                <a:lnTo>
                  <a:pt x="10126" y="1782"/>
                </a:lnTo>
                <a:lnTo>
                  <a:pt x="12163" y="2057"/>
                </a:lnTo>
                <a:lnTo>
                  <a:pt x="13469" y="2360"/>
                </a:lnTo>
                <a:lnTo>
                  <a:pt x="14486" y="2689"/>
                </a:lnTo>
                <a:lnTo>
                  <a:pt x="15557" y="3197"/>
                </a:lnTo>
                <a:lnTo>
                  <a:pt x="17016" y="4045"/>
                </a:lnTo>
                <a:lnTo>
                  <a:pt x="19200" y="5400"/>
                </a:lnTo>
                <a:lnTo>
                  <a:pt x="19675" y="8608"/>
                </a:lnTo>
                <a:lnTo>
                  <a:pt x="20153" y="11826"/>
                </a:lnTo>
                <a:lnTo>
                  <a:pt x="20630" y="15055"/>
                </a:lnTo>
                <a:lnTo>
                  <a:pt x="21113" y="18311"/>
                </a:lnTo>
                <a:lnTo>
                  <a:pt x="21600" y="21600"/>
                </a:lnTo>
                <a:lnTo>
                  <a:pt x="19937" y="21600"/>
                </a:lnTo>
                <a:lnTo>
                  <a:pt x="18271" y="21600"/>
                </a:lnTo>
                <a:lnTo>
                  <a:pt x="16606" y="21600"/>
                </a:lnTo>
                <a:lnTo>
                  <a:pt x="14938" y="21600"/>
                </a:lnTo>
                <a:lnTo>
                  <a:pt x="13262" y="21600"/>
                </a:lnTo>
                <a:lnTo>
                  <a:pt x="11585" y="21600"/>
                </a:lnTo>
                <a:lnTo>
                  <a:pt x="9900" y="21600"/>
                </a:lnTo>
                <a:lnTo>
                  <a:pt x="8208" y="21600"/>
                </a:lnTo>
                <a:lnTo>
                  <a:pt x="6509" y="21600"/>
                </a:lnTo>
                <a:lnTo>
                  <a:pt x="4800" y="21600"/>
                </a:lnTo>
                <a:lnTo>
                  <a:pt x="4800" y="18031"/>
                </a:lnTo>
                <a:lnTo>
                  <a:pt x="4800" y="14440"/>
                </a:lnTo>
                <a:lnTo>
                  <a:pt x="4800" y="10800"/>
                </a:lnTo>
                <a:lnTo>
                  <a:pt x="3214" y="10800"/>
                </a:lnTo>
                <a:lnTo>
                  <a:pt x="1618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0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4" name="contour_09512"/>
          <p:cNvSpPr/>
          <p:nvPr/>
        </p:nvSpPr>
        <p:spPr>
          <a:xfrm>
            <a:off x="4266562" y="5968865"/>
            <a:ext cx="65592" cy="45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013" y="623"/>
                </a:lnTo>
                <a:lnTo>
                  <a:pt x="5602" y="1335"/>
                </a:lnTo>
                <a:lnTo>
                  <a:pt x="7169" y="2134"/>
                </a:lnTo>
                <a:lnTo>
                  <a:pt x="8710" y="3011"/>
                </a:lnTo>
                <a:lnTo>
                  <a:pt x="10229" y="3965"/>
                </a:lnTo>
                <a:lnTo>
                  <a:pt x="11726" y="4987"/>
                </a:lnTo>
                <a:lnTo>
                  <a:pt x="13200" y="6078"/>
                </a:lnTo>
                <a:lnTo>
                  <a:pt x="14652" y="7231"/>
                </a:lnTo>
                <a:lnTo>
                  <a:pt x="16085" y="8439"/>
                </a:lnTo>
                <a:lnTo>
                  <a:pt x="17494" y="9702"/>
                </a:lnTo>
                <a:lnTo>
                  <a:pt x="18883" y="11013"/>
                </a:lnTo>
                <a:lnTo>
                  <a:pt x="20251" y="12369"/>
                </a:lnTo>
                <a:lnTo>
                  <a:pt x="21600" y="13767"/>
                </a:lnTo>
                <a:lnTo>
                  <a:pt x="20585" y="15639"/>
                </a:lnTo>
                <a:lnTo>
                  <a:pt x="19579" y="17270"/>
                </a:lnTo>
                <a:lnTo>
                  <a:pt x="18521" y="18664"/>
                </a:lnTo>
                <a:lnTo>
                  <a:pt x="17352" y="19831"/>
                </a:lnTo>
                <a:lnTo>
                  <a:pt x="16008" y="20764"/>
                </a:lnTo>
                <a:lnTo>
                  <a:pt x="14429" y="21469"/>
                </a:lnTo>
                <a:lnTo>
                  <a:pt x="13133" y="21586"/>
                </a:lnTo>
                <a:lnTo>
                  <a:pt x="12110" y="21600"/>
                </a:lnTo>
                <a:lnTo>
                  <a:pt x="11011" y="21476"/>
                </a:lnTo>
                <a:lnTo>
                  <a:pt x="9490" y="21173"/>
                </a:lnTo>
                <a:lnTo>
                  <a:pt x="7200" y="20650"/>
                </a:lnTo>
                <a:lnTo>
                  <a:pt x="6461" y="18296"/>
                </a:lnTo>
                <a:lnTo>
                  <a:pt x="5966" y="16582"/>
                </a:lnTo>
                <a:lnTo>
                  <a:pt x="5602" y="15013"/>
                </a:lnTo>
                <a:lnTo>
                  <a:pt x="5251" y="13092"/>
                </a:lnTo>
                <a:lnTo>
                  <a:pt x="4800" y="10325"/>
                </a:lnTo>
                <a:lnTo>
                  <a:pt x="3290" y="7919"/>
                </a:lnTo>
                <a:lnTo>
                  <a:pt x="2287" y="6398"/>
                </a:lnTo>
                <a:lnTo>
                  <a:pt x="1342" y="5121"/>
                </a:lnTo>
                <a:lnTo>
                  <a:pt x="0" y="3442"/>
                </a:lnTo>
                <a:lnTo>
                  <a:pt x="1190" y="1735"/>
                </a:lnTo>
                <a:lnTo>
                  <a:pt x="2400" y="0"/>
                </a:lnTo>
                <a:close/>
              </a:path>
            </a:pathLst>
          </a:custGeom>
          <a:solidFill>
            <a:srgbClr val="161513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5" name="contour_09513"/>
          <p:cNvSpPr/>
          <p:nvPr/>
        </p:nvSpPr>
        <p:spPr>
          <a:xfrm>
            <a:off x="4017189" y="5961577"/>
            <a:ext cx="4530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51" y="0"/>
                </a:moveTo>
                <a:lnTo>
                  <a:pt x="16837" y="1087"/>
                </a:lnTo>
                <a:lnTo>
                  <a:pt x="18289" y="1949"/>
                </a:lnTo>
                <a:lnTo>
                  <a:pt x="19658" y="3038"/>
                </a:lnTo>
                <a:lnTo>
                  <a:pt x="21600" y="4800"/>
                </a:lnTo>
                <a:lnTo>
                  <a:pt x="21284" y="6619"/>
                </a:lnTo>
                <a:lnTo>
                  <a:pt x="20860" y="8302"/>
                </a:lnTo>
                <a:lnTo>
                  <a:pt x="20318" y="9864"/>
                </a:lnTo>
                <a:lnTo>
                  <a:pt x="19647" y="11323"/>
                </a:lnTo>
                <a:lnTo>
                  <a:pt x="18838" y="12706"/>
                </a:lnTo>
                <a:lnTo>
                  <a:pt x="17882" y="14023"/>
                </a:lnTo>
                <a:lnTo>
                  <a:pt x="16767" y="15298"/>
                </a:lnTo>
                <a:lnTo>
                  <a:pt x="15485" y="16550"/>
                </a:lnTo>
                <a:lnTo>
                  <a:pt x="14026" y="17798"/>
                </a:lnTo>
                <a:lnTo>
                  <a:pt x="12383" y="19063"/>
                </a:lnTo>
                <a:lnTo>
                  <a:pt x="10538" y="20362"/>
                </a:lnTo>
                <a:lnTo>
                  <a:pt x="9099" y="20966"/>
                </a:lnTo>
                <a:lnTo>
                  <a:pt x="7869" y="21334"/>
                </a:lnTo>
                <a:lnTo>
                  <a:pt x="6382" y="21521"/>
                </a:lnTo>
                <a:lnTo>
                  <a:pt x="4169" y="21590"/>
                </a:lnTo>
                <a:lnTo>
                  <a:pt x="754" y="21600"/>
                </a:lnTo>
                <a:lnTo>
                  <a:pt x="295" y="18475"/>
                </a:lnTo>
                <a:lnTo>
                  <a:pt x="35" y="16178"/>
                </a:lnTo>
                <a:lnTo>
                  <a:pt x="0" y="14501"/>
                </a:lnTo>
                <a:lnTo>
                  <a:pt x="236" y="13243"/>
                </a:lnTo>
                <a:lnTo>
                  <a:pt x="782" y="12197"/>
                </a:lnTo>
                <a:lnTo>
                  <a:pt x="1675" y="11160"/>
                </a:lnTo>
                <a:lnTo>
                  <a:pt x="2953" y="9929"/>
                </a:lnTo>
                <a:lnTo>
                  <a:pt x="4350" y="9026"/>
                </a:lnTo>
                <a:lnTo>
                  <a:pt x="5760" y="8134"/>
                </a:lnTo>
                <a:lnTo>
                  <a:pt x="7185" y="7253"/>
                </a:lnTo>
                <a:lnTo>
                  <a:pt x="8627" y="6384"/>
                </a:lnTo>
                <a:lnTo>
                  <a:pt x="10274" y="5249"/>
                </a:lnTo>
                <a:lnTo>
                  <a:pt x="11632" y="4078"/>
                </a:lnTo>
                <a:lnTo>
                  <a:pt x="12772" y="2834"/>
                </a:lnTo>
                <a:lnTo>
                  <a:pt x="13758" y="1486"/>
                </a:lnTo>
                <a:lnTo>
                  <a:pt x="14651" y="0"/>
                </a:lnTo>
                <a:close/>
              </a:path>
            </a:pathLst>
          </a:custGeom>
          <a:solidFill>
            <a:srgbClr val="52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6" name="contour_09514"/>
          <p:cNvSpPr/>
          <p:nvPr/>
        </p:nvSpPr>
        <p:spPr>
          <a:xfrm>
            <a:off x="1169165" y="5947001"/>
            <a:ext cx="4582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78" y="0"/>
                </a:moveTo>
                <a:lnTo>
                  <a:pt x="18882" y="0"/>
                </a:lnTo>
                <a:lnTo>
                  <a:pt x="20614" y="0"/>
                </a:lnTo>
                <a:lnTo>
                  <a:pt x="20968" y="3013"/>
                </a:lnTo>
                <a:lnTo>
                  <a:pt x="21246" y="5543"/>
                </a:lnTo>
                <a:lnTo>
                  <a:pt x="21452" y="7649"/>
                </a:lnTo>
                <a:lnTo>
                  <a:pt x="21573" y="9392"/>
                </a:lnTo>
                <a:lnTo>
                  <a:pt x="21600" y="10832"/>
                </a:lnTo>
                <a:lnTo>
                  <a:pt x="21531" y="12036"/>
                </a:lnTo>
                <a:lnTo>
                  <a:pt x="21356" y="13059"/>
                </a:lnTo>
                <a:lnTo>
                  <a:pt x="21071" y="13964"/>
                </a:lnTo>
                <a:lnTo>
                  <a:pt x="20666" y="14815"/>
                </a:lnTo>
                <a:lnTo>
                  <a:pt x="20140" y="15671"/>
                </a:lnTo>
                <a:lnTo>
                  <a:pt x="19480" y="16593"/>
                </a:lnTo>
                <a:lnTo>
                  <a:pt x="18683" y="17643"/>
                </a:lnTo>
                <a:lnTo>
                  <a:pt x="17378" y="18537"/>
                </a:lnTo>
                <a:lnTo>
                  <a:pt x="16292" y="19189"/>
                </a:lnTo>
                <a:lnTo>
                  <a:pt x="15017" y="19792"/>
                </a:lnTo>
                <a:lnTo>
                  <a:pt x="13159" y="20531"/>
                </a:lnTo>
                <a:lnTo>
                  <a:pt x="10307" y="21600"/>
                </a:lnTo>
                <a:lnTo>
                  <a:pt x="7579" y="21129"/>
                </a:lnTo>
                <a:lnTo>
                  <a:pt x="5676" y="20781"/>
                </a:lnTo>
                <a:lnTo>
                  <a:pt x="4109" y="20453"/>
                </a:lnTo>
                <a:lnTo>
                  <a:pt x="2384" y="20040"/>
                </a:lnTo>
                <a:lnTo>
                  <a:pt x="0" y="19440"/>
                </a:lnTo>
                <a:lnTo>
                  <a:pt x="1041" y="18224"/>
                </a:lnTo>
                <a:lnTo>
                  <a:pt x="2082" y="17006"/>
                </a:lnTo>
                <a:lnTo>
                  <a:pt x="3126" y="15792"/>
                </a:lnTo>
                <a:lnTo>
                  <a:pt x="4174" y="14576"/>
                </a:lnTo>
                <a:lnTo>
                  <a:pt x="5222" y="13362"/>
                </a:lnTo>
                <a:lnTo>
                  <a:pt x="6274" y="12148"/>
                </a:lnTo>
                <a:lnTo>
                  <a:pt x="7325" y="10934"/>
                </a:lnTo>
                <a:lnTo>
                  <a:pt x="8376" y="9720"/>
                </a:lnTo>
                <a:lnTo>
                  <a:pt x="9166" y="8791"/>
                </a:lnTo>
                <a:lnTo>
                  <a:pt x="9963" y="7856"/>
                </a:lnTo>
                <a:lnTo>
                  <a:pt x="10771" y="6910"/>
                </a:lnTo>
                <a:lnTo>
                  <a:pt x="11918" y="5590"/>
                </a:lnTo>
                <a:lnTo>
                  <a:pt x="13086" y="4253"/>
                </a:lnTo>
                <a:lnTo>
                  <a:pt x="14141" y="3028"/>
                </a:lnTo>
                <a:lnTo>
                  <a:pt x="15210" y="1784"/>
                </a:lnTo>
                <a:lnTo>
                  <a:pt x="16185" y="899"/>
                </a:lnTo>
                <a:lnTo>
                  <a:pt x="17178" y="0"/>
                </a:lnTo>
                <a:close/>
              </a:path>
            </a:pathLst>
          </a:custGeom>
          <a:solidFill>
            <a:srgbClr val="765F34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7" name="contour_09515"/>
          <p:cNvSpPr/>
          <p:nvPr/>
        </p:nvSpPr>
        <p:spPr>
          <a:xfrm>
            <a:off x="4310290" y="5945361"/>
            <a:ext cx="51016" cy="52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673"/>
                </a:moveTo>
                <a:lnTo>
                  <a:pt x="8282" y="224"/>
                </a:lnTo>
                <a:lnTo>
                  <a:pt x="9819" y="0"/>
                </a:lnTo>
                <a:lnTo>
                  <a:pt x="11226" y="0"/>
                </a:lnTo>
                <a:lnTo>
                  <a:pt x="12948" y="224"/>
                </a:lnTo>
                <a:lnTo>
                  <a:pt x="15429" y="673"/>
                </a:lnTo>
                <a:lnTo>
                  <a:pt x="16441" y="2460"/>
                </a:lnTo>
                <a:lnTo>
                  <a:pt x="17357" y="4272"/>
                </a:lnTo>
                <a:lnTo>
                  <a:pt x="18193" y="6108"/>
                </a:lnTo>
                <a:lnTo>
                  <a:pt x="18962" y="7964"/>
                </a:lnTo>
                <a:lnTo>
                  <a:pt x="19675" y="9845"/>
                </a:lnTo>
                <a:lnTo>
                  <a:pt x="20344" y="11746"/>
                </a:lnTo>
                <a:lnTo>
                  <a:pt x="20980" y="13672"/>
                </a:lnTo>
                <a:lnTo>
                  <a:pt x="21600" y="15621"/>
                </a:lnTo>
                <a:lnTo>
                  <a:pt x="19909" y="16685"/>
                </a:lnTo>
                <a:lnTo>
                  <a:pt x="18221" y="17693"/>
                </a:lnTo>
                <a:lnTo>
                  <a:pt x="16521" y="18637"/>
                </a:lnTo>
                <a:lnTo>
                  <a:pt x="14793" y="19510"/>
                </a:lnTo>
                <a:lnTo>
                  <a:pt x="13016" y="20300"/>
                </a:lnTo>
                <a:lnTo>
                  <a:pt x="11176" y="20999"/>
                </a:lnTo>
                <a:lnTo>
                  <a:pt x="9257" y="21600"/>
                </a:lnTo>
                <a:lnTo>
                  <a:pt x="6964" y="20482"/>
                </a:lnTo>
                <a:lnTo>
                  <a:pt x="5314" y="19636"/>
                </a:lnTo>
                <a:lnTo>
                  <a:pt x="4048" y="18891"/>
                </a:lnTo>
                <a:lnTo>
                  <a:pt x="2913" y="18084"/>
                </a:lnTo>
                <a:lnTo>
                  <a:pt x="1651" y="17050"/>
                </a:lnTo>
                <a:lnTo>
                  <a:pt x="0" y="15621"/>
                </a:lnTo>
                <a:lnTo>
                  <a:pt x="2040" y="15621"/>
                </a:lnTo>
                <a:lnTo>
                  <a:pt x="4092" y="15621"/>
                </a:lnTo>
                <a:lnTo>
                  <a:pt x="6171" y="15621"/>
                </a:lnTo>
                <a:lnTo>
                  <a:pt x="6171" y="13507"/>
                </a:lnTo>
                <a:lnTo>
                  <a:pt x="6171" y="11390"/>
                </a:lnTo>
                <a:lnTo>
                  <a:pt x="6171" y="9268"/>
                </a:lnTo>
                <a:lnTo>
                  <a:pt x="6171" y="7136"/>
                </a:lnTo>
                <a:lnTo>
                  <a:pt x="6171" y="4996"/>
                </a:lnTo>
                <a:lnTo>
                  <a:pt x="6171" y="2843"/>
                </a:lnTo>
                <a:lnTo>
                  <a:pt x="6171" y="673"/>
                </a:lnTo>
                <a:close/>
              </a:path>
            </a:pathLst>
          </a:custGeom>
          <a:solidFill>
            <a:srgbClr val="292C30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8" name="contour_09516"/>
          <p:cNvSpPr/>
          <p:nvPr/>
        </p:nvSpPr>
        <p:spPr>
          <a:xfrm>
            <a:off x="1067133" y="5947001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10012" y="381"/>
                </a:lnTo>
                <a:lnTo>
                  <a:pt x="11391" y="710"/>
                </a:lnTo>
                <a:lnTo>
                  <a:pt x="12623" y="1120"/>
                </a:lnTo>
                <a:lnTo>
                  <a:pt x="14094" y="1741"/>
                </a:lnTo>
                <a:lnTo>
                  <a:pt x="16200" y="2700"/>
                </a:lnTo>
                <a:lnTo>
                  <a:pt x="17037" y="4577"/>
                </a:lnTo>
                <a:lnTo>
                  <a:pt x="17634" y="5989"/>
                </a:lnTo>
                <a:lnTo>
                  <a:pt x="18079" y="7201"/>
                </a:lnTo>
                <a:lnTo>
                  <a:pt x="18465" y="8481"/>
                </a:lnTo>
                <a:lnTo>
                  <a:pt x="18878" y="10098"/>
                </a:lnTo>
                <a:lnTo>
                  <a:pt x="19408" y="12317"/>
                </a:lnTo>
                <a:lnTo>
                  <a:pt x="19834" y="14051"/>
                </a:lnTo>
                <a:lnTo>
                  <a:pt x="20266" y="15795"/>
                </a:lnTo>
                <a:lnTo>
                  <a:pt x="20704" y="17561"/>
                </a:lnTo>
                <a:lnTo>
                  <a:pt x="20836" y="18155"/>
                </a:lnTo>
                <a:lnTo>
                  <a:pt x="21068" y="19202"/>
                </a:lnTo>
                <a:lnTo>
                  <a:pt x="21600" y="21600"/>
                </a:lnTo>
                <a:lnTo>
                  <a:pt x="20936" y="21306"/>
                </a:lnTo>
                <a:lnTo>
                  <a:pt x="18932" y="20417"/>
                </a:lnTo>
                <a:lnTo>
                  <a:pt x="17188" y="19680"/>
                </a:lnTo>
                <a:lnTo>
                  <a:pt x="15493" y="18981"/>
                </a:lnTo>
                <a:lnTo>
                  <a:pt x="13832" y="18330"/>
                </a:lnTo>
                <a:lnTo>
                  <a:pt x="12190" y="17739"/>
                </a:lnTo>
                <a:lnTo>
                  <a:pt x="10554" y="17221"/>
                </a:lnTo>
                <a:lnTo>
                  <a:pt x="8905" y="16781"/>
                </a:lnTo>
                <a:lnTo>
                  <a:pt x="7233" y="16435"/>
                </a:lnTo>
                <a:lnTo>
                  <a:pt x="5521" y="16195"/>
                </a:lnTo>
                <a:lnTo>
                  <a:pt x="3756" y="16068"/>
                </a:lnTo>
                <a:lnTo>
                  <a:pt x="1920" y="16065"/>
                </a:lnTo>
                <a:lnTo>
                  <a:pt x="0" y="16200"/>
                </a:lnTo>
                <a:lnTo>
                  <a:pt x="508" y="14191"/>
                </a:lnTo>
                <a:lnTo>
                  <a:pt x="902" y="12766"/>
                </a:lnTo>
                <a:lnTo>
                  <a:pt x="1312" y="11534"/>
                </a:lnTo>
                <a:lnTo>
                  <a:pt x="1868" y="10109"/>
                </a:lnTo>
                <a:lnTo>
                  <a:pt x="2700" y="8100"/>
                </a:lnTo>
                <a:lnTo>
                  <a:pt x="4485" y="8100"/>
                </a:lnTo>
                <a:lnTo>
                  <a:pt x="6280" y="8100"/>
                </a:lnTo>
                <a:lnTo>
                  <a:pt x="8100" y="8100"/>
                </a:lnTo>
                <a:lnTo>
                  <a:pt x="8100" y="6496"/>
                </a:lnTo>
                <a:lnTo>
                  <a:pt x="8100" y="4887"/>
                </a:lnTo>
                <a:lnTo>
                  <a:pt x="8100" y="3272"/>
                </a:lnTo>
                <a:lnTo>
                  <a:pt x="8100" y="1644"/>
                </a:lnTo>
                <a:lnTo>
                  <a:pt x="8100" y="0"/>
                </a:lnTo>
                <a:close/>
              </a:path>
            </a:pathLst>
          </a:custGeom>
          <a:solidFill>
            <a:srgbClr val="9A9790"/>
          </a:solidFill>
          <a:ln>
            <a:noFill/>
          </a:ln>
        </p:spPr>
        <p:txBody>
          <a:bodyPr/>
          <a:lstStyle/>
          <a:p/>
        </p:txBody>
      </p:sp>
      <p:sp>
        <p:nvSpPr>
          <p:cNvPr id="9519" name="contour_09517"/>
          <p:cNvSpPr/>
          <p:nvPr/>
        </p:nvSpPr>
        <p:spPr>
          <a:xfrm>
            <a:off x="7093639" y="5932425"/>
            <a:ext cx="37103" cy="73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72" y="0"/>
                </a:moveTo>
                <a:lnTo>
                  <a:pt x="10976" y="0"/>
                </a:lnTo>
                <a:lnTo>
                  <a:pt x="13114" y="0"/>
                </a:lnTo>
                <a:lnTo>
                  <a:pt x="14078" y="1381"/>
                </a:lnTo>
                <a:lnTo>
                  <a:pt x="14981" y="2753"/>
                </a:lnTo>
                <a:lnTo>
                  <a:pt x="15830" y="4121"/>
                </a:lnTo>
                <a:lnTo>
                  <a:pt x="16640" y="5495"/>
                </a:lnTo>
                <a:lnTo>
                  <a:pt x="17412" y="6885"/>
                </a:lnTo>
                <a:lnTo>
                  <a:pt x="18155" y="8295"/>
                </a:lnTo>
                <a:lnTo>
                  <a:pt x="18842" y="9471"/>
                </a:lnTo>
                <a:lnTo>
                  <a:pt x="19538" y="10661"/>
                </a:lnTo>
                <a:lnTo>
                  <a:pt x="20124" y="11817"/>
                </a:lnTo>
                <a:lnTo>
                  <a:pt x="20522" y="12731"/>
                </a:lnTo>
                <a:lnTo>
                  <a:pt x="20836" y="13714"/>
                </a:lnTo>
                <a:lnTo>
                  <a:pt x="21163" y="15075"/>
                </a:lnTo>
                <a:lnTo>
                  <a:pt x="21600" y="17126"/>
                </a:lnTo>
                <a:lnTo>
                  <a:pt x="19648" y="18708"/>
                </a:lnTo>
                <a:lnTo>
                  <a:pt x="18112" y="19680"/>
                </a:lnTo>
                <a:lnTo>
                  <a:pt x="16203" y="20446"/>
                </a:lnTo>
                <a:lnTo>
                  <a:pt x="13114" y="21407"/>
                </a:lnTo>
                <a:lnTo>
                  <a:pt x="9703" y="21536"/>
                </a:lnTo>
                <a:lnTo>
                  <a:pt x="7336" y="21600"/>
                </a:lnTo>
                <a:lnTo>
                  <a:pt x="5401" y="21600"/>
                </a:lnTo>
                <a:lnTo>
                  <a:pt x="3288" y="21536"/>
                </a:lnTo>
                <a:lnTo>
                  <a:pt x="386" y="21407"/>
                </a:lnTo>
                <a:lnTo>
                  <a:pt x="208" y="19768"/>
                </a:lnTo>
                <a:lnTo>
                  <a:pt x="72" y="18186"/>
                </a:lnTo>
                <a:lnTo>
                  <a:pt x="0" y="16655"/>
                </a:lnTo>
                <a:lnTo>
                  <a:pt x="4" y="15171"/>
                </a:lnTo>
                <a:lnTo>
                  <a:pt x="93" y="13724"/>
                </a:lnTo>
                <a:lnTo>
                  <a:pt x="289" y="12311"/>
                </a:lnTo>
                <a:lnTo>
                  <a:pt x="594" y="10924"/>
                </a:lnTo>
                <a:lnTo>
                  <a:pt x="1035" y="9556"/>
                </a:lnTo>
                <a:lnTo>
                  <a:pt x="1612" y="8203"/>
                </a:lnTo>
                <a:lnTo>
                  <a:pt x="2351" y="6857"/>
                </a:lnTo>
                <a:lnTo>
                  <a:pt x="3258" y="5510"/>
                </a:lnTo>
                <a:lnTo>
                  <a:pt x="4353" y="4157"/>
                </a:lnTo>
                <a:lnTo>
                  <a:pt x="5643" y="2792"/>
                </a:lnTo>
                <a:lnTo>
                  <a:pt x="7145" y="1409"/>
                </a:lnTo>
                <a:lnTo>
                  <a:pt x="8872" y="0"/>
                </a:lnTo>
                <a:close/>
              </a:path>
            </a:pathLst>
          </a:custGeom>
          <a:solidFill>
            <a:srgbClr val="D9DEE8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0" name="contour_09518"/>
          <p:cNvSpPr/>
          <p:nvPr/>
        </p:nvSpPr>
        <p:spPr>
          <a:xfrm>
            <a:off x="3836570" y="5947001"/>
            <a:ext cx="65592" cy="38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272" y="454"/>
                </a:lnTo>
                <a:lnTo>
                  <a:pt x="10901" y="879"/>
                </a:lnTo>
                <a:lnTo>
                  <a:pt x="11626" y="1365"/>
                </a:lnTo>
                <a:lnTo>
                  <a:pt x="12586" y="2013"/>
                </a:lnTo>
                <a:lnTo>
                  <a:pt x="13922" y="2916"/>
                </a:lnTo>
                <a:lnTo>
                  <a:pt x="15775" y="4167"/>
                </a:lnTo>
                <a:lnTo>
                  <a:pt x="18288" y="5864"/>
                </a:lnTo>
                <a:lnTo>
                  <a:pt x="21600" y="8099"/>
                </a:lnTo>
                <a:lnTo>
                  <a:pt x="21257" y="11071"/>
                </a:lnTo>
                <a:lnTo>
                  <a:pt x="20962" y="13193"/>
                </a:lnTo>
                <a:lnTo>
                  <a:pt x="20597" y="15040"/>
                </a:lnTo>
                <a:lnTo>
                  <a:pt x="20047" y="17194"/>
                </a:lnTo>
                <a:lnTo>
                  <a:pt x="19200" y="20247"/>
                </a:lnTo>
                <a:lnTo>
                  <a:pt x="17297" y="20964"/>
                </a:lnTo>
                <a:lnTo>
                  <a:pt x="15907" y="21385"/>
                </a:lnTo>
                <a:lnTo>
                  <a:pt x="14630" y="21580"/>
                </a:lnTo>
                <a:lnTo>
                  <a:pt x="13063" y="21600"/>
                </a:lnTo>
                <a:lnTo>
                  <a:pt x="10800" y="21511"/>
                </a:lnTo>
                <a:lnTo>
                  <a:pt x="9288" y="21499"/>
                </a:lnTo>
                <a:lnTo>
                  <a:pt x="7766" y="21483"/>
                </a:lnTo>
                <a:lnTo>
                  <a:pt x="6226" y="21466"/>
                </a:lnTo>
                <a:lnTo>
                  <a:pt x="3986" y="20697"/>
                </a:lnTo>
                <a:lnTo>
                  <a:pt x="2662" y="19883"/>
                </a:lnTo>
                <a:lnTo>
                  <a:pt x="1733" y="18522"/>
                </a:lnTo>
                <a:lnTo>
                  <a:pt x="674" y="16117"/>
                </a:lnTo>
                <a:lnTo>
                  <a:pt x="506" y="15133"/>
                </a:lnTo>
                <a:lnTo>
                  <a:pt x="0" y="12148"/>
                </a:lnTo>
                <a:lnTo>
                  <a:pt x="1584" y="12148"/>
                </a:lnTo>
                <a:lnTo>
                  <a:pt x="3170" y="12148"/>
                </a:lnTo>
                <a:lnTo>
                  <a:pt x="4764" y="12148"/>
                </a:lnTo>
                <a:lnTo>
                  <a:pt x="6365" y="12148"/>
                </a:lnTo>
                <a:lnTo>
                  <a:pt x="7975" y="12148"/>
                </a:lnTo>
                <a:lnTo>
                  <a:pt x="9600" y="12148"/>
                </a:lnTo>
                <a:lnTo>
                  <a:pt x="9600" y="9743"/>
                </a:lnTo>
                <a:lnTo>
                  <a:pt x="9600" y="7330"/>
                </a:lnTo>
                <a:lnTo>
                  <a:pt x="9600" y="4908"/>
                </a:lnTo>
                <a:lnTo>
                  <a:pt x="9600" y="2466"/>
                </a:lnTo>
                <a:lnTo>
                  <a:pt x="9600" y="0"/>
                </a:lnTo>
                <a:close/>
              </a:path>
            </a:pathLst>
          </a:custGeom>
          <a:solidFill>
            <a:srgbClr val="53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1" name="contour_09519"/>
          <p:cNvSpPr/>
          <p:nvPr/>
        </p:nvSpPr>
        <p:spPr>
          <a:xfrm>
            <a:off x="1205605" y="5910561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396" y="2438"/>
                </a:lnTo>
                <a:lnTo>
                  <a:pt x="21166" y="4635"/>
                </a:lnTo>
                <a:lnTo>
                  <a:pt x="20863" y="6637"/>
                </a:lnTo>
                <a:lnTo>
                  <a:pt x="20436" y="8483"/>
                </a:lnTo>
                <a:lnTo>
                  <a:pt x="19838" y="10223"/>
                </a:lnTo>
                <a:lnTo>
                  <a:pt x="19022" y="11895"/>
                </a:lnTo>
                <a:lnTo>
                  <a:pt x="17938" y="13549"/>
                </a:lnTo>
                <a:lnTo>
                  <a:pt x="16538" y="15225"/>
                </a:lnTo>
                <a:lnTo>
                  <a:pt x="14921" y="16493"/>
                </a:lnTo>
                <a:lnTo>
                  <a:pt x="13411" y="17638"/>
                </a:lnTo>
                <a:lnTo>
                  <a:pt x="11969" y="18650"/>
                </a:lnTo>
                <a:lnTo>
                  <a:pt x="10550" y="19526"/>
                </a:lnTo>
                <a:lnTo>
                  <a:pt x="9115" y="20255"/>
                </a:lnTo>
                <a:lnTo>
                  <a:pt x="7625" y="20835"/>
                </a:lnTo>
                <a:lnTo>
                  <a:pt x="6036" y="21254"/>
                </a:lnTo>
                <a:lnTo>
                  <a:pt x="4308" y="21514"/>
                </a:lnTo>
                <a:lnTo>
                  <a:pt x="2400" y="21600"/>
                </a:lnTo>
                <a:lnTo>
                  <a:pt x="1682" y="19573"/>
                </a:lnTo>
                <a:lnTo>
                  <a:pt x="1294" y="17971"/>
                </a:lnTo>
                <a:lnTo>
                  <a:pt x="900" y="15429"/>
                </a:lnTo>
                <a:lnTo>
                  <a:pt x="629" y="13707"/>
                </a:lnTo>
                <a:lnTo>
                  <a:pt x="355" y="11957"/>
                </a:lnTo>
                <a:lnTo>
                  <a:pt x="178" y="10618"/>
                </a:lnTo>
                <a:lnTo>
                  <a:pt x="0" y="9257"/>
                </a:lnTo>
                <a:lnTo>
                  <a:pt x="1522" y="9421"/>
                </a:lnTo>
                <a:lnTo>
                  <a:pt x="3065" y="9581"/>
                </a:lnTo>
                <a:lnTo>
                  <a:pt x="4714" y="9677"/>
                </a:lnTo>
                <a:lnTo>
                  <a:pt x="6338" y="9748"/>
                </a:lnTo>
                <a:lnTo>
                  <a:pt x="7944" y="9779"/>
                </a:lnTo>
                <a:lnTo>
                  <a:pt x="9545" y="9760"/>
                </a:lnTo>
                <a:lnTo>
                  <a:pt x="11148" y="9674"/>
                </a:lnTo>
                <a:lnTo>
                  <a:pt x="12763" y="9510"/>
                </a:lnTo>
                <a:lnTo>
                  <a:pt x="14400" y="9257"/>
                </a:lnTo>
                <a:lnTo>
                  <a:pt x="15283" y="6961"/>
                </a:lnTo>
                <a:lnTo>
                  <a:pt x="15850" y="5332"/>
                </a:lnTo>
                <a:lnTo>
                  <a:pt x="16214" y="3925"/>
                </a:lnTo>
                <a:lnTo>
                  <a:pt x="16493" y="2296"/>
                </a:lnTo>
                <a:lnTo>
                  <a:pt x="16800" y="0"/>
                </a:lnTo>
                <a:close/>
              </a:path>
            </a:pathLst>
          </a:custGeom>
          <a:solidFill>
            <a:srgbClr val="1B1816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2" name="contour_09520"/>
          <p:cNvSpPr/>
          <p:nvPr/>
        </p:nvSpPr>
        <p:spPr>
          <a:xfrm>
            <a:off x="2174908" y="5881409"/>
            <a:ext cx="43728" cy="50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327" y="1556"/>
                </a:lnTo>
                <a:lnTo>
                  <a:pt x="5062" y="3136"/>
                </a:lnTo>
                <a:lnTo>
                  <a:pt x="6124" y="4667"/>
                </a:lnTo>
                <a:lnTo>
                  <a:pt x="7200" y="6223"/>
                </a:lnTo>
                <a:lnTo>
                  <a:pt x="7996" y="6164"/>
                </a:lnTo>
                <a:lnTo>
                  <a:pt x="9396" y="6064"/>
                </a:lnTo>
                <a:lnTo>
                  <a:pt x="12600" y="5834"/>
                </a:lnTo>
                <a:lnTo>
                  <a:pt x="14386" y="5962"/>
                </a:lnTo>
                <a:lnTo>
                  <a:pt x="16178" y="6092"/>
                </a:lnTo>
                <a:lnTo>
                  <a:pt x="18000" y="6223"/>
                </a:lnTo>
                <a:lnTo>
                  <a:pt x="18983" y="8230"/>
                </a:lnTo>
                <a:lnTo>
                  <a:pt x="19760" y="10259"/>
                </a:lnTo>
                <a:lnTo>
                  <a:pt x="20376" y="12309"/>
                </a:lnTo>
                <a:lnTo>
                  <a:pt x="20862" y="14391"/>
                </a:lnTo>
                <a:lnTo>
                  <a:pt x="21258" y="16510"/>
                </a:lnTo>
                <a:lnTo>
                  <a:pt x="21600" y="18669"/>
                </a:lnTo>
                <a:lnTo>
                  <a:pt x="17273" y="19786"/>
                </a:lnTo>
                <a:lnTo>
                  <a:pt x="13954" y="20611"/>
                </a:lnTo>
                <a:lnTo>
                  <a:pt x="11426" y="21171"/>
                </a:lnTo>
                <a:lnTo>
                  <a:pt x="9475" y="21491"/>
                </a:lnTo>
                <a:lnTo>
                  <a:pt x="7873" y="21600"/>
                </a:lnTo>
                <a:lnTo>
                  <a:pt x="6415" y="21519"/>
                </a:lnTo>
                <a:lnTo>
                  <a:pt x="4874" y="21280"/>
                </a:lnTo>
                <a:lnTo>
                  <a:pt x="3038" y="20906"/>
                </a:lnTo>
                <a:lnTo>
                  <a:pt x="1530" y="19795"/>
                </a:lnTo>
                <a:lnTo>
                  <a:pt x="0" y="18669"/>
                </a:lnTo>
                <a:lnTo>
                  <a:pt x="50" y="16488"/>
                </a:lnTo>
                <a:lnTo>
                  <a:pt x="148" y="14901"/>
                </a:lnTo>
                <a:lnTo>
                  <a:pt x="353" y="13451"/>
                </a:lnTo>
                <a:lnTo>
                  <a:pt x="731" y="11684"/>
                </a:lnTo>
                <a:lnTo>
                  <a:pt x="1350" y="9142"/>
                </a:lnTo>
                <a:lnTo>
                  <a:pt x="1750" y="7433"/>
                </a:lnTo>
                <a:lnTo>
                  <a:pt x="2153" y="5716"/>
                </a:lnTo>
                <a:lnTo>
                  <a:pt x="2560" y="3973"/>
                </a:lnTo>
                <a:lnTo>
                  <a:pt x="3074" y="2001"/>
                </a:lnTo>
                <a:lnTo>
                  <a:pt x="3600" y="0"/>
                </a:lnTo>
                <a:close/>
              </a:path>
            </a:pathLst>
          </a:custGeom>
          <a:solidFill>
            <a:srgbClr val="C0C7CE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3" name="contour_09521"/>
          <p:cNvSpPr/>
          <p:nvPr/>
        </p:nvSpPr>
        <p:spPr>
          <a:xfrm>
            <a:off x="1728650" y="5859545"/>
            <a:ext cx="3253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3" y="0"/>
                </a:moveTo>
                <a:lnTo>
                  <a:pt x="4694" y="52"/>
                </a:lnTo>
                <a:lnTo>
                  <a:pt x="8056" y="213"/>
                </a:lnTo>
                <a:lnTo>
                  <a:pt x="11265" y="534"/>
                </a:lnTo>
                <a:lnTo>
                  <a:pt x="14371" y="1080"/>
                </a:lnTo>
                <a:lnTo>
                  <a:pt x="17424" y="1910"/>
                </a:lnTo>
                <a:lnTo>
                  <a:pt x="20477" y="3086"/>
                </a:lnTo>
                <a:lnTo>
                  <a:pt x="21005" y="5162"/>
                </a:lnTo>
                <a:lnTo>
                  <a:pt x="21353" y="7221"/>
                </a:lnTo>
                <a:lnTo>
                  <a:pt x="21547" y="9266"/>
                </a:lnTo>
                <a:lnTo>
                  <a:pt x="21600" y="11306"/>
                </a:lnTo>
                <a:lnTo>
                  <a:pt x="21537" y="13346"/>
                </a:lnTo>
                <a:lnTo>
                  <a:pt x="21373" y="15388"/>
                </a:lnTo>
                <a:lnTo>
                  <a:pt x="21131" y="17444"/>
                </a:lnTo>
                <a:lnTo>
                  <a:pt x="20826" y="19511"/>
                </a:lnTo>
                <a:lnTo>
                  <a:pt x="20477" y="21600"/>
                </a:lnTo>
                <a:lnTo>
                  <a:pt x="16906" y="21548"/>
                </a:lnTo>
                <a:lnTo>
                  <a:pt x="13544" y="21387"/>
                </a:lnTo>
                <a:lnTo>
                  <a:pt x="10335" y="21066"/>
                </a:lnTo>
                <a:lnTo>
                  <a:pt x="7229" y="20520"/>
                </a:lnTo>
                <a:lnTo>
                  <a:pt x="4176" y="19690"/>
                </a:lnTo>
                <a:lnTo>
                  <a:pt x="1123" y="18514"/>
                </a:lnTo>
                <a:lnTo>
                  <a:pt x="595" y="16438"/>
                </a:lnTo>
                <a:lnTo>
                  <a:pt x="247" y="14379"/>
                </a:lnTo>
                <a:lnTo>
                  <a:pt x="53" y="12334"/>
                </a:lnTo>
                <a:lnTo>
                  <a:pt x="0" y="10294"/>
                </a:lnTo>
                <a:lnTo>
                  <a:pt x="63" y="8254"/>
                </a:lnTo>
                <a:lnTo>
                  <a:pt x="227" y="6212"/>
                </a:lnTo>
                <a:lnTo>
                  <a:pt x="469" y="4156"/>
                </a:lnTo>
                <a:lnTo>
                  <a:pt x="774" y="2089"/>
                </a:lnTo>
                <a:lnTo>
                  <a:pt x="1123" y="0"/>
                </a:lnTo>
                <a:close/>
              </a:path>
            </a:pathLst>
          </a:custGeom>
          <a:solidFill>
            <a:srgbClr val="C8CACC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4" name="contour_09522"/>
          <p:cNvSpPr/>
          <p:nvPr/>
        </p:nvSpPr>
        <p:spPr>
          <a:xfrm>
            <a:off x="1183741" y="5864698"/>
            <a:ext cx="43728" cy="40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33"/>
                </a:moveTo>
                <a:lnTo>
                  <a:pt x="2646" y="684"/>
                </a:lnTo>
                <a:lnTo>
                  <a:pt x="5231" y="317"/>
                </a:lnTo>
                <a:lnTo>
                  <a:pt x="7772" y="77"/>
                </a:lnTo>
                <a:lnTo>
                  <a:pt x="10300" y="0"/>
                </a:lnTo>
                <a:lnTo>
                  <a:pt x="12830" y="124"/>
                </a:lnTo>
                <a:lnTo>
                  <a:pt x="15390" y="487"/>
                </a:lnTo>
                <a:lnTo>
                  <a:pt x="18000" y="1133"/>
                </a:lnTo>
                <a:lnTo>
                  <a:pt x="18979" y="3476"/>
                </a:lnTo>
                <a:lnTo>
                  <a:pt x="19750" y="5820"/>
                </a:lnTo>
                <a:lnTo>
                  <a:pt x="20347" y="8174"/>
                </a:lnTo>
                <a:lnTo>
                  <a:pt x="20794" y="10549"/>
                </a:lnTo>
                <a:lnTo>
                  <a:pt x="21114" y="12958"/>
                </a:lnTo>
                <a:lnTo>
                  <a:pt x="21341" y="15405"/>
                </a:lnTo>
                <a:lnTo>
                  <a:pt x="21492" y="17903"/>
                </a:lnTo>
                <a:lnTo>
                  <a:pt x="21600" y="20467"/>
                </a:lnTo>
                <a:lnTo>
                  <a:pt x="18954" y="20916"/>
                </a:lnTo>
                <a:lnTo>
                  <a:pt x="16369" y="21283"/>
                </a:lnTo>
                <a:lnTo>
                  <a:pt x="13828" y="21523"/>
                </a:lnTo>
                <a:lnTo>
                  <a:pt x="11300" y="21600"/>
                </a:lnTo>
                <a:lnTo>
                  <a:pt x="8770" y="21476"/>
                </a:lnTo>
                <a:lnTo>
                  <a:pt x="6210" y="21113"/>
                </a:lnTo>
                <a:lnTo>
                  <a:pt x="3600" y="20467"/>
                </a:lnTo>
                <a:lnTo>
                  <a:pt x="2621" y="18124"/>
                </a:lnTo>
                <a:lnTo>
                  <a:pt x="1850" y="15780"/>
                </a:lnTo>
                <a:lnTo>
                  <a:pt x="1253" y="13426"/>
                </a:lnTo>
                <a:lnTo>
                  <a:pt x="806" y="11051"/>
                </a:lnTo>
                <a:lnTo>
                  <a:pt x="486" y="8642"/>
                </a:lnTo>
                <a:lnTo>
                  <a:pt x="259" y="6195"/>
                </a:lnTo>
                <a:lnTo>
                  <a:pt x="108" y="3697"/>
                </a:lnTo>
                <a:lnTo>
                  <a:pt x="0" y="1133"/>
                </a:lnTo>
                <a:close/>
              </a:path>
            </a:pathLst>
          </a:custGeom>
          <a:solidFill>
            <a:srgbClr val="9FA5AB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5" name="contour_09523"/>
          <p:cNvSpPr/>
          <p:nvPr/>
        </p:nvSpPr>
        <p:spPr>
          <a:xfrm>
            <a:off x="2247788" y="5808529"/>
            <a:ext cx="51016" cy="66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8" y="0"/>
                </a:lnTo>
                <a:lnTo>
                  <a:pt x="12343" y="0"/>
                </a:lnTo>
                <a:lnTo>
                  <a:pt x="13108" y="1470"/>
                </a:lnTo>
                <a:lnTo>
                  <a:pt x="13651" y="2560"/>
                </a:lnTo>
                <a:lnTo>
                  <a:pt x="14120" y="3598"/>
                </a:lnTo>
                <a:lnTo>
                  <a:pt x="14663" y="4911"/>
                </a:lnTo>
                <a:lnTo>
                  <a:pt x="15429" y="6827"/>
                </a:lnTo>
                <a:lnTo>
                  <a:pt x="16070" y="8413"/>
                </a:lnTo>
                <a:lnTo>
                  <a:pt x="16725" y="9974"/>
                </a:lnTo>
                <a:lnTo>
                  <a:pt x="17403" y="11515"/>
                </a:lnTo>
                <a:lnTo>
                  <a:pt x="18116" y="13039"/>
                </a:lnTo>
                <a:lnTo>
                  <a:pt x="18881" y="14545"/>
                </a:lnTo>
                <a:lnTo>
                  <a:pt x="19708" y="16041"/>
                </a:lnTo>
                <a:lnTo>
                  <a:pt x="20609" y="17523"/>
                </a:lnTo>
                <a:lnTo>
                  <a:pt x="21600" y="18997"/>
                </a:lnTo>
                <a:lnTo>
                  <a:pt x="19681" y="19838"/>
                </a:lnTo>
                <a:lnTo>
                  <a:pt x="17835" y="20501"/>
                </a:lnTo>
                <a:lnTo>
                  <a:pt x="16024" y="20997"/>
                </a:lnTo>
                <a:lnTo>
                  <a:pt x="14210" y="21339"/>
                </a:lnTo>
                <a:lnTo>
                  <a:pt x="12358" y="21536"/>
                </a:lnTo>
                <a:lnTo>
                  <a:pt x="10424" y="21600"/>
                </a:lnTo>
                <a:lnTo>
                  <a:pt x="8375" y="21541"/>
                </a:lnTo>
                <a:lnTo>
                  <a:pt x="6171" y="21372"/>
                </a:lnTo>
                <a:lnTo>
                  <a:pt x="3907" y="20213"/>
                </a:lnTo>
                <a:lnTo>
                  <a:pt x="2506" y="19332"/>
                </a:lnTo>
                <a:lnTo>
                  <a:pt x="1398" y="18285"/>
                </a:lnTo>
                <a:lnTo>
                  <a:pt x="0" y="16623"/>
                </a:lnTo>
                <a:lnTo>
                  <a:pt x="395" y="14713"/>
                </a:lnTo>
                <a:lnTo>
                  <a:pt x="753" y="13388"/>
                </a:lnTo>
                <a:lnTo>
                  <a:pt x="1222" y="12306"/>
                </a:lnTo>
                <a:lnTo>
                  <a:pt x="1950" y="11123"/>
                </a:lnTo>
                <a:lnTo>
                  <a:pt x="3086" y="9499"/>
                </a:lnTo>
                <a:lnTo>
                  <a:pt x="5125" y="9499"/>
                </a:lnTo>
                <a:lnTo>
                  <a:pt x="7177" y="9499"/>
                </a:lnTo>
                <a:lnTo>
                  <a:pt x="9257" y="9499"/>
                </a:lnTo>
                <a:lnTo>
                  <a:pt x="9257" y="7931"/>
                </a:lnTo>
                <a:lnTo>
                  <a:pt x="9257" y="6362"/>
                </a:lnTo>
                <a:lnTo>
                  <a:pt x="9257" y="4785"/>
                </a:lnTo>
                <a:lnTo>
                  <a:pt x="9257" y="3201"/>
                </a:lnTo>
                <a:lnTo>
                  <a:pt x="9257" y="1608"/>
                </a:lnTo>
                <a:lnTo>
                  <a:pt x="9257" y="0"/>
                </a:lnTo>
                <a:close/>
              </a:path>
            </a:pathLst>
          </a:custGeom>
          <a:solidFill>
            <a:srgbClr val="A69064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6" name="contour_09524"/>
          <p:cNvSpPr/>
          <p:nvPr/>
        </p:nvSpPr>
        <p:spPr>
          <a:xfrm>
            <a:off x="761038" y="5830393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634"/>
                </a:lnTo>
                <a:lnTo>
                  <a:pt x="7236" y="1145"/>
                </a:lnTo>
                <a:lnTo>
                  <a:pt x="9644" y="1591"/>
                </a:lnTo>
                <a:lnTo>
                  <a:pt x="11524" y="2028"/>
                </a:lnTo>
                <a:lnTo>
                  <a:pt x="13090" y="2510"/>
                </a:lnTo>
                <a:lnTo>
                  <a:pt x="14551" y="3096"/>
                </a:lnTo>
                <a:lnTo>
                  <a:pt x="16117" y="3840"/>
                </a:lnTo>
                <a:lnTo>
                  <a:pt x="18000" y="4800"/>
                </a:lnTo>
                <a:lnTo>
                  <a:pt x="18760" y="6463"/>
                </a:lnTo>
                <a:lnTo>
                  <a:pt x="19400" y="8122"/>
                </a:lnTo>
                <a:lnTo>
                  <a:pt x="19933" y="9780"/>
                </a:lnTo>
                <a:lnTo>
                  <a:pt x="20372" y="11438"/>
                </a:lnTo>
                <a:lnTo>
                  <a:pt x="20729" y="13099"/>
                </a:lnTo>
                <a:lnTo>
                  <a:pt x="21010" y="14772"/>
                </a:lnTo>
                <a:lnTo>
                  <a:pt x="21226" y="16452"/>
                </a:lnTo>
                <a:lnTo>
                  <a:pt x="21391" y="18149"/>
                </a:lnTo>
                <a:lnTo>
                  <a:pt x="21510" y="19865"/>
                </a:lnTo>
                <a:lnTo>
                  <a:pt x="21600" y="21600"/>
                </a:lnTo>
                <a:lnTo>
                  <a:pt x="20412" y="20412"/>
                </a:lnTo>
                <a:lnTo>
                  <a:pt x="19220" y="19222"/>
                </a:lnTo>
                <a:lnTo>
                  <a:pt x="18025" y="18026"/>
                </a:lnTo>
                <a:lnTo>
                  <a:pt x="16826" y="16826"/>
                </a:lnTo>
                <a:lnTo>
                  <a:pt x="15617" y="15619"/>
                </a:lnTo>
                <a:lnTo>
                  <a:pt x="14400" y="14400"/>
                </a:lnTo>
                <a:lnTo>
                  <a:pt x="12618" y="15588"/>
                </a:lnTo>
                <a:lnTo>
                  <a:pt x="10825" y="16781"/>
                </a:lnTo>
                <a:lnTo>
                  <a:pt x="9025" y="17983"/>
                </a:lnTo>
                <a:lnTo>
                  <a:pt x="7200" y="19200"/>
                </a:lnTo>
                <a:lnTo>
                  <a:pt x="6606" y="17616"/>
                </a:lnTo>
                <a:lnTo>
                  <a:pt x="6012" y="16032"/>
                </a:lnTo>
                <a:lnTo>
                  <a:pt x="5418" y="14446"/>
                </a:lnTo>
                <a:lnTo>
                  <a:pt x="4820" y="12857"/>
                </a:lnTo>
                <a:lnTo>
                  <a:pt x="4226" y="11266"/>
                </a:lnTo>
                <a:lnTo>
                  <a:pt x="3625" y="9672"/>
                </a:lnTo>
                <a:lnTo>
                  <a:pt x="3028" y="8074"/>
                </a:lnTo>
                <a:lnTo>
                  <a:pt x="2426" y="6470"/>
                </a:lnTo>
                <a:lnTo>
                  <a:pt x="1825" y="4862"/>
                </a:lnTo>
                <a:lnTo>
                  <a:pt x="1217" y="3250"/>
                </a:lnTo>
                <a:lnTo>
                  <a:pt x="612" y="1627"/>
                </a:lnTo>
                <a:lnTo>
                  <a:pt x="0" y="0"/>
                </a:lnTo>
                <a:close/>
              </a:path>
            </a:pathLst>
          </a:custGeom>
          <a:solidFill>
            <a:srgbClr val="1C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7" name="contour_09525"/>
          <p:cNvSpPr/>
          <p:nvPr/>
        </p:nvSpPr>
        <p:spPr>
          <a:xfrm>
            <a:off x="2021860" y="5779377"/>
            <a:ext cx="874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98" y="420"/>
                </a:lnTo>
                <a:lnTo>
                  <a:pt x="2509" y="864"/>
                </a:lnTo>
                <a:lnTo>
                  <a:pt x="3649" y="1358"/>
                </a:lnTo>
                <a:lnTo>
                  <a:pt x="4730" y="1919"/>
                </a:lnTo>
                <a:lnTo>
                  <a:pt x="5767" y="2570"/>
                </a:lnTo>
                <a:lnTo>
                  <a:pt x="6775" y="3333"/>
                </a:lnTo>
                <a:lnTo>
                  <a:pt x="7767" y="4224"/>
                </a:lnTo>
                <a:lnTo>
                  <a:pt x="8761" y="5273"/>
                </a:lnTo>
                <a:lnTo>
                  <a:pt x="9765" y="6492"/>
                </a:lnTo>
                <a:lnTo>
                  <a:pt x="10800" y="7906"/>
                </a:lnTo>
                <a:lnTo>
                  <a:pt x="11873" y="9347"/>
                </a:lnTo>
                <a:lnTo>
                  <a:pt x="12870" y="10522"/>
                </a:lnTo>
                <a:lnTo>
                  <a:pt x="13838" y="11442"/>
                </a:lnTo>
                <a:lnTo>
                  <a:pt x="14832" y="12127"/>
                </a:lnTo>
                <a:lnTo>
                  <a:pt x="15898" y="12593"/>
                </a:lnTo>
                <a:lnTo>
                  <a:pt x="17087" y="12852"/>
                </a:lnTo>
                <a:lnTo>
                  <a:pt x="18450" y="12923"/>
                </a:lnTo>
                <a:lnTo>
                  <a:pt x="18913" y="12837"/>
                </a:lnTo>
                <a:lnTo>
                  <a:pt x="19730" y="12688"/>
                </a:lnTo>
                <a:lnTo>
                  <a:pt x="21600" y="12343"/>
                </a:lnTo>
                <a:lnTo>
                  <a:pt x="21244" y="14176"/>
                </a:lnTo>
                <a:lnTo>
                  <a:pt x="20885" y="16015"/>
                </a:lnTo>
                <a:lnTo>
                  <a:pt x="20527" y="17860"/>
                </a:lnTo>
                <a:lnTo>
                  <a:pt x="20165" y="19721"/>
                </a:lnTo>
                <a:lnTo>
                  <a:pt x="19800" y="21600"/>
                </a:lnTo>
                <a:lnTo>
                  <a:pt x="18520" y="21205"/>
                </a:lnTo>
                <a:lnTo>
                  <a:pt x="17276" y="20733"/>
                </a:lnTo>
                <a:lnTo>
                  <a:pt x="16067" y="20190"/>
                </a:lnTo>
                <a:lnTo>
                  <a:pt x="14886" y="19579"/>
                </a:lnTo>
                <a:lnTo>
                  <a:pt x="13727" y="18900"/>
                </a:lnTo>
                <a:lnTo>
                  <a:pt x="12587" y="18159"/>
                </a:lnTo>
                <a:lnTo>
                  <a:pt x="11461" y="17357"/>
                </a:lnTo>
                <a:lnTo>
                  <a:pt x="10341" y="16496"/>
                </a:lnTo>
                <a:lnTo>
                  <a:pt x="9227" y="15580"/>
                </a:lnTo>
                <a:lnTo>
                  <a:pt x="8109" y="14614"/>
                </a:lnTo>
                <a:lnTo>
                  <a:pt x="6986" y="13596"/>
                </a:lnTo>
                <a:lnTo>
                  <a:pt x="5850" y="12534"/>
                </a:lnTo>
                <a:lnTo>
                  <a:pt x="4990" y="11747"/>
                </a:lnTo>
                <a:lnTo>
                  <a:pt x="4117" y="10948"/>
                </a:lnTo>
                <a:lnTo>
                  <a:pt x="3145" y="9982"/>
                </a:lnTo>
                <a:lnTo>
                  <a:pt x="2392" y="9165"/>
                </a:lnTo>
                <a:lnTo>
                  <a:pt x="1472" y="804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C4ADC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8" name="contour_09526"/>
          <p:cNvSpPr/>
          <p:nvPr/>
        </p:nvSpPr>
        <p:spPr>
          <a:xfrm>
            <a:off x="3938602" y="5763650"/>
            <a:ext cx="51016" cy="52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477"/>
                </a:moveTo>
                <a:lnTo>
                  <a:pt x="8356" y="160"/>
                </a:lnTo>
                <a:lnTo>
                  <a:pt x="9933" y="0"/>
                </a:lnTo>
                <a:lnTo>
                  <a:pt x="11340" y="0"/>
                </a:lnTo>
                <a:lnTo>
                  <a:pt x="13022" y="160"/>
                </a:lnTo>
                <a:lnTo>
                  <a:pt x="15429" y="477"/>
                </a:lnTo>
                <a:lnTo>
                  <a:pt x="16283" y="2296"/>
                </a:lnTo>
                <a:lnTo>
                  <a:pt x="17008" y="4004"/>
                </a:lnTo>
                <a:lnTo>
                  <a:pt x="17632" y="5670"/>
                </a:lnTo>
                <a:lnTo>
                  <a:pt x="18172" y="7357"/>
                </a:lnTo>
                <a:lnTo>
                  <a:pt x="18650" y="9125"/>
                </a:lnTo>
                <a:lnTo>
                  <a:pt x="19094" y="11038"/>
                </a:lnTo>
                <a:lnTo>
                  <a:pt x="19474" y="12553"/>
                </a:lnTo>
                <a:lnTo>
                  <a:pt x="19860" y="14092"/>
                </a:lnTo>
                <a:lnTo>
                  <a:pt x="20313" y="15963"/>
                </a:lnTo>
                <a:lnTo>
                  <a:pt x="20755" y="17840"/>
                </a:lnTo>
                <a:lnTo>
                  <a:pt x="21180" y="19720"/>
                </a:lnTo>
                <a:lnTo>
                  <a:pt x="21600" y="21600"/>
                </a:lnTo>
                <a:lnTo>
                  <a:pt x="19560" y="21600"/>
                </a:lnTo>
                <a:lnTo>
                  <a:pt x="17508" y="21600"/>
                </a:lnTo>
                <a:lnTo>
                  <a:pt x="15429" y="21600"/>
                </a:lnTo>
                <a:lnTo>
                  <a:pt x="14478" y="19355"/>
                </a:lnTo>
                <a:lnTo>
                  <a:pt x="13843" y="17762"/>
                </a:lnTo>
                <a:lnTo>
                  <a:pt x="13373" y="16386"/>
                </a:lnTo>
                <a:lnTo>
                  <a:pt x="12923" y="14792"/>
                </a:lnTo>
                <a:lnTo>
                  <a:pt x="12343" y="12547"/>
                </a:lnTo>
                <a:lnTo>
                  <a:pt x="11889" y="13211"/>
                </a:lnTo>
                <a:lnTo>
                  <a:pt x="11436" y="13878"/>
                </a:lnTo>
                <a:lnTo>
                  <a:pt x="10809" y="14798"/>
                </a:lnTo>
                <a:lnTo>
                  <a:pt x="9834" y="16226"/>
                </a:lnTo>
                <a:lnTo>
                  <a:pt x="8347" y="18407"/>
                </a:lnTo>
                <a:lnTo>
                  <a:pt x="6171" y="21600"/>
                </a:lnTo>
                <a:lnTo>
                  <a:pt x="5406" y="19732"/>
                </a:lnTo>
                <a:lnTo>
                  <a:pt x="4644" y="17864"/>
                </a:lnTo>
                <a:lnTo>
                  <a:pt x="3876" y="15990"/>
                </a:lnTo>
                <a:lnTo>
                  <a:pt x="3110" y="14113"/>
                </a:lnTo>
                <a:lnTo>
                  <a:pt x="2339" y="12227"/>
                </a:lnTo>
                <a:lnTo>
                  <a:pt x="1564" y="10332"/>
                </a:lnTo>
                <a:lnTo>
                  <a:pt x="784" y="8428"/>
                </a:lnTo>
                <a:lnTo>
                  <a:pt x="0" y="6512"/>
                </a:lnTo>
                <a:lnTo>
                  <a:pt x="2040" y="6512"/>
                </a:lnTo>
                <a:lnTo>
                  <a:pt x="4092" y="6512"/>
                </a:lnTo>
                <a:lnTo>
                  <a:pt x="6171" y="6512"/>
                </a:lnTo>
                <a:lnTo>
                  <a:pt x="6171" y="4517"/>
                </a:lnTo>
                <a:lnTo>
                  <a:pt x="6171" y="2511"/>
                </a:lnTo>
                <a:lnTo>
                  <a:pt x="6171" y="477"/>
                </a:lnTo>
                <a:close/>
              </a:path>
            </a:pathLst>
          </a:custGeom>
          <a:solidFill>
            <a:srgbClr val="423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9529" name="contour_09527"/>
          <p:cNvSpPr/>
          <p:nvPr/>
        </p:nvSpPr>
        <p:spPr>
          <a:xfrm>
            <a:off x="3574203" y="5721073"/>
            <a:ext cx="4461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28" y="0"/>
                </a:moveTo>
                <a:lnTo>
                  <a:pt x="5860" y="0"/>
                </a:lnTo>
                <a:lnTo>
                  <a:pt x="8207" y="0"/>
                </a:lnTo>
                <a:lnTo>
                  <a:pt x="10585" y="0"/>
                </a:lnTo>
                <a:lnTo>
                  <a:pt x="12187" y="1239"/>
                </a:lnTo>
                <a:lnTo>
                  <a:pt x="13658" y="2488"/>
                </a:lnTo>
                <a:lnTo>
                  <a:pt x="15006" y="3747"/>
                </a:lnTo>
                <a:lnTo>
                  <a:pt x="16226" y="5015"/>
                </a:lnTo>
                <a:lnTo>
                  <a:pt x="17324" y="6297"/>
                </a:lnTo>
                <a:lnTo>
                  <a:pt x="18290" y="7593"/>
                </a:lnTo>
                <a:lnTo>
                  <a:pt x="19137" y="8905"/>
                </a:lnTo>
                <a:lnTo>
                  <a:pt x="19857" y="10233"/>
                </a:lnTo>
                <a:lnTo>
                  <a:pt x="20453" y="11576"/>
                </a:lnTo>
                <a:lnTo>
                  <a:pt x="20926" y="12940"/>
                </a:lnTo>
                <a:lnTo>
                  <a:pt x="21272" y="14325"/>
                </a:lnTo>
                <a:lnTo>
                  <a:pt x="21498" y="15731"/>
                </a:lnTo>
                <a:lnTo>
                  <a:pt x="21600" y="17160"/>
                </a:lnTo>
                <a:lnTo>
                  <a:pt x="21579" y="18615"/>
                </a:lnTo>
                <a:lnTo>
                  <a:pt x="21434" y="20094"/>
                </a:lnTo>
                <a:lnTo>
                  <a:pt x="21170" y="21600"/>
                </a:lnTo>
                <a:lnTo>
                  <a:pt x="19554" y="20571"/>
                </a:lnTo>
                <a:lnTo>
                  <a:pt x="17941" y="19536"/>
                </a:lnTo>
                <a:lnTo>
                  <a:pt x="16346" y="18492"/>
                </a:lnTo>
                <a:lnTo>
                  <a:pt x="14769" y="17439"/>
                </a:lnTo>
                <a:lnTo>
                  <a:pt x="13227" y="16375"/>
                </a:lnTo>
                <a:lnTo>
                  <a:pt x="11721" y="15297"/>
                </a:lnTo>
                <a:lnTo>
                  <a:pt x="10264" y="14203"/>
                </a:lnTo>
                <a:lnTo>
                  <a:pt x="8859" y="13090"/>
                </a:lnTo>
                <a:lnTo>
                  <a:pt x="7515" y="11959"/>
                </a:lnTo>
                <a:lnTo>
                  <a:pt x="6245" y="10806"/>
                </a:lnTo>
                <a:lnTo>
                  <a:pt x="5052" y="9630"/>
                </a:lnTo>
                <a:lnTo>
                  <a:pt x="3948" y="8426"/>
                </a:lnTo>
                <a:lnTo>
                  <a:pt x="2936" y="7197"/>
                </a:lnTo>
                <a:lnTo>
                  <a:pt x="2029" y="5938"/>
                </a:lnTo>
                <a:lnTo>
                  <a:pt x="1231" y="4648"/>
                </a:lnTo>
                <a:lnTo>
                  <a:pt x="550" y="3322"/>
                </a:lnTo>
                <a:lnTo>
                  <a:pt x="0" y="1964"/>
                </a:lnTo>
                <a:lnTo>
                  <a:pt x="1750" y="990"/>
                </a:lnTo>
                <a:lnTo>
                  <a:pt x="3528" y="0"/>
                </a:lnTo>
                <a:close/>
              </a:path>
            </a:pathLst>
          </a:custGeom>
          <a:solidFill>
            <a:srgbClr val="B2CA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0" name="contour_09528"/>
          <p:cNvSpPr/>
          <p:nvPr/>
        </p:nvSpPr>
        <p:spPr>
          <a:xfrm>
            <a:off x="1202931" y="5757513"/>
            <a:ext cx="3182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5" y="0"/>
                </a:moveTo>
                <a:lnTo>
                  <a:pt x="4753" y="389"/>
                </a:lnTo>
                <a:lnTo>
                  <a:pt x="7701" y="780"/>
                </a:lnTo>
                <a:lnTo>
                  <a:pt x="10659" y="1170"/>
                </a:lnTo>
                <a:lnTo>
                  <a:pt x="13642" y="1565"/>
                </a:lnTo>
                <a:lnTo>
                  <a:pt x="16654" y="1964"/>
                </a:lnTo>
                <a:lnTo>
                  <a:pt x="13384" y="1964"/>
                </a:lnTo>
                <a:lnTo>
                  <a:pt x="10095" y="1964"/>
                </a:lnTo>
                <a:lnTo>
                  <a:pt x="6761" y="1964"/>
                </a:lnTo>
                <a:lnTo>
                  <a:pt x="9061" y="2998"/>
                </a:lnTo>
                <a:lnTo>
                  <a:pt x="11401" y="4049"/>
                </a:lnTo>
                <a:lnTo>
                  <a:pt x="13261" y="5241"/>
                </a:lnTo>
                <a:lnTo>
                  <a:pt x="14839" y="6482"/>
                </a:lnTo>
                <a:lnTo>
                  <a:pt x="16159" y="7764"/>
                </a:lnTo>
                <a:lnTo>
                  <a:pt x="17252" y="9082"/>
                </a:lnTo>
                <a:lnTo>
                  <a:pt x="18153" y="10431"/>
                </a:lnTo>
                <a:lnTo>
                  <a:pt x="18880" y="11803"/>
                </a:lnTo>
                <a:lnTo>
                  <a:pt x="19463" y="13196"/>
                </a:lnTo>
                <a:lnTo>
                  <a:pt x="19938" y="14600"/>
                </a:lnTo>
                <a:lnTo>
                  <a:pt x="20324" y="16010"/>
                </a:lnTo>
                <a:lnTo>
                  <a:pt x="20655" y="17419"/>
                </a:lnTo>
                <a:lnTo>
                  <a:pt x="20962" y="18827"/>
                </a:lnTo>
                <a:lnTo>
                  <a:pt x="21264" y="20222"/>
                </a:lnTo>
                <a:lnTo>
                  <a:pt x="21600" y="21600"/>
                </a:lnTo>
                <a:lnTo>
                  <a:pt x="18489" y="21190"/>
                </a:lnTo>
                <a:lnTo>
                  <a:pt x="15496" y="20754"/>
                </a:lnTo>
                <a:lnTo>
                  <a:pt x="12613" y="20277"/>
                </a:lnTo>
                <a:lnTo>
                  <a:pt x="9818" y="19744"/>
                </a:lnTo>
                <a:lnTo>
                  <a:pt x="7098" y="19142"/>
                </a:lnTo>
                <a:lnTo>
                  <a:pt x="4437" y="18456"/>
                </a:lnTo>
                <a:lnTo>
                  <a:pt x="1815" y="17673"/>
                </a:lnTo>
                <a:lnTo>
                  <a:pt x="920" y="16373"/>
                </a:lnTo>
                <a:lnTo>
                  <a:pt x="351" y="15091"/>
                </a:lnTo>
                <a:lnTo>
                  <a:pt x="64" y="13814"/>
                </a:lnTo>
                <a:lnTo>
                  <a:pt x="0" y="12536"/>
                </a:lnTo>
                <a:lnTo>
                  <a:pt x="99" y="11246"/>
                </a:lnTo>
                <a:lnTo>
                  <a:pt x="312" y="9934"/>
                </a:lnTo>
                <a:lnTo>
                  <a:pt x="579" y="8591"/>
                </a:lnTo>
                <a:lnTo>
                  <a:pt x="712" y="7350"/>
                </a:lnTo>
                <a:lnTo>
                  <a:pt x="851" y="6091"/>
                </a:lnTo>
                <a:lnTo>
                  <a:pt x="1004" y="4872"/>
                </a:lnTo>
                <a:lnTo>
                  <a:pt x="1182" y="3652"/>
                </a:lnTo>
                <a:lnTo>
                  <a:pt x="1380" y="2435"/>
                </a:lnTo>
                <a:lnTo>
                  <a:pt x="1593" y="1217"/>
                </a:lnTo>
                <a:lnTo>
                  <a:pt x="1815" y="0"/>
                </a:lnTo>
                <a:close/>
              </a:path>
            </a:pathLst>
          </a:custGeom>
          <a:solidFill>
            <a:srgbClr val="3F3832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1" name="contour_09529"/>
          <p:cNvSpPr/>
          <p:nvPr/>
        </p:nvSpPr>
        <p:spPr>
          <a:xfrm>
            <a:off x="6597968" y="5735649"/>
            <a:ext cx="3850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1" y="0"/>
                </a:moveTo>
                <a:lnTo>
                  <a:pt x="4996" y="2270"/>
                </a:lnTo>
                <a:lnTo>
                  <a:pt x="8815" y="4181"/>
                </a:lnTo>
                <a:lnTo>
                  <a:pt x="11951" y="5784"/>
                </a:lnTo>
                <a:lnTo>
                  <a:pt x="14478" y="7130"/>
                </a:lnTo>
                <a:lnTo>
                  <a:pt x="16469" y="8275"/>
                </a:lnTo>
                <a:lnTo>
                  <a:pt x="17998" y="9266"/>
                </a:lnTo>
                <a:lnTo>
                  <a:pt x="19143" y="10159"/>
                </a:lnTo>
                <a:lnTo>
                  <a:pt x="19969" y="11004"/>
                </a:lnTo>
                <a:lnTo>
                  <a:pt x="20553" y="11851"/>
                </a:lnTo>
                <a:lnTo>
                  <a:pt x="20970" y="12754"/>
                </a:lnTo>
                <a:lnTo>
                  <a:pt x="21297" y="13764"/>
                </a:lnTo>
                <a:lnTo>
                  <a:pt x="21600" y="14935"/>
                </a:lnTo>
                <a:lnTo>
                  <a:pt x="21085" y="16243"/>
                </a:lnTo>
                <a:lnTo>
                  <a:pt x="20578" y="17244"/>
                </a:lnTo>
                <a:lnTo>
                  <a:pt x="19846" y="18257"/>
                </a:lnTo>
                <a:lnTo>
                  <a:pt x="18656" y="19603"/>
                </a:lnTo>
                <a:lnTo>
                  <a:pt x="16775" y="21600"/>
                </a:lnTo>
                <a:lnTo>
                  <a:pt x="14073" y="21600"/>
                </a:lnTo>
                <a:lnTo>
                  <a:pt x="11354" y="21600"/>
                </a:lnTo>
                <a:lnTo>
                  <a:pt x="8598" y="21600"/>
                </a:lnTo>
                <a:lnTo>
                  <a:pt x="6648" y="20203"/>
                </a:lnTo>
                <a:lnTo>
                  <a:pt x="5004" y="18756"/>
                </a:lnTo>
                <a:lnTo>
                  <a:pt x="3643" y="17261"/>
                </a:lnTo>
                <a:lnTo>
                  <a:pt x="2539" y="15720"/>
                </a:lnTo>
                <a:lnTo>
                  <a:pt x="1668" y="14141"/>
                </a:lnTo>
                <a:lnTo>
                  <a:pt x="1010" y="12526"/>
                </a:lnTo>
                <a:lnTo>
                  <a:pt x="536" y="10879"/>
                </a:lnTo>
                <a:lnTo>
                  <a:pt x="225" y="9202"/>
                </a:lnTo>
                <a:lnTo>
                  <a:pt x="57" y="7500"/>
                </a:lnTo>
                <a:lnTo>
                  <a:pt x="0" y="5779"/>
                </a:lnTo>
                <a:lnTo>
                  <a:pt x="33" y="4039"/>
                </a:lnTo>
                <a:lnTo>
                  <a:pt x="135" y="2287"/>
                </a:lnTo>
                <a:lnTo>
                  <a:pt x="278" y="1152"/>
                </a:lnTo>
                <a:lnTo>
                  <a:pt x="421" y="0"/>
                </a:lnTo>
                <a:close/>
              </a:path>
            </a:pathLst>
          </a:custGeom>
          <a:solidFill>
            <a:srgbClr val="B6CD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2" name="contour_09530"/>
          <p:cNvSpPr/>
          <p:nvPr/>
        </p:nvSpPr>
        <p:spPr>
          <a:xfrm>
            <a:off x="1314925" y="5742937"/>
            <a:ext cx="43728" cy="453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88" y="715"/>
                </a:lnTo>
                <a:lnTo>
                  <a:pt x="10757" y="1292"/>
                </a:lnTo>
                <a:lnTo>
                  <a:pt x="12301" y="2038"/>
                </a:lnTo>
                <a:lnTo>
                  <a:pt x="14623" y="3257"/>
                </a:lnTo>
                <a:lnTo>
                  <a:pt x="16585" y="4271"/>
                </a:lnTo>
                <a:lnTo>
                  <a:pt x="18576" y="5303"/>
                </a:lnTo>
                <a:lnTo>
                  <a:pt x="20077" y="6119"/>
                </a:lnTo>
                <a:lnTo>
                  <a:pt x="21600" y="6945"/>
                </a:lnTo>
                <a:lnTo>
                  <a:pt x="20819" y="9102"/>
                </a:lnTo>
                <a:lnTo>
                  <a:pt x="19998" y="11192"/>
                </a:lnTo>
                <a:lnTo>
                  <a:pt x="19116" y="13224"/>
                </a:lnTo>
                <a:lnTo>
                  <a:pt x="18140" y="15196"/>
                </a:lnTo>
                <a:lnTo>
                  <a:pt x="17046" y="17120"/>
                </a:lnTo>
                <a:lnTo>
                  <a:pt x="15811" y="18999"/>
                </a:lnTo>
                <a:lnTo>
                  <a:pt x="14400" y="20836"/>
                </a:lnTo>
                <a:lnTo>
                  <a:pt x="11884" y="21346"/>
                </a:lnTo>
                <a:lnTo>
                  <a:pt x="9547" y="21583"/>
                </a:lnTo>
                <a:lnTo>
                  <a:pt x="7290" y="21600"/>
                </a:lnTo>
                <a:lnTo>
                  <a:pt x="5015" y="21447"/>
                </a:lnTo>
                <a:lnTo>
                  <a:pt x="2621" y="21176"/>
                </a:lnTo>
                <a:lnTo>
                  <a:pt x="0" y="20836"/>
                </a:lnTo>
                <a:lnTo>
                  <a:pt x="385" y="18718"/>
                </a:lnTo>
                <a:lnTo>
                  <a:pt x="778" y="16603"/>
                </a:lnTo>
                <a:lnTo>
                  <a:pt x="1174" y="14485"/>
                </a:lnTo>
                <a:lnTo>
                  <a:pt x="1577" y="12370"/>
                </a:lnTo>
                <a:lnTo>
                  <a:pt x="2016" y="10008"/>
                </a:lnTo>
                <a:lnTo>
                  <a:pt x="2462" y="7609"/>
                </a:lnTo>
                <a:lnTo>
                  <a:pt x="3175" y="5164"/>
                </a:lnTo>
                <a:lnTo>
                  <a:pt x="3906" y="3556"/>
                </a:lnTo>
                <a:lnTo>
                  <a:pt x="5101" y="2073"/>
                </a:lnTo>
                <a:lnTo>
                  <a:pt x="7200" y="0"/>
                </a:lnTo>
                <a:close/>
              </a:path>
            </a:pathLst>
          </a:custGeom>
          <a:solidFill>
            <a:srgbClr val="151516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3" name="contour_09531"/>
          <p:cNvSpPr/>
          <p:nvPr/>
        </p:nvSpPr>
        <p:spPr>
          <a:xfrm>
            <a:off x="6686175" y="5726722"/>
            <a:ext cx="58304" cy="45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781"/>
                </a:moveTo>
                <a:lnTo>
                  <a:pt x="4587" y="260"/>
                </a:lnTo>
                <a:lnTo>
                  <a:pt x="5951" y="0"/>
                </a:lnTo>
                <a:lnTo>
                  <a:pt x="7182" y="0"/>
                </a:lnTo>
                <a:lnTo>
                  <a:pt x="8670" y="260"/>
                </a:lnTo>
                <a:lnTo>
                  <a:pt x="10800" y="781"/>
                </a:lnTo>
                <a:lnTo>
                  <a:pt x="12361" y="2672"/>
                </a:lnTo>
                <a:lnTo>
                  <a:pt x="13449" y="4070"/>
                </a:lnTo>
                <a:lnTo>
                  <a:pt x="14348" y="5389"/>
                </a:lnTo>
                <a:lnTo>
                  <a:pt x="15339" y="7044"/>
                </a:lnTo>
                <a:lnTo>
                  <a:pt x="16708" y="9455"/>
                </a:lnTo>
                <a:lnTo>
                  <a:pt x="17636" y="11069"/>
                </a:lnTo>
                <a:lnTo>
                  <a:pt x="18573" y="12689"/>
                </a:lnTo>
                <a:lnTo>
                  <a:pt x="19521" y="14334"/>
                </a:lnTo>
                <a:lnTo>
                  <a:pt x="20552" y="16218"/>
                </a:lnTo>
                <a:lnTo>
                  <a:pt x="21600" y="18130"/>
                </a:lnTo>
                <a:lnTo>
                  <a:pt x="18379" y="19188"/>
                </a:lnTo>
                <a:lnTo>
                  <a:pt x="15665" y="20056"/>
                </a:lnTo>
                <a:lnTo>
                  <a:pt x="13384" y="20733"/>
                </a:lnTo>
                <a:lnTo>
                  <a:pt x="11464" y="21215"/>
                </a:lnTo>
                <a:lnTo>
                  <a:pt x="9825" y="21503"/>
                </a:lnTo>
                <a:lnTo>
                  <a:pt x="8397" y="21600"/>
                </a:lnTo>
                <a:lnTo>
                  <a:pt x="7101" y="21503"/>
                </a:lnTo>
                <a:lnTo>
                  <a:pt x="5864" y="21215"/>
                </a:lnTo>
                <a:lnTo>
                  <a:pt x="4609" y="20733"/>
                </a:lnTo>
                <a:lnTo>
                  <a:pt x="3264" y="20056"/>
                </a:lnTo>
                <a:lnTo>
                  <a:pt x="1752" y="19188"/>
                </a:lnTo>
                <a:lnTo>
                  <a:pt x="0" y="18130"/>
                </a:lnTo>
                <a:lnTo>
                  <a:pt x="186" y="15958"/>
                </a:lnTo>
                <a:lnTo>
                  <a:pt x="391" y="13789"/>
                </a:lnTo>
                <a:lnTo>
                  <a:pt x="610" y="11621"/>
                </a:lnTo>
                <a:lnTo>
                  <a:pt x="842" y="9455"/>
                </a:lnTo>
                <a:lnTo>
                  <a:pt x="1080" y="7033"/>
                </a:lnTo>
                <a:lnTo>
                  <a:pt x="1318" y="4577"/>
                </a:lnTo>
                <a:lnTo>
                  <a:pt x="2003" y="2693"/>
                </a:lnTo>
                <a:lnTo>
                  <a:pt x="2700" y="781"/>
                </a:lnTo>
                <a:close/>
              </a:path>
            </a:pathLst>
          </a:custGeom>
          <a:solidFill>
            <a:srgbClr val="E2EBF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4" name="contour_09532"/>
          <p:cNvSpPr/>
          <p:nvPr/>
        </p:nvSpPr>
        <p:spPr>
          <a:xfrm>
            <a:off x="4018770" y="5734563"/>
            <a:ext cx="58304" cy="40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93"/>
                </a:moveTo>
                <a:lnTo>
                  <a:pt x="15295" y="163"/>
                </a:lnTo>
                <a:lnTo>
                  <a:pt x="16762" y="233"/>
                </a:lnTo>
                <a:lnTo>
                  <a:pt x="18247" y="307"/>
                </a:lnTo>
                <a:lnTo>
                  <a:pt x="19081" y="373"/>
                </a:lnTo>
                <a:lnTo>
                  <a:pt x="21600" y="579"/>
                </a:lnTo>
                <a:lnTo>
                  <a:pt x="20290" y="1295"/>
                </a:lnTo>
                <a:lnTo>
                  <a:pt x="18962" y="2022"/>
                </a:lnTo>
                <a:lnTo>
                  <a:pt x="16991" y="3885"/>
                </a:lnTo>
                <a:lnTo>
                  <a:pt x="16084" y="5499"/>
                </a:lnTo>
                <a:lnTo>
                  <a:pt x="15463" y="8253"/>
                </a:lnTo>
                <a:lnTo>
                  <a:pt x="15325" y="10357"/>
                </a:lnTo>
                <a:lnTo>
                  <a:pt x="15188" y="12492"/>
                </a:lnTo>
                <a:lnTo>
                  <a:pt x="14745" y="15545"/>
                </a:lnTo>
                <a:lnTo>
                  <a:pt x="14307" y="17497"/>
                </a:lnTo>
                <a:lnTo>
                  <a:pt x="13500" y="20025"/>
                </a:lnTo>
                <a:lnTo>
                  <a:pt x="11640" y="20931"/>
                </a:lnTo>
                <a:lnTo>
                  <a:pt x="9858" y="21448"/>
                </a:lnTo>
                <a:lnTo>
                  <a:pt x="8113" y="21600"/>
                </a:lnTo>
                <a:lnTo>
                  <a:pt x="6364" y="21398"/>
                </a:lnTo>
                <a:lnTo>
                  <a:pt x="4574" y="20869"/>
                </a:lnTo>
                <a:lnTo>
                  <a:pt x="2700" y="20025"/>
                </a:lnTo>
                <a:lnTo>
                  <a:pt x="1544" y="17365"/>
                </a:lnTo>
                <a:lnTo>
                  <a:pt x="826" y="15428"/>
                </a:lnTo>
                <a:lnTo>
                  <a:pt x="416" y="13655"/>
                </a:lnTo>
                <a:lnTo>
                  <a:pt x="184" y="11484"/>
                </a:lnTo>
                <a:lnTo>
                  <a:pt x="0" y="8358"/>
                </a:lnTo>
                <a:lnTo>
                  <a:pt x="1485" y="5682"/>
                </a:lnTo>
                <a:lnTo>
                  <a:pt x="2932" y="3625"/>
                </a:lnTo>
                <a:lnTo>
                  <a:pt x="4396" y="2108"/>
                </a:lnTo>
                <a:lnTo>
                  <a:pt x="5929" y="1062"/>
                </a:lnTo>
                <a:lnTo>
                  <a:pt x="7587" y="408"/>
                </a:lnTo>
                <a:lnTo>
                  <a:pt x="9420" y="78"/>
                </a:lnTo>
                <a:lnTo>
                  <a:pt x="11486" y="0"/>
                </a:lnTo>
                <a:lnTo>
                  <a:pt x="13838" y="93"/>
                </a:lnTo>
                <a:close/>
              </a:path>
            </a:pathLst>
          </a:custGeom>
          <a:solidFill>
            <a:srgbClr val="9C917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5" name="contour_09533"/>
          <p:cNvSpPr/>
          <p:nvPr/>
        </p:nvSpPr>
        <p:spPr>
          <a:xfrm>
            <a:off x="8165637" y="5735052"/>
            <a:ext cx="72880" cy="51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73" y="0"/>
                </a:moveTo>
                <a:lnTo>
                  <a:pt x="8569" y="119"/>
                </a:lnTo>
                <a:lnTo>
                  <a:pt x="9616" y="332"/>
                </a:lnTo>
                <a:lnTo>
                  <a:pt x="12014" y="823"/>
                </a:lnTo>
                <a:lnTo>
                  <a:pt x="13355" y="1055"/>
                </a:lnTo>
                <a:lnTo>
                  <a:pt x="14705" y="1290"/>
                </a:lnTo>
                <a:lnTo>
                  <a:pt x="16073" y="1525"/>
                </a:lnTo>
                <a:lnTo>
                  <a:pt x="17729" y="2428"/>
                </a:lnTo>
                <a:lnTo>
                  <a:pt x="18811" y="3221"/>
                </a:lnTo>
                <a:lnTo>
                  <a:pt x="19559" y="4209"/>
                </a:lnTo>
                <a:lnTo>
                  <a:pt x="20205" y="5707"/>
                </a:lnTo>
                <a:lnTo>
                  <a:pt x="20982" y="8031"/>
                </a:lnTo>
                <a:lnTo>
                  <a:pt x="21187" y="9492"/>
                </a:lnTo>
                <a:lnTo>
                  <a:pt x="21393" y="10959"/>
                </a:lnTo>
                <a:lnTo>
                  <a:pt x="21600" y="12450"/>
                </a:lnTo>
                <a:lnTo>
                  <a:pt x="20317" y="12450"/>
                </a:lnTo>
                <a:lnTo>
                  <a:pt x="19030" y="12450"/>
                </a:lnTo>
                <a:lnTo>
                  <a:pt x="17738" y="12450"/>
                </a:lnTo>
                <a:lnTo>
                  <a:pt x="16435" y="12450"/>
                </a:lnTo>
                <a:lnTo>
                  <a:pt x="15120" y="12450"/>
                </a:lnTo>
                <a:lnTo>
                  <a:pt x="15120" y="14262"/>
                </a:lnTo>
                <a:lnTo>
                  <a:pt x="15120" y="16080"/>
                </a:lnTo>
                <a:lnTo>
                  <a:pt x="15120" y="17903"/>
                </a:lnTo>
                <a:lnTo>
                  <a:pt x="15120" y="19743"/>
                </a:lnTo>
                <a:lnTo>
                  <a:pt x="15120" y="21600"/>
                </a:lnTo>
                <a:lnTo>
                  <a:pt x="13839" y="21124"/>
                </a:lnTo>
                <a:lnTo>
                  <a:pt x="12960" y="20645"/>
                </a:lnTo>
                <a:lnTo>
                  <a:pt x="12083" y="19883"/>
                </a:lnTo>
                <a:lnTo>
                  <a:pt x="10800" y="18550"/>
                </a:lnTo>
                <a:lnTo>
                  <a:pt x="10644" y="16488"/>
                </a:lnTo>
                <a:lnTo>
                  <a:pt x="10573" y="14469"/>
                </a:lnTo>
                <a:lnTo>
                  <a:pt x="10573" y="12474"/>
                </a:lnTo>
                <a:lnTo>
                  <a:pt x="10623" y="10474"/>
                </a:lnTo>
                <a:lnTo>
                  <a:pt x="10705" y="8442"/>
                </a:lnTo>
                <a:lnTo>
                  <a:pt x="10800" y="6350"/>
                </a:lnTo>
                <a:lnTo>
                  <a:pt x="9273" y="6350"/>
                </a:lnTo>
                <a:lnTo>
                  <a:pt x="7744" y="6350"/>
                </a:lnTo>
                <a:lnTo>
                  <a:pt x="6210" y="6350"/>
                </a:lnTo>
                <a:lnTo>
                  <a:pt x="4672" y="6350"/>
                </a:lnTo>
                <a:lnTo>
                  <a:pt x="3123" y="6350"/>
                </a:lnTo>
                <a:lnTo>
                  <a:pt x="1568" y="6350"/>
                </a:lnTo>
                <a:lnTo>
                  <a:pt x="0" y="6350"/>
                </a:lnTo>
                <a:lnTo>
                  <a:pt x="1188" y="4249"/>
                </a:lnTo>
                <a:lnTo>
                  <a:pt x="2255" y="2653"/>
                </a:lnTo>
                <a:lnTo>
                  <a:pt x="3333" y="1501"/>
                </a:lnTo>
                <a:lnTo>
                  <a:pt x="4555" y="720"/>
                </a:lnTo>
                <a:lnTo>
                  <a:pt x="6057" y="244"/>
                </a:lnTo>
                <a:lnTo>
                  <a:pt x="7973" y="0"/>
                </a:lnTo>
                <a:close/>
              </a:path>
            </a:pathLst>
          </a:custGeom>
          <a:solidFill>
            <a:srgbClr val="48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6" name="contour_09534"/>
          <p:cNvSpPr/>
          <p:nvPr/>
        </p:nvSpPr>
        <p:spPr>
          <a:xfrm>
            <a:off x="2218636" y="5670057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4" y="509"/>
                </a:lnTo>
                <a:lnTo>
                  <a:pt x="5568" y="1018"/>
                </a:lnTo>
                <a:lnTo>
                  <a:pt x="7154" y="1527"/>
                </a:lnTo>
                <a:lnTo>
                  <a:pt x="8743" y="2040"/>
                </a:lnTo>
                <a:lnTo>
                  <a:pt x="10334" y="2549"/>
                </a:lnTo>
                <a:lnTo>
                  <a:pt x="11928" y="3061"/>
                </a:lnTo>
                <a:lnTo>
                  <a:pt x="13526" y="3576"/>
                </a:lnTo>
                <a:lnTo>
                  <a:pt x="15130" y="4092"/>
                </a:lnTo>
                <a:lnTo>
                  <a:pt x="16738" y="4607"/>
                </a:lnTo>
                <a:lnTo>
                  <a:pt x="18350" y="5128"/>
                </a:lnTo>
                <a:lnTo>
                  <a:pt x="19973" y="5647"/>
                </a:lnTo>
                <a:lnTo>
                  <a:pt x="21600" y="6171"/>
                </a:lnTo>
                <a:lnTo>
                  <a:pt x="20940" y="6539"/>
                </a:lnTo>
                <a:lnTo>
                  <a:pt x="19771" y="7190"/>
                </a:lnTo>
                <a:lnTo>
                  <a:pt x="17100" y="8677"/>
                </a:lnTo>
                <a:lnTo>
                  <a:pt x="15312" y="9847"/>
                </a:lnTo>
                <a:lnTo>
                  <a:pt x="13896" y="10927"/>
                </a:lnTo>
                <a:lnTo>
                  <a:pt x="12727" y="12068"/>
                </a:lnTo>
                <a:lnTo>
                  <a:pt x="11681" y="13420"/>
                </a:lnTo>
                <a:lnTo>
                  <a:pt x="10632" y="15132"/>
                </a:lnTo>
                <a:lnTo>
                  <a:pt x="9451" y="17357"/>
                </a:lnTo>
                <a:lnTo>
                  <a:pt x="8707" y="18758"/>
                </a:lnTo>
                <a:lnTo>
                  <a:pt x="7958" y="20171"/>
                </a:lnTo>
                <a:lnTo>
                  <a:pt x="7200" y="21600"/>
                </a:lnTo>
                <a:lnTo>
                  <a:pt x="5774" y="21600"/>
                </a:lnTo>
                <a:lnTo>
                  <a:pt x="4344" y="21600"/>
                </a:lnTo>
                <a:lnTo>
                  <a:pt x="2909" y="21600"/>
                </a:lnTo>
                <a:lnTo>
                  <a:pt x="1462" y="21600"/>
                </a:lnTo>
                <a:lnTo>
                  <a:pt x="0" y="21600"/>
                </a:lnTo>
                <a:lnTo>
                  <a:pt x="238" y="19462"/>
                </a:lnTo>
                <a:lnTo>
                  <a:pt x="475" y="17320"/>
                </a:lnTo>
                <a:lnTo>
                  <a:pt x="713" y="15179"/>
                </a:lnTo>
                <a:lnTo>
                  <a:pt x="953" y="13034"/>
                </a:lnTo>
                <a:lnTo>
                  <a:pt x="1190" y="10880"/>
                </a:lnTo>
                <a:lnTo>
                  <a:pt x="1430" y="8723"/>
                </a:lnTo>
                <a:lnTo>
                  <a:pt x="1670" y="6557"/>
                </a:lnTo>
                <a:lnTo>
                  <a:pt x="1913" y="4382"/>
                </a:lnTo>
                <a:lnTo>
                  <a:pt x="2155" y="2197"/>
                </a:lnTo>
                <a:lnTo>
                  <a:pt x="2400" y="0"/>
                </a:lnTo>
                <a:close/>
              </a:path>
            </a:pathLst>
          </a:custGeom>
          <a:solidFill>
            <a:srgbClr val="C1C4C7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7" name="contour_09535"/>
          <p:cNvSpPr/>
          <p:nvPr/>
        </p:nvSpPr>
        <p:spPr>
          <a:xfrm>
            <a:off x="8340549" y="5655481"/>
            <a:ext cx="505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66" y="0"/>
                </a:moveTo>
                <a:lnTo>
                  <a:pt x="16753" y="1693"/>
                </a:lnTo>
                <a:lnTo>
                  <a:pt x="17845" y="3321"/>
                </a:lnTo>
                <a:lnTo>
                  <a:pt x="18829" y="4914"/>
                </a:lnTo>
                <a:lnTo>
                  <a:pt x="19688" y="6499"/>
                </a:lnTo>
                <a:lnTo>
                  <a:pt x="20408" y="8108"/>
                </a:lnTo>
                <a:lnTo>
                  <a:pt x="20974" y="9769"/>
                </a:lnTo>
                <a:lnTo>
                  <a:pt x="21370" y="11510"/>
                </a:lnTo>
                <a:lnTo>
                  <a:pt x="21584" y="13365"/>
                </a:lnTo>
                <a:lnTo>
                  <a:pt x="21600" y="15358"/>
                </a:lnTo>
                <a:lnTo>
                  <a:pt x="19966" y="17177"/>
                </a:lnTo>
                <a:lnTo>
                  <a:pt x="18490" y="18436"/>
                </a:lnTo>
                <a:lnTo>
                  <a:pt x="17002" y="19281"/>
                </a:lnTo>
                <a:lnTo>
                  <a:pt x="15320" y="19853"/>
                </a:lnTo>
                <a:lnTo>
                  <a:pt x="13281" y="20299"/>
                </a:lnTo>
                <a:lnTo>
                  <a:pt x="10703" y="20758"/>
                </a:lnTo>
                <a:lnTo>
                  <a:pt x="8823" y="20965"/>
                </a:lnTo>
                <a:lnTo>
                  <a:pt x="6936" y="21176"/>
                </a:lnTo>
                <a:lnTo>
                  <a:pt x="5034" y="21387"/>
                </a:lnTo>
                <a:lnTo>
                  <a:pt x="3113" y="21600"/>
                </a:lnTo>
                <a:lnTo>
                  <a:pt x="2727" y="19929"/>
                </a:lnTo>
                <a:lnTo>
                  <a:pt x="2341" y="18257"/>
                </a:lnTo>
                <a:lnTo>
                  <a:pt x="1955" y="16581"/>
                </a:lnTo>
                <a:lnTo>
                  <a:pt x="1569" y="14901"/>
                </a:lnTo>
                <a:lnTo>
                  <a:pt x="1180" y="13214"/>
                </a:lnTo>
                <a:lnTo>
                  <a:pt x="788" y="11518"/>
                </a:lnTo>
                <a:lnTo>
                  <a:pt x="395" y="9814"/>
                </a:lnTo>
                <a:lnTo>
                  <a:pt x="0" y="8100"/>
                </a:lnTo>
                <a:lnTo>
                  <a:pt x="872" y="8251"/>
                </a:lnTo>
                <a:lnTo>
                  <a:pt x="1687" y="8392"/>
                </a:lnTo>
                <a:lnTo>
                  <a:pt x="2628" y="8556"/>
                </a:lnTo>
                <a:lnTo>
                  <a:pt x="3873" y="8772"/>
                </a:lnTo>
                <a:lnTo>
                  <a:pt x="5607" y="9072"/>
                </a:lnTo>
                <a:lnTo>
                  <a:pt x="8010" y="9490"/>
                </a:lnTo>
                <a:lnTo>
                  <a:pt x="11270" y="10055"/>
                </a:lnTo>
                <a:lnTo>
                  <a:pt x="15566" y="10800"/>
                </a:lnTo>
                <a:lnTo>
                  <a:pt x="15566" y="9018"/>
                </a:lnTo>
                <a:lnTo>
                  <a:pt x="15566" y="7233"/>
                </a:lnTo>
                <a:lnTo>
                  <a:pt x="15566" y="5440"/>
                </a:lnTo>
                <a:lnTo>
                  <a:pt x="15566" y="3640"/>
                </a:lnTo>
                <a:lnTo>
                  <a:pt x="15566" y="1828"/>
                </a:lnTo>
                <a:lnTo>
                  <a:pt x="15566" y="0"/>
                </a:lnTo>
                <a:close/>
              </a:path>
            </a:pathLst>
          </a:custGeom>
          <a:solidFill>
            <a:srgbClr val="272729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8" name="contour_09536"/>
          <p:cNvSpPr/>
          <p:nvPr/>
        </p:nvSpPr>
        <p:spPr>
          <a:xfrm>
            <a:off x="8049029" y="5657070"/>
            <a:ext cx="51016" cy="640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231"/>
                </a:moveTo>
                <a:lnTo>
                  <a:pt x="19656" y="1072"/>
                </a:lnTo>
                <a:lnTo>
                  <a:pt x="21600" y="1923"/>
                </a:lnTo>
                <a:lnTo>
                  <a:pt x="20921" y="2467"/>
                </a:lnTo>
                <a:lnTo>
                  <a:pt x="20239" y="3011"/>
                </a:lnTo>
                <a:lnTo>
                  <a:pt x="19298" y="3761"/>
                </a:lnTo>
                <a:lnTo>
                  <a:pt x="17839" y="4922"/>
                </a:lnTo>
                <a:lnTo>
                  <a:pt x="15608" y="6702"/>
                </a:lnTo>
                <a:lnTo>
                  <a:pt x="12343" y="9302"/>
                </a:lnTo>
                <a:lnTo>
                  <a:pt x="13969" y="9607"/>
                </a:lnTo>
                <a:lnTo>
                  <a:pt x="15620" y="9917"/>
                </a:lnTo>
                <a:lnTo>
                  <a:pt x="17058" y="10832"/>
                </a:lnTo>
                <a:lnTo>
                  <a:pt x="18514" y="11762"/>
                </a:lnTo>
                <a:lnTo>
                  <a:pt x="18409" y="13503"/>
                </a:lnTo>
                <a:lnTo>
                  <a:pt x="18169" y="15200"/>
                </a:lnTo>
                <a:lnTo>
                  <a:pt x="17771" y="16855"/>
                </a:lnTo>
                <a:lnTo>
                  <a:pt x="17194" y="18471"/>
                </a:lnTo>
                <a:lnTo>
                  <a:pt x="16422" y="20053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9257" y="20139"/>
                </a:lnTo>
                <a:lnTo>
                  <a:pt x="9257" y="18673"/>
                </a:lnTo>
                <a:lnTo>
                  <a:pt x="9257" y="17200"/>
                </a:lnTo>
                <a:lnTo>
                  <a:pt x="9257" y="15719"/>
                </a:lnTo>
                <a:lnTo>
                  <a:pt x="9257" y="14221"/>
                </a:lnTo>
                <a:lnTo>
                  <a:pt x="7217" y="14221"/>
                </a:lnTo>
                <a:lnTo>
                  <a:pt x="5165" y="14221"/>
                </a:lnTo>
                <a:lnTo>
                  <a:pt x="3086" y="14221"/>
                </a:lnTo>
                <a:lnTo>
                  <a:pt x="1765" y="12613"/>
                </a:lnTo>
                <a:lnTo>
                  <a:pt x="944" y="11425"/>
                </a:lnTo>
                <a:lnTo>
                  <a:pt x="475" y="10303"/>
                </a:lnTo>
                <a:lnTo>
                  <a:pt x="210" y="8894"/>
                </a:lnTo>
                <a:lnTo>
                  <a:pt x="0" y="6843"/>
                </a:lnTo>
                <a:lnTo>
                  <a:pt x="1657" y="5281"/>
                </a:lnTo>
                <a:lnTo>
                  <a:pt x="3333" y="3891"/>
                </a:lnTo>
                <a:lnTo>
                  <a:pt x="5045" y="2686"/>
                </a:lnTo>
                <a:lnTo>
                  <a:pt x="6832" y="1685"/>
                </a:lnTo>
                <a:lnTo>
                  <a:pt x="8711" y="900"/>
                </a:lnTo>
                <a:lnTo>
                  <a:pt x="10717" y="347"/>
                </a:lnTo>
                <a:lnTo>
                  <a:pt x="12871" y="42"/>
                </a:lnTo>
                <a:lnTo>
                  <a:pt x="15203" y="0"/>
                </a:lnTo>
                <a:lnTo>
                  <a:pt x="17743" y="231"/>
                </a:lnTo>
                <a:close/>
              </a:path>
            </a:pathLst>
          </a:custGeom>
          <a:solidFill>
            <a:srgbClr val="727678"/>
          </a:solidFill>
          <a:ln>
            <a:noFill/>
          </a:ln>
        </p:spPr>
        <p:txBody>
          <a:bodyPr/>
          <a:lstStyle/>
          <a:p/>
        </p:txBody>
      </p:sp>
      <p:sp>
        <p:nvSpPr>
          <p:cNvPr id="9539" name="contour_09537"/>
          <p:cNvSpPr/>
          <p:nvPr/>
        </p:nvSpPr>
        <p:spPr>
          <a:xfrm>
            <a:off x="1511701" y="5647319"/>
            <a:ext cx="65592" cy="51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176"/>
                </a:moveTo>
                <a:lnTo>
                  <a:pt x="15017" y="203"/>
                </a:lnTo>
                <a:lnTo>
                  <a:pt x="16546" y="231"/>
                </a:lnTo>
                <a:lnTo>
                  <a:pt x="18094" y="258"/>
                </a:lnTo>
                <a:lnTo>
                  <a:pt x="19253" y="291"/>
                </a:lnTo>
                <a:lnTo>
                  <a:pt x="20417" y="328"/>
                </a:lnTo>
                <a:lnTo>
                  <a:pt x="21600" y="364"/>
                </a:lnTo>
                <a:lnTo>
                  <a:pt x="20424" y="1520"/>
                </a:lnTo>
                <a:lnTo>
                  <a:pt x="19229" y="2697"/>
                </a:lnTo>
                <a:lnTo>
                  <a:pt x="17954" y="3974"/>
                </a:lnTo>
                <a:lnTo>
                  <a:pt x="16690" y="5254"/>
                </a:lnTo>
                <a:lnTo>
                  <a:pt x="15437" y="6538"/>
                </a:lnTo>
                <a:lnTo>
                  <a:pt x="14196" y="7827"/>
                </a:lnTo>
                <a:lnTo>
                  <a:pt x="12965" y="9128"/>
                </a:lnTo>
                <a:lnTo>
                  <a:pt x="11746" y="10442"/>
                </a:lnTo>
                <a:lnTo>
                  <a:pt x="10538" y="11768"/>
                </a:lnTo>
                <a:lnTo>
                  <a:pt x="9341" y="13109"/>
                </a:lnTo>
                <a:lnTo>
                  <a:pt x="8155" y="14465"/>
                </a:lnTo>
                <a:lnTo>
                  <a:pt x="6982" y="15845"/>
                </a:lnTo>
                <a:lnTo>
                  <a:pt x="5820" y="17247"/>
                </a:lnTo>
                <a:lnTo>
                  <a:pt x="4668" y="18669"/>
                </a:lnTo>
                <a:lnTo>
                  <a:pt x="3528" y="20120"/>
                </a:lnTo>
                <a:lnTo>
                  <a:pt x="2400" y="21600"/>
                </a:lnTo>
                <a:lnTo>
                  <a:pt x="2086" y="19819"/>
                </a:lnTo>
                <a:lnTo>
                  <a:pt x="1781" y="18041"/>
                </a:lnTo>
                <a:lnTo>
                  <a:pt x="1481" y="16258"/>
                </a:lnTo>
                <a:lnTo>
                  <a:pt x="1188" y="14474"/>
                </a:lnTo>
                <a:lnTo>
                  <a:pt x="900" y="12687"/>
                </a:lnTo>
                <a:lnTo>
                  <a:pt x="622" y="11034"/>
                </a:lnTo>
                <a:lnTo>
                  <a:pt x="341" y="9365"/>
                </a:lnTo>
                <a:lnTo>
                  <a:pt x="55" y="7675"/>
                </a:lnTo>
                <a:lnTo>
                  <a:pt x="29" y="5552"/>
                </a:lnTo>
                <a:lnTo>
                  <a:pt x="0" y="3398"/>
                </a:lnTo>
                <a:lnTo>
                  <a:pt x="1286" y="2145"/>
                </a:lnTo>
                <a:lnTo>
                  <a:pt x="2654" y="1235"/>
                </a:lnTo>
                <a:lnTo>
                  <a:pt x="4092" y="616"/>
                </a:lnTo>
                <a:lnTo>
                  <a:pt x="5585" y="240"/>
                </a:lnTo>
                <a:lnTo>
                  <a:pt x="7126" y="52"/>
                </a:lnTo>
                <a:lnTo>
                  <a:pt x="8698" y="0"/>
                </a:lnTo>
                <a:lnTo>
                  <a:pt x="10294" y="39"/>
                </a:lnTo>
                <a:lnTo>
                  <a:pt x="11897" y="112"/>
                </a:lnTo>
                <a:lnTo>
                  <a:pt x="13500" y="176"/>
                </a:lnTo>
                <a:close/>
              </a:path>
            </a:pathLst>
          </a:custGeom>
          <a:solidFill>
            <a:srgbClr val="45464A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0" name="contour_09538"/>
          <p:cNvSpPr/>
          <p:nvPr/>
        </p:nvSpPr>
        <p:spPr>
          <a:xfrm>
            <a:off x="484094" y="5619187"/>
            <a:ext cx="72880" cy="508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37" y="0"/>
                </a:moveTo>
                <a:lnTo>
                  <a:pt x="17338" y="659"/>
                </a:lnTo>
                <a:lnTo>
                  <a:pt x="18777" y="1145"/>
                </a:lnTo>
                <a:lnTo>
                  <a:pt x="19758" y="1606"/>
                </a:lnTo>
                <a:lnTo>
                  <a:pt x="20596" y="2188"/>
                </a:lnTo>
                <a:lnTo>
                  <a:pt x="21600" y="3033"/>
                </a:lnTo>
                <a:lnTo>
                  <a:pt x="21600" y="5075"/>
                </a:lnTo>
                <a:lnTo>
                  <a:pt x="21600" y="7133"/>
                </a:lnTo>
                <a:lnTo>
                  <a:pt x="21600" y="9222"/>
                </a:lnTo>
                <a:lnTo>
                  <a:pt x="20466" y="9061"/>
                </a:lnTo>
                <a:lnTo>
                  <a:pt x="19315" y="8897"/>
                </a:lnTo>
                <a:lnTo>
                  <a:pt x="17861" y="8785"/>
                </a:lnTo>
                <a:lnTo>
                  <a:pt x="16444" y="8714"/>
                </a:lnTo>
                <a:lnTo>
                  <a:pt x="15044" y="8702"/>
                </a:lnTo>
                <a:lnTo>
                  <a:pt x="13649" y="8770"/>
                </a:lnTo>
                <a:lnTo>
                  <a:pt x="12239" y="8937"/>
                </a:lnTo>
                <a:lnTo>
                  <a:pt x="10800" y="9222"/>
                </a:lnTo>
                <a:lnTo>
                  <a:pt x="10070" y="11431"/>
                </a:lnTo>
                <a:lnTo>
                  <a:pt x="9593" y="13019"/>
                </a:lnTo>
                <a:lnTo>
                  <a:pt x="9264" y="14430"/>
                </a:lnTo>
                <a:lnTo>
                  <a:pt x="8981" y="16110"/>
                </a:lnTo>
                <a:lnTo>
                  <a:pt x="8640" y="18505"/>
                </a:lnTo>
                <a:lnTo>
                  <a:pt x="8171" y="18840"/>
                </a:lnTo>
                <a:lnTo>
                  <a:pt x="7564" y="19273"/>
                </a:lnTo>
                <a:lnTo>
                  <a:pt x="6415" y="20096"/>
                </a:lnTo>
                <a:lnTo>
                  <a:pt x="4320" y="21600"/>
                </a:lnTo>
                <a:lnTo>
                  <a:pt x="3784" y="19684"/>
                </a:lnTo>
                <a:lnTo>
                  <a:pt x="3251" y="17766"/>
                </a:lnTo>
                <a:lnTo>
                  <a:pt x="2713" y="15847"/>
                </a:lnTo>
                <a:lnTo>
                  <a:pt x="2175" y="13919"/>
                </a:lnTo>
                <a:lnTo>
                  <a:pt x="1635" y="11988"/>
                </a:lnTo>
                <a:lnTo>
                  <a:pt x="1093" y="10045"/>
                </a:lnTo>
                <a:lnTo>
                  <a:pt x="549" y="8092"/>
                </a:lnTo>
                <a:lnTo>
                  <a:pt x="0" y="6127"/>
                </a:lnTo>
                <a:lnTo>
                  <a:pt x="1337" y="6254"/>
                </a:lnTo>
                <a:lnTo>
                  <a:pt x="2685" y="6384"/>
                </a:lnTo>
                <a:lnTo>
                  <a:pt x="4050" y="6514"/>
                </a:lnTo>
                <a:lnTo>
                  <a:pt x="5828" y="6523"/>
                </a:lnTo>
                <a:lnTo>
                  <a:pt x="7018" y="6421"/>
                </a:lnTo>
                <a:lnTo>
                  <a:pt x="8640" y="6127"/>
                </a:lnTo>
                <a:lnTo>
                  <a:pt x="9353" y="5041"/>
                </a:lnTo>
                <a:lnTo>
                  <a:pt x="10072" y="3949"/>
                </a:lnTo>
                <a:lnTo>
                  <a:pt x="10800" y="2841"/>
                </a:lnTo>
                <a:lnTo>
                  <a:pt x="12083" y="1164"/>
                </a:lnTo>
                <a:lnTo>
                  <a:pt x="12962" y="306"/>
                </a:lnTo>
                <a:lnTo>
                  <a:pt x="13843" y="9"/>
                </a:lnTo>
                <a:lnTo>
                  <a:pt x="15137" y="0"/>
                </a:lnTo>
                <a:close/>
              </a:path>
            </a:pathLst>
          </a:custGeom>
          <a:solidFill>
            <a:srgbClr val="B4BECA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1" name="contour_09539"/>
          <p:cNvSpPr/>
          <p:nvPr/>
        </p:nvSpPr>
        <p:spPr>
          <a:xfrm>
            <a:off x="10053227" y="5604465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414" y="1077"/>
                </a:lnTo>
                <a:lnTo>
                  <a:pt x="6038" y="2173"/>
                </a:lnTo>
                <a:lnTo>
                  <a:pt x="7099" y="3866"/>
                </a:lnTo>
                <a:lnTo>
                  <a:pt x="8138" y="5422"/>
                </a:lnTo>
                <a:lnTo>
                  <a:pt x="9180" y="6850"/>
                </a:lnTo>
                <a:lnTo>
                  <a:pt x="10238" y="8162"/>
                </a:lnTo>
                <a:lnTo>
                  <a:pt x="11335" y="9364"/>
                </a:lnTo>
                <a:lnTo>
                  <a:pt x="12487" y="10471"/>
                </a:lnTo>
                <a:lnTo>
                  <a:pt x="13716" y="11486"/>
                </a:lnTo>
                <a:lnTo>
                  <a:pt x="15036" y="12425"/>
                </a:lnTo>
                <a:lnTo>
                  <a:pt x="16471" y="13297"/>
                </a:lnTo>
                <a:lnTo>
                  <a:pt x="18036" y="14108"/>
                </a:lnTo>
                <a:lnTo>
                  <a:pt x="19752" y="14872"/>
                </a:lnTo>
                <a:lnTo>
                  <a:pt x="20669" y="15530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20016" y="21600"/>
                </a:lnTo>
                <a:lnTo>
                  <a:pt x="18430" y="21600"/>
                </a:lnTo>
                <a:lnTo>
                  <a:pt x="16843" y="21600"/>
                </a:lnTo>
                <a:lnTo>
                  <a:pt x="15252" y="21600"/>
                </a:lnTo>
                <a:lnTo>
                  <a:pt x="13656" y="21600"/>
                </a:lnTo>
                <a:lnTo>
                  <a:pt x="12053" y="21600"/>
                </a:lnTo>
                <a:lnTo>
                  <a:pt x="10445" y="21600"/>
                </a:lnTo>
                <a:lnTo>
                  <a:pt x="8827" y="21600"/>
                </a:lnTo>
                <a:lnTo>
                  <a:pt x="7200" y="21600"/>
                </a:lnTo>
                <a:lnTo>
                  <a:pt x="7267" y="20831"/>
                </a:lnTo>
                <a:lnTo>
                  <a:pt x="7382" y="19472"/>
                </a:lnTo>
                <a:lnTo>
                  <a:pt x="7651" y="16367"/>
                </a:lnTo>
                <a:lnTo>
                  <a:pt x="7651" y="14172"/>
                </a:lnTo>
                <a:lnTo>
                  <a:pt x="7536" y="12728"/>
                </a:lnTo>
                <a:lnTo>
                  <a:pt x="7200" y="10800"/>
                </a:lnTo>
                <a:lnTo>
                  <a:pt x="5414" y="9806"/>
                </a:lnTo>
                <a:lnTo>
                  <a:pt x="4147" y="9169"/>
                </a:lnTo>
                <a:lnTo>
                  <a:pt x="3053" y="8759"/>
                </a:lnTo>
                <a:lnTo>
                  <a:pt x="1786" y="8446"/>
                </a:lnTo>
                <a:lnTo>
                  <a:pt x="0" y="8100"/>
                </a:lnTo>
                <a:lnTo>
                  <a:pt x="1586" y="8100"/>
                </a:lnTo>
                <a:lnTo>
                  <a:pt x="3182" y="8100"/>
                </a:lnTo>
                <a:lnTo>
                  <a:pt x="4800" y="8100"/>
                </a:lnTo>
                <a:lnTo>
                  <a:pt x="4800" y="6496"/>
                </a:lnTo>
                <a:lnTo>
                  <a:pt x="4800" y="4887"/>
                </a:lnTo>
                <a:lnTo>
                  <a:pt x="4800" y="3272"/>
                </a:lnTo>
                <a:lnTo>
                  <a:pt x="4800" y="1644"/>
                </a:lnTo>
                <a:lnTo>
                  <a:pt x="4800" y="0"/>
                </a:lnTo>
                <a:close/>
              </a:path>
            </a:pathLst>
          </a:custGeom>
          <a:solidFill>
            <a:srgbClr val="8D9299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2" name="contour_09540"/>
          <p:cNvSpPr/>
          <p:nvPr/>
        </p:nvSpPr>
        <p:spPr>
          <a:xfrm>
            <a:off x="10395763" y="5597177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509"/>
                </a:lnTo>
                <a:lnTo>
                  <a:pt x="11956" y="1018"/>
                </a:lnTo>
                <a:lnTo>
                  <a:pt x="14346" y="1531"/>
                </a:lnTo>
                <a:lnTo>
                  <a:pt x="16747" y="2046"/>
                </a:lnTo>
                <a:lnTo>
                  <a:pt x="19163" y="2564"/>
                </a:lnTo>
                <a:lnTo>
                  <a:pt x="21600" y="3086"/>
                </a:lnTo>
                <a:lnTo>
                  <a:pt x="20808" y="5122"/>
                </a:lnTo>
                <a:lnTo>
                  <a:pt x="20016" y="7162"/>
                </a:lnTo>
                <a:lnTo>
                  <a:pt x="19220" y="9202"/>
                </a:lnTo>
                <a:lnTo>
                  <a:pt x="18425" y="11247"/>
                </a:lnTo>
                <a:lnTo>
                  <a:pt x="17629" y="13299"/>
                </a:lnTo>
                <a:lnTo>
                  <a:pt x="16826" y="15361"/>
                </a:lnTo>
                <a:lnTo>
                  <a:pt x="16024" y="17428"/>
                </a:lnTo>
                <a:lnTo>
                  <a:pt x="15214" y="19508"/>
                </a:lnTo>
                <a:lnTo>
                  <a:pt x="14400" y="21600"/>
                </a:lnTo>
                <a:lnTo>
                  <a:pt x="12024" y="21091"/>
                </a:lnTo>
                <a:lnTo>
                  <a:pt x="9644" y="20582"/>
                </a:lnTo>
                <a:lnTo>
                  <a:pt x="7254" y="20069"/>
                </a:lnTo>
                <a:lnTo>
                  <a:pt x="4853" y="19554"/>
                </a:lnTo>
                <a:lnTo>
                  <a:pt x="2437" y="19036"/>
                </a:lnTo>
                <a:lnTo>
                  <a:pt x="0" y="18514"/>
                </a:lnTo>
                <a:lnTo>
                  <a:pt x="792" y="16478"/>
                </a:lnTo>
                <a:lnTo>
                  <a:pt x="1584" y="14438"/>
                </a:lnTo>
                <a:lnTo>
                  <a:pt x="2380" y="12398"/>
                </a:lnTo>
                <a:lnTo>
                  <a:pt x="3175" y="10353"/>
                </a:lnTo>
                <a:lnTo>
                  <a:pt x="3971" y="8301"/>
                </a:lnTo>
                <a:lnTo>
                  <a:pt x="4774" y="6239"/>
                </a:lnTo>
                <a:lnTo>
                  <a:pt x="5576" y="4172"/>
                </a:lnTo>
                <a:lnTo>
                  <a:pt x="6386" y="2092"/>
                </a:lnTo>
                <a:lnTo>
                  <a:pt x="7200" y="0"/>
                </a:lnTo>
                <a:close/>
              </a:path>
            </a:pathLst>
          </a:custGeom>
          <a:solidFill>
            <a:srgbClr val="CCCECF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3" name="contour_09541"/>
          <p:cNvSpPr/>
          <p:nvPr/>
        </p:nvSpPr>
        <p:spPr>
          <a:xfrm>
            <a:off x="826630" y="5531586"/>
            <a:ext cx="58304" cy="74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598"/>
                </a:lnTo>
                <a:lnTo>
                  <a:pt x="13856" y="1196"/>
                </a:lnTo>
                <a:lnTo>
                  <a:pt x="15390" y="1796"/>
                </a:lnTo>
                <a:lnTo>
                  <a:pt x="16929" y="2398"/>
                </a:lnTo>
                <a:lnTo>
                  <a:pt x="18476" y="3004"/>
                </a:lnTo>
                <a:lnTo>
                  <a:pt x="20031" y="3612"/>
                </a:lnTo>
                <a:lnTo>
                  <a:pt x="21600" y="4225"/>
                </a:lnTo>
                <a:lnTo>
                  <a:pt x="19815" y="4225"/>
                </a:lnTo>
                <a:lnTo>
                  <a:pt x="18020" y="4225"/>
                </a:lnTo>
                <a:lnTo>
                  <a:pt x="16200" y="4225"/>
                </a:lnTo>
                <a:lnTo>
                  <a:pt x="16200" y="5480"/>
                </a:lnTo>
                <a:lnTo>
                  <a:pt x="16200" y="6739"/>
                </a:lnTo>
                <a:lnTo>
                  <a:pt x="16200" y="8002"/>
                </a:lnTo>
                <a:lnTo>
                  <a:pt x="16200" y="9276"/>
                </a:lnTo>
                <a:lnTo>
                  <a:pt x="16200" y="10562"/>
                </a:lnTo>
                <a:lnTo>
                  <a:pt x="14415" y="10562"/>
                </a:lnTo>
                <a:lnTo>
                  <a:pt x="12620" y="10562"/>
                </a:lnTo>
                <a:lnTo>
                  <a:pt x="10800" y="10562"/>
                </a:lnTo>
                <a:lnTo>
                  <a:pt x="10311" y="11944"/>
                </a:lnTo>
                <a:lnTo>
                  <a:pt x="10025" y="12956"/>
                </a:lnTo>
                <a:lnTo>
                  <a:pt x="9831" y="14090"/>
                </a:lnTo>
                <a:lnTo>
                  <a:pt x="9617" y="15844"/>
                </a:lnTo>
                <a:lnTo>
                  <a:pt x="9275" y="17574"/>
                </a:lnTo>
                <a:lnTo>
                  <a:pt x="9002" y="18702"/>
                </a:lnTo>
                <a:lnTo>
                  <a:pt x="8659" y="19720"/>
                </a:lnTo>
                <a:lnTo>
                  <a:pt x="8100" y="21125"/>
                </a:lnTo>
                <a:lnTo>
                  <a:pt x="6010" y="21442"/>
                </a:lnTo>
                <a:lnTo>
                  <a:pt x="4544" y="21600"/>
                </a:lnTo>
                <a:lnTo>
                  <a:pt x="3313" y="21600"/>
                </a:lnTo>
                <a:lnTo>
                  <a:pt x="1928" y="21442"/>
                </a:lnTo>
                <a:lnTo>
                  <a:pt x="0" y="21125"/>
                </a:lnTo>
                <a:lnTo>
                  <a:pt x="0" y="19728"/>
                </a:lnTo>
                <a:lnTo>
                  <a:pt x="0" y="18324"/>
                </a:lnTo>
                <a:lnTo>
                  <a:pt x="0" y="16900"/>
                </a:lnTo>
                <a:lnTo>
                  <a:pt x="1785" y="16900"/>
                </a:lnTo>
                <a:lnTo>
                  <a:pt x="3580" y="16900"/>
                </a:lnTo>
                <a:lnTo>
                  <a:pt x="5400" y="16900"/>
                </a:lnTo>
                <a:lnTo>
                  <a:pt x="5400" y="15506"/>
                </a:lnTo>
                <a:lnTo>
                  <a:pt x="5400" y="14109"/>
                </a:lnTo>
                <a:lnTo>
                  <a:pt x="5400" y="12713"/>
                </a:lnTo>
                <a:lnTo>
                  <a:pt x="5400" y="11312"/>
                </a:lnTo>
                <a:lnTo>
                  <a:pt x="5400" y="9907"/>
                </a:lnTo>
                <a:lnTo>
                  <a:pt x="5400" y="8496"/>
                </a:lnTo>
                <a:lnTo>
                  <a:pt x="5400" y="7081"/>
                </a:lnTo>
                <a:lnTo>
                  <a:pt x="5400" y="5657"/>
                </a:lnTo>
                <a:lnTo>
                  <a:pt x="5400" y="4225"/>
                </a:lnTo>
                <a:lnTo>
                  <a:pt x="7185" y="4225"/>
                </a:lnTo>
                <a:lnTo>
                  <a:pt x="8980" y="4225"/>
                </a:lnTo>
                <a:lnTo>
                  <a:pt x="10800" y="4225"/>
                </a:lnTo>
                <a:lnTo>
                  <a:pt x="10800" y="2829"/>
                </a:lnTo>
                <a:lnTo>
                  <a:pt x="10800" y="1424"/>
                </a:lnTo>
                <a:lnTo>
                  <a:pt x="10800" y="0"/>
                </a:lnTo>
                <a:close/>
              </a:path>
            </a:pathLst>
          </a:custGeom>
          <a:solidFill>
            <a:srgbClr val="474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4" name="contour_09542"/>
          <p:cNvSpPr/>
          <p:nvPr/>
        </p:nvSpPr>
        <p:spPr>
          <a:xfrm>
            <a:off x="8617493" y="5553450"/>
            <a:ext cx="87456" cy="36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0"/>
                </a:moveTo>
                <a:lnTo>
                  <a:pt x="20461" y="2238"/>
                </a:lnTo>
                <a:lnTo>
                  <a:pt x="20869" y="3877"/>
                </a:lnTo>
                <a:lnTo>
                  <a:pt x="21191" y="5718"/>
                </a:lnTo>
                <a:lnTo>
                  <a:pt x="21600" y="8560"/>
                </a:lnTo>
                <a:lnTo>
                  <a:pt x="20713" y="11038"/>
                </a:lnTo>
                <a:lnTo>
                  <a:pt x="19811" y="13143"/>
                </a:lnTo>
                <a:lnTo>
                  <a:pt x="18886" y="14911"/>
                </a:lnTo>
                <a:lnTo>
                  <a:pt x="17933" y="16379"/>
                </a:lnTo>
                <a:lnTo>
                  <a:pt x="16947" y="17590"/>
                </a:lnTo>
                <a:lnTo>
                  <a:pt x="15921" y="18578"/>
                </a:lnTo>
                <a:lnTo>
                  <a:pt x="14846" y="19392"/>
                </a:lnTo>
                <a:lnTo>
                  <a:pt x="13720" y="20059"/>
                </a:lnTo>
                <a:lnTo>
                  <a:pt x="12532" y="20624"/>
                </a:lnTo>
                <a:lnTo>
                  <a:pt x="11281" y="21125"/>
                </a:lnTo>
                <a:lnTo>
                  <a:pt x="9956" y="21600"/>
                </a:lnTo>
                <a:lnTo>
                  <a:pt x="8541" y="21309"/>
                </a:lnTo>
                <a:lnTo>
                  <a:pt x="7250" y="20676"/>
                </a:lnTo>
                <a:lnTo>
                  <a:pt x="6062" y="19721"/>
                </a:lnTo>
                <a:lnTo>
                  <a:pt x="4957" y="18467"/>
                </a:lnTo>
                <a:lnTo>
                  <a:pt x="3919" y="16939"/>
                </a:lnTo>
                <a:lnTo>
                  <a:pt x="2921" y="15159"/>
                </a:lnTo>
                <a:lnTo>
                  <a:pt x="1949" y="13156"/>
                </a:lnTo>
                <a:lnTo>
                  <a:pt x="983" y="10948"/>
                </a:lnTo>
                <a:lnTo>
                  <a:pt x="0" y="8560"/>
                </a:lnTo>
                <a:lnTo>
                  <a:pt x="1235" y="7708"/>
                </a:lnTo>
                <a:lnTo>
                  <a:pt x="2446" y="6967"/>
                </a:lnTo>
                <a:lnTo>
                  <a:pt x="3643" y="6334"/>
                </a:lnTo>
                <a:lnTo>
                  <a:pt x="4828" y="5799"/>
                </a:lnTo>
                <a:lnTo>
                  <a:pt x="6005" y="5363"/>
                </a:lnTo>
                <a:lnTo>
                  <a:pt x="7178" y="5012"/>
                </a:lnTo>
                <a:lnTo>
                  <a:pt x="8354" y="4746"/>
                </a:lnTo>
                <a:lnTo>
                  <a:pt x="9538" y="4554"/>
                </a:lnTo>
                <a:lnTo>
                  <a:pt x="10732" y="4438"/>
                </a:lnTo>
                <a:lnTo>
                  <a:pt x="11941" y="4382"/>
                </a:lnTo>
                <a:lnTo>
                  <a:pt x="13172" y="4387"/>
                </a:lnTo>
                <a:lnTo>
                  <a:pt x="14429" y="4442"/>
                </a:lnTo>
                <a:lnTo>
                  <a:pt x="15714" y="4545"/>
                </a:lnTo>
                <a:lnTo>
                  <a:pt x="17064" y="4327"/>
                </a:lnTo>
                <a:lnTo>
                  <a:pt x="17939" y="3779"/>
                </a:lnTo>
                <a:lnTo>
                  <a:pt x="18724" y="2478"/>
                </a:lnTo>
                <a:lnTo>
                  <a:pt x="19800" y="0"/>
                </a:lnTo>
                <a:close/>
              </a:path>
            </a:pathLst>
          </a:custGeom>
          <a:solidFill>
            <a:srgbClr val="E8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5" name="contour_09543"/>
          <p:cNvSpPr/>
          <p:nvPr/>
        </p:nvSpPr>
        <p:spPr>
          <a:xfrm>
            <a:off x="8355125" y="5546162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535"/>
                </a:lnTo>
                <a:lnTo>
                  <a:pt x="13781" y="1072"/>
                </a:lnTo>
                <a:lnTo>
                  <a:pt x="16364" y="1609"/>
                </a:lnTo>
                <a:lnTo>
                  <a:pt x="18969" y="2152"/>
                </a:lnTo>
                <a:lnTo>
                  <a:pt x="21600" y="2700"/>
                </a:lnTo>
                <a:lnTo>
                  <a:pt x="21406" y="4558"/>
                </a:lnTo>
                <a:lnTo>
                  <a:pt x="21177" y="6391"/>
                </a:lnTo>
                <a:lnTo>
                  <a:pt x="20896" y="8208"/>
                </a:lnTo>
                <a:lnTo>
                  <a:pt x="20550" y="10009"/>
                </a:lnTo>
                <a:lnTo>
                  <a:pt x="20123" y="11799"/>
                </a:lnTo>
                <a:lnTo>
                  <a:pt x="19596" y="13581"/>
                </a:lnTo>
                <a:lnTo>
                  <a:pt x="18956" y="15355"/>
                </a:lnTo>
                <a:lnTo>
                  <a:pt x="18192" y="17126"/>
                </a:lnTo>
                <a:lnTo>
                  <a:pt x="17280" y="18900"/>
                </a:lnTo>
                <a:lnTo>
                  <a:pt x="14412" y="19931"/>
                </a:lnTo>
                <a:lnTo>
                  <a:pt x="11755" y="20625"/>
                </a:lnTo>
                <a:lnTo>
                  <a:pt x="9141" y="21060"/>
                </a:lnTo>
                <a:lnTo>
                  <a:pt x="6415" y="21314"/>
                </a:lnTo>
                <a:lnTo>
                  <a:pt x="3421" y="21468"/>
                </a:lnTo>
                <a:lnTo>
                  <a:pt x="0" y="21600"/>
                </a:lnTo>
                <a:lnTo>
                  <a:pt x="372" y="20047"/>
                </a:lnTo>
                <a:lnTo>
                  <a:pt x="747" y="18495"/>
                </a:lnTo>
                <a:lnTo>
                  <a:pt x="1123" y="16942"/>
                </a:lnTo>
                <a:lnTo>
                  <a:pt x="1508" y="15390"/>
                </a:lnTo>
                <a:lnTo>
                  <a:pt x="1892" y="13838"/>
                </a:lnTo>
                <a:lnTo>
                  <a:pt x="2048" y="13195"/>
                </a:lnTo>
                <a:lnTo>
                  <a:pt x="2324" y="12064"/>
                </a:lnTo>
                <a:lnTo>
                  <a:pt x="2955" y="9472"/>
                </a:lnTo>
                <a:lnTo>
                  <a:pt x="3594" y="7730"/>
                </a:lnTo>
                <a:lnTo>
                  <a:pt x="4316" y="6110"/>
                </a:lnTo>
                <a:lnTo>
                  <a:pt x="5149" y="4568"/>
                </a:lnTo>
                <a:lnTo>
                  <a:pt x="6126" y="3064"/>
                </a:lnTo>
                <a:lnTo>
                  <a:pt x="7279" y="1558"/>
                </a:lnTo>
                <a:lnTo>
                  <a:pt x="8640" y="0"/>
                </a:lnTo>
                <a:close/>
              </a:path>
            </a:pathLst>
          </a:custGeom>
          <a:solidFill>
            <a:srgbClr val="575856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6" name="contour_09544"/>
          <p:cNvSpPr/>
          <p:nvPr/>
        </p:nvSpPr>
        <p:spPr>
          <a:xfrm>
            <a:off x="7312942" y="5546162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28" y="795"/>
                </a:lnTo>
                <a:lnTo>
                  <a:pt x="9930" y="1633"/>
                </a:lnTo>
                <a:lnTo>
                  <a:pt x="12343" y="3240"/>
                </a:lnTo>
                <a:lnTo>
                  <a:pt x="13157" y="3758"/>
                </a:lnTo>
                <a:lnTo>
                  <a:pt x="15620" y="5331"/>
                </a:lnTo>
                <a:lnTo>
                  <a:pt x="16854" y="6787"/>
                </a:lnTo>
                <a:lnTo>
                  <a:pt x="17771" y="8139"/>
                </a:lnTo>
                <a:lnTo>
                  <a:pt x="18539" y="9845"/>
                </a:lnTo>
                <a:lnTo>
                  <a:pt x="19323" y="12360"/>
                </a:lnTo>
                <a:lnTo>
                  <a:pt x="20285" y="16127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898" y="16066"/>
                </a:lnTo>
                <a:lnTo>
                  <a:pt x="1614" y="11845"/>
                </a:lnTo>
                <a:lnTo>
                  <a:pt x="2225" y="8692"/>
                </a:lnTo>
                <a:lnTo>
                  <a:pt x="2796" y="6346"/>
                </a:lnTo>
                <a:lnTo>
                  <a:pt x="3407" y="4558"/>
                </a:lnTo>
                <a:lnTo>
                  <a:pt x="4123" y="3072"/>
                </a:lnTo>
                <a:lnTo>
                  <a:pt x="5020" y="1637"/>
                </a:lnTo>
                <a:lnTo>
                  <a:pt x="6171" y="0"/>
                </a:lnTo>
                <a:close/>
              </a:path>
            </a:pathLst>
          </a:custGeom>
          <a:solidFill>
            <a:srgbClr val="C3C8CA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7" name="contour_09545"/>
          <p:cNvSpPr/>
          <p:nvPr/>
        </p:nvSpPr>
        <p:spPr>
          <a:xfrm>
            <a:off x="5665856" y="5531586"/>
            <a:ext cx="51016" cy="37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0"/>
                </a:lnTo>
                <a:lnTo>
                  <a:pt x="4280" y="841"/>
                </a:lnTo>
                <a:lnTo>
                  <a:pt x="6421" y="1261"/>
                </a:lnTo>
                <a:lnTo>
                  <a:pt x="8566" y="1685"/>
                </a:lnTo>
                <a:lnTo>
                  <a:pt x="10720" y="2106"/>
                </a:lnTo>
                <a:lnTo>
                  <a:pt x="12877" y="2530"/>
                </a:lnTo>
                <a:lnTo>
                  <a:pt x="15043" y="2955"/>
                </a:lnTo>
                <a:lnTo>
                  <a:pt x="17218" y="3383"/>
                </a:lnTo>
                <a:lnTo>
                  <a:pt x="19403" y="3812"/>
                </a:lnTo>
                <a:lnTo>
                  <a:pt x="21600" y="4245"/>
                </a:lnTo>
                <a:lnTo>
                  <a:pt x="20403" y="8754"/>
                </a:lnTo>
                <a:lnTo>
                  <a:pt x="19492" y="12074"/>
                </a:lnTo>
                <a:lnTo>
                  <a:pt x="18755" y="14498"/>
                </a:lnTo>
                <a:lnTo>
                  <a:pt x="18092" y="16332"/>
                </a:lnTo>
                <a:lnTo>
                  <a:pt x="17385" y="17864"/>
                </a:lnTo>
                <a:lnTo>
                  <a:pt x="16533" y="19397"/>
                </a:lnTo>
                <a:lnTo>
                  <a:pt x="15429" y="21226"/>
                </a:lnTo>
                <a:lnTo>
                  <a:pt x="13327" y="21600"/>
                </a:lnTo>
                <a:lnTo>
                  <a:pt x="11454" y="21592"/>
                </a:lnTo>
                <a:lnTo>
                  <a:pt x="9674" y="21239"/>
                </a:lnTo>
                <a:lnTo>
                  <a:pt x="7844" y="20581"/>
                </a:lnTo>
                <a:lnTo>
                  <a:pt x="5823" y="19651"/>
                </a:lnTo>
                <a:lnTo>
                  <a:pt x="4061" y="17703"/>
                </a:lnTo>
                <a:lnTo>
                  <a:pt x="2836" y="15788"/>
                </a:lnTo>
                <a:lnTo>
                  <a:pt x="1987" y="13704"/>
                </a:lnTo>
                <a:lnTo>
                  <a:pt x="1352" y="11250"/>
                </a:lnTo>
                <a:lnTo>
                  <a:pt x="771" y="8227"/>
                </a:lnTo>
                <a:lnTo>
                  <a:pt x="518" y="5510"/>
                </a:lnTo>
                <a:lnTo>
                  <a:pt x="259" y="2772"/>
                </a:lnTo>
                <a:lnTo>
                  <a:pt x="0" y="0"/>
                </a:lnTo>
                <a:close/>
              </a:path>
            </a:pathLst>
          </a:custGeom>
          <a:solidFill>
            <a:srgbClr val="EE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8" name="contour_09546"/>
          <p:cNvSpPr/>
          <p:nvPr/>
        </p:nvSpPr>
        <p:spPr>
          <a:xfrm>
            <a:off x="8639357" y="5502434"/>
            <a:ext cx="58304" cy="367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707"/>
                </a:lnTo>
                <a:lnTo>
                  <a:pt x="3564" y="1415"/>
                </a:lnTo>
                <a:lnTo>
                  <a:pt x="5349" y="2122"/>
                </a:lnTo>
                <a:lnTo>
                  <a:pt x="7136" y="2834"/>
                </a:lnTo>
                <a:lnTo>
                  <a:pt x="8926" y="3541"/>
                </a:lnTo>
                <a:lnTo>
                  <a:pt x="10719" y="4253"/>
                </a:lnTo>
                <a:lnTo>
                  <a:pt x="12517" y="4969"/>
                </a:lnTo>
                <a:lnTo>
                  <a:pt x="14321" y="5685"/>
                </a:lnTo>
                <a:lnTo>
                  <a:pt x="16130" y="6401"/>
                </a:lnTo>
                <a:lnTo>
                  <a:pt x="17944" y="7126"/>
                </a:lnTo>
                <a:lnTo>
                  <a:pt x="19769" y="7846"/>
                </a:lnTo>
                <a:lnTo>
                  <a:pt x="21600" y="8575"/>
                </a:lnTo>
                <a:lnTo>
                  <a:pt x="21065" y="11122"/>
                </a:lnTo>
                <a:lnTo>
                  <a:pt x="20528" y="13677"/>
                </a:lnTo>
                <a:lnTo>
                  <a:pt x="19991" y="16241"/>
                </a:lnTo>
                <a:lnTo>
                  <a:pt x="19448" y="18826"/>
                </a:lnTo>
                <a:lnTo>
                  <a:pt x="18900" y="21437"/>
                </a:lnTo>
                <a:lnTo>
                  <a:pt x="17024" y="21561"/>
                </a:lnTo>
                <a:lnTo>
                  <a:pt x="15611" y="21600"/>
                </a:lnTo>
                <a:lnTo>
                  <a:pt x="14399" y="21506"/>
                </a:lnTo>
                <a:lnTo>
                  <a:pt x="13119" y="21253"/>
                </a:lnTo>
                <a:lnTo>
                  <a:pt x="11502" y="20794"/>
                </a:lnTo>
                <a:lnTo>
                  <a:pt x="9283" y="20099"/>
                </a:lnTo>
                <a:lnTo>
                  <a:pt x="8510" y="19872"/>
                </a:lnTo>
                <a:lnTo>
                  <a:pt x="7152" y="19465"/>
                </a:lnTo>
                <a:lnTo>
                  <a:pt x="4039" y="18539"/>
                </a:lnTo>
                <a:lnTo>
                  <a:pt x="2705" y="18080"/>
                </a:lnTo>
                <a:lnTo>
                  <a:pt x="1361" y="17617"/>
                </a:lnTo>
                <a:lnTo>
                  <a:pt x="0" y="17150"/>
                </a:lnTo>
                <a:lnTo>
                  <a:pt x="0" y="14320"/>
                </a:lnTo>
                <a:lnTo>
                  <a:pt x="0" y="11486"/>
                </a:lnTo>
                <a:lnTo>
                  <a:pt x="0" y="8639"/>
                </a:lnTo>
                <a:lnTo>
                  <a:pt x="0" y="5779"/>
                </a:lnTo>
                <a:lnTo>
                  <a:pt x="0" y="2903"/>
                </a:lnTo>
                <a:lnTo>
                  <a:pt x="0" y="0"/>
                </a:lnTo>
                <a:close/>
              </a:path>
            </a:pathLst>
          </a:custGeom>
          <a:solidFill>
            <a:srgbClr val="846B40"/>
          </a:solidFill>
          <a:ln>
            <a:noFill/>
          </a:ln>
        </p:spPr>
        <p:txBody>
          <a:bodyPr/>
          <a:lstStyle/>
          <a:p/>
        </p:txBody>
      </p:sp>
      <p:sp>
        <p:nvSpPr>
          <p:cNvPr id="9549" name="contour_09547"/>
          <p:cNvSpPr/>
          <p:nvPr/>
        </p:nvSpPr>
        <p:spPr>
          <a:xfrm>
            <a:off x="5257729" y="5502434"/>
            <a:ext cx="6624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34" y="0"/>
                </a:moveTo>
                <a:lnTo>
                  <a:pt x="18045" y="688"/>
                </a:lnTo>
                <a:lnTo>
                  <a:pt x="19010" y="1292"/>
                </a:lnTo>
                <a:lnTo>
                  <a:pt x="19975" y="2149"/>
                </a:lnTo>
                <a:lnTo>
                  <a:pt x="21386" y="3600"/>
                </a:lnTo>
                <a:lnTo>
                  <a:pt x="21529" y="6386"/>
                </a:lnTo>
                <a:lnTo>
                  <a:pt x="21600" y="8341"/>
                </a:lnTo>
                <a:lnTo>
                  <a:pt x="21600" y="9983"/>
                </a:lnTo>
                <a:lnTo>
                  <a:pt x="21529" y="11830"/>
                </a:lnTo>
                <a:lnTo>
                  <a:pt x="21386" y="14400"/>
                </a:lnTo>
                <a:lnTo>
                  <a:pt x="19975" y="14400"/>
                </a:lnTo>
                <a:lnTo>
                  <a:pt x="18558" y="14400"/>
                </a:lnTo>
                <a:lnTo>
                  <a:pt x="17137" y="14400"/>
                </a:lnTo>
                <a:lnTo>
                  <a:pt x="15705" y="14400"/>
                </a:lnTo>
                <a:lnTo>
                  <a:pt x="14257" y="14400"/>
                </a:lnTo>
                <a:lnTo>
                  <a:pt x="14257" y="16780"/>
                </a:lnTo>
                <a:lnTo>
                  <a:pt x="14257" y="19174"/>
                </a:lnTo>
                <a:lnTo>
                  <a:pt x="14257" y="21600"/>
                </a:lnTo>
                <a:lnTo>
                  <a:pt x="13540" y="21420"/>
                </a:lnTo>
                <a:lnTo>
                  <a:pt x="12882" y="21251"/>
                </a:lnTo>
                <a:lnTo>
                  <a:pt x="12162" y="21071"/>
                </a:lnTo>
                <a:lnTo>
                  <a:pt x="11263" y="20844"/>
                </a:lnTo>
                <a:lnTo>
                  <a:pt x="10070" y="20542"/>
                </a:lnTo>
                <a:lnTo>
                  <a:pt x="8464" y="20138"/>
                </a:lnTo>
                <a:lnTo>
                  <a:pt x="6330" y="19598"/>
                </a:lnTo>
                <a:lnTo>
                  <a:pt x="3548" y="18896"/>
                </a:lnTo>
                <a:lnTo>
                  <a:pt x="0" y="18000"/>
                </a:lnTo>
                <a:lnTo>
                  <a:pt x="392" y="15624"/>
                </a:lnTo>
                <a:lnTo>
                  <a:pt x="784" y="13244"/>
                </a:lnTo>
                <a:lnTo>
                  <a:pt x="1179" y="10854"/>
                </a:lnTo>
                <a:lnTo>
                  <a:pt x="1575" y="8453"/>
                </a:lnTo>
                <a:lnTo>
                  <a:pt x="1975" y="6037"/>
                </a:lnTo>
                <a:lnTo>
                  <a:pt x="2376" y="3600"/>
                </a:lnTo>
                <a:lnTo>
                  <a:pt x="3555" y="5386"/>
                </a:lnTo>
                <a:lnTo>
                  <a:pt x="4752" y="7200"/>
                </a:lnTo>
                <a:lnTo>
                  <a:pt x="6440" y="7402"/>
                </a:lnTo>
                <a:lnTo>
                  <a:pt x="7635" y="7492"/>
                </a:lnTo>
                <a:lnTo>
                  <a:pt x="8913" y="7492"/>
                </a:lnTo>
                <a:lnTo>
                  <a:pt x="10840" y="7423"/>
                </a:lnTo>
                <a:lnTo>
                  <a:pt x="12468" y="7373"/>
                </a:lnTo>
                <a:lnTo>
                  <a:pt x="14117" y="7326"/>
                </a:lnTo>
                <a:lnTo>
                  <a:pt x="15367" y="7265"/>
                </a:lnTo>
                <a:lnTo>
                  <a:pt x="16634" y="7200"/>
                </a:lnTo>
                <a:lnTo>
                  <a:pt x="16634" y="4820"/>
                </a:lnTo>
                <a:lnTo>
                  <a:pt x="16634" y="2426"/>
                </a:lnTo>
                <a:lnTo>
                  <a:pt x="16634" y="0"/>
                </a:lnTo>
                <a:close/>
              </a:path>
            </a:pathLst>
          </a:custGeom>
          <a:solidFill>
            <a:srgbClr val="685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0" name="contour_09548"/>
          <p:cNvSpPr/>
          <p:nvPr/>
        </p:nvSpPr>
        <p:spPr>
          <a:xfrm>
            <a:off x="7939709" y="5516193"/>
            <a:ext cx="87456" cy="44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6"/>
                </a:moveTo>
                <a:lnTo>
                  <a:pt x="20774" y="1824"/>
                </a:lnTo>
                <a:lnTo>
                  <a:pt x="19944" y="3244"/>
                </a:lnTo>
                <a:lnTo>
                  <a:pt x="19111" y="4658"/>
                </a:lnTo>
                <a:lnTo>
                  <a:pt x="18275" y="6061"/>
                </a:lnTo>
                <a:lnTo>
                  <a:pt x="17438" y="7464"/>
                </a:lnTo>
                <a:lnTo>
                  <a:pt x="16664" y="8775"/>
                </a:lnTo>
                <a:lnTo>
                  <a:pt x="15885" y="10100"/>
                </a:lnTo>
                <a:lnTo>
                  <a:pt x="15097" y="11440"/>
                </a:lnTo>
                <a:lnTo>
                  <a:pt x="13918" y="12765"/>
                </a:lnTo>
                <a:lnTo>
                  <a:pt x="12845" y="13687"/>
                </a:lnTo>
                <a:lnTo>
                  <a:pt x="11826" y="14270"/>
                </a:lnTo>
                <a:lnTo>
                  <a:pt x="10805" y="14578"/>
                </a:lnTo>
                <a:lnTo>
                  <a:pt x="9731" y="14684"/>
                </a:lnTo>
                <a:lnTo>
                  <a:pt x="8546" y="14645"/>
                </a:lnTo>
                <a:lnTo>
                  <a:pt x="7200" y="14532"/>
                </a:lnTo>
                <a:lnTo>
                  <a:pt x="6475" y="16631"/>
                </a:lnTo>
                <a:lnTo>
                  <a:pt x="6046" y="18066"/>
                </a:lnTo>
                <a:lnTo>
                  <a:pt x="5744" y="19501"/>
                </a:lnTo>
                <a:lnTo>
                  <a:pt x="5400" y="21600"/>
                </a:lnTo>
                <a:lnTo>
                  <a:pt x="4509" y="19851"/>
                </a:lnTo>
                <a:lnTo>
                  <a:pt x="3616" y="18098"/>
                </a:lnTo>
                <a:lnTo>
                  <a:pt x="2720" y="16338"/>
                </a:lnTo>
                <a:lnTo>
                  <a:pt x="1820" y="14571"/>
                </a:lnTo>
                <a:lnTo>
                  <a:pt x="914" y="12793"/>
                </a:lnTo>
                <a:lnTo>
                  <a:pt x="0" y="10998"/>
                </a:lnTo>
                <a:lnTo>
                  <a:pt x="1199" y="9860"/>
                </a:lnTo>
                <a:lnTo>
                  <a:pt x="2378" y="8754"/>
                </a:lnTo>
                <a:lnTo>
                  <a:pt x="3542" y="7679"/>
                </a:lnTo>
                <a:lnTo>
                  <a:pt x="4696" y="6648"/>
                </a:lnTo>
                <a:lnTo>
                  <a:pt x="5843" y="5665"/>
                </a:lnTo>
                <a:lnTo>
                  <a:pt x="6984" y="4739"/>
                </a:lnTo>
                <a:lnTo>
                  <a:pt x="8125" y="3873"/>
                </a:lnTo>
                <a:lnTo>
                  <a:pt x="9270" y="3078"/>
                </a:lnTo>
                <a:lnTo>
                  <a:pt x="10418" y="2357"/>
                </a:lnTo>
                <a:lnTo>
                  <a:pt x="11578" y="1718"/>
                </a:lnTo>
                <a:lnTo>
                  <a:pt x="12749" y="1170"/>
                </a:lnTo>
                <a:lnTo>
                  <a:pt x="13937" y="717"/>
                </a:lnTo>
                <a:lnTo>
                  <a:pt x="15145" y="368"/>
                </a:lnTo>
                <a:lnTo>
                  <a:pt x="16376" y="127"/>
                </a:lnTo>
                <a:lnTo>
                  <a:pt x="17633" y="4"/>
                </a:lnTo>
                <a:lnTo>
                  <a:pt x="18922" y="0"/>
                </a:lnTo>
                <a:lnTo>
                  <a:pt x="20243" y="131"/>
                </a:lnTo>
                <a:lnTo>
                  <a:pt x="21600" y="396"/>
                </a:lnTo>
                <a:close/>
              </a:path>
            </a:pathLst>
          </a:custGeom>
          <a:solidFill>
            <a:srgbClr val="E7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1" name="contour_09549"/>
          <p:cNvSpPr/>
          <p:nvPr/>
        </p:nvSpPr>
        <p:spPr>
          <a:xfrm>
            <a:off x="6518668" y="5502434"/>
            <a:ext cx="2903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35" y="0"/>
                </a:moveTo>
                <a:lnTo>
                  <a:pt x="8686" y="1086"/>
                </a:lnTo>
                <a:lnTo>
                  <a:pt x="11337" y="2097"/>
                </a:lnTo>
                <a:lnTo>
                  <a:pt x="13413" y="3102"/>
                </a:lnTo>
                <a:lnTo>
                  <a:pt x="15040" y="4175"/>
                </a:lnTo>
                <a:lnTo>
                  <a:pt x="16330" y="5387"/>
                </a:lnTo>
                <a:lnTo>
                  <a:pt x="17420" y="6813"/>
                </a:lnTo>
                <a:lnTo>
                  <a:pt x="18423" y="8521"/>
                </a:lnTo>
                <a:lnTo>
                  <a:pt x="18737" y="9698"/>
                </a:lnTo>
                <a:lnTo>
                  <a:pt x="19030" y="10876"/>
                </a:lnTo>
                <a:lnTo>
                  <a:pt x="19307" y="12053"/>
                </a:lnTo>
                <a:lnTo>
                  <a:pt x="19567" y="13230"/>
                </a:lnTo>
                <a:lnTo>
                  <a:pt x="19881" y="14440"/>
                </a:lnTo>
                <a:lnTo>
                  <a:pt x="20201" y="15669"/>
                </a:lnTo>
                <a:lnTo>
                  <a:pt x="20575" y="17150"/>
                </a:lnTo>
                <a:lnTo>
                  <a:pt x="20928" y="18632"/>
                </a:lnTo>
                <a:lnTo>
                  <a:pt x="21269" y="20116"/>
                </a:lnTo>
                <a:lnTo>
                  <a:pt x="21600" y="21600"/>
                </a:lnTo>
                <a:lnTo>
                  <a:pt x="17691" y="21287"/>
                </a:lnTo>
                <a:lnTo>
                  <a:pt x="14888" y="21019"/>
                </a:lnTo>
                <a:lnTo>
                  <a:pt x="12416" y="20691"/>
                </a:lnTo>
                <a:lnTo>
                  <a:pt x="9493" y="20198"/>
                </a:lnTo>
                <a:lnTo>
                  <a:pt x="5335" y="19440"/>
                </a:lnTo>
                <a:lnTo>
                  <a:pt x="3877" y="17764"/>
                </a:lnTo>
                <a:lnTo>
                  <a:pt x="2939" y="16539"/>
                </a:lnTo>
                <a:lnTo>
                  <a:pt x="2320" y="15412"/>
                </a:lnTo>
                <a:lnTo>
                  <a:pt x="1827" y="14021"/>
                </a:lnTo>
                <a:lnTo>
                  <a:pt x="1269" y="12014"/>
                </a:lnTo>
                <a:lnTo>
                  <a:pt x="851" y="10679"/>
                </a:lnTo>
                <a:lnTo>
                  <a:pt x="428" y="9336"/>
                </a:lnTo>
                <a:lnTo>
                  <a:pt x="0" y="7973"/>
                </a:lnTo>
                <a:lnTo>
                  <a:pt x="33" y="6361"/>
                </a:lnTo>
                <a:lnTo>
                  <a:pt x="282" y="4983"/>
                </a:lnTo>
                <a:lnTo>
                  <a:pt x="840" y="3748"/>
                </a:lnTo>
                <a:lnTo>
                  <a:pt x="1805" y="2564"/>
                </a:lnTo>
                <a:lnTo>
                  <a:pt x="3269" y="1346"/>
                </a:lnTo>
                <a:lnTo>
                  <a:pt x="5335" y="0"/>
                </a:lnTo>
                <a:close/>
              </a:path>
            </a:pathLst>
          </a:custGeom>
          <a:solidFill>
            <a:srgbClr val="F8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2" name="contour_09550"/>
          <p:cNvSpPr/>
          <p:nvPr/>
        </p:nvSpPr>
        <p:spPr>
          <a:xfrm>
            <a:off x="8515461" y="5473282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345" y="2376"/>
                </a:lnTo>
                <a:lnTo>
                  <a:pt x="19791" y="4756"/>
                </a:lnTo>
                <a:lnTo>
                  <a:pt x="20239" y="7146"/>
                </a:lnTo>
                <a:lnTo>
                  <a:pt x="20690" y="9547"/>
                </a:lnTo>
                <a:lnTo>
                  <a:pt x="21144" y="11963"/>
                </a:lnTo>
                <a:lnTo>
                  <a:pt x="21600" y="14400"/>
                </a:lnTo>
                <a:lnTo>
                  <a:pt x="19818" y="14994"/>
                </a:lnTo>
                <a:lnTo>
                  <a:pt x="18036" y="15588"/>
                </a:lnTo>
                <a:lnTo>
                  <a:pt x="16251" y="16182"/>
                </a:lnTo>
                <a:lnTo>
                  <a:pt x="14464" y="16780"/>
                </a:lnTo>
                <a:lnTo>
                  <a:pt x="12674" y="17374"/>
                </a:lnTo>
                <a:lnTo>
                  <a:pt x="10881" y="17971"/>
                </a:lnTo>
                <a:lnTo>
                  <a:pt x="9083" y="18572"/>
                </a:lnTo>
                <a:lnTo>
                  <a:pt x="7279" y="19174"/>
                </a:lnTo>
                <a:lnTo>
                  <a:pt x="5470" y="19775"/>
                </a:lnTo>
                <a:lnTo>
                  <a:pt x="3656" y="20383"/>
                </a:lnTo>
                <a:lnTo>
                  <a:pt x="1831" y="20988"/>
                </a:lnTo>
                <a:lnTo>
                  <a:pt x="0" y="21600"/>
                </a:lnTo>
                <a:lnTo>
                  <a:pt x="869" y="17507"/>
                </a:lnTo>
                <a:lnTo>
                  <a:pt x="1555" y="14364"/>
                </a:lnTo>
                <a:lnTo>
                  <a:pt x="2125" y="11956"/>
                </a:lnTo>
                <a:lnTo>
                  <a:pt x="2638" y="10076"/>
                </a:lnTo>
                <a:lnTo>
                  <a:pt x="3159" y="8510"/>
                </a:lnTo>
                <a:lnTo>
                  <a:pt x="3750" y="7049"/>
                </a:lnTo>
                <a:lnTo>
                  <a:pt x="4477" y="5483"/>
                </a:lnTo>
                <a:lnTo>
                  <a:pt x="5400" y="3600"/>
                </a:lnTo>
                <a:lnTo>
                  <a:pt x="7058" y="2700"/>
                </a:lnTo>
                <a:lnTo>
                  <a:pt x="8705" y="1962"/>
                </a:lnTo>
                <a:lnTo>
                  <a:pt x="10349" y="1372"/>
                </a:lnTo>
                <a:lnTo>
                  <a:pt x="12004" y="911"/>
                </a:lnTo>
                <a:lnTo>
                  <a:pt x="13676" y="562"/>
                </a:lnTo>
                <a:lnTo>
                  <a:pt x="15374" y="306"/>
                </a:lnTo>
                <a:lnTo>
                  <a:pt x="17113" y="122"/>
                </a:lnTo>
                <a:lnTo>
                  <a:pt x="18900" y="0"/>
                </a:lnTo>
                <a:close/>
              </a:path>
            </a:pathLst>
          </a:custGeom>
          <a:solidFill>
            <a:srgbClr val="4D4D47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3" name="contour_09551"/>
          <p:cNvSpPr/>
          <p:nvPr/>
        </p:nvSpPr>
        <p:spPr>
          <a:xfrm>
            <a:off x="6977695" y="5443415"/>
            <a:ext cx="36440" cy="66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47"/>
                </a:lnTo>
                <a:lnTo>
                  <a:pt x="13751" y="95"/>
                </a:lnTo>
                <a:lnTo>
                  <a:pt x="16368" y="140"/>
                </a:lnTo>
                <a:lnTo>
                  <a:pt x="18982" y="188"/>
                </a:lnTo>
                <a:lnTo>
                  <a:pt x="21600" y="233"/>
                </a:lnTo>
                <a:lnTo>
                  <a:pt x="21082" y="1762"/>
                </a:lnTo>
                <a:lnTo>
                  <a:pt x="20555" y="3291"/>
                </a:lnTo>
                <a:lnTo>
                  <a:pt x="20019" y="4815"/>
                </a:lnTo>
                <a:lnTo>
                  <a:pt x="19479" y="6341"/>
                </a:lnTo>
                <a:lnTo>
                  <a:pt x="18930" y="7868"/>
                </a:lnTo>
                <a:lnTo>
                  <a:pt x="18377" y="9392"/>
                </a:lnTo>
                <a:lnTo>
                  <a:pt x="17820" y="10916"/>
                </a:lnTo>
                <a:lnTo>
                  <a:pt x="17310" y="12448"/>
                </a:lnTo>
                <a:lnTo>
                  <a:pt x="16792" y="14003"/>
                </a:lnTo>
                <a:lnTo>
                  <a:pt x="16243" y="15453"/>
                </a:lnTo>
                <a:lnTo>
                  <a:pt x="15695" y="16925"/>
                </a:lnTo>
                <a:lnTo>
                  <a:pt x="15219" y="18271"/>
                </a:lnTo>
                <a:lnTo>
                  <a:pt x="14736" y="19637"/>
                </a:lnTo>
                <a:lnTo>
                  <a:pt x="13854" y="20612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901" y="20043"/>
                </a:lnTo>
                <a:lnTo>
                  <a:pt x="3491" y="18485"/>
                </a:lnTo>
                <a:lnTo>
                  <a:pt x="3084" y="16928"/>
                </a:lnTo>
                <a:lnTo>
                  <a:pt x="2683" y="15370"/>
                </a:lnTo>
                <a:lnTo>
                  <a:pt x="2285" y="13810"/>
                </a:lnTo>
                <a:lnTo>
                  <a:pt x="1892" y="12251"/>
                </a:lnTo>
                <a:lnTo>
                  <a:pt x="1525" y="10919"/>
                </a:lnTo>
                <a:lnTo>
                  <a:pt x="1158" y="9565"/>
                </a:lnTo>
                <a:lnTo>
                  <a:pt x="847" y="8179"/>
                </a:lnTo>
                <a:lnTo>
                  <a:pt x="583" y="6790"/>
                </a:lnTo>
                <a:lnTo>
                  <a:pt x="363" y="5396"/>
                </a:lnTo>
                <a:lnTo>
                  <a:pt x="173" y="4003"/>
                </a:lnTo>
                <a:lnTo>
                  <a:pt x="0" y="2607"/>
                </a:lnTo>
                <a:lnTo>
                  <a:pt x="2562" y="1232"/>
                </a:lnTo>
                <a:lnTo>
                  <a:pt x="4303" y="501"/>
                </a:lnTo>
                <a:lnTo>
                  <a:pt x="6026" y="173"/>
                </a:lnTo>
                <a:lnTo>
                  <a:pt x="8523" y="0"/>
                </a:lnTo>
                <a:close/>
              </a:path>
            </a:pathLst>
          </a:custGeom>
          <a:solidFill>
            <a:srgbClr val="B6AB88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4" name="contour_09552"/>
          <p:cNvSpPr/>
          <p:nvPr/>
        </p:nvSpPr>
        <p:spPr>
          <a:xfrm>
            <a:off x="5410776" y="5407690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611"/>
                </a:lnTo>
                <a:lnTo>
                  <a:pt x="15084" y="1225"/>
                </a:lnTo>
                <a:lnTo>
                  <a:pt x="17237" y="1839"/>
                </a:lnTo>
                <a:lnTo>
                  <a:pt x="19408" y="2459"/>
                </a:lnTo>
                <a:lnTo>
                  <a:pt x="21600" y="3086"/>
                </a:lnTo>
                <a:lnTo>
                  <a:pt x="21204" y="5122"/>
                </a:lnTo>
                <a:lnTo>
                  <a:pt x="20808" y="7162"/>
                </a:lnTo>
                <a:lnTo>
                  <a:pt x="20412" y="9202"/>
                </a:lnTo>
                <a:lnTo>
                  <a:pt x="20012" y="11247"/>
                </a:lnTo>
                <a:lnTo>
                  <a:pt x="19613" y="13299"/>
                </a:lnTo>
                <a:lnTo>
                  <a:pt x="19213" y="15361"/>
                </a:lnTo>
                <a:lnTo>
                  <a:pt x="18810" y="17428"/>
                </a:lnTo>
                <a:lnTo>
                  <a:pt x="18407" y="19508"/>
                </a:lnTo>
                <a:lnTo>
                  <a:pt x="18000" y="21600"/>
                </a:lnTo>
                <a:lnTo>
                  <a:pt x="13352" y="21001"/>
                </a:lnTo>
                <a:lnTo>
                  <a:pt x="9810" y="20535"/>
                </a:lnTo>
                <a:lnTo>
                  <a:pt x="7164" y="20165"/>
                </a:lnTo>
                <a:lnTo>
                  <a:pt x="5206" y="19860"/>
                </a:lnTo>
                <a:lnTo>
                  <a:pt x="3719" y="19576"/>
                </a:lnTo>
                <a:lnTo>
                  <a:pt x="2495" y="19283"/>
                </a:lnTo>
                <a:lnTo>
                  <a:pt x="1328" y="18940"/>
                </a:lnTo>
                <a:lnTo>
                  <a:pt x="0" y="18514"/>
                </a:lnTo>
                <a:lnTo>
                  <a:pt x="0" y="16475"/>
                </a:lnTo>
                <a:lnTo>
                  <a:pt x="0" y="14423"/>
                </a:lnTo>
                <a:lnTo>
                  <a:pt x="0" y="12343"/>
                </a:lnTo>
                <a:lnTo>
                  <a:pt x="2380" y="12343"/>
                </a:lnTo>
                <a:lnTo>
                  <a:pt x="4774" y="12343"/>
                </a:lnTo>
                <a:lnTo>
                  <a:pt x="7200" y="12343"/>
                </a:lnTo>
                <a:lnTo>
                  <a:pt x="8276" y="10316"/>
                </a:lnTo>
                <a:lnTo>
                  <a:pt x="8860" y="8714"/>
                </a:lnTo>
                <a:lnTo>
                  <a:pt x="9450" y="6171"/>
                </a:lnTo>
                <a:lnTo>
                  <a:pt x="9857" y="4450"/>
                </a:lnTo>
                <a:lnTo>
                  <a:pt x="10267" y="2700"/>
                </a:lnTo>
                <a:lnTo>
                  <a:pt x="10534" y="1361"/>
                </a:lnTo>
                <a:lnTo>
                  <a:pt x="10800" y="0"/>
                </a:lnTo>
                <a:close/>
              </a:path>
            </a:pathLst>
          </a:custGeom>
          <a:solidFill>
            <a:srgbClr val="29282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5" name="contour_09553"/>
          <p:cNvSpPr/>
          <p:nvPr/>
        </p:nvSpPr>
        <p:spPr>
          <a:xfrm>
            <a:off x="5316033" y="5414978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338" y="0"/>
                </a:lnTo>
                <a:lnTo>
                  <a:pt x="11484" y="0"/>
                </a:lnTo>
                <a:lnTo>
                  <a:pt x="13637" y="0"/>
                </a:lnTo>
                <a:lnTo>
                  <a:pt x="15808" y="0"/>
                </a:lnTo>
                <a:lnTo>
                  <a:pt x="18000" y="0"/>
                </a:lnTo>
                <a:lnTo>
                  <a:pt x="18356" y="2138"/>
                </a:lnTo>
                <a:lnTo>
                  <a:pt x="18713" y="4280"/>
                </a:lnTo>
                <a:lnTo>
                  <a:pt x="19069" y="6421"/>
                </a:lnTo>
                <a:lnTo>
                  <a:pt x="19429" y="8566"/>
                </a:lnTo>
                <a:lnTo>
                  <a:pt x="19786" y="10720"/>
                </a:lnTo>
                <a:lnTo>
                  <a:pt x="20146" y="12877"/>
                </a:lnTo>
                <a:lnTo>
                  <a:pt x="20506" y="15043"/>
                </a:lnTo>
                <a:lnTo>
                  <a:pt x="20869" y="17218"/>
                </a:lnTo>
                <a:lnTo>
                  <a:pt x="21233" y="19403"/>
                </a:lnTo>
                <a:lnTo>
                  <a:pt x="21600" y="21600"/>
                </a:lnTo>
                <a:lnTo>
                  <a:pt x="20513" y="21446"/>
                </a:lnTo>
                <a:lnTo>
                  <a:pt x="19516" y="21301"/>
                </a:lnTo>
                <a:lnTo>
                  <a:pt x="18425" y="21146"/>
                </a:lnTo>
                <a:lnTo>
                  <a:pt x="17064" y="20952"/>
                </a:lnTo>
                <a:lnTo>
                  <a:pt x="15257" y="20693"/>
                </a:lnTo>
                <a:lnTo>
                  <a:pt x="12823" y="20347"/>
                </a:lnTo>
                <a:lnTo>
                  <a:pt x="9590" y="19884"/>
                </a:lnTo>
                <a:lnTo>
                  <a:pt x="5375" y="19283"/>
                </a:lnTo>
                <a:lnTo>
                  <a:pt x="0" y="18514"/>
                </a:lnTo>
                <a:lnTo>
                  <a:pt x="936" y="16555"/>
                </a:lnTo>
                <a:lnTo>
                  <a:pt x="1876" y="14595"/>
                </a:lnTo>
                <a:lnTo>
                  <a:pt x="2812" y="12639"/>
                </a:lnTo>
                <a:lnTo>
                  <a:pt x="3751" y="10680"/>
                </a:lnTo>
                <a:lnTo>
                  <a:pt x="4687" y="8720"/>
                </a:lnTo>
                <a:lnTo>
                  <a:pt x="5623" y="6761"/>
                </a:lnTo>
                <a:lnTo>
                  <a:pt x="6534" y="4588"/>
                </a:lnTo>
                <a:lnTo>
                  <a:pt x="7002" y="3160"/>
                </a:lnTo>
                <a:lnTo>
                  <a:pt x="7175" y="1842"/>
                </a:lnTo>
                <a:lnTo>
                  <a:pt x="7200" y="0"/>
                </a:lnTo>
                <a:close/>
              </a:path>
            </a:pathLst>
          </a:custGeom>
          <a:solidFill>
            <a:srgbClr val="18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6" name="contour_09554"/>
          <p:cNvSpPr/>
          <p:nvPr/>
        </p:nvSpPr>
        <p:spPr>
          <a:xfrm>
            <a:off x="4579945" y="5435938"/>
            <a:ext cx="131184" cy="300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" y="649"/>
                </a:moveTo>
                <a:lnTo>
                  <a:pt x="2022" y="304"/>
                </a:lnTo>
                <a:lnTo>
                  <a:pt x="2844" y="94"/>
                </a:lnTo>
                <a:lnTo>
                  <a:pt x="3666" y="0"/>
                </a:lnTo>
                <a:lnTo>
                  <a:pt x="4488" y="10"/>
                </a:lnTo>
                <a:lnTo>
                  <a:pt x="5311" y="105"/>
                </a:lnTo>
                <a:lnTo>
                  <a:pt x="6133" y="267"/>
                </a:lnTo>
                <a:lnTo>
                  <a:pt x="6956" y="477"/>
                </a:lnTo>
                <a:lnTo>
                  <a:pt x="7780" y="723"/>
                </a:lnTo>
                <a:lnTo>
                  <a:pt x="8603" y="979"/>
                </a:lnTo>
                <a:lnTo>
                  <a:pt x="9427" y="1236"/>
                </a:lnTo>
                <a:lnTo>
                  <a:pt x="10247" y="1456"/>
                </a:lnTo>
                <a:lnTo>
                  <a:pt x="11068" y="1650"/>
                </a:lnTo>
                <a:lnTo>
                  <a:pt x="11887" y="1823"/>
                </a:lnTo>
                <a:lnTo>
                  <a:pt x="12707" y="1980"/>
                </a:lnTo>
                <a:lnTo>
                  <a:pt x="13528" y="2132"/>
                </a:lnTo>
                <a:lnTo>
                  <a:pt x="14177" y="2305"/>
                </a:lnTo>
                <a:lnTo>
                  <a:pt x="14827" y="2477"/>
                </a:lnTo>
                <a:lnTo>
                  <a:pt x="15476" y="2655"/>
                </a:lnTo>
                <a:lnTo>
                  <a:pt x="16126" y="2839"/>
                </a:lnTo>
                <a:lnTo>
                  <a:pt x="16916" y="3043"/>
                </a:lnTo>
                <a:lnTo>
                  <a:pt x="17713" y="3247"/>
                </a:lnTo>
                <a:lnTo>
                  <a:pt x="18521" y="3457"/>
                </a:lnTo>
                <a:lnTo>
                  <a:pt x="19141" y="4258"/>
                </a:lnTo>
                <a:lnTo>
                  <a:pt x="19766" y="5065"/>
                </a:lnTo>
                <a:lnTo>
                  <a:pt x="20400" y="5887"/>
                </a:lnTo>
                <a:lnTo>
                  <a:pt x="20638" y="8998"/>
                </a:lnTo>
                <a:lnTo>
                  <a:pt x="20876" y="12120"/>
                </a:lnTo>
                <a:lnTo>
                  <a:pt x="21115" y="15252"/>
                </a:lnTo>
                <a:lnTo>
                  <a:pt x="21356" y="18410"/>
                </a:lnTo>
                <a:lnTo>
                  <a:pt x="21600" y="21600"/>
                </a:lnTo>
                <a:lnTo>
                  <a:pt x="20778" y="21202"/>
                </a:lnTo>
                <a:lnTo>
                  <a:pt x="19955" y="20804"/>
                </a:lnTo>
                <a:lnTo>
                  <a:pt x="19133" y="20406"/>
                </a:lnTo>
                <a:lnTo>
                  <a:pt x="18310" y="20003"/>
                </a:lnTo>
                <a:lnTo>
                  <a:pt x="17486" y="19604"/>
                </a:lnTo>
                <a:lnTo>
                  <a:pt x="16662" y="19206"/>
                </a:lnTo>
                <a:lnTo>
                  <a:pt x="15839" y="18808"/>
                </a:lnTo>
                <a:lnTo>
                  <a:pt x="15014" y="18405"/>
                </a:lnTo>
                <a:lnTo>
                  <a:pt x="14189" y="18007"/>
                </a:lnTo>
                <a:lnTo>
                  <a:pt x="13363" y="17604"/>
                </a:lnTo>
                <a:lnTo>
                  <a:pt x="12536" y="17206"/>
                </a:lnTo>
                <a:lnTo>
                  <a:pt x="11710" y="16802"/>
                </a:lnTo>
                <a:lnTo>
                  <a:pt x="10880" y="16404"/>
                </a:lnTo>
                <a:lnTo>
                  <a:pt x="10052" y="16001"/>
                </a:lnTo>
                <a:lnTo>
                  <a:pt x="9222" y="15598"/>
                </a:lnTo>
                <a:lnTo>
                  <a:pt x="8390" y="15194"/>
                </a:lnTo>
                <a:lnTo>
                  <a:pt x="7558" y="14791"/>
                </a:lnTo>
                <a:lnTo>
                  <a:pt x="6724" y="14388"/>
                </a:lnTo>
                <a:lnTo>
                  <a:pt x="5888" y="13979"/>
                </a:lnTo>
                <a:lnTo>
                  <a:pt x="5052" y="13576"/>
                </a:lnTo>
                <a:lnTo>
                  <a:pt x="4214" y="13167"/>
                </a:lnTo>
                <a:lnTo>
                  <a:pt x="3374" y="12759"/>
                </a:lnTo>
                <a:lnTo>
                  <a:pt x="2534" y="12356"/>
                </a:lnTo>
                <a:lnTo>
                  <a:pt x="1691" y="11947"/>
                </a:lnTo>
                <a:lnTo>
                  <a:pt x="846" y="11533"/>
                </a:lnTo>
                <a:lnTo>
                  <a:pt x="0" y="11125"/>
                </a:lnTo>
                <a:lnTo>
                  <a:pt x="298" y="8532"/>
                </a:lnTo>
                <a:lnTo>
                  <a:pt x="595" y="5929"/>
                </a:lnTo>
                <a:lnTo>
                  <a:pt x="896" y="3305"/>
                </a:lnTo>
                <a:lnTo>
                  <a:pt x="1200" y="649"/>
                </a:lnTo>
                <a:close/>
              </a:path>
            </a:pathLst>
          </a:custGeom>
          <a:solidFill>
            <a:srgbClr val="63557C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7" name="contour_09555"/>
          <p:cNvSpPr/>
          <p:nvPr/>
        </p:nvSpPr>
        <p:spPr>
          <a:xfrm>
            <a:off x="4434186" y="5414978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6" y="0"/>
                </a:lnTo>
                <a:lnTo>
                  <a:pt x="5582" y="0"/>
                </a:lnTo>
                <a:lnTo>
                  <a:pt x="7200" y="0"/>
                </a:lnTo>
                <a:lnTo>
                  <a:pt x="7200" y="2856"/>
                </a:lnTo>
                <a:lnTo>
                  <a:pt x="7200" y="5728"/>
                </a:lnTo>
                <a:lnTo>
                  <a:pt x="7200" y="8640"/>
                </a:lnTo>
                <a:lnTo>
                  <a:pt x="8722" y="9508"/>
                </a:lnTo>
                <a:lnTo>
                  <a:pt x="9838" y="10027"/>
                </a:lnTo>
                <a:lnTo>
                  <a:pt x="11098" y="10385"/>
                </a:lnTo>
                <a:lnTo>
                  <a:pt x="13051" y="10800"/>
                </a:lnTo>
                <a:lnTo>
                  <a:pt x="14998" y="11215"/>
                </a:lnTo>
                <a:lnTo>
                  <a:pt x="16289" y="11573"/>
                </a:lnTo>
                <a:lnTo>
                  <a:pt x="17496" y="12092"/>
                </a:lnTo>
                <a:lnTo>
                  <a:pt x="19200" y="12960"/>
                </a:lnTo>
                <a:lnTo>
                  <a:pt x="19795" y="15098"/>
                </a:lnTo>
                <a:lnTo>
                  <a:pt x="20390" y="17245"/>
                </a:lnTo>
                <a:lnTo>
                  <a:pt x="20993" y="19410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466" y="16023"/>
                </a:lnTo>
                <a:lnTo>
                  <a:pt x="828" y="11772"/>
                </a:lnTo>
                <a:lnTo>
                  <a:pt x="1116" y="8597"/>
                </a:lnTo>
                <a:lnTo>
                  <a:pt x="1354" y="6247"/>
                </a:lnTo>
                <a:lnTo>
                  <a:pt x="1574" y="4463"/>
                </a:lnTo>
                <a:lnTo>
                  <a:pt x="1802" y="2994"/>
                </a:lnTo>
                <a:lnTo>
                  <a:pt x="2069" y="1594"/>
                </a:lnTo>
                <a:lnTo>
                  <a:pt x="2400" y="0"/>
                </a:lnTo>
                <a:close/>
              </a:path>
            </a:pathLst>
          </a:custGeom>
          <a:solidFill>
            <a:srgbClr val="424340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8" name="contour_09556"/>
          <p:cNvSpPr/>
          <p:nvPr/>
        </p:nvSpPr>
        <p:spPr>
          <a:xfrm>
            <a:off x="3778266" y="5429554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709" y="427"/>
                </a:lnTo>
                <a:lnTo>
                  <a:pt x="6134" y="780"/>
                </a:lnTo>
                <a:lnTo>
                  <a:pt x="7366" y="1191"/>
                </a:lnTo>
                <a:lnTo>
                  <a:pt x="8791" y="1787"/>
                </a:lnTo>
                <a:lnTo>
                  <a:pt x="10800" y="2700"/>
                </a:lnTo>
                <a:lnTo>
                  <a:pt x="10743" y="3983"/>
                </a:lnTo>
                <a:lnTo>
                  <a:pt x="10689" y="5273"/>
                </a:lnTo>
                <a:lnTo>
                  <a:pt x="10633" y="6583"/>
                </a:lnTo>
                <a:lnTo>
                  <a:pt x="10657" y="7201"/>
                </a:lnTo>
                <a:lnTo>
                  <a:pt x="10700" y="8294"/>
                </a:lnTo>
                <a:lnTo>
                  <a:pt x="10800" y="10800"/>
                </a:lnTo>
                <a:lnTo>
                  <a:pt x="12247" y="11788"/>
                </a:lnTo>
                <a:lnTo>
                  <a:pt x="13727" y="12679"/>
                </a:lnTo>
                <a:lnTo>
                  <a:pt x="15239" y="13489"/>
                </a:lnTo>
                <a:lnTo>
                  <a:pt x="16783" y="14229"/>
                </a:lnTo>
                <a:lnTo>
                  <a:pt x="18357" y="14917"/>
                </a:lnTo>
                <a:lnTo>
                  <a:pt x="19964" y="15568"/>
                </a:lnTo>
                <a:lnTo>
                  <a:pt x="21600" y="16200"/>
                </a:lnTo>
                <a:lnTo>
                  <a:pt x="20987" y="17804"/>
                </a:lnTo>
                <a:lnTo>
                  <a:pt x="20504" y="18900"/>
                </a:lnTo>
                <a:lnTo>
                  <a:pt x="19891" y="19996"/>
                </a:lnTo>
                <a:lnTo>
                  <a:pt x="18900" y="21600"/>
                </a:lnTo>
                <a:lnTo>
                  <a:pt x="17115" y="21600"/>
                </a:lnTo>
                <a:lnTo>
                  <a:pt x="15320" y="21600"/>
                </a:lnTo>
                <a:lnTo>
                  <a:pt x="13500" y="21600"/>
                </a:lnTo>
                <a:lnTo>
                  <a:pt x="13500" y="19815"/>
                </a:lnTo>
                <a:lnTo>
                  <a:pt x="13500" y="18020"/>
                </a:lnTo>
                <a:lnTo>
                  <a:pt x="13500" y="16200"/>
                </a:lnTo>
                <a:lnTo>
                  <a:pt x="11850" y="15636"/>
                </a:lnTo>
                <a:lnTo>
                  <a:pt x="10192" y="15174"/>
                </a:lnTo>
                <a:lnTo>
                  <a:pt x="8529" y="14799"/>
                </a:lnTo>
                <a:lnTo>
                  <a:pt x="6853" y="14488"/>
                </a:lnTo>
                <a:lnTo>
                  <a:pt x="5162" y="14224"/>
                </a:lnTo>
                <a:lnTo>
                  <a:pt x="3459" y="13983"/>
                </a:lnTo>
                <a:lnTo>
                  <a:pt x="1739" y="13748"/>
                </a:lnTo>
                <a:lnTo>
                  <a:pt x="0" y="13500"/>
                </a:lnTo>
                <a:lnTo>
                  <a:pt x="335" y="11829"/>
                </a:lnTo>
                <a:lnTo>
                  <a:pt x="670" y="10157"/>
                </a:lnTo>
                <a:lnTo>
                  <a:pt x="1004" y="8481"/>
                </a:lnTo>
                <a:lnTo>
                  <a:pt x="1339" y="6801"/>
                </a:lnTo>
                <a:lnTo>
                  <a:pt x="1677" y="5114"/>
                </a:lnTo>
                <a:lnTo>
                  <a:pt x="2017" y="3418"/>
                </a:lnTo>
                <a:lnTo>
                  <a:pt x="2357" y="1714"/>
                </a:lnTo>
                <a:lnTo>
                  <a:pt x="2700" y="0"/>
                </a:lnTo>
                <a:close/>
              </a:path>
            </a:pathLst>
          </a:custGeom>
          <a:solidFill>
            <a:srgbClr val="DBD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9559" name="contour_09557"/>
          <p:cNvSpPr/>
          <p:nvPr/>
        </p:nvSpPr>
        <p:spPr>
          <a:xfrm>
            <a:off x="549693" y="5407238"/>
            <a:ext cx="38575" cy="44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32" y="0"/>
                </a:moveTo>
                <a:lnTo>
                  <a:pt x="16470" y="71"/>
                </a:lnTo>
                <a:lnTo>
                  <a:pt x="18425" y="146"/>
                </a:lnTo>
                <a:lnTo>
                  <a:pt x="20404" y="221"/>
                </a:lnTo>
                <a:lnTo>
                  <a:pt x="20874" y="2840"/>
                </a:lnTo>
                <a:lnTo>
                  <a:pt x="21261" y="5395"/>
                </a:lnTo>
                <a:lnTo>
                  <a:pt x="21514" y="7914"/>
                </a:lnTo>
                <a:lnTo>
                  <a:pt x="21600" y="10415"/>
                </a:lnTo>
                <a:lnTo>
                  <a:pt x="21469" y="12920"/>
                </a:lnTo>
                <a:lnTo>
                  <a:pt x="21082" y="15454"/>
                </a:lnTo>
                <a:lnTo>
                  <a:pt x="20404" y="18037"/>
                </a:lnTo>
                <a:lnTo>
                  <a:pt x="17931" y="19002"/>
                </a:lnTo>
                <a:lnTo>
                  <a:pt x="15454" y="19769"/>
                </a:lnTo>
                <a:lnTo>
                  <a:pt x="12969" y="20360"/>
                </a:lnTo>
                <a:lnTo>
                  <a:pt x="10463" y="20798"/>
                </a:lnTo>
                <a:lnTo>
                  <a:pt x="7925" y="21119"/>
                </a:lnTo>
                <a:lnTo>
                  <a:pt x="5338" y="21340"/>
                </a:lnTo>
                <a:lnTo>
                  <a:pt x="2702" y="21490"/>
                </a:lnTo>
                <a:lnTo>
                  <a:pt x="0" y="21600"/>
                </a:lnTo>
                <a:lnTo>
                  <a:pt x="433" y="19426"/>
                </a:lnTo>
                <a:lnTo>
                  <a:pt x="877" y="17256"/>
                </a:lnTo>
                <a:lnTo>
                  <a:pt x="1326" y="15087"/>
                </a:lnTo>
                <a:lnTo>
                  <a:pt x="1783" y="12913"/>
                </a:lnTo>
                <a:lnTo>
                  <a:pt x="2277" y="10490"/>
                </a:lnTo>
                <a:lnTo>
                  <a:pt x="2783" y="8031"/>
                </a:lnTo>
                <a:lnTo>
                  <a:pt x="3812" y="5145"/>
                </a:lnTo>
                <a:lnTo>
                  <a:pt x="4983" y="3054"/>
                </a:lnTo>
                <a:lnTo>
                  <a:pt x="6468" y="1625"/>
                </a:lnTo>
                <a:lnTo>
                  <a:pt x="8439" y="723"/>
                </a:lnTo>
                <a:lnTo>
                  <a:pt x="11071" y="228"/>
                </a:lnTo>
                <a:lnTo>
                  <a:pt x="14532" y="0"/>
                </a:lnTo>
                <a:close/>
              </a:path>
            </a:pathLst>
          </a:custGeom>
          <a:solidFill>
            <a:srgbClr val="F5DC88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0" name="contour_09558"/>
          <p:cNvSpPr/>
          <p:nvPr/>
        </p:nvSpPr>
        <p:spPr>
          <a:xfrm>
            <a:off x="8347837" y="5422266"/>
            <a:ext cx="72071" cy="519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53" y="0"/>
                </a:moveTo>
                <a:lnTo>
                  <a:pt x="6723" y="709"/>
                </a:lnTo>
                <a:lnTo>
                  <a:pt x="7234" y="2844"/>
                </a:lnTo>
                <a:lnTo>
                  <a:pt x="8307" y="4778"/>
                </a:lnTo>
                <a:lnTo>
                  <a:pt x="9447" y="6172"/>
                </a:lnTo>
                <a:lnTo>
                  <a:pt x="10685" y="7164"/>
                </a:lnTo>
                <a:lnTo>
                  <a:pt x="12050" y="7888"/>
                </a:lnTo>
                <a:lnTo>
                  <a:pt x="13575" y="8485"/>
                </a:lnTo>
                <a:lnTo>
                  <a:pt x="15290" y="9095"/>
                </a:lnTo>
                <a:lnTo>
                  <a:pt x="14857" y="10895"/>
                </a:lnTo>
                <a:lnTo>
                  <a:pt x="14423" y="12702"/>
                </a:lnTo>
                <a:lnTo>
                  <a:pt x="13988" y="14515"/>
                </a:lnTo>
                <a:lnTo>
                  <a:pt x="13549" y="16343"/>
                </a:lnTo>
                <a:lnTo>
                  <a:pt x="13105" y="18189"/>
                </a:lnTo>
                <a:lnTo>
                  <a:pt x="14549" y="18189"/>
                </a:lnTo>
                <a:lnTo>
                  <a:pt x="16002" y="18189"/>
                </a:lnTo>
                <a:lnTo>
                  <a:pt x="17474" y="18189"/>
                </a:lnTo>
                <a:lnTo>
                  <a:pt x="18147" y="15934"/>
                </a:lnTo>
                <a:lnTo>
                  <a:pt x="18597" y="14333"/>
                </a:lnTo>
                <a:lnTo>
                  <a:pt x="18929" y="12951"/>
                </a:lnTo>
                <a:lnTo>
                  <a:pt x="19248" y="11350"/>
                </a:lnTo>
                <a:lnTo>
                  <a:pt x="19658" y="9095"/>
                </a:lnTo>
                <a:lnTo>
                  <a:pt x="20521" y="11032"/>
                </a:lnTo>
                <a:lnTo>
                  <a:pt x="21137" y="12745"/>
                </a:lnTo>
                <a:lnTo>
                  <a:pt x="21497" y="14433"/>
                </a:lnTo>
                <a:lnTo>
                  <a:pt x="21600" y="16307"/>
                </a:lnTo>
                <a:lnTo>
                  <a:pt x="21432" y="18568"/>
                </a:lnTo>
                <a:lnTo>
                  <a:pt x="20106" y="20448"/>
                </a:lnTo>
                <a:lnTo>
                  <a:pt x="19101" y="21236"/>
                </a:lnTo>
                <a:lnTo>
                  <a:pt x="17559" y="21600"/>
                </a:lnTo>
                <a:lnTo>
                  <a:pt x="16231" y="21579"/>
                </a:lnTo>
                <a:lnTo>
                  <a:pt x="14903" y="21524"/>
                </a:lnTo>
                <a:lnTo>
                  <a:pt x="13575" y="21439"/>
                </a:lnTo>
                <a:lnTo>
                  <a:pt x="12247" y="21336"/>
                </a:lnTo>
                <a:lnTo>
                  <a:pt x="10921" y="21221"/>
                </a:lnTo>
                <a:lnTo>
                  <a:pt x="10921" y="19217"/>
                </a:lnTo>
                <a:lnTo>
                  <a:pt x="10921" y="17201"/>
                </a:lnTo>
                <a:lnTo>
                  <a:pt x="10921" y="15158"/>
                </a:lnTo>
                <a:lnTo>
                  <a:pt x="9569" y="15534"/>
                </a:lnTo>
                <a:lnTo>
                  <a:pt x="8217" y="15910"/>
                </a:lnTo>
                <a:lnTo>
                  <a:pt x="6861" y="16286"/>
                </a:lnTo>
                <a:lnTo>
                  <a:pt x="5502" y="16662"/>
                </a:lnTo>
                <a:lnTo>
                  <a:pt x="4137" y="17041"/>
                </a:lnTo>
                <a:lnTo>
                  <a:pt x="2765" y="17422"/>
                </a:lnTo>
                <a:lnTo>
                  <a:pt x="1387" y="17804"/>
                </a:lnTo>
                <a:lnTo>
                  <a:pt x="0" y="18189"/>
                </a:lnTo>
                <a:lnTo>
                  <a:pt x="411" y="15934"/>
                </a:lnTo>
                <a:lnTo>
                  <a:pt x="730" y="14333"/>
                </a:lnTo>
                <a:lnTo>
                  <a:pt x="1062" y="12951"/>
                </a:lnTo>
                <a:lnTo>
                  <a:pt x="1511" y="11350"/>
                </a:lnTo>
                <a:lnTo>
                  <a:pt x="2184" y="9095"/>
                </a:lnTo>
                <a:lnTo>
                  <a:pt x="3628" y="9095"/>
                </a:lnTo>
                <a:lnTo>
                  <a:pt x="5081" y="9095"/>
                </a:lnTo>
                <a:lnTo>
                  <a:pt x="6553" y="9095"/>
                </a:lnTo>
                <a:lnTo>
                  <a:pt x="6553" y="7294"/>
                </a:lnTo>
                <a:lnTo>
                  <a:pt x="6553" y="5487"/>
                </a:lnTo>
                <a:lnTo>
                  <a:pt x="6553" y="3674"/>
                </a:lnTo>
                <a:lnTo>
                  <a:pt x="6553" y="1846"/>
                </a:lnTo>
                <a:lnTo>
                  <a:pt x="6553" y="0"/>
                </a:lnTo>
                <a:close/>
              </a:path>
            </a:pathLst>
          </a:custGeom>
          <a:solidFill>
            <a:srgbClr val="6B6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1" name="contour_09559"/>
          <p:cNvSpPr/>
          <p:nvPr/>
        </p:nvSpPr>
        <p:spPr>
          <a:xfrm>
            <a:off x="6919391" y="5420130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96"/>
                </a:moveTo>
                <a:lnTo>
                  <a:pt x="2646" y="722"/>
                </a:lnTo>
                <a:lnTo>
                  <a:pt x="5231" y="335"/>
                </a:lnTo>
                <a:lnTo>
                  <a:pt x="7772" y="82"/>
                </a:lnTo>
                <a:lnTo>
                  <a:pt x="10300" y="0"/>
                </a:lnTo>
                <a:lnTo>
                  <a:pt x="12830" y="131"/>
                </a:lnTo>
                <a:lnTo>
                  <a:pt x="15390" y="514"/>
                </a:lnTo>
                <a:lnTo>
                  <a:pt x="18000" y="1196"/>
                </a:lnTo>
                <a:lnTo>
                  <a:pt x="18979" y="3669"/>
                </a:lnTo>
                <a:lnTo>
                  <a:pt x="19750" y="6142"/>
                </a:lnTo>
                <a:lnTo>
                  <a:pt x="20347" y="8627"/>
                </a:lnTo>
                <a:lnTo>
                  <a:pt x="20794" y="11133"/>
                </a:lnTo>
                <a:lnTo>
                  <a:pt x="21114" y="13675"/>
                </a:lnTo>
                <a:lnTo>
                  <a:pt x="21341" y="16258"/>
                </a:lnTo>
                <a:lnTo>
                  <a:pt x="21492" y="18894"/>
                </a:lnTo>
                <a:lnTo>
                  <a:pt x="21600" y="21600"/>
                </a:lnTo>
                <a:lnTo>
                  <a:pt x="19253" y="21384"/>
                </a:lnTo>
                <a:lnTo>
                  <a:pt x="16949" y="21127"/>
                </a:lnTo>
                <a:lnTo>
                  <a:pt x="14677" y="20804"/>
                </a:lnTo>
                <a:lnTo>
                  <a:pt x="12434" y="20396"/>
                </a:lnTo>
                <a:lnTo>
                  <a:pt x="10213" y="19882"/>
                </a:lnTo>
                <a:lnTo>
                  <a:pt x="8006" y="19245"/>
                </a:lnTo>
                <a:lnTo>
                  <a:pt x="5803" y="18466"/>
                </a:lnTo>
                <a:lnTo>
                  <a:pt x="3600" y="17519"/>
                </a:lnTo>
                <a:lnTo>
                  <a:pt x="2369" y="14814"/>
                </a:lnTo>
                <a:lnTo>
                  <a:pt x="1508" y="12255"/>
                </a:lnTo>
                <a:lnTo>
                  <a:pt x="932" y="9733"/>
                </a:lnTo>
                <a:lnTo>
                  <a:pt x="544" y="7125"/>
                </a:lnTo>
                <a:lnTo>
                  <a:pt x="263" y="4322"/>
                </a:lnTo>
                <a:lnTo>
                  <a:pt x="0" y="1196"/>
                </a:lnTo>
                <a:close/>
              </a:path>
            </a:pathLst>
          </a:custGeom>
          <a:solidFill>
            <a:srgbClr val="DFDED6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2" name="contour_09560"/>
          <p:cNvSpPr/>
          <p:nvPr/>
        </p:nvSpPr>
        <p:spPr>
          <a:xfrm>
            <a:off x="7254638" y="541497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098" y="86"/>
                </a:lnTo>
                <a:lnTo>
                  <a:pt x="7072" y="277"/>
                </a:lnTo>
                <a:lnTo>
                  <a:pt x="9016" y="569"/>
                </a:lnTo>
                <a:lnTo>
                  <a:pt x="10939" y="968"/>
                </a:lnTo>
                <a:lnTo>
                  <a:pt x="12846" y="1472"/>
                </a:lnTo>
                <a:lnTo>
                  <a:pt x="14737" y="2081"/>
                </a:lnTo>
                <a:lnTo>
                  <a:pt x="16626" y="2790"/>
                </a:lnTo>
                <a:lnTo>
                  <a:pt x="18514" y="3600"/>
                </a:lnTo>
                <a:lnTo>
                  <a:pt x="19835" y="6170"/>
                </a:lnTo>
                <a:lnTo>
                  <a:pt x="20656" y="8017"/>
                </a:lnTo>
                <a:lnTo>
                  <a:pt x="21125" y="9659"/>
                </a:lnTo>
                <a:lnTo>
                  <a:pt x="21390" y="11614"/>
                </a:lnTo>
                <a:lnTo>
                  <a:pt x="21600" y="14400"/>
                </a:lnTo>
                <a:lnTo>
                  <a:pt x="20699" y="16736"/>
                </a:lnTo>
                <a:lnTo>
                  <a:pt x="20076" y="18263"/>
                </a:lnTo>
                <a:lnTo>
                  <a:pt x="19443" y="19660"/>
                </a:lnTo>
                <a:lnTo>
                  <a:pt x="18514" y="21600"/>
                </a:lnTo>
                <a:lnTo>
                  <a:pt x="14574" y="20153"/>
                </a:lnTo>
                <a:lnTo>
                  <a:pt x="11399" y="18947"/>
                </a:lnTo>
                <a:lnTo>
                  <a:pt x="8875" y="17906"/>
                </a:lnTo>
                <a:lnTo>
                  <a:pt x="6897" y="16952"/>
                </a:lnTo>
                <a:lnTo>
                  <a:pt x="5354" y="16013"/>
                </a:lnTo>
                <a:lnTo>
                  <a:pt x="4141" y="15005"/>
                </a:lnTo>
                <a:lnTo>
                  <a:pt x="3144" y="13853"/>
                </a:lnTo>
                <a:lnTo>
                  <a:pt x="2262" y="12485"/>
                </a:lnTo>
                <a:lnTo>
                  <a:pt x="1376" y="10818"/>
                </a:lnTo>
                <a:lnTo>
                  <a:pt x="386" y="8777"/>
                </a:lnTo>
                <a:lnTo>
                  <a:pt x="259" y="7067"/>
                </a:lnTo>
                <a:lnTo>
                  <a:pt x="130" y="5346"/>
                </a:lnTo>
                <a:lnTo>
                  <a:pt x="0" y="3600"/>
                </a:lnTo>
                <a:lnTo>
                  <a:pt x="1531" y="1814"/>
                </a:lnTo>
                <a:lnTo>
                  <a:pt x="3086" y="0"/>
                </a:lnTo>
                <a:close/>
              </a:path>
            </a:pathLst>
          </a:custGeom>
          <a:solidFill>
            <a:srgbClr val="C1B18A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3" name="contour_09561"/>
          <p:cNvSpPr/>
          <p:nvPr/>
        </p:nvSpPr>
        <p:spPr>
          <a:xfrm>
            <a:off x="8238517" y="5414978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151"/>
                </a:lnTo>
                <a:lnTo>
                  <a:pt x="2341" y="292"/>
                </a:lnTo>
                <a:lnTo>
                  <a:pt x="3646" y="456"/>
                </a:lnTo>
                <a:lnTo>
                  <a:pt x="5374" y="672"/>
                </a:lnTo>
                <a:lnTo>
                  <a:pt x="7780" y="972"/>
                </a:lnTo>
                <a:lnTo>
                  <a:pt x="11115" y="1390"/>
                </a:lnTo>
                <a:lnTo>
                  <a:pt x="15638" y="1955"/>
                </a:lnTo>
                <a:lnTo>
                  <a:pt x="21600" y="2700"/>
                </a:lnTo>
                <a:lnTo>
                  <a:pt x="20287" y="4482"/>
                </a:lnTo>
                <a:lnTo>
                  <a:pt x="18960" y="6175"/>
                </a:lnTo>
                <a:lnTo>
                  <a:pt x="17613" y="7787"/>
                </a:lnTo>
                <a:lnTo>
                  <a:pt x="16230" y="9329"/>
                </a:lnTo>
                <a:lnTo>
                  <a:pt x="14796" y="10808"/>
                </a:lnTo>
                <a:lnTo>
                  <a:pt x="13301" y="12234"/>
                </a:lnTo>
                <a:lnTo>
                  <a:pt x="11733" y="13621"/>
                </a:lnTo>
                <a:lnTo>
                  <a:pt x="10074" y="14974"/>
                </a:lnTo>
                <a:lnTo>
                  <a:pt x="8312" y="16305"/>
                </a:lnTo>
                <a:lnTo>
                  <a:pt x="6437" y="17626"/>
                </a:lnTo>
                <a:lnTo>
                  <a:pt x="4437" y="18940"/>
                </a:lnTo>
                <a:lnTo>
                  <a:pt x="2294" y="20261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DF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4" name="contour_09562"/>
          <p:cNvSpPr/>
          <p:nvPr/>
        </p:nvSpPr>
        <p:spPr>
          <a:xfrm>
            <a:off x="717310" y="5400402"/>
            <a:ext cx="80168" cy="376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332" y="468"/>
                </a:lnTo>
                <a:lnTo>
                  <a:pt x="12846" y="907"/>
                </a:lnTo>
                <a:lnTo>
                  <a:pt x="13439" y="1409"/>
                </a:lnTo>
                <a:lnTo>
                  <a:pt x="14225" y="2077"/>
                </a:lnTo>
                <a:lnTo>
                  <a:pt x="15318" y="3009"/>
                </a:lnTo>
                <a:lnTo>
                  <a:pt x="16834" y="4301"/>
                </a:lnTo>
                <a:lnTo>
                  <a:pt x="18890" y="6052"/>
                </a:lnTo>
                <a:lnTo>
                  <a:pt x="21600" y="8359"/>
                </a:lnTo>
                <a:lnTo>
                  <a:pt x="20699" y="11193"/>
                </a:lnTo>
                <a:lnTo>
                  <a:pt x="19878" y="13571"/>
                </a:lnTo>
                <a:lnTo>
                  <a:pt x="19055" y="15615"/>
                </a:lnTo>
                <a:lnTo>
                  <a:pt x="18142" y="17441"/>
                </a:lnTo>
                <a:lnTo>
                  <a:pt x="17054" y="19163"/>
                </a:lnTo>
                <a:lnTo>
                  <a:pt x="15709" y="20898"/>
                </a:lnTo>
                <a:lnTo>
                  <a:pt x="14391" y="21149"/>
                </a:lnTo>
                <a:lnTo>
                  <a:pt x="13078" y="21341"/>
                </a:lnTo>
                <a:lnTo>
                  <a:pt x="11770" y="21479"/>
                </a:lnTo>
                <a:lnTo>
                  <a:pt x="10464" y="21562"/>
                </a:lnTo>
                <a:lnTo>
                  <a:pt x="9160" y="21600"/>
                </a:lnTo>
                <a:lnTo>
                  <a:pt x="7857" y="21596"/>
                </a:lnTo>
                <a:lnTo>
                  <a:pt x="6555" y="21550"/>
                </a:lnTo>
                <a:lnTo>
                  <a:pt x="5251" y="21470"/>
                </a:lnTo>
                <a:lnTo>
                  <a:pt x="3943" y="21362"/>
                </a:lnTo>
                <a:lnTo>
                  <a:pt x="2633" y="21228"/>
                </a:lnTo>
                <a:lnTo>
                  <a:pt x="1320" y="21073"/>
                </a:lnTo>
                <a:lnTo>
                  <a:pt x="0" y="20898"/>
                </a:lnTo>
                <a:lnTo>
                  <a:pt x="0" y="18825"/>
                </a:lnTo>
                <a:lnTo>
                  <a:pt x="0" y="16718"/>
                </a:lnTo>
                <a:lnTo>
                  <a:pt x="1031" y="17011"/>
                </a:lnTo>
                <a:lnTo>
                  <a:pt x="2079" y="17308"/>
                </a:lnTo>
                <a:lnTo>
                  <a:pt x="3421" y="17517"/>
                </a:lnTo>
                <a:lnTo>
                  <a:pt x="4709" y="17650"/>
                </a:lnTo>
                <a:lnTo>
                  <a:pt x="5967" y="17671"/>
                </a:lnTo>
                <a:lnTo>
                  <a:pt x="7222" y="17550"/>
                </a:lnTo>
                <a:lnTo>
                  <a:pt x="8497" y="17245"/>
                </a:lnTo>
                <a:lnTo>
                  <a:pt x="9818" y="16718"/>
                </a:lnTo>
                <a:lnTo>
                  <a:pt x="10519" y="13981"/>
                </a:lnTo>
                <a:lnTo>
                  <a:pt x="10998" y="11377"/>
                </a:lnTo>
                <a:lnTo>
                  <a:pt x="11311" y="8790"/>
                </a:lnTo>
                <a:lnTo>
                  <a:pt x="11509" y="6106"/>
                </a:lnTo>
                <a:lnTo>
                  <a:pt x="11648" y="3214"/>
                </a:lnTo>
                <a:lnTo>
                  <a:pt x="11782" y="0"/>
                </a:lnTo>
                <a:close/>
              </a:path>
            </a:pathLst>
          </a:custGeom>
          <a:solidFill>
            <a:srgbClr val="25252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5" name="contour_09563"/>
          <p:cNvSpPr/>
          <p:nvPr/>
        </p:nvSpPr>
        <p:spPr>
          <a:xfrm>
            <a:off x="688158" y="5385826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5" y="0"/>
                </a:lnTo>
                <a:lnTo>
                  <a:pt x="7177" y="0"/>
                </a:lnTo>
                <a:lnTo>
                  <a:pt x="9257" y="0"/>
                </a:lnTo>
                <a:lnTo>
                  <a:pt x="9004" y="1466"/>
                </a:lnTo>
                <a:lnTo>
                  <a:pt x="8745" y="2941"/>
                </a:lnTo>
                <a:lnTo>
                  <a:pt x="8486" y="4437"/>
                </a:lnTo>
                <a:lnTo>
                  <a:pt x="8739" y="6029"/>
                </a:lnTo>
                <a:lnTo>
                  <a:pt x="8998" y="7631"/>
                </a:lnTo>
                <a:lnTo>
                  <a:pt x="9257" y="9257"/>
                </a:lnTo>
                <a:lnTo>
                  <a:pt x="11170" y="9930"/>
                </a:lnTo>
                <a:lnTo>
                  <a:pt x="13056" y="10445"/>
                </a:lnTo>
                <a:lnTo>
                  <a:pt x="14947" y="10834"/>
                </a:lnTo>
                <a:lnTo>
                  <a:pt x="16885" y="11139"/>
                </a:lnTo>
                <a:lnTo>
                  <a:pt x="18900" y="11389"/>
                </a:lnTo>
                <a:lnTo>
                  <a:pt x="19570" y="11627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19745" y="19307"/>
                </a:lnTo>
                <a:lnTo>
                  <a:pt x="17876" y="19955"/>
                </a:lnTo>
                <a:lnTo>
                  <a:pt x="15984" y="20471"/>
                </a:lnTo>
                <a:lnTo>
                  <a:pt x="14071" y="20869"/>
                </a:lnTo>
                <a:lnTo>
                  <a:pt x="12133" y="21162"/>
                </a:lnTo>
                <a:lnTo>
                  <a:pt x="10174" y="21375"/>
                </a:lnTo>
                <a:lnTo>
                  <a:pt x="8186" y="21514"/>
                </a:lnTo>
                <a:lnTo>
                  <a:pt x="6171" y="21600"/>
                </a:lnTo>
                <a:lnTo>
                  <a:pt x="3687" y="20418"/>
                </a:lnTo>
                <a:lnTo>
                  <a:pt x="2219" y="19381"/>
                </a:lnTo>
                <a:lnTo>
                  <a:pt x="1182" y="17913"/>
                </a:lnTo>
                <a:lnTo>
                  <a:pt x="0" y="15429"/>
                </a:lnTo>
                <a:lnTo>
                  <a:pt x="86" y="13414"/>
                </a:lnTo>
                <a:lnTo>
                  <a:pt x="225" y="11426"/>
                </a:lnTo>
                <a:lnTo>
                  <a:pt x="438" y="9467"/>
                </a:lnTo>
                <a:lnTo>
                  <a:pt x="731" y="7529"/>
                </a:lnTo>
                <a:lnTo>
                  <a:pt x="1129" y="5616"/>
                </a:lnTo>
                <a:lnTo>
                  <a:pt x="1645" y="3724"/>
                </a:lnTo>
                <a:lnTo>
                  <a:pt x="2293" y="1855"/>
                </a:lnTo>
                <a:lnTo>
                  <a:pt x="3086" y="0"/>
                </a:lnTo>
                <a:close/>
              </a:path>
            </a:pathLst>
          </a:custGeom>
          <a:solidFill>
            <a:srgbClr val="4B4A4B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6" name="contour_09564"/>
          <p:cNvSpPr/>
          <p:nvPr/>
        </p:nvSpPr>
        <p:spPr>
          <a:xfrm>
            <a:off x="3763690" y="537853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46"/>
                </a:lnTo>
                <a:lnTo>
                  <a:pt x="21600" y="9547"/>
                </a:lnTo>
                <a:lnTo>
                  <a:pt x="21600" y="11963"/>
                </a:lnTo>
                <a:lnTo>
                  <a:pt x="21600" y="14400"/>
                </a:lnTo>
                <a:lnTo>
                  <a:pt x="19560" y="14400"/>
                </a:lnTo>
                <a:lnTo>
                  <a:pt x="17508" y="14400"/>
                </a:lnTo>
                <a:lnTo>
                  <a:pt x="15429" y="14400"/>
                </a:lnTo>
                <a:lnTo>
                  <a:pt x="15429" y="16780"/>
                </a:lnTo>
                <a:lnTo>
                  <a:pt x="15429" y="19174"/>
                </a:lnTo>
                <a:lnTo>
                  <a:pt x="15429" y="21600"/>
                </a:lnTo>
                <a:lnTo>
                  <a:pt x="11861" y="21056"/>
                </a:lnTo>
                <a:lnTo>
                  <a:pt x="9353" y="20621"/>
                </a:lnTo>
                <a:lnTo>
                  <a:pt x="7566" y="20200"/>
                </a:lnTo>
                <a:lnTo>
                  <a:pt x="6153" y="19688"/>
                </a:lnTo>
                <a:lnTo>
                  <a:pt x="4774" y="18990"/>
                </a:lnTo>
                <a:lnTo>
                  <a:pt x="3086" y="18000"/>
                </a:lnTo>
                <a:lnTo>
                  <a:pt x="2154" y="15617"/>
                </a:lnTo>
                <a:lnTo>
                  <a:pt x="1469" y="13324"/>
                </a:lnTo>
                <a:lnTo>
                  <a:pt x="969" y="11048"/>
                </a:lnTo>
                <a:lnTo>
                  <a:pt x="596" y="8716"/>
                </a:lnTo>
                <a:lnTo>
                  <a:pt x="293" y="6260"/>
                </a:lnTo>
                <a:lnTo>
                  <a:pt x="0" y="3600"/>
                </a:lnTo>
                <a:lnTo>
                  <a:pt x="1830" y="3146"/>
                </a:lnTo>
                <a:lnTo>
                  <a:pt x="3663" y="2696"/>
                </a:lnTo>
                <a:lnTo>
                  <a:pt x="5496" y="2246"/>
                </a:lnTo>
                <a:lnTo>
                  <a:pt x="7329" y="1800"/>
                </a:lnTo>
                <a:lnTo>
                  <a:pt x="9374" y="1296"/>
                </a:lnTo>
                <a:lnTo>
                  <a:pt x="11451" y="788"/>
                </a:lnTo>
                <a:lnTo>
                  <a:pt x="13441" y="403"/>
                </a:lnTo>
                <a:lnTo>
                  <a:pt x="14966" y="169"/>
                </a:lnTo>
                <a:lnTo>
                  <a:pt x="16509" y="50"/>
                </a:lnTo>
                <a:lnTo>
                  <a:pt x="18557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E8EC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7" name="contour_09565"/>
          <p:cNvSpPr/>
          <p:nvPr/>
        </p:nvSpPr>
        <p:spPr>
          <a:xfrm>
            <a:off x="7888694" y="5374391"/>
            <a:ext cx="43728" cy="40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19" y="237"/>
                </a:moveTo>
                <a:lnTo>
                  <a:pt x="9450" y="4"/>
                </a:lnTo>
                <a:lnTo>
                  <a:pt x="11632" y="0"/>
                </a:lnTo>
                <a:lnTo>
                  <a:pt x="13662" y="310"/>
                </a:lnTo>
                <a:lnTo>
                  <a:pt x="15721" y="1020"/>
                </a:lnTo>
                <a:lnTo>
                  <a:pt x="18000" y="2207"/>
                </a:lnTo>
                <a:lnTo>
                  <a:pt x="18875" y="4631"/>
                </a:lnTo>
                <a:lnTo>
                  <a:pt x="19570" y="6993"/>
                </a:lnTo>
                <a:lnTo>
                  <a:pt x="20110" y="9324"/>
                </a:lnTo>
                <a:lnTo>
                  <a:pt x="20527" y="11655"/>
                </a:lnTo>
                <a:lnTo>
                  <a:pt x="20851" y="14017"/>
                </a:lnTo>
                <a:lnTo>
                  <a:pt x="21121" y="16441"/>
                </a:lnTo>
                <a:lnTo>
                  <a:pt x="21359" y="1895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11" y="16158"/>
                </a:lnTo>
                <a:lnTo>
                  <a:pt x="954" y="11896"/>
                </a:lnTo>
                <a:lnTo>
                  <a:pt x="1386" y="8634"/>
                </a:lnTo>
                <a:lnTo>
                  <a:pt x="1861" y="6194"/>
                </a:lnTo>
                <a:lnTo>
                  <a:pt x="2441" y="4410"/>
                </a:lnTo>
                <a:lnTo>
                  <a:pt x="3179" y="3095"/>
                </a:lnTo>
                <a:lnTo>
                  <a:pt x="4133" y="2079"/>
                </a:lnTo>
                <a:lnTo>
                  <a:pt x="5360" y="1183"/>
                </a:lnTo>
                <a:lnTo>
                  <a:pt x="6919" y="237"/>
                </a:lnTo>
                <a:close/>
              </a:path>
            </a:pathLst>
          </a:custGeom>
          <a:solidFill>
            <a:srgbClr val="B8BDC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8" name="contour_09566"/>
          <p:cNvSpPr/>
          <p:nvPr/>
        </p:nvSpPr>
        <p:spPr>
          <a:xfrm>
            <a:off x="8653933" y="5356674"/>
            <a:ext cx="434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82" y="0"/>
                </a:moveTo>
                <a:lnTo>
                  <a:pt x="16944" y="2865"/>
                </a:lnTo>
                <a:lnTo>
                  <a:pt x="18790" y="5084"/>
                </a:lnTo>
                <a:lnTo>
                  <a:pt x="20097" y="6817"/>
                </a:lnTo>
                <a:lnTo>
                  <a:pt x="20945" y="8230"/>
                </a:lnTo>
                <a:lnTo>
                  <a:pt x="21419" y="9482"/>
                </a:lnTo>
                <a:lnTo>
                  <a:pt x="21600" y="10738"/>
                </a:lnTo>
                <a:lnTo>
                  <a:pt x="21564" y="12163"/>
                </a:lnTo>
                <a:lnTo>
                  <a:pt x="21397" y="13921"/>
                </a:lnTo>
                <a:lnTo>
                  <a:pt x="20876" y="15401"/>
                </a:lnTo>
                <a:lnTo>
                  <a:pt x="20445" y="16540"/>
                </a:lnTo>
                <a:lnTo>
                  <a:pt x="19942" y="17707"/>
                </a:lnTo>
                <a:lnTo>
                  <a:pt x="19214" y="19270"/>
                </a:lnTo>
                <a:lnTo>
                  <a:pt x="18103" y="21600"/>
                </a:lnTo>
                <a:lnTo>
                  <a:pt x="18103" y="19815"/>
                </a:lnTo>
                <a:lnTo>
                  <a:pt x="18103" y="18020"/>
                </a:lnTo>
                <a:lnTo>
                  <a:pt x="18103" y="16200"/>
                </a:lnTo>
                <a:lnTo>
                  <a:pt x="15543" y="16200"/>
                </a:lnTo>
                <a:lnTo>
                  <a:pt x="12980" y="16200"/>
                </a:lnTo>
                <a:lnTo>
                  <a:pt x="10409" y="16200"/>
                </a:lnTo>
                <a:lnTo>
                  <a:pt x="7828" y="16200"/>
                </a:lnTo>
                <a:lnTo>
                  <a:pt x="5235" y="16200"/>
                </a:lnTo>
                <a:lnTo>
                  <a:pt x="2628" y="16200"/>
                </a:lnTo>
                <a:lnTo>
                  <a:pt x="0" y="16200"/>
                </a:lnTo>
                <a:lnTo>
                  <a:pt x="0" y="14418"/>
                </a:lnTo>
                <a:lnTo>
                  <a:pt x="0" y="12633"/>
                </a:lnTo>
                <a:lnTo>
                  <a:pt x="0" y="10840"/>
                </a:lnTo>
                <a:lnTo>
                  <a:pt x="0" y="9040"/>
                </a:lnTo>
                <a:lnTo>
                  <a:pt x="0" y="7228"/>
                </a:lnTo>
                <a:lnTo>
                  <a:pt x="0" y="5400"/>
                </a:lnTo>
                <a:lnTo>
                  <a:pt x="2390" y="5400"/>
                </a:lnTo>
                <a:lnTo>
                  <a:pt x="4783" y="5400"/>
                </a:lnTo>
                <a:lnTo>
                  <a:pt x="7187" y="5400"/>
                </a:lnTo>
                <a:lnTo>
                  <a:pt x="9602" y="5400"/>
                </a:lnTo>
                <a:lnTo>
                  <a:pt x="12031" y="5400"/>
                </a:lnTo>
                <a:lnTo>
                  <a:pt x="14482" y="5400"/>
                </a:lnTo>
                <a:lnTo>
                  <a:pt x="14482" y="3615"/>
                </a:lnTo>
                <a:lnTo>
                  <a:pt x="14482" y="1820"/>
                </a:lnTo>
                <a:lnTo>
                  <a:pt x="14482" y="0"/>
                </a:lnTo>
                <a:close/>
              </a:path>
            </a:pathLst>
          </a:custGeom>
          <a:solidFill>
            <a:srgbClr val="C8C2A7"/>
          </a:solidFill>
          <a:ln>
            <a:noFill/>
          </a:ln>
        </p:spPr>
        <p:txBody>
          <a:bodyPr/>
          <a:lstStyle/>
          <a:p/>
        </p:txBody>
      </p:sp>
      <p:sp>
        <p:nvSpPr>
          <p:cNvPr id="9569" name="contour_09567"/>
          <p:cNvSpPr/>
          <p:nvPr/>
        </p:nvSpPr>
        <p:spPr>
          <a:xfrm>
            <a:off x="5766314" y="5363962"/>
            <a:ext cx="4530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3044" y="0"/>
                </a:lnTo>
                <a:lnTo>
                  <a:pt x="5341" y="0"/>
                </a:lnTo>
                <a:lnTo>
                  <a:pt x="7648" y="0"/>
                </a:lnTo>
                <a:lnTo>
                  <a:pt x="9966" y="0"/>
                </a:lnTo>
                <a:lnTo>
                  <a:pt x="12298" y="0"/>
                </a:lnTo>
                <a:lnTo>
                  <a:pt x="14650" y="0"/>
                </a:lnTo>
                <a:lnTo>
                  <a:pt x="14650" y="2040"/>
                </a:lnTo>
                <a:lnTo>
                  <a:pt x="14650" y="4092"/>
                </a:lnTo>
                <a:lnTo>
                  <a:pt x="14650" y="6171"/>
                </a:lnTo>
                <a:lnTo>
                  <a:pt x="16370" y="6937"/>
                </a:lnTo>
                <a:lnTo>
                  <a:pt x="18097" y="7702"/>
                </a:lnTo>
                <a:lnTo>
                  <a:pt x="19838" y="8476"/>
                </a:lnTo>
                <a:lnTo>
                  <a:pt x="21600" y="9257"/>
                </a:lnTo>
                <a:lnTo>
                  <a:pt x="20617" y="11004"/>
                </a:lnTo>
                <a:lnTo>
                  <a:pt x="19633" y="12750"/>
                </a:lnTo>
                <a:lnTo>
                  <a:pt x="18646" y="14503"/>
                </a:lnTo>
                <a:lnTo>
                  <a:pt x="17656" y="16262"/>
                </a:lnTo>
                <a:lnTo>
                  <a:pt x="16659" y="18030"/>
                </a:lnTo>
                <a:lnTo>
                  <a:pt x="15658" y="19807"/>
                </a:lnTo>
                <a:lnTo>
                  <a:pt x="14650" y="21600"/>
                </a:lnTo>
                <a:lnTo>
                  <a:pt x="12478" y="20443"/>
                </a:lnTo>
                <a:lnTo>
                  <a:pt x="10369" y="19261"/>
                </a:lnTo>
                <a:lnTo>
                  <a:pt x="8322" y="18039"/>
                </a:lnTo>
                <a:lnTo>
                  <a:pt x="6335" y="16755"/>
                </a:lnTo>
                <a:lnTo>
                  <a:pt x="4413" y="15388"/>
                </a:lnTo>
                <a:lnTo>
                  <a:pt x="2551" y="13926"/>
                </a:lnTo>
                <a:lnTo>
                  <a:pt x="751" y="12343"/>
                </a:lnTo>
                <a:lnTo>
                  <a:pt x="264" y="10171"/>
                </a:lnTo>
                <a:lnTo>
                  <a:pt x="28" y="8165"/>
                </a:lnTo>
                <a:lnTo>
                  <a:pt x="0" y="6239"/>
                </a:lnTo>
                <a:lnTo>
                  <a:pt x="142" y="4298"/>
                </a:lnTo>
                <a:lnTo>
                  <a:pt x="407" y="2249"/>
                </a:lnTo>
                <a:lnTo>
                  <a:pt x="751" y="0"/>
                </a:lnTo>
                <a:close/>
              </a:path>
            </a:pathLst>
          </a:custGeom>
          <a:solidFill>
            <a:srgbClr val="F2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0" name="contour_09568"/>
          <p:cNvSpPr/>
          <p:nvPr/>
        </p:nvSpPr>
        <p:spPr>
          <a:xfrm>
            <a:off x="10155259" y="5347564"/>
            <a:ext cx="51016" cy="601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790" y="52"/>
                </a:lnTo>
                <a:lnTo>
                  <a:pt x="16388" y="223"/>
                </a:lnTo>
                <a:lnTo>
                  <a:pt x="18514" y="655"/>
                </a:lnTo>
                <a:lnTo>
                  <a:pt x="19650" y="2602"/>
                </a:lnTo>
                <a:lnTo>
                  <a:pt x="20378" y="3985"/>
                </a:lnTo>
                <a:lnTo>
                  <a:pt x="20847" y="5179"/>
                </a:lnTo>
                <a:lnTo>
                  <a:pt x="21205" y="6561"/>
                </a:lnTo>
                <a:lnTo>
                  <a:pt x="21600" y="8509"/>
                </a:lnTo>
                <a:lnTo>
                  <a:pt x="20721" y="8606"/>
                </a:lnTo>
                <a:lnTo>
                  <a:pt x="19168" y="8774"/>
                </a:lnTo>
                <a:lnTo>
                  <a:pt x="15620" y="9164"/>
                </a:lnTo>
                <a:lnTo>
                  <a:pt x="13602" y="9580"/>
                </a:lnTo>
                <a:lnTo>
                  <a:pt x="12269" y="9923"/>
                </a:lnTo>
                <a:lnTo>
                  <a:pt x="11019" y="10378"/>
                </a:lnTo>
                <a:lnTo>
                  <a:pt x="9257" y="11127"/>
                </a:lnTo>
                <a:lnTo>
                  <a:pt x="8325" y="12861"/>
                </a:lnTo>
                <a:lnTo>
                  <a:pt x="7640" y="14528"/>
                </a:lnTo>
                <a:lnTo>
                  <a:pt x="7140" y="16183"/>
                </a:lnTo>
                <a:lnTo>
                  <a:pt x="6767" y="17880"/>
                </a:lnTo>
                <a:lnTo>
                  <a:pt x="6465" y="19665"/>
                </a:lnTo>
                <a:lnTo>
                  <a:pt x="6171" y="21600"/>
                </a:lnTo>
                <a:lnTo>
                  <a:pt x="4339" y="21006"/>
                </a:lnTo>
                <a:lnTo>
                  <a:pt x="3086" y="20537"/>
                </a:lnTo>
                <a:lnTo>
                  <a:pt x="1833" y="19943"/>
                </a:lnTo>
                <a:lnTo>
                  <a:pt x="0" y="18982"/>
                </a:lnTo>
                <a:lnTo>
                  <a:pt x="0" y="17251"/>
                </a:lnTo>
                <a:lnTo>
                  <a:pt x="0" y="15510"/>
                </a:lnTo>
                <a:lnTo>
                  <a:pt x="0" y="13745"/>
                </a:lnTo>
                <a:lnTo>
                  <a:pt x="2040" y="13745"/>
                </a:lnTo>
                <a:lnTo>
                  <a:pt x="4092" y="13745"/>
                </a:lnTo>
                <a:lnTo>
                  <a:pt x="6171" y="13745"/>
                </a:lnTo>
                <a:lnTo>
                  <a:pt x="5783" y="12654"/>
                </a:lnTo>
                <a:lnTo>
                  <a:pt x="5388" y="11546"/>
                </a:lnTo>
                <a:lnTo>
                  <a:pt x="4916" y="10119"/>
                </a:lnTo>
                <a:lnTo>
                  <a:pt x="4437" y="8671"/>
                </a:lnTo>
                <a:lnTo>
                  <a:pt x="3953" y="7258"/>
                </a:lnTo>
                <a:lnTo>
                  <a:pt x="3459" y="5820"/>
                </a:lnTo>
                <a:lnTo>
                  <a:pt x="3274" y="4556"/>
                </a:lnTo>
                <a:lnTo>
                  <a:pt x="3086" y="3273"/>
                </a:lnTo>
                <a:lnTo>
                  <a:pt x="4943" y="1801"/>
                </a:lnTo>
                <a:lnTo>
                  <a:pt x="6486" y="880"/>
                </a:lnTo>
                <a:lnTo>
                  <a:pt x="8026" y="369"/>
                </a:lnTo>
                <a:lnTo>
                  <a:pt x="9877" y="123"/>
                </a:lnTo>
                <a:lnTo>
                  <a:pt x="12343" y="0"/>
                </a:lnTo>
                <a:close/>
              </a:path>
            </a:pathLst>
          </a:custGeom>
          <a:solidFill>
            <a:srgbClr val="EB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1" name="contour_09569"/>
          <p:cNvSpPr/>
          <p:nvPr/>
        </p:nvSpPr>
        <p:spPr>
          <a:xfrm>
            <a:off x="1344077" y="5327595"/>
            <a:ext cx="51016" cy="61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46"/>
                </a:moveTo>
                <a:lnTo>
                  <a:pt x="21470" y="4318"/>
                </a:lnTo>
                <a:lnTo>
                  <a:pt x="21254" y="6052"/>
                </a:lnTo>
                <a:lnTo>
                  <a:pt x="20952" y="7750"/>
                </a:lnTo>
                <a:lnTo>
                  <a:pt x="20563" y="9419"/>
                </a:lnTo>
                <a:lnTo>
                  <a:pt x="20088" y="11062"/>
                </a:lnTo>
                <a:lnTo>
                  <a:pt x="19529" y="12680"/>
                </a:lnTo>
                <a:lnTo>
                  <a:pt x="18881" y="14280"/>
                </a:lnTo>
                <a:lnTo>
                  <a:pt x="18147" y="15864"/>
                </a:lnTo>
                <a:lnTo>
                  <a:pt x="17329" y="17433"/>
                </a:lnTo>
                <a:lnTo>
                  <a:pt x="16422" y="18995"/>
                </a:lnTo>
                <a:lnTo>
                  <a:pt x="15429" y="20551"/>
                </a:lnTo>
                <a:lnTo>
                  <a:pt x="13154" y="21134"/>
                </a:lnTo>
                <a:lnTo>
                  <a:pt x="10964" y="21474"/>
                </a:lnTo>
                <a:lnTo>
                  <a:pt x="8825" y="21600"/>
                </a:lnTo>
                <a:lnTo>
                  <a:pt x="6696" y="21543"/>
                </a:lnTo>
                <a:lnTo>
                  <a:pt x="4539" y="21330"/>
                </a:lnTo>
                <a:lnTo>
                  <a:pt x="2320" y="20988"/>
                </a:lnTo>
                <a:lnTo>
                  <a:pt x="0" y="20551"/>
                </a:lnTo>
                <a:lnTo>
                  <a:pt x="1537" y="20152"/>
                </a:lnTo>
                <a:lnTo>
                  <a:pt x="3098" y="19748"/>
                </a:lnTo>
                <a:lnTo>
                  <a:pt x="4622" y="18871"/>
                </a:lnTo>
                <a:lnTo>
                  <a:pt x="6171" y="17979"/>
                </a:lnTo>
                <a:lnTo>
                  <a:pt x="6304" y="16219"/>
                </a:lnTo>
                <a:lnTo>
                  <a:pt x="6360" y="14938"/>
                </a:lnTo>
                <a:lnTo>
                  <a:pt x="6329" y="13766"/>
                </a:lnTo>
                <a:lnTo>
                  <a:pt x="6205" y="12330"/>
                </a:lnTo>
                <a:lnTo>
                  <a:pt x="5980" y="10262"/>
                </a:lnTo>
                <a:lnTo>
                  <a:pt x="5894" y="8189"/>
                </a:lnTo>
                <a:lnTo>
                  <a:pt x="5860" y="6752"/>
                </a:lnTo>
                <a:lnTo>
                  <a:pt x="5891" y="5579"/>
                </a:lnTo>
                <a:lnTo>
                  <a:pt x="5989" y="4300"/>
                </a:lnTo>
                <a:lnTo>
                  <a:pt x="6171" y="2546"/>
                </a:lnTo>
                <a:lnTo>
                  <a:pt x="8492" y="1361"/>
                </a:lnTo>
                <a:lnTo>
                  <a:pt x="10729" y="522"/>
                </a:lnTo>
                <a:lnTo>
                  <a:pt x="12904" y="59"/>
                </a:lnTo>
                <a:lnTo>
                  <a:pt x="15055" y="0"/>
                </a:lnTo>
                <a:lnTo>
                  <a:pt x="17200" y="376"/>
                </a:lnTo>
                <a:lnTo>
                  <a:pt x="19372" y="1214"/>
                </a:lnTo>
                <a:lnTo>
                  <a:pt x="21600" y="2546"/>
                </a:lnTo>
                <a:close/>
              </a:path>
            </a:pathLst>
          </a:custGeom>
          <a:solidFill>
            <a:srgbClr val="252324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2" name="contour_09570"/>
          <p:cNvSpPr/>
          <p:nvPr/>
        </p:nvSpPr>
        <p:spPr>
          <a:xfrm>
            <a:off x="3122347" y="5292773"/>
            <a:ext cx="116608" cy="420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76"/>
                </a:moveTo>
                <a:lnTo>
                  <a:pt x="20737" y="3685"/>
                </a:lnTo>
                <a:lnTo>
                  <a:pt x="19876" y="4494"/>
                </a:lnTo>
                <a:lnTo>
                  <a:pt x="19013" y="5299"/>
                </a:lnTo>
                <a:lnTo>
                  <a:pt x="18151" y="6104"/>
                </a:lnTo>
                <a:lnTo>
                  <a:pt x="17288" y="6913"/>
                </a:lnTo>
                <a:lnTo>
                  <a:pt x="16425" y="7718"/>
                </a:lnTo>
                <a:lnTo>
                  <a:pt x="15563" y="8523"/>
                </a:lnTo>
                <a:lnTo>
                  <a:pt x="14700" y="9328"/>
                </a:lnTo>
                <a:lnTo>
                  <a:pt x="13838" y="10133"/>
                </a:lnTo>
                <a:lnTo>
                  <a:pt x="13513" y="10437"/>
                </a:lnTo>
                <a:lnTo>
                  <a:pt x="12942" y="10972"/>
                </a:lnTo>
                <a:lnTo>
                  <a:pt x="11633" y="12201"/>
                </a:lnTo>
                <a:lnTo>
                  <a:pt x="10745" y="13021"/>
                </a:lnTo>
                <a:lnTo>
                  <a:pt x="9856" y="13833"/>
                </a:lnTo>
                <a:lnTo>
                  <a:pt x="8968" y="14627"/>
                </a:lnTo>
                <a:lnTo>
                  <a:pt x="8081" y="15410"/>
                </a:lnTo>
                <a:lnTo>
                  <a:pt x="7191" y="16178"/>
                </a:lnTo>
                <a:lnTo>
                  <a:pt x="6302" y="16926"/>
                </a:lnTo>
                <a:lnTo>
                  <a:pt x="5411" y="17657"/>
                </a:lnTo>
                <a:lnTo>
                  <a:pt x="4517" y="18372"/>
                </a:lnTo>
                <a:lnTo>
                  <a:pt x="3621" y="19061"/>
                </a:lnTo>
                <a:lnTo>
                  <a:pt x="2722" y="19731"/>
                </a:lnTo>
                <a:lnTo>
                  <a:pt x="1818" y="20379"/>
                </a:lnTo>
                <a:lnTo>
                  <a:pt x="911" y="21001"/>
                </a:lnTo>
                <a:lnTo>
                  <a:pt x="0" y="21600"/>
                </a:lnTo>
                <a:lnTo>
                  <a:pt x="0" y="19125"/>
                </a:lnTo>
                <a:lnTo>
                  <a:pt x="0" y="16634"/>
                </a:lnTo>
                <a:lnTo>
                  <a:pt x="0" y="14110"/>
                </a:lnTo>
                <a:lnTo>
                  <a:pt x="810" y="12878"/>
                </a:lnTo>
                <a:lnTo>
                  <a:pt x="1642" y="11774"/>
                </a:lnTo>
                <a:lnTo>
                  <a:pt x="2491" y="10774"/>
                </a:lnTo>
                <a:lnTo>
                  <a:pt x="3353" y="9864"/>
                </a:lnTo>
                <a:lnTo>
                  <a:pt x="4228" y="9017"/>
                </a:lnTo>
                <a:lnTo>
                  <a:pt x="5110" y="8220"/>
                </a:lnTo>
                <a:lnTo>
                  <a:pt x="5995" y="7452"/>
                </a:lnTo>
                <a:lnTo>
                  <a:pt x="6881" y="6688"/>
                </a:lnTo>
                <a:lnTo>
                  <a:pt x="7762" y="5917"/>
                </a:lnTo>
                <a:lnTo>
                  <a:pt x="8492" y="5205"/>
                </a:lnTo>
                <a:lnTo>
                  <a:pt x="9225" y="4486"/>
                </a:lnTo>
                <a:lnTo>
                  <a:pt x="9967" y="3760"/>
                </a:lnTo>
                <a:lnTo>
                  <a:pt x="10962" y="2869"/>
                </a:lnTo>
                <a:lnTo>
                  <a:pt x="11908" y="2082"/>
                </a:lnTo>
                <a:lnTo>
                  <a:pt x="12814" y="1404"/>
                </a:lnTo>
                <a:lnTo>
                  <a:pt x="13689" y="846"/>
                </a:lnTo>
                <a:lnTo>
                  <a:pt x="14539" y="423"/>
                </a:lnTo>
                <a:lnTo>
                  <a:pt x="15378" y="135"/>
                </a:lnTo>
                <a:lnTo>
                  <a:pt x="16211" y="0"/>
                </a:lnTo>
                <a:lnTo>
                  <a:pt x="17046" y="22"/>
                </a:lnTo>
                <a:lnTo>
                  <a:pt x="17897" y="217"/>
                </a:lnTo>
                <a:lnTo>
                  <a:pt x="18768" y="588"/>
                </a:lnTo>
                <a:lnTo>
                  <a:pt x="19669" y="1150"/>
                </a:lnTo>
                <a:lnTo>
                  <a:pt x="20610" y="1910"/>
                </a:lnTo>
                <a:lnTo>
                  <a:pt x="21600" y="2876"/>
                </a:lnTo>
                <a:close/>
              </a:path>
            </a:pathLst>
          </a:custGeom>
          <a:solidFill>
            <a:srgbClr val="F3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3" name="contour_09571"/>
          <p:cNvSpPr/>
          <p:nvPr/>
        </p:nvSpPr>
        <p:spPr>
          <a:xfrm>
            <a:off x="868251" y="5305658"/>
            <a:ext cx="5312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6" y="0"/>
                </a:moveTo>
                <a:lnTo>
                  <a:pt x="2910" y="0"/>
                </a:lnTo>
                <a:lnTo>
                  <a:pt x="4967" y="0"/>
                </a:lnTo>
                <a:lnTo>
                  <a:pt x="7023" y="0"/>
                </a:lnTo>
                <a:lnTo>
                  <a:pt x="9083" y="0"/>
                </a:lnTo>
                <a:lnTo>
                  <a:pt x="11151" y="0"/>
                </a:lnTo>
                <a:lnTo>
                  <a:pt x="13223" y="0"/>
                </a:lnTo>
                <a:lnTo>
                  <a:pt x="15303" y="0"/>
                </a:lnTo>
                <a:lnTo>
                  <a:pt x="17392" y="0"/>
                </a:lnTo>
                <a:lnTo>
                  <a:pt x="19490" y="0"/>
                </a:lnTo>
                <a:lnTo>
                  <a:pt x="21600" y="0"/>
                </a:lnTo>
                <a:lnTo>
                  <a:pt x="20957" y="467"/>
                </a:lnTo>
                <a:lnTo>
                  <a:pt x="20124" y="1076"/>
                </a:lnTo>
                <a:lnTo>
                  <a:pt x="18551" y="2225"/>
                </a:lnTo>
                <a:lnTo>
                  <a:pt x="15673" y="4320"/>
                </a:lnTo>
                <a:lnTo>
                  <a:pt x="15273" y="7452"/>
                </a:lnTo>
                <a:lnTo>
                  <a:pt x="15178" y="9763"/>
                </a:lnTo>
                <a:lnTo>
                  <a:pt x="15303" y="13228"/>
                </a:lnTo>
                <a:lnTo>
                  <a:pt x="15359" y="14459"/>
                </a:lnTo>
                <a:lnTo>
                  <a:pt x="15454" y="16632"/>
                </a:lnTo>
                <a:lnTo>
                  <a:pt x="15673" y="21600"/>
                </a:lnTo>
                <a:lnTo>
                  <a:pt x="13738" y="21384"/>
                </a:lnTo>
                <a:lnTo>
                  <a:pt x="11839" y="21129"/>
                </a:lnTo>
                <a:lnTo>
                  <a:pt x="9966" y="20805"/>
                </a:lnTo>
                <a:lnTo>
                  <a:pt x="8114" y="20390"/>
                </a:lnTo>
                <a:lnTo>
                  <a:pt x="6282" y="19855"/>
                </a:lnTo>
                <a:lnTo>
                  <a:pt x="4466" y="19176"/>
                </a:lnTo>
                <a:lnTo>
                  <a:pt x="2658" y="18325"/>
                </a:lnTo>
                <a:lnTo>
                  <a:pt x="856" y="17280"/>
                </a:lnTo>
                <a:lnTo>
                  <a:pt x="276" y="14252"/>
                </a:lnTo>
                <a:lnTo>
                  <a:pt x="12" y="11478"/>
                </a:lnTo>
                <a:lnTo>
                  <a:pt x="0" y="8813"/>
                </a:lnTo>
                <a:lnTo>
                  <a:pt x="181" y="6108"/>
                </a:lnTo>
                <a:lnTo>
                  <a:pt x="486" y="3218"/>
                </a:lnTo>
                <a:lnTo>
                  <a:pt x="856" y="0"/>
                </a:lnTo>
                <a:close/>
              </a:path>
            </a:pathLst>
          </a:custGeom>
          <a:solidFill>
            <a:srgbClr val="B4934B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4" name="contour_09572"/>
          <p:cNvSpPr/>
          <p:nvPr/>
        </p:nvSpPr>
        <p:spPr>
          <a:xfrm>
            <a:off x="9659675" y="5291082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3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5" name="contour_09573"/>
          <p:cNvSpPr/>
          <p:nvPr/>
        </p:nvSpPr>
        <p:spPr>
          <a:xfrm>
            <a:off x="4835025" y="5269218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4312" y="2018"/>
                </a:lnTo>
                <a:lnTo>
                  <a:pt x="15241" y="3508"/>
                </a:lnTo>
                <a:lnTo>
                  <a:pt x="15980" y="4916"/>
                </a:lnTo>
                <a:lnTo>
                  <a:pt x="16762" y="6684"/>
                </a:lnTo>
                <a:lnTo>
                  <a:pt x="17820" y="9257"/>
                </a:lnTo>
                <a:lnTo>
                  <a:pt x="18546" y="10979"/>
                </a:lnTo>
                <a:lnTo>
                  <a:pt x="19276" y="12710"/>
                </a:lnTo>
                <a:lnTo>
                  <a:pt x="20015" y="14466"/>
                </a:lnTo>
                <a:lnTo>
                  <a:pt x="20801" y="16475"/>
                </a:lnTo>
                <a:lnTo>
                  <a:pt x="21600" y="18514"/>
                </a:lnTo>
                <a:lnTo>
                  <a:pt x="18926" y="18897"/>
                </a:lnTo>
                <a:lnTo>
                  <a:pt x="16252" y="19280"/>
                </a:lnTo>
                <a:lnTo>
                  <a:pt x="13569" y="19662"/>
                </a:lnTo>
                <a:lnTo>
                  <a:pt x="10882" y="20045"/>
                </a:lnTo>
                <a:lnTo>
                  <a:pt x="8182" y="20431"/>
                </a:lnTo>
                <a:lnTo>
                  <a:pt x="5469" y="20819"/>
                </a:lnTo>
                <a:lnTo>
                  <a:pt x="2743" y="21208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6" name="contour_09574"/>
          <p:cNvSpPr/>
          <p:nvPr/>
        </p:nvSpPr>
        <p:spPr>
          <a:xfrm>
            <a:off x="6430877" y="5232778"/>
            <a:ext cx="22083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43" y="0"/>
                </a:moveTo>
                <a:lnTo>
                  <a:pt x="12055" y="0"/>
                </a:lnTo>
                <a:lnTo>
                  <a:pt x="16795" y="0"/>
                </a:lnTo>
                <a:lnTo>
                  <a:pt x="21600" y="0"/>
                </a:lnTo>
                <a:lnTo>
                  <a:pt x="21600" y="1258"/>
                </a:lnTo>
                <a:lnTo>
                  <a:pt x="21600" y="2516"/>
                </a:lnTo>
                <a:lnTo>
                  <a:pt x="21600" y="3775"/>
                </a:lnTo>
                <a:lnTo>
                  <a:pt x="21600" y="5035"/>
                </a:lnTo>
                <a:lnTo>
                  <a:pt x="21600" y="6295"/>
                </a:lnTo>
                <a:lnTo>
                  <a:pt x="21600" y="7556"/>
                </a:lnTo>
                <a:lnTo>
                  <a:pt x="21600" y="8820"/>
                </a:lnTo>
                <a:lnTo>
                  <a:pt x="21600" y="10085"/>
                </a:lnTo>
                <a:lnTo>
                  <a:pt x="21600" y="11353"/>
                </a:lnTo>
                <a:lnTo>
                  <a:pt x="21600" y="12623"/>
                </a:lnTo>
                <a:lnTo>
                  <a:pt x="21600" y="13896"/>
                </a:lnTo>
                <a:lnTo>
                  <a:pt x="21600" y="15170"/>
                </a:lnTo>
                <a:lnTo>
                  <a:pt x="21600" y="16448"/>
                </a:lnTo>
                <a:lnTo>
                  <a:pt x="21600" y="17732"/>
                </a:lnTo>
                <a:lnTo>
                  <a:pt x="21600" y="19017"/>
                </a:lnTo>
                <a:lnTo>
                  <a:pt x="21600" y="20306"/>
                </a:lnTo>
                <a:lnTo>
                  <a:pt x="21600" y="21600"/>
                </a:lnTo>
                <a:lnTo>
                  <a:pt x="18071" y="21154"/>
                </a:lnTo>
                <a:lnTo>
                  <a:pt x="14528" y="20707"/>
                </a:lnTo>
                <a:lnTo>
                  <a:pt x="10957" y="20255"/>
                </a:lnTo>
                <a:lnTo>
                  <a:pt x="7343" y="19800"/>
                </a:lnTo>
                <a:lnTo>
                  <a:pt x="5952" y="18707"/>
                </a:lnTo>
                <a:lnTo>
                  <a:pt x="5154" y="17923"/>
                </a:lnTo>
                <a:lnTo>
                  <a:pt x="4648" y="17062"/>
                </a:lnTo>
                <a:lnTo>
                  <a:pt x="4142" y="15750"/>
                </a:lnTo>
                <a:lnTo>
                  <a:pt x="3678" y="14549"/>
                </a:lnTo>
                <a:lnTo>
                  <a:pt x="3208" y="13331"/>
                </a:lnTo>
                <a:lnTo>
                  <a:pt x="2823" y="12074"/>
                </a:lnTo>
                <a:lnTo>
                  <a:pt x="2438" y="10800"/>
                </a:lnTo>
                <a:lnTo>
                  <a:pt x="1932" y="9544"/>
                </a:lnTo>
                <a:lnTo>
                  <a:pt x="1426" y="8269"/>
                </a:lnTo>
                <a:lnTo>
                  <a:pt x="749" y="6332"/>
                </a:lnTo>
                <a:lnTo>
                  <a:pt x="314" y="4979"/>
                </a:lnTo>
                <a:lnTo>
                  <a:pt x="71" y="4028"/>
                </a:lnTo>
                <a:lnTo>
                  <a:pt x="0" y="3301"/>
                </a:lnTo>
                <a:lnTo>
                  <a:pt x="57" y="2619"/>
                </a:lnTo>
                <a:lnTo>
                  <a:pt x="214" y="1800"/>
                </a:lnTo>
                <a:lnTo>
                  <a:pt x="3750" y="907"/>
                </a:lnTo>
                <a:lnTo>
                  <a:pt x="7343" y="0"/>
                </a:lnTo>
                <a:close/>
              </a:path>
            </a:pathLst>
          </a:custGeom>
          <a:solidFill>
            <a:srgbClr val="A5C6E9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7" name="contour_09575"/>
          <p:cNvSpPr/>
          <p:nvPr/>
        </p:nvSpPr>
        <p:spPr>
          <a:xfrm>
            <a:off x="498670" y="5273219"/>
            <a:ext cx="52269" cy="47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99" y="151"/>
                </a:moveTo>
                <a:lnTo>
                  <a:pt x="11005" y="0"/>
                </a:lnTo>
                <a:lnTo>
                  <a:pt x="12791" y="10"/>
                </a:lnTo>
                <a:lnTo>
                  <a:pt x="14483" y="228"/>
                </a:lnTo>
                <a:lnTo>
                  <a:pt x="16203" y="710"/>
                </a:lnTo>
                <a:lnTo>
                  <a:pt x="18070" y="1510"/>
                </a:lnTo>
                <a:lnTo>
                  <a:pt x="19242" y="3432"/>
                </a:lnTo>
                <a:lnTo>
                  <a:pt x="20112" y="5270"/>
                </a:lnTo>
                <a:lnTo>
                  <a:pt x="20751" y="7139"/>
                </a:lnTo>
                <a:lnTo>
                  <a:pt x="21227" y="9161"/>
                </a:lnTo>
                <a:lnTo>
                  <a:pt x="21600" y="11451"/>
                </a:lnTo>
                <a:lnTo>
                  <a:pt x="21154" y="13976"/>
                </a:lnTo>
                <a:lnTo>
                  <a:pt x="20447" y="15550"/>
                </a:lnTo>
                <a:lnTo>
                  <a:pt x="18868" y="17522"/>
                </a:lnTo>
                <a:lnTo>
                  <a:pt x="16926" y="18720"/>
                </a:lnTo>
                <a:lnTo>
                  <a:pt x="15068" y="19712"/>
                </a:lnTo>
                <a:lnTo>
                  <a:pt x="13194" y="20508"/>
                </a:lnTo>
                <a:lnTo>
                  <a:pt x="11216" y="21135"/>
                </a:lnTo>
                <a:lnTo>
                  <a:pt x="9035" y="21600"/>
                </a:lnTo>
                <a:lnTo>
                  <a:pt x="6797" y="20348"/>
                </a:lnTo>
                <a:lnTo>
                  <a:pt x="5189" y="19397"/>
                </a:lnTo>
                <a:lnTo>
                  <a:pt x="3954" y="18563"/>
                </a:lnTo>
                <a:lnTo>
                  <a:pt x="2846" y="17662"/>
                </a:lnTo>
                <a:lnTo>
                  <a:pt x="1611" y="16504"/>
                </a:lnTo>
                <a:lnTo>
                  <a:pt x="0" y="14903"/>
                </a:lnTo>
                <a:lnTo>
                  <a:pt x="1256" y="10815"/>
                </a:lnTo>
                <a:lnTo>
                  <a:pt x="2265" y="7718"/>
                </a:lnTo>
                <a:lnTo>
                  <a:pt x="3129" y="5431"/>
                </a:lnTo>
                <a:lnTo>
                  <a:pt x="3957" y="3784"/>
                </a:lnTo>
                <a:lnTo>
                  <a:pt x="4852" y="2605"/>
                </a:lnTo>
                <a:lnTo>
                  <a:pt x="5921" y="1724"/>
                </a:lnTo>
                <a:lnTo>
                  <a:pt x="7267" y="961"/>
                </a:lnTo>
                <a:lnTo>
                  <a:pt x="8999" y="151"/>
                </a:lnTo>
                <a:close/>
              </a:path>
            </a:pathLst>
          </a:custGeom>
          <a:solidFill>
            <a:srgbClr val="20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8" name="contour_09576"/>
          <p:cNvSpPr/>
          <p:nvPr/>
        </p:nvSpPr>
        <p:spPr>
          <a:xfrm>
            <a:off x="6817359" y="5261930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00"/>
                </a:moveTo>
                <a:lnTo>
                  <a:pt x="20344" y="4046"/>
                </a:lnTo>
                <a:lnTo>
                  <a:pt x="19067" y="4500"/>
                </a:lnTo>
                <a:lnTo>
                  <a:pt x="17553" y="6181"/>
                </a:lnTo>
                <a:lnTo>
                  <a:pt x="16408" y="7985"/>
                </a:lnTo>
                <a:lnTo>
                  <a:pt x="15563" y="9914"/>
                </a:lnTo>
                <a:lnTo>
                  <a:pt x="14953" y="11974"/>
                </a:lnTo>
                <a:lnTo>
                  <a:pt x="14510" y="14166"/>
                </a:lnTo>
                <a:lnTo>
                  <a:pt x="14164" y="16499"/>
                </a:lnTo>
                <a:lnTo>
                  <a:pt x="13851" y="18976"/>
                </a:lnTo>
                <a:lnTo>
                  <a:pt x="13500" y="21600"/>
                </a:lnTo>
                <a:lnTo>
                  <a:pt x="10471" y="19994"/>
                </a:lnTo>
                <a:lnTo>
                  <a:pt x="8089" y="18680"/>
                </a:lnTo>
                <a:lnTo>
                  <a:pt x="6251" y="17546"/>
                </a:lnTo>
                <a:lnTo>
                  <a:pt x="4846" y="16488"/>
                </a:lnTo>
                <a:lnTo>
                  <a:pt x="3772" y="15394"/>
                </a:lnTo>
                <a:lnTo>
                  <a:pt x="2924" y="14162"/>
                </a:lnTo>
                <a:lnTo>
                  <a:pt x="2195" y="12683"/>
                </a:lnTo>
                <a:lnTo>
                  <a:pt x="1482" y="10847"/>
                </a:lnTo>
                <a:lnTo>
                  <a:pt x="675" y="8550"/>
                </a:lnTo>
                <a:lnTo>
                  <a:pt x="340" y="6091"/>
                </a:lnTo>
                <a:lnTo>
                  <a:pt x="0" y="3600"/>
                </a:lnTo>
                <a:lnTo>
                  <a:pt x="3221" y="2502"/>
                </a:lnTo>
                <a:lnTo>
                  <a:pt x="5935" y="1602"/>
                </a:lnTo>
                <a:lnTo>
                  <a:pt x="8216" y="900"/>
                </a:lnTo>
                <a:lnTo>
                  <a:pt x="10136" y="400"/>
                </a:lnTo>
                <a:lnTo>
                  <a:pt x="11775" y="101"/>
                </a:lnTo>
                <a:lnTo>
                  <a:pt x="13203" y="0"/>
                </a:lnTo>
                <a:lnTo>
                  <a:pt x="14499" y="101"/>
                </a:lnTo>
                <a:lnTo>
                  <a:pt x="15736" y="400"/>
                </a:lnTo>
                <a:lnTo>
                  <a:pt x="16991" y="900"/>
                </a:lnTo>
                <a:lnTo>
                  <a:pt x="18336" y="1602"/>
                </a:lnTo>
                <a:lnTo>
                  <a:pt x="19848" y="2502"/>
                </a:lnTo>
                <a:lnTo>
                  <a:pt x="21600" y="3600"/>
                </a:lnTo>
                <a:close/>
              </a:path>
            </a:pathLst>
          </a:custGeom>
          <a:solidFill>
            <a:srgbClr val="3A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9579" name="contour_09577"/>
          <p:cNvSpPr/>
          <p:nvPr/>
        </p:nvSpPr>
        <p:spPr>
          <a:xfrm>
            <a:off x="5221660" y="5232778"/>
            <a:ext cx="9437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3" y="0"/>
                </a:moveTo>
                <a:lnTo>
                  <a:pt x="2289" y="734"/>
                </a:lnTo>
                <a:lnTo>
                  <a:pt x="3003" y="1481"/>
                </a:lnTo>
                <a:lnTo>
                  <a:pt x="3997" y="2243"/>
                </a:lnTo>
                <a:lnTo>
                  <a:pt x="4946" y="2833"/>
                </a:lnTo>
                <a:lnTo>
                  <a:pt x="5878" y="3277"/>
                </a:lnTo>
                <a:lnTo>
                  <a:pt x="6827" y="3610"/>
                </a:lnTo>
                <a:lnTo>
                  <a:pt x="7822" y="3860"/>
                </a:lnTo>
                <a:lnTo>
                  <a:pt x="8894" y="4061"/>
                </a:lnTo>
                <a:lnTo>
                  <a:pt x="10010" y="4255"/>
                </a:lnTo>
                <a:lnTo>
                  <a:pt x="11141" y="4453"/>
                </a:lnTo>
                <a:lnTo>
                  <a:pt x="12297" y="4638"/>
                </a:lnTo>
                <a:lnTo>
                  <a:pt x="13468" y="4820"/>
                </a:lnTo>
                <a:lnTo>
                  <a:pt x="14057" y="4922"/>
                </a:lnTo>
                <a:lnTo>
                  <a:pt x="15833" y="5224"/>
                </a:lnTo>
                <a:lnTo>
                  <a:pt x="16986" y="5419"/>
                </a:lnTo>
                <a:lnTo>
                  <a:pt x="18139" y="5610"/>
                </a:lnTo>
                <a:lnTo>
                  <a:pt x="19293" y="5801"/>
                </a:lnTo>
                <a:lnTo>
                  <a:pt x="20446" y="5986"/>
                </a:lnTo>
                <a:lnTo>
                  <a:pt x="21600" y="6171"/>
                </a:lnTo>
                <a:lnTo>
                  <a:pt x="21600" y="7702"/>
                </a:lnTo>
                <a:lnTo>
                  <a:pt x="21600" y="9257"/>
                </a:lnTo>
                <a:lnTo>
                  <a:pt x="20421" y="9257"/>
                </a:lnTo>
                <a:lnTo>
                  <a:pt x="19240" y="9257"/>
                </a:lnTo>
                <a:lnTo>
                  <a:pt x="18060" y="9257"/>
                </a:lnTo>
                <a:lnTo>
                  <a:pt x="16878" y="9257"/>
                </a:lnTo>
                <a:lnTo>
                  <a:pt x="15695" y="9257"/>
                </a:lnTo>
                <a:lnTo>
                  <a:pt x="14509" y="9257"/>
                </a:lnTo>
                <a:lnTo>
                  <a:pt x="13323" y="9257"/>
                </a:lnTo>
                <a:lnTo>
                  <a:pt x="12132" y="9257"/>
                </a:lnTo>
                <a:lnTo>
                  <a:pt x="10939" y="9257"/>
                </a:lnTo>
                <a:lnTo>
                  <a:pt x="9743" y="9257"/>
                </a:lnTo>
                <a:lnTo>
                  <a:pt x="8544" y="9257"/>
                </a:lnTo>
                <a:lnTo>
                  <a:pt x="7340" y="9257"/>
                </a:lnTo>
                <a:lnTo>
                  <a:pt x="6132" y="9257"/>
                </a:lnTo>
                <a:lnTo>
                  <a:pt x="4919" y="9257"/>
                </a:lnTo>
                <a:lnTo>
                  <a:pt x="4919" y="11294"/>
                </a:lnTo>
                <a:lnTo>
                  <a:pt x="4919" y="13333"/>
                </a:lnTo>
                <a:lnTo>
                  <a:pt x="4919" y="15382"/>
                </a:lnTo>
                <a:lnTo>
                  <a:pt x="4919" y="17440"/>
                </a:lnTo>
                <a:lnTo>
                  <a:pt x="4919" y="19511"/>
                </a:lnTo>
                <a:lnTo>
                  <a:pt x="4919" y="21600"/>
                </a:lnTo>
                <a:lnTo>
                  <a:pt x="3817" y="21600"/>
                </a:lnTo>
                <a:lnTo>
                  <a:pt x="2707" y="21600"/>
                </a:lnTo>
                <a:lnTo>
                  <a:pt x="1583" y="21600"/>
                </a:lnTo>
                <a:lnTo>
                  <a:pt x="1144" y="19708"/>
                </a:lnTo>
                <a:lnTo>
                  <a:pt x="877" y="18317"/>
                </a:lnTo>
                <a:lnTo>
                  <a:pt x="677" y="16734"/>
                </a:lnTo>
                <a:lnTo>
                  <a:pt x="435" y="14271"/>
                </a:lnTo>
                <a:lnTo>
                  <a:pt x="220" y="12226"/>
                </a:lnTo>
                <a:lnTo>
                  <a:pt x="0" y="10149"/>
                </a:lnTo>
                <a:lnTo>
                  <a:pt x="10" y="7764"/>
                </a:lnTo>
                <a:lnTo>
                  <a:pt x="160" y="5743"/>
                </a:lnTo>
                <a:lnTo>
                  <a:pt x="464" y="3900"/>
                </a:lnTo>
                <a:lnTo>
                  <a:pt x="934" y="2049"/>
                </a:lnTo>
                <a:lnTo>
                  <a:pt x="1583" y="0"/>
                </a:lnTo>
                <a:close/>
              </a:path>
            </a:pathLst>
          </a:custGeom>
          <a:solidFill>
            <a:srgbClr val="7D7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0" name="contour_09578"/>
          <p:cNvSpPr/>
          <p:nvPr/>
        </p:nvSpPr>
        <p:spPr>
          <a:xfrm>
            <a:off x="10978802" y="5218202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6648" y="1782"/>
                </a:lnTo>
                <a:lnTo>
                  <a:pt x="17091" y="3564"/>
                </a:lnTo>
                <a:lnTo>
                  <a:pt x="17539" y="5349"/>
                </a:lnTo>
                <a:lnTo>
                  <a:pt x="17982" y="7136"/>
                </a:lnTo>
                <a:lnTo>
                  <a:pt x="18430" y="8926"/>
                </a:lnTo>
                <a:lnTo>
                  <a:pt x="18878" y="10719"/>
                </a:lnTo>
                <a:lnTo>
                  <a:pt x="19327" y="12517"/>
                </a:lnTo>
                <a:lnTo>
                  <a:pt x="19780" y="14321"/>
                </a:lnTo>
                <a:lnTo>
                  <a:pt x="20234" y="16130"/>
                </a:lnTo>
                <a:lnTo>
                  <a:pt x="20687" y="17944"/>
                </a:lnTo>
                <a:lnTo>
                  <a:pt x="21141" y="19769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4779" y="19745"/>
                </a:lnTo>
                <a:lnTo>
                  <a:pt x="4163" y="17890"/>
                </a:lnTo>
                <a:lnTo>
                  <a:pt x="3559" y="16033"/>
                </a:lnTo>
                <a:lnTo>
                  <a:pt x="2959" y="14175"/>
                </a:lnTo>
                <a:lnTo>
                  <a:pt x="2365" y="12317"/>
                </a:lnTo>
                <a:lnTo>
                  <a:pt x="2111" y="11551"/>
                </a:lnTo>
                <a:lnTo>
                  <a:pt x="1669" y="10198"/>
                </a:lnTo>
                <a:lnTo>
                  <a:pt x="653" y="7098"/>
                </a:lnTo>
                <a:lnTo>
                  <a:pt x="437" y="5646"/>
                </a:lnTo>
                <a:lnTo>
                  <a:pt x="221" y="4182"/>
                </a:lnTo>
                <a:lnTo>
                  <a:pt x="0" y="2700"/>
                </a:lnTo>
                <a:lnTo>
                  <a:pt x="2678" y="1361"/>
                </a:lnTo>
                <a:lnTo>
                  <a:pt x="5400" y="0"/>
                </a:lnTo>
                <a:close/>
              </a:path>
            </a:pathLst>
          </a:custGeom>
          <a:solidFill>
            <a:srgbClr val="615880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1" name="contour_09579"/>
          <p:cNvSpPr/>
          <p:nvPr/>
        </p:nvSpPr>
        <p:spPr>
          <a:xfrm>
            <a:off x="1351365" y="5218202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9" y="679"/>
                </a:lnTo>
                <a:lnTo>
                  <a:pt x="3030" y="1419"/>
                </a:lnTo>
                <a:lnTo>
                  <a:pt x="4450" y="2222"/>
                </a:lnTo>
                <a:lnTo>
                  <a:pt x="5810" y="3089"/>
                </a:lnTo>
                <a:lnTo>
                  <a:pt x="7117" y="4021"/>
                </a:lnTo>
                <a:lnTo>
                  <a:pt x="8376" y="5011"/>
                </a:lnTo>
                <a:lnTo>
                  <a:pt x="9595" y="6067"/>
                </a:lnTo>
                <a:lnTo>
                  <a:pt x="10772" y="7180"/>
                </a:lnTo>
                <a:lnTo>
                  <a:pt x="11919" y="8356"/>
                </a:lnTo>
                <a:lnTo>
                  <a:pt x="13038" y="9590"/>
                </a:lnTo>
                <a:lnTo>
                  <a:pt x="14135" y="10886"/>
                </a:lnTo>
                <a:lnTo>
                  <a:pt x="15213" y="12241"/>
                </a:lnTo>
                <a:lnTo>
                  <a:pt x="16280" y="13657"/>
                </a:lnTo>
                <a:lnTo>
                  <a:pt x="17338" y="15129"/>
                </a:lnTo>
                <a:lnTo>
                  <a:pt x="18395" y="16660"/>
                </a:lnTo>
                <a:lnTo>
                  <a:pt x="19453" y="18249"/>
                </a:lnTo>
                <a:lnTo>
                  <a:pt x="20520" y="19897"/>
                </a:lnTo>
                <a:lnTo>
                  <a:pt x="21600" y="21600"/>
                </a:lnTo>
                <a:lnTo>
                  <a:pt x="20293" y="21239"/>
                </a:lnTo>
                <a:lnTo>
                  <a:pt x="18986" y="20872"/>
                </a:lnTo>
                <a:lnTo>
                  <a:pt x="17682" y="20501"/>
                </a:lnTo>
                <a:lnTo>
                  <a:pt x="16377" y="20125"/>
                </a:lnTo>
                <a:lnTo>
                  <a:pt x="15072" y="19739"/>
                </a:lnTo>
                <a:lnTo>
                  <a:pt x="13770" y="19347"/>
                </a:lnTo>
                <a:lnTo>
                  <a:pt x="12014" y="18860"/>
                </a:lnTo>
                <a:lnTo>
                  <a:pt x="10850" y="18576"/>
                </a:lnTo>
                <a:lnTo>
                  <a:pt x="9763" y="18382"/>
                </a:lnTo>
                <a:lnTo>
                  <a:pt x="8234" y="18166"/>
                </a:lnTo>
                <a:lnTo>
                  <a:pt x="7085" y="17940"/>
                </a:lnTo>
                <a:lnTo>
                  <a:pt x="6193" y="17687"/>
                </a:lnTo>
                <a:lnTo>
                  <a:pt x="5270" y="17271"/>
                </a:lnTo>
                <a:lnTo>
                  <a:pt x="4022" y="16561"/>
                </a:lnTo>
                <a:lnTo>
                  <a:pt x="2160" y="15429"/>
                </a:lnTo>
                <a:lnTo>
                  <a:pt x="1674" y="13534"/>
                </a:lnTo>
                <a:lnTo>
                  <a:pt x="1266" y="11642"/>
                </a:lnTo>
                <a:lnTo>
                  <a:pt x="929" y="9751"/>
                </a:lnTo>
                <a:lnTo>
                  <a:pt x="657" y="7847"/>
                </a:lnTo>
                <a:lnTo>
                  <a:pt x="434" y="5928"/>
                </a:lnTo>
                <a:lnTo>
                  <a:pt x="257" y="3984"/>
                </a:lnTo>
                <a:lnTo>
                  <a:pt x="114" y="2009"/>
                </a:lnTo>
                <a:lnTo>
                  <a:pt x="0" y="0"/>
                </a:lnTo>
                <a:close/>
              </a:path>
            </a:pathLst>
          </a:custGeom>
          <a:solidFill>
            <a:srgbClr val="49465A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2" name="contour_09580"/>
          <p:cNvSpPr/>
          <p:nvPr/>
        </p:nvSpPr>
        <p:spPr>
          <a:xfrm>
            <a:off x="8602202" y="5217488"/>
            <a:ext cx="44442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8" y="0"/>
                </a:moveTo>
                <a:lnTo>
                  <a:pt x="10520" y="64"/>
                </a:lnTo>
                <a:lnTo>
                  <a:pt x="12964" y="124"/>
                </a:lnTo>
                <a:lnTo>
                  <a:pt x="14183" y="149"/>
                </a:lnTo>
                <a:lnTo>
                  <a:pt x="17849" y="220"/>
                </a:lnTo>
                <a:lnTo>
                  <a:pt x="19712" y="283"/>
                </a:lnTo>
                <a:lnTo>
                  <a:pt x="21600" y="347"/>
                </a:lnTo>
                <a:lnTo>
                  <a:pt x="21193" y="4314"/>
                </a:lnTo>
                <a:lnTo>
                  <a:pt x="20846" y="7113"/>
                </a:lnTo>
                <a:lnTo>
                  <a:pt x="20456" y="9139"/>
                </a:lnTo>
                <a:lnTo>
                  <a:pt x="19925" y="10786"/>
                </a:lnTo>
                <a:lnTo>
                  <a:pt x="19159" y="12447"/>
                </a:lnTo>
                <a:lnTo>
                  <a:pt x="18058" y="14516"/>
                </a:lnTo>
                <a:lnTo>
                  <a:pt x="15943" y="15720"/>
                </a:lnTo>
                <a:lnTo>
                  <a:pt x="13807" y="16804"/>
                </a:lnTo>
                <a:lnTo>
                  <a:pt x="11647" y="17782"/>
                </a:lnTo>
                <a:lnTo>
                  <a:pt x="9458" y="18667"/>
                </a:lnTo>
                <a:lnTo>
                  <a:pt x="7237" y="19475"/>
                </a:lnTo>
                <a:lnTo>
                  <a:pt x="4980" y="20226"/>
                </a:lnTo>
                <a:lnTo>
                  <a:pt x="2685" y="20931"/>
                </a:lnTo>
                <a:lnTo>
                  <a:pt x="347" y="21600"/>
                </a:lnTo>
                <a:lnTo>
                  <a:pt x="280" y="19443"/>
                </a:lnTo>
                <a:lnTo>
                  <a:pt x="223" y="17282"/>
                </a:lnTo>
                <a:lnTo>
                  <a:pt x="170" y="15125"/>
                </a:lnTo>
                <a:lnTo>
                  <a:pt x="124" y="12964"/>
                </a:lnTo>
                <a:lnTo>
                  <a:pt x="64" y="10556"/>
                </a:lnTo>
                <a:lnTo>
                  <a:pt x="0" y="8108"/>
                </a:lnTo>
                <a:lnTo>
                  <a:pt x="460" y="5026"/>
                </a:lnTo>
                <a:lnTo>
                  <a:pt x="1353" y="2823"/>
                </a:lnTo>
                <a:lnTo>
                  <a:pt x="2823" y="1353"/>
                </a:lnTo>
                <a:lnTo>
                  <a:pt x="5026" y="460"/>
                </a:lnTo>
                <a:lnTo>
                  <a:pt x="8108" y="0"/>
                </a:lnTo>
                <a:close/>
              </a:path>
            </a:pathLst>
          </a:custGeom>
          <a:solidFill>
            <a:srgbClr val="E7EAEC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3" name="contour_09581"/>
          <p:cNvSpPr/>
          <p:nvPr/>
        </p:nvSpPr>
        <p:spPr>
          <a:xfrm>
            <a:off x="1037982" y="5179925"/>
            <a:ext cx="72880" cy="674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588"/>
                </a:moveTo>
                <a:lnTo>
                  <a:pt x="8230" y="257"/>
                </a:lnTo>
                <a:lnTo>
                  <a:pt x="9506" y="68"/>
                </a:lnTo>
                <a:lnTo>
                  <a:pt x="10675" y="0"/>
                </a:lnTo>
                <a:lnTo>
                  <a:pt x="12109" y="35"/>
                </a:lnTo>
                <a:lnTo>
                  <a:pt x="14174" y="149"/>
                </a:lnTo>
                <a:lnTo>
                  <a:pt x="15561" y="215"/>
                </a:lnTo>
                <a:lnTo>
                  <a:pt x="16956" y="278"/>
                </a:lnTo>
                <a:lnTo>
                  <a:pt x="18369" y="343"/>
                </a:lnTo>
                <a:lnTo>
                  <a:pt x="19436" y="423"/>
                </a:lnTo>
                <a:lnTo>
                  <a:pt x="20511" y="504"/>
                </a:lnTo>
                <a:lnTo>
                  <a:pt x="21600" y="588"/>
                </a:lnTo>
                <a:lnTo>
                  <a:pt x="20261" y="1023"/>
                </a:lnTo>
                <a:lnTo>
                  <a:pt x="18915" y="1459"/>
                </a:lnTo>
                <a:lnTo>
                  <a:pt x="17550" y="1900"/>
                </a:lnTo>
                <a:lnTo>
                  <a:pt x="15926" y="2816"/>
                </a:lnTo>
                <a:lnTo>
                  <a:pt x="14679" y="3719"/>
                </a:lnTo>
                <a:lnTo>
                  <a:pt x="13710" y="4709"/>
                </a:lnTo>
                <a:lnTo>
                  <a:pt x="12912" y="5886"/>
                </a:lnTo>
                <a:lnTo>
                  <a:pt x="12185" y="7352"/>
                </a:lnTo>
                <a:lnTo>
                  <a:pt x="11424" y="9205"/>
                </a:lnTo>
                <a:lnTo>
                  <a:pt x="11012" y="10739"/>
                </a:lnTo>
                <a:lnTo>
                  <a:pt x="10623" y="12278"/>
                </a:lnTo>
                <a:lnTo>
                  <a:pt x="10254" y="13821"/>
                </a:lnTo>
                <a:lnTo>
                  <a:pt x="9901" y="15369"/>
                </a:lnTo>
                <a:lnTo>
                  <a:pt x="9567" y="16919"/>
                </a:lnTo>
                <a:lnTo>
                  <a:pt x="9247" y="18476"/>
                </a:lnTo>
                <a:lnTo>
                  <a:pt x="8938" y="20036"/>
                </a:lnTo>
                <a:lnTo>
                  <a:pt x="8640" y="21600"/>
                </a:lnTo>
                <a:lnTo>
                  <a:pt x="8441" y="21133"/>
                </a:lnTo>
                <a:lnTo>
                  <a:pt x="7847" y="19721"/>
                </a:lnTo>
                <a:lnTo>
                  <a:pt x="7145" y="18152"/>
                </a:lnTo>
                <a:lnTo>
                  <a:pt x="6443" y="16653"/>
                </a:lnTo>
                <a:lnTo>
                  <a:pt x="5720" y="15219"/>
                </a:lnTo>
                <a:lnTo>
                  <a:pt x="4959" y="13842"/>
                </a:lnTo>
                <a:lnTo>
                  <a:pt x="4147" y="12518"/>
                </a:lnTo>
                <a:lnTo>
                  <a:pt x="3259" y="11237"/>
                </a:lnTo>
                <a:lnTo>
                  <a:pt x="2285" y="9992"/>
                </a:lnTo>
                <a:lnTo>
                  <a:pt x="1205" y="8781"/>
                </a:lnTo>
                <a:lnTo>
                  <a:pt x="0" y="7592"/>
                </a:lnTo>
                <a:lnTo>
                  <a:pt x="1428" y="7592"/>
                </a:lnTo>
                <a:lnTo>
                  <a:pt x="2864" y="7592"/>
                </a:lnTo>
                <a:lnTo>
                  <a:pt x="4320" y="7592"/>
                </a:lnTo>
                <a:lnTo>
                  <a:pt x="4607" y="6444"/>
                </a:lnTo>
                <a:lnTo>
                  <a:pt x="4897" y="5290"/>
                </a:lnTo>
                <a:lnTo>
                  <a:pt x="5188" y="4118"/>
                </a:lnTo>
                <a:lnTo>
                  <a:pt x="5616" y="2951"/>
                </a:lnTo>
                <a:lnTo>
                  <a:pt x="6046" y="1779"/>
                </a:lnTo>
                <a:lnTo>
                  <a:pt x="6480" y="588"/>
                </a:lnTo>
                <a:close/>
              </a:path>
            </a:pathLst>
          </a:custGeom>
          <a:solidFill>
            <a:srgbClr val="424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4" name="contour_09582"/>
          <p:cNvSpPr/>
          <p:nvPr/>
        </p:nvSpPr>
        <p:spPr>
          <a:xfrm>
            <a:off x="7298016" y="5167186"/>
            <a:ext cx="5136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" y="0"/>
                </a:moveTo>
                <a:lnTo>
                  <a:pt x="2142" y="170"/>
                </a:lnTo>
                <a:lnTo>
                  <a:pt x="4101" y="376"/>
                </a:lnTo>
                <a:lnTo>
                  <a:pt x="6028" y="633"/>
                </a:lnTo>
                <a:lnTo>
                  <a:pt x="7935" y="953"/>
                </a:lnTo>
                <a:lnTo>
                  <a:pt x="9825" y="1345"/>
                </a:lnTo>
                <a:lnTo>
                  <a:pt x="11707" y="1824"/>
                </a:lnTo>
                <a:lnTo>
                  <a:pt x="13586" y="2401"/>
                </a:lnTo>
                <a:lnTo>
                  <a:pt x="15471" y="3086"/>
                </a:lnTo>
                <a:lnTo>
                  <a:pt x="16700" y="4721"/>
                </a:lnTo>
                <a:lnTo>
                  <a:pt x="17775" y="6381"/>
                </a:lnTo>
                <a:lnTo>
                  <a:pt x="18716" y="8075"/>
                </a:lnTo>
                <a:lnTo>
                  <a:pt x="19547" y="9816"/>
                </a:lnTo>
                <a:lnTo>
                  <a:pt x="20291" y="11612"/>
                </a:lnTo>
                <a:lnTo>
                  <a:pt x="20969" y="13481"/>
                </a:lnTo>
                <a:lnTo>
                  <a:pt x="21600" y="15429"/>
                </a:lnTo>
                <a:lnTo>
                  <a:pt x="20782" y="15376"/>
                </a:lnTo>
                <a:lnTo>
                  <a:pt x="19893" y="15317"/>
                </a:lnTo>
                <a:lnTo>
                  <a:pt x="18483" y="15225"/>
                </a:lnTo>
                <a:lnTo>
                  <a:pt x="16108" y="15071"/>
                </a:lnTo>
                <a:lnTo>
                  <a:pt x="12323" y="14827"/>
                </a:lnTo>
                <a:lnTo>
                  <a:pt x="10843" y="15126"/>
                </a:lnTo>
                <a:lnTo>
                  <a:pt x="9341" y="15429"/>
                </a:lnTo>
                <a:lnTo>
                  <a:pt x="8210" y="17274"/>
                </a:lnTo>
                <a:lnTo>
                  <a:pt x="7512" y="18533"/>
                </a:lnTo>
                <a:lnTo>
                  <a:pt x="6963" y="19783"/>
                </a:lnTo>
                <a:lnTo>
                  <a:pt x="6277" y="21600"/>
                </a:lnTo>
                <a:lnTo>
                  <a:pt x="5176" y="19634"/>
                </a:lnTo>
                <a:lnTo>
                  <a:pt x="4153" y="17737"/>
                </a:lnTo>
                <a:lnTo>
                  <a:pt x="3218" y="15885"/>
                </a:lnTo>
                <a:lnTo>
                  <a:pt x="2378" y="14059"/>
                </a:lnTo>
                <a:lnTo>
                  <a:pt x="1649" y="12232"/>
                </a:lnTo>
                <a:lnTo>
                  <a:pt x="1036" y="10380"/>
                </a:lnTo>
                <a:lnTo>
                  <a:pt x="555" y="8486"/>
                </a:lnTo>
                <a:lnTo>
                  <a:pt x="215" y="6523"/>
                </a:lnTo>
                <a:lnTo>
                  <a:pt x="28" y="4471"/>
                </a:lnTo>
                <a:lnTo>
                  <a:pt x="0" y="2305"/>
                </a:lnTo>
                <a:lnTo>
                  <a:pt x="147" y="0"/>
                </a:lnTo>
                <a:close/>
              </a:path>
            </a:pathLst>
          </a:custGeom>
          <a:solidFill>
            <a:srgbClr val="D8E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5" name="contour_09583"/>
          <p:cNvSpPr/>
          <p:nvPr/>
        </p:nvSpPr>
        <p:spPr>
          <a:xfrm>
            <a:off x="11015242" y="5174868"/>
            <a:ext cx="79650" cy="506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88" y="1119"/>
                </a:moveTo>
                <a:lnTo>
                  <a:pt x="16869" y="2311"/>
                </a:lnTo>
                <a:lnTo>
                  <a:pt x="17944" y="3589"/>
                </a:lnTo>
                <a:lnTo>
                  <a:pt x="18849" y="4985"/>
                </a:lnTo>
                <a:lnTo>
                  <a:pt x="19620" y="6524"/>
                </a:lnTo>
                <a:lnTo>
                  <a:pt x="20290" y="8241"/>
                </a:lnTo>
                <a:lnTo>
                  <a:pt x="20894" y="10159"/>
                </a:lnTo>
                <a:lnTo>
                  <a:pt x="21472" y="12308"/>
                </a:lnTo>
                <a:lnTo>
                  <a:pt x="21600" y="14146"/>
                </a:lnTo>
                <a:lnTo>
                  <a:pt x="21489" y="15483"/>
                </a:lnTo>
                <a:lnTo>
                  <a:pt x="21005" y="16973"/>
                </a:lnTo>
                <a:lnTo>
                  <a:pt x="20011" y="19268"/>
                </a:lnTo>
                <a:lnTo>
                  <a:pt x="18908" y="20425"/>
                </a:lnTo>
                <a:lnTo>
                  <a:pt x="17788" y="21600"/>
                </a:lnTo>
                <a:lnTo>
                  <a:pt x="17052" y="20123"/>
                </a:lnTo>
                <a:lnTo>
                  <a:pt x="16313" y="18636"/>
                </a:lnTo>
                <a:lnTo>
                  <a:pt x="15564" y="17128"/>
                </a:lnTo>
                <a:lnTo>
                  <a:pt x="14471" y="15542"/>
                </a:lnTo>
                <a:lnTo>
                  <a:pt x="13333" y="14208"/>
                </a:lnTo>
                <a:lnTo>
                  <a:pt x="12151" y="13104"/>
                </a:lnTo>
                <a:lnTo>
                  <a:pt x="10927" y="12196"/>
                </a:lnTo>
                <a:lnTo>
                  <a:pt x="9667" y="11469"/>
                </a:lnTo>
                <a:lnTo>
                  <a:pt x="8368" y="10887"/>
                </a:lnTo>
                <a:lnTo>
                  <a:pt x="7038" y="10436"/>
                </a:lnTo>
                <a:lnTo>
                  <a:pt x="5678" y="10082"/>
                </a:lnTo>
                <a:lnTo>
                  <a:pt x="4293" y="9802"/>
                </a:lnTo>
                <a:lnTo>
                  <a:pt x="2882" y="9572"/>
                </a:lnTo>
                <a:lnTo>
                  <a:pt x="1451" y="9366"/>
                </a:lnTo>
                <a:lnTo>
                  <a:pt x="0" y="9161"/>
                </a:lnTo>
                <a:lnTo>
                  <a:pt x="1217" y="7320"/>
                </a:lnTo>
                <a:lnTo>
                  <a:pt x="2397" y="5666"/>
                </a:lnTo>
                <a:lnTo>
                  <a:pt x="3554" y="4211"/>
                </a:lnTo>
                <a:lnTo>
                  <a:pt x="4702" y="2957"/>
                </a:lnTo>
                <a:lnTo>
                  <a:pt x="5860" y="1916"/>
                </a:lnTo>
                <a:lnTo>
                  <a:pt x="7042" y="1092"/>
                </a:lnTo>
                <a:lnTo>
                  <a:pt x="8267" y="494"/>
                </a:lnTo>
                <a:lnTo>
                  <a:pt x="9550" y="127"/>
                </a:lnTo>
                <a:lnTo>
                  <a:pt x="10908" y="0"/>
                </a:lnTo>
                <a:lnTo>
                  <a:pt x="12356" y="118"/>
                </a:lnTo>
                <a:lnTo>
                  <a:pt x="13910" y="488"/>
                </a:lnTo>
                <a:lnTo>
                  <a:pt x="15588" y="1119"/>
                </a:lnTo>
                <a:close/>
              </a:path>
            </a:pathLst>
          </a:custGeom>
          <a:solidFill>
            <a:srgbClr val="E5E7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6" name="contour_09584"/>
          <p:cNvSpPr/>
          <p:nvPr/>
        </p:nvSpPr>
        <p:spPr>
          <a:xfrm>
            <a:off x="8653933" y="5174474"/>
            <a:ext cx="51016" cy="30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359" y="6089"/>
                </a:lnTo>
                <a:lnTo>
                  <a:pt x="21125" y="10346"/>
                </a:lnTo>
                <a:lnTo>
                  <a:pt x="20807" y="13342"/>
                </a:lnTo>
                <a:lnTo>
                  <a:pt x="20323" y="15644"/>
                </a:lnTo>
                <a:lnTo>
                  <a:pt x="19588" y="17808"/>
                </a:lnTo>
                <a:lnTo>
                  <a:pt x="18514" y="20416"/>
                </a:lnTo>
                <a:lnTo>
                  <a:pt x="16438" y="20972"/>
                </a:lnTo>
                <a:lnTo>
                  <a:pt x="14379" y="21340"/>
                </a:lnTo>
                <a:lnTo>
                  <a:pt x="12334" y="21544"/>
                </a:lnTo>
                <a:lnTo>
                  <a:pt x="10294" y="21600"/>
                </a:lnTo>
                <a:lnTo>
                  <a:pt x="8254" y="21534"/>
                </a:lnTo>
                <a:lnTo>
                  <a:pt x="6212" y="21360"/>
                </a:lnTo>
                <a:lnTo>
                  <a:pt x="4156" y="21105"/>
                </a:lnTo>
                <a:lnTo>
                  <a:pt x="2089" y="20783"/>
                </a:lnTo>
                <a:lnTo>
                  <a:pt x="0" y="20416"/>
                </a:lnTo>
                <a:lnTo>
                  <a:pt x="0" y="17047"/>
                </a:lnTo>
                <a:lnTo>
                  <a:pt x="0" y="13674"/>
                </a:lnTo>
                <a:lnTo>
                  <a:pt x="0" y="10284"/>
                </a:lnTo>
                <a:lnTo>
                  <a:pt x="0" y="6880"/>
                </a:lnTo>
                <a:lnTo>
                  <a:pt x="0" y="3455"/>
                </a:lnTo>
                <a:lnTo>
                  <a:pt x="0" y="0"/>
                </a:lnTo>
                <a:close/>
              </a:path>
            </a:pathLst>
          </a:custGeom>
          <a:solidFill>
            <a:srgbClr val="6F6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7" name="contour_09585"/>
          <p:cNvSpPr/>
          <p:nvPr/>
        </p:nvSpPr>
        <p:spPr>
          <a:xfrm>
            <a:off x="4944345" y="5159898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04" y="425"/>
                </a:lnTo>
                <a:lnTo>
                  <a:pt x="6305" y="875"/>
                </a:lnTo>
                <a:lnTo>
                  <a:pt x="8100" y="1350"/>
                </a:lnTo>
                <a:lnTo>
                  <a:pt x="9607" y="1728"/>
                </a:lnTo>
                <a:lnTo>
                  <a:pt x="11138" y="2110"/>
                </a:lnTo>
                <a:lnTo>
                  <a:pt x="12309" y="2851"/>
                </a:lnTo>
                <a:lnTo>
                  <a:pt x="13500" y="3600"/>
                </a:lnTo>
                <a:lnTo>
                  <a:pt x="13500" y="5980"/>
                </a:lnTo>
                <a:lnTo>
                  <a:pt x="13500" y="8374"/>
                </a:lnTo>
                <a:lnTo>
                  <a:pt x="13500" y="10800"/>
                </a:lnTo>
                <a:lnTo>
                  <a:pt x="15509" y="11909"/>
                </a:lnTo>
                <a:lnTo>
                  <a:pt x="16934" y="12650"/>
                </a:lnTo>
                <a:lnTo>
                  <a:pt x="18166" y="13198"/>
                </a:lnTo>
                <a:lnTo>
                  <a:pt x="19591" y="13723"/>
                </a:lnTo>
                <a:lnTo>
                  <a:pt x="21600" y="14400"/>
                </a:lnTo>
                <a:lnTo>
                  <a:pt x="21179" y="16664"/>
                </a:lnTo>
                <a:lnTo>
                  <a:pt x="20758" y="18169"/>
                </a:lnTo>
                <a:lnTo>
                  <a:pt x="20083" y="19588"/>
                </a:lnTo>
                <a:lnTo>
                  <a:pt x="18900" y="21600"/>
                </a:lnTo>
                <a:lnTo>
                  <a:pt x="16924" y="21208"/>
                </a:lnTo>
                <a:lnTo>
                  <a:pt x="15007" y="20736"/>
                </a:lnTo>
                <a:lnTo>
                  <a:pt x="13146" y="20174"/>
                </a:lnTo>
                <a:lnTo>
                  <a:pt x="11340" y="19508"/>
                </a:lnTo>
                <a:lnTo>
                  <a:pt x="9588" y="18724"/>
                </a:lnTo>
                <a:lnTo>
                  <a:pt x="7881" y="17809"/>
                </a:lnTo>
                <a:lnTo>
                  <a:pt x="6223" y="16751"/>
                </a:lnTo>
                <a:lnTo>
                  <a:pt x="4609" y="15530"/>
                </a:lnTo>
                <a:lnTo>
                  <a:pt x="3035" y="14144"/>
                </a:lnTo>
                <a:lnTo>
                  <a:pt x="1501" y="12571"/>
                </a:lnTo>
                <a:lnTo>
                  <a:pt x="0" y="10800"/>
                </a:lnTo>
                <a:lnTo>
                  <a:pt x="427" y="7906"/>
                </a:lnTo>
                <a:lnTo>
                  <a:pt x="780" y="5897"/>
                </a:lnTo>
                <a:lnTo>
                  <a:pt x="1191" y="4255"/>
                </a:lnTo>
                <a:lnTo>
                  <a:pt x="1787" y="2462"/>
                </a:lnTo>
                <a:lnTo>
                  <a:pt x="2700" y="0"/>
                </a:lnTo>
                <a:close/>
              </a:path>
            </a:pathLst>
          </a:custGeom>
          <a:solidFill>
            <a:srgbClr val="2C292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8" name="contour_09586"/>
          <p:cNvSpPr/>
          <p:nvPr/>
        </p:nvSpPr>
        <p:spPr>
          <a:xfrm>
            <a:off x="2539308" y="5152610"/>
            <a:ext cx="102032" cy="213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0"/>
                </a:lnTo>
                <a:lnTo>
                  <a:pt x="2138" y="0"/>
                </a:lnTo>
                <a:lnTo>
                  <a:pt x="3208" y="0"/>
                </a:lnTo>
                <a:lnTo>
                  <a:pt x="4278" y="0"/>
                </a:lnTo>
                <a:lnTo>
                  <a:pt x="5349" y="0"/>
                </a:lnTo>
                <a:lnTo>
                  <a:pt x="6421" y="0"/>
                </a:lnTo>
                <a:lnTo>
                  <a:pt x="7494" y="0"/>
                </a:lnTo>
                <a:lnTo>
                  <a:pt x="8567" y="0"/>
                </a:lnTo>
                <a:lnTo>
                  <a:pt x="9643" y="0"/>
                </a:lnTo>
                <a:lnTo>
                  <a:pt x="10718" y="0"/>
                </a:lnTo>
                <a:lnTo>
                  <a:pt x="11797" y="0"/>
                </a:lnTo>
                <a:lnTo>
                  <a:pt x="12877" y="0"/>
                </a:lnTo>
                <a:lnTo>
                  <a:pt x="13958" y="0"/>
                </a:lnTo>
                <a:lnTo>
                  <a:pt x="15043" y="0"/>
                </a:lnTo>
                <a:lnTo>
                  <a:pt x="16129" y="0"/>
                </a:lnTo>
                <a:lnTo>
                  <a:pt x="17218" y="0"/>
                </a:lnTo>
                <a:lnTo>
                  <a:pt x="18309" y="0"/>
                </a:lnTo>
                <a:lnTo>
                  <a:pt x="19403" y="0"/>
                </a:lnTo>
                <a:lnTo>
                  <a:pt x="20500" y="0"/>
                </a:lnTo>
                <a:lnTo>
                  <a:pt x="21600" y="0"/>
                </a:lnTo>
                <a:lnTo>
                  <a:pt x="21600" y="4883"/>
                </a:lnTo>
                <a:lnTo>
                  <a:pt x="21600" y="9795"/>
                </a:lnTo>
                <a:lnTo>
                  <a:pt x="21600" y="14774"/>
                </a:lnTo>
                <a:lnTo>
                  <a:pt x="20583" y="16917"/>
                </a:lnTo>
                <a:lnTo>
                  <a:pt x="19560" y="18616"/>
                </a:lnTo>
                <a:lnTo>
                  <a:pt x="18530" y="19901"/>
                </a:lnTo>
                <a:lnTo>
                  <a:pt x="17493" y="20810"/>
                </a:lnTo>
                <a:lnTo>
                  <a:pt x="16450" y="21364"/>
                </a:lnTo>
                <a:lnTo>
                  <a:pt x="15404" y="21600"/>
                </a:lnTo>
                <a:lnTo>
                  <a:pt x="14355" y="21541"/>
                </a:lnTo>
                <a:lnTo>
                  <a:pt x="13303" y="21216"/>
                </a:lnTo>
                <a:lnTo>
                  <a:pt x="12247" y="20654"/>
                </a:lnTo>
                <a:lnTo>
                  <a:pt x="11192" y="19894"/>
                </a:lnTo>
                <a:lnTo>
                  <a:pt x="10137" y="18955"/>
                </a:lnTo>
                <a:lnTo>
                  <a:pt x="9081" y="17877"/>
                </a:lnTo>
                <a:lnTo>
                  <a:pt x="8027" y="16680"/>
                </a:lnTo>
                <a:lnTo>
                  <a:pt x="7015" y="15779"/>
                </a:lnTo>
                <a:lnTo>
                  <a:pt x="6016" y="15136"/>
                </a:lnTo>
                <a:lnTo>
                  <a:pt x="5024" y="14723"/>
                </a:lnTo>
                <a:lnTo>
                  <a:pt x="4033" y="14494"/>
                </a:lnTo>
                <a:lnTo>
                  <a:pt x="3041" y="14427"/>
                </a:lnTo>
                <a:lnTo>
                  <a:pt x="2041" y="14471"/>
                </a:lnTo>
                <a:lnTo>
                  <a:pt x="1029" y="14597"/>
                </a:lnTo>
                <a:lnTo>
                  <a:pt x="0" y="14774"/>
                </a:lnTo>
                <a:lnTo>
                  <a:pt x="0" y="9891"/>
                </a:lnTo>
                <a:lnTo>
                  <a:pt x="0" y="4979"/>
                </a:lnTo>
                <a:lnTo>
                  <a:pt x="0" y="0"/>
                </a:lnTo>
                <a:close/>
              </a:path>
            </a:pathLst>
          </a:custGeom>
          <a:solidFill>
            <a:srgbClr val="CED9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589" name="contour_09587"/>
          <p:cNvSpPr/>
          <p:nvPr/>
        </p:nvSpPr>
        <p:spPr>
          <a:xfrm>
            <a:off x="1183741" y="5131766"/>
            <a:ext cx="36440" cy="572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19" y="33"/>
                </a:moveTo>
                <a:lnTo>
                  <a:pt x="19747" y="1190"/>
                </a:lnTo>
                <a:lnTo>
                  <a:pt x="21600" y="2363"/>
                </a:lnTo>
                <a:lnTo>
                  <a:pt x="21552" y="4276"/>
                </a:lnTo>
                <a:lnTo>
                  <a:pt x="21475" y="5711"/>
                </a:lnTo>
                <a:lnTo>
                  <a:pt x="21324" y="6944"/>
                </a:lnTo>
                <a:lnTo>
                  <a:pt x="21051" y="8250"/>
                </a:lnTo>
                <a:lnTo>
                  <a:pt x="20619" y="9893"/>
                </a:lnTo>
                <a:lnTo>
                  <a:pt x="19980" y="12152"/>
                </a:lnTo>
                <a:lnTo>
                  <a:pt x="19500" y="13916"/>
                </a:lnTo>
                <a:lnTo>
                  <a:pt x="19021" y="15692"/>
                </a:lnTo>
                <a:lnTo>
                  <a:pt x="18528" y="17489"/>
                </a:lnTo>
                <a:lnTo>
                  <a:pt x="18118" y="18846"/>
                </a:lnTo>
                <a:lnTo>
                  <a:pt x="17703" y="20215"/>
                </a:lnTo>
                <a:lnTo>
                  <a:pt x="17280" y="21600"/>
                </a:lnTo>
                <a:lnTo>
                  <a:pt x="14429" y="21600"/>
                </a:lnTo>
                <a:lnTo>
                  <a:pt x="11573" y="21600"/>
                </a:lnTo>
                <a:lnTo>
                  <a:pt x="8705" y="21600"/>
                </a:lnTo>
                <a:lnTo>
                  <a:pt x="5828" y="21600"/>
                </a:lnTo>
                <a:lnTo>
                  <a:pt x="2925" y="21600"/>
                </a:lnTo>
                <a:lnTo>
                  <a:pt x="0" y="21600"/>
                </a:lnTo>
                <a:lnTo>
                  <a:pt x="302" y="20020"/>
                </a:lnTo>
                <a:lnTo>
                  <a:pt x="618" y="18437"/>
                </a:lnTo>
                <a:lnTo>
                  <a:pt x="946" y="16857"/>
                </a:lnTo>
                <a:lnTo>
                  <a:pt x="1279" y="15279"/>
                </a:lnTo>
                <a:lnTo>
                  <a:pt x="1620" y="13699"/>
                </a:lnTo>
                <a:lnTo>
                  <a:pt x="1754" y="13045"/>
                </a:lnTo>
                <a:lnTo>
                  <a:pt x="1992" y="11894"/>
                </a:lnTo>
                <a:lnTo>
                  <a:pt x="2532" y="9253"/>
                </a:lnTo>
                <a:lnTo>
                  <a:pt x="3607" y="6991"/>
                </a:lnTo>
                <a:lnTo>
                  <a:pt x="4890" y="4911"/>
                </a:lnTo>
                <a:lnTo>
                  <a:pt x="6480" y="3089"/>
                </a:lnTo>
                <a:lnTo>
                  <a:pt x="8480" y="1608"/>
                </a:lnTo>
                <a:lnTo>
                  <a:pt x="10986" y="552"/>
                </a:lnTo>
                <a:lnTo>
                  <a:pt x="14100" y="0"/>
                </a:lnTo>
                <a:lnTo>
                  <a:pt x="17919" y="33"/>
                </a:lnTo>
                <a:close/>
              </a:path>
            </a:pathLst>
          </a:custGeom>
          <a:solidFill>
            <a:srgbClr val="8E8076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0" name="contour_09588"/>
          <p:cNvSpPr/>
          <p:nvPr/>
        </p:nvSpPr>
        <p:spPr>
          <a:xfrm>
            <a:off x="1503546" y="5130746"/>
            <a:ext cx="4459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0" y="0"/>
                </a:moveTo>
                <a:lnTo>
                  <a:pt x="2750" y="0"/>
                </a:lnTo>
                <a:lnTo>
                  <a:pt x="5083" y="0"/>
                </a:lnTo>
                <a:lnTo>
                  <a:pt x="7417" y="0"/>
                </a:lnTo>
                <a:lnTo>
                  <a:pt x="9757" y="0"/>
                </a:lnTo>
                <a:lnTo>
                  <a:pt x="12104" y="0"/>
                </a:lnTo>
                <a:lnTo>
                  <a:pt x="14462" y="0"/>
                </a:lnTo>
                <a:lnTo>
                  <a:pt x="16827" y="0"/>
                </a:lnTo>
                <a:lnTo>
                  <a:pt x="19207" y="0"/>
                </a:lnTo>
                <a:lnTo>
                  <a:pt x="21600" y="0"/>
                </a:lnTo>
                <a:lnTo>
                  <a:pt x="20834" y="292"/>
                </a:lnTo>
                <a:lnTo>
                  <a:pt x="19842" y="672"/>
                </a:lnTo>
                <a:lnTo>
                  <a:pt x="17968" y="1390"/>
                </a:lnTo>
                <a:lnTo>
                  <a:pt x="14540" y="2700"/>
                </a:lnTo>
                <a:lnTo>
                  <a:pt x="14063" y="4658"/>
                </a:lnTo>
                <a:lnTo>
                  <a:pt x="13951" y="6102"/>
                </a:lnTo>
                <a:lnTo>
                  <a:pt x="14099" y="8267"/>
                </a:lnTo>
                <a:lnTo>
                  <a:pt x="14244" y="9995"/>
                </a:lnTo>
                <a:lnTo>
                  <a:pt x="14392" y="11737"/>
                </a:lnTo>
                <a:lnTo>
                  <a:pt x="14540" y="13500"/>
                </a:lnTo>
                <a:lnTo>
                  <a:pt x="12207" y="13500"/>
                </a:lnTo>
                <a:lnTo>
                  <a:pt x="9859" y="13500"/>
                </a:lnTo>
                <a:lnTo>
                  <a:pt x="7480" y="13500"/>
                </a:lnTo>
                <a:lnTo>
                  <a:pt x="6393" y="15509"/>
                </a:lnTo>
                <a:lnTo>
                  <a:pt x="5666" y="16934"/>
                </a:lnTo>
                <a:lnTo>
                  <a:pt x="5129" y="18166"/>
                </a:lnTo>
                <a:lnTo>
                  <a:pt x="4614" y="19591"/>
                </a:lnTo>
                <a:lnTo>
                  <a:pt x="3950" y="21600"/>
                </a:lnTo>
                <a:lnTo>
                  <a:pt x="2732" y="19904"/>
                </a:lnTo>
                <a:lnTo>
                  <a:pt x="1783" y="18190"/>
                </a:lnTo>
                <a:lnTo>
                  <a:pt x="1073" y="16459"/>
                </a:lnTo>
                <a:lnTo>
                  <a:pt x="568" y="14710"/>
                </a:lnTo>
                <a:lnTo>
                  <a:pt x="240" y="12941"/>
                </a:lnTo>
                <a:lnTo>
                  <a:pt x="64" y="11154"/>
                </a:lnTo>
                <a:lnTo>
                  <a:pt x="0" y="9347"/>
                </a:lnTo>
                <a:lnTo>
                  <a:pt x="28" y="7519"/>
                </a:lnTo>
                <a:lnTo>
                  <a:pt x="113" y="5673"/>
                </a:lnTo>
                <a:lnTo>
                  <a:pt x="226" y="3802"/>
                </a:lnTo>
                <a:lnTo>
                  <a:pt x="339" y="1912"/>
                </a:lnTo>
                <a:lnTo>
                  <a:pt x="420" y="0"/>
                </a:lnTo>
                <a:close/>
              </a:path>
            </a:pathLst>
          </a:custGeom>
          <a:solidFill>
            <a:srgbClr val="83655E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1" name="contour_09589"/>
          <p:cNvSpPr/>
          <p:nvPr/>
        </p:nvSpPr>
        <p:spPr>
          <a:xfrm>
            <a:off x="7983437" y="5087018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1283"/>
                </a:lnTo>
                <a:lnTo>
                  <a:pt x="19429" y="2570"/>
                </a:lnTo>
                <a:lnTo>
                  <a:pt x="20146" y="3862"/>
                </a:lnTo>
                <a:lnTo>
                  <a:pt x="20869" y="5165"/>
                </a:lnTo>
                <a:lnTo>
                  <a:pt x="21600" y="6480"/>
                </a:lnTo>
                <a:lnTo>
                  <a:pt x="19814" y="6569"/>
                </a:lnTo>
                <a:lnTo>
                  <a:pt x="18022" y="6659"/>
                </a:lnTo>
                <a:lnTo>
                  <a:pt x="16200" y="6750"/>
                </a:lnTo>
                <a:lnTo>
                  <a:pt x="15408" y="7026"/>
                </a:lnTo>
                <a:lnTo>
                  <a:pt x="14008" y="7517"/>
                </a:lnTo>
                <a:lnTo>
                  <a:pt x="10800" y="8640"/>
                </a:lnTo>
                <a:lnTo>
                  <a:pt x="10508" y="10087"/>
                </a:lnTo>
                <a:lnTo>
                  <a:pt x="10314" y="11528"/>
                </a:lnTo>
                <a:lnTo>
                  <a:pt x="10206" y="12964"/>
                </a:lnTo>
                <a:lnTo>
                  <a:pt x="10177" y="14396"/>
                </a:lnTo>
                <a:lnTo>
                  <a:pt x="10213" y="15831"/>
                </a:lnTo>
                <a:lnTo>
                  <a:pt x="10303" y="17265"/>
                </a:lnTo>
                <a:lnTo>
                  <a:pt x="10440" y="18703"/>
                </a:lnTo>
                <a:lnTo>
                  <a:pt x="10609" y="20146"/>
                </a:lnTo>
                <a:lnTo>
                  <a:pt x="10800" y="21600"/>
                </a:lnTo>
                <a:lnTo>
                  <a:pt x="8662" y="21600"/>
                </a:lnTo>
                <a:lnTo>
                  <a:pt x="6516" y="21600"/>
                </a:lnTo>
                <a:lnTo>
                  <a:pt x="4363" y="21600"/>
                </a:lnTo>
                <a:lnTo>
                  <a:pt x="2192" y="21600"/>
                </a:lnTo>
                <a:lnTo>
                  <a:pt x="0" y="21600"/>
                </a:lnTo>
                <a:lnTo>
                  <a:pt x="223" y="19850"/>
                </a:lnTo>
                <a:lnTo>
                  <a:pt x="500" y="18196"/>
                </a:lnTo>
                <a:lnTo>
                  <a:pt x="842" y="16628"/>
                </a:lnTo>
                <a:lnTo>
                  <a:pt x="1267" y="15135"/>
                </a:lnTo>
                <a:lnTo>
                  <a:pt x="1782" y="13712"/>
                </a:lnTo>
                <a:lnTo>
                  <a:pt x="2405" y="12349"/>
                </a:lnTo>
                <a:lnTo>
                  <a:pt x="3150" y="11040"/>
                </a:lnTo>
                <a:lnTo>
                  <a:pt x="4025" y="9772"/>
                </a:lnTo>
                <a:lnTo>
                  <a:pt x="5047" y="8541"/>
                </a:lnTo>
                <a:lnTo>
                  <a:pt x="6224" y="7338"/>
                </a:lnTo>
                <a:lnTo>
                  <a:pt x="7578" y="6152"/>
                </a:lnTo>
                <a:lnTo>
                  <a:pt x="9119" y="4979"/>
                </a:lnTo>
                <a:lnTo>
                  <a:pt x="10854" y="3806"/>
                </a:lnTo>
                <a:lnTo>
                  <a:pt x="12802" y="2627"/>
                </a:lnTo>
                <a:lnTo>
                  <a:pt x="14976" y="1434"/>
                </a:lnTo>
                <a:lnTo>
                  <a:pt x="15728" y="1078"/>
                </a:lnTo>
                <a:lnTo>
                  <a:pt x="18000" y="0"/>
                </a:lnTo>
                <a:close/>
              </a:path>
            </a:pathLst>
          </a:custGeom>
          <a:solidFill>
            <a:srgbClr val="EF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2" name="contour_09590"/>
          <p:cNvSpPr/>
          <p:nvPr/>
        </p:nvSpPr>
        <p:spPr>
          <a:xfrm>
            <a:off x="8304109" y="5101594"/>
            <a:ext cx="51016" cy="36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098" y="227"/>
                </a:lnTo>
                <a:lnTo>
                  <a:pt x="7072" y="496"/>
                </a:lnTo>
                <a:lnTo>
                  <a:pt x="9020" y="834"/>
                </a:lnTo>
                <a:lnTo>
                  <a:pt x="10942" y="1262"/>
                </a:lnTo>
                <a:lnTo>
                  <a:pt x="12846" y="1801"/>
                </a:lnTo>
                <a:lnTo>
                  <a:pt x="14737" y="2469"/>
                </a:lnTo>
                <a:lnTo>
                  <a:pt x="16626" y="3286"/>
                </a:lnTo>
                <a:lnTo>
                  <a:pt x="18514" y="4279"/>
                </a:lnTo>
                <a:lnTo>
                  <a:pt x="19570" y="7116"/>
                </a:lnTo>
                <a:lnTo>
                  <a:pt x="20307" y="9799"/>
                </a:lnTo>
                <a:lnTo>
                  <a:pt x="20804" y="12443"/>
                </a:lnTo>
                <a:lnTo>
                  <a:pt x="21134" y="15177"/>
                </a:lnTo>
                <a:lnTo>
                  <a:pt x="21375" y="18117"/>
                </a:lnTo>
                <a:lnTo>
                  <a:pt x="21600" y="21395"/>
                </a:lnTo>
                <a:lnTo>
                  <a:pt x="19295" y="21600"/>
                </a:lnTo>
                <a:lnTo>
                  <a:pt x="17129" y="21561"/>
                </a:lnTo>
                <a:lnTo>
                  <a:pt x="15077" y="21300"/>
                </a:lnTo>
                <a:lnTo>
                  <a:pt x="13114" y="20826"/>
                </a:lnTo>
                <a:lnTo>
                  <a:pt x="11220" y="20154"/>
                </a:lnTo>
                <a:lnTo>
                  <a:pt x="9368" y="19298"/>
                </a:lnTo>
                <a:lnTo>
                  <a:pt x="7541" y="18280"/>
                </a:lnTo>
                <a:lnTo>
                  <a:pt x="5715" y="17107"/>
                </a:lnTo>
                <a:lnTo>
                  <a:pt x="3863" y="15802"/>
                </a:lnTo>
                <a:lnTo>
                  <a:pt x="1966" y="14373"/>
                </a:lnTo>
                <a:lnTo>
                  <a:pt x="0" y="12837"/>
                </a:lnTo>
                <a:lnTo>
                  <a:pt x="611" y="10295"/>
                </a:lnTo>
                <a:lnTo>
                  <a:pt x="1225" y="7745"/>
                </a:lnTo>
                <a:lnTo>
                  <a:pt x="1839" y="5186"/>
                </a:lnTo>
                <a:lnTo>
                  <a:pt x="2459" y="2606"/>
                </a:lnTo>
                <a:lnTo>
                  <a:pt x="3086" y="0"/>
                </a:lnTo>
                <a:close/>
              </a:path>
            </a:pathLst>
          </a:custGeom>
          <a:solidFill>
            <a:srgbClr val="DF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3" name="contour_09591"/>
          <p:cNvSpPr/>
          <p:nvPr/>
        </p:nvSpPr>
        <p:spPr>
          <a:xfrm>
            <a:off x="2532020" y="5057866"/>
            <a:ext cx="3644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531" y="1258"/>
                </a:lnTo>
                <a:lnTo>
                  <a:pt x="17781" y="2516"/>
                </a:lnTo>
                <a:lnTo>
                  <a:pt x="18036" y="3775"/>
                </a:lnTo>
                <a:lnTo>
                  <a:pt x="18287" y="5035"/>
                </a:lnTo>
                <a:lnTo>
                  <a:pt x="18537" y="6295"/>
                </a:lnTo>
                <a:lnTo>
                  <a:pt x="18792" y="7556"/>
                </a:lnTo>
                <a:lnTo>
                  <a:pt x="19043" y="8820"/>
                </a:lnTo>
                <a:lnTo>
                  <a:pt x="19297" y="10085"/>
                </a:lnTo>
                <a:lnTo>
                  <a:pt x="19552" y="11353"/>
                </a:lnTo>
                <a:lnTo>
                  <a:pt x="19803" y="12623"/>
                </a:lnTo>
                <a:lnTo>
                  <a:pt x="20058" y="13896"/>
                </a:lnTo>
                <a:lnTo>
                  <a:pt x="20313" y="15170"/>
                </a:lnTo>
                <a:lnTo>
                  <a:pt x="20572" y="16448"/>
                </a:lnTo>
                <a:lnTo>
                  <a:pt x="20827" y="17732"/>
                </a:lnTo>
                <a:lnTo>
                  <a:pt x="21082" y="19017"/>
                </a:lnTo>
                <a:lnTo>
                  <a:pt x="21341" y="2030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076" y="19222"/>
                </a:lnTo>
                <a:lnTo>
                  <a:pt x="1849" y="17584"/>
                </a:lnTo>
                <a:lnTo>
                  <a:pt x="2441" y="16481"/>
                </a:lnTo>
                <a:lnTo>
                  <a:pt x="2968" y="15716"/>
                </a:lnTo>
                <a:lnTo>
                  <a:pt x="3555" y="15089"/>
                </a:lnTo>
                <a:lnTo>
                  <a:pt x="4320" y="14400"/>
                </a:lnTo>
                <a:lnTo>
                  <a:pt x="7176" y="14400"/>
                </a:lnTo>
                <a:lnTo>
                  <a:pt x="10048" y="14400"/>
                </a:lnTo>
                <a:lnTo>
                  <a:pt x="12960" y="14400"/>
                </a:lnTo>
                <a:lnTo>
                  <a:pt x="12960" y="13212"/>
                </a:lnTo>
                <a:lnTo>
                  <a:pt x="12960" y="12024"/>
                </a:lnTo>
                <a:lnTo>
                  <a:pt x="12960" y="10834"/>
                </a:lnTo>
                <a:lnTo>
                  <a:pt x="12960" y="9643"/>
                </a:lnTo>
                <a:lnTo>
                  <a:pt x="12960" y="8449"/>
                </a:lnTo>
                <a:lnTo>
                  <a:pt x="12960" y="7254"/>
                </a:lnTo>
                <a:lnTo>
                  <a:pt x="12960" y="6055"/>
                </a:lnTo>
                <a:lnTo>
                  <a:pt x="12960" y="4853"/>
                </a:lnTo>
                <a:lnTo>
                  <a:pt x="12960" y="3647"/>
                </a:lnTo>
                <a:lnTo>
                  <a:pt x="12960" y="2437"/>
                </a:lnTo>
                <a:lnTo>
                  <a:pt x="12960" y="1220"/>
                </a:lnTo>
                <a:lnTo>
                  <a:pt x="12960" y="0"/>
                </a:lnTo>
                <a:close/>
              </a:path>
            </a:pathLst>
          </a:custGeom>
          <a:solidFill>
            <a:srgbClr val="A6A9B5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4" name="contour_09592"/>
          <p:cNvSpPr/>
          <p:nvPr/>
        </p:nvSpPr>
        <p:spPr>
          <a:xfrm>
            <a:off x="3792842" y="5101594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3" y="0"/>
                </a:lnTo>
                <a:lnTo>
                  <a:pt x="8129" y="0"/>
                </a:lnTo>
                <a:lnTo>
                  <a:pt x="9794" y="0"/>
                </a:lnTo>
                <a:lnTo>
                  <a:pt x="11462" y="0"/>
                </a:lnTo>
                <a:lnTo>
                  <a:pt x="13138" y="0"/>
                </a:lnTo>
                <a:lnTo>
                  <a:pt x="14815" y="0"/>
                </a:lnTo>
                <a:lnTo>
                  <a:pt x="16500" y="0"/>
                </a:lnTo>
                <a:lnTo>
                  <a:pt x="18192" y="0"/>
                </a:lnTo>
                <a:lnTo>
                  <a:pt x="19891" y="0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20832" y="16394"/>
                </a:lnTo>
                <a:lnTo>
                  <a:pt x="20129" y="16567"/>
                </a:lnTo>
                <a:lnTo>
                  <a:pt x="19438" y="16740"/>
                </a:lnTo>
                <a:lnTo>
                  <a:pt x="18694" y="16929"/>
                </a:lnTo>
                <a:lnTo>
                  <a:pt x="17842" y="17140"/>
                </a:lnTo>
                <a:lnTo>
                  <a:pt x="16819" y="17393"/>
                </a:lnTo>
                <a:lnTo>
                  <a:pt x="15571" y="17707"/>
                </a:lnTo>
                <a:lnTo>
                  <a:pt x="14035" y="18090"/>
                </a:lnTo>
                <a:lnTo>
                  <a:pt x="12156" y="18560"/>
                </a:lnTo>
                <a:lnTo>
                  <a:pt x="9871" y="19132"/>
                </a:lnTo>
                <a:lnTo>
                  <a:pt x="7123" y="19818"/>
                </a:lnTo>
                <a:lnTo>
                  <a:pt x="3852" y="20639"/>
                </a:lnTo>
                <a:lnTo>
                  <a:pt x="0" y="21600"/>
                </a:lnTo>
                <a:lnTo>
                  <a:pt x="1188" y="20261"/>
                </a:lnTo>
                <a:lnTo>
                  <a:pt x="2381" y="18922"/>
                </a:lnTo>
                <a:lnTo>
                  <a:pt x="3583" y="17566"/>
                </a:lnTo>
                <a:lnTo>
                  <a:pt x="4800" y="16200"/>
                </a:lnTo>
                <a:lnTo>
                  <a:pt x="4800" y="12992"/>
                </a:lnTo>
                <a:lnTo>
                  <a:pt x="4800" y="9774"/>
                </a:lnTo>
                <a:lnTo>
                  <a:pt x="4800" y="6545"/>
                </a:lnTo>
                <a:lnTo>
                  <a:pt x="4800" y="3289"/>
                </a:lnTo>
                <a:lnTo>
                  <a:pt x="4800" y="0"/>
                </a:lnTo>
                <a:close/>
              </a:path>
            </a:pathLst>
          </a:custGeom>
          <a:solidFill>
            <a:srgbClr val="27292B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5" name="contour_09593"/>
          <p:cNvSpPr/>
          <p:nvPr/>
        </p:nvSpPr>
        <p:spPr>
          <a:xfrm>
            <a:off x="11277325" y="5057866"/>
            <a:ext cx="73164" cy="600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" y="0"/>
                </a:moveTo>
                <a:lnTo>
                  <a:pt x="1506" y="0"/>
                </a:lnTo>
                <a:lnTo>
                  <a:pt x="2937" y="0"/>
                </a:lnTo>
                <a:lnTo>
                  <a:pt x="4387" y="0"/>
                </a:lnTo>
                <a:lnTo>
                  <a:pt x="4387" y="1854"/>
                </a:lnTo>
                <a:lnTo>
                  <a:pt x="4387" y="3711"/>
                </a:lnTo>
                <a:lnTo>
                  <a:pt x="4387" y="5572"/>
                </a:lnTo>
                <a:lnTo>
                  <a:pt x="4387" y="7442"/>
                </a:lnTo>
                <a:lnTo>
                  <a:pt x="4387" y="9320"/>
                </a:lnTo>
                <a:lnTo>
                  <a:pt x="4387" y="11208"/>
                </a:lnTo>
                <a:lnTo>
                  <a:pt x="4387" y="13112"/>
                </a:lnTo>
                <a:lnTo>
                  <a:pt x="5807" y="13112"/>
                </a:lnTo>
                <a:lnTo>
                  <a:pt x="7227" y="13112"/>
                </a:lnTo>
                <a:lnTo>
                  <a:pt x="8649" y="13112"/>
                </a:lnTo>
                <a:lnTo>
                  <a:pt x="10074" y="13112"/>
                </a:lnTo>
                <a:lnTo>
                  <a:pt x="11500" y="13112"/>
                </a:lnTo>
                <a:lnTo>
                  <a:pt x="12929" y="13112"/>
                </a:lnTo>
                <a:lnTo>
                  <a:pt x="14362" y="13112"/>
                </a:lnTo>
                <a:lnTo>
                  <a:pt x="15799" y="13112"/>
                </a:lnTo>
                <a:lnTo>
                  <a:pt x="17241" y="13112"/>
                </a:lnTo>
                <a:lnTo>
                  <a:pt x="18687" y="13112"/>
                </a:lnTo>
                <a:lnTo>
                  <a:pt x="20141" y="13112"/>
                </a:lnTo>
                <a:lnTo>
                  <a:pt x="21600" y="13112"/>
                </a:lnTo>
                <a:lnTo>
                  <a:pt x="21174" y="14669"/>
                </a:lnTo>
                <a:lnTo>
                  <a:pt x="20746" y="16232"/>
                </a:lnTo>
                <a:lnTo>
                  <a:pt x="20318" y="17800"/>
                </a:lnTo>
                <a:lnTo>
                  <a:pt x="19885" y="19382"/>
                </a:lnTo>
                <a:lnTo>
                  <a:pt x="19448" y="20979"/>
                </a:lnTo>
                <a:lnTo>
                  <a:pt x="17880" y="21285"/>
                </a:lnTo>
                <a:lnTo>
                  <a:pt x="16462" y="21492"/>
                </a:lnTo>
                <a:lnTo>
                  <a:pt x="15119" y="21595"/>
                </a:lnTo>
                <a:lnTo>
                  <a:pt x="13781" y="21600"/>
                </a:lnTo>
                <a:lnTo>
                  <a:pt x="12380" y="21503"/>
                </a:lnTo>
                <a:lnTo>
                  <a:pt x="10842" y="21306"/>
                </a:lnTo>
                <a:lnTo>
                  <a:pt x="9650" y="21138"/>
                </a:lnTo>
                <a:lnTo>
                  <a:pt x="8439" y="20968"/>
                </a:lnTo>
                <a:lnTo>
                  <a:pt x="7283" y="20693"/>
                </a:lnTo>
                <a:lnTo>
                  <a:pt x="6382" y="20417"/>
                </a:lnTo>
                <a:lnTo>
                  <a:pt x="5439" y="20021"/>
                </a:lnTo>
                <a:lnTo>
                  <a:pt x="4157" y="19376"/>
                </a:lnTo>
                <a:lnTo>
                  <a:pt x="2236" y="18356"/>
                </a:lnTo>
                <a:lnTo>
                  <a:pt x="1614" y="16542"/>
                </a:lnTo>
                <a:lnTo>
                  <a:pt x="1112" y="14745"/>
                </a:lnTo>
                <a:lnTo>
                  <a:pt x="719" y="12959"/>
                </a:lnTo>
                <a:lnTo>
                  <a:pt x="424" y="11174"/>
                </a:lnTo>
                <a:lnTo>
                  <a:pt x="217" y="9380"/>
                </a:lnTo>
                <a:lnTo>
                  <a:pt x="84" y="7571"/>
                </a:lnTo>
                <a:lnTo>
                  <a:pt x="15" y="5738"/>
                </a:lnTo>
                <a:lnTo>
                  <a:pt x="0" y="3871"/>
                </a:lnTo>
                <a:lnTo>
                  <a:pt x="28" y="1959"/>
                </a:lnTo>
                <a:lnTo>
                  <a:pt x="84" y="0"/>
                </a:lnTo>
                <a:close/>
              </a:path>
            </a:pathLst>
          </a:custGeom>
          <a:solidFill>
            <a:srgbClr val="4E4E4D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6" name="contour_09594"/>
          <p:cNvSpPr/>
          <p:nvPr/>
        </p:nvSpPr>
        <p:spPr>
          <a:xfrm>
            <a:off x="7683916" y="5100880"/>
            <a:ext cx="51730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32" y="0"/>
                </a:moveTo>
                <a:lnTo>
                  <a:pt x="9294" y="32"/>
                </a:lnTo>
                <a:lnTo>
                  <a:pt x="10967" y="64"/>
                </a:lnTo>
                <a:lnTo>
                  <a:pt x="12659" y="93"/>
                </a:lnTo>
                <a:lnTo>
                  <a:pt x="14330" y="117"/>
                </a:lnTo>
                <a:lnTo>
                  <a:pt x="16010" y="141"/>
                </a:lnTo>
                <a:lnTo>
                  <a:pt x="17711" y="165"/>
                </a:lnTo>
                <a:lnTo>
                  <a:pt x="19643" y="213"/>
                </a:lnTo>
                <a:lnTo>
                  <a:pt x="21600" y="261"/>
                </a:lnTo>
                <a:lnTo>
                  <a:pt x="20279" y="272"/>
                </a:lnTo>
                <a:lnTo>
                  <a:pt x="18937" y="280"/>
                </a:lnTo>
                <a:lnTo>
                  <a:pt x="16761" y="501"/>
                </a:lnTo>
                <a:lnTo>
                  <a:pt x="14835" y="795"/>
                </a:lnTo>
                <a:lnTo>
                  <a:pt x="13049" y="1240"/>
                </a:lnTo>
                <a:lnTo>
                  <a:pt x="11284" y="1923"/>
                </a:lnTo>
                <a:lnTo>
                  <a:pt x="9428" y="2929"/>
                </a:lnTo>
                <a:lnTo>
                  <a:pt x="9239" y="4737"/>
                </a:lnTo>
                <a:lnTo>
                  <a:pt x="9157" y="6503"/>
                </a:lnTo>
                <a:lnTo>
                  <a:pt x="9166" y="8239"/>
                </a:lnTo>
                <a:lnTo>
                  <a:pt x="9257" y="9965"/>
                </a:lnTo>
                <a:lnTo>
                  <a:pt x="9415" y="11702"/>
                </a:lnTo>
                <a:lnTo>
                  <a:pt x="9631" y="13462"/>
                </a:lnTo>
                <a:lnTo>
                  <a:pt x="9890" y="15265"/>
                </a:lnTo>
                <a:lnTo>
                  <a:pt x="9662" y="17084"/>
                </a:lnTo>
                <a:lnTo>
                  <a:pt x="9428" y="18933"/>
                </a:lnTo>
                <a:lnTo>
                  <a:pt x="7170" y="19834"/>
                </a:lnTo>
                <a:lnTo>
                  <a:pt x="5566" y="20424"/>
                </a:lnTo>
                <a:lnTo>
                  <a:pt x="4178" y="20829"/>
                </a:lnTo>
                <a:lnTo>
                  <a:pt x="2568" y="21179"/>
                </a:lnTo>
                <a:lnTo>
                  <a:pt x="298" y="21600"/>
                </a:lnTo>
                <a:lnTo>
                  <a:pt x="253" y="19768"/>
                </a:lnTo>
                <a:lnTo>
                  <a:pt x="210" y="17932"/>
                </a:lnTo>
                <a:lnTo>
                  <a:pt x="170" y="16100"/>
                </a:lnTo>
                <a:lnTo>
                  <a:pt x="137" y="14265"/>
                </a:lnTo>
                <a:lnTo>
                  <a:pt x="107" y="12430"/>
                </a:lnTo>
                <a:lnTo>
                  <a:pt x="73" y="10728"/>
                </a:lnTo>
                <a:lnTo>
                  <a:pt x="37" y="9013"/>
                </a:lnTo>
                <a:lnTo>
                  <a:pt x="0" y="7274"/>
                </a:lnTo>
                <a:lnTo>
                  <a:pt x="253" y="4839"/>
                </a:lnTo>
                <a:lnTo>
                  <a:pt x="724" y="3011"/>
                </a:lnTo>
                <a:lnTo>
                  <a:pt x="1555" y="1704"/>
                </a:lnTo>
                <a:lnTo>
                  <a:pt x="2888" y="827"/>
                </a:lnTo>
                <a:lnTo>
                  <a:pt x="4866" y="291"/>
                </a:lnTo>
                <a:lnTo>
                  <a:pt x="763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7" name="contour_09595"/>
          <p:cNvSpPr/>
          <p:nvPr/>
        </p:nvSpPr>
        <p:spPr>
          <a:xfrm>
            <a:off x="3938602" y="5071946"/>
            <a:ext cx="45426" cy="442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95" y="21"/>
                </a:moveTo>
                <a:lnTo>
                  <a:pt x="15248" y="50"/>
                </a:lnTo>
                <a:lnTo>
                  <a:pt x="16936" y="110"/>
                </a:lnTo>
                <a:lnTo>
                  <a:pt x="20793" y="242"/>
                </a:lnTo>
                <a:lnTo>
                  <a:pt x="21111" y="2833"/>
                </a:lnTo>
                <a:lnTo>
                  <a:pt x="21371" y="5386"/>
                </a:lnTo>
                <a:lnTo>
                  <a:pt x="21541" y="7906"/>
                </a:lnTo>
                <a:lnTo>
                  <a:pt x="21600" y="10419"/>
                </a:lnTo>
                <a:lnTo>
                  <a:pt x="21510" y="12932"/>
                </a:lnTo>
                <a:lnTo>
                  <a:pt x="21253" y="15467"/>
                </a:lnTo>
                <a:lnTo>
                  <a:pt x="20793" y="18040"/>
                </a:lnTo>
                <a:lnTo>
                  <a:pt x="18523" y="19311"/>
                </a:lnTo>
                <a:lnTo>
                  <a:pt x="16364" y="20180"/>
                </a:lnTo>
                <a:lnTo>
                  <a:pt x="14219" y="20746"/>
                </a:lnTo>
                <a:lnTo>
                  <a:pt x="11994" y="21102"/>
                </a:lnTo>
                <a:lnTo>
                  <a:pt x="9596" y="21354"/>
                </a:lnTo>
                <a:lnTo>
                  <a:pt x="6931" y="21600"/>
                </a:lnTo>
                <a:lnTo>
                  <a:pt x="6071" y="19397"/>
                </a:lnTo>
                <a:lnTo>
                  <a:pt x="5215" y="17193"/>
                </a:lnTo>
                <a:lnTo>
                  <a:pt x="4353" y="14983"/>
                </a:lnTo>
                <a:lnTo>
                  <a:pt x="3493" y="12768"/>
                </a:lnTo>
                <a:lnTo>
                  <a:pt x="2627" y="10544"/>
                </a:lnTo>
                <a:lnTo>
                  <a:pt x="1757" y="8308"/>
                </a:lnTo>
                <a:lnTo>
                  <a:pt x="880" y="6062"/>
                </a:lnTo>
                <a:lnTo>
                  <a:pt x="0" y="3802"/>
                </a:lnTo>
                <a:lnTo>
                  <a:pt x="2786" y="2389"/>
                </a:lnTo>
                <a:lnTo>
                  <a:pt x="5060" y="1342"/>
                </a:lnTo>
                <a:lnTo>
                  <a:pt x="7087" y="623"/>
                </a:lnTo>
                <a:lnTo>
                  <a:pt x="9124" y="189"/>
                </a:lnTo>
                <a:lnTo>
                  <a:pt x="11439" y="0"/>
                </a:lnTo>
                <a:lnTo>
                  <a:pt x="14295" y="21"/>
                </a:lnTo>
                <a:close/>
              </a:path>
            </a:pathLst>
          </a:custGeom>
          <a:solidFill>
            <a:srgbClr val="E5C470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8" name="contour_09596"/>
          <p:cNvSpPr/>
          <p:nvPr/>
        </p:nvSpPr>
        <p:spPr>
          <a:xfrm>
            <a:off x="10898634" y="505057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0"/>
                </a:lnTo>
                <a:lnTo>
                  <a:pt x="11956" y="0"/>
                </a:lnTo>
                <a:lnTo>
                  <a:pt x="14346" y="0"/>
                </a:lnTo>
                <a:lnTo>
                  <a:pt x="16747" y="0"/>
                </a:lnTo>
                <a:lnTo>
                  <a:pt x="19163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19220"/>
                </a:lnTo>
                <a:lnTo>
                  <a:pt x="7200" y="16826"/>
                </a:lnTo>
                <a:lnTo>
                  <a:pt x="7200" y="14400"/>
                </a:lnTo>
                <a:lnTo>
                  <a:pt x="5062" y="13079"/>
                </a:lnTo>
                <a:lnTo>
                  <a:pt x="3600" y="12262"/>
                </a:lnTo>
                <a:lnTo>
                  <a:pt x="2138" y="11617"/>
                </a:lnTo>
                <a:lnTo>
                  <a:pt x="0" y="10800"/>
                </a:lnTo>
                <a:lnTo>
                  <a:pt x="2138" y="10800"/>
                </a:lnTo>
                <a:lnTo>
                  <a:pt x="4284" y="10800"/>
                </a:lnTo>
                <a:lnTo>
                  <a:pt x="6437" y="10800"/>
                </a:lnTo>
                <a:lnTo>
                  <a:pt x="8608" y="10800"/>
                </a:lnTo>
                <a:lnTo>
                  <a:pt x="10800" y="10800"/>
                </a:lnTo>
                <a:lnTo>
                  <a:pt x="10087" y="8662"/>
                </a:lnTo>
                <a:lnTo>
                  <a:pt x="9371" y="6516"/>
                </a:lnTo>
                <a:lnTo>
                  <a:pt x="8654" y="4363"/>
                </a:lnTo>
                <a:lnTo>
                  <a:pt x="7931" y="2192"/>
                </a:lnTo>
                <a:lnTo>
                  <a:pt x="7200" y="0"/>
                </a:lnTo>
                <a:close/>
              </a:path>
            </a:pathLst>
          </a:custGeom>
          <a:solidFill>
            <a:srgbClr val="F7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599" name="contour_09597"/>
          <p:cNvSpPr/>
          <p:nvPr/>
        </p:nvSpPr>
        <p:spPr>
          <a:xfrm>
            <a:off x="8697661" y="5050578"/>
            <a:ext cx="43728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093" y="1506"/>
                </a:lnTo>
                <a:lnTo>
                  <a:pt x="8986" y="3019"/>
                </a:lnTo>
                <a:lnTo>
                  <a:pt x="9889" y="4543"/>
                </a:lnTo>
                <a:lnTo>
                  <a:pt x="10800" y="6086"/>
                </a:lnTo>
                <a:lnTo>
                  <a:pt x="13180" y="6086"/>
                </a:lnTo>
                <a:lnTo>
                  <a:pt x="15574" y="6086"/>
                </a:lnTo>
                <a:lnTo>
                  <a:pt x="18000" y="6086"/>
                </a:lnTo>
                <a:lnTo>
                  <a:pt x="19170" y="8009"/>
                </a:lnTo>
                <a:lnTo>
                  <a:pt x="19811" y="9537"/>
                </a:lnTo>
                <a:lnTo>
                  <a:pt x="20477" y="11984"/>
                </a:lnTo>
                <a:lnTo>
                  <a:pt x="20941" y="13627"/>
                </a:lnTo>
                <a:lnTo>
                  <a:pt x="21416" y="15298"/>
                </a:lnTo>
                <a:lnTo>
                  <a:pt x="21463" y="16034"/>
                </a:lnTo>
                <a:lnTo>
                  <a:pt x="21600" y="18259"/>
                </a:lnTo>
                <a:lnTo>
                  <a:pt x="19451" y="20024"/>
                </a:lnTo>
                <a:lnTo>
                  <a:pt x="17914" y="20958"/>
                </a:lnTo>
                <a:lnTo>
                  <a:pt x="16247" y="21381"/>
                </a:lnTo>
                <a:lnTo>
                  <a:pt x="13712" y="21600"/>
                </a:lnTo>
                <a:lnTo>
                  <a:pt x="11261" y="21545"/>
                </a:lnTo>
                <a:lnTo>
                  <a:pt x="8777" y="21490"/>
                </a:lnTo>
                <a:lnTo>
                  <a:pt x="7823" y="21469"/>
                </a:lnTo>
                <a:lnTo>
                  <a:pt x="6592" y="21445"/>
                </a:lnTo>
                <a:lnTo>
                  <a:pt x="4259" y="21393"/>
                </a:lnTo>
                <a:lnTo>
                  <a:pt x="0" y="21302"/>
                </a:lnTo>
                <a:lnTo>
                  <a:pt x="648" y="19385"/>
                </a:lnTo>
                <a:lnTo>
                  <a:pt x="1296" y="17467"/>
                </a:lnTo>
                <a:lnTo>
                  <a:pt x="1944" y="15547"/>
                </a:lnTo>
                <a:lnTo>
                  <a:pt x="2596" y="13624"/>
                </a:lnTo>
                <a:lnTo>
                  <a:pt x="3247" y="11695"/>
                </a:lnTo>
                <a:lnTo>
                  <a:pt x="3899" y="9765"/>
                </a:lnTo>
                <a:lnTo>
                  <a:pt x="4554" y="7827"/>
                </a:lnTo>
                <a:lnTo>
                  <a:pt x="5213" y="5882"/>
                </a:lnTo>
                <a:lnTo>
                  <a:pt x="5872" y="3932"/>
                </a:lnTo>
                <a:lnTo>
                  <a:pt x="6534" y="1969"/>
                </a:lnTo>
                <a:lnTo>
                  <a:pt x="7200" y="0"/>
                </a:lnTo>
                <a:close/>
              </a:path>
            </a:pathLst>
          </a:custGeom>
          <a:solidFill>
            <a:srgbClr val="EF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0" name="contour_09598"/>
          <p:cNvSpPr/>
          <p:nvPr/>
        </p:nvSpPr>
        <p:spPr>
          <a:xfrm>
            <a:off x="1890677" y="5050578"/>
            <a:ext cx="6584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91" y="0"/>
                </a:moveTo>
                <a:lnTo>
                  <a:pt x="4086" y="359"/>
                </a:lnTo>
                <a:lnTo>
                  <a:pt x="5759" y="761"/>
                </a:lnTo>
                <a:lnTo>
                  <a:pt x="7411" y="1212"/>
                </a:lnTo>
                <a:lnTo>
                  <a:pt x="9034" y="1725"/>
                </a:lnTo>
                <a:lnTo>
                  <a:pt x="10624" y="2309"/>
                </a:lnTo>
                <a:lnTo>
                  <a:pt x="12176" y="2973"/>
                </a:lnTo>
                <a:lnTo>
                  <a:pt x="13682" y="3731"/>
                </a:lnTo>
                <a:lnTo>
                  <a:pt x="15140" y="4593"/>
                </a:lnTo>
                <a:lnTo>
                  <a:pt x="16544" y="5567"/>
                </a:lnTo>
                <a:lnTo>
                  <a:pt x="17890" y="6664"/>
                </a:lnTo>
                <a:lnTo>
                  <a:pt x="19169" y="7895"/>
                </a:lnTo>
                <a:lnTo>
                  <a:pt x="20381" y="9269"/>
                </a:lnTo>
                <a:lnTo>
                  <a:pt x="21516" y="10800"/>
                </a:lnTo>
                <a:lnTo>
                  <a:pt x="21600" y="12790"/>
                </a:lnTo>
                <a:lnTo>
                  <a:pt x="21519" y="14674"/>
                </a:lnTo>
                <a:lnTo>
                  <a:pt x="21246" y="16475"/>
                </a:lnTo>
                <a:lnTo>
                  <a:pt x="20770" y="18217"/>
                </a:lnTo>
                <a:lnTo>
                  <a:pt x="20070" y="19918"/>
                </a:lnTo>
                <a:lnTo>
                  <a:pt x="19126" y="21600"/>
                </a:lnTo>
                <a:lnTo>
                  <a:pt x="17545" y="21600"/>
                </a:lnTo>
                <a:lnTo>
                  <a:pt x="15956" y="21600"/>
                </a:lnTo>
                <a:lnTo>
                  <a:pt x="14344" y="21600"/>
                </a:lnTo>
                <a:lnTo>
                  <a:pt x="14098" y="20317"/>
                </a:lnTo>
                <a:lnTo>
                  <a:pt x="13849" y="19027"/>
                </a:lnTo>
                <a:lnTo>
                  <a:pt x="13598" y="17717"/>
                </a:lnTo>
                <a:lnTo>
                  <a:pt x="13056" y="16324"/>
                </a:lnTo>
                <a:lnTo>
                  <a:pt x="12508" y="14923"/>
                </a:lnTo>
                <a:lnTo>
                  <a:pt x="11954" y="13500"/>
                </a:lnTo>
                <a:lnTo>
                  <a:pt x="10486" y="12946"/>
                </a:lnTo>
                <a:lnTo>
                  <a:pt x="9015" y="12477"/>
                </a:lnTo>
                <a:lnTo>
                  <a:pt x="7540" y="12077"/>
                </a:lnTo>
                <a:lnTo>
                  <a:pt x="6056" y="11740"/>
                </a:lnTo>
                <a:lnTo>
                  <a:pt x="4561" y="11453"/>
                </a:lnTo>
                <a:lnTo>
                  <a:pt x="3055" y="11208"/>
                </a:lnTo>
                <a:lnTo>
                  <a:pt x="1535" y="10994"/>
                </a:lnTo>
                <a:lnTo>
                  <a:pt x="0" y="10800"/>
                </a:lnTo>
                <a:lnTo>
                  <a:pt x="1183" y="9909"/>
                </a:lnTo>
                <a:lnTo>
                  <a:pt x="2369" y="9015"/>
                </a:lnTo>
                <a:lnTo>
                  <a:pt x="3560" y="8122"/>
                </a:lnTo>
                <a:lnTo>
                  <a:pt x="4755" y="7220"/>
                </a:lnTo>
                <a:lnTo>
                  <a:pt x="5958" y="6313"/>
                </a:lnTo>
                <a:lnTo>
                  <a:pt x="7172" y="5400"/>
                </a:lnTo>
                <a:lnTo>
                  <a:pt x="5989" y="4063"/>
                </a:lnTo>
                <a:lnTo>
                  <a:pt x="4798" y="2722"/>
                </a:lnTo>
                <a:lnTo>
                  <a:pt x="3603" y="1369"/>
                </a:lnTo>
                <a:lnTo>
                  <a:pt x="2391" y="0"/>
                </a:lnTo>
                <a:close/>
              </a:path>
            </a:pathLst>
          </a:custGeom>
          <a:solidFill>
            <a:srgbClr val="595066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1" name="contour_09599"/>
          <p:cNvSpPr/>
          <p:nvPr/>
        </p:nvSpPr>
        <p:spPr>
          <a:xfrm>
            <a:off x="7866830" y="5042306"/>
            <a:ext cx="65592" cy="45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463"/>
                </a:moveTo>
                <a:lnTo>
                  <a:pt x="4258" y="154"/>
                </a:lnTo>
                <a:lnTo>
                  <a:pt x="5561" y="0"/>
                </a:lnTo>
                <a:lnTo>
                  <a:pt x="6655" y="0"/>
                </a:lnTo>
                <a:lnTo>
                  <a:pt x="7886" y="154"/>
                </a:lnTo>
                <a:lnTo>
                  <a:pt x="9600" y="463"/>
                </a:lnTo>
                <a:lnTo>
                  <a:pt x="9600" y="2502"/>
                </a:lnTo>
                <a:lnTo>
                  <a:pt x="9600" y="4548"/>
                </a:lnTo>
                <a:lnTo>
                  <a:pt x="9600" y="6600"/>
                </a:lnTo>
                <a:lnTo>
                  <a:pt x="9600" y="8670"/>
                </a:lnTo>
                <a:lnTo>
                  <a:pt x="9600" y="10761"/>
                </a:lnTo>
                <a:lnTo>
                  <a:pt x="11136" y="10548"/>
                </a:lnTo>
                <a:lnTo>
                  <a:pt x="12684" y="10331"/>
                </a:lnTo>
                <a:lnTo>
                  <a:pt x="14251" y="10115"/>
                </a:lnTo>
                <a:lnTo>
                  <a:pt x="16202" y="10115"/>
                </a:lnTo>
                <a:lnTo>
                  <a:pt x="17486" y="10280"/>
                </a:lnTo>
                <a:lnTo>
                  <a:pt x="19200" y="10761"/>
                </a:lnTo>
                <a:lnTo>
                  <a:pt x="20083" y="13314"/>
                </a:lnTo>
                <a:lnTo>
                  <a:pt x="20650" y="15127"/>
                </a:lnTo>
                <a:lnTo>
                  <a:pt x="21014" y="16692"/>
                </a:lnTo>
                <a:lnTo>
                  <a:pt x="21293" y="18504"/>
                </a:lnTo>
                <a:lnTo>
                  <a:pt x="21600" y="21058"/>
                </a:lnTo>
                <a:lnTo>
                  <a:pt x="19793" y="21319"/>
                </a:lnTo>
                <a:lnTo>
                  <a:pt x="18058" y="21507"/>
                </a:lnTo>
                <a:lnTo>
                  <a:pt x="16380" y="21600"/>
                </a:lnTo>
                <a:lnTo>
                  <a:pt x="14755" y="21579"/>
                </a:lnTo>
                <a:lnTo>
                  <a:pt x="13166" y="21425"/>
                </a:lnTo>
                <a:lnTo>
                  <a:pt x="11609" y="21116"/>
                </a:lnTo>
                <a:lnTo>
                  <a:pt x="10070" y="20632"/>
                </a:lnTo>
                <a:lnTo>
                  <a:pt x="8539" y="19956"/>
                </a:lnTo>
                <a:lnTo>
                  <a:pt x="7008" y="19063"/>
                </a:lnTo>
                <a:lnTo>
                  <a:pt x="5465" y="17938"/>
                </a:lnTo>
                <a:lnTo>
                  <a:pt x="3900" y="16554"/>
                </a:lnTo>
                <a:lnTo>
                  <a:pt x="2537" y="14879"/>
                </a:lnTo>
                <a:lnTo>
                  <a:pt x="1675" y="13716"/>
                </a:lnTo>
                <a:lnTo>
                  <a:pt x="953" y="12525"/>
                </a:lnTo>
                <a:lnTo>
                  <a:pt x="0" y="10761"/>
                </a:lnTo>
                <a:lnTo>
                  <a:pt x="91" y="7898"/>
                </a:lnTo>
                <a:lnTo>
                  <a:pt x="262" y="5931"/>
                </a:lnTo>
                <a:lnTo>
                  <a:pt x="626" y="4366"/>
                </a:lnTo>
                <a:lnTo>
                  <a:pt x="1301" y="2708"/>
                </a:lnTo>
                <a:lnTo>
                  <a:pt x="2400" y="463"/>
                </a:lnTo>
                <a:close/>
              </a:path>
            </a:pathLst>
          </a:custGeom>
          <a:solidFill>
            <a:srgbClr val="1E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2" name="contour_09600"/>
          <p:cNvSpPr/>
          <p:nvPr/>
        </p:nvSpPr>
        <p:spPr>
          <a:xfrm>
            <a:off x="4361306" y="5050578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494" y="86"/>
                </a:lnTo>
                <a:lnTo>
                  <a:pt x="13145" y="367"/>
                </a:lnTo>
                <a:lnTo>
                  <a:pt x="15620" y="1080"/>
                </a:lnTo>
                <a:lnTo>
                  <a:pt x="17302" y="1516"/>
                </a:lnTo>
                <a:lnTo>
                  <a:pt x="19008" y="1957"/>
                </a:lnTo>
                <a:lnTo>
                  <a:pt x="20295" y="3132"/>
                </a:lnTo>
                <a:lnTo>
                  <a:pt x="21600" y="4320"/>
                </a:lnTo>
                <a:lnTo>
                  <a:pt x="21600" y="6886"/>
                </a:lnTo>
                <a:lnTo>
                  <a:pt x="21600" y="9461"/>
                </a:lnTo>
                <a:lnTo>
                  <a:pt x="21600" y="12044"/>
                </a:lnTo>
                <a:lnTo>
                  <a:pt x="21600" y="14649"/>
                </a:lnTo>
                <a:lnTo>
                  <a:pt x="21600" y="17280"/>
                </a:lnTo>
                <a:lnTo>
                  <a:pt x="19462" y="17708"/>
                </a:lnTo>
                <a:lnTo>
                  <a:pt x="17320" y="18135"/>
                </a:lnTo>
                <a:lnTo>
                  <a:pt x="15179" y="18563"/>
                </a:lnTo>
                <a:lnTo>
                  <a:pt x="13034" y="18995"/>
                </a:lnTo>
                <a:lnTo>
                  <a:pt x="10880" y="19423"/>
                </a:lnTo>
                <a:lnTo>
                  <a:pt x="8723" y="19855"/>
                </a:lnTo>
                <a:lnTo>
                  <a:pt x="6557" y="20287"/>
                </a:lnTo>
                <a:lnTo>
                  <a:pt x="4382" y="20723"/>
                </a:lnTo>
                <a:lnTo>
                  <a:pt x="2197" y="21159"/>
                </a:lnTo>
                <a:lnTo>
                  <a:pt x="0" y="21600"/>
                </a:lnTo>
                <a:lnTo>
                  <a:pt x="1728" y="16610"/>
                </a:lnTo>
                <a:lnTo>
                  <a:pt x="3101" y="12684"/>
                </a:lnTo>
                <a:lnTo>
                  <a:pt x="4200" y="9638"/>
                </a:lnTo>
                <a:lnTo>
                  <a:pt x="5098" y="7305"/>
                </a:lnTo>
                <a:lnTo>
                  <a:pt x="5872" y="5495"/>
                </a:lnTo>
                <a:lnTo>
                  <a:pt x="6600" y="4039"/>
                </a:lnTo>
                <a:lnTo>
                  <a:pt x="7356" y="2756"/>
                </a:lnTo>
                <a:lnTo>
                  <a:pt x="8217" y="1469"/>
                </a:lnTo>
                <a:lnTo>
                  <a:pt x="9257" y="0"/>
                </a:lnTo>
                <a:close/>
              </a:path>
            </a:pathLst>
          </a:custGeom>
          <a:solidFill>
            <a:srgbClr val="979697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3" name="contour_09601"/>
          <p:cNvSpPr/>
          <p:nvPr/>
        </p:nvSpPr>
        <p:spPr>
          <a:xfrm>
            <a:off x="2619476" y="502871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23" y="534"/>
                </a:lnTo>
                <a:lnTo>
                  <a:pt x="4781" y="1102"/>
                </a:lnTo>
                <a:lnTo>
                  <a:pt x="7081" y="1719"/>
                </a:lnTo>
                <a:lnTo>
                  <a:pt x="9335" y="2407"/>
                </a:lnTo>
                <a:lnTo>
                  <a:pt x="11545" y="3181"/>
                </a:lnTo>
                <a:lnTo>
                  <a:pt x="13720" y="4055"/>
                </a:lnTo>
                <a:lnTo>
                  <a:pt x="15869" y="5045"/>
                </a:lnTo>
                <a:lnTo>
                  <a:pt x="18000" y="6171"/>
                </a:lnTo>
                <a:lnTo>
                  <a:pt x="18900" y="8066"/>
                </a:lnTo>
                <a:lnTo>
                  <a:pt x="19638" y="9948"/>
                </a:lnTo>
                <a:lnTo>
                  <a:pt x="20228" y="11828"/>
                </a:lnTo>
                <a:lnTo>
                  <a:pt x="20689" y="13719"/>
                </a:lnTo>
                <a:lnTo>
                  <a:pt x="21038" y="15629"/>
                </a:lnTo>
                <a:lnTo>
                  <a:pt x="21294" y="17570"/>
                </a:lnTo>
                <a:lnTo>
                  <a:pt x="21478" y="19557"/>
                </a:lnTo>
                <a:lnTo>
                  <a:pt x="21600" y="21600"/>
                </a:lnTo>
                <a:lnTo>
                  <a:pt x="19174" y="21563"/>
                </a:lnTo>
                <a:lnTo>
                  <a:pt x="16834" y="21473"/>
                </a:lnTo>
                <a:lnTo>
                  <a:pt x="14558" y="21304"/>
                </a:lnTo>
                <a:lnTo>
                  <a:pt x="12334" y="21038"/>
                </a:lnTo>
                <a:lnTo>
                  <a:pt x="10141" y="20647"/>
                </a:lnTo>
                <a:lnTo>
                  <a:pt x="7967" y="20113"/>
                </a:lnTo>
                <a:lnTo>
                  <a:pt x="5792" y="19409"/>
                </a:lnTo>
                <a:lnTo>
                  <a:pt x="3600" y="18514"/>
                </a:lnTo>
                <a:lnTo>
                  <a:pt x="2747" y="16490"/>
                </a:lnTo>
                <a:lnTo>
                  <a:pt x="2041" y="14475"/>
                </a:lnTo>
                <a:lnTo>
                  <a:pt x="1476" y="12457"/>
                </a:lnTo>
                <a:lnTo>
                  <a:pt x="1026" y="10430"/>
                </a:lnTo>
                <a:lnTo>
                  <a:pt x="680" y="8393"/>
                </a:lnTo>
                <a:lnTo>
                  <a:pt x="421" y="6338"/>
                </a:lnTo>
                <a:lnTo>
                  <a:pt x="234" y="4258"/>
                </a:lnTo>
                <a:lnTo>
                  <a:pt x="97" y="2148"/>
                </a:lnTo>
                <a:lnTo>
                  <a:pt x="0" y="0"/>
                </a:lnTo>
                <a:close/>
              </a:path>
            </a:pathLst>
          </a:custGeom>
          <a:solidFill>
            <a:srgbClr val="9181B5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4" name="contour_09602"/>
          <p:cNvSpPr/>
          <p:nvPr/>
        </p:nvSpPr>
        <p:spPr>
          <a:xfrm>
            <a:off x="695446" y="5018890"/>
            <a:ext cx="58304" cy="389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4" y="48"/>
                </a:moveTo>
                <a:lnTo>
                  <a:pt x="7690" y="0"/>
                </a:lnTo>
                <a:lnTo>
                  <a:pt x="9553" y="53"/>
                </a:lnTo>
                <a:lnTo>
                  <a:pt x="11316" y="254"/>
                </a:lnTo>
                <a:lnTo>
                  <a:pt x="13011" y="630"/>
                </a:lnTo>
                <a:lnTo>
                  <a:pt x="14672" y="1228"/>
                </a:lnTo>
                <a:lnTo>
                  <a:pt x="16324" y="2076"/>
                </a:lnTo>
                <a:lnTo>
                  <a:pt x="18006" y="3215"/>
                </a:lnTo>
                <a:lnTo>
                  <a:pt x="19742" y="4685"/>
                </a:lnTo>
                <a:lnTo>
                  <a:pt x="20525" y="6761"/>
                </a:lnTo>
                <a:lnTo>
                  <a:pt x="21052" y="8510"/>
                </a:lnTo>
                <a:lnTo>
                  <a:pt x="21368" y="10400"/>
                </a:lnTo>
                <a:lnTo>
                  <a:pt x="21532" y="12896"/>
                </a:lnTo>
                <a:lnTo>
                  <a:pt x="21592" y="16475"/>
                </a:lnTo>
                <a:lnTo>
                  <a:pt x="21600" y="21600"/>
                </a:lnTo>
                <a:lnTo>
                  <a:pt x="19818" y="21269"/>
                </a:lnTo>
                <a:lnTo>
                  <a:pt x="18036" y="20934"/>
                </a:lnTo>
                <a:lnTo>
                  <a:pt x="16251" y="20598"/>
                </a:lnTo>
                <a:lnTo>
                  <a:pt x="14464" y="20267"/>
                </a:lnTo>
                <a:lnTo>
                  <a:pt x="12676" y="19932"/>
                </a:lnTo>
                <a:lnTo>
                  <a:pt x="10881" y="19597"/>
                </a:lnTo>
                <a:lnTo>
                  <a:pt x="9083" y="19261"/>
                </a:lnTo>
                <a:lnTo>
                  <a:pt x="7282" y="18922"/>
                </a:lnTo>
                <a:lnTo>
                  <a:pt x="5473" y="18583"/>
                </a:lnTo>
                <a:lnTo>
                  <a:pt x="3656" y="18244"/>
                </a:lnTo>
                <a:lnTo>
                  <a:pt x="1833" y="17904"/>
                </a:lnTo>
                <a:lnTo>
                  <a:pt x="0" y="17561"/>
                </a:lnTo>
                <a:lnTo>
                  <a:pt x="370" y="11866"/>
                </a:lnTo>
                <a:lnTo>
                  <a:pt x="724" y="7743"/>
                </a:lnTo>
                <a:lnTo>
                  <a:pt x="1156" y="4891"/>
                </a:lnTo>
                <a:lnTo>
                  <a:pt x="1769" y="3005"/>
                </a:lnTo>
                <a:lnTo>
                  <a:pt x="2665" y="1769"/>
                </a:lnTo>
                <a:lnTo>
                  <a:pt x="3939" y="889"/>
                </a:lnTo>
                <a:lnTo>
                  <a:pt x="5694" y="48"/>
                </a:lnTo>
                <a:close/>
              </a:path>
            </a:pathLst>
          </a:custGeom>
          <a:solidFill>
            <a:srgbClr val="8B826E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5" name="contour_09603"/>
          <p:cNvSpPr/>
          <p:nvPr/>
        </p:nvSpPr>
        <p:spPr>
          <a:xfrm>
            <a:off x="7269214" y="4977698"/>
            <a:ext cx="5830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61" y="801"/>
                </a:lnTo>
                <a:lnTo>
                  <a:pt x="2816" y="1608"/>
                </a:lnTo>
                <a:lnTo>
                  <a:pt x="4074" y="2423"/>
                </a:lnTo>
                <a:lnTo>
                  <a:pt x="5249" y="3250"/>
                </a:lnTo>
                <a:lnTo>
                  <a:pt x="6345" y="4091"/>
                </a:lnTo>
                <a:lnTo>
                  <a:pt x="7371" y="4950"/>
                </a:lnTo>
                <a:lnTo>
                  <a:pt x="8340" y="5829"/>
                </a:lnTo>
                <a:lnTo>
                  <a:pt x="9256" y="6731"/>
                </a:lnTo>
                <a:lnTo>
                  <a:pt x="10130" y="7658"/>
                </a:lnTo>
                <a:lnTo>
                  <a:pt x="10973" y="8615"/>
                </a:lnTo>
                <a:lnTo>
                  <a:pt x="11791" y="9604"/>
                </a:lnTo>
                <a:lnTo>
                  <a:pt x="12593" y="10626"/>
                </a:lnTo>
                <a:lnTo>
                  <a:pt x="13387" y="11686"/>
                </a:lnTo>
                <a:lnTo>
                  <a:pt x="14186" y="12786"/>
                </a:lnTo>
                <a:lnTo>
                  <a:pt x="15204" y="13812"/>
                </a:lnTo>
                <a:lnTo>
                  <a:pt x="16170" y="14613"/>
                </a:lnTo>
                <a:lnTo>
                  <a:pt x="17194" y="15241"/>
                </a:lnTo>
                <a:lnTo>
                  <a:pt x="18373" y="15750"/>
                </a:lnTo>
                <a:lnTo>
                  <a:pt x="19807" y="16190"/>
                </a:lnTo>
                <a:lnTo>
                  <a:pt x="21600" y="16615"/>
                </a:lnTo>
                <a:lnTo>
                  <a:pt x="20930" y="17438"/>
                </a:lnTo>
                <a:lnTo>
                  <a:pt x="20261" y="18264"/>
                </a:lnTo>
                <a:lnTo>
                  <a:pt x="19583" y="19096"/>
                </a:lnTo>
                <a:lnTo>
                  <a:pt x="18900" y="19938"/>
                </a:lnTo>
                <a:lnTo>
                  <a:pt x="17563" y="19526"/>
                </a:lnTo>
                <a:lnTo>
                  <a:pt x="16222" y="19114"/>
                </a:lnTo>
                <a:lnTo>
                  <a:pt x="14869" y="18697"/>
                </a:lnTo>
                <a:lnTo>
                  <a:pt x="13500" y="18277"/>
                </a:lnTo>
                <a:lnTo>
                  <a:pt x="12830" y="19099"/>
                </a:lnTo>
                <a:lnTo>
                  <a:pt x="12161" y="19925"/>
                </a:lnTo>
                <a:lnTo>
                  <a:pt x="11483" y="20758"/>
                </a:lnTo>
                <a:lnTo>
                  <a:pt x="10800" y="21600"/>
                </a:lnTo>
                <a:lnTo>
                  <a:pt x="10244" y="20591"/>
                </a:lnTo>
                <a:lnTo>
                  <a:pt x="9688" y="19583"/>
                </a:lnTo>
                <a:lnTo>
                  <a:pt x="9134" y="18574"/>
                </a:lnTo>
                <a:lnTo>
                  <a:pt x="8578" y="17566"/>
                </a:lnTo>
                <a:lnTo>
                  <a:pt x="8024" y="16557"/>
                </a:lnTo>
                <a:lnTo>
                  <a:pt x="7471" y="15547"/>
                </a:lnTo>
                <a:lnTo>
                  <a:pt x="6917" y="14538"/>
                </a:lnTo>
                <a:lnTo>
                  <a:pt x="6372" y="13550"/>
                </a:lnTo>
                <a:lnTo>
                  <a:pt x="5816" y="12546"/>
                </a:lnTo>
                <a:lnTo>
                  <a:pt x="5206" y="11415"/>
                </a:lnTo>
                <a:lnTo>
                  <a:pt x="4614" y="10283"/>
                </a:lnTo>
                <a:lnTo>
                  <a:pt x="4039" y="9152"/>
                </a:lnTo>
                <a:lnTo>
                  <a:pt x="3480" y="8019"/>
                </a:lnTo>
                <a:lnTo>
                  <a:pt x="2938" y="6884"/>
                </a:lnTo>
                <a:lnTo>
                  <a:pt x="2411" y="5746"/>
                </a:lnTo>
                <a:lnTo>
                  <a:pt x="1898" y="4606"/>
                </a:lnTo>
                <a:lnTo>
                  <a:pt x="1401" y="3461"/>
                </a:lnTo>
                <a:lnTo>
                  <a:pt x="921" y="2313"/>
                </a:lnTo>
                <a:lnTo>
                  <a:pt x="454" y="1158"/>
                </a:lnTo>
                <a:lnTo>
                  <a:pt x="0" y="0"/>
                </a:lnTo>
                <a:close/>
              </a:path>
            </a:pathLst>
          </a:custGeom>
          <a:solidFill>
            <a:srgbClr val="BBD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6" name="contour_09604"/>
          <p:cNvSpPr/>
          <p:nvPr/>
        </p:nvSpPr>
        <p:spPr>
          <a:xfrm>
            <a:off x="3814706" y="5013264"/>
            <a:ext cx="65592" cy="446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4"/>
                </a:moveTo>
                <a:lnTo>
                  <a:pt x="19486" y="3875"/>
                </a:lnTo>
                <a:lnTo>
                  <a:pt x="17618" y="6900"/>
                </a:lnTo>
                <a:lnTo>
                  <a:pt x="15972" y="9526"/>
                </a:lnTo>
                <a:lnTo>
                  <a:pt x="14510" y="11785"/>
                </a:lnTo>
                <a:lnTo>
                  <a:pt x="13202" y="13708"/>
                </a:lnTo>
                <a:lnTo>
                  <a:pt x="12019" y="15328"/>
                </a:lnTo>
                <a:lnTo>
                  <a:pt x="10927" y="16673"/>
                </a:lnTo>
                <a:lnTo>
                  <a:pt x="9898" y="17778"/>
                </a:lnTo>
                <a:lnTo>
                  <a:pt x="8892" y="18671"/>
                </a:lnTo>
                <a:lnTo>
                  <a:pt x="7886" y="19380"/>
                </a:lnTo>
                <a:lnTo>
                  <a:pt x="6842" y="19945"/>
                </a:lnTo>
                <a:lnTo>
                  <a:pt x="5734" y="20389"/>
                </a:lnTo>
                <a:lnTo>
                  <a:pt x="4529" y="20746"/>
                </a:lnTo>
                <a:lnTo>
                  <a:pt x="3190" y="21046"/>
                </a:lnTo>
                <a:lnTo>
                  <a:pt x="1692" y="21318"/>
                </a:lnTo>
                <a:lnTo>
                  <a:pt x="0" y="21600"/>
                </a:lnTo>
                <a:lnTo>
                  <a:pt x="175" y="19334"/>
                </a:lnTo>
                <a:lnTo>
                  <a:pt x="372" y="17093"/>
                </a:lnTo>
                <a:lnTo>
                  <a:pt x="598" y="14873"/>
                </a:lnTo>
                <a:lnTo>
                  <a:pt x="862" y="12671"/>
                </a:lnTo>
                <a:lnTo>
                  <a:pt x="1166" y="10482"/>
                </a:lnTo>
                <a:lnTo>
                  <a:pt x="1519" y="8301"/>
                </a:lnTo>
                <a:lnTo>
                  <a:pt x="1930" y="6127"/>
                </a:lnTo>
                <a:lnTo>
                  <a:pt x="2400" y="3953"/>
                </a:lnTo>
                <a:lnTo>
                  <a:pt x="3818" y="2767"/>
                </a:lnTo>
                <a:lnTo>
                  <a:pt x="5297" y="1832"/>
                </a:lnTo>
                <a:lnTo>
                  <a:pt x="6830" y="1122"/>
                </a:lnTo>
                <a:lnTo>
                  <a:pt x="8410" y="611"/>
                </a:lnTo>
                <a:lnTo>
                  <a:pt x="10022" y="272"/>
                </a:lnTo>
                <a:lnTo>
                  <a:pt x="11664" y="78"/>
                </a:lnTo>
                <a:lnTo>
                  <a:pt x="13322" y="0"/>
                </a:lnTo>
                <a:lnTo>
                  <a:pt x="14993" y="14"/>
                </a:lnTo>
                <a:lnTo>
                  <a:pt x="16663" y="88"/>
                </a:lnTo>
                <a:lnTo>
                  <a:pt x="18329" y="201"/>
                </a:lnTo>
                <a:lnTo>
                  <a:pt x="19975" y="321"/>
                </a:lnTo>
                <a:lnTo>
                  <a:pt x="21600" y="424"/>
                </a:lnTo>
                <a:close/>
              </a:path>
            </a:pathLst>
          </a:custGeom>
          <a:solidFill>
            <a:srgbClr val="9C9E9C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7" name="contour_09605"/>
          <p:cNvSpPr/>
          <p:nvPr/>
        </p:nvSpPr>
        <p:spPr>
          <a:xfrm>
            <a:off x="1446109" y="5021426"/>
            <a:ext cx="65592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060" y="919"/>
                </a:lnTo>
                <a:lnTo>
                  <a:pt x="7342" y="1856"/>
                </a:lnTo>
                <a:lnTo>
                  <a:pt x="8436" y="2640"/>
                </a:lnTo>
                <a:lnTo>
                  <a:pt x="9535" y="3436"/>
                </a:lnTo>
                <a:lnTo>
                  <a:pt x="10651" y="4237"/>
                </a:lnTo>
                <a:lnTo>
                  <a:pt x="11738" y="5025"/>
                </a:lnTo>
                <a:lnTo>
                  <a:pt x="12830" y="5817"/>
                </a:lnTo>
                <a:lnTo>
                  <a:pt x="13942" y="6618"/>
                </a:lnTo>
                <a:lnTo>
                  <a:pt x="15631" y="7690"/>
                </a:lnTo>
                <a:lnTo>
                  <a:pt x="16742" y="8241"/>
                </a:lnTo>
                <a:lnTo>
                  <a:pt x="17767" y="8444"/>
                </a:lnTo>
                <a:lnTo>
                  <a:pt x="19200" y="8474"/>
                </a:lnTo>
                <a:lnTo>
                  <a:pt x="19867" y="11626"/>
                </a:lnTo>
                <a:lnTo>
                  <a:pt x="20326" y="13863"/>
                </a:lnTo>
                <a:lnTo>
                  <a:pt x="20690" y="15795"/>
                </a:lnTo>
                <a:lnTo>
                  <a:pt x="21077" y="18032"/>
                </a:lnTo>
                <a:lnTo>
                  <a:pt x="21600" y="21185"/>
                </a:lnTo>
                <a:lnTo>
                  <a:pt x="19980" y="21248"/>
                </a:lnTo>
                <a:lnTo>
                  <a:pt x="18360" y="21308"/>
                </a:lnTo>
                <a:lnTo>
                  <a:pt x="16740" y="21358"/>
                </a:lnTo>
                <a:lnTo>
                  <a:pt x="15120" y="21405"/>
                </a:lnTo>
                <a:lnTo>
                  <a:pt x="13500" y="21447"/>
                </a:lnTo>
                <a:lnTo>
                  <a:pt x="11995" y="21498"/>
                </a:lnTo>
                <a:lnTo>
                  <a:pt x="10481" y="21549"/>
                </a:lnTo>
                <a:lnTo>
                  <a:pt x="8945" y="21600"/>
                </a:lnTo>
                <a:lnTo>
                  <a:pt x="7176" y="21405"/>
                </a:lnTo>
                <a:lnTo>
                  <a:pt x="5851" y="21151"/>
                </a:lnTo>
                <a:lnTo>
                  <a:pt x="4718" y="20706"/>
                </a:lnTo>
                <a:lnTo>
                  <a:pt x="3530" y="19943"/>
                </a:lnTo>
                <a:lnTo>
                  <a:pt x="2042" y="18736"/>
                </a:lnTo>
                <a:lnTo>
                  <a:pt x="0" y="16948"/>
                </a:lnTo>
                <a:lnTo>
                  <a:pt x="679" y="14550"/>
                </a:lnTo>
                <a:lnTo>
                  <a:pt x="1358" y="12152"/>
                </a:lnTo>
                <a:lnTo>
                  <a:pt x="2040" y="9745"/>
                </a:lnTo>
                <a:lnTo>
                  <a:pt x="2724" y="7330"/>
                </a:lnTo>
                <a:lnTo>
                  <a:pt x="3413" y="4902"/>
                </a:lnTo>
                <a:lnTo>
                  <a:pt x="4104" y="2462"/>
                </a:lnTo>
                <a:lnTo>
                  <a:pt x="4800" y="0"/>
                </a:lnTo>
                <a:close/>
              </a:path>
            </a:pathLst>
          </a:custGeom>
          <a:solidFill>
            <a:srgbClr val="E4D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8" name="contour_09606"/>
          <p:cNvSpPr/>
          <p:nvPr/>
        </p:nvSpPr>
        <p:spPr>
          <a:xfrm>
            <a:off x="11299474" y="5000531"/>
            <a:ext cx="53377" cy="42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68" y="4127"/>
                </a:moveTo>
                <a:lnTo>
                  <a:pt x="19362" y="5773"/>
                </a:lnTo>
                <a:lnTo>
                  <a:pt x="20379" y="7002"/>
                </a:lnTo>
                <a:lnTo>
                  <a:pt x="20998" y="8427"/>
                </a:lnTo>
                <a:lnTo>
                  <a:pt x="21600" y="10655"/>
                </a:lnTo>
                <a:lnTo>
                  <a:pt x="21576" y="12683"/>
                </a:lnTo>
                <a:lnTo>
                  <a:pt x="21514" y="14266"/>
                </a:lnTo>
                <a:lnTo>
                  <a:pt x="21367" y="15930"/>
                </a:lnTo>
                <a:lnTo>
                  <a:pt x="21093" y="18198"/>
                </a:lnTo>
                <a:lnTo>
                  <a:pt x="20644" y="21600"/>
                </a:lnTo>
                <a:lnTo>
                  <a:pt x="18893" y="20739"/>
                </a:lnTo>
                <a:lnTo>
                  <a:pt x="17141" y="19877"/>
                </a:lnTo>
                <a:lnTo>
                  <a:pt x="15389" y="19016"/>
                </a:lnTo>
                <a:lnTo>
                  <a:pt x="13640" y="18150"/>
                </a:lnTo>
                <a:lnTo>
                  <a:pt x="12339" y="17510"/>
                </a:lnTo>
                <a:lnTo>
                  <a:pt x="11027" y="16862"/>
                </a:lnTo>
                <a:lnTo>
                  <a:pt x="9700" y="16206"/>
                </a:lnTo>
                <a:lnTo>
                  <a:pt x="8753" y="15717"/>
                </a:lnTo>
                <a:lnTo>
                  <a:pt x="5898" y="14237"/>
                </a:lnTo>
                <a:lnTo>
                  <a:pt x="4197" y="13431"/>
                </a:lnTo>
                <a:lnTo>
                  <a:pt x="2466" y="12613"/>
                </a:lnTo>
                <a:lnTo>
                  <a:pt x="1242" y="11590"/>
                </a:lnTo>
                <a:lnTo>
                  <a:pt x="0" y="10555"/>
                </a:lnTo>
                <a:lnTo>
                  <a:pt x="0" y="8122"/>
                </a:lnTo>
                <a:lnTo>
                  <a:pt x="0" y="5673"/>
                </a:lnTo>
                <a:lnTo>
                  <a:pt x="0" y="3192"/>
                </a:lnTo>
                <a:lnTo>
                  <a:pt x="1973" y="1535"/>
                </a:lnTo>
                <a:lnTo>
                  <a:pt x="3899" y="504"/>
                </a:lnTo>
                <a:lnTo>
                  <a:pt x="5801" y="18"/>
                </a:lnTo>
                <a:lnTo>
                  <a:pt x="7689" y="0"/>
                </a:lnTo>
                <a:lnTo>
                  <a:pt x="9585" y="368"/>
                </a:lnTo>
                <a:lnTo>
                  <a:pt x="11502" y="1042"/>
                </a:lnTo>
                <a:lnTo>
                  <a:pt x="13463" y="1948"/>
                </a:lnTo>
                <a:lnTo>
                  <a:pt x="15477" y="3004"/>
                </a:lnTo>
                <a:lnTo>
                  <a:pt x="17568" y="4127"/>
                </a:lnTo>
                <a:close/>
              </a:path>
            </a:pathLst>
          </a:custGeom>
          <a:solidFill>
            <a:srgbClr val="AAA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9609" name="contour_09607"/>
          <p:cNvSpPr/>
          <p:nvPr/>
        </p:nvSpPr>
        <p:spPr>
          <a:xfrm>
            <a:off x="6766343" y="4992274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6"/>
                </a:lnTo>
                <a:lnTo>
                  <a:pt x="3646" y="910"/>
                </a:lnTo>
                <a:lnTo>
                  <a:pt x="5374" y="1342"/>
                </a:lnTo>
                <a:lnTo>
                  <a:pt x="7780" y="1944"/>
                </a:lnTo>
                <a:lnTo>
                  <a:pt x="11115" y="2778"/>
                </a:lnTo>
                <a:lnTo>
                  <a:pt x="15638" y="3910"/>
                </a:lnTo>
                <a:lnTo>
                  <a:pt x="21600" y="5400"/>
                </a:lnTo>
                <a:lnTo>
                  <a:pt x="19781" y="8802"/>
                </a:lnTo>
                <a:lnTo>
                  <a:pt x="18377" y="11397"/>
                </a:lnTo>
                <a:lnTo>
                  <a:pt x="17289" y="13343"/>
                </a:lnTo>
                <a:lnTo>
                  <a:pt x="16407" y="14801"/>
                </a:lnTo>
                <a:lnTo>
                  <a:pt x="15634" y="15927"/>
                </a:lnTo>
                <a:lnTo>
                  <a:pt x="14869" y="16880"/>
                </a:lnTo>
                <a:lnTo>
                  <a:pt x="14010" y="17817"/>
                </a:lnTo>
                <a:lnTo>
                  <a:pt x="12960" y="18900"/>
                </a:lnTo>
                <a:lnTo>
                  <a:pt x="10394" y="19435"/>
                </a:lnTo>
                <a:lnTo>
                  <a:pt x="7819" y="19972"/>
                </a:lnTo>
                <a:lnTo>
                  <a:pt x="5236" y="20509"/>
                </a:lnTo>
                <a:lnTo>
                  <a:pt x="2631" y="21052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BBD6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0" name="contour_09608"/>
          <p:cNvSpPr/>
          <p:nvPr/>
        </p:nvSpPr>
        <p:spPr>
          <a:xfrm>
            <a:off x="11000666" y="4966912"/>
            <a:ext cx="72880" cy="472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1600"/>
                </a:moveTo>
                <a:lnTo>
                  <a:pt x="3640" y="960"/>
                </a:lnTo>
                <a:lnTo>
                  <a:pt x="5091" y="480"/>
                </a:lnTo>
                <a:lnTo>
                  <a:pt x="6521" y="160"/>
                </a:lnTo>
                <a:lnTo>
                  <a:pt x="7936" y="0"/>
                </a:lnTo>
                <a:lnTo>
                  <a:pt x="9348" y="0"/>
                </a:lnTo>
                <a:lnTo>
                  <a:pt x="10763" y="160"/>
                </a:lnTo>
                <a:lnTo>
                  <a:pt x="12193" y="480"/>
                </a:lnTo>
                <a:lnTo>
                  <a:pt x="13640" y="960"/>
                </a:lnTo>
                <a:lnTo>
                  <a:pt x="15120" y="1600"/>
                </a:lnTo>
                <a:lnTo>
                  <a:pt x="16021" y="3450"/>
                </a:lnTo>
                <a:lnTo>
                  <a:pt x="16844" y="5327"/>
                </a:lnTo>
                <a:lnTo>
                  <a:pt x="17598" y="7230"/>
                </a:lnTo>
                <a:lnTo>
                  <a:pt x="18291" y="9167"/>
                </a:lnTo>
                <a:lnTo>
                  <a:pt x="18930" y="11137"/>
                </a:lnTo>
                <a:lnTo>
                  <a:pt x="19524" y="13143"/>
                </a:lnTo>
                <a:lnTo>
                  <a:pt x="20079" y="15190"/>
                </a:lnTo>
                <a:lnTo>
                  <a:pt x="20606" y="17280"/>
                </a:lnTo>
                <a:lnTo>
                  <a:pt x="21110" y="19417"/>
                </a:lnTo>
                <a:lnTo>
                  <a:pt x="21600" y="21600"/>
                </a:lnTo>
                <a:lnTo>
                  <a:pt x="20317" y="21600"/>
                </a:lnTo>
                <a:lnTo>
                  <a:pt x="19030" y="21600"/>
                </a:lnTo>
                <a:lnTo>
                  <a:pt x="17738" y="21600"/>
                </a:lnTo>
                <a:lnTo>
                  <a:pt x="16435" y="21600"/>
                </a:lnTo>
                <a:lnTo>
                  <a:pt x="15120" y="21600"/>
                </a:lnTo>
                <a:lnTo>
                  <a:pt x="15120" y="19620"/>
                </a:lnTo>
                <a:lnTo>
                  <a:pt x="15120" y="17633"/>
                </a:lnTo>
                <a:lnTo>
                  <a:pt x="15120" y="15640"/>
                </a:lnTo>
                <a:lnTo>
                  <a:pt x="15120" y="13630"/>
                </a:lnTo>
                <a:lnTo>
                  <a:pt x="15120" y="11600"/>
                </a:lnTo>
                <a:lnTo>
                  <a:pt x="13623" y="11270"/>
                </a:lnTo>
                <a:lnTo>
                  <a:pt x="12124" y="10940"/>
                </a:lnTo>
                <a:lnTo>
                  <a:pt x="10625" y="10610"/>
                </a:lnTo>
                <a:lnTo>
                  <a:pt x="9124" y="10277"/>
                </a:lnTo>
                <a:lnTo>
                  <a:pt x="7616" y="9947"/>
                </a:lnTo>
                <a:lnTo>
                  <a:pt x="6106" y="9613"/>
                </a:lnTo>
                <a:lnTo>
                  <a:pt x="4590" y="9280"/>
                </a:lnTo>
                <a:lnTo>
                  <a:pt x="3067" y="8943"/>
                </a:lnTo>
                <a:lnTo>
                  <a:pt x="1538" y="8607"/>
                </a:lnTo>
                <a:lnTo>
                  <a:pt x="0" y="8267"/>
                </a:lnTo>
                <a:lnTo>
                  <a:pt x="536" y="6617"/>
                </a:lnTo>
                <a:lnTo>
                  <a:pt x="1071" y="4960"/>
                </a:lnTo>
                <a:lnTo>
                  <a:pt x="1614" y="3290"/>
                </a:lnTo>
                <a:lnTo>
                  <a:pt x="2160" y="1600"/>
                </a:lnTo>
                <a:close/>
              </a:path>
            </a:pathLst>
          </a:custGeom>
          <a:solidFill>
            <a:srgbClr val="F4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1" name="contour_09609"/>
          <p:cNvSpPr/>
          <p:nvPr/>
        </p:nvSpPr>
        <p:spPr>
          <a:xfrm>
            <a:off x="3865722" y="4984010"/>
            <a:ext cx="65592" cy="37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64"/>
                </a:moveTo>
                <a:lnTo>
                  <a:pt x="1867" y="248"/>
                </a:lnTo>
                <a:lnTo>
                  <a:pt x="3626" y="55"/>
                </a:lnTo>
                <a:lnTo>
                  <a:pt x="5292" y="0"/>
                </a:lnTo>
                <a:lnTo>
                  <a:pt x="6881" y="93"/>
                </a:lnTo>
                <a:lnTo>
                  <a:pt x="8402" y="345"/>
                </a:lnTo>
                <a:lnTo>
                  <a:pt x="9874" y="770"/>
                </a:lnTo>
                <a:lnTo>
                  <a:pt x="11309" y="1380"/>
                </a:lnTo>
                <a:lnTo>
                  <a:pt x="12720" y="2188"/>
                </a:lnTo>
                <a:lnTo>
                  <a:pt x="14122" y="3206"/>
                </a:lnTo>
                <a:lnTo>
                  <a:pt x="15528" y="4443"/>
                </a:lnTo>
                <a:lnTo>
                  <a:pt x="16956" y="5911"/>
                </a:lnTo>
                <a:lnTo>
                  <a:pt x="18415" y="7628"/>
                </a:lnTo>
                <a:lnTo>
                  <a:pt x="19922" y="9601"/>
                </a:lnTo>
                <a:lnTo>
                  <a:pt x="20741" y="11418"/>
                </a:lnTo>
                <a:lnTo>
                  <a:pt x="21238" y="12950"/>
                </a:lnTo>
                <a:lnTo>
                  <a:pt x="21492" y="14772"/>
                </a:lnTo>
                <a:lnTo>
                  <a:pt x="21586" y="17464"/>
                </a:lnTo>
                <a:lnTo>
                  <a:pt x="21600" y="21600"/>
                </a:lnTo>
                <a:lnTo>
                  <a:pt x="18084" y="21268"/>
                </a:lnTo>
                <a:lnTo>
                  <a:pt x="15139" y="20965"/>
                </a:lnTo>
                <a:lnTo>
                  <a:pt x="12701" y="20666"/>
                </a:lnTo>
                <a:lnTo>
                  <a:pt x="10699" y="20338"/>
                </a:lnTo>
                <a:lnTo>
                  <a:pt x="9074" y="19959"/>
                </a:lnTo>
                <a:lnTo>
                  <a:pt x="7754" y="19496"/>
                </a:lnTo>
                <a:lnTo>
                  <a:pt x="6679" y="18920"/>
                </a:lnTo>
                <a:lnTo>
                  <a:pt x="5779" y="18205"/>
                </a:lnTo>
                <a:lnTo>
                  <a:pt x="4987" y="17321"/>
                </a:lnTo>
                <a:lnTo>
                  <a:pt x="4241" y="16236"/>
                </a:lnTo>
                <a:lnTo>
                  <a:pt x="3473" y="14927"/>
                </a:lnTo>
                <a:lnTo>
                  <a:pt x="2616" y="13366"/>
                </a:lnTo>
                <a:lnTo>
                  <a:pt x="1956" y="10842"/>
                </a:lnTo>
                <a:lnTo>
                  <a:pt x="1366" y="8343"/>
                </a:lnTo>
                <a:lnTo>
                  <a:pt x="845" y="5827"/>
                </a:lnTo>
                <a:lnTo>
                  <a:pt x="391" y="3252"/>
                </a:lnTo>
                <a:lnTo>
                  <a:pt x="0" y="564"/>
                </a:lnTo>
                <a:close/>
              </a:path>
            </a:pathLst>
          </a:custGeom>
          <a:solidFill>
            <a:srgbClr val="3B3B3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2" name="contour_09610"/>
          <p:cNvSpPr/>
          <p:nvPr/>
        </p:nvSpPr>
        <p:spPr>
          <a:xfrm>
            <a:off x="2597612" y="4998476"/>
            <a:ext cx="87456" cy="30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123"/>
                </a:moveTo>
                <a:lnTo>
                  <a:pt x="15835" y="195"/>
                </a:lnTo>
                <a:lnTo>
                  <a:pt x="16834" y="262"/>
                </a:lnTo>
                <a:lnTo>
                  <a:pt x="18025" y="365"/>
                </a:lnTo>
                <a:lnTo>
                  <a:pt x="19217" y="483"/>
                </a:lnTo>
                <a:lnTo>
                  <a:pt x="20408" y="622"/>
                </a:lnTo>
                <a:lnTo>
                  <a:pt x="21600" y="766"/>
                </a:lnTo>
                <a:lnTo>
                  <a:pt x="21254" y="4069"/>
                </a:lnTo>
                <a:lnTo>
                  <a:pt x="20882" y="7224"/>
                </a:lnTo>
                <a:lnTo>
                  <a:pt x="20466" y="10240"/>
                </a:lnTo>
                <a:lnTo>
                  <a:pt x="19987" y="13138"/>
                </a:lnTo>
                <a:lnTo>
                  <a:pt x="19429" y="15938"/>
                </a:lnTo>
                <a:lnTo>
                  <a:pt x="18772" y="18661"/>
                </a:lnTo>
                <a:lnTo>
                  <a:pt x="18000" y="21317"/>
                </a:lnTo>
                <a:lnTo>
                  <a:pt x="16799" y="21600"/>
                </a:lnTo>
                <a:lnTo>
                  <a:pt x="15629" y="21569"/>
                </a:lnTo>
                <a:lnTo>
                  <a:pt x="14477" y="21281"/>
                </a:lnTo>
                <a:lnTo>
                  <a:pt x="13340" y="20773"/>
                </a:lnTo>
                <a:lnTo>
                  <a:pt x="12209" y="20095"/>
                </a:lnTo>
                <a:lnTo>
                  <a:pt x="11075" y="19288"/>
                </a:lnTo>
                <a:lnTo>
                  <a:pt x="9934" y="18394"/>
                </a:lnTo>
                <a:lnTo>
                  <a:pt x="8775" y="17464"/>
                </a:lnTo>
                <a:lnTo>
                  <a:pt x="7931" y="16883"/>
                </a:lnTo>
                <a:lnTo>
                  <a:pt x="7083" y="16292"/>
                </a:lnTo>
                <a:lnTo>
                  <a:pt x="6223" y="15696"/>
                </a:lnTo>
                <a:lnTo>
                  <a:pt x="5182" y="14962"/>
                </a:lnTo>
                <a:lnTo>
                  <a:pt x="4142" y="14206"/>
                </a:lnTo>
                <a:lnTo>
                  <a:pt x="3105" y="13441"/>
                </a:lnTo>
                <a:lnTo>
                  <a:pt x="2070" y="12655"/>
                </a:lnTo>
                <a:lnTo>
                  <a:pt x="1035" y="11858"/>
                </a:lnTo>
                <a:lnTo>
                  <a:pt x="0" y="11041"/>
                </a:lnTo>
                <a:lnTo>
                  <a:pt x="1278" y="9012"/>
                </a:lnTo>
                <a:lnTo>
                  <a:pt x="2502" y="7203"/>
                </a:lnTo>
                <a:lnTo>
                  <a:pt x="3688" y="5611"/>
                </a:lnTo>
                <a:lnTo>
                  <a:pt x="4846" y="4229"/>
                </a:lnTo>
                <a:lnTo>
                  <a:pt x="5992" y="3047"/>
                </a:lnTo>
                <a:lnTo>
                  <a:pt x="7141" y="2065"/>
                </a:lnTo>
                <a:lnTo>
                  <a:pt x="8305" y="1279"/>
                </a:lnTo>
                <a:lnTo>
                  <a:pt x="9499" y="688"/>
                </a:lnTo>
                <a:lnTo>
                  <a:pt x="10737" y="277"/>
                </a:lnTo>
                <a:lnTo>
                  <a:pt x="12031" y="51"/>
                </a:lnTo>
                <a:lnTo>
                  <a:pt x="13397" y="0"/>
                </a:lnTo>
                <a:lnTo>
                  <a:pt x="14850" y="123"/>
                </a:lnTo>
                <a:close/>
              </a:path>
            </a:pathLst>
          </a:custGeom>
          <a:solidFill>
            <a:srgbClr val="DCE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3" name="contour_09611"/>
          <p:cNvSpPr/>
          <p:nvPr/>
        </p:nvSpPr>
        <p:spPr>
          <a:xfrm>
            <a:off x="11474385" y="4963122"/>
            <a:ext cx="65592" cy="287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125" y="3249"/>
                </a:lnTo>
                <a:lnTo>
                  <a:pt x="20647" y="6509"/>
                </a:lnTo>
                <a:lnTo>
                  <a:pt x="20170" y="9780"/>
                </a:lnTo>
                <a:lnTo>
                  <a:pt x="19687" y="13078"/>
                </a:lnTo>
                <a:lnTo>
                  <a:pt x="19200" y="16409"/>
                </a:lnTo>
                <a:lnTo>
                  <a:pt x="17522" y="18077"/>
                </a:lnTo>
                <a:lnTo>
                  <a:pt x="15984" y="19461"/>
                </a:lnTo>
                <a:lnTo>
                  <a:pt x="14532" y="20528"/>
                </a:lnTo>
                <a:lnTo>
                  <a:pt x="13118" y="21250"/>
                </a:lnTo>
                <a:lnTo>
                  <a:pt x="11690" y="21600"/>
                </a:lnTo>
                <a:lnTo>
                  <a:pt x="10202" y="21551"/>
                </a:lnTo>
                <a:lnTo>
                  <a:pt x="8599" y="21069"/>
                </a:lnTo>
                <a:lnTo>
                  <a:pt x="6835" y="20129"/>
                </a:lnTo>
                <a:lnTo>
                  <a:pt x="4505" y="17727"/>
                </a:lnTo>
                <a:lnTo>
                  <a:pt x="2986" y="16054"/>
                </a:lnTo>
                <a:lnTo>
                  <a:pt x="1946" y="14653"/>
                </a:lnTo>
                <a:lnTo>
                  <a:pt x="1061" y="13100"/>
                </a:lnTo>
                <a:lnTo>
                  <a:pt x="0" y="10939"/>
                </a:lnTo>
                <a:lnTo>
                  <a:pt x="0" y="7324"/>
                </a:lnTo>
                <a:lnTo>
                  <a:pt x="0" y="3687"/>
                </a:lnTo>
                <a:lnTo>
                  <a:pt x="0" y="0"/>
                </a:lnTo>
                <a:close/>
              </a:path>
            </a:pathLst>
          </a:custGeom>
          <a:solidFill>
            <a:srgbClr val="F6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4" name="contour_09612"/>
          <p:cNvSpPr/>
          <p:nvPr/>
        </p:nvSpPr>
        <p:spPr>
          <a:xfrm>
            <a:off x="9120364" y="4977698"/>
            <a:ext cx="10932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0" y="0"/>
                </a:moveTo>
                <a:lnTo>
                  <a:pt x="12518" y="713"/>
                </a:lnTo>
                <a:lnTo>
                  <a:pt x="13517" y="1426"/>
                </a:lnTo>
                <a:lnTo>
                  <a:pt x="14517" y="2138"/>
                </a:lnTo>
                <a:lnTo>
                  <a:pt x="15517" y="2858"/>
                </a:lnTo>
                <a:lnTo>
                  <a:pt x="16523" y="3571"/>
                </a:lnTo>
                <a:lnTo>
                  <a:pt x="17529" y="4291"/>
                </a:lnTo>
                <a:lnTo>
                  <a:pt x="18540" y="5011"/>
                </a:lnTo>
                <a:lnTo>
                  <a:pt x="19555" y="5738"/>
                </a:lnTo>
                <a:lnTo>
                  <a:pt x="20575" y="646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20582" y="21600"/>
                </a:lnTo>
                <a:lnTo>
                  <a:pt x="19564" y="21600"/>
                </a:lnTo>
                <a:lnTo>
                  <a:pt x="18544" y="21600"/>
                </a:lnTo>
                <a:lnTo>
                  <a:pt x="17525" y="21600"/>
                </a:lnTo>
                <a:lnTo>
                  <a:pt x="16505" y="21600"/>
                </a:lnTo>
                <a:lnTo>
                  <a:pt x="15486" y="21600"/>
                </a:lnTo>
                <a:lnTo>
                  <a:pt x="14463" y="21600"/>
                </a:lnTo>
                <a:lnTo>
                  <a:pt x="13442" y="21600"/>
                </a:lnTo>
                <a:lnTo>
                  <a:pt x="12419" y="21600"/>
                </a:lnTo>
                <a:lnTo>
                  <a:pt x="11393" y="21600"/>
                </a:lnTo>
                <a:lnTo>
                  <a:pt x="10368" y="21600"/>
                </a:lnTo>
                <a:lnTo>
                  <a:pt x="9340" y="21600"/>
                </a:lnTo>
                <a:lnTo>
                  <a:pt x="8312" y="21600"/>
                </a:lnTo>
                <a:lnTo>
                  <a:pt x="7281" y="21600"/>
                </a:lnTo>
                <a:lnTo>
                  <a:pt x="6247" y="21600"/>
                </a:lnTo>
                <a:lnTo>
                  <a:pt x="5211" y="21600"/>
                </a:lnTo>
                <a:lnTo>
                  <a:pt x="4175" y="21600"/>
                </a:lnTo>
                <a:lnTo>
                  <a:pt x="3135" y="21600"/>
                </a:lnTo>
                <a:lnTo>
                  <a:pt x="2092" y="21600"/>
                </a:lnTo>
                <a:lnTo>
                  <a:pt x="1048" y="21600"/>
                </a:lnTo>
                <a:lnTo>
                  <a:pt x="0" y="21600"/>
                </a:lnTo>
                <a:lnTo>
                  <a:pt x="0" y="18029"/>
                </a:lnTo>
                <a:lnTo>
                  <a:pt x="0" y="14400"/>
                </a:lnTo>
                <a:lnTo>
                  <a:pt x="950" y="13802"/>
                </a:lnTo>
                <a:lnTo>
                  <a:pt x="1901" y="13212"/>
                </a:lnTo>
                <a:lnTo>
                  <a:pt x="2853" y="12614"/>
                </a:lnTo>
                <a:lnTo>
                  <a:pt x="3806" y="12024"/>
                </a:lnTo>
                <a:lnTo>
                  <a:pt x="4761" y="11426"/>
                </a:lnTo>
                <a:lnTo>
                  <a:pt x="5717" y="10829"/>
                </a:lnTo>
                <a:lnTo>
                  <a:pt x="6676" y="10231"/>
                </a:lnTo>
                <a:lnTo>
                  <a:pt x="7638" y="9626"/>
                </a:lnTo>
                <a:lnTo>
                  <a:pt x="8603" y="9022"/>
                </a:lnTo>
                <a:lnTo>
                  <a:pt x="9570" y="8417"/>
                </a:lnTo>
                <a:lnTo>
                  <a:pt x="10544" y="7812"/>
                </a:lnTo>
                <a:lnTo>
                  <a:pt x="11520" y="7200"/>
                </a:lnTo>
                <a:lnTo>
                  <a:pt x="11520" y="3629"/>
                </a:lnTo>
                <a:lnTo>
                  <a:pt x="11520" y="0"/>
                </a:lnTo>
                <a:close/>
              </a:path>
            </a:pathLst>
          </a:custGeom>
          <a:solidFill>
            <a:srgbClr val="ED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5" name="contour_09613"/>
          <p:cNvSpPr/>
          <p:nvPr/>
        </p:nvSpPr>
        <p:spPr>
          <a:xfrm>
            <a:off x="6584143" y="4933970"/>
            <a:ext cx="54733" cy="664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52" y="0"/>
                </a:moveTo>
                <a:lnTo>
                  <a:pt x="7740" y="355"/>
                </a:lnTo>
                <a:lnTo>
                  <a:pt x="9652" y="744"/>
                </a:lnTo>
                <a:lnTo>
                  <a:pt x="11502" y="1182"/>
                </a:lnTo>
                <a:lnTo>
                  <a:pt x="13297" y="1688"/>
                </a:lnTo>
                <a:lnTo>
                  <a:pt x="15048" y="2281"/>
                </a:lnTo>
                <a:lnTo>
                  <a:pt x="16765" y="2972"/>
                </a:lnTo>
                <a:lnTo>
                  <a:pt x="18456" y="3787"/>
                </a:lnTo>
                <a:lnTo>
                  <a:pt x="20133" y="4736"/>
                </a:lnTo>
                <a:lnTo>
                  <a:pt x="20726" y="6377"/>
                </a:lnTo>
                <a:lnTo>
                  <a:pt x="21166" y="7969"/>
                </a:lnTo>
                <a:lnTo>
                  <a:pt x="21459" y="9529"/>
                </a:lnTo>
                <a:lnTo>
                  <a:pt x="21600" y="11071"/>
                </a:lnTo>
                <a:lnTo>
                  <a:pt x="21597" y="12603"/>
                </a:lnTo>
                <a:lnTo>
                  <a:pt x="21448" y="14145"/>
                </a:lnTo>
                <a:lnTo>
                  <a:pt x="21151" y="15708"/>
                </a:lnTo>
                <a:lnTo>
                  <a:pt x="20714" y="17302"/>
                </a:lnTo>
                <a:lnTo>
                  <a:pt x="20133" y="18945"/>
                </a:lnTo>
                <a:lnTo>
                  <a:pt x="18525" y="19954"/>
                </a:lnTo>
                <a:lnTo>
                  <a:pt x="17021" y="20643"/>
                </a:lnTo>
                <a:lnTo>
                  <a:pt x="15482" y="21093"/>
                </a:lnTo>
                <a:lnTo>
                  <a:pt x="13777" y="21387"/>
                </a:lnTo>
                <a:lnTo>
                  <a:pt x="11764" y="21600"/>
                </a:lnTo>
                <a:lnTo>
                  <a:pt x="9742" y="21316"/>
                </a:lnTo>
                <a:lnTo>
                  <a:pt x="7909" y="20861"/>
                </a:lnTo>
                <a:lnTo>
                  <a:pt x="6221" y="20255"/>
                </a:lnTo>
                <a:lnTo>
                  <a:pt x="4631" y="19507"/>
                </a:lnTo>
                <a:lnTo>
                  <a:pt x="3095" y="18635"/>
                </a:lnTo>
                <a:lnTo>
                  <a:pt x="1565" y="17655"/>
                </a:lnTo>
                <a:lnTo>
                  <a:pt x="0" y="16577"/>
                </a:lnTo>
                <a:lnTo>
                  <a:pt x="1510" y="16146"/>
                </a:lnTo>
                <a:lnTo>
                  <a:pt x="3046" y="15708"/>
                </a:lnTo>
                <a:lnTo>
                  <a:pt x="4357" y="15310"/>
                </a:lnTo>
                <a:lnTo>
                  <a:pt x="5675" y="14910"/>
                </a:lnTo>
                <a:lnTo>
                  <a:pt x="7012" y="14505"/>
                </a:lnTo>
                <a:lnTo>
                  <a:pt x="8315" y="14121"/>
                </a:lnTo>
                <a:lnTo>
                  <a:pt x="9624" y="13733"/>
                </a:lnTo>
                <a:lnTo>
                  <a:pt x="10955" y="13340"/>
                </a:lnTo>
                <a:lnTo>
                  <a:pt x="12649" y="12570"/>
                </a:lnTo>
                <a:lnTo>
                  <a:pt x="13826" y="11862"/>
                </a:lnTo>
                <a:lnTo>
                  <a:pt x="14783" y="10915"/>
                </a:lnTo>
                <a:lnTo>
                  <a:pt x="15825" y="9428"/>
                </a:lnTo>
                <a:lnTo>
                  <a:pt x="17257" y="7104"/>
                </a:lnTo>
                <a:lnTo>
                  <a:pt x="15477" y="6811"/>
                </a:lnTo>
                <a:lnTo>
                  <a:pt x="13696" y="6517"/>
                </a:lnTo>
                <a:lnTo>
                  <a:pt x="11910" y="6224"/>
                </a:lnTo>
                <a:lnTo>
                  <a:pt x="10121" y="5930"/>
                </a:lnTo>
                <a:lnTo>
                  <a:pt x="8324" y="5634"/>
                </a:lnTo>
                <a:lnTo>
                  <a:pt x="6517" y="5335"/>
                </a:lnTo>
                <a:lnTo>
                  <a:pt x="4703" y="5037"/>
                </a:lnTo>
                <a:lnTo>
                  <a:pt x="2876" y="4736"/>
                </a:lnTo>
                <a:lnTo>
                  <a:pt x="3589" y="3564"/>
                </a:lnTo>
                <a:lnTo>
                  <a:pt x="4303" y="2387"/>
                </a:lnTo>
                <a:lnTo>
                  <a:pt x="5025" y="1201"/>
                </a:lnTo>
                <a:lnTo>
                  <a:pt x="5752" y="0"/>
                </a:lnTo>
                <a:close/>
              </a:path>
            </a:pathLst>
          </a:custGeom>
          <a:solidFill>
            <a:srgbClr val="91B8E2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6" name="contour_09614"/>
          <p:cNvSpPr/>
          <p:nvPr/>
        </p:nvSpPr>
        <p:spPr>
          <a:xfrm>
            <a:off x="8165637" y="4940048"/>
            <a:ext cx="72880" cy="303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61"/>
                </a:moveTo>
                <a:lnTo>
                  <a:pt x="5841" y="166"/>
                </a:lnTo>
                <a:lnTo>
                  <a:pt x="6897" y="0"/>
                </a:lnTo>
                <a:lnTo>
                  <a:pt x="7981" y="430"/>
                </a:lnTo>
                <a:lnTo>
                  <a:pt x="9586" y="1509"/>
                </a:lnTo>
                <a:lnTo>
                  <a:pt x="10921" y="2333"/>
                </a:lnTo>
                <a:lnTo>
                  <a:pt x="12277" y="3168"/>
                </a:lnTo>
                <a:lnTo>
                  <a:pt x="13228" y="4137"/>
                </a:lnTo>
                <a:lnTo>
                  <a:pt x="14023" y="4993"/>
                </a:lnTo>
                <a:lnTo>
                  <a:pt x="14768" y="5890"/>
                </a:lnTo>
                <a:lnTo>
                  <a:pt x="15574" y="6984"/>
                </a:lnTo>
                <a:lnTo>
                  <a:pt x="16552" y="8425"/>
                </a:lnTo>
                <a:lnTo>
                  <a:pt x="17809" y="10375"/>
                </a:lnTo>
                <a:lnTo>
                  <a:pt x="19455" y="12988"/>
                </a:lnTo>
                <a:lnTo>
                  <a:pt x="21600" y="16415"/>
                </a:lnTo>
                <a:lnTo>
                  <a:pt x="20174" y="16757"/>
                </a:lnTo>
                <a:lnTo>
                  <a:pt x="18749" y="17100"/>
                </a:lnTo>
                <a:lnTo>
                  <a:pt x="17321" y="17442"/>
                </a:lnTo>
                <a:lnTo>
                  <a:pt x="15893" y="17784"/>
                </a:lnTo>
                <a:lnTo>
                  <a:pt x="14463" y="18126"/>
                </a:lnTo>
                <a:lnTo>
                  <a:pt x="13033" y="18474"/>
                </a:lnTo>
                <a:lnTo>
                  <a:pt x="11599" y="18816"/>
                </a:lnTo>
                <a:lnTo>
                  <a:pt x="10163" y="19163"/>
                </a:lnTo>
                <a:lnTo>
                  <a:pt x="8722" y="19505"/>
                </a:lnTo>
                <a:lnTo>
                  <a:pt x="7279" y="19853"/>
                </a:lnTo>
                <a:lnTo>
                  <a:pt x="5834" y="20200"/>
                </a:lnTo>
                <a:lnTo>
                  <a:pt x="4383" y="20547"/>
                </a:lnTo>
                <a:lnTo>
                  <a:pt x="2927" y="20900"/>
                </a:lnTo>
                <a:lnTo>
                  <a:pt x="1467" y="21247"/>
                </a:lnTo>
                <a:lnTo>
                  <a:pt x="0" y="21600"/>
                </a:lnTo>
                <a:lnTo>
                  <a:pt x="611" y="18665"/>
                </a:lnTo>
                <a:lnTo>
                  <a:pt x="1223" y="15731"/>
                </a:lnTo>
                <a:lnTo>
                  <a:pt x="1836" y="12786"/>
                </a:lnTo>
                <a:lnTo>
                  <a:pt x="2452" y="9830"/>
                </a:lnTo>
                <a:lnTo>
                  <a:pt x="3072" y="6860"/>
                </a:lnTo>
                <a:lnTo>
                  <a:pt x="3694" y="3873"/>
                </a:lnTo>
                <a:lnTo>
                  <a:pt x="4320" y="861"/>
                </a:lnTo>
                <a:close/>
              </a:path>
            </a:pathLst>
          </a:custGeom>
          <a:solidFill>
            <a:srgbClr val="DCDFE1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7" name="contour_09615"/>
          <p:cNvSpPr/>
          <p:nvPr/>
        </p:nvSpPr>
        <p:spPr>
          <a:xfrm>
            <a:off x="2357108" y="4919394"/>
            <a:ext cx="80168" cy="51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074" y="1421"/>
                </a:lnTo>
                <a:lnTo>
                  <a:pt x="16445" y="2867"/>
                </a:lnTo>
                <a:lnTo>
                  <a:pt x="17292" y="4816"/>
                </a:lnTo>
                <a:lnTo>
                  <a:pt x="18152" y="6219"/>
                </a:lnTo>
                <a:lnTo>
                  <a:pt x="19104" y="7279"/>
                </a:lnTo>
                <a:lnTo>
                  <a:pt x="20227" y="8196"/>
                </a:lnTo>
                <a:lnTo>
                  <a:pt x="21600" y="9168"/>
                </a:lnTo>
                <a:lnTo>
                  <a:pt x="21203" y="11109"/>
                </a:lnTo>
                <a:lnTo>
                  <a:pt x="20783" y="12970"/>
                </a:lnTo>
                <a:lnTo>
                  <a:pt x="20318" y="14761"/>
                </a:lnTo>
                <a:lnTo>
                  <a:pt x="19791" y="16490"/>
                </a:lnTo>
                <a:lnTo>
                  <a:pt x="19187" y="18168"/>
                </a:lnTo>
                <a:lnTo>
                  <a:pt x="18488" y="19797"/>
                </a:lnTo>
                <a:lnTo>
                  <a:pt x="17673" y="21392"/>
                </a:lnTo>
                <a:lnTo>
                  <a:pt x="16316" y="21600"/>
                </a:lnTo>
                <a:lnTo>
                  <a:pt x="15000" y="21576"/>
                </a:lnTo>
                <a:lnTo>
                  <a:pt x="13716" y="21356"/>
                </a:lnTo>
                <a:lnTo>
                  <a:pt x="12446" y="20977"/>
                </a:lnTo>
                <a:lnTo>
                  <a:pt x="11177" y="20478"/>
                </a:lnTo>
                <a:lnTo>
                  <a:pt x="9897" y="19904"/>
                </a:lnTo>
                <a:lnTo>
                  <a:pt x="8591" y="19290"/>
                </a:lnTo>
                <a:lnTo>
                  <a:pt x="7350" y="18807"/>
                </a:lnTo>
                <a:lnTo>
                  <a:pt x="6091" y="18318"/>
                </a:lnTo>
                <a:lnTo>
                  <a:pt x="3982" y="17447"/>
                </a:lnTo>
                <a:lnTo>
                  <a:pt x="2612" y="16851"/>
                </a:lnTo>
                <a:lnTo>
                  <a:pt x="1685" y="16389"/>
                </a:lnTo>
                <a:lnTo>
                  <a:pt x="911" y="15916"/>
                </a:lnTo>
                <a:lnTo>
                  <a:pt x="0" y="15280"/>
                </a:lnTo>
                <a:lnTo>
                  <a:pt x="0" y="13764"/>
                </a:lnTo>
                <a:lnTo>
                  <a:pt x="0" y="12224"/>
                </a:lnTo>
                <a:lnTo>
                  <a:pt x="1308" y="11610"/>
                </a:lnTo>
                <a:lnTo>
                  <a:pt x="2618" y="11032"/>
                </a:lnTo>
                <a:lnTo>
                  <a:pt x="3933" y="10479"/>
                </a:lnTo>
                <a:lnTo>
                  <a:pt x="5249" y="9947"/>
                </a:lnTo>
                <a:lnTo>
                  <a:pt x="6570" y="9434"/>
                </a:lnTo>
                <a:lnTo>
                  <a:pt x="7894" y="8933"/>
                </a:lnTo>
                <a:lnTo>
                  <a:pt x="9219" y="8435"/>
                </a:lnTo>
                <a:lnTo>
                  <a:pt x="10547" y="7940"/>
                </a:lnTo>
                <a:lnTo>
                  <a:pt x="12120" y="7023"/>
                </a:lnTo>
                <a:lnTo>
                  <a:pt x="13145" y="6298"/>
                </a:lnTo>
                <a:lnTo>
                  <a:pt x="13848" y="5525"/>
                </a:lnTo>
                <a:lnTo>
                  <a:pt x="14446" y="4459"/>
                </a:lnTo>
                <a:lnTo>
                  <a:pt x="15165" y="2854"/>
                </a:lnTo>
                <a:lnTo>
                  <a:pt x="15434" y="1436"/>
                </a:lnTo>
                <a:lnTo>
                  <a:pt x="15709" y="0"/>
                </a:lnTo>
                <a:close/>
              </a:path>
            </a:pathLst>
          </a:custGeom>
          <a:solidFill>
            <a:srgbClr val="D7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8" name="contour_09616"/>
          <p:cNvSpPr/>
          <p:nvPr/>
        </p:nvSpPr>
        <p:spPr>
          <a:xfrm>
            <a:off x="7159894" y="4897530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7517" y="1231"/>
                </a:lnTo>
                <a:lnTo>
                  <a:pt x="8689" y="2486"/>
                </a:lnTo>
                <a:lnTo>
                  <a:pt x="9686" y="3771"/>
                </a:lnTo>
                <a:lnTo>
                  <a:pt x="10516" y="5087"/>
                </a:lnTo>
                <a:lnTo>
                  <a:pt x="11173" y="6439"/>
                </a:lnTo>
                <a:lnTo>
                  <a:pt x="11667" y="7832"/>
                </a:lnTo>
                <a:lnTo>
                  <a:pt x="11991" y="9269"/>
                </a:lnTo>
                <a:lnTo>
                  <a:pt x="12152" y="10750"/>
                </a:lnTo>
                <a:lnTo>
                  <a:pt x="12152" y="12286"/>
                </a:lnTo>
                <a:lnTo>
                  <a:pt x="12198" y="12990"/>
                </a:lnTo>
                <a:lnTo>
                  <a:pt x="12343" y="15120"/>
                </a:lnTo>
                <a:lnTo>
                  <a:pt x="14639" y="15850"/>
                </a:lnTo>
                <a:lnTo>
                  <a:pt x="16268" y="16327"/>
                </a:lnTo>
                <a:lnTo>
                  <a:pt x="17675" y="16656"/>
                </a:lnTo>
                <a:lnTo>
                  <a:pt x="19304" y="16939"/>
                </a:lnTo>
                <a:lnTo>
                  <a:pt x="21600" y="17280"/>
                </a:lnTo>
                <a:lnTo>
                  <a:pt x="20094" y="18639"/>
                </a:lnTo>
                <a:lnTo>
                  <a:pt x="18949" y="19542"/>
                </a:lnTo>
                <a:lnTo>
                  <a:pt x="17585" y="20393"/>
                </a:lnTo>
                <a:lnTo>
                  <a:pt x="15429" y="21600"/>
                </a:lnTo>
                <a:lnTo>
                  <a:pt x="13133" y="21421"/>
                </a:lnTo>
                <a:lnTo>
                  <a:pt x="11504" y="21220"/>
                </a:lnTo>
                <a:lnTo>
                  <a:pt x="10096" y="20892"/>
                </a:lnTo>
                <a:lnTo>
                  <a:pt x="8467" y="20332"/>
                </a:lnTo>
                <a:lnTo>
                  <a:pt x="6171" y="19440"/>
                </a:lnTo>
                <a:lnTo>
                  <a:pt x="5351" y="18077"/>
                </a:lnTo>
                <a:lnTo>
                  <a:pt x="4672" y="16701"/>
                </a:lnTo>
                <a:lnTo>
                  <a:pt x="4107" y="15310"/>
                </a:lnTo>
                <a:lnTo>
                  <a:pt x="3632" y="13906"/>
                </a:lnTo>
                <a:lnTo>
                  <a:pt x="3225" y="12485"/>
                </a:lnTo>
                <a:lnTo>
                  <a:pt x="2857" y="11044"/>
                </a:lnTo>
                <a:lnTo>
                  <a:pt x="2506" y="9586"/>
                </a:lnTo>
                <a:lnTo>
                  <a:pt x="2126" y="8206"/>
                </a:lnTo>
                <a:lnTo>
                  <a:pt x="1740" y="6804"/>
                </a:lnTo>
                <a:lnTo>
                  <a:pt x="1376" y="5445"/>
                </a:lnTo>
                <a:lnTo>
                  <a:pt x="1021" y="4085"/>
                </a:lnTo>
                <a:lnTo>
                  <a:pt x="676" y="2724"/>
                </a:lnTo>
                <a:lnTo>
                  <a:pt x="336" y="1363"/>
                </a:lnTo>
                <a:lnTo>
                  <a:pt x="0" y="0"/>
                </a:lnTo>
                <a:close/>
              </a:path>
            </a:pathLst>
          </a:custGeom>
          <a:solidFill>
            <a:srgbClr val="E1E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619" name="contour_09617"/>
          <p:cNvSpPr/>
          <p:nvPr/>
        </p:nvSpPr>
        <p:spPr>
          <a:xfrm>
            <a:off x="3457595" y="4904818"/>
            <a:ext cx="72880" cy="2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977" y="0"/>
                </a:lnTo>
                <a:lnTo>
                  <a:pt x="9476" y="0"/>
                </a:lnTo>
                <a:lnTo>
                  <a:pt x="10975" y="0"/>
                </a:lnTo>
                <a:lnTo>
                  <a:pt x="12476" y="0"/>
                </a:lnTo>
                <a:lnTo>
                  <a:pt x="13984" y="0"/>
                </a:lnTo>
                <a:lnTo>
                  <a:pt x="15494" y="0"/>
                </a:lnTo>
                <a:lnTo>
                  <a:pt x="17010" y="0"/>
                </a:lnTo>
                <a:lnTo>
                  <a:pt x="18533" y="0"/>
                </a:lnTo>
                <a:lnTo>
                  <a:pt x="20062" y="0"/>
                </a:lnTo>
                <a:lnTo>
                  <a:pt x="21600" y="0"/>
                </a:lnTo>
                <a:lnTo>
                  <a:pt x="20682" y="6711"/>
                </a:lnTo>
                <a:lnTo>
                  <a:pt x="20012" y="11314"/>
                </a:lnTo>
                <a:lnTo>
                  <a:pt x="19485" y="14359"/>
                </a:lnTo>
                <a:lnTo>
                  <a:pt x="18984" y="16377"/>
                </a:lnTo>
                <a:lnTo>
                  <a:pt x="18405" y="17913"/>
                </a:lnTo>
                <a:lnTo>
                  <a:pt x="17634" y="19513"/>
                </a:lnTo>
                <a:lnTo>
                  <a:pt x="16148" y="20366"/>
                </a:lnTo>
                <a:lnTo>
                  <a:pt x="14686" y="20959"/>
                </a:lnTo>
                <a:lnTo>
                  <a:pt x="13234" y="21335"/>
                </a:lnTo>
                <a:lnTo>
                  <a:pt x="11781" y="21531"/>
                </a:lnTo>
                <a:lnTo>
                  <a:pt x="10314" y="21600"/>
                </a:lnTo>
                <a:lnTo>
                  <a:pt x="8821" y="21579"/>
                </a:lnTo>
                <a:lnTo>
                  <a:pt x="7290" y="21515"/>
                </a:lnTo>
                <a:lnTo>
                  <a:pt x="5925" y="21468"/>
                </a:lnTo>
                <a:lnTo>
                  <a:pt x="4549" y="21420"/>
                </a:lnTo>
                <a:lnTo>
                  <a:pt x="3156" y="21372"/>
                </a:lnTo>
                <a:lnTo>
                  <a:pt x="2112" y="21314"/>
                </a:lnTo>
                <a:lnTo>
                  <a:pt x="1065" y="21250"/>
                </a:lnTo>
                <a:lnTo>
                  <a:pt x="0" y="21187"/>
                </a:lnTo>
                <a:lnTo>
                  <a:pt x="1071" y="20641"/>
                </a:lnTo>
                <a:lnTo>
                  <a:pt x="2147" y="20090"/>
                </a:lnTo>
                <a:lnTo>
                  <a:pt x="3240" y="19534"/>
                </a:lnTo>
                <a:lnTo>
                  <a:pt x="4311" y="18332"/>
                </a:lnTo>
                <a:lnTo>
                  <a:pt x="5387" y="17119"/>
                </a:lnTo>
                <a:lnTo>
                  <a:pt x="6480" y="15890"/>
                </a:lnTo>
                <a:lnTo>
                  <a:pt x="6480" y="12744"/>
                </a:lnTo>
                <a:lnTo>
                  <a:pt x="6480" y="9587"/>
                </a:lnTo>
                <a:lnTo>
                  <a:pt x="6480" y="6420"/>
                </a:lnTo>
                <a:lnTo>
                  <a:pt x="6480" y="3226"/>
                </a:lnTo>
                <a:lnTo>
                  <a:pt x="6480" y="0"/>
                </a:lnTo>
                <a:close/>
              </a:path>
            </a:pathLst>
          </a:custGeom>
          <a:solidFill>
            <a:srgbClr val="CBCFCA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0" name="contour_09618"/>
          <p:cNvSpPr/>
          <p:nvPr/>
        </p:nvSpPr>
        <p:spPr>
          <a:xfrm>
            <a:off x="1467259" y="4889484"/>
            <a:ext cx="59018" cy="59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29" y="275"/>
                </a:moveTo>
                <a:lnTo>
                  <a:pt x="4828" y="90"/>
                </a:lnTo>
                <a:lnTo>
                  <a:pt x="6194" y="0"/>
                </a:lnTo>
                <a:lnTo>
                  <a:pt x="7410" y="0"/>
                </a:lnTo>
                <a:lnTo>
                  <a:pt x="8861" y="90"/>
                </a:lnTo>
                <a:lnTo>
                  <a:pt x="10931" y="275"/>
                </a:lnTo>
                <a:lnTo>
                  <a:pt x="11966" y="1839"/>
                </a:lnTo>
                <a:lnTo>
                  <a:pt x="12606" y="2996"/>
                </a:lnTo>
                <a:lnTo>
                  <a:pt x="13115" y="4319"/>
                </a:lnTo>
                <a:lnTo>
                  <a:pt x="13763" y="6383"/>
                </a:lnTo>
                <a:lnTo>
                  <a:pt x="14433" y="8261"/>
                </a:lnTo>
                <a:lnTo>
                  <a:pt x="15129" y="10050"/>
                </a:lnTo>
                <a:lnTo>
                  <a:pt x="15863" y="11762"/>
                </a:lnTo>
                <a:lnTo>
                  <a:pt x="16644" y="13418"/>
                </a:lnTo>
                <a:lnTo>
                  <a:pt x="17482" y="15030"/>
                </a:lnTo>
                <a:lnTo>
                  <a:pt x="18386" y="16620"/>
                </a:lnTo>
                <a:lnTo>
                  <a:pt x="19367" y="18203"/>
                </a:lnTo>
                <a:lnTo>
                  <a:pt x="20434" y="19793"/>
                </a:lnTo>
                <a:lnTo>
                  <a:pt x="21600" y="21410"/>
                </a:lnTo>
                <a:lnTo>
                  <a:pt x="19794" y="21552"/>
                </a:lnTo>
                <a:lnTo>
                  <a:pt x="18020" y="21600"/>
                </a:lnTo>
                <a:lnTo>
                  <a:pt x="16273" y="21555"/>
                </a:lnTo>
                <a:lnTo>
                  <a:pt x="14548" y="21426"/>
                </a:lnTo>
                <a:lnTo>
                  <a:pt x="12841" y="21212"/>
                </a:lnTo>
                <a:lnTo>
                  <a:pt x="11149" y="20916"/>
                </a:lnTo>
                <a:lnTo>
                  <a:pt x="9469" y="20543"/>
                </a:lnTo>
                <a:lnTo>
                  <a:pt x="7794" y="20099"/>
                </a:lnTo>
                <a:lnTo>
                  <a:pt x="6124" y="19584"/>
                </a:lnTo>
                <a:lnTo>
                  <a:pt x="4449" y="19000"/>
                </a:lnTo>
                <a:lnTo>
                  <a:pt x="2771" y="18356"/>
                </a:lnTo>
                <a:lnTo>
                  <a:pt x="1315" y="17006"/>
                </a:lnTo>
                <a:lnTo>
                  <a:pt x="541" y="15920"/>
                </a:lnTo>
                <a:lnTo>
                  <a:pt x="189" y="14522"/>
                </a:lnTo>
                <a:lnTo>
                  <a:pt x="0" y="12245"/>
                </a:lnTo>
                <a:lnTo>
                  <a:pt x="320" y="10496"/>
                </a:lnTo>
                <a:lnTo>
                  <a:pt x="669" y="8771"/>
                </a:lnTo>
                <a:lnTo>
                  <a:pt x="1051" y="7059"/>
                </a:lnTo>
                <a:lnTo>
                  <a:pt x="1467" y="5360"/>
                </a:lnTo>
                <a:lnTo>
                  <a:pt x="1915" y="3667"/>
                </a:lnTo>
                <a:lnTo>
                  <a:pt x="2403" y="1973"/>
                </a:lnTo>
                <a:lnTo>
                  <a:pt x="2929" y="275"/>
                </a:lnTo>
                <a:close/>
              </a:path>
            </a:pathLst>
          </a:custGeom>
          <a:solidFill>
            <a:srgbClr val="F3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1" name="contour_09619"/>
          <p:cNvSpPr/>
          <p:nvPr/>
        </p:nvSpPr>
        <p:spPr>
          <a:xfrm>
            <a:off x="4251986" y="4882954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603" y="1518"/>
                </a:lnTo>
                <a:lnTo>
                  <a:pt x="8016" y="3061"/>
                </a:lnTo>
                <a:lnTo>
                  <a:pt x="8803" y="4604"/>
                </a:lnTo>
                <a:lnTo>
                  <a:pt x="9600" y="6171"/>
                </a:lnTo>
                <a:lnTo>
                  <a:pt x="11304" y="6517"/>
                </a:lnTo>
                <a:lnTo>
                  <a:pt x="12511" y="6671"/>
                </a:lnTo>
                <a:lnTo>
                  <a:pt x="13802" y="6671"/>
                </a:lnTo>
                <a:lnTo>
                  <a:pt x="15749" y="6557"/>
                </a:lnTo>
                <a:lnTo>
                  <a:pt x="17393" y="6474"/>
                </a:lnTo>
                <a:lnTo>
                  <a:pt x="19058" y="6387"/>
                </a:lnTo>
                <a:lnTo>
                  <a:pt x="20321" y="6279"/>
                </a:lnTo>
                <a:lnTo>
                  <a:pt x="21600" y="6171"/>
                </a:lnTo>
                <a:lnTo>
                  <a:pt x="20174" y="6782"/>
                </a:lnTo>
                <a:lnTo>
                  <a:pt x="18744" y="7396"/>
                </a:lnTo>
                <a:lnTo>
                  <a:pt x="17309" y="8011"/>
                </a:lnTo>
                <a:lnTo>
                  <a:pt x="15862" y="8631"/>
                </a:lnTo>
                <a:lnTo>
                  <a:pt x="14400" y="9257"/>
                </a:lnTo>
                <a:lnTo>
                  <a:pt x="14875" y="11090"/>
                </a:lnTo>
                <a:lnTo>
                  <a:pt x="15353" y="12929"/>
                </a:lnTo>
                <a:lnTo>
                  <a:pt x="15830" y="14774"/>
                </a:lnTo>
                <a:lnTo>
                  <a:pt x="16313" y="16635"/>
                </a:lnTo>
                <a:lnTo>
                  <a:pt x="16800" y="18514"/>
                </a:lnTo>
                <a:lnTo>
                  <a:pt x="15216" y="18854"/>
                </a:lnTo>
                <a:lnTo>
                  <a:pt x="13630" y="19193"/>
                </a:lnTo>
                <a:lnTo>
                  <a:pt x="12043" y="19533"/>
                </a:lnTo>
                <a:lnTo>
                  <a:pt x="10452" y="19875"/>
                </a:lnTo>
                <a:lnTo>
                  <a:pt x="8856" y="20218"/>
                </a:lnTo>
                <a:lnTo>
                  <a:pt x="7253" y="20560"/>
                </a:lnTo>
                <a:lnTo>
                  <a:pt x="5645" y="20906"/>
                </a:lnTo>
                <a:lnTo>
                  <a:pt x="4027" y="21251"/>
                </a:lnTo>
                <a:lnTo>
                  <a:pt x="2400" y="21600"/>
                </a:lnTo>
                <a:lnTo>
                  <a:pt x="2004" y="19563"/>
                </a:lnTo>
                <a:lnTo>
                  <a:pt x="1608" y="17524"/>
                </a:lnTo>
                <a:lnTo>
                  <a:pt x="1210" y="15475"/>
                </a:lnTo>
                <a:lnTo>
                  <a:pt x="809" y="13417"/>
                </a:lnTo>
                <a:lnTo>
                  <a:pt x="406" y="11346"/>
                </a:lnTo>
                <a:lnTo>
                  <a:pt x="0" y="9257"/>
                </a:lnTo>
                <a:lnTo>
                  <a:pt x="1426" y="9257"/>
                </a:lnTo>
                <a:lnTo>
                  <a:pt x="2856" y="9257"/>
                </a:lnTo>
                <a:lnTo>
                  <a:pt x="4291" y="9257"/>
                </a:lnTo>
                <a:lnTo>
                  <a:pt x="5738" y="9257"/>
                </a:lnTo>
                <a:lnTo>
                  <a:pt x="7200" y="9257"/>
                </a:lnTo>
                <a:lnTo>
                  <a:pt x="7200" y="7424"/>
                </a:lnTo>
                <a:lnTo>
                  <a:pt x="7200" y="5585"/>
                </a:lnTo>
                <a:lnTo>
                  <a:pt x="7200" y="3740"/>
                </a:lnTo>
                <a:lnTo>
                  <a:pt x="7200" y="1879"/>
                </a:lnTo>
                <a:lnTo>
                  <a:pt x="7200" y="0"/>
                </a:lnTo>
                <a:close/>
              </a:path>
            </a:pathLst>
          </a:custGeom>
          <a:solidFill>
            <a:srgbClr val="696068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2" name="contour_09620"/>
          <p:cNvSpPr/>
          <p:nvPr/>
        </p:nvSpPr>
        <p:spPr>
          <a:xfrm>
            <a:off x="2823175" y="4853802"/>
            <a:ext cx="2289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4" y="0"/>
                </a:moveTo>
                <a:lnTo>
                  <a:pt x="4188" y="317"/>
                </a:lnTo>
                <a:lnTo>
                  <a:pt x="6904" y="596"/>
                </a:lnTo>
                <a:lnTo>
                  <a:pt x="9772" y="992"/>
                </a:lnTo>
                <a:lnTo>
                  <a:pt x="14097" y="1662"/>
                </a:lnTo>
                <a:lnTo>
                  <a:pt x="16174" y="2793"/>
                </a:lnTo>
                <a:lnTo>
                  <a:pt x="17838" y="3925"/>
                </a:lnTo>
                <a:lnTo>
                  <a:pt x="19131" y="5059"/>
                </a:lnTo>
                <a:lnTo>
                  <a:pt x="20108" y="6196"/>
                </a:lnTo>
                <a:lnTo>
                  <a:pt x="20795" y="7339"/>
                </a:lnTo>
                <a:lnTo>
                  <a:pt x="21249" y="8490"/>
                </a:lnTo>
                <a:lnTo>
                  <a:pt x="21504" y="9652"/>
                </a:lnTo>
                <a:lnTo>
                  <a:pt x="21600" y="10825"/>
                </a:lnTo>
                <a:lnTo>
                  <a:pt x="21586" y="12011"/>
                </a:lnTo>
                <a:lnTo>
                  <a:pt x="21511" y="13214"/>
                </a:lnTo>
                <a:lnTo>
                  <a:pt x="21401" y="14435"/>
                </a:lnTo>
                <a:lnTo>
                  <a:pt x="21352" y="15474"/>
                </a:lnTo>
                <a:lnTo>
                  <a:pt x="21311" y="16527"/>
                </a:lnTo>
                <a:lnTo>
                  <a:pt x="21256" y="17543"/>
                </a:lnTo>
                <a:lnTo>
                  <a:pt x="21194" y="18556"/>
                </a:lnTo>
                <a:lnTo>
                  <a:pt x="21126" y="19571"/>
                </a:lnTo>
                <a:lnTo>
                  <a:pt x="21050" y="20585"/>
                </a:lnTo>
                <a:lnTo>
                  <a:pt x="20974" y="21600"/>
                </a:lnTo>
                <a:lnTo>
                  <a:pt x="17171" y="20701"/>
                </a:lnTo>
                <a:lnTo>
                  <a:pt x="13850" y="19819"/>
                </a:lnTo>
                <a:lnTo>
                  <a:pt x="10968" y="18938"/>
                </a:lnTo>
                <a:lnTo>
                  <a:pt x="8500" y="18046"/>
                </a:lnTo>
                <a:lnTo>
                  <a:pt x="6402" y="17127"/>
                </a:lnTo>
                <a:lnTo>
                  <a:pt x="4649" y="16167"/>
                </a:lnTo>
                <a:lnTo>
                  <a:pt x="3198" y="15152"/>
                </a:lnTo>
                <a:lnTo>
                  <a:pt x="2022" y="14067"/>
                </a:lnTo>
                <a:lnTo>
                  <a:pt x="1080" y="12899"/>
                </a:lnTo>
                <a:lnTo>
                  <a:pt x="344" y="11631"/>
                </a:lnTo>
                <a:lnTo>
                  <a:pt x="206" y="10466"/>
                </a:lnTo>
                <a:lnTo>
                  <a:pt x="110" y="9303"/>
                </a:lnTo>
                <a:lnTo>
                  <a:pt x="41" y="8140"/>
                </a:lnTo>
                <a:lnTo>
                  <a:pt x="7" y="6978"/>
                </a:lnTo>
                <a:lnTo>
                  <a:pt x="0" y="5815"/>
                </a:lnTo>
                <a:lnTo>
                  <a:pt x="21" y="4652"/>
                </a:lnTo>
                <a:lnTo>
                  <a:pt x="69" y="3491"/>
                </a:lnTo>
                <a:lnTo>
                  <a:pt x="138" y="2328"/>
                </a:lnTo>
                <a:lnTo>
                  <a:pt x="234" y="1165"/>
                </a:lnTo>
                <a:lnTo>
                  <a:pt x="344" y="0"/>
                </a:lnTo>
                <a:close/>
              </a:path>
            </a:pathLst>
          </a:custGeom>
          <a:solidFill>
            <a:srgbClr val="97B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3" name="contour_09621"/>
          <p:cNvSpPr/>
          <p:nvPr/>
        </p:nvSpPr>
        <p:spPr>
          <a:xfrm>
            <a:off x="1242045" y="4846514"/>
            <a:ext cx="94744" cy="82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4321" y="237"/>
                </a:lnTo>
                <a:lnTo>
                  <a:pt x="15349" y="475"/>
                </a:lnTo>
                <a:lnTo>
                  <a:pt x="16381" y="712"/>
                </a:lnTo>
                <a:lnTo>
                  <a:pt x="17415" y="949"/>
                </a:lnTo>
                <a:lnTo>
                  <a:pt x="18453" y="1188"/>
                </a:lnTo>
                <a:lnTo>
                  <a:pt x="19496" y="1429"/>
                </a:lnTo>
                <a:lnTo>
                  <a:pt x="20545" y="1670"/>
                </a:lnTo>
                <a:lnTo>
                  <a:pt x="21600" y="1913"/>
                </a:lnTo>
                <a:lnTo>
                  <a:pt x="20811" y="2032"/>
                </a:lnTo>
                <a:lnTo>
                  <a:pt x="20017" y="2153"/>
                </a:lnTo>
                <a:lnTo>
                  <a:pt x="19211" y="2273"/>
                </a:lnTo>
                <a:lnTo>
                  <a:pt x="18830" y="2501"/>
                </a:lnTo>
                <a:lnTo>
                  <a:pt x="18157" y="2904"/>
                </a:lnTo>
                <a:lnTo>
                  <a:pt x="16615" y="3827"/>
                </a:lnTo>
                <a:lnTo>
                  <a:pt x="16306" y="5015"/>
                </a:lnTo>
                <a:lnTo>
                  <a:pt x="16119" y="5870"/>
                </a:lnTo>
                <a:lnTo>
                  <a:pt x="15969" y="6812"/>
                </a:lnTo>
                <a:lnTo>
                  <a:pt x="15785" y="8250"/>
                </a:lnTo>
                <a:lnTo>
                  <a:pt x="15590" y="9580"/>
                </a:lnTo>
                <a:lnTo>
                  <a:pt x="15366" y="10841"/>
                </a:lnTo>
                <a:lnTo>
                  <a:pt x="15107" y="12045"/>
                </a:lnTo>
                <a:lnTo>
                  <a:pt x="14804" y="13200"/>
                </a:lnTo>
                <a:lnTo>
                  <a:pt x="14450" y="14318"/>
                </a:lnTo>
                <a:lnTo>
                  <a:pt x="14042" y="15406"/>
                </a:lnTo>
                <a:lnTo>
                  <a:pt x="13566" y="16476"/>
                </a:lnTo>
                <a:lnTo>
                  <a:pt x="13020" y="17538"/>
                </a:lnTo>
                <a:lnTo>
                  <a:pt x="12393" y="18604"/>
                </a:lnTo>
                <a:lnTo>
                  <a:pt x="11682" y="19679"/>
                </a:lnTo>
                <a:lnTo>
                  <a:pt x="10622" y="20402"/>
                </a:lnTo>
                <a:lnTo>
                  <a:pt x="9524" y="20934"/>
                </a:lnTo>
                <a:lnTo>
                  <a:pt x="8391" y="21294"/>
                </a:lnTo>
                <a:lnTo>
                  <a:pt x="7229" y="21508"/>
                </a:lnTo>
                <a:lnTo>
                  <a:pt x="6046" y="21600"/>
                </a:lnTo>
                <a:lnTo>
                  <a:pt x="4847" y="21594"/>
                </a:lnTo>
                <a:lnTo>
                  <a:pt x="3637" y="21510"/>
                </a:lnTo>
                <a:lnTo>
                  <a:pt x="2423" y="21376"/>
                </a:lnTo>
                <a:lnTo>
                  <a:pt x="1208" y="21213"/>
                </a:lnTo>
                <a:lnTo>
                  <a:pt x="0" y="21047"/>
                </a:lnTo>
                <a:lnTo>
                  <a:pt x="0" y="20098"/>
                </a:lnTo>
                <a:lnTo>
                  <a:pt x="0" y="19134"/>
                </a:lnTo>
                <a:lnTo>
                  <a:pt x="952" y="18852"/>
                </a:lnTo>
                <a:lnTo>
                  <a:pt x="1906" y="18583"/>
                </a:lnTo>
                <a:lnTo>
                  <a:pt x="2861" y="18320"/>
                </a:lnTo>
                <a:lnTo>
                  <a:pt x="3818" y="18066"/>
                </a:lnTo>
                <a:lnTo>
                  <a:pt x="4777" y="17817"/>
                </a:lnTo>
                <a:lnTo>
                  <a:pt x="6088" y="17341"/>
                </a:lnTo>
                <a:lnTo>
                  <a:pt x="7214" y="16880"/>
                </a:lnTo>
                <a:lnTo>
                  <a:pt x="8190" y="16373"/>
                </a:lnTo>
                <a:lnTo>
                  <a:pt x="9055" y="15757"/>
                </a:lnTo>
                <a:lnTo>
                  <a:pt x="9850" y="14968"/>
                </a:lnTo>
                <a:lnTo>
                  <a:pt x="10609" y="13950"/>
                </a:lnTo>
                <a:lnTo>
                  <a:pt x="11372" y="12638"/>
                </a:lnTo>
                <a:lnTo>
                  <a:pt x="11729" y="11352"/>
                </a:lnTo>
                <a:lnTo>
                  <a:pt x="12051" y="10095"/>
                </a:lnTo>
                <a:lnTo>
                  <a:pt x="12337" y="8859"/>
                </a:lnTo>
                <a:lnTo>
                  <a:pt x="12588" y="7632"/>
                </a:lnTo>
                <a:lnTo>
                  <a:pt x="12800" y="6410"/>
                </a:lnTo>
                <a:lnTo>
                  <a:pt x="12977" y="5179"/>
                </a:lnTo>
                <a:lnTo>
                  <a:pt x="13113" y="3932"/>
                </a:lnTo>
                <a:lnTo>
                  <a:pt x="13213" y="2660"/>
                </a:lnTo>
                <a:lnTo>
                  <a:pt x="13272" y="1353"/>
                </a:lnTo>
                <a:lnTo>
                  <a:pt x="13292" y="0"/>
                </a:lnTo>
                <a:close/>
              </a:path>
            </a:pathLst>
          </a:custGeom>
          <a:solidFill>
            <a:srgbClr val="B38E43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4" name="contour_09622"/>
          <p:cNvSpPr/>
          <p:nvPr/>
        </p:nvSpPr>
        <p:spPr>
          <a:xfrm>
            <a:off x="4835025" y="4853802"/>
            <a:ext cx="4596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64" y="0"/>
                </a:lnTo>
                <a:lnTo>
                  <a:pt x="4541" y="0"/>
                </a:lnTo>
                <a:lnTo>
                  <a:pt x="6850" y="0"/>
                </a:lnTo>
                <a:lnTo>
                  <a:pt x="7987" y="988"/>
                </a:lnTo>
                <a:lnTo>
                  <a:pt x="8723" y="1712"/>
                </a:lnTo>
                <a:lnTo>
                  <a:pt x="9377" y="2533"/>
                </a:lnTo>
                <a:lnTo>
                  <a:pt x="10274" y="3806"/>
                </a:lnTo>
                <a:lnTo>
                  <a:pt x="11631" y="5698"/>
                </a:lnTo>
                <a:lnTo>
                  <a:pt x="12672" y="6904"/>
                </a:lnTo>
                <a:lnTo>
                  <a:pt x="13733" y="7662"/>
                </a:lnTo>
                <a:lnTo>
                  <a:pt x="15155" y="8208"/>
                </a:lnTo>
                <a:lnTo>
                  <a:pt x="17271" y="8783"/>
                </a:lnTo>
                <a:lnTo>
                  <a:pt x="18086" y="9041"/>
                </a:lnTo>
                <a:lnTo>
                  <a:pt x="20549" y="9818"/>
                </a:lnTo>
                <a:lnTo>
                  <a:pt x="21093" y="11236"/>
                </a:lnTo>
                <a:lnTo>
                  <a:pt x="21442" y="12636"/>
                </a:lnTo>
                <a:lnTo>
                  <a:pt x="21600" y="14026"/>
                </a:lnTo>
                <a:lnTo>
                  <a:pt x="21579" y="15415"/>
                </a:lnTo>
                <a:lnTo>
                  <a:pt x="21391" y="16809"/>
                </a:lnTo>
                <a:lnTo>
                  <a:pt x="21045" y="18213"/>
                </a:lnTo>
                <a:lnTo>
                  <a:pt x="20549" y="19636"/>
                </a:lnTo>
                <a:lnTo>
                  <a:pt x="18206" y="20536"/>
                </a:lnTo>
                <a:lnTo>
                  <a:pt x="16501" y="21087"/>
                </a:lnTo>
                <a:lnTo>
                  <a:pt x="14939" y="21386"/>
                </a:lnTo>
                <a:lnTo>
                  <a:pt x="13028" y="21525"/>
                </a:lnTo>
                <a:lnTo>
                  <a:pt x="10274" y="21600"/>
                </a:lnTo>
                <a:lnTo>
                  <a:pt x="7880" y="20502"/>
                </a:lnTo>
                <a:lnTo>
                  <a:pt x="6367" y="19729"/>
                </a:lnTo>
                <a:lnTo>
                  <a:pt x="5096" y="18908"/>
                </a:lnTo>
                <a:lnTo>
                  <a:pt x="3425" y="17673"/>
                </a:lnTo>
                <a:lnTo>
                  <a:pt x="5120" y="17186"/>
                </a:lnTo>
                <a:lnTo>
                  <a:pt x="6822" y="16699"/>
                </a:lnTo>
                <a:lnTo>
                  <a:pt x="8538" y="16206"/>
                </a:lnTo>
                <a:lnTo>
                  <a:pt x="10274" y="15709"/>
                </a:lnTo>
                <a:lnTo>
                  <a:pt x="9158" y="14499"/>
                </a:lnTo>
                <a:lnTo>
                  <a:pt x="8028" y="13270"/>
                </a:lnTo>
                <a:lnTo>
                  <a:pt x="7072" y="12210"/>
                </a:lnTo>
                <a:lnTo>
                  <a:pt x="6110" y="11144"/>
                </a:lnTo>
                <a:lnTo>
                  <a:pt x="5137" y="10064"/>
                </a:lnTo>
                <a:lnTo>
                  <a:pt x="4182" y="9015"/>
                </a:lnTo>
                <a:lnTo>
                  <a:pt x="3223" y="7959"/>
                </a:lnTo>
                <a:lnTo>
                  <a:pt x="2247" y="6888"/>
                </a:lnTo>
                <a:lnTo>
                  <a:pt x="1151" y="5412"/>
                </a:lnTo>
                <a:lnTo>
                  <a:pt x="486" y="4316"/>
                </a:lnTo>
                <a:lnTo>
                  <a:pt x="144" y="3269"/>
                </a:lnTo>
                <a:lnTo>
                  <a:pt x="17" y="1940"/>
                </a:lnTo>
                <a:lnTo>
                  <a:pt x="0" y="0"/>
                </a:lnTo>
                <a:close/>
              </a:path>
            </a:pathLst>
          </a:custGeom>
          <a:solidFill>
            <a:srgbClr val="DED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5" name="contour_09623"/>
          <p:cNvSpPr/>
          <p:nvPr/>
        </p:nvSpPr>
        <p:spPr>
          <a:xfrm>
            <a:off x="4251986" y="4817362"/>
            <a:ext cx="87456" cy="298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36" y="195"/>
                </a:lnTo>
                <a:lnTo>
                  <a:pt x="1202" y="543"/>
                </a:lnTo>
                <a:lnTo>
                  <a:pt x="2961" y="1340"/>
                </a:lnTo>
                <a:lnTo>
                  <a:pt x="3937" y="1746"/>
                </a:lnTo>
                <a:lnTo>
                  <a:pt x="4912" y="2153"/>
                </a:lnTo>
                <a:lnTo>
                  <a:pt x="5886" y="2559"/>
                </a:lnTo>
                <a:lnTo>
                  <a:pt x="6862" y="2965"/>
                </a:lnTo>
                <a:lnTo>
                  <a:pt x="7346" y="3192"/>
                </a:lnTo>
                <a:lnTo>
                  <a:pt x="8807" y="3862"/>
                </a:lnTo>
                <a:lnTo>
                  <a:pt x="10152" y="4337"/>
                </a:lnTo>
                <a:lnTo>
                  <a:pt x="11417" y="4627"/>
                </a:lnTo>
                <a:lnTo>
                  <a:pt x="12627" y="4711"/>
                </a:lnTo>
                <a:lnTo>
                  <a:pt x="13799" y="4574"/>
                </a:lnTo>
                <a:lnTo>
                  <a:pt x="14954" y="4205"/>
                </a:lnTo>
                <a:lnTo>
                  <a:pt x="16110" y="3577"/>
                </a:lnTo>
                <a:lnTo>
                  <a:pt x="17291" y="2680"/>
                </a:lnTo>
                <a:lnTo>
                  <a:pt x="18515" y="1493"/>
                </a:lnTo>
                <a:lnTo>
                  <a:pt x="19800" y="0"/>
                </a:lnTo>
                <a:lnTo>
                  <a:pt x="20156" y="3134"/>
                </a:lnTo>
                <a:lnTo>
                  <a:pt x="20515" y="6278"/>
                </a:lnTo>
                <a:lnTo>
                  <a:pt x="20873" y="9434"/>
                </a:lnTo>
                <a:lnTo>
                  <a:pt x="21235" y="12615"/>
                </a:lnTo>
                <a:lnTo>
                  <a:pt x="21600" y="15828"/>
                </a:lnTo>
                <a:lnTo>
                  <a:pt x="20461" y="16382"/>
                </a:lnTo>
                <a:lnTo>
                  <a:pt x="19319" y="16920"/>
                </a:lnTo>
                <a:lnTo>
                  <a:pt x="18180" y="17453"/>
                </a:lnTo>
                <a:lnTo>
                  <a:pt x="17039" y="17965"/>
                </a:lnTo>
                <a:lnTo>
                  <a:pt x="15898" y="18471"/>
                </a:lnTo>
                <a:lnTo>
                  <a:pt x="14756" y="18973"/>
                </a:lnTo>
                <a:lnTo>
                  <a:pt x="13612" y="19458"/>
                </a:lnTo>
                <a:lnTo>
                  <a:pt x="12474" y="20033"/>
                </a:lnTo>
                <a:lnTo>
                  <a:pt x="11317" y="20619"/>
                </a:lnTo>
                <a:lnTo>
                  <a:pt x="10102" y="21083"/>
                </a:lnTo>
                <a:lnTo>
                  <a:pt x="8933" y="21431"/>
                </a:lnTo>
                <a:lnTo>
                  <a:pt x="7780" y="21600"/>
                </a:lnTo>
                <a:lnTo>
                  <a:pt x="6611" y="21516"/>
                </a:lnTo>
                <a:lnTo>
                  <a:pt x="5400" y="21104"/>
                </a:lnTo>
                <a:lnTo>
                  <a:pt x="4815" y="17384"/>
                </a:lnTo>
                <a:lnTo>
                  <a:pt x="4430" y="14704"/>
                </a:lnTo>
                <a:lnTo>
                  <a:pt x="4156" y="12298"/>
                </a:lnTo>
                <a:lnTo>
                  <a:pt x="3908" y="9407"/>
                </a:lnTo>
                <a:lnTo>
                  <a:pt x="3600" y="5276"/>
                </a:lnTo>
                <a:lnTo>
                  <a:pt x="2468" y="3150"/>
                </a:lnTo>
                <a:lnTo>
                  <a:pt x="1715" y="1894"/>
                </a:lnTo>
                <a:lnTo>
                  <a:pt x="1006" y="1008"/>
                </a:lnTo>
                <a:lnTo>
                  <a:pt x="0" y="0"/>
                </a:lnTo>
                <a:close/>
              </a:path>
            </a:pathLst>
          </a:custGeom>
          <a:solidFill>
            <a:srgbClr val="E3D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6" name="contour_09624"/>
          <p:cNvSpPr/>
          <p:nvPr/>
        </p:nvSpPr>
        <p:spPr>
          <a:xfrm>
            <a:off x="10279155" y="4773634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15" y="289"/>
                </a:lnTo>
                <a:lnTo>
                  <a:pt x="3722" y="632"/>
                </a:lnTo>
                <a:lnTo>
                  <a:pt x="5438" y="1031"/>
                </a:lnTo>
                <a:lnTo>
                  <a:pt x="7070" y="1496"/>
                </a:lnTo>
                <a:lnTo>
                  <a:pt x="8635" y="2030"/>
                </a:lnTo>
                <a:lnTo>
                  <a:pt x="10142" y="2638"/>
                </a:lnTo>
                <a:lnTo>
                  <a:pt x="11604" y="3326"/>
                </a:lnTo>
                <a:lnTo>
                  <a:pt x="13032" y="4099"/>
                </a:lnTo>
                <a:lnTo>
                  <a:pt x="14441" y="4960"/>
                </a:lnTo>
                <a:lnTo>
                  <a:pt x="15840" y="5916"/>
                </a:lnTo>
                <a:lnTo>
                  <a:pt x="17244" y="6974"/>
                </a:lnTo>
                <a:lnTo>
                  <a:pt x="18665" y="8138"/>
                </a:lnTo>
                <a:lnTo>
                  <a:pt x="20112" y="9410"/>
                </a:lnTo>
                <a:lnTo>
                  <a:pt x="21600" y="10800"/>
                </a:lnTo>
                <a:lnTo>
                  <a:pt x="20280" y="11988"/>
                </a:lnTo>
                <a:lnTo>
                  <a:pt x="18958" y="13176"/>
                </a:lnTo>
                <a:lnTo>
                  <a:pt x="17635" y="14367"/>
                </a:lnTo>
                <a:lnTo>
                  <a:pt x="16310" y="15563"/>
                </a:lnTo>
                <a:lnTo>
                  <a:pt x="14978" y="16759"/>
                </a:lnTo>
                <a:lnTo>
                  <a:pt x="13644" y="17960"/>
                </a:lnTo>
                <a:lnTo>
                  <a:pt x="12302" y="19167"/>
                </a:lnTo>
                <a:lnTo>
                  <a:pt x="10956" y="20380"/>
                </a:lnTo>
                <a:lnTo>
                  <a:pt x="9600" y="21600"/>
                </a:lnTo>
                <a:lnTo>
                  <a:pt x="9310" y="20266"/>
                </a:lnTo>
                <a:lnTo>
                  <a:pt x="9017" y="18922"/>
                </a:lnTo>
                <a:lnTo>
                  <a:pt x="8719" y="17561"/>
                </a:lnTo>
                <a:lnTo>
                  <a:pt x="8314" y="15814"/>
                </a:lnTo>
                <a:lnTo>
                  <a:pt x="7908" y="14067"/>
                </a:lnTo>
                <a:lnTo>
                  <a:pt x="7500" y="12317"/>
                </a:lnTo>
                <a:lnTo>
                  <a:pt x="7111" y="10592"/>
                </a:lnTo>
                <a:lnTo>
                  <a:pt x="6718" y="8856"/>
                </a:lnTo>
                <a:lnTo>
                  <a:pt x="6319" y="7098"/>
                </a:lnTo>
                <a:lnTo>
                  <a:pt x="5558" y="4936"/>
                </a:lnTo>
                <a:lnTo>
                  <a:pt x="4963" y="3526"/>
                </a:lnTo>
                <a:lnTo>
                  <a:pt x="4342" y="2560"/>
                </a:lnTo>
                <a:lnTo>
                  <a:pt x="3497" y="1736"/>
                </a:lnTo>
                <a:lnTo>
                  <a:pt x="2232" y="748"/>
                </a:lnTo>
                <a:lnTo>
                  <a:pt x="1123" y="378"/>
                </a:lnTo>
                <a:lnTo>
                  <a:pt x="0" y="0"/>
                </a:lnTo>
                <a:close/>
              </a:path>
            </a:pathLst>
          </a:custGeom>
          <a:solidFill>
            <a:srgbClr val="E4EBF1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7" name="contour_09625"/>
          <p:cNvSpPr/>
          <p:nvPr/>
        </p:nvSpPr>
        <p:spPr>
          <a:xfrm>
            <a:off x="491382" y="4766346"/>
            <a:ext cx="39741" cy="73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61" y="0"/>
                </a:moveTo>
                <a:lnTo>
                  <a:pt x="6575" y="745"/>
                </a:lnTo>
                <a:lnTo>
                  <a:pt x="9043" y="1515"/>
                </a:lnTo>
                <a:lnTo>
                  <a:pt x="11384" y="2328"/>
                </a:lnTo>
                <a:lnTo>
                  <a:pt x="13618" y="3206"/>
                </a:lnTo>
                <a:lnTo>
                  <a:pt x="15753" y="4166"/>
                </a:lnTo>
                <a:lnTo>
                  <a:pt x="17813" y="5224"/>
                </a:lnTo>
                <a:lnTo>
                  <a:pt x="19806" y="6403"/>
                </a:lnTo>
                <a:lnTo>
                  <a:pt x="20483" y="7877"/>
                </a:lnTo>
                <a:lnTo>
                  <a:pt x="21010" y="9316"/>
                </a:lnTo>
                <a:lnTo>
                  <a:pt x="21378" y="10726"/>
                </a:lnTo>
                <a:lnTo>
                  <a:pt x="21576" y="12120"/>
                </a:lnTo>
                <a:lnTo>
                  <a:pt x="21600" y="13509"/>
                </a:lnTo>
                <a:lnTo>
                  <a:pt x="21446" y="14901"/>
                </a:lnTo>
                <a:lnTo>
                  <a:pt x="21097" y="16307"/>
                </a:lnTo>
                <a:lnTo>
                  <a:pt x="20554" y="17739"/>
                </a:lnTo>
                <a:lnTo>
                  <a:pt x="19806" y="19208"/>
                </a:lnTo>
                <a:lnTo>
                  <a:pt x="17465" y="20093"/>
                </a:lnTo>
                <a:lnTo>
                  <a:pt x="15270" y="20710"/>
                </a:lnTo>
                <a:lnTo>
                  <a:pt x="13040" y="21124"/>
                </a:lnTo>
                <a:lnTo>
                  <a:pt x="10592" y="21399"/>
                </a:lnTo>
                <a:lnTo>
                  <a:pt x="7752" y="21600"/>
                </a:lnTo>
                <a:lnTo>
                  <a:pt x="4975" y="21344"/>
                </a:lnTo>
                <a:lnTo>
                  <a:pt x="3220" y="20759"/>
                </a:lnTo>
                <a:lnTo>
                  <a:pt x="990" y="19340"/>
                </a:lnTo>
                <a:lnTo>
                  <a:pt x="745" y="18776"/>
                </a:lnTo>
                <a:lnTo>
                  <a:pt x="0" y="17073"/>
                </a:lnTo>
                <a:lnTo>
                  <a:pt x="2012" y="16779"/>
                </a:lnTo>
                <a:lnTo>
                  <a:pt x="4052" y="16482"/>
                </a:lnTo>
                <a:lnTo>
                  <a:pt x="5973" y="15716"/>
                </a:lnTo>
                <a:lnTo>
                  <a:pt x="7922" y="14939"/>
                </a:lnTo>
                <a:lnTo>
                  <a:pt x="7879" y="13456"/>
                </a:lnTo>
                <a:lnTo>
                  <a:pt x="7807" y="12340"/>
                </a:lnTo>
                <a:lnTo>
                  <a:pt x="7669" y="11382"/>
                </a:lnTo>
                <a:lnTo>
                  <a:pt x="7423" y="10370"/>
                </a:lnTo>
                <a:lnTo>
                  <a:pt x="7023" y="9092"/>
                </a:lnTo>
                <a:lnTo>
                  <a:pt x="6437" y="7337"/>
                </a:lnTo>
                <a:lnTo>
                  <a:pt x="5997" y="5967"/>
                </a:lnTo>
                <a:lnTo>
                  <a:pt x="5553" y="4588"/>
                </a:lnTo>
                <a:lnTo>
                  <a:pt x="5106" y="3193"/>
                </a:lnTo>
                <a:lnTo>
                  <a:pt x="4730" y="2138"/>
                </a:lnTo>
                <a:lnTo>
                  <a:pt x="4345" y="1076"/>
                </a:lnTo>
                <a:lnTo>
                  <a:pt x="3961" y="0"/>
                </a:lnTo>
                <a:close/>
              </a:path>
            </a:pathLst>
          </a:custGeom>
          <a:solidFill>
            <a:srgbClr val="41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8" name="contour_09626"/>
          <p:cNvSpPr/>
          <p:nvPr/>
        </p:nvSpPr>
        <p:spPr>
          <a:xfrm>
            <a:off x="11044394" y="4766346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937" y="1527"/>
                </a:lnTo>
                <a:lnTo>
                  <a:pt x="7702" y="3061"/>
                </a:lnTo>
                <a:lnTo>
                  <a:pt x="8476" y="4607"/>
                </a:lnTo>
                <a:lnTo>
                  <a:pt x="9257" y="6171"/>
                </a:lnTo>
                <a:lnTo>
                  <a:pt x="10788" y="5980"/>
                </a:lnTo>
                <a:lnTo>
                  <a:pt x="12324" y="5786"/>
                </a:lnTo>
                <a:lnTo>
                  <a:pt x="13886" y="5591"/>
                </a:lnTo>
                <a:lnTo>
                  <a:pt x="14565" y="5678"/>
                </a:lnTo>
                <a:lnTo>
                  <a:pt x="15765" y="5826"/>
                </a:lnTo>
                <a:lnTo>
                  <a:pt x="18514" y="6171"/>
                </a:lnTo>
                <a:lnTo>
                  <a:pt x="19168" y="8060"/>
                </a:lnTo>
                <a:lnTo>
                  <a:pt x="19721" y="9951"/>
                </a:lnTo>
                <a:lnTo>
                  <a:pt x="20177" y="11858"/>
                </a:lnTo>
                <a:lnTo>
                  <a:pt x="20563" y="13775"/>
                </a:lnTo>
                <a:lnTo>
                  <a:pt x="20881" y="15703"/>
                </a:lnTo>
                <a:lnTo>
                  <a:pt x="21153" y="17650"/>
                </a:lnTo>
                <a:lnTo>
                  <a:pt x="21387" y="19616"/>
                </a:lnTo>
                <a:lnTo>
                  <a:pt x="21600" y="21600"/>
                </a:lnTo>
                <a:lnTo>
                  <a:pt x="19539" y="21236"/>
                </a:lnTo>
                <a:lnTo>
                  <a:pt x="17481" y="20850"/>
                </a:lnTo>
                <a:lnTo>
                  <a:pt x="15429" y="20443"/>
                </a:lnTo>
                <a:lnTo>
                  <a:pt x="13707" y="20119"/>
                </a:lnTo>
                <a:lnTo>
                  <a:pt x="11957" y="19792"/>
                </a:lnTo>
                <a:lnTo>
                  <a:pt x="10615" y="19156"/>
                </a:lnTo>
                <a:lnTo>
                  <a:pt x="9257" y="18514"/>
                </a:lnTo>
                <a:lnTo>
                  <a:pt x="9257" y="16475"/>
                </a:lnTo>
                <a:lnTo>
                  <a:pt x="9257" y="14423"/>
                </a:lnTo>
                <a:lnTo>
                  <a:pt x="9257" y="12343"/>
                </a:lnTo>
                <a:lnTo>
                  <a:pt x="7424" y="12343"/>
                </a:lnTo>
                <a:lnTo>
                  <a:pt x="5585" y="12343"/>
                </a:lnTo>
                <a:lnTo>
                  <a:pt x="3740" y="12343"/>
                </a:lnTo>
                <a:lnTo>
                  <a:pt x="1879" y="12343"/>
                </a:lnTo>
                <a:lnTo>
                  <a:pt x="0" y="12343"/>
                </a:lnTo>
                <a:lnTo>
                  <a:pt x="873" y="10596"/>
                </a:lnTo>
                <a:lnTo>
                  <a:pt x="1747" y="8850"/>
                </a:lnTo>
                <a:lnTo>
                  <a:pt x="2623" y="7097"/>
                </a:lnTo>
                <a:lnTo>
                  <a:pt x="3502" y="5338"/>
                </a:lnTo>
                <a:lnTo>
                  <a:pt x="4388" y="3570"/>
                </a:lnTo>
                <a:lnTo>
                  <a:pt x="5277" y="1793"/>
                </a:lnTo>
                <a:lnTo>
                  <a:pt x="6171" y="0"/>
                </a:lnTo>
                <a:close/>
              </a:path>
            </a:pathLst>
          </a:custGeom>
          <a:solidFill>
            <a:srgbClr val="9DA0A3"/>
          </a:solidFill>
          <a:ln>
            <a:noFill/>
          </a:ln>
        </p:spPr>
        <p:txBody>
          <a:bodyPr/>
          <a:lstStyle/>
          <a:p/>
        </p:txBody>
      </p:sp>
      <p:sp>
        <p:nvSpPr>
          <p:cNvPr id="9629" name="contour_09627"/>
          <p:cNvSpPr/>
          <p:nvPr/>
        </p:nvSpPr>
        <p:spPr>
          <a:xfrm>
            <a:off x="1380517" y="4758344"/>
            <a:ext cx="58304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0"/>
                </a:moveTo>
                <a:lnTo>
                  <a:pt x="8824" y="32"/>
                </a:lnTo>
                <a:lnTo>
                  <a:pt x="10560" y="64"/>
                </a:lnTo>
                <a:lnTo>
                  <a:pt x="12320" y="93"/>
                </a:lnTo>
                <a:lnTo>
                  <a:pt x="13090" y="107"/>
                </a:lnTo>
                <a:lnTo>
                  <a:pt x="14448" y="125"/>
                </a:lnTo>
                <a:lnTo>
                  <a:pt x="17561" y="165"/>
                </a:lnTo>
                <a:lnTo>
                  <a:pt x="18155" y="181"/>
                </a:lnTo>
                <a:lnTo>
                  <a:pt x="19202" y="205"/>
                </a:lnTo>
                <a:lnTo>
                  <a:pt x="21600" y="261"/>
                </a:lnTo>
                <a:lnTo>
                  <a:pt x="21600" y="1587"/>
                </a:lnTo>
                <a:lnTo>
                  <a:pt x="21600" y="2929"/>
                </a:lnTo>
                <a:lnTo>
                  <a:pt x="19818" y="2929"/>
                </a:lnTo>
                <a:lnTo>
                  <a:pt x="18033" y="2929"/>
                </a:lnTo>
                <a:lnTo>
                  <a:pt x="16249" y="2929"/>
                </a:lnTo>
                <a:lnTo>
                  <a:pt x="14458" y="2929"/>
                </a:lnTo>
                <a:lnTo>
                  <a:pt x="12663" y="2929"/>
                </a:lnTo>
                <a:lnTo>
                  <a:pt x="10859" y="2929"/>
                </a:lnTo>
                <a:lnTo>
                  <a:pt x="9050" y="2929"/>
                </a:lnTo>
                <a:lnTo>
                  <a:pt x="7231" y="2929"/>
                </a:lnTo>
                <a:lnTo>
                  <a:pt x="5400" y="2929"/>
                </a:lnTo>
                <a:lnTo>
                  <a:pt x="5400" y="4516"/>
                </a:lnTo>
                <a:lnTo>
                  <a:pt x="5400" y="6103"/>
                </a:lnTo>
                <a:lnTo>
                  <a:pt x="5400" y="7701"/>
                </a:lnTo>
                <a:lnTo>
                  <a:pt x="5400" y="9309"/>
                </a:lnTo>
                <a:lnTo>
                  <a:pt x="5400" y="10931"/>
                </a:lnTo>
                <a:lnTo>
                  <a:pt x="6737" y="11373"/>
                </a:lnTo>
                <a:lnTo>
                  <a:pt x="8084" y="11816"/>
                </a:lnTo>
                <a:lnTo>
                  <a:pt x="9450" y="12264"/>
                </a:lnTo>
                <a:lnTo>
                  <a:pt x="10787" y="12707"/>
                </a:lnTo>
                <a:lnTo>
                  <a:pt x="12134" y="13150"/>
                </a:lnTo>
                <a:lnTo>
                  <a:pt x="13500" y="13598"/>
                </a:lnTo>
                <a:lnTo>
                  <a:pt x="13743" y="15663"/>
                </a:lnTo>
                <a:lnTo>
                  <a:pt x="13864" y="17111"/>
                </a:lnTo>
                <a:lnTo>
                  <a:pt x="13864" y="18327"/>
                </a:lnTo>
                <a:lnTo>
                  <a:pt x="13743" y="19696"/>
                </a:lnTo>
                <a:lnTo>
                  <a:pt x="13500" y="21600"/>
                </a:lnTo>
                <a:lnTo>
                  <a:pt x="11718" y="21600"/>
                </a:lnTo>
                <a:lnTo>
                  <a:pt x="9931" y="21600"/>
                </a:lnTo>
                <a:lnTo>
                  <a:pt x="8140" y="21600"/>
                </a:lnTo>
                <a:lnTo>
                  <a:pt x="6340" y="21600"/>
                </a:lnTo>
                <a:lnTo>
                  <a:pt x="4528" y="21600"/>
                </a:lnTo>
                <a:lnTo>
                  <a:pt x="2700" y="21600"/>
                </a:lnTo>
                <a:lnTo>
                  <a:pt x="2387" y="19768"/>
                </a:lnTo>
                <a:lnTo>
                  <a:pt x="2082" y="17935"/>
                </a:lnTo>
                <a:lnTo>
                  <a:pt x="1777" y="16100"/>
                </a:lnTo>
                <a:lnTo>
                  <a:pt x="1480" y="14265"/>
                </a:lnTo>
                <a:lnTo>
                  <a:pt x="1183" y="12430"/>
                </a:lnTo>
                <a:lnTo>
                  <a:pt x="1056" y="11672"/>
                </a:lnTo>
                <a:lnTo>
                  <a:pt x="834" y="10336"/>
                </a:lnTo>
                <a:lnTo>
                  <a:pt x="327" y="7274"/>
                </a:lnTo>
                <a:lnTo>
                  <a:pt x="219" y="5839"/>
                </a:lnTo>
                <a:lnTo>
                  <a:pt x="111" y="4393"/>
                </a:lnTo>
                <a:lnTo>
                  <a:pt x="0" y="2929"/>
                </a:lnTo>
                <a:lnTo>
                  <a:pt x="1628" y="1384"/>
                </a:lnTo>
                <a:lnTo>
                  <a:pt x="2913" y="563"/>
                </a:lnTo>
                <a:lnTo>
                  <a:pt x="4514" y="195"/>
                </a:lnTo>
                <a:lnTo>
                  <a:pt x="7098" y="0"/>
                </a:lnTo>
                <a:close/>
              </a:path>
            </a:pathLst>
          </a:custGeom>
          <a:solidFill>
            <a:srgbClr val="737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0" name="contour_09628"/>
          <p:cNvSpPr/>
          <p:nvPr/>
        </p:nvSpPr>
        <p:spPr>
          <a:xfrm>
            <a:off x="6861087" y="472261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1" y="0"/>
                </a:lnTo>
                <a:lnTo>
                  <a:pt x="10027" y="0"/>
                </a:lnTo>
                <a:lnTo>
                  <a:pt x="12895" y="0"/>
                </a:lnTo>
                <a:lnTo>
                  <a:pt x="15777" y="0"/>
                </a:lnTo>
                <a:lnTo>
                  <a:pt x="18675" y="0"/>
                </a:lnTo>
                <a:lnTo>
                  <a:pt x="21600" y="0"/>
                </a:lnTo>
                <a:lnTo>
                  <a:pt x="21125" y="2376"/>
                </a:lnTo>
                <a:lnTo>
                  <a:pt x="20650" y="4756"/>
                </a:lnTo>
                <a:lnTo>
                  <a:pt x="20174" y="7135"/>
                </a:lnTo>
                <a:lnTo>
                  <a:pt x="19695" y="9522"/>
                </a:lnTo>
                <a:lnTo>
                  <a:pt x="19215" y="11916"/>
                </a:lnTo>
                <a:lnTo>
                  <a:pt x="18736" y="14321"/>
                </a:lnTo>
                <a:lnTo>
                  <a:pt x="18252" y="16733"/>
                </a:lnTo>
                <a:lnTo>
                  <a:pt x="17768" y="19159"/>
                </a:lnTo>
                <a:lnTo>
                  <a:pt x="17280" y="21600"/>
                </a:lnTo>
                <a:lnTo>
                  <a:pt x="14429" y="21600"/>
                </a:lnTo>
                <a:lnTo>
                  <a:pt x="11573" y="21600"/>
                </a:lnTo>
                <a:lnTo>
                  <a:pt x="8705" y="21600"/>
                </a:lnTo>
                <a:lnTo>
                  <a:pt x="5823" y="21600"/>
                </a:lnTo>
                <a:lnTo>
                  <a:pt x="2925" y="21600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F4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1" name="contour_09629"/>
          <p:cNvSpPr/>
          <p:nvPr/>
        </p:nvSpPr>
        <p:spPr>
          <a:xfrm>
            <a:off x="8433114" y="4737194"/>
            <a:ext cx="3133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27" y="0"/>
                </a:moveTo>
                <a:lnTo>
                  <a:pt x="9511" y="0"/>
                </a:lnTo>
                <a:lnTo>
                  <a:pt x="12506" y="0"/>
                </a:lnTo>
                <a:lnTo>
                  <a:pt x="15510" y="0"/>
                </a:lnTo>
                <a:lnTo>
                  <a:pt x="18540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5641" y="21248"/>
                </a:lnTo>
                <a:lnTo>
                  <a:pt x="11466" y="20946"/>
                </a:lnTo>
                <a:lnTo>
                  <a:pt x="8526" y="20606"/>
                </a:lnTo>
                <a:lnTo>
                  <a:pt x="6255" y="20144"/>
                </a:lnTo>
                <a:lnTo>
                  <a:pt x="4100" y="19477"/>
                </a:lnTo>
                <a:lnTo>
                  <a:pt x="1502" y="18514"/>
                </a:lnTo>
                <a:lnTo>
                  <a:pt x="703" y="16283"/>
                </a:lnTo>
                <a:lnTo>
                  <a:pt x="211" y="14086"/>
                </a:lnTo>
                <a:lnTo>
                  <a:pt x="0" y="11905"/>
                </a:lnTo>
                <a:lnTo>
                  <a:pt x="50" y="9729"/>
                </a:lnTo>
                <a:lnTo>
                  <a:pt x="332" y="7541"/>
                </a:lnTo>
                <a:lnTo>
                  <a:pt x="824" y="5332"/>
                </a:lnTo>
                <a:lnTo>
                  <a:pt x="1502" y="3086"/>
                </a:lnTo>
                <a:lnTo>
                  <a:pt x="3994" y="1555"/>
                </a:lnTo>
                <a:lnTo>
                  <a:pt x="6527" y="0"/>
                </a:lnTo>
                <a:close/>
              </a:path>
            </a:pathLst>
          </a:custGeom>
          <a:solidFill>
            <a:srgbClr val="F9F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2" name="contour_09630"/>
          <p:cNvSpPr/>
          <p:nvPr/>
        </p:nvSpPr>
        <p:spPr>
          <a:xfrm>
            <a:off x="4223256" y="4729630"/>
            <a:ext cx="57881" cy="512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62" y="117"/>
                </a:moveTo>
                <a:lnTo>
                  <a:pt x="4452" y="28"/>
                </a:lnTo>
                <a:lnTo>
                  <a:pt x="5875" y="0"/>
                </a:lnTo>
                <a:lnTo>
                  <a:pt x="7096" y="68"/>
                </a:lnTo>
                <a:lnTo>
                  <a:pt x="8385" y="249"/>
                </a:lnTo>
                <a:lnTo>
                  <a:pt x="10014" y="577"/>
                </a:lnTo>
                <a:lnTo>
                  <a:pt x="12250" y="1074"/>
                </a:lnTo>
                <a:lnTo>
                  <a:pt x="13996" y="1442"/>
                </a:lnTo>
                <a:lnTo>
                  <a:pt x="15753" y="1814"/>
                </a:lnTo>
                <a:lnTo>
                  <a:pt x="17531" y="2191"/>
                </a:lnTo>
                <a:lnTo>
                  <a:pt x="18130" y="2336"/>
                </a:lnTo>
                <a:lnTo>
                  <a:pt x="19185" y="2593"/>
                </a:lnTo>
                <a:lnTo>
                  <a:pt x="21600" y="3186"/>
                </a:lnTo>
                <a:lnTo>
                  <a:pt x="21129" y="5469"/>
                </a:lnTo>
                <a:lnTo>
                  <a:pt x="20751" y="7090"/>
                </a:lnTo>
                <a:lnTo>
                  <a:pt x="20338" y="8489"/>
                </a:lnTo>
                <a:lnTo>
                  <a:pt x="19759" y="10109"/>
                </a:lnTo>
                <a:lnTo>
                  <a:pt x="18880" y="12393"/>
                </a:lnTo>
                <a:lnTo>
                  <a:pt x="17006" y="12718"/>
                </a:lnTo>
                <a:lnTo>
                  <a:pt x="15674" y="12826"/>
                </a:lnTo>
                <a:lnTo>
                  <a:pt x="14243" y="12718"/>
                </a:lnTo>
                <a:lnTo>
                  <a:pt x="12081" y="12393"/>
                </a:lnTo>
                <a:lnTo>
                  <a:pt x="9902" y="12230"/>
                </a:lnTo>
                <a:lnTo>
                  <a:pt x="8466" y="12175"/>
                </a:lnTo>
                <a:lnTo>
                  <a:pt x="7139" y="12230"/>
                </a:lnTo>
                <a:lnTo>
                  <a:pt x="5282" y="12393"/>
                </a:lnTo>
                <a:lnTo>
                  <a:pt x="4199" y="14676"/>
                </a:lnTo>
                <a:lnTo>
                  <a:pt x="3517" y="16297"/>
                </a:lnTo>
                <a:lnTo>
                  <a:pt x="3103" y="17696"/>
                </a:lnTo>
                <a:lnTo>
                  <a:pt x="2829" y="19317"/>
                </a:lnTo>
                <a:lnTo>
                  <a:pt x="2562" y="21600"/>
                </a:lnTo>
                <a:lnTo>
                  <a:pt x="1594" y="18064"/>
                </a:lnTo>
                <a:lnTo>
                  <a:pt x="878" y="15327"/>
                </a:lnTo>
                <a:lnTo>
                  <a:pt x="392" y="13182"/>
                </a:lnTo>
                <a:lnTo>
                  <a:pt x="106" y="11426"/>
                </a:lnTo>
                <a:lnTo>
                  <a:pt x="0" y="9858"/>
                </a:lnTo>
                <a:lnTo>
                  <a:pt x="52" y="8274"/>
                </a:lnTo>
                <a:lnTo>
                  <a:pt x="234" y="6470"/>
                </a:lnTo>
                <a:lnTo>
                  <a:pt x="522" y="4241"/>
                </a:lnTo>
                <a:lnTo>
                  <a:pt x="1197" y="2879"/>
                </a:lnTo>
                <a:lnTo>
                  <a:pt x="1874" y="1507"/>
                </a:lnTo>
                <a:lnTo>
                  <a:pt x="2562" y="117"/>
                </a:lnTo>
                <a:close/>
              </a:path>
            </a:pathLst>
          </a:custGeom>
          <a:solidFill>
            <a:srgbClr val="DAC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3" name="contour_09631"/>
          <p:cNvSpPr/>
          <p:nvPr/>
        </p:nvSpPr>
        <p:spPr>
          <a:xfrm>
            <a:off x="10752794" y="4708043"/>
            <a:ext cx="58384" cy="38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919"/>
                </a:lnTo>
                <a:lnTo>
                  <a:pt x="21600" y="5843"/>
                </a:lnTo>
                <a:lnTo>
                  <a:pt x="21600" y="8775"/>
                </a:lnTo>
                <a:lnTo>
                  <a:pt x="21600" y="11719"/>
                </a:lnTo>
                <a:lnTo>
                  <a:pt x="21600" y="14675"/>
                </a:lnTo>
                <a:lnTo>
                  <a:pt x="21600" y="17648"/>
                </a:lnTo>
                <a:lnTo>
                  <a:pt x="21600" y="20646"/>
                </a:lnTo>
                <a:lnTo>
                  <a:pt x="19691" y="20915"/>
                </a:lnTo>
                <a:lnTo>
                  <a:pt x="17793" y="21154"/>
                </a:lnTo>
                <a:lnTo>
                  <a:pt x="15905" y="21352"/>
                </a:lnTo>
                <a:lnTo>
                  <a:pt x="14026" y="21501"/>
                </a:lnTo>
                <a:lnTo>
                  <a:pt x="12149" y="21588"/>
                </a:lnTo>
                <a:lnTo>
                  <a:pt x="10276" y="21600"/>
                </a:lnTo>
                <a:lnTo>
                  <a:pt x="8399" y="21522"/>
                </a:lnTo>
                <a:lnTo>
                  <a:pt x="6517" y="21344"/>
                </a:lnTo>
                <a:lnTo>
                  <a:pt x="4627" y="21059"/>
                </a:lnTo>
                <a:lnTo>
                  <a:pt x="2726" y="20646"/>
                </a:lnTo>
                <a:lnTo>
                  <a:pt x="1602" y="18057"/>
                </a:lnTo>
                <a:lnTo>
                  <a:pt x="828" y="15480"/>
                </a:lnTo>
                <a:lnTo>
                  <a:pt x="340" y="12858"/>
                </a:lnTo>
                <a:lnTo>
                  <a:pt x="84" y="10133"/>
                </a:lnTo>
                <a:lnTo>
                  <a:pt x="0" y="7243"/>
                </a:lnTo>
                <a:lnTo>
                  <a:pt x="30" y="4129"/>
                </a:lnTo>
                <a:lnTo>
                  <a:pt x="1885" y="3712"/>
                </a:lnTo>
                <a:lnTo>
                  <a:pt x="3737" y="3299"/>
                </a:lnTo>
                <a:lnTo>
                  <a:pt x="5592" y="2886"/>
                </a:lnTo>
                <a:lnTo>
                  <a:pt x="7444" y="2478"/>
                </a:lnTo>
                <a:lnTo>
                  <a:pt x="9300" y="2065"/>
                </a:lnTo>
                <a:lnTo>
                  <a:pt x="10065" y="1895"/>
                </a:lnTo>
                <a:lnTo>
                  <a:pt x="11416" y="1594"/>
                </a:lnTo>
                <a:lnTo>
                  <a:pt x="14511" y="904"/>
                </a:lnTo>
                <a:lnTo>
                  <a:pt x="17092" y="380"/>
                </a:lnTo>
                <a:lnTo>
                  <a:pt x="18691" y="111"/>
                </a:lnTo>
                <a:lnTo>
                  <a:pt x="19971" y="12"/>
                </a:lnTo>
                <a:lnTo>
                  <a:pt x="21600" y="0"/>
                </a:lnTo>
                <a:close/>
              </a:path>
            </a:pathLst>
          </a:custGeom>
          <a:solidFill>
            <a:srgbClr val="828A92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4" name="contour_09632"/>
          <p:cNvSpPr/>
          <p:nvPr/>
        </p:nvSpPr>
        <p:spPr>
          <a:xfrm>
            <a:off x="7021423" y="4722618"/>
            <a:ext cx="801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411" y="108"/>
                </a:lnTo>
                <a:lnTo>
                  <a:pt x="10955" y="210"/>
                </a:lnTo>
                <a:lnTo>
                  <a:pt x="11550" y="318"/>
                </a:lnTo>
                <a:lnTo>
                  <a:pt x="12292" y="454"/>
                </a:lnTo>
                <a:lnTo>
                  <a:pt x="13278" y="635"/>
                </a:lnTo>
                <a:lnTo>
                  <a:pt x="14606" y="877"/>
                </a:lnTo>
                <a:lnTo>
                  <a:pt x="16369" y="1201"/>
                </a:lnTo>
                <a:lnTo>
                  <a:pt x="18668" y="1622"/>
                </a:lnTo>
                <a:lnTo>
                  <a:pt x="21600" y="2160"/>
                </a:lnTo>
                <a:lnTo>
                  <a:pt x="20137" y="3761"/>
                </a:lnTo>
                <a:lnTo>
                  <a:pt x="19030" y="4920"/>
                </a:lnTo>
                <a:lnTo>
                  <a:pt x="18154" y="5726"/>
                </a:lnTo>
                <a:lnTo>
                  <a:pt x="17386" y="6266"/>
                </a:lnTo>
                <a:lnTo>
                  <a:pt x="16601" y="6625"/>
                </a:lnTo>
                <a:lnTo>
                  <a:pt x="15676" y="6893"/>
                </a:lnTo>
                <a:lnTo>
                  <a:pt x="14482" y="7154"/>
                </a:lnTo>
                <a:lnTo>
                  <a:pt x="13590" y="7644"/>
                </a:lnTo>
                <a:lnTo>
                  <a:pt x="12691" y="8139"/>
                </a:lnTo>
                <a:lnTo>
                  <a:pt x="11782" y="8640"/>
                </a:lnTo>
                <a:lnTo>
                  <a:pt x="11678" y="10050"/>
                </a:lnTo>
                <a:lnTo>
                  <a:pt x="11638" y="11429"/>
                </a:lnTo>
                <a:lnTo>
                  <a:pt x="11656" y="12794"/>
                </a:lnTo>
                <a:lnTo>
                  <a:pt x="11721" y="14157"/>
                </a:lnTo>
                <a:lnTo>
                  <a:pt x="11823" y="15535"/>
                </a:lnTo>
                <a:lnTo>
                  <a:pt x="11959" y="16943"/>
                </a:lnTo>
                <a:lnTo>
                  <a:pt x="11870" y="18183"/>
                </a:lnTo>
                <a:lnTo>
                  <a:pt x="11782" y="19440"/>
                </a:lnTo>
                <a:lnTo>
                  <a:pt x="10621" y="20272"/>
                </a:lnTo>
                <a:lnTo>
                  <a:pt x="9824" y="20773"/>
                </a:lnTo>
                <a:lnTo>
                  <a:pt x="9025" y="21149"/>
                </a:lnTo>
                <a:lnTo>
                  <a:pt x="7855" y="21600"/>
                </a:lnTo>
                <a:lnTo>
                  <a:pt x="8016" y="20218"/>
                </a:lnTo>
                <a:lnTo>
                  <a:pt x="8181" y="18824"/>
                </a:lnTo>
                <a:lnTo>
                  <a:pt x="8345" y="17414"/>
                </a:lnTo>
                <a:lnTo>
                  <a:pt x="8347" y="15658"/>
                </a:lnTo>
                <a:lnTo>
                  <a:pt x="8222" y="14502"/>
                </a:lnTo>
                <a:lnTo>
                  <a:pt x="7855" y="12960"/>
                </a:lnTo>
                <a:lnTo>
                  <a:pt x="6596" y="12293"/>
                </a:lnTo>
                <a:lnTo>
                  <a:pt x="5331" y="11787"/>
                </a:lnTo>
                <a:lnTo>
                  <a:pt x="4047" y="11416"/>
                </a:lnTo>
                <a:lnTo>
                  <a:pt x="2735" y="11148"/>
                </a:lnTo>
                <a:lnTo>
                  <a:pt x="1390" y="10951"/>
                </a:lnTo>
                <a:lnTo>
                  <a:pt x="0" y="10800"/>
                </a:lnTo>
                <a:lnTo>
                  <a:pt x="534" y="10621"/>
                </a:lnTo>
                <a:lnTo>
                  <a:pt x="2148" y="10083"/>
                </a:lnTo>
                <a:lnTo>
                  <a:pt x="3061" y="9739"/>
                </a:lnTo>
                <a:lnTo>
                  <a:pt x="3978" y="9396"/>
                </a:lnTo>
                <a:lnTo>
                  <a:pt x="4909" y="9046"/>
                </a:lnTo>
                <a:lnTo>
                  <a:pt x="5822" y="8720"/>
                </a:lnTo>
                <a:lnTo>
                  <a:pt x="6739" y="8392"/>
                </a:lnTo>
                <a:lnTo>
                  <a:pt x="7670" y="8057"/>
                </a:lnTo>
                <a:lnTo>
                  <a:pt x="8204" y="7666"/>
                </a:lnTo>
                <a:lnTo>
                  <a:pt x="9818" y="6480"/>
                </a:lnTo>
                <a:lnTo>
                  <a:pt x="9818" y="5197"/>
                </a:lnTo>
                <a:lnTo>
                  <a:pt x="9818" y="3910"/>
                </a:lnTo>
                <a:lnTo>
                  <a:pt x="9818" y="2618"/>
                </a:lnTo>
                <a:lnTo>
                  <a:pt x="9818" y="1315"/>
                </a:lnTo>
                <a:lnTo>
                  <a:pt x="9818" y="0"/>
                </a:lnTo>
                <a:close/>
              </a:path>
            </a:pathLst>
          </a:custGeom>
          <a:solidFill>
            <a:srgbClr val="68604D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5" name="contour_09633"/>
          <p:cNvSpPr/>
          <p:nvPr/>
        </p:nvSpPr>
        <p:spPr>
          <a:xfrm>
            <a:off x="3616006" y="4700755"/>
            <a:ext cx="5356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70" y="0"/>
                </a:moveTo>
                <a:lnTo>
                  <a:pt x="16798" y="1162"/>
                </a:lnTo>
                <a:lnTo>
                  <a:pt x="18015" y="2298"/>
                </a:lnTo>
                <a:lnTo>
                  <a:pt x="19099" y="3439"/>
                </a:lnTo>
                <a:lnTo>
                  <a:pt x="20025" y="4622"/>
                </a:lnTo>
                <a:lnTo>
                  <a:pt x="20765" y="5880"/>
                </a:lnTo>
                <a:lnTo>
                  <a:pt x="21300" y="7249"/>
                </a:lnTo>
                <a:lnTo>
                  <a:pt x="21600" y="8759"/>
                </a:lnTo>
                <a:lnTo>
                  <a:pt x="21283" y="10228"/>
                </a:lnTo>
                <a:lnTo>
                  <a:pt x="20883" y="11517"/>
                </a:lnTo>
                <a:lnTo>
                  <a:pt x="20322" y="12709"/>
                </a:lnTo>
                <a:lnTo>
                  <a:pt x="19522" y="13884"/>
                </a:lnTo>
                <a:lnTo>
                  <a:pt x="18408" y="15120"/>
                </a:lnTo>
                <a:lnTo>
                  <a:pt x="16525" y="15565"/>
                </a:lnTo>
                <a:lnTo>
                  <a:pt x="14676" y="15917"/>
                </a:lnTo>
                <a:lnTo>
                  <a:pt x="12840" y="16194"/>
                </a:lnTo>
                <a:lnTo>
                  <a:pt x="10985" y="16403"/>
                </a:lnTo>
                <a:lnTo>
                  <a:pt x="9087" y="16565"/>
                </a:lnTo>
                <a:lnTo>
                  <a:pt x="7112" y="16690"/>
                </a:lnTo>
                <a:lnTo>
                  <a:pt x="5116" y="17066"/>
                </a:lnTo>
                <a:lnTo>
                  <a:pt x="3897" y="17483"/>
                </a:lnTo>
                <a:lnTo>
                  <a:pt x="2953" y="18202"/>
                </a:lnTo>
                <a:lnTo>
                  <a:pt x="1787" y="19490"/>
                </a:lnTo>
                <a:lnTo>
                  <a:pt x="1284" y="20537"/>
                </a:lnTo>
                <a:lnTo>
                  <a:pt x="776" y="21600"/>
                </a:lnTo>
                <a:lnTo>
                  <a:pt x="344" y="19265"/>
                </a:lnTo>
                <a:lnTo>
                  <a:pt x="85" y="17606"/>
                </a:lnTo>
                <a:lnTo>
                  <a:pt x="0" y="16388"/>
                </a:lnTo>
                <a:lnTo>
                  <a:pt x="85" y="15366"/>
                </a:lnTo>
                <a:lnTo>
                  <a:pt x="344" y="14304"/>
                </a:lnTo>
                <a:lnTo>
                  <a:pt x="776" y="12960"/>
                </a:lnTo>
                <a:lnTo>
                  <a:pt x="2178" y="12018"/>
                </a:lnTo>
                <a:lnTo>
                  <a:pt x="3606" y="11150"/>
                </a:lnTo>
                <a:lnTo>
                  <a:pt x="5072" y="10340"/>
                </a:lnTo>
                <a:lnTo>
                  <a:pt x="6577" y="9564"/>
                </a:lnTo>
                <a:lnTo>
                  <a:pt x="8123" y="8808"/>
                </a:lnTo>
                <a:lnTo>
                  <a:pt x="9719" y="8050"/>
                </a:lnTo>
                <a:lnTo>
                  <a:pt x="11452" y="6931"/>
                </a:lnTo>
                <a:lnTo>
                  <a:pt x="12763" y="5763"/>
                </a:lnTo>
                <a:lnTo>
                  <a:pt x="13736" y="4512"/>
                </a:lnTo>
                <a:lnTo>
                  <a:pt x="14453" y="3156"/>
                </a:lnTo>
                <a:lnTo>
                  <a:pt x="15002" y="1661"/>
                </a:lnTo>
                <a:lnTo>
                  <a:pt x="15470" y="0"/>
                </a:lnTo>
                <a:close/>
              </a:path>
            </a:pathLst>
          </a:custGeom>
          <a:solidFill>
            <a:srgbClr val="F6FAFE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6" name="contour_09634"/>
          <p:cNvSpPr/>
          <p:nvPr/>
        </p:nvSpPr>
        <p:spPr>
          <a:xfrm>
            <a:off x="11277610" y="4700448"/>
            <a:ext cx="65592" cy="513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3196"/>
                </a:moveTo>
                <a:lnTo>
                  <a:pt x="16800" y="5224"/>
                </a:lnTo>
                <a:lnTo>
                  <a:pt x="16800" y="7263"/>
                </a:lnTo>
                <a:lnTo>
                  <a:pt x="16800" y="9331"/>
                </a:lnTo>
                <a:lnTo>
                  <a:pt x="18386" y="9331"/>
                </a:lnTo>
                <a:lnTo>
                  <a:pt x="19982" y="9331"/>
                </a:lnTo>
                <a:lnTo>
                  <a:pt x="21600" y="9331"/>
                </a:lnTo>
                <a:lnTo>
                  <a:pt x="21600" y="11355"/>
                </a:lnTo>
                <a:lnTo>
                  <a:pt x="21600" y="13383"/>
                </a:lnTo>
                <a:lnTo>
                  <a:pt x="21600" y="15419"/>
                </a:lnTo>
                <a:lnTo>
                  <a:pt x="21600" y="17465"/>
                </a:lnTo>
                <a:lnTo>
                  <a:pt x="21600" y="19523"/>
                </a:lnTo>
                <a:lnTo>
                  <a:pt x="21600" y="21600"/>
                </a:lnTo>
                <a:lnTo>
                  <a:pt x="19814" y="21115"/>
                </a:lnTo>
                <a:lnTo>
                  <a:pt x="18547" y="20714"/>
                </a:lnTo>
                <a:lnTo>
                  <a:pt x="17453" y="20247"/>
                </a:lnTo>
                <a:lnTo>
                  <a:pt x="16186" y="19569"/>
                </a:lnTo>
                <a:lnTo>
                  <a:pt x="14400" y="18533"/>
                </a:lnTo>
                <a:lnTo>
                  <a:pt x="14184" y="16159"/>
                </a:lnTo>
                <a:lnTo>
                  <a:pt x="14076" y="14493"/>
                </a:lnTo>
                <a:lnTo>
                  <a:pt x="14076" y="13094"/>
                </a:lnTo>
                <a:lnTo>
                  <a:pt x="14184" y="11521"/>
                </a:lnTo>
                <a:lnTo>
                  <a:pt x="14400" y="9331"/>
                </a:lnTo>
                <a:lnTo>
                  <a:pt x="13140" y="9438"/>
                </a:lnTo>
                <a:lnTo>
                  <a:pt x="11858" y="9545"/>
                </a:lnTo>
                <a:lnTo>
                  <a:pt x="10217" y="9628"/>
                </a:lnTo>
                <a:lnTo>
                  <a:pt x="8549" y="9714"/>
                </a:lnTo>
                <a:lnTo>
                  <a:pt x="6917" y="9822"/>
                </a:lnTo>
                <a:lnTo>
                  <a:pt x="5258" y="9929"/>
                </a:lnTo>
                <a:lnTo>
                  <a:pt x="3840" y="9631"/>
                </a:lnTo>
                <a:lnTo>
                  <a:pt x="2400" y="9331"/>
                </a:lnTo>
                <a:lnTo>
                  <a:pt x="1471" y="7497"/>
                </a:lnTo>
                <a:lnTo>
                  <a:pt x="912" y="6245"/>
                </a:lnTo>
                <a:lnTo>
                  <a:pt x="497" y="5003"/>
                </a:lnTo>
                <a:lnTo>
                  <a:pt x="0" y="3196"/>
                </a:lnTo>
                <a:lnTo>
                  <a:pt x="2916" y="2046"/>
                </a:lnTo>
                <a:lnTo>
                  <a:pt x="5290" y="1150"/>
                </a:lnTo>
                <a:lnTo>
                  <a:pt x="7219" y="512"/>
                </a:lnTo>
                <a:lnTo>
                  <a:pt x="8808" y="129"/>
                </a:lnTo>
                <a:lnTo>
                  <a:pt x="10154" y="0"/>
                </a:lnTo>
                <a:lnTo>
                  <a:pt x="11362" y="129"/>
                </a:lnTo>
                <a:lnTo>
                  <a:pt x="12528" y="512"/>
                </a:lnTo>
                <a:lnTo>
                  <a:pt x="13757" y="1150"/>
                </a:lnTo>
                <a:lnTo>
                  <a:pt x="15146" y="2046"/>
                </a:lnTo>
                <a:lnTo>
                  <a:pt x="16800" y="3196"/>
                </a:lnTo>
                <a:close/>
              </a:path>
            </a:pathLst>
          </a:custGeom>
          <a:solidFill>
            <a:srgbClr val="52504E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7" name="contour_09635"/>
          <p:cNvSpPr/>
          <p:nvPr/>
        </p:nvSpPr>
        <p:spPr>
          <a:xfrm>
            <a:off x="9717979" y="4698743"/>
            <a:ext cx="65592" cy="23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20"/>
                </a:moveTo>
                <a:lnTo>
                  <a:pt x="1577" y="1563"/>
                </a:lnTo>
                <a:lnTo>
                  <a:pt x="3151" y="1332"/>
                </a:lnTo>
                <a:lnTo>
                  <a:pt x="4726" y="1121"/>
                </a:lnTo>
                <a:lnTo>
                  <a:pt x="6300" y="923"/>
                </a:lnTo>
                <a:lnTo>
                  <a:pt x="7874" y="745"/>
                </a:lnTo>
                <a:lnTo>
                  <a:pt x="9451" y="580"/>
                </a:lnTo>
                <a:lnTo>
                  <a:pt x="10798" y="330"/>
                </a:lnTo>
                <a:lnTo>
                  <a:pt x="12163" y="79"/>
                </a:lnTo>
                <a:lnTo>
                  <a:pt x="13469" y="0"/>
                </a:lnTo>
                <a:lnTo>
                  <a:pt x="14486" y="53"/>
                </a:lnTo>
                <a:lnTo>
                  <a:pt x="15557" y="316"/>
                </a:lnTo>
                <a:lnTo>
                  <a:pt x="17016" y="877"/>
                </a:lnTo>
                <a:lnTo>
                  <a:pt x="19200" y="1820"/>
                </a:lnTo>
                <a:lnTo>
                  <a:pt x="19675" y="5736"/>
                </a:lnTo>
                <a:lnTo>
                  <a:pt x="20153" y="9666"/>
                </a:lnTo>
                <a:lnTo>
                  <a:pt x="20630" y="13609"/>
                </a:lnTo>
                <a:lnTo>
                  <a:pt x="21113" y="17585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7684"/>
                </a:lnTo>
                <a:lnTo>
                  <a:pt x="0" y="13754"/>
                </a:lnTo>
                <a:lnTo>
                  <a:pt x="0" y="9811"/>
                </a:lnTo>
                <a:lnTo>
                  <a:pt x="0" y="5835"/>
                </a:lnTo>
                <a:lnTo>
                  <a:pt x="0" y="1820"/>
                </a:lnTo>
                <a:close/>
              </a:path>
            </a:pathLst>
          </a:custGeom>
          <a:solidFill>
            <a:srgbClr val="F3F5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8" name="contour_09636"/>
          <p:cNvSpPr/>
          <p:nvPr/>
        </p:nvSpPr>
        <p:spPr>
          <a:xfrm>
            <a:off x="11190154" y="4678891"/>
            <a:ext cx="80168" cy="376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91" y="0"/>
                </a:moveTo>
                <a:lnTo>
                  <a:pt x="6162" y="2055"/>
                </a:lnTo>
                <a:lnTo>
                  <a:pt x="6435" y="4143"/>
                </a:lnTo>
                <a:lnTo>
                  <a:pt x="7140" y="6231"/>
                </a:lnTo>
                <a:lnTo>
                  <a:pt x="7855" y="8353"/>
                </a:lnTo>
                <a:lnTo>
                  <a:pt x="9445" y="8749"/>
                </a:lnTo>
                <a:lnTo>
                  <a:pt x="10606" y="8971"/>
                </a:lnTo>
                <a:lnTo>
                  <a:pt x="11668" y="9050"/>
                </a:lnTo>
                <a:lnTo>
                  <a:pt x="12972" y="9013"/>
                </a:lnTo>
                <a:lnTo>
                  <a:pt x="14849" y="8875"/>
                </a:lnTo>
                <a:lnTo>
                  <a:pt x="16110" y="8800"/>
                </a:lnTo>
                <a:lnTo>
                  <a:pt x="17378" y="8724"/>
                </a:lnTo>
                <a:lnTo>
                  <a:pt x="18662" y="8645"/>
                </a:lnTo>
                <a:lnTo>
                  <a:pt x="19094" y="8603"/>
                </a:lnTo>
                <a:lnTo>
                  <a:pt x="19856" y="8528"/>
                </a:lnTo>
                <a:lnTo>
                  <a:pt x="21600" y="8353"/>
                </a:lnTo>
                <a:lnTo>
                  <a:pt x="21600" y="10424"/>
                </a:lnTo>
                <a:lnTo>
                  <a:pt x="21600" y="12529"/>
                </a:lnTo>
                <a:lnTo>
                  <a:pt x="20365" y="13707"/>
                </a:lnTo>
                <a:lnTo>
                  <a:pt x="19116" y="14847"/>
                </a:lnTo>
                <a:lnTo>
                  <a:pt x="17849" y="15937"/>
                </a:lnTo>
                <a:lnTo>
                  <a:pt x="16571" y="16968"/>
                </a:lnTo>
                <a:lnTo>
                  <a:pt x="15279" y="17929"/>
                </a:lnTo>
                <a:lnTo>
                  <a:pt x="13977" y="18802"/>
                </a:lnTo>
                <a:lnTo>
                  <a:pt x="12663" y="19583"/>
                </a:lnTo>
                <a:lnTo>
                  <a:pt x="11344" y="20251"/>
                </a:lnTo>
                <a:lnTo>
                  <a:pt x="10015" y="20798"/>
                </a:lnTo>
                <a:lnTo>
                  <a:pt x="8681" y="21216"/>
                </a:lnTo>
                <a:lnTo>
                  <a:pt x="7342" y="21487"/>
                </a:lnTo>
                <a:lnTo>
                  <a:pt x="5999" y="21600"/>
                </a:lnTo>
                <a:lnTo>
                  <a:pt x="4654" y="21546"/>
                </a:lnTo>
                <a:lnTo>
                  <a:pt x="3309" y="21312"/>
                </a:lnTo>
                <a:lnTo>
                  <a:pt x="1964" y="20882"/>
                </a:lnTo>
                <a:lnTo>
                  <a:pt x="1064" y="18025"/>
                </a:lnTo>
                <a:lnTo>
                  <a:pt x="513" y="15945"/>
                </a:lnTo>
                <a:lnTo>
                  <a:pt x="214" y="14041"/>
                </a:lnTo>
                <a:lnTo>
                  <a:pt x="75" y="11710"/>
                </a:lnTo>
                <a:lnTo>
                  <a:pt x="0" y="8353"/>
                </a:lnTo>
                <a:lnTo>
                  <a:pt x="1204" y="6248"/>
                </a:lnTo>
                <a:lnTo>
                  <a:pt x="2101" y="4736"/>
                </a:lnTo>
                <a:lnTo>
                  <a:pt x="2855" y="3587"/>
                </a:lnTo>
                <a:lnTo>
                  <a:pt x="3629" y="2568"/>
                </a:lnTo>
                <a:lnTo>
                  <a:pt x="4585" y="1453"/>
                </a:lnTo>
                <a:lnTo>
                  <a:pt x="5891" y="0"/>
                </a:lnTo>
                <a:close/>
              </a:path>
            </a:pathLst>
          </a:custGeom>
          <a:solidFill>
            <a:srgbClr val="585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9639" name="contour_09637"/>
          <p:cNvSpPr/>
          <p:nvPr/>
        </p:nvSpPr>
        <p:spPr>
          <a:xfrm>
            <a:off x="10133395" y="4625739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96"/>
                </a:moveTo>
                <a:lnTo>
                  <a:pt x="2646" y="722"/>
                </a:lnTo>
                <a:lnTo>
                  <a:pt x="5231" y="335"/>
                </a:lnTo>
                <a:lnTo>
                  <a:pt x="7772" y="82"/>
                </a:lnTo>
                <a:lnTo>
                  <a:pt x="10300" y="0"/>
                </a:lnTo>
                <a:lnTo>
                  <a:pt x="12830" y="131"/>
                </a:lnTo>
                <a:lnTo>
                  <a:pt x="15390" y="514"/>
                </a:lnTo>
                <a:lnTo>
                  <a:pt x="18000" y="1196"/>
                </a:lnTo>
                <a:lnTo>
                  <a:pt x="18979" y="3669"/>
                </a:lnTo>
                <a:lnTo>
                  <a:pt x="19750" y="6142"/>
                </a:lnTo>
                <a:lnTo>
                  <a:pt x="20347" y="8627"/>
                </a:lnTo>
                <a:lnTo>
                  <a:pt x="20794" y="11133"/>
                </a:lnTo>
                <a:lnTo>
                  <a:pt x="21114" y="13675"/>
                </a:lnTo>
                <a:lnTo>
                  <a:pt x="21341" y="16258"/>
                </a:lnTo>
                <a:lnTo>
                  <a:pt x="21492" y="18894"/>
                </a:lnTo>
                <a:lnTo>
                  <a:pt x="21600" y="21600"/>
                </a:lnTo>
                <a:lnTo>
                  <a:pt x="19253" y="21384"/>
                </a:lnTo>
                <a:lnTo>
                  <a:pt x="16949" y="21127"/>
                </a:lnTo>
                <a:lnTo>
                  <a:pt x="14677" y="20804"/>
                </a:lnTo>
                <a:lnTo>
                  <a:pt x="12434" y="20396"/>
                </a:lnTo>
                <a:lnTo>
                  <a:pt x="10213" y="19882"/>
                </a:lnTo>
                <a:lnTo>
                  <a:pt x="8006" y="19245"/>
                </a:lnTo>
                <a:lnTo>
                  <a:pt x="5803" y="18466"/>
                </a:lnTo>
                <a:lnTo>
                  <a:pt x="3600" y="17519"/>
                </a:lnTo>
                <a:lnTo>
                  <a:pt x="2369" y="14814"/>
                </a:lnTo>
                <a:lnTo>
                  <a:pt x="1508" y="12255"/>
                </a:lnTo>
                <a:lnTo>
                  <a:pt x="929" y="9733"/>
                </a:lnTo>
                <a:lnTo>
                  <a:pt x="544" y="7125"/>
                </a:lnTo>
                <a:lnTo>
                  <a:pt x="263" y="4322"/>
                </a:lnTo>
                <a:lnTo>
                  <a:pt x="0" y="1196"/>
                </a:lnTo>
                <a:close/>
              </a:path>
            </a:pathLst>
          </a:custGeom>
          <a:solidFill>
            <a:srgbClr val="2F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0" name="contour_09638"/>
          <p:cNvSpPr/>
          <p:nvPr/>
        </p:nvSpPr>
        <p:spPr>
          <a:xfrm>
            <a:off x="1992708" y="4600822"/>
            <a:ext cx="65592" cy="360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10"/>
                </a:moveTo>
                <a:lnTo>
                  <a:pt x="21494" y="6268"/>
                </a:lnTo>
                <a:lnTo>
                  <a:pt x="21324" y="9282"/>
                </a:lnTo>
                <a:lnTo>
                  <a:pt x="21048" y="12187"/>
                </a:lnTo>
                <a:lnTo>
                  <a:pt x="20630" y="15017"/>
                </a:lnTo>
                <a:lnTo>
                  <a:pt x="20028" y="17804"/>
                </a:lnTo>
                <a:lnTo>
                  <a:pt x="19200" y="20582"/>
                </a:lnTo>
                <a:lnTo>
                  <a:pt x="17467" y="21163"/>
                </a:lnTo>
                <a:lnTo>
                  <a:pt x="15758" y="21486"/>
                </a:lnTo>
                <a:lnTo>
                  <a:pt x="14062" y="21600"/>
                </a:lnTo>
                <a:lnTo>
                  <a:pt x="12367" y="21526"/>
                </a:lnTo>
                <a:lnTo>
                  <a:pt x="10668" y="21312"/>
                </a:lnTo>
                <a:lnTo>
                  <a:pt x="8947" y="20984"/>
                </a:lnTo>
                <a:lnTo>
                  <a:pt x="7200" y="20582"/>
                </a:lnTo>
                <a:lnTo>
                  <a:pt x="7200" y="17695"/>
                </a:lnTo>
                <a:lnTo>
                  <a:pt x="7200" y="14790"/>
                </a:lnTo>
                <a:lnTo>
                  <a:pt x="7200" y="11846"/>
                </a:lnTo>
                <a:lnTo>
                  <a:pt x="5414" y="10501"/>
                </a:lnTo>
                <a:lnTo>
                  <a:pt x="4147" y="9601"/>
                </a:lnTo>
                <a:lnTo>
                  <a:pt x="3053" y="8937"/>
                </a:lnTo>
                <a:lnTo>
                  <a:pt x="1786" y="8299"/>
                </a:lnTo>
                <a:lnTo>
                  <a:pt x="0" y="7478"/>
                </a:lnTo>
                <a:lnTo>
                  <a:pt x="1822" y="5866"/>
                </a:lnTo>
                <a:lnTo>
                  <a:pt x="3545" y="4425"/>
                </a:lnTo>
                <a:lnTo>
                  <a:pt x="5189" y="3162"/>
                </a:lnTo>
                <a:lnTo>
                  <a:pt x="6775" y="2097"/>
                </a:lnTo>
                <a:lnTo>
                  <a:pt x="8321" y="1236"/>
                </a:lnTo>
                <a:lnTo>
                  <a:pt x="9847" y="590"/>
                </a:lnTo>
                <a:lnTo>
                  <a:pt x="11371" y="175"/>
                </a:lnTo>
                <a:lnTo>
                  <a:pt x="12914" y="0"/>
                </a:lnTo>
                <a:lnTo>
                  <a:pt x="14496" y="74"/>
                </a:lnTo>
                <a:lnTo>
                  <a:pt x="16138" y="411"/>
                </a:lnTo>
                <a:lnTo>
                  <a:pt x="17854" y="1022"/>
                </a:lnTo>
                <a:lnTo>
                  <a:pt x="19668" y="1918"/>
                </a:lnTo>
                <a:lnTo>
                  <a:pt x="21600" y="3110"/>
                </a:lnTo>
                <a:close/>
              </a:path>
            </a:pathLst>
          </a:custGeom>
          <a:solidFill>
            <a:srgbClr val="323131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1" name="contour_09639"/>
          <p:cNvSpPr/>
          <p:nvPr/>
        </p:nvSpPr>
        <p:spPr>
          <a:xfrm>
            <a:off x="11510002" y="4562283"/>
            <a:ext cx="7370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1" y="0"/>
                </a:moveTo>
                <a:lnTo>
                  <a:pt x="572" y="1071"/>
                </a:lnTo>
                <a:lnTo>
                  <a:pt x="908" y="2160"/>
                </a:lnTo>
                <a:lnTo>
                  <a:pt x="1636" y="3231"/>
                </a:lnTo>
                <a:lnTo>
                  <a:pt x="2377" y="4320"/>
                </a:lnTo>
                <a:lnTo>
                  <a:pt x="3437" y="4275"/>
                </a:lnTo>
                <a:lnTo>
                  <a:pt x="4500" y="4231"/>
                </a:lnTo>
                <a:lnTo>
                  <a:pt x="5581" y="4186"/>
                </a:lnTo>
                <a:lnTo>
                  <a:pt x="6640" y="4229"/>
                </a:lnTo>
                <a:lnTo>
                  <a:pt x="7704" y="4275"/>
                </a:lnTo>
                <a:lnTo>
                  <a:pt x="8785" y="4320"/>
                </a:lnTo>
                <a:lnTo>
                  <a:pt x="9225" y="5612"/>
                </a:lnTo>
                <a:lnTo>
                  <a:pt x="9658" y="6906"/>
                </a:lnTo>
                <a:lnTo>
                  <a:pt x="10086" y="8202"/>
                </a:lnTo>
                <a:lnTo>
                  <a:pt x="10506" y="9500"/>
                </a:lnTo>
                <a:lnTo>
                  <a:pt x="10921" y="10800"/>
                </a:lnTo>
                <a:lnTo>
                  <a:pt x="12023" y="11156"/>
                </a:lnTo>
                <a:lnTo>
                  <a:pt x="13133" y="11515"/>
                </a:lnTo>
                <a:lnTo>
                  <a:pt x="14257" y="11880"/>
                </a:lnTo>
                <a:lnTo>
                  <a:pt x="15271" y="12236"/>
                </a:lnTo>
                <a:lnTo>
                  <a:pt x="16292" y="12595"/>
                </a:lnTo>
                <a:lnTo>
                  <a:pt x="17328" y="12960"/>
                </a:lnTo>
                <a:lnTo>
                  <a:pt x="17392" y="14567"/>
                </a:lnTo>
                <a:lnTo>
                  <a:pt x="17424" y="15708"/>
                </a:lnTo>
                <a:lnTo>
                  <a:pt x="17424" y="16692"/>
                </a:lnTo>
                <a:lnTo>
                  <a:pt x="17392" y="17833"/>
                </a:lnTo>
                <a:lnTo>
                  <a:pt x="17328" y="19440"/>
                </a:lnTo>
                <a:lnTo>
                  <a:pt x="18597" y="20310"/>
                </a:lnTo>
                <a:lnTo>
                  <a:pt x="19464" y="20825"/>
                </a:lnTo>
                <a:lnTo>
                  <a:pt x="20331" y="21187"/>
                </a:lnTo>
                <a:lnTo>
                  <a:pt x="21600" y="21600"/>
                </a:lnTo>
                <a:lnTo>
                  <a:pt x="20190" y="21244"/>
                </a:lnTo>
                <a:lnTo>
                  <a:pt x="18779" y="20887"/>
                </a:lnTo>
                <a:lnTo>
                  <a:pt x="17360" y="20529"/>
                </a:lnTo>
                <a:lnTo>
                  <a:pt x="15936" y="20168"/>
                </a:lnTo>
                <a:lnTo>
                  <a:pt x="14503" y="19805"/>
                </a:lnTo>
                <a:lnTo>
                  <a:pt x="13057" y="19440"/>
                </a:lnTo>
                <a:lnTo>
                  <a:pt x="13586" y="18371"/>
                </a:lnTo>
                <a:lnTo>
                  <a:pt x="14116" y="17297"/>
                </a:lnTo>
                <a:lnTo>
                  <a:pt x="14652" y="16215"/>
                </a:lnTo>
                <a:lnTo>
                  <a:pt x="15192" y="15120"/>
                </a:lnTo>
                <a:lnTo>
                  <a:pt x="14107" y="15234"/>
                </a:lnTo>
                <a:lnTo>
                  <a:pt x="13007" y="15347"/>
                </a:lnTo>
                <a:lnTo>
                  <a:pt x="11561" y="15422"/>
                </a:lnTo>
                <a:lnTo>
                  <a:pt x="10147" y="15466"/>
                </a:lnTo>
                <a:lnTo>
                  <a:pt x="8751" y="15463"/>
                </a:lnTo>
                <a:lnTo>
                  <a:pt x="7358" y="15412"/>
                </a:lnTo>
                <a:lnTo>
                  <a:pt x="5948" y="15299"/>
                </a:lnTo>
                <a:lnTo>
                  <a:pt x="4513" y="15120"/>
                </a:lnTo>
                <a:lnTo>
                  <a:pt x="3362" y="13956"/>
                </a:lnTo>
                <a:lnTo>
                  <a:pt x="2409" y="12850"/>
                </a:lnTo>
                <a:lnTo>
                  <a:pt x="1638" y="11748"/>
                </a:lnTo>
                <a:lnTo>
                  <a:pt x="1029" y="10595"/>
                </a:lnTo>
                <a:lnTo>
                  <a:pt x="566" y="9338"/>
                </a:lnTo>
                <a:lnTo>
                  <a:pt x="229" y="7919"/>
                </a:lnTo>
                <a:lnTo>
                  <a:pt x="0" y="6286"/>
                </a:lnTo>
                <a:lnTo>
                  <a:pt x="2" y="5026"/>
                </a:lnTo>
                <a:lnTo>
                  <a:pt x="34" y="3769"/>
                </a:lnTo>
                <a:lnTo>
                  <a:pt x="88" y="2512"/>
                </a:lnTo>
                <a:lnTo>
                  <a:pt x="158" y="1255"/>
                </a:lnTo>
                <a:lnTo>
                  <a:pt x="241" y="0"/>
                </a:lnTo>
                <a:close/>
              </a:path>
            </a:pathLst>
          </a:custGeom>
          <a:solidFill>
            <a:srgbClr val="AE5752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2" name="contour_09640"/>
          <p:cNvSpPr/>
          <p:nvPr/>
        </p:nvSpPr>
        <p:spPr>
          <a:xfrm>
            <a:off x="2131180" y="4561627"/>
            <a:ext cx="102032" cy="37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82"/>
                </a:moveTo>
                <a:lnTo>
                  <a:pt x="2072" y="272"/>
                </a:lnTo>
                <a:lnTo>
                  <a:pt x="3942" y="174"/>
                </a:lnTo>
                <a:lnTo>
                  <a:pt x="5627" y="98"/>
                </a:lnTo>
                <a:lnTo>
                  <a:pt x="7142" y="38"/>
                </a:lnTo>
                <a:lnTo>
                  <a:pt x="8504" y="8"/>
                </a:lnTo>
                <a:lnTo>
                  <a:pt x="9729" y="0"/>
                </a:lnTo>
                <a:lnTo>
                  <a:pt x="10835" y="30"/>
                </a:lnTo>
                <a:lnTo>
                  <a:pt x="11835" y="89"/>
                </a:lnTo>
                <a:lnTo>
                  <a:pt x="12749" y="187"/>
                </a:lnTo>
                <a:lnTo>
                  <a:pt x="13589" y="323"/>
                </a:lnTo>
                <a:lnTo>
                  <a:pt x="14373" y="505"/>
                </a:lnTo>
                <a:lnTo>
                  <a:pt x="15118" y="734"/>
                </a:lnTo>
                <a:lnTo>
                  <a:pt x="15841" y="1010"/>
                </a:lnTo>
                <a:lnTo>
                  <a:pt x="16555" y="1341"/>
                </a:lnTo>
                <a:lnTo>
                  <a:pt x="17278" y="1731"/>
                </a:lnTo>
                <a:lnTo>
                  <a:pt x="18028" y="2177"/>
                </a:lnTo>
                <a:lnTo>
                  <a:pt x="18818" y="2686"/>
                </a:lnTo>
                <a:lnTo>
                  <a:pt x="19667" y="3263"/>
                </a:lnTo>
                <a:lnTo>
                  <a:pt x="20588" y="3908"/>
                </a:lnTo>
                <a:lnTo>
                  <a:pt x="21600" y="4626"/>
                </a:lnTo>
                <a:lnTo>
                  <a:pt x="20836" y="6726"/>
                </a:lnTo>
                <a:lnTo>
                  <a:pt x="20071" y="8831"/>
                </a:lnTo>
                <a:lnTo>
                  <a:pt x="19306" y="10936"/>
                </a:lnTo>
                <a:lnTo>
                  <a:pt x="18537" y="13049"/>
                </a:lnTo>
                <a:lnTo>
                  <a:pt x="17766" y="15171"/>
                </a:lnTo>
                <a:lnTo>
                  <a:pt x="16991" y="17301"/>
                </a:lnTo>
                <a:lnTo>
                  <a:pt x="16212" y="19444"/>
                </a:lnTo>
                <a:lnTo>
                  <a:pt x="15429" y="21600"/>
                </a:lnTo>
                <a:lnTo>
                  <a:pt x="14808" y="20089"/>
                </a:lnTo>
                <a:lnTo>
                  <a:pt x="14185" y="18574"/>
                </a:lnTo>
                <a:lnTo>
                  <a:pt x="13557" y="17042"/>
                </a:lnTo>
                <a:lnTo>
                  <a:pt x="12921" y="15498"/>
                </a:lnTo>
                <a:lnTo>
                  <a:pt x="12005" y="13703"/>
                </a:lnTo>
                <a:lnTo>
                  <a:pt x="11082" y="12141"/>
                </a:lnTo>
                <a:lnTo>
                  <a:pt x="10150" y="10787"/>
                </a:lnTo>
                <a:lnTo>
                  <a:pt x="9208" y="9625"/>
                </a:lnTo>
                <a:lnTo>
                  <a:pt x="8253" y="8636"/>
                </a:lnTo>
                <a:lnTo>
                  <a:pt x="7285" y="7800"/>
                </a:lnTo>
                <a:lnTo>
                  <a:pt x="6303" y="7100"/>
                </a:lnTo>
                <a:lnTo>
                  <a:pt x="5303" y="6510"/>
                </a:lnTo>
                <a:lnTo>
                  <a:pt x="4286" y="6017"/>
                </a:lnTo>
                <a:lnTo>
                  <a:pt x="3248" y="5606"/>
                </a:lnTo>
                <a:lnTo>
                  <a:pt x="2189" y="5245"/>
                </a:lnTo>
                <a:lnTo>
                  <a:pt x="1106" y="4927"/>
                </a:lnTo>
                <a:lnTo>
                  <a:pt x="0" y="4626"/>
                </a:lnTo>
                <a:lnTo>
                  <a:pt x="0" y="2521"/>
                </a:lnTo>
                <a:lnTo>
                  <a:pt x="0" y="382"/>
                </a:lnTo>
                <a:close/>
              </a:path>
            </a:pathLst>
          </a:custGeom>
          <a:solidFill>
            <a:srgbClr val="E7E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3" name="contour_09641"/>
          <p:cNvSpPr/>
          <p:nvPr/>
        </p:nvSpPr>
        <p:spPr>
          <a:xfrm>
            <a:off x="10745586" y="4540419"/>
            <a:ext cx="87456" cy="377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390" y="0"/>
                </a:lnTo>
                <a:lnTo>
                  <a:pt x="9587" y="0"/>
                </a:lnTo>
                <a:lnTo>
                  <a:pt x="10800" y="0"/>
                </a:lnTo>
                <a:lnTo>
                  <a:pt x="10800" y="2477"/>
                </a:lnTo>
                <a:lnTo>
                  <a:pt x="10800" y="4963"/>
                </a:lnTo>
                <a:lnTo>
                  <a:pt x="10800" y="7457"/>
                </a:lnTo>
                <a:lnTo>
                  <a:pt x="10800" y="9972"/>
                </a:lnTo>
                <a:lnTo>
                  <a:pt x="10800" y="12512"/>
                </a:lnTo>
                <a:lnTo>
                  <a:pt x="11988" y="12512"/>
                </a:lnTo>
                <a:lnTo>
                  <a:pt x="13178" y="12512"/>
                </a:lnTo>
                <a:lnTo>
                  <a:pt x="14368" y="12512"/>
                </a:lnTo>
                <a:lnTo>
                  <a:pt x="15561" y="12512"/>
                </a:lnTo>
                <a:lnTo>
                  <a:pt x="16758" y="12512"/>
                </a:lnTo>
                <a:lnTo>
                  <a:pt x="17960" y="12512"/>
                </a:lnTo>
                <a:lnTo>
                  <a:pt x="19166" y="12512"/>
                </a:lnTo>
                <a:lnTo>
                  <a:pt x="20380" y="12512"/>
                </a:lnTo>
                <a:lnTo>
                  <a:pt x="21600" y="12512"/>
                </a:lnTo>
                <a:lnTo>
                  <a:pt x="21600" y="15269"/>
                </a:lnTo>
                <a:lnTo>
                  <a:pt x="21600" y="18042"/>
                </a:lnTo>
                <a:lnTo>
                  <a:pt x="21600" y="20853"/>
                </a:lnTo>
                <a:lnTo>
                  <a:pt x="19202" y="21095"/>
                </a:lnTo>
                <a:lnTo>
                  <a:pt x="17066" y="21300"/>
                </a:lnTo>
                <a:lnTo>
                  <a:pt x="15165" y="21454"/>
                </a:lnTo>
                <a:lnTo>
                  <a:pt x="13480" y="21558"/>
                </a:lnTo>
                <a:lnTo>
                  <a:pt x="11988" y="21600"/>
                </a:lnTo>
                <a:lnTo>
                  <a:pt x="10665" y="21571"/>
                </a:lnTo>
                <a:lnTo>
                  <a:pt x="9491" y="21458"/>
                </a:lnTo>
                <a:lnTo>
                  <a:pt x="8442" y="21262"/>
                </a:lnTo>
                <a:lnTo>
                  <a:pt x="7499" y="20966"/>
                </a:lnTo>
                <a:lnTo>
                  <a:pt x="6635" y="20561"/>
                </a:lnTo>
                <a:lnTo>
                  <a:pt x="5832" y="20049"/>
                </a:lnTo>
                <a:lnTo>
                  <a:pt x="5065" y="19406"/>
                </a:lnTo>
                <a:lnTo>
                  <a:pt x="4313" y="18639"/>
                </a:lnTo>
                <a:lnTo>
                  <a:pt x="3555" y="17725"/>
                </a:lnTo>
                <a:lnTo>
                  <a:pt x="2765" y="16666"/>
                </a:lnTo>
                <a:lnTo>
                  <a:pt x="1924" y="15452"/>
                </a:lnTo>
                <a:lnTo>
                  <a:pt x="1010" y="14068"/>
                </a:lnTo>
                <a:lnTo>
                  <a:pt x="0" y="12512"/>
                </a:lnTo>
                <a:lnTo>
                  <a:pt x="855" y="12771"/>
                </a:lnTo>
                <a:lnTo>
                  <a:pt x="1715" y="13033"/>
                </a:lnTo>
                <a:lnTo>
                  <a:pt x="2588" y="13296"/>
                </a:lnTo>
                <a:lnTo>
                  <a:pt x="3001" y="13179"/>
                </a:lnTo>
                <a:lnTo>
                  <a:pt x="3730" y="12979"/>
                </a:lnTo>
                <a:lnTo>
                  <a:pt x="5400" y="12512"/>
                </a:lnTo>
                <a:lnTo>
                  <a:pt x="5900" y="9409"/>
                </a:lnTo>
                <a:lnTo>
                  <a:pt x="6244" y="7207"/>
                </a:lnTo>
                <a:lnTo>
                  <a:pt x="6518" y="5305"/>
                </a:lnTo>
                <a:lnTo>
                  <a:pt x="6808" y="3103"/>
                </a:lnTo>
                <a:lnTo>
                  <a:pt x="7200" y="0"/>
                </a:lnTo>
                <a:close/>
              </a:path>
            </a:pathLst>
          </a:custGeom>
          <a:solidFill>
            <a:srgbClr val="AE9254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4" name="contour_09642"/>
          <p:cNvSpPr/>
          <p:nvPr/>
        </p:nvSpPr>
        <p:spPr>
          <a:xfrm>
            <a:off x="7065150" y="4560344"/>
            <a:ext cx="65592" cy="52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29" y="0"/>
                </a:moveTo>
                <a:lnTo>
                  <a:pt x="15768" y="30"/>
                </a:lnTo>
                <a:lnTo>
                  <a:pt x="16810" y="86"/>
                </a:lnTo>
                <a:lnTo>
                  <a:pt x="17899" y="205"/>
                </a:lnTo>
                <a:lnTo>
                  <a:pt x="19382" y="428"/>
                </a:lnTo>
                <a:lnTo>
                  <a:pt x="21600" y="791"/>
                </a:lnTo>
                <a:lnTo>
                  <a:pt x="20878" y="2747"/>
                </a:lnTo>
                <a:lnTo>
                  <a:pt x="20155" y="4617"/>
                </a:lnTo>
                <a:lnTo>
                  <a:pt x="19421" y="6406"/>
                </a:lnTo>
                <a:lnTo>
                  <a:pt x="18667" y="8122"/>
                </a:lnTo>
                <a:lnTo>
                  <a:pt x="17887" y="9777"/>
                </a:lnTo>
                <a:lnTo>
                  <a:pt x="17071" y="11374"/>
                </a:lnTo>
                <a:lnTo>
                  <a:pt x="16210" y="12923"/>
                </a:lnTo>
                <a:lnTo>
                  <a:pt x="15293" y="14427"/>
                </a:lnTo>
                <a:lnTo>
                  <a:pt x="14314" y="15901"/>
                </a:lnTo>
                <a:lnTo>
                  <a:pt x="13265" y="17346"/>
                </a:lnTo>
                <a:lnTo>
                  <a:pt x="12134" y="18773"/>
                </a:lnTo>
                <a:lnTo>
                  <a:pt x="10915" y="20188"/>
                </a:lnTo>
                <a:lnTo>
                  <a:pt x="9600" y="21600"/>
                </a:lnTo>
                <a:lnTo>
                  <a:pt x="8014" y="21600"/>
                </a:lnTo>
                <a:lnTo>
                  <a:pt x="6418" y="21600"/>
                </a:lnTo>
                <a:lnTo>
                  <a:pt x="4800" y="21600"/>
                </a:lnTo>
                <a:lnTo>
                  <a:pt x="4800" y="19638"/>
                </a:lnTo>
                <a:lnTo>
                  <a:pt x="4800" y="17658"/>
                </a:lnTo>
                <a:lnTo>
                  <a:pt x="4800" y="15655"/>
                </a:lnTo>
                <a:lnTo>
                  <a:pt x="3374" y="14564"/>
                </a:lnTo>
                <a:lnTo>
                  <a:pt x="2400" y="13892"/>
                </a:lnTo>
                <a:lnTo>
                  <a:pt x="1423" y="13357"/>
                </a:lnTo>
                <a:lnTo>
                  <a:pt x="0" y="12682"/>
                </a:lnTo>
                <a:lnTo>
                  <a:pt x="1637" y="13050"/>
                </a:lnTo>
                <a:lnTo>
                  <a:pt x="3300" y="13425"/>
                </a:lnTo>
                <a:lnTo>
                  <a:pt x="4589" y="13181"/>
                </a:lnTo>
                <a:lnTo>
                  <a:pt x="5885" y="12934"/>
                </a:lnTo>
                <a:lnTo>
                  <a:pt x="7200" y="12682"/>
                </a:lnTo>
                <a:lnTo>
                  <a:pt x="7915" y="11100"/>
                </a:lnTo>
                <a:lnTo>
                  <a:pt x="8388" y="9953"/>
                </a:lnTo>
                <a:lnTo>
                  <a:pt x="8830" y="8683"/>
                </a:lnTo>
                <a:lnTo>
                  <a:pt x="9451" y="6736"/>
                </a:lnTo>
                <a:lnTo>
                  <a:pt x="10406" y="3930"/>
                </a:lnTo>
                <a:lnTo>
                  <a:pt x="11143" y="2176"/>
                </a:lnTo>
                <a:lnTo>
                  <a:pt x="11899" y="1150"/>
                </a:lnTo>
                <a:lnTo>
                  <a:pt x="12914" y="535"/>
                </a:lnTo>
                <a:lnTo>
                  <a:pt x="14429" y="0"/>
                </a:lnTo>
                <a:close/>
              </a:path>
            </a:pathLst>
          </a:custGeom>
          <a:solidFill>
            <a:srgbClr val="46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5" name="contour_09643"/>
          <p:cNvSpPr/>
          <p:nvPr/>
        </p:nvSpPr>
        <p:spPr>
          <a:xfrm>
            <a:off x="1854237" y="4537314"/>
            <a:ext cx="65592" cy="322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556"/>
                </a:moveTo>
                <a:lnTo>
                  <a:pt x="15036" y="278"/>
                </a:lnTo>
                <a:lnTo>
                  <a:pt x="16594" y="0"/>
                </a:lnTo>
                <a:lnTo>
                  <a:pt x="17887" y="1030"/>
                </a:lnTo>
                <a:lnTo>
                  <a:pt x="19200" y="2079"/>
                </a:lnTo>
                <a:lnTo>
                  <a:pt x="19596" y="5300"/>
                </a:lnTo>
                <a:lnTo>
                  <a:pt x="19992" y="8526"/>
                </a:lnTo>
                <a:lnTo>
                  <a:pt x="20390" y="11766"/>
                </a:lnTo>
                <a:lnTo>
                  <a:pt x="20791" y="15021"/>
                </a:lnTo>
                <a:lnTo>
                  <a:pt x="21194" y="18296"/>
                </a:lnTo>
                <a:lnTo>
                  <a:pt x="21600" y="21600"/>
                </a:lnTo>
                <a:lnTo>
                  <a:pt x="19956" y="21224"/>
                </a:lnTo>
                <a:lnTo>
                  <a:pt x="18310" y="20853"/>
                </a:lnTo>
                <a:lnTo>
                  <a:pt x="16663" y="20482"/>
                </a:lnTo>
                <a:lnTo>
                  <a:pt x="15014" y="20112"/>
                </a:lnTo>
                <a:lnTo>
                  <a:pt x="13363" y="19736"/>
                </a:lnTo>
                <a:lnTo>
                  <a:pt x="11710" y="19365"/>
                </a:lnTo>
                <a:lnTo>
                  <a:pt x="10051" y="18989"/>
                </a:lnTo>
                <a:lnTo>
                  <a:pt x="8390" y="18613"/>
                </a:lnTo>
                <a:lnTo>
                  <a:pt x="6725" y="18238"/>
                </a:lnTo>
                <a:lnTo>
                  <a:pt x="5052" y="17862"/>
                </a:lnTo>
                <a:lnTo>
                  <a:pt x="3374" y="17481"/>
                </a:lnTo>
                <a:lnTo>
                  <a:pt x="1692" y="17100"/>
                </a:lnTo>
                <a:lnTo>
                  <a:pt x="0" y="16720"/>
                </a:lnTo>
                <a:lnTo>
                  <a:pt x="0" y="13494"/>
                </a:lnTo>
                <a:lnTo>
                  <a:pt x="0" y="10249"/>
                </a:lnTo>
                <a:lnTo>
                  <a:pt x="0" y="6959"/>
                </a:lnTo>
                <a:lnTo>
                  <a:pt x="1430" y="5559"/>
                </a:lnTo>
                <a:lnTo>
                  <a:pt x="2878" y="4402"/>
                </a:lnTo>
                <a:lnTo>
                  <a:pt x="4342" y="3445"/>
                </a:lnTo>
                <a:lnTo>
                  <a:pt x="5820" y="2674"/>
                </a:lnTo>
                <a:lnTo>
                  <a:pt x="7318" y="2055"/>
                </a:lnTo>
                <a:lnTo>
                  <a:pt x="8832" y="1562"/>
                </a:lnTo>
                <a:lnTo>
                  <a:pt x="10368" y="1166"/>
                </a:lnTo>
                <a:lnTo>
                  <a:pt x="11923" y="839"/>
                </a:lnTo>
                <a:lnTo>
                  <a:pt x="13500" y="556"/>
                </a:lnTo>
                <a:close/>
              </a:path>
            </a:pathLst>
          </a:custGeom>
          <a:solidFill>
            <a:srgbClr val="FA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6" name="contour_09644"/>
          <p:cNvSpPr/>
          <p:nvPr/>
        </p:nvSpPr>
        <p:spPr>
          <a:xfrm>
            <a:off x="10067803" y="4518555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20239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20930" y="19818"/>
                </a:lnTo>
                <a:lnTo>
                  <a:pt x="20261" y="18029"/>
                </a:lnTo>
                <a:lnTo>
                  <a:pt x="19583" y="16225"/>
                </a:lnTo>
                <a:lnTo>
                  <a:pt x="18900" y="14400"/>
                </a:lnTo>
                <a:lnTo>
                  <a:pt x="17024" y="14440"/>
                </a:lnTo>
                <a:lnTo>
                  <a:pt x="15611" y="14504"/>
                </a:lnTo>
                <a:lnTo>
                  <a:pt x="14399" y="14630"/>
                </a:lnTo>
                <a:lnTo>
                  <a:pt x="13119" y="14854"/>
                </a:lnTo>
                <a:lnTo>
                  <a:pt x="11502" y="15217"/>
                </a:lnTo>
                <a:lnTo>
                  <a:pt x="9283" y="15750"/>
                </a:lnTo>
                <a:lnTo>
                  <a:pt x="7549" y="16150"/>
                </a:lnTo>
                <a:lnTo>
                  <a:pt x="5805" y="16553"/>
                </a:lnTo>
                <a:lnTo>
                  <a:pt x="4039" y="16960"/>
                </a:lnTo>
                <a:lnTo>
                  <a:pt x="2705" y="17302"/>
                </a:lnTo>
                <a:lnTo>
                  <a:pt x="1361" y="17651"/>
                </a:lnTo>
                <a:lnTo>
                  <a:pt x="0" y="18000"/>
                </a:lnTo>
                <a:lnTo>
                  <a:pt x="0" y="15624"/>
                </a:lnTo>
                <a:lnTo>
                  <a:pt x="0" y="13244"/>
                </a:lnTo>
                <a:lnTo>
                  <a:pt x="0" y="10854"/>
                </a:lnTo>
                <a:lnTo>
                  <a:pt x="0" y="8453"/>
                </a:lnTo>
                <a:lnTo>
                  <a:pt x="0" y="6037"/>
                </a:lnTo>
                <a:lnTo>
                  <a:pt x="0" y="3600"/>
                </a:lnTo>
                <a:lnTo>
                  <a:pt x="1871" y="3956"/>
                </a:lnTo>
                <a:lnTo>
                  <a:pt x="3745" y="4313"/>
                </a:lnTo>
                <a:lnTo>
                  <a:pt x="5619" y="4669"/>
                </a:lnTo>
                <a:lnTo>
                  <a:pt x="7495" y="5029"/>
                </a:lnTo>
                <a:lnTo>
                  <a:pt x="9380" y="5386"/>
                </a:lnTo>
                <a:lnTo>
                  <a:pt x="11267" y="5746"/>
                </a:lnTo>
                <a:lnTo>
                  <a:pt x="13162" y="6106"/>
                </a:lnTo>
                <a:lnTo>
                  <a:pt x="15066" y="6469"/>
                </a:lnTo>
                <a:lnTo>
                  <a:pt x="16978" y="6833"/>
                </a:lnTo>
                <a:lnTo>
                  <a:pt x="18900" y="7200"/>
                </a:lnTo>
                <a:lnTo>
                  <a:pt x="18900" y="4820"/>
                </a:lnTo>
                <a:lnTo>
                  <a:pt x="18900" y="2426"/>
                </a:lnTo>
                <a:lnTo>
                  <a:pt x="18900" y="0"/>
                </a:lnTo>
                <a:close/>
              </a:path>
            </a:pathLst>
          </a:custGeom>
          <a:solidFill>
            <a:srgbClr val="BEC2C6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7" name="contour_09645"/>
          <p:cNvSpPr/>
          <p:nvPr/>
        </p:nvSpPr>
        <p:spPr>
          <a:xfrm>
            <a:off x="7486433" y="4503979"/>
            <a:ext cx="81589" cy="437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6" y="0"/>
                </a:moveTo>
                <a:lnTo>
                  <a:pt x="679" y="586"/>
                </a:lnTo>
                <a:lnTo>
                  <a:pt x="1590" y="2358"/>
                </a:lnTo>
                <a:lnTo>
                  <a:pt x="2757" y="4210"/>
                </a:lnTo>
                <a:lnTo>
                  <a:pt x="3903" y="5799"/>
                </a:lnTo>
                <a:lnTo>
                  <a:pt x="5038" y="7147"/>
                </a:lnTo>
                <a:lnTo>
                  <a:pt x="6165" y="8269"/>
                </a:lnTo>
                <a:lnTo>
                  <a:pt x="7295" y="9182"/>
                </a:lnTo>
                <a:lnTo>
                  <a:pt x="8435" y="9908"/>
                </a:lnTo>
                <a:lnTo>
                  <a:pt x="9595" y="10466"/>
                </a:lnTo>
                <a:lnTo>
                  <a:pt x="10784" y="10872"/>
                </a:lnTo>
                <a:lnTo>
                  <a:pt x="12005" y="11145"/>
                </a:lnTo>
                <a:lnTo>
                  <a:pt x="13269" y="11303"/>
                </a:lnTo>
                <a:lnTo>
                  <a:pt x="14585" y="11368"/>
                </a:lnTo>
                <a:lnTo>
                  <a:pt x="15958" y="11350"/>
                </a:lnTo>
                <a:lnTo>
                  <a:pt x="17400" y="11278"/>
                </a:lnTo>
                <a:lnTo>
                  <a:pt x="18916" y="11163"/>
                </a:lnTo>
                <a:lnTo>
                  <a:pt x="19584" y="11070"/>
                </a:lnTo>
                <a:lnTo>
                  <a:pt x="21600" y="10786"/>
                </a:lnTo>
                <a:lnTo>
                  <a:pt x="20521" y="12371"/>
                </a:lnTo>
                <a:lnTo>
                  <a:pt x="19416" y="13831"/>
                </a:lnTo>
                <a:lnTo>
                  <a:pt x="18283" y="15161"/>
                </a:lnTo>
                <a:lnTo>
                  <a:pt x="17124" y="16365"/>
                </a:lnTo>
                <a:lnTo>
                  <a:pt x="15937" y="17444"/>
                </a:lnTo>
                <a:lnTo>
                  <a:pt x="14727" y="18393"/>
                </a:lnTo>
                <a:lnTo>
                  <a:pt x="13493" y="19220"/>
                </a:lnTo>
                <a:lnTo>
                  <a:pt x="12235" y="19925"/>
                </a:lnTo>
                <a:lnTo>
                  <a:pt x="10953" y="20503"/>
                </a:lnTo>
                <a:lnTo>
                  <a:pt x="9651" y="20960"/>
                </a:lnTo>
                <a:lnTo>
                  <a:pt x="8327" y="21294"/>
                </a:lnTo>
                <a:lnTo>
                  <a:pt x="6983" y="21507"/>
                </a:lnTo>
                <a:lnTo>
                  <a:pt x="5619" y="21600"/>
                </a:lnTo>
                <a:lnTo>
                  <a:pt x="4235" y="21571"/>
                </a:lnTo>
                <a:lnTo>
                  <a:pt x="3099" y="19986"/>
                </a:lnTo>
                <a:lnTo>
                  <a:pt x="2159" y="18483"/>
                </a:lnTo>
                <a:lnTo>
                  <a:pt x="1397" y="16926"/>
                </a:lnTo>
                <a:lnTo>
                  <a:pt x="795" y="15175"/>
                </a:lnTo>
                <a:lnTo>
                  <a:pt x="334" y="13090"/>
                </a:lnTo>
                <a:lnTo>
                  <a:pt x="0" y="10534"/>
                </a:lnTo>
                <a:lnTo>
                  <a:pt x="75" y="8427"/>
                </a:lnTo>
                <a:lnTo>
                  <a:pt x="150" y="6320"/>
                </a:lnTo>
                <a:lnTo>
                  <a:pt x="226" y="4214"/>
                </a:lnTo>
                <a:lnTo>
                  <a:pt x="301" y="2107"/>
                </a:lnTo>
                <a:lnTo>
                  <a:pt x="376" y="0"/>
                </a:lnTo>
                <a:close/>
              </a:path>
            </a:pathLst>
          </a:custGeom>
          <a:solidFill>
            <a:srgbClr val="F7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8" name="contour_09646"/>
          <p:cNvSpPr/>
          <p:nvPr/>
        </p:nvSpPr>
        <p:spPr>
          <a:xfrm>
            <a:off x="5556536" y="4518555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85" y="328"/>
                </a:lnTo>
                <a:lnTo>
                  <a:pt x="1983" y="662"/>
                </a:lnTo>
                <a:lnTo>
                  <a:pt x="2665" y="886"/>
                </a:lnTo>
                <a:lnTo>
                  <a:pt x="4726" y="1577"/>
                </a:lnTo>
                <a:lnTo>
                  <a:pt x="6191" y="2077"/>
                </a:lnTo>
                <a:lnTo>
                  <a:pt x="7679" y="2588"/>
                </a:lnTo>
                <a:lnTo>
                  <a:pt x="8923" y="2984"/>
                </a:lnTo>
                <a:lnTo>
                  <a:pt x="10171" y="3359"/>
                </a:lnTo>
                <a:lnTo>
                  <a:pt x="11418" y="3719"/>
                </a:lnTo>
                <a:lnTo>
                  <a:pt x="12668" y="4064"/>
                </a:lnTo>
                <a:lnTo>
                  <a:pt x="13921" y="4388"/>
                </a:lnTo>
                <a:lnTo>
                  <a:pt x="14656" y="4583"/>
                </a:lnTo>
                <a:lnTo>
                  <a:pt x="16874" y="5177"/>
                </a:lnTo>
                <a:lnTo>
                  <a:pt x="18235" y="5504"/>
                </a:lnTo>
                <a:lnTo>
                  <a:pt x="19617" y="5836"/>
                </a:lnTo>
                <a:lnTo>
                  <a:pt x="20602" y="6512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20174" y="14400"/>
                </a:lnTo>
                <a:lnTo>
                  <a:pt x="18747" y="14400"/>
                </a:lnTo>
                <a:lnTo>
                  <a:pt x="17319" y="14400"/>
                </a:lnTo>
                <a:lnTo>
                  <a:pt x="15887" y="14400"/>
                </a:lnTo>
                <a:lnTo>
                  <a:pt x="14450" y="14400"/>
                </a:lnTo>
                <a:lnTo>
                  <a:pt x="13008" y="14400"/>
                </a:lnTo>
                <a:lnTo>
                  <a:pt x="11560" y="14400"/>
                </a:lnTo>
                <a:lnTo>
                  <a:pt x="10104" y="14400"/>
                </a:lnTo>
                <a:lnTo>
                  <a:pt x="8640" y="14400"/>
                </a:lnTo>
                <a:lnTo>
                  <a:pt x="8640" y="16780"/>
                </a:lnTo>
                <a:lnTo>
                  <a:pt x="8640" y="19174"/>
                </a:lnTo>
                <a:lnTo>
                  <a:pt x="8640" y="21600"/>
                </a:lnTo>
                <a:lnTo>
                  <a:pt x="7571" y="20707"/>
                </a:lnTo>
                <a:lnTo>
                  <a:pt x="6497" y="19814"/>
                </a:lnTo>
                <a:lnTo>
                  <a:pt x="5415" y="18911"/>
                </a:lnTo>
                <a:lnTo>
                  <a:pt x="4320" y="18000"/>
                </a:lnTo>
                <a:lnTo>
                  <a:pt x="4748" y="15862"/>
                </a:lnTo>
                <a:lnTo>
                  <a:pt x="5178" y="13716"/>
                </a:lnTo>
                <a:lnTo>
                  <a:pt x="5607" y="11563"/>
                </a:lnTo>
                <a:lnTo>
                  <a:pt x="6042" y="9392"/>
                </a:lnTo>
                <a:lnTo>
                  <a:pt x="6480" y="7200"/>
                </a:lnTo>
                <a:lnTo>
                  <a:pt x="5197" y="7200"/>
                </a:lnTo>
                <a:lnTo>
                  <a:pt x="3910" y="7200"/>
                </a:lnTo>
                <a:lnTo>
                  <a:pt x="2618" y="7200"/>
                </a:lnTo>
                <a:lnTo>
                  <a:pt x="1315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4B4B47"/>
          </a:solidFill>
          <a:ln>
            <a:noFill/>
          </a:ln>
        </p:spPr>
        <p:txBody>
          <a:bodyPr/>
          <a:lstStyle/>
          <a:p/>
        </p:txBody>
      </p:sp>
      <p:sp>
        <p:nvSpPr>
          <p:cNvPr id="9649" name="contour_09647"/>
          <p:cNvSpPr/>
          <p:nvPr/>
        </p:nvSpPr>
        <p:spPr>
          <a:xfrm>
            <a:off x="10454067" y="451126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0"/>
                </a:lnTo>
                <a:lnTo>
                  <a:pt x="7162" y="0"/>
                </a:lnTo>
                <a:lnTo>
                  <a:pt x="9202" y="0"/>
                </a:lnTo>
                <a:lnTo>
                  <a:pt x="11247" y="0"/>
                </a:lnTo>
                <a:lnTo>
                  <a:pt x="13299" y="0"/>
                </a:lnTo>
                <a:lnTo>
                  <a:pt x="15361" y="0"/>
                </a:lnTo>
                <a:lnTo>
                  <a:pt x="17428" y="0"/>
                </a:lnTo>
                <a:lnTo>
                  <a:pt x="19508" y="0"/>
                </a:lnTo>
                <a:lnTo>
                  <a:pt x="21600" y="0"/>
                </a:lnTo>
                <a:lnTo>
                  <a:pt x="21600" y="1833"/>
                </a:lnTo>
                <a:lnTo>
                  <a:pt x="21600" y="3672"/>
                </a:lnTo>
                <a:lnTo>
                  <a:pt x="21600" y="5517"/>
                </a:lnTo>
                <a:lnTo>
                  <a:pt x="21600" y="7378"/>
                </a:lnTo>
                <a:lnTo>
                  <a:pt x="21600" y="9257"/>
                </a:lnTo>
                <a:lnTo>
                  <a:pt x="19804" y="10590"/>
                </a:lnTo>
                <a:lnTo>
                  <a:pt x="18070" y="11806"/>
                </a:lnTo>
                <a:lnTo>
                  <a:pt x="16348" y="12926"/>
                </a:lnTo>
                <a:lnTo>
                  <a:pt x="14592" y="13981"/>
                </a:lnTo>
                <a:lnTo>
                  <a:pt x="12759" y="15000"/>
                </a:lnTo>
                <a:lnTo>
                  <a:pt x="10800" y="16009"/>
                </a:lnTo>
                <a:lnTo>
                  <a:pt x="9251" y="16829"/>
                </a:lnTo>
                <a:lnTo>
                  <a:pt x="7677" y="17666"/>
                </a:lnTo>
                <a:lnTo>
                  <a:pt x="5767" y="18665"/>
                </a:lnTo>
                <a:lnTo>
                  <a:pt x="3848" y="19653"/>
                </a:lnTo>
                <a:lnTo>
                  <a:pt x="1925" y="20628"/>
                </a:lnTo>
                <a:lnTo>
                  <a:pt x="0" y="21600"/>
                </a:lnTo>
                <a:lnTo>
                  <a:pt x="305" y="19462"/>
                </a:lnTo>
                <a:lnTo>
                  <a:pt x="611" y="17320"/>
                </a:lnTo>
                <a:lnTo>
                  <a:pt x="916" y="15179"/>
                </a:lnTo>
                <a:lnTo>
                  <a:pt x="1225" y="13034"/>
                </a:lnTo>
                <a:lnTo>
                  <a:pt x="1531" y="10880"/>
                </a:lnTo>
                <a:lnTo>
                  <a:pt x="1839" y="8723"/>
                </a:lnTo>
                <a:lnTo>
                  <a:pt x="2148" y="6557"/>
                </a:lnTo>
                <a:lnTo>
                  <a:pt x="2459" y="4382"/>
                </a:lnTo>
                <a:lnTo>
                  <a:pt x="2771" y="2197"/>
                </a:lnTo>
                <a:lnTo>
                  <a:pt x="3086" y="0"/>
                </a:lnTo>
                <a:close/>
              </a:path>
            </a:pathLst>
          </a:custGeom>
          <a:solidFill>
            <a:srgbClr val="5A5855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0" name="contour_09648"/>
          <p:cNvSpPr/>
          <p:nvPr/>
        </p:nvSpPr>
        <p:spPr>
          <a:xfrm>
            <a:off x="7078094" y="4489403"/>
            <a:ext cx="7451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" y="0"/>
                </a:moveTo>
                <a:lnTo>
                  <a:pt x="623" y="1771"/>
                </a:lnTo>
                <a:lnTo>
                  <a:pt x="775" y="3553"/>
                </a:lnTo>
                <a:lnTo>
                  <a:pt x="927" y="5357"/>
                </a:lnTo>
                <a:lnTo>
                  <a:pt x="1282" y="7125"/>
                </a:lnTo>
                <a:lnTo>
                  <a:pt x="1574" y="8281"/>
                </a:lnTo>
                <a:lnTo>
                  <a:pt x="1956" y="9337"/>
                </a:lnTo>
                <a:lnTo>
                  <a:pt x="2586" y="10800"/>
                </a:lnTo>
                <a:lnTo>
                  <a:pt x="3953" y="11316"/>
                </a:lnTo>
                <a:lnTo>
                  <a:pt x="5311" y="11632"/>
                </a:lnTo>
                <a:lnTo>
                  <a:pt x="6670" y="11786"/>
                </a:lnTo>
                <a:lnTo>
                  <a:pt x="8032" y="11812"/>
                </a:lnTo>
                <a:lnTo>
                  <a:pt x="9408" y="11745"/>
                </a:lnTo>
                <a:lnTo>
                  <a:pt x="10802" y="11621"/>
                </a:lnTo>
                <a:lnTo>
                  <a:pt x="12224" y="11475"/>
                </a:lnTo>
                <a:lnTo>
                  <a:pt x="13574" y="11402"/>
                </a:lnTo>
                <a:lnTo>
                  <a:pt x="14945" y="11327"/>
                </a:lnTo>
                <a:lnTo>
                  <a:pt x="16276" y="11243"/>
                </a:lnTo>
                <a:lnTo>
                  <a:pt x="17609" y="11146"/>
                </a:lnTo>
                <a:lnTo>
                  <a:pt x="18940" y="11038"/>
                </a:lnTo>
                <a:lnTo>
                  <a:pt x="20269" y="10921"/>
                </a:lnTo>
                <a:lnTo>
                  <a:pt x="21600" y="10800"/>
                </a:lnTo>
                <a:lnTo>
                  <a:pt x="21002" y="12328"/>
                </a:lnTo>
                <a:lnTo>
                  <a:pt x="20404" y="13856"/>
                </a:lnTo>
                <a:lnTo>
                  <a:pt x="19804" y="15390"/>
                </a:lnTo>
                <a:lnTo>
                  <a:pt x="19202" y="16929"/>
                </a:lnTo>
                <a:lnTo>
                  <a:pt x="18596" y="18476"/>
                </a:lnTo>
                <a:lnTo>
                  <a:pt x="17987" y="20031"/>
                </a:lnTo>
                <a:lnTo>
                  <a:pt x="17375" y="21600"/>
                </a:lnTo>
                <a:lnTo>
                  <a:pt x="16154" y="20763"/>
                </a:lnTo>
                <a:lnTo>
                  <a:pt x="14924" y="19921"/>
                </a:lnTo>
                <a:lnTo>
                  <a:pt x="13677" y="19067"/>
                </a:lnTo>
                <a:lnTo>
                  <a:pt x="12317" y="18209"/>
                </a:lnTo>
                <a:lnTo>
                  <a:pt x="11003" y="17483"/>
                </a:lnTo>
                <a:lnTo>
                  <a:pt x="9712" y="16875"/>
                </a:lnTo>
                <a:lnTo>
                  <a:pt x="8411" y="16370"/>
                </a:lnTo>
                <a:lnTo>
                  <a:pt x="7071" y="15960"/>
                </a:lnTo>
                <a:lnTo>
                  <a:pt x="5668" y="15625"/>
                </a:lnTo>
                <a:lnTo>
                  <a:pt x="4170" y="15358"/>
                </a:lnTo>
                <a:lnTo>
                  <a:pt x="2949" y="14745"/>
                </a:lnTo>
                <a:lnTo>
                  <a:pt x="1720" y="14126"/>
                </a:lnTo>
                <a:lnTo>
                  <a:pt x="473" y="13500"/>
                </a:lnTo>
                <a:lnTo>
                  <a:pt x="207" y="11548"/>
                </a:lnTo>
                <a:lnTo>
                  <a:pt x="53" y="9623"/>
                </a:lnTo>
                <a:lnTo>
                  <a:pt x="0" y="7717"/>
                </a:lnTo>
                <a:lnTo>
                  <a:pt x="30" y="5813"/>
                </a:lnTo>
                <a:lnTo>
                  <a:pt x="129" y="3899"/>
                </a:lnTo>
                <a:lnTo>
                  <a:pt x="281" y="1966"/>
                </a:lnTo>
                <a:lnTo>
                  <a:pt x="473" y="0"/>
                </a:lnTo>
                <a:close/>
              </a:path>
            </a:pathLst>
          </a:custGeom>
          <a:solidFill>
            <a:srgbClr val="F9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1" name="contour_09649"/>
          <p:cNvSpPr/>
          <p:nvPr/>
        </p:nvSpPr>
        <p:spPr>
          <a:xfrm>
            <a:off x="7626326" y="4482115"/>
            <a:ext cx="72880" cy="43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774" y="666"/>
                </a:lnTo>
                <a:lnTo>
                  <a:pt x="9074" y="1335"/>
                </a:lnTo>
                <a:lnTo>
                  <a:pt x="10394" y="2011"/>
                </a:lnTo>
                <a:lnTo>
                  <a:pt x="11956" y="2584"/>
                </a:lnTo>
                <a:lnTo>
                  <a:pt x="13396" y="2913"/>
                </a:lnTo>
                <a:lnTo>
                  <a:pt x="14757" y="3006"/>
                </a:lnTo>
                <a:lnTo>
                  <a:pt x="16070" y="2863"/>
                </a:lnTo>
                <a:lnTo>
                  <a:pt x="17377" y="2487"/>
                </a:lnTo>
                <a:lnTo>
                  <a:pt x="18708" y="1883"/>
                </a:lnTo>
                <a:lnTo>
                  <a:pt x="20105" y="1052"/>
                </a:lnTo>
                <a:lnTo>
                  <a:pt x="21600" y="0"/>
                </a:lnTo>
                <a:lnTo>
                  <a:pt x="21339" y="2516"/>
                </a:lnTo>
                <a:lnTo>
                  <a:pt x="20995" y="4767"/>
                </a:lnTo>
                <a:lnTo>
                  <a:pt x="20546" y="6807"/>
                </a:lnTo>
                <a:lnTo>
                  <a:pt x="19967" y="8690"/>
                </a:lnTo>
                <a:lnTo>
                  <a:pt x="19233" y="10476"/>
                </a:lnTo>
                <a:lnTo>
                  <a:pt x="18317" y="12216"/>
                </a:lnTo>
                <a:lnTo>
                  <a:pt x="17196" y="13966"/>
                </a:lnTo>
                <a:lnTo>
                  <a:pt x="15852" y="15437"/>
                </a:lnTo>
                <a:lnTo>
                  <a:pt x="14539" y="16822"/>
                </a:lnTo>
                <a:lnTo>
                  <a:pt x="13230" y="18089"/>
                </a:lnTo>
                <a:lnTo>
                  <a:pt x="11906" y="19209"/>
                </a:lnTo>
                <a:lnTo>
                  <a:pt x="10545" y="20150"/>
                </a:lnTo>
                <a:lnTo>
                  <a:pt x="9122" y="20884"/>
                </a:lnTo>
                <a:lnTo>
                  <a:pt x="7616" y="21375"/>
                </a:lnTo>
                <a:lnTo>
                  <a:pt x="6007" y="21600"/>
                </a:lnTo>
                <a:lnTo>
                  <a:pt x="4825" y="21188"/>
                </a:lnTo>
                <a:lnTo>
                  <a:pt x="3923" y="20788"/>
                </a:lnTo>
                <a:lnTo>
                  <a:pt x="3009" y="20226"/>
                </a:lnTo>
                <a:lnTo>
                  <a:pt x="1797" y="19320"/>
                </a:lnTo>
                <a:lnTo>
                  <a:pt x="0" y="17896"/>
                </a:lnTo>
                <a:lnTo>
                  <a:pt x="0" y="15530"/>
                </a:lnTo>
                <a:lnTo>
                  <a:pt x="0" y="13150"/>
                </a:lnTo>
                <a:lnTo>
                  <a:pt x="0" y="10737"/>
                </a:lnTo>
                <a:lnTo>
                  <a:pt x="1296" y="10022"/>
                </a:lnTo>
                <a:lnTo>
                  <a:pt x="2592" y="9306"/>
                </a:lnTo>
                <a:lnTo>
                  <a:pt x="3888" y="8590"/>
                </a:lnTo>
                <a:lnTo>
                  <a:pt x="5184" y="7874"/>
                </a:lnTo>
                <a:lnTo>
                  <a:pt x="6480" y="7158"/>
                </a:lnTo>
                <a:lnTo>
                  <a:pt x="6480" y="4792"/>
                </a:lnTo>
                <a:lnTo>
                  <a:pt x="6480" y="2412"/>
                </a:lnTo>
                <a:lnTo>
                  <a:pt x="6480" y="0"/>
                </a:lnTo>
                <a:close/>
              </a:path>
            </a:pathLst>
          </a:custGeom>
          <a:solidFill>
            <a:srgbClr val="6B5D48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2" name="contour_09650"/>
          <p:cNvSpPr/>
          <p:nvPr/>
        </p:nvSpPr>
        <p:spPr>
          <a:xfrm>
            <a:off x="4572657" y="4467539"/>
            <a:ext cx="80168" cy="213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4880"/>
                </a:lnTo>
                <a:lnTo>
                  <a:pt x="21600" y="9789"/>
                </a:lnTo>
                <a:lnTo>
                  <a:pt x="21600" y="14764"/>
                </a:lnTo>
                <a:lnTo>
                  <a:pt x="20353" y="15480"/>
                </a:lnTo>
                <a:lnTo>
                  <a:pt x="19106" y="16189"/>
                </a:lnTo>
                <a:lnTo>
                  <a:pt x="17859" y="16883"/>
                </a:lnTo>
                <a:lnTo>
                  <a:pt x="16610" y="17569"/>
                </a:lnTo>
                <a:lnTo>
                  <a:pt x="15363" y="18241"/>
                </a:lnTo>
                <a:lnTo>
                  <a:pt x="14115" y="18913"/>
                </a:lnTo>
                <a:lnTo>
                  <a:pt x="13062" y="19540"/>
                </a:lnTo>
                <a:lnTo>
                  <a:pt x="11992" y="20168"/>
                </a:lnTo>
                <a:lnTo>
                  <a:pt x="10545" y="20854"/>
                </a:lnTo>
                <a:lnTo>
                  <a:pt x="9158" y="21356"/>
                </a:lnTo>
                <a:lnTo>
                  <a:pt x="7821" y="21600"/>
                </a:lnTo>
                <a:lnTo>
                  <a:pt x="6515" y="21548"/>
                </a:lnTo>
                <a:lnTo>
                  <a:pt x="5231" y="21135"/>
                </a:lnTo>
                <a:lnTo>
                  <a:pt x="3951" y="20301"/>
                </a:lnTo>
                <a:lnTo>
                  <a:pt x="2661" y="19002"/>
                </a:lnTo>
                <a:lnTo>
                  <a:pt x="1349" y="17171"/>
                </a:lnTo>
                <a:lnTo>
                  <a:pt x="0" y="14764"/>
                </a:lnTo>
                <a:lnTo>
                  <a:pt x="0" y="9885"/>
                </a:lnTo>
                <a:lnTo>
                  <a:pt x="0" y="4976"/>
                </a:lnTo>
                <a:lnTo>
                  <a:pt x="0" y="0"/>
                </a:lnTo>
                <a:close/>
              </a:path>
            </a:pathLst>
          </a:custGeom>
          <a:solidFill>
            <a:srgbClr val="3C3B3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3" name="contour_09651"/>
          <p:cNvSpPr/>
          <p:nvPr/>
        </p:nvSpPr>
        <p:spPr>
          <a:xfrm>
            <a:off x="7895982" y="4423811"/>
            <a:ext cx="2999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17" y="0"/>
                </a:lnTo>
                <a:lnTo>
                  <a:pt x="6245" y="0"/>
                </a:lnTo>
                <a:lnTo>
                  <a:pt x="9383" y="0"/>
                </a:lnTo>
                <a:lnTo>
                  <a:pt x="12548" y="0"/>
                </a:lnTo>
                <a:lnTo>
                  <a:pt x="15743" y="0"/>
                </a:lnTo>
                <a:lnTo>
                  <a:pt x="17323" y="3008"/>
                </a:lnTo>
                <a:lnTo>
                  <a:pt x="18651" y="5567"/>
                </a:lnTo>
                <a:lnTo>
                  <a:pt x="19721" y="7725"/>
                </a:lnTo>
                <a:lnTo>
                  <a:pt x="20545" y="9530"/>
                </a:lnTo>
                <a:lnTo>
                  <a:pt x="21133" y="11030"/>
                </a:lnTo>
                <a:lnTo>
                  <a:pt x="21479" y="12279"/>
                </a:lnTo>
                <a:lnTo>
                  <a:pt x="21600" y="13323"/>
                </a:lnTo>
                <a:lnTo>
                  <a:pt x="21500" y="14213"/>
                </a:lnTo>
                <a:lnTo>
                  <a:pt x="21180" y="14996"/>
                </a:lnTo>
                <a:lnTo>
                  <a:pt x="20645" y="15725"/>
                </a:lnTo>
                <a:lnTo>
                  <a:pt x="19905" y="16445"/>
                </a:lnTo>
                <a:lnTo>
                  <a:pt x="18966" y="17207"/>
                </a:lnTo>
                <a:lnTo>
                  <a:pt x="17832" y="18063"/>
                </a:lnTo>
                <a:lnTo>
                  <a:pt x="15628" y="18847"/>
                </a:lnTo>
                <a:lnTo>
                  <a:pt x="13870" y="19422"/>
                </a:lnTo>
                <a:lnTo>
                  <a:pt x="11955" y="19960"/>
                </a:lnTo>
                <a:lnTo>
                  <a:pt x="9283" y="20630"/>
                </a:lnTo>
                <a:lnTo>
                  <a:pt x="5248" y="21600"/>
                </a:lnTo>
                <a:lnTo>
                  <a:pt x="5169" y="20471"/>
                </a:lnTo>
                <a:lnTo>
                  <a:pt x="5096" y="19342"/>
                </a:lnTo>
                <a:lnTo>
                  <a:pt x="5033" y="18213"/>
                </a:lnTo>
                <a:lnTo>
                  <a:pt x="4975" y="17084"/>
                </a:lnTo>
                <a:lnTo>
                  <a:pt x="4922" y="15955"/>
                </a:lnTo>
                <a:lnTo>
                  <a:pt x="4859" y="14906"/>
                </a:lnTo>
                <a:lnTo>
                  <a:pt x="4797" y="13850"/>
                </a:lnTo>
                <a:lnTo>
                  <a:pt x="4734" y="12779"/>
                </a:lnTo>
                <a:lnTo>
                  <a:pt x="5059" y="11436"/>
                </a:lnTo>
                <a:lnTo>
                  <a:pt x="5563" y="10250"/>
                </a:lnTo>
                <a:lnTo>
                  <a:pt x="6303" y="9164"/>
                </a:lnTo>
                <a:lnTo>
                  <a:pt x="7336" y="8116"/>
                </a:lnTo>
                <a:lnTo>
                  <a:pt x="8711" y="7046"/>
                </a:lnTo>
                <a:lnTo>
                  <a:pt x="10496" y="5891"/>
                </a:lnTo>
                <a:lnTo>
                  <a:pt x="7027" y="5891"/>
                </a:lnTo>
                <a:lnTo>
                  <a:pt x="3537" y="5891"/>
                </a:lnTo>
                <a:lnTo>
                  <a:pt x="0" y="5891"/>
                </a:lnTo>
                <a:lnTo>
                  <a:pt x="0" y="4725"/>
                </a:lnTo>
                <a:lnTo>
                  <a:pt x="0" y="3554"/>
                </a:lnTo>
                <a:lnTo>
                  <a:pt x="0" y="2380"/>
                </a:lnTo>
                <a:lnTo>
                  <a:pt x="0" y="1196"/>
                </a:lnTo>
                <a:lnTo>
                  <a:pt x="0" y="0"/>
                </a:lnTo>
                <a:close/>
              </a:path>
            </a:pathLst>
          </a:custGeom>
          <a:solidFill>
            <a:srgbClr val="676765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4" name="contour_09652"/>
          <p:cNvSpPr/>
          <p:nvPr/>
        </p:nvSpPr>
        <p:spPr>
          <a:xfrm>
            <a:off x="7517006" y="4394659"/>
            <a:ext cx="80168" cy="370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5" y="2108"/>
                </a:lnTo>
                <a:lnTo>
                  <a:pt x="736" y="4250"/>
                </a:lnTo>
                <a:lnTo>
                  <a:pt x="1345" y="6358"/>
                </a:lnTo>
                <a:lnTo>
                  <a:pt x="1964" y="8501"/>
                </a:lnTo>
                <a:lnTo>
                  <a:pt x="3262" y="8501"/>
                </a:lnTo>
                <a:lnTo>
                  <a:pt x="4567" y="8501"/>
                </a:lnTo>
                <a:lnTo>
                  <a:pt x="5891" y="8501"/>
                </a:lnTo>
                <a:lnTo>
                  <a:pt x="5891" y="5691"/>
                </a:lnTo>
                <a:lnTo>
                  <a:pt x="5891" y="2865"/>
                </a:lnTo>
                <a:lnTo>
                  <a:pt x="5891" y="0"/>
                </a:lnTo>
                <a:lnTo>
                  <a:pt x="7187" y="353"/>
                </a:lnTo>
                <a:lnTo>
                  <a:pt x="8483" y="701"/>
                </a:lnTo>
                <a:lnTo>
                  <a:pt x="9781" y="1054"/>
                </a:lnTo>
                <a:lnTo>
                  <a:pt x="11081" y="1403"/>
                </a:lnTo>
                <a:lnTo>
                  <a:pt x="12383" y="1755"/>
                </a:lnTo>
                <a:lnTo>
                  <a:pt x="13687" y="2108"/>
                </a:lnTo>
                <a:lnTo>
                  <a:pt x="14994" y="2461"/>
                </a:lnTo>
                <a:lnTo>
                  <a:pt x="16306" y="2818"/>
                </a:lnTo>
                <a:lnTo>
                  <a:pt x="17622" y="3175"/>
                </a:lnTo>
                <a:lnTo>
                  <a:pt x="18941" y="3532"/>
                </a:lnTo>
                <a:lnTo>
                  <a:pt x="20269" y="3889"/>
                </a:lnTo>
                <a:lnTo>
                  <a:pt x="21600" y="4250"/>
                </a:lnTo>
                <a:lnTo>
                  <a:pt x="20762" y="9635"/>
                </a:lnTo>
                <a:lnTo>
                  <a:pt x="20133" y="13316"/>
                </a:lnTo>
                <a:lnTo>
                  <a:pt x="19597" y="15718"/>
                </a:lnTo>
                <a:lnTo>
                  <a:pt x="19037" y="17260"/>
                </a:lnTo>
                <a:lnTo>
                  <a:pt x="18333" y="18374"/>
                </a:lnTo>
                <a:lnTo>
                  <a:pt x="17366" y="19475"/>
                </a:lnTo>
                <a:lnTo>
                  <a:pt x="16057" y="19959"/>
                </a:lnTo>
                <a:lnTo>
                  <a:pt x="14727" y="20452"/>
                </a:lnTo>
                <a:lnTo>
                  <a:pt x="14071" y="20741"/>
                </a:lnTo>
                <a:lnTo>
                  <a:pt x="12088" y="21600"/>
                </a:lnTo>
                <a:lnTo>
                  <a:pt x="10961" y="21426"/>
                </a:lnTo>
                <a:lnTo>
                  <a:pt x="9818" y="21251"/>
                </a:lnTo>
                <a:lnTo>
                  <a:pt x="9306" y="19152"/>
                </a:lnTo>
                <a:lnTo>
                  <a:pt x="8807" y="17035"/>
                </a:lnTo>
                <a:lnTo>
                  <a:pt x="8324" y="14897"/>
                </a:lnTo>
                <a:lnTo>
                  <a:pt x="7855" y="12751"/>
                </a:lnTo>
                <a:lnTo>
                  <a:pt x="6431" y="12177"/>
                </a:lnTo>
                <a:lnTo>
                  <a:pt x="5380" y="12041"/>
                </a:lnTo>
                <a:lnTo>
                  <a:pt x="3806" y="12220"/>
                </a:lnTo>
                <a:lnTo>
                  <a:pt x="2549" y="12394"/>
                </a:lnTo>
                <a:lnTo>
                  <a:pt x="1282" y="12572"/>
                </a:lnTo>
                <a:lnTo>
                  <a:pt x="0" y="12751"/>
                </a:lnTo>
                <a:lnTo>
                  <a:pt x="0" y="10226"/>
                </a:lnTo>
                <a:lnTo>
                  <a:pt x="0" y="7693"/>
                </a:lnTo>
                <a:lnTo>
                  <a:pt x="0" y="5151"/>
                </a:lnTo>
                <a:lnTo>
                  <a:pt x="0" y="2588"/>
                </a:lnTo>
                <a:lnTo>
                  <a:pt x="0" y="0"/>
                </a:lnTo>
                <a:close/>
              </a:path>
            </a:pathLst>
          </a:custGeom>
          <a:solidFill>
            <a:srgbClr val="4E4B4D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5" name="contour_09653"/>
          <p:cNvSpPr/>
          <p:nvPr/>
        </p:nvSpPr>
        <p:spPr>
          <a:xfrm>
            <a:off x="1067133" y="4321779"/>
            <a:ext cx="43728" cy="805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986" y="0"/>
                </a:lnTo>
                <a:lnTo>
                  <a:pt x="10800" y="0"/>
                </a:lnTo>
                <a:lnTo>
                  <a:pt x="11322" y="1156"/>
                </a:lnTo>
                <a:lnTo>
                  <a:pt x="11660" y="2012"/>
                </a:lnTo>
                <a:lnTo>
                  <a:pt x="11963" y="2990"/>
                </a:lnTo>
                <a:lnTo>
                  <a:pt x="12377" y="4516"/>
                </a:lnTo>
                <a:lnTo>
                  <a:pt x="12852" y="5959"/>
                </a:lnTo>
                <a:lnTo>
                  <a:pt x="13381" y="7264"/>
                </a:lnTo>
                <a:lnTo>
                  <a:pt x="14026" y="8467"/>
                </a:lnTo>
                <a:lnTo>
                  <a:pt x="14843" y="9602"/>
                </a:lnTo>
                <a:lnTo>
                  <a:pt x="15890" y="10703"/>
                </a:lnTo>
                <a:lnTo>
                  <a:pt x="17222" y="11805"/>
                </a:lnTo>
                <a:lnTo>
                  <a:pt x="18900" y="12940"/>
                </a:lnTo>
                <a:lnTo>
                  <a:pt x="19793" y="13826"/>
                </a:lnTo>
                <a:lnTo>
                  <a:pt x="20689" y="14721"/>
                </a:lnTo>
                <a:lnTo>
                  <a:pt x="21600" y="15625"/>
                </a:lnTo>
                <a:lnTo>
                  <a:pt x="20257" y="16895"/>
                </a:lnTo>
                <a:lnTo>
                  <a:pt x="18756" y="18024"/>
                </a:lnTo>
                <a:lnTo>
                  <a:pt x="17075" y="19028"/>
                </a:lnTo>
                <a:lnTo>
                  <a:pt x="15203" y="19928"/>
                </a:lnTo>
                <a:lnTo>
                  <a:pt x="13115" y="20741"/>
                </a:lnTo>
                <a:lnTo>
                  <a:pt x="10800" y="21485"/>
                </a:lnTo>
                <a:lnTo>
                  <a:pt x="7927" y="21561"/>
                </a:lnTo>
                <a:lnTo>
                  <a:pt x="5929" y="21600"/>
                </a:lnTo>
                <a:lnTo>
                  <a:pt x="4288" y="21600"/>
                </a:lnTo>
                <a:lnTo>
                  <a:pt x="2484" y="21561"/>
                </a:lnTo>
                <a:lnTo>
                  <a:pt x="0" y="21485"/>
                </a:lnTo>
                <a:lnTo>
                  <a:pt x="414" y="20141"/>
                </a:lnTo>
                <a:lnTo>
                  <a:pt x="832" y="18797"/>
                </a:lnTo>
                <a:lnTo>
                  <a:pt x="1249" y="17455"/>
                </a:lnTo>
                <a:lnTo>
                  <a:pt x="1670" y="16112"/>
                </a:lnTo>
                <a:lnTo>
                  <a:pt x="2095" y="14770"/>
                </a:lnTo>
                <a:lnTo>
                  <a:pt x="2520" y="13428"/>
                </a:lnTo>
                <a:lnTo>
                  <a:pt x="2948" y="12084"/>
                </a:lnTo>
                <a:lnTo>
                  <a:pt x="3377" y="10742"/>
                </a:lnTo>
                <a:lnTo>
                  <a:pt x="3690" y="9717"/>
                </a:lnTo>
                <a:lnTo>
                  <a:pt x="4007" y="8684"/>
                </a:lnTo>
                <a:lnTo>
                  <a:pt x="4324" y="7637"/>
                </a:lnTo>
                <a:lnTo>
                  <a:pt x="4637" y="6666"/>
                </a:lnTo>
                <a:lnTo>
                  <a:pt x="4954" y="5690"/>
                </a:lnTo>
                <a:lnTo>
                  <a:pt x="5274" y="4699"/>
                </a:lnTo>
                <a:lnTo>
                  <a:pt x="5699" y="3346"/>
                </a:lnTo>
                <a:lnTo>
                  <a:pt x="6131" y="1973"/>
                </a:lnTo>
                <a:lnTo>
                  <a:pt x="6660" y="994"/>
                </a:lnTo>
                <a:lnTo>
                  <a:pt x="7200" y="0"/>
                </a:lnTo>
                <a:close/>
              </a:path>
            </a:pathLst>
          </a:custGeom>
          <a:solidFill>
            <a:srgbClr val="E3E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6" name="contour_09654"/>
          <p:cNvSpPr/>
          <p:nvPr/>
        </p:nvSpPr>
        <p:spPr>
          <a:xfrm>
            <a:off x="5359760" y="4292627"/>
            <a:ext cx="52299" cy="50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60" y="0"/>
                </a:moveTo>
                <a:lnTo>
                  <a:pt x="19553" y="0"/>
                </a:lnTo>
                <a:lnTo>
                  <a:pt x="21070" y="0"/>
                </a:lnTo>
                <a:lnTo>
                  <a:pt x="21338" y="4123"/>
                </a:lnTo>
                <a:lnTo>
                  <a:pt x="21519" y="7387"/>
                </a:lnTo>
                <a:lnTo>
                  <a:pt x="21600" y="9959"/>
                </a:lnTo>
                <a:lnTo>
                  <a:pt x="21561" y="12000"/>
                </a:lnTo>
                <a:lnTo>
                  <a:pt x="21389" y="13676"/>
                </a:lnTo>
                <a:lnTo>
                  <a:pt x="21061" y="15157"/>
                </a:lnTo>
                <a:lnTo>
                  <a:pt x="20568" y="16600"/>
                </a:lnTo>
                <a:lnTo>
                  <a:pt x="19884" y="18176"/>
                </a:lnTo>
                <a:lnTo>
                  <a:pt x="18999" y="20047"/>
                </a:lnTo>
                <a:lnTo>
                  <a:pt x="16871" y="20914"/>
                </a:lnTo>
                <a:lnTo>
                  <a:pt x="14770" y="21414"/>
                </a:lnTo>
                <a:lnTo>
                  <a:pt x="12690" y="21600"/>
                </a:lnTo>
                <a:lnTo>
                  <a:pt x="10613" y="21518"/>
                </a:lnTo>
                <a:lnTo>
                  <a:pt x="8536" y="21220"/>
                </a:lnTo>
                <a:lnTo>
                  <a:pt x="6447" y="20754"/>
                </a:lnTo>
                <a:lnTo>
                  <a:pt x="4334" y="20176"/>
                </a:lnTo>
                <a:lnTo>
                  <a:pt x="2188" y="19528"/>
                </a:lnTo>
                <a:lnTo>
                  <a:pt x="0" y="18867"/>
                </a:lnTo>
                <a:lnTo>
                  <a:pt x="385" y="16622"/>
                </a:lnTo>
                <a:lnTo>
                  <a:pt x="734" y="15009"/>
                </a:lnTo>
                <a:lnTo>
                  <a:pt x="1192" y="13575"/>
                </a:lnTo>
                <a:lnTo>
                  <a:pt x="1902" y="11868"/>
                </a:lnTo>
                <a:lnTo>
                  <a:pt x="3010" y="9434"/>
                </a:lnTo>
                <a:lnTo>
                  <a:pt x="4846" y="8773"/>
                </a:lnTo>
                <a:lnTo>
                  <a:pt x="6670" y="8242"/>
                </a:lnTo>
                <a:lnTo>
                  <a:pt x="8506" y="7805"/>
                </a:lnTo>
                <a:lnTo>
                  <a:pt x="10373" y="7427"/>
                </a:lnTo>
                <a:lnTo>
                  <a:pt x="12287" y="7075"/>
                </a:lnTo>
                <a:lnTo>
                  <a:pt x="14307" y="6399"/>
                </a:lnTo>
                <a:lnTo>
                  <a:pt x="15562" y="5330"/>
                </a:lnTo>
                <a:lnTo>
                  <a:pt x="17121" y="2950"/>
                </a:lnTo>
                <a:lnTo>
                  <a:pt x="17588" y="1484"/>
                </a:lnTo>
                <a:lnTo>
                  <a:pt x="18060" y="0"/>
                </a:lnTo>
                <a:close/>
              </a:path>
            </a:pathLst>
          </a:custGeom>
          <a:solidFill>
            <a:srgbClr val="9D989D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7" name="contour_09655"/>
          <p:cNvSpPr/>
          <p:nvPr/>
        </p:nvSpPr>
        <p:spPr>
          <a:xfrm>
            <a:off x="5461792" y="4292627"/>
            <a:ext cx="65592" cy="364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3" y="428"/>
                </a:lnTo>
                <a:lnTo>
                  <a:pt x="8129" y="855"/>
                </a:lnTo>
                <a:lnTo>
                  <a:pt x="9794" y="1283"/>
                </a:lnTo>
                <a:lnTo>
                  <a:pt x="11462" y="1714"/>
                </a:lnTo>
                <a:lnTo>
                  <a:pt x="13138" y="2142"/>
                </a:lnTo>
                <a:lnTo>
                  <a:pt x="14815" y="2574"/>
                </a:lnTo>
                <a:lnTo>
                  <a:pt x="16500" y="3006"/>
                </a:lnTo>
                <a:lnTo>
                  <a:pt x="18192" y="3442"/>
                </a:lnTo>
                <a:lnTo>
                  <a:pt x="19891" y="3878"/>
                </a:lnTo>
                <a:lnTo>
                  <a:pt x="21600" y="4318"/>
                </a:lnTo>
                <a:lnTo>
                  <a:pt x="20887" y="8982"/>
                </a:lnTo>
                <a:lnTo>
                  <a:pt x="20323" y="12406"/>
                </a:lnTo>
                <a:lnTo>
                  <a:pt x="19824" y="14902"/>
                </a:lnTo>
                <a:lnTo>
                  <a:pt x="19306" y="16764"/>
                </a:lnTo>
                <a:lnTo>
                  <a:pt x="18686" y="18301"/>
                </a:lnTo>
                <a:lnTo>
                  <a:pt x="17878" y="19808"/>
                </a:lnTo>
                <a:lnTo>
                  <a:pt x="16800" y="21591"/>
                </a:lnTo>
                <a:lnTo>
                  <a:pt x="15070" y="21600"/>
                </a:lnTo>
                <a:lnTo>
                  <a:pt x="13363" y="21483"/>
                </a:lnTo>
                <a:lnTo>
                  <a:pt x="11674" y="21246"/>
                </a:lnTo>
                <a:lnTo>
                  <a:pt x="9996" y="20900"/>
                </a:lnTo>
                <a:lnTo>
                  <a:pt x="8330" y="20464"/>
                </a:lnTo>
                <a:lnTo>
                  <a:pt x="6670" y="19942"/>
                </a:lnTo>
                <a:lnTo>
                  <a:pt x="5011" y="19354"/>
                </a:lnTo>
                <a:lnTo>
                  <a:pt x="3348" y="18702"/>
                </a:lnTo>
                <a:lnTo>
                  <a:pt x="1680" y="18007"/>
                </a:lnTo>
                <a:lnTo>
                  <a:pt x="0" y="17273"/>
                </a:lnTo>
                <a:lnTo>
                  <a:pt x="598" y="16936"/>
                </a:lnTo>
                <a:lnTo>
                  <a:pt x="2400" y="15926"/>
                </a:lnTo>
                <a:lnTo>
                  <a:pt x="3590" y="14453"/>
                </a:lnTo>
                <a:lnTo>
                  <a:pt x="4800" y="12955"/>
                </a:lnTo>
                <a:lnTo>
                  <a:pt x="4800" y="10390"/>
                </a:lnTo>
                <a:lnTo>
                  <a:pt x="4800" y="7816"/>
                </a:lnTo>
                <a:lnTo>
                  <a:pt x="4800" y="5234"/>
                </a:lnTo>
                <a:lnTo>
                  <a:pt x="4800" y="2630"/>
                </a:lnTo>
                <a:lnTo>
                  <a:pt x="4800" y="0"/>
                </a:lnTo>
                <a:close/>
              </a:path>
            </a:pathLst>
          </a:custGeom>
          <a:solidFill>
            <a:srgbClr val="9E9796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8" name="contour_09656"/>
          <p:cNvSpPr/>
          <p:nvPr/>
        </p:nvSpPr>
        <p:spPr>
          <a:xfrm>
            <a:off x="11357777" y="4263475"/>
            <a:ext cx="3809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2" y="0"/>
                </a:moveTo>
                <a:lnTo>
                  <a:pt x="9062" y="414"/>
                </a:lnTo>
                <a:lnTo>
                  <a:pt x="12509" y="767"/>
                </a:lnTo>
                <a:lnTo>
                  <a:pt x="14934" y="1163"/>
                </a:lnTo>
                <a:lnTo>
                  <a:pt x="16798" y="1699"/>
                </a:lnTo>
                <a:lnTo>
                  <a:pt x="18550" y="2480"/>
                </a:lnTo>
                <a:lnTo>
                  <a:pt x="20662" y="3600"/>
                </a:lnTo>
                <a:lnTo>
                  <a:pt x="21220" y="6257"/>
                </a:lnTo>
                <a:lnTo>
                  <a:pt x="21517" y="8798"/>
                </a:lnTo>
                <a:lnTo>
                  <a:pt x="21600" y="11279"/>
                </a:lnTo>
                <a:lnTo>
                  <a:pt x="21509" y="13745"/>
                </a:lnTo>
                <a:lnTo>
                  <a:pt x="21290" y="16254"/>
                </a:lnTo>
                <a:lnTo>
                  <a:pt x="20993" y="18857"/>
                </a:lnTo>
                <a:lnTo>
                  <a:pt x="20662" y="21600"/>
                </a:lnTo>
                <a:lnTo>
                  <a:pt x="17740" y="21600"/>
                </a:lnTo>
                <a:lnTo>
                  <a:pt x="14815" y="21600"/>
                </a:lnTo>
                <a:lnTo>
                  <a:pt x="11881" y="21600"/>
                </a:lnTo>
                <a:lnTo>
                  <a:pt x="8934" y="21600"/>
                </a:lnTo>
                <a:lnTo>
                  <a:pt x="5975" y="21600"/>
                </a:lnTo>
                <a:lnTo>
                  <a:pt x="3000" y="21600"/>
                </a:lnTo>
                <a:lnTo>
                  <a:pt x="0" y="21600"/>
                </a:lnTo>
                <a:lnTo>
                  <a:pt x="455" y="19224"/>
                </a:lnTo>
                <a:lnTo>
                  <a:pt x="909" y="16844"/>
                </a:lnTo>
                <a:lnTo>
                  <a:pt x="1364" y="14465"/>
                </a:lnTo>
                <a:lnTo>
                  <a:pt x="1822" y="12078"/>
                </a:lnTo>
                <a:lnTo>
                  <a:pt x="2281" y="9684"/>
                </a:lnTo>
                <a:lnTo>
                  <a:pt x="2740" y="7279"/>
                </a:lnTo>
                <a:lnTo>
                  <a:pt x="3203" y="4867"/>
                </a:lnTo>
                <a:lnTo>
                  <a:pt x="3665" y="2441"/>
                </a:lnTo>
                <a:lnTo>
                  <a:pt x="4132" y="0"/>
                </a:lnTo>
                <a:close/>
              </a:path>
            </a:pathLst>
          </a:custGeom>
          <a:solidFill>
            <a:srgbClr val="BFACD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59" name="contour_09657"/>
          <p:cNvSpPr/>
          <p:nvPr/>
        </p:nvSpPr>
        <p:spPr>
          <a:xfrm>
            <a:off x="8092750" y="4263883"/>
            <a:ext cx="44945" cy="50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23" y="19"/>
                </a:moveTo>
                <a:lnTo>
                  <a:pt x="17940" y="983"/>
                </a:lnTo>
                <a:lnTo>
                  <a:pt x="19467" y="1953"/>
                </a:lnTo>
                <a:lnTo>
                  <a:pt x="21015" y="2936"/>
                </a:lnTo>
                <a:lnTo>
                  <a:pt x="21285" y="5024"/>
                </a:lnTo>
                <a:lnTo>
                  <a:pt x="21467" y="7098"/>
                </a:lnTo>
                <a:lnTo>
                  <a:pt x="21568" y="9167"/>
                </a:lnTo>
                <a:lnTo>
                  <a:pt x="21600" y="11229"/>
                </a:lnTo>
                <a:lnTo>
                  <a:pt x="21572" y="13292"/>
                </a:lnTo>
                <a:lnTo>
                  <a:pt x="21488" y="15357"/>
                </a:lnTo>
                <a:lnTo>
                  <a:pt x="21362" y="17429"/>
                </a:lnTo>
                <a:lnTo>
                  <a:pt x="21204" y="19510"/>
                </a:lnTo>
                <a:lnTo>
                  <a:pt x="21015" y="21600"/>
                </a:lnTo>
                <a:lnTo>
                  <a:pt x="18703" y="21600"/>
                </a:lnTo>
                <a:lnTo>
                  <a:pt x="16374" y="21600"/>
                </a:lnTo>
                <a:lnTo>
                  <a:pt x="14010" y="21600"/>
                </a:lnTo>
                <a:lnTo>
                  <a:pt x="12728" y="19755"/>
                </a:lnTo>
                <a:lnTo>
                  <a:pt x="11937" y="18489"/>
                </a:lnTo>
                <a:lnTo>
                  <a:pt x="11306" y="17226"/>
                </a:lnTo>
                <a:lnTo>
                  <a:pt x="10508" y="15379"/>
                </a:lnTo>
                <a:lnTo>
                  <a:pt x="9751" y="15715"/>
                </a:lnTo>
                <a:lnTo>
                  <a:pt x="8770" y="16153"/>
                </a:lnTo>
                <a:lnTo>
                  <a:pt x="6907" y="16981"/>
                </a:lnTo>
                <a:lnTo>
                  <a:pt x="3503" y="18489"/>
                </a:lnTo>
                <a:lnTo>
                  <a:pt x="3072" y="16567"/>
                </a:lnTo>
                <a:lnTo>
                  <a:pt x="2637" y="14638"/>
                </a:lnTo>
                <a:lnTo>
                  <a:pt x="2203" y="12710"/>
                </a:lnTo>
                <a:lnTo>
                  <a:pt x="1769" y="10772"/>
                </a:lnTo>
                <a:lnTo>
                  <a:pt x="1331" y="8831"/>
                </a:lnTo>
                <a:lnTo>
                  <a:pt x="890" y="6878"/>
                </a:lnTo>
                <a:lnTo>
                  <a:pt x="448" y="4915"/>
                </a:lnTo>
                <a:lnTo>
                  <a:pt x="0" y="2936"/>
                </a:lnTo>
                <a:lnTo>
                  <a:pt x="2417" y="2065"/>
                </a:lnTo>
                <a:lnTo>
                  <a:pt x="4697" y="1350"/>
                </a:lnTo>
                <a:lnTo>
                  <a:pt x="6907" y="790"/>
                </a:lnTo>
                <a:lnTo>
                  <a:pt x="9121" y="379"/>
                </a:lnTo>
                <a:lnTo>
                  <a:pt x="11401" y="118"/>
                </a:lnTo>
                <a:lnTo>
                  <a:pt x="13810" y="0"/>
                </a:lnTo>
                <a:lnTo>
                  <a:pt x="16423" y="19"/>
                </a:lnTo>
                <a:close/>
              </a:path>
            </a:pathLst>
          </a:custGeom>
          <a:solidFill>
            <a:srgbClr val="F4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0" name="contour_09658"/>
          <p:cNvSpPr/>
          <p:nvPr/>
        </p:nvSpPr>
        <p:spPr>
          <a:xfrm>
            <a:off x="724598" y="4197883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023" y="1584"/>
                </a:lnTo>
                <a:lnTo>
                  <a:pt x="19533" y="3170"/>
                </a:lnTo>
                <a:lnTo>
                  <a:pt x="20045" y="4764"/>
                </a:lnTo>
                <a:lnTo>
                  <a:pt x="20560" y="6365"/>
                </a:lnTo>
                <a:lnTo>
                  <a:pt x="21079" y="7975"/>
                </a:lnTo>
                <a:lnTo>
                  <a:pt x="21600" y="9600"/>
                </a:lnTo>
                <a:lnTo>
                  <a:pt x="20285" y="11114"/>
                </a:lnTo>
                <a:lnTo>
                  <a:pt x="19273" y="12218"/>
                </a:lnTo>
                <a:lnTo>
                  <a:pt x="18354" y="13097"/>
                </a:lnTo>
                <a:lnTo>
                  <a:pt x="17323" y="13930"/>
                </a:lnTo>
                <a:lnTo>
                  <a:pt x="15965" y="14904"/>
                </a:lnTo>
                <a:lnTo>
                  <a:pt x="14077" y="16200"/>
                </a:lnTo>
                <a:lnTo>
                  <a:pt x="12614" y="17227"/>
                </a:lnTo>
                <a:lnTo>
                  <a:pt x="11146" y="18264"/>
                </a:lnTo>
                <a:lnTo>
                  <a:pt x="9655" y="19313"/>
                </a:lnTo>
                <a:lnTo>
                  <a:pt x="8504" y="20069"/>
                </a:lnTo>
                <a:lnTo>
                  <a:pt x="7344" y="20830"/>
                </a:lnTo>
                <a:lnTo>
                  <a:pt x="6171" y="21600"/>
                </a:lnTo>
                <a:lnTo>
                  <a:pt x="6171" y="20014"/>
                </a:lnTo>
                <a:lnTo>
                  <a:pt x="6171" y="18418"/>
                </a:lnTo>
                <a:lnTo>
                  <a:pt x="6171" y="16800"/>
                </a:lnTo>
                <a:lnTo>
                  <a:pt x="4644" y="16205"/>
                </a:lnTo>
                <a:lnTo>
                  <a:pt x="3107" y="15610"/>
                </a:lnTo>
                <a:lnTo>
                  <a:pt x="1564" y="15007"/>
                </a:lnTo>
                <a:lnTo>
                  <a:pt x="0" y="14400"/>
                </a:lnTo>
                <a:lnTo>
                  <a:pt x="1527" y="13212"/>
                </a:lnTo>
                <a:lnTo>
                  <a:pt x="3055" y="12024"/>
                </a:lnTo>
                <a:lnTo>
                  <a:pt x="4585" y="10834"/>
                </a:lnTo>
                <a:lnTo>
                  <a:pt x="6116" y="9643"/>
                </a:lnTo>
                <a:lnTo>
                  <a:pt x="7649" y="8450"/>
                </a:lnTo>
                <a:lnTo>
                  <a:pt x="9189" y="7255"/>
                </a:lnTo>
                <a:lnTo>
                  <a:pt x="10729" y="6055"/>
                </a:lnTo>
                <a:lnTo>
                  <a:pt x="12275" y="4853"/>
                </a:lnTo>
                <a:lnTo>
                  <a:pt x="13824" y="3648"/>
                </a:lnTo>
                <a:lnTo>
                  <a:pt x="15382" y="2436"/>
                </a:lnTo>
                <a:lnTo>
                  <a:pt x="16944" y="1222"/>
                </a:lnTo>
                <a:lnTo>
                  <a:pt x="18514" y="0"/>
                </a:lnTo>
                <a:close/>
              </a:path>
            </a:pathLst>
          </a:custGeom>
          <a:solidFill>
            <a:srgbClr val="B2C9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1" name="contour_09659"/>
          <p:cNvSpPr/>
          <p:nvPr/>
        </p:nvSpPr>
        <p:spPr>
          <a:xfrm>
            <a:off x="10118819" y="4196265"/>
            <a:ext cx="72880" cy="453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71"/>
                </a:moveTo>
                <a:lnTo>
                  <a:pt x="1542" y="424"/>
                </a:lnTo>
                <a:lnTo>
                  <a:pt x="3020" y="163"/>
                </a:lnTo>
                <a:lnTo>
                  <a:pt x="4447" y="17"/>
                </a:lnTo>
                <a:lnTo>
                  <a:pt x="5834" y="0"/>
                </a:lnTo>
                <a:lnTo>
                  <a:pt x="7193" y="125"/>
                </a:lnTo>
                <a:lnTo>
                  <a:pt x="8538" y="420"/>
                </a:lnTo>
                <a:lnTo>
                  <a:pt x="9878" y="899"/>
                </a:lnTo>
                <a:lnTo>
                  <a:pt x="11226" y="1576"/>
                </a:lnTo>
                <a:lnTo>
                  <a:pt x="12595" y="2479"/>
                </a:lnTo>
                <a:lnTo>
                  <a:pt x="13997" y="3617"/>
                </a:lnTo>
                <a:lnTo>
                  <a:pt x="16064" y="6134"/>
                </a:lnTo>
                <a:lnTo>
                  <a:pt x="17580" y="8016"/>
                </a:lnTo>
                <a:lnTo>
                  <a:pt x="18684" y="9457"/>
                </a:lnTo>
                <a:lnTo>
                  <a:pt x="19503" y="10647"/>
                </a:lnTo>
                <a:lnTo>
                  <a:pt x="20174" y="11782"/>
                </a:lnTo>
                <a:lnTo>
                  <a:pt x="20829" y="13053"/>
                </a:lnTo>
                <a:lnTo>
                  <a:pt x="21600" y="14657"/>
                </a:lnTo>
                <a:lnTo>
                  <a:pt x="21272" y="16979"/>
                </a:lnTo>
                <a:lnTo>
                  <a:pt x="20939" y="18476"/>
                </a:lnTo>
                <a:lnTo>
                  <a:pt x="20395" y="19798"/>
                </a:lnTo>
                <a:lnTo>
                  <a:pt x="19440" y="21600"/>
                </a:lnTo>
                <a:lnTo>
                  <a:pt x="17898" y="21600"/>
                </a:lnTo>
                <a:lnTo>
                  <a:pt x="16353" y="21600"/>
                </a:lnTo>
                <a:lnTo>
                  <a:pt x="14811" y="21600"/>
                </a:lnTo>
                <a:lnTo>
                  <a:pt x="13269" y="21600"/>
                </a:lnTo>
                <a:lnTo>
                  <a:pt x="11727" y="21600"/>
                </a:lnTo>
                <a:lnTo>
                  <a:pt x="10182" y="21600"/>
                </a:lnTo>
                <a:lnTo>
                  <a:pt x="8640" y="21600"/>
                </a:lnTo>
                <a:lnTo>
                  <a:pt x="8908" y="19229"/>
                </a:lnTo>
                <a:lnTo>
                  <a:pt x="9180" y="16827"/>
                </a:lnTo>
                <a:lnTo>
                  <a:pt x="9100" y="15997"/>
                </a:lnTo>
                <a:lnTo>
                  <a:pt x="8962" y="14535"/>
                </a:lnTo>
                <a:lnTo>
                  <a:pt x="8640" y="11185"/>
                </a:lnTo>
                <a:lnTo>
                  <a:pt x="7340" y="9852"/>
                </a:lnTo>
                <a:lnTo>
                  <a:pt x="6031" y="8682"/>
                </a:lnTo>
                <a:lnTo>
                  <a:pt x="4696" y="7637"/>
                </a:lnTo>
                <a:lnTo>
                  <a:pt x="3320" y="6669"/>
                </a:lnTo>
                <a:lnTo>
                  <a:pt x="1890" y="5735"/>
                </a:lnTo>
                <a:lnTo>
                  <a:pt x="950" y="4992"/>
                </a:lnTo>
                <a:lnTo>
                  <a:pt x="0" y="4242"/>
                </a:lnTo>
                <a:lnTo>
                  <a:pt x="0" y="2520"/>
                </a:lnTo>
                <a:lnTo>
                  <a:pt x="0" y="771"/>
                </a:lnTo>
                <a:close/>
              </a:path>
            </a:pathLst>
          </a:custGeom>
          <a:solidFill>
            <a:srgbClr val="F5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2" name="contour_09660"/>
          <p:cNvSpPr/>
          <p:nvPr/>
        </p:nvSpPr>
        <p:spPr>
          <a:xfrm>
            <a:off x="1205605" y="4125003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586"/>
                </a:lnTo>
                <a:lnTo>
                  <a:pt x="21600" y="3182"/>
                </a:lnTo>
                <a:lnTo>
                  <a:pt x="21600" y="4800"/>
                </a:lnTo>
                <a:lnTo>
                  <a:pt x="19462" y="4800"/>
                </a:lnTo>
                <a:lnTo>
                  <a:pt x="17316" y="4800"/>
                </a:lnTo>
                <a:lnTo>
                  <a:pt x="15163" y="4800"/>
                </a:lnTo>
                <a:lnTo>
                  <a:pt x="12992" y="4800"/>
                </a:lnTo>
                <a:lnTo>
                  <a:pt x="10800" y="4800"/>
                </a:lnTo>
                <a:lnTo>
                  <a:pt x="10609" y="6415"/>
                </a:lnTo>
                <a:lnTo>
                  <a:pt x="10440" y="8018"/>
                </a:lnTo>
                <a:lnTo>
                  <a:pt x="10303" y="9617"/>
                </a:lnTo>
                <a:lnTo>
                  <a:pt x="10213" y="11210"/>
                </a:lnTo>
                <a:lnTo>
                  <a:pt x="10177" y="12804"/>
                </a:lnTo>
                <a:lnTo>
                  <a:pt x="10206" y="14395"/>
                </a:lnTo>
                <a:lnTo>
                  <a:pt x="10314" y="15991"/>
                </a:lnTo>
                <a:lnTo>
                  <a:pt x="10508" y="17592"/>
                </a:lnTo>
                <a:lnTo>
                  <a:pt x="10800" y="19200"/>
                </a:lnTo>
                <a:lnTo>
                  <a:pt x="13478" y="20227"/>
                </a:lnTo>
                <a:lnTo>
                  <a:pt x="15379" y="20866"/>
                </a:lnTo>
                <a:lnTo>
                  <a:pt x="17021" y="21230"/>
                </a:lnTo>
                <a:lnTo>
                  <a:pt x="18922" y="21437"/>
                </a:lnTo>
                <a:lnTo>
                  <a:pt x="21600" y="21600"/>
                </a:lnTo>
                <a:lnTo>
                  <a:pt x="20513" y="21480"/>
                </a:lnTo>
                <a:lnTo>
                  <a:pt x="19516" y="21367"/>
                </a:lnTo>
                <a:lnTo>
                  <a:pt x="18425" y="21247"/>
                </a:lnTo>
                <a:lnTo>
                  <a:pt x="17064" y="21096"/>
                </a:lnTo>
                <a:lnTo>
                  <a:pt x="15257" y="20894"/>
                </a:lnTo>
                <a:lnTo>
                  <a:pt x="12823" y="20626"/>
                </a:lnTo>
                <a:lnTo>
                  <a:pt x="9590" y="20266"/>
                </a:lnTo>
                <a:lnTo>
                  <a:pt x="5375" y="19798"/>
                </a:lnTo>
                <a:lnTo>
                  <a:pt x="0" y="19200"/>
                </a:lnTo>
                <a:lnTo>
                  <a:pt x="554" y="15838"/>
                </a:lnTo>
                <a:lnTo>
                  <a:pt x="1037" y="13066"/>
                </a:lnTo>
                <a:lnTo>
                  <a:pt x="1490" y="10802"/>
                </a:lnTo>
                <a:lnTo>
                  <a:pt x="1951" y="8971"/>
                </a:lnTo>
                <a:lnTo>
                  <a:pt x="2462" y="7490"/>
                </a:lnTo>
                <a:lnTo>
                  <a:pt x="3064" y="6278"/>
                </a:lnTo>
                <a:lnTo>
                  <a:pt x="3791" y="5261"/>
                </a:lnTo>
                <a:lnTo>
                  <a:pt x="4687" y="4354"/>
                </a:lnTo>
                <a:lnTo>
                  <a:pt x="5789" y="3478"/>
                </a:lnTo>
                <a:lnTo>
                  <a:pt x="7139" y="2551"/>
                </a:lnTo>
                <a:lnTo>
                  <a:pt x="8777" y="1500"/>
                </a:lnTo>
                <a:lnTo>
                  <a:pt x="11178" y="869"/>
                </a:lnTo>
                <a:lnTo>
                  <a:pt x="13000" y="444"/>
                </a:lnTo>
                <a:lnTo>
                  <a:pt x="14598" y="187"/>
                </a:lnTo>
                <a:lnTo>
                  <a:pt x="16326" y="55"/>
                </a:lnTo>
                <a:lnTo>
                  <a:pt x="18540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DF4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3" name="contour_09661"/>
          <p:cNvSpPr/>
          <p:nvPr/>
        </p:nvSpPr>
        <p:spPr>
          <a:xfrm>
            <a:off x="4958921" y="412500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25"/>
                </a:lnTo>
                <a:lnTo>
                  <a:pt x="6860" y="454"/>
                </a:lnTo>
                <a:lnTo>
                  <a:pt x="8618" y="768"/>
                </a:lnTo>
                <a:lnTo>
                  <a:pt x="11340" y="1253"/>
                </a:lnTo>
                <a:lnTo>
                  <a:pt x="15509" y="1996"/>
                </a:lnTo>
                <a:lnTo>
                  <a:pt x="21600" y="3086"/>
                </a:lnTo>
                <a:lnTo>
                  <a:pt x="21125" y="5122"/>
                </a:lnTo>
                <a:lnTo>
                  <a:pt x="20650" y="7162"/>
                </a:lnTo>
                <a:lnTo>
                  <a:pt x="20174" y="9202"/>
                </a:lnTo>
                <a:lnTo>
                  <a:pt x="19695" y="11247"/>
                </a:lnTo>
                <a:lnTo>
                  <a:pt x="19215" y="13299"/>
                </a:lnTo>
                <a:lnTo>
                  <a:pt x="18736" y="15361"/>
                </a:lnTo>
                <a:lnTo>
                  <a:pt x="18252" y="17428"/>
                </a:lnTo>
                <a:lnTo>
                  <a:pt x="17768" y="19508"/>
                </a:lnTo>
                <a:lnTo>
                  <a:pt x="17280" y="21600"/>
                </a:lnTo>
                <a:lnTo>
                  <a:pt x="12614" y="20483"/>
                </a:lnTo>
                <a:lnTo>
                  <a:pt x="9189" y="19625"/>
                </a:lnTo>
                <a:lnTo>
                  <a:pt x="6692" y="18919"/>
                </a:lnTo>
                <a:lnTo>
                  <a:pt x="4830" y="18252"/>
                </a:lnTo>
                <a:lnTo>
                  <a:pt x="3292" y="17521"/>
                </a:lnTo>
                <a:lnTo>
                  <a:pt x="1784" y="16617"/>
                </a:lnTo>
                <a:lnTo>
                  <a:pt x="0" y="15429"/>
                </a:lnTo>
                <a:lnTo>
                  <a:pt x="4" y="13395"/>
                </a:lnTo>
                <a:lnTo>
                  <a:pt x="203" y="11420"/>
                </a:lnTo>
                <a:lnTo>
                  <a:pt x="579" y="9489"/>
                </a:lnTo>
                <a:lnTo>
                  <a:pt x="1106" y="7588"/>
                </a:lnTo>
                <a:lnTo>
                  <a:pt x="1767" y="5699"/>
                </a:lnTo>
                <a:lnTo>
                  <a:pt x="2536" y="3817"/>
                </a:lnTo>
                <a:lnTo>
                  <a:pt x="3396" y="1922"/>
                </a:lnTo>
                <a:lnTo>
                  <a:pt x="4320" y="0"/>
                </a:lnTo>
                <a:close/>
              </a:path>
            </a:pathLst>
          </a:custGeom>
          <a:solidFill>
            <a:srgbClr val="FA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4" name="contour_09662"/>
          <p:cNvSpPr/>
          <p:nvPr/>
        </p:nvSpPr>
        <p:spPr>
          <a:xfrm>
            <a:off x="3916738" y="4102367"/>
            <a:ext cx="65592" cy="39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1"/>
                </a:moveTo>
                <a:lnTo>
                  <a:pt x="19306" y="4774"/>
                </a:lnTo>
                <a:lnTo>
                  <a:pt x="17374" y="8417"/>
                </a:lnTo>
                <a:lnTo>
                  <a:pt x="15754" y="11412"/>
                </a:lnTo>
                <a:lnTo>
                  <a:pt x="14395" y="13839"/>
                </a:lnTo>
                <a:lnTo>
                  <a:pt x="13243" y="15773"/>
                </a:lnTo>
                <a:lnTo>
                  <a:pt x="12250" y="17282"/>
                </a:lnTo>
                <a:lnTo>
                  <a:pt x="11359" y="18442"/>
                </a:lnTo>
                <a:lnTo>
                  <a:pt x="10522" y="19332"/>
                </a:lnTo>
                <a:lnTo>
                  <a:pt x="9686" y="20015"/>
                </a:lnTo>
                <a:lnTo>
                  <a:pt x="8798" y="20575"/>
                </a:lnTo>
                <a:lnTo>
                  <a:pt x="7810" y="21076"/>
                </a:lnTo>
                <a:lnTo>
                  <a:pt x="6665" y="21600"/>
                </a:lnTo>
                <a:lnTo>
                  <a:pt x="5090" y="21536"/>
                </a:lnTo>
                <a:lnTo>
                  <a:pt x="3871" y="21374"/>
                </a:lnTo>
                <a:lnTo>
                  <a:pt x="2383" y="21000"/>
                </a:lnTo>
                <a:lnTo>
                  <a:pt x="0" y="20281"/>
                </a:lnTo>
                <a:lnTo>
                  <a:pt x="444" y="17290"/>
                </a:lnTo>
                <a:lnTo>
                  <a:pt x="926" y="14653"/>
                </a:lnTo>
                <a:lnTo>
                  <a:pt x="1490" y="12278"/>
                </a:lnTo>
                <a:lnTo>
                  <a:pt x="2177" y="10081"/>
                </a:lnTo>
                <a:lnTo>
                  <a:pt x="3029" y="7968"/>
                </a:lnTo>
                <a:lnTo>
                  <a:pt x="4090" y="5851"/>
                </a:lnTo>
                <a:lnTo>
                  <a:pt x="5400" y="3646"/>
                </a:lnTo>
                <a:lnTo>
                  <a:pt x="7039" y="2502"/>
                </a:lnTo>
                <a:lnTo>
                  <a:pt x="8638" y="1609"/>
                </a:lnTo>
                <a:lnTo>
                  <a:pt x="10207" y="937"/>
                </a:lnTo>
                <a:lnTo>
                  <a:pt x="11767" y="469"/>
                </a:lnTo>
                <a:lnTo>
                  <a:pt x="13325" y="171"/>
                </a:lnTo>
                <a:lnTo>
                  <a:pt x="14899" y="24"/>
                </a:lnTo>
                <a:lnTo>
                  <a:pt x="16498" y="0"/>
                </a:lnTo>
                <a:lnTo>
                  <a:pt x="18139" y="75"/>
                </a:lnTo>
                <a:lnTo>
                  <a:pt x="19836" y="226"/>
                </a:lnTo>
                <a:lnTo>
                  <a:pt x="21600" y="421"/>
                </a:lnTo>
                <a:close/>
              </a:path>
            </a:pathLst>
          </a:custGeom>
          <a:solidFill>
            <a:srgbClr val="B8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5" name="contour_09663"/>
          <p:cNvSpPr/>
          <p:nvPr/>
        </p:nvSpPr>
        <p:spPr>
          <a:xfrm>
            <a:off x="7677342" y="4022665"/>
            <a:ext cx="51016" cy="37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74"/>
                </a:moveTo>
                <a:lnTo>
                  <a:pt x="5138" y="0"/>
                </a:lnTo>
                <a:lnTo>
                  <a:pt x="7134" y="46"/>
                </a:lnTo>
                <a:lnTo>
                  <a:pt x="9091" y="290"/>
                </a:lnTo>
                <a:lnTo>
                  <a:pt x="11010" y="738"/>
                </a:lnTo>
                <a:lnTo>
                  <a:pt x="12901" y="1372"/>
                </a:lnTo>
                <a:lnTo>
                  <a:pt x="14777" y="2185"/>
                </a:lnTo>
                <a:lnTo>
                  <a:pt x="16647" y="3172"/>
                </a:lnTo>
                <a:lnTo>
                  <a:pt x="18514" y="4320"/>
                </a:lnTo>
                <a:lnTo>
                  <a:pt x="19557" y="7077"/>
                </a:lnTo>
                <a:lnTo>
                  <a:pt x="20295" y="9676"/>
                </a:lnTo>
                <a:lnTo>
                  <a:pt x="20792" y="12234"/>
                </a:lnTo>
                <a:lnTo>
                  <a:pt x="21128" y="14880"/>
                </a:lnTo>
                <a:lnTo>
                  <a:pt x="21372" y="17728"/>
                </a:lnTo>
                <a:lnTo>
                  <a:pt x="21600" y="20903"/>
                </a:lnTo>
                <a:lnTo>
                  <a:pt x="19523" y="21123"/>
                </a:lnTo>
                <a:lnTo>
                  <a:pt x="17459" y="21314"/>
                </a:lnTo>
                <a:lnTo>
                  <a:pt x="15407" y="21463"/>
                </a:lnTo>
                <a:lnTo>
                  <a:pt x="13358" y="21563"/>
                </a:lnTo>
                <a:lnTo>
                  <a:pt x="11312" y="21600"/>
                </a:lnTo>
                <a:lnTo>
                  <a:pt x="9266" y="21563"/>
                </a:lnTo>
                <a:lnTo>
                  <a:pt x="7214" y="21442"/>
                </a:lnTo>
                <a:lnTo>
                  <a:pt x="5156" y="21227"/>
                </a:lnTo>
                <a:lnTo>
                  <a:pt x="3086" y="20903"/>
                </a:lnTo>
                <a:lnTo>
                  <a:pt x="1672" y="18068"/>
                </a:lnTo>
                <a:lnTo>
                  <a:pt x="805" y="16003"/>
                </a:lnTo>
                <a:lnTo>
                  <a:pt x="336" y="14113"/>
                </a:lnTo>
                <a:lnTo>
                  <a:pt x="117" y="11799"/>
                </a:lnTo>
                <a:lnTo>
                  <a:pt x="0" y="8466"/>
                </a:lnTo>
                <a:lnTo>
                  <a:pt x="639" y="5750"/>
                </a:lnTo>
                <a:lnTo>
                  <a:pt x="1173" y="3980"/>
                </a:lnTo>
                <a:lnTo>
                  <a:pt x="1892" y="2380"/>
                </a:lnTo>
                <a:lnTo>
                  <a:pt x="3086" y="174"/>
                </a:lnTo>
                <a:close/>
              </a:path>
            </a:pathLst>
          </a:custGeom>
          <a:solidFill>
            <a:srgbClr val="D3D9DC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6" name="contour_09664"/>
          <p:cNvSpPr/>
          <p:nvPr/>
        </p:nvSpPr>
        <p:spPr>
          <a:xfrm>
            <a:off x="7145318" y="3985992"/>
            <a:ext cx="65592" cy="29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0" y="64"/>
                </a:moveTo>
                <a:lnTo>
                  <a:pt x="15996" y="111"/>
                </a:lnTo>
                <a:lnTo>
                  <a:pt x="17299" y="159"/>
                </a:lnTo>
                <a:lnTo>
                  <a:pt x="18619" y="207"/>
                </a:lnTo>
                <a:lnTo>
                  <a:pt x="19361" y="249"/>
                </a:lnTo>
                <a:lnTo>
                  <a:pt x="21600" y="392"/>
                </a:lnTo>
                <a:lnTo>
                  <a:pt x="21298" y="4226"/>
                </a:lnTo>
                <a:lnTo>
                  <a:pt x="21022" y="6972"/>
                </a:lnTo>
                <a:lnTo>
                  <a:pt x="20657" y="9390"/>
                </a:lnTo>
                <a:lnTo>
                  <a:pt x="20088" y="12242"/>
                </a:lnTo>
                <a:lnTo>
                  <a:pt x="19200" y="16298"/>
                </a:lnTo>
                <a:lnTo>
                  <a:pt x="17506" y="17279"/>
                </a:lnTo>
                <a:lnTo>
                  <a:pt x="15902" y="18090"/>
                </a:lnTo>
                <a:lnTo>
                  <a:pt x="14345" y="18748"/>
                </a:lnTo>
                <a:lnTo>
                  <a:pt x="12782" y="19262"/>
                </a:lnTo>
                <a:lnTo>
                  <a:pt x="11167" y="19654"/>
                </a:lnTo>
                <a:lnTo>
                  <a:pt x="9449" y="19946"/>
                </a:lnTo>
                <a:lnTo>
                  <a:pt x="8767" y="20078"/>
                </a:lnTo>
                <a:lnTo>
                  <a:pt x="6708" y="20497"/>
                </a:lnTo>
                <a:lnTo>
                  <a:pt x="5033" y="20805"/>
                </a:lnTo>
                <a:lnTo>
                  <a:pt x="3355" y="21086"/>
                </a:lnTo>
                <a:lnTo>
                  <a:pt x="1678" y="21351"/>
                </a:lnTo>
                <a:lnTo>
                  <a:pt x="0" y="21600"/>
                </a:lnTo>
                <a:lnTo>
                  <a:pt x="746" y="15354"/>
                </a:lnTo>
                <a:lnTo>
                  <a:pt x="1327" y="11033"/>
                </a:lnTo>
                <a:lnTo>
                  <a:pt x="1867" y="8085"/>
                </a:lnTo>
                <a:lnTo>
                  <a:pt x="2489" y="5970"/>
                </a:lnTo>
                <a:lnTo>
                  <a:pt x="3319" y="4146"/>
                </a:lnTo>
                <a:lnTo>
                  <a:pt x="4481" y="2073"/>
                </a:lnTo>
                <a:lnTo>
                  <a:pt x="6199" y="1161"/>
                </a:lnTo>
                <a:lnTo>
                  <a:pt x="7879" y="551"/>
                </a:lnTo>
                <a:lnTo>
                  <a:pt x="9542" y="191"/>
                </a:lnTo>
                <a:lnTo>
                  <a:pt x="11215" y="27"/>
                </a:lnTo>
                <a:lnTo>
                  <a:pt x="12926" y="0"/>
                </a:lnTo>
                <a:lnTo>
                  <a:pt x="14700" y="64"/>
                </a:lnTo>
                <a:close/>
              </a:path>
            </a:pathLst>
          </a:custGeom>
          <a:solidFill>
            <a:srgbClr val="BAD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7" name="contour_09665"/>
          <p:cNvSpPr/>
          <p:nvPr/>
        </p:nvSpPr>
        <p:spPr>
          <a:xfrm>
            <a:off x="10505082" y="3665860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414" y="2009"/>
                </a:lnTo>
                <a:lnTo>
                  <a:pt x="3038" y="4052"/>
                </a:lnTo>
                <a:lnTo>
                  <a:pt x="4073" y="5880"/>
                </a:lnTo>
                <a:lnTo>
                  <a:pt x="5125" y="7392"/>
                </a:lnTo>
                <a:lnTo>
                  <a:pt x="6194" y="8631"/>
                </a:lnTo>
                <a:lnTo>
                  <a:pt x="7283" y="9634"/>
                </a:lnTo>
                <a:lnTo>
                  <a:pt x="8397" y="10446"/>
                </a:lnTo>
                <a:lnTo>
                  <a:pt x="9535" y="11098"/>
                </a:lnTo>
                <a:lnTo>
                  <a:pt x="10703" y="11634"/>
                </a:lnTo>
                <a:lnTo>
                  <a:pt x="11900" y="12100"/>
                </a:lnTo>
                <a:lnTo>
                  <a:pt x="13133" y="12528"/>
                </a:lnTo>
                <a:lnTo>
                  <a:pt x="14400" y="12960"/>
                </a:lnTo>
                <a:lnTo>
                  <a:pt x="14400" y="10104"/>
                </a:lnTo>
                <a:lnTo>
                  <a:pt x="14400" y="7232"/>
                </a:lnTo>
                <a:lnTo>
                  <a:pt x="14400" y="4320"/>
                </a:lnTo>
                <a:lnTo>
                  <a:pt x="15588" y="4320"/>
                </a:lnTo>
                <a:lnTo>
                  <a:pt x="16778" y="4320"/>
                </a:lnTo>
                <a:lnTo>
                  <a:pt x="17973" y="4320"/>
                </a:lnTo>
                <a:lnTo>
                  <a:pt x="19174" y="4320"/>
                </a:lnTo>
                <a:lnTo>
                  <a:pt x="20381" y="4320"/>
                </a:lnTo>
                <a:lnTo>
                  <a:pt x="21600" y="4320"/>
                </a:lnTo>
                <a:lnTo>
                  <a:pt x="21303" y="7171"/>
                </a:lnTo>
                <a:lnTo>
                  <a:pt x="21006" y="10027"/>
                </a:lnTo>
                <a:lnTo>
                  <a:pt x="20707" y="12895"/>
                </a:lnTo>
                <a:lnTo>
                  <a:pt x="20407" y="15777"/>
                </a:lnTo>
                <a:lnTo>
                  <a:pt x="20104" y="18675"/>
                </a:lnTo>
                <a:lnTo>
                  <a:pt x="19800" y="21600"/>
                </a:lnTo>
                <a:lnTo>
                  <a:pt x="18574" y="21332"/>
                </a:lnTo>
                <a:lnTo>
                  <a:pt x="17350" y="21064"/>
                </a:lnTo>
                <a:lnTo>
                  <a:pt x="16123" y="20796"/>
                </a:lnTo>
                <a:lnTo>
                  <a:pt x="14897" y="20529"/>
                </a:lnTo>
                <a:lnTo>
                  <a:pt x="13669" y="20261"/>
                </a:lnTo>
                <a:lnTo>
                  <a:pt x="12438" y="19993"/>
                </a:lnTo>
                <a:lnTo>
                  <a:pt x="11207" y="19725"/>
                </a:lnTo>
                <a:lnTo>
                  <a:pt x="9974" y="19457"/>
                </a:lnTo>
                <a:lnTo>
                  <a:pt x="8739" y="19185"/>
                </a:lnTo>
                <a:lnTo>
                  <a:pt x="7501" y="18917"/>
                </a:lnTo>
                <a:lnTo>
                  <a:pt x="6259" y="18645"/>
                </a:lnTo>
                <a:lnTo>
                  <a:pt x="5015" y="18373"/>
                </a:lnTo>
                <a:lnTo>
                  <a:pt x="3767" y="18101"/>
                </a:lnTo>
                <a:lnTo>
                  <a:pt x="2516" y="17829"/>
                </a:lnTo>
                <a:lnTo>
                  <a:pt x="1260" y="17556"/>
                </a:lnTo>
                <a:lnTo>
                  <a:pt x="0" y="17280"/>
                </a:lnTo>
                <a:lnTo>
                  <a:pt x="297" y="14429"/>
                </a:lnTo>
                <a:lnTo>
                  <a:pt x="594" y="11573"/>
                </a:lnTo>
                <a:lnTo>
                  <a:pt x="893" y="8705"/>
                </a:lnTo>
                <a:lnTo>
                  <a:pt x="1193" y="5823"/>
                </a:lnTo>
                <a:lnTo>
                  <a:pt x="1496" y="2925"/>
                </a:lnTo>
                <a:lnTo>
                  <a:pt x="1800" y="0"/>
                </a:lnTo>
                <a:close/>
              </a:path>
            </a:pathLst>
          </a:custGeom>
          <a:solidFill>
            <a:srgbClr val="C9D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8" name="contour_09666"/>
          <p:cNvSpPr/>
          <p:nvPr/>
        </p:nvSpPr>
        <p:spPr>
          <a:xfrm>
            <a:off x="10760162" y="3665860"/>
            <a:ext cx="14576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4" y="0"/>
                </a:lnTo>
                <a:lnTo>
                  <a:pt x="1527" y="0"/>
                </a:lnTo>
                <a:lnTo>
                  <a:pt x="2292" y="0"/>
                </a:lnTo>
                <a:lnTo>
                  <a:pt x="3055" y="0"/>
                </a:lnTo>
                <a:lnTo>
                  <a:pt x="3820" y="0"/>
                </a:lnTo>
                <a:lnTo>
                  <a:pt x="4585" y="0"/>
                </a:lnTo>
                <a:lnTo>
                  <a:pt x="5349" y="0"/>
                </a:lnTo>
                <a:lnTo>
                  <a:pt x="6115" y="0"/>
                </a:lnTo>
                <a:lnTo>
                  <a:pt x="6881" y="0"/>
                </a:lnTo>
                <a:lnTo>
                  <a:pt x="7647" y="0"/>
                </a:lnTo>
                <a:lnTo>
                  <a:pt x="8414" y="0"/>
                </a:lnTo>
                <a:lnTo>
                  <a:pt x="9181" y="0"/>
                </a:lnTo>
                <a:lnTo>
                  <a:pt x="9950" y="0"/>
                </a:lnTo>
                <a:lnTo>
                  <a:pt x="10719" y="0"/>
                </a:lnTo>
                <a:lnTo>
                  <a:pt x="11489" y="0"/>
                </a:lnTo>
                <a:lnTo>
                  <a:pt x="12260" y="0"/>
                </a:lnTo>
                <a:lnTo>
                  <a:pt x="13031" y="0"/>
                </a:lnTo>
                <a:lnTo>
                  <a:pt x="13805" y="0"/>
                </a:lnTo>
                <a:lnTo>
                  <a:pt x="14578" y="0"/>
                </a:lnTo>
                <a:lnTo>
                  <a:pt x="15353" y="0"/>
                </a:lnTo>
                <a:lnTo>
                  <a:pt x="16129" y="0"/>
                </a:lnTo>
                <a:lnTo>
                  <a:pt x="16906" y="0"/>
                </a:lnTo>
                <a:lnTo>
                  <a:pt x="17685" y="0"/>
                </a:lnTo>
                <a:lnTo>
                  <a:pt x="18465" y="0"/>
                </a:lnTo>
                <a:lnTo>
                  <a:pt x="19247" y="0"/>
                </a:lnTo>
                <a:lnTo>
                  <a:pt x="20030" y="0"/>
                </a:lnTo>
                <a:lnTo>
                  <a:pt x="20814" y="0"/>
                </a:lnTo>
                <a:lnTo>
                  <a:pt x="21600" y="0"/>
                </a:lnTo>
                <a:lnTo>
                  <a:pt x="21600" y="2678"/>
                </a:lnTo>
                <a:lnTo>
                  <a:pt x="21600" y="5400"/>
                </a:lnTo>
                <a:lnTo>
                  <a:pt x="21340" y="5449"/>
                </a:lnTo>
                <a:lnTo>
                  <a:pt x="20882" y="5530"/>
                </a:lnTo>
                <a:lnTo>
                  <a:pt x="19833" y="5724"/>
                </a:lnTo>
                <a:lnTo>
                  <a:pt x="19113" y="5864"/>
                </a:lnTo>
                <a:lnTo>
                  <a:pt x="18392" y="6005"/>
                </a:lnTo>
                <a:lnTo>
                  <a:pt x="17673" y="6156"/>
                </a:lnTo>
                <a:lnTo>
                  <a:pt x="16953" y="6307"/>
                </a:lnTo>
                <a:lnTo>
                  <a:pt x="16233" y="6464"/>
                </a:lnTo>
                <a:lnTo>
                  <a:pt x="15513" y="6620"/>
                </a:lnTo>
                <a:lnTo>
                  <a:pt x="14794" y="6782"/>
                </a:lnTo>
                <a:lnTo>
                  <a:pt x="14073" y="6944"/>
                </a:lnTo>
                <a:lnTo>
                  <a:pt x="13354" y="7112"/>
                </a:lnTo>
                <a:lnTo>
                  <a:pt x="12652" y="7268"/>
                </a:lnTo>
                <a:lnTo>
                  <a:pt x="11950" y="7414"/>
                </a:lnTo>
                <a:lnTo>
                  <a:pt x="11249" y="7549"/>
                </a:lnTo>
                <a:lnTo>
                  <a:pt x="10547" y="7679"/>
                </a:lnTo>
                <a:lnTo>
                  <a:pt x="9876" y="7808"/>
                </a:lnTo>
                <a:lnTo>
                  <a:pt x="9204" y="7943"/>
                </a:lnTo>
                <a:lnTo>
                  <a:pt x="8532" y="8089"/>
                </a:lnTo>
                <a:lnTo>
                  <a:pt x="7861" y="8240"/>
                </a:lnTo>
                <a:lnTo>
                  <a:pt x="7190" y="8402"/>
                </a:lnTo>
                <a:lnTo>
                  <a:pt x="6518" y="8564"/>
                </a:lnTo>
                <a:lnTo>
                  <a:pt x="5887" y="8656"/>
                </a:lnTo>
                <a:lnTo>
                  <a:pt x="5247" y="8753"/>
                </a:lnTo>
                <a:lnTo>
                  <a:pt x="4656" y="8926"/>
                </a:lnTo>
                <a:lnTo>
                  <a:pt x="4200" y="9115"/>
                </a:lnTo>
                <a:lnTo>
                  <a:pt x="3730" y="9428"/>
                </a:lnTo>
                <a:lnTo>
                  <a:pt x="3101" y="9958"/>
                </a:lnTo>
                <a:lnTo>
                  <a:pt x="2160" y="10800"/>
                </a:lnTo>
                <a:lnTo>
                  <a:pt x="1686" y="14083"/>
                </a:lnTo>
                <a:lnTo>
                  <a:pt x="1416" y="16303"/>
                </a:lnTo>
                <a:lnTo>
                  <a:pt x="1247" y="18473"/>
                </a:lnTo>
                <a:lnTo>
                  <a:pt x="1080" y="21600"/>
                </a:lnTo>
                <a:lnTo>
                  <a:pt x="902" y="18036"/>
                </a:lnTo>
                <a:lnTo>
                  <a:pt x="724" y="14467"/>
                </a:lnTo>
                <a:lnTo>
                  <a:pt x="544" y="10881"/>
                </a:lnTo>
                <a:lnTo>
                  <a:pt x="364" y="7279"/>
                </a:lnTo>
                <a:lnTo>
                  <a:pt x="18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2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669" name="contour_09667"/>
          <p:cNvSpPr/>
          <p:nvPr/>
        </p:nvSpPr>
        <p:spPr>
          <a:xfrm>
            <a:off x="4740281" y="3627408"/>
            <a:ext cx="72880" cy="31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94"/>
                </a:moveTo>
                <a:lnTo>
                  <a:pt x="1369" y="1228"/>
                </a:lnTo>
                <a:lnTo>
                  <a:pt x="2739" y="1071"/>
                </a:lnTo>
                <a:lnTo>
                  <a:pt x="4106" y="924"/>
                </a:lnTo>
                <a:lnTo>
                  <a:pt x="5476" y="793"/>
                </a:lnTo>
                <a:lnTo>
                  <a:pt x="6845" y="667"/>
                </a:lnTo>
                <a:lnTo>
                  <a:pt x="8214" y="551"/>
                </a:lnTo>
                <a:lnTo>
                  <a:pt x="9586" y="445"/>
                </a:lnTo>
                <a:lnTo>
                  <a:pt x="10271" y="349"/>
                </a:lnTo>
                <a:lnTo>
                  <a:pt x="12340" y="61"/>
                </a:lnTo>
                <a:lnTo>
                  <a:pt x="13813" y="0"/>
                </a:lnTo>
                <a:lnTo>
                  <a:pt x="15226" y="30"/>
                </a:lnTo>
                <a:lnTo>
                  <a:pt x="16613" y="227"/>
                </a:lnTo>
                <a:lnTo>
                  <a:pt x="18006" y="657"/>
                </a:lnTo>
                <a:lnTo>
                  <a:pt x="19440" y="1394"/>
                </a:lnTo>
                <a:lnTo>
                  <a:pt x="20272" y="5183"/>
                </a:lnTo>
                <a:lnTo>
                  <a:pt x="20799" y="7865"/>
                </a:lnTo>
                <a:lnTo>
                  <a:pt x="21127" y="10169"/>
                </a:lnTo>
                <a:lnTo>
                  <a:pt x="21360" y="12821"/>
                </a:lnTo>
                <a:lnTo>
                  <a:pt x="21600" y="16549"/>
                </a:lnTo>
                <a:lnTo>
                  <a:pt x="20358" y="16624"/>
                </a:lnTo>
                <a:lnTo>
                  <a:pt x="19116" y="16695"/>
                </a:lnTo>
                <a:lnTo>
                  <a:pt x="17874" y="16756"/>
                </a:lnTo>
                <a:lnTo>
                  <a:pt x="16632" y="16811"/>
                </a:lnTo>
                <a:lnTo>
                  <a:pt x="15390" y="16862"/>
                </a:lnTo>
                <a:lnTo>
                  <a:pt x="14876" y="16887"/>
                </a:lnTo>
                <a:lnTo>
                  <a:pt x="13971" y="16938"/>
                </a:lnTo>
                <a:lnTo>
                  <a:pt x="11897" y="17044"/>
                </a:lnTo>
                <a:lnTo>
                  <a:pt x="10409" y="16690"/>
                </a:lnTo>
                <a:lnTo>
                  <a:pt x="9122" y="16119"/>
                </a:lnTo>
                <a:lnTo>
                  <a:pt x="7953" y="15321"/>
                </a:lnTo>
                <a:lnTo>
                  <a:pt x="6819" y="14291"/>
                </a:lnTo>
                <a:lnTo>
                  <a:pt x="5635" y="13018"/>
                </a:lnTo>
                <a:lnTo>
                  <a:pt x="4320" y="11497"/>
                </a:lnTo>
                <a:lnTo>
                  <a:pt x="2886" y="14321"/>
                </a:lnTo>
                <a:lnTo>
                  <a:pt x="1957" y="16316"/>
                </a:lnTo>
                <a:lnTo>
                  <a:pt x="1130" y="18423"/>
                </a:lnTo>
                <a:lnTo>
                  <a:pt x="0" y="21600"/>
                </a:lnTo>
                <a:lnTo>
                  <a:pt x="0" y="18266"/>
                </a:lnTo>
                <a:lnTo>
                  <a:pt x="0" y="14927"/>
                </a:lnTo>
                <a:lnTo>
                  <a:pt x="0" y="11573"/>
                </a:lnTo>
                <a:lnTo>
                  <a:pt x="0" y="8204"/>
                </a:lnTo>
                <a:lnTo>
                  <a:pt x="0" y="4814"/>
                </a:lnTo>
                <a:lnTo>
                  <a:pt x="0" y="1394"/>
                </a:lnTo>
                <a:close/>
              </a:path>
            </a:pathLst>
          </a:custGeom>
          <a:solidFill>
            <a:srgbClr val="AAC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0" name="contour_09668"/>
          <p:cNvSpPr/>
          <p:nvPr/>
        </p:nvSpPr>
        <p:spPr>
          <a:xfrm>
            <a:off x="11314050" y="3570380"/>
            <a:ext cx="123896" cy="285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56"/>
                </a:moveTo>
                <a:lnTo>
                  <a:pt x="20807" y="3094"/>
                </a:lnTo>
                <a:lnTo>
                  <a:pt x="20018" y="5357"/>
                </a:lnTo>
                <a:lnTo>
                  <a:pt x="19232" y="7373"/>
                </a:lnTo>
                <a:lnTo>
                  <a:pt x="18443" y="9156"/>
                </a:lnTo>
                <a:lnTo>
                  <a:pt x="17646" y="10737"/>
                </a:lnTo>
                <a:lnTo>
                  <a:pt x="16838" y="12135"/>
                </a:lnTo>
                <a:lnTo>
                  <a:pt x="16013" y="13380"/>
                </a:lnTo>
                <a:lnTo>
                  <a:pt x="15170" y="14492"/>
                </a:lnTo>
                <a:lnTo>
                  <a:pt x="14303" y="15499"/>
                </a:lnTo>
                <a:lnTo>
                  <a:pt x="13407" y="16419"/>
                </a:lnTo>
                <a:lnTo>
                  <a:pt x="12478" y="17283"/>
                </a:lnTo>
                <a:lnTo>
                  <a:pt x="11514" y="18109"/>
                </a:lnTo>
                <a:lnTo>
                  <a:pt x="11104" y="18500"/>
                </a:lnTo>
                <a:lnTo>
                  <a:pt x="9860" y="19689"/>
                </a:lnTo>
                <a:lnTo>
                  <a:pt x="8876" y="20460"/>
                </a:lnTo>
                <a:lnTo>
                  <a:pt x="7939" y="21038"/>
                </a:lnTo>
                <a:lnTo>
                  <a:pt x="7039" y="21418"/>
                </a:lnTo>
                <a:lnTo>
                  <a:pt x="6166" y="21600"/>
                </a:lnTo>
                <a:lnTo>
                  <a:pt x="5312" y="21578"/>
                </a:lnTo>
                <a:lnTo>
                  <a:pt x="4465" y="21352"/>
                </a:lnTo>
                <a:lnTo>
                  <a:pt x="3615" y="20917"/>
                </a:lnTo>
                <a:lnTo>
                  <a:pt x="2755" y="20273"/>
                </a:lnTo>
                <a:lnTo>
                  <a:pt x="1872" y="19420"/>
                </a:lnTo>
                <a:lnTo>
                  <a:pt x="957" y="18357"/>
                </a:lnTo>
                <a:lnTo>
                  <a:pt x="0" y="17074"/>
                </a:lnTo>
                <a:lnTo>
                  <a:pt x="881" y="15367"/>
                </a:lnTo>
                <a:lnTo>
                  <a:pt x="1751" y="13754"/>
                </a:lnTo>
                <a:lnTo>
                  <a:pt x="2611" y="12245"/>
                </a:lnTo>
                <a:lnTo>
                  <a:pt x="3462" y="10836"/>
                </a:lnTo>
                <a:lnTo>
                  <a:pt x="4307" y="9514"/>
                </a:lnTo>
                <a:lnTo>
                  <a:pt x="5146" y="8292"/>
                </a:lnTo>
                <a:lnTo>
                  <a:pt x="5979" y="7158"/>
                </a:lnTo>
                <a:lnTo>
                  <a:pt x="6809" y="6117"/>
                </a:lnTo>
                <a:lnTo>
                  <a:pt x="7636" y="5159"/>
                </a:lnTo>
                <a:lnTo>
                  <a:pt x="8463" y="4295"/>
                </a:lnTo>
                <a:lnTo>
                  <a:pt x="9291" y="3513"/>
                </a:lnTo>
                <a:lnTo>
                  <a:pt x="10119" y="2814"/>
                </a:lnTo>
                <a:lnTo>
                  <a:pt x="10950" y="2197"/>
                </a:lnTo>
                <a:lnTo>
                  <a:pt x="11785" y="1657"/>
                </a:lnTo>
                <a:lnTo>
                  <a:pt x="12626" y="1200"/>
                </a:lnTo>
                <a:lnTo>
                  <a:pt x="13472" y="815"/>
                </a:lnTo>
                <a:lnTo>
                  <a:pt x="14327" y="512"/>
                </a:lnTo>
                <a:lnTo>
                  <a:pt x="15191" y="275"/>
                </a:lnTo>
                <a:lnTo>
                  <a:pt x="16065" y="116"/>
                </a:lnTo>
                <a:lnTo>
                  <a:pt x="16952" y="22"/>
                </a:lnTo>
                <a:lnTo>
                  <a:pt x="17850" y="0"/>
                </a:lnTo>
                <a:lnTo>
                  <a:pt x="18764" y="44"/>
                </a:lnTo>
                <a:lnTo>
                  <a:pt x="19692" y="149"/>
                </a:lnTo>
                <a:lnTo>
                  <a:pt x="20637" y="325"/>
                </a:lnTo>
                <a:lnTo>
                  <a:pt x="21600" y="556"/>
                </a:lnTo>
                <a:close/>
              </a:path>
            </a:pathLst>
          </a:custGeom>
          <a:solidFill>
            <a:srgbClr val="8BA4B4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1" name="contour_09669"/>
          <p:cNvSpPr/>
          <p:nvPr/>
        </p:nvSpPr>
        <p:spPr>
          <a:xfrm>
            <a:off x="7378534" y="3526105"/>
            <a:ext cx="80168" cy="304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10"/>
                </a:moveTo>
                <a:lnTo>
                  <a:pt x="1247" y="776"/>
                </a:lnTo>
                <a:lnTo>
                  <a:pt x="2496" y="652"/>
                </a:lnTo>
                <a:lnTo>
                  <a:pt x="3743" y="543"/>
                </a:lnTo>
                <a:lnTo>
                  <a:pt x="4990" y="440"/>
                </a:lnTo>
                <a:lnTo>
                  <a:pt x="6237" y="347"/>
                </a:lnTo>
                <a:lnTo>
                  <a:pt x="7485" y="264"/>
                </a:lnTo>
                <a:lnTo>
                  <a:pt x="8538" y="129"/>
                </a:lnTo>
                <a:lnTo>
                  <a:pt x="9608" y="0"/>
                </a:lnTo>
                <a:lnTo>
                  <a:pt x="11067" y="5"/>
                </a:lnTo>
                <a:lnTo>
                  <a:pt x="12422" y="186"/>
                </a:lnTo>
                <a:lnTo>
                  <a:pt x="13690" y="569"/>
                </a:lnTo>
                <a:lnTo>
                  <a:pt x="14890" y="1184"/>
                </a:lnTo>
                <a:lnTo>
                  <a:pt x="16037" y="2059"/>
                </a:lnTo>
                <a:lnTo>
                  <a:pt x="17148" y="3217"/>
                </a:lnTo>
                <a:lnTo>
                  <a:pt x="18244" y="4686"/>
                </a:lnTo>
                <a:lnTo>
                  <a:pt x="19340" y="6502"/>
                </a:lnTo>
                <a:lnTo>
                  <a:pt x="20451" y="8679"/>
                </a:lnTo>
                <a:lnTo>
                  <a:pt x="21600" y="11255"/>
                </a:lnTo>
                <a:lnTo>
                  <a:pt x="21600" y="14674"/>
                </a:lnTo>
                <a:lnTo>
                  <a:pt x="21600" y="18114"/>
                </a:lnTo>
                <a:lnTo>
                  <a:pt x="21600" y="21600"/>
                </a:lnTo>
                <a:lnTo>
                  <a:pt x="20212" y="21600"/>
                </a:lnTo>
                <a:lnTo>
                  <a:pt x="18821" y="21600"/>
                </a:lnTo>
                <a:lnTo>
                  <a:pt x="17427" y="21600"/>
                </a:lnTo>
                <a:lnTo>
                  <a:pt x="16027" y="21600"/>
                </a:lnTo>
                <a:lnTo>
                  <a:pt x="14621" y="21600"/>
                </a:lnTo>
                <a:lnTo>
                  <a:pt x="13207" y="21600"/>
                </a:lnTo>
                <a:lnTo>
                  <a:pt x="11782" y="21600"/>
                </a:lnTo>
                <a:lnTo>
                  <a:pt x="11782" y="18181"/>
                </a:lnTo>
                <a:lnTo>
                  <a:pt x="11782" y="14741"/>
                </a:lnTo>
                <a:lnTo>
                  <a:pt x="11782" y="11255"/>
                </a:lnTo>
                <a:lnTo>
                  <a:pt x="10751" y="11436"/>
                </a:lnTo>
                <a:lnTo>
                  <a:pt x="9702" y="11617"/>
                </a:lnTo>
                <a:lnTo>
                  <a:pt x="8359" y="11757"/>
                </a:lnTo>
                <a:lnTo>
                  <a:pt x="6994" y="11902"/>
                </a:lnTo>
                <a:lnTo>
                  <a:pt x="5659" y="12083"/>
                </a:lnTo>
                <a:lnTo>
                  <a:pt x="4302" y="12264"/>
                </a:lnTo>
                <a:lnTo>
                  <a:pt x="3142" y="11762"/>
                </a:lnTo>
                <a:lnTo>
                  <a:pt x="1964" y="11255"/>
                </a:lnTo>
                <a:lnTo>
                  <a:pt x="1204" y="8162"/>
                </a:lnTo>
                <a:lnTo>
                  <a:pt x="746" y="6052"/>
                </a:lnTo>
                <a:lnTo>
                  <a:pt x="406" y="3957"/>
                </a:lnTo>
                <a:lnTo>
                  <a:pt x="0" y="910"/>
                </a:lnTo>
                <a:close/>
              </a:path>
            </a:pathLst>
          </a:custGeom>
          <a:solidFill>
            <a:srgbClr val="DE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2" name="contour_09670"/>
          <p:cNvSpPr/>
          <p:nvPr/>
        </p:nvSpPr>
        <p:spPr>
          <a:xfrm>
            <a:off x="5731448" y="3497872"/>
            <a:ext cx="102032" cy="295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7"/>
                </a:moveTo>
                <a:lnTo>
                  <a:pt x="20756" y="3493"/>
                </a:lnTo>
                <a:lnTo>
                  <a:pt x="19951" y="6171"/>
                </a:lnTo>
                <a:lnTo>
                  <a:pt x="19151" y="8357"/>
                </a:lnTo>
                <a:lnTo>
                  <a:pt x="18329" y="10128"/>
                </a:lnTo>
                <a:lnTo>
                  <a:pt x="17450" y="11547"/>
                </a:lnTo>
                <a:lnTo>
                  <a:pt x="16484" y="12672"/>
                </a:lnTo>
                <a:lnTo>
                  <a:pt x="15399" y="13568"/>
                </a:lnTo>
                <a:lnTo>
                  <a:pt x="14163" y="14309"/>
                </a:lnTo>
                <a:lnTo>
                  <a:pt x="13336" y="14757"/>
                </a:lnTo>
                <a:lnTo>
                  <a:pt x="12505" y="15205"/>
                </a:lnTo>
                <a:lnTo>
                  <a:pt x="11662" y="15664"/>
                </a:lnTo>
                <a:lnTo>
                  <a:pt x="10803" y="16080"/>
                </a:lnTo>
                <a:lnTo>
                  <a:pt x="9939" y="16507"/>
                </a:lnTo>
                <a:lnTo>
                  <a:pt x="9064" y="16933"/>
                </a:lnTo>
                <a:lnTo>
                  <a:pt x="8677" y="17136"/>
                </a:lnTo>
                <a:lnTo>
                  <a:pt x="7994" y="17499"/>
                </a:lnTo>
                <a:lnTo>
                  <a:pt x="6431" y="18331"/>
                </a:lnTo>
                <a:lnTo>
                  <a:pt x="5360" y="18891"/>
                </a:lnTo>
                <a:lnTo>
                  <a:pt x="4288" y="19445"/>
                </a:lnTo>
                <a:lnTo>
                  <a:pt x="3217" y="19995"/>
                </a:lnTo>
                <a:lnTo>
                  <a:pt x="2145" y="20539"/>
                </a:lnTo>
                <a:lnTo>
                  <a:pt x="1072" y="21072"/>
                </a:lnTo>
                <a:lnTo>
                  <a:pt x="0" y="21600"/>
                </a:lnTo>
                <a:lnTo>
                  <a:pt x="210" y="17744"/>
                </a:lnTo>
                <a:lnTo>
                  <a:pt x="395" y="14981"/>
                </a:lnTo>
                <a:lnTo>
                  <a:pt x="629" y="12549"/>
                </a:lnTo>
                <a:lnTo>
                  <a:pt x="987" y="9680"/>
                </a:lnTo>
                <a:lnTo>
                  <a:pt x="1543" y="5600"/>
                </a:lnTo>
                <a:lnTo>
                  <a:pt x="2553" y="4587"/>
                </a:lnTo>
                <a:lnTo>
                  <a:pt x="3502" y="3760"/>
                </a:lnTo>
                <a:lnTo>
                  <a:pt x="4419" y="3104"/>
                </a:lnTo>
                <a:lnTo>
                  <a:pt x="5340" y="2597"/>
                </a:lnTo>
                <a:lnTo>
                  <a:pt x="6298" y="2213"/>
                </a:lnTo>
                <a:lnTo>
                  <a:pt x="7329" y="1931"/>
                </a:lnTo>
                <a:lnTo>
                  <a:pt x="8160" y="1664"/>
                </a:lnTo>
                <a:lnTo>
                  <a:pt x="9004" y="1392"/>
                </a:lnTo>
                <a:lnTo>
                  <a:pt x="10053" y="1093"/>
                </a:lnTo>
                <a:lnTo>
                  <a:pt x="11101" y="832"/>
                </a:lnTo>
                <a:lnTo>
                  <a:pt x="12150" y="597"/>
                </a:lnTo>
                <a:lnTo>
                  <a:pt x="13199" y="405"/>
                </a:lnTo>
                <a:lnTo>
                  <a:pt x="14248" y="245"/>
                </a:lnTo>
                <a:lnTo>
                  <a:pt x="15297" y="123"/>
                </a:lnTo>
                <a:lnTo>
                  <a:pt x="16347" y="43"/>
                </a:lnTo>
                <a:lnTo>
                  <a:pt x="17396" y="0"/>
                </a:lnTo>
                <a:lnTo>
                  <a:pt x="18446" y="0"/>
                </a:lnTo>
                <a:lnTo>
                  <a:pt x="19497" y="43"/>
                </a:lnTo>
                <a:lnTo>
                  <a:pt x="20548" y="133"/>
                </a:lnTo>
                <a:lnTo>
                  <a:pt x="21600" y="267"/>
                </a:lnTo>
                <a:close/>
              </a:path>
            </a:pathLst>
          </a:custGeom>
          <a:solidFill>
            <a:srgbClr val="E5E5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3" name="contour_09671"/>
          <p:cNvSpPr/>
          <p:nvPr/>
        </p:nvSpPr>
        <p:spPr>
          <a:xfrm>
            <a:off x="3617930" y="3469084"/>
            <a:ext cx="94744" cy="501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55" y="471"/>
                </a:lnTo>
                <a:lnTo>
                  <a:pt x="2278" y="992"/>
                </a:lnTo>
                <a:lnTo>
                  <a:pt x="3370" y="1570"/>
                </a:lnTo>
                <a:lnTo>
                  <a:pt x="4436" y="2198"/>
                </a:lnTo>
                <a:lnTo>
                  <a:pt x="5481" y="2877"/>
                </a:lnTo>
                <a:lnTo>
                  <a:pt x="6507" y="3608"/>
                </a:lnTo>
                <a:lnTo>
                  <a:pt x="7520" y="4387"/>
                </a:lnTo>
                <a:lnTo>
                  <a:pt x="8522" y="5216"/>
                </a:lnTo>
                <a:lnTo>
                  <a:pt x="9517" y="6096"/>
                </a:lnTo>
                <a:lnTo>
                  <a:pt x="10511" y="7019"/>
                </a:lnTo>
                <a:lnTo>
                  <a:pt x="11506" y="7992"/>
                </a:lnTo>
                <a:lnTo>
                  <a:pt x="12506" y="9013"/>
                </a:lnTo>
                <a:lnTo>
                  <a:pt x="13517" y="10078"/>
                </a:lnTo>
                <a:lnTo>
                  <a:pt x="14538" y="11186"/>
                </a:lnTo>
                <a:lnTo>
                  <a:pt x="15221" y="11921"/>
                </a:lnTo>
                <a:lnTo>
                  <a:pt x="15911" y="12662"/>
                </a:lnTo>
                <a:lnTo>
                  <a:pt x="16609" y="13413"/>
                </a:lnTo>
                <a:lnTo>
                  <a:pt x="17609" y="14493"/>
                </a:lnTo>
                <a:lnTo>
                  <a:pt x="18608" y="15577"/>
                </a:lnTo>
                <a:lnTo>
                  <a:pt x="19606" y="16663"/>
                </a:lnTo>
                <a:lnTo>
                  <a:pt x="20603" y="17750"/>
                </a:lnTo>
                <a:lnTo>
                  <a:pt x="21600" y="18843"/>
                </a:lnTo>
                <a:lnTo>
                  <a:pt x="20462" y="19873"/>
                </a:lnTo>
                <a:lnTo>
                  <a:pt x="19380" y="20702"/>
                </a:lnTo>
                <a:lnTo>
                  <a:pt x="18315" y="21292"/>
                </a:lnTo>
                <a:lnTo>
                  <a:pt x="17227" y="21600"/>
                </a:lnTo>
                <a:lnTo>
                  <a:pt x="16079" y="21587"/>
                </a:lnTo>
                <a:lnTo>
                  <a:pt x="14829" y="21217"/>
                </a:lnTo>
                <a:lnTo>
                  <a:pt x="13827" y="20495"/>
                </a:lnTo>
                <a:lnTo>
                  <a:pt x="12837" y="19741"/>
                </a:lnTo>
                <a:lnTo>
                  <a:pt x="11855" y="18962"/>
                </a:lnTo>
                <a:lnTo>
                  <a:pt x="10878" y="18158"/>
                </a:lnTo>
                <a:lnTo>
                  <a:pt x="9904" y="17332"/>
                </a:lnTo>
                <a:lnTo>
                  <a:pt x="8931" y="16487"/>
                </a:lnTo>
                <a:lnTo>
                  <a:pt x="7912" y="15683"/>
                </a:lnTo>
                <a:lnTo>
                  <a:pt x="6880" y="14867"/>
                </a:lnTo>
                <a:lnTo>
                  <a:pt x="5260" y="13479"/>
                </a:lnTo>
                <a:lnTo>
                  <a:pt x="4023" y="12355"/>
                </a:lnTo>
                <a:lnTo>
                  <a:pt x="3092" y="11375"/>
                </a:lnTo>
                <a:lnTo>
                  <a:pt x="2393" y="10414"/>
                </a:lnTo>
                <a:lnTo>
                  <a:pt x="1848" y="9346"/>
                </a:lnTo>
                <a:lnTo>
                  <a:pt x="1381" y="8049"/>
                </a:lnTo>
                <a:lnTo>
                  <a:pt x="916" y="6397"/>
                </a:lnTo>
                <a:lnTo>
                  <a:pt x="377" y="4268"/>
                </a:lnTo>
                <a:lnTo>
                  <a:pt x="189" y="2151"/>
                </a:lnTo>
                <a:lnTo>
                  <a:pt x="0" y="0"/>
                </a:lnTo>
                <a:close/>
              </a:path>
            </a:pathLst>
          </a:custGeom>
          <a:solidFill>
            <a:srgbClr val="D8D9DA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4" name="contour_09672"/>
          <p:cNvSpPr/>
          <p:nvPr/>
        </p:nvSpPr>
        <p:spPr>
          <a:xfrm>
            <a:off x="4419610" y="3485482"/>
            <a:ext cx="116608" cy="200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891"/>
                </a:moveTo>
                <a:lnTo>
                  <a:pt x="21600" y="11083"/>
                </a:lnTo>
                <a:lnTo>
                  <a:pt x="21600" y="16306"/>
                </a:lnTo>
                <a:lnTo>
                  <a:pt x="21600" y="21600"/>
                </a:lnTo>
                <a:lnTo>
                  <a:pt x="20670" y="21262"/>
                </a:lnTo>
                <a:lnTo>
                  <a:pt x="19741" y="20925"/>
                </a:lnTo>
                <a:lnTo>
                  <a:pt x="18811" y="20587"/>
                </a:lnTo>
                <a:lnTo>
                  <a:pt x="17879" y="20249"/>
                </a:lnTo>
                <a:lnTo>
                  <a:pt x="16949" y="19911"/>
                </a:lnTo>
                <a:lnTo>
                  <a:pt x="16018" y="19574"/>
                </a:lnTo>
                <a:lnTo>
                  <a:pt x="15086" y="19228"/>
                </a:lnTo>
                <a:lnTo>
                  <a:pt x="14153" y="18890"/>
                </a:lnTo>
                <a:lnTo>
                  <a:pt x="13219" y="18552"/>
                </a:lnTo>
                <a:lnTo>
                  <a:pt x="12285" y="18215"/>
                </a:lnTo>
                <a:lnTo>
                  <a:pt x="11349" y="17869"/>
                </a:lnTo>
                <a:lnTo>
                  <a:pt x="10413" y="17531"/>
                </a:lnTo>
                <a:lnTo>
                  <a:pt x="9474" y="17194"/>
                </a:lnTo>
                <a:lnTo>
                  <a:pt x="8535" y="16848"/>
                </a:lnTo>
                <a:lnTo>
                  <a:pt x="7594" y="16510"/>
                </a:lnTo>
                <a:lnTo>
                  <a:pt x="6651" y="16165"/>
                </a:lnTo>
                <a:lnTo>
                  <a:pt x="5708" y="15819"/>
                </a:lnTo>
                <a:lnTo>
                  <a:pt x="4761" y="15473"/>
                </a:lnTo>
                <a:lnTo>
                  <a:pt x="3814" y="15136"/>
                </a:lnTo>
                <a:lnTo>
                  <a:pt x="2863" y="14790"/>
                </a:lnTo>
                <a:lnTo>
                  <a:pt x="1912" y="14437"/>
                </a:lnTo>
                <a:lnTo>
                  <a:pt x="957" y="14091"/>
                </a:lnTo>
                <a:lnTo>
                  <a:pt x="0" y="13745"/>
                </a:lnTo>
                <a:lnTo>
                  <a:pt x="0" y="9850"/>
                </a:lnTo>
                <a:lnTo>
                  <a:pt x="0" y="5891"/>
                </a:lnTo>
                <a:lnTo>
                  <a:pt x="977" y="5066"/>
                </a:lnTo>
                <a:lnTo>
                  <a:pt x="1945" y="4296"/>
                </a:lnTo>
                <a:lnTo>
                  <a:pt x="2904" y="3574"/>
                </a:lnTo>
                <a:lnTo>
                  <a:pt x="3853" y="2906"/>
                </a:lnTo>
                <a:lnTo>
                  <a:pt x="4795" y="2294"/>
                </a:lnTo>
                <a:lnTo>
                  <a:pt x="5731" y="1744"/>
                </a:lnTo>
                <a:lnTo>
                  <a:pt x="6660" y="1265"/>
                </a:lnTo>
                <a:lnTo>
                  <a:pt x="7586" y="856"/>
                </a:lnTo>
                <a:lnTo>
                  <a:pt x="8508" y="518"/>
                </a:lnTo>
                <a:lnTo>
                  <a:pt x="9427" y="259"/>
                </a:lnTo>
                <a:lnTo>
                  <a:pt x="10345" y="86"/>
                </a:lnTo>
                <a:lnTo>
                  <a:pt x="11262" y="0"/>
                </a:lnTo>
                <a:lnTo>
                  <a:pt x="12180" y="0"/>
                </a:lnTo>
                <a:lnTo>
                  <a:pt x="13099" y="102"/>
                </a:lnTo>
                <a:lnTo>
                  <a:pt x="14021" y="298"/>
                </a:lnTo>
                <a:lnTo>
                  <a:pt x="14946" y="597"/>
                </a:lnTo>
                <a:lnTo>
                  <a:pt x="15875" y="998"/>
                </a:lnTo>
                <a:lnTo>
                  <a:pt x="16810" y="1516"/>
                </a:lnTo>
                <a:lnTo>
                  <a:pt x="17751" y="2144"/>
                </a:lnTo>
                <a:lnTo>
                  <a:pt x="18700" y="2890"/>
                </a:lnTo>
                <a:lnTo>
                  <a:pt x="19657" y="3762"/>
                </a:lnTo>
                <a:lnTo>
                  <a:pt x="20624" y="4760"/>
                </a:lnTo>
                <a:lnTo>
                  <a:pt x="21600" y="5891"/>
                </a:lnTo>
                <a:close/>
              </a:path>
            </a:pathLst>
          </a:custGeom>
          <a:solidFill>
            <a:srgbClr val="B3C0C7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5" name="contour_09673"/>
          <p:cNvSpPr/>
          <p:nvPr/>
        </p:nvSpPr>
        <p:spPr>
          <a:xfrm>
            <a:off x="7145318" y="345450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5" y="0"/>
                </a:lnTo>
                <a:lnTo>
                  <a:pt x="7177" y="0"/>
                </a:lnTo>
                <a:lnTo>
                  <a:pt x="9257" y="0"/>
                </a:lnTo>
                <a:lnTo>
                  <a:pt x="9257" y="2380"/>
                </a:lnTo>
                <a:lnTo>
                  <a:pt x="9257" y="4774"/>
                </a:lnTo>
                <a:lnTo>
                  <a:pt x="9257" y="7200"/>
                </a:lnTo>
                <a:lnTo>
                  <a:pt x="11297" y="7200"/>
                </a:lnTo>
                <a:lnTo>
                  <a:pt x="13349" y="7200"/>
                </a:lnTo>
                <a:lnTo>
                  <a:pt x="15429" y="7200"/>
                </a:lnTo>
                <a:lnTo>
                  <a:pt x="15302" y="8910"/>
                </a:lnTo>
                <a:lnTo>
                  <a:pt x="15172" y="10631"/>
                </a:lnTo>
                <a:lnTo>
                  <a:pt x="15043" y="12377"/>
                </a:lnTo>
                <a:lnTo>
                  <a:pt x="15101" y="13201"/>
                </a:lnTo>
                <a:lnTo>
                  <a:pt x="15200" y="14659"/>
                </a:lnTo>
                <a:lnTo>
                  <a:pt x="15429" y="18000"/>
                </a:lnTo>
                <a:lnTo>
                  <a:pt x="16956" y="18893"/>
                </a:lnTo>
                <a:lnTo>
                  <a:pt x="18490" y="19786"/>
                </a:lnTo>
                <a:lnTo>
                  <a:pt x="20036" y="20689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339" y="19224"/>
                </a:lnTo>
                <a:lnTo>
                  <a:pt x="679" y="16844"/>
                </a:lnTo>
                <a:lnTo>
                  <a:pt x="1018" y="14465"/>
                </a:lnTo>
                <a:lnTo>
                  <a:pt x="1361" y="12078"/>
                </a:lnTo>
                <a:lnTo>
                  <a:pt x="1703" y="9684"/>
                </a:lnTo>
                <a:lnTo>
                  <a:pt x="2046" y="7279"/>
                </a:lnTo>
                <a:lnTo>
                  <a:pt x="2391" y="4867"/>
                </a:lnTo>
                <a:lnTo>
                  <a:pt x="2737" y="2441"/>
                </a:lnTo>
                <a:lnTo>
                  <a:pt x="3086" y="0"/>
                </a:lnTo>
                <a:close/>
              </a:path>
            </a:pathLst>
          </a:custGeom>
          <a:solidFill>
            <a:srgbClr val="D8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6" name="contour_09674"/>
          <p:cNvSpPr/>
          <p:nvPr/>
        </p:nvSpPr>
        <p:spPr>
          <a:xfrm>
            <a:off x="5308745" y="3461796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330"/>
                </a:lnTo>
                <a:lnTo>
                  <a:pt x="3666" y="667"/>
                </a:lnTo>
                <a:lnTo>
                  <a:pt x="5499" y="1009"/>
                </a:lnTo>
                <a:lnTo>
                  <a:pt x="7329" y="1352"/>
                </a:lnTo>
                <a:lnTo>
                  <a:pt x="8353" y="1540"/>
                </a:lnTo>
                <a:lnTo>
                  <a:pt x="11451" y="2111"/>
                </a:lnTo>
                <a:lnTo>
                  <a:pt x="13633" y="2709"/>
                </a:lnTo>
                <a:lnTo>
                  <a:pt x="15682" y="3397"/>
                </a:lnTo>
                <a:lnTo>
                  <a:pt x="17653" y="4197"/>
                </a:lnTo>
                <a:lnTo>
                  <a:pt x="19607" y="5116"/>
                </a:lnTo>
                <a:lnTo>
                  <a:pt x="21600" y="6171"/>
                </a:lnTo>
                <a:lnTo>
                  <a:pt x="21119" y="8356"/>
                </a:lnTo>
                <a:lnTo>
                  <a:pt x="20717" y="9933"/>
                </a:lnTo>
                <a:lnTo>
                  <a:pt x="20248" y="11340"/>
                </a:lnTo>
                <a:lnTo>
                  <a:pt x="19563" y="13022"/>
                </a:lnTo>
                <a:lnTo>
                  <a:pt x="18514" y="15429"/>
                </a:lnTo>
                <a:lnTo>
                  <a:pt x="16351" y="16539"/>
                </a:lnTo>
                <a:lnTo>
                  <a:pt x="14777" y="17286"/>
                </a:lnTo>
                <a:lnTo>
                  <a:pt x="13340" y="17842"/>
                </a:lnTo>
                <a:lnTo>
                  <a:pt x="11587" y="18388"/>
                </a:lnTo>
                <a:lnTo>
                  <a:pt x="9066" y="19094"/>
                </a:lnTo>
                <a:lnTo>
                  <a:pt x="8313" y="19310"/>
                </a:lnTo>
                <a:lnTo>
                  <a:pt x="6983" y="19696"/>
                </a:lnTo>
                <a:lnTo>
                  <a:pt x="3940" y="20576"/>
                </a:lnTo>
                <a:lnTo>
                  <a:pt x="2962" y="20832"/>
                </a:lnTo>
                <a:lnTo>
                  <a:pt x="0" y="21600"/>
                </a:lnTo>
                <a:lnTo>
                  <a:pt x="700" y="19767"/>
                </a:lnTo>
                <a:lnTo>
                  <a:pt x="1253" y="18514"/>
                </a:lnTo>
                <a:lnTo>
                  <a:pt x="1953" y="17261"/>
                </a:lnTo>
                <a:lnTo>
                  <a:pt x="3086" y="15429"/>
                </a:lnTo>
                <a:lnTo>
                  <a:pt x="5125" y="15429"/>
                </a:lnTo>
                <a:lnTo>
                  <a:pt x="7177" y="15429"/>
                </a:lnTo>
                <a:lnTo>
                  <a:pt x="9257" y="15429"/>
                </a:lnTo>
                <a:lnTo>
                  <a:pt x="9257" y="13389"/>
                </a:lnTo>
                <a:lnTo>
                  <a:pt x="9257" y="11337"/>
                </a:lnTo>
                <a:lnTo>
                  <a:pt x="9257" y="9257"/>
                </a:lnTo>
                <a:lnTo>
                  <a:pt x="7727" y="8748"/>
                </a:lnTo>
                <a:lnTo>
                  <a:pt x="6190" y="8236"/>
                </a:lnTo>
                <a:lnTo>
                  <a:pt x="4629" y="7714"/>
                </a:lnTo>
                <a:lnTo>
                  <a:pt x="3098" y="7205"/>
                </a:lnTo>
                <a:lnTo>
                  <a:pt x="1561" y="6693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D2E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7" name="contour_09675"/>
          <p:cNvSpPr/>
          <p:nvPr/>
        </p:nvSpPr>
        <p:spPr>
          <a:xfrm>
            <a:off x="6576891" y="3359764"/>
            <a:ext cx="4369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88" y="0"/>
                </a:moveTo>
                <a:lnTo>
                  <a:pt x="8568" y="1012"/>
                </a:lnTo>
                <a:lnTo>
                  <a:pt x="9577" y="2049"/>
                </a:lnTo>
                <a:lnTo>
                  <a:pt x="10261" y="3107"/>
                </a:lnTo>
                <a:lnTo>
                  <a:pt x="10672" y="4184"/>
                </a:lnTo>
                <a:lnTo>
                  <a:pt x="10856" y="5280"/>
                </a:lnTo>
                <a:lnTo>
                  <a:pt x="10859" y="6389"/>
                </a:lnTo>
                <a:lnTo>
                  <a:pt x="10730" y="7509"/>
                </a:lnTo>
                <a:lnTo>
                  <a:pt x="10514" y="8640"/>
                </a:lnTo>
                <a:lnTo>
                  <a:pt x="10261" y="9779"/>
                </a:lnTo>
                <a:lnTo>
                  <a:pt x="10016" y="10920"/>
                </a:lnTo>
                <a:lnTo>
                  <a:pt x="9948" y="11732"/>
                </a:lnTo>
                <a:lnTo>
                  <a:pt x="9955" y="12372"/>
                </a:lnTo>
                <a:lnTo>
                  <a:pt x="10070" y="13057"/>
                </a:lnTo>
                <a:lnTo>
                  <a:pt x="10337" y="14005"/>
                </a:lnTo>
                <a:lnTo>
                  <a:pt x="10791" y="15429"/>
                </a:lnTo>
                <a:lnTo>
                  <a:pt x="13104" y="16246"/>
                </a:lnTo>
                <a:lnTo>
                  <a:pt x="14812" y="16828"/>
                </a:lnTo>
                <a:lnTo>
                  <a:pt x="16217" y="17261"/>
                </a:lnTo>
                <a:lnTo>
                  <a:pt x="17615" y="17629"/>
                </a:lnTo>
                <a:lnTo>
                  <a:pt x="19308" y="18017"/>
                </a:lnTo>
                <a:lnTo>
                  <a:pt x="21600" y="18514"/>
                </a:lnTo>
                <a:lnTo>
                  <a:pt x="20706" y="19278"/>
                </a:lnTo>
                <a:lnTo>
                  <a:pt x="19813" y="20046"/>
                </a:lnTo>
                <a:lnTo>
                  <a:pt x="18909" y="20818"/>
                </a:lnTo>
                <a:lnTo>
                  <a:pt x="17997" y="21600"/>
                </a:lnTo>
                <a:lnTo>
                  <a:pt x="15597" y="21342"/>
                </a:lnTo>
                <a:lnTo>
                  <a:pt x="13364" y="21045"/>
                </a:lnTo>
                <a:lnTo>
                  <a:pt x="11270" y="20696"/>
                </a:lnTo>
                <a:lnTo>
                  <a:pt x="9278" y="20282"/>
                </a:lnTo>
                <a:lnTo>
                  <a:pt x="7354" y="19790"/>
                </a:lnTo>
                <a:lnTo>
                  <a:pt x="5469" y="19205"/>
                </a:lnTo>
                <a:lnTo>
                  <a:pt x="3585" y="18514"/>
                </a:lnTo>
                <a:lnTo>
                  <a:pt x="2688" y="17403"/>
                </a:lnTo>
                <a:lnTo>
                  <a:pt x="1913" y="16300"/>
                </a:lnTo>
                <a:lnTo>
                  <a:pt x="1265" y="15200"/>
                </a:lnTo>
                <a:lnTo>
                  <a:pt x="749" y="14105"/>
                </a:lnTo>
                <a:lnTo>
                  <a:pt x="364" y="13012"/>
                </a:lnTo>
                <a:lnTo>
                  <a:pt x="112" y="11923"/>
                </a:lnTo>
                <a:lnTo>
                  <a:pt x="0" y="10835"/>
                </a:lnTo>
                <a:lnTo>
                  <a:pt x="32" y="9748"/>
                </a:lnTo>
                <a:lnTo>
                  <a:pt x="205" y="8659"/>
                </a:lnTo>
                <a:lnTo>
                  <a:pt x="530" y="7569"/>
                </a:lnTo>
                <a:lnTo>
                  <a:pt x="1005" y="6478"/>
                </a:lnTo>
                <a:lnTo>
                  <a:pt x="1632" y="5383"/>
                </a:lnTo>
                <a:lnTo>
                  <a:pt x="2418" y="4285"/>
                </a:lnTo>
                <a:lnTo>
                  <a:pt x="3362" y="3181"/>
                </a:lnTo>
                <a:lnTo>
                  <a:pt x="4280" y="2379"/>
                </a:lnTo>
                <a:lnTo>
                  <a:pt x="5221" y="1580"/>
                </a:lnTo>
                <a:lnTo>
                  <a:pt x="6186" y="785"/>
                </a:lnTo>
                <a:lnTo>
                  <a:pt x="7188" y="0"/>
                </a:lnTo>
                <a:close/>
              </a:path>
            </a:pathLst>
          </a:custGeom>
          <a:solidFill>
            <a:srgbClr val="E2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8" name="contour_09676"/>
          <p:cNvSpPr/>
          <p:nvPr/>
        </p:nvSpPr>
        <p:spPr>
          <a:xfrm>
            <a:off x="9768995" y="3374340"/>
            <a:ext cx="3501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86" y="0"/>
                </a:moveTo>
                <a:lnTo>
                  <a:pt x="14129" y="1121"/>
                </a:lnTo>
                <a:lnTo>
                  <a:pt x="14767" y="2242"/>
                </a:lnTo>
                <a:lnTo>
                  <a:pt x="15401" y="3364"/>
                </a:lnTo>
                <a:lnTo>
                  <a:pt x="16035" y="4485"/>
                </a:lnTo>
                <a:lnTo>
                  <a:pt x="16664" y="5606"/>
                </a:lnTo>
                <a:lnTo>
                  <a:pt x="17316" y="6690"/>
                </a:lnTo>
                <a:lnTo>
                  <a:pt x="17990" y="7770"/>
                </a:lnTo>
                <a:lnTo>
                  <a:pt x="18701" y="8846"/>
                </a:lnTo>
                <a:lnTo>
                  <a:pt x="19438" y="9918"/>
                </a:lnTo>
                <a:lnTo>
                  <a:pt x="20359" y="11383"/>
                </a:lnTo>
                <a:lnTo>
                  <a:pt x="21034" y="12740"/>
                </a:lnTo>
                <a:lnTo>
                  <a:pt x="21452" y="14016"/>
                </a:lnTo>
                <a:lnTo>
                  <a:pt x="21600" y="15240"/>
                </a:lnTo>
                <a:lnTo>
                  <a:pt x="21470" y="16442"/>
                </a:lnTo>
                <a:lnTo>
                  <a:pt x="21056" y="17649"/>
                </a:lnTo>
                <a:lnTo>
                  <a:pt x="20341" y="18892"/>
                </a:lnTo>
                <a:lnTo>
                  <a:pt x="19321" y="20200"/>
                </a:lnTo>
                <a:lnTo>
                  <a:pt x="17981" y="21600"/>
                </a:lnTo>
                <a:lnTo>
                  <a:pt x="15401" y="21221"/>
                </a:lnTo>
                <a:lnTo>
                  <a:pt x="13603" y="20889"/>
                </a:lnTo>
                <a:lnTo>
                  <a:pt x="11746" y="20422"/>
                </a:lnTo>
                <a:lnTo>
                  <a:pt x="8991" y="19636"/>
                </a:lnTo>
                <a:lnTo>
                  <a:pt x="8155" y="18327"/>
                </a:lnTo>
                <a:lnTo>
                  <a:pt x="7602" y="17372"/>
                </a:lnTo>
                <a:lnTo>
                  <a:pt x="7219" y="16497"/>
                </a:lnTo>
                <a:lnTo>
                  <a:pt x="6878" y="15420"/>
                </a:lnTo>
                <a:lnTo>
                  <a:pt x="6464" y="13867"/>
                </a:lnTo>
                <a:lnTo>
                  <a:pt x="6069" y="12499"/>
                </a:lnTo>
                <a:lnTo>
                  <a:pt x="5637" y="11195"/>
                </a:lnTo>
                <a:lnTo>
                  <a:pt x="5120" y="9940"/>
                </a:lnTo>
                <a:lnTo>
                  <a:pt x="4491" y="8722"/>
                </a:lnTo>
                <a:lnTo>
                  <a:pt x="3700" y="7525"/>
                </a:lnTo>
                <a:lnTo>
                  <a:pt x="2715" y="6337"/>
                </a:lnTo>
                <a:lnTo>
                  <a:pt x="1497" y="5143"/>
                </a:lnTo>
                <a:lnTo>
                  <a:pt x="0" y="3927"/>
                </a:lnTo>
                <a:lnTo>
                  <a:pt x="2225" y="3279"/>
                </a:lnTo>
                <a:lnTo>
                  <a:pt x="4455" y="2629"/>
                </a:lnTo>
                <a:lnTo>
                  <a:pt x="6694" y="1977"/>
                </a:lnTo>
                <a:lnTo>
                  <a:pt x="8941" y="1323"/>
                </a:lnTo>
                <a:lnTo>
                  <a:pt x="11202" y="664"/>
                </a:lnTo>
                <a:lnTo>
                  <a:pt x="13486" y="0"/>
                </a:lnTo>
                <a:close/>
              </a:path>
            </a:pathLst>
          </a:custGeom>
          <a:solidFill>
            <a:srgbClr val="AFC7D8"/>
          </a:solidFill>
          <a:ln>
            <a:noFill/>
          </a:ln>
        </p:spPr>
        <p:txBody>
          <a:bodyPr/>
          <a:lstStyle/>
          <a:p/>
        </p:txBody>
      </p:sp>
      <p:sp>
        <p:nvSpPr>
          <p:cNvPr id="9679" name="contour_09677"/>
          <p:cNvSpPr/>
          <p:nvPr/>
        </p:nvSpPr>
        <p:spPr>
          <a:xfrm>
            <a:off x="7968861" y="3330612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9021" y="611"/>
                </a:lnTo>
                <a:lnTo>
                  <a:pt x="10191" y="1225"/>
                </a:lnTo>
                <a:lnTo>
                  <a:pt x="11366" y="1839"/>
                </a:lnTo>
                <a:lnTo>
                  <a:pt x="12550" y="2459"/>
                </a:lnTo>
                <a:lnTo>
                  <a:pt x="13745" y="3086"/>
                </a:lnTo>
                <a:lnTo>
                  <a:pt x="12447" y="3086"/>
                </a:lnTo>
                <a:lnTo>
                  <a:pt x="11142" y="3086"/>
                </a:lnTo>
                <a:lnTo>
                  <a:pt x="9818" y="3086"/>
                </a:lnTo>
                <a:lnTo>
                  <a:pt x="10225" y="4851"/>
                </a:lnTo>
                <a:lnTo>
                  <a:pt x="10564" y="6082"/>
                </a:lnTo>
                <a:lnTo>
                  <a:pt x="11022" y="7356"/>
                </a:lnTo>
                <a:lnTo>
                  <a:pt x="11782" y="9257"/>
                </a:lnTo>
                <a:lnTo>
                  <a:pt x="13176" y="10007"/>
                </a:lnTo>
                <a:lnTo>
                  <a:pt x="14166" y="10457"/>
                </a:lnTo>
                <a:lnTo>
                  <a:pt x="15220" y="10791"/>
                </a:lnTo>
                <a:lnTo>
                  <a:pt x="16813" y="11186"/>
                </a:lnTo>
                <a:lnTo>
                  <a:pt x="18158" y="11534"/>
                </a:lnTo>
                <a:lnTo>
                  <a:pt x="19521" y="11886"/>
                </a:lnTo>
                <a:lnTo>
                  <a:pt x="20039" y="12000"/>
                </a:lnTo>
                <a:lnTo>
                  <a:pt x="21600" y="12343"/>
                </a:lnTo>
                <a:lnTo>
                  <a:pt x="20779" y="14176"/>
                </a:lnTo>
                <a:lnTo>
                  <a:pt x="20096" y="15429"/>
                </a:lnTo>
                <a:lnTo>
                  <a:pt x="19183" y="16681"/>
                </a:lnTo>
                <a:lnTo>
                  <a:pt x="17673" y="18514"/>
                </a:lnTo>
                <a:lnTo>
                  <a:pt x="16457" y="18644"/>
                </a:lnTo>
                <a:lnTo>
                  <a:pt x="15252" y="18706"/>
                </a:lnTo>
                <a:lnTo>
                  <a:pt x="14050" y="18712"/>
                </a:lnTo>
                <a:lnTo>
                  <a:pt x="12850" y="18675"/>
                </a:lnTo>
                <a:lnTo>
                  <a:pt x="11642" y="18607"/>
                </a:lnTo>
                <a:lnTo>
                  <a:pt x="10425" y="18527"/>
                </a:lnTo>
                <a:lnTo>
                  <a:pt x="9052" y="18585"/>
                </a:lnTo>
                <a:lnTo>
                  <a:pt x="7723" y="18764"/>
                </a:lnTo>
                <a:lnTo>
                  <a:pt x="6427" y="19054"/>
                </a:lnTo>
                <a:lnTo>
                  <a:pt x="5151" y="19434"/>
                </a:lnTo>
                <a:lnTo>
                  <a:pt x="3880" y="19894"/>
                </a:lnTo>
                <a:lnTo>
                  <a:pt x="2608" y="20418"/>
                </a:lnTo>
                <a:lnTo>
                  <a:pt x="1318" y="20989"/>
                </a:lnTo>
                <a:lnTo>
                  <a:pt x="0" y="21600"/>
                </a:lnTo>
                <a:lnTo>
                  <a:pt x="0" y="19560"/>
                </a:lnTo>
                <a:lnTo>
                  <a:pt x="0" y="17508"/>
                </a:lnTo>
                <a:lnTo>
                  <a:pt x="0" y="15429"/>
                </a:lnTo>
                <a:lnTo>
                  <a:pt x="933" y="15746"/>
                </a:lnTo>
                <a:lnTo>
                  <a:pt x="1871" y="16067"/>
                </a:lnTo>
                <a:lnTo>
                  <a:pt x="2824" y="16391"/>
                </a:lnTo>
                <a:lnTo>
                  <a:pt x="3837" y="16073"/>
                </a:lnTo>
                <a:lnTo>
                  <a:pt x="4856" y="15753"/>
                </a:lnTo>
                <a:lnTo>
                  <a:pt x="5891" y="15429"/>
                </a:lnTo>
                <a:lnTo>
                  <a:pt x="6309" y="13543"/>
                </a:lnTo>
                <a:lnTo>
                  <a:pt x="6659" y="11649"/>
                </a:lnTo>
                <a:lnTo>
                  <a:pt x="6951" y="9745"/>
                </a:lnTo>
                <a:lnTo>
                  <a:pt x="7195" y="7828"/>
                </a:lnTo>
                <a:lnTo>
                  <a:pt x="7399" y="5897"/>
                </a:lnTo>
                <a:lnTo>
                  <a:pt x="7570" y="3950"/>
                </a:lnTo>
                <a:lnTo>
                  <a:pt x="7719" y="1984"/>
                </a:lnTo>
                <a:lnTo>
                  <a:pt x="7855" y="0"/>
                </a:lnTo>
                <a:close/>
              </a:path>
            </a:pathLst>
          </a:custGeom>
          <a:solidFill>
            <a:srgbClr val="646861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0" name="contour_09678"/>
          <p:cNvSpPr/>
          <p:nvPr/>
        </p:nvSpPr>
        <p:spPr>
          <a:xfrm>
            <a:off x="5148409" y="3330612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817" y="19872"/>
                </a:lnTo>
                <a:lnTo>
                  <a:pt x="8999" y="18130"/>
                </a:lnTo>
                <a:lnTo>
                  <a:pt x="9180" y="16367"/>
                </a:lnTo>
                <a:lnTo>
                  <a:pt x="9184" y="14172"/>
                </a:lnTo>
                <a:lnTo>
                  <a:pt x="9042" y="12728"/>
                </a:lnTo>
                <a:lnTo>
                  <a:pt x="8640" y="10800"/>
                </a:lnTo>
                <a:lnTo>
                  <a:pt x="6074" y="9617"/>
                </a:lnTo>
                <a:lnTo>
                  <a:pt x="4320" y="8942"/>
                </a:lnTo>
                <a:lnTo>
                  <a:pt x="2566" y="8521"/>
                </a:lnTo>
                <a:lnTo>
                  <a:pt x="0" y="8100"/>
                </a:lnTo>
                <a:lnTo>
                  <a:pt x="2856" y="8100"/>
                </a:lnTo>
                <a:lnTo>
                  <a:pt x="5728" y="8100"/>
                </a:lnTo>
                <a:lnTo>
                  <a:pt x="8640" y="8100"/>
                </a:lnTo>
                <a:lnTo>
                  <a:pt x="9353" y="6761"/>
                </a:lnTo>
                <a:lnTo>
                  <a:pt x="10070" y="5416"/>
                </a:lnTo>
                <a:lnTo>
                  <a:pt x="10800" y="4050"/>
                </a:lnTo>
                <a:lnTo>
                  <a:pt x="11513" y="2711"/>
                </a:lnTo>
                <a:lnTo>
                  <a:pt x="12230" y="1366"/>
                </a:lnTo>
                <a:lnTo>
                  <a:pt x="12960" y="0"/>
                </a:lnTo>
                <a:close/>
              </a:path>
            </a:pathLst>
          </a:custGeom>
          <a:solidFill>
            <a:srgbClr val="A2969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1" name="contour_09679"/>
          <p:cNvSpPr/>
          <p:nvPr/>
        </p:nvSpPr>
        <p:spPr>
          <a:xfrm>
            <a:off x="7560734" y="3286884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11" y="1604"/>
                </a:lnTo>
                <a:lnTo>
                  <a:pt x="1225" y="3213"/>
                </a:lnTo>
                <a:lnTo>
                  <a:pt x="1839" y="4828"/>
                </a:lnTo>
                <a:lnTo>
                  <a:pt x="2459" y="6456"/>
                </a:lnTo>
                <a:lnTo>
                  <a:pt x="3086" y="8100"/>
                </a:lnTo>
                <a:lnTo>
                  <a:pt x="5249" y="8778"/>
                </a:lnTo>
                <a:lnTo>
                  <a:pt x="6823" y="9215"/>
                </a:lnTo>
                <a:lnTo>
                  <a:pt x="8260" y="9496"/>
                </a:lnTo>
                <a:lnTo>
                  <a:pt x="10013" y="9715"/>
                </a:lnTo>
                <a:lnTo>
                  <a:pt x="12534" y="9958"/>
                </a:lnTo>
                <a:lnTo>
                  <a:pt x="14228" y="10133"/>
                </a:lnTo>
                <a:lnTo>
                  <a:pt x="15932" y="10314"/>
                </a:lnTo>
                <a:lnTo>
                  <a:pt x="17660" y="10495"/>
                </a:lnTo>
                <a:lnTo>
                  <a:pt x="18638" y="10571"/>
                </a:lnTo>
                <a:lnTo>
                  <a:pt x="21600" y="10800"/>
                </a:lnTo>
                <a:lnTo>
                  <a:pt x="21600" y="12404"/>
                </a:lnTo>
                <a:lnTo>
                  <a:pt x="21600" y="14013"/>
                </a:lnTo>
                <a:lnTo>
                  <a:pt x="21600" y="15628"/>
                </a:lnTo>
                <a:lnTo>
                  <a:pt x="21600" y="17256"/>
                </a:lnTo>
                <a:lnTo>
                  <a:pt x="21600" y="18900"/>
                </a:lnTo>
                <a:lnTo>
                  <a:pt x="19690" y="18565"/>
                </a:lnTo>
                <a:lnTo>
                  <a:pt x="17780" y="18230"/>
                </a:lnTo>
                <a:lnTo>
                  <a:pt x="15864" y="17896"/>
                </a:lnTo>
                <a:lnTo>
                  <a:pt x="13944" y="17561"/>
                </a:lnTo>
                <a:lnTo>
                  <a:pt x="12016" y="17223"/>
                </a:lnTo>
                <a:lnTo>
                  <a:pt x="10078" y="16883"/>
                </a:lnTo>
                <a:lnTo>
                  <a:pt x="8131" y="16543"/>
                </a:lnTo>
                <a:lnTo>
                  <a:pt x="6171" y="16200"/>
                </a:lnTo>
                <a:lnTo>
                  <a:pt x="6171" y="17985"/>
                </a:lnTo>
                <a:lnTo>
                  <a:pt x="6171" y="19780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9BAFBA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2" name="contour_09680"/>
          <p:cNvSpPr/>
          <p:nvPr/>
        </p:nvSpPr>
        <p:spPr>
          <a:xfrm>
            <a:off x="5855344" y="3316036"/>
            <a:ext cx="6701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49" y="0"/>
                </a:moveTo>
                <a:lnTo>
                  <a:pt x="3700" y="404"/>
                </a:lnTo>
                <a:lnTo>
                  <a:pt x="5051" y="808"/>
                </a:lnTo>
                <a:lnTo>
                  <a:pt x="6401" y="1214"/>
                </a:lnTo>
                <a:lnTo>
                  <a:pt x="7752" y="1620"/>
                </a:lnTo>
                <a:lnTo>
                  <a:pt x="9103" y="2026"/>
                </a:lnTo>
                <a:lnTo>
                  <a:pt x="10357" y="2402"/>
                </a:lnTo>
                <a:lnTo>
                  <a:pt x="11621" y="2780"/>
                </a:lnTo>
                <a:lnTo>
                  <a:pt x="12901" y="3164"/>
                </a:lnTo>
                <a:lnTo>
                  <a:pt x="14071" y="3545"/>
                </a:lnTo>
                <a:lnTo>
                  <a:pt x="15250" y="3931"/>
                </a:lnTo>
                <a:lnTo>
                  <a:pt x="16444" y="4320"/>
                </a:lnTo>
                <a:lnTo>
                  <a:pt x="17137" y="4506"/>
                </a:lnTo>
                <a:lnTo>
                  <a:pt x="19234" y="5063"/>
                </a:lnTo>
                <a:lnTo>
                  <a:pt x="20343" y="5938"/>
                </a:lnTo>
                <a:lnTo>
                  <a:pt x="20961" y="6744"/>
                </a:lnTo>
                <a:lnTo>
                  <a:pt x="21306" y="7942"/>
                </a:lnTo>
                <a:lnTo>
                  <a:pt x="21600" y="9999"/>
                </a:lnTo>
                <a:lnTo>
                  <a:pt x="21577" y="10612"/>
                </a:lnTo>
                <a:lnTo>
                  <a:pt x="21534" y="11694"/>
                </a:lnTo>
                <a:lnTo>
                  <a:pt x="21436" y="14174"/>
                </a:lnTo>
                <a:lnTo>
                  <a:pt x="21393" y="15561"/>
                </a:lnTo>
                <a:lnTo>
                  <a:pt x="21351" y="16956"/>
                </a:lnTo>
                <a:lnTo>
                  <a:pt x="21306" y="18369"/>
                </a:lnTo>
                <a:lnTo>
                  <a:pt x="21283" y="18844"/>
                </a:lnTo>
                <a:lnTo>
                  <a:pt x="21241" y="19682"/>
                </a:lnTo>
                <a:lnTo>
                  <a:pt x="21142" y="21600"/>
                </a:lnTo>
                <a:lnTo>
                  <a:pt x="19890" y="20058"/>
                </a:lnTo>
                <a:lnTo>
                  <a:pt x="18877" y="18714"/>
                </a:lnTo>
                <a:lnTo>
                  <a:pt x="18081" y="17498"/>
                </a:lnTo>
                <a:lnTo>
                  <a:pt x="17477" y="16332"/>
                </a:lnTo>
                <a:lnTo>
                  <a:pt x="17038" y="15142"/>
                </a:lnTo>
                <a:lnTo>
                  <a:pt x="16740" y="13852"/>
                </a:lnTo>
                <a:lnTo>
                  <a:pt x="16559" y="12388"/>
                </a:lnTo>
                <a:lnTo>
                  <a:pt x="16467" y="10677"/>
                </a:lnTo>
                <a:lnTo>
                  <a:pt x="16444" y="8640"/>
                </a:lnTo>
                <a:lnTo>
                  <a:pt x="14816" y="8426"/>
                </a:lnTo>
                <a:lnTo>
                  <a:pt x="13186" y="8212"/>
                </a:lnTo>
                <a:lnTo>
                  <a:pt x="11555" y="7998"/>
                </a:lnTo>
                <a:lnTo>
                  <a:pt x="9923" y="7782"/>
                </a:lnTo>
                <a:lnTo>
                  <a:pt x="8283" y="7569"/>
                </a:lnTo>
                <a:lnTo>
                  <a:pt x="6641" y="7353"/>
                </a:lnTo>
                <a:lnTo>
                  <a:pt x="4992" y="7137"/>
                </a:lnTo>
                <a:lnTo>
                  <a:pt x="3336" y="6918"/>
                </a:lnTo>
                <a:lnTo>
                  <a:pt x="1673" y="6700"/>
                </a:lnTo>
                <a:lnTo>
                  <a:pt x="0" y="6480"/>
                </a:lnTo>
                <a:lnTo>
                  <a:pt x="465" y="5197"/>
                </a:lnTo>
                <a:lnTo>
                  <a:pt x="933" y="3910"/>
                </a:lnTo>
                <a:lnTo>
                  <a:pt x="1400" y="2618"/>
                </a:lnTo>
                <a:lnTo>
                  <a:pt x="1872" y="1315"/>
                </a:lnTo>
                <a:lnTo>
                  <a:pt x="2349" y="0"/>
                </a:lnTo>
                <a:close/>
              </a:path>
            </a:pathLst>
          </a:custGeom>
          <a:solidFill>
            <a:srgbClr val="E2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3" name="contour_09681"/>
          <p:cNvSpPr/>
          <p:nvPr/>
        </p:nvSpPr>
        <p:spPr>
          <a:xfrm>
            <a:off x="4601809" y="3316036"/>
            <a:ext cx="4494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24" y="525"/>
                </a:lnTo>
                <a:lnTo>
                  <a:pt x="7639" y="974"/>
                </a:lnTo>
                <a:lnTo>
                  <a:pt x="10374" y="1385"/>
                </a:lnTo>
                <a:lnTo>
                  <a:pt x="12553" y="1797"/>
                </a:lnTo>
                <a:lnTo>
                  <a:pt x="14301" y="2251"/>
                </a:lnTo>
                <a:lnTo>
                  <a:pt x="15747" y="2782"/>
                </a:lnTo>
                <a:lnTo>
                  <a:pt x="17015" y="3432"/>
                </a:lnTo>
                <a:lnTo>
                  <a:pt x="18231" y="4240"/>
                </a:lnTo>
                <a:lnTo>
                  <a:pt x="19523" y="5242"/>
                </a:lnTo>
                <a:lnTo>
                  <a:pt x="21015" y="6480"/>
                </a:lnTo>
                <a:lnTo>
                  <a:pt x="21302" y="8070"/>
                </a:lnTo>
                <a:lnTo>
                  <a:pt x="21488" y="9258"/>
                </a:lnTo>
                <a:lnTo>
                  <a:pt x="21582" y="10256"/>
                </a:lnTo>
                <a:lnTo>
                  <a:pt x="21600" y="11286"/>
                </a:lnTo>
                <a:lnTo>
                  <a:pt x="21554" y="12565"/>
                </a:lnTo>
                <a:lnTo>
                  <a:pt x="21453" y="14310"/>
                </a:lnTo>
                <a:lnTo>
                  <a:pt x="21390" y="15675"/>
                </a:lnTo>
                <a:lnTo>
                  <a:pt x="21327" y="17051"/>
                </a:lnTo>
                <a:lnTo>
                  <a:pt x="21260" y="18444"/>
                </a:lnTo>
                <a:lnTo>
                  <a:pt x="21225" y="18909"/>
                </a:lnTo>
                <a:lnTo>
                  <a:pt x="21162" y="19727"/>
                </a:lnTo>
                <a:lnTo>
                  <a:pt x="21015" y="21600"/>
                </a:lnTo>
                <a:lnTo>
                  <a:pt x="20581" y="20529"/>
                </a:lnTo>
                <a:lnTo>
                  <a:pt x="20146" y="19453"/>
                </a:lnTo>
                <a:lnTo>
                  <a:pt x="19702" y="18360"/>
                </a:lnTo>
                <a:lnTo>
                  <a:pt x="18980" y="17289"/>
                </a:lnTo>
                <a:lnTo>
                  <a:pt x="18248" y="16213"/>
                </a:lnTo>
                <a:lnTo>
                  <a:pt x="17513" y="15120"/>
                </a:lnTo>
                <a:lnTo>
                  <a:pt x="15197" y="15120"/>
                </a:lnTo>
                <a:lnTo>
                  <a:pt x="12868" y="15120"/>
                </a:lnTo>
                <a:lnTo>
                  <a:pt x="10508" y="15120"/>
                </a:lnTo>
                <a:lnTo>
                  <a:pt x="9401" y="13861"/>
                </a:lnTo>
                <a:lnTo>
                  <a:pt x="8378" y="12625"/>
                </a:lnTo>
                <a:lnTo>
                  <a:pt x="7422" y="11398"/>
                </a:lnTo>
                <a:lnTo>
                  <a:pt x="6518" y="10156"/>
                </a:lnTo>
                <a:lnTo>
                  <a:pt x="5657" y="8884"/>
                </a:lnTo>
                <a:lnTo>
                  <a:pt x="4816" y="7560"/>
                </a:lnTo>
                <a:lnTo>
                  <a:pt x="4108" y="6476"/>
                </a:lnTo>
                <a:lnTo>
                  <a:pt x="3394" y="5374"/>
                </a:lnTo>
                <a:lnTo>
                  <a:pt x="2532" y="4035"/>
                </a:lnTo>
                <a:lnTo>
                  <a:pt x="1681" y="2691"/>
                </a:lnTo>
                <a:lnTo>
                  <a:pt x="837" y="1346"/>
                </a:lnTo>
                <a:lnTo>
                  <a:pt x="0" y="0"/>
                </a:lnTo>
                <a:close/>
              </a:path>
            </a:pathLst>
          </a:custGeom>
          <a:solidFill>
            <a:srgbClr val="685D7E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4" name="contour_09682"/>
          <p:cNvSpPr/>
          <p:nvPr/>
        </p:nvSpPr>
        <p:spPr>
          <a:xfrm>
            <a:off x="10439491" y="3279093"/>
            <a:ext cx="51016" cy="30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36"/>
                </a:moveTo>
                <a:lnTo>
                  <a:pt x="16342" y="102"/>
                </a:lnTo>
                <a:lnTo>
                  <a:pt x="18443" y="168"/>
                </a:lnTo>
                <a:lnTo>
                  <a:pt x="19227" y="214"/>
                </a:lnTo>
                <a:lnTo>
                  <a:pt x="21600" y="351"/>
                </a:lnTo>
                <a:lnTo>
                  <a:pt x="21600" y="3712"/>
                </a:lnTo>
                <a:lnTo>
                  <a:pt x="21600" y="7078"/>
                </a:lnTo>
                <a:lnTo>
                  <a:pt x="21600" y="10459"/>
                </a:lnTo>
                <a:lnTo>
                  <a:pt x="21600" y="13850"/>
                </a:lnTo>
                <a:lnTo>
                  <a:pt x="21600" y="17272"/>
                </a:lnTo>
                <a:lnTo>
                  <a:pt x="21600" y="20719"/>
                </a:lnTo>
                <a:lnTo>
                  <a:pt x="19523" y="20989"/>
                </a:lnTo>
                <a:lnTo>
                  <a:pt x="17462" y="21228"/>
                </a:lnTo>
                <a:lnTo>
                  <a:pt x="15407" y="21422"/>
                </a:lnTo>
                <a:lnTo>
                  <a:pt x="13358" y="21549"/>
                </a:lnTo>
                <a:lnTo>
                  <a:pt x="11309" y="21600"/>
                </a:lnTo>
                <a:lnTo>
                  <a:pt x="9263" y="21554"/>
                </a:lnTo>
                <a:lnTo>
                  <a:pt x="7211" y="21407"/>
                </a:lnTo>
                <a:lnTo>
                  <a:pt x="5153" y="21132"/>
                </a:lnTo>
                <a:lnTo>
                  <a:pt x="3086" y="20719"/>
                </a:lnTo>
                <a:lnTo>
                  <a:pt x="1765" y="16926"/>
                </a:lnTo>
                <a:lnTo>
                  <a:pt x="944" y="14242"/>
                </a:lnTo>
                <a:lnTo>
                  <a:pt x="475" y="11920"/>
                </a:lnTo>
                <a:lnTo>
                  <a:pt x="210" y="9227"/>
                </a:lnTo>
                <a:lnTo>
                  <a:pt x="0" y="5443"/>
                </a:lnTo>
                <a:lnTo>
                  <a:pt x="2049" y="3600"/>
                </a:lnTo>
                <a:lnTo>
                  <a:pt x="3996" y="2205"/>
                </a:lnTo>
                <a:lnTo>
                  <a:pt x="5894" y="1197"/>
                </a:lnTo>
                <a:lnTo>
                  <a:pt x="7810" y="530"/>
                </a:lnTo>
                <a:lnTo>
                  <a:pt x="9803" y="148"/>
                </a:lnTo>
                <a:lnTo>
                  <a:pt x="11939" y="0"/>
                </a:lnTo>
                <a:lnTo>
                  <a:pt x="14271" y="36"/>
                </a:lnTo>
                <a:close/>
              </a:path>
            </a:pathLst>
          </a:custGeom>
          <a:solidFill>
            <a:srgbClr val="D1E4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5" name="contour_09683"/>
          <p:cNvSpPr/>
          <p:nvPr/>
        </p:nvSpPr>
        <p:spPr>
          <a:xfrm>
            <a:off x="3457595" y="3295061"/>
            <a:ext cx="80168" cy="647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36"/>
                </a:moveTo>
                <a:lnTo>
                  <a:pt x="20650" y="3224"/>
                </a:lnTo>
                <a:lnTo>
                  <a:pt x="19697" y="4309"/>
                </a:lnTo>
                <a:lnTo>
                  <a:pt x="18745" y="5391"/>
                </a:lnTo>
                <a:lnTo>
                  <a:pt x="17791" y="6474"/>
                </a:lnTo>
                <a:lnTo>
                  <a:pt x="16836" y="7554"/>
                </a:lnTo>
                <a:lnTo>
                  <a:pt x="15880" y="8635"/>
                </a:lnTo>
                <a:lnTo>
                  <a:pt x="14924" y="9712"/>
                </a:lnTo>
                <a:lnTo>
                  <a:pt x="13967" y="10790"/>
                </a:lnTo>
                <a:lnTo>
                  <a:pt x="13009" y="11868"/>
                </a:lnTo>
                <a:lnTo>
                  <a:pt x="12198" y="12797"/>
                </a:lnTo>
                <a:lnTo>
                  <a:pt x="11381" y="13734"/>
                </a:lnTo>
                <a:lnTo>
                  <a:pt x="10555" y="14681"/>
                </a:lnTo>
                <a:lnTo>
                  <a:pt x="9769" y="15559"/>
                </a:lnTo>
                <a:lnTo>
                  <a:pt x="8978" y="16445"/>
                </a:lnTo>
                <a:lnTo>
                  <a:pt x="8177" y="17342"/>
                </a:lnTo>
                <a:lnTo>
                  <a:pt x="7857" y="17707"/>
                </a:lnTo>
                <a:lnTo>
                  <a:pt x="7291" y="18347"/>
                </a:lnTo>
                <a:lnTo>
                  <a:pt x="5995" y="19814"/>
                </a:lnTo>
                <a:lnTo>
                  <a:pt x="4954" y="20685"/>
                </a:lnTo>
                <a:lnTo>
                  <a:pt x="4122" y="21213"/>
                </a:lnTo>
                <a:lnTo>
                  <a:pt x="3211" y="21486"/>
                </a:lnTo>
                <a:lnTo>
                  <a:pt x="1932" y="21585"/>
                </a:lnTo>
                <a:lnTo>
                  <a:pt x="0" y="21600"/>
                </a:lnTo>
                <a:lnTo>
                  <a:pt x="0" y="19992"/>
                </a:lnTo>
                <a:lnTo>
                  <a:pt x="0" y="18374"/>
                </a:lnTo>
                <a:lnTo>
                  <a:pt x="0" y="16734"/>
                </a:lnTo>
                <a:lnTo>
                  <a:pt x="1190" y="15858"/>
                </a:lnTo>
                <a:lnTo>
                  <a:pt x="2144" y="15306"/>
                </a:lnTo>
                <a:lnTo>
                  <a:pt x="3682" y="14605"/>
                </a:lnTo>
                <a:lnTo>
                  <a:pt x="5172" y="13695"/>
                </a:lnTo>
                <a:lnTo>
                  <a:pt x="6390" y="12734"/>
                </a:lnTo>
                <a:lnTo>
                  <a:pt x="7385" y="11695"/>
                </a:lnTo>
                <a:lnTo>
                  <a:pt x="8212" y="10545"/>
                </a:lnTo>
                <a:lnTo>
                  <a:pt x="8917" y="9260"/>
                </a:lnTo>
                <a:lnTo>
                  <a:pt x="9551" y="7810"/>
                </a:lnTo>
                <a:lnTo>
                  <a:pt x="10164" y="6168"/>
                </a:lnTo>
                <a:lnTo>
                  <a:pt x="10808" y="4304"/>
                </a:lnTo>
                <a:lnTo>
                  <a:pt x="11417" y="3019"/>
                </a:lnTo>
                <a:lnTo>
                  <a:pt x="12027" y="2160"/>
                </a:lnTo>
                <a:lnTo>
                  <a:pt x="13009" y="1336"/>
                </a:lnTo>
                <a:lnTo>
                  <a:pt x="14727" y="161"/>
                </a:lnTo>
                <a:lnTo>
                  <a:pt x="16171" y="0"/>
                </a:lnTo>
                <a:lnTo>
                  <a:pt x="17339" y="22"/>
                </a:lnTo>
                <a:lnTo>
                  <a:pt x="18350" y="241"/>
                </a:lnTo>
                <a:lnTo>
                  <a:pt x="19320" y="659"/>
                </a:lnTo>
                <a:lnTo>
                  <a:pt x="20365" y="1289"/>
                </a:lnTo>
                <a:lnTo>
                  <a:pt x="21600" y="2136"/>
                </a:lnTo>
                <a:close/>
              </a:path>
            </a:pathLst>
          </a:custGeom>
          <a:solidFill>
            <a:srgbClr val="EB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6" name="contour_09684"/>
          <p:cNvSpPr/>
          <p:nvPr/>
        </p:nvSpPr>
        <p:spPr>
          <a:xfrm>
            <a:off x="1395093" y="3272308"/>
            <a:ext cx="3778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21" y="457"/>
                </a:lnTo>
                <a:lnTo>
                  <a:pt x="8046" y="824"/>
                </a:lnTo>
                <a:lnTo>
                  <a:pt x="10442" y="1185"/>
                </a:lnTo>
                <a:lnTo>
                  <a:pt x="12367" y="1623"/>
                </a:lnTo>
                <a:lnTo>
                  <a:pt x="14288" y="2228"/>
                </a:lnTo>
                <a:lnTo>
                  <a:pt x="16667" y="3086"/>
                </a:lnTo>
                <a:lnTo>
                  <a:pt x="18250" y="4894"/>
                </a:lnTo>
                <a:lnTo>
                  <a:pt x="19450" y="6625"/>
                </a:lnTo>
                <a:lnTo>
                  <a:pt x="20350" y="8378"/>
                </a:lnTo>
                <a:lnTo>
                  <a:pt x="21038" y="10263"/>
                </a:lnTo>
                <a:lnTo>
                  <a:pt x="21600" y="12380"/>
                </a:lnTo>
                <a:lnTo>
                  <a:pt x="20929" y="14605"/>
                </a:lnTo>
                <a:lnTo>
                  <a:pt x="19825" y="15962"/>
                </a:lnTo>
                <a:lnTo>
                  <a:pt x="17333" y="17610"/>
                </a:lnTo>
                <a:lnTo>
                  <a:pt x="15033" y="18446"/>
                </a:lnTo>
                <a:lnTo>
                  <a:pt x="13196" y="19073"/>
                </a:lnTo>
                <a:lnTo>
                  <a:pt x="11196" y="19678"/>
                </a:lnTo>
                <a:lnTo>
                  <a:pt x="8396" y="20458"/>
                </a:lnTo>
                <a:lnTo>
                  <a:pt x="4167" y="21600"/>
                </a:lnTo>
                <a:lnTo>
                  <a:pt x="3754" y="19462"/>
                </a:lnTo>
                <a:lnTo>
                  <a:pt x="3342" y="17320"/>
                </a:lnTo>
                <a:lnTo>
                  <a:pt x="2929" y="15179"/>
                </a:lnTo>
                <a:lnTo>
                  <a:pt x="2513" y="13034"/>
                </a:lnTo>
                <a:lnTo>
                  <a:pt x="2100" y="10880"/>
                </a:lnTo>
                <a:lnTo>
                  <a:pt x="1683" y="8723"/>
                </a:lnTo>
                <a:lnTo>
                  <a:pt x="1267" y="6557"/>
                </a:lnTo>
                <a:lnTo>
                  <a:pt x="846" y="4382"/>
                </a:lnTo>
                <a:lnTo>
                  <a:pt x="425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B42924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7" name="contour_09685"/>
          <p:cNvSpPr/>
          <p:nvPr/>
        </p:nvSpPr>
        <p:spPr>
          <a:xfrm>
            <a:off x="7575310" y="3255677"/>
            <a:ext cx="58304" cy="38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53"/>
                </a:moveTo>
                <a:lnTo>
                  <a:pt x="3472" y="601"/>
                </a:lnTo>
                <a:lnTo>
                  <a:pt x="6213" y="209"/>
                </a:lnTo>
                <a:lnTo>
                  <a:pt x="8359" y="0"/>
                </a:lnTo>
                <a:lnTo>
                  <a:pt x="10044" y="0"/>
                </a:lnTo>
                <a:lnTo>
                  <a:pt x="11399" y="229"/>
                </a:lnTo>
                <a:lnTo>
                  <a:pt x="12560" y="707"/>
                </a:lnTo>
                <a:lnTo>
                  <a:pt x="13657" y="1464"/>
                </a:lnTo>
                <a:lnTo>
                  <a:pt x="14826" y="2515"/>
                </a:lnTo>
                <a:lnTo>
                  <a:pt x="16200" y="3885"/>
                </a:lnTo>
                <a:lnTo>
                  <a:pt x="17296" y="5594"/>
                </a:lnTo>
                <a:lnTo>
                  <a:pt x="18125" y="6944"/>
                </a:lnTo>
                <a:lnTo>
                  <a:pt x="18946" y="8395"/>
                </a:lnTo>
                <a:lnTo>
                  <a:pt x="20018" y="10399"/>
                </a:lnTo>
                <a:lnTo>
                  <a:pt x="21600" y="13421"/>
                </a:lnTo>
                <a:lnTo>
                  <a:pt x="19815" y="13421"/>
                </a:lnTo>
                <a:lnTo>
                  <a:pt x="18020" y="13421"/>
                </a:lnTo>
                <a:lnTo>
                  <a:pt x="16200" y="13421"/>
                </a:lnTo>
                <a:lnTo>
                  <a:pt x="16200" y="16124"/>
                </a:lnTo>
                <a:lnTo>
                  <a:pt x="16200" y="18844"/>
                </a:lnTo>
                <a:lnTo>
                  <a:pt x="16200" y="21600"/>
                </a:lnTo>
                <a:lnTo>
                  <a:pt x="15385" y="21396"/>
                </a:lnTo>
                <a:lnTo>
                  <a:pt x="14637" y="21203"/>
                </a:lnTo>
                <a:lnTo>
                  <a:pt x="13819" y="20999"/>
                </a:lnTo>
                <a:lnTo>
                  <a:pt x="12798" y="20741"/>
                </a:lnTo>
                <a:lnTo>
                  <a:pt x="11443" y="20398"/>
                </a:lnTo>
                <a:lnTo>
                  <a:pt x="9617" y="19940"/>
                </a:lnTo>
                <a:lnTo>
                  <a:pt x="7193" y="19326"/>
                </a:lnTo>
                <a:lnTo>
                  <a:pt x="4031" y="18529"/>
                </a:lnTo>
                <a:lnTo>
                  <a:pt x="0" y="17511"/>
                </a:lnTo>
                <a:lnTo>
                  <a:pt x="0" y="14812"/>
                </a:lnTo>
                <a:lnTo>
                  <a:pt x="0" y="12109"/>
                </a:lnTo>
                <a:lnTo>
                  <a:pt x="0" y="9393"/>
                </a:lnTo>
                <a:lnTo>
                  <a:pt x="0" y="6666"/>
                </a:lnTo>
                <a:lnTo>
                  <a:pt x="0" y="3922"/>
                </a:lnTo>
                <a:lnTo>
                  <a:pt x="0" y="1153"/>
                </a:lnTo>
                <a:close/>
              </a:path>
            </a:pathLst>
          </a:custGeom>
          <a:solidFill>
            <a:srgbClr val="B96A71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8" name="contour_09686"/>
          <p:cNvSpPr/>
          <p:nvPr/>
        </p:nvSpPr>
        <p:spPr>
          <a:xfrm>
            <a:off x="7101590" y="3272046"/>
            <a:ext cx="87456" cy="241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4"/>
                </a:moveTo>
                <a:lnTo>
                  <a:pt x="21454" y="5039"/>
                </a:lnTo>
                <a:lnTo>
                  <a:pt x="21289" y="8456"/>
                </a:lnTo>
                <a:lnTo>
                  <a:pt x="21015" y="11425"/>
                </a:lnTo>
                <a:lnTo>
                  <a:pt x="20547" y="14882"/>
                </a:lnTo>
                <a:lnTo>
                  <a:pt x="19800" y="19764"/>
                </a:lnTo>
                <a:lnTo>
                  <a:pt x="18553" y="20610"/>
                </a:lnTo>
                <a:lnTo>
                  <a:pt x="17307" y="21170"/>
                </a:lnTo>
                <a:lnTo>
                  <a:pt x="16061" y="21483"/>
                </a:lnTo>
                <a:lnTo>
                  <a:pt x="14816" y="21600"/>
                </a:lnTo>
                <a:lnTo>
                  <a:pt x="13568" y="21567"/>
                </a:lnTo>
                <a:lnTo>
                  <a:pt x="12316" y="21424"/>
                </a:lnTo>
                <a:lnTo>
                  <a:pt x="11056" y="21216"/>
                </a:lnTo>
                <a:lnTo>
                  <a:pt x="9788" y="20988"/>
                </a:lnTo>
                <a:lnTo>
                  <a:pt x="8851" y="20897"/>
                </a:lnTo>
                <a:lnTo>
                  <a:pt x="7906" y="20806"/>
                </a:lnTo>
                <a:lnTo>
                  <a:pt x="6950" y="20715"/>
                </a:lnTo>
                <a:lnTo>
                  <a:pt x="5791" y="20591"/>
                </a:lnTo>
                <a:lnTo>
                  <a:pt x="4633" y="20454"/>
                </a:lnTo>
                <a:lnTo>
                  <a:pt x="3474" y="20305"/>
                </a:lnTo>
                <a:lnTo>
                  <a:pt x="2317" y="20142"/>
                </a:lnTo>
                <a:lnTo>
                  <a:pt x="1157" y="19959"/>
                </a:lnTo>
                <a:lnTo>
                  <a:pt x="0" y="19764"/>
                </a:lnTo>
                <a:lnTo>
                  <a:pt x="787" y="13554"/>
                </a:lnTo>
                <a:lnTo>
                  <a:pt x="1364" y="9628"/>
                </a:lnTo>
                <a:lnTo>
                  <a:pt x="1906" y="7239"/>
                </a:lnTo>
                <a:lnTo>
                  <a:pt x="2583" y="5631"/>
                </a:lnTo>
                <a:lnTo>
                  <a:pt x="3564" y="4049"/>
                </a:lnTo>
                <a:lnTo>
                  <a:pt x="4772" y="3327"/>
                </a:lnTo>
                <a:lnTo>
                  <a:pt x="5974" y="2682"/>
                </a:lnTo>
                <a:lnTo>
                  <a:pt x="7175" y="2122"/>
                </a:lnTo>
                <a:lnTo>
                  <a:pt x="8370" y="1627"/>
                </a:lnTo>
                <a:lnTo>
                  <a:pt x="9565" y="1211"/>
                </a:lnTo>
                <a:lnTo>
                  <a:pt x="10759" y="859"/>
                </a:lnTo>
                <a:lnTo>
                  <a:pt x="11954" y="573"/>
                </a:lnTo>
                <a:lnTo>
                  <a:pt x="13147" y="345"/>
                </a:lnTo>
                <a:lnTo>
                  <a:pt x="14344" y="182"/>
                </a:lnTo>
                <a:lnTo>
                  <a:pt x="15541" y="72"/>
                </a:lnTo>
                <a:lnTo>
                  <a:pt x="16744" y="13"/>
                </a:lnTo>
                <a:lnTo>
                  <a:pt x="17950" y="0"/>
                </a:lnTo>
                <a:lnTo>
                  <a:pt x="19161" y="39"/>
                </a:lnTo>
                <a:lnTo>
                  <a:pt x="20376" y="117"/>
                </a:lnTo>
                <a:lnTo>
                  <a:pt x="21600" y="234"/>
                </a:lnTo>
                <a:close/>
              </a:path>
            </a:pathLst>
          </a:custGeom>
          <a:solidFill>
            <a:srgbClr val="BFD0DA"/>
          </a:solidFill>
          <a:ln>
            <a:noFill/>
          </a:ln>
        </p:spPr>
        <p:txBody>
          <a:bodyPr/>
          <a:lstStyle/>
          <a:p/>
        </p:txBody>
      </p:sp>
      <p:sp>
        <p:nvSpPr>
          <p:cNvPr id="9689" name="contour_09687"/>
          <p:cNvSpPr/>
          <p:nvPr/>
        </p:nvSpPr>
        <p:spPr>
          <a:xfrm>
            <a:off x="8675797" y="3257732"/>
            <a:ext cx="65592" cy="36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664" y="299"/>
                </a:lnTo>
                <a:lnTo>
                  <a:pt x="10128" y="629"/>
                </a:lnTo>
                <a:lnTo>
                  <a:pt x="11590" y="980"/>
                </a:lnTo>
                <a:lnTo>
                  <a:pt x="13051" y="1353"/>
                </a:lnTo>
                <a:lnTo>
                  <a:pt x="13870" y="1544"/>
                </a:lnTo>
                <a:lnTo>
                  <a:pt x="16342" y="2117"/>
                </a:lnTo>
                <a:lnTo>
                  <a:pt x="18019" y="3505"/>
                </a:lnTo>
                <a:lnTo>
                  <a:pt x="19042" y="4897"/>
                </a:lnTo>
                <a:lnTo>
                  <a:pt x="19824" y="7126"/>
                </a:lnTo>
                <a:lnTo>
                  <a:pt x="20784" y="11030"/>
                </a:lnTo>
                <a:lnTo>
                  <a:pt x="21053" y="13120"/>
                </a:lnTo>
                <a:lnTo>
                  <a:pt x="21324" y="15220"/>
                </a:lnTo>
                <a:lnTo>
                  <a:pt x="21600" y="17349"/>
                </a:lnTo>
                <a:lnTo>
                  <a:pt x="19982" y="17918"/>
                </a:lnTo>
                <a:lnTo>
                  <a:pt x="18365" y="18473"/>
                </a:lnTo>
                <a:lnTo>
                  <a:pt x="16745" y="19011"/>
                </a:lnTo>
                <a:lnTo>
                  <a:pt x="15122" y="19540"/>
                </a:lnTo>
                <a:lnTo>
                  <a:pt x="13500" y="20060"/>
                </a:lnTo>
                <a:lnTo>
                  <a:pt x="11995" y="20563"/>
                </a:lnTo>
                <a:lnTo>
                  <a:pt x="10481" y="21071"/>
                </a:lnTo>
                <a:lnTo>
                  <a:pt x="8945" y="21587"/>
                </a:lnTo>
                <a:lnTo>
                  <a:pt x="6898" y="21600"/>
                </a:lnTo>
                <a:lnTo>
                  <a:pt x="5508" y="21396"/>
                </a:lnTo>
                <a:lnTo>
                  <a:pt x="4428" y="20763"/>
                </a:lnTo>
                <a:lnTo>
                  <a:pt x="3326" y="19518"/>
                </a:lnTo>
                <a:lnTo>
                  <a:pt x="1855" y="17449"/>
                </a:lnTo>
                <a:lnTo>
                  <a:pt x="1394" y="16347"/>
                </a:lnTo>
                <a:lnTo>
                  <a:pt x="0" y="13012"/>
                </a:lnTo>
                <a:lnTo>
                  <a:pt x="1190" y="11667"/>
                </a:lnTo>
                <a:lnTo>
                  <a:pt x="2386" y="10314"/>
                </a:lnTo>
                <a:lnTo>
                  <a:pt x="3600" y="8944"/>
                </a:lnTo>
                <a:lnTo>
                  <a:pt x="4790" y="7421"/>
                </a:lnTo>
                <a:lnTo>
                  <a:pt x="5986" y="5890"/>
                </a:lnTo>
                <a:lnTo>
                  <a:pt x="7200" y="4337"/>
                </a:lnTo>
                <a:lnTo>
                  <a:pt x="7200" y="2186"/>
                </a:lnTo>
                <a:lnTo>
                  <a:pt x="7200" y="0"/>
                </a:lnTo>
                <a:close/>
              </a:path>
            </a:pathLst>
          </a:custGeom>
          <a:solidFill>
            <a:srgbClr val="CEDF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0" name="contour_09688"/>
          <p:cNvSpPr/>
          <p:nvPr/>
        </p:nvSpPr>
        <p:spPr>
          <a:xfrm>
            <a:off x="7021423" y="3250444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54" y="350"/>
                </a:lnTo>
                <a:lnTo>
                  <a:pt x="6912" y="634"/>
                </a:lnTo>
                <a:lnTo>
                  <a:pt x="8978" y="912"/>
                </a:lnTo>
                <a:lnTo>
                  <a:pt x="10645" y="1255"/>
                </a:lnTo>
                <a:lnTo>
                  <a:pt x="12319" y="1728"/>
                </a:lnTo>
                <a:lnTo>
                  <a:pt x="14400" y="2400"/>
                </a:lnTo>
                <a:lnTo>
                  <a:pt x="15664" y="3941"/>
                </a:lnTo>
                <a:lnTo>
                  <a:pt x="16643" y="5506"/>
                </a:lnTo>
                <a:lnTo>
                  <a:pt x="17392" y="7102"/>
                </a:lnTo>
                <a:lnTo>
                  <a:pt x="17978" y="8736"/>
                </a:lnTo>
                <a:lnTo>
                  <a:pt x="18461" y="10416"/>
                </a:lnTo>
                <a:lnTo>
                  <a:pt x="18900" y="12149"/>
                </a:lnTo>
                <a:lnTo>
                  <a:pt x="19109" y="12833"/>
                </a:lnTo>
                <a:lnTo>
                  <a:pt x="19742" y="14892"/>
                </a:lnTo>
                <a:lnTo>
                  <a:pt x="20236" y="16565"/>
                </a:lnTo>
                <a:lnTo>
                  <a:pt x="20707" y="18242"/>
                </a:lnTo>
                <a:lnTo>
                  <a:pt x="21157" y="19920"/>
                </a:lnTo>
                <a:lnTo>
                  <a:pt x="21600" y="21600"/>
                </a:lnTo>
                <a:lnTo>
                  <a:pt x="19073" y="21089"/>
                </a:lnTo>
                <a:lnTo>
                  <a:pt x="16837" y="20599"/>
                </a:lnTo>
                <a:lnTo>
                  <a:pt x="14807" y="20083"/>
                </a:lnTo>
                <a:lnTo>
                  <a:pt x="12910" y="19493"/>
                </a:lnTo>
                <a:lnTo>
                  <a:pt x="11059" y="18780"/>
                </a:lnTo>
                <a:lnTo>
                  <a:pt x="9184" y="17899"/>
                </a:lnTo>
                <a:lnTo>
                  <a:pt x="7200" y="16800"/>
                </a:lnTo>
                <a:lnTo>
                  <a:pt x="6293" y="15305"/>
                </a:lnTo>
                <a:lnTo>
                  <a:pt x="5454" y="13807"/>
                </a:lnTo>
                <a:lnTo>
                  <a:pt x="4680" y="12307"/>
                </a:lnTo>
                <a:lnTo>
                  <a:pt x="3960" y="10802"/>
                </a:lnTo>
                <a:lnTo>
                  <a:pt x="3290" y="9290"/>
                </a:lnTo>
                <a:lnTo>
                  <a:pt x="2664" y="7771"/>
                </a:lnTo>
                <a:lnTo>
                  <a:pt x="2077" y="6242"/>
                </a:lnTo>
                <a:lnTo>
                  <a:pt x="1523" y="4702"/>
                </a:lnTo>
                <a:lnTo>
                  <a:pt x="997" y="3149"/>
                </a:lnTo>
                <a:lnTo>
                  <a:pt x="490" y="1582"/>
                </a:lnTo>
                <a:lnTo>
                  <a:pt x="0" y="0"/>
                </a:lnTo>
                <a:close/>
              </a:path>
            </a:pathLst>
          </a:custGeom>
          <a:solidFill>
            <a:srgbClr val="DCE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1" name="contour_09689"/>
          <p:cNvSpPr/>
          <p:nvPr/>
        </p:nvSpPr>
        <p:spPr>
          <a:xfrm>
            <a:off x="3851146" y="3265188"/>
            <a:ext cx="72880" cy="58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1" y="0"/>
                </a:moveTo>
                <a:lnTo>
                  <a:pt x="9701" y="222"/>
                </a:lnTo>
                <a:lnTo>
                  <a:pt x="10878" y="455"/>
                </a:lnTo>
                <a:lnTo>
                  <a:pt x="12055" y="699"/>
                </a:lnTo>
                <a:lnTo>
                  <a:pt x="13230" y="953"/>
                </a:lnTo>
                <a:lnTo>
                  <a:pt x="14440" y="1183"/>
                </a:lnTo>
                <a:lnTo>
                  <a:pt x="15669" y="1416"/>
                </a:lnTo>
                <a:lnTo>
                  <a:pt x="17155" y="1711"/>
                </a:lnTo>
                <a:lnTo>
                  <a:pt x="18636" y="2015"/>
                </a:lnTo>
                <a:lnTo>
                  <a:pt x="20118" y="2329"/>
                </a:lnTo>
                <a:lnTo>
                  <a:pt x="21600" y="2646"/>
                </a:lnTo>
                <a:lnTo>
                  <a:pt x="21112" y="4254"/>
                </a:lnTo>
                <a:lnTo>
                  <a:pt x="20723" y="5353"/>
                </a:lnTo>
                <a:lnTo>
                  <a:pt x="20233" y="6455"/>
                </a:lnTo>
                <a:lnTo>
                  <a:pt x="19440" y="8061"/>
                </a:lnTo>
                <a:lnTo>
                  <a:pt x="18014" y="8061"/>
                </a:lnTo>
                <a:lnTo>
                  <a:pt x="16576" y="8061"/>
                </a:lnTo>
                <a:lnTo>
                  <a:pt x="15120" y="8061"/>
                </a:lnTo>
                <a:lnTo>
                  <a:pt x="15388" y="9737"/>
                </a:lnTo>
                <a:lnTo>
                  <a:pt x="15656" y="11416"/>
                </a:lnTo>
                <a:lnTo>
                  <a:pt x="15924" y="13095"/>
                </a:lnTo>
                <a:lnTo>
                  <a:pt x="16194" y="14782"/>
                </a:lnTo>
                <a:lnTo>
                  <a:pt x="16464" y="16471"/>
                </a:lnTo>
                <a:lnTo>
                  <a:pt x="16734" y="18172"/>
                </a:lnTo>
                <a:lnTo>
                  <a:pt x="17006" y="19881"/>
                </a:lnTo>
                <a:lnTo>
                  <a:pt x="17280" y="21600"/>
                </a:lnTo>
                <a:lnTo>
                  <a:pt x="15673" y="21335"/>
                </a:lnTo>
                <a:lnTo>
                  <a:pt x="14532" y="21061"/>
                </a:lnTo>
                <a:lnTo>
                  <a:pt x="13548" y="20650"/>
                </a:lnTo>
                <a:lnTo>
                  <a:pt x="12407" y="19970"/>
                </a:lnTo>
                <a:lnTo>
                  <a:pt x="10800" y="18892"/>
                </a:lnTo>
                <a:lnTo>
                  <a:pt x="10586" y="16918"/>
                </a:lnTo>
                <a:lnTo>
                  <a:pt x="10472" y="14996"/>
                </a:lnTo>
                <a:lnTo>
                  <a:pt x="10441" y="13106"/>
                </a:lnTo>
                <a:lnTo>
                  <a:pt x="10478" y="11221"/>
                </a:lnTo>
                <a:lnTo>
                  <a:pt x="10560" y="9317"/>
                </a:lnTo>
                <a:lnTo>
                  <a:pt x="10675" y="7371"/>
                </a:lnTo>
                <a:lnTo>
                  <a:pt x="10800" y="5353"/>
                </a:lnTo>
                <a:lnTo>
                  <a:pt x="9273" y="5353"/>
                </a:lnTo>
                <a:lnTo>
                  <a:pt x="7744" y="5353"/>
                </a:lnTo>
                <a:lnTo>
                  <a:pt x="6210" y="5353"/>
                </a:lnTo>
                <a:lnTo>
                  <a:pt x="4670" y="5353"/>
                </a:lnTo>
                <a:lnTo>
                  <a:pt x="3123" y="5353"/>
                </a:lnTo>
                <a:lnTo>
                  <a:pt x="1568" y="5353"/>
                </a:lnTo>
                <a:lnTo>
                  <a:pt x="0" y="5353"/>
                </a:lnTo>
                <a:lnTo>
                  <a:pt x="1084" y="3563"/>
                </a:lnTo>
                <a:lnTo>
                  <a:pt x="2052" y="2210"/>
                </a:lnTo>
                <a:lnTo>
                  <a:pt x="3000" y="1237"/>
                </a:lnTo>
                <a:lnTo>
                  <a:pt x="4026" y="588"/>
                </a:lnTo>
                <a:lnTo>
                  <a:pt x="5223" y="203"/>
                </a:lnTo>
                <a:lnTo>
                  <a:pt x="6690" y="27"/>
                </a:lnTo>
                <a:lnTo>
                  <a:pt x="8521" y="0"/>
                </a:lnTo>
                <a:close/>
              </a:path>
            </a:pathLst>
          </a:custGeom>
          <a:solidFill>
            <a:srgbClr val="AABEC8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2" name="contour_09690"/>
          <p:cNvSpPr/>
          <p:nvPr/>
        </p:nvSpPr>
        <p:spPr>
          <a:xfrm>
            <a:off x="3668946" y="3206716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6" y="0"/>
                </a:lnTo>
                <a:lnTo>
                  <a:pt x="4291" y="0"/>
                </a:lnTo>
                <a:lnTo>
                  <a:pt x="5738" y="0"/>
                </a:lnTo>
                <a:lnTo>
                  <a:pt x="7200" y="0"/>
                </a:lnTo>
                <a:lnTo>
                  <a:pt x="7250" y="1478"/>
                </a:lnTo>
                <a:lnTo>
                  <a:pt x="7303" y="2981"/>
                </a:lnTo>
                <a:lnTo>
                  <a:pt x="7469" y="4706"/>
                </a:lnTo>
                <a:lnTo>
                  <a:pt x="7661" y="6370"/>
                </a:lnTo>
                <a:lnTo>
                  <a:pt x="7898" y="7985"/>
                </a:lnTo>
                <a:lnTo>
                  <a:pt x="8196" y="9576"/>
                </a:lnTo>
                <a:lnTo>
                  <a:pt x="8568" y="11162"/>
                </a:lnTo>
                <a:lnTo>
                  <a:pt x="9031" y="12763"/>
                </a:lnTo>
                <a:lnTo>
                  <a:pt x="9600" y="14400"/>
                </a:lnTo>
                <a:lnTo>
                  <a:pt x="11009" y="15338"/>
                </a:lnTo>
                <a:lnTo>
                  <a:pt x="12427" y="16147"/>
                </a:lnTo>
                <a:lnTo>
                  <a:pt x="13865" y="16846"/>
                </a:lnTo>
                <a:lnTo>
                  <a:pt x="15326" y="17446"/>
                </a:lnTo>
                <a:lnTo>
                  <a:pt x="16822" y="17966"/>
                </a:lnTo>
                <a:lnTo>
                  <a:pt x="18360" y="18422"/>
                </a:lnTo>
                <a:lnTo>
                  <a:pt x="19951" y="18828"/>
                </a:lnTo>
                <a:lnTo>
                  <a:pt x="21600" y="19200"/>
                </a:lnTo>
                <a:lnTo>
                  <a:pt x="20016" y="19596"/>
                </a:lnTo>
                <a:lnTo>
                  <a:pt x="18430" y="19992"/>
                </a:lnTo>
                <a:lnTo>
                  <a:pt x="16836" y="20390"/>
                </a:lnTo>
                <a:lnTo>
                  <a:pt x="15235" y="20791"/>
                </a:lnTo>
                <a:lnTo>
                  <a:pt x="13625" y="21194"/>
                </a:lnTo>
                <a:lnTo>
                  <a:pt x="12000" y="21600"/>
                </a:lnTo>
                <a:lnTo>
                  <a:pt x="12000" y="20014"/>
                </a:lnTo>
                <a:lnTo>
                  <a:pt x="12000" y="18418"/>
                </a:lnTo>
                <a:lnTo>
                  <a:pt x="12000" y="16800"/>
                </a:lnTo>
                <a:lnTo>
                  <a:pt x="10464" y="16603"/>
                </a:lnTo>
                <a:lnTo>
                  <a:pt x="8916" y="16402"/>
                </a:lnTo>
                <a:lnTo>
                  <a:pt x="7349" y="16200"/>
                </a:lnTo>
                <a:lnTo>
                  <a:pt x="5779" y="15902"/>
                </a:lnTo>
                <a:lnTo>
                  <a:pt x="4742" y="15617"/>
                </a:lnTo>
                <a:lnTo>
                  <a:pt x="3770" y="15173"/>
                </a:lnTo>
                <a:lnTo>
                  <a:pt x="2400" y="14400"/>
                </a:lnTo>
                <a:lnTo>
                  <a:pt x="1891" y="12826"/>
                </a:lnTo>
                <a:lnTo>
                  <a:pt x="1464" y="11251"/>
                </a:lnTo>
                <a:lnTo>
                  <a:pt x="1109" y="9672"/>
                </a:lnTo>
                <a:lnTo>
                  <a:pt x="818" y="8090"/>
                </a:lnTo>
                <a:lnTo>
                  <a:pt x="581" y="6499"/>
                </a:lnTo>
                <a:lnTo>
                  <a:pt x="389" y="4896"/>
                </a:lnTo>
                <a:lnTo>
                  <a:pt x="235" y="3281"/>
                </a:lnTo>
                <a:lnTo>
                  <a:pt x="108" y="1649"/>
                </a:lnTo>
                <a:lnTo>
                  <a:pt x="0" y="0"/>
                </a:lnTo>
                <a:close/>
              </a:path>
            </a:pathLst>
          </a:custGeom>
          <a:solidFill>
            <a:srgbClr val="6F7E86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3" name="contour_09691"/>
          <p:cNvSpPr/>
          <p:nvPr/>
        </p:nvSpPr>
        <p:spPr>
          <a:xfrm>
            <a:off x="10301019" y="3192140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524" y="1482"/>
                </a:lnTo>
                <a:lnTo>
                  <a:pt x="17558" y="2962"/>
                </a:lnTo>
                <a:lnTo>
                  <a:pt x="18524" y="4452"/>
                </a:lnTo>
                <a:lnTo>
                  <a:pt x="19415" y="5967"/>
                </a:lnTo>
                <a:lnTo>
                  <a:pt x="20233" y="7520"/>
                </a:lnTo>
                <a:lnTo>
                  <a:pt x="20961" y="9126"/>
                </a:lnTo>
                <a:lnTo>
                  <a:pt x="21600" y="10800"/>
                </a:lnTo>
                <a:lnTo>
                  <a:pt x="20767" y="12736"/>
                </a:lnTo>
                <a:lnTo>
                  <a:pt x="20085" y="14137"/>
                </a:lnTo>
                <a:lnTo>
                  <a:pt x="19381" y="15231"/>
                </a:lnTo>
                <a:lnTo>
                  <a:pt x="18487" y="16238"/>
                </a:lnTo>
                <a:lnTo>
                  <a:pt x="17224" y="17385"/>
                </a:lnTo>
                <a:lnTo>
                  <a:pt x="15429" y="18900"/>
                </a:lnTo>
                <a:lnTo>
                  <a:pt x="13377" y="19553"/>
                </a:lnTo>
                <a:lnTo>
                  <a:pt x="11368" y="20096"/>
                </a:lnTo>
                <a:lnTo>
                  <a:pt x="9368" y="20547"/>
                </a:lnTo>
                <a:lnTo>
                  <a:pt x="7344" y="20930"/>
                </a:lnTo>
                <a:lnTo>
                  <a:pt x="5261" y="21273"/>
                </a:lnTo>
                <a:lnTo>
                  <a:pt x="3086" y="21600"/>
                </a:lnTo>
                <a:lnTo>
                  <a:pt x="2703" y="19929"/>
                </a:lnTo>
                <a:lnTo>
                  <a:pt x="2320" y="18257"/>
                </a:lnTo>
                <a:lnTo>
                  <a:pt x="1938" y="16581"/>
                </a:lnTo>
                <a:lnTo>
                  <a:pt x="1555" y="14901"/>
                </a:lnTo>
                <a:lnTo>
                  <a:pt x="1169" y="13214"/>
                </a:lnTo>
                <a:lnTo>
                  <a:pt x="781" y="11518"/>
                </a:lnTo>
                <a:lnTo>
                  <a:pt x="392" y="9814"/>
                </a:lnTo>
                <a:lnTo>
                  <a:pt x="0" y="8100"/>
                </a:lnTo>
                <a:lnTo>
                  <a:pt x="1910" y="7849"/>
                </a:lnTo>
                <a:lnTo>
                  <a:pt x="3829" y="7598"/>
                </a:lnTo>
                <a:lnTo>
                  <a:pt x="5761" y="7344"/>
                </a:lnTo>
                <a:lnTo>
                  <a:pt x="7714" y="7088"/>
                </a:lnTo>
                <a:lnTo>
                  <a:pt x="10275" y="6742"/>
                </a:lnTo>
                <a:lnTo>
                  <a:pt x="11932" y="6450"/>
                </a:lnTo>
                <a:lnTo>
                  <a:pt x="13411" y="6056"/>
                </a:lnTo>
                <a:lnTo>
                  <a:pt x="15429" y="5400"/>
                </a:lnTo>
                <a:lnTo>
                  <a:pt x="15429" y="3615"/>
                </a:lnTo>
                <a:lnTo>
                  <a:pt x="15429" y="1820"/>
                </a:lnTo>
                <a:lnTo>
                  <a:pt x="15429" y="0"/>
                </a:lnTo>
                <a:close/>
              </a:path>
            </a:pathLst>
          </a:custGeom>
          <a:solidFill>
            <a:srgbClr val="B6A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4" name="contour_09692"/>
          <p:cNvSpPr/>
          <p:nvPr/>
        </p:nvSpPr>
        <p:spPr>
          <a:xfrm>
            <a:off x="5585688" y="3220454"/>
            <a:ext cx="94744" cy="37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85" y="1001"/>
                </a:moveTo>
                <a:lnTo>
                  <a:pt x="11345" y="2205"/>
                </a:lnTo>
                <a:lnTo>
                  <a:pt x="12312" y="3419"/>
                </a:lnTo>
                <a:lnTo>
                  <a:pt x="13292" y="4649"/>
                </a:lnTo>
                <a:lnTo>
                  <a:pt x="13492" y="7875"/>
                </a:lnTo>
                <a:lnTo>
                  <a:pt x="13591" y="10139"/>
                </a:lnTo>
                <a:lnTo>
                  <a:pt x="13591" y="12040"/>
                </a:lnTo>
                <a:lnTo>
                  <a:pt x="13492" y="14179"/>
                </a:lnTo>
                <a:lnTo>
                  <a:pt x="13292" y="17156"/>
                </a:lnTo>
                <a:lnTo>
                  <a:pt x="14467" y="17156"/>
                </a:lnTo>
                <a:lnTo>
                  <a:pt x="15643" y="17156"/>
                </a:lnTo>
                <a:lnTo>
                  <a:pt x="16823" y="17156"/>
                </a:lnTo>
                <a:lnTo>
                  <a:pt x="18008" y="17156"/>
                </a:lnTo>
                <a:lnTo>
                  <a:pt x="19197" y="17156"/>
                </a:lnTo>
                <a:lnTo>
                  <a:pt x="20394" y="17156"/>
                </a:lnTo>
                <a:lnTo>
                  <a:pt x="21600" y="17156"/>
                </a:lnTo>
                <a:lnTo>
                  <a:pt x="21600" y="19224"/>
                </a:lnTo>
                <a:lnTo>
                  <a:pt x="21600" y="21325"/>
                </a:lnTo>
                <a:lnTo>
                  <a:pt x="20362" y="21467"/>
                </a:lnTo>
                <a:lnTo>
                  <a:pt x="19149" y="21558"/>
                </a:lnTo>
                <a:lnTo>
                  <a:pt x="17958" y="21600"/>
                </a:lnTo>
                <a:lnTo>
                  <a:pt x="16787" y="21583"/>
                </a:lnTo>
                <a:lnTo>
                  <a:pt x="15632" y="21508"/>
                </a:lnTo>
                <a:lnTo>
                  <a:pt x="14492" y="21375"/>
                </a:lnTo>
                <a:lnTo>
                  <a:pt x="13365" y="21175"/>
                </a:lnTo>
                <a:lnTo>
                  <a:pt x="12249" y="20912"/>
                </a:lnTo>
                <a:lnTo>
                  <a:pt x="11141" y="20583"/>
                </a:lnTo>
                <a:lnTo>
                  <a:pt x="10037" y="20183"/>
                </a:lnTo>
                <a:lnTo>
                  <a:pt x="8939" y="19707"/>
                </a:lnTo>
                <a:lnTo>
                  <a:pt x="7841" y="19157"/>
                </a:lnTo>
                <a:lnTo>
                  <a:pt x="6743" y="18527"/>
                </a:lnTo>
                <a:lnTo>
                  <a:pt x="5639" y="17819"/>
                </a:lnTo>
                <a:lnTo>
                  <a:pt x="4533" y="17031"/>
                </a:lnTo>
                <a:lnTo>
                  <a:pt x="3416" y="16155"/>
                </a:lnTo>
                <a:lnTo>
                  <a:pt x="2291" y="15188"/>
                </a:lnTo>
                <a:lnTo>
                  <a:pt x="1153" y="14133"/>
                </a:lnTo>
                <a:lnTo>
                  <a:pt x="0" y="12987"/>
                </a:lnTo>
                <a:lnTo>
                  <a:pt x="1620" y="9172"/>
                </a:lnTo>
                <a:lnTo>
                  <a:pt x="2946" y="6129"/>
                </a:lnTo>
                <a:lnTo>
                  <a:pt x="4038" y="3790"/>
                </a:lnTo>
                <a:lnTo>
                  <a:pt x="4958" y="2076"/>
                </a:lnTo>
                <a:lnTo>
                  <a:pt x="5771" y="921"/>
                </a:lnTo>
                <a:lnTo>
                  <a:pt x="6536" y="254"/>
                </a:lnTo>
                <a:lnTo>
                  <a:pt x="7319" y="0"/>
                </a:lnTo>
                <a:lnTo>
                  <a:pt x="8180" y="88"/>
                </a:lnTo>
                <a:lnTo>
                  <a:pt x="9180" y="446"/>
                </a:lnTo>
                <a:lnTo>
                  <a:pt x="10385" y="1001"/>
                </a:lnTo>
                <a:close/>
              </a:path>
            </a:pathLst>
          </a:custGeom>
          <a:solidFill>
            <a:srgbClr val="D1E7F2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5" name="contour_09693"/>
          <p:cNvSpPr/>
          <p:nvPr/>
        </p:nvSpPr>
        <p:spPr>
          <a:xfrm>
            <a:off x="8566477" y="3213939"/>
            <a:ext cx="123896" cy="21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88" y="65"/>
                </a:moveTo>
                <a:lnTo>
                  <a:pt x="17788" y="4810"/>
                </a:lnTo>
                <a:lnTo>
                  <a:pt x="17788" y="9583"/>
                </a:lnTo>
                <a:lnTo>
                  <a:pt x="17788" y="14422"/>
                </a:lnTo>
                <a:lnTo>
                  <a:pt x="18543" y="15843"/>
                </a:lnTo>
                <a:lnTo>
                  <a:pt x="19300" y="17271"/>
                </a:lnTo>
                <a:lnTo>
                  <a:pt x="20060" y="18700"/>
                </a:lnTo>
                <a:lnTo>
                  <a:pt x="20826" y="20143"/>
                </a:lnTo>
                <a:lnTo>
                  <a:pt x="21600" y="21600"/>
                </a:lnTo>
                <a:lnTo>
                  <a:pt x="20709" y="21600"/>
                </a:lnTo>
                <a:lnTo>
                  <a:pt x="19817" y="21600"/>
                </a:lnTo>
                <a:lnTo>
                  <a:pt x="18927" y="21600"/>
                </a:lnTo>
                <a:lnTo>
                  <a:pt x="18035" y="21600"/>
                </a:lnTo>
                <a:lnTo>
                  <a:pt x="17143" y="21600"/>
                </a:lnTo>
                <a:lnTo>
                  <a:pt x="16251" y="21600"/>
                </a:lnTo>
                <a:lnTo>
                  <a:pt x="15358" y="21600"/>
                </a:lnTo>
                <a:lnTo>
                  <a:pt x="14464" y="21600"/>
                </a:lnTo>
                <a:lnTo>
                  <a:pt x="13570" y="21600"/>
                </a:lnTo>
                <a:lnTo>
                  <a:pt x="12674" y="21600"/>
                </a:lnTo>
                <a:lnTo>
                  <a:pt x="11778" y="21600"/>
                </a:lnTo>
                <a:lnTo>
                  <a:pt x="10881" y="21600"/>
                </a:lnTo>
                <a:lnTo>
                  <a:pt x="9983" y="21600"/>
                </a:lnTo>
                <a:lnTo>
                  <a:pt x="9083" y="21600"/>
                </a:lnTo>
                <a:lnTo>
                  <a:pt x="8183" y="21600"/>
                </a:lnTo>
                <a:lnTo>
                  <a:pt x="7280" y="21600"/>
                </a:lnTo>
                <a:lnTo>
                  <a:pt x="6376" y="21600"/>
                </a:lnTo>
                <a:lnTo>
                  <a:pt x="5471" y="21600"/>
                </a:lnTo>
                <a:lnTo>
                  <a:pt x="4564" y="21600"/>
                </a:lnTo>
                <a:lnTo>
                  <a:pt x="3655" y="21600"/>
                </a:lnTo>
                <a:lnTo>
                  <a:pt x="2744" y="21600"/>
                </a:lnTo>
                <a:lnTo>
                  <a:pt x="1832" y="21600"/>
                </a:lnTo>
                <a:lnTo>
                  <a:pt x="917" y="21600"/>
                </a:lnTo>
                <a:lnTo>
                  <a:pt x="0" y="21600"/>
                </a:lnTo>
                <a:lnTo>
                  <a:pt x="315" y="18047"/>
                </a:lnTo>
                <a:lnTo>
                  <a:pt x="630" y="14472"/>
                </a:lnTo>
                <a:lnTo>
                  <a:pt x="949" y="10883"/>
                </a:lnTo>
                <a:lnTo>
                  <a:pt x="1271" y="7243"/>
                </a:lnTo>
                <a:lnTo>
                  <a:pt x="2018" y="5908"/>
                </a:lnTo>
                <a:lnTo>
                  <a:pt x="2555" y="5154"/>
                </a:lnTo>
                <a:lnTo>
                  <a:pt x="3142" y="4702"/>
                </a:lnTo>
                <a:lnTo>
                  <a:pt x="4040" y="4271"/>
                </a:lnTo>
                <a:lnTo>
                  <a:pt x="4870" y="3855"/>
                </a:lnTo>
                <a:lnTo>
                  <a:pt x="5713" y="3431"/>
                </a:lnTo>
                <a:lnTo>
                  <a:pt x="6582" y="3094"/>
                </a:lnTo>
                <a:lnTo>
                  <a:pt x="7465" y="2757"/>
                </a:lnTo>
                <a:lnTo>
                  <a:pt x="7893" y="2548"/>
                </a:lnTo>
                <a:lnTo>
                  <a:pt x="9186" y="1917"/>
                </a:lnTo>
                <a:lnTo>
                  <a:pt x="10048" y="1529"/>
                </a:lnTo>
                <a:lnTo>
                  <a:pt x="10907" y="1177"/>
                </a:lnTo>
                <a:lnTo>
                  <a:pt x="11766" y="861"/>
                </a:lnTo>
                <a:lnTo>
                  <a:pt x="12625" y="589"/>
                </a:lnTo>
                <a:lnTo>
                  <a:pt x="13483" y="366"/>
                </a:lnTo>
                <a:lnTo>
                  <a:pt x="14341" y="194"/>
                </a:lnTo>
                <a:lnTo>
                  <a:pt x="15201" y="72"/>
                </a:lnTo>
                <a:lnTo>
                  <a:pt x="16062" y="7"/>
                </a:lnTo>
                <a:lnTo>
                  <a:pt x="16924" y="0"/>
                </a:lnTo>
                <a:lnTo>
                  <a:pt x="17788" y="65"/>
                </a:lnTo>
                <a:close/>
              </a:path>
            </a:pathLst>
          </a:custGeom>
          <a:solidFill>
            <a:srgbClr val="A6BAC6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6" name="contour_09694"/>
          <p:cNvSpPr/>
          <p:nvPr/>
        </p:nvSpPr>
        <p:spPr>
          <a:xfrm>
            <a:off x="10570332" y="3170276"/>
            <a:ext cx="4407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" y="0"/>
                </a:moveTo>
                <a:lnTo>
                  <a:pt x="2529" y="0"/>
                </a:lnTo>
                <a:lnTo>
                  <a:pt x="4904" y="0"/>
                </a:lnTo>
                <a:lnTo>
                  <a:pt x="7312" y="0"/>
                </a:lnTo>
                <a:lnTo>
                  <a:pt x="7958" y="1413"/>
                </a:lnTo>
                <a:lnTo>
                  <a:pt x="8334" y="2447"/>
                </a:lnTo>
                <a:lnTo>
                  <a:pt x="8594" y="3607"/>
                </a:lnTo>
                <a:lnTo>
                  <a:pt x="8876" y="5400"/>
                </a:lnTo>
                <a:lnTo>
                  <a:pt x="9330" y="7169"/>
                </a:lnTo>
                <a:lnTo>
                  <a:pt x="9691" y="8322"/>
                </a:lnTo>
                <a:lnTo>
                  <a:pt x="10145" y="9364"/>
                </a:lnTo>
                <a:lnTo>
                  <a:pt x="10884" y="10800"/>
                </a:lnTo>
                <a:lnTo>
                  <a:pt x="13649" y="11124"/>
                </a:lnTo>
                <a:lnTo>
                  <a:pt x="15588" y="11286"/>
                </a:lnTo>
                <a:lnTo>
                  <a:pt x="17217" y="11286"/>
                </a:lnTo>
                <a:lnTo>
                  <a:pt x="19050" y="11124"/>
                </a:lnTo>
                <a:lnTo>
                  <a:pt x="21600" y="10800"/>
                </a:lnTo>
                <a:lnTo>
                  <a:pt x="21600" y="12228"/>
                </a:lnTo>
                <a:lnTo>
                  <a:pt x="21600" y="13664"/>
                </a:lnTo>
                <a:lnTo>
                  <a:pt x="21600" y="15120"/>
                </a:lnTo>
                <a:lnTo>
                  <a:pt x="19903" y="14986"/>
                </a:lnTo>
                <a:lnTo>
                  <a:pt x="18196" y="14850"/>
                </a:lnTo>
                <a:lnTo>
                  <a:pt x="16463" y="14714"/>
                </a:lnTo>
                <a:lnTo>
                  <a:pt x="14620" y="14848"/>
                </a:lnTo>
                <a:lnTo>
                  <a:pt x="12766" y="14984"/>
                </a:lnTo>
                <a:lnTo>
                  <a:pt x="10884" y="15120"/>
                </a:lnTo>
                <a:lnTo>
                  <a:pt x="9830" y="16740"/>
                </a:lnTo>
                <a:lnTo>
                  <a:pt x="9116" y="17887"/>
                </a:lnTo>
                <a:lnTo>
                  <a:pt x="8573" y="18872"/>
                </a:lnTo>
                <a:lnTo>
                  <a:pt x="8030" y="20006"/>
                </a:lnTo>
                <a:lnTo>
                  <a:pt x="7312" y="21600"/>
                </a:lnTo>
                <a:lnTo>
                  <a:pt x="6415" y="20136"/>
                </a:lnTo>
                <a:lnTo>
                  <a:pt x="5547" y="18697"/>
                </a:lnTo>
                <a:lnTo>
                  <a:pt x="4722" y="17278"/>
                </a:lnTo>
                <a:lnTo>
                  <a:pt x="3940" y="15874"/>
                </a:lnTo>
                <a:lnTo>
                  <a:pt x="3208" y="14478"/>
                </a:lnTo>
                <a:lnTo>
                  <a:pt x="2536" y="13087"/>
                </a:lnTo>
                <a:lnTo>
                  <a:pt x="1929" y="11699"/>
                </a:lnTo>
                <a:lnTo>
                  <a:pt x="1393" y="10303"/>
                </a:lnTo>
                <a:lnTo>
                  <a:pt x="932" y="8899"/>
                </a:lnTo>
                <a:lnTo>
                  <a:pt x="557" y="7480"/>
                </a:lnTo>
                <a:lnTo>
                  <a:pt x="275" y="6044"/>
                </a:lnTo>
                <a:lnTo>
                  <a:pt x="86" y="4581"/>
                </a:lnTo>
                <a:lnTo>
                  <a:pt x="0" y="3089"/>
                </a:lnTo>
                <a:lnTo>
                  <a:pt x="25" y="1564"/>
                </a:lnTo>
                <a:lnTo>
                  <a:pt x="168" y="0"/>
                </a:lnTo>
                <a:close/>
              </a:path>
            </a:pathLst>
          </a:custGeom>
          <a:solidFill>
            <a:srgbClr val="787B79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7" name="contour_09695"/>
          <p:cNvSpPr/>
          <p:nvPr/>
        </p:nvSpPr>
        <p:spPr>
          <a:xfrm>
            <a:off x="9929331" y="3184852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7" y="274"/>
                </a:lnTo>
                <a:lnTo>
                  <a:pt x="2147" y="538"/>
                </a:lnTo>
                <a:lnTo>
                  <a:pt x="3456" y="864"/>
                </a:lnTo>
                <a:lnTo>
                  <a:pt x="5318" y="1331"/>
                </a:lnTo>
                <a:lnTo>
                  <a:pt x="8044" y="2011"/>
                </a:lnTo>
                <a:lnTo>
                  <a:pt x="11928" y="2983"/>
                </a:lnTo>
                <a:lnTo>
                  <a:pt x="17280" y="4320"/>
                </a:lnTo>
                <a:lnTo>
                  <a:pt x="16057" y="5543"/>
                </a:lnTo>
                <a:lnTo>
                  <a:pt x="14835" y="6765"/>
                </a:lnTo>
                <a:lnTo>
                  <a:pt x="13608" y="7992"/>
                </a:lnTo>
                <a:lnTo>
                  <a:pt x="12377" y="9223"/>
                </a:lnTo>
                <a:lnTo>
                  <a:pt x="11137" y="10461"/>
                </a:lnTo>
                <a:lnTo>
                  <a:pt x="9893" y="11705"/>
                </a:lnTo>
                <a:lnTo>
                  <a:pt x="8640" y="12960"/>
                </a:lnTo>
                <a:lnTo>
                  <a:pt x="11206" y="13388"/>
                </a:lnTo>
                <a:lnTo>
                  <a:pt x="13781" y="13818"/>
                </a:lnTo>
                <a:lnTo>
                  <a:pt x="16364" y="14247"/>
                </a:lnTo>
                <a:lnTo>
                  <a:pt x="18969" y="14682"/>
                </a:lnTo>
                <a:lnTo>
                  <a:pt x="21600" y="15120"/>
                </a:lnTo>
                <a:lnTo>
                  <a:pt x="18986" y="15373"/>
                </a:lnTo>
                <a:lnTo>
                  <a:pt x="16368" y="15625"/>
                </a:lnTo>
                <a:lnTo>
                  <a:pt x="13755" y="15880"/>
                </a:lnTo>
                <a:lnTo>
                  <a:pt x="11137" y="16133"/>
                </a:lnTo>
                <a:lnTo>
                  <a:pt x="8523" y="16386"/>
                </a:lnTo>
                <a:lnTo>
                  <a:pt x="6437" y="16857"/>
                </a:lnTo>
                <a:lnTo>
                  <a:pt x="4951" y="17364"/>
                </a:lnTo>
                <a:lnTo>
                  <a:pt x="3655" y="18157"/>
                </a:lnTo>
                <a:lnTo>
                  <a:pt x="2143" y="19485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6"/>
                </a:lnTo>
                <a:lnTo>
                  <a:pt x="0" y="15485"/>
                </a:lnTo>
                <a:lnTo>
                  <a:pt x="0" y="13954"/>
                </a:lnTo>
                <a:lnTo>
                  <a:pt x="0" y="12418"/>
                </a:lnTo>
                <a:lnTo>
                  <a:pt x="0" y="10882"/>
                </a:lnTo>
                <a:lnTo>
                  <a:pt x="0" y="9340"/>
                </a:lnTo>
                <a:lnTo>
                  <a:pt x="0" y="7795"/>
                </a:lnTo>
                <a:lnTo>
                  <a:pt x="0" y="6247"/>
                </a:lnTo>
                <a:lnTo>
                  <a:pt x="0" y="4694"/>
                </a:lnTo>
                <a:lnTo>
                  <a:pt x="0" y="3134"/>
                </a:lnTo>
                <a:lnTo>
                  <a:pt x="0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ACB1BC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8" name="contour_09696"/>
          <p:cNvSpPr/>
          <p:nvPr/>
        </p:nvSpPr>
        <p:spPr>
          <a:xfrm>
            <a:off x="10045939" y="3167376"/>
            <a:ext cx="87456" cy="24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57" y="0"/>
                </a:moveTo>
                <a:lnTo>
                  <a:pt x="9036" y="19"/>
                </a:lnTo>
                <a:lnTo>
                  <a:pt x="9880" y="57"/>
                </a:lnTo>
                <a:lnTo>
                  <a:pt x="11813" y="146"/>
                </a:lnTo>
                <a:lnTo>
                  <a:pt x="12893" y="95"/>
                </a:lnTo>
                <a:lnTo>
                  <a:pt x="13981" y="51"/>
                </a:lnTo>
                <a:lnTo>
                  <a:pt x="15082" y="0"/>
                </a:lnTo>
                <a:lnTo>
                  <a:pt x="16173" y="992"/>
                </a:lnTo>
                <a:lnTo>
                  <a:pt x="17021" y="2047"/>
                </a:lnTo>
                <a:lnTo>
                  <a:pt x="17739" y="3553"/>
                </a:lnTo>
                <a:lnTo>
                  <a:pt x="18441" y="5886"/>
                </a:lnTo>
                <a:lnTo>
                  <a:pt x="19244" y="9421"/>
                </a:lnTo>
                <a:lnTo>
                  <a:pt x="20259" y="14531"/>
                </a:lnTo>
                <a:lnTo>
                  <a:pt x="21600" y="21600"/>
                </a:lnTo>
                <a:lnTo>
                  <a:pt x="20342" y="21600"/>
                </a:lnTo>
                <a:lnTo>
                  <a:pt x="19084" y="21600"/>
                </a:lnTo>
                <a:lnTo>
                  <a:pt x="17825" y="21600"/>
                </a:lnTo>
                <a:lnTo>
                  <a:pt x="16565" y="21600"/>
                </a:lnTo>
                <a:lnTo>
                  <a:pt x="15305" y="21600"/>
                </a:lnTo>
                <a:lnTo>
                  <a:pt x="14044" y="21600"/>
                </a:lnTo>
                <a:lnTo>
                  <a:pt x="12780" y="21600"/>
                </a:lnTo>
                <a:lnTo>
                  <a:pt x="11515" y="21600"/>
                </a:lnTo>
                <a:lnTo>
                  <a:pt x="10247" y="21600"/>
                </a:lnTo>
                <a:lnTo>
                  <a:pt x="8977" y="21600"/>
                </a:lnTo>
                <a:lnTo>
                  <a:pt x="7704" y="21600"/>
                </a:lnTo>
                <a:lnTo>
                  <a:pt x="6430" y="21600"/>
                </a:lnTo>
                <a:lnTo>
                  <a:pt x="5152" y="21600"/>
                </a:lnTo>
                <a:lnTo>
                  <a:pt x="3868" y="21600"/>
                </a:lnTo>
                <a:lnTo>
                  <a:pt x="2583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1611" y="15917"/>
                </a:lnTo>
                <a:lnTo>
                  <a:pt x="2894" y="11474"/>
                </a:lnTo>
                <a:lnTo>
                  <a:pt x="3917" y="8086"/>
                </a:lnTo>
                <a:lnTo>
                  <a:pt x="4750" y="5575"/>
                </a:lnTo>
                <a:lnTo>
                  <a:pt x="5467" y="3770"/>
                </a:lnTo>
                <a:lnTo>
                  <a:pt x="6134" y="2485"/>
                </a:lnTo>
                <a:lnTo>
                  <a:pt x="6826" y="1545"/>
                </a:lnTo>
                <a:lnTo>
                  <a:pt x="7610" y="776"/>
                </a:lnTo>
                <a:lnTo>
                  <a:pt x="8557" y="0"/>
                </a:lnTo>
                <a:close/>
              </a:path>
            </a:pathLst>
          </a:custGeom>
          <a:solidFill>
            <a:srgbClr val="AFC8DB"/>
          </a:solidFill>
          <a:ln>
            <a:noFill/>
          </a:ln>
        </p:spPr>
        <p:txBody>
          <a:bodyPr/>
          <a:lstStyle/>
          <a:p/>
        </p:txBody>
      </p:sp>
      <p:sp>
        <p:nvSpPr>
          <p:cNvPr id="9699" name="contour_09697"/>
          <p:cNvSpPr/>
          <p:nvPr/>
        </p:nvSpPr>
        <p:spPr>
          <a:xfrm>
            <a:off x="8245805" y="3140352"/>
            <a:ext cx="51016" cy="45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1"/>
                </a:moveTo>
                <a:lnTo>
                  <a:pt x="21436" y="2651"/>
                </a:lnTo>
                <a:lnTo>
                  <a:pt x="21236" y="4889"/>
                </a:lnTo>
                <a:lnTo>
                  <a:pt x="20986" y="7092"/>
                </a:lnTo>
                <a:lnTo>
                  <a:pt x="20671" y="9267"/>
                </a:lnTo>
                <a:lnTo>
                  <a:pt x="20282" y="11424"/>
                </a:lnTo>
                <a:lnTo>
                  <a:pt x="19801" y="13568"/>
                </a:lnTo>
                <a:lnTo>
                  <a:pt x="19215" y="15708"/>
                </a:lnTo>
                <a:lnTo>
                  <a:pt x="18514" y="17855"/>
                </a:lnTo>
                <a:lnTo>
                  <a:pt x="16555" y="19341"/>
                </a:lnTo>
                <a:lnTo>
                  <a:pt x="14632" y="20436"/>
                </a:lnTo>
                <a:lnTo>
                  <a:pt x="12692" y="21163"/>
                </a:lnTo>
                <a:lnTo>
                  <a:pt x="10673" y="21544"/>
                </a:lnTo>
                <a:lnTo>
                  <a:pt x="8520" y="21600"/>
                </a:lnTo>
                <a:lnTo>
                  <a:pt x="6171" y="21352"/>
                </a:lnTo>
                <a:lnTo>
                  <a:pt x="4295" y="19481"/>
                </a:lnTo>
                <a:lnTo>
                  <a:pt x="2984" y="18051"/>
                </a:lnTo>
                <a:lnTo>
                  <a:pt x="2071" y="16764"/>
                </a:lnTo>
                <a:lnTo>
                  <a:pt x="1385" y="15330"/>
                </a:lnTo>
                <a:lnTo>
                  <a:pt x="750" y="13459"/>
                </a:lnTo>
                <a:lnTo>
                  <a:pt x="0" y="10861"/>
                </a:lnTo>
                <a:lnTo>
                  <a:pt x="1302" y="8155"/>
                </a:lnTo>
                <a:lnTo>
                  <a:pt x="2752" y="5906"/>
                </a:lnTo>
                <a:lnTo>
                  <a:pt x="4348" y="4084"/>
                </a:lnTo>
                <a:lnTo>
                  <a:pt x="6079" y="2651"/>
                </a:lnTo>
                <a:lnTo>
                  <a:pt x="7943" y="1567"/>
                </a:lnTo>
                <a:lnTo>
                  <a:pt x="9933" y="794"/>
                </a:lnTo>
                <a:lnTo>
                  <a:pt x="12047" y="301"/>
                </a:lnTo>
                <a:lnTo>
                  <a:pt x="14275" y="49"/>
                </a:lnTo>
                <a:lnTo>
                  <a:pt x="16613" y="0"/>
                </a:lnTo>
                <a:lnTo>
                  <a:pt x="19057" y="119"/>
                </a:lnTo>
                <a:lnTo>
                  <a:pt x="21600" y="371"/>
                </a:lnTo>
                <a:close/>
              </a:path>
            </a:pathLst>
          </a:custGeom>
          <a:solidFill>
            <a:srgbClr val="BAC9D4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0" name="contour_09698"/>
          <p:cNvSpPr/>
          <p:nvPr/>
        </p:nvSpPr>
        <p:spPr>
          <a:xfrm>
            <a:off x="3770978" y="3170276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0"/>
                </a:lnTo>
                <a:lnTo>
                  <a:pt x="8967" y="0"/>
                </a:lnTo>
                <a:lnTo>
                  <a:pt x="10751" y="0"/>
                </a:lnTo>
                <a:lnTo>
                  <a:pt x="12541" y="0"/>
                </a:lnTo>
                <a:lnTo>
                  <a:pt x="14337" y="0"/>
                </a:lnTo>
                <a:lnTo>
                  <a:pt x="16141" y="0"/>
                </a:lnTo>
                <a:lnTo>
                  <a:pt x="17950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337" y="20876"/>
                </a:lnTo>
                <a:lnTo>
                  <a:pt x="2678" y="20149"/>
                </a:lnTo>
                <a:lnTo>
                  <a:pt x="4031" y="19418"/>
                </a:lnTo>
                <a:lnTo>
                  <a:pt x="5400" y="18677"/>
                </a:lnTo>
                <a:lnTo>
                  <a:pt x="7158" y="17503"/>
                </a:lnTo>
                <a:lnTo>
                  <a:pt x="8308" y="16664"/>
                </a:lnTo>
                <a:lnTo>
                  <a:pt x="9353" y="15764"/>
                </a:lnTo>
                <a:lnTo>
                  <a:pt x="10800" y="14400"/>
                </a:lnTo>
                <a:lnTo>
                  <a:pt x="11286" y="11614"/>
                </a:lnTo>
                <a:lnTo>
                  <a:pt x="11529" y="9659"/>
                </a:lnTo>
                <a:lnTo>
                  <a:pt x="11529" y="8017"/>
                </a:lnTo>
                <a:lnTo>
                  <a:pt x="11286" y="6170"/>
                </a:lnTo>
                <a:lnTo>
                  <a:pt x="10800" y="3600"/>
                </a:lnTo>
                <a:lnTo>
                  <a:pt x="9463" y="2707"/>
                </a:lnTo>
                <a:lnTo>
                  <a:pt x="8122" y="1814"/>
                </a:lnTo>
                <a:lnTo>
                  <a:pt x="6769" y="911"/>
                </a:lnTo>
                <a:lnTo>
                  <a:pt x="5400" y="0"/>
                </a:lnTo>
                <a:close/>
              </a:path>
            </a:pathLst>
          </a:custGeom>
          <a:solidFill>
            <a:srgbClr val="99A9B1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1" name="contour_09699"/>
          <p:cNvSpPr/>
          <p:nvPr/>
        </p:nvSpPr>
        <p:spPr>
          <a:xfrm>
            <a:off x="5418064" y="3126548"/>
            <a:ext cx="1166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282" y="3056"/>
                </a:lnTo>
                <a:lnTo>
                  <a:pt x="19664" y="6113"/>
                </a:lnTo>
                <a:lnTo>
                  <a:pt x="20048" y="9180"/>
                </a:lnTo>
                <a:lnTo>
                  <a:pt x="20432" y="12258"/>
                </a:lnTo>
                <a:lnTo>
                  <a:pt x="20820" y="15352"/>
                </a:lnTo>
                <a:lnTo>
                  <a:pt x="21209" y="18463"/>
                </a:lnTo>
                <a:lnTo>
                  <a:pt x="21600" y="21600"/>
                </a:lnTo>
                <a:lnTo>
                  <a:pt x="20670" y="21600"/>
                </a:lnTo>
                <a:lnTo>
                  <a:pt x="19741" y="21600"/>
                </a:lnTo>
                <a:lnTo>
                  <a:pt x="18811" y="21600"/>
                </a:lnTo>
                <a:lnTo>
                  <a:pt x="17879" y="21600"/>
                </a:lnTo>
                <a:lnTo>
                  <a:pt x="16949" y="21600"/>
                </a:lnTo>
                <a:lnTo>
                  <a:pt x="16018" y="21600"/>
                </a:lnTo>
                <a:lnTo>
                  <a:pt x="15086" y="21600"/>
                </a:lnTo>
                <a:lnTo>
                  <a:pt x="14153" y="21600"/>
                </a:lnTo>
                <a:lnTo>
                  <a:pt x="13219" y="21600"/>
                </a:lnTo>
                <a:lnTo>
                  <a:pt x="12285" y="21600"/>
                </a:lnTo>
                <a:lnTo>
                  <a:pt x="11349" y="21600"/>
                </a:lnTo>
                <a:lnTo>
                  <a:pt x="10413" y="21600"/>
                </a:lnTo>
                <a:lnTo>
                  <a:pt x="9474" y="21600"/>
                </a:lnTo>
                <a:lnTo>
                  <a:pt x="8535" y="21600"/>
                </a:lnTo>
                <a:lnTo>
                  <a:pt x="7594" y="21600"/>
                </a:lnTo>
                <a:lnTo>
                  <a:pt x="6651" y="21600"/>
                </a:lnTo>
                <a:lnTo>
                  <a:pt x="5708" y="21600"/>
                </a:lnTo>
                <a:lnTo>
                  <a:pt x="4761" y="21600"/>
                </a:lnTo>
                <a:lnTo>
                  <a:pt x="3814" y="21600"/>
                </a:lnTo>
                <a:lnTo>
                  <a:pt x="2863" y="21600"/>
                </a:lnTo>
                <a:lnTo>
                  <a:pt x="1912" y="21600"/>
                </a:lnTo>
                <a:lnTo>
                  <a:pt x="957" y="21600"/>
                </a:lnTo>
                <a:lnTo>
                  <a:pt x="0" y="21600"/>
                </a:lnTo>
                <a:lnTo>
                  <a:pt x="0" y="18922"/>
                </a:lnTo>
                <a:lnTo>
                  <a:pt x="0" y="16200"/>
                </a:lnTo>
                <a:lnTo>
                  <a:pt x="936" y="15930"/>
                </a:lnTo>
                <a:lnTo>
                  <a:pt x="1871" y="15665"/>
                </a:lnTo>
                <a:lnTo>
                  <a:pt x="2807" y="15395"/>
                </a:lnTo>
                <a:lnTo>
                  <a:pt x="3744" y="15131"/>
                </a:lnTo>
                <a:lnTo>
                  <a:pt x="4680" y="14861"/>
                </a:lnTo>
                <a:lnTo>
                  <a:pt x="5619" y="14596"/>
                </a:lnTo>
                <a:lnTo>
                  <a:pt x="6557" y="14326"/>
                </a:lnTo>
                <a:lnTo>
                  <a:pt x="7497" y="14056"/>
                </a:lnTo>
                <a:lnTo>
                  <a:pt x="8438" y="13792"/>
                </a:lnTo>
                <a:lnTo>
                  <a:pt x="9378" y="13522"/>
                </a:lnTo>
                <a:lnTo>
                  <a:pt x="10322" y="13252"/>
                </a:lnTo>
                <a:lnTo>
                  <a:pt x="11267" y="12982"/>
                </a:lnTo>
                <a:lnTo>
                  <a:pt x="12213" y="12712"/>
                </a:lnTo>
                <a:lnTo>
                  <a:pt x="13162" y="12442"/>
                </a:lnTo>
                <a:lnTo>
                  <a:pt x="14113" y="12166"/>
                </a:lnTo>
                <a:lnTo>
                  <a:pt x="15066" y="11896"/>
                </a:lnTo>
                <a:lnTo>
                  <a:pt x="16020" y="11621"/>
                </a:lnTo>
                <a:lnTo>
                  <a:pt x="16978" y="11351"/>
                </a:lnTo>
                <a:lnTo>
                  <a:pt x="17937" y="11075"/>
                </a:lnTo>
                <a:lnTo>
                  <a:pt x="18900" y="10800"/>
                </a:lnTo>
                <a:lnTo>
                  <a:pt x="18900" y="7231"/>
                </a:lnTo>
                <a:lnTo>
                  <a:pt x="18900" y="3640"/>
                </a:lnTo>
                <a:lnTo>
                  <a:pt x="18900" y="0"/>
                </a:lnTo>
                <a:close/>
              </a:path>
            </a:pathLst>
          </a:custGeom>
          <a:solidFill>
            <a:srgbClr val="BDC9D2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2" name="contour_09700"/>
          <p:cNvSpPr/>
          <p:nvPr/>
        </p:nvSpPr>
        <p:spPr>
          <a:xfrm>
            <a:off x="3654370" y="3097396"/>
            <a:ext cx="3180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50" y="0"/>
                </a:moveTo>
                <a:lnTo>
                  <a:pt x="8642" y="1793"/>
                </a:lnTo>
                <a:lnTo>
                  <a:pt x="11760" y="3326"/>
                </a:lnTo>
                <a:lnTo>
                  <a:pt x="14359" y="4640"/>
                </a:lnTo>
                <a:lnTo>
                  <a:pt x="16472" y="5774"/>
                </a:lnTo>
                <a:lnTo>
                  <a:pt x="18155" y="6768"/>
                </a:lnTo>
                <a:lnTo>
                  <a:pt x="19447" y="7661"/>
                </a:lnTo>
                <a:lnTo>
                  <a:pt x="20392" y="8489"/>
                </a:lnTo>
                <a:lnTo>
                  <a:pt x="21036" y="9295"/>
                </a:lnTo>
                <a:lnTo>
                  <a:pt x="21422" y="10116"/>
                </a:lnTo>
                <a:lnTo>
                  <a:pt x="21595" y="10993"/>
                </a:lnTo>
                <a:lnTo>
                  <a:pt x="21600" y="11965"/>
                </a:lnTo>
                <a:lnTo>
                  <a:pt x="21481" y="13068"/>
                </a:lnTo>
                <a:lnTo>
                  <a:pt x="21288" y="14344"/>
                </a:lnTo>
                <a:lnTo>
                  <a:pt x="20551" y="15264"/>
                </a:lnTo>
                <a:lnTo>
                  <a:pt x="19798" y="16200"/>
                </a:lnTo>
                <a:lnTo>
                  <a:pt x="16264" y="16808"/>
                </a:lnTo>
                <a:lnTo>
                  <a:pt x="13725" y="17206"/>
                </a:lnTo>
                <a:lnTo>
                  <a:pt x="11468" y="17480"/>
                </a:lnTo>
                <a:lnTo>
                  <a:pt x="8781" y="17716"/>
                </a:lnTo>
                <a:lnTo>
                  <a:pt x="4950" y="18000"/>
                </a:lnTo>
                <a:lnTo>
                  <a:pt x="3722" y="18891"/>
                </a:lnTo>
                <a:lnTo>
                  <a:pt x="2495" y="19787"/>
                </a:lnTo>
                <a:lnTo>
                  <a:pt x="1252" y="20687"/>
                </a:lnTo>
                <a:lnTo>
                  <a:pt x="0" y="21600"/>
                </a:lnTo>
                <a:lnTo>
                  <a:pt x="287" y="20342"/>
                </a:lnTo>
                <a:lnTo>
                  <a:pt x="574" y="19084"/>
                </a:lnTo>
                <a:lnTo>
                  <a:pt x="866" y="17825"/>
                </a:lnTo>
                <a:lnTo>
                  <a:pt x="1153" y="16565"/>
                </a:lnTo>
                <a:lnTo>
                  <a:pt x="1440" y="15305"/>
                </a:lnTo>
                <a:lnTo>
                  <a:pt x="1732" y="14044"/>
                </a:lnTo>
                <a:lnTo>
                  <a:pt x="2019" y="12780"/>
                </a:lnTo>
                <a:lnTo>
                  <a:pt x="2311" y="11515"/>
                </a:lnTo>
                <a:lnTo>
                  <a:pt x="2603" y="10247"/>
                </a:lnTo>
                <a:lnTo>
                  <a:pt x="2891" y="8977"/>
                </a:lnTo>
                <a:lnTo>
                  <a:pt x="3183" y="7704"/>
                </a:lnTo>
                <a:lnTo>
                  <a:pt x="3475" y="6430"/>
                </a:lnTo>
                <a:lnTo>
                  <a:pt x="3772" y="5152"/>
                </a:lnTo>
                <a:lnTo>
                  <a:pt x="4064" y="3868"/>
                </a:lnTo>
                <a:lnTo>
                  <a:pt x="4356" y="2583"/>
                </a:lnTo>
                <a:lnTo>
                  <a:pt x="4653" y="1294"/>
                </a:lnTo>
                <a:lnTo>
                  <a:pt x="4950" y="0"/>
                </a:lnTo>
                <a:close/>
              </a:path>
            </a:pathLst>
          </a:custGeom>
          <a:solidFill>
            <a:srgbClr val="8F9AA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3" name="contour_09701"/>
          <p:cNvSpPr/>
          <p:nvPr/>
        </p:nvSpPr>
        <p:spPr>
          <a:xfrm>
            <a:off x="5554649" y="3068762"/>
            <a:ext cx="60192" cy="363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021"/>
                </a:moveTo>
                <a:lnTo>
                  <a:pt x="21600" y="6883"/>
                </a:lnTo>
                <a:lnTo>
                  <a:pt x="21600" y="9761"/>
                </a:lnTo>
                <a:lnTo>
                  <a:pt x="21600" y="12679"/>
                </a:lnTo>
                <a:lnTo>
                  <a:pt x="20020" y="14259"/>
                </a:lnTo>
                <a:lnTo>
                  <a:pt x="18399" y="15700"/>
                </a:lnTo>
                <a:lnTo>
                  <a:pt x="16738" y="16994"/>
                </a:lnTo>
                <a:lnTo>
                  <a:pt x="15043" y="18141"/>
                </a:lnTo>
                <a:lnTo>
                  <a:pt x="13317" y="19133"/>
                </a:lnTo>
                <a:lnTo>
                  <a:pt x="11565" y="19964"/>
                </a:lnTo>
                <a:lnTo>
                  <a:pt x="9789" y="20630"/>
                </a:lnTo>
                <a:lnTo>
                  <a:pt x="7992" y="21128"/>
                </a:lnTo>
                <a:lnTo>
                  <a:pt x="6177" y="21453"/>
                </a:lnTo>
                <a:lnTo>
                  <a:pt x="4352" y="21600"/>
                </a:lnTo>
                <a:lnTo>
                  <a:pt x="2519" y="21561"/>
                </a:lnTo>
                <a:lnTo>
                  <a:pt x="677" y="21336"/>
                </a:lnTo>
                <a:lnTo>
                  <a:pt x="301" y="16432"/>
                </a:lnTo>
                <a:lnTo>
                  <a:pt x="76" y="12977"/>
                </a:lnTo>
                <a:lnTo>
                  <a:pt x="0" y="10493"/>
                </a:lnTo>
                <a:lnTo>
                  <a:pt x="76" y="8488"/>
                </a:lnTo>
                <a:lnTo>
                  <a:pt x="301" y="6493"/>
                </a:lnTo>
                <a:lnTo>
                  <a:pt x="677" y="4021"/>
                </a:lnTo>
                <a:lnTo>
                  <a:pt x="2521" y="2714"/>
                </a:lnTo>
                <a:lnTo>
                  <a:pt x="4305" y="1675"/>
                </a:lnTo>
                <a:lnTo>
                  <a:pt x="6041" y="892"/>
                </a:lnTo>
                <a:lnTo>
                  <a:pt x="7744" y="359"/>
                </a:lnTo>
                <a:lnTo>
                  <a:pt x="9423" y="65"/>
                </a:lnTo>
                <a:lnTo>
                  <a:pt x="11094" y="0"/>
                </a:lnTo>
                <a:lnTo>
                  <a:pt x="12768" y="160"/>
                </a:lnTo>
                <a:lnTo>
                  <a:pt x="14455" y="537"/>
                </a:lnTo>
                <a:lnTo>
                  <a:pt x="16171" y="1121"/>
                </a:lnTo>
                <a:lnTo>
                  <a:pt x="17925" y="1900"/>
                </a:lnTo>
                <a:lnTo>
                  <a:pt x="19730" y="2870"/>
                </a:lnTo>
                <a:lnTo>
                  <a:pt x="21600" y="4021"/>
                </a:lnTo>
                <a:close/>
              </a:path>
            </a:pathLst>
          </a:custGeom>
          <a:solidFill>
            <a:srgbClr val="B8A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4" name="contour_09702"/>
          <p:cNvSpPr/>
          <p:nvPr/>
        </p:nvSpPr>
        <p:spPr>
          <a:xfrm>
            <a:off x="6933340" y="3024677"/>
            <a:ext cx="59011" cy="37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88" y="4"/>
                </a:moveTo>
                <a:lnTo>
                  <a:pt x="11012" y="489"/>
                </a:lnTo>
                <a:lnTo>
                  <a:pt x="12447" y="974"/>
                </a:lnTo>
                <a:lnTo>
                  <a:pt x="13901" y="1464"/>
                </a:lnTo>
                <a:lnTo>
                  <a:pt x="15339" y="1924"/>
                </a:lnTo>
                <a:lnTo>
                  <a:pt x="16790" y="2388"/>
                </a:lnTo>
                <a:lnTo>
                  <a:pt x="18257" y="2857"/>
                </a:lnTo>
                <a:lnTo>
                  <a:pt x="19901" y="3450"/>
                </a:lnTo>
                <a:lnTo>
                  <a:pt x="21571" y="4055"/>
                </a:lnTo>
                <a:lnTo>
                  <a:pt x="21600" y="7182"/>
                </a:lnTo>
                <a:lnTo>
                  <a:pt x="21515" y="10085"/>
                </a:lnTo>
                <a:lnTo>
                  <a:pt x="21264" y="12822"/>
                </a:lnTo>
                <a:lnTo>
                  <a:pt x="20781" y="15459"/>
                </a:lnTo>
                <a:lnTo>
                  <a:pt x="20015" y="18046"/>
                </a:lnTo>
                <a:lnTo>
                  <a:pt x="18903" y="20642"/>
                </a:lnTo>
                <a:lnTo>
                  <a:pt x="17022" y="21057"/>
                </a:lnTo>
                <a:lnTo>
                  <a:pt x="15152" y="21347"/>
                </a:lnTo>
                <a:lnTo>
                  <a:pt x="13290" y="21521"/>
                </a:lnTo>
                <a:lnTo>
                  <a:pt x="11434" y="21600"/>
                </a:lnTo>
                <a:lnTo>
                  <a:pt x="9580" y="21588"/>
                </a:lnTo>
                <a:lnTo>
                  <a:pt x="7723" y="21500"/>
                </a:lnTo>
                <a:lnTo>
                  <a:pt x="5864" y="21351"/>
                </a:lnTo>
                <a:lnTo>
                  <a:pt x="3996" y="21152"/>
                </a:lnTo>
                <a:lnTo>
                  <a:pt x="2118" y="20912"/>
                </a:lnTo>
                <a:lnTo>
                  <a:pt x="229" y="20642"/>
                </a:lnTo>
                <a:lnTo>
                  <a:pt x="72" y="17690"/>
                </a:lnTo>
                <a:lnTo>
                  <a:pt x="0" y="15061"/>
                </a:lnTo>
                <a:lnTo>
                  <a:pt x="53" y="12651"/>
                </a:lnTo>
                <a:lnTo>
                  <a:pt x="275" y="10358"/>
                </a:lnTo>
                <a:lnTo>
                  <a:pt x="710" y="8086"/>
                </a:lnTo>
                <a:lnTo>
                  <a:pt x="1395" y="5727"/>
                </a:lnTo>
                <a:lnTo>
                  <a:pt x="2377" y="3180"/>
                </a:lnTo>
                <a:lnTo>
                  <a:pt x="4282" y="1294"/>
                </a:lnTo>
                <a:lnTo>
                  <a:pt x="5669" y="332"/>
                </a:lnTo>
                <a:lnTo>
                  <a:pt x="7211" y="0"/>
                </a:lnTo>
                <a:lnTo>
                  <a:pt x="9588" y="4"/>
                </a:lnTo>
                <a:close/>
              </a:path>
            </a:pathLst>
          </a:custGeom>
          <a:solidFill>
            <a:srgbClr val="C6D3D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5" name="contour_09703"/>
          <p:cNvSpPr/>
          <p:nvPr/>
        </p:nvSpPr>
        <p:spPr>
          <a:xfrm>
            <a:off x="11669733" y="2951637"/>
            <a:ext cx="32002" cy="12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22" y="0"/>
                </a:moveTo>
                <a:lnTo>
                  <a:pt x="18162" y="0"/>
                </a:lnTo>
                <a:lnTo>
                  <a:pt x="20641" y="0"/>
                </a:lnTo>
                <a:lnTo>
                  <a:pt x="20828" y="774"/>
                </a:lnTo>
                <a:lnTo>
                  <a:pt x="20990" y="1549"/>
                </a:lnTo>
                <a:lnTo>
                  <a:pt x="21133" y="2323"/>
                </a:lnTo>
                <a:lnTo>
                  <a:pt x="21256" y="3098"/>
                </a:lnTo>
                <a:lnTo>
                  <a:pt x="21428" y="3962"/>
                </a:lnTo>
                <a:lnTo>
                  <a:pt x="21600" y="4840"/>
                </a:lnTo>
                <a:lnTo>
                  <a:pt x="21123" y="5591"/>
                </a:lnTo>
                <a:lnTo>
                  <a:pt x="20641" y="6353"/>
                </a:lnTo>
                <a:lnTo>
                  <a:pt x="19573" y="6490"/>
                </a:lnTo>
                <a:lnTo>
                  <a:pt x="18196" y="6669"/>
                </a:lnTo>
                <a:lnTo>
                  <a:pt x="15579" y="7007"/>
                </a:lnTo>
                <a:lnTo>
                  <a:pt x="10802" y="7624"/>
                </a:lnTo>
                <a:lnTo>
                  <a:pt x="11344" y="6785"/>
                </a:lnTo>
                <a:lnTo>
                  <a:pt x="11885" y="5945"/>
                </a:lnTo>
                <a:lnTo>
                  <a:pt x="12426" y="5105"/>
                </a:lnTo>
                <a:lnTo>
                  <a:pt x="12972" y="4263"/>
                </a:lnTo>
                <a:lnTo>
                  <a:pt x="13518" y="3418"/>
                </a:lnTo>
                <a:lnTo>
                  <a:pt x="14064" y="2569"/>
                </a:lnTo>
                <a:lnTo>
                  <a:pt x="14615" y="1718"/>
                </a:lnTo>
                <a:lnTo>
                  <a:pt x="15166" y="861"/>
                </a:lnTo>
                <a:lnTo>
                  <a:pt x="15722" y="0"/>
                </a:lnTo>
                <a:lnTo>
                  <a:pt x="5883" y="7624"/>
                </a:lnTo>
                <a:lnTo>
                  <a:pt x="8323" y="7624"/>
                </a:lnTo>
                <a:lnTo>
                  <a:pt x="10802" y="7624"/>
                </a:lnTo>
                <a:lnTo>
                  <a:pt x="11107" y="8489"/>
                </a:lnTo>
                <a:lnTo>
                  <a:pt x="11412" y="9353"/>
                </a:lnTo>
                <a:lnTo>
                  <a:pt x="11717" y="10219"/>
                </a:lnTo>
                <a:lnTo>
                  <a:pt x="12022" y="11085"/>
                </a:lnTo>
                <a:lnTo>
                  <a:pt x="12327" y="11951"/>
                </a:lnTo>
                <a:lnTo>
                  <a:pt x="12632" y="12820"/>
                </a:lnTo>
                <a:lnTo>
                  <a:pt x="12937" y="13689"/>
                </a:lnTo>
                <a:lnTo>
                  <a:pt x="13242" y="14560"/>
                </a:lnTo>
                <a:lnTo>
                  <a:pt x="13552" y="15431"/>
                </a:lnTo>
                <a:lnTo>
                  <a:pt x="13857" y="16305"/>
                </a:lnTo>
                <a:lnTo>
                  <a:pt x="14167" y="17182"/>
                </a:lnTo>
                <a:lnTo>
                  <a:pt x="14477" y="18060"/>
                </a:lnTo>
                <a:lnTo>
                  <a:pt x="14787" y="18941"/>
                </a:lnTo>
                <a:lnTo>
                  <a:pt x="15097" y="19824"/>
                </a:lnTo>
                <a:lnTo>
                  <a:pt x="15407" y="20711"/>
                </a:lnTo>
                <a:lnTo>
                  <a:pt x="15722" y="21600"/>
                </a:lnTo>
                <a:lnTo>
                  <a:pt x="12800" y="21348"/>
                </a:lnTo>
                <a:lnTo>
                  <a:pt x="9868" y="21096"/>
                </a:lnTo>
                <a:lnTo>
                  <a:pt x="6926" y="20843"/>
                </a:lnTo>
                <a:lnTo>
                  <a:pt x="3960" y="20587"/>
                </a:lnTo>
                <a:lnTo>
                  <a:pt x="964" y="20329"/>
                </a:lnTo>
                <a:lnTo>
                  <a:pt x="271" y="19547"/>
                </a:lnTo>
                <a:lnTo>
                  <a:pt x="0" y="18984"/>
                </a:lnTo>
                <a:lnTo>
                  <a:pt x="123" y="18368"/>
                </a:lnTo>
                <a:lnTo>
                  <a:pt x="600" y="17426"/>
                </a:lnTo>
                <a:lnTo>
                  <a:pt x="1004" y="16570"/>
                </a:lnTo>
                <a:lnTo>
                  <a:pt x="1417" y="15701"/>
                </a:lnTo>
                <a:lnTo>
                  <a:pt x="1776" y="15105"/>
                </a:lnTo>
                <a:lnTo>
                  <a:pt x="2135" y="14505"/>
                </a:lnTo>
                <a:lnTo>
                  <a:pt x="2499" y="13898"/>
                </a:lnTo>
                <a:lnTo>
                  <a:pt x="2637" y="13630"/>
                </a:lnTo>
                <a:lnTo>
                  <a:pt x="2873" y="13158"/>
                </a:lnTo>
                <a:lnTo>
                  <a:pt x="3414" y="12078"/>
                </a:lnTo>
                <a:lnTo>
                  <a:pt x="3876" y="11186"/>
                </a:lnTo>
                <a:lnTo>
                  <a:pt x="4353" y="10294"/>
                </a:lnTo>
                <a:lnTo>
                  <a:pt x="4850" y="9404"/>
                </a:lnTo>
                <a:lnTo>
                  <a:pt x="5357" y="8513"/>
                </a:lnTo>
                <a:lnTo>
                  <a:pt x="5883" y="7624"/>
                </a:lnTo>
                <a:lnTo>
                  <a:pt x="15722" y="0"/>
                </a:lnTo>
                <a:close/>
              </a:path>
            </a:pathLst>
          </a:custGeom>
          <a:solidFill>
            <a:srgbClr val="BED2DF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6" name="contour_09704"/>
          <p:cNvSpPr/>
          <p:nvPr/>
        </p:nvSpPr>
        <p:spPr>
          <a:xfrm>
            <a:off x="10082379" y="298078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ED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7" name="contour_09705"/>
          <p:cNvSpPr/>
          <p:nvPr/>
        </p:nvSpPr>
        <p:spPr>
          <a:xfrm>
            <a:off x="8325660" y="2966213"/>
            <a:ext cx="65905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" y="0"/>
                </a:moveTo>
                <a:lnTo>
                  <a:pt x="1682" y="0"/>
                </a:lnTo>
                <a:lnTo>
                  <a:pt x="3270" y="0"/>
                </a:lnTo>
                <a:lnTo>
                  <a:pt x="4880" y="0"/>
                </a:lnTo>
                <a:lnTo>
                  <a:pt x="4880" y="2698"/>
                </a:lnTo>
                <a:lnTo>
                  <a:pt x="4880" y="5412"/>
                </a:lnTo>
                <a:lnTo>
                  <a:pt x="4880" y="8163"/>
                </a:lnTo>
                <a:lnTo>
                  <a:pt x="6456" y="7714"/>
                </a:lnTo>
                <a:lnTo>
                  <a:pt x="8035" y="7265"/>
                </a:lnTo>
                <a:lnTo>
                  <a:pt x="9614" y="6816"/>
                </a:lnTo>
                <a:lnTo>
                  <a:pt x="11198" y="6363"/>
                </a:lnTo>
                <a:lnTo>
                  <a:pt x="12786" y="5910"/>
                </a:lnTo>
                <a:lnTo>
                  <a:pt x="14382" y="5457"/>
                </a:lnTo>
                <a:lnTo>
                  <a:pt x="15982" y="5000"/>
                </a:lnTo>
                <a:lnTo>
                  <a:pt x="17592" y="4543"/>
                </a:lnTo>
                <a:lnTo>
                  <a:pt x="19211" y="4082"/>
                </a:lnTo>
                <a:lnTo>
                  <a:pt x="19606" y="6776"/>
                </a:lnTo>
                <a:lnTo>
                  <a:pt x="20000" y="9473"/>
                </a:lnTo>
                <a:lnTo>
                  <a:pt x="20396" y="12184"/>
                </a:lnTo>
                <a:lnTo>
                  <a:pt x="20795" y="14906"/>
                </a:lnTo>
                <a:lnTo>
                  <a:pt x="21196" y="17645"/>
                </a:lnTo>
                <a:lnTo>
                  <a:pt x="21600" y="20408"/>
                </a:lnTo>
                <a:lnTo>
                  <a:pt x="19978" y="20686"/>
                </a:lnTo>
                <a:lnTo>
                  <a:pt x="18371" y="20943"/>
                </a:lnTo>
                <a:lnTo>
                  <a:pt x="16775" y="21171"/>
                </a:lnTo>
                <a:lnTo>
                  <a:pt x="15189" y="21359"/>
                </a:lnTo>
                <a:lnTo>
                  <a:pt x="13608" y="21498"/>
                </a:lnTo>
                <a:lnTo>
                  <a:pt x="12031" y="21584"/>
                </a:lnTo>
                <a:lnTo>
                  <a:pt x="10455" y="21600"/>
                </a:lnTo>
                <a:lnTo>
                  <a:pt x="8876" y="21547"/>
                </a:lnTo>
                <a:lnTo>
                  <a:pt x="7292" y="21408"/>
                </a:lnTo>
                <a:lnTo>
                  <a:pt x="5702" y="21180"/>
                </a:lnTo>
                <a:lnTo>
                  <a:pt x="4104" y="20849"/>
                </a:lnTo>
                <a:lnTo>
                  <a:pt x="2491" y="20408"/>
                </a:lnTo>
                <a:lnTo>
                  <a:pt x="1631" y="17963"/>
                </a:lnTo>
                <a:lnTo>
                  <a:pt x="984" y="15543"/>
                </a:lnTo>
                <a:lnTo>
                  <a:pt x="523" y="13118"/>
                </a:lnTo>
                <a:lnTo>
                  <a:pt x="222" y="10661"/>
                </a:lnTo>
                <a:lnTo>
                  <a:pt x="57" y="8147"/>
                </a:lnTo>
                <a:lnTo>
                  <a:pt x="0" y="5551"/>
                </a:lnTo>
                <a:lnTo>
                  <a:pt x="24" y="2845"/>
                </a:lnTo>
                <a:lnTo>
                  <a:pt x="103" y="0"/>
                </a:lnTo>
                <a:close/>
              </a:path>
            </a:pathLst>
          </a:custGeom>
          <a:solidFill>
            <a:srgbClr val="575C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8" name="contour_09706"/>
          <p:cNvSpPr/>
          <p:nvPr/>
        </p:nvSpPr>
        <p:spPr>
          <a:xfrm>
            <a:off x="2631931" y="2973501"/>
            <a:ext cx="3856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8" y="0"/>
                </a:moveTo>
                <a:lnTo>
                  <a:pt x="4074" y="0"/>
                </a:lnTo>
                <a:lnTo>
                  <a:pt x="6965" y="0"/>
                </a:lnTo>
                <a:lnTo>
                  <a:pt x="9863" y="0"/>
                </a:lnTo>
                <a:lnTo>
                  <a:pt x="12774" y="0"/>
                </a:lnTo>
                <a:lnTo>
                  <a:pt x="15697" y="0"/>
                </a:lnTo>
                <a:lnTo>
                  <a:pt x="18636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840" y="21280"/>
                </a:lnTo>
                <a:lnTo>
                  <a:pt x="13190" y="21010"/>
                </a:lnTo>
                <a:lnTo>
                  <a:pt x="10410" y="20743"/>
                </a:lnTo>
                <a:lnTo>
                  <a:pt x="8263" y="20437"/>
                </a:lnTo>
                <a:lnTo>
                  <a:pt x="6503" y="20052"/>
                </a:lnTo>
                <a:lnTo>
                  <a:pt x="4899" y="19548"/>
                </a:lnTo>
                <a:lnTo>
                  <a:pt x="3205" y="18875"/>
                </a:lnTo>
                <a:lnTo>
                  <a:pt x="1188" y="18000"/>
                </a:lnTo>
                <a:lnTo>
                  <a:pt x="482" y="15314"/>
                </a:lnTo>
                <a:lnTo>
                  <a:pt x="106" y="12784"/>
                </a:lnTo>
                <a:lnTo>
                  <a:pt x="0" y="10339"/>
                </a:lnTo>
                <a:lnTo>
                  <a:pt x="114" y="7909"/>
                </a:lnTo>
                <a:lnTo>
                  <a:pt x="388" y="5425"/>
                </a:lnTo>
                <a:lnTo>
                  <a:pt x="763" y="2812"/>
                </a:lnTo>
                <a:lnTo>
                  <a:pt x="1188" y="0"/>
                </a:lnTo>
                <a:close/>
              </a:path>
            </a:pathLst>
          </a:custGeom>
          <a:solidFill>
            <a:srgbClr val="F9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709" name="contour_09707"/>
          <p:cNvSpPr/>
          <p:nvPr/>
        </p:nvSpPr>
        <p:spPr>
          <a:xfrm>
            <a:off x="2036436" y="2968202"/>
            <a:ext cx="58304" cy="344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22"/>
                </a:moveTo>
                <a:lnTo>
                  <a:pt x="21154" y="6338"/>
                </a:lnTo>
                <a:lnTo>
                  <a:pt x="20709" y="9358"/>
                </a:lnTo>
                <a:lnTo>
                  <a:pt x="20261" y="12392"/>
                </a:lnTo>
                <a:lnTo>
                  <a:pt x="19810" y="15440"/>
                </a:lnTo>
                <a:lnTo>
                  <a:pt x="19356" y="18506"/>
                </a:lnTo>
                <a:lnTo>
                  <a:pt x="18900" y="21600"/>
                </a:lnTo>
                <a:lnTo>
                  <a:pt x="17312" y="21280"/>
                </a:lnTo>
                <a:lnTo>
                  <a:pt x="15725" y="20947"/>
                </a:lnTo>
                <a:lnTo>
                  <a:pt x="14140" y="20604"/>
                </a:lnTo>
                <a:lnTo>
                  <a:pt x="12552" y="20247"/>
                </a:lnTo>
                <a:lnTo>
                  <a:pt x="10967" y="19886"/>
                </a:lnTo>
                <a:lnTo>
                  <a:pt x="9493" y="19567"/>
                </a:lnTo>
                <a:lnTo>
                  <a:pt x="8011" y="19247"/>
                </a:lnTo>
                <a:lnTo>
                  <a:pt x="6507" y="18922"/>
                </a:lnTo>
                <a:lnTo>
                  <a:pt x="4277" y="17752"/>
                </a:lnTo>
                <a:lnTo>
                  <a:pt x="2943" y="16674"/>
                </a:lnTo>
                <a:lnTo>
                  <a:pt x="1974" y="15056"/>
                </a:lnTo>
                <a:lnTo>
                  <a:pt x="834" y="12283"/>
                </a:lnTo>
                <a:lnTo>
                  <a:pt x="421" y="10103"/>
                </a:lnTo>
                <a:lnTo>
                  <a:pt x="0" y="7892"/>
                </a:lnTo>
                <a:lnTo>
                  <a:pt x="1958" y="5835"/>
                </a:lnTo>
                <a:lnTo>
                  <a:pt x="3788" y="4094"/>
                </a:lnTo>
                <a:lnTo>
                  <a:pt x="5519" y="2664"/>
                </a:lnTo>
                <a:lnTo>
                  <a:pt x="7182" y="1544"/>
                </a:lnTo>
                <a:lnTo>
                  <a:pt x="8805" y="727"/>
                </a:lnTo>
                <a:lnTo>
                  <a:pt x="10419" y="215"/>
                </a:lnTo>
                <a:lnTo>
                  <a:pt x="12055" y="0"/>
                </a:lnTo>
                <a:lnTo>
                  <a:pt x="13743" y="82"/>
                </a:lnTo>
                <a:lnTo>
                  <a:pt x="15512" y="457"/>
                </a:lnTo>
                <a:lnTo>
                  <a:pt x="17388" y="1124"/>
                </a:lnTo>
                <a:lnTo>
                  <a:pt x="19410" y="2079"/>
                </a:lnTo>
                <a:lnTo>
                  <a:pt x="21600" y="3322"/>
                </a:lnTo>
                <a:close/>
              </a:path>
            </a:pathLst>
          </a:custGeom>
          <a:solidFill>
            <a:srgbClr val="EBC97C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0" name="contour_09708"/>
          <p:cNvSpPr/>
          <p:nvPr/>
        </p:nvSpPr>
        <p:spPr>
          <a:xfrm>
            <a:off x="8223941" y="2929773"/>
            <a:ext cx="81006" cy="582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03" y="0"/>
                </a:moveTo>
                <a:lnTo>
                  <a:pt x="14995" y="1039"/>
                </a:lnTo>
                <a:lnTo>
                  <a:pt x="16233" y="2053"/>
                </a:lnTo>
                <a:lnTo>
                  <a:pt x="17332" y="3100"/>
                </a:lnTo>
                <a:lnTo>
                  <a:pt x="18304" y="4238"/>
                </a:lnTo>
                <a:lnTo>
                  <a:pt x="19159" y="5523"/>
                </a:lnTo>
                <a:lnTo>
                  <a:pt x="19907" y="7011"/>
                </a:lnTo>
                <a:lnTo>
                  <a:pt x="20562" y="8755"/>
                </a:lnTo>
                <a:lnTo>
                  <a:pt x="21134" y="10819"/>
                </a:lnTo>
                <a:lnTo>
                  <a:pt x="21538" y="12823"/>
                </a:lnTo>
                <a:lnTo>
                  <a:pt x="21600" y="14224"/>
                </a:lnTo>
                <a:lnTo>
                  <a:pt x="21377" y="16228"/>
                </a:lnTo>
                <a:lnTo>
                  <a:pt x="20366" y="17543"/>
                </a:lnTo>
                <a:lnTo>
                  <a:pt x="19387" y="18714"/>
                </a:lnTo>
                <a:lnTo>
                  <a:pt x="18397" y="19718"/>
                </a:lnTo>
                <a:lnTo>
                  <a:pt x="17364" y="20529"/>
                </a:lnTo>
                <a:lnTo>
                  <a:pt x="16246" y="21129"/>
                </a:lnTo>
                <a:lnTo>
                  <a:pt x="15006" y="21492"/>
                </a:lnTo>
                <a:lnTo>
                  <a:pt x="13607" y="21600"/>
                </a:lnTo>
                <a:lnTo>
                  <a:pt x="12346" y="21248"/>
                </a:lnTo>
                <a:lnTo>
                  <a:pt x="11104" y="20853"/>
                </a:lnTo>
                <a:lnTo>
                  <a:pt x="9872" y="20418"/>
                </a:lnTo>
                <a:lnTo>
                  <a:pt x="8642" y="19945"/>
                </a:lnTo>
                <a:lnTo>
                  <a:pt x="7408" y="19442"/>
                </a:lnTo>
                <a:lnTo>
                  <a:pt x="6333" y="19049"/>
                </a:lnTo>
                <a:lnTo>
                  <a:pt x="5241" y="18652"/>
                </a:lnTo>
                <a:lnTo>
                  <a:pt x="3916" y="18111"/>
                </a:lnTo>
                <a:lnTo>
                  <a:pt x="2604" y="17516"/>
                </a:lnTo>
                <a:lnTo>
                  <a:pt x="1298" y="16886"/>
                </a:lnTo>
                <a:lnTo>
                  <a:pt x="0" y="16228"/>
                </a:lnTo>
                <a:lnTo>
                  <a:pt x="0" y="14887"/>
                </a:lnTo>
                <a:lnTo>
                  <a:pt x="0" y="13524"/>
                </a:lnTo>
                <a:lnTo>
                  <a:pt x="1232" y="13418"/>
                </a:lnTo>
                <a:lnTo>
                  <a:pt x="2482" y="13313"/>
                </a:lnTo>
                <a:lnTo>
                  <a:pt x="3850" y="13104"/>
                </a:lnTo>
                <a:lnTo>
                  <a:pt x="5181" y="12875"/>
                </a:lnTo>
                <a:lnTo>
                  <a:pt x="6485" y="12604"/>
                </a:lnTo>
                <a:lnTo>
                  <a:pt x="7775" y="12279"/>
                </a:lnTo>
                <a:lnTo>
                  <a:pt x="9060" y="11885"/>
                </a:lnTo>
                <a:lnTo>
                  <a:pt x="10352" y="11403"/>
                </a:lnTo>
                <a:lnTo>
                  <a:pt x="11660" y="10819"/>
                </a:lnTo>
                <a:lnTo>
                  <a:pt x="12402" y="9023"/>
                </a:lnTo>
                <a:lnTo>
                  <a:pt x="12902" y="7360"/>
                </a:lnTo>
                <a:lnTo>
                  <a:pt x="13215" y="5723"/>
                </a:lnTo>
                <a:lnTo>
                  <a:pt x="13397" y="4017"/>
                </a:lnTo>
                <a:lnTo>
                  <a:pt x="13508" y="2142"/>
                </a:lnTo>
                <a:lnTo>
                  <a:pt x="13603" y="0"/>
                </a:lnTo>
                <a:close/>
              </a:path>
            </a:pathLst>
          </a:custGeom>
          <a:solidFill>
            <a:srgbClr val="B3BDBC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1" name="contour_09709"/>
          <p:cNvSpPr/>
          <p:nvPr/>
        </p:nvSpPr>
        <p:spPr>
          <a:xfrm>
            <a:off x="7312942" y="2950806"/>
            <a:ext cx="94744" cy="29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99"/>
                </a:moveTo>
                <a:lnTo>
                  <a:pt x="1117" y="546"/>
                </a:lnTo>
                <a:lnTo>
                  <a:pt x="2233" y="494"/>
                </a:lnTo>
                <a:lnTo>
                  <a:pt x="3350" y="452"/>
                </a:lnTo>
                <a:lnTo>
                  <a:pt x="4466" y="410"/>
                </a:lnTo>
                <a:lnTo>
                  <a:pt x="5581" y="373"/>
                </a:lnTo>
                <a:lnTo>
                  <a:pt x="6698" y="336"/>
                </a:lnTo>
                <a:lnTo>
                  <a:pt x="7814" y="305"/>
                </a:lnTo>
                <a:lnTo>
                  <a:pt x="8931" y="273"/>
                </a:lnTo>
                <a:lnTo>
                  <a:pt x="9776" y="226"/>
                </a:lnTo>
                <a:lnTo>
                  <a:pt x="10626" y="184"/>
                </a:lnTo>
                <a:lnTo>
                  <a:pt x="11488" y="137"/>
                </a:lnTo>
                <a:lnTo>
                  <a:pt x="12304" y="121"/>
                </a:lnTo>
                <a:lnTo>
                  <a:pt x="13123" y="105"/>
                </a:lnTo>
                <a:lnTo>
                  <a:pt x="13954" y="84"/>
                </a:lnTo>
                <a:lnTo>
                  <a:pt x="15080" y="42"/>
                </a:lnTo>
                <a:lnTo>
                  <a:pt x="16222" y="0"/>
                </a:lnTo>
                <a:lnTo>
                  <a:pt x="17436" y="515"/>
                </a:lnTo>
                <a:lnTo>
                  <a:pt x="18516" y="1328"/>
                </a:lnTo>
                <a:lnTo>
                  <a:pt x="19526" y="2468"/>
                </a:lnTo>
                <a:lnTo>
                  <a:pt x="20533" y="3964"/>
                </a:lnTo>
                <a:lnTo>
                  <a:pt x="21600" y="5849"/>
                </a:lnTo>
                <a:lnTo>
                  <a:pt x="21271" y="8968"/>
                </a:lnTo>
                <a:lnTo>
                  <a:pt x="20940" y="12097"/>
                </a:lnTo>
                <a:lnTo>
                  <a:pt x="20610" y="15237"/>
                </a:lnTo>
                <a:lnTo>
                  <a:pt x="20276" y="18403"/>
                </a:lnTo>
                <a:lnTo>
                  <a:pt x="19938" y="21600"/>
                </a:lnTo>
                <a:lnTo>
                  <a:pt x="19938" y="18130"/>
                </a:lnTo>
                <a:lnTo>
                  <a:pt x="19938" y="14638"/>
                </a:lnTo>
                <a:lnTo>
                  <a:pt x="19938" y="11099"/>
                </a:lnTo>
                <a:lnTo>
                  <a:pt x="18820" y="11850"/>
                </a:lnTo>
                <a:lnTo>
                  <a:pt x="17687" y="12617"/>
                </a:lnTo>
                <a:lnTo>
                  <a:pt x="16468" y="13304"/>
                </a:lnTo>
                <a:lnTo>
                  <a:pt x="15275" y="13924"/>
                </a:lnTo>
                <a:lnTo>
                  <a:pt x="14106" y="14460"/>
                </a:lnTo>
                <a:lnTo>
                  <a:pt x="12960" y="14895"/>
                </a:lnTo>
                <a:lnTo>
                  <a:pt x="11832" y="15210"/>
                </a:lnTo>
                <a:lnTo>
                  <a:pt x="10722" y="15389"/>
                </a:lnTo>
                <a:lnTo>
                  <a:pt x="9625" y="15410"/>
                </a:lnTo>
                <a:lnTo>
                  <a:pt x="8540" y="15263"/>
                </a:lnTo>
                <a:lnTo>
                  <a:pt x="7465" y="14932"/>
                </a:lnTo>
                <a:lnTo>
                  <a:pt x="6399" y="14391"/>
                </a:lnTo>
                <a:lnTo>
                  <a:pt x="5335" y="13625"/>
                </a:lnTo>
                <a:lnTo>
                  <a:pt x="4273" y="12622"/>
                </a:lnTo>
                <a:lnTo>
                  <a:pt x="3212" y="11357"/>
                </a:lnTo>
                <a:lnTo>
                  <a:pt x="2147" y="9818"/>
                </a:lnTo>
                <a:lnTo>
                  <a:pt x="1078" y="7991"/>
                </a:lnTo>
                <a:lnTo>
                  <a:pt x="0" y="5849"/>
                </a:lnTo>
                <a:lnTo>
                  <a:pt x="0" y="3245"/>
                </a:lnTo>
                <a:lnTo>
                  <a:pt x="0" y="599"/>
                </a:lnTo>
                <a:close/>
              </a:path>
            </a:pathLst>
          </a:custGeom>
          <a:solidFill>
            <a:srgbClr val="D8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2" name="contour_09710"/>
          <p:cNvSpPr/>
          <p:nvPr/>
        </p:nvSpPr>
        <p:spPr>
          <a:xfrm>
            <a:off x="7881406" y="2944349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428"/>
                </a:lnTo>
                <a:lnTo>
                  <a:pt x="6445" y="855"/>
                </a:lnTo>
                <a:lnTo>
                  <a:pt x="8319" y="1283"/>
                </a:lnTo>
                <a:lnTo>
                  <a:pt x="10195" y="1715"/>
                </a:lnTo>
                <a:lnTo>
                  <a:pt x="12080" y="2143"/>
                </a:lnTo>
                <a:lnTo>
                  <a:pt x="13967" y="2575"/>
                </a:lnTo>
                <a:lnTo>
                  <a:pt x="15862" y="3007"/>
                </a:lnTo>
                <a:lnTo>
                  <a:pt x="17766" y="3443"/>
                </a:lnTo>
                <a:lnTo>
                  <a:pt x="19678" y="3879"/>
                </a:lnTo>
                <a:lnTo>
                  <a:pt x="21600" y="4320"/>
                </a:lnTo>
                <a:lnTo>
                  <a:pt x="20914" y="4869"/>
                </a:lnTo>
                <a:lnTo>
                  <a:pt x="20258" y="5396"/>
                </a:lnTo>
                <a:lnTo>
                  <a:pt x="19440" y="6048"/>
                </a:lnTo>
                <a:lnTo>
                  <a:pt x="18276" y="6981"/>
                </a:lnTo>
                <a:lnTo>
                  <a:pt x="16573" y="8342"/>
                </a:lnTo>
                <a:lnTo>
                  <a:pt x="14145" y="10286"/>
                </a:lnTo>
                <a:lnTo>
                  <a:pt x="10800" y="12960"/>
                </a:lnTo>
                <a:lnTo>
                  <a:pt x="12328" y="14183"/>
                </a:lnTo>
                <a:lnTo>
                  <a:pt x="13856" y="15405"/>
                </a:lnTo>
                <a:lnTo>
                  <a:pt x="15390" y="16632"/>
                </a:lnTo>
                <a:lnTo>
                  <a:pt x="16929" y="17863"/>
                </a:lnTo>
                <a:lnTo>
                  <a:pt x="18476" y="19103"/>
                </a:lnTo>
                <a:lnTo>
                  <a:pt x="20031" y="20347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335" y="18926"/>
                </a:lnTo>
                <a:lnTo>
                  <a:pt x="670" y="16252"/>
                </a:lnTo>
                <a:lnTo>
                  <a:pt x="1004" y="13569"/>
                </a:lnTo>
                <a:lnTo>
                  <a:pt x="1339" y="10882"/>
                </a:lnTo>
                <a:lnTo>
                  <a:pt x="1677" y="8182"/>
                </a:lnTo>
                <a:lnTo>
                  <a:pt x="2017" y="5469"/>
                </a:lnTo>
                <a:lnTo>
                  <a:pt x="2357" y="2743"/>
                </a:lnTo>
                <a:lnTo>
                  <a:pt x="2700" y="0"/>
                </a:lnTo>
                <a:close/>
              </a:path>
            </a:pathLst>
          </a:custGeom>
          <a:solidFill>
            <a:srgbClr val="D6DFEB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3" name="contour_09711"/>
          <p:cNvSpPr/>
          <p:nvPr/>
        </p:nvSpPr>
        <p:spPr>
          <a:xfrm>
            <a:off x="4638249" y="2907909"/>
            <a:ext cx="80168" cy="37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5169" y="195"/>
                </a:lnTo>
                <a:lnTo>
                  <a:pt x="16220" y="535"/>
                </a:lnTo>
                <a:lnTo>
                  <a:pt x="17794" y="1324"/>
                </a:lnTo>
                <a:lnTo>
                  <a:pt x="18865" y="1829"/>
                </a:lnTo>
                <a:lnTo>
                  <a:pt x="19951" y="2338"/>
                </a:lnTo>
                <a:lnTo>
                  <a:pt x="20769" y="3285"/>
                </a:lnTo>
                <a:lnTo>
                  <a:pt x="21600" y="4244"/>
                </a:lnTo>
                <a:lnTo>
                  <a:pt x="21600" y="7049"/>
                </a:lnTo>
                <a:lnTo>
                  <a:pt x="21600" y="9871"/>
                </a:lnTo>
                <a:lnTo>
                  <a:pt x="21600" y="12731"/>
                </a:lnTo>
                <a:lnTo>
                  <a:pt x="20341" y="14161"/>
                </a:lnTo>
                <a:lnTo>
                  <a:pt x="19065" y="15451"/>
                </a:lnTo>
                <a:lnTo>
                  <a:pt x="17771" y="16605"/>
                </a:lnTo>
                <a:lnTo>
                  <a:pt x="16465" y="17624"/>
                </a:lnTo>
                <a:lnTo>
                  <a:pt x="15144" y="18515"/>
                </a:lnTo>
                <a:lnTo>
                  <a:pt x="13810" y="19283"/>
                </a:lnTo>
                <a:lnTo>
                  <a:pt x="12463" y="19932"/>
                </a:lnTo>
                <a:lnTo>
                  <a:pt x="11108" y="20467"/>
                </a:lnTo>
                <a:lnTo>
                  <a:pt x="9742" y="20896"/>
                </a:lnTo>
                <a:lnTo>
                  <a:pt x="8367" y="21214"/>
                </a:lnTo>
                <a:lnTo>
                  <a:pt x="6987" y="21439"/>
                </a:lnTo>
                <a:lnTo>
                  <a:pt x="5598" y="21566"/>
                </a:lnTo>
                <a:lnTo>
                  <a:pt x="4204" y="21600"/>
                </a:lnTo>
                <a:lnTo>
                  <a:pt x="2806" y="21553"/>
                </a:lnTo>
                <a:lnTo>
                  <a:pt x="1404" y="21422"/>
                </a:lnTo>
                <a:lnTo>
                  <a:pt x="0" y="21218"/>
                </a:lnTo>
                <a:lnTo>
                  <a:pt x="192" y="18188"/>
                </a:lnTo>
                <a:lnTo>
                  <a:pt x="391" y="16011"/>
                </a:lnTo>
                <a:lnTo>
                  <a:pt x="689" y="14076"/>
                </a:lnTo>
                <a:lnTo>
                  <a:pt x="1182" y="11772"/>
                </a:lnTo>
                <a:lnTo>
                  <a:pt x="1964" y="8487"/>
                </a:lnTo>
                <a:lnTo>
                  <a:pt x="3214" y="7647"/>
                </a:lnTo>
                <a:lnTo>
                  <a:pt x="4455" y="6955"/>
                </a:lnTo>
                <a:lnTo>
                  <a:pt x="5693" y="6382"/>
                </a:lnTo>
                <a:lnTo>
                  <a:pt x="6941" y="5907"/>
                </a:lnTo>
                <a:lnTo>
                  <a:pt x="8212" y="5500"/>
                </a:lnTo>
                <a:lnTo>
                  <a:pt x="9512" y="5139"/>
                </a:lnTo>
                <a:lnTo>
                  <a:pt x="10855" y="4553"/>
                </a:lnTo>
                <a:lnTo>
                  <a:pt x="11745" y="3823"/>
                </a:lnTo>
                <a:lnTo>
                  <a:pt x="12575" y="2466"/>
                </a:lnTo>
                <a:lnTo>
                  <a:pt x="13745" y="0"/>
                </a:lnTo>
                <a:close/>
              </a:path>
            </a:pathLst>
          </a:custGeom>
          <a:solidFill>
            <a:srgbClr val="838A8F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4" name="contour_09712"/>
          <p:cNvSpPr/>
          <p:nvPr/>
        </p:nvSpPr>
        <p:spPr>
          <a:xfrm>
            <a:off x="1788645" y="2907464"/>
            <a:ext cx="65592" cy="31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7"/>
                </a:moveTo>
                <a:lnTo>
                  <a:pt x="21588" y="6309"/>
                </a:lnTo>
                <a:lnTo>
                  <a:pt x="21511" y="10506"/>
                </a:lnTo>
                <a:lnTo>
                  <a:pt x="21300" y="13459"/>
                </a:lnTo>
                <a:lnTo>
                  <a:pt x="20890" y="15728"/>
                </a:lnTo>
                <a:lnTo>
                  <a:pt x="20210" y="17862"/>
                </a:lnTo>
                <a:lnTo>
                  <a:pt x="19200" y="20433"/>
                </a:lnTo>
                <a:lnTo>
                  <a:pt x="17587" y="20865"/>
                </a:lnTo>
                <a:lnTo>
                  <a:pt x="15982" y="21187"/>
                </a:lnTo>
                <a:lnTo>
                  <a:pt x="14383" y="21414"/>
                </a:lnTo>
                <a:lnTo>
                  <a:pt x="12790" y="21550"/>
                </a:lnTo>
                <a:lnTo>
                  <a:pt x="11201" y="21600"/>
                </a:lnTo>
                <a:lnTo>
                  <a:pt x="9612" y="21585"/>
                </a:lnTo>
                <a:lnTo>
                  <a:pt x="8021" y="21499"/>
                </a:lnTo>
                <a:lnTo>
                  <a:pt x="6430" y="21364"/>
                </a:lnTo>
                <a:lnTo>
                  <a:pt x="4831" y="21177"/>
                </a:lnTo>
                <a:lnTo>
                  <a:pt x="3230" y="20956"/>
                </a:lnTo>
                <a:lnTo>
                  <a:pt x="1620" y="20704"/>
                </a:lnTo>
                <a:lnTo>
                  <a:pt x="0" y="20433"/>
                </a:lnTo>
                <a:lnTo>
                  <a:pt x="0" y="17107"/>
                </a:lnTo>
                <a:lnTo>
                  <a:pt x="0" y="13761"/>
                </a:lnTo>
                <a:lnTo>
                  <a:pt x="0" y="10370"/>
                </a:lnTo>
                <a:lnTo>
                  <a:pt x="1538" y="8372"/>
                </a:lnTo>
                <a:lnTo>
                  <a:pt x="3098" y="6611"/>
                </a:lnTo>
                <a:lnTo>
                  <a:pt x="4680" y="5092"/>
                </a:lnTo>
                <a:lnTo>
                  <a:pt x="6281" y="3789"/>
                </a:lnTo>
                <a:lnTo>
                  <a:pt x="7906" y="2697"/>
                </a:lnTo>
                <a:lnTo>
                  <a:pt x="9550" y="1806"/>
                </a:lnTo>
                <a:lnTo>
                  <a:pt x="11213" y="1107"/>
                </a:lnTo>
                <a:lnTo>
                  <a:pt x="12898" y="589"/>
                </a:lnTo>
                <a:lnTo>
                  <a:pt x="14599" y="236"/>
                </a:lnTo>
                <a:lnTo>
                  <a:pt x="16322" y="45"/>
                </a:lnTo>
                <a:lnTo>
                  <a:pt x="18062" y="0"/>
                </a:lnTo>
                <a:lnTo>
                  <a:pt x="19822" y="91"/>
                </a:lnTo>
                <a:lnTo>
                  <a:pt x="21600" y="307"/>
                </a:lnTo>
                <a:close/>
              </a:path>
            </a:pathLst>
          </a:custGeom>
          <a:solidFill>
            <a:srgbClr val="7F8185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5" name="contour_09713"/>
          <p:cNvSpPr/>
          <p:nvPr/>
        </p:nvSpPr>
        <p:spPr>
          <a:xfrm>
            <a:off x="6810071" y="2864181"/>
            <a:ext cx="43728" cy="38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2869"/>
                </a:lnTo>
                <a:lnTo>
                  <a:pt x="21600" y="5742"/>
                </a:lnTo>
                <a:lnTo>
                  <a:pt x="21600" y="8623"/>
                </a:lnTo>
                <a:lnTo>
                  <a:pt x="21600" y="11516"/>
                </a:lnTo>
                <a:lnTo>
                  <a:pt x="21600" y="14422"/>
                </a:lnTo>
                <a:lnTo>
                  <a:pt x="21600" y="17343"/>
                </a:lnTo>
                <a:lnTo>
                  <a:pt x="21600" y="20289"/>
                </a:lnTo>
                <a:lnTo>
                  <a:pt x="17006" y="20947"/>
                </a:lnTo>
                <a:lnTo>
                  <a:pt x="13608" y="21381"/>
                </a:lnTo>
                <a:lnTo>
                  <a:pt x="11099" y="21600"/>
                </a:lnTo>
                <a:lnTo>
                  <a:pt x="9155" y="21600"/>
                </a:lnTo>
                <a:lnTo>
                  <a:pt x="7470" y="21381"/>
                </a:lnTo>
                <a:lnTo>
                  <a:pt x="5720" y="20947"/>
                </a:lnTo>
                <a:lnTo>
                  <a:pt x="3600" y="20289"/>
                </a:lnTo>
                <a:lnTo>
                  <a:pt x="2592" y="17757"/>
                </a:lnTo>
                <a:lnTo>
                  <a:pt x="1822" y="15310"/>
                </a:lnTo>
                <a:lnTo>
                  <a:pt x="1256" y="12904"/>
                </a:lnTo>
                <a:lnTo>
                  <a:pt x="850" y="10502"/>
                </a:lnTo>
                <a:lnTo>
                  <a:pt x="565" y="8051"/>
                </a:lnTo>
                <a:lnTo>
                  <a:pt x="353" y="5515"/>
                </a:lnTo>
                <a:lnTo>
                  <a:pt x="180" y="2845"/>
                </a:lnTo>
                <a:lnTo>
                  <a:pt x="0" y="0"/>
                </a:lnTo>
                <a:close/>
              </a:path>
            </a:pathLst>
          </a:custGeom>
          <a:solidFill>
            <a:srgbClr val="8C7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6" name="contour_09714"/>
          <p:cNvSpPr/>
          <p:nvPr/>
        </p:nvSpPr>
        <p:spPr>
          <a:xfrm>
            <a:off x="5677444" y="2849605"/>
            <a:ext cx="3214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02" y="0"/>
                </a:moveTo>
                <a:lnTo>
                  <a:pt x="19131" y="0"/>
                </a:lnTo>
                <a:lnTo>
                  <a:pt x="21600" y="0"/>
                </a:lnTo>
                <a:lnTo>
                  <a:pt x="21189" y="967"/>
                </a:lnTo>
                <a:lnTo>
                  <a:pt x="20748" y="1925"/>
                </a:lnTo>
                <a:lnTo>
                  <a:pt x="20273" y="2875"/>
                </a:lnTo>
                <a:lnTo>
                  <a:pt x="19768" y="3819"/>
                </a:lnTo>
                <a:lnTo>
                  <a:pt x="19224" y="4756"/>
                </a:lnTo>
                <a:lnTo>
                  <a:pt x="18642" y="5686"/>
                </a:lnTo>
                <a:lnTo>
                  <a:pt x="18020" y="6612"/>
                </a:lnTo>
                <a:lnTo>
                  <a:pt x="17358" y="7533"/>
                </a:lnTo>
                <a:lnTo>
                  <a:pt x="16658" y="8451"/>
                </a:lnTo>
                <a:lnTo>
                  <a:pt x="15909" y="9365"/>
                </a:lnTo>
                <a:lnTo>
                  <a:pt x="15115" y="10276"/>
                </a:lnTo>
                <a:lnTo>
                  <a:pt x="14273" y="11186"/>
                </a:lnTo>
                <a:lnTo>
                  <a:pt x="13381" y="12093"/>
                </a:lnTo>
                <a:lnTo>
                  <a:pt x="12441" y="13000"/>
                </a:lnTo>
                <a:lnTo>
                  <a:pt x="11447" y="13908"/>
                </a:lnTo>
                <a:lnTo>
                  <a:pt x="10398" y="14816"/>
                </a:lnTo>
                <a:lnTo>
                  <a:pt x="9291" y="15725"/>
                </a:lnTo>
                <a:lnTo>
                  <a:pt x="8131" y="16636"/>
                </a:lnTo>
                <a:lnTo>
                  <a:pt x="6906" y="17550"/>
                </a:lnTo>
                <a:lnTo>
                  <a:pt x="9816" y="17550"/>
                </a:lnTo>
                <a:lnTo>
                  <a:pt x="12735" y="17550"/>
                </a:lnTo>
                <a:lnTo>
                  <a:pt x="15664" y="17550"/>
                </a:lnTo>
                <a:lnTo>
                  <a:pt x="18617" y="17550"/>
                </a:lnTo>
                <a:lnTo>
                  <a:pt x="21600" y="17550"/>
                </a:lnTo>
                <a:lnTo>
                  <a:pt x="21600" y="18352"/>
                </a:lnTo>
                <a:lnTo>
                  <a:pt x="21600" y="19156"/>
                </a:lnTo>
                <a:lnTo>
                  <a:pt x="21600" y="19964"/>
                </a:lnTo>
                <a:lnTo>
                  <a:pt x="21600" y="20778"/>
                </a:lnTo>
                <a:lnTo>
                  <a:pt x="21600" y="21600"/>
                </a:lnTo>
                <a:lnTo>
                  <a:pt x="18309" y="21383"/>
                </a:lnTo>
                <a:lnTo>
                  <a:pt x="15252" y="21132"/>
                </a:lnTo>
                <a:lnTo>
                  <a:pt x="12392" y="20836"/>
                </a:lnTo>
                <a:lnTo>
                  <a:pt x="9678" y="20478"/>
                </a:lnTo>
                <a:lnTo>
                  <a:pt x="7073" y="20046"/>
                </a:lnTo>
                <a:lnTo>
                  <a:pt x="4531" y="19525"/>
                </a:lnTo>
                <a:lnTo>
                  <a:pt x="2008" y="18900"/>
                </a:lnTo>
                <a:lnTo>
                  <a:pt x="1229" y="17958"/>
                </a:lnTo>
                <a:lnTo>
                  <a:pt x="651" y="17017"/>
                </a:lnTo>
                <a:lnTo>
                  <a:pt x="255" y="16076"/>
                </a:lnTo>
                <a:lnTo>
                  <a:pt x="44" y="15136"/>
                </a:lnTo>
                <a:lnTo>
                  <a:pt x="0" y="14198"/>
                </a:lnTo>
                <a:lnTo>
                  <a:pt x="127" y="13264"/>
                </a:lnTo>
                <a:lnTo>
                  <a:pt x="407" y="12331"/>
                </a:lnTo>
                <a:lnTo>
                  <a:pt x="838" y="11403"/>
                </a:lnTo>
                <a:lnTo>
                  <a:pt x="1416" y="10480"/>
                </a:lnTo>
                <a:lnTo>
                  <a:pt x="2121" y="9562"/>
                </a:lnTo>
                <a:lnTo>
                  <a:pt x="2958" y="8651"/>
                </a:lnTo>
                <a:lnTo>
                  <a:pt x="3918" y="7745"/>
                </a:lnTo>
                <a:lnTo>
                  <a:pt x="4986" y="6847"/>
                </a:lnTo>
                <a:lnTo>
                  <a:pt x="6162" y="5956"/>
                </a:lnTo>
                <a:lnTo>
                  <a:pt x="7435" y="5075"/>
                </a:lnTo>
                <a:lnTo>
                  <a:pt x="8797" y="4203"/>
                </a:lnTo>
                <a:lnTo>
                  <a:pt x="10242" y="3340"/>
                </a:lnTo>
                <a:lnTo>
                  <a:pt x="11765" y="2487"/>
                </a:lnTo>
                <a:lnTo>
                  <a:pt x="13352" y="1646"/>
                </a:lnTo>
                <a:lnTo>
                  <a:pt x="15002" y="817"/>
                </a:lnTo>
                <a:lnTo>
                  <a:pt x="16702" y="0"/>
                </a:lnTo>
                <a:close/>
              </a:path>
            </a:pathLst>
          </a:custGeom>
          <a:solidFill>
            <a:srgbClr val="B7BEC3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7" name="contour_09715"/>
          <p:cNvSpPr/>
          <p:nvPr/>
        </p:nvSpPr>
        <p:spPr>
          <a:xfrm>
            <a:off x="1242045" y="2862760"/>
            <a:ext cx="87456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1"/>
                </a:moveTo>
                <a:lnTo>
                  <a:pt x="1035" y="682"/>
                </a:lnTo>
                <a:lnTo>
                  <a:pt x="2070" y="570"/>
                </a:lnTo>
                <a:lnTo>
                  <a:pt x="3105" y="466"/>
                </a:lnTo>
                <a:lnTo>
                  <a:pt x="4140" y="374"/>
                </a:lnTo>
                <a:lnTo>
                  <a:pt x="5175" y="291"/>
                </a:lnTo>
                <a:lnTo>
                  <a:pt x="6136" y="195"/>
                </a:lnTo>
                <a:lnTo>
                  <a:pt x="7105" y="100"/>
                </a:lnTo>
                <a:lnTo>
                  <a:pt x="8086" y="0"/>
                </a:lnTo>
                <a:lnTo>
                  <a:pt x="9567" y="624"/>
                </a:lnTo>
                <a:lnTo>
                  <a:pt x="10728" y="1534"/>
                </a:lnTo>
                <a:lnTo>
                  <a:pt x="11680" y="2786"/>
                </a:lnTo>
                <a:lnTo>
                  <a:pt x="12533" y="4428"/>
                </a:lnTo>
                <a:lnTo>
                  <a:pt x="13403" y="6524"/>
                </a:lnTo>
                <a:lnTo>
                  <a:pt x="14400" y="9126"/>
                </a:lnTo>
                <a:lnTo>
                  <a:pt x="15543" y="10682"/>
                </a:lnTo>
                <a:lnTo>
                  <a:pt x="16322" y="11684"/>
                </a:lnTo>
                <a:lnTo>
                  <a:pt x="17096" y="12582"/>
                </a:lnTo>
                <a:lnTo>
                  <a:pt x="18225" y="13804"/>
                </a:lnTo>
                <a:lnTo>
                  <a:pt x="19181" y="14852"/>
                </a:lnTo>
                <a:lnTo>
                  <a:pt x="20151" y="15916"/>
                </a:lnTo>
                <a:lnTo>
                  <a:pt x="20871" y="16673"/>
                </a:lnTo>
                <a:lnTo>
                  <a:pt x="21600" y="17442"/>
                </a:lnTo>
                <a:lnTo>
                  <a:pt x="20389" y="17371"/>
                </a:lnTo>
                <a:lnTo>
                  <a:pt x="19161" y="17297"/>
                </a:lnTo>
                <a:lnTo>
                  <a:pt x="17840" y="17263"/>
                </a:lnTo>
                <a:lnTo>
                  <a:pt x="16531" y="17259"/>
                </a:lnTo>
                <a:lnTo>
                  <a:pt x="15235" y="17288"/>
                </a:lnTo>
                <a:lnTo>
                  <a:pt x="13950" y="17351"/>
                </a:lnTo>
                <a:lnTo>
                  <a:pt x="12672" y="17459"/>
                </a:lnTo>
                <a:lnTo>
                  <a:pt x="11401" y="17608"/>
                </a:lnTo>
                <a:lnTo>
                  <a:pt x="10136" y="17804"/>
                </a:lnTo>
                <a:lnTo>
                  <a:pt x="8874" y="18053"/>
                </a:lnTo>
                <a:lnTo>
                  <a:pt x="7614" y="18361"/>
                </a:lnTo>
                <a:lnTo>
                  <a:pt x="6354" y="18727"/>
                </a:lnTo>
                <a:lnTo>
                  <a:pt x="5092" y="19159"/>
                </a:lnTo>
                <a:lnTo>
                  <a:pt x="3829" y="19658"/>
                </a:lnTo>
                <a:lnTo>
                  <a:pt x="2560" y="20228"/>
                </a:lnTo>
                <a:lnTo>
                  <a:pt x="1283" y="20872"/>
                </a:lnTo>
                <a:lnTo>
                  <a:pt x="0" y="21600"/>
                </a:lnTo>
                <a:lnTo>
                  <a:pt x="436" y="19222"/>
                </a:lnTo>
                <a:lnTo>
                  <a:pt x="769" y="17563"/>
                </a:lnTo>
                <a:lnTo>
                  <a:pt x="1166" y="15846"/>
                </a:lnTo>
                <a:lnTo>
                  <a:pt x="1800" y="13284"/>
                </a:lnTo>
                <a:lnTo>
                  <a:pt x="3193" y="12004"/>
                </a:lnTo>
                <a:lnTo>
                  <a:pt x="4171" y="11147"/>
                </a:lnTo>
                <a:lnTo>
                  <a:pt x="4991" y="10515"/>
                </a:lnTo>
                <a:lnTo>
                  <a:pt x="5915" y="9908"/>
                </a:lnTo>
                <a:lnTo>
                  <a:pt x="7200" y="9126"/>
                </a:lnTo>
                <a:lnTo>
                  <a:pt x="6181" y="7950"/>
                </a:lnTo>
                <a:lnTo>
                  <a:pt x="5162" y="6773"/>
                </a:lnTo>
                <a:lnTo>
                  <a:pt x="4140" y="5592"/>
                </a:lnTo>
                <a:lnTo>
                  <a:pt x="3114" y="4407"/>
                </a:lnTo>
                <a:lnTo>
                  <a:pt x="2083" y="3214"/>
                </a:lnTo>
                <a:lnTo>
                  <a:pt x="1046" y="2017"/>
                </a:lnTo>
                <a:lnTo>
                  <a:pt x="0" y="811"/>
                </a:lnTo>
                <a:close/>
              </a:path>
            </a:pathLst>
          </a:custGeom>
          <a:solidFill>
            <a:srgbClr val="F1F0EF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8" name="contour_09716"/>
          <p:cNvSpPr/>
          <p:nvPr/>
        </p:nvSpPr>
        <p:spPr>
          <a:xfrm>
            <a:off x="4813161" y="2843505"/>
            <a:ext cx="51016" cy="571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33" y="262"/>
                </a:moveTo>
                <a:lnTo>
                  <a:pt x="14503" y="1136"/>
                </a:lnTo>
                <a:lnTo>
                  <a:pt x="16320" y="2045"/>
                </a:lnTo>
                <a:lnTo>
                  <a:pt x="18104" y="2996"/>
                </a:lnTo>
                <a:lnTo>
                  <a:pt x="19857" y="3999"/>
                </a:lnTo>
                <a:lnTo>
                  <a:pt x="21600" y="5063"/>
                </a:lnTo>
                <a:lnTo>
                  <a:pt x="21020" y="7114"/>
                </a:lnTo>
                <a:lnTo>
                  <a:pt x="20569" y="8569"/>
                </a:lnTo>
                <a:lnTo>
                  <a:pt x="20100" y="9826"/>
                </a:lnTo>
                <a:lnTo>
                  <a:pt x="19465" y="11281"/>
                </a:lnTo>
                <a:lnTo>
                  <a:pt x="18514" y="13332"/>
                </a:lnTo>
                <a:lnTo>
                  <a:pt x="16475" y="13332"/>
                </a:lnTo>
                <a:lnTo>
                  <a:pt x="14423" y="13332"/>
                </a:lnTo>
                <a:lnTo>
                  <a:pt x="12343" y="13332"/>
                </a:lnTo>
                <a:lnTo>
                  <a:pt x="11392" y="15382"/>
                </a:lnTo>
                <a:lnTo>
                  <a:pt x="10757" y="16837"/>
                </a:lnTo>
                <a:lnTo>
                  <a:pt x="10288" y="18094"/>
                </a:lnTo>
                <a:lnTo>
                  <a:pt x="9837" y="19549"/>
                </a:lnTo>
                <a:lnTo>
                  <a:pt x="9257" y="21600"/>
                </a:lnTo>
                <a:lnTo>
                  <a:pt x="9257" y="19778"/>
                </a:lnTo>
                <a:lnTo>
                  <a:pt x="9257" y="17945"/>
                </a:lnTo>
                <a:lnTo>
                  <a:pt x="9257" y="16088"/>
                </a:lnTo>
                <a:lnTo>
                  <a:pt x="7217" y="16088"/>
                </a:lnTo>
                <a:lnTo>
                  <a:pt x="5165" y="16088"/>
                </a:lnTo>
                <a:lnTo>
                  <a:pt x="3086" y="16088"/>
                </a:lnTo>
                <a:lnTo>
                  <a:pt x="1858" y="14285"/>
                </a:lnTo>
                <a:lnTo>
                  <a:pt x="1083" y="12954"/>
                </a:lnTo>
                <a:lnTo>
                  <a:pt x="614" y="11697"/>
                </a:lnTo>
                <a:lnTo>
                  <a:pt x="302" y="10118"/>
                </a:lnTo>
                <a:lnTo>
                  <a:pt x="0" y="7819"/>
                </a:lnTo>
                <a:lnTo>
                  <a:pt x="1216" y="5804"/>
                </a:lnTo>
                <a:lnTo>
                  <a:pt x="2564" y="3966"/>
                </a:lnTo>
                <a:lnTo>
                  <a:pt x="4085" y="2384"/>
                </a:lnTo>
                <a:lnTo>
                  <a:pt x="5817" y="1144"/>
                </a:lnTo>
                <a:lnTo>
                  <a:pt x="7791" y="320"/>
                </a:lnTo>
                <a:lnTo>
                  <a:pt x="10050" y="0"/>
                </a:lnTo>
                <a:lnTo>
                  <a:pt x="12633" y="262"/>
                </a:lnTo>
                <a:close/>
              </a:path>
            </a:pathLst>
          </a:custGeom>
          <a:solidFill>
            <a:srgbClr val="939094"/>
          </a:solidFill>
          <a:ln>
            <a:noFill/>
          </a:ln>
        </p:spPr>
        <p:txBody>
          <a:bodyPr/>
          <a:lstStyle/>
          <a:p/>
        </p:txBody>
      </p:sp>
      <p:sp>
        <p:nvSpPr>
          <p:cNvPr id="9719" name="contour_09717"/>
          <p:cNvSpPr/>
          <p:nvPr/>
        </p:nvSpPr>
        <p:spPr>
          <a:xfrm>
            <a:off x="1234757" y="2835029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84744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0" name="contour_09718"/>
          <p:cNvSpPr/>
          <p:nvPr/>
        </p:nvSpPr>
        <p:spPr>
          <a:xfrm>
            <a:off x="8544613" y="2791301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37" y="233"/>
                </a:lnTo>
                <a:lnTo>
                  <a:pt x="2147" y="538"/>
                </a:lnTo>
                <a:lnTo>
                  <a:pt x="4445" y="1112"/>
                </a:lnTo>
                <a:lnTo>
                  <a:pt x="8640" y="2160"/>
                </a:lnTo>
                <a:lnTo>
                  <a:pt x="8640" y="3588"/>
                </a:lnTo>
                <a:lnTo>
                  <a:pt x="8640" y="5024"/>
                </a:lnTo>
                <a:lnTo>
                  <a:pt x="8640" y="6480"/>
                </a:lnTo>
                <a:lnTo>
                  <a:pt x="11496" y="6480"/>
                </a:lnTo>
                <a:lnTo>
                  <a:pt x="14368" y="6480"/>
                </a:lnTo>
                <a:lnTo>
                  <a:pt x="17280" y="6480"/>
                </a:lnTo>
                <a:lnTo>
                  <a:pt x="18611" y="8087"/>
                </a:lnTo>
                <a:lnTo>
                  <a:pt x="19500" y="9228"/>
                </a:lnTo>
                <a:lnTo>
                  <a:pt x="20157" y="10212"/>
                </a:lnTo>
                <a:lnTo>
                  <a:pt x="20788" y="11353"/>
                </a:lnTo>
                <a:lnTo>
                  <a:pt x="21600" y="12960"/>
                </a:lnTo>
                <a:lnTo>
                  <a:pt x="19591" y="13295"/>
                </a:lnTo>
                <a:lnTo>
                  <a:pt x="17548" y="13634"/>
                </a:lnTo>
                <a:lnTo>
                  <a:pt x="14861" y="14545"/>
                </a:lnTo>
                <a:lnTo>
                  <a:pt x="13262" y="15355"/>
                </a:lnTo>
                <a:lnTo>
                  <a:pt x="12122" y="16520"/>
                </a:lnTo>
                <a:lnTo>
                  <a:pt x="10800" y="18494"/>
                </a:lnTo>
                <a:lnTo>
                  <a:pt x="10087" y="19520"/>
                </a:lnTo>
                <a:lnTo>
                  <a:pt x="9370" y="20552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6"/>
                </a:lnTo>
                <a:lnTo>
                  <a:pt x="0" y="15485"/>
                </a:lnTo>
                <a:lnTo>
                  <a:pt x="0" y="13954"/>
                </a:lnTo>
                <a:lnTo>
                  <a:pt x="0" y="12418"/>
                </a:lnTo>
                <a:lnTo>
                  <a:pt x="0" y="10882"/>
                </a:lnTo>
                <a:lnTo>
                  <a:pt x="0" y="9340"/>
                </a:lnTo>
                <a:lnTo>
                  <a:pt x="0" y="7795"/>
                </a:lnTo>
                <a:lnTo>
                  <a:pt x="0" y="6247"/>
                </a:lnTo>
                <a:lnTo>
                  <a:pt x="0" y="4694"/>
                </a:lnTo>
                <a:lnTo>
                  <a:pt x="0" y="3134"/>
                </a:lnTo>
                <a:lnTo>
                  <a:pt x="0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D5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1" name="contour_09719"/>
          <p:cNvSpPr/>
          <p:nvPr/>
        </p:nvSpPr>
        <p:spPr>
          <a:xfrm>
            <a:off x="7952850" y="2762149"/>
            <a:ext cx="670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68" y="1790"/>
                </a:lnTo>
                <a:lnTo>
                  <a:pt x="20717" y="3548"/>
                </a:lnTo>
                <a:lnTo>
                  <a:pt x="20235" y="5276"/>
                </a:lnTo>
                <a:lnTo>
                  <a:pt x="19709" y="6974"/>
                </a:lnTo>
                <a:lnTo>
                  <a:pt x="19125" y="8643"/>
                </a:lnTo>
                <a:lnTo>
                  <a:pt x="18472" y="10287"/>
                </a:lnTo>
                <a:lnTo>
                  <a:pt x="17734" y="11904"/>
                </a:lnTo>
                <a:lnTo>
                  <a:pt x="16903" y="13500"/>
                </a:lnTo>
                <a:lnTo>
                  <a:pt x="15177" y="13921"/>
                </a:lnTo>
                <a:lnTo>
                  <a:pt x="13920" y="14008"/>
                </a:lnTo>
                <a:lnTo>
                  <a:pt x="12060" y="13838"/>
                </a:lnTo>
                <a:lnTo>
                  <a:pt x="10557" y="13727"/>
                </a:lnTo>
                <a:lnTo>
                  <a:pt x="9042" y="13613"/>
                </a:lnTo>
                <a:lnTo>
                  <a:pt x="7508" y="13500"/>
                </a:lnTo>
                <a:lnTo>
                  <a:pt x="6644" y="15509"/>
                </a:lnTo>
                <a:lnTo>
                  <a:pt x="6090" y="16934"/>
                </a:lnTo>
                <a:lnTo>
                  <a:pt x="5733" y="18166"/>
                </a:lnTo>
                <a:lnTo>
                  <a:pt x="5460" y="19591"/>
                </a:lnTo>
                <a:lnTo>
                  <a:pt x="5160" y="21600"/>
                </a:lnTo>
                <a:lnTo>
                  <a:pt x="3765" y="21084"/>
                </a:lnTo>
                <a:lnTo>
                  <a:pt x="2811" y="20631"/>
                </a:lnTo>
                <a:lnTo>
                  <a:pt x="1858" y="19988"/>
                </a:lnTo>
                <a:lnTo>
                  <a:pt x="463" y="18900"/>
                </a:lnTo>
                <a:lnTo>
                  <a:pt x="155" y="17013"/>
                </a:lnTo>
                <a:lnTo>
                  <a:pt x="0" y="15649"/>
                </a:lnTo>
                <a:lnTo>
                  <a:pt x="0" y="14418"/>
                </a:lnTo>
                <a:lnTo>
                  <a:pt x="155" y="12930"/>
                </a:lnTo>
                <a:lnTo>
                  <a:pt x="463" y="10800"/>
                </a:lnTo>
                <a:lnTo>
                  <a:pt x="1780" y="9623"/>
                </a:lnTo>
                <a:lnTo>
                  <a:pt x="3048" y="8559"/>
                </a:lnTo>
                <a:lnTo>
                  <a:pt x="4305" y="7579"/>
                </a:lnTo>
                <a:lnTo>
                  <a:pt x="5590" y="6661"/>
                </a:lnTo>
                <a:lnTo>
                  <a:pt x="6938" y="5775"/>
                </a:lnTo>
                <a:lnTo>
                  <a:pt x="8389" y="4892"/>
                </a:lnTo>
                <a:lnTo>
                  <a:pt x="9509" y="4174"/>
                </a:lnTo>
                <a:lnTo>
                  <a:pt x="10646" y="3442"/>
                </a:lnTo>
                <a:lnTo>
                  <a:pt x="12276" y="2465"/>
                </a:lnTo>
                <a:lnTo>
                  <a:pt x="13763" y="1669"/>
                </a:lnTo>
                <a:lnTo>
                  <a:pt x="15181" y="1039"/>
                </a:lnTo>
                <a:lnTo>
                  <a:pt x="16600" y="570"/>
                </a:lnTo>
                <a:lnTo>
                  <a:pt x="18096" y="246"/>
                </a:lnTo>
                <a:lnTo>
                  <a:pt x="19738" y="59"/>
                </a:lnTo>
                <a:lnTo>
                  <a:pt x="21600" y="0"/>
                </a:lnTo>
                <a:close/>
              </a:path>
            </a:pathLst>
          </a:custGeom>
          <a:solidFill>
            <a:srgbClr val="717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2" name="contour_09720"/>
          <p:cNvSpPr/>
          <p:nvPr/>
        </p:nvSpPr>
        <p:spPr>
          <a:xfrm>
            <a:off x="8457157" y="2746589"/>
            <a:ext cx="87456" cy="46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462"/>
                </a:moveTo>
                <a:lnTo>
                  <a:pt x="17647" y="154"/>
                </a:lnTo>
                <a:lnTo>
                  <a:pt x="18652" y="0"/>
                </a:lnTo>
                <a:lnTo>
                  <a:pt x="19472" y="0"/>
                </a:lnTo>
                <a:lnTo>
                  <a:pt x="20369" y="154"/>
                </a:lnTo>
                <a:lnTo>
                  <a:pt x="21600" y="462"/>
                </a:lnTo>
                <a:lnTo>
                  <a:pt x="21154" y="4670"/>
                </a:lnTo>
                <a:lnTo>
                  <a:pt x="20774" y="8073"/>
                </a:lnTo>
                <a:lnTo>
                  <a:pt x="20426" y="10790"/>
                </a:lnTo>
                <a:lnTo>
                  <a:pt x="20079" y="12945"/>
                </a:lnTo>
                <a:lnTo>
                  <a:pt x="19701" y="14662"/>
                </a:lnTo>
                <a:lnTo>
                  <a:pt x="19258" y="16065"/>
                </a:lnTo>
                <a:lnTo>
                  <a:pt x="18720" y="17276"/>
                </a:lnTo>
                <a:lnTo>
                  <a:pt x="18052" y="18418"/>
                </a:lnTo>
                <a:lnTo>
                  <a:pt x="17222" y="19612"/>
                </a:lnTo>
                <a:lnTo>
                  <a:pt x="16200" y="20988"/>
                </a:lnTo>
                <a:lnTo>
                  <a:pt x="15008" y="21282"/>
                </a:lnTo>
                <a:lnTo>
                  <a:pt x="13822" y="21470"/>
                </a:lnTo>
                <a:lnTo>
                  <a:pt x="12638" y="21573"/>
                </a:lnTo>
                <a:lnTo>
                  <a:pt x="11453" y="21600"/>
                </a:lnTo>
                <a:lnTo>
                  <a:pt x="10267" y="21569"/>
                </a:lnTo>
                <a:lnTo>
                  <a:pt x="9076" y="21504"/>
                </a:lnTo>
                <a:lnTo>
                  <a:pt x="7875" y="21415"/>
                </a:lnTo>
                <a:lnTo>
                  <a:pt x="6737" y="21367"/>
                </a:lnTo>
                <a:lnTo>
                  <a:pt x="5584" y="21323"/>
                </a:lnTo>
                <a:lnTo>
                  <a:pt x="4466" y="21268"/>
                </a:lnTo>
                <a:lnTo>
                  <a:pt x="3350" y="21207"/>
                </a:lnTo>
                <a:lnTo>
                  <a:pt x="2234" y="21138"/>
                </a:lnTo>
                <a:lnTo>
                  <a:pt x="1116" y="21063"/>
                </a:lnTo>
                <a:lnTo>
                  <a:pt x="0" y="20988"/>
                </a:lnTo>
                <a:lnTo>
                  <a:pt x="0" y="19291"/>
                </a:lnTo>
                <a:lnTo>
                  <a:pt x="0" y="17567"/>
                </a:lnTo>
                <a:lnTo>
                  <a:pt x="1177" y="16927"/>
                </a:lnTo>
                <a:lnTo>
                  <a:pt x="2358" y="16321"/>
                </a:lnTo>
                <a:lnTo>
                  <a:pt x="3541" y="15743"/>
                </a:lnTo>
                <a:lnTo>
                  <a:pt x="4727" y="15189"/>
                </a:lnTo>
                <a:lnTo>
                  <a:pt x="5915" y="14655"/>
                </a:lnTo>
                <a:lnTo>
                  <a:pt x="7105" y="14132"/>
                </a:lnTo>
                <a:lnTo>
                  <a:pt x="8296" y="13615"/>
                </a:lnTo>
                <a:lnTo>
                  <a:pt x="9491" y="13102"/>
                </a:lnTo>
                <a:lnTo>
                  <a:pt x="10780" y="11994"/>
                </a:lnTo>
                <a:lnTo>
                  <a:pt x="11844" y="10817"/>
                </a:lnTo>
                <a:lnTo>
                  <a:pt x="12731" y="9541"/>
                </a:lnTo>
                <a:lnTo>
                  <a:pt x="13489" y="8128"/>
                </a:lnTo>
                <a:lnTo>
                  <a:pt x="14166" y="6548"/>
                </a:lnTo>
                <a:lnTo>
                  <a:pt x="14810" y="4765"/>
                </a:lnTo>
                <a:lnTo>
                  <a:pt x="15473" y="2747"/>
                </a:lnTo>
                <a:lnTo>
                  <a:pt x="16200" y="462"/>
                </a:lnTo>
                <a:close/>
              </a:path>
            </a:pathLst>
          </a:custGeom>
          <a:solidFill>
            <a:srgbClr val="C8D4E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3" name="contour_09721"/>
          <p:cNvSpPr/>
          <p:nvPr/>
        </p:nvSpPr>
        <p:spPr>
          <a:xfrm>
            <a:off x="10789314" y="2718421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993" y="175"/>
                </a:lnTo>
                <a:lnTo>
                  <a:pt x="4900" y="353"/>
                </a:lnTo>
                <a:lnTo>
                  <a:pt x="6156" y="598"/>
                </a:lnTo>
                <a:lnTo>
                  <a:pt x="8100" y="974"/>
                </a:lnTo>
                <a:lnTo>
                  <a:pt x="11078" y="1553"/>
                </a:lnTo>
                <a:lnTo>
                  <a:pt x="15429" y="2400"/>
                </a:lnTo>
                <a:lnTo>
                  <a:pt x="14750" y="3984"/>
                </a:lnTo>
                <a:lnTo>
                  <a:pt x="14071" y="5570"/>
                </a:lnTo>
                <a:lnTo>
                  <a:pt x="13389" y="7157"/>
                </a:lnTo>
                <a:lnTo>
                  <a:pt x="12707" y="8748"/>
                </a:lnTo>
                <a:lnTo>
                  <a:pt x="12025" y="10344"/>
                </a:lnTo>
                <a:lnTo>
                  <a:pt x="11337" y="11947"/>
                </a:lnTo>
                <a:lnTo>
                  <a:pt x="10649" y="13555"/>
                </a:lnTo>
                <a:lnTo>
                  <a:pt x="9955" y="15173"/>
                </a:lnTo>
                <a:lnTo>
                  <a:pt x="9257" y="16800"/>
                </a:lnTo>
                <a:lnTo>
                  <a:pt x="11004" y="17479"/>
                </a:lnTo>
                <a:lnTo>
                  <a:pt x="12750" y="18158"/>
                </a:lnTo>
                <a:lnTo>
                  <a:pt x="14503" y="18840"/>
                </a:lnTo>
                <a:lnTo>
                  <a:pt x="16262" y="19524"/>
                </a:lnTo>
                <a:lnTo>
                  <a:pt x="18030" y="20213"/>
                </a:lnTo>
                <a:lnTo>
                  <a:pt x="19807" y="20904"/>
                </a:lnTo>
                <a:lnTo>
                  <a:pt x="21600" y="21600"/>
                </a:lnTo>
                <a:lnTo>
                  <a:pt x="19462" y="21362"/>
                </a:lnTo>
                <a:lnTo>
                  <a:pt x="17320" y="21125"/>
                </a:lnTo>
                <a:lnTo>
                  <a:pt x="15179" y="20887"/>
                </a:lnTo>
                <a:lnTo>
                  <a:pt x="13034" y="20647"/>
                </a:lnTo>
                <a:lnTo>
                  <a:pt x="10880" y="20410"/>
                </a:lnTo>
                <a:lnTo>
                  <a:pt x="8723" y="20170"/>
                </a:lnTo>
                <a:lnTo>
                  <a:pt x="6557" y="19930"/>
                </a:lnTo>
                <a:lnTo>
                  <a:pt x="4382" y="19687"/>
                </a:lnTo>
                <a:lnTo>
                  <a:pt x="2197" y="19445"/>
                </a:lnTo>
                <a:lnTo>
                  <a:pt x="0" y="19200"/>
                </a:lnTo>
                <a:lnTo>
                  <a:pt x="1527" y="18605"/>
                </a:lnTo>
                <a:lnTo>
                  <a:pt x="3064" y="18010"/>
                </a:lnTo>
                <a:lnTo>
                  <a:pt x="4607" y="17407"/>
                </a:lnTo>
                <a:lnTo>
                  <a:pt x="6171" y="16800"/>
                </a:lnTo>
                <a:lnTo>
                  <a:pt x="6588" y="15060"/>
                </a:lnTo>
                <a:lnTo>
                  <a:pt x="6687" y="13776"/>
                </a:lnTo>
                <a:lnTo>
                  <a:pt x="6557" y="11851"/>
                </a:lnTo>
                <a:lnTo>
                  <a:pt x="6499" y="11167"/>
                </a:lnTo>
                <a:lnTo>
                  <a:pt x="6400" y="9960"/>
                </a:lnTo>
                <a:lnTo>
                  <a:pt x="6171" y="7200"/>
                </a:lnTo>
                <a:lnTo>
                  <a:pt x="4132" y="7200"/>
                </a:lnTo>
                <a:lnTo>
                  <a:pt x="2080" y="7200"/>
                </a:lnTo>
                <a:lnTo>
                  <a:pt x="0" y="7200"/>
                </a:lnTo>
                <a:lnTo>
                  <a:pt x="611" y="5774"/>
                </a:lnTo>
                <a:lnTo>
                  <a:pt x="1225" y="4344"/>
                </a:lnTo>
                <a:lnTo>
                  <a:pt x="1839" y="2909"/>
                </a:lnTo>
                <a:lnTo>
                  <a:pt x="2459" y="1462"/>
                </a:lnTo>
                <a:lnTo>
                  <a:pt x="3086" y="0"/>
                </a:lnTo>
                <a:close/>
              </a:path>
            </a:pathLst>
          </a:custGeom>
          <a:solidFill>
            <a:srgbClr val="848686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4" name="contour_09722"/>
          <p:cNvSpPr/>
          <p:nvPr/>
        </p:nvSpPr>
        <p:spPr>
          <a:xfrm>
            <a:off x="8602917" y="2740285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699" y="670"/>
                </a:lnTo>
                <a:lnTo>
                  <a:pt x="9236" y="1339"/>
                </a:lnTo>
                <a:lnTo>
                  <a:pt x="10778" y="2017"/>
                </a:lnTo>
                <a:lnTo>
                  <a:pt x="12343" y="2700"/>
                </a:lnTo>
                <a:lnTo>
                  <a:pt x="11578" y="4037"/>
                </a:lnTo>
                <a:lnTo>
                  <a:pt x="10812" y="5381"/>
                </a:lnTo>
                <a:lnTo>
                  <a:pt x="10038" y="6731"/>
                </a:lnTo>
                <a:lnTo>
                  <a:pt x="9257" y="8100"/>
                </a:lnTo>
                <a:lnTo>
                  <a:pt x="11294" y="8546"/>
                </a:lnTo>
                <a:lnTo>
                  <a:pt x="13333" y="8991"/>
                </a:lnTo>
                <a:lnTo>
                  <a:pt x="15382" y="9439"/>
                </a:lnTo>
                <a:lnTo>
                  <a:pt x="17440" y="9890"/>
                </a:lnTo>
                <a:lnTo>
                  <a:pt x="19511" y="10344"/>
                </a:lnTo>
                <a:lnTo>
                  <a:pt x="21600" y="10800"/>
                </a:lnTo>
                <a:lnTo>
                  <a:pt x="20073" y="12137"/>
                </a:lnTo>
                <a:lnTo>
                  <a:pt x="18542" y="13476"/>
                </a:lnTo>
                <a:lnTo>
                  <a:pt x="17012" y="14815"/>
                </a:lnTo>
                <a:lnTo>
                  <a:pt x="15475" y="16160"/>
                </a:lnTo>
                <a:lnTo>
                  <a:pt x="13932" y="17510"/>
                </a:lnTo>
                <a:lnTo>
                  <a:pt x="12383" y="18865"/>
                </a:lnTo>
                <a:lnTo>
                  <a:pt x="10825" y="20228"/>
                </a:lnTo>
                <a:lnTo>
                  <a:pt x="9257" y="21600"/>
                </a:lnTo>
                <a:lnTo>
                  <a:pt x="6424" y="19510"/>
                </a:lnTo>
                <a:lnTo>
                  <a:pt x="4450" y="18017"/>
                </a:lnTo>
                <a:lnTo>
                  <a:pt x="3076" y="16894"/>
                </a:lnTo>
                <a:lnTo>
                  <a:pt x="2049" y="15916"/>
                </a:lnTo>
                <a:lnTo>
                  <a:pt x="1108" y="14861"/>
                </a:lnTo>
                <a:lnTo>
                  <a:pt x="0" y="13500"/>
                </a:lnTo>
                <a:lnTo>
                  <a:pt x="395" y="11410"/>
                </a:lnTo>
                <a:lnTo>
                  <a:pt x="753" y="9944"/>
                </a:lnTo>
                <a:lnTo>
                  <a:pt x="1222" y="8713"/>
                </a:lnTo>
                <a:lnTo>
                  <a:pt x="1950" y="7328"/>
                </a:lnTo>
                <a:lnTo>
                  <a:pt x="3086" y="5400"/>
                </a:lnTo>
                <a:lnTo>
                  <a:pt x="3947" y="3810"/>
                </a:lnTo>
                <a:lnTo>
                  <a:pt x="4820" y="2192"/>
                </a:lnTo>
                <a:lnTo>
                  <a:pt x="5493" y="1104"/>
                </a:lnTo>
                <a:lnTo>
                  <a:pt x="6171" y="0"/>
                </a:lnTo>
                <a:close/>
              </a:path>
            </a:pathLst>
          </a:custGeom>
          <a:solidFill>
            <a:srgbClr val="C8D6DE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5" name="contour_09723"/>
          <p:cNvSpPr/>
          <p:nvPr/>
        </p:nvSpPr>
        <p:spPr>
          <a:xfrm>
            <a:off x="3631792" y="2696105"/>
            <a:ext cx="44442" cy="58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22" y="0"/>
                </a:moveTo>
                <a:lnTo>
                  <a:pt x="11105" y="54"/>
                </a:lnTo>
                <a:lnTo>
                  <a:pt x="12801" y="110"/>
                </a:lnTo>
                <a:lnTo>
                  <a:pt x="14516" y="166"/>
                </a:lnTo>
                <a:lnTo>
                  <a:pt x="14208" y="1843"/>
                </a:lnTo>
                <a:lnTo>
                  <a:pt x="13878" y="3518"/>
                </a:lnTo>
                <a:lnTo>
                  <a:pt x="13538" y="5192"/>
                </a:lnTo>
                <a:lnTo>
                  <a:pt x="13187" y="6864"/>
                </a:lnTo>
                <a:lnTo>
                  <a:pt x="12815" y="8734"/>
                </a:lnTo>
                <a:lnTo>
                  <a:pt x="12440" y="10631"/>
                </a:lnTo>
                <a:lnTo>
                  <a:pt x="11714" y="12086"/>
                </a:lnTo>
                <a:lnTo>
                  <a:pt x="10974" y="13562"/>
                </a:lnTo>
                <a:lnTo>
                  <a:pt x="8632" y="13562"/>
                </a:lnTo>
                <a:lnTo>
                  <a:pt x="6277" y="13562"/>
                </a:lnTo>
                <a:lnTo>
                  <a:pt x="3889" y="13562"/>
                </a:lnTo>
                <a:lnTo>
                  <a:pt x="3889" y="15333"/>
                </a:lnTo>
                <a:lnTo>
                  <a:pt x="3889" y="17115"/>
                </a:lnTo>
                <a:lnTo>
                  <a:pt x="3889" y="18921"/>
                </a:lnTo>
                <a:lnTo>
                  <a:pt x="6394" y="18921"/>
                </a:lnTo>
                <a:lnTo>
                  <a:pt x="8905" y="18921"/>
                </a:lnTo>
                <a:lnTo>
                  <a:pt x="11416" y="18921"/>
                </a:lnTo>
                <a:lnTo>
                  <a:pt x="13942" y="18921"/>
                </a:lnTo>
                <a:lnTo>
                  <a:pt x="16478" y="18921"/>
                </a:lnTo>
                <a:lnTo>
                  <a:pt x="19032" y="18921"/>
                </a:lnTo>
                <a:lnTo>
                  <a:pt x="21600" y="18921"/>
                </a:lnTo>
                <a:lnTo>
                  <a:pt x="21600" y="20250"/>
                </a:lnTo>
                <a:lnTo>
                  <a:pt x="21600" y="21600"/>
                </a:lnTo>
                <a:lnTo>
                  <a:pt x="19262" y="21600"/>
                </a:lnTo>
                <a:lnTo>
                  <a:pt x="16921" y="21600"/>
                </a:lnTo>
                <a:lnTo>
                  <a:pt x="14579" y="21600"/>
                </a:lnTo>
                <a:lnTo>
                  <a:pt x="12231" y="21600"/>
                </a:lnTo>
                <a:lnTo>
                  <a:pt x="9876" y="21600"/>
                </a:lnTo>
                <a:lnTo>
                  <a:pt x="7509" y="21600"/>
                </a:lnTo>
                <a:lnTo>
                  <a:pt x="5136" y="21600"/>
                </a:lnTo>
                <a:lnTo>
                  <a:pt x="2749" y="21600"/>
                </a:lnTo>
                <a:lnTo>
                  <a:pt x="347" y="21600"/>
                </a:lnTo>
                <a:lnTo>
                  <a:pt x="294" y="19757"/>
                </a:lnTo>
                <a:lnTo>
                  <a:pt x="244" y="17916"/>
                </a:lnTo>
                <a:lnTo>
                  <a:pt x="202" y="16075"/>
                </a:lnTo>
                <a:lnTo>
                  <a:pt x="163" y="14232"/>
                </a:lnTo>
                <a:lnTo>
                  <a:pt x="128" y="12389"/>
                </a:lnTo>
                <a:lnTo>
                  <a:pt x="85" y="10679"/>
                </a:lnTo>
                <a:lnTo>
                  <a:pt x="43" y="8957"/>
                </a:lnTo>
                <a:lnTo>
                  <a:pt x="0" y="7207"/>
                </a:lnTo>
                <a:lnTo>
                  <a:pt x="319" y="4657"/>
                </a:lnTo>
                <a:lnTo>
                  <a:pt x="917" y="2786"/>
                </a:lnTo>
                <a:lnTo>
                  <a:pt x="1959" y="1492"/>
                </a:lnTo>
                <a:lnTo>
                  <a:pt x="3613" y="670"/>
                </a:lnTo>
                <a:lnTo>
                  <a:pt x="6046" y="206"/>
                </a:lnTo>
                <a:lnTo>
                  <a:pt x="9422" y="0"/>
                </a:lnTo>
                <a:close/>
              </a:path>
            </a:pathLst>
          </a:custGeom>
          <a:solidFill>
            <a:srgbClr val="9E9C9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6" name="contour_09724"/>
          <p:cNvSpPr/>
          <p:nvPr/>
        </p:nvSpPr>
        <p:spPr>
          <a:xfrm>
            <a:off x="2036436" y="2716285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96"/>
                </a:moveTo>
                <a:lnTo>
                  <a:pt x="6210" y="514"/>
                </a:lnTo>
                <a:lnTo>
                  <a:pt x="8770" y="131"/>
                </a:lnTo>
                <a:lnTo>
                  <a:pt x="11300" y="0"/>
                </a:lnTo>
                <a:lnTo>
                  <a:pt x="13828" y="82"/>
                </a:lnTo>
                <a:lnTo>
                  <a:pt x="16369" y="335"/>
                </a:lnTo>
                <a:lnTo>
                  <a:pt x="18954" y="722"/>
                </a:lnTo>
                <a:lnTo>
                  <a:pt x="21600" y="1196"/>
                </a:lnTo>
                <a:lnTo>
                  <a:pt x="21600" y="3889"/>
                </a:lnTo>
                <a:lnTo>
                  <a:pt x="21600" y="6587"/>
                </a:lnTo>
                <a:lnTo>
                  <a:pt x="21600" y="9296"/>
                </a:lnTo>
                <a:lnTo>
                  <a:pt x="21600" y="12018"/>
                </a:lnTo>
                <a:lnTo>
                  <a:pt x="21600" y="14756"/>
                </a:lnTo>
                <a:lnTo>
                  <a:pt x="21600" y="17519"/>
                </a:lnTo>
                <a:lnTo>
                  <a:pt x="19224" y="17968"/>
                </a:lnTo>
                <a:lnTo>
                  <a:pt x="16844" y="18417"/>
                </a:lnTo>
                <a:lnTo>
                  <a:pt x="14465" y="18866"/>
                </a:lnTo>
                <a:lnTo>
                  <a:pt x="12078" y="19319"/>
                </a:lnTo>
                <a:lnTo>
                  <a:pt x="9684" y="19772"/>
                </a:lnTo>
                <a:lnTo>
                  <a:pt x="7279" y="20225"/>
                </a:lnTo>
                <a:lnTo>
                  <a:pt x="4867" y="20682"/>
                </a:lnTo>
                <a:lnTo>
                  <a:pt x="2441" y="21139"/>
                </a:lnTo>
                <a:lnTo>
                  <a:pt x="0" y="21600"/>
                </a:lnTo>
                <a:lnTo>
                  <a:pt x="320" y="16842"/>
                </a:lnTo>
                <a:lnTo>
                  <a:pt x="590" y="13193"/>
                </a:lnTo>
                <a:lnTo>
                  <a:pt x="857" y="10414"/>
                </a:lnTo>
                <a:lnTo>
                  <a:pt x="1163" y="8268"/>
                </a:lnTo>
                <a:lnTo>
                  <a:pt x="1548" y="6509"/>
                </a:lnTo>
                <a:lnTo>
                  <a:pt x="2052" y="4905"/>
                </a:lnTo>
                <a:lnTo>
                  <a:pt x="2725" y="3212"/>
                </a:lnTo>
                <a:lnTo>
                  <a:pt x="3600" y="1196"/>
                </a:lnTo>
                <a:close/>
              </a:path>
            </a:pathLst>
          </a:custGeom>
          <a:solidFill>
            <a:srgbClr val="191919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7" name="contour_09725"/>
          <p:cNvSpPr/>
          <p:nvPr/>
        </p:nvSpPr>
        <p:spPr>
          <a:xfrm>
            <a:off x="2167620" y="270384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21359" y="4994"/>
                </a:lnTo>
                <a:lnTo>
                  <a:pt x="21125" y="8506"/>
                </a:lnTo>
                <a:lnTo>
                  <a:pt x="20807" y="11007"/>
                </a:lnTo>
                <a:lnTo>
                  <a:pt x="20323" y="12986"/>
                </a:lnTo>
                <a:lnTo>
                  <a:pt x="19588" y="14917"/>
                </a:lnTo>
                <a:lnTo>
                  <a:pt x="18514" y="17280"/>
                </a:lnTo>
                <a:lnTo>
                  <a:pt x="16487" y="18192"/>
                </a:lnTo>
                <a:lnTo>
                  <a:pt x="14463" y="18956"/>
                </a:lnTo>
                <a:lnTo>
                  <a:pt x="12435" y="19596"/>
                </a:lnTo>
                <a:lnTo>
                  <a:pt x="10399" y="20123"/>
                </a:lnTo>
                <a:lnTo>
                  <a:pt x="8353" y="20550"/>
                </a:lnTo>
                <a:lnTo>
                  <a:pt x="6295" y="20896"/>
                </a:lnTo>
                <a:lnTo>
                  <a:pt x="4218" y="21177"/>
                </a:lnTo>
                <a:lnTo>
                  <a:pt x="2123" y="21406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040" y="8640"/>
                </a:lnTo>
                <a:lnTo>
                  <a:pt x="4092" y="8640"/>
                </a:lnTo>
                <a:lnTo>
                  <a:pt x="6171" y="8640"/>
                </a:lnTo>
                <a:lnTo>
                  <a:pt x="6171" y="5784"/>
                </a:lnTo>
                <a:lnTo>
                  <a:pt x="6171" y="2912"/>
                </a:lnTo>
                <a:lnTo>
                  <a:pt x="6171" y="0"/>
                </a:lnTo>
                <a:close/>
              </a:path>
            </a:pathLst>
          </a:custGeom>
          <a:solidFill>
            <a:srgbClr val="B89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8" name="contour_09726"/>
          <p:cNvSpPr/>
          <p:nvPr/>
        </p:nvSpPr>
        <p:spPr>
          <a:xfrm>
            <a:off x="4142666" y="2681981"/>
            <a:ext cx="66066" cy="36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97" y="0"/>
                </a:moveTo>
                <a:lnTo>
                  <a:pt x="16141" y="553"/>
                </a:lnTo>
                <a:lnTo>
                  <a:pt x="17435" y="1054"/>
                </a:lnTo>
                <a:lnTo>
                  <a:pt x="18521" y="1710"/>
                </a:lnTo>
                <a:lnTo>
                  <a:pt x="19744" y="2730"/>
                </a:lnTo>
                <a:lnTo>
                  <a:pt x="21445" y="4319"/>
                </a:lnTo>
                <a:lnTo>
                  <a:pt x="21548" y="7632"/>
                </a:lnTo>
                <a:lnTo>
                  <a:pt x="21600" y="9960"/>
                </a:lnTo>
                <a:lnTo>
                  <a:pt x="21600" y="11929"/>
                </a:lnTo>
                <a:lnTo>
                  <a:pt x="21548" y="14162"/>
                </a:lnTo>
                <a:lnTo>
                  <a:pt x="21445" y="17277"/>
                </a:lnTo>
                <a:lnTo>
                  <a:pt x="19856" y="18114"/>
                </a:lnTo>
                <a:lnTo>
                  <a:pt x="18286" y="18896"/>
                </a:lnTo>
                <a:lnTo>
                  <a:pt x="16722" y="19605"/>
                </a:lnTo>
                <a:lnTo>
                  <a:pt x="15162" y="20227"/>
                </a:lnTo>
                <a:lnTo>
                  <a:pt x="13599" y="20753"/>
                </a:lnTo>
                <a:lnTo>
                  <a:pt x="12021" y="21164"/>
                </a:lnTo>
                <a:lnTo>
                  <a:pt x="10427" y="21453"/>
                </a:lnTo>
                <a:lnTo>
                  <a:pt x="8804" y="21600"/>
                </a:lnTo>
                <a:lnTo>
                  <a:pt x="7148" y="21596"/>
                </a:lnTo>
                <a:lnTo>
                  <a:pt x="5778" y="19501"/>
                </a:lnTo>
                <a:lnTo>
                  <a:pt x="4568" y="17298"/>
                </a:lnTo>
                <a:lnTo>
                  <a:pt x="3496" y="14983"/>
                </a:lnTo>
                <a:lnTo>
                  <a:pt x="2528" y="12538"/>
                </a:lnTo>
                <a:lnTo>
                  <a:pt x="1642" y="9956"/>
                </a:lnTo>
                <a:lnTo>
                  <a:pt x="810" y="7217"/>
                </a:lnTo>
                <a:lnTo>
                  <a:pt x="0" y="4319"/>
                </a:lnTo>
                <a:lnTo>
                  <a:pt x="1251" y="4393"/>
                </a:lnTo>
                <a:lnTo>
                  <a:pt x="2523" y="4470"/>
                </a:lnTo>
                <a:lnTo>
                  <a:pt x="3341" y="4501"/>
                </a:lnTo>
                <a:lnTo>
                  <a:pt x="5809" y="4587"/>
                </a:lnTo>
                <a:lnTo>
                  <a:pt x="7430" y="4665"/>
                </a:lnTo>
                <a:lnTo>
                  <a:pt x="9076" y="4742"/>
                </a:lnTo>
                <a:lnTo>
                  <a:pt x="10754" y="4431"/>
                </a:lnTo>
                <a:lnTo>
                  <a:pt x="11857" y="3831"/>
                </a:lnTo>
                <a:lnTo>
                  <a:pt x="12874" y="2505"/>
                </a:lnTo>
                <a:lnTo>
                  <a:pt x="14297" y="0"/>
                </a:lnTo>
                <a:close/>
              </a:path>
            </a:pathLst>
          </a:custGeom>
          <a:solidFill>
            <a:srgbClr val="DA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9729" name="contour_09727"/>
          <p:cNvSpPr/>
          <p:nvPr/>
        </p:nvSpPr>
        <p:spPr>
          <a:xfrm>
            <a:off x="4230122" y="2674693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5" y="315"/>
                </a:lnTo>
                <a:lnTo>
                  <a:pt x="1644" y="877"/>
                </a:lnTo>
                <a:lnTo>
                  <a:pt x="4051" y="2160"/>
                </a:lnTo>
                <a:lnTo>
                  <a:pt x="5647" y="2825"/>
                </a:lnTo>
                <a:lnTo>
                  <a:pt x="7234" y="3361"/>
                </a:lnTo>
                <a:lnTo>
                  <a:pt x="8818" y="3780"/>
                </a:lnTo>
                <a:lnTo>
                  <a:pt x="10397" y="4095"/>
                </a:lnTo>
                <a:lnTo>
                  <a:pt x="11978" y="4316"/>
                </a:lnTo>
                <a:lnTo>
                  <a:pt x="13560" y="4458"/>
                </a:lnTo>
                <a:lnTo>
                  <a:pt x="15149" y="4523"/>
                </a:lnTo>
                <a:lnTo>
                  <a:pt x="16745" y="4532"/>
                </a:lnTo>
                <a:lnTo>
                  <a:pt x="18350" y="4493"/>
                </a:lnTo>
                <a:lnTo>
                  <a:pt x="19968" y="4419"/>
                </a:lnTo>
                <a:lnTo>
                  <a:pt x="21600" y="4320"/>
                </a:lnTo>
                <a:lnTo>
                  <a:pt x="21298" y="7443"/>
                </a:lnTo>
                <a:lnTo>
                  <a:pt x="21022" y="9681"/>
                </a:lnTo>
                <a:lnTo>
                  <a:pt x="20657" y="11651"/>
                </a:lnTo>
                <a:lnTo>
                  <a:pt x="20088" y="13975"/>
                </a:lnTo>
                <a:lnTo>
                  <a:pt x="19200" y="17280"/>
                </a:lnTo>
                <a:lnTo>
                  <a:pt x="17506" y="18084"/>
                </a:lnTo>
                <a:lnTo>
                  <a:pt x="15902" y="18744"/>
                </a:lnTo>
                <a:lnTo>
                  <a:pt x="14345" y="19276"/>
                </a:lnTo>
                <a:lnTo>
                  <a:pt x="12782" y="19699"/>
                </a:lnTo>
                <a:lnTo>
                  <a:pt x="11167" y="20019"/>
                </a:lnTo>
                <a:lnTo>
                  <a:pt x="9451" y="20252"/>
                </a:lnTo>
                <a:lnTo>
                  <a:pt x="8088" y="20472"/>
                </a:lnTo>
                <a:lnTo>
                  <a:pt x="6708" y="20697"/>
                </a:lnTo>
                <a:lnTo>
                  <a:pt x="5033" y="20952"/>
                </a:lnTo>
                <a:lnTo>
                  <a:pt x="3355" y="21181"/>
                </a:lnTo>
                <a:lnTo>
                  <a:pt x="1678" y="2139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AE1E5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0" name="contour_09728"/>
          <p:cNvSpPr/>
          <p:nvPr/>
        </p:nvSpPr>
        <p:spPr>
          <a:xfrm>
            <a:off x="628542" y="2681172"/>
            <a:ext cx="66904" cy="389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9"/>
                </a:moveTo>
                <a:lnTo>
                  <a:pt x="20482" y="780"/>
                </a:lnTo>
                <a:lnTo>
                  <a:pt x="19358" y="1120"/>
                </a:lnTo>
                <a:lnTo>
                  <a:pt x="18216" y="1459"/>
                </a:lnTo>
                <a:lnTo>
                  <a:pt x="17678" y="1904"/>
                </a:lnTo>
                <a:lnTo>
                  <a:pt x="16725" y="2692"/>
                </a:lnTo>
                <a:lnTo>
                  <a:pt x="14541" y="4491"/>
                </a:lnTo>
                <a:lnTo>
                  <a:pt x="14122" y="7378"/>
                </a:lnTo>
                <a:lnTo>
                  <a:pt x="13894" y="9541"/>
                </a:lnTo>
                <a:lnTo>
                  <a:pt x="13659" y="12827"/>
                </a:lnTo>
                <a:lnTo>
                  <a:pt x="13329" y="16037"/>
                </a:lnTo>
                <a:lnTo>
                  <a:pt x="12946" y="18067"/>
                </a:lnTo>
                <a:lnTo>
                  <a:pt x="12188" y="20662"/>
                </a:lnTo>
                <a:lnTo>
                  <a:pt x="10489" y="21196"/>
                </a:lnTo>
                <a:lnTo>
                  <a:pt x="8814" y="21499"/>
                </a:lnTo>
                <a:lnTo>
                  <a:pt x="7151" y="21600"/>
                </a:lnTo>
                <a:lnTo>
                  <a:pt x="5489" y="21535"/>
                </a:lnTo>
                <a:lnTo>
                  <a:pt x="3821" y="21333"/>
                </a:lnTo>
                <a:lnTo>
                  <a:pt x="2136" y="21034"/>
                </a:lnTo>
                <a:lnTo>
                  <a:pt x="424" y="20662"/>
                </a:lnTo>
                <a:lnTo>
                  <a:pt x="141" y="17897"/>
                </a:lnTo>
                <a:lnTo>
                  <a:pt x="0" y="15884"/>
                </a:lnTo>
                <a:lnTo>
                  <a:pt x="0" y="14040"/>
                </a:lnTo>
                <a:lnTo>
                  <a:pt x="141" y="11784"/>
                </a:lnTo>
                <a:lnTo>
                  <a:pt x="424" y="8534"/>
                </a:lnTo>
                <a:lnTo>
                  <a:pt x="1838" y="6549"/>
                </a:lnTo>
                <a:lnTo>
                  <a:pt x="3301" y="4880"/>
                </a:lnTo>
                <a:lnTo>
                  <a:pt x="4812" y="3505"/>
                </a:lnTo>
                <a:lnTo>
                  <a:pt x="6365" y="2397"/>
                </a:lnTo>
                <a:lnTo>
                  <a:pt x="7955" y="1528"/>
                </a:lnTo>
                <a:lnTo>
                  <a:pt x="9579" y="881"/>
                </a:lnTo>
                <a:lnTo>
                  <a:pt x="11235" y="429"/>
                </a:lnTo>
                <a:lnTo>
                  <a:pt x="12918" y="150"/>
                </a:lnTo>
                <a:lnTo>
                  <a:pt x="14621" y="12"/>
                </a:lnTo>
                <a:lnTo>
                  <a:pt x="16346" y="0"/>
                </a:lnTo>
                <a:lnTo>
                  <a:pt x="18087" y="85"/>
                </a:lnTo>
                <a:lnTo>
                  <a:pt x="19840" y="243"/>
                </a:lnTo>
                <a:lnTo>
                  <a:pt x="21600" y="449"/>
                </a:lnTo>
                <a:close/>
              </a:path>
            </a:pathLst>
          </a:custGeom>
          <a:solidFill>
            <a:srgbClr val="91918B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1" name="contour_09729"/>
          <p:cNvSpPr/>
          <p:nvPr/>
        </p:nvSpPr>
        <p:spPr>
          <a:xfrm>
            <a:off x="2145756" y="2652829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280" y="1337"/>
                </a:lnTo>
                <a:lnTo>
                  <a:pt x="20045" y="2681"/>
                </a:lnTo>
                <a:lnTo>
                  <a:pt x="20819" y="4031"/>
                </a:lnTo>
                <a:lnTo>
                  <a:pt x="21600" y="5400"/>
                </a:lnTo>
                <a:lnTo>
                  <a:pt x="19560" y="5400"/>
                </a:lnTo>
                <a:lnTo>
                  <a:pt x="17508" y="5400"/>
                </a:lnTo>
                <a:lnTo>
                  <a:pt x="15429" y="5400"/>
                </a:lnTo>
                <a:lnTo>
                  <a:pt x="15429" y="7182"/>
                </a:lnTo>
                <a:lnTo>
                  <a:pt x="15429" y="8967"/>
                </a:lnTo>
                <a:lnTo>
                  <a:pt x="15429" y="10751"/>
                </a:lnTo>
                <a:lnTo>
                  <a:pt x="15429" y="12541"/>
                </a:lnTo>
                <a:lnTo>
                  <a:pt x="15429" y="14337"/>
                </a:lnTo>
                <a:lnTo>
                  <a:pt x="15429" y="16141"/>
                </a:lnTo>
                <a:lnTo>
                  <a:pt x="15429" y="17950"/>
                </a:lnTo>
                <a:lnTo>
                  <a:pt x="15429" y="19769"/>
                </a:lnTo>
                <a:lnTo>
                  <a:pt x="15429" y="21600"/>
                </a:lnTo>
                <a:lnTo>
                  <a:pt x="13318" y="21335"/>
                </a:lnTo>
                <a:lnTo>
                  <a:pt x="11781" y="21063"/>
                </a:lnTo>
                <a:lnTo>
                  <a:pt x="10374" y="20652"/>
                </a:lnTo>
                <a:lnTo>
                  <a:pt x="8652" y="19975"/>
                </a:lnTo>
                <a:lnTo>
                  <a:pt x="6171" y="18900"/>
                </a:lnTo>
                <a:lnTo>
                  <a:pt x="5193" y="17253"/>
                </a:lnTo>
                <a:lnTo>
                  <a:pt x="4305" y="15609"/>
                </a:lnTo>
                <a:lnTo>
                  <a:pt x="3493" y="13959"/>
                </a:lnTo>
                <a:lnTo>
                  <a:pt x="2740" y="12296"/>
                </a:lnTo>
                <a:lnTo>
                  <a:pt x="2030" y="10616"/>
                </a:lnTo>
                <a:lnTo>
                  <a:pt x="1348" y="8913"/>
                </a:lnTo>
                <a:lnTo>
                  <a:pt x="676" y="7174"/>
                </a:lnTo>
                <a:lnTo>
                  <a:pt x="0" y="5400"/>
                </a:lnTo>
                <a:lnTo>
                  <a:pt x="2037" y="4806"/>
                </a:lnTo>
                <a:lnTo>
                  <a:pt x="4076" y="4212"/>
                </a:lnTo>
                <a:lnTo>
                  <a:pt x="6116" y="3615"/>
                </a:lnTo>
                <a:lnTo>
                  <a:pt x="8162" y="3019"/>
                </a:lnTo>
                <a:lnTo>
                  <a:pt x="10214" y="2422"/>
                </a:lnTo>
                <a:lnTo>
                  <a:pt x="12275" y="1820"/>
                </a:lnTo>
                <a:lnTo>
                  <a:pt x="14342" y="1218"/>
                </a:lnTo>
                <a:lnTo>
                  <a:pt x="16422" y="610"/>
                </a:lnTo>
                <a:lnTo>
                  <a:pt x="18514" y="0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2" name="contour_09730"/>
          <p:cNvSpPr/>
          <p:nvPr/>
        </p:nvSpPr>
        <p:spPr>
          <a:xfrm>
            <a:off x="11277610" y="2646124"/>
            <a:ext cx="58304" cy="504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38" y="1361"/>
                </a:moveTo>
                <a:lnTo>
                  <a:pt x="20207" y="2110"/>
                </a:lnTo>
                <a:lnTo>
                  <a:pt x="21600" y="2872"/>
                </a:lnTo>
                <a:lnTo>
                  <a:pt x="21600" y="4932"/>
                </a:lnTo>
                <a:lnTo>
                  <a:pt x="21600" y="7011"/>
                </a:lnTo>
                <a:lnTo>
                  <a:pt x="21600" y="9114"/>
                </a:lnTo>
                <a:lnTo>
                  <a:pt x="19810" y="9979"/>
                </a:lnTo>
                <a:lnTo>
                  <a:pt x="18022" y="10725"/>
                </a:lnTo>
                <a:lnTo>
                  <a:pt x="16224" y="11371"/>
                </a:lnTo>
                <a:lnTo>
                  <a:pt x="14405" y="11933"/>
                </a:lnTo>
                <a:lnTo>
                  <a:pt x="12552" y="12432"/>
                </a:lnTo>
                <a:lnTo>
                  <a:pt x="10654" y="12894"/>
                </a:lnTo>
                <a:lnTo>
                  <a:pt x="9048" y="13316"/>
                </a:lnTo>
                <a:lnTo>
                  <a:pt x="7449" y="13781"/>
                </a:lnTo>
                <a:lnTo>
                  <a:pt x="5862" y="14287"/>
                </a:lnTo>
                <a:lnTo>
                  <a:pt x="4277" y="14814"/>
                </a:lnTo>
                <a:lnTo>
                  <a:pt x="2700" y="15357"/>
                </a:lnTo>
                <a:lnTo>
                  <a:pt x="1720" y="17274"/>
                </a:lnTo>
                <a:lnTo>
                  <a:pt x="1112" y="18563"/>
                </a:lnTo>
                <a:lnTo>
                  <a:pt x="624" y="19808"/>
                </a:lnTo>
                <a:lnTo>
                  <a:pt x="0" y="21600"/>
                </a:lnTo>
                <a:lnTo>
                  <a:pt x="267" y="19496"/>
                </a:lnTo>
                <a:lnTo>
                  <a:pt x="545" y="17420"/>
                </a:lnTo>
                <a:lnTo>
                  <a:pt x="848" y="15379"/>
                </a:lnTo>
                <a:lnTo>
                  <a:pt x="1188" y="13360"/>
                </a:lnTo>
                <a:lnTo>
                  <a:pt x="1577" y="11368"/>
                </a:lnTo>
                <a:lnTo>
                  <a:pt x="2030" y="9398"/>
                </a:lnTo>
                <a:lnTo>
                  <a:pt x="2557" y="7448"/>
                </a:lnTo>
                <a:lnTo>
                  <a:pt x="3175" y="5515"/>
                </a:lnTo>
                <a:lnTo>
                  <a:pt x="3891" y="3602"/>
                </a:lnTo>
                <a:lnTo>
                  <a:pt x="4725" y="1701"/>
                </a:lnTo>
                <a:lnTo>
                  <a:pt x="6537" y="812"/>
                </a:lnTo>
                <a:lnTo>
                  <a:pt x="8276" y="265"/>
                </a:lnTo>
                <a:lnTo>
                  <a:pt x="9968" y="12"/>
                </a:lnTo>
                <a:lnTo>
                  <a:pt x="11648" y="0"/>
                </a:lnTo>
                <a:lnTo>
                  <a:pt x="13343" y="181"/>
                </a:lnTo>
                <a:lnTo>
                  <a:pt x="15088" y="499"/>
                </a:lnTo>
                <a:lnTo>
                  <a:pt x="16907" y="911"/>
                </a:lnTo>
                <a:lnTo>
                  <a:pt x="18838" y="1361"/>
                </a:lnTo>
                <a:close/>
              </a:path>
            </a:pathLst>
          </a:custGeom>
          <a:solidFill>
            <a:srgbClr val="92A2A9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3" name="contour_09731"/>
          <p:cNvSpPr/>
          <p:nvPr/>
        </p:nvSpPr>
        <p:spPr>
          <a:xfrm>
            <a:off x="965102" y="2609101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328"/>
                </a:lnTo>
                <a:lnTo>
                  <a:pt x="3290" y="657"/>
                </a:lnTo>
                <a:lnTo>
                  <a:pt x="4937" y="989"/>
                </a:lnTo>
                <a:lnTo>
                  <a:pt x="6586" y="1318"/>
                </a:lnTo>
                <a:lnTo>
                  <a:pt x="8237" y="1646"/>
                </a:lnTo>
                <a:lnTo>
                  <a:pt x="9890" y="1979"/>
                </a:lnTo>
                <a:lnTo>
                  <a:pt x="11549" y="2311"/>
                </a:lnTo>
                <a:lnTo>
                  <a:pt x="13210" y="2644"/>
                </a:lnTo>
                <a:lnTo>
                  <a:pt x="14875" y="2976"/>
                </a:lnTo>
                <a:lnTo>
                  <a:pt x="16548" y="3309"/>
                </a:lnTo>
                <a:lnTo>
                  <a:pt x="18226" y="3646"/>
                </a:lnTo>
                <a:lnTo>
                  <a:pt x="19908" y="3983"/>
                </a:lnTo>
                <a:lnTo>
                  <a:pt x="21600" y="4320"/>
                </a:lnTo>
                <a:lnTo>
                  <a:pt x="20578" y="9789"/>
                </a:lnTo>
                <a:lnTo>
                  <a:pt x="19824" y="13522"/>
                </a:lnTo>
                <a:lnTo>
                  <a:pt x="19207" y="15936"/>
                </a:lnTo>
                <a:lnTo>
                  <a:pt x="18598" y="17457"/>
                </a:lnTo>
                <a:lnTo>
                  <a:pt x="17861" y="18498"/>
                </a:lnTo>
                <a:lnTo>
                  <a:pt x="16865" y="19492"/>
                </a:lnTo>
                <a:lnTo>
                  <a:pt x="15413" y="19911"/>
                </a:lnTo>
                <a:lnTo>
                  <a:pt x="13958" y="20334"/>
                </a:lnTo>
                <a:lnTo>
                  <a:pt x="12506" y="20753"/>
                </a:lnTo>
                <a:lnTo>
                  <a:pt x="11052" y="21177"/>
                </a:lnTo>
                <a:lnTo>
                  <a:pt x="9600" y="21600"/>
                </a:lnTo>
                <a:lnTo>
                  <a:pt x="9600" y="18744"/>
                </a:lnTo>
                <a:lnTo>
                  <a:pt x="9600" y="15872"/>
                </a:lnTo>
                <a:lnTo>
                  <a:pt x="9600" y="12960"/>
                </a:lnTo>
                <a:lnTo>
                  <a:pt x="8023" y="11889"/>
                </a:lnTo>
                <a:lnTo>
                  <a:pt x="6778" y="11331"/>
                </a:lnTo>
                <a:lnTo>
                  <a:pt x="4800" y="10800"/>
                </a:lnTo>
                <a:lnTo>
                  <a:pt x="2822" y="10269"/>
                </a:lnTo>
                <a:lnTo>
                  <a:pt x="1577" y="9711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F3E1A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4" name="contour_09732"/>
          <p:cNvSpPr/>
          <p:nvPr/>
        </p:nvSpPr>
        <p:spPr>
          <a:xfrm>
            <a:off x="4652825" y="2565373"/>
            <a:ext cx="65592" cy="575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382" y="3922"/>
                </a:lnTo>
                <a:lnTo>
                  <a:pt x="21182" y="7089"/>
                </a:lnTo>
                <a:lnTo>
                  <a:pt x="20981" y="9615"/>
                </a:lnTo>
                <a:lnTo>
                  <a:pt x="20748" y="11613"/>
                </a:lnTo>
                <a:lnTo>
                  <a:pt x="20458" y="13195"/>
                </a:lnTo>
                <a:lnTo>
                  <a:pt x="20086" y="14473"/>
                </a:lnTo>
                <a:lnTo>
                  <a:pt x="19603" y="15565"/>
                </a:lnTo>
                <a:lnTo>
                  <a:pt x="18986" y="16578"/>
                </a:lnTo>
                <a:lnTo>
                  <a:pt x="18206" y="17629"/>
                </a:lnTo>
                <a:lnTo>
                  <a:pt x="17242" y="18827"/>
                </a:lnTo>
                <a:lnTo>
                  <a:pt x="15578" y="19810"/>
                </a:lnTo>
                <a:lnTo>
                  <a:pt x="13992" y="20574"/>
                </a:lnTo>
                <a:lnTo>
                  <a:pt x="12449" y="21121"/>
                </a:lnTo>
                <a:lnTo>
                  <a:pt x="10915" y="21460"/>
                </a:lnTo>
                <a:lnTo>
                  <a:pt x="9358" y="21600"/>
                </a:lnTo>
                <a:lnTo>
                  <a:pt x="7740" y="21545"/>
                </a:lnTo>
                <a:lnTo>
                  <a:pt x="6034" y="21299"/>
                </a:lnTo>
                <a:lnTo>
                  <a:pt x="4200" y="20869"/>
                </a:lnTo>
                <a:lnTo>
                  <a:pt x="2813" y="20305"/>
                </a:lnTo>
                <a:lnTo>
                  <a:pt x="1416" y="19733"/>
                </a:lnTo>
                <a:lnTo>
                  <a:pt x="0" y="19159"/>
                </a:lnTo>
                <a:lnTo>
                  <a:pt x="1087" y="17533"/>
                </a:lnTo>
                <a:lnTo>
                  <a:pt x="1949" y="16422"/>
                </a:lnTo>
                <a:lnTo>
                  <a:pt x="3038" y="15310"/>
                </a:lnTo>
                <a:lnTo>
                  <a:pt x="4800" y="13685"/>
                </a:lnTo>
                <a:lnTo>
                  <a:pt x="6564" y="13783"/>
                </a:lnTo>
                <a:lnTo>
                  <a:pt x="7848" y="13915"/>
                </a:lnTo>
                <a:lnTo>
                  <a:pt x="9749" y="14199"/>
                </a:lnTo>
                <a:lnTo>
                  <a:pt x="10433" y="14123"/>
                </a:lnTo>
                <a:lnTo>
                  <a:pt x="11640" y="13991"/>
                </a:lnTo>
                <a:lnTo>
                  <a:pt x="14400" y="13685"/>
                </a:lnTo>
                <a:lnTo>
                  <a:pt x="14921" y="11906"/>
                </a:lnTo>
                <a:lnTo>
                  <a:pt x="15319" y="10162"/>
                </a:lnTo>
                <a:lnTo>
                  <a:pt x="15622" y="8424"/>
                </a:lnTo>
                <a:lnTo>
                  <a:pt x="15845" y="6667"/>
                </a:lnTo>
                <a:lnTo>
                  <a:pt x="16013" y="4866"/>
                </a:lnTo>
                <a:lnTo>
                  <a:pt x="16145" y="2994"/>
                </a:lnTo>
                <a:lnTo>
                  <a:pt x="16469" y="1508"/>
                </a:lnTo>
                <a:lnTo>
                  <a:pt x="16800" y="0"/>
                </a:lnTo>
                <a:close/>
              </a:path>
            </a:pathLst>
          </a:custGeom>
          <a:solidFill>
            <a:srgbClr val="DDC68E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5" name="contour_09733"/>
          <p:cNvSpPr/>
          <p:nvPr/>
        </p:nvSpPr>
        <p:spPr>
          <a:xfrm>
            <a:off x="1307564" y="2572661"/>
            <a:ext cx="5959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76" y="0"/>
                </a:moveTo>
                <a:lnTo>
                  <a:pt x="17432" y="583"/>
                </a:lnTo>
                <a:lnTo>
                  <a:pt x="18501" y="1102"/>
                </a:lnTo>
                <a:lnTo>
                  <a:pt x="19579" y="1839"/>
                </a:lnTo>
                <a:lnTo>
                  <a:pt x="21159" y="3086"/>
                </a:lnTo>
                <a:lnTo>
                  <a:pt x="21410" y="5249"/>
                </a:lnTo>
                <a:lnTo>
                  <a:pt x="21550" y="6823"/>
                </a:lnTo>
                <a:lnTo>
                  <a:pt x="21600" y="8260"/>
                </a:lnTo>
                <a:lnTo>
                  <a:pt x="21576" y="10013"/>
                </a:lnTo>
                <a:lnTo>
                  <a:pt x="21489" y="12534"/>
                </a:lnTo>
                <a:lnTo>
                  <a:pt x="21442" y="14228"/>
                </a:lnTo>
                <a:lnTo>
                  <a:pt x="21394" y="15932"/>
                </a:lnTo>
                <a:lnTo>
                  <a:pt x="21344" y="17660"/>
                </a:lnTo>
                <a:lnTo>
                  <a:pt x="21299" y="18638"/>
                </a:lnTo>
                <a:lnTo>
                  <a:pt x="21159" y="21600"/>
                </a:lnTo>
                <a:lnTo>
                  <a:pt x="19249" y="21526"/>
                </a:lnTo>
                <a:lnTo>
                  <a:pt x="17360" y="21430"/>
                </a:lnTo>
                <a:lnTo>
                  <a:pt x="15490" y="21298"/>
                </a:lnTo>
                <a:lnTo>
                  <a:pt x="13636" y="21119"/>
                </a:lnTo>
                <a:lnTo>
                  <a:pt x="11795" y="20887"/>
                </a:lnTo>
                <a:lnTo>
                  <a:pt x="9964" y="20588"/>
                </a:lnTo>
                <a:lnTo>
                  <a:pt x="8139" y="20211"/>
                </a:lnTo>
                <a:lnTo>
                  <a:pt x="6316" y="19745"/>
                </a:lnTo>
                <a:lnTo>
                  <a:pt x="4493" y="19184"/>
                </a:lnTo>
                <a:lnTo>
                  <a:pt x="2668" y="18514"/>
                </a:lnTo>
                <a:lnTo>
                  <a:pt x="1825" y="16638"/>
                </a:lnTo>
                <a:lnTo>
                  <a:pt x="1175" y="14787"/>
                </a:lnTo>
                <a:lnTo>
                  <a:pt x="692" y="12935"/>
                </a:lnTo>
                <a:lnTo>
                  <a:pt x="354" y="11075"/>
                </a:lnTo>
                <a:lnTo>
                  <a:pt x="143" y="9174"/>
                </a:lnTo>
                <a:lnTo>
                  <a:pt x="32" y="7224"/>
                </a:lnTo>
                <a:lnTo>
                  <a:pt x="0" y="5199"/>
                </a:lnTo>
                <a:lnTo>
                  <a:pt x="26" y="3086"/>
                </a:lnTo>
                <a:lnTo>
                  <a:pt x="1772" y="3086"/>
                </a:lnTo>
                <a:lnTo>
                  <a:pt x="3529" y="3086"/>
                </a:lnTo>
                <a:lnTo>
                  <a:pt x="5310" y="3086"/>
                </a:lnTo>
                <a:lnTo>
                  <a:pt x="6189" y="4629"/>
                </a:lnTo>
                <a:lnTo>
                  <a:pt x="7071" y="6171"/>
                </a:lnTo>
                <a:lnTo>
                  <a:pt x="7951" y="7714"/>
                </a:lnTo>
                <a:lnTo>
                  <a:pt x="8831" y="9257"/>
                </a:lnTo>
                <a:lnTo>
                  <a:pt x="9713" y="10800"/>
                </a:lnTo>
                <a:lnTo>
                  <a:pt x="10593" y="12343"/>
                </a:lnTo>
                <a:lnTo>
                  <a:pt x="12339" y="12343"/>
                </a:lnTo>
                <a:lnTo>
                  <a:pt x="14095" y="12343"/>
                </a:lnTo>
                <a:lnTo>
                  <a:pt x="15876" y="12343"/>
                </a:lnTo>
                <a:lnTo>
                  <a:pt x="15876" y="10306"/>
                </a:lnTo>
                <a:lnTo>
                  <a:pt x="15876" y="8267"/>
                </a:lnTo>
                <a:lnTo>
                  <a:pt x="15876" y="6218"/>
                </a:lnTo>
                <a:lnTo>
                  <a:pt x="15876" y="4160"/>
                </a:lnTo>
                <a:lnTo>
                  <a:pt x="15876" y="2089"/>
                </a:lnTo>
                <a:lnTo>
                  <a:pt x="15876" y="0"/>
                </a:lnTo>
                <a:close/>
              </a:path>
            </a:pathLst>
          </a:custGeom>
          <a:solidFill>
            <a:srgbClr val="10101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6" name="contour_09734"/>
          <p:cNvSpPr/>
          <p:nvPr/>
        </p:nvSpPr>
        <p:spPr>
          <a:xfrm>
            <a:off x="7356670" y="256537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2040"/>
                </a:lnTo>
                <a:lnTo>
                  <a:pt x="12960" y="4092"/>
                </a:lnTo>
                <a:lnTo>
                  <a:pt x="12960" y="6171"/>
                </a:lnTo>
                <a:lnTo>
                  <a:pt x="15816" y="6171"/>
                </a:lnTo>
                <a:lnTo>
                  <a:pt x="18688" y="6171"/>
                </a:lnTo>
                <a:lnTo>
                  <a:pt x="21600" y="6171"/>
                </a:lnTo>
                <a:lnTo>
                  <a:pt x="21064" y="8081"/>
                </a:lnTo>
                <a:lnTo>
                  <a:pt x="20529" y="9992"/>
                </a:lnTo>
                <a:lnTo>
                  <a:pt x="19993" y="11908"/>
                </a:lnTo>
                <a:lnTo>
                  <a:pt x="19457" y="13827"/>
                </a:lnTo>
                <a:lnTo>
                  <a:pt x="18917" y="15756"/>
                </a:lnTo>
                <a:lnTo>
                  <a:pt x="18373" y="17693"/>
                </a:lnTo>
                <a:lnTo>
                  <a:pt x="17829" y="19641"/>
                </a:lnTo>
                <a:lnTo>
                  <a:pt x="17280" y="21600"/>
                </a:lnTo>
                <a:lnTo>
                  <a:pt x="14429" y="21091"/>
                </a:lnTo>
                <a:lnTo>
                  <a:pt x="11573" y="20582"/>
                </a:lnTo>
                <a:lnTo>
                  <a:pt x="8705" y="20069"/>
                </a:lnTo>
                <a:lnTo>
                  <a:pt x="5823" y="19554"/>
                </a:lnTo>
                <a:lnTo>
                  <a:pt x="2925" y="19036"/>
                </a:lnTo>
                <a:lnTo>
                  <a:pt x="0" y="18514"/>
                </a:lnTo>
                <a:lnTo>
                  <a:pt x="475" y="16478"/>
                </a:lnTo>
                <a:lnTo>
                  <a:pt x="950" y="14438"/>
                </a:lnTo>
                <a:lnTo>
                  <a:pt x="1426" y="12398"/>
                </a:lnTo>
                <a:lnTo>
                  <a:pt x="1905" y="10353"/>
                </a:lnTo>
                <a:lnTo>
                  <a:pt x="2385" y="8301"/>
                </a:lnTo>
                <a:lnTo>
                  <a:pt x="2864" y="6239"/>
                </a:lnTo>
                <a:lnTo>
                  <a:pt x="3348" y="4172"/>
                </a:lnTo>
                <a:lnTo>
                  <a:pt x="3832" y="2092"/>
                </a:lnTo>
                <a:lnTo>
                  <a:pt x="4320" y="0"/>
                </a:lnTo>
                <a:close/>
              </a:path>
            </a:pathLst>
          </a:custGeom>
          <a:solidFill>
            <a:srgbClr val="EE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7" name="contour_09735"/>
          <p:cNvSpPr/>
          <p:nvPr/>
        </p:nvSpPr>
        <p:spPr>
          <a:xfrm>
            <a:off x="1832373" y="2507069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4898" y="1531"/>
                </a:lnTo>
                <a:lnTo>
                  <a:pt x="4999" y="3067"/>
                </a:lnTo>
                <a:lnTo>
                  <a:pt x="5100" y="4629"/>
                </a:lnTo>
                <a:lnTo>
                  <a:pt x="5407" y="5311"/>
                </a:lnTo>
                <a:lnTo>
                  <a:pt x="5952" y="6511"/>
                </a:lnTo>
                <a:lnTo>
                  <a:pt x="7200" y="9257"/>
                </a:lnTo>
                <a:lnTo>
                  <a:pt x="8808" y="9507"/>
                </a:lnTo>
                <a:lnTo>
                  <a:pt x="10409" y="9674"/>
                </a:lnTo>
                <a:lnTo>
                  <a:pt x="12005" y="9766"/>
                </a:lnTo>
                <a:lnTo>
                  <a:pt x="13596" y="9791"/>
                </a:lnTo>
                <a:lnTo>
                  <a:pt x="15190" y="9760"/>
                </a:lnTo>
                <a:lnTo>
                  <a:pt x="16783" y="9683"/>
                </a:lnTo>
                <a:lnTo>
                  <a:pt x="18382" y="9566"/>
                </a:lnTo>
                <a:lnTo>
                  <a:pt x="19985" y="9421"/>
                </a:lnTo>
                <a:lnTo>
                  <a:pt x="21600" y="9257"/>
                </a:lnTo>
                <a:lnTo>
                  <a:pt x="21204" y="11294"/>
                </a:lnTo>
                <a:lnTo>
                  <a:pt x="20808" y="13333"/>
                </a:lnTo>
                <a:lnTo>
                  <a:pt x="20410" y="15382"/>
                </a:lnTo>
                <a:lnTo>
                  <a:pt x="20009" y="17440"/>
                </a:lnTo>
                <a:lnTo>
                  <a:pt x="19606" y="19511"/>
                </a:lnTo>
                <a:lnTo>
                  <a:pt x="19200" y="21600"/>
                </a:lnTo>
                <a:lnTo>
                  <a:pt x="18610" y="21264"/>
                </a:lnTo>
                <a:lnTo>
                  <a:pt x="16829" y="20248"/>
                </a:lnTo>
                <a:lnTo>
                  <a:pt x="15278" y="19406"/>
                </a:lnTo>
                <a:lnTo>
                  <a:pt x="13771" y="18607"/>
                </a:lnTo>
                <a:lnTo>
                  <a:pt x="12295" y="17863"/>
                </a:lnTo>
                <a:lnTo>
                  <a:pt x="10836" y="17187"/>
                </a:lnTo>
                <a:lnTo>
                  <a:pt x="9382" y="16595"/>
                </a:lnTo>
                <a:lnTo>
                  <a:pt x="7915" y="16092"/>
                </a:lnTo>
                <a:lnTo>
                  <a:pt x="6430" y="15697"/>
                </a:lnTo>
                <a:lnTo>
                  <a:pt x="4908" y="15422"/>
                </a:lnTo>
                <a:lnTo>
                  <a:pt x="3338" y="15277"/>
                </a:lnTo>
                <a:lnTo>
                  <a:pt x="1706" y="15274"/>
                </a:lnTo>
                <a:lnTo>
                  <a:pt x="0" y="15429"/>
                </a:lnTo>
                <a:lnTo>
                  <a:pt x="595" y="13519"/>
                </a:lnTo>
                <a:lnTo>
                  <a:pt x="1188" y="11608"/>
                </a:lnTo>
                <a:lnTo>
                  <a:pt x="1786" y="9692"/>
                </a:lnTo>
                <a:lnTo>
                  <a:pt x="2383" y="7773"/>
                </a:lnTo>
                <a:lnTo>
                  <a:pt x="2981" y="5844"/>
                </a:lnTo>
                <a:lnTo>
                  <a:pt x="3583" y="3907"/>
                </a:lnTo>
                <a:lnTo>
                  <a:pt x="4190" y="1959"/>
                </a:lnTo>
                <a:lnTo>
                  <a:pt x="4800" y="0"/>
                </a:lnTo>
                <a:close/>
              </a:path>
            </a:pathLst>
          </a:custGeom>
          <a:solidFill>
            <a:srgbClr val="606262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8" name="contour_09736"/>
          <p:cNvSpPr/>
          <p:nvPr/>
        </p:nvSpPr>
        <p:spPr>
          <a:xfrm>
            <a:off x="5090105" y="2521645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92" y="4994"/>
                </a:lnTo>
                <a:lnTo>
                  <a:pt x="20709" y="8506"/>
                </a:lnTo>
                <a:lnTo>
                  <a:pt x="20371" y="11007"/>
                </a:lnTo>
                <a:lnTo>
                  <a:pt x="20007" y="12986"/>
                </a:lnTo>
                <a:lnTo>
                  <a:pt x="19543" y="14917"/>
                </a:lnTo>
                <a:lnTo>
                  <a:pt x="18900" y="17280"/>
                </a:lnTo>
                <a:lnTo>
                  <a:pt x="16810" y="18870"/>
                </a:lnTo>
                <a:lnTo>
                  <a:pt x="15344" y="19889"/>
                </a:lnTo>
                <a:lnTo>
                  <a:pt x="14113" y="20546"/>
                </a:lnTo>
                <a:lnTo>
                  <a:pt x="12728" y="21047"/>
                </a:lnTo>
                <a:lnTo>
                  <a:pt x="10800" y="21600"/>
                </a:lnTo>
                <a:lnTo>
                  <a:pt x="10800" y="18744"/>
                </a:lnTo>
                <a:lnTo>
                  <a:pt x="10800" y="15872"/>
                </a:lnTo>
                <a:lnTo>
                  <a:pt x="10800" y="12960"/>
                </a:lnTo>
                <a:lnTo>
                  <a:pt x="9517" y="13228"/>
                </a:lnTo>
                <a:lnTo>
                  <a:pt x="8227" y="13500"/>
                </a:lnTo>
                <a:lnTo>
                  <a:pt x="6917" y="13772"/>
                </a:lnTo>
                <a:lnTo>
                  <a:pt x="6299" y="13651"/>
                </a:lnTo>
                <a:lnTo>
                  <a:pt x="5206" y="13444"/>
                </a:lnTo>
                <a:lnTo>
                  <a:pt x="2700" y="12960"/>
                </a:lnTo>
                <a:lnTo>
                  <a:pt x="2165" y="10394"/>
                </a:lnTo>
                <a:lnTo>
                  <a:pt x="1628" y="7819"/>
                </a:lnTo>
                <a:lnTo>
                  <a:pt x="1091" y="5236"/>
                </a:lnTo>
                <a:lnTo>
                  <a:pt x="548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B4B4B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39" name="contour_09737"/>
          <p:cNvSpPr/>
          <p:nvPr/>
        </p:nvSpPr>
        <p:spPr>
          <a:xfrm>
            <a:off x="11474385" y="249978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46"/>
                </a:lnTo>
                <a:lnTo>
                  <a:pt x="21600" y="9547"/>
                </a:lnTo>
                <a:lnTo>
                  <a:pt x="21600" y="11963"/>
                </a:lnTo>
                <a:lnTo>
                  <a:pt x="21600" y="14400"/>
                </a:lnTo>
                <a:lnTo>
                  <a:pt x="19220" y="14400"/>
                </a:lnTo>
                <a:lnTo>
                  <a:pt x="16826" y="14400"/>
                </a:lnTo>
                <a:lnTo>
                  <a:pt x="14400" y="14400"/>
                </a:lnTo>
                <a:lnTo>
                  <a:pt x="14400" y="16780"/>
                </a:lnTo>
                <a:lnTo>
                  <a:pt x="14400" y="19174"/>
                </a:lnTo>
                <a:lnTo>
                  <a:pt x="14400" y="21600"/>
                </a:lnTo>
                <a:lnTo>
                  <a:pt x="12024" y="21600"/>
                </a:lnTo>
                <a:lnTo>
                  <a:pt x="9644" y="21600"/>
                </a:lnTo>
                <a:lnTo>
                  <a:pt x="7254" y="21600"/>
                </a:lnTo>
                <a:lnTo>
                  <a:pt x="4853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0" y="19055"/>
                </a:lnTo>
                <a:lnTo>
                  <a:pt x="0" y="16506"/>
                </a:lnTo>
                <a:lnTo>
                  <a:pt x="0" y="13950"/>
                </a:lnTo>
                <a:lnTo>
                  <a:pt x="0" y="11383"/>
                </a:lnTo>
                <a:lnTo>
                  <a:pt x="0" y="8806"/>
                </a:lnTo>
                <a:lnTo>
                  <a:pt x="0" y="6214"/>
                </a:lnTo>
                <a:lnTo>
                  <a:pt x="0" y="3600"/>
                </a:lnTo>
                <a:lnTo>
                  <a:pt x="2376" y="4194"/>
                </a:lnTo>
                <a:lnTo>
                  <a:pt x="4756" y="4788"/>
                </a:lnTo>
                <a:lnTo>
                  <a:pt x="7146" y="5386"/>
                </a:lnTo>
                <a:lnTo>
                  <a:pt x="9547" y="5987"/>
                </a:lnTo>
                <a:lnTo>
                  <a:pt x="11963" y="6592"/>
                </a:lnTo>
                <a:lnTo>
                  <a:pt x="14400" y="7200"/>
                </a:lnTo>
                <a:lnTo>
                  <a:pt x="14400" y="4820"/>
                </a:lnTo>
                <a:lnTo>
                  <a:pt x="14400" y="2426"/>
                </a:lnTo>
                <a:lnTo>
                  <a:pt x="14400" y="0"/>
                </a:lnTo>
                <a:close/>
              </a:path>
            </a:pathLst>
          </a:custGeom>
          <a:solidFill>
            <a:srgbClr val="A29371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0" name="contour_09738"/>
          <p:cNvSpPr/>
          <p:nvPr/>
        </p:nvSpPr>
        <p:spPr>
          <a:xfrm>
            <a:off x="5250441" y="2486072"/>
            <a:ext cx="109320" cy="50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582"/>
                </a:moveTo>
                <a:lnTo>
                  <a:pt x="11236" y="1801"/>
                </a:lnTo>
                <a:lnTo>
                  <a:pt x="12552" y="2461"/>
                </a:lnTo>
                <a:lnTo>
                  <a:pt x="13631" y="3108"/>
                </a:lnTo>
                <a:lnTo>
                  <a:pt x="14633" y="3787"/>
                </a:lnTo>
                <a:lnTo>
                  <a:pt x="15566" y="4535"/>
                </a:lnTo>
                <a:lnTo>
                  <a:pt x="16442" y="5385"/>
                </a:lnTo>
                <a:lnTo>
                  <a:pt x="17267" y="6383"/>
                </a:lnTo>
                <a:lnTo>
                  <a:pt x="18052" y="7559"/>
                </a:lnTo>
                <a:lnTo>
                  <a:pt x="18804" y="8950"/>
                </a:lnTo>
                <a:lnTo>
                  <a:pt x="19534" y="10595"/>
                </a:lnTo>
                <a:lnTo>
                  <a:pt x="20249" y="12528"/>
                </a:lnTo>
                <a:lnTo>
                  <a:pt x="20873" y="14976"/>
                </a:lnTo>
                <a:lnTo>
                  <a:pt x="21224" y="16496"/>
                </a:lnTo>
                <a:lnTo>
                  <a:pt x="21600" y="18391"/>
                </a:lnTo>
                <a:lnTo>
                  <a:pt x="19816" y="19805"/>
                </a:lnTo>
                <a:lnTo>
                  <a:pt x="18575" y="20746"/>
                </a:lnTo>
                <a:lnTo>
                  <a:pt x="17716" y="21300"/>
                </a:lnTo>
                <a:lnTo>
                  <a:pt x="17080" y="21556"/>
                </a:lnTo>
                <a:lnTo>
                  <a:pt x="16508" y="21600"/>
                </a:lnTo>
                <a:lnTo>
                  <a:pt x="15840" y="21519"/>
                </a:lnTo>
                <a:lnTo>
                  <a:pt x="15438" y="20065"/>
                </a:lnTo>
                <a:lnTo>
                  <a:pt x="15035" y="18604"/>
                </a:lnTo>
                <a:lnTo>
                  <a:pt x="14625" y="17122"/>
                </a:lnTo>
                <a:lnTo>
                  <a:pt x="13850" y="15033"/>
                </a:lnTo>
                <a:lnTo>
                  <a:pt x="13069" y="13375"/>
                </a:lnTo>
                <a:lnTo>
                  <a:pt x="12269" y="12081"/>
                </a:lnTo>
                <a:lnTo>
                  <a:pt x="11435" y="11086"/>
                </a:lnTo>
                <a:lnTo>
                  <a:pt x="10555" y="10329"/>
                </a:lnTo>
                <a:lnTo>
                  <a:pt x="9615" y="9751"/>
                </a:lnTo>
                <a:lnTo>
                  <a:pt x="8601" y="9282"/>
                </a:lnTo>
                <a:lnTo>
                  <a:pt x="7501" y="8860"/>
                </a:lnTo>
                <a:lnTo>
                  <a:pt x="6300" y="8425"/>
                </a:lnTo>
                <a:lnTo>
                  <a:pt x="5390" y="8040"/>
                </a:lnTo>
                <a:lnTo>
                  <a:pt x="4467" y="7646"/>
                </a:lnTo>
                <a:lnTo>
                  <a:pt x="3574" y="7277"/>
                </a:lnTo>
                <a:lnTo>
                  <a:pt x="2681" y="6921"/>
                </a:lnTo>
                <a:lnTo>
                  <a:pt x="1788" y="6567"/>
                </a:lnTo>
                <a:lnTo>
                  <a:pt x="894" y="6223"/>
                </a:lnTo>
                <a:lnTo>
                  <a:pt x="0" y="5882"/>
                </a:lnTo>
                <a:lnTo>
                  <a:pt x="995" y="4153"/>
                </a:lnTo>
                <a:lnTo>
                  <a:pt x="1935" y="2755"/>
                </a:lnTo>
                <a:lnTo>
                  <a:pt x="2840" y="1670"/>
                </a:lnTo>
                <a:lnTo>
                  <a:pt x="3722" y="873"/>
                </a:lnTo>
                <a:lnTo>
                  <a:pt x="4604" y="344"/>
                </a:lnTo>
                <a:lnTo>
                  <a:pt x="5499" y="59"/>
                </a:lnTo>
                <a:lnTo>
                  <a:pt x="6427" y="0"/>
                </a:lnTo>
                <a:lnTo>
                  <a:pt x="7404" y="147"/>
                </a:lnTo>
                <a:lnTo>
                  <a:pt x="8447" y="472"/>
                </a:lnTo>
                <a:lnTo>
                  <a:pt x="9573" y="957"/>
                </a:lnTo>
                <a:lnTo>
                  <a:pt x="10800" y="1582"/>
                </a:lnTo>
                <a:close/>
              </a:path>
            </a:pathLst>
          </a:custGeom>
          <a:solidFill>
            <a:srgbClr val="DAD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1" name="contour_09739"/>
          <p:cNvSpPr/>
          <p:nvPr/>
        </p:nvSpPr>
        <p:spPr>
          <a:xfrm>
            <a:off x="4461887" y="2492296"/>
            <a:ext cx="52466" cy="58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62" y="0"/>
                </a:moveTo>
                <a:lnTo>
                  <a:pt x="11654" y="396"/>
                </a:lnTo>
                <a:lnTo>
                  <a:pt x="13520" y="831"/>
                </a:lnTo>
                <a:lnTo>
                  <a:pt x="15200" y="1364"/>
                </a:lnTo>
                <a:lnTo>
                  <a:pt x="16736" y="2050"/>
                </a:lnTo>
                <a:lnTo>
                  <a:pt x="18165" y="2952"/>
                </a:lnTo>
                <a:lnTo>
                  <a:pt x="19524" y="4122"/>
                </a:lnTo>
                <a:lnTo>
                  <a:pt x="20850" y="5624"/>
                </a:lnTo>
                <a:lnTo>
                  <a:pt x="21222" y="6875"/>
                </a:lnTo>
                <a:lnTo>
                  <a:pt x="21600" y="8145"/>
                </a:lnTo>
                <a:lnTo>
                  <a:pt x="19818" y="8145"/>
                </a:lnTo>
                <a:lnTo>
                  <a:pt x="18030" y="8145"/>
                </a:lnTo>
                <a:lnTo>
                  <a:pt x="16235" y="8145"/>
                </a:lnTo>
                <a:lnTo>
                  <a:pt x="14426" y="8145"/>
                </a:lnTo>
                <a:lnTo>
                  <a:pt x="12599" y="8145"/>
                </a:lnTo>
                <a:lnTo>
                  <a:pt x="12599" y="9744"/>
                </a:lnTo>
                <a:lnTo>
                  <a:pt x="12599" y="11348"/>
                </a:lnTo>
                <a:lnTo>
                  <a:pt x="12599" y="12957"/>
                </a:lnTo>
                <a:lnTo>
                  <a:pt x="12599" y="14579"/>
                </a:lnTo>
                <a:lnTo>
                  <a:pt x="12599" y="16218"/>
                </a:lnTo>
                <a:lnTo>
                  <a:pt x="11174" y="16108"/>
                </a:lnTo>
                <a:lnTo>
                  <a:pt x="9739" y="15995"/>
                </a:lnTo>
                <a:lnTo>
                  <a:pt x="8284" y="15882"/>
                </a:lnTo>
                <a:lnTo>
                  <a:pt x="7594" y="15930"/>
                </a:lnTo>
                <a:lnTo>
                  <a:pt x="6379" y="16019"/>
                </a:lnTo>
                <a:lnTo>
                  <a:pt x="3597" y="16218"/>
                </a:lnTo>
                <a:lnTo>
                  <a:pt x="2541" y="17827"/>
                </a:lnTo>
                <a:lnTo>
                  <a:pt x="1878" y="18925"/>
                </a:lnTo>
                <a:lnTo>
                  <a:pt x="1323" y="20012"/>
                </a:lnTo>
                <a:lnTo>
                  <a:pt x="597" y="21600"/>
                </a:lnTo>
                <a:lnTo>
                  <a:pt x="321" y="18083"/>
                </a:lnTo>
                <a:lnTo>
                  <a:pt x="123" y="15233"/>
                </a:lnTo>
                <a:lnTo>
                  <a:pt x="9" y="12938"/>
                </a:lnTo>
                <a:lnTo>
                  <a:pt x="0" y="11089"/>
                </a:lnTo>
                <a:lnTo>
                  <a:pt x="108" y="9572"/>
                </a:lnTo>
                <a:lnTo>
                  <a:pt x="342" y="8277"/>
                </a:lnTo>
                <a:lnTo>
                  <a:pt x="720" y="7093"/>
                </a:lnTo>
                <a:lnTo>
                  <a:pt x="1257" y="5909"/>
                </a:lnTo>
                <a:lnTo>
                  <a:pt x="1959" y="4615"/>
                </a:lnTo>
                <a:lnTo>
                  <a:pt x="2847" y="3100"/>
                </a:lnTo>
                <a:lnTo>
                  <a:pt x="5062" y="1348"/>
                </a:lnTo>
                <a:lnTo>
                  <a:pt x="6502" y="441"/>
                </a:lnTo>
                <a:lnTo>
                  <a:pt x="7792" y="89"/>
                </a:lnTo>
                <a:lnTo>
                  <a:pt x="9562" y="0"/>
                </a:lnTo>
                <a:close/>
              </a:path>
            </a:pathLst>
          </a:custGeom>
          <a:solidFill>
            <a:srgbClr val="676863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2" name="contour_09740"/>
          <p:cNvSpPr/>
          <p:nvPr/>
        </p:nvSpPr>
        <p:spPr>
          <a:xfrm>
            <a:off x="5184849" y="2483915"/>
            <a:ext cx="72880" cy="320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69"/>
                </a:moveTo>
                <a:lnTo>
                  <a:pt x="20881" y="4208"/>
                </a:lnTo>
                <a:lnTo>
                  <a:pt x="20131" y="7321"/>
                </a:lnTo>
                <a:lnTo>
                  <a:pt x="19328" y="10243"/>
                </a:lnTo>
                <a:lnTo>
                  <a:pt x="18449" y="12992"/>
                </a:lnTo>
                <a:lnTo>
                  <a:pt x="17470" y="15605"/>
                </a:lnTo>
                <a:lnTo>
                  <a:pt x="16368" y="18099"/>
                </a:lnTo>
                <a:lnTo>
                  <a:pt x="15120" y="20510"/>
                </a:lnTo>
                <a:lnTo>
                  <a:pt x="13593" y="20967"/>
                </a:lnTo>
                <a:lnTo>
                  <a:pt x="12077" y="21296"/>
                </a:lnTo>
                <a:lnTo>
                  <a:pt x="10569" y="21502"/>
                </a:lnTo>
                <a:lnTo>
                  <a:pt x="9068" y="21600"/>
                </a:lnTo>
                <a:lnTo>
                  <a:pt x="7566" y="21600"/>
                </a:lnTo>
                <a:lnTo>
                  <a:pt x="6067" y="21512"/>
                </a:lnTo>
                <a:lnTo>
                  <a:pt x="4564" y="21350"/>
                </a:lnTo>
                <a:lnTo>
                  <a:pt x="3052" y="21119"/>
                </a:lnTo>
                <a:lnTo>
                  <a:pt x="1534" y="20839"/>
                </a:lnTo>
                <a:lnTo>
                  <a:pt x="0" y="20510"/>
                </a:lnTo>
                <a:lnTo>
                  <a:pt x="1177" y="17122"/>
                </a:lnTo>
                <a:lnTo>
                  <a:pt x="2328" y="14082"/>
                </a:lnTo>
                <a:lnTo>
                  <a:pt x="3467" y="11387"/>
                </a:lnTo>
                <a:lnTo>
                  <a:pt x="4601" y="9015"/>
                </a:lnTo>
                <a:lnTo>
                  <a:pt x="5741" y="6948"/>
                </a:lnTo>
                <a:lnTo>
                  <a:pt x="6899" y="5185"/>
                </a:lnTo>
                <a:lnTo>
                  <a:pt x="8083" y="3702"/>
                </a:lnTo>
                <a:lnTo>
                  <a:pt x="9303" y="2489"/>
                </a:lnTo>
                <a:lnTo>
                  <a:pt x="10571" y="1537"/>
                </a:lnTo>
                <a:lnTo>
                  <a:pt x="11895" y="825"/>
                </a:lnTo>
                <a:lnTo>
                  <a:pt x="13286" y="339"/>
                </a:lnTo>
                <a:lnTo>
                  <a:pt x="14753" y="69"/>
                </a:lnTo>
                <a:lnTo>
                  <a:pt x="16310" y="0"/>
                </a:lnTo>
                <a:lnTo>
                  <a:pt x="17963" y="123"/>
                </a:lnTo>
                <a:lnTo>
                  <a:pt x="19723" y="417"/>
                </a:lnTo>
                <a:lnTo>
                  <a:pt x="21600" y="869"/>
                </a:lnTo>
                <a:close/>
              </a:path>
            </a:pathLst>
          </a:custGeom>
          <a:solidFill>
            <a:srgbClr val="30322F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3" name="contour_09741"/>
          <p:cNvSpPr/>
          <p:nvPr/>
        </p:nvSpPr>
        <p:spPr>
          <a:xfrm>
            <a:off x="5709446" y="2441477"/>
            <a:ext cx="3657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89" y="0"/>
                </a:moveTo>
                <a:lnTo>
                  <a:pt x="10824" y="0"/>
                </a:lnTo>
                <a:lnTo>
                  <a:pt x="12993" y="0"/>
                </a:lnTo>
                <a:lnTo>
                  <a:pt x="12567" y="1361"/>
                </a:lnTo>
                <a:lnTo>
                  <a:pt x="12141" y="2724"/>
                </a:lnTo>
                <a:lnTo>
                  <a:pt x="11715" y="4086"/>
                </a:lnTo>
                <a:lnTo>
                  <a:pt x="11284" y="5451"/>
                </a:lnTo>
                <a:lnTo>
                  <a:pt x="10858" y="6822"/>
                </a:lnTo>
                <a:lnTo>
                  <a:pt x="10428" y="8194"/>
                </a:lnTo>
                <a:lnTo>
                  <a:pt x="9997" y="9573"/>
                </a:lnTo>
                <a:lnTo>
                  <a:pt x="9563" y="10957"/>
                </a:lnTo>
                <a:lnTo>
                  <a:pt x="9128" y="12347"/>
                </a:lnTo>
                <a:lnTo>
                  <a:pt x="8689" y="13745"/>
                </a:lnTo>
                <a:lnTo>
                  <a:pt x="11534" y="13745"/>
                </a:lnTo>
                <a:lnTo>
                  <a:pt x="14396" y="13745"/>
                </a:lnTo>
                <a:lnTo>
                  <a:pt x="17296" y="13745"/>
                </a:lnTo>
                <a:lnTo>
                  <a:pt x="18583" y="15036"/>
                </a:lnTo>
                <a:lnTo>
                  <a:pt x="19280" y="16055"/>
                </a:lnTo>
                <a:lnTo>
                  <a:pt x="19986" y="17673"/>
                </a:lnTo>
                <a:lnTo>
                  <a:pt x="20472" y="18768"/>
                </a:lnTo>
                <a:lnTo>
                  <a:pt x="20963" y="19882"/>
                </a:lnTo>
                <a:lnTo>
                  <a:pt x="21122" y="20308"/>
                </a:lnTo>
                <a:lnTo>
                  <a:pt x="21600" y="21600"/>
                </a:lnTo>
                <a:lnTo>
                  <a:pt x="16711" y="21449"/>
                </a:lnTo>
                <a:lnTo>
                  <a:pt x="13268" y="21302"/>
                </a:lnTo>
                <a:lnTo>
                  <a:pt x="10794" y="21099"/>
                </a:lnTo>
                <a:lnTo>
                  <a:pt x="8805" y="20791"/>
                </a:lnTo>
                <a:lnTo>
                  <a:pt x="6830" y="20322"/>
                </a:lnTo>
                <a:lnTo>
                  <a:pt x="4385" y="19636"/>
                </a:lnTo>
                <a:lnTo>
                  <a:pt x="3245" y="18372"/>
                </a:lnTo>
                <a:lnTo>
                  <a:pt x="2264" y="17099"/>
                </a:lnTo>
                <a:lnTo>
                  <a:pt x="1455" y="15819"/>
                </a:lnTo>
                <a:lnTo>
                  <a:pt x="818" y="14531"/>
                </a:lnTo>
                <a:lnTo>
                  <a:pt x="362" y="13235"/>
                </a:lnTo>
                <a:lnTo>
                  <a:pt x="86" y="11933"/>
                </a:lnTo>
                <a:lnTo>
                  <a:pt x="0" y="10625"/>
                </a:lnTo>
                <a:lnTo>
                  <a:pt x="108" y="9310"/>
                </a:lnTo>
                <a:lnTo>
                  <a:pt x="409" y="7990"/>
                </a:lnTo>
                <a:lnTo>
                  <a:pt x="917" y="6663"/>
                </a:lnTo>
                <a:lnTo>
                  <a:pt x="1627" y="5331"/>
                </a:lnTo>
                <a:lnTo>
                  <a:pt x="2750" y="4261"/>
                </a:lnTo>
                <a:lnTo>
                  <a:pt x="3680" y="3448"/>
                </a:lnTo>
                <a:lnTo>
                  <a:pt x="4751" y="2639"/>
                </a:lnTo>
                <a:lnTo>
                  <a:pt x="6309" y="1575"/>
                </a:lnTo>
                <a:lnTo>
                  <a:pt x="8689" y="0"/>
                </a:lnTo>
                <a:close/>
              </a:path>
            </a:pathLst>
          </a:custGeom>
          <a:solidFill>
            <a:srgbClr val="B9C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4" name="contour_09742"/>
          <p:cNvSpPr/>
          <p:nvPr/>
        </p:nvSpPr>
        <p:spPr>
          <a:xfrm>
            <a:off x="4521641" y="2441477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32" y="265"/>
                </a:lnTo>
                <a:lnTo>
                  <a:pt x="2864" y="534"/>
                </a:lnTo>
                <a:lnTo>
                  <a:pt x="4294" y="802"/>
                </a:lnTo>
                <a:lnTo>
                  <a:pt x="5724" y="1077"/>
                </a:lnTo>
                <a:lnTo>
                  <a:pt x="7154" y="1352"/>
                </a:lnTo>
                <a:lnTo>
                  <a:pt x="7746" y="1463"/>
                </a:lnTo>
                <a:lnTo>
                  <a:pt x="8791" y="1660"/>
                </a:lnTo>
                <a:lnTo>
                  <a:pt x="11180" y="2111"/>
                </a:lnTo>
                <a:lnTo>
                  <a:pt x="12537" y="2469"/>
                </a:lnTo>
                <a:lnTo>
                  <a:pt x="13863" y="2870"/>
                </a:lnTo>
                <a:lnTo>
                  <a:pt x="15168" y="3314"/>
                </a:lnTo>
                <a:lnTo>
                  <a:pt x="16457" y="3799"/>
                </a:lnTo>
                <a:lnTo>
                  <a:pt x="17738" y="4326"/>
                </a:lnTo>
                <a:lnTo>
                  <a:pt x="19017" y="4897"/>
                </a:lnTo>
                <a:lnTo>
                  <a:pt x="20302" y="5511"/>
                </a:lnTo>
                <a:lnTo>
                  <a:pt x="21600" y="6171"/>
                </a:lnTo>
                <a:lnTo>
                  <a:pt x="21194" y="9739"/>
                </a:lnTo>
                <a:lnTo>
                  <a:pt x="20887" y="12247"/>
                </a:lnTo>
                <a:lnTo>
                  <a:pt x="20617" y="14034"/>
                </a:lnTo>
                <a:lnTo>
                  <a:pt x="20326" y="15447"/>
                </a:lnTo>
                <a:lnTo>
                  <a:pt x="19954" y="16826"/>
                </a:lnTo>
                <a:lnTo>
                  <a:pt x="19440" y="18514"/>
                </a:lnTo>
                <a:lnTo>
                  <a:pt x="17768" y="19650"/>
                </a:lnTo>
                <a:lnTo>
                  <a:pt x="16595" y="20378"/>
                </a:lnTo>
                <a:lnTo>
                  <a:pt x="15610" y="20847"/>
                </a:lnTo>
                <a:lnTo>
                  <a:pt x="14502" y="21205"/>
                </a:lnTo>
                <a:lnTo>
                  <a:pt x="12960" y="21600"/>
                </a:lnTo>
                <a:lnTo>
                  <a:pt x="12759" y="19492"/>
                </a:lnTo>
                <a:lnTo>
                  <a:pt x="12554" y="17357"/>
                </a:lnTo>
                <a:lnTo>
                  <a:pt x="11714" y="15123"/>
                </a:lnTo>
                <a:lnTo>
                  <a:pt x="10938" y="13466"/>
                </a:lnTo>
                <a:lnTo>
                  <a:pt x="10148" y="12253"/>
                </a:lnTo>
                <a:lnTo>
                  <a:pt x="9264" y="11343"/>
                </a:lnTo>
                <a:lnTo>
                  <a:pt x="8208" y="10599"/>
                </a:lnTo>
                <a:lnTo>
                  <a:pt x="6901" y="9887"/>
                </a:lnTo>
                <a:lnTo>
                  <a:pt x="5266" y="9066"/>
                </a:lnTo>
                <a:lnTo>
                  <a:pt x="4281" y="8646"/>
                </a:lnTo>
                <a:lnTo>
                  <a:pt x="3290" y="8227"/>
                </a:lnTo>
                <a:lnTo>
                  <a:pt x="2287" y="7798"/>
                </a:lnTo>
                <a:lnTo>
                  <a:pt x="1151" y="6989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6D7B7D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5" name="contour_09743"/>
          <p:cNvSpPr/>
          <p:nvPr/>
        </p:nvSpPr>
        <p:spPr>
          <a:xfrm>
            <a:off x="4477913" y="2448765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7716" y="626"/>
                </a:lnTo>
                <a:lnTo>
                  <a:pt x="8785" y="1256"/>
                </a:lnTo>
                <a:lnTo>
                  <a:pt x="9853" y="1888"/>
                </a:lnTo>
                <a:lnTo>
                  <a:pt x="10920" y="2521"/>
                </a:lnTo>
                <a:lnTo>
                  <a:pt x="11988" y="3160"/>
                </a:lnTo>
                <a:lnTo>
                  <a:pt x="13056" y="3799"/>
                </a:lnTo>
                <a:lnTo>
                  <a:pt x="14123" y="4437"/>
                </a:lnTo>
                <a:lnTo>
                  <a:pt x="15196" y="5061"/>
                </a:lnTo>
                <a:lnTo>
                  <a:pt x="16285" y="5696"/>
                </a:lnTo>
                <a:lnTo>
                  <a:pt x="17300" y="6310"/>
                </a:lnTo>
                <a:lnTo>
                  <a:pt x="18328" y="6931"/>
                </a:lnTo>
                <a:lnTo>
                  <a:pt x="19271" y="7489"/>
                </a:lnTo>
                <a:lnTo>
                  <a:pt x="20228" y="8057"/>
                </a:lnTo>
                <a:lnTo>
                  <a:pt x="20909" y="8652"/>
                </a:lnTo>
                <a:lnTo>
                  <a:pt x="21600" y="9257"/>
                </a:lnTo>
                <a:lnTo>
                  <a:pt x="21600" y="10788"/>
                </a:lnTo>
                <a:lnTo>
                  <a:pt x="21600" y="12343"/>
                </a:lnTo>
                <a:lnTo>
                  <a:pt x="20716" y="12494"/>
                </a:lnTo>
                <a:lnTo>
                  <a:pt x="19827" y="12645"/>
                </a:lnTo>
                <a:lnTo>
                  <a:pt x="18927" y="12800"/>
                </a:lnTo>
                <a:lnTo>
                  <a:pt x="17740" y="13028"/>
                </a:lnTo>
                <a:lnTo>
                  <a:pt x="16576" y="13262"/>
                </a:lnTo>
                <a:lnTo>
                  <a:pt x="15434" y="13509"/>
                </a:lnTo>
                <a:lnTo>
                  <a:pt x="14312" y="13781"/>
                </a:lnTo>
                <a:lnTo>
                  <a:pt x="13208" y="14080"/>
                </a:lnTo>
                <a:lnTo>
                  <a:pt x="12119" y="14416"/>
                </a:lnTo>
                <a:lnTo>
                  <a:pt x="11044" y="14799"/>
                </a:lnTo>
                <a:lnTo>
                  <a:pt x="9981" y="15234"/>
                </a:lnTo>
                <a:lnTo>
                  <a:pt x="8927" y="15731"/>
                </a:lnTo>
                <a:lnTo>
                  <a:pt x="7881" y="16299"/>
                </a:lnTo>
                <a:lnTo>
                  <a:pt x="6842" y="16944"/>
                </a:lnTo>
                <a:lnTo>
                  <a:pt x="5805" y="17672"/>
                </a:lnTo>
                <a:lnTo>
                  <a:pt x="4772" y="18496"/>
                </a:lnTo>
                <a:lnTo>
                  <a:pt x="3738" y="19418"/>
                </a:lnTo>
                <a:lnTo>
                  <a:pt x="2702" y="20452"/>
                </a:lnTo>
                <a:lnTo>
                  <a:pt x="1662" y="21600"/>
                </a:lnTo>
                <a:lnTo>
                  <a:pt x="1249" y="20073"/>
                </a:lnTo>
                <a:lnTo>
                  <a:pt x="837" y="18536"/>
                </a:lnTo>
                <a:lnTo>
                  <a:pt x="420" y="16993"/>
                </a:lnTo>
                <a:lnTo>
                  <a:pt x="0" y="15429"/>
                </a:lnTo>
                <a:lnTo>
                  <a:pt x="721" y="14919"/>
                </a:lnTo>
                <a:lnTo>
                  <a:pt x="1454" y="14404"/>
                </a:lnTo>
                <a:lnTo>
                  <a:pt x="2381" y="13670"/>
                </a:lnTo>
                <a:lnTo>
                  <a:pt x="3323" y="12923"/>
                </a:lnTo>
                <a:lnTo>
                  <a:pt x="3788" y="12571"/>
                </a:lnTo>
                <a:lnTo>
                  <a:pt x="5192" y="11510"/>
                </a:lnTo>
                <a:lnTo>
                  <a:pt x="5913" y="10393"/>
                </a:lnTo>
                <a:lnTo>
                  <a:pt x="6646" y="9257"/>
                </a:lnTo>
                <a:lnTo>
                  <a:pt x="6746" y="6850"/>
                </a:lnTo>
                <a:lnTo>
                  <a:pt x="6796" y="5169"/>
                </a:lnTo>
                <a:lnTo>
                  <a:pt x="6796" y="3761"/>
                </a:lnTo>
                <a:lnTo>
                  <a:pt x="6746" y="2185"/>
                </a:lnTo>
                <a:lnTo>
                  <a:pt x="6646" y="0"/>
                </a:lnTo>
                <a:close/>
              </a:path>
            </a:pathLst>
          </a:custGeom>
          <a:solidFill>
            <a:srgbClr val="5E6663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6" name="contour_09744"/>
          <p:cNvSpPr/>
          <p:nvPr/>
        </p:nvSpPr>
        <p:spPr>
          <a:xfrm>
            <a:off x="3683522" y="2375885"/>
            <a:ext cx="3644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36" y="266"/>
                </a:lnTo>
                <a:lnTo>
                  <a:pt x="4147" y="505"/>
                </a:lnTo>
                <a:lnTo>
                  <a:pt x="5944" y="852"/>
                </a:lnTo>
                <a:lnTo>
                  <a:pt x="8640" y="1440"/>
                </a:lnTo>
                <a:lnTo>
                  <a:pt x="9711" y="2444"/>
                </a:lnTo>
                <a:lnTo>
                  <a:pt x="10437" y="3182"/>
                </a:lnTo>
                <a:lnTo>
                  <a:pt x="10994" y="3874"/>
                </a:lnTo>
                <a:lnTo>
                  <a:pt x="11565" y="4736"/>
                </a:lnTo>
                <a:lnTo>
                  <a:pt x="12321" y="5990"/>
                </a:lnTo>
                <a:lnTo>
                  <a:pt x="12874" y="6896"/>
                </a:lnTo>
                <a:lnTo>
                  <a:pt x="13435" y="7809"/>
                </a:lnTo>
                <a:lnTo>
                  <a:pt x="14005" y="8732"/>
                </a:lnTo>
                <a:lnTo>
                  <a:pt x="14558" y="9691"/>
                </a:lnTo>
                <a:lnTo>
                  <a:pt x="15111" y="10650"/>
                </a:lnTo>
                <a:lnTo>
                  <a:pt x="15660" y="11609"/>
                </a:lnTo>
                <a:lnTo>
                  <a:pt x="16243" y="12576"/>
                </a:lnTo>
                <a:lnTo>
                  <a:pt x="16826" y="13540"/>
                </a:lnTo>
                <a:lnTo>
                  <a:pt x="17414" y="14504"/>
                </a:lnTo>
                <a:lnTo>
                  <a:pt x="17950" y="15389"/>
                </a:lnTo>
                <a:lnTo>
                  <a:pt x="18481" y="16276"/>
                </a:lnTo>
                <a:lnTo>
                  <a:pt x="19008" y="17163"/>
                </a:lnTo>
                <a:lnTo>
                  <a:pt x="19531" y="18050"/>
                </a:lnTo>
                <a:lnTo>
                  <a:pt x="20053" y="18937"/>
                </a:lnTo>
                <a:lnTo>
                  <a:pt x="20572" y="19824"/>
                </a:lnTo>
                <a:lnTo>
                  <a:pt x="21086" y="20713"/>
                </a:lnTo>
                <a:lnTo>
                  <a:pt x="21600" y="21600"/>
                </a:lnTo>
                <a:lnTo>
                  <a:pt x="18481" y="21380"/>
                </a:lnTo>
                <a:lnTo>
                  <a:pt x="16248" y="21195"/>
                </a:lnTo>
                <a:lnTo>
                  <a:pt x="14278" y="20976"/>
                </a:lnTo>
                <a:lnTo>
                  <a:pt x="11949" y="20654"/>
                </a:lnTo>
                <a:lnTo>
                  <a:pt x="8640" y="20160"/>
                </a:lnTo>
                <a:lnTo>
                  <a:pt x="7530" y="19156"/>
                </a:lnTo>
                <a:lnTo>
                  <a:pt x="6808" y="18418"/>
                </a:lnTo>
                <a:lnTo>
                  <a:pt x="6329" y="17726"/>
                </a:lnTo>
                <a:lnTo>
                  <a:pt x="5940" y="16864"/>
                </a:lnTo>
                <a:lnTo>
                  <a:pt x="5486" y="15610"/>
                </a:lnTo>
                <a:lnTo>
                  <a:pt x="5136" y="14704"/>
                </a:lnTo>
                <a:lnTo>
                  <a:pt x="4782" y="13791"/>
                </a:lnTo>
                <a:lnTo>
                  <a:pt x="4428" y="12868"/>
                </a:lnTo>
                <a:lnTo>
                  <a:pt x="4121" y="11909"/>
                </a:lnTo>
                <a:lnTo>
                  <a:pt x="3815" y="10950"/>
                </a:lnTo>
                <a:lnTo>
                  <a:pt x="3508" y="9991"/>
                </a:lnTo>
                <a:lnTo>
                  <a:pt x="3154" y="9024"/>
                </a:lnTo>
                <a:lnTo>
                  <a:pt x="2799" y="8060"/>
                </a:lnTo>
                <a:lnTo>
                  <a:pt x="2436" y="7096"/>
                </a:lnTo>
                <a:lnTo>
                  <a:pt x="2069" y="6083"/>
                </a:lnTo>
                <a:lnTo>
                  <a:pt x="1711" y="5070"/>
                </a:lnTo>
                <a:lnTo>
                  <a:pt x="1352" y="4056"/>
                </a:lnTo>
                <a:lnTo>
                  <a:pt x="1007" y="3043"/>
                </a:lnTo>
                <a:lnTo>
                  <a:pt x="665" y="2029"/>
                </a:lnTo>
                <a:lnTo>
                  <a:pt x="328" y="1014"/>
                </a:lnTo>
                <a:lnTo>
                  <a:pt x="0" y="0"/>
                </a:lnTo>
                <a:close/>
              </a:path>
            </a:pathLst>
          </a:custGeom>
          <a:solidFill>
            <a:srgbClr val="ABB4B9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7" name="contour_09745"/>
          <p:cNvSpPr/>
          <p:nvPr/>
        </p:nvSpPr>
        <p:spPr>
          <a:xfrm>
            <a:off x="4950212" y="2405037"/>
            <a:ext cx="5243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90" y="0"/>
                </a:moveTo>
                <a:lnTo>
                  <a:pt x="8079" y="0"/>
                </a:lnTo>
                <a:lnTo>
                  <a:pt x="9592" y="0"/>
                </a:lnTo>
                <a:lnTo>
                  <a:pt x="9760" y="978"/>
                </a:lnTo>
                <a:lnTo>
                  <a:pt x="9931" y="1970"/>
                </a:lnTo>
                <a:lnTo>
                  <a:pt x="10189" y="3039"/>
                </a:lnTo>
                <a:lnTo>
                  <a:pt x="10468" y="4090"/>
                </a:lnTo>
                <a:lnTo>
                  <a:pt x="10777" y="5130"/>
                </a:lnTo>
                <a:lnTo>
                  <a:pt x="11135" y="6162"/>
                </a:lnTo>
                <a:lnTo>
                  <a:pt x="11546" y="7191"/>
                </a:lnTo>
                <a:lnTo>
                  <a:pt x="12029" y="8220"/>
                </a:lnTo>
                <a:lnTo>
                  <a:pt x="12594" y="9257"/>
                </a:lnTo>
                <a:lnTo>
                  <a:pt x="14917" y="9917"/>
                </a:lnTo>
                <a:lnTo>
                  <a:pt x="16547" y="10328"/>
                </a:lnTo>
                <a:lnTo>
                  <a:pt x="17916" y="10562"/>
                </a:lnTo>
                <a:lnTo>
                  <a:pt x="19457" y="10695"/>
                </a:lnTo>
                <a:lnTo>
                  <a:pt x="21600" y="10800"/>
                </a:lnTo>
                <a:lnTo>
                  <a:pt x="20111" y="10959"/>
                </a:lnTo>
                <a:lnTo>
                  <a:pt x="18616" y="11119"/>
                </a:lnTo>
                <a:lnTo>
                  <a:pt x="17097" y="11281"/>
                </a:lnTo>
                <a:lnTo>
                  <a:pt x="15608" y="11632"/>
                </a:lnTo>
                <a:lnTo>
                  <a:pt x="14113" y="11985"/>
                </a:lnTo>
                <a:lnTo>
                  <a:pt x="12594" y="12343"/>
                </a:lnTo>
                <a:lnTo>
                  <a:pt x="12324" y="13537"/>
                </a:lnTo>
                <a:lnTo>
                  <a:pt x="12188" y="14375"/>
                </a:lnTo>
                <a:lnTo>
                  <a:pt x="12188" y="15078"/>
                </a:lnTo>
                <a:lnTo>
                  <a:pt x="12324" y="15870"/>
                </a:lnTo>
                <a:lnTo>
                  <a:pt x="12594" y="16971"/>
                </a:lnTo>
                <a:lnTo>
                  <a:pt x="11168" y="16876"/>
                </a:lnTo>
                <a:lnTo>
                  <a:pt x="9733" y="16779"/>
                </a:lnTo>
                <a:lnTo>
                  <a:pt x="8277" y="16681"/>
                </a:lnTo>
                <a:lnTo>
                  <a:pt x="6728" y="16777"/>
                </a:lnTo>
                <a:lnTo>
                  <a:pt x="5170" y="16874"/>
                </a:lnTo>
                <a:lnTo>
                  <a:pt x="3587" y="16971"/>
                </a:lnTo>
                <a:lnTo>
                  <a:pt x="2573" y="18119"/>
                </a:lnTo>
                <a:lnTo>
                  <a:pt x="1909" y="18934"/>
                </a:lnTo>
                <a:lnTo>
                  <a:pt x="1453" y="19637"/>
                </a:lnTo>
                <a:lnTo>
                  <a:pt x="1060" y="20452"/>
                </a:lnTo>
                <a:lnTo>
                  <a:pt x="585" y="21600"/>
                </a:lnTo>
                <a:lnTo>
                  <a:pt x="471" y="20660"/>
                </a:lnTo>
                <a:lnTo>
                  <a:pt x="372" y="19719"/>
                </a:lnTo>
                <a:lnTo>
                  <a:pt x="285" y="18780"/>
                </a:lnTo>
                <a:lnTo>
                  <a:pt x="210" y="17839"/>
                </a:lnTo>
                <a:lnTo>
                  <a:pt x="105" y="16789"/>
                </a:lnTo>
                <a:lnTo>
                  <a:pt x="0" y="15723"/>
                </a:lnTo>
                <a:lnTo>
                  <a:pt x="291" y="14811"/>
                </a:lnTo>
                <a:lnTo>
                  <a:pt x="585" y="13886"/>
                </a:lnTo>
                <a:lnTo>
                  <a:pt x="2074" y="13574"/>
                </a:lnTo>
                <a:lnTo>
                  <a:pt x="3587" y="13259"/>
                </a:lnTo>
                <a:lnTo>
                  <a:pt x="5077" y="12804"/>
                </a:lnTo>
                <a:lnTo>
                  <a:pt x="6590" y="12343"/>
                </a:lnTo>
                <a:lnTo>
                  <a:pt x="6788" y="11267"/>
                </a:lnTo>
                <a:lnTo>
                  <a:pt x="6929" y="10228"/>
                </a:lnTo>
                <a:lnTo>
                  <a:pt x="7019" y="9205"/>
                </a:lnTo>
                <a:lnTo>
                  <a:pt x="7052" y="8182"/>
                </a:lnTo>
                <a:lnTo>
                  <a:pt x="7034" y="7145"/>
                </a:lnTo>
                <a:lnTo>
                  <a:pt x="6965" y="6076"/>
                </a:lnTo>
                <a:lnTo>
                  <a:pt x="6923" y="5199"/>
                </a:lnTo>
                <a:lnTo>
                  <a:pt x="6884" y="4312"/>
                </a:lnTo>
                <a:lnTo>
                  <a:pt x="6824" y="3234"/>
                </a:lnTo>
                <a:lnTo>
                  <a:pt x="6752" y="2155"/>
                </a:lnTo>
                <a:lnTo>
                  <a:pt x="6674" y="1077"/>
                </a:lnTo>
                <a:lnTo>
                  <a:pt x="6590" y="0"/>
                </a:lnTo>
                <a:close/>
              </a:path>
            </a:pathLst>
          </a:custGeom>
          <a:solidFill>
            <a:srgbClr val="7C898C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8" name="contour_09746"/>
          <p:cNvSpPr/>
          <p:nvPr/>
        </p:nvSpPr>
        <p:spPr>
          <a:xfrm>
            <a:off x="1037982" y="2454661"/>
            <a:ext cx="80168" cy="30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84"/>
                </a:moveTo>
                <a:lnTo>
                  <a:pt x="1227" y="871"/>
                </a:lnTo>
                <a:lnTo>
                  <a:pt x="2455" y="763"/>
                </a:lnTo>
                <a:lnTo>
                  <a:pt x="3682" y="665"/>
                </a:lnTo>
                <a:lnTo>
                  <a:pt x="4909" y="572"/>
                </a:lnTo>
                <a:lnTo>
                  <a:pt x="6136" y="490"/>
                </a:lnTo>
                <a:lnTo>
                  <a:pt x="7364" y="412"/>
                </a:lnTo>
                <a:lnTo>
                  <a:pt x="8591" y="340"/>
                </a:lnTo>
                <a:lnTo>
                  <a:pt x="9202" y="278"/>
                </a:lnTo>
                <a:lnTo>
                  <a:pt x="11045" y="77"/>
                </a:lnTo>
                <a:lnTo>
                  <a:pt x="13298" y="0"/>
                </a:lnTo>
                <a:lnTo>
                  <a:pt x="14969" y="62"/>
                </a:lnTo>
                <a:lnTo>
                  <a:pt x="16218" y="366"/>
                </a:lnTo>
                <a:lnTo>
                  <a:pt x="17207" y="1026"/>
                </a:lnTo>
                <a:lnTo>
                  <a:pt x="18093" y="2144"/>
                </a:lnTo>
                <a:lnTo>
                  <a:pt x="19039" y="3824"/>
                </a:lnTo>
                <a:lnTo>
                  <a:pt x="20204" y="6180"/>
                </a:lnTo>
                <a:lnTo>
                  <a:pt x="20551" y="7453"/>
                </a:lnTo>
                <a:lnTo>
                  <a:pt x="21600" y="11292"/>
                </a:lnTo>
                <a:lnTo>
                  <a:pt x="21052" y="11431"/>
                </a:lnTo>
                <a:lnTo>
                  <a:pt x="20086" y="11679"/>
                </a:lnTo>
                <a:lnTo>
                  <a:pt x="17873" y="12241"/>
                </a:lnTo>
                <a:lnTo>
                  <a:pt x="16658" y="12565"/>
                </a:lnTo>
                <a:lnTo>
                  <a:pt x="15440" y="12895"/>
                </a:lnTo>
                <a:lnTo>
                  <a:pt x="14225" y="13220"/>
                </a:lnTo>
                <a:lnTo>
                  <a:pt x="13009" y="13550"/>
                </a:lnTo>
                <a:lnTo>
                  <a:pt x="12398" y="13699"/>
                </a:lnTo>
                <a:lnTo>
                  <a:pt x="10555" y="14163"/>
                </a:lnTo>
                <a:lnTo>
                  <a:pt x="9963" y="14328"/>
                </a:lnTo>
                <a:lnTo>
                  <a:pt x="8177" y="14817"/>
                </a:lnTo>
                <a:lnTo>
                  <a:pt x="7095" y="15101"/>
                </a:lnTo>
                <a:lnTo>
                  <a:pt x="5995" y="15390"/>
                </a:lnTo>
                <a:lnTo>
                  <a:pt x="4695" y="16199"/>
                </a:lnTo>
                <a:lnTo>
                  <a:pt x="3485" y="17229"/>
                </a:lnTo>
                <a:lnTo>
                  <a:pt x="2327" y="18482"/>
                </a:lnTo>
                <a:lnTo>
                  <a:pt x="1178" y="19940"/>
                </a:lnTo>
                <a:lnTo>
                  <a:pt x="0" y="21600"/>
                </a:lnTo>
                <a:lnTo>
                  <a:pt x="0" y="18198"/>
                </a:lnTo>
                <a:lnTo>
                  <a:pt x="0" y="14792"/>
                </a:lnTo>
                <a:lnTo>
                  <a:pt x="0" y="11370"/>
                </a:lnTo>
                <a:lnTo>
                  <a:pt x="0" y="7932"/>
                </a:lnTo>
                <a:lnTo>
                  <a:pt x="0" y="4474"/>
                </a:lnTo>
                <a:lnTo>
                  <a:pt x="0" y="984"/>
                </a:lnTo>
                <a:close/>
              </a:path>
            </a:pathLst>
          </a:custGeom>
          <a:solidFill>
            <a:srgbClr val="6563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749" name="contour_09747"/>
          <p:cNvSpPr/>
          <p:nvPr/>
        </p:nvSpPr>
        <p:spPr>
          <a:xfrm>
            <a:off x="7786581" y="2410212"/>
            <a:ext cx="58384" cy="38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26" y="1184"/>
                </a:moveTo>
                <a:lnTo>
                  <a:pt x="4632" y="674"/>
                </a:lnTo>
                <a:lnTo>
                  <a:pt x="6522" y="314"/>
                </a:lnTo>
                <a:lnTo>
                  <a:pt x="8402" y="94"/>
                </a:lnTo>
                <a:lnTo>
                  <a:pt x="10273" y="0"/>
                </a:lnTo>
                <a:lnTo>
                  <a:pt x="12144" y="12"/>
                </a:lnTo>
                <a:lnTo>
                  <a:pt x="14013" y="118"/>
                </a:lnTo>
                <a:lnTo>
                  <a:pt x="15889" y="306"/>
                </a:lnTo>
                <a:lnTo>
                  <a:pt x="17777" y="555"/>
                </a:lnTo>
                <a:lnTo>
                  <a:pt x="19678" y="853"/>
                </a:lnTo>
                <a:lnTo>
                  <a:pt x="21600" y="1184"/>
                </a:lnTo>
                <a:lnTo>
                  <a:pt x="21600" y="4071"/>
                </a:lnTo>
                <a:lnTo>
                  <a:pt x="21600" y="6962"/>
                </a:lnTo>
                <a:lnTo>
                  <a:pt x="21600" y="9861"/>
                </a:lnTo>
                <a:lnTo>
                  <a:pt x="21600" y="12772"/>
                </a:lnTo>
                <a:lnTo>
                  <a:pt x="21600" y="15696"/>
                </a:lnTo>
                <a:lnTo>
                  <a:pt x="21600" y="18636"/>
                </a:lnTo>
                <a:lnTo>
                  <a:pt x="21600" y="21600"/>
                </a:lnTo>
                <a:lnTo>
                  <a:pt x="20117" y="20253"/>
                </a:lnTo>
                <a:lnTo>
                  <a:pt x="18631" y="18905"/>
                </a:lnTo>
                <a:lnTo>
                  <a:pt x="17146" y="17554"/>
                </a:lnTo>
                <a:lnTo>
                  <a:pt x="15657" y="16198"/>
                </a:lnTo>
                <a:lnTo>
                  <a:pt x="14161" y="14842"/>
                </a:lnTo>
                <a:lnTo>
                  <a:pt x="12662" y="13479"/>
                </a:lnTo>
                <a:lnTo>
                  <a:pt x="11155" y="12111"/>
                </a:lnTo>
                <a:lnTo>
                  <a:pt x="9642" y="10735"/>
                </a:lnTo>
                <a:lnTo>
                  <a:pt x="8119" y="9350"/>
                </a:lnTo>
                <a:lnTo>
                  <a:pt x="8119" y="11776"/>
                </a:lnTo>
                <a:lnTo>
                  <a:pt x="8119" y="14209"/>
                </a:lnTo>
                <a:lnTo>
                  <a:pt x="8119" y="16651"/>
                </a:lnTo>
                <a:lnTo>
                  <a:pt x="8119" y="19113"/>
                </a:lnTo>
                <a:lnTo>
                  <a:pt x="8119" y="21600"/>
                </a:lnTo>
                <a:lnTo>
                  <a:pt x="6517" y="21600"/>
                </a:lnTo>
                <a:lnTo>
                  <a:pt x="4910" y="21600"/>
                </a:lnTo>
                <a:lnTo>
                  <a:pt x="3298" y="21600"/>
                </a:lnTo>
                <a:lnTo>
                  <a:pt x="1672" y="21600"/>
                </a:lnTo>
                <a:lnTo>
                  <a:pt x="30" y="21600"/>
                </a:lnTo>
                <a:lnTo>
                  <a:pt x="0" y="18803"/>
                </a:lnTo>
                <a:lnTo>
                  <a:pt x="19" y="16116"/>
                </a:lnTo>
                <a:lnTo>
                  <a:pt x="119" y="13523"/>
                </a:lnTo>
                <a:lnTo>
                  <a:pt x="324" y="11000"/>
                </a:lnTo>
                <a:lnTo>
                  <a:pt x="661" y="8526"/>
                </a:lnTo>
                <a:lnTo>
                  <a:pt x="1154" y="6080"/>
                </a:lnTo>
                <a:lnTo>
                  <a:pt x="1833" y="3638"/>
                </a:lnTo>
                <a:lnTo>
                  <a:pt x="2726" y="1184"/>
                </a:lnTo>
                <a:close/>
              </a:path>
            </a:pathLst>
          </a:custGeom>
          <a:solidFill>
            <a:srgbClr val="685986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0" name="contour_09748"/>
          <p:cNvSpPr/>
          <p:nvPr/>
        </p:nvSpPr>
        <p:spPr>
          <a:xfrm>
            <a:off x="5337896" y="2412325"/>
            <a:ext cx="72880" cy="37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213" y="861"/>
                </a:lnTo>
                <a:lnTo>
                  <a:pt x="15092" y="1556"/>
                </a:lnTo>
                <a:lnTo>
                  <a:pt x="16021" y="2455"/>
                </a:lnTo>
                <a:lnTo>
                  <a:pt x="17414" y="3923"/>
                </a:lnTo>
                <a:lnTo>
                  <a:pt x="18591" y="5144"/>
                </a:lnTo>
                <a:lnTo>
                  <a:pt x="19786" y="6386"/>
                </a:lnTo>
                <a:lnTo>
                  <a:pt x="20686" y="7369"/>
                </a:lnTo>
                <a:lnTo>
                  <a:pt x="21600" y="8364"/>
                </a:lnTo>
                <a:lnTo>
                  <a:pt x="20591" y="11082"/>
                </a:lnTo>
                <a:lnTo>
                  <a:pt x="19665" y="13428"/>
                </a:lnTo>
                <a:lnTo>
                  <a:pt x="18734" y="15490"/>
                </a:lnTo>
                <a:lnTo>
                  <a:pt x="17721" y="17364"/>
                </a:lnTo>
                <a:lnTo>
                  <a:pt x="16543" y="19141"/>
                </a:lnTo>
                <a:lnTo>
                  <a:pt x="15120" y="20910"/>
                </a:lnTo>
                <a:lnTo>
                  <a:pt x="13599" y="21203"/>
                </a:lnTo>
                <a:lnTo>
                  <a:pt x="12085" y="21408"/>
                </a:lnTo>
                <a:lnTo>
                  <a:pt x="10575" y="21541"/>
                </a:lnTo>
                <a:lnTo>
                  <a:pt x="9068" y="21600"/>
                </a:lnTo>
                <a:lnTo>
                  <a:pt x="7564" y="21600"/>
                </a:lnTo>
                <a:lnTo>
                  <a:pt x="6059" y="21546"/>
                </a:lnTo>
                <a:lnTo>
                  <a:pt x="4551" y="21441"/>
                </a:lnTo>
                <a:lnTo>
                  <a:pt x="3041" y="21295"/>
                </a:lnTo>
                <a:lnTo>
                  <a:pt x="1525" y="21115"/>
                </a:lnTo>
                <a:lnTo>
                  <a:pt x="0" y="20910"/>
                </a:lnTo>
                <a:lnTo>
                  <a:pt x="1134" y="19166"/>
                </a:lnTo>
                <a:lnTo>
                  <a:pt x="2287" y="17397"/>
                </a:lnTo>
                <a:lnTo>
                  <a:pt x="3272" y="15883"/>
                </a:lnTo>
                <a:lnTo>
                  <a:pt x="4262" y="14353"/>
                </a:lnTo>
                <a:lnTo>
                  <a:pt x="5266" y="12805"/>
                </a:lnTo>
                <a:lnTo>
                  <a:pt x="6245" y="11300"/>
                </a:lnTo>
                <a:lnTo>
                  <a:pt x="7227" y="9786"/>
                </a:lnTo>
                <a:lnTo>
                  <a:pt x="8227" y="8251"/>
                </a:lnTo>
                <a:lnTo>
                  <a:pt x="9500" y="6231"/>
                </a:lnTo>
                <a:lnTo>
                  <a:pt x="10383" y="4793"/>
                </a:lnTo>
                <a:lnTo>
                  <a:pt x="11102" y="3538"/>
                </a:lnTo>
                <a:lnTo>
                  <a:pt x="11884" y="2074"/>
                </a:lnTo>
                <a:lnTo>
                  <a:pt x="12960" y="0"/>
                </a:lnTo>
                <a:close/>
              </a:path>
            </a:pathLst>
          </a:custGeom>
          <a:solidFill>
            <a:srgbClr val="3D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1" name="contour_09749"/>
          <p:cNvSpPr/>
          <p:nvPr/>
        </p:nvSpPr>
        <p:spPr>
          <a:xfrm>
            <a:off x="9390020" y="2412325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4" y="594"/>
                </a:lnTo>
                <a:lnTo>
                  <a:pt x="5568" y="1188"/>
                </a:lnTo>
                <a:lnTo>
                  <a:pt x="7154" y="1782"/>
                </a:lnTo>
                <a:lnTo>
                  <a:pt x="8743" y="2380"/>
                </a:lnTo>
                <a:lnTo>
                  <a:pt x="10334" y="2974"/>
                </a:lnTo>
                <a:lnTo>
                  <a:pt x="11928" y="3575"/>
                </a:lnTo>
                <a:lnTo>
                  <a:pt x="13526" y="4172"/>
                </a:lnTo>
                <a:lnTo>
                  <a:pt x="15130" y="4774"/>
                </a:lnTo>
                <a:lnTo>
                  <a:pt x="16738" y="5375"/>
                </a:lnTo>
                <a:lnTo>
                  <a:pt x="18350" y="5983"/>
                </a:lnTo>
                <a:lnTo>
                  <a:pt x="19973" y="6588"/>
                </a:lnTo>
                <a:lnTo>
                  <a:pt x="21600" y="7200"/>
                </a:lnTo>
                <a:lnTo>
                  <a:pt x="19709" y="10768"/>
                </a:lnTo>
                <a:lnTo>
                  <a:pt x="18240" y="13489"/>
                </a:lnTo>
                <a:lnTo>
                  <a:pt x="17081" y="15541"/>
                </a:lnTo>
                <a:lnTo>
                  <a:pt x="16118" y="17086"/>
                </a:lnTo>
                <a:lnTo>
                  <a:pt x="15242" y="18295"/>
                </a:lnTo>
                <a:lnTo>
                  <a:pt x="14340" y="19339"/>
                </a:lnTo>
                <a:lnTo>
                  <a:pt x="13296" y="20383"/>
                </a:lnTo>
                <a:lnTo>
                  <a:pt x="12000" y="21600"/>
                </a:lnTo>
                <a:lnTo>
                  <a:pt x="10334" y="21179"/>
                </a:lnTo>
                <a:lnTo>
                  <a:pt x="8750" y="20599"/>
                </a:lnTo>
                <a:lnTo>
                  <a:pt x="7229" y="19865"/>
                </a:lnTo>
                <a:lnTo>
                  <a:pt x="5755" y="18997"/>
                </a:lnTo>
                <a:lnTo>
                  <a:pt x="4310" y="18004"/>
                </a:lnTo>
                <a:lnTo>
                  <a:pt x="2882" y="16898"/>
                </a:lnTo>
                <a:lnTo>
                  <a:pt x="1450" y="15692"/>
                </a:lnTo>
                <a:lnTo>
                  <a:pt x="0" y="14400"/>
                </a:lnTo>
                <a:lnTo>
                  <a:pt x="396" y="12024"/>
                </a:lnTo>
                <a:lnTo>
                  <a:pt x="792" y="9644"/>
                </a:lnTo>
                <a:lnTo>
                  <a:pt x="1190" y="7254"/>
                </a:lnTo>
                <a:lnTo>
                  <a:pt x="1591" y="4853"/>
                </a:lnTo>
                <a:lnTo>
                  <a:pt x="1994" y="2437"/>
                </a:lnTo>
                <a:lnTo>
                  <a:pt x="2400" y="0"/>
                </a:lnTo>
                <a:close/>
              </a:path>
            </a:pathLst>
          </a:custGeom>
          <a:solidFill>
            <a:srgbClr val="6F96C3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2" name="contour_09750"/>
          <p:cNvSpPr/>
          <p:nvPr/>
        </p:nvSpPr>
        <p:spPr>
          <a:xfrm>
            <a:off x="3333699" y="2397749"/>
            <a:ext cx="65592" cy="518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94" y="1698"/>
                </a:lnTo>
                <a:lnTo>
                  <a:pt x="19426" y="2899"/>
                </a:lnTo>
                <a:lnTo>
                  <a:pt x="20345" y="4166"/>
                </a:lnTo>
                <a:lnTo>
                  <a:pt x="21600" y="6077"/>
                </a:lnTo>
                <a:lnTo>
                  <a:pt x="19306" y="9516"/>
                </a:lnTo>
                <a:lnTo>
                  <a:pt x="17374" y="12385"/>
                </a:lnTo>
                <a:lnTo>
                  <a:pt x="15754" y="14736"/>
                </a:lnTo>
                <a:lnTo>
                  <a:pt x="14395" y="16629"/>
                </a:lnTo>
                <a:lnTo>
                  <a:pt x="13243" y="18112"/>
                </a:lnTo>
                <a:lnTo>
                  <a:pt x="12250" y="19239"/>
                </a:lnTo>
                <a:lnTo>
                  <a:pt x="11359" y="20069"/>
                </a:lnTo>
                <a:lnTo>
                  <a:pt x="10522" y="20652"/>
                </a:lnTo>
                <a:lnTo>
                  <a:pt x="9686" y="21044"/>
                </a:lnTo>
                <a:lnTo>
                  <a:pt x="8798" y="21296"/>
                </a:lnTo>
                <a:lnTo>
                  <a:pt x="7810" y="21463"/>
                </a:lnTo>
                <a:lnTo>
                  <a:pt x="6665" y="21600"/>
                </a:lnTo>
                <a:lnTo>
                  <a:pt x="5357" y="21141"/>
                </a:lnTo>
                <a:lnTo>
                  <a:pt x="4356" y="20734"/>
                </a:lnTo>
                <a:lnTo>
                  <a:pt x="3343" y="20224"/>
                </a:lnTo>
                <a:lnTo>
                  <a:pt x="1997" y="19443"/>
                </a:lnTo>
                <a:lnTo>
                  <a:pt x="0" y="18230"/>
                </a:lnTo>
                <a:lnTo>
                  <a:pt x="1135" y="16745"/>
                </a:lnTo>
                <a:lnTo>
                  <a:pt x="2275" y="15262"/>
                </a:lnTo>
                <a:lnTo>
                  <a:pt x="3415" y="13782"/>
                </a:lnTo>
                <a:lnTo>
                  <a:pt x="4558" y="12302"/>
                </a:lnTo>
                <a:lnTo>
                  <a:pt x="5700" y="10823"/>
                </a:lnTo>
                <a:lnTo>
                  <a:pt x="6758" y="9446"/>
                </a:lnTo>
                <a:lnTo>
                  <a:pt x="7826" y="8064"/>
                </a:lnTo>
                <a:lnTo>
                  <a:pt x="8906" y="6657"/>
                </a:lnTo>
                <a:lnTo>
                  <a:pt x="11021" y="4196"/>
                </a:lnTo>
                <a:lnTo>
                  <a:pt x="12523" y="2522"/>
                </a:lnTo>
                <a:lnTo>
                  <a:pt x="13634" y="1449"/>
                </a:lnTo>
                <a:lnTo>
                  <a:pt x="14570" y="796"/>
                </a:lnTo>
                <a:lnTo>
                  <a:pt x="15552" y="374"/>
                </a:lnTo>
                <a:lnTo>
                  <a:pt x="16800" y="0"/>
                </a:lnTo>
                <a:close/>
              </a:path>
            </a:pathLst>
          </a:custGeom>
          <a:solidFill>
            <a:srgbClr val="F0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3" name="contour_09751"/>
          <p:cNvSpPr/>
          <p:nvPr/>
        </p:nvSpPr>
        <p:spPr>
          <a:xfrm>
            <a:off x="316470" y="2397749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0" y="0"/>
                </a:lnTo>
                <a:lnTo>
                  <a:pt x="4774" y="0"/>
                </a:lnTo>
                <a:lnTo>
                  <a:pt x="7200" y="0"/>
                </a:lnTo>
                <a:lnTo>
                  <a:pt x="7200" y="1586"/>
                </a:lnTo>
                <a:lnTo>
                  <a:pt x="7200" y="3182"/>
                </a:lnTo>
                <a:lnTo>
                  <a:pt x="7200" y="4800"/>
                </a:lnTo>
                <a:lnTo>
                  <a:pt x="9576" y="4800"/>
                </a:lnTo>
                <a:lnTo>
                  <a:pt x="11956" y="4800"/>
                </a:lnTo>
                <a:lnTo>
                  <a:pt x="14346" y="4800"/>
                </a:lnTo>
                <a:lnTo>
                  <a:pt x="16747" y="4800"/>
                </a:lnTo>
                <a:lnTo>
                  <a:pt x="19163" y="4800"/>
                </a:lnTo>
                <a:lnTo>
                  <a:pt x="21600" y="4800"/>
                </a:lnTo>
                <a:lnTo>
                  <a:pt x="21244" y="6463"/>
                </a:lnTo>
                <a:lnTo>
                  <a:pt x="20887" y="8129"/>
                </a:lnTo>
                <a:lnTo>
                  <a:pt x="20531" y="9794"/>
                </a:lnTo>
                <a:lnTo>
                  <a:pt x="20171" y="11462"/>
                </a:lnTo>
                <a:lnTo>
                  <a:pt x="19814" y="13138"/>
                </a:lnTo>
                <a:lnTo>
                  <a:pt x="19454" y="14815"/>
                </a:lnTo>
                <a:lnTo>
                  <a:pt x="19094" y="16500"/>
                </a:lnTo>
                <a:lnTo>
                  <a:pt x="18731" y="18192"/>
                </a:lnTo>
                <a:lnTo>
                  <a:pt x="18367" y="19891"/>
                </a:lnTo>
                <a:lnTo>
                  <a:pt x="18000" y="21600"/>
                </a:lnTo>
                <a:lnTo>
                  <a:pt x="17406" y="20016"/>
                </a:lnTo>
                <a:lnTo>
                  <a:pt x="16812" y="18430"/>
                </a:lnTo>
                <a:lnTo>
                  <a:pt x="16214" y="16836"/>
                </a:lnTo>
                <a:lnTo>
                  <a:pt x="15613" y="15235"/>
                </a:lnTo>
                <a:lnTo>
                  <a:pt x="15008" y="13625"/>
                </a:lnTo>
                <a:lnTo>
                  <a:pt x="14400" y="12000"/>
                </a:lnTo>
                <a:lnTo>
                  <a:pt x="12262" y="12475"/>
                </a:lnTo>
                <a:lnTo>
                  <a:pt x="10116" y="12953"/>
                </a:lnTo>
                <a:lnTo>
                  <a:pt x="7963" y="13430"/>
                </a:lnTo>
                <a:lnTo>
                  <a:pt x="5792" y="13913"/>
                </a:lnTo>
                <a:lnTo>
                  <a:pt x="3600" y="14400"/>
                </a:lnTo>
                <a:lnTo>
                  <a:pt x="3204" y="12816"/>
                </a:lnTo>
                <a:lnTo>
                  <a:pt x="2808" y="11230"/>
                </a:lnTo>
                <a:lnTo>
                  <a:pt x="2412" y="9643"/>
                </a:lnTo>
                <a:lnTo>
                  <a:pt x="2012" y="8052"/>
                </a:lnTo>
                <a:lnTo>
                  <a:pt x="1613" y="6456"/>
                </a:lnTo>
                <a:lnTo>
                  <a:pt x="1213" y="4853"/>
                </a:lnTo>
                <a:lnTo>
                  <a:pt x="810" y="3245"/>
                </a:lnTo>
                <a:lnTo>
                  <a:pt x="407" y="1627"/>
                </a:lnTo>
                <a:lnTo>
                  <a:pt x="0" y="0"/>
                </a:lnTo>
                <a:close/>
              </a:path>
            </a:pathLst>
          </a:custGeom>
          <a:solidFill>
            <a:srgbClr val="F0E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4" name="contour_09752"/>
          <p:cNvSpPr/>
          <p:nvPr/>
        </p:nvSpPr>
        <p:spPr>
          <a:xfrm>
            <a:off x="8304109" y="2388894"/>
            <a:ext cx="68544" cy="447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92" y="0"/>
                </a:moveTo>
                <a:lnTo>
                  <a:pt x="15544" y="397"/>
                </a:lnTo>
                <a:lnTo>
                  <a:pt x="16501" y="819"/>
                </a:lnTo>
                <a:lnTo>
                  <a:pt x="17471" y="1466"/>
                </a:lnTo>
                <a:lnTo>
                  <a:pt x="18759" y="2550"/>
                </a:lnTo>
                <a:lnTo>
                  <a:pt x="20670" y="4273"/>
                </a:lnTo>
                <a:lnTo>
                  <a:pt x="21290" y="6784"/>
                </a:lnTo>
                <a:lnTo>
                  <a:pt x="21600" y="8588"/>
                </a:lnTo>
                <a:lnTo>
                  <a:pt x="21600" y="10192"/>
                </a:lnTo>
                <a:lnTo>
                  <a:pt x="21290" y="12101"/>
                </a:lnTo>
                <a:lnTo>
                  <a:pt x="20670" y="14823"/>
                </a:lnTo>
                <a:lnTo>
                  <a:pt x="19356" y="16135"/>
                </a:lnTo>
                <a:lnTo>
                  <a:pt x="18024" y="17327"/>
                </a:lnTo>
                <a:lnTo>
                  <a:pt x="16669" y="18400"/>
                </a:lnTo>
                <a:lnTo>
                  <a:pt x="15289" y="19332"/>
                </a:lnTo>
                <a:lnTo>
                  <a:pt x="13883" y="20119"/>
                </a:lnTo>
                <a:lnTo>
                  <a:pt x="12448" y="20749"/>
                </a:lnTo>
                <a:lnTo>
                  <a:pt x="10983" y="21213"/>
                </a:lnTo>
                <a:lnTo>
                  <a:pt x="9483" y="21502"/>
                </a:lnTo>
                <a:lnTo>
                  <a:pt x="7949" y="21600"/>
                </a:lnTo>
                <a:lnTo>
                  <a:pt x="6380" y="21498"/>
                </a:lnTo>
                <a:lnTo>
                  <a:pt x="5126" y="21013"/>
                </a:lnTo>
                <a:lnTo>
                  <a:pt x="4168" y="20605"/>
                </a:lnTo>
                <a:lnTo>
                  <a:pt x="3199" y="20126"/>
                </a:lnTo>
                <a:lnTo>
                  <a:pt x="1911" y="19420"/>
                </a:lnTo>
                <a:lnTo>
                  <a:pt x="0" y="18340"/>
                </a:lnTo>
                <a:lnTo>
                  <a:pt x="2159" y="14429"/>
                </a:lnTo>
                <a:lnTo>
                  <a:pt x="3976" y="11162"/>
                </a:lnTo>
                <a:lnTo>
                  <a:pt x="5500" y="8479"/>
                </a:lnTo>
                <a:lnTo>
                  <a:pt x="6784" y="6313"/>
                </a:lnTo>
                <a:lnTo>
                  <a:pt x="7875" y="4603"/>
                </a:lnTo>
                <a:lnTo>
                  <a:pt x="8824" y="3281"/>
                </a:lnTo>
                <a:lnTo>
                  <a:pt x="9678" y="2289"/>
                </a:lnTo>
                <a:lnTo>
                  <a:pt x="10491" y="1558"/>
                </a:lnTo>
                <a:lnTo>
                  <a:pt x="11306" y="1030"/>
                </a:lnTo>
                <a:lnTo>
                  <a:pt x="12179" y="637"/>
                </a:lnTo>
                <a:lnTo>
                  <a:pt x="13158" y="313"/>
                </a:lnTo>
                <a:lnTo>
                  <a:pt x="14292" y="0"/>
                </a:lnTo>
                <a:close/>
              </a:path>
            </a:pathLst>
          </a:custGeom>
          <a:solidFill>
            <a:srgbClr val="6D7375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5" name="contour_09753"/>
          <p:cNvSpPr/>
          <p:nvPr/>
        </p:nvSpPr>
        <p:spPr>
          <a:xfrm>
            <a:off x="10403051" y="2361309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303" y="117"/>
                </a:lnTo>
                <a:lnTo>
                  <a:pt x="5693" y="246"/>
                </a:lnTo>
                <a:lnTo>
                  <a:pt x="6970" y="449"/>
                </a:lnTo>
                <a:lnTo>
                  <a:pt x="8537" y="795"/>
                </a:lnTo>
                <a:lnTo>
                  <a:pt x="10800" y="1348"/>
                </a:lnTo>
                <a:lnTo>
                  <a:pt x="12312" y="1689"/>
                </a:lnTo>
                <a:lnTo>
                  <a:pt x="13834" y="2035"/>
                </a:lnTo>
                <a:lnTo>
                  <a:pt x="15374" y="2380"/>
                </a:lnTo>
                <a:lnTo>
                  <a:pt x="17614" y="3573"/>
                </a:lnTo>
                <a:lnTo>
                  <a:pt x="18938" y="4640"/>
                </a:lnTo>
                <a:lnTo>
                  <a:pt x="19867" y="6191"/>
                </a:lnTo>
                <a:lnTo>
                  <a:pt x="20926" y="8826"/>
                </a:lnTo>
                <a:lnTo>
                  <a:pt x="21259" y="10878"/>
                </a:lnTo>
                <a:lnTo>
                  <a:pt x="21600" y="12960"/>
                </a:lnTo>
                <a:lnTo>
                  <a:pt x="20174" y="12960"/>
                </a:lnTo>
                <a:lnTo>
                  <a:pt x="18744" y="12960"/>
                </a:lnTo>
                <a:lnTo>
                  <a:pt x="17309" y="12960"/>
                </a:lnTo>
                <a:lnTo>
                  <a:pt x="15862" y="12960"/>
                </a:lnTo>
                <a:lnTo>
                  <a:pt x="14400" y="12960"/>
                </a:lnTo>
                <a:lnTo>
                  <a:pt x="14400" y="15816"/>
                </a:lnTo>
                <a:lnTo>
                  <a:pt x="14400" y="18688"/>
                </a:lnTo>
                <a:lnTo>
                  <a:pt x="14400" y="21600"/>
                </a:lnTo>
                <a:lnTo>
                  <a:pt x="12857" y="21289"/>
                </a:lnTo>
                <a:lnTo>
                  <a:pt x="11333" y="20943"/>
                </a:lnTo>
                <a:lnTo>
                  <a:pt x="9823" y="20542"/>
                </a:lnTo>
                <a:lnTo>
                  <a:pt x="8323" y="20079"/>
                </a:lnTo>
                <a:lnTo>
                  <a:pt x="6835" y="19535"/>
                </a:lnTo>
                <a:lnTo>
                  <a:pt x="5352" y="18900"/>
                </a:lnTo>
                <a:lnTo>
                  <a:pt x="3876" y="18153"/>
                </a:lnTo>
                <a:lnTo>
                  <a:pt x="2400" y="17280"/>
                </a:lnTo>
                <a:lnTo>
                  <a:pt x="1373" y="14066"/>
                </a:lnTo>
                <a:lnTo>
                  <a:pt x="734" y="11785"/>
                </a:lnTo>
                <a:lnTo>
                  <a:pt x="370" y="9815"/>
                </a:lnTo>
                <a:lnTo>
                  <a:pt x="163" y="7534"/>
                </a:lnTo>
                <a:lnTo>
                  <a:pt x="0" y="4320"/>
                </a:lnTo>
                <a:lnTo>
                  <a:pt x="1190" y="2177"/>
                </a:lnTo>
                <a:lnTo>
                  <a:pt x="2400" y="0"/>
                </a:lnTo>
                <a:close/>
              </a:path>
            </a:pathLst>
          </a:custGeom>
          <a:solidFill>
            <a:srgbClr val="918348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6" name="contour_09754"/>
          <p:cNvSpPr/>
          <p:nvPr/>
        </p:nvSpPr>
        <p:spPr>
          <a:xfrm>
            <a:off x="4310290" y="2368597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535"/>
                </a:lnTo>
                <a:lnTo>
                  <a:pt x="6445" y="1069"/>
                </a:lnTo>
                <a:lnTo>
                  <a:pt x="8319" y="1604"/>
                </a:lnTo>
                <a:lnTo>
                  <a:pt x="10195" y="2144"/>
                </a:lnTo>
                <a:lnTo>
                  <a:pt x="12080" y="2678"/>
                </a:lnTo>
                <a:lnTo>
                  <a:pt x="13967" y="3218"/>
                </a:lnTo>
                <a:lnTo>
                  <a:pt x="15862" y="3758"/>
                </a:lnTo>
                <a:lnTo>
                  <a:pt x="17766" y="4304"/>
                </a:lnTo>
                <a:lnTo>
                  <a:pt x="19678" y="4849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445" y="18036"/>
                </a:lnTo>
                <a:lnTo>
                  <a:pt x="891" y="14467"/>
                </a:lnTo>
                <a:lnTo>
                  <a:pt x="1339" y="10881"/>
                </a:lnTo>
                <a:lnTo>
                  <a:pt x="1790" y="7279"/>
                </a:lnTo>
                <a:lnTo>
                  <a:pt x="2244" y="3656"/>
                </a:lnTo>
                <a:lnTo>
                  <a:pt x="2700" y="0"/>
                </a:lnTo>
                <a:close/>
              </a:path>
            </a:pathLst>
          </a:custGeom>
          <a:solidFill>
            <a:srgbClr val="101212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7" name="contour_09755"/>
          <p:cNvSpPr/>
          <p:nvPr/>
        </p:nvSpPr>
        <p:spPr>
          <a:xfrm>
            <a:off x="11648634" y="2339445"/>
            <a:ext cx="2462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74" y="0"/>
                </a:moveTo>
                <a:lnTo>
                  <a:pt x="11200" y="0"/>
                </a:lnTo>
                <a:lnTo>
                  <a:pt x="15450" y="0"/>
                </a:lnTo>
                <a:lnTo>
                  <a:pt x="19759" y="0"/>
                </a:lnTo>
                <a:lnTo>
                  <a:pt x="19983" y="1253"/>
                </a:lnTo>
                <a:lnTo>
                  <a:pt x="20187" y="2507"/>
                </a:lnTo>
                <a:lnTo>
                  <a:pt x="20366" y="3760"/>
                </a:lnTo>
                <a:lnTo>
                  <a:pt x="20532" y="5013"/>
                </a:lnTo>
                <a:lnTo>
                  <a:pt x="20686" y="6268"/>
                </a:lnTo>
                <a:lnTo>
                  <a:pt x="20827" y="7520"/>
                </a:lnTo>
                <a:lnTo>
                  <a:pt x="20961" y="8775"/>
                </a:lnTo>
                <a:lnTo>
                  <a:pt x="21204" y="10021"/>
                </a:lnTo>
                <a:lnTo>
                  <a:pt x="21447" y="11286"/>
                </a:lnTo>
                <a:lnTo>
                  <a:pt x="21600" y="13525"/>
                </a:lnTo>
                <a:lnTo>
                  <a:pt x="21594" y="15169"/>
                </a:lnTo>
                <a:lnTo>
                  <a:pt x="21312" y="16355"/>
                </a:lnTo>
                <a:lnTo>
                  <a:pt x="20660" y="17228"/>
                </a:lnTo>
                <a:lnTo>
                  <a:pt x="19529" y="17928"/>
                </a:lnTo>
                <a:lnTo>
                  <a:pt x="17816" y="18599"/>
                </a:lnTo>
                <a:lnTo>
                  <a:pt x="15406" y="19381"/>
                </a:lnTo>
                <a:lnTo>
                  <a:pt x="12184" y="19975"/>
                </a:lnTo>
                <a:lnTo>
                  <a:pt x="9569" y="20405"/>
                </a:lnTo>
                <a:lnTo>
                  <a:pt x="6162" y="20876"/>
                </a:lnTo>
                <a:lnTo>
                  <a:pt x="582" y="21600"/>
                </a:lnTo>
                <a:lnTo>
                  <a:pt x="511" y="20491"/>
                </a:lnTo>
                <a:lnTo>
                  <a:pt x="447" y="19382"/>
                </a:lnTo>
                <a:lnTo>
                  <a:pt x="384" y="18274"/>
                </a:lnTo>
                <a:lnTo>
                  <a:pt x="326" y="17165"/>
                </a:lnTo>
                <a:lnTo>
                  <a:pt x="275" y="16056"/>
                </a:lnTo>
                <a:lnTo>
                  <a:pt x="230" y="14947"/>
                </a:lnTo>
                <a:lnTo>
                  <a:pt x="185" y="13838"/>
                </a:lnTo>
                <a:lnTo>
                  <a:pt x="102" y="12744"/>
                </a:lnTo>
                <a:lnTo>
                  <a:pt x="19" y="11633"/>
                </a:lnTo>
                <a:lnTo>
                  <a:pt x="0" y="10399"/>
                </a:lnTo>
                <a:lnTo>
                  <a:pt x="32" y="9189"/>
                </a:lnTo>
                <a:lnTo>
                  <a:pt x="160" y="8001"/>
                </a:lnTo>
                <a:lnTo>
                  <a:pt x="422" y="6831"/>
                </a:lnTo>
                <a:lnTo>
                  <a:pt x="857" y="5677"/>
                </a:lnTo>
                <a:lnTo>
                  <a:pt x="1502" y="4532"/>
                </a:lnTo>
                <a:lnTo>
                  <a:pt x="2397" y="3397"/>
                </a:lnTo>
                <a:lnTo>
                  <a:pt x="3580" y="2264"/>
                </a:lnTo>
                <a:lnTo>
                  <a:pt x="5095" y="1134"/>
                </a:lnTo>
                <a:lnTo>
                  <a:pt x="6974" y="0"/>
                </a:lnTo>
                <a:close/>
              </a:path>
            </a:pathLst>
          </a:custGeom>
          <a:solidFill>
            <a:srgbClr val="D1DEE8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8" name="contour_09756"/>
          <p:cNvSpPr/>
          <p:nvPr/>
        </p:nvSpPr>
        <p:spPr>
          <a:xfrm>
            <a:off x="1504413" y="2352600"/>
            <a:ext cx="65592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04"/>
                </a:moveTo>
                <a:lnTo>
                  <a:pt x="1620" y="844"/>
                </a:lnTo>
                <a:lnTo>
                  <a:pt x="3240" y="705"/>
                </a:lnTo>
                <a:lnTo>
                  <a:pt x="4860" y="577"/>
                </a:lnTo>
                <a:lnTo>
                  <a:pt x="6480" y="463"/>
                </a:lnTo>
                <a:lnTo>
                  <a:pt x="8100" y="360"/>
                </a:lnTo>
                <a:lnTo>
                  <a:pt x="9605" y="242"/>
                </a:lnTo>
                <a:lnTo>
                  <a:pt x="11119" y="124"/>
                </a:lnTo>
                <a:lnTo>
                  <a:pt x="12655" y="0"/>
                </a:lnTo>
                <a:lnTo>
                  <a:pt x="14702" y="530"/>
                </a:lnTo>
                <a:lnTo>
                  <a:pt x="16092" y="1117"/>
                </a:lnTo>
                <a:lnTo>
                  <a:pt x="17172" y="2060"/>
                </a:lnTo>
                <a:lnTo>
                  <a:pt x="18274" y="3656"/>
                </a:lnTo>
                <a:lnTo>
                  <a:pt x="19745" y="6194"/>
                </a:lnTo>
                <a:lnTo>
                  <a:pt x="20666" y="8728"/>
                </a:lnTo>
                <a:lnTo>
                  <a:pt x="21600" y="11302"/>
                </a:lnTo>
                <a:lnTo>
                  <a:pt x="20174" y="11302"/>
                </a:lnTo>
                <a:lnTo>
                  <a:pt x="18744" y="11302"/>
                </a:lnTo>
                <a:lnTo>
                  <a:pt x="17309" y="11302"/>
                </a:lnTo>
                <a:lnTo>
                  <a:pt x="15862" y="11302"/>
                </a:lnTo>
                <a:lnTo>
                  <a:pt x="14400" y="11302"/>
                </a:lnTo>
                <a:lnTo>
                  <a:pt x="14400" y="14706"/>
                </a:lnTo>
                <a:lnTo>
                  <a:pt x="14400" y="18130"/>
                </a:lnTo>
                <a:lnTo>
                  <a:pt x="14400" y="21600"/>
                </a:lnTo>
                <a:lnTo>
                  <a:pt x="13675" y="21343"/>
                </a:lnTo>
                <a:lnTo>
                  <a:pt x="13010" y="21101"/>
                </a:lnTo>
                <a:lnTo>
                  <a:pt x="12283" y="20843"/>
                </a:lnTo>
                <a:lnTo>
                  <a:pt x="11376" y="20519"/>
                </a:lnTo>
                <a:lnTo>
                  <a:pt x="10171" y="20086"/>
                </a:lnTo>
                <a:lnTo>
                  <a:pt x="8549" y="19510"/>
                </a:lnTo>
                <a:lnTo>
                  <a:pt x="6394" y="18737"/>
                </a:lnTo>
                <a:lnTo>
                  <a:pt x="3583" y="17733"/>
                </a:lnTo>
                <a:lnTo>
                  <a:pt x="0" y="16451"/>
                </a:lnTo>
                <a:lnTo>
                  <a:pt x="0" y="13393"/>
                </a:lnTo>
                <a:lnTo>
                  <a:pt x="0" y="10324"/>
                </a:lnTo>
                <a:lnTo>
                  <a:pt x="0" y="7245"/>
                </a:lnTo>
                <a:lnTo>
                  <a:pt x="0" y="4140"/>
                </a:lnTo>
                <a:lnTo>
                  <a:pt x="0" y="1004"/>
                </a:lnTo>
                <a:close/>
              </a:path>
            </a:pathLst>
          </a:custGeom>
          <a:solidFill>
            <a:srgbClr val="5F6061"/>
          </a:solidFill>
          <a:ln>
            <a:noFill/>
          </a:ln>
        </p:spPr>
        <p:txBody>
          <a:bodyPr/>
          <a:lstStyle/>
          <a:p/>
        </p:txBody>
      </p:sp>
      <p:sp>
        <p:nvSpPr>
          <p:cNvPr id="9759" name="contour_09757"/>
          <p:cNvSpPr/>
          <p:nvPr/>
        </p:nvSpPr>
        <p:spPr>
          <a:xfrm>
            <a:off x="7291078" y="2288429"/>
            <a:ext cx="80168" cy="387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0" y="370"/>
                </a:lnTo>
                <a:lnTo>
                  <a:pt x="1734" y="748"/>
                </a:lnTo>
                <a:lnTo>
                  <a:pt x="3053" y="1301"/>
                </a:lnTo>
                <a:lnTo>
                  <a:pt x="4375" y="1842"/>
                </a:lnTo>
                <a:lnTo>
                  <a:pt x="5695" y="2375"/>
                </a:lnTo>
                <a:lnTo>
                  <a:pt x="7018" y="2896"/>
                </a:lnTo>
                <a:lnTo>
                  <a:pt x="8340" y="3408"/>
                </a:lnTo>
                <a:lnTo>
                  <a:pt x="9663" y="3912"/>
                </a:lnTo>
                <a:lnTo>
                  <a:pt x="10987" y="4409"/>
                </a:lnTo>
                <a:lnTo>
                  <a:pt x="12310" y="4897"/>
                </a:lnTo>
                <a:lnTo>
                  <a:pt x="13635" y="5377"/>
                </a:lnTo>
                <a:lnTo>
                  <a:pt x="14961" y="5852"/>
                </a:lnTo>
                <a:lnTo>
                  <a:pt x="16288" y="6316"/>
                </a:lnTo>
                <a:lnTo>
                  <a:pt x="17616" y="6780"/>
                </a:lnTo>
                <a:lnTo>
                  <a:pt x="18943" y="7235"/>
                </a:lnTo>
                <a:lnTo>
                  <a:pt x="20271" y="7687"/>
                </a:lnTo>
                <a:lnTo>
                  <a:pt x="21600" y="8134"/>
                </a:lnTo>
                <a:lnTo>
                  <a:pt x="21408" y="11160"/>
                </a:lnTo>
                <a:lnTo>
                  <a:pt x="21209" y="13307"/>
                </a:lnTo>
                <a:lnTo>
                  <a:pt x="20911" y="15162"/>
                </a:lnTo>
                <a:lnTo>
                  <a:pt x="20418" y="17309"/>
                </a:lnTo>
                <a:lnTo>
                  <a:pt x="19636" y="20335"/>
                </a:lnTo>
                <a:lnTo>
                  <a:pt x="18217" y="20941"/>
                </a:lnTo>
                <a:lnTo>
                  <a:pt x="16811" y="21360"/>
                </a:lnTo>
                <a:lnTo>
                  <a:pt x="15417" y="21580"/>
                </a:lnTo>
                <a:lnTo>
                  <a:pt x="14026" y="21600"/>
                </a:lnTo>
                <a:lnTo>
                  <a:pt x="12634" y="21401"/>
                </a:lnTo>
                <a:lnTo>
                  <a:pt x="11234" y="20986"/>
                </a:lnTo>
                <a:lnTo>
                  <a:pt x="9818" y="20335"/>
                </a:lnTo>
                <a:lnTo>
                  <a:pt x="9308" y="18322"/>
                </a:lnTo>
                <a:lnTo>
                  <a:pt x="8809" y="16293"/>
                </a:lnTo>
                <a:lnTo>
                  <a:pt x="8326" y="14255"/>
                </a:lnTo>
                <a:lnTo>
                  <a:pt x="7855" y="12201"/>
                </a:lnTo>
                <a:lnTo>
                  <a:pt x="6621" y="11404"/>
                </a:lnTo>
                <a:lnTo>
                  <a:pt x="5400" y="10790"/>
                </a:lnTo>
                <a:lnTo>
                  <a:pt x="4175" y="10310"/>
                </a:lnTo>
                <a:lnTo>
                  <a:pt x="2930" y="9911"/>
                </a:lnTo>
                <a:lnTo>
                  <a:pt x="1649" y="9533"/>
                </a:lnTo>
                <a:lnTo>
                  <a:pt x="831" y="8838"/>
                </a:lnTo>
                <a:lnTo>
                  <a:pt x="0" y="8134"/>
                </a:lnTo>
                <a:lnTo>
                  <a:pt x="0" y="5446"/>
                </a:lnTo>
                <a:lnTo>
                  <a:pt x="0" y="2741"/>
                </a:lnTo>
                <a:lnTo>
                  <a:pt x="0" y="0"/>
                </a:lnTo>
                <a:close/>
              </a:path>
            </a:pathLst>
          </a:custGeom>
          <a:solidFill>
            <a:srgbClr val="EDF2F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0" name="contour_09758"/>
          <p:cNvSpPr/>
          <p:nvPr/>
        </p:nvSpPr>
        <p:spPr>
          <a:xfrm>
            <a:off x="1336789" y="2286039"/>
            <a:ext cx="65592" cy="388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4" y="235"/>
                </a:moveTo>
                <a:lnTo>
                  <a:pt x="13099" y="41"/>
                </a:lnTo>
                <a:lnTo>
                  <a:pt x="14143" y="0"/>
                </a:lnTo>
                <a:lnTo>
                  <a:pt x="15269" y="166"/>
                </a:lnTo>
                <a:lnTo>
                  <a:pt x="16836" y="592"/>
                </a:lnTo>
                <a:lnTo>
                  <a:pt x="19200" y="1330"/>
                </a:lnTo>
                <a:lnTo>
                  <a:pt x="19596" y="4009"/>
                </a:lnTo>
                <a:lnTo>
                  <a:pt x="19994" y="6689"/>
                </a:lnTo>
                <a:lnTo>
                  <a:pt x="20390" y="9377"/>
                </a:lnTo>
                <a:lnTo>
                  <a:pt x="20791" y="12081"/>
                </a:lnTo>
                <a:lnTo>
                  <a:pt x="21194" y="14805"/>
                </a:lnTo>
                <a:lnTo>
                  <a:pt x="21600" y="17546"/>
                </a:lnTo>
                <a:lnTo>
                  <a:pt x="20832" y="17692"/>
                </a:lnTo>
                <a:lnTo>
                  <a:pt x="20129" y="17826"/>
                </a:lnTo>
                <a:lnTo>
                  <a:pt x="19438" y="17955"/>
                </a:lnTo>
                <a:lnTo>
                  <a:pt x="18694" y="18093"/>
                </a:lnTo>
                <a:lnTo>
                  <a:pt x="17842" y="18255"/>
                </a:lnTo>
                <a:lnTo>
                  <a:pt x="16819" y="18446"/>
                </a:lnTo>
                <a:lnTo>
                  <a:pt x="15571" y="18681"/>
                </a:lnTo>
                <a:lnTo>
                  <a:pt x="14035" y="18969"/>
                </a:lnTo>
                <a:lnTo>
                  <a:pt x="12156" y="19322"/>
                </a:lnTo>
                <a:lnTo>
                  <a:pt x="9871" y="19751"/>
                </a:lnTo>
                <a:lnTo>
                  <a:pt x="7123" y="20266"/>
                </a:lnTo>
                <a:lnTo>
                  <a:pt x="3852" y="20878"/>
                </a:lnTo>
                <a:lnTo>
                  <a:pt x="0" y="21600"/>
                </a:lnTo>
                <a:lnTo>
                  <a:pt x="0" y="18924"/>
                </a:lnTo>
                <a:lnTo>
                  <a:pt x="0" y="16228"/>
                </a:lnTo>
                <a:lnTo>
                  <a:pt x="0" y="13492"/>
                </a:lnTo>
                <a:lnTo>
                  <a:pt x="1435" y="12657"/>
                </a:lnTo>
                <a:lnTo>
                  <a:pt x="2873" y="11834"/>
                </a:lnTo>
                <a:lnTo>
                  <a:pt x="4313" y="11023"/>
                </a:lnTo>
                <a:lnTo>
                  <a:pt x="5755" y="10224"/>
                </a:lnTo>
                <a:lnTo>
                  <a:pt x="7200" y="9438"/>
                </a:lnTo>
                <a:lnTo>
                  <a:pt x="7721" y="7301"/>
                </a:lnTo>
                <a:lnTo>
                  <a:pt x="8249" y="5128"/>
                </a:lnTo>
                <a:lnTo>
                  <a:pt x="9281" y="2416"/>
                </a:lnTo>
                <a:lnTo>
                  <a:pt x="10198" y="1147"/>
                </a:lnTo>
                <a:lnTo>
                  <a:pt x="11784" y="235"/>
                </a:lnTo>
                <a:close/>
              </a:path>
            </a:pathLst>
          </a:custGeom>
          <a:solidFill>
            <a:srgbClr val="B4B4B3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1" name="contour_09759"/>
          <p:cNvSpPr/>
          <p:nvPr/>
        </p:nvSpPr>
        <p:spPr>
          <a:xfrm>
            <a:off x="10330171" y="2257164"/>
            <a:ext cx="51016" cy="531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59"/>
                </a:moveTo>
                <a:lnTo>
                  <a:pt x="2268" y="516"/>
                </a:lnTo>
                <a:lnTo>
                  <a:pt x="4480" y="240"/>
                </a:lnTo>
                <a:lnTo>
                  <a:pt x="6659" y="59"/>
                </a:lnTo>
                <a:lnTo>
                  <a:pt x="8825" y="0"/>
                </a:lnTo>
                <a:lnTo>
                  <a:pt x="10994" y="98"/>
                </a:lnTo>
                <a:lnTo>
                  <a:pt x="13188" y="373"/>
                </a:lnTo>
                <a:lnTo>
                  <a:pt x="15429" y="859"/>
                </a:lnTo>
                <a:lnTo>
                  <a:pt x="16271" y="2681"/>
                </a:lnTo>
                <a:lnTo>
                  <a:pt x="16897" y="4447"/>
                </a:lnTo>
                <a:lnTo>
                  <a:pt x="17348" y="6204"/>
                </a:lnTo>
                <a:lnTo>
                  <a:pt x="17666" y="7994"/>
                </a:lnTo>
                <a:lnTo>
                  <a:pt x="17894" y="9861"/>
                </a:lnTo>
                <a:lnTo>
                  <a:pt x="18079" y="11855"/>
                </a:lnTo>
                <a:lnTo>
                  <a:pt x="18317" y="13766"/>
                </a:lnTo>
                <a:lnTo>
                  <a:pt x="18619" y="15230"/>
                </a:lnTo>
                <a:lnTo>
                  <a:pt x="19153" y="16711"/>
                </a:lnTo>
                <a:lnTo>
                  <a:pt x="20091" y="18679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84" y="21600"/>
                </a:lnTo>
                <a:lnTo>
                  <a:pt x="13438" y="21600"/>
                </a:lnTo>
                <a:lnTo>
                  <a:pt x="11386" y="21600"/>
                </a:lnTo>
                <a:lnTo>
                  <a:pt x="9325" y="21600"/>
                </a:lnTo>
                <a:lnTo>
                  <a:pt x="7258" y="21600"/>
                </a:lnTo>
                <a:lnTo>
                  <a:pt x="5178" y="21600"/>
                </a:lnTo>
                <a:lnTo>
                  <a:pt x="3086" y="21600"/>
                </a:lnTo>
                <a:lnTo>
                  <a:pt x="3086" y="19840"/>
                </a:lnTo>
                <a:lnTo>
                  <a:pt x="3086" y="18074"/>
                </a:lnTo>
                <a:lnTo>
                  <a:pt x="3086" y="16302"/>
                </a:lnTo>
                <a:lnTo>
                  <a:pt x="3086" y="14516"/>
                </a:lnTo>
                <a:lnTo>
                  <a:pt x="3086" y="12711"/>
                </a:lnTo>
                <a:lnTo>
                  <a:pt x="5125" y="12711"/>
                </a:lnTo>
                <a:lnTo>
                  <a:pt x="7177" y="12711"/>
                </a:lnTo>
                <a:lnTo>
                  <a:pt x="9257" y="12711"/>
                </a:lnTo>
                <a:lnTo>
                  <a:pt x="9257" y="10753"/>
                </a:lnTo>
                <a:lnTo>
                  <a:pt x="9257" y="8782"/>
                </a:lnTo>
                <a:lnTo>
                  <a:pt x="9257" y="6785"/>
                </a:lnTo>
                <a:lnTo>
                  <a:pt x="6961" y="5961"/>
                </a:lnTo>
                <a:lnTo>
                  <a:pt x="5332" y="5396"/>
                </a:lnTo>
                <a:lnTo>
                  <a:pt x="3925" y="4945"/>
                </a:lnTo>
                <a:lnTo>
                  <a:pt x="2296" y="4468"/>
                </a:lnTo>
                <a:lnTo>
                  <a:pt x="0" y="3822"/>
                </a:lnTo>
                <a:lnTo>
                  <a:pt x="0" y="2353"/>
                </a:lnTo>
                <a:lnTo>
                  <a:pt x="0" y="859"/>
                </a:lnTo>
                <a:close/>
              </a:path>
            </a:pathLst>
          </a:custGeom>
          <a:solidFill>
            <a:srgbClr val="E1E3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2" name="contour_09760"/>
          <p:cNvSpPr/>
          <p:nvPr/>
        </p:nvSpPr>
        <p:spPr>
          <a:xfrm>
            <a:off x="3916738" y="2273853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4" y="670"/>
                </a:lnTo>
                <a:lnTo>
                  <a:pt x="5568" y="1337"/>
                </a:lnTo>
                <a:lnTo>
                  <a:pt x="7154" y="2006"/>
                </a:lnTo>
                <a:lnTo>
                  <a:pt x="8743" y="2676"/>
                </a:lnTo>
                <a:lnTo>
                  <a:pt x="10334" y="3348"/>
                </a:lnTo>
                <a:lnTo>
                  <a:pt x="11928" y="4020"/>
                </a:lnTo>
                <a:lnTo>
                  <a:pt x="13526" y="4693"/>
                </a:lnTo>
                <a:lnTo>
                  <a:pt x="15130" y="5370"/>
                </a:lnTo>
                <a:lnTo>
                  <a:pt x="16738" y="6048"/>
                </a:lnTo>
                <a:lnTo>
                  <a:pt x="18350" y="6728"/>
                </a:lnTo>
                <a:lnTo>
                  <a:pt x="19973" y="7414"/>
                </a:lnTo>
                <a:lnTo>
                  <a:pt x="21600" y="8100"/>
                </a:lnTo>
                <a:lnTo>
                  <a:pt x="19217" y="9882"/>
                </a:lnTo>
                <a:lnTo>
                  <a:pt x="17376" y="11218"/>
                </a:lnTo>
                <a:lnTo>
                  <a:pt x="15953" y="12172"/>
                </a:lnTo>
                <a:lnTo>
                  <a:pt x="14813" y="12803"/>
                </a:lnTo>
                <a:lnTo>
                  <a:pt x="13826" y="13173"/>
                </a:lnTo>
                <a:lnTo>
                  <a:pt x="12866" y="13346"/>
                </a:lnTo>
                <a:lnTo>
                  <a:pt x="11801" y="13378"/>
                </a:lnTo>
                <a:lnTo>
                  <a:pt x="10500" y="13333"/>
                </a:lnTo>
                <a:lnTo>
                  <a:pt x="8861" y="13416"/>
                </a:lnTo>
                <a:lnTo>
                  <a:pt x="7200" y="13500"/>
                </a:lnTo>
                <a:lnTo>
                  <a:pt x="6389" y="15509"/>
                </a:lnTo>
                <a:lnTo>
                  <a:pt x="5858" y="16934"/>
                </a:lnTo>
                <a:lnTo>
                  <a:pt x="5494" y="18166"/>
                </a:lnTo>
                <a:lnTo>
                  <a:pt x="5179" y="19591"/>
                </a:lnTo>
                <a:lnTo>
                  <a:pt x="4800" y="21600"/>
                </a:lnTo>
                <a:lnTo>
                  <a:pt x="4898" y="19872"/>
                </a:lnTo>
                <a:lnTo>
                  <a:pt x="4999" y="18130"/>
                </a:lnTo>
                <a:lnTo>
                  <a:pt x="5100" y="16367"/>
                </a:lnTo>
                <a:lnTo>
                  <a:pt x="5102" y="14172"/>
                </a:lnTo>
                <a:lnTo>
                  <a:pt x="5023" y="12728"/>
                </a:lnTo>
                <a:lnTo>
                  <a:pt x="4800" y="10800"/>
                </a:lnTo>
                <a:lnTo>
                  <a:pt x="3374" y="9617"/>
                </a:lnTo>
                <a:lnTo>
                  <a:pt x="2400" y="8942"/>
                </a:lnTo>
                <a:lnTo>
                  <a:pt x="1426" y="8521"/>
                </a:lnTo>
                <a:lnTo>
                  <a:pt x="0" y="8100"/>
                </a:lnTo>
                <a:lnTo>
                  <a:pt x="475" y="6496"/>
                </a:lnTo>
                <a:lnTo>
                  <a:pt x="953" y="4887"/>
                </a:lnTo>
                <a:lnTo>
                  <a:pt x="1430" y="3272"/>
                </a:lnTo>
                <a:lnTo>
                  <a:pt x="1913" y="1644"/>
                </a:lnTo>
                <a:lnTo>
                  <a:pt x="2400" y="0"/>
                </a:lnTo>
                <a:close/>
              </a:path>
            </a:pathLst>
          </a:custGeom>
          <a:solidFill>
            <a:srgbClr val="32323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3" name="contour_09761"/>
          <p:cNvSpPr/>
          <p:nvPr/>
        </p:nvSpPr>
        <p:spPr>
          <a:xfrm>
            <a:off x="5330608" y="2259277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708" y="0"/>
                </a:lnTo>
                <a:lnTo>
                  <a:pt x="20144" y="0"/>
                </a:lnTo>
                <a:lnTo>
                  <a:pt x="21600" y="0"/>
                </a:lnTo>
                <a:lnTo>
                  <a:pt x="21341" y="2082"/>
                </a:lnTo>
                <a:lnTo>
                  <a:pt x="21064" y="4080"/>
                </a:lnTo>
                <a:lnTo>
                  <a:pt x="20760" y="6005"/>
                </a:lnTo>
                <a:lnTo>
                  <a:pt x="20421" y="7868"/>
                </a:lnTo>
                <a:lnTo>
                  <a:pt x="20034" y="9674"/>
                </a:lnTo>
                <a:lnTo>
                  <a:pt x="19587" y="11437"/>
                </a:lnTo>
                <a:lnTo>
                  <a:pt x="19075" y="13165"/>
                </a:lnTo>
                <a:lnTo>
                  <a:pt x="18483" y="14866"/>
                </a:lnTo>
                <a:lnTo>
                  <a:pt x="17801" y="16551"/>
                </a:lnTo>
                <a:lnTo>
                  <a:pt x="17021" y="18228"/>
                </a:lnTo>
                <a:lnTo>
                  <a:pt x="16131" y="19907"/>
                </a:lnTo>
                <a:lnTo>
                  <a:pt x="15120" y="21600"/>
                </a:lnTo>
                <a:lnTo>
                  <a:pt x="14051" y="20930"/>
                </a:lnTo>
                <a:lnTo>
                  <a:pt x="12977" y="20261"/>
                </a:lnTo>
                <a:lnTo>
                  <a:pt x="11895" y="19583"/>
                </a:lnTo>
                <a:lnTo>
                  <a:pt x="10800" y="18900"/>
                </a:lnTo>
                <a:lnTo>
                  <a:pt x="11336" y="17563"/>
                </a:lnTo>
                <a:lnTo>
                  <a:pt x="11871" y="16219"/>
                </a:lnTo>
                <a:lnTo>
                  <a:pt x="12414" y="14869"/>
                </a:lnTo>
                <a:lnTo>
                  <a:pt x="12960" y="13500"/>
                </a:lnTo>
                <a:lnTo>
                  <a:pt x="11532" y="13500"/>
                </a:lnTo>
                <a:lnTo>
                  <a:pt x="10096" y="13500"/>
                </a:lnTo>
                <a:lnTo>
                  <a:pt x="8640" y="13500"/>
                </a:lnTo>
                <a:lnTo>
                  <a:pt x="8817" y="12217"/>
                </a:lnTo>
                <a:lnTo>
                  <a:pt x="8999" y="10927"/>
                </a:lnTo>
                <a:lnTo>
                  <a:pt x="9180" y="9617"/>
                </a:lnTo>
                <a:lnTo>
                  <a:pt x="9003" y="8224"/>
                </a:lnTo>
                <a:lnTo>
                  <a:pt x="8821" y="6823"/>
                </a:lnTo>
                <a:lnTo>
                  <a:pt x="8640" y="5400"/>
                </a:lnTo>
                <a:lnTo>
                  <a:pt x="7223" y="4652"/>
                </a:lnTo>
                <a:lnTo>
                  <a:pt x="5830" y="4082"/>
                </a:lnTo>
                <a:lnTo>
                  <a:pt x="4437" y="3645"/>
                </a:lnTo>
                <a:lnTo>
                  <a:pt x="3018" y="3299"/>
                </a:lnTo>
                <a:lnTo>
                  <a:pt x="1549" y="2997"/>
                </a:lnTo>
                <a:lnTo>
                  <a:pt x="0" y="2700"/>
                </a:lnTo>
                <a:lnTo>
                  <a:pt x="1527" y="2700"/>
                </a:lnTo>
                <a:lnTo>
                  <a:pt x="3056" y="2700"/>
                </a:lnTo>
                <a:lnTo>
                  <a:pt x="4590" y="2700"/>
                </a:lnTo>
                <a:lnTo>
                  <a:pt x="6130" y="2700"/>
                </a:lnTo>
                <a:lnTo>
                  <a:pt x="7677" y="2700"/>
                </a:lnTo>
                <a:lnTo>
                  <a:pt x="9232" y="2700"/>
                </a:lnTo>
                <a:lnTo>
                  <a:pt x="10800" y="2700"/>
                </a:lnTo>
                <a:lnTo>
                  <a:pt x="10800" y="4304"/>
                </a:lnTo>
                <a:lnTo>
                  <a:pt x="10800" y="5913"/>
                </a:lnTo>
                <a:lnTo>
                  <a:pt x="10800" y="7528"/>
                </a:lnTo>
                <a:lnTo>
                  <a:pt x="10800" y="9156"/>
                </a:lnTo>
                <a:lnTo>
                  <a:pt x="10800" y="10800"/>
                </a:lnTo>
                <a:lnTo>
                  <a:pt x="12007" y="10284"/>
                </a:lnTo>
                <a:lnTo>
                  <a:pt x="12858" y="9831"/>
                </a:lnTo>
                <a:lnTo>
                  <a:pt x="13761" y="9188"/>
                </a:lnTo>
                <a:lnTo>
                  <a:pt x="15120" y="8100"/>
                </a:lnTo>
                <a:lnTo>
                  <a:pt x="15476" y="6707"/>
                </a:lnTo>
                <a:lnTo>
                  <a:pt x="15835" y="5303"/>
                </a:lnTo>
                <a:lnTo>
                  <a:pt x="16200" y="3883"/>
                </a:lnTo>
                <a:lnTo>
                  <a:pt x="16556" y="2600"/>
                </a:lnTo>
                <a:lnTo>
                  <a:pt x="16915" y="1310"/>
                </a:lnTo>
                <a:lnTo>
                  <a:pt x="17280" y="0"/>
                </a:lnTo>
                <a:close/>
              </a:path>
            </a:pathLst>
          </a:custGeom>
          <a:solidFill>
            <a:srgbClr val="A5A198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4" name="contour_09762"/>
          <p:cNvSpPr/>
          <p:nvPr/>
        </p:nvSpPr>
        <p:spPr>
          <a:xfrm>
            <a:off x="3792842" y="2230125"/>
            <a:ext cx="874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893" y="0"/>
                </a:lnTo>
                <a:lnTo>
                  <a:pt x="19800" y="0"/>
                </a:lnTo>
                <a:lnTo>
                  <a:pt x="19949" y="1426"/>
                </a:lnTo>
                <a:lnTo>
                  <a:pt x="20097" y="2851"/>
                </a:lnTo>
                <a:lnTo>
                  <a:pt x="20246" y="4279"/>
                </a:lnTo>
                <a:lnTo>
                  <a:pt x="20394" y="5709"/>
                </a:lnTo>
                <a:lnTo>
                  <a:pt x="20543" y="7141"/>
                </a:lnTo>
                <a:lnTo>
                  <a:pt x="20693" y="8575"/>
                </a:lnTo>
                <a:lnTo>
                  <a:pt x="20842" y="10014"/>
                </a:lnTo>
                <a:lnTo>
                  <a:pt x="20993" y="11457"/>
                </a:lnTo>
                <a:lnTo>
                  <a:pt x="21145" y="12904"/>
                </a:lnTo>
                <a:lnTo>
                  <a:pt x="21296" y="14355"/>
                </a:lnTo>
                <a:lnTo>
                  <a:pt x="21447" y="15816"/>
                </a:lnTo>
                <a:lnTo>
                  <a:pt x="21600" y="17280"/>
                </a:lnTo>
                <a:lnTo>
                  <a:pt x="20410" y="17280"/>
                </a:lnTo>
                <a:lnTo>
                  <a:pt x="19213" y="17280"/>
                </a:lnTo>
                <a:lnTo>
                  <a:pt x="18000" y="17280"/>
                </a:lnTo>
                <a:lnTo>
                  <a:pt x="18000" y="18708"/>
                </a:lnTo>
                <a:lnTo>
                  <a:pt x="18000" y="20144"/>
                </a:lnTo>
                <a:lnTo>
                  <a:pt x="18000" y="21600"/>
                </a:lnTo>
                <a:lnTo>
                  <a:pt x="16931" y="21600"/>
                </a:lnTo>
                <a:lnTo>
                  <a:pt x="15858" y="21600"/>
                </a:lnTo>
                <a:lnTo>
                  <a:pt x="14782" y="21600"/>
                </a:lnTo>
                <a:lnTo>
                  <a:pt x="13696" y="21600"/>
                </a:lnTo>
                <a:lnTo>
                  <a:pt x="12600" y="21600"/>
                </a:lnTo>
                <a:lnTo>
                  <a:pt x="12600" y="20172"/>
                </a:lnTo>
                <a:lnTo>
                  <a:pt x="12600" y="18736"/>
                </a:lnTo>
                <a:lnTo>
                  <a:pt x="12600" y="17280"/>
                </a:lnTo>
                <a:lnTo>
                  <a:pt x="11353" y="17280"/>
                </a:lnTo>
                <a:lnTo>
                  <a:pt x="10103" y="17280"/>
                </a:lnTo>
                <a:lnTo>
                  <a:pt x="8854" y="17280"/>
                </a:lnTo>
                <a:lnTo>
                  <a:pt x="7603" y="17280"/>
                </a:lnTo>
                <a:lnTo>
                  <a:pt x="6347" y="17280"/>
                </a:lnTo>
                <a:lnTo>
                  <a:pt x="5089" y="17280"/>
                </a:lnTo>
                <a:lnTo>
                  <a:pt x="3825" y="17280"/>
                </a:lnTo>
                <a:lnTo>
                  <a:pt x="2556" y="17280"/>
                </a:lnTo>
                <a:lnTo>
                  <a:pt x="1282" y="17280"/>
                </a:lnTo>
                <a:lnTo>
                  <a:pt x="0" y="17280"/>
                </a:lnTo>
                <a:lnTo>
                  <a:pt x="0" y="16209"/>
                </a:lnTo>
                <a:lnTo>
                  <a:pt x="0" y="15120"/>
                </a:lnTo>
                <a:lnTo>
                  <a:pt x="1273" y="15120"/>
                </a:lnTo>
                <a:lnTo>
                  <a:pt x="2547" y="15120"/>
                </a:lnTo>
                <a:lnTo>
                  <a:pt x="3820" y="15120"/>
                </a:lnTo>
                <a:lnTo>
                  <a:pt x="5096" y="15120"/>
                </a:lnTo>
                <a:lnTo>
                  <a:pt x="6372" y="15120"/>
                </a:lnTo>
                <a:lnTo>
                  <a:pt x="7652" y="15120"/>
                </a:lnTo>
                <a:lnTo>
                  <a:pt x="8932" y="15120"/>
                </a:lnTo>
                <a:lnTo>
                  <a:pt x="10217" y="15120"/>
                </a:lnTo>
                <a:lnTo>
                  <a:pt x="11504" y="15120"/>
                </a:lnTo>
                <a:lnTo>
                  <a:pt x="12794" y="15120"/>
                </a:lnTo>
                <a:lnTo>
                  <a:pt x="14089" y="15120"/>
                </a:lnTo>
                <a:lnTo>
                  <a:pt x="15388" y="15120"/>
                </a:lnTo>
                <a:lnTo>
                  <a:pt x="16691" y="15120"/>
                </a:lnTo>
                <a:lnTo>
                  <a:pt x="18000" y="15120"/>
                </a:lnTo>
                <a:lnTo>
                  <a:pt x="18000" y="13623"/>
                </a:lnTo>
                <a:lnTo>
                  <a:pt x="18000" y="12124"/>
                </a:lnTo>
                <a:lnTo>
                  <a:pt x="18000" y="10625"/>
                </a:lnTo>
                <a:lnTo>
                  <a:pt x="18000" y="9124"/>
                </a:lnTo>
                <a:lnTo>
                  <a:pt x="18000" y="7616"/>
                </a:lnTo>
                <a:lnTo>
                  <a:pt x="18000" y="6106"/>
                </a:lnTo>
                <a:lnTo>
                  <a:pt x="18000" y="4590"/>
                </a:lnTo>
                <a:lnTo>
                  <a:pt x="18000" y="3067"/>
                </a:lnTo>
                <a:lnTo>
                  <a:pt x="18000" y="1538"/>
                </a:lnTo>
                <a:lnTo>
                  <a:pt x="18000" y="0"/>
                </a:lnTo>
                <a:close/>
              </a:path>
            </a:pathLst>
          </a:custGeom>
          <a:solidFill>
            <a:srgbClr val="77726B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5" name="contour_09763"/>
          <p:cNvSpPr/>
          <p:nvPr/>
        </p:nvSpPr>
        <p:spPr>
          <a:xfrm>
            <a:off x="7298366" y="2280391"/>
            <a:ext cx="94744" cy="300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40"/>
                </a:moveTo>
                <a:lnTo>
                  <a:pt x="1233" y="372"/>
                </a:lnTo>
                <a:lnTo>
                  <a:pt x="2446" y="220"/>
                </a:lnTo>
                <a:lnTo>
                  <a:pt x="3640" y="105"/>
                </a:lnTo>
                <a:lnTo>
                  <a:pt x="4818" y="26"/>
                </a:lnTo>
                <a:lnTo>
                  <a:pt x="5980" y="0"/>
                </a:lnTo>
                <a:lnTo>
                  <a:pt x="7130" y="37"/>
                </a:lnTo>
                <a:lnTo>
                  <a:pt x="8268" y="147"/>
                </a:lnTo>
                <a:lnTo>
                  <a:pt x="9396" y="341"/>
                </a:lnTo>
                <a:lnTo>
                  <a:pt x="10516" y="629"/>
                </a:lnTo>
                <a:lnTo>
                  <a:pt x="11627" y="1023"/>
                </a:lnTo>
                <a:lnTo>
                  <a:pt x="12736" y="1531"/>
                </a:lnTo>
                <a:lnTo>
                  <a:pt x="13839" y="2166"/>
                </a:lnTo>
                <a:lnTo>
                  <a:pt x="14941" y="2937"/>
                </a:lnTo>
                <a:lnTo>
                  <a:pt x="16042" y="3854"/>
                </a:lnTo>
                <a:lnTo>
                  <a:pt x="17144" y="4929"/>
                </a:lnTo>
                <a:lnTo>
                  <a:pt x="18250" y="6177"/>
                </a:lnTo>
                <a:lnTo>
                  <a:pt x="19360" y="7599"/>
                </a:lnTo>
                <a:lnTo>
                  <a:pt x="20477" y="9214"/>
                </a:lnTo>
                <a:lnTo>
                  <a:pt x="21600" y="11028"/>
                </a:lnTo>
                <a:lnTo>
                  <a:pt x="20601" y="13918"/>
                </a:lnTo>
                <a:lnTo>
                  <a:pt x="19678" y="16309"/>
                </a:lnTo>
                <a:lnTo>
                  <a:pt x="18775" y="18228"/>
                </a:lnTo>
                <a:lnTo>
                  <a:pt x="17840" y="19696"/>
                </a:lnTo>
                <a:lnTo>
                  <a:pt x="16818" y="20735"/>
                </a:lnTo>
                <a:lnTo>
                  <a:pt x="15655" y="21359"/>
                </a:lnTo>
                <a:lnTo>
                  <a:pt x="14298" y="21600"/>
                </a:lnTo>
                <a:lnTo>
                  <a:pt x="13053" y="21018"/>
                </a:lnTo>
                <a:lnTo>
                  <a:pt x="11865" y="20331"/>
                </a:lnTo>
                <a:lnTo>
                  <a:pt x="10725" y="19529"/>
                </a:lnTo>
                <a:lnTo>
                  <a:pt x="9630" y="18600"/>
                </a:lnTo>
                <a:lnTo>
                  <a:pt x="8574" y="17536"/>
                </a:lnTo>
                <a:lnTo>
                  <a:pt x="7552" y="16335"/>
                </a:lnTo>
                <a:lnTo>
                  <a:pt x="6560" y="14977"/>
                </a:lnTo>
                <a:lnTo>
                  <a:pt x="5591" y="13467"/>
                </a:lnTo>
                <a:lnTo>
                  <a:pt x="4641" y="11783"/>
                </a:lnTo>
                <a:lnTo>
                  <a:pt x="3705" y="9922"/>
                </a:lnTo>
                <a:lnTo>
                  <a:pt x="2778" y="7876"/>
                </a:lnTo>
                <a:lnTo>
                  <a:pt x="1856" y="5637"/>
                </a:lnTo>
                <a:lnTo>
                  <a:pt x="930" y="3194"/>
                </a:lnTo>
                <a:lnTo>
                  <a:pt x="0" y="540"/>
                </a:lnTo>
                <a:close/>
              </a:path>
            </a:pathLst>
          </a:custGeom>
          <a:solidFill>
            <a:srgbClr val="EF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6" name="contour_09764"/>
          <p:cNvSpPr/>
          <p:nvPr/>
        </p:nvSpPr>
        <p:spPr>
          <a:xfrm>
            <a:off x="5046377" y="2258782"/>
            <a:ext cx="65592" cy="44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240"/>
                </a:moveTo>
                <a:lnTo>
                  <a:pt x="16212" y="81"/>
                </a:lnTo>
                <a:lnTo>
                  <a:pt x="17494" y="0"/>
                </a:lnTo>
                <a:lnTo>
                  <a:pt x="18588" y="0"/>
                </a:lnTo>
                <a:lnTo>
                  <a:pt x="19841" y="81"/>
                </a:lnTo>
                <a:lnTo>
                  <a:pt x="21600" y="240"/>
                </a:lnTo>
                <a:lnTo>
                  <a:pt x="21341" y="2819"/>
                </a:lnTo>
                <a:lnTo>
                  <a:pt x="21055" y="5329"/>
                </a:lnTo>
                <a:lnTo>
                  <a:pt x="20724" y="7767"/>
                </a:lnTo>
                <a:lnTo>
                  <a:pt x="20333" y="10146"/>
                </a:lnTo>
                <a:lnTo>
                  <a:pt x="19862" y="12472"/>
                </a:lnTo>
                <a:lnTo>
                  <a:pt x="19291" y="14752"/>
                </a:lnTo>
                <a:lnTo>
                  <a:pt x="18602" y="16990"/>
                </a:lnTo>
                <a:lnTo>
                  <a:pt x="17779" y="19200"/>
                </a:lnTo>
                <a:lnTo>
                  <a:pt x="16800" y="21385"/>
                </a:lnTo>
                <a:lnTo>
                  <a:pt x="15043" y="21572"/>
                </a:lnTo>
                <a:lnTo>
                  <a:pt x="13322" y="21600"/>
                </a:lnTo>
                <a:lnTo>
                  <a:pt x="11630" y="21487"/>
                </a:lnTo>
                <a:lnTo>
                  <a:pt x="9960" y="21241"/>
                </a:lnTo>
                <a:lnTo>
                  <a:pt x="8306" y="20881"/>
                </a:lnTo>
                <a:lnTo>
                  <a:pt x="6658" y="20419"/>
                </a:lnTo>
                <a:lnTo>
                  <a:pt x="5011" y="19873"/>
                </a:lnTo>
                <a:lnTo>
                  <a:pt x="3358" y="19256"/>
                </a:lnTo>
                <a:lnTo>
                  <a:pt x="1690" y="18580"/>
                </a:lnTo>
                <a:lnTo>
                  <a:pt x="0" y="17861"/>
                </a:lnTo>
                <a:lnTo>
                  <a:pt x="0" y="15531"/>
                </a:lnTo>
                <a:lnTo>
                  <a:pt x="0" y="13188"/>
                </a:lnTo>
                <a:lnTo>
                  <a:pt x="0" y="10812"/>
                </a:lnTo>
                <a:lnTo>
                  <a:pt x="1260" y="10999"/>
                </a:lnTo>
                <a:lnTo>
                  <a:pt x="2542" y="11182"/>
                </a:lnTo>
                <a:lnTo>
                  <a:pt x="4154" y="11313"/>
                </a:lnTo>
                <a:lnTo>
                  <a:pt x="5731" y="11394"/>
                </a:lnTo>
                <a:lnTo>
                  <a:pt x="7284" y="11408"/>
                </a:lnTo>
                <a:lnTo>
                  <a:pt x="8834" y="11334"/>
                </a:lnTo>
                <a:lnTo>
                  <a:pt x="10402" y="11140"/>
                </a:lnTo>
                <a:lnTo>
                  <a:pt x="12000" y="10812"/>
                </a:lnTo>
                <a:lnTo>
                  <a:pt x="12739" y="8190"/>
                </a:lnTo>
                <a:lnTo>
                  <a:pt x="13234" y="6330"/>
                </a:lnTo>
                <a:lnTo>
                  <a:pt x="13598" y="4722"/>
                </a:lnTo>
                <a:lnTo>
                  <a:pt x="13949" y="2862"/>
                </a:lnTo>
                <a:lnTo>
                  <a:pt x="14400" y="240"/>
                </a:lnTo>
                <a:close/>
              </a:path>
            </a:pathLst>
          </a:custGeom>
          <a:solidFill>
            <a:srgbClr val="B1C8D2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7" name="contour_09765"/>
          <p:cNvSpPr/>
          <p:nvPr/>
        </p:nvSpPr>
        <p:spPr>
          <a:xfrm>
            <a:off x="7006847" y="2259277"/>
            <a:ext cx="80168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4466" y="2775"/>
                </a:lnTo>
                <a:lnTo>
                  <a:pt x="14912" y="4768"/>
                </a:lnTo>
                <a:lnTo>
                  <a:pt x="15263" y="6929"/>
                </a:lnTo>
                <a:lnTo>
                  <a:pt x="15709" y="10220"/>
                </a:lnTo>
                <a:lnTo>
                  <a:pt x="16879" y="11303"/>
                </a:lnTo>
                <a:lnTo>
                  <a:pt x="18054" y="12356"/>
                </a:lnTo>
                <a:lnTo>
                  <a:pt x="19232" y="13378"/>
                </a:lnTo>
                <a:lnTo>
                  <a:pt x="20414" y="14369"/>
                </a:lnTo>
                <a:lnTo>
                  <a:pt x="21600" y="15330"/>
                </a:lnTo>
                <a:lnTo>
                  <a:pt x="21600" y="17865"/>
                </a:lnTo>
                <a:lnTo>
                  <a:pt x="21600" y="20440"/>
                </a:lnTo>
                <a:lnTo>
                  <a:pt x="20216" y="20563"/>
                </a:lnTo>
                <a:lnTo>
                  <a:pt x="18829" y="20670"/>
                </a:lnTo>
                <a:lnTo>
                  <a:pt x="17445" y="20767"/>
                </a:lnTo>
                <a:lnTo>
                  <a:pt x="16061" y="20854"/>
                </a:lnTo>
                <a:lnTo>
                  <a:pt x="14674" y="20936"/>
                </a:lnTo>
                <a:lnTo>
                  <a:pt x="13290" y="21007"/>
                </a:lnTo>
                <a:lnTo>
                  <a:pt x="11904" y="21079"/>
                </a:lnTo>
                <a:lnTo>
                  <a:pt x="11210" y="21140"/>
                </a:lnTo>
                <a:lnTo>
                  <a:pt x="9117" y="21339"/>
                </a:lnTo>
                <a:lnTo>
                  <a:pt x="7794" y="21385"/>
                </a:lnTo>
                <a:lnTo>
                  <a:pt x="6451" y="21436"/>
                </a:lnTo>
                <a:lnTo>
                  <a:pt x="5229" y="21518"/>
                </a:lnTo>
                <a:lnTo>
                  <a:pt x="3988" y="21600"/>
                </a:lnTo>
                <a:lnTo>
                  <a:pt x="2985" y="21023"/>
                </a:lnTo>
                <a:lnTo>
                  <a:pt x="1964" y="20440"/>
                </a:lnTo>
                <a:lnTo>
                  <a:pt x="1223" y="17369"/>
                </a:lnTo>
                <a:lnTo>
                  <a:pt x="772" y="15284"/>
                </a:lnTo>
                <a:lnTo>
                  <a:pt x="424" y="13220"/>
                </a:lnTo>
                <a:lnTo>
                  <a:pt x="0" y="10220"/>
                </a:lnTo>
                <a:lnTo>
                  <a:pt x="1123" y="9234"/>
                </a:lnTo>
                <a:lnTo>
                  <a:pt x="2246" y="8263"/>
                </a:lnTo>
                <a:lnTo>
                  <a:pt x="3370" y="7302"/>
                </a:lnTo>
                <a:lnTo>
                  <a:pt x="4495" y="6352"/>
                </a:lnTo>
                <a:lnTo>
                  <a:pt x="5622" y="5406"/>
                </a:lnTo>
                <a:lnTo>
                  <a:pt x="6751" y="4471"/>
                </a:lnTo>
                <a:lnTo>
                  <a:pt x="7232" y="4042"/>
                </a:lnTo>
                <a:lnTo>
                  <a:pt x="8687" y="2734"/>
                </a:lnTo>
                <a:lnTo>
                  <a:pt x="9812" y="1850"/>
                </a:lnTo>
                <a:lnTo>
                  <a:pt x="10714" y="1267"/>
                </a:lnTo>
                <a:lnTo>
                  <a:pt x="11866" y="736"/>
                </a:lnTo>
                <a:lnTo>
                  <a:pt x="13745" y="0"/>
                </a:lnTo>
                <a:close/>
              </a:path>
            </a:pathLst>
          </a:custGeom>
          <a:solidFill>
            <a:srgbClr val="E5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8" name="contour_09766"/>
          <p:cNvSpPr/>
          <p:nvPr/>
        </p:nvSpPr>
        <p:spPr>
          <a:xfrm>
            <a:off x="5520096" y="2241815"/>
            <a:ext cx="72880" cy="46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1337"/>
                </a:moveTo>
                <a:lnTo>
                  <a:pt x="8819" y="594"/>
                </a:lnTo>
                <a:lnTo>
                  <a:pt x="10478" y="149"/>
                </a:lnTo>
                <a:lnTo>
                  <a:pt x="11696" y="0"/>
                </a:lnTo>
                <a:lnTo>
                  <a:pt x="12718" y="149"/>
                </a:lnTo>
                <a:lnTo>
                  <a:pt x="13779" y="594"/>
                </a:lnTo>
                <a:lnTo>
                  <a:pt x="15120" y="1337"/>
                </a:lnTo>
                <a:lnTo>
                  <a:pt x="15941" y="3249"/>
                </a:lnTo>
                <a:lnTo>
                  <a:pt x="16708" y="5187"/>
                </a:lnTo>
                <a:lnTo>
                  <a:pt x="17427" y="7149"/>
                </a:lnTo>
                <a:lnTo>
                  <a:pt x="18105" y="9138"/>
                </a:lnTo>
                <a:lnTo>
                  <a:pt x="18744" y="11155"/>
                </a:lnTo>
                <a:lnTo>
                  <a:pt x="19356" y="13194"/>
                </a:lnTo>
                <a:lnTo>
                  <a:pt x="19941" y="15261"/>
                </a:lnTo>
                <a:lnTo>
                  <a:pt x="20507" y="17348"/>
                </a:lnTo>
                <a:lnTo>
                  <a:pt x="21058" y="19462"/>
                </a:lnTo>
                <a:lnTo>
                  <a:pt x="21600" y="21600"/>
                </a:lnTo>
                <a:lnTo>
                  <a:pt x="20077" y="21195"/>
                </a:lnTo>
                <a:lnTo>
                  <a:pt x="18576" y="20749"/>
                </a:lnTo>
                <a:lnTo>
                  <a:pt x="17092" y="20269"/>
                </a:lnTo>
                <a:lnTo>
                  <a:pt x="15625" y="19753"/>
                </a:lnTo>
                <a:lnTo>
                  <a:pt x="14174" y="19195"/>
                </a:lnTo>
                <a:lnTo>
                  <a:pt x="12733" y="18601"/>
                </a:lnTo>
                <a:lnTo>
                  <a:pt x="11303" y="17966"/>
                </a:lnTo>
                <a:lnTo>
                  <a:pt x="9882" y="17294"/>
                </a:lnTo>
                <a:lnTo>
                  <a:pt x="8467" y="16582"/>
                </a:lnTo>
                <a:lnTo>
                  <a:pt x="7057" y="15832"/>
                </a:lnTo>
                <a:lnTo>
                  <a:pt x="5648" y="15038"/>
                </a:lnTo>
                <a:lnTo>
                  <a:pt x="4240" y="14208"/>
                </a:lnTo>
                <a:lnTo>
                  <a:pt x="2832" y="13336"/>
                </a:lnTo>
                <a:lnTo>
                  <a:pt x="1419" y="12421"/>
                </a:lnTo>
                <a:lnTo>
                  <a:pt x="0" y="11469"/>
                </a:lnTo>
                <a:lnTo>
                  <a:pt x="475" y="11283"/>
                </a:lnTo>
                <a:lnTo>
                  <a:pt x="1315" y="10955"/>
                </a:lnTo>
                <a:lnTo>
                  <a:pt x="3240" y="10202"/>
                </a:lnTo>
                <a:lnTo>
                  <a:pt x="4311" y="9507"/>
                </a:lnTo>
                <a:lnTo>
                  <a:pt x="5387" y="8801"/>
                </a:lnTo>
                <a:lnTo>
                  <a:pt x="6480" y="8092"/>
                </a:lnTo>
                <a:lnTo>
                  <a:pt x="6480" y="5859"/>
                </a:lnTo>
                <a:lnTo>
                  <a:pt x="6480" y="3614"/>
                </a:lnTo>
                <a:lnTo>
                  <a:pt x="6480" y="1337"/>
                </a:lnTo>
                <a:close/>
              </a:path>
            </a:pathLst>
          </a:custGeom>
          <a:solidFill>
            <a:srgbClr val="51504B"/>
          </a:solidFill>
          <a:ln>
            <a:noFill/>
          </a:ln>
        </p:spPr>
        <p:txBody>
          <a:bodyPr/>
          <a:lstStyle/>
          <a:p/>
        </p:txBody>
      </p:sp>
      <p:sp>
        <p:nvSpPr>
          <p:cNvPr id="9769" name="contour_09767"/>
          <p:cNvSpPr/>
          <p:nvPr/>
        </p:nvSpPr>
        <p:spPr>
          <a:xfrm>
            <a:off x="6999559" y="2215549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537" y="670"/>
                </a:lnTo>
                <a:lnTo>
                  <a:pt x="18878" y="1339"/>
                </a:lnTo>
                <a:lnTo>
                  <a:pt x="20231" y="2017"/>
                </a:lnTo>
                <a:lnTo>
                  <a:pt x="21600" y="2700"/>
                </a:lnTo>
                <a:lnTo>
                  <a:pt x="20647" y="5970"/>
                </a:lnTo>
                <a:lnTo>
                  <a:pt x="19856" y="8610"/>
                </a:lnTo>
                <a:lnTo>
                  <a:pt x="19178" y="10716"/>
                </a:lnTo>
                <a:lnTo>
                  <a:pt x="18560" y="12379"/>
                </a:lnTo>
                <a:lnTo>
                  <a:pt x="17958" y="13692"/>
                </a:lnTo>
                <a:lnTo>
                  <a:pt x="17320" y="14750"/>
                </a:lnTo>
                <a:lnTo>
                  <a:pt x="16597" y="15644"/>
                </a:lnTo>
                <a:lnTo>
                  <a:pt x="15744" y="16473"/>
                </a:lnTo>
                <a:lnTo>
                  <a:pt x="14707" y="17326"/>
                </a:lnTo>
                <a:lnTo>
                  <a:pt x="13438" y="18298"/>
                </a:lnTo>
                <a:lnTo>
                  <a:pt x="11945" y="19019"/>
                </a:lnTo>
                <a:lnTo>
                  <a:pt x="10781" y="19548"/>
                </a:lnTo>
                <a:lnTo>
                  <a:pt x="9561" y="20050"/>
                </a:lnTo>
                <a:lnTo>
                  <a:pt x="7895" y="20682"/>
                </a:lnTo>
                <a:lnTo>
                  <a:pt x="5400" y="21600"/>
                </a:lnTo>
                <a:lnTo>
                  <a:pt x="4509" y="20263"/>
                </a:lnTo>
                <a:lnTo>
                  <a:pt x="3615" y="18924"/>
                </a:lnTo>
                <a:lnTo>
                  <a:pt x="2722" y="17580"/>
                </a:lnTo>
                <a:lnTo>
                  <a:pt x="1820" y="16230"/>
                </a:lnTo>
                <a:lnTo>
                  <a:pt x="913" y="14872"/>
                </a:lnTo>
                <a:lnTo>
                  <a:pt x="0" y="13500"/>
                </a:lnTo>
                <a:lnTo>
                  <a:pt x="1785" y="13500"/>
                </a:lnTo>
                <a:lnTo>
                  <a:pt x="3580" y="13500"/>
                </a:lnTo>
                <a:lnTo>
                  <a:pt x="5400" y="13500"/>
                </a:lnTo>
                <a:lnTo>
                  <a:pt x="5400" y="11715"/>
                </a:lnTo>
                <a:lnTo>
                  <a:pt x="5400" y="9920"/>
                </a:lnTo>
                <a:lnTo>
                  <a:pt x="5400" y="8100"/>
                </a:lnTo>
                <a:lnTo>
                  <a:pt x="7182" y="8100"/>
                </a:lnTo>
                <a:lnTo>
                  <a:pt x="8967" y="8100"/>
                </a:lnTo>
                <a:lnTo>
                  <a:pt x="10760" y="8100"/>
                </a:lnTo>
                <a:lnTo>
                  <a:pt x="12560" y="8100"/>
                </a:lnTo>
                <a:lnTo>
                  <a:pt x="14372" y="8100"/>
                </a:lnTo>
                <a:lnTo>
                  <a:pt x="16200" y="8100"/>
                </a:lnTo>
                <a:lnTo>
                  <a:pt x="16200" y="6496"/>
                </a:lnTo>
                <a:lnTo>
                  <a:pt x="16200" y="4887"/>
                </a:lnTo>
                <a:lnTo>
                  <a:pt x="16200" y="3272"/>
                </a:lnTo>
                <a:lnTo>
                  <a:pt x="16200" y="1644"/>
                </a:lnTo>
                <a:lnTo>
                  <a:pt x="16200" y="0"/>
                </a:lnTo>
                <a:close/>
              </a:path>
            </a:pathLst>
          </a:custGeom>
          <a:solidFill>
            <a:srgbClr val="928597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0" name="contour_09768"/>
          <p:cNvSpPr/>
          <p:nvPr/>
        </p:nvSpPr>
        <p:spPr>
          <a:xfrm>
            <a:off x="2051012" y="2237996"/>
            <a:ext cx="51016" cy="358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1572"/>
                </a:moveTo>
                <a:lnTo>
                  <a:pt x="16342" y="2243"/>
                </a:lnTo>
                <a:lnTo>
                  <a:pt x="18443" y="2928"/>
                </a:lnTo>
                <a:lnTo>
                  <a:pt x="20008" y="3477"/>
                </a:lnTo>
                <a:lnTo>
                  <a:pt x="21600" y="4039"/>
                </a:lnTo>
                <a:lnTo>
                  <a:pt x="21298" y="7174"/>
                </a:lnTo>
                <a:lnTo>
                  <a:pt x="20986" y="9426"/>
                </a:lnTo>
                <a:lnTo>
                  <a:pt x="20517" y="11428"/>
                </a:lnTo>
                <a:lnTo>
                  <a:pt x="19742" y="13812"/>
                </a:lnTo>
                <a:lnTo>
                  <a:pt x="18514" y="17210"/>
                </a:lnTo>
                <a:lnTo>
                  <a:pt x="16620" y="18101"/>
                </a:lnTo>
                <a:lnTo>
                  <a:pt x="14722" y="18865"/>
                </a:lnTo>
                <a:lnTo>
                  <a:pt x="12815" y="19515"/>
                </a:lnTo>
                <a:lnTo>
                  <a:pt x="10902" y="20063"/>
                </a:lnTo>
                <a:lnTo>
                  <a:pt x="8973" y="20533"/>
                </a:lnTo>
                <a:lnTo>
                  <a:pt x="7029" y="20933"/>
                </a:lnTo>
                <a:lnTo>
                  <a:pt x="5070" y="21284"/>
                </a:lnTo>
                <a:lnTo>
                  <a:pt x="3086" y="21600"/>
                </a:lnTo>
                <a:lnTo>
                  <a:pt x="2419" y="18777"/>
                </a:lnTo>
                <a:lnTo>
                  <a:pt x="1777" y="15941"/>
                </a:lnTo>
                <a:lnTo>
                  <a:pt x="1157" y="13092"/>
                </a:lnTo>
                <a:lnTo>
                  <a:pt x="617" y="10721"/>
                </a:lnTo>
                <a:lnTo>
                  <a:pt x="71" y="8311"/>
                </a:lnTo>
                <a:lnTo>
                  <a:pt x="37" y="6190"/>
                </a:lnTo>
                <a:lnTo>
                  <a:pt x="0" y="4039"/>
                </a:lnTo>
                <a:lnTo>
                  <a:pt x="2000" y="2068"/>
                </a:lnTo>
                <a:lnTo>
                  <a:pt x="3922" y="803"/>
                </a:lnTo>
                <a:lnTo>
                  <a:pt x="5826" y="149"/>
                </a:lnTo>
                <a:lnTo>
                  <a:pt x="7761" y="0"/>
                </a:lnTo>
                <a:lnTo>
                  <a:pt x="9779" y="255"/>
                </a:lnTo>
                <a:lnTo>
                  <a:pt x="11929" y="812"/>
                </a:lnTo>
                <a:lnTo>
                  <a:pt x="14271" y="1572"/>
                </a:lnTo>
                <a:close/>
              </a:path>
            </a:pathLst>
          </a:custGeom>
          <a:solidFill>
            <a:srgbClr val="EFDFA7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1" name="contour_09769"/>
          <p:cNvSpPr/>
          <p:nvPr/>
        </p:nvSpPr>
        <p:spPr>
          <a:xfrm>
            <a:off x="1619053" y="2244701"/>
            <a:ext cx="4569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75" y="0"/>
                </a:moveTo>
                <a:lnTo>
                  <a:pt x="6821" y="324"/>
                </a:lnTo>
                <a:lnTo>
                  <a:pt x="8557" y="631"/>
                </a:lnTo>
                <a:lnTo>
                  <a:pt x="10407" y="1093"/>
                </a:lnTo>
                <a:lnTo>
                  <a:pt x="13201" y="1892"/>
                </a:lnTo>
                <a:lnTo>
                  <a:pt x="15561" y="2553"/>
                </a:lnTo>
                <a:lnTo>
                  <a:pt x="17952" y="3223"/>
                </a:lnTo>
                <a:lnTo>
                  <a:pt x="19764" y="3767"/>
                </a:lnTo>
                <a:lnTo>
                  <a:pt x="21600" y="4320"/>
                </a:lnTo>
                <a:lnTo>
                  <a:pt x="21032" y="7171"/>
                </a:lnTo>
                <a:lnTo>
                  <a:pt x="20463" y="10027"/>
                </a:lnTo>
                <a:lnTo>
                  <a:pt x="19891" y="12895"/>
                </a:lnTo>
                <a:lnTo>
                  <a:pt x="19316" y="15777"/>
                </a:lnTo>
                <a:lnTo>
                  <a:pt x="18737" y="18675"/>
                </a:lnTo>
                <a:lnTo>
                  <a:pt x="18155" y="21600"/>
                </a:lnTo>
                <a:lnTo>
                  <a:pt x="15936" y="21302"/>
                </a:lnTo>
                <a:lnTo>
                  <a:pt x="13745" y="20969"/>
                </a:lnTo>
                <a:lnTo>
                  <a:pt x="11572" y="20589"/>
                </a:lnTo>
                <a:lnTo>
                  <a:pt x="9419" y="20140"/>
                </a:lnTo>
                <a:lnTo>
                  <a:pt x="7279" y="19600"/>
                </a:lnTo>
                <a:lnTo>
                  <a:pt x="5154" y="18956"/>
                </a:lnTo>
                <a:lnTo>
                  <a:pt x="3038" y="18192"/>
                </a:lnTo>
                <a:lnTo>
                  <a:pt x="930" y="17280"/>
                </a:lnTo>
                <a:lnTo>
                  <a:pt x="310" y="14066"/>
                </a:lnTo>
                <a:lnTo>
                  <a:pt x="0" y="11785"/>
                </a:lnTo>
                <a:lnTo>
                  <a:pt x="0" y="9815"/>
                </a:lnTo>
                <a:lnTo>
                  <a:pt x="310" y="7534"/>
                </a:lnTo>
                <a:lnTo>
                  <a:pt x="930" y="4320"/>
                </a:lnTo>
                <a:lnTo>
                  <a:pt x="2639" y="2177"/>
                </a:lnTo>
                <a:lnTo>
                  <a:pt x="4375" y="0"/>
                </a:lnTo>
                <a:close/>
              </a:path>
            </a:pathLst>
          </a:custGeom>
          <a:solidFill>
            <a:srgbClr val="020202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2" name="contour_09770"/>
          <p:cNvSpPr/>
          <p:nvPr/>
        </p:nvSpPr>
        <p:spPr>
          <a:xfrm>
            <a:off x="5111969" y="2208261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977" y="1466"/>
                </a:lnTo>
                <a:lnTo>
                  <a:pt x="11159" y="2941"/>
                </a:lnTo>
                <a:lnTo>
                  <a:pt x="11340" y="4437"/>
                </a:lnTo>
                <a:lnTo>
                  <a:pt x="12310" y="7245"/>
                </a:lnTo>
                <a:lnTo>
                  <a:pt x="13016" y="8819"/>
                </a:lnTo>
                <a:lnTo>
                  <a:pt x="13807" y="9732"/>
                </a:lnTo>
                <a:lnTo>
                  <a:pt x="15027" y="10559"/>
                </a:lnTo>
                <a:lnTo>
                  <a:pt x="16332" y="10982"/>
                </a:lnTo>
                <a:lnTo>
                  <a:pt x="17643" y="11362"/>
                </a:lnTo>
                <a:lnTo>
                  <a:pt x="18960" y="11710"/>
                </a:lnTo>
                <a:lnTo>
                  <a:pt x="20280" y="12034"/>
                </a:lnTo>
                <a:lnTo>
                  <a:pt x="21600" y="12343"/>
                </a:lnTo>
                <a:lnTo>
                  <a:pt x="21282" y="13022"/>
                </a:lnTo>
                <a:lnTo>
                  <a:pt x="20965" y="13704"/>
                </a:lnTo>
                <a:lnTo>
                  <a:pt x="20526" y="14645"/>
                </a:lnTo>
                <a:lnTo>
                  <a:pt x="19844" y="16104"/>
                </a:lnTo>
                <a:lnTo>
                  <a:pt x="18803" y="18335"/>
                </a:lnTo>
                <a:lnTo>
                  <a:pt x="17280" y="21600"/>
                </a:lnTo>
                <a:lnTo>
                  <a:pt x="16476" y="20069"/>
                </a:lnTo>
                <a:lnTo>
                  <a:pt x="15660" y="18514"/>
                </a:lnTo>
                <a:lnTo>
                  <a:pt x="14256" y="17086"/>
                </a:lnTo>
                <a:lnTo>
                  <a:pt x="12934" y="16092"/>
                </a:lnTo>
                <a:lnTo>
                  <a:pt x="11651" y="15463"/>
                </a:lnTo>
                <a:lnTo>
                  <a:pt x="10366" y="15129"/>
                </a:lnTo>
                <a:lnTo>
                  <a:pt x="9031" y="15027"/>
                </a:lnTo>
                <a:lnTo>
                  <a:pt x="7608" y="15089"/>
                </a:lnTo>
                <a:lnTo>
                  <a:pt x="6052" y="15247"/>
                </a:lnTo>
                <a:lnTo>
                  <a:pt x="4320" y="15429"/>
                </a:lnTo>
                <a:lnTo>
                  <a:pt x="4320" y="13389"/>
                </a:lnTo>
                <a:lnTo>
                  <a:pt x="4320" y="11337"/>
                </a:lnTo>
                <a:lnTo>
                  <a:pt x="4320" y="9257"/>
                </a:lnTo>
                <a:lnTo>
                  <a:pt x="3251" y="8492"/>
                </a:lnTo>
                <a:lnTo>
                  <a:pt x="2177" y="7727"/>
                </a:lnTo>
                <a:lnTo>
                  <a:pt x="1095" y="6952"/>
                </a:lnTo>
                <a:lnTo>
                  <a:pt x="0" y="6171"/>
                </a:lnTo>
                <a:lnTo>
                  <a:pt x="1337" y="5406"/>
                </a:lnTo>
                <a:lnTo>
                  <a:pt x="2674" y="4644"/>
                </a:lnTo>
                <a:lnTo>
                  <a:pt x="4015" y="3876"/>
                </a:lnTo>
                <a:lnTo>
                  <a:pt x="5359" y="3107"/>
                </a:lnTo>
                <a:lnTo>
                  <a:pt x="6709" y="2339"/>
                </a:lnTo>
                <a:lnTo>
                  <a:pt x="8065" y="1564"/>
                </a:lnTo>
                <a:lnTo>
                  <a:pt x="9428" y="784"/>
                </a:lnTo>
                <a:lnTo>
                  <a:pt x="10800" y="0"/>
                </a:lnTo>
                <a:close/>
              </a:path>
            </a:pathLst>
          </a:custGeom>
          <a:solidFill>
            <a:srgbClr val="83A2B3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3" name="contour_09771"/>
          <p:cNvSpPr/>
          <p:nvPr/>
        </p:nvSpPr>
        <p:spPr>
          <a:xfrm>
            <a:off x="1408955" y="2193685"/>
            <a:ext cx="7359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49" y="0"/>
                </a:moveTo>
                <a:lnTo>
                  <a:pt x="2522" y="1301"/>
                </a:lnTo>
                <a:lnTo>
                  <a:pt x="2697" y="2608"/>
                </a:lnTo>
                <a:lnTo>
                  <a:pt x="2875" y="3934"/>
                </a:lnTo>
                <a:lnTo>
                  <a:pt x="3407" y="5311"/>
                </a:lnTo>
                <a:lnTo>
                  <a:pt x="3944" y="6696"/>
                </a:lnTo>
                <a:lnTo>
                  <a:pt x="4488" y="8100"/>
                </a:lnTo>
                <a:lnTo>
                  <a:pt x="5998" y="8602"/>
                </a:lnTo>
                <a:lnTo>
                  <a:pt x="7427" y="9015"/>
                </a:lnTo>
                <a:lnTo>
                  <a:pt x="8815" y="9347"/>
                </a:lnTo>
                <a:lnTo>
                  <a:pt x="10207" y="9612"/>
                </a:lnTo>
                <a:lnTo>
                  <a:pt x="11647" y="9812"/>
                </a:lnTo>
                <a:lnTo>
                  <a:pt x="13176" y="9958"/>
                </a:lnTo>
                <a:lnTo>
                  <a:pt x="14391" y="10095"/>
                </a:lnTo>
                <a:lnTo>
                  <a:pt x="15621" y="10236"/>
                </a:lnTo>
                <a:lnTo>
                  <a:pt x="17114" y="10395"/>
                </a:lnTo>
                <a:lnTo>
                  <a:pt x="18610" y="10538"/>
                </a:lnTo>
                <a:lnTo>
                  <a:pt x="20105" y="10673"/>
                </a:lnTo>
                <a:lnTo>
                  <a:pt x="21600" y="10800"/>
                </a:lnTo>
                <a:lnTo>
                  <a:pt x="21181" y="12404"/>
                </a:lnTo>
                <a:lnTo>
                  <a:pt x="20819" y="13500"/>
                </a:lnTo>
                <a:lnTo>
                  <a:pt x="20312" y="14596"/>
                </a:lnTo>
                <a:lnTo>
                  <a:pt x="19461" y="16200"/>
                </a:lnTo>
                <a:lnTo>
                  <a:pt x="18073" y="16362"/>
                </a:lnTo>
                <a:lnTo>
                  <a:pt x="17057" y="16443"/>
                </a:lnTo>
                <a:lnTo>
                  <a:pt x="16122" y="16443"/>
                </a:lnTo>
                <a:lnTo>
                  <a:pt x="14973" y="16362"/>
                </a:lnTo>
                <a:lnTo>
                  <a:pt x="13311" y="16200"/>
                </a:lnTo>
                <a:lnTo>
                  <a:pt x="11615" y="16146"/>
                </a:lnTo>
                <a:lnTo>
                  <a:pt x="10086" y="16173"/>
                </a:lnTo>
                <a:lnTo>
                  <a:pt x="8689" y="16297"/>
                </a:lnTo>
                <a:lnTo>
                  <a:pt x="7401" y="16543"/>
                </a:lnTo>
                <a:lnTo>
                  <a:pt x="6188" y="16924"/>
                </a:lnTo>
                <a:lnTo>
                  <a:pt x="5020" y="17466"/>
                </a:lnTo>
                <a:lnTo>
                  <a:pt x="3870" y="18185"/>
                </a:lnTo>
                <a:lnTo>
                  <a:pt x="2704" y="19100"/>
                </a:lnTo>
                <a:lnTo>
                  <a:pt x="1493" y="20231"/>
                </a:lnTo>
                <a:lnTo>
                  <a:pt x="210" y="21600"/>
                </a:lnTo>
                <a:lnTo>
                  <a:pt x="178" y="20048"/>
                </a:lnTo>
                <a:lnTo>
                  <a:pt x="148" y="18495"/>
                </a:lnTo>
                <a:lnTo>
                  <a:pt x="122" y="16942"/>
                </a:lnTo>
                <a:lnTo>
                  <a:pt x="98" y="15390"/>
                </a:lnTo>
                <a:lnTo>
                  <a:pt x="77" y="13838"/>
                </a:lnTo>
                <a:lnTo>
                  <a:pt x="51" y="12396"/>
                </a:lnTo>
                <a:lnTo>
                  <a:pt x="26" y="10943"/>
                </a:lnTo>
                <a:lnTo>
                  <a:pt x="0" y="9472"/>
                </a:lnTo>
                <a:lnTo>
                  <a:pt x="133" y="7625"/>
                </a:lnTo>
                <a:lnTo>
                  <a:pt x="338" y="5994"/>
                </a:lnTo>
                <a:lnTo>
                  <a:pt x="640" y="4501"/>
                </a:lnTo>
                <a:lnTo>
                  <a:pt x="1061" y="3059"/>
                </a:lnTo>
                <a:lnTo>
                  <a:pt x="1621" y="1588"/>
                </a:lnTo>
                <a:lnTo>
                  <a:pt x="2349" y="0"/>
                </a:lnTo>
                <a:close/>
              </a:path>
            </a:pathLst>
          </a:custGeom>
          <a:solidFill>
            <a:srgbClr val="19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4" name="contour_09772"/>
          <p:cNvSpPr/>
          <p:nvPr/>
        </p:nvSpPr>
        <p:spPr>
          <a:xfrm>
            <a:off x="11335913" y="218639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21091" y="7171"/>
                </a:lnTo>
                <a:lnTo>
                  <a:pt x="20582" y="10027"/>
                </a:lnTo>
                <a:lnTo>
                  <a:pt x="20069" y="12895"/>
                </a:lnTo>
                <a:lnTo>
                  <a:pt x="19554" y="15777"/>
                </a:lnTo>
                <a:lnTo>
                  <a:pt x="19036" y="18675"/>
                </a:lnTo>
                <a:lnTo>
                  <a:pt x="18514" y="21600"/>
                </a:lnTo>
                <a:lnTo>
                  <a:pt x="17582" y="21384"/>
                </a:lnTo>
                <a:lnTo>
                  <a:pt x="16728" y="21181"/>
                </a:lnTo>
                <a:lnTo>
                  <a:pt x="15793" y="20965"/>
                </a:lnTo>
                <a:lnTo>
                  <a:pt x="14626" y="20693"/>
                </a:lnTo>
                <a:lnTo>
                  <a:pt x="13077" y="20330"/>
                </a:lnTo>
                <a:lnTo>
                  <a:pt x="10991" y="19846"/>
                </a:lnTo>
                <a:lnTo>
                  <a:pt x="8220" y="19198"/>
                </a:lnTo>
                <a:lnTo>
                  <a:pt x="4607" y="18356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959398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5" name="contour_09773"/>
          <p:cNvSpPr/>
          <p:nvPr/>
        </p:nvSpPr>
        <p:spPr>
          <a:xfrm>
            <a:off x="3938602" y="2179109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256"/>
                </a:lnTo>
                <a:lnTo>
                  <a:pt x="3564" y="509"/>
                </a:lnTo>
                <a:lnTo>
                  <a:pt x="5349" y="765"/>
                </a:lnTo>
                <a:lnTo>
                  <a:pt x="7136" y="1018"/>
                </a:lnTo>
                <a:lnTo>
                  <a:pt x="8926" y="1274"/>
                </a:lnTo>
                <a:lnTo>
                  <a:pt x="10719" y="1531"/>
                </a:lnTo>
                <a:lnTo>
                  <a:pt x="12517" y="1787"/>
                </a:lnTo>
                <a:lnTo>
                  <a:pt x="14321" y="2046"/>
                </a:lnTo>
                <a:lnTo>
                  <a:pt x="16130" y="2305"/>
                </a:lnTo>
                <a:lnTo>
                  <a:pt x="17944" y="2564"/>
                </a:lnTo>
                <a:lnTo>
                  <a:pt x="19769" y="2823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19972" y="10353"/>
                </a:lnTo>
                <a:lnTo>
                  <a:pt x="18325" y="11294"/>
                </a:lnTo>
                <a:lnTo>
                  <a:pt x="16645" y="12130"/>
                </a:lnTo>
                <a:lnTo>
                  <a:pt x="14928" y="12914"/>
                </a:lnTo>
                <a:lnTo>
                  <a:pt x="13162" y="13694"/>
                </a:lnTo>
                <a:lnTo>
                  <a:pt x="12577" y="14123"/>
                </a:lnTo>
                <a:lnTo>
                  <a:pt x="10800" y="15429"/>
                </a:lnTo>
                <a:lnTo>
                  <a:pt x="10800" y="17468"/>
                </a:lnTo>
                <a:lnTo>
                  <a:pt x="10800" y="19520"/>
                </a:lnTo>
                <a:lnTo>
                  <a:pt x="10800" y="21600"/>
                </a:lnTo>
                <a:lnTo>
                  <a:pt x="9196" y="20989"/>
                </a:lnTo>
                <a:lnTo>
                  <a:pt x="7587" y="20375"/>
                </a:lnTo>
                <a:lnTo>
                  <a:pt x="5972" y="19761"/>
                </a:lnTo>
                <a:lnTo>
                  <a:pt x="4344" y="19141"/>
                </a:lnTo>
                <a:lnTo>
                  <a:pt x="2700" y="18514"/>
                </a:lnTo>
                <a:lnTo>
                  <a:pt x="3145" y="16478"/>
                </a:lnTo>
                <a:lnTo>
                  <a:pt x="3591" y="14438"/>
                </a:lnTo>
                <a:lnTo>
                  <a:pt x="4039" y="12389"/>
                </a:lnTo>
                <a:lnTo>
                  <a:pt x="4490" y="10331"/>
                </a:lnTo>
                <a:lnTo>
                  <a:pt x="4944" y="8260"/>
                </a:lnTo>
                <a:lnTo>
                  <a:pt x="5400" y="6171"/>
                </a:lnTo>
                <a:lnTo>
                  <a:pt x="3615" y="6171"/>
                </a:lnTo>
                <a:lnTo>
                  <a:pt x="1820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3E3931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6" name="contour_09774"/>
          <p:cNvSpPr/>
          <p:nvPr/>
        </p:nvSpPr>
        <p:spPr>
          <a:xfrm>
            <a:off x="4339442" y="2176704"/>
            <a:ext cx="94744" cy="24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2088"/>
                </a:moveTo>
                <a:lnTo>
                  <a:pt x="2763" y="1367"/>
                </a:lnTo>
                <a:lnTo>
                  <a:pt x="3802" y="804"/>
                </a:lnTo>
                <a:lnTo>
                  <a:pt x="4805" y="392"/>
                </a:lnTo>
                <a:lnTo>
                  <a:pt x="5795" y="127"/>
                </a:lnTo>
                <a:lnTo>
                  <a:pt x="6796" y="0"/>
                </a:lnTo>
                <a:lnTo>
                  <a:pt x="7832" y="0"/>
                </a:lnTo>
                <a:lnTo>
                  <a:pt x="8931" y="114"/>
                </a:lnTo>
                <a:lnTo>
                  <a:pt x="9929" y="82"/>
                </a:lnTo>
                <a:lnTo>
                  <a:pt x="10943" y="51"/>
                </a:lnTo>
                <a:lnTo>
                  <a:pt x="12257" y="240"/>
                </a:lnTo>
                <a:lnTo>
                  <a:pt x="13468" y="646"/>
                </a:lnTo>
                <a:lnTo>
                  <a:pt x="14592" y="1291"/>
                </a:lnTo>
                <a:lnTo>
                  <a:pt x="15647" y="2196"/>
                </a:lnTo>
                <a:lnTo>
                  <a:pt x="16654" y="3399"/>
                </a:lnTo>
                <a:lnTo>
                  <a:pt x="17631" y="4924"/>
                </a:lnTo>
                <a:lnTo>
                  <a:pt x="18594" y="6791"/>
                </a:lnTo>
                <a:lnTo>
                  <a:pt x="19565" y="9031"/>
                </a:lnTo>
                <a:lnTo>
                  <a:pt x="20560" y="11677"/>
                </a:lnTo>
                <a:lnTo>
                  <a:pt x="21600" y="14746"/>
                </a:lnTo>
                <a:lnTo>
                  <a:pt x="20464" y="16429"/>
                </a:lnTo>
                <a:lnTo>
                  <a:pt x="19340" y="17822"/>
                </a:lnTo>
                <a:lnTo>
                  <a:pt x="18229" y="18948"/>
                </a:lnTo>
                <a:lnTo>
                  <a:pt x="17120" y="19834"/>
                </a:lnTo>
                <a:lnTo>
                  <a:pt x="16016" y="20505"/>
                </a:lnTo>
                <a:lnTo>
                  <a:pt x="14907" y="20992"/>
                </a:lnTo>
                <a:lnTo>
                  <a:pt x="13794" y="21322"/>
                </a:lnTo>
                <a:lnTo>
                  <a:pt x="12671" y="21511"/>
                </a:lnTo>
                <a:lnTo>
                  <a:pt x="11533" y="21600"/>
                </a:lnTo>
                <a:lnTo>
                  <a:pt x="10376" y="21600"/>
                </a:lnTo>
                <a:lnTo>
                  <a:pt x="9198" y="21549"/>
                </a:lnTo>
                <a:lnTo>
                  <a:pt x="7995" y="21467"/>
                </a:lnTo>
                <a:lnTo>
                  <a:pt x="7415" y="21448"/>
                </a:lnTo>
                <a:lnTo>
                  <a:pt x="5663" y="21385"/>
                </a:lnTo>
                <a:lnTo>
                  <a:pt x="4529" y="21334"/>
                </a:lnTo>
                <a:lnTo>
                  <a:pt x="3398" y="21284"/>
                </a:lnTo>
                <a:lnTo>
                  <a:pt x="2265" y="21220"/>
                </a:lnTo>
                <a:lnTo>
                  <a:pt x="1133" y="21151"/>
                </a:lnTo>
                <a:lnTo>
                  <a:pt x="0" y="21075"/>
                </a:lnTo>
                <a:lnTo>
                  <a:pt x="194" y="16429"/>
                </a:lnTo>
                <a:lnTo>
                  <a:pt x="377" y="13113"/>
                </a:lnTo>
                <a:lnTo>
                  <a:pt x="630" y="10227"/>
                </a:lnTo>
                <a:lnTo>
                  <a:pt x="1032" y="6860"/>
                </a:lnTo>
                <a:lnTo>
                  <a:pt x="1662" y="2088"/>
                </a:lnTo>
                <a:close/>
              </a:path>
            </a:pathLst>
          </a:custGeom>
          <a:solidFill>
            <a:srgbClr val="6A8493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7" name="contour_09775"/>
          <p:cNvSpPr/>
          <p:nvPr/>
        </p:nvSpPr>
        <p:spPr>
          <a:xfrm>
            <a:off x="5658204" y="2142670"/>
            <a:ext cx="295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00" y="0"/>
                </a:moveTo>
                <a:lnTo>
                  <a:pt x="5995" y="852"/>
                </a:lnTo>
                <a:lnTo>
                  <a:pt x="6389" y="1718"/>
                </a:lnTo>
                <a:lnTo>
                  <a:pt x="6992" y="2814"/>
                </a:lnTo>
                <a:lnTo>
                  <a:pt x="7600" y="3927"/>
                </a:lnTo>
                <a:lnTo>
                  <a:pt x="8160" y="5023"/>
                </a:lnTo>
                <a:lnTo>
                  <a:pt x="8725" y="6136"/>
                </a:lnTo>
                <a:lnTo>
                  <a:pt x="9824" y="6989"/>
                </a:lnTo>
                <a:lnTo>
                  <a:pt x="10933" y="7855"/>
                </a:lnTo>
                <a:lnTo>
                  <a:pt x="14459" y="7855"/>
                </a:lnTo>
                <a:lnTo>
                  <a:pt x="18005" y="7855"/>
                </a:lnTo>
                <a:lnTo>
                  <a:pt x="21600" y="7855"/>
                </a:lnTo>
                <a:lnTo>
                  <a:pt x="21600" y="9243"/>
                </a:lnTo>
                <a:lnTo>
                  <a:pt x="21600" y="10633"/>
                </a:lnTo>
                <a:lnTo>
                  <a:pt x="21600" y="12027"/>
                </a:lnTo>
                <a:lnTo>
                  <a:pt x="21600" y="13427"/>
                </a:lnTo>
                <a:lnTo>
                  <a:pt x="21600" y="14833"/>
                </a:lnTo>
                <a:lnTo>
                  <a:pt x="21600" y="16247"/>
                </a:lnTo>
                <a:lnTo>
                  <a:pt x="21600" y="17673"/>
                </a:lnTo>
                <a:lnTo>
                  <a:pt x="19067" y="17592"/>
                </a:lnTo>
                <a:lnTo>
                  <a:pt x="16517" y="17510"/>
                </a:lnTo>
                <a:lnTo>
                  <a:pt x="13931" y="17427"/>
                </a:lnTo>
                <a:lnTo>
                  <a:pt x="12709" y="17465"/>
                </a:lnTo>
                <a:lnTo>
                  <a:pt x="10549" y="17527"/>
                </a:lnTo>
                <a:lnTo>
                  <a:pt x="5600" y="17673"/>
                </a:lnTo>
                <a:lnTo>
                  <a:pt x="3723" y="18847"/>
                </a:lnTo>
                <a:lnTo>
                  <a:pt x="2544" y="19648"/>
                </a:lnTo>
                <a:lnTo>
                  <a:pt x="1557" y="20443"/>
                </a:lnTo>
                <a:lnTo>
                  <a:pt x="267" y="21600"/>
                </a:lnTo>
                <a:lnTo>
                  <a:pt x="171" y="20198"/>
                </a:lnTo>
                <a:lnTo>
                  <a:pt x="91" y="18810"/>
                </a:lnTo>
                <a:lnTo>
                  <a:pt x="32" y="17433"/>
                </a:lnTo>
                <a:lnTo>
                  <a:pt x="0" y="16066"/>
                </a:lnTo>
                <a:lnTo>
                  <a:pt x="11" y="14710"/>
                </a:lnTo>
                <a:lnTo>
                  <a:pt x="75" y="13363"/>
                </a:lnTo>
                <a:lnTo>
                  <a:pt x="197" y="12019"/>
                </a:lnTo>
                <a:lnTo>
                  <a:pt x="389" y="10682"/>
                </a:lnTo>
                <a:lnTo>
                  <a:pt x="661" y="9349"/>
                </a:lnTo>
                <a:lnTo>
                  <a:pt x="1024" y="8018"/>
                </a:lnTo>
                <a:lnTo>
                  <a:pt x="1483" y="6688"/>
                </a:lnTo>
                <a:lnTo>
                  <a:pt x="2053" y="5357"/>
                </a:lnTo>
                <a:lnTo>
                  <a:pt x="2736" y="4025"/>
                </a:lnTo>
                <a:lnTo>
                  <a:pt x="3552" y="2688"/>
                </a:lnTo>
                <a:lnTo>
                  <a:pt x="4501" y="1347"/>
                </a:lnTo>
                <a:lnTo>
                  <a:pt x="5600" y="0"/>
                </a:lnTo>
                <a:close/>
              </a:path>
            </a:pathLst>
          </a:custGeom>
          <a:solidFill>
            <a:srgbClr val="BAC2C8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8" name="contour_09776"/>
          <p:cNvSpPr/>
          <p:nvPr/>
        </p:nvSpPr>
        <p:spPr>
          <a:xfrm>
            <a:off x="7808475" y="2113518"/>
            <a:ext cx="3649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58" y="0"/>
                </a:moveTo>
                <a:lnTo>
                  <a:pt x="11510" y="0"/>
                </a:lnTo>
                <a:lnTo>
                  <a:pt x="14378" y="0"/>
                </a:lnTo>
                <a:lnTo>
                  <a:pt x="17286" y="0"/>
                </a:lnTo>
                <a:lnTo>
                  <a:pt x="17644" y="1782"/>
                </a:lnTo>
                <a:lnTo>
                  <a:pt x="17998" y="3564"/>
                </a:lnTo>
                <a:lnTo>
                  <a:pt x="18356" y="5349"/>
                </a:lnTo>
                <a:lnTo>
                  <a:pt x="18710" y="7136"/>
                </a:lnTo>
                <a:lnTo>
                  <a:pt x="19068" y="8926"/>
                </a:lnTo>
                <a:lnTo>
                  <a:pt x="19426" y="10719"/>
                </a:lnTo>
                <a:lnTo>
                  <a:pt x="19784" y="12517"/>
                </a:lnTo>
                <a:lnTo>
                  <a:pt x="20146" y="14321"/>
                </a:lnTo>
                <a:lnTo>
                  <a:pt x="20509" y="16130"/>
                </a:lnTo>
                <a:lnTo>
                  <a:pt x="20871" y="17944"/>
                </a:lnTo>
                <a:lnTo>
                  <a:pt x="21233" y="19769"/>
                </a:lnTo>
                <a:lnTo>
                  <a:pt x="21600" y="21600"/>
                </a:lnTo>
                <a:lnTo>
                  <a:pt x="16712" y="21200"/>
                </a:lnTo>
                <a:lnTo>
                  <a:pt x="13270" y="20879"/>
                </a:lnTo>
                <a:lnTo>
                  <a:pt x="10794" y="20563"/>
                </a:lnTo>
                <a:lnTo>
                  <a:pt x="8796" y="20180"/>
                </a:lnTo>
                <a:lnTo>
                  <a:pt x="6807" y="19651"/>
                </a:lnTo>
                <a:lnTo>
                  <a:pt x="4344" y="18900"/>
                </a:lnTo>
                <a:lnTo>
                  <a:pt x="2731" y="17175"/>
                </a:lnTo>
                <a:lnTo>
                  <a:pt x="1536" y="15468"/>
                </a:lnTo>
                <a:lnTo>
                  <a:pt x="712" y="13746"/>
                </a:lnTo>
                <a:lnTo>
                  <a:pt x="211" y="11969"/>
                </a:lnTo>
                <a:lnTo>
                  <a:pt x="0" y="10101"/>
                </a:lnTo>
                <a:lnTo>
                  <a:pt x="30" y="8100"/>
                </a:lnTo>
                <a:lnTo>
                  <a:pt x="1531" y="6094"/>
                </a:lnTo>
                <a:lnTo>
                  <a:pt x="2683" y="4649"/>
                </a:lnTo>
                <a:lnTo>
                  <a:pt x="3736" y="3542"/>
                </a:lnTo>
                <a:lnTo>
                  <a:pt x="4922" y="2549"/>
                </a:lnTo>
                <a:lnTo>
                  <a:pt x="6484" y="1445"/>
                </a:lnTo>
                <a:lnTo>
                  <a:pt x="8658" y="0"/>
                </a:lnTo>
                <a:close/>
              </a:path>
            </a:pathLst>
          </a:custGeom>
          <a:solidFill>
            <a:srgbClr val="C0AA68"/>
          </a:solidFill>
          <a:ln>
            <a:noFill/>
          </a:ln>
        </p:spPr>
        <p:txBody>
          <a:bodyPr/>
          <a:lstStyle/>
          <a:p/>
        </p:txBody>
      </p:sp>
      <p:sp>
        <p:nvSpPr>
          <p:cNvPr id="9779" name="contour_09777"/>
          <p:cNvSpPr/>
          <p:nvPr/>
        </p:nvSpPr>
        <p:spPr>
          <a:xfrm>
            <a:off x="1650173" y="2128035"/>
            <a:ext cx="60184" cy="510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80" y="1085"/>
                </a:moveTo>
                <a:lnTo>
                  <a:pt x="20031" y="2321"/>
                </a:lnTo>
                <a:lnTo>
                  <a:pt x="20739" y="3397"/>
                </a:lnTo>
                <a:lnTo>
                  <a:pt x="21176" y="4904"/>
                </a:lnTo>
                <a:lnTo>
                  <a:pt x="21600" y="7440"/>
                </a:lnTo>
                <a:lnTo>
                  <a:pt x="21579" y="9478"/>
                </a:lnTo>
                <a:lnTo>
                  <a:pt x="21535" y="11506"/>
                </a:lnTo>
                <a:lnTo>
                  <a:pt x="21467" y="13525"/>
                </a:lnTo>
                <a:lnTo>
                  <a:pt x="21370" y="15537"/>
                </a:lnTo>
                <a:lnTo>
                  <a:pt x="21250" y="17553"/>
                </a:lnTo>
                <a:lnTo>
                  <a:pt x="21100" y="19572"/>
                </a:lnTo>
                <a:lnTo>
                  <a:pt x="20925" y="21600"/>
                </a:lnTo>
                <a:lnTo>
                  <a:pt x="20494" y="19566"/>
                </a:lnTo>
                <a:lnTo>
                  <a:pt x="20059" y="17525"/>
                </a:lnTo>
                <a:lnTo>
                  <a:pt x="19625" y="15482"/>
                </a:lnTo>
                <a:lnTo>
                  <a:pt x="19191" y="13426"/>
                </a:lnTo>
                <a:lnTo>
                  <a:pt x="18752" y="11358"/>
                </a:lnTo>
                <a:lnTo>
                  <a:pt x="18310" y="9271"/>
                </a:lnTo>
                <a:lnTo>
                  <a:pt x="17807" y="9801"/>
                </a:lnTo>
                <a:lnTo>
                  <a:pt x="16298" y="11404"/>
                </a:lnTo>
                <a:lnTo>
                  <a:pt x="14935" y="12726"/>
                </a:lnTo>
                <a:lnTo>
                  <a:pt x="13583" y="13996"/>
                </a:lnTo>
                <a:lnTo>
                  <a:pt x="12218" y="15208"/>
                </a:lnTo>
                <a:lnTo>
                  <a:pt x="10821" y="16366"/>
                </a:lnTo>
                <a:lnTo>
                  <a:pt x="9369" y="17470"/>
                </a:lnTo>
                <a:lnTo>
                  <a:pt x="7847" y="18518"/>
                </a:lnTo>
                <a:lnTo>
                  <a:pt x="5587" y="18031"/>
                </a:lnTo>
                <a:lnTo>
                  <a:pt x="4049" y="17627"/>
                </a:lnTo>
                <a:lnTo>
                  <a:pt x="2856" y="17159"/>
                </a:lnTo>
                <a:lnTo>
                  <a:pt x="1632" y="16477"/>
                </a:lnTo>
                <a:lnTo>
                  <a:pt x="0" y="15436"/>
                </a:lnTo>
                <a:lnTo>
                  <a:pt x="751" y="13438"/>
                </a:lnTo>
                <a:lnTo>
                  <a:pt x="1514" y="11447"/>
                </a:lnTo>
                <a:lnTo>
                  <a:pt x="2289" y="9465"/>
                </a:lnTo>
                <a:lnTo>
                  <a:pt x="2927" y="7798"/>
                </a:lnTo>
                <a:lnTo>
                  <a:pt x="3578" y="6106"/>
                </a:lnTo>
                <a:lnTo>
                  <a:pt x="4886" y="4068"/>
                </a:lnTo>
                <a:lnTo>
                  <a:pt x="6301" y="2493"/>
                </a:lnTo>
                <a:lnTo>
                  <a:pt x="7813" y="1335"/>
                </a:lnTo>
                <a:lnTo>
                  <a:pt x="9424" y="558"/>
                </a:lnTo>
                <a:lnTo>
                  <a:pt x="11124" y="126"/>
                </a:lnTo>
                <a:lnTo>
                  <a:pt x="12916" y="0"/>
                </a:lnTo>
                <a:lnTo>
                  <a:pt x="14791" y="145"/>
                </a:lnTo>
                <a:lnTo>
                  <a:pt x="16748" y="518"/>
                </a:lnTo>
                <a:lnTo>
                  <a:pt x="18780" y="1085"/>
                </a:lnTo>
                <a:close/>
              </a:path>
            </a:pathLst>
          </a:custGeom>
          <a:solidFill>
            <a:srgbClr val="3D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0" name="contour_09778"/>
          <p:cNvSpPr/>
          <p:nvPr/>
        </p:nvSpPr>
        <p:spPr>
          <a:xfrm>
            <a:off x="2247788" y="2055214"/>
            <a:ext cx="366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00" y="0"/>
                </a:moveTo>
                <a:lnTo>
                  <a:pt x="8540" y="19"/>
                </a:lnTo>
                <a:lnTo>
                  <a:pt x="11370" y="156"/>
                </a:lnTo>
                <a:lnTo>
                  <a:pt x="13455" y="525"/>
                </a:lnTo>
                <a:lnTo>
                  <a:pt x="15446" y="1244"/>
                </a:lnTo>
                <a:lnTo>
                  <a:pt x="18009" y="2430"/>
                </a:lnTo>
                <a:lnTo>
                  <a:pt x="19433" y="3799"/>
                </a:lnTo>
                <a:lnTo>
                  <a:pt x="20460" y="5178"/>
                </a:lnTo>
                <a:lnTo>
                  <a:pt x="21136" y="6562"/>
                </a:lnTo>
                <a:lnTo>
                  <a:pt x="21501" y="7960"/>
                </a:lnTo>
                <a:lnTo>
                  <a:pt x="21600" y="9366"/>
                </a:lnTo>
                <a:lnTo>
                  <a:pt x="21475" y="10787"/>
                </a:lnTo>
                <a:lnTo>
                  <a:pt x="21170" y="12223"/>
                </a:lnTo>
                <a:lnTo>
                  <a:pt x="20727" y="13677"/>
                </a:lnTo>
                <a:lnTo>
                  <a:pt x="20194" y="15148"/>
                </a:lnTo>
                <a:lnTo>
                  <a:pt x="19605" y="16638"/>
                </a:lnTo>
                <a:lnTo>
                  <a:pt x="18151" y="18278"/>
                </a:lnTo>
                <a:lnTo>
                  <a:pt x="16982" y="19254"/>
                </a:lnTo>
                <a:lnTo>
                  <a:pt x="15489" y="19952"/>
                </a:lnTo>
                <a:lnTo>
                  <a:pt x="13051" y="20755"/>
                </a:lnTo>
                <a:lnTo>
                  <a:pt x="10682" y="21038"/>
                </a:lnTo>
                <a:lnTo>
                  <a:pt x="8820" y="21224"/>
                </a:lnTo>
                <a:lnTo>
                  <a:pt x="6837" y="21352"/>
                </a:lnTo>
                <a:lnTo>
                  <a:pt x="4107" y="21464"/>
                </a:lnTo>
                <a:lnTo>
                  <a:pt x="0" y="21600"/>
                </a:lnTo>
                <a:lnTo>
                  <a:pt x="1509" y="20440"/>
                </a:lnTo>
                <a:lnTo>
                  <a:pt x="3027" y="19274"/>
                </a:lnTo>
                <a:lnTo>
                  <a:pt x="4567" y="18090"/>
                </a:lnTo>
                <a:lnTo>
                  <a:pt x="5934" y="16576"/>
                </a:lnTo>
                <a:lnTo>
                  <a:pt x="6932" y="15079"/>
                </a:lnTo>
                <a:lnTo>
                  <a:pt x="7598" y="13591"/>
                </a:lnTo>
                <a:lnTo>
                  <a:pt x="7968" y="12111"/>
                </a:lnTo>
                <a:lnTo>
                  <a:pt x="8072" y="10634"/>
                </a:lnTo>
                <a:lnTo>
                  <a:pt x="7951" y="9154"/>
                </a:lnTo>
                <a:lnTo>
                  <a:pt x="7629" y="7668"/>
                </a:lnTo>
                <a:lnTo>
                  <a:pt x="7151" y="6173"/>
                </a:lnTo>
                <a:lnTo>
                  <a:pt x="6541" y="4663"/>
                </a:lnTo>
                <a:lnTo>
                  <a:pt x="5840" y="3134"/>
                </a:lnTo>
                <a:lnTo>
                  <a:pt x="5083" y="1581"/>
                </a:lnTo>
                <a:lnTo>
                  <a:pt x="4300" y="0"/>
                </a:lnTo>
                <a:close/>
              </a:path>
            </a:pathLst>
          </a:custGeom>
          <a:solidFill>
            <a:srgbClr val="979793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1" name="contour_09779"/>
          <p:cNvSpPr/>
          <p:nvPr/>
        </p:nvSpPr>
        <p:spPr>
          <a:xfrm>
            <a:off x="2444564" y="2084366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113" y="1527"/>
                </a:lnTo>
                <a:lnTo>
                  <a:pt x="20626" y="3064"/>
                </a:lnTo>
                <a:lnTo>
                  <a:pt x="20133" y="4607"/>
                </a:lnTo>
                <a:lnTo>
                  <a:pt x="19636" y="6171"/>
                </a:lnTo>
                <a:lnTo>
                  <a:pt x="18454" y="6529"/>
                </a:lnTo>
                <a:lnTo>
                  <a:pt x="17270" y="6890"/>
                </a:lnTo>
                <a:lnTo>
                  <a:pt x="16088" y="7251"/>
                </a:lnTo>
                <a:lnTo>
                  <a:pt x="14904" y="7609"/>
                </a:lnTo>
                <a:lnTo>
                  <a:pt x="13722" y="7967"/>
                </a:lnTo>
                <a:lnTo>
                  <a:pt x="12485" y="8995"/>
                </a:lnTo>
                <a:lnTo>
                  <a:pt x="11493" y="10238"/>
                </a:lnTo>
                <a:lnTo>
                  <a:pt x="10696" y="11679"/>
                </a:lnTo>
                <a:lnTo>
                  <a:pt x="10042" y="13293"/>
                </a:lnTo>
                <a:lnTo>
                  <a:pt x="9482" y="15064"/>
                </a:lnTo>
                <a:lnTo>
                  <a:pt x="8964" y="16978"/>
                </a:lnTo>
                <a:lnTo>
                  <a:pt x="8438" y="19008"/>
                </a:lnTo>
                <a:lnTo>
                  <a:pt x="8149" y="20295"/>
                </a:lnTo>
                <a:lnTo>
                  <a:pt x="7855" y="21600"/>
                </a:lnTo>
                <a:lnTo>
                  <a:pt x="7497" y="20032"/>
                </a:lnTo>
                <a:lnTo>
                  <a:pt x="7134" y="18443"/>
                </a:lnTo>
                <a:lnTo>
                  <a:pt x="6804" y="17064"/>
                </a:lnTo>
                <a:lnTo>
                  <a:pt x="6472" y="15679"/>
                </a:lnTo>
                <a:lnTo>
                  <a:pt x="6136" y="14271"/>
                </a:lnTo>
                <a:lnTo>
                  <a:pt x="5657" y="12226"/>
                </a:lnTo>
                <a:lnTo>
                  <a:pt x="5170" y="10149"/>
                </a:lnTo>
                <a:lnTo>
                  <a:pt x="4628" y="8446"/>
                </a:lnTo>
                <a:lnTo>
                  <a:pt x="4149" y="7122"/>
                </a:lnTo>
                <a:lnTo>
                  <a:pt x="3591" y="5897"/>
                </a:lnTo>
                <a:lnTo>
                  <a:pt x="2810" y="4490"/>
                </a:lnTo>
                <a:lnTo>
                  <a:pt x="1661" y="2620"/>
                </a:lnTo>
                <a:lnTo>
                  <a:pt x="0" y="0"/>
                </a:lnTo>
                <a:close/>
              </a:path>
            </a:pathLst>
          </a:custGeom>
          <a:solidFill>
            <a:srgbClr val="3A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2" name="contour_09780"/>
          <p:cNvSpPr/>
          <p:nvPr/>
        </p:nvSpPr>
        <p:spPr>
          <a:xfrm>
            <a:off x="1125437" y="2076895"/>
            <a:ext cx="51016" cy="439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0"/>
                </a:moveTo>
                <a:lnTo>
                  <a:pt x="21436" y="2427"/>
                </a:lnTo>
                <a:lnTo>
                  <a:pt x="21242" y="4722"/>
                </a:lnTo>
                <a:lnTo>
                  <a:pt x="20998" y="6984"/>
                </a:lnTo>
                <a:lnTo>
                  <a:pt x="20690" y="9217"/>
                </a:lnTo>
                <a:lnTo>
                  <a:pt x="20301" y="11429"/>
                </a:lnTo>
                <a:lnTo>
                  <a:pt x="19820" y="13627"/>
                </a:lnTo>
                <a:lnTo>
                  <a:pt x="19230" y="15821"/>
                </a:lnTo>
                <a:lnTo>
                  <a:pt x="18514" y="18015"/>
                </a:lnTo>
                <a:lnTo>
                  <a:pt x="16468" y="19241"/>
                </a:lnTo>
                <a:lnTo>
                  <a:pt x="14534" y="20098"/>
                </a:lnTo>
                <a:lnTo>
                  <a:pt x="12627" y="20671"/>
                </a:lnTo>
                <a:lnTo>
                  <a:pt x="10655" y="21059"/>
                </a:lnTo>
                <a:lnTo>
                  <a:pt x="8535" y="21338"/>
                </a:lnTo>
                <a:lnTo>
                  <a:pt x="6171" y="21600"/>
                </a:lnTo>
                <a:lnTo>
                  <a:pt x="6298" y="19306"/>
                </a:lnTo>
                <a:lnTo>
                  <a:pt x="6428" y="16993"/>
                </a:lnTo>
                <a:lnTo>
                  <a:pt x="6557" y="14652"/>
                </a:lnTo>
                <a:lnTo>
                  <a:pt x="6560" y="11737"/>
                </a:lnTo>
                <a:lnTo>
                  <a:pt x="6458" y="9819"/>
                </a:lnTo>
                <a:lnTo>
                  <a:pt x="6171" y="7260"/>
                </a:lnTo>
                <a:lnTo>
                  <a:pt x="4339" y="5689"/>
                </a:lnTo>
                <a:lnTo>
                  <a:pt x="3086" y="4793"/>
                </a:lnTo>
                <a:lnTo>
                  <a:pt x="1833" y="4234"/>
                </a:lnTo>
                <a:lnTo>
                  <a:pt x="0" y="3675"/>
                </a:lnTo>
                <a:lnTo>
                  <a:pt x="2234" y="2707"/>
                </a:lnTo>
                <a:lnTo>
                  <a:pt x="4394" y="1914"/>
                </a:lnTo>
                <a:lnTo>
                  <a:pt x="6495" y="1283"/>
                </a:lnTo>
                <a:lnTo>
                  <a:pt x="8569" y="796"/>
                </a:lnTo>
                <a:lnTo>
                  <a:pt x="10630" y="437"/>
                </a:lnTo>
                <a:lnTo>
                  <a:pt x="12707" y="194"/>
                </a:lnTo>
                <a:lnTo>
                  <a:pt x="14821" y="54"/>
                </a:lnTo>
                <a:lnTo>
                  <a:pt x="16990" y="0"/>
                </a:lnTo>
                <a:lnTo>
                  <a:pt x="19243" y="18"/>
                </a:lnTo>
                <a:lnTo>
                  <a:pt x="21600" y="90"/>
                </a:lnTo>
                <a:close/>
              </a:path>
            </a:pathLst>
          </a:custGeom>
          <a:solidFill>
            <a:srgbClr val="F4E7B6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3" name="contour_09781"/>
          <p:cNvSpPr/>
          <p:nvPr/>
        </p:nvSpPr>
        <p:spPr>
          <a:xfrm>
            <a:off x="5483656" y="2047926"/>
            <a:ext cx="5557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66" y="0"/>
                </a:moveTo>
                <a:lnTo>
                  <a:pt x="7510" y="623"/>
                </a:lnTo>
                <a:lnTo>
                  <a:pt x="9334" y="1265"/>
                </a:lnTo>
                <a:lnTo>
                  <a:pt x="11133" y="1944"/>
                </a:lnTo>
                <a:lnTo>
                  <a:pt x="12909" y="2663"/>
                </a:lnTo>
                <a:lnTo>
                  <a:pt x="14665" y="3434"/>
                </a:lnTo>
                <a:lnTo>
                  <a:pt x="16405" y="4271"/>
                </a:lnTo>
                <a:lnTo>
                  <a:pt x="18124" y="5178"/>
                </a:lnTo>
                <a:lnTo>
                  <a:pt x="19830" y="6171"/>
                </a:lnTo>
                <a:lnTo>
                  <a:pt x="20090" y="6853"/>
                </a:lnTo>
                <a:lnTo>
                  <a:pt x="20549" y="8054"/>
                </a:lnTo>
                <a:lnTo>
                  <a:pt x="21600" y="10800"/>
                </a:lnTo>
                <a:lnTo>
                  <a:pt x="20526" y="13506"/>
                </a:lnTo>
                <a:lnTo>
                  <a:pt x="19651" y="15095"/>
                </a:lnTo>
                <a:lnTo>
                  <a:pt x="18504" y="16185"/>
                </a:lnTo>
                <a:lnTo>
                  <a:pt x="16620" y="17394"/>
                </a:lnTo>
                <a:lnTo>
                  <a:pt x="14813" y="18172"/>
                </a:lnTo>
                <a:lnTo>
                  <a:pt x="13002" y="18915"/>
                </a:lnTo>
                <a:lnTo>
                  <a:pt x="11187" y="19628"/>
                </a:lnTo>
                <a:lnTo>
                  <a:pt x="9360" y="20313"/>
                </a:lnTo>
                <a:lnTo>
                  <a:pt x="7521" y="20971"/>
                </a:lnTo>
                <a:lnTo>
                  <a:pt x="5666" y="21600"/>
                </a:lnTo>
                <a:lnTo>
                  <a:pt x="5782" y="20134"/>
                </a:lnTo>
                <a:lnTo>
                  <a:pt x="5901" y="18659"/>
                </a:lnTo>
                <a:lnTo>
                  <a:pt x="6020" y="17163"/>
                </a:lnTo>
                <a:lnTo>
                  <a:pt x="5904" y="15571"/>
                </a:lnTo>
                <a:lnTo>
                  <a:pt x="5785" y="13969"/>
                </a:lnTo>
                <a:lnTo>
                  <a:pt x="5666" y="12343"/>
                </a:lnTo>
                <a:lnTo>
                  <a:pt x="3983" y="11099"/>
                </a:lnTo>
                <a:lnTo>
                  <a:pt x="2833" y="10365"/>
                </a:lnTo>
                <a:lnTo>
                  <a:pt x="1683" y="9847"/>
                </a:lnTo>
                <a:lnTo>
                  <a:pt x="0" y="9257"/>
                </a:lnTo>
                <a:lnTo>
                  <a:pt x="1872" y="9257"/>
                </a:lnTo>
                <a:lnTo>
                  <a:pt x="3756" y="9257"/>
                </a:lnTo>
                <a:lnTo>
                  <a:pt x="5666" y="9257"/>
                </a:lnTo>
                <a:lnTo>
                  <a:pt x="5666" y="7424"/>
                </a:lnTo>
                <a:lnTo>
                  <a:pt x="5666" y="5585"/>
                </a:lnTo>
                <a:lnTo>
                  <a:pt x="5666" y="3740"/>
                </a:lnTo>
                <a:lnTo>
                  <a:pt x="5666" y="1879"/>
                </a:lnTo>
                <a:lnTo>
                  <a:pt x="5666" y="0"/>
                </a:lnTo>
                <a:close/>
              </a:path>
            </a:pathLst>
          </a:custGeom>
          <a:solidFill>
            <a:srgbClr val="807F7B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4" name="contour_09782"/>
          <p:cNvSpPr/>
          <p:nvPr/>
        </p:nvSpPr>
        <p:spPr>
          <a:xfrm>
            <a:off x="672970" y="2047926"/>
            <a:ext cx="662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67" y="0"/>
                </a:moveTo>
                <a:lnTo>
                  <a:pt x="15667" y="2259"/>
                </a:lnTo>
                <a:lnTo>
                  <a:pt x="16469" y="3914"/>
                </a:lnTo>
                <a:lnTo>
                  <a:pt x="17237" y="5772"/>
                </a:lnTo>
                <a:lnTo>
                  <a:pt x="18331" y="8640"/>
                </a:lnTo>
                <a:lnTo>
                  <a:pt x="19260" y="11051"/>
                </a:lnTo>
                <a:lnTo>
                  <a:pt x="20207" y="13500"/>
                </a:lnTo>
                <a:lnTo>
                  <a:pt x="20899" y="15375"/>
                </a:lnTo>
                <a:lnTo>
                  <a:pt x="21600" y="17280"/>
                </a:lnTo>
                <a:lnTo>
                  <a:pt x="20421" y="19423"/>
                </a:lnTo>
                <a:lnTo>
                  <a:pt x="19222" y="21600"/>
                </a:lnTo>
                <a:lnTo>
                  <a:pt x="17589" y="21384"/>
                </a:lnTo>
                <a:lnTo>
                  <a:pt x="15976" y="21133"/>
                </a:lnTo>
                <a:lnTo>
                  <a:pt x="14376" y="20840"/>
                </a:lnTo>
                <a:lnTo>
                  <a:pt x="12781" y="20507"/>
                </a:lnTo>
                <a:lnTo>
                  <a:pt x="11178" y="20131"/>
                </a:lnTo>
                <a:lnTo>
                  <a:pt x="9564" y="19708"/>
                </a:lnTo>
                <a:lnTo>
                  <a:pt x="8213" y="19371"/>
                </a:lnTo>
                <a:lnTo>
                  <a:pt x="6846" y="19025"/>
                </a:lnTo>
                <a:lnTo>
                  <a:pt x="5184" y="18598"/>
                </a:lnTo>
                <a:lnTo>
                  <a:pt x="3522" y="18166"/>
                </a:lnTo>
                <a:lnTo>
                  <a:pt x="1859" y="17725"/>
                </a:lnTo>
                <a:lnTo>
                  <a:pt x="200" y="17280"/>
                </a:lnTo>
                <a:lnTo>
                  <a:pt x="67" y="14157"/>
                </a:lnTo>
                <a:lnTo>
                  <a:pt x="0" y="11919"/>
                </a:lnTo>
                <a:lnTo>
                  <a:pt x="0" y="9949"/>
                </a:lnTo>
                <a:lnTo>
                  <a:pt x="67" y="7625"/>
                </a:lnTo>
                <a:lnTo>
                  <a:pt x="200" y="4320"/>
                </a:lnTo>
                <a:lnTo>
                  <a:pt x="1869" y="3266"/>
                </a:lnTo>
                <a:lnTo>
                  <a:pt x="3453" y="2385"/>
                </a:lnTo>
                <a:lnTo>
                  <a:pt x="4974" y="1668"/>
                </a:lnTo>
                <a:lnTo>
                  <a:pt x="6465" y="1102"/>
                </a:lnTo>
                <a:lnTo>
                  <a:pt x="7956" y="665"/>
                </a:lnTo>
                <a:lnTo>
                  <a:pt x="9471" y="354"/>
                </a:lnTo>
                <a:lnTo>
                  <a:pt x="11043" y="147"/>
                </a:lnTo>
                <a:lnTo>
                  <a:pt x="12697" y="35"/>
                </a:lnTo>
                <a:lnTo>
                  <a:pt x="14467" y="0"/>
                </a:lnTo>
                <a:close/>
              </a:path>
            </a:pathLst>
          </a:custGeom>
          <a:solidFill>
            <a:srgbClr val="E3E3E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5" name="contour_09783"/>
          <p:cNvSpPr/>
          <p:nvPr/>
        </p:nvSpPr>
        <p:spPr>
          <a:xfrm>
            <a:off x="1817797" y="2026062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285"/>
                </a:lnTo>
                <a:lnTo>
                  <a:pt x="2851" y="570"/>
                </a:lnTo>
                <a:lnTo>
                  <a:pt x="4279" y="855"/>
                </a:lnTo>
                <a:lnTo>
                  <a:pt x="5707" y="1140"/>
                </a:lnTo>
                <a:lnTo>
                  <a:pt x="7137" y="1426"/>
                </a:lnTo>
                <a:lnTo>
                  <a:pt x="8567" y="1715"/>
                </a:lnTo>
                <a:lnTo>
                  <a:pt x="10001" y="2000"/>
                </a:lnTo>
                <a:lnTo>
                  <a:pt x="11437" y="2290"/>
                </a:lnTo>
                <a:lnTo>
                  <a:pt x="12878" y="2575"/>
                </a:lnTo>
                <a:lnTo>
                  <a:pt x="14321" y="2864"/>
                </a:lnTo>
                <a:lnTo>
                  <a:pt x="15766" y="3154"/>
                </a:lnTo>
                <a:lnTo>
                  <a:pt x="17217" y="3443"/>
                </a:lnTo>
                <a:lnTo>
                  <a:pt x="18673" y="3737"/>
                </a:lnTo>
                <a:lnTo>
                  <a:pt x="20133" y="4026"/>
                </a:lnTo>
                <a:lnTo>
                  <a:pt x="21600" y="4320"/>
                </a:lnTo>
                <a:lnTo>
                  <a:pt x="21244" y="7171"/>
                </a:lnTo>
                <a:lnTo>
                  <a:pt x="20887" y="10027"/>
                </a:lnTo>
                <a:lnTo>
                  <a:pt x="20529" y="12895"/>
                </a:lnTo>
                <a:lnTo>
                  <a:pt x="20168" y="15777"/>
                </a:lnTo>
                <a:lnTo>
                  <a:pt x="19805" y="18675"/>
                </a:lnTo>
                <a:lnTo>
                  <a:pt x="19440" y="21600"/>
                </a:lnTo>
                <a:lnTo>
                  <a:pt x="18049" y="20766"/>
                </a:lnTo>
                <a:lnTo>
                  <a:pt x="16658" y="19928"/>
                </a:lnTo>
                <a:lnTo>
                  <a:pt x="15269" y="19086"/>
                </a:lnTo>
                <a:lnTo>
                  <a:pt x="13880" y="18239"/>
                </a:lnTo>
                <a:lnTo>
                  <a:pt x="12493" y="17384"/>
                </a:lnTo>
                <a:lnTo>
                  <a:pt x="11107" y="16524"/>
                </a:lnTo>
                <a:lnTo>
                  <a:pt x="9720" y="15660"/>
                </a:lnTo>
                <a:lnTo>
                  <a:pt x="8325" y="14839"/>
                </a:lnTo>
                <a:lnTo>
                  <a:pt x="6910" y="14005"/>
                </a:lnTo>
                <a:lnTo>
                  <a:pt x="5592" y="13167"/>
                </a:lnTo>
                <a:lnTo>
                  <a:pt x="4253" y="12321"/>
                </a:lnTo>
                <a:lnTo>
                  <a:pt x="3637" y="11945"/>
                </a:lnTo>
                <a:lnTo>
                  <a:pt x="1784" y="10809"/>
                </a:lnTo>
                <a:lnTo>
                  <a:pt x="899" y="9733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545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6" name="contour_09784"/>
          <p:cNvSpPr/>
          <p:nvPr/>
        </p:nvSpPr>
        <p:spPr>
          <a:xfrm>
            <a:off x="8515461" y="2026062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385"/>
                </a:lnTo>
                <a:lnTo>
                  <a:pt x="3666" y="778"/>
                </a:lnTo>
                <a:lnTo>
                  <a:pt x="5499" y="1177"/>
                </a:lnTo>
                <a:lnTo>
                  <a:pt x="7329" y="1577"/>
                </a:lnTo>
                <a:lnTo>
                  <a:pt x="8353" y="1796"/>
                </a:lnTo>
                <a:lnTo>
                  <a:pt x="11451" y="2462"/>
                </a:lnTo>
                <a:lnTo>
                  <a:pt x="14993" y="3492"/>
                </a:lnTo>
                <a:lnTo>
                  <a:pt x="17292" y="4252"/>
                </a:lnTo>
                <a:lnTo>
                  <a:pt x="18835" y="4972"/>
                </a:lnTo>
                <a:lnTo>
                  <a:pt x="20110" y="5879"/>
                </a:lnTo>
                <a:lnTo>
                  <a:pt x="21600" y="7200"/>
                </a:lnTo>
                <a:lnTo>
                  <a:pt x="21600" y="9338"/>
                </a:lnTo>
                <a:lnTo>
                  <a:pt x="21600" y="11484"/>
                </a:lnTo>
                <a:lnTo>
                  <a:pt x="21600" y="13637"/>
                </a:lnTo>
                <a:lnTo>
                  <a:pt x="21600" y="15808"/>
                </a:lnTo>
                <a:lnTo>
                  <a:pt x="21600" y="18000"/>
                </a:lnTo>
                <a:lnTo>
                  <a:pt x="19563" y="18396"/>
                </a:lnTo>
                <a:lnTo>
                  <a:pt x="17524" y="18792"/>
                </a:lnTo>
                <a:lnTo>
                  <a:pt x="15484" y="19188"/>
                </a:lnTo>
                <a:lnTo>
                  <a:pt x="13438" y="19588"/>
                </a:lnTo>
                <a:lnTo>
                  <a:pt x="11386" y="19987"/>
                </a:lnTo>
                <a:lnTo>
                  <a:pt x="9325" y="20387"/>
                </a:lnTo>
                <a:lnTo>
                  <a:pt x="7258" y="20790"/>
                </a:lnTo>
                <a:lnTo>
                  <a:pt x="5178" y="21193"/>
                </a:lnTo>
                <a:lnTo>
                  <a:pt x="3086" y="21600"/>
                </a:lnTo>
                <a:lnTo>
                  <a:pt x="3589" y="19314"/>
                </a:lnTo>
                <a:lnTo>
                  <a:pt x="4092" y="17028"/>
                </a:lnTo>
                <a:lnTo>
                  <a:pt x="4592" y="14746"/>
                </a:lnTo>
                <a:lnTo>
                  <a:pt x="5095" y="12460"/>
                </a:lnTo>
                <a:lnTo>
                  <a:pt x="5597" y="10174"/>
                </a:lnTo>
                <a:lnTo>
                  <a:pt x="6100" y="7888"/>
                </a:lnTo>
                <a:lnTo>
                  <a:pt x="6116" y="6822"/>
                </a:lnTo>
                <a:lnTo>
                  <a:pt x="6171" y="3600"/>
                </a:lnTo>
                <a:lnTo>
                  <a:pt x="4379" y="2207"/>
                </a:lnTo>
                <a:lnTo>
                  <a:pt x="3138" y="1368"/>
                </a:lnTo>
                <a:lnTo>
                  <a:pt x="1873" y="745"/>
                </a:lnTo>
                <a:lnTo>
                  <a:pt x="0" y="0"/>
                </a:lnTo>
                <a:close/>
              </a:path>
            </a:pathLst>
          </a:custGeom>
          <a:solidFill>
            <a:srgbClr val="E7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7" name="contour_09785"/>
          <p:cNvSpPr/>
          <p:nvPr/>
        </p:nvSpPr>
        <p:spPr>
          <a:xfrm>
            <a:off x="2305429" y="1982334"/>
            <a:ext cx="2981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0" y="0"/>
                </a:moveTo>
                <a:lnTo>
                  <a:pt x="6742" y="1071"/>
                </a:lnTo>
                <a:lnTo>
                  <a:pt x="7740" y="2160"/>
                </a:lnTo>
                <a:lnTo>
                  <a:pt x="9377" y="3231"/>
                </a:lnTo>
                <a:lnTo>
                  <a:pt x="11040" y="4320"/>
                </a:lnTo>
                <a:lnTo>
                  <a:pt x="14530" y="4320"/>
                </a:lnTo>
                <a:lnTo>
                  <a:pt x="18041" y="4320"/>
                </a:lnTo>
                <a:lnTo>
                  <a:pt x="21600" y="4320"/>
                </a:lnTo>
                <a:lnTo>
                  <a:pt x="21600" y="5847"/>
                </a:lnTo>
                <a:lnTo>
                  <a:pt x="21600" y="7376"/>
                </a:lnTo>
                <a:lnTo>
                  <a:pt x="21600" y="8910"/>
                </a:lnTo>
                <a:lnTo>
                  <a:pt x="21600" y="10450"/>
                </a:lnTo>
                <a:lnTo>
                  <a:pt x="21600" y="11997"/>
                </a:lnTo>
                <a:lnTo>
                  <a:pt x="21600" y="13552"/>
                </a:lnTo>
                <a:lnTo>
                  <a:pt x="21600" y="15120"/>
                </a:lnTo>
                <a:lnTo>
                  <a:pt x="18110" y="15120"/>
                </a:lnTo>
                <a:lnTo>
                  <a:pt x="14599" y="15120"/>
                </a:lnTo>
                <a:lnTo>
                  <a:pt x="11040" y="15120"/>
                </a:lnTo>
                <a:lnTo>
                  <a:pt x="11040" y="16403"/>
                </a:lnTo>
                <a:lnTo>
                  <a:pt x="11040" y="17690"/>
                </a:lnTo>
                <a:lnTo>
                  <a:pt x="11040" y="18982"/>
                </a:lnTo>
                <a:lnTo>
                  <a:pt x="11040" y="20285"/>
                </a:lnTo>
                <a:lnTo>
                  <a:pt x="11040" y="21600"/>
                </a:lnTo>
                <a:lnTo>
                  <a:pt x="7550" y="21600"/>
                </a:lnTo>
                <a:lnTo>
                  <a:pt x="4039" y="21600"/>
                </a:lnTo>
                <a:lnTo>
                  <a:pt x="480" y="21600"/>
                </a:lnTo>
                <a:lnTo>
                  <a:pt x="412" y="20205"/>
                </a:lnTo>
                <a:lnTo>
                  <a:pt x="348" y="18809"/>
                </a:lnTo>
                <a:lnTo>
                  <a:pt x="290" y="17414"/>
                </a:lnTo>
                <a:lnTo>
                  <a:pt x="243" y="16021"/>
                </a:lnTo>
                <a:lnTo>
                  <a:pt x="195" y="14625"/>
                </a:lnTo>
                <a:lnTo>
                  <a:pt x="153" y="13230"/>
                </a:lnTo>
                <a:lnTo>
                  <a:pt x="84" y="12044"/>
                </a:lnTo>
                <a:lnTo>
                  <a:pt x="16" y="10843"/>
                </a:lnTo>
                <a:lnTo>
                  <a:pt x="0" y="9329"/>
                </a:lnTo>
                <a:lnTo>
                  <a:pt x="69" y="7893"/>
                </a:lnTo>
                <a:lnTo>
                  <a:pt x="280" y="6515"/>
                </a:lnTo>
                <a:lnTo>
                  <a:pt x="702" y="5182"/>
                </a:lnTo>
                <a:lnTo>
                  <a:pt x="1399" y="3882"/>
                </a:lnTo>
                <a:lnTo>
                  <a:pt x="2429" y="2592"/>
                </a:lnTo>
                <a:lnTo>
                  <a:pt x="3860" y="1305"/>
                </a:lnTo>
                <a:lnTo>
                  <a:pt x="5760" y="0"/>
                </a:lnTo>
                <a:close/>
              </a:path>
            </a:pathLst>
          </a:custGeom>
          <a:solidFill>
            <a:srgbClr val="27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8" name="contour_09786"/>
          <p:cNvSpPr/>
          <p:nvPr/>
        </p:nvSpPr>
        <p:spPr>
          <a:xfrm>
            <a:off x="710022" y="2010771"/>
            <a:ext cx="36440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61"/>
                </a:lnTo>
                <a:lnTo>
                  <a:pt x="13751" y="122"/>
                </a:lnTo>
                <a:lnTo>
                  <a:pt x="16368" y="180"/>
                </a:lnTo>
                <a:lnTo>
                  <a:pt x="18982" y="240"/>
                </a:lnTo>
                <a:lnTo>
                  <a:pt x="21600" y="298"/>
                </a:lnTo>
                <a:lnTo>
                  <a:pt x="21600" y="2453"/>
                </a:lnTo>
                <a:lnTo>
                  <a:pt x="21600" y="4607"/>
                </a:lnTo>
                <a:lnTo>
                  <a:pt x="21600" y="6768"/>
                </a:lnTo>
                <a:lnTo>
                  <a:pt x="21600" y="8935"/>
                </a:lnTo>
                <a:lnTo>
                  <a:pt x="21600" y="11113"/>
                </a:lnTo>
                <a:lnTo>
                  <a:pt x="21600" y="13308"/>
                </a:lnTo>
                <a:lnTo>
                  <a:pt x="21600" y="15514"/>
                </a:lnTo>
                <a:lnTo>
                  <a:pt x="19548" y="15389"/>
                </a:lnTo>
                <a:lnTo>
                  <a:pt x="17483" y="15261"/>
                </a:lnTo>
                <a:lnTo>
                  <a:pt x="15392" y="15133"/>
                </a:lnTo>
                <a:lnTo>
                  <a:pt x="14399" y="15188"/>
                </a:lnTo>
                <a:lnTo>
                  <a:pt x="12649" y="15289"/>
                </a:lnTo>
                <a:lnTo>
                  <a:pt x="8640" y="15514"/>
                </a:lnTo>
                <a:lnTo>
                  <a:pt x="7119" y="17334"/>
                </a:lnTo>
                <a:lnTo>
                  <a:pt x="6165" y="18575"/>
                </a:lnTo>
                <a:lnTo>
                  <a:pt x="5365" y="19808"/>
                </a:lnTo>
                <a:lnTo>
                  <a:pt x="4320" y="21600"/>
                </a:lnTo>
                <a:lnTo>
                  <a:pt x="3819" y="19814"/>
                </a:lnTo>
                <a:lnTo>
                  <a:pt x="3326" y="18027"/>
                </a:lnTo>
                <a:lnTo>
                  <a:pt x="2843" y="16238"/>
                </a:lnTo>
                <a:lnTo>
                  <a:pt x="2363" y="14449"/>
                </a:lnTo>
                <a:lnTo>
                  <a:pt x="1892" y="12659"/>
                </a:lnTo>
                <a:lnTo>
                  <a:pt x="1439" y="11001"/>
                </a:lnTo>
                <a:lnTo>
                  <a:pt x="985" y="9327"/>
                </a:lnTo>
                <a:lnTo>
                  <a:pt x="523" y="7632"/>
                </a:lnTo>
                <a:lnTo>
                  <a:pt x="264" y="5502"/>
                </a:lnTo>
                <a:lnTo>
                  <a:pt x="0" y="3341"/>
                </a:lnTo>
                <a:lnTo>
                  <a:pt x="2562" y="1579"/>
                </a:lnTo>
                <a:lnTo>
                  <a:pt x="4303" y="642"/>
                </a:lnTo>
                <a:lnTo>
                  <a:pt x="6026" y="222"/>
                </a:lnTo>
                <a:lnTo>
                  <a:pt x="8523" y="0"/>
                </a:lnTo>
                <a:close/>
              </a:path>
            </a:pathLst>
          </a:custGeom>
          <a:solidFill>
            <a:srgbClr val="CAA7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789" name="contour_09787"/>
          <p:cNvSpPr/>
          <p:nvPr/>
        </p:nvSpPr>
        <p:spPr>
          <a:xfrm>
            <a:off x="6955831" y="2004198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5" y="0"/>
                </a:lnTo>
                <a:lnTo>
                  <a:pt x="3580" y="0"/>
                </a:lnTo>
                <a:lnTo>
                  <a:pt x="5400" y="0"/>
                </a:lnTo>
                <a:lnTo>
                  <a:pt x="5400" y="2380"/>
                </a:lnTo>
                <a:lnTo>
                  <a:pt x="5400" y="4774"/>
                </a:lnTo>
                <a:lnTo>
                  <a:pt x="5400" y="7200"/>
                </a:lnTo>
                <a:lnTo>
                  <a:pt x="7182" y="7200"/>
                </a:lnTo>
                <a:lnTo>
                  <a:pt x="8967" y="7200"/>
                </a:lnTo>
                <a:lnTo>
                  <a:pt x="10760" y="7200"/>
                </a:lnTo>
                <a:lnTo>
                  <a:pt x="12560" y="7200"/>
                </a:lnTo>
                <a:lnTo>
                  <a:pt x="14372" y="7200"/>
                </a:lnTo>
                <a:lnTo>
                  <a:pt x="16200" y="7200"/>
                </a:lnTo>
                <a:lnTo>
                  <a:pt x="16200" y="9580"/>
                </a:lnTo>
                <a:lnTo>
                  <a:pt x="16200" y="11974"/>
                </a:lnTo>
                <a:lnTo>
                  <a:pt x="16200" y="14400"/>
                </a:lnTo>
                <a:lnTo>
                  <a:pt x="17537" y="15293"/>
                </a:lnTo>
                <a:lnTo>
                  <a:pt x="18878" y="16186"/>
                </a:lnTo>
                <a:lnTo>
                  <a:pt x="20231" y="17089"/>
                </a:lnTo>
                <a:lnTo>
                  <a:pt x="21600" y="18000"/>
                </a:lnTo>
                <a:lnTo>
                  <a:pt x="19729" y="18356"/>
                </a:lnTo>
                <a:lnTo>
                  <a:pt x="17855" y="18713"/>
                </a:lnTo>
                <a:lnTo>
                  <a:pt x="15981" y="19069"/>
                </a:lnTo>
                <a:lnTo>
                  <a:pt x="14105" y="19429"/>
                </a:lnTo>
                <a:lnTo>
                  <a:pt x="12220" y="19786"/>
                </a:lnTo>
                <a:lnTo>
                  <a:pt x="10333" y="20146"/>
                </a:lnTo>
                <a:lnTo>
                  <a:pt x="8438" y="20506"/>
                </a:lnTo>
                <a:lnTo>
                  <a:pt x="6534" y="20869"/>
                </a:lnTo>
                <a:lnTo>
                  <a:pt x="4622" y="21233"/>
                </a:lnTo>
                <a:lnTo>
                  <a:pt x="2700" y="21600"/>
                </a:lnTo>
                <a:lnTo>
                  <a:pt x="1895" y="16369"/>
                </a:lnTo>
                <a:lnTo>
                  <a:pt x="1272" y="12262"/>
                </a:lnTo>
                <a:lnTo>
                  <a:pt x="799" y="9101"/>
                </a:lnTo>
                <a:lnTo>
                  <a:pt x="462" y="6703"/>
                </a:lnTo>
                <a:lnTo>
                  <a:pt x="238" y="4896"/>
                </a:lnTo>
                <a:lnTo>
                  <a:pt x="100" y="3499"/>
                </a:lnTo>
                <a:lnTo>
                  <a:pt x="30" y="2336"/>
                </a:lnTo>
                <a:lnTo>
                  <a:pt x="3" y="1231"/>
                </a:lnTo>
                <a:lnTo>
                  <a:pt x="0" y="0"/>
                </a:lnTo>
                <a:close/>
              </a:path>
            </a:pathLst>
          </a:custGeom>
          <a:solidFill>
            <a:srgbClr val="96886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0" name="contour_09788"/>
          <p:cNvSpPr/>
          <p:nvPr/>
        </p:nvSpPr>
        <p:spPr>
          <a:xfrm>
            <a:off x="6746323" y="1982334"/>
            <a:ext cx="27308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35" y="0"/>
                </a:moveTo>
                <a:lnTo>
                  <a:pt x="17127" y="998"/>
                </a:lnTo>
                <a:lnTo>
                  <a:pt x="18170" y="1940"/>
                </a:lnTo>
                <a:lnTo>
                  <a:pt x="18983" y="2840"/>
                </a:lnTo>
                <a:lnTo>
                  <a:pt x="19554" y="3707"/>
                </a:lnTo>
                <a:lnTo>
                  <a:pt x="19888" y="4554"/>
                </a:lnTo>
                <a:lnTo>
                  <a:pt x="19992" y="5391"/>
                </a:lnTo>
                <a:lnTo>
                  <a:pt x="19865" y="6226"/>
                </a:lnTo>
                <a:lnTo>
                  <a:pt x="19507" y="7074"/>
                </a:lnTo>
                <a:lnTo>
                  <a:pt x="18925" y="7945"/>
                </a:lnTo>
                <a:lnTo>
                  <a:pt x="18118" y="8849"/>
                </a:lnTo>
                <a:lnTo>
                  <a:pt x="17086" y="9797"/>
                </a:lnTo>
                <a:lnTo>
                  <a:pt x="15835" y="10800"/>
                </a:lnTo>
                <a:lnTo>
                  <a:pt x="14798" y="11705"/>
                </a:lnTo>
                <a:lnTo>
                  <a:pt x="13789" y="12610"/>
                </a:lnTo>
                <a:lnTo>
                  <a:pt x="12815" y="13519"/>
                </a:lnTo>
                <a:lnTo>
                  <a:pt x="11869" y="14429"/>
                </a:lnTo>
                <a:lnTo>
                  <a:pt x="10947" y="15274"/>
                </a:lnTo>
                <a:lnTo>
                  <a:pt x="10002" y="16131"/>
                </a:lnTo>
                <a:lnTo>
                  <a:pt x="10036" y="16836"/>
                </a:lnTo>
                <a:lnTo>
                  <a:pt x="10071" y="17550"/>
                </a:lnTo>
                <a:lnTo>
                  <a:pt x="13426" y="18060"/>
                </a:lnTo>
                <a:lnTo>
                  <a:pt x="15749" y="18372"/>
                </a:lnTo>
                <a:lnTo>
                  <a:pt x="18112" y="18610"/>
                </a:lnTo>
                <a:lnTo>
                  <a:pt x="21600" y="18900"/>
                </a:lnTo>
                <a:lnTo>
                  <a:pt x="17790" y="18900"/>
                </a:lnTo>
                <a:lnTo>
                  <a:pt x="13956" y="18900"/>
                </a:lnTo>
                <a:lnTo>
                  <a:pt x="10071" y="18900"/>
                </a:lnTo>
                <a:lnTo>
                  <a:pt x="7955" y="19702"/>
                </a:lnTo>
                <a:lnTo>
                  <a:pt x="6647" y="20250"/>
                </a:lnTo>
                <a:lnTo>
                  <a:pt x="5615" y="20798"/>
                </a:lnTo>
                <a:lnTo>
                  <a:pt x="4306" y="21600"/>
                </a:lnTo>
                <a:lnTo>
                  <a:pt x="3488" y="20590"/>
                </a:lnTo>
                <a:lnTo>
                  <a:pt x="2755" y="19601"/>
                </a:lnTo>
                <a:lnTo>
                  <a:pt x="2110" y="18630"/>
                </a:lnTo>
                <a:lnTo>
                  <a:pt x="1551" y="17674"/>
                </a:lnTo>
                <a:lnTo>
                  <a:pt x="1078" y="16732"/>
                </a:lnTo>
                <a:lnTo>
                  <a:pt x="692" y="15802"/>
                </a:lnTo>
                <a:lnTo>
                  <a:pt x="386" y="14881"/>
                </a:lnTo>
                <a:lnTo>
                  <a:pt x="173" y="13967"/>
                </a:lnTo>
                <a:lnTo>
                  <a:pt x="40" y="13057"/>
                </a:lnTo>
                <a:lnTo>
                  <a:pt x="0" y="12150"/>
                </a:lnTo>
                <a:lnTo>
                  <a:pt x="40" y="11243"/>
                </a:lnTo>
                <a:lnTo>
                  <a:pt x="173" y="10333"/>
                </a:lnTo>
                <a:lnTo>
                  <a:pt x="386" y="9419"/>
                </a:lnTo>
                <a:lnTo>
                  <a:pt x="692" y="8498"/>
                </a:lnTo>
                <a:lnTo>
                  <a:pt x="1078" y="7568"/>
                </a:lnTo>
                <a:lnTo>
                  <a:pt x="1551" y="6626"/>
                </a:lnTo>
                <a:lnTo>
                  <a:pt x="2110" y="5670"/>
                </a:lnTo>
                <a:lnTo>
                  <a:pt x="2755" y="4699"/>
                </a:lnTo>
                <a:lnTo>
                  <a:pt x="3488" y="3710"/>
                </a:lnTo>
                <a:lnTo>
                  <a:pt x="4306" y="2700"/>
                </a:lnTo>
                <a:lnTo>
                  <a:pt x="8117" y="2700"/>
                </a:lnTo>
                <a:lnTo>
                  <a:pt x="11950" y="2700"/>
                </a:lnTo>
                <a:lnTo>
                  <a:pt x="15835" y="2700"/>
                </a:lnTo>
                <a:lnTo>
                  <a:pt x="15835" y="1808"/>
                </a:lnTo>
                <a:lnTo>
                  <a:pt x="15835" y="910"/>
                </a:lnTo>
                <a:lnTo>
                  <a:pt x="15835" y="0"/>
                </a:lnTo>
                <a:close/>
              </a:path>
            </a:pathLst>
          </a:custGeom>
          <a:solidFill>
            <a:srgbClr val="C5D1D9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1" name="contour_09789"/>
          <p:cNvSpPr/>
          <p:nvPr/>
        </p:nvSpPr>
        <p:spPr>
          <a:xfrm>
            <a:off x="8688281" y="1996910"/>
            <a:ext cx="385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3" y="0"/>
                </a:moveTo>
                <a:lnTo>
                  <a:pt x="3869" y="0"/>
                </a:lnTo>
                <a:lnTo>
                  <a:pt x="6569" y="0"/>
                </a:lnTo>
                <a:lnTo>
                  <a:pt x="9282" y="0"/>
                </a:lnTo>
                <a:lnTo>
                  <a:pt x="12007" y="0"/>
                </a:lnTo>
                <a:lnTo>
                  <a:pt x="14749" y="0"/>
                </a:lnTo>
                <a:lnTo>
                  <a:pt x="17515" y="0"/>
                </a:lnTo>
                <a:lnTo>
                  <a:pt x="17854" y="1782"/>
                </a:lnTo>
                <a:lnTo>
                  <a:pt x="18189" y="3564"/>
                </a:lnTo>
                <a:lnTo>
                  <a:pt x="18528" y="5349"/>
                </a:lnTo>
                <a:lnTo>
                  <a:pt x="18863" y="7136"/>
                </a:lnTo>
                <a:lnTo>
                  <a:pt x="19202" y="8926"/>
                </a:lnTo>
                <a:lnTo>
                  <a:pt x="19541" y="10719"/>
                </a:lnTo>
                <a:lnTo>
                  <a:pt x="19880" y="12517"/>
                </a:lnTo>
                <a:lnTo>
                  <a:pt x="20223" y="14321"/>
                </a:lnTo>
                <a:lnTo>
                  <a:pt x="20566" y="16130"/>
                </a:lnTo>
                <a:lnTo>
                  <a:pt x="20910" y="17944"/>
                </a:lnTo>
                <a:lnTo>
                  <a:pt x="21253" y="19769"/>
                </a:lnTo>
                <a:lnTo>
                  <a:pt x="21600" y="21600"/>
                </a:lnTo>
                <a:lnTo>
                  <a:pt x="16836" y="20809"/>
                </a:lnTo>
                <a:lnTo>
                  <a:pt x="13184" y="20177"/>
                </a:lnTo>
                <a:lnTo>
                  <a:pt x="10402" y="19642"/>
                </a:lnTo>
                <a:lnTo>
                  <a:pt x="8253" y="19140"/>
                </a:lnTo>
                <a:lnTo>
                  <a:pt x="6492" y="18608"/>
                </a:lnTo>
                <a:lnTo>
                  <a:pt x="4886" y="17985"/>
                </a:lnTo>
                <a:lnTo>
                  <a:pt x="3191" y="17202"/>
                </a:lnTo>
                <a:lnTo>
                  <a:pt x="1173" y="16200"/>
                </a:lnTo>
                <a:lnTo>
                  <a:pt x="633" y="14369"/>
                </a:lnTo>
                <a:lnTo>
                  <a:pt x="270" y="12566"/>
                </a:lnTo>
                <a:lnTo>
                  <a:pt x="65" y="10781"/>
                </a:lnTo>
                <a:lnTo>
                  <a:pt x="0" y="9004"/>
                </a:lnTo>
                <a:lnTo>
                  <a:pt x="57" y="7233"/>
                </a:lnTo>
                <a:lnTo>
                  <a:pt x="221" y="5454"/>
                </a:lnTo>
                <a:lnTo>
                  <a:pt x="470" y="3661"/>
                </a:lnTo>
                <a:lnTo>
                  <a:pt x="797" y="1844"/>
                </a:lnTo>
                <a:lnTo>
                  <a:pt x="1173" y="0"/>
                </a:lnTo>
                <a:close/>
              </a:path>
            </a:pathLst>
          </a:custGeom>
          <a:solidFill>
            <a:srgbClr val="CDDDE6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2" name="contour_09790"/>
          <p:cNvSpPr/>
          <p:nvPr/>
        </p:nvSpPr>
        <p:spPr>
          <a:xfrm>
            <a:off x="4448762" y="1960280"/>
            <a:ext cx="72880" cy="30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133"/>
                </a:moveTo>
                <a:lnTo>
                  <a:pt x="3605" y="0"/>
                </a:lnTo>
                <a:lnTo>
                  <a:pt x="5061" y="36"/>
                </a:lnTo>
                <a:lnTo>
                  <a:pt x="6519" y="251"/>
                </a:lnTo>
                <a:lnTo>
                  <a:pt x="7973" y="645"/>
                </a:lnTo>
                <a:lnTo>
                  <a:pt x="9415" y="1224"/>
                </a:lnTo>
                <a:lnTo>
                  <a:pt x="10837" y="2003"/>
                </a:lnTo>
                <a:lnTo>
                  <a:pt x="12234" y="2986"/>
                </a:lnTo>
                <a:lnTo>
                  <a:pt x="13597" y="4175"/>
                </a:lnTo>
                <a:lnTo>
                  <a:pt x="14919" y="5578"/>
                </a:lnTo>
                <a:lnTo>
                  <a:pt x="16194" y="7202"/>
                </a:lnTo>
                <a:lnTo>
                  <a:pt x="17414" y="9056"/>
                </a:lnTo>
                <a:lnTo>
                  <a:pt x="18291" y="11166"/>
                </a:lnTo>
                <a:lnTo>
                  <a:pt x="18945" y="12821"/>
                </a:lnTo>
                <a:lnTo>
                  <a:pt x="19583" y="14578"/>
                </a:lnTo>
                <a:lnTo>
                  <a:pt x="20399" y="16995"/>
                </a:lnTo>
                <a:lnTo>
                  <a:pt x="21600" y="20622"/>
                </a:lnTo>
                <a:lnTo>
                  <a:pt x="18377" y="20996"/>
                </a:lnTo>
                <a:lnTo>
                  <a:pt x="15636" y="21293"/>
                </a:lnTo>
                <a:lnTo>
                  <a:pt x="13325" y="21498"/>
                </a:lnTo>
                <a:lnTo>
                  <a:pt x="11394" y="21600"/>
                </a:lnTo>
                <a:lnTo>
                  <a:pt x="9785" y="21585"/>
                </a:lnTo>
                <a:lnTo>
                  <a:pt x="8450" y="21436"/>
                </a:lnTo>
                <a:lnTo>
                  <a:pt x="7333" y="21139"/>
                </a:lnTo>
                <a:lnTo>
                  <a:pt x="6385" y="20683"/>
                </a:lnTo>
                <a:lnTo>
                  <a:pt x="5549" y="20053"/>
                </a:lnTo>
                <a:lnTo>
                  <a:pt x="4776" y="19234"/>
                </a:lnTo>
                <a:lnTo>
                  <a:pt x="4009" y="18209"/>
                </a:lnTo>
                <a:lnTo>
                  <a:pt x="3201" y="16970"/>
                </a:lnTo>
                <a:lnTo>
                  <a:pt x="2294" y="15500"/>
                </a:lnTo>
                <a:lnTo>
                  <a:pt x="1536" y="13809"/>
                </a:lnTo>
                <a:lnTo>
                  <a:pt x="773" y="12104"/>
                </a:lnTo>
                <a:lnTo>
                  <a:pt x="0" y="10377"/>
                </a:lnTo>
                <a:lnTo>
                  <a:pt x="423" y="7299"/>
                </a:lnTo>
                <a:lnTo>
                  <a:pt x="788" y="5209"/>
                </a:lnTo>
                <a:lnTo>
                  <a:pt x="1300" y="3140"/>
                </a:lnTo>
                <a:lnTo>
                  <a:pt x="2160" y="133"/>
                </a:lnTo>
                <a:close/>
              </a:path>
            </a:pathLst>
          </a:custGeom>
          <a:solidFill>
            <a:srgbClr val="E8F8FE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3" name="contour_09791"/>
          <p:cNvSpPr/>
          <p:nvPr/>
        </p:nvSpPr>
        <p:spPr>
          <a:xfrm>
            <a:off x="5534672" y="1931318"/>
            <a:ext cx="51016" cy="46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48" y="92"/>
                </a:lnTo>
                <a:lnTo>
                  <a:pt x="4258" y="221"/>
                </a:lnTo>
                <a:lnTo>
                  <a:pt x="6338" y="398"/>
                </a:lnTo>
                <a:lnTo>
                  <a:pt x="8393" y="643"/>
                </a:lnTo>
                <a:lnTo>
                  <a:pt x="10430" y="970"/>
                </a:lnTo>
                <a:lnTo>
                  <a:pt x="12457" y="1395"/>
                </a:lnTo>
                <a:lnTo>
                  <a:pt x="14475" y="1929"/>
                </a:lnTo>
                <a:lnTo>
                  <a:pt x="16490" y="2596"/>
                </a:lnTo>
                <a:lnTo>
                  <a:pt x="18514" y="3402"/>
                </a:lnTo>
                <a:lnTo>
                  <a:pt x="19409" y="5474"/>
                </a:lnTo>
                <a:lnTo>
                  <a:pt x="20113" y="7529"/>
                </a:lnTo>
                <a:lnTo>
                  <a:pt x="20647" y="9584"/>
                </a:lnTo>
                <a:lnTo>
                  <a:pt x="21038" y="11656"/>
                </a:lnTo>
                <a:lnTo>
                  <a:pt x="21304" y="13758"/>
                </a:lnTo>
                <a:lnTo>
                  <a:pt x="21473" y="15908"/>
                </a:lnTo>
                <a:lnTo>
                  <a:pt x="21563" y="18120"/>
                </a:lnTo>
                <a:lnTo>
                  <a:pt x="21600" y="20413"/>
                </a:lnTo>
                <a:lnTo>
                  <a:pt x="19304" y="20903"/>
                </a:lnTo>
                <a:lnTo>
                  <a:pt x="17089" y="21287"/>
                </a:lnTo>
                <a:lnTo>
                  <a:pt x="14923" y="21532"/>
                </a:lnTo>
                <a:lnTo>
                  <a:pt x="12778" y="21600"/>
                </a:lnTo>
                <a:lnTo>
                  <a:pt x="10624" y="21461"/>
                </a:lnTo>
                <a:lnTo>
                  <a:pt x="8433" y="21076"/>
                </a:lnTo>
                <a:lnTo>
                  <a:pt x="6171" y="20413"/>
                </a:lnTo>
                <a:lnTo>
                  <a:pt x="5107" y="18252"/>
                </a:lnTo>
                <a:lnTo>
                  <a:pt x="4172" y="16075"/>
                </a:lnTo>
                <a:lnTo>
                  <a:pt x="3351" y="13870"/>
                </a:lnTo>
                <a:lnTo>
                  <a:pt x="2629" y="11642"/>
                </a:lnTo>
                <a:lnTo>
                  <a:pt x="1993" y="9386"/>
                </a:lnTo>
                <a:lnTo>
                  <a:pt x="1429" y="7097"/>
                </a:lnTo>
                <a:lnTo>
                  <a:pt x="916" y="4770"/>
                </a:lnTo>
                <a:lnTo>
                  <a:pt x="447" y="2405"/>
                </a:lnTo>
                <a:lnTo>
                  <a:pt x="0" y="0"/>
                </a:lnTo>
                <a:close/>
              </a:path>
            </a:pathLst>
          </a:custGeom>
          <a:solidFill>
            <a:srgbClr val="856695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4" name="contour_09792"/>
          <p:cNvSpPr/>
          <p:nvPr/>
        </p:nvSpPr>
        <p:spPr>
          <a:xfrm>
            <a:off x="6984983" y="1938606"/>
            <a:ext cx="5163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01" y="637"/>
                </a:lnTo>
                <a:lnTo>
                  <a:pt x="6701" y="1177"/>
                </a:lnTo>
                <a:lnTo>
                  <a:pt x="9109" y="1652"/>
                </a:lnTo>
                <a:lnTo>
                  <a:pt x="11052" y="2113"/>
                </a:lnTo>
                <a:lnTo>
                  <a:pt x="12634" y="2596"/>
                </a:lnTo>
                <a:lnTo>
                  <a:pt x="13975" y="3139"/>
                </a:lnTo>
                <a:lnTo>
                  <a:pt x="15192" y="3787"/>
                </a:lnTo>
                <a:lnTo>
                  <a:pt x="16399" y="4579"/>
                </a:lnTo>
                <a:lnTo>
                  <a:pt x="17710" y="5551"/>
                </a:lnTo>
                <a:lnTo>
                  <a:pt x="19243" y="6750"/>
                </a:lnTo>
                <a:lnTo>
                  <a:pt x="20368" y="9245"/>
                </a:lnTo>
                <a:lnTo>
                  <a:pt x="21088" y="11585"/>
                </a:lnTo>
                <a:lnTo>
                  <a:pt x="21475" y="13882"/>
                </a:lnTo>
                <a:lnTo>
                  <a:pt x="21600" y="16243"/>
                </a:lnTo>
                <a:lnTo>
                  <a:pt x="21533" y="18781"/>
                </a:lnTo>
                <a:lnTo>
                  <a:pt x="21341" y="21600"/>
                </a:lnTo>
                <a:lnTo>
                  <a:pt x="19432" y="21287"/>
                </a:lnTo>
                <a:lnTo>
                  <a:pt x="17527" y="20952"/>
                </a:lnTo>
                <a:lnTo>
                  <a:pt x="15622" y="20606"/>
                </a:lnTo>
                <a:lnTo>
                  <a:pt x="13719" y="20250"/>
                </a:lnTo>
                <a:lnTo>
                  <a:pt x="11591" y="19872"/>
                </a:lnTo>
                <a:lnTo>
                  <a:pt x="9433" y="19490"/>
                </a:lnTo>
                <a:lnTo>
                  <a:pt x="7777" y="18752"/>
                </a:lnTo>
                <a:lnTo>
                  <a:pt x="6097" y="18000"/>
                </a:lnTo>
                <a:lnTo>
                  <a:pt x="6097" y="15620"/>
                </a:lnTo>
                <a:lnTo>
                  <a:pt x="6097" y="13226"/>
                </a:lnTo>
                <a:lnTo>
                  <a:pt x="6097" y="10800"/>
                </a:lnTo>
                <a:lnTo>
                  <a:pt x="4082" y="10800"/>
                </a:lnTo>
                <a:lnTo>
                  <a:pt x="2055" y="1080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525355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5" name="contour_09793"/>
          <p:cNvSpPr/>
          <p:nvPr/>
        </p:nvSpPr>
        <p:spPr>
          <a:xfrm>
            <a:off x="1109878" y="1945894"/>
            <a:ext cx="73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44" y="0"/>
                </a:moveTo>
                <a:lnTo>
                  <a:pt x="12451" y="0"/>
                </a:lnTo>
                <a:lnTo>
                  <a:pt x="13960" y="0"/>
                </a:lnTo>
                <a:lnTo>
                  <a:pt x="15473" y="0"/>
                </a:lnTo>
                <a:lnTo>
                  <a:pt x="16992" y="0"/>
                </a:lnTo>
                <a:lnTo>
                  <a:pt x="18518" y="0"/>
                </a:lnTo>
                <a:lnTo>
                  <a:pt x="20053" y="0"/>
                </a:lnTo>
                <a:lnTo>
                  <a:pt x="21600" y="0"/>
                </a:lnTo>
                <a:lnTo>
                  <a:pt x="21138" y="389"/>
                </a:lnTo>
                <a:lnTo>
                  <a:pt x="20539" y="896"/>
                </a:lnTo>
                <a:lnTo>
                  <a:pt x="19407" y="1854"/>
                </a:lnTo>
                <a:lnTo>
                  <a:pt x="17338" y="3600"/>
                </a:lnTo>
                <a:lnTo>
                  <a:pt x="17099" y="6156"/>
                </a:lnTo>
                <a:lnTo>
                  <a:pt x="16992" y="7970"/>
                </a:lnTo>
                <a:lnTo>
                  <a:pt x="16992" y="9904"/>
                </a:lnTo>
                <a:lnTo>
                  <a:pt x="17071" y="12823"/>
                </a:lnTo>
                <a:lnTo>
                  <a:pt x="17129" y="15289"/>
                </a:lnTo>
                <a:lnTo>
                  <a:pt x="17188" y="17788"/>
                </a:lnTo>
                <a:lnTo>
                  <a:pt x="17263" y="19681"/>
                </a:lnTo>
                <a:lnTo>
                  <a:pt x="17338" y="21600"/>
                </a:lnTo>
                <a:lnTo>
                  <a:pt x="17118" y="19814"/>
                </a:lnTo>
                <a:lnTo>
                  <a:pt x="16896" y="18022"/>
                </a:lnTo>
                <a:lnTo>
                  <a:pt x="16673" y="16200"/>
                </a:lnTo>
                <a:lnTo>
                  <a:pt x="16457" y="15404"/>
                </a:lnTo>
                <a:lnTo>
                  <a:pt x="16076" y="14004"/>
                </a:lnTo>
                <a:lnTo>
                  <a:pt x="15206" y="10800"/>
                </a:lnTo>
                <a:lnTo>
                  <a:pt x="13621" y="10260"/>
                </a:lnTo>
                <a:lnTo>
                  <a:pt x="12495" y="9990"/>
                </a:lnTo>
                <a:lnTo>
                  <a:pt x="11524" y="9990"/>
                </a:lnTo>
                <a:lnTo>
                  <a:pt x="10398" y="10260"/>
                </a:lnTo>
                <a:lnTo>
                  <a:pt x="8813" y="10800"/>
                </a:lnTo>
                <a:lnTo>
                  <a:pt x="7954" y="12938"/>
                </a:lnTo>
                <a:lnTo>
                  <a:pt x="7447" y="14400"/>
                </a:lnTo>
                <a:lnTo>
                  <a:pt x="7088" y="15862"/>
                </a:lnTo>
                <a:lnTo>
                  <a:pt x="6681" y="18000"/>
                </a:lnTo>
                <a:lnTo>
                  <a:pt x="5096" y="17431"/>
                </a:lnTo>
                <a:lnTo>
                  <a:pt x="3970" y="16960"/>
                </a:lnTo>
                <a:lnTo>
                  <a:pt x="2999" y="16412"/>
                </a:lnTo>
                <a:lnTo>
                  <a:pt x="1873" y="15617"/>
                </a:lnTo>
                <a:lnTo>
                  <a:pt x="288" y="14400"/>
                </a:lnTo>
                <a:lnTo>
                  <a:pt x="96" y="11614"/>
                </a:lnTo>
                <a:lnTo>
                  <a:pt x="0" y="9659"/>
                </a:lnTo>
                <a:lnTo>
                  <a:pt x="0" y="8017"/>
                </a:lnTo>
                <a:lnTo>
                  <a:pt x="96" y="6170"/>
                </a:lnTo>
                <a:lnTo>
                  <a:pt x="288" y="3600"/>
                </a:lnTo>
                <a:lnTo>
                  <a:pt x="884" y="3802"/>
                </a:lnTo>
                <a:lnTo>
                  <a:pt x="1443" y="3989"/>
                </a:lnTo>
                <a:lnTo>
                  <a:pt x="2086" y="4208"/>
                </a:lnTo>
                <a:lnTo>
                  <a:pt x="2939" y="4496"/>
                </a:lnTo>
                <a:lnTo>
                  <a:pt x="4126" y="4896"/>
                </a:lnTo>
                <a:lnTo>
                  <a:pt x="5771" y="5454"/>
                </a:lnTo>
                <a:lnTo>
                  <a:pt x="8003" y="6206"/>
                </a:lnTo>
                <a:lnTo>
                  <a:pt x="10944" y="7200"/>
                </a:lnTo>
                <a:lnTo>
                  <a:pt x="10944" y="4820"/>
                </a:lnTo>
                <a:lnTo>
                  <a:pt x="10944" y="2426"/>
                </a:lnTo>
                <a:lnTo>
                  <a:pt x="10944" y="0"/>
                </a:lnTo>
                <a:close/>
              </a:path>
            </a:pathLst>
          </a:custGeom>
          <a:solidFill>
            <a:srgbClr val="484640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6" name="contour_09794"/>
          <p:cNvSpPr/>
          <p:nvPr/>
        </p:nvSpPr>
        <p:spPr>
          <a:xfrm>
            <a:off x="1497125" y="1930829"/>
            <a:ext cx="58304" cy="369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6"/>
                </a:moveTo>
                <a:lnTo>
                  <a:pt x="21600" y="3099"/>
                </a:lnTo>
                <a:lnTo>
                  <a:pt x="21600" y="5917"/>
                </a:lnTo>
                <a:lnTo>
                  <a:pt x="21600" y="8747"/>
                </a:lnTo>
                <a:lnTo>
                  <a:pt x="21600" y="11591"/>
                </a:lnTo>
                <a:lnTo>
                  <a:pt x="21600" y="14451"/>
                </a:lnTo>
                <a:lnTo>
                  <a:pt x="21600" y="17337"/>
                </a:lnTo>
                <a:lnTo>
                  <a:pt x="19818" y="17691"/>
                </a:lnTo>
                <a:lnTo>
                  <a:pt x="18036" y="18040"/>
                </a:lnTo>
                <a:lnTo>
                  <a:pt x="16251" y="18394"/>
                </a:lnTo>
                <a:lnTo>
                  <a:pt x="14464" y="18744"/>
                </a:lnTo>
                <a:lnTo>
                  <a:pt x="12674" y="19098"/>
                </a:lnTo>
                <a:lnTo>
                  <a:pt x="10881" y="19452"/>
                </a:lnTo>
                <a:lnTo>
                  <a:pt x="9083" y="19805"/>
                </a:lnTo>
                <a:lnTo>
                  <a:pt x="7279" y="20163"/>
                </a:lnTo>
                <a:lnTo>
                  <a:pt x="5470" y="20521"/>
                </a:lnTo>
                <a:lnTo>
                  <a:pt x="3656" y="20880"/>
                </a:lnTo>
                <a:lnTo>
                  <a:pt x="1831" y="21238"/>
                </a:lnTo>
                <a:lnTo>
                  <a:pt x="0" y="21600"/>
                </a:lnTo>
                <a:lnTo>
                  <a:pt x="0" y="19068"/>
                </a:lnTo>
                <a:lnTo>
                  <a:pt x="0" y="16527"/>
                </a:lnTo>
                <a:lnTo>
                  <a:pt x="0" y="13978"/>
                </a:lnTo>
                <a:lnTo>
                  <a:pt x="0" y="11407"/>
                </a:lnTo>
                <a:lnTo>
                  <a:pt x="0" y="8811"/>
                </a:lnTo>
                <a:lnTo>
                  <a:pt x="1555" y="7136"/>
                </a:lnTo>
                <a:lnTo>
                  <a:pt x="3186" y="5640"/>
                </a:lnTo>
                <a:lnTo>
                  <a:pt x="4884" y="4327"/>
                </a:lnTo>
                <a:lnTo>
                  <a:pt x="6642" y="3189"/>
                </a:lnTo>
                <a:lnTo>
                  <a:pt x="8446" y="2225"/>
                </a:lnTo>
                <a:lnTo>
                  <a:pt x="10287" y="1437"/>
                </a:lnTo>
                <a:lnTo>
                  <a:pt x="12158" y="823"/>
                </a:lnTo>
                <a:lnTo>
                  <a:pt x="14048" y="379"/>
                </a:lnTo>
                <a:lnTo>
                  <a:pt x="15946" y="107"/>
                </a:lnTo>
                <a:lnTo>
                  <a:pt x="17844" y="0"/>
                </a:lnTo>
                <a:lnTo>
                  <a:pt x="19732" y="60"/>
                </a:lnTo>
                <a:lnTo>
                  <a:pt x="21600" y="286"/>
                </a:lnTo>
                <a:close/>
              </a:path>
            </a:pathLst>
          </a:custGeom>
          <a:solidFill>
            <a:srgbClr val="A6A8A9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7" name="contour_09795"/>
          <p:cNvSpPr/>
          <p:nvPr/>
        </p:nvSpPr>
        <p:spPr>
          <a:xfrm>
            <a:off x="3623797" y="1880302"/>
            <a:ext cx="31586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23" y="0"/>
                </a:moveTo>
                <a:lnTo>
                  <a:pt x="18395" y="0"/>
                </a:lnTo>
                <a:lnTo>
                  <a:pt x="20907" y="0"/>
                </a:lnTo>
                <a:lnTo>
                  <a:pt x="21097" y="795"/>
                </a:lnTo>
                <a:lnTo>
                  <a:pt x="21261" y="1582"/>
                </a:lnTo>
                <a:lnTo>
                  <a:pt x="21396" y="2365"/>
                </a:lnTo>
                <a:lnTo>
                  <a:pt x="21500" y="3142"/>
                </a:lnTo>
                <a:lnTo>
                  <a:pt x="21565" y="3914"/>
                </a:lnTo>
                <a:lnTo>
                  <a:pt x="21600" y="4681"/>
                </a:lnTo>
                <a:lnTo>
                  <a:pt x="21590" y="5443"/>
                </a:lnTo>
                <a:lnTo>
                  <a:pt x="21540" y="6201"/>
                </a:lnTo>
                <a:lnTo>
                  <a:pt x="21446" y="6954"/>
                </a:lnTo>
                <a:lnTo>
                  <a:pt x="21301" y="7705"/>
                </a:lnTo>
                <a:lnTo>
                  <a:pt x="21107" y="8451"/>
                </a:lnTo>
                <a:lnTo>
                  <a:pt x="20862" y="9194"/>
                </a:lnTo>
                <a:lnTo>
                  <a:pt x="20558" y="9934"/>
                </a:lnTo>
                <a:lnTo>
                  <a:pt x="20200" y="10671"/>
                </a:lnTo>
                <a:lnTo>
                  <a:pt x="19776" y="11407"/>
                </a:lnTo>
                <a:lnTo>
                  <a:pt x="19292" y="12139"/>
                </a:lnTo>
                <a:lnTo>
                  <a:pt x="18739" y="12870"/>
                </a:lnTo>
                <a:lnTo>
                  <a:pt x="18116" y="13600"/>
                </a:lnTo>
                <a:lnTo>
                  <a:pt x="17424" y="14328"/>
                </a:lnTo>
                <a:lnTo>
                  <a:pt x="16656" y="15055"/>
                </a:lnTo>
                <a:lnTo>
                  <a:pt x="15814" y="15782"/>
                </a:lnTo>
                <a:lnTo>
                  <a:pt x="14887" y="16508"/>
                </a:lnTo>
                <a:lnTo>
                  <a:pt x="13880" y="17234"/>
                </a:lnTo>
                <a:lnTo>
                  <a:pt x="12789" y="17959"/>
                </a:lnTo>
                <a:lnTo>
                  <a:pt x="11607" y="18685"/>
                </a:lnTo>
                <a:lnTo>
                  <a:pt x="10337" y="19412"/>
                </a:lnTo>
                <a:lnTo>
                  <a:pt x="8976" y="20140"/>
                </a:lnTo>
                <a:lnTo>
                  <a:pt x="7516" y="20870"/>
                </a:lnTo>
                <a:lnTo>
                  <a:pt x="5956" y="21600"/>
                </a:lnTo>
                <a:lnTo>
                  <a:pt x="3484" y="21600"/>
                </a:lnTo>
                <a:lnTo>
                  <a:pt x="972" y="21600"/>
                </a:lnTo>
                <a:lnTo>
                  <a:pt x="817" y="20885"/>
                </a:lnTo>
                <a:lnTo>
                  <a:pt x="683" y="20169"/>
                </a:lnTo>
                <a:lnTo>
                  <a:pt x="558" y="19454"/>
                </a:lnTo>
                <a:lnTo>
                  <a:pt x="449" y="18738"/>
                </a:lnTo>
                <a:lnTo>
                  <a:pt x="349" y="18023"/>
                </a:lnTo>
                <a:lnTo>
                  <a:pt x="234" y="17358"/>
                </a:lnTo>
                <a:lnTo>
                  <a:pt x="120" y="16688"/>
                </a:lnTo>
                <a:lnTo>
                  <a:pt x="0" y="16010"/>
                </a:lnTo>
                <a:lnTo>
                  <a:pt x="513" y="15037"/>
                </a:lnTo>
                <a:lnTo>
                  <a:pt x="1072" y="14368"/>
                </a:lnTo>
                <a:lnTo>
                  <a:pt x="1954" y="13838"/>
                </a:lnTo>
                <a:lnTo>
                  <a:pt x="3439" y="13279"/>
                </a:lnTo>
                <a:lnTo>
                  <a:pt x="5801" y="12522"/>
                </a:lnTo>
                <a:lnTo>
                  <a:pt x="7735" y="11812"/>
                </a:lnTo>
                <a:lnTo>
                  <a:pt x="9305" y="11112"/>
                </a:lnTo>
                <a:lnTo>
                  <a:pt x="10556" y="10414"/>
                </a:lnTo>
                <a:lnTo>
                  <a:pt x="11523" y="9716"/>
                </a:lnTo>
                <a:lnTo>
                  <a:pt x="12265" y="9009"/>
                </a:lnTo>
                <a:lnTo>
                  <a:pt x="12818" y="8292"/>
                </a:lnTo>
                <a:lnTo>
                  <a:pt x="13227" y="7557"/>
                </a:lnTo>
                <a:lnTo>
                  <a:pt x="13541" y="6800"/>
                </a:lnTo>
                <a:lnTo>
                  <a:pt x="13800" y="6015"/>
                </a:lnTo>
                <a:lnTo>
                  <a:pt x="14054" y="5197"/>
                </a:lnTo>
                <a:lnTo>
                  <a:pt x="14344" y="4445"/>
                </a:lnTo>
                <a:lnTo>
                  <a:pt x="14638" y="3681"/>
                </a:lnTo>
                <a:lnTo>
                  <a:pt x="14912" y="2945"/>
                </a:lnTo>
                <a:lnTo>
                  <a:pt x="15181" y="2210"/>
                </a:lnTo>
                <a:lnTo>
                  <a:pt x="15440" y="1473"/>
                </a:lnTo>
                <a:lnTo>
                  <a:pt x="15684" y="737"/>
                </a:lnTo>
                <a:lnTo>
                  <a:pt x="15923" y="0"/>
                </a:lnTo>
                <a:close/>
              </a:path>
            </a:pathLst>
          </a:custGeom>
          <a:solidFill>
            <a:srgbClr val="9EA7AC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8" name="contour_09796"/>
          <p:cNvSpPr/>
          <p:nvPr/>
        </p:nvSpPr>
        <p:spPr>
          <a:xfrm>
            <a:off x="2225924" y="1887590"/>
            <a:ext cx="46672" cy="519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46" y="0"/>
                </a:moveTo>
                <a:lnTo>
                  <a:pt x="9134" y="215"/>
                </a:lnTo>
                <a:lnTo>
                  <a:pt x="11441" y="497"/>
                </a:lnTo>
                <a:lnTo>
                  <a:pt x="13687" y="882"/>
                </a:lnTo>
                <a:lnTo>
                  <a:pt x="15890" y="1410"/>
                </a:lnTo>
                <a:lnTo>
                  <a:pt x="18065" y="2113"/>
                </a:lnTo>
                <a:lnTo>
                  <a:pt x="20237" y="3032"/>
                </a:lnTo>
                <a:lnTo>
                  <a:pt x="20993" y="6097"/>
                </a:lnTo>
                <a:lnTo>
                  <a:pt x="21448" y="8291"/>
                </a:lnTo>
                <a:lnTo>
                  <a:pt x="21600" y="9962"/>
                </a:lnTo>
                <a:lnTo>
                  <a:pt x="21448" y="11438"/>
                </a:lnTo>
                <a:lnTo>
                  <a:pt x="20993" y="13057"/>
                </a:lnTo>
                <a:lnTo>
                  <a:pt x="20237" y="15158"/>
                </a:lnTo>
                <a:lnTo>
                  <a:pt x="18335" y="16719"/>
                </a:lnTo>
                <a:lnTo>
                  <a:pt x="16558" y="18014"/>
                </a:lnTo>
                <a:lnTo>
                  <a:pt x="14831" y="19063"/>
                </a:lnTo>
                <a:lnTo>
                  <a:pt x="13083" y="19899"/>
                </a:lnTo>
                <a:lnTo>
                  <a:pt x="11242" y="20545"/>
                </a:lnTo>
                <a:lnTo>
                  <a:pt x="9235" y="21027"/>
                </a:lnTo>
                <a:lnTo>
                  <a:pt x="6985" y="21370"/>
                </a:lnTo>
                <a:lnTo>
                  <a:pt x="4425" y="21600"/>
                </a:lnTo>
                <a:lnTo>
                  <a:pt x="2229" y="21412"/>
                </a:lnTo>
                <a:lnTo>
                  <a:pt x="0" y="21221"/>
                </a:lnTo>
                <a:lnTo>
                  <a:pt x="0" y="19217"/>
                </a:lnTo>
                <a:lnTo>
                  <a:pt x="0" y="17201"/>
                </a:lnTo>
                <a:lnTo>
                  <a:pt x="0" y="15158"/>
                </a:lnTo>
                <a:lnTo>
                  <a:pt x="1673" y="14594"/>
                </a:lnTo>
                <a:lnTo>
                  <a:pt x="3373" y="14021"/>
                </a:lnTo>
                <a:lnTo>
                  <a:pt x="4213" y="13551"/>
                </a:lnTo>
                <a:lnTo>
                  <a:pt x="6746" y="12126"/>
                </a:lnTo>
                <a:lnTo>
                  <a:pt x="6992" y="10077"/>
                </a:lnTo>
                <a:lnTo>
                  <a:pt x="7100" y="8073"/>
                </a:lnTo>
                <a:lnTo>
                  <a:pt x="7103" y="6087"/>
                </a:lnTo>
                <a:lnTo>
                  <a:pt x="7026" y="4099"/>
                </a:lnTo>
                <a:lnTo>
                  <a:pt x="6898" y="2077"/>
                </a:lnTo>
                <a:lnTo>
                  <a:pt x="6746" y="0"/>
                </a:lnTo>
                <a:close/>
              </a:path>
            </a:pathLst>
          </a:custGeom>
          <a:solidFill>
            <a:srgbClr val="9C9D9A"/>
          </a:solidFill>
          <a:ln>
            <a:noFill/>
          </a:ln>
        </p:spPr>
        <p:txBody>
          <a:bodyPr/>
          <a:lstStyle/>
          <a:p/>
        </p:txBody>
      </p:sp>
      <p:sp>
        <p:nvSpPr>
          <p:cNvPr id="9799" name="contour_09797"/>
          <p:cNvSpPr/>
          <p:nvPr/>
        </p:nvSpPr>
        <p:spPr>
          <a:xfrm>
            <a:off x="4135378" y="1865726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82" y="0"/>
                </a:lnTo>
                <a:lnTo>
                  <a:pt x="4366" y="0"/>
                </a:lnTo>
                <a:lnTo>
                  <a:pt x="6557" y="0"/>
                </a:lnTo>
                <a:lnTo>
                  <a:pt x="8757" y="0"/>
                </a:lnTo>
                <a:lnTo>
                  <a:pt x="10967" y="0"/>
                </a:lnTo>
                <a:lnTo>
                  <a:pt x="13188" y="0"/>
                </a:lnTo>
                <a:lnTo>
                  <a:pt x="15429" y="0"/>
                </a:lnTo>
                <a:lnTo>
                  <a:pt x="15373" y="629"/>
                </a:lnTo>
                <a:lnTo>
                  <a:pt x="15213" y="2532"/>
                </a:lnTo>
                <a:lnTo>
                  <a:pt x="15151" y="4262"/>
                </a:lnTo>
                <a:lnTo>
                  <a:pt x="15145" y="5901"/>
                </a:lnTo>
                <a:lnTo>
                  <a:pt x="15206" y="7461"/>
                </a:lnTo>
                <a:lnTo>
                  <a:pt x="15345" y="8955"/>
                </a:lnTo>
                <a:lnTo>
                  <a:pt x="15571" y="10396"/>
                </a:lnTo>
                <a:lnTo>
                  <a:pt x="15888" y="11798"/>
                </a:lnTo>
                <a:lnTo>
                  <a:pt x="16314" y="13172"/>
                </a:lnTo>
                <a:lnTo>
                  <a:pt x="16854" y="14535"/>
                </a:lnTo>
                <a:lnTo>
                  <a:pt x="17518" y="15895"/>
                </a:lnTo>
                <a:lnTo>
                  <a:pt x="18314" y="17269"/>
                </a:lnTo>
                <a:lnTo>
                  <a:pt x="19255" y="18669"/>
                </a:lnTo>
                <a:lnTo>
                  <a:pt x="20347" y="20110"/>
                </a:lnTo>
                <a:lnTo>
                  <a:pt x="21600" y="21600"/>
                </a:lnTo>
                <a:lnTo>
                  <a:pt x="19397" y="21324"/>
                </a:lnTo>
                <a:lnTo>
                  <a:pt x="17814" y="21073"/>
                </a:lnTo>
                <a:lnTo>
                  <a:pt x="16407" y="20745"/>
                </a:lnTo>
                <a:lnTo>
                  <a:pt x="14731" y="20235"/>
                </a:lnTo>
                <a:lnTo>
                  <a:pt x="12343" y="19440"/>
                </a:lnTo>
                <a:lnTo>
                  <a:pt x="11556" y="17898"/>
                </a:lnTo>
                <a:lnTo>
                  <a:pt x="11105" y="16742"/>
                </a:lnTo>
                <a:lnTo>
                  <a:pt x="10609" y="14986"/>
                </a:lnTo>
                <a:lnTo>
                  <a:pt x="10161" y="13604"/>
                </a:lnTo>
                <a:lnTo>
                  <a:pt x="9714" y="12210"/>
                </a:lnTo>
                <a:lnTo>
                  <a:pt x="9257" y="10800"/>
                </a:lnTo>
                <a:lnTo>
                  <a:pt x="7217" y="10800"/>
                </a:lnTo>
                <a:lnTo>
                  <a:pt x="5165" y="10800"/>
                </a:lnTo>
                <a:lnTo>
                  <a:pt x="3086" y="10800"/>
                </a:lnTo>
                <a:lnTo>
                  <a:pt x="2336" y="9387"/>
                </a:lnTo>
                <a:lnTo>
                  <a:pt x="1885" y="8353"/>
                </a:lnTo>
                <a:lnTo>
                  <a:pt x="1552" y="7193"/>
                </a:lnTo>
                <a:lnTo>
                  <a:pt x="1157" y="5400"/>
                </a:lnTo>
                <a:lnTo>
                  <a:pt x="808" y="3892"/>
                </a:lnTo>
                <a:lnTo>
                  <a:pt x="457" y="2363"/>
                </a:lnTo>
                <a:lnTo>
                  <a:pt x="343" y="1776"/>
                </a:lnTo>
                <a:lnTo>
                  <a:pt x="0" y="0"/>
                </a:lnTo>
                <a:close/>
              </a:path>
            </a:pathLst>
          </a:custGeom>
          <a:solidFill>
            <a:srgbClr val="AFCC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0" name="contour_09798"/>
          <p:cNvSpPr/>
          <p:nvPr/>
        </p:nvSpPr>
        <p:spPr>
          <a:xfrm>
            <a:off x="2510156" y="1880302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2711" y="1042"/>
                </a:lnTo>
                <a:lnTo>
                  <a:pt x="2722" y="2100"/>
                </a:lnTo>
                <a:lnTo>
                  <a:pt x="2946" y="3818"/>
                </a:lnTo>
                <a:lnTo>
                  <a:pt x="3243" y="5335"/>
                </a:lnTo>
                <a:lnTo>
                  <a:pt x="3694" y="6742"/>
                </a:lnTo>
                <a:lnTo>
                  <a:pt x="4385" y="8131"/>
                </a:lnTo>
                <a:lnTo>
                  <a:pt x="5400" y="9600"/>
                </a:lnTo>
                <a:lnTo>
                  <a:pt x="7217" y="9862"/>
                </a:lnTo>
                <a:lnTo>
                  <a:pt x="9018" y="10034"/>
                </a:lnTo>
                <a:lnTo>
                  <a:pt x="10808" y="10130"/>
                </a:lnTo>
                <a:lnTo>
                  <a:pt x="12593" y="10157"/>
                </a:lnTo>
                <a:lnTo>
                  <a:pt x="14377" y="10126"/>
                </a:lnTo>
                <a:lnTo>
                  <a:pt x="16165" y="10044"/>
                </a:lnTo>
                <a:lnTo>
                  <a:pt x="17963" y="9924"/>
                </a:lnTo>
                <a:lnTo>
                  <a:pt x="19772" y="9773"/>
                </a:lnTo>
                <a:lnTo>
                  <a:pt x="21600" y="9600"/>
                </a:lnTo>
                <a:lnTo>
                  <a:pt x="21600" y="11186"/>
                </a:lnTo>
                <a:lnTo>
                  <a:pt x="21600" y="12782"/>
                </a:lnTo>
                <a:lnTo>
                  <a:pt x="21600" y="14400"/>
                </a:lnTo>
                <a:lnTo>
                  <a:pt x="20830" y="14333"/>
                </a:lnTo>
                <a:lnTo>
                  <a:pt x="19472" y="14218"/>
                </a:lnTo>
                <a:lnTo>
                  <a:pt x="16367" y="13949"/>
                </a:lnTo>
                <a:lnTo>
                  <a:pt x="14172" y="13949"/>
                </a:lnTo>
                <a:lnTo>
                  <a:pt x="12728" y="14064"/>
                </a:lnTo>
                <a:lnTo>
                  <a:pt x="10800" y="14400"/>
                </a:lnTo>
                <a:lnTo>
                  <a:pt x="9806" y="16186"/>
                </a:lnTo>
                <a:lnTo>
                  <a:pt x="9169" y="17453"/>
                </a:lnTo>
                <a:lnTo>
                  <a:pt x="8759" y="18547"/>
                </a:lnTo>
                <a:lnTo>
                  <a:pt x="8446" y="19814"/>
                </a:lnTo>
                <a:lnTo>
                  <a:pt x="8100" y="21600"/>
                </a:lnTo>
                <a:lnTo>
                  <a:pt x="6575" y="20388"/>
                </a:lnTo>
                <a:lnTo>
                  <a:pt x="5289" y="19217"/>
                </a:lnTo>
                <a:lnTo>
                  <a:pt x="4223" y="18053"/>
                </a:lnTo>
                <a:lnTo>
                  <a:pt x="3343" y="16867"/>
                </a:lnTo>
                <a:lnTo>
                  <a:pt x="2627" y="15626"/>
                </a:lnTo>
                <a:lnTo>
                  <a:pt x="2047" y="14297"/>
                </a:lnTo>
                <a:lnTo>
                  <a:pt x="1571" y="12847"/>
                </a:lnTo>
                <a:lnTo>
                  <a:pt x="1180" y="11242"/>
                </a:lnTo>
                <a:lnTo>
                  <a:pt x="842" y="9451"/>
                </a:lnTo>
                <a:lnTo>
                  <a:pt x="610" y="8184"/>
                </a:lnTo>
                <a:lnTo>
                  <a:pt x="375" y="6907"/>
                </a:lnTo>
                <a:lnTo>
                  <a:pt x="138" y="5616"/>
                </a:lnTo>
                <a:lnTo>
                  <a:pt x="70" y="4020"/>
                </a:lnTo>
                <a:lnTo>
                  <a:pt x="0" y="2400"/>
                </a:lnTo>
                <a:lnTo>
                  <a:pt x="1339" y="1210"/>
                </a:lnTo>
                <a:lnTo>
                  <a:pt x="2700" y="0"/>
                </a:lnTo>
                <a:close/>
              </a:path>
            </a:pathLst>
          </a:custGeom>
          <a:solidFill>
            <a:srgbClr val="5C5A58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1" name="contour_09799"/>
          <p:cNvSpPr/>
          <p:nvPr/>
        </p:nvSpPr>
        <p:spPr>
          <a:xfrm>
            <a:off x="8683085" y="1887590"/>
            <a:ext cx="51038" cy="518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38" y="0"/>
                </a:moveTo>
                <a:lnTo>
                  <a:pt x="14376" y="0"/>
                </a:lnTo>
                <a:lnTo>
                  <a:pt x="16427" y="0"/>
                </a:lnTo>
                <a:lnTo>
                  <a:pt x="18506" y="0"/>
                </a:lnTo>
                <a:lnTo>
                  <a:pt x="19361" y="1822"/>
                </a:lnTo>
                <a:lnTo>
                  <a:pt x="20061" y="3656"/>
                </a:lnTo>
                <a:lnTo>
                  <a:pt x="20616" y="5509"/>
                </a:lnTo>
                <a:lnTo>
                  <a:pt x="21039" y="7382"/>
                </a:lnTo>
                <a:lnTo>
                  <a:pt x="21335" y="9280"/>
                </a:lnTo>
                <a:lnTo>
                  <a:pt x="21520" y="11211"/>
                </a:lnTo>
                <a:lnTo>
                  <a:pt x="21600" y="13176"/>
                </a:lnTo>
                <a:lnTo>
                  <a:pt x="21591" y="15183"/>
                </a:lnTo>
                <a:lnTo>
                  <a:pt x="19953" y="16863"/>
                </a:lnTo>
                <a:lnTo>
                  <a:pt x="18389" y="18235"/>
                </a:lnTo>
                <a:lnTo>
                  <a:pt x="16816" y="19329"/>
                </a:lnTo>
                <a:lnTo>
                  <a:pt x="15166" y="20179"/>
                </a:lnTo>
                <a:lnTo>
                  <a:pt x="13355" y="20820"/>
                </a:lnTo>
                <a:lnTo>
                  <a:pt x="11314" y="21281"/>
                </a:lnTo>
                <a:lnTo>
                  <a:pt x="8963" y="21600"/>
                </a:lnTo>
                <a:lnTo>
                  <a:pt x="7171" y="21597"/>
                </a:lnTo>
                <a:lnTo>
                  <a:pt x="5376" y="21551"/>
                </a:lnTo>
                <a:lnTo>
                  <a:pt x="3584" y="21475"/>
                </a:lnTo>
                <a:lnTo>
                  <a:pt x="1792" y="21375"/>
                </a:lnTo>
                <a:lnTo>
                  <a:pt x="0" y="21257"/>
                </a:lnTo>
                <a:lnTo>
                  <a:pt x="382" y="19377"/>
                </a:lnTo>
                <a:lnTo>
                  <a:pt x="765" y="17497"/>
                </a:lnTo>
                <a:lnTo>
                  <a:pt x="1147" y="15612"/>
                </a:lnTo>
                <a:lnTo>
                  <a:pt x="1530" y="13723"/>
                </a:lnTo>
                <a:lnTo>
                  <a:pt x="1915" y="11825"/>
                </a:lnTo>
                <a:lnTo>
                  <a:pt x="2304" y="9918"/>
                </a:lnTo>
                <a:lnTo>
                  <a:pt x="2693" y="8002"/>
                </a:lnTo>
                <a:lnTo>
                  <a:pt x="3084" y="6073"/>
                </a:lnTo>
                <a:lnTo>
                  <a:pt x="4611" y="6826"/>
                </a:lnTo>
                <a:lnTo>
                  <a:pt x="6147" y="7580"/>
                </a:lnTo>
                <a:lnTo>
                  <a:pt x="7689" y="8342"/>
                </a:lnTo>
                <a:lnTo>
                  <a:pt x="9253" y="9110"/>
                </a:lnTo>
                <a:lnTo>
                  <a:pt x="9636" y="7604"/>
                </a:lnTo>
                <a:lnTo>
                  <a:pt x="10018" y="6092"/>
                </a:lnTo>
                <a:lnTo>
                  <a:pt x="10410" y="4555"/>
                </a:lnTo>
                <a:lnTo>
                  <a:pt x="11045" y="3049"/>
                </a:lnTo>
                <a:lnTo>
                  <a:pt x="11687" y="1537"/>
                </a:lnTo>
                <a:lnTo>
                  <a:pt x="12338" y="0"/>
                </a:lnTo>
                <a:close/>
              </a:path>
            </a:pathLst>
          </a:custGeom>
          <a:solidFill>
            <a:srgbClr val="D0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2" name="contour_09800"/>
          <p:cNvSpPr/>
          <p:nvPr/>
        </p:nvSpPr>
        <p:spPr>
          <a:xfrm>
            <a:off x="1992708" y="1872802"/>
            <a:ext cx="52597" cy="36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27" y="391"/>
                </a:moveTo>
                <a:lnTo>
                  <a:pt x="17775" y="1529"/>
                </a:lnTo>
                <a:lnTo>
                  <a:pt x="19182" y="2573"/>
                </a:lnTo>
                <a:lnTo>
                  <a:pt x="20951" y="4420"/>
                </a:lnTo>
                <a:lnTo>
                  <a:pt x="21388" y="7413"/>
                </a:lnTo>
                <a:lnTo>
                  <a:pt x="21591" y="10197"/>
                </a:lnTo>
                <a:lnTo>
                  <a:pt x="21600" y="12894"/>
                </a:lnTo>
                <a:lnTo>
                  <a:pt x="21468" y="15617"/>
                </a:lnTo>
                <a:lnTo>
                  <a:pt x="21235" y="18482"/>
                </a:lnTo>
                <a:lnTo>
                  <a:pt x="20951" y="21600"/>
                </a:lnTo>
                <a:lnTo>
                  <a:pt x="18873" y="21600"/>
                </a:lnTo>
                <a:lnTo>
                  <a:pt x="16799" y="21600"/>
                </a:lnTo>
                <a:lnTo>
                  <a:pt x="14722" y="21600"/>
                </a:lnTo>
                <a:lnTo>
                  <a:pt x="12639" y="21600"/>
                </a:lnTo>
                <a:lnTo>
                  <a:pt x="10553" y="21600"/>
                </a:lnTo>
                <a:lnTo>
                  <a:pt x="8458" y="21600"/>
                </a:lnTo>
                <a:lnTo>
                  <a:pt x="6357" y="21600"/>
                </a:lnTo>
                <a:lnTo>
                  <a:pt x="4250" y="21600"/>
                </a:lnTo>
                <a:lnTo>
                  <a:pt x="2128" y="21600"/>
                </a:lnTo>
                <a:lnTo>
                  <a:pt x="0" y="21600"/>
                </a:lnTo>
                <a:lnTo>
                  <a:pt x="15" y="17369"/>
                </a:lnTo>
                <a:lnTo>
                  <a:pt x="138" y="14358"/>
                </a:lnTo>
                <a:lnTo>
                  <a:pt x="467" y="12134"/>
                </a:lnTo>
                <a:lnTo>
                  <a:pt x="1107" y="10252"/>
                </a:lnTo>
                <a:lnTo>
                  <a:pt x="2164" y="8272"/>
                </a:lnTo>
                <a:lnTo>
                  <a:pt x="3741" y="5760"/>
                </a:lnTo>
                <a:lnTo>
                  <a:pt x="5615" y="3427"/>
                </a:lnTo>
                <a:lnTo>
                  <a:pt x="7360" y="1727"/>
                </a:lnTo>
                <a:lnTo>
                  <a:pt x="9096" y="623"/>
                </a:lnTo>
                <a:lnTo>
                  <a:pt x="10954" y="60"/>
                </a:lnTo>
                <a:lnTo>
                  <a:pt x="13055" y="0"/>
                </a:lnTo>
                <a:lnTo>
                  <a:pt x="15527" y="391"/>
                </a:lnTo>
                <a:close/>
              </a:path>
            </a:pathLst>
          </a:custGeom>
          <a:solidFill>
            <a:srgbClr val="919291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3" name="contour_09801"/>
          <p:cNvSpPr/>
          <p:nvPr/>
        </p:nvSpPr>
        <p:spPr>
          <a:xfrm>
            <a:off x="6926679" y="1874770"/>
            <a:ext cx="65592" cy="47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2496"/>
                </a:moveTo>
                <a:lnTo>
                  <a:pt x="15214" y="2496"/>
                </a:lnTo>
                <a:lnTo>
                  <a:pt x="13618" y="2496"/>
                </a:lnTo>
                <a:lnTo>
                  <a:pt x="12000" y="2496"/>
                </a:lnTo>
                <a:lnTo>
                  <a:pt x="12480" y="5200"/>
                </a:lnTo>
                <a:lnTo>
                  <a:pt x="12986" y="7480"/>
                </a:lnTo>
                <a:lnTo>
                  <a:pt x="13579" y="9437"/>
                </a:lnTo>
                <a:lnTo>
                  <a:pt x="14328" y="11186"/>
                </a:lnTo>
                <a:lnTo>
                  <a:pt x="15298" y="12838"/>
                </a:lnTo>
                <a:lnTo>
                  <a:pt x="16548" y="14495"/>
                </a:lnTo>
                <a:lnTo>
                  <a:pt x="18149" y="16272"/>
                </a:lnTo>
                <a:lnTo>
                  <a:pt x="19289" y="17153"/>
                </a:lnTo>
                <a:lnTo>
                  <a:pt x="20436" y="18041"/>
                </a:lnTo>
                <a:lnTo>
                  <a:pt x="21600" y="18942"/>
                </a:lnTo>
                <a:lnTo>
                  <a:pt x="19769" y="19594"/>
                </a:lnTo>
                <a:lnTo>
                  <a:pt x="18024" y="20169"/>
                </a:lnTo>
                <a:lnTo>
                  <a:pt x="16349" y="20663"/>
                </a:lnTo>
                <a:lnTo>
                  <a:pt x="14726" y="21061"/>
                </a:lnTo>
                <a:lnTo>
                  <a:pt x="13145" y="21353"/>
                </a:lnTo>
                <a:lnTo>
                  <a:pt x="11585" y="21538"/>
                </a:lnTo>
                <a:lnTo>
                  <a:pt x="10032" y="21600"/>
                </a:lnTo>
                <a:lnTo>
                  <a:pt x="8472" y="21534"/>
                </a:lnTo>
                <a:lnTo>
                  <a:pt x="6888" y="21327"/>
                </a:lnTo>
                <a:lnTo>
                  <a:pt x="5266" y="20975"/>
                </a:lnTo>
                <a:lnTo>
                  <a:pt x="3586" y="20465"/>
                </a:lnTo>
                <a:lnTo>
                  <a:pt x="1836" y="19791"/>
                </a:lnTo>
                <a:lnTo>
                  <a:pt x="0" y="18942"/>
                </a:lnTo>
                <a:lnTo>
                  <a:pt x="1586" y="18942"/>
                </a:lnTo>
                <a:lnTo>
                  <a:pt x="3182" y="18942"/>
                </a:lnTo>
                <a:lnTo>
                  <a:pt x="4800" y="18942"/>
                </a:lnTo>
                <a:lnTo>
                  <a:pt x="4502" y="16906"/>
                </a:lnTo>
                <a:lnTo>
                  <a:pt x="4205" y="14870"/>
                </a:lnTo>
                <a:lnTo>
                  <a:pt x="3907" y="12828"/>
                </a:lnTo>
                <a:lnTo>
                  <a:pt x="3610" y="10782"/>
                </a:lnTo>
                <a:lnTo>
                  <a:pt x="3310" y="8726"/>
                </a:lnTo>
                <a:lnTo>
                  <a:pt x="3007" y="6661"/>
                </a:lnTo>
                <a:lnTo>
                  <a:pt x="2705" y="4585"/>
                </a:lnTo>
                <a:lnTo>
                  <a:pt x="2400" y="2496"/>
                </a:lnTo>
                <a:lnTo>
                  <a:pt x="4214" y="1500"/>
                </a:lnTo>
                <a:lnTo>
                  <a:pt x="5868" y="750"/>
                </a:lnTo>
                <a:lnTo>
                  <a:pt x="7406" y="250"/>
                </a:lnTo>
                <a:lnTo>
                  <a:pt x="8878" y="0"/>
                </a:lnTo>
                <a:lnTo>
                  <a:pt x="10322" y="0"/>
                </a:lnTo>
                <a:lnTo>
                  <a:pt x="11794" y="250"/>
                </a:lnTo>
                <a:lnTo>
                  <a:pt x="13332" y="750"/>
                </a:lnTo>
                <a:lnTo>
                  <a:pt x="14986" y="1500"/>
                </a:lnTo>
                <a:lnTo>
                  <a:pt x="16800" y="2496"/>
                </a:lnTo>
                <a:close/>
              </a:path>
            </a:pathLst>
          </a:custGeom>
          <a:solidFill>
            <a:srgbClr val="858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4" name="contour_09802"/>
          <p:cNvSpPr/>
          <p:nvPr/>
        </p:nvSpPr>
        <p:spPr>
          <a:xfrm>
            <a:off x="8231229" y="1863605"/>
            <a:ext cx="43728" cy="458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999"/>
                </a:moveTo>
                <a:lnTo>
                  <a:pt x="6286" y="405"/>
                </a:lnTo>
                <a:lnTo>
                  <a:pt x="8816" y="89"/>
                </a:lnTo>
                <a:lnTo>
                  <a:pt x="11261" y="0"/>
                </a:lnTo>
                <a:lnTo>
                  <a:pt x="13691" y="96"/>
                </a:lnTo>
                <a:lnTo>
                  <a:pt x="16175" y="326"/>
                </a:lnTo>
                <a:lnTo>
                  <a:pt x="18788" y="642"/>
                </a:lnTo>
                <a:lnTo>
                  <a:pt x="21600" y="999"/>
                </a:lnTo>
                <a:lnTo>
                  <a:pt x="20808" y="3265"/>
                </a:lnTo>
                <a:lnTo>
                  <a:pt x="20016" y="5535"/>
                </a:lnTo>
                <a:lnTo>
                  <a:pt x="19220" y="7804"/>
                </a:lnTo>
                <a:lnTo>
                  <a:pt x="18425" y="10081"/>
                </a:lnTo>
                <a:lnTo>
                  <a:pt x="17629" y="12364"/>
                </a:lnTo>
                <a:lnTo>
                  <a:pt x="16826" y="14658"/>
                </a:lnTo>
                <a:lnTo>
                  <a:pt x="16024" y="16958"/>
                </a:lnTo>
                <a:lnTo>
                  <a:pt x="15214" y="19272"/>
                </a:lnTo>
                <a:lnTo>
                  <a:pt x="14400" y="21600"/>
                </a:lnTo>
                <a:lnTo>
                  <a:pt x="12024" y="21033"/>
                </a:lnTo>
                <a:lnTo>
                  <a:pt x="9644" y="20467"/>
                </a:lnTo>
                <a:lnTo>
                  <a:pt x="7254" y="19897"/>
                </a:lnTo>
                <a:lnTo>
                  <a:pt x="4853" y="19324"/>
                </a:lnTo>
                <a:lnTo>
                  <a:pt x="2437" y="18747"/>
                </a:lnTo>
                <a:lnTo>
                  <a:pt x="0" y="18167"/>
                </a:lnTo>
                <a:lnTo>
                  <a:pt x="108" y="15890"/>
                </a:lnTo>
                <a:lnTo>
                  <a:pt x="259" y="13672"/>
                </a:lnTo>
                <a:lnTo>
                  <a:pt x="486" y="11499"/>
                </a:lnTo>
                <a:lnTo>
                  <a:pt x="806" y="9360"/>
                </a:lnTo>
                <a:lnTo>
                  <a:pt x="1253" y="7252"/>
                </a:lnTo>
                <a:lnTo>
                  <a:pt x="1850" y="5161"/>
                </a:lnTo>
                <a:lnTo>
                  <a:pt x="2621" y="3080"/>
                </a:lnTo>
                <a:lnTo>
                  <a:pt x="3600" y="999"/>
                </a:lnTo>
                <a:close/>
              </a:path>
            </a:pathLst>
          </a:custGeom>
          <a:solidFill>
            <a:srgbClr val="F4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5" name="contour_09803"/>
          <p:cNvSpPr/>
          <p:nvPr/>
        </p:nvSpPr>
        <p:spPr>
          <a:xfrm>
            <a:off x="4303002" y="1800134"/>
            <a:ext cx="72880" cy="816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08" y="959"/>
                </a:lnTo>
                <a:lnTo>
                  <a:pt x="2208" y="1923"/>
                </a:lnTo>
                <a:lnTo>
                  <a:pt x="3296" y="2890"/>
                </a:lnTo>
                <a:lnTo>
                  <a:pt x="4376" y="3862"/>
                </a:lnTo>
                <a:lnTo>
                  <a:pt x="5445" y="4840"/>
                </a:lnTo>
                <a:lnTo>
                  <a:pt x="6506" y="5822"/>
                </a:lnTo>
                <a:lnTo>
                  <a:pt x="7558" y="6810"/>
                </a:lnTo>
                <a:lnTo>
                  <a:pt x="8601" y="7801"/>
                </a:lnTo>
                <a:lnTo>
                  <a:pt x="9638" y="8801"/>
                </a:lnTo>
                <a:lnTo>
                  <a:pt x="10668" y="9802"/>
                </a:lnTo>
                <a:lnTo>
                  <a:pt x="11690" y="10811"/>
                </a:lnTo>
                <a:lnTo>
                  <a:pt x="12705" y="11825"/>
                </a:lnTo>
                <a:lnTo>
                  <a:pt x="13714" y="12844"/>
                </a:lnTo>
                <a:lnTo>
                  <a:pt x="14716" y="13870"/>
                </a:lnTo>
                <a:lnTo>
                  <a:pt x="15714" y="14902"/>
                </a:lnTo>
                <a:lnTo>
                  <a:pt x="16705" y="15938"/>
                </a:lnTo>
                <a:lnTo>
                  <a:pt x="17693" y="16982"/>
                </a:lnTo>
                <a:lnTo>
                  <a:pt x="18675" y="18031"/>
                </a:lnTo>
                <a:lnTo>
                  <a:pt x="19654" y="19088"/>
                </a:lnTo>
                <a:lnTo>
                  <a:pt x="20628" y="20151"/>
                </a:lnTo>
                <a:lnTo>
                  <a:pt x="21600" y="21220"/>
                </a:lnTo>
                <a:lnTo>
                  <a:pt x="20231" y="21473"/>
                </a:lnTo>
                <a:lnTo>
                  <a:pt x="19211" y="21600"/>
                </a:lnTo>
                <a:lnTo>
                  <a:pt x="18226" y="21600"/>
                </a:lnTo>
                <a:lnTo>
                  <a:pt x="16965" y="21473"/>
                </a:lnTo>
                <a:lnTo>
                  <a:pt x="15120" y="21220"/>
                </a:lnTo>
                <a:lnTo>
                  <a:pt x="14107" y="20371"/>
                </a:lnTo>
                <a:lnTo>
                  <a:pt x="13144" y="19493"/>
                </a:lnTo>
                <a:lnTo>
                  <a:pt x="12219" y="18589"/>
                </a:lnTo>
                <a:lnTo>
                  <a:pt x="11331" y="17661"/>
                </a:lnTo>
                <a:lnTo>
                  <a:pt x="10467" y="16714"/>
                </a:lnTo>
                <a:lnTo>
                  <a:pt x="9627" y="15747"/>
                </a:lnTo>
                <a:lnTo>
                  <a:pt x="8798" y="14769"/>
                </a:lnTo>
                <a:lnTo>
                  <a:pt x="7977" y="13778"/>
                </a:lnTo>
                <a:lnTo>
                  <a:pt x="7154" y="12780"/>
                </a:lnTo>
                <a:lnTo>
                  <a:pt x="6463" y="11983"/>
                </a:lnTo>
                <a:lnTo>
                  <a:pt x="5765" y="11181"/>
                </a:lnTo>
                <a:lnTo>
                  <a:pt x="5059" y="10369"/>
                </a:lnTo>
                <a:lnTo>
                  <a:pt x="3553" y="8584"/>
                </a:lnTo>
                <a:lnTo>
                  <a:pt x="2380" y="7159"/>
                </a:lnTo>
                <a:lnTo>
                  <a:pt x="1499" y="6003"/>
                </a:lnTo>
                <a:lnTo>
                  <a:pt x="868" y="5035"/>
                </a:lnTo>
                <a:lnTo>
                  <a:pt x="445" y="4167"/>
                </a:lnTo>
                <a:lnTo>
                  <a:pt x="188" y="3314"/>
                </a:lnTo>
                <a:lnTo>
                  <a:pt x="56" y="2394"/>
                </a:lnTo>
                <a:lnTo>
                  <a:pt x="6" y="1318"/>
                </a:lnTo>
                <a:lnTo>
                  <a:pt x="0" y="0"/>
                </a:lnTo>
                <a:close/>
              </a:path>
            </a:pathLst>
          </a:custGeom>
          <a:solidFill>
            <a:srgbClr val="A7D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6" name="contour_09804"/>
          <p:cNvSpPr/>
          <p:nvPr/>
        </p:nvSpPr>
        <p:spPr>
          <a:xfrm>
            <a:off x="4185782" y="1800134"/>
            <a:ext cx="4434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" y="0"/>
                </a:moveTo>
                <a:lnTo>
                  <a:pt x="2155" y="832"/>
                </a:lnTo>
                <a:lnTo>
                  <a:pt x="3944" y="1687"/>
                </a:lnTo>
                <a:lnTo>
                  <a:pt x="5670" y="2563"/>
                </a:lnTo>
                <a:lnTo>
                  <a:pt x="7328" y="3463"/>
                </a:lnTo>
                <a:lnTo>
                  <a:pt x="8918" y="4388"/>
                </a:lnTo>
                <a:lnTo>
                  <a:pt x="10441" y="5337"/>
                </a:lnTo>
                <a:lnTo>
                  <a:pt x="11893" y="6309"/>
                </a:lnTo>
                <a:lnTo>
                  <a:pt x="13275" y="7306"/>
                </a:lnTo>
                <a:lnTo>
                  <a:pt x="14581" y="8329"/>
                </a:lnTo>
                <a:lnTo>
                  <a:pt x="15817" y="9376"/>
                </a:lnTo>
                <a:lnTo>
                  <a:pt x="16974" y="10449"/>
                </a:lnTo>
                <a:lnTo>
                  <a:pt x="18057" y="11547"/>
                </a:lnTo>
                <a:lnTo>
                  <a:pt x="19062" y="12670"/>
                </a:lnTo>
                <a:lnTo>
                  <a:pt x="19988" y="13820"/>
                </a:lnTo>
                <a:lnTo>
                  <a:pt x="20833" y="14998"/>
                </a:lnTo>
                <a:lnTo>
                  <a:pt x="21600" y="16200"/>
                </a:lnTo>
                <a:lnTo>
                  <a:pt x="20851" y="17701"/>
                </a:lnTo>
                <a:lnTo>
                  <a:pt x="20293" y="18733"/>
                </a:lnTo>
                <a:lnTo>
                  <a:pt x="19754" y="19553"/>
                </a:lnTo>
                <a:lnTo>
                  <a:pt x="19062" y="20423"/>
                </a:lnTo>
                <a:lnTo>
                  <a:pt x="18050" y="21600"/>
                </a:lnTo>
                <a:lnTo>
                  <a:pt x="16569" y="20655"/>
                </a:lnTo>
                <a:lnTo>
                  <a:pt x="15067" y="19694"/>
                </a:lnTo>
                <a:lnTo>
                  <a:pt x="13782" y="18873"/>
                </a:lnTo>
                <a:lnTo>
                  <a:pt x="12483" y="18049"/>
                </a:lnTo>
                <a:lnTo>
                  <a:pt x="11169" y="17212"/>
                </a:lnTo>
                <a:lnTo>
                  <a:pt x="9891" y="16396"/>
                </a:lnTo>
                <a:lnTo>
                  <a:pt x="8606" y="15577"/>
                </a:lnTo>
                <a:lnTo>
                  <a:pt x="7303" y="14744"/>
                </a:lnTo>
                <a:lnTo>
                  <a:pt x="5588" y="13684"/>
                </a:lnTo>
                <a:lnTo>
                  <a:pt x="4367" y="12947"/>
                </a:lnTo>
                <a:lnTo>
                  <a:pt x="3302" y="12348"/>
                </a:lnTo>
                <a:lnTo>
                  <a:pt x="2059" y="11696"/>
                </a:lnTo>
                <a:lnTo>
                  <a:pt x="298" y="10800"/>
                </a:lnTo>
                <a:lnTo>
                  <a:pt x="128" y="9538"/>
                </a:lnTo>
                <a:lnTo>
                  <a:pt x="32" y="8620"/>
                </a:lnTo>
                <a:lnTo>
                  <a:pt x="0" y="7781"/>
                </a:lnTo>
                <a:lnTo>
                  <a:pt x="18" y="6759"/>
                </a:lnTo>
                <a:lnTo>
                  <a:pt x="78" y="5288"/>
                </a:lnTo>
                <a:lnTo>
                  <a:pt x="110" y="4300"/>
                </a:lnTo>
                <a:lnTo>
                  <a:pt x="142" y="3307"/>
                </a:lnTo>
                <a:lnTo>
                  <a:pt x="174" y="2299"/>
                </a:lnTo>
                <a:lnTo>
                  <a:pt x="234" y="1157"/>
                </a:lnTo>
                <a:lnTo>
                  <a:pt x="298" y="0"/>
                </a:lnTo>
                <a:close/>
              </a:path>
            </a:pathLst>
          </a:custGeom>
          <a:solidFill>
            <a:srgbClr val="C7E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7" name="contour_09805"/>
          <p:cNvSpPr/>
          <p:nvPr/>
        </p:nvSpPr>
        <p:spPr>
          <a:xfrm>
            <a:off x="1234757" y="1807422"/>
            <a:ext cx="87456" cy="368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88" y="0"/>
                </a:lnTo>
                <a:lnTo>
                  <a:pt x="2378" y="0"/>
                </a:lnTo>
                <a:lnTo>
                  <a:pt x="3573" y="0"/>
                </a:lnTo>
                <a:lnTo>
                  <a:pt x="4774" y="0"/>
                </a:lnTo>
                <a:lnTo>
                  <a:pt x="5981" y="0"/>
                </a:lnTo>
                <a:lnTo>
                  <a:pt x="7200" y="0"/>
                </a:lnTo>
                <a:lnTo>
                  <a:pt x="7200" y="2541"/>
                </a:lnTo>
                <a:lnTo>
                  <a:pt x="7200" y="5090"/>
                </a:lnTo>
                <a:lnTo>
                  <a:pt x="7200" y="7648"/>
                </a:lnTo>
                <a:lnTo>
                  <a:pt x="7200" y="10227"/>
                </a:lnTo>
                <a:lnTo>
                  <a:pt x="7200" y="12832"/>
                </a:lnTo>
                <a:lnTo>
                  <a:pt x="8473" y="12832"/>
                </a:lnTo>
                <a:lnTo>
                  <a:pt x="9747" y="12832"/>
                </a:lnTo>
                <a:lnTo>
                  <a:pt x="11025" y="12832"/>
                </a:lnTo>
                <a:lnTo>
                  <a:pt x="12308" y="12832"/>
                </a:lnTo>
                <a:lnTo>
                  <a:pt x="13597" y="12832"/>
                </a:lnTo>
                <a:lnTo>
                  <a:pt x="14893" y="12832"/>
                </a:lnTo>
                <a:lnTo>
                  <a:pt x="16200" y="12832"/>
                </a:lnTo>
                <a:lnTo>
                  <a:pt x="16200" y="10004"/>
                </a:lnTo>
                <a:lnTo>
                  <a:pt x="16200" y="7160"/>
                </a:lnTo>
                <a:lnTo>
                  <a:pt x="16200" y="4277"/>
                </a:lnTo>
                <a:lnTo>
                  <a:pt x="17269" y="4277"/>
                </a:lnTo>
                <a:lnTo>
                  <a:pt x="18342" y="4277"/>
                </a:lnTo>
                <a:lnTo>
                  <a:pt x="19418" y="4277"/>
                </a:lnTo>
                <a:lnTo>
                  <a:pt x="20504" y="4277"/>
                </a:lnTo>
                <a:lnTo>
                  <a:pt x="21600" y="4277"/>
                </a:lnTo>
                <a:lnTo>
                  <a:pt x="21600" y="6818"/>
                </a:lnTo>
                <a:lnTo>
                  <a:pt x="21600" y="9367"/>
                </a:lnTo>
                <a:lnTo>
                  <a:pt x="21600" y="11925"/>
                </a:lnTo>
                <a:lnTo>
                  <a:pt x="21600" y="14504"/>
                </a:lnTo>
                <a:lnTo>
                  <a:pt x="21600" y="17109"/>
                </a:lnTo>
                <a:lnTo>
                  <a:pt x="20477" y="17511"/>
                </a:lnTo>
                <a:lnTo>
                  <a:pt x="19352" y="17909"/>
                </a:lnTo>
                <a:lnTo>
                  <a:pt x="18227" y="18294"/>
                </a:lnTo>
                <a:lnTo>
                  <a:pt x="17104" y="18674"/>
                </a:lnTo>
                <a:lnTo>
                  <a:pt x="15977" y="19051"/>
                </a:lnTo>
                <a:lnTo>
                  <a:pt x="14852" y="19419"/>
                </a:lnTo>
                <a:lnTo>
                  <a:pt x="13725" y="19782"/>
                </a:lnTo>
                <a:lnTo>
                  <a:pt x="12609" y="20197"/>
                </a:lnTo>
                <a:lnTo>
                  <a:pt x="11475" y="20616"/>
                </a:lnTo>
                <a:lnTo>
                  <a:pt x="9410" y="21232"/>
                </a:lnTo>
                <a:lnTo>
                  <a:pt x="7879" y="21583"/>
                </a:lnTo>
                <a:lnTo>
                  <a:pt x="6734" y="21600"/>
                </a:lnTo>
                <a:lnTo>
                  <a:pt x="5827" y="21232"/>
                </a:lnTo>
                <a:lnTo>
                  <a:pt x="5015" y="20419"/>
                </a:lnTo>
                <a:lnTo>
                  <a:pt x="4147" y="19098"/>
                </a:lnTo>
                <a:lnTo>
                  <a:pt x="3080" y="17207"/>
                </a:lnTo>
                <a:lnTo>
                  <a:pt x="2444" y="15039"/>
                </a:lnTo>
                <a:lnTo>
                  <a:pt x="1800" y="12832"/>
                </a:lnTo>
                <a:lnTo>
                  <a:pt x="2693" y="10710"/>
                </a:lnTo>
                <a:lnTo>
                  <a:pt x="3600" y="8554"/>
                </a:lnTo>
                <a:lnTo>
                  <a:pt x="2709" y="6437"/>
                </a:lnTo>
                <a:lnTo>
                  <a:pt x="1813" y="4307"/>
                </a:lnTo>
                <a:lnTo>
                  <a:pt x="913" y="2169"/>
                </a:lnTo>
                <a:lnTo>
                  <a:pt x="0" y="0"/>
                </a:lnTo>
                <a:close/>
              </a:path>
            </a:pathLst>
          </a:custGeom>
          <a:solidFill>
            <a:srgbClr val="959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8" name="contour_09806"/>
          <p:cNvSpPr/>
          <p:nvPr/>
        </p:nvSpPr>
        <p:spPr>
          <a:xfrm>
            <a:off x="6664311" y="1727254"/>
            <a:ext cx="21864" cy="153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713"/>
                </a:lnTo>
                <a:lnTo>
                  <a:pt x="21600" y="1426"/>
                </a:lnTo>
                <a:lnTo>
                  <a:pt x="21600" y="2138"/>
                </a:lnTo>
                <a:lnTo>
                  <a:pt x="21600" y="2851"/>
                </a:lnTo>
                <a:lnTo>
                  <a:pt x="21600" y="3565"/>
                </a:lnTo>
                <a:lnTo>
                  <a:pt x="21600" y="4279"/>
                </a:lnTo>
                <a:lnTo>
                  <a:pt x="21600" y="4993"/>
                </a:lnTo>
                <a:lnTo>
                  <a:pt x="21600" y="5707"/>
                </a:lnTo>
                <a:lnTo>
                  <a:pt x="21600" y="6421"/>
                </a:lnTo>
                <a:lnTo>
                  <a:pt x="21600" y="7136"/>
                </a:lnTo>
                <a:lnTo>
                  <a:pt x="21600" y="7851"/>
                </a:lnTo>
                <a:lnTo>
                  <a:pt x="21600" y="8567"/>
                </a:lnTo>
                <a:lnTo>
                  <a:pt x="21600" y="9284"/>
                </a:lnTo>
                <a:lnTo>
                  <a:pt x="21600" y="10001"/>
                </a:lnTo>
                <a:lnTo>
                  <a:pt x="21600" y="10719"/>
                </a:lnTo>
                <a:lnTo>
                  <a:pt x="21600" y="11438"/>
                </a:lnTo>
                <a:lnTo>
                  <a:pt x="21600" y="12157"/>
                </a:lnTo>
                <a:lnTo>
                  <a:pt x="21600" y="12877"/>
                </a:lnTo>
                <a:lnTo>
                  <a:pt x="21600" y="13598"/>
                </a:lnTo>
                <a:lnTo>
                  <a:pt x="21600" y="14320"/>
                </a:lnTo>
                <a:lnTo>
                  <a:pt x="21600" y="15043"/>
                </a:lnTo>
                <a:lnTo>
                  <a:pt x="21600" y="15767"/>
                </a:lnTo>
                <a:lnTo>
                  <a:pt x="21600" y="16492"/>
                </a:lnTo>
                <a:lnTo>
                  <a:pt x="21600" y="17218"/>
                </a:lnTo>
                <a:lnTo>
                  <a:pt x="21600" y="17945"/>
                </a:lnTo>
                <a:lnTo>
                  <a:pt x="21600" y="18674"/>
                </a:lnTo>
                <a:lnTo>
                  <a:pt x="21600" y="19403"/>
                </a:lnTo>
                <a:lnTo>
                  <a:pt x="21600" y="20134"/>
                </a:lnTo>
                <a:lnTo>
                  <a:pt x="21600" y="2086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14" y="20969"/>
                </a:lnTo>
                <a:lnTo>
                  <a:pt x="3456" y="20329"/>
                </a:lnTo>
                <a:lnTo>
                  <a:pt x="4781" y="19637"/>
                </a:lnTo>
                <a:lnTo>
                  <a:pt x="5882" y="18957"/>
                </a:lnTo>
                <a:lnTo>
                  <a:pt x="6790" y="18282"/>
                </a:lnTo>
                <a:lnTo>
                  <a:pt x="7524" y="17610"/>
                </a:lnTo>
                <a:lnTo>
                  <a:pt x="8114" y="16937"/>
                </a:lnTo>
                <a:lnTo>
                  <a:pt x="8575" y="16261"/>
                </a:lnTo>
                <a:lnTo>
                  <a:pt x="8942" y="15575"/>
                </a:lnTo>
                <a:lnTo>
                  <a:pt x="9238" y="14877"/>
                </a:lnTo>
                <a:lnTo>
                  <a:pt x="9475" y="14163"/>
                </a:lnTo>
                <a:lnTo>
                  <a:pt x="9698" y="13551"/>
                </a:lnTo>
                <a:lnTo>
                  <a:pt x="9929" y="12931"/>
                </a:lnTo>
                <a:lnTo>
                  <a:pt x="10159" y="12286"/>
                </a:lnTo>
                <a:lnTo>
                  <a:pt x="10382" y="11642"/>
                </a:lnTo>
                <a:lnTo>
                  <a:pt x="10606" y="10997"/>
                </a:lnTo>
                <a:lnTo>
                  <a:pt x="10822" y="10354"/>
                </a:lnTo>
                <a:lnTo>
                  <a:pt x="11038" y="9709"/>
                </a:lnTo>
                <a:lnTo>
                  <a:pt x="11246" y="9064"/>
                </a:lnTo>
                <a:lnTo>
                  <a:pt x="11484" y="8405"/>
                </a:lnTo>
                <a:lnTo>
                  <a:pt x="11722" y="7747"/>
                </a:lnTo>
                <a:lnTo>
                  <a:pt x="11952" y="7089"/>
                </a:lnTo>
                <a:lnTo>
                  <a:pt x="12190" y="6431"/>
                </a:lnTo>
                <a:lnTo>
                  <a:pt x="12442" y="5716"/>
                </a:lnTo>
                <a:lnTo>
                  <a:pt x="12694" y="5002"/>
                </a:lnTo>
                <a:lnTo>
                  <a:pt x="12946" y="4287"/>
                </a:lnTo>
                <a:lnTo>
                  <a:pt x="13190" y="3572"/>
                </a:lnTo>
                <a:lnTo>
                  <a:pt x="13435" y="2858"/>
                </a:lnTo>
                <a:lnTo>
                  <a:pt x="13680" y="2144"/>
                </a:lnTo>
                <a:lnTo>
                  <a:pt x="13925" y="1429"/>
                </a:lnTo>
                <a:lnTo>
                  <a:pt x="14162" y="715"/>
                </a:lnTo>
                <a:lnTo>
                  <a:pt x="14400" y="0"/>
                </a:lnTo>
                <a:close/>
              </a:path>
            </a:pathLst>
          </a:custGeom>
          <a:solidFill>
            <a:srgbClr val="A8B7B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09" name="contour_09807"/>
          <p:cNvSpPr/>
          <p:nvPr/>
        </p:nvSpPr>
        <p:spPr>
          <a:xfrm>
            <a:off x="1978132" y="1792846"/>
            <a:ext cx="43728" cy="602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517"/>
                </a:lnTo>
                <a:lnTo>
                  <a:pt x="15084" y="1037"/>
                </a:lnTo>
                <a:lnTo>
                  <a:pt x="17237" y="1557"/>
                </a:lnTo>
                <a:lnTo>
                  <a:pt x="19408" y="2082"/>
                </a:lnTo>
                <a:lnTo>
                  <a:pt x="21600" y="2612"/>
                </a:lnTo>
                <a:lnTo>
                  <a:pt x="21136" y="4142"/>
                </a:lnTo>
                <a:lnTo>
                  <a:pt x="20664" y="5668"/>
                </a:lnTo>
                <a:lnTo>
                  <a:pt x="20182" y="7190"/>
                </a:lnTo>
                <a:lnTo>
                  <a:pt x="19688" y="8711"/>
                </a:lnTo>
                <a:lnTo>
                  <a:pt x="19184" y="10233"/>
                </a:lnTo>
                <a:lnTo>
                  <a:pt x="18677" y="11753"/>
                </a:lnTo>
                <a:lnTo>
                  <a:pt x="18295" y="13064"/>
                </a:lnTo>
                <a:lnTo>
                  <a:pt x="17910" y="14397"/>
                </a:lnTo>
                <a:lnTo>
                  <a:pt x="17359" y="15904"/>
                </a:lnTo>
                <a:lnTo>
                  <a:pt x="16808" y="17084"/>
                </a:lnTo>
                <a:lnTo>
                  <a:pt x="15934" y="18544"/>
                </a:lnTo>
                <a:lnTo>
                  <a:pt x="14400" y="20895"/>
                </a:lnTo>
                <a:lnTo>
                  <a:pt x="11668" y="21365"/>
                </a:lnTo>
                <a:lnTo>
                  <a:pt x="9742" y="21600"/>
                </a:lnTo>
                <a:lnTo>
                  <a:pt x="8100" y="21600"/>
                </a:lnTo>
                <a:lnTo>
                  <a:pt x="6224" y="21365"/>
                </a:lnTo>
                <a:lnTo>
                  <a:pt x="3600" y="20895"/>
                </a:lnTo>
                <a:lnTo>
                  <a:pt x="2524" y="19187"/>
                </a:lnTo>
                <a:lnTo>
                  <a:pt x="1908" y="17936"/>
                </a:lnTo>
                <a:lnTo>
                  <a:pt x="1519" y="16533"/>
                </a:lnTo>
                <a:lnTo>
                  <a:pt x="1123" y="14365"/>
                </a:lnTo>
                <a:lnTo>
                  <a:pt x="770" y="12542"/>
                </a:lnTo>
                <a:lnTo>
                  <a:pt x="407" y="10693"/>
                </a:lnTo>
                <a:lnTo>
                  <a:pt x="205" y="9275"/>
                </a:lnTo>
                <a:lnTo>
                  <a:pt x="0" y="7836"/>
                </a:lnTo>
                <a:lnTo>
                  <a:pt x="2380" y="7836"/>
                </a:lnTo>
                <a:lnTo>
                  <a:pt x="4774" y="7836"/>
                </a:lnTo>
                <a:lnTo>
                  <a:pt x="7200" y="7836"/>
                </a:lnTo>
                <a:lnTo>
                  <a:pt x="8309" y="5892"/>
                </a:lnTo>
                <a:lnTo>
                  <a:pt x="9050" y="4513"/>
                </a:lnTo>
                <a:lnTo>
                  <a:pt x="9598" y="3322"/>
                </a:lnTo>
                <a:lnTo>
                  <a:pt x="10123" y="1943"/>
                </a:lnTo>
                <a:lnTo>
                  <a:pt x="10800" y="0"/>
                </a:lnTo>
                <a:close/>
              </a:path>
            </a:pathLst>
          </a:custGeom>
          <a:solidFill>
            <a:srgbClr val="919292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0" name="contour_09808"/>
          <p:cNvSpPr/>
          <p:nvPr/>
        </p:nvSpPr>
        <p:spPr>
          <a:xfrm>
            <a:off x="1460685" y="1783510"/>
            <a:ext cx="58304" cy="45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66"/>
                </a:moveTo>
                <a:lnTo>
                  <a:pt x="3367" y="516"/>
                </a:lnTo>
                <a:lnTo>
                  <a:pt x="6029" y="193"/>
                </a:lnTo>
                <a:lnTo>
                  <a:pt x="8127" y="14"/>
                </a:lnTo>
                <a:lnTo>
                  <a:pt x="9788" y="0"/>
                </a:lnTo>
                <a:lnTo>
                  <a:pt x="11151" y="162"/>
                </a:lnTo>
                <a:lnTo>
                  <a:pt x="12350" y="516"/>
                </a:lnTo>
                <a:lnTo>
                  <a:pt x="13516" y="1080"/>
                </a:lnTo>
                <a:lnTo>
                  <a:pt x="14788" y="1871"/>
                </a:lnTo>
                <a:lnTo>
                  <a:pt x="16294" y="2899"/>
                </a:lnTo>
                <a:lnTo>
                  <a:pt x="17612" y="4450"/>
                </a:lnTo>
                <a:lnTo>
                  <a:pt x="18776" y="5967"/>
                </a:lnTo>
                <a:lnTo>
                  <a:pt x="19810" y="7548"/>
                </a:lnTo>
                <a:lnTo>
                  <a:pt x="20741" y="9289"/>
                </a:lnTo>
                <a:lnTo>
                  <a:pt x="21600" y="11283"/>
                </a:lnTo>
                <a:lnTo>
                  <a:pt x="21173" y="14151"/>
                </a:lnTo>
                <a:lnTo>
                  <a:pt x="20820" y="16122"/>
                </a:lnTo>
                <a:lnTo>
                  <a:pt x="20409" y="17690"/>
                </a:lnTo>
                <a:lnTo>
                  <a:pt x="19813" y="19351"/>
                </a:lnTo>
                <a:lnTo>
                  <a:pt x="18900" y="21600"/>
                </a:lnTo>
                <a:lnTo>
                  <a:pt x="17207" y="20868"/>
                </a:lnTo>
                <a:lnTo>
                  <a:pt x="15517" y="20121"/>
                </a:lnTo>
                <a:lnTo>
                  <a:pt x="13832" y="19361"/>
                </a:lnTo>
                <a:lnTo>
                  <a:pt x="12150" y="18591"/>
                </a:lnTo>
                <a:lnTo>
                  <a:pt x="10894" y="18034"/>
                </a:lnTo>
                <a:lnTo>
                  <a:pt x="9634" y="17470"/>
                </a:lnTo>
                <a:lnTo>
                  <a:pt x="8354" y="16899"/>
                </a:lnTo>
                <a:lnTo>
                  <a:pt x="6888" y="15819"/>
                </a:lnTo>
                <a:lnTo>
                  <a:pt x="5400" y="14722"/>
                </a:lnTo>
                <a:lnTo>
                  <a:pt x="5400" y="12449"/>
                </a:lnTo>
                <a:lnTo>
                  <a:pt x="5400" y="10162"/>
                </a:lnTo>
                <a:lnTo>
                  <a:pt x="5400" y="7844"/>
                </a:lnTo>
                <a:lnTo>
                  <a:pt x="3615" y="7844"/>
                </a:lnTo>
                <a:lnTo>
                  <a:pt x="1820" y="7844"/>
                </a:lnTo>
                <a:lnTo>
                  <a:pt x="0" y="7844"/>
                </a:lnTo>
                <a:lnTo>
                  <a:pt x="0" y="5571"/>
                </a:lnTo>
                <a:lnTo>
                  <a:pt x="0" y="3284"/>
                </a:lnTo>
                <a:lnTo>
                  <a:pt x="0" y="966"/>
                </a:lnTo>
                <a:close/>
              </a:path>
            </a:pathLst>
          </a:custGeom>
          <a:solidFill>
            <a:srgbClr val="68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1" name="contour_09809"/>
          <p:cNvSpPr/>
          <p:nvPr/>
        </p:nvSpPr>
        <p:spPr>
          <a:xfrm>
            <a:off x="8391565" y="176369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100" y="2138"/>
                </a:lnTo>
                <a:lnTo>
                  <a:pt x="8100" y="4284"/>
                </a:lnTo>
                <a:lnTo>
                  <a:pt x="8100" y="6437"/>
                </a:lnTo>
                <a:lnTo>
                  <a:pt x="8100" y="8608"/>
                </a:lnTo>
                <a:lnTo>
                  <a:pt x="8100" y="10800"/>
                </a:lnTo>
                <a:lnTo>
                  <a:pt x="9704" y="10800"/>
                </a:lnTo>
                <a:lnTo>
                  <a:pt x="11313" y="10800"/>
                </a:lnTo>
                <a:lnTo>
                  <a:pt x="12928" y="10800"/>
                </a:lnTo>
                <a:lnTo>
                  <a:pt x="14556" y="10800"/>
                </a:lnTo>
                <a:lnTo>
                  <a:pt x="16200" y="10800"/>
                </a:lnTo>
                <a:lnTo>
                  <a:pt x="16200" y="8420"/>
                </a:lnTo>
                <a:lnTo>
                  <a:pt x="16200" y="6026"/>
                </a:lnTo>
                <a:lnTo>
                  <a:pt x="16200" y="3600"/>
                </a:lnTo>
                <a:lnTo>
                  <a:pt x="17985" y="3600"/>
                </a:lnTo>
                <a:lnTo>
                  <a:pt x="19780" y="3600"/>
                </a:lnTo>
                <a:lnTo>
                  <a:pt x="21600" y="3600"/>
                </a:lnTo>
                <a:lnTo>
                  <a:pt x="21265" y="5828"/>
                </a:lnTo>
                <a:lnTo>
                  <a:pt x="20930" y="8057"/>
                </a:lnTo>
                <a:lnTo>
                  <a:pt x="20596" y="10292"/>
                </a:lnTo>
                <a:lnTo>
                  <a:pt x="20261" y="12532"/>
                </a:lnTo>
                <a:lnTo>
                  <a:pt x="19923" y="14782"/>
                </a:lnTo>
                <a:lnTo>
                  <a:pt x="19583" y="17042"/>
                </a:lnTo>
                <a:lnTo>
                  <a:pt x="19243" y="19314"/>
                </a:lnTo>
                <a:lnTo>
                  <a:pt x="18900" y="21600"/>
                </a:lnTo>
                <a:lnTo>
                  <a:pt x="16924" y="21049"/>
                </a:lnTo>
                <a:lnTo>
                  <a:pt x="15012" y="20484"/>
                </a:lnTo>
                <a:lnTo>
                  <a:pt x="13162" y="19886"/>
                </a:lnTo>
                <a:lnTo>
                  <a:pt x="11367" y="19228"/>
                </a:lnTo>
                <a:lnTo>
                  <a:pt x="9623" y="18479"/>
                </a:lnTo>
                <a:lnTo>
                  <a:pt x="7927" y="17622"/>
                </a:lnTo>
                <a:lnTo>
                  <a:pt x="6272" y="16632"/>
                </a:lnTo>
                <a:lnTo>
                  <a:pt x="4657" y="15476"/>
                </a:lnTo>
                <a:lnTo>
                  <a:pt x="3078" y="14137"/>
                </a:lnTo>
                <a:lnTo>
                  <a:pt x="1526" y="12586"/>
                </a:lnTo>
                <a:lnTo>
                  <a:pt x="0" y="10800"/>
                </a:lnTo>
                <a:lnTo>
                  <a:pt x="265" y="7906"/>
                </a:lnTo>
                <a:lnTo>
                  <a:pt x="537" y="5897"/>
                </a:lnTo>
                <a:lnTo>
                  <a:pt x="948" y="4255"/>
                </a:lnTo>
                <a:lnTo>
                  <a:pt x="1625" y="2462"/>
                </a:lnTo>
                <a:lnTo>
                  <a:pt x="2700" y="0"/>
                </a:lnTo>
                <a:close/>
              </a:path>
            </a:pathLst>
          </a:custGeom>
          <a:solidFill>
            <a:srgbClr val="5B5C58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2" name="contour_09810"/>
          <p:cNvSpPr/>
          <p:nvPr/>
        </p:nvSpPr>
        <p:spPr>
          <a:xfrm>
            <a:off x="1570005" y="1756406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5429" y="2380"/>
                </a:lnTo>
                <a:lnTo>
                  <a:pt x="15429" y="4774"/>
                </a:lnTo>
                <a:lnTo>
                  <a:pt x="15429" y="7200"/>
                </a:lnTo>
                <a:lnTo>
                  <a:pt x="17261" y="8521"/>
                </a:lnTo>
                <a:lnTo>
                  <a:pt x="18514" y="9338"/>
                </a:lnTo>
                <a:lnTo>
                  <a:pt x="19767" y="9983"/>
                </a:lnTo>
                <a:lnTo>
                  <a:pt x="21600" y="10800"/>
                </a:lnTo>
                <a:lnTo>
                  <a:pt x="19560" y="10800"/>
                </a:lnTo>
                <a:lnTo>
                  <a:pt x="17508" y="10800"/>
                </a:lnTo>
                <a:lnTo>
                  <a:pt x="15429" y="10800"/>
                </a:lnTo>
                <a:lnTo>
                  <a:pt x="15429" y="12938"/>
                </a:lnTo>
                <a:lnTo>
                  <a:pt x="15429" y="15084"/>
                </a:lnTo>
                <a:lnTo>
                  <a:pt x="15429" y="17237"/>
                </a:lnTo>
                <a:lnTo>
                  <a:pt x="15429" y="19408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929" y="16229"/>
                </a:lnTo>
                <a:lnTo>
                  <a:pt x="1747" y="11830"/>
                </a:lnTo>
                <a:lnTo>
                  <a:pt x="2515" y="8309"/>
                </a:lnTo>
                <a:lnTo>
                  <a:pt x="3311" y="5566"/>
                </a:lnTo>
                <a:lnTo>
                  <a:pt x="4203" y="3506"/>
                </a:lnTo>
                <a:lnTo>
                  <a:pt x="5258" y="2027"/>
                </a:lnTo>
                <a:lnTo>
                  <a:pt x="6548" y="1040"/>
                </a:lnTo>
                <a:lnTo>
                  <a:pt x="8137" y="439"/>
                </a:lnTo>
                <a:lnTo>
                  <a:pt x="10103" y="130"/>
                </a:lnTo>
                <a:lnTo>
                  <a:pt x="12509" y="18"/>
                </a:lnTo>
                <a:lnTo>
                  <a:pt x="15429" y="0"/>
                </a:lnTo>
                <a:close/>
              </a:path>
            </a:pathLst>
          </a:custGeom>
          <a:solidFill>
            <a:srgbClr val="4D4C4B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3" name="contour_09811"/>
          <p:cNvSpPr/>
          <p:nvPr/>
        </p:nvSpPr>
        <p:spPr>
          <a:xfrm>
            <a:off x="10381187" y="1741830"/>
            <a:ext cx="9540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09" y="229"/>
                </a:lnTo>
                <a:lnTo>
                  <a:pt x="2218" y="458"/>
                </a:lnTo>
                <a:lnTo>
                  <a:pt x="3327" y="691"/>
                </a:lnTo>
                <a:lnTo>
                  <a:pt x="4436" y="924"/>
                </a:lnTo>
                <a:lnTo>
                  <a:pt x="5544" y="1166"/>
                </a:lnTo>
                <a:lnTo>
                  <a:pt x="6653" y="1404"/>
                </a:lnTo>
                <a:lnTo>
                  <a:pt x="7760" y="1650"/>
                </a:lnTo>
                <a:lnTo>
                  <a:pt x="8869" y="1892"/>
                </a:lnTo>
                <a:lnTo>
                  <a:pt x="9709" y="2061"/>
                </a:lnTo>
                <a:lnTo>
                  <a:pt x="10552" y="2233"/>
                </a:lnTo>
                <a:lnTo>
                  <a:pt x="11409" y="2406"/>
                </a:lnTo>
                <a:lnTo>
                  <a:pt x="12219" y="2588"/>
                </a:lnTo>
                <a:lnTo>
                  <a:pt x="13033" y="2769"/>
                </a:lnTo>
                <a:lnTo>
                  <a:pt x="13858" y="2955"/>
                </a:lnTo>
                <a:lnTo>
                  <a:pt x="14976" y="3192"/>
                </a:lnTo>
                <a:lnTo>
                  <a:pt x="16110" y="3434"/>
                </a:lnTo>
                <a:lnTo>
                  <a:pt x="17879" y="4225"/>
                </a:lnTo>
                <a:lnTo>
                  <a:pt x="19041" y="4890"/>
                </a:lnTo>
                <a:lnTo>
                  <a:pt x="19853" y="5681"/>
                </a:lnTo>
                <a:lnTo>
                  <a:pt x="20570" y="6847"/>
                </a:lnTo>
                <a:lnTo>
                  <a:pt x="21451" y="8640"/>
                </a:lnTo>
                <a:lnTo>
                  <a:pt x="21550" y="11984"/>
                </a:lnTo>
                <a:lnTo>
                  <a:pt x="21600" y="14329"/>
                </a:lnTo>
                <a:lnTo>
                  <a:pt x="21600" y="16299"/>
                </a:lnTo>
                <a:lnTo>
                  <a:pt x="21550" y="18516"/>
                </a:lnTo>
                <a:lnTo>
                  <a:pt x="21451" y="21600"/>
                </a:lnTo>
                <a:lnTo>
                  <a:pt x="20377" y="21021"/>
                </a:lnTo>
                <a:lnTo>
                  <a:pt x="19305" y="20442"/>
                </a:lnTo>
                <a:lnTo>
                  <a:pt x="18230" y="19855"/>
                </a:lnTo>
                <a:lnTo>
                  <a:pt x="17158" y="19263"/>
                </a:lnTo>
                <a:lnTo>
                  <a:pt x="16085" y="18671"/>
                </a:lnTo>
                <a:lnTo>
                  <a:pt x="15013" y="18075"/>
                </a:lnTo>
                <a:lnTo>
                  <a:pt x="13942" y="17474"/>
                </a:lnTo>
                <a:lnTo>
                  <a:pt x="12869" y="16870"/>
                </a:lnTo>
                <a:lnTo>
                  <a:pt x="11798" y="16265"/>
                </a:lnTo>
                <a:lnTo>
                  <a:pt x="10726" y="15660"/>
                </a:lnTo>
                <a:lnTo>
                  <a:pt x="10270" y="15418"/>
                </a:lnTo>
                <a:lnTo>
                  <a:pt x="9467" y="14990"/>
                </a:lnTo>
                <a:lnTo>
                  <a:pt x="7625" y="14005"/>
                </a:lnTo>
                <a:lnTo>
                  <a:pt x="6657" y="13448"/>
                </a:lnTo>
                <a:lnTo>
                  <a:pt x="5681" y="12887"/>
                </a:lnTo>
                <a:lnTo>
                  <a:pt x="4693" y="12321"/>
                </a:lnTo>
                <a:lnTo>
                  <a:pt x="3792" y="11820"/>
                </a:lnTo>
                <a:lnTo>
                  <a:pt x="2886" y="11318"/>
                </a:lnTo>
                <a:lnTo>
                  <a:pt x="1969" y="10809"/>
                </a:lnTo>
                <a:lnTo>
                  <a:pt x="992" y="9733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786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4" name="contour_09812"/>
          <p:cNvSpPr/>
          <p:nvPr/>
        </p:nvSpPr>
        <p:spPr>
          <a:xfrm>
            <a:off x="1570005" y="1719966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097" y="0"/>
                </a:lnTo>
                <a:lnTo>
                  <a:pt x="5796" y="0"/>
                </a:lnTo>
                <a:lnTo>
                  <a:pt x="7500" y="0"/>
                </a:lnTo>
                <a:lnTo>
                  <a:pt x="9211" y="0"/>
                </a:lnTo>
                <a:lnTo>
                  <a:pt x="10930" y="0"/>
                </a:lnTo>
                <a:lnTo>
                  <a:pt x="12658" y="0"/>
                </a:lnTo>
                <a:lnTo>
                  <a:pt x="14400" y="0"/>
                </a:lnTo>
                <a:lnTo>
                  <a:pt x="14400" y="1604"/>
                </a:lnTo>
                <a:lnTo>
                  <a:pt x="14400" y="3213"/>
                </a:lnTo>
                <a:lnTo>
                  <a:pt x="14400" y="4828"/>
                </a:lnTo>
                <a:lnTo>
                  <a:pt x="14400" y="6456"/>
                </a:lnTo>
                <a:lnTo>
                  <a:pt x="14400" y="8100"/>
                </a:lnTo>
                <a:lnTo>
                  <a:pt x="15826" y="7565"/>
                </a:lnTo>
                <a:lnTo>
                  <a:pt x="17256" y="7028"/>
                </a:lnTo>
                <a:lnTo>
                  <a:pt x="18691" y="6491"/>
                </a:lnTo>
                <a:lnTo>
                  <a:pt x="20138" y="5948"/>
                </a:lnTo>
                <a:lnTo>
                  <a:pt x="21600" y="5400"/>
                </a:lnTo>
                <a:lnTo>
                  <a:pt x="21600" y="7185"/>
                </a:lnTo>
                <a:lnTo>
                  <a:pt x="21600" y="8980"/>
                </a:lnTo>
                <a:lnTo>
                  <a:pt x="21600" y="10800"/>
                </a:lnTo>
                <a:lnTo>
                  <a:pt x="20251" y="11626"/>
                </a:lnTo>
                <a:lnTo>
                  <a:pt x="18929" y="12388"/>
                </a:lnTo>
                <a:lnTo>
                  <a:pt x="17614" y="13095"/>
                </a:lnTo>
                <a:lnTo>
                  <a:pt x="16286" y="13762"/>
                </a:lnTo>
                <a:lnTo>
                  <a:pt x="14921" y="14399"/>
                </a:lnTo>
                <a:lnTo>
                  <a:pt x="13500" y="15017"/>
                </a:lnTo>
                <a:lnTo>
                  <a:pt x="11981" y="15695"/>
                </a:lnTo>
                <a:lnTo>
                  <a:pt x="10462" y="16375"/>
                </a:lnTo>
                <a:lnTo>
                  <a:pt x="8945" y="17053"/>
                </a:lnTo>
                <a:lnTo>
                  <a:pt x="8335" y="17326"/>
                </a:lnTo>
                <a:lnTo>
                  <a:pt x="7260" y="17804"/>
                </a:lnTo>
                <a:lnTo>
                  <a:pt x="4800" y="18900"/>
                </a:lnTo>
                <a:lnTo>
                  <a:pt x="3593" y="19556"/>
                </a:lnTo>
                <a:lnTo>
                  <a:pt x="2388" y="20223"/>
                </a:lnTo>
                <a:lnTo>
                  <a:pt x="1190" y="20903"/>
                </a:lnTo>
                <a:lnTo>
                  <a:pt x="0" y="21600"/>
                </a:lnTo>
                <a:lnTo>
                  <a:pt x="480" y="20569"/>
                </a:lnTo>
                <a:lnTo>
                  <a:pt x="965" y="19521"/>
                </a:lnTo>
                <a:lnTo>
                  <a:pt x="1709" y="17871"/>
                </a:lnTo>
                <a:lnTo>
                  <a:pt x="2426" y="16227"/>
                </a:lnTo>
                <a:lnTo>
                  <a:pt x="3120" y="14583"/>
                </a:lnTo>
                <a:lnTo>
                  <a:pt x="3790" y="12936"/>
                </a:lnTo>
                <a:lnTo>
                  <a:pt x="4430" y="11278"/>
                </a:lnTo>
                <a:lnTo>
                  <a:pt x="5042" y="9607"/>
                </a:lnTo>
                <a:lnTo>
                  <a:pt x="5628" y="7919"/>
                </a:lnTo>
                <a:lnTo>
                  <a:pt x="6182" y="6207"/>
                </a:lnTo>
                <a:lnTo>
                  <a:pt x="6708" y="4469"/>
                </a:lnTo>
                <a:lnTo>
                  <a:pt x="7200" y="2700"/>
                </a:lnTo>
                <a:lnTo>
                  <a:pt x="6012" y="2030"/>
                </a:lnTo>
                <a:lnTo>
                  <a:pt x="4817" y="1361"/>
                </a:lnTo>
                <a:lnTo>
                  <a:pt x="3617" y="683"/>
                </a:lnTo>
                <a:lnTo>
                  <a:pt x="2400" y="0"/>
                </a:lnTo>
                <a:close/>
              </a:path>
            </a:pathLst>
          </a:custGeom>
          <a:solidFill>
            <a:srgbClr val="69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5" name="contour_09813"/>
          <p:cNvSpPr/>
          <p:nvPr/>
        </p:nvSpPr>
        <p:spPr>
          <a:xfrm>
            <a:off x="7772086" y="1683526"/>
            <a:ext cx="596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2398" y="256"/>
                </a:lnTo>
                <a:lnTo>
                  <a:pt x="14193" y="554"/>
                </a:lnTo>
                <a:lnTo>
                  <a:pt x="15960" y="918"/>
                </a:lnTo>
                <a:lnTo>
                  <a:pt x="17700" y="1380"/>
                </a:lnTo>
                <a:lnTo>
                  <a:pt x="19419" y="1963"/>
                </a:lnTo>
                <a:lnTo>
                  <a:pt x="21125" y="2700"/>
                </a:lnTo>
                <a:lnTo>
                  <a:pt x="21442" y="4790"/>
                </a:lnTo>
                <a:lnTo>
                  <a:pt x="21600" y="6256"/>
                </a:lnTo>
                <a:lnTo>
                  <a:pt x="21600" y="7487"/>
                </a:lnTo>
                <a:lnTo>
                  <a:pt x="21442" y="8872"/>
                </a:lnTo>
                <a:lnTo>
                  <a:pt x="21125" y="10800"/>
                </a:lnTo>
                <a:lnTo>
                  <a:pt x="19379" y="10800"/>
                </a:lnTo>
                <a:lnTo>
                  <a:pt x="17623" y="10800"/>
                </a:lnTo>
                <a:lnTo>
                  <a:pt x="15844" y="10800"/>
                </a:lnTo>
                <a:lnTo>
                  <a:pt x="15078" y="12269"/>
                </a:lnTo>
                <a:lnTo>
                  <a:pt x="14581" y="13338"/>
                </a:lnTo>
                <a:lnTo>
                  <a:pt x="14138" y="14531"/>
                </a:lnTo>
                <a:lnTo>
                  <a:pt x="13533" y="16367"/>
                </a:lnTo>
                <a:lnTo>
                  <a:pt x="12767" y="18141"/>
                </a:lnTo>
                <a:lnTo>
                  <a:pt x="12202" y="19278"/>
                </a:lnTo>
                <a:lnTo>
                  <a:pt x="11560" y="20266"/>
                </a:lnTo>
                <a:lnTo>
                  <a:pt x="10562" y="21600"/>
                </a:lnTo>
                <a:lnTo>
                  <a:pt x="8672" y="21570"/>
                </a:lnTo>
                <a:lnTo>
                  <a:pt x="6876" y="21333"/>
                </a:lnTo>
                <a:lnTo>
                  <a:pt x="5141" y="20917"/>
                </a:lnTo>
                <a:lnTo>
                  <a:pt x="3441" y="20353"/>
                </a:lnTo>
                <a:lnTo>
                  <a:pt x="1738" y="19672"/>
                </a:lnTo>
                <a:lnTo>
                  <a:pt x="0" y="18900"/>
                </a:lnTo>
                <a:lnTo>
                  <a:pt x="1149" y="18549"/>
                </a:lnTo>
                <a:lnTo>
                  <a:pt x="2311" y="18193"/>
                </a:lnTo>
                <a:lnTo>
                  <a:pt x="3868" y="17572"/>
                </a:lnTo>
                <a:lnTo>
                  <a:pt x="5313" y="16940"/>
                </a:lnTo>
                <a:lnTo>
                  <a:pt x="6670" y="16254"/>
                </a:lnTo>
                <a:lnTo>
                  <a:pt x="7977" y="15482"/>
                </a:lnTo>
                <a:lnTo>
                  <a:pt x="9263" y="14575"/>
                </a:lnTo>
                <a:lnTo>
                  <a:pt x="10562" y="13500"/>
                </a:lnTo>
                <a:lnTo>
                  <a:pt x="10898" y="11543"/>
                </a:lnTo>
                <a:lnTo>
                  <a:pt x="11093" y="9620"/>
                </a:lnTo>
                <a:lnTo>
                  <a:pt x="11162" y="7714"/>
                </a:lnTo>
                <a:lnTo>
                  <a:pt x="11127" y="5813"/>
                </a:lnTo>
                <a:lnTo>
                  <a:pt x="11003" y="3904"/>
                </a:lnTo>
                <a:lnTo>
                  <a:pt x="10811" y="1971"/>
                </a:lnTo>
                <a:lnTo>
                  <a:pt x="10562" y="0"/>
                </a:lnTo>
                <a:close/>
              </a:path>
            </a:pathLst>
          </a:custGeom>
          <a:solidFill>
            <a:srgbClr val="999E9E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6" name="contour_09814"/>
          <p:cNvSpPr/>
          <p:nvPr/>
        </p:nvSpPr>
        <p:spPr>
          <a:xfrm>
            <a:off x="1868813" y="167623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03" y="313"/>
                </a:lnTo>
                <a:lnTo>
                  <a:pt x="10032" y="648"/>
                </a:lnTo>
                <a:lnTo>
                  <a:pt x="11960" y="994"/>
                </a:lnTo>
                <a:lnTo>
                  <a:pt x="13886" y="1350"/>
                </a:lnTo>
                <a:lnTo>
                  <a:pt x="16040" y="1728"/>
                </a:lnTo>
                <a:lnTo>
                  <a:pt x="18224" y="2110"/>
                </a:lnTo>
                <a:lnTo>
                  <a:pt x="19900" y="2851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9767" y="10800"/>
                </a:lnTo>
                <a:lnTo>
                  <a:pt x="17928" y="10800"/>
                </a:lnTo>
                <a:lnTo>
                  <a:pt x="16083" y="10800"/>
                </a:lnTo>
                <a:lnTo>
                  <a:pt x="14222" y="10800"/>
                </a:lnTo>
                <a:lnTo>
                  <a:pt x="12343" y="10800"/>
                </a:lnTo>
                <a:lnTo>
                  <a:pt x="12343" y="12938"/>
                </a:lnTo>
                <a:lnTo>
                  <a:pt x="12343" y="15084"/>
                </a:lnTo>
                <a:lnTo>
                  <a:pt x="12343" y="17237"/>
                </a:lnTo>
                <a:lnTo>
                  <a:pt x="12343" y="19408"/>
                </a:lnTo>
                <a:lnTo>
                  <a:pt x="12343" y="21600"/>
                </a:lnTo>
                <a:lnTo>
                  <a:pt x="10306" y="21600"/>
                </a:lnTo>
                <a:lnTo>
                  <a:pt x="8267" y="21600"/>
                </a:lnTo>
                <a:lnTo>
                  <a:pt x="6218" y="21600"/>
                </a:lnTo>
                <a:lnTo>
                  <a:pt x="4160" y="21600"/>
                </a:lnTo>
                <a:lnTo>
                  <a:pt x="2089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2040" y="10800"/>
                </a:lnTo>
                <a:lnTo>
                  <a:pt x="4092" y="10800"/>
                </a:lnTo>
                <a:lnTo>
                  <a:pt x="6171" y="10800"/>
                </a:lnTo>
                <a:lnTo>
                  <a:pt x="6171" y="8662"/>
                </a:lnTo>
                <a:lnTo>
                  <a:pt x="6171" y="6516"/>
                </a:lnTo>
                <a:lnTo>
                  <a:pt x="6171" y="4363"/>
                </a:lnTo>
                <a:lnTo>
                  <a:pt x="6171" y="2192"/>
                </a:lnTo>
                <a:lnTo>
                  <a:pt x="6171" y="0"/>
                </a:lnTo>
                <a:close/>
              </a:path>
            </a:pathLst>
          </a:custGeom>
          <a:solidFill>
            <a:srgbClr val="3A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7" name="contour_09815"/>
          <p:cNvSpPr/>
          <p:nvPr/>
        </p:nvSpPr>
        <p:spPr>
          <a:xfrm>
            <a:off x="7138030" y="1647975"/>
            <a:ext cx="72880" cy="574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07"/>
                </a:moveTo>
                <a:lnTo>
                  <a:pt x="20574" y="3030"/>
                </a:lnTo>
                <a:lnTo>
                  <a:pt x="19542" y="3658"/>
                </a:lnTo>
                <a:lnTo>
                  <a:pt x="18494" y="4294"/>
                </a:lnTo>
                <a:lnTo>
                  <a:pt x="17146" y="5467"/>
                </a:lnTo>
                <a:lnTo>
                  <a:pt x="16161" y="6569"/>
                </a:lnTo>
                <a:lnTo>
                  <a:pt x="15435" y="7789"/>
                </a:lnTo>
                <a:lnTo>
                  <a:pt x="14867" y="9306"/>
                </a:lnTo>
                <a:lnTo>
                  <a:pt x="14360" y="11307"/>
                </a:lnTo>
                <a:lnTo>
                  <a:pt x="14146" y="13174"/>
                </a:lnTo>
                <a:lnTo>
                  <a:pt x="13951" y="15044"/>
                </a:lnTo>
                <a:lnTo>
                  <a:pt x="13779" y="16920"/>
                </a:lnTo>
                <a:lnTo>
                  <a:pt x="13627" y="18795"/>
                </a:lnTo>
                <a:lnTo>
                  <a:pt x="13297" y="20185"/>
                </a:lnTo>
                <a:lnTo>
                  <a:pt x="12960" y="21600"/>
                </a:lnTo>
                <a:lnTo>
                  <a:pt x="11532" y="21600"/>
                </a:lnTo>
                <a:lnTo>
                  <a:pt x="10096" y="21600"/>
                </a:lnTo>
                <a:lnTo>
                  <a:pt x="8640" y="21600"/>
                </a:lnTo>
                <a:lnTo>
                  <a:pt x="8640" y="19971"/>
                </a:lnTo>
                <a:lnTo>
                  <a:pt x="8640" y="18337"/>
                </a:lnTo>
                <a:lnTo>
                  <a:pt x="8640" y="16698"/>
                </a:lnTo>
                <a:lnTo>
                  <a:pt x="8640" y="15044"/>
                </a:lnTo>
                <a:lnTo>
                  <a:pt x="8640" y="13375"/>
                </a:lnTo>
                <a:lnTo>
                  <a:pt x="7214" y="13827"/>
                </a:lnTo>
                <a:lnTo>
                  <a:pt x="5787" y="14279"/>
                </a:lnTo>
                <a:lnTo>
                  <a:pt x="4352" y="14735"/>
                </a:lnTo>
                <a:lnTo>
                  <a:pt x="2912" y="15192"/>
                </a:lnTo>
                <a:lnTo>
                  <a:pt x="1462" y="15653"/>
                </a:lnTo>
                <a:lnTo>
                  <a:pt x="0" y="16116"/>
                </a:lnTo>
                <a:lnTo>
                  <a:pt x="0" y="14304"/>
                </a:lnTo>
                <a:lnTo>
                  <a:pt x="0" y="12481"/>
                </a:lnTo>
                <a:lnTo>
                  <a:pt x="0" y="10633"/>
                </a:lnTo>
                <a:lnTo>
                  <a:pt x="616" y="10710"/>
                </a:lnTo>
                <a:lnTo>
                  <a:pt x="1702" y="10841"/>
                </a:lnTo>
                <a:lnTo>
                  <a:pt x="4186" y="11148"/>
                </a:lnTo>
                <a:lnTo>
                  <a:pt x="5953" y="11143"/>
                </a:lnTo>
                <a:lnTo>
                  <a:pt x="7109" y="11008"/>
                </a:lnTo>
                <a:lnTo>
                  <a:pt x="8640" y="10633"/>
                </a:lnTo>
                <a:lnTo>
                  <a:pt x="9305" y="8675"/>
                </a:lnTo>
                <a:lnTo>
                  <a:pt x="9750" y="7269"/>
                </a:lnTo>
                <a:lnTo>
                  <a:pt x="10079" y="6018"/>
                </a:lnTo>
                <a:lnTo>
                  <a:pt x="10394" y="4529"/>
                </a:lnTo>
                <a:lnTo>
                  <a:pt x="10800" y="2407"/>
                </a:lnTo>
                <a:lnTo>
                  <a:pt x="12353" y="1009"/>
                </a:lnTo>
                <a:lnTo>
                  <a:pt x="13835" y="239"/>
                </a:lnTo>
                <a:lnTo>
                  <a:pt x="15282" y="0"/>
                </a:lnTo>
                <a:lnTo>
                  <a:pt x="16740" y="195"/>
                </a:lnTo>
                <a:lnTo>
                  <a:pt x="18252" y="727"/>
                </a:lnTo>
                <a:lnTo>
                  <a:pt x="19857" y="1497"/>
                </a:lnTo>
                <a:lnTo>
                  <a:pt x="21600" y="2407"/>
                </a:lnTo>
                <a:close/>
              </a:path>
            </a:pathLst>
          </a:custGeom>
          <a:solidFill>
            <a:srgbClr val="D6DCE2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8" name="contour_09816"/>
          <p:cNvSpPr/>
          <p:nvPr/>
        </p:nvSpPr>
        <p:spPr>
          <a:xfrm>
            <a:off x="10615816" y="1647086"/>
            <a:ext cx="5689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30" y="0"/>
                </a:moveTo>
                <a:lnTo>
                  <a:pt x="3860" y="734"/>
                </a:lnTo>
                <a:lnTo>
                  <a:pt x="5487" y="1471"/>
                </a:lnTo>
                <a:lnTo>
                  <a:pt x="7114" y="2214"/>
                </a:lnTo>
                <a:lnTo>
                  <a:pt x="8739" y="2962"/>
                </a:lnTo>
                <a:lnTo>
                  <a:pt x="10360" y="3712"/>
                </a:lnTo>
                <a:lnTo>
                  <a:pt x="11871" y="4401"/>
                </a:lnTo>
                <a:lnTo>
                  <a:pt x="13390" y="5095"/>
                </a:lnTo>
                <a:lnTo>
                  <a:pt x="14931" y="5800"/>
                </a:lnTo>
                <a:lnTo>
                  <a:pt x="16697" y="6890"/>
                </a:lnTo>
                <a:lnTo>
                  <a:pt x="18094" y="7903"/>
                </a:lnTo>
                <a:lnTo>
                  <a:pt x="19198" y="8956"/>
                </a:lnTo>
                <a:lnTo>
                  <a:pt x="20097" y="10163"/>
                </a:lnTo>
                <a:lnTo>
                  <a:pt x="20869" y="11640"/>
                </a:lnTo>
                <a:lnTo>
                  <a:pt x="21600" y="13500"/>
                </a:lnTo>
                <a:lnTo>
                  <a:pt x="19846" y="13357"/>
                </a:lnTo>
                <a:lnTo>
                  <a:pt x="18066" y="13217"/>
                </a:lnTo>
                <a:lnTo>
                  <a:pt x="16165" y="13130"/>
                </a:lnTo>
                <a:lnTo>
                  <a:pt x="14292" y="13071"/>
                </a:lnTo>
                <a:lnTo>
                  <a:pt x="12441" y="13044"/>
                </a:lnTo>
                <a:lnTo>
                  <a:pt x="10595" y="13060"/>
                </a:lnTo>
                <a:lnTo>
                  <a:pt x="8750" y="13136"/>
                </a:lnTo>
                <a:lnTo>
                  <a:pt x="6887" y="13279"/>
                </a:lnTo>
                <a:lnTo>
                  <a:pt x="4997" y="13500"/>
                </a:lnTo>
                <a:lnTo>
                  <a:pt x="3813" y="15509"/>
                </a:lnTo>
                <a:lnTo>
                  <a:pt x="3077" y="16934"/>
                </a:lnTo>
                <a:lnTo>
                  <a:pt x="2656" y="18166"/>
                </a:lnTo>
                <a:lnTo>
                  <a:pt x="2418" y="19591"/>
                </a:lnTo>
                <a:lnTo>
                  <a:pt x="2230" y="21600"/>
                </a:lnTo>
                <a:lnTo>
                  <a:pt x="1403" y="19702"/>
                </a:lnTo>
                <a:lnTo>
                  <a:pt x="783" y="17866"/>
                </a:lnTo>
                <a:lnTo>
                  <a:pt x="354" y="16079"/>
                </a:lnTo>
                <a:lnTo>
                  <a:pt x="100" y="14326"/>
                </a:lnTo>
                <a:lnTo>
                  <a:pt x="0" y="12595"/>
                </a:lnTo>
                <a:lnTo>
                  <a:pt x="42" y="10873"/>
                </a:lnTo>
                <a:lnTo>
                  <a:pt x="202" y="9148"/>
                </a:lnTo>
                <a:lnTo>
                  <a:pt x="470" y="7403"/>
                </a:lnTo>
                <a:lnTo>
                  <a:pt x="822" y="5632"/>
                </a:lnTo>
                <a:lnTo>
                  <a:pt x="1245" y="3815"/>
                </a:lnTo>
                <a:lnTo>
                  <a:pt x="1721" y="1941"/>
                </a:lnTo>
                <a:lnTo>
                  <a:pt x="2230" y="0"/>
                </a:lnTo>
                <a:close/>
              </a:path>
            </a:pathLst>
          </a:custGeom>
          <a:solidFill>
            <a:srgbClr val="E2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9819" name="contour_09817"/>
          <p:cNvSpPr/>
          <p:nvPr/>
        </p:nvSpPr>
        <p:spPr>
          <a:xfrm>
            <a:off x="5199425" y="1647086"/>
            <a:ext cx="24517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07" y="232"/>
                </a:lnTo>
                <a:lnTo>
                  <a:pt x="8058" y="422"/>
                </a:lnTo>
                <a:lnTo>
                  <a:pt x="10986" y="641"/>
                </a:lnTo>
                <a:lnTo>
                  <a:pt x="14415" y="958"/>
                </a:lnTo>
                <a:lnTo>
                  <a:pt x="19263" y="1440"/>
                </a:lnTo>
                <a:lnTo>
                  <a:pt x="20425" y="2366"/>
                </a:lnTo>
                <a:lnTo>
                  <a:pt x="21131" y="3047"/>
                </a:lnTo>
                <a:lnTo>
                  <a:pt x="21484" y="3682"/>
                </a:lnTo>
                <a:lnTo>
                  <a:pt x="21600" y="4476"/>
                </a:lnTo>
                <a:lnTo>
                  <a:pt x="21594" y="5625"/>
                </a:lnTo>
                <a:lnTo>
                  <a:pt x="21594" y="6460"/>
                </a:lnTo>
                <a:lnTo>
                  <a:pt x="21587" y="7299"/>
                </a:lnTo>
                <a:lnTo>
                  <a:pt x="21581" y="8150"/>
                </a:lnTo>
                <a:lnTo>
                  <a:pt x="21478" y="9026"/>
                </a:lnTo>
                <a:lnTo>
                  <a:pt x="21375" y="9907"/>
                </a:lnTo>
                <a:lnTo>
                  <a:pt x="21266" y="10800"/>
                </a:lnTo>
                <a:lnTo>
                  <a:pt x="21292" y="11676"/>
                </a:lnTo>
                <a:lnTo>
                  <a:pt x="21311" y="12557"/>
                </a:lnTo>
                <a:lnTo>
                  <a:pt x="21330" y="13450"/>
                </a:lnTo>
                <a:lnTo>
                  <a:pt x="21228" y="15234"/>
                </a:lnTo>
                <a:lnTo>
                  <a:pt x="21118" y="16548"/>
                </a:lnTo>
                <a:lnTo>
                  <a:pt x="20977" y="17508"/>
                </a:lnTo>
                <a:lnTo>
                  <a:pt x="20752" y="18232"/>
                </a:lnTo>
                <a:lnTo>
                  <a:pt x="20419" y="18837"/>
                </a:lnTo>
                <a:lnTo>
                  <a:pt x="19931" y="19440"/>
                </a:lnTo>
                <a:lnTo>
                  <a:pt x="19263" y="20160"/>
                </a:lnTo>
                <a:lnTo>
                  <a:pt x="17869" y="20316"/>
                </a:lnTo>
                <a:lnTo>
                  <a:pt x="16072" y="20519"/>
                </a:lnTo>
                <a:lnTo>
                  <a:pt x="12656" y="20902"/>
                </a:lnTo>
                <a:lnTo>
                  <a:pt x="6421" y="21600"/>
                </a:lnTo>
                <a:lnTo>
                  <a:pt x="6421" y="20614"/>
                </a:lnTo>
                <a:lnTo>
                  <a:pt x="6421" y="19626"/>
                </a:lnTo>
                <a:lnTo>
                  <a:pt x="6421" y="18638"/>
                </a:lnTo>
                <a:lnTo>
                  <a:pt x="6421" y="17649"/>
                </a:lnTo>
                <a:lnTo>
                  <a:pt x="6421" y="16658"/>
                </a:lnTo>
                <a:lnTo>
                  <a:pt x="6421" y="15666"/>
                </a:lnTo>
                <a:lnTo>
                  <a:pt x="6421" y="14671"/>
                </a:lnTo>
                <a:lnTo>
                  <a:pt x="6421" y="13674"/>
                </a:lnTo>
                <a:lnTo>
                  <a:pt x="6421" y="12675"/>
                </a:lnTo>
                <a:lnTo>
                  <a:pt x="6421" y="11671"/>
                </a:lnTo>
                <a:lnTo>
                  <a:pt x="6421" y="10665"/>
                </a:lnTo>
                <a:lnTo>
                  <a:pt x="6421" y="9655"/>
                </a:lnTo>
                <a:lnTo>
                  <a:pt x="6421" y="8640"/>
                </a:lnTo>
                <a:lnTo>
                  <a:pt x="3236" y="8640"/>
                </a:lnTo>
                <a:lnTo>
                  <a:pt x="0" y="8640"/>
                </a:lnTo>
                <a:lnTo>
                  <a:pt x="0" y="7690"/>
                </a:lnTo>
                <a:lnTo>
                  <a:pt x="0" y="6738"/>
                </a:lnTo>
                <a:lnTo>
                  <a:pt x="0" y="5786"/>
                </a:lnTo>
                <a:lnTo>
                  <a:pt x="0" y="4831"/>
                </a:lnTo>
                <a:lnTo>
                  <a:pt x="0" y="3874"/>
                </a:lnTo>
                <a:lnTo>
                  <a:pt x="0" y="2912"/>
                </a:lnTo>
                <a:lnTo>
                  <a:pt x="0" y="1947"/>
                </a:lnTo>
                <a:lnTo>
                  <a:pt x="0" y="976"/>
                </a:lnTo>
                <a:lnTo>
                  <a:pt x="0" y="0"/>
                </a:lnTo>
                <a:close/>
              </a:path>
            </a:pathLst>
          </a:custGeom>
          <a:solidFill>
            <a:srgbClr val="D5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0" name="contour_09818"/>
          <p:cNvSpPr/>
          <p:nvPr/>
        </p:nvSpPr>
        <p:spPr>
          <a:xfrm>
            <a:off x="417533" y="1610646"/>
            <a:ext cx="30515" cy="73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45" y="0"/>
                </a:moveTo>
                <a:lnTo>
                  <a:pt x="8404" y="0"/>
                </a:lnTo>
                <a:lnTo>
                  <a:pt x="11004" y="0"/>
                </a:lnTo>
                <a:lnTo>
                  <a:pt x="12495" y="1398"/>
                </a:lnTo>
                <a:lnTo>
                  <a:pt x="13888" y="2789"/>
                </a:lnTo>
                <a:lnTo>
                  <a:pt x="15172" y="4179"/>
                </a:lnTo>
                <a:lnTo>
                  <a:pt x="16353" y="5568"/>
                </a:lnTo>
                <a:lnTo>
                  <a:pt x="17421" y="6960"/>
                </a:lnTo>
                <a:lnTo>
                  <a:pt x="18376" y="8353"/>
                </a:lnTo>
                <a:lnTo>
                  <a:pt x="19211" y="9753"/>
                </a:lnTo>
                <a:lnTo>
                  <a:pt x="19929" y="11160"/>
                </a:lnTo>
                <a:lnTo>
                  <a:pt x="20522" y="12577"/>
                </a:lnTo>
                <a:lnTo>
                  <a:pt x="20991" y="14007"/>
                </a:lnTo>
                <a:lnTo>
                  <a:pt x="21327" y="15450"/>
                </a:lnTo>
                <a:lnTo>
                  <a:pt x="21533" y="16910"/>
                </a:lnTo>
                <a:lnTo>
                  <a:pt x="21600" y="18389"/>
                </a:lnTo>
                <a:lnTo>
                  <a:pt x="21533" y="19887"/>
                </a:lnTo>
                <a:lnTo>
                  <a:pt x="21321" y="21407"/>
                </a:lnTo>
                <a:lnTo>
                  <a:pt x="17638" y="21536"/>
                </a:lnTo>
                <a:lnTo>
                  <a:pt x="14992" y="21600"/>
                </a:lnTo>
                <a:lnTo>
                  <a:pt x="12639" y="21600"/>
                </a:lnTo>
                <a:lnTo>
                  <a:pt x="9838" y="21536"/>
                </a:lnTo>
                <a:lnTo>
                  <a:pt x="5845" y="21407"/>
                </a:lnTo>
                <a:lnTo>
                  <a:pt x="3699" y="20031"/>
                </a:lnTo>
                <a:lnTo>
                  <a:pt x="2151" y="18631"/>
                </a:lnTo>
                <a:lnTo>
                  <a:pt x="1099" y="17201"/>
                </a:lnTo>
                <a:lnTo>
                  <a:pt x="454" y="15741"/>
                </a:lnTo>
                <a:lnTo>
                  <a:pt x="119" y="14244"/>
                </a:lnTo>
                <a:lnTo>
                  <a:pt x="0" y="12707"/>
                </a:lnTo>
                <a:lnTo>
                  <a:pt x="5" y="11128"/>
                </a:lnTo>
                <a:lnTo>
                  <a:pt x="41" y="9501"/>
                </a:lnTo>
                <a:lnTo>
                  <a:pt x="26" y="8171"/>
                </a:lnTo>
                <a:lnTo>
                  <a:pt x="15" y="6833"/>
                </a:lnTo>
                <a:lnTo>
                  <a:pt x="0" y="5478"/>
                </a:lnTo>
                <a:lnTo>
                  <a:pt x="480" y="3515"/>
                </a:lnTo>
                <a:lnTo>
                  <a:pt x="1243" y="2291"/>
                </a:lnTo>
                <a:lnTo>
                  <a:pt x="2853" y="1289"/>
                </a:lnTo>
                <a:lnTo>
                  <a:pt x="5845" y="0"/>
                </a:lnTo>
                <a:close/>
              </a:path>
            </a:pathLst>
          </a:custGeom>
          <a:solidFill>
            <a:srgbClr val="A51F1B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1" name="contour_09819"/>
          <p:cNvSpPr/>
          <p:nvPr/>
        </p:nvSpPr>
        <p:spPr>
          <a:xfrm>
            <a:off x="10664106" y="1647844"/>
            <a:ext cx="60928" cy="356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35" y="8365"/>
                </a:moveTo>
                <a:lnTo>
                  <a:pt x="21445" y="11912"/>
                </a:lnTo>
                <a:lnTo>
                  <a:pt x="21600" y="14374"/>
                </a:lnTo>
                <a:lnTo>
                  <a:pt x="21600" y="16385"/>
                </a:lnTo>
                <a:lnTo>
                  <a:pt x="21445" y="18582"/>
                </a:lnTo>
                <a:lnTo>
                  <a:pt x="21135" y="21600"/>
                </a:lnTo>
                <a:lnTo>
                  <a:pt x="19869" y="21124"/>
                </a:lnTo>
                <a:lnTo>
                  <a:pt x="18582" y="20634"/>
                </a:lnTo>
                <a:lnTo>
                  <a:pt x="16753" y="19981"/>
                </a:lnTo>
                <a:lnTo>
                  <a:pt x="14947" y="19368"/>
                </a:lnTo>
                <a:lnTo>
                  <a:pt x="13156" y="18803"/>
                </a:lnTo>
                <a:lnTo>
                  <a:pt x="11371" y="18296"/>
                </a:lnTo>
                <a:lnTo>
                  <a:pt x="9591" y="17863"/>
                </a:lnTo>
                <a:lnTo>
                  <a:pt x="7803" y="17515"/>
                </a:lnTo>
                <a:lnTo>
                  <a:pt x="6002" y="17263"/>
                </a:lnTo>
                <a:lnTo>
                  <a:pt x="4183" y="17113"/>
                </a:lnTo>
                <a:lnTo>
                  <a:pt x="2341" y="17087"/>
                </a:lnTo>
                <a:lnTo>
                  <a:pt x="465" y="17188"/>
                </a:lnTo>
                <a:lnTo>
                  <a:pt x="155" y="14038"/>
                </a:lnTo>
                <a:lnTo>
                  <a:pt x="0" y="11775"/>
                </a:lnTo>
                <a:lnTo>
                  <a:pt x="0" y="9763"/>
                </a:lnTo>
                <a:lnTo>
                  <a:pt x="155" y="7368"/>
                </a:lnTo>
                <a:lnTo>
                  <a:pt x="465" y="3953"/>
                </a:lnTo>
                <a:lnTo>
                  <a:pt x="2354" y="2576"/>
                </a:lnTo>
                <a:lnTo>
                  <a:pt x="4201" y="1482"/>
                </a:lnTo>
                <a:lnTo>
                  <a:pt x="6010" y="679"/>
                </a:lnTo>
                <a:lnTo>
                  <a:pt x="7785" y="181"/>
                </a:lnTo>
                <a:lnTo>
                  <a:pt x="9526" y="0"/>
                </a:lnTo>
                <a:lnTo>
                  <a:pt x="11242" y="137"/>
                </a:lnTo>
                <a:lnTo>
                  <a:pt x="12934" y="613"/>
                </a:lnTo>
                <a:lnTo>
                  <a:pt x="14603" y="1434"/>
                </a:lnTo>
                <a:lnTo>
                  <a:pt x="16254" y="2607"/>
                </a:lnTo>
                <a:lnTo>
                  <a:pt x="17892" y="4147"/>
                </a:lnTo>
                <a:lnTo>
                  <a:pt x="19518" y="6062"/>
                </a:lnTo>
                <a:lnTo>
                  <a:pt x="21135" y="8365"/>
                </a:lnTo>
                <a:close/>
              </a:path>
            </a:pathLst>
          </a:custGeom>
          <a:solidFill>
            <a:srgbClr val="EBF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2" name="contour_09820"/>
          <p:cNvSpPr/>
          <p:nvPr/>
        </p:nvSpPr>
        <p:spPr>
          <a:xfrm>
            <a:off x="761038" y="1625222"/>
            <a:ext cx="72880" cy="52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833" y="1657"/>
                </a:lnTo>
                <a:lnTo>
                  <a:pt x="19801" y="2835"/>
                </a:lnTo>
                <a:lnTo>
                  <a:pt x="20589" y="4104"/>
                </a:lnTo>
                <a:lnTo>
                  <a:pt x="21600" y="6026"/>
                </a:lnTo>
                <a:lnTo>
                  <a:pt x="21144" y="6384"/>
                </a:lnTo>
                <a:lnTo>
                  <a:pt x="20339" y="7020"/>
                </a:lnTo>
                <a:lnTo>
                  <a:pt x="18494" y="8472"/>
                </a:lnTo>
                <a:lnTo>
                  <a:pt x="16842" y="10259"/>
                </a:lnTo>
                <a:lnTo>
                  <a:pt x="15805" y="11591"/>
                </a:lnTo>
                <a:lnTo>
                  <a:pt x="15191" y="12880"/>
                </a:lnTo>
                <a:lnTo>
                  <a:pt x="14802" y="14529"/>
                </a:lnTo>
                <a:lnTo>
                  <a:pt x="14446" y="16948"/>
                </a:lnTo>
                <a:lnTo>
                  <a:pt x="13956" y="18316"/>
                </a:lnTo>
                <a:lnTo>
                  <a:pt x="13461" y="19693"/>
                </a:lnTo>
                <a:lnTo>
                  <a:pt x="12960" y="21091"/>
                </a:lnTo>
                <a:lnTo>
                  <a:pt x="11511" y="21329"/>
                </a:lnTo>
                <a:lnTo>
                  <a:pt x="10070" y="21486"/>
                </a:lnTo>
                <a:lnTo>
                  <a:pt x="8636" y="21576"/>
                </a:lnTo>
                <a:lnTo>
                  <a:pt x="7201" y="21600"/>
                </a:lnTo>
                <a:lnTo>
                  <a:pt x="5769" y="21573"/>
                </a:lnTo>
                <a:lnTo>
                  <a:pt x="4335" y="21501"/>
                </a:lnTo>
                <a:lnTo>
                  <a:pt x="2897" y="21389"/>
                </a:lnTo>
                <a:lnTo>
                  <a:pt x="1454" y="21250"/>
                </a:lnTo>
                <a:lnTo>
                  <a:pt x="0" y="21091"/>
                </a:lnTo>
                <a:lnTo>
                  <a:pt x="0" y="19596"/>
                </a:lnTo>
                <a:lnTo>
                  <a:pt x="0" y="18078"/>
                </a:lnTo>
                <a:lnTo>
                  <a:pt x="1527" y="18078"/>
                </a:lnTo>
                <a:lnTo>
                  <a:pt x="3056" y="18078"/>
                </a:lnTo>
                <a:lnTo>
                  <a:pt x="4590" y="18078"/>
                </a:lnTo>
                <a:lnTo>
                  <a:pt x="6130" y="18078"/>
                </a:lnTo>
                <a:lnTo>
                  <a:pt x="7677" y="18078"/>
                </a:lnTo>
                <a:lnTo>
                  <a:pt x="9232" y="18078"/>
                </a:lnTo>
                <a:lnTo>
                  <a:pt x="10800" y="18078"/>
                </a:lnTo>
                <a:lnTo>
                  <a:pt x="9463" y="17704"/>
                </a:lnTo>
                <a:lnTo>
                  <a:pt x="8126" y="17331"/>
                </a:lnTo>
                <a:lnTo>
                  <a:pt x="6785" y="16957"/>
                </a:lnTo>
                <a:lnTo>
                  <a:pt x="5441" y="16583"/>
                </a:lnTo>
                <a:lnTo>
                  <a:pt x="4091" y="16207"/>
                </a:lnTo>
                <a:lnTo>
                  <a:pt x="2735" y="15827"/>
                </a:lnTo>
                <a:lnTo>
                  <a:pt x="1372" y="15448"/>
                </a:lnTo>
                <a:lnTo>
                  <a:pt x="0" y="15065"/>
                </a:lnTo>
                <a:lnTo>
                  <a:pt x="823" y="12947"/>
                </a:lnTo>
                <a:lnTo>
                  <a:pt x="1655" y="11175"/>
                </a:lnTo>
                <a:lnTo>
                  <a:pt x="2514" y="9696"/>
                </a:lnTo>
                <a:lnTo>
                  <a:pt x="3428" y="8451"/>
                </a:lnTo>
                <a:lnTo>
                  <a:pt x="4417" y="7382"/>
                </a:lnTo>
                <a:lnTo>
                  <a:pt x="5504" y="6436"/>
                </a:lnTo>
                <a:lnTo>
                  <a:pt x="6713" y="5556"/>
                </a:lnTo>
                <a:lnTo>
                  <a:pt x="8065" y="4685"/>
                </a:lnTo>
                <a:lnTo>
                  <a:pt x="9586" y="3766"/>
                </a:lnTo>
                <a:lnTo>
                  <a:pt x="10601" y="3082"/>
                </a:lnTo>
                <a:lnTo>
                  <a:pt x="11632" y="2389"/>
                </a:lnTo>
                <a:lnTo>
                  <a:pt x="12843" y="1669"/>
                </a:lnTo>
                <a:lnTo>
                  <a:pt x="13835" y="1181"/>
                </a:lnTo>
                <a:lnTo>
                  <a:pt x="15137" y="699"/>
                </a:lnTo>
                <a:lnTo>
                  <a:pt x="17280" y="0"/>
                </a:lnTo>
                <a:close/>
              </a:path>
            </a:pathLst>
          </a:custGeom>
          <a:solidFill>
            <a:srgbClr val="E5E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3" name="contour_09821"/>
          <p:cNvSpPr/>
          <p:nvPr/>
        </p:nvSpPr>
        <p:spPr>
          <a:xfrm>
            <a:off x="947202" y="1545747"/>
            <a:ext cx="47328" cy="576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00" y="380"/>
                </a:moveTo>
                <a:lnTo>
                  <a:pt x="18410" y="1071"/>
                </a:lnTo>
                <a:lnTo>
                  <a:pt x="19930" y="1768"/>
                </a:lnTo>
                <a:lnTo>
                  <a:pt x="21474" y="2473"/>
                </a:lnTo>
                <a:lnTo>
                  <a:pt x="21570" y="4375"/>
                </a:lnTo>
                <a:lnTo>
                  <a:pt x="21600" y="5801"/>
                </a:lnTo>
                <a:lnTo>
                  <a:pt x="21527" y="7028"/>
                </a:lnTo>
                <a:lnTo>
                  <a:pt x="21331" y="8326"/>
                </a:lnTo>
                <a:lnTo>
                  <a:pt x="20975" y="9960"/>
                </a:lnTo>
                <a:lnTo>
                  <a:pt x="20433" y="12206"/>
                </a:lnTo>
                <a:lnTo>
                  <a:pt x="20256" y="12987"/>
                </a:lnTo>
                <a:lnTo>
                  <a:pt x="19944" y="14362"/>
                </a:lnTo>
                <a:lnTo>
                  <a:pt x="19225" y="17512"/>
                </a:lnTo>
                <a:lnTo>
                  <a:pt x="18869" y="18862"/>
                </a:lnTo>
                <a:lnTo>
                  <a:pt x="18510" y="20223"/>
                </a:lnTo>
                <a:lnTo>
                  <a:pt x="18147" y="21600"/>
                </a:lnTo>
                <a:lnTo>
                  <a:pt x="15942" y="21097"/>
                </a:lnTo>
                <a:lnTo>
                  <a:pt x="13777" y="20567"/>
                </a:lnTo>
                <a:lnTo>
                  <a:pt x="11655" y="19999"/>
                </a:lnTo>
                <a:lnTo>
                  <a:pt x="9569" y="19381"/>
                </a:lnTo>
                <a:lnTo>
                  <a:pt x="7514" y="18698"/>
                </a:lnTo>
                <a:lnTo>
                  <a:pt x="5491" y="17939"/>
                </a:lnTo>
                <a:lnTo>
                  <a:pt x="3492" y="17089"/>
                </a:lnTo>
                <a:lnTo>
                  <a:pt x="1517" y="16135"/>
                </a:lnTo>
                <a:lnTo>
                  <a:pt x="672" y="14400"/>
                </a:lnTo>
                <a:lnTo>
                  <a:pt x="186" y="12837"/>
                </a:lnTo>
                <a:lnTo>
                  <a:pt x="0" y="11310"/>
                </a:lnTo>
                <a:lnTo>
                  <a:pt x="60" y="9681"/>
                </a:lnTo>
                <a:lnTo>
                  <a:pt x="309" y="7820"/>
                </a:lnTo>
                <a:lnTo>
                  <a:pt x="1074" y="6255"/>
                </a:lnTo>
                <a:lnTo>
                  <a:pt x="1913" y="5085"/>
                </a:lnTo>
                <a:lnTo>
                  <a:pt x="3339" y="3733"/>
                </a:lnTo>
                <a:lnTo>
                  <a:pt x="5884" y="1618"/>
                </a:lnTo>
                <a:lnTo>
                  <a:pt x="8665" y="708"/>
                </a:lnTo>
                <a:lnTo>
                  <a:pt x="10630" y="189"/>
                </a:lnTo>
                <a:lnTo>
                  <a:pt x="12303" y="0"/>
                </a:lnTo>
                <a:lnTo>
                  <a:pt x="14219" y="85"/>
                </a:lnTo>
                <a:lnTo>
                  <a:pt x="16900" y="380"/>
                </a:lnTo>
                <a:close/>
              </a:path>
            </a:pathLst>
          </a:custGeom>
          <a:solidFill>
            <a:srgbClr val="AAA9A4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4" name="contour_09822"/>
          <p:cNvSpPr/>
          <p:nvPr/>
        </p:nvSpPr>
        <p:spPr>
          <a:xfrm>
            <a:off x="6859666" y="1450310"/>
            <a:ext cx="4115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2" y="0"/>
                </a:moveTo>
                <a:lnTo>
                  <a:pt x="17676" y="1609"/>
                </a:lnTo>
                <a:lnTo>
                  <a:pt x="19389" y="2740"/>
                </a:lnTo>
                <a:lnTo>
                  <a:pt x="20380" y="3934"/>
                </a:lnTo>
                <a:lnTo>
                  <a:pt x="21275" y="5727"/>
                </a:lnTo>
                <a:lnTo>
                  <a:pt x="21504" y="7630"/>
                </a:lnTo>
                <a:lnTo>
                  <a:pt x="21600" y="9380"/>
                </a:lnTo>
                <a:lnTo>
                  <a:pt x="21520" y="11040"/>
                </a:lnTo>
                <a:lnTo>
                  <a:pt x="21229" y="12685"/>
                </a:lnTo>
                <a:lnTo>
                  <a:pt x="20690" y="14383"/>
                </a:lnTo>
                <a:lnTo>
                  <a:pt x="19871" y="16200"/>
                </a:lnTo>
                <a:lnTo>
                  <a:pt x="17622" y="17215"/>
                </a:lnTo>
                <a:lnTo>
                  <a:pt x="15350" y="18101"/>
                </a:lnTo>
                <a:lnTo>
                  <a:pt x="13043" y="18870"/>
                </a:lnTo>
                <a:lnTo>
                  <a:pt x="10699" y="19543"/>
                </a:lnTo>
                <a:lnTo>
                  <a:pt x="8300" y="20137"/>
                </a:lnTo>
                <a:lnTo>
                  <a:pt x="5848" y="20666"/>
                </a:lnTo>
                <a:lnTo>
                  <a:pt x="3335" y="21146"/>
                </a:lnTo>
                <a:lnTo>
                  <a:pt x="746" y="21600"/>
                </a:lnTo>
                <a:lnTo>
                  <a:pt x="394" y="18066"/>
                </a:lnTo>
                <a:lnTo>
                  <a:pt x="142" y="15201"/>
                </a:lnTo>
                <a:lnTo>
                  <a:pt x="4" y="12898"/>
                </a:lnTo>
                <a:lnTo>
                  <a:pt x="0" y="11038"/>
                </a:lnTo>
                <a:lnTo>
                  <a:pt x="149" y="9515"/>
                </a:lnTo>
                <a:lnTo>
                  <a:pt x="474" y="8216"/>
                </a:lnTo>
                <a:lnTo>
                  <a:pt x="987" y="7031"/>
                </a:lnTo>
                <a:lnTo>
                  <a:pt x="1710" y="5845"/>
                </a:lnTo>
                <a:lnTo>
                  <a:pt x="2658" y="4552"/>
                </a:lnTo>
                <a:lnTo>
                  <a:pt x="3856" y="3038"/>
                </a:lnTo>
                <a:lnTo>
                  <a:pt x="6120" y="1555"/>
                </a:lnTo>
                <a:lnTo>
                  <a:pt x="7815" y="656"/>
                </a:lnTo>
                <a:lnTo>
                  <a:pt x="9448" y="194"/>
                </a:lnTo>
                <a:lnTo>
                  <a:pt x="11544" y="24"/>
                </a:lnTo>
                <a:lnTo>
                  <a:pt x="14612" y="0"/>
                </a:lnTo>
                <a:close/>
              </a:path>
            </a:pathLst>
          </a:custGeom>
          <a:solidFill>
            <a:srgbClr val="D0DBE1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5" name="contour_09823"/>
          <p:cNvSpPr/>
          <p:nvPr/>
        </p:nvSpPr>
        <p:spPr>
          <a:xfrm>
            <a:off x="9986979" y="1383909"/>
            <a:ext cx="109976" cy="299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42" y="68"/>
                </a:moveTo>
                <a:lnTo>
                  <a:pt x="7712" y="79"/>
                </a:lnTo>
                <a:lnTo>
                  <a:pt x="8364" y="95"/>
                </a:lnTo>
                <a:lnTo>
                  <a:pt x="9858" y="121"/>
                </a:lnTo>
                <a:lnTo>
                  <a:pt x="10723" y="168"/>
                </a:lnTo>
                <a:lnTo>
                  <a:pt x="11593" y="210"/>
                </a:lnTo>
                <a:lnTo>
                  <a:pt x="12475" y="252"/>
                </a:lnTo>
                <a:lnTo>
                  <a:pt x="12864" y="263"/>
                </a:lnTo>
                <a:lnTo>
                  <a:pt x="13551" y="284"/>
                </a:lnTo>
                <a:lnTo>
                  <a:pt x="15126" y="326"/>
                </a:lnTo>
                <a:lnTo>
                  <a:pt x="16050" y="357"/>
                </a:lnTo>
                <a:lnTo>
                  <a:pt x="16975" y="389"/>
                </a:lnTo>
                <a:lnTo>
                  <a:pt x="17900" y="420"/>
                </a:lnTo>
                <a:lnTo>
                  <a:pt x="18824" y="457"/>
                </a:lnTo>
                <a:lnTo>
                  <a:pt x="19751" y="499"/>
                </a:lnTo>
                <a:lnTo>
                  <a:pt x="20675" y="541"/>
                </a:lnTo>
                <a:lnTo>
                  <a:pt x="21600" y="583"/>
                </a:lnTo>
                <a:lnTo>
                  <a:pt x="21600" y="3195"/>
                </a:lnTo>
                <a:lnTo>
                  <a:pt x="21600" y="5837"/>
                </a:lnTo>
                <a:lnTo>
                  <a:pt x="20617" y="6851"/>
                </a:lnTo>
                <a:lnTo>
                  <a:pt x="19881" y="7566"/>
                </a:lnTo>
                <a:lnTo>
                  <a:pt x="19167" y="8165"/>
                </a:lnTo>
                <a:lnTo>
                  <a:pt x="18249" y="8848"/>
                </a:lnTo>
                <a:lnTo>
                  <a:pt x="16904" y="9799"/>
                </a:lnTo>
                <a:lnTo>
                  <a:pt x="16186" y="10314"/>
                </a:lnTo>
                <a:lnTo>
                  <a:pt x="15459" y="10834"/>
                </a:lnTo>
                <a:lnTo>
                  <a:pt x="14540" y="11486"/>
                </a:lnTo>
                <a:lnTo>
                  <a:pt x="13621" y="12132"/>
                </a:lnTo>
                <a:lnTo>
                  <a:pt x="12702" y="12773"/>
                </a:lnTo>
                <a:lnTo>
                  <a:pt x="11783" y="13414"/>
                </a:lnTo>
                <a:lnTo>
                  <a:pt x="10864" y="14044"/>
                </a:lnTo>
                <a:lnTo>
                  <a:pt x="10089" y="14596"/>
                </a:lnTo>
                <a:lnTo>
                  <a:pt x="9313" y="15148"/>
                </a:lnTo>
                <a:lnTo>
                  <a:pt x="8537" y="15700"/>
                </a:lnTo>
                <a:lnTo>
                  <a:pt x="7761" y="16251"/>
                </a:lnTo>
                <a:lnTo>
                  <a:pt x="6808" y="16929"/>
                </a:lnTo>
                <a:lnTo>
                  <a:pt x="5854" y="17602"/>
                </a:lnTo>
                <a:lnTo>
                  <a:pt x="4900" y="18274"/>
                </a:lnTo>
                <a:lnTo>
                  <a:pt x="3946" y="18947"/>
                </a:lnTo>
                <a:lnTo>
                  <a:pt x="2992" y="19614"/>
                </a:lnTo>
                <a:lnTo>
                  <a:pt x="2038" y="20276"/>
                </a:lnTo>
                <a:lnTo>
                  <a:pt x="1084" y="20943"/>
                </a:lnTo>
                <a:lnTo>
                  <a:pt x="129" y="21600"/>
                </a:lnTo>
                <a:lnTo>
                  <a:pt x="43" y="17849"/>
                </a:lnTo>
                <a:lnTo>
                  <a:pt x="0" y="15153"/>
                </a:lnTo>
                <a:lnTo>
                  <a:pt x="0" y="12757"/>
                </a:lnTo>
                <a:lnTo>
                  <a:pt x="43" y="9904"/>
                </a:lnTo>
                <a:lnTo>
                  <a:pt x="129" y="5837"/>
                </a:lnTo>
                <a:lnTo>
                  <a:pt x="943" y="3688"/>
                </a:lnTo>
                <a:lnTo>
                  <a:pt x="1781" y="2133"/>
                </a:lnTo>
                <a:lnTo>
                  <a:pt x="2641" y="1082"/>
                </a:lnTo>
                <a:lnTo>
                  <a:pt x="3526" y="436"/>
                </a:lnTo>
                <a:lnTo>
                  <a:pt x="4437" y="105"/>
                </a:lnTo>
                <a:lnTo>
                  <a:pt x="5376" y="0"/>
                </a:lnTo>
                <a:lnTo>
                  <a:pt x="6344" y="16"/>
                </a:lnTo>
                <a:lnTo>
                  <a:pt x="7342" y="68"/>
                </a:lnTo>
                <a:close/>
              </a:path>
            </a:pathLst>
          </a:custGeom>
          <a:solidFill>
            <a:srgbClr val="C7DA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6" name="contour_09824"/>
          <p:cNvSpPr/>
          <p:nvPr/>
        </p:nvSpPr>
        <p:spPr>
          <a:xfrm>
            <a:off x="5126545" y="1333702"/>
            <a:ext cx="87456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04" y="758"/>
                </a:lnTo>
                <a:lnTo>
                  <a:pt x="16205" y="1527"/>
                </a:lnTo>
                <a:lnTo>
                  <a:pt x="17104" y="2309"/>
                </a:lnTo>
                <a:lnTo>
                  <a:pt x="18000" y="3099"/>
                </a:lnTo>
                <a:lnTo>
                  <a:pt x="19004" y="3964"/>
                </a:lnTo>
                <a:lnTo>
                  <a:pt x="20025" y="4842"/>
                </a:lnTo>
                <a:lnTo>
                  <a:pt x="20806" y="5954"/>
                </a:lnTo>
                <a:lnTo>
                  <a:pt x="21600" y="7084"/>
                </a:lnTo>
                <a:lnTo>
                  <a:pt x="21600" y="9426"/>
                </a:lnTo>
                <a:lnTo>
                  <a:pt x="21600" y="11781"/>
                </a:lnTo>
                <a:lnTo>
                  <a:pt x="21600" y="14169"/>
                </a:lnTo>
                <a:lnTo>
                  <a:pt x="20486" y="15355"/>
                </a:lnTo>
                <a:lnTo>
                  <a:pt x="19355" y="16421"/>
                </a:lnTo>
                <a:lnTo>
                  <a:pt x="18211" y="17367"/>
                </a:lnTo>
                <a:lnTo>
                  <a:pt x="17053" y="18200"/>
                </a:lnTo>
                <a:lnTo>
                  <a:pt x="15885" y="18926"/>
                </a:lnTo>
                <a:lnTo>
                  <a:pt x="14704" y="19553"/>
                </a:lnTo>
                <a:lnTo>
                  <a:pt x="13513" y="20080"/>
                </a:lnTo>
                <a:lnTo>
                  <a:pt x="12314" y="20523"/>
                </a:lnTo>
                <a:lnTo>
                  <a:pt x="11104" y="20877"/>
                </a:lnTo>
                <a:lnTo>
                  <a:pt x="9887" y="21157"/>
                </a:lnTo>
                <a:lnTo>
                  <a:pt x="8665" y="21363"/>
                </a:lnTo>
                <a:lnTo>
                  <a:pt x="7438" y="21501"/>
                </a:lnTo>
                <a:lnTo>
                  <a:pt x="6205" y="21579"/>
                </a:lnTo>
                <a:lnTo>
                  <a:pt x="4968" y="21600"/>
                </a:lnTo>
                <a:lnTo>
                  <a:pt x="3728" y="21575"/>
                </a:lnTo>
                <a:lnTo>
                  <a:pt x="2486" y="21504"/>
                </a:lnTo>
                <a:lnTo>
                  <a:pt x="1242" y="21395"/>
                </a:lnTo>
                <a:lnTo>
                  <a:pt x="0" y="21253"/>
                </a:lnTo>
                <a:lnTo>
                  <a:pt x="1919" y="19110"/>
                </a:lnTo>
                <a:lnTo>
                  <a:pt x="3447" y="17449"/>
                </a:lnTo>
                <a:lnTo>
                  <a:pt x="4667" y="16209"/>
                </a:lnTo>
                <a:lnTo>
                  <a:pt x="5663" y="15337"/>
                </a:lnTo>
                <a:lnTo>
                  <a:pt x="6520" y="14781"/>
                </a:lnTo>
                <a:lnTo>
                  <a:pt x="7321" y="14487"/>
                </a:lnTo>
                <a:lnTo>
                  <a:pt x="8152" y="14395"/>
                </a:lnTo>
                <a:lnTo>
                  <a:pt x="9097" y="14455"/>
                </a:lnTo>
                <a:lnTo>
                  <a:pt x="10238" y="14611"/>
                </a:lnTo>
                <a:lnTo>
                  <a:pt x="10825" y="14502"/>
                </a:lnTo>
                <a:lnTo>
                  <a:pt x="12600" y="14169"/>
                </a:lnTo>
                <a:lnTo>
                  <a:pt x="13082" y="11877"/>
                </a:lnTo>
                <a:lnTo>
                  <a:pt x="13469" y="9567"/>
                </a:lnTo>
                <a:lnTo>
                  <a:pt x="13779" y="7233"/>
                </a:lnTo>
                <a:lnTo>
                  <a:pt x="14026" y="4867"/>
                </a:lnTo>
                <a:lnTo>
                  <a:pt x="14227" y="2458"/>
                </a:lnTo>
                <a:lnTo>
                  <a:pt x="14400" y="0"/>
                </a:lnTo>
                <a:close/>
              </a:path>
            </a:pathLst>
          </a:custGeom>
          <a:solidFill>
            <a:srgbClr val="D3DDE3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7" name="contour_09825"/>
          <p:cNvSpPr/>
          <p:nvPr/>
        </p:nvSpPr>
        <p:spPr>
          <a:xfrm>
            <a:off x="4426898" y="1326465"/>
            <a:ext cx="109320" cy="292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5346"/>
                </a:moveTo>
                <a:lnTo>
                  <a:pt x="18112" y="6348"/>
                </a:lnTo>
                <a:lnTo>
                  <a:pt x="18950" y="7354"/>
                </a:lnTo>
                <a:lnTo>
                  <a:pt x="19800" y="8372"/>
                </a:lnTo>
                <a:lnTo>
                  <a:pt x="20693" y="9546"/>
                </a:lnTo>
                <a:lnTo>
                  <a:pt x="21600" y="10730"/>
                </a:lnTo>
                <a:lnTo>
                  <a:pt x="21332" y="13971"/>
                </a:lnTo>
                <a:lnTo>
                  <a:pt x="21095" y="16173"/>
                </a:lnTo>
                <a:lnTo>
                  <a:pt x="20748" y="18348"/>
                </a:lnTo>
                <a:lnTo>
                  <a:pt x="20160" y="21498"/>
                </a:lnTo>
                <a:lnTo>
                  <a:pt x="19156" y="21600"/>
                </a:lnTo>
                <a:lnTo>
                  <a:pt x="18418" y="21578"/>
                </a:lnTo>
                <a:lnTo>
                  <a:pt x="17726" y="21385"/>
                </a:lnTo>
                <a:lnTo>
                  <a:pt x="16864" y="20943"/>
                </a:lnTo>
                <a:lnTo>
                  <a:pt x="15610" y="20195"/>
                </a:lnTo>
                <a:lnTo>
                  <a:pt x="14704" y="19673"/>
                </a:lnTo>
                <a:lnTo>
                  <a:pt x="13791" y="19145"/>
                </a:lnTo>
                <a:lnTo>
                  <a:pt x="12868" y="18617"/>
                </a:lnTo>
                <a:lnTo>
                  <a:pt x="11907" y="18009"/>
                </a:lnTo>
                <a:lnTo>
                  <a:pt x="10948" y="17401"/>
                </a:lnTo>
                <a:lnTo>
                  <a:pt x="9991" y="16787"/>
                </a:lnTo>
                <a:lnTo>
                  <a:pt x="9026" y="16216"/>
                </a:lnTo>
                <a:lnTo>
                  <a:pt x="8061" y="15651"/>
                </a:lnTo>
                <a:lnTo>
                  <a:pt x="7096" y="15086"/>
                </a:lnTo>
                <a:lnTo>
                  <a:pt x="6081" y="14483"/>
                </a:lnTo>
                <a:lnTo>
                  <a:pt x="5067" y="13869"/>
                </a:lnTo>
                <a:lnTo>
                  <a:pt x="4052" y="13255"/>
                </a:lnTo>
                <a:lnTo>
                  <a:pt x="3040" y="12631"/>
                </a:lnTo>
                <a:lnTo>
                  <a:pt x="2026" y="12001"/>
                </a:lnTo>
                <a:lnTo>
                  <a:pt x="1012" y="11371"/>
                </a:lnTo>
                <a:lnTo>
                  <a:pt x="0" y="10730"/>
                </a:lnTo>
                <a:lnTo>
                  <a:pt x="0" y="8060"/>
                </a:lnTo>
                <a:lnTo>
                  <a:pt x="0" y="5346"/>
                </a:lnTo>
                <a:lnTo>
                  <a:pt x="2016" y="4156"/>
                </a:lnTo>
                <a:lnTo>
                  <a:pt x="3802" y="3117"/>
                </a:lnTo>
                <a:lnTo>
                  <a:pt x="5378" y="2229"/>
                </a:lnTo>
                <a:lnTo>
                  <a:pt x="6767" y="1486"/>
                </a:lnTo>
                <a:lnTo>
                  <a:pt x="7986" y="894"/>
                </a:lnTo>
                <a:lnTo>
                  <a:pt x="9062" y="447"/>
                </a:lnTo>
                <a:lnTo>
                  <a:pt x="10011" y="151"/>
                </a:lnTo>
                <a:lnTo>
                  <a:pt x="10858" y="0"/>
                </a:lnTo>
                <a:lnTo>
                  <a:pt x="11621" y="0"/>
                </a:lnTo>
                <a:lnTo>
                  <a:pt x="12322" y="151"/>
                </a:lnTo>
                <a:lnTo>
                  <a:pt x="12983" y="447"/>
                </a:lnTo>
                <a:lnTo>
                  <a:pt x="13625" y="894"/>
                </a:lnTo>
                <a:lnTo>
                  <a:pt x="14269" y="1486"/>
                </a:lnTo>
                <a:lnTo>
                  <a:pt x="14934" y="2229"/>
                </a:lnTo>
                <a:lnTo>
                  <a:pt x="15644" y="3117"/>
                </a:lnTo>
                <a:lnTo>
                  <a:pt x="16419" y="4156"/>
                </a:lnTo>
                <a:lnTo>
                  <a:pt x="17280" y="5346"/>
                </a:lnTo>
                <a:close/>
              </a:path>
            </a:pathLst>
          </a:custGeom>
          <a:solidFill>
            <a:srgbClr val="D0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8" name="contour_09826"/>
          <p:cNvSpPr/>
          <p:nvPr/>
        </p:nvSpPr>
        <p:spPr>
          <a:xfrm>
            <a:off x="819342" y="1304550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3164" y="1022"/>
                </a:lnTo>
                <a:lnTo>
                  <a:pt x="15830" y="1776"/>
                </a:lnTo>
                <a:lnTo>
                  <a:pt x="17555" y="2393"/>
                </a:lnTo>
                <a:lnTo>
                  <a:pt x="18641" y="3002"/>
                </a:lnTo>
                <a:lnTo>
                  <a:pt x="19384" y="3739"/>
                </a:lnTo>
                <a:lnTo>
                  <a:pt x="20094" y="4735"/>
                </a:lnTo>
                <a:lnTo>
                  <a:pt x="20393" y="6187"/>
                </a:lnTo>
                <a:lnTo>
                  <a:pt x="20696" y="7642"/>
                </a:lnTo>
                <a:lnTo>
                  <a:pt x="20995" y="9094"/>
                </a:lnTo>
                <a:lnTo>
                  <a:pt x="21298" y="10548"/>
                </a:lnTo>
                <a:lnTo>
                  <a:pt x="21600" y="12000"/>
                </a:lnTo>
                <a:lnTo>
                  <a:pt x="19560" y="12000"/>
                </a:lnTo>
                <a:lnTo>
                  <a:pt x="17508" y="12000"/>
                </a:lnTo>
                <a:lnTo>
                  <a:pt x="15429" y="12000"/>
                </a:lnTo>
                <a:lnTo>
                  <a:pt x="15429" y="13584"/>
                </a:lnTo>
                <a:lnTo>
                  <a:pt x="15429" y="15170"/>
                </a:lnTo>
                <a:lnTo>
                  <a:pt x="15429" y="16764"/>
                </a:lnTo>
                <a:lnTo>
                  <a:pt x="15429" y="18365"/>
                </a:lnTo>
                <a:lnTo>
                  <a:pt x="15429" y="19975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0" y="20014"/>
                </a:lnTo>
                <a:lnTo>
                  <a:pt x="0" y="18418"/>
                </a:lnTo>
                <a:lnTo>
                  <a:pt x="0" y="16800"/>
                </a:lnTo>
                <a:lnTo>
                  <a:pt x="1833" y="16800"/>
                </a:lnTo>
                <a:lnTo>
                  <a:pt x="3672" y="16800"/>
                </a:lnTo>
                <a:lnTo>
                  <a:pt x="5517" y="16800"/>
                </a:lnTo>
                <a:lnTo>
                  <a:pt x="7378" y="16800"/>
                </a:lnTo>
                <a:lnTo>
                  <a:pt x="9257" y="16800"/>
                </a:lnTo>
                <a:lnTo>
                  <a:pt x="9257" y="15137"/>
                </a:lnTo>
                <a:lnTo>
                  <a:pt x="9257" y="13471"/>
                </a:lnTo>
                <a:lnTo>
                  <a:pt x="9257" y="11806"/>
                </a:lnTo>
                <a:lnTo>
                  <a:pt x="9257" y="10138"/>
                </a:lnTo>
                <a:lnTo>
                  <a:pt x="9257" y="8462"/>
                </a:lnTo>
                <a:lnTo>
                  <a:pt x="9257" y="6785"/>
                </a:lnTo>
                <a:lnTo>
                  <a:pt x="9257" y="5100"/>
                </a:lnTo>
                <a:lnTo>
                  <a:pt x="9257" y="3408"/>
                </a:lnTo>
                <a:lnTo>
                  <a:pt x="9257" y="1709"/>
                </a:lnTo>
                <a:lnTo>
                  <a:pt x="9257" y="0"/>
                </a:lnTo>
                <a:close/>
              </a:path>
            </a:pathLst>
          </a:custGeom>
          <a:solidFill>
            <a:srgbClr val="75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9829" name="contour_09827"/>
          <p:cNvSpPr/>
          <p:nvPr/>
        </p:nvSpPr>
        <p:spPr>
          <a:xfrm>
            <a:off x="5447216" y="1326414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600" y="2143"/>
                </a:lnTo>
                <a:lnTo>
                  <a:pt x="21600" y="4320"/>
                </a:lnTo>
                <a:lnTo>
                  <a:pt x="20412" y="4320"/>
                </a:lnTo>
                <a:lnTo>
                  <a:pt x="19222" y="4320"/>
                </a:lnTo>
                <a:lnTo>
                  <a:pt x="18032" y="4320"/>
                </a:lnTo>
                <a:lnTo>
                  <a:pt x="16839" y="4320"/>
                </a:lnTo>
                <a:lnTo>
                  <a:pt x="15642" y="4320"/>
                </a:lnTo>
                <a:lnTo>
                  <a:pt x="14440" y="4320"/>
                </a:lnTo>
                <a:lnTo>
                  <a:pt x="13234" y="4320"/>
                </a:lnTo>
                <a:lnTo>
                  <a:pt x="12020" y="4320"/>
                </a:lnTo>
                <a:lnTo>
                  <a:pt x="10800" y="4320"/>
                </a:lnTo>
                <a:lnTo>
                  <a:pt x="10800" y="6886"/>
                </a:lnTo>
                <a:lnTo>
                  <a:pt x="10800" y="9461"/>
                </a:lnTo>
                <a:lnTo>
                  <a:pt x="10800" y="12044"/>
                </a:lnTo>
                <a:lnTo>
                  <a:pt x="10800" y="14649"/>
                </a:lnTo>
                <a:lnTo>
                  <a:pt x="10800" y="17280"/>
                </a:lnTo>
                <a:lnTo>
                  <a:pt x="9623" y="19129"/>
                </a:lnTo>
                <a:lnTo>
                  <a:pt x="8753" y="20278"/>
                </a:lnTo>
                <a:lnTo>
                  <a:pt x="7933" y="20935"/>
                </a:lnTo>
                <a:lnTo>
                  <a:pt x="6901" y="21306"/>
                </a:lnTo>
                <a:lnTo>
                  <a:pt x="5400" y="21600"/>
                </a:lnTo>
                <a:lnTo>
                  <a:pt x="4307" y="19833"/>
                </a:lnTo>
                <a:lnTo>
                  <a:pt x="3303" y="17937"/>
                </a:lnTo>
                <a:lnTo>
                  <a:pt x="2378" y="15893"/>
                </a:lnTo>
                <a:lnTo>
                  <a:pt x="1525" y="13677"/>
                </a:lnTo>
                <a:lnTo>
                  <a:pt x="734" y="11267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B6C2C9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0" name="contour_09828"/>
          <p:cNvSpPr/>
          <p:nvPr/>
        </p:nvSpPr>
        <p:spPr>
          <a:xfrm>
            <a:off x="11721412" y="1297262"/>
            <a:ext cx="2991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14" y="0"/>
                </a:moveTo>
                <a:lnTo>
                  <a:pt x="8940" y="0"/>
                </a:lnTo>
                <a:lnTo>
                  <a:pt x="12076" y="0"/>
                </a:lnTo>
                <a:lnTo>
                  <a:pt x="15223" y="0"/>
                </a:lnTo>
                <a:lnTo>
                  <a:pt x="18396" y="0"/>
                </a:lnTo>
                <a:lnTo>
                  <a:pt x="21600" y="0"/>
                </a:ln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18622" y="20921"/>
                </a:lnTo>
                <a:lnTo>
                  <a:pt x="15644" y="20242"/>
                </a:lnTo>
                <a:lnTo>
                  <a:pt x="12655" y="19560"/>
                </a:lnTo>
                <a:lnTo>
                  <a:pt x="9656" y="18876"/>
                </a:lnTo>
                <a:lnTo>
                  <a:pt x="6640" y="18187"/>
                </a:lnTo>
                <a:lnTo>
                  <a:pt x="3610" y="17496"/>
                </a:lnTo>
                <a:lnTo>
                  <a:pt x="552" y="16800"/>
                </a:lnTo>
                <a:lnTo>
                  <a:pt x="179" y="15034"/>
                </a:lnTo>
                <a:lnTo>
                  <a:pt x="0" y="13714"/>
                </a:lnTo>
                <a:lnTo>
                  <a:pt x="37" y="12605"/>
                </a:lnTo>
                <a:lnTo>
                  <a:pt x="337" y="11460"/>
                </a:lnTo>
                <a:lnTo>
                  <a:pt x="937" y="10039"/>
                </a:lnTo>
                <a:lnTo>
                  <a:pt x="1868" y="8100"/>
                </a:lnTo>
                <a:lnTo>
                  <a:pt x="2547" y="6583"/>
                </a:lnTo>
                <a:lnTo>
                  <a:pt x="3231" y="5054"/>
                </a:lnTo>
                <a:lnTo>
                  <a:pt x="3925" y="3506"/>
                </a:lnTo>
                <a:lnTo>
                  <a:pt x="4204" y="2990"/>
                </a:lnTo>
                <a:lnTo>
                  <a:pt x="4694" y="2081"/>
                </a:lnTo>
                <a:lnTo>
                  <a:pt x="5814" y="0"/>
                </a:lnTo>
                <a:close/>
              </a:path>
            </a:pathLst>
          </a:custGeom>
          <a:solidFill>
            <a:srgbClr val="C4CBC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1" name="contour_09829"/>
          <p:cNvSpPr/>
          <p:nvPr/>
        </p:nvSpPr>
        <p:spPr>
          <a:xfrm>
            <a:off x="855782" y="1289974"/>
            <a:ext cx="51038" cy="576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2" y="0"/>
                </a:moveTo>
                <a:lnTo>
                  <a:pt x="17282" y="576"/>
                </a:lnTo>
                <a:lnTo>
                  <a:pt x="18543" y="1054"/>
                </a:lnTo>
                <a:lnTo>
                  <a:pt x="19786" y="1688"/>
                </a:lnTo>
                <a:lnTo>
                  <a:pt x="21591" y="2731"/>
                </a:lnTo>
                <a:lnTo>
                  <a:pt x="21600" y="4586"/>
                </a:lnTo>
                <a:lnTo>
                  <a:pt x="21461" y="6422"/>
                </a:lnTo>
                <a:lnTo>
                  <a:pt x="21181" y="8232"/>
                </a:lnTo>
                <a:lnTo>
                  <a:pt x="20767" y="10022"/>
                </a:lnTo>
                <a:lnTo>
                  <a:pt x="20231" y="11783"/>
                </a:lnTo>
                <a:lnTo>
                  <a:pt x="19580" y="13518"/>
                </a:lnTo>
                <a:lnTo>
                  <a:pt x="18821" y="15225"/>
                </a:lnTo>
                <a:lnTo>
                  <a:pt x="17967" y="16897"/>
                </a:lnTo>
                <a:lnTo>
                  <a:pt x="17026" y="18538"/>
                </a:lnTo>
                <a:lnTo>
                  <a:pt x="16002" y="20144"/>
                </a:lnTo>
                <a:lnTo>
                  <a:pt x="13713" y="21092"/>
                </a:lnTo>
                <a:lnTo>
                  <a:pt x="11866" y="21548"/>
                </a:lnTo>
                <a:lnTo>
                  <a:pt x="10138" y="21600"/>
                </a:lnTo>
                <a:lnTo>
                  <a:pt x="8217" y="21332"/>
                </a:lnTo>
                <a:lnTo>
                  <a:pt x="5783" y="20827"/>
                </a:lnTo>
                <a:lnTo>
                  <a:pt x="3874" y="20264"/>
                </a:lnTo>
                <a:lnTo>
                  <a:pt x="1949" y="19696"/>
                </a:lnTo>
                <a:lnTo>
                  <a:pt x="0" y="19120"/>
                </a:lnTo>
                <a:lnTo>
                  <a:pt x="2039" y="19120"/>
                </a:lnTo>
                <a:lnTo>
                  <a:pt x="4090" y="19120"/>
                </a:lnTo>
                <a:lnTo>
                  <a:pt x="6169" y="19120"/>
                </a:lnTo>
                <a:lnTo>
                  <a:pt x="5558" y="17497"/>
                </a:lnTo>
                <a:lnTo>
                  <a:pt x="4944" y="15869"/>
                </a:lnTo>
                <a:lnTo>
                  <a:pt x="4330" y="14236"/>
                </a:lnTo>
                <a:lnTo>
                  <a:pt x="3711" y="12589"/>
                </a:lnTo>
                <a:lnTo>
                  <a:pt x="3084" y="10926"/>
                </a:lnTo>
                <a:lnTo>
                  <a:pt x="4423" y="10773"/>
                </a:lnTo>
                <a:lnTo>
                  <a:pt x="5783" y="10617"/>
                </a:lnTo>
                <a:lnTo>
                  <a:pt x="7813" y="10284"/>
                </a:lnTo>
                <a:lnTo>
                  <a:pt x="9756" y="9915"/>
                </a:lnTo>
                <a:lnTo>
                  <a:pt x="11650" y="9470"/>
                </a:lnTo>
                <a:lnTo>
                  <a:pt x="13525" y="8910"/>
                </a:lnTo>
                <a:lnTo>
                  <a:pt x="15422" y="8194"/>
                </a:lnTo>
                <a:lnTo>
                  <a:pt x="15792" y="6080"/>
                </a:lnTo>
                <a:lnTo>
                  <a:pt x="15977" y="4597"/>
                </a:lnTo>
                <a:lnTo>
                  <a:pt x="15977" y="3351"/>
                </a:lnTo>
                <a:lnTo>
                  <a:pt x="15792" y="1950"/>
                </a:lnTo>
                <a:lnTo>
                  <a:pt x="15422" y="0"/>
                </a:lnTo>
                <a:close/>
              </a:path>
            </a:pathLst>
          </a:custGeom>
          <a:solidFill>
            <a:srgbClr val="9A989A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2" name="contour_09830"/>
          <p:cNvSpPr/>
          <p:nvPr/>
        </p:nvSpPr>
        <p:spPr>
          <a:xfrm>
            <a:off x="11350489" y="1297262"/>
            <a:ext cx="1166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50" y="0"/>
                </a:moveTo>
                <a:lnTo>
                  <a:pt x="12953" y="475"/>
                </a:lnTo>
                <a:lnTo>
                  <a:pt x="13755" y="977"/>
                </a:lnTo>
                <a:lnTo>
                  <a:pt x="14556" y="1490"/>
                </a:lnTo>
                <a:lnTo>
                  <a:pt x="15356" y="2025"/>
                </a:lnTo>
                <a:lnTo>
                  <a:pt x="16251" y="2592"/>
                </a:lnTo>
                <a:lnTo>
                  <a:pt x="17160" y="3164"/>
                </a:lnTo>
                <a:lnTo>
                  <a:pt x="17905" y="4158"/>
                </a:lnTo>
                <a:lnTo>
                  <a:pt x="18484" y="5135"/>
                </a:lnTo>
                <a:lnTo>
                  <a:pt x="19020" y="6469"/>
                </a:lnTo>
                <a:lnTo>
                  <a:pt x="19636" y="8516"/>
                </a:lnTo>
                <a:lnTo>
                  <a:pt x="20454" y="11637"/>
                </a:lnTo>
                <a:lnTo>
                  <a:pt x="21600" y="16200"/>
                </a:lnTo>
                <a:lnTo>
                  <a:pt x="21153" y="16313"/>
                </a:lnTo>
                <a:lnTo>
                  <a:pt x="20737" y="16416"/>
                </a:lnTo>
                <a:lnTo>
                  <a:pt x="20339" y="16513"/>
                </a:lnTo>
                <a:lnTo>
                  <a:pt x="19950" y="16610"/>
                </a:lnTo>
                <a:lnTo>
                  <a:pt x="19559" y="16708"/>
                </a:lnTo>
                <a:lnTo>
                  <a:pt x="19155" y="16810"/>
                </a:lnTo>
                <a:lnTo>
                  <a:pt x="18727" y="16918"/>
                </a:lnTo>
                <a:lnTo>
                  <a:pt x="18265" y="17032"/>
                </a:lnTo>
                <a:lnTo>
                  <a:pt x="17759" y="17161"/>
                </a:lnTo>
                <a:lnTo>
                  <a:pt x="17198" y="17302"/>
                </a:lnTo>
                <a:lnTo>
                  <a:pt x="16569" y="17458"/>
                </a:lnTo>
                <a:lnTo>
                  <a:pt x="15864" y="17636"/>
                </a:lnTo>
                <a:lnTo>
                  <a:pt x="15073" y="17831"/>
                </a:lnTo>
                <a:lnTo>
                  <a:pt x="14182" y="18052"/>
                </a:lnTo>
                <a:lnTo>
                  <a:pt x="13183" y="18306"/>
                </a:lnTo>
                <a:lnTo>
                  <a:pt x="12065" y="18581"/>
                </a:lnTo>
                <a:lnTo>
                  <a:pt x="10816" y="18895"/>
                </a:lnTo>
                <a:lnTo>
                  <a:pt x="9427" y="19246"/>
                </a:lnTo>
                <a:lnTo>
                  <a:pt x="7887" y="19629"/>
                </a:lnTo>
                <a:lnTo>
                  <a:pt x="6184" y="20056"/>
                </a:lnTo>
                <a:lnTo>
                  <a:pt x="4311" y="20520"/>
                </a:lnTo>
                <a:lnTo>
                  <a:pt x="2252" y="21038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432" y="10606"/>
                </a:lnTo>
                <a:lnTo>
                  <a:pt x="828" y="10433"/>
                </a:lnTo>
                <a:lnTo>
                  <a:pt x="1216" y="10260"/>
                </a:lnTo>
                <a:lnTo>
                  <a:pt x="1635" y="10071"/>
                </a:lnTo>
                <a:lnTo>
                  <a:pt x="2114" y="9860"/>
                </a:lnTo>
                <a:lnTo>
                  <a:pt x="2689" y="9607"/>
                </a:lnTo>
                <a:lnTo>
                  <a:pt x="3391" y="9293"/>
                </a:lnTo>
                <a:lnTo>
                  <a:pt x="4255" y="8910"/>
                </a:lnTo>
                <a:lnTo>
                  <a:pt x="5312" y="8440"/>
                </a:lnTo>
                <a:lnTo>
                  <a:pt x="6597" y="7868"/>
                </a:lnTo>
                <a:lnTo>
                  <a:pt x="8143" y="7182"/>
                </a:lnTo>
                <a:lnTo>
                  <a:pt x="9983" y="6361"/>
                </a:lnTo>
                <a:lnTo>
                  <a:pt x="12150" y="5400"/>
                </a:lnTo>
                <a:lnTo>
                  <a:pt x="12150" y="2722"/>
                </a:lnTo>
                <a:lnTo>
                  <a:pt x="12150" y="0"/>
                </a:lnTo>
                <a:close/>
              </a:path>
            </a:pathLst>
          </a:custGeom>
          <a:solidFill>
            <a:srgbClr val="C2D4E0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3" name="contour_09831"/>
          <p:cNvSpPr/>
          <p:nvPr/>
        </p:nvSpPr>
        <p:spPr>
          <a:xfrm>
            <a:off x="8005301" y="1232268"/>
            <a:ext cx="94744" cy="227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339"/>
                </a:moveTo>
                <a:lnTo>
                  <a:pt x="21266" y="10393"/>
                </a:lnTo>
                <a:lnTo>
                  <a:pt x="20982" y="13182"/>
                </a:lnTo>
                <a:lnTo>
                  <a:pt x="20590" y="16000"/>
                </a:lnTo>
                <a:lnTo>
                  <a:pt x="19938" y="20150"/>
                </a:lnTo>
                <a:lnTo>
                  <a:pt x="18732" y="21054"/>
                </a:lnTo>
                <a:lnTo>
                  <a:pt x="17858" y="21496"/>
                </a:lnTo>
                <a:lnTo>
                  <a:pt x="16895" y="21600"/>
                </a:lnTo>
                <a:lnTo>
                  <a:pt x="15414" y="21496"/>
                </a:lnTo>
                <a:lnTo>
                  <a:pt x="14519" y="21455"/>
                </a:lnTo>
                <a:lnTo>
                  <a:pt x="13618" y="21407"/>
                </a:lnTo>
                <a:lnTo>
                  <a:pt x="12704" y="21365"/>
                </a:lnTo>
                <a:lnTo>
                  <a:pt x="11767" y="21248"/>
                </a:lnTo>
                <a:lnTo>
                  <a:pt x="10823" y="21130"/>
                </a:lnTo>
                <a:lnTo>
                  <a:pt x="9866" y="21013"/>
                </a:lnTo>
                <a:lnTo>
                  <a:pt x="9446" y="20985"/>
                </a:lnTo>
                <a:lnTo>
                  <a:pt x="8705" y="20937"/>
                </a:lnTo>
                <a:lnTo>
                  <a:pt x="7007" y="20827"/>
                </a:lnTo>
                <a:lnTo>
                  <a:pt x="5839" y="20737"/>
                </a:lnTo>
                <a:lnTo>
                  <a:pt x="4671" y="20640"/>
                </a:lnTo>
                <a:lnTo>
                  <a:pt x="3504" y="20530"/>
                </a:lnTo>
                <a:lnTo>
                  <a:pt x="2336" y="20412"/>
                </a:lnTo>
                <a:lnTo>
                  <a:pt x="1168" y="20288"/>
                </a:lnTo>
                <a:lnTo>
                  <a:pt x="0" y="20150"/>
                </a:lnTo>
                <a:lnTo>
                  <a:pt x="394" y="16159"/>
                </a:lnTo>
                <a:lnTo>
                  <a:pt x="698" y="13390"/>
                </a:lnTo>
                <a:lnTo>
                  <a:pt x="1068" y="10545"/>
                </a:lnTo>
                <a:lnTo>
                  <a:pt x="1662" y="6339"/>
                </a:lnTo>
                <a:lnTo>
                  <a:pt x="2740" y="5214"/>
                </a:lnTo>
                <a:lnTo>
                  <a:pt x="3785" y="4240"/>
                </a:lnTo>
                <a:lnTo>
                  <a:pt x="4813" y="3404"/>
                </a:lnTo>
                <a:lnTo>
                  <a:pt x="5847" y="2686"/>
                </a:lnTo>
                <a:lnTo>
                  <a:pt x="6900" y="2092"/>
                </a:lnTo>
                <a:lnTo>
                  <a:pt x="7995" y="1588"/>
                </a:lnTo>
                <a:lnTo>
                  <a:pt x="8898" y="1167"/>
                </a:lnTo>
                <a:lnTo>
                  <a:pt x="9813" y="746"/>
                </a:lnTo>
                <a:lnTo>
                  <a:pt x="11076" y="318"/>
                </a:lnTo>
                <a:lnTo>
                  <a:pt x="12295" y="62"/>
                </a:lnTo>
                <a:lnTo>
                  <a:pt x="13482" y="0"/>
                </a:lnTo>
                <a:lnTo>
                  <a:pt x="14641" y="145"/>
                </a:lnTo>
                <a:lnTo>
                  <a:pt x="15788" y="518"/>
                </a:lnTo>
                <a:lnTo>
                  <a:pt x="16926" y="1132"/>
                </a:lnTo>
                <a:lnTo>
                  <a:pt x="18068" y="2003"/>
                </a:lnTo>
                <a:lnTo>
                  <a:pt x="19221" y="3156"/>
                </a:lnTo>
                <a:lnTo>
                  <a:pt x="20395" y="4592"/>
                </a:lnTo>
                <a:lnTo>
                  <a:pt x="21600" y="6339"/>
                </a:lnTo>
                <a:close/>
              </a:path>
            </a:pathLst>
          </a:custGeom>
          <a:solidFill>
            <a:srgbClr val="E4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4" name="contour_09832"/>
          <p:cNvSpPr/>
          <p:nvPr/>
        </p:nvSpPr>
        <p:spPr>
          <a:xfrm>
            <a:off x="5797040" y="940151"/>
            <a:ext cx="102032" cy="426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34" y="0"/>
                </a:lnTo>
                <a:lnTo>
                  <a:pt x="20560" y="0"/>
                </a:lnTo>
                <a:lnTo>
                  <a:pt x="21600" y="0"/>
                </a:lnTo>
                <a:lnTo>
                  <a:pt x="21418" y="2548"/>
                </a:lnTo>
                <a:lnTo>
                  <a:pt x="21245" y="4398"/>
                </a:lnTo>
                <a:lnTo>
                  <a:pt x="21011" y="6082"/>
                </a:lnTo>
                <a:lnTo>
                  <a:pt x="20640" y="8132"/>
                </a:lnTo>
                <a:lnTo>
                  <a:pt x="20057" y="11079"/>
                </a:lnTo>
                <a:lnTo>
                  <a:pt x="19158" y="12379"/>
                </a:lnTo>
                <a:lnTo>
                  <a:pt x="18241" y="13512"/>
                </a:lnTo>
                <a:lnTo>
                  <a:pt x="17308" y="14513"/>
                </a:lnTo>
                <a:lnTo>
                  <a:pt x="16357" y="15411"/>
                </a:lnTo>
                <a:lnTo>
                  <a:pt x="15390" y="16234"/>
                </a:lnTo>
                <a:lnTo>
                  <a:pt x="14406" y="17010"/>
                </a:lnTo>
                <a:lnTo>
                  <a:pt x="13404" y="17770"/>
                </a:lnTo>
                <a:lnTo>
                  <a:pt x="12496" y="18583"/>
                </a:lnTo>
                <a:lnTo>
                  <a:pt x="11575" y="19410"/>
                </a:lnTo>
                <a:lnTo>
                  <a:pt x="10453" y="20252"/>
                </a:lnTo>
                <a:lnTo>
                  <a:pt x="9416" y="20909"/>
                </a:lnTo>
                <a:lnTo>
                  <a:pt x="8443" y="21367"/>
                </a:lnTo>
                <a:lnTo>
                  <a:pt x="7509" y="21600"/>
                </a:lnTo>
                <a:lnTo>
                  <a:pt x="6593" y="21593"/>
                </a:lnTo>
                <a:lnTo>
                  <a:pt x="5670" y="21319"/>
                </a:lnTo>
                <a:lnTo>
                  <a:pt x="4718" y="20769"/>
                </a:lnTo>
                <a:lnTo>
                  <a:pt x="3714" y="19912"/>
                </a:lnTo>
                <a:lnTo>
                  <a:pt x="2634" y="18738"/>
                </a:lnTo>
                <a:lnTo>
                  <a:pt x="1747" y="17453"/>
                </a:lnTo>
                <a:lnTo>
                  <a:pt x="867" y="16134"/>
                </a:lnTo>
                <a:lnTo>
                  <a:pt x="0" y="14772"/>
                </a:lnTo>
                <a:lnTo>
                  <a:pt x="761" y="14295"/>
                </a:lnTo>
                <a:lnTo>
                  <a:pt x="1534" y="13812"/>
                </a:lnTo>
                <a:lnTo>
                  <a:pt x="2513" y="13195"/>
                </a:lnTo>
                <a:lnTo>
                  <a:pt x="3493" y="12574"/>
                </a:lnTo>
                <a:lnTo>
                  <a:pt x="4473" y="11954"/>
                </a:lnTo>
                <a:lnTo>
                  <a:pt x="5452" y="11334"/>
                </a:lnTo>
                <a:lnTo>
                  <a:pt x="6432" y="10710"/>
                </a:lnTo>
                <a:lnTo>
                  <a:pt x="7410" y="10085"/>
                </a:lnTo>
                <a:lnTo>
                  <a:pt x="8390" y="9461"/>
                </a:lnTo>
                <a:lnTo>
                  <a:pt x="9188" y="8966"/>
                </a:lnTo>
                <a:lnTo>
                  <a:pt x="9990" y="8464"/>
                </a:lnTo>
                <a:lnTo>
                  <a:pt x="10803" y="7955"/>
                </a:lnTo>
                <a:lnTo>
                  <a:pt x="11565" y="7467"/>
                </a:lnTo>
                <a:lnTo>
                  <a:pt x="12331" y="6976"/>
                </a:lnTo>
                <a:lnTo>
                  <a:pt x="13108" y="6477"/>
                </a:lnTo>
                <a:lnTo>
                  <a:pt x="13639" y="6141"/>
                </a:lnTo>
                <a:lnTo>
                  <a:pt x="15239" y="5129"/>
                </a:lnTo>
                <a:lnTo>
                  <a:pt x="16265" y="4239"/>
                </a:lnTo>
                <a:lnTo>
                  <a:pt x="16948" y="3412"/>
                </a:lnTo>
                <a:lnTo>
                  <a:pt x="17595" y="2157"/>
                </a:lnTo>
                <a:lnTo>
                  <a:pt x="18514" y="0"/>
                </a:lnTo>
                <a:close/>
              </a:path>
            </a:pathLst>
          </a:custGeom>
          <a:solidFill>
            <a:srgbClr val="B6BDBE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5" name="contour_09833"/>
          <p:cNvSpPr/>
          <p:nvPr/>
        </p:nvSpPr>
        <p:spPr>
          <a:xfrm>
            <a:off x="4848894" y="823091"/>
            <a:ext cx="31550" cy="51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67" y="0"/>
                </a:moveTo>
                <a:lnTo>
                  <a:pt x="15637" y="61"/>
                </a:lnTo>
                <a:lnTo>
                  <a:pt x="18027" y="125"/>
                </a:lnTo>
                <a:lnTo>
                  <a:pt x="20442" y="187"/>
                </a:lnTo>
                <a:lnTo>
                  <a:pt x="20802" y="2261"/>
                </a:lnTo>
                <a:lnTo>
                  <a:pt x="21116" y="4310"/>
                </a:lnTo>
                <a:lnTo>
                  <a:pt x="21365" y="6344"/>
                </a:lnTo>
                <a:lnTo>
                  <a:pt x="21535" y="8373"/>
                </a:lnTo>
                <a:lnTo>
                  <a:pt x="21600" y="10392"/>
                </a:lnTo>
                <a:lnTo>
                  <a:pt x="21545" y="12417"/>
                </a:lnTo>
                <a:lnTo>
                  <a:pt x="21346" y="14445"/>
                </a:lnTo>
                <a:lnTo>
                  <a:pt x="20986" y="16485"/>
                </a:lnTo>
                <a:lnTo>
                  <a:pt x="20442" y="18541"/>
                </a:lnTo>
                <a:lnTo>
                  <a:pt x="17294" y="19706"/>
                </a:lnTo>
                <a:lnTo>
                  <a:pt x="14146" y="20532"/>
                </a:lnTo>
                <a:lnTo>
                  <a:pt x="10942" y="21074"/>
                </a:lnTo>
                <a:lnTo>
                  <a:pt x="7634" y="21392"/>
                </a:lnTo>
                <a:lnTo>
                  <a:pt x="4166" y="21548"/>
                </a:lnTo>
                <a:lnTo>
                  <a:pt x="484" y="21600"/>
                </a:lnTo>
                <a:lnTo>
                  <a:pt x="409" y="19804"/>
                </a:lnTo>
                <a:lnTo>
                  <a:pt x="339" y="18009"/>
                </a:lnTo>
                <a:lnTo>
                  <a:pt x="279" y="16210"/>
                </a:lnTo>
                <a:lnTo>
                  <a:pt x="225" y="14414"/>
                </a:lnTo>
                <a:lnTo>
                  <a:pt x="175" y="12616"/>
                </a:lnTo>
                <a:lnTo>
                  <a:pt x="115" y="10948"/>
                </a:lnTo>
                <a:lnTo>
                  <a:pt x="55" y="9266"/>
                </a:lnTo>
                <a:lnTo>
                  <a:pt x="0" y="7562"/>
                </a:lnTo>
                <a:lnTo>
                  <a:pt x="519" y="4827"/>
                </a:lnTo>
                <a:lnTo>
                  <a:pt x="1482" y="2851"/>
                </a:lnTo>
                <a:lnTo>
                  <a:pt x="3069" y="1508"/>
                </a:lnTo>
                <a:lnTo>
                  <a:pt x="5444" y="667"/>
                </a:lnTo>
                <a:lnTo>
                  <a:pt x="8787" y="208"/>
                </a:lnTo>
                <a:lnTo>
                  <a:pt x="13267" y="0"/>
                </a:lnTo>
                <a:close/>
              </a:path>
            </a:pathLst>
          </a:custGeom>
          <a:solidFill>
            <a:srgbClr val="949494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6" name="contour_09834"/>
          <p:cNvSpPr/>
          <p:nvPr/>
        </p:nvSpPr>
        <p:spPr>
          <a:xfrm>
            <a:off x="4448762" y="473719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06" y="146"/>
                </a:lnTo>
                <a:lnTo>
                  <a:pt x="7548" y="300"/>
                </a:lnTo>
                <a:lnTo>
                  <a:pt x="8782" y="559"/>
                </a:lnTo>
                <a:lnTo>
                  <a:pt x="10651" y="1012"/>
                </a:lnTo>
                <a:lnTo>
                  <a:pt x="11431" y="1196"/>
                </a:lnTo>
                <a:lnTo>
                  <a:pt x="13790" y="1750"/>
                </a:lnTo>
                <a:lnTo>
                  <a:pt x="15490" y="2295"/>
                </a:lnTo>
                <a:lnTo>
                  <a:pt x="17086" y="2867"/>
                </a:lnTo>
                <a:lnTo>
                  <a:pt x="18614" y="3532"/>
                </a:lnTo>
                <a:lnTo>
                  <a:pt x="20107" y="4355"/>
                </a:lnTo>
                <a:lnTo>
                  <a:pt x="21600" y="5400"/>
                </a:lnTo>
                <a:lnTo>
                  <a:pt x="21600" y="7185"/>
                </a:lnTo>
                <a:lnTo>
                  <a:pt x="21600" y="8980"/>
                </a:lnTo>
                <a:lnTo>
                  <a:pt x="21600" y="10800"/>
                </a:lnTo>
                <a:lnTo>
                  <a:pt x="20162" y="10611"/>
                </a:lnTo>
                <a:lnTo>
                  <a:pt x="18703" y="10419"/>
                </a:lnTo>
                <a:lnTo>
                  <a:pt x="15643" y="10190"/>
                </a:lnTo>
                <a:lnTo>
                  <a:pt x="13229" y="10041"/>
                </a:lnTo>
                <a:lnTo>
                  <a:pt x="11340" y="9998"/>
                </a:lnTo>
                <a:lnTo>
                  <a:pt x="9866" y="10082"/>
                </a:lnTo>
                <a:lnTo>
                  <a:pt x="8690" y="10314"/>
                </a:lnTo>
                <a:lnTo>
                  <a:pt x="7694" y="10722"/>
                </a:lnTo>
                <a:lnTo>
                  <a:pt x="6766" y="11324"/>
                </a:lnTo>
                <a:lnTo>
                  <a:pt x="5786" y="12145"/>
                </a:lnTo>
                <a:lnTo>
                  <a:pt x="4642" y="13206"/>
                </a:lnTo>
                <a:lnTo>
                  <a:pt x="3780" y="14564"/>
                </a:lnTo>
                <a:lnTo>
                  <a:pt x="2954" y="15925"/>
                </a:lnTo>
                <a:lnTo>
                  <a:pt x="2167" y="17299"/>
                </a:lnTo>
                <a:lnTo>
                  <a:pt x="1414" y="18695"/>
                </a:lnTo>
                <a:lnTo>
                  <a:pt x="691" y="20126"/>
                </a:lnTo>
                <a:lnTo>
                  <a:pt x="0" y="21600"/>
                </a:lnTo>
                <a:lnTo>
                  <a:pt x="204" y="19742"/>
                </a:lnTo>
                <a:lnTo>
                  <a:pt x="413" y="17888"/>
                </a:lnTo>
                <a:lnTo>
                  <a:pt x="624" y="16030"/>
                </a:lnTo>
                <a:lnTo>
                  <a:pt x="835" y="14175"/>
                </a:lnTo>
                <a:lnTo>
                  <a:pt x="1051" y="12317"/>
                </a:lnTo>
                <a:lnTo>
                  <a:pt x="1246" y="10592"/>
                </a:lnTo>
                <a:lnTo>
                  <a:pt x="1442" y="8856"/>
                </a:lnTo>
                <a:lnTo>
                  <a:pt x="1642" y="7098"/>
                </a:lnTo>
                <a:lnTo>
                  <a:pt x="2030" y="4930"/>
                </a:lnTo>
                <a:lnTo>
                  <a:pt x="2390" y="3478"/>
                </a:lnTo>
                <a:lnTo>
                  <a:pt x="2870" y="2398"/>
                </a:lnTo>
                <a:lnTo>
                  <a:pt x="3622" y="1353"/>
                </a:lnTo>
                <a:lnTo>
                  <a:pt x="4800" y="0"/>
                </a:lnTo>
                <a:close/>
              </a:path>
            </a:pathLst>
          </a:custGeom>
          <a:solidFill>
            <a:srgbClr val="A3A3A3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7" name="contour_09835"/>
          <p:cNvSpPr/>
          <p:nvPr/>
        </p:nvSpPr>
        <p:spPr>
          <a:xfrm>
            <a:off x="7568022" y="6062297"/>
            <a:ext cx="6559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751"/>
                </a:moveTo>
                <a:lnTo>
                  <a:pt x="6730" y="250"/>
                </a:lnTo>
                <a:lnTo>
                  <a:pt x="8069" y="0"/>
                </a:lnTo>
                <a:lnTo>
                  <a:pt x="9163" y="0"/>
                </a:lnTo>
                <a:lnTo>
                  <a:pt x="10358" y="250"/>
                </a:lnTo>
                <a:lnTo>
                  <a:pt x="12000" y="751"/>
                </a:lnTo>
                <a:lnTo>
                  <a:pt x="12000" y="3507"/>
                </a:lnTo>
                <a:lnTo>
                  <a:pt x="12000" y="6280"/>
                </a:lnTo>
                <a:lnTo>
                  <a:pt x="12000" y="9090"/>
                </a:lnTo>
                <a:lnTo>
                  <a:pt x="13586" y="9090"/>
                </a:lnTo>
                <a:lnTo>
                  <a:pt x="15182" y="9090"/>
                </a:lnTo>
                <a:lnTo>
                  <a:pt x="16800" y="9090"/>
                </a:lnTo>
                <a:lnTo>
                  <a:pt x="17681" y="6613"/>
                </a:lnTo>
                <a:lnTo>
                  <a:pt x="18226" y="4920"/>
                </a:lnTo>
                <a:lnTo>
                  <a:pt x="18655" y="3227"/>
                </a:lnTo>
                <a:lnTo>
                  <a:pt x="19200" y="751"/>
                </a:lnTo>
                <a:lnTo>
                  <a:pt x="19596" y="3503"/>
                </a:lnTo>
                <a:lnTo>
                  <a:pt x="19992" y="6259"/>
                </a:lnTo>
                <a:lnTo>
                  <a:pt x="20390" y="9028"/>
                </a:lnTo>
                <a:lnTo>
                  <a:pt x="20791" y="11809"/>
                </a:lnTo>
                <a:lnTo>
                  <a:pt x="21194" y="14607"/>
                </a:lnTo>
                <a:lnTo>
                  <a:pt x="21600" y="17430"/>
                </a:lnTo>
                <a:lnTo>
                  <a:pt x="20016" y="18118"/>
                </a:lnTo>
                <a:lnTo>
                  <a:pt x="18430" y="18806"/>
                </a:lnTo>
                <a:lnTo>
                  <a:pt x="16836" y="19498"/>
                </a:lnTo>
                <a:lnTo>
                  <a:pt x="15235" y="20195"/>
                </a:lnTo>
                <a:lnTo>
                  <a:pt x="13625" y="20895"/>
                </a:lnTo>
                <a:lnTo>
                  <a:pt x="12000" y="21600"/>
                </a:lnTo>
                <a:lnTo>
                  <a:pt x="12000" y="18844"/>
                </a:lnTo>
                <a:lnTo>
                  <a:pt x="12000" y="16071"/>
                </a:lnTo>
                <a:lnTo>
                  <a:pt x="12000" y="13260"/>
                </a:lnTo>
                <a:lnTo>
                  <a:pt x="10514" y="13777"/>
                </a:lnTo>
                <a:lnTo>
                  <a:pt x="9029" y="14294"/>
                </a:lnTo>
                <a:lnTo>
                  <a:pt x="7538" y="14811"/>
                </a:lnTo>
                <a:lnTo>
                  <a:pt x="6046" y="15328"/>
                </a:lnTo>
                <a:lnTo>
                  <a:pt x="4546" y="15850"/>
                </a:lnTo>
                <a:lnTo>
                  <a:pt x="3038" y="16375"/>
                </a:lnTo>
                <a:lnTo>
                  <a:pt x="1524" y="16901"/>
                </a:lnTo>
                <a:lnTo>
                  <a:pt x="0" y="17430"/>
                </a:lnTo>
                <a:lnTo>
                  <a:pt x="1022" y="13064"/>
                </a:lnTo>
                <a:lnTo>
                  <a:pt x="1795" y="9845"/>
                </a:lnTo>
                <a:lnTo>
                  <a:pt x="2398" y="7481"/>
                </a:lnTo>
                <a:lnTo>
                  <a:pt x="2914" y="5684"/>
                </a:lnTo>
                <a:lnTo>
                  <a:pt x="3432" y="4153"/>
                </a:lnTo>
                <a:lnTo>
                  <a:pt x="4032" y="2606"/>
                </a:lnTo>
                <a:lnTo>
                  <a:pt x="4800" y="751"/>
                </a:lnTo>
                <a:close/>
              </a:path>
            </a:pathLst>
          </a:custGeom>
          <a:solidFill>
            <a:srgbClr val="EBE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8" name="contour_09836"/>
          <p:cNvSpPr/>
          <p:nvPr/>
        </p:nvSpPr>
        <p:spPr>
          <a:xfrm>
            <a:off x="4077074" y="600530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8046" y="1481"/>
                </a:lnTo>
                <a:lnTo>
                  <a:pt x="11419" y="2657"/>
                </a:lnTo>
                <a:lnTo>
                  <a:pt x="13910" y="3629"/>
                </a:lnTo>
                <a:lnTo>
                  <a:pt x="15707" y="4511"/>
                </a:lnTo>
                <a:lnTo>
                  <a:pt x="17003" y="5415"/>
                </a:lnTo>
                <a:lnTo>
                  <a:pt x="17982" y="6446"/>
                </a:lnTo>
                <a:lnTo>
                  <a:pt x="18835" y="7714"/>
                </a:lnTo>
                <a:lnTo>
                  <a:pt x="19757" y="9328"/>
                </a:lnTo>
                <a:lnTo>
                  <a:pt x="20225" y="11035"/>
                </a:lnTo>
                <a:lnTo>
                  <a:pt x="20552" y="12364"/>
                </a:lnTo>
                <a:lnTo>
                  <a:pt x="20833" y="13759"/>
                </a:lnTo>
                <a:lnTo>
                  <a:pt x="21154" y="15663"/>
                </a:lnTo>
                <a:lnTo>
                  <a:pt x="21600" y="18514"/>
                </a:lnTo>
                <a:lnTo>
                  <a:pt x="19224" y="18854"/>
                </a:lnTo>
                <a:lnTo>
                  <a:pt x="16844" y="19193"/>
                </a:lnTo>
                <a:lnTo>
                  <a:pt x="14465" y="19533"/>
                </a:lnTo>
                <a:lnTo>
                  <a:pt x="12078" y="19875"/>
                </a:lnTo>
                <a:lnTo>
                  <a:pt x="9684" y="20218"/>
                </a:lnTo>
                <a:lnTo>
                  <a:pt x="7279" y="20560"/>
                </a:lnTo>
                <a:lnTo>
                  <a:pt x="4867" y="20906"/>
                </a:lnTo>
                <a:lnTo>
                  <a:pt x="2441" y="21251"/>
                </a:lnTo>
                <a:lnTo>
                  <a:pt x="0" y="21600"/>
                </a:lnTo>
                <a:lnTo>
                  <a:pt x="356" y="19462"/>
                </a:lnTo>
                <a:lnTo>
                  <a:pt x="713" y="17320"/>
                </a:lnTo>
                <a:lnTo>
                  <a:pt x="1069" y="15179"/>
                </a:lnTo>
                <a:lnTo>
                  <a:pt x="1429" y="13034"/>
                </a:lnTo>
                <a:lnTo>
                  <a:pt x="1786" y="10880"/>
                </a:lnTo>
                <a:lnTo>
                  <a:pt x="2146" y="8723"/>
                </a:lnTo>
                <a:lnTo>
                  <a:pt x="2506" y="6557"/>
                </a:lnTo>
                <a:lnTo>
                  <a:pt x="2869" y="4382"/>
                </a:lnTo>
                <a:lnTo>
                  <a:pt x="3233" y="2197"/>
                </a:lnTo>
                <a:lnTo>
                  <a:pt x="3600" y="0"/>
                </a:lnTo>
                <a:close/>
              </a:path>
            </a:pathLst>
          </a:custGeom>
          <a:solidFill>
            <a:srgbClr val="30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9839" name="contour_09837"/>
          <p:cNvSpPr/>
          <p:nvPr/>
        </p:nvSpPr>
        <p:spPr>
          <a:xfrm>
            <a:off x="4485201" y="6013723"/>
            <a:ext cx="65592" cy="498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66"/>
                </a:moveTo>
                <a:lnTo>
                  <a:pt x="20410" y="3578"/>
                </a:lnTo>
                <a:lnTo>
                  <a:pt x="19214" y="4497"/>
                </a:lnTo>
                <a:lnTo>
                  <a:pt x="18000" y="5428"/>
                </a:lnTo>
                <a:lnTo>
                  <a:pt x="17472" y="5951"/>
                </a:lnTo>
                <a:lnTo>
                  <a:pt x="16538" y="6870"/>
                </a:lnTo>
                <a:lnTo>
                  <a:pt x="14400" y="8978"/>
                </a:lnTo>
                <a:lnTo>
                  <a:pt x="14400" y="11063"/>
                </a:lnTo>
                <a:lnTo>
                  <a:pt x="14400" y="13162"/>
                </a:lnTo>
                <a:lnTo>
                  <a:pt x="14400" y="15289"/>
                </a:lnTo>
                <a:lnTo>
                  <a:pt x="12830" y="16469"/>
                </a:lnTo>
                <a:lnTo>
                  <a:pt x="11681" y="17230"/>
                </a:lnTo>
                <a:lnTo>
                  <a:pt x="10392" y="17911"/>
                </a:lnTo>
                <a:lnTo>
                  <a:pt x="8400" y="18839"/>
                </a:lnTo>
                <a:lnTo>
                  <a:pt x="6914" y="19524"/>
                </a:lnTo>
                <a:lnTo>
                  <a:pt x="5422" y="20208"/>
                </a:lnTo>
                <a:lnTo>
                  <a:pt x="3919" y="20899"/>
                </a:lnTo>
                <a:lnTo>
                  <a:pt x="2400" y="21600"/>
                </a:lnTo>
                <a:lnTo>
                  <a:pt x="2136" y="19517"/>
                </a:lnTo>
                <a:lnTo>
                  <a:pt x="1872" y="17431"/>
                </a:lnTo>
                <a:lnTo>
                  <a:pt x="1608" y="15346"/>
                </a:lnTo>
                <a:lnTo>
                  <a:pt x="1342" y="13253"/>
                </a:lnTo>
                <a:lnTo>
                  <a:pt x="1075" y="11155"/>
                </a:lnTo>
                <a:lnTo>
                  <a:pt x="809" y="9047"/>
                </a:lnTo>
                <a:lnTo>
                  <a:pt x="540" y="6933"/>
                </a:lnTo>
                <a:lnTo>
                  <a:pt x="271" y="4806"/>
                </a:lnTo>
                <a:lnTo>
                  <a:pt x="0" y="2666"/>
                </a:lnTo>
                <a:lnTo>
                  <a:pt x="1670" y="1691"/>
                </a:lnTo>
                <a:lnTo>
                  <a:pt x="3326" y="959"/>
                </a:lnTo>
                <a:lnTo>
                  <a:pt x="4968" y="448"/>
                </a:lnTo>
                <a:lnTo>
                  <a:pt x="6602" y="136"/>
                </a:lnTo>
                <a:lnTo>
                  <a:pt x="8234" y="0"/>
                </a:lnTo>
                <a:lnTo>
                  <a:pt x="9864" y="22"/>
                </a:lnTo>
                <a:lnTo>
                  <a:pt x="11498" y="177"/>
                </a:lnTo>
                <a:lnTo>
                  <a:pt x="13140" y="442"/>
                </a:lnTo>
                <a:lnTo>
                  <a:pt x="14794" y="795"/>
                </a:lnTo>
                <a:lnTo>
                  <a:pt x="16464" y="1218"/>
                </a:lnTo>
                <a:lnTo>
                  <a:pt x="18151" y="1685"/>
                </a:lnTo>
                <a:lnTo>
                  <a:pt x="19862" y="2174"/>
                </a:lnTo>
                <a:lnTo>
                  <a:pt x="21600" y="2666"/>
                </a:lnTo>
                <a:close/>
              </a:path>
            </a:pathLst>
          </a:custGeom>
          <a:solidFill>
            <a:srgbClr val="414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0" name="contour_09838"/>
          <p:cNvSpPr/>
          <p:nvPr/>
        </p:nvSpPr>
        <p:spPr>
          <a:xfrm>
            <a:off x="4507036" y="5990729"/>
            <a:ext cx="6562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" y="0"/>
                </a:moveTo>
                <a:lnTo>
                  <a:pt x="1593" y="0"/>
                </a:lnTo>
                <a:lnTo>
                  <a:pt x="3179" y="0"/>
                </a:lnTo>
                <a:lnTo>
                  <a:pt x="4771" y="0"/>
                </a:lnTo>
                <a:lnTo>
                  <a:pt x="6372" y="0"/>
                </a:lnTo>
                <a:lnTo>
                  <a:pt x="7981" y="0"/>
                </a:lnTo>
                <a:lnTo>
                  <a:pt x="9605" y="0"/>
                </a:lnTo>
                <a:lnTo>
                  <a:pt x="9605" y="2856"/>
                </a:lnTo>
                <a:lnTo>
                  <a:pt x="9605" y="5728"/>
                </a:lnTo>
                <a:lnTo>
                  <a:pt x="9605" y="8640"/>
                </a:lnTo>
                <a:lnTo>
                  <a:pt x="11174" y="9508"/>
                </a:lnTo>
                <a:lnTo>
                  <a:pt x="12323" y="10027"/>
                </a:lnTo>
                <a:lnTo>
                  <a:pt x="13612" y="10385"/>
                </a:lnTo>
                <a:lnTo>
                  <a:pt x="15603" y="10800"/>
                </a:lnTo>
                <a:lnTo>
                  <a:pt x="17594" y="11215"/>
                </a:lnTo>
                <a:lnTo>
                  <a:pt x="18882" y="11573"/>
                </a:lnTo>
                <a:lnTo>
                  <a:pt x="20031" y="12092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966" y="21462"/>
                </a:lnTo>
                <a:lnTo>
                  <a:pt x="18345" y="21306"/>
                </a:lnTo>
                <a:lnTo>
                  <a:pt x="16730" y="21125"/>
                </a:lnTo>
                <a:lnTo>
                  <a:pt x="15123" y="20913"/>
                </a:lnTo>
                <a:lnTo>
                  <a:pt x="13525" y="20667"/>
                </a:lnTo>
                <a:lnTo>
                  <a:pt x="11930" y="20373"/>
                </a:lnTo>
                <a:lnTo>
                  <a:pt x="10342" y="20032"/>
                </a:lnTo>
                <a:lnTo>
                  <a:pt x="8754" y="19626"/>
                </a:lnTo>
                <a:lnTo>
                  <a:pt x="7168" y="19159"/>
                </a:lnTo>
                <a:lnTo>
                  <a:pt x="5582" y="18615"/>
                </a:lnTo>
                <a:lnTo>
                  <a:pt x="3997" y="17993"/>
                </a:lnTo>
                <a:lnTo>
                  <a:pt x="2409" y="17280"/>
                </a:lnTo>
                <a:lnTo>
                  <a:pt x="1298" y="14424"/>
                </a:lnTo>
                <a:lnTo>
                  <a:pt x="593" y="11854"/>
                </a:lnTo>
                <a:lnTo>
                  <a:pt x="202" y="9344"/>
                </a:lnTo>
                <a:lnTo>
                  <a:pt x="34" y="6683"/>
                </a:lnTo>
                <a:lnTo>
                  <a:pt x="0" y="3642"/>
                </a:lnTo>
                <a:lnTo>
                  <a:pt x="10" y="0"/>
                </a:lnTo>
                <a:close/>
              </a:path>
            </a:pathLst>
          </a:custGeom>
          <a:solidFill>
            <a:srgbClr val="141516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1" name="contour_09839"/>
          <p:cNvSpPr/>
          <p:nvPr/>
        </p:nvSpPr>
        <p:spPr>
          <a:xfrm>
            <a:off x="4303002" y="5982916"/>
            <a:ext cx="72880" cy="734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4"/>
                </a:moveTo>
                <a:lnTo>
                  <a:pt x="21600" y="1572"/>
                </a:lnTo>
                <a:lnTo>
                  <a:pt x="21600" y="2998"/>
                </a:lnTo>
                <a:lnTo>
                  <a:pt x="21600" y="4444"/>
                </a:lnTo>
                <a:lnTo>
                  <a:pt x="20321" y="4978"/>
                </a:lnTo>
                <a:lnTo>
                  <a:pt x="19375" y="5323"/>
                </a:lnTo>
                <a:lnTo>
                  <a:pt x="18293" y="5632"/>
                </a:lnTo>
                <a:lnTo>
                  <a:pt x="16606" y="6052"/>
                </a:lnTo>
                <a:lnTo>
                  <a:pt x="14906" y="6702"/>
                </a:lnTo>
                <a:lnTo>
                  <a:pt x="13452" y="7405"/>
                </a:lnTo>
                <a:lnTo>
                  <a:pt x="12204" y="8179"/>
                </a:lnTo>
                <a:lnTo>
                  <a:pt x="11122" y="9046"/>
                </a:lnTo>
                <a:lnTo>
                  <a:pt x="10169" y="10024"/>
                </a:lnTo>
                <a:lnTo>
                  <a:pt x="9310" y="11132"/>
                </a:lnTo>
                <a:lnTo>
                  <a:pt x="8500" y="12389"/>
                </a:lnTo>
                <a:lnTo>
                  <a:pt x="7705" y="13817"/>
                </a:lnTo>
                <a:lnTo>
                  <a:pt x="6886" y="15434"/>
                </a:lnTo>
                <a:lnTo>
                  <a:pt x="6355" y="16659"/>
                </a:lnTo>
                <a:lnTo>
                  <a:pt x="5830" y="17888"/>
                </a:lnTo>
                <a:lnTo>
                  <a:pt x="5316" y="19121"/>
                </a:lnTo>
                <a:lnTo>
                  <a:pt x="4812" y="20358"/>
                </a:lnTo>
                <a:lnTo>
                  <a:pt x="4320" y="21600"/>
                </a:lnTo>
                <a:lnTo>
                  <a:pt x="3251" y="21068"/>
                </a:lnTo>
                <a:lnTo>
                  <a:pt x="2177" y="20536"/>
                </a:lnTo>
                <a:lnTo>
                  <a:pt x="1095" y="19998"/>
                </a:lnTo>
                <a:lnTo>
                  <a:pt x="0" y="19455"/>
                </a:lnTo>
                <a:lnTo>
                  <a:pt x="1089" y="16397"/>
                </a:lnTo>
                <a:lnTo>
                  <a:pt x="2035" y="13768"/>
                </a:lnTo>
                <a:lnTo>
                  <a:pt x="2860" y="11529"/>
                </a:lnTo>
                <a:lnTo>
                  <a:pt x="3590" y="9642"/>
                </a:lnTo>
                <a:lnTo>
                  <a:pt x="4247" y="8066"/>
                </a:lnTo>
                <a:lnTo>
                  <a:pt x="4856" y="6762"/>
                </a:lnTo>
                <a:lnTo>
                  <a:pt x="5439" y="5690"/>
                </a:lnTo>
                <a:lnTo>
                  <a:pt x="6020" y="4810"/>
                </a:lnTo>
                <a:lnTo>
                  <a:pt x="6625" y="4083"/>
                </a:lnTo>
                <a:lnTo>
                  <a:pt x="7273" y="3470"/>
                </a:lnTo>
                <a:lnTo>
                  <a:pt x="7992" y="2932"/>
                </a:lnTo>
                <a:lnTo>
                  <a:pt x="8804" y="2425"/>
                </a:lnTo>
                <a:lnTo>
                  <a:pt x="9733" y="1915"/>
                </a:lnTo>
                <a:lnTo>
                  <a:pt x="10800" y="1360"/>
                </a:lnTo>
                <a:lnTo>
                  <a:pt x="12146" y="924"/>
                </a:lnTo>
                <a:lnTo>
                  <a:pt x="13474" y="575"/>
                </a:lnTo>
                <a:lnTo>
                  <a:pt x="14794" y="313"/>
                </a:lnTo>
                <a:lnTo>
                  <a:pt x="16116" y="133"/>
                </a:lnTo>
                <a:lnTo>
                  <a:pt x="17448" y="30"/>
                </a:lnTo>
                <a:lnTo>
                  <a:pt x="18801" y="0"/>
                </a:lnTo>
                <a:lnTo>
                  <a:pt x="20181" y="43"/>
                </a:lnTo>
                <a:lnTo>
                  <a:pt x="21600" y="154"/>
                </a:lnTo>
                <a:close/>
              </a:path>
            </a:pathLst>
          </a:custGeom>
          <a:solidFill>
            <a:srgbClr val="6D6859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2" name="contour_09840"/>
          <p:cNvSpPr/>
          <p:nvPr/>
        </p:nvSpPr>
        <p:spPr>
          <a:xfrm>
            <a:off x="2211348" y="5968865"/>
            <a:ext cx="6657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81" y="0"/>
                </a:moveTo>
                <a:lnTo>
                  <a:pt x="21494" y="1766"/>
                </a:lnTo>
                <a:lnTo>
                  <a:pt x="21600" y="3070"/>
                </a:lnTo>
                <a:lnTo>
                  <a:pt x="21600" y="4301"/>
                </a:lnTo>
                <a:lnTo>
                  <a:pt x="21494" y="5848"/>
                </a:lnTo>
                <a:lnTo>
                  <a:pt x="21281" y="8100"/>
                </a:lnTo>
                <a:lnTo>
                  <a:pt x="20200" y="9612"/>
                </a:lnTo>
                <a:lnTo>
                  <a:pt x="19084" y="11016"/>
                </a:lnTo>
                <a:lnTo>
                  <a:pt x="17928" y="12342"/>
                </a:lnTo>
                <a:lnTo>
                  <a:pt x="16731" y="13624"/>
                </a:lnTo>
                <a:lnTo>
                  <a:pt x="15485" y="14901"/>
                </a:lnTo>
                <a:lnTo>
                  <a:pt x="14187" y="16200"/>
                </a:lnTo>
                <a:lnTo>
                  <a:pt x="15358" y="17537"/>
                </a:lnTo>
                <a:lnTo>
                  <a:pt x="16535" y="18878"/>
                </a:lnTo>
                <a:lnTo>
                  <a:pt x="17717" y="20231"/>
                </a:lnTo>
                <a:lnTo>
                  <a:pt x="18916" y="21600"/>
                </a:lnTo>
                <a:lnTo>
                  <a:pt x="17289" y="21452"/>
                </a:lnTo>
                <a:lnTo>
                  <a:pt x="15663" y="21292"/>
                </a:lnTo>
                <a:lnTo>
                  <a:pt x="14036" y="21122"/>
                </a:lnTo>
                <a:lnTo>
                  <a:pt x="12411" y="20944"/>
                </a:lnTo>
                <a:lnTo>
                  <a:pt x="10787" y="20758"/>
                </a:lnTo>
                <a:lnTo>
                  <a:pt x="9276" y="20598"/>
                </a:lnTo>
                <a:lnTo>
                  <a:pt x="7756" y="20442"/>
                </a:lnTo>
                <a:lnTo>
                  <a:pt x="6216" y="20282"/>
                </a:lnTo>
                <a:lnTo>
                  <a:pt x="4944" y="19826"/>
                </a:lnTo>
                <a:lnTo>
                  <a:pt x="3663" y="19367"/>
                </a:lnTo>
                <a:lnTo>
                  <a:pt x="2365" y="18900"/>
                </a:lnTo>
                <a:lnTo>
                  <a:pt x="1525" y="16835"/>
                </a:lnTo>
                <a:lnTo>
                  <a:pt x="981" y="15382"/>
                </a:lnTo>
                <a:lnTo>
                  <a:pt x="622" y="14151"/>
                </a:lnTo>
                <a:lnTo>
                  <a:pt x="333" y="12752"/>
                </a:lnTo>
                <a:lnTo>
                  <a:pt x="0" y="10800"/>
                </a:lnTo>
                <a:lnTo>
                  <a:pt x="1118" y="10989"/>
                </a:lnTo>
                <a:lnTo>
                  <a:pt x="2253" y="11181"/>
                </a:lnTo>
                <a:lnTo>
                  <a:pt x="4060" y="11343"/>
                </a:lnTo>
                <a:lnTo>
                  <a:pt x="5729" y="11440"/>
                </a:lnTo>
                <a:lnTo>
                  <a:pt x="7299" y="11429"/>
                </a:lnTo>
                <a:lnTo>
                  <a:pt x="8796" y="11275"/>
                </a:lnTo>
                <a:lnTo>
                  <a:pt x="10255" y="10935"/>
                </a:lnTo>
                <a:lnTo>
                  <a:pt x="11707" y="10368"/>
                </a:lnTo>
                <a:lnTo>
                  <a:pt x="13182" y="9534"/>
                </a:lnTo>
                <a:lnTo>
                  <a:pt x="14714" y="8394"/>
                </a:lnTo>
                <a:lnTo>
                  <a:pt x="15864" y="7042"/>
                </a:lnTo>
                <a:lnTo>
                  <a:pt x="16989" y="5675"/>
                </a:lnTo>
                <a:lnTo>
                  <a:pt x="18093" y="4293"/>
                </a:lnTo>
                <a:lnTo>
                  <a:pt x="19176" y="2889"/>
                </a:lnTo>
                <a:lnTo>
                  <a:pt x="20238" y="1461"/>
                </a:lnTo>
                <a:lnTo>
                  <a:pt x="21281" y="0"/>
                </a:lnTo>
                <a:close/>
              </a:path>
            </a:pathLst>
          </a:custGeom>
          <a:solidFill>
            <a:srgbClr val="A98D4C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3" name="contour_09841"/>
          <p:cNvSpPr/>
          <p:nvPr/>
        </p:nvSpPr>
        <p:spPr>
          <a:xfrm>
            <a:off x="3733227" y="5895985"/>
            <a:ext cx="66904" cy="531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4" y="0"/>
                </a:moveTo>
                <a:lnTo>
                  <a:pt x="1082" y="166"/>
                </a:lnTo>
                <a:lnTo>
                  <a:pt x="1699" y="320"/>
                </a:lnTo>
                <a:lnTo>
                  <a:pt x="2409" y="501"/>
                </a:lnTo>
                <a:lnTo>
                  <a:pt x="3351" y="738"/>
                </a:lnTo>
                <a:lnTo>
                  <a:pt x="4661" y="1067"/>
                </a:lnTo>
                <a:lnTo>
                  <a:pt x="6478" y="1527"/>
                </a:lnTo>
                <a:lnTo>
                  <a:pt x="8941" y="2146"/>
                </a:lnTo>
                <a:lnTo>
                  <a:pt x="12188" y="2964"/>
                </a:lnTo>
                <a:lnTo>
                  <a:pt x="11021" y="3332"/>
                </a:lnTo>
                <a:lnTo>
                  <a:pt x="9849" y="3699"/>
                </a:lnTo>
                <a:lnTo>
                  <a:pt x="8659" y="4076"/>
                </a:lnTo>
                <a:lnTo>
                  <a:pt x="7492" y="4686"/>
                </a:lnTo>
                <a:lnTo>
                  <a:pt x="6320" y="5306"/>
                </a:lnTo>
                <a:lnTo>
                  <a:pt x="5129" y="5928"/>
                </a:lnTo>
                <a:lnTo>
                  <a:pt x="5129" y="7888"/>
                </a:lnTo>
                <a:lnTo>
                  <a:pt x="5129" y="9859"/>
                </a:lnTo>
                <a:lnTo>
                  <a:pt x="5129" y="11857"/>
                </a:lnTo>
                <a:lnTo>
                  <a:pt x="6515" y="12515"/>
                </a:lnTo>
                <a:lnTo>
                  <a:pt x="7868" y="13108"/>
                </a:lnTo>
                <a:lnTo>
                  <a:pt x="9207" y="13644"/>
                </a:lnTo>
                <a:lnTo>
                  <a:pt x="10555" y="14133"/>
                </a:lnTo>
                <a:lnTo>
                  <a:pt x="11934" y="14584"/>
                </a:lnTo>
                <a:lnTo>
                  <a:pt x="13365" y="15005"/>
                </a:lnTo>
                <a:lnTo>
                  <a:pt x="14753" y="15423"/>
                </a:lnTo>
                <a:lnTo>
                  <a:pt x="16129" y="15858"/>
                </a:lnTo>
                <a:lnTo>
                  <a:pt x="17499" y="16312"/>
                </a:lnTo>
                <a:lnTo>
                  <a:pt x="18864" y="16780"/>
                </a:lnTo>
                <a:lnTo>
                  <a:pt x="20231" y="17272"/>
                </a:lnTo>
                <a:lnTo>
                  <a:pt x="21600" y="17785"/>
                </a:lnTo>
                <a:lnTo>
                  <a:pt x="21600" y="19255"/>
                </a:lnTo>
                <a:lnTo>
                  <a:pt x="21600" y="20749"/>
                </a:lnTo>
                <a:lnTo>
                  <a:pt x="18344" y="21105"/>
                </a:lnTo>
                <a:lnTo>
                  <a:pt x="15708" y="21372"/>
                </a:lnTo>
                <a:lnTo>
                  <a:pt x="13593" y="21541"/>
                </a:lnTo>
                <a:lnTo>
                  <a:pt x="11896" y="21600"/>
                </a:lnTo>
                <a:lnTo>
                  <a:pt x="10525" y="21547"/>
                </a:lnTo>
                <a:lnTo>
                  <a:pt x="9369" y="21363"/>
                </a:lnTo>
                <a:lnTo>
                  <a:pt x="8339" y="21046"/>
                </a:lnTo>
                <a:lnTo>
                  <a:pt x="7329" y="20583"/>
                </a:lnTo>
                <a:lnTo>
                  <a:pt x="6240" y="19967"/>
                </a:lnTo>
                <a:lnTo>
                  <a:pt x="4974" y="19187"/>
                </a:lnTo>
                <a:lnTo>
                  <a:pt x="3652" y="17619"/>
                </a:lnTo>
                <a:lnTo>
                  <a:pt x="2548" y="16087"/>
                </a:lnTo>
                <a:lnTo>
                  <a:pt x="1647" y="14510"/>
                </a:lnTo>
                <a:lnTo>
                  <a:pt x="934" y="12796"/>
                </a:lnTo>
                <a:lnTo>
                  <a:pt x="393" y="10864"/>
                </a:lnTo>
                <a:lnTo>
                  <a:pt x="9" y="8626"/>
                </a:lnTo>
                <a:lnTo>
                  <a:pt x="0" y="6995"/>
                </a:lnTo>
                <a:lnTo>
                  <a:pt x="16" y="5730"/>
                </a:lnTo>
                <a:lnTo>
                  <a:pt x="78" y="4420"/>
                </a:lnTo>
                <a:lnTo>
                  <a:pt x="207" y="2647"/>
                </a:lnTo>
                <a:lnTo>
                  <a:pt x="424" y="0"/>
                </a:lnTo>
                <a:close/>
              </a:path>
            </a:pathLst>
          </a:custGeom>
          <a:solidFill>
            <a:srgbClr val="908E87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4" name="contour_09842"/>
          <p:cNvSpPr/>
          <p:nvPr/>
        </p:nvSpPr>
        <p:spPr>
          <a:xfrm>
            <a:off x="4257649" y="5860748"/>
            <a:ext cx="59929" cy="368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43" y="4928"/>
                </a:moveTo>
                <a:lnTo>
                  <a:pt x="15346" y="6830"/>
                </a:lnTo>
                <a:lnTo>
                  <a:pt x="16646" y="8806"/>
                </a:lnTo>
                <a:lnTo>
                  <a:pt x="17786" y="10875"/>
                </a:lnTo>
                <a:lnTo>
                  <a:pt x="18810" y="13063"/>
                </a:lnTo>
                <a:lnTo>
                  <a:pt x="19756" y="15401"/>
                </a:lnTo>
                <a:lnTo>
                  <a:pt x="20673" y="17914"/>
                </a:lnTo>
                <a:lnTo>
                  <a:pt x="21600" y="20627"/>
                </a:lnTo>
                <a:lnTo>
                  <a:pt x="19738" y="20905"/>
                </a:lnTo>
                <a:lnTo>
                  <a:pt x="17891" y="21148"/>
                </a:lnTo>
                <a:lnTo>
                  <a:pt x="16052" y="21353"/>
                </a:lnTo>
                <a:lnTo>
                  <a:pt x="14221" y="21506"/>
                </a:lnTo>
                <a:lnTo>
                  <a:pt x="12393" y="21591"/>
                </a:lnTo>
                <a:lnTo>
                  <a:pt x="10568" y="21600"/>
                </a:lnTo>
                <a:lnTo>
                  <a:pt x="8739" y="21519"/>
                </a:lnTo>
                <a:lnTo>
                  <a:pt x="6906" y="21340"/>
                </a:lnTo>
                <a:lnTo>
                  <a:pt x="5064" y="21045"/>
                </a:lnTo>
                <a:lnTo>
                  <a:pt x="3213" y="20627"/>
                </a:lnTo>
                <a:lnTo>
                  <a:pt x="2017" y="18161"/>
                </a:lnTo>
                <a:lnTo>
                  <a:pt x="1206" y="15841"/>
                </a:lnTo>
                <a:lnTo>
                  <a:pt x="670" y="13460"/>
                </a:lnTo>
                <a:lnTo>
                  <a:pt x="305" y="10819"/>
                </a:lnTo>
                <a:lnTo>
                  <a:pt x="0" y="7709"/>
                </a:lnTo>
                <a:lnTo>
                  <a:pt x="496" y="4684"/>
                </a:lnTo>
                <a:lnTo>
                  <a:pt x="1248" y="2863"/>
                </a:lnTo>
                <a:lnTo>
                  <a:pt x="2895" y="678"/>
                </a:lnTo>
                <a:lnTo>
                  <a:pt x="5020" y="0"/>
                </a:lnTo>
                <a:lnTo>
                  <a:pt x="6877" y="30"/>
                </a:lnTo>
                <a:lnTo>
                  <a:pt x="8579" y="657"/>
                </a:lnTo>
                <a:lnTo>
                  <a:pt x="10234" y="1762"/>
                </a:lnTo>
                <a:lnTo>
                  <a:pt x="11952" y="3225"/>
                </a:lnTo>
                <a:lnTo>
                  <a:pt x="13843" y="4928"/>
                </a:lnTo>
                <a:close/>
              </a:path>
            </a:pathLst>
          </a:custGeom>
          <a:solidFill>
            <a:srgbClr val="3D3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5" name="contour_09843"/>
          <p:cNvSpPr/>
          <p:nvPr/>
        </p:nvSpPr>
        <p:spPr>
          <a:xfrm>
            <a:off x="7465990" y="5808529"/>
            <a:ext cx="5367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98" y="0"/>
                </a:moveTo>
                <a:lnTo>
                  <a:pt x="10669" y="480"/>
                </a:lnTo>
                <a:lnTo>
                  <a:pt x="12456" y="991"/>
                </a:lnTo>
                <a:lnTo>
                  <a:pt x="14171" y="1560"/>
                </a:lnTo>
                <a:lnTo>
                  <a:pt x="15825" y="2203"/>
                </a:lnTo>
                <a:lnTo>
                  <a:pt x="17430" y="2945"/>
                </a:lnTo>
                <a:lnTo>
                  <a:pt x="18993" y="3802"/>
                </a:lnTo>
                <a:lnTo>
                  <a:pt x="20530" y="4800"/>
                </a:lnTo>
                <a:lnTo>
                  <a:pt x="21049" y="6547"/>
                </a:lnTo>
                <a:lnTo>
                  <a:pt x="21404" y="8263"/>
                </a:lnTo>
                <a:lnTo>
                  <a:pt x="21588" y="9960"/>
                </a:lnTo>
                <a:lnTo>
                  <a:pt x="21600" y="11652"/>
                </a:lnTo>
                <a:lnTo>
                  <a:pt x="21433" y="13346"/>
                </a:lnTo>
                <a:lnTo>
                  <a:pt x="21078" y="15058"/>
                </a:lnTo>
                <a:lnTo>
                  <a:pt x="20530" y="16800"/>
                </a:lnTo>
                <a:lnTo>
                  <a:pt x="18749" y="17717"/>
                </a:lnTo>
                <a:lnTo>
                  <a:pt x="17547" y="18274"/>
                </a:lnTo>
                <a:lnTo>
                  <a:pt x="16368" y="18694"/>
                </a:lnTo>
                <a:lnTo>
                  <a:pt x="14664" y="19200"/>
                </a:lnTo>
                <a:lnTo>
                  <a:pt x="14664" y="17616"/>
                </a:lnTo>
                <a:lnTo>
                  <a:pt x="14664" y="16030"/>
                </a:lnTo>
                <a:lnTo>
                  <a:pt x="14664" y="14436"/>
                </a:lnTo>
                <a:lnTo>
                  <a:pt x="14664" y="12835"/>
                </a:lnTo>
                <a:lnTo>
                  <a:pt x="14664" y="11225"/>
                </a:lnTo>
                <a:lnTo>
                  <a:pt x="14664" y="9600"/>
                </a:lnTo>
                <a:lnTo>
                  <a:pt x="12590" y="9600"/>
                </a:lnTo>
                <a:lnTo>
                  <a:pt x="10514" y="9600"/>
                </a:lnTo>
                <a:lnTo>
                  <a:pt x="8432" y="9600"/>
                </a:lnTo>
                <a:lnTo>
                  <a:pt x="6341" y="9600"/>
                </a:lnTo>
                <a:lnTo>
                  <a:pt x="4241" y="9600"/>
                </a:lnTo>
                <a:lnTo>
                  <a:pt x="2129" y="9600"/>
                </a:lnTo>
                <a:lnTo>
                  <a:pt x="0" y="9600"/>
                </a:lnTo>
                <a:lnTo>
                  <a:pt x="1455" y="9353"/>
                </a:lnTo>
                <a:lnTo>
                  <a:pt x="2915" y="9103"/>
                </a:lnTo>
                <a:lnTo>
                  <a:pt x="4399" y="8851"/>
                </a:lnTo>
                <a:lnTo>
                  <a:pt x="5854" y="8306"/>
                </a:lnTo>
                <a:lnTo>
                  <a:pt x="7314" y="7757"/>
                </a:lnTo>
                <a:lnTo>
                  <a:pt x="8798" y="7200"/>
                </a:lnTo>
                <a:lnTo>
                  <a:pt x="9062" y="5342"/>
                </a:lnTo>
                <a:lnTo>
                  <a:pt x="9194" y="4039"/>
                </a:lnTo>
                <a:lnTo>
                  <a:pt x="9194" y="2945"/>
                </a:lnTo>
                <a:lnTo>
                  <a:pt x="9062" y="1714"/>
                </a:lnTo>
                <a:lnTo>
                  <a:pt x="8798" y="0"/>
                </a:lnTo>
                <a:lnTo>
                  <a:pt x="8798" y="19200"/>
                </a:lnTo>
                <a:lnTo>
                  <a:pt x="12189" y="20587"/>
                </a:lnTo>
                <a:lnTo>
                  <a:pt x="13931" y="21300"/>
                </a:lnTo>
                <a:lnTo>
                  <a:pt x="14573" y="21562"/>
                </a:lnTo>
                <a:lnTo>
                  <a:pt x="14664" y="21600"/>
                </a:lnTo>
                <a:lnTo>
                  <a:pt x="8798" y="19200"/>
                </a:lnTo>
                <a:lnTo>
                  <a:pt x="8798" y="0"/>
                </a:lnTo>
                <a:close/>
              </a:path>
            </a:pathLst>
          </a:custGeom>
          <a:solidFill>
            <a:srgbClr val="E4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6" name="contour_09844"/>
          <p:cNvSpPr/>
          <p:nvPr/>
        </p:nvSpPr>
        <p:spPr>
          <a:xfrm>
            <a:off x="3632506" y="5772089"/>
            <a:ext cx="50302" cy="58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77" y="0"/>
                </a:moveTo>
                <a:lnTo>
                  <a:pt x="19938" y="1808"/>
                </a:lnTo>
                <a:lnTo>
                  <a:pt x="20764" y="3529"/>
                </a:lnTo>
                <a:lnTo>
                  <a:pt x="21293" y="5192"/>
                </a:lnTo>
                <a:lnTo>
                  <a:pt x="21562" y="6827"/>
                </a:lnTo>
                <a:lnTo>
                  <a:pt x="21600" y="8469"/>
                </a:lnTo>
                <a:lnTo>
                  <a:pt x="21447" y="10152"/>
                </a:lnTo>
                <a:lnTo>
                  <a:pt x="21134" y="11901"/>
                </a:lnTo>
                <a:lnTo>
                  <a:pt x="20696" y="13755"/>
                </a:lnTo>
                <a:lnTo>
                  <a:pt x="20170" y="15741"/>
                </a:lnTo>
                <a:lnTo>
                  <a:pt x="19297" y="17528"/>
                </a:lnTo>
                <a:lnTo>
                  <a:pt x="18414" y="18733"/>
                </a:lnTo>
                <a:lnTo>
                  <a:pt x="16984" y="19907"/>
                </a:lnTo>
                <a:lnTo>
                  <a:pt x="14474" y="21600"/>
                </a:lnTo>
                <a:lnTo>
                  <a:pt x="11492" y="21471"/>
                </a:lnTo>
                <a:lnTo>
                  <a:pt x="9673" y="21195"/>
                </a:lnTo>
                <a:lnTo>
                  <a:pt x="8284" y="20563"/>
                </a:lnTo>
                <a:lnTo>
                  <a:pt x="6578" y="19363"/>
                </a:lnTo>
                <a:lnTo>
                  <a:pt x="5254" y="17970"/>
                </a:lnTo>
                <a:lnTo>
                  <a:pt x="4021" y="16614"/>
                </a:lnTo>
                <a:lnTo>
                  <a:pt x="2879" y="15253"/>
                </a:lnTo>
                <a:lnTo>
                  <a:pt x="1825" y="13846"/>
                </a:lnTo>
                <a:lnTo>
                  <a:pt x="867" y="12346"/>
                </a:lnTo>
                <a:lnTo>
                  <a:pt x="0" y="10717"/>
                </a:lnTo>
                <a:lnTo>
                  <a:pt x="573" y="8973"/>
                </a:lnTo>
                <a:lnTo>
                  <a:pt x="1089" y="7831"/>
                </a:lnTo>
                <a:lnTo>
                  <a:pt x="1843" y="6795"/>
                </a:lnTo>
                <a:lnTo>
                  <a:pt x="3130" y="5358"/>
                </a:lnTo>
                <a:lnTo>
                  <a:pt x="5317" y="4627"/>
                </a:lnTo>
                <a:lnTo>
                  <a:pt x="6941" y="4236"/>
                </a:lnTo>
                <a:lnTo>
                  <a:pt x="9389" y="3853"/>
                </a:lnTo>
                <a:lnTo>
                  <a:pt x="12327" y="3379"/>
                </a:lnTo>
                <a:lnTo>
                  <a:pt x="14283" y="2942"/>
                </a:lnTo>
                <a:lnTo>
                  <a:pt x="15710" y="2358"/>
                </a:lnTo>
                <a:lnTo>
                  <a:pt x="17059" y="1439"/>
                </a:lnTo>
                <a:lnTo>
                  <a:pt x="18777" y="0"/>
                </a:lnTo>
                <a:close/>
              </a:path>
            </a:pathLst>
          </a:custGeom>
          <a:solidFill>
            <a:srgbClr val="A8B0B6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7" name="contour_09845"/>
          <p:cNvSpPr/>
          <p:nvPr/>
        </p:nvSpPr>
        <p:spPr>
          <a:xfrm>
            <a:off x="10687282" y="578666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7" y="670"/>
                </a:lnTo>
                <a:lnTo>
                  <a:pt x="4331" y="1356"/>
                </a:lnTo>
                <a:lnTo>
                  <a:pt x="6491" y="2061"/>
                </a:lnTo>
                <a:lnTo>
                  <a:pt x="8647" y="2778"/>
                </a:lnTo>
                <a:lnTo>
                  <a:pt x="10800" y="3508"/>
                </a:lnTo>
                <a:lnTo>
                  <a:pt x="12809" y="4160"/>
                </a:lnTo>
                <a:lnTo>
                  <a:pt x="14828" y="4817"/>
                </a:lnTo>
                <a:lnTo>
                  <a:pt x="16877" y="5486"/>
                </a:lnTo>
                <a:lnTo>
                  <a:pt x="18436" y="6528"/>
                </a:lnTo>
                <a:lnTo>
                  <a:pt x="20009" y="7577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C5C9C9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8" name="contour_09846"/>
          <p:cNvSpPr/>
          <p:nvPr/>
        </p:nvSpPr>
        <p:spPr>
          <a:xfrm>
            <a:off x="6664428" y="5801241"/>
            <a:ext cx="4361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52" y="0"/>
                </a:moveTo>
                <a:lnTo>
                  <a:pt x="6021" y="265"/>
                </a:lnTo>
                <a:lnTo>
                  <a:pt x="7818" y="537"/>
                </a:lnTo>
                <a:lnTo>
                  <a:pt x="9464" y="948"/>
                </a:lnTo>
                <a:lnTo>
                  <a:pt x="11479" y="1625"/>
                </a:lnTo>
                <a:lnTo>
                  <a:pt x="14381" y="2700"/>
                </a:lnTo>
                <a:lnTo>
                  <a:pt x="15767" y="4293"/>
                </a:lnTo>
                <a:lnTo>
                  <a:pt x="17023" y="5886"/>
                </a:lnTo>
                <a:lnTo>
                  <a:pt x="18149" y="7490"/>
                </a:lnTo>
                <a:lnTo>
                  <a:pt x="19138" y="9123"/>
                </a:lnTo>
                <a:lnTo>
                  <a:pt x="19983" y="10795"/>
                </a:lnTo>
                <a:lnTo>
                  <a:pt x="20676" y="12523"/>
                </a:lnTo>
                <a:lnTo>
                  <a:pt x="21217" y="14318"/>
                </a:lnTo>
                <a:lnTo>
                  <a:pt x="21600" y="16200"/>
                </a:lnTo>
                <a:lnTo>
                  <a:pt x="19481" y="17701"/>
                </a:lnTo>
                <a:lnTo>
                  <a:pt x="17889" y="18762"/>
                </a:lnTo>
                <a:lnTo>
                  <a:pt x="16525" y="19532"/>
                </a:lnTo>
                <a:lnTo>
                  <a:pt x="15081" y="20161"/>
                </a:lnTo>
                <a:lnTo>
                  <a:pt x="13265" y="20801"/>
                </a:lnTo>
                <a:lnTo>
                  <a:pt x="10771" y="21600"/>
                </a:lnTo>
                <a:lnTo>
                  <a:pt x="7530" y="19019"/>
                </a:lnTo>
                <a:lnTo>
                  <a:pt x="5007" y="16961"/>
                </a:lnTo>
                <a:lnTo>
                  <a:pt x="3115" y="15317"/>
                </a:lnTo>
                <a:lnTo>
                  <a:pt x="1765" y="13970"/>
                </a:lnTo>
                <a:lnTo>
                  <a:pt x="863" y="12806"/>
                </a:lnTo>
                <a:lnTo>
                  <a:pt x="328" y="11707"/>
                </a:lnTo>
                <a:lnTo>
                  <a:pt x="69" y="10565"/>
                </a:lnTo>
                <a:lnTo>
                  <a:pt x="0" y="9258"/>
                </a:lnTo>
                <a:lnTo>
                  <a:pt x="25" y="7679"/>
                </a:lnTo>
                <a:lnTo>
                  <a:pt x="556" y="6199"/>
                </a:lnTo>
                <a:lnTo>
                  <a:pt x="1003" y="5060"/>
                </a:lnTo>
                <a:lnTo>
                  <a:pt x="1538" y="3893"/>
                </a:lnTo>
                <a:lnTo>
                  <a:pt x="2332" y="2330"/>
                </a:lnTo>
                <a:lnTo>
                  <a:pt x="3552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849" name="contour_09847"/>
          <p:cNvSpPr/>
          <p:nvPr/>
        </p:nvSpPr>
        <p:spPr>
          <a:xfrm>
            <a:off x="1234757" y="5786665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302" y="1747"/>
                </a:lnTo>
                <a:lnTo>
                  <a:pt x="17175" y="3493"/>
                </a:lnTo>
                <a:lnTo>
                  <a:pt x="18051" y="5246"/>
                </a:lnTo>
                <a:lnTo>
                  <a:pt x="18931" y="7005"/>
                </a:lnTo>
                <a:lnTo>
                  <a:pt x="19816" y="8773"/>
                </a:lnTo>
                <a:lnTo>
                  <a:pt x="20705" y="10550"/>
                </a:lnTo>
                <a:lnTo>
                  <a:pt x="21600" y="12343"/>
                </a:lnTo>
                <a:lnTo>
                  <a:pt x="19560" y="12343"/>
                </a:lnTo>
                <a:lnTo>
                  <a:pt x="17508" y="12343"/>
                </a:lnTo>
                <a:lnTo>
                  <a:pt x="15429" y="12343"/>
                </a:lnTo>
                <a:lnTo>
                  <a:pt x="15429" y="14176"/>
                </a:lnTo>
                <a:lnTo>
                  <a:pt x="15429" y="16015"/>
                </a:lnTo>
                <a:lnTo>
                  <a:pt x="15429" y="17860"/>
                </a:lnTo>
                <a:lnTo>
                  <a:pt x="15429" y="19721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620" y="19588"/>
                </a:lnTo>
                <a:lnTo>
                  <a:pt x="1256" y="17601"/>
                </a:lnTo>
                <a:lnTo>
                  <a:pt x="1925" y="15638"/>
                </a:lnTo>
                <a:lnTo>
                  <a:pt x="2638" y="13697"/>
                </a:lnTo>
                <a:lnTo>
                  <a:pt x="3407" y="11781"/>
                </a:lnTo>
                <a:lnTo>
                  <a:pt x="4243" y="9887"/>
                </a:lnTo>
                <a:lnTo>
                  <a:pt x="5159" y="8017"/>
                </a:lnTo>
                <a:lnTo>
                  <a:pt x="6171" y="6171"/>
                </a:lnTo>
                <a:lnTo>
                  <a:pt x="8652" y="5709"/>
                </a:lnTo>
                <a:lnTo>
                  <a:pt x="10374" y="5477"/>
                </a:lnTo>
                <a:lnTo>
                  <a:pt x="11781" y="5477"/>
                </a:lnTo>
                <a:lnTo>
                  <a:pt x="13318" y="5709"/>
                </a:lnTo>
                <a:lnTo>
                  <a:pt x="15429" y="6171"/>
                </a:lnTo>
                <a:lnTo>
                  <a:pt x="15429" y="4132"/>
                </a:lnTo>
                <a:lnTo>
                  <a:pt x="15429" y="2080"/>
                </a:lnTo>
                <a:lnTo>
                  <a:pt x="15429" y="0"/>
                </a:lnTo>
                <a:close/>
              </a:path>
            </a:pathLst>
          </a:custGeom>
          <a:solidFill>
            <a:srgbClr val="5959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0" name="contour_09848"/>
          <p:cNvSpPr/>
          <p:nvPr/>
        </p:nvSpPr>
        <p:spPr>
          <a:xfrm>
            <a:off x="680870" y="5772089"/>
            <a:ext cx="42708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30" y="0"/>
                </a:moveTo>
                <a:lnTo>
                  <a:pt x="19208" y="2080"/>
                </a:lnTo>
                <a:lnTo>
                  <a:pt x="19901" y="4032"/>
                </a:lnTo>
                <a:lnTo>
                  <a:pt x="20494" y="5894"/>
                </a:lnTo>
                <a:lnTo>
                  <a:pt x="20977" y="7705"/>
                </a:lnTo>
                <a:lnTo>
                  <a:pt x="21331" y="9506"/>
                </a:lnTo>
                <a:lnTo>
                  <a:pt x="21541" y="11337"/>
                </a:lnTo>
                <a:lnTo>
                  <a:pt x="21600" y="13235"/>
                </a:lnTo>
                <a:lnTo>
                  <a:pt x="21489" y="15246"/>
                </a:lnTo>
                <a:lnTo>
                  <a:pt x="21195" y="17407"/>
                </a:lnTo>
                <a:lnTo>
                  <a:pt x="20280" y="18657"/>
                </a:lnTo>
                <a:lnTo>
                  <a:pt x="19363" y="19917"/>
                </a:lnTo>
                <a:lnTo>
                  <a:pt x="18430" y="21191"/>
                </a:lnTo>
                <a:lnTo>
                  <a:pt x="15577" y="21464"/>
                </a:lnTo>
                <a:lnTo>
                  <a:pt x="13576" y="21600"/>
                </a:lnTo>
                <a:lnTo>
                  <a:pt x="11895" y="21600"/>
                </a:lnTo>
                <a:lnTo>
                  <a:pt x="10004" y="21464"/>
                </a:lnTo>
                <a:lnTo>
                  <a:pt x="7372" y="21191"/>
                </a:lnTo>
                <a:lnTo>
                  <a:pt x="7523" y="19753"/>
                </a:lnTo>
                <a:lnTo>
                  <a:pt x="7678" y="18306"/>
                </a:lnTo>
                <a:lnTo>
                  <a:pt x="7833" y="16838"/>
                </a:lnTo>
                <a:lnTo>
                  <a:pt x="7682" y="15276"/>
                </a:lnTo>
                <a:lnTo>
                  <a:pt x="7527" y="13705"/>
                </a:lnTo>
                <a:lnTo>
                  <a:pt x="7372" y="12109"/>
                </a:lnTo>
                <a:lnTo>
                  <a:pt x="5547" y="11359"/>
                </a:lnTo>
                <a:lnTo>
                  <a:pt x="3712" y="10608"/>
                </a:lnTo>
                <a:lnTo>
                  <a:pt x="1869" y="9848"/>
                </a:lnTo>
                <a:lnTo>
                  <a:pt x="0" y="9082"/>
                </a:lnTo>
                <a:lnTo>
                  <a:pt x="2027" y="8083"/>
                </a:lnTo>
                <a:lnTo>
                  <a:pt x="4058" y="7084"/>
                </a:lnTo>
                <a:lnTo>
                  <a:pt x="6089" y="6082"/>
                </a:lnTo>
                <a:lnTo>
                  <a:pt x="8124" y="5077"/>
                </a:lnTo>
                <a:lnTo>
                  <a:pt x="10170" y="4072"/>
                </a:lnTo>
                <a:lnTo>
                  <a:pt x="12219" y="3061"/>
                </a:lnTo>
                <a:lnTo>
                  <a:pt x="14280" y="2046"/>
                </a:lnTo>
                <a:lnTo>
                  <a:pt x="16347" y="1026"/>
                </a:lnTo>
                <a:lnTo>
                  <a:pt x="18430" y="0"/>
                </a:lnTo>
                <a:close/>
              </a:path>
            </a:pathLst>
          </a:custGeom>
          <a:solidFill>
            <a:srgbClr val="3F403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1" name="contour_09849"/>
          <p:cNvSpPr/>
          <p:nvPr/>
        </p:nvSpPr>
        <p:spPr>
          <a:xfrm>
            <a:off x="2509449" y="5801241"/>
            <a:ext cx="3750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94" y="0"/>
                </a:moveTo>
                <a:lnTo>
                  <a:pt x="21600" y="1498"/>
                </a:lnTo>
                <a:lnTo>
                  <a:pt x="21562" y="2908"/>
                </a:lnTo>
                <a:lnTo>
                  <a:pt x="21294" y="4243"/>
                </a:lnTo>
                <a:lnTo>
                  <a:pt x="20815" y="5522"/>
                </a:lnTo>
                <a:lnTo>
                  <a:pt x="20139" y="6759"/>
                </a:lnTo>
                <a:lnTo>
                  <a:pt x="19291" y="7966"/>
                </a:lnTo>
                <a:lnTo>
                  <a:pt x="18284" y="9162"/>
                </a:lnTo>
                <a:lnTo>
                  <a:pt x="17134" y="10358"/>
                </a:lnTo>
                <a:lnTo>
                  <a:pt x="15858" y="11574"/>
                </a:lnTo>
                <a:lnTo>
                  <a:pt x="14473" y="12821"/>
                </a:lnTo>
                <a:lnTo>
                  <a:pt x="12999" y="14115"/>
                </a:lnTo>
                <a:lnTo>
                  <a:pt x="11795" y="15201"/>
                </a:lnTo>
                <a:lnTo>
                  <a:pt x="10573" y="16304"/>
                </a:lnTo>
                <a:lnTo>
                  <a:pt x="9390" y="17366"/>
                </a:lnTo>
                <a:lnTo>
                  <a:pt x="8198" y="18427"/>
                </a:lnTo>
                <a:lnTo>
                  <a:pt x="7006" y="19485"/>
                </a:lnTo>
                <a:lnTo>
                  <a:pt x="5805" y="20544"/>
                </a:lnTo>
                <a:lnTo>
                  <a:pt x="4605" y="21600"/>
                </a:lnTo>
                <a:lnTo>
                  <a:pt x="3198" y="19185"/>
                </a:lnTo>
                <a:lnTo>
                  <a:pt x="2044" y="17152"/>
                </a:lnTo>
                <a:lnTo>
                  <a:pt x="1150" y="15448"/>
                </a:lnTo>
                <a:lnTo>
                  <a:pt x="512" y="14016"/>
                </a:lnTo>
                <a:lnTo>
                  <a:pt x="126" y="12807"/>
                </a:lnTo>
                <a:lnTo>
                  <a:pt x="0" y="11760"/>
                </a:lnTo>
                <a:lnTo>
                  <a:pt x="126" y="10824"/>
                </a:lnTo>
                <a:lnTo>
                  <a:pt x="512" y="9944"/>
                </a:lnTo>
                <a:lnTo>
                  <a:pt x="1150" y="9066"/>
                </a:lnTo>
                <a:lnTo>
                  <a:pt x="2044" y="8133"/>
                </a:lnTo>
                <a:lnTo>
                  <a:pt x="3198" y="7093"/>
                </a:lnTo>
                <a:lnTo>
                  <a:pt x="4605" y="5891"/>
                </a:lnTo>
                <a:lnTo>
                  <a:pt x="6842" y="4929"/>
                </a:lnTo>
                <a:lnTo>
                  <a:pt x="9129" y="4018"/>
                </a:lnTo>
                <a:lnTo>
                  <a:pt x="11467" y="3152"/>
                </a:lnTo>
                <a:lnTo>
                  <a:pt x="13860" y="2325"/>
                </a:lnTo>
                <a:lnTo>
                  <a:pt x="16307" y="1528"/>
                </a:lnTo>
                <a:lnTo>
                  <a:pt x="18821" y="756"/>
                </a:lnTo>
                <a:lnTo>
                  <a:pt x="21394" y="0"/>
                </a:lnTo>
                <a:close/>
              </a:path>
            </a:pathLst>
          </a:custGeom>
          <a:solidFill>
            <a:srgbClr val="CED5D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2" name="contour_09850"/>
          <p:cNvSpPr/>
          <p:nvPr/>
        </p:nvSpPr>
        <p:spPr>
          <a:xfrm>
            <a:off x="8202077" y="576480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21600" y="2851"/>
                </a:lnTo>
                <a:lnTo>
                  <a:pt x="21600" y="5707"/>
                </a:lnTo>
                <a:lnTo>
                  <a:pt x="21600" y="8575"/>
                </a:lnTo>
                <a:lnTo>
                  <a:pt x="21600" y="11457"/>
                </a:lnTo>
                <a:lnTo>
                  <a:pt x="21600" y="14355"/>
                </a:lnTo>
                <a:lnTo>
                  <a:pt x="21600" y="17280"/>
                </a:lnTo>
                <a:lnTo>
                  <a:pt x="19462" y="17708"/>
                </a:lnTo>
                <a:lnTo>
                  <a:pt x="17320" y="18135"/>
                </a:lnTo>
                <a:lnTo>
                  <a:pt x="15179" y="18563"/>
                </a:lnTo>
                <a:lnTo>
                  <a:pt x="13034" y="18995"/>
                </a:lnTo>
                <a:lnTo>
                  <a:pt x="10880" y="19423"/>
                </a:lnTo>
                <a:lnTo>
                  <a:pt x="8723" y="19855"/>
                </a:lnTo>
                <a:lnTo>
                  <a:pt x="6557" y="20287"/>
                </a:lnTo>
                <a:lnTo>
                  <a:pt x="4382" y="20723"/>
                </a:lnTo>
                <a:lnTo>
                  <a:pt x="2197" y="21159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040" y="12960"/>
                </a:lnTo>
                <a:lnTo>
                  <a:pt x="4092" y="12960"/>
                </a:lnTo>
                <a:lnTo>
                  <a:pt x="6171" y="12960"/>
                </a:lnTo>
                <a:lnTo>
                  <a:pt x="6171" y="10394"/>
                </a:lnTo>
                <a:lnTo>
                  <a:pt x="6171" y="7819"/>
                </a:lnTo>
                <a:lnTo>
                  <a:pt x="6171" y="5236"/>
                </a:lnTo>
                <a:lnTo>
                  <a:pt x="6171" y="2631"/>
                </a:lnTo>
                <a:lnTo>
                  <a:pt x="6171" y="0"/>
                </a:lnTo>
                <a:close/>
              </a:path>
            </a:pathLst>
          </a:custGeom>
          <a:solidFill>
            <a:srgbClr val="1E1F1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3" name="contour_09851"/>
          <p:cNvSpPr/>
          <p:nvPr/>
        </p:nvSpPr>
        <p:spPr>
          <a:xfrm>
            <a:off x="1854237" y="5764801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235"/>
                </a:lnTo>
                <a:lnTo>
                  <a:pt x="3290" y="469"/>
                </a:lnTo>
                <a:lnTo>
                  <a:pt x="4937" y="707"/>
                </a:lnTo>
                <a:lnTo>
                  <a:pt x="6586" y="941"/>
                </a:lnTo>
                <a:lnTo>
                  <a:pt x="8237" y="1176"/>
                </a:lnTo>
                <a:lnTo>
                  <a:pt x="9890" y="1413"/>
                </a:lnTo>
                <a:lnTo>
                  <a:pt x="11549" y="1651"/>
                </a:lnTo>
                <a:lnTo>
                  <a:pt x="13210" y="1888"/>
                </a:lnTo>
                <a:lnTo>
                  <a:pt x="14875" y="2126"/>
                </a:lnTo>
                <a:lnTo>
                  <a:pt x="16548" y="2364"/>
                </a:lnTo>
                <a:lnTo>
                  <a:pt x="18226" y="2604"/>
                </a:lnTo>
                <a:lnTo>
                  <a:pt x="19908" y="2845"/>
                </a:lnTo>
                <a:lnTo>
                  <a:pt x="21600" y="3086"/>
                </a:lnTo>
                <a:lnTo>
                  <a:pt x="21600" y="5122"/>
                </a:lnTo>
                <a:lnTo>
                  <a:pt x="21600" y="7162"/>
                </a:lnTo>
                <a:lnTo>
                  <a:pt x="21600" y="9202"/>
                </a:lnTo>
                <a:lnTo>
                  <a:pt x="21600" y="11247"/>
                </a:lnTo>
                <a:lnTo>
                  <a:pt x="21600" y="13299"/>
                </a:lnTo>
                <a:lnTo>
                  <a:pt x="21600" y="15361"/>
                </a:lnTo>
                <a:lnTo>
                  <a:pt x="21600" y="17428"/>
                </a:lnTo>
                <a:lnTo>
                  <a:pt x="21600" y="19508"/>
                </a:lnTo>
                <a:lnTo>
                  <a:pt x="21600" y="21600"/>
                </a:lnTo>
                <a:lnTo>
                  <a:pt x="19882" y="21066"/>
                </a:lnTo>
                <a:lnTo>
                  <a:pt x="18286" y="20387"/>
                </a:lnTo>
                <a:lnTo>
                  <a:pt x="16798" y="19573"/>
                </a:lnTo>
                <a:lnTo>
                  <a:pt x="15401" y="18632"/>
                </a:lnTo>
                <a:lnTo>
                  <a:pt x="14086" y="17576"/>
                </a:lnTo>
                <a:lnTo>
                  <a:pt x="12838" y="16416"/>
                </a:lnTo>
                <a:lnTo>
                  <a:pt x="11640" y="15160"/>
                </a:lnTo>
                <a:lnTo>
                  <a:pt x="10483" y="13821"/>
                </a:lnTo>
                <a:lnTo>
                  <a:pt x="9350" y="12401"/>
                </a:lnTo>
                <a:lnTo>
                  <a:pt x="8230" y="10920"/>
                </a:lnTo>
                <a:lnTo>
                  <a:pt x="7106" y="9381"/>
                </a:lnTo>
                <a:lnTo>
                  <a:pt x="5969" y="7795"/>
                </a:lnTo>
                <a:lnTo>
                  <a:pt x="4800" y="6171"/>
                </a:lnTo>
                <a:lnTo>
                  <a:pt x="3612" y="4644"/>
                </a:lnTo>
                <a:lnTo>
                  <a:pt x="2417" y="3110"/>
                </a:lnTo>
                <a:lnTo>
                  <a:pt x="1217" y="1564"/>
                </a:lnTo>
                <a:lnTo>
                  <a:pt x="0" y="0"/>
                </a:lnTo>
                <a:close/>
              </a:path>
            </a:pathLst>
          </a:custGeom>
          <a:solidFill>
            <a:srgbClr val="493457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4" name="contour_09852"/>
          <p:cNvSpPr/>
          <p:nvPr/>
        </p:nvSpPr>
        <p:spPr>
          <a:xfrm>
            <a:off x="5068241" y="5725942"/>
            <a:ext cx="51016" cy="394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0"/>
                </a:moveTo>
                <a:lnTo>
                  <a:pt x="14318" y="48"/>
                </a:lnTo>
                <a:lnTo>
                  <a:pt x="15635" y="144"/>
                </a:lnTo>
                <a:lnTo>
                  <a:pt x="16999" y="343"/>
                </a:lnTo>
                <a:lnTo>
                  <a:pt x="18844" y="718"/>
                </a:lnTo>
                <a:lnTo>
                  <a:pt x="21600" y="1325"/>
                </a:lnTo>
                <a:lnTo>
                  <a:pt x="20702" y="6435"/>
                </a:lnTo>
                <a:lnTo>
                  <a:pt x="19983" y="10333"/>
                </a:lnTo>
                <a:lnTo>
                  <a:pt x="19375" y="13246"/>
                </a:lnTo>
                <a:lnTo>
                  <a:pt x="18804" y="15412"/>
                </a:lnTo>
                <a:lnTo>
                  <a:pt x="18193" y="17064"/>
                </a:lnTo>
                <a:lnTo>
                  <a:pt x="17477" y="18436"/>
                </a:lnTo>
                <a:lnTo>
                  <a:pt x="16580" y="19761"/>
                </a:lnTo>
                <a:lnTo>
                  <a:pt x="15429" y="21273"/>
                </a:lnTo>
                <a:lnTo>
                  <a:pt x="13238" y="21496"/>
                </a:lnTo>
                <a:lnTo>
                  <a:pt x="11683" y="21596"/>
                </a:lnTo>
                <a:lnTo>
                  <a:pt x="10025" y="21600"/>
                </a:lnTo>
                <a:lnTo>
                  <a:pt x="7523" y="21524"/>
                </a:lnTo>
                <a:lnTo>
                  <a:pt x="6461" y="21496"/>
                </a:lnTo>
                <a:lnTo>
                  <a:pt x="3268" y="21412"/>
                </a:lnTo>
                <a:lnTo>
                  <a:pt x="1645" y="21345"/>
                </a:lnTo>
                <a:lnTo>
                  <a:pt x="0" y="21273"/>
                </a:lnTo>
                <a:lnTo>
                  <a:pt x="1885" y="16110"/>
                </a:lnTo>
                <a:lnTo>
                  <a:pt x="3431" y="11965"/>
                </a:lnTo>
                <a:lnTo>
                  <a:pt x="4712" y="8705"/>
                </a:lnTo>
                <a:lnTo>
                  <a:pt x="5804" y="6208"/>
                </a:lnTo>
                <a:lnTo>
                  <a:pt x="6782" y="4337"/>
                </a:lnTo>
                <a:lnTo>
                  <a:pt x="7724" y="2972"/>
                </a:lnTo>
                <a:lnTo>
                  <a:pt x="8702" y="1983"/>
                </a:lnTo>
                <a:lnTo>
                  <a:pt x="9791" y="1245"/>
                </a:lnTo>
                <a:lnTo>
                  <a:pt x="11075" y="626"/>
                </a:lnTo>
                <a:lnTo>
                  <a:pt x="12621" y="0"/>
                </a:lnTo>
                <a:close/>
              </a:path>
            </a:pathLst>
          </a:custGeom>
          <a:solidFill>
            <a:srgbClr val="8E7458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5" name="contour_09853"/>
          <p:cNvSpPr/>
          <p:nvPr/>
        </p:nvSpPr>
        <p:spPr>
          <a:xfrm>
            <a:off x="607990" y="5757513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113" y="1782"/>
                </a:lnTo>
                <a:lnTo>
                  <a:pt x="20626" y="3571"/>
                </a:lnTo>
                <a:lnTo>
                  <a:pt x="20133" y="5375"/>
                </a:lnTo>
                <a:lnTo>
                  <a:pt x="19636" y="7200"/>
                </a:lnTo>
                <a:lnTo>
                  <a:pt x="18260" y="7150"/>
                </a:lnTo>
                <a:lnTo>
                  <a:pt x="17258" y="7052"/>
                </a:lnTo>
                <a:lnTo>
                  <a:pt x="16343" y="6847"/>
                </a:lnTo>
                <a:lnTo>
                  <a:pt x="15228" y="6469"/>
                </a:lnTo>
                <a:lnTo>
                  <a:pt x="13624" y="5850"/>
                </a:lnTo>
                <a:lnTo>
                  <a:pt x="13145" y="5674"/>
                </a:lnTo>
                <a:lnTo>
                  <a:pt x="12298" y="5360"/>
                </a:lnTo>
                <a:lnTo>
                  <a:pt x="10362" y="4640"/>
                </a:lnTo>
                <a:lnTo>
                  <a:pt x="9117" y="4126"/>
                </a:lnTo>
                <a:lnTo>
                  <a:pt x="7855" y="3600"/>
                </a:lnTo>
                <a:lnTo>
                  <a:pt x="7855" y="6145"/>
                </a:lnTo>
                <a:lnTo>
                  <a:pt x="7855" y="8694"/>
                </a:lnTo>
                <a:lnTo>
                  <a:pt x="7855" y="11250"/>
                </a:lnTo>
                <a:lnTo>
                  <a:pt x="7855" y="13817"/>
                </a:lnTo>
                <a:lnTo>
                  <a:pt x="7855" y="16394"/>
                </a:lnTo>
                <a:lnTo>
                  <a:pt x="7855" y="18986"/>
                </a:lnTo>
                <a:lnTo>
                  <a:pt x="7855" y="21600"/>
                </a:lnTo>
                <a:lnTo>
                  <a:pt x="6680" y="19620"/>
                </a:lnTo>
                <a:lnTo>
                  <a:pt x="5659" y="17842"/>
                </a:lnTo>
                <a:lnTo>
                  <a:pt x="4770" y="16196"/>
                </a:lnTo>
                <a:lnTo>
                  <a:pt x="3990" y="14620"/>
                </a:lnTo>
                <a:lnTo>
                  <a:pt x="3303" y="13050"/>
                </a:lnTo>
                <a:lnTo>
                  <a:pt x="2688" y="11416"/>
                </a:lnTo>
                <a:lnTo>
                  <a:pt x="2127" y="9652"/>
                </a:lnTo>
                <a:lnTo>
                  <a:pt x="1596" y="7693"/>
                </a:lnTo>
                <a:lnTo>
                  <a:pt x="1078" y="5476"/>
                </a:lnTo>
                <a:lnTo>
                  <a:pt x="552" y="2934"/>
                </a:lnTo>
                <a:lnTo>
                  <a:pt x="0" y="0"/>
                </a:lnTo>
                <a:close/>
              </a:path>
            </a:pathLst>
          </a:custGeom>
          <a:solidFill>
            <a:srgbClr val="5A5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6" name="contour_09854"/>
          <p:cNvSpPr/>
          <p:nvPr/>
        </p:nvSpPr>
        <p:spPr>
          <a:xfrm>
            <a:off x="4922481" y="5684152"/>
            <a:ext cx="102032" cy="301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45"/>
                </a:moveTo>
                <a:lnTo>
                  <a:pt x="1182" y="157"/>
                </a:lnTo>
                <a:lnTo>
                  <a:pt x="2339" y="42"/>
                </a:lnTo>
                <a:lnTo>
                  <a:pt x="3471" y="0"/>
                </a:lnTo>
                <a:lnTo>
                  <a:pt x="4582" y="26"/>
                </a:lnTo>
                <a:lnTo>
                  <a:pt x="5676" y="130"/>
                </a:lnTo>
                <a:lnTo>
                  <a:pt x="6753" y="303"/>
                </a:lnTo>
                <a:lnTo>
                  <a:pt x="7818" y="553"/>
                </a:lnTo>
                <a:lnTo>
                  <a:pt x="8870" y="872"/>
                </a:lnTo>
                <a:lnTo>
                  <a:pt x="9916" y="1274"/>
                </a:lnTo>
                <a:lnTo>
                  <a:pt x="10956" y="1743"/>
                </a:lnTo>
                <a:lnTo>
                  <a:pt x="11991" y="2297"/>
                </a:lnTo>
                <a:lnTo>
                  <a:pt x="13028" y="2923"/>
                </a:lnTo>
                <a:lnTo>
                  <a:pt x="14065" y="3628"/>
                </a:lnTo>
                <a:lnTo>
                  <a:pt x="15108" y="4411"/>
                </a:lnTo>
                <a:lnTo>
                  <a:pt x="16157" y="5272"/>
                </a:lnTo>
                <a:lnTo>
                  <a:pt x="17217" y="6212"/>
                </a:lnTo>
                <a:lnTo>
                  <a:pt x="18287" y="7235"/>
                </a:lnTo>
                <a:lnTo>
                  <a:pt x="19374" y="8336"/>
                </a:lnTo>
                <a:lnTo>
                  <a:pt x="20477" y="9521"/>
                </a:lnTo>
                <a:lnTo>
                  <a:pt x="21600" y="10784"/>
                </a:lnTo>
                <a:lnTo>
                  <a:pt x="20506" y="12888"/>
                </a:lnTo>
                <a:lnTo>
                  <a:pt x="19452" y="14736"/>
                </a:lnTo>
                <a:lnTo>
                  <a:pt x="18428" y="16338"/>
                </a:lnTo>
                <a:lnTo>
                  <a:pt x="17425" y="17706"/>
                </a:lnTo>
                <a:lnTo>
                  <a:pt x="16431" y="18849"/>
                </a:lnTo>
                <a:lnTo>
                  <a:pt x="15438" y="19778"/>
                </a:lnTo>
                <a:lnTo>
                  <a:pt x="14437" y="20504"/>
                </a:lnTo>
                <a:lnTo>
                  <a:pt x="13418" y="21036"/>
                </a:lnTo>
                <a:lnTo>
                  <a:pt x="12371" y="21391"/>
                </a:lnTo>
                <a:lnTo>
                  <a:pt x="11288" y="21574"/>
                </a:lnTo>
                <a:lnTo>
                  <a:pt x="10155" y="21600"/>
                </a:lnTo>
                <a:lnTo>
                  <a:pt x="8969" y="21480"/>
                </a:lnTo>
                <a:lnTo>
                  <a:pt x="7714" y="21224"/>
                </a:lnTo>
                <a:lnTo>
                  <a:pt x="7714" y="18124"/>
                </a:lnTo>
                <a:lnTo>
                  <a:pt x="7714" y="15012"/>
                </a:lnTo>
                <a:lnTo>
                  <a:pt x="7714" y="11891"/>
                </a:lnTo>
                <a:lnTo>
                  <a:pt x="7714" y="8743"/>
                </a:lnTo>
                <a:lnTo>
                  <a:pt x="7714" y="5564"/>
                </a:lnTo>
                <a:lnTo>
                  <a:pt x="6623" y="5564"/>
                </a:lnTo>
                <a:lnTo>
                  <a:pt x="5531" y="5564"/>
                </a:lnTo>
                <a:lnTo>
                  <a:pt x="4436" y="5564"/>
                </a:lnTo>
                <a:lnTo>
                  <a:pt x="3336" y="5564"/>
                </a:lnTo>
                <a:lnTo>
                  <a:pt x="2231" y="5564"/>
                </a:lnTo>
                <a:lnTo>
                  <a:pt x="1120" y="5564"/>
                </a:lnTo>
                <a:lnTo>
                  <a:pt x="0" y="5564"/>
                </a:lnTo>
                <a:lnTo>
                  <a:pt x="0" y="2975"/>
                </a:lnTo>
                <a:lnTo>
                  <a:pt x="0" y="345"/>
                </a:lnTo>
                <a:close/>
              </a:path>
            </a:pathLst>
          </a:custGeom>
          <a:solidFill>
            <a:srgbClr val="D1B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7" name="contour_09855"/>
          <p:cNvSpPr/>
          <p:nvPr/>
        </p:nvSpPr>
        <p:spPr>
          <a:xfrm>
            <a:off x="1118149" y="5669547"/>
            <a:ext cx="58304" cy="38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38" y="33"/>
                </a:moveTo>
                <a:lnTo>
                  <a:pt x="17280" y="66"/>
                </a:lnTo>
                <a:lnTo>
                  <a:pt x="18595" y="136"/>
                </a:lnTo>
                <a:lnTo>
                  <a:pt x="21600" y="288"/>
                </a:lnTo>
                <a:lnTo>
                  <a:pt x="21587" y="4334"/>
                </a:lnTo>
                <a:lnTo>
                  <a:pt x="21481" y="7205"/>
                </a:lnTo>
                <a:lnTo>
                  <a:pt x="21200" y="9313"/>
                </a:lnTo>
                <a:lnTo>
                  <a:pt x="20650" y="11071"/>
                </a:lnTo>
                <a:lnTo>
                  <a:pt x="19745" y="12887"/>
                </a:lnTo>
                <a:lnTo>
                  <a:pt x="18395" y="15179"/>
                </a:lnTo>
                <a:lnTo>
                  <a:pt x="16767" y="17336"/>
                </a:lnTo>
                <a:lnTo>
                  <a:pt x="15209" y="18959"/>
                </a:lnTo>
                <a:lnTo>
                  <a:pt x="13657" y="20113"/>
                </a:lnTo>
                <a:lnTo>
                  <a:pt x="12047" y="20881"/>
                </a:lnTo>
                <a:lnTo>
                  <a:pt x="10319" y="21337"/>
                </a:lnTo>
                <a:lnTo>
                  <a:pt x="8405" y="21551"/>
                </a:lnTo>
                <a:lnTo>
                  <a:pt x="6245" y="21600"/>
                </a:lnTo>
                <a:lnTo>
                  <a:pt x="4682" y="21444"/>
                </a:lnTo>
                <a:lnTo>
                  <a:pt x="3119" y="21267"/>
                </a:lnTo>
                <a:lnTo>
                  <a:pt x="1558" y="21062"/>
                </a:lnTo>
                <a:lnTo>
                  <a:pt x="0" y="20828"/>
                </a:lnTo>
                <a:lnTo>
                  <a:pt x="775" y="18166"/>
                </a:lnTo>
                <a:lnTo>
                  <a:pt x="1563" y="15512"/>
                </a:lnTo>
                <a:lnTo>
                  <a:pt x="2362" y="12866"/>
                </a:lnTo>
                <a:lnTo>
                  <a:pt x="3021" y="10648"/>
                </a:lnTo>
                <a:lnTo>
                  <a:pt x="3691" y="8389"/>
                </a:lnTo>
                <a:lnTo>
                  <a:pt x="4933" y="5866"/>
                </a:lnTo>
                <a:lnTo>
                  <a:pt x="6261" y="3878"/>
                </a:lnTo>
                <a:lnTo>
                  <a:pt x="7681" y="2370"/>
                </a:lnTo>
                <a:lnTo>
                  <a:pt x="9207" y="1290"/>
                </a:lnTo>
                <a:lnTo>
                  <a:pt x="10843" y="571"/>
                </a:lnTo>
                <a:lnTo>
                  <a:pt x="12606" y="160"/>
                </a:lnTo>
                <a:lnTo>
                  <a:pt x="14499" y="0"/>
                </a:lnTo>
                <a:lnTo>
                  <a:pt x="16538" y="33"/>
                </a:lnTo>
                <a:close/>
              </a:path>
            </a:pathLst>
          </a:custGeom>
          <a:solidFill>
            <a:srgbClr val="B0AAA8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8" name="contour_09856"/>
          <p:cNvSpPr/>
          <p:nvPr/>
        </p:nvSpPr>
        <p:spPr>
          <a:xfrm>
            <a:off x="7334806" y="5662769"/>
            <a:ext cx="51016" cy="52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538"/>
                </a:lnTo>
                <a:lnTo>
                  <a:pt x="3888" y="1076"/>
                </a:lnTo>
                <a:lnTo>
                  <a:pt x="5835" y="1614"/>
                </a:lnTo>
                <a:lnTo>
                  <a:pt x="7785" y="2156"/>
                </a:lnTo>
                <a:lnTo>
                  <a:pt x="9742" y="2697"/>
                </a:lnTo>
                <a:lnTo>
                  <a:pt x="11698" y="3238"/>
                </a:lnTo>
                <a:lnTo>
                  <a:pt x="13664" y="3782"/>
                </a:lnTo>
                <a:lnTo>
                  <a:pt x="15635" y="4329"/>
                </a:lnTo>
                <a:lnTo>
                  <a:pt x="17613" y="4876"/>
                </a:lnTo>
                <a:lnTo>
                  <a:pt x="19604" y="5426"/>
                </a:lnTo>
                <a:lnTo>
                  <a:pt x="21600" y="5979"/>
                </a:lnTo>
                <a:lnTo>
                  <a:pt x="20427" y="9465"/>
                </a:lnTo>
                <a:lnTo>
                  <a:pt x="19517" y="12138"/>
                </a:lnTo>
                <a:lnTo>
                  <a:pt x="18789" y="14174"/>
                </a:lnTo>
                <a:lnTo>
                  <a:pt x="18178" y="15746"/>
                </a:lnTo>
                <a:lnTo>
                  <a:pt x="17610" y="17035"/>
                </a:lnTo>
                <a:lnTo>
                  <a:pt x="17008" y="18210"/>
                </a:lnTo>
                <a:lnTo>
                  <a:pt x="16305" y="19450"/>
                </a:lnTo>
                <a:lnTo>
                  <a:pt x="15429" y="20927"/>
                </a:lnTo>
                <a:lnTo>
                  <a:pt x="12948" y="21376"/>
                </a:lnTo>
                <a:lnTo>
                  <a:pt x="11226" y="21600"/>
                </a:lnTo>
                <a:lnTo>
                  <a:pt x="9819" y="21600"/>
                </a:lnTo>
                <a:lnTo>
                  <a:pt x="8282" y="21376"/>
                </a:lnTo>
                <a:lnTo>
                  <a:pt x="6171" y="20927"/>
                </a:lnTo>
                <a:lnTo>
                  <a:pt x="6171" y="18954"/>
                </a:lnTo>
                <a:lnTo>
                  <a:pt x="6171" y="16978"/>
                </a:lnTo>
                <a:lnTo>
                  <a:pt x="6171" y="14993"/>
                </a:lnTo>
                <a:lnTo>
                  <a:pt x="6171" y="12999"/>
                </a:lnTo>
                <a:lnTo>
                  <a:pt x="6171" y="10993"/>
                </a:lnTo>
                <a:lnTo>
                  <a:pt x="6171" y="8969"/>
                </a:lnTo>
                <a:lnTo>
                  <a:pt x="4132" y="8969"/>
                </a:lnTo>
                <a:lnTo>
                  <a:pt x="2080" y="8969"/>
                </a:lnTo>
                <a:lnTo>
                  <a:pt x="0" y="8969"/>
                </a:lnTo>
                <a:lnTo>
                  <a:pt x="0" y="7193"/>
                </a:lnTo>
                <a:lnTo>
                  <a:pt x="0" y="5411"/>
                </a:lnTo>
                <a:lnTo>
                  <a:pt x="0" y="3623"/>
                </a:lnTo>
                <a:lnTo>
                  <a:pt x="0" y="1821"/>
                </a:lnTo>
                <a:lnTo>
                  <a:pt x="0" y="0"/>
                </a:lnTo>
                <a:close/>
              </a:path>
            </a:pathLst>
          </a:custGeom>
          <a:solidFill>
            <a:srgbClr val="90908B"/>
          </a:solidFill>
          <a:ln>
            <a:noFill/>
          </a:ln>
        </p:spPr>
        <p:txBody>
          <a:bodyPr/>
          <a:lstStyle/>
          <a:p/>
        </p:txBody>
      </p:sp>
      <p:sp>
        <p:nvSpPr>
          <p:cNvPr id="9859" name="contour_09857"/>
          <p:cNvSpPr/>
          <p:nvPr/>
        </p:nvSpPr>
        <p:spPr>
          <a:xfrm>
            <a:off x="5724160" y="5674926"/>
            <a:ext cx="51016" cy="607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0"/>
                </a:moveTo>
                <a:lnTo>
                  <a:pt x="14318" y="31"/>
                </a:lnTo>
                <a:lnTo>
                  <a:pt x="15635" y="93"/>
                </a:lnTo>
                <a:lnTo>
                  <a:pt x="16999" y="223"/>
                </a:lnTo>
                <a:lnTo>
                  <a:pt x="18844" y="467"/>
                </a:lnTo>
                <a:lnTo>
                  <a:pt x="21600" y="861"/>
                </a:lnTo>
                <a:lnTo>
                  <a:pt x="21069" y="2354"/>
                </a:lnTo>
                <a:lnTo>
                  <a:pt x="20535" y="3847"/>
                </a:lnTo>
                <a:lnTo>
                  <a:pt x="19995" y="5335"/>
                </a:lnTo>
                <a:lnTo>
                  <a:pt x="19449" y="6826"/>
                </a:lnTo>
                <a:lnTo>
                  <a:pt x="18900" y="8314"/>
                </a:lnTo>
                <a:lnTo>
                  <a:pt x="18397" y="9698"/>
                </a:lnTo>
                <a:lnTo>
                  <a:pt x="17894" y="11093"/>
                </a:lnTo>
                <a:lnTo>
                  <a:pt x="17382" y="12506"/>
                </a:lnTo>
                <a:lnTo>
                  <a:pt x="16496" y="14144"/>
                </a:lnTo>
                <a:lnTo>
                  <a:pt x="15571" y="15591"/>
                </a:lnTo>
                <a:lnTo>
                  <a:pt x="14571" y="16895"/>
                </a:lnTo>
                <a:lnTo>
                  <a:pt x="13469" y="18100"/>
                </a:lnTo>
                <a:lnTo>
                  <a:pt x="12238" y="19256"/>
                </a:lnTo>
                <a:lnTo>
                  <a:pt x="10843" y="20407"/>
                </a:lnTo>
                <a:lnTo>
                  <a:pt x="9257" y="21600"/>
                </a:lnTo>
                <a:lnTo>
                  <a:pt x="9257" y="19886"/>
                </a:lnTo>
                <a:lnTo>
                  <a:pt x="9257" y="18162"/>
                </a:lnTo>
                <a:lnTo>
                  <a:pt x="9257" y="16415"/>
                </a:lnTo>
                <a:lnTo>
                  <a:pt x="6961" y="15617"/>
                </a:lnTo>
                <a:lnTo>
                  <a:pt x="5332" y="15083"/>
                </a:lnTo>
                <a:lnTo>
                  <a:pt x="3925" y="14689"/>
                </a:lnTo>
                <a:lnTo>
                  <a:pt x="2296" y="14310"/>
                </a:lnTo>
                <a:lnTo>
                  <a:pt x="0" y="13823"/>
                </a:lnTo>
                <a:lnTo>
                  <a:pt x="1885" y="10468"/>
                </a:lnTo>
                <a:lnTo>
                  <a:pt x="3431" y="7775"/>
                </a:lnTo>
                <a:lnTo>
                  <a:pt x="4712" y="5657"/>
                </a:lnTo>
                <a:lnTo>
                  <a:pt x="5804" y="4034"/>
                </a:lnTo>
                <a:lnTo>
                  <a:pt x="6782" y="2818"/>
                </a:lnTo>
                <a:lnTo>
                  <a:pt x="7724" y="1931"/>
                </a:lnTo>
                <a:lnTo>
                  <a:pt x="8702" y="1288"/>
                </a:lnTo>
                <a:lnTo>
                  <a:pt x="9791" y="809"/>
                </a:lnTo>
                <a:lnTo>
                  <a:pt x="11075" y="407"/>
                </a:lnTo>
                <a:lnTo>
                  <a:pt x="12621" y="0"/>
                </a:lnTo>
                <a:close/>
              </a:path>
            </a:pathLst>
          </a:custGeom>
          <a:solidFill>
            <a:srgbClr val="BED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0" name="contour_09858"/>
          <p:cNvSpPr/>
          <p:nvPr/>
        </p:nvSpPr>
        <p:spPr>
          <a:xfrm>
            <a:off x="3603355" y="5677345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61" y="0"/>
                </a:lnTo>
                <a:lnTo>
                  <a:pt x="2724" y="0"/>
                </a:lnTo>
                <a:lnTo>
                  <a:pt x="4086" y="0"/>
                </a:lnTo>
                <a:lnTo>
                  <a:pt x="5451" y="0"/>
                </a:lnTo>
                <a:lnTo>
                  <a:pt x="6822" y="0"/>
                </a:lnTo>
                <a:lnTo>
                  <a:pt x="8194" y="0"/>
                </a:lnTo>
                <a:lnTo>
                  <a:pt x="9573" y="0"/>
                </a:lnTo>
                <a:lnTo>
                  <a:pt x="10957" y="0"/>
                </a:lnTo>
                <a:lnTo>
                  <a:pt x="12347" y="0"/>
                </a:lnTo>
                <a:lnTo>
                  <a:pt x="13745" y="0"/>
                </a:lnTo>
                <a:lnTo>
                  <a:pt x="13745" y="3569"/>
                </a:lnTo>
                <a:lnTo>
                  <a:pt x="13745" y="7160"/>
                </a:lnTo>
                <a:lnTo>
                  <a:pt x="13745" y="10800"/>
                </a:lnTo>
                <a:lnTo>
                  <a:pt x="15041" y="9909"/>
                </a:lnTo>
                <a:lnTo>
                  <a:pt x="16339" y="9018"/>
                </a:lnTo>
                <a:lnTo>
                  <a:pt x="17643" y="8122"/>
                </a:lnTo>
                <a:lnTo>
                  <a:pt x="18953" y="7220"/>
                </a:lnTo>
                <a:lnTo>
                  <a:pt x="20271" y="6313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0051" y="21238"/>
                </a:lnTo>
                <a:lnTo>
                  <a:pt x="18558" y="20844"/>
                </a:lnTo>
                <a:lnTo>
                  <a:pt x="17121" y="20407"/>
                </a:lnTo>
                <a:lnTo>
                  <a:pt x="15731" y="19904"/>
                </a:lnTo>
                <a:lnTo>
                  <a:pt x="14386" y="19321"/>
                </a:lnTo>
                <a:lnTo>
                  <a:pt x="13080" y="18641"/>
                </a:lnTo>
                <a:lnTo>
                  <a:pt x="11807" y="17847"/>
                </a:lnTo>
                <a:lnTo>
                  <a:pt x="10566" y="16924"/>
                </a:lnTo>
                <a:lnTo>
                  <a:pt x="9351" y="15854"/>
                </a:lnTo>
                <a:lnTo>
                  <a:pt x="8157" y="14618"/>
                </a:lnTo>
                <a:lnTo>
                  <a:pt x="6979" y="13203"/>
                </a:lnTo>
                <a:lnTo>
                  <a:pt x="5812" y="11594"/>
                </a:lnTo>
                <a:lnTo>
                  <a:pt x="4654" y="9769"/>
                </a:lnTo>
                <a:lnTo>
                  <a:pt x="3497" y="7717"/>
                </a:lnTo>
                <a:lnTo>
                  <a:pt x="2341" y="5411"/>
                </a:lnTo>
                <a:lnTo>
                  <a:pt x="1176" y="2846"/>
                </a:lnTo>
                <a:lnTo>
                  <a:pt x="0" y="0"/>
                </a:lnTo>
                <a:close/>
              </a:path>
            </a:pathLst>
          </a:custGeom>
          <a:solidFill>
            <a:srgbClr val="303230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1" name="contour_09859"/>
          <p:cNvSpPr/>
          <p:nvPr/>
        </p:nvSpPr>
        <p:spPr>
          <a:xfrm>
            <a:off x="2102028" y="5648193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0876" y="594"/>
                </a:lnTo>
                <a:lnTo>
                  <a:pt x="11016" y="1642"/>
                </a:lnTo>
                <a:lnTo>
                  <a:pt x="11333" y="4039"/>
                </a:lnTo>
                <a:lnTo>
                  <a:pt x="11603" y="5770"/>
                </a:lnTo>
                <a:lnTo>
                  <a:pt x="11876" y="7514"/>
                </a:lnTo>
                <a:lnTo>
                  <a:pt x="12150" y="9283"/>
                </a:lnTo>
                <a:lnTo>
                  <a:pt x="12402" y="11008"/>
                </a:lnTo>
                <a:lnTo>
                  <a:pt x="12654" y="12744"/>
                </a:lnTo>
                <a:lnTo>
                  <a:pt x="12910" y="14502"/>
                </a:lnTo>
                <a:lnTo>
                  <a:pt x="13831" y="17075"/>
                </a:lnTo>
                <a:lnTo>
                  <a:pt x="14681" y="18595"/>
                </a:lnTo>
                <a:lnTo>
                  <a:pt x="15955" y="19656"/>
                </a:lnTo>
                <a:lnTo>
                  <a:pt x="18140" y="20852"/>
                </a:lnTo>
                <a:lnTo>
                  <a:pt x="19858" y="21222"/>
                </a:lnTo>
                <a:lnTo>
                  <a:pt x="21600" y="21600"/>
                </a:lnTo>
                <a:lnTo>
                  <a:pt x="16348" y="20679"/>
                </a:lnTo>
                <a:lnTo>
                  <a:pt x="12218" y="19939"/>
                </a:lnTo>
                <a:lnTo>
                  <a:pt x="9043" y="19343"/>
                </a:lnTo>
                <a:lnTo>
                  <a:pt x="6642" y="18841"/>
                </a:lnTo>
                <a:lnTo>
                  <a:pt x="4835" y="18387"/>
                </a:lnTo>
                <a:lnTo>
                  <a:pt x="3445" y="17941"/>
                </a:lnTo>
                <a:lnTo>
                  <a:pt x="2293" y="17458"/>
                </a:lnTo>
                <a:lnTo>
                  <a:pt x="1206" y="16894"/>
                </a:lnTo>
                <a:lnTo>
                  <a:pt x="0" y="16200"/>
                </a:lnTo>
                <a:lnTo>
                  <a:pt x="50" y="14307"/>
                </a:lnTo>
                <a:lnTo>
                  <a:pt x="148" y="12930"/>
                </a:lnTo>
                <a:lnTo>
                  <a:pt x="353" y="11672"/>
                </a:lnTo>
                <a:lnTo>
                  <a:pt x="731" y="10138"/>
                </a:lnTo>
                <a:lnTo>
                  <a:pt x="1350" y="7933"/>
                </a:lnTo>
                <a:lnTo>
                  <a:pt x="1750" y="6450"/>
                </a:lnTo>
                <a:lnTo>
                  <a:pt x="2153" y="4960"/>
                </a:lnTo>
                <a:lnTo>
                  <a:pt x="2560" y="3448"/>
                </a:lnTo>
                <a:lnTo>
                  <a:pt x="3074" y="1736"/>
                </a:lnTo>
                <a:lnTo>
                  <a:pt x="3600" y="0"/>
                </a:lnTo>
                <a:close/>
              </a:path>
            </a:pathLst>
          </a:custGeom>
          <a:solidFill>
            <a:srgbClr val="2C262A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2" name="contour_09860"/>
          <p:cNvSpPr/>
          <p:nvPr/>
        </p:nvSpPr>
        <p:spPr>
          <a:xfrm>
            <a:off x="1650173" y="5640905"/>
            <a:ext cx="80168" cy="36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061" y="2793"/>
                </a:lnTo>
                <a:lnTo>
                  <a:pt x="20469" y="5595"/>
                </a:lnTo>
                <a:lnTo>
                  <a:pt x="20864" y="8406"/>
                </a:lnTo>
                <a:lnTo>
                  <a:pt x="21205" y="10748"/>
                </a:lnTo>
                <a:lnTo>
                  <a:pt x="21555" y="13129"/>
                </a:lnTo>
                <a:lnTo>
                  <a:pt x="21576" y="15224"/>
                </a:lnTo>
                <a:lnTo>
                  <a:pt x="21600" y="17349"/>
                </a:lnTo>
                <a:lnTo>
                  <a:pt x="20278" y="19275"/>
                </a:lnTo>
                <a:lnTo>
                  <a:pt x="19004" y="20568"/>
                </a:lnTo>
                <a:lnTo>
                  <a:pt x="17728" y="21314"/>
                </a:lnTo>
                <a:lnTo>
                  <a:pt x="16404" y="21600"/>
                </a:lnTo>
                <a:lnTo>
                  <a:pt x="14986" y="21522"/>
                </a:lnTo>
                <a:lnTo>
                  <a:pt x="13423" y="21162"/>
                </a:lnTo>
                <a:lnTo>
                  <a:pt x="12832" y="21006"/>
                </a:lnTo>
                <a:lnTo>
                  <a:pt x="11045" y="20524"/>
                </a:lnTo>
                <a:lnTo>
                  <a:pt x="10435" y="20342"/>
                </a:lnTo>
                <a:lnTo>
                  <a:pt x="8591" y="19787"/>
                </a:lnTo>
                <a:lnTo>
                  <a:pt x="7350" y="19449"/>
                </a:lnTo>
                <a:lnTo>
                  <a:pt x="6091" y="19102"/>
                </a:lnTo>
                <a:lnTo>
                  <a:pt x="4872" y="18763"/>
                </a:lnTo>
                <a:lnTo>
                  <a:pt x="3652" y="18416"/>
                </a:lnTo>
                <a:lnTo>
                  <a:pt x="2435" y="18065"/>
                </a:lnTo>
                <a:lnTo>
                  <a:pt x="1217" y="17709"/>
                </a:lnTo>
                <a:lnTo>
                  <a:pt x="0" y="17349"/>
                </a:lnTo>
                <a:lnTo>
                  <a:pt x="1029" y="14743"/>
                </a:lnTo>
                <a:lnTo>
                  <a:pt x="2072" y="12548"/>
                </a:lnTo>
                <a:lnTo>
                  <a:pt x="3138" y="10718"/>
                </a:lnTo>
                <a:lnTo>
                  <a:pt x="4236" y="9200"/>
                </a:lnTo>
                <a:lnTo>
                  <a:pt x="5376" y="7946"/>
                </a:lnTo>
                <a:lnTo>
                  <a:pt x="6568" y="6896"/>
                </a:lnTo>
                <a:lnTo>
                  <a:pt x="7821" y="6012"/>
                </a:lnTo>
                <a:lnTo>
                  <a:pt x="9143" y="5231"/>
                </a:lnTo>
                <a:lnTo>
                  <a:pt x="10541" y="4511"/>
                </a:lnTo>
                <a:lnTo>
                  <a:pt x="12027" y="3795"/>
                </a:lnTo>
                <a:lnTo>
                  <a:pt x="13127" y="3231"/>
                </a:lnTo>
                <a:lnTo>
                  <a:pt x="14244" y="2659"/>
                </a:lnTo>
                <a:lnTo>
                  <a:pt x="15591" y="1978"/>
                </a:lnTo>
                <a:lnTo>
                  <a:pt x="16938" y="1310"/>
                </a:lnTo>
                <a:lnTo>
                  <a:pt x="18287" y="651"/>
                </a:lnTo>
                <a:lnTo>
                  <a:pt x="19636" y="0"/>
                </a:lnTo>
                <a:close/>
              </a:path>
            </a:pathLst>
          </a:custGeom>
          <a:solidFill>
            <a:srgbClr val="C7C8CE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3" name="contour_09861"/>
          <p:cNvSpPr/>
          <p:nvPr/>
        </p:nvSpPr>
        <p:spPr>
          <a:xfrm>
            <a:off x="5489509" y="5611753"/>
            <a:ext cx="524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96" y="0"/>
                </a:moveTo>
                <a:lnTo>
                  <a:pt x="13410" y="1438"/>
                </a:lnTo>
                <a:lnTo>
                  <a:pt x="14211" y="2882"/>
                </a:lnTo>
                <a:lnTo>
                  <a:pt x="15000" y="4332"/>
                </a:lnTo>
                <a:lnTo>
                  <a:pt x="15784" y="5786"/>
                </a:lnTo>
                <a:lnTo>
                  <a:pt x="16675" y="7400"/>
                </a:lnTo>
                <a:lnTo>
                  <a:pt x="17578" y="9041"/>
                </a:lnTo>
                <a:lnTo>
                  <a:pt x="18149" y="11004"/>
                </a:lnTo>
                <a:lnTo>
                  <a:pt x="18305" y="12368"/>
                </a:lnTo>
                <a:lnTo>
                  <a:pt x="18026" y="13765"/>
                </a:lnTo>
                <a:lnTo>
                  <a:pt x="17275" y="15839"/>
                </a:lnTo>
                <a:lnTo>
                  <a:pt x="16855" y="16505"/>
                </a:lnTo>
                <a:lnTo>
                  <a:pt x="15597" y="18514"/>
                </a:lnTo>
                <a:lnTo>
                  <a:pt x="17083" y="19280"/>
                </a:lnTo>
                <a:lnTo>
                  <a:pt x="18575" y="20045"/>
                </a:lnTo>
                <a:lnTo>
                  <a:pt x="20078" y="20819"/>
                </a:lnTo>
                <a:lnTo>
                  <a:pt x="21600" y="21600"/>
                </a:lnTo>
                <a:lnTo>
                  <a:pt x="19520" y="21600"/>
                </a:lnTo>
                <a:lnTo>
                  <a:pt x="17437" y="21600"/>
                </a:lnTo>
                <a:lnTo>
                  <a:pt x="15354" y="21600"/>
                </a:lnTo>
                <a:lnTo>
                  <a:pt x="13269" y="21600"/>
                </a:lnTo>
                <a:lnTo>
                  <a:pt x="11174" y="21600"/>
                </a:lnTo>
                <a:lnTo>
                  <a:pt x="9076" y="21600"/>
                </a:lnTo>
                <a:lnTo>
                  <a:pt x="6969" y="21600"/>
                </a:lnTo>
                <a:lnTo>
                  <a:pt x="4853" y="21600"/>
                </a:lnTo>
                <a:lnTo>
                  <a:pt x="2728" y="21600"/>
                </a:lnTo>
                <a:lnTo>
                  <a:pt x="591" y="21600"/>
                </a:lnTo>
                <a:lnTo>
                  <a:pt x="261" y="18045"/>
                </a:lnTo>
                <a:lnTo>
                  <a:pt x="66" y="15549"/>
                </a:lnTo>
                <a:lnTo>
                  <a:pt x="0" y="13762"/>
                </a:lnTo>
                <a:lnTo>
                  <a:pt x="66" y="12346"/>
                </a:lnTo>
                <a:lnTo>
                  <a:pt x="261" y="10960"/>
                </a:lnTo>
                <a:lnTo>
                  <a:pt x="591" y="9257"/>
                </a:lnTo>
                <a:lnTo>
                  <a:pt x="2734" y="8307"/>
                </a:lnTo>
                <a:lnTo>
                  <a:pt x="4274" y="7671"/>
                </a:lnTo>
                <a:lnTo>
                  <a:pt x="5642" y="7202"/>
                </a:lnTo>
                <a:lnTo>
                  <a:pt x="7272" y="6752"/>
                </a:lnTo>
                <a:lnTo>
                  <a:pt x="9595" y="6171"/>
                </a:lnTo>
                <a:lnTo>
                  <a:pt x="10651" y="4298"/>
                </a:lnTo>
                <a:lnTo>
                  <a:pt x="11315" y="3033"/>
                </a:lnTo>
                <a:lnTo>
                  <a:pt x="11870" y="1793"/>
                </a:lnTo>
                <a:lnTo>
                  <a:pt x="12596" y="0"/>
                </a:lnTo>
                <a:close/>
              </a:path>
            </a:pathLst>
          </a:custGeom>
          <a:solidFill>
            <a:srgbClr val="635D56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4" name="contour_09862"/>
          <p:cNvSpPr/>
          <p:nvPr/>
        </p:nvSpPr>
        <p:spPr>
          <a:xfrm>
            <a:off x="5635990" y="5611753"/>
            <a:ext cx="5173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" y="0"/>
                </a:moveTo>
                <a:lnTo>
                  <a:pt x="1461" y="1077"/>
                </a:lnTo>
                <a:lnTo>
                  <a:pt x="2641" y="2173"/>
                </a:lnTo>
                <a:lnTo>
                  <a:pt x="4126" y="3515"/>
                </a:lnTo>
                <a:lnTo>
                  <a:pt x="5608" y="4828"/>
                </a:lnTo>
                <a:lnTo>
                  <a:pt x="7090" y="6107"/>
                </a:lnTo>
                <a:lnTo>
                  <a:pt x="8579" y="7358"/>
                </a:lnTo>
                <a:lnTo>
                  <a:pt x="10082" y="8572"/>
                </a:lnTo>
                <a:lnTo>
                  <a:pt x="11606" y="9758"/>
                </a:lnTo>
                <a:lnTo>
                  <a:pt x="13158" y="10913"/>
                </a:lnTo>
                <a:lnTo>
                  <a:pt x="14750" y="12034"/>
                </a:lnTo>
                <a:lnTo>
                  <a:pt x="16381" y="13125"/>
                </a:lnTo>
                <a:lnTo>
                  <a:pt x="18061" y="14180"/>
                </a:lnTo>
                <a:lnTo>
                  <a:pt x="19798" y="15206"/>
                </a:lnTo>
                <a:lnTo>
                  <a:pt x="21600" y="16200"/>
                </a:lnTo>
                <a:lnTo>
                  <a:pt x="19817" y="16783"/>
                </a:lnTo>
                <a:lnTo>
                  <a:pt x="18030" y="17361"/>
                </a:lnTo>
                <a:lnTo>
                  <a:pt x="16241" y="17933"/>
                </a:lnTo>
                <a:lnTo>
                  <a:pt x="14452" y="18503"/>
                </a:lnTo>
                <a:lnTo>
                  <a:pt x="12659" y="19067"/>
                </a:lnTo>
                <a:lnTo>
                  <a:pt x="10998" y="19602"/>
                </a:lnTo>
                <a:lnTo>
                  <a:pt x="9327" y="20139"/>
                </a:lnTo>
                <a:lnTo>
                  <a:pt x="7632" y="20682"/>
                </a:lnTo>
                <a:lnTo>
                  <a:pt x="6999" y="20817"/>
                </a:lnTo>
                <a:lnTo>
                  <a:pt x="5888" y="21055"/>
                </a:lnTo>
                <a:lnTo>
                  <a:pt x="3341" y="21600"/>
                </a:lnTo>
                <a:lnTo>
                  <a:pt x="1576" y="19969"/>
                </a:lnTo>
                <a:lnTo>
                  <a:pt x="642" y="18687"/>
                </a:lnTo>
                <a:lnTo>
                  <a:pt x="219" y="17086"/>
                </a:lnTo>
                <a:lnTo>
                  <a:pt x="0" y="14502"/>
                </a:lnTo>
                <a:lnTo>
                  <a:pt x="37" y="12776"/>
                </a:lnTo>
                <a:lnTo>
                  <a:pt x="73" y="11040"/>
                </a:lnTo>
                <a:lnTo>
                  <a:pt x="110" y="9283"/>
                </a:lnTo>
                <a:lnTo>
                  <a:pt x="137" y="7549"/>
                </a:lnTo>
                <a:lnTo>
                  <a:pt x="164" y="5805"/>
                </a:lnTo>
                <a:lnTo>
                  <a:pt x="192" y="4039"/>
                </a:lnTo>
                <a:lnTo>
                  <a:pt x="225" y="2705"/>
                </a:lnTo>
                <a:lnTo>
                  <a:pt x="262" y="1361"/>
                </a:lnTo>
                <a:lnTo>
                  <a:pt x="298" y="0"/>
                </a:lnTo>
                <a:close/>
              </a:path>
            </a:pathLst>
          </a:custGeom>
          <a:solidFill>
            <a:srgbClr val="3E3A32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5" name="contour_09863"/>
          <p:cNvSpPr/>
          <p:nvPr/>
        </p:nvSpPr>
        <p:spPr>
          <a:xfrm>
            <a:off x="1088997" y="558988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191"/>
                </a:lnTo>
                <a:lnTo>
                  <a:pt x="6823" y="355"/>
                </a:lnTo>
                <a:lnTo>
                  <a:pt x="8260" y="562"/>
                </a:lnTo>
                <a:lnTo>
                  <a:pt x="10013" y="870"/>
                </a:lnTo>
                <a:lnTo>
                  <a:pt x="12534" y="1352"/>
                </a:lnTo>
                <a:lnTo>
                  <a:pt x="14228" y="1663"/>
                </a:lnTo>
                <a:lnTo>
                  <a:pt x="15932" y="1981"/>
                </a:lnTo>
                <a:lnTo>
                  <a:pt x="17660" y="2302"/>
                </a:lnTo>
                <a:lnTo>
                  <a:pt x="19616" y="2691"/>
                </a:lnTo>
                <a:lnTo>
                  <a:pt x="21600" y="3086"/>
                </a:lnTo>
                <a:lnTo>
                  <a:pt x="21378" y="5070"/>
                </a:lnTo>
                <a:lnTo>
                  <a:pt x="21131" y="7029"/>
                </a:lnTo>
                <a:lnTo>
                  <a:pt x="20850" y="8973"/>
                </a:lnTo>
                <a:lnTo>
                  <a:pt x="20520" y="10902"/>
                </a:lnTo>
                <a:lnTo>
                  <a:pt x="20134" y="12815"/>
                </a:lnTo>
                <a:lnTo>
                  <a:pt x="19678" y="14722"/>
                </a:lnTo>
                <a:lnTo>
                  <a:pt x="19141" y="16620"/>
                </a:lnTo>
                <a:lnTo>
                  <a:pt x="18514" y="18514"/>
                </a:lnTo>
                <a:lnTo>
                  <a:pt x="16126" y="19742"/>
                </a:lnTo>
                <a:lnTo>
                  <a:pt x="14450" y="20517"/>
                </a:lnTo>
                <a:lnTo>
                  <a:pt x="13043" y="20986"/>
                </a:lnTo>
                <a:lnTo>
                  <a:pt x="11460" y="21298"/>
                </a:lnTo>
                <a:lnTo>
                  <a:pt x="9257" y="21600"/>
                </a:lnTo>
                <a:lnTo>
                  <a:pt x="9640" y="19690"/>
                </a:lnTo>
                <a:lnTo>
                  <a:pt x="10022" y="17780"/>
                </a:lnTo>
                <a:lnTo>
                  <a:pt x="10405" y="15864"/>
                </a:lnTo>
                <a:lnTo>
                  <a:pt x="10788" y="13944"/>
                </a:lnTo>
                <a:lnTo>
                  <a:pt x="11173" y="12016"/>
                </a:lnTo>
                <a:lnTo>
                  <a:pt x="11562" y="10078"/>
                </a:lnTo>
                <a:lnTo>
                  <a:pt x="11951" y="8131"/>
                </a:lnTo>
                <a:lnTo>
                  <a:pt x="12343" y="6171"/>
                </a:lnTo>
                <a:lnTo>
                  <a:pt x="10306" y="5662"/>
                </a:lnTo>
                <a:lnTo>
                  <a:pt x="8267" y="5153"/>
                </a:lnTo>
                <a:lnTo>
                  <a:pt x="6218" y="4641"/>
                </a:lnTo>
                <a:lnTo>
                  <a:pt x="4160" y="4126"/>
                </a:lnTo>
                <a:lnTo>
                  <a:pt x="2089" y="3607"/>
                </a:lnTo>
                <a:lnTo>
                  <a:pt x="0" y="3086"/>
                </a:lnTo>
                <a:lnTo>
                  <a:pt x="1531" y="1555"/>
                </a:lnTo>
                <a:lnTo>
                  <a:pt x="3086" y="0"/>
                </a:lnTo>
                <a:close/>
              </a:path>
            </a:pathLst>
          </a:custGeom>
          <a:solidFill>
            <a:srgbClr val="473655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6" name="contour_09864"/>
          <p:cNvSpPr/>
          <p:nvPr/>
        </p:nvSpPr>
        <p:spPr>
          <a:xfrm>
            <a:off x="10964226" y="5603715"/>
            <a:ext cx="94744" cy="371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36"/>
                </a:moveTo>
                <a:lnTo>
                  <a:pt x="1233" y="301"/>
                </a:lnTo>
                <a:lnTo>
                  <a:pt x="2446" y="178"/>
                </a:lnTo>
                <a:lnTo>
                  <a:pt x="3640" y="85"/>
                </a:lnTo>
                <a:lnTo>
                  <a:pt x="4818" y="21"/>
                </a:lnTo>
                <a:lnTo>
                  <a:pt x="5980" y="0"/>
                </a:lnTo>
                <a:lnTo>
                  <a:pt x="7130" y="30"/>
                </a:lnTo>
                <a:lnTo>
                  <a:pt x="8268" y="119"/>
                </a:lnTo>
                <a:lnTo>
                  <a:pt x="9396" y="275"/>
                </a:lnTo>
                <a:lnTo>
                  <a:pt x="10516" y="508"/>
                </a:lnTo>
                <a:lnTo>
                  <a:pt x="11627" y="825"/>
                </a:lnTo>
                <a:lnTo>
                  <a:pt x="12736" y="1236"/>
                </a:lnTo>
                <a:lnTo>
                  <a:pt x="13839" y="1748"/>
                </a:lnTo>
                <a:lnTo>
                  <a:pt x="14941" y="2370"/>
                </a:lnTo>
                <a:lnTo>
                  <a:pt x="16042" y="3111"/>
                </a:lnTo>
                <a:lnTo>
                  <a:pt x="17144" y="3979"/>
                </a:lnTo>
                <a:lnTo>
                  <a:pt x="18250" y="4986"/>
                </a:lnTo>
                <a:lnTo>
                  <a:pt x="19360" y="6133"/>
                </a:lnTo>
                <a:lnTo>
                  <a:pt x="20477" y="7437"/>
                </a:lnTo>
                <a:lnTo>
                  <a:pt x="21600" y="8902"/>
                </a:lnTo>
                <a:lnTo>
                  <a:pt x="21271" y="11416"/>
                </a:lnTo>
                <a:lnTo>
                  <a:pt x="20940" y="13939"/>
                </a:lnTo>
                <a:lnTo>
                  <a:pt x="20610" y="16470"/>
                </a:lnTo>
                <a:lnTo>
                  <a:pt x="20276" y="19022"/>
                </a:lnTo>
                <a:lnTo>
                  <a:pt x="19938" y="21600"/>
                </a:lnTo>
                <a:lnTo>
                  <a:pt x="19938" y="18802"/>
                </a:lnTo>
                <a:lnTo>
                  <a:pt x="19938" y="15987"/>
                </a:lnTo>
                <a:lnTo>
                  <a:pt x="19938" y="13134"/>
                </a:lnTo>
                <a:lnTo>
                  <a:pt x="18764" y="13134"/>
                </a:lnTo>
                <a:lnTo>
                  <a:pt x="17587" y="13134"/>
                </a:lnTo>
                <a:lnTo>
                  <a:pt x="16413" y="13134"/>
                </a:lnTo>
                <a:lnTo>
                  <a:pt x="15235" y="13134"/>
                </a:lnTo>
                <a:lnTo>
                  <a:pt x="14057" y="13134"/>
                </a:lnTo>
                <a:lnTo>
                  <a:pt x="12875" y="13134"/>
                </a:lnTo>
                <a:lnTo>
                  <a:pt x="11692" y="13134"/>
                </a:lnTo>
                <a:lnTo>
                  <a:pt x="10508" y="13134"/>
                </a:lnTo>
                <a:lnTo>
                  <a:pt x="9320" y="13134"/>
                </a:lnTo>
                <a:lnTo>
                  <a:pt x="8128" y="13134"/>
                </a:lnTo>
                <a:lnTo>
                  <a:pt x="6934" y="13134"/>
                </a:lnTo>
                <a:lnTo>
                  <a:pt x="5734" y="13134"/>
                </a:lnTo>
                <a:lnTo>
                  <a:pt x="4531" y="13134"/>
                </a:lnTo>
                <a:lnTo>
                  <a:pt x="3323" y="13134"/>
                </a:lnTo>
                <a:lnTo>
                  <a:pt x="3323" y="10337"/>
                </a:lnTo>
                <a:lnTo>
                  <a:pt x="3323" y="7522"/>
                </a:lnTo>
                <a:lnTo>
                  <a:pt x="3323" y="4669"/>
                </a:lnTo>
                <a:lnTo>
                  <a:pt x="2336" y="3115"/>
                </a:lnTo>
                <a:lnTo>
                  <a:pt x="1662" y="2154"/>
                </a:lnTo>
                <a:lnTo>
                  <a:pt x="987" y="1397"/>
                </a:lnTo>
                <a:lnTo>
                  <a:pt x="0" y="436"/>
                </a:lnTo>
                <a:close/>
              </a:path>
            </a:pathLst>
          </a:custGeom>
          <a:solidFill>
            <a:srgbClr val="EF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7" name="contour_09865"/>
          <p:cNvSpPr/>
          <p:nvPr/>
        </p:nvSpPr>
        <p:spPr>
          <a:xfrm>
            <a:off x="4791297" y="5604465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3" y="569"/>
                </a:lnTo>
                <a:lnTo>
                  <a:pt x="3096" y="1145"/>
                </a:lnTo>
                <a:lnTo>
                  <a:pt x="4637" y="1735"/>
                </a:lnTo>
                <a:lnTo>
                  <a:pt x="6168" y="2340"/>
                </a:lnTo>
                <a:lnTo>
                  <a:pt x="7697" y="2963"/>
                </a:lnTo>
                <a:lnTo>
                  <a:pt x="9221" y="3607"/>
                </a:lnTo>
                <a:lnTo>
                  <a:pt x="10740" y="4270"/>
                </a:lnTo>
                <a:lnTo>
                  <a:pt x="12259" y="4961"/>
                </a:lnTo>
                <a:lnTo>
                  <a:pt x="13774" y="5677"/>
                </a:lnTo>
                <a:lnTo>
                  <a:pt x="15288" y="6422"/>
                </a:lnTo>
                <a:lnTo>
                  <a:pt x="16800" y="7200"/>
                </a:lnTo>
                <a:lnTo>
                  <a:pt x="17395" y="5418"/>
                </a:lnTo>
                <a:lnTo>
                  <a:pt x="17990" y="3629"/>
                </a:lnTo>
                <a:lnTo>
                  <a:pt x="18593" y="1825"/>
                </a:lnTo>
                <a:lnTo>
                  <a:pt x="19200" y="0"/>
                </a:lnTo>
                <a:lnTo>
                  <a:pt x="19992" y="1868"/>
                </a:lnTo>
                <a:lnTo>
                  <a:pt x="20506" y="3240"/>
                </a:lnTo>
                <a:lnTo>
                  <a:pt x="20966" y="4792"/>
                </a:lnTo>
                <a:lnTo>
                  <a:pt x="21600" y="7200"/>
                </a:lnTo>
                <a:lnTo>
                  <a:pt x="21106" y="9486"/>
                </a:lnTo>
                <a:lnTo>
                  <a:pt x="20707" y="11045"/>
                </a:lnTo>
                <a:lnTo>
                  <a:pt x="20191" y="12593"/>
                </a:lnTo>
                <a:lnTo>
                  <a:pt x="19349" y="14850"/>
                </a:lnTo>
                <a:lnTo>
                  <a:pt x="18648" y="16762"/>
                </a:lnTo>
                <a:lnTo>
                  <a:pt x="17935" y="18702"/>
                </a:lnTo>
                <a:lnTo>
                  <a:pt x="17371" y="20142"/>
                </a:lnTo>
                <a:lnTo>
                  <a:pt x="16800" y="21600"/>
                </a:lnTo>
                <a:lnTo>
                  <a:pt x="16800" y="19462"/>
                </a:lnTo>
                <a:lnTo>
                  <a:pt x="16800" y="17316"/>
                </a:lnTo>
                <a:lnTo>
                  <a:pt x="16800" y="15163"/>
                </a:lnTo>
                <a:lnTo>
                  <a:pt x="16800" y="12992"/>
                </a:lnTo>
                <a:lnTo>
                  <a:pt x="16800" y="10800"/>
                </a:lnTo>
                <a:lnTo>
                  <a:pt x="15288" y="11448"/>
                </a:lnTo>
                <a:lnTo>
                  <a:pt x="13776" y="12096"/>
                </a:lnTo>
                <a:lnTo>
                  <a:pt x="12262" y="12744"/>
                </a:lnTo>
                <a:lnTo>
                  <a:pt x="10745" y="13396"/>
                </a:lnTo>
                <a:lnTo>
                  <a:pt x="9223" y="14047"/>
                </a:lnTo>
                <a:lnTo>
                  <a:pt x="7702" y="14699"/>
                </a:lnTo>
                <a:lnTo>
                  <a:pt x="6173" y="15354"/>
                </a:lnTo>
                <a:lnTo>
                  <a:pt x="4639" y="16013"/>
                </a:lnTo>
                <a:lnTo>
                  <a:pt x="3101" y="16672"/>
                </a:lnTo>
                <a:lnTo>
                  <a:pt x="1553" y="17334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B0958E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8" name="contour_09866"/>
          <p:cNvSpPr/>
          <p:nvPr/>
        </p:nvSpPr>
        <p:spPr>
          <a:xfrm>
            <a:off x="10760162" y="5597177"/>
            <a:ext cx="51016" cy="45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6492" y="258"/>
                </a:lnTo>
                <a:lnTo>
                  <a:pt x="8902" y="512"/>
                </a:lnTo>
                <a:lnTo>
                  <a:pt x="10661" y="863"/>
                </a:lnTo>
                <a:lnTo>
                  <a:pt x="12105" y="1402"/>
                </a:lnTo>
                <a:lnTo>
                  <a:pt x="13580" y="2230"/>
                </a:lnTo>
                <a:lnTo>
                  <a:pt x="15429" y="3437"/>
                </a:lnTo>
                <a:lnTo>
                  <a:pt x="16472" y="5492"/>
                </a:lnTo>
                <a:lnTo>
                  <a:pt x="17413" y="7564"/>
                </a:lnTo>
                <a:lnTo>
                  <a:pt x="18264" y="9664"/>
                </a:lnTo>
                <a:lnTo>
                  <a:pt x="19036" y="11785"/>
                </a:lnTo>
                <a:lnTo>
                  <a:pt x="19745" y="13939"/>
                </a:lnTo>
                <a:lnTo>
                  <a:pt x="20400" y="16129"/>
                </a:lnTo>
                <a:lnTo>
                  <a:pt x="21014" y="18352"/>
                </a:lnTo>
                <a:lnTo>
                  <a:pt x="21600" y="20621"/>
                </a:lnTo>
                <a:lnTo>
                  <a:pt x="19326" y="21026"/>
                </a:lnTo>
                <a:lnTo>
                  <a:pt x="17116" y="21346"/>
                </a:lnTo>
                <a:lnTo>
                  <a:pt x="14941" y="21545"/>
                </a:lnTo>
                <a:lnTo>
                  <a:pt x="12784" y="21600"/>
                </a:lnTo>
                <a:lnTo>
                  <a:pt x="10618" y="21483"/>
                </a:lnTo>
                <a:lnTo>
                  <a:pt x="8421" y="21167"/>
                </a:lnTo>
                <a:lnTo>
                  <a:pt x="6171" y="20621"/>
                </a:lnTo>
                <a:lnTo>
                  <a:pt x="4922" y="18644"/>
                </a:lnTo>
                <a:lnTo>
                  <a:pt x="3823" y="16637"/>
                </a:lnTo>
                <a:lnTo>
                  <a:pt x="2873" y="14592"/>
                </a:lnTo>
                <a:lnTo>
                  <a:pt x="2058" y="12496"/>
                </a:lnTo>
                <a:lnTo>
                  <a:pt x="1370" y="10345"/>
                </a:lnTo>
                <a:lnTo>
                  <a:pt x="805" y="8124"/>
                </a:lnTo>
                <a:lnTo>
                  <a:pt x="349" y="5825"/>
                </a:lnTo>
                <a:lnTo>
                  <a:pt x="0" y="3437"/>
                </a:lnTo>
                <a:lnTo>
                  <a:pt x="1531" y="1732"/>
                </a:lnTo>
                <a:lnTo>
                  <a:pt x="3086" y="0"/>
                </a:lnTo>
                <a:close/>
              </a:path>
            </a:pathLst>
          </a:custGeom>
          <a:solidFill>
            <a:srgbClr val="A6A7A4"/>
          </a:solidFill>
          <a:ln>
            <a:noFill/>
          </a:ln>
        </p:spPr>
        <p:txBody>
          <a:bodyPr/>
          <a:lstStyle/>
          <a:p/>
        </p:txBody>
      </p:sp>
      <p:sp>
        <p:nvSpPr>
          <p:cNvPr id="9869" name="contour_09867"/>
          <p:cNvSpPr/>
          <p:nvPr/>
        </p:nvSpPr>
        <p:spPr>
          <a:xfrm>
            <a:off x="8231229" y="5575313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100" y="2380"/>
                </a:lnTo>
                <a:lnTo>
                  <a:pt x="8100" y="4774"/>
                </a:lnTo>
                <a:lnTo>
                  <a:pt x="8100" y="7200"/>
                </a:lnTo>
                <a:lnTo>
                  <a:pt x="10009" y="7200"/>
                </a:lnTo>
                <a:lnTo>
                  <a:pt x="11920" y="7200"/>
                </a:lnTo>
                <a:lnTo>
                  <a:pt x="13838" y="7200"/>
                </a:lnTo>
                <a:lnTo>
                  <a:pt x="15763" y="7200"/>
                </a:lnTo>
                <a:lnTo>
                  <a:pt x="17696" y="7200"/>
                </a:lnTo>
                <a:lnTo>
                  <a:pt x="19640" y="7200"/>
                </a:lnTo>
                <a:lnTo>
                  <a:pt x="21600" y="7200"/>
                </a:lnTo>
                <a:lnTo>
                  <a:pt x="20928" y="11956"/>
                </a:lnTo>
                <a:lnTo>
                  <a:pt x="20444" y="15232"/>
                </a:lnTo>
                <a:lnTo>
                  <a:pt x="20077" y="17438"/>
                </a:lnTo>
                <a:lnTo>
                  <a:pt x="19745" y="18968"/>
                </a:lnTo>
                <a:lnTo>
                  <a:pt x="19378" y="20221"/>
                </a:lnTo>
                <a:lnTo>
                  <a:pt x="18900" y="21600"/>
                </a:lnTo>
                <a:lnTo>
                  <a:pt x="17115" y="21600"/>
                </a:lnTo>
                <a:lnTo>
                  <a:pt x="15320" y="21600"/>
                </a:lnTo>
                <a:lnTo>
                  <a:pt x="13500" y="21600"/>
                </a:lnTo>
                <a:lnTo>
                  <a:pt x="13500" y="19220"/>
                </a:lnTo>
                <a:lnTo>
                  <a:pt x="13500" y="16826"/>
                </a:lnTo>
                <a:lnTo>
                  <a:pt x="13500" y="14400"/>
                </a:lnTo>
                <a:lnTo>
                  <a:pt x="11734" y="13525"/>
                </a:lnTo>
                <a:lnTo>
                  <a:pt x="10441" y="13000"/>
                </a:lnTo>
                <a:lnTo>
                  <a:pt x="8991" y="12611"/>
                </a:lnTo>
                <a:lnTo>
                  <a:pt x="6750" y="12150"/>
                </a:lnTo>
                <a:lnTo>
                  <a:pt x="4865" y="11743"/>
                </a:lnTo>
                <a:lnTo>
                  <a:pt x="2954" y="11333"/>
                </a:lnTo>
                <a:lnTo>
                  <a:pt x="1488" y="11066"/>
                </a:lnTo>
                <a:lnTo>
                  <a:pt x="0" y="10800"/>
                </a:lnTo>
                <a:lnTo>
                  <a:pt x="508" y="8122"/>
                </a:lnTo>
                <a:lnTo>
                  <a:pt x="902" y="6221"/>
                </a:lnTo>
                <a:lnTo>
                  <a:pt x="1312" y="4579"/>
                </a:lnTo>
                <a:lnTo>
                  <a:pt x="1868" y="2678"/>
                </a:lnTo>
                <a:lnTo>
                  <a:pt x="2700" y="0"/>
                </a:lnTo>
                <a:close/>
              </a:path>
            </a:pathLst>
          </a:custGeom>
          <a:solidFill>
            <a:srgbClr val="323335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0" name="contour_09868"/>
          <p:cNvSpPr/>
          <p:nvPr/>
        </p:nvSpPr>
        <p:spPr>
          <a:xfrm>
            <a:off x="1956268" y="5568026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148" y="1717"/>
                </a:lnTo>
                <a:lnTo>
                  <a:pt x="10486" y="3460"/>
                </a:lnTo>
                <a:lnTo>
                  <a:pt x="11271" y="5645"/>
                </a:lnTo>
                <a:lnTo>
                  <a:pt x="11911" y="6919"/>
                </a:lnTo>
                <a:lnTo>
                  <a:pt x="12748" y="7769"/>
                </a:lnTo>
                <a:lnTo>
                  <a:pt x="14121" y="8690"/>
                </a:lnTo>
                <a:lnTo>
                  <a:pt x="15458" y="9068"/>
                </a:lnTo>
                <a:lnTo>
                  <a:pt x="16813" y="9450"/>
                </a:lnTo>
                <a:lnTo>
                  <a:pt x="18158" y="9857"/>
                </a:lnTo>
                <a:lnTo>
                  <a:pt x="19521" y="10267"/>
                </a:lnTo>
                <a:lnTo>
                  <a:pt x="20039" y="10400"/>
                </a:lnTo>
                <a:lnTo>
                  <a:pt x="21600" y="10800"/>
                </a:lnTo>
                <a:lnTo>
                  <a:pt x="21211" y="12938"/>
                </a:lnTo>
                <a:lnTo>
                  <a:pt x="20820" y="15084"/>
                </a:lnTo>
                <a:lnTo>
                  <a:pt x="20430" y="17237"/>
                </a:lnTo>
                <a:lnTo>
                  <a:pt x="20035" y="19408"/>
                </a:lnTo>
                <a:lnTo>
                  <a:pt x="19636" y="21600"/>
                </a:lnTo>
                <a:lnTo>
                  <a:pt x="18407" y="21287"/>
                </a:lnTo>
                <a:lnTo>
                  <a:pt x="17180" y="20952"/>
                </a:lnTo>
                <a:lnTo>
                  <a:pt x="15953" y="20606"/>
                </a:lnTo>
                <a:lnTo>
                  <a:pt x="14727" y="20250"/>
                </a:lnTo>
                <a:lnTo>
                  <a:pt x="13357" y="19872"/>
                </a:lnTo>
                <a:lnTo>
                  <a:pt x="11966" y="19490"/>
                </a:lnTo>
                <a:lnTo>
                  <a:pt x="10900" y="18749"/>
                </a:lnTo>
                <a:lnTo>
                  <a:pt x="9818" y="18000"/>
                </a:lnTo>
                <a:lnTo>
                  <a:pt x="9818" y="15620"/>
                </a:lnTo>
                <a:lnTo>
                  <a:pt x="9818" y="13226"/>
                </a:lnTo>
                <a:lnTo>
                  <a:pt x="9818" y="10800"/>
                </a:lnTo>
                <a:lnTo>
                  <a:pt x="8534" y="9925"/>
                </a:lnTo>
                <a:lnTo>
                  <a:pt x="7593" y="9400"/>
                </a:lnTo>
                <a:lnTo>
                  <a:pt x="6539" y="9011"/>
                </a:lnTo>
                <a:lnTo>
                  <a:pt x="4909" y="8550"/>
                </a:lnTo>
                <a:lnTo>
                  <a:pt x="3538" y="8143"/>
                </a:lnTo>
                <a:lnTo>
                  <a:pt x="2148" y="7733"/>
                </a:lnTo>
                <a:lnTo>
                  <a:pt x="1082" y="7466"/>
                </a:lnTo>
                <a:lnTo>
                  <a:pt x="0" y="7200"/>
                </a:lnTo>
                <a:lnTo>
                  <a:pt x="1188" y="6707"/>
                </a:lnTo>
                <a:lnTo>
                  <a:pt x="2378" y="6214"/>
                </a:lnTo>
                <a:lnTo>
                  <a:pt x="3566" y="5724"/>
                </a:lnTo>
                <a:lnTo>
                  <a:pt x="4756" y="5231"/>
                </a:lnTo>
                <a:lnTo>
                  <a:pt x="5944" y="4738"/>
                </a:lnTo>
                <a:lnTo>
                  <a:pt x="7079" y="4025"/>
                </a:lnTo>
                <a:lnTo>
                  <a:pt x="7860" y="3290"/>
                </a:lnTo>
                <a:lnTo>
                  <a:pt x="8654" y="2099"/>
                </a:lnTo>
                <a:lnTo>
                  <a:pt x="9818" y="0"/>
                </a:lnTo>
                <a:close/>
              </a:path>
            </a:pathLst>
          </a:custGeom>
          <a:solidFill>
            <a:srgbClr val="9873A8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1" name="contour_09869"/>
          <p:cNvSpPr/>
          <p:nvPr/>
        </p:nvSpPr>
        <p:spPr>
          <a:xfrm>
            <a:off x="4485201" y="5560023"/>
            <a:ext cx="38131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45" y="0"/>
                </a:moveTo>
                <a:lnTo>
                  <a:pt x="10643" y="71"/>
                </a:lnTo>
                <a:lnTo>
                  <a:pt x="13141" y="142"/>
                </a:lnTo>
                <a:lnTo>
                  <a:pt x="15643" y="209"/>
                </a:lnTo>
                <a:lnTo>
                  <a:pt x="18140" y="280"/>
                </a:lnTo>
                <a:lnTo>
                  <a:pt x="20642" y="347"/>
                </a:lnTo>
                <a:lnTo>
                  <a:pt x="21022" y="2929"/>
                </a:lnTo>
                <a:lnTo>
                  <a:pt x="21328" y="5466"/>
                </a:lnTo>
                <a:lnTo>
                  <a:pt x="21534" y="7977"/>
                </a:lnTo>
                <a:lnTo>
                  <a:pt x="21600" y="10474"/>
                </a:lnTo>
                <a:lnTo>
                  <a:pt x="21497" y="12978"/>
                </a:lnTo>
                <a:lnTo>
                  <a:pt x="21187" y="15500"/>
                </a:lnTo>
                <a:lnTo>
                  <a:pt x="20642" y="18058"/>
                </a:lnTo>
                <a:lnTo>
                  <a:pt x="18017" y="19280"/>
                </a:lnTo>
                <a:lnTo>
                  <a:pt x="15383" y="20169"/>
                </a:lnTo>
                <a:lnTo>
                  <a:pt x="12707" y="20785"/>
                </a:lnTo>
                <a:lnTo>
                  <a:pt x="9962" y="21193"/>
                </a:lnTo>
                <a:lnTo>
                  <a:pt x="7113" y="21444"/>
                </a:lnTo>
                <a:lnTo>
                  <a:pt x="4128" y="21600"/>
                </a:lnTo>
                <a:lnTo>
                  <a:pt x="3534" y="19446"/>
                </a:lnTo>
                <a:lnTo>
                  <a:pt x="2948" y="17286"/>
                </a:lnTo>
                <a:lnTo>
                  <a:pt x="2374" y="15129"/>
                </a:lnTo>
                <a:lnTo>
                  <a:pt x="1808" y="12964"/>
                </a:lnTo>
                <a:lnTo>
                  <a:pt x="1482" y="11756"/>
                </a:lnTo>
                <a:lnTo>
                  <a:pt x="500" y="8108"/>
                </a:lnTo>
                <a:lnTo>
                  <a:pt x="252" y="6015"/>
                </a:lnTo>
                <a:lnTo>
                  <a:pt x="0" y="3889"/>
                </a:lnTo>
                <a:lnTo>
                  <a:pt x="2448" y="1838"/>
                </a:lnTo>
                <a:lnTo>
                  <a:pt x="4112" y="747"/>
                </a:lnTo>
                <a:lnTo>
                  <a:pt x="5759" y="259"/>
                </a:lnTo>
                <a:lnTo>
                  <a:pt x="8145" y="0"/>
                </a:lnTo>
                <a:close/>
              </a:path>
            </a:pathLst>
          </a:custGeom>
          <a:solidFill>
            <a:srgbClr val="AE945B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2" name="contour_09870"/>
          <p:cNvSpPr/>
          <p:nvPr/>
        </p:nvSpPr>
        <p:spPr>
          <a:xfrm>
            <a:off x="10663596" y="5553450"/>
            <a:ext cx="7470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" y="0"/>
                </a:moveTo>
                <a:lnTo>
                  <a:pt x="1068" y="497"/>
                </a:lnTo>
                <a:lnTo>
                  <a:pt x="2025" y="1372"/>
                </a:lnTo>
                <a:lnTo>
                  <a:pt x="4215" y="3377"/>
                </a:lnTo>
                <a:lnTo>
                  <a:pt x="5506" y="4442"/>
                </a:lnTo>
                <a:lnTo>
                  <a:pt x="6792" y="5411"/>
                </a:lnTo>
                <a:lnTo>
                  <a:pt x="8073" y="6293"/>
                </a:lnTo>
                <a:lnTo>
                  <a:pt x="9359" y="7099"/>
                </a:lnTo>
                <a:lnTo>
                  <a:pt x="10650" y="7834"/>
                </a:lnTo>
                <a:lnTo>
                  <a:pt x="11955" y="8510"/>
                </a:lnTo>
                <a:lnTo>
                  <a:pt x="13276" y="9137"/>
                </a:lnTo>
                <a:lnTo>
                  <a:pt x="14616" y="9720"/>
                </a:lnTo>
                <a:lnTo>
                  <a:pt x="15986" y="10274"/>
                </a:lnTo>
                <a:lnTo>
                  <a:pt x="17385" y="10800"/>
                </a:lnTo>
                <a:lnTo>
                  <a:pt x="17385" y="8420"/>
                </a:lnTo>
                <a:lnTo>
                  <a:pt x="17385" y="6026"/>
                </a:lnTo>
                <a:lnTo>
                  <a:pt x="17385" y="3600"/>
                </a:lnTo>
                <a:lnTo>
                  <a:pt x="18778" y="3600"/>
                </a:lnTo>
                <a:lnTo>
                  <a:pt x="20180" y="3600"/>
                </a:lnTo>
                <a:lnTo>
                  <a:pt x="21600" y="3600"/>
                </a:lnTo>
                <a:lnTo>
                  <a:pt x="21600" y="6145"/>
                </a:lnTo>
                <a:lnTo>
                  <a:pt x="21600" y="8694"/>
                </a:lnTo>
                <a:lnTo>
                  <a:pt x="21600" y="11250"/>
                </a:lnTo>
                <a:lnTo>
                  <a:pt x="21600" y="13817"/>
                </a:lnTo>
                <a:lnTo>
                  <a:pt x="21600" y="16394"/>
                </a:lnTo>
                <a:lnTo>
                  <a:pt x="21600" y="18986"/>
                </a:lnTo>
                <a:lnTo>
                  <a:pt x="21600" y="21600"/>
                </a:lnTo>
                <a:lnTo>
                  <a:pt x="21077" y="19818"/>
                </a:lnTo>
                <a:lnTo>
                  <a:pt x="20555" y="18029"/>
                </a:lnTo>
                <a:lnTo>
                  <a:pt x="20026" y="16225"/>
                </a:lnTo>
                <a:lnTo>
                  <a:pt x="19493" y="14400"/>
                </a:lnTo>
                <a:lnTo>
                  <a:pt x="18171" y="14620"/>
                </a:lnTo>
                <a:lnTo>
                  <a:pt x="17223" y="14879"/>
                </a:lnTo>
                <a:lnTo>
                  <a:pt x="16191" y="15350"/>
                </a:lnTo>
                <a:lnTo>
                  <a:pt x="14621" y="16200"/>
                </a:lnTo>
                <a:lnTo>
                  <a:pt x="12992" y="16808"/>
                </a:lnTo>
                <a:lnTo>
                  <a:pt x="11493" y="17212"/>
                </a:lnTo>
                <a:lnTo>
                  <a:pt x="10094" y="17392"/>
                </a:lnTo>
                <a:lnTo>
                  <a:pt x="8762" y="17341"/>
                </a:lnTo>
                <a:lnTo>
                  <a:pt x="7468" y="17053"/>
                </a:lnTo>
                <a:lnTo>
                  <a:pt x="6179" y="16506"/>
                </a:lnTo>
                <a:lnTo>
                  <a:pt x="4864" y="15700"/>
                </a:lnTo>
                <a:lnTo>
                  <a:pt x="3492" y="14616"/>
                </a:lnTo>
                <a:lnTo>
                  <a:pt x="2034" y="13248"/>
                </a:lnTo>
                <a:lnTo>
                  <a:pt x="1155" y="11740"/>
                </a:lnTo>
                <a:lnTo>
                  <a:pt x="649" y="10375"/>
                </a:lnTo>
                <a:lnTo>
                  <a:pt x="329" y="8370"/>
                </a:lnTo>
                <a:lnTo>
                  <a:pt x="0" y="4950"/>
                </a:lnTo>
                <a:lnTo>
                  <a:pt x="261" y="2491"/>
                </a:lnTo>
                <a:lnTo>
                  <a:pt x="527" y="0"/>
                </a:lnTo>
                <a:close/>
              </a:path>
            </a:pathLst>
          </a:custGeom>
          <a:solidFill>
            <a:srgbClr val="766E5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3" name="contour_09871"/>
          <p:cNvSpPr/>
          <p:nvPr/>
        </p:nvSpPr>
        <p:spPr>
          <a:xfrm>
            <a:off x="972390" y="5553450"/>
            <a:ext cx="6081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09" y="0"/>
                </a:moveTo>
                <a:lnTo>
                  <a:pt x="21082" y="2296"/>
                </a:lnTo>
                <a:lnTo>
                  <a:pt x="21370" y="4511"/>
                </a:lnTo>
                <a:lnTo>
                  <a:pt x="21551" y="6674"/>
                </a:lnTo>
                <a:lnTo>
                  <a:pt x="21600" y="8816"/>
                </a:lnTo>
                <a:lnTo>
                  <a:pt x="21491" y="10970"/>
                </a:lnTo>
                <a:lnTo>
                  <a:pt x="21201" y="13164"/>
                </a:lnTo>
                <a:lnTo>
                  <a:pt x="20709" y="15429"/>
                </a:lnTo>
                <a:lnTo>
                  <a:pt x="19099" y="16644"/>
                </a:lnTo>
                <a:lnTo>
                  <a:pt x="17474" y="17724"/>
                </a:lnTo>
                <a:lnTo>
                  <a:pt x="15830" y="18672"/>
                </a:lnTo>
                <a:lnTo>
                  <a:pt x="14158" y="19486"/>
                </a:lnTo>
                <a:lnTo>
                  <a:pt x="12454" y="20168"/>
                </a:lnTo>
                <a:lnTo>
                  <a:pt x="10712" y="20721"/>
                </a:lnTo>
                <a:lnTo>
                  <a:pt x="8921" y="21140"/>
                </a:lnTo>
                <a:lnTo>
                  <a:pt x="7080" y="21433"/>
                </a:lnTo>
                <a:lnTo>
                  <a:pt x="5177" y="21600"/>
                </a:lnTo>
                <a:lnTo>
                  <a:pt x="3358" y="19829"/>
                </a:lnTo>
                <a:lnTo>
                  <a:pt x="2211" y="18595"/>
                </a:lnTo>
                <a:lnTo>
                  <a:pt x="1253" y="17320"/>
                </a:lnTo>
                <a:lnTo>
                  <a:pt x="0" y="15429"/>
                </a:lnTo>
                <a:lnTo>
                  <a:pt x="1538" y="15429"/>
                </a:lnTo>
                <a:lnTo>
                  <a:pt x="3081" y="15429"/>
                </a:lnTo>
                <a:lnTo>
                  <a:pt x="4629" y="15429"/>
                </a:lnTo>
                <a:lnTo>
                  <a:pt x="6190" y="15429"/>
                </a:lnTo>
                <a:lnTo>
                  <a:pt x="7766" y="15429"/>
                </a:lnTo>
                <a:lnTo>
                  <a:pt x="7766" y="13389"/>
                </a:lnTo>
                <a:lnTo>
                  <a:pt x="7766" y="11337"/>
                </a:lnTo>
                <a:lnTo>
                  <a:pt x="7766" y="9257"/>
                </a:lnTo>
                <a:lnTo>
                  <a:pt x="8910" y="7319"/>
                </a:lnTo>
                <a:lnTo>
                  <a:pt x="9832" y="6020"/>
                </a:lnTo>
                <a:lnTo>
                  <a:pt x="11326" y="4243"/>
                </a:lnTo>
                <a:lnTo>
                  <a:pt x="12317" y="3036"/>
                </a:lnTo>
                <a:lnTo>
                  <a:pt x="13327" y="1808"/>
                </a:lnTo>
                <a:lnTo>
                  <a:pt x="14445" y="926"/>
                </a:lnTo>
                <a:lnTo>
                  <a:pt x="15387" y="392"/>
                </a:lnTo>
                <a:lnTo>
                  <a:pt x="16508" y="117"/>
                </a:lnTo>
                <a:lnTo>
                  <a:pt x="18165" y="15"/>
                </a:lnTo>
                <a:lnTo>
                  <a:pt x="20709" y="0"/>
                </a:lnTo>
                <a:close/>
              </a:path>
            </a:pathLst>
          </a:custGeom>
          <a:solidFill>
            <a:srgbClr val="CAC7DA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4" name="contour_09872"/>
          <p:cNvSpPr/>
          <p:nvPr/>
        </p:nvSpPr>
        <p:spPr>
          <a:xfrm>
            <a:off x="717310" y="5546162"/>
            <a:ext cx="73536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26" y="0"/>
                </a:moveTo>
                <a:lnTo>
                  <a:pt x="18697" y="2068"/>
                </a:lnTo>
                <a:lnTo>
                  <a:pt x="19669" y="3640"/>
                </a:lnTo>
                <a:lnTo>
                  <a:pt x="20438" y="5512"/>
                </a:lnTo>
                <a:lnTo>
                  <a:pt x="21407" y="8474"/>
                </a:lnTo>
                <a:lnTo>
                  <a:pt x="21536" y="11880"/>
                </a:lnTo>
                <a:lnTo>
                  <a:pt x="21600" y="14245"/>
                </a:lnTo>
                <a:lnTo>
                  <a:pt x="21600" y="16177"/>
                </a:lnTo>
                <a:lnTo>
                  <a:pt x="21536" y="18287"/>
                </a:lnTo>
                <a:lnTo>
                  <a:pt x="21407" y="21185"/>
                </a:lnTo>
                <a:lnTo>
                  <a:pt x="20104" y="21265"/>
                </a:lnTo>
                <a:lnTo>
                  <a:pt x="18798" y="21333"/>
                </a:lnTo>
                <a:lnTo>
                  <a:pt x="17494" y="21392"/>
                </a:lnTo>
                <a:lnTo>
                  <a:pt x="16188" y="21447"/>
                </a:lnTo>
                <a:lnTo>
                  <a:pt x="15458" y="21486"/>
                </a:lnTo>
                <a:lnTo>
                  <a:pt x="13253" y="21600"/>
                </a:lnTo>
                <a:lnTo>
                  <a:pt x="11746" y="21295"/>
                </a:lnTo>
                <a:lnTo>
                  <a:pt x="10755" y="20706"/>
                </a:lnTo>
                <a:lnTo>
                  <a:pt x="9841" y="19405"/>
                </a:lnTo>
                <a:lnTo>
                  <a:pt x="8563" y="16948"/>
                </a:lnTo>
                <a:lnTo>
                  <a:pt x="7011" y="15969"/>
                </a:lnTo>
                <a:lnTo>
                  <a:pt x="5866" y="15350"/>
                </a:lnTo>
                <a:lnTo>
                  <a:pt x="4149" y="14567"/>
                </a:lnTo>
                <a:lnTo>
                  <a:pt x="3539" y="14291"/>
                </a:lnTo>
                <a:lnTo>
                  <a:pt x="2462" y="13812"/>
                </a:lnTo>
                <a:lnTo>
                  <a:pt x="0" y="12711"/>
                </a:lnTo>
                <a:lnTo>
                  <a:pt x="1379" y="11537"/>
                </a:lnTo>
                <a:lnTo>
                  <a:pt x="2757" y="10376"/>
                </a:lnTo>
                <a:lnTo>
                  <a:pt x="4138" y="9224"/>
                </a:lnTo>
                <a:lnTo>
                  <a:pt x="5521" y="8084"/>
                </a:lnTo>
                <a:lnTo>
                  <a:pt x="6908" y="6953"/>
                </a:lnTo>
                <a:lnTo>
                  <a:pt x="8295" y="5826"/>
                </a:lnTo>
                <a:lnTo>
                  <a:pt x="9471" y="4809"/>
                </a:lnTo>
                <a:lnTo>
                  <a:pt x="10661" y="3775"/>
                </a:lnTo>
                <a:lnTo>
                  <a:pt x="11817" y="2868"/>
                </a:lnTo>
                <a:lnTo>
                  <a:pt x="12731" y="2220"/>
                </a:lnTo>
                <a:lnTo>
                  <a:pt x="13714" y="1648"/>
                </a:lnTo>
                <a:lnTo>
                  <a:pt x="15075" y="966"/>
                </a:lnTo>
                <a:lnTo>
                  <a:pt x="17126" y="0"/>
                </a:lnTo>
                <a:close/>
              </a:path>
            </a:pathLst>
          </a:custGeom>
          <a:solidFill>
            <a:srgbClr val="BFC6CD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5" name="contour_09873"/>
          <p:cNvSpPr/>
          <p:nvPr/>
        </p:nvSpPr>
        <p:spPr>
          <a:xfrm>
            <a:off x="9987635" y="5516011"/>
            <a:ext cx="51016" cy="52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5"/>
                </a:moveTo>
                <a:lnTo>
                  <a:pt x="21507" y="2418"/>
                </a:lnTo>
                <a:lnTo>
                  <a:pt x="21375" y="4376"/>
                </a:lnTo>
                <a:lnTo>
                  <a:pt x="21183" y="6292"/>
                </a:lnTo>
                <a:lnTo>
                  <a:pt x="20909" y="8175"/>
                </a:lnTo>
                <a:lnTo>
                  <a:pt x="20526" y="10036"/>
                </a:lnTo>
                <a:lnTo>
                  <a:pt x="20014" y="11879"/>
                </a:lnTo>
                <a:lnTo>
                  <a:pt x="19351" y="13713"/>
                </a:lnTo>
                <a:lnTo>
                  <a:pt x="18514" y="15547"/>
                </a:lnTo>
                <a:lnTo>
                  <a:pt x="16453" y="15919"/>
                </a:lnTo>
                <a:lnTo>
                  <a:pt x="14503" y="16101"/>
                </a:lnTo>
                <a:lnTo>
                  <a:pt x="12602" y="16119"/>
                </a:lnTo>
                <a:lnTo>
                  <a:pt x="10695" y="16004"/>
                </a:lnTo>
                <a:lnTo>
                  <a:pt x="8733" y="15783"/>
                </a:lnTo>
                <a:lnTo>
                  <a:pt x="6653" y="15487"/>
                </a:lnTo>
                <a:lnTo>
                  <a:pt x="4882" y="15517"/>
                </a:lnTo>
                <a:lnTo>
                  <a:pt x="3086" y="15547"/>
                </a:lnTo>
                <a:lnTo>
                  <a:pt x="1898" y="17324"/>
                </a:lnTo>
                <a:lnTo>
                  <a:pt x="1182" y="18546"/>
                </a:lnTo>
                <a:lnTo>
                  <a:pt x="645" y="19781"/>
                </a:lnTo>
                <a:lnTo>
                  <a:pt x="0" y="21600"/>
                </a:lnTo>
                <a:lnTo>
                  <a:pt x="413" y="19376"/>
                </a:lnTo>
                <a:lnTo>
                  <a:pt x="864" y="17287"/>
                </a:lnTo>
                <a:lnTo>
                  <a:pt x="1367" y="15320"/>
                </a:lnTo>
                <a:lnTo>
                  <a:pt x="1944" y="13459"/>
                </a:lnTo>
                <a:lnTo>
                  <a:pt x="2617" y="11688"/>
                </a:lnTo>
                <a:lnTo>
                  <a:pt x="3404" y="9990"/>
                </a:lnTo>
                <a:lnTo>
                  <a:pt x="4326" y="8347"/>
                </a:lnTo>
                <a:lnTo>
                  <a:pt x="5406" y="6743"/>
                </a:lnTo>
                <a:lnTo>
                  <a:pt x="6659" y="5163"/>
                </a:lnTo>
                <a:lnTo>
                  <a:pt x="8109" y="3592"/>
                </a:lnTo>
                <a:lnTo>
                  <a:pt x="9776" y="2010"/>
                </a:lnTo>
                <a:lnTo>
                  <a:pt x="11710" y="996"/>
                </a:lnTo>
                <a:lnTo>
                  <a:pt x="13596" y="363"/>
                </a:lnTo>
                <a:lnTo>
                  <a:pt x="15475" y="54"/>
                </a:lnTo>
                <a:lnTo>
                  <a:pt x="17403" y="0"/>
                </a:lnTo>
                <a:lnTo>
                  <a:pt x="19428" y="142"/>
                </a:lnTo>
                <a:lnTo>
                  <a:pt x="21600" y="415"/>
                </a:lnTo>
                <a:close/>
              </a:path>
            </a:pathLst>
          </a:custGeom>
          <a:solidFill>
            <a:srgbClr val="E1E2E2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6" name="contour_09874"/>
          <p:cNvSpPr/>
          <p:nvPr/>
        </p:nvSpPr>
        <p:spPr>
          <a:xfrm>
            <a:off x="8551901" y="5517010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6" y="187"/>
                </a:lnTo>
                <a:lnTo>
                  <a:pt x="5989" y="349"/>
                </a:lnTo>
                <a:lnTo>
                  <a:pt x="7201" y="522"/>
                </a:lnTo>
                <a:lnTo>
                  <a:pt x="8481" y="756"/>
                </a:lnTo>
                <a:lnTo>
                  <a:pt x="10098" y="1094"/>
                </a:lnTo>
                <a:lnTo>
                  <a:pt x="12317" y="1577"/>
                </a:lnTo>
                <a:lnTo>
                  <a:pt x="14051" y="1940"/>
                </a:lnTo>
                <a:lnTo>
                  <a:pt x="15795" y="2311"/>
                </a:lnTo>
                <a:lnTo>
                  <a:pt x="17561" y="2686"/>
                </a:lnTo>
                <a:lnTo>
                  <a:pt x="18895" y="2988"/>
                </a:lnTo>
                <a:lnTo>
                  <a:pt x="20239" y="3294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20223" y="12319"/>
                </a:lnTo>
                <a:lnTo>
                  <a:pt x="19200" y="13381"/>
                </a:lnTo>
                <a:lnTo>
                  <a:pt x="18225" y="14270"/>
                </a:lnTo>
                <a:lnTo>
                  <a:pt x="16991" y="15268"/>
                </a:lnTo>
                <a:lnTo>
                  <a:pt x="15188" y="16650"/>
                </a:lnTo>
                <a:lnTo>
                  <a:pt x="13997" y="17590"/>
                </a:lnTo>
                <a:lnTo>
                  <a:pt x="12795" y="18533"/>
                </a:lnTo>
                <a:lnTo>
                  <a:pt x="11580" y="19490"/>
                </a:lnTo>
                <a:lnTo>
                  <a:pt x="9839" y="20520"/>
                </a:lnTo>
                <a:lnTo>
                  <a:pt x="8505" y="21143"/>
                </a:lnTo>
                <a:lnTo>
                  <a:pt x="7155" y="21463"/>
                </a:lnTo>
                <a:lnTo>
                  <a:pt x="5362" y="21582"/>
                </a:lnTo>
                <a:lnTo>
                  <a:pt x="2700" y="21600"/>
                </a:lnTo>
                <a:lnTo>
                  <a:pt x="1990" y="19318"/>
                </a:lnTo>
                <a:lnTo>
                  <a:pt x="1558" y="17644"/>
                </a:lnTo>
                <a:lnTo>
                  <a:pt x="1234" y="15754"/>
                </a:lnTo>
                <a:lnTo>
                  <a:pt x="842" y="12823"/>
                </a:lnTo>
                <a:lnTo>
                  <a:pt x="494" y="10375"/>
                </a:lnTo>
                <a:lnTo>
                  <a:pt x="138" y="7888"/>
                </a:lnTo>
                <a:lnTo>
                  <a:pt x="68" y="5760"/>
                </a:lnTo>
                <a:lnTo>
                  <a:pt x="0" y="3600"/>
                </a:lnTo>
                <a:lnTo>
                  <a:pt x="1339" y="1814"/>
                </a:lnTo>
                <a:lnTo>
                  <a:pt x="2700" y="0"/>
                </a:lnTo>
                <a:close/>
              </a:path>
            </a:pathLst>
          </a:custGeom>
          <a:solidFill>
            <a:srgbClr val="767574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7" name="contour_09875"/>
          <p:cNvSpPr/>
          <p:nvPr/>
        </p:nvSpPr>
        <p:spPr>
          <a:xfrm>
            <a:off x="6480828" y="5473282"/>
            <a:ext cx="3051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67" y="0"/>
                </a:moveTo>
                <a:lnTo>
                  <a:pt x="8450" y="1102"/>
                </a:lnTo>
                <a:lnTo>
                  <a:pt x="10607" y="2248"/>
                </a:lnTo>
                <a:lnTo>
                  <a:pt x="12536" y="3432"/>
                </a:lnTo>
                <a:lnTo>
                  <a:pt x="14254" y="4656"/>
                </a:lnTo>
                <a:lnTo>
                  <a:pt x="15771" y="5911"/>
                </a:lnTo>
                <a:lnTo>
                  <a:pt x="17086" y="7197"/>
                </a:lnTo>
                <a:lnTo>
                  <a:pt x="18216" y="8510"/>
                </a:lnTo>
                <a:lnTo>
                  <a:pt x="19165" y="9850"/>
                </a:lnTo>
                <a:lnTo>
                  <a:pt x="19949" y="11208"/>
                </a:lnTo>
                <a:lnTo>
                  <a:pt x="20568" y="12585"/>
                </a:lnTo>
                <a:lnTo>
                  <a:pt x="21033" y="13977"/>
                </a:lnTo>
                <a:lnTo>
                  <a:pt x="21358" y="15383"/>
                </a:lnTo>
                <a:lnTo>
                  <a:pt x="21543" y="16795"/>
                </a:lnTo>
                <a:lnTo>
                  <a:pt x="21600" y="18215"/>
                </a:lnTo>
                <a:lnTo>
                  <a:pt x="21543" y="19636"/>
                </a:lnTo>
                <a:lnTo>
                  <a:pt x="18525" y="20453"/>
                </a:lnTo>
                <a:lnTo>
                  <a:pt x="16446" y="20928"/>
                </a:lnTo>
                <a:lnTo>
                  <a:pt x="14336" y="21250"/>
                </a:lnTo>
                <a:lnTo>
                  <a:pt x="11226" y="21600"/>
                </a:lnTo>
                <a:lnTo>
                  <a:pt x="9647" y="20314"/>
                </a:lnTo>
                <a:lnTo>
                  <a:pt x="8151" y="19039"/>
                </a:lnTo>
                <a:lnTo>
                  <a:pt x="6748" y="17771"/>
                </a:lnTo>
                <a:lnTo>
                  <a:pt x="5448" y="16506"/>
                </a:lnTo>
                <a:lnTo>
                  <a:pt x="4261" y="15244"/>
                </a:lnTo>
                <a:lnTo>
                  <a:pt x="3198" y="13979"/>
                </a:lnTo>
                <a:lnTo>
                  <a:pt x="2270" y="12707"/>
                </a:lnTo>
                <a:lnTo>
                  <a:pt x="1486" y="11428"/>
                </a:lnTo>
                <a:lnTo>
                  <a:pt x="856" y="10136"/>
                </a:lnTo>
                <a:lnTo>
                  <a:pt x="392" y="8830"/>
                </a:lnTo>
                <a:lnTo>
                  <a:pt x="103" y="7505"/>
                </a:lnTo>
                <a:lnTo>
                  <a:pt x="0" y="6160"/>
                </a:lnTo>
                <a:lnTo>
                  <a:pt x="93" y="4789"/>
                </a:lnTo>
                <a:lnTo>
                  <a:pt x="392" y="3391"/>
                </a:lnTo>
                <a:lnTo>
                  <a:pt x="908" y="1964"/>
                </a:lnTo>
                <a:lnTo>
                  <a:pt x="3467" y="990"/>
                </a:lnTo>
                <a:lnTo>
                  <a:pt x="6067" y="0"/>
                </a:lnTo>
                <a:close/>
              </a:path>
            </a:pathLst>
          </a:custGeom>
          <a:solidFill>
            <a:srgbClr val="B1C9E5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8" name="contour_09876"/>
          <p:cNvSpPr/>
          <p:nvPr/>
        </p:nvSpPr>
        <p:spPr>
          <a:xfrm>
            <a:off x="4994085" y="5487858"/>
            <a:ext cx="3042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185" y="21600"/>
                </a:lnTo>
                <a:lnTo>
                  <a:pt x="14766" y="21600"/>
                </a:lnTo>
                <a:lnTo>
                  <a:pt x="11330" y="21600"/>
                </a:lnTo>
                <a:lnTo>
                  <a:pt x="7879" y="21600"/>
                </a:lnTo>
                <a:lnTo>
                  <a:pt x="4408" y="21600"/>
                </a:lnTo>
                <a:lnTo>
                  <a:pt x="905" y="21600"/>
                </a:lnTo>
                <a:lnTo>
                  <a:pt x="435" y="17428"/>
                </a:lnTo>
                <a:lnTo>
                  <a:pt x="119" y="14133"/>
                </a:lnTo>
                <a:lnTo>
                  <a:pt x="0" y="11553"/>
                </a:lnTo>
                <a:lnTo>
                  <a:pt x="109" y="9529"/>
                </a:lnTo>
                <a:lnTo>
                  <a:pt x="491" y="7899"/>
                </a:lnTo>
                <a:lnTo>
                  <a:pt x="1174" y="6505"/>
                </a:lnTo>
                <a:lnTo>
                  <a:pt x="2199" y="5184"/>
                </a:lnTo>
                <a:lnTo>
                  <a:pt x="3606" y="3777"/>
                </a:lnTo>
                <a:lnTo>
                  <a:pt x="5432" y="2123"/>
                </a:lnTo>
                <a:lnTo>
                  <a:pt x="8355" y="1086"/>
                </a:lnTo>
                <a:lnTo>
                  <a:pt x="10658" y="460"/>
                </a:lnTo>
                <a:lnTo>
                  <a:pt x="13115" y="136"/>
                </a:lnTo>
                <a:lnTo>
                  <a:pt x="16504" y="19"/>
                </a:lnTo>
                <a:lnTo>
                  <a:pt x="21600" y="0"/>
                </a:lnTo>
                <a:close/>
              </a:path>
            </a:pathLst>
          </a:custGeom>
          <a:solidFill>
            <a:srgbClr val="715395"/>
          </a:solidFill>
          <a:ln>
            <a:noFill/>
          </a:ln>
        </p:spPr>
        <p:txBody>
          <a:bodyPr/>
          <a:lstStyle/>
          <a:p/>
        </p:txBody>
      </p:sp>
      <p:sp>
        <p:nvSpPr>
          <p:cNvPr id="9879" name="contour_09877"/>
          <p:cNvSpPr/>
          <p:nvPr/>
        </p:nvSpPr>
        <p:spPr>
          <a:xfrm>
            <a:off x="5434513" y="5480570"/>
            <a:ext cx="49143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80" y="0"/>
                </a:moveTo>
                <a:lnTo>
                  <a:pt x="4494" y="396"/>
                </a:lnTo>
                <a:lnTo>
                  <a:pt x="6612" y="792"/>
                </a:lnTo>
                <a:lnTo>
                  <a:pt x="8729" y="1190"/>
                </a:lnTo>
                <a:lnTo>
                  <a:pt x="10853" y="1588"/>
                </a:lnTo>
                <a:lnTo>
                  <a:pt x="12983" y="1985"/>
                </a:lnTo>
                <a:lnTo>
                  <a:pt x="15123" y="2387"/>
                </a:lnTo>
                <a:lnTo>
                  <a:pt x="17269" y="2788"/>
                </a:lnTo>
                <a:lnTo>
                  <a:pt x="19428" y="3193"/>
                </a:lnTo>
                <a:lnTo>
                  <a:pt x="21600" y="3600"/>
                </a:lnTo>
                <a:lnTo>
                  <a:pt x="20927" y="3917"/>
                </a:lnTo>
                <a:lnTo>
                  <a:pt x="20056" y="4327"/>
                </a:lnTo>
                <a:lnTo>
                  <a:pt x="18403" y="5105"/>
                </a:lnTo>
                <a:lnTo>
                  <a:pt x="15392" y="6525"/>
                </a:lnTo>
                <a:lnTo>
                  <a:pt x="13656" y="7551"/>
                </a:lnTo>
                <a:lnTo>
                  <a:pt x="12153" y="8584"/>
                </a:lnTo>
                <a:lnTo>
                  <a:pt x="10859" y="9626"/>
                </a:lnTo>
                <a:lnTo>
                  <a:pt x="9764" y="10685"/>
                </a:lnTo>
                <a:lnTo>
                  <a:pt x="8841" y="11763"/>
                </a:lnTo>
                <a:lnTo>
                  <a:pt x="8076" y="12863"/>
                </a:lnTo>
                <a:lnTo>
                  <a:pt x="7448" y="13991"/>
                </a:lnTo>
                <a:lnTo>
                  <a:pt x="6942" y="15154"/>
                </a:lnTo>
                <a:lnTo>
                  <a:pt x="6538" y="16351"/>
                </a:lnTo>
                <a:lnTo>
                  <a:pt x="6221" y="17591"/>
                </a:lnTo>
                <a:lnTo>
                  <a:pt x="5968" y="18877"/>
                </a:lnTo>
                <a:lnTo>
                  <a:pt x="5760" y="20210"/>
                </a:lnTo>
                <a:lnTo>
                  <a:pt x="5583" y="21600"/>
                </a:lnTo>
                <a:lnTo>
                  <a:pt x="3995" y="21600"/>
                </a:lnTo>
                <a:lnTo>
                  <a:pt x="2380" y="21600"/>
                </a:lnTo>
                <a:lnTo>
                  <a:pt x="1941" y="20246"/>
                </a:lnTo>
                <a:lnTo>
                  <a:pt x="1534" y="18923"/>
                </a:lnTo>
                <a:lnTo>
                  <a:pt x="1166" y="17624"/>
                </a:lnTo>
                <a:lnTo>
                  <a:pt x="842" y="16346"/>
                </a:lnTo>
                <a:lnTo>
                  <a:pt x="564" y="15086"/>
                </a:lnTo>
                <a:lnTo>
                  <a:pt x="336" y="13840"/>
                </a:lnTo>
                <a:lnTo>
                  <a:pt x="163" y="12605"/>
                </a:lnTo>
                <a:lnTo>
                  <a:pt x="51" y="11376"/>
                </a:lnTo>
                <a:lnTo>
                  <a:pt x="0" y="10150"/>
                </a:lnTo>
                <a:lnTo>
                  <a:pt x="19" y="8923"/>
                </a:lnTo>
                <a:lnTo>
                  <a:pt x="109" y="7691"/>
                </a:lnTo>
                <a:lnTo>
                  <a:pt x="272" y="6451"/>
                </a:lnTo>
                <a:lnTo>
                  <a:pt x="519" y="5200"/>
                </a:lnTo>
                <a:lnTo>
                  <a:pt x="846" y="3933"/>
                </a:lnTo>
                <a:lnTo>
                  <a:pt x="1265" y="2646"/>
                </a:lnTo>
                <a:lnTo>
                  <a:pt x="1775" y="1337"/>
                </a:lnTo>
                <a:lnTo>
                  <a:pt x="2380" y="0"/>
                </a:lnTo>
                <a:close/>
              </a:path>
            </a:pathLst>
          </a:custGeom>
          <a:solidFill>
            <a:srgbClr val="393835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0" name="contour_09878"/>
          <p:cNvSpPr/>
          <p:nvPr/>
        </p:nvSpPr>
        <p:spPr>
          <a:xfrm>
            <a:off x="6657023" y="5473282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493" y="752"/>
                </a:lnTo>
                <a:lnTo>
                  <a:pt x="14132" y="1544"/>
                </a:lnTo>
                <a:lnTo>
                  <a:pt x="15722" y="2401"/>
                </a:lnTo>
                <a:lnTo>
                  <a:pt x="17261" y="3362"/>
                </a:lnTo>
                <a:lnTo>
                  <a:pt x="18754" y="4457"/>
                </a:lnTo>
                <a:lnTo>
                  <a:pt x="20199" y="5728"/>
                </a:lnTo>
                <a:lnTo>
                  <a:pt x="21600" y="7200"/>
                </a:lnTo>
                <a:lnTo>
                  <a:pt x="21573" y="9850"/>
                </a:lnTo>
                <a:lnTo>
                  <a:pt x="21335" y="12247"/>
                </a:lnTo>
                <a:lnTo>
                  <a:pt x="20920" y="14504"/>
                </a:lnTo>
                <a:lnTo>
                  <a:pt x="20353" y="16740"/>
                </a:lnTo>
                <a:lnTo>
                  <a:pt x="19669" y="19066"/>
                </a:lnTo>
                <a:lnTo>
                  <a:pt x="18900" y="21600"/>
                </a:lnTo>
                <a:lnTo>
                  <a:pt x="17029" y="21244"/>
                </a:lnTo>
                <a:lnTo>
                  <a:pt x="15155" y="20887"/>
                </a:lnTo>
                <a:lnTo>
                  <a:pt x="13281" y="20531"/>
                </a:lnTo>
                <a:lnTo>
                  <a:pt x="11405" y="20171"/>
                </a:lnTo>
                <a:lnTo>
                  <a:pt x="9520" y="19814"/>
                </a:lnTo>
                <a:lnTo>
                  <a:pt x="7633" y="19454"/>
                </a:lnTo>
                <a:lnTo>
                  <a:pt x="5738" y="19094"/>
                </a:lnTo>
                <a:lnTo>
                  <a:pt x="3834" y="18731"/>
                </a:lnTo>
                <a:lnTo>
                  <a:pt x="1922" y="18367"/>
                </a:lnTo>
                <a:lnTo>
                  <a:pt x="0" y="18000"/>
                </a:lnTo>
                <a:lnTo>
                  <a:pt x="1604" y="17287"/>
                </a:lnTo>
                <a:lnTo>
                  <a:pt x="3213" y="16571"/>
                </a:lnTo>
                <a:lnTo>
                  <a:pt x="4828" y="15854"/>
                </a:lnTo>
                <a:lnTo>
                  <a:pt x="6456" y="15131"/>
                </a:lnTo>
                <a:lnTo>
                  <a:pt x="8100" y="14400"/>
                </a:lnTo>
                <a:lnTo>
                  <a:pt x="8907" y="12312"/>
                </a:lnTo>
                <a:lnTo>
                  <a:pt x="9369" y="10847"/>
                </a:lnTo>
                <a:lnTo>
                  <a:pt x="9661" y="9299"/>
                </a:lnTo>
                <a:lnTo>
                  <a:pt x="9958" y="6977"/>
                </a:lnTo>
                <a:lnTo>
                  <a:pt x="10236" y="4673"/>
                </a:lnTo>
                <a:lnTo>
                  <a:pt x="10516" y="2351"/>
                </a:lnTo>
                <a:lnTo>
                  <a:pt x="10800" y="0"/>
                </a:lnTo>
                <a:close/>
              </a:path>
            </a:pathLst>
          </a:custGeom>
          <a:solidFill>
            <a:srgbClr val="C2C3C8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1" name="contour_09879"/>
          <p:cNvSpPr/>
          <p:nvPr/>
        </p:nvSpPr>
        <p:spPr>
          <a:xfrm>
            <a:off x="5308745" y="5480570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023" y="525"/>
                </a:lnTo>
                <a:lnTo>
                  <a:pt x="8645" y="1058"/>
                </a:lnTo>
                <a:lnTo>
                  <a:pt x="10265" y="1598"/>
                </a:lnTo>
                <a:lnTo>
                  <a:pt x="11883" y="2148"/>
                </a:lnTo>
                <a:lnTo>
                  <a:pt x="13500" y="2700"/>
                </a:lnTo>
                <a:lnTo>
                  <a:pt x="15007" y="3200"/>
                </a:lnTo>
                <a:lnTo>
                  <a:pt x="16521" y="3706"/>
                </a:lnTo>
                <a:lnTo>
                  <a:pt x="18058" y="4218"/>
                </a:lnTo>
                <a:lnTo>
                  <a:pt x="19227" y="4863"/>
                </a:lnTo>
                <a:lnTo>
                  <a:pt x="20407" y="5514"/>
                </a:lnTo>
                <a:lnTo>
                  <a:pt x="21600" y="6171"/>
                </a:lnTo>
                <a:lnTo>
                  <a:pt x="21584" y="9205"/>
                </a:lnTo>
                <a:lnTo>
                  <a:pt x="21460" y="11180"/>
                </a:lnTo>
                <a:lnTo>
                  <a:pt x="21130" y="12516"/>
                </a:lnTo>
                <a:lnTo>
                  <a:pt x="20488" y="13639"/>
                </a:lnTo>
                <a:lnTo>
                  <a:pt x="19427" y="14972"/>
                </a:lnTo>
                <a:lnTo>
                  <a:pt x="17993" y="16157"/>
                </a:lnTo>
                <a:lnTo>
                  <a:pt x="16538" y="17357"/>
                </a:lnTo>
                <a:lnTo>
                  <a:pt x="15125" y="18564"/>
                </a:lnTo>
                <a:lnTo>
                  <a:pt x="13689" y="19792"/>
                </a:lnTo>
                <a:lnTo>
                  <a:pt x="12236" y="20674"/>
                </a:lnTo>
                <a:lnTo>
                  <a:pt x="11078" y="21208"/>
                </a:lnTo>
                <a:lnTo>
                  <a:pt x="9817" y="21483"/>
                </a:lnTo>
                <a:lnTo>
                  <a:pt x="8060" y="21585"/>
                </a:lnTo>
                <a:lnTo>
                  <a:pt x="5400" y="21600"/>
                </a:lnTo>
                <a:lnTo>
                  <a:pt x="4390" y="19582"/>
                </a:lnTo>
                <a:lnTo>
                  <a:pt x="3739" y="18104"/>
                </a:lnTo>
                <a:lnTo>
                  <a:pt x="3156" y="16447"/>
                </a:lnTo>
                <a:lnTo>
                  <a:pt x="2362" y="13886"/>
                </a:lnTo>
                <a:lnTo>
                  <a:pt x="1909" y="12451"/>
                </a:lnTo>
                <a:lnTo>
                  <a:pt x="1453" y="11010"/>
                </a:lnTo>
                <a:lnTo>
                  <a:pt x="991" y="9547"/>
                </a:lnTo>
                <a:lnTo>
                  <a:pt x="499" y="7872"/>
                </a:lnTo>
                <a:lnTo>
                  <a:pt x="0" y="6171"/>
                </a:lnTo>
                <a:lnTo>
                  <a:pt x="1785" y="6171"/>
                </a:lnTo>
                <a:lnTo>
                  <a:pt x="3580" y="6171"/>
                </a:lnTo>
                <a:lnTo>
                  <a:pt x="5400" y="6171"/>
                </a:lnTo>
                <a:lnTo>
                  <a:pt x="5400" y="4132"/>
                </a:lnTo>
                <a:lnTo>
                  <a:pt x="5400" y="2080"/>
                </a:lnTo>
                <a:lnTo>
                  <a:pt x="5400" y="0"/>
                </a:lnTo>
                <a:close/>
              </a:path>
            </a:pathLst>
          </a:custGeom>
          <a:solidFill>
            <a:srgbClr val="3B3834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2" name="contour_09880"/>
          <p:cNvSpPr/>
          <p:nvPr/>
        </p:nvSpPr>
        <p:spPr>
          <a:xfrm>
            <a:off x="4856889" y="5473282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71" y="514"/>
                </a:lnTo>
                <a:lnTo>
                  <a:pt x="6853" y="1037"/>
                </a:lnTo>
                <a:lnTo>
                  <a:pt x="8733" y="1565"/>
                </a:lnTo>
                <a:lnTo>
                  <a:pt x="10609" y="2100"/>
                </a:lnTo>
                <a:lnTo>
                  <a:pt x="12007" y="2489"/>
                </a:lnTo>
                <a:lnTo>
                  <a:pt x="13411" y="2882"/>
                </a:lnTo>
                <a:lnTo>
                  <a:pt x="14839" y="3281"/>
                </a:lnTo>
                <a:lnTo>
                  <a:pt x="16990" y="4274"/>
                </a:lnTo>
                <a:lnTo>
                  <a:pt x="18561" y="5273"/>
                </a:lnTo>
                <a:lnTo>
                  <a:pt x="19733" y="6408"/>
                </a:lnTo>
                <a:lnTo>
                  <a:pt x="20687" y="7807"/>
                </a:lnTo>
                <a:lnTo>
                  <a:pt x="21600" y="9600"/>
                </a:lnTo>
                <a:lnTo>
                  <a:pt x="19560" y="9600"/>
                </a:lnTo>
                <a:lnTo>
                  <a:pt x="17508" y="9600"/>
                </a:lnTo>
                <a:lnTo>
                  <a:pt x="15429" y="9600"/>
                </a:lnTo>
                <a:lnTo>
                  <a:pt x="15429" y="11297"/>
                </a:lnTo>
                <a:lnTo>
                  <a:pt x="15429" y="12996"/>
                </a:lnTo>
                <a:lnTo>
                  <a:pt x="15429" y="14700"/>
                </a:lnTo>
                <a:lnTo>
                  <a:pt x="15429" y="16411"/>
                </a:lnTo>
                <a:lnTo>
                  <a:pt x="15429" y="18130"/>
                </a:lnTo>
                <a:lnTo>
                  <a:pt x="15429" y="19858"/>
                </a:lnTo>
                <a:lnTo>
                  <a:pt x="15429" y="21600"/>
                </a:lnTo>
                <a:lnTo>
                  <a:pt x="15111" y="20014"/>
                </a:lnTo>
                <a:lnTo>
                  <a:pt x="14790" y="18418"/>
                </a:lnTo>
                <a:lnTo>
                  <a:pt x="14466" y="16800"/>
                </a:lnTo>
                <a:lnTo>
                  <a:pt x="13833" y="14830"/>
                </a:lnTo>
                <a:lnTo>
                  <a:pt x="13281" y="13584"/>
                </a:lnTo>
                <a:lnTo>
                  <a:pt x="12343" y="12000"/>
                </a:lnTo>
                <a:lnTo>
                  <a:pt x="10047" y="11928"/>
                </a:lnTo>
                <a:lnTo>
                  <a:pt x="8418" y="11892"/>
                </a:lnTo>
                <a:lnTo>
                  <a:pt x="7011" y="11892"/>
                </a:lnTo>
                <a:lnTo>
                  <a:pt x="5381" y="11928"/>
                </a:lnTo>
                <a:lnTo>
                  <a:pt x="3086" y="12000"/>
                </a:lnTo>
                <a:lnTo>
                  <a:pt x="1950" y="10358"/>
                </a:lnTo>
                <a:lnTo>
                  <a:pt x="1222" y="9163"/>
                </a:lnTo>
                <a:lnTo>
                  <a:pt x="753" y="8069"/>
                </a:lnTo>
                <a:lnTo>
                  <a:pt x="395" y="6730"/>
                </a:lnTo>
                <a:lnTo>
                  <a:pt x="0" y="4800"/>
                </a:lnTo>
                <a:lnTo>
                  <a:pt x="889" y="3238"/>
                </a:lnTo>
                <a:lnTo>
                  <a:pt x="1506" y="2215"/>
                </a:lnTo>
                <a:lnTo>
                  <a:pt x="2141" y="1286"/>
                </a:lnTo>
                <a:lnTo>
                  <a:pt x="3086" y="0"/>
                </a:lnTo>
                <a:close/>
              </a:path>
            </a:pathLst>
          </a:custGeom>
          <a:solidFill>
            <a:srgbClr val="8C7497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3" name="contour_09881"/>
          <p:cNvSpPr/>
          <p:nvPr/>
        </p:nvSpPr>
        <p:spPr>
          <a:xfrm>
            <a:off x="4091650" y="545141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23" y="162"/>
                </a:lnTo>
                <a:lnTo>
                  <a:pt x="4218" y="353"/>
                </a:lnTo>
                <a:lnTo>
                  <a:pt x="6295" y="587"/>
                </a:lnTo>
                <a:lnTo>
                  <a:pt x="8353" y="875"/>
                </a:lnTo>
                <a:lnTo>
                  <a:pt x="10399" y="1231"/>
                </a:lnTo>
                <a:lnTo>
                  <a:pt x="12435" y="1670"/>
                </a:lnTo>
                <a:lnTo>
                  <a:pt x="14463" y="2203"/>
                </a:lnTo>
                <a:lnTo>
                  <a:pt x="16487" y="2840"/>
                </a:lnTo>
                <a:lnTo>
                  <a:pt x="18514" y="3600"/>
                </a:lnTo>
                <a:lnTo>
                  <a:pt x="19693" y="5990"/>
                </a:lnTo>
                <a:lnTo>
                  <a:pt x="20486" y="8204"/>
                </a:lnTo>
                <a:lnTo>
                  <a:pt x="20983" y="10382"/>
                </a:lnTo>
                <a:lnTo>
                  <a:pt x="21273" y="12654"/>
                </a:lnTo>
                <a:lnTo>
                  <a:pt x="21449" y="15149"/>
                </a:lnTo>
                <a:lnTo>
                  <a:pt x="21600" y="18000"/>
                </a:lnTo>
                <a:lnTo>
                  <a:pt x="19690" y="18446"/>
                </a:lnTo>
                <a:lnTo>
                  <a:pt x="17780" y="18893"/>
                </a:lnTo>
                <a:lnTo>
                  <a:pt x="15864" y="19339"/>
                </a:lnTo>
                <a:lnTo>
                  <a:pt x="13944" y="19786"/>
                </a:lnTo>
                <a:lnTo>
                  <a:pt x="12016" y="20236"/>
                </a:lnTo>
                <a:lnTo>
                  <a:pt x="10078" y="20689"/>
                </a:lnTo>
                <a:lnTo>
                  <a:pt x="8131" y="21143"/>
                </a:lnTo>
                <a:lnTo>
                  <a:pt x="6171" y="21600"/>
                </a:lnTo>
                <a:lnTo>
                  <a:pt x="6273" y="19314"/>
                </a:lnTo>
                <a:lnTo>
                  <a:pt x="6372" y="17028"/>
                </a:lnTo>
                <a:lnTo>
                  <a:pt x="6471" y="14746"/>
                </a:lnTo>
                <a:lnTo>
                  <a:pt x="6573" y="12460"/>
                </a:lnTo>
                <a:lnTo>
                  <a:pt x="6674" y="10174"/>
                </a:lnTo>
                <a:lnTo>
                  <a:pt x="6773" y="7888"/>
                </a:lnTo>
                <a:lnTo>
                  <a:pt x="6474" y="5760"/>
                </a:lnTo>
                <a:lnTo>
                  <a:pt x="6171" y="3600"/>
                </a:lnTo>
                <a:lnTo>
                  <a:pt x="4326" y="2207"/>
                </a:lnTo>
                <a:lnTo>
                  <a:pt x="3067" y="1368"/>
                </a:lnTo>
                <a:lnTo>
                  <a:pt x="1817" y="745"/>
                </a:lnTo>
                <a:lnTo>
                  <a:pt x="0" y="0"/>
                </a:lnTo>
                <a:close/>
              </a:path>
            </a:pathLst>
          </a:custGeom>
          <a:solidFill>
            <a:srgbClr val="957E4D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4" name="contour_09882"/>
          <p:cNvSpPr/>
          <p:nvPr/>
        </p:nvSpPr>
        <p:spPr>
          <a:xfrm>
            <a:off x="2386260" y="5458706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235"/>
                </a:lnTo>
                <a:lnTo>
                  <a:pt x="3290" y="469"/>
                </a:lnTo>
                <a:lnTo>
                  <a:pt x="4937" y="707"/>
                </a:lnTo>
                <a:lnTo>
                  <a:pt x="6586" y="941"/>
                </a:lnTo>
                <a:lnTo>
                  <a:pt x="8237" y="1176"/>
                </a:lnTo>
                <a:lnTo>
                  <a:pt x="9890" y="1413"/>
                </a:lnTo>
                <a:lnTo>
                  <a:pt x="11549" y="1651"/>
                </a:lnTo>
                <a:lnTo>
                  <a:pt x="13210" y="1888"/>
                </a:lnTo>
                <a:lnTo>
                  <a:pt x="14875" y="2126"/>
                </a:lnTo>
                <a:lnTo>
                  <a:pt x="16548" y="2364"/>
                </a:lnTo>
                <a:lnTo>
                  <a:pt x="18226" y="2604"/>
                </a:lnTo>
                <a:lnTo>
                  <a:pt x="19908" y="2845"/>
                </a:lnTo>
                <a:lnTo>
                  <a:pt x="21600" y="3086"/>
                </a:lnTo>
                <a:lnTo>
                  <a:pt x="21125" y="4919"/>
                </a:lnTo>
                <a:lnTo>
                  <a:pt x="20647" y="6758"/>
                </a:lnTo>
                <a:lnTo>
                  <a:pt x="20170" y="8603"/>
                </a:lnTo>
                <a:lnTo>
                  <a:pt x="19687" y="10464"/>
                </a:lnTo>
                <a:lnTo>
                  <a:pt x="19200" y="12343"/>
                </a:lnTo>
                <a:lnTo>
                  <a:pt x="17614" y="12343"/>
                </a:lnTo>
                <a:lnTo>
                  <a:pt x="16018" y="12343"/>
                </a:lnTo>
                <a:lnTo>
                  <a:pt x="14400" y="12343"/>
                </a:lnTo>
                <a:lnTo>
                  <a:pt x="14400" y="14176"/>
                </a:lnTo>
                <a:lnTo>
                  <a:pt x="14400" y="16015"/>
                </a:lnTo>
                <a:lnTo>
                  <a:pt x="14400" y="17860"/>
                </a:lnTo>
                <a:lnTo>
                  <a:pt x="14400" y="19721"/>
                </a:lnTo>
                <a:lnTo>
                  <a:pt x="14400" y="21600"/>
                </a:lnTo>
                <a:lnTo>
                  <a:pt x="12974" y="21011"/>
                </a:lnTo>
                <a:lnTo>
                  <a:pt x="12000" y="20492"/>
                </a:lnTo>
                <a:lnTo>
                  <a:pt x="11026" y="19758"/>
                </a:lnTo>
                <a:lnTo>
                  <a:pt x="9600" y="18514"/>
                </a:lnTo>
                <a:lnTo>
                  <a:pt x="9456" y="16126"/>
                </a:lnTo>
                <a:lnTo>
                  <a:pt x="9384" y="14450"/>
                </a:lnTo>
                <a:lnTo>
                  <a:pt x="9384" y="13043"/>
                </a:lnTo>
                <a:lnTo>
                  <a:pt x="9456" y="11460"/>
                </a:lnTo>
                <a:lnTo>
                  <a:pt x="9600" y="9257"/>
                </a:lnTo>
                <a:lnTo>
                  <a:pt x="8460" y="9448"/>
                </a:lnTo>
                <a:lnTo>
                  <a:pt x="7313" y="9643"/>
                </a:lnTo>
                <a:lnTo>
                  <a:pt x="6149" y="9837"/>
                </a:lnTo>
                <a:lnTo>
                  <a:pt x="5599" y="9751"/>
                </a:lnTo>
                <a:lnTo>
                  <a:pt x="4627" y="9603"/>
                </a:lnTo>
                <a:lnTo>
                  <a:pt x="2400" y="9257"/>
                </a:lnTo>
                <a:lnTo>
                  <a:pt x="1925" y="7424"/>
                </a:lnTo>
                <a:lnTo>
                  <a:pt x="1447" y="5585"/>
                </a:lnTo>
                <a:lnTo>
                  <a:pt x="970" y="3740"/>
                </a:lnTo>
                <a:lnTo>
                  <a:pt x="487" y="1879"/>
                </a:lnTo>
                <a:lnTo>
                  <a:pt x="0" y="0"/>
                </a:lnTo>
                <a:close/>
              </a:path>
            </a:pathLst>
          </a:custGeom>
          <a:solidFill>
            <a:srgbClr val="D0DAE6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5" name="contour_09883"/>
          <p:cNvSpPr/>
          <p:nvPr/>
        </p:nvSpPr>
        <p:spPr>
          <a:xfrm>
            <a:off x="1502620" y="5458706"/>
            <a:ext cx="7467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9" y="0"/>
                </a:moveTo>
                <a:lnTo>
                  <a:pt x="847" y="529"/>
                </a:lnTo>
                <a:lnTo>
                  <a:pt x="1427" y="1462"/>
                </a:lnTo>
                <a:lnTo>
                  <a:pt x="2757" y="3600"/>
                </a:lnTo>
                <a:lnTo>
                  <a:pt x="4037" y="4921"/>
                </a:lnTo>
                <a:lnTo>
                  <a:pt x="5372" y="5965"/>
                </a:lnTo>
                <a:lnTo>
                  <a:pt x="6752" y="6761"/>
                </a:lnTo>
                <a:lnTo>
                  <a:pt x="8175" y="7333"/>
                </a:lnTo>
                <a:lnTo>
                  <a:pt x="9632" y="7715"/>
                </a:lnTo>
                <a:lnTo>
                  <a:pt x="11114" y="7931"/>
                </a:lnTo>
                <a:lnTo>
                  <a:pt x="12615" y="8010"/>
                </a:lnTo>
                <a:lnTo>
                  <a:pt x="14129" y="7981"/>
                </a:lnTo>
                <a:lnTo>
                  <a:pt x="15645" y="7873"/>
                </a:lnTo>
                <a:lnTo>
                  <a:pt x="17156" y="7711"/>
                </a:lnTo>
                <a:lnTo>
                  <a:pt x="18659" y="7528"/>
                </a:lnTo>
                <a:lnTo>
                  <a:pt x="20141" y="7348"/>
                </a:lnTo>
                <a:lnTo>
                  <a:pt x="21600" y="7200"/>
                </a:lnTo>
                <a:lnTo>
                  <a:pt x="21252" y="9576"/>
                </a:lnTo>
                <a:lnTo>
                  <a:pt x="20904" y="11956"/>
                </a:lnTo>
                <a:lnTo>
                  <a:pt x="20554" y="14346"/>
                </a:lnTo>
                <a:lnTo>
                  <a:pt x="20202" y="16747"/>
                </a:lnTo>
                <a:lnTo>
                  <a:pt x="19848" y="19163"/>
                </a:lnTo>
                <a:lnTo>
                  <a:pt x="19492" y="21600"/>
                </a:lnTo>
                <a:lnTo>
                  <a:pt x="18132" y="21244"/>
                </a:lnTo>
                <a:lnTo>
                  <a:pt x="16774" y="20876"/>
                </a:lnTo>
                <a:lnTo>
                  <a:pt x="15419" y="20502"/>
                </a:lnTo>
                <a:lnTo>
                  <a:pt x="14066" y="20113"/>
                </a:lnTo>
                <a:lnTo>
                  <a:pt x="12712" y="19717"/>
                </a:lnTo>
                <a:lnTo>
                  <a:pt x="11359" y="19314"/>
                </a:lnTo>
                <a:lnTo>
                  <a:pt x="10005" y="18900"/>
                </a:lnTo>
                <a:lnTo>
                  <a:pt x="8643" y="18565"/>
                </a:lnTo>
                <a:lnTo>
                  <a:pt x="7263" y="18223"/>
                </a:lnTo>
                <a:lnTo>
                  <a:pt x="5795" y="17730"/>
                </a:lnTo>
                <a:lnTo>
                  <a:pt x="4427" y="17190"/>
                </a:lnTo>
                <a:lnTo>
                  <a:pt x="3116" y="16510"/>
                </a:lnTo>
                <a:lnTo>
                  <a:pt x="1828" y="15610"/>
                </a:lnTo>
                <a:lnTo>
                  <a:pt x="519" y="14400"/>
                </a:lnTo>
                <a:lnTo>
                  <a:pt x="173" y="11876"/>
                </a:lnTo>
                <a:lnTo>
                  <a:pt x="11" y="9551"/>
                </a:lnTo>
                <a:lnTo>
                  <a:pt x="0" y="7312"/>
                </a:lnTo>
                <a:lnTo>
                  <a:pt x="105" y="5047"/>
                </a:lnTo>
                <a:lnTo>
                  <a:pt x="289" y="2646"/>
                </a:lnTo>
                <a:lnTo>
                  <a:pt x="519" y="0"/>
                </a:lnTo>
                <a:close/>
              </a:path>
            </a:pathLst>
          </a:custGeom>
          <a:solidFill>
            <a:srgbClr val="E1E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6" name="contour_09884"/>
          <p:cNvSpPr/>
          <p:nvPr/>
        </p:nvSpPr>
        <p:spPr>
          <a:xfrm>
            <a:off x="8457157" y="5429554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60" y="2231"/>
                </a:lnTo>
                <a:lnTo>
                  <a:pt x="19894" y="4351"/>
                </a:lnTo>
                <a:lnTo>
                  <a:pt x="18986" y="6366"/>
                </a:lnTo>
                <a:lnTo>
                  <a:pt x="18031" y="8276"/>
                </a:lnTo>
                <a:lnTo>
                  <a:pt x="17013" y="10090"/>
                </a:lnTo>
                <a:lnTo>
                  <a:pt x="15925" y="11809"/>
                </a:lnTo>
                <a:lnTo>
                  <a:pt x="14753" y="13438"/>
                </a:lnTo>
                <a:lnTo>
                  <a:pt x="13489" y="14984"/>
                </a:lnTo>
                <a:lnTo>
                  <a:pt x="12123" y="16450"/>
                </a:lnTo>
                <a:lnTo>
                  <a:pt x="10641" y="17842"/>
                </a:lnTo>
                <a:lnTo>
                  <a:pt x="9034" y="19159"/>
                </a:lnTo>
                <a:lnTo>
                  <a:pt x="7290" y="20412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942" y="17906"/>
                </a:lnTo>
                <a:lnTo>
                  <a:pt x="1723" y="14923"/>
                </a:lnTo>
                <a:lnTo>
                  <a:pt x="2392" y="12540"/>
                </a:lnTo>
                <a:lnTo>
                  <a:pt x="3000" y="10655"/>
                </a:lnTo>
                <a:lnTo>
                  <a:pt x="3588" y="9158"/>
                </a:lnTo>
                <a:lnTo>
                  <a:pt x="4209" y="7946"/>
                </a:lnTo>
                <a:lnTo>
                  <a:pt x="4911" y="6906"/>
                </a:lnTo>
                <a:lnTo>
                  <a:pt x="5740" y="5937"/>
                </a:lnTo>
                <a:lnTo>
                  <a:pt x="6745" y="4928"/>
                </a:lnTo>
                <a:lnTo>
                  <a:pt x="7973" y="3774"/>
                </a:lnTo>
                <a:lnTo>
                  <a:pt x="9750" y="2780"/>
                </a:lnTo>
                <a:lnTo>
                  <a:pt x="11394" y="1959"/>
                </a:lnTo>
                <a:lnTo>
                  <a:pt x="12963" y="1305"/>
                </a:lnTo>
                <a:lnTo>
                  <a:pt x="14510" y="799"/>
                </a:lnTo>
                <a:lnTo>
                  <a:pt x="16092" y="429"/>
                </a:lnTo>
                <a:lnTo>
                  <a:pt x="17766" y="182"/>
                </a:lnTo>
                <a:lnTo>
                  <a:pt x="19583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B7BCBC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7" name="contour_09885"/>
          <p:cNvSpPr/>
          <p:nvPr/>
        </p:nvSpPr>
        <p:spPr>
          <a:xfrm>
            <a:off x="10008792" y="5429554"/>
            <a:ext cx="3255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9" y="0"/>
                </a:moveTo>
                <a:lnTo>
                  <a:pt x="4038" y="49"/>
                </a:lnTo>
                <a:lnTo>
                  <a:pt x="7393" y="192"/>
                </a:lnTo>
                <a:lnTo>
                  <a:pt x="10594" y="475"/>
                </a:lnTo>
                <a:lnTo>
                  <a:pt x="13694" y="956"/>
                </a:lnTo>
                <a:lnTo>
                  <a:pt x="16745" y="1679"/>
                </a:lnTo>
                <a:lnTo>
                  <a:pt x="19811" y="2700"/>
                </a:lnTo>
                <a:lnTo>
                  <a:pt x="20527" y="4522"/>
                </a:lnTo>
                <a:lnTo>
                  <a:pt x="21063" y="6329"/>
                </a:lnTo>
                <a:lnTo>
                  <a:pt x="21421" y="8122"/>
                </a:lnTo>
                <a:lnTo>
                  <a:pt x="21600" y="9909"/>
                </a:lnTo>
                <a:lnTo>
                  <a:pt x="21600" y="11691"/>
                </a:lnTo>
                <a:lnTo>
                  <a:pt x="21416" y="13478"/>
                </a:lnTo>
                <a:lnTo>
                  <a:pt x="21058" y="15271"/>
                </a:lnTo>
                <a:lnTo>
                  <a:pt x="20527" y="17078"/>
                </a:lnTo>
                <a:lnTo>
                  <a:pt x="19811" y="18900"/>
                </a:lnTo>
                <a:lnTo>
                  <a:pt x="16876" y="19988"/>
                </a:lnTo>
                <a:lnTo>
                  <a:pt x="14893" y="20631"/>
                </a:lnTo>
                <a:lnTo>
                  <a:pt x="12949" y="21084"/>
                </a:lnTo>
                <a:lnTo>
                  <a:pt x="10140" y="21600"/>
                </a:lnTo>
                <a:lnTo>
                  <a:pt x="7693" y="19867"/>
                </a:lnTo>
                <a:lnTo>
                  <a:pt x="5648" y="18179"/>
                </a:lnTo>
                <a:lnTo>
                  <a:pt x="3980" y="16521"/>
                </a:lnTo>
                <a:lnTo>
                  <a:pt x="2650" y="14874"/>
                </a:lnTo>
                <a:lnTo>
                  <a:pt x="1630" y="13219"/>
                </a:lnTo>
                <a:lnTo>
                  <a:pt x="885" y="11542"/>
                </a:lnTo>
                <a:lnTo>
                  <a:pt x="387" y="9825"/>
                </a:lnTo>
                <a:lnTo>
                  <a:pt x="102" y="8049"/>
                </a:lnTo>
                <a:lnTo>
                  <a:pt x="0" y="6194"/>
                </a:lnTo>
                <a:lnTo>
                  <a:pt x="48" y="4247"/>
                </a:lnTo>
                <a:lnTo>
                  <a:pt x="213" y="2187"/>
                </a:lnTo>
                <a:lnTo>
                  <a:pt x="469" y="0"/>
                </a:lnTo>
                <a:close/>
              </a:path>
            </a:pathLst>
          </a:custGeom>
          <a:solidFill>
            <a:srgbClr val="DCDEDD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8" name="contour_09886"/>
          <p:cNvSpPr/>
          <p:nvPr/>
        </p:nvSpPr>
        <p:spPr>
          <a:xfrm>
            <a:off x="3967586" y="5429554"/>
            <a:ext cx="3934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96" y="0"/>
                </a:moveTo>
                <a:lnTo>
                  <a:pt x="13753" y="1493"/>
                </a:lnTo>
                <a:lnTo>
                  <a:pt x="15270" y="2938"/>
                </a:lnTo>
                <a:lnTo>
                  <a:pt x="16654" y="4369"/>
                </a:lnTo>
                <a:lnTo>
                  <a:pt x="17907" y="5810"/>
                </a:lnTo>
                <a:lnTo>
                  <a:pt x="19023" y="7295"/>
                </a:lnTo>
                <a:lnTo>
                  <a:pt x="20011" y="8856"/>
                </a:lnTo>
                <a:lnTo>
                  <a:pt x="20868" y="10519"/>
                </a:lnTo>
                <a:lnTo>
                  <a:pt x="21600" y="12317"/>
                </a:lnTo>
                <a:lnTo>
                  <a:pt x="20676" y="14588"/>
                </a:lnTo>
                <a:lnTo>
                  <a:pt x="19839" y="15927"/>
                </a:lnTo>
                <a:lnTo>
                  <a:pt x="18607" y="16862"/>
                </a:lnTo>
                <a:lnTo>
                  <a:pt x="16506" y="17909"/>
                </a:lnTo>
                <a:lnTo>
                  <a:pt x="14057" y="18719"/>
                </a:lnTo>
                <a:lnTo>
                  <a:pt x="11604" y="19491"/>
                </a:lnTo>
                <a:lnTo>
                  <a:pt x="9131" y="20228"/>
                </a:lnTo>
                <a:lnTo>
                  <a:pt x="6630" y="20930"/>
                </a:lnTo>
                <a:lnTo>
                  <a:pt x="4094" y="21600"/>
                </a:lnTo>
                <a:lnTo>
                  <a:pt x="2621" y="18376"/>
                </a:lnTo>
                <a:lnTo>
                  <a:pt x="1473" y="15752"/>
                </a:lnTo>
                <a:lnTo>
                  <a:pt x="656" y="13613"/>
                </a:lnTo>
                <a:lnTo>
                  <a:pt x="164" y="11845"/>
                </a:lnTo>
                <a:lnTo>
                  <a:pt x="0" y="10336"/>
                </a:lnTo>
                <a:lnTo>
                  <a:pt x="164" y="8972"/>
                </a:lnTo>
                <a:lnTo>
                  <a:pt x="656" y="7641"/>
                </a:lnTo>
                <a:lnTo>
                  <a:pt x="1473" y="6226"/>
                </a:lnTo>
                <a:lnTo>
                  <a:pt x="2621" y="4617"/>
                </a:lnTo>
                <a:lnTo>
                  <a:pt x="4094" y="2700"/>
                </a:lnTo>
                <a:lnTo>
                  <a:pt x="6610" y="1612"/>
                </a:lnTo>
                <a:lnTo>
                  <a:pt x="8283" y="969"/>
                </a:lnTo>
                <a:lnTo>
                  <a:pt x="9860" y="516"/>
                </a:lnTo>
                <a:lnTo>
                  <a:pt x="12096" y="0"/>
                </a:lnTo>
                <a:close/>
              </a:path>
            </a:pathLst>
          </a:custGeom>
          <a:solidFill>
            <a:srgbClr val="DCD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89" name="contour_09887"/>
          <p:cNvSpPr/>
          <p:nvPr/>
        </p:nvSpPr>
        <p:spPr>
          <a:xfrm>
            <a:off x="3617930" y="5385826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8000" y="1426"/>
                </a:lnTo>
                <a:lnTo>
                  <a:pt x="18000" y="2856"/>
                </a:lnTo>
                <a:lnTo>
                  <a:pt x="18000" y="4291"/>
                </a:lnTo>
                <a:lnTo>
                  <a:pt x="18000" y="5738"/>
                </a:lnTo>
                <a:lnTo>
                  <a:pt x="18000" y="7200"/>
                </a:lnTo>
                <a:lnTo>
                  <a:pt x="15620" y="7200"/>
                </a:lnTo>
                <a:lnTo>
                  <a:pt x="13226" y="7200"/>
                </a:lnTo>
                <a:lnTo>
                  <a:pt x="10800" y="7200"/>
                </a:lnTo>
                <a:lnTo>
                  <a:pt x="11513" y="8626"/>
                </a:lnTo>
                <a:lnTo>
                  <a:pt x="12229" y="10056"/>
                </a:lnTo>
                <a:lnTo>
                  <a:pt x="12946" y="11491"/>
                </a:lnTo>
                <a:lnTo>
                  <a:pt x="13669" y="12938"/>
                </a:lnTo>
                <a:lnTo>
                  <a:pt x="14400" y="14400"/>
                </a:lnTo>
                <a:lnTo>
                  <a:pt x="16182" y="13805"/>
                </a:lnTo>
                <a:lnTo>
                  <a:pt x="17975" y="13210"/>
                </a:lnTo>
                <a:lnTo>
                  <a:pt x="19775" y="12607"/>
                </a:lnTo>
                <a:lnTo>
                  <a:pt x="21600" y="12000"/>
                </a:lnTo>
                <a:lnTo>
                  <a:pt x="21006" y="13584"/>
                </a:lnTo>
                <a:lnTo>
                  <a:pt x="20412" y="15170"/>
                </a:lnTo>
                <a:lnTo>
                  <a:pt x="19814" y="16764"/>
                </a:lnTo>
                <a:lnTo>
                  <a:pt x="19213" y="18365"/>
                </a:lnTo>
                <a:lnTo>
                  <a:pt x="18608" y="19975"/>
                </a:lnTo>
                <a:lnTo>
                  <a:pt x="18000" y="21600"/>
                </a:lnTo>
                <a:lnTo>
                  <a:pt x="15772" y="21302"/>
                </a:lnTo>
                <a:lnTo>
                  <a:pt x="13543" y="21005"/>
                </a:lnTo>
                <a:lnTo>
                  <a:pt x="11308" y="20707"/>
                </a:lnTo>
                <a:lnTo>
                  <a:pt x="9068" y="20410"/>
                </a:lnTo>
                <a:lnTo>
                  <a:pt x="6818" y="20110"/>
                </a:lnTo>
                <a:lnTo>
                  <a:pt x="4558" y="19807"/>
                </a:lnTo>
                <a:lnTo>
                  <a:pt x="2286" y="19505"/>
                </a:lnTo>
                <a:lnTo>
                  <a:pt x="0" y="19200"/>
                </a:lnTo>
                <a:lnTo>
                  <a:pt x="810" y="17597"/>
                </a:lnTo>
                <a:lnTo>
                  <a:pt x="1627" y="15994"/>
                </a:lnTo>
                <a:lnTo>
                  <a:pt x="2448" y="14393"/>
                </a:lnTo>
                <a:lnTo>
                  <a:pt x="3276" y="12794"/>
                </a:lnTo>
                <a:lnTo>
                  <a:pt x="4111" y="11198"/>
                </a:lnTo>
                <a:lnTo>
                  <a:pt x="4950" y="9600"/>
                </a:lnTo>
                <a:lnTo>
                  <a:pt x="5292" y="8909"/>
                </a:lnTo>
                <a:lnTo>
                  <a:pt x="6329" y="6826"/>
                </a:lnTo>
                <a:lnTo>
                  <a:pt x="7038" y="5510"/>
                </a:lnTo>
                <a:lnTo>
                  <a:pt x="7625" y="4498"/>
                </a:lnTo>
                <a:lnTo>
                  <a:pt x="8305" y="3461"/>
                </a:lnTo>
                <a:lnTo>
                  <a:pt x="9292" y="2071"/>
                </a:lnTo>
                <a:lnTo>
                  <a:pt x="10800" y="0"/>
                </a:lnTo>
                <a:close/>
              </a:path>
            </a:pathLst>
          </a:custGeom>
          <a:solidFill>
            <a:srgbClr val="9C8D8E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0" name="contour_09888"/>
          <p:cNvSpPr/>
          <p:nvPr/>
        </p:nvSpPr>
        <p:spPr>
          <a:xfrm>
            <a:off x="1176453" y="5393114"/>
            <a:ext cx="3243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06" y="0"/>
                </a:moveTo>
                <a:lnTo>
                  <a:pt x="12108" y="446"/>
                </a:lnTo>
                <a:lnTo>
                  <a:pt x="14525" y="893"/>
                </a:lnTo>
                <a:lnTo>
                  <a:pt x="16951" y="1345"/>
                </a:lnTo>
                <a:lnTo>
                  <a:pt x="19411" y="1800"/>
                </a:lnTo>
                <a:lnTo>
                  <a:pt x="20217" y="2916"/>
                </a:lnTo>
                <a:lnTo>
                  <a:pt x="20746" y="4043"/>
                </a:lnTo>
                <a:lnTo>
                  <a:pt x="21061" y="5179"/>
                </a:lnTo>
                <a:lnTo>
                  <a:pt x="21207" y="6323"/>
                </a:lnTo>
                <a:lnTo>
                  <a:pt x="21251" y="7474"/>
                </a:lnTo>
                <a:lnTo>
                  <a:pt x="21241" y="8629"/>
                </a:lnTo>
                <a:lnTo>
                  <a:pt x="21231" y="9788"/>
                </a:lnTo>
                <a:lnTo>
                  <a:pt x="21411" y="10892"/>
                </a:lnTo>
                <a:lnTo>
                  <a:pt x="21590" y="12013"/>
                </a:lnTo>
                <a:lnTo>
                  <a:pt x="21600" y="13095"/>
                </a:lnTo>
                <a:lnTo>
                  <a:pt x="21493" y="13948"/>
                </a:lnTo>
                <a:lnTo>
                  <a:pt x="21163" y="14857"/>
                </a:lnTo>
                <a:lnTo>
                  <a:pt x="20503" y="16112"/>
                </a:lnTo>
                <a:lnTo>
                  <a:pt x="19411" y="18000"/>
                </a:lnTo>
                <a:lnTo>
                  <a:pt x="18179" y="18229"/>
                </a:lnTo>
                <a:lnTo>
                  <a:pt x="17000" y="18448"/>
                </a:lnTo>
                <a:lnTo>
                  <a:pt x="15529" y="18720"/>
                </a:lnTo>
                <a:lnTo>
                  <a:pt x="13438" y="19109"/>
                </a:lnTo>
                <a:lnTo>
                  <a:pt x="10375" y="19676"/>
                </a:lnTo>
                <a:lnTo>
                  <a:pt x="6013" y="20486"/>
                </a:lnTo>
                <a:lnTo>
                  <a:pt x="0" y="21600"/>
                </a:lnTo>
                <a:lnTo>
                  <a:pt x="534" y="20412"/>
                </a:lnTo>
                <a:lnTo>
                  <a:pt x="1068" y="19224"/>
                </a:lnTo>
                <a:lnTo>
                  <a:pt x="1601" y="18034"/>
                </a:lnTo>
                <a:lnTo>
                  <a:pt x="2135" y="16846"/>
                </a:lnTo>
                <a:lnTo>
                  <a:pt x="2669" y="15655"/>
                </a:lnTo>
                <a:lnTo>
                  <a:pt x="3208" y="14465"/>
                </a:lnTo>
                <a:lnTo>
                  <a:pt x="3742" y="13271"/>
                </a:lnTo>
                <a:lnTo>
                  <a:pt x="4280" y="12076"/>
                </a:lnTo>
                <a:lnTo>
                  <a:pt x="4819" y="10881"/>
                </a:lnTo>
                <a:lnTo>
                  <a:pt x="5353" y="9682"/>
                </a:lnTo>
                <a:lnTo>
                  <a:pt x="5896" y="8483"/>
                </a:lnTo>
                <a:lnTo>
                  <a:pt x="6435" y="7279"/>
                </a:lnTo>
                <a:lnTo>
                  <a:pt x="6978" y="6075"/>
                </a:lnTo>
                <a:lnTo>
                  <a:pt x="7517" y="4867"/>
                </a:lnTo>
                <a:lnTo>
                  <a:pt x="8065" y="3656"/>
                </a:lnTo>
                <a:lnTo>
                  <a:pt x="8609" y="2441"/>
                </a:lnTo>
                <a:lnTo>
                  <a:pt x="9157" y="1222"/>
                </a:lnTo>
                <a:lnTo>
                  <a:pt x="9706" y="0"/>
                </a:lnTo>
                <a:close/>
              </a:path>
            </a:pathLst>
          </a:custGeom>
          <a:solidFill>
            <a:srgbClr val="9C8A63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1" name="contour_09889"/>
          <p:cNvSpPr/>
          <p:nvPr/>
        </p:nvSpPr>
        <p:spPr>
          <a:xfrm>
            <a:off x="9579508" y="5422266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167" y="1169"/>
                </a:lnTo>
                <a:lnTo>
                  <a:pt x="13037" y="2357"/>
                </a:lnTo>
                <a:lnTo>
                  <a:pt x="14861" y="3583"/>
                </a:lnTo>
                <a:lnTo>
                  <a:pt x="16632" y="4866"/>
                </a:lnTo>
                <a:lnTo>
                  <a:pt x="18351" y="6224"/>
                </a:lnTo>
                <a:lnTo>
                  <a:pt x="20008" y="7683"/>
                </a:lnTo>
                <a:lnTo>
                  <a:pt x="21600" y="9257"/>
                </a:lnTo>
                <a:lnTo>
                  <a:pt x="21205" y="11831"/>
                </a:lnTo>
                <a:lnTo>
                  <a:pt x="20847" y="13599"/>
                </a:lnTo>
                <a:lnTo>
                  <a:pt x="20378" y="15006"/>
                </a:lnTo>
                <a:lnTo>
                  <a:pt x="19650" y="16496"/>
                </a:lnTo>
                <a:lnTo>
                  <a:pt x="18514" y="18514"/>
                </a:lnTo>
                <a:lnTo>
                  <a:pt x="16681" y="17903"/>
                </a:lnTo>
                <a:lnTo>
                  <a:pt x="14842" y="17289"/>
                </a:lnTo>
                <a:lnTo>
                  <a:pt x="12997" y="16675"/>
                </a:lnTo>
                <a:lnTo>
                  <a:pt x="11136" y="16055"/>
                </a:lnTo>
                <a:lnTo>
                  <a:pt x="9257" y="15429"/>
                </a:lnTo>
                <a:lnTo>
                  <a:pt x="9257" y="17468"/>
                </a:lnTo>
                <a:lnTo>
                  <a:pt x="9257" y="19520"/>
                </a:lnTo>
                <a:lnTo>
                  <a:pt x="9257" y="21600"/>
                </a:lnTo>
                <a:lnTo>
                  <a:pt x="7424" y="21600"/>
                </a:lnTo>
                <a:lnTo>
                  <a:pt x="5585" y="21600"/>
                </a:lnTo>
                <a:lnTo>
                  <a:pt x="3740" y="21600"/>
                </a:lnTo>
                <a:lnTo>
                  <a:pt x="1879" y="21600"/>
                </a:lnTo>
                <a:lnTo>
                  <a:pt x="0" y="21600"/>
                </a:lnTo>
                <a:lnTo>
                  <a:pt x="562" y="17758"/>
                </a:lnTo>
                <a:lnTo>
                  <a:pt x="1037" y="14651"/>
                </a:lnTo>
                <a:lnTo>
                  <a:pt x="1466" y="12158"/>
                </a:lnTo>
                <a:lnTo>
                  <a:pt x="1885" y="10164"/>
                </a:lnTo>
                <a:lnTo>
                  <a:pt x="2333" y="8551"/>
                </a:lnTo>
                <a:lnTo>
                  <a:pt x="2851" y="7205"/>
                </a:lnTo>
                <a:lnTo>
                  <a:pt x="3475" y="6005"/>
                </a:lnTo>
                <a:lnTo>
                  <a:pt x="4243" y="4835"/>
                </a:lnTo>
                <a:lnTo>
                  <a:pt x="5193" y="3579"/>
                </a:lnTo>
                <a:lnTo>
                  <a:pt x="6363" y="2123"/>
                </a:lnTo>
                <a:lnTo>
                  <a:pt x="7801" y="1071"/>
                </a:lnTo>
                <a:lnTo>
                  <a:pt x="9257" y="0"/>
                </a:lnTo>
                <a:close/>
              </a:path>
            </a:pathLst>
          </a:custGeom>
          <a:solidFill>
            <a:srgbClr val="FB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2" name="contour_09890"/>
          <p:cNvSpPr/>
          <p:nvPr/>
        </p:nvSpPr>
        <p:spPr>
          <a:xfrm>
            <a:off x="1271197" y="5378538"/>
            <a:ext cx="4613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40" y="292"/>
                </a:lnTo>
                <a:lnTo>
                  <a:pt x="1699" y="672"/>
                </a:lnTo>
                <a:lnTo>
                  <a:pt x="3511" y="1390"/>
                </a:lnTo>
                <a:lnTo>
                  <a:pt x="6825" y="2700"/>
                </a:lnTo>
                <a:lnTo>
                  <a:pt x="6825" y="4485"/>
                </a:lnTo>
                <a:lnTo>
                  <a:pt x="6825" y="6280"/>
                </a:lnTo>
                <a:lnTo>
                  <a:pt x="6825" y="8100"/>
                </a:lnTo>
                <a:lnTo>
                  <a:pt x="9077" y="8100"/>
                </a:lnTo>
                <a:lnTo>
                  <a:pt x="11332" y="8100"/>
                </a:lnTo>
                <a:lnTo>
                  <a:pt x="13598" y="8100"/>
                </a:lnTo>
                <a:lnTo>
                  <a:pt x="15874" y="8100"/>
                </a:lnTo>
                <a:lnTo>
                  <a:pt x="18164" y="8100"/>
                </a:lnTo>
                <a:lnTo>
                  <a:pt x="20474" y="8100"/>
                </a:lnTo>
                <a:lnTo>
                  <a:pt x="21098" y="11221"/>
                </a:lnTo>
                <a:lnTo>
                  <a:pt x="21474" y="13416"/>
                </a:lnTo>
                <a:lnTo>
                  <a:pt x="21600" y="14980"/>
                </a:lnTo>
                <a:lnTo>
                  <a:pt x="21474" y="16216"/>
                </a:lnTo>
                <a:lnTo>
                  <a:pt x="21098" y="17423"/>
                </a:lnTo>
                <a:lnTo>
                  <a:pt x="20474" y="18900"/>
                </a:lnTo>
                <a:lnTo>
                  <a:pt x="18351" y="19570"/>
                </a:lnTo>
                <a:lnTo>
                  <a:pt x="16277" y="20093"/>
                </a:lnTo>
                <a:lnTo>
                  <a:pt x="14223" y="20498"/>
                </a:lnTo>
                <a:lnTo>
                  <a:pt x="12168" y="20809"/>
                </a:lnTo>
                <a:lnTo>
                  <a:pt x="10087" y="21052"/>
                </a:lnTo>
                <a:lnTo>
                  <a:pt x="7947" y="21246"/>
                </a:lnTo>
                <a:lnTo>
                  <a:pt x="5733" y="21422"/>
                </a:lnTo>
                <a:lnTo>
                  <a:pt x="3412" y="21600"/>
                </a:lnTo>
                <a:lnTo>
                  <a:pt x="3129" y="19818"/>
                </a:lnTo>
                <a:lnTo>
                  <a:pt x="2849" y="18036"/>
                </a:lnTo>
                <a:lnTo>
                  <a:pt x="2566" y="16251"/>
                </a:lnTo>
                <a:lnTo>
                  <a:pt x="2286" y="14464"/>
                </a:lnTo>
                <a:lnTo>
                  <a:pt x="2003" y="12674"/>
                </a:lnTo>
                <a:lnTo>
                  <a:pt x="1720" y="10881"/>
                </a:lnTo>
                <a:lnTo>
                  <a:pt x="1437" y="9083"/>
                </a:lnTo>
                <a:lnTo>
                  <a:pt x="1150" y="7279"/>
                </a:lnTo>
                <a:lnTo>
                  <a:pt x="863" y="5470"/>
                </a:lnTo>
                <a:lnTo>
                  <a:pt x="577" y="3656"/>
                </a:lnTo>
                <a:lnTo>
                  <a:pt x="29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48474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3" name="contour_09891"/>
          <p:cNvSpPr/>
          <p:nvPr/>
        </p:nvSpPr>
        <p:spPr>
          <a:xfrm>
            <a:off x="6846511" y="5378538"/>
            <a:ext cx="6559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202" y="512"/>
                </a:lnTo>
                <a:lnTo>
                  <a:pt x="7603" y="1028"/>
                </a:lnTo>
                <a:lnTo>
                  <a:pt x="9002" y="1544"/>
                </a:lnTo>
                <a:lnTo>
                  <a:pt x="10404" y="2063"/>
                </a:lnTo>
                <a:lnTo>
                  <a:pt x="11801" y="2583"/>
                </a:lnTo>
                <a:lnTo>
                  <a:pt x="13200" y="3106"/>
                </a:lnTo>
                <a:lnTo>
                  <a:pt x="14405" y="3542"/>
                </a:lnTo>
                <a:lnTo>
                  <a:pt x="15629" y="3987"/>
                </a:lnTo>
                <a:lnTo>
                  <a:pt x="17138" y="4575"/>
                </a:lnTo>
                <a:lnTo>
                  <a:pt x="18636" y="5193"/>
                </a:lnTo>
                <a:lnTo>
                  <a:pt x="20122" y="5830"/>
                </a:lnTo>
                <a:lnTo>
                  <a:pt x="21600" y="6480"/>
                </a:lnTo>
                <a:lnTo>
                  <a:pt x="21600" y="7551"/>
                </a:lnTo>
                <a:lnTo>
                  <a:pt x="21600" y="8640"/>
                </a:lnTo>
                <a:lnTo>
                  <a:pt x="20261" y="9022"/>
                </a:lnTo>
                <a:lnTo>
                  <a:pt x="18914" y="9387"/>
                </a:lnTo>
                <a:lnTo>
                  <a:pt x="17563" y="9737"/>
                </a:lnTo>
                <a:lnTo>
                  <a:pt x="16210" y="10072"/>
                </a:lnTo>
                <a:lnTo>
                  <a:pt x="14851" y="10394"/>
                </a:lnTo>
                <a:lnTo>
                  <a:pt x="13034" y="10943"/>
                </a:lnTo>
                <a:lnTo>
                  <a:pt x="11374" y="11530"/>
                </a:lnTo>
                <a:lnTo>
                  <a:pt x="9857" y="12169"/>
                </a:lnTo>
                <a:lnTo>
                  <a:pt x="8467" y="12865"/>
                </a:lnTo>
                <a:lnTo>
                  <a:pt x="7186" y="13630"/>
                </a:lnTo>
                <a:lnTo>
                  <a:pt x="6000" y="14470"/>
                </a:lnTo>
                <a:lnTo>
                  <a:pt x="4894" y="15394"/>
                </a:lnTo>
                <a:lnTo>
                  <a:pt x="3852" y="16414"/>
                </a:lnTo>
                <a:lnTo>
                  <a:pt x="2856" y="17535"/>
                </a:lnTo>
                <a:lnTo>
                  <a:pt x="1894" y="18766"/>
                </a:lnTo>
                <a:lnTo>
                  <a:pt x="946" y="20118"/>
                </a:lnTo>
                <a:lnTo>
                  <a:pt x="0" y="21600"/>
                </a:lnTo>
                <a:lnTo>
                  <a:pt x="206" y="20168"/>
                </a:lnTo>
                <a:lnTo>
                  <a:pt x="415" y="18736"/>
                </a:lnTo>
                <a:lnTo>
                  <a:pt x="624" y="17306"/>
                </a:lnTo>
                <a:lnTo>
                  <a:pt x="838" y="15876"/>
                </a:lnTo>
                <a:lnTo>
                  <a:pt x="1051" y="14446"/>
                </a:lnTo>
                <a:lnTo>
                  <a:pt x="1246" y="13116"/>
                </a:lnTo>
                <a:lnTo>
                  <a:pt x="1442" y="11776"/>
                </a:lnTo>
                <a:lnTo>
                  <a:pt x="1642" y="10420"/>
                </a:lnTo>
                <a:lnTo>
                  <a:pt x="1920" y="9063"/>
                </a:lnTo>
                <a:lnTo>
                  <a:pt x="2232" y="7737"/>
                </a:lnTo>
                <a:lnTo>
                  <a:pt x="2578" y="6432"/>
                </a:lnTo>
                <a:lnTo>
                  <a:pt x="2954" y="5143"/>
                </a:lnTo>
                <a:lnTo>
                  <a:pt x="3365" y="3862"/>
                </a:lnTo>
                <a:lnTo>
                  <a:pt x="3809" y="2583"/>
                </a:lnTo>
                <a:lnTo>
                  <a:pt x="4286" y="1298"/>
                </a:lnTo>
                <a:lnTo>
                  <a:pt x="4800" y="0"/>
                </a:lnTo>
                <a:close/>
              </a:path>
            </a:pathLst>
          </a:custGeom>
          <a:solidFill>
            <a:srgbClr val="A28F62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4" name="contour_09892"/>
          <p:cNvSpPr/>
          <p:nvPr/>
        </p:nvSpPr>
        <p:spPr>
          <a:xfrm>
            <a:off x="1140013" y="5383698"/>
            <a:ext cx="51016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92"/>
                </a:moveTo>
                <a:lnTo>
                  <a:pt x="2104" y="820"/>
                </a:lnTo>
                <a:lnTo>
                  <a:pt x="4178" y="498"/>
                </a:lnTo>
                <a:lnTo>
                  <a:pt x="6230" y="237"/>
                </a:lnTo>
                <a:lnTo>
                  <a:pt x="8270" y="65"/>
                </a:lnTo>
                <a:lnTo>
                  <a:pt x="10300" y="0"/>
                </a:lnTo>
                <a:lnTo>
                  <a:pt x="12331" y="57"/>
                </a:lnTo>
                <a:lnTo>
                  <a:pt x="14373" y="261"/>
                </a:lnTo>
                <a:lnTo>
                  <a:pt x="16431" y="633"/>
                </a:lnTo>
                <a:lnTo>
                  <a:pt x="18514" y="1192"/>
                </a:lnTo>
                <a:lnTo>
                  <a:pt x="19443" y="3657"/>
                </a:lnTo>
                <a:lnTo>
                  <a:pt x="20165" y="6114"/>
                </a:lnTo>
                <a:lnTo>
                  <a:pt x="20702" y="8580"/>
                </a:lnTo>
                <a:lnTo>
                  <a:pt x="21085" y="11069"/>
                </a:lnTo>
                <a:lnTo>
                  <a:pt x="21338" y="13600"/>
                </a:lnTo>
                <a:lnTo>
                  <a:pt x="21492" y="16192"/>
                </a:lnTo>
                <a:lnTo>
                  <a:pt x="21569" y="18853"/>
                </a:lnTo>
                <a:lnTo>
                  <a:pt x="21600" y="21600"/>
                </a:lnTo>
                <a:lnTo>
                  <a:pt x="19141" y="20988"/>
                </a:lnTo>
                <a:lnTo>
                  <a:pt x="16894" y="20314"/>
                </a:lnTo>
                <a:lnTo>
                  <a:pt x="14827" y="19559"/>
                </a:lnTo>
                <a:lnTo>
                  <a:pt x="12920" y="18694"/>
                </a:lnTo>
                <a:lnTo>
                  <a:pt x="11136" y="17698"/>
                </a:lnTo>
                <a:lnTo>
                  <a:pt x="9458" y="16555"/>
                </a:lnTo>
                <a:lnTo>
                  <a:pt x="7853" y="15237"/>
                </a:lnTo>
                <a:lnTo>
                  <a:pt x="6298" y="13722"/>
                </a:lnTo>
                <a:lnTo>
                  <a:pt x="4761" y="11992"/>
                </a:lnTo>
                <a:lnTo>
                  <a:pt x="3215" y="10020"/>
                </a:lnTo>
                <a:lnTo>
                  <a:pt x="1639" y="7788"/>
                </a:lnTo>
                <a:lnTo>
                  <a:pt x="0" y="5273"/>
                </a:lnTo>
                <a:lnTo>
                  <a:pt x="0" y="3249"/>
                </a:lnTo>
                <a:lnTo>
                  <a:pt x="0" y="1192"/>
                </a:lnTo>
                <a:close/>
              </a:path>
            </a:pathLst>
          </a:custGeom>
          <a:solidFill>
            <a:srgbClr val="C6A45F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5" name="contour_09893"/>
          <p:cNvSpPr/>
          <p:nvPr/>
        </p:nvSpPr>
        <p:spPr>
          <a:xfrm>
            <a:off x="637142" y="5320234"/>
            <a:ext cx="65592" cy="878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10" y="776"/>
                </a:lnTo>
                <a:lnTo>
                  <a:pt x="19310" y="1408"/>
                </a:lnTo>
                <a:lnTo>
                  <a:pt x="20258" y="2232"/>
                </a:lnTo>
                <a:lnTo>
                  <a:pt x="21600" y="3583"/>
                </a:lnTo>
                <a:lnTo>
                  <a:pt x="21506" y="4803"/>
                </a:lnTo>
                <a:lnTo>
                  <a:pt x="21305" y="5988"/>
                </a:lnTo>
                <a:lnTo>
                  <a:pt x="21007" y="7155"/>
                </a:lnTo>
                <a:lnTo>
                  <a:pt x="20633" y="8305"/>
                </a:lnTo>
                <a:lnTo>
                  <a:pt x="20196" y="9449"/>
                </a:lnTo>
                <a:lnTo>
                  <a:pt x="19714" y="10596"/>
                </a:lnTo>
                <a:lnTo>
                  <a:pt x="19200" y="11755"/>
                </a:lnTo>
                <a:lnTo>
                  <a:pt x="18715" y="12864"/>
                </a:lnTo>
                <a:lnTo>
                  <a:pt x="18223" y="13987"/>
                </a:lnTo>
                <a:lnTo>
                  <a:pt x="17561" y="15260"/>
                </a:lnTo>
                <a:lnTo>
                  <a:pt x="16927" y="16376"/>
                </a:lnTo>
                <a:lnTo>
                  <a:pt x="16267" y="17362"/>
                </a:lnTo>
                <a:lnTo>
                  <a:pt x="15530" y="18239"/>
                </a:lnTo>
                <a:lnTo>
                  <a:pt x="14659" y="19033"/>
                </a:lnTo>
                <a:lnTo>
                  <a:pt x="13598" y="19767"/>
                </a:lnTo>
                <a:lnTo>
                  <a:pt x="12298" y="20468"/>
                </a:lnTo>
                <a:lnTo>
                  <a:pt x="10697" y="21159"/>
                </a:lnTo>
                <a:lnTo>
                  <a:pt x="9139" y="21322"/>
                </a:lnTo>
                <a:lnTo>
                  <a:pt x="7613" y="21448"/>
                </a:lnTo>
                <a:lnTo>
                  <a:pt x="6108" y="21539"/>
                </a:lnTo>
                <a:lnTo>
                  <a:pt x="4608" y="21589"/>
                </a:lnTo>
                <a:lnTo>
                  <a:pt x="3098" y="21600"/>
                </a:lnTo>
                <a:lnTo>
                  <a:pt x="1567" y="21570"/>
                </a:lnTo>
                <a:lnTo>
                  <a:pt x="0" y="21496"/>
                </a:lnTo>
                <a:lnTo>
                  <a:pt x="1171" y="20432"/>
                </a:lnTo>
                <a:lnTo>
                  <a:pt x="2062" y="19705"/>
                </a:lnTo>
                <a:lnTo>
                  <a:pt x="3120" y="18977"/>
                </a:lnTo>
                <a:lnTo>
                  <a:pt x="4800" y="17913"/>
                </a:lnTo>
                <a:lnTo>
                  <a:pt x="6730" y="17806"/>
                </a:lnTo>
                <a:lnTo>
                  <a:pt x="8069" y="17752"/>
                </a:lnTo>
                <a:lnTo>
                  <a:pt x="9163" y="17752"/>
                </a:lnTo>
                <a:lnTo>
                  <a:pt x="10358" y="17806"/>
                </a:lnTo>
                <a:lnTo>
                  <a:pt x="12000" y="17913"/>
                </a:lnTo>
                <a:lnTo>
                  <a:pt x="11945" y="16919"/>
                </a:lnTo>
                <a:lnTo>
                  <a:pt x="11890" y="15918"/>
                </a:lnTo>
                <a:lnTo>
                  <a:pt x="11832" y="14904"/>
                </a:lnTo>
                <a:lnTo>
                  <a:pt x="11798" y="13922"/>
                </a:lnTo>
                <a:lnTo>
                  <a:pt x="11765" y="12939"/>
                </a:lnTo>
                <a:lnTo>
                  <a:pt x="11734" y="11955"/>
                </a:lnTo>
                <a:lnTo>
                  <a:pt x="11700" y="10972"/>
                </a:lnTo>
                <a:lnTo>
                  <a:pt x="11640" y="9989"/>
                </a:lnTo>
                <a:lnTo>
                  <a:pt x="11578" y="8993"/>
                </a:lnTo>
                <a:lnTo>
                  <a:pt x="11561" y="7660"/>
                </a:lnTo>
                <a:lnTo>
                  <a:pt x="11609" y="6481"/>
                </a:lnTo>
                <a:lnTo>
                  <a:pt x="11770" y="5412"/>
                </a:lnTo>
                <a:lnTo>
                  <a:pt x="12086" y="4405"/>
                </a:lnTo>
                <a:lnTo>
                  <a:pt x="12602" y="3420"/>
                </a:lnTo>
                <a:lnTo>
                  <a:pt x="13366" y="2409"/>
                </a:lnTo>
                <a:lnTo>
                  <a:pt x="14419" y="1329"/>
                </a:lnTo>
                <a:lnTo>
                  <a:pt x="15600" y="670"/>
                </a:lnTo>
                <a:lnTo>
                  <a:pt x="16800" y="0"/>
                </a:lnTo>
                <a:close/>
              </a:path>
            </a:pathLst>
          </a:custGeom>
          <a:solidFill>
            <a:srgbClr val="525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6" name="contour_09894"/>
          <p:cNvSpPr/>
          <p:nvPr/>
        </p:nvSpPr>
        <p:spPr>
          <a:xfrm>
            <a:off x="1723053" y="5305658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6" y="2037"/>
                </a:lnTo>
                <a:lnTo>
                  <a:pt x="792" y="4076"/>
                </a:lnTo>
                <a:lnTo>
                  <a:pt x="1190" y="6125"/>
                </a:lnTo>
                <a:lnTo>
                  <a:pt x="1591" y="8183"/>
                </a:lnTo>
                <a:lnTo>
                  <a:pt x="1994" y="10254"/>
                </a:lnTo>
                <a:lnTo>
                  <a:pt x="2400" y="12343"/>
                </a:lnTo>
                <a:lnTo>
                  <a:pt x="3984" y="11834"/>
                </a:lnTo>
                <a:lnTo>
                  <a:pt x="5568" y="11325"/>
                </a:lnTo>
                <a:lnTo>
                  <a:pt x="7154" y="10815"/>
                </a:lnTo>
                <a:lnTo>
                  <a:pt x="8743" y="10303"/>
                </a:lnTo>
                <a:lnTo>
                  <a:pt x="10334" y="9794"/>
                </a:lnTo>
                <a:lnTo>
                  <a:pt x="11928" y="9282"/>
                </a:lnTo>
                <a:lnTo>
                  <a:pt x="13526" y="8767"/>
                </a:lnTo>
                <a:lnTo>
                  <a:pt x="15130" y="8251"/>
                </a:lnTo>
                <a:lnTo>
                  <a:pt x="16738" y="7736"/>
                </a:lnTo>
                <a:lnTo>
                  <a:pt x="18350" y="7214"/>
                </a:lnTo>
                <a:lnTo>
                  <a:pt x="19973" y="6696"/>
                </a:lnTo>
                <a:lnTo>
                  <a:pt x="21600" y="6171"/>
                </a:lnTo>
                <a:lnTo>
                  <a:pt x="20887" y="9303"/>
                </a:lnTo>
                <a:lnTo>
                  <a:pt x="20323" y="11618"/>
                </a:lnTo>
                <a:lnTo>
                  <a:pt x="19824" y="13333"/>
                </a:lnTo>
                <a:lnTo>
                  <a:pt x="19306" y="14666"/>
                </a:lnTo>
                <a:lnTo>
                  <a:pt x="18686" y="15830"/>
                </a:lnTo>
                <a:lnTo>
                  <a:pt x="17878" y="17039"/>
                </a:lnTo>
                <a:lnTo>
                  <a:pt x="16800" y="18514"/>
                </a:lnTo>
                <a:lnTo>
                  <a:pt x="15110" y="19097"/>
                </a:lnTo>
                <a:lnTo>
                  <a:pt x="13442" y="19591"/>
                </a:lnTo>
                <a:lnTo>
                  <a:pt x="11791" y="20002"/>
                </a:lnTo>
                <a:lnTo>
                  <a:pt x="10147" y="20347"/>
                </a:lnTo>
                <a:lnTo>
                  <a:pt x="8501" y="20634"/>
                </a:lnTo>
                <a:lnTo>
                  <a:pt x="6850" y="20875"/>
                </a:lnTo>
                <a:lnTo>
                  <a:pt x="5179" y="21082"/>
                </a:lnTo>
                <a:lnTo>
                  <a:pt x="3487" y="21264"/>
                </a:lnTo>
                <a:lnTo>
                  <a:pt x="1764" y="21433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7F6B4E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7" name="contour_09895"/>
          <p:cNvSpPr/>
          <p:nvPr/>
        </p:nvSpPr>
        <p:spPr>
          <a:xfrm>
            <a:off x="1409669" y="5340159"/>
            <a:ext cx="51016" cy="38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66" y="53"/>
                </a:lnTo>
                <a:lnTo>
                  <a:pt x="13898" y="152"/>
                </a:lnTo>
                <a:lnTo>
                  <a:pt x="15824" y="304"/>
                </a:lnTo>
                <a:lnTo>
                  <a:pt x="17743" y="509"/>
                </a:lnTo>
                <a:lnTo>
                  <a:pt x="19665" y="771"/>
                </a:lnTo>
                <a:lnTo>
                  <a:pt x="21600" y="1091"/>
                </a:lnTo>
                <a:lnTo>
                  <a:pt x="21600" y="3802"/>
                </a:lnTo>
                <a:lnTo>
                  <a:pt x="21600" y="6530"/>
                </a:lnTo>
                <a:lnTo>
                  <a:pt x="21600" y="9295"/>
                </a:lnTo>
                <a:lnTo>
                  <a:pt x="19560" y="9295"/>
                </a:lnTo>
                <a:lnTo>
                  <a:pt x="17508" y="9295"/>
                </a:lnTo>
                <a:lnTo>
                  <a:pt x="15429" y="9295"/>
                </a:lnTo>
                <a:lnTo>
                  <a:pt x="15429" y="11735"/>
                </a:lnTo>
                <a:lnTo>
                  <a:pt x="15429" y="14176"/>
                </a:lnTo>
                <a:lnTo>
                  <a:pt x="15429" y="16633"/>
                </a:lnTo>
                <a:lnTo>
                  <a:pt x="15429" y="19106"/>
                </a:lnTo>
                <a:lnTo>
                  <a:pt x="15429" y="21600"/>
                </a:lnTo>
                <a:lnTo>
                  <a:pt x="13519" y="21095"/>
                </a:lnTo>
                <a:lnTo>
                  <a:pt x="11608" y="20587"/>
                </a:lnTo>
                <a:lnTo>
                  <a:pt x="9692" y="20078"/>
                </a:lnTo>
                <a:lnTo>
                  <a:pt x="7773" y="19566"/>
                </a:lnTo>
                <a:lnTo>
                  <a:pt x="5844" y="19053"/>
                </a:lnTo>
                <a:lnTo>
                  <a:pt x="3910" y="18540"/>
                </a:lnTo>
                <a:lnTo>
                  <a:pt x="1959" y="18019"/>
                </a:lnTo>
                <a:lnTo>
                  <a:pt x="0" y="17498"/>
                </a:lnTo>
                <a:lnTo>
                  <a:pt x="1361" y="12273"/>
                </a:lnTo>
                <a:lnTo>
                  <a:pt x="2456" y="8327"/>
                </a:lnTo>
                <a:lnTo>
                  <a:pt x="3404" y="5451"/>
                </a:lnTo>
                <a:lnTo>
                  <a:pt x="4320" y="3445"/>
                </a:lnTo>
                <a:lnTo>
                  <a:pt x="5320" y="2104"/>
                </a:lnTo>
                <a:lnTo>
                  <a:pt x="6526" y="1218"/>
                </a:lnTo>
                <a:lnTo>
                  <a:pt x="8051" y="587"/>
                </a:lnTo>
                <a:lnTo>
                  <a:pt x="10016" y="0"/>
                </a:lnTo>
                <a:close/>
              </a:path>
            </a:pathLst>
          </a:custGeom>
          <a:solidFill>
            <a:srgbClr val="9A9BA4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8" name="contour_09896"/>
          <p:cNvSpPr/>
          <p:nvPr/>
        </p:nvSpPr>
        <p:spPr>
          <a:xfrm>
            <a:off x="2327956" y="5334810"/>
            <a:ext cx="65592" cy="276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3" y="0"/>
                </a:lnTo>
                <a:lnTo>
                  <a:pt x="3329" y="0"/>
                </a:lnTo>
                <a:lnTo>
                  <a:pt x="4994" y="0"/>
                </a:lnTo>
                <a:lnTo>
                  <a:pt x="6662" y="0"/>
                </a:lnTo>
                <a:lnTo>
                  <a:pt x="8338" y="0"/>
                </a:lnTo>
                <a:lnTo>
                  <a:pt x="10015" y="0"/>
                </a:lnTo>
                <a:lnTo>
                  <a:pt x="11700" y="0"/>
                </a:lnTo>
                <a:lnTo>
                  <a:pt x="13392" y="0"/>
                </a:lnTo>
                <a:lnTo>
                  <a:pt x="15091" y="0"/>
                </a:lnTo>
                <a:lnTo>
                  <a:pt x="16800" y="0"/>
                </a:lnTo>
                <a:lnTo>
                  <a:pt x="16800" y="3768"/>
                </a:lnTo>
                <a:lnTo>
                  <a:pt x="16800" y="7559"/>
                </a:lnTo>
                <a:lnTo>
                  <a:pt x="16800" y="11401"/>
                </a:lnTo>
                <a:lnTo>
                  <a:pt x="18226" y="13494"/>
                </a:lnTo>
                <a:lnTo>
                  <a:pt x="19200" y="14788"/>
                </a:lnTo>
                <a:lnTo>
                  <a:pt x="20174" y="15808"/>
                </a:lnTo>
                <a:lnTo>
                  <a:pt x="21600" y="17102"/>
                </a:lnTo>
                <a:lnTo>
                  <a:pt x="19735" y="18396"/>
                </a:lnTo>
                <a:lnTo>
                  <a:pt x="17962" y="19508"/>
                </a:lnTo>
                <a:lnTo>
                  <a:pt x="16265" y="20403"/>
                </a:lnTo>
                <a:lnTo>
                  <a:pt x="14628" y="21064"/>
                </a:lnTo>
                <a:lnTo>
                  <a:pt x="13032" y="21475"/>
                </a:lnTo>
                <a:lnTo>
                  <a:pt x="11465" y="21600"/>
                </a:lnTo>
                <a:lnTo>
                  <a:pt x="9907" y="21429"/>
                </a:lnTo>
                <a:lnTo>
                  <a:pt x="8342" y="20927"/>
                </a:lnTo>
                <a:lnTo>
                  <a:pt x="6751" y="20078"/>
                </a:lnTo>
                <a:lnTo>
                  <a:pt x="5124" y="18858"/>
                </a:lnTo>
                <a:lnTo>
                  <a:pt x="3437" y="17245"/>
                </a:lnTo>
                <a:lnTo>
                  <a:pt x="1678" y="15210"/>
                </a:lnTo>
                <a:lnTo>
                  <a:pt x="845" y="13323"/>
                </a:lnTo>
                <a:lnTo>
                  <a:pt x="0" y="11401"/>
                </a:lnTo>
                <a:lnTo>
                  <a:pt x="0" y="7633"/>
                </a:lnTo>
                <a:lnTo>
                  <a:pt x="0" y="3842"/>
                </a:lnTo>
                <a:lnTo>
                  <a:pt x="0" y="0"/>
                </a:lnTo>
                <a:close/>
              </a:path>
            </a:pathLst>
          </a:custGeom>
          <a:solidFill>
            <a:srgbClr val="D6DBE0"/>
          </a:solidFill>
          <a:ln>
            <a:noFill/>
          </a:ln>
        </p:spPr>
        <p:txBody>
          <a:bodyPr/>
          <a:lstStyle/>
          <a:p/>
        </p:txBody>
      </p:sp>
      <p:sp>
        <p:nvSpPr>
          <p:cNvPr id="9899" name="contour_09897"/>
          <p:cNvSpPr/>
          <p:nvPr/>
        </p:nvSpPr>
        <p:spPr>
          <a:xfrm>
            <a:off x="564262" y="5342098"/>
            <a:ext cx="874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361" y="1529"/>
                </a:lnTo>
                <a:lnTo>
                  <a:pt x="21123" y="3058"/>
                </a:lnTo>
                <a:lnTo>
                  <a:pt x="20884" y="4591"/>
                </a:lnTo>
                <a:lnTo>
                  <a:pt x="20642" y="6130"/>
                </a:lnTo>
                <a:lnTo>
                  <a:pt x="20399" y="7678"/>
                </a:lnTo>
                <a:lnTo>
                  <a:pt x="20156" y="9233"/>
                </a:lnTo>
                <a:lnTo>
                  <a:pt x="19912" y="10800"/>
                </a:lnTo>
                <a:lnTo>
                  <a:pt x="19741" y="11930"/>
                </a:lnTo>
                <a:lnTo>
                  <a:pt x="19568" y="13066"/>
                </a:lnTo>
                <a:lnTo>
                  <a:pt x="19393" y="14218"/>
                </a:lnTo>
                <a:lnTo>
                  <a:pt x="19179" y="15535"/>
                </a:lnTo>
                <a:lnTo>
                  <a:pt x="18963" y="16874"/>
                </a:lnTo>
                <a:lnTo>
                  <a:pt x="18751" y="18235"/>
                </a:lnTo>
                <a:lnTo>
                  <a:pt x="18535" y="19618"/>
                </a:lnTo>
                <a:lnTo>
                  <a:pt x="18270" y="20602"/>
                </a:lnTo>
                <a:lnTo>
                  <a:pt x="18000" y="21600"/>
                </a:lnTo>
                <a:lnTo>
                  <a:pt x="17107" y="21600"/>
                </a:lnTo>
                <a:lnTo>
                  <a:pt x="16200" y="21600"/>
                </a:lnTo>
                <a:lnTo>
                  <a:pt x="16200" y="20016"/>
                </a:lnTo>
                <a:lnTo>
                  <a:pt x="16200" y="18432"/>
                </a:lnTo>
                <a:lnTo>
                  <a:pt x="16200" y="16846"/>
                </a:lnTo>
                <a:lnTo>
                  <a:pt x="16200" y="15257"/>
                </a:lnTo>
                <a:lnTo>
                  <a:pt x="16200" y="13666"/>
                </a:lnTo>
                <a:lnTo>
                  <a:pt x="16200" y="12072"/>
                </a:lnTo>
                <a:lnTo>
                  <a:pt x="16200" y="10474"/>
                </a:lnTo>
                <a:lnTo>
                  <a:pt x="16200" y="8870"/>
                </a:lnTo>
                <a:lnTo>
                  <a:pt x="16200" y="7262"/>
                </a:lnTo>
                <a:lnTo>
                  <a:pt x="16200" y="5650"/>
                </a:lnTo>
                <a:lnTo>
                  <a:pt x="16200" y="4027"/>
                </a:lnTo>
                <a:lnTo>
                  <a:pt x="16200" y="2400"/>
                </a:lnTo>
                <a:lnTo>
                  <a:pt x="14967" y="2400"/>
                </a:lnTo>
                <a:lnTo>
                  <a:pt x="13732" y="2400"/>
                </a:lnTo>
                <a:lnTo>
                  <a:pt x="12497" y="2400"/>
                </a:lnTo>
                <a:lnTo>
                  <a:pt x="11261" y="2400"/>
                </a:lnTo>
                <a:lnTo>
                  <a:pt x="10022" y="2400"/>
                </a:lnTo>
                <a:lnTo>
                  <a:pt x="8782" y="2400"/>
                </a:lnTo>
                <a:lnTo>
                  <a:pt x="7538" y="2400"/>
                </a:lnTo>
                <a:lnTo>
                  <a:pt x="6293" y="2400"/>
                </a:lnTo>
                <a:lnTo>
                  <a:pt x="5044" y="2400"/>
                </a:lnTo>
                <a:lnTo>
                  <a:pt x="3789" y="2400"/>
                </a:lnTo>
                <a:lnTo>
                  <a:pt x="2531" y="2400"/>
                </a:lnTo>
                <a:lnTo>
                  <a:pt x="1269" y="2400"/>
                </a:lnTo>
                <a:lnTo>
                  <a:pt x="0" y="2400"/>
                </a:lnTo>
                <a:lnTo>
                  <a:pt x="0" y="1210"/>
                </a:lnTo>
                <a:lnTo>
                  <a:pt x="0" y="0"/>
                </a:lnTo>
                <a:close/>
              </a:path>
            </a:pathLst>
          </a:custGeom>
          <a:solidFill>
            <a:srgbClr val="88847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0" name="contour_09898"/>
          <p:cNvSpPr/>
          <p:nvPr/>
        </p:nvSpPr>
        <p:spPr>
          <a:xfrm>
            <a:off x="7983437" y="5305658"/>
            <a:ext cx="4583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35" y="0"/>
                </a:moveTo>
                <a:lnTo>
                  <a:pt x="5677" y="216"/>
                </a:lnTo>
                <a:lnTo>
                  <a:pt x="7879" y="471"/>
                </a:lnTo>
                <a:lnTo>
                  <a:pt x="10050" y="795"/>
                </a:lnTo>
                <a:lnTo>
                  <a:pt x="12196" y="1210"/>
                </a:lnTo>
                <a:lnTo>
                  <a:pt x="14319" y="1745"/>
                </a:lnTo>
                <a:lnTo>
                  <a:pt x="16424" y="2424"/>
                </a:lnTo>
                <a:lnTo>
                  <a:pt x="18519" y="3275"/>
                </a:lnTo>
                <a:lnTo>
                  <a:pt x="20607" y="4320"/>
                </a:lnTo>
                <a:lnTo>
                  <a:pt x="21281" y="7348"/>
                </a:lnTo>
                <a:lnTo>
                  <a:pt x="21586" y="10122"/>
                </a:lnTo>
                <a:lnTo>
                  <a:pt x="21600" y="12787"/>
                </a:lnTo>
                <a:lnTo>
                  <a:pt x="21390" y="15492"/>
                </a:lnTo>
                <a:lnTo>
                  <a:pt x="21037" y="18382"/>
                </a:lnTo>
                <a:lnTo>
                  <a:pt x="20607" y="21600"/>
                </a:lnTo>
                <a:lnTo>
                  <a:pt x="16218" y="20308"/>
                </a:lnTo>
                <a:lnTo>
                  <a:pt x="12749" y="19267"/>
                </a:lnTo>
                <a:lnTo>
                  <a:pt x="10029" y="18399"/>
                </a:lnTo>
                <a:lnTo>
                  <a:pt x="7893" y="17643"/>
                </a:lnTo>
                <a:lnTo>
                  <a:pt x="6168" y="16917"/>
                </a:lnTo>
                <a:lnTo>
                  <a:pt x="4688" y="16161"/>
                </a:lnTo>
                <a:lnTo>
                  <a:pt x="3280" y="15293"/>
                </a:lnTo>
                <a:lnTo>
                  <a:pt x="1772" y="14252"/>
                </a:lnTo>
                <a:lnTo>
                  <a:pt x="0" y="12960"/>
                </a:lnTo>
                <a:lnTo>
                  <a:pt x="680" y="10394"/>
                </a:lnTo>
                <a:lnTo>
                  <a:pt x="1364" y="7819"/>
                </a:lnTo>
                <a:lnTo>
                  <a:pt x="2047" y="5236"/>
                </a:lnTo>
                <a:lnTo>
                  <a:pt x="2737" y="2631"/>
                </a:lnTo>
                <a:lnTo>
                  <a:pt x="3435" y="0"/>
                </a:lnTo>
                <a:close/>
              </a:path>
            </a:pathLst>
          </a:custGeom>
          <a:solidFill>
            <a:srgbClr val="D6D9E0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1" name="contour_09899"/>
          <p:cNvSpPr/>
          <p:nvPr/>
        </p:nvSpPr>
        <p:spPr>
          <a:xfrm>
            <a:off x="4937057" y="5269218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68" y="358"/>
                </a:lnTo>
                <a:lnTo>
                  <a:pt x="10457" y="731"/>
                </a:lnTo>
                <a:lnTo>
                  <a:pt x="12479" y="1154"/>
                </a:lnTo>
                <a:lnTo>
                  <a:pt x="14469" y="1663"/>
                </a:lnTo>
                <a:lnTo>
                  <a:pt x="16468" y="2296"/>
                </a:lnTo>
                <a:lnTo>
                  <a:pt x="18514" y="3086"/>
                </a:lnTo>
                <a:lnTo>
                  <a:pt x="19928" y="5196"/>
                </a:lnTo>
                <a:lnTo>
                  <a:pt x="20795" y="6733"/>
                </a:lnTo>
                <a:lnTo>
                  <a:pt x="21264" y="8140"/>
                </a:lnTo>
                <a:lnTo>
                  <a:pt x="21483" y="9862"/>
                </a:lnTo>
                <a:lnTo>
                  <a:pt x="21600" y="12343"/>
                </a:lnTo>
                <a:lnTo>
                  <a:pt x="20449" y="14416"/>
                </a:lnTo>
                <a:lnTo>
                  <a:pt x="19212" y="16249"/>
                </a:lnTo>
                <a:lnTo>
                  <a:pt x="17835" y="17863"/>
                </a:lnTo>
                <a:lnTo>
                  <a:pt x="16268" y="19280"/>
                </a:lnTo>
                <a:lnTo>
                  <a:pt x="14453" y="20520"/>
                </a:lnTo>
                <a:lnTo>
                  <a:pt x="12343" y="21600"/>
                </a:lnTo>
                <a:lnTo>
                  <a:pt x="10374" y="21054"/>
                </a:lnTo>
                <a:lnTo>
                  <a:pt x="8513" y="20375"/>
                </a:lnTo>
                <a:lnTo>
                  <a:pt x="6739" y="19579"/>
                </a:lnTo>
                <a:lnTo>
                  <a:pt x="5027" y="18678"/>
                </a:lnTo>
                <a:lnTo>
                  <a:pt x="3348" y="17678"/>
                </a:lnTo>
                <a:lnTo>
                  <a:pt x="1679" y="16589"/>
                </a:lnTo>
                <a:lnTo>
                  <a:pt x="0" y="15429"/>
                </a:lnTo>
                <a:lnTo>
                  <a:pt x="1833" y="14818"/>
                </a:lnTo>
                <a:lnTo>
                  <a:pt x="3672" y="14204"/>
                </a:lnTo>
                <a:lnTo>
                  <a:pt x="5517" y="13589"/>
                </a:lnTo>
                <a:lnTo>
                  <a:pt x="7378" y="12969"/>
                </a:lnTo>
                <a:lnTo>
                  <a:pt x="9257" y="12343"/>
                </a:lnTo>
                <a:lnTo>
                  <a:pt x="8748" y="10306"/>
                </a:lnTo>
                <a:lnTo>
                  <a:pt x="8239" y="8267"/>
                </a:lnTo>
                <a:lnTo>
                  <a:pt x="7727" y="6218"/>
                </a:lnTo>
                <a:lnTo>
                  <a:pt x="7211" y="4160"/>
                </a:lnTo>
                <a:lnTo>
                  <a:pt x="6693" y="2089"/>
                </a:lnTo>
                <a:lnTo>
                  <a:pt x="6171" y="0"/>
                </a:lnTo>
                <a:close/>
              </a:path>
            </a:pathLst>
          </a:custGeom>
          <a:solidFill>
            <a:srgbClr val="919190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2" name="contour_09900"/>
          <p:cNvSpPr/>
          <p:nvPr/>
        </p:nvSpPr>
        <p:spPr>
          <a:xfrm>
            <a:off x="10636266" y="5254642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194" y="1782"/>
                </a:lnTo>
                <a:lnTo>
                  <a:pt x="4788" y="3567"/>
                </a:lnTo>
                <a:lnTo>
                  <a:pt x="5386" y="5360"/>
                </a:lnTo>
                <a:lnTo>
                  <a:pt x="5987" y="7160"/>
                </a:lnTo>
                <a:lnTo>
                  <a:pt x="6592" y="8972"/>
                </a:lnTo>
                <a:lnTo>
                  <a:pt x="7200" y="10800"/>
                </a:lnTo>
                <a:lnTo>
                  <a:pt x="9576" y="10355"/>
                </a:lnTo>
                <a:lnTo>
                  <a:pt x="11956" y="9909"/>
                </a:lnTo>
                <a:lnTo>
                  <a:pt x="14346" y="9461"/>
                </a:lnTo>
                <a:lnTo>
                  <a:pt x="16747" y="9010"/>
                </a:lnTo>
                <a:lnTo>
                  <a:pt x="19163" y="8556"/>
                </a:lnTo>
                <a:lnTo>
                  <a:pt x="21600" y="8100"/>
                </a:lnTo>
                <a:lnTo>
                  <a:pt x="21154" y="9771"/>
                </a:lnTo>
                <a:lnTo>
                  <a:pt x="20707" y="11443"/>
                </a:lnTo>
                <a:lnTo>
                  <a:pt x="20261" y="13119"/>
                </a:lnTo>
                <a:lnTo>
                  <a:pt x="19814" y="14799"/>
                </a:lnTo>
                <a:lnTo>
                  <a:pt x="19364" y="16486"/>
                </a:lnTo>
                <a:lnTo>
                  <a:pt x="18911" y="18182"/>
                </a:lnTo>
                <a:lnTo>
                  <a:pt x="18457" y="19886"/>
                </a:lnTo>
                <a:lnTo>
                  <a:pt x="18000" y="21600"/>
                </a:lnTo>
                <a:lnTo>
                  <a:pt x="15772" y="21265"/>
                </a:lnTo>
                <a:lnTo>
                  <a:pt x="13543" y="20930"/>
                </a:lnTo>
                <a:lnTo>
                  <a:pt x="11308" y="20596"/>
                </a:lnTo>
                <a:lnTo>
                  <a:pt x="9068" y="20261"/>
                </a:lnTo>
                <a:lnTo>
                  <a:pt x="6818" y="19923"/>
                </a:lnTo>
                <a:lnTo>
                  <a:pt x="4558" y="19583"/>
                </a:lnTo>
                <a:lnTo>
                  <a:pt x="2286" y="19243"/>
                </a:lnTo>
                <a:lnTo>
                  <a:pt x="0" y="18900"/>
                </a:lnTo>
                <a:lnTo>
                  <a:pt x="356" y="17029"/>
                </a:lnTo>
                <a:lnTo>
                  <a:pt x="713" y="15155"/>
                </a:lnTo>
                <a:lnTo>
                  <a:pt x="1069" y="13281"/>
                </a:lnTo>
                <a:lnTo>
                  <a:pt x="1429" y="11405"/>
                </a:lnTo>
                <a:lnTo>
                  <a:pt x="1786" y="9520"/>
                </a:lnTo>
                <a:lnTo>
                  <a:pt x="2146" y="7633"/>
                </a:lnTo>
                <a:lnTo>
                  <a:pt x="2506" y="5738"/>
                </a:lnTo>
                <a:lnTo>
                  <a:pt x="2869" y="3834"/>
                </a:lnTo>
                <a:lnTo>
                  <a:pt x="3233" y="1922"/>
                </a:lnTo>
                <a:lnTo>
                  <a:pt x="3600" y="0"/>
                </a:lnTo>
                <a:close/>
              </a:path>
            </a:pathLst>
          </a:custGeom>
          <a:solidFill>
            <a:srgbClr val="A69D9B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3" name="contour_09901"/>
          <p:cNvSpPr/>
          <p:nvPr/>
        </p:nvSpPr>
        <p:spPr>
          <a:xfrm>
            <a:off x="4674689" y="5240066"/>
            <a:ext cx="3715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48" y="0"/>
                </a:moveTo>
                <a:lnTo>
                  <a:pt x="18321" y="1182"/>
                </a:lnTo>
                <a:lnTo>
                  <a:pt x="19431" y="2297"/>
                </a:lnTo>
                <a:lnTo>
                  <a:pt x="20291" y="3385"/>
                </a:lnTo>
                <a:lnTo>
                  <a:pt x="20922" y="4479"/>
                </a:lnTo>
                <a:lnTo>
                  <a:pt x="21342" y="5618"/>
                </a:lnTo>
                <a:lnTo>
                  <a:pt x="21558" y="6837"/>
                </a:lnTo>
                <a:lnTo>
                  <a:pt x="21600" y="8177"/>
                </a:lnTo>
                <a:lnTo>
                  <a:pt x="21587" y="8768"/>
                </a:lnTo>
                <a:lnTo>
                  <a:pt x="21558" y="10555"/>
                </a:lnTo>
                <a:lnTo>
                  <a:pt x="21503" y="11772"/>
                </a:lnTo>
                <a:lnTo>
                  <a:pt x="21447" y="13009"/>
                </a:lnTo>
                <a:lnTo>
                  <a:pt x="21435" y="13632"/>
                </a:lnTo>
                <a:lnTo>
                  <a:pt x="21392" y="15509"/>
                </a:lnTo>
                <a:lnTo>
                  <a:pt x="21358" y="16726"/>
                </a:lnTo>
                <a:lnTo>
                  <a:pt x="21320" y="17946"/>
                </a:lnTo>
                <a:lnTo>
                  <a:pt x="21278" y="19163"/>
                </a:lnTo>
                <a:lnTo>
                  <a:pt x="21231" y="20383"/>
                </a:lnTo>
                <a:lnTo>
                  <a:pt x="21185" y="21600"/>
                </a:lnTo>
                <a:lnTo>
                  <a:pt x="18058" y="21235"/>
                </a:lnTo>
                <a:lnTo>
                  <a:pt x="15834" y="20950"/>
                </a:lnTo>
                <a:lnTo>
                  <a:pt x="13901" y="20652"/>
                </a:lnTo>
                <a:lnTo>
                  <a:pt x="11652" y="20245"/>
                </a:lnTo>
                <a:lnTo>
                  <a:pt x="8474" y="19636"/>
                </a:lnTo>
                <a:lnTo>
                  <a:pt x="7813" y="18303"/>
                </a:lnTo>
                <a:lnTo>
                  <a:pt x="7546" y="17025"/>
                </a:lnTo>
                <a:lnTo>
                  <a:pt x="7576" y="15768"/>
                </a:lnTo>
                <a:lnTo>
                  <a:pt x="7809" y="14498"/>
                </a:lnTo>
                <a:lnTo>
                  <a:pt x="8139" y="13180"/>
                </a:lnTo>
                <a:lnTo>
                  <a:pt x="8474" y="11782"/>
                </a:lnTo>
                <a:lnTo>
                  <a:pt x="5673" y="11782"/>
                </a:lnTo>
                <a:lnTo>
                  <a:pt x="2856" y="11782"/>
                </a:lnTo>
                <a:lnTo>
                  <a:pt x="0" y="11782"/>
                </a:lnTo>
                <a:lnTo>
                  <a:pt x="0" y="10484"/>
                </a:lnTo>
                <a:lnTo>
                  <a:pt x="0" y="9178"/>
                </a:lnTo>
                <a:lnTo>
                  <a:pt x="0" y="7855"/>
                </a:lnTo>
                <a:lnTo>
                  <a:pt x="2013" y="8016"/>
                </a:lnTo>
                <a:lnTo>
                  <a:pt x="4038" y="8181"/>
                </a:lnTo>
                <a:lnTo>
                  <a:pt x="6093" y="8345"/>
                </a:lnTo>
                <a:lnTo>
                  <a:pt x="8279" y="8184"/>
                </a:lnTo>
                <a:lnTo>
                  <a:pt x="10478" y="8019"/>
                </a:lnTo>
                <a:lnTo>
                  <a:pt x="12711" y="7855"/>
                </a:lnTo>
                <a:lnTo>
                  <a:pt x="13868" y="6586"/>
                </a:lnTo>
                <a:lnTo>
                  <a:pt x="14783" y="5308"/>
                </a:lnTo>
                <a:lnTo>
                  <a:pt x="15507" y="4014"/>
                </a:lnTo>
                <a:lnTo>
                  <a:pt x="16079" y="2700"/>
                </a:lnTo>
                <a:lnTo>
                  <a:pt x="16545" y="1365"/>
                </a:lnTo>
                <a:lnTo>
                  <a:pt x="16948" y="0"/>
                </a:lnTo>
                <a:close/>
              </a:path>
            </a:pathLst>
          </a:custGeom>
          <a:solidFill>
            <a:srgbClr val="40382C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4" name="contour_09902"/>
          <p:cNvSpPr/>
          <p:nvPr/>
        </p:nvSpPr>
        <p:spPr>
          <a:xfrm>
            <a:off x="8289533" y="5247354"/>
            <a:ext cx="385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64" y="791"/>
                </a:lnTo>
                <a:lnTo>
                  <a:pt x="8416" y="1423"/>
                </a:lnTo>
                <a:lnTo>
                  <a:pt x="11198" y="1958"/>
                </a:lnTo>
                <a:lnTo>
                  <a:pt x="13347" y="2460"/>
                </a:lnTo>
                <a:lnTo>
                  <a:pt x="15108" y="2992"/>
                </a:lnTo>
                <a:lnTo>
                  <a:pt x="16714" y="3615"/>
                </a:lnTo>
                <a:lnTo>
                  <a:pt x="18409" y="4398"/>
                </a:lnTo>
                <a:lnTo>
                  <a:pt x="20427" y="5400"/>
                </a:lnTo>
                <a:lnTo>
                  <a:pt x="20967" y="7231"/>
                </a:lnTo>
                <a:lnTo>
                  <a:pt x="21330" y="9034"/>
                </a:lnTo>
                <a:lnTo>
                  <a:pt x="21535" y="10819"/>
                </a:lnTo>
                <a:lnTo>
                  <a:pt x="21600" y="12595"/>
                </a:lnTo>
                <a:lnTo>
                  <a:pt x="21543" y="14367"/>
                </a:lnTo>
                <a:lnTo>
                  <a:pt x="21379" y="16146"/>
                </a:lnTo>
                <a:lnTo>
                  <a:pt x="21130" y="17939"/>
                </a:lnTo>
                <a:lnTo>
                  <a:pt x="20803" y="19756"/>
                </a:lnTo>
                <a:lnTo>
                  <a:pt x="20427" y="21600"/>
                </a:lnTo>
                <a:lnTo>
                  <a:pt x="19676" y="20272"/>
                </a:lnTo>
                <a:lnTo>
                  <a:pt x="18912" y="18922"/>
                </a:lnTo>
                <a:lnTo>
                  <a:pt x="17637" y="17572"/>
                </a:lnTo>
                <a:lnTo>
                  <a:pt x="16342" y="16200"/>
                </a:lnTo>
                <a:lnTo>
                  <a:pt x="13380" y="15836"/>
                </a:lnTo>
                <a:lnTo>
                  <a:pt x="11194" y="15749"/>
                </a:lnTo>
                <a:lnTo>
                  <a:pt x="7918" y="15862"/>
                </a:lnTo>
                <a:lnTo>
                  <a:pt x="5303" y="15973"/>
                </a:lnTo>
                <a:lnTo>
                  <a:pt x="2668" y="16087"/>
                </a:lnTo>
                <a:lnTo>
                  <a:pt x="0" y="16200"/>
                </a:lnTo>
                <a:lnTo>
                  <a:pt x="0" y="14418"/>
                </a:lnTo>
                <a:lnTo>
                  <a:pt x="0" y="12633"/>
                </a:lnTo>
                <a:lnTo>
                  <a:pt x="0" y="10849"/>
                </a:lnTo>
                <a:lnTo>
                  <a:pt x="0" y="9059"/>
                </a:lnTo>
                <a:lnTo>
                  <a:pt x="0" y="7263"/>
                </a:lnTo>
                <a:lnTo>
                  <a:pt x="0" y="5459"/>
                </a:lnTo>
                <a:lnTo>
                  <a:pt x="0" y="3650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E7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5" name="contour_09903"/>
          <p:cNvSpPr/>
          <p:nvPr/>
        </p:nvSpPr>
        <p:spPr>
          <a:xfrm>
            <a:off x="2101285" y="5276010"/>
            <a:ext cx="66335" cy="36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0"/>
                </a:moveTo>
                <a:lnTo>
                  <a:pt x="21600" y="3107"/>
                </a:lnTo>
                <a:lnTo>
                  <a:pt x="21600" y="5941"/>
                </a:lnTo>
                <a:lnTo>
                  <a:pt x="21600" y="8814"/>
                </a:lnTo>
                <a:lnTo>
                  <a:pt x="20288" y="10868"/>
                </a:lnTo>
                <a:lnTo>
                  <a:pt x="18935" y="12654"/>
                </a:lnTo>
                <a:lnTo>
                  <a:pt x="17547" y="14197"/>
                </a:lnTo>
                <a:lnTo>
                  <a:pt x="16125" y="15518"/>
                </a:lnTo>
                <a:lnTo>
                  <a:pt x="14666" y="16643"/>
                </a:lnTo>
                <a:lnTo>
                  <a:pt x="13175" y="17589"/>
                </a:lnTo>
                <a:lnTo>
                  <a:pt x="11654" y="18386"/>
                </a:lnTo>
                <a:lnTo>
                  <a:pt x="10105" y="19051"/>
                </a:lnTo>
                <a:lnTo>
                  <a:pt x="8524" y="19610"/>
                </a:lnTo>
                <a:lnTo>
                  <a:pt x="6918" y="20087"/>
                </a:lnTo>
                <a:lnTo>
                  <a:pt x="5283" y="20500"/>
                </a:lnTo>
                <a:lnTo>
                  <a:pt x="3626" y="20875"/>
                </a:lnTo>
                <a:lnTo>
                  <a:pt x="1946" y="21233"/>
                </a:lnTo>
                <a:lnTo>
                  <a:pt x="242" y="21600"/>
                </a:lnTo>
                <a:lnTo>
                  <a:pt x="81" y="18582"/>
                </a:lnTo>
                <a:lnTo>
                  <a:pt x="0" y="16405"/>
                </a:lnTo>
                <a:lnTo>
                  <a:pt x="0" y="14461"/>
                </a:lnTo>
                <a:lnTo>
                  <a:pt x="81" y="12138"/>
                </a:lnTo>
                <a:lnTo>
                  <a:pt x="242" y="8814"/>
                </a:lnTo>
                <a:lnTo>
                  <a:pt x="1683" y="6998"/>
                </a:lnTo>
                <a:lnTo>
                  <a:pt x="3178" y="5430"/>
                </a:lnTo>
                <a:lnTo>
                  <a:pt x="4722" y="4092"/>
                </a:lnTo>
                <a:lnTo>
                  <a:pt x="6310" y="2971"/>
                </a:lnTo>
                <a:lnTo>
                  <a:pt x="7933" y="2054"/>
                </a:lnTo>
                <a:lnTo>
                  <a:pt x="9590" y="1321"/>
                </a:lnTo>
                <a:lnTo>
                  <a:pt x="11272" y="767"/>
                </a:lnTo>
                <a:lnTo>
                  <a:pt x="12976" y="371"/>
                </a:lnTo>
                <a:lnTo>
                  <a:pt x="14694" y="124"/>
                </a:lnTo>
                <a:lnTo>
                  <a:pt x="16422" y="4"/>
                </a:lnTo>
                <a:lnTo>
                  <a:pt x="18152" y="0"/>
                </a:lnTo>
                <a:lnTo>
                  <a:pt x="19879" y="102"/>
                </a:lnTo>
                <a:lnTo>
                  <a:pt x="21600" y="290"/>
                </a:lnTo>
                <a:close/>
              </a:path>
            </a:pathLst>
          </a:custGeom>
          <a:solidFill>
            <a:srgbClr val="584668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6" name="contour_09904"/>
          <p:cNvSpPr/>
          <p:nvPr/>
        </p:nvSpPr>
        <p:spPr>
          <a:xfrm>
            <a:off x="4040634" y="5196338"/>
            <a:ext cx="58304" cy="593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79" y="2254"/>
                </a:lnTo>
                <a:lnTo>
                  <a:pt x="3831" y="3884"/>
                </a:lnTo>
                <a:lnTo>
                  <a:pt x="4830" y="5157"/>
                </a:lnTo>
                <a:lnTo>
                  <a:pt x="5449" y="6334"/>
                </a:lnTo>
                <a:lnTo>
                  <a:pt x="5862" y="7675"/>
                </a:lnTo>
                <a:lnTo>
                  <a:pt x="6242" y="9444"/>
                </a:lnTo>
                <a:lnTo>
                  <a:pt x="7366" y="11666"/>
                </a:lnTo>
                <a:lnTo>
                  <a:pt x="8265" y="12917"/>
                </a:lnTo>
                <a:lnTo>
                  <a:pt x="9407" y="13659"/>
                </a:lnTo>
                <a:lnTo>
                  <a:pt x="11264" y="14354"/>
                </a:lnTo>
                <a:lnTo>
                  <a:pt x="12984" y="14675"/>
                </a:lnTo>
                <a:lnTo>
                  <a:pt x="14699" y="14972"/>
                </a:lnTo>
                <a:lnTo>
                  <a:pt x="16416" y="15242"/>
                </a:lnTo>
                <a:lnTo>
                  <a:pt x="18136" y="15491"/>
                </a:lnTo>
                <a:lnTo>
                  <a:pt x="19861" y="15712"/>
                </a:lnTo>
                <a:lnTo>
                  <a:pt x="21600" y="15908"/>
                </a:lnTo>
                <a:lnTo>
                  <a:pt x="21138" y="17469"/>
                </a:lnTo>
                <a:lnTo>
                  <a:pt x="20701" y="18543"/>
                </a:lnTo>
                <a:lnTo>
                  <a:pt x="20039" y="19625"/>
                </a:lnTo>
                <a:lnTo>
                  <a:pt x="18900" y="21210"/>
                </a:lnTo>
                <a:lnTo>
                  <a:pt x="17002" y="21399"/>
                </a:lnTo>
                <a:lnTo>
                  <a:pt x="15112" y="21520"/>
                </a:lnTo>
                <a:lnTo>
                  <a:pt x="13230" y="21584"/>
                </a:lnTo>
                <a:lnTo>
                  <a:pt x="11351" y="21600"/>
                </a:lnTo>
                <a:lnTo>
                  <a:pt x="9474" y="21576"/>
                </a:lnTo>
                <a:lnTo>
                  <a:pt x="7592" y="21523"/>
                </a:lnTo>
                <a:lnTo>
                  <a:pt x="5711" y="21452"/>
                </a:lnTo>
                <a:lnTo>
                  <a:pt x="3818" y="21369"/>
                </a:lnTo>
                <a:lnTo>
                  <a:pt x="1914" y="21287"/>
                </a:lnTo>
                <a:lnTo>
                  <a:pt x="0" y="21210"/>
                </a:lnTo>
                <a:lnTo>
                  <a:pt x="0" y="19460"/>
                </a:lnTo>
                <a:lnTo>
                  <a:pt x="0" y="17711"/>
                </a:lnTo>
                <a:lnTo>
                  <a:pt x="0" y="15958"/>
                </a:lnTo>
                <a:lnTo>
                  <a:pt x="0" y="14203"/>
                </a:lnTo>
                <a:lnTo>
                  <a:pt x="0" y="12445"/>
                </a:lnTo>
                <a:lnTo>
                  <a:pt x="0" y="10685"/>
                </a:lnTo>
                <a:lnTo>
                  <a:pt x="0" y="8919"/>
                </a:lnTo>
                <a:lnTo>
                  <a:pt x="0" y="7148"/>
                </a:lnTo>
                <a:lnTo>
                  <a:pt x="0" y="5371"/>
                </a:lnTo>
                <a:lnTo>
                  <a:pt x="0" y="3590"/>
                </a:lnTo>
                <a:lnTo>
                  <a:pt x="0" y="1798"/>
                </a:lnTo>
                <a:lnTo>
                  <a:pt x="0" y="0"/>
                </a:lnTo>
                <a:close/>
              </a:path>
            </a:pathLst>
          </a:custGeom>
          <a:solidFill>
            <a:srgbClr val="C5A14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7" name="contour_09905"/>
          <p:cNvSpPr/>
          <p:nvPr/>
        </p:nvSpPr>
        <p:spPr>
          <a:xfrm>
            <a:off x="3450307" y="5210914"/>
            <a:ext cx="2251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3" y="0"/>
                </a:moveTo>
                <a:lnTo>
                  <a:pt x="11615" y="0"/>
                </a:lnTo>
                <a:lnTo>
                  <a:pt x="16265" y="0"/>
                </a:lnTo>
                <a:lnTo>
                  <a:pt x="20978" y="0"/>
                </a:lnTo>
                <a:lnTo>
                  <a:pt x="21069" y="1247"/>
                </a:lnTo>
                <a:lnTo>
                  <a:pt x="21152" y="2496"/>
                </a:lnTo>
                <a:lnTo>
                  <a:pt x="21229" y="3743"/>
                </a:lnTo>
                <a:lnTo>
                  <a:pt x="21292" y="4990"/>
                </a:lnTo>
                <a:lnTo>
                  <a:pt x="21355" y="6238"/>
                </a:lnTo>
                <a:lnTo>
                  <a:pt x="21411" y="7485"/>
                </a:lnTo>
                <a:lnTo>
                  <a:pt x="21502" y="8538"/>
                </a:lnTo>
                <a:lnTo>
                  <a:pt x="21593" y="9608"/>
                </a:lnTo>
                <a:lnTo>
                  <a:pt x="21600" y="11028"/>
                </a:lnTo>
                <a:lnTo>
                  <a:pt x="21502" y="12410"/>
                </a:lnTo>
                <a:lnTo>
                  <a:pt x="21250" y="13759"/>
                </a:lnTo>
                <a:lnTo>
                  <a:pt x="20803" y="15087"/>
                </a:lnTo>
                <a:lnTo>
                  <a:pt x="20111" y="16396"/>
                </a:lnTo>
                <a:lnTo>
                  <a:pt x="19125" y="17696"/>
                </a:lnTo>
                <a:lnTo>
                  <a:pt x="17810" y="18990"/>
                </a:lnTo>
                <a:lnTo>
                  <a:pt x="16111" y="20290"/>
                </a:lnTo>
                <a:lnTo>
                  <a:pt x="13985" y="21600"/>
                </a:lnTo>
                <a:lnTo>
                  <a:pt x="9363" y="21600"/>
                </a:lnTo>
                <a:lnTo>
                  <a:pt x="4713" y="21600"/>
                </a:lnTo>
                <a:lnTo>
                  <a:pt x="0" y="21600"/>
                </a:lnTo>
                <a:lnTo>
                  <a:pt x="434" y="20263"/>
                </a:lnTo>
                <a:lnTo>
                  <a:pt x="867" y="18927"/>
                </a:lnTo>
                <a:lnTo>
                  <a:pt x="1301" y="17588"/>
                </a:lnTo>
                <a:lnTo>
                  <a:pt x="1734" y="16251"/>
                </a:lnTo>
                <a:lnTo>
                  <a:pt x="2168" y="14912"/>
                </a:lnTo>
                <a:lnTo>
                  <a:pt x="2601" y="13569"/>
                </a:lnTo>
                <a:lnTo>
                  <a:pt x="3035" y="12226"/>
                </a:lnTo>
                <a:lnTo>
                  <a:pt x="3468" y="10881"/>
                </a:lnTo>
                <a:lnTo>
                  <a:pt x="3909" y="9533"/>
                </a:lnTo>
                <a:lnTo>
                  <a:pt x="4342" y="8182"/>
                </a:lnTo>
                <a:lnTo>
                  <a:pt x="4783" y="6828"/>
                </a:lnTo>
                <a:lnTo>
                  <a:pt x="5223" y="5471"/>
                </a:lnTo>
                <a:lnTo>
                  <a:pt x="5664" y="4110"/>
                </a:lnTo>
                <a:lnTo>
                  <a:pt x="6104" y="2745"/>
                </a:lnTo>
                <a:lnTo>
                  <a:pt x="6545" y="1375"/>
                </a:lnTo>
                <a:lnTo>
                  <a:pt x="6993" y="0"/>
                </a:lnTo>
                <a:close/>
              </a:path>
            </a:pathLst>
          </a:custGeom>
          <a:solidFill>
            <a:srgbClr val="FA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8" name="contour_09906"/>
          <p:cNvSpPr/>
          <p:nvPr/>
        </p:nvSpPr>
        <p:spPr>
          <a:xfrm>
            <a:off x="1730341" y="5210914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773" y="1411"/>
                </a:lnTo>
                <a:lnTo>
                  <a:pt x="13435" y="2444"/>
                </a:lnTo>
                <a:lnTo>
                  <a:pt x="14069" y="3607"/>
                </a:lnTo>
                <a:lnTo>
                  <a:pt x="14973" y="5400"/>
                </a:lnTo>
                <a:lnTo>
                  <a:pt x="15742" y="6908"/>
                </a:lnTo>
                <a:lnTo>
                  <a:pt x="16522" y="8438"/>
                </a:lnTo>
                <a:lnTo>
                  <a:pt x="17093" y="9608"/>
                </a:lnTo>
                <a:lnTo>
                  <a:pt x="17673" y="10800"/>
                </a:lnTo>
                <a:lnTo>
                  <a:pt x="18160" y="9018"/>
                </a:lnTo>
                <a:lnTo>
                  <a:pt x="18647" y="7229"/>
                </a:lnTo>
                <a:lnTo>
                  <a:pt x="19140" y="5425"/>
                </a:lnTo>
                <a:lnTo>
                  <a:pt x="19636" y="3600"/>
                </a:lnTo>
                <a:lnTo>
                  <a:pt x="20025" y="5738"/>
                </a:lnTo>
                <a:lnTo>
                  <a:pt x="20416" y="7884"/>
                </a:lnTo>
                <a:lnTo>
                  <a:pt x="20807" y="10037"/>
                </a:lnTo>
                <a:lnTo>
                  <a:pt x="21201" y="12208"/>
                </a:lnTo>
                <a:lnTo>
                  <a:pt x="21600" y="14400"/>
                </a:lnTo>
                <a:lnTo>
                  <a:pt x="20302" y="14400"/>
                </a:lnTo>
                <a:lnTo>
                  <a:pt x="18996" y="14400"/>
                </a:lnTo>
                <a:lnTo>
                  <a:pt x="17673" y="14400"/>
                </a:lnTo>
                <a:lnTo>
                  <a:pt x="17311" y="16283"/>
                </a:lnTo>
                <a:lnTo>
                  <a:pt x="16944" y="18198"/>
                </a:lnTo>
                <a:lnTo>
                  <a:pt x="16332" y="19886"/>
                </a:lnTo>
                <a:lnTo>
                  <a:pt x="15709" y="21600"/>
                </a:lnTo>
                <a:lnTo>
                  <a:pt x="14313" y="21233"/>
                </a:lnTo>
                <a:lnTo>
                  <a:pt x="12976" y="20812"/>
                </a:lnTo>
                <a:lnTo>
                  <a:pt x="11672" y="20333"/>
                </a:lnTo>
                <a:lnTo>
                  <a:pt x="10380" y="19786"/>
                </a:lnTo>
                <a:lnTo>
                  <a:pt x="9074" y="19159"/>
                </a:lnTo>
                <a:lnTo>
                  <a:pt x="7733" y="18450"/>
                </a:lnTo>
                <a:lnTo>
                  <a:pt x="7173" y="18169"/>
                </a:lnTo>
                <a:lnTo>
                  <a:pt x="5488" y="17312"/>
                </a:lnTo>
                <a:lnTo>
                  <a:pt x="4389" y="16744"/>
                </a:lnTo>
                <a:lnTo>
                  <a:pt x="3291" y="16168"/>
                </a:lnTo>
                <a:lnTo>
                  <a:pt x="2193" y="15581"/>
                </a:lnTo>
                <a:lnTo>
                  <a:pt x="1096" y="14994"/>
                </a:lnTo>
                <a:lnTo>
                  <a:pt x="0" y="14400"/>
                </a:lnTo>
                <a:lnTo>
                  <a:pt x="915" y="12589"/>
                </a:lnTo>
                <a:lnTo>
                  <a:pt x="1832" y="10786"/>
                </a:lnTo>
                <a:lnTo>
                  <a:pt x="2755" y="8989"/>
                </a:lnTo>
                <a:lnTo>
                  <a:pt x="3682" y="7200"/>
                </a:lnTo>
                <a:lnTo>
                  <a:pt x="3986" y="6602"/>
                </a:lnTo>
                <a:lnTo>
                  <a:pt x="4524" y="5555"/>
                </a:lnTo>
                <a:lnTo>
                  <a:pt x="5753" y="3150"/>
                </a:lnTo>
                <a:lnTo>
                  <a:pt x="6810" y="1613"/>
                </a:lnTo>
                <a:lnTo>
                  <a:pt x="7652" y="680"/>
                </a:lnTo>
                <a:lnTo>
                  <a:pt x="8569" y="202"/>
                </a:lnTo>
                <a:lnTo>
                  <a:pt x="9848" y="25"/>
                </a:lnTo>
                <a:lnTo>
                  <a:pt x="11782" y="0"/>
                </a:lnTo>
                <a:close/>
              </a:path>
            </a:pathLst>
          </a:custGeom>
          <a:solidFill>
            <a:srgbClr val="55485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09" name="contour_09907"/>
          <p:cNvSpPr/>
          <p:nvPr/>
        </p:nvSpPr>
        <p:spPr>
          <a:xfrm>
            <a:off x="827242" y="5203626"/>
            <a:ext cx="35828" cy="45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25" y="0"/>
                </a:moveTo>
                <a:lnTo>
                  <a:pt x="6635" y="0"/>
                </a:lnTo>
                <a:lnTo>
                  <a:pt x="9253" y="0"/>
                </a:lnTo>
                <a:lnTo>
                  <a:pt x="11881" y="0"/>
                </a:lnTo>
                <a:lnTo>
                  <a:pt x="14530" y="0"/>
                </a:lnTo>
                <a:lnTo>
                  <a:pt x="17206" y="0"/>
                </a:lnTo>
                <a:lnTo>
                  <a:pt x="17690" y="2302"/>
                </a:lnTo>
                <a:lnTo>
                  <a:pt x="18173" y="4607"/>
                </a:lnTo>
                <a:lnTo>
                  <a:pt x="18656" y="6912"/>
                </a:lnTo>
                <a:lnTo>
                  <a:pt x="19144" y="9224"/>
                </a:lnTo>
                <a:lnTo>
                  <a:pt x="19632" y="11543"/>
                </a:lnTo>
                <a:lnTo>
                  <a:pt x="20119" y="13872"/>
                </a:lnTo>
                <a:lnTo>
                  <a:pt x="20611" y="16209"/>
                </a:lnTo>
                <a:lnTo>
                  <a:pt x="21103" y="18559"/>
                </a:lnTo>
                <a:lnTo>
                  <a:pt x="21600" y="20923"/>
                </a:lnTo>
                <a:lnTo>
                  <a:pt x="16622" y="21300"/>
                </a:lnTo>
                <a:lnTo>
                  <a:pt x="13116" y="21527"/>
                </a:lnTo>
                <a:lnTo>
                  <a:pt x="10593" y="21600"/>
                </a:lnTo>
                <a:lnTo>
                  <a:pt x="8559" y="21527"/>
                </a:lnTo>
                <a:lnTo>
                  <a:pt x="6534" y="21300"/>
                </a:lnTo>
                <a:lnTo>
                  <a:pt x="4025" y="20923"/>
                </a:lnTo>
                <a:lnTo>
                  <a:pt x="2302" y="18493"/>
                </a:lnTo>
                <a:lnTo>
                  <a:pt x="1103" y="16271"/>
                </a:lnTo>
                <a:lnTo>
                  <a:pt x="360" y="14151"/>
                </a:lnTo>
                <a:lnTo>
                  <a:pt x="13" y="12028"/>
                </a:lnTo>
                <a:lnTo>
                  <a:pt x="0" y="9796"/>
                </a:lnTo>
                <a:lnTo>
                  <a:pt x="259" y="7344"/>
                </a:lnTo>
                <a:lnTo>
                  <a:pt x="729" y="4575"/>
                </a:lnTo>
                <a:lnTo>
                  <a:pt x="1819" y="3065"/>
                </a:lnTo>
                <a:lnTo>
                  <a:pt x="2913" y="1541"/>
                </a:lnTo>
                <a:lnTo>
                  <a:pt x="4025" y="0"/>
                </a:lnTo>
                <a:close/>
              </a:path>
            </a:pathLst>
          </a:custGeom>
          <a:solidFill>
            <a:srgbClr val="22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0" name="contour_09908"/>
          <p:cNvSpPr/>
          <p:nvPr/>
        </p:nvSpPr>
        <p:spPr>
          <a:xfrm>
            <a:off x="3574203" y="5196338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9" y="0"/>
                </a:lnTo>
                <a:lnTo>
                  <a:pt x="3821" y="0"/>
                </a:lnTo>
                <a:lnTo>
                  <a:pt x="5738" y="0"/>
                </a:lnTo>
                <a:lnTo>
                  <a:pt x="7663" y="0"/>
                </a:lnTo>
                <a:lnTo>
                  <a:pt x="9596" y="0"/>
                </a:lnTo>
                <a:lnTo>
                  <a:pt x="11540" y="0"/>
                </a:lnTo>
                <a:lnTo>
                  <a:pt x="13500" y="0"/>
                </a:lnTo>
                <a:lnTo>
                  <a:pt x="13165" y="2228"/>
                </a:lnTo>
                <a:lnTo>
                  <a:pt x="12830" y="4457"/>
                </a:lnTo>
                <a:lnTo>
                  <a:pt x="12496" y="6692"/>
                </a:lnTo>
                <a:lnTo>
                  <a:pt x="12161" y="8932"/>
                </a:lnTo>
                <a:lnTo>
                  <a:pt x="11823" y="11182"/>
                </a:lnTo>
                <a:lnTo>
                  <a:pt x="11483" y="13442"/>
                </a:lnTo>
                <a:lnTo>
                  <a:pt x="11143" y="15714"/>
                </a:lnTo>
                <a:lnTo>
                  <a:pt x="10800" y="18000"/>
                </a:lnTo>
                <a:lnTo>
                  <a:pt x="12582" y="18594"/>
                </a:lnTo>
                <a:lnTo>
                  <a:pt x="14367" y="19188"/>
                </a:lnTo>
                <a:lnTo>
                  <a:pt x="16160" y="19786"/>
                </a:lnTo>
                <a:lnTo>
                  <a:pt x="17960" y="20387"/>
                </a:lnTo>
                <a:lnTo>
                  <a:pt x="19772" y="20992"/>
                </a:lnTo>
                <a:lnTo>
                  <a:pt x="21600" y="21600"/>
                </a:lnTo>
                <a:lnTo>
                  <a:pt x="19648" y="21514"/>
                </a:lnTo>
                <a:lnTo>
                  <a:pt x="17717" y="21402"/>
                </a:lnTo>
                <a:lnTo>
                  <a:pt x="15806" y="21247"/>
                </a:lnTo>
                <a:lnTo>
                  <a:pt x="13910" y="21038"/>
                </a:lnTo>
                <a:lnTo>
                  <a:pt x="12028" y="20768"/>
                </a:lnTo>
                <a:lnTo>
                  <a:pt x="10157" y="20419"/>
                </a:lnTo>
                <a:lnTo>
                  <a:pt x="8292" y="19980"/>
                </a:lnTo>
                <a:lnTo>
                  <a:pt x="6429" y="19436"/>
                </a:lnTo>
                <a:lnTo>
                  <a:pt x="4566" y="18781"/>
                </a:lnTo>
                <a:lnTo>
                  <a:pt x="2700" y="18000"/>
                </a:lnTo>
                <a:lnTo>
                  <a:pt x="1796" y="15714"/>
                </a:lnTo>
                <a:lnTo>
                  <a:pt x="1129" y="13572"/>
                </a:lnTo>
                <a:lnTo>
                  <a:pt x="667" y="11502"/>
                </a:lnTo>
                <a:lnTo>
                  <a:pt x="364" y="9446"/>
                </a:lnTo>
                <a:lnTo>
                  <a:pt x="189" y="7333"/>
                </a:lnTo>
                <a:lnTo>
                  <a:pt x="95" y="5098"/>
                </a:lnTo>
                <a:lnTo>
                  <a:pt x="43" y="2675"/>
                </a:lnTo>
                <a:lnTo>
                  <a:pt x="0" y="0"/>
                </a:lnTo>
                <a:close/>
              </a:path>
            </a:pathLst>
          </a:custGeom>
          <a:solidFill>
            <a:srgbClr val="A1957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1" name="contour_09909"/>
          <p:cNvSpPr/>
          <p:nvPr/>
        </p:nvSpPr>
        <p:spPr>
          <a:xfrm>
            <a:off x="3515899" y="5203626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636" y="385"/>
                </a:lnTo>
                <a:lnTo>
                  <a:pt x="14310" y="1019"/>
                </a:lnTo>
                <a:lnTo>
                  <a:pt x="15862" y="1879"/>
                </a:lnTo>
                <a:lnTo>
                  <a:pt x="17331" y="2952"/>
                </a:lnTo>
                <a:lnTo>
                  <a:pt x="18751" y="4208"/>
                </a:lnTo>
                <a:lnTo>
                  <a:pt x="20161" y="5634"/>
                </a:lnTo>
                <a:lnTo>
                  <a:pt x="21600" y="7200"/>
                </a:lnTo>
                <a:lnTo>
                  <a:pt x="20369" y="9209"/>
                </a:lnTo>
                <a:lnTo>
                  <a:pt x="19127" y="11167"/>
                </a:lnTo>
                <a:lnTo>
                  <a:pt x="17866" y="13068"/>
                </a:lnTo>
                <a:lnTo>
                  <a:pt x="16570" y="14911"/>
                </a:lnTo>
                <a:lnTo>
                  <a:pt x="15228" y="16690"/>
                </a:lnTo>
                <a:lnTo>
                  <a:pt x="13827" y="18400"/>
                </a:lnTo>
                <a:lnTo>
                  <a:pt x="12355" y="20038"/>
                </a:lnTo>
                <a:lnTo>
                  <a:pt x="10800" y="21600"/>
                </a:lnTo>
                <a:lnTo>
                  <a:pt x="8764" y="21571"/>
                </a:lnTo>
                <a:lnTo>
                  <a:pt x="6969" y="21287"/>
                </a:lnTo>
                <a:lnTo>
                  <a:pt x="5303" y="20765"/>
                </a:lnTo>
                <a:lnTo>
                  <a:pt x="3659" y="20030"/>
                </a:lnTo>
                <a:lnTo>
                  <a:pt x="1928" y="19102"/>
                </a:lnTo>
                <a:lnTo>
                  <a:pt x="0" y="18000"/>
                </a:lnTo>
                <a:lnTo>
                  <a:pt x="1053" y="15790"/>
                </a:lnTo>
                <a:lnTo>
                  <a:pt x="2114" y="13622"/>
                </a:lnTo>
                <a:lnTo>
                  <a:pt x="3197" y="11502"/>
                </a:lnTo>
                <a:lnTo>
                  <a:pt x="4309" y="9432"/>
                </a:lnTo>
                <a:lnTo>
                  <a:pt x="5467" y="7420"/>
                </a:lnTo>
                <a:lnTo>
                  <a:pt x="6685" y="5461"/>
                </a:lnTo>
                <a:lnTo>
                  <a:pt x="7970" y="3571"/>
                </a:lnTo>
                <a:lnTo>
                  <a:pt x="9337" y="1750"/>
                </a:lnTo>
                <a:lnTo>
                  <a:pt x="10800" y="0"/>
                </a:lnTo>
                <a:close/>
              </a:path>
            </a:pathLst>
          </a:custGeom>
          <a:solidFill>
            <a:srgbClr val="CED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2" name="contour_09910"/>
          <p:cNvSpPr/>
          <p:nvPr/>
        </p:nvSpPr>
        <p:spPr>
          <a:xfrm>
            <a:off x="2123892" y="5189050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8875" y="2018"/>
                </a:lnTo>
                <a:lnTo>
                  <a:pt x="19400" y="3496"/>
                </a:lnTo>
                <a:lnTo>
                  <a:pt x="19789" y="5153"/>
                </a:lnTo>
                <a:lnTo>
                  <a:pt x="20250" y="7714"/>
                </a:lnTo>
                <a:lnTo>
                  <a:pt x="20657" y="9868"/>
                </a:lnTo>
                <a:lnTo>
                  <a:pt x="21067" y="12053"/>
                </a:lnTo>
                <a:lnTo>
                  <a:pt x="21200" y="12892"/>
                </a:lnTo>
                <a:lnTo>
                  <a:pt x="21600" y="15429"/>
                </a:lnTo>
                <a:lnTo>
                  <a:pt x="19220" y="15429"/>
                </a:lnTo>
                <a:lnTo>
                  <a:pt x="16826" y="15429"/>
                </a:lnTo>
                <a:lnTo>
                  <a:pt x="14400" y="15429"/>
                </a:lnTo>
                <a:lnTo>
                  <a:pt x="14400" y="17468"/>
                </a:lnTo>
                <a:lnTo>
                  <a:pt x="14400" y="19520"/>
                </a:lnTo>
                <a:lnTo>
                  <a:pt x="14400" y="21600"/>
                </a:lnTo>
                <a:lnTo>
                  <a:pt x="12024" y="21600"/>
                </a:lnTo>
                <a:lnTo>
                  <a:pt x="9644" y="21600"/>
                </a:lnTo>
                <a:lnTo>
                  <a:pt x="7254" y="21600"/>
                </a:lnTo>
                <a:lnTo>
                  <a:pt x="4853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0" y="19563"/>
                </a:lnTo>
                <a:lnTo>
                  <a:pt x="0" y="17524"/>
                </a:lnTo>
                <a:lnTo>
                  <a:pt x="0" y="15475"/>
                </a:lnTo>
                <a:lnTo>
                  <a:pt x="0" y="13417"/>
                </a:lnTo>
                <a:lnTo>
                  <a:pt x="0" y="11346"/>
                </a:lnTo>
                <a:lnTo>
                  <a:pt x="0" y="9257"/>
                </a:lnTo>
                <a:lnTo>
                  <a:pt x="2138" y="9257"/>
                </a:lnTo>
                <a:lnTo>
                  <a:pt x="4284" y="9257"/>
                </a:lnTo>
                <a:lnTo>
                  <a:pt x="6437" y="9257"/>
                </a:lnTo>
                <a:lnTo>
                  <a:pt x="8608" y="9257"/>
                </a:lnTo>
                <a:lnTo>
                  <a:pt x="10800" y="9257"/>
                </a:lnTo>
                <a:lnTo>
                  <a:pt x="10800" y="7424"/>
                </a:lnTo>
                <a:lnTo>
                  <a:pt x="10800" y="5585"/>
                </a:lnTo>
                <a:lnTo>
                  <a:pt x="10800" y="3740"/>
                </a:lnTo>
                <a:lnTo>
                  <a:pt x="10800" y="1879"/>
                </a:lnTo>
                <a:lnTo>
                  <a:pt x="10800" y="0"/>
                </a:lnTo>
                <a:close/>
              </a:path>
            </a:pathLst>
          </a:custGeom>
          <a:solidFill>
            <a:srgbClr val="757082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3" name="contour_09911"/>
          <p:cNvSpPr/>
          <p:nvPr/>
        </p:nvSpPr>
        <p:spPr>
          <a:xfrm>
            <a:off x="7932421" y="5144608"/>
            <a:ext cx="51016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7" y="0"/>
                </a:moveTo>
                <a:lnTo>
                  <a:pt x="9121" y="43"/>
                </a:lnTo>
                <a:lnTo>
                  <a:pt x="10819" y="85"/>
                </a:lnTo>
                <a:lnTo>
                  <a:pt x="12534" y="124"/>
                </a:lnTo>
                <a:lnTo>
                  <a:pt x="14228" y="156"/>
                </a:lnTo>
                <a:lnTo>
                  <a:pt x="15932" y="188"/>
                </a:lnTo>
                <a:lnTo>
                  <a:pt x="17656" y="220"/>
                </a:lnTo>
                <a:lnTo>
                  <a:pt x="19616" y="283"/>
                </a:lnTo>
                <a:lnTo>
                  <a:pt x="21600" y="347"/>
                </a:lnTo>
                <a:lnTo>
                  <a:pt x="21440" y="2657"/>
                </a:lnTo>
                <a:lnTo>
                  <a:pt x="21242" y="4927"/>
                </a:lnTo>
                <a:lnTo>
                  <a:pt x="20998" y="7159"/>
                </a:lnTo>
                <a:lnTo>
                  <a:pt x="20690" y="9365"/>
                </a:lnTo>
                <a:lnTo>
                  <a:pt x="20301" y="11551"/>
                </a:lnTo>
                <a:lnTo>
                  <a:pt x="19820" y="13726"/>
                </a:lnTo>
                <a:lnTo>
                  <a:pt x="19230" y="15890"/>
                </a:lnTo>
                <a:lnTo>
                  <a:pt x="18514" y="18058"/>
                </a:lnTo>
                <a:lnTo>
                  <a:pt x="16468" y="19269"/>
                </a:lnTo>
                <a:lnTo>
                  <a:pt x="14534" y="20112"/>
                </a:lnTo>
                <a:lnTo>
                  <a:pt x="12627" y="20683"/>
                </a:lnTo>
                <a:lnTo>
                  <a:pt x="10655" y="21065"/>
                </a:lnTo>
                <a:lnTo>
                  <a:pt x="8535" y="21341"/>
                </a:lnTo>
                <a:lnTo>
                  <a:pt x="6171" y="21600"/>
                </a:lnTo>
                <a:lnTo>
                  <a:pt x="6298" y="19333"/>
                </a:lnTo>
                <a:lnTo>
                  <a:pt x="6428" y="17048"/>
                </a:lnTo>
                <a:lnTo>
                  <a:pt x="6557" y="14735"/>
                </a:lnTo>
                <a:lnTo>
                  <a:pt x="6560" y="11856"/>
                </a:lnTo>
                <a:lnTo>
                  <a:pt x="6458" y="9964"/>
                </a:lnTo>
                <a:lnTo>
                  <a:pt x="6171" y="7431"/>
                </a:lnTo>
                <a:lnTo>
                  <a:pt x="4339" y="5884"/>
                </a:lnTo>
                <a:lnTo>
                  <a:pt x="3086" y="4998"/>
                </a:lnTo>
                <a:lnTo>
                  <a:pt x="1833" y="4445"/>
                </a:lnTo>
                <a:lnTo>
                  <a:pt x="0" y="3889"/>
                </a:lnTo>
                <a:lnTo>
                  <a:pt x="1851" y="1838"/>
                </a:lnTo>
                <a:lnTo>
                  <a:pt x="3243" y="747"/>
                </a:lnTo>
                <a:lnTo>
                  <a:pt x="4872" y="259"/>
                </a:lnTo>
                <a:lnTo>
                  <a:pt x="7437" y="0"/>
                </a:lnTo>
                <a:close/>
              </a:path>
            </a:pathLst>
          </a:custGeom>
          <a:solidFill>
            <a:srgbClr val="C8AE72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4" name="contour_09912"/>
          <p:cNvSpPr/>
          <p:nvPr/>
        </p:nvSpPr>
        <p:spPr>
          <a:xfrm>
            <a:off x="11160040" y="5108882"/>
            <a:ext cx="58042" cy="50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43" y="0"/>
                </a:moveTo>
                <a:lnTo>
                  <a:pt x="20024" y="2281"/>
                </a:lnTo>
                <a:lnTo>
                  <a:pt x="20605" y="4338"/>
                </a:lnTo>
                <a:lnTo>
                  <a:pt x="21068" y="6240"/>
                </a:lnTo>
                <a:lnTo>
                  <a:pt x="21399" y="8053"/>
                </a:lnTo>
                <a:lnTo>
                  <a:pt x="21581" y="9838"/>
                </a:lnTo>
                <a:lnTo>
                  <a:pt x="21600" y="11663"/>
                </a:lnTo>
                <a:lnTo>
                  <a:pt x="21443" y="13587"/>
                </a:lnTo>
                <a:lnTo>
                  <a:pt x="21090" y="15682"/>
                </a:lnTo>
                <a:lnTo>
                  <a:pt x="20531" y="18009"/>
                </a:lnTo>
                <a:lnTo>
                  <a:pt x="18595" y="19803"/>
                </a:lnTo>
                <a:lnTo>
                  <a:pt x="17217" y="20887"/>
                </a:lnTo>
                <a:lnTo>
                  <a:pt x="16018" y="21430"/>
                </a:lnTo>
                <a:lnTo>
                  <a:pt x="14616" y="21600"/>
                </a:lnTo>
                <a:lnTo>
                  <a:pt x="12636" y="21569"/>
                </a:lnTo>
                <a:lnTo>
                  <a:pt x="10860" y="21219"/>
                </a:lnTo>
                <a:lnTo>
                  <a:pt x="9097" y="20847"/>
                </a:lnTo>
                <a:lnTo>
                  <a:pt x="7342" y="20450"/>
                </a:lnTo>
                <a:lnTo>
                  <a:pt x="5593" y="20026"/>
                </a:lnTo>
                <a:lnTo>
                  <a:pt x="3849" y="19577"/>
                </a:lnTo>
                <a:lnTo>
                  <a:pt x="2105" y="19096"/>
                </a:lnTo>
                <a:lnTo>
                  <a:pt x="358" y="18591"/>
                </a:lnTo>
                <a:lnTo>
                  <a:pt x="119" y="16391"/>
                </a:lnTo>
                <a:lnTo>
                  <a:pt x="0" y="14805"/>
                </a:lnTo>
                <a:lnTo>
                  <a:pt x="0" y="13392"/>
                </a:lnTo>
                <a:lnTo>
                  <a:pt x="119" y="11706"/>
                </a:lnTo>
                <a:lnTo>
                  <a:pt x="358" y="9296"/>
                </a:lnTo>
                <a:lnTo>
                  <a:pt x="2083" y="8233"/>
                </a:lnTo>
                <a:lnTo>
                  <a:pt x="3360" y="7523"/>
                </a:lnTo>
                <a:lnTo>
                  <a:pt x="4573" y="6993"/>
                </a:lnTo>
                <a:lnTo>
                  <a:pt x="6100" y="6476"/>
                </a:lnTo>
                <a:lnTo>
                  <a:pt x="8326" y="5810"/>
                </a:lnTo>
                <a:lnTo>
                  <a:pt x="11342" y="4874"/>
                </a:lnTo>
                <a:lnTo>
                  <a:pt x="13556" y="4143"/>
                </a:lnTo>
                <a:lnTo>
                  <a:pt x="15159" y="3517"/>
                </a:lnTo>
                <a:lnTo>
                  <a:pt x="16349" y="2888"/>
                </a:lnTo>
                <a:lnTo>
                  <a:pt x="17312" y="2163"/>
                </a:lnTo>
                <a:lnTo>
                  <a:pt x="18248" y="1233"/>
                </a:lnTo>
                <a:lnTo>
                  <a:pt x="19343" y="0"/>
                </a:lnTo>
                <a:close/>
              </a:path>
            </a:pathLst>
          </a:custGeom>
          <a:solidFill>
            <a:srgbClr val="E7E7E6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5" name="contour_09913"/>
          <p:cNvSpPr/>
          <p:nvPr/>
        </p:nvSpPr>
        <p:spPr>
          <a:xfrm>
            <a:off x="4360650" y="5093708"/>
            <a:ext cx="88112" cy="370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17" y="85"/>
                </a:moveTo>
                <a:lnTo>
                  <a:pt x="10282" y="123"/>
                </a:lnTo>
                <a:lnTo>
                  <a:pt x="11252" y="162"/>
                </a:lnTo>
                <a:lnTo>
                  <a:pt x="12235" y="200"/>
                </a:lnTo>
                <a:lnTo>
                  <a:pt x="12787" y="234"/>
                </a:lnTo>
                <a:lnTo>
                  <a:pt x="14454" y="349"/>
                </a:lnTo>
                <a:lnTo>
                  <a:pt x="14380" y="2393"/>
                </a:lnTo>
                <a:lnTo>
                  <a:pt x="14305" y="4454"/>
                </a:lnTo>
                <a:lnTo>
                  <a:pt x="14230" y="6541"/>
                </a:lnTo>
                <a:lnTo>
                  <a:pt x="14264" y="7506"/>
                </a:lnTo>
                <a:lnTo>
                  <a:pt x="14321" y="9206"/>
                </a:lnTo>
                <a:lnTo>
                  <a:pt x="14454" y="13099"/>
                </a:lnTo>
                <a:lnTo>
                  <a:pt x="15627" y="14655"/>
                </a:lnTo>
                <a:lnTo>
                  <a:pt x="16555" y="15416"/>
                </a:lnTo>
                <a:lnTo>
                  <a:pt x="18027" y="16024"/>
                </a:lnTo>
                <a:lnTo>
                  <a:pt x="19208" y="16461"/>
                </a:lnTo>
                <a:lnTo>
                  <a:pt x="20396" y="16899"/>
                </a:lnTo>
                <a:lnTo>
                  <a:pt x="21600" y="17350"/>
                </a:lnTo>
                <a:lnTo>
                  <a:pt x="20494" y="17877"/>
                </a:lnTo>
                <a:lnTo>
                  <a:pt x="19388" y="18404"/>
                </a:lnTo>
                <a:lnTo>
                  <a:pt x="18279" y="18931"/>
                </a:lnTo>
                <a:lnTo>
                  <a:pt x="17167" y="19458"/>
                </a:lnTo>
                <a:lnTo>
                  <a:pt x="16051" y="19989"/>
                </a:lnTo>
                <a:lnTo>
                  <a:pt x="14929" y="20520"/>
                </a:lnTo>
                <a:lnTo>
                  <a:pt x="13801" y="21056"/>
                </a:lnTo>
                <a:lnTo>
                  <a:pt x="12667" y="21600"/>
                </a:lnTo>
                <a:lnTo>
                  <a:pt x="12556" y="19492"/>
                </a:lnTo>
                <a:lnTo>
                  <a:pt x="12445" y="17371"/>
                </a:lnTo>
                <a:lnTo>
                  <a:pt x="12333" y="15225"/>
                </a:lnTo>
                <a:lnTo>
                  <a:pt x="11852" y="13116"/>
                </a:lnTo>
                <a:lnTo>
                  <a:pt x="11370" y="10996"/>
                </a:lnTo>
                <a:lnTo>
                  <a:pt x="10880" y="8849"/>
                </a:lnTo>
                <a:lnTo>
                  <a:pt x="9589" y="8212"/>
                </a:lnTo>
                <a:lnTo>
                  <a:pt x="8309" y="7778"/>
                </a:lnTo>
                <a:lnTo>
                  <a:pt x="7041" y="7544"/>
                </a:lnTo>
                <a:lnTo>
                  <a:pt x="5776" y="7527"/>
                </a:lnTo>
                <a:lnTo>
                  <a:pt x="4509" y="7731"/>
                </a:lnTo>
                <a:lnTo>
                  <a:pt x="3236" y="8169"/>
                </a:lnTo>
                <a:lnTo>
                  <a:pt x="1947" y="8849"/>
                </a:lnTo>
                <a:lnTo>
                  <a:pt x="1260" y="11421"/>
                </a:lnTo>
                <a:lnTo>
                  <a:pt x="845" y="13159"/>
                </a:lnTo>
                <a:lnTo>
                  <a:pt x="534" y="14872"/>
                </a:lnTo>
                <a:lnTo>
                  <a:pt x="161" y="17350"/>
                </a:lnTo>
                <a:lnTo>
                  <a:pt x="54" y="14315"/>
                </a:lnTo>
                <a:lnTo>
                  <a:pt x="0" y="12135"/>
                </a:lnTo>
                <a:lnTo>
                  <a:pt x="0" y="10196"/>
                </a:lnTo>
                <a:lnTo>
                  <a:pt x="54" y="7889"/>
                </a:lnTo>
                <a:lnTo>
                  <a:pt x="161" y="4599"/>
                </a:lnTo>
                <a:lnTo>
                  <a:pt x="1243" y="2945"/>
                </a:lnTo>
                <a:lnTo>
                  <a:pt x="2324" y="1738"/>
                </a:lnTo>
                <a:lnTo>
                  <a:pt x="3411" y="905"/>
                </a:lnTo>
                <a:lnTo>
                  <a:pt x="4517" y="378"/>
                </a:lnTo>
                <a:lnTo>
                  <a:pt x="5647" y="102"/>
                </a:lnTo>
                <a:lnTo>
                  <a:pt x="6819" y="0"/>
                </a:lnTo>
                <a:lnTo>
                  <a:pt x="8038" y="17"/>
                </a:lnTo>
                <a:lnTo>
                  <a:pt x="9317" y="85"/>
                </a:lnTo>
                <a:close/>
              </a:path>
            </a:pathLst>
          </a:custGeom>
          <a:solidFill>
            <a:srgbClr val="63605E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6" name="contour_09914"/>
          <p:cNvSpPr/>
          <p:nvPr/>
        </p:nvSpPr>
        <p:spPr>
          <a:xfrm>
            <a:off x="11685657" y="5072442"/>
            <a:ext cx="6567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" y="0"/>
                </a:moveTo>
                <a:lnTo>
                  <a:pt x="1450" y="0"/>
                </a:lnTo>
                <a:lnTo>
                  <a:pt x="2879" y="0"/>
                </a:lnTo>
                <a:lnTo>
                  <a:pt x="4312" y="0"/>
                </a:lnTo>
                <a:lnTo>
                  <a:pt x="5758" y="0"/>
                </a:lnTo>
                <a:lnTo>
                  <a:pt x="7218" y="0"/>
                </a:lnTo>
                <a:lnTo>
                  <a:pt x="7218" y="1833"/>
                </a:lnTo>
                <a:lnTo>
                  <a:pt x="7218" y="3672"/>
                </a:lnTo>
                <a:lnTo>
                  <a:pt x="7218" y="5517"/>
                </a:lnTo>
                <a:lnTo>
                  <a:pt x="7218" y="7378"/>
                </a:lnTo>
                <a:lnTo>
                  <a:pt x="7218" y="9257"/>
                </a:lnTo>
                <a:lnTo>
                  <a:pt x="8800" y="9257"/>
                </a:lnTo>
                <a:lnTo>
                  <a:pt x="10384" y="9257"/>
                </a:lnTo>
                <a:lnTo>
                  <a:pt x="11969" y="9257"/>
                </a:lnTo>
                <a:lnTo>
                  <a:pt x="13558" y="9257"/>
                </a:lnTo>
                <a:lnTo>
                  <a:pt x="15152" y="9257"/>
                </a:lnTo>
                <a:lnTo>
                  <a:pt x="16753" y="9257"/>
                </a:lnTo>
                <a:lnTo>
                  <a:pt x="18359" y="9257"/>
                </a:lnTo>
                <a:lnTo>
                  <a:pt x="19975" y="9257"/>
                </a:lnTo>
                <a:lnTo>
                  <a:pt x="21600" y="9257"/>
                </a:lnTo>
                <a:lnTo>
                  <a:pt x="21204" y="11294"/>
                </a:lnTo>
                <a:lnTo>
                  <a:pt x="20809" y="13333"/>
                </a:lnTo>
                <a:lnTo>
                  <a:pt x="20411" y="15382"/>
                </a:lnTo>
                <a:lnTo>
                  <a:pt x="20011" y="17440"/>
                </a:lnTo>
                <a:lnTo>
                  <a:pt x="19608" y="19511"/>
                </a:lnTo>
                <a:lnTo>
                  <a:pt x="19203" y="21600"/>
                </a:lnTo>
                <a:lnTo>
                  <a:pt x="19203" y="19560"/>
                </a:lnTo>
                <a:lnTo>
                  <a:pt x="19203" y="17508"/>
                </a:lnTo>
                <a:lnTo>
                  <a:pt x="19203" y="15429"/>
                </a:lnTo>
                <a:lnTo>
                  <a:pt x="18019" y="15608"/>
                </a:lnTo>
                <a:lnTo>
                  <a:pt x="16825" y="15790"/>
                </a:lnTo>
                <a:lnTo>
                  <a:pt x="15617" y="15972"/>
                </a:lnTo>
                <a:lnTo>
                  <a:pt x="13905" y="16117"/>
                </a:lnTo>
                <a:lnTo>
                  <a:pt x="12239" y="16234"/>
                </a:lnTo>
                <a:lnTo>
                  <a:pt x="10607" y="16302"/>
                </a:lnTo>
                <a:lnTo>
                  <a:pt x="8991" y="16308"/>
                </a:lnTo>
                <a:lnTo>
                  <a:pt x="7381" y="16237"/>
                </a:lnTo>
                <a:lnTo>
                  <a:pt x="5760" y="16080"/>
                </a:lnTo>
                <a:lnTo>
                  <a:pt x="4111" y="15814"/>
                </a:lnTo>
                <a:lnTo>
                  <a:pt x="2423" y="15429"/>
                </a:lnTo>
                <a:lnTo>
                  <a:pt x="1630" y="13574"/>
                </a:lnTo>
                <a:lnTo>
                  <a:pt x="1026" y="11729"/>
                </a:lnTo>
                <a:lnTo>
                  <a:pt x="587" y="9880"/>
                </a:lnTo>
                <a:lnTo>
                  <a:pt x="288" y="8011"/>
                </a:lnTo>
                <a:lnTo>
                  <a:pt x="105" y="6104"/>
                </a:lnTo>
                <a:lnTo>
                  <a:pt x="17" y="4144"/>
                </a:lnTo>
                <a:lnTo>
                  <a:pt x="0" y="2114"/>
                </a:lnTo>
                <a:lnTo>
                  <a:pt x="26" y="0"/>
                </a:lnTo>
                <a:close/>
              </a:path>
            </a:pathLst>
          </a:custGeom>
          <a:solidFill>
            <a:srgbClr val="C4A352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7" name="contour_09915"/>
          <p:cNvSpPr/>
          <p:nvPr/>
        </p:nvSpPr>
        <p:spPr>
          <a:xfrm>
            <a:off x="5162985" y="5093125"/>
            <a:ext cx="87456" cy="376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678"/>
                </a:moveTo>
                <a:lnTo>
                  <a:pt x="3078" y="209"/>
                </a:lnTo>
                <a:lnTo>
                  <a:pt x="3983" y="0"/>
                </a:lnTo>
                <a:lnTo>
                  <a:pt x="4952" y="0"/>
                </a:lnTo>
                <a:lnTo>
                  <a:pt x="6412" y="155"/>
                </a:lnTo>
                <a:lnTo>
                  <a:pt x="7029" y="213"/>
                </a:lnTo>
                <a:lnTo>
                  <a:pt x="8894" y="385"/>
                </a:lnTo>
                <a:lnTo>
                  <a:pt x="9841" y="531"/>
                </a:lnTo>
                <a:lnTo>
                  <a:pt x="10800" y="678"/>
                </a:lnTo>
                <a:lnTo>
                  <a:pt x="10800" y="3163"/>
                </a:lnTo>
                <a:lnTo>
                  <a:pt x="10800" y="5657"/>
                </a:lnTo>
                <a:lnTo>
                  <a:pt x="10800" y="8160"/>
                </a:lnTo>
                <a:lnTo>
                  <a:pt x="10800" y="10683"/>
                </a:lnTo>
                <a:lnTo>
                  <a:pt x="10800" y="13231"/>
                </a:lnTo>
                <a:lnTo>
                  <a:pt x="11344" y="13440"/>
                </a:lnTo>
                <a:lnTo>
                  <a:pt x="11842" y="13637"/>
                </a:lnTo>
                <a:lnTo>
                  <a:pt x="12388" y="13846"/>
                </a:lnTo>
                <a:lnTo>
                  <a:pt x="13068" y="14110"/>
                </a:lnTo>
                <a:lnTo>
                  <a:pt x="13972" y="14461"/>
                </a:lnTo>
                <a:lnTo>
                  <a:pt x="15188" y="14930"/>
                </a:lnTo>
                <a:lnTo>
                  <a:pt x="16805" y="15558"/>
                </a:lnTo>
                <a:lnTo>
                  <a:pt x="18913" y="16374"/>
                </a:lnTo>
                <a:lnTo>
                  <a:pt x="21600" y="17416"/>
                </a:lnTo>
                <a:lnTo>
                  <a:pt x="21600" y="19491"/>
                </a:lnTo>
                <a:lnTo>
                  <a:pt x="21600" y="21600"/>
                </a:lnTo>
                <a:lnTo>
                  <a:pt x="19202" y="21085"/>
                </a:lnTo>
                <a:lnTo>
                  <a:pt x="17066" y="20617"/>
                </a:lnTo>
                <a:lnTo>
                  <a:pt x="15165" y="20186"/>
                </a:lnTo>
                <a:lnTo>
                  <a:pt x="13480" y="19771"/>
                </a:lnTo>
                <a:lnTo>
                  <a:pt x="11988" y="19370"/>
                </a:lnTo>
                <a:lnTo>
                  <a:pt x="10665" y="18964"/>
                </a:lnTo>
                <a:lnTo>
                  <a:pt x="9491" y="18537"/>
                </a:lnTo>
                <a:lnTo>
                  <a:pt x="8442" y="18085"/>
                </a:lnTo>
                <a:lnTo>
                  <a:pt x="7497" y="17587"/>
                </a:lnTo>
                <a:lnTo>
                  <a:pt x="6635" y="17035"/>
                </a:lnTo>
                <a:lnTo>
                  <a:pt x="5832" y="16411"/>
                </a:lnTo>
                <a:lnTo>
                  <a:pt x="5065" y="15708"/>
                </a:lnTo>
                <a:lnTo>
                  <a:pt x="4313" y="14909"/>
                </a:lnTo>
                <a:lnTo>
                  <a:pt x="3555" y="14005"/>
                </a:lnTo>
                <a:lnTo>
                  <a:pt x="2765" y="12976"/>
                </a:lnTo>
                <a:lnTo>
                  <a:pt x="1924" y="11817"/>
                </a:lnTo>
                <a:lnTo>
                  <a:pt x="1010" y="10511"/>
                </a:lnTo>
                <a:lnTo>
                  <a:pt x="0" y="9047"/>
                </a:lnTo>
                <a:lnTo>
                  <a:pt x="373" y="6582"/>
                </a:lnTo>
                <a:lnTo>
                  <a:pt x="684" y="4887"/>
                </a:lnTo>
                <a:lnTo>
                  <a:pt x="1103" y="3180"/>
                </a:lnTo>
                <a:lnTo>
                  <a:pt x="1800" y="678"/>
                </a:lnTo>
                <a:close/>
              </a:path>
            </a:pathLst>
          </a:custGeom>
          <a:solidFill>
            <a:srgbClr val="96929E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8" name="contour_09916"/>
          <p:cNvSpPr/>
          <p:nvPr/>
        </p:nvSpPr>
        <p:spPr>
          <a:xfrm>
            <a:off x="6657023" y="5065839"/>
            <a:ext cx="87456" cy="576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87" y="822"/>
                </a:moveTo>
                <a:lnTo>
                  <a:pt x="20538" y="1232"/>
                </a:lnTo>
                <a:lnTo>
                  <a:pt x="21600" y="2475"/>
                </a:lnTo>
                <a:lnTo>
                  <a:pt x="21051" y="4254"/>
                </a:lnTo>
                <a:lnTo>
                  <a:pt x="20462" y="5931"/>
                </a:lnTo>
                <a:lnTo>
                  <a:pt x="19823" y="7508"/>
                </a:lnTo>
                <a:lnTo>
                  <a:pt x="19121" y="8980"/>
                </a:lnTo>
                <a:lnTo>
                  <a:pt x="18351" y="10349"/>
                </a:lnTo>
                <a:lnTo>
                  <a:pt x="17498" y="11609"/>
                </a:lnTo>
                <a:lnTo>
                  <a:pt x="16555" y="12759"/>
                </a:lnTo>
                <a:lnTo>
                  <a:pt x="15511" y="13797"/>
                </a:lnTo>
                <a:lnTo>
                  <a:pt x="14355" y="14726"/>
                </a:lnTo>
                <a:lnTo>
                  <a:pt x="13178" y="15393"/>
                </a:lnTo>
                <a:lnTo>
                  <a:pt x="11997" y="16037"/>
                </a:lnTo>
                <a:lnTo>
                  <a:pt x="10811" y="16663"/>
                </a:lnTo>
                <a:lnTo>
                  <a:pt x="9621" y="17267"/>
                </a:lnTo>
                <a:lnTo>
                  <a:pt x="8428" y="17852"/>
                </a:lnTo>
                <a:lnTo>
                  <a:pt x="7232" y="18420"/>
                </a:lnTo>
                <a:lnTo>
                  <a:pt x="6032" y="18977"/>
                </a:lnTo>
                <a:lnTo>
                  <a:pt x="4829" y="19518"/>
                </a:lnTo>
                <a:lnTo>
                  <a:pt x="3625" y="20051"/>
                </a:lnTo>
                <a:lnTo>
                  <a:pt x="2419" y="20573"/>
                </a:lnTo>
                <a:lnTo>
                  <a:pt x="1210" y="21089"/>
                </a:lnTo>
                <a:lnTo>
                  <a:pt x="0" y="21600"/>
                </a:lnTo>
                <a:lnTo>
                  <a:pt x="725" y="19827"/>
                </a:lnTo>
                <a:lnTo>
                  <a:pt x="1467" y="18160"/>
                </a:lnTo>
                <a:lnTo>
                  <a:pt x="2232" y="16589"/>
                </a:lnTo>
                <a:lnTo>
                  <a:pt x="3020" y="15106"/>
                </a:lnTo>
                <a:lnTo>
                  <a:pt x="3838" y="13704"/>
                </a:lnTo>
                <a:lnTo>
                  <a:pt x="4687" y="12374"/>
                </a:lnTo>
                <a:lnTo>
                  <a:pt x="5571" y="11106"/>
                </a:lnTo>
                <a:lnTo>
                  <a:pt x="6494" y="9890"/>
                </a:lnTo>
                <a:lnTo>
                  <a:pt x="7461" y="8724"/>
                </a:lnTo>
                <a:lnTo>
                  <a:pt x="8471" y="7595"/>
                </a:lnTo>
                <a:lnTo>
                  <a:pt x="9531" y="6497"/>
                </a:lnTo>
                <a:lnTo>
                  <a:pt x="10645" y="5418"/>
                </a:lnTo>
                <a:lnTo>
                  <a:pt x="11813" y="4355"/>
                </a:lnTo>
                <a:lnTo>
                  <a:pt x="12638" y="3601"/>
                </a:lnTo>
                <a:lnTo>
                  <a:pt x="13477" y="2836"/>
                </a:lnTo>
                <a:lnTo>
                  <a:pt x="15169" y="1426"/>
                </a:lnTo>
                <a:lnTo>
                  <a:pt x="16382" y="522"/>
                </a:lnTo>
                <a:lnTo>
                  <a:pt x="17303" y="66"/>
                </a:lnTo>
                <a:lnTo>
                  <a:pt x="18121" y="0"/>
                </a:lnTo>
                <a:lnTo>
                  <a:pt x="19021" y="270"/>
                </a:lnTo>
                <a:lnTo>
                  <a:pt x="20187" y="822"/>
                </a:lnTo>
                <a:close/>
              </a:path>
            </a:pathLst>
          </a:custGeom>
          <a:solidFill>
            <a:srgbClr val="C7D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9919" name="contour_09917"/>
          <p:cNvSpPr/>
          <p:nvPr/>
        </p:nvSpPr>
        <p:spPr>
          <a:xfrm>
            <a:off x="5316033" y="5050578"/>
            <a:ext cx="10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0"/>
                </a:moveTo>
                <a:lnTo>
                  <a:pt x="7970" y="426"/>
                </a:lnTo>
                <a:lnTo>
                  <a:pt x="8419" y="1176"/>
                </a:lnTo>
                <a:lnTo>
                  <a:pt x="9450" y="2894"/>
                </a:lnTo>
                <a:lnTo>
                  <a:pt x="10365" y="4030"/>
                </a:lnTo>
                <a:lnTo>
                  <a:pt x="11306" y="4996"/>
                </a:lnTo>
                <a:lnTo>
                  <a:pt x="12272" y="5810"/>
                </a:lnTo>
                <a:lnTo>
                  <a:pt x="13261" y="6489"/>
                </a:lnTo>
                <a:lnTo>
                  <a:pt x="14267" y="7057"/>
                </a:lnTo>
                <a:lnTo>
                  <a:pt x="15290" y="7523"/>
                </a:lnTo>
                <a:lnTo>
                  <a:pt x="16327" y="7909"/>
                </a:lnTo>
                <a:lnTo>
                  <a:pt x="17373" y="8236"/>
                </a:lnTo>
                <a:lnTo>
                  <a:pt x="18425" y="8513"/>
                </a:lnTo>
                <a:lnTo>
                  <a:pt x="19483" y="8767"/>
                </a:lnTo>
                <a:lnTo>
                  <a:pt x="20542" y="9007"/>
                </a:lnTo>
                <a:lnTo>
                  <a:pt x="21600" y="9257"/>
                </a:lnTo>
                <a:lnTo>
                  <a:pt x="21600" y="10788"/>
                </a:lnTo>
                <a:lnTo>
                  <a:pt x="21600" y="12343"/>
                </a:lnTo>
                <a:lnTo>
                  <a:pt x="20838" y="12235"/>
                </a:lnTo>
                <a:lnTo>
                  <a:pt x="20069" y="12127"/>
                </a:lnTo>
                <a:lnTo>
                  <a:pt x="19292" y="12019"/>
                </a:lnTo>
                <a:lnTo>
                  <a:pt x="18303" y="11932"/>
                </a:lnTo>
                <a:lnTo>
                  <a:pt x="17306" y="11849"/>
                </a:lnTo>
                <a:lnTo>
                  <a:pt x="16296" y="11763"/>
                </a:lnTo>
                <a:lnTo>
                  <a:pt x="15310" y="11658"/>
                </a:lnTo>
                <a:lnTo>
                  <a:pt x="14318" y="11550"/>
                </a:lnTo>
                <a:lnTo>
                  <a:pt x="13313" y="11439"/>
                </a:lnTo>
                <a:lnTo>
                  <a:pt x="12483" y="11738"/>
                </a:lnTo>
                <a:lnTo>
                  <a:pt x="11647" y="12037"/>
                </a:lnTo>
                <a:lnTo>
                  <a:pt x="10800" y="12343"/>
                </a:lnTo>
                <a:lnTo>
                  <a:pt x="10252" y="14657"/>
                </a:lnTo>
                <a:lnTo>
                  <a:pt x="9897" y="16296"/>
                </a:lnTo>
                <a:lnTo>
                  <a:pt x="9663" y="17703"/>
                </a:lnTo>
                <a:lnTo>
                  <a:pt x="9475" y="19323"/>
                </a:lnTo>
                <a:lnTo>
                  <a:pt x="9257" y="21600"/>
                </a:lnTo>
                <a:lnTo>
                  <a:pt x="8791" y="21446"/>
                </a:lnTo>
                <a:lnTo>
                  <a:pt x="8364" y="21301"/>
                </a:lnTo>
                <a:lnTo>
                  <a:pt x="7896" y="21146"/>
                </a:lnTo>
                <a:lnTo>
                  <a:pt x="7313" y="20952"/>
                </a:lnTo>
                <a:lnTo>
                  <a:pt x="6539" y="20693"/>
                </a:lnTo>
                <a:lnTo>
                  <a:pt x="5496" y="20347"/>
                </a:lnTo>
                <a:lnTo>
                  <a:pt x="4110" y="19884"/>
                </a:lnTo>
                <a:lnTo>
                  <a:pt x="2303" y="19283"/>
                </a:lnTo>
                <a:lnTo>
                  <a:pt x="0" y="18514"/>
                </a:lnTo>
                <a:lnTo>
                  <a:pt x="0" y="16984"/>
                </a:lnTo>
                <a:lnTo>
                  <a:pt x="0" y="15429"/>
                </a:lnTo>
                <a:lnTo>
                  <a:pt x="1091" y="15429"/>
                </a:lnTo>
                <a:lnTo>
                  <a:pt x="2183" y="15429"/>
                </a:lnTo>
                <a:lnTo>
                  <a:pt x="3279" y="15429"/>
                </a:lnTo>
                <a:lnTo>
                  <a:pt x="4379" y="15429"/>
                </a:lnTo>
                <a:lnTo>
                  <a:pt x="5483" y="15429"/>
                </a:lnTo>
                <a:lnTo>
                  <a:pt x="6594" y="15429"/>
                </a:lnTo>
                <a:lnTo>
                  <a:pt x="7714" y="15429"/>
                </a:lnTo>
                <a:lnTo>
                  <a:pt x="7714" y="13247"/>
                </a:lnTo>
                <a:lnTo>
                  <a:pt x="7714" y="11062"/>
                </a:lnTo>
                <a:lnTo>
                  <a:pt x="7714" y="8871"/>
                </a:lnTo>
                <a:lnTo>
                  <a:pt x="7714" y="6671"/>
                </a:lnTo>
                <a:lnTo>
                  <a:pt x="7714" y="4462"/>
                </a:lnTo>
                <a:lnTo>
                  <a:pt x="7714" y="2240"/>
                </a:lnTo>
                <a:lnTo>
                  <a:pt x="7714" y="0"/>
                </a:lnTo>
                <a:close/>
              </a:path>
            </a:pathLst>
          </a:custGeom>
          <a:solidFill>
            <a:srgbClr val="A7925F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0" name="contour_09918"/>
          <p:cNvSpPr/>
          <p:nvPr/>
        </p:nvSpPr>
        <p:spPr>
          <a:xfrm>
            <a:off x="1774069" y="5028714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404" y="1339"/>
                </a:lnTo>
                <a:lnTo>
                  <a:pt x="3724" y="2684"/>
                </a:lnTo>
                <a:lnTo>
                  <a:pt x="4048" y="4050"/>
                </a:lnTo>
                <a:lnTo>
                  <a:pt x="4749" y="5389"/>
                </a:lnTo>
                <a:lnTo>
                  <a:pt x="5456" y="6734"/>
                </a:lnTo>
                <a:lnTo>
                  <a:pt x="6171" y="8100"/>
                </a:lnTo>
                <a:lnTo>
                  <a:pt x="8560" y="8343"/>
                </a:lnTo>
                <a:lnTo>
                  <a:pt x="10235" y="8464"/>
                </a:lnTo>
                <a:lnTo>
                  <a:pt x="11642" y="8464"/>
                </a:lnTo>
                <a:lnTo>
                  <a:pt x="13225" y="8343"/>
                </a:lnTo>
                <a:lnTo>
                  <a:pt x="15429" y="8100"/>
                </a:lnTo>
                <a:lnTo>
                  <a:pt x="15429" y="9885"/>
                </a:lnTo>
                <a:lnTo>
                  <a:pt x="15429" y="11680"/>
                </a:lnTo>
                <a:lnTo>
                  <a:pt x="15429" y="13500"/>
                </a:lnTo>
                <a:lnTo>
                  <a:pt x="17468" y="13500"/>
                </a:lnTo>
                <a:lnTo>
                  <a:pt x="19520" y="13500"/>
                </a:lnTo>
                <a:lnTo>
                  <a:pt x="21600" y="13500"/>
                </a:lnTo>
                <a:lnTo>
                  <a:pt x="20989" y="15104"/>
                </a:lnTo>
                <a:lnTo>
                  <a:pt x="20375" y="16713"/>
                </a:lnTo>
                <a:lnTo>
                  <a:pt x="19761" y="18328"/>
                </a:lnTo>
                <a:lnTo>
                  <a:pt x="19141" y="19956"/>
                </a:lnTo>
                <a:lnTo>
                  <a:pt x="18514" y="21600"/>
                </a:lnTo>
                <a:lnTo>
                  <a:pt x="16453" y="21281"/>
                </a:lnTo>
                <a:lnTo>
                  <a:pt x="14395" y="20944"/>
                </a:lnTo>
                <a:lnTo>
                  <a:pt x="12343" y="20588"/>
                </a:lnTo>
                <a:lnTo>
                  <a:pt x="10621" y="20304"/>
                </a:lnTo>
                <a:lnTo>
                  <a:pt x="8871" y="20018"/>
                </a:lnTo>
                <a:lnTo>
                  <a:pt x="7532" y="19462"/>
                </a:lnTo>
                <a:lnTo>
                  <a:pt x="6171" y="18900"/>
                </a:lnTo>
                <a:lnTo>
                  <a:pt x="6171" y="17115"/>
                </a:lnTo>
                <a:lnTo>
                  <a:pt x="6171" y="15320"/>
                </a:lnTo>
                <a:lnTo>
                  <a:pt x="6171" y="13500"/>
                </a:lnTo>
                <a:lnTo>
                  <a:pt x="4545" y="12998"/>
                </a:lnTo>
                <a:lnTo>
                  <a:pt x="2894" y="12488"/>
                </a:lnTo>
                <a:lnTo>
                  <a:pt x="1456" y="11651"/>
                </a:lnTo>
                <a:lnTo>
                  <a:pt x="0" y="10800"/>
                </a:lnTo>
                <a:lnTo>
                  <a:pt x="272" y="8940"/>
                </a:lnTo>
                <a:lnTo>
                  <a:pt x="670" y="7117"/>
                </a:lnTo>
                <a:lnTo>
                  <a:pt x="1169" y="5324"/>
                </a:lnTo>
                <a:lnTo>
                  <a:pt x="1753" y="3548"/>
                </a:lnTo>
                <a:lnTo>
                  <a:pt x="2398" y="1777"/>
                </a:lnTo>
                <a:lnTo>
                  <a:pt x="3086" y="0"/>
                </a:lnTo>
                <a:close/>
              </a:path>
            </a:pathLst>
          </a:custGeom>
          <a:solidFill>
            <a:srgbClr val="5E525C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1" name="contour_09919"/>
          <p:cNvSpPr/>
          <p:nvPr/>
        </p:nvSpPr>
        <p:spPr>
          <a:xfrm>
            <a:off x="5221289" y="5036002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611" y="19767"/>
                </a:lnTo>
                <a:lnTo>
                  <a:pt x="1225" y="17928"/>
                </a:lnTo>
                <a:lnTo>
                  <a:pt x="1839" y="16083"/>
                </a:lnTo>
                <a:lnTo>
                  <a:pt x="2459" y="14222"/>
                </a:lnTo>
                <a:lnTo>
                  <a:pt x="3086" y="12343"/>
                </a:lnTo>
                <a:lnTo>
                  <a:pt x="5125" y="12343"/>
                </a:lnTo>
                <a:lnTo>
                  <a:pt x="7177" y="12343"/>
                </a:lnTo>
                <a:lnTo>
                  <a:pt x="9257" y="12343"/>
                </a:lnTo>
                <a:lnTo>
                  <a:pt x="11121" y="11763"/>
                </a:lnTo>
                <a:lnTo>
                  <a:pt x="12979" y="11164"/>
                </a:lnTo>
                <a:lnTo>
                  <a:pt x="14830" y="10547"/>
                </a:lnTo>
                <a:lnTo>
                  <a:pt x="16675" y="9911"/>
                </a:lnTo>
                <a:lnTo>
                  <a:pt x="18514" y="9257"/>
                </a:lnTo>
                <a:lnTo>
                  <a:pt x="17903" y="7424"/>
                </a:lnTo>
                <a:lnTo>
                  <a:pt x="17289" y="5585"/>
                </a:lnTo>
                <a:lnTo>
                  <a:pt x="16675" y="3740"/>
                </a:lnTo>
                <a:lnTo>
                  <a:pt x="16055" y="1879"/>
                </a:lnTo>
                <a:lnTo>
                  <a:pt x="15429" y="0"/>
                </a:lnTo>
                <a:close/>
              </a:path>
            </a:pathLst>
          </a:custGeom>
          <a:solidFill>
            <a:srgbClr val="B093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2" name="contour_09920"/>
          <p:cNvSpPr/>
          <p:nvPr/>
        </p:nvSpPr>
        <p:spPr>
          <a:xfrm>
            <a:off x="11510825" y="5028102"/>
            <a:ext cx="102032" cy="37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57"/>
                </a:moveTo>
                <a:lnTo>
                  <a:pt x="1148" y="204"/>
                </a:lnTo>
                <a:lnTo>
                  <a:pt x="2282" y="89"/>
                </a:lnTo>
                <a:lnTo>
                  <a:pt x="3404" y="21"/>
                </a:lnTo>
                <a:lnTo>
                  <a:pt x="4513" y="0"/>
                </a:lnTo>
                <a:lnTo>
                  <a:pt x="5611" y="34"/>
                </a:lnTo>
                <a:lnTo>
                  <a:pt x="6701" y="119"/>
                </a:lnTo>
                <a:lnTo>
                  <a:pt x="7782" y="263"/>
                </a:lnTo>
                <a:lnTo>
                  <a:pt x="8856" y="467"/>
                </a:lnTo>
                <a:lnTo>
                  <a:pt x="9924" y="735"/>
                </a:lnTo>
                <a:lnTo>
                  <a:pt x="10987" y="1071"/>
                </a:lnTo>
                <a:lnTo>
                  <a:pt x="12045" y="1479"/>
                </a:lnTo>
                <a:lnTo>
                  <a:pt x="13102" y="1959"/>
                </a:lnTo>
                <a:lnTo>
                  <a:pt x="14157" y="2515"/>
                </a:lnTo>
                <a:lnTo>
                  <a:pt x="15213" y="3157"/>
                </a:lnTo>
                <a:lnTo>
                  <a:pt x="16268" y="3879"/>
                </a:lnTo>
                <a:lnTo>
                  <a:pt x="17325" y="4686"/>
                </a:lnTo>
                <a:lnTo>
                  <a:pt x="18386" y="5583"/>
                </a:lnTo>
                <a:lnTo>
                  <a:pt x="19452" y="6577"/>
                </a:lnTo>
                <a:lnTo>
                  <a:pt x="20523" y="7665"/>
                </a:lnTo>
                <a:lnTo>
                  <a:pt x="21600" y="8854"/>
                </a:lnTo>
                <a:lnTo>
                  <a:pt x="21600" y="10961"/>
                </a:lnTo>
                <a:lnTo>
                  <a:pt x="21600" y="13103"/>
                </a:lnTo>
                <a:lnTo>
                  <a:pt x="20790" y="12954"/>
                </a:lnTo>
                <a:lnTo>
                  <a:pt x="19966" y="12805"/>
                </a:lnTo>
                <a:lnTo>
                  <a:pt x="18911" y="12691"/>
                </a:lnTo>
                <a:lnTo>
                  <a:pt x="17839" y="12572"/>
                </a:lnTo>
                <a:lnTo>
                  <a:pt x="16789" y="12423"/>
                </a:lnTo>
                <a:lnTo>
                  <a:pt x="15723" y="12274"/>
                </a:lnTo>
                <a:lnTo>
                  <a:pt x="14811" y="12686"/>
                </a:lnTo>
                <a:lnTo>
                  <a:pt x="13886" y="13103"/>
                </a:lnTo>
                <a:lnTo>
                  <a:pt x="13289" y="15643"/>
                </a:lnTo>
                <a:lnTo>
                  <a:pt x="12929" y="17377"/>
                </a:lnTo>
                <a:lnTo>
                  <a:pt x="12662" y="19098"/>
                </a:lnTo>
                <a:lnTo>
                  <a:pt x="12343" y="21600"/>
                </a:lnTo>
                <a:lnTo>
                  <a:pt x="11375" y="20334"/>
                </a:lnTo>
                <a:lnTo>
                  <a:pt x="10428" y="19038"/>
                </a:lnTo>
                <a:lnTo>
                  <a:pt x="9499" y="17713"/>
                </a:lnTo>
                <a:lnTo>
                  <a:pt x="8588" y="16349"/>
                </a:lnTo>
                <a:lnTo>
                  <a:pt x="7691" y="14947"/>
                </a:lnTo>
                <a:lnTo>
                  <a:pt x="6807" y="13511"/>
                </a:lnTo>
                <a:lnTo>
                  <a:pt x="5934" y="12028"/>
                </a:lnTo>
                <a:lnTo>
                  <a:pt x="5071" y="10507"/>
                </a:lnTo>
                <a:lnTo>
                  <a:pt x="4217" y="8939"/>
                </a:lnTo>
                <a:lnTo>
                  <a:pt x="3368" y="7325"/>
                </a:lnTo>
                <a:lnTo>
                  <a:pt x="2524" y="5663"/>
                </a:lnTo>
                <a:lnTo>
                  <a:pt x="1682" y="3947"/>
                </a:lnTo>
                <a:lnTo>
                  <a:pt x="841" y="2180"/>
                </a:lnTo>
                <a:lnTo>
                  <a:pt x="0" y="357"/>
                </a:lnTo>
                <a:close/>
              </a:path>
            </a:pathLst>
          </a:custGeom>
          <a:solidFill>
            <a:srgbClr val="E9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3" name="contour_09921"/>
          <p:cNvSpPr/>
          <p:nvPr/>
        </p:nvSpPr>
        <p:spPr>
          <a:xfrm>
            <a:off x="5272305" y="5006850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985" y="589"/>
                </a:lnTo>
                <a:lnTo>
                  <a:pt x="11782" y="1108"/>
                </a:lnTo>
                <a:lnTo>
                  <a:pt x="12579" y="1842"/>
                </a:lnTo>
                <a:lnTo>
                  <a:pt x="13745" y="3086"/>
                </a:lnTo>
                <a:lnTo>
                  <a:pt x="13665" y="4551"/>
                </a:lnTo>
                <a:lnTo>
                  <a:pt x="13582" y="6026"/>
                </a:lnTo>
                <a:lnTo>
                  <a:pt x="13500" y="7523"/>
                </a:lnTo>
                <a:lnTo>
                  <a:pt x="13537" y="8230"/>
                </a:lnTo>
                <a:lnTo>
                  <a:pt x="13600" y="9479"/>
                </a:lnTo>
                <a:lnTo>
                  <a:pt x="13745" y="12343"/>
                </a:lnTo>
                <a:lnTo>
                  <a:pt x="14800" y="13469"/>
                </a:lnTo>
                <a:lnTo>
                  <a:pt x="15876" y="14487"/>
                </a:lnTo>
                <a:lnTo>
                  <a:pt x="16976" y="15410"/>
                </a:lnTo>
                <a:lnTo>
                  <a:pt x="18099" y="16256"/>
                </a:lnTo>
                <a:lnTo>
                  <a:pt x="19244" y="17045"/>
                </a:lnTo>
                <a:lnTo>
                  <a:pt x="20410" y="17792"/>
                </a:lnTo>
                <a:lnTo>
                  <a:pt x="21600" y="18514"/>
                </a:lnTo>
                <a:lnTo>
                  <a:pt x="20406" y="19017"/>
                </a:lnTo>
                <a:lnTo>
                  <a:pt x="19210" y="19505"/>
                </a:lnTo>
                <a:lnTo>
                  <a:pt x="18012" y="19977"/>
                </a:lnTo>
                <a:lnTo>
                  <a:pt x="16813" y="20443"/>
                </a:lnTo>
                <a:lnTo>
                  <a:pt x="15477" y="20980"/>
                </a:lnTo>
                <a:lnTo>
                  <a:pt x="14121" y="21529"/>
                </a:lnTo>
                <a:lnTo>
                  <a:pt x="12960" y="21563"/>
                </a:lnTo>
                <a:lnTo>
                  <a:pt x="11782" y="21600"/>
                </a:lnTo>
                <a:lnTo>
                  <a:pt x="11271" y="20073"/>
                </a:lnTo>
                <a:lnTo>
                  <a:pt x="10774" y="18533"/>
                </a:lnTo>
                <a:lnTo>
                  <a:pt x="10291" y="16984"/>
                </a:lnTo>
                <a:lnTo>
                  <a:pt x="9818" y="15429"/>
                </a:lnTo>
                <a:lnTo>
                  <a:pt x="8424" y="14679"/>
                </a:lnTo>
                <a:lnTo>
                  <a:pt x="7436" y="14228"/>
                </a:lnTo>
                <a:lnTo>
                  <a:pt x="6380" y="13895"/>
                </a:lnTo>
                <a:lnTo>
                  <a:pt x="4787" y="13500"/>
                </a:lnTo>
                <a:lnTo>
                  <a:pt x="3442" y="13151"/>
                </a:lnTo>
                <a:lnTo>
                  <a:pt x="2079" y="12800"/>
                </a:lnTo>
                <a:lnTo>
                  <a:pt x="1047" y="12571"/>
                </a:lnTo>
                <a:lnTo>
                  <a:pt x="0" y="12343"/>
                </a:lnTo>
                <a:lnTo>
                  <a:pt x="389" y="10510"/>
                </a:lnTo>
                <a:lnTo>
                  <a:pt x="780" y="8671"/>
                </a:lnTo>
                <a:lnTo>
                  <a:pt x="1170" y="6826"/>
                </a:lnTo>
                <a:lnTo>
                  <a:pt x="1565" y="4965"/>
                </a:lnTo>
                <a:lnTo>
                  <a:pt x="1964" y="3086"/>
                </a:lnTo>
                <a:lnTo>
                  <a:pt x="3075" y="3959"/>
                </a:lnTo>
                <a:lnTo>
                  <a:pt x="4186" y="4832"/>
                </a:lnTo>
                <a:lnTo>
                  <a:pt x="5302" y="5709"/>
                </a:lnTo>
                <a:lnTo>
                  <a:pt x="6421" y="6588"/>
                </a:lnTo>
                <a:lnTo>
                  <a:pt x="7546" y="7474"/>
                </a:lnTo>
                <a:lnTo>
                  <a:pt x="8677" y="8362"/>
                </a:lnTo>
                <a:lnTo>
                  <a:pt x="9818" y="9257"/>
                </a:lnTo>
                <a:lnTo>
                  <a:pt x="9818" y="7424"/>
                </a:lnTo>
                <a:lnTo>
                  <a:pt x="9818" y="5585"/>
                </a:lnTo>
                <a:lnTo>
                  <a:pt x="9818" y="3740"/>
                </a:lnTo>
                <a:lnTo>
                  <a:pt x="9818" y="1879"/>
                </a:lnTo>
                <a:lnTo>
                  <a:pt x="9818" y="0"/>
                </a:lnTo>
                <a:close/>
              </a:path>
            </a:pathLst>
          </a:custGeom>
          <a:solidFill>
            <a:srgbClr val="6C6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4" name="contour_09922"/>
          <p:cNvSpPr/>
          <p:nvPr/>
        </p:nvSpPr>
        <p:spPr>
          <a:xfrm>
            <a:off x="4914763" y="4989884"/>
            <a:ext cx="38094" cy="461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64" y="0"/>
                </a:moveTo>
                <a:lnTo>
                  <a:pt x="10641" y="34"/>
                </a:lnTo>
                <a:lnTo>
                  <a:pt x="12434" y="109"/>
                </a:lnTo>
                <a:lnTo>
                  <a:pt x="14339" y="280"/>
                </a:lnTo>
                <a:lnTo>
                  <a:pt x="16963" y="597"/>
                </a:lnTo>
                <a:lnTo>
                  <a:pt x="20906" y="1120"/>
                </a:lnTo>
                <a:lnTo>
                  <a:pt x="21183" y="3587"/>
                </a:lnTo>
                <a:lnTo>
                  <a:pt x="21410" y="6028"/>
                </a:lnTo>
                <a:lnTo>
                  <a:pt x="21555" y="8452"/>
                </a:lnTo>
                <a:lnTo>
                  <a:pt x="21600" y="10872"/>
                </a:lnTo>
                <a:lnTo>
                  <a:pt x="21521" y="13295"/>
                </a:lnTo>
                <a:lnTo>
                  <a:pt x="21298" y="15729"/>
                </a:lnTo>
                <a:lnTo>
                  <a:pt x="20906" y="18187"/>
                </a:lnTo>
                <a:lnTo>
                  <a:pt x="18079" y="19648"/>
                </a:lnTo>
                <a:lnTo>
                  <a:pt x="16021" y="20555"/>
                </a:lnTo>
                <a:lnTo>
                  <a:pt x="14137" y="21074"/>
                </a:lnTo>
                <a:lnTo>
                  <a:pt x="11831" y="21368"/>
                </a:lnTo>
                <a:lnTo>
                  <a:pt x="8509" y="21600"/>
                </a:lnTo>
                <a:lnTo>
                  <a:pt x="5802" y="20910"/>
                </a:lnTo>
                <a:lnTo>
                  <a:pt x="4037" y="20323"/>
                </a:lnTo>
                <a:lnTo>
                  <a:pt x="2442" y="19521"/>
                </a:lnTo>
                <a:lnTo>
                  <a:pt x="244" y="18187"/>
                </a:lnTo>
                <a:lnTo>
                  <a:pt x="25" y="15637"/>
                </a:lnTo>
                <a:lnTo>
                  <a:pt x="0" y="12937"/>
                </a:lnTo>
                <a:lnTo>
                  <a:pt x="252" y="10199"/>
                </a:lnTo>
                <a:lnTo>
                  <a:pt x="855" y="7544"/>
                </a:lnTo>
                <a:lnTo>
                  <a:pt x="1889" y="5083"/>
                </a:lnTo>
                <a:lnTo>
                  <a:pt x="3430" y="2925"/>
                </a:lnTo>
                <a:lnTo>
                  <a:pt x="5562" y="1195"/>
                </a:lnTo>
                <a:lnTo>
                  <a:pt x="8364" y="0"/>
                </a:lnTo>
                <a:close/>
              </a:path>
            </a:pathLst>
          </a:custGeom>
          <a:solidFill>
            <a:srgbClr val="A7905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5" name="contour_09923"/>
          <p:cNvSpPr/>
          <p:nvPr/>
        </p:nvSpPr>
        <p:spPr>
          <a:xfrm>
            <a:off x="10891346" y="4970410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8" y="0"/>
                </a:lnTo>
                <a:lnTo>
                  <a:pt x="2864" y="0"/>
                </a:lnTo>
                <a:lnTo>
                  <a:pt x="4320" y="0"/>
                </a:lnTo>
                <a:lnTo>
                  <a:pt x="4320" y="2376"/>
                </a:lnTo>
                <a:lnTo>
                  <a:pt x="4320" y="4756"/>
                </a:lnTo>
                <a:lnTo>
                  <a:pt x="4320" y="7146"/>
                </a:lnTo>
                <a:lnTo>
                  <a:pt x="4320" y="9547"/>
                </a:lnTo>
                <a:lnTo>
                  <a:pt x="4320" y="11963"/>
                </a:lnTo>
                <a:lnTo>
                  <a:pt x="4320" y="14400"/>
                </a:lnTo>
                <a:lnTo>
                  <a:pt x="5746" y="14101"/>
                </a:lnTo>
                <a:lnTo>
                  <a:pt x="7171" y="13806"/>
                </a:lnTo>
                <a:lnTo>
                  <a:pt x="8599" y="13507"/>
                </a:lnTo>
                <a:lnTo>
                  <a:pt x="10029" y="13212"/>
                </a:lnTo>
                <a:lnTo>
                  <a:pt x="11461" y="12913"/>
                </a:lnTo>
                <a:lnTo>
                  <a:pt x="12895" y="12614"/>
                </a:lnTo>
                <a:lnTo>
                  <a:pt x="14334" y="12316"/>
                </a:lnTo>
                <a:lnTo>
                  <a:pt x="15777" y="12013"/>
                </a:lnTo>
                <a:lnTo>
                  <a:pt x="17224" y="11711"/>
                </a:lnTo>
                <a:lnTo>
                  <a:pt x="18675" y="11408"/>
                </a:lnTo>
                <a:lnTo>
                  <a:pt x="20136" y="11106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20120" y="21600"/>
                </a:lnTo>
                <a:lnTo>
                  <a:pt x="18639" y="21600"/>
                </a:lnTo>
                <a:lnTo>
                  <a:pt x="17157" y="21600"/>
                </a:lnTo>
                <a:lnTo>
                  <a:pt x="15673" y="21600"/>
                </a:lnTo>
                <a:lnTo>
                  <a:pt x="14187" y="21600"/>
                </a:lnTo>
                <a:lnTo>
                  <a:pt x="12699" y="21600"/>
                </a:lnTo>
                <a:lnTo>
                  <a:pt x="11206" y="21600"/>
                </a:lnTo>
                <a:lnTo>
                  <a:pt x="9711" y="21600"/>
                </a:lnTo>
                <a:lnTo>
                  <a:pt x="8212" y="21600"/>
                </a:lnTo>
                <a:lnTo>
                  <a:pt x="6707" y="21600"/>
                </a:lnTo>
                <a:lnTo>
                  <a:pt x="5197" y="21600"/>
                </a:lnTo>
                <a:lnTo>
                  <a:pt x="3683" y="21600"/>
                </a:lnTo>
                <a:lnTo>
                  <a:pt x="2160" y="21600"/>
                </a:lnTo>
                <a:lnTo>
                  <a:pt x="1922" y="19224"/>
                </a:lnTo>
                <a:lnTo>
                  <a:pt x="1685" y="16844"/>
                </a:lnTo>
                <a:lnTo>
                  <a:pt x="1447" y="14465"/>
                </a:lnTo>
                <a:lnTo>
                  <a:pt x="1207" y="12078"/>
                </a:lnTo>
                <a:lnTo>
                  <a:pt x="968" y="9684"/>
                </a:lnTo>
                <a:lnTo>
                  <a:pt x="728" y="7279"/>
                </a:lnTo>
                <a:lnTo>
                  <a:pt x="486" y="4867"/>
                </a:lnTo>
                <a:lnTo>
                  <a:pt x="244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545351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6" name="contour_09924"/>
          <p:cNvSpPr/>
          <p:nvPr/>
        </p:nvSpPr>
        <p:spPr>
          <a:xfrm>
            <a:off x="9652387" y="4977698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687" y="713"/>
                </a:lnTo>
                <a:lnTo>
                  <a:pt x="6488" y="1530"/>
                </a:lnTo>
                <a:lnTo>
                  <a:pt x="8132" y="2459"/>
                </a:lnTo>
                <a:lnTo>
                  <a:pt x="9647" y="3499"/>
                </a:lnTo>
                <a:lnTo>
                  <a:pt x="11059" y="4662"/>
                </a:lnTo>
                <a:lnTo>
                  <a:pt x="12398" y="5944"/>
                </a:lnTo>
                <a:lnTo>
                  <a:pt x="13686" y="7358"/>
                </a:lnTo>
                <a:lnTo>
                  <a:pt x="14953" y="8906"/>
                </a:lnTo>
                <a:lnTo>
                  <a:pt x="16227" y="10591"/>
                </a:lnTo>
                <a:lnTo>
                  <a:pt x="17534" y="12424"/>
                </a:lnTo>
                <a:lnTo>
                  <a:pt x="18900" y="14400"/>
                </a:lnTo>
                <a:lnTo>
                  <a:pt x="19435" y="12262"/>
                </a:lnTo>
                <a:lnTo>
                  <a:pt x="19972" y="10116"/>
                </a:lnTo>
                <a:lnTo>
                  <a:pt x="20509" y="7963"/>
                </a:lnTo>
                <a:lnTo>
                  <a:pt x="21052" y="5792"/>
                </a:lnTo>
                <a:lnTo>
                  <a:pt x="21600" y="3600"/>
                </a:lnTo>
                <a:lnTo>
                  <a:pt x="21600" y="5976"/>
                </a:lnTo>
                <a:lnTo>
                  <a:pt x="21600" y="8356"/>
                </a:lnTo>
                <a:lnTo>
                  <a:pt x="21600" y="10746"/>
                </a:lnTo>
                <a:lnTo>
                  <a:pt x="21600" y="13147"/>
                </a:lnTo>
                <a:lnTo>
                  <a:pt x="21600" y="15563"/>
                </a:lnTo>
                <a:lnTo>
                  <a:pt x="21600" y="18000"/>
                </a:lnTo>
                <a:lnTo>
                  <a:pt x="19818" y="18299"/>
                </a:lnTo>
                <a:lnTo>
                  <a:pt x="18036" y="18594"/>
                </a:lnTo>
                <a:lnTo>
                  <a:pt x="16251" y="18893"/>
                </a:lnTo>
                <a:lnTo>
                  <a:pt x="14464" y="19188"/>
                </a:lnTo>
                <a:lnTo>
                  <a:pt x="12674" y="19487"/>
                </a:lnTo>
                <a:lnTo>
                  <a:pt x="10881" y="19786"/>
                </a:lnTo>
                <a:lnTo>
                  <a:pt x="9083" y="20084"/>
                </a:lnTo>
                <a:lnTo>
                  <a:pt x="7279" y="20387"/>
                </a:lnTo>
                <a:lnTo>
                  <a:pt x="5470" y="20689"/>
                </a:lnTo>
                <a:lnTo>
                  <a:pt x="3656" y="20992"/>
                </a:lnTo>
                <a:lnTo>
                  <a:pt x="1831" y="21294"/>
                </a:lnTo>
                <a:lnTo>
                  <a:pt x="0" y="21600"/>
                </a:lnTo>
                <a:lnTo>
                  <a:pt x="297" y="19224"/>
                </a:lnTo>
                <a:lnTo>
                  <a:pt x="594" y="16844"/>
                </a:lnTo>
                <a:lnTo>
                  <a:pt x="891" y="14465"/>
                </a:lnTo>
                <a:lnTo>
                  <a:pt x="1191" y="12078"/>
                </a:lnTo>
                <a:lnTo>
                  <a:pt x="1490" y="9684"/>
                </a:lnTo>
                <a:lnTo>
                  <a:pt x="1790" y="7279"/>
                </a:lnTo>
                <a:lnTo>
                  <a:pt x="2093" y="4867"/>
                </a:lnTo>
                <a:lnTo>
                  <a:pt x="2395" y="2441"/>
                </a:lnTo>
                <a:lnTo>
                  <a:pt x="2700" y="0"/>
                </a:lnTo>
                <a:close/>
              </a:path>
            </a:pathLst>
          </a:custGeom>
          <a:solidFill>
            <a:srgbClr val="8A76A8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7" name="contour_09925"/>
          <p:cNvSpPr/>
          <p:nvPr/>
        </p:nvSpPr>
        <p:spPr>
          <a:xfrm>
            <a:off x="6999559" y="4955834"/>
            <a:ext cx="61948" cy="731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6" y="0"/>
                </a:moveTo>
                <a:lnTo>
                  <a:pt x="14919" y="2192"/>
                </a:lnTo>
                <a:lnTo>
                  <a:pt x="16698" y="3978"/>
                </a:lnTo>
                <a:lnTo>
                  <a:pt x="18091" y="5439"/>
                </a:lnTo>
                <a:lnTo>
                  <a:pt x="19155" y="6652"/>
                </a:lnTo>
                <a:lnTo>
                  <a:pt x="19943" y="7698"/>
                </a:lnTo>
                <a:lnTo>
                  <a:pt x="20507" y="8655"/>
                </a:lnTo>
                <a:lnTo>
                  <a:pt x="20901" y="9602"/>
                </a:lnTo>
                <a:lnTo>
                  <a:pt x="21181" y="10619"/>
                </a:lnTo>
                <a:lnTo>
                  <a:pt x="21394" y="11785"/>
                </a:lnTo>
                <a:lnTo>
                  <a:pt x="21600" y="13177"/>
                </a:lnTo>
                <a:lnTo>
                  <a:pt x="20960" y="15159"/>
                </a:lnTo>
                <a:lnTo>
                  <a:pt x="20439" y="16445"/>
                </a:lnTo>
                <a:lnTo>
                  <a:pt x="19852" y="17308"/>
                </a:lnTo>
                <a:lnTo>
                  <a:pt x="19013" y="18022"/>
                </a:lnTo>
                <a:lnTo>
                  <a:pt x="17737" y="18859"/>
                </a:lnTo>
                <a:lnTo>
                  <a:pt x="15064" y="19920"/>
                </a:lnTo>
                <a:lnTo>
                  <a:pt x="12998" y="20701"/>
                </a:lnTo>
                <a:lnTo>
                  <a:pt x="11395" y="21226"/>
                </a:lnTo>
                <a:lnTo>
                  <a:pt x="10101" y="21518"/>
                </a:lnTo>
                <a:lnTo>
                  <a:pt x="8970" y="21600"/>
                </a:lnTo>
                <a:lnTo>
                  <a:pt x="7857" y="21492"/>
                </a:lnTo>
                <a:lnTo>
                  <a:pt x="6610" y="21221"/>
                </a:lnTo>
                <a:lnTo>
                  <a:pt x="5082" y="20808"/>
                </a:lnTo>
                <a:lnTo>
                  <a:pt x="3842" y="20090"/>
                </a:lnTo>
                <a:lnTo>
                  <a:pt x="2899" y="19477"/>
                </a:lnTo>
                <a:lnTo>
                  <a:pt x="1776" y="18629"/>
                </a:lnTo>
                <a:lnTo>
                  <a:pt x="0" y="17211"/>
                </a:lnTo>
                <a:lnTo>
                  <a:pt x="1677" y="17211"/>
                </a:lnTo>
                <a:lnTo>
                  <a:pt x="3357" y="17211"/>
                </a:lnTo>
                <a:lnTo>
                  <a:pt x="5044" y="17211"/>
                </a:lnTo>
                <a:lnTo>
                  <a:pt x="6739" y="17211"/>
                </a:lnTo>
                <a:lnTo>
                  <a:pt x="8444" y="17211"/>
                </a:lnTo>
                <a:lnTo>
                  <a:pt x="10165" y="17211"/>
                </a:lnTo>
                <a:lnTo>
                  <a:pt x="10376" y="15791"/>
                </a:lnTo>
                <a:lnTo>
                  <a:pt x="10584" y="14371"/>
                </a:lnTo>
                <a:lnTo>
                  <a:pt x="10795" y="12949"/>
                </a:lnTo>
                <a:lnTo>
                  <a:pt x="11003" y="11525"/>
                </a:lnTo>
                <a:lnTo>
                  <a:pt x="11214" y="10099"/>
                </a:lnTo>
                <a:lnTo>
                  <a:pt x="11425" y="8670"/>
                </a:lnTo>
                <a:lnTo>
                  <a:pt x="11636" y="7237"/>
                </a:lnTo>
                <a:lnTo>
                  <a:pt x="11850" y="5800"/>
                </a:lnTo>
                <a:lnTo>
                  <a:pt x="12063" y="4359"/>
                </a:lnTo>
                <a:lnTo>
                  <a:pt x="12276" y="2913"/>
                </a:lnTo>
                <a:lnTo>
                  <a:pt x="12490" y="1459"/>
                </a:lnTo>
                <a:lnTo>
                  <a:pt x="12706" y="0"/>
                </a:lnTo>
                <a:close/>
              </a:path>
            </a:pathLst>
          </a:custGeom>
          <a:solidFill>
            <a:srgbClr val="EF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8" name="contour_09926"/>
          <p:cNvSpPr/>
          <p:nvPr/>
        </p:nvSpPr>
        <p:spPr>
          <a:xfrm>
            <a:off x="1336789" y="4955834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986" y="0"/>
                </a:lnTo>
                <a:lnTo>
                  <a:pt x="10800" y="0"/>
                </a:lnTo>
                <a:lnTo>
                  <a:pt x="10609" y="1134"/>
                </a:lnTo>
                <a:lnTo>
                  <a:pt x="10422" y="2287"/>
                </a:lnTo>
                <a:lnTo>
                  <a:pt x="10289" y="3741"/>
                </a:lnTo>
                <a:lnTo>
                  <a:pt x="10206" y="5158"/>
                </a:lnTo>
                <a:lnTo>
                  <a:pt x="10192" y="6556"/>
                </a:lnTo>
                <a:lnTo>
                  <a:pt x="10271" y="7951"/>
                </a:lnTo>
                <a:lnTo>
                  <a:pt x="10465" y="9361"/>
                </a:lnTo>
                <a:lnTo>
                  <a:pt x="10800" y="10800"/>
                </a:lnTo>
                <a:lnTo>
                  <a:pt x="13478" y="11660"/>
                </a:lnTo>
                <a:lnTo>
                  <a:pt x="15379" y="12202"/>
                </a:lnTo>
                <a:lnTo>
                  <a:pt x="17021" y="12530"/>
                </a:lnTo>
                <a:lnTo>
                  <a:pt x="18922" y="12748"/>
                </a:lnTo>
                <a:lnTo>
                  <a:pt x="21600" y="12960"/>
                </a:lnTo>
                <a:lnTo>
                  <a:pt x="21247" y="14502"/>
                </a:lnTo>
                <a:lnTo>
                  <a:pt x="20884" y="15610"/>
                </a:lnTo>
                <a:lnTo>
                  <a:pt x="20336" y="16595"/>
                </a:lnTo>
                <a:lnTo>
                  <a:pt x="19433" y="17768"/>
                </a:lnTo>
                <a:lnTo>
                  <a:pt x="18000" y="19440"/>
                </a:lnTo>
                <a:lnTo>
                  <a:pt x="15790" y="19878"/>
                </a:lnTo>
                <a:lnTo>
                  <a:pt x="13576" y="20254"/>
                </a:lnTo>
                <a:lnTo>
                  <a:pt x="11351" y="20574"/>
                </a:lnTo>
                <a:lnTo>
                  <a:pt x="9119" y="20844"/>
                </a:lnTo>
                <a:lnTo>
                  <a:pt x="6869" y="21075"/>
                </a:lnTo>
                <a:lnTo>
                  <a:pt x="4601" y="21272"/>
                </a:lnTo>
                <a:lnTo>
                  <a:pt x="2315" y="21444"/>
                </a:lnTo>
                <a:lnTo>
                  <a:pt x="0" y="21600"/>
                </a:lnTo>
                <a:lnTo>
                  <a:pt x="0" y="20317"/>
                </a:lnTo>
                <a:lnTo>
                  <a:pt x="0" y="19030"/>
                </a:lnTo>
                <a:lnTo>
                  <a:pt x="0" y="17738"/>
                </a:lnTo>
                <a:lnTo>
                  <a:pt x="0" y="16435"/>
                </a:lnTo>
                <a:lnTo>
                  <a:pt x="0" y="15120"/>
                </a:lnTo>
                <a:lnTo>
                  <a:pt x="2380" y="15120"/>
                </a:lnTo>
                <a:lnTo>
                  <a:pt x="4774" y="15120"/>
                </a:lnTo>
                <a:lnTo>
                  <a:pt x="7200" y="15120"/>
                </a:lnTo>
                <a:lnTo>
                  <a:pt x="7200" y="13623"/>
                </a:lnTo>
                <a:lnTo>
                  <a:pt x="7200" y="12124"/>
                </a:lnTo>
                <a:lnTo>
                  <a:pt x="7200" y="10625"/>
                </a:lnTo>
                <a:lnTo>
                  <a:pt x="7200" y="9124"/>
                </a:lnTo>
                <a:lnTo>
                  <a:pt x="7200" y="7616"/>
                </a:lnTo>
                <a:lnTo>
                  <a:pt x="7200" y="6106"/>
                </a:lnTo>
                <a:lnTo>
                  <a:pt x="7200" y="4590"/>
                </a:lnTo>
                <a:lnTo>
                  <a:pt x="7200" y="3067"/>
                </a:lnTo>
                <a:lnTo>
                  <a:pt x="7200" y="1538"/>
                </a:lnTo>
                <a:lnTo>
                  <a:pt x="7200" y="0"/>
                </a:lnTo>
                <a:close/>
              </a:path>
            </a:pathLst>
          </a:custGeom>
          <a:solidFill>
            <a:srgbClr val="EDE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929" name="contour_09927"/>
          <p:cNvSpPr/>
          <p:nvPr/>
        </p:nvSpPr>
        <p:spPr>
          <a:xfrm>
            <a:off x="4390458" y="4963122"/>
            <a:ext cx="102032" cy="367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1" y="0"/>
                </a:moveTo>
                <a:lnTo>
                  <a:pt x="17258" y="1992"/>
                </a:lnTo>
                <a:lnTo>
                  <a:pt x="17550" y="4018"/>
                </a:lnTo>
                <a:lnTo>
                  <a:pt x="18215" y="6750"/>
                </a:lnTo>
                <a:lnTo>
                  <a:pt x="18891" y="8716"/>
                </a:lnTo>
                <a:lnTo>
                  <a:pt x="19639" y="10202"/>
                </a:lnTo>
                <a:lnTo>
                  <a:pt x="20522" y="11487"/>
                </a:lnTo>
                <a:lnTo>
                  <a:pt x="21600" y="12849"/>
                </a:lnTo>
                <a:lnTo>
                  <a:pt x="20608" y="13351"/>
                </a:lnTo>
                <a:lnTo>
                  <a:pt x="19616" y="13847"/>
                </a:lnTo>
                <a:lnTo>
                  <a:pt x="18622" y="14336"/>
                </a:lnTo>
                <a:lnTo>
                  <a:pt x="17630" y="14824"/>
                </a:lnTo>
                <a:lnTo>
                  <a:pt x="16637" y="15304"/>
                </a:lnTo>
                <a:lnTo>
                  <a:pt x="15643" y="15783"/>
                </a:lnTo>
                <a:lnTo>
                  <a:pt x="14649" y="16259"/>
                </a:lnTo>
                <a:lnTo>
                  <a:pt x="13656" y="16730"/>
                </a:lnTo>
                <a:lnTo>
                  <a:pt x="12661" y="17201"/>
                </a:lnTo>
                <a:lnTo>
                  <a:pt x="11667" y="17668"/>
                </a:lnTo>
                <a:lnTo>
                  <a:pt x="11247" y="17882"/>
                </a:lnTo>
                <a:lnTo>
                  <a:pt x="10507" y="18259"/>
                </a:lnTo>
                <a:lnTo>
                  <a:pt x="8808" y="19124"/>
                </a:lnTo>
                <a:lnTo>
                  <a:pt x="8407" y="19309"/>
                </a:lnTo>
                <a:lnTo>
                  <a:pt x="7699" y="19634"/>
                </a:lnTo>
                <a:lnTo>
                  <a:pt x="6080" y="20379"/>
                </a:lnTo>
                <a:lnTo>
                  <a:pt x="5247" y="20782"/>
                </a:lnTo>
                <a:lnTo>
                  <a:pt x="4409" y="21189"/>
                </a:lnTo>
                <a:lnTo>
                  <a:pt x="3559" y="21600"/>
                </a:lnTo>
                <a:lnTo>
                  <a:pt x="3058" y="21553"/>
                </a:lnTo>
                <a:lnTo>
                  <a:pt x="1543" y="21416"/>
                </a:lnTo>
                <a:lnTo>
                  <a:pt x="926" y="18910"/>
                </a:lnTo>
                <a:lnTo>
                  <a:pt x="559" y="17180"/>
                </a:lnTo>
                <a:lnTo>
                  <a:pt x="298" y="15428"/>
                </a:lnTo>
                <a:lnTo>
                  <a:pt x="0" y="12849"/>
                </a:lnTo>
                <a:lnTo>
                  <a:pt x="1020" y="11920"/>
                </a:lnTo>
                <a:lnTo>
                  <a:pt x="2041" y="10999"/>
                </a:lnTo>
                <a:lnTo>
                  <a:pt x="3063" y="10091"/>
                </a:lnTo>
                <a:lnTo>
                  <a:pt x="4087" y="9192"/>
                </a:lnTo>
                <a:lnTo>
                  <a:pt x="5110" y="8301"/>
                </a:lnTo>
                <a:lnTo>
                  <a:pt x="6060" y="7453"/>
                </a:lnTo>
                <a:lnTo>
                  <a:pt x="7017" y="6600"/>
                </a:lnTo>
                <a:lnTo>
                  <a:pt x="7986" y="5739"/>
                </a:lnTo>
                <a:lnTo>
                  <a:pt x="9220" y="5213"/>
                </a:lnTo>
                <a:lnTo>
                  <a:pt x="10314" y="4994"/>
                </a:lnTo>
                <a:lnTo>
                  <a:pt x="11317" y="5088"/>
                </a:lnTo>
                <a:lnTo>
                  <a:pt x="12280" y="5495"/>
                </a:lnTo>
                <a:lnTo>
                  <a:pt x="13253" y="6211"/>
                </a:lnTo>
                <a:lnTo>
                  <a:pt x="14285" y="7234"/>
                </a:lnTo>
                <a:lnTo>
                  <a:pt x="15429" y="8566"/>
                </a:lnTo>
                <a:lnTo>
                  <a:pt x="15811" y="6446"/>
                </a:lnTo>
                <a:lnTo>
                  <a:pt x="16194" y="4317"/>
                </a:lnTo>
                <a:lnTo>
                  <a:pt x="16581" y="2172"/>
                </a:lnTo>
                <a:lnTo>
                  <a:pt x="16971" y="0"/>
                </a:lnTo>
                <a:close/>
              </a:path>
            </a:pathLst>
          </a:custGeom>
          <a:solidFill>
            <a:srgbClr val="7C6B88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0" name="contour_09928"/>
          <p:cNvSpPr/>
          <p:nvPr/>
        </p:nvSpPr>
        <p:spPr>
          <a:xfrm>
            <a:off x="1016118" y="4955834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3" y="1418"/>
                </a:lnTo>
                <a:lnTo>
                  <a:pt x="5095" y="2668"/>
                </a:lnTo>
                <a:lnTo>
                  <a:pt x="7182" y="3769"/>
                </a:lnTo>
                <a:lnTo>
                  <a:pt x="9001" y="4748"/>
                </a:lnTo>
                <a:lnTo>
                  <a:pt x="10586" y="5623"/>
                </a:lnTo>
                <a:lnTo>
                  <a:pt x="11969" y="6415"/>
                </a:lnTo>
                <a:lnTo>
                  <a:pt x="13180" y="7142"/>
                </a:lnTo>
                <a:lnTo>
                  <a:pt x="14252" y="7834"/>
                </a:lnTo>
                <a:lnTo>
                  <a:pt x="15215" y="8500"/>
                </a:lnTo>
                <a:lnTo>
                  <a:pt x="16103" y="9169"/>
                </a:lnTo>
                <a:lnTo>
                  <a:pt x="16947" y="9864"/>
                </a:lnTo>
                <a:lnTo>
                  <a:pt x="17777" y="10598"/>
                </a:lnTo>
                <a:lnTo>
                  <a:pt x="18626" y="11401"/>
                </a:lnTo>
                <a:lnTo>
                  <a:pt x="19524" y="12287"/>
                </a:lnTo>
                <a:lnTo>
                  <a:pt x="20505" y="1328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20120" y="21326"/>
                </a:lnTo>
                <a:lnTo>
                  <a:pt x="18639" y="21053"/>
                </a:lnTo>
                <a:lnTo>
                  <a:pt x="17157" y="20776"/>
                </a:lnTo>
                <a:lnTo>
                  <a:pt x="15673" y="20502"/>
                </a:lnTo>
                <a:lnTo>
                  <a:pt x="14187" y="20228"/>
                </a:lnTo>
                <a:lnTo>
                  <a:pt x="12699" y="19951"/>
                </a:lnTo>
                <a:lnTo>
                  <a:pt x="11206" y="19674"/>
                </a:lnTo>
                <a:lnTo>
                  <a:pt x="9711" y="19397"/>
                </a:lnTo>
                <a:lnTo>
                  <a:pt x="8212" y="19120"/>
                </a:lnTo>
                <a:lnTo>
                  <a:pt x="6707" y="18842"/>
                </a:lnTo>
                <a:lnTo>
                  <a:pt x="5197" y="18562"/>
                </a:lnTo>
                <a:lnTo>
                  <a:pt x="3683" y="18281"/>
                </a:lnTo>
                <a:lnTo>
                  <a:pt x="2160" y="18000"/>
                </a:lnTo>
                <a:lnTo>
                  <a:pt x="2696" y="16218"/>
                </a:lnTo>
                <a:lnTo>
                  <a:pt x="3231" y="14429"/>
                </a:lnTo>
                <a:lnTo>
                  <a:pt x="3774" y="12625"/>
                </a:lnTo>
                <a:lnTo>
                  <a:pt x="4320" y="10800"/>
                </a:lnTo>
                <a:lnTo>
                  <a:pt x="3249" y="10130"/>
                </a:lnTo>
                <a:lnTo>
                  <a:pt x="2160" y="9450"/>
                </a:lnTo>
                <a:lnTo>
                  <a:pt x="1089" y="8334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DF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1" name="contour_09929"/>
          <p:cNvSpPr/>
          <p:nvPr/>
        </p:nvSpPr>
        <p:spPr>
          <a:xfrm>
            <a:off x="9601372" y="4961300"/>
            <a:ext cx="72880" cy="528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45"/>
                </a:moveTo>
                <a:lnTo>
                  <a:pt x="20205" y="2217"/>
                </a:lnTo>
                <a:lnTo>
                  <a:pt x="18894" y="3453"/>
                </a:lnTo>
                <a:lnTo>
                  <a:pt x="17643" y="4469"/>
                </a:lnTo>
                <a:lnTo>
                  <a:pt x="16420" y="5282"/>
                </a:lnTo>
                <a:lnTo>
                  <a:pt x="15202" y="5911"/>
                </a:lnTo>
                <a:lnTo>
                  <a:pt x="13962" y="6370"/>
                </a:lnTo>
                <a:lnTo>
                  <a:pt x="12673" y="6674"/>
                </a:lnTo>
                <a:lnTo>
                  <a:pt x="11305" y="6843"/>
                </a:lnTo>
                <a:lnTo>
                  <a:pt x="9837" y="6894"/>
                </a:lnTo>
                <a:lnTo>
                  <a:pt x="8236" y="6840"/>
                </a:lnTo>
                <a:lnTo>
                  <a:pt x="6480" y="6703"/>
                </a:lnTo>
                <a:lnTo>
                  <a:pt x="6480" y="8810"/>
                </a:lnTo>
                <a:lnTo>
                  <a:pt x="6480" y="10919"/>
                </a:lnTo>
                <a:lnTo>
                  <a:pt x="6480" y="13034"/>
                </a:lnTo>
                <a:lnTo>
                  <a:pt x="6480" y="15159"/>
                </a:lnTo>
                <a:lnTo>
                  <a:pt x="6480" y="17292"/>
                </a:lnTo>
                <a:lnTo>
                  <a:pt x="6480" y="19437"/>
                </a:lnTo>
                <a:lnTo>
                  <a:pt x="6480" y="21600"/>
                </a:lnTo>
                <a:lnTo>
                  <a:pt x="5052" y="21600"/>
                </a:lnTo>
                <a:lnTo>
                  <a:pt x="3616" y="21600"/>
                </a:lnTo>
                <a:lnTo>
                  <a:pt x="2160" y="21600"/>
                </a:lnTo>
                <a:lnTo>
                  <a:pt x="1562" y="19809"/>
                </a:lnTo>
                <a:lnTo>
                  <a:pt x="1074" y="18010"/>
                </a:lnTo>
                <a:lnTo>
                  <a:pt x="689" y="16193"/>
                </a:lnTo>
                <a:lnTo>
                  <a:pt x="400" y="14357"/>
                </a:lnTo>
                <a:lnTo>
                  <a:pt x="194" y="12495"/>
                </a:lnTo>
                <a:lnTo>
                  <a:pt x="65" y="10603"/>
                </a:lnTo>
                <a:lnTo>
                  <a:pt x="4" y="8673"/>
                </a:lnTo>
                <a:lnTo>
                  <a:pt x="0" y="6703"/>
                </a:lnTo>
                <a:lnTo>
                  <a:pt x="1058" y="5035"/>
                </a:lnTo>
                <a:lnTo>
                  <a:pt x="2212" y="3656"/>
                </a:lnTo>
                <a:lnTo>
                  <a:pt x="3454" y="2538"/>
                </a:lnTo>
                <a:lnTo>
                  <a:pt x="4771" y="1662"/>
                </a:lnTo>
                <a:lnTo>
                  <a:pt x="6158" y="998"/>
                </a:lnTo>
                <a:lnTo>
                  <a:pt x="7601" y="527"/>
                </a:lnTo>
                <a:lnTo>
                  <a:pt x="9094" y="217"/>
                </a:lnTo>
                <a:lnTo>
                  <a:pt x="10625" y="51"/>
                </a:lnTo>
                <a:lnTo>
                  <a:pt x="12185" y="0"/>
                </a:lnTo>
                <a:lnTo>
                  <a:pt x="13764" y="39"/>
                </a:lnTo>
                <a:lnTo>
                  <a:pt x="15351" y="146"/>
                </a:lnTo>
                <a:lnTo>
                  <a:pt x="16939" y="295"/>
                </a:lnTo>
                <a:lnTo>
                  <a:pt x="18516" y="459"/>
                </a:lnTo>
                <a:lnTo>
                  <a:pt x="20073" y="617"/>
                </a:lnTo>
                <a:lnTo>
                  <a:pt x="21600" y="745"/>
                </a:lnTo>
                <a:close/>
              </a:path>
            </a:pathLst>
          </a:custGeom>
          <a:solidFill>
            <a:srgbClr val="9784B4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2" name="contour_09930"/>
          <p:cNvSpPr/>
          <p:nvPr/>
        </p:nvSpPr>
        <p:spPr>
          <a:xfrm>
            <a:off x="10917765" y="4919394"/>
            <a:ext cx="3375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9" y="0"/>
                </a:moveTo>
                <a:lnTo>
                  <a:pt x="6017" y="2078"/>
                </a:lnTo>
                <a:lnTo>
                  <a:pt x="9632" y="3856"/>
                </a:lnTo>
                <a:lnTo>
                  <a:pt x="12645" y="5381"/>
                </a:lnTo>
                <a:lnTo>
                  <a:pt x="15107" y="6700"/>
                </a:lnTo>
                <a:lnTo>
                  <a:pt x="17080" y="7858"/>
                </a:lnTo>
                <a:lnTo>
                  <a:pt x="18610" y="8904"/>
                </a:lnTo>
                <a:lnTo>
                  <a:pt x="19753" y="9878"/>
                </a:lnTo>
                <a:lnTo>
                  <a:pt x="20569" y="10830"/>
                </a:lnTo>
                <a:lnTo>
                  <a:pt x="21106" y="11809"/>
                </a:lnTo>
                <a:lnTo>
                  <a:pt x="21423" y="12854"/>
                </a:lnTo>
                <a:lnTo>
                  <a:pt x="21567" y="14016"/>
                </a:lnTo>
                <a:lnTo>
                  <a:pt x="21600" y="15342"/>
                </a:lnTo>
                <a:lnTo>
                  <a:pt x="21572" y="16874"/>
                </a:lnTo>
                <a:lnTo>
                  <a:pt x="21339" y="18060"/>
                </a:lnTo>
                <a:lnTo>
                  <a:pt x="21073" y="19243"/>
                </a:lnTo>
                <a:lnTo>
                  <a:pt x="20765" y="20423"/>
                </a:lnTo>
                <a:lnTo>
                  <a:pt x="20406" y="21600"/>
                </a:lnTo>
                <a:lnTo>
                  <a:pt x="14986" y="21324"/>
                </a:lnTo>
                <a:lnTo>
                  <a:pt x="11185" y="21092"/>
                </a:lnTo>
                <a:lnTo>
                  <a:pt x="8475" y="20848"/>
                </a:lnTo>
                <a:lnTo>
                  <a:pt x="6343" y="20533"/>
                </a:lnTo>
                <a:lnTo>
                  <a:pt x="4277" y="20084"/>
                </a:lnTo>
                <a:lnTo>
                  <a:pt x="1749" y="19440"/>
                </a:lnTo>
                <a:lnTo>
                  <a:pt x="858" y="18042"/>
                </a:lnTo>
                <a:lnTo>
                  <a:pt x="313" y="16654"/>
                </a:lnTo>
                <a:lnTo>
                  <a:pt x="47" y="15265"/>
                </a:lnTo>
                <a:lnTo>
                  <a:pt x="0" y="13872"/>
                </a:lnTo>
                <a:lnTo>
                  <a:pt x="117" y="12465"/>
                </a:lnTo>
                <a:lnTo>
                  <a:pt x="331" y="11040"/>
                </a:lnTo>
                <a:lnTo>
                  <a:pt x="583" y="9586"/>
                </a:lnTo>
                <a:lnTo>
                  <a:pt x="648" y="8893"/>
                </a:lnTo>
                <a:lnTo>
                  <a:pt x="840" y="6804"/>
                </a:lnTo>
                <a:lnTo>
                  <a:pt x="984" y="5443"/>
                </a:lnTo>
                <a:lnTo>
                  <a:pt x="1152" y="4080"/>
                </a:lnTo>
                <a:lnTo>
                  <a:pt x="1339" y="2719"/>
                </a:lnTo>
                <a:lnTo>
                  <a:pt x="1539" y="1361"/>
                </a:lnTo>
                <a:lnTo>
                  <a:pt x="1749" y="0"/>
                </a:lnTo>
                <a:close/>
              </a:path>
            </a:pathLst>
          </a:custGeom>
          <a:solidFill>
            <a:srgbClr val="7D7F81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3" name="contour_09931"/>
          <p:cNvSpPr/>
          <p:nvPr/>
        </p:nvSpPr>
        <p:spPr>
          <a:xfrm>
            <a:off x="3975042" y="4904818"/>
            <a:ext cx="65592" cy="38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6" y="0"/>
                </a:lnTo>
                <a:lnTo>
                  <a:pt x="15182" y="0"/>
                </a:lnTo>
                <a:lnTo>
                  <a:pt x="16800" y="0"/>
                </a:lnTo>
                <a:lnTo>
                  <a:pt x="16800" y="2703"/>
                </a:lnTo>
                <a:lnTo>
                  <a:pt x="16800" y="5422"/>
                </a:lnTo>
                <a:lnTo>
                  <a:pt x="16800" y="8179"/>
                </a:lnTo>
                <a:lnTo>
                  <a:pt x="18226" y="9680"/>
                </a:lnTo>
                <a:lnTo>
                  <a:pt x="19200" y="10608"/>
                </a:lnTo>
                <a:lnTo>
                  <a:pt x="20174" y="11340"/>
                </a:lnTo>
                <a:lnTo>
                  <a:pt x="21600" y="12268"/>
                </a:lnTo>
                <a:lnTo>
                  <a:pt x="20158" y="14235"/>
                </a:lnTo>
                <a:lnTo>
                  <a:pt x="18758" y="15932"/>
                </a:lnTo>
                <a:lnTo>
                  <a:pt x="17381" y="17372"/>
                </a:lnTo>
                <a:lnTo>
                  <a:pt x="16008" y="18574"/>
                </a:lnTo>
                <a:lnTo>
                  <a:pt x="14623" y="19547"/>
                </a:lnTo>
                <a:lnTo>
                  <a:pt x="13205" y="20316"/>
                </a:lnTo>
                <a:lnTo>
                  <a:pt x="11736" y="20888"/>
                </a:lnTo>
                <a:lnTo>
                  <a:pt x="10195" y="21281"/>
                </a:lnTo>
                <a:lnTo>
                  <a:pt x="8570" y="21514"/>
                </a:lnTo>
                <a:lnTo>
                  <a:pt x="6835" y="21600"/>
                </a:lnTo>
                <a:lnTo>
                  <a:pt x="4978" y="21551"/>
                </a:lnTo>
                <a:lnTo>
                  <a:pt x="3698" y="21003"/>
                </a:lnTo>
                <a:lnTo>
                  <a:pt x="2400" y="20447"/>
                </a:lnTo>
                <a:lnTo>
                  <a:pt x="1445" y="17404"/>
                </a:lnTo>
                <a:lnTo>
                  <a:pt x="842" y="15245"/>
                </a:lnTo>
                <a:lnTo>
                  <a:pt x="478" y="13380"/>
                </a:lnTo>
                <a:lnTo>
                  <a:pt x="235" y="11221"/>
                </a:lnTo>
                <a:lnTo>
                  <a:pt x="0" y="8179"/>
                </a:lnTo>
                <a:lnTo>
                  <a:pt x="1697" y="8179"/>
                </a:lnTo>
                <a:lnTo>
                  <a:pt x="3396" y="8179"/>
                </a:lnTo>
                <a:lnTo>
                  <a:pt x="5100" y="8179"/>
                </a:lnTo>
                <a:lnTo>
                  <a:pt x="6811" y="8179"/>
                </a:lnTo>
                <a:lnTo>
                  <a:pt x="8530" y="8179"/>
                </a:lnTo>
                <a:lnTo>
                  <a:pt x="10258" y="8179"/>
                </a:lnTo>
                <a:lnTo>
                  <a:pt x="12000" y="8179"/>
                </a:lnTo>
                <a:lnTo>
                  <a:pt x="12000" y="5476"/>
                </a:lnTo>
                <a:lnTo>
                  <a:pt x="12000" y="2756"/>
                </a:lnTo>
                <a:lnTo>
                  <a:pt x="12000" y="0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4" name="contour_09932"/>
          <p:cNvSpPr/>
          <p:nvPr/>
        </p:nvSpPr>
        <p:spPr>
          <a:xfrm>
            <a:off x="4324866" y="4904818"/>
            <a:ext cx="58304" cy="30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0712" y="5349"/>
                </a:lnTo>
                <a:lnTo>
                  <a:pt x="20018" y="9293"/>
                </a:lnTo>
                <a:lnTo>
                  <a:pt x="19427" y="12190"/>
                </a:lnTo>
                <a:lnTo>
                  <a:pt x="18846" y="14391"/>
                </a:lnTo>
                <a:lnTo>
                  <a:pt x="18176" y="16266"/>
                </a:lnTo>
                <a:lnTo>
                  <a:pt x="17326" y="18162"/>
                </a:lnTo>
                <a:lnTo>
                  <a:pt x="16200" y="20435"/>
                </a:lnTo>
                <a:lnTo>
                  <a:pt x="14380" y="20972"/>
                </a:lnTo>
                <a:lnTo>
                  <a:pt x="12577" y="21329"/>
                </a:lnTo>
                <a:lnTo>
                  <a:pt x="10787" y="21534"/>
                </a:lnTo>
                <a:lnTo>
                  <a:pt x="9002" y="21600"/>
                </a:lnTo>
                <a:lnTo>
                  <a:pt x="7220" y="21544"/>
                </a:lnTo>
                <a:lnTo>
                  <a:pt x="5435" y="21380"/>
                </a:lnTo>
                <a:lnTo>
                  <a:pt x="3640" y="21130"/>
                </a:lnTo>
                <a:lnTo>
                  <a:pt x="1831" y="20808"/>
                </a:lnTo>
                <a:lnTo>
                  <a:pt x="0" y="20435"/>
                </a:lnTo>
                <a:lnTo>
                  <a:pt x="0" y="17063"/>
                </a:lnTo>
                <a:lnTo>
                  <a:pt x="0" y="13686"/>
                </a:lnTo>
                <a:lnTo>
                  <a:pt x="0" y="10294"/>
                </a:lnTo>
                <a:lnTo>
                  <a:pt x="0" y="6887"/>
                </a:lnTo>
                <a:lnTo>
                  <a:pt x="0" y="3459"/>
                </a:lnTo>
                <a:lnTo>
                  <a:pt x="0" y="0"/>
                </a:lnTo>
                <a:close/>
              </a:path>
            </a:pathLst>
          </a:custGeom>
          <a:solidFill>
            <a:srgbClr val="775D8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5" name="contour_09933"/>
          <p:cNvSpPr/>
          <p:nvPr/>
        </p:nvSpPr>
        <p:spPr>
          <a:xfrm>
            <a:off x="3434310" y="4853802"/>
            <a:ext cx="4549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" y="0"/>
                </a:moveTo>
                <a:lnTo>
                  <a:pt x="2391" y="0"/>
                </a:lnTo>
                <a:lnTo>
                  <a:pt x="4135" y="0"/>
                </a:lnTo>
                <a:lnTo>
                  <a:pt x="4135" y="1426"/>
                </a:lnTo>
                <a:lnTo>
                  <a:pt x="4135" y="2853"/>
                </a:lnTo>
                <a:lnTo>
                  <a:pt x="4135" y="4281"/>
                </a:lnTo>
                <a:lnTo>
                  <a:pt x="4135" y="5713"/>
                </a:lnTo>
                <a:lnTo>
                  <a:pt x="4135" y="7150"/>
                </a:lnTo>
                <a:lnTo>
                  <a:pt x="4135" y="8592"/>
                </a:lnTo>
                <a:lnTo>
                  <a:pt x="4135" y="10040"/>
                </a:lnTo>
                <a:lnTo>
                  <a:pt x="4135" y="11496"/>
                </a:lnTo>
                <a:lnTo>
                  <a:pt x="4135" y="12960"/>
                </a:lnTo>
                <a:lnTo>
                  <a:pt x="6422" y="12960"/>
                </a:lnTo>
                <a:lnTo>
                  <a:pt x="8722" y="12960"/>
                </a:lnTo>
                <a:lnTo>
                  <a:pt x="11054" y="12960"/>
                </a:lnTo>
                <a:lnTo>
                  <a:pt x="12120" y="11353"/>
                </a:lnTo>
                <a:lnTo>
                  <a:pt x="12833" y="10212"/>
                </a:lnTo>
                <a:lnTo>
                  <a:pt x="13359" y="9228"/>
                </a:lnTo>
                <a:lnTo>
                  <a:pt x="13864" y="8087"/>
                </a:lnTo>
                <a:lnTo>
                  <a:pt x="14514" y="6480"/>
                </a:lnTo>
                <a:lnTo>
                  <a:pt x="15756" y="7856"/>
                </a:lnTo>
                <a:lnTo>
                  <a:pt x="16912" y="9184"/>
                </a:lnTo>
                <a:lnTo>
                  <a:pt x="17967" y="10480"/>
                </a:lnTo>
                <a:lnTo>
                  <a:pt x="18915" y="11759"/>
                </a:lnTo>
                <a:lnTo>
                  <a:pt x="19739" y="13038"/>
                </a:lnTo>
                <a:lnTo>
                  <a:pt x="20431" y="14334"/>
                </a:lnTo>
                <a:lnTo>
                  <a:pt x="20974" y="15660"/>
                </a:lnTo>
                <a:lnTo>
                  <a:pt x="21358" y="17034"/>
                </a:lnTo>
                <a:lnTo>
                  <a:pt x="21569" y="18470"/>
                </a:lnTo>
                <a:lnTo>
                  <a:pt x="21600" y="19986"/>
                </a:lnTo>
                <a:lnTo>
                  <a:pt x="21434" y="21600"/>
                </a:lnTo>
                <a:lnTo>
                  <a:pt x="17147" y="20974"/>
                </a:lnTo>
                <a:lnTo>
                  <a:pt x="14165" y="20535"/>
                </a:lnTo>
                <a:lnTo>
                  <a:pt x="12103" y="20222"/>
                </a:lnTo>
                <a:lnTo>
                  <a:pt x="10573" y="19976"/>
                </a:lnTo>
                <a:lnTo>
                  <a:pt x="9200" y="19734"/>
                </a:lnTo>
                <a:lnTo>
                  <a:pt x="7594" y="19440"/>
                </a:lnTo>
                <a:lnTo>
                  <a:pt x="5664" y="19138"/>
                </a:lnTo>
                <a:lnTo>
                  <a:pt x="3702" y="18833"/>
                </a:lnTo>
                <a:lnTo>
                  <a:pt x="1941" y="17872"/>
                </a:lnTo>
                <a:lnTo>
                  <a:pt x="969" y="16975"/>
                </a:lnTo>
                <a:lnTo>
                  <a:pt x="436" y="15621"/>
                </a:lnTo>
                <a:lnTo>
                  <a:pt x="0" y="13288"/>
                </a:lnTo>
                <a:lnTo>
                  <a:pt x="42" y="12092"/>
                </a:lnTo>
                <a:lnTo>
                  <a:pt x="93" y="10897"/>
                </a:lnTo>
                <a:lnTo>
                  <a:pt x="163" y="9701"/>
                </a:lnTo>
                <a:lnTo>
                  <a:pt x="242" y="8506"/>
                </a:lnTo>
                <a:lnTo>
                  <a:pt x="291" y="7279"/>
                </a:lnTo>
                <a:lnTo>
                  <a:pt x="336" y="6037"/>
                </a:lnTo>
                <a:lnTo>
                  <a:pt x="405" y="4527"/>
                </a:lnTo>
                <a:lnTo>
                  <a:pt x="488" y="3018"/>
                </a:lnTo>
                <a:lnTo>
                  <a:pt x="578" y="1508"/>
                </a:lnTo>
                <a:lnTo>
                  <a:pt x="675" y="0"/>
                </a:lnTo>
                <a:close/>
              </a:path>
            </a:pathLst>
          </a:custGeom>
          <a:solidFill>
            <a:srgbClr val="D3D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6" name="contour_09934"/>
          <p:cNvSpPr/>
          <p:nvPr/>
        </p:nvSpPr>
        <p:spPr>
          <a:xfrm>
            <a:off x="5155697" y="4861090"/>
            <a:ext cx="51016" cy="61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81" y="318"/>
                </a:lnTo>
                <a:lnTo>
                  <a:pt x="9992" y="637"/>
                </a:lnTo>
                <a:lnTo>
                  <a:pt x="11908" y="955"/>
                </a:lnTo>
                <a:lnTo>
                  <a:pt x="13827" y="1274"/>
                </a:lnTo>
                <a:lnTo>
                  <a:pt x="15756" y="1595"/>
                </a:lnTo>
                <a:lnTo>
                  <a:pt x="17693" y="1918"/>
                </a:lnTo>
                <a:lnTo>
                  <a:pt x="19641" y="2242"/>
                </a:lnTo>
                <a:lnTo>
                  <a:pt x="21600" y="2568"/>
                </a:lnTo>
                <a:lnTo>
                  <a:pt x="21242" y="4286"/>
                </a:lnTo>
                <a:lnTo>
                  <a:pt x="20869" y="5980"/>
                </a:lnTo>
                <a:lnTo>
                  <a:pt x="20474" y="7654"/>
                </a:lnTo>
                <a:lnTo>
                  <a:pt x="20045" y="9311"/>
                </a:lnTo>
                <a:lnTo>
                  <a:pt x="19579" y="10949"/>
                </a:lnTo>
                <a:lnTo>
                  <a:pt x="19060" y="12574"/>
                </a:lnTo>
                <a:lnTo>
                  <a:pt x="18487" y="14187"/>
                </a:lnTo>
                <a:lnTo>
                  <a:pt x="17845" y="15787"/>
                </a:lnTo>
                <a:lnTo>
                  <a:pt x="17126" y="17379"/>
                </a:lnTo>
                <a:lnTo>
                  <a:pt x="16323" y="18963"/>
                </a:lnTo>
                <a:lnTo>
                  <a:pt x="15429" y="20542"/>
                </a:lnTo>
                <a:lnTo>
                  <a:pt x="13157" y="21130"/>
                </a:lnTo>
                <a:lnTo>
                  <a:pt x="10970" y="21474"/>
                </a:lnTo>
                <a:lnTo>
                  <a:pt x="8828" y="21600"/>
                </a:lnTo>
                <a:lnTo>
                  <a:pt x="6696" y="21538"/>
                </a:lnTo>
                <a:lnTo>
                  <a:pt x="4539" y="21323"/>
                </a:lnTo>
                <a:lnTo>
                  <a:pt x="2320" y="20981"/>
                </a:lnTo>
                <a:lnTo>
                  <a:pt x="0" y="20542"/>
                </a:lnTo>
                <a:lnTo>
                  <a:pt x="589" y="19017"/>
                </a:lnTo>
                <a:lnTo>
                  <a:pt x="1108" y="17974"/>
                </a:lnTo>
                <a:lnTo>
                  <a:pt x="1842" y="16932"/>
                </a:lnTo>
                <a:lnTo>
                  <a:pt x="3086" y="15407"/>
                </a:lnTo>
                <a:lnTo>
                  <a:pt x="4919" y="15407"/>
                </a:lnTo>
                <a:lnTo>
                  <a:pt x="6758" y="15407"/>
                </a:lnTo>
                <a:lnTo>
                  <a:pt x="8603" y="15407"/>
                </a:lnTo>
                <a:lnTo>
                  <a:pt x="10464" y="15407"/>
                </a:lnTo>
                <a:lnTo>
                  <a:pt x="12343" y="15407"/>
                </a:lnTo>
                <a:lnTo>
                  <a:pt x="11664" y="13712"/>
                </a:lnTo>
                <a:lnTo>
                  <a:pt x="10985" y="12015"/>
                </a:lnTo>
                <a:lnTo>
                  <a:pt x="10303" y="10317"/>
                </a:lnTo>
                <a:lnTo>
                  <a:pt x="9621" y="8615"/>
                </a:lnTo>
                <a:lnTo>
                  <a:pt x="8939" y="6907"/>
                </a:lnTo>
                <a:lnTo>
                  <a:pt x="8251" y="5192"/>
                </a:lnTo>
                <a:lnTo>
                  <a:pt x="7563" y="3472"/>
                </a:lnTo>
                <a:lnTo>
                  <a:pt x="6869" y="1741"/>
                </a:lnTo>
                <a:lnTo>
                  <a:pt x="6171" y="0"/>
                </a:lnTo>
                <a:close/>
              </a:path>
            </a:pathLst>
          </a:custGeom>
          <a:solidFill>
            <a:srgbClr val="DDD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7" name="contour_09935"/>
          <p:cNvSpPr/>
          <p:nvPr/>
        </p:nvSpPr>
        <p:spPr>
          <a:xfrm>
            <a:off x="402942" y="4831938"/>
            <a:ext cx="52000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18" y="0"/>
                </a:moveTo>
                <a:lnTo>
                  <a:pt x="14316" y="285"/>
                </a:lnTo>
                <a:lnTo>
                  <a:pt x="16121" y="572"/>
                </a:lnTo>
                <a:lnTo>
                  <a:pt x="17931" y="858"/>
                </a:lnTo>
                <a:lnTo>
                  <a:pt x="19756" y="1148"/>
                </a:lnTo>
                <a:lnTo>
                  <a:pt x="21600" y="1440"/>
                </a:lnTo>
                <a:lnTo>
                  <a:pt x="19599" y="1440"/>
                </a:lnTo>
                <a:lnTo>
                  <a:pt x="17586" y="1440"/>
                </a:lnTo>
                <a:lnTo>
                  <a:pt x="15545" y="1440"/>
                </a:lnTo>
                <a:lnTo>
                  <a:pt x="15615" y="2173"/>
                </a:lnTo>
                <a:lnTo>
                  <a:pt x="15685" y="2909"/>
                </a:lnTo>
                <a:lnTo>
                  <a:pt x="15757" y="3656"/>
                </a:lnTo>
                <a:lnTo>
                  <a:pt x="15812" y="4735"/>
                </a:lnTo>
                <a:lnTo>
                  <a:pt x="15836" y="5793"/>
                </a:lnTo>
                <a:lnTo>
                  <a:pt x="15821" y="6831"/>
                </a:lnTo>
                <a:lnTo>
                  <a:pt x="15769" y="7854"/>
                </a:lnTo>
                <a:lnTo>
                  <a:pt x="15676" y="8860"/>
                </a:lnTo>
                <a:lnTo>
                  <a:pt x="15536" y="9855"/>
                </a:lnTo>
                <a:lnTo>
                  <a:pt x="15352" y="10839"/>
                </a:lnTo>
                <a:lnTo>
                  <a:pt x="15118" y="11815"/>
                </a:lnTo>
                <a:lnTo>
                  <a:pt x="14834" y="12784"/>
                </a:lnTo>
                <a:lnTo>
                  <a:pt x="14492" y="13751"/>
                </a:lnTo>
                <a:lnTo>
                  <a:pt x="14095" y="14715"/>
                </a:lnTo>
                <a:lnTo>
                  <a:pt x="13638" y="15680"/>
                </a:lnTo>
                <a:lnTo>
                  <a:pt x="13117" y="16648"/>
                </a:lnTo>
                <a:lnTo>
                  <a:pt x="12533" y="17620"/>
                </a:lnTo>
                <a:lnTo>
                  <a:pt x="11882" y="18599"/>
                </a:lnTo>
                <a:lnTo>
                  <a:pt x="11159" y="19587"/>
                </a:lnTo>
                <a:lnTo>
                  <a:pt x="10363" y="20586"/>
                </a:lnTo>
                <a:lnTo>
                  <a:pt x="9491" y="21600"/>
                </a:lnTo>
                <a:lnTo>
                  <a:pt x="7257" y="21311"/>
                </a:lnTo>
                <a:lnTo>
                  <a:pt x="5667" y="21092"/>
                </a:lnTo>
                <a:lnTo>
                  <a:pt x="4287" y="20873"/>
                </a:lnTo>
                <a:lnTo>
                  <a:pt x="2679" y="20585"/>
                </a:lnTo>
                <a:lnTo>
                  <a:pt x="409" y="20160"/>
                </a:lnTo>
                <a:lnTo>
                  <a:pt x="136" y="19045"/>
                </a:lnTo>
                <a:lnTo>
                  <a:pt x="0" y="18264"/>
                </a:lnTo>
                <a:lnTo>
                  <a:pt x="0" y="17607"/>
                </a:lnTo>
                <a:lnTo>
                  <a:pt x="136" y="16868"/>
                </a:lnTo>
                <a:lnTo>
                  <a:pt x="409" y="15840"/>
                </a:lnTo>
                <a:lnTo>
                  <a:pt x="2410" y="15840"/>
                </a:lnTo>
                <a:lnTo>
                  <a:pt x="4423" y="15840"/>
                </a:lnTo>
                <a:lnTo>
                  <a:pt x="6463" y="15840"/>
                </a:lnTo>
                <a:lnTo>
                  <a:pt x="7193" y="14967"/>
                </a:lnTo>
                <a:lnTo>
                  <a:pt x="7635" y="14316"/>
                </a:lnTo>
                <a:lnTo>
                  <a:pt x="7971" y="13560"/>
                </a:lnTo>
                <a:lnTo>
                  <a:pt x="8380" y="12375"/>
                </a:lnTo>
                <a:lnTo>
                  <a:pt x="8634" y="11660"/>
                </a:lnTo>
                <a:lnTo>
                  <a:pt x="8888" y="10940"/>
                </a:lnTo>
                <a:lnTo>
                  <a:pt x="9149" y="10210"/>
                </a:lnTo>
                <a:lnTo>
                  <a:pt x="9385" y="9454"/>
                </a:lnTo>
                <a:lnTo>
                  <a:pt x="9627" y="8692"/>
                </a:lnTo>
                <a:lnTo>
                  <a:pt x="9869" y="7920"/>
                </a:lnTo>
                <a:lnTo>
                  <a:pt x="9984" y="7583"/>
                </a:lnTo>
                <a:lnTo>
                  <a:pt x="10190" y="6990"/>
                </a:lnTo>
                <a:lnTo>
                  <a:pt x="10662" y="5630"/>
                </a:lnTo>
                <a:lnTo>
                  <a:pt x="10983" y="4693"/>
                </a:lnTo>
                <a:lnTo>
                  <a:pt x="11298" y="3756"/>
                </a:lnTo>
                <a:lnTo>
                  <a:pt x="11610" y="2817"/>
                </a:lnTo>
                <a:lnTo>
                  <a:pt x="11916" y="1878"/>
                </a:lnTo>
                <a:lnTo>
                  <a:pt x="12218" y="939"/>
                </a:lnTo>
                <a:lnTo>
                  <a:pt x="12518" y="0"/>
                </a:lnTo>
                <a:close/>
              </a:path>
            </a:pathLst>
          </a:custGeom>
          <a:solidFill>
            <a:srgbClr val="CAB077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8" name="contour_09936"/>
          <p:cNvSpPr/>
          <p:nvPr/>
        </p:nvSpPr>
        <p:spPr>
          <a:xfrm>
            <a:off x="5002649" y="4868378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0937" y="1208"/>
                </a:lnTo>
                <a:lnTo>
                  <a:pt x="20261" y="2431"/>
                </a:lnTo>
                <a:lnTo>
                  <a:pt x="19625" y="3719"/>
                </a:lnTo>
                <a:lnTo>
                  <a:pt x="19014" y="5009"/>
                </a:lnTo>
                <a:lnTo>
                  <a:pt x="18428" y="6301"/>
                </a:lnTo>
                <a:lnTo>
                  <a:pt x="17860" y="7595"/>
                </a:lnTo>
                <a:lnTo>
                  <a:pt x="17311" y="8893"/>
                </a:lnTo>
                <a:lnTo>
                  <a:pt x="16777" y="10193"/>
                </a:lnTo>
                <a:lnTo>
                  <a:pt x="16256" y="11497"/>
                </a:lnTo>
                <a:lnTo>
                  <a:pt x="15743" y="12803"/>
                </a:lnTo>
                <a:lnTo>
                  <a:pt x="15237" y="14115"/>
                </a:lnTo>
                <a:lnTo>
                  <a:pt x="14815" y="15201"/>
                </a:lnTo>
                <a:lnTo>
                  <a:pt x="14386" y="16304"/>
                </a:lnTo>
                <a:lnTo>
                  <a:pt x="13873" y="17628"/>
                </a:lnTo>
                <a:lnTo>
                  <a:pt x="13361" y="18953"/>
                </a:lnTo>
                <a:lnTo>
                  <a:pt x="12852" y="20277"/>
                </a:lnTo>
                <a:lnTo>
                  <a:pt x="12343" y="21600"/>
                </a:lnTo>
                <a:lnTo>
                  <a:pt x="10985" y="20520"/>
                </a:lnTo>
                <a:lnTo>
                  <a:pt x="9627" y="19438"/>
                </a:lnTo>
                <a:lnTo>
                  <a:pt x="8267" y="18356"/>
                </a:lnTo>
                <a:lnTo>
                  <a:pt x="6900" y="17272"/>
                </a:lnTo>
                <a:lnTo>
                  <a:pt x="5533" y="16182"/>
                </a:lnTo>
                <a:lnTo>
                  <a:pt x="4160" y="15091"/>
                </a:lnTo>
                <a:lnTo>
                  <a:pt x="2780" y="13993"/>
                </a:lnTo>
                <a:lnTo>
                  <a:pt x="1395" y="12891"/>
                </a:lnTo>
                <a:lnTo>
                  <a:pt x="0" y="11782"/>
                </a:lnTo>
                <a:lnTo>
                  <a:pt x="1975" y="11660"/>
                </a:lnTo>
                <a:lnTo>
                  <a:pt x="3965" y="11536"/>
                </a:lnTo>
                <a:lnTo>
                  <a:pt x="5980" y="11413"/>
                </a:lnTo>
                <a:lnTo>
                  <a:pt x="8011" y="11104"/>
                </a:lnTo>
                <a:lnTo>
                  <a:pt x="9350" y="10835"/>
                </a:lnTo>
                <a:lnTo>
                  <a:pt x="10596" y="10456"/>
                </a:lnTo>
                <a:lnTo>
                  <a:pt x="12343" y="9818"/>
                </a:lnTo>
                <a:lnTo>
                  <a:pt x="12994" y="8526"/>
                </a:lnTo>
                <a:lnTo>
                  <a:pt x="13503" y="7262"/>
                </a:lnTo>
                <a:lnTo>
                  <a:pt x="13892" y="6005"/>
                </a:lnTo>
                <a:lnTo>
                  <a:pt x="14185" y="4734"/>
                </a:lnTo>
                <a:lnTo>
                  <a:pt x="14410" y="3432"/>
                </a:lnTo>
                <a:lnTo>
                  <a:pt x="14586" y="2079"/>
                </a:lnTo>
                <a:lnTo>
                  <a:pt x="15003" y="1047"/>
                </a:lnTo>
                <a:lnTo>
                  <a:pt x="15429" y="0"/>
                </a:lnTo>
                <a:close/>
              </a:path>
            </a:pathLst>
          </a:custGeom>
          <a:solidFill>
            <a:srgbClr val="EB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39" name="contour_09937"/>
          <p:cNvSpPr/>
          <p:nvPr/>
        </p:nvSpPr>
        <p:spPr>
          <a:xfrm>
            <a:off x="535110" y="4831938"/>
            <a:ext cx="72880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8" y="0"/>
                </a:lnTo>
                <a:lnTo>
                  <a:pt x="2864" y="0"/>
                </a:lnTo>
                <a:lnTo>
                  <a:pt x="4320" y="0"/>
                </a:lnTo>
                <a:lnTo>
                  <a:pt x="4320" y="1783"/>
                </a:lnTo>
                <a:lnTo>
                  <a:pt x="4320" y="3572"/>
                </a:lnTo>
                <a:lnTo>
                  <a:pt x="4320" y="5368"/>
                </a:lnTo>
                <a:lnTo>
                  <a:pt x="4320" y="7178"/>
                </a:lnTo>
                <a:lnTo>
                  <a:pt x="4320" y="9006"/>
                </a:lnTo>
                <a:lnTo>
                  <a:pt x="5657" y="8634"/>
                </a:lnTo>
                <a:lnTo>
                  <a:pt x="6994" y="8262"/>
                </a:lnTo>
                <a:lnTo>
                  <a:pt x="8335" y="7889"/>
                </a:lnTo>
                <a:lnTo>
                  <a:pt x="9679" y="7517"/>
                </a:lnTo>
                <a:lnTo>
                  <a:pt x="11029" y="7142"/>
                </a:lnTo>
                <a:lnTo>
                  <a:pt x="12385" y="6764"/>
                </a:lnTo>
                <a:lnTo>
                  <a:pt x="13748" y="6385"/>
                </a:lnTo>
                <a:lnTo>
                  <a:pt x="15120" y="6004"/>
                </a:lnTo>
                <a:lnTo>
                  <a:pt x="14692" y="7787"/>
                </a:lnTo>
                <a:lnTo>
                  <a:pt x="14262" y="9577"/>
                </a:lnTo>
                <a:lnTo>
                  <a:pt x="13833" y="11372"/>
                </a:lnTo>
                <a:lnTo>
                  <a:pt x="13398" y="13182"/>
                </a:lnTo>
                <a:lnTo>
                  <a:pt x="12960" y="15010"/>
                </a:lnTo>
                <a:lnTo>
                  <a:pt x="14183" y="15860"/>
                </a:lnTo>
                <a:lnTo>
                  <a:pt x="15405" y="16710"/>
                </a:lnTo>
                <a:lnTo>
                  <a:pt x="16632" y="17562"/>
                </a:lnTo>
                <a:lnTo>
                  <a:pt x="17863" y="18418"/>
                </a:lnTo>
                <a:lnTo>
                  <a:pt x="19101" y="19279"/>
                </a:lnTo>
                <a:lnTo>
                  <a:pt x="20345" y="20144"/>
                </a:lnTo>
                <a:lnTo>
                  <a:pt x="21600" y="21015"/>
                </a:lnTo>
                <a:lnTo>
                  <a:pt x="20142" y="21108"/>
                </a:lnTo>
                <a:lnTo>
                  <a:pt x="18684" y="21189"/>
                </a:lnTo>
                <a:lnTo>
                  <a:pt x="17226" y="21264"/>
                </a:lnTo>
                <a:lnTo>
                  <a:pt x="15768" y="21330"/>
                </a:lnTo>
                <a:lnTo>
                  <a:pt x="14310" y="21390"/>
                </a:lnTo>
                <a:lnTo>
                  <a:pt x="13707" y="21423"/>
                </a:lnTo>
                <a:lnTo>
                  <a:pt x="12645" y="21477"/>
                </a:lnTo>
                <a:lnTo>
                  <a:pt x="10210" y="21600"/>
                </a:lnTo>
                <a:lnTo>
                  <a:pt x="8370" y="21294"/>
                </a:lnTo>
                <a:lnTo>
                  <a:pt x="7122" y="20979"/>
                </a:lnTo>
                <a:lnTo>
                  <a:pt x="6165" y="20504"/>
                </a:lnTo>
                <a:lnTo>
                  <a:pt x="5197" y="19721"/>
                </a:lnTo>
                <a:lnTo>
                  <a:pt x="3914" y="18481"/>
                </a:lnTo>
                <a:lnTo>
                  <a:pt x="3037" y="16614"/>
                </a:lnTo>
                <a:lnTo>
                  <a:pt x="2352" y="14848"/>
                </a:lnTo>
                <a:lnTo>
                  <a:pt x="1823" y="13098"/>
                </a:lnTo>
                <a:lnTo>
                  <a:pt x="1413" y="11285"/>
                </a:lnTo>
                <a:lnTo>
                  <a:pt x="1089" y="9324"/>
                </a:lnTo>
                <a:lnTo>
                  <a:pt x="810" y="7130"/>
                </a:lnTo>
                <a:lnTo>
                  <a:pt x="566" y="5116"/>
                </a:lnTo>
                <a:lnTo>
                  <a:pt x="320" y="3071"/>
                </a:lnTo>
                <a:lnTo>
                  <a:pt x="160" y="1549"/>
                </a:lnTo>
                <a:lnTo>
                  <a:pt x="0" y="0"/>
                </a:lnTo>
                <a:close/>
              </a:path>
            </a:pathLst>
          </a:custGeom>
          <a:solidFill>
            <a:srgbClr val="48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0" name="contour_09938"/>
          <p:cNvSpPr/>
          <p:nvPr/>
        </p:nvSpPr>
        <p:spPr>
          <a:xfrm>
            <a:off x="6620583" y="483922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80"/>
                </a:lnTo>
                <a:lnTo>
                  <a:pt x="2084" y="349"/>
                </a:lnTo>
                <a:lnTo>
                  <a:pt x="3175" y="529"/>
                </a:lnTo>
                <a:lnTo>
                  <a:pt x="4536" y="756"/>
                </a:lnTo>
                <a:lnTo>
                  <a:pt x="6343" y="1058"/>
                </a:lnTo>
                <a:lnTo>
                  <a:pt x="8777" y="1462"/>
                </a:lnTo>
                <a:lnTo>
                  <a:pt x="12010" y="2002"/>
                </a:lnTo>
                <a:lnTo>
                  <a:pt x="16225" y="2704"/>
                </a:lnTo>
                <a:lnTo>
                  <a:pt x="21600" y="3600"/>
                </a:lnTo>
                <a:lnTo>
                  <a:pt x="21186" y="7762"/>
                </a:lnTo>
                <a:lnTo>
                  <a:pt x="20833" y="10688"/>
                </a:lnTo>
                <a:lnTo>
                  <a:pt x="20437" y="12773"/>
                </a:lnTo>
                <a:lnTo>
                  <a:pt x="19901" y="14422"/>
                </a:lnTo>
                <a:lnTo>
                  <a:pt x="19120" y="16031"/>
                </a:lnTo>
                <a:lnTo>
                  <a:pt x="18000" y="18000"/>
                </a:lnTo>
                <a:lnTo>
                  <a:pt x="15746" y="18853"/>
                </a:lnTo>
                <a:lnTo>
                  <a:pt x="13550" y="19534"/>
                </a:lnTo>
                <a:lnTo>
                  <a:pt x="11380" y="20070"/>
                </a:lnTo>
                <a:lnTo>
                  <a:pt x="9212" y="20491"/>
                </a:lnTo>
                <a:lnTo>
                  <a:pt x="7020" y="20826"/>
                </a:lnTo>
                <a:lnTo>
                  <a:pt x="4770" y="21103"/>
                </a:lnTo>
                <a:lnTo>
                  <a:pt x="2441" y="2135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1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1" name="contour_09939"/>
          <p:cNvSpPr/>
          <p:nvPr/>
        </p:nvSpPr>
        <p:spPr>
          <a:xfrm>
            <a:off x="5301457" y="4839226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345" y="1188"/>
                </a:lnTo>
                <a:lnTo>
                  <a:pt x="19791" y="2378"/>
                </a:lnTo>
                <a:lnTo>
                  <a:pt x="20239" y="3573"/>
                </a:lnTo>
                <a:lnTo>
                  <a:pt x="20690" y="4774"/>
                </a:lnTo>
                <a:lnTo>
                  <a:pt x="21144" y="5981"/>
                </a:lnTo>
                <a:lnTo>
                  <a:pt x="21600" y="7200"/>
                </a:lnTo>
                <a:lnTo>
                  <a:pt x="19815" y="7200"/>
                </a:lnTo>
                <a:lnTo>
                  <a:pt x="18020" y="7200"/>
                </a:lnTo>
                <a:lnTo>
                  <a:pt x="16200" y="7200"/>
                </a:lnTo>
                <a:lnTo>
                  <a:pt x="16200" y="8390"/>
                </a:lnTo>
                <a:lnTo>
                  <a:pt x="16200" y="9587"/>
                </a:lnTo>
                <a:lnTo>
                  <a:pt x="16200" y="10800"/>
                </a:lnTo>
                <a:lnTo>
                  <a:pt x="14415" y="10800"/>
                </a:lnTo>
                <a:lnTo>
                  <a:pt x="12620" y="10800"/>
                </a:lnTo>
                <a:lnTo>
                  <a:pt x="10800" y="10800"/>
                </a:lnTo>
                <a:lnTo>
                  <a:pt x="10427" y="11869"/>
                </a:lnTo>
                <a:lnTo>
                  <a:pt x="10063" y="12938"/>
                </a:lnTo>
                <a:lnTo>
                  <a:pt x="9709" y="14009"/>
                </a:lnTo>
                <a:lnTo>
                  <a:pt x="9372" y="15082"/>
                </a:lnTo>
                <a:lnTo>
                  <a:pt x="9050" y="16159"/>
                </a:lnTo>
                <a:lnTo>
                  <a:pt x="8265" y="17368"/>
                </a:lnTo>
                <a:lnTo>
                  <a:pt x="7298" y="18346"/>
                </a:lnTo>
                <a:lnTo>
                  <a:pt x="6156" y="19147"/>
                </a:lnTo>
                <a:lnTo>
                  <a:pt x="4849" y="19820"/>
                </a:lnTo>
                <a:lnTo>
                  <a:pt x="3380" y="20419"/>
                </a:lnTo>
                <a:lnTo>
                  <a:pt x="1763" y="20995"/>
                </a:lnTo>
                <a:lnTo>
                  <a:pt x="0" y="21600"/>
                </a:lnTo>
                <a:lnTo>
                  <a:pt x="1123" y="19145"/>
                </a:lnTo>
                <a:lnTo>
                  <a:pt x="2095" y="17030"/>
                </a:lnTo>
                <a:lnTo>
                  <a:pt x="2943" y="15221"/>
                </a:lnTo>
                <a:lnTo>
                  <a:pt x="3691" y="13684"/>
                </a:lnTo>
                <a:lnTo>
                  <a:pt x="4363" y="12380"/>
                </a:lnTo>
                <a:lnTo>
                  <a:pt x="4979" y="11279"/>
                </a:lnTo>
                <a:lnTo>
                  <a:pt x="5565" y="10339"/>
                </a:lnTo>
                <a:lnTo>
                  <a:pt x="6142" y="9531"/>
                </a:lnTo>
                <a:lnTo>
                  <a:pt x="6739" y="8815"/>
                </a:lnTo>
                <a:lnTo>
                  <a:pt x="7376" y="8158"/>
                </a:lnTo>
                <a:lnTo>
                  <a:pt x="8076" y="7522"/>
                </a:lnTo>
                <a:lnTo>
                  <a:pt x="8864" y="6874"/>
                </a:lnTo>
                <a:lnTo>
                  <a:pt x="9766" y="6179"/>
                </a:lnTo>
                <a:lnTo>
                  <a:pt x="10800" y="5400"/>
                </a:lnTo>
                <a:lnTo>
                  <a:pt x="12585" y="5400"/>
                </a:lnTo>
                <a:lnTo>
                  <a:pt x="14380" y="5400"/>
                </a:lnTo>
                <a:lnTo>
                  <a:pt x="16200" y="5400"/>
                </a:lnTo>
                <a:lnTo>
                  <a:pt x="17032" y="4061"/>
                </a:lnTo>
                <a:lnTo>
                  <a:pt x="17588" y="3110"/>
                </a:lnTo>
                <a:lnTo>
                  <a:pt x="17998" y="2290"/>
                </a:lnTo>
                <a:lnTo>
                  <a:pt x="18392" y="1339"/>
                </a:lnTo>
                <a:lnTo>
                  <a:pt x="18900" y="0"/>
                </a:lnTo>
                <a:close/>
              </a:path>
            </a:pathLst>
          </a:custGeom>
          <a:solidFill>
            <a:srgbClr val="EBF0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2" name="contour_09940"/>
          <p:cNvSpPr/>
          <p:nvPr/>
        </p:nvSpPr>
        <p:spPr>
          <a:xfrm>
            <a:off x="10424915" y="4808916"/>
            <a:ext cx="94744" cy="460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54" y="544"/>
                </a:moveTo>
                <a:lnTo>
                  <a:pt x="16095" y="178"/>
                </a:lnTo>
                <a:lnTo>
                  <a:pt x="17185" y="10"/>
                </a:lnTo>
                <a:lnTo>
                  <a:pt x="18252" y="0"/>
                </a:lnTo>
                <a:lnTo>
                  <a:pt x="19324" y="109"/>
                </a:lnTo>
                <a:lnTo>
                  <a:pt x="20430" y="305"/>
                </a:lnTo>
                <a:lnTo>
                  <a:pt x="21600" y="544"/>
                </a:lnTo>
                <a:lnTo>
                  <a:pt x="21600" y="2576"/>
                </a:lnTo>
                <a:lnTo>
                  <a:pt x="21600" y="4616"/>
                </a:lnTo>
                <a:lnTo>
                  <a:pt x="21600" y="6662"/>
                </a:lnTo>
                <a:lnTo>
                  <a:pt x="21600" y="8725"/>
                </a:lnTo>
                <a:lnTo>
                  <a:pt x="21600" y="10809"/>
                </a:lnTo>
                <a:lnTo>
                  <a:pt x="20502" y="10809"/>
                </a:lnTo>
                <a:lnTo>
                  <a:pt x="19397" y="10809"/>
                </a:lnTo>
                <a:lnTo>
                  <a:pt x="18277" y="10809"/>
                </a:lnTo>
                <a:lnTo>
                  <a:pt x="17818" y="12526"/>
                </a:lnTo>
                <a:lnTo>
                  <a:pt x="17356" y="14254"/>
                </a:lnTo>
                <a:lnTo>
                  <a:pt x="16888" y="16009"/>
                </a:lnTo>
                <a:lnTo>
                  <a:pt x="15743" y="18945"/>
                </a:lnTo>
                <a:lnTo>
                  <a:pt x="14987" y="20505"/>
                </a:lnTo>
                <a:lnTo>
                  <a:pt x="14283" y="21217"/>
                </a:lnTo>
                <a:lnTo>
                  <a:pt x="13291" y="21600"/>
                </a:lnTo>
                <a:lnTo>
                  <a:pt x="12275" y="21432"/>
                </a:lnTo>
                <a:lnTo>
                  <a:pt x="11270" y="21220"/>
                </a:lnTo>
                <a:lnTo>
                  <a:pt x="10270" y="20970"/>
                </a:lnTo>
                <a:lnTo>
                  <a:pt x="9273" y="20680"/>
                </a:lnTo>
                <a:lnTo>
                  <a:pt x="8273" y="20358"/>
                </a:lnTo>
                <a:lnTo>
                  <a:pt x="7269" y="20006"/>
                </a:lnTo>
                <a:lnTo>
                  <a:pt x="6219" y="19687"/>
                </a:lnTo>
                <a:lnTo>
                  <a:pt x="5154" y="19369"/>
                </a:lnTo>
                <a:lnTo>
                  <a:pt x="4122" y="19048"/>
                </a:lnTo>
                <a:lnTo>
                  <a:pt x="3090" y="18712"/>
                </a:lnTo>
                <a:lnTo>
                  <a:pt x="2059" y="18367"/>
                </a:lnTo>
                <a:lnTo>
                  <a:pt x="1028" y="18011"/>
                </a:lnTo>
                <a:lnTo>
                  <a:pt x="0" y="17652"/>
                </a:lnTo>
                <a:lnTo>
                  <a:pt x="0" y="15955"/>
                </a:lnTo>
                <a:lnTo>
                  <a:pt x="0" y="14230"/>
                </a:lnTo>
                <a:lnTo>
                  <a:pt x="803" y="14103"/>
                </a:lnTo>
                <a:lnTo>
                  <a:pt x="1608" y="13973"/>
                </a:lnTo>
                <a:lnTo>
                  <a:pt x="2428" y="13843"/>
                </a:lnTo>
                <a:lnTo>
                  <a:pt x="3601" y="13583"/>
                </a:lnTo>
                <a:lnTo>
                  <a:pt x="4760" y="13310"/>
                </a:lnTo>
                <a:lnTo>
                  <a:pt x="5912" y="13005"/>
                </a:lnTo>
                <a:lnTo>
                  <a:pt x="7058" y="12670"/>
                </a:lnTo>
                <a:lnTo>
                  <a:pt x="8200" y="12290"/>
                </a:lnTo>
                <a:lnTo>
                  <a:pt x="9341" y="11859"/>
                </a:lnTo>
                <a:lnTo>
                  <a:pt x="10483" y="11370"/>
                </a:lnTo>
                <a:lnTo>
                  <a:pt x="11631" y="10809"/>
                </a:lnTo>
                <a:lnTo>
                  <a:pt x="12468" y="8533"/>
                </a:lnTo>
                <a:lnTo>
                  <a:pt x="13070" y="6867"/>
                </a:lnTo>
                <a:lnTo>
                  <a:pt x="13527" y="5515"/>
                </a:lnTo>
                <a:lnTo>
                  <a:pt x="13932" y="4205"/>
                </a:lnTo>
                <a:lnTo>
                  <a:pt x="14376" y="2641"/>
                </a:lnTo>
                <a:lnTo>
                  <a:pt x="14954" y="544"/>
                </a:lnTo>
                <a:close/>
              </a:path>
            </a:pathLst>
          </a:custGeom>
          <a:solidFill>
            <a:srgbClr val="EF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3" name="contour_09941"/>
          <p:cNvSpPr/>
          <p:nvPr/>
        </p:nvSpPr>
        <p:spPr>
          <a:xfrm>
            <a:off x="8012589" y="4766346"/>
            <a:ext cx="43327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33" y="0"/>
                </a:moveTo>
                <a:lnTo>
                  <a:pt x="16335" y="0"/>
                </a:lnTo>
                <a:lnTo>
                  <a:pt x="18167" y="0"/>
                </a:lnTo>
                <a:lnTo>
                  <a:pt x="18512" y="1009"/>
                </a:lnTo>
                <a:lnTo>
                  <a:pt x="18850" y="2015"/>
                </a:lnTo>
                <a:lnTo>
                  <a:pt x="19177" y="3024"/>
                </a:lnTo>
                <a:lnTo>
                  <a:pt x="19500" y="4033"/>
                </a:lnTo>
                <a:lnTo>
                  <a:pt x="19820" y="5041"/>
                </a:lnTo>
                <a:lnTo>
                  <a:pt x="20129" y="6051"/>
                </a:lnTo>
                <a:lnTo>
                  <a:pt x="20437" y="7062"/>
                </a:lnTo>
                <a:lnTo>
                  <a:pt x="20790" y="8050"/>
                </a:lnTo>
                <a:lnTo>
                  <a:pt x="21146" y="9054"/>
                </a:lnTo>
                <a:lnTo>
                  <a:pt x="21462" y="10423"/>
                </a:lnTo>
                <a:lnTo>
                  <a:pt x="21600" y="11691"/>
                </a:lnTo>
                <a:lnTo>
                  <a:pt x="21549" y="12874"/>
                </a:lnTo>
                <a:lnTo>
                  <a:pt x="21317" y="13995"/>
                </a:lnTo>
                <a:lnTo>
                  <a:pt x="20902" y="15070"/>
                </a:lnTo>
                <a:lnTo>
                  <a:pt x="20303" y="16117"/>
                </a:lnTo>
                <a:lnTo>
                  <a:pt x="19518" y="17155"/>
                </a:lnTo>
                <a:lnTo>
                  <a:pt x="18552" y="18205"/>
                </a:lnTo>
                <a:lnTo>
                  <a:pt x="17396" y="19284"/>
                </a:lnTo>
                <a:lnTo>
                  <a:pt x="16059" y="20409"/>
                </a:lnTo>
                <a:lnTo>
                  <a:pt x="14533" y="21600"/>
                </a:lnTo>
                <a:lnTo>
                  <a:pt x="12375" y="21195"/>
                </a:lnTo>
                <a:lnTo>
                  <a:pt x="10900" y="20887"/>
                </a:lnTo>
                <a:lnTo>
                  <a:pt x="9425" y="20520"/>
                </a:lnTo>
                <a:lnTo>
                  <a:pt x="7267" y="19938"/>
                </a:lnTo>
                <a:lnTo>
                  <a:pt x="7267" y="18942"/>
                </a:lnTo>
                <a:lnTo>
                  <a:pt x="7267" y="17945"/>
                </a:lnTo>
                <a:lnTo>
                  <a:pt x="7267" y="16948"/>
                </a:lnTo>
                <a:lnTo>
                  <a:pt x="7267" y="15951"/>
                </a:lnTo>
                <a:lnTo>
                  <a:pt x="7267" y="14954"/>
                </a:lnTo>
                <a:lnTo>
                  <a:pt x="5108" y="14284"/>
                </a:lnTo>
                <a:lnTo>
                  <a:pt x="3633" y="13889"/>
                </a:lnTo>
                <a:lnTo>
                  <a:pt x="2158" y="13610"/>
                </a:lnTo>
                <a:lnTo>
                  <a:pt x="0" y="13292"/>
                </a:lnTo>
                <a:lnTo>
                  <a:pt x="2158" y="13292"/>
                </a:lnTo>
                <a:lnTo>
                  <a:pt x="4324" y="13292"/>
                </a:lnTo>
                <a:lnTo>
                  <a:pt x="6496" y="13292"/>
                </a:lnTo>
                <a:lnTo>
                  <a:pt x="8687" y="13292"/>
                </a:lnTo>
                <a:lnTo>
                  <a:pt x="10900" y="13292"/>
                </a:lnTo>
                <a:lnTo>
                  <a:pt x="10838" y="12269"/>
                </a:lnTo>
                <a:lnTo>
                  <a:pt x="10773" y="11229"/>
                </a:lnTo>
                <a:lnTo>
                  <a:pt x="10740" y="10331"/>
                </a:lnTo>
                <a:lnTo>
                  <a:pt x="10707" y="9429"/>
                </a:lnTo>
                <a:lnTo>
                  <a:pt x="10675" y="8515"/>
                </a:lnTo>
                <a:lnTo>
                  <a:pt x="10631" y="7628"/>
                </a:lnTo>
                <a:lnTo>
                  <a:pt x="10587" y="6734"/>
                </a:lnTo>
                <a:lnTo>
                  <a:pt x="10544" y="5829"/>
                </a:lnTo>
                <a:lnTo>
                  <a:pt x="10751" y="4686"/>
                </a:lnTo>
                <a:lnTo>
                  <a:pt x="11056" y="3675"/>
                </a:lnTo>
                <a:lnTo>
                  <a:pt x="11528" y="2748"/>
                </a:lnTo>
                <a:lnTo>
                  <a:pt x="12226" y="1858"/>
                </a:lnTo>
                <a:lnTo>
                  <a:pt x="13207" y="957"/>
                </a:lnTo>
                <a:lnTo>
                  <a:pt x="14533" y="0"/>
                </a:lnTo>
                <a:close/>
              </a:path>
            </a:pathLst>
          </a:custGeom>
          <a:solidFill>
            <a:srgbClr val="5C5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4" name="contour_09942"/>
          <p:cNvSpPr/>
          <p:nvPr/>
        </p:nvSpPr>
        <p:spPr>
          <a:xfrm>
            <a:off x="2189484" y="479549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6F7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5" name="contour_09943"/>
          <p:cNvSpPr/>
          <p:nvPr/>
        </p:nvSpPr>
        <p:spPr>
          <a:xfrm>
            <a:off x="7830390" y="4766346"/>
            <a:ext cx="45011" cy="52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90" y="0"/>
                </a:moveTo>
                <a:lnTo>
                  <a:pt x="16301" y="0"/>
                </a:lnTo>
                <a:lnTo>
                  <a:pt x="18627" y="0"/>
                </a:lnTo>
                <a:lnTo>
                  <a:pt x="20984" y="0"/>
                </a:lnTo>
                <a:lnTo>
                  <a:pt x="21299" y="4008"/>
                </a:lnTo>
                <a:lnTo>
                  <a:pt x="21513" y="7176"/>
                </a:lnTo>
                <a:lnTo>
                  <a:pt x="21600" y="9658"/>
                </a:lnTo>
                <a:lnTo>
                  <a:pt x="21537" y="11611"/>
                </a:lnTo>
                <a:lnTo>
                  <a:pt x="21299" y="13188"/>
                </a:lnTo>
                <a:lnTo>
                  <a:pt x="20862" y="14546"/>
                </a:lnTo>
                <a:lnTo>
                  <a:pt x="20208" y="15839"/>
                </a:lnTo>
                <a:lnTo>
                  <a:pt x="19309" y="17222"/>
                </a:lnTo>
                <a:lnTo>
                  <a:pt x="18145" y="18850"/>
                </a:lnTo>
                <a:lnTo>
                  <a:pt x="15570" y="20050"/>
                </a:lnTo>
                <a:lnTo>
                  <a:pt x="13273" y="20907"/>
                </a:lnTo>
                <a:lnTo>
                  <a:pt x="11087" y="21427"/>
                </a:lnTo>
                <a:lnTo>
                  <a:pt x="8841" y="21600"/>
                </a:lnTo>
                <a:lnTo>
                  <a:pt x="6369" y="21427"/>
                </a:lnTo>
                <a:lnTo>
                  <a:pt x="3497" y="20904"/>
                </a:lnTo>
                <a:lnTo>
                  <a:pt x="2560" y="18969"/>
                </a:lnTo>
                <a:lnTo>
                  <a:pt x="1805" y="17025"/>
                </a:lnTo>
                <a:lnTo>
                  <a:pt x="1207" y="15057"/>
                </a:lnTo>
                <a:lnTo>
                  <a:pt x="727" y="13065"/>
                </a:lnTo>
                <a:lnTo>
                  <a:pt x="336" y="11034"/>
                </a:lnTo>
                <a:lnTo>
                  <a:pt x="0" y="8959"/>
                </a:lnTo>
                <a:lnTo>
                  <a:pt x="2308" y="8959"/>
                </a:lnTo>
                <a:lnTo>
                  <a:pt x="4620" y="8959"/>
                </a:lnTo>
                <a:lnTo>
                  <a:pt x="6942" y="8959"/>
                </a:lnTo>
                <a:lnTo>
                  <a:pt x="9275" y="8959"/>
                </a:lnTo>
                <a:lnTo>
                  <a:pt x="11622" y="8959"/>
                </a:lnTo>
                <a:lnTo>
                  <a:pt x="13990" y="8959"/>
                </a:lnTo>
                <a:lnTo>
                  <a:pt x="13990" y="7185"/>
                </a:lnTo>
                <a:lnTo>
                  <a:pt x="13990" y="5405"/>
                </a:lnTo>
                <a:lnTo>
                  <a:pt x="13990" y="3619"/>
                </a:lnTo>
                <a:lnTo>
                  <a:pt x="13990" y="1819"/>
                </a:lnTo>
                <a:lnTo>
                  <a:pt x="13990" y="0"/>
                </a:lnTo>
                <a:close/>
              </a:path>
            </a:pathLst>
          </a:custGeom>
          <a:solidFill>
            <a:srgbClr val="2A2A28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6" name="contour_09944"/>
          <p:cNvSpPr/>
          <p:nvPr/>
        </p:nvSpPr>
        <p:spPr>
          <a:xfrm>
            <a:off x="5221289" y="4773634"/>
            <a:ext cx="5261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68" y="0"/>
                </a:moveTo>
                <a:lnTo>
                  <a:pt x="14374" y="210"/>
                </a:lnTo>
                <a:lnTo>
                  <a:pt x="16044" y="475"/>
                </a:lnTo>
                <a:lnTo>
                  <a:pt x="17408" y="944"/>
                </a:lnTo>
                <a:lnTo>
                  <a:pt x="18898" y="1765"/>
                </a:lnTo>
                <a:lnTo>
                  <a:pt x="20945" y="3086"/>
                </a:lnTo>
                <a:lnTo>
                  <a:pt x="21292" y="5169"/>
                </a:lnTo>
                <a:lnTo>
                  <a:pt x="21504" y="7217"/>
                </a:lnTo>
                <a:lnTo>
                  <a:pt x="21600" y="9248"/>
                </a:lnTo>
                <a:lnTo>
                  <a:pt x="21600" y="11266"/>
                </a:lnTo>
                <a:lnTo>
                  <a:pt x="21528" y="13287"/>
                </a:lnTo>
                <a:lnTo>
                  <a:pt x="21406" y="15321"/>
                </a:lnTo>
                <a:lnTo>
                  <a:pt x="21253" y="17376"/>
                </a:lnTo>
                <a:lnTo>
                  <a:pt x="21091" y="19465"/>
                </a:lnTo>
                <a:lnTo>
                  <a:pt x="20945" y="21600"/>
                </a:lnTo>
                <a:lnTo>
                  <a:pt x="18871" y="21295"/>
                </a:lnTo>
                <a:lnTo>
                  <a:pt x="16795" y="20989"/>
                </a:lnTo>
                <a:lnTo>
                  <a:pt x="14718" y="20684"/>
                </a:lnTo>
                <a:lnTo>
                  <a:pt x="12639" y="20375"/>
                </a:lnTo>
                <a:lnTo>
                  <a:pt x="10550" y="20069"/>
                </a:lnTo>
                <a:lnTo>
                  <a:pt x="8459" y="19761"/>
                </a:lnTo>
                <a:lnTo>
                  <a:pt x="6358" y="19452"/>
                </a:lnTo>
                <a:lnTo>
                  <a:pt x="4249" y="19141"/>
                </a:lnTo>
                <a:lnTo>
                  <a:pt x="2130" y="18829"/>
                </a:lnTo>
                <a:lnTo>
                  <a:pt x="0" y="18514"/>
                </a:lnTo>
                <a:lnTo>
                  <a:pt x="1062" y="16610"/>
                </a:lnTo>
                <a:lnTo>
                  <a:pt x="2136" y="14713"/>
                </a:lnTo>
                <a:lnTo>
                  <a:pt x="3222" y="12827"/>
                </a:lnTo>
                <a:lnTo>
                  <a:pt x="4318" y="10945"/>
                </a:lnTo>
                <a:lnTo>
                  <a:pt x="5422" y="9066"/>
                </a:lnTo>
                <a:lnTo>
                  <a:pt x="6170" y="7699"/>
                </a:lnTo>
                <a:lnTo>
                  <a:pt x="6924" y="6310"/>
                </a:lnTo>
                <a:lnTo>
                  <a:pt x="7875" y="4771"/>
                </a:lnTo>
                <a:lnTo>
                  <a:pt x="8716" y="3601"/>
                </a:lnTo>
                <a:lnTo>
                  <a:pt x="9925" y="2206"/>
                </a:lnTo>
                <a:lnTo>
                  <a:pt x="11968" y="0"/>
                </a:lnTo>
                <a:close/>
              </a:path>
            </a:pathLst>
          </a:custGeom>
          <a:solidFill>
            <a:srgbClr val="726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7" name="contour_09945"/>
          <p:cNvSpPr/>
          <p:nvPr/>
        </p:nvSpPr>
        <p:spPr>
          <a:xfrm>
            <a:off x="4660113" y="4780922"/>
            <a:ext cx="94744" cy="23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0"/>
                </a:lnTo>
                <a:lnTo>
                  <a:pt x="2251" y="0"/>
                </a:lnTo>
                <a:lnTo>
                  <a:pt x="3378" y="0"/>
                </a:lnTo>
                <a:lnTo>
                  <a:pt x="4504" y="0"/>
                </a:lnTo>
                <a:lnTo>
                  <a:pt x="5631" y="0"/>
                </a:lnTo>
                <a:lnTo>
                  <a:pt x="6759" y="0"/>
                </a:lnTo>
                <a:lnTo>
                  <a:pt x="7889" y="0"/>
                </a:lnTo>
                <a:lnTo>
                  <a:pt x="9020" y="0"/>
                </a:lnTo>
                <a:lnTo>
                  <a:pt x="10152" y="0"/>
                </a:lnTo>
                <a:lnTo>
                  <a:pt x="11287" y="0"/>
                </a:lnTo>
                <a:lnTo>
                  <a:pt x="12422" y="0"/>
                </a:lnTo>
                <a:lnTo>
                  <a:pt x="13560" y="0"/>
                </a:lnTo>
                <a:lnTo>
                  <a:pt x="14700" y="0"/>
                </a:lnTo>
                <a:lnTo>
                  <a:pt x="15843" y="0"/>
                </a:lnTo>
                <a:lnTo>
                  <a:pt x="16988" y="0"/>
                </a:lnTo>
                <a:lnTo>
                  <a:pt x="18137" y="0"/>
                </a:lnTo>
                <a:lnTo>
                  <a:pt x="19287" y="0"/>
                </a:lnTo>
                <a:lnTo>
                  <a:pt x="20442" y="0"/>
                </a:lnTo>
                <a:lnTo>
                  <a:pt x="21600" y="0"/>
                </a:lnTo>
                <a:lnTo>
                  <a:pt x="20528" y="4036"/>
                </a:lnTo>
                <a:lnTo>
                  <a:pt x="19530" y="7354"/>
                </a:lnTo>
                <a:lnTo>
                  <a:pt x="18579" y="10046"/>
                </a:lnTo>
                <a:lnTo>
                  <a:pt x="17652" y="12186"/>
                </a:lnTo>
                <a:lnTo>
                  <a:pt x="16727" y="13851"/>
                </a:lnTo>
                <a:lnTo>
                  <a:pt x="15778" y="15129"/>
                </a:lnTo>
                <a:lnTo>
                  <a:pt x="14783" y="16103"/>
                </a:lnTo>
                <a:lnTo>
                  <a:pt x="13718" y="16840"/>
                </a:lnTo>
                <a:lnTo>
                  <a:pt x="12560" y="17439"/>
                </a:lnTo>
                <a:lnTo>
                  <a:pt x="11284" y="17966"/>
                </a:lnTo>
                <a:lnTo>
                  <a:pt x="9866" y="18512"/>
                </a:lnTo>
                <a:lnTo>
                  <a:pt x="8716" y="19144"/>
                </a:lnTo>
                <a:lnTo>
                  <a:pt x="7552" y="19790"/>
                </a:lnTo>
                <a:lnTo>
                  <a:pt x="6455" y="20244"/>
                </a:lnTo>
                <a:lnTo>
                  <a:pt x="5342" y="20705"/>
                </a:lnTo>
                <a:lnTo>
                  <a:pt x="4340" y="21146"/>
                </a:lnTo>
                <a:lnTo>
                  <a:pt x="3323" y="21600"/>
                </a:lnTo>
                <a:lnTo>
                  <a:pt x="2499" y="20678"/>
                </a:lnTo>
                <a:lnTo>
                  <a:pt x="1662" y="19750"/>
                </a:lnTo>
                <a:lnTo>
                  <a:pt x="1333" y="15840"/>
                </a:lnTo>
                <a:lnTo>
                  <a:pt x="1002" y="11916"/>
                </a:lnTo>
                <a:lnTo>
                  <a:pt x="671" y="7979"/>
                </a:lnTo>
                <a:lnTo>
                  <a:pt x="337" y="4009"/>
                </a:lnTo>
                <a:lnTo>
                  <a:pt x="0" y="0"/>
                </a:lnTo>
                <a:close/>
              </a:path>
            </a:pathLst>
          </a:custGeom>
          <a:solidFill>
            <a:srgbClr val="715C8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8" name="contour_09946"/>
          <p:cNvSpPr/>
          <p:nvPr/>
        </p:nvSpPr>
        <p:spPr>
          <a:xfrm>
            <a:off x="7473278" y="4765822"/>
            <a:ext cx="65592" cy="29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2"/>
                </a:moveTo>
                <a:lnTo>
                  <a:pt x="21204" y="3883"/>
                </a:lnTo>
                <a:lnTo>
                  <a:pt x="20808" y="7389"/>
                </a:lnTo>
                <a:lnTo>
                  <a:pt x="20410" y="10911"/>
                </a:lnTo>
                <a:lnTo>
                  <a:pt x="20009" y="14450"/>
                </a:lnTo>
                <a:lnTo>
                  <a:pt x="19606" y="18009"/>
                </a:lnTo>
                <a:lnTo>
                  <a:pt x="19200" y="21600"/>
                </a:lnTo>
                <a:lnTo>
                  <a:pt x="17350" y="20963"/>
                </a:lnTo>
                <a:lnTo>
                  <a:pt x="15574" y="20284"/>
                </a:lnTo>
                <a:lnTo>
                  <a:pt x="13862" y="19537"/>
                </a:lnTo>
                <a:lnTo>
                  <a:pt x="12206" y="18704"/>
                </a:lnTo>
                <a:lnTo>
                  <a:pt x="10601" y="17754"/>
                </a:lnTo>
                <a:lnTo>
                  <a:pt x="9034" y="16656"/>
                </a:lnTo>
                <a:lnTo>
                  <a:pt x="7498" y="15399"/>
                </a:lnTo>
                <a:lnTo>
                  <a:pt x="5986" y="13946"/>
                </a:lnTo>
                <a:lnTo>
                  <a:pt x="4488" y="12269"/>
                </a:lnTo>
                <a:lnTo>
                  <a:pt x="2998" y="10354"/>
                </a:lnTo>
                <a:lnTo>
                  <a:pt x="1505" y="8169"/>
                </a:lnTo>
                <a:lnTo>
                  <a:pt x="0" y="5686"/>
                </a:lnTo>
                <a:lnTo>
                  <a:pt x="1627" y="4228"/>
                </a:lnTo>
                <a:lnTo>
                  <a:pt x="3254" y="3029"/>
                </a:lnTo>
                <a:lnTo>
                  <a:pt x="4882" y="2074"/>
                </a:lnTo>
                <a:lnTo>
                  <a:pt x="6514" y="1326"/>
                </a:lnTo>
                <a:lnTo>
                  <a:pt x="8148" y="774"/>
                </a:lnTo>
                <a:lnTo>
                  <a:pt x="9790" y="393"/>
                </a:lnTo>
                <a:lnTo>
                  <a:pt x="11441" y="149"/>
                </a:lnTo>
                <a:lnTo>
                  <a:pt x="13099" y="27"/>
                </a:lnTo>
                <a:lnTo>
                  <a:pt x="14770" y="0"/>
                </a:lnTo>
                <a:lnTo>
                  <a:pt x="16454" y="48"/>
                </a:lnTo>
                <a:lnTo>
                  <a:pt x="18151" y="143"/>
                </a:lnTo>
                <a:lnTo>
                  <a:pt x="19867" y="260"/>
                </a:lnTo>
                <a:lnTo>
                  <a:pt x="21600" y="382"/>
                </a:lnTo>
                <a:close/>
              </a:path>
            </a:pathLst>
          </a:custGeom>
          <a:solidFill>
            <a:srgbClr val="F6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949" name="contour_09947"/>
          <p:cNvSpPr/>
          <p:nvPr/>
        </p:nvSpPr>
        <p:spPr>
          <a:xfrm>
            <a:off x="5031801" y="4729906"/>
            <a:ext cx="10203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57" y="0"/>
                </a:moveTo>
                <a:lnTo>
                  <a:pt x="20353" y="1741"/>
                </a:lnTo>
                <a:lnTo>
                  <a:pt x="20642" y="3486"/>
                </a:lnTo>
                <a:lnTo>
                  <a:pt x="20924" y="5233"/>
                </a:lnTo>
                <a:lnTo>
                  <a:pt x="21166" y="6691"/>
                </a:lnTo>
                <a:lnTo>
                  <a:pt x="21413" y="8173"/>
                </a:lnTo>
                <a:lnTo>
                  <a:pt x="21506" y="9477"/>
                </a:lnTo>
                <a:lnTo>
                  <a:pt x="21600" y="10800"/>
                </a:lnTo>
                <a:lnTo>
                  <a:pt x="20682" y="12363"/>
                </a:lnTo>
                <a:lnTo>
                  <a:pt x="20037" y="13184"/>
                </a:lnTo>
                <a:lnTo>
                  <a:pt x="19361" y="13532"/>
                </a:lnTo>
                <a:lnTo>
                  <a:pt x="18349" y="13678"/>
                </a:lnTo>
                <a:lnTo>
                  <a:pt x="17826" y="13630"/>
                </a:lnTo>
                <a:lnTo>
                  <a:pt x="16248" y="13478"/>
                </a:lnTo>
                <a:lnTo>
                  <a:pt x="15493" y="13433"/>
                </a:lnTo>
                <a:lnTo>
                  <a:pt x="14734" y="13387"/>
                </a:lnTo>
                <a:lnTo>
                  <a:pt x="13964" y="13341"/>
                </a:lnTo>
                <a:lnTo>
                  <a:pt x="13008" y="13268"/>
                </a:lnTo>
                <a:lnTo>
                  <a:pt x="12050" y="13187"/>
                </a:lnTo>
                <a:lnTo>
                  <a:pt x="11093" y="13103"/>
                </a:lnTo>
                <a:lnTo>
                  <a:pt x="10135" y="13014"/>
                </a:lnTo>
                <a:lnTo>
                  <a:pt x="9178" y="12919"/>
                </a:lnTo>
                <a:lnTo>
                  <a:pt x="8135" y="12871"/>
                </a:lnTo>
                <a:lnTo>
                  <a:pt x="7117" y="12852"/>
                </a:lnTo>
                <a:lnTo>
                  <a:pt x="6116" y="12882"/>
                </a:lnTo>
                <a:lnTo>
                  <a:pt x="5118" y="12984"/>
                </a:lnTo>
                <a:lnTo>
                  <a:pt x="4112" y="13184"/>
                </a:lnTo>
                <a:lnTo>
                  <a:pt x="3086" y="13500"/>
                </a:lnTo>
                <a:lnTo>
                  <a:pt x="2449" y="15520"/>
                </a:lnTo>
                <a:lnTo>
                  <a:pt x="2049" y="16951"/>
                </a:lnTo>
                <a:lnTo>
                  <a:pt x="1814" y="18182"/>
                </a:lnTo>
                <a:lnTo>
                  <a:pt x="1671" y="19602"/>
                </a:lnTo>
                <a:lnTo>
                  <a:pt x="1543" y="21600"/>
                </a:lnTo>
                <a:lnTo>
                  <a:pt x="1288" y="19818"/>
                </a:lnTo>
                <a:lnTo>
                  <a:pt x="1034" y="18033"/>
                </a:lnTo>
                <a:lnTo>
                  <a:pt x="778" y="16240"/>
                </a:lnTo>
                <a:lnTo>
                  <a:pt x="520" y="14440"/>
                </a:lnTo>
                <a:lnTo>
                  <a:pt x="261" y="12628"/>
                </a:lnTo>
                <a:lnTo>
                  <a:pt x="0" y="10800"/>
                </a:lnTo>
                <a:lnTo>
                  <a:pt x="417" y="10697"/>
                </a:lnTo>
                <a:lnTo>
                  <a:pt x="1676" y="10390"/>
                </a:lnTo>
                <a:lnTo>
                  <a:pt x="2745" y="10120"/>
                </a:lnTo>
                <a:lnTo>
                  <a:pt x="3815" y="9844"/>
                </a:lnTo>
                <a:lnTo>
                  <a:pt x="4885" y="9566"/>
                </a:lnTo>
                <a:lnTo>
                  <a:pt x="5954" y="9288"/>
                </a:lnTo>
                <a:lnTo>
                  <a:pt x="7023" y="9005"/>
                </a:lnTo>
                <a:lnTo>
                  <a:pt x="8092" y="8721"/>
                </a:lnTo>
                <a:lnTo>
                  <a:pt x="9161" y="8438"/>
                </a:lnTo>
                <a:lnTo>
                  <a:pt x="10032" y="8224"/>
                </a:lnTo>
                <a:lnTo>
                  <a:pt x="10908" y="8011"/>
                </a:lnTo>
                <a:lnTo>
                  <a:pt x="11797" y="7795"/>
                </a:lnTo>
                <a:lnTo>
                  <a:pt x="12628" y="7568"/>
                </a:lnTo>
                <a:lnTo>
                  <a:pt x="13466" y="7339"/>
                </a:lnTo>
                <a:lnTo>
                  <a:pt x="14313" y="7109"/>
                </a:lnTo>
                <a:lnTo>
                  <a:pt x="15081" y="6909"/>
                </a:lnTo>
                <a:lnTo>
                  <a:pt x="15856" y="6710"/>
                </a:lnTo>
                <a:lnTo>
                  <a:pt x="16640" y="6510"/>
                </a:lnTo>
                <a:lnTo>
                  <a:pt x="17740" y="5824"/>
                </a:lnTo>
                <a:lnTo>
                  <a:pt x="18409" y="5187"/>
                </a:lnTo>
                <a:lnTo>
                  <a:pt x="18922" y="4234"/>
                </a:lnTo>
                <a:lnTo>
                  <a:pt x="19548" y="2592"/>
                </a:lnTo>
                <a:lnTo>
                  <a:pt x="19676" y="1947"/>
                </a:lnTo>
                <a:lnTo>
                  <a:pt x="20057" y="0"/>
                </a:lnTo>
                <a:close/>
              </a:path>
            </a:pathLst>
          </a:custGeom>
          <a:solidFill>
            <a:srgbClr val="E7E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0" name="contour_09948"/>
          <p:cNvSpPr/>
          <p:nvPr/>
        </p:nvSpPr>
        <p:spPr>
          <a:xfrm>
            <a:off x="11051682" y="4737194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600" y="2143"/>
                </a:lnTo>
                <a:lnTo>
                  <a:pt x="21600" y="4320"/>
                </a:lnTo>
                <a:lnTo>
                  <a:pt x="20993" y="4441"/>
                </a:lnTo>
                <a:lnTo>
                  <a:pt x="19161" y="4808"/>
                </a:lnTo>
                <a:lnTo>
                  <a:pt x="17761" y="5206"/>
                </a:lnTo>
                <a:lnTo>
                  <a:pt x="16407" y="5655"/>
                </a:lnTo>
                <a:lnTo>
                  <a:pt x="15098" y="6165"/>
                </a:lnTo>
                <a:lnTo>
                  <a:pt x="13828" y="6739"/>
                </a:lnTo>
                <a:lnTo>
                  <a:pt x="12591" y="7392"/>
                </a:lnTo>
                <a:lnTo>
                  <a:pt x="11387" y="8126"/>
                </a:lnTo>
                <a:lnTo>
                  <a:pt x="10206" y="8951"/>
                </a:lnTo>
                <a:lnTo>
                  <a:pt x="9047" y="9871"/>
                </a:lnTo>
                <a:lnTo>
                  <a:pt x="7906" y="10895"/>
                </a:lnTo>
                <a:lnTo>
                  <a:pt x="6775" y="12031"/>
                </a:lnTo>
                <a:lnTo>
                  <a:pt x="5654" y="13284"/>
                </a:lnTo>
                <a:lnTo>
                  <a:pt x="4534" y="14666"/>
                </a:lnTo>
                <a:lnTo>
                  <a:pt x="3413" y="16183"/>
                </a:lnTo>
                <a:lnTo>
                  <a:pt x="2288" y="17837"/>
                </a:lnTo>
                <a:lnTo>
                  <a:pt x="1152" y="19639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64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1" name="contour_09949"/>
          <p:cNvSpPr/>
          <p:nvPr/>
        </p:nvSpPr>
        <p:spPr>
          <a:xfrm>
            <a:off x="1052397" y="4664315"/>
            <a:ext cx="2931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89" y="0"/>
                </a:moveTo>
                <a:lnTo>
                  <a:pt x="8147" y="889"/>
                </a:lnTo>
                <a:lnTo>
                  <a:pt x="10698" y="1783"/>
                </a:lnTo>
                <a:lnTo>
                  <a:pt x="13136" y="2688"/>
                </a:lnTo>
                <a:lnTo>
                  <a:pt x="15456" y="3619"/>
                </a:lnTo>
                <a:lnTo>
                  <a:pt x="17642" y="4583"/>
                </a:lnTo>
                <a:lnTo>
                  <a:pt x="19693" y="5588"/>
                </a:lnTo>
                <a:lnTo>
                  <a:pt x="21600" y="6646"/>
                </a:lnTo>
                <a:lnTo>
                  <a:pt x="21229" y="7821"/>
                </a:lnTo>
                <a:lnTo>
                  <a:pt x="20580" y="8931"/>
                </a:lnTo>
                <a:lnTo>
                  <a:pt x="19704" y="10002"/>
                </a:lnTo>
                <a:lnTo>
                  <a:pt x="18652" y="11068"/>
                </a:lnTo>
                <a:lnTo>
                  <a:pt x="17475" y="12154"/>
                </a:lnTo>
                <a:lnTo>
                  <a:pt x="16230" y="13292"/>
                </a:lnTo>
                <a:lnTo>
                  <a:pt x="17894" y="14168"/>
                </a:lnTo>
                <a:lnTo>
                  <a:pt x="19586" y="15057"/>
                </a:lnTo>
                <a:lnTo>
                  <a:pt x="20585" y="15831"/>
                </a:lnTo>
                <a:lnTo>
                  <a:pt x="21600" y="16615"/>
                </a:lnTo>
                <a:lnTo>
                  <a:pt x="19602" y="17355"/>
                </a:lnTo>
                <a:lnTo>
                  <a:pt x="18109" y="17872"/>
                </a:lnTo>
                <a:lnTo>
                  <a:pt x="16380" y="18407"/>
                </a:lnTo>
                <a:lnTo>
                  <a:pt x="13668" y="19206"/>
                </a:lnTo>
                <a:lnTo>
                  <a:pt x="11396" y="19880"/>
                </a:lnTo>
                <a:lnTo>
                  <a:pt x="9081" y="20565"/>
                </a:lnTo>
                <a:lnTo>
                  <a:pt x="7304" y="21078"/>
                </a:lnTo>
                <a:lnTo>
                  <a:pt x="5489" y="21600"/>
                </a:lnTo>
                <a:lnTo>
                  <a:pt x="5140" y="20505"/>
                </a:lnTo>
                <a:lnTo>
                  <a:pt x="4796" y="19408"/>
                </a:lnTo>
                <a:lnTo>
                  <a:pt x="4457" y="18312"/>
                </a:lnTo>
                <a:lnTo>
                  <a:pt x="4119" y="17217"/>
                </a:lnTo>
                <a:lnTo>
                  <a:pt x="3786" y="16120"/>
                </a:lnTo>
                <a:lnTo>
                  <a:pt x="3453" y="15024"/>
                </a:lnTo>
                <a:lnTo>
                  <a:pt x="3126" y="13927"/>
                </a:lnTo>
                <a:lnTo>
                  <a:pt x="2798" y="12830"/>
                </a:lnTo>
                <a:lnTo>
                  <a:pt x="2470" y="11734"/>
                </a:lnTo>
                <a:lnTo>
                  <a:pt x="2331" y="11317"/>
                </a:lnTo>
                <a:lnTo>
                  <a:pt x="2094" y="10582"/>
                </a:lnTo>
                <a:lnTo>
                  <a:pt x="1557" y="8896"/>
                </a:lnTo>
                <a:lnTo>
                  <a:pt x="1294" y="8000"/>
                </a:lnTo>
                <a:lnTo>
                  <a:pt x="1031" y="7098"/>
                </a:lnTo>
                <a:lnTo>
                  <a:pt x="768" y="6186"/>
                </a:lnTo>
                <a:lnTo>
                  <a:pt x="516" y="5358"/>
                </a:lnTo>
                <a:lnTo>
                  <a:pt x="258" y="4524"/>
                </a:lnTo>
                <a:lnTo>
                  <a:pt x="0" y="3680"/>
                </a:lnTo>
                <a:lnTo>
                  <a:pt x="150" y="2487"/>
                </a:lnTo>
                <a:lnTo>
                  <a:pt x="773" y="1706"/>
                </a:lnTo>
                <a:lnTo>
                  <a:pt x="2384" y="992"/>
                </a:lnTo>
                <a:lnTo>
                  <a:pt x="5489" y="0"/>
                </a:lnTo>
                <a:close/>
              </a:path>
            </a:pathLst>
          </a:custGeom>
          <a:solidFill>
            <a:srgbClr val="4E4B48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2" name="contour_09950"/>
          <p:cNvSpPr/>
          <p:nvPr/>
        </p:nvSpPr>
        <p:spPr>
          <a:xfrm>
            <a:off x="3071331" y="4722618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174" y="861"/>
                </a:lnTo>
                <a:lnTo>
                  <a:pt x="5830" y="1811"/>
                </a:lnTo>
                <a:lnTo>
                  <a:pt x="7385" y="2854"/>
                </a:lnTo>
                <a:lnTo>
                  <a:pt x="8844" y="3984"/>
                </a:lnTo>
                <a:lnTo>
                  <a:pt x="10219" y="5199"/>
                </a:lnTo>
                <a:lnTo>
                  <a:pt x="11522" y="6499"/>
                </a:lnTo>
                <a:lnTo>
                  <a:pt x="12761" y="7881"/>
                </a:lnTo>
                <a:lnTo>
                  <a:pt x="13946" y="9340"/>
                </a:lnTo>
                <a:lnTo>
                  <a:pt x="15086" y="10877"/>
                </a:lnTo>
                <a:lnTo>
                  <a:pt x="16195" y="12491"/>
                </a:lnTo>
                <a:lnTo>
                  <a:pt x="17282" y="14176"/>
                </a:lnTo>
                <a:lnTo>
                  <a:pt x="18355" y="15932"/>
                </a:lnTo>
                <a:lnTo>
                  <a:pt x="19426" y="17755"/>
                </a:lnTo>
                <a:lnTo>
                  <a:pt x="20503" y="19647"/>
                </a:lnTo>
                <a:lnTo>
                  <a:pt x="21600" y="21600"/>
                </a:lnTo>
                <a:lnTo>
                  <a:pt x="20018" y="21242"/>
                </a:lnTo>
                <a:lnTo>
                  <a:pt x="18442" y="20872"/>
                </a:lnTo>
                <a:lnTo>
                  <a:pt x="16867" y="20489"/>
                </a:lnTo>
                <a:lnTo>
                  <a:pt x="15295" y="20097"/>
                </a:lnTo>
                <a:lnTo>
                  <a:pt x="13723" y="19696"/>
                </a:lnTo>
                <a:lnTo>
                  <a:pt x="12149" y="19286"/>
                </a:lnTo>
                <a:lnTo>
                  <a:pt x="10802" y="18999"/>
                </a:lnTo>
                <a:lnTo>
                  <a:pt x="9437" y="18706"/>
                </a:lnTo>
                <a:lnTo>
                  <a:pt x="7903" y="18258"/>
                </a:lnTo>
                <a:lnTo>
                  <a:pt x="6478" y="17761"/>
                </a:lnTo>
                <a:lnTo>
                  <a:pt x="5114" y="17166"/>
                </a:lnTo>
                <a:lnTo>
                  <a:pt x="3770" y="16407"/>
                </a:lnTo>
                <a:lnTo>
                  <a:pt x="2400" y="15429"/>
                </a:lnTo>
                <a:lnTo>
                  <a:pt x="1606" y="13358"/>
                </a:lnTo>
                <a:lnTo>
                  <a:pt x="1037" y="11426"/>
                </a:lnTo>
                <a:lnTo>
                  <a:pt x="643" y="9535"/>
                </a:lnTo>
                <a:lnTo>
                  <a:pt x="372" y="7582"/>
                </a:lnTo>
                <a:lnTo>
                  <a:pt x="175" y="5465"/>
                </a:lnTo>
                <a:lnTo>
                  <a:pt x="0" y="3086"/>
                </a:lnTo>
                <a:lnTo>
                  <a:pt x="1190" y="1555"/>
                </a:lnTo>
                <a:lnTo>
                  <a:pt x="2400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3" name="contour_09951"/>
          <p:cNvSpPr/>
          <p:nvPr/>
        </p:nvSpPr>
        <p:spPr>
          <a:xfrm>
            <a:off x="1562542" y="4686179"/>
            <a:ext cx="5119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" y="0"/>
                </a:moveTo>
                <a:lnTo>
                  <a:pt x="2106" y="0"/>
                </a:lnTo>
                <a:lnTo>
                  <a:pt x="4151" y="0"/>
                </a:lnTo>
                <a:lnTo>
                  <a:pt x="6224" y="0"/>
                </a:lnTo>
                <a:lnTo>
                  <a:pt x="5969" y="1026"/>
                </a:lnTo>
                <a:lnTo>
                  <a:pt x="5714" y="2058"/>
                </a:lnTo>
                <a:lnTo>
                  <a:pt x="5455" y="3106"/>
                </a:lnTo>
                <a:lnTo>
                  <a:pt x="5711" y="4221"/>
                </a:lnTo>
                <a:lnTo>
                  <a:pt x="5966" y="5342"/>
                </a:lnTo>
                <a:lnTo>
                  <a:pt x="6224" y="6480"/>
                </a:lnTo>
                <a:lnTo>
                  <a:pt x="8069" y="6953"/>
                </a:lnTo>
                <a:lnTo>
                  <a:pt x="9908" y="7322"/>
                </a:lnTo>
                <a:lnTo>
                  <a:pt x="11756" y="7616"/>
                </a:lnTo>
                <a:lnTo>
                  <a:pt x="13641" y="7867"/>
                </a:lnTo>
                <a:lnTo>
                  <a:pt x="15582" y="8100"/>
                </a:lnTo>
                <a:lnTo>
                  <a:pt x="17319" y="8448"/>
                </a:lnTo>
                <a:lnTo>
                  <a:pt x="18445" y="8858"/>
                </a:lnTo>
                <a:lnTo>
                  <a:pt x="19450" y="9599"/>
                </a:lnTo>
                <a:lnTo>
                  <a:pt x="20831" y="10934"/>
                </a:lnTo>
                <a:lnTo>
                  <a:pt x="21213" y="11940"/>
                </a:lnTo>
                <a:lnTo>
                  <a:pt x="21600" y="12960"/>
                </a:lnTo>
                <a:lnTo>
                  <a:pt x="19503" y="13295"/>
                </a:lnTo>
                <a:lnTo>
                  <a:pt x="17372" y="13634"/>
                </a:lnTo>
                <a:lnTo>
                  <a:pt x="15259" y="14342"/>
                </a:lnTo>
                <a:lnTo>
                  <a:pt x="13506" y="15101"/>
                </a:lnTo>
                <a:lnTo>
                  <a:pt x="12036" y="15924"/>
                </a:lnTo>
                <a:lnTo>
                  <a:pt x="10775" y="16831"/>
                </a:lnTo>
                <a:lnTo>
                  <a:pt x="9641" y="17833"/>
                </a:lnTo>
                <a:lnTo>
                  <a:pt x="8555" y="18952"/>
                </a:lnTo>
                <a:lnTo>
                  <a:pt x="7442" y="20202"/>
                </a:lnTo>
                <a:lnTo>
                  <a:pt x="6224" y="21600"/>
                </a:lnTo>
                <a:lnTo>
                  <a:pt x="5603" y="20170"/>
                </a:lnTo>
                <a:lnTo>
                  <a:pt x="4985" y="18740"/>
                </a:lnTo>
                <a:lnTo>
                  <a:pt x="4370" y="17310"/>
                </a:lnTo>
                <a:lnTo>
                  <a:pt x="3758" y="15878"/>
                </a:lnTo>
                <a:lnTo>
                  <a:pt x="3149" y="14446"/>
                </a:lnTo>
                <a:lnTo>
                  <a:pt x="2577" y="13116"/>
                </a:lnTo>
                <a:lnTo>
                  <a:pt x="2002" y="11776"/>
                </a:lnTo>
                <a:lnTo>
                  <a:pt x="1421" y="10420"/>
                </a:lnTo>
                <a:lnTo>
                  <a:pt x="938" y="8888"/>
                </a:lnTo>
                <a:lnTo>
                  <a:pt x="560" y="7409"/>
                </a:lnTo>
                <a:lnTo>
                  <a:pt x="283" y="5962"/>
                </a:lnTo>
                <a:lnTo>
                  <a:pt x="101" y="4519"/>
                </a:lnTo>
                <a:lnTo>
                  <a:pt x="6" y="3061"/>
                </a:lnTo>
                <a:lnTo>
                  <a:pt x="0" y="1562"/>
                </a:lnTo>
                <a:lnTo>
                  <a:pt x="74" y="0"/>
                </a:lnTo>
                <a:close/>
              </a:path>
            </a:pathLst>
          </a:custGeom>
          <a:solidFill>
            <a:srgbClr val="AFA79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4" name="contour_09952"/>
          <p:cNvSpPr/>
          <p:nvPr/>
        </p:nvSpPr>
        <p:spPr>
          <a:xfrm>
            <a:off x="11372353" y="4708582"/>
            <a:ext cx="65592" cy="375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8" y="1690"/>
                </a:moveTo>
                <a:lnTo>
                  <a:pt x="15619" y="3200"/>
                </a:lnTo>
                <a:lnTo>
                  <a:pt x="16939" y="4911"/>
                </a:lnTo>
                <a:lnTo>
                  <a:pt x="18002" y="6845"/>
                </a:lnTo>
                <a:lnTo>
                  <a:pt x="18874" y="9013"/>
                </a:lnTo>
                <a:lnTo>
                  <a:pt x="19615" y="11442"/>
                </a:lnTo>
                <a:lnTo>
                  <a:pt x="20294" y="14143"/>
                </a:lnTo>
                <a:lnTo>
                  <a:pt x="20971" y="17142"/>
                </a:lnTo>
                <a:lnTo>
                  <a:pt x="21283" y="18886"/>
                </a:lnTo>
                <a:lnTo>
                  <a:pt x="21600" y="20661"/>
                </a:lnTo>
                <a:lnTo>
                  <a:pt x="19970" y="20971"/>
                </a:lnTo>
                <a:lnTo>
                  <a:pt x="18362" y="21235"/>
                </a:lnTo>
                <a:lnTo>
                  <a:pt x="16769" y="21432"/>
                </a:lnTo>
                <a:lnTo>
                  <a:pt x="15182" y="21558"/>
                </a:lnTo>
                <a:lnTo>
                  <a:pt x="13601" y="21600"/>
                </a:lnTo>
                <a:lnTo>
                  <a:pt x="12017" y="21541"/>
                </a:lnTo>
                <a:lnTo>
                  <a:pt x="10426" y="21374"/>
                </a:lnTo>
                <a:lnTo>
                  <a:pt x="8822" y="21084"/>
                </a:lnTo>
                <a:lnTo>
                  <a:pt x="7200" y="20661"/>
                </a:lnTo>
                <a:lnTo>
                  <a:pt x="5866" y="18568"/>
                </a:lnTo>
                <a:lnTo>
                  <a:pt x="4670" y="16395"/>
                </a:lnTo>
                <a:lnTo>
                  <a:pt x="3593" y="14134"/>
                </a:lnTo>
                <a:lnTo>
                  <a:pt x="2609" y="11765"/>
                </a:lnTo>
                <a:lnTo>
                  <a:pt x="1697" y="9273"/>
                </a:lnTo>
                <a:lnTo>
                  <a:pt x="835" y="6652"/>
                </a:lnTo>
                <a:lnTo>
                  <a:pt x="0" y="3884"/>
                </a:lnTo>
                <a:lnTo>
                  <a:pt x="1608" y="2349"/>
                </a:lnTo>
                <a:lnTo>
                  <a:pt x="3134" y="1237"/>
                </a:lnTo>
                <a:lnTo>
                  <a:pt x="4608" y="503"/>
                </a:lnTo>
                <a:lnTo>
                  <a:pt x="6058" y="105"/>
                </a:lnTo>
                <a:lnTo>
                  <a:pt x="7512" y="0"/>
                </a:lnTo>
                <a:lnTo>
                  <a:pt x="9002" y="147"/>
                </a:lnTo>
                <a:lnTo>
                  <a:pt x="10558" y="507"/>
                </a:lnTo>
                <a:lnTo>
                  <a:pt x="12206" y="1036"/>
                </a:lnTo>
                <a:lnTo>
                  <a:pt x="13978" y="1690"/>
                </a:lnTo>
                <a:close/>
              </a:path>
            </a:pathLst>
          </a:custGeom>
          <a:solidFill>
            <a:srgbClr val="EF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5" name="contour_09953"/>
          <p:cNvSpPr/>
          <p:nvPr/>
        </p:nvSpPr>
        <p:spPr>
          <a:xfrm>
            <a:off x="943238" y="4700755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365" y="1159"/>
                </a:lnTo>
                <a:lnTo>
                  <a:pt x="16529" y="2323"/>
                </a:lnTo>
                <a:lnTo>
                  <a:pt x="16697" y="3506"/>
                </a:lnTo>
                <a:lnTo>
                  <a:pt x="16921" y="5023"/>
                </a:lnTo>
                <a:lnTo>
                  <a:pt x="17150" y="6552"/>
                </a:lnTo>
                <a:lnTo>
                  <a:pt x="17383" y="8100"/>
                </a:lnTo>
                <a:lnTo>
                  <a:pt x="17480" y="8770"/>
                </a:lnTo>
                <a:lnTo>
                  <a:pt x="17653" y="9950"/>
                </a:lnTo>
                <a:lnTo>
                  <a:pt x="18047" y="12655"/>
                </a:lnTo>
                <a:lnTo>
                  <a:pt x="18419" y="14333"/>
                </a:lnTo>
                <a:lnTo>
                  <a:pt x="18835" y="15869"/>
                </a:lnTo>
                <a:lnTo>
                  <a:pt x="19327" y="17314"/>
                </a:lnTo>
                <a:lnTo>
                  <a:pt x="19929" y="18718"/>
                </a:lnTo>
                <a:lnTo>
                  <a:pt x="20674" y="20129"/>
                </a:lnTo>
                <a:lnTo>
                  <a:pt x="21600" y="21600"/>
                </a:lnTo>
                <a:lnTo>
                  <a:pt x="19996" y="21600"/>
                </a:lnTo>
                <a:lnTo>
                  <a:pt x="18387" y="21600"/>
                </a:lnTo>
                <a:lnTo>
                  <a:pt x="16772" y="21600"/>
                </a:lnTo>
                <a:lnTo>
                  <a:pt x="15144" y="21600"/>
                </a:lnTo>
                <a:lnTo>
                  <a:pt x="13500" y="21600"/>
                </a:lnTo>
                <a:lnTo>
                  <a:pt x="13395" y="20078"/>
                </a:lnTo>
                <a:lnTo>
                  <a:pt x="13289" y="18535"/>
                </a:lnTo>
                <a:lnTo>
                  <a:pt x="13081" y="16846"/>
                </a:lnTo>
                <a:lnTo>
                  <a:pt x="12852" y="15202"/>
                </a:lnTo>
                <a:lnTo>
                  <a:pt x="12585" y="13591"/>
                </a:lnTo>
                <a:lnTo>
                  <a:pt x="12261" y="11998"/>
                </a:lnTo>
                <a:lnTo>
                  <a:pt x="11864" y="10411"/>
                </a:lnTo>
                <a:lnTo>
                  <a:pt x="11383" y="8815"/>
                </a:lnTo>
                <a:lnTo>
                  <a:pt x="10800" y="7200"/>
                </a:lnTo>
                <a:lnTo>
                  <a:pt x="9021" y="6348"/>
                </a:lnTo>
                <a:lnTo>
                  <a:pt x="7336" y="5767"/>
                </a:lnTo>
                <a:lnTo>
                  <a:pt x="5670" y="5386"/>
                </a:lnTo>
                <a:lnTo>
                  <a:pt x="3942" y="5143"/>
                </a:lnTo>
                <a:lnTo>
                  <a:pt x="2076" y="4970"/>
                </a:lnTo>
                <a:lnTo>
                  <a:pt x="0" y="4800"/>
                </a:lnTo>
                <a:lnTo>
                  <a:pt x="0" y="3610"/>
                </a:lnTo>
                <a:lnTo>
                  <a:pt x="0" y="2400"/>
                </a:lnTo>
                <a:lnTo>
                  <a:pt x="1712" y="1951"/>
                </a:lnTo>
                <a:lnTo>
                  <a:pt x="2967" y="1663"/>
                </a:lnTo>
                <a:lnTo>
                  <a:pt x="4385" y="1404"/>
                </a:lnTo>
                <a:lnTo>
                  <a:pt x="6583" y="1051"/>
                </a:lnTo>
                <a:lnTo>
                  <a:pt x="8419" y="749"/>
                </a:lnTo>
                <a:lnTo>
                  <a:pt x="10284" y="442"/>
                </a:lnTo>
                <a:lnTo>
                  <a:pt x="12185" y="187"/>
                </a:lnTo>
                <a:lnTo>
                  <a:pt x="13435" y="55"/>
                </a:lnTo>
                <a:lnTo>
                  <a:pt x="14588" y="7"/>
                </a:lnTo>
                <a:lnTo>
                  <a:pt x="16200" y="0"/>
                </a:lnTo>
                <a:close/>
              </a:path>
            </a:pathLst>
          </a:custGeom>
          <a:solidFill>
            <a:srgbClr val="908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6" name="contour_09954"/>
          <p:cNvSpPr/>
          <p:nvPr/>
        </p:nvSpPr>
        <p:spPr>
          <a:xfrm>
            <a:off x="8187501" y="4693467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657" y="142"/>
                </a:lnTo>
                <a:lnTo>
                  <a:pt x="6102" y="389"/>
                </a:lnTo>
                <a:lnTo>
                  <a:pt x="8267" y="963"/>
                </a:lnTo>
                <a:lnTo>
                  <a:pt x="9739" y="1330"/>
                </a:lnTo>
                <a:lnTo>
                  <a:pt x="11232" y="1700"/>
                </a:lnTo>
                <a:lnTo>
                  <a:pt x="12358" y="2388"/>
                </a:lnTo>
                <a:lnTo>
                  <a:pt x="13500" y="3086"/>
                </a:lnTo>
                <a:lnTo>
                  <a:pt x="13500" y="5125"/>
                </a:lnTo>
                <a:lnTo>
                  <a:pt x="13500" y="7177"/>
                </a:lnTo>
                <a:lnTo>
                  <a:pt x="13500" y="9257"/>
                </a:lnTo>
                <a:lnTo>
                  <a:pt x="15104" y="9257"/>
                </a:lnTo>
                <a:lnTo>
                  <a:pt x="16713" y="9257"/>
                </a:lnTo>
                <a:lnTo>
                  <a:pt x="18328" y="9257"/>
                </a:lnTo>
                <a:lnTo>
                  <a:pt x="19956" y="9257"/>
                </a:lnTo>
                <a:lnTo>
                  <a:pt x="21600" y="9257"/>
                </a:lnTo>
                <a:lnTo>
                  <a:pt x="20836" y="11004"/>
                </a:lnTo>
                <a:lnTo>
                  <a:pt x="20072" y="12750"/>
                </a:lnTo>
                <a:lnTo>
                  <a:pt x="19305" y="14503"/>
                </a:lnTo>
                <a:lnTo>
                  <a:pt x="18536" y="16262"/>
                </a:lnTo>
                <a:lnTo>
                  <a:pt x="17761" y="18030"/>
                </a:lnTo>
                <a:lnTo>
                  <a:pt x="16983" y="19807"/>
                </a:lnTo>
                <a:lnTo>
                  <a:pt x="16200" y="21600"/>
                </a:lnTo>
                <a:lnTo>
                  <a:pt x="15530" y="20073"/>
                </a:lnTo>
                <a:lnTo>
                  <a:pt x="14861" y="18539"/>
                </a:lnTo>
                <a:lnTo>
                  <a:pt x="14183" y="16993"/>
                </a:lnTo>
                <a:lnTo>
                  <a:pt x="13500" y="15429"/>
                </a:lnTo>
                <a:lnTo>
                  <a:pt x="12218" y="14984"/>
                </a:lnTo>
                <a:lnTo>
                  <a:pt x="10927" y="14534"/>
                </a:lnTo>
                <a:lnTo>
                  <a:pt x="9617" y="14077"/>
                </a:lnTo>
                <a:lnTo>
                  <a:pt x="7736" y="13198"/>
                </a:lnTo>
                <a:lnTo>
                  <a:pt x="6161" y="12235"/>
                </a:lnTo>
                <a:lnTo>
                  <a:pt x="4841" y="11155"/>
                </a:lnTo>
                <a:lnTo>
                  <a:pt x="3715" y="9936"/>
                </a:lnTo>
                <a:lnTo>
                  <a:pt x="2724" y="8547"/>
                </a:lnTo>
                <a:lnTo>
                  <a:pt x="1814" y="6961"/>
                </a:lnTo>
                <a:lnTo>
                  <a:pt x="926" y="5150"/>
                </a:lnTo>
                <a:lnTo>
                  <a:pt x="0" y="3086"/>
                </a:lnTo>
                <a:lnTo>
                  <a:pt x="1339" y="1555"/>
                </a:lnTo>
                <a:lnTo>
                  <a:pt x="2700" y="0"/>
                </a:lnTo>
                <a:close/>
              </a:path>
            </a:pathLst>
          </a:custGeom>
          <a:solidFill>
            <a:srgbClr val="DCDDD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7" name="contour_09955"/>
          <p:cNvSpPr/>
          <p:nvPr/>
        </p:nvSpPr>
        <p:spPr>
          <a:xfrm>
            <a:off x="8151061" y="467889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270"/>
                </a:lnTo>
                <a:lnTo>
                  <a:pt x="7970" y="522"/>
                </a:lnTo>
                <a:lnTo>
                  <a:pt x="9904" y="911"/>
                </a:lnTo>
                <a:lnTo>
                  <a:pt x="12823" y="1577"/>
                </a:lnTo>
                <a:lnTo>
                  <a:pt x="15289" y="2128"/>
                </a:lnTo>
                <a:lnTo>
                  <a:pt x="17788" y="2686"/>
                </a:lnTo>
                <a:lnTo>
                  <a:pt x="19681" y="3139"/>
                </a:lnTo>
                <a:lnTo>
                  <a:pt x="21600" y="3600"/>
                </a:lnTo>
                <a:lnTo>
                  <a:pt x="19994" y="7639"/>
                </a:lnTo>
                <a:lnTo>
                  <a:pt x="18680" y="10814"/>
                </a:lnTo>
                <a:lnTo>
                  <a:pt x="17546" y="13266"/>
                </a:lnTo>
                <a:lnTo>
                  <a:pt x="16488" y="15138"/>
                </a:lnTo>
                <a:lnTo>
                  <a:pt x="15394" y="16571"/>
                </a:lnTo>
                <a:lnTo>
                  <a:pt x="14162" y="17701"/>
                </a:lnTo>
                <a:lnTo>
                  <a:pt x="12683" y="18673"/>
                </a:lnTo>
                <a:lnTo>
                  <a:pt x="10847" y="19624"/>
                </a:lnTo>
                <a:lnTo>
                  <a:pt x="8550" y="20700"/>
                </a:lnTo>
                <a:lnTo>
                  <a:pt x="6091" y="21146"/>
                </a:lnTo>
                <a:lnTo>
                  <a:pt x="3600" y="21600"/>
                </a:lnTo>
                <a:lnTo>
                  <a:pt x="3082" y="19408"/>
                </a:lnTo>
                <a:lnTo>
                  <a:pt x="2574" y="17215"/>
                </a:lnTo>
                <a:lnTo>
                  <a:pt x="2070" y="15019"/>
                </a:lnTo>
                <a:lnTo>
                  <a:pt x="1577" y="12823"/>
                </a:lnTo>
                <a:lnTo>
                  <a:pt x="1292" y="11596"/>
                </a:lnTo>
                <a:lnTo>
                  <a:pt x="436" y="7888"/>
                </a:lnTo>
                <a:lnTo>
                  <a:pt x="220" y="5760"/>
                </a:lnTo>
                <a:lnTo>
                  <a:pt x="0" y="3600"/>
                </a:lnTo>
                <a:lnTo>
                  <a:pt x="1786" y="1814"/>
                </a:lnTo>
                <a:lnTo>
                  <a:pt x="3600" y="0"/>
                </a:lnTo>
                <a:close/>
              </a:path>
            </a:pathLst>
          </a:custGeom>
          <a:solidFill>
            <a:srgbClr val="24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8" name="contour_09956"/>
          <p:cNvSpPr/>
          <p:nvPr/>
        </p:nvSpPr>
        <p:spPr>
          <a:xfrm>
            <a:off x="1766781" y="4669212"/>
            <a:ext cx="58304" cy="315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17" y="389"/>
                </a:moveTo>
                <a:lnTo>
                  <a:pt x="13203" y="294"/>
                </a:lnTo>
                <a:lnTo>
                  <a:pt x="15873" y="0"/>
                </a:lnTo>
                <a:lnTo>
                  <a:pt x="17375" y="813"/>
                </a:lnTo>
                <a:lnTo>
                  <a:pt x="18900" y="1637"/>
                </a:lnTo>
                <a:lnTo>
                  <a:pt x="19435" y="4601"/>
                </a:lnTo>
                <a:lnTo>
                  <a:pt x="19972" y="7576"/>
                </a:lnTo>
                <a:lnTo>
                  <a:pt x="20509" y="10560"/>
                </a:lnTo>
                <a:lnTo>
                  <a:pt x="21052" y="13570"/>
                </a:lnTo>
                <a:lnTo>
                  <a:pt x="21600" y="16609"/>
                </a:lnTo>
                <a:lnTo>
                  <a:pt x="19818" y="17023"/>
                </a:lnTo>
                <a:lnTo>
                  <a:pt x="18036" y="17433"/>
                </a:lnTo>
                <a:lnTo>
                  <a:pt x="16251" y="17847"/>
                </a:lnTo>
                <a:lnTo>
                  <a:pt x="14464" y="18256"/>
                </a:lnTo>
                <a:lnTo>
                  <a:pt x="12674" y="18670"/>
                </a:lnTo>
                <a:lnTo>
                  <a:pt x="10881" y="19085"/>
                </a:lnTo>
                <a:lnTo>
                  <a:pt x="9083" y="19499"/>
                </a:lnTo>
                <a:lnTo>
                  <a:pt x="7279" y="19918"/>
                </a:lnTo>
                <a:lnTo>
                  <a:pt x="5470" y="20337"/>
                </a:lnTo>
                <a:lnTo>
                  <a:pt x="3656" y="20757"/>
                </a:lnTo>
                <a:lnTo>
                  <a:pt x="1833" y="21176"/>
                </a:lnTo>
                <a:lnTo>
                  <a:pt x="0" y="21600"/>
                </a:lnTo>
                <a:lnTo>
                  <a:pt x="0" y="18635"/>
                </a:lnTo>
                <a:lnTo>
                  <a:pt x="0" y="15661"/>
                </a:lnTo>
                <a:lnTo>
                  <a:pt x="0" y="12677"/>
                </a:lnTo>
                <a:lnTo>
                  <a:pt x="0" y="9667"/>
                </a:lnTo>
                <a:lnTo>
                  <a:pt x="0" y="6628"/>
                </a:lnTo>
                <a:lnTo>
                  <a:pt x="1606" y="4572"/>
                </a:lnTo>
                <a:lnTo>
                  <a:pt x="3251" y="3044"/>
                </a:lnTo>
                <a:lnTo>
                  <a:pt x="4941" y="1966"/>
                </a:lnTo>
                <a:lnTo>
                  <a:pt x="6685" y="1248"/>
                </a:lnTo>
                <a:lnTo>
                  <a:pt x="8492" y="804"/>
                </a:lnTo>
                <a:lnTo>
                  <a:pt x="10368" y="544"/>
                </a:lnTo>
                <a:lnTo>
                  <a:pt x="12317" y="389"/>
                </a:lnTo>
                <a:close/>
              </a:path>
            </a:pathLst>
          </a:custGeom>
          <a:solidFill>
            <a:srgbClr val="525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9959" name="contour_09957"/>
          <p:cNvSpPr/>
          <p:nvPr/>
        </p:nvSpPr>
        <p:spPr>
          <a:xfrm>
            <a:off x="11343201" y="4657027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960" y="1909"/>
                </a:lnTo>
                <a:lnTo>
                  <a:pt x="12960" y="3820"/>
                </a:lnTo>
                <a:lnTo>
                  <a:pt x="12960" y="5738"/>
                </a:lnTo>
                <a:lnTo>
                  <a:pt x="12960" y="7663"/>
                </a:lnTo>
                <a:lnTo>
                  <a:pt x="12960" y="9596"/>
                </a:lnTo>
                <a:lnTo>
                  <a:pt x="12960" y="11540"/>
                </a:lnTo>
                <a:lnTo>
                  <a:pt x="12960" y="13500"/>
                </a:lnTo>
                <a:lnTo>
                  <a:pt x="15816" y="13500"/>
                </a:lnTo>
                <a:lnTo>
                  <a:pt x="18688" y="13500"/>
                </a:lnTo>
                <a:lnTo>
                  <a:pt x="21600" y="13500"/>
                </a:lnTo>
                <a:lnTo>
                  <a:pt x="21600" y="15104"/>
                </a:lnTo>
                <a:lnTo>
                  <a:pt x="21600" y="16713"/>
                </a:lnTo>
                <a:lnTo>
                  <a:pt x="21600" y="18328"/>
                </a:lnTo>
                <a:lnTo>
                  <a:pt x="21600" y="1995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44" y="19937"/>
                </a:lnTo>
                <a:lnTo>
                  <a:pt x="1097" y="18247"/>
                </a:lnTo>
                <a:lnTo>
                  <a:pt x="1538" y="16789"/>
                </a:lnTo>
                <a:lnTo>
                  <a:pt x="1983" y="15322"/>
                </a:lnTo>
                <a:lnTo>
                  <a:pt x="2428" y="13838"/>
                </a:lnTo>
                <a:lnTo>
                  <a:pt x="2881" y="12396"/>
                </a:lnTo>
                <a:lnTo>
                  <a:pt x="3335" y="10943"/>
                </a:lnTo>
                <a:lnTo>
                  <a:pt x="3797" y="9472"/>
                </a:lnTo>
                <a:lnTo>
                  <a:pt x="3961" y="7536"/>
                </a:lnTo>
                <a:lnTo>
                  <a:pt x="3871" y="5905"/>
                </a:lnTo>
                <a:lnTo>
                  <a:pt x="3482" y="4455"/>
                </a:lnTo>
                <a:lnTo>
                  <a:pt x="2743" y="3070"/>
                </a:lnTo>
                <a:lnTo>
                  <a:pt x="1598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0" name="contour_09958"/>
          <p:cNvSpPr/>
          <p:nvPr/>
        </p:nvSpPr>
        <p:spPr>
          <a:xfrm>
            <a:off x="10794306" y="4649739"/>
            <a:ext cx="5331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94" y="0"/>
                </a:moveTo>
                <a:lnTo>
                  <a:pt x="16619" y="2018"/>
                </a:lnTo>
                <a:lnTo>
                  <a:pt x="17253" y="3508"/>
                </a:lnTo>
                <a:lnTo>
                  <a:pt x="17758" y="4916"/>
                </a:lnTo>
                <a:lnTo>
                  <a:pt x="18293" y="6684"/>
                </a:lnTo>
                <a:lnTo>
                  <a:pt x="19016" y="9257"/>
                </a:lnTo>
                <a:lnTo>
                  <a:pt x="19512" y="10979"/>
                </a:lnTo>
                <a:lnTo>
                  <a:pt x="20011" y="12710"/>
                </a:lnTo>
                <a:lnTo>
                  <a:pt x="20516" y="14466"/>
                </a:lnTo>
                <a:lnTo>
                  <a:pt x="21054" y="16475"/>
                </a:lnTo>
                <a:lnTo>
                  <a:pt x="21600" y="18514"/>
                </a:lnTo>
                <a:lnTo>
                  <a:pt x="20959" y="18848"/>
                </a:lnTo>
                <a:lnTo>
                  <a:pt x="20132" y="19283"/>
                </a:lnTo>
                <a:lnTo>
                  <a:pt x="18562" y="20103"/>
                </a:lnTo>
                <a:lnTo>
                  <a:pt x="15694" y="21600"/>
                </a:lnTo>
                <a:lnTo>
                  <a:pt x="15328" y="20165"/>
                </a:lnTo>
                <a:lnTo>
                  <a:pt x="14956" y="18706"/>
                </a:lnTo>
                <a:lnTo>
                  <a:pt x="13630" y="16799"/>
                </a:lnTo>
                <a:lnTo>
                  <a:pt x="12665" y="15740"/>
                </a:lnTo>
                <a:lnTo>
                  <a:pt x="11584" y="15154"/>
                </a:lnTo>
                <a:lnTo>
                  <a:pt x="9916" y="14657"/>
                </a:lnTo>
                <a:lnTo>
                  <a:pt x="8295" y="14370"/>
                </a:lnTo>
                <a:lnTo>
                  <a:pt x="6653" y="14077"/>
                </a:lnTo>
                <a:lnTo>
                  <a:pt x="4332" y="13574"/>
                </a:lnTo>
                <a:lnTo>
                  <a:pt x="2849" y="13124"/>
                </a:lnTo>
                <a:lnTo>
                  <a:pt x="930" y="12343"/>
                </a:lnTo>
                <a:lnTo>
                  <a:pt x="310" y="10047"/>
                </a:lnTo>
                <a:lnTo>
                  <a:pt x="0" y="8418"/>
                </a:lnTo>
                <a:lnTo>
                  <a:pt x="0" y="7011"/>
                </a:lnTo>
                <a:lnTo>
                  <a:pt x="310" y="5381"/>
                </a:lnTo>
                <a:lnTo>
                  <a:pt x="930" y="3086"/>
                </a:lnTo>
                <a:lnTo>
                  <a:pt x="2832" y="2166"/>
                </a:lnTo>
                <a:lnTo>
                  <a:pt x="4627" y="1444"/>
                </a:lnTo>
                <a:lnTo>
                  <a:pt x="6357" y="901"/>
                </a:lnTo>
                <a:lnTo>
                  <a:pt x="8070" y="512"/>
                </a:lnTo>
                <a:lnTo>
                  <a:pt x="9815" y="253"/>
                </a:lnTo>
                <a:lnTo>
                  <a:pt x="11637" y="96"/>
                </a:lnTo>
                <a:lnTo>
                  <a:pt x="13580" y="19"/>
                </a:lnTo>
                <a:lnTo>
                  <a:pt x="15694" y="0"/>
                </a:lnTo>
                <a:close/>
              </a:path>
            </a:pathLst>
          </a:custGeom>
          <a:solidFill>
            <a:srgbClr val="313436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1" name="contour_09959"/>
          <p:cNvSpPr/>
          <p:nvPr/>
        </p:nvSpPr>
        <p:spPr>
          <a:xfrm>
            <a:off x="10840330" y="4649739"/>
            <a:ext cx="58304" cy="367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01" y="772"/>
                </a:lnTo>
                <a:lnTo>
                  <a:pt x="6102" y="1543"/>
                </a:lnTo>
                <a:lnTo>
                  <a:pt x="7806" y="2315"/>
                </a:lnTo>
                <a:lnTo>
                  <a:pt x="9512" y="3091"/>
                </a:lnTo>
                <a:lnTo>
                  <a:pt x="11224" y="3867"/>
                </a:lnTo>
                <a:lnTo>
                  <a:pt x="12936" y="4643"/>
                </a:lnTo>
                <a:lnTo>
                  <a:pt x="14656" y="5424"/>
                </a:lnTo>
                <a:lnTo>
                  <a:pt x="16381" y="6208"/>
                </a:lnTo>
                <a:lnTo>
                  <a:pt x="18112" y="6993"/>
                </a:lnTo>
                <a:lnTo>
                  <a:pt x="19853" y="7782"/>
                </a:lnTo>
                <a:lnTo>
                  <a:pt x="21600" y="8575"/>
                </a:lnTo>
                <a:lnTo>
                  <a:pt x="21065" y="11122"/>
                </a:lnTo>
                <a:lnTo>
                  <a:pt x="20528" y="13677"/>
                </a:lnTo>
                <a:lnTo>
                  <a:pt x="19991" y="16241"/>
                </a:lnTo>
                <a:lnTo>
                  <a:pt x="19448" y="18826"/>
                </a:lnTo>
                <a:lnTo>
                  <a:pt x="18900" y="21437"/>
                </a:lnTo>
                <a:lnTo>
                  <a:pt x="17024" y="21561"/>
                </a:lnTo>
                <a:lnTo>
                  <a:pt x="15611" y="21600"/>
                </a:lnTo>
                <a:lnTo>
                  <a:pt x="14399" y="21506"/>
                </a:lnTo>
                <a:lnTo>
                  <a:pt x="13119" y="21253"/>
                </a:lnTo>
                <a:lnTo>
                  <a:pt x="11502" y="20794"/>
                </a:lnTo>
                <a:lnTo>
                  <a:pt x="9283" y="20099"/>
                </a:lnTo>
                <a:lnTo>
                  <a:pt x="8510" y="19872"/>
                </a:lnTo>
                <a:lnTo>
                  <a:pt x="7152" y="19465"/>
                </a:lnTo>
                <a:lnTo>
                  <a:pt x="4039" y="18539"/>
                </a:lnTo>
                <a:lnTo>
                  <a:pt x="2705" y="18080"/>
                </a:lnTo>
                <a:lnTo>
                  <a:pt x="1361" y="17617"/>
                </a:lnTo>
                <a:lnTo>
                  <a:pt x="0" y="17150"/>
                </a:lnTo>
                <a:lnTo>
                  <a:pt x="445" y="14320"/>
                </a:lnTo>
                <a:lnTo>
                  <a:pt x="891" y="11486"/>
                </a:lnTo>
                <a:lnTo>
                  <a:pt x="1339" y="8639"/>
                </a:lnTo>
                <a:lnTo>
                  <a:pt x="1790" y="5779"/>
                </a:lnTo>
                <a:lnTo>
                  <a:pt x="2244" y="2903"/>
                </a:lnTo>
                <a:lnTo>
                  <a:pt x="2700" y="0"/>
                </a:lnTo>
                <a:close/>
              </a:path>
            </a:pathLst>
          </a:custGeom>
          <a:solidFill>
            <a:srgbClr val="999D9F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2" name="contour_09960"/>
          <p:cNvSpPr/>
          <p:nvPr/>
        </p:nvSpPr>
        <p:spPr>
          <a:xfrm>
            <a:off x="3807418" y="4635163"/>
            <a:ext cx="58304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418" y="2733"/>
                </a:lnTo>
                <a:lnTo>
                  <a:pt x="19923" y="5470"/>
                </a:lnTo>
                <a:lnTo>
                  <a:pt x="20417" y="8211"/>
                </a:lnTo>
                <a:lnTo>
                  <a:pt x="20841" y="10499"/>
                </a:lnTo>
                <a:lnTo>
                  <a:pt x="21273" y="12825"/>
                </a:lnTo>
                <a:lnTo>
                  <a:pt x="21435" y="14872"/>
                </a:lnTo>
                <a:lnTo>
                  <a:pt x="21600" y="16948"/>
                </a:lnTo>
                <a:lnTo>
                  <a:pt x="19969" y="19405"/>
                </a:lnTo>
                <a:lnTo>
                  <a:pt x="18687" y="20706"/>
                </a:lnTo>
                <a:lnTo>
                  <a:pt x="17086" y="21295"/>
                </a:lnTo>
                <a:lnTo>
                  <a:pt x="14502" y="21600"/>
                </a:lnTo>
                <a:lnTo>
                  <a:pt x="12776" y="21549"/>
                </a:lnTo>
                <a:lnTo>
                  <a:pt x="11040" y="21498"/>
                </a:lnTo>
                <a:lnTo>
                  <a:pt x="9283" y="21447"/>
                </a:lnTo>
                <a:lnTo>
                  <a:pt x="8510" y="21431"/>
                </a:lnTo>
                <a:lnTo>
                  <a:pt x="7152" y="21401"/>
                </a:lnTo>
                <a:lnTo>
                  <a:pt x="4039" y="21333"/>
                </a:lnTo>
                <a:lnTo>
                  <a:pt x="3445" y="21312"/>
                </a:lnTo>
                <a:lnTo>
                  <a:pt x="2398" y="21274"/>
                </a:lnTo>
                <a:lnTo>
                  <a:pt x="0" y="21185"/>
                </a:lnTo>
                <a:lnTo>
                  <a:pt x="556" y="18511"/>
                </a:lnTo>
                <a:lnTo>
                  <a:pt x="1153" y="15944"/>
                </a:lnTo>
                <a:lnTo>
                  <a:pt x="1809" y="13478"/>
                </a:lnTo>
                <a:lnTo>
                  <a:pt x="2541" y="11088"/>
                </a:lnTo>
                <a:lnTo>
                  <a:pt x="3370" y="8762"/>
                </a:lnTo>
                <a:lnTo>
                  <a:pt x="4317" y="6483"/>
                </a:lnTo>
                <a:lnTo>
                  <a:pt x="5400" y="4237"/>
                </a:lnTo>
                <a:lnTo>
                  <a:pt x="7061" y="3296"/>
                </a:lnTo>
                <a:lnTo>
                  <a:pt x="8716" y="2504"/>
                </a:lnTo>
                <a:lnTo>
                  <a:pt x="10373" y="1847"/>
                </a:lnTo>
                <a:lnTo>
                  <a:pt x="12039" y="1309"/>
                </a:lnTo>
                <a:lnTo>
                  <a:pt x="13719" y="869"/>
                </a:lnTo>
                <a:lnTo>
                  <a:pt x="15417" y="517"/>
                </a:lnTo>
                <a:lnTo>
                  <a:pt x="17142" y="233"/>
                </a:lnTo>
                <a:lnTo>
                  <a:pt x="18900" y="0"/>
                </a:lnTo>
                <a:close/>
              </a:path>
            </a:pathLst>
          </a:custGeom>
          <a:solidFill>
            <a:srgbClr val="7B7B7B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3" name="contour_09961"/>
          <p:cNvSpPr/>
          <p:nvPr/>
        </p:nvSpPr>
        <p:spPr>
          <a:xfrm>
            <a:off x="10403051" y="4627875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9BEC5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4" name="contour_09962"/>
          <p:cNvSpPr/>
          <p:nvPr/>
        </p:nvSpPr>
        <p:spPr>
          <a:xfrm>
            <a:off x="6912103" y="4642451"/>
            <a:ext cx="65592" cy="30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0" y="434"/>
                </a:lnTo>
                <a:lnTo>
                  <a:pt x="3240" y="879"/>
                </a:lnTo>
                <a:lnTo>
                  <a:pt x="4860" y="1329"/>
                </a:lnTo>
                <a:lnTo>
                  <a:pt x="6480" y="1779"/>
                </a:lnTo>
                <a:lnTo>
                  <a:pt x="8100" y="2239"/>
                </a:lnTo>
                <a:lnTo>
                  <a:pt x="8770" y="2423"/>
                </a:lnTo>
                <a:lnTo>
                  <a:pt x="9950" y="2750"/>
                </a:lnTo>
                <a:lnTo>
                  <a:pt x="12655" y="3496"/>
                </a:lnTo>
                <a:lnTo>
                  <a:pt x="15331" y="4554"/>
                </a:lnTo>
                <a:lnTo>
                  <a:pt x="17201" y="5387"/>
                </a:lnTo>
                <a:lnTo>
                  <a:pt x="18514" y="6185"/>
                </a:lnTo>
                <a:lnTo>
                  <a:pt x="19519" y="7130"/>
                </a:lnTo>
                <a:lnTo>
                  <a:pt x="20465" y="8413"/>
                </a:lnTo>
                <a:lnTo>
                  <a:pt x="21600" y="10222"/>
                </a:lnTo>
                <a:lnTo>
                  <a:pt x="21600" y="13601"/>
                </a:lnTo>
                <a:lnTo>
                  <a:pt x="21600" y="17000"/>
                </a:lnTo>
                <a:lnTo>
                  <a:pt x="21600" y="20445"/>
                </a:lnTo>
                <a:lnTo>
                  <a:pt x="19898" y="20782"/>
                </a:lnTo>
                <a:lnTo>
                  <a:pt x="18209" y="21079"/>
                </a:lnTo>
                <a:lnTo>
                  <a:pt x="16531" y="21319"/>
                </a:lnTo>
                <a:lnTo>
                  <a:pt x="14858" y="21498"/>
                </a:lnTo>
                <a:lnTo>
                  <a:pt x="13190" y="21595"/>
                </a:lnTo>
                <a:lnTo>
                  <a:pt x="11522" y="21600"/>
                </a:lnTo>
                <a:lnTo>
                  <a:pt x="9852" y="21503"/>
                </a:lnTo>
                <a:lnTo>
                  <a:pt x="8177" y="21283"/>
                </a:lnTo>
                <a:lnTo>
                  <a:pt x="6494" y="20936"/>
                </a:lnTo>
                <a:lnTo>
                  <a:pt x="4800" y="20445"/>
                </a:lnTo>
                <a:lnTo>
                  <a:pt x="3667" y="17848"/>
                </a:lnTo>
                <a:lnTo>
                  <a:pt x="2731" y="15211"/>
                </a:lnTo>
                <a:lnTo>
                  <a:pt x="1963" y="12492"/>
                </a:lnTo>
                <a:lnTo>
                  <a:pt x="1337" y="9650"/>
                </a:lnTo>
                <a:lnTo>
                  <a:pt x="821" y="6650"/>
                </a:lnTo>
                <a:lnTo>
                  <a:pt x="384" y="3445"/>
                </a:lnTo>
                <a:lnTo>
                  <a:pt x="0" y="0"/>
                </a:lnTo>
                <a:close/>
              </a:path>
            </a:pathLst>
          </a:custGeom>
          <a:solidFill>
            <a:srgbClr val="ACAFB1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5" name="contour_09963"/>
          <p:cNvSpPr/>
          <p:nvPr/>
        </p:nvSpPr>
        <p:spPr>
          <a:xfrm>
            <a:off x="2532821" y="4620587"/>
            <a:ext cx="50214" cy="52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25" y="0"/>
                </a:moveTo>
                <a:lnTo>
                  <a:pt x="7141" y="1427"/>
                </a:lnTo>
                <a:lnTo>
                  <a:pt x="8358" y="2857"/>
                </a:lnTo>
                <a:lnTo>
                  <a:pt x="9574" y="4286"/>
                </a:lnTo>
                <a:lnTo>
                  <a:pt x="10787" y="5716"/>
                </a:lnTo>
                <a:lnTo>
                  <a:pt x="12001" y="7149"/>
                </a:lnTo>
                <a:lnTo>
                  <a:pt x="13129" y="8476"/>
                </a:lnTo>
                <a:lnTo>
                  <a:pt x="14264" y="9816"/>
                </a:lnTo>
                <a:lnTo>
                  <a:pt x="15415" y="11170"/>
                </a:lnTo>
                <a:lnTo>
                  <a:pt x="16640" y="12775"/>
                </a:lnTo>
                <a:lnTo>
                  <a:pt x="17772" y="14358"/>
                </a:lnTo>
                <a:lnTo>
                  <a:pt x="18822" y="15950"/>
                </a:lnTo>
                <a:lnTo>
                  <a:pt x="19804" y="17582"/>
                </a:lnTo>
                <a:lnTo>
                  <a:pt x="20725" y="19276"/>
                </a:lnTo>
                <a:lnTo>
                  <a:pt x="21600" y="21070"/>
                </a:lnTo>
                <a:lnTo>
                  <a:pt x="17446" y="21338"/>
                </a:lnTo>
                <a:lnTo>
                  <a:pt x="14161" y="21522"/>
                </a:lnTo>
                <a:lnTo>
                  <a:pt x="11577" y="21600"/>
                </a:lnTo>
                <a:lnTo>
                  <a:pt x="9533" y="21552"/>
                </a:lnTo>
                <a:lnTo>
                  <a:pt x="7859" y="21362"/>
                </a:lnTo>
                <a:lnTo>
                  <a:pt x="6395" y="21013"/>
                </a:lnTo>
                <a:lnTo>
                  <a:pt x="4978" y="20483"/>
                </a:lnTo>
                <a:lnTo>
                  <a:pt x="3439" y="19758"/>
                </a:lnTo>
                <a:lnTo>
                  <a:pt x="1615" y="18813"/>
                </a:lnTo>
                <a:lnTo>
                  <a:pt x="705" y="16781"/>
                </a:lnTo>
                <a:lnTo>
                  <a:pt x="185" y="14939"/>
                </a:lnTo>
                <a:lnTo>
                  <a:pt x="0" y="13205"/>
                </a:lnTo>
                <a:lnTo>
                  <a:pt x="100" y="11498"/>
                </a:lnTo>
                <a:lnTo>
                  <a:pt x="433" y="9737"/>
                </a:lnTo>
                <a:lnTo>
                  <a:pt x="940" y="7841"/>
                </a:lnTo>
                <a:lnTo>
                  <a:pt x="1577" y="5725"/>
                </a:lnTo>
                <a:lnTo>
                  <a:pt x="2326" y="4109"/>
                </a:lnTo>
                <a:lnTo>
                  <a:pt x="3032" y="2974"/>
                </a:lnTo>
                <a:lnTo>
                  <a:pt x="4094" y="1782"/>
                </a:lnTo>
                <a:lnTo>
                  <a:pt x="5925" y="0"/>
                </a:lnTo>
                <a:close/>
              </a:path>
            </a:pathLst>
          </a:custGeom>
          <a:solidFill>
            <a:srgbClr val="C4BCB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6" name="contour_09964"/>
          <p:cNvSpPr/>
          <p:nvPr/>
        </p:nvSpPr>
        <p:spPr>
          <a:xfrm>
            <a:off x="4128090" y="4620587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20263" y="16535"/>
                </a:lnTo>
                <a:lnTo>
                  <a:pt x="18927" y="16870"/>
                </a:lnTo>
                <a:lnTo>
                  <a:pt x="17588" y="17204"/>
                </a:lnTo>
                <a:lnTo>
                  <a:pt x="16251" y="17539"/>
                </a:lnTo>
                <a:lnTo>
                  <a:pt x="14912" y="17874"/>
                </a:lnTo>
                <a:lnTo>
                  <a:pt x="13569" y="18209"/>
                </a:lnTo>
                <a:lnTo>
                  <a:pt x="12226" y="18544"/>
                </a:lnTo>
                <a:lnTo>
                  <a:pt x="10881" y="18878"/>
                </a:lnTo>
                <a:lnTo>
                  <a:pt x="9533" y="19219"/>
                </a:lnTo>
                <a:lnTo>
                  <a:pt x="8182" y="19553"/>
                </a:lnTo>
                <a:lnTo>
                  <a:pt x="6828" y="19894"/>
                </a:lnTo>
                <a:lnTo>
                  <a:pt x="5471" y="20234"/>
                </a:lnTo>
                <a:lnTo>
                  <a:pt x="4110" y="20574"/>
                </a:lnTo>
                <a:lnTo>
                  <a:pt x="2745" y="20914"/>
                </a:lnTo>
                <a:lnTo>
                  <a:pt x="1375" y="21254"/>
                </a:lnTo>
                <a:lnTo>
                  <a:pt x="0" y="21600"/>
                </a:lnTo>
                <a:lnTo>
                  <a:pt x="0" y="18392"/>
                </a:lnTo>
                <a:lnTo>
                  <a:pt x="0" y="15174"/>
                </a:lnTo>
                <a:lnTo>
                  <a:pt x="0" y="11945"/>
                </a:lnTo>
                <a:lnTo>
                  <a:pt x="0" y="8689"/>
                </a:lnTo>
                <a:lnTo>
                  <a:pt x="0" y="5400"/>
                </a:lnTo>
                <a:lnTo>
                  <a:pt x="1227" y="5011"/>
                </a:lnTo>
                <a:lnTo>
                  <a:pt x="2455" y="4622"/>
                </a:lnTo>
                <a:lnTo>
                  <a:pt x="3682" y="4239"/>
                </a:lnTo>
                <a:lnTo>
                  <a:pt x="4909" y="3856"/>
                </a:lnTo>
                <a:lnTo>
                  <a:pt x="6136" y="3467"/>
                </a:lnTo>
                <a:lnTo>
                  <a:pt x="7364" y="3083"/>
                </a:lnTo>
                <a:lnTo>
                  <a:pt x="8591" y="2700"/>
                </a:lnTo>
                <a:lnTo>
                  <a:pt x="9202" y="2506"/>
                </a:lnTo>
                <a:lnTo>
                  <a:pt x="11045" y="1917"/>
                </a:lnTo>
                <a:lnTo>
                  <a:pt x="11637" y="1739"/>
                </a:lnTo>
                <a:lnTo>
                  <a:pt x="13423" y="1183"/>
                </a:lnTo>
                <a:lnTo>
                  <a:pt x="13965" y="1010"/>
                </a:lnTo>
                <a:lnTo>
                  <a:pt x="15605" y="497"/>
                </a:lnTo>
                <a:lnTo>
                  <a:pt x="16801" y="259"/>
                </a:lnTo>
                <a:lnTo>
                  <a:pt x="18001" y="113"/>
                </a:lnTo>
                <a:lnTo>
                  <a:pt x="19200" y="38"/>
                </a:lnTo>
                <a:lnTo>
                  <a:pt x="20400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675788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7" name="contour_09965"/>
          <p:cNvSpPr/>
          <p:nvPr/>
        </p:nvSpPr>
        <p:spPr>
          <a:xfrm>
            <a:off x="7926205" y="4613299"/>
            <a:ext cx="4265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8" y="0"/>
                </a:moveTo>
                <a:lnTo>
                  <a:pt x="9274" y="324"/>
                </a:lnTo>
                <a:lnTo>
                  <a:pt x="11713" y="648"/>
                </a:lnTo>
                <a:lnTo>
                  <a:pt x="14164" y="974"/>
                </a:lnTo>
                <a:lnTo>
                  <a:pt x="16625" y="1302"/>
                </a:lnTo>
                <a:lnTo>
                  <a:pt x="19102" y="1632"/>
                </a:lnTo>
                <a:lnTo>
                  <a:pt x="21600" y="1964"/>
                </a:lnTo>
                <a:lnTo>
                  <a:pt x="20762" y="3130"/>
                </a:lnTo>
                <a:lnTo>
                  <a:pt x="20102" y="3927"/>
                </a:lnTo>
                <a:lnTo>
                  <a:pt x="19264" y="4725"/>
                </a:lnTo>
                <a:lnTo>
                  <a:pt x="17910" y="5891"/>
                </a:lnTo>
                <a:lnTo>
                  <a:pt x="15470" y="5891"/>
                </a:lnTo>
                <a:lnTo>
                  <a:pt x="13016" y="5891"/>
                </a:lnTo>
                <a:lnTo>
                  <a:pt x="10529" y="5891"/>
                </a:lnTo>
                <a:lnTo>
                  <a:pt x="10835" y="7187"/>
                </a:lnTo>
                <a:lnTo>
                  <a:pt x="11138" y="8483"/>
                </a:lnTo>
                <a:lnTo>
                  <a:pt x="11444" y="9781"/>
                </a:lnTo>
                <a:lnTo>
                  <a:pt x="11747" y="11081"/>
                </a:lnTo>
                <a:lnTo>
                  <a:pt x="12053" y="12383"/>
                </a:lnTo>
                <a:lnTo>
                  <a:pt x="12359" y="13687"/>
                </a:lnTo>
                <a:lnTo>
                  <a:pt x="12666" y="14994"/>
                </a:lnTo>
                <a:lnTo>
                  <a:pt x="12975" y="16306"/>
                </a:lnTo>
                <a:lnTo>
                  <a:pt x="13285" y="17622"/>
                </a:lnTo>
                <a:lnTo>
                  <a:pt x="13595" y="18941"/>
                </a:lnTo>
                <a:lnTo>
                  <a:pt x="13905" y="20269"/>
                </a:lnTo>
                <a:lnTo>
                  <a:pt x="14219" y="21600"/>
                </a:lnTo>
                <a:lnTo>
                  <a:pt x="11780" y="21600"/>
                </a:lnTo>
                <a:lnTo>
                  <a:pt x="9326" y="21600"/>
                </a:lnTo>
                <a:lnTo>
                  <a:pt x="6838" y="21600"/>
                </a:lnTo>
                <a:lnTo>
                  <a:pt x="5473" y="20363"/>
                </a:lnTo>
                <a:lnTo>
                  <a:pt x="4226" y="19100"/>
                </a:lnTo>
                <a:lnTo>
                  <a:pt x="3115" y="17812"/>
                </a:lnTo>
                <a:lnTo>
                  <a:pt x="2148" y="16502"/>
                </a:lnTo>
                <a:lnTo>
                  <a:pt x="1343" y="15169"/>
                </a:lnTo>
                <a:lnTo>
                  <a:pt x="712" y="13820"/>
                </a:lnTo>
                <a:lnTo>
                  <a:pt x="269" y="12451"/>
                </a:lnTo>
                <a:lnTo>
                  <a:pt x="26" y="11069"/>
                </a:lnTo>
                <a:lnTo>
                  <a:pt x="0" y="9673"/>
                </a:lnTo>
                <a:lnTo>
                  <a:pt x="199" y="8265"/>
                </a:lnTo>
                <a:lnTo>
                  <a:pt x="638" y="6849"/>
                </a:lnTo>
                <a:lnTo>
                  <a:pt x="1565" y="5669"/>
                </a:lnTo>
                <a:lnTo>
                  <a:pt x="2521" y="4509"/>
                </a:lnTo>
                <a:lnTo>
                  <a:pt x="3517" y="3366"/>
                </a:lnTo>
                <a:lnTo>
                  <a:pt x="4565" y="2237"/>
                </a:lnTo>
                <a:lnTo>
                  <a:pt x="5668" y="1115"/>
                </a:lnTo>
                <a:lnTo>
                  <a:pt x="6838" y="0"/>
                </a:lnTo>
                <a:close/>
              </a:path>
            </a:pathLst>
          </a:custGeom>
          <a:solidFill>
            <a:srgbClr val="999C9C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8" name="contour_09966"/>
          <p:cNvSpPr/>
          <p:nvPr/>
        </p:nvSpPr>
        <p:spPr>
          <a:xfrm>
            <a:off x="10191699" y="459143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B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69" name="contour_09967"/>
          <p:cNvSpPr/>
          <p:nvPr/>
        </p:nvSpPr>
        <p:spPr>
          <a:xfrm>
            <a:off x="10352035" y="4547707"/>
            <a:ext cx="46366" cy="526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81" y="0"/>
                </a:moveTo>
                <a:lnTo>
                  <a:pt x="15553" y="625"/>
                </a:lnTo>
                <a:lnTo>
                  <a:pt x="16918" y="1146"/>
                </a:lnTo>
                <a:lnTo>
                  <a:pt x="18310" y="1840"/>
                </a:lnTo>
                <a:lnTo>
                  <a:pt x="20371" y="2992"/>
                </a:lnTo>
                <a:lnTo>
                  <a:pt x="20989" y="5167"/>
                </a:lnTo>
                <a:lnTo>
                  <a:pt x="21400" y="7304"/>
                </a:lnTo>
                <a:lnTo>
                  <a:pt x="21600" y="9416"/>
                </a:lnTo>
                <a:lnTo>
                  <a:pt x="21593" y="11523"/>
                </a:lnTo>
                <a:lnTo>
                  <a:pt x="21386" y="13638"/>
                </a:lnTo>
                <a:lnTo>
                  <a:pt x="20979" y="15777"/>
                </a:lnTo>
                <a:lnTo>
                  <a:pt x="20371" y="17953"/>
                </a:lnTo>
                <a:lnTo>
                  <a:pt x="18436" y="19239"/>
                </a:lnTo>
                <a:lnTo>
                  <a:pt x="16602" y="20158"/>
                </a:lnTo>
                <a:lnTo>
                  <a:pt x="14728" y="20801"/>
                </a:lnTo>
                <a:lnTo>
                  <a:pt x="12664" y="21250"/>
                </a:lnTo>
                <a:lnTo>
                  <a:pt x="10264" y="21600"/>
                </a:lnTo>
                <a:lnTo>
                  <a:pt x="7731" y="21046"/>
                </a:lnTo>
                <a:lnTo>
                  <a:pt x="6203" y="20221"/>
                </a:lnTo>
                <a:lnTo>
                  <a:pt x="4376" y="18419"/>
                </a:lnTo>
                <a:lnTo>
                  <a:pt x="3371" y="16561"/>
                </a:lnTo>
                <a:lnTo>
                  <a:pt x="2438" y="14703"/>
                </a:lnTo>
                <a:lnTo>
                  <a:pt x="1565" y="12827"/>
                </a:lnTo>
                <a:lnTo>
                  <a:pt x="754" y="10924"/>
                </a:lnTo>
                <a:lnTo>
                  <a:pt x="0" y="8976"/>
                </a:lnTo>
                <a:lnTo>
                  <a:pt x="2241" y="8976"/>
                </a:lnTo>
                <a:lnTo>
                  <a:pt x="4485" y="8976"/>
                </a:lnTo>
                <a:lnTo>
                  <a:pt x="6739" y="8976"/>
                </a:lnTo>
                <a:lnTo>
                  <a:pt x="9004" y="8976"/>
                </a:lnTo>
                <a:lnTo>
                  <a:pt x="11282" y="8976"/>
                </a:lnTo>
                <a:lnTo>
                  <a:pt x="13581" y="8976"/>
                </a:lnTo>
                <a:lnTo>
                  <a:pt x="13581" y="7199"/>
                </a:lnTo>
                <a:lnTo>
                  <a:pt x="13581" y="5416"/>
                </a:lnTo>
                <a:lnTo>
                  <a:pt x="13581" y="3626"/>
                </a:lnTo>
                <a:lnTo>
                  <a:pt x="13581" y="1822"/>
                </a:lnTo>
                <a:lnTo>
                  <a:pt x="13581" y="0"/>
                </a:lnTo>
                <a:close/>
              </a:path>
            </a:pathLst>
          </a:custGeom>
          <a:solidFill>
            <a:srgbClr val="3C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0" name="contour_09968"/>
          <p:cNvSpPr/>
          <p:nvPr/>
        </p:nvSpPr>
        <p:spPr>
          <a:xfrm>
            <a:off x="8340549" y="4554995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621" y="1435"/>
                </a:lnTo>
                <a:lnTo>
                  <a:pt x="4558" y="2894"/>
                </a:lnTo>
                <a:lnTo>
                  <a:pt x="6110" y="4200"/>
                </a:lnTo>
                <a:lnTo>
                  <a:pt x="7687" y="5280"/>
                </a:lnTo>
                <a:lnTo>
                  <a:pt x="9291" y="6165"/>
                </a:lnTo>
                <a:lnTo>
                  <a:pt x="10924" y="6881"/>
                </a:lnTo>
                <a:lnTo>
                  <a:pt x="12595" y="7461"/>
                </a:lnTo>
                <a:lnTo>
                  <a:pt x="14302" y="7927"/>
                </a:lnTo>
                <a:lnTo>
                  <a:pt x="16054" y="8310"/>
                </a:lnTo>
                <a:lnTo>
                  <a:pt x="17850" y="8643"/>
                </a:lnTo>
                <a:lnTo>
                  <a:pt x="19699" y="8949"/>
                </a:lnTo>
                <a:lnTo>
                  <a:pt x="21600" y="9257"/>
                </a:lnTo>
                <a:lnTo>
                  <a:pt x="21155" y="11294"/>
                </a:lnTo>
                <a:lnTo>
                  <a:pt x="20709" y="13333"/>
                </a:lnTo>
                <a:lnTo>
                  <a:pt x="20261" y="15382"/>
                </a:lnTo>
                <a:lnTo>
                  <a:pt x="19810" y="17440"/>
                </a:lnTo>
                <a:lnTo>
                  <a:pt x="19356" y="19511"/>
                </a:lnTo>
                <a:lnTo>
                  <a:pt x="18900" y="21600"/>
                </a:lnTo>
                <a:lnTo>
                  <a:pt x="15244" y="20097"/>
                </a:lnTo>
                <a:lnTo>
                  <a:pt x="12185" y="18826"/>
                </a:lnTo>
                <a:lnTo>
                  <a:pt x="9661" y="17740"/>
                </a:lnTo>
                <a:lnTo>
                  <a:pt x="7598" y="16796"/>
                </a:lnTo>
                <a:lnTo>
                  <a:pt x="5937" y="15953"/>
                </a:lnTo>
                <a:lnTo>
                  <a:pt x="4609" y="15166"/>
                </a:lnTo>
                <a:lnTo>
                  <a:pt x="3553" y="14395"/>
                </a:lnTo>
                <a:lnTo>
                  <a:pt x="2697" y="13596"/>
                </a:lnTo>
                <a:lnTo>
                  <a:pt x="1982" y="12725"/>
                </a:lnTo>
                <a:lnTo>
                  <a:pt x="1336" y="11741"/>
                </a:lnTo>
                <a:lnTo>
                  <a:pt x="697" y="10599"/>
                </a:lnTo>
                <a:lnTo>
                  <a:pt x="0" y="9257"/>
                </a:lnTo>
                <a:lnTo>
                  <a:pt x="508" y="6776"/>
                </a:lnTo>
                <a:lnTo>
                  <a:pt x="902" y="5054"/>
                </a:lnTo>
                <a:lnTo>
                  <a:pt x="1312" y="3647"/>
                </a:lnTo>
                <a:lnTo>
                  <a:pt x="1868" y="2111"/>
                </a:lnTo>
                <a:lnTo>
                  <a:pt x="2700" y="0"/>
                </a:lnTo>
                <a:close/>
              </a:path>
            </a:pathLst>
          </a:custGeom>
          <a:solidFill>
            <a:srgbClr val="9E8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1" name="contour_09969"/>
          <p:cNvSpPr/>
          <p:nvPr/>
        </p:nvSpPr>
        <p:spPr>
          <a:xfrm>
            <a:off x="5469080" y="4569571"/>
            <a:ext cx="9474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3006" y="523"/>
                </a:lnTo>
                <a:lnTo>
                  <a:pt x="4249" y="1058"/>
                </a:lnTo>
                <a:lnTo>
                  <a:pt x="5405" y="1646"/>
                </a:lnTo>
                <a:lnTo>
                  <a:pt x="6490" y="2324"/>
                </a:lnTo>
                <a:lnTo>
                  <a:pt x="7518" y="3136"/>
                </a:lnTo>
                <a:lnTo>
                  <a:pt x="8502" y="4117"/>
                </a:lnTo>
                <a:lnTo>
                  <a:pt x="9459" y="5309"/>
                </a:lnTo>
                <a:lnTo>
                  <a:pt x="10403" y="6752"/>
                </a:lnTo>
                <a:lnTo>
                  <a:pt x="11345" y="8480"/>
                </a:lnTo>
                <a:lnTo>
                  <a:pt x="12304" y="10536"/>
                </a:lnTo>
                <a:lnTo>
                  <a:pt x="13292" y="12960"/>
                </a:lnTo>
                <a:lnTo>
                  <a:pt x="14387" y="13656"/>
                </a:lnTo>
                <a:lnTo>
                  <a:pt x="15482" y="14278"/>
                </a:lnTo>
                <a:lnTo>
                  <a:pt x="16577" y="14831"/>
                </a:lnTo>
                <a:lnTo>
                  <a:pt x="17677" y="15332"/>
                </a:lnTo>
                <a:lnTo>
                  <a:pt x="18784" y="15794"/>
                </a:lnTo>
                <a:lnTo>
                  <a:pt x="19900" y="16217"/>
                </a:lnTo>
                <a:lnTo>
                  <a:pt x="20743" y="16744"/>
                </a:lnTo>
                <a:lnTo>
                  <a:pt x="21600" y="17280"/>
                </a:lnTo>
                <a:lnTo>
                  <a:pt x="21600" y="19423"/>
                </a:lnTo>
                <a:lnTo>
                  <a:pt x="21600" y="21600"/>
                </a:lnTo>
                <a:lnTo>
                  <a:pt x="20424" y="21293"/>
                </a:lnTo>
                <a:lnTo>
                  <a:pt x="19246" y="20978"/>
                </a:lnTo>
                <a:lnTo>
                  <a:pt x="18069" y="20667"/>
                </a:lnTo>
                <a:lnTo>
                  <a:pt x="16891" y="20347"/>
                </a:lnTo>
                <a:lnTo>
                  <a:pt x="15715" y="20028"/>
                </a:lnTo>
                <a:lnTo>
                  <a:pt x="14538" y="19708"/>
                </a:lnTo>
                <a:lnTo>
                  <a:pt x="14043" y="19583"/>
                </a:lnTo>
                <a:lnTo>
                  <a:pt x="12546" y="19194"/>
                </a:lnTo>
                <a:lnTo>
                  <a:pt x="11377" y="18848"/>
                </a:lnTo>
                <a:lnTo>
                  <a:pt x="10217" y="18455"/>
                </a:lnTo>
                <a:lnTo>
                  <a:pt x="9069" y="18023"/>
                </a:lnTo>
                <a:lnTo>
                  <a:pt x="7927" y="17544"/>
                </a:lnTo>
                <a:lnTo>
                  <a:pt x="6791" y="17021"/>
                </a:lnTo>
                <a:lnTo>
                  <a:pt x="5659" y="16455"/>
                </a:lnTo>
                <a:lnTo>
                  <a:pt x="4531" y="15846"/>
                </a:lnTo>
                <a:lnTo>
                  <a:pt x="3401" y="15189"/>
                </a:lnTo>
                <a:lnTo>
                  <a:pt x="2271" y="14494"/>
                </a:lnTo>
                <a:lnTo>
                  <a:pt x="1138" y="13746"/>
                </a:lnTo>
                <a:lnTo>
                  <a:pt x="0" y="12960"/>
                </a:lnTo>
                <a:lnTo>
                  <a:pt x="329" y="10394"/>
                </a:lnTo>
                <a:lnTo>
                  <a:pt x="660" y="7819"/>
                </a:lnTo>
                <a:lnTo>
                  <a:pt x="990" y="5236"/>
                </a:lnTo>
                <a:lnTo>
                  <a:pt x="1324" y="2631"/>
                </a:lnTo>
                <a:lnTo>
                  <a:pt x="1662" y="0"/>
                </a:lnTo>
                <a:close/>
              </a:path>
            </a:pathLst>
          </a:custGeom>
          <a:solidFill>
            <a:srgbClr val="DDE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2" name="contour_09970"/>
          <p:cNvSpPr/>
          <p:nvPr/>
        </p:nvSpPr>
        <p:spPr>
          <a:xfrm>
            <a:off x="1569845" y="4561364"/>
            <a:ext cx="58464" cy="407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7"/>
                </a:moveTo>
                <a:lnTo>
                  <a:pt x="21573" y="3094"/>
                </a:lnTo>
                <a:lnTo>
                  <a:pt x="21500" y="5616"/>
                </a:lnTo>
                <a:lnTo>
                  <a:pt x="21366" y="8064"/>
                </a:lnTo>
                <a:lnTo>
                  <a:pt x="21140" y="10458"/>
                </a:lnTo>
                <a:lnTo>
                  <a:pt x="20803" y="12817"/>
                </a:lnTo>
                <a:lnTo>
                  <a:pt x="20334" y="15153"/>
                </a:lnTo>
                <a:lnTo>
                  <a:pt x="19710" y="17485"/>
                </a:lnTo>
                <a:lnTo>
                  <a:pt x="18907" y="19825"/>
                </a:lnTo>
                <a:lnTo>
                  <a:pt x="17063" y="20575"/>
                </a:lnTo>
                <a:lnTo>
                  <a:pt x="15259" y="21117"/>
                </a:lnTo>
                <a:lnTo>
                  <a:pt x="13482" y="21453"/>
                </a:lnTo>
                <a:lnTo>
                  <a:pt x="11724" y="21600"/>
                </a:lnTo>
                <a:lnTo>
                  <a:pt x="9971" y="21565"/>
                </a:lnTo>
                <a:lnTo>
                  <a:pt x="8210" y="21360"/>
                </a:lnTo>
                <a:lnTo>
                  <a:pt x="6427" y="20997"/>
                </a:lnTo>
                <a:lnTo>
                  <a:pt x="4612" y="20478"/>
                </a:lnTo>
                <a:lnTo>
                  <a:pt x="2752" y="19825"/>
                </a:lnTo>
                <a:lnTo>
                  <a:pt x="1357" y="17179"/>
                </a:lnTo>
                <a:lnTo>
                  <a:pt x="520" y="15253"/>
                </a:lnTo>
                <a:lnTo>
                  <a:pt x="110" y="13490"/>
                </a:lnTo>
                <a:lnTo>
                  <a:pt x="0" y="11332"/>
                </a:lnTo>
                <a:lnTo>
                  <a:pt x="59" y="8222"/>
                </a:lnTo>
                <a:lnTo>
                  <a:pt x="1626" y="6072"/>
                </a:lnTo>
                <a:lnTo>
                  <a:pt x="3218" y="4316"/>
                </a:lnTo>
                <a:lnTo>
                  <a:pt x="4839" y="2912"/>
                </a:lnTo>
                <a:lnTo>
                  <a:pt x="6497" y="1833"/>
                </a:lnTo>
                <a:lnTo>
                  <a:pt x="8196" y="1036"/>
                </a:lnTo>
                <a:lnTo>
                  <a:pt x="9938" y="491"/>
                </a:lnTo>
                <a:lnTo>
                  <a:pt x="11732" y="159"/>
                </a:lnTo>
                <a:lnTo>
                  <a:pt x="13579" y="8"/>
                </a:lnTo>
                <a:lnTo>
                  <a:pt x="15482" y="0"/>
                </a:lnTo>
                <a:lnTo>
                  <a:pt x="17453" y="101"/>
                </a:lnTo>
                <a:lnTo>
                  <a:pt x="19489" y="275"/>
                </a:lnTo>
                <a:lnTo>
                  <a:pt x="21600" y="487"/>
                </a:lnTo>
                <a:close/>
              </a:path>
            </a:pathLst>
          </a:custGeom>
          <a:solidFill>
            <a:srgbClr val="A79677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3" name="contour_09971"/>
          <p:cNvSpPr/>
          <p:nvPr/>
        </p:nvSpPr>
        <p:spPr>
          <a:xfrm>
            <a:off x="2750055" y="4562283"/>
            <a:ext cx="4433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46" y="0"/>
                </a:moveTo>
                <a:lnTo>
                  <a:pt x="7372" y="13"/>
                </a:lnTo>
                <a:lnTo>
                  <a:pt x="9879" y="119"/>
                </a:lnTo>
                <a:lnTo>
                  <a:pt x="11721" y="402"/>
                </a:lnTo>
                <a:lnTo>
                  <a:pt x="13273" y="950"/>
                </a:lnTo>
                <a:lnTo>
                  <a:pt x="14892" y="1858"/>
                </a:lnTo>
                <a:lnTo>
                  <a:pt x="16941" y="3208"/>
                </a:lnTo>
                <a:lnTo>
                  <a:pt x="18575" y="4517"/>
                </a:lnTo>
                <a:lnTo>
                  <a:pt x="19604" y="5465"/>
                </a:lnTo>
                <a:lnTo>
                  <a:pt x="20467" y="6504"/>
                </a:lnTo>
                <a:lnTo>
                  <a:pt x="21600" y="8100"/>
                </a:lnTo>
                <a:lnTo>
                  <a:pt x="21483" y="9863"/>
                </a:lnTo>
                <a:lnTo>
                  <a:pt x="21256" y="11583"/>
                </a:lnTo>
                <a:lnTo>
                  <a:pt x="20925" y="13273"/>
                </a:lnTo>
                <a:lnTo>
                  <a:pt x="20499" y="14944"/>
                </a:lnTo>
                <a:lnTo>
                  <a:pt x="19988" y="16602"/>
                </a:lnTo>
                <a:lnTo>
                  <a:pt x="19406" y="18257"/>
                </a:lnTo>
                <a:lnTo>
                  <a:pt x="18756" y="19921"/>
                </a:lnTo>
                <a:lnTo>
                  <a:pt x="18049" y="21600"/>
                </a:lnTo>
                <a:lnTo>
                  <a:pt x="15901" y="20525"/>
                </a:lnTo>
                <a:lnTo>
                  <a:pt x="13792" y="19443"/>
                </a:lnTo>
                <a:lnTo>
                  <a:pt x="11721" y="18341"/>
                </a:lnTo>
                <a:lnTo>
                  <a:pt x="9694" y="17212"/>
                </a:lnTo>
                <a:lnTo>
                  <a:pt x="7716" y="16043"/>
                </a:lnTo>
                <a:lnTo>
                  <a:pt x="5781" y="14826"/>
                </a:lnTo>
                <a:lnTo>
                  <a:pt x="3899" y="13554"/>
                </a:lnTo>
                <a:lnTo>
                  <a:pt x="2070" y="12215"/>
                </a:lnTo>
                <a:lnTo>
                  <a:pt x="295" y="10800"/>
                </a:lnTo>
                <a:lnTo>
                  <a:pt x="0" y="8637"/>
                </a:lnTo>
                <a:lnTo>
                  <a:pt x="82" y="6850"/>
                </a:lnTo>
                <a:lnTo>
                  <a:pt x="526" y="5265"/>
                </a:lnTo>
                <a:lnTo>
                  <a:pt x="1310" y="3710"/>
                </a:lnTo>
                <a:lnTo>
                  <a:pt x="2425" y="2014"/>
                </a:lnTo>
                <a:lnTo>
                  <a:pt x="3846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4" name="contour_09972"/>
          <p:cNvSpPr/>
          <p:nvPr/>
        </p:nvSpPr>
        <p:spPr>
          <a:xfrm>
            <a:off x="8573765" y="454770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48" y="97"/>
                </a:lnTo>
                <a:lnTo>
                  <a:pt x="4258" y="234"/>
                </a:lnTo>
                <a:lnTo>
                  <a:pt x="6338" y="421"/>
                </a:lnTo>
                <a:lnTo>
                  <a:pt x="8393" y="680"/>
                </a:lnTo>
                <a:lnTo>
                  <a:pt x="10430" y="1026"/>
                </a:lnTo>
                <a:lnTo>
                  <a:pt x="12457" y="1476"/>
                </a:lnTo>
                <a:lnTo>
                  <a:pt x="14475" y="2041"/>
                </a:lnTo>
                <a:lnTo>
                  <a:pt x="16490" y="2747"/>
                </a:lnTo>
                <a:lnTo>
                  <a:pt x="18514" y="3600"/>
                </a:lnTo>
                <a:lnTo>
                  <a:pt x="19409" y="5792"/>
                </a:lnTo>
                <a:lnTo>
                  <a:pt x="20113" y="7967"/>
                </a:lnTo>
                <a:lnTo>
                  <a:pt x="20647" y="10141"/>
                </a:lnTo>
                <a:lnTo>
                  <a:pt x="21038" y="12334"/>
                </a:lnTo>
                <a:lnTo>
                  <a:pt x="21304" y="14558"/>
                </a:lnTo>
                <a:lnTo>
                  <a:pt x="21473" y="16834"/>
                </a:lnTo>
                <a:lnTo>
                  <a:pt x="21563" y="19174"/>
                </a:lnTo>
                <a:lnTo>
                  <a:pt x="21600" y="21600"/>
                </a:lnTo>
                <a:lnTo>
                  <a:pt x="19455" y="21006"/>
                </a:lnTo>
                <a:lnTo>
                  <a:pt x="17339" y="20390"/>
                </a:lnTo>
                <a:lnTo>
                  <a:pt x="15243" y="19735"/>
                </a:lnTo>
                <a:lnTo>
                  <a:pt x="13173" y="19033"/>
                </a:lnTo>
                <a:lnTo>
                  <a:pt x="11121" y="18270"/>
                </a:lnTo>
                <a:lnTo>
                  <a:pt x="9087" y="17438"/>
                </a:lnTo>
                <a:lnTo>
                  <a:pt x="7072" y="16524"/>
                </a:lnTo>
                <a:lnTo>
                  <a:pt x="5073" y="15516"/>
                </a:lnTo>
                <a:lnTo>
                  <a:pt x="3086" y="14400"/>
                </a:lnTo>
                <a:lnTo>
                  <a:pt x="1956" y="11977"/>
                </a:lnTo>
                <a:lnTo>
                  <a:pt x="1179" y="9749"/>
                </a:lnTo>
                <a:lnTo>
                  <a:pt x="673" y="7574"/>
                </a:lnTo>
                <a:lnTo>
                  <a:pt x="361" y="5317"/>
                </a:lnTo>
                <a:lnTo>
                  <a:pt x="164" y="2837"/>
                </a:lnTo>
                <a:lnTo>
                  <a:pt x="0" y="0"/>
                </a:lnTo>
                <a:close/>
              </a:path>
            </a:pathLst>
          </a:custGeom>
          <a:solidFill>
            <a:srgbClr val="DADAD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5" name="contour_09973"/>
          <p:cNvSpPr/>
          <p:nvPr/>
        </p:nvSpPr>
        <p:spPr>
          <a:xfrm>
            <a:off x="8260381" y="4496691"/>
            <a:ext cx="58304" cy="66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915" y="1100"/>
                </a:lnTo>
                <a:lnTo>
                  <a:pt x="20536" y="1959"/>
                </a:lnTo>
                <a:lnTo>
                  <a:pt x="21011" y="3019"/>
                </a:lnTo>
                <a:lnTo>
                  <a:pt x="21600" y="4720"/>
                </a:lnTo>
                <a:lnTo>
                  <a:pt x="20668" y="6257"/>
                </a:lnTo>
                <a:lnTo>
                  <a:pt x="19726" y="7715"/>
                </a:lnTo>
                <a:lnTo>
                  <a:pt x="18757" y="9122"/>
                </a:lnTo>
                <a:lnTo>
                  <a:pt x="17747" y="10500"/>
                </a:lnTo>
                <a:lnTo>
                  <a:pt x="16675" y="11876"/>
                </a:lnTo>
                <a:lnTo>
                  <a:pt x="15525" y="13276"/>
                </a:lnTo>
                <a:lnTo>
                  <a:pt x="14639" y="14430"/>
                </a:lnTo>
                <a:lnTo>
                  <a:pt x="13743" y="15598"/>
                </a:lnTo>
                <a:lnTo>
                  <a:pt x="12703" y="16840"/>
                </a:lnTo>
                <a:lnTo>
                  <a:pt x="11659" y="18015"/>
                </a:lnTo>
                <a:lnTo>
                  <a:pt x="10570" y="19134"/>
                </a:lnTo>
                <a:lnTo>
                  <a:pt x="9396" y="20205"/>
                </a:lnTo>
                <a:lnTo>
                  <a:pt x="8100" y="21241"/>
                </a:lnTo>
                <a:lnTo>
                  <a:pt x="5867" y="21480"/>
                </a:lnTo>
                <a:lnTo>
                  <a:pt x="4331" y="21600"/>
                </a:lnTo>
                <a:lnTo>
                  <a:pt x="3100" y="21600"/>
                </a:lnTo>
                <a:lnTo>
                  <a:pt x="1785" y="21480"/>
                </a:lnTo>
                <a:lnTo>
                  <a:pt x="0" y="21241"/>
                </a:lnTo>
                <a:lnTo>
                  <a:pt x="815" y="19594"/>
                </a:lnTo>
                <a:lnTo>
                  <a:pt x="1685" y="18015"/>
                </a:lnTo>
                <a:lnTo>
                  <a:pt x="2608" y="16504"/>
                </a:lnTo>
                <a:lnTo>
                  <a:pt x="3588" y="15051"/>
                </a:lnTo>
                <a:lnTo>
                  <a:pt x="4617" y="13651"/>
                </a:lnTo>
                <a:lnTo>
                  <a:pt x="5697" y="12299"/>
                </a:lnTo>
                <a:lnTo>
                  <a:pt x="6823" y="10986"/>
                </a:lnTo>
                <a:lnTo>
                  <a:pt x="7997" y="9710"/>
                </a:lnTo>
                <a:lnTo>
                  <a:pt x="9218" y="8461"/>
                </a:lnTo>
                <a:lnTo>
                  <a:pt x="10481" y="7234"/>
                </a:lnTo>
                <a:lnTo>
                  <a:pt x="11788" y="6023"/>
                </a:lnTo>
                <a:lnTo>
                  <a:pt x="13136" y="4824"/>
                </a:lnTo>
                <a:lnTo>
                  <a:pt x="14521" y="3628"/>
                </a:lnTo>
                <a:lnTo>
                  <a:pt x="15946" y="2429"/>
                </a:lnTo>
                <a:lnTo>
                  <a:pt x="17404" y="1223"/>
                </a:lnTo>
                <a:lnTo>
                  <a:pt x="18900" y="0"/>
                </a:lnTo>
                <a:close/>
              </a:path>
            </a:pathLst>
          </a:custGeom>
          <a:solidFill>
            <a:srgbClr val="DEE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6" name="contour_09974"/>
          <p:cNvSpPr/>
          <p:nvPr/>
        </p:nvSpPr>
        <p:spPr>
          <a:xfrm>
            <a:off x="10614402" y="4487195"/>
            <a:ext cx="58304" cy="386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27" y="8"/>
                </a:moveTo>
                <a:lnTo>
                  <a:pt x="7525" y="0"/>
                </a:lnTo>
                <a:lnTo>
                  <a:pt x="9274" y="37"/>
                </a:lnTo>
                <a:lnTo>
                  <a:pt x="10994" y="151"/>
                </a:lnTo>
                <a:lnTo>
                  <a:pt x="12706" y="371"/>
                </a:lnTo>
                <a:lnTo>
                  <a:pt x="14434" y="721"/>
                </a:lnTo>
                <a:lnTo>
                  <a:pt x="16200" y="1234"/>
                </a:lnTo>
                <a:lnTo>
                  <a:pt x="17701" y="3837"/>
                </a:lnTo>
                <a:lnTo>
                  <a:pt x="18762" y="5759"/>
                </a:lnTo>
                <a:lnTo>
                  <a:pt x="19532" y="7344"/>
                </a:lnTo>
                <a:lnTo>
                  <a:pt x="20161" y="8928"/>
                </a:lnTo>
                <a:lnTo>
                  <a:pt x="20801" y="10851"/>
                </a:lnTo>
                <a:lnTo>
                  <a:pt x="21600" y="13454"/>
                </a:lnTo>
                <a:lnTo>
                  <a:pt x="19961" y="14790"/>
                </a:lnTo>
                <a:lnTo>
                  <a:pt x="18330" y="16060"/>
                </a:lnTo>
                <a:lnTo>
                  <a:pt x="16699" y="17254"/>
                </a:lnTo>
                <a:lnTo>
                  <a:pt x="15055" y="18354"/>
                </a:lnTo>
                <a:lnTo>
                  <a:pt x="13387" y="19352"/>
                </a:lnTo>
                <a:lnTo>
                  <a:pt x="11678" y="20231"/>
                </a:lnTo>
                <a:lnTo>
                  <a:pt x="9920" y="20985"/>
                </a:lnTo>
                <a:lnTo>
                  <a:pt x="8100" y="21600"/>
                </a:lnTo>
                <a:lnTo>
                  <a:pt x="6261" y="20195"/>
                </a:lnTo>
                <a:lnTo>
                  <a:pt x="4633" y="18590"/>
                </a:lnTo>
                <a:lnTo>
                  <a:pt x="3205" y="16745"/>
                </a:lnTo>
                <a:lnTo>
                  <a:pt x="1966" y="14623"/>
                </a:lnTo>
                <a:lnTo>
                  <a:pt x="902" y="12183"/>
                </a:lnTo>
                <a:lnTo>
                  <a:pt x="0" y="9381"/>
                </a:lnTo>
                <a:lnTo>
                  <a:pt x="599" y="6260"/>
                </a:lnTo>
                <a:lnTo>
                  <a:pt x="1299" y="3959"/>
                </a:lnTo>
                <a:lnTo>
                  <a:pt x="2271" y="2281"/>
                </a:lnTo>
                <a:lnTo>
                  <a:pt x="3688" y="1031"/>
                </a:lnTo>
                <a:lnTo>
                  <a:pt x="5727" y="8"/>
                </a:lnTo>
                <a:close/>
              </a:path>
            </a:pathLst>
          </a:custGeom>
          <a:solidFill>
            <a:srgbClr val="EDDCA0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7" name="contour_09975"/>
          <p:cNvSpPr/>
          <p:nvPr/>
        </p:nvSpPr>
        <p:spPr>
          <a:xfrm>
            <a:off x="5286881" y="449669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3" y="2138"/>
                </a:lnTo>
                <a:lnTo>
                  <a:pt x="1786" y="4285"/>
                </a:lnTo>
                <a:lnTo>
                  <a:pt x="2689" y="6450"/>
                </a:lnTo>
                <a:lnTo>
                  <a:pt x="3600" y="8640"/>
                </a:lnTo>
                <a:lnTo>
                  <a:pt x="6156" y="8558"/>
                </a:lnTo>
                <a:lnTo>
                  <a:pt x="7967" y="8364"/>
                </a:lnTo>
                <a:lnTo>
                  <a:pt x="9904" y="7901"/>
                </a:lnTo>
                <a:lnTo>
                  <a:pt x="12823" y="7020"/>
                </a:lnTo>
                <a:lnTo>
                  <a:pt x="15289" y="6299"/>
                </a:lnTo>
                <a:lnTo>
                  <a:pt x="17788" y="5568"/>
                </a:lnTo>
                <a:lnTo>
                  <a:pt x="18738" y="5257"/>
                </a:lnTo>
                <a:lnTo>
                  <a:pt x="21600" y="4320"/>
                </a:lnTo>
                <a:lnTo>
                  <a:pt x="21600" y="7171"/>
                </a:lnTo>
                <a:lnTo>
                  <a:pt x="21600" y="10027"/>
                </a:lnTo>
                <a:lnTo>
                  <a:pt x="21600" y="12895"/>
                </a:lnTo>
                <a:lnTo>
                  <a:pt x="21600" y="15777"/>
                </a:lnTo>
                <a:lnTo>
                  <a:pt x="21600" y="1867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57554C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8" name="contour_09976"/>
          <p:cNvSpPr/>
          <p:nvPr/>
        </p:nvSpPr>
        <p:spPr>
          <a:xfrm>
            <a:off x="863070" y="4502339"/>
            <a:ext cx="36440" cy="52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673"/>
                </a:moveTo>
                <a:lnTo>
                  <a:pt x="7318" y="215"/>
                </a:lnTo>
                <a:lnTo>
                  <a:pt x="10122" y="9"/>
                </a:lnTo>
                <a:lnTo>
                  <a:pt x="12839" y="0"/>
                </a:lnTo>
                <a:lnTo>
                  <a:pt x="15582" y="144"/>
                </a:lnTo>
                <a:lnTo>
                  <a:pt x="18468" y="386"/>
                </a:lnTo>
                <a:lnTo>
                  <a:pt x="21600" y="673"/>
                </a:lnTo>
                <a:lnTo>
                  <a:pt x="21172" y="2744"/>
                </a:lnTo>
                <a:lnTo>
                  <a:pt x="20745" y="4819"/>
                </a:lnTo>
                <a:lnTo>
                  <a:pt x="20317" y="6894"/>
                </a:lnTo>
                <a:lnTo>
                  <a:pt x="19885" y="8972"/>
                </a:lnTo>
                <a:lnTo>
                  <a:pt x="19457" y="11059"/>
                </a:lnTo>
                <a:lnTo>
                  <a:pt x="19025" y="13148"/>
                </a:lnTo>
                <a:lnTo>
                  <a:pt x="18593" y="15247"/>
                </a:lnTo>
                <a:lnTo>
                  <a:pt x="18157" y="17355"/>
                </a:lnTo>
                <a:lnTo>
                  <a:pt x="17721" y="19471"/>
                </a:lnTo>
                <a:lnTo>
                  <a:pt x="17280" y="21600"/>
                </a:lnTo>
                <a:lnTo>
                  <a:pt x="14429" y="21107"/>
                </a:lnTo>
                <a:lnTo>
                  <a:pt x="11573" y="20613"/>
                </a:lnTo>
                <a:lnTo>
                  <a:pt x="8705" y="20117"/>
                </a:lnTo>
                <a:lnTo>
                  <a:pt x="5823" y="19618"/>
                </a:lnTo>
                <a:lnTo>
                  <a:pt x="2925" y="19116"/>
                </a:lnTo>
                <a:lnTo>
                  <a:pt x="0" y="18610"/>
                </a:lnTo>
                <a:lnTo>
                  <a:pt x="2856" y="18610"/>
                </a:lnTo>
                <a:lnTo>
                  <a:pt x="5728" y="18610"/>
                </a:lnTo>
                <a:lnTo>
                  <a:pt x="8640" y="18610"/>
                </a:lnTo>
                <a:lnTo>
                  <a:pt x="8640" y="16634"/>
                </a:lnTo>
                <a:lnTo>
                  <a:pt x="8640" y="14646"/>
                </a:lnTo>
                <a:lnTo>
                  <a:pt x="8640" y="12631"/>
                </a:lnTo>
                <a:lnTo>
                  <a:pt x="5784" y="12631"/>
                </a:lnTo>
                <a:lnTo>
                  <a:pt x="2912" y="12631"/>
                </a:lnTo>
                <a:lnTo>
                  <a:pt x="0" y="12631"/>
                </a:lnTo>
                <a:lnTo>
                  <a:pt x="302" y="10514"/>
                </a:lnTo>
                <a:lnTo>
                  <a:pt x="696" y="8467"/>
                </a:lnTo>
                <a:lnTo>
                  <a:pt x="1231" y="6470"/>
                </a:lnTo>
                <a:lnTo>
                  <a:pt x="1974" y="4514"/>
                </a:lnTo>
                <a:lnTo>
                  <a:pt x="2985" y="2589"/>
                </a:lnTo>
                <a:lnTo>
                  <a:pt x="4320" y="673"/>
                </a:lnTo>
                <a:close/>
              </a:path>
            </a:pathLst>
          </a:custGeom>
          <a:solidFill>
            <a:srgbClr val="F6F6F3"/>
          </a:solidFill>
          <a:ln>
            <a:noFill/>
          </a:ln>
        </p:spPr>
        <p:txBody>
          <a:bodyPr/>
          <a:lstStyle/>
          <a:p/>
        </p:txBody>
      </p:sp>
      <p:sp>
        <p:nvSpPr>
          <p:cNvPr id="9979" name="contour_09977"/>
          <p:cNvSpPr/>
          <p:nvPr/>
        </p:nvSpPr>
        <p:spPr>
          <a:xfrm>
            <a:off x="4594521" y="4482115"/>
            <a:ext cx="94744" cy="384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15" y="0"/>
                </a:moveTo>
                <a:lnTo>
                  <a:pt x="16924" y="1903"/>
                </a:lnTo>
                <a:lnTo>
                  <a:pt x="17238" y="3839"/>
                </a:lnTo>
                <a:lnTo>
                  <a:pt x="17955" y="6451"/>
                </a:lnTo>
                <a:lnTo>
                  <a:pt x="18682" y="8330"/>
                </a:lnTo>
                <a:lnTo>
                  <a:pt x="19488" y="9750"/>
                </a:lnTo>
                <a:lnTo>
                  <a:pt x="20439" y="10978"/>
                </a:lnTo>
                <a:lnTo>
                  <a:pt x="21600" y="12280"/>
                </a:lnTo>
                <a:lnTo>
                  <a:pt x="20482" y="14023"/>
                </a:lnTo>
                <a:lnTo>
                  <a:pt x="19388" y="15538"/>
                </a:lnTo>
                <a:lnTo>
                  <a:pt x="18312" y="16840"/>
                </a:lnTo>
                <a:lnTo>
                  <a:pt x="17245" y="17945"/>
                </a:lnTo>
                <a:lnTo>
                  <a:pt x="16177" y="18870"/>
                </a:lnTo>
                <a:lnTo>
                  <a:pt x="15100" y="19623"/>
                </a:lnTo>
                <a:lnTo>
                  <a:pt x="14007" y="20229"/>
                </a:lnTo>
                <a:lnTo>
                  <a:pt x="12889" y="20695"/>
                </a:lnTo>
                <a:lnTo>
                  <a:pt x="11737" y="21039"/>
                </a:lnTo>
                <a:lnTo>
                  <a:pt x="10542" y="21277"/>
                </a:lnTo>
                <a:lnTo>
                  <a:pt x="9298" y="21420"/>
                </a:lnTo>
                <a:lnTo>
                  <a:pt x="7995" y="21489"/>
                </a:lnTo>
                <a:lnTo>
                  <a:pt x="7103" y="21547"/>
                </a:lnTo>
                <a:lnTo>
                  <a:pt x="6198" y="21600"/>
                </a:lnTo>
                <a:lnTo>
                  <a:pt x="5171" y="21555"/>
                </a:lnTo>
                <a:lnTo>
                  <a:pt x="4355" y="21424"/>
                </a:lnTo>
                <a:lnTo>
                  <a:pt x="3328" y="21097"/>
                </a:lnTo>
                <a:lnTo>
                  <a:pt x="1662" y="20466"/>
                </a:lnTo>
                <a:lnTo>
                  <a:pt x="945" y="17998"/>
                </a:lnTo>
                <a:lnTo>
                  <a:pt x="535" y="16324"/>
                </a:lnTo>
                <a:lnTo>
                  <a:pt x="271" y="14674"/>
                </a:lnTo>
                <a:lnTo>
                  <a:pt x="0" y="12280"/>
                </a:lnTo>
                <a:lnTo>
                  <a:pt x="1062" y="12079"/>
                </a:lnTo>
                <a:lnTo>
                  <a:pt x="2130" y="11879"/>
                </a:lnTo>
                <a:lnTo>
                  <a:pt x="3213" y="11674"/>
                </a:lnTo>
                <a:lnTo>
                  <a:pt x="4254" y="11445"/>
                </a:lnTo>
                <a:lnTo>
                  <a:pt x="5294" y="11211"/>
                </a:lnTo>
                <a:lnTo>
                  <a:pt x="6334" y="10978"/>
                </a:lnTo>
                <a:lnTo>
                  <a:pt x="7374" y="10745"/>
                </a:lnTo>
                <a:lnTo>
                  <a:pt x="7901" y="10651"/>
                </a:lnTo>
                <a:lnTo>
                  <a:pt x="9492" y="10360"/>
                </a:lnTo>
                <a:lnTo>
                  <a:pt x="10499" y="10123"/>
                </a:lnTo>
                <a:lnTo>
                  <a:pt x="11521" y="9881"/>
                </a:lnTo>
                <a:lnTo>
                  <a:pt x="12448" y="9689"/>
                </a:lnTo>
                <a:lnTo>
                  <a:pt x="13392" y="9492"/>
                </a:lnTo>
                <a:lnTo>
                  <a:pt x="14530" y="8420"/>
                </a:lnTo>
                <a:lnTo>
                  <a:pt x="15206" y="6991"/>
                </a:lnTo>
                <a:lnTo>
                  <a:pt x="15999" y="3987"/>
                </a:lnTo>
                <a:lnTo>
                  <a:pt x="16305" y="2010"/>
                </a:lnTo>
                <a:lnTo>
                  <a:pt x="16615" y="0"/>
                </a:lnTo>
                <a:close/>
              </a:path>
            </a:pathLst>
          </a:custGeom>
          <a:solidFill>
            <a:srgbClr val="4E4940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0" name="contour_09978"/>
          <p:cNvSpPr/>
          <p:nvPr/>
        </p:nvSpPr>
        <p:spPr>
          <a:xfrm>
            <a:off x="7247350" y="4438387"/>
            <a:ext cx="59594" cy="803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91" y="0"/>
                </a:moveTo>
                <a:lnTo>
                  <a:pt x="19801" y="0"/>
                </a:lnTo>
                <a:lnTo>
                  <a:pt x="21132" y="0"/>
                </a:lnTo>
                <a:lnTo>
                  <a:pt x="21302" y="2582"/>
                </a:lnTo>
                <a:lnTo>
                  <a:pt x="21439" y="4784"/>
                </a:lnTo>
                <a:lnTo>
                  <a:pt x="21537" y="6651"/>
                </a:lnTo>
                <a:lnTo>
                  <a:pt x="21592" y="8231"/>
                </a:lnTo>
                <a:lnTo>
                  <a:pt x="21600" y="9573"/>
                </a:lnTo>
                <a:lnTo>
                  <a:pt x="21552" y="10723"/>
                </a:lnTo>
                <a:lnTo>
                  <a:pt x="21447" y="11728"/>
                </a:lnTo>
                <a:lnTo>
                  <a:pt x="21280" y="12635"/>
                </a:lnTo>
                <a:lnTo>
                  <a:pt x="21043" y="13495"/>
                </a:lnTo>
                <a:lnTo>
                  <a:pt x="20734" y="14351"/>
                </a:lnTo>
                <a:lnTo>
                  <a:pt x="20345" y="15254"/>
                </a:lnTo>
                <a:lnTo>
                  <a:pt x="19875" y="16251"/>
                </a:lnTo>
                <a:lnTo>
                  <a:pt x="19315" y="17388"/>
                </a:lnTo>
                <a:lnTo>
                  <a:pt x="17857" y="18254"/>
                </a:lnTo>
                <a:lnTo>
                  <a:pt x="16357" y="19022"/>
                </a:lnTo>
                <a:lnTo>
                  <a:pt x="14809" y="19694"/>
                </a:lnTo>
                <a:lnTo>
                  <a:pt x="13216" y="20268"/>
                </a:lnTo>
                <a:lnTo>
                  <a:pt x="11575" y="20740"/>
                </a:lnTo>
                <a:lnTo>
                  <a:pt x="9887" y="21112"/>
                </a:lnTo>
                <a:lnTo>
                  <a:pt x="8149" y="21381"/>
                </a:lnTo>
                <a:lnTo>
                  <a:pt x="6364" y="21543"/>
                </a:lnTo>
                <a:lnTo>
                  <a:pt x="4528" y="21600"/>
                </a:lnTo>
                <a:lnTo>
                  <a:pt x="2642" y="21551"/>
                </a:lnTo>
                <a:lnTo>
                  <a:pt x="1632" y="20401"/>
                </a:lnTo>
                <a:lnTo>
                  <a:pt x="1020" y="19609"/>
                </a:lnTo>
                <a:lnTo>
                  <a:pt x="557" y="18810"/>
                </a:lnTo>
                <a:lnTo>
                  <a:pt x="0" y="17633"/>
                </a:lnTo>
                <a:lnTo>
                  <a:pt x="1255" y="17431"/>
                </a:lnTo>
                <a:lnTo>
                  <a:pt x="2517" y="17227"/>
                </a:lnTo>
                <a:lnTo>
                  <a:pt x="3799" y="17021"/>
                </a:lnTo>
                <a:lnTo>
                  <a:pt x="5827" y="16340"/>
                </a:lnTo>
                <a:lnTo>
                  <a:pt x="7151" y="15769"/>
                </a:lnTo>
                <a:lnTo>
                  <a:pt x="8054" y="15099"/>
                </a:lnTo>
                <a:lnTo>
                  <a:pt x="8823" y="14118"/>
                </a:lnTo>
                <a:lnTo>
                  <a:pt x="9742" y="12613"/>
                </a:lnTo>
                <a:lnTo>
                  <a:pt x="10014" y="11683"/>
                </a:lnTo>
                <a:lnTo>
                  <a:pt x="10289" y="10746"/>
                </a:lnTo>
                <a:lnTo>
                  <a:pt x="10566" y="9796"/>
                </a:lnTo>
                <a:lnTo>
                  <a:pt x="12135" y="10184"/>
                </a:lnTo>
                <a:lnTo>
                  <a:pt x="13710" y="10574"/>
                </a:lnTo>
                <a:lnTo>
                  <a:pt x="15289" y="10964"/>
                </a:lnTo>
                <a:lnTo>
                  <a:pt x="16882" y="11357"/>
                </a:lnTo>
                <a:lnTo>
                  <a:pt x="18491" y="11755"/>
                </a:lnTo>
                <a:lnTo>
                  <a:pt x="18491" y="10462"/>
                </a:lnTo>
                <a:lnTo>
                  <a:pt x="18491" y="9167"/>
                </a:lnTo>
                <a:lnTo>
                  <a:pt x="18491" y="7872"/>
                </a:lnTo>
                <a:lnTo>
                  <a:pt x="18491" y="6573"/>
                </a:lnTo>
                <a:lnTo>
                  <a:pt x="18491" y="5270"/>
                </a:lnTo>
                <a:lnTo>
                  <a:pt x="18491" y="3961"/>
                </a:lnTo>
                <a:lnTo>
                  <a:pt x="18491" y="2649"/>
                </a:lnTo>
                <a:lnTo>
                  <a:pt x="18491" y="1328"/>
                </a:lnTo>
                <a:lnTo>
                  <a:pt x="18491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1" name="contour_09979"/>
          <p:cNvSpPr/>
          <p:nvPr/>
        </p:nvSpPr>
        <p:spPr>
          <a:xfrm>
            <a:off x="4594521" y="4467539"/>
            <a:ext cx="72880" cy="381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861" y="1991"/>
                </a:lnTo>
                <a:lnTo>
                  <a:pt x="18438" y="3990"/>
                </a:lnTo>
                <a:lnTo>
                  <a:pt x="19008" y="5997"/>
                </a:lnTo>
                <a:lnTo>
                  <a:pt x="19574" y="8004"/>
                </a:lnTo>
                <a:lnTo>
                  <a:pt x="20215" y="10234"/>
                </a:lnTo>
                <a:lnTo>
                  <a:pt x="20866" y="12502"/>
                </a:lnTo>
                <a:lnTo>
                  <a:pt x="21228" y="14496"/>
                </a:lnTo>
                <a:lnTo>
                  <a:pt x="21600" y="16520"/>
                </a:lnTo>
                <a:lnTo>
                  <a:pt x="20326" y="18639"/>
                </a:lnTo>
                <a:lnTo>
                  <a:pt x="19103" y="20051"/>
                </a:lnTo>
                <a:lnTo>
                  <a:pt x="17885" y="20894"/>
                </a:lnTo>
                <a:lnTo>
                  <a:pt x="16619" y="21311"/>
                </a:lnTo>
                <a:lnTo>
                  <a:pt x="15252" y="21447"/>
                </a:lnTo>
                <a:lnTo>
                  <a:pt x="13733" y="21435"/>
                </a:lnTo>
                <a:lnTo>
                  <a:pt x="12014" y="21427"/>
                </a:lnTo>
                <a:lnTo>
                  <a:pt x="10679" y="21484"/>
                </a:lnTo>
                <a:lnTo>
                  <a:pt x="9336" y="21542"/>
                </a:lnTo>
                <a:lnTo>
                  <a:pt x="7973" y="21600"/>
                </a:lnTo>
                <a:lnTo>
                  <a:pt x="6607" y="21224"/>
                </a:lnTo>
                <a:lnTo>
                  <a:pt x="5551" y="20803"/>
                </a:lnTo>
                <a:lnTo>
                  <a:pt x="4661" y="20175"/>
                </a:lnTo>
                <a:lnTo>
                  <a:pt x="3802" y="19184"/>
                </a:lnTo>
                <a:lnTo>
                  <a:pt x="2832" y="17664"/>
                </a:lnTo>
                <a:lnTo>
                  <a:pt x="1609" y="15450"/>
                </a:lnTo>
                <a:lnTo>
                  <a:pt x="0" y="12390"/>
                </a:lnTo>
                <a:lnTo>
                  <a:pt x="1426" y="12047"/>
                </a:lnTo>
                <a:lnTo>
                  <a:pt x="2851" y="11709"/>
                </a:lnTo>
                <a:lnTo>
                  <a:pt x="4279" y="11366"/>
                </a:lnTo>
                <a:lnTo>
                  <a:pt x="5709" y="11027"/>
                </a:lnTo>
                <a:lnTo>
                  <a:pt x="7141" y="10684"/>
                </a:lnTo>
                <a:lnTo>
                  <a:pt x="8575" y="10342"/>
                </a:lnTo>
                <a:lnTo>
                  <a:pt x="10014" y="9999"/>
                </a:lnTo>
                <a:lnTo>
                  <a:pt x="11457" y="9652"/>
                </a:lnTo>
                <a:lnTo>
                  <a:pt x="12904" y="9305"/>
                </a:lnTo>
                <a:lnTo>
                  <a:pt x="14355" y="8958"/>
                </a:lnTo>
                <a:lnTo>
                  <a:pt x="15816" y="8611"/>
                </a:lnTo>
                <a:lnTo>
                  <a:pt x="17280" y="8260"/>
                </a:lnTo>
                <a:lnTo>
                  <a:pt x="17280" y="5530"/>
                </a:lnTo>
                <a:lnTo>
                  <a:pt x="17280" y="2784"/>
                </a:lnTo>
                <a:lnTo>
                  <a:pt x="17280" y="0"/>
                </a:lnTo>
                <a:close/>
              </a:path>
            </a:pathLst>
          </a:custGeom>
          <a:solidFill>
            <a:srgbClr val="312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2" name="contour_09980"/>
          <p:cNvSpPr/>
          <p:nvPr/>
        </p:nvSpPr>
        <p:spPr>
          <a:xfrm>
            <a:off x="8012589" y="4438387"/>
            <a:ext cx="3671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53" y="0"/>
                </a:moveTo>
                <a:lnTo>
                  <a:pt x="17989" y="1452"/>
                </a:lnTo>
                <a:lnTo>
                  <a:pt x="18723" y="2890"/>
                </a:lnTo>
                <a:lnTo>
                  <a:pt x="19357" y="4318"/>
                </a:lnTo>
                <a:lnTo>
                  <a:pt x="19893" y="5739"/>
                </a:lnTo>
                <a:lnTo>
                  <a:pt x="20348" y="7154"/>
                </a:lnTo>
                <a:lnTo>
                  <a:pt x="20721" y="8564"/>
                </a:lnTo>
                <a:lnTo>
                  <a:pt x="21017" y="9977"/>
                </a:lnTo>
                <a:lnTo>
                  <a:pt x="21248" y="11392"/>
                </a:lnTo>
                <a:lnTo>
                  <a:pt x="21411" y="12813"/>
                </a:lnTo>
                <a:lnTo>
                  <a:pt x="21523" y="14241"/>
                </a:lnTo>
                <a:lnTo>
                  <a:pt x="21583" y="15679"/>
                </a:lnTo>
                <a:lnTo>
                  <a:pt x="21600" y="17133"/>
                </a:lnTo>
                <a:lnTo>
                  <a:pt x="21574" y="18602"/>
                </a:lnTo>
                <a:lnTo>
                  <a:pt x="21523" y="20090"/>
                </a:lnTo>
                <a:lnTo>
                  <a:pt x="21441" y="21600"/>
                </a:lnTo>
                <a:lnTo>
                  <a:pt x="17153" y="21589"/>
                </a:lnTo>
                <a:lnTo>
                  <a:pt x="14100" y="21505"/>
                </a:lnTo>
                <a:lnTo>
                  <a:pt x="11844" y="21278"/>
                </a:lnTo>
                <a:lnTo>
                  <a:pt x="9932" y="20840"/>
                </a:lnTo>
                <a:lnTo>
                  <a:pt x="7920" y="20114"/>
                </a:lnTo>
                <a:lnTo>
                  <a:pt x="5360" y="19034"/>
                </a:lnTo>
                <a:lnTo>
                  <a:pt x="3401" y="17976"/>
                </a:lnTo>
                <a:lnTo>
                  <a:pt x="2191" y="17217"/>
                </a:lnTo>
                <a:lnTo>
                  <a:pt x="1226" y="16386"/>
                </a:lnTo>
                <a:lnTo>
                  <a:pt x="0" y="15120"/>
                </a:lnTo>
                <a:lnTo>
                  <a:pt x="527" y="13636"/>
                </a:lnTo>
                <a:lnTo>
                  <a:pt x="1222" y="12182"/>
                </a:lnTo>
                <a:lnTo>
                  <a:pt x="2088" y="10759"/>
                </a:lnTo>
                <a:lnTo>
                  <a:pt x="3122" y="9372"/>
                </a:lnTo>
                <a:lnTo>
                  <a:pt x="4318" y="8027"/>
                </a:lnTo>
                <a:lnTo>
                  <a:pt x="5682" y="6722"/>
                </a:lnTo>
                <a:lnTo>
                  <a:pt x="7200" y="5465"/>
                </a:lnTo>
                <a:lnTo>
                  <a:pt x="8881" y="4257"/>
                </a:lnTo>
                <a:lnTo>
                  <a:pt x="10721" y="3104"/>
                </a:lnTo>
                <a:lnTo>
                  <a:pt x="12710" y="2007"/>
                </a:lnTo>
                <a:lnTo>
                  <a:pt x="14859" y="972"/>
                </a:lnTo>
                <a:lnTo>
                  <a:pt x="17153" y="0"/>
                </a:lnTo>
                <a:close/>
              </a:path>
            </a:pathLst>
          </a:custGeom>
          <a:solidFill>
            <a:srgbClr val="E6E5E1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3" name="contour_09981"/>
          <p:cNvSpPr/>
          <p:nvPr/>
        </p:nvSpPr>
        <p:spPr>
          <a:xfrm>
            <a:off x="5024513" y="4460542"/>
            <a:ext cx="52328" cy="507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04" y="106"/>
                </a:moveTo>
                <a:lnTo>
                  <a:pt x="14308" y="1080"/>
                </a:lnTo>
                <a:lnTo>
                  <a:pt x="16125" y="2098"/>
                </a:lnTo>
                <a:lnTo>
                  <a:pt x="17812" y="3224"/>
                </a:lnTo>
                <a:lnTo>
                  <a:pt x="19437" y="4534"/>
                </a:lnTo>
                <a:lnTo>
                  <a:pt x="21058" y="6083"/>
                </a:lnTo>
                <a:lnTo>
                  <a:pt x="21419" y="8578"/>
                </a:lnTo>
                <a:lnTo>
                  <a:pt x="21600" y="10310"/>
                </a:lnTo>
                <a:lnTo>
                  <a:pt x="21600" y="11725"/>
                </a:lnTo>
                <a:lnTo>
                  <a:pt x="21419" y="13270"/>
                </a:lnTo>
                <a:lnTo>
                  <a:pt x="21058" y="15393"/>
                </a:lnTo>
                <a:lnTo>
                  <a:pt x="19070" y="15393"/>
                </a:lnTo>
                <a:lnTo>
                  <a:pt x="17069" y="15393"/>
                </a:lnTo>
                <a:lnTo>
                  <a:pt x="15042" y="15393"/>
                </a:lnTo>
                <a:lnTo>
                  <a:pt x="13938" y="17237"/>
                </a:lnTo>
                <a:lnTo>
                  <a:pt x="13255" y="18497"/>
                </a:lnTo>
                <a:lnTo>
                  <a:pt x="12713" y="19757"/>
                </a:lnTo>
                <a:lnTo>
                  <a:pt x="12033" y="21600"/>
                </a:lnTo>
                <a:lnTo>
                  <a:pt x="12033" y="19549"/>
                </a:lnTo>
                <a:lnTo>
                  <a:pt x="12033" y="17485"/>
                </a:lnTo>
                <a:lnTo>
                  <a:pt x="12033" y="15393"/>
                </a:lnTo>
                <a:lnTo>
                  <a:pt x="10054" y="14465"/>
                </a:lnTo>
                <a:lnTo>
                  <a:pt x="8496" y="13962"/>
                </a:lnTo>
                <a:lnTo>
                  <a:pt x="6017" y="13453"/>
                </a:lnTo>
                <a:lnTo>
                  <a:pt x="4338" y="13103"/>
                </a:lnTo>
                <a:lnTo>
                  <a:pt x="2632" y="12749"/>
                </a:lnTo>
                <a:lnTo>
                  <a:pt x="1327" y="12522"/>
                </a:lnTo>
                <a:lnTo>
                  <a:pt x="0" y="12290"/>
                </a:lnTo>
                <a:lnTo>
                  <a:pt x="2205" y="8137"/>
                </a:lnTo>
                <a:lnTo>
                  <a:pt x="3932" y="5024"/>
                </a:lnTo>
                <a:lnTo>
                  <a:pt x="5325" y="2802"/>
                </a:lnTo>
                <a:lnTo>
                  <a:pt x="6525" y="1331"/>
                </a:lnTo>
                <a:lnTo>
                  <a:pt x="7680" y="469"/>
                </a:lnTo>
                <a:lnTo>
                  <a:pt x="8932" y="74"/>
                </a:lnTo>
                <a:lnTo>
                  <a:pt x="10424" y="0"/>
                </a:lnTo>
                <a:lnTo>
                  <a:pt x="12304" y="106"/>
                </a:lnTo>
                <a:close/>
              </a:path>
            </a:pathLst>
          </a:custGeom>
          <a:solidFill>
            <a:srgbClr val="5B5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4" name="contour_09982"/>
          <p:cNvSpPr/>
          <p:nvPr/>
        </p:nvSpPr>
        <p:spPr>
          <a:xfrm>
            <a:off x="1956268" y="4468085"/>
            <a:ext cx="58304" cy="358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4057"/>
                </a:moveTo>
                <a:lnTo>
                  <a:pt x="19435" y="6662"/>
                </a:lnTo>
                <a:lnTo>
                  <a:pt x="19972" y="9276"/>
                </a:lnTo>
                <a:lnTo>
                  <a:pt x="20509" y="11899"/>
                </a:lnTo>
                <a:lnTo>
                  <a:pt x="21052" y="14543"/>
                </a:lnTo>
                <a:lnTo>
                  <a:pt x="21600" y="17214"/>
                </a:lnTo>
                <a:lnTo>
                  <a:pt x="19818" y="17578"/>
                </a:lnTo>
                <a:lnTo>
                  <a:pt x="18036" y="17938"/>
                </a:lnTo>
                <a:lnTo>
                  <a:pt x="16251" y="18302"/>
                </a:lnTo>
                <a:lnTo>
                  <a:pt x="14464" y="18662"/>
                </a:lnTo>
                <a:lnTo>
                  <a:pt x="12674" y="19026"/>
                </a:lnTo>
                <a:lnTo>
                  <a:pt x="10881" y="19390"/>
                </a:lnTo>
                <a:lnTo>
                  <a:pt x="9083" y="19754"/>
                </a:lnTo>
                <a:lnTo>
                  <a:pt x="7279" y="20122"/>
                </a:lnTo>
                <a:lnTo>
                  <a:pt x="5470" y="20490"/>
                </a:lnTo>
                <a:lnTo>
                  <a:pt x="3656" y="20859"/>
                </a:lnTo>
                <a:lnTo>
                  <a:pt x="1831" y="21227"/>
                </a:lnTo>
                <a:lnTo>
                  <a:pt x="0" y="21600"/>
                </a:lnTo>
                <a:lnTo>
                  <a:pt x="497" y="16648"/>
                </a:lnTo>
                <a:lnTo>
                  <a:pt x="875" y="13162"/>
                </a:lnTo>
                <a:lnTo>
                  <a:pt x="1207" y="10644"/>
                </a:lnTo>
                <a:lnTo>
                  <a:pt x="1574" y="8614"/>
                </a:lnTo>
                <a:lnTo>
                  <a:pt x="2047" y="6579"/>
                </a:lnTo>
                <a:lnTo>
                  <a:pt x="2700" y="4057"/>
                </a:lnTo>
                <a:lnTo>
                  <a:pt x="4606" y="2399"/>
                </a:lnTo>
                <a:lnTo>
                  <a:pt x="6429" y="1175"/>
                </a:lnTo>
                <a:lnTo>
                  <a:pt x="8189" y="377"/>
                </a:lnTo>
                <a:lnTo>
                  <a:pt x="9914" y="0"/>
                </a:lnTo>
                <a:lnTo>
                  <a:pt x="11629" y="31"/>
                </a:lnTo>
                <a:lnTo>
                  <a:pt x="13360" y="461"/>
                </a:lnTo>
                <a:lnTo>
                  <a:pt x="15134" y="1281"/>
                </a:lnTo>
                <a:lnTo>
                  <a:pt x="16970" y="2482"/>
                </a:lnTo>
                <a:lnTo>
                  <a:pt x="18900" y="4057"/>
                </a:lnTo>
                <a:close/>
              </a:path>
            </a:pathLst>
          </a:custGeom>
          <a:solidFill>
            <a:srgbClr val="FA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5" name="contour_09983"/>
          <p:cNvSpPr/>
          <p:nvPr/>
        </p:nvSpPr>
        <p:spPr>
          <a:xfrm>
            <a:off x="10454067" y="446025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268"/>
                </a:lnTo>
                <a:lnTo>
                  <a:pt x="6823" y="497"/>
                </a:lnTo>
                <a:lnTo>
                  <a:pt x="8260" y="786"/>
                </a:lnTo>
                <a:lnTo>
                  <a:pt x="10013" y="1218"/>
                </a:lnTo>
                <a:lnTo>
                  <a:pt x="12534" y="1892"/>
                </a:lnTo>
                <a:lnTo>
                  <a:pt x="14228" y="2328"/>
                </a:lnTo>
                <a:lnTo>
                  <a:pt x="15932" y="2773"/>
                </a:lnTo>
                <a:lnTo>
                  <a:pt x="17660" y="3223"/>
                </a:lnTo>
                <a:lnTo>
                  <a:pt x="19616" y="3767"/>
                </a:lnTo>
                <a:lnTo>
                  <a:pt x="21600" y="4320"/>
                </a:lnTo>
                <a:lnTo>
                  <a:pt x="21600" y="6886"/>
                </a:lnTo>
                <a:lnTo>
                  <a:pt x="21600" y="9461"/>
                </a:lnTo>
                <a:lnTo>
                  <a:pt x="21600" y="12044"/>
                </a:lnTo>
                <a:lnTo>
                  <a:pt x="21600" y="14649"/>
                </a:lnTo>
                <a:lnTo>
                  <a:pt x="21600" y="17280"/>
                </a:lnTo>
                <a:lnTo>
                  <a:pt x="19563" y="17755"/>
                </a:lnTo>
                <a:lnTo>
                  <a:pt x="17524" y="18230"/>
                </a:lnTo>
                <a:lnTo>
                  <a:pt x="15484" y="18706"/>
                </a:lnTo>
                <a:lnTo>
                  <a:pt x="13438" y="19185"/>
                </a:lnTo>
                <a:lnTo>
                  <a:pt x="11386" y="19665"/>
                </a:lnTo>
                <a:lnTo>
                  <a:pt x="9325" y="20144"/>
                </a:lnTo>
                <a:lnTo>
                  <a:pt x="7258" y="20628"/>
                </a:lnTo>
                <a:lnTo>
                  <a:pt x="5178" y="21112"/>
                </a:lnTo>
                <a:lnTo>
                  <a:pt x="3086" y="21600"/>
                </a:lnTo>
                <a:lnTo>
                  <a:pt x="1941" y="16070"/>
                </a:lnTo>
                <a:lnTo>
                  <a:pt x="1163" y="12243"/>
                </a:lnTo>
                <a:lnTo>
                  <a:pt x="667" y="9634"/>
                </a:lnTo>
                <a:lnTo>
                  <a:pt x="364" y="7763"/>
                </a:lnTo>
                <a:lnTo>
                  <a:pt x="170" y="6152"/>
                </a:lnTo>
                <a:lnTo>
                  <a:pt x="0" y="4320"/>
                </a:lnTo>
                <a:lnTo>
                  <a:pt x="1531" y="2177"/>
                </a:lnTo>
                <a:lnTo>
                  <a:pt x="3086" y="0"/>
                </a:lnTo>
                <a:close/>
              </a:path>
            </a:pathLst>
          </a:custGeom>
          <a:solidFill>
            <a:srgbClr val="F1D88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6" name="contour_09984"/>
          <p:cNvSpPr/>
          <p:nvPr/>
        </p:nvSpPr>
        <p:spPr>
          <a:xfrm>
            <a:off x="5214001" y="4460251"/>
            <a:ext cx="65592" cy="30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16" y="3445"/>
                </a:lnTo>
                <a:lnTo>
                  <a:pt x="20779" y="6650"/>
                </a:lnTo>
                <a:lnTo>
                  <a:pt x="20263" y="9650"/>
                </a:lnTo>
                <a:lnTo>
                  <a:pt x="19637" y="12492"/>
                </a:lnTo>
                <a:lnTo>
                  <a:pt x="18869" y="15211"/>
                </a:lnTo>
                <a:lnTo>
                  <a:pt x="17933" y="17848"/>
                </a:lnTo>
                <a:lnTo>
                  <a:pt x="16800" y="20445"/>
                </a:lnTo>
                <a:lnTo>
                  <a:pt x="15106" y="20936"/>
                </a:lnTo>
                <a:lnTo>
                  <a:pt x="13423" y="21283"/>
                </a:lnTo>
                <a:lnTo>
                  <a:pt x="11748" y="21503"/>
                </a:lnTo>
                <a:lnTo>
                  <a:pt x="10078" y="21600"/>
                </a:lnTo>
                <a:lnTo>
                  <a:pt x="8410" y="21595"/>
                </a:lnTo>
                <a:lnTo>
                  <a:pt x="6742" y="21498"/>
                </a:lnTo>
                <a:lnTo>
                  <a:pt x="5069" y="21319"/>
                </a:lnTo>
                <a:lnTo>
                  <a:pt x="3391" y="21079"/>
                </a:lnTo>
                <a:lnTo>
                  <a:pt x="1702" y="20782"/>
                </a:lnTo>
                <a:lnTo>
                  <a:pt x="0" y="20445"/>
                </a:lnTo>
                <a:lnTo>
                  <a:pt x="0" y="17409"/>
                </a:lnTo>
                <a:lnTo>
                  <a:pt x="0" y="14363"/>
                </a:lnTo>
                <a:lnTo>
                  <a:pt x="0" y="11306"/>
                </a:lnTo>
                <a:lnTo>
                  <a:pt x="0" y="8224"/>
                </a:lnTo>
                <a:lnTo>
                  <a:pt x="0" y="5111"/>
                </a:lnTo>
                <a:lnTo>
                  <a:pt x="1620" y="4595"/>
                </a:lnTo>
                <a:lnTo>
                  <a:pt x="3240" y="4084"/>
                </a:lnTo>
                <a:lnTo>
                  <a:pt x="4860" y="3573"/>
                </a:lnTo>
                <a:lnTo>
                  <a:pt x="6480" y="3062"/>
                </a:lnTo>
                <a:lnTo>
                  <a:pt x="8100" y="2556"/>
                </a:lnTo>
                <a:lnTo>
                  <a:pt x="9605" y="2080"/>
                </a:lnTo>
                <a:lnTo>
                  <a:pt x="11119" y="1600"/>
                </a:lnTo>
                <a:lnTo>
                  <a:pt x="12655" y="1119"/>
                </a:lnTo>
                <a:lnTo>
                  <a:pt x="14424" y="649"/>
                </a:lnTo>
                <a:lnTo>
                  <a:pt x="15749" y="332"/>
                </a:lnTo>
                <a:lnTo>
                  <a:pt x="16882" y="138"/>
                </a:lnTo>
                <a:lnTo>
                  <a:pt x="18070" y="41"/>
                </a:lnTo>
                <a:lnTo>
                  <a:pt x="19558" y="5"/>
                </a:lnTo>
                <a:lnTo>
                  <a:pt x="21600" y="0"/>
                </a:lnTo>
                <a:close/>
              </a:path>
            </a:pathLst>
          </a:custGeom>
          <a:solidFill>
            <a:srgbClr val="806F4A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7" name="contour_09985"/>
          <p:cNvSpPr/>
          <p:nvPr/>
        </p:nvSpPr>
        <p:spPr>
          <a:xfrm>
            <a:off x="1191029" y="4459981"/>
            <a:ext cx="65592" cy="367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4447"/>
                </a:moveTo>
                <a:lnTo>
                  <a:pt x="19771" y="7277"/>
                </a:lnTo>
                <a:lnTo>
                  <a:pt x="20244" y="10077"/>
                </a:lnTo>
                <a:lnTo>
                  <a:pt x="20640" y="12882"/>
                </a:lnTo>
                <a:lnTo>
                  <a:pt x="20983" y="15712"/>
                </a:lnTo>
                <a:lnTo>
                  <a:pt x="21295" y="18611"/>
                </a:lnTo>
                <a:lnTo>
                  <a:pt x="21600" y="21600"/>
                </a:lnTo>
                <a:lnTo>
                  <a:pt x="20054" y="21085"/>
                </a:lnTo>
                <a:lnTo>
                  <a:pt x="18511" y="20562"/>
                </a:lnTo>
                <a:lnTo>
                  <a:pt x="16968" y="20035"/>
                </a:lnTo>
                <a:lnTo>
                  <a:pt x="15425" y="19494"/>
                </a:lnTo>
                <a:lnTo>
                  <a:pt x="13882" y="18950"/>
                </a:lnTo>
                <a:lnTo>
                  <a:pt x="12341" y="18401"/>
                </a:lnTo>
                <a:lnTo>
                  <a:pt x="10800" y="17848"/>
                </a:lnTo>
                <a:lnTo>
                  <a:pt x="9250" y="17342"/>
                </a:lnTo>
                <a:lnTo>
                  <a:pt x="7678" y="16827"/>
                </a:lnTo>
                <a:lnTo>
                  <a:pt x="6214" y="16287"/>
                </a:lnTo>
                <a:lnTo>
                  <a:pt x="4726" y="15738"/>
                </a:lnTo>
                <a:lnTo>
                  <a:pt x="3365" y="15262"/>
                </a:lnTo>
                <a:lnTo>
                  <a:pt x="1982" y="14786"/>
                </a:lnTo>
                <a:lnTo>
                  <a:pt x="998" y="13911"/>
                </a:lnTo>
                <a:lnTo>
                  <a:pt x="0" y="13023"/>
                </a:lnTo>
                <a:lnTo>
                  <a:pt x="0" y="10189"/>
                </a:lnTo>
                <a:lnTo>
                  <a:pt x="0" y="7337"/>
                </a:lnTo>
                <a:lnTo>
                  <a:pt x="0" y="4447"/>
                </a:lnTo>
                <a:lnTo>
                  <a:pt x="1457" y="3105"/>
                </a:lnTo>
                <a:lnTo>
                  <a:pt x="2993" y="1998"/>
                </a:lnTo>
                <a:lnTo>
                  <a:pt x="4589" y="1136"/>
                </a:lnTo>
                <a:lnTo>
                  <a:pt x="6233" y="515"/>
                </a:lnTo>
                <a:lnTo>
                  <a:pt x="7908" y="133"/>
                </a:lnTo>
                <a:lnTo>
                  <a:pt x="9598" y="0"/>
                </a:lnTo>
                <a:lnTo>
                  <a:pt x="11290" y="116"/>
                </a:lnTo>
                <a:lnTo>
                  <a:pt x="12962" y="480"/>
                </a:lnTo>
                <a:lnTo>
                  <a:pt x="14609" y="1094"/>
                </a:lnTo>
                <a:lnTo>
                  <a:pt x="16205" y="1955"/>
                </a:lnTo>
                <a:lnTo>
                  <a:pt x="17741" y="3075"/>
                </a:lnTo>
                <a:lnTo>
                  <a:pt x="19200" y="4447"/>
                </a:lnTo>
                <a:close/>
              </a:path>
            </a:pathLst>
          </a:custGeom>
          <a:solidFill>
            <a:srgbClr val="F7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8" name="contour_09986"/>
          <p:cNvSpPr/>
          <p:nvPr/>
        </p:nvSpPr>
        <p:spPr>
          <a:xfrm>
            <a:off x="10956938" y="4438387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E9EB"/>
          </a:solidFill>
          <a:ln>
            <a:noFill/>
          </a:ln>
        </p:spPr>
        <p:txBody>
          <a:bodyPr/>
          <a:lstStyle/>
          <a:p/>
        </p:txBody>
      </p:sp>
      <p:sp>
        <p:nvSpPr>
          <p:cNvPr id="9989" name="contour_09987"/>
          <p:cNvSpPr/>
          <p:nvPr/>
        </p:nvSpPr>
        <p:spPr>
          <a:xfrm>
            <a:off x="10133395" y="4422127"/>
            <a:ext cx="57823" cy="38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90" y="178"/>
                </a:moveTo>
                <a:lnTo>
                  <a:pt x="12352" y="120"/>
                </a:lnTo>
                <a:lnTo>
                  <a:pt x="13822" y="62"/>
                </a:lnTo>
                <a:lnTo>
                  <a:pt x="15314" y="0"/>
                </a:lnTo>
                <a:lnTo>
                  <a:pt x="17511" y="611"/>
                </a:lnTo>
                <a:lnTo>
                  <a:pt x="18845" y="1292"/>
                </a:lnTo>
                <a:lnTo>
                  <a:pt x="19860" y="2486"/>
                </a:lnTo>
                <a:lnTo>
                  <a:pt x="21099" y="4612"/>
                </a:lnTo>
                <a:lnTo>
                  <a:pt x="21480" y="7342"/>
                </a:lnTo>
                <a:lnTo>
                  <a:pt x="21600" y="9200"/>
                </a:lnTo>
                <a:lnTo>
                  <a:pt x="21450" y="11033"/>
                </a:lnTo>
                <a:lnTo>
                  <a:pt x="21026" y="13697"/>
                </a:lnTo>
                <a:lnTo>
                  <a:pt x="19724" y="15885"/>
                </a:lnTo>
                <a:lnTo>
                  <a:pt x="18453" y="17413"/>
                </a:lnTo>
                <a:lnTo>
                  <a:pt x="17130" y="18433"/>
                </a:lnTo>
                <a:lnTo>
                  <a:pt x="15679" y="19110"/>
                </a:lnTo>
                <a:lnTo>
                  <a:pt x="14023" y="19593"/>
                </a:lnTo>
                <a:lnTo>
                  <a:pt x="12082" y="20052"/>
                </a:lnTo>
                <a:lnTo>
                  <a:pt x="10217" y="20514"/>
                </a:lnTo>
                <a:lnTo>
                  <a:pt x="8328" y="20985"/>
                </a:lnTo>
                <a:lnTo>
                  <a:pt x="6896" y="21290"/>
                </a:lnTo>
                <a:lnTo>
                  <a:pt x="5445" y="21600"/>
                </a:lnTo>
                <a:lnTo>
                  <a:pt x="5557" y="19639"/>
                </a:lnTo>
                <a:lnTo>
                  <a:pt x="5671" y="17665"/>
                </a:lnTo>
                <a:lnTo>
                  <a:pt x="5785" y="15662"/>
                </a:lnTo>
                <a:lnTo>
                  <a:pt x="5674" y="13531"/>
                </a:lnTo>
                <a:lnTo>
                  <a:pt x="5559" y="11388"/>
                </a:lnTo>
                <a:lnTo>
                  <a:pt x="5445" y="9212"/>
                </a:lnTo>
                <a:lnTo>
                  <a:pt x="3828" y="7552"/>
                </a:lnTo>
                <a:lnTo>
                  <a:pt x="2722" y="6570"/>
                </a:lnTo>
                <a:lnTo>
                  <a:pt x="1617" y="5876"/>
                </a:lnTo>
                <a:lnTo>
                  <a:pt x="0" y="5083"/>
                </a:lnTo>
                <a:lnTo>
                  <a:pt x="1726" y="2795"/>
                </a:lnTo>
                <a:lnTo>
                  <a:pt x="3319" y="1359"/>
                </a:lnTo>
                <a:lnTo>
                  <a:pt x="4903" y="582"/>
                </a:lnTo>
                <a:lnTo>
                  <a:pt x="6610" y="256"/>
                </a:lnTo>
                <a:lnTo>
                  <a:pt x="8565" y="190"/>
                </a:lnTo>
                <a:lnTo>
                  <a:pt x="10890" y="178"/>
                </a:lnTo>
                <a:close/>
              </a:path>
            </a:pathLst>
          </a:custGeom>
          <a:solidFill>
            <a:srgbClr val="E6C876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0" name="contour_09988"/>
          <p:cNvSpPr/>
          <p:nvPr/>
        </p:nvSpPr>
        <p:spPr>
          <a:xfrm>
            <a:off x="7888694" y="4379369"/>
            <a:ext cx="51016" cy="37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88" y="0"/>
                </a:moveTo>
                <a:lnTo>
                  <a:pt x="7955" y="84"/>
                </a:lnTo>
                <a:lnTo>
                  <a:pt x="9822" y="168"/>
                </a:lnTo>
                <a:lnTo>
                  <a:pt x="11692" y="248"/>
                </a:lnTo>
                <a:lnTo>
                  <a:pt x="13559" y="332"/>
                </a:lnTo>
                <a:lnTo>
                  <a:pt x="15429" y="412"/>
                </a:lnTo>
                <a:lnTo>
                  <a:pt x="15429" y="3192"/>
                </a:lnTo>
                <a:lnTo>
                  <a:pt x="15429" y="5989"/>
                </a:lnTo>
                <a:lnTo>
                  <a:pt x="15429" y="8823"/>
                </a:lnTo>
                <a:lnTo>
                  <a:pt x="17465" y="8823"/>
                </a:lnTo>
                <a:lnTo>
                  <a:pt x="19520" y="8823"/>
                </a:lnTo>
                <a:lnTo>
                  <a:pt x="21600" y="8823"/>
                </a:lnTo>
                <a:lnTo>
                  <a:pt x="21600" y="11603"/>
                </a:lnTo>
                <a:lnTo>
                  <a:pt x="21600" y="14400"/>
                </a:lnTo>
                <a:lnTo>
                  <a:pt x="21600" y="17235"/>
                </a:lnTo>
                <a:lnTo>
                  <a:pt x="19749" y="18488"/>
                </a:lnTo>
                <a:lnTo>
                  <a:pt x="17891" y="19522"/>
                </a:lnTo>
                <a:lnTo>
                  <a:pt x="16021" y="20343"/>
                </a:lnTo>
                <a:lnTo>
                  <a:pt x="14126" y="20952"/>
                </a:lnTo>
                <a:lnTo>
                  <a:pt x="12201" y="21364"/>
                </a:lnTo>
                <a:lnTo>
                  <a:pt x="10241" y="21579"/>
                </a:lnTo>
                <a:lnTo>
                  <a:pt x="8233" y="21600"/>
                </a:lnTo>
                <a:lnTo>
                  <a:pt x="6171" y="21440"/>
                </a:lnTo>
                <a:lnTo>
                  <a:pt x="4740" y="19350"/>
                </a:lnTo>
                <a:lnTo>
                  <a:pt x="3518" y="17188"/>
                </a:lnTo>
                <a:lnTo>
                  <a:pt x="2487" y="14930"/>
                </a:lnTo>
                <a:lnTo>
                  <a:pt x="1635" y="12566"/>
                </a:lnTo>
                <a:lnTo>
                  <a:pt x="947" y="10072"/>
                </a:lnTo>
                <a:lnTo>
                  <a:pt x="407" y="7427"/>
                </a:lnTo>
                <a:lnTo>
                  <a:pt x="0" y="4618"/>
                </a:lnTo>
                <a:lnTo>
                  <a:pt x="1830" y="2183"/>
                </a:lnTo>
                <a:lnTo>
                  <a:pt x="3073" y="887"/>
                </a:lnTo>
                <a:lnTo>
                  <a:pt x="4305" y="307"/>
                </a:lnTo>
                <a:lnTo>
                  <a:pt x="6088" y="0"/>
                </a:lnTo>
                <a:close/>
              </a:path>
            </a:pathLst>
          </a:custGeom>
          <a:solidFill>
            <a:srgbClr val="B9A061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1" name="contour_09989"/>
          <p:cNvSpPr/>
          <p:nvPr/>
        </p:nvSpPr>
        <p:spPr>
          <a:xfrm>
            <a:off x="2604900" y="4350931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88" y="1095"/>
                </a:lnTo>
                <a:lnTo>
                  <a:pt x="3320" y="2197"/>
                </a:lnTo>
                <a:lnTo>
                  <a:pt x="4894" y="3307"/>
                </a:lnTo>
                <a:lnTo>
                  <a:pt x="6415" y="4426"/>
                </a:lnTo>
                <a:lnTo>
                  <a:pt x="7887" y="5558"/>
                </a:lnTo>
                <a:lnTo>
                  <a:pt x="9310" y="6705"/>
                </a:lnTo>
                <a:lnTo>
                  <a:pt x="10689" y="7867"/>
                </a:lnTo>
                <a:lnTo>
                  <a:pt x="12028" y="9048"/>
                </a:lnTo>
                <a:lnTo>
                  <a:pt x="13330" y="10249"/>
                </a:lnTo>
                <a:lnTo>
                  <a:pt x="14592" y="11476"/>
                </a:lnTo>
                <a:lnTo>
                  <a:pt x="15827" y="12727"/>
                </a:lnTo>
                <a:lnTo>
                  <a:pt x="17027" y="14005"/>
                </a:lnTo>
                <a:lnTo>
                  <a:pt x="18203" y="15314"/>
                </a:lnTo>
                <a:lnTo>
                  <a:pt x="19357" y="16654"/>
                </a:lnTo>
                <a:lnTo>
                  <a:pt x="20486" y="18030"/>
                </a:lnTo>
                <a:lnTo>
                  <a:pt x="21600" y="19440"/>
                </a:lnTo>
                <a:lnTo>
                  <a:pt x="18295" y="20285"/>
                </a:lnTo>
                <a:lnTo>
                  <a:pt x="15944" y="20855"/>
                </a:lnTo>
                <a:lnTo>
                  <a:pt x="14210" y="21211"/>
                </a:lnTo>
                <a:lnTo>
                  <a:pt x="12744" y="21414"/>
                </a:lnTo>
                <a:lnTo>
                  <a:pt x="11207" y="21524"/>
                </a:lnTo>
                <a:lnTo>
                  <a:pt x="9257" y="21600"/>
                </a:lnTo>
                <a:lnTo>
                  <a:pt x="7637" y="20524"/>
                </a:lnTo>
                <a:lnTo>
                  <a:pt x="6245" y="19354"/>
                </a:lnTo>
                <a:lnTo>
                  <a:pt x="5061" y="18101"/>
                </a:lnTo>
                <a:lnTo>
                  <a:pt x="4067" y="16770"/>
                </a:lnTo>
                <a:lnTo>
                  <a:pt x="3240" y="15377"/>
                </a:lnTo>
                <a:lnTo>
                  <a:pt x="2561" y="13928"/>
                </a:lnTo>
                <a:lnTo>
                  <a:pt x="2015" y="12433"/>
                </a:lnTo>
                <a:lnTo>
                  <a:pt x="1577" y="10902"/>
                </a:lnTo>
                <a:lnTo>
                  <a:pt x="1234" y="9344"/>
                </a:lnTo>
                <a:lnTo>
                  <a:pt x="960" y="7772"/>
                </a:lnTo>
                <a:lnTo>
                  <a:pt x="741" y="6191"/>
                </a:lnTo>
                <a:lnTo>
                  <a:pt x="552" y="4614"/>
                </a:lnTo>
                <a:lnTo>
                  <a:pt x="380" y="3050"/>
                </a:lnTo>
                <a:lnTo>
                  <a:pt x="204" y="1510"/>
                </a:lnTo>
                <a:lnTo>
                  <a:pt x="0" y="0"/>
                </a:lnTo>
                <a:close/>
              </a:path>
            </a:pathLst>
          </a:custGeom>
          <a:solidFill>
            <a:srgbClr val="ADC6E4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2" name="contour_09990"/>
          <p:cNvSpPr/>
          <p:nvPr/>
        </p:nvSpPr>
        <p:spPr>
          <a:xfrm>
            <a:off x="7371246" y="4248899"/>
            <a:ext cx="3644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10472" y="1074"/>
                </a:lnTo>
                <a:lnTo>
                  <a:pt x="12161" y="2168"/>
                </a:lnTo>
                <a:lnTo>
                  <a:pt x="13725" y="3281"/>
                </a:lnTo>
                <a:lnTo>
                  <a:pt x="15163" y="4416"/>
                </a:lnTo>
                <a:lnTo>
                  <a:pt x="16485" y="5577"/>
                </a:lnTo>
                <a:lnTo>
                  <a:pt x="17699" y="6761"/>
                </a:lnTo>
                <a:lnTo>
                  <a:pt x="18809" y="7970"/>
                </a:lnTo>
                <a:lnTo>
                  <a:pt x="19824" y="9211"/>
                </a:lnTo>
                <a:lnTo>
                  <a:pt x="20753" y="10480"/>
                </a:lnTo>
                <a:lnTo>
                  <a:pt x="21600" y="11782"/>
                </a:lnTo>
                <a:lnTo>
                  <a:pt x="21012" y="13141"/>
                </a:lnTo>
                <a:lnTo>
                  <a:pt x="20278" y="14435"/>
                </a:lnTo>
                <a:lnTo>
                  <a:pt x="19401" y="15680"/>
                </a:lnTo>
                <a:lnTo>
                  <a:pt x="18386" y="16885"/>
                </a:lnTo>
                <a:lnTo>
                  <a:pt x="17232" y="18069"/>
                </a:lnTo>
                <a:lnTo>
                  <a:pt x="15941" y="19240"/>
                </a:lnTo>
                <a:lnTo>
                  <a:pt x="14515" y="20412"/>
                </a:lnTo>
                <a:lnTo>
                  <a:pt x="12960" y="21600"/>
                </a:lnTo>
                <a:lnTo>
                  <a:pt x="10407" y="21133"/>
                </a:lnTo>
                <a:lnTo>
                  <a:pt x="8653" y="20773"/>
                </a:lnTo>
                <a:lnTo>
                  <a:pt x="6895" y="20335"/>
                </a:lnTo>
                <a:lnTo>
                  <a:pt x="4320" y="19636"/>
                </a:lnTo>
                <a:lnTo>
                  <a:pt x="4169" y="17688"/>
                </a:lnTo>
                <a:lnTo>
                  <a:pt x="4117" y="16477"/>
                </a:lnTo>
                <a:lnTo>
                  <a:pt x="4160" y="15497"/>
                </a:lnTo>
                <a:lnTo>
                  <a:pt x="4303" y="14244"/>
                </a:lnTo>
                <a:lnTo>
                  <a:pt x="4255" y="12934"/>
                </a:lnTo>
                <a:lnTo>
                  <a:pt x="4095" y="11629"/>
                </a:lnTo>
                <a:lnTo>
                  <a:pt x="3845" y="10327"/>
                </a:lnTo>
                <a:lnTo>
                  <a:pt x="3512" y="9029"/>
                </a:lnTo>
                <a:lnTo>
                  <a:pt x="3110" y="7733"/>
                </a:lnTo>
                <a:lnTo>
                  <a:pt x="2657" y="6439"/>
                </a:lnTo>
                <a:lnTo>
                  <a:pt x="2156" y="5149"/>
                </a:lnTo>
                <a:lnTo>
                  <a:pt x="1629" y="3861"/>
                </a:lnTo>
                <a:lnTo>
                  <a:pt x="1084" y="2572"/>
                </a:lnTo>
                <a:lnTo>
                  <a:pt x="536" y="1286"/>
                </a:lnTo>
                <a:lnTo>
                  <a:pt x="0" y="0"/>
                </a:lnTo>
                <a:close/>
              </a:path>
            </a:pathLst>
          </a:custGeom>
          <a:solidFill>
            <a:srgbClr val="9992A0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3" name="contour_09991"/>
          <p:cNvSpPr/>
          <p:nvPr/>
        </p:nvSpPr>
        <p:spPr>
          <a:xfrm>
            <a:off x="4368594" y="4190595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38" y="17064"/>
                </a:lnTo>
                <a:lnTo>
                  <a:pt x="1490" y="13604"/>
                </a:lnTo>
                <a:lnTo>
                  <a:pt x="2009" y="11009"/>
                </a:lnTo>
                <a:lnTo>
                  <a:pt x="2436" y="9065"/>
                </a:lnTo>
                <a:lnTo>
                  <a:pt x="2834" y="7564"/>
                </a:lnTo>
                <a:lnTo>
                  <a:pt x="3244" y="6293"/>
                </a:lnTo>
                <a:lnTo>
                  <a:pt x="3724" y="5044"/>
                </a:lnTo>
                <a:lnTo>
                  <a:pt x="4320" y="3600"/>
                </a:lnTo>
                <a:lnTo>
                  <a:pt x="7219" y="2020"/>
                </a:lnTo>
                <a:lnTo>
                  <a:pt x="9802" y="986"/>
                </a:lnTo>
                <a:lnTo>
                  <a:pt x="12295" y="382"/>
                </a:lnTo>
                <a:lnTo>
                  <a:pt x="14934" y="94"/>
                </a:lnTo>
                <a:lnTo>
                  <a:pt x="17958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EAC766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4" name="contour_09992"/>
          <p:cNvSpPr/>
          <p:nvPr/>
        </p:nvSpPr>
        <p:spPr>
          <a:xfrm>
            <a:off x="5068241" y="4176019"/>
            <a:ext cx="65592" cy="53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4810" y="1278"/>
                </a:lnTo>
                <a:lnTo>
                  <a:pt x="4819" y="2576"/>
                </a:lnTo>
                <a:lnTo>
                  <a:pt x="5018" y="4683"/>
                </a:lnTo>
                <a:lnTo>
                  <a:pt x="5282" y="6544"/>
                </a:lnTo>
                <a:lnTo>
                  <a:pt x="5683" y="8269"/>
                </a:lnTo>
                <a:lnTo>
                  <a:pt x="6298" y="9973"/>
                </a:lnTo>
                <a:lnTo>
                  <a:pt x="7200" y="11774"/>
                </a:lnTo>
                <a:lnTo>
                  <a:pt x="8815" y="12095"/>
                </a:lnTo>
                <a:lnTo>
                  <a:pt x="10416" y="12307"/>
                </a:lnTo>
                <a:lnTo>
                  <a:pt x="12007" y="12425"/>
                </a:lnTo>
                <a:lnTo>
                  <a:pt x="13594" y="12457"/>
                </a:lnTo>
                <a:lnTo>
                  <a:pt x="15180" y="12419"/>
                </a:lnTo>
                <a:lnTo>
                  <a:pt x="16769" y="12319"/>
                </a:lnTo>
                <a:lnTo>
                  <a:pt x="18367" y="12172"/>
                </a:lnTo>
                <a:lnTo>
                  <a:pt x="19975" y="11986"/>
                </a:lnTo>
                <a:lnTo>
                  <a:pt x="21600" y="11774"/>
                </a:lnTo>
                <a:lnTo>
                  <a:pt x="21365" y="13964"/>
                </a:lnTo>
                <a:lnTo>
                  <a:pt x="21122" y="15519"/>
                </a:lnTo>
                <a:lnTo>
                  <a:pt x="20758" y="16861"/>
                </a:lnTo>
                <a:lnTo>
                  <a:pt x="20155" y="18415"/>
                </a:lnTo>
                <a:lnTo>
                  <a:pt x="19200" y="20605"/>
                </a:lnTo>
                <a:lnTo>
                  <a:pt x="17446" y="21126"/>
                </a:lnTo>
                <a:lnTo>
                  <a:pt x="15734" y="21453"/>
                </a:lnTo>
                <a:lnTo>
                  <a:pt x="14050" y="21600"/>
                </a:lnTo>
                <a:lnTo>
                  <a:pt x="12372" y="21576"/>
                </a:lnTo>
                <a:lnTo>
                  <a:pt x="10682" y="21394"/>
                </a:lnTo>
                <a:lnTo>
                  <a:pt x="8964" y="21067"/>
                </a:lnTo>
                <a:lnTo>
                  <a:pt x="7200" y="20605"/>
                </a:lnTo>
                <a:lnTo>
                  <a:pt x="5753" y="19301"/>
                </a:lnTo>
                <a:lnTo>
                  <a:pt x="4478" y="17976"/>
                </a:lnTo>
                <a:lnTo>
                  <a:pt x="3324" y="16593"/>
                </a:lnTo>
                <a:lnTo>
                  <a:pt x="2232" y="15121"/>
                </a:lnTo>
                <a:lnTo>
                  <a:pt x="1142" y="13526"/>
                </a:lnTo>
                <a:lnTo>
                  <a:pt x="0" y="11774"/>
                </a:lnTo>
                <a:lnTo>
                  <a:pt x="1586" y="11774"/>
                </a:lnTo>
                <a:lnTo>
                  <a:pt x="3182" y="11774"/>
                </a:lnTo>
                <a:lnTo>
                  <a:pt x="4800" y="11774"/>
                </a:lnTo>
                <a:lnTo>
                  <a:pt x="4800" y="9832"/>
                </a:lnTo>
                <a:lnTo>
                  <a:pt x="4800" y="7886"/>
                </a:lnTo>
                <a:lnTo>
                  <a:pt x="4800" y="5931"/>
                </a:lnTo>
                <a:lnTo>
                  <a:pt x="4800" y="3968"/>
                </a:lnTo>
                <a:lnTo>
                  <a:pt x="4800" y="1993"/>
                </a:lnTo>
                <a:lnTo>
                  <a:pt x="4800" y="0"/>
                </a:lnTo>
                <a:close/>
              </a:path>
            </a:pathLst>
          </a:custGeom>
          <a:solidFill>
            <a:srgbClr val="8D8889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5" name="contour_09993"/>
          <p:cNvSpPr/>
          <p:nvPr/>
        </p:nvSpPr>
        <p:spPr>
          <a:xfrm>
            <a:off x="1146317" y="4173016"/>
            <a:ext cx="52000" cy="540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9" y="1201"/>
                </a:moveTo>
                <a:lnTo>
                  <a:pt x="2685" y="702"/>
                </a:lnTo>
                <a:lnTo>
                  <a:pt x="4862" y="315"/>
                </a:lnTo>
                <a:lnTo>
                  <a:pt x="6978" y="70"/>
                </a:lnTo>
                <a:lnTo>
                  <a:pt x="9070" y="0"/>
                </a:lnTo>
                <a:lnTo>
                  <a:pt x="11171" y="143"/>
                </a:lnTo>
                <a:lnTo>
                  <a:pt x="13317" y="533"/>
                </a:lnTo>
                <a:lnTo>
                  <a:pt x="15545" y="1201"/>
                </a:lnTo>
                <a:lnTo>
                  <a:pt x="16423" y="2993"/>
                </a:lnTo>
                <a:lnTo>
                  <a:pt x="17210" y="4791"/>
                </a:lnTo>
                <a:lnTo>
                  <a:pt x="17916" y="6598"/>
                </a:lnTo>
                <a:lnTo>
                  <a:pt x="18545" y="8413"/>
                </a:lnTo>
                <a:lnTo>
                  <a:pt x="19109" y="10243"/>
                </a:lnTo>
                <a:lnTo>
                  <a:pt x="19617" y="12088"/>
                </a:lnTo>
                <a:lnTo>
                  <a:pt x="20074" y="13947"/>
                </a:lnTo>
                <a:lnTo>
                  <a:pt x="20495" y="15827"/>
                </a:lnTo>
                <a:lnTo>
                  <a:pt x="20883" y="17727"/>
                </a:lnTo>
                <a:lnTo>
                  <a:pt x="21249" y="19650"/>
                </a:lnTo>
                <a:lnTo>
                  <a:pt x="21600" y="21600"/>
                </a:lnTo>
                <a:lnTo>
                  <a:pt x="19578" y="21256"/>
                </a:lnTo>
                <a:lnTo>
                  <a:pt x="17559" y="20892"/>
                </a:lnTo>
                <a:lnTo>
                  <a:pt x="15545" y="20507"/>
                </a:lnTo>
                <a:lnTo>
                  <a:pt x="13856" y="20201"/>
                </a:lnTo>
                <a:lnTo>
                  <a:pt x="12140" y="19892"/>
                </a:lnTo>
                <a:lnTo>
                  <a:pt x="10826" y="19292"/>
                </a:lnTo>
                <a:lnTo>
                  <a:pt x="9491" y="18686"/>
                </a:lnTo>
                <a:lnTo>
                  <a:pt x="9491" y="16760"/>
                </a:lnTo>
                <a:lnTo>
                  <a:pt x="9491" y="14822"/>
                </a:lnTo>
                <a:lnTo>
                  <a:pt x="9491" y="12857"/>
                </a:lnTo>
                <a:lnTo>
                  <a:pt x="8822" y="12671"/>
                </a:lnTo>
                <a:lnTo>
                  <a:pt x="7644" y="12339"/>
                </a:lnTo>
                <a:lnTo>
                  <a:pt x="4950" y="11581"/>
                </a:lnTo>
                <a:lnTo>
                  <a:pt x="3448" y="11042"/>
                </a:lnTo>
                <a:lnTo>
                  <a:pt x="1941" y="10494"/>
                </a:lnTo>
                <a:lnTo>
                  <a:pt x="409" y="9943"/>
                </a:lnTo>
                <a:lnTo>
                  <a:pt x="136" y="7688"/>
                </a:lnTo>
                <a:lnTo>
                  <a:pt x="0" y="6105"/>
                </a:lnTo>
                <a:lnTo>
                  <a:pt x="0" y="4776"/>
                </a:lnTo>
                <a:lnTo>
                  <a:pt x="136" y="3281"/>
                </a:lnTo>
                <a:lnTo>
                  <a:pt x="409" y="1201"/>
                </a:lnTo>
                <a:close/>
              </a:path>
            </a:pathLst>
          </a:custGeom>
          <a:solidFill>
            <a:srgbClr val="E7E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6" name="contour_09994"/>
          <p:cNvSpPr/>
          <p:nvPr/>
        </p:nvSpPr>
        <p:spPr>
          <a:xfrm>
            <a:off x="1110861" y="4176019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274"/>
                </a:lnTo>
                <a:lnTo>
                  <a:pt x="3290" y="547"/>
                </a:lnTo>
                <a:lnTo>
                  <a:pt x="4937" y="824"/>
                </a:lnTo>
                <a:lnTo>
                  <a:pt x="6586" y="1098"/>
                </a:lnTo>
                <a:lnTo>
                  <a:pt x="8237" y="1372"/>
                </a:lnTo>
                <a:lnTo>
                  <a:pt x="9890" y="1649"/>
                </a:lnTo>
                <a:lnTo>
                  <a:pt x="11549" y="1926"/>
                </a:lnTo>
                <a:lnTo>
                  <a:pt x="13210" y="2203"/>
                </a:lnTo>
                <a:lnTo>
                  <a:pt x="14875" y="2480"/>
                </a:lnTo>
                <a:lnTo>
                  <a:pt x="16548" y="2758"/>
                </a:lnTo>
                <a:lnTo>
                  <a:pt x="18226" y="3038"/>
                </a:lnTo>
                <a:lnTo>
                  <a:pt x="19908" y="3319"/>
                </a:lnTo>
                <a:lnTo>
                  <a:pt x="21600" y="3600"/>
                </a:lnTo>
                <a:lnTo>
                  <a:pt x="20412" y="4788"/>
                </a:lnTo>
                <a:lnTo>
                  <a:pt x="19222" y="5980"/>
                </a:lnTo>
                <a:lnTo>
                  <a:pt x="18026" y="7171"/>
                </a:lnTo>
                <a:lnTo>
                  <a:pt x="16826" y="8374"/>
                </a:lnTo>
                <a:lnTo>
                  <a:pt x="15619" y="9583"/>
                </a:lnTo>
                <a:lnTo>
                  <a:pt x="14400" y="10800"/>
                </a:lnTo>
                <a:lnTo>
                  <a:pt x="15588" y="12582"/>
                </a:lnTo>
                <a:lnTo>
                  <a:pt x="16783" y="14371"/>
                </a:lnTo>
                <a:lnTo>
                  <a:pt x="17983" y="16175"/>
                </a:lnTo>
                <a:lnTo>
                  <a:pt x="19200" y="18000"/>
                </a:lnTo>
                <a:lnTo>
                  <a:pt x="17990" y="19228"/>
                </a:lnTo>
                <a:lnTo>
                  <a:pt x="17088" y="20009"/>
                </a:lnTo>
                <a:lnTo>
                  <a:pt x="16042" y="20689"/>
                </a:lnTo>
                <a:lnTo>
                  <a:pt x="14400" y="21600"/>
                </a:lnTo>
                <a:lnTo>
                  <a:pt x="12612" y="20614"/>
                </a:lnTo>
                <a:lnTo>
                  <a:pt x="11374" y="19814"/>
                </a:lnTo>
                <a:lnTo>
                  <a:pt x="10114" y="18785"/>
                </a:lnTo>
                <a:lnTo>
                  <a:pt x="8251" y="17100"/>
                </a:lnTo>
                <a:lnTo>
                  <a:pt x="7207" y="16189"/>
                </a:lnTo>
                <a:lnTo>
                  <a:pt x="6156" y="15271"/>
                </a:lnTo>
                <a:lnTo>
                  <a:pt x="5090" y="14342"/>
                </a:lnTo>
                <a:lnTo>
                  <a:pt x="4087" y="13000"/>
                </a:lnTo>
                <a:lnTo>
                  <a:pt x="3324" y="11840"/>
                </a:lnTo>
                <a:lnTo>
                  <a:pt x="2712" y="10609"/>
                </a:lnTo>
                <a:lnTo>
                  <a:pt x="2165" y="9065"/>
                </a:lnTo>
                <a:lnTo>
                  <a:pt x="1589" y="6948"/>
                </a:lnTo>
                <a:lnTo>
                  <a:pt x="898" y="4010"/>
                </a:lnTo>
                <a:lnTo>
                  <a:pt x="0" y="0"/>
                </a:lnTo>
                <a:close/>
              </a:path>
            </a:pathLst>
          </a:custGeom>
          <a:solidFill>
            <a:srgbClr val="F5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7" name="contour_09995"/>
          <p:cNvSpPr/>
          <p:nvPr/>
        </p:nvSpPr>
        <p:spPr>
          <a:xfrm>
            <a:off x="5097393" y="4159475"/>
            <a:ext cx="65592" cy="45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5" y="14"/>
                </a:moveTo>
                <a:lnTo>
                  <a:pt x="8479" y="0"/>
                </a:lnTo>
                <a:lnTo>
                  <a:pt x="10123" y="21"/>
                </a:lnTo>
                <a:lnTo>
                  <a:pt x="11765" y="76"/>
                </a:lnTo>
                <a:lnTo>
                  <a:pt x="13404" y="162"/>
                </a:lnTo>
                <a:lnTo>
                  <a:pt x="15043" y="276"/>
                </a:lnTo>
                <a:lnTo>
                  <a:pt x="16682" y="413"/>
                </a:lnTo>
                <a:lnTo>
                  <a:pt x="18319" y="568"/>
                </a:lnTo>
                <a:lnTo>
                  <a:pt x="19958" y="744"/>
                </a:lnTo>
                <a:lnTo>
                  <a:pt x="21600" y="930"/>
                </a:lnTo>
                <a:lnTo>
                  <a:pt x="21072" y="3204"/>
                </a:lnTo>
                <a:lnTo>
                  <a:pt x="20542" y="5481"/>
                </a:lnTo>
                <a:lnTo>
                  <a:pt x="20014" y="7762"/>
                </a:lnTo>
                <a:lnTo>
                  <a:pt x="19483" y="10046"/>
                </a:lnTo>
                <a:lnTo>
                  <a:pt x="18950" y="12336"/>
                </a:lnTo>
                <a:lnTo>
                  <a:pt x="18418" y="14634"/>
                </a:lnTo>
                <a:lnTo>
                  <a:pt x="17880" y="16946"/>
                </a:lnTo>
                <a:lnTo>
                  <a:pt x="17342" y="19268"/>
                </a:lnTo>
                <a:lnTo>
                  <a:pt x="16800" y="21600"/>
                </a:lnTo>
                <a:lnTo>
                  <a:pt x="15612" y="19895"/>
                </a:lnTo>
                <a:lnTo>
                  <a:pt x="14422" y="18189"/>
                </a:lnTo>
                <a:lnTo>
                  <a:pt x="13231" y="16477"/>
                </a:lnTo>
                <a:lnTo>
                  <a:pt x="12036" y="14762"/>
                </a:lnTo>
                <a:lnTo>
                  <a:pt x="10836" y="13043"/>
                </a:lnTo>
                <a:lnTo>
                  <a:pt x="9631" y="11313"/>
                </a:lnTo>
                <a:lnTo>
                  <a:pt x="8419" y="9574"/>
                </a:lnTo>
                <a:lnTo>
                  <a:pt x="7200" y="7820"/>
                </a:lnTo>
                <a:lnTo>
                  <a:pt x="7200" y="10097"/>
                </a:lnTo>
                <a:lnTo>
                  <a:pt x="7200" y="12388"/>
                </a:lnTo>
                <a:lnTo>
                  <a:pt x="7200" y="14710"/>
                </a:lnTo>
                <a:lnTo>
                  <a:pt x="5772" y="14710"/>
                </a:lnTo>
                <a:lnTo>
                  <a:pt x="4344" y="14710"/>
                </a:lnTo>
                <a:lnTo>
                  <a:pt x="2906" y="14710"/>
                </a:lnTo>
                <a:lnTo>
                  <a:pt x="1459" y="14710"/>
                </a:lnTo>
                <a:lnTo>
                  <a:pt x="0" y="14710"/>
                </a:lnTo>
                <a:lnTo>
                  <a:pt x="12" y="10321"/>
                </a:lnTo>
                <a:lnTo>
                  <a:pt x="106" y="7007"/>
                </a:lnTo>
                <a:lnTo>
                  <a:pt x="360" y="4592"/>
                </a:lnTo>
                <a:lnTo>
                  <a:pt x="854" y="2908"/>
                </a:lnTo>
                <a:lnTo>
                  <a:pt x="1668" y="1781"/>
                </a:lnTo>
                <a:lnTo>
                  <a:pt x="2882" y="1037"/>
                </a:lnTo>
                <a:lnTo>
                  <a:pt x="4579" y="506"/>
                </a:lnTo>
                <a:lnTo>
                  <a:pt x="6835" y="14"/>
                </a:lnTo>
                <a:close/>
              </a:path>
            </a:pathLst>
          </a:custGeom>
          <a:solidFill>
            <a:srgbClr val="ECF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8" name="contour_09996"/>
          <p:cNvSpPr/>
          <p:nvPr/>
        </p:nvSpPr>
        <p:spPr>
          <a:xfrm>
            <a:off x="5075529" y="4103139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7" y="374"/>
                </a:lnTo>
                <a:lnTo>
                  <a:pt x="3635" y="756"/>
                </a:lnTo>
                <a:lnTo>
                  <a:pt x="5446" y="1147"/>
                </a:lnTo>
                <a:lnTo>
                  <a:pt x="7258" y="1546"/>
                </a:lnTo>
                <a:lnTo>
                  <a:pt x="9066" y="1949"/>
                </a:lnTo>
                <a:lnTo>
                  <a:pt x="9816" y="2112"/>
                </a:lnTo>
                <a:lnTo>
                  <a:pt x="11136" y="2395"/>
                </a:lnTo>
                <a:lnTo>
                  <a:pt x="14163" y="3048"/>
                </a:lnTo>
                <a:lnTo>
                  <a:pt x="16305" y="3934"/>
                </a:lnTo>
                <a:lnTo>
                  <a:pt x="17712" y="4663"/>
                </a:lnTo>
                <a:lnTo>
                  <a:pt x="18696" y="5503"/>
                </a:lnTo>
                <a:lnTo>
                  <a:pt x="19573" y="6720"/>
                </a:lnTo>
                <a:lnTo>
                  <a:pt x="20647" y="8578"/>
                </a:lnTo>
                <a:lnTo>
                  <a:pt x="20961" y="9708"/>
                </a:lnTo>
                <a:lnTo>
                  <a:pt x="21279" y="10846"/>
                </a:lnTo>
                <a:lnTo>
                  <a:pt x="21600" y="12000"/>
                </a:lnTo>
                <a:lnTo>
                  <a:pt x="20261" y="12372"/>
                </a:lnTo>
                <a:lnTo>
                  <a:pt x="18900" y="12749"/>
                </a:lnTo>
                <a:lnTo>
                  <a:pt x="17027" y="13757"/>
                </a:lnTo>
                <a:lnTo>
                  <a:pt x="15419" y="14851"/>
                </a:lnTo>
                <a:lnTo>
                  <a:pt x="14015" y="16032"/>
                </a:lnTo>
                <a:lnTo>
                  <a:pt x="12759" y="17297"/>
                </a:lnTo>
                <a:lnTo>
                  <a:pt x="11587" y="18648"/>
                </a:lnTo>
                <a:lnTo>
                  <a:pt x="10439" y="20083"/>
                </a:lnTo>
                <a:lnTo>
                  <a:pt x="9257" y="21600"/>
                </a:lnTo>
                <a:lnTo>
                  <a:pt x="9257" y="19903"/>
                </a:lnTo>
                <a:lnTo>
                  <a:pt x="9257" y="18204"/>
                </a:lnTo>
                <a:lnTo>
                  <a:pt x="9257" y="16500"/>
                </a:lnTo>
                <a:lnTo>
                  <a:pt x="9257" y="14789"/>
                </a:lnTo>
                <a:lnTo>
                  <a:pt x="9257" y="13070"/>
                </a:lnTo>
                <a:lnTo>
                  <a:pt x="9257" y="11342"/>
                </a:lnTo>
                <a:lnTo>
                  <a:pt x="9257" y="9600"/>
                </a:lnTo>
                <a:lnTo>
                  <a:pt x="7217" y="9600"/>
                </a:lnTo>
                <a:lnTo>
                  <a:pt x="5165" y="9600"/>
                </a:lnTo>
                <a:lnTo>
                  <a:pt x="3086" y="9600"/>
                </a:lnTo>
                <a:lnTo>
                  <a:pt x="2163" y="8023"/>
                </a:lnTo>
                <a:lnTo>
                  <a:pt x="1663" y="6778"/>
                </a:lnTo>
                <a:lnTo>
                  <a:pt x="1157" y="4800"/>
                </a:lnTo>
                <a:lnTo>
                  <a:pt x="808" y="3461"/>
                </a:lnTo>
                <a:lnTo>
                  <a:pt x="457" y="2100"/>
                </a:lnTo>
                <a:lnTo>
                  <a:pt x="228" y="1058"/>
                </a:lnTo>
                <a:lnTo>
                  <a:pt x="0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9999" name="contour_09997"/>
          <p:cNvSpPr/>
          <p:nvPr/>
        </p:nvSpPr>
        <p:spPr>
          <a:xfrm>
            <a:off x="892222" y="4097506"/>
            <a:ext cx="80168" cy="566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48"/>
                </a:moveTo>
                <a:lnTo>
                  <a:pt x="20475" y="3162"/>
                </a:lnTo>
                <a:lnTo>
                  <a:pt x="19350" y="4177"/>
                </a:lnTo>
                <a:lnTo>
                  <a:pt x="18223" y="5188"/>
                </a:lnTo>
                <a:lnTo>
                  <a:pt x="17095" y="6205"/>
                </a:lnTo>
                <a:lnTo>
                  <a:pt x="15968" y="7219"/>
                </a:lnTo>
                <a:lnTo>
                  <a:pt x="14841" y="8237"/>
                </a:lnTo>
                <a:lnTo>
                  <a:pt x="13710" y="9254"/>
                </a:lnTo>
                <a:lnTo>
                  <a:pt x="12581" y="10271"/>
                </a:lnTo>
                <a:lnTo>
                  <a:pt x="11448" y="11290"/>
                </a:lnTo>
                <a:lnTo>
                  <a:pt x="10313" y="12313"/>
                </a:lnTo>
                <a:lnTo>
                  <a:pt x="9178" y="13336"/>
                </a:lnTo>
                <a:lnTo>
                  <a:pt x="8039" y="14358"/>
                </a:lnTo>
                <a:lnTo>
                  <a:pt x="6900" y="15386"/>
                </a:lnTo>
                <a:lnTo>
                  <a:pt x="5757" y="16415"/>
                </a:lnTo>
                <a:lnTo>
                  <a:pt x="4613" y="17446"/>
                </a:lnTo>
                <a:lnTo>
                  <a:pt x="3464" y="18482"/>
                </a:lnTo>
                <a:lnTo>
                  <a:pt x="2313" y="19519"/>
                </a:lnTo>
                <a:lnTo>
                  <a:pt x="1159" y="20558"/>
                </a:lnTo>
                <a:lnTo>
                  <a:pt x="0" y="21600"/>
                </a:lnTo>
                <a:lnTo>
                  <a:pt x="6" y="18076"/>
                </a:lnTo>
                <a:lnTo>
                  <a:pt x="49" y="15650"/>
                </a:lnTo>
                <a:lnTo>
                  <a:pt x="169" y="14022"/>
                </a:lnTo>
                <a:lnTo>
                  <a:pt x="401" y="12902"/>
                </a:lnTo>
                <a:lnTo>
                  <a:pt x="782" y="11991"/>
                </a:lnTo>
                <a:lnTo>
                  <a:pt x="1349" y="10999"/>
                </a:lnTo>
                <a:lnTo>
                  <a:pt x="2282" y="10159"/>
                </a:lnTo>
                <a:lnTo>
                  <a:pt x="3230" y="9312"/>
                </a:lnTo>
                <a:lnTo>
                  <a:pt x="4255" y="8392"/>
                </a:lnTo>
                <a:lnTo>
                  <a:pt x="5296" y="7456"/>
                </a:lnTo>
                <a:lnTo>
                  <a:pt x="6382" y="6544"/>
                </a:lnTo>
                <a:lnTo>
                  <a:pt x="7485" y="5622"/>
                </a:lnTo>
                <a:lnTo>
                  <a:pt x="8538" y="4646"/>
                </a:lnTo>
                <a:lnTo>
                  <a:pt x="9608" y="3657"/>
                </a:lnTo>
                <a:lnTo>
                  <a:pt x="11181" y="2306"/>
                </a:lnTo>
                <a:lnTo>
                  <a:pt x="12471" y="1275"/>
                </a:lnTo>
                <a:lnTo>
                  <a:pt x="13575" y="556"/>
                </a:lnTo>
                <a:lnTo>
                  <a:pt x="14588" y="133"/>
                </a:lnTo>
                <a:lnTo>
                  <a:pt x="15605" y="0"/>
                </a:lnTo>
                <a:lnTo>
                  <a:pt x="16718" y="145"/>
                </a:lnTo>
                <a:lnTo>
                  <a:pt x="18026" y="559"/>
                </a:lnTo>
                <a:lnTo>
                  <a:pt x="19623" y="1231"/>
                </a:lnTo>
                <a:lnTo>
                  <a:pt x="21600" y="2148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0" name="contour_09998"/>
          <p:cNvSpPr/>
          <p:nvPr/>
        </p:nvSpPr>
        <p:spPr>
          <a:xfrm>
            <a:off x="9951195" y="4089387"/>
            <a:ext cx="87456" cy="574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64" y="674"/>
                </a:moveTo>
                <a:lnTo>
                  <a:pt x="20473" y="1545"/>
                </a:lnTo>
                <a:lnTo>
                  <a:pt x="21600" y="2429"/>
                </a:lnTo>
                <a:lnTo>
                  <a:pt x="20632" y="3440"/>
                </a:lnTo>
                <a:lnTo>
                  <a:pt x="19663" y="4450"/>
                </a:lnTo>
                <a:lnTo>
                  <a:pt x="18693" y="5455"/>
                </a:lnTo>
                <a:lnTo>
                  <a:pt x="17723" y="6463"/>
                </a:lnTo>
                <a:lnTo>
                  <a:pt x="16753" y="7466"/>
                </a:lnTo>
                <a:lnTo>
                  <a:pt x="15782" y="8471"/>
                </a:lnTo>
                <a:lnTo>
                  <a:pt x="14810" y="9473"/>
                </a:lnTo>
                <a:lnTo>
                  <a:pt x="13838" y="10473"/>
                </a:lnTo>
                <a:lnTo>
                  <a:pt x="13109" y="11237"/>
                </a:lnTo>
                <a:lnTo>
                  <a:pt x="12377" y="12004"/>
                </a:lnTo>
                <a:lnTo>
                  <a:pt x="11633" y="12779"/>
                </a:lnTo>
                <a:lnTo>
                  <a:pt x="10611" y="13822"/>
                </a:lnTo>
                <a:lnTo>
                  <a:pt x="9601" y="14824"/>
                </a:lnTo>
                <a:lnTo>
                  <a:pt x="8599" y="15789"/>
                </a:lnTo>
                <a:lnTo>
                  <a:pt x="7596" y="16706"/>
                </a:lnTo>
                <a:lnTo>
                  <a:pt x="6588" y="17577"/>
                </a:lnTo>
                <a:lnTo>
                  <a:pt x="5564" y="18396"/>
                </a:lnTo>
                <a:lnTo>
                  <a:pt x="4520" y="19160"/>
                </a:lnTo>
                <a:lnTo>
                  <a:pt x="3449" y="19866"/>
                </a:lnTo>
                <a:lnTo>
                  <a:pt x="2344" y="20510"/>
                </a:lnTo>
                <a:lnTo>
                  <a:pt x="1195" y="21091"/>
                </a:lnTo>
                <a:lnTo>
                  <a:pt x="0" y="21600"/>
                </a:lnTo>
                <a:lnTo>
                  <a:pt x="297" y="19557"/>
                </a:lnTo>
                <a:lnTo>
                  <a:pt x="648" y="17741"/>
                </a:lnTo>
                <a:lnTo>
                  <a:pt x="1073" y="16117"/>
                </a:lnTo>
                <a:lnTo>
                  <a:pt x="1589" y="14641"/>
                </a:lnTo>
                <a:lnTo>
                  <a:pt x="2214" y="13280"/>
                </a:lnTo>
                <a:lnTo>
                  <a:pt x="2968" y="11993"/>
                </a:lnTo>
                <a:lnTo>
                  <a:pt x="3868" y="10741"/>
                </a:lnTo>
                <a:lnTo>
                  <a:pt x="4936" y="9490"/>
                </a:lnTo>
                <a:lnTo>
                  <a:pt x="5890" y="8567"/>
                </a:lnTo>
                <a:lnTo>
                  <a:pt x="6849" y="7655"/>
                </a:lnTo>
                <a:lnTo>
                  <a:pt x="7810" y="6748"/>
                </a:lnTo>
                <a:lnTo>
                  <a:pt x="8775" y="5853"/>
                </a:lnTo>
                <a:lnTo>
                  <a:pt x="9727" y="4891"/>
                </a:lnTo>
                <a:lnTo>
                  <a:pt x="10696" y="3916"/>
                </a:lnTo>
                <a:lnTo>
                  <a:pt x="12458" y="2265"/>
                </a:lnTo>
                <a:lnTo>
                  <a:pt x="13793" y="1106"/>
                </a:lnTo>
                <a:lnTo>
                  <a:pt x="14852" y="378"/>
                </a:lnTo>
                <a:lnTo>
                  <a:pt x="15786" y="27"/>
                </a:lnTo>
                <a:lnTo>
                  <a:pt x="16749" y="0"/>
                </a:lnTo>
                <a:lnTo>
                  <a:pt x="17892" y="233"/>
                </a:lnTo>
                <a:lnTo>
                  <a:pt x="19364" y="674"/>
                </a:lnTo>
                <a:close/>
              </a:path>
            </a:pathLst>
          </a:custGeom>
          <a:solidFill>
            <a:srgbClr val="F8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1" name="contour_09999"/>
          <p:cNvSpPr/>
          <p:nvPr/>
        </p:nvSpPr>
        <p:spPr>
          <a:xfrm>
            <a:off x="7640902" y="4044748"/>
            <a:ext cx="87456" cy="656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29"/>
                </a:moveTo>
                <a:lnTo>
                  <a:pt x="9419" y="1186"/>
                </a:lnTo>
                <a:lnTo>
                  <a:pt x="9844" y="2361"/>
                </a:lnTo>
                <a:lnTo>
                  <a:pt x="10318" y="3583"/>
                </a:lnTo>
                <a:lnTo>
                  <a:pt x="10800" y="4822"/>
                </a:lnTo>
                <a:lnTo>
                  <a:pt x="12062" y="5050"/>
                </a:lnTo>
                <a:lnTo>
                  <a:pt x="12980" y="5177"/>
                </a:lnTo>
                <a:lnTo>
                  <a:pt x="13819" y="5223"/>
                </a:lnTo>
                <a:lnTo>
                  <a:pt x="14841" y="5201"/>
                </a:lnTo>
                <a:lnTo>
                  <a:pt x="16312" y="5122"/>
                </a:lnTo>
                <a:lnTo>
                  <a:pt x="17300" y="5079"/>
                </a:lnTo>
                <a:lnTo>
                  <a:pt x="18293" y="5036"/>
                </a:lnTo>
                <a:lnTo>
                  <a:pt x="19301" y="4990"/>
                </a:lnTo>
                <a:lnTo>
                  <a:pt x="20443" y="4906"/>
                </a:lnTo>
                <a:lnTo>
                  <a:pt x="21600" y="4822"/>
                </a:lnTo>
                <a:lnTo>
                  <a:pt x="21262" y="6606"/>
                </a:lnTo>
                <a:lnTo>
                  <a:pt x="20999" y="7871"/>
                </a:lnTo>
                <a:lnTo>
                  <a:pt x="20725" y="8964"/>
                </a:lnTo>
                <a:lnTo>
                  <a:pt x="20354" y="10230"/>
                </a:lnTo>
                <a:lnTo>
                  <a:pt x="19800" y="12013"/>
                </a:lnTo>
                <a:lnTo>
                  <a:pt x="18610" y="12013"/>
                </a:lnTo>
                <a:lnTo>
                  <a:pt x="17413" y="12013"/>
                </a:lnTo>
                <a:lnTo>
                  <a:pt x="16200" y="12013"/>
                </a:lnTo>
                <a:lnTo>
                  <a:pt x="15662" y="13587"/>
                </a:lnTo>
                <a:lnTo>
                  <a:pt x="15370" y="14831"/>
                </a:lnTo>
                <a:lnTo>
                  <a:pt x="15075" y="16806"/>
                </a:lnTo>
                <a:lnTo>
                  <a:pt x="14852" y="18391"/>
                </a:lnTo>
                <a:lnTo>
                  <a:pt x="14629" y="19985"/>
                </a:lnTo>
                <a:lnTo>
                  <a:pt x="14400" y="21600"/>
                </a:lnTo>
                <a:lnTo>
                  <a:pt x="14400" y="20018"/>
                </a:lnTo>
                <a:lnTo>
                  <a:pt x="14400" y="18434"/>
                </a:lnTo>
                <a:lnTo>
                  <a:pt x="14400" y="16850"/>
                </a:lnTo>
                <a:lnTo>
                  <a:pt x="14400" y="15260"/>
                </a:lnTo>
                <a:lnTo>
                  <a:pt x="14400" y="13667"/>
                </a:lnTo>
                <a:lnTo>
                  <a:pt x="14400" y="12066"/>
                </a:lnTo>
                <a:lnTo>
                  <a:pt x="14400" y="10460"/>
                </a:lnTo>
                <a:lnTo>
                  <a:pt x="14400" y="8844"/>
                </a:lnTo>
                <a:lnTo>
                  <a:pt x="14400" y="7219"/>
                </a:lnTo>
                <a:lnTo>
                  <a:pt x="13212" y="7020"/>
                </a:lnTo>
                <a:lnTo>
                  <a:pt x="12024" y="6824"/>
                </a:lnTo>
                <a:lnTo>
                  <a:pt x="10834" y="6625"/>
                </a:lnTo>
                <a:lnTo>
                  <a:pt x="9643" y="6428"/>
                </a:lnTo>
                <a:lnTo>
                  <a:pt x="8449" y="6229"/>
                </a:lnTo>
                <a:lnTo>
                  <a:pt x="7254" y="6030"/>
                </a:lnTo>
                <a:lnTo>
                  <a:pt x="6055" y="5831"/>
                </a:lnTo>
                <a:lnTo>
                  <a:pt x="4853" y="5630"/>
                </a:lnTo>
                <a:lnTo>
                  <a:pt x="3647" y="5429"/>
                </a:lnTo>
                <a:lnTo>
                  <a:pt x="2437" y="5227"/>
                </a:lnTo>
                <a:lnTo>
                  <a:pt x="1220" y="5026"/>
                </a:lnTo>
                <a:lnTo>
                  <a:pt x="0" y="4822"/>
                </a:lnTo>
                <a:lnTo>
                  <a:pt x="0" y="3634"/>
                </a:lnTo>
                <a:lnTo>
                  <a:pt x="0" y="2426"/>
                </a:lnTo>
                <a:lnTo>
                  <a:pt x="1141" y="1879"/>
                </a:lnTo>
                <a:lnTo>
                  <a:pt x="1978" y="1524"/>
                </a:lnTo>
                <a:lnTo>
                  <a:pt x="2923" y="1208"/>
                </a:lnTo>
                <a:lnTo>
                  <a:pt x="4388" y="777"/>
                </a:lnTo>
                <a:lnTo>
                  <a:pt x="5612" y="393"/>
                </a:lnTo>
                <a:lnTo>
                  <a:pt x="6856" y="0"/>
                </a:lnTo>
                <a:lnTo>
                  <a:pt x="7920" y="14"/>
                </a:lnTo>
                <a:lnTo>
                  <a:pt x="9000" y="29"/>
                </a:lnTo>
                <a:close/>
              </a:path>
            </a:pathLst>
          </a:custGeom>
          <a:solidFill>
            <a:srgbClr val="A889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2" name="contour_10000"/>
          <p:cNvSpPr/>
          <p:nvPr/>
        </p:nvSpPr>
        <p:spPr>
          <a:xfrm>
            <a:off x="5053665" y="4059411"/>
            <a:ext cx="43728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400" y="1091"/>
                </a:lnTo>
                <a:lnTo>
                  <a:pt x="14400" y="2183"/>
                </a:lnTo>
                <a:lnTo>
                  <a:pt x="14400" y="3274"/>
                </a:lnTo>
                <a:lnTo>
                  <a:pt x="14400" y="4368"/>
                </a:lnTo>
                <a:lnTo>
                  <a:pt x="14400" y="5462"/>
                </a:lnTo>
                <a:lnTo>
                  <a:pt x="14400" y="6559"/>
                </a:lnTo>
                <a:lnTo>
                  <a:pt x="14400" y="7656"/>
                </a:lnTo>
                <a:lnTo>
                  <a:pt x="14400" y="8757"/>
                </a:lnTo>
                <a:lnTo>
                  <a:pt x="14400" y="9860"/>
                </a:lnTo>
                <a:lnTo>
                  <a:pt x="14400" y="10967"/>
                </a:lnTo>
                <a:lnTo>
                  <a:pt x="14400" y="12076"/>
                </a:lnTo>
                <a:lnTo>
                  <a:pt x="14400" y="13190"/>
                </a:lnTo>
                <a:lnTo>
                  <a:pt x="14400" y="14307"/>
                </a:lnTo>
                <a:lnTo>
                  <a:pt x="14400" y="15429"/>
                </a:lnTo>
                <a:lnTo>
                  <a:pt x="16780" y="15429"/>
                </a:lnTo>
                <a:lnTo>
                  <a:pt x="19174" y="15429"/>
                </a:lnTo>
                <a:lnTo>
                  <a:pt x="21600" y="15429"/>
                </a:lnTo>
                <a:lnTo>
                  <a:pt x="21006" y="16447"/>
                </a:lnTo>
                <a:lnTo>
                  <a:pt x="20412" y="17467"/>
                </a:lnTo>
                <a:lnTo>
                  <a:pt x="19814" y="18491"/>
                </a:lnTo>
                <a:lnTo>
                  <a:pt x="19213" y="19520"/>
                </a:lnTo>
                <a:lnTo>
                  <a:pt x="18608" y="20555"/>
                </a:lnTo>
                <a:lnTo>
                  <a:pt x="18000" y="21600"/>
                </a:lnTo>
                <a:lnTo>
                  <a:pt x="16211" y="20748"/>
                </a:lnTo>
                <a:lnTo>
                  <a:pt x="14512" y="19878"/>
                </a:lnTo>
                <a:lnTo>
                  <a:pt x="12895" y="18991"/>
                </a:lnTo>
                <a:lnTo>
                  <a:pt x="11369" y="18084"/>
                </a:lnTo>
                <a:lnTo>
                  <a:pt x="9932" y="17160"/>
                </a:lnTo>
                <a:lnTo>
                  <a:pt x="8586" y="16215"/>
                </a:lnTo>
                <a:lnTo>
                  <a:pt x="7330" y="15254"/>
                </a:lnTo>
                <a:lnTo>
                  <a:pt x="6167" y="14275"/>
                </a:lnTo>
                <a:lnTo>
                  <a:pt x="5098" y="13276"/>
                </a:lnTo>
                <a:lnTo>
                  <a:pt x="4122" y="12260"/>
                </a:lnTo>
                <a:lnTo>
                  <a:pt x="3240" y="11224"/>
                </a:lnTo>
                <a:lnTo>
                  <a:pt x="2455" y="10171"/>
                </a:lnTo>
                <a:lnTo>
                  <a:pt x="1768" y="9098"/>
                </a:lnTo>
                <a:lnTo>
                  <a:pt x="1177" y="8009"/>
                </a:lnTo>
                <a:lnTo>
                  <a:pt x="684" y="6900"/>
                </a:lnTo>
                <a:lnTo>
                  <a:pt x="292" y="5773"/>
                </a:lnTo>
                <a:lnTo>
                  <a:pt x="0" y="4629"/>
                </a:lnTo>
                <a:lnTo>
                  <a:pt x="1303" y="3547"/>
                </a:lnTo>
                <a:lnTo>
                  <a:pt x="2819" y="2564"/>
                </a:lnTo>
                <a:lnTo>
                  <a:pt x="4576" y="1706"/>
                </a:lnTo>
                <a:lnTo>
                  <a:pt x="6588" y="995"/>
                </a:lnTo>
                <a:lnTo>
                  <a:pt x="8885" y="458"/>
                </a:lnTo>
                <a:lnTo>
                  <a:pt x="11480" y="119"/>
                </a:lnTo>
                <a:lnTo>
                  <a:pt x="14400" y="0"/>
                </a:lnTo>
                <a:close/>
              </a:path>
            </a:pathLst>
          </a:custGeom>
          <a:solidFill>
            <a:srgbClr val="F1F1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3" name="contour_10001"/>
          <p:cNvSpPr/>
          <p:nvPr/>
        </p:nvSpPr>
        <p:spPr>
          <a:xfrm>
            <a:off x="2014572" y="3971955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98" y="162"/>
                </a:lnTo>
                <a:lnTo>
                  <a:pt x="2793" y="335"/>
                </a:lnTo>
                <a:lnTo>
                  <a:pt x="4188" y="518"/>
                </a:lnTo>
                <a:lnTo>
                  <a:pt x="5581" y="713"/>
                </a:lnTo>
                <a:lnTo>
                  <a:pt x="6975" y="914"/>
                </a:lnTo>
                <a:lnTo>
                  <a:pt x="8370" y="1123"/>
                </a:lnTo>
                <a:lnTo>
                  <a:pt x="8964" y="1188"/>
                </a:lnTo>
                <a:lnTo>
                  <a:pt x="10757" y="1372"/>
                </a:lnTo>
                <a:lnTo>
                  <a:pt x="12122" y="1620"/>
                </a:lnTo>
                <a:lnTo>
                  <a:pt x="13429" y="1930"/>
                </a:lnTo>
                <a:lnTo>
                  <a:pt x="14705" y="2336"/>
                </a:lnTo>
                <a:lnTo>
                  <a:pt x="15980" y="2880"/>
                </a:lnTo>
                <a:lnTo>
                  <a:pt x="17280" y="3600"/>
                </a:lnTo>
                <a:lnTo>
                  <a:pt x="18431" y="5965"/>
                </a:lnTo>
                <a:lnTo>
                  <a:pt x="19252" y="7704"/>
                </a:lnTo>
                <a:lnTo>
                  <a:pt x="19857" y="9115"/>
                </a:lnTo>
                <a:lnTo>
                  <a:pt x="20371" y="10505"/>
                </a:lnTo>
                <a:lnTo>
                  <a:pt x="20913" y="12164"/>
                </a:lnTo>
                <a:lnTo>
                  <a:pt x="21600" y="14400"/>
                </a:lnTo>
                <a:lnTo>
                  <a:pt x="20263" y="15293"/>
                </a:lnTo>
                <a:lnTo>
                  <a:pt x="18926" y="16182"/>
                </a:lnTo>
                <a:lnTo>
                  <a:pt x="17585" y="17078"/>
                </a:lnTo>
                <a:lnTo>
                  <a:pt x="16241" y="17971"/>
                </a:lnTo>
                <a:lnTo>
                  <a:pt x="14891" y="18871"/>
                </a:lnTo>
                <a:lnTo>
                  <a:pt x="13535" y="19775"/>
                </a:lnTo>
                <a:lnTo>
                  <a:pt x="12172" y="20686"/>
                </a:lnTo>
                <a:lnTo>
                  <a:pt x="10800" y="21600"/>
                </a:lnTo>
                <a:lnTo>
                  <a:pt x="10623" y="19890"/>
                </a:lnTo>
                <a:lnTo>
                  <a:pt x="10441" y="18169"/>
                </a:lnTo>
                <a:lnTo>
                  <a:pt x="10260" y="16423"/>
                </a:lnTo>
                <a:lnTo>
                  <a:pt x="9290" y="13151"/>
                </a:lnTo>
                <a:lnTo>
                  <a:pt x="8584" y="11344"/>
                </a:lnTo>
                <a:lnTo>
                  <a:pt x="7793" y="10354"/>
                </a:lnTo>
                <a:lnTo>
                  <a:pt x="6573" y="9533"/>
                </a:lnTo>
                <a:lnTo>
                  <a:pt x="5387" y="9158"/>
                </a:lnTo>
                <a:lnTo>
                  <a:pt x="4186" y="8777"/>
                </a:lnTo>
                <a:lnTo>
                  <a:pt x="3570" y="8543"/>
                </a:lnTo>
                <a:lnTo>
                  <a:pt x="2484" y="8136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4" name="contour_10002"/>
          <p:cNvSpPr/>
          <p:nvPr/>
        </p:nvSpPr>
        <p:spPr>
          <a:xfrm>
            <a:off x="4835025" y="3752609"/>
            <a:ext cx="65592" cy="298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11"/>
                </a:moveTo>
                <a:lnTo>
                  <a:pt x="1944" y="232"/>
                </a:lnTo>
                <a:lnTo>
                  <a:pt x="3775" y="53"/>
                </a:lnTo>
                <a:lnTo>
                  <a:pt x="5506" y="0"/>
                </a:lnTo>
                <a:lnTo>
                  <a:pt x="7154" y="111"/>
                </a:lnTo>
                <a:lnTo>
                  <a:pt x="8734" y="422"/>
                </a:lnTo>
                <a:lnTo>
                  <a:pt x="10260" y="965"/>
                </a:lnTo>
                <a:lnTo>
                  <a:pt x="11750" y="1777"/>
                </a:lnTo>
                <a:lnTo>
                  <a:pt x="13222" y="2889"/>
                </a:lnTo>
                <a:lnTo>
                  <a:pt x="14686" y="4339"/>
                </a:lnTo>
                <a:lnTo>
                  <a:pt x="16159" y="6158"/>
                </a:lnTo>
                <a:lnTo>
                  <a:pt x="17659" y="8388"/>
                </a:lnTo>
                <a:lnTo>
                  <a:pt x="19200" y="11056"/>
                </a:lnTo>
                <a:lnTo>
                  <a:pt x="19795" y="8446"/>
                </a:lnTo>
                <a:lnTo>
                  <a:pt x="20390" y="5826"/>
                </a:lnTo>
                <a:lnTo>
                  <a:pt x="20993" y="3184"/>
                </a:lnTo>
                <a:lnTo>
                  <a:pt x="21600" y="511"/>
                </a:lnTo>
                <a:lnTo>
                  <a:pt x="21600" y="3991"/>
                </a:lnTo>
                <a:lnTo>
                  <a:pt x="21600" y="7476"/>
                </a:lnTo>
                <a:lnTo>
                  <a:pt x="21600" y="10977"/>
                </a:lnTo>
                <a:lnTo>
                  <a:pt x="21600" y="14493"/>
                </a:lnTo>
                <a:lnTo>
                  <a:pt x="21600" y="18031"/>
                </a:lnTo>
                <a:lnTo>
                  <a:pt x="21600" y="21600"/>
                </a:lnTo>
                <a:lnTo>
                  <a:pt x="18084" y="20999"/>
                </a:lnTo>
                <a:lnTo>
                  <a:pt x="15139" y="20472"/>
                </a:lnTo>
                <a:lnTo>
                  <a:pt x="12701" y="19992"/>
                </a:lnTo>
                <a:lnTo>
                  <a:pt x="10699" y="19523"/>
                </a:lnTo>
                <a:lnTo>
                  <a:pt x="9074" y="19038"/>
                </a:lnTo>
                <a:lnTo>
                  <a:pt x="7754" y="18505"/>
                </a:lnTo>
                <a:lnTo>
                  <a:pt x="6679" y="17888"/>
                </a:lnTo>
                <a:lnTo>
                  <a:pt x="5779" y="17156"/>
                </a:lnTo>
                <a:lnTo>
                  <a:pt x="4987" y="16280"/>
                </a:lnTo>
                <a:lnTo>
                  <a:pt x="4241" y="15226"/>
                </a:lnTo>
                <a:lnTo>
                  <a:pt x="3473" y="13961"/>
                </a:lnTo>
                <a:lnTo>
                  <a:pt x="2616" y="12458"/>
                </a:lnTo>
                <a:lnTo>
                  <a:pt x="1862" y="9817"/>
                </a:lnTo>
                <a:lnTo>
                  <a:pt x="1339" y="7692"/>
                </a:lnTo>
                <a:lnTo>
                  <a:pt x="799" y="4961"/>
                </a:lnTo>
                <a:lnTo>
                  <a:pt x="0" y="511"/>
                </a:lnTo>
                <a:close/>
              </a:path>
            </a:pathLst>
          </a:custGeom>
          <a:solidFill>
            <a:srgbClr val="F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5" name="contour_10003"/>
          <p:cNvSpPr/>
          <p:nvPr/>
        </p:nvSpPr>
        <p:spPr>
          <a:xfrm>
            <a:off x="7662766" y="3643996"/>
            <a:ext cx="72880" cy="225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600" y="4143"/>
                </a:lnTo>
                <a:lnTo>
                  <a:pt x="21600" y="8300"/>
                </a:lnTo>
                <a:lnTo>
                  <a:pt x="21600" y="12470"/>
                </a:lnTo>
                <a:lnTo>
                  <a:pt x="21600" y="16676"/>
                </a:lnTo>
                <a:lnTo>
                  <a:pt x="21600" y="20923"/>
                </a:lnTo>
                <a:lnTo>
                  <a:pt x="20205" y="21014"/>
                </a:lnTo>
                <a:lnTo>
                  <a:pt x="18809" y="21098"/>
                </a:lnTo>
                <a:lnTo>
                  <a:pt x="17414" y="21175"/>
                </a:lnTo>
                <a:lnTo>
                  <a:pt x="16021" y="21237"/>
                </a:lnTo>
                <a:lnTo>
                  <a:pt x="14625" y="21300"/>
                </a:lnTo>
                <a:lnTo>
                  <a:pt x="13230" y="21356"/>
                </a:lnTo>
                <a:lnTo>
                  <a:pt x="12044" y="21447"/>
                </a:lnTo>
                <a:lnTo>
                  <a:pt x="10843" y="21537"/>
                </a:lnTo>
                <a:lnTo>
                  <a:pt x="8214" y="21600"/>
                </a:lnTo>
                <a:lnTo>
                  <a:pt x="6204" y="21551"/>
                </a:lnTo>
                <a:lnTo>
                  <a:pt x="4683" y="21300"/>
                </a:lnTo>
                <a:lnTo>
                  <a:pt x="3525" y="20763"/>
                </a:lnTo>
                <a:lnTo>
                  <a:pt x="2607" y="19849"/>
                </a:lnTo>
                <a:lnTo>
                  <a:pt x="1797" y="18468"/>
                </a:lnTo>
                <a:lnTo>
                  <a:pt x="970" y="16530"/>
                </a:lnTo>
                <a:lnTo>
                  <a:pt x="0" y="13949"/>
                </a:lnTo>
                <a:lnTo>
                  <a:pt x="0" y="9339"/>
                </a:lnTo>
                <a:lnTo>
                  <a:pt x="0" y="4701"/>
                </a:lnTo>
                <a:lnTo>
                  <a:pt x="0" y="0"/>
                </a:lnTo>
                <a:close/>
              </a:path>
            </a:pathLst>
          </a:custGeom>
          <a:solidFill>
            <a:srgbClr val="99C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6" name="contour_10004"/>
          <p:cNvSpPr/>
          <p:nvPr/>
        </p:nvSpPr>
        <p:spPr>
          <a:xfrm>
            <a:off x="4572657" y="3629420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2989" y="2061"/>
                </a:lnTo>
                <a:lnTo>
                  <a:pt x="3830" y="4152"/>
                </a:lnTo>
                <a:lnTo>
                  <a:pt x="5089" y="6100"/>
                </a:lnTo>
                <a:lnTo>
                  <a:pt x="6299" y="7608"/>
                </a:lnTo>
                <a:lnTo>
                  <a:pt x="7487" y="8739"/>
                </a:lnTo>
                <a:lnTo>
                  <a:pt x="8692" y="9569"/>
                </a:lnTo>
                <a:lnTo>
                  <a:pt x="9942" y="10174"/>
                </a:lnTo>
                <a:lnTo>
                  <a:pt x="11275" y="10623"/>
                </a:lnTo>
                <a:lnTo>
                  <a:pt x="12718" y="10986"/>
                </a:lnTo>
                <a:lnTo>
                  <a:pt x="14310" y="11340"/>
                </a:lnTo>
                <a:lnTo>
                  <a:pt x="15675" y="11664"/>
                </a:lnTo>
                <a:lnTo>
                  <a:pt x="17051" y="11992"/>
                </a:lnTo>
                <a:lnTo>
                  <a:pt x="18444" y="12321"/>
                </a:lnTo>
                <a:lnTo>
                  <a:pt x="19488" y="12532"/>
                </a:lnTo>
                <a:lnTo>
                  <a:pt x="20535" y="12744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2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268" y="18926"/>
                </a:lnTo>
                <a:lnTo>
                  <a:pt x="536" y="16252"/>
                </a:lnTo>
                <a:lnTo>
                  <a:pt x="804" y="13569"/>
                </a:lnTo>
                <a:lnTo>
                  <a:pt x="1071" y="10882"/>
                </a:lnTo>
                <a:lnTo>
                  <a:pt x="1341" y="8182"/>
                </a:lnTo>
                <a:lnTo>
                  <a:pt x="1614" y="5469"/>
                </a:lnTo>
                <a:lnTo>
                  <a:pt x="1886" y="2743"/>
                </a:lnTo>
                <a:lnTo>
                  <a:pt x="2160" y="0"/>
                </a:lnTo>
                <a:close/>
              </a:path>
            </a:pathLst>
          </a:custGeom>
          <a:solidFill>
            <a:srgbClr val="C3DA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7" name="contour_10005"/>
          <p:cNvSpPr/>
          <p:nvPr/>
        </p:nvSpPr>
        <p:spPr>
          <a:xfrm>
            <a:off x="5381624" y="3620820"/>
            <a:ext cx="87456" cy="308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18"/>
                </a:moveTo>
                <a:lnTo>
                  <a:pt x="20842" y="4102"/>
                </a:lnTo>
                <a:lnTo>
                  <a:pt x="20075" y="7071"/>
                </a:lnTo>
                <a:lnTo>
                  <a:pt x="19283" y="9841"/>
                </a:lnTo>
                <a:lnTo>
                  <a:pt x="18450" y="12432"/>
                </a:lnTo>
                <a:lnTo>
                  <a:pt x="17561" y="14861"/>
                </a:lnTo>
                <a:lnTo>
                  <a:pt x="16600" y="17141"/>
                </a:lnTo>
                <a:lnTo>
                  <a:pt x="15550" y="19289"/>
                </a:lnTo>
                <a:lnTo>
                  <a:pt x="14400" y="21325"/>
                </a:lnTo>
                <a:lnTo>
                  <a:pt x="13190" y="21549"/>
                </a:lnTo>
                <a:lnTo>
                  <a:pt x="11981" y="21600"/>
                </a:lnTo>
                <a:lnTo>
                  <a:pt x="10769" y="21488"/>
                </a:lnTo>
                <a:lnTo>
                  <a:pt x="9560" y="21233"/>
                </a:lnTo>
                <a:lnTo>
                  <a:pt x="8352" y="20855"/>
                </a:lnTo>
                <a:lnTo>
                  <a:pt x="7148" y="20371"/>
                </a:lnTo>
                <a:lnTo>
                  <a:pt x="5945" y="19799"/>
                </a:lnTo>
                <a:lnTo>
                  <a:pt x="4747" y="19151"/>
                </a:lnTo>
                <a:lnTo>
                  <a:pt x="3551" y="18457"/>
                </a:lnTo>
                <a:lnTo>
                  <a:pt x="2362" y="17723"/>
                </a:lnTo>
                <a:lnTo>
                  <a:pt x="1177" y="16973"/>
                </a:lnTo>
                <a:lnTo>
                  <a:pt x="0" y="16223"/>
                </a:lnTo>
                <a:lnTo>
                  <a:pt x="0" y="12851"/>
                </a:lnTo>
                <a:lnTo>
                  <a:pt x="0" y="9458"/>
                </a:lnTo>
                <a:lnTo>
                  <a:pt x="0" y="6020"/>
                </a:lnTo>
                <a:lnTo>
                  <a:pt x="1127" y="4612"/>
                </a:lnTo>
                <a:lnTo>
                  <a:pt x="2299" y="3428"/>
                </a:lnTo>
                <a:lnTo>
                  <a:pt x="3508" y="2449"/>
                </a:lnTo>
                <a:lnTo>
                  <a:pt x="4750" y="1668"/>
                </a:lnTo>
                <a:lnTo>
                  <a:pt x="6023" y="1056"/>
                </a:lnTo>
                <a:lnTo>
                  <a:pt x="7315" y="602"/>
                </a:lnTo>
                <a:lnTo>
                  <a:pt x="8627" y="286"/>
                </a:lnTo>
                <a:lnTo>
                  <a:pt x="9952" y="92"/>
                </a:lnTo>
                <a:lnTo>
                  <a:pt x="11284" y="0"/>
                </a:lnTo>
                <a:lnTo>
                  <a:pt x="12620" y="0"/>
                </a:lnTo>
                <a:lnTo>
                  <a:pt x="13952" y="61"/>
                </a:lnTo>
                <a:lnTo>
                  <a:pt x="15275" y="179"/>
                </a:lnTo>
                <a:lnTo>
                  <a:pt x="16587" y="326"/>
                </a:lnTo>
                <a:lnTo>
                  <a:pt x="17879" y="495"/>
                </a:lnTo>
                <a:lnTo>
                  <a:pt x="19150" y="658"/>
                </a:lnTo>
                <a:lnTo>
                  <a:pt x="20392" y="806"/>
                </a:lnTo>
                <a:lnTo>
                  <a:pt x="21600" y="918"/>
                </a:lnTo>
                <a:close/>
              </a:path>
            </a:pathLst>
          </a:custGeom>
          <a:solidFill>
            <a:srgbClr val="F8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8" name="contour_10006"/>
          <p:cNvSpPr/>
          <p:nvPr/>
        </p:nvSpPr>
        <p:spPr>
          <a:xfrm>
            <a:off x="9725267" y="3512812"/>
            <a:ext cx="80168" cy="371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4" y="711"/>
                </a:lnTo>
                <a:lnTo>
                  <a:pt x="2427" y="1427"/>
                </a:lnTo>
                <a:lnTo>
                  <a:pt x="3641" y="2151"/>
                </a:lnTo>
                <a:lnTo>
                  <a:pt x="4852" y="2879"/>
                </a:lnTo>
                <a:lnTo>
                  <a:pt x="6064" y="3612"/>
                </a:lnTo>
                <a:lnTo>
                  <a:pt x="7275" y="4345"/>
                </a:lnTo>
                <a:lnTo>
                  <a:pt x="8485" y="5081"/>
                </a:lnTo>
                <a:lnTo>
                  <a:pt x="9696" y="5822"/>
                </a:lnTo>
                <a:lnTo>
                  <a:pt x="10617" y="6356"/>
                </a:lnTo>
                <a:lnTo>
                  <a:pt x="11544" y="6898"/>
                </a:lnTo>
                <a:lnTo>
                  <a:pt x="12483" y="7444"/>
                </a:lnTo>
                <a:lnTo>
                  <a:pt x="13147" y="7855"/>
                </a:lnTo>
                <a:lnTo>
                  <a:pt x="15149" y="9096"/>
                </a:lnTo>
                <a:lnTo>
                  <a:pt x="16371" y="9832"/>
                </a:lnTo>
                <a:lnTo>
                  <a:pt x="17612" y="10578"/>
                </a:lnTo>
                <a:lnTo>
                  <a:pt x="18894" y="12157"/>
                </a:lnTo>
                <a:lnTo>
                  <a:pt x="19819" y="13855"/>
                </a:lnTo>
                <a:lnTo>
                  <a:pt x="20500" y="15816"/>
                </a:lnTo>
                <a:lnTo>
                  <a:pt x="21056" y="18204"/>
                </a:lnTo>
                <a:lnTo>
                  <a:pt x="21600" y="21172"/>
                </a:lnTo>
                <a:lnTo>
                  <a:pt x="20202" y="21342"/>
                </a:lnTo>
                <a:lnTo>
                  <a:pt x="18833" y="21477"/>
                </a:lnTo>
                <a:lnTo>
                  <a:pt x="17488" y="21570"/>
                </a:lnTo>
                <a:lnTo>
                  <a:pt x="16169" y="21600"/>
                </a:lnTo>
                <a:lnTo>
                  <a:pt x="14865" y="21553"/>
                </a:lnTo>
                <a:lnTo>
                  <a:pt x="13579" y="21426"/>
                </a:lnTo>
                <a:lnTo>
                  <a:pt x="12306" y="21202"/>
                </a:lnTo>
                <a:lnTo>
                  <a:pt x="11042" y="20863"/>
                </a:lnTo>
                <a:lnTo>
                  <a:pt x="9781" y="20402"/>
                </a:lnTo>
                <a:lnTo>
                  <a:pt x="8526" y="19805"/>
                </a:lnTo>
                <a:lnTo>
                  <a:pt x="7269" y="19059"/>
                </a:lnTo>
                <a:lnTo>
                  <a:pt x="6007" y="18149"/>
                </a:lnTo>
                <a:lnTo>
                  <a:pt x="4738" y="17065"/>
                </a:lnTo>
                <a:lnTo>
                  <a:pt x="3460" y="15795"/>
                </a:lnTo>
                <a:lnTo>
                  <a:pt x="2500" y="13487"/>
                </a:lnTo>
                <a:lnTo>
                  <a:pt x="1767" y="11065"/>
                </a:lnTo>
                <a:lnTo>
                  <a:pt x="1208" y="8524"/>
                </a:lnTo>
                <a:lnTo>
                  <a:pt x="764" y="5839"/>
                </a:lnTo>
                <a:lnTo>
                  <a:pt x="379" y="3002"/>
                </a:lnTo>
                <a:lnTo>
                  <a:pt x="0" y="0"/>
                </a:lnTo>
                <a:close/>
              </a:path>
            </a:pathLst>
          </a:custGeom>
          <a:solidFill>
            <a:srgbClr val="D6DC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09" name="contour_10007"/>
          <p:cNvSpPr/>
          <p:nvPr/>
        </p:nvSpPr>
        <p:spPr>
          <a:xfrm>
            <a:off x="3617930" y="3388916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2" y="883"/>
                </a:lnTo>
                <a:lnTo>
                  <a:pt x="4951" y="1627"/>
                </a:lnTo>
                <a:lnTo>
                  <a:pt x="6787" y="2273"/>
                </a:lnTo>
                <a:lnTo>
                  <a:pt x="8290" y="2856"/>
                </a:lnTo>
                <a:lnTo>
                  <a:pt x="9523" y="3418"/>
                </a:lnTo>
                <a:lnTo>
                  <a:pt x="10560" y="3991"/>
                </a:lnTo>
                <a:lnTo>
                  <a:pt x="11465" y="4618"/>
                </a:lnTo>
                <a:lnTo>
                  <a:pt x="12307" y="5333"/>
                </a:lnTo>
                <a:lnTo>
                  <a:pt x="13157" y="6178"/>
                </a:lnTo>
                <a:lnTo>
                  <a:pt x="14081" y="7188"/>
                </a:lnTo>
                <a:lnTo>
                  <a:pt x="15149" y="8400"/>
                </a:lnTo>
                <a:lnTo>
                  <a:pt x="15955" y="10195"/>
                </a:lnTo>
                <a:lnTo>
                  <a:pt x="16442" y="11530"/>
                </a:lnTo>
                <a:lnTo>
                  <a:pt x="16694" y="12806"/>
                </a:lnTo>
                <a:lnTo>
                  <a:pt x="16786" y="14429"/>
                </a:lnTo>
                <a:lnTo>
                  <a:pt x="16800" y="16800"/>
                </a:lnTo>
                <a:lnTo>
                  <a:pt x="18226" y="18394"/>
                </a:lnTo>
                <a:lnTo>
                  <a:pt x="19200" y="19426"/>
                </a:lnTo>
                <a:lnTo>
                  <a:pt x="20174" y="20345"/>
                </a:lnTo>
                <a:lnTo>
                  <a:pt x="21600" y="21600"/>
                </a:lnTo>
                <a:lnTo>
                  <a:pt x="19987" y="21564"/>
                </a:lnTo>
                <a:lnTo>
                  <a:pt x="18434" y="21475"/>
                </a:lnTo>
                <a:lnTo>
                  <a:pt x="16927" y="21319"/>
                </a:lnTo>
                <a:lnTo>
                  <a:pt x="15451" y="21091"/>
                </a:lnTo>
                <a:lnTo>
                  <a:pt x="13997" y="20774"/>
                </a:lnTo>
                <a:lnTo>
                  <a:pt x="12545" y="20362"/>
                </a:lnTo>
                <a:lnTo>
                  <a:pt x="11083" y="19841"/>
                </a:lnTo>
                <a:lnTo>
                  <a:pt x="9600" y="19200"/>
                </a:lnTo>
                <a:lnTo>
                  <a:pt x="8664" y="17846"/>
                </a:lnTo>
                <a:lnTo>
                  <a:pt x="7800" y="16476"/>
                </a:lnTo>
                <a:lnTo>
                  <a:pt x="6996" y="15084"/>
                </a:lnTo>
                <a:lnTo>
                  <a:pt x="6245" y="13673"/>
                </a:lnTo>
                <a:lnTo>
                  <a:pt x="5539" y="12242"/>
                </a:lnTo>
                <a:lnTo>
                  <a:pt x="4870" y="10793"/>
                </a:lnTo>
                <a:lnTo>
                  <a:pt x="4229" y="9324"/>
                </a:lnTo>
                <a:lnTo>
                  <a:pt x="3610" y="7836"/>
                </a:lnTo>
                <a:lnTo>
                  <a:pt x="3002" y="6329"/>
                </a:lnTo>
                <a:lnTo>
                  <a:pt x="2400" y="4800"/>
                </a:lnTo>
                <a:lnTo>
                  <a:pt x="1812" y="3593"/>
                </a:lnTo>
                <a:lnTo>
                  <a:pt x="1217" y="2390"/>
                </a:lnTo>
                <a:lnTo>
                  <a:pt x="614" y="1193"/>
                </a:lnTo>
                <a:lnTo>
                  <a:pt x="0" y="0"/>
                </a:lnTo>
                <a:close/>
              </a:path>
            </a:pathLst>
          </a:custGeom>
          <a:solidFill>
            <a:srgbClr val="8A8E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0" name="contour_10008"/>
          <p:cNvSpPr/>
          <p:nvPr/>
        </p:nvSpPr>
        <p:spPr>
          <a:xfrm>
            <a:off x="3551726" y="3381628"/>
            <a:ext cx="662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" y="0"/>
                </a:moveTo>
                <a:lnTo>
                  <a:pt x="1379" y="0"/>
                </a:lnTo>
                <a:lnTo>
                  <a:pt x="2578" y="0"/>
                </a:lnTo>
                <a:lnTo>
                  <a:pt x="3017" y="1202"/>
                </a:lnTo>
                <a:lnTo>
                  <a:pt x="3434" y="2410"/>
                </a:lnTo>
                <a:lnTo>
                  <a:pt x="3831" y="3623"/>
                </a:lnTo>
                <a:lnTo>
                  <a:pt x="4213" y="4838"/>
                </a:lnTo>
                <a:lnTo>
                  <a:pt x="4808" y="6163"/>
                </a:lnTo>
                <a:lnTo>
                  <a:pt x="5483" y="7403"/>
                </a:lnTo>
                <a:lnTo>
                  <a:pt x="6237" y="8566"/>
                </a:lnTo>
                <a:lnTo>
                  <a:pt x="7064" y="9657"/>
                </a:lnTo>
                <a:lnTo>
                  <a:pt x="7961" y="10687"/>
                </a:lnTo>
                <a:lnTo>
                  <a:pt x="8926" y="11659"/>
                </a:lnTo>
                <a:lnTo>
                  <a:pt x="9956" y="12580"/>
                </a:lnTo>
                <a:lnTo>
                  <a:pt x="11047" y="13460"/>
                </a:lnTo>
                <a:lnTo>
                  <a:pt x="12196" y="14305"/>
                </a:lnTo>
                <a:lnTo>
                  <a:pt x="13401" y="15120"/>
                </a:lnTo>
                <a:lnTo>
                  <a:pt x="14657" y="15914"/>
                </a:lnTo>
                <a:lnTo>
                  <a:pt x="15962" y="16693"/>
                </a:lnTo>
                <a:lnTo>
                  <a:pt x="17310" y="17464"/>
                </a:lnTo>
                <a:lnTo>
                  <a:pt x="18704" y="18234"/>
                </a:lnTo>
                <a:lnTo>
                  <a:pt x="20133" y="19010"/>
                </a:lnTo>
                <a:lnTo>
                  <a:pt x="21600" y="19800"/>
                </a:lnTo>
                <a:lnTo>
                  <a:pt x="20019" y="20374"/>
                </a:lnTo>
                <a:lnTo>
                  <a:pt x="18856" y="20756"/>
                </a:lnTo>
                <a:lnTo>
                  <a:pt x="17772" y="21029"/>
                </a:lnTo>
                <a:lnTo>
                  <a:pt x="16424" y="21281"/>
                </a:lnTo>
                <a:lnTo>
                  <a:pt x="14467" y="21600"/>
                </a:lnTo>
                <a:lnTo>
                  <a:pt x="12873" y="20736"/>
                </a:lnTo>
                <a:lnTo>
                  <a:pt x="11754" y="20081"/>
                </a:lnTo>
                <a:lnTo>
                  <a:pt x="10805" y="19431"/>
                </a:lnTo>
                <a:lnTo>
                  <a:pt x="9728" y="18581"/>
                </a:lnTo>
                <a:lnTo>
                  <a:pt x="8225" y="17325"/>
                </a:lnTo>
                <a:lnTo>
                  <a:pt x="7212" y="16493"/>
                </a:lnTo>
                <a:lnTo>
                  <a:pt x="6192" y="15656"/>
                </a:lnTo>
                <a:lnTo>
                  <a:pt x="5160" y="14809"/>
                </a:lnTo>
                <a:lnTo>
                  <a:pt x="4306" y="14080"/>
                </a:lnTo>
                <a:lnTo>
                  <a:pt x="3448" y="13343"/>
                </a:lnTo>
                <a:lnTo>
                  <a:pt x="2578" y="12600"/>
                </a:lnTo>
                <a:lnTo>
                  <a:pt x="1398" y="11707"/>
                </a:lnTo>
                <a:lnTo>
                  <a:pt x="200" y="10800"/>
                </a:lnTo>
                <a:lnTo>
                  <a:pt x="86" y="9538"/>
                </a:lnTo>
                <a:lnTo>
                  <a:pt x="21" y="8620"/>
                </a:lnTo>
                <a:lnTo>
                  <a:pt x="0" y="7781"/>
                </a:lnTo>
                <a:lnTo>
                  <a:pt x="12" y="6759"/>
                </a:lnTo>
                <a:lnTo>
                  <a:pt x="52" y="5288"/>
                </a:lnTo>
                <a:lnTo>
                  <a:pt x="74" y="4300"/>
                </a:lnTo>
                <a:lnTo>
                  <a:pt x="95" y="3307"/>
                </a:lnTo>
                <a:lnTo>
                  <a:pt x="117" y="2299"/>
                </a:lnTo>
                <a:lnTo>
                  <a:pt x="157" y="1157"/>
                </a:lnTo>
                <a:lnTo>
                  <a:pt x="200" y="0"/>
                </a:lnTo>
                <a:close/>
              </a:path>
            </a:pathLst>
          </a:custGeom>
          <a:solidFill>
            <a:srgbClr val="DAD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1" name="contour_10009"/>
          <p:cNvSpPr/>
          <p:nvPr/>
        </p:nvSpPr>
        <p:spPr>
          <a:xfrm>
            <a:off x="8675797" y="3374340"/>
            <a:ext cx="72880" cy="644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94" y="3096"/>
                </a:lnTo>
                <a:lnTo>
                  <a:pt x="21552" y="5237"/>
                </a:lnTo>
                <a:lnTo>
                  <a:pt x="21440" y="6685"/>
                </a:lnTo>
                <a:lnTo>
                  <a:pt x="21220" y="7710"/>
                </a:lnTo>
                <a:lnTo>
                  <a:pt x="20857" y="8572"/>
                </a:lnTo>
                <a:lnTo>
                  <a:pt x="20315" y="9539"/>
                </a:lnTo>
                <a:lnTo>
                  <a:pt x="19345" y="10506"/>
                </a:lnTo>
                <a:lnTo>
                  <a:pt x="18373" y="11468"/>
                </a:lnTo>
                <a:lnTo>
                  <a:pt x="17399" y="12425"/>
                </a:lnTo>
                <a:lnTo>
                  <a:pt x="16420" y="13377"/>
                </a:lnTo>
                <a:lnTo>
                  <a:pt x="15438" y="14322"/>
                </a:lnTo>
                <a:lnTo>
                  <a:pt x="14446" y="15259"/>
                </a:lnTo>
                <a:lnTo>
                  <a:pt x="13943" y="15777"/>
                </a:lnTo>
                <a:lnTo>
                  <a:pt x="12424" y="17340"/>
                </a:lnTo>
                <a:lnTo>
                  <a:pt x="11431" y="18294"/>
                </a:lnTo>
                <a:lnTo>
                  <a:pt x="10420" y="19266"/>
                </a:lnTo>
                <a:lnTo>
                  <a:pt x="9519" y="20138"/>
                </a:lnTo>
                <a:lnTo>
                  <a:pt x="8603" y="21021"/>
                </a:lnTo>
                <a:lnTo>
                  <a:pt x="7679" y="21412"/>
                </a:lnTo>
                <a:lnTo>
                  <a:pt x="6869" y="21600"/>
                </a:lnTo>
                <a:lnTo>
                  <a:pt x="5936" y="21549"/>
                </a:lnTo>
                <a:lnTo>
                  <a:pt x="4640" y="21214"/>
                </a:lnTo>
                <a:lnTo>
                  <a:pt x="2739" y="20555"/>
                </a:lnTo>
                <a:lnTo>
                  <a:pt x="0" y="19532"/>
                </a:lnTo>
                <a:lnTo>
                  <a:pt x="1188" y="18458"/>
                </a:lnTo>
                <a:lnTo>
                  <a:pt x="2376" y="17384"/>
                </a:lnTo>
                <a:lnTo>
                  <a:pt x="3564" y="16309"/>
                </a:lnTo>
                <a:lnTo>
                  <a:pt x="4754" y="15233"/>
                </a:lnTo>
                <a:lnTo>
                  <a:pt x="5944" y="14156"/>
                </a:lnTo>
                <a:lnTo>
                  <a:pt x="7137" y="13079"/>
                </a:lnTo>
                <a:lnTo>
                  <a:pt x="8329" y="12000"/>
                </a:lnTo>
                <a:lnTo>
                  <a:pt x="9523" y="10921"/>
                </a:lnTo>
                <a:lnTo>
                  <a:pt x="10720" y="9839"/>
                </a:lnTo>
                <a:lnTo>
                  <a:pt x="11917" y="8755"/>
                </a:lnTo>
                <a:lnTo>
                  <a:pt x="13118" y="7671"/>
                </a:lnTo>
                <a:lnTo>
                  <a:pt x="14321" y="6582"/>
                </a:lnTo>
                <a:lnTo>
                  <a:pt x="15526" y="5493"/>
                </a:lnTo>
                <a:lnTo>
                  <a:pt x="16734" y="4400"/>
                </a:lnTo>
                <a:lnTo>
                  <a:pt x="17945" y="3306"/>
                </a:lnTo>
                <a:lnTo>
                  <a:pt x="19159" y="2207"/>
                </a:lnTo>
                <a:lnTo>
                  <a:pt x="20377" y="1106"/>
                </a:lnTo>
                <a:lnTo>
                  <a:pt x="21600" y="0"/>
                </a:lnTo>
                <a:close/>
              </a:path>
            </a:pathLst>
          </a:custGeom>
          <a:solidFill>
            <a:srgbClr val="E0E9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2" name="contour_10010"/>
          <p:cNvSpPr/>
          <p:nvPr/>
        </p:nvSpPr>
        <p:spPr>
          <a:xfrm>
            <a:off x="5731448" y="3367052"/>
            <a:ext cx="65592" cy="51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994" y="2074"/>
                </a:lnTo>
                <a:lnTo>
                  <a:pt x="20515" y="3589"/>
                </a:lnTo>
                <a:lnTo>
                  <a:pt x="20880" y="4984"/>
                </a:lnTo>
                <a:lnTo>
                  <a:pt x="21204" y="6700"/>
                </a:lnTo>
                <a:lnTo>
                  <a:pt x="21600" y="9178"/>
                </a:lnTo>
                <a:lnTo>
                  <a:pt x="20270" y="10947"/>
                </a:lnTo>
                <a:lnTo>
                  <a:pt x="19262" y="12180"/>
                </a:lnTo>
                <a:lnTo>
                  <a:pt x="18259" y="13199"/>
                </a:lnTo>
                <a:lnTo>
                  <a:pt x="16944" y="14321"/>
                </a:lnTo>
                <a:lnTo>
                  <a:pt x="15000" y="15873"/>
                </a:lnTo>
                <a:lnTo>
                  <a:pt x="13723" y="16925"/>
                </a:lnTo>
                <a:lnTo>
                  <a:pt x="12439" y="17987"/>
                </a:lnTo>
                <a:lnTo>
                  <a:pt x="11138" y="19061"/>
                </a:lnTo>
                <a:lnTo>
                  <a:pt x="9458" y="19994"/>
                </a:lnTo>
                <a:lnTo>
                  <a:pt x="7910" y="20694"/>
                </a:lnTo>
                <a:lnTo>
                  <a:pt x="6434" y="21181"/>
                </a:lnTo>
                <a:lnTo>
                  <a:pt x="4970" y="21475"/>
                </a:lnTo>
                <a:lnTo>
                  <a:pt x="3449" y="21600"/>
                </a:lnTo>
                <a:lnTo>
                  <a:pt x="1814" y="21572"/>
                </a:lnTo>
                <a:lnTo>
                  <a:pt x="0" y="21416"/>
                </a:lnTo>
                <a:lnTo>
                  <a:pt x="0" y="19394"/>
                </a:lnTo>
                <a:lnTo>
                  <a:pt x="0" y="17360"/>
                </a:lnTo>
                <a:lnTo>
                  <a:pt x="0" y="15297"/>
                </a:lnTo>
                <a:lnTo>
                  <a:pt x="1056" y="14055"/>
                </a:lnTo>
                <a:lnTo>
                  <a:pt x="1846" y="13229"/>
                </a:lnTo>
                <a:lnTo>
                  <a:pt x="2762" y="12452"/>
                </a:lnTo>
                <a:lnTo>
                  <a:pt x="4200" y="11354"/>
                </a:lnTo>
                <a:lnTo>
                  <a:pt x="5503" y="10347"/>
                </a:lnTo>
                <a:lnTo>
                  <a:pt x="6826" y="9322"/>
                </a:lnTo>
                <a:lnTo>
                  <a:pt x="8203" y="8300"/>
                </a:lnTo>
                <a:lnTo>
                  <a:pt x="9600" y="7266"/>
                </a:lnTo>
                <a:lnTo>
                  <a:pt x="10978" y="6211"/>
                </a:lnTo>
                <a:lnTo>
                  <a:pt x="12374" y="5140"/>
                </a:lnTo>
                <a:lnTo>
                  <a:pt x="13735" y="4103"/>
                </a:lnTo>
                <a:lnTo>
                  <a:pt x="15098" y="3069"/>
                </a:lnTo>
                <a:lnTo>
                  <a:pt x="16464" y="2041"/>
                </a:lnTo>
                <a:lnTo>
                  <a:pt x="17830" y="1019"/>
                </a:lnTo>
                <a:lnTo>
                  <a:pt x="19200" y="0"/>
                </a:lnTo>
                <a:close/>
              </a:path>
            </a:pathLst>
          </a:custGeom>
          <a:solidFill>
            <a:srgbClr val="D7E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3" name="contour_10011"/>
          <p:cNvSpPr/>
          <p:nvPr/>
        </p:nvSpPr>
        <p:spPr>
          <a:xfrm>
            <a:off x="8150762" y="3367650"/>
            <a:ext cx="51315" cy="391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14" y="1433"/>
                </a:moveTo>
                <a:lnTo>
                  <a:pt x="16373" y="2049"/>
                </a:lnTo>
                <a:lnTo>
                  <a:pt x="18462" y="2676"/>
                </a:lnTo>
                <a:lnTo>
                  <a:pt x="20017" y="3179"/>
                </a:lnTo>
                <a:lnTo>
                  <a:pt x="21600" y="3695"/>
                </a:lnTo>
                <a:lnTo>
                  <a:pt x="20931" y="6194"/>
                </a:lnTo>
                <a:lnTo>
                  <a:pt x="20229" y="8613"/>
                </a:lnTo>
                <a:lnTo>
                  <a:pt x="19471" y="10959"/>
                </a:lnTo>
                <a:lnTo>
                  <a:pt x="18637" y="13241"/>
                </a:lnTo>
                <a:lnTo>
                  <a:pt x="17704" y="15471"/>
                </a:lnTo>
                <a:lnTo>
                  <a:pt x="16652" y="17648"/>
                </a:lnTo>
                <a:lnTo>
                  <a:pt x="15465" y="19793"/>
                </a:lnTo>
                <a:lnTo>
                  <a:pt x="13492" y="20727"/>
                </a:lnTo>
                <a:lnTo>
                  <a:pt x="11682" y="21306"/>
                </a:lnTo>
                <a:lnTo>
                  <a:pt x="9903" y="21584"/>
                </a:lnTo>
                <a:lnTo>
                  <a:pt x="8028" y="21600"/>
                </a:lnTo>
                <a:lnTo>
                  <a:pt x="5939" y="21411"/>
                </a:lnTo>
                <a:lnTo>
                  <a:pt x="3945" y="20143"/>
                </a:lnTo>
                <a:lnTo>
                  <a:pt x="2795" y="18811"/>
                </a:lnTo>
                <a:lnTo>
                  <a:pt x="1503" y="16284"/>
                </a:lnTo>
                <a:lnTo>
                  <a:pt x="914" y="13684"/>
                </a:lnTo>
                <a:lnTo>
                  <a:pt x="436" y="11253"/>
                </a:lnTo>
                <a:lnTo>
                  <a:pt x="120" y="8866"/>
                </a:lnTo>
                <a:lnTo>
                  <a:pt x="0" y="6391"/>
                </a:lnTo>
                <a:lnTo>
                  <a:pt x="126" y="3695"/>
                </a:lnTo>
                <a:lnTo>
                  <a:pt x="2123" y="1900"/>
                </a:lnTo>
                <a:lnTo>
                  <a:pt x="4040" y="749"/>
                </a:lnTo>
                <a:lnTo>
                  <a:pt x="5927" y="145"/>
                </a:lnTo>
                <a:lnTo>
                  <a:pt x="7841" y="0"/>
                </a:lnTo>
                <a:lnTo>
                  <a:pt x="9841" y="229"/>
                </a:lnTo>
                <a:lnTo>
                  <a:pt x="11980" y="732"/>
                </a:lnTo>
                <a:lnTo>
                  <a:pt x="14314" y="1433"/>
                </a:lnTo>
                <a:close/>
              </a:path>
            </a:pathLst>
          </a:custGeom>
          <a:solidFill>
            <a:srgbClr val="9E91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4" name="contour_10012"/>
          <p:cNvSpPr/>
          <p:nvPr/>
        </p:nvSpPr>
        <p:spPr>
          <a:xfrm>
            <a:off x="6698637" y="3330612"/>
            <a:ext cx="2397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9" y="0"/>
                </a:moveTo>
                <a:lnTo>
                  <a:pt x="12809" y="0"/>
                </a:lnTo>
                <a:lnTo>
                  <a:pt x="17175" y="0"/>
                </a:lnTo>
                <a:lnTo>
                  <a:pt x="21600" y="0"/>
                </a:ln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17700" y="21125"/>
                </a:lnTo>
                <a:lnTo>
                  <a:pt x="13787" y="20647"/>
                </a:lnTo>
                <a:lnTo>
                  <a:pt x="9861" y="20170"/>
                </a:lnTo>
                <a:lnTo>
                  <a:pt x="5902" y="19687"/>
                </a:lnTo>
                <a:lnTo>
                  <a:pt x="1904" y="19200"/>
                </a:lnTo>
                <a:lnTo>
                  <a:pt x="860" y="17297"/>
                </a:lnTo>
                <a:lnTo>
                  <a:pt x="249" y="15907"/>
                </a:lnTo>
                <a:lnTo>
                  <a:pt x="0" y="14630"/>
                </a:lnTo>
                <a:lnTo>
                  <a:pt x="33" y="13063"/>
                </a:lnTo>
                <a:lnTo>
                  <a:pt x="263" y="10800"/>
                </a:lnTo>
                <a:lnTo>
                  <a:pt x="361" y="9288"/>
                </a:lnTo>
                <a:lnTo>
                  <a:pt x="466" y="7766"/>
                </a:lnTo>
                <a:lnTo>
                  <a:pt x="571" y="6226"/>
                </a:lnTo>
                <a:lnTo>
                  <a:pt x="1274" y="4339"/>
                </a:lnTo>
                <a:lnTo>
                  <a:pt x="2035" y="3072"/>
                </a:lnTo>
                <a:lnTo>
                  <a:pt x="3237" y="2126"/>
                </a:lnTo>
                <a:lnTo>
                  <a:pt x="5252" y="1202"/>
                </a:lnTo>
                <a:lnTo>
                  <a:pt x="8469" y="0"/>
                </a:lnTo>
                <a:close/>
              </a:path>
            </a:pathLst>
          </a:custGeom>
          <a:solidFill>
            <a:srgbClr val="6E82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5" name="contour_10013"/>
          <p:cNvSpPr/>
          <p:nvPr/>
        </p:nvSpPr>
        <p:spPr>
          <a:xfrm>
            <a:off x="5301457" y="3330612"/>
            <a:ext cx="80168" cy="32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298"/>
                </a:lnTo>
                <a:lnTo>
                  <a:pt x="2673" y="595"/>
                </a:lnTo>
                <a:lnTo>
                  <a:pt x="4012" y="893"/>
                </a:lnTo>
                <a:lnTo>
                  <a:pt x="5349" y="1191"/>
                </a:lnTo>
                <a:lnTo>
                  <a:pt x="6688" y="1489"/>
                </a:lnTo>
                <a:lnTo>
                  <a:pt x="8031" y="1786"/>
                </a:lnTo>
                <a:lnTo>
                  <a:pt x="9374" y="2084"/>
                </a:lnTo>
                <a:lnTo>
                  <a:pt x="10719" y="2382"/>
                </a:lnTo>
                <a:lnTo>
                  <a:pt x="12067" y="2684"/>
                </a:lnTo>
                <a:lnTo>
                  <a:pt x="13418" y="2982"/>
                </a:lnTo>
                <a:lnTo>
                  <a:pt x="14772" y="3285"/>
                </a:lnTo>
                <a:lnTo>
                  <a:pt x="16129" y="3587"/>
                </a:lnTo>
                <a:lnTo>
                  <a:pt x="17490" y="3890"/>
                </a:lnTo>
                <a:lnTo>
                  <a:pt x="18855" y="4192"/>
                </a:lnTo>
                <a:lnTo>
                  <a:pt x="20225" y="4495"/>
                </a:lnTo>
                <a:lnTo>
                  <a:pt x="21600" y="4802"/>
                </a:lnTo>
                <a:lnTo>
                  <a:pt x="21211" y="7655"/>
                </a:lnTo>
                <a:lnTo>
                  <a:pt x="20820" y="10517"/>
                </a:lnTo>
                <a:lnTo>
                  <a:pt x="20430" y="13388"/>
                </a:lnTo>
                <a:lnTo>
                  <a:pt x="20035" y="16284"/>
                </a:lnTo>
                <a:lnTo>
                  <a:pt x="19636" y="19209"/>
                </a:lnTo>
                <a:lnTo>
                  <a:pt x="18258" y="19972"/>
                </a:lnTo>
                <a:lnTo>
                  <a:pt x="16989" y="20553"/>
                </a:lnTo>
                <a:lnTo>
                  <a:pt x="15774" y="20961"/>
                </a:lnTo>
                <a:lnTo>
                  <a:pt x="14556" y="21211"/>
                </a:lnTo>
                <a:lnTo>
                  <a:pt x="13284" y="21321"/>
                </a:lnTo>
                <a:lnTo>
                  <a:pt x="11904" y="21312"/>
                </a:lnTo>
                <a:lnTo>
                  <a:pt x="10841" y="21451"/>
                </a:lnTo>
                <a:lnTo>
                  <a:pt x="9761" y="21600"/>
                </a:lnTo>
                <a:lnTo>
                  <a:pt x="8715" y="21576"/>
                </a:lnTo>
                <a:lnTo>
                  <a:pt x="7888" y="21442"/>
                </a:lnTo>
                <a:lnTo>
                  <a:pt x="7000" y="21077"/>
                </a:lnTo>
                <a:lnTo>
                  <a:pt x="5775" y="20371"/>
                </a:lnTo>
                <a:lnTo>
                  <a:pt x="3927" y="19209"/>
                </a:lnTo>
                <a:lnTo>
                  <a:pt x="3372" y="16491"/>
                </a:lnTo>
                <a:lnTo>
                  <a:pt x="2816" y="13773"/>
                </a:lnTo>
                <a:lnTo>
                  <a:pt x="2258" y="11045"/>
                </a:lnTo>
                <a:lnTo>
                  <a:pt x="1699" y="8308"/>
                </a:lnTo>
                <a:lnTo>
                  <a:pt x="1135" y="5556"/>
                </a:lnTo>
                <a:lnTo>
                  <a:pt x="569" y="2790"/>
                </a:lnTo>
                <a:lnTo>
                  <a:pt x="0" y="0"/>
                </a:lnTo>
                <a:close/>
              </a:path>
            </a:pathLst>
          </a:custGeom>
          <a:solidFill>
            <a:srgbClr val="A7C2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6" name="contour_10014"/>
          <p:cNvSpPr/>
          <p:nvPr/>
        </p:nvSpPr>
        <p:spPr>
          <a:xfrm>
            <a:off x="9792674" y="3301460"/>
            <a:ext cx="2733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42" y="0"/>
                </a:moveTo>
                <a:lnTo>
                  <a:pt x="18698" y="0"/>
                </a:lnTo>
                <a:lnTo>
                  <a:pt x="21600" y="0"/>
                </a:lnTo>
                <a:lnTo>
                  <a:pt x="21128" y="1481"/>
                </a:lnTo>
                <a:lnTo>
                  <a:pt x="20644" y="2932"/>
                </a:lnTo>
                <a:lnTo>
                  <a:pt x="20126" y="4359"/>
                </a:lnTo>
                <a:lnTo>
                  <a:pt x="19562" y="5763"/>
                </a:lnTo>
                <a:lnTo>
                  <a:pt x="18945" y="7146"/>
                </a:lnTo>
                <a:lnTo>
                  <a:pt x="18254" y="8510"/>
                </a:lnTo>
                <a:lnTo>
                  <a:pt x="17477" y="9857"/>
                </a:lnTo>
                <a:lnTo>
                  <a:pt x="16596" y="11191"/>
                </a:lnTo>
                <a:lnTo>
                  <a:pt x="15611" y="12510"/>
                </a:lnTo>
                <a:lnTo>
                  <a:pt x="14488" y="13822"/>
                </a:lnTo>
                <a:lnTo>
                  <a:pt x="13233" y="15126"/>
                </a:lnTo>
                <a:lnTo>
                  <a:pt x="11816" y="16424"/>
                </a:lnTo>
                <a:lnTo>
                  <a:pt x="10233" y="17718"/>
                </a:lnTo>
                <a:lnTo>
                  <a:pt x="8465" y="19010"/>
                </a:lnTo>
                <a:lnTo>
                  <a:pt x="6501" y="20304"/>
                </a:lnTo>
                <a:lnTo>
                  <a:pt x="4325" y="21600"/>
                </a:lnTo>
                <a:lnTo>
                  <a:pt x="2793" y="20123"/>
                </a:lnTo>
                <a:lnTo>
                  <a:pt x="1607" y="18725"/>
                </a:lnTo>
                <a:lnTo>
                  <a:pt x="760" y="17390"/>
                </a:lnTo>
                <a:lnTo>
                  <a:pt x="230" y="16106"/>
                </a:lnTo>
                <a:lnTo>
                  <a:pt x="0" y="14859"/>
                </a:lnTo>
                <a:lnTo>
                  <a:pt x="52" y="13632"/>
                </a:lnTo>
                <a:lnTo>
                  <a:pt x="363" y="12412"/>
                </a:lnTo>
                <a:lnTo>
                  <a:pt x="921" y="11187"/>
                </a:lnTo>
                <a:lnTo>
                  <a:pt x="1710" y="9940"/>
                </a:lnTo>
                <a:lnTo>
                  <a:pt x="2712" y="8658"/>
                </a:lnTo>
                <a:lnTo>
                  <a:pt x="3904" y="7326"/>
                </a:lnTo>
                <a:lnTo>
                  <a:pt x="5275" y="5930"/>
                </a:lnTo>
                <a:lnTo>
                  <a:pt x="6801" y="4457"/>
                </a:lnTo>
                <a:lnTo>
                  <a:pt x="8787" y="2985"/>
                </a:lnTo>
                <a:lnTo>
                  <a:pt x="10394" y="2030"/>
                </a:lnTo>
                <a:lnTo>
                  <a:pt x="12461" y="1174"/>
                </a:lnTo>
                <a:lnTo>
                  <a:pt x="15842" y="0"/>
                </a:lnTo>
                <a:close/>
              </a:path>
            </a:pathLst>
          </a:custGeom>
          <a:solidFill>
            <a:srgbClr val="B1C9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7" name="contour_10015"/>
          <p:cNvSpPr/>
          <p:nvPr/>
        </p:nvSpPr>
        <p:spPr>
          <a:xfrm>
            <a:off x="4280321" y="3331195"/>
            <a:ext cx="66408" cy="358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039"/>
                </a:moveTo>
                <a:lnTo>
                  <a:pt x="21100" y="4241"/>
                </a:lnTo>
                <a:lnTo>
                  <a:pt x="20216" y="4597"/>
                </a:lnTo>
                <a:lnTo>
                  <a:pt x="18191" y="5409"/>
                </a:lnTo>
                <a:lnTo>
                  <a:pt x="16371" y="6937"/>
                </a:lnTo>
                <a:lnTo>
                  <a:pt x="15183" y="8214"/>
                </a:lnTo>
                <a:lnTo>
                  <a:pt x="14372" y="9716"/>
                </a:lnTo>
                <a:lnTo>
                  <a:pt x="13683" y="11915"/>
                </a:lnTo>
                <a:lnTo>
                  <a:pt x="12858" y="15287"/>
                </a:lnTo>
                <a:lnTo>
                  <a:pt x="12613" y="17372"/>
                </a:lnTo>
                <a:lnTo>
                  <a:pt x="12367" y="19471"/>
                </a:lnTo>
                <a:lnTo>
                  <a:pt x="12118" y="21600"/>
                </a:lnTo>
                <a:lnTo>
                  <a:pt x="10634" y="21297"/>
                </a:lnTo>
                <a:lnTo>
                  <a:pt x="9153" y="20963"/>
                </a:lnTo>
                <a:lnTo>
                  <a:pt x="7671" y="20608"/>
                </a:lnTo>
                <a:lnTo>
                  <a:pt x="6192" y="20230"/>
                </a:lnTo>
                <a:lnTo>
                  <a:pt x="4537" y="19844"/>
                </a:lnTo>
                <a:lnTo>
                  <a:pt x="2859" y="19458"/>
                </a:lnTo>
                <a:lnTo>
                  <a:pt x="1572" y="18342"/>
                </a:lnTo>
                <a:lnTo>
                  <a:pt x="265" y="17210"/>
                </a:lnTo>
                <a:lnTo>
                  <a:pt x="88" y="13851"/>
                </a:lnTo>
                <a:lnTo>
                  <a:pt x="0" y="11489"/>
                </a:lnTo>
                <a:lnTo>
                  <a:pt x="0" y="9487"/>
                </a:lnTo>
                <a:lnTo>
                  <a:pt x="88" y="7213"/>
                </a:lnTo>
                <a:lnTo>
                  <a:pt x="265" y="4039"/>
                </a:lnTo>
                <a:lnTo>
                  <a:pt x="1866" y="3530"/>
                </a:lnTo>
                <a:lnTo>
                  <a:pt x="3463" y="3029"/>
                </a:lnTo>
                <a:lnTo>
                  <a:pt x="5063" y="2538"/>
                </a:lnTo>
                <a:lnTo>
                  <a:pt x="6666" y="2050"/>
                </a:lnTo>
                <a:lnTo>
                  <a:pt x="8266" y="1572"/>
                </a:lnTo>
                <a:lnTo>
                  <a:pt x="9752" y="1111"/>
                </a:lnTo>
                <a:lnTo>
                  <a:pt x="11248" y="650"/>
                </a:lnTo>
                <a:lnTo>
                  <a:pt x="12765" y="180"/>
                </a:lnTo>
                <a:lnTo>
                  <a:pt x="14586" y="0"/>
                </a:lnTo>
                <a:lnTo>
                  <a:pt x="16115" y="35"/>
                </a:lnTo>
                <a:lnTo>
                  <a:pt x="17466" y="373"/>
                </a:lnTo>
                <a:lnTo>
                  <a:pt x="18755" y="1098"/>
                </a:lnTo>
                <a:lnTo>
                  <a:pt x="20095" y="2292"/>
                </a:lnTo>
                <a:lnTo>
                  <a:pt x="21600" y="4039"/>
                </a:lnTo>
                <a:close/>
              </a:path>
            </a:pathLst>
          </a:custGeom>
          <a:solidFill>
            <a:srgbClr val="B5C0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8" name="contour_10016"/>
          <p:cNvSpPr/>
          <p:nvPr/>
        </p:nvSpPr>
        <p:spPr>
          <a:xfrm>
            <a:off x="5009937" y="3315424"/>
            <a:ext cx="116608" cy="307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12" y="113"/>
                </a:moveTo>
                <a:lnTo>
                  <a:pt x="15197" y="133"/>
                </a:lnTo>
                <a:lnTo>
                  <a:pt x="15887" y="159"/>
                </a:lnTo>
                <a:lnTo>
                  <a:pt x="16585" y="184"/>
                </a:lnTo>
                <a:lnTo>
                  <a:pt x="17420" y="210"/>
                </a:lnTo>
                <a:lnTo>
                  <a:pt x="18257" y="246"/>
                </a:lnTo>
                <a:lnTo>
                  <a:pt x="19093" y="287"/>
                </a:lnTo>
                <a:lnTo>
                  <a:pt x="19929" y="333"/>
                </a:lnTo>
                <a:lnTo>
                  <a:pt x="20764" y="379"/>
                </a:lnTo>
                <a:lnTo>
                  <a:pt x="21600" y="430"/>
                </a:lnTo>
                <a:lnTo>
                  <a:pt x="21600" y="2970"/>
                </a:lnTo>
                <a:lnTo>
                  <a:pt x="21600" y="5551"/>
                </a:lnTo>
                <a:lnTo>
                  <a:pt x="21303" y="5628"/>
                </a:lnTo>
                <a:lnTo>
                  <a:pt x="20404" y="5858"/>
                </a:lnTo>
                <a:lnTo>
                  <a:pt x="19506" y="6109"/>
                </a:lnTo>
                <a:lnTo>
                  <a:pt x="18608" y="6370"/>
                </a:lnTo>
                <a:lnTo>
                  <a:pt x="17711" y="6637"/>
                </a:lnTo>
                <a:lnTo>
                  <a:pt x="16813" y="6913"/>
                </a:lnTo>
                <a:lnTo>
                  <a:pt x="15916" y="7195"/>
                </a:lnTo>
                <a:lnTo>
                  <a:pt x="15019" y="7471"/>
                </a:lnTo>
                <a:lnTo>
                  <a:pt x="14085" y="7707"/>
                </a:lnTo>
                <a:lnTo>
                  <a:pt x="13136" y="7953"/>
                </a:lnTo>
                <a:lnTo>
                  <a:pt x="11587" y="8475"/>
                </a:lnTo>
                <a:lnTo>
                  <a:pt x="10400" y="8946"/>
                </a:lnTo>
                <a:lnTo>
                  <a:pt x="9496" y="9458"/>
                </a:lnTo>
                <a:lnTo>
                  <a:pt x="8797" y="10109"/>
                </a:lnTo>
                <a:lnTo>
                  <a:pt x="8226" y="10989"/>
                </a:lnTo>
                <a:lnTo>
                  <a:pt x="7703" y="12198"/>
                </a:lnTo>
                <a:lnTo>
                  <a:pt x="7152" y="13821"/>
                </a:lnTo>
                <a:lnTo>
                  <a:pt x="6496" y="15952"/>
                </a:lnTo>
                <a:lnTo>
                  <a:pt x="5952" y="18415"/>
                </a:lnTo>
                <a:lnTo>
                  <a:pt x="5400" y="20914"/>
                </a:lnTo>
                <a:lnTo>
                  <a:pt x="4482" y="21395"/>
                </a:lnTo>
                <a:lnTo>
                  <a:pt x="3594" y="21600"/>
                </a:lnTo>
                <a:lnTo>
                  <a:pt x="2719" y="21585"/>
                </a:lnTo>
                <a:lnTo>
                  <a:pt x="1839" y="21421"/>
                </a:lnTo>
                <a:lnTo>
                  <a:pt x="938" y="21170"/>
                </a:lnTo>
                <a:lnTo>
                  <a:pt x="0" y="20914"/>
                </a:lnTo>
                <a:lnTo>
                  <a:pt x="173" y="17257"/>
                </a:lnTo>
                <a:lnTo>
                  <a:pt x="329" y="14630"/>
                </a:lnTo>
                <a:lnTo>
                  <a:pt x="535" y="12295"/>
                </a:lnTo>
                <a:lnTo>
                  <a:pt x="853" y="9515"/>
                </a:lnTo>
                <a:lnTo>
                  <a:pt x="1350" y="5551"/>
                </a:lnTo>
                <a:lnTo>
                  <a:pt x="2284" y="4389"/>
                </a:lnTo>
                <a:lnTo>
                  <a:pt x="3216" y="3395"/>
                </a:lnTo>
                <a:lnTo>
                  <a:pt x="4143" y="2555"/>
                </a:lnTo>
                <a:lnTo>
                  <a:pt x="5068" y="1864"/>
                </a:lnTo>
                <a:lnTo>
                  <a:pt x="5994" y="1306"/>
                </a:lnTo>
                <a:lnTo>
                  <a:pt x="6920" y="865"/>
                </a:lnTo>
                <a:lnTo>
                  <a:pt x="7848" y="527"/>
                </a:lnTo>
                <a:lnTo>
                  <a:pt x="8779" y="287"/>
                </a:lnTo>
                <a:lnTo>
                  <a:pt x="9716" y="128"/>
                </a:lnTo>
                <a:lnTo>
                  <a:pt x="10658" y="36"/>
                </a:lnTo>
                <a:lnTo>
                  <a:pt x="11607" y="0"/>
                </a:lnTo>
                <a:lnTo>
                  <a:pt x="12566" y="10"/>
                </a:lnTo>
                <a:lnTo>
                  <a:pt x="13534" y="51"/>
                </a:lnTo>
                <a:lnTo>
                  <a:pt x="14512" y="113"/>
                </a:lnTo>
                <a:close/>
              </a:path>
            </a:pathLst>
          </a:custGeom>
          <a:solidFill>
            <a:srgbClr val="B3C0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19" name="contour_10017"/>
          <p:cNvSpPr/>
          <p:nvPr/>
        </p:nvSpPr>
        <p:spPr>
          <a:xfrm>
            <a:off x="11590993" y="3314382"/>
            <a:ext cx="72880" cy="38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8"/>
                </a:moveTo>
                <a:lnTo>
                  <a:pt x="1369" y="847"/>
                </a:lnTo>
                <a:lnTo>
                  <a:pt x="2739" y="760"/>
                </a:lnTo>
                <a:lnTo>
                  <a:pt x="4108" y="682"/>
                </a:lnTo>
                <a:lnTo>
                  <a:pt x="5478" y="607"/>
                </a:lnTo>
                <a:lnTo>
                  <a:pt x="6845" y="541"/>
                </a:lnTo>
                <a:lnTo>
                  <a:pt x="8217" y="479"/>
                </a:lnTo>
                <a:lnTo>
                  <a:pt x="9586" y="422"/>
                </a:lnTo>
                <a:lnTo>
                  <a:pt x="10271" y="372"/>
                </a:lnTo>
                <a:lnTo>
                  <a:pt x="12340" y="211"/>
                </a:lnTo>
                <a:lnTo>
                  <a:pt x="13649" y="174"/>
                </a:lnTo>
                <a:lnTo>
                  <a:pt x="14977" y="132"/>
                </a:lnTo>
                <a:lnTo>
                  <a:pt x="16185" y="66"/>
                </a:lnTo>
                <a:lnTo>
                  <a:pt x="17410" y="0"/>
                </a:lnTo>
                <a:lnTo>
                  <a:pt x="18889" y="814"/>
                </a:lnTo>
                <a:lnTo>
                  <a:pt x="19768" y="2141"/>
                </a:lnTo>
                <a:lnTo>
                  <a:pt x="20799" y="5120"/>
                </a:lnTo>
                <a:lnTo>
                  <a:pt x="21196" y="7145"/>
                </a:lnTo>
                <a:lnTo>
                  <a:pt x="21600" y="9203"/>
                </a:lnTo>
                <a:lnTo>
                  <a:pt x="20503" y="9509"/>
                </a:lnTo>
                <a:lnTo>
                  <a:pt x="19390" y="9814"/>
                </a:lnTo>
                <a:lnTo>
                  <a:pt x="16794" y="10653"/>
                </a:lnTo>
                <a:lnTo>
                  <a:pt x="14694" y="11381"/>
                </a:lnTo>
                <a:lnTo>
                  <a:pt x="13014" y="12067"/>
                </a:lnTo>
                <a:lnTo>
                  <a:pt x="11675" y="12777"/>
                </a:lnTo>
                <a:lnTo>
                  <a:pt x="10599" y="13591"/>
                </a:lnTo>
                <a:lnTo>
                  <a:pt x="9711" y="14571"/>
                </a:lnTo>
                <a:lnTo>
                  <a:pt x="8934" y="15790"/>
                </a:lnTo>
                <a:lnTo>
                  <a:pt x="8186" y="17323"/>
                </a:lnTo>
                <a:lnTo>
                  <a:pt x="7396" y="19236"/>
                </a:lnTo>
                <a:lnTo>
                  <a:pt x="6480" y="21600"/>
                </a:lnTo>
                <a:lnTo>
                  <a:pt x="6212" y="19550"/>
                </a:lnTo>
                <a:lnTo>
                  <a:pt x="5944" y="17492"/>
                </a:lnTo>
                <a:lnTo>
                  <a:pt x="5670" y="15401"/>
                </a:lnTo>
                <a:lnTo>
                  <a:pt x="5471" y="14488"/>
                </a:lnTo>
                <a:lnTo>
                  <a:pt x="5121" y="12881"/>
                </a:lnTo>
                <a:lnTo>
                  <a:pt x="4320" y="9203"/>
                </a:lnTo>
                <a:lnTo>
                  <a:pt x="2892" y="9203"/>
                </a:lnTo>
                <a:lnTo>
                  <a:pt x="1456" y="9203"/>
                </a:lnTo>
                <a:lnTo>
                  <a:pt x="0" y="9203"/>
                </a:lnTo>
                <a:lnTo>
                  <a:pt x="0" y="6471"/>
                </a:lnTo>
                <a:lnTo>
                  <a:pt x="0" y="3723"/>
                </a:lnTo>
                <a:lnTo>
                  <a:pt x="0" y="938"/>
                </a:lnTo>
                <a:close/>
              </a:path>
            </a:pathLst>
          </a:custGeom>
          <a:solidFill>
            <a:srgbClr val="ADC6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0" name="contour_10018"/>
          <p:cNvSpPr/>
          <p:nvPr/>
        </p:nvSpPr>
        <p:spPr>
          <a:xfrm>
            <a:off x="8828844" y="3294172"/>
            <a:ext cx="5026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32" y="0"/>
                </a:moveTo>
                <a:lnTo>
                  <a:pt x="6558" y="77"/>
                </a:lnTo>
                <a:lnTo>
                  <a:pt x="8982" y="181"/>
                </a:lnTo>
                <a:lnTo>
                  <a:pt x="10758" y="367"/>
                </a:lnTo>
                <a:lnTo>
                  <a:pt x="12230" y="691"/>
                </a:lnTo>
                <a:lnTo>
                  <a:pt x="13749" y="1204"/>
                </a:lnTo>
                <a:lnTo>
                  <a:pt x="15659" y="1964"/>
                </a:lnTo>
                <a:lnTo>
                  <a:pt x="16808" y="3250"/>
                </a:lnTo>
                <a:lnTo>
                  <a:pt x="17858" y="4552"/>
                </a:lnTo>
                <a:lnTo>
                  <a:pt x="18797" y="5867"/>
                </a:lnTo>
                <a:lnTo>
                  <a:pt x="19618" y="7201"/>
                </a:lnTo>
                <a:lnTo>
                  <a:pt x="20310" y="8548"/>
                </a:lnTo>
                <a:lnTo>
                  <a:pt x="20861" y="9910"/>
                </a:lnTo>
                <a:lnTo>
                  <a:pt x="21268" y="11289"/>
                </a:lnTo>
                <a:lnTo>
                  <a:pt x="21519" y="12683"/>
                </a:lnTo>
                <a:lnTo>
                  <a:pt x="21600" y="14091"/>
                </a:lnTo>
                <a:lnTo>
                  <a:pt x="21506" y="15515"/>
                </a:lnTo>
                <a:lnTo>
                  <a:pt x="21224" y="16954"/>
                </a:lnTo>
                <a:lnTo>
                  <a:pt x="20748" y="18409"/>
                </a:lnTo>
                <a:lnTo>
                  <a:pt x="20103" y="19464"/>
                </a:lnTo>
                <a:lnTo>
                  <a:pt x="19452" y="20524"/>
                </a:lnTo>
                <a:lnTo>
                  <a:pt x="18791" y="21600"/>
                </a:lnTo>
                <a:lnTo>
                  <a:pt x="17958" y="20675"/>
                </a:lnTo>
                <a:lnTo>
                  <a:pt x="17118" y="19744"/>
                </a:lnTo>
                <a:lnTo>
                  <a:pt x="16270" y="18800"/>
                </a:lnTo>
                <a:lnTo>
                  <a:pt x="15433" y="17873"/>
                </a:lnTo>
                <a:lnTo>
                  <a:pt x="14594" y="16948"/>
                </a:lnTo>
                <a:lnTo>
                  <a:pt x="13758" y="16021"/>
                </a:lnTo>
                <a:lnTo>
                  <a:pt x="12919" y="15096"/>
                </a:lnTo>
                <a:lnTo>
                  <a:pt x="12508" y="14639"/>
                </a:lnTo>
                <a:lnTo>
                  <a:pt x="11268" y="13258"/>
                </a:lnTo>
                <a:lnTo>
                  <a:pt x="10241" y="12137"/>
                </a:lnTo>
                <a:lnTo>
                  <a:pt x="9204" y="11028"/>
                </a:lnTo>
                <a:lnTo>
                  <a:pt x="8155" y="9930"/>
                </a:lnTo>
                <a:lnTo>
                  <a:pt x="7084" y="8842"/>
                </a:lnTo>
                <a:lnTo>
                  <a:pt x="5991" y="7764"/>
                </a:lnTo>
                <a:lnTo>
                  <a:pt x="4867" y="6696"/>
                </a:lnTo>
                <a:lnTo>
                  <a:pt x="3714" y="5634"/>
                </a:lnTo>
                <a:lnTo>
                  <a:pt x="2521" y="4579"/>
                </a:lnTo>
                <a:lnTo>
                  <a:pt x="1688" y="3715"/>
                </a:lnTo>
                <a:lnTo>
                  <a:pt x="849" y="2845"/>
                </a:lnTo>
                <a:lnTo>
                  <a:pt x="0" y="1964"/>
                </a:lnTo>
                <a:lnTo>
                  <a:pt x="1553" y="990"/>
                </a:lnTo>
                <a:lnTo>
                  <a:pt x="3132" y="0"/>
                </a:lnTo>
                <a:close/>
              </a:path>
            </a:pathLst>
          </a:custGeom>
          <a:solidFill>
            <a:srgbClr val="EC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1" name="contour_10019"/>
          <p:cNvSpPr/>
          <p:nvPr/>
        </p:nvSpPr>
        <p:spPr>
          <a:xfrm>
            <a:off x="5374336" y="3279596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358" y="873"/>
                </a:lnTo>
                <a:lnTo>
                  <a:pt x="14717" y="1747"/>
                </a:lnTo>
                <a:lnTo>
                  <a:pt x="16080" y="2623"/>
                </a:lnTo>
                <a:lnTo>
                  <a:pt x="17448" y="3502"/>
                </a:lnTo>
                <a:lnTo>
                  <a:pt x="18823" y="4388"/>
                </a:lnTo>
                <a:lnTo>
                  <a:pt x="20206" y="5277"/>
                </a:lnTo>
                <a:lnTo>
                  <a:pt x="21600" y="6171"/>
                </a:lnTo>
                <a:lnTo>
                  <a:pt x="20174" y="6782"/>
                </a:lnTo>
                <a:lnTo>
                  <a:pt x="18744" y="7396"/>
                </a:lnTo>
                <a:lnTo>
                  <a:pt x="17309" y="8011"/>
                </a:lnTo>
                <a:lnTo>
                  <a:pt x="15862" y="8631"/>
                </a:lnTo>
                <a:lnTo>
                  <a:pt x="14400" y="9257"/>
                </a:lnTo>
                <a:lnTo>
                  <a:pt x="14796" y="11294"/>
                </a:lnTo>
                <a:lnTo>
                  <a:pt x="15192" y="13333"/>
                </a:lnTo>
                <a:lnTo>
                  <a:pt x="15590" y="15382"/>
                </a:lnTo>
                <a:lnTo>
                  <a:pt x="15991" y="17440"/>
                </a:lnTo>
                <a:lnTo>
                  <a:pt x="16394" y="19511"/>
                </a:lnTo>
                <a:lnTo>
                  <a:pt x="16800" y="21600"/>
                </a:lnTo>
                <a:lnTo>
                  <a:pt x="13630" y="20832"/>
                </a:lnTo>
                <a:lnTo>
                  <a:pt x="11446" y="20279"/>
                </a:lnTo>
                <a:lnTo>
                  <a:pt x="9974" y="19857"/>
                </a:lnTo>
                <a:lnTo>
                  <a:pt x="8954" y="19480"/>
                </a:lnTo>
                <a:lnTo>
                  <a:pt x="8119" y="19060"/>
                </a:lnTo>
                <a:lnTo>
                  <a:pt x="7200" y="18514"/>
                </a:lnTo>
                <a:lnTo>
                  <a:pt x="7200" y="16475"/>
                </a:lnTo>
                <a:lnTo>
                  <a:pt x="7200" y="14423"/>
                </a:lnTo>
                <a:lnTo>
                  <a:pt x="7200" y="12343"/>
                </a:lnTo>
                <a:lnTo>
                  <a:pt x="5666" y="10868"/>
                </a:lnTo>
                <a:lnTo>
                  <a:pt x="4534" y="9800"/>
                </a:lnTo>
                <a:lnTo>
                  <a:pt x="3600" y="8967"/>
                </a:lnTo>
                <a:lnTo>
                  <a:pt x="2666" y="8199"/>
                </a:lnTo>
                <a:lnTo>
                  <a:pt x="1534" y="7325"/>
                </a:lnTo>
                <a:lnTo>
                  <a:pt x="0" y="6171"/>
                </a:lnTo>
                <a:lnTo>
                  <a:pt x="1697" y="6171"/>
                </a:lnTo>
                <a:lnTo>
                  <a:pt x="3396" y="6171"/>
                </a:lnTo>
                <a:lnTo>
                  <a:pt x="5100" y="6171"/>
                </a:lnTo>
                <a:lnTo>
                  <a:pt x="6811" y="6171"/>
                </a:lnTo>
                <a:lnTo>
                  <a:pt x="8530" y="6171"/>
                </a:lnTo>
                <a:lnTo>
                  <a:pt x="10258" y="6171"/>
                </a:lnTo>
                <a:lnTo>
                  <a:pt x="12000" y="6171"/>
                </a:lnTo>
                <a:lnTo>
                  <a:pt x="12000" y="4132"/>
                </a:lnTo>
                <a:lnTo>
                  <a:pt x="12000" y="2080"/>
                </a:lnTo>
                <a:lnTo>
                  <a:pt x="12000" y="0"/>
                </a:lnTo>
                <a:close/>
              </a:path>
            </a:pathLst>
          </a:custGeom>
          <a:solidFill>
            <a:srgbClr val="B4CB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2" name="contour_10020"/>
          <p:cNvSpPr/>
          <p:nvPr/>
        </p:nvSpPr>
        <p:spPr>
          <a:xfrm>
            <a:off x="4528929" y="3279436"/>
            <a:ext cx="80168" cy="43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88" y="0"/>
                </a:moveTo>
                <a:lnTo>
                  <a:pt x="4601" y="129"/>
                </a:lnTo>
                <a:lnTo>
                  <a:pt x="6451" y="513"/>
                </a:lnTo>
                <a:lnTo>
                  <a:pt x="7114" y="646"/>
                </a:lnTo>
                <a:lnTo>
                  <a:pt x="9115" y="1037"/>
                </a:lnTo>
                <a:lnTo>
                  <a:pt x="10038" y="1237"/>
                </a:lnTo>
                <a:lnTo>
                  <a:pt x="10965" y="1442"/>
                </a:lnTo>
                <a:lnTo>
                  <a:pt x="11904" y="1646"/>
                </a:lnTo>
                <a:lnTo>
                  <a:pt x="12832" y="1836"/>
                </a:lnTo>
                <a:lnTo>
                  <a:pt x="13769" y="2023"/>
                </a:lnTo>
                <a:lnTo>
                  <a:pt x="14715" y="2213"/>
                </a:lnTo>
                <a:lnTo>
                  <a:pt x="16094" y="2496"/>
                </a:lnTo>
                <a:lnTo>
                  <a:pt x="17470" y="2783"/>
                </a:lnTo>
                <a:lnTo>
                  <a:pt x="18847" y="3074"/>
                </a:lnTo>
                <a:lnTo>
                  <a:pt x="20223" y="3368"/>
                </a:lnTo>
                <a:lnTo>
                  <a:pt x="21600" y="3666"/>
                </a:lnTo>
                <a:lnTo>
                  <a:pt x="21600" y="5448"/>
                </a:lnTo>
                <a:lnTo>
                  <a:pt x="21600" y="7253"/>
                </a:lnTo>
                <a:lnTo>
                  <a:pt x="20318" y="7974"/>
                </a:lnTo>
                <a:lnTo>
                  <a:pt x="19032" y="8659"/>
                </a:lnTo>
                <a:lnTo>
                  <a:pt x="17741" y="9304"/>
                </a:lnTo>
                <a:lnTo>
                  <a:pt x="16447" y="9928"/>
                </a:lnTo>
                <a:lnTo>
                  <a:pt x="15151" y="10531"/>
                </a:lnTo>
                <a:lnTo>
                  <a:pt x="13851" y="11119"/>
                </a:lnTo>
                <a:lnTo>
                  <a:pt x="12550" y="11700"/>
                </a:lnTo>
                <a:lnTo>
                  <a:pt x="11244" y="12281"/>
                </a:lnTo>
                <a:lnTo>
                  <a:pt x="9869" y="13221"/>
                </a:lnTo>
                <a:lnTo>
                  <a:pt x="8681" y="14197"/>
                </a:lnTo>
                <a:lnTo>
                  <a:pt x="7637" y="15266"/>
                </a:lnTo>
                <a:lnTo>
                  <a:pt x="6686" y="16485"/>
                </a:lnTo>
                <a:lnTo>
                  <a:pt x="5783" y="17909"/>
                </a:lnTo>
                <a:lnTo>
                  <a:pt x="4878" y="19595"/>
                </a:lnTo>
                <a:lnTo>
                  <a:pt x="3927" y="21600"/>
                </a:lnTo>
                <a:lnTo>
                  <a:pt x="3399" y="19419"/>
                </a:lnTo>
                <a:lnTo>
                  <a:pt x="2875" y="17235"/>
                </a:lnTo>
                <a:lnTo>
                  <a:pt x="2356" y="15047"/>
                </a:lnTo>
                <a:lnTo>
                  <a:pt x="1840" y="12855"/>
                </a:lnTo>
                <a:lnTo>
                  <a:pt x="1453" y="11230"/>
                </a:lnTo>
                <a:lnTo>
                  <a:pt x="1062" y="9595"/>
                </a:lnTo>
                <a:lnTo>
                  <a:pt x="666" y="7938"/>
                </a:lnTo>
                <a:lnTo>
                  <a:pt x="336" y="5818"/>
                </a:lnTo>
                <a:lnTo>
                  <a:pt x="0" y="3666"/>
                </a:lnTo>
                <a:lnTo>
                  <a:pt x="1168" y="1593"/>
                </a:lnTo>
                <a:lnTo>
                  <a:pt x="1971" y="520"/>
                </a:lnTo>
                <a:lnTo>
                  <a:pt x="2788" y="104"/>
                </a:lnTo>
                <a:lnTo>
                  <a:pt x="3988" y="0"/>
                </a:lnTo>
                <a:close/>
              </a:path>
            </a:pathLst>
          </a:custGeom>
          <a:solidFill>
            <a:srgbClr val="B0BE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3" name="contour_10021"/>
          <p:cNvSpPr/>
          <p:nvPr/>
        </p:nvSpPr>
        <p:spPr>
          <a:xfrm>
            <a:off x="3785554" y="3228580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0"/>
                </a:lnTo>
                <a:lnTo>
                  <a:pt x="8967" y="0"/>
                </a:lnTo>
                <a:lnTo>
                  <a:pt x="10751" y="0"/>
                </a:lnTo>
                <a:lnTo>
                  <a:pt x="12541" y="0"/>
                </a:lnTo>
                <a:lnTo>
                  <a:pt x="14337" y="0"/>
                </a:lnTo>
                <a:lnTo>
                  <a:pt x="16141" y="0"/>
                </a:lnTo>
                <a:lnTo>
                  <a:pt x="17950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19815" y="6171"/>
                </a:lnTo>
                <a:lnTo>
                  <a:pt x="18020" y="6171"/>
                </a:lnTo>
                <a:lnTo>
                  <a:pt x="16200" y="6171"/>
                </a:lnTo>
                <a:lnTo>
                  <a:pt x="16200" y="8211"/>
                </a:lnTo>
                <a:lnTo>
                  <a:pt x="16200" y="10263"/>
                </a:lnTo>
                <a:lnTo>
                  <a:pt x="16200" y="12343"/>
                </a:lnTo>
                <a:lnTo>
                  <a:pt x="15630" y="12256"/>
                </a:lnTo>
                <a:lnTo>
                  <a:pt x="14623" y="12108"/>
                </a:lnTo>
                <a:lnTo>
                  <a:pt x="12317" y="11763"/>
                </a:lnTo>
                <a:lnTo>
                  <a:pt x="10924" y="11954"/>
                </a:lnTo>
                <a:lnTo>
                  <a:pt x="9523" y="12148"/>
                </a:lnTo>
                <a:lnTo>
                  <a:pt x="8100" y="12343"/>
                </a:lnTo>
                <a:lnTo>
                  <a:pt x="7187" y="14639"/>
                </a:lnTo>
                <a:lnTo>
                  <a:pt x="6591" y="16268"/>
                </a:lnTo>
                <a:lnTo>
                  <a:pt x="6180" y="17675"/>
                </a:lnTo>
                <a:lnTo>
                  <a:pt x="5827" y="19304"/>
                </a:lnTo>
                <a:lnTo>
                  <a:pt x="5400" y="21600"/>
                </a:lnTo>
                <a:lnTo>
                  <a:pt x="5400" y="19560"/>
                </a:lnTo>
                <a:lnTo>
                  <a:pt x="5400" y="17508"/>
                </a:lnTo>
                <a:lnTo>
                  <a:pt x="5400" y="15429"/>
                </a:lnTo>
                <a:lnTo>
                  <a:pt x="3796" y="14296"/>
                </a:lnTo>
                <a:lnTo>
                  <a:pt x="2700" y="13596"/>
                </a:lnTo>
                <a:lnTo>
                  <a:pt x="1604" y="13043"/>
                </a:lnTo>
                <a:lnTo>
                  <a:pt x="0" y="12343"/>
                </a:lnTo>
                <a:lnTo>
                  <a:pt x="1785" y="12343"/>
                </a:lnTo>
                <a:lnTo>
                  <a:pt x="3580" y="12343"/>
                </a:lnTo>
                <a:lnTo>
                  <a:pt x="5400" y="12343"/>
                </a:lnTo>
                <a:lnTo>
                  <a:pt x="5400" y="10306"/>
                </a:lnTo>
                <a:lnTo>
                  <a:pt x="5400" y="8267"/>
                </a:lnTo>
                <a:lnTo>
                  <a:pt x="5400" y="6218"/>
                </a:lnTo>
                <a:lnTo>
                  <a:pt x="5400" y="4160"/>
                </a:lnTo>
                <a:lnTo>
                  <a:pt x="5400" y="2089"/>
                </a:lnTo>
                <a:lnTo>
                  <a:pt x="5400" y="0"/>
                </a:lnTo>
                <a:close/>
              </a:path>
            </a:pathLst>
          </a:custGeom>
          <a:solidFill>
            <a:srgbClr val="A3A7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4" name="contour_10022"/>
          <p:cNvSpPr/>
          <p:nvPr/>
        </p:nvSpPr>
        <p:spPr>
          <a:xfrm>
            <a:off x="8202077" y="3206716"/>
            <a:ext cx="3884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65" y="0"/>
                </a:lnTo>
                <a:lnTo>
                  <a:pt x="5734" y="0"/>
                </a:lnTo>
                <a:lnTo>
                  <a:pt x="8612" y="0"/>
                </a:lnTo>
                <a:lnTo>
                  <a:pt x="11501" y="0"/>
                </a:lnTo>
                <a:lnTo>
                  <a:pt x="14403" y="0"/>
                </a:lnTo>
                <a:lnTo>
                  <a:pt x="17321" y="0"/>
                </a:lnTo>
                <a:lnTo>
                  <a:pt x="20263" y="0"/>
                </a:lnTo>
                <a:lnTo>
                  <a:pt x="21004" y="4994"/>
                </a:lnTo>
                <a:lnTo>
                  <a:pt x="21450" y="8506"/>
                </a:lnTo>
                <a:lnTo>
                  <a:pt x="21600" y="11007"/>
                </a:lnTo>
                <a:lnTo>
                  <a:pt x="21450" y="12986"/>
                </a:lnTo>
                <a:lnTo>
                  <a:pt x="21004" y="14917"/>
                </a:lnTo>
                <a:lnTo>
                  <a:pt x="20263" y="17280"/>
                </a:lnTo>
                <a:lnTo>
                  <a:pt x="17799" y="18325"/>
                </a:lnTo>
                <a:lnTo>
                  <a:pt x="15327" y="19176"/>
                </a:lnTo>
                <a:lnTo>
                  <a:pt x="12842" y="19855"/>
                </a:lnTo>
                <a:lnTo>
                  <a:pt x="10338" y="20390"/>
                </a:lnTo>
                <a:lnTo>
                  <a:pt x="7805" y="20805"/>
                </a:lnTo>
                <a:lnTo>
                  <a:pt x="5244" y="21129"/>
                </a:lnTo>
                <a:lnTo>
                  <a:pt x="2646" y="21384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C3D0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5" name="contour_10023"/>
          <p:cNvSpPr/>
          <p:nvPr/>
        </p:nvSpPr>
        <p:spPr>
          <a:xfrm>
            <a:off x="7006847" y="3206716"/>
            <a:ext cx="3152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96" y="324"/>
                </a:lnTo>
                <a:lnTo>
                  <a:pt x="6597" y="648"/>
                </a:lnTo>
                <a:lnTo>
                  <a:pt x="9914" y="974"/>
                </a:lnTo>
                <a:lnTo>
                  <a:pt x="13245" y="1302"/>
                </a:lnTo>
                <a:lnTo>
                  <a:pt x="16596" y="1632"/>
                </a:lnTo>
                <a:lnTo>
                  <a:pt x="19977" y="1964"/>
                </a:lnTo>
                <a:lnTo>
                  <a:pt x="21096" y="3358"/>
                </a:lnTo>
                <a:lnTo>
                  <a:pt x="21595" y="4347"/>
                </a:lnTo>
                <a:lnTo>
                  <a:pt x="21600" y="5402"/>
                </a:lnTo>
                <a:lnTo>
                  <a:pt x="21225" y="6994"/>
                </a:lnTo>
                <a:lnTo>
                  <a:pt x="20956" y="8340"/>
                </a:lnTo>
                <a:lnTo>
                  <a:pt x="20681" y="9702"/>
                </a:lnTo>
                <a:lnTo>
                  <a:pt x="20331" y="10735"/>
                </a:lnTo>
                <a:lnTo>
                  <a:pt x="19977" y="11782"/>
                </a:lnTo>
                <a:lnTo>
                  <a:pt x="16676" y="11782"/>
                </a:lnTo>
                <a:lnTo>
                  <a:pt x="13355" y="11782"/>
                </a:lnTo>
                <a:lnTo>
                  <a:pt x="9988" y="11782"/>
                </a:lnTo>
                <a:lnTo>
                  <a:pt x="10608" y="12997"/>
                </a:lnTo>
                <a:lnTo>
                  <a:pt x="11227" y="14213"/>
                </a:lnTo>
                <a:lnTo>
                  <a:pt x="11846" y="15432"/>
                </a:lnTo>
                <a:lnTo>
                  <a:pt x="12466" y="16654"/>
                </a:lnTo>
                <a:lnTo>
                  <a:pt x="13090" y="17881"/>
                </a:lnTo>
                <a:lnTo>
                  <a:pt x="13719" y="19114"/>
                </a:lnTo>
                <a:lnTo>
                  <a:pt x="14348" y="20353"/>
                </a:lnTo>
                <a:lnTo>
                  <a:pt x="14983" y="21600"/>
                </a:lnTo>
                <a:lnTo>
                  <a:pt x="11681" y="21600"/>
                </a:lnTo>
                <a:lnTo>
                  <a:pt x="8360" y="21600"/>
                </a:lnTo>
                <a:lnTo>
                  <a:pt x="4994" y="21600"/>
                </a:lnTo>
                <a:lnTo>
                  <a:pt x="4685" y="20263"/>
                </a:lnTo>
                <a:lnTo>
                  <a:pt x="4375" y="18927"/>
                </a:lnTo>
                <a:lnTo>
                  <a:pt x="4065" y="17588"/>
                </a:lnTo>
                <a:lnTo>
                  <a:pt x="3756" y="16251"/>
                </a:lnTo>
                <a:lnTo>
                  <a:pt x="3446" y="14912"/>
                </a:lnTo>
                <a:lnTo>
                  <a:pt x="3136" y="13569"/>
                </a:lnTo>
                <a:lnTo>
                  <a:pt x="2827" y="12226"/>
                </a:lnTo>
                <a:lnTo>
                  <a:pt x="2517" y="10881"/>
                </a:lnTo>
                <a:lnTo>
                  <a:pt x="2202" y="9533"/>
                </a:lnTo>
                <a:lnTo>
                  <a:pt x="1893" y="8182"/>
                </a:lnTo>
                <a:lnTo>
                  <a:pt x="1578" y="6828"/>
                </a:lnTo>
                <a:lnTo>
                  <a:pt x="1264" y="5471"/>
                </a:lnTo>
                <a:lnTo>
                  <a:pt x="949" y="4110"/>
                </a:lnTo>
                <a:lnTo>
                  <a:pt x="634" y="2745"/>
                </a:lnTo>
                <a:lnTo>
                  <a:pt x="320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C8E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6" name="contour_10024"/>
          <p:cNvSpPr/>
          <p:nvPr/>
        </p:nvSpPr>
        <p:spPr>
          <a:xfrm>
            <a:off x="5760600" y="3199428"/>
            <a:ext cx="65111" cy="533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42" y="0"/>
                </a:moveTo>
                <a:lnTo>
                  <a:pt x="20241" y="2003"/>
                </a:lnTo>
                <a:lnTo>
                  <a:pt x="20889" y="3914"/>
                </a:lnTo>
                <a:lnTo>
                  <a:pt x="21317" y="5772"/>
                </a:lnTo>
                <a:lnTo>
                  <a:pt x="21544" y="7606"/>
                </a:lnTo>
                <a:lnTo>
                  <a:pt x="21600" y="9449"/>
                </a:lnTo>
                <a:lnTo>
                  <a:pt x="21508" y="11337"/>
                </a:lnTo>
                <a:lnTo>
                  <a:pt x="21295" y="13295"/>
                </a:lnTo>
                <a:lnTo>
                  <a:pt x="20986" y="15362"/>
                </a:lnTo>
                <a:lnTo>
                  <a:pt x="20606" y="17568"/>
                </a:lnTo>
                <a:lnTo>
                  <a:pt x="19630" y="19769"/>
                </a:lnTo>
                <a:lnTo>
                  <a:pt x="18701" y="20813"/>
                </a:lnTo>
                <a:lnTo>
                  <a:pt x="17018" y="21600"/>
                </a:lnTo>
                <a:lnTo>
                  <a:pt x="15681" y="21576"/>
                </a:lnTo>
                <a:lnTo>
                  <a:pt x="14632" y="21514"/>
                </a:lnTo>
                <a:lnTo>
                  <a:pt x="13515" y="21367"/>
                </a:lnTo>
                <a:lnTo>
                  <a:pt x="11980" y="21093"/>
                </a:lnTo>
                <a:lnTo>
                  <a:pt x="9671" y="20644"/>
                </a:lnTo>
                <a:lnTo>
                  <a:pt x="10070" y="18698"/>
                </a:lnTo>
                <a:lnTo>
                  <a:pt x="10469" y="16749"/>
                </a:lnTo>
                <a:lnTo>
                  <a:pt x="10870" y="14790"/>
                </a:lnTo>
                <a:lnTo>
                  <a:pt x="11274" y="12823"/>
                </a:lnTo>
                <a:lnTo>
                  <a:pt x="11680" y="10844"/>
                </a:lnTo>
                <a:lnTo>
                  <a:pt x="12089" y="8848"/>
                </a:lnTo>
                <a:lnTo>
                  <a:pt x="10379" y="8848"/>
                </a:lnTo>
                <a:lnTo>
                  <a:pt x="8668" y="8848"/>
                </a:lnTo>
                <a:lnTo>
                  <a:pt x="6951" y="8848"/>
                </a:lnTo>
                <a:lnTo>
                  <a:pt x="5227" y="8848"/>
                </a:lnTo>
                <a:lnTo>
                  <a:pt x="3496" y="8848"/>
                </a:lnTo>
                <a:lnTo>
                  <a:pt x="1755" y="8848"/>
                </a:lnTo>
                <a:lnTo>
                  <a:pt x="0" y="8848"/>
                </a:lnTo>
                <a:lnTo>
                  <a:pt x="0" y="7385"/>
                </a:lnTo>
                <a:lnTo>
                  <a:pt x="0" y="5898"/>
                </a:lnTo>
                <a:lnTo>
                  <a:pt x="1194" y="5719"/>
                </a:lnTo>
                <a:lnTo>
                  <a:pt x="2398" y="5539"/>
                </a:lnTo>
                <a:lnTo>
                  <a:pt x="3617" y="5356"/>
                </a:lnTo>
                <a:lnTo>
                  <a:pt x="4306" y="5247"/>
                </a:lnTo>
                <a:lnTo>
                  <a:pt x="5525" y="5052"/>
                </a:lnTo>
                <a:lnTo>
                  <a:pt x="8312" y="4607"/>
                </a:lnTo>
                <a:lnTo>
                  <a:pt x="9857" y="4368"/>
                </a:lnTo>
                <a:lnTo>
                  <a:pt x="11412" y="4126"/>
                </a:lnTo>
                <a:lnTo>
                  <a:pt x="12986" y="3881"/>
                </a:lnTo>
                <a:lnTo>
                  <a:pt x="14927" y="3403"/>
                </a:lnTo>
                <a:lnTo>
                  <a:pt x="16228" y="2961"/>
                </a:lnTo>
                <a:lnTo>
                  <a:pt x="17195" y="2371"/>
                </a:lnTo>
                <a:lnTo>
                  <a:pt x="18131" y="1448"/>
                </a:lnTo>
                <a:lnTo>
                  <a:pt x="19342" y="0"/>
                </a:lnTo>
                <a:close/>
              </a:path>
            </a:pathLst>
          </a:custGeom>
          <a:solidFill>
            <a:srgbClr val="9FB0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7" name="contour_10025"/>
          <p:cNvSpPr/>
          <p:nvPr/>
        </p:nvSpPr>
        <p:spPr>
          <a:xfrm>
            <a:off x="5308745" y="3206716"/>
            <a:ext cx="65592" cy="30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3" y="0"/>
                </a:lnTo>
                <a:lnTo>
                  <a:pt x="3329" y="0"/>
                </a:lnTo>
                <a:lnTo>
                  <a:pt x="4994" y="0"/>
                </a:lnTo>
                <a:lnTo>
                  <a:pt x="6662" y="0"/>
                </a:lnTo>
                <a:lnTo>
                  <a:pt x="8338" y="0"/>
                </a:lnTo>
                <a:lnTo>
                  <a:pt x="10015" y="0"/>
                </a:lnTo>
                <a:lnTo>
                  <a:pt x="11700" y="0"/>
                </a:lnTo>
                <a:lnTo>
                  <a:pt x="13392" y="0"/>
                </a:lnTo>
                <a:lnTo>
                  <a:pt x="15091" y="0"/>
                </a:lnTo>
                <a:lnTo>
                  <a:pt x="16800" y="0"/>
                </a:lnTo>
                <a:lnTo>
                  <a:pt x="16800" y="3379"/>
                </a:lnTo>
                <a:lnTo>
                  <a:pt x="16800" y="6777"/>
                </a:lnTo>
                <a:lnTo>
                  <a:pt x="16800" y="10222"/>
                </a:lnTo>
                <a:lnTo>
                  <a:pt x="18226" y="13616"/>
                </a:lnTo>
                <a:lnTo>
                  <a:pt x="19200" y="15814"/>
                </a:lnTo>
                <a:lnTo>
                  <a:pt x="20174" y="17772"/>
                </a:lnTo>
                <a:lnTo>
                  <a:pt x="21600" y="20445"/>
                </a:lnTo>
                <a:lnTo>
                  <a:pt x="19898" y="20782"/>
                </a:lnTo>
                <a:lnTo>
                  <a:pt x="18209" y="21079"/>
                </a:lnTo>
                <a:lnTo>
                  <a:pt x="16531" y="21319"/>
                </a:lnTo>
                <a:lnTo>
                  <a:pt x="14858" y="21498"/>
                </a:lnTo>
                <a:lnTo>
                  <a:pt x="13190" y="21595"/>
                </a:lnTo>
                <a:lnTo>
                  <a:pt x="11522" y="21600"/>
                </a:lnTo>
                <a:lnTo>
                  <a:pt x="9852" y="21503"/>
                </a:lnTo>
                <a:lnTo>
                  <a:pt x="8177" y="21283"/>
                </a:lnTo>
                <a:lnTo>
                  <a:pt x="6494" y="20936"/>
                </a:lnTo>
                <a:lnTo>
                  <a:pt x="4800" y="20445"/>
                </a:lnTo>
                <a:lnTo>
                  <a:pt x="3607" y="17736"/>
                </a:lnTo>
                <a:lnTo>
                  <a:pt x="2688" y="15145"/>
                </a:lnTo>
                <a:lnTo>
                  <a:pt x="1975" y="12558"/>
                </a:lnTo>
                <a:lnTo>
                  <a:pt x="1411" y="9870"/>
                </a:lnTo>
                <a:lnTo>
                  <a:pt x="936" y="6951"/>
                </a:lnTo>
                <a:lnTo>
                  <a:pt x="485" y="3701"/>
                </a:lnTo>
                <a:lnTo>
                  <a:pt x="0" y="0"/>
                </a:lnTo>
                <a:close/>
              </a:path>
            </a:pathLst>
          </a:custGeom>
          <a:solidFill>
            <a:srgbClr val="BEE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8" name="contour_10026"/>
          <p:cNvSpPr/>
          <p:nvPr/>
        </p:nvSpPr>
        <p:spPr>
          <a:xfrm>
            <a:off x="2276940" y="3170276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465" y="1343"/>
                </a:lnTo>
                <a:lnTo>
                  <a:pt x="20100" y="2321"/>
                </a:lnTo>
                <a:lnTo>
                  <a:pt x="20569" y="3216"/>
                </a:lnTo>
                <a:lnTo>
                  <a:pt x="21020" y="4312"/>
                </a:lnTo>
                <a:lnTo>
                  <a:pt x="21600" y="5891"/>
                </a:lnTo>
                <a:lnTo>
                  <a:pt x="20165" y="6775"/>
                </a:lnTo>
                <a:lnTo>
                  <a:pt x="18706" y="7670"/>
                </a:lnTo>
                <a:lnTo>
                  <a:pt x="17150" y="8791"/>
                </a:lnTo>
                <a:lnTo>
                  <a:pt x="15990" y="9852"/>
                </a:lnTo>
                <a:lnTo>
                  <a:pt x="15154" y="10902"/>
                </a:lnTo>
                <a:lnTo>
                  <a:pt x="14561" y="11988"/>
                </a:lnTo>
                <a:lnTo>
                  <a:pt x="14139" y="13160"/>
                </a:lnTo>
                <a:lnTo>
                  <a:pt x="13812" y="14466"/>
                </a:lnTo>
                <a:lnTo>
                  <a:pt x="13500" y="15955"/>
                </a:lnTo>
                <a:lnTo>
                  <a:pt x="13269" y="17015"/>
                </a:lnTo>
                <a:lnTo>
                  <a:pt x="13034" y="18081"/>
                </a:lnTo>
                <a:lnTo>
                  <a:pt x="12800" y="19161"/>
                </a:lnTo>
                <a:lnTo>
                  <a:pt x="12571" y="20373"/>
                </a:lnTo>
                <a:lnTo>
                  <a:pt x="12343" y="21600"/>
                </a:lnTo>
                <a:lnTo>
                  <a:pt x="10812" y="21600"/>
                </a:lnTo>
                <a:lnTo>
                  <a:pt x="9257" y="21600"/>
                </a:lnTo>
                <a:lnTo>
                  <a:pt x="9421" y="20355"/>
                </a:lnTo>
                <a:lnTo>
                  <a:pt x="9581" y="19092"/>
                </a:lnTo>
                <a:lnTo>
                  <a:pt x="9680" y="17743"/>
                </a:lnTo>
                <a:lnTo>
                  <a:pt x="9748" y="16414"/>
                </a:lnTo>
                <a:lnTo>
                  <a:pt x="9779" y="15100"/>
                </a:lnTo>
                <a:lnTo>
                  <a:pt x="9760" y="13791"/>
                </a:lnTo>
                <a:lnTo>
                  <a:pt x="9674" y="12481"/>
                </a:lnTo>
                <a:lnTo>
                  <a:pt x="9510" y="11159"/>
                </a:lnTo>
                <a:lnTo>
                  <a:pt x="9257" y="9818"/>
                </a:lnTo>
                <a:lnTo>
                  <a:pt x="6961" y="8978"/>
                </a:lnTo>
                <a:lnTo>
                  <a:pt x="5332" y="8455"/>
                </a:lnTo>
                <a:lnTo>
                  <a:pt x="3925" y="8157"/>
                </a:lnTo>
                <a:lnTo>
                  <a:pt x="2296" y="7988"/>
                </a:lnTo>
                <a:lnTo>
                  <a:pt x="0" y="7855"/>
                </a:lnTo>
                <a:lnTo>
                  <a:pt x="1435" y="7489"/>
                </a:lnTo>
                <a:lnTo>
                  <a:pt x="2894" y="7118"/>
                </a:lnTo>
                <a:lnTo>
                  <a:pt x="4811" y="6378"/>
                </a:lnTo>
                <a:lnTo>
                  <a:pt x="5931" y="5799"/>
                </a:lnTo>
                <a:lnTo>
                  <a:pt x="6690" y="5082"/>
                </a:lnTo>
                <a:lnTo>
                  <a:pt x="7523" y="3927"/>
                </a:lnTo>
                <a:lnTo>
                  <a:pt x="8600" y="2773"/>
                </a:lnTo>
                <a:lnTo>
                  <a:pt x="9643" y="2056"/>
                </a:lnTo>
                <a:lnTo>
                  <a:pt x="11263" y="1477"/>
                </a:lnTo>
                <a:lnTo>
                  <a:pt x="14077" y="736"/>
                </a:lnTo>
                <a:lnTo>
                  <a:pt x="15543" y="493"/>
                </a:lnTo>
                <a:lnTo>
                  <a:pt x="17018" y="247"/>
                </a:lnTo>
                <a:lnTo>
                  <a:pt x="18514" y="0"/>
                </a:lnTo>
                <a:close/>
              </a:path>
            </a:pathLst>
          </a:custGeom>
          <a:solidFill>
            <a:srgbClr val="F5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29" name="contour_10027"/>
          <p:cNvSpPr/>
          <p:nvPr/>
        </p:nvSpPr>
        <p:spPr>
          <a:xfrm>
            <a:off x="11292186" y="3093526"/>
            <a:ext cx="51016" cy="621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2022" y="63"/>
                </a:lnTo>
                <a:lnTo>
                  <a:pt x="13963" y="185"/>
                </a:lnTo>
                <a:lnTo>
                  <a:pt x="15864" y="367"/>
                </a:lnTo>
                <a:lnTo>
                  <a:pt x="17755" y="618"/>
                </a:lnTo>
                <a:lnTo>
                  <a:pt x="19659" y="942"/>
                </a:lnTo>
                <a:lnTo>
                  <a:pt x="21600" y="1344"/>
                </a:lnTo>
                <a:lnTo>
                  <a:pt x="20850" y="1565"/>
                </a:lnTo>
                <a:lnTo>
                  <a:pt x="18585" y="2226"/>
                </a:lnTo>
                <a:lnTo>
                  <a:pt x="16746" y="3223"/>
                </a:lnTo>
                <a:lnTo>
                  <a:pt x="15719" y="4023"/>
                </a:lnTo>
                <a:lnTo>
                  <a:pt x="15120" y="5046"/>
                </a:lnTo>
                <a:lnTo>
                  <a:pt x="14583" y="6715"/>
                </a:lnTo>
                <a:lnTo>
                  <a:pt x="14429" y="8368"/>
                </a:lnTo>
                <a:lnTo>
                  <a:pt x="14271" y="10049"/>
                </a:lnTo>
                <a:lnTo>
                  <a:pt x="13787" y="12563"/>
                </a:lnTo>
                <a:lnTo>
                  <a:pt x="13352" y="14321"/>
                </a:lnTo>
                <a:lnTo>
                  <a:pt x="12833" y="15559"/>
                </a:lnTo>
                <a:lnTo>
                  <a:pt x="12093" y="16511"/>
                </a:lnTo>
                <a:lnTo>
                  <a:pt x="11001" y="17412"/>
                </a:lnTo>
                <a:lnTo>
                  <a:pt x="9415" y="18496"/>
                </a:lnTo>
                <a:lnTo>
                  <a:pt x="7560" y="19210"/>
                </a:lnTo>
                <a:lnTo>
                  <a:pt x="5709" y="19878"/>
                </a:lnTo>
                <a:lnTo>
                  <a:pt x="3842" y="20499"/>
                </a:lnTo>
                <a:lnTo>
                  <a:pt x="1944" y="21073"/>
                </a:lnTo>
                <a:lnTo>
                  <a:pt x="0" y="21600"/>
                </a:lnTo>
                <a:lnTo>
                  <a:pt x="756" y="17473"/>
                </a:lnTo>
                <a:lnTo>
                  <a:pt x="1413" y="13971"/>
                </a:lnTo>
                <a:lnTo>
                  <a:pt x="2000" y="11039"/>
                </a:lnTo>
                <a:lnTo>
                  <a:pt x="2543" y="8619"/>
                </a:lnTo>
                <a:lnTo>
                  <a:pt x="3073" y="6646"/>
                </a:lnTo>
                <a:lnTo>
                  <a:pt x="3613" y="5064"/>
                </a:lnTo>
                <a:lnTo>
                  <a:pt x="4190" y="3816"/>
                </a:lnTo>
                <a:lnTo>
                  <a:pt x="4835" y="2841"/>
                </a:lnTo>
                <a:lnTo>
                  <a:pt x="5576" y="2079"/>
                </a:lnTo>
                <a:lnTo>
                  <a:pt x="6437" y="1474"/>
                </a:lnTo>
                <a:lnTo>
                  <a:pt x="7446" y="965"/>
                </a:lnTo>
                <a:lnTo>
                  <a:pt x="8628" y="494"/>
                </a:lnTo>
                <a:lnTo>
                  <a:pt x="10016" y="0"/>
                </a:lnTo>
                <a:close/>
              </a:path>
            </a:pathLst>
          </a:custGeom>
          <a:solidFill>
            <a:srgbClr val="D3E4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0" name="contour_10028"/>
          <p:cNvSpPr/>
          <p:nvPr/>
        </p:nvSpPr>
        <p:spPr>
          <a:xfrm>
            <a:off x="4300903" y="3097396"/>
            <a:ext cx="4582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9" y="0"/>
                </a:moveTo>
                <a:lnTo>
                  <a:pt x="2027" y="120"/>
                </a:lnTo>
                <a:lnTo>
                  <a:pt x="2978" y="233"/>
                </a:lnTo>
                <a:lnTo>
                  <a:pt x="4019" y="353"/>
                </a:lnTo>
                <a:lnTo>
                  <a:pt x="5318" y="504"/>
                </a:lnTo>
                <a:lnTo>
                  <a:pt x="7042" y="706"/>
                </a:lnTo>
                <a:lnTo>
                  <a:pt x="9364" y="974"/>
                </a:lnTo>
                <a:lnTo>
                  <a:pt x="12449" y="1334"/>
                </a:lnTo>
                <a:lnTo>
                  <a:pt x="16471" y="1802"/>
                </a:lnTo>
                <a:lnTo>
                  <a:pt x="21600" y="2400"/>
                </a:lnTo>
                <a:lnTo>
                  <a:pt x="21600" y="3984"/>
                </a:lnTo>
                <a:lnTo>
                  <a:pt x="21600" y="5568"/>
                </a:lnTo>
                <a:lnTo>
                  <a:pt x="21600" y="7154"/>
                </a:lnTo>
                <a:lnTo>
                  <a:pt x="21600" y="8743"/>
                </a:lnTo>
                <a:lnTo>
                  <a:pt x="21600" y="10334"/>
                </a:lnTo>
                <a:lnTo>
                  <a:pt x="21600" y="11928"/>
                </a:lnTo>
                <a:lnTo>
                  <a:pt x="21600" y="13526"/>
                </a:lnTo>
                <a:lnTo>
                  <a:pt x="21600" y="15130"/>
                </a:lnTo>
                <a:lnTo>
                  <a:pt x="21600" y="16738"/>
                </a:lnTo>
                <a:lnTo>
                  <a:pt x="21600" y="18350"/>
                </a:lnTo>
                <a:lnTo>
                  <a:pt x="21600" y="19973"/>
                </a:lnTo>
                <a:lnTo>
                  <a:pt x="21600" y="21600"/>
                </a:lnTo>
                <a:lnTo>
                  <a:pt x="21387" y="20064"/>
                </a:lnTo>
                <a:lnTo>
                  <a:pt x="21171" y="18516"/>
                </a:lnTo>
                <a:lnTo>
                  <a:pt x="20954" y="16949"/>
                </a:lnTo>
                <a:lnTo>
                  <a:pt x="20415" y="15358"/>
                </a:lnTo>
                <a:lnTo>
                  <a:pt x="19944" y="14314"/>
                </a:lnTo>
                <a:lnTo>
                  <a:pt x="19281" y="13349"/>
                </a:lnTo>
                <a:lnTo>
                  <a:pt x="18165" y="12000"/>
                </a:lnTo>
                <a:lnTo>
                  <a:pt x="15747" y="11510"/>
                </a:lnTo>
                <a:lnTo>
                  <a:pt x="14026" y="11222"/>
                </a:lnTo>
                <a:lnTo>
                  <a:pt x="12171" y="11023"/>
                </a:lnTo>
                <a:lnTo>
                  <a:pt x="9364" y="10800"/>
                </a:lnTo>
                <a:lnTo>
                  <a:pt x="6606" y="10577"/>
                </a:lnTo>
                <a:lnTo>
                  <a:pt x="4813" y="10378"/>
                </a:lnTo>
                <a:lnTo>
                  <a:pt x="3202" y="10090"/>
                </a:lnTo>
                <a:lnTo>
                  <a:pt x="989" y="9600"/>
                </a:lnTo>
                <a:lnTo>
                  <a:pt x="316" y="7922"/>
                </a:lnTo>
                <a:lnTo>
                  <a:pt x="10" y="6379"/>
                </a:lnTo>
                <a:lnTo>
                  <a:pt x="0" y="4894"/>
                </a:lnTo>
                <a:lnTo>
                  <a:pt x="206" y="3386"/>
                </a:lnTo>
                <a:lnTo>
                  <a:pt x="563" y="1781"/>
                </a:lnTo>
                <a:lnTo>
                  <a:pt x="989" y="0"/>
                </a:lnTo>
                <a:close/>
              </a:path>
            </a:pathLst>
          </a:custGeom>
          <a:solidFill>
            <a:srgbClr val="615D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1" name="contour_10029"/>
          <p:cNvSpPr/>
          <p:nvPr/>
        </p:nvSpPr>
        <p:spPr>
          <a:xfrm>
            <a:off x="6780919" y="3097396"/>
            <a:ext cx="3813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28" y="0"/>
                </a:moveTo>
                <a:lnTo>
                  <a:pt x="9052" y="311"/>
                </a:lnTo>
                <a:lnTo>
                  <a:pt x="12494" y="575"/>
                </a:lnTo>
                <a:lnTo>
                  <a:pt x="14917" y="872"/>
                </a:lnTo>
                <a:lnTo>
                  <a:pt x="16779" y="1274"/>
                </a:lnTo>
                <a:lnTo>
                  <a:pt x="18529" y="1860"/>
                </a:lnTo>
                <a:lnTo>
                  <a:pt x="20638" y="2700"/>
                </a:lnTo>
                <a:lnTo>
                  <a:pt x="21187" y="4649"/>
                </a:lnTo>
                <a:lnTo>
                  <a:pt x="21493" y="6572"/>
                </a:lnTo>
                <a:lnTo>
                  <a:pt x="21600" y="8481"/>
                </a:lnTo>
                <a:lnTo>
                  <a:pt x="21530" y="10387"/>
                </a:lnTo>
                <a:lnTo>
                  <a:pt x="21328" y="12299"/>
                </a:lnTo>
                <a:lnTo>
                  <a:pt x="21018" y="14234"/>
                </a:lnTo>
                <a:lnTo>
                  <a:pt x="20638" y="16200"/>
                </a:lnTo>
                <a:lnTo>
                  <a:pt x="18186" y="15665"/>
                </a:lnTo>
                <a:lnTo>
                  <a:pt x="15726" y="15128"/>
                </a:lnTo>
                <a:lnTo>
                  <a:pt x="13258" y="14591"/>
                </a:lnTo>
                <a:lnTo>
                  <a:pt x="10769" y="14048"/>
                </a:lnTo>
                <a:lnTo>
                  <a:pt x="8255" y="13500"/>
                </a:lnTo>
                <a:lnTo>
                  <a:pt x="8255" y="15104"/>
                </a:lnTo>
                <a:lnTo>
                  <a:pt x="8255" y="16713"/>
                </a:lnTo>
                <a:lnTo>
                  <a:pt x="8255" y="18328"/>
                </a:lnTo>
                <a:lnTo>
                  <a:pt x="8255" y="19956"/>
                </a:lnTo>
                <a:lnTo>
                  <a:pt x="8255" y="21600"/>
                </a:lnTo>
                <a:lnTo>
                  <a:pt x="5527" y="21600"/>
                </a:lnTo>
                <a:lnTo>
                  <a:pt x="2782" y="21600"/>
                </a:lnTo>
                <a:lnTo>
                  <a:pt x="0" y="21600"/>
                </a:lnTo>
                <a:lnTo>
                  <a:pt x="343" y="19818"/>
                </a:lnTo>
                <a:lnTo>
                  <a:pt x="681" y="18036"/>
                </a:lnTo>
                <a:lnTo>
                  <a:pt x="1024" y="16251"/>
                </a:lnTo>
                <a:lnTo>
                  <a:pt x="1362" y="14464"/>
                </a:lnTo>
                <a:lnTo>
                  <a:pt x="1705" y="12674"/>
                </a:lnTo>
                <a:lnTo>
                  <a:pt x="2047" y="10881"/>
                </a:lnTo>
                <a:lnTo>
                  <a:pt x="2390" y="9083"/>
                </a:lnTo>
                <a:lnTo>
                  <a:pt x="2737" y="7279"/>
                </a:lnTo>
                <a:lnTo>
                  <a:pt x="3083" y="5470"/>
                </a:lnTo>
                <a:lnTo>
                  <a:pt x="3430" y="3656"/>
                </a:lnTo>
                <a:lnTo>
                  <a:pt x="3777" y="1831"/>
                </a:lnTo>
                <a:lnTo>
                  <a:pt x="4128" y="0"/>
                </a:lnTo>
                <a:close/>
              </a:path>
            </a:pathLst>
          </a:custGeom>
          <a:solidFill>
            <a:srgbClr val="9F86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2" name="contour_10030"/>
          <p:cNvSpPr/>
          <p:nvPr/>
        </p:nvSpPr>
        <p:spPr>
          <a:xfrm>
            <a:off x="4645537" y="3050280"/>
            <a:ext cx="45630" cy="544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29" y="0"/>
                </a:moveTo>
                <a:lnTo>
                  <a:pt x="12337" y="49"/>
                </a:lnTo>
                <a:lnTo>
                  <a:pt x="13824" y="142"/>
                </a:lnTo>
                <a:lnTo>
                  <a:pt x="15387" y="347"/>
                </a:lnTo>
                <a:lnTo>
                  <a:pt x="17515" y="726"/>
                </a:lnTo>
                <a:lnTo>
                  <a:pt x="20700" y="1345"/>
                </a:lnTo>
                <a:lnTo>
                  <a:pt x="21200" y="4447"/>
                </a:lnTo>
                <a:lnTo>
                  <a:pt x="21500" y="6649"/>
                </a:lnTo>
                <a:lnTo>
                  <a:pt x="21600" y="8275"/>
                </a:lnTo>
                <a:lnTo>
                  <a:pt x="21500" y="9650"/>
                </a:lnTo>
                <a:lnTo>
                  <a:pt x="21200" y="11091"/>
                </a:lnTo>
                <a:lnTo>
                  <a:pt x="20700" y="12919"/>
                </a:lnTo>
                <a:lnTo>
                  <a:pt x="18971" y="14479"/>
                </a:lnTo>
                <a:lnTo>
                  <a:pt x="17174" y="15914"/>
                </a:lnTo>
                <a:lnTo>
                  <a:pt x="15307" y="17239"/>
                </a:lnTo>
                <a:lnTo>
                  <a:pt x="13355" y="18458"/>
                </a:lnTo>
                <a:lnTo>
                  <a:pt x="11312" y="19586"/>
                </a:lnTo>
                <a:lnTo>
                  <a:pt x="9163" y="20628"/>
                </a:lnTo>
                <a:lnTo>
                  <a:pt x="6900" y="21600"/>
                </a:lnTo>
                <a:lnTo>
                  <a:pt x="4623" y="21600"/>
                </a:lnTo>
                <a:lnTo>
                  <a:pt x="2329" y="21600"/>
                </a:lnTo>
                <a:lnTo>
                  <a:pt x="0" y="21600"/>
                </a:lnTo>
                <a:lnTo>
                  <a:pt x="1032" y="17158"/>
                </a:lnTo>
                <a:lnTo>
                  <a:pt x="1911" y="13446"/>
                </a:lnTo>
                <a:lnTo>
                  <a:pt x="2677" y="10391"/>
                </a:lnTo>
                <a:lnTo>
                  <a:pt x="3367" y="7914"/>
                </a:lnTo>
                <a:lnTo>
                  <a:pt x="4012" y="5943"/>
                </a:lnTo>
                <a:lnTo>
                  <a:pt x="4657" y="4404"/>
                </a:lnTo>
                <a:lnTo>
                  <a:pt x="5330" y="3220"/>
                </a:lnTo>
                <a:lnTo>
                  <a:pt x="6068" y="2315"/>
                </a:lnTo>
                <a:lnTo>
                  <a:pt x="6914" y="1615"/>
                </a:lnTo>
                <a:lnTo>
                  <a:pt x="7897" y="1047"/>
                </a:lnTo>
                <a:lnTo>
                  <a:pt x="9060" y="532"/>
                </a:lnTo>
                <a:lnTo>
                  <a:pt x="10429" y="0"/>
                </a:lnTo>
                <a:close/>
              </a:path>
            </a:pathLst>
          </a:custGeom>
          <a:solidFill>
            <a:srgbClr val="D2D1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3" name="contour_10031"/>
          <p:cNvSpPr/>
          <p:nvPr/>
        </p:nvSpPr>
        <p:spPr>
          <a:xfrm>
            <a:off x="10592538" y="3024516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272" y="410"/>
                </a:lnTo>
                <a:lnTo>
                  <a:pt x="6619" y="821"/>
                </a:lnTo>
                <a:lnTo>
                  <a:pt x="7966" y="1237"/>
                </a:lnTo>
                <a:lnTo>
                  <a:pt x="9315" y="1647"/>
                </a:lnTo>
                <a:lnTo>
                  <a:pt x="10666" y="2057"/>
                </a:lnTo>
                <a:lnTo>
                  <a:pt x="12019" y="2473"/>
                </a:lnTo>
                <a:lnTo>
                  <a:pt x="13376" y="2889"/>
                </a:lnTo>
                <a:lnTo>
                  <a:pt x="14735" y="3305"/>
                </a:lnTo>
                <a:lnTo>
                  <a:pt x="16098" y="3721"/>
                </a:lnTo>
                <a:lnTo>
                  <a:pt x="17467" y="4136"/>
                </a:lnTo>
                <a:lnTo>
                  <a:pt x="18839" y="4558"/>
                </a:lnTo>
                <a:lnTo>
                  <a:pt x="20216" y="4979"/>
                </a:lnTo>
                <a:lnTo>
                  <a:pt x="21600" y="5400"/>
                </a:lnTo>
                <a:lnTo>
                  <a:pt x="20491" y="8424"/>
                </a:lnTo>
                <a:lnTo>
                  <a:pt x="19460" y="11140"/>
                </a:lnTo>
                <a:lnTo>
                  <a:pt x="18454" y="13586"/>
                </a:lnTo>
                <a:lnTo>
                  <a:pt x="17429" y="15806"/>
                </a:lnTo>
                <a:lnTo>
                  <a:pt x="16335" y="17852"/>
                </a:lnTo>
                <a:lnTo>
                  <a:pt x="15124" y="19769"/>
                </a:lnTo>
                <a:lnTo>
                  <a:pt x="13745" y="21600"/>
                </a:lnTo>
                <a:lnTo>
                  <a:pt x="12336" y="21487"/>
                </a:lnTo>
                <a:lnTo>
                  <a:pt x="10943" y="21254"/>
                </a:lnTo>
                <a:lnTo>
                  <a:pt x="9561" y="20914"/>
                </a:lnTo>
                <a:lnTo>
                  <a:pt x="8188" y="20477"/>
                </a:lnTo>
                <a:lnTo>
                  <a:pt x="6824" y="19942"/>
                </a:lnTo>
                <a:lnTo>
                  <a:pt x="5463" y="19327"/>
                </a:lnTo>
                <a:lnTo>
                  <a:pt x="4102" y="18630"/>
                </a:lnTo>
                <a:lnTo>
                  <a:pt x="2739" y="17874"/>
                </a:lnTo>
                <a:lnTo>
                  <a:pt x="1373" y="17064"/>
                </a:lnTo>
                <a:lnTo>
                  <a:pt x="0" y="16200"/>
                </a:lnTo>
                <a:lnTo>
                  <a:pt x="489" y="15698"/>
                </a:lnTo>
                <a:lnTo>
                  <a:pt x="1964" y="14175"/>
                </a:lnTo>
                <a:lnTo>
                  <a:pt x="2938" y="12501"/>
                </a:lnTo>
                <a:lnTo>
                  <a:pt x="3927" y="10800"/>
                </a:lnTo>
                <a:lnTo>
                  <a:pt x="3927" y="7231"/>
                </a:lnTo>
                <a:lnTo>
                  <a:pt x="3927" y="3640"/>
                </a:lnTo>
                <a:lnTo>
                  <a:pt x="3927" y="0"/>
                </a:lnTo>
                <a:close/>
              </a:path>
            </a:pathLst>
          </a:custGeom>
          <a:solidFill>
            <a:srgbClr val="C9DF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4" name="contour_10032"/>
          <p:cNvSpPr/>
          <p:nvPr/>
        </p:nvSpPr>
        <p:spPr>
          <a:xfrm>
            <a:off x="4805873" y="300994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414"/>
                </a:lnTo>
                <a:lnTo>
                  <a:pt x="8506" y="767"/>
                </a:lnTo>
                <a:lnTo>
                  <a:pt x="11007" y="1163"/>
                </a:lnTo>
                <a:lnTo>
                  <a:pt x="12986" y="1699"/>
                </a:lnTo>
                <a:lnTo>
                  <a:pt x="14917" y="2480"/>
                </a:lnTo>
                <a:lnTo>
                  <a:pt x="17280" y="3600"/>
                </a:lnTo>
                <a:lnTo>
                  <a:pt x="18304" y="5854"/>
                </a:lnTo>
                <a:lnTo>
                  <a:pt x="19120" y="8050"/>
                </a:lnTo>
                <a:lnTo>
                  <a:pt x="19764" y="10220"/>
                </a:lnTo>
                <a:lnTo>
                  <a:pt x="20269" y="12388"/>
                </a:lnTo>
                <a:lnTo>
                  <a:pt x="20671" y="14580"/>
                </a:lnTo>
                <a:lnTo>
                  <a:pt x="21004" y="16830"/>
                </a:lnTo>
                <a:lnTo>
                  <a:pt x="21302" y="1915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09F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5" name="contour_10033"/>
          <p:cNvSpPr/>
          <p:nvPr/>
        </p:nvSpPr>
        <p:spPr>
          <a:xfrm>
            <a:off x="10330171" y="3007929"/>
            <a:ext cx="72880" cy="31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94"/>
                </a:moveTo>
                <a:lnTo>
                  <a:pt x="1369" y="1228"/>
                </a:lnTo>
                <a:lnTo>
                  <a:pt x="2739" y="1071"/>
                </a:lnTo>
                <a:lnTo>
                  <a:pt x="4106" y="924"/>
                </a:lnTo>
                <a:lnTo>
                  <a:pt x="5476" y="793"/>
                </a:lnTo>
                <a:lnTo>
                  <a:pt x="6845" y="667"/>
                </a:lnTo>
                <a:lnTo>
                  <a:pt x="8214" y="551"/>
                </a:lnTo>
                <a:lnTo>
                  <a:pt x="9586" y="445"/>
                </a:lnTo>
                <a:lnTo>
                  <a:pt x="10271" y="349"/>
                </a:lnTo>
                <a:lnTo>
                  <a:pt x="12340" y="61"/>
                </a:lnTo>
                <a:lnTo>
                  <a:pt x="13813" y="0"/>
                </a:lnTo>
                <a:lnTo>
                  <a:pt x="15226" y="30"/>
                </a:lnTo>
                <a:lnTo>
                  <a:pt x="16613" y="227"/>
                </a:lnTo>
                <a:lnTo>
                  <a:pt x="18006" y="657"/>
                </a:lnTo>
                <a:lnTo>
                  <a:pt x="19440" y="1394"/>
                </a:lnTo>
                <a:lnTo>
                  <a:pt x="20272" y="5183"/>
                </a:lnTo>
                <a:lnTo>
                  <a:pt x="20799" y="7865"/>
                </a:lnTo>
                <a:lnTo>
                  <a:pt x="21127" y="10169"/>
                </a:lnTo>
                <a:lnTo>
                  <a:pt x="21360" y="12821"/>
                </a:lnTo>
                <a:lnTo>
                  <a:pt x="21600" y="16549"/>
                </a:lnTo>
                <a:lnTo>
                  <a:pt x="21066" y="16523"/>
                </a:lnTo>
                <a:lnTo>
                  <a:pt x="20127" y="16478"/>
                </a:lnTo>
                <a:lnTo>
                  <a:pt x="17971" y="16372"/>
                </a:lnTo>
                <a:lnTo>
                  <a:pt x="16788" y="16336"/>
                </a:lnTo>
                <a:lnTo>
                  <a:pt x="15602" y="16301"/>
                </a:lnTo>
                <a:lnTo>
                  <a:pt x="14416" y="16266"/>
                </a:lnTo>
                <a:lnTo>
                  <a:pt x="13230" y="16235"/>
                </a:lnTo>
                <a:lnTo>
                  <a:pt x="12044" y="16170"/>
                </a:lnTo>
                <a:lnTo>
                  <a:pt x="10843" y="16104"/>
                </a:lnTo>
                <a:lnTo>
                  <a:pt x="9329" y="16089"/>
                </a:lnTo>
                <a:lnTo>
                  <a:pt x="7893" y="16155"/>
                </a:lnTo>
                <a:lnTo>
                  <a:pt x="6515" y="16357"/>
                </a:lnTo>
                <a:lnTo>
                  <a:pt x="5182" y="16761"/>
                </a:lnTo>
                <a:lnTo>
                  <a:pt x="3882" y="17428"/>
                </a:lnTo>
                <a:lnTo>
                  <a:pt x="2592" y="18413"/>
                </a:lnTo>
                <a:lnTo>
                  <a:pt x="1305" y="19781"/>
                </a:lnTo>
                <a:lnTo>
                  <a:pt x="0" y="21600"/>
                </a:lnTo>
                <a:lnTo>
                  <a:pt x="0" y="18266"/>
                </a:lnTo>
                <a:lnTo>
                  <a:pt x="0" y="14927"/>
                </a:lnTo>
                <a:lnTo>
                  <a:pt x="0" y="11573"/>
                </a:lnTo>
                <a:lnTo>
                  <a:pt x="0" y="8204"/>
                </a:lnTo>
                <a:lnTo>
                  <a:pt x="0" y="4814"/>
                </a:lnTo>
                <a:lnTo>
                  <a:pt x="0" y="1394"/>
                </a:lnTo>
                <a:close/>
              </a:path>
            </a:pathLst>
          </a:custGeom>
          <a:solidFill>
            <a:srgbClr val="626B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6" name="contour_10034"/>
          <p:cNvSpPr/>
          <p:nvPr/>
        </p:nvSpPr>
        <p:spPr>
          <a:xfrm>
            <a:off x="4084362" y="2995365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645" y="670"/>
                </a:lnTo>
                <a:lnTo>
                  <a:pt x="10087" y="1356"/>
                </a:lnTo>
                <a:lnTo>
                  <a:pt x="11527" y="2061"/>
                </a:lnTo>
                <a:lnTo>
                  <a:pt x="12965" y="2778"/>
                </a:lnTo>
                <a:lnTo>
                  <a:pt x="14400" y="3508"/>
                </a:lnTo>
                <a:lnTo>
                  <a:pt x="15739" y="4160"/>
                </a:lnTo>
                <a:lnTo>
                  <a:pt x="17086" y="4817"/>
                </a:lnTo>
                <a:lnTo>
                  <a:pt x="18451" y="5486"/>
                </a:lnTo>
                <a:lnTo>
                  <a:pt x="19490" y="6528"/>
                </a:lnTo>
                <a:lnTo>
                  <a:pt x="20539" y="7577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9956" y="21272"/>
                </a:lnTo>
                <a:lnTo>
                  <a:pt x="18310" y="20943"/>
                </a:lnTo>
                <a:lnTo>
                  <a:pt x="16663" y="20611"/>
                </a:lnTo>
                <a:lnTo>
                  <a:pt x="15014" y="20282"/>
                </a:lnTo>
                <a:lnTo>
                  <a:pt x="13363" y="19954"/>
                </a:lnTo>
                <a:lnTo>
                  <a:pt x="11710" y="19621"/>
                </a:lnTo>
                <a:lnTo>
                  <a:pt x="10051" y="19289"/>
                </a:lnTo>
                <a:lnTo>
                  <a:pt x="8390" y="18956"/>
                </a:lnTo>
                <a:lnTo>
                  <a:pt x="6725" y="18624"/>
                </a:lnTo>
                <a:lnTo>
                  <a:pt x="5052" y="18291"/>
                </a:lnTo>
                <a:lnTo>
                  <a:pt x="3374" y="17954"/>
                </a:lnTo>
                <a:lnTo>
                  <a:pt x="1692" y="17617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1426" y="8640"/>
                </a:lnTo>
                <a:lnTo>
                  <a:pt x="2856" y="8640"/>
                </a:lnTo>
                <a:lnTo>
                  <a:pt x="4291" y="8640"/>
                </a:lnTo>
                <a:lnTo>
                  <a:pt x="5738" y="8640"/>
                </a:lnTo>
                <a:lnTo>
                  <a:pt x="7200" y="8640"/>
                </a:lnTo>
                <a:lnTo>
                  <a:pt x="7200" y="5784"/>
                </a:lnTo>
                <a:lnTo>
                  <a:pt x="7200" y="2912"/>
                </a:lnTo>
                <a:lnTo>
                  <a:pt x="7200" y="0"/>
                </a:lnTo>
                <a:close/>
              </a:path>
            </a:pathLst>
          </a:custGeom>
          <a:solidFill>
            <a:srgbClr val="23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7" name="contour_10035"/>
          <p:cNvSpPr/>
          <p:nvPr/>
        </p:nvSpPr>
        <p:spPr>
          <a:xfrm>
            <a:off x="5249792" y="2966213"/>
            <a:ext cx="4437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6" y="0"/>
                </a:moveTo>
                <a:lnTo>
                  <a:pt x="2657" y="0"/>
                </a:lnTo>
                <a:lnTo>
                  <a:pt x="5002" y="0"/>
                </a:lnTo>
                <a:lnTo>
                  <a:pt x="7347" y="0"/>
                </a:lnTo>
                <a:lnTo>
                  <a:pt x="9699" y="0"/>
                </a:lnTo>
                <a:lnTo>
                  <a:pt x="12058" y="0"/>
                </a:lnTo>
                <a:lnTo>
                  <a:pt x="14427" y="0"/>
                </a:lnTo>
                <a:lnTo>
                  <a:pt x="16804" y="0"/>
                </a:lnTo>
                <a:lnTo>
                  <a:pt x="19195" y="0"/>
                </a:lnTo>
                <a:lnTo>
                  <a:pt x="21600" y="0"/>
                </a:lnTo>
                <a:lnTo>
                  <a:pt x="21600" y="974"/>
                </a:lnTo>
                <a:lnTo>
                  <a:pt x="21600" y="1964"/>
                </a:lnTo>
                <a:lnTo>
                  <a:pt x="19092" y="1964"/>
                </a:lnTo>
                <a:lnTo>
                  <a:pt x="16580" y="1964"/>
                </a:lnTo>
                <a:lnTo>
                  <a:pt x="14062" y="1964"/>
                </a:lnTo>
                <a:lnTo>
                  <a:pt x="11533" y="1964"/>
                </a:lnTo>
                <a:lnTo>
                  <a:pt x="8993" y="1964"/>
                </a:lnTo>
                <a:lnTo>
                  <a:pt x="6438" y="1964"/>
                </a:lnTo>
                <a:lnTo>
                  <a:pt x="3863" y="1964"/>
                </a:lnTo>
                <a:lnTo>
                  <a:pt x="3863" y="3260"/>
                </a:lnTo>
                <a:lnTo>
                  <a:pt x="3863" y="4558"/>
                </a:lnTo>
                <a:lnTo>
                  <a:pt x="3863" y="5856"/>
                </a:lnTo>
                <a:lnTo>
                  <a:pt x="3863" y="7157"/>
                </a:lnTo>
                <a:lnTo>
                  <a:pt x="3863" y="8463"/>
                </a:lnTo>
                <a:lnTo>
                  <a:pt x="3863" y="9775"/>
                </a:lnTo>
                <a:lnTo>
                  <a:pt x="3863" y="11091"/>
                </a:lnTo>
                <a:lnTo>
                  <a:pt x="3863" y="12414"/>
                </a:lnTo>
                <a:lnTo>
                  <a:pt x="3863" y="13745"/>
                </a:lnTo>
                <a:lnTo>
                  <a:pt x="5970" y="13745"/>
                </a:lnTo>
                <a:lnTo>
                  <a:pt x="8084" y="13745"/>
                </a:lnTo>
                <a:lnTo>
                  <a:pt x="10206" y="13745"/>
                </a:lnTo>
                <a:lnTo>
                  <a:pt x="12345" y="13745"/>
                </a:lnTo>
                <a:lnTo>
                  <a:pt x="14505" y="13745"/>
                </a:lnTo>
                <a:lnTo>
                  <a:pt x="15807" y="15036"/>
                </a:lnTo>
                <a:lnTo>
                  <a:pt x="16439" y="16055"/>
                </a:lnTo>
                <a:lnTo>
                  <a:pt x="16946" y="17673"/>
                </a:lnTo>
                <a:lnTo>
                  <a:pt x="17293" y="18768"/>
                </a:lnTo>
                <a:lnTo>
                  <a:pt x="17652" y="19882"/>
                </a:lnTo>
                <a:lnTo>
                  <a:pt x="17850" y="20734"/>
                </a:lnTo>
                <a:lnTo>
                  <a:pt x="18053" y="21600"/>
                </a:lnTo>
                <a:lnTo>
                  <a:pt x="15782" y="21357"/>
                </a:lnTo>
                <a:lnTo>
                  <a:pt x="13494" y="21111"/>
                </a:lnTo>
                <a:lnTo>
                  <a:pt x="11178" y="20864"/>
                </a:lnTo>
                <a:lnTo>
                  <a:pt x="9262" y="20657"/>
                </a:lnTo>
                <a:lnTo>
                  <a:pt x="7315" y="20449"/>
                </a:lnTo>
                <a:lnTo>
                  <a:pt x="4803" y="19821"/>
                </a:lnTo>
                <a:lnTo>
                  <a:pt x="3335" y="19212"/>
                </a:lnTo>
                <a:lnTo>
                  <a:pt x="1646" y="18103"/>
                </a:lnTo>
                <a:lnTo>
                  <a:pt x="1018" y="16801"/>
                </a:lnTo>
                <a:lnTo>
                  <a:pt x="564" y="15501"/>
                </a:lnTo>
                <a:lnTo>
                  <a:pt x="263" y="14203"/>
                </a:lnTo>
                <a:lnTo>
                  <a:pt x="89" y="12901"/>
                </a:lnTo>
                <a:lnTo>
                  <a:pt x="7" y="11593"/>
                </a:lnTo>
                <a:lnTo>
                  <a:pt x="0" y="10278"/>
                </a:lnTo>
                <a:lnTo>
                  <a:pt x="39" y="8950"/>
                </a:lnTo>
                <a:lnTo>
                  <a:pt x="96" y="7609"/>
                </a:lnTo>
                <a:lnTo>
                  <a:pt x="117" y="6509"/>
                </a:lnTo>
                <a:lnTo>
                  <a:pt x="142" y="5392"/>
                </a:lnTo>
                <a:lnTo>
                  <a:pt x="177" y="4045"/>
                </a:lnTo>
                <a:lnTo>
                  <a:pt x="220" y="2696"/>
                </a:lnTo>
                <a:lnTo>
                  <a:pt x="266" y="1347"/>
                </a:lnTo>
                <a:lnTo>
                  <a:pt x="316" y="0"/>
                </a:lnTo>
                <a:close/>
              </a:path>
            </a:pathLst>
          </a:custGeom>
          <a:solidFill>
            <a:srgbClr val="DA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8" name="contour_10036"/>
          <p:cNvSpPr/>
          <p:nvPr/>
        </p:nvSpPr>
        <p:spPr>
          <a:xfrm>
            <a:off x="8595629" y="300994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47" y="191"/>
                </a:lnTo>
                <a:lnTo>
                  <a:pt x="4651" y="418"/>
                </a:lnTo>
                <a:lnTo>
                  <a:pt x="6923" y="702"/>
                </a:lnTo>
                <a:lnTo>
                  <a:pt x="9166" y="1062"/>
                </a:lnTo>
                <a:lnTo>
                  <a:pt x="11387" y="1516"/>
                </a:lnTo>
                <a:lnTo>
                  <a:pt x="13594" y="2077"/>
                </a:lnTo>
                <a:lnTo>
                  <a:pt x="15797" y="2765"/>
                </a:lnTo>
                <a:lnTo>
                  <a:pt x="18000" y="3600"/>
                </a:lnTo>
                <a:lnTo>
                  <a:pt x="19231" y="5987"/>
                </a:lnTo>
                <a:lnTo>
                  <a:pt x="20092" y="8244"/>
                </a:lnTo>
                <a:lnTo>
                  <a:pt x="20671" y="10469"/>
                </a:lnTo>
                <a:lnTo>
                  <a:pt x="21056" y="12769"/>
                </a:lnTo>
                <a:lnTo>
                  <a:pt x="21337" y="15242"/>
                </a:lnTo>
                <a:lnTo>
                  <a:pt x="21600" y="18000"/>
                </a:lnTo>
                <a:lnTo>
                  <a:pt x="19224" y="18594"/>
                </a:lnTo>
                <a:lnTo>
                  <a:pt x="16844" y="19188"/>
                </a:lnTo>
                <a:lnTo>
                  <a:pt x="14454" y="19786"/>
                </a:lnTo>
                <a:lnTo>
                  <a:pt x="12053" y="20387"/>
                </a:lnTo>
                <a:lnTo>
                  <a:pt x="9637" y="20992"/>
                </a:lnTo>
                <a:lnTo>
                  <a:pt x="7200" y="21600"/>
                </a:lnTo>
                <a:lnTo>
                  <a:pt x="7200" y="19220"/>
                </a:lnTo>
                <a:lnTo>
                  <a:pt x="7200" y="16826"/>
                </a:lnTo>
                <a:lnTo>
                  <a:pt x="7200" y="14400"/>
                </a:lnTo>
                <a:lnTo>
                  <a:pt x="4820" y="14400"/>
                </a:lnTo>
                <a:lnTo>
                  <a:pt x="2426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C6CD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39" name="contour_10037"/>
          <p:cNvSpPr/>
          <p:nvPr/>
        </p:nvSpPr>
        <p:spPr>
          <a:xfrm>
            <a:off x="6890946" y="2958925"/>
            <a:ext cx="3573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89" y="0"/>
                </a:moveTo>
                <a:lnTo>
                  <a:pt x="15701" y="0"/>
                </a:lnTo>
                <a:lnTo>
                  <a:pt x="18631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8781" y="21265"/>
                </a:lnTo>
                <a:lnTo>
                  <a:pt x="15939" y="20928"/>
                </a:lnTo>
                <a:lnTo>
                  <a:pt x="13062" y="20588"/>
                </a:lnTo>
                <a:lnTo>
                  <a:pt x="10683" y="20304"/>
                </a:lnTo>
                <a:lnTo>
                  <a:pt x="8265" y="20018"/>
                </a:lnTo>
                <a:lnTo>
                  <a:pt x="5132" y="19143"/>
                </a:lnTo>
                <a:lnTo>
                  <a:pt x="3207" y="18241"/>
                </a:lnTo>
                <a:lnTo>
                  <a:pt x="846" y="16538"/>
                </a:lnTo>
                <a:lnTo>
                  <a:pt x="145" y="14726"/>
                </a:lnTo>
                <a:lnTo>
                  <a:pt x="0" y="13443"/>
                </a:lnTo>
                <a:lnTo>
                  <a:pt x="498" y="12080"/>
                </a:lnTo>
                <a:lnTo>
                  <a:pt x="1723" y="10020"/>
                </a:lnTo>
                <a:lnTo>
                  <a:pt x="2921" y="8829"/>
                </a:lnTo>
                <a:lnTo>
                  <a:pt x="4128" y="7627"/>
                </a:lnTo>
                <a:lnTo>
                  <a:pt x="5353" y="6412"/>
                </a:lnTo>
                <a:lnTo>
                  <a:pt x="6520" y="5206"/>
                </a:lnTo>
                <a:lnTo>
                  <a:pt x="7692" y="3993"/>
                </a:lnTo>
                <a:lnTo>
                  <a:pt x="8881" y="2762"/>
                </a:lnTo>
                <a:lnTo>
                  <a:pt x="10820" y="1393"/>
                </a:lnTo>
                <a:lnTo>
                  <a:pt x="12789" y="0"/>
                </a:lnTo>
                <a:close/>
              </a:path>
            </a:pathLst>
          </a:custGeom>
          <a:solidFill>
            <a:srgbClr val="BEB1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0" name="contour_10038"/>
          <p:cNvSpPr/>
          <p:nvPr/>
        </p:nvSpPr>
        <p:spPr>
          <a:xfrm>
            <a:off x="8740805" y="2907909"/>
            <a:ext cx="24561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32" y="0"/>
                </a:moveTo>
                <a:lnTo>
                  <a:pt x="16511" y="0"/>
                </a:lnTo>
                <a:lnTo>
                  <a:pt x="19741" y="0"/>
                </a:lnTo>
                <a:lnTo>
                  <a:pt x="19921" y="1007"/>
                </a:lnTo>
                <a:lnTo>
                  <a:pt x="20081" y="2013"/>
                </a:lnTo>
                <a:lnTo>
                  <a:pt x="20235" y="3021"/>
                </a:lnTo>
                <a:lnTo>
                  <a:pt x="20369" y="4028"/>
                </a:lnTo>
                <a:lnTo>
                  <a:pt x="20498" y="5036"/>
                </a:lnTo>
                <a:lnTo>
                  <a:pt x="20619" y="6042"/>
                </a:lnTo>
                <a:lnTo>
                  <a:pt x="20735" y="7049"/>
                </a:lnTo>
                <a:lnTo>
                  <a:pt x="20844" y="8057"/>
                </a:lnTo>
                <a:lnTo>
                  <a:pt x="20946" y="9064"/>
                </a:lnTo>
                <a:lnTo>
                  <a:pt x="21017" y="9447"/>
                </a:lnTo>
                <a:lnTo>
                  <a:pt x="21145" y="10120"/>
                </a:lnTo>
                <a:lnTo>
                  <a:pt x="21433" y="11662"/>
                </a:lnTo>
                <a:lnTo>
                  <a:pt x="21574" y="13719"/>
                </a:lnTo>
                <a:lnTo>
                  <a:pt x="21600" y="15288"/>
                </a:lnTo>
                <a:lnTo>
                  <a:pt x="21440" y="16464"/>
                </a:lnTo>
                <a:lnTo>
                  <a:pt x="21030" y="17343"/>
                </a:lnTo>
                <a:lnTo>
                  <a:pt x="20286" y="18021"/>
                </a:lnTo>
                <a:lnTo>
                  <a:pt x="19139" y="18591"/>
                </a:lnTo>
                <a:lnTo>
                  <a:pt x="17530" y="19150"/>
                </a:lnTo>
                <a:lnTo>
                  <a:pt x="15376" y="19793"/>
                </a:lnTo>
                <a:lnTo>
                  <a:pt x="12146" y="20302"/>
                </a:lnTo>
                <a:lnTo>
                  <a:pt x="9525" y="20660"/>
                </a:lnTo>
                <a:lnTo>
                  <a:pt x="6108" y="21037"/>
                </a:lnTo>
                <a:lnTo>
                  <a:pt x="513" y="21600"/>
                </a:lnTo>
                <a:lnTo>
                  <a:pt x="244" y="20492"/>
                </a:lnTo>
                <a:lnTo>
                  <a:pt x="77" y="19398"/>
                </a:lnTo>
                <a:lnTo>
                  <a:pt x="0" y="18314"/>
                </a:lnTo>
                <a:lnTo>
                  <a:pt x="19" y="17240"/>
                </a:lnTo>
                <a:lnTo>
                  <a:pt x="135" y="16172"/>
                </a:lnTo>
                <a:lnTo>
                  <a:pt x="346" y="15112"/>
                </a:lnTo>
                <a:lnTo>
                  <a:pt x="654" y="14057"/>
                </a:lnTo>
                <a:lnTo>
                  <a:pt x="1051" y="13003"/>
                </a:lnTo>
                <a:lnTo>
                  <a:pt x="1551" y="11953"/>
                </a:lnTo>
                <a:lnTo>
                  <a:pt x="2141" y="10902"/>
                </a:lnTo>
                <a:lnTo>
                  <a:pt x="2833" y="9850"/>
                </a:lnTo>
                <a:lnTo>
                  <a:pt x="3615" y="8794"/>
                </a:lnTo>
                <a:lnTo>
                  <a:pt x="4487" y="7733"/>
                </a:lnTo>
                <a:lnTo>
                  <a:pt x="5461" y="6667"/>
                </a:lnTo>
                <a:lnTo>
                  <a:pt x="6525" y="5593"/>
                </a:lnTo>
                <a:lnTo>
                  <a:pt x="7358" y="4763"/>
                </a:lnTo>
                <a:lnTo>
                  <a:pt x="8211" y="3920"/>
                </a:lnTo>
                <a:lnTo>
                  <a:pt x="9358" y="2931"/>
                </a:lnTo>
                <a:lnTo>
                  <a:pt x="10614" y="1949"/>
                </a:lnTo>
                <a:lnTo>
                  <a:pt x="11947" y="972"/>
                </a:lnTo>
                <a:lnTo>
                  <a:pt x="13332" y="0"/>
                </a:lnTo>
                <a:close/>
              </a:path>
            </a:pathLst>
          </a:custGeom>
          <a:solidFill>
            <a:srgbClr val="AEBF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1" name="contour_10039"/>
          <p:cNvSpPr/>
          <p:nvPr/>
        </p:nvSpPr>
        <p:spPr>
          <a:xfrm>
            <a:off x="10330171" y="2951637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5324" y="492"/>
                </a:lnTo>
                <a:lnTo>
                  <a:pt x="7975" y="924"/>
                </a:lnTo>
                <a:lnTo>
                  <a:pt x="10169" y="1318"/>
                </a:lnTo>
                <a:lnTo>
                  <a:pt x="11971" y="1702"/>
                </a:lnTo>
                <a:lnTo>
                  <a:pt x="13433" y="2100"/>
                </a:lnTo>
                <a:lnTo>
                  <a:pt x="14619" y="2536"/>
                </a:lnTo>
                <a:lnTo>
                  <a:pt x="15589" y="3041"/>
                </a:lnTo>
                <a:lnTo>
                  <a:pt x="16399" y="3642"/>
                </a:lnTo>
                <a:lnTo>
                  <a:pt x="17112" y="4359"/>
                </a:lnTo>
                <a:lnTo>
                  <a:pt x="17783" y="5223"/>
                </a:lnTo>
                <a:lnTo>
                  <a:pt x="18474" y="6260"/>
                </a:lnTo>
                <a:lnTo>
                  <a:pt x="19246" y="7491"/>
                </a:lnTo>
                <a:lnTo>
                  <a:pt x="19924" y="9655"/>
                </a:lnTo>
                <a:lnTo>
                  <a:pt x="20395" y="11396"/>
                </a:lnTo>
                <a:lnTo>
                  <a:pt x="20881" y="13634"/>
                </a:lnTo>
                <a:lnTo>
                  <a:pt x="21600" y="17280"/>
                </a:lnTo>
                <a:lnTo>
                  <a:pt x="18857" y="17280"/>
                </a:lnTo>
                <a:lnTo>
                  <a:pt x="16941" y="17276"/>
                </a:lnTo>
                <a:lnTo>
                  <a:pt x="15595" y="17263"/>
                </a:lnTo>
                <a:lnTo>
                  <a:pt x="14565" y="17237"/>
                </a:lnTo>
                <a:lnTo>
                  <a:pt x="13597" y="17194"/>
                </a:lnTo>
                <a:lnTo>
                  <a:pt x="12437" y="17129"/>
                </a:lnTo>
                <a:lnTo>
                  <a:pt x="11020" y="17073"/>
                </a:lnTo>
                <a:lnTo>
                  <a:pt x="9586" y="17012"/>
                </a:lnTo>
                <a:lnTo>
                  <a:pt x="8240" y="16934"/>
                </a:lnTo>
                <a:lnTo>
                  <a:pt x="6877" y="16857"/>
                </a:lnTo>
                <a:lnTo>
                  <a:pt x="5594" y="17099"/>
                </a:lnTo>
                <a:lnTo>
                  <a:pt x="4596" y="17466"/>
                </a:lnTo>
                <a:lnTo>
                  <a:pt x="3551" y="18187"/>
                </a:lnTo>
                <a:lnTo>
                  <a:pt x="2128" y="19488"/>
                </a:lnTo>
                <a:lnTo>
                  <a:pt x="0" y="21600"/>
                </a:lnTo>
                <a:lnTo>
                  <a:pt x="268" y="18926"/>
                </a:lnTo>
                <a:lnTo>
                  <a:pt x="536" y="16252"/>
                </a:lnTo>
                <a:lnTo>
                  <a:pt x="804" y="13569"/>
                </a:lnTo>
                <a:lnTo>
                  <a:pt x="1071" y="10882"/>
                </a:lnTo>
                <a:lnTo>
                  <a:pt x="1341" y="8182"/>
                </a:lnTo>
                <a:lnTo>
                  <a:pt x="1614" y="5469"/>
                </a:lnTo>
                <a:lnTo>
                  <a:pt x="1886" y="2743"/>
                </a:lnTo>
                <a:lnTo>
                  <a:pt x="2160" y="0"/>
                </a:lnTo>
                <a:close/>
              </a:path>
            </a:pathLst>
          </a:custGeom>
          <a:solidFill>
            <a:srgbClr val="5F6A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2" name="contour_10040"/>
          <p:cNvSpPr/>
          <p:nvPr/>
        </p:nvSpPr>
        <p:spPr>
          <a:xfrm>
            <a:off x="6838297" y="2926580"/>
            <a:ext cx="44654" cy="469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05" y="0"/>
                </a:moveTo>
                <a:lnTo>
                  <a:pt x="13753" y="218"/>
                </a:lnTo>
                <a:lnTo>
                  <a:pt x="15067" y="597"/>
                </a:lnTo>
                <a:lnTo>
                  <a:pt x="18075" y="1470"/>
                </a:lnTo>
                <a:lnTo>
                  <a:pt x="18822" y="3556"/>
                </a:lnTo>
                <a:lnTo>
                  <a:pt x="19435" y="5616"/>
                </a:lnTo>
                <a:lnTo>
                  <a:pt x="19940" y="7663"/>
                </a:lnTo>
                <a:lnTo>
                  <a:pt x="20359" y="9710"/>
                </a:lnTo>
                <a:lnTo>
                  <a:pt x="20715" y="11776"/>
                </a:lnTo>
                <a:lnTo>
                  <a:pt x="21025" y="13880"/>
                </a:lnTo>
                <a:lnTo>
                  <a:pt x="21314" y="16031"/>
                </a:lnTo>
                <a:lnTo>
                  <a:pt x="21600" y="18245"/>
                </a:lnTo>
                <a:lnTo>
                  <a:pt x="19273" y="18614"/>
                </a:lnTo>
                <a:lnTo>
                  <a:pt x="16943" y="18983"/>
                </a:lnTo>
                <a:lnTo>
                  <a:pt x="14613" y="19352"/>
                </a:lnTo>
                <a:lnTo>
                  <a:pt x="12272" y="19725"/>
                </a:lnTo>
                <a:lnTo>
                  <a:pt x="9927" y="20097"/>
                </a:lnTo>
                <a:lnTo>
                  <a:pt x="7576" y="20469"/>
                </a:lnTo>
                <a:lnTo>
                  <a:pt x="5214" y="20845"/>
                </a:lnTo>
                <a:lnTo>
                  <a:pt x="2838" y="21221"/>
                </a:lnTo>
                <a:lnTo>
                  <a:pt x="448" y="21600"/>
                </a:lnTo>
                <a:lnTo>
                  <a:pt x="176" y="17574"/>
                </a:lnTo>
                <a:lnTo>
                  <a:pt x="14" y="14481"/>
                </a:lnTo>
                <a:lnTo>
                  <a:pt x="0" y="12115"/>
                </a:lnTo>
                <a:lnTo>
                  <a:pt x="166" y="10270"/>
                </a:lnTo>
                <a:lnTo>
                  <a:pt x="550" y="8743"/>
                </a:lnTo>
                <a:lnTo>
                  <a:pt x="1177" y="7324"/>
                </a:lnTo>
                <a:lnTo>
                  <a:pt x="2087" y="5808"/>
                </a:lnTo>
                <a:lnTo>
                  <a:pt x="3310" y="3986"/>
                </a:lnTo>
                <a:lnTo>
                  <a:pt x="5401" y="2748"/>
                </a:lnTo>
                <a:lnTo>
                  <a:pt x="6949" y="1919"/>
                </a:lnTo>
                <a:lnTo>
                  <a:pt x="8422" y="1315"/>
                </a:lnTo>
                <a:lnTo>
                  <a:pt x="10287" y="738"/>
                </a:lnTo>
                <a:lnTo>
                  <a:pt x="13005" y="0"/>
                </a:lnTo>
                <a:close/>
              </a:path>
            </a:pathLst>
          </a:custGeom>
          <a:solidFill>
            <a:srgbClr val="807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3" name="contour_10041"/>
          <p:cNvSpPr/>
          <p:nvPr/>
        </p:nvSpPr>
        <p:spPr>
          <a:xfrm>
            <a:off x="10206275" y="2907909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8" y="293"/>
                </a:lnTo>
                <a:lnTo>
                  <a:pt x="3300" y="633"/>
                </a:lnTo>
                <a:lnTo>
                  <a:pt x="4906" y="1049"/>
                </a:lnTo>
                <a:lnTo>
                  <a:pt x="6487" y="1577"/>
                </a:lnTo>
                <a:lnTo>
                  <a:pt x="8050" y="2243"/>
                </a:lnTo>
                <a:lnTo>
                  <a:pt x="9600" y="3086"/>
                </a:lnTo>
                <a:lnTo>
                  <a:pt x="9888" y="5474"/>
                </a:lnTo>
                <a:lnTo>
                  <a:pt x="10032" y="7150"/>
                </a:lnTo>
                <a:lnTo>
                  <a:pt x="10032" y="8557"/>
                </a:lnTo>
                <a:lnTo>
                  <a:pt x="9888" y="10140"/>
                </a:lnTo>
                <a:lnTo>
                  <a:pt x="9600" y="12343"/>
                </a:lnTo>
                <a:lnTo>
                  <a:pt x="11086" y="11960"/>
                </a:lnTo>
                <a:lnTo>
                  <a:pt x="12571" y="11578"/>
                </a:lnTo>
                <a:lnTo>
                  <a:pt x="14062" y="11195"/>
                </a:lnTo>
                <a:lnTo>
                  <a:pt x="15554" y="10812"/>
                </a:lnTo>
                <a:lnTo>
                  <a:pt x="17054" y="10427"/>
                </a:lnTo>
                <a:lnTo>
                  <a:pt x="18562" y="10038"/>
                </a:lnTo>
                <a:lnTo>
                  <a:pt x="20076" y="9649"/>
                </a:lnTo>
                <a:lnTo>
                  <a:pt x="21600" y="9257"/>
                </a:lnTo>
                <a:lnTo>
                  <a:pt x="20381" y="12837"/>
                </a:lnTo>
                <a:lnTo>
                  <a:pt x="19478" y="15450"/>
                </a:lnTo>
                <a:lnTo>
                  <a:pt x="18811" y="17314"/>
                </a:lnTo>
                <a:lnTo>
                  <a:pt x="18293" y="18644"/>
                </a:lnTo>
                <a:lnTo>
                  <a:pt x="17842" y="19659"/>
                </a:lnTo>
                <a:lnTo>
                  <a:pt x="17371" y="20572"/>
                </a:lnTo>
                <a:lnTo>
                  <a:pt x="16800" y="21600"/>
                </a:lnTo>
                <a:lnTo>
                  <a:pt x="15214" y="21600"/>
                </a:lnTo>
                <a:lnTo>
                  <a:pt x="13618" y="21600"/>
                </a:lnTo>
                <a:lnTo>
                  <a:pt x="12000" y="21600"/>
                </a:lnTo>
                <a:lnTo>
                  <a:pt x="12000" y="19560"/>
                </a:lnTo>
                <a:lnTo>
                  <a:pt x="12000" y="17508"/>
                </a:lnTo>
                <a:lnTo>
                  <a:pt x="12000" y="15429"/>
                </a:lnTo>
                <a:lnTo>
                  <a:pt x="10361" y="15907"/>
                </a:lnTo>
                <a:lnTo>
                  <a:pt x="8700" y="16391"/>
                </a:lnTo>
                <a:lnTo>
                  <a:pt x="7411" y="16073"/>
                </a:lnTo>
                <a:lnTo>
                  <a:pt x="6115" y="15753"/>
                </a:lnTo>
                <a:lnTo>
                  <a:pt x="4800" y="15429"/>
                </a:lnTo>
                <a:lnTo>
                  <a:pt x="4013" y="13583"/>
                </a:lnTo>
                <a:lnTo>
                  <a:pt x="3300" y="11713"/>
                </a:lnTo>
                <a:lnTo>
                  <a:pt x="2650" y="9819"/>
                </a:lnTo>
                <a:lnTo>
                  <a:pt x="2052" y="7903"/>
                </a:lnTo>
                <a:lnTo>
                  <a:pt x="1498" y="5962"/>
                </a:lnTo>
                <a:lnTo>
                  <a:pt x="977" y="3999"/>
                </a:lnTo>
                <a:lnTo>
                  <a:pt x="482" y="2012"/>
                </a:lnTo>
                <a:lnTo>
                  <a:pt x="0" y="0"/>
                </a:lnTo>
                <a:close/>
              </a:path>
            </a:pathLst>
          </a:custGeom>
          <a:solidFill>
            <a:srgbClr val="6971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4" name="contour_10042"/>
          <p:cNvSpPr/>
          <p:nvPr/>
        </p:nvSpPr>
        <p:spPr>
          <a:xfrm>
            <a:off x="7203622" y="2921304"/>
            <a:ext cx="51016" cy="521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489"/>
                </a:moveTo>
                <a:lnTo>
                  <a:pt x="11371" y="157"/>
                </a:lnTo>
                <a:lnTo>
                  <a:pt x="13395" y="6"/>
                </a:lnTo>
                <a:lnTo>
                  <a:pt x="15376" y="0"/>
                </a:lnTo>
                <a:lnTo>
                  <a:pt x="17369" y="106"/>
                </a:lnTo>
                <a:lnTo>
                  <a:pt x="19428" y="280"/>
                </a:lnTo>
                <a:lnTo>
                  <a:pt x="21600" y="489"/>
                </a:lnTo>
                <a:lnTo>
                  <a:pt x="21430" y="2452"/>
                </a:lnTo>
                <a:lnTo>
                  <a:pt x="21224" y="4379"/>
                </a:lnTo>
                <a:lnTo>
                  <a:pt x="20967" y="6276"/>
                </a:lnTo>
                <a:lnTo>
                  <a:pt x="20647" y="8152"/>
                </a:lnTo>
                <a:lnTo>
                  <a:pt x="20255" y="10013"/>
                </a:lnTo>
                <a:lnTo>
                  <a:pt x="19776" y="11865"/>
                </a:lnTo>
                <a:lnTo>
                  <a:pt x="19199" y="13713"/>
                </a:lnTo>
                <a:lnTo>
                  <a:pt x="18514" y="15568"/>
                </a:lnTo>
                <a:lnTo>
                  <a:pt x="16879" y="16778"/>
                </a:lnTo>
                <a:lnTo>
                  <a:pt x="15219" y="17836"/>
                </a:lnTo>
                <a:lnTo>
                  <a:pt x="13525" y="18762"/>
                </a:lnTo>
                <a:lnTo>
                  <a:pt x="11784" y="19579"/>
                </a:lnTo>
                <a:lnTo>
                  <a:pt x="9988" y="20312"/>
                </a:lnTo>
                <a:lnTo>
                  <a:pt x="8119" y="20979"/>
                </a:lnTo>
                <a:lnTo>
                  <a:pt x="6171" y="21600"/>
                </a:lnTo>
                <a:lnTo>
                  <a:pt x="6171" y="19606"/>
                </a:lnTo>
                <a:lnTo>
                  <a:pt x="6171" y="17601"/>
                </a:lnTo>
                <a:lnTo>
                  <a:pt x="6171" y="15568"/>
                </a:lnTo>
                <a:lnTo>
                  <a:pt x="4339" y="14461"/>
                </a:lnTo>
                <a:lnTo>
                  <a:pt x="3086" y="13777"/>
                </a:lnTo>
                <a:lnTo>
                  <a:pt x="1833" y="13237"/>
                </a:lnTo>
                <a:lnTo>
                  <a:pt x="0" y="12552"/>
                </a:lnTo>
                <a:lnTo>
                  <a:pt x="1435" y="12085"/>
                </a:lnTo>
                <a:lnTo>
                  <a:pt x="2894" y="11611"/>
                </a:lnTo>
                <a:lnTo>
                  <a:pt x="4808" y="10339"/>
                </a:lnTo>
                <a:lnTo>
                  <a:pt x="5906" y="9208"/>
                </a:lnTo>
                <a:lnTo>
                  <a:pt x="6610" y="7582"/>
                </a:lnTo>
                <a:lnTo>
                  <a:pt x="7329" y="4825"/>
                </a:lnTo>
                <a:lnTo>
                  <a:pt x="7964" y="3393"/>
                </a:lnTo>
                <a:lnTo>
                  <a:pt x="8609" y="1951"/>
                </a:lnTo>
                <a:lnTo>
                  <a:pt x="9257" y="489"/>
                </a:lnTo>
                <a:close/>
              </a:path>
            </a:pathLst>
          </a:custGeom>
          <a:solidFill>
            <a:srgbClr val="C6D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5" name="contour_10043"/>
          <p:cNvSpPr/>
          <p:nvPr/>
        </p:nvSpPr>
        <p:spPr>
          <a:xfrm>
            <a:off x="6963119" y="2928803"/>
            <a:ext cx="72880" cy="24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27" y="0"/>
                </a:moveTo>
                <a:lnTo>
                  <a:pt x="6124" y="7"/>
                </a:lnTo>
                <a:lnTo>
                  <a:pt x="7176" y="20"/>
                </a:lnTo>
                <a:lnTo>
                  <a:pt x="9586" y="52"/>
                </a:lnTo>
                <a:lnTo>
                  <a:pt x="10921" y="33"/>
                </a:lnTo>
                <a:lnTo>
                  <a:pt x="12264" y="20"/>
                </a:lnTo>
                <a:lnTo>
                  <a:pt x="13627" y="0"/>
                </a:lnTo>
                <a:lnTo>
                  <a:pt x="15926" y="573"/>
                </a:lnTo>
                <a:lnTo>
                  <a:pt x="17541" y="1127"/>
                </a:lnTo>
                <a:lnTo>
                  <a:pt x="18695" y="1889"/>
                </a:lnTo>
                <a:lnTo>
                  <a:pt x="19608" y="3042"/>
                </a:lnTo>
                <a:lnTo>
                  <a:pt x="20503" y="4807"/>
                </a:lnTo>
                <a:lnTo>
                  <a:pt x="21600" y="7380"/>
                </a:lnTo>
                <a:lnTo>
                  <a:pt x="21600" y="11686"/>
                </a:lnTo>
                <a:lnTo>
                  <a:pt x="21600" y="16018"/>
                </a:lnTo>
                <a:lnTo>
                  <a:pt x="21600" y="20408"/>
                </a:lnTo>
                <a:lnTo>
                  <a:pt x="20205" y="20577"/>
                </a:lnTo>
                <a:lnTo>
                  <a:pt x="18809" y="20727"/>
                </a:lnTo>
                <a:lnTo>
                  <a:pt x="17414" y="20870"/>
                </a:lnTo>
                <a:lnTo>
                  <a:pt x="16021" y="21001"/>
                </a:lnTo>
                <a:lnTo>
                  <a:pt x="14625" y="21118"/>
                </a:lnTo>
                <a:lnTo>
                  <a:pt x="13230" y="21222"/>
                </a:lnTo>
                <a:lnTo>
                  <a:pt x="12636" y="21307"/>
                </a:lnTo>
                <a:lnTo>
                  <a:pt x="10843" y="21554"/>
                </a:lnTo>
                <a:lnTo>
                  <a:pt x="9236" y="21600"/>
                </a:lnTo>
                <a:lnTo>
                  <a:pt x="7815" y="21463"/>
                </a:lnTo>
                <a:lnTo>
                  <a:pt x="6525" y="21027"/>
                </a:lnTo>
                <a:lnTo>
                  <a:pt x="5314" y="20173"/>
                </a:lnTo>
                <a:lnTo>
                  <a:pt x="4126" y="18766"/>
                </a:lnTo>
                <a:lnTo>
                  <a:pt x="2907" y="16702"/>
                </a:lnTo>
                <a:lnTo>
                  <a:pt x="1605" y="13842"/>
                </a:lnTo>
                <a:lnTo>
                  <a:pt x="808" y="10637"/>
                </a:lnTo>
                <a:lnTo>
                  <a:pt x="0" y="7380"/>
                </a:lnTo>
                <a:lnTo>
                  <a:pt x="1300" y="3602"/>
                </a:lnTo>
                <a:lnTo>
                  <a:pt x="2309" y="1576"/>
                </a:lnTo>
                <a:lnTo>
                  <a:pt x="3547" y="606"/>
                </a:lnTo>
                <a:lnTo>
                  <a:pt x="5527" y="0"/>
                </a:lnTo>
                <a:close/>
              </a:path>
            </a:pathLst>
          </a:custGeom>
          <a:solidFill>
            <a:srgbClr val="C5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6" name="contour_10044"/>
          <p:cNvSpPr/>
          <p:nvPr/>
        </p:nvSpPr>
        <p:spPr>
          <a:xfrm>
            <a:off x="4681977" y="2915197"/>
            <a:ext cx="947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8778" y="2038"/>
                </a:lnTo>
                <a:lnTo>
                  <a:pt x="9248" y="4075"/>
                </a:lnTo>
                <a:lnTo>
                  <a:pt x="9720" y="6120"/>
                </a:lnTo>
                <a:lnTo>
                  <a:pt x="10194" y="8172"/>
                </a:lnTo>
                <a:lnTo>
                  <a:pt x="10670" y="10235"/>
                </a:lnTo>
                <a:lnTo>
                  <a:pt x="11149" y="12308"/>
                </a:lnTo>
                <a:lnTo>
                  <a:pt x="11631" y="14400"/>
                </a:lnTo>
                <a:lnTo>
                  <a:pt x="11951" y="13838"/>
                </a:lnTo>
                <a:lnTo>
                  <a:pt x="12516" y="12848"/>
                </a:lnTo>
                <a:lnTo>
                  <a:pt x="13811" y="10577"/>
                </a:lnTo>
                <a:lnTo>
                  <a:pt x="15201" y="8939"/>
                </a:lnTo>
                <a:lnTo>
                  <a:pt x="16188" y="8017"/>
                </a:lnTo>
                <a:lnTo>
                  <a:pt x="17042" y="7708"/>
                </a:lnTo>
                <a:lnTo>
                  <a:pt x="18029" y="7920"/>
                </a:lnTo>
                <a:lnTo>
                  <a:pt x="19420" y="8550"/>
                </a:lnTo>
                <a:lnTo>
                  <a:pt x="20140" y="9292"/>
                </a:lnTo>
                <a:lnTo>
                  <a:pt x="20866" y="10044"/>
                </a:lnTo>
                <a:lnTo>
                  <a:pt x="21600" y="10800"/>
                </a:lnTo>
                <a:lnTo>
                  <a:pt x="20502" y="10800"/>
                </a:lnTo>
                <a:lnTo>
                  <a:pt x="19397" y="10800"/>
                </a:lnTo>
                <a:lnTo>
                  <a:pt x="18277" y="10800"/>
                </a:lnTo>
                <a:lnTo>
                  <a:pt x="17765" y="13478"/>
                </a:lnTo>
                <a:lnTo>
                  <a:pt x="17423" y="15379"/>
                </a:lnTo>
                <a:lnTo>
                  <a:pt x="17170" y="17021"/>
                </a:lnTo>
                <a:lnTo>
                  <a:pt x="16928" y="18922"/>
                </a:lnTo>
                <a:lnTo>
                  <a:pt x="16615" y="21600"/>
                </a:lnTo>
                <a:lnTo>
                  <a:pt x="15575" y="20963"/>
                </a:lnTo>
                <a:lnTo>
                  <a:pt x="14537" y="20318"/>
                </a:lnTo>
                <a:lnTo>
                  <a:pt x="13498" y="19674"/>
                </a:lnTo>
                <a:lnTo>
                  <a:pt x="12460" y="19030"/>
                </a:lnTo>
                <a:lnTo>
                  <a:pt x="11421" y="18378"/>
                </a:lnTo>
                <a:lnTo>
                  <a:pt x="10383" y="17730"/>
                </a:lnTo>
                <a:lnTo>
                  <a:pt x="9344" y="17075"/>
                </a:lnTo>
                <a:lnTo>
                  <a:pt x="8308" y="16423"/>
                </a:lnTo>
                <a:lnTo>
                  <a:pt x="7513" y="15941"/>
                </a:lnTo>
                <a:lnTo>
                  <a:pt x="6716" y="15451"/>
                </a:lnTo>
                <a:lnTo>
                  <a:pt x="5907" y="14954"/>
                </a:lnTo>
                <a:lnTo>
                  <a:pt x="4779" y="14242"/>
                </a:lnTo>
                <a:lnTo>
                  <a:pt x="3635" y="13514"/>
                </a:lnTo>
                <a:lnTo>
                  <a:pt x="2589" y="12863"/>
                </a:lnTo>
                <a:lnTo>
                  <a:pt x="1525" y="12200"/>
                </a:lnTo>
                <a:lnTo>
                  <a:pt x="1146" y="11851"/>
                </a:lnTo>
                <a:lnTo>
                  <a:pt x="0" y="10800"/>
                </a:lnTo>
                <a:lnTo>
                  <a:pt x="0" y="9014"/>
                </a:lnTo>
                <a:lnTo>
                  <a:pt x="0" y="7200"/>
                </a:lnTo>
                <a:lnTo>
                  <a:pt x="1175" y="7200"/>
                </a:lnTo>
                <a:lnTo>
                  <a:pt x="2351" y="7200"/>
                </a:lnTo>
                <a:lnTo>
                  <a:pt x="3531" y="7200"/>
                </a:lnTo>
                <a:lnTo>
                  <a:pt x="4715" y="7200"/>
                </a:lnTo>
                <a:lnTo>
                  <a:pt x="5905" y="7200"/>
                </a:lnTo>
                <a:lnTo>
                  <a:pt x="7101" y="7200"/>
                </a:lnTo>
                <a:lnTo>
                  <a:pt x="8308" y="7200"/>
                </a:lnTo>
                <a:lnTo>
                  <a:pt x="8308" y="4820"/>
                </a:lnTo>
                <a:lnTo>
                  <a:pt x="8308" y="2426"/>
                </a:lnTo>
                <a:lnTo>
                  <a:pt x="8308" y="0"/>
                </a:lnTo>
                <a:close/>
              </a:path>
            </a:pathLst>
          </a:custGeom>
          <a:solidFill>
            <a:srgbClr val="5A58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7" name="contour_10045"/>
          <p:cNvSpPr/>
          <p:nvPr/>
        </p:nvSpPr>
        <p:spPr>
          <a:xfrm>
            <a:off x="1562717" y="2878757"/>
            <a:ext cx="51016" cy="381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09"/>
                </a:lnTo>
                <a:lnTo>
                  <a:pt x="4280" y="817"/>
                </a:lnTo>
                <a:lnTo>
                  <a:pt x="6421" y="1226"/>
                </a:lnTo>
                <a:lnTo>
                  <a:pt x="8566" y="1639"/>
                </a:lnTo>
                <a:lnTo>
                  <a:pt x="10720" y="2048"/>
                </a:lnTo>
                <a:lnTo>
                  <a:pt x="12877" y="2461"/>
                </a:lnTo>
                <a:lnTo>
                  <a:pt x="15043" y="2873"/>
                </a:lnTo>
                <a:lnTo>
                  <a:pt x="17218" y="3290"/>
                </a:lnTo>
                <a:lnTo>
                  <a:pt x="19403" y="3707"/>
                </a:lnTo>
                <a:lnTo>
                  <a:pt x="21600" y="4128"/>
                </a:lnTo>
                <a:lnTo>
                  <a:pt x="21359" y="9054"/>
                </a:lnTo>
                <a:lnTo>
                  <a:pt x="21125" y="12497"/>
                </a:lnTo>
                <a:lnTo>
                  <a:pt x="20807" y="14920"/>
                </a:lnTo>
                <a:lnTo>
                  <a:pt x="20323" y="16782"/>
                </a:lnTo>
                <a:lnTo>
                  <a:pt x="19588" y="18533"/>
                </a:lnTo>
                <a:lnTo>
                  <a:pt x="18514" y="20642"/>
                </a:lnTo>
                <a:lnTo>
                  <a:pt x="16438" y="21092"/>
                </a:lnTo>
                <a:lnTo>
                  <a:pt x="14379" y="21389"/>
                </a:lnTo>
                <a:lnTo>
                  <a:pt x="12334" y="21555"/>
                </a:lnTo>
                <a:lnTo>
                  <a:pt x="10294" y="21600"/>
                </a:lnTo>
                <a:lnTo>
                  <a:pt x="8254" y="21546"/>
                </a:lnTo>
                <a:lnTo>
                  <a:pt x="6212" y="21406"/>
                </a:lnTo>
                <a:lnTo>
                  <a:pt x="4156" y="21200"/>
                </a:lnTo>
                <a:lnTo>
                  <a:pt x="2089" y="20939"/>
                </a:lnTo>
                <a:lnTo>
                  <a:pt x="0" y="20642"/>
                </a:lnTo>
                <a:lnTo>
                  <a:pt x="1531" y="19874"/>
                </a:lnTo>
                <a:lnTo>
                  <a:pt x="3086" y="19094"/>
                </a:lnTo>
                <a:lnTo>
                  <a:pt x="3854" y="18454"/>
                </a:lnTo>
                <a:lnTo>
                  <a:pt x="6171" y="16514"/>
                </a:lnTo>
                <a:lnTo>
                  <a:pt x="6171" y="13785"/>
                </a:lnTo>
                <a:lnTo>
                  <a:pt x="6171" y="11039"/>
                </a:lnTo>
                <a:lnTo>
                  <a:pt x="6171" y="8257"/>
                </a:lnTo>
                <a:lnTo>
                  <a:pt x="4132" y="8257"/>
                </a:lnTo>
                <a:lnTo>
                  <a:pt x="2080" y="8257"/>
                </a:lnTo>
                <a:lnTo>
                  <a:pt x="0" y="8257"/>
                </a:lnTo>
                <a:lnTo>
                  <a:pt x="0" y="5528"/>
                </a:lnTo>
                <a:lnTo>
                  <a:pt x="0" y="2783"/>
                </a:lnTo>
                <a:lnTo>
                  <a:pt x="0" y="0"/>
                </a:lnTo>
                <a:close/>
              </a:path>
            </a:pathLst>
          </a:custGeom>
          <a:solidFill>
            <a:srgbClr val="D3C5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8" name="contour_10046"/>
          <p:cNvSpPr/>
          <p:nvPr/>
        </p:nvSpPr>
        <p:spPr>
          <a:xfrm>
            <a:off x="8362413" y="2878757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27" y="298"/>
                </a:lnTo>
                <a:lnTo>
                  <a:pt x="4052" y="626"/>
                </a:lnTo>
                <a:lnTo>
                  <a:pt x="5177" y="976"/>
                </a:lnTo>
                <a:lnTo>
                  <a:pt x="6300" y="1348"/>
                </a:lnTo>
                <a:lnTo>
                  <a:pt x="7556" y="1728"/>
                </a:lnTo>
                <a:lnTo>
                  <a:pt x="8831" y="2108"/>
                </a:lnTo>
                <a:lnTo>
                  <a:pt x="9808" y="3205"/>
                </a:lnTo>
                <a:lnTo>
                  <a:pt x="10800" y="4320"/>
                </a:lnTo>
                <a:lnTo>
                  <a:pt x="10800" y="6886"/>
                </a:lnTo>
                <a:lnTo>
                  <a:pt x="10800" y="9461"/>
                </a:lnTo>
                <a:lnTo>
                  <a:pt x="10800" y="12044"/>
                </a:lnTo>
                <a:lnTo>
                  <a:pt x="10800" y="14649"/>
                </a:lnTo>
                <a:lnTo>
                  <a:pt x="10800" y="17280"/>
                </a:lnTo>
                <a:lnTo>
                  <a:pt x="11988" y="17280"/>
                </a:lnTo>
                <a:lnTo>
                  <a:pt x="13178" y="17280"/>
                </a:lnTo>
                <a:lnTo>
                  <a:pt x="14368" y="17280"/>
                </a:lnTo>
                <a:lnTo>
                  <a:pt x="15561" y="17280"/>
                </a:lnTo>
                <a:lnTo>
                  <a:pt x="16758" y="17280"/>
                </a:lnTo>
                <a:lnTo>
                  <a:pt x="17960" y="17280"/>
                </a:lnTo>
                <a:lnTo>
                  <a:pt x="19166" y="17280"/>
                </a:lnTo>
                <a:lnTo>
                  <a:pt x="20380" y="17280"/>
                </a:lnTo>
                <a:lnTo>
                  <a:pt x="21600" y="17280"/>
                </a:lnTo>
                <a:lnTo>
                  <a:pt x="21600" y="19423"/>
                </a:lnTo>
                <a:lnTo>
                  <a:pt x="21600" y="21600"/>
                </a:lnTo>
                <a:lnTo>
                  <a:pt x="20353" y="21600"/>
                </a:lnTo>
                <a:lnTo>
                  <a:pt x="19103" y="21600"/>
                </a:lnTo>
                <a:lnTo>
                  <a:pt x="17854" y="21600"/>
                </a:lnTo>
                <a:lnTo>
                  <a:pt x="16603" y="21600"/>
                </a:lnTo>
                <a:lnTo>
                  <a:pt x="15347" y="21600"/>
                </a:lnTo>
                <a:lnTo>
                  <a:pt x="14089" y="21600"/>
                </a:lnTo>
                <a:lnTo>
                  <a:pt x="12825" y="21600"/>
                </a:lnTo>
                <a:lnTo>
                  <a:pt x="11556" y="21600"/>
                </a:lnTo>
                <a:lnTo>
                  <a:pt x="10282" y="21600"/>
                </a:lnTo>
                <a:lnTo>
                  <a:pt x="9000" y="21600"/>
                </a:lnTo>
                <a:lnTo>
                  <a:pt x="9000" y="18744"/>
                </a:lnTo>
                <a:lnTo>
                  <a:pt x="9000" y="15872"/>
                </a:lnTo>
                <a:lnTo>
                  <a:pt x="9000" y="12960"/>
                </a:lnTo>
                <a:lnTo>
                  <a:pt x="7886" y="13496"/>
                </a:lnTo>
                <a:lnTo>
                  <a:pt x="6772" y="14031"/>
                </a:lnTo>
                <a:lnTo>
                  <a:pt x="5654" y="14567"/>
                </a:lnTo>
                <a:lnTo>
                  <a:pt x="4534" y="15103"/>
                </a:lnTo>
                <a:lnTo>
                  <a:pt x="3409" y="15643"/>
                </a:lnTo>
                <a:lnTo>
                  <a:pt x="2279" y="16187"/>
                </a:lnTo>
                <a:lnTo>
                  <a:pt x="1143" y="16731"/>
                </a:lnTo>
                <a:lnTo>
                  <a:pt x="0" y="17280"/>
                </a:lnTo>
                <a:lnTo>
                  <a:pt x="297" y="14429"/>
                </a:lnTo>
                <a:lnTo>
                  <a:pt x="594" y="11573"/>
                </a:lnTo>
                <a:lnTo>
                  <a:pt x="893" y="8705"/>
                </a:lnTo>
                <a:lnTo>
                  <a:pt x="1193" y="5823"/>
                </a:lnTo>
                <a:lnTo>
                  <a:pt x="1496" y="2925"/>
                </a:lnTo>
                <a:lnTo>
                  <a:pt x="1800" y="0"/>
                </a:lnTo>
                <a:close/>
              </a:path>
            </a:pathLst>
          </a:custGeom>
          <a:solidFill>
            <a:srgbClr val="BEB0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49" name="contour_10047"/>
          <p:cNvSpPr/>
          <p:nvPr/>
        </p:nvSpPr>
        <p:spPr>
          <a:xfrm>
            <a:off x="4856889" y="2892116"/>
            <a:ext cx="80168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866"/>
                </a:moveTo>
                <a:lnTo>
                  <a:pt x="3554" y="373"/>
                </a:lnTo>
                <a:lnTo>
                  <a:pt x="4715" y="98"/>
                </a:lnTo>
                <a:lnTo>
                  <a:pt x="5777" y="0"/>
                </a:lnTo>
                <a:lnTo>
                  <a:pt x="7081" y="47"/>
                </a:lnTo>
                <a:lnTo>
                  <a:pt x="8958" y="218"/>
                </a:lnTo>
                <a:lnTo>
                  <a:pt x="9520" y="259"/>
                </a:lnTo>
                <a:lnTo>
                  <a:pt x="10507" y="332"/>
                </a:lnTo>
                <a:lnTo>
                  <a:pt x="12771" y="503"/>
                </a:lnTo>
                <a:lnTo>
                  <a:pt x="13742" y="622"/>
                </a:lnTo>
                <a:lnTo>
                  <a:pt x="14719" y="741"/>
                </a:lnTo>
                <a:lnTo>
                  <a:pt x="15709" y="866"/>
                </a:lnTo>
                <a:lnTo>
                  <a:pt x="15709" y="4292"/>
                </a:lnTo>
                <a:lnTo>
                  <a:pt x="15709" y="7739"/>
                </a:lnTo>
                <a:lnTo>
                  <a:pt x="15709" y="11233"/>
                </a:lnTo>
                <a:lnTo>
                  <a:pt x="16875" y="11233"/>
                </a:lnTo>
                <a:lnTo>
                  <a:pt x="18046" y="11233"/>
                </a:lnTo>
                <a:lnTo>
                  <a:pt x="19220" y="11233"/>
                </a:lnTo>
                <a:lnTo>
                  <a:pt x="20404" y="11233"/>
                </a:lnTo>
                <a:lnTo>
                  <a:pt x="21600" y="11233"/>
                </a:lnTo>
                <a:lnTo>
                  <a:pt x="21600" y="14659"/>
                </a:lnTo>
                <a:lnTo>
                  <a:pt x="21600" y="18106"/>
                </a:lnTo>
                <a:lnTo>
                  <a:pt x="21600" y="21600"/>
                </a:lnTo>
                <a:lnTo>
                  <a:pt x="20212" y="21600"/>
                </a:lnTo>
                <a:lnTo>
                  <a:pt x="18821" y="21600"/>
                </a:lnTo>
                <a:lnTo>
                  <a:pt x="17427" y="21600"/>
                </a:lnTo>
                <a:lnTo>
                  <a:pt x="16027" y="21600"/>
                </a:lnTo>
                <a:lnTo>
                  <a:pt x="14621" y="21600"/>
                </a:lnTo>
                <a:lnTo>
                  <a:pt x="13207" y="21600"/>
                </a:lnTo>
                <a:lnTo>
                  <a:pt x="11782" y="21600"/>
                </a:lnTo>
                <a:lnTo>
                  <a:pt x="11782" y="18174"/>
                </a:lnTo>
                <a:lnTo>
                  <a:pt x="11782" y="14727"/>
                </a:lnTo>
                <a:lnTo>
                  <a:pt x="11782" y="11233"/>
                </a:lnTo>
                <a:lnTo>
                  <a:pt x="10486" y="11233"/>
                </a:lnTo>
                <a:lnTo>
                  <a:pt x="9188" y="11233"/>
                </a:lnTo>
                <a:lnTo>
                  <a:pt x="7890" y="11233"/>
                </a:lnTo>
                <a:lnTo>
                  <a:pt x="6588" y="11233"/>
                </a:lnTo>
                <a:lnTo>
                  <a:pt x="5282" y="11233"/>
                </a:lnTo>
                <a:lnTo>
                  <a:pt x="3970" y="11233"/>
                </a:lnTo>
                <a:lnTo>
                  <a:pt x="2655" y="11233"/>
                </a:lnTo>
                <a:lnTo>
                  <a:pt x="1331" y="11233"/>
                </a:lnTo>
                <a:lnTo>
                  <a:pt x="0" y="11233"/>
                </a:lnTo>
                <a:lnTo>
                  <a:pt x="487" y="8667"/>
                </a:lnTo>
                <a:lnTo>
                  <a:pt x="974" y="6086"/>
                </a:lnTo>
                <a:lnTo>
                  <a:pt x="1467" y="3494"/>
                </a:lnTo>
                <a:lnTo>
                  <a:pt x="1964" y="866"/>
                </a:lnTo>
                <a:close/>
              </a:path>
            </a:pathLst>
          </a:custGeom>
          <a:solidFill>
            <a:srgbClr val="6A62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0" name="contour_10048"/>
          <p:cNvSpPr/>
          <p:nvPr/>
        </p:nvSpPr>
        <p:spPr>
          <a:xfrm>
            <a:off x="4368594" y="287146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509"/>
                </a:lnTo>
                <a:lnTo>
                  <a:pt x="13333" y="1018"/>
                </a:lnTo>
                <a:lnTo>
                  <a:pt x="15382" y="1531"/>
                </a:lnTo>
                <a:lnTo>
                  <a:pt x="17440" y="2046"/>
                </a:lnTo>
                <a:lnTo>
                  <a:pt x="19511" y="2564"/>
                </a:lnTo>
                <a:lnTo>
                  <a:pt x="21600" y="3086"/>
                </a:lnTo>
                <a:lnTo>
                  <a:pt x="21066" y="5162"/>
                </a:lnTo>
                <a:lnTo>
                  <a:pt x="20498" y="7184"/>
                </a:lnTo>
                <a:lnTo>
                  <a:pt x="19881" y="9155"/>
                </a:lnTo>
                <a:lnTo>
                  <a:pt x="19193" y="11087"/>
                </a:lnTo>
                <a:lnTo>
                  <a:pt x="18419" y="12982"/>
                </a:lnTo>
                <a:lnTo>
                  <a:pt x="17545" y="14845"/>
                </a:lnTo>
                <a:lnTo>
                  <a:pt x="16555" y="16688"/>
                </a:lnTo>
                <a:lnTo>
                  <a:pt x="15429" y="18514"/>
                </a:lnTo>
                <a:lnTo>
                  <a:pt x="13534" y="19286"/>
                </a:lnTo>
                <a:lnTo>
                  <a:pt x="11652" y="19918"/>
                </a:lnTo>
                <a:lnTo>
                  <a:pt x="9772" y="20424"/>
                </a:lnTo>
                <a:lnTo>
                  <a:pt x="7881" y="20819"/>
                </a:lnTo>
                <a:lnTo>
                  <a:pt x="5971" y="21119"/>
                </a:lnTo>
                <a:lnTo>
                  <a:pt x="4030" y="21338"/>
                </a:lnTo>
                <a:lnTo>
                  <a:pt x="2043" y="21495"/>
                </a:lnTo>
                <a:lnTo>
                  <a:pt x="0" y="21600"/>
                </a:lnTo>
                <a:lnTo>
                  <a:pt x="0" y="19560"/>
                </a:lnTo>
                <a:lnTo>
                  <a:pt x="0" y="17508"/>
                </a:lnTo>
                <a:lnTo>
                  <a:pt x="0" y="15429"/>
                </a:lnTo>
                <a:lnTo>
                  <a:pt x="1833" y="15429"/>
                </a:lnTo>
                <a:lnTo>
                  <a:pt x="3672" y="15429"/>
                </a:lnTo>
                <a:lnTo>
                  <a:pt x="5517" y="15429"/>
                </a:lnTo>
                <a:lnTo>
                  <a:pt x="7378" y="15429"/>
                </a:lnTo>
                <a:lnTo>
                  <a:pt x="9257" y="15429"/>
                </a:lnTo>
                <a:lnTo>
                  <a:pt x="9257" y="13247"/>
                </a:lnTo>
                <a:lnTo>
                  <a:pt x="9257" y="11062"/>
                </a:lnTo>
                <a:lnTo>
                  <a:pt x="9257" y="8871"/>
                </a:lnTo>
                <a:lnTo>
                  <a:pt x="9257" y="6671"/>
                </a:lnTo>
                <a:lnTo>
                  <a:pt x="9257" y="4462"/>
                </a:lnTo>
                <a:lnTo>
                  <a:pt x="9257" y="2240"/>
                </a:lnTo>
                <a:lnTo>
                  <a:pt x="9257" y="0"/>
                </a:lnTo>
                <a:close/>
              </a:path>
            </a:pathLst>
          </a:custGeom>
          <a:solidFill>
            <a:srgbClr val="7B68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1" name="contour_10049"/>
          <p:cNvSpPr/>
          <p:nvPr/>
        </p:nvSpPr>
        <p:spPr>
          <a:xfrm>
            <a:off x="1896492" y="2886045"/>
            <a:ext cx="670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4" y="0"/>
                </a:moveTo>
                <a:lnTo>
                  <a:pt x="1868" y="0"/>
                </a:lnTo>
                <a:lnTo>
                  <a:pt x="3267" y="0"/>
                </a:lnTo>
                <a:lnTo>
                  <a:pt x="4671" y="0"/>
                </a:lnTo>
                <a:lnTo>
                  <a:pt x="6087" y="0"/>
                </a:lnTo>
                <a:lnTo>
                  <a:pt x="7516" y="0"/>
                </a:lnTo>
                <a:lnTo>
                  <a:pt x="7516" y="2856"/>
                </a:lnTo>
                <a:lnTo>
                  <a:pt x="7516" y="5728"/>
                </a:lnTo>
                <a:lnTo>
                  <a:pt x="7516" y="8640"/>
                </a:lnTo>
                <a:lnTo>
                  <a:pt x="8453" y="7871"/>
                </a:lnTo>
                <a:lnTo>
                  <a:pt x="9406" y="7089"/>
                </a:lnTo>
                <a:lnTo>
                  <a:pt x="10941" y="6100"/>
                </a:lnTo>
                <a:lnTo>
                  <a:pt x="12380" y="5301"/>
                </a:lnTo>
                <a:lnTo>
                  <a:pt x="13802" y="4726"/>
                </a:lnTo>
                <a:lnTo>
                  <a:pt x="15283" y="4389"/>
                </a:lnTo>
                <a:lnTo>
                  <a:pt x="16905" y="4320"/>
                </a:lnTo>
                <a:lnTo>
                  <a:pt x="17800" y="6523"/>
                </a:lnTo>
                <a:lnTo>
                  <a:pt x="18372" y="8148"/>
                </a:lnTo>
                <a:lnTo>
                  <a:pt x="18879" y="10005"/>
                </a:lnTo>
                <a:lnTo>
                  <a:pt x="19565" y="12891"/>
                </a:lnTo>
                <a:lnTo>
                  <a:pt x="19858" y="14109"/>
                </a:lnTo>
                <a:lnTo>
                  <a:pt x="20748" y="17781"/>
                </a:lnTo>
                <a:lnTo>
                  <a:pt x="21170" y="19678"/>
                </a:lnTo>
                <a:lnTo>
                  <a:pt x="21600" y="21600"/>
                </a:lnTo>
                <a:lnTo>
                  <a:pt x="20088" y="21125"/>
                </a:lnTo>
                <a:lnTo>
                  <a:pt x="18577" y="20641"/>
                </a:lnTo>
                <a:lnTo>
                  <a:pt x="17067" y="20148"/>
                </a:lnTo>
                <a:lnTo>
                  <a:pt x="15560" y="19643"/>
                </a:lnTo>
                <a:lnTo>
                  <a:pt x="14051" y="19133"/>
                </a:lnTo>
                <a:lnTo>
                  <a:pt x="12544" y="18615"/>
                </a:lnTo>
                <a:lnTo>
                  <a:pt x="11037" y="18092"/>
                </a:lnTo>
                <a:lnTo>
                  <a:pt x="9521" y="17634"/>
                </a:lnTo>
                <a:lnTo>
                  <a:pt x="7983" y="17172"/>
                </a:lnTo>
                <a:lnTo>
                  <a:pt x="6396" y="16576"/>
                </a:lnTo>
                <a:lnTo>
                  <a:pt x="4878" y="15932"/>
                </a:lnTo>
                <a:lnTo>
                  <a:pt x="3399" y="15168"/>
                </a:lnTo>
                <a:lnTo>
                  <a:pt x="1941" y="14200"/>
                </a:lnTo>
                <a:lnTo>
                  <a:pt x="474" y="12960"/>
                </a:lnTo>
                <a:lnTo>
                  <a:pt x="157" y="9590"/>
                </a:lnTo>
                <a:lnTo>
                  <a:pt x="0" y="7236"/>
                </a:lnTo>
                <a:lnTo>
                  <a:pt x="0" y="5266"/>
                </a:lnTo>
                <a:lnTo>
                  <a:pt x="157" y="3059"/>
                </a:lnTo>
                <a:lnTo>
                  <a:pt x="474" y="0"/>
                </a:lnTo>
                <a:close/>
              </a:path>
            </a:pathLst>
          </a:custGeom>
          <a:solidFill>
            <a:srgbClr val="21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2" name="contour_10050"/>
          <p:cNvSpPr/>
          <p:nvPr/>
        </p:nvSpPr>
        <p:spPr>
          <a:xfrm>
            <a:off x="4084362" y="2849605"/>
            <a:ext cx="65592" cy="46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2" y="189"/>
                </a:lnTo>
                <a:lnTo>
                  <a:pt x="1301" y="365"/>
                </a:lnTo>
                <a:lnTo>
                  <a:pt x="2026" y="571"/>
                </a:lnTo>
                <a:lnTo>
                  <a:pt x="2986" y="842"/>
                </a:lnTo>
                <a:lnTo>
                  <a:pt x="4322" y="1217"/>
                </a:lnTo>
                <a:lnTo>
                  <a:pt x="6175" y="1741"/>
                </a:lnTo>
                <a:lnTo>
                  <a:pt x="8688" y="2447"/>
                </a:lnTo>
                <a:lnTo>
                  <a:pt x="12000" y="3380"/>
                </a:lnTo>
                <a:lnTo>
                  <a:pt x="11525" y="5387"/>
                </a:lnTo>
                <a:lnTo>
                  <a:pt x="11047" y="7402"/>
                </a:lnTo>
                <a:lnTo>
                  <a:pt x="10570" y="9423"/>
                </a:lnTo>
                <a:lnTo>
                  <a:pt x="10087" y="11461"/>
                </a:lnTo>
                <a:lnTo>
                  <a:pt x="9600" y="13519"/>
                </a:lnTo>
                <a:lnTo>
                  <a:pt x="11086" y="13100"/>
                </a:lnTo>
                <a:lnTo>
                  <a:pt x="12571" y="12681"/>
                </a:lnTo>
                <a:lnTo>
                  <a:pt x="14062" y="12262"/>
                </a:lnTo>
                <a:lnTo>
                  <a:pt x="15554" y="11843"/>
                </a:lnTo>
                <a:lnTo>
                  <a:pt x="17054" y="11420"/>
                </a:lnTo>
                <a:lnTo>
                  <a:pt x="18562" y="10994"/>
                </a:lnTo>
                <a:lnTo>
                  <a:pt x="20076" y="10568"/>
                </a:lnTo>
                <a:lnTo>
                  <a:pt x="21600" y="10139"/>
                </a:lnTo>
                <a:lnTo>
                  <a:pt x="21365" y="12654"/>
                </a:lnTo>
                <a:lnTo>
                  <a:pt x="21122" y="14438"/>
                </a:lnTo>
                <a:lnTo>
                  <a:pt x="20758" y="15979"/>
                </a:lnTo>
                <a:lnTo>
                  <a:pt x="20155" y="17764"/>
                </a:lnTo>
                <a:lnTo>
                  <a:pt x="19200" y="20279"/>
                </a:lnTo>
                <a:lnTo>
                  <a:pt x="17429" y="20958"/>
                </a:lnTo>
                <a:lnTo>
                  <a:pt x="15718" y="21397"/>
                </a:lnTo>
                <a:lnTo>
                  <a:pt x="14040" y="21600"/>
                </a:lnTo>
                <a:lnTo>
                  <a:pt x="12374" y="21583"/>
                </a:lnTo>
                <a:lnTo>
                  <a:pt x="10694" y="21350"/>
                </a:lnTo>
                <a:lnTo>
                  <a:pt x="8978" y="20911"/>
                </a:lnTo>
                <a:lnTo>
                  <a:pt x="7200" y="20279"/>
                </a:lnTo>
                <a:lnTo>
                  <a:pt x="5861" y="18602"/>
                </a:lnTo>
                <a:lnTo>
                  <a:pt x="4646" y="16872"/>
                </a:lnTo>
                <a:lnTo>
                  <a:pt x="3542" y="15064"/>
                </a:lnTo>
                <a:lnTo>
                  <a:pt x="2534" y="13168"/>
                </a:lnTo>
                <a:lnTo>
                  <a:pt x="1618" y="11160"/>
                </a:lnTo>
                <a:lnTo>
                  <a:pt x="778" y="9031"/>
                </a:lnTo>
                <a:lnTo>
                  <a:pt x="0" y="6760"/>
                </a:lnTo>
                <a:lnTo>
                  <a:pt x="0" y="4525"/>
                </a:lnTo>
                <a:lnTo>
                  <a:pt x="0" y="2278"/>
                </a:lnTo>
                <a:lnTo>
                  <a:pt x="0" y="0"/>
                </a:lnTo>
                <a:close/>
              </a:path>
            </a:pathLst>
          </a:custGeom>
          <a:solidFill>
            <a:srgbClr val="4745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3" name="contour_10051"/>
          <p:cNvSpPr/>
          <p:nvPr/>
        </p:nvSpPr>
        <p:spPr>
          <a:xfrm>
            <a:off x="7874118" y="2834314"/>
            <a:ext cx="43728" cy="469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03" y="0"/>
                </a:moveTo>
                <a:lnTo>
                  <a:pt x="12881" y="67"/>
                </a:lnTo>
                <a:lnTo>
                  <a:pt x="15059" y="134"/>
                </a:lnTo>
                <a:lnTo>
                  <a:pt x="17240" y="198"/>
                </a:lnTo>
                <a:lnTo>
                  <a:pt x="19418" y="265"/>
                </a:lnTo>
                <a:lnTo>
                  <a:pt x="21600" y="328"/>
                </a:lnTo>
                <a:lnTo>
                  <a:pt x="21020" y="2663"/>
                </a:lnTo>
                <a:lnTo>
                  <a:pt x="20419" y="4968"/>
                </a:lnTo>
                <a:lnTo>
                  <a:pt x="19786" y="7249"/>
                </a:lnTo>
                <a:lnTo>
                  <a:pt x="19098" y="9504"/>
                </a:lnTo>
                <a:lnTo>
                  <a:pt x="18342" y="11731"/>
                </a:lnTo>
                <a:lnTo>
                  <a:pt x="17510" y="13939"/>
                </a:lnTo>
                <a:lnTo>
                  <a:pt x="16585" y="16123"/>
                </a:lnTo>
                <a:lnTo>
                  <a:pt x="15552" y="18287"/>
                </a:lnTo>
                <a:lnTo>
                  <a:pt x="14400" y="20428"/>
                </a:lnTo>
                <a:lnTo>
                  <a:pt x="11822" y="21201"/>
                </a:lnTo>
                <a:lnTo>
                  <a:pt x="9533" y="21570"/>
                </a:lnTo>
                <a:lnTo>
                  <a:pt x="7369" y="21600"/>
                </a:lnTo>
                <a:lnTo>
                  <a:pt x="5166" y="21369"/>
                </a:lnTo>
                <a:lnTo>
                  <a:pt x="2761" y="20957"/>
                </a:lnTo>
                <a:lnTo>
                  <a:pt x="0" y="20428"/>
                </a:lnTo>
                <a:lnTo>
                  <a:pt x="382" y="18384"/>
                </a:lnTo>
                <a:lnTo>
                  <a:pt x="774" y="16344"/>
                </a:lnTo>
                <a:lnTo>
                  <a:pt x="1174" y="14301"/>
                </a:lnTo>
                <a:lnTo>
                  <a:pt x="1577" y="12261"/>
                </a:lnTo>
                <a:lnTo>
                  <a:pt x="2016" y="9983"/>
                </a:lnTo>
                <a:lnTo>
                  <a:pt x="2462" y="7668"/>
                </a:lnTo>
                <a:lnTo>
                  <a:pt x="3312" y="5065"/>
                </a:lnTo>
                <a:lnTo>
                  <a:pt x="4349" y="3032"/>
                </a:lnTo>
                <a:lnTo>
                  <a:pt x="5782" y="1534"/>
                </a:lnTo>
                <a:lnTo>
                  <a:pt x="7830" y="536"/>
                </a:lnTo>
                <a:lnTo>
                  <a:pt x="10703" y="0"/>
                </a:lnTo>
                <a:close/>
              </a:path>
            </a:pathLst>
          </a:custGeom>
          <a:solidFill>
            <a:srgbClr val="887D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4" name="contour_10052"/>
          <p:cNvSpPr/>
          <p:nvPr/>
        </p:nvSpPr>
        <p:spPr>
          <a:xfrm>
            <a:off x="7546158" y="2856893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764"/>
                </a:lnTo>
                <a:lnTo>
                  <a:pt x="13856" y="1528"/>
                </a:lnTo>
                <a:lnTo>
                  <a:pt x="15390" y="2295"/>
                </a:lnTo>
                <a:lnTo>
                  <a:pt x="16929" y="3064"/>
                </a:lnTo>
                <a:lnTo>
                  <a:pt x="18476" y="3839"/>
                </a:lnTo>
                <a:lnTo>
                  <a:pt x="20031" y="4617"/>
                </a:lnTo>
                <a:lnTo>
                  <a:pt x="21600" y="5400"/>
                </a:lnTo>
                <a:lnTo>
                  <a:pt x="20253" y="8281"/>
                </a:lnTo>
                <a:lnTo>
                  <a:pt x="19124" y="10662"/>
                </a:lnTo>
                <a:lnTo>
                  <a:pt x="18168" y="12614"/>
                </a:lnTo>
                <a:lnTo>
                  <a:pt x="17331" y="14213"/>
                </a:lnTo>
                <a:lnTo>
                  <a:pt x="16570" y="15528"/>
                </a:lnTo>
                <a:lnTo>
                  <a:pt x="15830" y="16637"/>
                </a:lnTo>
                <a:lnTo>
                  <a:pt x="15069" y="17609"/>
                </a:lnTo>
                <a:lnTo>
                  <a:pt x="14232" y="18517"/>
                </a:lnTo>
                <a:lnTo>
                  <a:pt x="13276" y="19437"/>
                </a:lnTo>
                <a:lnTo>
                  <a:pt x="12147" y="20442"/>
                </a:lnTo>
                <a:lnTo>
                  <a:pt x="10800" y="21600"/>
                </a:lnTo>
                <a:lnTo>
                  <a:pt x="11021" y="19872"/>
                </a:lnTo>
                <a:lnTo>
                  <a:pt x="11248" y="18130"/>
                </a:lnTo>
                <a:lnTo>
                  <a:pt x="11475" y="16367"/>
                </a:lnTo>
                <a:lnTo>
                  <a:pt x="11478" y="14172"/>
                </a:lnTo>
                <a:lnTo>
                  <a:pt x="11305" y="12728"/>
                </a:lnTo>
                <a:lnTo>
                  <a:pt x="10800" y="10800"/>
                </a:lnTo>
                <a:lnTo>
                  <a:pt x="9069" y="9966"/>
                </a:lnTo>
                <a:lnTo>
                  <a:pt x="7330" y="9334"/>
                </a:lnTo>
                <a:lnTo>
                  <a:pt x="5565" y="8870"/>
                </a:lnTo>
                <a:lnTo>
                  <a:pt x="3761" y="8535"/>
                </a:lnTo>
                <a:lnTo>
                  <a:pt x="1912" y="8289"/>
                </a:lnTo>
                <a:lnTo>
                  <a:pt x="0" y="8100"/>
                </a:lnTo>
                <a:lnTo>
                  <a:pt x="1928" y="8343"/>
                </a:lnTo>
                <a:lnTo>
                  <a:pt x="3313" y="8464"/>
                </a:lnTo>
                <a:lnTo>
                  <a:pt x="4544" y="8464"/>
                </a:lnTo>
                <a:lnTo>
                  <a:pt x="6010" y="8343"/>
                </a:lnTo>
                <a:lnTo>
                  <a:pt x="8100" y="8100"/>
                </a:lnTo>
                <a:lnTo>
                  <a:pt x="9013" y="6091"/>
                </a:lnTo>
                <a:lnTo>
                  <a:pt x="9609" y="4666"/>
                </a:lnTo>
                <a:lnTo>
                  <a:pt x="10020" y="3434"/>
                </a:lnTo>
                <a:lnTo>
                  <a:pt x="10373" y="2009"/>
                </a:lnTo>
                <a:lnTo>
                  <a:pt x="10800" y="0"/>
                </a:lnTo>
                <a:close/>
              </a:path>
            </a:pathLst>
          </a:custGeom>
          <a:solidFill>
            <a:srgbClr val="E6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5" name="contour_10053"/>
          <p:cNvSpPr/>
          <p:nvPr/>
        </p:nvSpPr>
        <p:spPr>
          <a:xfrm>
            <a:off x="8333261" y="2847141"/>
            <a:ext cx="58304" cy="387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70" y="134"/>
                </a:moveTo>
                <a:lnTo>
                  <a:pt x="10460" y="24"/>
                </a:lnTo>
                <a:lnTo>
                  <a:pt x="12169" y="0"/>
                </a:lnTo>
                <a:lnTo>
                  <a:pt x="13832" y="93"/>
                </a:lnTo>
                <a:lnTo>
                  <a:pt x="15482" y="333"/>
                </a:lnTo>
                <a:lnTo>
                  <a:pt x="17161" y="752"/>
                </a:lnTo>
                <a:lnTo>
                  <a:pt x="18900" y="1374"/>
                </a:lnTo>
                <a:lnTo>
                  <a:pt x="19975" y="4397"/>
                </a:lnTo>
                <a:lnTo>
                  <a:pt x="20652" y="6543"/>
                </a:lnTo>
                <a:lnTo>
                  <a:pt x="21063" y="8396"/>
                </a:lnTo>
                <a:lnTo>
                  <a:pt x="21335" y="10542"/>
                </a:lnTo>
                <a:lnTo>
                  <a:pt x="21600" y="13566"/>
                </a:lnTo>
                <a:lnTo>
                  <a:pt x="18128" y="16244"/>
                </a:lnTo>
                <a:lnTo>
                  <a:pt x="15387" y="18308"/>
                </a:lnTo>
                <a:lnTo>
                  <a:pt x="13241" y="19820"/>
                </a:lnTo>
                <a:lnTo>
                  <a:pt x="11556" y="20836"/>
                </a:lnTo>
                <a:lnTo>
                  <a:pt x="10201" y="21409"/>
                </a:lnTo>
                <a:lnTo>
                  <a:pt x="9040" y="21600"/>
                </a:lnTo>
                <a:lnTo>
                  <a:pt x="7943" y="21462"/>
                </a:lnTo>
                <a:lnTo>
                  <a:pt x="6774" y="21047"/>
                </a:lnTo>
                <a:lnTo>
                  <a:pt x="5400" y="20421"/>
                </a:lnTo>
                <a:lnTo>
                  <a:pt x="4082" y="19032"/>
                </a:lnTo>
                <a:lnTo>
                  <a:pt x="3081" y="17853"/>
                </a:lnTo>
                <a:lnTo>
                  <a:pt x="1887" y="16244"/>
                </a:lnTo>
                <a:lnTo>
                  <a:pt x="0" y="13566"/>
                </a:lnTo>
                <a:lnTo>
                  <a:pt x="875" y="10745"/>
                </a:lnTo>
                <a:lnTo>
                  <a:pt x="1747" y="8213"/>
                </a:lnTo>
                <a:lnTo>
                  <a:pt x="2689" y="5982"/>
                </a:lnTo>
                <a:lnTo>
                  <a:pt x="3777" y="4052"/>
                </a:lnTo>
                <a:lnTo>
                  <a:pt x="5087" y="2434"/>
                </a:lnTo>
                <a:lnTo>
                  <a:pt x="6691" y="1126"/>
                </a:lnTo>
                <a:lnTo>
                  <a:pt x="8670" y="134"/>
                </a:lnTo>
                <a:close/>
              </a:path>
            </a:pathLst>
          </a:custGeom>
          <a:solidFill>
            <a:srgbClr val="DA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6" name="contour_10054"/>
          <p:cNvSpPr/>
          <p:nvPr/>
        </p:nvSpPr>
        <p:spPr>
          <a:xfrm>
            <a:off x="4915193" y="2776725"/>
            <a:ext cx="43728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3" y="855"/>
                </a:lnTo>
                <a:lnTo>
                  <a:pt x="450" y="1715"/>
                </a:lnTo>
                <a:lnTo>
                  <a:pt x="677" y="2588"/>
                </a:lnTo>
                <a:lnTo>
                  <a:pt x="2434" y="4226"/>
                </a:lnTo>
                <a:lnTo>
                  <a:pt x="3766" y="5144"/>
                </a:lnTo>
                <a:lnTo>
                  <a:pt x="5346" y="5677"/>
                </a:lnTo>
                <a:lnTo>
                  <a:pt x="7848" y="6160"/>
                </a:lnTo>
                <a:lnTo>
                  <a:pt x="10134" y="6372"/>
                </a:lnTo>
                <a:lnTo>
                  <a:pt x="12416" y="6570"/>
                </a:lnTo>
                <a:lnTo>
                  <a:pt x="14702" y="6752"/>
                </a:lnTo>
                <a:lnTo>
                  <a:pt x="16992" y="6917"/>
                </a:lnTo>
                <a:lnTo>
                  <a:pt x="19289" y="7067"/>
                </a:lnTo>
                <a:lnTo>
                  <a:pt x="21600" y="7200"/>
                </a:lnTo>
                <a:lnTo>
                  <a:pt x="21092" y="8402"/>
                </a:lnTo>
                <a:lnTo>
                  <a:pt x="20578" y="9603"/>
                </a:lnTo>
                <a:lnTo>
                  <a:pt x="20052" y="10804"/>
                </a:lnTo>
                <a:lnTo>
                  <a:pt x="19523" y="12002"/>
                </a:lnTo>
                <a:lnTo>
                  <a:pt x="18990" y="13201"/>
                </a:lnTo>
                <a:lnTo>
                  <a:pt x="18450" y="14400"/>
                </a:lnTo>
                <a:lnTo>
                  <a:pt x="18025" y="15433"/>
                </a:lnTo>
                <a:lnTo>
                  <a:pt x="17593" y="16481"/>
                </a:lnTo>
                <a:lnTo>
                  <a:pt x="17129" y="17467"/>
                </a:lnTo>
                <a:lnTo>
                  <a:pt x="16729" y="18227"/>
                </a:lnTo>
                <a:lnTo>
                  <a:pt x="16247" y="19004"/>
                </a:lnTo>
                <a:lnTo>
                  <a:pt x="15520" y="20047"/>
                </a:lnTo>
                <a:lnTo>
                  <a:pt x="14400" y="21600"/>
                </a:lnTo>
                <a:lnTo>
                  <a:pt x="12020" y="21600"/>
                </a:lnTo>
                <a:lnTo>
                  <a:pt x="9626" y="21600"/>
                </a:lnTo>
                <a:lnTo>
                  <a:pt x="7200" y="21600"/>
                </a:lnTo>
                <a:lnTo>
                  <a:pt x="7146" y="20565"/>
                </a:lnTo>
                <a:lnTo>
                  <a:pt x="7096" y="19530"/>
                </a:lnTo>
                <a:lnTo>
                  <a:pt x="7052" y="18495"/>
                </a:lnTo>
                <a:lnTo>
                  <a:pt x="7013" y="17460"/>
                </a:lnTo>
                <a:lnTo>
                  <a:pt x="6977" y="16425"/>
                </a:lnTo>
                <a:lnTo>
                  <a:pt x="6934" y="15464"/>
                </a:lnTo>
                <a:lnTo>
                  <a:pt x="6890" y="14495"/>
                </a:lnTo>
                <a:lnTo>
                  <a:pt x="6847" y="13514"/>
                </a:lnTo>
                <a:lnTo>
                  <a:pt x="7070" y="12283"/>
                </a:lnTo>
                <a:lnTo>
                  <a:pt x="7416" y="11196"/>
                </a:lnTo>
                <a:lnTo>
                  <a:pt x="7924" y="10201"/>
                </a:lnTo>
                <a:lnTo>
                  <a:pt x="8633" y="9239"/>
                </a:lnTo>
                <a:lnTo>
                  <a:pt x="9576" y="8258"/>
                </a:lnTo>
                <a:lnTo>
                  <a:pt x="10800" y="7200"/>
                </a:lnTo>
                <a:lnTo>
                  <a:pt x="8662" y="7200"/>
                </a:lnTo>
                <a:lnTo>
                  <a:pt x="6516" y="7200"/>
                </a:lnTo>
                <a:lnTo>
                  <a:pt x="4363" y="7200"/>
                </a:lnTo>
                <a:lnTo>
                  <a:pt x="2192" y="7200"/>
                </a:lnTo>
                <a:lnTo>
                  <a:pt x="0" y="7200"/>
                </a:lnTo>
                <a:lnTo>
                  <a:pt x="0" y="6012"/>
                </a:lnTo>
                <a:lnTo>
                  <a:pt x="0" y="4822"/>
                </a:lnTo>
                <a:lnTo>
                  <a:pt x="0" y="3627"/>
                </a:lnTo>
                <a:lnTo>
                  <a:pt x="0" y="2426"/>
                </a:lnTo>
                <a:lnTo>
                  <a:pt x="0" y="1219"/>
                </a:lnTo>
                <a:lnTo>
                  <a:pt x="0" y="0"/>
                </a:lnTo>
                <a:close/>
              </a:path>
            </a:pathLst>
          </a:custGeom>
          <a:solidFill>
            <a:srgbClr val="A097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7" name="contour_10055"/>
          <p:cNvSpPr/>
          <p:nvPr/>
        </p:nvSpPr>
        <p:spPr>
          <a:xfrm>
            <a:off x="1088997" y="2833608"/>
            <a:ext cx="94744" cy="31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81"/>
                </a:moveTo>
                <a:lnTo>
                  <a:pt x="1122" y="825"/>
                </a:lnTo>
                <a:lnTo>
                  <a:pt x="2243" y="689"/>
                </a:lnTo>
                <a:lnTo>
                  <a:pt x="3365" y="564"/>
                </a:lnTo>
                <a:lnTo>
                  <a:pt x="4486" y="453"/>
                </a:lnTo>
                <a:lnTo>
                  <a:pt x="5608" y="352"/>
                </a:lnTo>
                <a:lnTo>
                  <a:pt x="6649" y="236"/>
                </a:lnTo>
                <a:lnTo>
                  <a:pt x="7698" y="121"/>
                </a:lnTo>
                <a:lnTo>
                  <a:pt x="8761" y="0"/>
                </a:lnTo>
                <a:lnTo>
                  <a:pt x="10059" y="574"/>
                </a:lnTo>
                <a:lnTo>
                  <a:pt x="11094" y="1358"/>
                </a:lnTo>
                <a:lnTo>
                  <a:pt x="11943" y="2425"/>
                </a:lnTo>
                <a:lnTo>
                  <a:pt x="12679" y="3854"/>
                </a:lnTo>
                <a:lnTo>
                  <a:pt x="13377" y="5716"/>
                </a:lnTo>
                <a:lnTo>
                  <a:pt x="14111" y="8086"/>
                </a:lnTo>
                <a:lnTo>
                  <a:pt x="14954" y="11044"/>
                </a:lnTo>
                <a:lnTo>
                  <a:pt x="16009" y="12926"/>
                </a:lnTo>
                <a:lnTo>
                  <a:pt x="16728" y="14138"/>
                </a:lnTo>
                <a:lnTo>
                  <a:pt x="17443" y="15225"/>
                </a:lnTo>
                <a:lnTo>
                  <a:pt x="18485" y="16704"/>
                </a:lnTo>
                <a:lnTo>
                  <a:pt x="19367" y="17972"/>
                </a:lnTo>
                <a:lnTo>
                  <a:pt x="20262" y="19260"/>
                </a:lnTo>
                <a:lnTo>
                  <a:pt x="20927" y="20176"/>
                </a:lnTo>
                <a:lnTo>
                  <a:pt x="21600" y="21107"/>
                </a:lnTo>
                <a:lnTo>
                  <a:pt x="20500" y="21182"/>
                </a:lnTo>
                <a:lnTo>
                  <a:pt x="19398" y="21253"/>
                </a:lnTo>
                <a:lnTo>
                  <a:pt x="18299" y="21313"/>
                </a:lnTo>
                <a:lnTo>
                  <a:pt x="17197" y="21369"/>
                </a:lnTo>
                <a:lnTo>
                  <a:pt x="16097" y="21419"/>
                </a:lnTo>
                <a:lnTo>
                  <a:pt x="15073" y="21479"/>
                </a:lnTo>
                <a:lnTo>
                  <a:pt x="14043" y="21540"/>
                </a:lnTo>
                <a:lnTo>
                  <a:pt x="13000" y="21600"/>
                </a:lnTo>
                <a:lnTo>
                  <a:pt x="11744" y="21353"/>
                </a:lnTo>
                <a:lnTo>
                  <a:pt x="10562" y="20996"/>
                </a:lnTo>
                <a:lnTo>
                  <a:pt x="9433" y="20493"/>
                </a:lnTo>
                <a:lnTo>
                  <a:pt x="8331" y="19794"/>
                </a:lnTo>
                <a:lnTo>
                  <a:pt x="7238" y="18858"/>
                </a:lnTo>
                <a:lnTo>
                  <a:pt x="6129" y="17630"/>
                </a:lnTo>
                <a:lnTo>
                  <a:pt x="4985" y="16075"/>
                </a:lnTo>
                <a:lnTo>
                  <a:pt x="4985" y="12750"/>
                </a:lnTo>
                <a:lnTo>
                  <a:pt x="4985" y="9404"/>
                </a:lnTo>
                <a:lnTo>
                  <a:pt x="4985" y="6013"/>
                </a:lnTo>
                <a:lnTo>
                  <a:pt x="3748" y="4463"/>
                </a:lnTo>
                <a:lnTo>
                  <a:pt x="2871" y="3426"/>
                </a:lnTo>
                <a:lnTo>
                  <a:pt x="2113" y="2662"/>
                </a:lnTo>
                <a:lnTo>
                  <a:pt x="1236" y="1927"/>
                </a:lnTo>
                <a:lnTo>
                  <a:pt x="0" y="981"/>
                </a:lnTo>
                <a:close/>
              </a:path>
            </a:pathLst>
          </a:custGeom>
          <a:solidFill>
            <a:srgbClr val="E1DF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8" name="contour_10056"/>
          <p:cNvSpPr/>
          <p:nvPr/>
        </p:nvSpPr>
        <p:spPr>
          <a:xfrm>
            <a:off x="6868375" y="2804405"/>
            <a:ext cx="43728" cy="67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474"/>
                </a:moveTo>
                <a:lnTo>
                  <a:pt x="13658" y="157"/>
                </a:lnTo>
                <a:lnTo>
                  <a:pt x="15653" y="0"/>
                </a:lnTo>
                <a:lnTo>
                  <a:pt x="17294" y="0"/>
                </a:lnTo>
                <a:lnTo>
                  <a:pt x="19102" y="157"/>
                </a:lnTo>
                <a:lnTo>
                  <a:pt x="21600" y="474"/>
                </a:lnTo>
                <a:lnTo>
                  <a:pt x="21096" y="2063"/>
                </a:lnTo>
                <a:lnTo>
                  <a:pt x="20567" y="3650"/>
                </a:lnTo>
                <a:lnTo>
                  <a:pt x="20027" y="5235"/>
                </a:lnTo>
                <a:lnTo>
                  <a:pt x="19469" y="6817"/>
                </a:lnTo>
                <a:lnTo>
                  <a:pt x="18900" y="8396"/>
                </a:lnTo>
                <a:lnTo>
                  <a:pt x="18677" y="9051"/>
                </a:lnTo>
                <a:lnTo>
                  <a:pt x="18281" y="10206"/>
                </a:lnTo>
                <a:lnTo>
                  <a:pt x="17381" y="12852"/>
                </a:lnTo>
                <a:lnTo>
                  <a:pt x="16009" y="14513"/>
                </a:lnTo>
                <a:lnTo>
                  <a:pt x="14544" y="15908"/>
                </a:lnTo>
                <a:lnTo>
                  <a:pt x="12964" y="17077"/>
                </a:lnTo>
                <a:lnTo>
                  <a:pt x="11250" y="18060"/>
                </a:lnTo>
                <a:lnTo>
                  <a:pt x="9385" y="18898"/>
                </a:lnTo>
                <a:lnTo>
                  <a:pt x="7348" y="19631"/>
                </a:lnTo>
                <a:lnTo>
                  <a:pt x="5116" y="20297"/>
                </a:lnTo>
                <a:lnTo>
                  <a:pt x="2671" y="20940"/>
                </a:lnTo>
                <a:lnTo>
                  <a:pt x="0" y="21600"/>
                </a:lnTo>
                <a:lnTo>
                  <a:pt x="648" y="20086"/>
                </a:lnTo>
                <a:lnTo>
                  <a:pt x="1307" y="18574"/>
                </a:lnTo>
                <a:lnTo>
                  <a:pt x="1976" y="17065"/>
                </a:lnTo>
                <a:lnTo>
                  <a:pt x="2653" y="15556"/>
                </a:lnTo>
                <a:lnTo>
                  <a:pt x="3337" y="14049"/>
                </a:lnTo>
                <a:lnTo>
                  <a:pt x="4028" y="12544"/>
                </a:lnTo>
                <a:lnTo>
                  <a:pt x="4723" y="11037"/>
                </a:lnTo>
                <a:lnTo>
                  <a:pt x="5364" y="9521"/>
                </a:lnTo>
                <a:lnTo>
                  <a:pt x="6012" y="7983"/>
                </a:lnTo>
                <a:lnTo>
                  <a:pt x="6782" y="6387"/>
                </a:lnTo>
                <a:lnTo>
                  <a:pt x="7585" y="4859"/>
                </a:lnTo>
                <a:lnTo>
                  <a:pt x="8482" y="3378"/>
                </a:lnTo>
                <a:lnTo>
                  <a:pt x="9533" y="1922"/>
                </a:lnTo>
                <a:lnTo>
                  <a:pt x="10800" y="474"/>
                </a:lnTo>
                <a:close/>
              </a:path>
            </a:pathLst>
          </a:custGeom>
          <a:solidFill>
            <a:srgbClr val="939A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59" name="contour_10057"/>
          <p:cNvSpPr/>
          <p:nvPr/>
        </p:nvSpPr>
        <p:spPr>
          <a:xfrm>
            <a:off x="10636266" y="278401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76" y="896"/>
                </a:lnTo>
                <a:lnTo>
                  <a:pt x="6884" y="1541"/>
                </a:lnTo>
                <a:lnTo>
                  <a:pt x="8776" y="2034"/>
                </a:lnTo>
                <a:lnTo>
                  <a:pt x="10087" y="2473"/>
                </a:lnTo>
                <a:lnTo>
                  <a:pt x="11161" y="2963"/>
                </a:lnTo>
                <a:lnTo>
                  <a:pt x="12343" y="3600"/>
                </a:lnTo>
                <a:lnTo>
                  <a:pt x="12343" y="5980"/>
                </a:lnTo>
                <a:lnTo>
                  <a:pt x="12343" y="8374"/>
                </a:lnTo>
                <a:lnTo>
                  <a:pt x="12343" y="10800"/>
                </a:lnTo>
                <a:lnTo>
                  <a:pt x="13873" y="11394"/>
                </a:lnTo>
                <a:lnTo>
                  <a:pt x="15410" y="11992"/>
                </a:lnTo>
                <a:lnTo>
                  <a:pt x="16971" y="12600"/>
                </a:lnTo>
                <a:lnTo>
                  <a:pt x="18502" y="13194"/>
                </a:lnTo>
                <a:lnTo>
                  <a:pt x="20039" y="13792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84" y="21600"/>
                </a:lnTo>
                <a:lnTo>
                  <a:pt x="13438" y="21600"/>
                </a:lnTo>
                <a:lnTo>
                  <a:pt x="11386" y="21600"/>
                </a:lnTo>
                <a:lnTo>
                  <a:pt x="9325" y="21600"/>
                </a:lnTo>
                <a:lnTo>
                  <a:pt x="7258" y="21600"/>
                </a:lnTo>
                <a:lnTo>
                  <a:pt x="5178" y="21600"/>
                </a:lnTo>
                <a:lnTo>
                  <a:pt x="3086" y="21600"/>
                </a:lnTo>
                <a:lnTo>
                  <a:pt x="2746" y="19224"/>
                </a:lnTo>
                <a:lnTo>
                  <a:pt x="2407" y="16844"/>
                </a:lnTo>
                <a:lnTo>
                  <a:pt x="2067" y="14465"/>
                </a:lnTo>
                <a:lnTo>
                  <a:pt x="1725" y="12078"/>
                </a:lnTo>
                <a:lnTo>
                  <a:pt x="1382" y="9684"/>
                </a:lnTo>
                <a:lnTo>
                  <a:pt x="1040" y="7279"/>
                </a:lnTo>
                <a:lnTo>
                  <a:pt x="694" y="4867"/>
                </a:lnTo>
                <a:lnTo>
                  <a:pt x="349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A79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0" name="contour_10058"/>
          <p:cNvSpPr/>
          <p:nvPr/>
        </p:nvSpPr>
        <p:spPr>
          <a:xfrm>
            <a:off x="7859542" y="2784013"/>
            <a:ext cx="80168" cy="368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7673" y="2827"/>
                </a:lnTo>
                <a:lnTo>
                  <a:pt x="17673" y="5672"/>
                </a:lnTo>
                <a:lnTo>
                  <a:pt x="17673" y="8554"/>
                </a:lnTo>
                <a:lnTo>
                  <a:pt x="18839" y="10124"/>
                </a:lnTo>
                <a:lnTo>
                  <a:pt x="19636" y="11095"/>
                </a:lnTo>
                <a:lnTo>
                  <a:pt x="20434" y="11861"/>
                </a:lnTo>
                <a:lnTo>
                  <a:pt x="21600" y="12832"/>
                </a:lnTo>
                <a:lnTo>
                  <a:pt x="20628" y="14949"/>
                </a:lnTo>
                <a:lnTo>
                  <a:pt x="19650" y="17079"/>
                </a:lnTo>
                <a:lnTo>
                  <a:pt x="18668" y="19218"/>
                </a:lnTo>
                <a:lnTo>
                  <a:pt x="17673" y="21386"/>
                </a:lnTo>
                <a:lnTo>
                  <a:pt x="17673" y="18559"/>
                </a:lnTo>
                <a:lnTo>
                  <a:pt x="17673" y="15715"/>
                </a:lnTo>
                <a:lnTo>
                  <a:pt x="17673" y="12832"/>
                </a:lnTo>
                <a:lnTo>
                  <a:pt x="16744" y="13760"/>
                </a:lnTo>
                <a:lnTo>
                  <a:pt x="15801" y="14705"/>
                </a:lnTo>
                <a:lnTo>
                  <a:pt x="14433" y="15963"/>
                </a:lnTo>
                <a:lnTo>
                  <a:pt x="13113" y="17100"/>
                </a:lnTo>
                <a:lnTo>
                  <a:pt x="11831" y="18114"/>
                </a:lnTo>
                <a:lnTo>
                  <a:pt x="10574" y="18999"/>
                </a:lnTo>
                <a:lnTo>
                  <a:pt x="9329" y="19761"/>
                </a:lnTo>
                <a:lnTo>
                  <a:pt x="8086" y="20394"/>
                </a:lnTo>
                <a:lnTo>
                  <a:pt x="6833" y="20894"/>
                </a:lnTo>
                <a:lnTo>
                  <a:pt x="5557" y="21262"/>
                </a:lnTo>
                <a:lnTo>
                  <a:pt x="4249" y="21497"/>
                </a:lnTo>
                <a:lnTo>
                  <a:pt x="2894" y="21600"/>
                </a:lnTo>
                <a:lnTo>
                  <a:pt x="1483" y="21562"/>
                </a:lnTo>
                <a:lnTo>
                  <a:pt x="0" y="21386"/>
                </a:lnTo>
                <a:lnTo>
                  <a:pt x="0" y="18559"/>
                </a:lnTo>
                <a:lnTo>
                  <a:pt x="0" y="15715"/>
                </a:lnTo>
                <a:lnTo>
                  <a:pt x="0" y="12832"/>
                </a:lnTo>
                <a:lnTo>
                  <a:pt x="1296" y="12832"/>
                </a:lnTo>
                <a:lnTo>
                  <a:pt x="2594" y="12832"/>
                </a:lnTo>
                <a:lnTo>
                  <a:pt x="3898" y="12832"/>
                </a:lnTo>
                <a:lnTo>
                  <a:pt x="5208" y="12832"/>
                </a:lnTo>
                <a:lnTo>
                  <a:pt x="6525" y="12832"/>
                </a:lnTo>
                <a:lnTo>
                  <a:pt x="7855" y="12832"/>
                </a:lnTo>
                <a:lnTo>
                  <a:pt x="7855" y="10004"/>
                </a:lnTo>
                <a:lnTo>
                  <a:pt x="7855" y="7160"/>
                </a:lnTo>
                <a:lnTo>
                  <a:pt x="7855" y="4277"/>
                </a:lnTo>
                <a:lnTo>
                  <a:pt x="9125" y="3097"/>
                </a:lnTo>
                <a:lnTo>
                  <a:pt x="10323" y="2143"/>
                </a:lnTo>
                <a:lnTo>
                  <a:pt x="11479" y="1399"/>
                </a:lnTo>
                <a:lnTo>
                  <a:pt x="12624" y="834"/>
                </a:lnTo>
                <a:lnTo>
                  <a:pt x="13787" y="436"/>
                </a:lnTo>
                <a:lnTo>
                  <a:pt x="14994" y="180"/>
                </a:lnTo>
                <a:lnTo>
                  <a:pt x="16281" y="43"/>
                </a:lnTo>
                <a:lnTo>
                  <a:pt x="17673" y="0"/>
                </a:lnTo>
                <a:close/>
              </a:path>
            </a:pathLst>
          </a:custGeom>
          <a:solidFill>
            <a:srgbClr val="524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1" name="contour_10059"/>
          <p:cNvSpPr/>
          <p:nvPr/>
        </p:nvSpPr>
        <p:spPr>
          <a:xfrm>
            <a:off x="6992271" y="2768963"/>
            <a:ext cx="51016" cy="514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9"/>
                </a:moveTo>
                <a:lnTo>
                  <a:pt x="20853" y="2033"/>
                </a:lnTo>
                <a:lnTo>
                  <a:pt x="20085" y="3837"/>
                </a:lnTo>
                <a:lnTo>
                  <a:pt x="19280" y="5613"/>
                </a:lnTo>
                <a:lnTo>
                  <a:pt x="18422" y="7359"/>
                </a:lnTo>
                <a:lnTo>
                  <a:pt x="17505" y="9074"/>
                </a:lnTo>
                <a:lnTo>
                  <a:pt x="16512" y="10765"/>
                </a:lnTo>
                <a:lnTo>
                  <a:pt x="15429" y="12428"/>
                </a:lnTo>
                <a:lnTo>
                  <a:pt x="12948" y="13370"/>
                </a:lnTo>
                <a:lnTo>
                  <a:pt x="11226" y="13999"/>
                </a:lnTo>
                <a:lnTo>
                  <a:pt x="9819" y="14464"/>
                </a:lnTo>
                <a:lnTo>
                  <a:pt x="8282" y="14911"/>
                </a:lnTo>
                <a:lnTo>
                  <a:pt x="6171" y="15485"/>
                </a:lnTo>
                <a:lnTo>
                  <a:pt x="6171" y="17506"/>
                </a:lnTo>
                <a:lnTo>
                  <a:pt x="6171" y="19539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426" y="17846"/>
                </a:lnTo>
                <a:lnTo>
                  <a:pt x="799" y="14807"/>
                </a:lnTo>
                <a:lnTo>
                  <a:pt x="1173" y="12367"/>
                </a:lnTo>
                <a:lnTo>
                  <a:pt x="1583" y="10407"/>
                </a:lnTo>
                <a:lnTo>
                  <a:pt x="2077" y="8817"/>
                </a:lnTo>
                <a:lnTo>
                  <a:pt x="2697" y="7475"/>
                </a:lnTo>
                <a:lnTo>
                  <a:pt x="3487" y="6268"/>
                </a:lnTo>
                <a:lnTo>
                  <a:pt x="4493" y="5081"/>
                </a:lnTo>
                <a:lnTo>
                  <a:pt x="5761" y="3797"/>
                </a:lnTo>
                <a:lnTo>
                  <a:pt x="7329" y="2302"/>
                </a:lnTo>
                <a:lnTo>
                  <a:pt x="9473" y="1468"/>
                </a:lnTo>
                <a:lnTo>
                  <a:pt x="11463" y="832"/>
                </a:lnTo>
                <a:lnTo>
                  <a:pt x="13373" y="385"/>
                </a:lnTo>
                <a:lnTo>
                  <a:pt x="15274" y="113"/>
                </a:lnTo>
                <a:lnTo>
                  <a:pt x="17231" y="0"/>
                </a:lnTo>
                <a:lnTo>
                  <a:pt x="19317" y="34"/>
                </a:lnTo>
                <a:lnTo>
                  <a:pt x="21600" y="199"/>
                </a:lnTo>
                <a:close/>
              </a:path>
            </a:pathLst>
          </a:custGeom>
          <a:solidFill>
            <a:srgbClr val="D3D7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2" name="contour_10060"/>
          <p:cNvSpPr/>
          <p:nvPr/>
        </p:nvSpPr>
        <p:spPr>
          <a:xfrm>
            <a:off x="10577962" y="2783430"/>
            <a:ext cx="51016" cy="29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95"/>
                </a:moveTo>
                <a:lnTo>
                  <a:pt x="16342" y="164"/>
                </a:lnTo>
                <a:lnTo>
                  <a:pt x="18443" y="233"/>
                </a:lnTo>
                <a:lnTo>
                  <a:pt x="19227" y="281"/>
                </a:lnTo>
                <a:lnTo>
                  <a:pt x="21600" y="424"/>
                </a:lnTo>
                <a:lnTo>
                  <a:pt x="21600" y="3918"/>
                </a:lnTo>
                <a:lnTo>
                  <a:pt x="21600" y="7417"/>
                </a:lnTo>
                <a:lnTo>
                  <a:pt x="21600" y="10932"/>
                </a:lnTo>
                <a:lnTo>
                  <a:pt x="21600" y="14458"/>
                </a:lnTo>
                <a:lnTo>
                  <a:pt x="21600" y="18016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450"/>
                </a:lnTo>
                <a:lnTo>
                  <a:pt x="0" y="15300"/>
                </a:lnTo>
                <a:lnTo>
                  <a:pt x="0" y="12129"/>
                </a:lnTo>
                <a:lnTo>
                  <a:pt x="0" y="8936"/>
                </a:lnTo>
                <a:lnTo>
                  <a:pt x="0" y="5718"/>
                </a:lnTo>
                <a:lnTo>
                  <a:pt x="1885" y="3452"/>
                </a:lnTo>
                <a:lnTo>
                  <a:pt x="3789" y="1864"/>
                </a:lnTo>
                <a:lnTo>
                  <a:pt x="5727" y="836"/>
                </a:lnTo>
                <a:lnTo>
                  <a:pt x="7727" y="259"/>
                </a:lnTo>
                <a:lnTo>
                  <a:pt x="9803" y="21"/>
                </a:lnTo>
                <a:lnTo>
                  <a:pt x="11979" y="0"/>
                </a:lnTo>
                <a:lnTo>
                  <a:pt x="14271" y="95"/>
                </a:lnTo>
                <a:close/>
              </a:path>
            </a:pathLst>
          </a:custGeom>
          <a:solidFill>
            <a:srgbClr val="E7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3" name="contour_10061"/>
          <p:cNvSpPr/>
          <p:nvPr/>
        </p:nvSpPr>
        <p:spPr>
          <a:xfrm>
            <a:off x="5257729" y="2769889"/>
            <a:ext cx="65439" cy="651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46" y="304"/>
                </a:moveTo>
                <a:lnTo>
                  <a:pt x="20888" y="1508"/>
                </a:lnTo>
                <a:lnTo>
                  <a:pt x="21417" y="2579"/>
                </a:lnTo>
                <a:lnTo>
                  <a:pt x="21600" y="4118"/>
                </a:lnTo>
                <a:lnTo>
                  <a:pt x="21595" y="6733"/>
                </a:lnTo>
                <a:lnTo>
                  <a:pt x="21398" y="8072"/>
                </a:lnTo>
                <a:lnTo>
                  <a:pt x="21189" y="9410"/>
                </a:lnTo>
                <a:lnTo>
                  <a:pt x="20975" y="10749"/>
                </a:lnTo>
                <a:lnTo>
                  <a:pt x="20748" y="12083"/>
                </a:lnTo>
                <a:lnTo>
                  <a:pt x="20544" y="13456"/>
                </a:lnTo>
                <a:lnTo>
                  <a:pt x="20335" y="14845"/>
                </a:lnTo>
                <a:lnTo>
                  <a:pt x="20072" y="16537"/>
                </a:lnTo>
                <a:lnTo>
                  <a:pt x="19803" y="18226"/>
                </a:lnTo>
                <a:lnTo>
                  <a:pt x="19526" y="19913"/>
                </a:lnTo>
                <a:lnTo>
                  <a:pt x="19245" y="21600"/>
                </a:lnTo>
                <a:lnTo>
                  <a:pt x="18052" y="21600"/>
                </a:lnTo>
                <a:lnTo>
                  <a:pt x="16839" y="21600"/>
                </a:lnTo>
                <a:lnTo>
                  <a:pt x="16839" y="20003"/>
                </a:lnTo>
                <a:lnTo>
                  <a:pt x="16839" y="18408"/>
                </a:lnTo>
                <a:lnTo>
                  <a:pt x="16839" y="16808"/>
                </a:lnTo>
                <a:lnTo>
                  <a:pt x="16839" y="15208"/>
                </a:lnTo>
                <a:lnTo>
                  <a:pt x="16839" y="13601"/>
                </a:lnTo>
                <a:lnTo>
                  <a:pt x="16839" y="11987"/>
                </a:lnTo>
                <a:lnTo>
                  <a:pt x="16839" y="10367"/>
                </a:lnTo>
                <a:lnTo>
                  <a:pt x="16839" y="8739"/>
                </a:lnTo>
                <a:lnTo>
                  <a:pt x="16839" y="7100"/>
                </a:lnTo>
                <a:lnTo>
                  <a:pt x="16228" y="7407"/>
                </a:lnTo>
                <a:lnTo>
                  <a:pt x="15644" y="7699"/>
                </a:lnTo>
                <a:lnTo>
                  <a:pt x="14915" y="8064"/>
                </a:lnTo>
                <a:lnTo>
                  <a:pt x="13878" y="8586"/>
                </a:lnTo>
                <a:lnTo>
                  <a:pt x="12360" y="9348"/>
                </a:lnTo>
                <a:lnTo>
                  <a:pt x="10197" y="10435"/>
                </a:lnTo>
                <a:lnTo>
                  <a:pt x="7217" y="11933"/>
                </a:lnTo>
                <a:lnTo>
                  <a:pt x="7217" y="10336"/>
                </a:lnTo>
                <a:lnTo>
                  <a:pt x="7217" y="8729"/>
                </a:lnTo>
                <a:lnTo>
                  <a:pt x="7217" y="7100"/>
                </a:lnTo>
                <a:lnTo>
                  <a:pt x="5427" y="6356"/>
                </a:lnTo>
                <a:lnTo>
                  <a:pt x="4157" y="5858"/>
                </a:lnTo>
                <a:lnTo>
                  <a:pt x="3060" y="5491"/>
                </a:lnTo>
                <a:lnTo>
                  <a:pt x="1790" y="5138"/>
                </a:lnTo>
                <a:lnTo>
                  <a:pt x="0" y="4683"/>
                </a:lnTo>
                <a:lnTo>
                  <a:pt x="1621" y="4159"/>
                </a:lnTo>
                <a:lnTo>
                  <a:pt x="3243" y="3642"/>
                </a:lnTo>
                <a:lnTo>
                  <a:pt x="4867" y="3130"/>
                </a:lnTo>
                <a:lnTo>
                  <a:pt x="6493" y="2620"/>
                </a:lnTo>
                <a:lnTo>
                  <a:pt x="8119" y="2117"/>
                </a:lnTo>
                <a:lnTo>
                  <a:pt x="9627" y="1638"/>
                </a:lnTo>
                <a:lnTo>
                  <a:pt x="11145" y="1158"/>
                </a:lnTo>
                <a:lnTo>
                  <a:pt x="12685" y="669"/>
                </a:lnTo>
                <a:lnTo>
                  <a:pt x="14737" y="273"/>
                </a:lnTo>
                <a:lnTo>
                  <a:pt x="16134" y="56"/>
                </a:lnTo>
                <a:lnTo>
                  <a:pt x="17222" y="0"/>
                </a:lnTo>
                <a:lnTo>
                  <a:pt x="18345" y="87"/>
                </a:lnTo>
                <a:lnTo>
                  <a:pt x="19846" y="304"/>
                </a:lnTo>
                <a:close/>
              </a:path>
            </a:pathLst>
          </a:custGeom>
          <a:solidFill>
            <a:srgbClr val="5F5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4" name="contour_10062"/>
          <p:cNvSpPr/>
          <p:nvPr/>
        </p:nvSpPr>
        <p:spPr>
          <a:xfrm>
            <a:off x="4674689" y="2725709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870" y="891"/>
                </a:lnTo>
                <a:lnTo>
                  <a:pt x="15401" y="1785"/>
                </a:lnTo>
                <a:lnTo>
                  <a:pt x="16937" y="2681"/>
                </a:lnTo>
                <a:lnTo>
                  <a:pt x="18480" y="3580"/>
                </a:lnTo>
                <a:lnTo>
                  <a:pt x="20032" y="4487"/>
                </a:lnTo>
                <a:lnTo>
                  <a:pt x="21600" y="5400"/>
                </a:lnTo>
                <a:lnTo>
                  <a:pt x="19560" y="5400"/>
                </a:lnTo>
                <a:lnTo>
                  <a:pt x="17508" y="5400"/>
                </a:lnTo>
                <a:lnTo>
                  <a:pt x="15429" y="5400"/>
                </a:lnTo>
                <a:lnTo>
                  <a:pt x="15697" y="6817"/>
                </a:lnTo>
                <a:lnTo>
                  <a:pt x="15972" y="8259"/>
                </a:lnTo>
                <a:lnTo>
                  <a:pt x="16169" y="10138"/>
                </a:lnTo>
                <a:lnTo>
                  <a:pt x="16299" y="11910"/>
                </a:lnTo>
                <a:lnTo>
                  <a:pt x="16323" y="13622"/>
                </a:lnTo>
                <a:lnTo>
                  <a:pt x="16209" y="15325"/>
                </a:lnTo>
                <a:lnTo>
                  <a:pt x="15922" y="17067"/>
                </a:lnTo>
                <a:lnTo>
                  <a:pt x="15429" y="18900"/>
                </a:lnTo>
                <a:lnTo>
                  <a:pt x="13559" y="19634"/>
                </a:lnTo>
                <a:lnTo>
                  <a:pt x="11689" y="20212"/>
                </a:lnTo>
                <a:lnTo>
                  <a:pt x="9809" y="20660"/>
                </a:lnTo>
                <a:lnTo>
                  <a:pt x="7915" y="20995"/>
                </a:lnTo>
                <a:lnTo>
                  <a:pt x="5992" y="21236"/>
                </a:lnTo>
                <a:lnTo>
                  <a:pt x="4039" y="21406"/>
                </a:lnTo>
                <a:lnTo>
                  <a:pt x="2046" y="21519"/>
                </a:lnTo>
                <a:lnTo>
                  <a:pt x="0" y="21600"/>
                </a:lnTo>
                <a:lnTo>
                  <a:pt x="694" y="18473"/>
                </a:lnTo>
                <a:lnTo>
                  <a:pt x="1203" y="16278"/>
                </a:lnTo>
                <a:lnTo>
                  <a:pt x="1611" y="14715"/>
                </a:lnTo>
                <a:lnTo>
                  <a:pt x="2003" y="13478"/>
                </a:lnTo>
                <a:lnTo>
                  <a:pt x="2465" y="12274"/>
                </a:lnTo>
                <a:lnTo>
                  <a:pt x="3086" y="10800"/>
                </a:lnTo>
                <a:lnTo>
                  <a:pt x="4919" y="9904"/>
                </a:lnTo>
                <a:lnTo>
                  <a:pt x="6171" y="9326"/>
                </a:lnTo>
                <a:lnTo>
                  <a:pt x="7424" y="8807"/>
                </a:lnTo>
                <a:lnTo>
                  <a:pt x="9257" y="8100"/>
                </a:lnTo>
                <a:lnTo>
                  <a:pt x="10208" y="6010"/>
                </a:lnTo>
                <a:lnTo>
                  <a:pt x="10843" y="4544"/>
                </a:lnTo>
                <a:lnTo>
                  <a:pt x="11312" y="3313"/>
                </a:lnTo>
                <a:lnTo>
                  <a:pt x="11763" y="1928"/>
                </a:lnTo>
                <a:lnTo>
                  <a:pt x="12343" y="0"/>
                </a:lnTo>
                <a:close/>
              </a:path>
            </a:pathLst>
          </a:custGeom>
          <a:solidFill>
            <a:srgbClr val="8873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5" name="contour_10063"/>
          <p:cNvSpPr/>
          <p:nvPr/>
        </p:nvSpPr>
        <p:spPr>
          <a:xfrm>
            <a:off x="5766409" y="2725709"/>
            <a:ext cx="2386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37" y="0"/>
                </a:moveTo>
                <a:lnTo>
                  <a:pt x="11183" y="952"/>
                </a:lnTo>
                <a:lnTo>
                  <a:pt x="14026" y="1848"/>
                </a:lnTo>
                <a:lnTo>
                  <a:pt x="16447" y="2730"/>
                </a:lnTo>
                <a:lnTo>
                  <a:pt x="18433" y="3639"/>
                </a:lnTo>
                <a:lnTo>
                  <a:pt x="19970" y="4617"/>
                </a:lnTo>
                <a:lnTo>
                  <a:pt x="21033" y="5707"/>
                </a:lnTo>
                <a:lnTo>
                  <a:pt x="21600" y="6954"/>
                </a:lnTo>
                <a:lnTo>
                  <a:pt x="21244" y="8068"/>
                </a:lnTo>
                <a:lnTo>
                  <a:pt x="20828" y="9178"/>
                </a:lnTo>
                <a:lnTo>
                  <a:pt x="20360" y="10285"/>
                </a:lnTo>
                <a:lnTo>
                  <a:pt x="19838" y="11390"/>
                </a:lnTo>
                <a:lnTo>
                  <a:pt x="19271" y="12496"/>
                </a:lnTo>
                <a:lnTo>
                  <a:pt x="18658" y="13605"/>
                </a:lnTo>
                <a:lnTo>
                  <a:pt x="18097" y="14761"/>
                </a:lnTo>
                <a:lnTo>
                  <a:pt x="17523" y="15937"/>
                </a:lnTo>
                <a:lnTo>
                  <a:pt x="16955" y="17071"/>
                </a:lnTo>
                <a:lnTo>
                  <a:pt x="16375" y="18204"/>
                </a:lnTo>
                <a:lnTo>
                  <a:pt x="15774" y="19337"/>
                </a:lnTo>
                <a:lnTo>
                  <a:pt x="15161" y="20468"/>
                </a:lnTo>
                <a:lnTo>
                  <a:pt x="14534" y="21600"/>
                </a:lnTo>
                <a:lnTo>
                  <a:pt x="10668" y="21206"/>
                </a:lnTo>
                <a:lnTo>
                  <a:pt x="8003" y="20902"/>
                </a:lnTo>
                <a:lnTo>
                  <a:pt x="5311" y="20532"/>
                </a:lnTo>
                <a:lnTo>
                  <a:pt x="1339" y="19938"/>
                </a:lnTo>
                <a:lnTo>
                  <a:pt x="811" y="18847"/>
                </a:lnTo>
                <a:lnTo>
                  <a:pt x="416" y="17797"/>
                </a:lnTo>
                <a:lnTo>
                  <a:pt x="152" y="16768"/>
                </a:lnTo>
                <a:lnTo>
                  <a:pt x="13" y="15740"/>
                </a:lnTo>
                <a:lnTo>
                  <a:pt x="0" y="14693"/>
                </a:lnTo>
                <a:lnTo>
                  <a:pt x="99" y="13605"/>
                </a:lnTo>
                <a:lnTo>
                  <a:pt x="165" y="12702"/>
                </a:lnTo>
                <a:lnTo>
                  <a:pt x="231" y="11787"/>
                </a:lnTo>
                <a:lnTo>
                  <a:pt x="402" y="10669"/>
                </a:lnTo>
                <a:lnTo>
                  <a:pt x="653" y="9570"/>
                </a:lnTo>
                <a:lnTo>
                  <a:pt x="996" y="8485"/>
                </a:lnTo>
                <a:lnTo>
                  <a:pt x="1438" y="7412"/>
                </a:lnTo>
                <a:lnTo>
                  <a:pt x="1992" y="6350"/>
                </a:lnTo>
                <a:lnTo>
                  <a:pt x="2652" y="5292"/>
                </a:lnTo>
                <a:lnTo>
                  <a:pt x="3437" y="4239"/>
                </a:lnTo>
                <a:lnTo>
                  <a:pt x="4354" y="3185"/>
                </a:lnTo>
                <a:lnTo>
                  <a:pt x="5403" y="2130"/>
                </a:lnTo>
                <a:lnTo>
                  <a:pt x="6591" y="1070"/>
                </a:lnTo>
                <a:lnTo>
                  <a:pt x="7937" y="0"/>
                </a:lnTo>
                <a:close/>
              </a:path>
            </a:pathLst>
          </a:custGeom>
          <a:solidFill>
            <a:srgbClr val="A5AD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6" name="contour_10064"/>
          <p:cNvSpPr/>
          <p:nvPr/>
        </p:nvSpPr>
        <p:spPr>
          <a:xfrm>
            <a:off x="10716434" y="2732997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158"/>
                </a:lnTo>
                <a:lnTo>
                  <a:pt x="6860" y="318"/>
                </a:lnTo>
                <a:lnTo>
                  <a:pt x="8618" y="538"/>
                </a:lnTo>
                <a:lnTo>
                  <a:pt x="11340" y="877"/>
                </a:lnTo>
                <a:lnTo>
                  <a:pt x="15509" y="1398"/>
                </a:lnTo>
                <a:lnTo>
                  <a:pt x="21600" y="2160"/>
                </a:lnTo>
                <a:lnTo>
                  <a:pt x="20788" y="3767"/>
                </a:lnTo>
                <a:lnTo>
                  <a:pt x="20157" y="4908"/>
                </a:lnTo>
                <a:lnTo>
                  <a:pt x="19500" y="5892"/>
                </a:lnTo>
                <a:lnTo>
                  <a:pt x="18611" y="7033"/>
                </a:lnTo>
                <a:lnTo>
                  <a:pt x="17280" y="8640"/>
                </a:lnTo>
                <a:lnTo>
                  <a:pt x="14424" y="8640"/>
                </a:lnTo>
                <a:lnTo>
                  <a:pt x="11552" y="8640"/>
                </a:lnTo>
                <a:lnTo>
                  <a:pt x="8640" y="8640"/>
                </a:lnTo>
                <a:lnTo>
                  <a:pt x="9115" y="10066"/>
                </a:lnTo>
                <a:lnTo>
                  <a:pt x="9590" y="11493"/>
                </a:lnTo>
                <a:lnTo>
                  <a:pt x="10066" y="12921"/>
                </a:lnTo>
                <a:lnTo>
                  <a:pt x="10545" y="14353"/>
                </a:lnTo>
                <a:lnTo>
                  <a:pt x="11025" y="15790"/>
                </a:lnTo>
                <a:lnTo>
                  <a:pt x="11504" y="17232"/>
                </a:lnTo>
                <a:lnTo>
                  <a:pt x="11988" y="18680"/>
                </a:lnTo>
                <a:lnTo>
                  <a:pt x="12472" y="20136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285" y="20174"/>
                </a:lnTo>
                <a:lnTo>
                  <a:pt x="570" y="18749"/>
                </a:lnTo>
                <a:lnTo>
                  <a:pt x="855" y="17321"/>
                </a:lnTo>
                <a:lnTo>
                  <a:pt x="1140" y="15893"/>
                </a:lnTo>
                <a:lnTo>
                  <a:pt x="1426" y="14463"/>
                </a:lnTo>
                <a:lnTo>
                  <a:pt x="1715" y="13033"/>
                </a:lnTo>
                <a:lnTo>
                  <a:pt x="2000" y="11599"/>
                </a:lnTo>
                <a:lnTo>
                  <a:pt x="2290" y="10163"/>
                </a:lnTo>
                <a:lnTo>
                  <a:pt x="2575" y="8722"/>
                </a:lnTo>
                <a:lnTo>
                  <a:pt x="2864" y="7279"/>
                </a:lnTo>
                <a:lnTo>
                  <a:pt x="3154" y="5834"/>
                </a:lnTo>
                <a:lnTo>
                  <a:pt x="3443" y="4383"/>
                </a:lnTo>
                <a:lnTo>
                  <a:pt x="3737" y="2927"/>
                </a:lnTo>
                <a:lnTo>
                  <a:pt x="4026" y="1467"/>
                </a:lnTo>
                <a:lnTo>
                  <a:pt x="4320" y="0"/>
                </a:lnTo>
                <a:close/>
              </a:path>
            </a:pathLst>
          </a:custGeom>
          <a:solidFill>
            <a:srgbClr val="6969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7" name="contour_10065"/>
          <p:cNvSpPr/>
          <p:nvPr/>
        </p:nvSpPr>
        <p:spPr>
          <a:xfrm>
            <a:off x="4354018" y="2718421"/>
            <a:ext cx="80168" cy="38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2074" y="1777"/>
                </a:lnTo>
                <a:lnTo>
                  <a:pt x="2186" y="3582"/>
                </a:lnTo>
                <a:lnTo>
                  <a:pt x="2427" y="6272"/>
                </a:lnTo>
                <a:lnTo>
                  <a:pt x="2696" y="8851"/>
                </a:lnTo>
                <a:lnTo>
                  <a:pt x="3020" y="11365"/>
                </a:lnTo>
                <a:lnTo>
                  <a:pt x="3421" y="13854"/>
                </a:lnTo>
                <a:lnTo>
                  <a:pt x="3927" y="16376"/>
                </a:lnTo>
                <a:lnTo>
                  <a:pt x="5388" y="17236"/>
                </a:lnTo>
                <a:lnTo>
                  <a:pt x="6425" y="17666"/>
                </a:lnTo>
                <a:lnTo>
                  <a:pt x="7320" y="17666"/>
                </a:lnTo>
                <a:lnTo>
                  <a:pt x="8357" y="17236"/>
                </a:lnTo>
                <a:lnTo>
                  <a:pt x="9818" y="16376"/>
                </a:lnTo>
                <a:lnTo>
                  <a:pt x="10482" y="13330"/>
                </a:lnTo>
                <a:lnTo>
                  <a:pt x="10916" y="11168"/>
                </a:lnTo>
                <a:lnTo>
                  <a:pt x="11214" y="9302"/>
                </a:lnTo>
                <a:lnTo>
                  <a:pt x="11472" y="7140"/>
                </a:lnTo>
                <a:lnTo>
                  <a:pt x="11782" y="4094"/>
                </a:lnTo>
                <a:lnTo>
                  <a:pt x="11782" y="6526"/>
                </a:lnTo>
                <a:lnTo>
                  <a:pt x="11782" y="8966"/>
                </a:lnTo>
                <a:lnTo>
                  <a:pt x="11782" y="11414"/>
                </a:lnTo>
                <a:lnTo>
                  <a:pt x="11782" y="13883"/>
                </a:lnTo>
                <a:lnTo>
                  <a:pt x="11782" y="16376"/>
                </a:lnTo>
                <a:lnTo>
                  <a:pt x="13080" y="16376"/>
                </a:lnTo>
                <a:lnTo>
                  <a:pt x="14386" y="16376"/>
                </a:lnTo>
                <a:lnTo>
                  <a:pt x="15709" y="16376"/>
                </a:lnTo>
                <a:lnTo>
                  <a:pt x="16296" y="13686"/>
                </a:lnTo>
                <a:lnTo>
                  <a:pt x="16614" y="11561"/>
                </a:lnTo>
                <a:lnTo>
                  <a:pt x="16936" y="8188"/>
                </a:lnTo>
                <a:lnTo>
                  <a:pt x="17158" y="5904"/>
                </a:lnTo>
                <a:lnTo>
                  <a:pt x="17382" y="3582"/>
                </a:lnTo>
                <a:lnTo>
                  <a:pt x="17527" y="1805"/>
                </a:lnTo>
                <a:lnTo>
                  <a:pt x="17673" y="0"/>
                </a:lnTo>
                <a:lnTo>
                  <a:pt x="18839" y="929"/>
                </a:lnTo>
                <a:lnTo>
                  <a:pt x="19636" y="1662"/>
                </a:lnTo>
                <a:lnTo>
                  <a:pt x="20434" y="2592"/>
                </a:lnTo>
                <a:lnTo>
                  <a:pt x="21600" y="4094"/>
                </a:lnTo>
                <a:lnTo>
                  <a:pt x="21600" y="6800"/>
                </a:lnTo>
                <a:lnTo>
                  <a:pt x="21600" y="9523"/>
                </a:lnTo>
                <a:lnTo>
                  <a:pt x="21600" y="12282"/>
                </a:lnTo>
                <a:lnTo>
                  <a:pt x="20302" y="12282"/>
                </a:lnTo>
                <a:lnTo>
                  <a:pt x="18996" y="12282"/>
                </a:lnTo>
                <a:lnTo>
                  <a:pt x="17673" y="12282"/>
                </a:lnTo>
                <a:lnTo>
                  <a:pt x="17673" y="14988"/>
                </a:lnTo>
                <a:lnTo>
                  <a:pt x="17673" y="17711"/>
                </a:lnTo>
                <a:lnTo>
                  <a:pt x="17673" y="20470"/>
                </a:lnTo>
                <a:lnTo>
                  <a:pt x="16383" y="20630"/>
                </a:lnTo>
                <a:lnTo>
                  <a:pt x="15094" y="20773"/>
                </a:lnTo>
                <a:lnTo>
                  <a:pt x="13806" y="20904"/>
                </a:lnTo>
                <a:lnTo>
                  <a:pt x="12518" y="21027"/>
                </a:lnTo>
                <a:lnTo>
                  <a:pt x="11230" y="21137"/>
                </a:lnTo>
                <a:lnTo>
                  <a:pt x="9940" y="21240"/>
                </a:lnTo>
                <a:lnTo>
                  <a:pt x="9388" y="21318"/>
                </a:lnTo>
                <a:lnTo>
                  <a:pt x="7721" y="21551"/>
                </a:lnTo>
                <a:lnTo>
                  <a:pt x="6653" y="21600"/>
                </a:lnTo>
                <a:lnTo>
                  <a:pt x="5820" y="21567"/>
                </a:lnTo>
                <a:lnTo>
                  <a:pt x="4944" y="21403"/>
                </a:lnTo>
                <a:lnTo>
                  <a:pt x="3751" y="21055"/>
                </a:lnTo>
                <a:lnTo>
                  <a:pt x="1964" y="20470"/>
                </a:lnTo>
                <a:lnTo>
                  <a:pt x="1212" y="17547"/>
                </a:lnTo>
                <a:lnTo>
                  <a:pt x="734" y="15447"/>
                </a:lnTo>
                <a:lnTo>
                  <a:pt x="436" y="13580"/>
                </a:lnTo>
                <a:lnTo>
                  <a:pt x="222" y="11357"/>
                </a:lnTo>
                <a:lnTo>
                  <a:pt x="0" y="8188"/>
                </a:lnTo>
                <a:lnTo>
                  <a:pt x="514" y="5322"/>
                </a:lnTo>
                <a:lnTo>
                  <a:pt x="890" y="3517"/>
                </a:lnTo>
                <a:lnTo>
                  <a:pt x="1312" y="1998"/>
                </a:lnTo>
                <a:lnTo>
                  <a:pt x="1964" y="0"/>
                </a:lnTo>
                <a:close/>
              </a:path>
            </a:pathLst>
          </a:custGeom>
          <a:solidFill>
            <a:srgbClr val="E2E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8" name="contour_10066"/>
          <p:cNvSpPr/>
          <p:nvPr/>
        </p:nvSpPr>
        <p:spPr>
          <a:xfrm>
            <a:off x="8282245" y="2674423"/>
            <a:ext cx="72880" cy="658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8"/>
                </a:moveTo>
                <a:lnTo>
                  <a:pt x="20902" y="1979"/>
                </a:lnTo>
                <a:lnTo>
                  <a:pt x="20168" y="3693"/>
                </a:lnTo>
                <a:lnTo>
                  <a:pt x="19392" y="5246"/>
                </a:lnTo>
                <a:lnTo>
                  <a:pt x="18567" y="6659"/>
                </a:lnTo>
                <a:lnTo>
                  <a:pt x="17688" y="7947"/>
                </a:lnTo>
                <a:lnTo>
                  <a:pt x="16751" y="9130"/>
                </a:lnTo>
                <a:lnTo>
                  <a:pt x="15751" y="10223"/>
                </a:lnTo>
                <a:lnTo>
                  <a:pt x="14679" y="11241"/>
                </a:lnTo>
                <a:lnTo>
                  <a:pt x="13532" y="12207"/>
                </a:lnTo>
                <a:lnTo>
                  <a:pt x="12306" y="13134"/>
                </a:lnTo>
                <a:lnTo>
                  <a:pt x="10992" y="14042"/>
                </a:lnTo>
                <a:lnTo>
                  <a:pt x="9586" y="14946"/>
                </a:lnTo>
                <a:lnTo>
                  <a:pt x="8085" y="15866"/>
                </a:lnTo>
                <a:lnTo>
                  <a:pt x="6480" y="16820"/>
                </a:lnTo>
                <a:lnTo>
                  <a:pt x="5387" y="17596"/>
                </a:lnTo>
                <a:lnTo>
                  <a:pt x="4301" y="18383"/>
                </a:lnTo>
                <a:lnTo>
                  <a:pt x="3221" y="19179"/>
                </a:lnTo>
                <a:lnTo>
                  <a:pt x="2147" y="19982"/>
                </a:lnTo>
                <a:lnTo>
                  <a:pt x="1074" y="20790"/>
                </a:lnTo>
                <a:lnTo>
                  <a:pt x="0" y="21600"/>
                </a:lnTo>
                <a:lnTo>
                  <a:pt x="616" y="19982"/>
                </a:lnTo>
                <a:lnTo>
                  <a:pt x="1283" y="18337"/>
                </a:lnTo>
                <a:lnTo>
                  <a:pt x="2007" y="16679"/>
                </a:lnTo>
                <a:lnTo>
                  <a:pt x="2782" y="15020"/>
                </a:lnTo>
                <a:lnTo>
                  <a:pt x="3616" y="13378"/>
                </a:lnTo>
                <a:lnTo>
                  <a:pt x="4506" y="11764"/>
                </a:lnTo>
                <a:lnTo>
                  <a:pt x="5452" y="10199"/>
                </a:lnTo>
                <a:lnTo>
                  <a:pt x="6458" y="8688"/>
                </a:lnTo>
                <a:lnTo>
                  <a:pt x="7521" y="7252"/>
                </a:lnTo>
                <a:lnTo>
                  <a:pt x="8646" y="5904"/>
                </a:lnTo>
                <a:lnTo>
                  <a:pt x="9832" y="4658"/>
                </a:lnTo>
                <a:lnTo>
                  <a:pt x="11079" y="3528"/>
                </a:lnTo>
                <a:lnTo>
                  <a:pt x="12388" y="2529"/>
                </a:lnTo>
                <a:lnTo>
                  <a:pt x="13759" y="1676"/>
                </a:lnTo>
                <a:lnTo>
                  <a:pt x="15196" y="982"/>
                </a:lnTo>
                <a:lnTo>
                  <a:pt x="16697" y="461"/>
                </a:lnTo>
                <a:lnTo>
                  <a:pt x="18265" y="129"/>
                </a:lnTo>
                <a:lnTo>
                  <a:pt x="19898" y="0"/>
                </a:lnTo>
                <a:lnTo>
                  <a:pt x="21600" y="88"/>
                </a:lnTo>
                <a:close/>
              </a:path>
            </a:pathLst>
          </a:custGeom>
          <a:solidFill>
            <a:srgbClr val="E5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69" name="contour_10067"/>
          <p:cNvSpPr/>
          <p:nvPr/>
        </p:nvSpPr>
        <p:spPr>
          <a:xfrm>
            <a:off x="10381187" y="2677535"/>
            <a:ext cx="80168" cy="28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956"/>
                </a:moveTo>
                <a:lnTo>
                  <a:pt x="21158" y="12205"/>
                </a:lnTo>
                <a:lnTo>
                  <a:pt x="20805" y="14446"/>
                </a:lnTo>
                <a:lnTo>
                  <a:pt x="20359" y="16727"/>
                </a:lnTo>
                <a:lnTo>
                  <a:pt x="19636" y="20081"/>
                </a:lnTo>
                <a:lnTo>
                  <a:pt x="18279" y="21099"/>
                </a:lnTo>
                <a:lnTo>
                  <a:pt x="17245" y="21478"/>
                </a:lnTo>
                <a:lnTo>
                  <a:pt x="15648" y="21561"/>
                </a:lnTo>
                <a:lnTo>
                  <a:pt x="14472" y="21578"/>
                </a:lnTo>
                <a:lnTo>
                  <a:pt x="13278" y="21600"/>
                </a:lnTo>
                <a:lnTo>
                  <a:pt x="12049" y="21539"/>
                </a:lnTo>
                <a:lnTo>
                  <a:pt x="10800" y="21472"/>
                </a:lnTo>
                <a:lnTo>
                  <a:pt x="9571" y="21539"/>
                </a:lnTo>
                <a:lnTo>
                  <a:pt x="8322" y="21600"/>
                </a:lnTo>
                <a:lnTo>
                  <a:pt x="7146" y="21578"/>
                </a:lnTo>
                <a:lnTo>
                  <a:pt x="5952" y="21561"/>
                </a:lnTo>
                <a:lnTo>
                  <a:pt x="5412" y="21550"/>
                </a:lnTo>
                <a:lnTo>
                  <a:pt x="3778" y="21522"/>
                </a:lnTo>
                <a:lnTo>
                  <a:pt x="2457" y="20298"/>
                </a:lnTo>
                <a:lnTo>
                  <a:pt x="1665" y="18457"/>
                </a:lnTo>
                <a:lnTo>
                  <a:pt x="732" y="14424"/>
                </a:lnTo>
                <a:lnTo>
                  <a:pt x="369" y="11710"/>
                </a:lnTo>
                <a:lnTo>
                  <a:pt x="0" y="8956"/>
                </a:lnTo>
                <a:lnTo>
                  <a:pt x="1490" y="6653"/>
                </a:lnTo>
                <a:lnTo>
                  <a:pt x="2918" y="4712"/>
                </a:lnTo>
                <a:lnTo>
                  <a:pt x="4294" y="3121"/>
                </a:lnTo>
                <a:lnTo>
                  <a:pt x="5626" y="1869"/>
                </a:lnTo>
                <a:lnTo>
                  <a:pt x="6922" y="940"/>
                </a:lnTo>
                <a:lnTo>
                  <a:pt x="8194" y="328"/>
                </a:lnTo>
                <a:lnTo>
                  <a:pt x="9451" y="17"/>
                </a:lnTo>
                <a:lnTo>
                  <a:pt x="10700" y="0"/>
                </a:lnTo>
                <a:lnTo>
                  <a:pt x="11955" y="261"/>
                </a:lnTo>
                <a:lnTo>
                  <a:pt x="13219" y="790"/>
                </a:lnTo>
                <a:lnTo>
                  <a:pt x="14507" y="1574"/>
                </a:lnTo>
                <a:lnTo>
                  <a:pt x="15825" y="2609"/>
                </a:lnTo>
                <a:lnTo>
                  <a:pt x="17186" y="3872"/>
                </a:lnTo>
                <a:lnTo>
                  <a:pt x="18594" y="5362"/>
                </a:lnTo>
                <a:lnTo>
                  <a:pt x="20062" y="7059"/>
                </a:lnTo>
                <a:lnTo>
                  <a:pt x="21600" y="8956"/>
                </a:lnTo>
                <a:close/>
              </a:path>
            </a:pathLst>
          </a:custGeom>
          <a:solidFill>
            <a:srgbClr val="E2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0" name="contour_10068"/>
          <p:cNvSpPr/>
          <p:nvPr/>
        </p:nvSpPr>
        <p:spPr>
          <a:xfrm>
            <a:off x="3821994" y="2674693"/>
            <a:ext cx="523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25" y="0"/>
                </a:moveTo>
                <a:lnTo>
                  <a:pt x="11116" y="293"/>
                </a:lnTo>
                <a:lnTo>
                  <a:pt x="13162" y="636"/>
                </a:lnTo>
                <a:lnTo>
                  <a:pt x="15171" y="1052"/>
                </a:lnTo>
                <a:lnTo>
                  <a:pt x="17154" y="1580"/>
                </a:lnTo>
                <a:lnTo>
                  <a:pt x="19115" y="2246"/>
                </a:lnTo>
                <a:lnTo>
                  <a:pt x="21058" y="3086"/>
                </a:lnTo>
                <a:lnTo>
                  <a:pt x="21419" y="5381"/>
                </a:lnTo>
                <a:lnTo>
                  <a:pt x="21600" y="7011"/>
                </a:lnTo>
                <a:lnTo>
                  <a:pt x="21600" y="8418"/>
                </a:lnTo>
                <a:lnTo>
                  <a:pt x="21419" y="10047"/>
                </a:lnTo>
                <a:lnTo>
                  <a:pt x="21058" y="12343"/>
                </a:lnTo>
                <a:lnTo>
                  <a:pt x="21058" y="13873"/>
                </a:lnTo>
                <a:lnTo>
                  <a:pt x="21058" y="15429"/>
                </a:lnTo>
                <a:lnTo>
                  <a:pt x="19308" y="16043"/>
                </a:lnTo>
                <a:lnTo>
                  <a:pt x="17563" y="16626"/>
                </a:lnTo>
                <a:lnTo>
                  <a:pt x="15824" y="17181"/>
                </a:lnTo>
                <a:lnTo>
                  <a:pt x="14076" y="17709"/>
                </a:lnTo>
                <a:lnTo>
                  <a:pt x="12313" y="18218"/>
                </a:lnTo>
                <a:lnTo>
                  <a:pt x="10529" y="18706"/>
                </a:lnTo>
                <a:lnTo>
                  <a:pt x="9019" y="19128"/>
                </a:lnTo>
                <a:lnTo>
                  <a:pt x="7485" y="19557"/>
                </a:lnTo>
                <a:lnTo>
                  <a:pt x="5617" y="20076"/>
                </a:lnTo>
                <a:lnTo>
                  <a:pt x="3745" y="20588"/>
                </a:lnTo>
                <a:lnTo>
                  <a:pt x="1871" y="21094"/>
                </a:lnTo>
                <a:lnTo>
                  <a:pt x="0" y="21600"/>
                </a:lnTo>
                <a:lnTo>
                  <a:pt x="262" y="19668"/>
                </a:lnTo>
                <a:lnTo>
                  <a:pt x="542" y="17740"/>
                </a:lnTo>
                <a:lnTo>
                  <a:pt x="830" y="15811"/>
                </a:lnTo>
                <a:lnTo>
                  <a:pt x="1128" y="13886"/>
                </a:lnTo>
                <a:lnTo>
                  <a:pt x="1444" y="11732"/>
                </a:lnTo>
                <a:lnTo>
                  <a:pt x="1763" y="9547"/>
                </a:lnTo>
                <a:lnTo>
                  <a:pt x="2383" y="7872"/>
                </a:lnTo>
                <a:lnTo>
                  <a:pt x="3008" y="6171"/>
                </a:lnTo>
                <a:lnTo>
                  <a:pt x="4997" y="6171"/>
                </a:lnTo>
                <a:lnTo>
                  <a:pt x="6997" y="6171"/>
                </a:lnTo>
                <a:lnTo>
                  <a:pt x="9025" y="6171"/>
                </a:lnTo>
                <a:lnTo>
                  <a:pt x="9025" y="4132"/>
                </a:lnTo>
                <a:lnTo>
                  <a:pt x="9025" y="2080"/>
                </a:lnTo>
                <a:lnTo>
                  <a:pt x="9025" y="0"/>
                </a:lnTo>
                <a:close/>
              </a:path>
            </a:pathLst>
          </a:custGeom>
          <a:solidFill>
            <a:srgbClr val="C9CD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1" name="contour_10069"/>
          <p:cNvSpPr/>
          <p:nvPr/>
        </p:nvSpPr>
        <p:spPr>
          <a:xfrm>
            <a:off x="5549248" y="2652829"/>
            <a:ext cx="10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648" y="2138"/>
                </a:lnTo>
                <a:lnTo>
                  <a:pt x="12955" y="4284"/>
                </a:lnTo>
                <a:lnTo>
                  <a:pt x="13262" y="6437"/>
                </a:lnTo>
                <a:lnTo>
                  <a:pt x="13573" y="8608"/>
                </a:lnTo>
                <a:lnTo>
                  <a:pt x="13886" y="10800"/>
                </a:lnTo>
                <a:lnTo>
                  <a:pt x="14841" y="10354"/>
                </a:lnTo>
                <a:lnTo>
                  <a:pt x="15796" y="9907"/>
                </a:lnTo>
                <a:lnTo>
                  <a:pt x="16754" y="9461"/>
                </a:lnTo>
                <a:lnTo>
                  <a:pt x="17714" y="9014"/>
                </a:lnTo>
                <a:lnTo>
                  <a:pt x="18678" y="8564"/>
                </a:lnTo>
                <a:lnTo>
                  <a:pt x="19647" y="8111"/>
                </a:lnTo>
                <a:lnTo>
                  <a:pt x="20620" y="7657"/>
                </a:lnTo>
                <a:lnTo>
                  <a:pt x="21600" y="7200"/>
                </a:lnTo>
                <a:lnTo>
                  <a:pt x="21345" y="9576"/>
                </a:lnTo>
                <a:lnTo>
                  <a:pt x="21091" y="11956"/>
                </a:lnTo>
                <a:lnTo>
                  <a:pt x="20835" y="14346"/>
                </a:lnTo>
                <a:lnTo>
                  <a:pt x="20577" y="16747"/>
                </a:lnTo>
                <a:lnTo>
                  <a:pt x="20318" y="19163"/>
                </a:lnTo>
                <a:lnTo>
                  <a:pt x="20057" y="21600"/>
                </a:lnTo>
                <a:lnTo>
                  <a:pt x="20057" y="19220"/>
                </a:lnTo>
                <a:lnTo>
                  <a:pt x="20057" y="16826"/>
                </a:lnTo>
                <a:lnTo>
                  <a:pt x="20057" y="14400"/>
                </a:lnTo>
                <a:lnTo>
                  <a:pt x="19013" y="14400"/>
                </a:lnTo>
                <a:lnTo>
                  <a:pt x="17967" y="14400"/>
                </a:lnTo>
                <a:lnTo>
                  <a:pt x="16921" y="14400"/>
                </a:lnTo>
                <a:lnTo>
                  <a:pt x="15874" y="14400"/>
                </a:lnTo>
                <a:lnTo>
                  <a:pt x="14828" y="14400"/>
                </a:lnTo>
                <a:lnTo>
                  <a:pt x="13781" y="14400"/>
                </a:lnTo>
                <a:lnTo>
                  <a:pt x="12732" y="14400"/>
                </a:lnTo>
                <a:lnTo>
                  <a:pt x="11681" y="14400"/>
                </a:lnTo>
                <a:lnTo>
                  <a:pt x="10630" y="14400"/>
                </a:lnTo>
                <a:lnTo>
                  <a:pt x="9577" y="14400"/>
                </a:lnTo>
                <a:lnTo>
                  <a:pt x="8523" y="14400"/>
                </a:lnTo>
                <a:lnTo>
                  <a:pt x="7466" y="14400"/>
                </a:lnTo>
                <a:lnTo>
                  <a:pt x="6407" y="14400"/>
                </a:lnTo>
                <a:lnTo>
                  <a:pt x="5346" y="14400"/>
                </a:lnTo>
                <a:lnTo>
                  <a:pt x="4283" y="14400"/>
                </a:lnTo>
                <a:lnTo>
                  <a:pt x="3215" y="14400"/>
                </a:lnTo>
                <a:lnTo>
                  <a:pt x="2148" y="14400"/>
                </a:lnTo>
                <a:lnTo>
                  <a:pt x="1075" y="14400"/>
                </a:lnTo>
                <a:lnTo>
                  <a:pt x="0" y="14400"/>
                </a:lnTo>
                <a:lnTo>
                  <a:pt x="0" y="12614"/>
                </a:lnTo>
                <a:lnTo>
                  <a:pt x="0" y="10800"/>
                </a:lnTo>
                <a:lnTo>
                  <a:pt x="883" y="10127"/>
                </a:lnTo>
                <a:lnTo>
                  <a:pt x="1760" y="9486"/>
                </a:lnTo>
                <a:lnTo>
                  <a:pt x="2638" y="8878"/>
                </a:lnTo>
                <a:lnTo>
                  <a:pt x="3519" y="8294"/>
                </a:lnTo>
                <a:lnTo>
                  <a:pt x="4406" y="7736"/>
                </a:lnTo>
                <a:lnTo>
                  <a:pt x="5304" y="7200"/>
                </a:lnTo>
                <a:lnTo>
                  <a:pt x="7284" y="5998"/>
                </a:lnTo>
                <a:lnTo>
                  <a:pt x="8733" y="5062"/>
                </a:lnTo>
                <a:lnTo>
                  <a:pt x="9776" y="4270"/>
                </a:lnTo>
                <a:lnTo>
                  <a:pt x="10535" y="3492"/>
                </a:lnTo>
                <a:lnTo>
                  <a:pt x="11133" y="2606"/>
                </a:lnTo>
                <a:lnTo>
                  <a:pt x="11695" y="1483"/>
                </a:lnTo>
                <a:lnTo>
                  <a:pt x="12343" y="0"/>
                </a:lnTo>
                <a:close/>
              </a:path>
            </a:pathLst>
          </a:custGeom>
          <a:solidFill>
            <a:srgbClr val="847B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2" name="contour_10070"/>
          <p:cNvSpPr/>
          <p:nvPr/>
        </p:nvSpPr>
        <p:spPr>
          <a:xfrm>
            <a:off x="8355132" y="2615937"/>
            <a:ext cx="51016" cy="660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60" y="0"/>
                </a:moveTo>
                <a:lnTo>
                  <a:pt x="18625" y="48"/>
                </a:lnTo>
                <a:lnTo>
                  <a:pt x="20103" y="98"/>
                </a:lnTo>
                <a:lnTo>
                  <a:pt x="21600" y="148"/>
                </a:lnTo>
                <a:lnTo>
                  <a:pt x="21406" y="1769"/>
                </a:lnTo>
                <a:lnTo>
                  <a:pt x="21193" y="3380"/>
                </a:lnTo>
                <a:lnTo>
                  <a:pt x="20955" y="4979"/>
                </a:lnTo>
                <a:lnTo>
                  <a:pt x="20680" y="6572"/>
                </a:lnTo>
                <a:lnTo>
                  <a:pt x="20366" y="8157"/>
                </a:lnTo>
                <a:lnTo>
                  <a:pt x="19999" y="9735"/>
                </a:lnTo>
                <a:lnTo>
                  <a:pt x="19573" y="11310"/>
                </a:lnTo>
                <a:lnTo>
                  <a:pt x="19079" y="12881"/>
                </a:lnTo>
                <a:lnTo>
                  <a:pt x="18514" y="14449"/>
                </a:lnTo>
                <a:lnTo>
                  <a:pt x="16215" y="15326"/>
                </a:lnTo>
                <a:lnTo>
                  <a:pt x="14586" y="15887"/>
                </a:lnTo>
                <a:lnTo>
                  <a:pt x="13182" y="16249"/>
                </a:lnTo>
                <a:lnTo>
                  <a:pt x="11553" y="16528"/>
                </a:lnTo>
                <a:lnTo>
                  <a:pt x="9257" y="16833"/>
                </a:lnTo>
                <a:lnTo>
                  <a:pt x="8455" y="18013"/>
                </a:lnTo>
                <a:lnTo>
                  <a:pt x="7674" y="19200"/>
                </a:lnTo>
                <a:lnTo>
                  <a:pt x="6912" y="20396"/>
                </a:lnTo>
                <a:lnTo>
                  <a:pt x="6171" y="21600"/>
                </a:lnTo>
                <a:lnTo>
                  <a:pt x="4129" y="21600"/>
                </a:lnTo>
                <a:lnTo>
                  <a:pt x="2077" y="21600"/>
                </a:lnTo>
                <a:lnTo>
                  <a:pt x="0" y="21600"/>
                </a:lnTo>
                <a:lnTo>
                  <a:pt x="657" y="20403"/>
                </a:lnTo>
                <a:lnTo>
                  <a:pt x="1327" y="19209"/>
                </a:lnTo>
                <a:lnTo>
                  <a:pt x="2006" y="18020"/>
                </a:lnTo>
                <a:lnTo>
                  <a:pt x="2694" y="16833"/>
                </a:lnTo>
                <a:lnTo>
                  <a:pt x="3450" y="15503"/>
                </a:lnTo>
                <a:lnTo>
                  <a:pt x="4218" y="14151"/>
                </a:lnTo>
                <a:lnTo>
                  <a:pt x="5184" y="13117"/>
                </a:lnTo>
                <a:lnTo>
                  <a:pt x="6171" y="12066"/>
                </a:lnTo>
                <a:lnTo>
                  <a:pt x="8208" y="12066"/>
                </a:lnTo>
                <a:lnTo>
                  <a:pt x="10260" y="12066"/>
                </a:lnTo>
                <a:lnTo>
                  <a:pt x="12343" y="12066"/>
                </a:lnTo>
                <a:lnTo>
                  <a:pt x="11951" y="11072"/>
                </a:lnTo>
                <a:lnTo>
                  <a:pt x="11556" y="10066"/>
                </a:lnTo>
                <a:lnTo>
                  <a:pt x="11084" y="8764"/>
                </a:lnTo>
                <a:lnTo>
                  <a:pt x="10606" y="7446"/>
                </a:lnTo>
                <a:lnTo>
                  <a:pt x="10121" y="6159"/>
                </a:lnTo>
                <a:lnTo>
                  <a:pt x="9627" y="4851"/>
                </a:lnTo>
                <a:lnTo>
                  <a:pt x="9442" y="3699"/>
                </a:lnTo>
                <a:lnTo>
                  <a:pt x="9257" y="2531"/>
                </a:lnTo>
                <a:lnTo>
                  <a:pt x="11115" y="1149"/>
                </a:lnTo>
                <a:lnTo>
                  <a:pt x="12559" y="427"/>
                </a:lnTo>
                <a:lnTo>
                  <a:pt x="14327" y="122"/>
                </a:lnTo>
                <a:lnTo>
                  <a:pt x="17160" y="0"/>
                </a:lnTo>
                <a:close/>
              </a:path>
            </a:pathLst>
          </a:custGeom>
          <a:solidFill>
            <a:srgbClr val="CFE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3" name="contour_10071"/>
          <p:cNvSpPr/>
          <p:nvPr/>
        </p:nvSpPr>
        <p:spPr>
          <a:xfrm>
            <a:off x="1635597" y="2636992"/>
            <a:ext cx="51796" cy="302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39" y="899"/>
                </a:moveTo>
                <a:lnTo>
                  <a:pt x="5076" y="478"/>
                </a:lnTo>
                <a:lnTo>
                  <a:pt x="7103" y="197"/>
                </a:lnTo>
                <a:lnTo>
                  <a:pt x="9124" y="42"/>
                </a:lnTo>
                <a:lnTo>
                  <a:pt x="11139" y="0"/>
                </a:lnTo>
                <a:lnTo>
                  <a:pt x="13157" y="52"/>
                </a:lnTo>
                <a:lnTo>
                  <a:pt x="15175" y="182"/>
                </a:lnTo>
                <a:lnTo>
                  <a:pt x="17199" y="379"/>
                </a:lnTo>
                <a:lnTo>
                  <a:pt x="19229" y="624"/>
                </a:lnTo>
                <a:lnTo>
                  <a:pt x="21275" y="899"/>
                </a:lnTo>
                <a:lnTo>
                  <a:pt x="21491" y="4645"/>
                </a:lnTo>
                <a:lnTo>
                  <a:pt x="21600" y="7332"/>
                </a:lnTo>
                <a:lnTo>
                  <a:pt x="21600" y="9701"/>
                </a:lnTo>
                <a:lnTo>
                  <a:pt x="21491" y="12502"/>
                </a:lnTo>
                <a:lnTo>
                  <a:pt x="21275" y="16487"/>
                </a:lnTo>
                <a:lnTo>
                  <a:pt x="19412" y="18145"/>
                </a:lnTo>
                <a:lnTo>
                  <a:pt x="18041" y="19106"/>
                </a:lnTo>
                <a:lnTo>
                  <a:pt x="16482" y="19729"/>
                </a:lnTo>
                <a:lnTo>
                  <a:pt x="14057" y="20384"/>
                </a:lnTo>
                <a:lnTo>
                  <a:pt x="12042" y="20987"/>
                </a:lnTo>
                <a:lnTo>
                  <a:pt x="9996" y="21600"/>
                </a:lnTo>
                <a:lnTo>
                  <a:pt x="7662" y="21465"/>
                </a:lnTo>
                <a:lnTo>
                  <a:pt x="5668" y="20930"/>
                </a:lnTo>
                <a:lnTo>
                  <a:pt x="3842" y="19953"/>
                </a:lnTo>
                <a:lnTo>
                  <a:pt x="2009" y="18482"/>
                </a:lnTo>
                <a:lnTo>
                  <a:pt x="0" y="16487"/>
                </a:lnTo>
                <a:lnTo>
                  <a:pt x="207" y="12621"/>
                </a:lnTo>
                <a:lnTo>
                  <a:pt x="468" y="9878"/>
                </a:lnTo>
                <a:lnTo>
                  <a:pt x="930" y="7508"/>
                </a:lnTo>
                <a:lnTo>
                  <a:pt x="1738" y="4765"/>
                </a:lnTo>
                <a:lnTo>
                  <a:pt x="3039" y="899"/>
                </a:lnTo>
                <a:close/>
              </a:path>
            </a:pathLst>
          </a:custGeom>
          <a:solidFill>
            <a:srgbClr val="0D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4" name="contour_10072"/>
          <p:cNvSpPr/>
          <p:nvPr/>
        </p:nvSpPr>
        <p:spPr>
          <a:xfrm>
            <a:off x="4303002" y="2629522"/>
            <a:ext cx="58304" cy="670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465"/>
                </a:moveTo>
                <a:lnTo>
                  <a:pt x="11221" y="207"/>
                </a:lnTo>
                <a:lnTo>
                  <a:pt x="13416" y="52"/>
                </a:lnTo>
                <a:lnTo>
                  <a:pt x="14980" y="0"/>
                </a:lnTo>
                <a:lnTo>
                  <a:pt x="16216" y="52"/>
                </a:lnTo>
                <a:lnTo>
                  <a:pt x="17423" y="207"/>
                </a:lnTo>
                <a:lnTo>
                  <a:pt x="18900" y="465"/>
                </a:lnTo>
                <a:lnTo>
                  <a:pt x="19894" y="2212"/>
                </a:lnTo>
                <a:lnTo>
                  <a:pt x="20531" y="3452"/>
                </a:lnTo>
                <a:lnTo>
                  <a:pt x="20941" y="4523"/>
                </a:lnTo>
                <a:lnTo>
                  <a:pt x="21254" y="5763"/>
                </a:lnTo>
                <a:lnTo>
                  <a:pt x="21600" y="7510"/>
                </a:lnTo>
                <a:lnTo>
                  <a:pt x="19996" y="7510"/>
                </a:lnTo>
                <a:lnTo>
                  <a:pt x="18387" y="7510"/>
                </a:lnTo>
                <a:lnTo>
                  <a:pt x="16772" y="7510"/>
                </a:lnTo>
                <a:lnTo>
                  <a:pt x="15144" y="7510"/>
                </a:lnTo>
                <a:lnTo>
                  <a:pt x="13500" y="7510"/>
                </a:lnTo>
                <a:lnTo>
                  <a:pt x="13500" y="9060"/>
                </a:lnTo>
                <a:lnTo>
                  <a:pt x="13500" y="10612"/>
                </a:lnTo>
                <a:lnTo>
                  <a:pt x="13500" y="12164"/>
                </a:lnTo>
                <a:lnTo>
                  <a:pt x="13500" y="13721"/>
                </a:lnTo>
                <a:lnTo>
                  <a:pt x="13500" y="15283"/>
                </a:lnTo>
                <a:lnTo>
                  <a:pt x="13500" y="16852"/>
                </a:lnTo>
                <a:lnTo>
                  <a:pt x="13500" y="18425"/>
                </a:lnTo>
                <a:lnTo>
                  <a:pt x="13500" y="20008"/>
                </a:lnTo>
                <a:lnTo>
                  <a:pt x="13500" y="21600"/>
                </a:lnTo>
                <a:lnTo>
                  <a:pt x="12161" y="21600"/>
                </a:lnTo>
                <a:lnTo>
                  <a:pt x="10800" y="21600"/>
                </a:lnTo>
                <a:lnTo>
                  <a:pt x="10800" y="19940"/>
                </a:lnTo>
                <a:lnTo>
                  <a:pt x="10800" y="18277"/>
                </a:lnTo>
                <a:lnTo>
                  <a:pt x="10800" y="16610"/>
                </a:lnTo>
                <a:lnTo>
                  <a:pt x="10800" y="14935"/>
                </a:lnTo>
                <a:lnTo>
                  <a:pt x="10800" y="13254"/>
                </a:lnTo>
                <a:lnTo>
                  <a:pt x="10800" y="11563"/>
                </a:lnTo>
                <a:lnTo>
                  <a:pt x="10800" y="9858"/>
                </a:lnTo>
                <a:lnTo>
                  <a:pt x="9018" y="9858"/>
                </a:lnTo>
                <a:lnTo>
                  <a:pt x="7233" y="9858"/>
                </a:lnTo>
                <a:lnTo>
                  <a:pt x="5440" y="9858"/>
                </a:lnTo>
                <a:lnTo>
                  <a:pt x="3640" y="9858"/>
                </a:lnTo>
                <a:lnTo>
                  <a:pt x="1828" y="9858"/>
                </a:lnTo>
                <a:lnTo>
                  <a:pt x="0" y="9858"/>
                </a:lnTo>
                <a:lnTo>
                  <a:pt x="0" y="8306"/>
                </a:lnTo>
                <a:lnTo>
                  <a:pt x="0" y="6744"/>
                </a:lnTo>
                <a:lnTo>
                  <a:pt x="0" y="5162"/>
                </a:lnTo>
                <a:lnTo>
                  <a:pt x="1604" y="5162"/>
                </a:lnTo>
                <a:lnTo>
                  <a:pt x="3213" y="5162"/>
                </a:lnTo>
                <a:lnTo>
                  <a:pt x="4828" y="5162"/>
                </a:lnTo>
                <a:lnTo>
                  <a:pt x="6456" y="5162"/>
                </a:lnTo>
                <a:lnTo>
                  <a:pt x="8100" y="5162"/>
                </a:lnTo>
                <a:lnTo>
                  <a:pt x="8100" y="3609"/>
                </a:lnTo>
                <a:lnTo>
                  <a:pt x="8100" y="2048"/>
                </a:lnTo>
                <a:lnTo>
                  <a:pt x="8100" y="465"/>
                </a:lnTo>
                <a:close/>
              </a:path>
            </a:pathLst>
          </a:custGeom>
          <a:solidFill>
            <a:srgbClr val="E0E7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5" name="contour_10073"/>
          <p:cNvSpPr/>
          <p:nvPr/>
        </p:nvSpPr>
        <p:spPr>
          <a:xfrm>
            <a:off x="5337896" y="2616389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3208"/>
                </a:lnTo>
                <a:lnTo>
                  <a:pt x="20375" y="6426"/>
                </a:lnTo>
                <a:lnTo>
                  <a:pt x="19761" y="9655"/>
                </a:lnTo>
                <a:lnTo>
                  <a:pt x="19141" y="12911"/>
                </a:lnTo>
                <a:lnTo>
                  <a:pt x="18514" y="16200"/>
                </a:lnTo>
                <a:lnTo>
                  <a:pt x="16351" y="17555"/>
                </a:lnTo>
                <a:lnTo>
                  <a:pt x="14777" y="18430"/>
                </a:lnTo>
                <a:lnTo>
                  <a:pt x="13340" y="18992"/>
                </a:lnTo>
                <a:lnTo>
                  <a:pt x="11587" y="19429"/>
                </a:lnTo>
                <a:lnTo>
                  <a:pt x="9066" y="19915"/>
                </a:lnTo>
                <a:lnTo>
                  <a:pt x="7372" y="20266"/>
                </a:lnTo>
                <a:lnTo>
                  <a:pt x="5668" y="20628"/>
                </a:lnTo>
                <a:lnTo>
                  <a:pt x="3940" y="20990"/>
                </a:lnTo>
                <a:lnTo>
                  <a:pt x="1984" y="21292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7D9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6" name="contour_10074"/>
          <p:cNvSpPr/>
          <p:nvPr/>
        </p:nvSpPr>
        <p:spPr>
          <a:xfrm>
            <a:off x="1147301" y="2623677"/>
            <a:ext cx="80168" cy="29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113" y="2641"/>
                </a:lnTo>
                <a:lnTo>
                  <a:pt x="20626" y="5299"/>
                </a:lnTo>
                <a:lnTo>
                  <a:pt x="20133" y="7967"/>
                </a:lnTo>
                <a:lnTo>
                  <a:pt x="19636" y="10672"/>
                </a:lnTo>
                <a:lnTo>
                  <a:pt x="18356" y="10933"/>
                </a:lnTo>
                <a:lnTo>
                  <a:pt x="17103" y="10981"/>
                </a:lnTo>
                <a:lnTo>
                  <a:pt x="15862" y="10869"/>
                </a:lnTo>
                <a:lnTo>
                  <a:pt x="14621" y="10640"/>
                </a:lnTo>
                <a:lnTo>
                  <a:pt x="13368" y="10336"/>
                </a:lnTo>
                <a:lnTo>
                  <a:pt x="12088" y="10005"/>
                </a:lnTo>
                <a:lnTo>
                  <a:pt x="10963" y="10336"/>
                </a:lnTo>
                <a:lnTo>
                  <a:pt x="9818" y="10672"/>
                </a:lnTo>
                <a:lnTo>
                  <a:pt x="9314" y="13324"/>
                </a:lnTo>
                <a:lnTo>
                  <a:pt x="8819" y="15987"/>
                </a:lnTo>
                <a:lnTo>
                  <a:pt x="8334" y="18660"/>
                </a:lnTo>
                <a:lnTo>
                  <a:pt x="7855" y="21344"/>
                </a:lnTo>
                <a:lnTo>
                  <a:pt x="6431" y="21600"/>
                </a:lnTo>
                <a:lnTo>
                  <a:pt x="5380" y="21339"/>
                </a:lnTo>
                <a:lnTo>
                  <a:pt x="3806" y="20341"/>
                </a:lnTo>
                <a:lnTo>
                  <a:pt x="2735" y="19732"/>
                </a:lnTo>
                <a:lnTo>
                  <a:pt x="1649" y="19113"/>
                </a:lnTo>
                <a:lnTo>
                  <a:pt x="831" y="17571"/>
                </a:lnTo>
                <a:lnTo>
                  <a:pt x="0" y="16008"/>
                </a:lnTo>
                <a:lnTo>
                  <a:pt x="0" y="12838"/>
                </a:lnTo>
                <a:lnTo>
                  <a:pt x="0" y="9658"/>
                </a:lnTo>
                <a:lnTo>
                  <a:pt x="0" y="6467"/>
                </a:lnTo>
                <a:lnTo>
                  <a:pt x="0" y="3250"/>
                </a:lnTo>
                <a:lnTo>
                  <a:pt x="0" y="0"/>
                </a:lnTo>
                <a:close/>
              </a:path>
            </a:pathLst>
          </a:custGeom>
          <a:solidFill>
            <a:srgbClr val="B8B5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7" name="contour_10075"/>
          <p:cNvSpPr/>
          <p:nvPr/>
        </p:nvSpPr>
        <p:spPr>
          <a:xfrm>
            <a:off x="8683085" y="2609101"/>
            <a:ext cx="72880" cy="362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34" y="326"/>
                </a:lnTo>
                <a:lnTo>
                  <a:pt x="13422" y="634"/>
                </a:lnTo>
                <a:lnTo>
                  <a:pt x="14582" y="1099"/>
                </a:lnTo>
                <a:lnTo>
                  <a:pt x="16334" y="1903"/>
                </a:lnTo>
                <a:lnTo>
                  <a:pt x="17075" y="2233"/>
                </a:lnTo>
                <a:lnTo>
                  <a:pt x="19313" y="3242"/>
                </a:lnTo>
                <a:lnTo>
                  <a:pt x="19883" y="3515"/>
                </a:lnTo>
                <a:lnTo>
                  <a:pt x="21600" y="4345"/>
                </a:lnTo>
                <a:lnTo>
                  <a:pt x="21002" y="7065"/>
                </a:lnTo>
                <a:lnTo>
                  <a:pt x="20436" y="9416"/>
                </a:lnTo>
                <a:lnTo>
                  <a:pt x="19844" y="11506"/>
                </a:lnTo>
                <a:lnTo>
                  <a:pt x="19161" y="13457"/>
                </a:lnTo>
                <a:lnTo>
                  <a:pt x="18328" y="15378"/>
                </a:lnTo>
                <a:lnTo>
                  <a:pt x="17280" y="17381"/>
                </a:lnTo>
                <a:lnTo>
                  <a:pt x="15902" y="18267"/>
                </a:lnTo>
                <a:lnTo>
                  <a:pt x="14504" y="19115"/>
                </a:lnTo>
                <a:lnTo>
                  <a:pt x="13092" y="19888"/>
                </a:lnTo>
                <a:lnTo>
                  <a:pt x="11668" y="20553"/>
                </a:lnTo>
                <a:lnTo>
                  <a:pt x="10236" y="21079"/>
                </a:lnTo>
                <a:lnTo>
                  <a:pt x="8804" y="21439"/>
                </a:lnTo>
                <a:lnTo>
                  <a:pt x="7374" y="21600"/>
                </a:lnTo>
                <a:lnTo>
                  <a:pt x="5949" y="21530"/>
                </a:lnTo>
                <a:lnTo>
                  <a:pt x="4534" y="21200"/>
                </a:lnTo>
                <a:lnTo>
                  <a:pt x="3134" y="20575"/>
                </a:lnTo>
                <a:lnTo>
                  <a:pt x="1754" y="19623"/>
                </a:lnTo>
                <a:lnTo>
                  <a:pt x="883" y="18511"/>
                </a:lnTo>
                <a:lnTo>
                  <a:pt x="0" y="17381"/>
                </a:lnTo>
                <a:lnTo>
                  <a:pt x="341" y="14148"/>
                </a:lnTo>
                <a:lnTo>
                  <a:pt x="624" y="11854"/>
                </a:lnTo>
                <a:lnTo>
                  <a:pt x="953" y="9872"/>
                </a:lnTo>
                <a:lnTo>
                  <a:pt x="1430" y="7578"/>
                </a:lnTo>
                <a:lnTo>
                  <a:pt x="2160" y="4345"/>
                </a:lnTo>
                <a:lnTo>
                  <a:pt x="3767" y="4084"/>
                </a:lnTo>
                <a:lnTo>
                  <a:pt x="4908" y="3954"/>
                </a:lnTo>
                <a:lnTo>
                  <a:pt x="5892" y="3954"/>
                </a:lnTo>
                <a:lnTo>
                  <a:pt x="7033" y="4084"/>
                </a:lnTo>
                <a:lnTo>
                  <a:pt x="8640" y="4345"/>
                </a:lnTo>
                <a:lnTo>
                  <a:pt x="9711" y="2190"/>
                </a:lnTo>
                <a:lnTo>
                  <a:pt x="10800" y="0"/>
                </a:lnTo>
                <a:close/>
              </a:path>
            </a:pathLst>
          </a:custGeom>
          <a:solidFill>
            <a:srgbClr val="C9DC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8" name="contour_10076"/>
          <p:cNvSpPr/>
          <p:nvPr/>
        </p:nvSpPr>
        <p:spPr>
          <a:xfrm>
            <a:off x="7123454" y="2558085"/>
            <a:ext cx="51016" cy="449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96" y="554"/>
                </a:lnTo>
                <a:lnTo>
                  <a:pt x="3925" y="1013"/>
                </a:lnTo>
                <a:lnTo>
                  <a:pt x="5332" y="1546"/>
                </a:lnTo>
                <a:lnTo>
                  <a:pt x="6961" y="2321"/>
                </a:lnTo>
                <a:lnTo>
                  <a:pt x="9257" y="3506"/>
                </a:lnTo>
                <a:lnTo>
                  <a:pt x="9535" y="6220"/>
                </a:lnTo>
                <a:lnTo>
                  <a:pt x="9674" y="8123"/>
                </a:lnTo>
                <a:lnTo>
                  <a:pt x="9674" y="9722"/>
                </a:lnTo>
                <a:lnTo>
                  <a:pt x="9535" y="11520"/>
                </a:lnTo>
                <a:lnTo>
                  <a:pt x="9257" y="14024"/>
                </a:lnTo>
                <a:lnTo>
                  <a:pt x="11297" y="14024"/>
                </a:lnTo>
                <a:lnTo>
                  <a:pt x="13349" y="14024"/>
                </a:lnTo>
                <a:lnTo>
                  <a:pt x="15429" y="14024"/>
                </a:lnTo>
                <a:lnTo>
                  <a:pt x="15429" y="11706"/>
                </a:lnTo>
                <a:lnTo>
                  <a:pt x="15429" y="9375"/>
                </a:lnTo>
                <a:lnTo>
                  <a:pt x="15429" y="7012"/>
                </a:lnTo>
                <a:lnTo>
                  <a:pt x="16956" y="7881"/>
                </a:lnTo>
                <a:lnTo>
                  <a:pt x="18490" y="8751"/>
                </a:lnTo>
                <a:lnTo>
                  <a:pt x="20036" y="9631"/>
                </a:lnTo>
                <a:lnTo>
                  <a:pt x="21600" y="10518"/>
                </a:lnTo>
                <a:lnTo>
                  <a:pt x="20687" y="12758"/>
                </a:lnTo>
                <a:lnTo>
                  <a:pt x="19955" y="14413"/>
                </a:lnTo>
                <a:lnTo>
                  <a:pt x="19236" y="15777"/>
                </a:lnTo>
                <a:lnTo>
                  <a:pt x="18357" y="17140"/>
                </a:lnTo>
                <a:lnTo>
                  <a:pt x="17144" y="18795"/>
                </a:lnTo>
                <a:lnTo>
                  <a:pt x="15429" y="21036"/>
                </a:lnTo>
                <a:lnTo>
                  <a:pt x="13170" y="21369"/>
                </a:lnTo>
                <a:lnTo>
                  <a:pt x="10979" y="21547"/>
                </a:lnTo>
                <a:lnTo>
                  <a:pt x="8828" y="21600"/>
                </a:lnTo>
                <a:lnTo>
                  <a:pt x="6684" y="21547"/>
                </a:lnTo>
                <a:lnTo>
                  <a:pt x="4521" y="21421"/>
                </a:lnTo>
                <a:lnTo>
                  <a:pt x="2302" y="21242"/>
                </a:lnTo>
                <a:lnTo>
                  <a:pt x="0" y="21036"/>
                </a:lnTo>
                <a:lnTo>
                  <a:pt x="0" y="18722"/>
                </a:lnTo>
                <a:lnTo>
                  <a:pt x="0" y="16404"/>
                </a:lnTo>
                <a:lnTo>
                  <a:pt x="0" y="14087"/>
                </a:lnTo>
                <a:lnTo>
                  <a:pt x="0" y="11762"/>
                </a:lnTo>
                <a:lnTo>
                  <a:pt x="0" y="9431"/>
                </a:lnTo>
                <a:lnTo>
                  <a:pt x="0" y="7089"/>
                </a:lnTo>
                <a:lnTo>
                  <a:pt x="0" y="4740"/>
                </a:lnTo>
                <a:lnTo>
                  <a:pt x="0" y="2377"/>
                </a:lnTo>
                <a:lnTo>
                  <a:pt x="0" y="0"/>
                </a:lnTo>
                <a:close/>
              </a:path>
            </a:pathLst>
          </a:custGeom>
          <a:solidFill>
            <a:srgbClr val="3736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79" name="contour_10077"/>
          <p:cNvSpPr/>
          <p:nvPr/>
        </p:nvSpPr>
        <p:spPr>
          <a:xfrm>
            <a:off x="1897964" y="2572661"/>
            <a:ext cx="7364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00" y="0"/>
                </a:moveTo>
                <a:lnTo>
                  <a:pt x="18370" y="674"/>
                </a:lnTo>
                <a:lnTo>
                  <a:pt x="19238" y="1348"/>
                </a:lnTo>
                <a:lnTo>
                  <a:pt x="20106" y="2428"/>
                </a:lnTo>
                <a:lnTo>
                  <a:pt x="21376" y="4320"/>
                </a:lnTo>
                <a:lnTo>
                  <a:pt x="21532" y="7240"/>
                </a:lnTo>
                <a:lnTo>
                  <a:pt x="21600" y="10096"/>
                </a:lnTo>
                <a:lnTo>
                  <a:pt x="21600" y="12925"/>
                </a:lnTo>
                <a:lnTo>
                  <a:pt x="21551" y="15759"/>
                </a:lnTo>
                <a:lnTo>
                  <a:pt x="21472" y="18636"/>
                </a:lnTo>
                <a:lnTo>
                  <a:pt x="21376" y="21600"/>
                </a:lnTo>
                <a:lnTo>
                  <a:pt x="19965" y="21600"/>
                </a:lnTo>
                <a:lnTo>
                  <a:pt x="18552" y="21600"/>
                </a:lnTo>
                <a:lnTo>
                  <a:pt x="17139" y="21600"/>
                </a:lnTo>
                <a:lnTo>
                  <a:pt x="15722" y="21600"/>
                </a:lnTo>
                <a:lnTo>
                  <a:pt x="14300" y="21600"/>
                </a:lnTo>
                <a:lnTo>
                  <a:pt x="12872" y="21600"/>
                </a:lnTo>
                <a:lnTo>
                  <a:pt x="11440" y="21600"/>
                </a:lnTo>
                <a:lnTo>
                  <a:pt x="9999" y="21600"/>
                </a:lnTo>
                <a:lnTo>
                  <a:pt x="8550" y="21600"/>
                </a:lnTo>
                <a:lnTo>
                  <a:pt x="8550" y="18744"/>
                </a:lnTo>
                <a:lnTo>
                  <a:pt x="8550" y="15872"/>
                </a:lnTo>
                <a:lnTo>
                  <a:pt x="8550" y="12960"/>
                </a:lnTo>
                <a:lnTo>
                  <a:pt x="7146" y="11668"/>
                </a:lnTo>
                <a:lnTo>
                  <a:pt x="6036" y="10968"/>
                </a:lnTo>
                <a:lnTo>
                  <a:pt x="4275" y="10260"/>
                </a:lnTo>
                <a:lnTo>
                  <a:pt x="2862" y="9724"/>
                </a:lnTo>
                <a:lnTo>
                  <a:pt x="1441" y="9184"/>
                </a:lnTo>
                <a:lnTo>
                  <a:pt x="0" y="8640"/>
                </a:lnTo>
                <a:lnTo>
                  <a:pt x="1411" y="8640"/>
                </a:lnTo>
                <a:lnTo>
                  <a:pt x="2822" y="8640"/>
                </a:lnTo>
                <a:lnTo>
                  <a:pt x="4234" y="8640"/>
                </a:lnTo>
                <a:lnTo>
                  <a:pt x="5650" y="8640"/>
                </a:lnTo>
                <a:lnTo>
                  <a:pt x="7067" y="8640"/>
                </a:lnTo>
                <a:lnTo>
                  <a:pt x="8486" y="8640"/>
                </a:lnTo>
                <a:lnTo>
                  <a:pt x="9910" y="8640"/>
                </a:lnTo>
                <a:lnTo>
                  <a:pt x="11338" y="8640"/>
                </a:lnTo>
                <a:lnTo>
                  <a:pt x="12770" y="8640"/>
                </a:lnTo>
                <a:lnTo>
                  <a:pt x="14206" y="8640"/>
                </a:lnTo>
                <a:lnTo>
                  <a:pt x="15651" y="8640"/>
                </a:lnTo>
                <a:lnTo>
                  <a:pt x="17100" y="8640"/>
                </a:lnTo>
                <a:lnTo>
                  <a:pt x="17100" y="5784"/>
                </a:lnTo>
                <a:lnTo>
                  <a:pt x="17100" y="2912"/>
                </a:lnTo>
                <a:lnTo>
                  <a:pt x="17100" y="0"/>
                </a:lnTo>
                <a:close/>
              </a:path>
            </a:pathLst>
          </a:custGeom>
          <a:solidFill>
            <a:srgbClr val="4443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0" name="contour_10078"/>
          <p:cNvSpPr/>
          <p:nvPr/>
        </p:nvSpPr>
        <p:spPr>
          <a:xfrm>
            <a:off x="5520096" y="2521645"/>
            <a:ext cx="801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463" y="5199"/>
                </a:lnTo>
                <a:lnTo>
                  <a:pt x="21019" y="8686"/>
                </a:lnTo>
                <a:lnTo>
                  <a:pt x="21355" y="10800"/>
                </a:lnTo>
                <a:lnTo>
                  <a:pt x="21527" y="11886"/>
                </a:lnTo>
                <a:lnTo>
                  <a:pt x="21590" y="12284"/>
                </a:lnTo>
                <a:lnTo>
                  <a:pt x="21600" y="12343"/>
                </a:lnTo>
                <a:lnTo>
                  <a:pt x="19636" y="0"/>
                </a:lnTo>
                <a:lnTo>
                  <a:pt x="1964" y="12343"/>
                </a:lnTo>
                <a:lnTo>
                  <a:pt x="3299" y="11923"/>
                </a:lnTo>
                <a:lnTo>
                  <a:pt x="4615" y="11608"/>
                </a:lnTo>
                <a:lnTo>
                  <a:pt x="5916" y="11399"/>
                </a:lnTo>
                <a:lnTo>
                  <a:pt x="7209" y="11294"/>
                </a:lnTo>
                <a:lnTo>
                  <a:pt x="8501" y="11294"/>
                </a:lnTo>
                <a:lnTo>
                  <a:pt x="9793" y="11399"/>
                </a:lnTo>
                <a:lnTo>
                  <a:pt x="11095" y="11608"/>
                </a:lnTo>
                <a:lnTo>
                  <a:pt x="12410" y="11923"/>
                </a:lnTo>
                <a:lnTo>
                  <a:pt x="13745" y="12343"/>
                </a:lnTo>
                <a:lnTo>
                  <a:pt x="14586" y="14639"/>
                </a:lnTo>
                <a:lnTo>
                  <a:pt x="15108" y="16268"/>
                </a:lnTo>
                <a:lnTo>
                  <a:pt x="15407" y="17675"/>
                </a:lnTo>
                <a:lnTo>
                  <a:pt x="15576" y="19304"/>
                </a:lnTo>
                <a:lnTo>
                  <a:pt x="15709" y="21600"/>
                </a:lnTo>
                <a:lnTo>
                  <a:pt x="14399" y="21600"/>
                </a:lnTo>
                <a:lnTo>
                  <a:pt x="13092" y="21600"/>
                </a:lnTo>
                <a:lnTo>
                  <a:pt x="11782" y="21600"/>
                </a:lnTo>
                <a:lnTo>
                  <a:pt x="10472" y="21600"/>
                </a:lnTo>
                <a:lnTo>
                  <a:pt x="9164" y="21600"/>
                </a:lnTo>
                <a:lnTo>
                  <a:pt x="7855" y="21600"/>
                </a:lnTo>
                <a:lnTo>
                  <a:pt x="6545" y="21600"/>
                </a:lnTo>
                <a:lnTo>
                  <a:pt x="5237" y="21600"/>
                </a:lnTo>
                <a:lnTo>
                  <a:pt x="3927" y="21600"/>
                </a:lnTo>
                <a:lnTo>
                  <a:pt x="2618" y="21600"/>
                </a:lnTo>
                <a:lnTo>
                  <a:pt x="1310" y="21600"/>
                </a:lnTo>
                <a:lnTo>
                  <a:pt x="0" y="21600"/>
                </a:lnTo>
                <a:lnTo>
                  <a:pt x="134" y="19304"/>
                </a:lnTo>
                <a:lnTo>
                  <a:pt x="302" y="17675"/>
                </a:lnTo>
                <a:lnTo>
                  <a:pt x="601" y="16268"/>
                </a:lnTo>
                <a:lnTo>
                  <a:pt x="1123" y="14639"/>
                </a:lnTo>
                <a:lnTo>
                  <a:pt x="1964" y="12343"/>
                </a:lnTo>
                <a:lnTo>
                  <a:pt x="19636" y="0"/>
                </a:lnTo>
                <a:close/>
              </a:path>
            </a:pathLst>
          </a:custGeom>
          <a:solidFill>
            <a:srgbClr val="CCD3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1" name="contour_10079"/>
          <p:cNvSpPr/>
          <p:nvPr/>
        </p:nvSpPr>
        <p:spPr>
          <a:xfrm>
            <a:off x="11139138" y="2536221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8" y="187"/>
                </a:lnTo>
                <a:lnTo>
                  <a:pt x="7723" y="349"/>
                </a:lnTo>
                <a:lnTo>
                  <a:pt x="8801" y="526"/>
                </a:lnTo>
                <a:lnTo>
                  <a:pt x="9938" y="756"/>
                </a:lnTo>
                <a:lnTo>
                  <a:pt x="11376" y="1094"/>
                </a:lnTo>
                <a:lnTo>
                  <a:pt x="13349" y="1577"/>
                </a:lnTo>
                <a:lnTo>
                  <a:pt x="14890" y="1940"/>
                </a:lnTo>
                <a:lnTo>
                  <a:pt x="16440" y="2311"/>
                </a:lnTo>
                <a:lnTo>
                  <a:pt x="18010" y="2686"/>
                </a:lnTo>
                <a:lnTo>
                  <a:pt x="19195" y="2988"/>
                </a:lnTo>
                <a:lnTo>
                  <a:pt x="20390" y="3294"/>
                </a:lnTo>
                <a:lnTo>
                  <a:pt x="21600" y="3600"/>
                </a:lnTo>
                <a:lnTo>
                  <a:pt x="21216" y="6271"/>
                </a:lnTo>
                <a:lnTo>
                  <a:pt x="20899" y="8168"/>
                </a:lnTo>
                <a:lnTo>
                  <a:pt x="20534" y="9810"/>
                </a:lnTo>
                <a:lnTo>
                  <a:pt x="20006" y="11714"/>
                </a:lnTo>
                <a:lnTo>
                  <a:pt x="19200" y="14400"/>
                </a:lnTo>
                <a:lnTo>
                  <a:pt x="17599" y="14789"/>
                </a:lnTo>
                <a:lnTo>
                  <a:pt x="16433" y="14994"/>
                </a:lnTo>
                <a:lnTo>
                  <a:pt x="15362" y="15026"/>
                </a:lnTo>
                <a:lnTo>
                  <a:pt x="14047" y="14900"/>
                </a:lnTo>
                <a:lnTo>
                  <a:pt x="12149" y="14623"/>
                </a:lnTo>
                <a:lnTo>
                  <a:pt x="10260" y="14360"/>
                </a:lnTo>
                <a:lnTo>
                  <a:pt x="8933" y="14216"/>
                </a:lnTo>
                <a:lnTo>
                  <a:pt x="7817" y="14180"/>
                </a:lnTo>
                <a:lnTo>
                  <a:pt x="6557" y="14245"/>
                </a:lnTo>
                <a:lnTo>
                  <a:pt x="4800" y="14400"/>
                </a:lnTo>
                <a:lnTo>
                  <a:pt x="3118" y="16528"/>
                </a:lnTo>
                <a:lnTo>
                  <a:pt x="2057" y="17989"/>
                </a:lnTo>
                <a:lnTo>
                  <a:pt x="1166" y="19454"/>
                </a:lnTo>
                <a:lnTo>
                  <a:pt x="0" y="21600"/>
                </a:lnTo>
                <a:lnTo>
                  <a:pt x="257" y="19404"/>
                </a:lnTo>
                <a:lnTo>
                  <a:pt x="518" y="17212"/>
                </a:lnTo>
                <a:lnTo>
                  <a:pt x="782" y="15016"/>
                </a:lnTo>
                <a:lnTo>
                  <a:pt x="1051" y="12823"/>
                </a:lnTo>
                <a:lnTo>
                  <a:pt x="1344" y="10375"/>
                </a:lnTo>
                <a:lnTo>
                  <a:pt x="1642" y="7888"/>
                </a:lnTo>
                <a:lnTo>
                  <a:pt x="2117" y="5353"/>
                </a:lnTo>
                <a:lnTo>
                  <a:pt x="2604" y="3686"/>
                </a:lnTo>
                <a:lnTo>
                  <a:pt x="3401" y="2149"/>
                </a:lnTo>
                <a:lnTo>
                  <a:pt x="4800" y="0"/>
                </a:lnTo>
                <a:close/>
              </a:path>
            </a:pathLst>
          </a:custGeom>
          <a:solidFill>
            <a:srgbClr val="CDD5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2" name="contour_10080"/>
          <p:cNvSpPr/>
          <p:nvPr/>
        </p:nvSpPr>
        <p:spPr>
          <a:xfrm>
            <a:off x="5695008" y="2521645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04" y="0"/>
                </a:lnTo>
                <a:lnTo>
                  <a:pt x="3213" y="0"/>
                </a:lnTo>
                <a:lnTo>
                  <a:pt x="4828" y="0"/>
                </a:lnTo>
                <a:lnTo>
                  <a:pt x="6456" y="0"/>
                </a:lnTo>
                <a:lnTo>
                  <a:pt x="8100" y="0"/>
                </a:lnTo>
                <a:lnTo>
                  <a:pt x="8100" y="1785"/>
                </a:lnTo>
                <a:lnTo>
                  <a:pt x="8100" y="3580"/>
                </a:lnTo>
                <a:lnTo>
                  <a:pt x="8100" y="5400"/>
                </a:lnTo>
                <a:lnTo>
                  <a:pt x="10009" y="5400"/>
                </a:lnTo>
                <a:lnTo>
                  <a:pt x="11920" y="5400"/>
                </a:lnTo>
                <a:lnTo>
                  <a:pt x="13838" y="5400"/>
                </a:lnTo>
                <a:lnTo>
                  <a:pt x="15763" y="5400"/>
                </a:lnTo>
                <a:lnTo>
                  <a:pt x="17696" y="5400"/>
                </a:lnTo>
                <a:lnTo>
                  <a:pt x="19640" y="5400"/>
                </a:lnTo>
                <a:lnTo>
                  <a:pt x="21600" y="5400"/>
                </a:lnTo>
                <a:lnTo>
                  <a:pt x="21600" y="7182"/>
                </a:lnTo>
                <a:lnTo>
                  <a:pt x="21600" y="8967"/>
                </a:lnTo>
                <a:lnTo>
                  <a:pt x="21600" y="10751"/>
                </a:lnTo>
                <a:lnTo>
                  <a:pt x="21600" y="12541"/>
                </a:lnTo>
                <a:lnTo>
                  <a:pt x="21600" y="14337"/>
                </a:lnTo>
                <a:lnTo>
                  <a:pt x="21600" y="16141"/>
                </a:lnTo>
                <a:lnTo>
                  <a:pt x="21600" y="17950"/>
                </a:lnTo>
                <a:lnTo>
                  <a:pt x="21600" y="19769"/>
                </a:lnTo>
                <a:lnTo>
                  <a:pt x="21600" y="21600"/>
                </a:lnTo>
                <a:lnTo>
                  <a:pt x="21327" y="21003"/>
                </a:lnTo>
                <a:lnTo>
                  <a:pt x="20847" y="19953"/>
                </a:lnTo>
                <a:lnTo>
                  <a:pt x="19742" y="17550"/>
                </a:lnTo>
                <a:lnTo>
                  <a:pt x="17987" y="15568"/>
                </a:lnTo>
                <a:lnTo>
                  <a:pt x="16751" y="14340"/>
                </a:lnTo>
                <a:lnTo>
                  <a:pt x="15701" y="13643"/>
                </a:lnTo>
                <a:lnTo>
                  <a:pt x="14507" y="13257"/>
                </a:lnTo>
                <a:lnTo>
                  <a:pt x="12836" y="12963"/>
                </a:lnTo>
                <a:lnTo>
                  <a:pt x="11138" y="12990"/>
                </a:lnTo>
                <a:lnTo>
                  <a:pt x="9447" y="13038"/>
                </a:lnTo>
                <a:lnTo>
                  <a:pt x="7760" y="13111"/>
                </a:lnTo>
                <a:lnTo>
                  <a:pt x="6078" y="13214"/>
                </a:lnTo>
                <a:lnTo>
                  <a:pt x="4390" y="13341"/>
                </a:lnTo>
                <a:lnTo>
                  <a:pt x="2700" y="13500"/>
                </a:lnTo>
                <a:lnTo>
                  <a:pt x="3086" y="12374"/>
                </a:lnTo>
                <a:lnTo>
                  <a:pt x="3480" y="11232"/>
                </a:lnTo>
                <a:lnTo>
                  <a:pt x="3993" y="9526"/>
                </a:lnTo>
                <a:lnTo>
                  <a:pt x="4458" y="7849"/>
                </a:lnTo>
                <a:lnTo>
                  <a:pt x="4857" y="6170"/>
                </a:lnTo>
                <a:lnTo>
                  <a:pt x="5179" y="4463"/>
                </a:lnTo>
                <a:lnTo>
                  <a:pt x="5400" y="2700"/>
                </a:lnTo>
                <a:lnTo>
                  <a:pt x="3891" y="1517"/>
                </a:lnTo>
                <a:lnTo>
                  <a:pt x="2827" y="842"/>
                </a:lnTo>
                <a:lnTo>
                  <a:pt x="1698" y="421"/>
                </a:lnTo>
                <a:lnTo>
                  <a:pt x="0" y="0"/>
                </a:lnTo>
                <a:close/>
              </a:path>
            </a:pathLst>
          </a:custGeom>
          <a:solidFill>
            <a:srgbClr val="B160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3" name="contour_10081"/>
          <p:cNvSpPr/>
          <p:nvPr/>
        </p:nvSpPr>
        <p:spPr>
          <a:xfrm>
            <a:off x="7371246" y="2491779"/>
            <a:ext cx="67064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52" y="0"/>
                </a:moveTo>
                <a:lnTo>
                  <a:pt x="11633" y="51"/>
                </a:lnTo>
                <a:lnTo>
                  <a:pt x="12924" y="102"/>
                </a:lnTo>
                <a:lnTo>
                  <a:pt x="14229" y="148"/>
                </a:lnTo>
                <a:lnTo>
                  <a:pt x="15518" y="186"/>
                </a:lnTo>
                <a:lnTo>
                  <a:pt x="16814" y="225"/>
                </a:lnTo>
                <a:lnTo>
                  <a:pt x="18126" y="263"/>
                </a:lnTo>
                <a:lnTo>
                  <a:pt x="19617" y="339"/>
                </a:lnTo>
                <a:lnTo>
                  <a:pt x="21126" y="415"/>
                </a:lnTo>
                <a:lnTo>
                  <a:pt x="21443" y="3415"/>
                </a:lnTo>
                <a:lnTo>
                  <a:pt x="21600" y="5576"/>
                </a:lnTo>
                <a:lnTo>
                  <a:pt x="21600" y="7508"/>
                </a:lnTo>
                <a:lnTo>
                  <a:pt x="21443" y="9821"/>
                </a:lnTo>
                <a:lnTo>
                  <a:pt x="21126" y="13126"/>
                </a:lnTo>
                <a:lnTo>
                  <a:pt x="19685" y="14325"/>
                </a:lnTo>
                <a:lnTo>
                  <a:pt x="18218" y="15291"/>
                </a:lnTo>
                <a:lnTo>
                  <a:pt x="16727" y="16067"/>
                </a:lnTo>
                <a:lnTo>
                  <a:pt x="15215" y="16698"/>
                </a:lnTo>
                <a:lnTo>
                  <a:pt x="13680" y="17227"/>
                </a:lnTo>
                <a:lnTo>
                  <a:pt x="12131" y="17698"/>
                </a:lnTo>
                <a:lnTo>
                  <a:pt x="10563" y="18155"/>
                </a:lnTo>
                <a:lnTo>
                  <a:pt x="9049" y="18681"/>
                </a:lnTo>
                <a:lnTo>
                  <a:pt x="7509" y="19206"/>
                </a:lnTo>
                <a:lnTo>
                  <a:pt x="6009" y="19710"/>
                </a:lnTo>
                <a:lnTo>
                  <a:pt x="4509" y="20198"/>
                </a:lnTo>
                <a:lnTo>
                  <a:pt x="3007" y="20676"/>
                </a:lnTo>
                <a:lnTo>
                  <a:pt x="1505" y="21142"/>
                </a:lnTo>
                <a:lnTo>
                  <a:pt x="0" y="21600"/>
                </a:lnTo>
                <a:lnTo>
                  <a:pt x="547" y="19545"/>
                </a:lnTo>
                <a:lnTo>
                  <a:pt x="1096" y="17494"/>
                </a:lnTo>
                <a:lnTo>
                  <a:pt x="1648" y="15439"/>
                </a:lnTo>
                <a:lnTo>
                  <a:pt x="2199" y="13389"/>
                </a:lnTo>
                <a:lnTo>
                  <a:pt x="2814" y="11101"/>
                </a:lnTo>
                <a:lnTo>
                  <a:pt x="3439" y="8770"/>
                </a:lnTo>
                <a:lnTo>
                  <a:pt x="4340" y="5944"/>
                </a:lnTo>
                <a:lnTo>
                  <a:pt x="5181" y="3779"/>
                </a:lnTo>
                <a:lnTo>
                  <a:pt x="6082" y="2186"/>
                </a:lnTo>
                <a:lnTo>
                  <a:pt x="7164" y="1085"/>
                </a:lnTo>
                <a:lnTo>
                  <a:pt x="8547" y="386"/>
                </a:lnTo>
                <a:lnTo>
                  <a:pt x="10352" y="0"/>
                </a:lnTo>
                <a:close/>
              </a:path>
            </a:pathLst>
          </a:custGeom>
          <a:solidFill>
            <a:srgbClr val="7670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4" name="contour_10082"/>
          <p:cNvSpPr/>
          <p:nvPr/>
        </p:nvSpPr>
        <p:spPr>
          <a:xfrm>
            <a:off x="4900617" y="2485205"/>
            <a:ext cx="51016" cy="45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44"/>
                </a:lnTo>
                <a:lnTo>
                  <a:pt x="4280" y="687"/>
                </a:lnTo>
                <a:lnTo>
                  <a:pt x="6421" y="1031"/>
                </a:lnTo>
                <a:lnTo>
                  <a:pt x="8566" y="1378"/>
                </a:lnTo>
                <a:lnTo>
                  <a:pt x="10720" y="1721"/>
                </a:lnTo>
                <a:lnTo>
                  <a:pt x="12877" y="2068"/>
                </a:lnTo>
                <a:lnTo>
                  <a:pt x="15043" y="2415"/>
                </a:lnTo>
                <a:lnTo>
                  <a:pt x="17218" y="2765"/>
                </a:lnTo>
                <a:lnTo>
                  <a:pt x="19403" y="3116"/>
                </a:lnTo>
                <a:lnTo>
                  <a:pt x="21600" y="3470"/>
                </a:lnTo>
                <a:lnTo>
                  <a:pt x="21149" y="7516"/>
                </a:lnTo>
                <a:lnTo>
                  <a:pt x="20788" y="10618"/>
                </a:lnTo>
                <a:lnTo>
                  <a:pt x="20483" y="12981"/>
                </a:lnTo>
                <a:lnTo>
                  <a:pt x="20196" y="14806"/>
                </a:lnTo>
                <a:lnTo>
                  <a:pt x="19891" y="16301"/>
                </a:lnTo>
                <a:lnTo>
                  <a:pt x="19536" y="17665"/>
                </a:lnTo>
                <a:lnTo>
                  <a:pt x="19088" y="19105"/>
                </a:lnTo>
                <a:lnTo>
                  <a:pt x="18514" y="20819"/>
                </a:lnTo>
                <a:lnTo>
                  <a:pt x="16126" y="21340"/>
                </a:lnTo>
                <a:lnTo>
                  <a:pt x="14450" y="21600"/>
                </a:lnTo>
                <a:lnTo>
                  <a:pt x="13043" y="21600"/>
                </a:lnTo>
                <a:lnTo>
                  <a:pt x="11460" y="21340"/>
                </a:lnTo>
                <a:lnTo>
                  <a:pt x="9257" y="20819"/>
                </a:lnTo>
                <a:lnTo>
                  <a:pt x="9257" y="18529"/>
                </a:lnTo>
                <a:lnTo>
                  <a:pt x="9257" y="16236"/>
                </a:lnTo>
                <a:lnTo>
                  <a:pt x="9257" y="13932"/>
                </a:lnTo>
                <a:lnTo>
                  <a:pt x="9257" y="11617"/>
                </a:lnTo>
                <a:lnTo>
                  <a:pt x="9257" y="9289"/>
                </a:lnTo>
                <a:lnTo>
                  <a:pt x="9257" y="6940"/>
                </a:lnTo>
                <a:lnTo>
                  <a:pt x="7424" y="6940"/>
                </a:lnTo>
                <a:lnTo>
                  <a:pt x="5585" y="6940"/>
                </a:lnTo>
                <a:lnTo>
                  <a:pt x="3740" y="6940"/>
                </a:lnTo>
                <a:lnTo>
                  <a:pt x="1879" y="6940"/>
                </a:lnTo>
                <a:lnTo>
                  <a:pt x="0" y="6940"/>
                </a:lnTo>
                <a:lnTo>
                  <a:pt x="0" y="4646"/>
                </a:lnTo>
                <a:lnTo>
                  <a:pt x="0" y="2339"/>
                </a:lnTo>
                <a:lnTo>
                  <a:pt x="0" y="0"/>
                </a:lnTo>
                <a:close/>
              </a:path>
            </a:pathLst>
          </a:custGeom>
          <a:solidFill>
            <a:srgbClr val="B2A2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5" name="contour_10083"/>
          <p:cNvSpPr/>
          <p:nvPr/>
        </p:nvSpPr>
        <p:spPr>
          <a:xfrm>
            <a:off x="8164595" y="2477917"/>
            <a:ext cx="4477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68" y="0"/>
                </a:moveTo>
                <a:lnTo>
                  <a:pt x="14568" y="2380"/>
                </a:lnTo>
                <a:lnTo>
                  <a:pt x="14568" y="4774"/>
                </a:lnTo>
                <a:lnTo>
                  <a:pt x="14568" y="7200"/>
                </a:lnTo>
                <a:lnTo>
                  <a:pt x="16892" y="7200"/>
                </a:lnTo>
                <a:lnTo>
                  <a:pt x="19230" y="7200"/>
                </a:lnTo>
                <a:lnTo>
                  <a:pt x="21600" y="7200"/>
                </a:lnTo>
                <a:lnTo>
                  <a:pt x="21600" y="9338"/>
                </a:lnTo>
                <a:lnTo>
                  <a:pt x="21600" y="11484"/>
                </a:lnTo>
                <a:lnTo>
                  <a:pt x="21600" y="13637"/>
                </a:lnTo>
                <a:lnTo>
                  <a:pt x="21600" y="15808"/>
                </a:lnTo>
                <a:lnTo>
                  <a:pt x="21600" y="18000"/>
                </a:lnTo>
                <a:lnTo>
                  <a:pt x="19279" y="18396"/>
                </a:lnTo>
                <a:lnTo>
                  <a:pt x="16955" y="18792"/>
                </a:lnTo>
                <a:lnTo>
                  <a:pt x="14631" y="19188"/>
                </a:lnTo>
                <a:lnTo>
                  <a:pt x="12300" y="19588"/>
                </a:lnTo>
                <a:lnTo>
                  <a:pt x="9961" y="19987"/>
                </a:lnTo>
                <a:lnTo>
                  <a:pt x="7613" y="20387"/>
                </a:lnTo>
                <a:lnTo>
                  <a:pt x="5257" y="20790"/>
                </a:lnTo>
                <a:lnTo>
                  <a:pt x="2887" y="21193"/>
                </a:lnTo>
                <a:lnTo>
                  <a:pt x="503" y="21600"/>
                </a:lnTo>
                <a:lnTo>
                  <a:pt x="250" y="16510"/>
                </a:lnTo>
                <a:lnTo>
                  <a:pt x="84" y="12784"/>
                </a:lnTo>
                <a:lnTo>
                  <a:pt x="0" y="10109"/>
                </a:lnTo>
                <a:lnTo>
                  <a:pt x="0" y="8168"/>
                </a:lnTo>
                <a:lnTo>
                  <a:pt x="84" y="6646"/>
                </a:lnTo>
                <a:lnTo>
                  <a:pt x="250" y="5227"/>
                </a:lnTo>
                <a:lnTo>
                  <a:pt x="503" y="3600"/>
                </a:lnTo>
                <a:lnTo>
                  <a:pt x="2838" y="2002"/>
                </a:lnTo>
                <a:lnTo>
                  <a:pt x="4940" y="961"/>
                </a:lnTo>
                <a:lnTo>
                  <a:pt x="6990" y="360"/>
                </a:lnTo>
                <a:lnTo>
                  <a:pt x="9160" y="79"/>
                </a:lnTo>
                <a:lnTo>
                  <a:pt x="11628" y="0"/>
                </a:lnTo>
                <a:lnTo>
                  <a:pt x="14568" y="0"/>
                </a:lnTo>
                <a:close/>
              </a:path>
            </a:pathLst>
          </a:custGeom>
          <a:solidFill>
            <a:srgbClr val="9698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6" name="contour_10084"/>
          <p:cNvSpPr/>
          <p:nvPr/>
        </p:nvSpPr>
        <p:spPr>
          <a:xfrm>
            <a:off x="2546596" y="2461971"/>
            <a:ext cx="57626" cy="45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92" y="0"/>
                </a:moveTo>
                <a:lnTo>
                  <a:pt x="11487" y="101"/>
                </a:lnTo>
                <a:lnTo>
                  <a:pt x="13301" y="290"/>
                </a:lnTo>
                <a:lnTo>
                  <a:pt x="14954" y="635"/>
                </a:lnTo>
                <a:lnTo>
                  <a:pt x="16568" y="1204"/>
                </a:lnTo>
                <a:lnTo>
                  <a:pt x="18259" y="2063"/>
                </a:lnTo>
                <a:lnTo>
                  <a:pt x="20147" y="3274"/>
                </a:lnTo>
                <a:lnTo>
                  <a:pt x="21078" y="5938"/>
                </a:lnTo>
                <a:lnTo>
                  <a:pt x="21537" y="8074"/>
                </a:lnTo>
                <a:lnTo>
                  <a:pt x="21600" y="10056"/>
                </a:lnTo>
                <a:lnTo>
                  <a:pt x="21338" y="12259"/>
                </a:lnTo>
                <a:lnTo>
                  <a:pt x="20830" y="15055"/>
                </a:lnTo>
                <a:lnTo>
                  <a:pt x="20267" y="17216"/>
                </a:lnTo>
                <a:lnTo>
                  <a:pt x="19696" y="19394"/>
                </a:lnTo>
                <a:lnTo>
                  <a:pt x="19122" y="21600"/>
                </a:lnTo>
                <a:lnTo>
                  <a:pt x="19122" y="19293"/>
                </a:lnTo>
                <a:lnTo>
                  <a:pt x="19122" y="16971"/>
                </a:lnTo>
                <a:lnTo>
                  <a:pt x="19122" y="14619"/>
                </a:lnTo>
                <a:lnTo>
                  <a:pt x="17448" y="13917"/>
                </a:lnTo>
                <a:lnTo>
                  <a:pt x="16213" y="13502"/>
                </a:lnTo>
                <a:lnTo>
                  <a:pt x="14814" y="13209"/>
                </a:lnTo>
                <a:lnTo>
                  <a:pt x="12634" y="12873"/>
                </a:lnTo>
                <a:lnTo>
                  <a:pt x="10556" y="12427"/>
                </a:lnTo>
                <a:lnTo>
                  <a:pt x="8698" y="11914"/>
                </a:lnTo>
                <a:lnTo>
                  <a:pt x="7021" y="11278"/>
                </a:lnTo>
                <a:lnTo>
                  <a:pt x="5485" y="10461"/>
                </a:lnTo>
                <a:lnTo>
                  <a:pt x="4057" y="9400"/>
                </a:lnTo>
                <a:lnTo>
                  <a:pt x="2691" y="8035"/>
                </a:lnTo>
                <a:lnTo>
                  <a:pt x="1352" y="6304"/>
                </a:lnTo>
                <a:lnTo>
                  <a:pt x="0" y="4147"/>
                </a:lnTo>
                <a:lnTo>
                  <a:pt x="1549" y="2339"/>
                </a:lnTo>
                <a:lnTo>
                  <a:pt x="2901" y="1159"/>
                </a:lnTo>
                <a:lnTo>
                  <a:pt x="4207" y="478"/>
                </a:lnTo>
                <a:lnTo>
                  <a:pt x="5622" y="150"/>
                </a:lnTo>
                <a:lnTo>
                  <a:pt x="7297" y="38"/>
                </a:lnTo>
                <a:lnTo>
                  <a:pt x="9392" y="0"/>
                </a:lnTo>
                <a:close/>
              </a:path>
            </a:pathLst>
          </a:custGeom>
          <a:solidFill>
            <a:srgbClr val="AB96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7" name="contour_10085"/>
          <p:cNvSpPr/>
          <p:nvPr/>
        </p:nvSpPr>
        <p:spPr>
          <a:xfrm>
            <a:off x="1183741" y="2441477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5953" y="1728"/>
                </a:lnTo>
                <a:lnTo>
                  <a:pt x="16198" y="3470"/>
                </a:lnTo>
                <a:lnTo>
                  <a:pt x="16445" y="5233"/>
                </a:lnTo>
                <a:lnTo>
                  <a:pt x="16921" y="7830"/>
                </a:lnTo>
                <a:lnTo>
                  <a:pt x="17331" y="9526"/>
                </a:lnTo>
                <a:lnTo>
                  <a:pt x="17836" y="10678"/>
                </a:lnTo>
                <a:lnTo>
                  <a:pt x="18592" y="11659"/>
                </a:lnTo>
                <a:lnTo>
                  <a:pt x="19758" y="12825"/>
                </a:lnTo>
                <a:lnTo>
                  <a:pt x="20673" y="13160"/>
                </a:lnTo>
                <a:lnTo>
                  <a:pt x="21600" y="13500"/>
                </a:lnTo>
                <a:lnTo>
                  <a:pt x="20302" y="13500"/>
                </a:lnTo>
                <a:lnTo>
                  <a:pt x="18996" y="13500"/>
                </a:lnTo>
                <a:lnTo>
                  <a:pt x="17673" y="13500"/>
                </a:lnTo>
                <a:lnTo>
                  <a:pt x="17673" y="15285"/>
                </a:lnTo>
                <a:lnTo>
                  <a:pt x="17673" y="17080"/>
                </a:lnTo>
                <a:lnTo>
                  <a:pt x="17673" y="18900"/>
                </a:lnTo>
                <a:lnTo>
                  <a:pt x="18645" y="19570"/>
                </a:lnTo>
                <a:lnTo>
                  <a:pt x="19623" y="20239"/>
                </a:lnTo>
                <a:lnTo>
                  <a:pt x="20604" y="20917"/>
                </a:lnTo>
                <a:lnTo>
                  <a:pt x="21600" y="21600"/>
                </a:lnTo>
                <a:lnTo>
                  <a:pt x="20263" y="21433"/>
                </a:lnTo>
                <a:lnTo>
                  <a:pt x="18927" y="21265"/>
                </a:lnTo>
                <a:lnTo>
                  <a:pt x="17588" y="21098"/>
                </a:lnTo>
                <a:lnTo>
                  <a:pt x="16251" y="20930"/>
                </a:lnTo>
                <a:lnTo>
                  <a:pt x="14912" y="20763"/>
                </a:lnTo>
                <a:lnTo>
                  <a:pt x="13569" y="20596"/>
                </a:lnTo>
                <a:lnTo>
                  <a:pt x="12226" y="20428"/>
                </a:lnTo>
                <a:lnTo>
                  <a:pt x="10881" y="20261"/>
                </a:lnTo>
                <a:lnTo>
                  <a:pt x="9533" y="20091"/>
                </a:lnTo>
                <a:lnTo>
                  <a:pt x="8182" y="19923"/>
                </a:lnTo>
                <a:lnTo>
                  <a:pt x="6828" y="19753"/>
                </a:lnTo>
                <a:lnTo>
                  <a:pt x="5471" y="19583"/>
                </a:lnTo>
                <a:lnTo>
                  <a:pt x="4110" y="19413"/>
                </a:lnTo>
                <a:lnTo>
                  <a:pt x="2745" y="19243"/>
                </a:lnTo>
                <a:lnTo>
                  <a:pt x="1375" y="19073"/>
                </a:lnTo>
                <a:lnTo>
                  <a:pt x="0" y="18900"/>
                </a:lnTo>
                <a:lnTo>
                  <a:pt x="2398" y="17253"/>
                </a:lnTo>
                <a:lnTo>
                  <a:pt x="4340" y="15938"/>
                </a:lnTo>
                <a:lnTo>
                  <a:pt x="5899" y="14917"/>
                </a:lnTo>
                <a:lnTo>
                  <a:pt x="7148" y="14159"/>
                </a:lnTo>
                <a:lnTo>
                  <a:pt x="8161" y="13627"/>
                </a:lnTo>
                <a:lnTo>
                  <a:pt x="9013" y="13287"/>
                </a:lnTo>
                <a:lnTo>
                  <a:pt x="9777" y="13106"/>
                </a:lnTo>
                <a:lnTo>
                  <a:pt x="10525" y="13046"/>
                </a:lnTo>
                <a:lnTo>
                  <a:pt x="11332" y="13076"/>
                </a:lnTo>
                <a:lnTo>
                  <a:pt x="12273" y="13162"/>
                </a:lnTo>
                <a:lnTo>
                  <a:pt x="12777" y="13214"/>
                </a:lnTo>
                <a:lnTo>
                  <a:pt x="13669" y="13300"/>
                </a:lnTo>
                <a:lnTo>
                  <a:pt x="15709" y="13500"/>
                </a:lnTo>
                <a:lnTo>
                  <a:pt x="15709" y="11591"/>
                </a:lnTo>
                <a:lnTo>
                  <a:pt x="15709" y="9679"/>
                </a:lnTo>
                <a:lnTo>
                  <a:pt x="15709" y="7762"/>
                </a:lnTo>
                <a:lnTo>
                  <a:pt x="15709" y="5837"/>
                </a:lnTo>
                <a:lnTo>
                  <a:pt x="15709" y="3904"/>
                </a:lnTo>
                <a:lnTo>
                  <a:pt x="15709" y="1960"/>
                </a:lnTo>
                <a:lnTo>
                  <a:pt x="15709" y="0"/>
                </a:lnTo>
                <a:close/>
              </a:path>
            </a:pathLst>
          </a:custGeom>
          <a:solidFill>
            <a:srgbClr val="6163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8" name="contour_10086"/>
          <p:cNvSpPr/>
          <p:nvPr/>
        </p:nvSpPr>
        <p:spPr>
          <a:xfrm>
            <a:off x="11248458" y="2448765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19796" y="2851"/>
                </a:lnTo>
                <a:lnTo>
                  <a:pt x="20153" y="5707"/>
                </a:lnTo>
                <a:lnTo>
                  <a:pt x="20511" y="8575"/>
                </a:lnTo>
                <a:lnTo>
                  <a:pt x="20872" y="11457"/>
                </a:lnTo>
                <a:lnTo>
                  <a:pt x="21235" y="14355"/>
                </a:lnTo>
                <a:lnTo>
                  <a:pt x="21600" y="17280"/>
                </a:lnTo>
                <a:lnTo>
                  <a:pt x="20174" y="17565"/>
                </a:lnTo>
                <a:lnTo>
                  <a:pt x="18749" y="17850"/>
                </a:lnTo>
                <a:lnTo>
                  <a:pt x="17321" y="18135"/>
                </a:lnTo>
                <a:lnTo>
                  <a:pt x="15893" y="18420"/>
                </a:lnTo>
                <a:lnTo>
                  <a:pt x="14463" y="18706"/>
                </a:lnTo>
                <a:lnTo>
                  <a:pt x="13033" y="18995"/>
                </a:lnTo>
                <a:lnTo>
                  <a:pt x="11599" y="19280"/>
                </a:lnTo>
                <a:lnTo>
                  <a:pt x="10163" y="19570"/>
                </a:lnTo>
                <a:lnTo>
                  <a:pt x="8722" y="19855"/>
                </a:lnTo>
                <a:lnTo>
                  <a:pt x="7279" y="20144"/>
                </a:lnTo>
                <a:lnTo>
                  <a:pt x="5834" y="20434"/>
                </a:lnTo>
                <a:lnTo>
                  <a:pt x="4383" y="20723"/>
                </a:lnTo>
                <a:lnTo>
                  <a:pt x="2927" y="21017"/>
                </a:lnTo>
                <a:lnTo>
                  <a:pt x="1467" y="21306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1480" y="8640"/>
                </a:lnTo>
                <a:lnTo>
                  <a:pt x="2961" y="8640"/>
                </a:lnTo>
                <a:lnTo>
                  <a:pt x="4443" y="8640"/>
                </a:lnTo>
                <a:lnTo>
                  <a:pt x="5927" y="8640"/>
                </a:lnTo>
                <a:lnTo>
                  <a:pt x="7413" y="8640"/>
                </a:lnTo>
                <a:lnTo>
                  <a:pt x="8901" y="8640"/>
                </a:lnTo>
                <a:lnTo>
                  <a:pt x="10394" y="8640"/>
                </a:lnTo>
                <a:lnTo>
                  <a:pt x="11889" y="8640"/>
                </a:lnTo>
                <a:lnTo>
                  <a:pt x="13388" y="8640"/>
                </a:lnTo>
                <a:lnTo>
                  <a:pt x="14893" y="8640"/>
                </a:lnTo>
                <a:lnTo>
                  <a:pt x="16403" y="8640"/>
                </a:lnTo>
                <a:lnTo>
                  <a:pt x="17917" y="8640"/>
                </a:lnTo>
                <a:lnTo>
                  <a:pt x="19440" y="8640"/>
                </a:lnTo>
                <a:lnTo>
                  <a:pt x="19440" y="5784"/>
                </a:lnTo>
                <a:lnTo>
                  <a:pt x="19440" y="2912"/>
                </a:lnTo>
                <a:lnTo>
                  <a:pt x="19440" y="0"/>
                </a:lnTo>
                <a:close/>
              </a:path>
            </a:pathLst>
          </a:custGeom>
          <a:solidFill>
            <a:srgbClr val="E3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89" name="contour_10087"/>
          <p:cNvSpPr/>
          <p:nvPr/>
        </p:nvSpPr>
        <p:spPr>
          <a:xfrm>
            <a:off x="2240500" y="2446892"/>
            <a:ext cx="58304" cy="549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36"/>
                </a:moveTo>
                <a:lnTo>
                  <a:pt x="21600" y="2629"/>
                </a:lnTo>
                <a:lnTo>
                  <a:pt x="21600" y="4534"/>
                </a:lnTo>
                <a:lnTo>
                  <a:pt x="21600" y="6464"/>
                </a:lnTo>
                <a:lnTo>
                  <a:pt x="19815" y="6464"/>
                </a:lnTo>
                <a:lnTo>
                  <a:pt x="18020" y="6464"/>
                </a:lnTo>
                <a:lnTo>
                  <a:pt x="16200" y="6464"/>
                </a:lnTo>
                <a:lnTo>
                  <a:pt x="15417" y="8337"/>
                </a:lnTo>
                <a:lnTo>
                  <a:pt x="14909" y="9709"/>
                </a:lnTo>
                <a:lnTo>
                  <a:pt x="14456" y="11247"/>
                </a:lnTo>
                <a:lnTo>
                  <a:pt x="13838" y="13624"/>
                </a:lnTo>
                <a:lnTo>
                  <a:pt x="13054" y="15969"/>
                </a:lnTo>
                <a:lnTo>
                  <a:pt x="12477" y="17499"/>
                </a:lnTo>
                <a:lnTo>
                  <a:pt x="11821" y="18879"/>
                </a:lnTo>
                <a:lnTo>
                  <a:pt x="10800" y="20784"/>
                </a:lnTo>
                <a:lnTo>
                  <a:pt x="8891" y="21325"/>
                </a:lnTo>
                <a:lnTo>
                  <a:pt x="7155" y="21580"/>
                </a:lnTo>
                <a:lnTo>
                  <a:pt x="5497" y="21600"/>
                </a:lnTo>
                <a:lnTo>
                  <a:pt x="3815" y="21437"/>
                </a:lnTo>
                <a:lnTo>
                  <a:pt x="2017" y="21147"/>
                </a:lnTo>
                <a:lnTo>
                  <a:pt x="0" y="20784"/>
                </a:lnTo>
                <a:lnTo>
                  <a:pt x="1736" y="16685"/>
                </a:lnTo>
                <a:lnTo>
                  <a:pt x="3262" y="13137"/>
                </a:lnTo>
                <a:lnTo>
                  <a:pt x="4620" y="10104"/>
                </a:lnTo>
                <a:lnTo>
                  <a:pt x="5846" y="7544"/>
                </a:lnTo>
                <a:lnTo>
                  <a:pt x="6977" y="5430"/>
                </a:lnTo>
                <a:lnTo>
                  <a:pt x="8051" y="3720"/>
                </a:lnTo>
                <a:lnTo>
                  <a:pt x="9112" y="2380"/>
                </a:lnTo>
                <a:lnTo>
                  <a:pt x="10192" y="1378"/>
                </a:lnTo>
                <a:lnTo>
                  <a:pt x="11335" y="673"/>
                </a:lnTo>
                <a:lnTo>
                  <a:pt x="12577" y="232"/>
                </a:lnTo>
                <a:lnTo>
                  <a:pt x="13954" y="20"/>
                </a:lnTo>
                <a:lnTo>
                  <a:pt x="15506" y="0"/>
                </a:lnTo>
                <a:lnTo>
                  <a:pt x="17272" y="135"/>
                </a:lnTo>
                <a:lnTo>
                  <a:pt x="19291" y="392"/>
                </a:lnTo>
                <a:lnTo>
                  <a:pt x="21600" y="736"/>
                </a:lnTo>
                <a:close/>
              </a:path>
            </a:pathLst>
          </a:custGeom>
          <a:solidFill>
            <a:srgbClr val="8C85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0" name="contour_10088"/>
          <p:cNvSpPr/>
          <p:nvPr/>
        </p:nvSpPr>
        <p:spPr>
          <a:xfrm>
            <a:off x="3829282" y="2416662"/>
            <a:ext cx="51016" cy="466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366"/>
                </a:moveTo>
                <a:lnTo>
                  <a:pt x="5381" y="455"/>
                </a:lnTo>
                <a:lnTo>
                  <a:pt x="7011" y="0"/>
                </a:lnTo>
                <a:lnTo>
                  <a:pt x="8418" y="0"/>
                </a:lnTo>
                <a:lnTo>
                  <a:pt x="10047" y="455"/>
                </a:lnTo>
                <a:lnTo>
                  <a:pt x="12343" y="1366"/>
                </a:lnTo>
                <a:lnTo>
                  <a:pt x="13191" y="4479"/>
                </a:lnTo>
                <a:lnTo>
                  <a:pt x="13728" y="6553"/>
                </a:lnTo>
                <a:lnTo>
                  <a:pt x="14052" y="8053"/>
                </a:lnTo>
                <a:lnTo>
                  <a:pt x="14268" y="9459"/>
                </a:lnTo>
                <a:lnTo>
                  <a:pt x="14475" y="11247"/>
                </a:lnTo>
                <a:lnTo>
                  <a:pt x="14904" y="12798"/>
                </a:lnTo>
                <a:lnTo>
                  <a:pt x="15376" y="14036"/>
                </a:lnTo>
                <a:lnTo>
                  <a:pt x="16080" y="15246"/>
                </a:lnTo>
                <a:lnTo>
                  <a:pt x="17221" y="16720"/>
                </a:lnTo>
                <a:lnTo>
                  <a:pt x="18996" y="18740"/>
                </a:lnTo>
                <a:lnTo>
                  <a:pt x="21600" y="21600"/>
                </a:lnTo>
                <a:lnTo>
                  <a:pt x="19462" y="21266"/>
                </a:lnTo>
                <a:lnTo>
                  <a:pt x="17320" y="20932"/>
                </a:lnTo>
                <a:lnTo>
                  <a:pt x="15179" y="20598"/>
                </a:lnTo>
                <a:lnTo>
                  <a:pt x="13034" y="20261"/>
                </a:lnTo>
                <a:lnTo>
                  <a:pt x="10880" y="19927"/>
                </a:lnTo>
                <a:lnTo>
                  <a:pt x="8723" y="19590"/>
                </a:lnTo>
                <a:lnTo>
                  <a:pt x="6557" y="19253"/>
                </a:lnTo>
                <a:lnTo>
                  <a:pt x="4382" y="18912"/>
                </a:lnTo>
                <a:lnTo>
                  <a:pt x="2197" y="18572"/>
                </a:lnTo>
                <a:lnTo>
                  <a:pt x="0" y="18228"/>
                </a:lnTo>
                <a:lnTo>
                  <a:pt x="444" y="14353"/>
                </a:lnTo>
                <a:lnTo>
                  <a:pt x="802" y="11378"/>
                </a:lnTo>
                <a:lnTo>
                  <a:pt x="1105" y="9109"/>
                </a:lnTo>
                <a:lnTo>
                  <a:pt x="1392" y="7342"/>
                </a:lnTo>
                <a:lnTo>
                  <a:pt x="1694" y="5881"/>
                </a:lnTo>
                <a:lnTo>
                  <a:pt x="2055" y="4529"/>
                </a:lnTo>
                <a:lnTo>
                  <a:pt x="2506" y="3089"/>
                </a:lnTo>
                <a:lnTo>
                  <a:pt x="3086" y="1366"/>
                </a:lnTo>
                <a:close/>
              </a:path>
            </a:pathLst>
          </a:custGeom>
          <a:solidFill>
            <a:srgbClr val="CED3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1" name="contour_10089"/>
          <p:cNvSpPr/>
          <p:nvPr/>
        </p:nvSpPr>
        <p:spPr>
          <a:xfrm>
            <a:off x="10475930" y="2396109"/>
            <a:ext cx="72880" cy="45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780"/>
                </a:moveTo>
                <a:lnTo>
                  <a:pt x="3767" y="260"/>
                </a:lnTo>
                <a:lnTo>
                  <a:pt x="4908" y="0"/>
                </a:lnTo>
                <a:lnTo>
                  <a:pt x="5892" y="0"/>
                </a:lnTo>
                <a:lnTo>
                  <a:pt x="7033" y="260"/>
                </a:lnTo>
                <a:lnTo>
                  <a:pt x="8640" y="780"/>
                </a:lnTo>
                <a:lnTo>
                  <a:pt x="9104" y="2413"/>
                </a:lnTo>
                <a:lnTo>
                  <a:pt x="9577" y="4071"/>
                </a:lnTo>
                <a:lnTo>
                  <a:pt x="10433" y="6238"/>
                </a:lnTo>
                <a:lnTo>
                  <a:pt x="11346" y="7833"/>
                </a:lnTo>
                <a:lnTo>
                  <a:pt x="12353" y="9016"/>
                </a:lnTo>
                <a:lnTo>
                  <a:pt x="13496" y="9935"/>
                </a:lnTo>
                <a:lnTo>
                  <a:pt x="14809" y="10750"/>
                </a:lnTo>
                <a:lnTo>
                  <a:pt x="16334" y="11617"/>
                </a:lnTo>
                <a:lnTo>
                  <a:pt x="17319" y="12199"/>
                </a:lnTo>
                <a:lnTo>
                  <a:pt x="18310" y="12785"/>
                </a:lnTo>
                <a:lnTo>
                  <a:pt x="19313" y="13378"/>
                </a:lnTo>
                <a:lnTo>
                  <a:pt x="20449" y="14009"/>
                </a:lnTo>
                <a:lnTo>
                  <a:pt x="21600" y="14651"/>
                </a:lnTo>
                <a:lnTo>
                  <a:pt x="21136" y="16742"/>
                </a:lnTo>
                <a:lnTo>
                  <a:pt x="20755" y="18160"/>
                </a:lnTo>
                <a:lnTo>
                  <a:pt x="20256" y="19558"/>
                </a:lnTo>
                <a:lnTo>
                  <a:pt x="19440" y="21586"/>
                </a:lnTo>
                <a:lnTo>
                  <a:pt x="17963" y="21600"/>
                </a:lnTo>
                <a:lnTo>
                  <a:pt x="16494" y="21440"/>
                </a:lnTo>
                <a:lnTo>
                  <a:pt x="15038" y="21121"/>
                </a:lnTo>
                <a:lnTo>
                  <a:pt x="13591" y="20657"/>
                </a:lnTo>
                <a:lnTo>
                  <a:pt x="12156" y="20064"/>
                </a:lnTo>
                <a:lnTo>
                  <a:pt x="10737" y="19349"/>
                </a:lnTo>
                <a:lnTo>
                  <a:pt x="9331" y="18538"/>
                </a:lnTo>
                <a:lnTo>
                  <a:pt x="7942" y="17636"/>
                </a:lnTo>
                <a:lnTo>
                  <a:pt x="6571" y="16659"/>
                </a:lnTo>
                <a:lnTo>
                  <a:pt x="5216" y="15625"/>
                </a:lnTo>
                <a:lnTo>
                  <a:pt x="3879" y="14547"/>
                </a:lnTo>
                <a:lnTo>
                  <a:pt x="2566" y="13437"/>
                </a:lnTo>
                <a:lnTo>
                  <a:pt x="1272" y="12310"/>
                </a:lnTo>
                <a:lnTo>
                  <a:pt x="0" y="11183"/>
                </a:lnTo>
                <a:lnTo>
                  <a:pt x="341" y="8603"/>
                </a:lnTo>
                <a:lnTo>
                  <a:pt x="624" y="6772"/>
                </a:lnTo>
                <a:lnTo>
                  <a:pt x="953" y="5191"/>
                </a:lnTo>
                <a:lnTo>
                  <a:pt x="1430" y="3360"/>
                </a:lnTo>
                <a:lnTo>
                  <a:pt x="2160" y="780"/>
                </a:lnTo>
                <a:close/>
              </a:path>
            </a:pathLst>
          </a:custGeom>
          <a:solidFill>
            <a:srgbClr val="EC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2" name="contour_10090"/>
          <p:cNvSpPr/>
          <p:nvPr/>
        </p:nvSpPr>
        <p:spPr>
          <a:xfrm>
            <a:off x="8741024" y="2419613"/>
            <a:ext cx="2335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79" y="0"/>
                </a:moveTo>
                <a:lnTo>
                  <a:pt x="11049" y="256"/>
                </a:lnTo>
                <a:lnTo>
                  <a:pt x="13780" y="515"/>
                </a:lnTo>
                <a:lnTo>
                  <a:pt x="16530" y="930"/>
                </a:lnTo>
                <a:lnTo>
                  <a:pt x="20562" y="1662"/>
                </a:lnTo>
                <a:lnTo>
                  <a:pt x="21007" y="2820"/>
                </a:lnTo>
                <a:lnTo>
                  <a:pt x="21324" y="3940"/>
                </a:lnTo>
                <a:lnTo>
                  <a:pt x="21526" y="5041"/>
                </a:lnTo>
                <a:lnTo>
                  <a:pt x="21600" y="6143"/>
                </a:lnTo>
                <a:lnTo>
                  <a:pt x="21560" y="7259"/>
                </a:lnTo>
                <a:lnTo>
                  <a:pt x="21404" y="8411"/>
                </a:lnTo>
                <a:lnTo>
                  <a:pt x="21310" y="9354"/>
                </a:lnTo>
                <a:lnTo>
                  <a:pt x="21222" y="10310"/>
                </a:lnTo>
                <a:lnTo>
                  <a:pt x="21088" y="11471"/>
                </a:lnTo>
                <a:lnTo>
                  <a:pt x="20926" y="12633"/>
                </a:lnTo>
                <a:lnTo>
                  <a:pt x="20751" y="13794"/>
                </a:lnTo>
                <a:lnTo>
                  <a:pt x="20562" y="14954"/>
                </a:lnTo>
                <a:lnTo>
                  <a:pt x="16106" y="14954"/>
                </a:lnTo>
                <a:lnTo>
                  <a:pt x="11622" y="14954"/>
                </a:lnTo>
                <a:lnTo>
                  <a:pt x="7079" y="14954"/>
                </a:lnTo>
                <a:lnTo>
                  <a:pt x="5063" y="16045"/>
                </a:lnTo>
                <a:lnTo>
                  <a:pt x="3971" y="16908"/>
                </a:lnTo>
                <a:lnTo>
                  <a:pt x="2865" y="18277"/>
                </a:lnTo>
                <a:lnTo>
                  <a:pt x="2488" y="18742"/>
                </a:lnTo>
                <a:lnTo>
                  <a:pt x="1335" y="20146"/>
                </a:lnTo>
                <a:lnTo>
                  <a:pt x="836" y="20867"/>
                </a:lnTo>
                <a:lnTo>
                  <a:pt x="337" y="21600"/>
                </a:lnTo>
                <a:lnTo>
                  <a:pt x="236" y="20437"/>
                </a:lnTo>
                <a:lnTo>
                  <a:pt x="142" y="19279"/>
                </a:lnTo>
                <a:lnTo>
                  <a:pt x="67" y="18126"/>
                </a:lnTo>
                <a:lnTo>
                  <a:pt x="20" y="16978"/>
                </a:lnTo>
                <a:lnTo>
                  <a:pt x="0" y="15834"/>
                </a:lnTo>
                <a:lnTo>
                  <a:pt x="20" y="14695"/>
                </a:lnTo>
                <a:lnTo>
                  <a:pt x="88" y="13558"/>
                </a:lnTo>
                <a:lnTo>
                  <a:pt x="209" y="12425"/>
                </a:lnTo>
                <a:lnTo>
                  <a:pt x="391" y="11295"/>
                </a:lnTo>
                <a:lnTo>
                  <a:pt x="640" y="10165"/>
                </a:lnTo>
                <a:lnTo>
                  <a:pt x="964" y="9037"/>
                </a:lnTo>
                <a:lnTo>
                  <a:pt x="1369" y="7911"/>
                </a:lnTo>
                <a:lnTo>
                  <a:pt x="1861" y="6784"/>
                </a:lnTo>
                <a:lnTo>
                  <a:pt x="2447" y="5656"/>
                </a:lnTo>
                <a:lnTo>
                  <a:pt x="3142" y="4528"/>
                </a:lnTo>
                <a:lnTo>
                  <a:pt x="3944" y="3400"/>
                </a:lnTo>
                <a:lnTo>
                  <a:pt x="4861" y="2268"/>
                </a:lnTo>
                <a:lnTo>
                  <a:pt x="5906" y="1136"/>
                </a:lnTo>
                <a:lnTo>
                  <a:pt x="7079" y="0"/>
                </a:lnTo>
                <a:close/>
              </a:path>
            </a:pathLst>
          </a:custGeom>
          <a:solidFill>
            <a:srgbClr val="C2D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3" name="contour_10091"/>
          <p:cNvSpPr/>
          <p:nvPr/>
        </p:nvSpPr>
        <p:spPr>
          <a:xfrm>
            <a:off x="753750" y="2419613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7" y="0"/>
                </a:lnTo>
                <a:lnTo>
                  <a:pt x="13856" y="0"/>
                </a:lnTo>
                <a:lnTo>
                  <a:pt x="15390" y="0"/>
                </a:lnTo>
                <a:lnTo>
                  <a:pt x="16930" y="0"/>
                </a:lnTo>
                <a:lnTo>
                  <a:pt x="18477" y="0"/>
                </a:lnTo>
                <a:lnTo>
                  <a:pt x="20032" y="0"/>
                </a:lnTo>
                <a:lnTo>
                  <a:pt x="21600" y="0"/>
                </a:lnTo>
                <a:lnTo>
                  <a:pt x="20628" y="2080"/>
                </a:lnTo>
                <a:lnTo>
                  <a:pt x="19662" y="4027"/>
                </a:lnTo>
                <a:lnTo>
                  <a:pt x="18697" y="5844"/>
                </a:lnTo>
                <a:lnTo>
                  <a:pt x="17723" y="7541"/>
                </a:lnTo>
                <a:lnTo>
                  <a:pt x="16738" y="9118"/>
                </a:lnTo>
                <a:lnTo>
                  <a:pt x="15733" y="10587"/>
                </a:lnTo>
                <a:lnTo>
                  <a:pt x="14703" y="11948"/>
                </a:lnTo>
                <a:lnTo>
                  <a:pt x="13643" y="13210"/>
                </a:lnTo>
                <a:lnTo>
                  <a:pt x="12545" y="14376"/>
                </a:lnTo>
                <a:lnTo>
                  <a:pt x="11405" y="15456"/>
                </a:lnTo>
                <a:lnTo>
                  <a:pt x="10215" y="16456"/>
                </a:lnTo>
                <a:lnTo>
                  <a:pt x="8970" y="17376"/>
                </a:lnTo>
                <a:lnTo>
                  <a:pt x="7664" y="18224"/>
                </a:lnTo>
                <a:lnTo>
                  <a:pt x="6290" y="19008"/>
                </a:lnTo>
                <a:lnTo>
                  <a:pt x="4843" y="19730"/>
                </a:lnTo>
                <a:lnTo>
                  <a:pt x="3316" y="20400"/>
                </a:lnTo>
                <a:lnTo>
                  <a:pt x="1704" y="21023"/>
                </a:lnTo>
                <a:lnTo>
                  <a:pt x="0" y="21600"/>
                </a:lnTo>
                <a:lnTo>
                  <a:pt x="151" y="19415"/>
                </a:lnTo>
                <a:lnTo>
                  <a:pt x="348" y="17302"/>
                </a:lnTo>
                <a:lnTo>
                  <a:pt x="616" y="15240"/>
                </a:lnTo>
                <a:lnTo>
                  <a:pt x="987" y="13222"/>
                </a:lnTo>
                <a:lnTo>
                  <a:pt x="1493" y="11235"/>
                </a:lnTo>
                <a:lnTo>
                  <a:pt x="2160" y="9257"/>
                </a:lnTo>
                <a:lnTo>
                  <a:pt x="3659" y="8785"/>
                </a:lnTo>
                <a:lnTo>
                  <a:pt x="5061" y="8572"/>
                </a:lnTo>
                <a:lnTo>
                  <a:pt x="6420" y="8563"/>
                </a:lnTo>
                <a:lnTo>
                  <a:pt x="7791" y="8711"/>
                </a:lnTo>
                <a:lnTo>
                  <a:pt x="9234" y="8961"/>
                </a:lnTo>
                <a:lnTo>
                  <a:pt x="10800" y="9257"/>
                </a:lnTo>
                <a:lnTo>
                  <a:pt x="10800" y="7424"/>
                </a:lnTo>
                <a:lnTo>
                  <a:pt x="10800" y="5585"/>
                </a:lnTo>
                <a:lnTo>
                  <a:pt x="10800" y="3740"/>
                </a:lnTo>
                <a:lnTo>
                  <a:pt x="10800" y="1879"/>
                </a:lnTo>
                <a:lnTo>
                  <a:pt x="10800" y="0"/>
                </a:lnTo>
                <a:close/>
              </a:path>
            </a:pathLst>
          </a:custGeom>
          <a:solidFill>
            <a:srgbClr val="5351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4" name="contour_10092"/>
          <p:cNvSpPr/>
          <p:nvPr/>
        </p:nvSpPr>
        <p:spPr>
          <a:xfrm>
            <a:off x="4208258" y="2388326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96"/>
                </a:moveTo>
                <a:lnTo>
                  <a:pt x="2646" y="722"/>
                </a:lnTo>
                <a:lnTo>
                  <a:pt x="5231" y="335"/>
                </a:lnTo>
                <a:lnTo>
                  <a:pt x="7772" y="82"/>
                </a:lnTo>
                <a:lnTo>
                  <a:pt x="10300" y="0"/>
                </a:lnTo>
                <a:lnTo>
                  <a:pt x="12830" y="131"/>
                </a:lnTo>
                <a:lnTo>
                  <a:pt x="15390" y="514"/>
                </a:lnTo>
                <a:lnTo>
                  <a:pt x="18000" y="1196"/>
                </a:lnTo>
                <a:lnTo>
                  <a:pt x="18979" y="3669"/>
                </a:lnTo>
                <a:lnTo>
                  <a:pt x="19750" y="6142"/>
                </a:lnTo>
                <a:lnTo>
                  <a:pt x="20347" y="8627"/>
                </a:lnTo>
                <a:lnTo>
                  <a:pt x="20794" y="11133"/>
                </a:lnTo>
                <a:lnTo>
                  <a:pt x="21114" y="13675"/>
                </a:lnTo>
                <a:lnTo>
                  <a:pt x="21341" y="16258"/>
                </a:lnTo>
                <a:lnTo>
                  <a:pt x="21492" y="18894"/>
                </a:lnTo>
                <a:lnTo>
                  <a:pt x="21600" y="21600"/>
                </a:lnTo>
                <a:lnTo>
                  <a:pt x="19253" y="21384"/>
                </a:lnTo>
                <a:lnTo>
                  <a:pt x="16949" y="21127"/>
                </a:lnTo>
                <a:lnTo>
                  <a:pt x="14677" y="20804"/>
                </a:lnTo>
                <a:lnTo>
                  <a:pt x="12434" y="20396"/>
                </a:lnTo>
                <a:lnTo>
                  <a:pt x="10213" y="19882"/>
                </a:lnTo>
                <a:lnTo>
                  <a:pt x="8006" y="19245"/>
                </a:lnTo>
                <a:lnTo>
                  <a:pt x="5803" y="18466"/>
                </a:lnTo>
                <a:lnTo>
                  <a:pt x="3600" y="17519"/>
                </a:lnTo>
                <a:lnTo>
                  <a:pt x="2369" y="14814"/>
                </a:lnTo>
                <a:lnTo>
                  <a:pt x="1508" y="12255"/>
                </a:lnTo>
                <a:lnTo>
                  <a:pt x="932" y="9733"/>
                </a:lnTo>
                <a:lnTo>
                  <a:pt x="544" y="7125"/>
                </a:lnTo>
                <a:lnTo>
                  <a:pt x="263" y="4322"/>
                </a:lnTo>
                <a:lnTo>
                  <a:pt x="0" y="1196"/>
                </a:lnTo>
                <a:close/>
              </a:path>
            </a:pathLst>
          </a:custGeom>
          <a:solidFill>
            <a:srgbClr val="1D1B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5" name="contour_10093"/>
          <p:cNvSpPr/>
          <p:nvPr/>
        </p:nvSpPr>
        <p:spPr>
          <a:xfrm>
            <a:off x="2174908" y="2375885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37" y="259"/>
                </a:lnTo>
                <a:lnTo>
                  <a:pt x="2151" y="598"/>
                </a:lnTo>
                <a:lnTo>
                  <a:pt x="4445" y="1236"/>
                </a:lnTo>
                <a:lnTo>
                  <a:pt x="8640" y="2400"/>
                </a:lnTo>
                <a:lnTo>
                  <a:pt x="8899" y="4258"/>
                </a:lnTo>
                <a:lnTo>
                  <a:pt x="9029" y="5561"/>
                </a:lnTo>
                <a:lnTo>
                  <a:pt x="9029" y="6655"/>
                </a:lnTo>
                <a:lnTo>
                  <a:pt x="8899" y="7886"/>
                </a:lnTo>
                <a:lnTo>
                  <a:pt x="8640" y="9600"/>
                </a:lnTo>
                <a:lnTo>
                  <a:pt x="11206" y="9600"/>
                </a:lnTo>
                <a:lnTo>
                  <a:pt x="13781" y="9600"/>
                </a:lnTo>
                <a:lnTo>
                  <a:pt x="16364" y="9600"/>
                </a:lnTo>
                <a:lnTo>
                  <a:pt x="18969" y="9600"/>
                </a:lnTo>
                <a:lnTo>
                  <a:pt x="21600" y="9600"/>
                </a:lnTo>
                <a:lnTo>
                  <a:pt x="20701" y="12672"/>
                </a:lnTo>
                <a:lnTo>
                  <a:pt x="20036" y="14798"/>
                </a:lnTo>
                <a:lnTo>
                  <a:pt x="19479" y="16248"/>
                </a:lnTo>
                <a:lnTo>
                  <a:pt x="18913" y="17287"/>
                </a:lnTo>
                <a:lnTo>
                  <a:pt x="18222" y="18182"/>
                </a:lnTo>
                <a:lnTo>
                  <a:pt x="17280" y="19200"/>
                </a:lnTo>
                <a:lnTo>
                  <a:pt x="14714" y="19675"/>
                </a:lnTo>
                <a:lnTo>
                  <a:pt x="12139" y="20153"/>
                </a:lnTo>
                <a:lnTo>
                  <a:pt x="9556" y="20630"/>
                </a:lnTo>
                <a:lnTo>
                  <a:pt x="6951" y="21113"/>
                </a:lnTo>
                <a:lnTo>
                  <a:pt x="4320" y="21600"/>
                </a:lnTo>
                <a:lnTo>
                  <a:pt x="3992" y="19956"/>
                </a:lnTo>
                <a:lnTo>
                  <a:pt x="3663" y="18310"/>
                </a:lnTo>
                <a:lnTo>
                  <a:pt x="3331" y="16663"/>
                </a:lnTo>
                <a:lnTo>
                  <a:pt x="3002" y="15014"/>
                </a:lnTo>
                <a:lnTo>
                  <a:pt x="2674" y="13363"/>
                </a:lnTo>
                <a:lnTo>
                  <a:pt x="2341" y="11710"/>
                </a:lnTo>
                <a:lnTo>
                  <a:pt x="2009" y="10051"/>
                </a:lnTo>
                <a:lnTo>
                  <a:pt x="1676" y="8390"/>
                </a:lnTo>
                <a:lnTo>
                  <a:pt x="1344" y="6725"/>
                </a:lnTo>
                <a:lnTo>
                  <a:pt x="1011" y="5052"/>
                </a:lnTo>
                <a:lnTo>
                  <a:pt x="674" y="3374"/>
                </a:lnTo>
                <a:lnTo>
                  <a:pt x="337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16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6" name="contour_10094"/>
          <p:cNvSpPr/>
          <p:nvPr/>
        </p:nvSpPr>
        <p:spPr>
          <a:xfrm>
            <a:off x="2123892" y="2368597"/>
            <a:ext cx="3644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04" y="251"/>
                </a:lnTo>
                <a:lnTo>
                  <a:pt x="9621" y="479"/>
                </a:lnTo>
                <a:lnTo>
                  <a:pt x="11591" y="778"/>
                </a:lnTo>
                <a:lnTo>
                  <a:pt x="13936" y="1241"/>
                </a:lnTo>
                <a:lnTo>
                  <a:pt x="17280" y="1964"/>
                </a:lnTo>
                <a:lnTo>
                  <a:pt x="18416" y="3260"/>
                </a:lnTo>
                <a:lnTo>
                  <a:pt x="19306" y="4532"/>
                </a:lnTo>
                <a:lnTo>
                  <a:pt x="20015" y="5801"/>
                </a:lnTo>
                <a:lnTo>
                  <a:pt x="20593" y="7089"/>
                </a:lnTo>
                <a:lnTo>
                  <a:pt x="21103" y="8420"/>
                </a:lnTo>
                <a:lnTo>
                  <a:pt x="21600" y="9818"/>
                </a:lnTo>
                <a:lnTo>
                  <a:pt x="18744" y="9818"/>
                </a:lnTo>
                <a:lnTo>
                  <a:pt x="15872" y="9818"/>
                </a:lnTo>
                <a:lnTo>
                  <a:pt x="12960" y="9818"/>
                </a:lnTo>
                <a:lnTo>
                  <a:pt x="12796" y="11014"/>
                </a:lnTo>
                <a:lnTo>
                  <a:pt x="12653" y="12212"/>
                </a:lnTo>
                <a:lnTo>
                  <a:pt x="12528" y="13408"/>
                </a:lnTo>
                <a:lnTo>
                  <a:pt x="12420" y="14606"/>
                </a:lnTo>
                <a:lnTo>
                  <a:pt x="12269" y="15941"/>
                </a:lnTo>
                <a:lnTo>
                  <a:pt x="12118" y="17298"/>
                </a:lnTo>
                <a:lnTo>
                  <a:pt x="12537" y="18458"/>
                </a:lnTo>
                <a:lnTo>
                  <a:pt x="12960" y="19636"/>
                </a:lnTo>
                <a:lnTo>
                  <a:pt x="15543" y="20396"/>
                </a:lnTo>
                <a:lnTo>
                  <a:pt x="17306" y="20854"/>
                </a:lnTo>
                <a:lnTo>
                  <a:pt x="19056" y="21194"/>
                </a:lnTo>
                <a:lnTo>
                  <a:pt x="21600" y="21600"/>
                </a:lnTo>
                <a:lnTo>
                  <a:pt x="18749" y="21276"/>
                </a:lnTo>
                <a:lnTo>
                  <a:pt x="15893" y="20952"/>
                </a:lnTo>
                <a:lnTo>
                  <a:pt x="13025" y="20626"/>
                </a:lnTo>
                <a:lnTo>
                  <a:pt x="10143" y="20298"/>
                </a:lnTo>
                <a:lnTo>
                  <a:pt x="7245" y="19968"/>
                </a:lnTo>
                <a:lnTo>
                  <a:pt x="4320" y="19636"/>
                </a:lnTo>
                <a:lnTo>
                  <a:pt x="4631" y="19012"/>
                </a:lnTo>
                <a:lnTo>
                  <a:pt x="5568" y="17129"/>
                </a:lnTo>
                <a:lnTo>
                  <a:pt x="6048" y="16051"/>
                </a:lnTo>
                <a:lnTo>
                  <a:pt x="6532" y="14967"/>
                </a:lnTo>
                <a:lnTo>
                  <a:pt x="7020" y="13867"/>
                </a:lnTo>
                <a:lnTo>
                  <a:pt x="7521" y="12795"/>
                </a:lnTo>
                <a:lnTo>
                  <a:pt x="8027" y="11717"/>
                </a:lnTo>
                <a:lnTo>
                  <a:pt x="8541" y="10623"/>
                </a:lnTo>
                <a:lnTo>
                  <a:pt x="8588" y="9249"/>
                </a:lnTo>
                <a:lnTo>
                  <a:pt x="8640" y="7855"/>
                </a:lnTo>
                <a:lnTo>
                  <a:pt x="6130" y="7061"/>
                </a:lnTo>
                <a:lnTo>
                  <a:pt x="4393" y="6592"/>
                </a:lnTo>
                <a:lnTo>
                  <a:pt x="2622" y="6262"/>
                </a:lnTo>
                <a:lnTo>
                  <a:pt x="0" y="5891"/>
                </a:lnTo>
                <a:lnTo>
                  <a:pt x="855" y="4725"/>
                </a:lnTo>
                <a:lnTo>
                  <a:pt x="1715" y="3554"/>
                </a:lnTo>
                <a:lnTo>
                  <a:pt x="2575" y="2380"/>
                </a:lnTo>
                <a:lnTo>
                  <a:pt x="3443" y="1196"/>
                </a:lnTo>
                <a:lnTo>
                  <a:pt x="4320" y="0"/>
                </a:lnTo>
                <a:close/>
              </a:path>
            </a:pathLst>
          </a:custGeom>
          <a:solidFill>
            <a:srgbClr val="47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7" name="contour_10095"/>
          <p:cNvSpPr/>
          <p:nvPr/>
        </p:nvSpPr>
        <p:spPr>
          <a:xfrm>
            <a:off x="1788645" y="2352709"/>
            <a:ext cx="58377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83" y="629"/>
                </a:moveTo>
                <a:lnTo>
                  <a:pt x="15651" y="210"/>
                </a:lnTo>
                <a:lnTo>
                  <a:pt x="17156" y="0"/>
                </a:lnTo>
                <a:lnTo>
                  <a:pt x="18386" y="0"/>
                </a:lnTo>
                <a:lnTo>
                  <a:pt x="19729" y="210"/>
                </a:lnTo>
                <a:lnTo>
                  <a:pt x="21573" y="629"/>
                </a:lnTo>
                <a:lnTo>
                  <a:pt x="21600" y="3023"/>
                </a:lnTo>
                <a:lnTo>
                  <a:pt x="21568" y="5316"/>
                </a:lnTo>
                <a:lnTo>
                  <a:pt x="21454" y="7525"/>
                </a:lnTo>
                <a:lnTo>
                  <a:pt x="21239" y="9678"/>
                </a:lnTo>
                <a:lnTo>
                  <a:pt x="20893" y="11786"/>
                </a:lnTo>
                <a:lnTo>
                  <a:pt x="20400" y="13883"/>
                </a:lnTo>
                <a:lnTo>
                  <a:pt x="19737" y="15980"/>
                </a:lnTo>
                <a:lnTo>
                  <a:pt x="18876" y="18105"/>
                </a:lnTo>
                <a:lnTo>
                  <a:pt x="17013" y="18863"/>
                </a:lnTo>
                <a:lnTo>
                  <a:pt x="15152" y="19499"/>
                </a:lnTo>
                <a:lnTo>
                  <a:pt x="13292" y="20027"/>
                </a:lnTo>
                <a:lnTo>
                  <a:pt x="11428" y="20454"/>
                </a:lnTo>
                <a:lnTo>
                  <a:pt x="9560" y="20793"/>
                </a:lnTo>
                <a:lnTo>
                  <a:pt x="7680" y="21055"/>
                </a:lnTo>
                <a:lnTo>
                  <a:pt x="5787" y="21257"/>
                </a:lnTo>
                <a:lnTo>
                  <a:pt x="3878" y="21408"/>
                </a:lnTo>
                <a:lnTo>
                  <a:pt x="1950" y="21516"/>
                </a:lnTo>
                <a:lnTo>
                  <a:pt x="0" y="21600"/>
                </a:lnTo>
                <a:lnTo>
                  <a:pt x="0" y="19290"/>
                </a:lnTo>
                <a:lnTo>
                  <a:pt x="0" y="16965"/>
                </a:lnTo>
                <a:lnTo>
                  <a:pt x="0" y="14610"/>
                </a:lnTo>
                <a:lnTo>
                  <a:pt x="1839" y="15043"/>
                </a:lnTo>
                <a:lnTo>
                  <a:pt x="3708" y="15483"/>
                </a:lnTo>
                <a:lnTo>
                  <a:pt x="5156" y="15197"/>
                </a:lnTo>
                <a:lnTo>
                  <a:pt x="6612" y="14903"/>
                </a:lnTo>
                <a:lnTo>
                  <a:pt x="8090" y="14610"/>
                </a:lnTo>
                <a:lnTo>
                  <a:pt x="8950" y="12750"/>
                </a:lnTo>
                <a:lnTo>
                  <a:pt x="9516" y="11401"/>
                </a:lnTo>
                <a:lnTo>
                  <a:pt x="10045" y="9909"/>
                </a:lnTo>
                <a:lnTo>
                  <a:pt x="10787" y="7619"/>
                </a:lnTo>
                <a:lnTo>
                  <a:pt x="11528" y="5330"/>
                </a:lnTo>
                <a:lnTo>
                  <a:pt x="12057" y="3838"/>
                </a:lnTo>
                <a:lnTo>
                  <a:pt x="12623" y="2489"/>
                </a:lnTo>
                <a:lnTo>
                  <a:pt x="13483" y="629"/>
                </a:lnTo>
                <a:close/>
              </a:path>
            </a:pathLst>
          </a:custGeom>
          <a:solidFill>
            <a:srgbClr val="B9BA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8" name="contour_10096"/>
          <p:cNvSpPr/>
          <p:nvPr/>
        </p:nvSpPr>
        <p:spPr>
          <a:xfrm>
            <a:off x="3719962" y="2353642"/>
            <a:ext cx="36440" cy="513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9"/>
                </a:moveTo>
                <a:lnTo>
                  <a:pt x="21600" y="2325"/>
                </a:lnTo>
                <a:lnTo>
                  <a:pt x="21600" y="4493"/>
                </a:lnTo>
                <a:lnTo>
                  <a:pt x="21600" y="6668"/>
                </a:lnTo>
                <a:lnTo>
                  <a:pt x="21600" y="8852"/>
                </a:lnTo>
                <a:lnTo>
                  <a:pt x="21600" y="11045"/>
                </a:lnTo>
                <a:lnTo>
                  <a:pt x="21600" y="13250"/>
                </a:lnTo>
                <a:lnTo>
                  <a:pt x="21600" y="15474"/>
                </a:lnTo>
                <a:lnTo>
                  <a:pt x="19548" y="15348"/>
                </a:lnTo>
                <a:lnTo>
                  <a:pt x="17483" y="15220"/>
                </a:lnTo>
                <a:lnTo>
                  <a:pt x="15388" y="15091"/>
                </a:lnTo>
                <a:lnTo>
                  <a:pt x="14399" y="15149"/>
                </a:lnTo>
                <a:lnTo>
                  <a:pt x="12649" y="15247"/>
                </a:lnTo>
                <a:lnTo>
                  <a:pt x="8640" y="15474"/>
                </a:lnTo>
                <a:lnTo>
                  <a:pt x="7119" y="17306"/>
                </a:lnTo>
                <a:lnTo>
                  <a:pt x="6160" y="18555"/>
                </a:lnTo>
                <a:lnTo>
                  <a:pt x="5365" y="19796"/>
                </a:lnTo>
                <a:lnTo>
                  <a:pt x="4320" y="21600"/>
                </a:lnTo>
                <a:lnTo>
                  <a:pt x="3754" y="19805"/>
                </a:lnTo>
                <a:lnTo>
                  <a:pt x="3205" y="18007"/>
                </a:lnTo>
                <a:lnTo>
                  <a:pt x="2665" y="16206"/>
                </a:lnTo>
                <a:lnTo>
                  <a:pt x="2138" y="14405"/>
                </a:lnTo>
                <a:lnTo>
                  <a:pt x="1620" y="12601"/>
                </a:lnTo>
                <a:lnTo>
                  <a:pt x="1119" y="10929"/>
                </a:lnTo>
                <a:lnTo>
                  <a:pt x="613" y="9247"/>
                </a:lnTo>
                <a:lnTo>
                  <a:pt x="99" y="7541"/>
                </a:lnTo>
                <a:lnTo>
                  <a:pt x="52" y="5397"/>
                </a:lnTo>
                <a:lnTo>
                  <a:pt x="0" y="3222"/>
                </a:lnTo>
                <a:lnTo>
                  <a:pt x="2519" y="2006"/>
                </a:lnTo>
                <a:lnTo>
                  <a:pt x="5041" y="1127"/>
                </a:lnTo>
                <a:lnTo>
                  <a:pt x="7599" y="539"/>
                </a:lnTo>
                <a:lnTo>
                  <a:pt x="10208" y="187"/>
                </a:lnTo>
                <a:lnTo>
                  <a:pt x="12891" y="25"/>
                </a:lnTo>
                <a:lnTo>
                  <a:pt x="15669" y="0"/>
                </a:lnTo>
                <a:lnTo>
                  <a:pt x="18563" y="61"/>
                </a:lnTo>
                <a:lnTo>
                  <a:pt x="21600" y="159"/>
                </a:lnTo>
                <a:close/>
              </a:path>
            </a:pathLst>
          </a:custGeom>
          <a:solidFill>
            <a:srgbClr val="BEA9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099" name="contour_10097"/>
          <p:cNvSpPr/>
          <p:nvPr/>
        </p:nvSpPr>
        <p:spPr>
          <a:xfrm>
            <a:off x="2486608" y="2324869"/>
            <a:ext cx="32497" cy="58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9" y="0"/>
                </a:moveTo>
                <a:lnTo>
                  <a:pt x="4297" y="485"/>
                </a:lnTo>
                <a:lnTo>
                  <a:pt x="7290" y="1017"/>
                </a:lnTo>
                <a:lnTo>
                  <a:pt x="10134" y="1626"/>
                </a:lnTo>
                <a:lnTo>
                  <a:pt x="12851" y="2338"/>
                </a:lnTo>
                <a:lnTo>
                  <a:pt x="15462" y="3184"/>
                </a:lnTo>
                <a:lnTo>
                  <a:pt x="18006" y="4193"/>
                </a:lnTo>
                <a:lnTo>
                  <a:pt x="20496" y="5393"/>
                </a:lnTo>
                <a:lnTo>
                  <a:pt x="21004" y="7210"/>
                </a:lnTo>
                <a:lnTo>
                  <a:pt x="21343" y="9011"/>
                </a:lnTo>
                <a:lnTo>
                  <a:pt x="21537" y="10799"/>
                </a:lnTo>
                <a:lnTo>
                  <a:pt x="21600" y="12581"/>
                </a:lnTo>
                <a:lnTo>
                  <a:pt x="21547" y="14360"/>
                </a:lnTo>
                <a:lnTo>
                  <a:pt x="21392" y="16143"/>
                </a:lnTo>
                <a:lnTo>
                  <a:pt x="21154" y="17936"/>
                </a:lnTo>
                <a:lnTo>
                  <a:pt x="20849" y="19742"/>
                </a:lnTo>
                <a:lnTo>
                  <a:pt x="20496" y="21570"/>
                </a:lnTo>
                <a:lnTo>
                  <a:pt x="16843" y="21600"/>
                </a:lnTo>
                <a:lnTo>
                  <a:pt x="13452" y="21516"/>
                </a:lnTo>
                <a:lnTo>
                  <a:pt x="10255" y="21260"/>
                </a:lnTo>
                <a:lnTo>
                  <a:pt x="7179" y="20772"/>
                </a:lnTo>
                <a:lnTo>
                  <a:pt x="4156" y="19998"/>
                </a:lnTo>
                <a:lnTo>
                  <a:pt x="1119" y="18874"/>
                </a:lnTo>
                <a:lnTo>
                  <a:pt x="635" y="16973"/>
                </a:lnTo>
                <a:lnTo>
                  <a:pt x="300" y="15083"/>
                </a:lnTo>
                <a:lnTo>
                  <a:pt x="92" y="13201"/>
                </a:lnTo>
                <a:lnTo>
                  <a:pt x="0" y="11324"/>
                </a:lnTo>
                <a:lnTo>
                  <a:pt x="15" y="9451"/>
                </a:lnTo>
                <a:lnTo>
                  <a:pt x="116" y="7574"/>
                </a:lnTo>
                <a:lnTo>
                  <a:pt x="291" y="5695"/>
                </a:lnTo>
                <a:lnTo>
                  <a:pt x="523" y="3807"/>
                </a:lnTo>
                <a:lnTo>
                  <a:pt x="804" y="1909"/>
                </a:lnTo>
                <a:lnTo>
                  <a:pt x="1119" y="0"/>
                </a:lnTo>
                <a:close/>
              </a:path>
            </a:pathLst>
          </a:custGeom>
          <a:solidFill>
            <a:srgbClr val="AC8A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0" name="contour_10098"/>
          <p:cNvSpPr/>
          <p:nvPr/>
        </p:nvSpPr>
        <p:spPr>
          <a:xfrm>
            <a:off x="1905172" y="2354021"/>
            <a:ext cx="58566" cy="308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" y="0"/>
                </a:moveTo>
                <a:lnTo>
                  <a:pt x="1806" y="0"/>
                </a:lnTo>
                <a:lnTo>
                  <a:pt x="3594" y="0"/>
                </a:lnTo>
                <a:lnTo>
                  <a:pt x="5405" y="0"/>
                </a:lnTo>
                <a:lnTo>
                  <a:pt x="6739" y="2532"/>
                </a:lnTo>
                <a:lnTo>
                  <a:pt x="8093" y="5105"/>
                </a:lnTo>
                <a:lnTo>
                  <a:pt x="8660" y="4732"/>
                </a:lnTo>
                <a:lnTo>
                  <a:pt x="9663" y="4069"/>
                </a:lnTo>
                <a:lnTo>
                  <a:pt x="11958" y="2553"/>
                </a:lnTo>
                <a:lnTo>
                  <a:pt x="14437" y="1098"/>
                </a:lnTo>
                <a:lnTo>
                  <a:pt x="16031" y="480"/>
                </a:lnTo>
                <a:lnTo>
                  <a:pt x="17439" y="577"/>
                </a:lnTo>
                <a:lnTo>
                  <a:pt x="19350" y="1276"/>
                </a:lnTo>
                <a:lnTo>
                  <a:pt x="20433" y="3175"/>
                </a:lnTo>
                <a:lnTo>
                  <a:pt x="21533" y="5105"/>
                </a:lnTo>
                <a:lnTo>
                  <a:pt x="21576" y="8168"/>
                </a:lnTo>
                <a:lnTo>
                  <a:pt x="21597" y="11231"/>
                </a:lnTo>
                <a:lnTo>
                  <a:pt x="21600" y="14294"/>
                </a:lnTo>
                <a:lnTo>
                  <a:pt x="21578" y="17358"/>
                </a:lnTo>
                <a:lnTo>
                  <a:pt x="21533" y="20421"/>
                </a:lnTo>
                <a:lnTo>
                  <a:pt x="19630" y="20753"/>
                </a:lnTo>
                <a:lnTo>
                  <a:pt x="17737" y="21049"/>
                </a:lnTo>
                <a:lnTo>
                  <a:pt x="15856" y="21294"/>
                </a:lnTo>
                <a:lnTo>
                  <a:pt x="13982" y="21477"/>
                </a:lnTo>
                <a:lnTo>
                  <a:pt x="12112" y="21585"/>
                </a:lnTo>
                <a:lnTo>
                  <a:pt x="10244" y="21600"/>
                </a:lnTo>
                <a:lnTo>
                  <a:pt x="8373" y="21503"/>
                </a:lnTo>
                <a:lnTo>
                  <a:pt x="6497" y="21283"/>
                </a:lnTo>
                <a:lnTo>
                  <a:pt x="4612" y="20931"/>
                </a:lnTo>
                <a:lnTo>
                  <a:pt x="2717" y="20421"/>
                </a:lnTo>
                <a:lnTo>
                  <a:pt x="1597" y="17220"/>
                </a:lnTo>
                <a:lnTo>
                  <a:pt x="825" y="14034"/>
                </a:lnTo>
                <a:lnTo>
                  <a:pt x="339" y="10792"/>
                </a:lnTo>
                <a:lnTo>
                  <a:pt x="83" y="7423"/>
                </a:lnTo>
                <a:lnTo>
                  <a:pt x="0" y="3849"/>
                </a:lnTo>
                <a:lnTo>
                  <a:pt x="30" y="0"/>
                </a:lnTo>
                <a:close/>
              </a:path>
            </a:pathLst>
          </a:custGeom>
          <a:solidFill>
            <a:srgbClr val="1617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1" name="contour_10099"/>
          <p:cNvSpPr/>
          <p:nvPr/>
        </p:nvSpPr>
        <p:spPr>
          <a:xfrm>
            <a:off x="4141369" y="2324869"/>
            <a:ext cx="3904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80" y="0"/>
                </a:moveTo>
                <a:lnTo>
                  <a:pt x="11118" y="1118"/>
                </a:lnTo>
                <a:lnTo>
                  <a:pt x="13146" y="2290"/>
                </a:lnTo>
                <a:lnTo>
                  <a:pt x="14892" y="3516"/>
                </a:lnTo>
                <a:lnTo>
                  <a:pt x="16379" y="4802"/>
                </a:lnTo>
                <a:lnTo>
                  <a:pt x="17645" y="6154"/>
                </a:lnTo>
                <a:lnTo>
                  <a:pt x="18714" y="7570"/>
                </a:lnTo>
                <a:lnTo>
                  <a:pt x="19613" y="9058"/>
                </a:lnTo>
                <a:lnTo>
                  <a:pt x="20374" y="10618"/>
                </a:lnTo>
                <a:lnTo>
                  <a:pt x="21028" y="12257"/>
                </a:lnTo>
                <a:lnTo>
                  <a:pt x="21600" y="13978"/>
                </a:lnTo>
                <a:lnTo>
                  <a:pt x="21237" y="15379"/>
                </a:lnTo>
                <a:lnTo>
                  <a:pt x="20874" y="16800"/>
                </a:lnTo>
                <a:lnTo>
                  <a:pt x="18536" y="17736"/>
                </a:lnTo>
                <a:lnTo>
                  <a:pt x="16154" y="18542"/>
                </a:lnTo>
                <a:lnTo>
                  <a:pt x="13731" y="19231"/>
                </a:lnTo>
                <a:lnTo>
                  <a:pt x="11256" y="19826"/>
                </a:lnTo>
                <a:lnTo>
                  <a:pt x="8720" y="20342"/>
                </a:lnTo>
                <a:lnTo>
                  <a:pt x="6124" y="20796"/>
                </a:lnTo>
                <a:lnTo>
                  <a:pt x="3459" y="21211"/>
                </a:lnTo>
                <a:lnTo>
                  <a:pt x="718" y="21600"/>
                </a:lnTo>
                <a:lnTo>
                  <a:pt x="403" y="18350"/>
                </a:lnTo>
                <a:lnTo>
                  <a:pt x="165" y="15583"/>
                </a:lnTo>
                <a:lnTo>
                  <a:pt x="24" y="13238"/>
                </a:lnTo>
                <a:lnTo>
                  <a:pt x="0" y="11254"/>
                </a:lnTo>
                <a:lnTo>
                  <a:pt x="121" y="9576"/>
                </a:lnTo>
                <a:lnTo>
                  <a:pt x="403" y="8141"/>
                </a:lnTo>
                <a:lnTo>
                  <a:pt x="867" y="6893"/>
                </a:lnTo>
                <a:lnTo>
                  <a:pt x="1540" y="5770"/>
                </a:lnTo>
                <a:lnTo>
                  <a:pt x="2443" y="4716"/>
                </a:lnTo>
                <a:lnTo>
                  <a:pt x="3596" y="3672"/>
                </a:lnTo>
                <a:lnTo>
                  <a:pt x="5023" y="2578"/>
                </a:lnTo>
                <a:lnTo>
                  <a:pt x="6740" y="1373"/>
                </a:lnTo>
                <a:lnTo>
                  <a:pt x="8780" y="0"/>
                </a:lnTo>
                <a:close/>
              </a:path>
            </a:pathLst>
          </a:custGeom>
          <a:solidFill>
            <a:srgbClr val="0A0B0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2" name="contour_10100"/>
          <p:cNvSpPr/>
          <p:nvPr/>
        </p:nvSpPr>
        <p:spPr>
          <a:xfrm>
            <a:off x="8362413" y="231758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509"/>
                </a:lnTo>
                <a:lnTo>
                  <a:pt x="13333" y="1018"/>
                </a:lnTo>
                <a:lnTo>
                  <a:pt x="15382" y="1531"/>
                </a:lnTo>
                <a:lnTo>
                  <a:pt x="17440" y="2046"/>
                </a:lnTo>
                <a:lnTo>
                  <a:pt x="19511" y="2564"/>
                </a:lnTo>
                <a:lnTo>
                  <a:pt x="21600" y="3086"/>
                </a:lnTo>
                <a:lnTo>
                  <a:pt x="21091" y="5122"/>
                </a:lnTo>
                <a:lnTo>
                  <a:pt x="20582" y="7162"/>
                </a:lnTo>
                <a:lnTo>
                  <a:pt x="20069" y="9211"/>
                </a:lnTo>
                <a:lnTo>
                  <a:pt x="19554" y="11269"/>
                </a:lnTo>
                <a:lnTo>
                  <a:pt x="19036" y="13340"/>
                </a:lnTo>
                <a:lnTo>
                  <a:pt x="18514" y="15429"/>
                </a:lnTo>
                <a:lnTo>
                  <a:pt x="16681" y="14818"/>
                </a:lnTo>
                <a:lnTo>
                  <a:pt x="14842" y="14204"/>
                </a:lnTo>
                <a:lnTo>
                  <a:pt x="12997" y="13589"/>
                </a:lnTo>
                <a:lnTo>
                  <a:pt x="11136" y="12969"/>
                </a:lnTo>
                <a:lnTo>
                  <a:pt x="9257" y="12343"/>
                </a:lnTo>
                <a:lnTo>
                  <a:pt x="8875" y="13873"/>
                </a:lnTo>
                <a:lnTo>
                  <a:pt x="8492" y="15410"/>
                </a:lnTo>
                <a:lnTo>
                  <a:pt x="8100" y="16971"/>
                </a:lnTo>
                <a:lnTo>
                  <a:pt x="7464" y="18502"/>
                </a:lnTo>
                <a:lnTo>
                  <a:pt x="6823" y="20039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0" y="19560"/>
                </a:lnTo>
                <a:lnTo>
                  <a:pt x="0" y="17508"/>
                </a:lnTo>
                <a:lnTo>
                  <a:pt x="0" y="15429"/>
                </a:lnTo>
                <a:lnTo>
                  <a:pt x="2040" y="15429"/>
                </a:lnTo>
                <a:lnTo>
                  <a:pt x="4092" y="15429"/>
                </a:lnTo>
                <a:lnTo>
                  <a:pt x="6171" y="15429"/>
                </a:lnTo>
                <a:lnTo>
                  <a:pt x="6921" y="13411"/>
                </a:lnTo>
                <a:lnTo>
                  <a:pt x="7372" y="11932"/>
                </a:lnTo>
                <a:lnTo>
                  <a:pt x="7705" y="10275"/>
                </a:lnTo>
                <a:lnTo>
                  <a:pt x="8100" y="7714"/>
                </a:lnTo>
                <a:lnTo>
                  <a:pt x="8449" y="5560"/>
                </a:lnTo>
                <a:lnTo>
                  <a:pt x="8800" y="3376"/>
                </a:lnTo>
                <a:lnTo>
                  <a:pt x="9029" y="1700"/>
                </a:lnTo>
                <a:lnTo>
                  <a:pt x="9257" y="0"/>
                </a:lnTo>
                <a:close/>
              </a:path>
            </a:pathLst>
          </a:custGeom>
          <a:solidFill>
            <a:srgbClr val="B59F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3" name="contour_10101"/>
          <p:cNvSpPr/>
          <p:nvPr/>
        </p:nvSpPr>
        <p:spPr>
          <a:xfrm>
            <a:off x="5447216" y="231758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073" y="1527"/>
                </a:lnTo>
                <a:lnTo>
                  <a:pt x="18539" y="3064"/>
                </a:lnTo>
                <a:lnTo>
                  <a:pt x="16993" y="4607"/>
                </a:lnTo>
                <a:lnTo>
                  <a:pt x="15429" y="6171"/>
                </a:lnTo>
                <a:lnTo>
                  <a:pt x="14275" y="8535"/>
                </a:lnTo>
                <a:lnTo>
                  <a:pt x="13531" y="10167"/>
                </a:lnTo>
                <a:lnTo>
                  <a:pt x="12864" y="11824"/>
                </a:lnTo>
                <a:lnTo>
                  <a:pt x="11957" y="14271"/>
                </a:lnTo>
                <a:lnTo>
                  <a:pt x="11439" y="15651"/>
                </a:lnTo>
                <a:lnTo>
                  <a:pt x="10917" y="17036"/>
                </a:lnTo>
                <a:lnTo>
                  <a:pt x="10390" y="18443"/>
                </a:lnTo>
                <a:lnTo>
                  <a:pt x="9828" y="20008"/>
                </a:lnTo>
                <a:lnTo>
                  <a:pt x="9257" y="21600"/>
                </a:lnTo>
                <a:lnTo>
                  <a:pt x="7424" y="20989"/>
                </a:lnTo>
                <a:lnTo>
                  <a:pt x="5585" y="20375"/>
                </a:lnTo>
                <a:lnTo>
                  <a:pt x="3740" y="19761"/>
                </a:lnTo>
                <a:lnTo>
                  <a:pt x="1879" y="19141"/>
                </a:lnTo>
                <a:lnTo>
                  <a:pt x="0" y="18514"/>
                </a:lnTo>
                <a:lnTo>
                  <a:pt x="543" y="16706"/>
                </a:lnTo>
                <a:lnTo>
                  <a:pt x="1086" y="14898"/>
                </a:lnTo>
                <a:lnTo>
                  <a:pt x="1626" y="13090"/>
                </a:lnTo>
                <a:lnTo>
                  <a:pt x="2169" y="11281"/>
                </a:lnTo>
                <a:lnTo>
                  <a:pt x="2712" y="9473"/>
                </a:lnTo>
                <a:lnTo>
                  <a:pt x="2870" y="7813"/>
                </a:lnTo>
                <a:lnTo>
                  <a:pt x="2808" y="6489"/>
                </a:lnTo>
                <a:lnTo>
                  <a:pt x="2395" y="5048"/>
                </a:lnTo>
                <a:lnTo>
                  <a:pt x="1503" y="3039"/>
                </a:lnTo>
                <a:lnTo>
                  <a:pt x="0" y="0"/>
                </a:lnTo>
                <a:close/>
              </a:path>
            </a:pathLst>
          </a:custGeom>
          <a:solidFill>
            <a:srgbClr val="2423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4" name="contour_10102"/>
          <p:cNvSpPr/>
          <p:nvPr/>
        </p:nvSpPr>
        <p:spPr>
          <a:xfrm>
            <a:off x="5372886" y="2310293"/>
            <a:ext cx="3796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65" y="0"/>
                </a:moveTo>
                <a:lnTo>
                  <a:pt x="15873" y="1398"/>
                </a:lnTo>
                <a:lnTo>
                  <a:pt x="17607" y="2506"/>
                </a:lnTo>
                <a:lnTo>
                  <a:pt x="19241" y="3907"/>
                </a:lnTo>
                <a:lnTo>
                  <a:pt x="21559" y="6171"/>
                </a:lnTo>
                <a:lnTo>
                  <a:pt x="21600" y="8443"/>
                </a:lnTo>
                <a:lnTo>
                  <a:pt x="21380" y="10575"/>
                </a:lnTo>
                <a:lnTo>
                  <a:pt x="20874" y="12608"/>
                </a:lnTo>
                <a:lnTo>
                  <a:pt x="20062" y="14583"/>
                </a:lnTo>
                <a:lnTo>
                  <a:pt x="18917" y="16539"/>
                </a:lnTo>
                <a:lnTo>
                  <a:pt x="17412" y="18514"/>
                </a:lnTo>
                <a:lnTo>
                  <a:pt x="14658" y="19431"/>
                </a:lnTo>
                <a:lnTo>
                  <a:pt x="12013" y="20113"/>
                </a:lnTo>
                <a:lnTo>
                  <a:pt x="9396" y="20616"/>
                </a:lnTo>
                <a:lnTo>
                  <a:pt x="6713" y="20992"/>
                </a:lnTo>
                <a:lnTo>
                  <a:pt x="3885" y="21304"/>
                </a:lnTo>
                <a:lnTo>
                  <a:pt x="825" y="21600"/>
                </a:lnTo>
                <a:lnTo>
                  <a:pt x="369" y="18024"/>
                </a:lnTo>
                <a:lnTo>
                  <a:pt x="91" y="15512"/>
                </a:lnTo>
                <a:lnTo>
                  <a:pt x="0" y="13722"/>
                </a:lnTo>
                <a:lnTo>
                  <a:pt x="91" y="12309"/>
                </a:lnTo>
                <a:lnTo>
                  <a:pt x="369" y="10936"/>
                </a:lnTo>
                <a:lnTo>
                  <a:pt x="825" y="9257"/>
                </a:lnTo>
                <a:lnTo>
                  <a:pt x="3910" y="8307"/>
                </a:lnTo>
                <a:lnTo>
                  <a:pt x="6100" y="7671"/>
                </a:lnTo>
                <a:lnTo>
                  <a:pt x="7991" y="7202"/>
                </a:lnTo>
                <a:lnTo>
                  <a:pt x="10180" y="6752"/>
                </a:lnTo>
                <a:lnTo>
                  <a:pt x="13265" y="6171"/>
                </a:lnTo>
                <a:lnTo>
                  <a:pt x="13265" y="4132"/>
                </a:lnTo>
                <a:lnTo>
                  <a:pt x="13265" y="2080"/>
                </a:lnTo>
                <a:lnTo>
                  <a:pt x="13265" y="0"/>
                </a:lnTo>
                <a:close/>
              </a:path>
            </a:pathLst>
          </a:custGeom>
          <a:solidFill>
            <a:srgbClr val="1918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5" name="contour_10103"/>
          <p:cNvSpPr/>
          <p:nvPr/>
        </p:nvSpPr>
        <p:spPr>
          <a:xfrm>
            <a:off x="4441474" y="232486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A9A2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6" name="contour_10104"/>
          <p:cNvSpPr/>
          <p:nvPr/>
        </p:nvSpPr>
        <p:spPr>
          <a:xfrm>
            <a:off x="4375882" y="2287445"/>
            <a:ext cx="51016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475"/>
                </a:moveTo>
                <a:lnTo>
                  <a:pt x="8578" y="158"/>
                </a:lnTo>
                <a:lnTo>
                  <a:pt x="10260" y="0"/>
                </a:lnTo>
                <a:lnTo>
                  <a:pt x="11667" y="0"/>
                </a:lnTo>
                <a:lnTo>
                  <a:pt x="13244" y="158"/>
                </a:lnTo>
                <a:lnTo>
                  <a:pt x="15429" y="475"/>
                </a:lnTo>
                <a:lnTo>
                  <a:pt x="15046" y="2655"/>
                </a:lnTo>
                <a:lnTo>
                  <a:pt x="14663" y="4834"/>
                </a:lnTo>
                <a:lnTo>
                  <a:pt x="14281" y="7020"/>
                </a:lnTo>
                <a:lnTo>
                  <a:pt x="13898" y="9210"/>
                </a:lnTo>
                <a:lnTo>
                  <a:pt x="13512" y="11411"/>
                </a:lnTo>
                <a:lnTo>
                  <a:pt x="13124" y="13622"/>
                </a:lnTo>
                <a:lnTo>
                  <a:pt x="12735" y="15844"/>
                </a:lnTo>
                <a:lnTo>
                  <a:pt x="12343" y="18079"/>
                </a:lnTo>
                <a:lnTo>
                  <a:pt x="14176" y="18776"/>
                </a:lnTo>
                <a:lnTo>
                  <a:pt x="16015" y="19477"/>
                </a:lnTo>
                <a:lnTo>
                  <a:pt x="17860" y="20178"/>
                </a:lnTo>
                <a:lnTo>
                  <a:pt x="19721" y="2088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169" y="16681"/>
                </a:lnTo>
                <a:lnTo>
                  <a:pt x="2098" y="12809"/>
                </a:lnTo>
                <a:lnTo>
                  <a:pt x="2842" y="9812"/>
                </a:lnTo>
                <a:lnTo>
                  <a:pt x="3444" y="7520"/>
                </a:lnTo>
                <a:lnTo>
                  <a:pt x="3962" y="5753"/>
                </a:lnTo>
                <a:lnTo>
                  <a:pt x="4440" y="4338"/>
                </a:lnTo>
                <a:lnTo>
                  <a:pt x="4937" y="3102"/>
                </a:lnTo>
                <a:lnTo>
                  <a:pt x="5496" y="1873"/>
                </a:lnTo>
                <a:lnTo>
                  <a:pt x="6171" y="475"/>
                </a:lnTo>
                <a:close/>
              </a:path>
            </a:pathLst>
          </a:custGeom>
          <a:solidFill>
            <a:srgbClr val="7485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7" name="contour_10105"/>
          <p:cNvSpPr/>
          <p:nvPr/>
        </p:nvSpPr>
        <p:spPr>
          <a:xfrm>
            <a:off x="10220844" y="2317858"/>
            <a:ext cx="94744" cy="21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06" y="2917"/>
                </a:moveTo>
                <a:lnTo>
                  <a:pt x="14763" y="3486"/>
                </a:lnTo>
                <a:lnTo>
                  <a:pt x="15937" y="4069"/>
                </a:lnTo>
                <a:lnTo>
                  <a:pt x="17072" y="4638"/>
                </a:lnTo>
                <a:lnTo>
                  <a:pt x="18204" y="5214"/>
                </a:lnTo>
                <a:lnTo>
                  <a:pt x="19337" y="5805"/>
                </a:lnTo>
                <a:lnTo>
                  <a:pt x="20468" y="6403"/>
                </a:lnTo>
                <a:lnTo>
                  <a:pt x="21600" y="7015"/>
                </a:lnTo>
                <a:lnTo>
                  <a:pt x="21600" y="11836"/>
                </a:lnTo>
                <a:lnTo>
                  <a:pt x="21600" y="16685"/>
                </a:lnTo>
                <a:lnTo>
                  <a:pt x="21600" y="21600"/>
                </a:lnTo>
                <a:lnTo>
                  <a:pt x="20475" y="21600"/>
                </a:lnTo>
                <a:lnTo>
                  <a:pt x="19350" y="21600"/>
                </a:lnTo>
                <a:lnTo>
                  <a:pt x="18224" y="21600"/>
                </a:lnTo>
                <a:lnTo>
                  <a:pt x="17097" y="21600"/>
                </a:lnTo>
                <a:lnTo>
                  <a:pt x="15971" y="21600"/>
                </a:lnTo>
                <a:lnTo>
                  <a:pt x="14843" y="21600"/>
                </a:lnTo>
                <a:lnTo>
                  <a:pt x="13713" y="21600"/>
                </a:lnTo>
                <a:lnTo>
                  <a:pt x="12583" y="21600"/>
                </a:lnTo>
                <a:lnTo>
                  <a:pt x="11450" y="21600"/>
                </a:lnTo>
                <a:lnTo>
                  <a:pt x="10316" y="21600"/>
                </a:lnTo>
                <a:lnTo>
                  <a:pt x="9180" y="21600"/>
                </a:lnTo>
                <a:lnTo>
                  <a:pt x="8042" y="21600"/>
                </a:lnTo>
                <a:lnTo>
                  <a:pt x="6902" y="21600"/>
                </a:lnTo>
                <a:lnTo>
                  <a:pt x="5759" y="21600"/>
                </a:lnTo>
                <a:lnTo>
                  <a:pt x="4614" y="21600"/>
                </a:lnTo>
                <a:lnTo>
                  <a:pt x="3464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0" y="16780"/>
                </a:lnTo>
                <a:lnTo>
                  <a:pt x="0" y="11930"/>
                </a:lnTo>
                <a:lnTo>
                  <a:pt x="0" y="7015"/>
                </a:lnTo>
                <a:lnTo>
                  <a:pt x="1097" y="4645"/>
                </a:lnTo>
                <a:lnTo>
                  <a:pt x="2197" y="2837"/>
                </a:lnTo>
                <a:lnTo>
                  <a:pt x="3303" y="1517"/>
                </a:lnTo>
                <a:lnTo>
                  <a:pt x="4416" y="642"/>
                </a:lnTo>
                <a:lnTo>
                  <a:pt x="5535" y="160"/>
                </a:lnTo>
                <a:lnTo>
                  <a:pt x="6661" y="0"/>
                </a:lnTo>
                <a:lnTo>
                  <a:pt x="7796" y="124"/>
                </a:lnTo>
                <a:lnTo>
                  <a:pt x="8939" y="459"/>
                </a:lnTo>
                <a:lnTo>
                  <a:pt x="10091" y="963"/>
                </a:lnTo>
                <a:lnTo>
                  <a:pt x="11252" y="1582"/>
                </a:lnTo>
                <a:lnTo>
                  <a:pt x="12423" y="2246"/>
                </a:lnTo>
                <a:lnTo>
                  <a:pt x="13606" y="2917"/>
                </a:lnTo>
                <a:close/>
              </a:path>
            </a:pathLst>
          </a:custGeom>
          <a:solidFill>
            <a:srgbClr val="5D58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8" name="contour_10106"/>
          <p:cNvSpPr/>
          <p:nvPr/>
        </p:nvSpPr>
        <p:spPr>
          <a:xfrm>
            <a:off x="7101590" y="2303005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02" y="281"/>
                </a:lnTo>
                <a:lnTo>
                  <a:pt x="3358" y="586"/>
                </a:lnTo>
                <a:lnTo>
                  <a:pt x="4973" y="919"/>
                </a:lnTo>
                <a:lnTo>
                  <a:pt x="6554" y="1282"/>
                </a:lnTo>
                <a:lnTo>
                  <a:pt x="8107" y="1680"/>
                </a:lnTo>
                <a:lnTo>
                  <a:pt x="9636" y="2112"/>
                </a:lnTo>
                <a:lnTo>
                  <a:pt x="11143" y="2585"/>
                </a:lnTo>
                <a:lnTo>
                  <a:pt x="12638" y="3096"/>
                </a:lnTo>
                <a:lnTo>
                  <a:pt x="14124" y="3655"/>
                </a:lnTo>
                <a:lnTo>
                  <a:pt x="15607" y="4260"/>
                </a:lnTo>
                <a:lnTo>
                  <a:pt x="17090" y="4913"/>
                </a:lnTo>
                <a:lnTo>
                  <a:pt x="18581" y="5618"/>
                </a:lnTo>
                <a:lnTo>
                  <a:pt x="20081" y="6382"/>
                </a:lnTo>
                <a:lnTo>
                  <a:pt x="21600" y="7200"/>
                </a:lnTo>
                <a:lnTo>
                  <a:pt x="21192" y="8642"/>
                </a:lnTo>
                <a:lnTo>
                  <a:pt x="20777" y="10085"/>
                </a:lnTo>
                <a:lnTo>
                  <a:pt x="20357" y="11525"/>
                </a:lnTo>
                <a:lnTo>
                  <a:pt x="19930" y="12962"/>
                </a:lnTo>
                <a:lnTo>
                  <a:pt x="19500" y="14400"/>
                </a:lnTo>
                <a:lnTo>
                  <a:pt x="19111" y="15739"/>
                </a:lnTo>
                <a:lnTo>
                  <a:pt x="18718" y="17086"/>
                </a:lnTo>
                <a:lnTo>
                  <a:pt x="18319" y="18451"/>
                </a:lnTo>
                <a:lnTo>
                  <a:pt x="17818" y="19490"/>
                </a:lnTo>
                <a:lnTo>
                  <a:pt x="17311" y="20539"/>
                </a:lnTo>
                <a:lnTo>
                  <a:pt x="16800" y="21600"/>
                </a:lnTo>
                <a:lnTo>
                  <a:pt x="15214" y="21600"/>
                </a:lnTo>
                <a:lnTo>
                  <a:pt x="13618" y="21600"/>
                </a:lnTo>
                <a:lnTo>
                  <a:pt x="12000" y="21600"/>
                </a:lnTo>
                <a:lnTo>
                  <a:pt x="11906" y="20162"/>
                </a:lnTo>
                <a:lnTo>
                  <a:pt x="11813" y="18703"/>
                </a:lnTo>
                <a:lnTo>
                  <a:pt x="11482" y="15643"/>
                </a:lnTo>
                <a:lnTo>
                  <a:pt x="11194" y="13229"/>
                </a:lnTo>
                <a:lnTo>
                  <a:pt x="10913" y="11340"/>
                </a:lnTo>
                <a:lnTo>
                  <a:pt x="10603" y="9866"/>
                </a:lnTo>
                <a:lnTo>
                  <a:pt x="10226" y="8690"/>
                </a:lnTo>
                <a:lnTo>
                  <a:pt x="9744" y="7694"/>
                </a:lnTo>
                <a:lnTo>
                  <a:pt x="9120" y="6766"/>
                </a:lnTo>
                <a:lnTo>
                  <a:pt x="8321" y="5786"/>
                </a:lnTo>
                <a:lnTo>
                  <a:pt x="7303" y="4642"/>
                </a:lnTo>
                <a:lnTo>
                  <a:pt x="6120" y="3790"/>
                </a:lnTo>
                <a:lnTo>
                  <a:pt x="4932" y="2974"/>
                </a:lnTo>
                <a:lnTo>
                  <a:pt x="3734" y="2186"/>
                </a:lnTo>
                <a:lnTo>
                  <a:pt x="2518" y="1428"/>
                </a:lnTo>
                <a:lnTo>
                  <a:pt x="1277" y="701"/>
                </a:lnTo>
                <a:lnTo>
                  <a:pt x="0" y="0"/>
                </a:lnTo>
                <a:close/>
              </a:path>
            </a:pathLst>
          </a:custGeom>
          <a:solidFill>
            <a:srgbClr val="E1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09" name="contour_10107"/>
          <p:cNvSpPr/>
          <p:nvPr/>
        </p:nvSpPr>
        <p:spPr>
          <a:xfrm>
            <a:off x="5716872" y="2273853"/>
            <a:ext cx="28197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16" y="285"/>
                </a:lnTo>
                <a:lnTo>
                  <a:pt x="6644" y="572"/>
                </a:lnTo>
                <a:lnTo>
                  <a:pt x="9982" y="858"/>
                </a:lnTo>
                <a:lnTo>
                  <a:pt x="13349" y="1148"/>
                </a:lnTo>
                <a:lnTo>
                  <a:pt x="16749" y="1440"/>
                </a:lnTo>
                <a:lnTo>
                  <a:pt x="18351" y="2501"/>
                </a:lnTo>
                <a:lnTo>
                  <a:pt x="19596" y="3537"/>
                </a:lnTo>
                <a:lnTo>
                  <a:pt x="20523" y="4555"/>
                </a:lnTo>
                <a:lnTo>
                  <a:pt x="21148" y="5558"/>
                </a:lnTo>
                <a:lnTo>
                  <a:pt x="21500" y="6552"/>
                </a:lnTo>
                <a:lnTo>
                  <a:pt x="21600" y="7541"/>
                </a:lnTo>
                <a:lnTo>
                  <a:pt x="21477" y="8531"/>
                </a:lnTo>
                <a:lnTo>
                  <a:pt x="21153" y="9527"/>
                </a:lnTo>
                <a:lnTo>
                  <a:pt x="20662" y="10532"/>
                </a:lnTo>
                <a:lnTo>
                  <a:pt x="20014" y="11555"/>
                </a:lnTo>
                <a:lnTo>
                  <a:pt x="19250" y="12596"/>
                </a:lnTo>
                <a:lnTo>
                  <a:pt x="18384" y="13663"/>
                </a:lnTo>
                <a:lnTo>
                  <a:pt x="17446" y="14760"/>
                </a:lnTo>
                <a:lnTo>
                  <a:pt x="16676" y="15754"/>
                </a:lnTo>
                <a:lnTo>
                  <a:pt x="15900" y="16763"/>
                </a:lnTo>
                <a:lnTo>
                  <a:pt x="14465" y="18508"/>
                </a:lnTo>
                <a:lnTo>
                  <a:pt x="13499" y="19633"/>
                </a:lnTo>
                <a:lnTo>
                  <a:pt x="12779" y="20369"/>
                </a:lnTo>
                <a:lnTo>
                  <a:pt x="12076" y="20946"/>
                </a:lnTo>
                <a:lnTo>
                  <a:pt x="11166" y="21600"/>
                </a:lnTo>
                <a:lnTo>
                  <a:pt x="8397" y="21600"/>
                </a:lnTo>
                <a:lnTo>
                  <a:pt x="5583" y="21600"/>
                </a:lnTo>
                <a:lnTo>
                  <a:pt x="5332" y="20628"/>
                </a:lnTo>
                <a:lnTo>
                  <a:pt x="5080" y="19656"/>
                </a:lnTo>
                <a:lnTo>
                  <a:pt x="4829" y="18684"/>
                </a:lnTo>
                <a:lnTo>
                  <a:pt x="4578" y="17711"/>
                </a:lnTo>
                <a:lnTo>
                  <a:pt x="4327" y="16737"/>
                </a:lnTo>
                <a:lnTo>
                  <a:pt x="4075" y="15764"/>
                </a:lnTo>
                <a:lnTo>
                  <a:pt x="3824" y="14789"/>
                </a:lnTo>
                <a:lnTo>
                  <a:pt x="3573" y="13814"/>
                </a:lnTo>
                <a:lnTo>
                  <a:pt x="3316" y="12838"/>
                </a:lnTo>
                <a:lnTo>
                  <a:pt x="3065" y="11860"/>
                </a:lnTo>
                <a:lnTo>
                  <a:pt x="2814" y="10881"/>
                </a:lnTo>
                <a:lnTo>
                  <a:pt x="2557" y="9901"/>
                </a:lnTo>
                <a:lnTo>
                  <a:pt x="2306" y="8919"/>
                </a:lnTo>
                <a:lnTo>
                  <a:pt x="2049" y="7936"/>
                </a:lnTo>
                <a:lnTo>
                  <a:pt x="1798" y="6951"/>
                </a:lnTo>
                <a:lnTo>
                  <a:pt x="1541" y="5964"/>
                </a:lnTo>
                <a:lnTo>
                  <a:pt x="1284" y="4977"/>
                </a:lnTo>
                <a:lnTo>
                  <a:pt x="1033" y="3986"/>
                </a:lnTo>
                <a:lnTo>
                  <a:pt x="776" y="2992"/>
                </a:lnTo>
                <a:lnTo>
                  <a:pt x="514" y="1997"/>
                </a:lnTo>
                <a:lnTo>
                  <a:pt x="257" y="1001"/>
                </a:lnTo>
                <a:lnTo>
                  <a:pt x="0" y="0"/>
                </a:lnTo>
                <a:close/>
              </a:path>
            </a:pathLst>
          </a:custGeom>
          <a:solidFill>
            <a:srgbClr val="B9C0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0" name="contour_10108"/>
          <p:cNvSpPr/>
          <p:nvPr/>
        </p:nvSpPr>
        <p:spPr>
          <a:xfrm>
            <a:off x="10774738" y="2300105"/>
            <a:ext cx="65592" cy="393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94" y="0"/>
                </a:moveTo>
                <a:lnTo>
                  <a:pt x="17887" y="788"/>
                </a:lnTo>
                <a:lnTo>
                  <a:pt x="19200" y="1593"/>
                </a:lnTo>
                <a:lnTo>
                  <a:pt x="19675" y="3969"/>
                </a:lnTo>
                <a:lnTo>
                  <a:pt x="20153" y="6350"/>
                </a:lnTo>
                <a:lnTo>
                  <a:pt x="20630" y="8747"/>
                </a:lnTo>
                <a:lnTo>
                  <a:pt x="21113" y="11160"/>
                </a:lnTo>
                <a:lnTo>
                  <a:pt x="21600" y="13597"/>
                </a:lnTo>
                <a:lnTo>
                  <a:pt x="19956" y="14205"/>
                </a:lnTo>
                <a:lnTo>
                  <a:pt x="18310" y="14813"/>
                </a:lnTo>
                <a:lnTo>
                  <a:pt x="16663" y="15426"/>
                </a:lnTo>
                <a:lnTo>
                  <a:pt x="15014" y="16034"/>
                </a:lnTo>
                <a:lnTo>
                  <a:pt x="13363" y="16646"/>
                </a:lnTo>
                <a:lnTo>
                  <a:pt x="11710" y="17258"/>
                </a:lnTo>
                <a:lnTo>
                  <a:pt x="10051" y="17875"/>
                </a:lnTo>
                <a:lnTo>
                  <a:pt x="8390" y="18491"/>
                </a:lnTo>
                <a:lnTo>
                  <a:pt x="6725" y="19107"/>
                </a:lnTo>
                <a:lnTo>
                  <a:pt x="5052" y="19727"/>
                </a:lnTo>
                <a:lnTo>
                  <a:pt x="3374" y="20348"/>
                </a:lnTo>
                <a:lnTo>
                  <a:pt x="1692" y="20972"/>
                </a:lnTo>
                <a:lnTo>
                  <a:pt x="0" y="21600"/>
                </a:lnTo>
                <a:lnTo>
                  <a:pt x="14" y="17655"/>
                </a:lnTo>
                <a:lnTo>
                  <a:pt x="106" y="14858"/>
                </a:lnTo>
                <a:lnTo>
                  <a:pt x="355" y="12805"/>
                </a:lnTo>
                <a:lnTo>
                  <a:pt x="845" y="11096"/>
                </a:lnTo>
                <a:lnTo>
                  <a:pt x="1649" y="9327"/>
                </a:lnTo>
                <a:lnTo>
                  <a:pt x="2849" y="7095"/>
                </a:lnTo>
                <a:lnTo>
                  <a:pt x="4250" y="5114"/>
                </a:lnTo>
                <a:lnTo>
                  <a:pt x="5642" y="3549"/>
                </a:lnTo>
                <a:lnTo>
                  <a:pt x="7044" y="2353"/>
                </a:lnTo>
                <a:lnTo>
                  <a:pt x="8472" y="1469"/>
                </a:lnTo>
                <a:lnTo>
                  <a:pt x="9941" y="848"/>
                </a:lnTo>
                <a:lnTo>
                  <a:pt x="11472" y="444"/>
                </a:lnTo>
                <a:lnTo>
                  <a:pt x="13080" y="200"/>
                </a:lnTo>
                <a:lnTo>
                  <a:pt x="14782" y="68"/>
                </a:lnTo>
                <a:lnTo>
                  <a:pt x="16594" y="0"/>
                </a:lnTo>
                <a:close/>
              </a:path>
            </a:pathLst>
          </a:custGeom>
          <a:solidFill>
            <a:srgbClr val="EAED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1" name="contour_10109"/>
          <p:cNvSpPr/>
          <p:nvPr/>
        </p:nvSpPr>
        <p:spPr>
          <a:xfrm>
            <a:off x="5272305" y="2281141"/>
            <a:ext cx="43728" cy="534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338" y="0"/>
                </a:lnTo>
                <a:lnTo>
                  <a:pt x="11484" y="0"/>
                </a:lnTo>
                <a:lnTo>
                  <a:pt x="13637" y="0"/>
                </a:lnTo>
                <a:lnTo>
                  <a:pt x="15808" y="0"/>
                </a:lnTo>
                <a:lnTo>
                  <a:pt x="18000" y="0"/>
                </a:lnTo>
                <a:lnTo>
                  <a:pt x="18356" y="2042"/>
                </a:lnTo>
                <a:lnTo>
                  <a:pt x="18713" y="4087"/>
                </a:lnTo>
                <a:lnTo>
                  <a:pt x="19069" y="6132"/>
                </a:lnTo>
                <a:lnTo>
                  <a:pt x="19429" y="8180"/>
                </a:lnTo>
                <a:lnTo>
                  <a:pt x="19786" y="10237"/>
                </a:lnTo>
                <a:lnTo>
                  <a:pt x="20146" y="12297"/>
                </a:lnTo>
                <a:lnTo>
                  <a:pt x="20506" y="14366"/>
                </a:lnTo>
                <a:lnTo>
                  <a:pt x="20869" y="16443"/>
                </a:lnTo>
                <a:lnTo>
                  <a:pt x="21233" y="18529"/>
                </a:lnTo>
                <a:lnTo>
                  <a:pt x="21600" y="20628"/>
                </a:lnTo>
                <a:lnTo>
                  <a:pt x="17572" y="21167"/>
                </a:lnTo>
                <a:lnTo>
                  <a:pt x="14728" y="21491"/>
                </a:lnTo>
                <a:lnTo>
                  <a:pt x="12668" y="21600"/>
                </a:lnTo>
                <a:lnTo>
                  <a:pt x="10991" y="21491"/>
                </a:lnTo>
                <a:lnTo>
                  <a:pt x="9302" y="21167"/>
                </a:lnTo>
                <a:lnTo>
                  <a:pt x="7200" y="20628"/>
                </a:lnTo>
                <a:lnTo>
                  <a:pt x="5929" y="18886"/>
                </a:lnTo>
                <a:lnTo>
                  <a:pt x="4799" y="17118"/>
                </a:lnTo>
                <a:lnTo>
                  <a:pt x="3798" y="15323"/>
                </a:lnTo>
                <a:lnTo>
                  <a:pt x="2905" y="13502"/>
                </a:lnTo>
                <a:lnTo>
                  <a:pt x="2095" y="11652"/>
                </a:lnTo>
                <a:lnTo>
                  <a:pt x="1354" y="9766"/>
                </a:lnTo>
                <a:lnTo>
                  <a:pt x="662" y="7847"/>
                </a:lnTo>
                <a:lnTo>
                  <a:pt x="0" y="5894"/>
                </a:lnTo>
                <a:lnTo>
                  <a:pt x="2380" y="5894"/>
                </a:lnTo>
                <a:lnTo>
                  <a:pt x="4774" y="5894"/>
                </a:lnTo>
                <a:lnTo>
                  <a:pt x="7200" y="5894"/>
                </a:lnTo>
                <a:lnTo>
                  <a:pt x="7200" y="3946"/>
                </a:lnTo>
                <a:lnTo>
                  <a:pt x="7200" y="1986"/>
                </a:lnTo>
                <a:lnTo>
                  <a:pt x="7200" y="0"/>
                </a:lnTo>
                <a:close/>
              </a:path>
            </a:pathLst>
          </a:custGeom>
          <a:solidFill>
            <a:srgbClr val="898C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2" name="contour_10110"/>
          <p:cNvSpPr/>
          <p:nvPr/>
        </p:nvSpPr>
        <p:spPr>
          <a:xfrm>
            <a:off x="9748720" y="2288429"/>
            <a:ext cx="3485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32" y="0"/>
                </a:moveTo>
                <a:lnTo>
                  <a:pt x="4860" y="225"/>
                </a:lnTo>
                <a:lnTo>
                  <a:pt x="6188" y="454"/>
                </a:lnTo>
                <a:lnTo>
                  <a:pt x="8027" y="768"/>
                </a:lnTo>
                <a:lnTo>
                  <a:pt x="10872" y="1253"/>
                </a:lnTo>
                <a:lnTo>
                  <a:pt x="15231" y="1996"/>
                </a:lnTo>
                <a:lnTo>
                  <a:pt x="21600" y="3086"/>
                </a:lnTo>
                <a:lnTo>
                  <a:pt x="21275" y="5070"/>
                </a:lnTo>
                <a:lnTo>
                  <a:pt x="20913" y="7029"/>
                </a:lnTo>
                <a:lnTo>
                  <a:pt x="20502" y="8973"/>
                </a:lnTo>
                <a:lnTo>
                  <a:pt x="20019" y="10902"/>
                </a:lnTo>
                <a:lnTo>
                  <a:pt x="19454" y="12815"/>
                </a:lnTo>
                <a:lnTo>
                  <a:pt x="18786" y="14722"/>
                </a:lnTo>
                <a:lnTo>
                  <a:pt x="18000" y="16620"/>
                </a:lnTo>
                <a:lnTo>
                  <a:pt x="17083" y="18514"/>
                </a:lnTo>
                <a:lnTo>
                  <a:pt x="13587" y="19742"/>
                </a:lnTo>
                <a:lnTo>
                  <a:pt x="11134" y="20517"/>
                </a:lnTo>
                <a:lnTo>
                  <a:pt x="9075" y="20986"/>
                </a:lnTo>
                <a:lnTo>
                  <a:pt x="6757" y="21298"/>
                </a:lnTo>
                <a:lnTo>
                  <a:pt x="3532" y="21600"/>
                </a:lnTo>
                <a:lnTo>
                  <a:pt x="2078" y="19175"/>
                </a:lnTo>
                <a:lnTo>
                  <a:pt x="1030" y="16931"/>
                </a:lnTo>
                <a:lnTo>
                  <a:pt x="352" y="14821"/>
                </a:lnTo>
                <a:lnTo>
                  <a:pt x="18" y="12803"/>
                </a:lnTo>
                <a:lnTo>
                  <a:pt x="0" y="10825"/>
                </a:lnTo>
                <a:lnTo>
                  <a:pt x="262" y="8847"/>
                </a:lnTo>
                <a:lnTo>
                  <a:pt x="777" y="6823"/>
                </a:lnTo>
                <a:lnTo>
                  <a:pt x="1518" y="4703"/>
                </a:lnTo>
                <a:lnTo>
                  <a:pt x="2444" y="2444"/>
                </a:lnTo>
                <a:lnTo>
                  <a:pt x="3532" y="0"/>
                </a:lnTo>
                <a:close/>
              </a:path>
            </a:pathLst>
          </a:custGeom>
          <a:solidFill>
            <a:srgbClr val="CFDD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3" name="contour_10111"/>
          <p:cNvSpPr/>
          <p:nvPr/>
        </p:nvSpPr>
        <p:spPr>
          <a:xfrm>
            <a:off x="7225486" y="2281141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8875" y="1598"/>
                </a:lnTo>
                <a:lnTo>
                  <a:pt x="19400" y="2781"/>
                </a:lnTo>
                <a:lnTo>
                  <a:pt x="19789" y="4134"/>
                </a:lnTo>
                <a:lnTo>
                  <a:pt x="20250" y="6242"/>
                </a:lnTo>
                <a:lnTo>
                  <a:pt x="20657" y="7987"/>
                </a:lnTo>
                <a:lnTo>
                  <a:pt x="21067" y="9755"/>
                </a:lnTo>
                <a:lnTo>
                  <a:pt x="21272" y="11440"/>
                </a:lnTo>
                <a:lnTo>
                  <a:pt x="21416" y="13130"/>
                </a:lnTo>
                <a:lnTo>
                  <a:pt x="21510" y="14823"/>
                </a:lnTo>
                <a:lnTo>
                  <a:pt x="21568" y="16516"/>
                </a:lnTo>
                <a:lnTo>
                  <a:pt x="21593" y="18212"/>
                </a:lnTo>
                <a:lnTo>
                  <a:pt x="21600" y="19907"/>
                </a:lnTo>
                <a:lnTo>
                  <a:pt x="21600" y="21600"/>
                </a:lnTo>
                <a:lnTo>
                  <a:pt x="19462" y="20798"/>
                </a:lnTo>
                <a:lnTo>
                  <a:pt x="17323" y="19996"/>
                </a:lnTo>
                <a:lnTo>
                  <a:pt x="15178" y="19192"/>
                </a:lnTo>
                <a:lnTo>
                  <a:pt x="13032" y="18387"/>
                </a:lnTo>
                <a:lnTo>
                  <a:pt x="10883" y="17580"/>
                </a:lnTo>
                <a:lnTo>
                  <a:pt x="8723" y="16772"/>
                </a:lnTo>
                <a:lnTo>
                  <a:pt x="6556" y="15960"/>
                </a:lnTo>
                <a:lnTo>
                  <a:pt x="4381" y="15144"/>
                </a:lnTo>
                <a:lnTo>
                  <a:pt x="2196" y="14324"/>
                </a:lnTo>
                <a:lnTo>
                  <a:pt x="0" y="13500"/>
                </a:lnTo>
                <a:lnTo>
                  <a:pt x="2016" y="10382"/>
                </a:lnTo>
                <a:lnTo>
                  <a:pt x="3618" y="7927"/>
                </a:lnTo>
                <a:lnTo>
                  <a:pt x="4900" y="6024"/>
                </a:lnTo>
                <a:lnTo>
                  <a:pt x="5947" y="4566"/>
                </a:lnTo>
                <a:lnTo>
                  <a:pt x="6851" y="3434"/>
                </a:lnTo>
                <a:lnTo>
                  <a:pt x="7700" y="2525"/>
                </a:lnTo>
                <a:lnTo>
                  <a:pt x="8582" y="1723"/>
                </a:lnTo>
                <a:lnTo>
                  <a:pt x="9587" y="918"/>
                </a:lnTo>
                <a:lnTo>
                  <a:pt x="10800" y="0"/>
                </a:lnTo>
                <a:close/>
              </a:path>
            </a:pathLst>
          </a:custGeom>
          <a:solidFill>
            <a:srgbClr val="E6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4" name="contour_10112"/>
          <p:cNvSpPr/>
          <p:nvPr/>
        </p:nvSpPr>
        <p:spPr>
          <a:xfrm>
            <a:off x="4550793" y="2251989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6" y="0"/>
                </a:lnTo>
                <a:lnTo>
                  <a:pt x="4291" y="0"/>
                </a:lnTo>
                <a:lnTo>
                  <a:pt x="5738" y="0"/>
                </a:lnTo>
                <a:lnTo>
                  <a:pt x="7200" y="0"/>
                </a:lnTo>
                <a:lnTo>
                  <a:pt x="7200" y="2856"/>
                </a:lnTo>
                <a:lnTo>
                  <a:pt x="7200" y="5728"/>
                </a:lnTo>
                <a:lnTo>
                  <a:pt x="7200" y="8640"/>
                </a:lnTo>
                <a:lnTo>
                  <a:pt x="8784" y="8640"/>
                </a:lnTo>
                <a:lnTo>
                  <a:pt x="10370" y="8640"/>
                </a:lnTo>
                <a:lnTo>
                  <a:pt x="11957" y="8640"/>
                </a:lnTo>
                <a:lnTo>
                  <a:pt x="13548" y="8640"/>
                </a:lnTo>
                <a:lnTo>
                  <a:pt x="15144" y="8640"/>
                </a:lnTo>
                <a:lnTo>
                  <a:pt x="16747" y="8640"/>
                </a:lnTo>
                <a:lnTo>
                  <a:pt x="18355" y="8640"/>
                </a:lnTo>
                <a:lnTo>
                  <a:pt x="19973" y="8640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1188" y="20529"/>
                </a:lnTo>
                <a:lnTo>
                  <a:pt x="2381" y="19457"/>
                </a:lnTo>
                <a:lnTo>
                  <a:pt x="3583" y="18373"/>
                </a:lnTo>
                <a:lnTo>
                  <a:pt x="4800" y="17280"/>
                </a:lnTo>
                <a:lnTo>
                  <a:pt x="5088" y="14066"/>
                </a:lnTo>
                <a:lnTo>
                  <a:pt x="5232" y="11785"/>
                </a:lnTo>
                <a:lnTo>
                  <a:pt x="5232" y="9815"/>
                </a:lnTo>
                <a:lnTo>
                  <a:pt x="5088" y="7534"/>
                </a:lnTo>
                <a:lnTo>
                  <a:pt x="4800" y="4320"/>
                </a:lnTo>
                <a:lnTo>
                  <a:pt x="3374" y="2579"/>
                </a:lnTo>
                <a:lnTo>
                  <a:pt x="2400" y="1551"/>
                </a:lnTo>
                <a:lnTo>
                  <a:pt x="1426" y="825"/>
                </a:lnTo>
                <a:lnTo>
                  <a:pt x="0" y="0"/>
                </a:lnTo>
                <a:close/>
              </a:path>
            </a:pathLst>
          </a:custGeom>
          <a:solidFill>
            <a:srgbClr val="3C5E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5" name="contour_10113"/>
          <p:cNvSpPr/>
          <p:nvPr/>
        </p:nvSpPr>
        <p:spPr>
          <a:xfrm>
            <a:off x="4186394" y="2215549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86" y="578"/>
                </a:lnTo>
                <a:lnTo>
                  <a:pt x="1970" y="1164"/>
                </a:lnTo>
                <a:lnTo>
                  <a:pt x="2949" y="1760"/>
                </a:lnTo>
                <a:lnTo>
                  <a:pt x="3927" y="2362"/>
                </a:lnTo>
                <a:lnTo>
                  <a:pt x="5023" y="3021"/>
                </a:lnTo>
                <a:lnTo>
                  <a:pt x="6136" y="3691"/>
                </a:lnTo>
                <a:lnTo>
                  <a:pt x="6989" y="4539"/>
                </a:lnTo>
                <a:lnTo>
                  <a:pt x="7855" y="5400"/>
                </a:lnTo>
                <a:lnTo>
                  <a:pt x="7855" y="7185"/>
                </a:lnTo>
                <a:lnTo>
                  <a:pt x="7855" y="8980"/>
                </a:lnTo>
                <a:lnTo>
                  <a:pt x="7855" y="10800"/>
                </a:lnTo>
                <a:lnTo>
                  <a:pt x="8479" y="10876"/>
                </a:lnTo>
                <a:lnTo>
                  <a:pt x="10362" y="11105"/>
                </a:lnTo>
                <a:lnTo>
                  <a:pt x="11440" y="11283"/>
                </a:lnTo>
                <a:lnTo>
                  <a:pt x="12524" y="11462"/>
                </a:lnTo>
                <a:lnTo>
                  <a:pt x="13624" y="11642"/>
                </a:lnTo>
                <a:lnTo>
                  <a:pt x="14696" y="11802"/>
                </a:lnTo>
                <a:lnTo>
                  <a:pt x="15774" y="11958"/>
                </a:lnTo>
                <a:lnTo>
                  <a:pt x="16868" y="12118"/>
                </a:lnTo>
                <a:lnTo>
                  <a:pt x="17783" y="12574"/>
                </a:lnTo>
                <a:lnTo>
                  <a:pt x="18704" y="13033"/>
                </a:lnTo>
                <a:lnTo>
                  <a:pt x="19636" y="13500"/>
                </a:lnTo>
                <a:lnTo>
                  <a:pt x="20304" y="15565"/>
                </a:lnTo>
                <a:lnTo>
                  <a:pt x="20740" y="17018"/>
                </a:lnTo>
                <a:lnTo>
                  <a:pt x="21038" y="18249"/>
                </a:lnTo>
                <a:lnTo>
                  <a:pt x="21294" y="19648"/>
                </a:lnTo>
                <a:lnTo>
                  <a:pt x="21600" y="21600"/>
                </a:lnTo>
                <a:lnTo>
                  <a:pt x="20007" y="21173"/>
                </a:lnTo>
                <a:lnTo>
                  <a:pt x="18484" y="20728"/>
                </a:lnTo>
                <a:lnTo>
                  <a:pt x="17029" y="20258"/>
                </a:lnTo>
                <a:lnTo>
                  <a:pt x="15636" y="19753"/>
                </a:lnTo>
                <a:lnTo>
                  <a:pt x="14301" y="19202"/>
                </a:lnTo>
                <a:lnTo>
                  <a:pt x="13021" y="18598"/>
                </a:lnTo>
                <a:lnTo>
                  <a:pt x="11790" y="17928"/>
                </a:lnTo>
                <a:lnTo>
                  <a:pt x="10604" y="17188"/>
                </a:lnTo>
                <a:lnTo>
                  <a:pt x="9457" y="16365"/>
                </a:lnTo>
                <a:lnTo>
                  <a:pt x="8349" y="15452"/>
                </a:lnTo>
                <a:lnTo>
                  <a:pt x="7271" y="14437"/>
                </a:lnTo>
                <a:lnTo>
                  <a:pt x="6221" y="13314"/>
                </a:lnTo>
                <a:lnTo>
                  <a:pt x="5196" y="12072"/>
                </a:lnTo>
                <a:lnTo>
                  <a:pt x="4188" y="10700"/>
                </a:lnTo>
                <a:lnTo>
                  <a:pt x="3195" y="9191"/>
                </a:lnTo>
                <a:lnTo>
                  <a:pt x="2213" y="7538"/>
                </a:lnTo>
                <a:lnTo>
                  <a:pt x="1235" y="5727"/>
                </a:lnTo>
                <a:lnTo>
                  <a:pt x="520" y="3934"/>
                </a:lnTo>
                <a:lnTo>
                  <a:pt x="155" y="2740"/>
                </a:lnTo>
                <a:lnTo>
                  <a:pt x="20" y="1609"/>
                </a:lnTo>
                <a:lnTo>
                  <a:pt x="0" y="0"/>
                </a:lnTo>
                <a:close/>
              </a:path>
            </a:pathLst>
          </a:custGeom>
          <a:solidFill>
            <a:srgbClr val="2E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6" name="contour_10114"/>
          <p:cNvSpPr/>
          <p:nvPr/>
        </p:nvSpPr>
        <p:spPr>
          <a:xfrm>
            <a:off x="7487854" y="2208261"/>
            <a:ext cx="80736" cy="35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48" y="0"/>
                </a:moveTo>
                <a:lnTo>
                  <a:pt x="21555" y="3056"/>
                </a:lnTo>
                <a:lnTo>
                  <a:pt x="21600" y="5827"/>
                </a:lnTo>
                <a:lnTo>
                  <a:pt x="21561" y="8408"/>
                </a:lnTo>
                <a:lnTo>
                  <a:pt x="21415" y="10892"/>
                </a:lnTo>
                <a:lnTo>
                  <a:pt x="21140" y="13372"/>
                </a:lnTo>
                <a:lnTo>
                  <a:pt x="20711" y="15941"/>
                </a:lnTo>
                <a:lnTo>
                  <a:pt x="20106" y="18689"/>
                </a:lnTo>
                <a:lnTo>
                  <a:pt x="18671" y="20276"/>
                </a:lnTo>
                <a:lnTo>
                  <a:pt x="17347" y="21213"/>
                </a:lnTo>
                <a:lnTo>
                  <a:pt x="16084" y="21600"/>
                </a:lnTo>
                <a:lnTo>
                  <a:pt x="14826" y="21543"/>
                </a:lnTo>
                <a:lnTo>
                  <a:pt x="13520" y="21143"/>
                </a:lnTo>
                <a:lnTo>
                  <a:pt x="12116" y="20501"/>
                </a:lnTo>
                <a:lnTo>
                  <a:pt x="10556" y="19718"/>
                </a:lnTo>
                <a:lnTo>
                  <a:pt x="9334" y="18724"/>
                </a:lnTo>
                <a:lnTo>
                  <a:pt x="8129" y="17660"/>
                </a:lnTo>
                <a:lnTo>
                  <a:pt x="6943" y="16525"/>
                </a:lnTo>
                <a:lnTo>
                  <a:pt x="5769" y="15334"/>
                </a:lnTo>
                <a:lnTo>
                  <a:pt x="4607" y="14094"/>
                </a:lnTo>
                <a:lnTo>
                  <a:pt x="3453" y="12814"/>
                </a:lnTo>
                <a:lnTo>
                  <a:pt x="2301" y="11495"/>
                </a:lnTo>
                <a:lnTo>
                  <a:pt x="1152" y="10154"/>
                </a:lnTo>
                <a:lnTo>
                  <a:pt x="0" y="8795"/>
                </a:lnTo>
                <a:lnTo>
                  <a:pt x="544" y="8676"/>
                </a:lnTo>
                <a:lnTo>
                  <a:pt x="1503" y="8465"/>
                </a:lnTo>
                <a:lnTo>
                  <a:pt x="3701" y="7986"/>
                </a:lnTo>
                <a:lnTo>
                  <a:pt x="4908" y="7709"/>
                </a:lnTo>
                <a:lnTo>
                  <a:pt x="6117" y="7427"/>
                </a:lnTo>
                <a:lnTo>
                  <a:pt x="7323" y="7150"/>
                </a:lnTo>
                <a:lnTo>
                  <a:pt x="8530" y="6869"/>
                </a:lnTo>
                <a:lnTo>
                  <a:pt x="9739" y="6609"/>
                </a:lnTo>
                <a:lnTo>
                  <a:pt x="10968" y="6345"/>
                </a:lnTo>
                <a:lnTo>
                  <a:pt x="11555" y="6205"/>
                </a:lnTo>
                <a:lnTo>
                  <a:pt x="13329" y="5787"/>
                </a:lnTo>
                <a:lnTo>
                  <a:pt x="14403" y="5545"/>
                </a:lnTo>
                <a:lnTo>
                  <a:pt x="15495" y="5299"/>
                </a:lnTo>
                <a:lnTo>
                  <a:pt x="16786" y="4608"/>
                </a:lnTo>
                <a:lnTo>
                  <a:pt x="17987" y="3729"/>
                </a:lnTo>
                <a:lnTo>
                  <a:pt x="19137" y="2660"/>
                </a:lnTo>
                <a:lnTo>
                  <a:pt x="20278" y="1416"/>
                </a:lnTo>
                <a:lnTo>
                  <a:pt x="21448" y="0"/>
                </a:lnTo>
                <a:close/>
              </a:path>
            </a:pathLst>
          </a:custGeom>
          <a:solidFill>
            <a:srgbClr val="9495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7" name="contour_10115"/>
          <p:cNvSpPr/>
          <p:nvPr/>
        </p:nvSpPr>
        <p:spPr>
          <a:xfrm>
            <a:off x="5367048" y="2199713"/>
            <a:ext cx="43728" cy="30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882"/>
                </a:moveTo>
                <a:lnTo>
                  <a:pt x="6188" y="377"/>
                </a:lnTo>
                <a:lnTo>
                  <a:pt x="8755" y="97"/>
                </a:lnTo>
                <a:lnTo>
                  <a:pt x="11311" y="0"/>
                </a:lnTo>
                <a:lnTo>
                  <a:pt x="13864" y="61"/>
                </a:lnTo>
                <a:lnTo>
                  <a:pt x="16423" y="250"/>
                </a:lnTo>
                <a:lnTo>
                  <a:pt x="18997" y="535"/>
                </a:lnTo>
                <a:lnTo>
                  <a:pt x="21600" y="882"/>
                </a:lnTo>
                <a:lnTo>
                  <a:pt x="21600" y="4248"/>
                </a:lnTo>
                <a:lnTo>
                  <a:pt x="21600" y="7618"/>
                </a:lnTo>
                <a:lnTo>
                  <a:pt x="21600" y="11004"/>
                </a:lnTo>
                <a:lnTo>
                  <a:pt x="21600" y="14405"/>
                </a:lnTo>
                <a:lnTo>
                  <a:pt x="21600" y="17827"/>
                </a:lnTo>
                <a:lnTo>
                  <a:pt x="21600" y="21279"/>
                </a:lnTo>
                <a:lnTo>
                  <a:pt x="16999" y="21488"/>
                </a:lnTo>
                <a:lnTo>
                  <a:pt x="13363" y="21600"/>
                </a:lnTo>
                <a:lnTo>
                  <a:pt x="10512" y="21575"/>
                </a:lnTo>
                <a:lnTo>
                  <a:pt x="8273" y="21371"/>
                </a:lnTo>
                <a:lnTo>
                  <a:pt x="6466" y="20942"/>
                </a:lnTo>
                <a:lnTo>
                  <a:pt x="4914" y="20254"/>
                </a:lnTo>
                <a:lnTo>
                  <a:pt x="3438" y="19259"/>
                </a:lnTo>
                <a:lnTo>
                  <a:pt x="1858" y="17913"/>
                </a:lnTo>
                <a:lnTo>
                  <a:pt x="0" y="16180"/>
                </a:lnTo>
                <a:lnTo>
                  <a:pt x="353" y="12386"/>
                </a:lnTo>
                <a:lnTo>
                  <a:pt x="716" y="9693"/>
                </a:lnTo>
                <a:lnTo>
                  <a:pt x="1264" y="7368"/>
                </a:lnTo>
                <a:lnTo>
                  <a:pt x="2167" y="4676"/>
                </a:lnTo>
                <a:lnTo>
                  <a:pt x="3600" y="882"/>
                </a:lnTo>
                <a:close/>
              </a:path>
            </a:pathLst>
          </a:custGeom>
          <a:solidFill>
            <a:srgbClr val="888A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8" name="contour_10116"/>
          <p:cNvSpPr/>
          <p:nvPr/>
        </p:nvSpPr>
        <p:spPr>
          <a:xfrm>
            <a:off x="7677342" y="2186397"/>
            <a:ext cx="5928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5" y="510"/>
                </a:lnTo>
                <a:lnTo>
                  <a:pt x="3327" y="1028"/>
                </a:lnTo>
                <a:lnTo>
                  <a:pt x="4986" y="1555"/>
                </a:lnTo>
                <a:lnTo>
                  <a:pt x="6646" y="2095"/>
                </a:lnTo>
                <a:lnTo>
                  <a:pt x="8305" y="2640"/>
                </a:lnTo>
                <a:lnTo>
                  <a:pt x="9962" y="3192"/>
                </a:lnTo>
                <a:lnTo>
                  <a:pt x="11619" y="3754"/>
                </a:lnTo>
                <a:lnTo>
                  <a:pt x="13276" y="4320"/>
                </a:lnTo>
                <a:lnTo>
                  <a:pt x="14866" y="4856"/>
                </a:lnTo>
                <a:lnTo>
                  <a:pt x="16465" y="5396"/>
                </a:lnTo>
                <a:lnTo>
                  <a:pt x="18087" y="5940"/>
                </a:lnTo>
                <a:lnTo>
                  <a:pt x="19651" y="7279"/>
                </a:lnTo>
                <a:lnTo>
                  <a:pt x="21242" y="8640"/>
                </a:lnTo>
                <a:lnTo>
                  <a:pt x="21481" y="11984"/>
                </a:lnTo>
                <a:lnTo>
                  <a:pt x="21600" y="14329"/>
                </a:lnTo>
                <a:lnTo>
                  <a:pt x="21600" y="16299"/>
                </a:lnTo>
                <a:lnTo>
                  <a:pt x="21481" y="18516"/>
                </a:lnTo>
                <a:lnTo>
                  <a:pt x="21242" y="21600"/>
                </a:lnTo>
                <a:lnTo>
                  <a:pt x="19364" y="21600"/>
                </a:lnTo>
                <a:lnTo>
                  <a:pt x="17484" y="21600"/>
                </a:lnTo>
                <a:lnTo>
                  <a:pt x="15599" y="21600"/>
                </a:lnTo>
                <a:lnTo>
                  <a:pt x="13706" y="21600"/>
                </a:lnTo>
                <a:lnTo>
                  <a:pt x="11805" y="21600"/>
                </a:lnTo>
                <a:lnTo>
                  <a:pt x="9893" y="21600"/>
                </a:lnTo>
                <a:lnTo>
                  <a:pt x="7966" y="21600"/>
                </a:lnTo>
                <a:lnTo>
                  <a:pt x="7966" y="18744"/>
                </a:lnTo>
                <a:lnTo>
                  <a:pt x="7966" y="15872"/>
                </a:lnTo>
                <a:lnTo>
                  <a:pt x="7966" y="12960"/>
                </a:lnTo>
                <a:lnTo>
                  <a:pt x="6388" y="12960"/>
                </a:lnTo>
                <a:lnTo>
                  <a:pt x="4806" y="12960"/>
                </a:lnTo>
                <a:lnTo>
                  <a:pt x="3218" y="12960"/>
                </a:lnTo>
                <a:lnTo>
                  <a:pt x="1617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F3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19" name="contour_10117"/>
          <p:cNvSpPr/>
          <p:nvPr/>
        </p:nvSpPr>
        <p:spPr>
          <a:xfrm>
            <a:off x="5097393" y="217182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19224" y="18396"/>
                </a:lnTo>
                <a:lnTo>
                  <a:pt x="16844" y="18792"/>
                </a:lnTo>
                <a:lnTo>
                  <a:pt x="14465" y="19188"/>
                </a:lnTo>
                <a:lnTo>
                  <a:pt x="12078" y="19588"/>
                </a:lnTo>
                <a:lnTo>
                  <a:pt x="9684" y="19987"/>
                </a:lnTo>
                <a:lnTo>
                  <a:pt x="7279" y="20387"/>
                </a:lnTo>
                <a:lnTo>
                  <a:pt x="4867" y="20790"/>
                </a:lnTo>
                <a:lnTo>
                  <a:pt x="2441" y="21193"/>
                </a:lnTo>
                <a:lnTo>
                  <a:pt x="0" y="21600"/>
                </a:lnTo>
                <a:lnTo>
                  <a:pt x="662" y="17669"/>
                </a:lnTo>
                <a:lnTo>
                  <a:pt x="1235" y="14558"/>
                </a:lnTo>
                <a:lnTo>
                  <a:pt x="1789" y="12114"/>
                </a:lnTo>
                <a:lnTo>
                  <a:pt x="2398" y="10177"/>
                </a:lnTo>
                <a:lnTo>
                  <a:pt x="3132" y="8597"/>
                </a:lnTo>
                <a:lnTo>
                  <a:pt x="4064" y="7214"/>
                </a:lnTo>
                <a:lnTo>
                  <a:pt x="5267" y="5875"/>
                </a:lnTo>
                <a:lnTo>
                  <a:pt x="6815" y="4421"/>
                </a:lnTo>
                <a:lnTo>
                  <a:pt x="8777" y="2700"/>
                </a:lnTo>
                <a:lnTo>
                  <a:pt x="11178" y="1562"/>
                </a:lnTo>
                <a:lnTo>
                  <a:pt x="13000" y="799"/>
                </a:lnTo>
                <a:lnTo>
                  <a:pt x="14598" y="338"/>
                </a:lnTo>
                <a:lnTo>
                  <a:pt x="16326" y="101"/>
                </a:lnTo>
                <a:lnTo>
                  <a:pt x="18540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DCEE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0" name="contour_10118"/>
          <p:cNvSpPr/>
          <p:nvPr/>
        </p:nvSpPr>
        <p:spPr>
          <a:xfrm>
            <a:off x="2459140" y="2142670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676" y="551"/>
                </a:lnTo>
                <a:lnTo>
                  <a:pt x="6588" y="1116"/>
                </a:lnTo>
                <a:lnTo>
                  <a:pt x="8438" y="1714"/>
                </a:lnTo>
                <a:lnTo>
                  <a:pt x="10233" y="2372"/>
                </a:lnTo>
                <a:lnTo>
                  <a:pt x="11977" y="3121"/>
                </a:lnTo>
                <a:lnTo>
                  <a:pt x="13673" y="3978"/>
                </a:lnTo>
                <a:lnTo>
                  <a:pt x="15328" y="4968"/>
                </a:lnTo>
                <a:lnTo>
                  <a:pt x="16942" y="6124"/>
                </a:lnTo>
                <a:lnTo>
                  <a:pt x="18522" y="7463"/>
                </a:lnTo>
                <a:lnTo>
                  <a:pt x="20075" y="9014"/>
                </a:lnTo>
                <a:lnTo>
                  <a:pt x="21600" y="10800"/>
                </a:lnTo>
                <a:lnTo>
                  <a:pt x="21173" y="13694"/>
                </a:lnTo>
                <a:lnTo>
                  <a:pt x="20820" y="15703"/>
                </a:lnTo>
                <a:lnTo>
                  <a:pt x="20409" y="17345"/>
                </a:lnTo>
                <a:lnTo>
                  <a:pt x="19813" y="19138"/>
                </a:lnTo>
                <a:lnTo>
                  <a:pt x="18900" y="21600"/>
                </a:lnTo>
                <a:lnTo>
                  <a:pt x="15495" y="20714"/>
                </a:lnTo>
                <a:lnTo>
                  <a:pt x="12906" y="19991"/>
                </a:lnTo>
                <a:lnTo>
                  <a:pt x="10981" y="19339"/>
                </a:lnTo>
                <a:lnTo>
                  <a:pt x="9572" y="18680"/>
                </a:lnTo>
                <a:lnTo>
                  <a:pt x="8527" y="17921"/>
                </a:lnTo>
                <a:lnTo>
                  <a:pt x="7695" y="16974"/>
                </a:lnTo>
                <a:lnTo>
                  <a:pt x="6928" y="15754"/>
                </a:lnTo>
                <a:lnTo>
                  <a:pt x="6075" y="14177"/>
                </a:lnTo>
                <a:lnTo>
                  <a:pt x="5740" y="12499"/>
                </a:lnTo>
                <a:lnTo>
                  <a:pt x="5400" y="10800"/>
                </a:lnTo>
                <a:lnTo>
                  <a:pt x="4814" y="11189"/>
                </a:lnTo>
                <a:lnTo>
                  <a:pt x="4055" y="11696"/>
                </a:lnTo>
                <a:lnTo>
                  <a:pt x="2622" y="12654"/>
                </a:lnTo>
                <a:lnTo>
                  <a:pt x="0" y="14400"/>
                </a:lnTo>
                <a:lnTo>
                  <a:pt x="446" y="12024"/>
                </a:lnTo>
                <a:lnTo>
                  <a:pt x="891" y="9644"/>
                </a:lnTo>
                <a:lnTo>
                  <a:pt x="1339" y="7254"/>
                </a:lnTo>
                <a:lnTo>
                  <a:pt x="1790" y="4853"/>
                </a:lnTo>
                <a:lnTo>
                  <a:pt x="2244" y="2437"/>
                </a:lnTo>
                <a:lnTo>
                  <a:pt x="2700" y="0"/>
                </a:lnTo>
                <a:close/>
              </a:path>
            </a:pathLst>
          </a:custGeom>
          <a:solidFill>
            <a:srgbClr val="9F89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1" name="contour_10119"/>
          <p:cNvSpPr/>
          <p:nvPr/>
        </p:nvSpPr>
        <p:spPr>
          <a:xfrm>
            <a:off x="1431533" y="2128094"/>
            <a:ext cx="45382" cy="674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75" y="0"/>
                </a:moveTo>
                <a:lnTo>
                  <a:pt x="16168" y="0"/>
                </a:lnTo>
                <a:lnTo>
                  <a:pt x="18475" y="0"/>
                </a:lnTo>
                <a:lnTo>
                  <a:pt x="20813" y="0"/>
                </a:lnTo>
                <a:lnTo>
                  <a:pt x="21000" y="1575"/>
                </a:lnTo>
                <a:lnTo>
                  <a:pt x="21170" y="3140"/>
                </a:lnTo>
                <a:lnTo>
                  <a:pt x="21319" y="4697"/>
                </a:lnTo>
                <a:lnTo>
                  <a:pt x="21444" y="6248"/>
                </a:lnTo>
                <a:lnTo>
                  <a:pt x="21534" y="7795"/>
                </a:lnTo>
                <a:lnTo>
                  <a:pt x="21590" y="9339"/>
                </a:lnTo>
                <a:lnTo>
                  <a:pt x="21600" y="10884"/>
                </a:lnTo>
                <a:lnTo>
                  <a:pt x="21562" y="12431"/>
                </a:lnTo>
                <a:lnTo>
                  <a:pt x="21468" y="13980"/>
                </a:lnTo>
                <a:lnTo>
                  <a:pt x="21316" y="15534"/>
                </a:lnTo>
                <a:lnTo>
                  <a:pt x="21100" y="17095"/>
                </a:lnTo>
                <a:lnTo>
                  <a:pt x="20813" y="18665"/>
                </a:lnTo>
                <a:lnTo>
                  <a:pt x="18880" y="19892"/>
                </a:lnTo>
                <a:lnTo>
                  <a:pt x="17104" y="20697"/>
                </a:lnTo>
                <a:lnTo>
                  <a:pt x="15266" y="21180"/>
                </a:lnTo>
                <a:lnTo>
                  <a:pt x="13136" y="21448"/>
                </a:lnTo>
                <a:lnTo>
                  <a:pt x="10486" y="21600"/>
                </a:lnTo>
                <a:lnTo>
                  <a:pt x="8367" y="21199"/>
                </a:lnTo>
                <a:lnTo>
                  <a:pt x="6840" y="20655"/>
                </a:lnTo>
                <a:lnTo>
                  <a:pt x="5165" y="19591"/>
                </a:lnTo>
                <a:lnTo>
                  <a:pt x="2602" y="17643"/>
                </a:lnTo>
                <a:lnTo>
                  <a:pt x="1741" y="16439"/>
                </a:lnTo>
                <a:lnTo>
                  <a:pt x="878" y="15228"/>
                </a:lnTo>
                <a:lnTo>
                  <a:pt x="0" y="13999"/>
                </a:lnTo>
                <a:lnTo>
                  <a:pt x="1505" y="13656"/>
                </a:lnTo>
                <a:lnTo>
                  <a:pt x="3035" y="13306"/>
                </a:lnTo>
                <a:lnTo>
                  <a:pt x="5401" y="12645"/>
                </a:lnTo>
                <a:lnTo>
                  <a:pt x="7621" y="11962"/>
                </a:lnTo>
                <a:lnTo>
                  <a:pt x="9744" y="11213"/>
                </a:lnTo>
                <a:lnTo>
                  <a:pt x="11815" y="10352"/>
                </a:lnTo>
                <a:lnTo>
                  <a:pt x="13875" y="9332"/>
                </a:lnTo>
                <a:lnTo>
                  <a:pt x="14385" y="7702"/>
                </a:lnTo>
                <a:lnTo>
                  <a:pt x="14621" y="6187"/>
                </a:lnTo>
                <a:lnTo>
                  <a:pt x="14638" y="4727"/>
                </a:lnTo>
                <a:lnTo>
                  <a:pt x="14486" y="3250"/>
                </a:lnTo>
                <a:lnTo>
                  <a:pt x="14215" y="1699"/>
                </a:lnTo>
                <a:lnTo>
                  <a:pt x="13875" y="0"/>
                </a:lnTo>
                <a:close/>
              </a:path>
            </a:pathLst>
          </a:custGeom>
          <a:solidFill>
            <a:srgbClr val="997D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2" name="contour_10120"/>
          <p:cNvSpPr/>
          <p:nvPr/>
        </p:nvSpPr>
        <p:spPr>
          <a:xfrm>
            <a:off x="7677334" y="2114188"/>
            <a:ext cx="46242" cy="64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63" y="80"/>
                </a:moveTo>
                <a:lnTo>
                  <a:pt x="18560" y="1348"/>
                </a:lnTo>
                <a:lnTo>
                  <a:pt x="19993" y="2262"/>
                </a:lnTo>
                <a:lnTo>
                  <a:pt x="20780" y="3271"/>
                </a:lnTo>
                <a:lnTo>
                  <a:pt x="21426" y="4816"/>
                </a:lnTo>
                <a:lnTo>
                  <a:pt x="21552" y="6481"/>
                </a:lnTo>
                <a:lnTo>
                  <a:pt x="21600" y="8065"/>
                </a:lnTo>
                <a:lnTo>
                  <a:pt x="21532" y="9580"/>
                </a:lnTo>
                <a:lnTo>
                  <a:pt x="21311" y="11045"/>
                </a:lnTo>
                <a:lnTo>
                  <a:pt x="20895" y="12476"/>
                </a:lnTo>
                <a:lnTo>
                  <a:pt x="20252" y="13892"/>
                </a:lnTo>
                <a:lnTo>
                  <a:pt x="19336" y="15308"/>
                </a:lnTo>
                <a:lnTo>
                  <a:pt x="18117" y="16741"/>
                </a:lnTo>
                <a:lnTo>
                  <a:pt x="16711" y="17730"/>
                </a:lnTo>
                <a:lnTo>
                  <a:pt x="15598" y="18477"/>
                </a:lnTo>
                <a:lnTo>
                  <a:pt x="14397" y="19216"/>
                </a:lnTo>
                <a:lnTo>
                  <a:pt x="12729" y="20179"/>
                </a:lnTo>
                <a:lnTo>
                  <a:pt x="10213" y="21600"/>
                </a:lnTo>
                <a:lnTo>
                  <a:pt x="9794" y="20099"/>
                </a:lnTo>
                <a:lnTo>
                  <a:pt x="9372" y="18598"/>
                </a:lnTo>
                <a:lnTo>
                  <a:pt x="8950" y="17092"/>
                </a:lnTo>
                <a:lnTo>
                  <a:pt x="8528" y="15584"/>
                </a:lnTo>
                <a:lnTo>
                  <a:pt x="8102" y="14069"/>
                </a:lnTo>
                <a:lnTo>
                  <a:pt x="7673" y="12546"/>
                </a:lnTo>
                <a:lnTo>
                  <a:pt x="7244" y="11016"/>
                </a:lnTo>
                <a:lnTo>
                  <a:pt x="6809" y="9476"/>
                </a:lnTo>
                <a:lnTo>
                  <a:pt x="9062" y="9476"/>
                </a:lnTo>
                <a:lnTo>
                  <a:pt x="11326" y="9476"/>
                </a:lnTo>
                <a:lnTo>
                  <a:pt x="13617" y="9476"/>
                </a:lnTo>
                <a:lnTo>
                  <a:pt x="13617" y="7873"/>
                </a:lnTo>
                <a:lnTo>
                  <a:pt x="13617" y="6261"/>
                </a:lnTo>
                <a:lnTo>
                  <a:pt x="13617" y="4626"/>
                </a:lnTo>
                <a:lnTo>
                  <a:pt x="11384" y="3901"/>
                </a:lnTo>
                <a:lnTo>
                  <a:pt x="9617" y="3509"/>
                </a:lnTo>
                <a:lnTo>
                  <a:pt x="6809" y="3111"/>
                </a:lnTo>
                <a:lnTo>
                  <a:pt x="4912" y="2837"/>
                </a:lnTo>
                <a:lnTo>
                  <a:pt x="2986" y="2561"/>
                </a:lnTo>
                <a:lnTo>
                  <a:pt x="1505" y="2381"/>
                </a:lnTo>
                <a:lnTo>
                  <a:pt x="0" y="2202"/>
                </a:lnTo>
                <a:lnTo>
                  <a:pt x="2369" y="1513"/>
                </a:lnTo>
                <a:lnTo>
                  <a:pt x="4586" y="955"/>
                </a:lnTo>
                <a:lnTo>
                  <a:pt x="6720" y="524"/>
                </a:lnTo>
                <a:lnTo>
                  <a:pt x="8851" y="223"/>
                </a:lnTo>
                <a:lnTo>
                  <a:pt x="11054" y="48"/>
                </a:lnTo>
                <a:lnTo>
                  <a:pt x="13399" y="0"/>
                </a:lnTo>
                <a:lnTo>
                  <a:pt x="15963" y="80"/>
                </a:lnTo>
                <a:close/>
              </a:path>
            </a:pathLst>
          </a:custGeom>
          <a:solidFill>
            <a:srgbClr val="E8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3" name="contour_10121"/>
          <p:cNvSpPr/>
          <p:nvPr/>
        </p:nvSpPr>
        <p:spPr>
          <a:xfrm>
            <a:off x="3785554" y="2126155"/>
            <a:ext cx="51016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66" y="66"/>
                </a:lnTo>
                <a:lnTo>
                  <a:pt x="13898" y="187"/>
                </a:lnTo>
                <a:lnTo>
                  <a:pt x="15824" y="375"/>
                </a:lnTo>
                <a:lnTo>
                  <a:pt x="17743" y="628"/>
                </a:lnTo>
                <a:lnTo>
                  <a:pt x="19665" y="952"/>
                </a:lnTo>
                <a:lnTo>
                  <a:pt x="21600" y="1347"/>
                </a:lnTo>
                <a:lnTo>
                  <a:pt x="21600" y="4694"/>
                </a:lnTo>
                <a:lnTo>
                  <a:pt x="21600" y="8041"/>
                </a:lnTo>
                <a:lnTo>
                  <a:pt x="21600" y="11397"/>
                </a:lnTo>
                <a:lnTo>
                  <a:pt x="21600" y="14775"/>
                </a:lnTo>
                <a:lnTo>
                  <a:pt x="21600" y="18177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3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361" y="15149"/>
                </a:lnTo>
                <a:lnTo>
                  <a:pt x="2456" y="10278"/>
                </a:lnTo>
                <a:lnTo>
                  <a:pt x="3404" y="6729"/>
                </a:lnTo>
                <a:lnTo>
                  <a:pt x="4320" y="4253"/>
                </a:lnTo>
                <a:lnTo>
                  <a:pt x="5320" y="2597"/>
                </a:lnTo>
                <a:lnTo>
                  <a:pt x="6526" y="1504"/>
                </a:lnTo>
                <a:lnTo>
                  <a:pt x="8051" y="724"/>
                </a:lnTo>
                <a:lnTo>
                  <a:pt x="10016" y="0"/>
                </a:lnTo>
                <a:close/>
              </a:path>
            </a:pathLst>
          </a:custGeom>
          <a:solidFill>
            <a:srgbClr val="E1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4" name="contour_10122"/>
          <p:cNvSpPr/>
          <p:nvPr/>
        </p:nvSpPr>
        <p:spPr>
          <a:xfrm>
            <a:off x="2320668" y="2091654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600" y="1527"/>
                </a:lnTo>
                <a:lnTo>
                  <a:pt x="21600" y="3056"/>
                </a:lnTo>
                <a:lnTo>
                  <a:pt x="21600" y="4584"/>
                </a:lnTo>
                <a:lnTo>
                  <a:pt x="21600" y="6115"/>
                </a:lnTo>
                <a:lnTo>
                  <a:pt x="21600" y="7646"/>
                </a:lnTo>
                <a:lnTo>
                  <a:pt x="21600" y="9182"/>
                </a:lnTo>
                <a:lnTo>
                  <a:pt x="21600" y="10718"/>
                </a:lnTo>
                <a:lnTo>
                  <a:pt x="21600" y="12260"/>
                </a:lnTo>
                <a:lnTo>
                  <a:pt x="21600" y="13805"/>
                </a:lnTo>
                <a:lnTo>
                  <a:pt x="21600" y="15353"/>
                </a:lnTo>
                <a:lnTo>
                  <a:pt x="21600" y="16906"/>
                </a:lnTo>
                <a:lnTo>
                  <a:pt x="21600" y="18466"/>
                </a:lnTo>
                <a:lnTo>
                  <a:pt x="21600" y="20030"/>
                </a:lnTo>
                <a:lnTo>
                  <a:pt x="21600" y="21600"/>
                </a:lnTo>
                <a:lnTo>
                  <a:pt x="16023" y="20624"/>
                </a:lnTo>
                <a:lnTo>
                  <a:pt x="11772" y="19872"/>
                </a:lnTo>
                <a:lnTo>
                  <a:pt x="8597" y="19295"/>
                </a:lnTo>
                <a:lnTo>
                  <a:pt x="6242" y="18846"/>
                </a:lnTo>
                <a:lnTo>
                  <a:pt x="4463" y="18470"/>
                </a:lnTo>
                <a:lnTo>
                  <a:pt x="2994" y="18116"/>
                </a:lnTo>
                <a:lnTo>
                  <a:pt x="1594" y="17738"/>
                </a:lnTo>
                <a:lnTo>
                  <a:pt x="0" y="17280"/>
                </a:lnTo>
                <a:lnTo>
                  <a:pt x="0" y="15852"/>
                </a:lnTo>
                <a:lnTo>
                  <a:pt x="0" y="14416"/>
                </a:lnTo>
                <a:lnTo>
                  <a:pt x="0" y="12960"/>
                </a:lnTo>
                <a:lnTo>
                  <a:pt x="2566" y="12960"/>
                </a:lnTo>
                <a:lnTo>
                  <a:pt x="5141" y="12960"/>
                </a:lnTo>
                <a:lnTo>
                  <a:pt x="7724" y="12960"/>
                </a:lnTo>
                <a:lnTo>
                  <a:pt x="10329" y="12960"/>
                </a:lnTo>
                <a:lnTo>
                  <a:pt x="12960" y="12960"/>
                </a:lnTo>
                <a:lnTo>
                  <a:pt x="12960" y="11534"/>
                </a:lnTo>
                <a:lnTo>
                  <a:pt x="12960" y="10107"/>
                </a:lnTo>
                <a:lnTo>
                  <a:pt x="12960" y="8679"/>
                </a:lnTo>
                <a:lnTo>
                  <a:pt x="12960" y="7247"/>
                </a:lnTo>
                <a:lnTo>
                  <a:pt x="12960" y="5810"/>
                </a:lnTo>
                <a:lnTo>
                  <a:pt x="12960" y="4368"/>
                </a:lnTo>
                <a:lnTo>
                  <a:pt x="12960" y="2920"/>
                </a:lnTo>
                <a:lnTo>
                  <a:pt x="12960" y="1464"/>
                </a:lnTo>
                <a:lnTo>
                  <a:pt x="12960" y="0"/>
                </a:lnTo>
                <a:close/>
              </a:path>
            </a:pathLst>
          </a:custGeom>
          <a:solidFill>
            <a:srgbClr val="1A1C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5" name="contour_10123"/>
          <p:cNvSpPr/>
          <p:nvPr/>
        </p:nvSpPr>
        <p:spPr>
          <a:xfrm>
            <a:off x="4222834" y="2107286"/>
            <a:ext cx="102032" cy="28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219"/>
                </a:moveTo>
                <a:lnTo>
                  <a:pt x="20477" y="11552"/>
                </a:lnTo>
                <a:lnTo>
                  <a:pt x="19374" y="12802"/>
                </a:lnTo>
                <a:lnTo>
                  <a:pt x="18287" y="13965"/>
                </a:lnTo>
                <a:lnTo>
                  <a:pt x="17217" y="15045"/>
                </a:lnTo>
                <a:lnTo>
                  <a:pt x="16157" y="16036"/>
                </a:lnTo>
                <a:lnTo>
                  <a:pt x="15108" y="16945"/>
                </a:lnTo>
                <a:lnTo>
                  <a:pt x="14065" y="17771"/>
                </a:lnTo>
                <a:lnTo>
                  <a:pt x="13028" y="18515"/>
                </a:lnTo>
                <a:lnTo>
                  <a:pt x="11991" y="19176"/>
                </a:lnTo>
                <a:lnTo>
                  <a:pt x="10956" y="19760"/>
                </a:lnTo>
                <a:lnTo>
                  <a:pt x="9916" y="20256"/>
                </a:lnTo>
                <a:lnTo>
                  <a:pt x="8870" y="20680"/>
                </a:lnTo>
                <a:lnTo>
                  <a:pt x="7818" y="21016"/>
                </a:lnTo>
                <a:lnTo>
                  <a:pt x="6753" y="21280"/>
                </a:lnTo>
                <a:lnTo>
                  <a:pt x="5676" y="21462"/>
                </a:lnTo>
                <a:lnTo>
                  <a:pt x="4582" y="21572"/>
                </a:lnTo>
                <a:lnTo>
                  <a:pt x="3471" y="21600"/>
                </a:lnTo>
                <a:lnTo>
                  <a:pt x="2339" y="21556"/>
                </a:lnTo>
                <a:lnTo>
                  <a:pt x="1182" y="21435"/>
                </a:lnTo>
                <a:lnTo>
                  <a:pt x="0" y="21236"/>
                </a:lnTo>
                <a:lnTo>
                  <a:pt x="574" y="16185"/>
                </a:lnTo>
                <a:lnTo>
                  <a:pt x="1011" y="12957"/>
                </a:lnTo>
                <a:lnTo>
                  <a:pt x="1450" y="10913"/>
                </a:lnTo>
                <a:lnTo>
                  <a:pt x="2032" y="9404"/>
                </a:lnTo>
                <a:lnTo>
                  <a:pt x="2894" y="7784"/>
                </a:lnTo>
                <a:lnTo>
                  <a:pt x="3953" y="6853"/>
                </a:lnTo>
                <a:lnTo>
                  <a:pt x="5011" y="5938"/>
                </a:lnTo>
                <a:lnTo>
                  <a:pt x="6071" y="5046"/>
                </a:lnTo>
                <a:lnTo>
                  <a:pt x="7133" y="4176"/>
                </a:lnTo>
                <a:lnTo>
                  <a:pt x="8196" y="3333"/>
                </a:lnTo>
                <a:lnTo>
                  <a:pt x="9104" y="2479"/>
                </a:lnTo>
                <a:lnTo>
                  <a:pt x="10025" y="1614"/>
                </a:lnTo>
                <a:lnTo>
                  <a:pt x="11274" y="738"/>
                </a:lnTo>
                <a:lnTo>
                  <a:pt x="12439" y="204"/>
                </a:lnTo>
                <a:lnTo>
                  <a:pt x="13535" y="0"/>
                </a:lnTo>
                <a:lnTo>
                  <a:pt x="14578" y="132"/>
                </a:lnTo>
                <a:lnTo>
                  <a:pt x="15584" y="595"/>
                </a:lnTo>
                <a:lnTo>
                  <a:pt x="16564" y="1383"/>
                </a:lnTo>
                <a:lnTo>
                  <a:pt x="17533" y="2507"/>
                </a:lnTo>
                <a:lnTo>
                  <a:pt x="18508" y="3950"/>
                </a:lnTo>
                <a:lnTo>
                  <a:pt x="19500" y="5718"/>
                </a:lnTo>
                <a:lnTo>
                  <a:pt x="20526" y="7806"/>
                </a:lnTo>
                <a:lnTo>
                  <a:pt x="21600" y="10219"/>
                </a:lnTo>
                <a:close/>
              </a:path>
            </a:pathLst>
          </a:custGeom>
          <a:solidFill>
            <a:srgbClr val="7897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6" name="contour_10124"/>
          <p:cNvSpPr/>
          <p:nvPr/>
        </p:nvSpPr>
        <p:spPr>
          <a:xfrm>
            <a:off x="1701189" y="2047926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856" y="1527"/>
                </a:lnTo>
                <a:lnTo>
                  <a:pt x="5391" y="3064"/>
                </a:lnTo>
                <a:lnTo>
                  <a:pt x="5934" y="4607"/>
                </a:lnTo>
                <a:lnTo>
                  <a:pt x="6480" y="6171"/>
                </a:lnTo>
                <a:lnTo>
                  <a:pt x="8046" y="6588"/>
                </a:lnTo>
                <a:lnTo>
                  <a:pt x="9202" y="6687"/>
                </a:lnTo>
                <a:lnTo>
                  <a:pt x="10934" y="6557"/>
                </a:lnTo>
                <a:lnTo>
                  <a:pt x="11550" y="6499"/>
                </a:lnTo>
                <a:lnTo>
                  <a:pt x="12636" y="6400"/>
                </a:lnTo>
                <a:lnTo>
                  <a:pt x="15120" y="6171"/>
                </a:lnTo>
                <a:lnTo>
                  <a:pt x="14986" y="7637"/>
                </a:lnTo>
                <a:lnTo>
                  <a:pt x="14850" y="9112"/>
                </a:lnTo>
                <a:lnTo>
                  <a:pt x="14714" y="10609"/>
                </a:lnTo>
                <a:lnTo>
                  <a:pt x="14848" y="12201"/>
                </a:lnTo>
                <a:lnTo>
                  <a:pt x="14984" y="13802"/>
                </a:lnTo>
                <a:lnTo>
                  <a:pt x="15120" y="15429"/>
                </a:lnTo>
                <a:lnTo>
                  <a:pt x="16727" y="16472"/>
                </a:lnTo>
                <a:lnTo>
                  <a:pt x="17868" y="17153"/>
                </a:lnTo>
                <a:lnTo>
                  <a:pt x="18852" y="17623"/>
                </a:lnTo>
                <a:lnTo>
                  <a:pt x="19993" y="18027"/>
                </a:lnTo>
                <a:lnTo>
                  <a:pt x="21600" y="18514"/>
                </a:lnTo>
                <a:lnTo>
                  <a:pt x="20209" y="19181"/>
                </a:lnTo>
                <a:lnTo>
                  <a:pt x="18814" y="19823"/>
                </a:lnTo>
                <a:lnTo>
                  <a:pt x="17414" y="20443"/>
                </a:lnTo>
                <a:lnTo>
                  <a:pt x="16248" y="20983"/>
                </a:lnTo>
                <a:lnTo>
                  <a:pt x="15062" y="21529"/>
                </a:lnTo>
                <a:lnTo>
                  <a:pt x="14539" y="21544"/>
                </a:lnTo>
                <a:lnTo>
                  <a:pt x="12960" y="21600"/>
                </a:lnTo>
                <a:lnTo>
                  <a:pt x="12457" y="20116"/>
                </a:lnTo>
                <a:lnTo>
                  <a:pt x="11947" y="18610"/>
                </a:lnTo>
                <a:lnTo>
                  <a:pt x="11379" y="17033"/>
                </a:lnTo>
                <a:lnTo>
                  <a:pt x="10800" y="15429"/>
                </a:lnTo>
                <a:lnTo>
                  <a:pt x="9266" y="15083"/>
                </a:lnTo>
                <a:lnTo>
                  <a:pt x="8178" y="14929"/>
                </a:lnTo>
                <a:lnTo>
                  <a:pt x="7018" y="14929"/>
                </a:lnTo>
                <a:lnTo>
                  <a:pt x="5266" y="15043"/>
                </a:lnTo>
                <a:lnTo>
                  <a:pt x="3961" y="15139"/>
                </a:lnTo>
                <a:lnTo>
                  <a:pt x="2652" y="15234"/>
                </a:lnTo>
                <a:lnTo>
                  <a:pt x="1333" y="15330"/>
                </a:lnTo>
                <a:lnTo>
                  <a:pt x="0" y="15429"/>
                </a:lnTo>
                <a:lnTo>
                  <a:pt x="536" y="13519"/>
                </a:lnTo>
                <a:lnTo>
                  <a:pt x="1069" y="11608"/>
                </a:lnTo>
                <a:lnTo>
                  <a:pt x="1607" y="9692"/>
                </a:lnTo>
                <a:lnTo>
                  <a:pt x="2145" y="7773"/>
                </a:lnTo>
                <a:lnTo>
                  <a:pt x="2683" y="5844"/>
                </a:lnTo>
                <a:lnTo>
                  <a:pt x="3225" y="3907"/>
                </a:lnTo>
                <a:lnTo>
                  <a:pt x="3771" y="1959"/>
                </a:lnTo>
                <a:lnTo>
                  <a:pt x="4320" y="0"/>
                </a:lnTo>
                <a:close/>
              </a:path>
            </a:pathLst>
          </a:custGeom>
          <a:solidFill>
            <a:srgbClr val="353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7" name="contour_10125"/>
          <p:cNvSpPr/>
          <p:nvPr/>
        </p:nvSpPr>
        <p:spPr>
          <a:xfrm>
            <a:off x="8624781" y="2069790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44" y="1782"/>
                </a:lnTo>
                <a:lnTo>
                  <a:pt x="21091" y="3564"/>
                </a:lnTo>
                <a:lnTo>
                  <a:pt x="20835" y="5349"/>
                </a:lnTo>
                <a:lnTo>
                  <a:pt x="20582" y="7136"/>
                </a:lnTo>
                <a:lnTo>
                  <a:pt x="20326" y="8926"/>
                </a:lnTo>
                <a:lnTo>
                  <a:pt x="20069" y="10719"/>
                </a:lnTo>
                <a:lnTo>
                  <a:pt x="19813" y="12517"/>
                </a:lnTo>
                <a:lnTo>
                  <a:pt x="19554" y="14321"/>
                </a:lnTo>
                <a:lnTo>
                  <a:pt x="19295" y="16130"/>
                </a:lnTo>
                <a:lnTo>
                  <a:pt x="19036" y="17944"/>
                </a:lnTo>
                <a:lnTo>
                  <a:pt x="18777" y="19769"/>
                </a:lnTo>
                <a:lnTo>
                  <a:pt x="18514" y="21600"/>
                </a:lnTo>
                <a:lnTo>
                  <a:pt x="16564" y="20393"/>
                </a:lnTo>
                <a:lnTo>
                  <a:pt x="14703" y="19213"/>
                </a:lnTo>
                <a:lnTo>
                  <a:pt x="12929" y="18047"/>
                </a:lnTo>
                <a:lnTo>
                  <a:pt x="11238" y="16872"/>
                </a:lnTo>
                <a:lnTo>
                  <a:pt x="9621" y="15676"/>
                </a:lnTo>
                <a:lnTo>
                  <a:pt x="8075" y="14445"/>
                </a:lnTo>
                <a:lnTo>
                  <a:pt x="6597" y="13160"/>
                </a:lnTo>
                <a:lnTo>
                  <a:pt x="5178" y="11807"/>
                </a:lnTo>
                <a:lnTo>
                  <a:pt x="3811" y="10371"/>
                </a:lnTo>
                <a:lnTo>
                  <a:pt x="2499" y="8834"/>
                </a:lnTo>
                <a:lnTo>
                  <a:pt x="1228" y="7182"/>
                </a:lnTo>
                <a:lnTo>
                  <a:pt x="0" y="5400"/>
                </a:lnTo>
                <a:lnTo>
                  <a:pt x="1830" y="4720"/>
                </a:lnTo>
                <a:lnTo>
                  <a:pt x="3660" y="4042"/>
                </a:lnTo>
                <a:lnTo>
                  <a:pt x="5493" y="3370"/>
                </a:lnTo>
                <a:lnTo>
                  <a:pt x="7329" y="2700"/>
                </a:lnTo>
                <a:lnTo>
                  <a:pt x="8689" y="2198"/>
                </a:lnTo>
                <a:lnTo>
                  <a:pt x="10063" y="1693"/>
                </a:lnTo>
                <a:lnTo>
                  <a:pt x="11451" y="1183"/>
                </a:lnTo>
                <a:lnTo>
                  <a:pt x="13441" y="605"/>
                </a:lnTo>
                <a:lnTo>
                  <a:pt x="14966" y="257"/>
                </a:lnTo>
                <a:lnTo>
                  <a:pt x="16509" y="76"/>
                </a:lnTo>
                <a:lnTo>
                  <a:pt x="18557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D4E4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8" name="contour_10126"/>
          <p:cNvSpPr/>
          <p:nvPr/>
        </p:nvSpPr>
        <p:spPr>
          <a:xfrm>
            <a:off x="4361306" y="206979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19224" y="18396"/>
                </a:lnTo>
                <a:lnTo>
                  <a:pt x="16844" y="18792"/>
                </a:lnTo>
                <a:lnTo>
                  <a:pt x="14465" y="19188"/>
                </a:lnTo>
                <a:lnTo>
                  <a:pt x="12078" y="19588"/>
                </a:lnTo>
                <a:lnTo>
                  <a:pt x="9684" y="19987"/>
                </a:lnTo>
                <a:lnTo>
                  <a:pt x="7279" y="20387"/>
                </a:lnTo>
                <a:lnTo>
                  <a:pt x="4867" y="20790"/>
                </a:lnTo>
                <a:lnTo>
                  <a:pt x="2441" y="2119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54"/>
                </a:lnTo>
                <a:lnTo>
                  <a:pt x="0" y="12053"/>
                </a:lnTo>
                <a:lnTo>
                  <a:pt x="0" y="9637"/>
                </a:lnTo>
                <a:lnTo>
                  <a:pt x="0" y="7200"/>
                </a:lnTo>
                <a:lnTo>
                  <a:pt x="2138" y="7200"/>
                </a:lnTo>
                <a:lnTo>
                  <a:pt x="4284" y="7200"/>
                </a:lnTo>
                <a:lnTo>
                  <a:pt x="6437" y="7200"/>
                </a:lnTo>
                <a:lnTo>
                  <a:pt x="8608" y="7200"/>
                </a:lnTo>
                <a:lnTo>
                  <a:pt x="10800" y="7200"/>
                </a:lnTo>
                <a:lnTo>
                  <a:pt x="10800" y="4820"/>
                </a:lnTo>
                <a:lnTo>
                  <a:pt x="10800" y="2426"/>
                </a:lnTo>
                <a:lnTo>
                  <a:pt x="10800" y="0"/>
                </a:lnTo>
                <a:close/>
              </a:path>
            </a:pathLst>
          </a:custGeom>
          <a:solidFill>
            <a:srgbClr val="6086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29" name="contour_10127"/>
          <p:cNvSpPr/>
          <p:nvPr/>
        </p:nvSpPr>
        <p:spPr>
          <a:xfrm>
            <a:off x="1380517" y="2053902"/>
            <a:ext cx="51016" cy="66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424"/>
                </a:moveTo>
                <a:lnTo>
                  <a:pt x="5474" y="141"/>
                </a:lnTo>
                <a:lnTo>
                  <a:pt x="7150" y="0"/>
                </a:lnTo>
                <a:lnTo>
                  <a:pt x="8557" y="0"/>
                </a:lnTo>
                <a:lnTo>
                  <a:pt x="10140" y="141"/>
                </a:lnTo>
                <a:lnTo>
                  <a:pt x="12343" y="424"/>
                </a:lnTo>
                <a:lnTo>
                  <a:pt x="12152" y="1541"/>
                </a:lnTo>
                <a:lnTo>
                  <a:pt x="11957" y="2666"/>
                </a:lnTo>
                <a:lnTo>
                  <a:pt x="11763" y="3807"/>
                </a:lnTo>
                <a:lnTo>
                  <a:pt x="11954" y="5021"/>
                </a:lnTo>
                <a:lnTo>
                  <a:pt x="12148" y="6242"/>
                </a:lnTo>
                <a:lnTo>
                  <a:pt x="12343" y="7482"/>
                </a:lnTo>
                <a:lnTo>
                  <a:pt x="14639" y="8278"/>
                </a:lnTo>
                <a:lnTo>
                  <a:pt x="16268" y="8798"/>
                </a:lnTo>
                <a:lnTo>
                  <a:pt x="17675" y="9155"/>
                </a:lnTo>
                <a:lnTo>
                  <a:pt x="19304" y="9464"/>
                </a:lnTo>
                <a:lnTo>
                  <a:pt x="21600" y="9835"/>
                </a:lnTo>
                <a:lnTo>
                  <a:pt x="19560" y="9835"/>
                </a:lnTo>
                <a:lnTo>
                  <a:pt x="17508" y="9835"/>
                </a:lnTo>
                <a:lnTo>
                  <a:pt x="15429" y="9835"/>
                </a:lnTo>
                <a:lnTo>
                  <a:pt x="14744" y="11374"/>
                </a:lnTo>
                <a:lnTo>
                  <a:pt x="14333" y="12501"/>
                </a:lnTo>
                <a:lnTo>
                  <a:pt x="14040" y="13765"/>
                </a:lnTo>
                <a:lnTo>
                  <a:pt x="13694" y="15718"/>
                </a:lnTo>
                <a:lnTo>
                  <a:pt x="13340" y="17671"/>
                </a:lnTo>
                <a:lnTo>
                  <a:pt x="13080" y="18934"/>
                </a:lnTo>
                <a:lnTo>
                  <a:pt x="12790" y="20061"/>
                </a:lnTo>
                <a:lnTo>
                  <a:pt x="12343" y="21600"/>
                </a:lnTo>
                <a:lnTo>
                  <a:pt x="10812" y="21600"/>
                </a:lnTo>
                <a:lnTo>
                  <a:pt x="9257" y="21600"/>
                </a:lnTo>
                <a:lnTo>
                  <a:pt x="9257" y="19936"/>
                </a:lnTo>
                <a:lnTo>
                  <a:pt x="9257" y="18271"/>
                </a:lnTo>
                <a:lnTo>
                  <a:pt x="9257" y="16600"/>
                </a:lnTo>
                <a:lnTo>
                  <a:pt x="9257" y="14922"/>
                </a:lnTo>
                <a:lnTo>
                  <a:pt x="9257" y="13238"/>
                </a:lnTo>
                <a:lnTo>
                  <a:pt x="9257" y="11544"/>
                </a:lnTo>
                <a:lnTo>
                  <a:pt x="9257" y="9835"/>
                </a:lnTo>
                <a:lnTo>
                  <a:pt x="7424" y="9835"/>
                </a:lnTo>
                <a:lnTo>
                  <a:pt x="5585" y="9835"/>
                </a:lnTo>
                <a:lnTo>
                  <a:pt x="3740" y="9835"/>
                </a:lnTo>
                <a:lnTo>
                  <a:pt x="1879" y="9835"/>
                </a:lnTo>
                <a:lnTo>
                  <a:pt x="0" y="9835"/>
                </a:lnTo>
                <a:lnTo>
                  <a:pt x="293" y="8200"/>
                </a:lnTo>
                <a:lnTo>
                  <a:pt x="633" y="6600"/>
                </a:lnTo>
                <a:lnTo>
                  <a:pt x="1049" y="5026"/>
                </a:lnTo>
                <a:lnTo>
                  <a:pt x="1577" y="3475"/>
                </a:lnTo>
                <a:lnTo>
                  <a:pt x="2243" y="1944"/>
                </a:lnTo>
                <a:lnTo>
                  <a:pt x="3086" y="424"/>
                </a:lnTo>
                <a:close/>
              </a:path>
            </a:pathLst>
          </a:custGeom>
          <a:solidFill>
            <a:srgbClr val="515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0" name="contour_10128"/>
          <p:cNvSpPr/>
          <p:nvPr/>
        </p:nvSpPr>
        <p:spPr>
          <a:xfrm>
            <a:off x="5294169" y="2033350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235" y="1833"/>
                </a:lnTo>
                <a:lnTo>
                  <a:pt x="3772" y="3672"/>
                </a:lnTo>
                <a:lnTo>
                  <a:pt x="4309" y="5517"/>
                </a:lnTo>
                <a:lnTo>
                  <a:pt x="4852" y="7378"/>
                </a:lnTo>
                <a:lnTo>
                  <a:pt x="5400" y="9257"/>
                </a:lnTo>
                <a:lnTo>
                  <a:pt x="7293" y="10032"/>
                </a:lnTo>
                <a:lnTo>
                  <a:pt x="8670" y="10532"/>
                </a:lnTo>
                <a:lnTo>
                  <a:pt x="9928" y="10852"/>
                </a:lnTo>
                <a:lnTo>
                  <a:pt x="11462" y="11102"/>
                </a:lnTo>
                <a:lnTo>
                  <a:pt x="13667" y="11380"/>
                </a:lnTo>
                <a:lnTo>
                  <a:pt x="15150" y="11581"/>
                </a:lnTo>
                <a:lnTo>
                  <a:pt x="16640" y="11787"/>
                </a:lnTo>
                <a:lnTo>
                  <a:pt x="18152" y="11994"/>
                </a:lnTo>
                <a:lnTo>
                  <a:pt x="19008" y="12081"/>
                </a:lnTo>
                <a:lnTo>
                  <a:pt x="21600" y="12343"/>
                </a:lnTo>
                <a:lnTo>
                  <a:pt x="21138" y="14108"/>
                </a:lnTo>
                <a:lnTo>
                  <a:pt x="20701" y="15339"/>
                </a:lnTo>
                <a:lnTo>
                  <a:pt x="20039" y="16613"/>
                </a:lnTo>
                <a:lnTo>
                  <a:pt x="18900" y="18514"/>
                </a:lnTo>
                <a:lnTo>
                  <a:pt x="17026" y="19020"/>
                </a:lnTo>
                <a:lnTo>
                  <a:pt x="15152" y="19455"/>
                </a:lnTo>
                <a:lnTo>
                  <a:pt x="13279" y="19829"/>
                </a:lnTo>
                <a:lnTo>
                  <a:pt x="11399" y="20153"/>
                </a:lnTo>
                <a:lnTo>
                  <a:pt x="9517" y="20437"/>
                </a:lnTo>
                <a:lnTo>
                  <a:pt x="7630" y="20690"/>
                </a:lnTo>
                <a:lnTo>
                  <a:pt x="5738" y="20921"/>
                </a:lnTo>
                <a:lnTo>
                  <a:pt x="3834" y="21146"/>
                </a:lnTo>
                <a:lnTo>
                  <a:pt x="1922" y="21369"/>
                </a:lnTo>
                <a:lnTo>
                  <a:pt x="0" y="21600"/>
                </a:lnTo>
                <a:lnTo>
                  <a:pt x="267" y="19462"/>
                </a:lnTo>
                <a:lnTo>
                  <a:pt x="535" y="17320"/>
                </a:lnTo>
                <a:lnTo>
                  <a:pt x="802" y="15179"/>
                </a:lnTo>
                <a:lnTo>
                  <a:pt x="1072" y="13034"/>
                </a:lnTo>
                <a:lnTo>
                  <a:pt x="1339" y="10880"/>
                </a:lnTo>
                <a:lnTo>
                  <a:pt x="1609" y="8723"/>
                </a:lnTo>
                <a:lnTo>
                  <a:pt x="1879" y="6557"/>
                </a:lnTo>
                <a:lnTo>
                  <a:pt x="2152" y="4382"/>
                </a:lnTo>
                <a:lnTo>
                  <a:pt x="2425" y="2197"/>
                </a:lnTo>
                <a:lnTo>
                  <a:pt x="2700" y="0"/>
                </a:lnTo>
                <a:close/>
              </a:path>
            </a:pathLst>
          </a:custGeom>
          <a:solidFill>
            <a:srgbClr val="DD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1" name="contour_10129"/>
          <p:cNvSpPr/>
          <p:nvPr/>
        </p:nvSpPr>
        <p:spPr>
          <a:xfrm>
            <a:off x="2189484" y="2034261"/>
            <a:ext cx="43728" cy="501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50" y="785"/>
                </a:moveTo>
                <a:lnTo>
                  <a:pt x="18284" y="1433"/>
                </a:lnTo>
                <a:lnTo>
                  <a:pt x="19933" y="2089"/>
                </a:lnTo>
                <a:lnTo>
                  <a:pt x="21600" y="2749"/>
                </a:lnTo>
                <a:lnTo>
                  <a:pt x="20628" y="4986"/>
                </a:lnTo>
                <a:lnTo>
                  <a:pt x="19638" y="7072"/>
                </a:lnTo>
                <a:lnTo>
                  <a:pt x="18598" y="9014"/>
                </a:lnTo>
                <a:lnTo>
                  <a:pt x="17471" y="10820"/>
                </a:lnTo>
                <a:lnTo>
                  <a:pt x="16214" y="12498"/>
                </a:lnTo>
                <a:lnTo>
                  <a:pt x="14796" y="14056"/>
                </a:lnTo>
                <a:lnTo>
                  <a:pt x="13180" y="15502"/>
                </a:lnTo>
                <a:lnTo>
                  <a:pt x="11322" y="16843"/>
                </a:lnTo>
                <a:lnTo>
                  <a:pt x="9191" y="18087"/>
                </a:lnTo>
                <a:lnTo>
                  <a:pt x="6750" y="19244"/>
                </a:lnTo>
                <a:lnTo>
                  <a:pt x="4514" y="20057"/>
                </a:lnTo>
                <a:lnTo>
                  <a:pt x="2264" y="20846"/>
                </a:lnTo>
                <a:lnTo>
                  <a:pt x="0" y="21600"/>
                </a:lnTo>
                <a:lnTo>
                  <a:pt x="634" y="17814"/>
                </a:lnTo>
                <a:lnTo>
                  <a:pt x="1166" y="14741"/>
                </a:lnTo>
                <a:lnTo>
                  <a:pt x="1642" y="12269"/>
                </a:lnTo>
                <a:lnTo>
                  <a:pt x="2102" y="10271"/>
                </a:lnTo>
                <a:lnTo>
                  <a:pt x="2581" y="8631"/>
                </a:lnTo>
                <a:lnTo>
                  <a:pt x="3128" y="7226"/>
                </a:lnTo>
                <a:lnTo>
                  <a:pt x="3776" y="5941"/>
                </a:lnTo>
                <a:lnTo>
                  <a:pt x="4568" y="4647"/>
                </a:lnTo>
                <a:lnTo>
                  <a:pt x="5548" y="3233"/>
                </a:lnTo>
                <a:lnTo>
                  <a:pt x="6750" y="1571"/>
                </a:lnTo>
                <a:lnTo>
                  <a:pt x="9184" y="456"/>
                </a:lnTo>
                <a:lnTo>
                  <a:pt x="11023" y="0"/>
                </a:lnTo>
                <a:lnTo>
                  <a:pt x="13205" y="135"/>
                </a:lnTo>
                <a:lnTo>
                  <a:pt x="16650" y="785"/>
                </a:lnTo>
                <a:close/>
              </a:path>
            </a:pathLst>
          </a:custGeom>
          <a:solidFill>
            <a:srgbClr val="1616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2" name="contour_10130"/>
          <p:cNvSpPr/>
          <p:nvPr/>
        </p:nvSpPr>
        <p:spPr>
          <a:xfrm>
            <a:off x="8049029" y="2018774"/>
            <a:ext cx="4235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82" y="0"/>
                </a:moveTo>
                <a:lnTo>
                  <a:pt x="19716" y="1928"/>
                </a:lnTo>
                <a:lnTo>
                  <a:pt x="20559" y="3772"/>
                </a:lnTo>
                <a:lnTo>
                  <a:pt x="21135" y="5557"/>
                </a:lnTo>
                <a:lnTo>
                  <a:pt x="21477" y="7293"/>
                </a:lnTo>
                <a:lnTo>
                  <a:pt x="21600" y="8999"/>
                </a:lnTo>
                <a:lnTo>
                  <a:pt x="21537" y="10697"/>
                </a:lnTo>
                <a:lnTo>
                  <a:pt x="21310" y="12398"/>
                </a:lnTo>
                <a:lnTo>
                  <a:pt x="20942" y="14124"/>
                </a:lnTo>
                <a:lnTo>
                  <a:pt x="20459" y="15889"/>
                </a:lnTo>
                <a:lnTo>
                  <a:pt x="19890" y="17712"/>
                </a:lnTo>
                <a:lnTo>
                  <a:pt x="19255" y="19610"/>
                </a:lnTo>
                <a:lnTo>
                  <a:pt x="18582" y="21600"/>
                </a:lnTo>
                <a:lnTo>
                  <a:pt x="16282" y="21265"/>
                </a:lnTo>
                <a:lnTo>
                  <a:pt x="13981" y="20930"/>
                </a:lnTo>
                <a:lnTo>
                  <a:pt x="11673" y="20596"/>
                </a:lnTo>
                <a:lnTo>
                  <a:pt x="9362" y="20261"/>
                </a:lnTo>
                <a:lnTo>
                  <a:pt x="7039" y="19923"/>
                </a:lnTo>
                <a:lnTo>
                  <a:pt x="4705" y="19583"/>
                </a:lnTo>
                <a:lnTo>
                  <a:pt x="2360" y="19243"/>
                </a:lnTo>
                <a:lnTo>
                  <a:pt x="0" y="18900"/>
                </a:lnTo>
                <a:lnTo>
                  <a:pt x="580" y="17310"/>
                </a:lnTo>
                <a:lnTo>
                  <a:pt x="1171" y="15719"/>
                </a:lnTo>
                <a:lnTo>
                  <a:pt x="1776" y="14135"/>
                </a:lnTo>
                <a:lnTo>
                  <a:pt x="2393" y="12550"/>
                </a:lnTo>
                <a:lnTo>
                  <a:pt x="3018" y="10967"/>
                </a:lnTo>
                <a:lnTo>
                  <a:pt x="3579" y="9493"/>
                </a:lnTo>
                <a:lnTo>
                  <a:pt x="4144" y="8011"/>
                </a:lnTo>
                <a:lnTo>
                  <a:pt x="4720" y="6507"/>
                </a:lnTo>
                <a:lnTo>
                  <a:pt x="6091" y="4633"/>
                </a:lnTo>
                <a:lnTo>
                  <a:pt x="7221" y="3402"/>
                </a:lnTo>
                <a:lnTo>
                  <a:pt x="8522" y="2541"/>
                </a:lnTo>
                <a:lnTo>
                  <a:pt x="10406" y="1774"/>
                </a:lnTo>
                <a:lnTo>
                  <a:pt x="13283" y="834"/>
                </a:lnTo>
                <a:lnTo>
                  <a:pt x="14059" y="713"/>
                </a:lnTo>
                <a:lnTo>
                  <a:pt x="15434" y="494"/>
                </a:lnTo>
                <a:lnTo>
                  <a:pt x="18582" y="0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3" name="contour_10131"/>
          <p:cNvSpPr/>
          <p:nvPr/>
        </p:nvSpPr>
        <p:spPr>
          <a:xfrm>
            <a:off x="5438959" y="1967758"/>
            <a:ext cx="5198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31" y="0"/>
                </a:moveTo>
                <a:lnTo>
                  <a:pt x="4933" y="0"/>
                </a:lnTo>
                <a:lnTo>
                  <a:pt x="6459" y="0"/>
                </a:lnTo>
                <a:lnTo>
                  <a:pt x="6838" y="1570"/>
                </a:lnTo>
                <a:lnTo>
                  <a:pt x="7080" y="2719"/>
                </a:lnTo>
                <a:lnTo>
                  <a:pt x="7298" y="4008"/>
                </a:lnTo>
                <a:lnTo>
                  <a:pt x="7595" y="6000"/>
                </a:lnTo>
                <a:lnTo>
                  <a:pt x="8037" y="7956"/>
                </a:lnTo>
                <a:lnTo>
                  <a:pt x="8382" y="9233"/>
                </a:lnTo>
                <a:lnTo>
                  <a:pt x="8806" y="10392"/>
                </a:lnTo>
                <a:lnTo>
                  <a:pt x="9487" y="12000"/>
                </a:lnTo>
                <a:lnTo>
                  <a:pt x="11740" y="12504"/>
                </a:lnTo>
                <a:lnTo>
                  <a:pt x="13339" y="12756"/>
                </a:lnTo>
                <a:lnTo>
                  <a:pt x="14720" y="12756"/>
                </a:lnTo>
                <a:lnTo>
                  <a:pt x="16319" y="12504"/>
                </a:lnTo>
                <a:lnTo>
                  <a:pt x="18572" y="12000"/>
                </a:lnTo>
                <a:lnTo>
                  <a:pt x="19323" y="10812"/>
                </a:lnTo>
                <a:lnTo>
                  <a:pt x="20074" y="9617"/>
                </a:lnTo>
                <a:lnTo>
                  <a:pt x="20834" y="8417"/>
                </a:lnTo>
                <a:lnTo>
                  <a:pt x="21600" y="7200"/>
                </a:lnTo>
                <a:lnTo>
                  <a:pt x="21600" y="8784"/>
                </a:lnTo>
                <a:lnTo>
                  <a:pt x="21600" y="10370"/>
                </a:lnTo>
                <a:lnTo>
                  <a:pt x="21600" y="11957"/>
                </a:lnTo>
                <a:lnTo>
                  <a:pt x="21600" y="13548"/>
                </a:lnTo>
                <a:lnTo>
                  <a:pt x="21600" y="15144"/>
                </a:lnTo>
                <a:lnTo>
                  <a:pt x="21600" y="16747"/>
                </a:lnTo>
                <a:lnTo>
                  <a:pt x="21600" y="18355"/>
                </a:lnTo>
                <a:lnTo>
                  <a:pt x="21600" y="19973"/>
                </a:lnTo>
                <a:lnTo>
                  <a:pt x="21600" y="21600"/>
                </a:lnTo>
                <a:lnTo>
                  <a:pt x="20849" y="20412"/>
                </a:lnTo>
                <a:lnTo>
                  <a:pt x="20098" y="19217"/>
                </a:lnTo>
                <a:lnTo>
                  <a:pt x="19338" y="18017"/>
                </a:lnTo>
                <a:lnTo>
                  <a:pt x="18572" y="16800"/>
                </a:lnTo>
                <a:lnTo>
                  <a:pt x="16485" y="16582"/>
                </a:lnTo>
                <a:lnTo>
                  <a:pt x="15002" y="16493"/>
                </a:lnTo>
                <a:lnTo>
                  <a:pt x="13409" y="16522"/>
                </a:lnTo>
                <a:lnTo>
                  <a:pt x="11001" y="16651"/>
                </a:lnTo>
                <a:lnTo>
                  <a:pt x="8594" y="16774"/>
                </a:lnTo>
                <a:lnTo>
                  <a:pt x="7001" y="16829"/>
                </a:lnTo>
                <a:lnTo>
                  <a:pt x="5517" y="16834"/>
                </a:lnTo>
                <a:lnTo>
                  <a:pt x="3431" y="16800"/>
                </a:lnTo>
                <a:lnTo>
                  <a:pt x="1675" y="15370"/>
                </a:lnTo>
                <a:lnTo>
                  <a:pt x="730" y="14354"/>
                </a:lnTo>
                <a:lnTo>
                  <a:pt x="282" y="13267"/>
                </a:lnTo>
                <a:lnTo>
                  <a:pt x="0" y="11626"/>
                </a:lnTo>
                <a:lnTo>
                  <a:pt x="12" y="10025"/>
                </a:lnTo>
                <a:lnTo>
                  <a:pt x="24" y="8400"/>
                </a:lnTo>
                <a:lnTo>
                  <a:pt x="12" y="6799"/>
                </a:lnTo>
                <a:lnTo>
                  <a:pt x="0" y="5174"/>
                </a:lnTo>
                <a:lnTo>
                  <a:pt x="282" y="3533"/>
                </a:lnTo>
                <a:lnTo>
                  <a:pt x="730" y="2446"/>
                </a:lnTo>
                <a:lnTo>
                  <a:pt x="1675" y="1430"/>
                </a:lnTo>
                <a:lnTo>
                  <a:pt x="3431" y="0"/>
                </a:lnTo>
                <a:close/>
              </a:path>
            </a:pathLst>
          </a:custGeom>
          <a:solidFill>
            <a:srgbClr val="DBE1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4" name="contour_10132"/>
          <p:cNvSpPr/>
          <p:nvPr/>
        </p:nvSpPr>
        <p:spPr>
          <a:xfrm>
            <a:off x="8632069" y="1953182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47" y="510"/>
                </a:lnTo>
                <a:lnTo>
                  <a:pt x="5891" y="933"/>
                </a:lnTo>
                <a:lnTo>
                  <a:pt x="7123" y="1426"/>
                </a:lnTo>
                <a:lnTo>
                  <a:pt x="8629" y="2143"/>
                </a:lnTo>
                <a:lnTo>
                  <a:pt x="10800" y="3240"/>
                </a:lnTo>
                <a:lnTo>
                  <a:pt x="12250" y="3931"/>
                </a:lnTo>
                <a:lnTo>
                  <a:pt x="13708" y="4627"/>
                </a:lnTo>
                <a:lnTo>
                  <a:pt x="15188" y="5331"/>
                </a:lnTo>
                <a:lnTo>
                  <a:pt x="16570" y="6592"/>
                </a:lnTo>
                <a:lnTo>
                  <a:pt x="17609" y="7737"/>
                </a:lnTo>
                <a:lnTo>
                  <a:pt x="18419" y="9042"/>
                </a:lnTo>
                <a:lnTo>
                  <a:pt x="19111" y="10796"/>
                </a:lnTo>
                <a:lnTo>
                  <a:pt x="19796" y="13284"/>
                </a:lnTo>
                <a:lnTo>
                  <a:pt x="20590" y="16792"/>
                </a:lnTo>
                <a:lnTo>
                  <a:pt x="21600" y="21600"/>
                </a:lnTo>
                <a:lnTo>
                  <a:pt x="19818" y="21241"/>
                </a:lnTo>
                <a:lnTo>
                  <a:pt x="18036" y="20887"/>
                </a:lnTo>
                <a:lnTo>
                  <a:pt x="16251" y="20529"/>
                </a:lnTo>
                <a:lnTo>
                  <a:pt x="14464" y="20174"/>
                </a:lnTo>
                <a:lnTo>
                  <a:pt x="12674" y="19816"/>
                </a:lnTo>
                <a:lnTo>
                  <a:pt x="10881" y="19457"/>
                </a:lnTo>
                <a:lnTo>
                  <a:pt x="9083" y="19099"/>
                </a:lnTo>
                <a:lnTo>
                  <a:pt x="7279" y="18736"/>
                </a:lnTo>
                <a:lnTo>
                  <a:pt x="5470" y="18373"/>
                </a:lnTo>
                <a:lnTo>
                  <a:pt x="3656" y="18010"/>
                </a:lnTo>
                <a:lnTo>
                  <a:pt x="1831" y="17647"/>
                </a:lnTo>
                <a:lnTo>
                  <a:pt x="0" y="17280"/>
                </a:lnTo>
                <a:lnTo>
                  <a:pt x="14" y="11798"/>
                </a:lnTo>
                <a:lnTo>
                  <a:pt x="100" y="8001"/>
                </a:lnTo>
                <a:lnTo>
                  <a:pt x="338" y="5400"/>
                </a:lnTo>
                <a:lnTo>
                  <a:pt x="799" y="3521"/>
                </a:lnTo>
                <a:lnTo>
                  <a:pt x="1563" y="1879"/>
                </a:lnTo>
                <a:lnTo>
                  <a:pt x="2700" y="0"/>
                </a:lnTo>
                <a:close/>
              </a:path>
            </a:pathLst>
          </a:custGeom>
          <a:solidFill>
            <a:srgbClr val="CED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5" name="contour_10133"/>
          <p:cNvSpPr/>
          <p:nvPr/>
        </p:nvSpPr>
        <p:spPr>
          <a:xfrm>
            <a:off x="6868375" y="1914679"/>
            <a:ext cx="58304" cy="38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57"/>
                </a:moveTo>
                <a:lnTo>
                  <a:pt x="3415" y="613"/>
                </a:lnTo>
                <a:lnTo>
                  <a:pt x="6115" y="225"/>
                </a:lnTo>
                <a:lnTo>
                  <a:pt x="8235" y="12"/>
                </a:lnTo>
                <a:lnTo>
                  <a:pt x="9906" y="0"/>
                </a:lnTo>
                <a:lnTo>
                  <a:pt x="11262" y="204"/>
                </a:lnTo>
                <a:lnTo>
                  <a:pt x="12436" y="646"/>
                </a:lnTo>
                <a:lnTo>
                  <a:pt x="13562" y="1345"/>
                </a:lnTo>
                <a:lnTo>
                  <a:pt x="14772" y="2326"/>
                </a:lnTo>
                <a:lnTo>
                  <a:pt x="16200" y="3602"/>
                </a:lnTo>
                <a:lnTo>
                  <a:pt x="17458" y="5458"/>
                </a:lnTo>
                <a:lnTo>
                  <a:pt x="18616" y="7278"/>
                </a:lnTo>
                <a:lnTo>
                  <a:pt x="19686" y="9150"/>
                </a:lnTo>
                <a:lnTo>
                  <a:pt x="20677" y="11170"/>
                </a:lnTo>
                <a:lnTo>
                  <a:pt x="21600" y="13423"/>
                </a:lnTo>
                <a:lnTo>
                  <a:pt x="21600" y="16125"/>
                </a:lnTo>
                <a:lnTo>
                  <a:pt x="21600" y="18844"/>
                </a:lnTo>
                <a:lnTo>
                  <a:pt x="21600" y="21600"/>
                </a:lnTo>
                <a:lnTo>
                  <a:pt x="19548" y="21126"/>
                </a:lnTo>
                <a:lnTo>
                  <a:pt x="17553" y="20635"/>
                </a:lnTo>
                <a:lnTo>
                  <a:pt x="15611" y="20104"/>
                </a:lnTo>
                <a:lnTo>
                  <a:pt x="13721" y="19507"/>
                </a:lnTo>
                <a:lnTo>
                  <a:pt x="11877" y="18816"/>
                </a:lnTo>
                <a:lnTo>
                  <a:pt x="10076" y="18006"/>
                </a:lnTo>
                <a:lnTo>
                  <a:pt x="8316" y="17062"/>
                </a:lnTo>
                <a:lnTo>
                  <a:pt x="6593" y="15945"/>
                </a:lnTo>
                <a:lnTo>
                  <a:pt x="4903" y="14641"/>
                </a:lnTo>
                <a:lnTo>
                  <a:pt x="3243" y="13120"/>
                </a:lnTo>
                <a:lnTo>
                  <a:pt x="1609" y="11362"/>
                </a:lnTo>
                <a:lnTo>
                  <a:pt x="0" y="9334"/>
                </a:lnTo>
                <a:lnTo>
                  <a:pt x="0" y="6632"/>
                </a:lnTo>
                <a:lnTo>
                  <a:pt x="0" y="3913"/>
                </a:lnTo>
                <a:lnTo>
                  <a:pt x="0" y="1157"/>
                </a:lnTo>
                <a:close/>
              </a:path>
            </a:pathLst>
          </a:custGeom>
          <a:solidFill>
            <a:srgbClr val="CECE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6" name="contour_10134"/>
          <p:cNvSpPr/>
          <p:nvPr/>
        </p:nvSpPr>
        <p:spPr>
          <a:xfrm>
            <a:off x="11175578" y="1909454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2343" y="1833"/>
                </a:lnTo>
                <a:lnTo>
                  <a:pt x="12343" y="3672"/>
                </a:lnTo>
                <a:lnTo>
                  <a:pt x="12343" y="5517"/>
                </a:lnTo>
                <a:lnTo>
                  <a:pt x="12343" y="7378"/>
                </a:lnTo>
                <a:lnTo>
                  <a:pt x="12343" y="9257"/>
                </a:lnTo>
                <a:lnTo>
                  <a:pt x="14176" y="9257"/>
                </a:lnTo>
                <a:lnTo>
                  <a:pt x="16015" y="9257"/>
                </a:lnTo>
                <a:lnTo>
                  <a:pt x="17860" y="9257"/>
                </a:lnTo>
                <a:lnTo>
                  <a:pt x="19721" y="9257"/>
                </a:lnTo>
                <a:lnTo>
                  <a:pt x="21600" y="9257"/>
                </a:lnTo>
                <a:lnTo>
                  <a:pt x="21091" y="11294"/>
                </a:lnTo>
                <a:lnTo>
                  <a:pt x="20582" y="13333"/>
                </a:lnTo>
                <a:lnTo>
                  <a:pt x="20069" y="15382"/>
                </a:lnTo>
                <a:lnTo>
                  <a:pt x="19554" y="17440"/>
                </a:lnTo>
                <a:lnTo>
                  <a:pt x="19036" y="19511"/>
                </a:lnTo>
                <a:lnTo>
                  <a:pt x="18514" y="21600"/>
                </a:lnTo>
                <a:lnTo>
                  <a:pt x="16478" y="20921"/>
                </a:lnTo>
                <a:lnTo>
                  <a:pt x="14438" y="20242"/>
                </a:lnTo>
                <a:lnTo>
                  <a:pt x="12398" y="19560"/>
                </a:lnTo>
                <a:lnTo>
                  <a:pt x="10353" y="18878"/>
                </a:lnTo>
                <a:lnTo>
                  <a:pt x="8301" y="18196"/>
                </a:lnTo>
                <a:lnTo>
                  <a:pt x="6239" y="17508"/>
                </a:lnTo>
                <a:lnTo>
                  <a:pt x="4172" y="16820"/>
                </a:lnTo>
                <a:lnTo>
                  <a:pt x="2092" y="16126"/>
                </a:lnTo>
                <a:lnTo>
                  <a:pt x="0" y="15429"/>
                </a:lnTo>
                <a:lnTo>
                  <a:pt x="1527" y="14663"/>
                </a:lnTo>
                <a:lnTo>
                  <a:pt x="3064" y="13898"/>
                </a:lnTo>
                <a:lnTo>
                  <a:pt x="4607" y="13124"/>
                </a:lnTo>
                <a:lnTo>
                  <a:pt x="6171" y="12343"/>
                </a:lnTo>
                <a:lnTo>
                  <a:pt x="5298" y="10596"/>
                </a:lnTo>
                <a:lnTo>
                  <a:pt x="4425" y="8850"/>
                </a:lnTo>
                <a:lnTo>
                  <a:pt x="3549" y="7097"/>
                </a:lnTo>
                <a:lnTo>
                  <a:pt x="2669" y="5338"/>
                </a:lnTo>
                <a:lnTo>
                  <a:pt x="1784" y="3570"/>
                </a:lnTo>
                <a:lnTo>
                  <a:pt x="895" y="1793"/>
                </a:lnTo>
                <a:lnTo>
                  <a:pt x="0" y="0"/>
                </a:lnTo>
                <a:close/>
              </a:path>
            </a:pathLst>
          </a:custGeom>
          <a:solidFill>
            <a:srgbClr val="5C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7" name="contour_10135"/>
          <p:cNvSpPr/>
          <p:nvPr/>
        </p:nvSpPr>
        <p:spPr>
          <a:xfrm>
            <a:off x="1147301" y="1902166"/>
            <a:ext cx="44442" cy="44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53" y="0"/>
                </a:moveTo>
                <a:lnTo>
                  <a:pt x="21320" y="2163"/>
                </a:lnTo>
                <a:lnTo>
                  <a:pt x="21377" y="4330"/>
                </a:lnTo>
                <a:lnTo>
                  <a:pt x="21426" y="6493"/>
                </a:lnTo>
                <a:lnTo>
                  <a:pt x="21472" y="8660"/>
                </a:lnTo>
                <a:lnTo>
                  <a:pt x="21536" y="11075"/>
                </a:lnTo>
                <a:lnTo>
                  <a:pt x="21600" y="13530"/>
                </a:lnTo>
                <a:lnTo>
                  <a:pt x="21345" y="16030"/>
                </a:lnTo>
                <a:lnTo>
                  <a:pt x="20853" y="17675"/>
                </a:lnTo>
                <a:lnTo>
                  <a:pt x="19765" y="19192"/>
                </a:lnTo>
                <a:lnTo>
                  <a:pt x="17711" y="21312"/>
                </a:lnTo>
                <a:lnTo>
                  <a:pt x="15196" y="21511"/>
                </a:lnTo>
                <a:lnTo>
                  <a:pt x="13411" y="21600"/>
                </a:lnTo>
                <a:lnTo>
                  <a:pt x="11508" y="21600"/>
                </a:lnTo>
                <a:lnTo>
                  <a:pt x="8636" y="21533"/>
                </a:lnTo>
                <a:lnTo>
                  <a:pt x="7421" y="21511"/>
                </a:lnTo>
                <a:lnTo>
                  <a:pt x="3751" y="21437"/>
                </a:lnTo>
                <a:lnTo>
                  <a:pt x="1888" y="21376"/>
                </a:lnTo>
                <a:lnTo>
                  <a:pt x="0" y="21312"/>
                </a:lnTo>
                <a:lnTo>
                  <a:pt x="570" y="17085"/>
                </a:lnTo>
                <a:lnTo>
                  <a:pt x="1063" y="13860"/>
                </a:lnTo>
                <a:lnTo>
                  <a:pt x="1555" y="11441"/>
                </a:lnTo>
                <a:lnTo>
                  <a:pt x="2125" y="9633"/>
                </a:lnTo>
                <a:lnTo>
                  <a:pt x="2859" y="8237"/>
                </a:lnTo>
                <a:lnTo>
                  <a:pt x="3829" y="7061"/>
                </a:lnTo>
                <a:lnTo>
                  <a:pt x="5118" y="5907"/>
                </a:lnTo>
                <a:lnTo>
                  <a:pt x="6808" y="4579"/>
                </a:lnTo>
                <a:lnTo>
                  <a:pt x="10680" y="2650"/>
                </a:lnTo>
                <a:lnTo>
                  <a:pt x="13432" y="1357"/>
                </a:lnTo>
                <a:lnTo>
                  <a:pt x="15461" y="572"/>
                </a:lnTo>
                <a:lnTo>
                  <a:pt x="17176" y="170"/>
                </a:lnTo>
                <a:lnTo>
                  <a:pt x="18972" y="21"/>
                </a:lnTo>
                <a:lnTo>
                  <a:pt x="21253" y="0"/>
                </a:lnTo>
                <a:close/>
              </a:path>
            </a:pathLst>
          </a:custGeom>
          <a:solidFill>
            <a:srgbClr val="C29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8" name="contour_10136"/>
          <p:cNvSpPr/>
          <p:nvPr/>
        </p:nvSpPr>
        <p:spPr>
          <a:xfrm>
            <a:off x="280030" y="1887590"/>
            <a:ext cx="65592" cy="661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4" y="0"/>
                </a:lnTo>
                <a:lnTo>
                  <a:pt x="10370" y="0"/>
                </a:lnTo>
                <a:lnTo>
                  <a:pt x="11957" y="0"/>
                </a:lnTo>
                <a:lnTo>
                  <a:pt x="13548" y="0"/>
                </a:lnTo>
                <a:lnTo>
                  <a:pt x="15144" y="0"/>
                </a:lnTo>
                <a:lnTo>
                  <a:pt x="16747" y="0"/>
                </a:lnTo>
                <a:lnTo>
                  <a:pt x="18355" y="0"/>
                </a:lnTo>
                <a:lnTo>
                  <a:pt x="19973" y="0"/>
                </a:lnTo>
                <a:lnTo>
                  <a:pt x="21600" y="0"/>
                </a:lnTo>
                <a:lnTo>
                  <a:pt x="21079" y="257"/>
                </a:lnTo>
                <a:lnTo>
                  <a:pt x="20405" y="592"/>
                </a:lnTo>
                <a:lnTo>
                  <a:pt x="19130" y="1225"/>
                </a:lnTo>
                <a:lnTo>
                  <a:pt x="16800" y="2379"/>
                </a:lnTo>
                <a:lnTo>
                  <a:pt x="16354" y="4265"/>
                </a:lnTo>
                <a:lnTo>
                  <a:pt x="16058" y="5642"/>
                </a:lnTo>
                <a:lnTo>
                  <a:pt x="15854" y="6907"/>
                </a:lnTo>
                <a:lnTo>
                  <a:pt x="15672" y="8461"/>
                </a:lnTo>
                <a:lnTo>
                  <a:pt x="15451" y="10704"/>
                </a:lnTo>
                <a:lnTo>
                  <a:pt x="15139" y="13710"/>
                </a:lnTo>
                <a:lnTo>
                  <a:pt x="14868" y="15910"/>
                </a:lnTo>
                <a:lnTo>
                  <a:pt x="14578" y="17495"/>
                </a:lnTo>
                <a:lnTo>
                  <a:pt x="14203" y="18651"/>
                </a:lnTo>
                <a:lnTo>
                  <a:pt x="13692" y="19562"/>
                </a:lnTo>
                <a:lnTo>
                  <a:pt x="12977" y="20418"/>
                </a:lnTo>
                <a:lnTo>
                  <a:pt x="12000" y="21407"/>
                </a:lnTo>
                <a:lnTo>
                  <a:pt x="10296" y="21541"/>
                </a:lnTo>
                <a:lnTo>
                  <a:pt x="9089" y="21600"/>
                </a:lnTo>
                <a:lnTo>
                  <a:pt x="7798" y="21600"/>
                </a:lnTo>
                <a:lnTo>
                  <a:pt x="5851" y="21555"/>
                </a:lnTo>
                <a:lnTo>
                  <a:pt x="5028" y="21541"/>
                </a:lnTo>
                <a:lnTo>
                  <a:pt x="2542" y="21491"/>
                </a:lnTo>
                <a:lnTo>
                  <a:pt x="1279" y="21450"/>
                </a:lnTo>
                <a:lnTo>
                  <a:pt x="0" y="21407"/>
                </a:lnTo>
                <a:lnTo>
                  <a:pt x="1042" y="21098"/>
                </a:lnTo>
                <a:lnTo>
                  <a:pt x="2100" y="20784"/>
                </a:lnTo>
                <a:lnTo>
                  <a:pt x="3511" y="20235"/>
                </a:lnTo>
                <a:lnTo>
                  <a:pt x="4822" y="19676"/>
                </a:lnTo>
                <a:lnTo>
                  <a:pt x="6055" y="19069"/>
                </a:lnTo>
                <a:lnTo>
                  <a:pt x="7246" y="18384"/>
                </a:lnTo>
                <a:lnTo>
                  <a:pt x="8417" y="17590"/>
                </a:lnTo>
                <a:lnTo>
                  <a:pt x="9600" y="16650"/>
                </a:lnTo>
                <a:lnTo>
                  <a:pt x="10001" y="14821"/>
                </a:lnTo>
                <a:lnTo>
                  <a:pt x="10243" y="13068"/>
                </a:lnTo>
                <a:lnTo>
                  <a:pt x="10330" y="11374"/>
                </a:lnTo>
                <a:lnTo>
                  <a:pt x="10272" y="9726"/>
                </a:lnTo>
                <a:lnTo>
                  <a:pt x="10073" y="8111"/>
                </a:lnTo>
                <a:lnTo>
                  <a:pt x="9742" y="6510"/>
                </a:lnTo>
                <a:lnTo>
                  <a:pt x="9281" y="4914"/>
                </a:lnTo>
                <a:lnTo>
                  <a:pt x="8700" y="3306"/>
                </a:lnTo>
                <a:lnTo>
                  <a:pt x="8004" y="1675"/>
                </a:lnTo>
                <a:lnTo>
                  <a:pt x="7200" y="0"/>
                </a:lnTo>
                <a:close/>
              </a:path>
            </a:pathLst>
          </a:custGeom>
          <a:solidFill>
            <a:srgbClr val="9D8A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39" name="contour_10137"/>
          <p:cNvSpPr/>
          <p:nvPr/>
        </p:nvSpPr>
        <p:spPr>
          <a:xfrm>
            <a:off x="10942362" y="1858438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89" y="355"/>
                </a:lnTo>
                <a:lnTo>
                  <a:pt x="4747" y="660"/>
                </a:lnTo>
                <a:lnTo>
                  <a:pt x="6142" y="1003"/>
                </a:lnTo>
                <a:lnTo>
                  <a:pt x="7236" y="1463"/>
                </a:lnTo>
                <a:lnTo>
                  <a:pt x="8302" y="2129"/>
                </a:lnTo>
                <a:lnTo>
                  <a:pt x="9600" y="3086"/>
                </a:lnTo>
                <a:lnTo>
                  <a:pt x="10018" y="5061"/>
                </a:lnTo>
                <a:lnTo>
                  <a:pt x="10342" y="7020"/>
                </a:lnTo>
                <a:lnTo>
                  <a:pt x="10598" y="8979"/>
                </a:lnTo>
                <a:lnTo>
                  <a:pt x="10807" y="10951"/>
                </a:lnTo>
                <a:lnTo>
                  <a:pt x="10990" y="12948"/>
                </a:lnTo>
                <a:lnTo>
                  <a:pt x="11165" y="14981"/>
                </a:lnTo>
                <a:lnTo>
                  <a:pt x="11837" y="17530"/>
                </a:lnTo>
                <a:lnTo>
                  <a:pt x="12638" y="18888"/>
                </a:lnTo>
                <a:lnTo>
                  <a:pt x="14258" y="20215"/>
                </a:lnTo>
                <a:lnTo>
                  <a:pt x="15610" y="20613"/>
                </a:lnTo>
                <a:lnTo>
                  <a:pt x="16666" y="20884"/>
                </a:lnTo>
                <a:lnTo>
                  <a:pt x="17782" y="21094"/>
                </a:lnTo>
                <a:lnTo>
                  <a:pt x="19308" y="21310"/>
                </a:lnTo>
                <a:lnTo>
                  <a:pt x="21600" y="21600"/>
                </a:lnTo>
                <a:lnTo>
                  <a:pt x="20016" y="21600"/>
                </a:lnTo>
                <a:lnTo>
                  <a:pt x="18432" y="21600"/>
                </a:lnTo>
                <a:lnTo>
                  <a:pt x="16846" y="21600"/>
                </a:lnTo>
                <a:lnTo>
                  <a:pt x="15257" y="21600"/>
                </a:lnTo>
                <a:lnTo>
                  <a:pt x="13666" y="21600"/>
                </a:lnTo>
                <a:lnTo>
                  <a:pt x="12072" y="21600"/>
                </a:lnTo>
                <a:lnTo>
                  <a:pt x="10474" y="21600"/>
                </a:lnTo>
                <a:lnTo>
                  <a:pt x="8870" y="21600"/>
                </a:lnTo>
                <a:lnTo>
                  <a:pt x="7262" y="21600"/>
                </a:lnTo>
                <a:lnTo>
                  <a:pt x="5650" y="21600"/>
                </a:lnTo>
                <a:lnTo>
                  <a:pt x="4027" y="21600"/>
                </a:lnTo>
                <a:lnTo>
                  <a:pt x="2400" y="21600"/>
                </a:lnTo>
                <a:lnTo>
                  <a:pt x="2400" y="19560"/>
                </a:lnTo>
                <a:lnTo>
                  <a:pt x="2400" y="17508"/>
                </a:lnTo>
                <a:lnTo>
                  <a:pt x="2400" y="15429"/>
                </a:lnTo>
                <a:lnTo>
                  <a:pt x="3986" y="15429"/>
                </a:lnTo>
                <a:lnTo>
                  <a:pt x="5582" y="15429"/>
                </a:lnTo>
                <a:lnTo>
                  <a:pt x="7200" y="15429"/>
                </a:lnTo>
                <a:lnTo>
                  <a:pt x="7200" y="13596"/>
                </a:lnTo>
                <a:lnTo>
                  <a:pt x="7200" y="11757"/>
                </a:lnTo>
                <a:lnTo>
                  <a:pt x="7200" y="9911"/>
                </a:lnTo>
                <a:lnTo>
                  <a:pt x="7200" y="8051"/>
                </a:lnTo>
                <a:lnTo>
                  <a:pt x="7200" y="6171"/>
                </a:lnTo>
                <a:lnTo>
                  <a:pt x="5774" y="6171"/>
                </a:lnTo>
                <a:lnTo>
                  <a:pt x="4344" y="6171"/>
                </a:lnTo>
                <a:lnTo>
                  <a:pt x="2909" y="6171"/>
                </a:lnTo>
                <a:lnTo>
                  <a:pt x="1462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DDD8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0" name="contour_10138"/>
          <p:cNvSpPr/>
          <p:nvPr/>
        </p:nvSpPr>
        <p:spPr>
          <a:xfrm>
            <a:off x="1778981" y="1872890"/>
            <a:ext cx="60680" cy="370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26"/>
                </a:moveTo>
                <a:lnTo>
                  <a:pt x="21600" y="7138"/>
                </a:lnTo>
                <a:lnTo>
                  <a:pt x="21600" y="9966"/>
                </a:lnTo>
                <a:lnTo>
                  <a:pt x="21600" y="12833"/>
                </a:lnTo>
                <a:lnTo>
                  <a:pt x="20033" y="14386"/>
                </a:lnTo>
                <a:lnTo>
                  <a:pt x="18425" y="15802"/>
                </a:lnTo>
                <a:lnTo>
                  <a:pt x="16777" y="17074"/>
                </a:lnTo>
                <a:lnTo>
                  <a:pt x="15096" y="18201"/>
                </a:lnTo>
                <a:lnTo>
                  <a:pt x="13384" y="19175"/>
                </a:lnTo>
                <a:lnTo>
                  <a:pt x="11646" y="19992"/>
                </a:lnTo>
                <a:lnTo>
                  <a:pt x="9884" y="20647"/>
                </a:lnTo>
                <a:lnTo>
                  <a:pt x="8102" y="21136"/>
                </a:lnTo>
                <a:lnTo>
                  <a:pt x="6302" y="21455"/>
                </a:lnTo>
                <a:lnTo>
                  <a:pt x="4491" y="21600"/>
                </a:lnTo>
                <a:lnTo>
                  <a:pt x="2672" y="21562"/>
                </a:lnTo>
                <a:lnTo>
                  <a:pt x="846" y="21341"/>
                </a:lnTo>
                <a:lnTo>
                  <a:pt x="376" y="16483"/>
                </a:lnTo>
                <a:lnTo>
                  <a:pt x="93" y="13067"/>
                </a:lnTo>
                <a:lnTo>
                  <a:pt x="0" y="10613"/>
                </a:lnTo>
                <a:lnTo>
                  <a:pt x="93" y="8652"/>
                </a:lnTo>
                <a:lnTo>
                  <a:pt x="376" y="6717"/>
                </a:lnTo>
                <a:lnTo>
                  <a:pt x="846" y="4326"/>
                </a:lnTo>
                <a:lnTo>
                  <a:pt x="2493" y="3054"/>
                </a:lnTo>
                <a:lnTo>
                  <a:pt x="4190" y="1995"/>
                </a:lnTo>
                <a:lnTo>
                  <a:pt x="5925" y="1153"/>
                </a:lnTo>
                <a:lnTo>
                  <a:pt x="7692" y="536"/>
                </a:lnTo>
                <a:lnTo>
                  <a:pt x="9477" y="149"/>
                </a:lnTo>
                <a:lnTo>
                  <a:pt x="11270" y="0"/>
                </a:lnTo>
                <a:lnTo>
                  <a:pt x="13060" y="89"/>
                </a:lnTo>
                <a:lnTo>
                  <a:pt x="14837" y="421"/>
                </a:lnTo>
                <a:lnTo>
                  <a:pt x="16590" y="1008"/>
                </a:lnTo>
                <a:lnTo>
                  <a:pt x="18308" y="1850"/>
                </a:lnTo>
                <a:lnTo>
                  <a:pt x="19981" y="2956"/>
                </a:lnTo>
                <a:lnTo>
                  <a:pt x="21600" y="4326"/>
                </a:lnTo>
                <a:close/>
              </a:path>
            </a:pathLst>
          </a:custGeom>
          <a:solidFill>
            <a:srgbClr val="37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1" name="contour_10139"/>
          <p:cNvSpPr/>
          <p:nvPr/>
        </p:nvSpPr>
        <p:spPr>
          <a:xfrm>
            <a:off x="10643554" y="1857935"/>
            <a:ext cx="80168" cy="296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78" y="0"/>
                </a:moveTo>
                <a:lnTo>
                  <a:pt x="4950" y="249"/>
                </a:lnTo>
                <a:lnTo>
                  <a:pt x="6121" y="510"/>
                </a:lnTo>
                <a:lnTo>
                  <a:pt x="7291" y="786"/>
                </a:lnTo>
                <a:lnTo>
                  <a:pt x="8461" y="1078"/>
                </a:lnTo>
                <a:lnTo>
                  <a:pt x="9630" y="1375"/>
                </a:lnTo>
                <a:lnTo>
                  <a:pt x="10800" y="1693"/>
                </a:lnTo>
                <a:lnTo>
                  <a:pt x="12029" y="1906"/>
                </a:lnTo>
                <a:lnTo>
                  <a:pt x="13278" y="2129"/>
                </a:lnTo>
                <a:lnTo>
                  <a:pt x="14611" y="2516"/>
                </a:lnTo>
                <a:lnTo>
                  <a:pt x="15886" y="2989"/>
                </a:lnTo>
                <a:lnTo>
                  <a:pt x="17133" y="3626"/>
                </a:lnTo>
                <a:lnTo>
                  <a:pt x="18374" y="4491"/>
                </a:lnTo>
                <a:lnTo>
                  <a:pt x="19636" y="5675"/>
                </a:lnTo>
                <a:lnTo>
                  <a:pt x="20388" y="9741"/>
                </a:lnTo>
                <a:lnTo>
                  <a:pt x="20866" y="12608"/>
                </a:lnTo>
                <a:lnTo>
                  <a:pt x="21164" y="15028"/>
                </a:lnTo>
                <a:lnTo>
                  <a:pt x="21378" y="17767"/>
                </a:lnTo>
                <a:lnTo>
                  <a:pt x="21600" y="21600"/>
                </a:lnTo>
                <a:lnTo>
                  <a:pt x="20119" y="21165"/>
                </a:lnTo>
                <a:lnTo>
                  <a:pt x="18668" y="20713"/>
                </a:lnTo>
                <a:lnTo>
                  <a:pt x="17241" y="20236"/>
                </a:lnTo>
                <a:lnTo>
                  <a:pt x="15837" y="19721"/>
                </a:lnTo>
                <a:lnTo>
                  <a:pt x="14454" y="19148"/>
                </a:lnTo>
                <a:lnTo>
                  <a:pt x="13090" y="18510"/>
                </a:lnTo>
                <a:lnTo>
                  <a:pt x="11743" y="17794"/>
                </a:lnTo>
                <a:lnTo>
                  <a:pt x="10409" y="16987"/>
                </a:lnTo>
                <a:lnTo>
                  <a:pt x="9088" y="16074"/>
                </a:lnTo>
                <a:lnTo>
                  <a:pt x="7778" y="15044"/>
                </a:lnTo>
                <a:lnTo>
                  <a:pt x="6474" y="13882"/>
                </a:lnTo>
                <a:lnTo>
                  <a:pt x="5176" y="12581"/>
                </a:lnTo>
                <a:lnTo>
                  <a:pt x="3882" y="11121"/>
                </a:lnTo>
                <a:lnTo>
                  <a:pt x="2590" y="9491"/>
                </a:lnTo>
                <a:lnTo>
                  <a:pt x="1296" y="7676"/>
                </a:lnTo>
                <a:lnTo>
                  <a:pt x="0" y="5675"/>
                </a:lnTo>
                <a:lnTo>
                  <a:pt x="1162" y="2596"/>
                </a:lnTo>
                <a:lnTo>
                  <a:pt x="1944" y="982"/>
                </a:lnTo>
                <a:lnTo>
                  <a:pt x="2698" y="292"/>
                </a:lnTo>
                <a:lnTo>
                  <a:pt x="3778" y="0"/>
                </a:lnTo>
                <a:close/>
              </a:path>
            </a:pathLst>
          </a:custGeom>
          <a:solidFill>
            <a:srgbClr val="DC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2" name="contour_10140"/>
          <p:cNvSpPr/>
          <p:nvPr/>
        </p:nvSpPr>
        <p:spPr>
          <a:xfrm>
            <a:off x="8427896" y="1865012"/>
            <a:ext cx="43837" cy="39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22" y="0"/>
                </a:moveTo>
                <a:lnTo>
                  <a:pt x="10367" y="73"/>
                </a:lnTo>
                <a:lnTo>
                  <a:pt x="12845" y="141"/>
                </a:lnTo>
                <a:lnTo>
                  <a:pt x="13797" y="169"/>
                </a:lnTo>
                <a:lnTo>
                  <a:pt x="15025" y="206"/>
                </a:lnTo>
                <a:lnTo>
                  <a:pt x="17352" y="274"/>
                </a:lnTo>
                <a:lnTo>
                  <a:pt x="21600" y="395"/>
                </a:lnTo>
                <a:lnTo>
                  <a:pt x="21600" y="3251"/>
                </a:lnTo>
                <a:lnTo>
                  <a:pt x="21600" y="6107"/>
                </a:lnTo>
                <a:lnTo>
                  <a:pt x="21600" y="8971"/>
                </a:lnTo>
                <a:lnTo>
                  <a:pt x="21600" y="11843"/>
                </a:lnTo>
                <a:lnTo>
                  <a:pt x="21600" y="14731"/>
                </a:lnTo>
                <a:lnTo>
                  <a:pt x="21600" y="17639"/>
                </a:lnTo>
                <a:lnTo>
                  <a:pt x="21600" y="20563"/>
                </a:lnTo>
                <a:lnTo>
                  <a:pt x="17043" y="21084"/>
                </a:lnTo>
                <a:lnTo>
                  <a:pt x="13671" y="21431"/>
                </a:lnTo>
                <a:lnTo>
                  <a:pt x="11175" y="21600"/>
                </a:lnTo>
                <a:lnTo>
                  <a:pt x="9240" y="21600"/>
                </a:lnTo>
                <a:lnTo>
                  <a:pt x="7548" y="21431"/>
                </a:lnTo>
                <a:lnTo>
                  <a:pt x="5789" y="21084"/>
                </a:lnTo>
                <a:lnTo>
                  <a:pt x="3645" y="20563"/>
                </a:lnTo>
                <a:lnTo>
                  <a:pt x="2280" y="18038"/>
                </a:lnTo>
                <a:lnTo>
                  <a:pt x="1268" y="15489"/>
                </a:lnTo>
                <a:lnTo>
                  <a:pt x="575" y="12887"/>
                </a:lnTo>
                <a:lnTo>
                  <a:pt x="162" y="10197"/>
                </a:lnTo>
                <a:lnTo>
                  <a:pt x="0" y="7390"/>
                </a:lnTo>
                <a:lnTo>
                  <a:pt x="54" y="4429"/>
                </a:lnTo>
                <a:lnTo>
                  <a:pt x="2198" y="2093"/>
                </a:lnTo>
                <a:lnTo>
                  <a:pt x="3731" y="851"/>
                </a:lnTo>
                <a:lnTo>
                  <a:pt x="5394" y="294"/>
                </a:lnTo>
                <a:lnTo>
                  <a:pt x="7922" y="0"/>
                </a:lnTo>
                <a:close/>
              </a:path>
            </a:pathLst>
          </a:custGeom>
          <a:solidFill>
            <a:srgbClr val="DC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3" name="contour_10141"/>
          <p:cNvSpPr/>
          <p:nvPr/>
        </p:nvSpPr>
        <p:spPr>
          <a:xfrm>
            <a:off x="7291078" y="1829286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8" y="0"/>
                </a:lnTo>
                <a:lnTo>
                  <a:pt x="12343" y="0"/>
                </a:lnTo>
                <a:lnTo>
                  <a:pt x="12494" y="925"/>
                </a:lnTo>
                <a:lnTo>
                  <a:pt x="12645" y="1856"/>
                </a:lnTo>
                <a:lnTo>
                  <a:pt x="12800" y="2800"/>
                </a:lnTo>
                <a:lnTo>
                  <a:pt x="13293" y="5394"/>
                </a:lnTo>
                <a:lnTo>
                  <a:pt x="13728" y="7603"/>
                </a:lnTo>
                <a:lnTo>
                  <a:pt x="14129" y="9475"/>
                </a:lnTo>
                <a:lnTo>
                  <a:pt x="14521" y="11051"/>
                </a:lnTo>
                <a:lnTo>
                  <a:pt x="14929" y="12381"/>
                </a:lnTo>
                <a:lnTo>
                  <a:pt x="15373" y="13510"/>
                </a:lnTo>
                <a:lnTo>
                  <a:pt x="15882" y="14482"/>
                </a:lnTo>
                <a:lnTo>
                  <a:pt x="16478" y="15346"/>
                </a:lnTo>
                <a:lnTo>
                  <a:pt x="17184" y="16147"/>
                </a:lnTo>
                <a:lnTo>
                  <a:pt x="18027" y="16930"/>
                </a:lnTo>
                <a:lnTo>
                  <a:pt x="19027" y="17741"/>
                </a:lnTo>
                <a:lnTo>
                  <a:pt x="20208" y="18629"/>
                </a:lnTo>
                <a:lnTo>
                  <a:pt x="21600" y="19636"/>
                </a:lnTo>
                <a:lnTo>
                  <a:pt x="20054" y="20277"/>
                </a:lnTo>
                <a:lnTo>
                  <a:pt x="18894" y="20693"/>
                </a:lnTo>
                <a:lnTo>
                  <a:pt x="17545" y="21074"/>
                </a:lnTo>
                <a:lnTo>
                  <a:pt x="15429" y="21600"/>
                </a:lnTo>
                <a:lnTo>
                  <a:pt x="13065" y="21276"/>
                </a:lnTo>
                <a:lnTo>
                  <a:pt x="11433" y="21003"/>
                </a:lnTo>
                <a:lnTo>
                  <a:pt x="9776" y="20630"/>
                </a:lnTo>
                <a:lnTo>
                  <a:pt x="7329" y="20006"/>
                </a:lnTo>
                <a:lnTo>
                  <a:pt x="5949" y="19668"/>
                </a:lnTo>
                <a:lnTo>
                  <a:pt x="4564" y="19328"/>
                </a:lnTo>
                <a:lnTo>
                  <a:pt x="3157" y="18984"/>
                </a:lnTo>
                <a:lnTo>
                  <a:pt x="1592" y="18334"/>
                </a:lnTo>
                <a:lnTo>
                  <a:pt x="0" y="17673"/>
                </a:lnTo>
                <a:lnTo>
                  <a:pt x="0" y="16375"/>
                </a:lnTo>
                <a:lnTo>
                  <a:pt x="0" y="15069"/>
                </a:lnTo>
                <a:lnTo>
                  <a:pt x="0" y="13745"/>
                </a:lnTo>
                <a:lnTo>
                  <a:pt x="1833" y="13745"/>
                </a:lnTo>
                <a:lnTo>
                  <a:pt x="3672" y="13745"/>
                </a:lnTo>
                <a:lnTo>
                  <a:pt x="5517" y="13745"/>
                </a:lnTo>
                <a:lnTo>
                  <a:pt x="7378" y="13745"/>
                </a:lnTo>
                <a:lnTo>
                  <a:pt x="9257" y="13745"/>
                </a:lnTo>
                <a:lnTo>
                  <a:pt x="9257" y="12385"/>
                </a:lnTo>
                <a:lnTo>
                  <a:pt x="9257" y="11022"/>
                </a:lnTo>
                <a:lnTo>
                  <a:pt x="9257" y="9659"/>
                </a:lnTo>
                <a:lnTo>
                  <a:pt x="9257" y="8294"/>
                </a:lnTo>
                <a:lnTo>
                  <a:pt x="9257" y="6924"/>
                </a:lnTo>
                <a:lnTo>
                  <a:pt x="9257" y="5551"/>
                </a:lnTo>
                <a:lnTo>
                  <a:pt x="9257" y="4173"/>
                </a:lnTo>
                <a:lnTo>
                  <a:pt x="9257" y="2788"/>
                </a:lnTo>
                <a:lnTo>
                  <a:pt x="9257" y="1398"/>
                </a:lnTo>
                <a:lnTo>
                  <a:pt x="9257" y="0"/>
                </a:lnTo>
                <a:close/>
              </a:path>
            </a:pathLst>
          </a:custGeom>
          <a:solidFill>
            <a:srgbClr val="D3DC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4" name="contour_10142"/>
          <p:cNvSpPr/>
          <p:nvPr/>
        </p:nvSpPr>
        <p:spPr>
          <a:xfrm>
            <a:off x="2553884" y="1873014"/>
            <a:ext cx="5160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50" y="0"/>
                </a:moveTo>
                <a:lnTo>
                  <a:pt x="5152" y="167"/>
                </a:lnTo>
                <a:lnTo>
                  <a:pt x="6650" y="343"/>
                </a:lnTo>
                <a:lnTo>
                  <a:pt x="8251" y="639"/>
                </a:lnTo>
                <a:lnTo>
                  <a:pt x="10676" y="1157"/>
                </a:lnTo>
                <a:lnTo>
                  <a:pt x="11695" y="1367"/>
                </a:lnTo>
                <a:lnTo>
                  <a:pt x="14776" y="2000"/>
                </a:lnTo>
                <a:lnTo>
                  <a:pt x="16863" y="2675"/>
                </a:lnTo>
                <a:lnTo>
                  <a:pt x="18245" y="3336"/>
                </a:lnTo>
                <a:lnTo>
                  <a:pt x="19535" y="4369"/>
                </a:lnTo>
                <a:lnTo>
                  <a:pt x="21353" y="6171"/>
                </a:lnTo>
                <a:lnTo>
                  <a:pt x="21524" y="8362"/>
                </a:lnTo>
                <a:lnTo>
                  <a:pt x="21600" y="9917"/>
                </a:lnTo>
                <a:lnTo>
                  <a:pt x="21600" y="11575"/>
                </a:lnTo>
                <a:lnTo>
                  <a:pt x="21542" y="14077"/>
                </a:lnTo>
                <a:lnTo>
                  <a:pt x="21499" y="16191"/>
                </a:lnTo>
                <a:lnTo>
                  <a:pt x="21460" y="18332"/>
                </a:lnTo>
                <a:lnTo>
                  <a:pt x="21408" y="19955"/>
                </a:lnTo>
                <a:lnTo>
                  <a:pt x="21353" y="21600"/>
                </a:lnTo>
                <a:lnTo>
                  <a:pt x="21164" y="20069"/>
                </a:lnTo>
                <a:lnTo>
                  <a:pt x="20972" y="18533"/>
                </a:lnTo>
                <a:lnTo>
                  <a:pt x="20779" y="16971"/>
                </a:lnTo>
                <a:lnTo>
                  <a:pt x="19962" y="15441"/>
                </a:lnTo>
                <a:lnTo>
                  <a:pt x="19138" y="13904"/>
                </a:lnTo>
                <a:lnTo>
                  <a:pt x="18302" y="12343"/>
                </a:lnTo>
                <a:lnTo>
                  <a:pt x="16219" y="12179"/>
                </a:lnTo>
                <a:lnTo>
                  <a:pt x="14730" y="12127"/>
                </a:lnTo>
                <a:lnTo>
                  <a:pt x="13120" y="12179"/>
                </a:lnTo>
                <a:lnTo>
                  <a:pt x="10676" y="12343"/>
                </a:lnTo>
                <a:lnTo>
                  <a:pt x="8236" y="12500"/>
                </a:lnTo>
                <a:lnTo>
                  <a:pt x="6629" y="12550"/>
                </a:lnTo>
                <a:lnTo>
                  <a:pt x="5140" y="12500"/>
                </a:lnTo>
                <a:lnTo>
                  <a:pt x="3050" y="12343"/>
                </a:lnTo>
                <a:lnTo>
                  <a:pt x="1745" y="10140"/>
                </a:lnTo>
                <a:lnTo>
                  <a:pt x="933" y="8557"/>
                </a:lnTo>
                <a:lnTo>
                  <a:pt x="470" y="7150"/>
                </a:lnTo>
                <a:lnTo>
                  <a:pt x="207" y="5474"/>
                </a:lnTo>
                <a:lnTo>
                  <a:pt x="0" y="3086"/>
                </a:lnTo>
                <a:lnTo>
                  <a:pt x="1513" y="1555"/>
                </a:lnTo>
                <a:lnTo>
                  <a:pt x="3050" y="0"/>
                </a:lnTo>
                <a:close/>
              </a:path>
            </a:pathLst>
          </a:custGeom>
          <a:solidFill>
            <a:srgbClr val="C6B2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5" name="contour_10143"/>
          <p:cNvSpPr/>
          <p:nvPr/>
        </p:nvSpPr>
        <p:spPr>
          <a:xfrm>
            <a:off x="10534234" y="1829271"/>
            <a:ext cx="72880" cy="365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9"/>
                </a:moveTo>
                <a:lnTo>
                  <a:pt x="3514" y="0"/>
                </a:lnTo>
                <a:lnTo>
                  <a:pt x="4486" y="138"/>
                </a:lnTo>
                <a:lnTo>
                  <a:pt x="5545" y="547"/>
                </a:lnTo>
                <a:lnTo>
                  <a:pt x="7154" y="1353"/>
                </a:lnTo>
                <a:lnTo>
                  <a:pt x="7878" y="1715"/>
                </a:lnTo>
                <a:lnTo>
                  <a:pt x="10057" y="2801"/>
                </a:lnTo>
                <a:lnTo>
                  <a:pt x="11498" y="3551"/>
                </a:lnTo>
                <a:lnTo>
                  <a:pt x="12960" y="4318"/>
                </a:lnTo>
                <a:lnTo>
                  <a:pt x="14267" y="4805"/>
                </a:lnTo>
                <a:lnTo>
                  <a:pt x="15593" y="5297"/>
                </a:lnTo>
                <a:lnTo>
                  <a:pt x="16775" y="5758"/>
                </a:lnTo>
                <a:lnTo>
                  <a:pt x="17677" y="6163"/>
                </a:lnTo>
                <a:lnTo>
                  <a:pt x="18591" y="6671"/>
                </a:lnTo>
                <a:lnTo>
                  <a:pt x="19803" y="7438"/>
                </a:lnTo>
                <a:lnTo>
                  <a:pt x="21600" y="8628"/>
                </a:lnTo>
                <a:lnTo>
                  <a:pt x="21600" y="11477"/>
                </a:lnTo>
                <a:lnTo>
                  <a:pt x="21600" y="14343"/>
                </a:lnTo>
                <a:lnTo>
                  <a:pt x="21600" y="17247"/>
                </a:lnTo>
                <a:lnTo>
                  <a:pt x="20315" y="18549"/>
                </a:lnTo>
                <a:lnTo>
                  <a:pt x="19019" y="19579"/>
                </a:lnTo>
                <a:lnTo>
                  <a:pt x="17706" y="20367"/>
                </a:lnTo>
                <a:lnTo>
                  <a:pt x="16375" y="20941"/>
                </a:lnTo>
                <a:lnTo>
                  <a:pt x="15021" y="21320"/>
                </a:lnTo>
                <a:lnTo>
                  <a:pt x="13643" y="21531"/>
                </a:lnTo>
                <a:lnTo>
                  <a:pt x="12236" y="21600"/>
                </a:lnTo>
                <a:lnTo>
                  <a:pt x="10800" y="21557"/>
                </a:lnTo>
                <a:lnTo>
                  <a:pt x="9495" y="20402"/>
                </a:lnTo>
                <a:lnTo>
                  <a:pt x="8227" y="19169"/>
                </a:lnTo>
                <a:lnTo>
                  <a:pt x="6996" y="17868"/>
                </a:lnTo>
                <a:lnTo>
                  <a:pt x="5791" y="16493"/>
                </a:lnTo>
                <a:lnTo>
                  <a:pt x="4609" y="15045"/>
                </a:lnTo>
                <a:lnTo>
                  <a:pt x="3445" y="13537"/>
                </a:lnTo>
                <a:lnTo>
                  <a:pt x="2292" y="11959"/>
                </a:lnTo>
                <a:lnTo>
                  <a:pt x="1147" y="10326"/>
                </a:lnTo>
                <a:lnTo>
                  <a:pt x="0" y="8628"/>
                </a:lnTo>
                <a:lnTo>
                  <a:pt x="464" y="6021"/>
                </a:lnTo>
                <a:lnTo>
                  <a:pt x="845" y="4254"/>
                </a:lnTo>
                <a:lnTo>
                  <a:pt x="1344" y="2521"/>
                </a:lnTo>
                <a:lnTo>
                  <a:pt x="2160" y="9"/>
                </a:lnTo>
                <a:close/>
              </a:path>
            </a:pathLst>
          </a:custGeom>
          <a:solidFill>
            <a:srgbClr val="D4DD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6" name="contour_10144"/>
          <p:cNvSpPr/>
          <p:nvPr/>
        </p:nvSpPr>
        <p:spPr>
          <a:xfrm>
            <a:off x="7444126" y="1843862"/>
            <a:ext cx="66306" cy="526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93" y="0"/>
                </a:moveTo>
                <a:lnTo>
                  <a:pt x="20171" y="0"/>
                </a:lnTo>
                <a:lnTo>
                  <a:pt x="21367" y="0"/>
                </a:lnTo>
                <a:lnTo>
                  <a:pt x="21403" y="1754"/>
                </a:lnTo>
                <a:lnTo>
                  <a:pt x="21436" y="3510"/>
                </a:lnTo>
                <a:lnTo>
                  <a:pt x="21465" y="5264"/>
                </a:lnTo>
                <a:lnTo>
                  <a:pt x="21491" y="7021"/>
                </a:lnTo>
                <a:lnTo>
                  <a:pt x="21515" y="8777"/>
                </a:lnTo>
                <a:lnTo>
                  <a:pt x="21543" y="10409"/>
                </a:lnTo>
                <a:lnTo>
                  <a:pt x="21572" y="12049"/>
                </a:lnTo>
                <a:lnTo>
                  <a:pt x="21600" y="13713"/>
                </a:lnTo>
                <a:lnTo>
                  <a:pt x="21429" y="16196"/>
                </a:lnTo>
                <a:lnTo>
                  <a:pt x="21099" y="17773"/>
                </a:lnTo>
                <a:lnTo>
                  <a:pt x="20370" y="19120"/>
                </a:lnTo>
                <a:lnTo>
                  <a:pt x="18993" y="20913"/>
                </a:lnTo>
                <a:lnTo>
                  <a:pt x="17410" y="21158"/>
                </a:lnTo>
                <a:lnTo>
                  <a:pt x="16256" y="21310"/>
                </a:lnTo>
                <a:lnTo>
                  <a:pt x="15197" y="21397"/>
                </a:lnTo>
                <a:lnTo>
                  <a:pt x="13896" y="21442"/>
                </a:lnTo>
                <a:lnTo>
                  <a:pt x="12018" y="21475"/>
                </a:lnTo>
                <a:lnTo>
                  <a:pt x="11462" y="21492"/>
                </a:lnTo>
                <a:lnTo>
                  <a:pt x="10487" y="21525"/>
                </a:lnTo>
                <a:lnTo>
                  <a:pt x="8245" y="21600"/>
                </a:lnTo>
                <a:lnTo>
                  <a:pt x="6348" y="21101"/>
                </a:lnTo>
                <a:lnTo>
                  <a:pt x="4817" y="20414"/>
                </a:lnTo>
                <a:lnTo>
                  <a:pt x="3535" y="19494"/>
                </a:lnTo>
                <a:lnTo>
                  <a:pt x="2381" y="18302"/>
                </a:lnTo>
                <a:lnTo>
                  <a:pt x="1242" y="16799"/>
                </a:lnTo>
                <a:lnTo>
                  <a:pt x="0" y="14938"/>
                </a:lnTo>
                <a:lnTo>
                  <a:pt x="734" y="14881"/>
                </a:lnTo>
                <a:lnTo>
                  <a:pt x="2949" y="14705"/>
                </a:lnTo>
                <a:lnTo>
                  <a:pt x="6040" y="14289"/>
                </a:lnTo>
                <a:lnTo>
                  <a:pt x="8471" y="13931"/>
                </a:lnTo>
                <a:lnTo>
                  <a:pt x="10351" y="13581"/>
                </a:lnTo>
                <a:lnTo>
                  <a:pt x="11790" y="13193"/>
                </a:lnTo>
                <a:lnTo>
                  <a:pt x="12896" y="12724"/>
                </a:lnTo>
                <a:lnTo>
                  <a:pt x="13777" y="12126"/>
                </a:lnTo>
                <a:lnTo>
                  <a:pt x="14544" y="11350"/>
                </a:lnTo>
                <a:lnTo>
                  <a:pt x="15304" y="10355"/>
                </a:lnTo>
                <a:lnTo>
                  <a:pt x="16166" y="9091"/>
                </a:lnTo>
                <a:lnTo>
                  <a:pt x="16868" y="7131"/>
                </a:lnTo>
                <a:lnTo>
                  <a:pt x="17319" y="5793"/>
                </a:lnTo>
                <a:lnTo>
                  <a:pt x="17706" y="4457"/>
                </a:lnTo>
                <a:lnTo>
                  <a:pt x="18224" y="2510"/>
                </a:lnTo>
                <a:lnTo>
                  <a:pt x="18606" y="1264"/>
                </a:lnTo>
                <a:lnTo>
                  <a:pt x="18993" y="0"/>
                </a:lnTo>
                <a:close/>
              </a:path>
            </a:pathLst>
          </a:custGeom>
          <a:solidFill>
            <a:srgbClr val="EE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7" name="contour_10145"/>
          <p:cNvSpPr/>
          <p:nvPr/>
        </p:nvSpPr>
        <p:spPr>
          <a:xfrm>
            <a:off x="7582598" y="1829286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5255" y="1345"/>
                </a:lnTo>
                <a:lnTo>
                  <a:pt x="7919" y="2515"/>
                </a:lnTo>
                <a:lnTo>
                  <a:pt x="10191" y="3530"/>
                </a:lnTo>
                <a:lnTo>
                  <a:pt x="12118" y="4419"/>
                </a:lnTo>
                <a:lnTo>
                  <a:pt x="13738" y="5209"/>
                </a:lnTo>
                <a:lnTo>
                  <a:pt x="15094" y="5928"/>
                </a:lnTo>
                <a:lnTo>
                  <a:pt x="16230" y="6600"/>
                </a:lnTo>
                <a:lnTo>
                  <a:pt x="17191" y="7258"/>
                </a:lnTo>
                <a:lnTo>
                  <a:pt x="18017" y="7924"/>
                </a:lnTo>
                <a:lnTo>
                  <a:pt x="18747" y="8628"/>
                </a:lnTo>
                <a:lnTo>
                  <a:pt x="19429" y="9393"/>
                </a:lnTo>
                <a:lnTo>
                  <a:pt x="20103" y="10251"/>
                </a:lnTo>
                <a:lnTo>
                  <a:pt x="20814" y="11226"/>
                </a:lnTo>
                <a:lnTo>
                  <a:pt x="21600" y="12343"/>
                </a:lnTo>
                <a:lnTo>
                  <a:pt x="21259" y="14824"/>
                </a:lnTo>
                <a:lnTo>
                  <a:pt x="20976" y="16546"/>
                </a:lnTo>
                <a:lnTo>
                  <a:pt x="20647" y="17953"/>
                </a:lnTo>
                <a:lnTo>
                  <a:pt x="20170" y="19489"/>
                </a:lnTo>
                <a:lnTo>
                  <a:pt x="19440" y="21600"/>
                </a:lnTo>
                <a:lnTo>
                  <a:pt x="18217" y="20727"/>
                </a:lnTo>
                <a:lnTo>
                  <a:pt x="16995" y="19853"/>
                </a:lnTo>
                <a:lnTo>
                  <a:pt x="15768" y="18977"/>
                </a:lnTo>
                <a:lnTo>
                  <a:pt x="14537" y="18098"/>
                </a:lnTo>
                <a:lnTo>
                  <a:pt x="13299" y="17212"/>
                </a:lnTo>
                <a:lnTo>
                  <a:pt x="12055" y="16323"/>
                </a:lnTo>
                <a:lnTo>
                  <a:pt x="10800" y="15429"/>
                </a:lnTo>
                <a:lnTo>
                  <a:pt x="11336" y="13901"/>
                </a:lnTo>
                <a:lnTo>
                  <a:pt x="11871" y="12364"/>
                </a:lnTo>
                <a:lnTo>
                  <a:pt x="12414" y="10822"/>
                </a:lnTo>
                <a:lnTo>
                  <a:pt x="12960" y="9257"/>
                </a:lnTo>
                <a:lnTo>
                  <a:pt x="11534" y="9257"/>
                </a:lnTo>
                <a:lnTo>
                  <a:pt x="10107" y="9257"/>
                </a:lnTo>
                <a:lnTo>
                  <a:pt x="8679" y="9257"/>
                </a:lnTo>
                <a:lnTo>
                  <a:pt x="7247" y="9257"/>
                </a:lnTo>
                <a:lnTo>
                  <a:pt x="5810" y="9257"/>
                </a:lnTo>
                <a:lnTo>
                  <a:pt x="4368" y="9257"/>
                </a:lnTo>
                <a:lnTo>
                  <a:pt x="2920" y="9257"/>
                </a:lnTo>
                <a:lnTo>
                  <a:pt x="1464" y="9257"/>
                </a:lnTo>
                <a:lnTo>
                  <a:pt x="0" y="9257"/>
                </a:lnTo>
                <a:lnTo>
                  <a:pt x="428" y="7424"/>
                </a:lnTo>
                <a:lnTo>
                  <a:pt x="858" y="5585"/>
                </a:lnTo>
                <a:lnTo>
                  <a:pt x="1287" y="3740"/>
                </a:lnTo>
                <a:lnTo>
                  <a:pt x="1722" y="1879"/>
                </a:lnTo>
                <a:lnTo>
                  <a:pt x="2160" y="0"/>
                </a:lnTo>
                <a:close/>
              </a:path>
            </a:pathLst>
          </a:custGeom>
          <a:solidFill>
            <a:srgbClr val="EB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8" name="contour_10146"/>
          <p:cNvSpPr/>
          <p:nvPr/>
        </p:nvSpPr>
        <p:spPr>
          <a:xfrm>
            <a:off x="1723053" y="1807181"/>
            <a:ext cx="58304" cy="293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7"/>
                </a:moveTo>
                <a:lnTo>
                  <a:pt x="21600" y="3712"/>
                </a:lnTo>
                <a:lnTo>
                  <a:pt x="21600" y="7252"/>
                </a:lnTo>
                <a:lnTo>
                  <a:pt x="21600" y="10808"/>
                </a:lnTo>
                <a:lnTo>
                  <a:pt x="21600" y="14380"/>
                </a:lnTo>
                <a:lnTo>
                  <a:pt x="21600" y="17974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419"/>
                </a:lnTo>
                <a:lnTo>
                  <a:pt x="0" y="15227"/>
                </a:lnTo>
                <a:lnTo>
                  <a:pt x="0" y="12024"/>
                </a:lnTo>
                <a:lnTo>
                  <a:pt x="0" y="8794"/>
                </a:lnTo>
                <a:lnTo>
                  <a:pt x="0" y="5533"/>
                </a:lnTo>
                <a:lnTo>
                  <a:pt x="1598" y="3931"/>
                </a:lnTo>
                <a:lnTo>
                  <a:pt x="2781" y="3015"/>
                </a:lnTo>
                <a:lnTo>
                  <a:pt x="4134" y="2437"/>
                </a:lnTo>
                <a:lnTo>
                  <a:pt x="6242" y="1848"/>
                </a:lnTo>
                <a:lnTo>
                  <a:pt x="8087" y="1334"/>
                </a:lnTo>
                <a:lnTo>
                  <a:pt x="9958" y="803"/>
                </a:lnTo>
                <a:lnTo>
                  <a:pt x="11626" y="530"/>
                </a:lnTo>
                <a:lnTo>
                  <a:pt x="13287" y="305"/>
                </a:lnTo>
                <a:lnTo>
                  <a:pt x="14944" y="139"/>
                </a:lnTo>
                <a:lnTo>
                  <a:pt x="16602" y="37"/>
                </a:lnTo>
                <a:lnTo>
                  <a:pt x="18263" y="0"/>
                </a:lnTo>
                <a:lnTo>
                  <a:pt x="19926" y="48"/>
                </a:lnTo>
                <a:lnTo>
                  <a:pt x="21600" y="177"/>
                </a:lnTo>
                <a:close/>
              </a:path>
            </a:pathLst>
          </a:custGeom>
          <a:solidFill>
            <a:srgbClr val="8889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49" name="contour_10147"/>
          <p:cNvSpPr/>
          <p:nvPr/>
        </p:nvSpPr>
        <p:spPr>
          <a:xfrm>
            <a:off x="10774738" y="1796942"/>
            <a:ext cx="72880" cy="32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36" y="355"/>
                </a:lnTo>
                <a:lnTo>
                  <a:pt x="14943" y="730"/>
                </a:lnTo>
                <a:lnTo>
                  <a:pt x="16150" y="1275"/>
                </a:lnTo>
                <a:lnTo>
                  <a:pt x="17092" y="2146"/>
                </a:lnTo>
                <a:lnTo>
                  <a:pt x="17993" y="3490"/>
                </a:lnTo>
                <a:lnTo>
                  <a:pt x="19086" y="5461"/>
                </a:lnTo>
                <a:lnTo>
                  <a:pt x="19779" y="7870"/>
                </a:lnTo>
                <a:lnTo>
                  <a:pt x="20274" y="9851"/>
                </a:lnTo>
                <a:lnTo>
                  <a:pt x="20801" y="12455"/>
                </a:lnTo>
                <a:lnTo>
                  <a:pt x="21600" y="16733"/>
                </a:lnTo>
                <a:lnTo>
                  <a:pt x="20103" y="16251"/>
                </a:lnTo>
                <a:lnTo>
                  <a:pt x="18604" y="15769"/>
                </a:lnTo>
                <a:lnTo>
                  <a:pt x="17105" y="15287"/>
                </a:lnTo>
                <a:lnTo>
                  <a:pt x="15604" y="14801"/>
                </a:lnTo>
                <a:lnTo>
                  <a:pt x="14096" y="14319"/>
                </a:lnTo>
                <a:lnTo>
                  <a:pt x="12586" y="13832"/>
                </a:lnTo>
                <a:lnTo>
                  <a:pt x="11070" y="13345"/>
                </a:lnTo>
                <a:lnTo>
                  <a:pt x="9547" y="12854"/>
                </a:lnTo>
                <a:lnTo>
                  <a:pt x="8018" y="12362"/>
                </a:lnTo>
                <a:lnTo>
                  <a:pt x="6480" y="11866"/>
                </a:lnTo>
                <a:lnTo>
                  <a:pt x="6480" y="15083"/>
                </a:lnTo>
                <a:lnTo>
                  <a:pt x="6480" y="18320"/>
                </a:lnTo>
                <a:lnTo>
                  <a:pt x="6480" y="21600"/>
                </a:lnTo>
                <a:lnTo>
                  <a:pt x="5197" y="21600"/>
                </a:lnTo>
                <a:lnTo>
                  <a:pt x="3910" y="21600"/>
                </a:lnTo>
                <a:lnTo>
                  <a:pt x="2618" y="21600"/>
                </a:lnTo>
                <a:lnTo>
                  <a:pt x="1315" y="21600"/>
                </a:lnTo>
                <a:lnTo>
                  <a:pt x="0" y="21600"/>
                </a:lnTo>
                <a:lnTo>
                  <a:pt x="529" y="17375"/>
                </a:lnTo>
                <a:lnTo>
                  <a:pt x="1102" y="13667"/>
                </a:lnTo>
                <a:lnTo>
                  <a:pt x="1747" y="10454"/>
                </a:lnTo>
                <a:lnTo>
                  <a:pt x="2497" y="7719"/>
                </a:lnTo>
                <a:lnTo>
                  <a:pt x="3378" y="5432"/>
                </a:lnTo>
                <a:lnTo>
                  <a:pt x="4422" y="3577"/>
                </a:lnTo>
                <a:lnTo>
                  <a:pt x="5655" y="2132"/>
                </a:lnTo>
                <a:lnTo>
                  <a:pt x="7111" y="1066"/>
                </a:lnTo>
                <a:lnTo>
                  <a:pt x="8815" y="365"/>
                </a:lnTo>
                <a:lnTo>
                  <a:pt x="10800" y="0"/>
                </a:lnTo>
                <a:close/>
              </a:path>
            </a:pathLst>
          </a:custGeom>
          <a:solidFill>
            <a:srgbClr val="D1D5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0" name="contour_10148"/>
          <p:cNvSpPr/>
          <p:nvPr/>
        </p:nvSpPr>
        <p:spPr>
          <a:xfrm>
            <a:off x="6773631" y="1770982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23" y="14"/>
                </a:lnTo>
                <a:lnTo>
                  <a:pt x="3506" y="125"/>
                </a:lnTo>
                <a:lnTo>
                  <a:pt x="4441" y="418"/>
                </a:lnTo>
                <a:lnTo>
                  <a:pt x="5227" y="989"/>
                </a:lnTo>
                <a:lnTo>
                  <a:pt x="6160" y="1932"/>
                </a:lnTo>
                <a:lnTo>
                  <a:pt x="6990" y="3206"/>
                </a:lnTo>
                <a:lnTo>
                  <a:pt x="7830" y="4500"/>
                </a:lnTo>
                <a:lnTo>
                  <a:pt x="8253" y="5129"/>
                </a:lnTo>
                <a:lnTo>
                  <a:pt x="9534" y="7032"/>
                </a:lnTo>
                <a:lnTo>
                  <a:pt x="10152" y="8323"/>
                </a:lnTo>
                <a:lnTo>
                  <a:pt x="10526" y="9353"/>
                </a:lnTo>
                <a:lnTo>
                  <a:pt x="10718" y="10474"/>
                </a:lnTo>
                <a:lnTo>
                  <a:pt x="10789" y="12036"/>
                </a:lnTo>
                <a:lnTo>
                  <a:pt x="10800" y="14400"/>
                </a:lnTo>
                <a:lnTo>
                  <a:pt x="12213" y="14882"/>
                </a:lnTo>
                <a:lnTo>
                  <a:pt x="13247" y="15170"/>
                </a:lnTo>
                <a:lnTo>
                  <a:pt x="14407" y="15370"/>
                </a:lnTo>
                <a:lnTo>
                  <a:pt x="16200" y="15600"/>
                </a:lnTo>
                <a:lnTo>
                  <a:pt x="17993" y="15830"/>
                </a:lnTo>
                <a:lnTo>
                  <a:pt x="19153" y="16030"/>
                </a:lnTo>
                <a:lnTo>
                  <a:pt x="20187" y="16318"/>
                </a:lnTo>
                <a:lnTo>
                  <a:pt x="21600" y="16800"/>
                </a:lnTo>
                <a:lnTo>
                  <a:pt x="21600" y="18386"/>
                </a:lnTo>
                <a:lnTo>
                  <a:pt x="21600" y="19982"/>
                </a:lnTo>
                <a:lnTo>
                  <a:pt x="21600" y="21600"/>
                </a:lnTo>
                <a:lnTo>
                  <a:pt x="20051" y="21504"/>
                </a:lnTo>
                <a:lnTo>
                  <a:pt x="18570" y="21367"/>
                </a:lnTo>
                <a:lnTo>
                  <a:pt x="17144" y="21168"/>
                </a:lnTo>
                <a:lnTo>
                  <a:pt x="15770" y="20892"/>
                </a:lnTo>
                <a:lnTo>
                  <a:pt x="14442" y="20522"/>
                </a:lnTo>
                <a:lnTo>
                  <a:pt x="13150" y="20038"/>
                </a:lnTo>
                <a:lnTo>
                  <a:pt x="11891" y="19423"/>
                </a:lnTo>
                <a:lnTo>
                  <a:pt x="10655" y="18660"/>
                </a:lnTo>
                <a:lnTo>
                  <a:pt x="9439" y="17734"/>
                </a:lnTo>
                <a:lnTo>
                  <a:pt x="8234" y="16622"/>
                </a:lnTo>
                <a:lnTo>
                  <a:pt x="7281" y="15302"/>
                </a:lnTo>
                <a:lnTo>
                  <a:pt x="6385" y="14002"/>
                </a:lnTo>
                <a:lnTo>
                  <a:pt x="5540" y="12710"/>
                </a:lnTo>
                <a:lnTo>
                  <a:pt x="4746" y="11419"/>
                </a:lnTo>
                <a:lnTo>
                  <a:pt x="4002" y="10121"/>
                </a:lnTo>
                <a:lnTo>
                  <a:pt x="3303" y="8803"/>
                </a:lnTo>
                <a:lnTo>
                  <a:pt x="2650" y="7459"/>
                </a:lnTo>
                <a:lnTo>
                  <a:pt x="2041" y="6079"/>
                </a:lnTo>
                <a:lnTo>
                  <a:pt x="1473" y="4651"/>
                </a:lnTo>
                <a:lnTo>
                  <a:pt x="946" y="3168"/>
                </a:lnTo>
                <a:lnTo>
                  <a:pt x="456" y="1622"/>
                </a:lnTo>
                <a:lnTo>
                  <a:pt x="0" y="0"/>
                </a:lnTo>
                <a:close/>
              </a:path>
            </a:pathLst>
          </a:custGeom>
          <a:solidFill>
            <a:srgbClr val="6B69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1" name="contour_10149"/>
          <p:cNvSpPr/>
          <p:nvPr/>
        </p:nvSpPr>
        <p:spPr>
          <a:xfrm>
            <a:off x="11554553" y="1763694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958" y="380"/>
                </a:lnTo>
                <a:lnTo>
                  <a:pt x="11275" y="778"/>
                </a:lnTo>
                <a:lnTo>
                  <a:pt x="12591" y="1192"/>
                </a:lnTo>
                <a:lnTo>
                  <a:pt x="13906" y="1620"/>
                </a:lnTo>
                <a:lnTo>
                  <a:pt x="14643" y="1849"/>
                </a:lnTo>
                <a:lnTo>
                  <a:pt x="16867" y="2532"/>
                </a:lnTo>
                <a:lnTo>
                  <a:pt x="18377" y="3637"/>
                </a:lnTo>
                <a:lnTo>
                  <a:pt x="19297" y="4657"/>
                </a:lnTo>
                <a:lnTo>
                  <a:pt x="20002" y="6186"/>
                </a:lnTo>
                <a:lnTo>
                  <a:pt x="20866" y="8808"/>
                </a:lnTo>
                <a:lnTo>
                  <a:pt x="21231" y="10869"/>
                </a:lnTo>
                <a:lnTo>
                  <a:pt x="21600" y="12960"/>
                </a:lnTo>
                <a:lnTo>
                  <a:pt x="20172" y="12960"/>
                </a:lnTo>
                <a:lnTo>
                  <a:pt x="18736" y="12960"/>
                </a:lnTo>
                <a:lnTo>
                  <a:pt x="17280" y="12960"/>
                </a:lnTo>
                <a:lnTo>
                  <a:pt x="17280" y="15816"/>
                </a:lnTo>
                <a:lnTo>
                  <a:pt x="17280" y="18688"/>
                </a:lnTo>
                <a:lnTo>
                  <a:pt x="17280" y="21600"/>
                </a:lnTo>
                <a:lnTo>
                  <a:pt x="15854" y="20887"/>
                </a:lnTo>
                <a:lnTo>
                  <a:pt x="14429" y="20174"/>
                </a:lnTo>
                <a:lnTo>
                  <a:pt x="13001" y="19462"/>
                </a:lnTo>
                <a:lnTo>
                  <a:pt x="11571" y="18744"/>
                </a:lnTo>
                <a:lnTo>
                  <a:pt x="10139" y="18032"/>
                </a:lnTo>
                <a:lnTo>
                  <a:pt x="8705" y="17310"/>
                </a:lnTo>
                <a:lnTo>
                  <a:pt x="7266" y="16593"/>
                </a:lnTo>
                <a:lnTo>
                  <a:pt x="5823" y="15872"/>
                </a:lnTo>
                <a:lnTo>
                  <a:pt x="4376" y="15150"/>
                </a:lnTo>
                <a:lnTo>
                  <a:pt x="2925" y="14420"/>
                </a:lnTo>
                <a:lnTo>
                  <a:pt x="1464" y="13694"/>
                </a:lnTo>
                <a:lnTo>
                  <a:pt x="0" y="12960"/>
                </a:lnTo>
                <a:lnTo>
                  <a:pt x="1426" y="12247"/>
                </a:lnTo>
                <a:lnTo>
                  <a:pt x="2853" y="11534"/>
                </a:lnTo>
                <a:lnTo>
                  <a:pt x="4288" y="10817"/>
                </a:lnTo>
                <a:lnTo>
                  <a:pt x="5728" y="10096"/>
                </a:lnTo>
                <a:lnTo>
                  <a:pt x="7178" y="9370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D9D6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2" name="contour_10150"/>
          <p:cNvSpPr/>
          <p:nvPr/>
        </p:nvSpPr>
        <p:spPr>
          <a:xfrm>
            <a:off x="1103573" y="169081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58" y="702"/>
                </a:lnTo>
                <a:lnTo>
                  <a:pt x="13511" y="1426"/>
                </a:lnTo>
                <a:lnTo>
                  <a:pt x="14858" y="2167"/>
                </a:lnTo>
                <a:lnTo>
                  <a:pt x="16200" y="2923"/>
                </a:lnTo>
                <a:lnTo>
                  <a:pt x="16956" y="3334"/>
                </a:lnTo>
                <a:lnTo>
                  <a:pt x="19238" y="4572"/>
                </a:lnTo>
                <a:lnTo>
                  <a:pt x="20409" y="5875"/>
                </a:lnTo>
                <a:lnTo>
                  <a:pt x="21600" y="7200"/>
                </a:lnTo>
                <a:lnTo>
                  <a:pt x="21600" y="9338"/>
                </a:lnTo>
                <a:lnTo>
                  <a:pt x="21600" y="11484"/>
                </a:lnTo>
                <a:lnTo>
                  <a:pt x="21600" y="13637"/>
                </a:lnTo>
                <a:lnTo>
                  <a:pt x="21600" y="15808"/>
                </a:lnTo>
                <a:lnTo>
                  <a:pt x="21600" y="18000"/>
                </a:lnTo>
                <a:lnTo>
                  <a:pt x="19818" y="18299"/>
                </a:lnTo>
                <a:lnTo>
                  <a:pt x="18036" y="18594"/>
                </a:lnTo>
                <a:lnTo>
                  <a:pt x="16251" y="18893"/>
                </a:lnTo>
                <a:lnTo>
                  <a:pt x="14464" y="19188"/>
                </a:lnTo>
                <a:lnTo>
                  <a:pt x="12674" y="19487"/>
                </a:lnTo>
                <a:lnTo>
                  <a:pt x="10881" y="19786"/>
                </a:lnTo>
                <a:lnTo>
                  <a:pt x="9083" y="20084"/>
                </a:lnTo>
                <a:lnTo>
                  <a:pt x="7279" y="20387"/>
                </a:lnTo>
                <a:lnTo>
                  <a:pt x="5470" y="20689"/>
                </a:lnTo>
                <a:lnTo>
                  <a:pt x="3656" y="20992"/>
                </a:lnTo>
                <a:lnTo>
                  <a:pt x="1831" y="21294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282" y="14699"/>
                </a:lnTo>
                <a:lnTo>
                  <a:pt x="2573" y="14998"/>
                </a:lnTo>
                <a:lnTo>
                  <a:pt x="3883" y="15300"/>
                </a:lnTo>
                <a:lnTo>
                  <a:pt x="5276" y="15001"/>
                </a:lnTo>
                <a:lnTo>
                  <a:pt x="6677" y="14702"/>
                </a:lnTo>
                <a:lnTo>
                  <a:pt x="8100" y="14400"/>
                </a:lnTo>
                <a:lnTo>
                  <a:pt x="8837" y="12074"/>
                </a:lnTo>
                <a:lnTo>
                  <a:pt x="9420" y="9731"/>
                </a:lnTo>
                <a:lnTo>
                  <a:pt x="9882" y="7358"/>
                </a:lnTo>
                <a:lnTo>
                  <a:pt x="10246" y="4950"/>
                </a:lnTo>
                <a:lnTo>
                  <a:pt x="10544" y="2502"/>
                </a:lnTo>
                <a:lnTo>
                  <a:pt x="10800" y="0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3" name="contour_10151"/>
          <p:cNvSpPr/>
          <p:nvPr/>
        </p:nvSpPr>
        <p:spPr>
          <a:xfrm>
            <a:off x="986966" y="1712678"/>
            <a:ext cx="730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69" y="73"/>
                </a:lnTo>
                <a:lnTo>
                  <a:pt x="2739" y="157"/>
                </a:lnTo>
                <a:lnTo>
                  <a:pt x="4104" y="246"/>
                </a:lnTo>
                <a:lnTo>
                  <a:pt x="5471" y="343"/>
                </a:lnTo>
                <a:lnTo>
                  <a:pt x="6836" y="448"/>
                </a:lnTo>
                <a:lnTo>
                  <a:pt x="8203" y="559"/>
                </a:lnTo>
                <a:lnTo>
                  <a:pt x="9570" y="675"/>
                </a:lnTo>
                <a:lnTo>
                  <a:pt x="10933" y="732"/>
                </a:lnTo>
                <a:lnTo>
                  <a:pt x="12319" y="791"/>
                </a:lnTo>
                <a:lnTo>
                  <a:pt x="13835" y="961"/>
                </a:lnTo>
                <a:lnTo>
                  <a:pt x="15256" y="1188"/>
                </a:lnTo>
                <a:lnTo>
                  <a:pt x="16627" y="1520"/>
                </a:lnTo>
                <a:lnTo>
                  <a:pt x="17995" y="2009"/>
                </a:lnTo>
                <a:lnTo>
                  <a:pt x="19407" y="2700"/>
                </a:lnTo>
                <a:lnTo>
                  <a:pt x="20220" y="4428"/>
                </a:lnTo>
                <a:lnTo>
                  <a:pt x="20828" y="6132"/>
                </a:lnTo>
                <a:lnTo>
                  <a:pt x="21249" y="7852"/>
                </a:lnTo>
                <a:lnTo>
                  <a:pt x="21501" y="9625"/>
                </a:lnTo>
                <a:lnTo>
                  <a:pt x="21600" y="11494"/>
                </a:lnTo>
                <a:lnTo>
                  <a:pt x="21563" y="13500"/>
                </a:lnTo>
                <a:lnTo>
                  <a:pt x="20556" y="15163"/>
                </a:lnTo>
                <a:lnTo>
                  <a:pt x="19784" y="16211"/>
                </a:lnTo>
                <a:lnTo>
                  <a:pt x="18857" y="17083"/>
                </a:lnTo>
                <a:lnTo>
                  <a:pt x="17384" y="18225"/>
                </a:lnTo>
                <a:lnTo>
                  <a:pt x="16151" y="19208"/>
                </a:lnTo>
                <a:lnTo>
                  <a:pt x="14900" y="20207"/>
                </a:lnTo>
                <a:lnTo>
                  <a:pt x="13926" y="20898"/>
                </a:lnTo>
                <a:lnTo>
                  <a:pt x="12938" y="21600"/>
                </a:lnTo>
                <a:lnTo>
                  <a:pt x="12938" y="19818"/>
                </a:lnTo>
                <a:lnTo>
                  <a:pt x="12938" y="18033"/>
                </a:lnTo>
                <a:lnTo>
                  <a:pt x="12938" y="16240"/>
                </a:lnTo>
                <a:lnTo>
                  <a:pt x="12938" y="14440"/>
                </a:lnTo>
                <a:lnTo>
                  <a:pt x="12938" y="12628"/>
                </a:lnTo>
                <a:lnTo>
                  <a:pt x="12938" y="10800"/>
                </a:lnTo>
                <a:lnTo>
                  <a:pt x="14363" y="10800"/>
                </a:lnTo>
                <a:lnTo>
                  <a:pt x="15797" y="10800"/>
                </a:lnTo>
                <a:lnTo>
                  <a:pt x="17251" y="10800"/>
                </a:lnTo>
                <a:lnTo>
                  <a:pt x="17251" y="9015"/>
                </a:lnTo>
                <a:lnTo>
                  <a:pt x="17251" y="7220"/>
                </a:lnTo>
                <a:lnTo>
                  <a:pt x="17251" y="5400"/>
                </a:lnTo>
                <a:lnTo>
                  <a:pt x="15827" y="5400"/>
                </a:lnTo>
                <a:lnTo>
                  <a:pt x="14404" y="5400"/>
                </a:lnTo>
                <a:lnTo>
                  <a:pt x="12979" y="5400"/>
                </a:lnTo>
                <a:lnTo>
                  <a:pt x="11551" y="5400"/>
                </a:lnTo>
                <a:lnTo>
                  <a:pt x="10122" y="5400"/>
                </a:lnTo>
                <a:lnTo>
                  <a:pt x="8690" y="5400"/>
                </a:lnTo>
                <a:lnTo>
                  <a:pt x="7254" y="5400"/>
                </a:lnTo>
                <a:lnTo>
                  <a:pt x="5813" y="5400"/>
                </a:lnTo>
                <a:lnTo>
                  <a:pt x="4369" y="5400"/>
                </a:lnTo>
                <a:lnTo>
                  <a:pt x="2920" y="5400"/>
                </a:lnTo>
                <a:lnTo>
                  <a:pt x="1462" y="5400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9C9D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4" name="contour_10152"/>
          <p:cNvSpPr/>
          <p:nvPr/>
        </p:nvSpPr>
        <p:spPr>
          <a:xfrm>
            <a:off x="8274957" y="1705390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6" y="0"/>
                </a:lnTo>
                <a:lnTo>
                  <a:pt x="4291" y="0"/>
                </a:lnTo>
                <a:lnTo>
                  <a:pt x="5738" y="0"/>
                </a:lnTo>
                <a:lnTo>
                  <a:pt x="7200" y="0"/>
                </a:lnTo>
                <a:lnTo>
                  <a:pt x="7200" y="2566"/>
                </a:lnTo>
                <a:lnTo>
                  <a:pt x="7200" y="5141"/>
                </a:lnTo>
                <a:lnTo>
                  <a:pt x="7200" y="7724"/>
                </a:lnTo>
                <a:lnTo>
                  <a:pt x="7200" y="10329"/>
                </a:lnTo>
                <a:lnTo>
                  <a:pt x="7200" y="12960"/>
                </a:lnTo>
                <a:lnTo>
                  <a:pt x="7925" y="13176"/>
                </a:lnTo>
                <a:lnTo>
                  <a:pt x="8590" y="13379"/>
                </a:lnTo>
                <a:lnTo>
                  <a:pt x="9317" y="13595"/>
                </a:lnTo>
                <a:lnTo>
                  <a:pt x="10224" y="13867"/>
                </a:lnTo>
                <a:lnTo>
                  <a:pt x="11429" y="14230"/>
                </a:lnTo>
                <a:lnTo>
                  <a:pt x="13051" y="14714"/>
                </a:lnTo>
                <a:lnTo>
                  <a:pt x="15206" y="15362"/>
                </a:lnTo>
                <a:lnTo>
                  <a:pt x="18017" y="16204"/>
                </a:lnTo>
                <a:lnTo>
                  <a:pt x="21600" y="17280"/>
                </a:lnTo>
                <a:lnTo>
                  <a:pt x="21600" y="19423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3F0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5" name="contour_10153"/>
          <p:cNvSpPr/>
          <p:nvPr/>
        </p:nvSpPr>
        <p:spPr>
          <a:xfrm>
            <a:off x="3799627" y="1676238"/>
            <a:ext cx="29655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83" y="0"/>
                </a:moveTo>
                <a:lnTo>
                  <a:pt x="11923" y="1017"/>
                </a:lnTo>
                <a:lnTo>
                  <a:pt x="12799" y="2030"/>
                </a:lnTo>
                <a:lnTo>
                  <a:pt x="13606" y="3041"/>
                </a:lnTo>
                <a:lnTo>
                  <a:pt x="14354" y="4050"/>
                </a:lnTo>
                <a:lnTo>
                  <a:pt x="15044" y="5057"/>
                </a:lnTo>
                <a:lnTo>
                  <a:pt x="15686" y="6067"/>
                </a:lnTo>
                <a:lnTo>
                  <a:pt x="16276" y="7077"/>
                </a:lnTo>
                <a:lnTo>
                  <a:pt x="16817" y="8091"/>
                </a:lnTo>
                <a:lnTo>
                  <a:pt x="17316" y="9106"/>
                </a:lnTo>
                <a:lnTo>
                  <a:pt x="17773" y="10127"/>
                </a:lnTo>
                <a:lnTo>
                  <a:pt x="18192" y="11152"/>
                </a:lnTo>
                <a:lnTo>
                  <a:pt x="18585" y="12184"/>
                </a:lnTo>
                <a:lnTo>
                  <a:pt x="18940" y="13224"/>
                </a:lnTo>
                <a:lnTo>
                  <a:pt x="19275" y="14271"/>
                </a:lnTo>
                <a:lnTo>
                  <a:pt x="19625" y="15336"/>
                </a:lnTo>
                <a:lnTo>
                  <a:pt x="19970" y="16418"/>
                </a:lnTo>
                <a:lnTo>
                  <a:pt x="20305" y="17454"/>
                </a:lnTo>
                <a:lnTo>
                  <a:pt x="20634" y="18490"/>
                </a:lnTo>
                <a:lnTo>
                  <a:pt x="20958" y="19526"/>
                </a:lnTo>
                <a:lnTo>
                  <a:pt x="21281" y="20563"/>
                </a:lnTo>
                <a:lnTo>
                  <a:pt x="21600" y="21600"/>
                </a:lnTo>
                <a:lnTo>
                  <a:pt x="18091" y="21600"/>
                </a:lnTo>
                <a:lnTo>
                  <a:pt x="14561" y="21600"/>
                </a:lnTo>
                <a:lnTo>
                  <a:pt x="10983" y="21600"/>
                </a:lnTo>
                <a:lnTo>
                  <a:pt x="9603" y="20626"/>
                </a:lnTo>
                <a:lnTo>
                  <a:pt x="8467" y="19628"/>
                </a:lnTo>
                <a:lnTo>
                  <a:pt x="7533" y="18611"/>
                </a:lnTo>
                <a:lnTo>
                  <a:pt x="6758" y="17579"/>
                </a:lnTo>
                <a:lnTo>
                  <a:pt x="6099" y="16538"/>
                </a:lnTo>
                <a:lnTo>
                  <a:pt x="5505" y="15492"/>
                </a:lnTo>
                <a:lnTo>
                  <a:pt x="4937" y="14446"/>
                </a:lnTo>
                <a:lnTo>
                  <a:pt x="4348" y="13404"/>
                </a:lnTo>
                <a:lnTo>
                  <a:pt x="3801" y="12631"/>
                </a:lnTo>
                <a:lnTo>
                  <a:pt x="3249" y="11855"/>
                </a:lnTo>
                <a:lnTo>
                  <a:pt x="2691" y="11068"/>
                </a:lnTo>
                <a:lnTo>
                  <a:pt x="1524" y="9166"/>
                </a:lnTo>
                <a:lnTo>
                  <a:pt x="669" y="7659"/>
                </a:lnTo>
                <a:lnTo>
                  <a:pt x="154" y="6471"/>
                </a:lnTo>
                <a:lnTo>
                  <a:pt x="0" y="5527"/>
                </a:lnTo>
                <a:lnTo>
                  <a:pt x="228" y="4747"/>
                </a:lnTo>
                <a:lnTo>
                  <a:pt x="865" y="4059"/>
                </a:lnTo>
                <a:lnTo>
                  <a:pt x="1927" y="3383"/>
                </a:lnTo>
                <a:lnTo>
                  <a:pt x="3440" y="2644"/>
                </a:lnTo>
                <a:lnTo>
                  <a:pt x="5425" y="1767"/>
                </a:lnTo>
                <a:lnTo>
                  <a:pt x="6243" y="1507"/>
                </a:lnTo>
                <a:lnTo>
                  <a:pt x="7687" y="1049"/>
                </a:lnTo>
                <a:lnTo>
                  <a:pt x="10983" y="0"/>
                </a:lnTo>
                <a:close/>
              </a:path>
            </a:pathLst>
          </a:custGeom>
          <a:solidFill>
            <a:srgbClr val="C8CF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6" name="contour_10154"/>
          <p:cNvSpPr/>
          <p:nvPr/>
        </p:nvSpPr>
        <p:spPr>
          <a:xfrm>
            <a:off x="4285941" y="1639798"/>
            <a:ext cx="24349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205" y="0"/>
                </a:moveTo>
                <a:lnTo>
                  <a:pt x="6478" y="0"/>
                </a:lnTo>
                <a:lnTo>
                  <a:pt x="10777" y="0"/>
                </a:lnTo>
                <a:lnTo>
                  <a:pt x="15135" y="0"/>
                </a:lnTo>
                <a:lnTo>
                  <a:pt x="15510" y="1258"/>
                </a:lnTo>
                <a:lnTo>
                  <a:pt x="15885" y="2516"/>
                </a:lnTo>
                <a:lnTo>
                  <a:pt x="16266" y="3775"/>
                </a:lnTo>
                <a:lnTo>
                  <a:pt x="16641" y="5035"/>
                </a:lnTo>
                <a:lnTo>
                  <a:pt x="17016" y="6295"/>
                </a:lnTo>
                <a:lnTo>
                  <a:pt x="17398" y="7556"/>
                </a:lnTo>
                <a:lnTo>
                  <a:pt x="17773" y="8820"/>
                </a:lnTo>
                <a:lnTo>
                  <a:pt x="18154" y="10085"/>
                </a:lnTo>
                <a:lnTo>
                  <a:pt x="18536" y="11353"/>
                </a:lnTo>
                <a:lnTo>
                  <a:pt x="18911" y="12623"/>
                </a:lnTo>
                <a:lnTo>
                  <a:pt x="19292" y="13896"/>
                </a:lnTo>
                <a:lnTo>
                  <a:pt x="19673" y="15170"/>
                </a:lnTo>
                <a:lnTo>
                  <a:pt x="20061" y="16448"/>
                </a:lnTo>
                <a:lnTo>
                  <a:pt x="20443" y="17732"/>
                </a:lnTo>
                <a:lnTo>
                  <a:pt x="20824" y="19017"/>
                </a:lnTo>
                <a:lnTo>
                  <a:pt x="21212" y="20306"/>
                </a:lnTo>
                <a:lnTo>
                  <a:pt x="21600" y="21600"/>
                </a:lnTo>
                <a:lnTo>
                  <a:pt x="15193" y="19813"/>
                </a:lnTo>
                <a:lnTo>
                  <a:pt x="10351" y="18445"/>
                </a:lnTo>
                <a:lnTo>
                  <a:pt x="6821" y="17408"/>
                </a:lnTo>
                <a:lnTo>
                  <a:pt x="4351" y="16612"/>
                </a:lnTo>
                <a:lnTo>
                  <a:pt x="2689" y="15971"/>
                </a:lnTo>
                <a:lnTo>
                  <a:pt x="1577" y="15399"/>
                </a:lnTo>
                <a:lnTo>
                  <a:pt x="763" y="14803"/>
                </a:lnTo>
                <a:lnTo>
                  <a:pt x="0" y="14099"/>
                </a:lnTo>
                <a:lnTo>
                  <a:pt x="155" y="13122"/>
                </a:lnTo>
                <a:lnTo>
                  <a:pt x="310" y="12128"/>
                </a:lnTo>
                <a:lnTo>
                  <a:pt x="401" y="11056"/>
                </a:lnTo>
                <a:lnTo>
                  <a:pt x="498" y="9967"/>
                </a:lnTo>
                <a:lnTo>
                  <a:pt x="743" y="8872"/>
                </a:lnTo>
                <a:lnTo>
                  <a:pt x="989" y="7762"/>
                </a:lnTo>
                <a:lnTo>
                  <a:pt x="1125" y="6637"/>
                </a:lnTo>
                <a:lnTo>
                  <a:pt x="1261" y="5495"/>
                </a:lnTo>
                <a:lnTo>
                  <a:pt x="1409" y="4396"/>
                </a:lnTo>
                <a:lnTo>
                  <a:pt x="1584" y="3296"/>
                </a:lnTo>
                <a:lnTo>
                  <a:pt x="1778" y="2198"/>
                </a:lnTo>
                <a:lnTo>
                  <a:pt x="1985" y="1098"/>
                </a:lnTo>
                <a:lnTo>
                  <a:pt x="2205" y="0"/>
                </a:lnTo>
                <a:close/>
              </a:path>
            </a:pathLst>
          </a:custGeom>
          <a:solidFill>
            <a:srgbClr val="DF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7" name="contour_10155"/>
          <p:cNvSpPr/>
          <p:nvPr/>
        </p:nvSpPr>
        <p:spPr>
          <a:xfrm>
            <a:off x="9965771" y="1639798"/>
            <a:ext cx="52277" cy="45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34" y="0"/>
                </a:moveTo>
                <a:lnTo>
                  <a:pt x="10922" y="728"/>
                </a:lnTo>
                <a:lnTo>
                  <a:pt x="12747" y="1491"/>
                </a:lnTo>
                <a:lnTo>
                  <a:pt x="14511" y="2319"/>
                </a:lnTo>
                <a:lnTo>
                  <a:pt x="16222" y="3248"/>
                </a:lnTo>
                <a:lnTo>
                  <a:pt x="17884" y="4301"/>
                </a:lnTo>
                <a:lnTo>
                  <a:pt x="19501" y="5509"/>
                </a:lnTo>
                <a:lnTo>
                  <a:pt x="21079" y="6903"/>
                </a:lnTo>
                <a:lnTo>
                  <a:pt x="21489" y="9309"/>
                </a:lnTo>
                <a:lnTo>
                  <a:pt x="21600" y="11432"/>
                </a:lnTo>
                <a:lnTo>
                  <a:pt x="21434" y="13447"/>
                </a:lnTo>
                <a:lnTo>
                  <a:pt x="21013" y="15536"/>
                </a:lnTo>
                <a:lnTo>
                  <a:pt x="20362" y="17879"/>
                </a:lnTo>
                <a:lnTo>
                  <a:pt x="18968" y="19529"/>
                </a:lnTo>
                <a:lnTo>
                  <a:pt x="17821" y="20468"/>
                </a:lnTo>
                <a:lnTo>
                  <a:pt x="16303" y="21041"/>
                </a:lnTo>
                <a:lnTo>
                  <a:pt x="13798" y="21600"/>
                </a:lnTo>
                <a:lnTo>
                  <a:pt x="11813" y="21572"/>
                </a:lnTo>
                <a:lnTo>
                  <a:pt x="9838" y="21514"/>
                </a:lnTo>
                <a:lnTo>
                  <a:pt x="7872" y="21421"/>
                </a:lnTo>
                <a:lnTo>
                  <a:pt x="5908" y="21296"/>
                </a:lnTo>
                <a:lnTo>
                  <a:pt x="3945" y="21137"/>
                </a:lnTo>
                <a:lnTo>
                  <a:pt x="1975" y="20941"/>
                </a:lnTo>
                <a:lnTo>
                  <a:pt x="0" y="20709"/>
                </a:lnTo>
                <a:lnTo>
                  <a:pt x="0" y="18659"/>
                </a:lnTo>
                <a:lnTo>
                  <a:pt x="0" y="16602"/>
                </a:lnTo>
                <a:lnTo>
                  <a:pt x="0" y="14538"/>
                </a:lnTo>
                <a:lnTo>
                  <a:pt x="0" y="12457"/>
                </a:lnTo>
                <a:lnTo>
                  <a:pt x="0" y="10355"/>
                </a:lnTo>
                <a:lnTo>
                  <a:pt x="1987" y="10355"/>
                </a:lnTo>
                <a:lnTo>
                  <a:pt x="3978" y="10355"/>
                </a:lnTo>
                <a:lnTo>
                  <a:pt x="5977" y="10355"/>
                </a:lnTo>
                <a:lnTo>
                  <a:pt x="7986" y="10355"/>
                </a:lnTo>
                <a:lnTo>
                  <a:pt x="10007" y="10355"/>
                </a:lnTo>
                <a:lnTo>
                  <a:pt x="12045" y="10355"/>
                </a:lnTo>
                <a:lnTo>
                  <a:pt x="11449" y="8305"/>
                </a:lnTo>
                <a:lnTo>
                  <a:pt x="10850" y="6247"/>
                </a:lnTo>
                <a:lnTo>
                  <a:pt x="10250" y="4183"/>
                </a:lnTo>
                <a:lnTo>
                  <a:pt x="9645" y="2102"/>
                </a:lnTo>
                <a:lnTo>
                  <a:pt x="9034" y="0"/>
                </a:lnTo>
                <a:close/>
              </a:path>
            </a:pathLst>
          </a:custGeom>
          <a:solidFill>
            <a:srgbClr val="9B88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8" name="contour_10156"/>
          <p:cNvSpPr/>
          <p:nvPr/>
        </p:nvSpPr>
        <p:spPr>
          <a:xfrm>
            <a:off x="8610205" y="1610646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870" y="1188"/>
                </a:lnTo>
                <a:lnTo>
                  <a:pt x="15401" y="2378"/>
                </a:lnTo>
                <a:lnTo>
                  <a:pt x="16937" y="3574"/>
                </a:lnTo>
                <a:lnTo>
                  <a:pt x="18480" y="4774"/>
                </a:lnTo>
                <a:lnTo>
                  <a:pt x="20032" y="5981"/>
                </a:lnTo>
                <a:lnTo>
                  <a:pt x="21600" y="7200"/>
                </a:lnTo>
                <a:lnTo>
                  <a:pt x="20211" y="8496"/>
                </a:lnTo>
                <a:lnTo>
                  <a:pt x="18823" y="9792"/>
                </a:lnTo>
                <a:lnTo>
                  <a:pt x="17431" y="11090"/>
                </a:lnTo>
                <a:lnTo>
                  <a:pt x="16040" y="12391"/>
                </a:lnTo>
                <a:lnTo>
                  <a:pt x="14642" y="13694"/>
                </a:lnTo>
                <a:lnTo>
                  <a:pt x="13244" y="15000"/>
                </a:lnTo>
                <a:lnTo>
                  <a:pt x="11840" y="16308"/>
                </a:lnTo>
                <a:lnTo>
                  <a:pt x="10433" y="17623"/>
                </a:lnTo>
                <a:lnTo>
                  <a:pt x="9020" y="18943"/>
                </a:lnTo>
                <a:lnTo>
                  <a:pt x="7597" y="20268"/>
                </a:lnTo>
                <a:lnTo>
                  <a:pt x="6171" y="21600"/>
                </a:lnTo>
                <a:lnTo>
                  <a:pt x="5298" y="20242"/>
                </a:lnTo>
                <a:lnTo>
                  <a:pt x="4425" y="18883"/>
                </a:lnTo>
                <a:lnTo>
                  <a:pt x="3549" y="17520"/>
                </a:lnTo>
                <a:lnTo>
                  <a:pt x="2669" y="16152"/>
                </a:lnTo>
                <a:lnTo>
                  <a:pt x="1784" y="14777"/>
                </a:lnTo>
                <a:lnTo>
                  <a:pt x="895" y="13394"/>
                </a:lnTo>
                <a:lnTo>
                  <a:pt x="0" y="12000"/>
                </a:lnTo>
                <a:lnTo>
                  <a:pt x="1466" y="11357"/>
                </a:lnTo>
                <a:lnTo>
                  <a:pt x="2941" y="10709"/>
                </a:lnTo>
                <a:lnTo>
                  <a:pt x="4437" y="10051"/>
                </a:lnTo>
                <a:lnTo>
                  <a:pt x="6495" y="8755"/>
                </a:lnTo>
                <a:lnTo>
                  <a:pt x="8103" y="7546"/>
                </a:lnTo>
                <a:lnTo>
                  <a:pt x="9350" y="6341"/>
                </a:lnTo>
                <a:lnTo>
                  <a:pt x="10312" y="5064"/>
                </a:lnTo>
                <a:lnTo>
                  <a:pt x="11075" y="3636"/>
                </a:lnTo>
                <a:lnTo>
                  <a:pt x="11726" y="1973"/>
                </a:lnTo>
                <a:lnTo>
                  <a:pt x="12343" y="0"/>
                </a:lnTo>
                <a:close/>
              </a:path>
            </a:pathLst>
          </a:custGeom>
          <a:solidFill>
            <a:srgbClr val="D8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59" name="contour_10157"/>
          <p:cNvSpPr/>
          <p:nvPr/>
        </p:nvSpPr>
        <p:spPr>
          <a:xfrm>
            <a:off x="1453397" y="1531214"/>
            <a:ext cx="102032" cy="28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1518"/>
                </a:moveTo>
                <a:lnTo>
                  <a:pt x="14805" y="1751"/>
                </a:lnTo>
                <a:lnTo>
                  <a:pt x="16418" y="2471"/>
                </a:lnTo>
                <a:lnTo>
                  <a:pt x="17454" y="2942"/>
                </a:lnTo>
                <a:lnTo>
                  <a:pt x="18491" y="3429"/>
                </a:lnTo>
                <a:lnTo>
                  <a:pt x="19528" y="3933"/>
                </a:lnTo>
                <a:lnTo>
                  <a:pt x="20565" y="4449"/>
                </a:lnTo>
                <a:lnTo>
                  <a:pt x="21600" y="4980"/>
                </a:lnTo>
                <a:lnTo>
                  <a:pt x="21600" y="7728"/>
                </a:lnTo>
                <a:lnTo>
                  <a:pt x="21600" y="10520"/>
                </a:lnTo>
                <a:lnTo>
                  <a:pt x="20531" y="9972"/>
                </a:lnTo>
                <a:lnTo>
                  <a:pt x="19460" y="9423"/>
                </a:lnTo>
                <a:lnTo>
                  <a:pt x="18389" y="8875"/>
                </a:lnTo>
                <a:lnTo>
                  <a:pt x="17317" y="8321"/>
                </a:lnTo>
                <a:lnTo>
                  <a:pt x="16240" y="7772"/>
                </a:lnTo>
                <a:lnTo>
                  <a:pt x="15162" y="7218"/>
                </a:lnTo>
                <a:lnTo>
                  <a:pt x="14079" y="6664"/>
                </a:lnTo>
                <a:lnTo>
                  <a:pt x="12991" y="6105"/>
                </a:lnTo>
                <a:lnTo>
                  <a:pt x="11899" y="5545"/>
                </a:lnTo>
                <a:lnTo>
                  <a:pt x="10800" y="4980"/>
                </a:lnTo>
                <a:lnTo>
                  <a:pt x="10800" y="8642"/>
                </a:lnTo>
                <a:lnTo>
                  <a:pt x="10800" y="12326"/>
                </a:lnTo>
                <a:lnTo>
                  <a:pt x="10800" y="16060"/>
                </a:lnTo>
                <a:lnTo>
                  <a:pt x="9896" y="16786"/>
                </a:lnTo>
                <a:lnTo>
                  <a:pt x="8990" y="17489"/>
                </a:lnTo>
                <a:lnTo>
                  <a:pt x="8083" y="18182"/>
                </a:lnTo>
                <a:lnTo>
                  <a:pt x="7176" y="18858"/>
                </a:lnTo>
                <a:lnTo>
                  <a:pt x="6267" y="19523"/>
                </a:lnTo>
                <a:lnTo>
                  <a:pt x="5425" y="20165"/>
                </a:lnTo>
                <a:lnTo>
                  <a:pt x="4578" y="20813"/>
                </a:lnTo>
                <a:lnTo>
                  <a:pt x="3718" y="21473"/>
                </a:lnTo>
                <a:lnTo>
                  <a:pt x="2638" y="21534"/>
                </a:lnTo>
                <a:lnTo>
                  <a:pt x="1543" y="21600"/>
                </a:lnTo>
                <a:lnTo>
                  <a:pt x="1009" y="18315"/>
                </a:lnTo>
                <a:lnTo>
                  <a:pt x="670" y="16066"/>
                </a:lnTo>
                <a:lnTo>
                  <a:pt x="381" y="13811"/>
                </a:lnTo>
                <a:lnTo>
                  <a:pt x="0" y="10520"/>
                </a:lnTo>
                <a:lnTo>
                  <a:pt x="1069" y="8271"/>
                </a:lnTo>
                <a:lnTo>
                  <a:pt x="2094" y="6321"/>
                </a:lnTo>
                <a:lnTo>
                  <a:pt x="3081" y="4670"/>
                </a:lnTo>
                <a:lnTo>
                  <a:pt x="4041" y="3285"/>
                </a:lnTo>
                <a:lnTo>
                  <a:pt x="4983" y="2166"/>
                </a:lnTo>
                <a:lnTo>
                  <a:pt x="5920" y="1296"/>
                </a:lnTo>
                <a:lnTo>
                  <a:pt x="6856" y="659"/>
                </a:lnTo>
                <a:lnTo>
                  <a:pt x="7805" y="238"/>
                </a:lnTo>
                <a:lnTo>
                  <a:pt x="8776" y="22"/>
                </a:lnTo>
                <a:lnTo>
                  <a:pt x="9776" y="0"/>
                </a:lnTo>
                <a:lnTo>
                  <a:pt x="10815" y="150"/>
                </a:lnTo>
                <a:lnTo>
                  <a:pt x="11905" y="465"/>
                </a:lnTo>
                <a:lnTo>
                  <a:pt x="13054" y="925"/>
                </a:lnTo>
                <a:lnTo>
                  <a:pt x="14271" y="1518"/>
                </a:lnTo>
                <a:close/>
              </a:path>
            </a:pathLst>
          </a:custGeom>
          <a:solidFill>
            <a:srgbClr val="DECC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0" name="contour_10158"/>
          <p:cNvSpPr/>
          <p:nvPr/>
        </p:nvSpPr>
        <p:spPr>
          <a:xfrm>
            <a:off x="6729903" y="1521288"/>
            <a:ext cx="36484" cy="45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00"/>
                </a:moveTo>
                <a:lnTo>
                  <a:pt x="4928" y="400"/>
                </a:lnTo>
                <a:lnTo>
                  <a:pt x="8397" y="100"/>
                </a:lnTo>
                <a:lnTo>
                  <a:pt x="10886" y="0"/>
                </a:lnTo>
                <a:lnTo>
                  <a:pt x="12871" y="100"/>
                </a:lnTo>
                <a:lnTo>
                  <a:pt x="14839" y="400"/>
                </a:lnTo>
                <a:lnTo>
                  <a:pt x="17259" y="900"/>
                </a:lnTo>
                <a:lnTo>
                  <a:pt x="18895" y="3084"/>
                </a:lnTo>
                <a:lnTo>
                  <a:pt x="20098" y="5261"/>
                </a:lnTo>
                <a:lnTo>
                  <a:pt x="20914" y="7473"/>
                </a:lnTo>
                <a:lnTo>
                  <a:pt x="21397" y="9756"/>
                </a:lnTo>
                <a:lnTo>
                  <a:pt x="21600" y="12154"/>
                </a:lnTo>
                <a:lnTo>
                  <a:pt x="21574" y="14700"/>
                </a:lnTo>
                <a:lnTo>
                  <a:pt x="19619" y="17232"/>
                </a:lnTo>
                <a:lnTo>
                  <a:pt x="18070" y="18799"/>
                </a:lnTo>
                <a:lnTo>
                  <a:pt x="16112" y="20037"/>
                </a:lnTo>
                <a:lnTo>
                  <a:pt x="12944" y="21600"/>
                </a:lnTo>
                <a:lnTo>
                  <a:pt x="10381" y="21600"/>
                </a:lnTo>
                <a:lnTo>
                  <a:pt x="7810" y="21600"/>
                </a:lnTo>
                <a:lnTo>
                  <a:pt x="5230" y="21600"/>
                </a:lnTo>
                <a:lnTo>
                  <a:pt x="2628" y="21600"/>
                </a:lnTo>
                <a:lnTo>
                  <a:pt x="0" y="21600"/>
                </a:lnTo>
                <a:lnTo>
                  <a:pt x="0" y="19323"/>
                </a:lnTo>
                <a:lnTo>
                  <a:pt x="0" y="17043"/>
                </a:lnTo>
                <a:lnTo>
                  <a:pt x="0" y="14762"/>
                </a:lnTo>
                <a:lnTo>
                  <a:pt x="0" y="12475"/>
                </a:lnTo>
                <a:lnTo>
                  <a:pt x="0" y="10181"/>
                </a:lnTo>
                <a:lnTo>
                  <a:pt x="0" y="7876"/>
                </a:lnTo>
                <a:lnTo>
                  <a:pt x="0" y="5565"/>
                </a:lnTo>
                <a:lnTo>
                  <a:pt x="0" y="3239"/>
                </a:lnTo>
                <a:lnTo>
                  <a:pt x="0" y="900"/>
                </a:lnTo>
                <a:close/>
              </a:path>
            </a:pathLst>
          </a:custGeom>
          <a:solidFill>
            <a:srgbClr val="A15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1" name="contour_10159"/>
          <p:cNvSpPr/>
          <p:nvPr/>
        </p:nvSpPr>
        <p:spPr>
          <a:xfrm>
            <a:off x="3653634" y="1464886"/>
            <a:ext cx="21871" cy="1457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7" y="0"/>
                </a:moveTo>
                <a:lnTo>
                  <a:pt x="4297" y="0"/>
                </a:lnTo>
                <a:lnTo>
                  <a:pt x="7925" y="0"/>
                </a:lnTo>
                <a:lnTo>
                  <a:pt x="8198" y="615"/>
                </a:lnTo>
                <a:lnTo>
                  <a:pt x="8472" y="1238"/>
                </a:lnTo>
                <a:lnTo>
                  <a:pt x="8788" y="1935"/>
                </a:lnTo>
                <a:lnTo>
                  <a:pt x="9105" y="2633"/>
                </a:lnTo>
                <a:lnTo>
                  <a:pt x="9429" y="3330"/>
                </a:lnTo>
                <a:lnTo>
                  <a:pt x="9753" y="4027"/>
                </a:lnTo>
                <a:lnTo>
                  <a:pt x="10084" y="4725"/>
                </a:lnTo>
                <a:lnTo>
                  <a:pt x="10415" y="5422"/>
                </a:lnTo>
                <a:lnTo>
                  <a:pt x="10746" y="6119"/>
                </a:lnTo>
                <a:lnTo>
                  <a:pt x="11077" y="6817"/>
                </a:lnTo>
                <a:lnTo>
                  <a:pt x="11358" y="7461"/>
                </a:lnTo>
                <a:lnTo>
                  <a:pt x="11646" y="8108"/>
                </a:lnTo>
                <a:lnTo>
                  <a:pt x="11934" y="8764"/>
                </a:lnTo>
                <a:lnTo>
                  <a:pt x="12236" y="9388"/>
                </a:lnTo>
                <a:lnTo>
                  <a:pt x="12538" y="10016"/>
                </a:lnTo>
                <a:lnTo>
                  <a:pt x="12848" y="10652"/>
                </a:lnTo>
                <a:lnTo>
                  <a:pt x="13107" y="11224"/>
                </a:lnTo>
                <a:lnTo>
                  <a:pt x="13373" y="11800"/>
                </a:lnTo>
                <a:lnTo>
                  <a:pt x="13647" y="12383"/>
                </a:lnTo>
                <a:lnTo>
                  <a:pt x="14395" y="13206"/>
                </a:lnTo>
                <a:lnTo>
                  <a:pt x="15050" y="13795"/>
                </a:lnTo>
                <a:lnTo>
                  <a:pt x="15871" y="14312"/>
                </a:lnTo>
                <a:lnTo>
                  <a:pt x="17101" y="14925"/>
                </a:lnTo>
                <a:lnTo>
                  <a:pt x="19016" y="15793"/>
                </a:lnTo>
                <a:lnTo>
                  <a:pt x="20887" y="16672"/>
                </a:lnTo>
                <a:lnTo>
                  <a:pt x="21600" y="17252"/>
                </a:lnTo>
                <a:lnTo>
                  <a:pt x="21233" y="17789"/>
                </a:lnTo>
                <a:lnTo>
                  <a:pt x="19873" y="18541"/>
                </a:lnTo>
                <a:lnTo>
                  <a:pt x="17742" y="19088"/>
                </a:lnTo>
                <a:lnTo>
                  <a:pt x="15568" y="19643"/>
                </a:lnTo>
                <a:lnTo>
                  <a:pt x="13467" y="20201"/>
                </a:lnTo>
                <a:lnTo>
                  <a:pt x="11329" y="20768"/>
                </a:lnTo>
                <a:lnTo>
                  <a:pt x="9638" y="21181"/>
                </a:lnTo>
                <a:lnTo>
                  <a:pt x="7925" y="21600"/>
                </a:lnTo>
                <a:lnTo>
                  <a:pt x="6053" y="20839"/>
                </a:lnTo>
                <a:lnTo>
                  <a:pt x="4484" y="20090"/>
                </a:lnTo>
                <a:lnTo>
                  <a:pt x="3189" y="19348"/>
                </a:lnTo>
                <a:lnTo>
                  <a:pt x="2152" y="18612"/>
                </a:lnTo>
                <a:lnTo>
                  <a:pt x="1346" y="17873"/>
                </a:lnTo>
                <a:lnTo>
                  <a:pt x="749" y="17131"/>
                </a:lnTo>
                <a:lnTo>
                  <a:pt x="338" y="16379"/>
                </a:lnTo>
                <a:lnTo>
                  <a:pt x="94" y="15615"/>
                </a:lnTo>
                <a:lnTo>
                  <a:pt x="0" y="14832"/>
                </a:lnTo>
                <a:lnTo>
                  <a:pt x="22" y="14027"/>
                </a:lnTo>
                <a:lnTo>
                  <a:pt x="36" y="13421"/>
                </a:lnTo>
                <a:lnTo>
                  <a:pt x="58" y="12807"/>
                </a:lnTo>
                <a:lnTo>
                  <a:pt x="86" y="12041"/>
                </a:lnTo>
                <a:lnTo>
                  <a:pt x="122" y="11275"/>
                </a:lnTo>
                <a:lnTo>
                  <a:pt x="173" y="10508"/>
                </a:lnTo>
                <a:lnTo>
                  <a:pt x="223" y="9743"/>
                </a:lnTo>
                <a:lnTo>
                  <a:pt x="281" y="8977"/>
                </a:lnTo>
                <a:lnTo>
                  <a:pt x="309" y="8325"/>
                </a:lnTo>
                <a:lnTo>
                  <a:pt x="331" y="7672"/>
                </a:lnTo>
                <a:lnTo>
                  <a:pt x="353" y="7020"/>
                </a:lnTo>
                <a:lnTo>
                  <a:pt x="374" y="6368"/>
                </a:lnTo>
                <a:lnTo>
                  <a:pt x="403" y="5660"/>
                </a:lnTo>
                <a:lnTo>
                  <a:pt x="432" y="4953"/>
                </a:lnTo>
                <a:lnTo>
                  <a:pt x="468" y="4245"/>
                </a:lnTo>
                <a:lnTo>
                  <a:pt x="504" y="3538"/>
                </a:lnTo>
                <a:lnTo>
                  <a:pt x="547" y="2830"/>
                </a:lnTo>
                <a:lnTo>
                  <a:pt x="583" y="2122"/>
                </a:lnTo>
                <a:lnTo>
                  <a:pt x="633" y="1415"/>
                </a:lnTo>
                <a:lnTo>
                  <a:pt x="677" y="707"/>
                </a:lnTo>
                <a:lnTo>
                  <a:pt x="727" y="0"/>
                </a:lnTo>
                <a:close/>
              </a:path>
            </a:pathLst>
          </a:custGeom>
          <a:solidFill>
            <a:srgbClr val="A0A8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2" name="contour_10160"/>
          <p:cNvSpPr/>
          <p:nvPr/>
        </p:nvSpPr>
        <p:spPr>
          <a:xfrm>
            <a:off x="10366611" y="1485883"/>
            <a:ext cx="145760" cy="22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24" y="145"/>
                </a:moveTo>
                <a:lnTo>
                  <a:pt x="7267" y="159"/>
                </a:lnTo>
                <a:lnTo>
                  <a:pt x="7922" y="173"/>
                </a:lnTo>
                <a:lnTo>
                  <a:pt x="8604" y="201"/>
                </a:lnTo>
                <a:lnTo>
                  <a:pt x="9287" y="229"/>
                </a:lnTo>
                <a:lnTo>
                  <a:pt x="9968" y="263"/>
                </a:lnTo>
                <a:lnTo>
                  <a:pt x="10651" y="305"/>
                </a:lnTo>
                <a:lnTo>
                  <a:pt x="11332" y="346"/>
                </a:lnTo>
                <a:lnTo>
                  <a:pt x="12015" y="388"/>
                </a:lnTo>
                <a:lnTo>
                  <a:pt x="12709" y="416"/>
                </a:lnTo>
                <a:lnTo>
                  <a:pt x="13405" y="443"/>
                </a:lnTo>
                <a:lnTo>
                  <a:pt x="14099" y="464"/>
                </a:lnTo>
                <a:lnTo>
                  <a:pt x="14795" y="485"/>
                </a:lnTo>
                <a:lnTo>
                  <a:pt x="15551" y="512"/>
                </a:lnTo>
                <a:lnTo>
                  <a:pt x="16307" y="547"/>
                </a:lnTo>
                <a:lnTo>
                  <a:pt x="17064" y="575"/>
                </a:lnTo>
                <a:lnTo>
                  <a:pt x="17820" y="609"/>
                </a:lnTo>
                <a:lnTo>
                  <a:pt x="18576" y="651"/>
                </a:lnTo>
                <a:lnTo>
                  <a:pt x="19332" y="693"/>
                </a:lnTo>
                <a:lnTo>
                  <a:pt x="20088" y="734"/>
                </a:lnTo>
                <a:lnTo>
                  <a:pt x="20844" y="776"/>
                </a:lnTo>
                <a:lnTo>
                  <a:pt x="21600" y="824"/>
                </a:lnTo>
                <a:lnTo>
                  <a:pt x="21600" y="4266"/>
                </a:lnTo>
                <a:lnTo>
                  <a:pt x="21600" y="7749"/>
                </a:lnTo>
                <a:lnTo>
                  <a:pt x="21267" y="7881"/>
                </a:lnTo>
                <a:lnTo>
                  <a:pt x="20264" y="8276"/>
                </a:lnTo>
                <a:lnTo>
                  <a:pt x="19511" y="8580"/>
                </a:lnTo>
                <a:lnTo>
                  <a:pt x="18759" y="8885"/>
                </a:lnTo>
                <a:lnTo>
                  <a:pt x="18006" y="9197"/>
                </a:lnTo>
                <a:lnTo>
                  <a:pt x="17253" y="9508"/>
                </a:lnTo>
                <a:lnTo>
                  <a:pt x="16500" y="9827"/>
                </a:lnTo>
                <a:lnTo>
                  <a:pt x="15747" y="10139"/>
                </a:lnTo>
                <a:lnTo>
                  <a:pt x="14996" y="10457"/>
                </a:lnTo>
                <a:lnTo>
                  <a:pt x="14243" y="10776"/>
                </a:lnTo>
                <a:lnTo>
                  <a:pt x="13548" y="11053"/>
                </a:lnTo>
                <a:lnTo>
                  <a:pt x="12848" y="11323"/>
                </a:lnTo>
                <a:lnTo>
                  <a:pt x="12139" y="11600"/>
                </a:lnTo>
                <a:lnTo>
                  <a:pt x="11466" y="11891"/>
                </a:lnTo>
                <a:lnTo>
                  <a:pt x="10789" y="12189"/>
                </a:lnTo>
                <a:lnTo>
                  <a:pt x="10104" y="12479"/>
                </a:lnTo>
                <a:lnTo>
                  <a:pt x="9487" y="12736"/>
                </a:lnTo>
                <a:lnTo>
                  <a:pt x="8866" y="12992"/>
                </a:lnTo>
                <a:lnTo>
                  <a:pt x="8236" y="13248"/>
                </a:lnTo>
                <a:lnTo>
                  <a:pt x="7365" y="13975"/>
                </a:lnTo>
                <a:lnTo>
                  <a:pt x="6748" y="14626"/>
                </a:lnTo>
                <a:lnTo>
                  <a:pt x="6218" y="15450"/>
                </a:lnTo>
                <a:lnTo>
                  <a:pt x="5607" y="16718"/>
                </a:lnTo>
                <a:lnTo>
                  <a:pt x="4748" y="18678"/>
                </a:lnTo>
                <a:lnTo>
                  <a:pt x="4526" y="19114"/>
                </a:lnTo>
                <a:lnTo>
                  <a:pt x="4135" y="19869"/>
                </a:lnTo>
                <a:lnTo>
                  <a:pt x="3240" y="21600"/>
                </a:lnTo>
                <a:lnTo>
                  <a:pt x="2466" y="18830"/>
                </a:lnTo>
                <a:lnTo>
                  <a:pt x="1905" y="16759"/>
                </a:lnTo>
                <a:lnTo>
                  <a:pt x="1469" y="15000"/>
                </a:lnTo>
                <a:lnTo>
                  <a:pt x="1065" y="13165"/>
                </a:lnTo>
                <a:lnTo>
                  <a:pt x="606" y="10880"/>
                </a:lnTo>
                <a:lnTo>
                  <a:pt x="0" y="7749"/>
                </a:lnTo>
                <a:lnTo>
                  <a:pt x="696" y="5145"/>
                </a:lnTo>
                <a:lnTo>
                  <a:pt x="1398" y="3193"/>
                </a:lnTo>
                <a:lnTo>
                  <a:pt x="2107" y="1794"/>
                </a:lnTo>
                <a:lnTo>
                  <a:pt x="2827" y="859"/>
                </a:lnTo>
                <a:lnTo>
                  <a:pt x="3559" y="312"/>
                </a:lnTo>
                <a:lnTo>
                  <a:pt x="4302" y="55"/>
                </a:lnTo>
                <a:lnTo>
                  <a:pt x="5060" y="0"/>
                </a:lnTo>
                <a:lnTo>
                  <a:pt x="5833" y="62"/>
                </a:lnTo>
                <a:lnTo>
                  <a:pt x="6624" y="145"/>
                </a:lnTo>
                <a:close/>
              </a:path>
            </a:pathLst>
          </a:custGeom>
          <a:solidFill>
            <a:srgbClr val="DB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3" name="contour_10161"/>
          <p:cNvSpPr/>
          <p:nvPr/>
        </p:nvSpPr>
        <p:spPr>
          <a:xfrm>
            <a:off x="1606445" y="1457598"/>
            <a:ext cx="46133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52" y="0"/>
                </a:lnTo>
                <a:lnTo>
                  <a:pt x="4508" y="0"/>
                </a:lnTo>
                <a:lnTo>
                  <a:pt x="6763" y="0"/>
                </a:lnTo>
                <a:lnTo>
                  <a:pt x="9026" y="0"/>
                </a:lnTo>
                <a:lnTo>
                  <a:pt x="11295" y="0"/>
                </a:lnTo>
                <a:lnTo>
                  <a:pt x="13574" y="0"/>
                </a:lnTo>
                <a:lnTo>
                  <a:pt x="15860" y="0"/>
                </a:lnTo>
                <a:lnTo>
                  <a:pt x="18160" y="0"/>
                </a:lnTo>
                <a:lnTo>
                  <a:pt x="20474" y="0"/>
                </a:lnTo>
                <a:lnTo>
                  <a:pt x="21098" y="4994"/>
                </a:lnTo>
                <a:lnTo>
                  <a:pt x="21474" y="8506"/>
                </a:lnTo>
                <a:lnTo>
                  <a:pt x="21600" y="11007"/>
                </a:lnTo>
                <a:lnTo>
                  <a:pt x="21474" y="12986"/>
                </a:lnTo>
                <a:lnTo>
                  <a:pt x="21098" y="14917"/>
                </a:lnTo>
                <a:lnTo>
                  <a:pt x="20474" y="17280"/>
                </a:lnTo>
                <a:lnTo>
                  <a:pt x="18351" y="18351"/>
                </a:lnTo>
                <a:lnTo>
                  <a:pt x="16277" y="19189"/>
                </a:lnTo>
                <a:lnTo>
                  <a:pt x="14223" y="19837"/>
                </a:lnTo>
                <a:lnTo>
                  <a:pt x="12168" y="20334"/>
                </a:lnTo>
                <a:lnTo>
                  <a:pt x="10087" y="20723"/>
                </a:lnTo>
                <a:lnTo>
                  <a:pt x="7947" y="21034"/>
                </a:lnTo>
                <a:lnTo>
                  <a:pt x="5733" y="21315"/>
                </a:lnTo>
                <a:lnTo>
                  <a:pt x="3412" y="21600"/>
                </a:lnTo>
                <a:lnTo>
                  <a:pt x="2989" y="18926"/>
                </a:lnTo>
                <a:lnTo>
                  <a:pt x="2566" y="16252"/>
                </a:lnTo>
                <a:lnTo>
                  <a:pt x="2143" y="13569"/>
                </a:lnTo>
                <a:lnTo>
                  <a:pt x="1720" y="10882"/>
                </a:lnTo>
                <a:lnTo>
                  <a:pt x="1293" y="8182"/>
                </a:lnTo>
                <a:lnTo>
                  <a:pt x="863" y="5469"/>
                </a:lnTo>
                <a:lnTo>
                  <a:pt x="433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DBF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4" name="contour_10162"/>
          <p:cNvSpPr/>
          <p:nvPr/>
        </p:nvSpPr>
        <p:spPr>
          <a:xfrm>
            <a:off x="8566477" y="1462612"/>
            <a:ext cx="51016" cy="314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72" y="55"/>
                </a:lnTo>
                <a:lnTo>
                  <a:pt x="14901" y="240"/>
                </a:lnTo>
                <a:lnTo>
                  <a:pt x="16407" y="691"/>
                </a:lnTo>
                <a:lnTo>
                  <a:pt x="18514" y="1563"/>
                </a:lnTo>
                <a:lnTo>
                  <a:pt x="19610" y="4849"/>
                </a:lnTo>
                <a:lnTo>
                  <a:pt x="20363" y="7975"/>
                </a:lnTo>
                <a:lnTo>
                  <a:pt x="20853" y="11071"/>
                </a:lnTo>
                <a:lnTo>
                  <a:pt x="21165" y="14281"/>
                </a:lnTo>
                <a:lnTo>
                  <a:pt x="21387" y="17748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43" y="15659"/>
                </a:lnTo>
                <a:lnTo>
                  <a:pt x="247" y="10935"/>
                </a:lnTo>
                <a:lnTo>
                  <a:pt x="719" y="7278"/>
                </a:lnTo>
                <a:lnTo>
                  <a:pt x="1561" y="4548"/>
                </a:lnTo>
                <a:lnTo>
                  <a:pt x="2885" y="2600"/>
                </a:lnTo>
                <a:lnTo>
                  <a:pt x="4795" y="1287"/>
                </a:lnTo>
                <a:lnTo>
                  <a:pt x="7396" y="466"/>
                </a:lnTo>
                <a:lnTo>
                  <a:pt x="10800" y="0"/>
                </a:lnTo>
                <a:close/>
              </a:path>
            </a:pathLst>
          </a:custGeom>
          <a:solidFill>
            <a:srgbClr val="DFE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5" name="contour_10163"/>
          <p:cNvSpPr/>
          <p:nvPr/>
        </p:nvSpPr>
        <p:spPr>
          <a:xfrm>
            <a:off x="7983437" y="1450310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3" y="0"/>
                </a:lnTo>
                <a:lnTo>
                  <a:pt x="4281" y="0"/>
                </a:lnTo>
                <a:lnTo>
                  <a:pt x="5713" y="0"/>
                </a:lnTo>
                <a:lnTo>
                  <a:pt x="7150" y="0"/>
                </a:lnTo>
                <a:lnTo>
                  <a:pt x="8592" y="0"/>
                </a:lnTo>
                <a:lnTo>
                  <a:pt x="10040" y="0"/>
                </a:lnTo>
                <a:lnTo>
                  <a:pt x="11496" y="0"/>
                </a:lnTo>
                <a:lnTo>
                  <a:pt x="12960" y="0"/>
                </a:lnTo>
                <a:lnTo>
                  <a:pt x="12960" y="3208"/>
                </a:lnTo>
                <a:lnTo>
                  <a:pt x="12960" y="6426"/>
                </a:lnTo>
                <a:lnTo>
                  <a:pt x="12960" y="9655"/>
                </a:lnTo>
                <a:lnTo>
                  <a:pt x="12960" y="12911"/>
                </a:lnTo>
                <a:lnTo>
                  <a:pt x="12960" y="16200"/>
                </a:lnTo>
                <a:lnTo>
                  <a:pt x="14386" y="17091"/>
                </a:lnTo>
                <a:lnTo>
                  <a:pt x="15813" y="17982"/>
                </a:lnTo>
                <a:lnTo>
                  <a:pt x="17248" y="18878"/>
                </a:lnTo>
                <a:lnTo>
                  <a:pt x="18688" y="19780"/>
                </a:lnTo>
                <a:lnTo>
                  <a:pt x="20138" y="20687"/>
                </a:lnTo>
                <a:lnTo>
                  <a:pt x="21600" y="21600"/>
                </a:lnTo>
                <a:lnTo>
                  <a:pt x="20174" y="21244"/>
                </a:lnTo>
                <a:lnTo>
                  <a:pt x="18749" y="20887"/>
                </a:lnTo>
                <a:lnTo>
                  <a:pt x="17321" y="20531"/>
                </a:lnTo>
                <a:lnTo>
                  <a:pt x="15893" y="20174"/>
                </a:lnTo>
                <a:lnTo>
                  <a:pt x="14463" y="19818"/>
                </a:lnTo>
                <a:lnTo>
                  <a:pt x="13033" y="19456"/>
                </a:lnTo>
                <a:lnTo>
                  <a:pt x="11599" y="19100"/>
                </a:lnTo>
                <a:lnTo>
                  <a:pt x="10163" y="18738"/>
                </a:lnTo>
                <a:lnTo>
                  <a:pt x="8722" y="18382"/>
                </a:lnTo>
                <a:lnTo>
                  <a:pt x="7279" y="18020"/>
                </a:lnTo>
                <a:lnTo>
                  <a:pt x="5834" y="17658"/>
                </a:lnTo>
                <a:lnTo>
                  <a:pt x="4383" y="17296"/>
                </a:lnTo>
                <a:lnTo>
                  <a:pt x="2927" y="16929"/>
                </a:lnTo>
                <a:lnTo>
                  <a:pt x="1467" y="16567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ED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6" name="contour_10164"/>
          <p:cNvSpPr/>
          <p:nvPr/>
        </p:nvSpPr>
        <p:spPr>
          <a:xfrm>
            <a:off x="3712674" y="1384718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21030" y="10699"/>
                </a:lnTo>
                <a:lnTo>
                  <a:pt x="20023" y="10526"/>
                </a:lnTo>
                <a:lnTo>
                  <a:pt x="17717" y="10123"/>
                </a:lnTo>
                <a:lnTo>
                  <a:pt x="16324" y="10346"/>
                </a:lnTo>
                <a:lnTo>
                  <a:pt x="14923" y="10573"/>
                </a:lnTo>
                <a:lnTo>
                  <a:pt x="13500" y="10800"/>
                </a:lnTo>
                <a:lnTo>
                  <a:pt x="12587" y="13478"/>
                </a:lnTo>
                <a:lnTo>
                  <a:pt x="11991" y="15379"/>
                </a:lnTo>
                <a:lnTo>
                  <a:pt x="11580" y="17021"/>
                </a:lnTo>
                <a:lnTo>
                  <a:pt x="11227" y="18922"/>
                </a:lnTo>
                <a:lnTo>
                  <a:pt x="10800" y="21600"/>
                </a:lnTo>
                <a:lnTo>
                  <a:pt x="8872" y="21247"/>
                </a:lnTo>
                <a:lnTo>
                  <a:pt x="7487" y="20884"/>
                </a:lnTo>
                <a:lnTo>
                  <a:pt x="6256" y="20336"/>
                </a:lnTo>
                <a:lnTo>
                  <a:pt x="4790" y="19433"/>
                </a:lnTo>
                <a:lnTo>
                  <a:pt x="2700" y="18000"/>
                </a:lnTo>
                <a:lnTo>
                  <a:pt x="2144" y="15757"/>
                </a:lnTo>
                <a:lnTo>
                  <a:pt x="1682" y="13543"/>
                </a:lnTo>
                <a:lnTo>
                  <a:pt x="1299" y="11344"/>
                </a:lnTo>
                <a:lnTo>
                  <a:pt x="975" y="9144"/>
                </a:lnTo>
                <a:lnTo>
                  <a:pt x="699" y="6923"/>
                </a:lnTo>
                <a:lnTo>
                  <a:pt x="456" y="4669"/>
                </a:lnTo>
                <a:lnTo>
                  <a:pt x="227" y="2369"/>
                </a:lnTo>
                <a:lnTo>
                  <a:pt x="0" y="0"/>
                </a:lnTo>
                <a:close/>
              </a:path>
            </a:pathLst>
          </a:custGeom>
          <a:solidFill>
            <a:srgbClr val="B4BD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7" name="contour_10165"/>
          <p:cNvSpPr/>
          <p:nvPr/>
        </p:nvSpPr>
        <p:spPr>
          <a:xfrm>
            <a:off x="10876770" y="1370390"/>
            <a:ext cx="65592" cy="361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02"/>
                </a:moveTo>
                <a:lnTo>
                  <a:pt x="20350" y="6955"/>
                </a:lnTo>
                <a:lnTo>
                  <a:pt x="19118" y="9365"/>
                </a:lnTo>
                <a:lnTo>
                  <a:pt x="17899" y="11457"/>
                </a:lnTo>
                <a:lnTo>
                  <a:pt x="16670" y="13262"/>
                </a:lnTo>
                <a:lnTo>
                  <a:pt x="15422" y="14802"/>
                </a:lnTo>
                <a:lnTo>
                  <a:pt x="14136" y="16111"/>
                </a:lnTo>
                <a:lnTo>
                  <a:pt x="12799" y="17216"/>
                </a:lnTo>
                <a:lnTo>
                  <a:pt x="11398" y="18142"/>
                </a:lnTo>
                <a:lnTo>
                  <a:pt x="9917" y="18921"/>
                </a:lnTo>
                <a:lnTo>
                  <a:pt x="8340" y="19577"/>
                </a:lnTo>
                <a:lnTo>
                  <a:pt x="6655" y="20143"/>
                </a:lnTo>
                <a:lnTo>
                  <a:pt x="4846" y="20643"/>
                </a:lnTo>
                <a:lnTo>
                  <a:pt x="2897" y="21108"/>
                </a:lnTo>
                <a:lnTo>
                  <a:pt x="1459" y="21352"/>
                </a:lnTo>
                <a:lnTo>
                  <a:pt x="0" y="21600"/>
                </a:lnTo>
                <a:lnTo>
                  <a:pt x="12" y="17246"/>
                </a:lnTo>
                <a:lnTo>
                  <a:pt x="101" y="14158"/>
                </a:lnTo>
                <a:lnTo>
                  <a:pt x="338" y="11892"/>
                </a:lnTo>
                <a:lnTo>
                  <a:pt x="799" y="10000"/>
                </a:lnTo>
                <a:lnTo>
                  <a:pt x="1562" y="8038"/>
                </a:lnTo>
                <a:lnTo>
                  <a:pt x="2700" y="5559"/>
                </a:lnTo>
                <a:lnTo>
                  <a:pt x="4092" y="3462"/>
                </a:lnTo>
                <a:lnTo>
                  <a:pt x="5537" y="1914"/>
                </a:lnTo>
                <a:lnTo>
                  <a:pt x="7025" y="857"/>
                </a:lnTo>
                <a:lnTo>
                  <a:pt x="8554" y="239"/>
                </a:lnTo>
                <a:lnTo>
                  <a:pt x="10118" y="0"/>
                </a:lnTo>
                <a:lnTo>
                  <a:pt x="11712" y="83"/>
                </a:lnTo>
                <a:lnTo>
                  <a:pt x="13330" y="435"/>
                </a:lnTo>
                <a:lnTo>
                  <a:pt x="14966" y="992"/>
                </a:lnTo>
                <a:lnTo>
                  <a:pt x="16618" y="1705"/>
                </a:lnTo>
                <a:lnTo>
                  <a:pt x="18276" y="2518"/>
                </a:lnTo>
                <a:lnTo>
                  <a:pt x="19939" y="3367"/>
                </a:lnTo>
                <a:lnTo>
                  <a:pt x="21600" y="4202"/>
                </a:lnTo>
                <a:close/>
              </a:path>
            </a:pathLst>
          </a:custGeom>
          <a:solidFill>
            <a:srgbClr val="EB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8" name="contour_10166"/>
          <p:cNvSpPr/>
          <p:nvPr/>
        </p:nvSpPr>
        <p:spPr>
          <a:xfrm>
            <a:off x="7334806" y="1346755"/>
            <a:ext cx="109320" cy="233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07"/>
                </a:moveTo>
                <a:lnTo>
                  <a:pt x="1970" y="1043"/>
                </a:lnTo>
                <a:lnTo>
                  <a:pt x="3764" y="713"/>
                </a:lnTo>
                <a:lnTo>
                  <a:pt x="5394" y="444"/>
                </a:lnTo>
                <a:lnTo>
                  <a:pt x="6875" y="229"/>
                </a:lnTo>
                <a:lnTo>
                  <a:pt x="8217" y="74"/>
                </a:lnTo>
                <a:lnTo>
                  <a:pt x="9432" y="0"/>
                </a:lnTo>
                <a:lnTo>
                  <a:pt x="10532" y="0"/>
                </a:lnTo>
                <a:lnTo>
                  <a:pt x="11532" y="94"/>
                </a:lnTo>
                <a:lnTo>
                  <a:pt x="12440" y="276"/>
                </a:lnTo>
                <a:lnTo>
                  <a:pt x="13271" y="565"/>
                </a:lnTo>
                <a:lnTo>
                  <a:pt x="14036" y="969"/>
                </a:lnTo>
                <a:lnTo>
                  <a:pt x="14747" y="1488"/>
                </a:lnTo>
                <a:lnTo>
                  <a:pt x="15418" y="2134"/>
                </a:lnTo>
                <a:lnTo>
                  <a:pt x="16059" y="2915"/>
                </a:lnTo>
                <a:lnTo>
                  <a:pt x="16682" y="3837"/>
                </a:lnTo>
                <a:lnTo>
                  <a:pt x="17303" y="4900"/>
                </a:lnTo>
                <a:lnTo>
                  <a:pt x="17929" y="6132"/>
                </a:lnTo>
                <a:lnTo>
                  <a:pt x="18576" y="7519"/>
                </a:lnTo>
                <a:lnTo>
                  <a:pt x="19254" y="9080"/>
                </a:lnTo>
                <a:lnTo>
                  <a:pt x="19976" y="10817"/>
                </a:lnTo>
                <a:lnTo>
                  <a:pt x="20753" y="12749"/>
                </a:lnTo>
                <a:lnTo>
                  <a:pt x="21600" y="14869"/>
                </a:lnTo>
                <a:lnTo>
                  <a:pt x="21600" y="18208"/>
                </a:lnTo>
                <a:lnTo>
                  <a:pt x="21600" y="21600"/>
                </a:lnTo>
                <a:lnTo>
                  <a:pt x="20579" y="21351"/>
                </a:lnTo>
                <a:lnTo>
                  <a:pt x="19560" y="21088"/>
                </a:lnTo>
                <a:lnTo>
                  <a:pt x="18540" y="20819"/>
                </a:lnTo>
                <a:lnTo>
                  <a:pt x="17519" y="20536"/>
                </a:lnTo>
                <a:lnTo>
                  <a:pt x="16500" y="20254"/>
                </a:lnTo>
                <a:lnTo>
                  <a:pt x="15480" y="19964"/>
                </a:lnTo>
                <a:lnTo>
                  <a:pt x="14460" y="19675"/>
                </a:lnTo>
                <a:lnTo>
                  <a:pt x="13440" y="19379"/>
                </a:lnTo>
                <a:lnTo>
                  <a:pt x="12420" y="19076"/>
                </a:lnTo>
                <a:lnTo>
                  <a:pt x="11550" y="18867"/>
                </a:lnTo>
                <a:lnTo>
                  <a:pt x="10675" y="18659"/>
                </a:lnTo>
                <a:lnTo>
                  <a:pt x="9788" y="18443"/>
                </a:lnTo>
                <a:lnTo>
                  <a:pt x="8951" y="18187"/>
                </a:lnTo>
                <a:lnTo>
                  <a:pt x="8110" y="17925"/>
                </a:lnTo>
                <a:lnTo>
                  <a:pt x="7256" y="17656"/>
                </a:lnTo>
                <a:lnTo>
                  <a:pt x="6486" y="17447"/>
                </a:lnTo>
                <a:lnTo>
                  <a:pt x="5711" y="17232"/>
                </a:lnTo>
                <a:lnTo>
                  <a:pt x="4925" y="17016"/>
                </a:lnTo>
                <a:lnTo>
                  <a:pt x="3822" y="15582"/>
                </a:lnTo>
                <a:lnTo>
                  <a:pt x="2913" y="13799"/>
                </a:lnTo>
                <a:lnTo>
                  <a:pt x="2138" y="11577"/>
                </a:lnTo>
                <a:lnTo>
                  <a:pt x="1436" y="8824"/>
                </a:lnTo>
                <a:lnTo>
                  <a:pt x="743" y="5466"/>
                </a:lnTo>
                <a:lnTo>
                  <a:pt x="0" y="1407"/>
                </a:lnTo>
                <a:close/>
              </a:path>
            </a:pathLst>
          </a:custGeom>
          <a:solidFill>
            <a:srgbClr val="C0CD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69" name="contour_10167"/>
          <p:cNvSpPr/>
          <p:nvPr/>
        </p:nvSpPr>
        <p:spPr>
          <a:xfrm>
            <a:off x="4383170" y="1340990"/>
            <a:ext cx="102032" cy="24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640"/>
                </a:lnTo>
                <a:lnTo>
                  <a:pt x="2138" y="1280"/>
                </a:lnTo>
                <a:lnTo>
                  <a:pt x="3208" y="1920"/>
                </a:lnTo>
                <a:lnTo>
                  <a:pt x="4278" y="2560"/>
                </a:lnTo>
                <a:lnTo>
                  <a:pt x="5349" y="3200"/>
                </a:lnTo>
                <a:lnTo>
                  <a:pt x="6421" y="3847"/>
                </a:lnTo>
                <a:lnTo>
                  <a:pt x="7494" y="4487"/>
                </a:lnTo>
                <a:lnTo>
                  <a:pt x="8567" y="5127"/>
                </a:lnTo>
                <a:lnTo>
                  <a:pt x="9643" y="5773"/>
                </a:lnTo>
                <a:lnTo>
                  <a:pt x="10718" y="6420"/>
                </a:lnTo>
                <a:lnTo>
                  <a:pt x="11797" y="7060"/>
                </a:lnTo>
                <a:lnTo>
                  <a:pt x="12877" y="7706"/>
                </a:lnTo>
                <a:lnTo>
                  <a:pt x="13958" y="8353"/>
                </a:lnTo>
                <a:lnTo>
                  <a:pt x="15043" y="9006"/>
                </a:lnTo>
                <a:lnTo>
                  <a:pt x="16129" y="9652"/>
                </a:lnTo>
                <a:lnTo>
                  <a:pt x="17218" y="10305"/>
                </a:lnTo>
                <a:lnTo>
                  <a:pt x="18309" y="10958"/>
                </a:lnTo>
                <a:lnTo>
                  <a:pt x="19403" y="11618"/>
                </a:lnTo>
                <a:lnTo>
                  <a:pt x="20500" y="12271"/>
                </a:lnTo>
                <a:lnTo>
                  <a:pt x="21600" y="12930"/>
                </a:lnTo>
                <a:lnTo>
                  <a:pt x="21600" y="16137"/>
                </a:lnTo>
                <a:lnTo>
                  <a:pt x="21600" y="19395"/>
                </a:lnTo>
                <a:lnTo>
                  <a:pt x="20606" y="19557"/>
                </a:lnTo>
                <a:lnTo>
                  <a:pt x="19613" y="19706"/>
                </a:lnTo>
                <a:lnTo>
                  <a:pt x="18621" y="19848"/>
                </a:lnTo>
                <a:lnTo>
                  <a:pt x="17627" y="19977"/>
                </a:lnTo>
                <a:lnTo>
                  <a:pt x="16634" y="20100"/>
                </a:lnTo>
                <a:lnTo>
                  <a:pt x="15641" y="20210"/>
                </a:lnTo>
                <a:lnTo>
                  <a:pt x="14648" y="20320"/>
                </a:lnTo>
                <a:lnTo>
                  <a:pt x="13654" y="20417"/>
                </a:lnTo>
                <a:lnTo>
                  <a:pt x="12661" y="20514"/>
                </a:lnTo>
                <a:lnTo>
                  <a:pt x="11667" y="20611"/>
                </a:lnTo>
                <a:lnTo>
                  <a:pt x="10723" y="20772"/>
                </a:lnTo>
                <a:lnTo>
                  <a:pt x="9772" y="20934"/>
                </a:lnTo>
                <a:lnTo>
                  <a:pt x="8808" y="21102"/>
                </a:lnTo>
                <a:lnTo>
                  <a:pt x="8407" y="21128"/>
                </a:lnTo>
                <a:lnTo>
                  <a:pt x="7699" y="21180"/>
                </a:lnTo>
                <a:lnTo>
                  <a:pt x="6080" y="21290"/>
                </a:lnTo>
                <a:lnTo>
                  <a:pt x="5247" y="21393"/>
                </a:lnTo>
                <a:lnTo>
                  <a:pt x="4409" y="21497"/>
                </a:lnTo>
                <a:lnTo>
                  <a:pt x="3559" y="21600"/>
                </a:lnTo>
                <a:lnTo>
                  <a:pt x="3058" y="21050"/>
                </a:lnTo>
                <a:lnTo>
                  <a:pt x="1543" y="19395"/>
                </a:lnTo>
                <a:lnTo>
                  <a:pt x="1237" y="15555"/>
                </a:lnTo>
                <a:lnTo>
                  <a:pt x="930" y="11702"/>
                </a:lnTo>
                <a:lnTo>
                  <a:pt x="623" y="7836"/>
                </a:lnTo>
                <a:lnTo>
                  <a:pt x="313" y="3937"/>
                </a:lnTo>
                <a:lnTo>
                  <a:pt x="0" y="0"/>
                </a:lnTo>
                <a:close/>
              </a:path>
            </a:pathLst>
          </a:custGeom>
          <a:solidFill>
            <a:srgbClr val="B9C4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0" name="contour_10168"/>
          <p:cNvSpPr/>
          <p:nvPr/>
        </p:nvSpPr>
        <p:spPr>
          <a:xfrm>
            <a:off x="7932421" y="1319126"/>
            <a:ext cx="102032" cy="298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809" y="264"/>
                </a:lnTo>
                <a:lnTo>
                  <a:pt x="13236" y="512"/>
                </a:lnTo>
                <a:lnTo>
                  <a:pt x="13704" y="777"/>
                </a:lnTo>
                <a:lnTo>
                  <a:pt x="14287" y="1109"/>
                </a:lnTo>
                <a:lnTo>
                  <a:pt x="15061" y="1553"/>
                </a:lnTo>
                <a:lnTo>
                  <a:pt x="16104" y="2145"/>
                </a:lnTo>
                <a:lnTo>
                  <a:pt x="17490" y="2937"/>
                </a:lnTo>
                <a:lnTo>
                  <a:pt x="19297" y="3967"/>
                </a:lnTo>
                <a:lnTo>
                  <a:pt x="21600" y="5282"/>
                </a:lnTo>
                <a:lnTo>
                  <a:pt x="20873" y="8552"/>
                </a:lnTo>
                <a:lnTo>
                  <a:pt x="20190" y="11463"/>
                </a:lnTo>
                <a:lnTo>
                  <a:pt x="19503" y="14094"/>
                </a:lnTo>
                <a:lnTo>
                  <a:pt x="18767" y="16534"/>
                </a:lnTo>
                <a:lnTo>
                  <a:pt x="17939" y="18848"/>
                </a:lnTo>
                <a:lnTo>
                  <a:pt x="16971" y="21130"/>
                </a:lnTo>
                <a:lnTo>
                  <a:pt x="15857" y="21473"/>
                </a:lnTo>
                <a:lnTo>
                  <a:pt x="14756" y="21600"/>
                </a:lnTo>
                <a:lnTo>
                  <a:pt x="13664" y="21542"/>
                </a:lnTo>
                <a:lnTo>
                  <a:pt x="12576" y="21320"/>
                </a:lnTo>
                <a:lnTo>
                  <a:pt x="11490" y="20977"/>
                </a:lnTo>
                <a:lnTo>
                  <a:pt x="10399" y="20538"/>
                </a:lnTo>
                <a:lnTo>
                  <a:pt x="9303" y="20026"/>
                </a:lnTo>
                <a:lnTo>
                  <a:pt x="8196" y="19482"/>
                </a:lnTo>
                <a:lnTo>
                  <a:pt x="7406" y="19154"/>
                </a:lnTo>
                <a:lnTo>
                  <a:pt x="6613" y="18827"/>
                </a:lnTo>
                <a:lnTo>
                  <a:pt x="5807" y="18499"/>
                </a:lnTo>
                <a:lnTo>
                  <a:pt x="4838" y="18087"/>
                </a:lnTo>
                <a:lnTo>
                  <a:pt x="3869" y="17665"/>
                </a:lnTo>
                <a:lnTo>
                  <a:pt x="2901" y="17231"/>
                </a:lnTo>
                <a:lnTo>
                  <a:pt x="1933" y="16782"/>
                </a:lnTo>
                <a:lnTo>
                  <a:pt x="967" y="16323"/>
                </a:lnTo>
                <a:lnTo>
                  <a:pt x="0" y="15847"/>
                </a:lnTo>
                <a:lnTo>
                  <a:pt x="0" y="13227"/>
                </a:lnTo>
                <a:lnTo>
                  <a:pt x="0" y="10565"/>
                </a:lnTo>
                <a:lnTo>
                  <a:pt x="1018" y="10565"/>
                </a:lnTo>
                <a:lnTo>
                  <a:pt x="2037" y="10565"/>
                </a:lnTo>
                <a:lnTo>
                  <a:pt x="3056" y="10565"/>
                </a:lnTo>
                <a:lnTo>
                  <a:pt x="4078" y="10565"/>
                </a:lnTo>
                <a:lnTo>
                  <a:pt x="5101" y="10565"/>
                </a:lnTo>
                <a:lnTo>
                  <a:pt x="6125" y="10565"/>
                </a:lnTo>
                <a:lnTo>
                  <a:pt x="7153" y="10565"/>
                </a:lnTo>
                <a:lnTo>
                  <a:pt x="8183" y="10565"/>
                </a:lnTo>
                <a:lnTo>
                  <a:pt x="9217" y="10565"/>
                </a:lnTo>
                <a:lnTo>
                  <a:pt x="10254" y="10565"/>
                </a:lnTo>
                <a:lnTo>
                  <a:pt x="11297" y="10565"/>
                </a:lnTo>
                <a:lnTo>
                  <a:pt x="12343" y="10565"/>
                </a:lnTo>
                <a:lnTo>
                  <a:pt x="12343" y="7073"/>
                </a:lnTo>
                <a:lnTo>
                  <a:pt x="12343" y="3560"/>
                </a:lnTo>
                <a:lnTo>
                  <a:pt x="12343" y="0"/>
                </a:lnTo>
                <a:close/>
              </a:path>
            </a:pathLst>
          </a:custGeom>
          <a:solidFill>
            <a:srgbClr val="DCE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1" name="contour_10169"/>
          <p:cNvSpPr/>
          <p:nvPr/>
        </p:nvSpPr>
        <p:spPr>
          <a:xfrm>
            <a:off x="5811616" y="1304048"/>
            <a:ext cx="51016" cy="44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25"/>
                </a:moveTo>
                <a:lnTo>
                  <a:pt x="16342" y="71"/>
                </a:lnTo>
                <a:lnTo>
                  <a:pt x="18443" y="117"/>
                </a:lnTo>
                <a:lnTo>
                  <a:pt x="19227" y="149"/>
                </a:lnTo>
                <a:lnTo>
                  <a:pt x="21600" y="246"/>
                </a:lnTo>
                <a:lnTo>
                  <a:pt x="21378" y="2530"/>
                </a:lnTo>
                <a:lnTo>
                  <a:pt x="21131" y="4794"/>
                </a:lnTo>
                <a:lnTo>
                  <a:pt x="20850" y="7036"/>
                </a:lnTo>
                <a:lnTo>
                  <a:pt x="20520" y="9257"/>
                </a:lnTo>
                <a:lnTo>
                  <a:pt x="20134" y="11467"/>
                </a:lnTo>
                <a:lnTo>
                  <a:pt x="19678" y="13663"/>
                </a:lnTo>
                <a:lnTo>
                  <a:pt x="19141" y="15856"/>
                </a:lnTo>
                <a:lnTo>
                  <a:pt x="18514" y="18041"/>
                </a:lnTo>
                <a:lnTo>
                  <a:pt x="16126" y="19457"/>
                </a:lnTo>
                <a:lnTo>
                  <a:pt x="14450" y="20351"/>
                </a:lnTo>
                <a:lnTo>
                  <a:pt x="13043" y="20892"/>
                </a:lnTo>
                <a:lnTo>
                  <a:pt x="11460" y="21251"/>
                </a:lnTo>
                <a:lnTo>
                  <a:pt x="9257" y="21600"/>
                </a:lnTo>
                <a:lnTo>
                  <a:pt x="9344" y="20586"/>
                </a:lnTo>
                <a:lnTo>
                  <a:pt x="9492" y="18799"/>
                </a:lnTo>
                <a:lnTo>
                  <a:pt x="9834" y="14703"/>
                </a:lnTo>
                <a:lnTo>
                  <a:pt x="9837" y="11809"/>
                </a:lnTo>
                <a:lnTo>
                  <a:pt x="9689" y="9908"/>
                </a:lnTo>
                <a:lnTo>
                  <a:pt x="9257" y="7364"/>
                </a:lnTo>
                <a:lnTo>
                  <a:pt x="6961" y="6050"/>
                </a:lnTo>
                <a:lnTo>
                  <a:pt x="5332" y="5210"/>
                </a:lnTo>
                <a:lnTo>
                  <a:pt x="3925" y="4673"/>
                </a:lnTo>
                <a:lnTo>
                  <a:pt x="2296" y="4257"/>
                </a:lnTo>
                <a:lnTo>
                  <a:pt x="0" y="3805"/>
                </a:lnTo>
                <a:lnTo>
                  <a:pt x="2049" y="2516"/>
                </a:lnTo>
                <a:lnTo>
                  <a:pt x="3996" y="1541"/>
                </a:lnTo>
                <a:lnTo>
                  <a:pt x="5894" y="836"/>
                </a:lnTo>
                <a:lnTo>
                  <a:pt x="7810" y="370"/>
                </a:lnTo>
                <a:lnTo>
                  <a:pt x="9803" y="103"/>
                </a:lnTo>
                <a:lnTo>
                  <a:pt x="11939" y="0"/>
                </a:lnTo>
                <a:lnTo>
                  <a:pt x="14271" y="25"/>
                </a:lnTo>
                <a:close/>
              </a:path>
            </a:pathLst>
          </a:custGeom>
          <a:solidFill>
            <a:srgbClr val="7A87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2" name="contour_10170"/>
          <p:cNvSpPr/>
          <p:nvPr/>
        </p:nvSpPr>
        <p:spPr>
          <a:xfrm>
            <a:off x="1613733" y="1302131"/>
            <a:ext cx="58304" cy="38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42" y="0"/>
                </a:moveTo>
                <a:lnTo>
                  <a:pt x="13333" y="61"/>
                </a:lnTo>
                <a:lnTo>
                  <a:pt x="14996" y="182"/>
                </a:lnTo>
                <a:lnTo>
                  <a:pt x="16643" y="365"/>
                </a:lnTo>
                <a:lnTo>
                  <a:pt x="18287" y="616"/>
                </a:lnTo>
                <a:lnTo>
                  <a:pt x="19937" y="940"/>
                </a:lnTo>
                <a:lnTo>
                  <a:pt x="21600" y="1345"/>
                </a:lnTo>
                <a:lnTo>
                  <a:pt x="20272" y="2090"/>
                </a:lnTo>
                <a:lnTo>
                  <a:pt x="18919" y="2848"/>
                </a:lnTo>
                <a:lnTo>
                  <a:pt x="17572" y="4112"/>
                </a:lnTo>
                <a:lnTo>
                  <a:pt x="16200" y="5396"/>
                </a:lnTo>
                <a:lnTo>
                  <a:pt x="15836" y="8333"/>
                </a:lnTo>
                <a:lnTo>
                  <a:pt x="15749" y="10500"/>
                </a:lnTo>
                <a:lnTo>
                  <a:pt x="15862" y="13753"/>
                </a:lnTo>
                <a:lnTo>
                  <a:pt x="15911" y="14904"/>
                </a:lnTo>
                <a:lnTo>
                  <a:pt x="16000" y="16941"/>
                </a:lnTo>
                <a:lnTo>
                  <a:pt x="16200" y="21600"/>
                </a:lnTo>
                <a:lnTo>
                  <a:pt x="14418" y="21600"/>
                </a:lnTo>
                <a:lnTo>
                  <a:pt x="12636" y="21600"/>
                </a:lnTo>
                <a:lnTo>
                  <a:pt x="10849" y="21600"/>
                </a:lnTo>
                <a:lnTo>
                  <a:pt x="9058" y="21600"/>
                </a:lnTo>
                <a:lnTo>
                  <a:pt x="7263" y="21600"/>
                </a:lnTo>
                <a:lnTo>
                  <a:pt x="5459" y="21600"/>
                </a:lnTo>
                <a:lnTo>
                  <a:pt x="3650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682" y="16305"/>
                </a:lnTo>
                <a:lnTo>
                  <a:pt x="3062" y="12056"/>
                </a:lnTo>
                <a:lnTo>
                  <a:pt x="4209" y="8714"/>
                </a:lnTo>
                <a:lnTo>
                  <a:pt x="5198" y="6158"/>
                </a:lnTo>
                <a:lnTo>
                  <a:pt x="6091" y="4254"/>
                </a:lnTo>
                <a:lnTo>
                  <a:pt x="6966" y="2876"/>
                </a:lnTo>
                <a:lnTo>
                  <a:pt x="7889" y="1888"/>
                </a:lnTo>
                <a:lnTo>
                  <a:pt x="8929" y="1167"/>
                </a:lnTo>
                <a:lnTo>
                  <a:pt x="10157" y="583"/>
                </a:lnTo>
                <a:lnTo>
                  <a:pt x="11642" y="0"/>
                </a:lnTo>
                <a:close/>
              </a:path>
            </a:pathLst>
          </a:custGeom>
          <a:solidFill>
            <a:srgbClr val="E8E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3" name="contour_10171"/>
          <p:cNvSpPr/>
          <p:nvPr/>
        </p:nvSpPr>
        <p:spPr>
          <a:xfrm>
            <a:off x="3770978" y="1206906"/>
            <a:ext cx="87456" cy="320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00" y="1955"/>
                </a:moveTo>
                <a:lnTo>
                  <a:pt x="20156" y="4872"/>
                </a:lnTo>
                <a:lnTo>
                  <a:pt x="20515" y="7799"/>
                </a:lnTo>
                <a:lnTo>
                  <a:pt x="20873" y="10736"/>
                </a:lnTo>
                <a:lnTo>
                  <a:pt x="21235" y="13698"/>
                </a:lnTo>
                <a:lnTo>
                  <a:pt x="21600" y="16689"/>
                </a:lnTo>
                <a:lnTo>
                  <a:pt x="21004" y="16826"/>
                </a:lnTo>
                <a:lnTo>
                  <a:pt x="20455" y="16949"/>
                </a:lnTo>
                <a:lnTo>
                  <a:pt x="19928" y="17067"/>
                </a:lnTo>
                <a:lnTo>
                  <a:pt x="19395" y="17190"/>
                </a:lnTo>
                <a:lnTo>
                  <a:pt x="18830" y="17317"/>
                </a:lnTo>
                <a:lnTo>
                  <a:pt x="18209" y="17460"/>
                </a:lnTo>
                <a:lnTo>
                  <a:pt x="17501" y="17622"/>
                </a:lnTo>
                <a:lnTo>
                  <a:pt x="16686" y="17808"/>
                </a:lnTo>
                <a:lnTo>
                  <a:pt x="15732" y="18025"/>
                </a:lnTo>
                <a:lnTo>
                  <a:pt x="14614" y="18275"/>
                </a:lnTo>
                <a:lnTo>
                  <a:pt x="13306" y="18575"/>
                </a:lnTo>
                <a:lnTo>
                  <a:pt x="11783" y="18918"/>
                </a:lnTo>
                <a:lnTo>
                  <a:pt x="10017" y="19321"/>
                </a:lnTo>
                <a:lnTo>
                  <a:pt x="7983" y="19783"/>
                </a:lnTo>
                <a:lnTo>
                  <a:pt x="5652" y="20313"/>
                </a:lnTo>
                <a:lnTo>
                  <a:pt x="3001" y="20917"/>
                </a:lnTo>
                <a:lnTo>
                  <a:pt x="0" y="21600"/>
                </a:lnTo>
                <a:lnTo>
                  <a:pt x="0" y="18354"/>
                </a:lnTo>
                <a:lnTo>
                  <a:pt x="0" y="15088"/>
                </a:lnTo>
                <a:lnTo>
                  <a:pt x="0" y="11777"/>
                </a:lnTo>
                <a:lnTo>
                  <a:pt x="1008" y="9945"/>
                </a:lnTo>
                <a:lnTo>
                  <a:pt x="2086" y="8246"/>
                </a:lnTo>
                <a:lnTo>
                  <a:pt x="3226" y="6694"/>
                </a:lnTo>
                <a:lnTo>
                  <a:pt x="4419" y="5285"/>
                </a:lnTo>
                <a:lnTo>
                  <a:pt x="5656" y="4027"/>
                </a:lnTo>
                <a:lnTo>
                  <a:pt x="6930" y="2927"/>
                </a:lnTo>
                <a:lnTo>
                  <a:pt x="8231" y="1994"/>
                </a:lnTo>
                <a:lnTo>
                  <a:pt x="9553" y="1233"/>
                </a:lnTo>
                <a:lnTo>
                  <a:pt x="10883" y="643"/>
                </a:lnTo>
                <a:lnTo>
                  <a:pt x="12217" y="241"/>
                </a:lnTo>
                <a:lnTo>
                  <a:pt x="13545" y="25"/>
                </a:lnTo>
                <a:lnTo>
                  <a:pt x="14859" y="0"/>
                </a:lnTo>
                <a:lnTo>
                  <a:pt x="16150" y="172"/>
                </a:lnTo>
                <a:lnTo>
                  <a:pt x="17410" y="555"/>
                </a:lnTo>
                <a:lnTo>
                  <a:pt x="18628" y="1144"/>
                </a:lnTo>
                <a:lnTo>
                  <a:pt x="19800" y="1955"/>
                </a:lnTo>
                <a:close/>
              </a:path>
            </a:pathLst>
          </a:custGeom>
          <a:solidFill>
            <a:srgbClr val="E2E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4" name="contour_10172"/>
          <p:cNvSpPr/>
          <p:nvPr/>
        </p:nvSpPr>
        <p:spPr>
          <a:xfrm>
            <a:off x="4922481" y="1042183"/>
            <a:ext cx="307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71" y="568"/>
                </a:lnTo>
                <a:lnTo>
                  <a:pt x="10158" y="1000"/>
                </a:lnTo>
                <a:lnTo>
                  <a:pt x="13134" y="1382"/>
                </a:lnTo>
                <a:lnTo>
                  <a:pt x="15465" y="1802"/>
                </a:lnTo>
                <a:lnTo>
                  <a:pt x="17709" y="2339"/>
                </a:lnTo>
                <a:lnTo>
                  <a:pt x="20450" y="3086"/>
                </a:lnTo>
                <a:lnTo>
                  <a:pt x="21217" y="5196"/>
                </a:lnTo>
                <a:lnTo>
                  <a:pt x="21600" y="6733"/>
                </a:lnTo>
                <a:lnTo>
                  <a:pt x="21600" y="8140"/>
                </a:lnTo>
                <a:lnTo>
                  <a:pt x="21217" y="9862"/>
                </a:lnTo>
                <a:lnTo>
                  <a:pt x="20450" y="12343"/>
                </a:lnTo>
                <a:lnTo>
                  <a:pt x="19923" y="14065"/>
                </a:lnTo>
                <a:lnTo>
                  <a:pt x="19391" y="15796"/>
                </a:lnTo>
                <a:lnTo>
                  <a:pt x="18855" y="17552"/>
                </a:lnTo>
                <a:lnTo>
                  <a:pt x="17694" y="18888"/>
                </a:lnTo>
                <a:lnTo>
                  <a:pt x="16523" y="20236"/>
                </a:lnTo>
                <a:lnTo>
                  <a:pt x="15337" y="21600"/>
                </a:lnTo>
                <a:lnTo>
                  <a:pt x="12300" y="21600"/>
                </a:lnTo>
                <a:lnTo>
                  <a:pt x="9253" y="21600"/>
                </a:lnTo>
                <a:lnTo>
                  <a:pt x="6196" y="21600"/>
                </a:lnTo>
                <a:lnTo>
                  <a:pt x="3113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B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5" name="contour_10173"/>
          <p:cNvSpPr/>
          <p:nvPr/>
        </p:nvSpPr>
        <p:spPr>
          <a:xfrm>
            <a:off x="4477913" y="105675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433" y="20930"/>
                </a:lnTo>
                <a:lnTo>
                  <a:pt x="17269" y="20244"/>
                </a:lnTo>
                <a:lnTo>
                  <a:pt x="15109" y="19539"/>
                </a:lnTo>
                <a:lnTo>
                  <a:pt x="12953" y="18822"/>
                </a:lnTo>
                <a:lnTo>
                  <a:pt x="10800" y="18092"/>
                </a:lnTo>
                <a:lnTo>
                  <a:pt x="8791" y="17440"/>
                </a:lnTo>
                <a:lnTo>
                  <a:pt x="6772" y="16783"/>
                </a:lnTo>
                <a:lnTo>
                  <a:pt x="4723" y="16114"/>
                </a:lnTo>
                <a:lnTo>
                  <a:pt x="4028" y="15651"/>
                </a:lnTo>
                <a:lnTo>
                  <a:pt x="2804" y="14835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ED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6" name="contour_10174"/>
          <p:cNvSpPr/>
          <p:nvPr/>
        </p:nvSpPr>
        <p:spPr>
          <a:xfrm>
            <a:off x="4849601" y="481007"/>
            <a:ext cx="94744" cy="524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99" y="510"/>
                </a:lnTo>
                <a:lnTo>
                  <a:pt x="1997" y="1029"/>
                </a:lnTo>
                <a:lnTo>
                  <a:pt x="2994" y="1555"/>
                </a:lnTo>
                <a:lnTo>
                  <a:pt x="3989" y="2089"/>
                </a:lnTo>
                <a:lnTo>
                  <a:pt x="4985" y="2626"/>
                </a:lnTo>
                <a:lnTo>
                  <a:pt x="5912" y="3112"/>
                </a:lnTo>
                <a:lnTo>
                  <a:pt x="6844" y="3605"/>
                </a:lnTo>
                <a:lnTo>
                  <a:pt x="7789" y="4103"/>
                </a:lnTo>
                <a:lnTo>
                  <a:pt x="8509" y="4730"/>
                </a:lnTo>
                <a:lnTo>
                  <a:pt x="9235" y="5363"/>
                </a:lnTo>
                <a:lnTo>
                  <a:pt x="9969" y="6003"/>
                </a:lnTo>
                <a:lnTo>
                  <a:pt x="9969" y="7986"/>
                </a:lnTo>
                <a:lnTo>
                  <a:pt x="9969" y="9982"/>
                </a:lnTo>
                <a:lnTo>
                  <a:pt x="9969" y="12005"/>
                </a:lnTo>
                <a:lnTo>
                  <a:pt x="11068" y="12005"/>
                </a:lnTo>
                <a:lnTo>
                  <a:pt x="12172" y="12005"/>
                </a:lnTo>
                <a:lnTo>
                  <a:pt x="13292" y="12005"/>
                </a:lnTo>
                <a:lnTo>
                  <a:pt x="13292" y="13989"/>
                </a:lnTo>
                <a:lnTo>
                  <a:pt x="13292" y="15985"/>
                </a:lnTo>
                <a:lnTo>
                  <a:pt x="13292" y="18008"/>
                </a:lnTo>
                <a:lnTo>
                  <a:pt x="14467" y="18008"/>
                </a:lnTo>
                <a:lnTo>
                  <a:pt x="15643" y="18008"/>
                </a:lnTo>
                <a:lnTo>
                  <a:pt x="16823" y="18008"/>
                </a:lnTo>
                <a:lnTo>
                  <a:pt x="18008" y="18008"/>
                </a:lnTo>
                <a:lnTo>
                  <a:pt x="19197" y="18008"/>
                </a:lnTo>
                <a:lnTo>
                  <a:pt x="20394" y="18008"/>
                </a:lnTo>
                <a:lnTo>
                  <a:pt x="21600" y="18008"/>
                </a:lnTo>
                <a:lnTo>
                  <a:pt x="21600" y="19496"/>
                </a:lnTo>
                <a:lnTo>
                  <a:pt x="21600" y="21009"/>
                </a:lnTo>
                <a:lnTo>
                  <a:pt x="19344" y="21243"/>
                </a:lnTo>
                <a:lnTo>
                  <a:pt x="17453" y="21426"/>
                </a:lnTo>
                <a:lnTo>
                  <a:pt x="15878" y="21549"/>
                </a:lnTo>
                <a:lnTo>
                  <a:pt x="14575" y="21600"/>
                </a:lnTo>
                <a:lnTo>
                  <a:pt x="13500" y="21573"/>
                </a:lnTo>
                <a:lnTo>
                  <a:pt x="12608" y="21456"/>
                </a:lnTo>
                <a:lnTo>
                  <a:pt x="11850" y="21240"/>
                </a:lnTo>
                <a:lnTo>
                  <a:pt x="11184" y="20919"/>
                </a:lnTo>
                <a:lnTo>
                  <a:pt x="10562" y="20481"/>
                </a:lnTo>
                <a:lnTo>
                  <a:pt x="9941" y="19919"/>
                </a:lnTo>
                <a:lnTo>
                  <a:pt x="9273" y="19223"/>
                </a:lnTo>
                <a:lnTo>
                  <a:pt x="8515" y="18383"/>
                </a:lnTo>
                <a:lnTo>
                  <a:pt x="7899" y="17266"/>
                </a:lnTo>
                <a:lnTo>
                  <a:pt x="7276" y="16144"/>
                </a:lnTo>
                <a:lnTo>
                  <a:pt x="6646" y="15006"/>
                </a:lnTo>
                <a:lnTo>
                  <a:pt x="6646" y="13022"/>
                </a:lnTo>
                <a:lnTo>
                  <a:pt x="6646" y="11027"/>
                </a:lnTo>
                <a:lnTo>
                  <a:pt x="6646" y="9004"/>
                </a:lnTo>
                <a:lnTo>
                  <a:pt x="5555" y="8259"/>
                </a:lnTo>
                <a:lnTo>
                  <a:pt x="4692" y="7872"/>
                </a:lnTo>
                <a:lnTo>
                  <a:pt x="3323" y="7503"/>
                </a:lnTo>
                <a:lnTo>
                  <a:pt x="1954" y="7134"/>
                </a:lnTo>
                <a:lnTo>
                  <a:pt x="1092" y="6747"/>
                </a:lnTo>
                <a:lnTo>
                  <a:pt x="0" y="6003"/>
                </a:lnTo>
                <a:lnTo>
                  <a:pt x="0" y="4019"/>
                </a:lnTo>
                <a:lnTo>
                  <a:pt x="0" y="2023"/>
                </a:lnTo>
                <a:lnTo>
                  <a:pt x="0" y="0"/>
                </a:lnTo>
                <a:close/>
              </a:path>
            </a:pathLst>
          </a:custGeom>
          <a:solidFill>
            <a:srgbClr val="B1B1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7" name="contour_10175"/>
          <p:cNvSpPr/>
          <p:nvPr/>
        </p:nvSpPr>
        <p:spPr>
          <a:xfrm>
            <a:off x="1475261" y="6333265"/>
            <a:ext cx="11660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991" y="0"/>
                </a:lnTo>
                <a:lnTo>
                  <a:pt x="9883" y="0"/>
                </a:lnTo>
                <a:lnTo>
                  <a:pt x="10780" y="0"/>
                </a:lnTo>
                <a:lnTo>
                  <a:pt x="11680" y="0"/>
                </a:lnTo>
                <a:lnTo>
                  <a:pt x="12586" y="0"/>
                </a:lnTo>
                <a:lnTo>
                  <a:pt x="13500" y="0"/>
                </a:lnTo>
                <a:lnTo>
                  <a:pt x="13500" y="4759"/>
                </a:lnTo>
                <a:lnTo>
                  <a:pt x="13500" y="9547"/>
                </a:lnTo>
                <a:lnTo>
                  <a:pt x="13500" y="14400"/>
                </a:lnTo>
                <a:lnTo>
                  <a:pt x="14391" y="14400"/>
                </a:lnTo>
                <a:lnTo>
                  <a:pt x="15283" y="14400"/>
                </a:lnTo>
                <a:lnTo>
                  <a:pt x="16176" y="14400"/>
                </a:lnTo>
                <a:lnTo>
                  <a:pt x="17071" y="14400"/>
                </a:lnTo>
                <a:lnTo>
                  <a:pt x="17969" y="14400"/>
                </a:lnTo>
                <a:lnTo>
                  <a:pt x="18870" y="14400"/>
                </a:lnTo>
                <a:lnTo>
                  <a:pt x="19775" y="14400"/>
                </a:lnTo>
                <a:lnTo>
                  <a:pt x="20685" y="14400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20670" y="21600"/>
                </a:lnTo>
                <a:lnTo>
                  <a:pt x="19741" y="21600"/>
                </a:lnTo>
                <a:lnTo>
                  <a:pt x="18811" y="21600"/>
                </a:lnTo>
                <a:lnTo>
                  <a:pt x="17879" y="21600"/>
                </a:lnTo>
                <a:lnTo>
                  <a:pt x="16949" y="21600"/>
                </a:lnTo>
                <a:lnTo>
                  <a:pt x="16018" y="21600"/>
                </a:lnTo>
                <a:lnTo>
                  <a:pt x="15086" y="21600"/>
                </a:lnTo>
                <a:lnTo>
                  <a:pt x="14153" y="21600"/>
                </a:lnTo>
                <a:lnTo>
                  <a:pt x="13219" y="21600"/>
                </a:lnTo>
                <a:lnTo>
                  <a:pt x="12285" y="21600"/>
                </a:lnTo>
                <a:lnTo>
                  <a:pt x="11349" y="21600"/>
                </a:lnTo>
                <a:lnTo>
                  <a:pt x="10413" y="21600"/>
                </a:lnTo>
                <a:lnTo>
                  <a:pt x="9474" y="21600"/>
                </a:lnTo>
                <a:lnTo>
                  <a:pt x="8535" y="21600"/>
                </a:lnTo>
                <a:lnTo>
                  <a:pt x="7594" y="21600"/>
                </a:lnTo>
                <a:lnTo>
                  <a:pt x="6651" y="21600"/>
                </a:lnTo>
                <a:lnTo>
                  <a:pt x="5708" y="21600"/>
                </a:lnTo>
                <a:lnTo>
                  <a:pt x="4761" y="21600"/>
                </a:lnTo>
                <a:lnTo>
                  <a:pt x="3814" y="21600"/>
                </a:lnTo>
                <a:lnTo>
                  <a:pt x="2863" y="21600"/>
                </a:lnTo>
                <a:lnTo>
                  <a:pt x="1912" y="21600"/>
                </a:lnTo>
                <a:lnTo>
                  <a:pt x="957" y="21600"/>
                </a:lnTo>
                <a:lnTo>
                  <a:pt x="0" y="21600"/>
                </a:lnTo>
                <a:lnTo>
                  <a:pt x="0" y="18029"/>
                </a:lnTo>
                <a:lnTo>
                  <a:pt x="0" y="14400"/>
                </a:lnTo>
                <a:lnTo>
                  <a:pt x="891" y="14400"/>
                </a:lnTo>
                <a:lnTo>
                  <a:pt x="1783" y="14400"/>
                </a:lnTo>
                <a:lnTo>
                  <a:pt x="2676" y="14400"/>
                </a:lnTo>
                <a:lnTo>
                  <a:pt x="3571" y="14400"/>
                </a:lnTo>
                <a:lnTo>
                  <a:pt x="4469" y="14400"/>
                </a:lnTo>
                <a:lnTo>
                  <a:pt x="5370" y="14400"/>
                </a:lnTo>
                <a:lnTo>
                  <a:pt x="6275" y="14400"/>
                </a:lnTo>
                <a:lnTo>
                  <a:pt x="7185" y="14400"/>
                </a:lnTo>
                <a:lnTo>
                  <a:pt x="8100" y="14400"/>
                </a:lnTo>
                <a:lnTo>
                  <a:pt x="8100" y="9641"/>
                </a:lnTo>
                <a:lnTo>
                  <a:pt x="8100" y="4853"/>
                </a:lnTo>
                <a:lnTo>
                  <a:pt x="8100" y="0"/>
                </a:lnTo>
                <a:close/>
              </a:path>
            </a:pathLst>
          </a:custGeom>
          <a:solidFill>
            <a:srgbClr val="ABC3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8" name="contour_10176"/>
          <p:cNvSpPr/>
          <p:nvPr/>
        </p:nvSpPr>
        <p:spPr>
          <a:xfrm>
            <a:off x="7356670" y="6295447"/>
            <a:ext cx="80168" cy="30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75"/>
                </a:moveTo>
                <a:lnTo>
                  <a:pt x="2657" y="624"/>
                </a:lnTo>
                <a:lnTo>
                  <a:pt x="4992" y="340"/>
                </a:lnTo>
                <a:lnTo>
                  <a:pt x="7038" y="129"/>
                </a:lnTo>
                <a:lnTo>
                  <a:pt x="8825" y="10"/>
                </a:lnTo>
                <a:lnTo>
                  <a:pt x="10384" y="0"/>
                </a:lnTo>
                <a:lnTo>
                  <a:pt x="11746" y="113"/>
                </a:lnTo>
                <a:lnTo>
                  <a:pt x="12946" y="361"/>
                </a:lnTo>
                <a:lnTo>
                  <a:pt x="14014" y="763"/>
                </a:lnTo>
                <a:lnTo>
                  <a:pt x="14983" y="1335"/>
                </a:lnTo>
                <a:lnTo>
                  <a:pt x="15882" y="2083"/>
                </a:lnTo>
                <a:lnTo>
                  <a:pt x="16742" y="3037"/>
                </a:lnTo>
                <a:lnTo>
                  <a:pt x="17598" y="4197"/>
                </a:lnTo>
                <a:lnTo>
                  <a:pt x="18482" y="5589"/>
                </a:lnTo>
                <a:lnTo>
                  <a:pt x="19420" y="7229"/>
                </a:lnTo>
                <a:lnTo>
                  <a:pt x="20449" y="9122"/>
                </a:lnTo>
                <a:lnTo>
                  <a:pt x="21600" y="11287"/>
                </a:lnTo>
                <a:lnTo>
                  <a:pt x="21600" y="14696"/>
                </a:lnTo>
                <a:lnTo>
                  <a:pt x="21600" y="18125"/>
                </a:lnTo>
                <a:lnTo>
                  <a:pt x="21600" y="21600"/>
                </a:lnTo>
                <a:lnTo>
                  <a:pt x="18641" y="21064"/>
                </a:lnTo>
                <a:lnTo>
                  <a:pt x="16068" y="20579"/>
                </a:lnTo>
                <a:lnTo>
                  <a:pt x="13848" y="20120"/>
                </a:lnTo>
                <a:lnTo>
                  <a:pt x="11943" y="19672"/>
                </a:lnTo>
                <a:lnTo>
                  <a:pt x="10323" y="19202"/>
                </a:lnTo>
                <a:lnTo>
                  <a:pt x="8950" y="18692"/>
                </a:lnTo>
                <a:lnTo>
                  <a:pt x="7788" y="18119"/>
                </a:lnTo>
                <a:lnTo>
                  <a:pt x="6806" y="17459"/>
                </a:lnTo>
                <a:lnTo>
                  <a:pt x="5966" y="16686"/>
                </a:lnTo>
                <a:lnTo>
                  <a:pt x="5231" y="15778"/>
                </a:lnTo>
                <a:lnTo>
                  <a:pt x="4571" y="14711"/>
                </a:lnTo>
                <a:lnTo>
                  <a:pt x="3951" y="13463"/>
                </a:lnTo>
                <a:lnTo>
                  <a:pt x="3332" y="12009"/>
                </a:lnTo>
                <a:lnTo>
                  <a:pt x="2680" y="10323"/>
                </a:lnTo>
                <a:lnTo>
                  <a:pt x="1964" y="8389"/>
                </a:lnTo>
                <a:lnTo>
                  <a:pt x="1316" y="5940"/>
                </a:lnTo>
                <a:lnTo>
                  <a:pt x="662" y="3475"/>
                </a:lnTo>
                <a:lnTo>
                  <a:pt x="0" y="975"/>
                </a:lnTo>
                <a:close/>
              </a:path>
            </a:pathLst>
          </a:custGeom>
          <a:solidFill>
            <a:srgbClr val="FA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79" name="contour_10177"/>
          <p:cNvSpPr/>
          <p:nvPr/>
        </p:nvSpPr>
        <p:spPr>
          <a:xfrm>
            <a:off x="7982607" y="6092761"/>
            <a:ext cx="44559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3" y="0"/>
                </a:moveTo>
                <a:lnTo>
                  <a:pt x="1109" y="793"/>
                </a:lnTo>
                <a:lnTo>
                  <a:pt x="1823" y="1597"/>
                </a:lnTo>
                <a:lnTo>
                  <a:pt x="3130" y="2610"/>
                </a:lnTo>
                <a:lnTo>
                  <a:pt x="4360" y="3237"/>
                </a:lnTo>
                <a:lnTo>
                  <a:pt x="6232" y="3733"/>
                </a:lnTo>
                <a:lnTo>
                  <a:pt x="9454" y="4362"/>
                </a:lnTo>
                <a:lnTo>
                  <a:pt x="11132" y="4568"/>
                </a:lnTo>
                <a:lnTo>
                  <a:pt x="12821" y="4774"/>
                </a:lnTo>
                <a:lnTo>
                  <a:pt x="14534" y="4985"/>
                </a:lnTo>
                <a:lnTo>
                  <a:pt x="13676" y="5114"/>
                </a:lnTo>
                <a:lnTo>
                  <a:pt x="11083" y="5510"/>
                </a:lnTo>
                <a:lnTo>
                  <a:pt x="8974" y="6201"/>
                </a:lnTo>
                <a:lnTo>
                  <a:pt x="7772" y="6782"/>
                </a:lnTo>
                <a:lnTo>
                  <a:pt x="7023" y="7568"/>
                </a:lnTo>
                <a:lnTo>
                  <a:pt x="6281" y="8873"/>
                </a:lnTo>
                <a:lnTo>
                  <a:pt x="6232" y="10021"/>
                </a:lnTo>
                <a:lnTo>
                  <a:pt x="6221" y="11136"/>
                </a:lnTo>
                <a:lnTo>
                  <a:pt x="6271" y="12227"/>
                </a:lnTo>
                <a:lnTo>
                  <a:pt x="6398" y="13309"/>
                </a:lnTo>
                <a:lnTo>
                  <a:pt x="6628" y="14392"/>
                </a:lnTo>
                <a:lnTo>
                  <a:pt x="6977" y="15491"/>
                </a:lnTo>
                <a:lnTo>
                  <a:pt x="7468" y="16615"/>
                </a:lnTo>
                <a:lnTo>
                  <a:pt x="9295" y="17351"/>
                </a:lnTo>
                <a:lnTo>
                  <a:pt x="11150" y="17971"/>
                </a:lnTo>
                <a:lnTo>
                  <a:pt x="13054" y="18491"/>
                </a:lnTo>
                <a:lnTo>
                  <a:pt x="15032" y="18932"/>
                </a:lnTo>
                <a:lnTo>
                  <a:pt x="17103" y="19309"/>
                </a:lnTo>
                <a:lnTo>
                  <a:pt x="19286" y="19638"/>
                </a:lnTo>
                <a:lnTo>
                  <a:pt x="21600" y="19938"/>
                </a:lnTo>
                <a:lnTo>
                  <a:pt x="19448" y="20178"/>
                </a:lnTo>
                <a:lnTo>
                  <a:pt x="17297" y="20412"/>
                </a:lnTo>
                <a:lnTo>
                  <a:pt x="15142" y="20645"/>
                </a:lnTo>
                <a:lnTo>
                  <a:pt x="12987" y="20872"/>
                </a:lnTo>
                <a:lnTo>
                  <a:pt x="10584" y="21133"/>
                </a:lnTo>
                <a:lnTo>
                  <a:pt x="8143" y="21399"/>
                </a:lnTo>
                <a:lnTo>
                  <a:pt x="6055" y="21499"/>
                </a:lnTo>
                <a:lnTo>
                  <a:pt x="3936" y="21600"/>
                </a:lnTo>
                <a:lnTo>
                  <a:pt x="1887" y="20608"/>
                </a:lnTo>
                <a:lnTo>
                  <a:pt x="795" y="19894"/>
                </a:lnTo>
                <a:lnTo>
                  <a:pt x="290" y="19113"/>
                </a:lnTo>
                <a:lnTo>
                  <a:pt x="0" y="17920"/>
                </a:lnTo>
                <a:lnTo>
                  <a:pt x="21" y="17092"/>
                </a:lnTo>
                <a:lnTo>
                  <a:pt x="39" y="16258"/>
                </a:lnTo>
                <a:lnTo>
                  <a:pt x="57" y="15414"/>
                </a:lnTo>
                <a:lnTo>
                  <a:pt x="71" y="14519"/>
                </a:lnTo>
                <a:lnTo>
                  <a:pt x="81" y="13618"/>
                </a:lnTo>
                <a:lnTo>
                  <a:pt x="92" y="12704"/>
                </a:lnTo>
                <a:lnTo>
                  <a:pt x="120" y="11767"/>
                </a:lnTo>
                <a:lnTo>
                  <a:pt x="152" y="10823"/>
                </a:lnTo>
                <a:lnTo>
                  <a:pt x="184" y="9866"/>
                </a:lnTo>
                <a:lnTo>
                  <a:pt x="198" y="8921"/>
                </a:lnTo>
                <a:lnTo>
                  <a:pt x="216" y="7970"/>
                </a:lnTo>
                <a:lnTo>
                  <a:pt x="230" y="7007"/>
                </a:lnTo>
                <a:lnTo>
                  <a:pt x="251" y="5839"/>
                </a:lnTo>
                <a:lnTo>
                  <a:pt x="276" y="4671"/>
                </a:lnTo>
                <a:lnTo>
                  <a:pt x="304" y="3504"/>
                </a:lnTo>
                <a:lnTo>
                  <a:pt x="336" y="2336"/>
                </a:lnTo>
                <a:lnTo>
                  <a:pt x="367" y="1168"/>
                </a:lnTo>
                <a:lnTo>
                  <a:pt x="403" y="0"/>
                </a:lnTo>
                <a:close/>
              </a:path>
            </a:pathLst>
          </a:custGeom>
          <a:solidFill>
            <a:srgbClr val="E5E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0" name="contour_10178"/>
          <p:cNvSpPr/>
          <p:nvPr/>
        </p:nvSpPr>
        <p:spPr>
          <a:xfrm>
            <a:off x="4281138" y="6049033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2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1400" y="19273"/>
                </a:lnTo>
                <a:lnTo>
                  <a:pt x="2728" y="17091"/>
                </a:lnTo>
                <a:lnTo>
                  <a:pt x="4009" y="15034"/>
                </a:lnTo>
                <a:lnTo>
                  <a:pt x="5268" y="13100"/>
                </a:lnTo>
                <a:lnTo>
                  <a:pt x="6525" y="11270"/>
                </a:lnTo>
                <a:lnTo>
                  <a:pt x="7806" y="9531"/>
                </a:lnTo>
                <a:lnTo>
                  <a:pt x="9130" y="7868"/>
                </a:lnTo>
                <a:lnTo>
                  <a:pt x="10526" y="6269"/>
                </a:lnTo>
                <a:lnTo>
                  <a:pt x="12014" y="4725"/>
                </a:lnTo>
                <a:lnTo>
                  <a:pt x="13357" y="3364"/>
                </a:lnTo>
                <a:lnTo>
                  <a:pt x="14723" y="1982"/>
                </a:lnTo>
                <a:lnTo>
                  <a:pt x="16006" y="1015"/>
                </a:lnTo>
                <a:lnTo>
                  <a:pt x="17004" y="427"/>
                </a:lnTo>
                <a:lnTo>
                  <a:pt x="18049" y="124"/>
                </a:lnTo>
                <a:lnTo>
                  <a:pt x="19472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3431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1" name="contour_10179"/>
          <p:cNvSpPr/>
          <p:nvPr/>
        </p:nvSpPr>
        <p:spPr>
          <a:xfrm>
            <a:off x="10687282" y="6019881"/>
            <a:ext cx="51016" cy="297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492" y="5676"/>
                </a:lnTo>
                <a:lnTo>
                  <a:pt x="19641" y="9846"/>
                </a:lnTo>
                <a:lnTo>
                  <a:pt x="18937" y="12893"/>
                </a:lnTo>
                <a:lnTo>
                  <a:pt x="18271" y="15177"/>
                </a:lnTo>
                <a:lnTo>
                  <a:pt x="17536" y="17080"/>
                </a:lnTo>
                <a:lnTo>
                  <a:pt x="16626" y="18961"/>
                </a:lnTo>
                <a:lnTo>
                  <a:pt x="15429" y="21197"/>
                </a:lnTo>
                <a:lnTo>
                  <a:pt x="13346" y="21515"/>
                </a:lnTo>
                <a:lnTo>
                  <a:pt x="11318" y="21600"/>
                </a:lnTo>
                <a:lnTo>
                  <a:pt x="9340" y="21415"/>
                </a:lnTo>
                <a:lnTo>
                  <a:pt x="7406" y="20959"/>
                </a:lnTo>
                <a:lnTo>
                  <a:pt x="5511" y="20196"/>
                </a:lnTo>
                <a:lnTo>
                  <a:pt x="3650" y="19109"/>
                </a:lnTo>
                <a:lnTo>
                  <a:pt x="1814" y="17684"/>
                </a:lnTo>
                <a:lnTo>
                  <a:pt x="0" y="15898"/>
                </a:lnTo>
                <a:lnTo>
                  <a:pt x="0" y="12750"/>
                </a:lnTo>
                <a:lnTo>
                  <a:pt x="0" y="9592"/>
                </a:lnTo>
                <a:lnTo>
                  <a:pt x="0" y="6423"/>
                </a:lnTo>
                <a:lnTo>
                  <a:pt x="0" y="3227"/>
                </a:lnTo>
                <a:lnTo>
                  <a:pt x="0" y="0"/>
                </a:lnTo>
                <a:close/>
              </a:path>
            </a:pathLst>
          </a:custGeom>
          <a:solidFill>
            <a:srgbClr val="8A72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2" name="contour_10180"/>
          <p:cNvSpPr/>
          <p:nvPr/>
        </p:nvSpPr>
        <p:spPr>
          <a:xfrm>
            <a:off x="804766" y="6005305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95" y="331"/>
                </a:lnTo>
                <a:lnTo>
                  <a:pt x="2974" y="716"/>
                </a:lnTo>
                <a:lnTo>
                  <a:pt x="4439" y="1159"/>
                </a:lnTo>
                <a:lnTo>
                  <a:pt x="5886" y="1663"/>
                </a:lnTo>
                <a:lnTo>
                  <a:pt x="7318" y="2232"/>
                </a:lnTo>
                <a:lnTo>
                  <a:pt x="8731" y="2876"/>
                </a:lnTo>
                <a:lnTo>
                  <a:pt x="10124" y="3596"/>
                </a:lnTo>
                <a:lnTo>
                  <a:pt x="11496" y="4399"/>
                </a:lnTo>
                <a:lnTo>
                  <a:pt x="12846" y="5288"/>
                </a:lnTo>
                <a:lnTo>
                  <a:pt x="14174" y="6271"/>
                </a:lnTo>
                <a:lnTo>
                  <a:pt x="15476" y="7351"/>
                </a:lnTo>
                <a:lnTo>
                  <a:pt x="16755" y="8536"/>
                </a:lnTo>
                <a:lnTo>
                  <a:pt x="18008" y="9828"/>
                </a:lnTo>
                <a:lnTo>
                  <a:pt x="19235" y="11232"/>
                </a:lnTo>
                <a:lnTo>
                  <a:pt x="20431" y="12755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8589" y="20552"/>
                </a:lnTo>
                <a:lnTo>
                  <a:pt x="15999" y="19631"/>
                </a:lnTo>
                <a:lnTo>
                  <a:pt x="13787" y="18806"/>
                </a:lnTo>
                <a:lnTo>
                  <a:pt x="11910" y="18047"/>
                </a:lnTo>
                <a:lnTo>
                  <a:pt x="10325" y="17316"/>
                </a:lnTo>
                <a:lnTo>
                  <a:pt x="8992" y="16582"/>
                </a:lnTo>
                <a:lnTo>
                  <a:pt x="7867" y="15815"/>
                </a:lnTo>
                <a:lnTo>
                  <a:pt x="6910" y="14980"/>
                </a:lnTo>
                <a:lnTo>
                  <a:pt x="6076" y="14047"/>
                </a:lnTo>
                <a:lnTo>
                  <a:pt x="5324" y="12982"/>
                </a:lnTo>
                <a:lnTo>
                  <a:pt x="4612" y="11750"/>
                </a:lnTo>
                <a:lnTo>
                  <a:pt x="3899" y="10325"/>
                </a:lnTo>
                <a:lnTo>
                  <a:pt x="3138" y="8669"/>
                </a:lnTo>
                <a:lnTo>
                  <a:pt x="2294" y="6750"/>
                </a:lnTo>
                <a:lnTo>
                  <a:pt x="1696" y="5087"/>
                </a:lnTo>
                <a:lnTo>
                  <a:pt x="1108" y="3413"/>
                </a:lnTo>
                <a:lnTo>
                  <a:pt x="542" y="1717"/>
                </a:lnTo>
                <a:lnTo>
                  <a:pt x="0" y="0"/>
                </a:lnTo>
                <a:close/>
              </a:path>
            </a:pathLst>
          </a:custGeom>
          <a:solidFill>
            <a:srgbClr val="BABC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3" name="contour_10181"/>
          <p:cNvSpPr/>
          <p:nvPr/>
        </p:nvSpPr>
        <p:spPr>
          <a:xfrm>
            <a:off x="1978132" y="5939713"/>
            <a:ext cx="58304" cy="80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423" y="1068"/>
                </a:lnTo>
                <a:lnTo>
                  <a:pt x="18320" y="1884"/>
                </a:lnTo>
                <a:lnTo>
                  <a:pt x="19035" y="2610"/>
                </a:lnTo>
                <a:lnTo>
                  <a:pt x="19718" y="3411"/>
                </a:lnTo>
                <a:lnTo>
                  <a:pt x="20525" y="4449"/>
                </a:lnTo>
                <a:lnTo>
                  <a:pt x="21600" y="5887"/>
                </a:lnTo>
                <a:lnTo>
                  <a:pt x="21246" y="7282"/>
                </a:lnTo>
                <a:lnTo>
                  <a:pt x="20814" y="8635"/>
                </a:lnTo>
                <a:lnTo>
                  <a:pt x="20299" y="9951"/>
                </a:lnTo>
                <a:lnTo>
                  <a:pt x="19705" y="11235"/>
                </a:lnTo>
                <a:lnTo>
                  <a:pt x="19035" y="12489"/>
                </a:lnTo>
                <a:lnTo>
                  <a:pt x="18290" y="13717"/>
                </a:lnTo>
                <a:lnTo>
                  <a:pt x="17472" y="14926"/>
                </a:lnTo>
                <a:lnTo>
                  <a:pt x="16581" y="16115"/>
                </a:lnTo>
                <a:lnTo>
                  <a:pt x="15622" y="17293"/>
                </a:lnTo>
                <a:lnTo>
                  <a:pt x="14593" y="18460"/>
                </a:lnTo>
                <a:lnTo>
                  <a:pt x="13500" y="19624"/>
                </a:lnTo>
                <a:lnTo>
                  <a:pt x="11826" y="20197"/>
                </a:lnTo>
                <a:lnTo>
                  <a:pt x="10190" y="20656"/>
                </a:lnTo>
                <a:lnTo>
                  <a:pt x="8570" y="21013"/>
                </a:lnTo>
                <a:lnTo>
                  <a:pt x="6947" y="21276"/>
                </a:lnTo>
                <a:lnTo>
                  <a:pt x="5300" y="21455"/>
                </a:lnTo>
                <a:lnTo>
                  <a:pt x="3607" y="21561"/>
                </a:lnTo>
                <a:lnTo>
                  <a:pt x="1847" y="21600"/>
                </a:lnTo>
                <a:lnTo>
                  <a:pt x="0" y="21586"/>
                </a:lnTo>
                <a:lnTo>
                  <a:pt x="945" y="20850"/>
                </a:lnTo>
                <a:lnTo>
                  <a:pt x="1895" y="20107"/>
                </a:lnTo>
                <a:lnTo>
                  <a:pt x="2859" y="19355"/>
                </a:lnTo>
                <a:lnTo>
                  <a:pt x="4244" y="18229"/>
                </a:lnTo>
                <a:lnTo>
                  <a:pt x="5573" y="17126"/>
                </a:lnTo>
                <a:lnTo>
                  <a:pt x="6839" y="16039"/>
                </a:lnTo>
                <a:lnTo>
                  <a:pt x="8043" y="14963"/>
                </a:lnTo>
                <a:lnTo>
                  <a:pt x="9177" y="13888"/>
                </a:lnTo>
                <a:lnTo>
                  <a:pt x="10241" y="12807"/>
                </a:lnTo>
                <a:lnTo>
                  <a:pt x="11229" y="11712"/>
                </a:lnTo>
                <a:lnTo>
                  <a:pt x="12142" y="10595"/>
                </a:lnTo>
                <a:lnTo>
                  <a:pt x="12971" y="9449"/>
                </a:lnTo>
                <a:lnTo>
                  <a:pt x="13713" y="8270"/>
                </a:lnTo>
                <a:lnTo>
                  <a:pt x="14369" y="7043"/>
                </a:lnTo>
                <a:lnTo>
                  <a:pt x="14934" y="5767"/>
                </a:lnTo>
                <a:lnTo>
                  <a:pt x="15401" y="4433"/>
                </a:lnTo>
                <a:lnTo>
                  <a:pt x="15771" y="3032"/>
                </a:lnTo>
                <a:lnTo>
                  <a:pt x="16038" y="1556"/>
                </a:lnTo>
                <a:lnTo>
                  <a:pt x="16200" y="0"/>
                </a:lnTo>
                <a:close/>
              </a:path>
            </a:pathLst>
          </a:custGeom>
          <a:solidFill>
            <a:srgbClr val="7F6D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4" name="contour_10182"/>
          <p:cNvSpPr/>
          <p:nvPr/>
        </p:nvSpPr>
        <p:spPr>
          <a:xfrm>
            <a:off x="3888074" y="5888697"/>
            <a:ext cx="359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85" y="0"/>
                </a:moveTo>
                <a:lnTo>
                  <a:pt x="7212" y="184"/>
                </a:lnTo>
                <a:lnTo>
                  <a:pt x="9458" y="416"/>
                </a:lnTo>
                <a:lnTo>
                  <a:pt x="11455" y="826"/>
                </a:lnTo>
                <a:lnTo>
                  <a:pt x="13832" y="1544"/>
                </a:lnTo>
                <a:lnTo>
                  <a:pt x="17221" y="2700"/>
                </a:lnTo>
                <a:lnTo>
                  <a:pt x="18031" y="4477"/>
                </a:lnTo>
                <a:lnTo>
                  <a:pt x="18732" y="6256"/>
                </a:lnTo>
                <a:lnTo>
                  <a:pt x="19336" y="8038"/>
                </a:lnTo>
                <a:lnTo>
                  <a:pt x="19857" y="9828"/>
                </a:lnTo>
                <a:lnTo>
                  <a:pt x="20304" y="11623"/>
                </a:lnTo>
                <a:lnTo>
                  <a:pt x="20689" y="13427"/>
                </a:lnTo>
                <a:lnTo>
                  <a:pt x="21026" y="15239"/>
                </a:lnTo>
                <a:lnTo>
                  <a:pt x="21324" y="17064"/>
                </a:lnTo>
                <a:lnTo>
                  <a:pt x="21600" y="18900"/>
                </a:lnTo>
                <a:lnTo>
                  <a:pt x="18780" y="19483"/>
                </a:lnTo>
                <a:lnTo>
                  <a:pt x="15952" y="20045"/>
                </a:lnTo>
                <a:lnTo>
                  <a:pt x="13114" y="20588"/>
                </a:lnTo>
                <a:lnTo>
                  <a:pt x="10750" y="21057"/>
                </a:lnTo>
                <a:lnTo>
                  <a:pt x="8346" y="21538"/>
                </a:lnTo>
                <a:lnTo>
                  <a:pt x="7286" y="21551"/>
                </a:lnTo>
                <a:lnTo>
                  <a:pt x="4085" y="21600"/>
                </a:lnTo>
                <a:lnTo>
                  <a:pt x="2216" y="20058"/>
                </a:lnTo>
                <a:lnTo>
                  <a:pt x="990" y="18635"/>
                </a:lnTo>
                <a:lnTo>
                  <a:pt x="285" y="17229"/>
                </a:lnTo>
                <a:lnTo>
                  <a:pt x="0" y="15741"/>
                </a:lnTo>
                <a:lnTo>
                  <a:pt x="22" y="14072"/>
                </a:lnTo>
                <a:lnTo>
                  <a:pt x="236" y="12128"/>
                </a:lnTo>
                <a:lnTo>
                  <a:pt x="696" y="10687"/>
                </a:lnTo>
                <a:lnTo>
                  <a:pt x="1156" y="9234"/>
                </a:lnTo>
                <a:lnTo>
                  <a:pt x="1624" y="7762"/>
                </a:lnTo>
                <a:lnTo>
                  <a:pt x="2067" y="6305"/>
                </a:lnTo>
                <a:lnTo>
                  <a:pt x="2518" y="4838"/>
                </a:lnTo>
                <a:lnTo>
                  <a:pt x="2973" y="3353"/>
                </a:lnTo>
                <a:lnTo>
                  <a:pt x="3525" y="1688"/>
                </a:lnTo>
                <a:lnTo>
                  <a:pt x="4085" y="0"/>
                </a:lnTo>
                <a:close/>
              </a:path>
            </a:pathLst>
          </a:custGeom>
          <a:solidFill>
            <a:srgbClr val="39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5" name="contour_10183"/>
          <p:cNvSpPr/>
          <p:nvPr/>
        </p:nvSpPr>
        <p:spPr>
          <a:xfrm>
            <a:off x="1810509" y="587412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6062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6" name="contour_10184"/>
          <p:cNvSpPr/>
          <p:nvPr/>
        </p:nvSpPr>
        <p:spPr>
          <a:xfrm>
            <a:off x="1897964" y="5852257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233"/>
                </a:lnTo>
                <a:lnTo>
                  <a:pt x="9763" y="504"/>
                </a:lnTo>
                <a:lnTo>
                  <a:pt x="13228" y="1051"/>
                </a:lnTo>
                <a:lnTo>
                  <a:pt x="15582" y="1418"/>
                </a:lnTo>
                <a:lnTo>
                  <a:pt x="17971" y="1790"/>
                </a:lnTo>
                <a:lnTo>
                  <a:pt x="19773" y="2093"/>
                </a:lnTo>
                <a:lnTo>
                  <a:pt x="21600" y="2400"/>
                </a:lnTo>
                <a:lnTo>
                  <a:pt x="20576" y="4001"/>
                </a:lnTo>
                <a:lnTo>
                  <a:pt x="19544" y="5602"/>
                </a:lnTo>
                <a:lnTo>
                  <a:pt x="18511" y="7202"/>
                </a:lnTo>
                <a:lnTo>
                  <a:pt x="17474" y="8803"/>
                </a:lnTo>
                <a:lnTo>
                  <a:pt x="16433" y="10402"/>
                </a:lnTo>
                <a:lnTo>
                  <a:pt x="15388" y="12000"/>
                </a:lnTo>
                <a:lnTo>
                  <a:pt x="14515" y="13378"/>
                </a:lnTo>
                <a:lnTo>
                  <a:pt x="13625" y="14774"/>
                </a:lnTo>
                <a:lnTo>
                  <a:pt x="12692" y="16154"/>
                </a:lnTo>
                <a:lnTo>
                  <a:pt x="11720" y="17525"/>
                </a:lnTo>
                <a:lnTo>
                  <a:pt x="10714" y="18888"/>
                </a:lnTo>
                <a:lnTo>
                  <a:pt x="9685" y="20246"/>
                </a:lnTo>
                <a:lnTo>
                  <a:pt x="8640" y="21600"/>
                </a:lnTo>
                <a:lnTo>
                  <a:pt x="6497" y="21600"/>
                </a:lnTo>
                <a:lnTo>
                  <a:pt x="4320" y="21600"/>
                </a:lnTo>
                <a:lnTo>
                  <a:pt x="3905" y="20026"/>
                </a:lnTo>
                <a:lnTo>
                  <a:pt x="3491" y="18451"/>
                </a:lnTo>
                <a:lnTo>
                  <a:pt x="3084" y="16877"/>
                </a:lnTo>
                <a:lnTo>
                  <a:pt x="2683" y="15300"/>
                </a:lnTo>
                <a:lnTo>
                  <a:pt x="2285" y="13726"/>
                </a:lnTo>
                <a:lnTo>
                  <a:pt x="1892" y="12149"/>
                </a:lnTo>
                <a:lnTo>
                  <a:pt x="1525" y="10802"/>
                </a:lnTo>
                <a:lnTo>
                  <a:pt x="1158" y="9437"/>
                </a:lnTo>
                <a:lnTo>
                  <a:pt x="847" y="8033"/>
                </a:lnTo>
                <a:lnTo>
                  <a:pt x="583" y="6629"/>
                </a:lnTo>
                <a:lnTo>
                  <a:pt x="363" y="5220"/>
                </a:lnTo>
                <a:lnTo>
                  <a:pt x="173" y="3809"/>
                </a:lnTo>
                <a:lnTo>
                  <a:pt x="0" y="2400"/>
                </a:lnTo>
                <a:lnTo>
                  <a:pt x="2143" y="1210"/>
                </a:lnTo>
                <a:lnTo>
                  <a:pt x="4320" y="0"/>
                </a:lnTo>
                <a:close/>
              </a:path>
            </a:pathLst>
          </a:custGeom>
          <a:solidFill>
            <a:srgbClr val="B1B5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7" name="contour_10185"/>
          <p:cNvSpPr/>
          <p:nvPr/>
        </p:nvSpPr>
        <p:spPr>
          <a:xfrm>
            <a:off x="9900179" y="583768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9303" y="1117"/>
                </a:lnTo>
                <a:lnTo>
                  <a:pt x="11618" y="1975"/>
                </a:lnTo>
                <a:lnTo>
                  <a:pt x="13333" y="2681"/>
                </a:lnTo>
                <a:lnTo>
                  <a:pt x="14666" y="3348"/>
                </a:lnTo>
                <a:lnTo>
                  <a:pt x="15830" y="4079"/>
                </a:lnTo>
                <a:lnTo>
                  <a:pt x="17039" y="4983"/>
                </a:lnTo>
                <a:lnTo>
                  <a:pt x="18514" y="6171"/>
                </a:lnTo>
                <a:lnTo>
                  <a:pt x="19199" y="8069"/>
                </a:lnTo>
                <a:lnTo>
                  <a:pt x="19776" y="9961"/>
                </a:lnTo>
                <a:lnTo>
                  <a:pt x="20255" y="11855"/>
                </a:lnTo>
                <a:lnTo>
                  <a:pt x="20647" y="13759"/>
                </a:lnTo>
                <a:lnTo>
                  <a:pt x="20967" y="15679"/>
                </a:lnTo>
                <a:lnTo>
                  <a:pt x="21224" y="17619"/>
                </a:lnTo>
                <a:lnTo>
                  <a:pt x="21430" y="19591"/>
                </a:lnTo>
                <a:lnTo>
                  <a:pt x="21600" y="21600"/>
                </a:lnTo>
                <a:lnTo>
                  <a:pt x="21362" y="20838"/>
                </a:lnTo>
                <a:lnTo>
                  <a:pt x="20647" y="18539"/>
                </a:lnTo>
                <a:lnTo>
                  <a:pt x="19588" y="16996"/>
                </a:lnTo>
                <a:lnTo>
                  <a:pt x="18514" y="15429"/>
                </a:lnTo>
                <a:lnTo>
                  <a:pt x="16351" y="15135"/>
                </a:lnTo>
                <a:lnTo>
                  <a:pt x="14777" y="14972"/>
                </a:lnTo>
                <a:lnTo>
                  <a:pt x="13340" y="14913"/>
                </a:lnTo>
                <a:lnTo>
                  <a:pt x="11587" y="14941"/>
                </a:lnTo>
                <a:lnTo>
                  <a:pt x="9066" y="15043"/>
                </a:lnTo>
                <a:lnTo>
                  <a:pt x="8313" y="15068"/>
                </a:lnTo>
                <a:lnTo>
                  <a:pt x="6983" y="15111"/>
                </a:lnTo>
                <a:lnTo>
                  <a:pt x="3940" y="15213"/>
                </a:lnTo>
                <a:lnTo>
                  <a:pt x="1984" y="15321"/>
                </a:lnTo>
                <a:lnTo>
                  <a:pt x="0" y="15429"/>
                </a:lnTo>
                <a:lnTo>
                  <a:pt x="765" y="13519"/>
                </a:lnTo>
                <a:lnTo>
                  <a:pt x="1527" y="11608"/>
                </a:lnTo>
                <a:lnTo>
                  <a:pt x="2296" y="9692"/>
                </a:lnTo>
                <a:lnTo>
                  <a:pt x="3064" y="7773"/>
                </a:lnTo>
                <a:lnTo>
                  <a:pt x="3832" y="5844"/>
                </a:lnTo>
                <a:lnTo>
                  <a:pt x="4607" y="3907"/>
                </a:lnTo>
                <a:lnTo>
                  <a:pt x="5388" y="1959"/>
                </a:lnTo>
                <a:lnTo>
                  <a:pt x="6171" y="0"/>
                </a:lnTo>
                <a:close/>
              </a:path>
            </a:pathLst>
          </a:custGeom>
          <a:solidFill>
            <a:srgbClr val="D07A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8" name="contour_10186"/>
          <p:cNvSpPr/>
          <p:nvPr/>
        </p:nvSpPr>
        <p:spPr>
          <a:xfrm>
            <a:off x="4915193" y="5830393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65" y="2462"/>
                </a:lnTo>
                <a:lnTo>
                  <a:pt x="21122" y="4255"/>
                </a:lnTo>
                <a:lnTo>
                  <a:pt x="20758" y="5897"/>
                </a:lnTo>
                <a:lnTo>
                  <a:pt x="20155" y="7906"/>
                </a:lnTo>
                <a:lnTo>
                  <a:pt x="19200" y="10800"/>
                </a:lnTo>
                <a:lnTo>
                  <a:pt x="17738" y="11945"/>
                </a:lnTo>
                <a:lnTo>
                  <a:pt x="16270" y="12978"/>
                </a:lnTo>
                <a:lnTo>
                  <a:pt x="14791" y="13928"/>
                </a:lnTo>
                <a:lnTo>
                  <a:pt x="13294" y="14807"/>
                </a:lnTo>
                <a:lnTo>
                  <a:pt x="11767" y="15642"/>
                </a:lnTo>
                <a:lnTo>
                  <a:pt x="10210" y="16452"/>
                </a:lnTo>
                <a:lnTo>
                  <a:pt x="8702" y="17237"/>
                </a:lnTo>
                <a:lnTo>
                  <a:pt x="7543" y="17896"/>
                </a:lnTo>
                <a:lnTo>
                  <a:pt x="6355" y="18677"/>
                </a:lnTo>
                <a:lnTo>
                  <a:pt x="4766" y="19832"/>
                </a:lnTo>
                <a:lnTo>
                  <a:pt x="2400" y="21600"/>
                </a:lnTo>
                <a:lnTo>
                  <a:pt x="2102" y="19372"/>
                </a:lnTo>
                <a:lnTo>
                  <a:pt x="1805" y="17143"/>
                </a:lnTo>
                <a:lnTo>
                  <a:pt x="1507" y="14908"/>
                </a:lnTo>
                <a:lnTo>
                  <a:pt x="1210" y="12668"/>
                </a:lnTo>
                <a:lnTo>
                  <a:pt x="910" y="10418"/>
                </a:lnTo>
                <a:lnTo>
                  <a:pt x="607" y="8158"/>
                </a:lnTo>
                <a:lnTo>
                  <a:pt x="305" y="5886"/>
                </a:lnTo>
                <a:lnTo>
                  <a:pt x="0" y="3600"/>
                </a:lnTo>
                <a:lnTo>
                  <a:pt x="1620" y="3236"/>
                </a:lnTo>
                <a:lnTo>
                  <a:pt x="3240" y="2876"/>
                </a:lnTo>
                <a:lnTo>
                  <a:pt x="4860" y="2516"/>
                </a:lnTo>
                <a:lnTo>
                  <a:pt x="6480" y="2156"/>
                </a:lnTo>
                <a:lnTo>
                  <a:pt x="8100" y="1800"/>
                </a:lnTo>
                <a:lnTo>
                  <a:pt x="9605" y="1465"/>
                </a:lnTo>
                <a:lnTo>
                  <a:pt x="11119" y="1127"/>
                </a:lnTo>
                <a:lnTo>
                  <a:pt x="12655" y="788"/>
                </a:lnTo>
                <a:lnTo>
                  <a:pt x="14424" y="457"/>
                </a:lnTo>
                <a:lnTo>
                  <a:pt x="15749" y="234"/>
                </a:lnTo>
                <a:lnTo>
                  <a:pt x="16882" y="97"/>
                </a:lnTo>
                <a:lnTo>
                  <a:pt x="18070" y="29"/>
                </a:lnTo>
                <a:lnTo>
                  <a:pt x="19558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E3E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89" name="contour_10187"/>
          <p:cNvSpPr/>
          <p:nvPr/>
        </p:nvSpPr>
        <p:spPr>
          <a:xfrm>
            <a:off x="10279155" y="5786665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3357" y="1417"/>
                </a:lnTo>
                <a:lnTo>
                  <a:pt x="13216" y="2859"/>
                </a:lnTo>
                <a:lnTo>
                  <a:pt x="13103" y="4706"/>
                </a:lnTo>
                <a:lnTo>
                  <a:pt x="12992" y="6583"/>
                </a:lnTo>
                <a:lnTo>
                  <a:pt x="12852" y="8419"/>
                </a:lnTo>
                <a:lnTo>
                  <a:pt x="12709" y="10284"/>
                </a:lnTo>
                <a:lnTo>
                  <a:pt x="13100" y="11880"/>
                </a:lnTo>
                <a:lnTo>
                  <a:pt x="13500" y="13500"/>
                </a:lnTo>
                <a:lnTo>
                  <a:pt x="15104" y="14035"/>
                </a:lnTo>
                <a:lnTo>
                  <a:pt x="16713" y="14572"/>
                </a:lnTo>
                <a:lnTo>
                  <a:pt x="18328" y="15109"/>
                </a:lnTo>
                <a:lnTo>
                  <a:pt x="19956" y="15652"/>
                </a:lnTo>
                <a:lnTo>
                  <a:pt x="21600" y="16200"/>
                </a:lnTo>
                <a:lnTo>
                  <a:pt x="19818" y="16794"/>
                </a:lnTo>
                <a:lnTo>
                  <a:pt x="18033" y="17388"/>
                </a:lnTo>
                <a:lnTo>
                  <a:pt x="16249" y="17985"/>
                </a:lnTo>
                <a:lnTo>
                  <a:pt x="14459" y="18581"/>
                </a:lnTo>
                <a:lnTo>
                  <a:pt x="12663" y="19178"/>
                </a:lnTo>
                <a:lnTo>
                  <a:pt x="10859" y="19780"/>
                </a:lnTo>
                <a:lnTo>
                  <a:pt x="9050" y="20382"/>
                </a:lnTo>
                <a:lnTo>
                  <a:pt x="7231" y="20990"/>
                </a:lnTo>
                <a:lnTo>
                  <a:pt x="5400" y="21600"/>
                </a:lnTo>
                <a:lnTo>
                  <a:pt x="5476" y="19829"/>
                </a:lnTo>
                <a:lnTo>
                  <a:pt x="5551" y="18060"/>
                </a:lnTo>
                <a:lnTo>
                  <a:pt x="5627" y="16289"/>
                </a:lnTo>
                <a:lnTo>
                  <a:pt x="5700" y="14518"/>
                </a:lnTo>
                <a:lnTo>
                  <a:pt x="5775" y="12747"/>
                </a:lnTo>
                <a:lnTo>
                  <a:pt x="5851" y="10978"/>
                </a:lnTo>
                <a:lnTo>
                  <a:pt x="5926" y="9207"/>
                </a:lnTo>
                <a:lnTo>
                  <a:pt x="5665" y="7317"/>
                </a:lnTo>
                <a:lnTo>
                  <a:pt x="5400" y="5400"/>
                </a:lnTo>
                <a:lnTo>
                  <a:pt x="3785" y="4309"/>
                </a:lnTo>
                <a:lnTo>
                  <a:pt x="2684" y="3664"/>
                </a:lnTo>
                <a:lnTo>
                  <a:pt x="1590" y="3210"/>
                </a:lnTo>
                <a:lnTo>
                  <a:pt x="0" y="2700"/>
                </a:lnTo>
                <a:lnTo>
                  <a:pt x="1741" y="2249"/>
                </a:lnTo>
                <a:lnTo>
                  <a:pt x="3486" y="1798"/>
                </a:lnTo>
                <a:lnTo>
                  <a:pt x="5233" y="1350"/>
                </a:lnTo>
                <a:lnTo>
                  <a:pt x="6691" y="972"/>
                </a:lnTo>
                <a:lnTo>
                  <a:pt x="8173" y="591"/>
                </a:lnTo>
                <a:lnTo>
                  <a:pt x="10122" y="176"/>
                </a:lnTo>
                <a:lnTo>
                  <a:pt x="11502" y="22"/>
                </a:lnTo>
                <a:lnTo>
                  <a:pt x="13500" y="0"/>
                </a:lnTo>
                <a:close/>
              </a:path>
            </a:pathLst>
          </a:custGeom>
          <a:solidFill>
            <a:srgbClr val="AB96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0" name="contour_10188"/>
          <p:cNvSpPr/>
          <p:nvPr/>
        </p:nvSpPr>
        <p:spPr>
          <a:xfrm>
            <a:off x="7582598" y="5801241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4" y="297"/>
                </a:lnTo>
                <a:lnTo>
                  <a:pt x="3629" y="616"/>
                </a:lnTo>
                <a:lnTo>
                  <a:pt x="5443" y="956"/>
                </a:lnTo>
                <a:lnTo>
                  <a:pt x="7255" y="1312"/>
                </a:lnTo>
                <a:lnTo>
                  <a:pt x="9066" y="1685"/>
                </a:lnTo>
                <a:lnTo>
                  <a:pt x="10751" y="2003"/>
                </a:lnTo>
                <a:lnTo>
                  <a:pt x="12445" y="2317"/>
                </a:lnTo>
                <a:lnTo>
                  <a:pt x="14163" y="2635"/>
                </a:lnTo>
                <a:lnTo>
                  <a:pt x="15601" y="3548"/>
                </a:lnTo>
                <a:lnTo>
                  <a:pt x="17049" y="4466"/>
                </a:lnTo>
                <a:lnTo>
                  <a:pt x="18514" y="5400"/>
                </a:lnTo>
                <a:lnTo>
                  <a:pt x="19125" y="8608"/>
                </a:lnTo>
                <a:lnTo>
                  <a:pt x="19739" y="11826"/>
                </a:lnTo>
                <a:lnTo>
                  <a:pt x="20353" y="15055"/>
                </a:lnTo>
                <a:lnTo>
                  <a:pt x="20974" y="1831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F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1" name="contour_10189"/>
          <p:cNvSpPr/>
          <p:nvPr/>
        </p:nvSpPr>
        <p:spPr>
          <a:xfrm>
            <a:off x="4616385" y="5784741"/>
            <a:ext cx="51016" cy="38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1083"/>
                </a:moveTo>
                <a:lnTo>
                  <a:pt x="9739" y="480"/>
                </a:lnTo>
                <a:lnTo>
                  <a:pt x="12247" y="119"/>
                </a:lnTo>
                <a:lnTo>
                  <a:pt x="14034" y="0"/>
                </a:lnTo>
                <a:lnTo>
                  <a:pt x="15447" y="119"/>
                </a:lnTo>
                <a:lnTo>
                  <a:pt x="16826" y="480"/>
                </a:lnTo>
                <a:lnTo>
                  <a:pt x="18514" y="1083"/>
                </a:lnTo>
                <a:lnTo>
                  <a:pt x="19492" y="3775"/>
                </a:lnTo>
                <a:lnTo>
                  <a:pt x="20193" y="6377"/>
                </a:lnTo>
                <a:lnTo>
                  <a:pt x="20687" y="8970"/>
                </a:lnTo>
                <a:lnTo>
                  <a:pt x="21041" y="11633"/>
                </a:lnTo>
                <a:lnTo>
                  <a:pt x="21322" y="14452"/>
                </a:lnTo>
                <a:lnTo>
                  <a:pt x="21600" y="17497"/>
                </a:lnTo>
                <a:lnTo>
                  <a:pt x="19462" y="17903"/>
                </a:lnTo>
                <a:lnTo>
                  <a:pt x="17320" y="18309"/>
                </a:lnTo>
                <a:lnTo>
                  <a:pt x="15179" y="18715"/>
                </a:lnTo>
                <a:lnTo>
                  <a:pt x="13034" y="19126"/>
                </a:lnTo>
                <a:lnTo>
                  <a:pt x="10880" y="19532"/>
                </a:lnTo>
                <a:lnTo>
                  <a:pt x="8723" y="19942"/>
                </a:lnTo>
                <a:lnTo>
                  <a:pt x="6557" y="20353"/>
                </a:lnTo>
                <a:lnTo>
                  <a:pt x="4382" y="20767"/>
                </a:lnTo>
                <a:lnTo>
                  <a:pt x="2197" y="21181"/>
                </a:lnTo>
                <a:lnTo>
                  <a:pt x="0" y="21600"/>
                </a:lnTo>
                <a:lnTo>
                  <a:pt x="0" y="18888"/>
                </a:lnTo>
                <a:lnTo>
                  <a:pt x="0" y="16159"/>
                </a:lnTo>
                <a:lnTo>
                  <a:pt x="0" y="13393"/>
                </a:lnTo>
                <a:lnTo>
                  <a:pt x="2040" y="13393"/>
                </a:lnTo>
                <a:lnTo>
                  <a:pt x="4092" y="13393"/>
                </a:lnTo>
                <a:lnTo>
                  <a:pt x="6171" y="13393"/>
                </a:lnTo>
                <a:lnTo>
                  <a:pt x="6171" y="10956"/>
                </a:lnTo>
                <a:lnTo>
                  <a:pt x="6171" y="8510"/>
                </a:lnTo>
                <a:lnTo>
                  <a:pt x="6171" y="6057"/>
                </a:lnTo>
                <a:lnTo>
                  <a:pt x="6171" y="3582"/>
                </a:lnTo>
                <a:lnTo>
                  <a:pt x="6171" y="1083"/>
                </a:lnTo>
                <a:close/>
              </a:path>
            </a:pathLst>
          </a:custGeom>
          <a:solidFill>
            <a:srgbClr val="946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2" name="contour_10190"/>
          <p:cNvSpPr/>
          <p:nvPr/>
        </p:nvSpPr>
        <p:spPr>
          <a:xfrm>
            <a:off x="1016118" y="5786665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1" y="0"/>
                </a:lnTo>
                <a:lnTo>
                  <a:pt x="3745" y="0"/>
                </a:lnTo>
                <a:lnTo>
                  <a:pt x="5619" y="0"/>
                </a:lnTo>
                <a:lnTo>
                  <a:pt x="7495" y="0"/>
                </a:lnTo>
                <a:lnTo>
                  <a:pt x="9380" y="0"/>
                </a:lnTo>
                <a:lnTo>
                  <a:pt x="11267" y="0"/>
                </a:lnTo>
                <a:lnTo>
                  <a:pt x="13162" y="0"/>
                </a:lnTo>
                <a:lnTo>
                  <a:pt x="15066" y="0"/>
                </a:lnTo>
                <a:lnTo>
                  <a:pt x="16978" y="0"/>
                </a:lnTo>
                <a:lnTo>
                  <a:pt x="18900" y="0"/>
                </a:lnTo>
                <a:lnTo>
                  <a:pt x="19197" y="2376"/>
                </a:lnTo>
                <a:lnTo>
                  <a:pt x="19494" y="4756"/>
                </a:lnTo>
                <a:lnTo>
                  <a:pt x="19791" y="7135"/>
                </a:lnTo>
                <a:lnTo>
                  <a:pt x="20091" y="9522"/>
                </a:lnTo>
                <a:lnTo>
                  <a:pt x="20390" y="11916"/>
                </a:lnTo>
                <a:lnTo>
                  <a:pt x="20690" y="14321"/>
                </a:lnTo>
                <a:lnTo>
                  <a:pt x="20993" y="16733"/>
                </a:lnTo>
                <a:lnTo>
                  <a:pt x="21295" y="19159"/>
                </a:lnTo>
                <a:lnTo>
                  <a:pt x="21600" y="21600"/>
                </a:lnTo>
                <a:lnTo>
                  <a:pt x="18195" y="19883"/>
                </a:lnTo>
                <a:lnTo>
                  <a:pt x="15298" y="18407"/>
                </a:lnTo>
                <a:lnTo>
                  <a:pt x="12849" y="17143"/>
                </a:lnTo>
                <a:lnTo>
                  <a:pt x="10787" y="16042"/>
                </a:lnTo>
                <a:lnTo>
                  <a:pt x="9056" y="15073"/>
                </a:lnTo>
                <a:lnTo>
                  <a:pt x="7595" y="14191"/>
                </a:lnTo>
                <a:lnTo>
                  <a:pt x="6348" y="13360"/>
                </a:lnTo>
                <a:lnTo>
                  <a:pt x="5251" y="12535"/>
                </a:lnTo>
                <a:lnTo>
                  <a:pt x="4250" y="11686"/>
                </a:lnTo>
                <a:lnTo>
                  <a:pt x="3283" y="10764"/>
                </a:lnTo>
                <a:lnTo>
                  <a:pt x="2290" y="9738"/>
                </a:lnTo>
                <a:lnTo>
                  <a:pt x="1218" y="8561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42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3" name="contour_10191"/>
          <p:cNvSpPr/>
          <p:nvPr/>
        </p:nvSpPr>
        <p:spPr>
          <a:xfrm>
            <a:off x="7983437" y="5750225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" y="1604"/>
                </a:lnTo>
                <a:lnTo>
                  <a:pt x="1429" y="3213"/>
                </a:lnTo>
                <a:lnTo>
                  <a:pt x="2146" y="4828"/>
                </a:lnTo>
                <a:lnTo>
                  <a:pt x="2869" y="6456"/>
                </a:lnTo>
                <a:lnTo>
                  <a:pt x="3600" y="8100"/>
                </a:lnTo>
                <a:lnTo>
                  <a:pt x="6386" y="8343"/>
                </a:lnTo>
                <a:lnTo>
                  <a:pt x="8341" y="8464"/>
                </a:lnTo>
                <a:lnTo>
                  <a:pt x="9983" y="8464"/>
                </a:lnTo>
                <a:lnTo>
                  <a:pt x="11830" y="8343"/>
                </a:lnTo>
                <a:lnTo>
                  <a:pt x="14400" y="8100"/>
                </a:lnTo>
                <a:lnTo>
                  <a:pt x="14400" y="9885"/>
                </a:lnTo>
                <a:lnTo>
                  <a:pt x="14400" y="11680"/>
                </a:lnTo>
                <a:lnTo>
                  <a:pt x="14400" y="13500"/>
                </a:lnTo>
                <a:lnTo>
                  <a:pt x="16538" y="14491"/>
                </a:lnTo>
                <a:lnTo>
                  <a:pt x="18000" y="15104"/>
                </a:lnTo>
                <a:lnTo>
                  <a:pt x="19462" y="15587"/>
                </a:lnTo>
                <a:lnTo>
                  <a:pt x="21600" y="16200"/>
                </a:lnTo>
                <a:lnTo>
                  <a:pt x="19030" y="17639"/>
                </a:lnTo>
                <a:lnTo>
                  <a:pt x="16790" y="18803"/>
                </a:lnTo>
                <a:lnTo>
                  <a:pt x="14764" y="19718"/>
                </a:lnTo>
                <a:lnTo>
                  <a:pt x="12820" y="20412"/>
                </a:lnTo>
                <a:lnTo>
                  <a:pt x="10836" y="20917"/>
                </a:lnTo>
                <a:lnTo>
                  <a:pt x="8687" y="21260"/>
                </a:lnTo>
                <a:lnTo>
                  <a:pt x="6246" y="21468"/>
                </a:lnTo>
                <a:lnTo>
                  <a:pt x="3395" y="21573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2828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4" name="contour_10192"/>
          <p:cNvSpPr/>
          <p:nvPr/>
        </p:nvSpPr>
        <p:spPr>
          <a:xfrm>
            <a:off x="5206713" y="5779377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36" y="173"/>
                </a:lnTo>
                <a:lnTo>
                  <a:pt x="3856" y="367"/>
                </a:lnTo>
                <a:lnTo>
                  <a:pt x="5762" y="605"/>
                </a:lnTo>
                <a:lnTo>
                  <a:pt x="7657" y="890"/>
                </a:lnTo>
                <a:lnTo>
                  <a:pt x="9542" y="1240"/>
                </a:lnTo>
                <a:lnTo>
                  <a:pt x="11421" y="1663"/>
                </a:lnTo>
                <a:lnTo>
                  <a:pt x="13295" y="2169"/>
                </a:lnTo>
                <a:lnTo>
                  <a:pt x="15163" y="2773"/>
                </a:lnTo>
                <a:lnTo>
                  <a:pt x="17032" y="3486"/>
                </a:lnTo>
                <a:lnTo>
                  <a:pt x="18900" y="4320"/>
                </a:lnTo>
                <a:lnTo>
                  <a:pt x="20039" y="7184"/>
                </a:lnTo>
                <a:lnTo>
                  <a:pt x="20782" y="9798"/>
                </a:lnTo>
                <a:lnTo>
                  <a:pt x="21219" y="12355"/>
                </a:lnTo>
                <a:lnTo>
                  <a:pt x="21441" y="15047"/>
                </a:lnTo>
                <a:lnTo>
                  <a:pt x="21535" y="18066"/>
                </a:lnTo>
                <a:lnTo>
                  <a:pt x="21600" y="21600"/>
                </a:lnTo>
                <a:lnTo>
                  <a:pt x="19745" y="21397"/>
                </a:lnTo>
                <a:lnTo>
                  <a:pt x="17912" y="21155"/>
                </a:lnTo>
                <a:lnTo>
                  <a:pt x="16097" y="20861"/>
                </a:lnTo>
                <a:lnTo>
                  <a:pt x="14299" y="20503"/>
                </a:lnTo>
                <a:lnTo>
                  <a:pt x="12509" y="20066"/>
                </a:lnTo>
                <a:lnTo>
                  <a:pt x="10730" y="19539"/>
                </a:lnTo>
                <a:lnTo>
                  <a:pt x="8953" y="18904"/>
                </a:lnTo>
                <a:lnTo>
                  <a:pt x="7179" y="18157"/>
                </a:lnTo>
                <a:lnTo>
                  <a:pt x="5400" y="17280"/>
                </a:lnTo>
                <a:lnTo>
                  <a:pt x="4244" y="15016"/>
                </a:lnTo>
                <a:lnTo>
                  <a:pt x="3256" y="12727"/>
                </a:lnTo>
                <a:lnTo>
                  <a:pt x="2411" y="10390"/>
                </a:lnTo>
                <a:lnTo>
                  <a:pt x="1688" y="7975"/>
                </a:lnTo>
                <a:lnTo>
                  <a:pt x="1058" y="5456"/>
                </a:lnTo>
                <a:lnTo>
                  <a:pt x="505" y="2804"/>
                </a:lnTo>
                <a:lnTo>
                  <a:pt x="0" y="0"/>
                </a:lnTo>
                <a:close/>
              </a:path>
            </a:pathLst>
          </a:custGeom>
          <a:solidFill>
            <a:srgbClr val="DAD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5" name="contour_10193"/>
          <p:cNvSpPr/>
          <p:nvPr/>
        </p:nvSpPr>
        <p:spPr>
          <a:xfrm>
            <a:off x="1460685" y="5750225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66" y="1546"/>
                </a:lnTo>
                <a:lnTo>
                  <a:pt x="19928" y="3091"/>
                </a:lnTo>
                <a:lnTo>
                  <a:pt x="19086" y="4634"/>
                </a:lnTo>
                <a:lnTo>
                  <a:pt x="18239" y="6178"/>
                </a:lnTo>
                <a:lnTo>
                  <a:pt x="17384" y="7718"/>
                </a:lnTo>
                <a:lnTo>
                  <a:pt x="16524" y="9259"/>
                </a:lnTo>
                <a:lnTo>
                  <a:pt x="15660" y="10800"/>
                </a:lnTo>
                <a:lnTo>
                  <a:pt x="14839" y="12350"/>
                </a:lnTo>
                <a:lnTo>
                  <a:pt x="14005" y="13922"/>
                </a:lnTo>
                <a:lnTo>
                  <a:pt x="13167" y="15389"/>
                </a:lnTo>
                <a:lnTo>
                  <a:pt x="12321" y="16874"/>
                </a:lnTo>
                <a:lnTo>
                  <a:pt x="11569" y="18235"/>
                </a:lnTo>
                <a:lnTo>
                  <a:pt x="10809" y="19618"/>
                </a:lnTo>
                <a:lnTo>
                  <a:pt x="9733" y="20602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785E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6" name="contour_10194"/>
          <p:cNvSpPr/>
          <p:nvPr/>
        </p:nvSpPr>
        <p:spPr>
          <a:xfrm>
            <a:off x="2255076" y="5779377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0"/>
                </a:lnTo>
                <a:lnTo>
                  <a:pt x="6445" y="0"/>
                </a:lnTo>
                <a:lnTo>
                  <a:pt x="8319" y="0"/>
                </a:lnTo>
                <a:lnTo>
                  <a:pt x="10195" y="0"/>
                </a:lnTo>
                <a:lnTo>
                  <a:pt x="12080" y="0"/>
                </a:lnTo>
                <a:lnTo>
                  <a:pt x="13967" y="0"/>
                </a:lnTo>
                <a:lnTo>
                  <a:pt x="15862" y="0"/>
                </a:lnTo>
                <a:lnTo>
                  <a:pt x="17766" y="0"/>
                </a:lnTo>
                <a:lnTo>
                  <a:pt x="19678" y="0"/>
                </a:lnTo>
                <a:lnTo>
                  <a:pt x="21600" y="0"/>
                </a:lnTo>
                <a:lnTo>
                  <a:pt x="21600" y="1785"/>
                </a:lnTo>
                <a:lnTo>
                  <a:pt x="21600" y="3580"/>
                </a:lnTo>
                <a:lnTo>
                  <a:pt x="21600" y="5400"/>
                </a:lnTo>
                <a:lnTo>
                  <a:pt x="19888" y="6183"/>
                </a:lnTo>
                <a:lnTo>
                  <a:pt x="18633" y="6691"/>
                </a:lnTo>
                <a:lnTo>
                  <a:pt x="17215" y="7144"/>
                </a:lnTo>
                <a:lnTo>
                  <a:pt x="15017" y="7762"/>
                </a:lnTo>
                <a:lnTo>
                  <a:pt x="12798" y="8545"/>
                </a:lnTo>
                <a:lnTo>
                  <a:pt x="11337" y="9123"/>
                </a:lnTo>
                <a:lnTo>
                  <a:pt x="9987" y="9779"/>
                </a:lnTo>
                <a:lnTo>
                  <a:pt x="8100" y="10800"/>
                </a:lnTo>
                <a:lnTo>
                  <a:pt x="7349" y="12574"/>
                </a:lnTo>
                <a:lnTo>
                  <a:pt x="6785" y="14315"/>
                </a:lnTo>
                <a:lnTo>
                  <a:pt x="6356" y="16057"/>
                </a:lnTo>
                <a:lnTo>
                  <a:pt x="6013" y="17831"/>
                </a:lnTo>
                <a:lnTo>
                  <a:pt x="5711" y="19669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224" y="19818"/>
                </a:lnTo>
                <a:lnTo>
                  <a:pt x="446" y="18036"/>
                </a:lnTo>
                <a:lnTo>
                  <a:pt x="670" y="16251"/>
                </a:lnTo>
                <a:lnTo>
                  <a:pt x="891" y="14464"/>
                </a:lnTo>
                <a:lnTo>
                  <a:pt x="1115" y="12674"/>
                </a:lnTo>
                <a:lnTo>
                  <a:pt x="1339" y="10881"/>
                </a:lnTo>
                <a:lnTo>
                  <a:pt x="1563" y="9083"/>
                </a:lnTo>
                <a:lnTo>
                  <a:pt x="1790" y="7279"/>
                </a:lnTo>
                <a:lnTo>
                  <a:pt x="2017" y="5470"/>
                </a:lnTo>
                <a:lnTo>
                  <a:pt x="2244" y="3656"/>
                </a:lnTo>
                <a:lnTo>
                  <a:pt x="2471" y="1831"/>
                </a:lnTo>
                <a:lnTo>
                  <a:pt x="2700" y="0"/>
                </a:lnTo>
                <a:close/>
              </a:path>
            </a:pathLst>
          </a:custGeom>
          <a:solidFill>
            <a:srgbClr val="382F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7" name="contour_10195"/>
          <p:cNvSpPr/>
          <p:nvPr/>
        </p:nvSpPr>
        <p:spPr>
          <a:xfrm>
            <a:off x="2021860" y="5742937"/>
            <a:ext cx="80168" cy="51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225" y="0"/>
                </a:lnTo>
                <a:lnTo>
                  <a:pt x="6531" y="0"/>
                </a:lnTo>
                <a:lnTo>
                  <a:pt x="7855" y="0"/>
                </a:lnTo>
                <a:lnTo>
                  <a:pt x="7855" y="2148"/>
                </a:lnTo>
                <a:lnTo>
                  <a:pt x="7855" y="4299"/>
                </a:lnTo>
                <a:lnTo>
                  <a:pt x="7855" y="6456"/>
                </a:lnTo>
                <a:lnTo>
                  <a:pt x="7855" y="8622"/>
                </a:lnTo>
                <a:lnTo>
                  <a:pt x="7855" y="10797"/>
                </a:lnTo>
                <a:lnTo>
                  <a:pt x="7855" y="12984"/>
                </a:lnTo>
                <a:lnTo>
                  <a:pt x="7855" y="15190"/>
                </a:lnTo>
                <a:lnTo>
                  <a:pt x="9099" y="14755"/>
                </a:lnTo>
                <a:lnTo>
                  <a:pt x="10362" y="14312"/>
                </a:lnTo>
                <a:lnTo>
                  <a:pt x="11440" y="13975"/>
                </a:lnTo>
                <a:lnTo>
                  <a:pt x="12524" y="13634"/>
                </a:lnTo>
                <a:lnTo>
                  <a:pt x="13624" y="13291"/>
                </a:lnTo>
                <a:lnTo>
                  <a:pt x="14696" y="12939"/>
                </a:lnTo>
                <a:lnTo>
                  <a:pt x="15774" y="12583"/>
                </a:lnTo>
                <a:lnTo>
                  <a:pt x="16868" y="12222"/>
                </a:lnTo>
                <a:lnTo>
                  <a:pt x="18242" y="12188"/>
                </a:lnTo>
                <a:lnTo>
                  <a:pt x="19636" y="12152"/>
                </a:lnTo>
                <a:lnTo>
                  <a:pt x="20430" y="13917"/>
                </a:lnTo>
                <a:lnTo>
                  <a:pt x="20899" y="15138"/>
                </a:lnTo>
                <a:lnTo>
                  <a:pt x="21229" y="16384"/>
                </a:lnTo>
                <a:lnTo>
                  <a:pt x="21600" y="18228"/>
                </a:lnTo>
                <a:lnTo>
                  <a:pt x="18861" y="19212"/>
                </a:lnTo>
                <a:lnTo>
                  <a:pt x="16561" y="20023"/>
                </a:lnTo>
                <a:lnTo>
                  <a:pt x="14643" y="20664"/>
                </a:lnTo>
                <a:lnTo>
                  <a:pt x="13052" y="21135"/>
                </a:lnTo>
                <a:lnTo>
                  <a:pt x="11727" y="21448"/>
                </a:lnTo>
                <a:lnTo>
                  <a:pt x="10615" y="21600"/>
                </a:lnTo>
                <a:lnTo>
                  <a:pt x="9657" y="21600"/>
                </a:lnTo>
                <a:lnTo>
                  <a:pt x="8797" y="21451"/>
                </a:lnTo>
                <a:lnTo>
                  <a:pt x="7978" y="21153"/>
                </a:lnTo>
                <a:lnTo>
                  <a:pt x="7142" y="20716"/>
                </a:lnTo>
                <a:lnTo>
                  <a:pt x="6233" y="20145"/>
                </a:lnTo>
                <a:lnTo>
                  <a:pt x="5194" y="19437"/>
                </a:lnTo>
                <a:lnTo>
                  <a:pt x="4078" y="18073"/>
                </a:lnTo>
                <a:lnTo>
                  <a:pt x="3010" y="16685"/>
                </a:lnTo>
                <a:lnTo>
                  <a:pt x="1977" y="15248"/>
                </a:lnTo>
                <a:lnTo>
                  <a:pt x="978" y="13747"/>
                </a:lnTo>
                <a:lnTo>
                  <a:pt x="0" y="12152"/>
                </a:lnTo>
                <a:lnTo>
                  <a:pt x="1166" y="12152"/>
                </a:lnTo>
                <a:lnTo>
                  <a:pt x="2337" y="12152"/>
                </a:lnTo>
                <a:lnTo>
                  <a:pt x="3511" y="12152"/>
                </a:lnTo>
                <a:lnTo>
                  <a:pt x="4695" y="12152"/>
                </a:lnTo>
                <a:lnTo>
                  <a:pt x="5891" y="12152"/>
                </a:lnTo>
                <a:lnTo>
                  <a:pt x="5567" y="10147"/>
                </a:lnTo>
                <a:lnTo>
                  <a:pt x="5243" y="8139"/>
                </a:lnTo>
                <a:lnTo>
                  <a:pt x="4917" y="6122"/>
                </a:lnTo>
                <a:lnTo>
                  <a:pt x="4589" y="4095"/>
                </a:lnTo>
                <a:lnTo>
                  <a:pt x="4259" y="2057"/>
                </a:lnTo>
                <a:lnTo>
                  <a:pt x="3927" y="0"/>
                </a:lnTo>
                <a:close/>
              </a:path>
            </a:pathLst>
          </a:custGeom>
          <a:solidFill>
            <a:srgbClr val="7B5D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8" name="contour_10196"/>
          <p:cNvSpPr/>
          <p:nvPr/>
        </p:nvSpPr>
        <p:spPr>
          <a:xfrm>
            <a:off x="10898634" y="572836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46"/>
                </a:lnTo>
                <a:lnTo>
                  <a:pt x="21600" y="9547"/>
                </a:lnTo>
                <a:lnTo>
                  <a:pt x="21600" y="11963"/>
                </a:lnTo>
                <a:lnTo>
                  <a:pt x="21600" y="14400"/>
                </a:lnTo>
                <a:lnTo>
                  <a:pt x="18744" y="14400"/>
                </a:lnTo>
                <a:lnTo>
                  <a:pt x="15872" y="14400"/>
                </a:lnTo>
                <a:lnTo>
                  <a:pt x="12960" y="14400"/>
                </a:lnTo>
                <a:lnTo>
                  <a:pt x="12960" y="16780"/>
                </a:lnTo>
                <a:lnTo>
                  <a:pt x="12960" y="19174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845" y="19224"/>
                </a:lnTo>
                <a:lnTo>
                  <a:pt x="3370" y="16844"/>
                </a:lnTo>
                <a:lnTo>
                  <a:pt x="2894" y="14465"/>
                </a:lnTo>
                <a:lnTo>
                  <a:pt x="2415" y="12078"/>
                </a:lnTo>
                <a:lnTo>
                  <a:pt x="1935" y="9684"/>
                </a:lnTo>
                <a:lnTo>
                  <a:pt x="1456" y="7279"/>
                </a:lnTo>
                <a:lnTo>
                  <a:pt x="972" y="4867"/>
                </a:lnTo>
                <a:lnTo>
                  <a:pt x="488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5BD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199" name="contour_10197"/>
          <p:cNvSpPr/>
          <p:nvPr/>
        </p:nvSpPr>
        <p:spPr>
          <a:xfrm>
            <a:off x="2196772" y="5735649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443" y="385"/>
                </a:lnTo>
                <a:lnTo>
                  <a:pt x="4726" y="778"/>
                </a:lnTo>
                <a:lnTo>
                  <a:pt x="6009" y="1177"/>
                </a:lnTo>
                <a:lnTo>
                  <a:pt x="7290" y="1577"/>
                </a:lnTo>
                <a:lnTo>
                  <a:pt x="8007" y="1796"/>
                </a:lnTo>
                <a:lnTo>
                  <a:pt x="10176" y="2462"/>
                </a:lnTo>
                <a:lnTo>
                  <a:pt x="11740" y="3125"/>
                </a:lnTo>
                <a:lnTo>
                  <a:pt x="13191" y="3834"/>
                </a:lnTo>
                <a:lnTo>
                  <a:pt x="14571" y="4687"/>
                </a:lnTo>
                <a:lnTo>
                  <a:pt x="15921" y="5778"/>
                </a:lnTo>
                <a:lnTo>
                  <a:pt x="17280" y="7200"/>
                </a:lnTo>
                <a:lnTo>
                  <a:pt x="17280" y="9580"/>
                </a:lnTo>
                <a:lnTo>
                  <a:pt x="17280" y="11974"/>
                </a:lnTo>
                <a:lnTo>
                  <a:pt x="17280" y="14400"/>
                </a:lnTo>
                <a:lnTo>
                  <a:pt x="18708" y="14400"/>
                </a:lnTo>
                <a:lnTo>
                  <a:pt x="20144" y="144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20440" y="20484"/>
                </a:lnTo>
                <a:lnTo>
                  <a:pt x="19274" y="19361"/>
                </a:lnTo>
                <a:lnTo>
                  <a:pt x="18090" y="18223"/>
                </a:lnTo>
                <a:lnTo>
                  <a:pt x="16759" y="17165"/>
                </a:lnTo>
                <a:lnTo>
                  <a:pt x="15418" y="16225"/>
                </a:lnTo>
                <a:lnTo>
                  <a:pt x="14068" y="15394"/>
                </a:lnTo>
                <a:lnTo>
                  <a:pt x="12709" y="14663"/>
                </a:lnTo>
                <a:lnTo>
                  <a:pt x="11340" y="14018"/>
                </a:lnTo>
                <a:lnTo>
                  <a:pt x="9960" y="13450"/>
                </a:lnTo>
                <a:lnTo>
                  <a:pt x="8569" y="12949"/>
                </a:lnTo>
                <a:lnTo>
                  <a:pt x="7169" y="12510"/>
                </a:lnTo>
                <a:lnTo>
                  <a:pt x="5756" y="12114"/>
                </a:lnTo>
                <a:lnTo>
                  <a:pt x="4335" y="11754"/>
                </a:lnTo>
                <a:lnTo>
                  <a:pt x="2901" y="11423"/>
                </a:lnTo>
                <a:lnTo>
                  <a:pt x="1456" y="11110"/>
                </a:lnTo>
                <a:lnTo>
                  <a:pt x="0" y="10800"/>
                </a:lnTo>
                <a:lnTo>
                  <a:pt x="428" y="8662"/>
                </a:lnTo>
                <a:lnTo>
                  <a:pt x="858" y="6516"/>
                </a:lnTo>
                <a:lnTo>
                  <a:pt x="1287" y="4363"/>
                </a:lnTo>
                <a:lnTo>
                  <a:pt x="1722" y="2192"/>
                </a:lnTo>
                <a:lnTo>
                  <a:pt x="2160" y="0"/>
                </a:lnTo>
                <a:close/>
              </a:path>
            </a:pathLst>
          </a:custGeom>
          <a:solidFill>
            <a:srgbClr val="908B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0" name="contour_10198"/>
          <p:cNvSpPr/>
          <p:nvPr/>
        </p:nvSpPr>
        <p:spPr>
          <a:xfrm>
            <a:off x="5673144" y="571378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457" y="752"/>
                </a:lnTo>
                <a:lnTo>
                  <a:pt x="11642" y="1544"/>
                </a:lnTo>
                <a:lnTo>
                  <a:pt x="13763" y="2401"/>
                </a:lnTo>
                <a:lnTo>
                  <a:pt x="15815" y="3362"/>
                </a:lnTo>
                <a:lnTo>
                  <a:pt x="17806" y="4457"/>
                </a:lnTo>
                <a:lnTo>
                  <a:pt x="19732" y="5728"/>
                </a:lnTo>
                <a:lnTo>
                  <a:pt x="21600" y="7200"/>
                </a:lnTo>
                <a:lnTo>
                  <a:pt x="21560" y="9778"/>
                </a:lnTo>
                <a:lnTo>
                  <a:pt x="21244" y="12226"/>
                </a:lnTo>
                <a:lnTo>
                  <a:pt x="20689" y="14591"/>
                </a:lnTo>
                <a:lnTo>
                  <a:pt x="19937" y="16909"/>
                </a:lnTo>
                <a:lnTo>
                  <a:pt x="19030" y="19231"/>
                </a:lnTo>
                <a:lnTo>
                  <a:pt x="18000" y="21600"/>
                </a:lnTo>
                <a:lnTo>
                  <a:pt x="13838" y="20923"/>
                </a:lnTo>
                <a:lnTo>
                  <a:pt x="10912" y="20412"/>
                </a:lnTo>
                <a:lnTo>
                  <a:pt x="8827" y="19962"/>
                </a:lnTo>
                <a:lnTo>
                  <a:pt x="7178" y="19476"/>
                </a:lnTo>
                <a:lnTo>
                  <a:pt x="5569" y="18857"/>
                </a:lnTo>
                <a:lnTo>
                  <a:pt x="3600" y="18000"/>
                </a:lnTo>
                <a:lnTo>
                  <a:pt x="2275" y="15214"/>
                </a:lnTo>
                <a:lnTo>
                  <a:pt x="1426" y="13259"/>
                </a:lnTo>
                <a:lnTo>
                  <a:pt x="878" y="11617"/>
                </a:lnTo>
                <a:lnTo>
                  <a:pt x="461" y="9770"/>
                </a:lnTo>
                <a:lnTo>
                  <a:pt x="0" y="7200"/>
                </a:lnTo>
                <a:lnTo>
                  <a:pt x="2380" y="7200"/>
                </a:lnTo>
                <a:lnTo>
                  <a:pt x="4774" y="7200"/>
                </a:lnTo>
                <a:lnTo>
                  <a:pt x="7200" y="7200"/>
                </a:lnTo>
                <a:lnTo>
                  <a:pt x="7200" y="4820"/>
                </a:lnTo>
                <a:lnTo>
                  <a:pt x="7200" y="2426"/>
                </a:lnTo>
                <a:lnTo>
                  <a:pt x="7200" y="0"/>
                </a:lnTo>
                <a:close/>
              </a:path>
            </a:pathLst>
          </a:custGeom>
          <a:solidFill>
            <a:srgbClr val="C5B2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1" name="contour_10199"/>
          <p:cNvSpPr/>
          <p:nvPr/>
        </p:nvSpPr>
        <p:spPr>
          <a:xfrm>
            <a:off x="1460685" y="5721073"/>
            <a:ext cx="58304" cy="42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04" y="433"/>
                </a:lnTo>
                <a:lnTo>
                  <a:pt x="6305" y="892"/>
                </a:lnTo>
                <a:lnTo>
                  <a:pt x="8100" y="1377"/>
                </a:lnTo>
                <a:lnTo>
                  <a:pt x="9607" y="1762"/>
                </a:lnTo>
                <a:lnTo>
                  <a:pt x="11138" y="2152"/>
                </a:lnTo>
                <a:lnTo>
                  <a:pt x="12309" y="2908"/>
                </a:lnTo>
                <a:lnTo>
                  <a:pt x="13500" y="3672"/>
                </a:lnTo>
                <a:lnTo>
                  <a:pt x="13500" y="6099"/>
                </a:lnTo>
                <a:lnTo>
                  <a:pt x="13500" y="8540"/>
                </a:lnTo>
                <a:lnTo>
                  <a:pt x="13500" y="11015"/>
                </a:lnTo>
                <a:lnTo>
                  <a:pt x="15509" y="12146"/>
                </a:lnTo>
                <a:lnTo>
                  <a:pt x="16934" y="12902"/>
                </a:lnTo>
                <a:lnTo>
                  <a:pt x="18166" y="13460"/>
                </a:lnTo>
                <a:lnTo>
                  <a:pt x="19591" y="13996"/>
                </a:lnTo>
                <a:lnTo>
                  <a:pt x="21600" y="14686"/>
                </a:lnTo>
                <a:lnTo>
                  <a:pt x="19937" y="16236"/>
                </a:lnTo>
                <a:lnTo>
                  <a:pt x="18301" y="17675"/>
                </a:lnTo>
                <a:lnTo>
                  <a:pt x="16667" y="18960"/>
                </a:lnTo>
                <a:lnTo>
                  <a:pt x="15007" y="20040"/>
                </a:lnTo>
                <a:lnTo>
                  <a:pt x="13295" y="20873"/>
                </a:lnTo>
                <a:lnTo>
                  <a:pt x="11507" y="21409"/>
                </a:lnTo>
                <a:lnTo>
                  <a:pt x="9612" y="21600"/>
                </a:lnTo>
                <a:lnTo>
                  <a:pt x="7584" y="21398"/>
                </a:lnTo>
                <a:lnTo>
                  <a:pt x="5778" y="20363"/>
                </a:lnTo>
                <a:lnTo>
                  <a:pt x="4182" y="19298"/>
                </a:lnTo>
                <a:lnTo>
                  <a:pt x="2732" y="18083"/>
                </a:lnTo>
                <a:lnTo>
                  <a:pt x="1361" y="16585"/>
                </a:lnTo>
                <a:lnTo>
                  <a:pt x="0" y="14686"/>
                </a:lnTo>
                <a:lnTo>
                  <a:pt x="51" y="12054"/>
                </a:lnTo>
                <a:lnTo>
                  <a:pt x="294" y="9557"/>
                </a:lnTo>
                <a:lnTo>
                  <a:pt x="705" y="7149"/>
                </a:lnTo>
                <a:lnTo>
                  <a:pt x="1258" y="4784"/>
                </a:lnTo>
                <a:lnTo>
                  <a:pt x="1933" y="2420"/>
                </a:lnTo>
                <a:lnTo>
                  <a:pt x="2700" y="0"/>
                </a:lnTo>
                <a:close/>
              </a:path>
            </a:pathLst>
          </a:custGeom>
          <a:solidFill>
            <a:srgbClr val="3836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2" name="contour_10200"/>
          <p:cNvSpPr/>
          <p:nvPr/>
        </p:nvSpPr>
        <p:spPr>
          <a:xfrm>
            <a:off x="7480566" y="5699209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5" y="0"/>
                </a:lnTo>
                <a:lnTo>
                  <a:pt x="3580" y="0"/>
                </a:lnTo>
                <a:lnTo>
                  <a:pt x="5400" y="0"/>
                </a:lnTo>
                <a:lnTo>
                  <a:pt x="5902" y="2143"/>
                </a:lnTo>
                <a:lnTo>
                  <a:pt x="6412" y="4320"/>
                </a:lnTo>
                <a:lnTo>
                  <a:pt x="7249" y="6463"/>
                </a:lnTo>
                <a:lnTo>
                  <a:pt x="8100" y="8640"/>
                </a:lnTo>
                <a:lnTo>
                  <a:pt x="9779" y="8657"/>
                </a:lnTo>
                <a:lnTo>
                  <a:pt x="11426" y="8554"/>
                </a:lnTo>
                <a:lnTo>
                  <a:pt x="13063" y="8346"/>
                </a:lnTo>
                <a:lnTo>
                  <a:pt x="14704" y="8048"/>
                </a:lnTo>
                <a:lnTo>
                  <a:pt x="16367" y="7677"/>
                </a:lnTo>
                <a:lnTo>
                  <a:pt x="16997" y="7919"/>
                </a:lnTo>
                <a:lnTo>
                  <a:pt x="18900" y="8640"/>
                </a:lnTo>
                <a:lnTo>
                  <a:pt x="19435" y="11206"/>
                </a:lnTo>
                <a:lnTo>
                  <a:pt x="19972" y="13781"/>
                </a:lnTo>
                <a:lnTo>
                  <a:pt x="20509" y="16364"/>
                </a:lnTo>
                <a:lnTo>
                  <a:pt x="21052" y="18969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B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3" name="contour_10201"/>
          <p:cNvSpPr/>
          <p:nvPr/>
        </p:nvSpPr>
        <p:spPr>
          <a:xfrm>
            <a:off x="1320092" y="5691921"/>
            <a:ext cx="60425" cy="660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8" y="0"/>
                </a:moveTo>
                <a:lnTo>
                  <a:pt x="2225" y="503"/>
                </a:lnTo>
                <a:lnTo>
                  <a:pt x="3257" y="920"/>
                </a:lnTo>
                <a:lnTo>
                  <a:pt x="4340" y="1473"/>
                </a:lnTo>
                <a:lnTo>
                  <a:pt x="5969" y="2383"/>
                </a:lnTo>
                <a:lnTo>
                  <a:pt x="6724" y="3977"/>
                </a:lnTo>
                <a:lnTo>
                  <a:pt x="7214" y="5112"/>
                </a:lnTo>
                <a:lnTo>
                  <a:pt x="7652" y="6337"/>
                </a:lnTo>
                <a:lnTo>
                  <a:pt x="8248" y="8193"/>
                </a:lnTo>
                <a:lnTo>
                  <a:pt x="8949" y="9887"/>
                </a:lnTo>
                <a:lnTo>
                  <a:pt x="9655" y="11362"/>
                </a:lnTo>
                <a:lnTo>
                  <a:pt x="10416" y="12647"/>
                </a:lnTo>
                <a:lnTo>
                  <a:pt x="11281" y="13776"/>
                </a:lnTo>
                <a:lnTo>
                  <a:pt x="12294" y="14784"/>
                </a:lnTo>
                <a:lnTo>
                  <a:pt x="13506" y="15707"/>
                </a:lnTo>
                <a:lnTo>
                  <a:pt x="14964" y="16577"/>
                </a:lnTo>
                <a:lnTo>
                  <a:pt x="16715" y="17425"/>
                </a:lnTo>
                <a:lnTo>
                  <a:pt x="18330" y="17966"/>
                </a:lnTo>
                <a:lnTo>
                  <a:pt x="19953" y="18512"/>
                </a:lnTo>
                <a:lnTo>
                  <a:pt x="21600" y="19064"/>
                </a:lnTo>
                <a:lnTo>
                  <a:pt x="19901" y="19558"/>
                </a:lnTo>
                <a:lnTo>
                  <a:pt x="18203" y="20030"/>
                </a:lnTo>
                <a:lnTo>
                  <a:pt x="16507" y="20463"/>
                </a:lnTo>
                <a:lnTo>
                  <a:pt x="14806" y="20847"/>
                </a:lnTo>
                <a:lnTo>
                  <a:pt x="13102" y="21169"/>
                </a:lnTo>
                <a:lnTo>
                  <a:pt x="11393" y="21409"/>
                </a:lnTo>
                <a:lnTo>
                  <a:pt x="9678" y="21557"/>
                </a:lnTo>
                <a:lnTo>
                  <a:pt x="7954" y="21600"/>
                </a:lnTo>
                <a:lnTo>
                  <a:pt x="6219" y="21521"/>
                </a:lnTo>
                <a:lnTo>
                  <a:pt x="4473" y="21307"/>
                </a:lnTo>
                <a:lnTo>
                  <a:pt x="2712" y="20945"/>
                </a:lnTo>
                <a:lnTo>
                  <a:pt x="1511" y="19512"/>
                </a:lnTo>
                <a:lnTo>
                  <a:pt x="719" y="17983"/>
                </a:lnTo>
                <a:lnTo>
                  <a:pt x="255" y="16367"/>
                </a:lnTo>
                <a:lnTo>
                  <a:pt x="42" y="14684"/>
                </a:lnTo>
                <a:lnTo>
                  <a:pt x="0" y="12950"/>
                </a:lnTo>
                <a:lnTo>
                  <a:pt x="47" y="11177"/>
                </a:lnTo>
                <a:lnTo>
                  <a:pt x="107" y="9384"/>
                </a:lnTo>
                <a:lnTo>
                  <a:pt x="182" y="7816"/>
                </a:lnTo>
                <a:lnTo>
                  <a:pt x="274" y="6251"/>
                </a:lnTo>
                <a:lnTo>
                  <a:pt x="378" y="4690"/>
                </a:lnTo>
                <a:lnTo>
                  <a:pt x="495" y="3129"/>
                </a:lnTo>
                <a:lnTo>
                  <a:pt x="623" y="1566"/>
                </a:lnTo>
                <a:lnTo>
                  <a:pt x="758" y="0"/>
                </a:lnTo>
                <a:close/>
              </a:path>
            </a:pathLst>
          </a:custGeom>
          <a:solidFill>
            <a:srgbClr val="27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4" name="contour_10202"/>
          <p:cNvSpPr/>
          <p:nvPr/>
        </p:nvSpPr>
        <p:spPr>
          <a:xfrm>
            <a:off x="8449869" y="5669256"/>
            <a:ext cx="58304" cy="43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9"/>
                </a:moveTo>
                <a:lnTo>
                  <a:pt x="21111" y="4298"/>
                </a:lnTo>
                <a:lnTo>
                  <a:pt x="20693" y="7388"/>
                </a:lnTo>
                <a:lnTo>
                  <a:pt x="20288" y="9827"/>
                </a:lnTo>
                <a:lnTo>
                  <a:pt x="19853" y="11773"/>
                </a:lnTo>
                <a:lnTo>
                  <a:pt x="19329" y="13388"/>
                </a:lnTo>
                <a:lnTo>
                  <a:pt x="18670" y="14826"/>
                </a:lnTo>
                <a:lnTo>
                  <a:pt x="17823" y="16249"/>
                </a:lnTo>
                <a:lnTo>
                  <a:pt x="16735" y="17814"/>
                </a:lnTo>
                <a:lnTo>
                  <a:pt x="15358" y="19683"/>
                </a:lnTo>
                <a:lnTo>
                  <a:pt x="13160" y="20740"/>
                </a:lnTo>
                <a:lnTo>
                  <a:pt x="11202" y="21360"/>
                </a:lnTo>
                <a:lnTo>
                  <a:pt x="9407" y="21600"/>
                </a:lnTo>
                <a:lnTo>
                  <a:pt x="7692" y="21495"/>
                </a:lnTo>
                <a:lnTo>
                  <a:pt x="5972" y="21095"/>
                </a:lnTo>
                <a:lnTo>
                  <a:pt x="4172" y="20438"/>
                </a:lnTo>
                <a:lnTo>
                  <a:pt x="2209" y="19578"/>
                </a:lnTo>
                <a:lnTo>
                  <a:pt x="0" y="18551"/>
                </a:lnTo>
                <a:lnTo>
                  <a:pt x="1237" y="16721"/>
                </a:lnTo>
                <a:lnTo>
                  <a:pt x="2481" y="14899"/>
                </a:lnTo>
                <a:lnTo>
                  <a:pt x="3729" y="13083"/>
                </a:lnTo>
                <a:lnTo>
                  <a:pt x="4984" y="11276"/>
                </a:lnTo>
                <a:lnTo>
                  <a:pt x="6242" y="9475"/>
                </a:lnTo>
                <a:lnTo>
                  <a:pt x="6761" y="8723"/>
                </a:lnTo>
                <a:lnTo>
                  <a:pt x="7671" y="7402"/>
                </a:lnTo>
                <a:lnTo>
                  <a:pt x="9755" y="4371"/>
                </a:lnTo>
                <a:lnTo>
                  <a:pt x="11505" y="2646"/>
                </a:lnTo>
                <a:lnTo>
                  <a:pt x="13068" y="1405"/>
                </a:lnTo>
                <a:lnTo>
                  <a:pt x="14545" y="592"/>
                </a:lnTo>
                <a:lnTo>
                  <a:pt x="16038" y="142"/>
                </a:lnTo>
                <a:lnTo>
                  <a:pt x="17645" y="0"/>
                </a:lnTo>
                <a:lnTo>
                  <a:pt x="19464" y="105"/>
                </a:lnTo>
                <a:lnTo>
                  <a:pt x="21600" y="399"/>
                </a:lnTo>
                <a:close/>
              </a:path>
            </a:pathLst>
          </a:custGeom>
          <a:solidFill>
            <a:srgbClr val="E8EC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5" name="contour_10203"/>
          <p:cNvSpPr/>
          <p:nvPr/>
        </p:nvSpPr>
        <p:spPr>
          <a:xfrm>
            <a:off x="7225486" y="5655481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68" y="373"/>
                </a:lnTo>
                <a:lnTo>
                  <a:pt x="6850" y="783"/>
                </a:lnTo>
                <a:lnTo>
                  <a:pt x="8729" y="1220"/>
                </a:lnTo>
                <a:lnTo>
                  <a:pt x="10609" y="1685"/>
                </a:lnTo>
                <a:lnTo>
                  <a:pt x="11661" y="1922"/>
                </a:lnTo>
                <a:lnTo>
                  <a:pt x="14839" y="2635"/>
                </a:lnTo>
                <a:lnTo>
                  <a:pt x="16663" y="4007"/>
                </a:lnTo>
                <a:lnTo>
                  <a:pt x="18514" y="5400"/>
                </a:lnTo>
                <a:lnTo>
                  <a:pt x="19125" y="8608"/>
                </a:lnTo>
                <a:lnTo>
                  <a:pt x="19739" y="11826"/>
                </a:lnTo>
                <a:lnTo>
                  <a:pt x="20353" y="15055"/>
                </a:lnTo>
                <a:lnTo>
                  <a:pt x="20974" y="1831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509" y="18036"/>
                </a:lnTo>
                <a:lnTo>
                  <a:pt x="1018" y="14467"/>
                </a:lnTo>
                <a:lnTo>
                  <a:pt x="1531" y="10881"/>
                </a:lnTo>
                <a:lnTo>
                  <a:pt x="2046" y="7279"/>
                </a:lnTo>
                <a:lnTo>
                  <a:pt x="2564" y="3656"/>
                </a:lnTo>
                <a:lnTo>
                  <a:pt x="3086" y="0"/>
                </a:lnTo>
                <a:close/>
              </a:path>
            </a:pathLst>
          </a:custGeom>
          <a:solidFill>
            <a:srgbClr val="CAB0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6" name="contour_10204"/>
          <p:cNvSpPr/>
          <p:nvPr/>
        </p:nvSpPr>
        <p:spPr>
          <a:xfrm>
            <a:off x="1832241" y="5655481"/>
            <a:ext cx="2923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81" y="0"/>
                </a:moveTo>
                <a:lnTo>
                  <a:pt x="9039" y="0"/>
                </a:lnTo>
                <a:lnTo>
                  <a:pt x="12620" y="0"/>
                </a:lnTo>
                <a:lnTo>
                  <a:pt x="16248" y="0"/>
                </a:lnTo>
                <a:lnTo>
                  <a:pt x="17777" y="3250"/>
                </a:lnTo>
                <a:lnTo>
                  <a:pt x="19053" y="6017"/>
                </a:lnTo>
                <a:lnTo>
                  <a:pt x="20071" y="8362"/>
                </a:lnTo>
                <a:lnTo>
                  <a:pt x="20835" y="10346"/>
                </a:lnTo>
                <a:lnTo>
                  <a:pt x="21347" y="12024"/>
                </a:lnTo>
                <a:lnTo>
                  <a:pt x="21600" y="13459"/>
                </a:lnTo>
                <a:lnTo>
                  <a:pt x="21600" y="14707"/>
                </a:lnTo>
                <a:lnTo>
                  <a:pt x="21347" y="15830"/>
                </a:lnTo>
                <a:lnTo>
                  <a:pt x="20835" y="16884"/>
                </a:lnTo>
                <a:lnTo>
                  <a:pt x="20071" y="17928"/>
                </a:lnTo>
                <a:lnTo>
                  <a:pt x="19053" y="19022"/>
                </a:lnTo>
                <a:lnTo>
                  <a:pt x="17777" y="20227"/>
                </a:lnTo>
                <a:lnTo>
                  <a:pt x="16248" y="21600"/>
                </a:lnTo>
                <a:lnTo>
                  <a:pt x="12189" y="21298"/>
                </a:lnTo>
                <a:lnTo>
                  <a:pt x="9325" y="21022"/>
                </a:lnTo>
                <a:lnTo>
                  <a:pt x="6870" y="20657"/>
                </a:lnTo>
                <a:lnTo>
                  <a:pt x="4049" y="20088"/>
                </a:lnTo>
                <a:lnTo>
                  <a:pt x="97" y="19200"/>
                </a:lnTo>
                <a:lnTo>
                  <a:pt x="0" y="17453"/>
                </a:lnTo>
                <a:lnTo>
                  <a:pt x="43" y="15830"/>
                </a:lnTo>
                <a:lnTo>
                  <a:pt x="237" y="14273"/>
                </a:lnTo>
                <a:lnTo>
                  <a:pt x="587" y="12730"/>
                </a:lnTo>
                <a:lnTo>
                  <a:pt x="1098" y="11141"/>
                </a:lnTo>
                <a:lnTo>
                  <a:pt x="1777" y="9451"/>
                </a:lnTo>
                <a:lnTo>
                  <a:pt x="2277" y="8088"/>
                </a:lnTo>
                <a:lnTo>
                  <a:pt x="2778" y="6708"/>
                </a:lnTo>
                <a:lnTo>
                  <a:pt x="3419" y="5028"/>
                </a:lnTo>
                <a:lnTo>
                  <a:pt x="4086" y="3350"/>
                </a:lnTo>
                <a:lnTo>
                  <a:pt x="4775" y="1675"/>
                </a:lnTo>
                <a:lnTo>
                  <a:pt x="5481" y="0"/>
                </a:lnTo>
                <a:close/>
              </a:path>
            </a:pathLst>
          </a:custGeom>
          <a:solidFill>
            <a:srgbClr val="6351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7" name="contour_10205"/>
          <p:cNvSpPr/>
          <p:nvPr/>
        </p:nvSpPr>
        <p:spPr>
          <a:xfrm>
            <a:off x="4958921" y="5619041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5B45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8" name="contour_10206"/>
          <p:cNvSpPr/>
          <p:nvPr/>
        </p:nvSpPr>
        <p:spPr>
          <a:xfrm>
            <a:off x="1249333" y="5640905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800" y="1350"/>
                </a:lnTo>
                <a:lnTo>
                  <a:pt x="12343" y="2700"/>
                </a:lnTo>
                <a:lnTo>
                  <a:pt x="13886" y="4050"/>
                </a:lnTo>
                <a:lnTo>
                  <a:pt x="15429" y="5400"/>
                </a:lnTo>
                <a:lnTo>
                  <a:pt x="17369" y="4693"/>
                </a:lnTo>
                <a:lnTo>
                  <a:pt x="18659" y="4177"/>
                </a:lnTo>
                <a:lnTo>
                  <a:pt x="19875" y="3596"/>
                </a:lnTo>
                <a:lnTo>
                  <a:pt x="21600" y="2700"/>
                </a:lnTo>
                <a:lnTo>
                  <a:pt x="20637" y="5970"/>
                </a:lnTo>
                <a:lnTo>
                  <a:pt x="19829" y="8610"/>
                </a:lnTo>
                <a:lnTo>
                  <a:pt x="19110" y="10716"/>
                </a:lnTo>
                <a:lnTo>
                  <a:pt x="18422" y="12380"/>
                </a:lnTo>
                <a:lnTo>
                  <a:pt x="17706" y="13692"/>
                </a:lnTo>
                <a:lnTo>
                  <a:pt x="16900" y="14750"/>
                </a:lnTo>
                <a:lnTo>
                  <a:pt x="15944" y="15644"/>
                </a:lnTo>
                <a:lnTo>
                  <a:pt x="14781" y="16473"/>
                </a:lnTo>
                <a:lnTo>
                  <a:pt x="13346" y="17326"/>
                </a:lnTo>
                <a:lnTo>
                  <a:pt x="11584" y="18298"/>
                </a:lnTo>
                <a:lnTo>
                  <a:pt x="9671" y="18932"/>
                </a:lnTo>
                <a:lnTo>
                  <a:pt x="7764" y="19535"/>
                </a:lnTo>
                <a:lnTo>
                  <a:pt x="5847" y="20104"/>
                </a:lnTo>
                <a:lnTo>
                  <a:pt x="3922" y="20636"/>
                </a:lnTo>
                <a:lnTo>
                  <a:pt x="1975" y="21136"/>
                </a:lnTo>
                <a:lnTo>
                  <a:pt x="0" y="21600"/>
                </a:lnTo>
                <a:lnTo>
                  <a:pt x="216" y="19742"/>
                </a:lnTo>
                <a:lnTo>
                  <a:pt x="441" y="17885"/>
                </a:lnTo>
                <a:lnTo>
                  <a:pt x="673" y="16027"/>
                </a:lnTo>
                <a:lnTo>
                  <a:pt x="910" y="14172"/>
                </a:lnTo>
                <a:lnTo>
                  <a:pt x="1157" y="12317"/>
                </a:lnTo>
                <a:lnTo>
                  <a:pt x="1373" y="10592"/>
                </a:lnTo>
                <a:lnTo>
                  <a:pt x="1589" y="8856"/>
                </a:lnTo>
                <a:lnTo>
                  <a:pt x="1808" y="7098"/>
                </a:lnTo>
                <a:lnTo>
                  <a:pt x="2595" y="4522"/>
                </a:lnTo>
                <a:lnTo>
                  <a:pt x="3302" y="2986"/>
                </a:lnTo>
                <a:lnTo>
                  <a:pt x="4339" y="1874"/>
                </a:lnTo>
                <a:lnTo>
                  <a:pt x="6100" y="581"/>
                </a:lnTo>
                <a:lnTo>
                  <a:pt x="7665" y="292"/>
                </a:lnTo>
                <a:lnTo>
                  <a:pt x="9257" y="0"/>
                </a:lnTo>
                <a:close/>
              </a:path>
            </a:pathLst>
          </a:custGeom>
          <a:solidFill>
            <a:srgbClr val="695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09" name="contour_10207"/>
          <p:cNvSpPr/>
          <p:nvPr/>
        </p:nvSpPr>
        <p:spPr>
          <a:xfrm>
            <a:off x="8238517" y="5602826"/>
            <a:ext cx="37118" cy="67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41" y="527"/>
                </a:moveTo>
                <a:lnTo>
                  <a:pt x="7397" y="176"/>
                </a:lnTo>
                <a:lnTo>
                  <a:pt x="9636" y="0"/>
                </a:lnTo>
                <a:lnTo>
                  <a:pt x="11570" y="0"/>
                </a:lnTo>
                <a:lnTo>
                  <a:pt x="13809" y="176"/>
                </a:lnTo>
                <a:lnTo>
                  <a:pt x="16964" y="527"/>
                </a:lnTo>
                <a:lnTo>
                  <a:pt x="18568" y="1890"/>
                </a:lnTo>
                <a:lnTo>
                  <a:pt x="19764" y="3264"/>
                </a:lnTo>
                <a:lnTo>
                  <a:pt x="20603" y="4660"/>
                </a:lnTo>
                <a:lnTo>
                  <a:pt x="21150" y="6081"/>
                </a:lnTo>
                <a:lnTo>
                  <a:pt x="21464" y="7528"/>
                </a:lnTo>
                <a:lnTo>
                  <a:pt x="21592" y="9010"/>
                </a:lnTo>
                <a:lnTo>
                  <a:pt x="21600" y="10530"/>
                </a:lnTo>
                <a:lnTo>
                  <a:pt x="21536" y="12089"/>
                </a:lnTo>
                <a:lnTo>
                  <a:pt x="21469" y="13698"/>
                </a:lnTo>
                <a:lnTo>
                  <a:pt x="21430" y="15177"/>
                </a:lnTo>
                <a:lnTo>
                  <a:pt x="21392" y="16669"/>
                </a:lnTo>
                <a:lnTo>
                  <a:pt x="21354" y="18179"/>
                </a:lnTo>
                <a:lnTo>
                  <a:pt x="21307" y="19310"/>
                </a:lnTo>
                <a:lnTo>
                  <a:pt x="21256" y="20446"/>
                </a:lnTo>
                <a:lnTo>
                  <a:pt x="21206" y="21600"/>
                </a:lnTo>
                <a:lnTo>
                  <a:pt x="18402" y="21600"/>
                </a:lnTo>
                <a:lnTo>
                  <a:pt x="15582" y="21600"/>
                </a:lnTo>
                <a:lnTo>
                  <a:pt x="12723" y="21600"/>
                </a:lnTo>
                <a:lnTo>
                  <a:pt x="12723" y="20055"/>
                </a:lnTo>
                <a:lnTo>
                  <a:pt x="12723" y="18507"/>
                </a:lnTo>
                <a:lnTo>
                  <a:pt x="12723" y="16959"/>
                </a:lnTo>
                <a:lnTo>
                  <a:pt x="12723" y="15407"/>
                </a:lnTo>
                <a:lnTo>
                  <a:pt x="12723" y="13850"/>
                </a:lnTo>
                <a:lnTo>
                  <a:pt x="12723" y="12286"/>
                </a:lnTo>
                <a:lnTo>
                  <a:pt x="12723" y="10717"/>
                </a:lnTo>
                <a:lnTo>
                  <a:pt x="12723" y="9139"/>
                </a:lnTo>
                <a:lnTo>
                  <a:pt x="12723" y="7551"/>
                </a:lnTo>
                <a:lnTo>
                  <a:pt x="10204" y="7551"/>
                </a:lnTo>
                <a:lnTo>
                  <a:pt x="7676" y="7551"/>
                </a:lnTo>
                <a:lnTo>
                  <a:pt x="5140" y="7551"/>
                </a:lnTo>
                <a:lnTo>
                  <a:pt x="2583" y="7551"/>
                </a:lnTo>
                <a:lnTo>
                  <a:pt x="0" y="7551"/>
                </a:lnTo>
                <a:lnTo>
                  <a:pt x="670" y="5809"/>
                </a:lnTo>
                <a:lnTo>
                  <a:pt x="1226" y="4573"/>
                </a:lnTo>
                <a:lnTo>
                  <a:pt x="1870" y="3505"/>
                </a:lnTo>
                <a:lnTo>
                  <a:pt x="2808" y="2269"/>
                </a:lnTo>
                <a:lnTo>
                  <a:pt x="4241" y="527"/>
                </a:lnTo>
                <a:close/>
              </a:path>
            </a:pathLst>
          </a:custGeom>
          <a:solidFill>
            <a:srgbClr val="888B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0" name="contour_10208"/>
          <p:cNvSpPr/>
          <p:nvPr/>
        </p:nvSpPr>
        <p:spPr>
          <a:xfrm>
            <a:off x="7465990" y="5597177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19960" y="2376"/>
                </a:lnTo>
                <a:lnTo>
                  <a:pt x="20284" y="4756"/>
                </a:lnTo>
                <a:lnTo>
                  <a:pt x="20610" y="7146"/>
                </a:lnTo>
                <a:lnTo>
                  <a:pt x="20938" y="9547"/>
                </a:lnTo>
                <a:lnTo>
                  <a:pt x="21268" y="11963"/>
                </a:lnTo>
                <a:lnTo>
                  <a:pt x="21600" y="14400"/>
                </a:lnTo>
                <a:lnTo>
                  <a:pt x="20357" y="15192"/>
                </a:lnTo>
                <a:lnTo>
                  <a:pt x="19112" y="15962"/>
                </a:lnTo>
                <a:lnTo>
                  <a:pt x="17869" y="16718"/>
                </a:lnTo>
                <a:lnTo>
                  <a:pt x="16622" y="17456"/>
                </a:lnTo>
                <a:lnTo>
                  <a:pt x="15371" y="18184"/>
                </a:lnTo>
                <a:lnTo>
                  <a:pt x="14115" y="18900"/>
                </a:lnTo>
                <a:lnTo>
                  <a:pt x="13062" y="19598"/>
                </a:lnTo>
                <a:lnTo>
                  <a:pt x="11992" y="20308"/>
                </a:lnTo>
                <a:lnTo>
                  <a:pt x="10939" y="20858"/>
                </a:lnTo>
                <a:lnTo>
                  <a:pt x="10097" y="21200"/>
                </a:lnTo>
                <a:lnTo>
                  <a:pt x="9170" y="21395"/>
                </a:lnTo>
                <a:lnTo>
                  <a:pt x="7864" y="21510"/>
                </a:lnTo>
                <a:lnTo>
                  <a:pt x="5891" y="21600"/>
                </a:lnTo>
                <a:lnTo>
                  <a:pt x="5058" y="19562"/>
                </a:lnTo>
                <a:lnTo>
                  <a:pt x="4224" y="17525"/>
                </a:lnTo>
                <a:lnTo>
                  <a:pt x="3387" y="15480"/>
                </a:lnTo>
                <a:lnTo>
                  <a:pt x="2547" y="13428"/>
                </a:lnTo>
                <a:lnTo>
                  <a:pt x="1704" y="11365"/>
                </a:lnTo>
                <a:lnTo>
                  <a:pt x="854" y="9292"/>
                </a:lnTo>
                <a:lnTo>
                  <a:pt x="0" y="7200"/>
                </a:lnTo>
                <a:lnTo>
                  <a:pt x="1296" y="7438"/>
                </a:lnTo>
                <a:lnTo>
                  <a:pt x="2592" y="7675"/>
                </a:lnTo>
                <a:lnTo>
                  <a:pt x="3890" y="7913"/>
                </a:lnTo>
                <a:lnTo>
                  <a:pt x="5188" y="8150"/>
                </a:lnTo>
                <a:lnTo>
                  <a:pt x="6488" y="8388"/>
                </a:lnTo>
                <a:lnTo>
                  <a:pt x="7788" y="8629"/>
                </a:lnTo>
                <a:lnTo>
                  <a:pt x="9092" y="8867"/>
                </a:lnTo>
                <a:lnTo>
                  <a:pt x="10397" y="9108"/>
                </a:lnTo>
                <a:lnTo>
                  <a:pt x="11707" y="9346"/>
                </a:lnTo>
                <a:lnTo>
                  <a:pt x="13019" y="9587"/>
                </a:lnTo>
                <a:lnTo>
                  <a:pt x="14333" y="9828"/>
                </a:lnTo>
                <a:lnTo>
                  <a:pt x="15652" y="10069"/>
                </a:lnTo>
                <a:lnTo>
                  <a:pt x="16976" y="10314"/>
                </a:lnTo>
                <a:lnTo>
                  <a:pt x="18303" y="10555"/>
                </a:lnTo>
                <a:lnTo>
                  <a:pt x="19636" y="10800"/>
                </a:lnTo>
                <a:lnTo>
                  <a:pt x="19636" y="8662"/>
                </a:lnTo>
                <a:lnTo>
                  <a:pt x="19636" y="6516"/>
                </a:lnTo>
                <a:lnTo>
                  <a:pt x="19636" y="4363"/>
                </a:lnTo>
                <a:lnTo>
                  <a:pt x="19636" y="2192"/>
                </a:lnTo>
                <a:lnTo>
                  <a:pt x="19636" y="0"/>
                </a:lnTo>
                <a:close/>
              </a:path>
            </a:pathLst>
          </a:custGeom>
          <a:solidFill>
            <a:srgbClr val="27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1" name="contour_10209"/>
          <p:cNvSpPr/>
          <p:nvPr/>
        </p:nvSpPr>
        <p:spPr>
          <a:xfrm>
            <a:off x="7298366" y="5598001"/>
            <a:ext cx="51016" cy="356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14" y="2815"/>
                </a:moveTo>
                <a:lnTo>
                  <a:pt x="16635" y="3346"/>
                </a:lnTo>
                <a:lnTo>
                  <a:pt x="19116" y="4955"/>
                </a:lnTo>
                <a:lnTo>
                  <a:pt x="20350" y="6634"/>
                </a:lnTo>
                <a:lnTo>
                  <a:pt x="21600" y="8340"/>
                </a:lnTo>
                <a:lnTo>
                  <a:pt x="21600" y="10966"/>
                </a:lnTo>
                <a:lnTo>
                  <a:pt x="21600" y="13600"/>
                </a:lnTo>
                <a:lnTo>
                  <a:pt x="21600" y="16243"/>
                </a:lnTo>
                <a:lnTo>
                  <a:pt x="21600" y="18908"/>
                </a:lnTo>
                <a:lnTo>
                  <a:pt x="21600" y="21600"/>
                </a:lnTo>
                <a:lnTo>
                  <a:pt x="19462" y="21162"/>
                </a:lnTo>
                <a:lnTo>
                  <a:pt x="17320" y="20725"/>
                </a:lnTo>
                <a:lnTo>
                  <a:pt x="15179" y="20287"/>
                </a:lnTo>
                <a:lnTo>
                  <a:pt x="13034" y="19845"/>
                </a:lnTo>
                <a:lnTo>
                  <a:pt x="10880" y="19408"/>
                </a:lnTo>
                <a:lnTo>
                  <a:pt x="8723" y="18966"/>
                </a:lnTo>
                <a:lnTo>
                  <a:pt x="6557" y="18524"/>
                </a:lnTo>
                <a:lnTo>
                  <a:pt x="4382" y="18077"/>
                </a:lnTo>
                <a:lnTo>
                  <a:pt x="2197" y="17631"/>
                </a:lnTo>
                <a:lnTo>
                  <a:pt x="0" y="17180"/>
                </a:lnTo>
                <a:lnTo>
                  <a:pt x="1315" y="11580"/>
                </a:lnTo>
                <a:lnTo>
                  <a:pt x="2277" y="7730"/>
                </a:lnTo>
                <a:lnTo>
                  <a:pt x="3058" y="5171"/>
                </a:lnTo>
                <a:lnTo>
                  <a:pt x="3823" y="3452"/>
                </a:lnTo>
                <a:lnTo>
                  <a:pt x="4733" y="2104"/>
                </a:lnTo>
                <a:lnTo>
                  <a:pt x="5955" y="676"/>
                </a:lnTo>
                <a:lnTo>
                  <a:pt x="8227" y="62"/>
                </a:lnTo>
                <a:lnTo>
                  <a:pt x="10130" y="0"/>
                </a:lnTo>
                <a:lnTo>
                  <a:pt x="11883" y="460"/>
                </a:lnTo>
                <a:lnTo>
                  <a:pt x="13707" y="1406"/>
                </a:lnTo>
                <a:lnTo>
                  <a:pt x="15814" y="2815"/>
                </a:lnTo>
                <a:close/>
              </a:path>
            </a:pathLst>
          </a:custGeom>
          <a:solidFill>
            <a:srgbClr val="C5C9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2" name="contour_10210"/>
          <p:cNvSpPr/>
          <p:nvPr/>
        </p:nvSpPr>
        <p:spPr>
          <a:xfrm>
            <a:off x="1628309" y="5597177"/>
            <a:ext cx="94744" cy="450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9404" y="3189"/>
                </a:lnTo>
                <a:lnTo>
                  <a:pt x="10228" y="5681"/>
                </a:lnTo>
                <a:lnTo>
                  <a:pt x="10820" y="7681"/>
                </a:lnTo>
                <a:lnTo>
                  <a:pt x="11215" y="9398"/>
                </a:lnTo>
                <a:lnTo>
                  <a:pt x="11456" y="11027"/>
                </a:lnTo>
                <a:lnTo>
                  <a:pt x="11579" y="12782"/>
                </a:lnTo>
                <a:lnTo>
                  <a:pt x="11624" y="14866"/>
                </a:lnTo>
                <a:lnTo>
                  <a:pt x="11631" y="17481"/>
                </a:lnTo>
                <a:lnTo>
                  <a:pt x="12727" y="17481"/>
                </a:lnTo>
                <a:lnTo>
                  <a:pt x="13826" y="17481"/>
                </a:lnTo>
                <a:lnTo>
                  <a:pt x="14924" y="17481"/>
                </a:lnTo>
                <a:lnTo>
                  <a:pt x="16026" y="17481"/>
                </a:lnTo>
                <a:lnTo>
                  <a:pt x="17130" y="17481"/>
                </a:lnTo>
                <a:lnTo>
                  <a:pt x="18240" y="17481"/>
                </a:lnTo>
                <a:lnTo>
                  <a:pt x="19354" y="17481"/>
                </a:lnTo>
                <a:lnTo>
                  <a:pt x="20473" y="17481"/>
                </a:lnTo>
                <a:lnTo>
                  <a:pt x="21600" y="17481"/>
                </a:lnTo>
                <a:lnTo>
                  <a:pt x="21600" y="19216"/>
                </a:lnTo>
                <a:lnTo>
                  <a:pt x="21600" y="20978"/>
                </a:lnTo>
                <a:lnTo>
                  <a:pt x="20459" y="21062"/>
                </a:lnTo>
                <a:lnTo>
                  <a:pt x="19315" y="21135"/>
                </a:lnTo>
                <a:lnTo>
                  <a:pt x="18174" y="21201"/>
                </a:lnTo>
                <a:lnTo>
                  <a:pt x="17031" y="21261"/>
                </a:lnTo>
                <a:lnTo>
                  <a:pt x="15889" y="21317"/>
                </a:lnTo>
                <a:lnTo>
                  <a:pt x="14746" y="21366"/>
                </a:lnTo>
                <a:lnTo>
                  <a:pt x="13605" y="21415"/>
                </a:lnTo>
                <a:lnTo>
                  <a:pt x="12475" y="21502"/>
                </a:lnTo>
                <a:lnTo>
                  <a:pt x="11328" y="21593"/>
                </a:lnTo>
                <a:lnTo>
                  <a:pt x="10044" y="21600"/>
                </a:lnTo>
                <a:lnTo>
                  <a:pt x="8858" y="21530"/>
                </a:lnTo>
                <a:lnTo>
                  <a:pt x="7751" y="21359"/>
                </a:lnTo>
                <a:lnTo>
                  <a:pt x="6711" y="21065"/>
                </a:lnTo>
                <a:lnTo>
                  <a:pt x="5722" y="20635"/>
                </a:lnTo>
                <a:lnTo>
                  <a:pt x="4769" y="20044"/>
                </a:lnTo>
                <a:lnTo>
                  <a:pt x="3836" y="19275"/>
                </a:lnTo>
                <a:lnTo>
                  <a:pt x="2908" y="18303"/>
                </a:lnTo>
                <a:lnTo>
                  <a:pt x="1969" y="17111"/>
                </a:lnTo>
                <a:lnTo>
                  <a:pt x="1005" y="15677"/>
                </a:lnTo>
                <a:lnTo>
                  <a:pt x="0" y="13985"/>
                </a:lnTo>
                <a:lnTo>
                  <a:pt x="1063" y="14272"/>
                </a:lnTo>
                <a:lnTo>
                  <a:pt x="2135" y="14565"/>
                </a:lnTo>
                <a:lnTo>
                  <a:pt x="3220" y="14859"/>
                </a:lnTo>
                <a:lnTo>
                  <a:pt x="4571" y="14863"/>
                </a:lnTo>
                <a:lnTo>
                  <a:pt x="5460" y="14639"/>
                </a:lnTo>
                <a:lnTo>
                  <a:pt x="6646" y="13985"/>
                </a:lnTo>
                <a:lnTo>
                  <a:pt x="7160" y="11744"/>
                </a:lnTo>
                <a:lnTo>
                  <a:pt x="7548" y="9492"/>
                </a:lnTo>
                <a:lnTo>
                  <a:pt x="7834" y="7206"/>
                </a:lnTo>
                <a:lnTo>
                  <a:pt x="8040" y="4870"/>
                </a:lnTo>
                <a:lnTo>
                  <a:pt x="8191" y="2475"/>
                </a:lnTo>
                <a:lnTo>
                  <a:pt x="8308" y="0"/>
                </a:lnTo>
                <a:close/>
              </a:path>
            </a:pathLst>
          </a:custGeom>
          <a:solidFill>
            <a:srgbClr val="887B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3" name="contour_10211"/>
          <p:cNvSpPr/>
          <p:nvPr/>
        </p:nvSpPr>
        <p:spPr>
          <a:xfrm>
            <a:off x="10250003" y="559717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261" y="2376"/>
                </a:lnTo>
                <a:lnTo>
                  <a:pt x="20921" y="4756"/>
                </a:lnTo>
                <a:lnTo>
                  <a:pt x="20582" y="7135"/>
                </a:lnTo>
                <a:lnTo>
                  <a:pt x="20239" y="9522"/>
                </a:lnTo>
                <a:lnTo>
                  <a:pt x="19897" y="11916"/>
                </a:lnTo>
                <a:lnTo>
                  <a:pt x="19554" y="14321"/>
                </a:lnTo>
                <a:lnTo>
                  <a:pt x="19209" y="16733"/>
                </a:lnTo>
                <a:lnTo>
                  <a:pt x="18863" y="19159"/>
                </a:lnTo>
                <a:lnTo>
                  <a:pt x="18514" y="21600"/>
                </a:lnTo>
                <a:lnTo>
                  <a:pt x="16475" y="21600"/>
                </a:lnTo>
                <a:lnTo>
                  <a:pt x="14423" y="21600"/>
                </a:lnTo>
                <a:lnTo>
                  <a:pt x="12343" y="21600"/>
                </a:lnTo>
                <a:lnTo>
                  <a:pt x="12596" y="19890"/>
                </a:lnTo>
                <a:lnTo>
                  <a:pt x="12855" y="18169"/>
                </a:lnTo>
                <a:lnTo>
                  <a:pt x="13114" y="16423"/>
                </a:lnTo>
                <a:lnTo>
                  <a:pt x="12861" y="14566"/>
                </a:lnTo>
                <a:lnTo>
                  <a:pt x="12602" y="12697"/>
                </a:lnTo>
                <a:lnTo>
                  <a:pt x="12343" y="10800"/>
                </a:lnTo>
                <a:lnTo>
                  <a:pt x="10430" y="10015"/>
                </a:lnTo>
                <a:lnTo>
                  <a:pt x="8544" y="9414"/>
                </a:lnTo>
                <a:lnTo>
                  <a:pt x="6653" y="8960"/>
                </a:lnTo>
                <a:lnTo>
                  <a:pt x="4715" y="8604"/>
                </a:lnTo>
                <a:lnTo>
                  <a:pt x="2700" y="8312"/>
                </a:lnTo>
                <a:lnTo>
                  <a:pt x="1358" y="7762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59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4" name="contour_10212"/>
          <p:cNvSpPr/>
          <p:nvPr/>
        </p:nvSpPr>
        <p:spPr>
          <a:xfrm>
            <a:off x="2247788" y="5595530"/>
            <a:ext cx="65592" cy="38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4"/>
                </a:moveTo>
                <a:lnTo>
                  <a:pt x="1702" y="661"/>
                </a:lnTo>
                <a:lnTo>
                  <a:pt x="3391" y="422"/>
                </a:lnTo>
                <a:lnTo>
                  <a:pt x="5069" y="227"/>
                </a:lnTo>
                <a:lnTo>
                  <a:pt x="6742" y="83"/>
                </a:lnTo>
                <a:lnTo>
                  <a:pt x="8410" y="4"/>
                </a:lnTo>
                <a:lnTo>
                  <a:pt x="10078" y="0"/>
                </a:lnTo>
                <a:lnTo>
                  <a:pt x="11748" y="79"/>
                </a:lnTo>
                <a:lnTo>
                  <a:pt x="13423" y="256"/>
                </a:lnTo>
                <a:lnTo>
                  <a:pt x="15106" y="537"/>
                </a:lnTo>
                <a:lnTo>
                  <a:pt x="16800" y="934"/>
                </a:lnTo>
                <a:lnTo>
                  <a:pt x="17933" y="3034"/>
                </a:lnTo>
                <a:lnTo>
                  <a:pt x="18869" y="5166"/>
                </a:lnTo>
                <a:lnTo>
                  <a:pt x="19637" y="7365"/>
                </a:lnTo>
                <a:lnTo>
                  <a:pt x="20263" y="9663"/>
                </a:lnTo>
                <a:lnTo>
                  <a:pt x="20779" y="12090"/>
                </a:lnTo>
                <a:lnTo>
                  <a:pt x="21216" y="14681"/>
                </a:lnTo>
                <a:lnTo>
                  <a:pt x="21600" y="17467"/>
                </a:lnTo>
                <a:lnTo>
                  <a:pt x="20174" y="18285"/>
                </a:lnTo>
                <a:lnTo>
                  <a:pt x="18744" y="19108"/>
                </a:lnTo>
                <a:lnTo>
                  <a:pt x="17309" y="19930"/>
                </a:lnTo>
                <a:lnTo>
                  <a:pt x="15862" y="20761"/>
                </a:lnTo>
                <a:lnTo>
                  <a:pt x="14400" y="21600"/>
                </a:lnTo>
                <a:lnTo>
                  <a:pt x="14400" y="18868"/>
                </a:lnTo>
                <a:lnTo>
                  <a:pt x="14400" y="16119"/>
                </a:lnTo>
                <a:lnTo>
                  <a:pt x="14400" y="13334"/>
                </a:lnTo>
                <a:lnTo>
                  <a:pt x="12830" y="12110"/>
                </a:lnTo>
                <a:lnTo>
                  <a:pt x="11671" y="11271"/>
                </a:lnTo>
                <a:lnTo>
                  <a:pt x="10577" y="10606"/>
                </a:lnTo>
                <a:lnTo>
                  <a:pt x="9202" y="9899"/>
                </a:lnTo>
                <a:lnTo>
                  <a:pt x="7200" y="8944"/>
                </a:lnTo>
                <a:lnTo>
                  <a:pt x="5748" y="8229"/>
                </a:lnTo>
                <a:lnTo>
                  <a:pt x="4303" y="7489"/>
                </a:lnTo>
                <a:lnTo>
                  <a:pt x="2861" y="6721"/>
                </a:lnTo>
                <a:lnTo>
                  <a:pt x="1428" y="5915"/>
                </a:lnTo>
                <a:lnTo>
                  <a:pt x="0" y="5067"/>
                </a:lnTo>
                <a:lnTo>
                  <a:pt x="0" y="3017"/>
                </a:lnTo>
                <a:lnTo>
                  <a:pt x="0" y="934"/>
                </a:lnTo>
                <a:close/>
              </a:path>
            </a:pathLst>
          </a:custGeom>
          <a:solidFill>
            <a:srgbClr val="B7A0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5" name="contour_10213"/>
          <p:cNvSpPr/>
          <p:nvPr/>
        </p:nvSpPr>
        <p:spPr>
          <a:xfrm>
            <a:off x="1285773" y="5568026"/>
            <a:ext cx="87456" cy="355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0"/>
                </a:lnTo>
                <a:lnTo>
                  <a:pt x="16778" y="0"/>
                </a:lnTo>
                <a:lnTo>
                  <a:pt x="17973" y="0"/>
                </a:lnTo>
                <a:lnTo>
                  <a:pt x="19174" y="0"/>
                </a:lnTo>
                <a:lnTo>
                  <a:pt x="20381" y="0"/>
                </a:lnTo>
                <a:lnTo>
                  <a:pt x="21600" y="0"/>
                </a:lnTo>
                <a:lnTo>
                  <a:pt x="21303" y="3134"/>
                </a:lnTo>
                <a:lnTo>
                  <a:pt x="21060" y="5391"/>
                </a:lnTo>
                <a:lnTo>
                  <a:pt x="20786" y="7413"/>
                </a:lnTo>
                <a:lnTo>
                  <a:pt x="20396" y="9838"/>
                </a:lnTo>
                <a:lnTo>
                  <a:pt x="19800" y="13300"/>
                </a:lnTo>
                <a:lnTo>
                  <a:pt x="18655" y="14945"/>
                </a:lnTo>
                <a:lnTo>
                  <a:pt x="17494" y="16413"/>
                </a:lnTo>
                <a:lnTo>
                  <a:pt x="16317" y="17699"/>
                </a:lnTo>
                <a:lnTo>
                  <a:pt x="15127" y="18802"/>
                </a:lnTo>
                <a:lnTo>
                  <a:pt x="13921" y="19729"/>
                </a:lnTo>
                <a:lnTo>
                  <a:pt x="12703" y="20469"/>
                </a:lnTo>
                <a:lnTo>
                  <a:pt x="11470" y="21028"/>
                </a:lnTo>
                <a:lnTo>
                  <a:pt x="10224" y="21400"/>
                </a:lnTo>
                <a:lnTo>
                  <a:pt x="8966" y="21591"/>
                </a:lnTo>
                <a:lnTo>
                  <a:pt x="7697" y="21600"/>
                </a:lnTo>
                <a:lnTo>
                  <a:pt x="6417" y="21418"/>
                </a:lnTo>
                <a:lnTo>
                  <a:pt x="5126" y="21055"/>
                </a:lnTo>
                <a:lnTo>
                  <a:pt x="3825" y="20505"/>
                </a:lnTo>
                <a:lnTo>
                  <a:pt x="2864" y="19853"/>
                </a:lnTo>
                <a:lnTo>
                  <a:pt x="1904" y="19179"/>
                </a:lnTo>
                <a:lnTo>
                  <a:pt x="950" y="18479"/>
                </a:lnTo>
                <a:lnTo>
                  <a:pt x="0" y="17734"/>
                </a:lnTo>
                <a:lnTo>
                  <a:pt x="950" y="14923"/>
                </a:lnTo>
                <a:lnTo>
                  <a:pt x="1818" y="12675"/>
                </a:lnTo>
                <a:lnTo>
                  <a:pt x="2693" y="10929"/>
                </a:lnTo>
                <a:lnTo>
                  <a:pt x="3672" y="9607"/>
                </a:lnTo>
                <a:lnTo>
                  <a:pt x="4847" y="8654"/>
                </a:lnTo>
                <a:lnTo>
                  <a:pt x="6314" y="8002"/>
                </a:lnTo>
                <a:lnTo>
                  <a:pt x="7276" y="8104"/>
                </a:lnTo>
                <a:lnTo>
                  <a:pt x="8244" y="8206"/>
                </a:lnTo>
                <a:lnTo>
                  <a:pt x="9225" y="8313"/>
                </a:lnTo>
                <a:lnTo>
                  <a:pt x="10197" y="8393"/>
                </a:lnTo>
                <a:lnTo>
                  <a:pt x="11174" y="8472"/>
                </a:lnTo>
                <a:lnTo>
                  <a:pt x="12164" y="8557"/>
                </a:lnTo>
                <a:lnTo>
                  <a:pt x="12721" y="8632"/>
                </a:lnTo>
                <a:lnTo>
                  <a:pt x="14400" y="8867"/>
                </a:lnTo>
                <a:lnTo>
                  <a:pt x="14400" y="5936"/>
                </a:lnTo>
                <a:lnTo>
                  <a:pt x="14400" y="2988"/>
                </a:lnTo>
                <a:lnTo>
                  <a:pt x="14400" y="0"/>
                </a:lnTo>
                <a:close/>
              </a:path>
            </a:pathLst>
          </a:custGeom>
          <a:solidFill>
            <a:srgbClr val="574D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6" name="contour_10214"/>
          <p:cNvSpPr/>
          <p:nvPr/>
        </p:nvSpPr>
        <p:spPr>
          <a:xfrm>
            <a:off x="10760162" y="5546162"/>
            <a:ext cx="5399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77" y="278"/>
                </a:lnTo>
                <a:lnTo>
                  <a:pt x="3921" y="570"/>
                </a:lnTo>
                <a:lnTo>
                  <a:pt x="5831" y="888"/>
                </a:lnTo>
                <a:lnTo>
                  <a:pt x="7714" y="1237"/>
                </a:lnTo>
                <a:lnTo>
                  <a:pt x="9571" y="1631"/>
                </a:lnTo>
                <a:lnTo>
                  <a:pt x="11408" y="2074"/>
                </a:lnTo>
                <a:lnTo>
                  <a:pt x="13230" y="2581"/>
                </a:lnTo>
                <a:lnTo>
                  <a:pt x="15035" y="3156"/>
                </a:lnTo>
                <a:lnTo>
                  <a:pt x="16830" y="3812"/>
                </a:lnTo>
                <a:lnTo>
                  <a:pt x="18620" y="4558"/>
                </a:lnTo>
                <a:lnTo>
                  <a:pt x="20408" y="5400"/>
                </a:lnTo>
                <a:lnTo>
                  <a:pt x="20953" y="7247"/>
                </a:lnTo>
                <a:lnTo>
                  <a:pt x="21323" y="9053"/>
                </a:lnTo>
                <a:lnTo>
                  <a:pt x="21533" y="10827"/>
                </a:lnTo>
                <a:lnTo>
                  <a:pt x="21600" y="12585"/>
                </a:lnTo>
                <a:lnTo>
                  <a:pt x="21545" y="14340"/>
                </a:lnTo>
                <a:lnTo>
                  <a:pt x="21378" y="16106"/>
                </a:lnTo>
                <a:lnTo>
                  <a:pt x="21122" y="17896"/>
                </a:lnTo>
                <a:lnTo>
                  <a:pt x="20792" y="19721"/>
                </a:lnTo>
                <a:lnTo>
                  <a:pt x="20408" y="21600"/>
                </a:lnTo>
                <a:lnTo>
                  <a:pt x="19017" y="20355"/>
                </a:lnTo>
                <a:lnTo>
                  <a:pt x="17632" y="19108"/>
                </a:lnTo>
                <a:lnTo>
                  <a:pt x="16247" y="17861"/>
                </a:lnTo>
                <a:lnTo>
                  <a:pt x="14865" y="16610"/>
                </a:lnTo>
                <a:lnTo>
                  <a:pt x="13484" y="15358"/>
                </a:lnTo>
                <a:lnTo>
                  <a:pt x="12198" y="14197"/>
                </a:lnTo>
                <a:lnTo>
                  <a:pt x="10901" y="13028"/>
                </a:lnTo>
                <a:lnTo>
                  <a:pt x="9589" y="11845"/>
                </a:lnTo>
                <a:lnTo>
                  <a:pt x="8204" y="10425"/>
                </a:lnTo>
                <a:lnTo>
                  <a:pt x="6901" y="9007"/>
                </a:lnTo>
                <a:lnTo>
                  <a:pt x="5662" y="7582"/>
                </a:lnTo>
                <a:lnTo>
                  <a:pt x="4475" y="6137"/>
                </a:lnTo>
                <a:lnTo>
                  <a:pt x="3329" y="4668"/>
                </a:lnTo>
                <a:lnTo>
                  <a:pt x="2210" y="3159"/>
                </a:lnTo>
                <a:lnTo>
                  <a:pt x="1105" y="1607"/>
                </a:lnTo>
                <a:lnTo>
                  <a:pt x="0" y="0"/>
                </a:lnTo>
                <a:close/>
              </a:path>
            </a:pathLst>
          </a:custGeom>
          <a:solidFill>
            <a:srgbClr val="F1F3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7" name="contour_10215"/>
          <p:cNvSpPr/>
          <p:nvPr/>
        </p:nvSpPr>
        <p:spPr>
          <a:xfrm>
            <a:off x="7553446" y="5524298"/>
            <a:ext cx="58304" cy="506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513"/>
                </a:lnTo>
                <a:lnTo>
                  <a:pt x="14367" y="1025"/>
                </a:lnTo>
                <a:lnTo>
                  <a:pt x="16159" y="1541"/>
                </a:lnTo>
                <a:lnTo>
                  <a:pt x="17960" y="2059"/>
                </a:lnTo>
                <a:lnTo>
                  <a:pt x="19772" y="2581"/>
                </a:lnTo>
                <a:lnTo>
                  <a:pt x="21600" y="3106"/>
                </a:lnTo>
                <a:lnTo>
                  <a:pt x="21074" y="5411"/>
                </a:lnTo>
                <a:lnTo>
                  <a:pt x="20471" y="7570"/>
                </a:lnTo>
                <a:lnTo>
                  <a:pt x="19786" y="9601"/>
                </a:lnTo>
                <a:lnTo>
                  <a:pt x="19005" y="11524"/>
                </a:lnTo>
                <a:lnTo>
                  <a:pt x="18112" y="13359"/>
                </a:lnTo>
                <a:lnTo>
                  <a:pt x="17102" y="15124"/>
                </a:lnTo>
                <a:lnTo>
                  <a:pt x="15957" y="16841"/>
                </a:lnTo>
                <a:lnTo>
                  <a:pt x="14669" y="18528"/>
                </a:lnTo>
                <a:lnTo>
                  <a:pt x="13225" y="20202"/>
                </a:lnTo>
                <a:lnTo>
                  <a:pt x="11461" y="21143"/>
                </a:lnTo>
                <a:lnTo>
                  <a:pt x="9917" y="21578"/>
                </a:lnTo>
                <a:lnTo>
                  <a:pt x="8419" y="21600"/>
                </a:lnTo>
                <a:lnTo>
                  <a:pt x="6801" y="21302"/>
                </a:lnTo>
                <a:lnTo>
                  <a:pt x="4892" y="20774"/>
                </a:lnTo>
                <a:lnTo>
                  <a:pt x="3275" y="20069"/>
                </a:lnTo>
                <a:lnTo>
                  <a:pt x="1650" y="19357"/>
                </a:lnTo>
                <a:lnTo>
                  <a:pt x="0" y="18637"/>
                </a:lnTo>
                <a:lnTo>
                  <a:pt x="427" y="16326"/>
                </a:lnTo>
                <a:lnTo>
                  <a:pt x="780" y="14686"/>
                </a:lnTo>
                <a:lnTo>
                  <a:pt x="1191" y="13269"/>
                </a:lnTo>
                <a:lnTo>
                  <a:pt x="1787" y="11629"/>
                </a:lnTo>
                <a:lnTo>
                  <a:pt x="2700" y="9318"/>
                </a:lnTo>
                <a:lnTo>
                  <a:pt x="4790" y="9039"/>
                </a:lnTo>
                <a:lnTo>
                  <a:pt x="6256" y="8899"/>
                </a:lnTo>
                <a:lnTo>
                  <a:pt x="7487" y="8899"/>
                </a:lnTo>
                <a:lnTo>
                  <a:pt x="8872" y="9039"/>
                </a:lnTo>
                <a:lnTo>
                  <a:pt x="10800" y="9318"/>
                </a:lnTo>
                <a:lnTo>
                  <a:pt x="10800" y="7473"/>
                </a:lnTo>
                <a:lnTo>
                  <a:pt x="10800" y="5622"/>
                </a:lnTo>
                <a:lnTo>
                  <a:pt x="10800" y="3765"/>
                </a:lnTo>
                <a:lnTo>
                  <a:pt x="10800" y="1892"/>
                </a:lnTo>
                <a:lnTo>
                  <a:pt x="10800" y="0"/>
                </a:lnTo>
                <a:close/>
              </a:path>
            </a:pathLst>
          </a:custGeom>
          <a:solidFill>
            <a:srgbClr val="E9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8" name="contour_10216"/>
          <p:cNvSpPr/>
          <p:nvPr/>
        </p:nvSpPr>
        <p:spPr>
          <a:xfrm>
            <a:off x="5556536" y="5495146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91" y="2704"/>
                </a:lnTo>
                <a:lnTo>
                  <a:pt x="21168" y="5404"/>
                </a:lnTo>
                <a:lnTo>
                  <a:pt x="20938" y="8104"/>
                </a:lnTo>
                <a:lnTo>
                  <a:pt x="20700" y="10800"/>
                </a:lnTo>
                <a:lnTo>
                  <a:pt x="20448" y="13815"/>
                </a:lnTo>
                <a:lnTo>
                  <a:pt x="20194" y="16874"/>
                </a:lnTo>
                <a:lnTo>
                  <a:pt x="19699" y="19220"/>
                </a:lnTo>
                <a:lnTo>
                  <a:pt x="19200" y="21600"/>
                </a:lnTo>
                <a:lnTo>
                  <a:pt x="17614" y="21600"/>
                </a:lnTo>
                <a:lnTo>
                  <a:pt x="16018" y="21600"/>
                </a:lnTo>
                <a:lnTo>
                  <a:pt x="14400" y="21600"/>
                </a:lnTo>
                <a:lnTo>
                  <a:pt x="14400" y="18744"/>
                </a:lnTo>
                <a:lnTo>
                  <a:pt x="14400" y="15872"/>
                </a:lnTo>
                <a:lnTo>
                  <a:pt x="14400" y="12960"/>
                </a:lnTo>
                <a:lnTo>
                  <a:pt x="12816" y="13435"/>
                </a:lnTo>
                <a:lnTo>
                  <a:pt x="11230" y="13910"/>
                </a:lnTo>
                <a:lnTo>
                  <a:pt x="9643" y="14386"/>
                </a:lnTo>
                <a:lnTo>
                  <a:pt x="8052" y="14865"/>
                </a:lnTo>
                <a:lnTo>
                  <a:pt x="6456" y="15345"/>
                </a:lnTo>
                <a:lnTo>
                  <a:pt x="4853" y="15824"/>
                </a:lnTo>
                <a:lnTo>
                  <a:pt x="3245" y="16308"/>
                </a:lnTo>
                <a:lnTo>
                  <a:pt x="1627" y="16792"/>
                </a:lnTo>
                <a:lnTo>
                  <a:pt x="0" y="17280"/>
                </a:lnTo>
                <a:lnTo>
                  <a:pt x="163" y="14196"/>
                </a:lnTo>
                <a:lnTo>
                  <a:pt x="370" y="11979"/>
                </a:lnTo>
                <a:lnTo>
                  <a:pt x="734" y="10009"/>
                </a:lnTo>
                <a:lnTo>
                  <a:pt x="1373" y="7664"/>
                </a:lnTo>
                <a:lnTo>
                  <a:pt x="2400" y="4320"/>
                </a:lnTo>
                <a:lnTo>
                  <a:pt x="3970" y="3482"/>
                </a:lnTo>
                <a:lnTo>
                  <a:pt x="5544" y="2756"/>
                </a:lnTo>
                <a:lnTo>
                  <a:pt x="7126" y="2134"/>
                </a:lnTo>
                <a:lnTo>
                  <a:pt x="8710" y="1611"/>
                </a:lnTo>
                <a:lnTo>
                  <a:pt x="10301" y="1175"/>
                </a:lnTo>
                <a:lnTo>
                  <a:pt x="11897" y="816"/>
                </a:lnTo>
                <a:lnTo>
                  <a:pt x="13498" y="540"/>
                </a:lnTo>
                <a:lnTo>
                  <a:pt x="15106" y="324"/>
                </a:lnTo>
                <a:lnTo>
                  <a:pt x="16721" y="173"/>
                </a:lnTo>
                <a:lnTo>
                  <a:pt x="18341" y="73"/>
                </a:lnTo>
                <a:lnTo>
                  <a:pt x="19966" y="17"/>
                </a:lnTo>
                <a:lnTo>
                  <a:pt x="21600" y="0"/>
                </a:lnTo>
                <a:close/>
              </a:path>
            </a:pathLst>
          </a:custGeom>
          <a:solidFill>
            <a:srgbClr val="1414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19" name="contour_10217"/>
          <p:cNvSpPr/>
          <p:nvPr/>
        </p:nvSpPr>
        <p:spPr>
          <a:xfrm>
            <a:off x="5323321" y="5465994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75" y="588"/>
                </a:lnTo>
                <a:lnTo>
                  <a:pt x="3346" y="1184"/>
                </a:lnTo>
                <a:lnTo>
                  <a:pt x="5014" y="1788"/>
                </a:lnTo>
                <a:lnTo>
                  <a:pt x="6682" y="2406"/>
                </a:lnTo>
                <a:lnTo>
                  <a:pt x="8345" y="3041"/>
                </a:lnTo>
                <a:lnTo>
                  <a:pt x="10008" y="3685"/>
                </a:lnTo>
                <a:lnTo>
                  <a:pt x="11669" y="4342"/>
                </a:lnTo>
                <a:lnTo>
                  <a:pt x="13327" y="5016"/>
                </a:lnTo>
                <a:lnTo>
                  <a:pt x="14983" y="5707"/>
                </a:lnTo>
                <a:lnTo>
                  <a:pt x="16639" y="6415"/>
                </a:lnTo>
                <a:lnTo>
                  <a:pt x="18295" y="7137"/>
                </a:lnTo>
                <a:lnTo>
                  <a:pt x="19946" y="7880"/>
                </a:lnTo>
                <a:lnTo>
                  <a:pt x="21600" y="8640"/>
                </a:lnTo>
                <a:lnTo>
                  <a:pt x="21125" y="11206"/>
                </a:lnTo>
                <a:lnTo>
                  <a:pt x="20647" y="13781"/>
                </a:lnTo>
                <a:lnTo>
                  <a:pt x="20170" y="16364"/>
                </a:lnTo>
                <a:lnTo>
                  <a:pt x="19687" y="18969"/>
                </a:lnTo>
                <a:lnTo>
                  <a:pt x="19200" y="21600"/>
                </a:lnTo>
                <a:lnTo>
                  <a:pt x="17546" y="20930"/>
                </a:lnTo>
                <a:lnTo>
                  <a:pt x="15895" y="20239"/>
                </a:lnTo>
                <a:lnTo>
                  <a:pt x="14244" y="19535"/>
                </a:lnTo>
                <a:lnTo>
                  <a:pt x="12595" y="18818"/>
                </a:lnTo>
                <a:lnTo>
                  <a:pt x="10949" y="18092"/>
                </a:lnTo>
                <a:lnTo>
                  <a:pt x="9415" y="17440"/>
                </a:lnTo>
                <a:lnTo>
                  <a:pt x="7872" y="16783"/>
                </a:lnTo>
                <a:lnTo>
                  <a:pt x="6310" y="16114"/>
                </a:lnTo>
                <a:lnTo>
                  <a:pt x="4387" y="14520"/>
                </a:lnTo>
                <a:lnTo>
                  <a:pt x="3134" y="13206"/>
                </a:lnTo>
                <a:lnTo>
                  <a:pt x="2275" y="11694"/>
                </a:lnTo>
                <a:lnTo>
                  <a:pt x="1543" y="9504"/>
                </a:lnTo>
                <a:lnTo>
                  <a:pt x="665" y="6160"/>
                </a:lnTo>
                <a:lnTo>
                  <a:pt x="446" y="4126"/>
                </a:lnTo>
                <a:lnTo>
                  <a:pt x="223" y="2078"/>
                </a:lnTo>
                <a:lnTo>
                  <a:pt x="0" y="0"/>
                </a:lnTo>
                <a:close/>
              </a:path>
            </a:pathLst>
          </a:custGeom>
          <a:solidFill>
            <a:srgbClr val="6264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0" name="contour_10218"/>
          <p:cNvSpPr/>
          <p:nvPr/>
        </p:nvSpPr>
        <p:spPr>
          <a:xfrm>
            <a:off x="5629416" y="5465994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07" y="402"/>
                </a:lnTo>
                <a:lnTo>
                  <a:pt x="7341" y="742"/>
                </a:lnTo>
                <a:lnTo>
                  <a:pt x="9847" y="1064"/>
                </a:lnTo>
                <a:lnTo>
                  <a:pt x="11772" y="1399"/>
                </a:lnTo>
                <a:lnTo>
                  <a:pt x="13262" y="1790"/>
                </a:lnTo>
                <a:lnTo>
                  <a:pt x="14466" y="2276"/>
                </a:lnTo>
                <a:lnTo>
                  <a:pt x="15530" y="2894"/>
                </a:lnTo>
                <a:lnTo>
                  <a:pt x="16601" y="3683"/>
                </a:lnTo>
                <a:lnTo>
                  <a:pt x="17826" y="4682"/>
                </a:lnTo>
                <a:lnTo>
                  <a:pt x="18814" y="6035"/>
                </a:lnTo>
                <a:lnTo>
                  <a:pt x="19536" y="7123"/>
                </a:lnTo>
                <a:lnTo>
                  <a:pt x="20347" y="8521"/>
                </a:lnTo>
                <a:lnTo>
                  <a:pt x="21600" y="10800"/>
                </a:lnTo>
                <a:lnTo>
                  <a:pt x="19560" y="10800"/>
                </a:lnTo>
                <a:lnTo>
                  <a:pt x="17508" y="10800"/>
                </a:lnTo>
                <a:lnTo>
                  <a:pt x="15429" y="10800"/>
                </a:lnTo>
                <a:lnTo>
                  <a:pt x="15938" y="12582"/>
                </a:lnTo>
                <a:lnTo>
                  <a:pt x="16447" y="14367"/>
                </a:lnTo>
                <a:lnTo>
                  <a:pt x="16959" y="16160"/>
                </a:lnTo>
                <a:lnTo>
                  <a:pt x="17474" y="17960"/>
                </a:lnTo>
                <a:lnTo>
                  <a:pt x="17993" y="19772"/>
                </a:lnTo>
                <a:lnTo>
                  <a:pt x="18514" y="21600"/>
                </a:lnTo>
                <a:lnTo>
                  <a:pt x="16219" y="21092"/>
                </a:lnTo>
                <a:lnTo>
                  <a:pt x="14589" y="20698"/>
                </a:lnTo>
                <a:lnTo>
                  <a:pt x="13182" y="20288"/>
                </a:lnTo>
                <a:lnTo>
                  <a:pt x="11553" y="19732"/>
                </a:lnTo>
                <a:lnTo>
                  <a:pt x="9257" y="18900"/>
                </a:lnTo>
                <a:lnTo>
                  <a:pt x="9257" y="17115"/>
                </a:lnTo>
                <a:lnTo>
                  <a:pt x="9257" y="15320"/>
                </a:lnTo>
                <a:lnTo>
                  <a:pt x="9257" y="13500"/>
                </a:lnTo>
                <a:lnTo>
                  <a:pt x="7424" y="12509"/>
                </a:lnTo>
                <a:lnTo>
                  <a:pt x="6171" y="11896"/>
                </a:lnTo>
                <a:lnTo>
                  <a:pt x="4919" y="11413"/>
                </a:lnTo>
                <a:lnTo>
                  <a:pt x="3086" y="10800"/>
                </a:lnTo>
                <a:lnTo>
                  <a:pt x="4613" y="10130"/>
                </a:lnTo>
                <a:lnTo>
                  <a:pt x="6147" y="9461"/>
                </a:lnTo>
                <a:lnTo>
                  <a:pt x="7693" y="8783"/>
                </a:lnTo>
                <a:lnTo>
                  <a:pt x="9257" y="8100"/>
                </a:lnTo>
                <a:lnTo>
                  <a:pt x="7727" y="7765"/>
                </a:lnTo>
                <a:lnTo>
                  <a:pt x="6190" y="7430"/>
                </a:lnTo>
                <a:lnTo>
                  <a:pt x="4629" y="7088"/>
                </a:lnTo>
                <a:lnTo>
                  <a:pt x="3098" y="6531"/>
                </a:lnTo>
                <a:lnTo>
                  <a:pt x="1561" y="5967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877F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1" name="contour_10219"/>
          <p:cNvSpPr/>
          <p:nvPr/>
        </p:nvSpPr>
        <p:spPr>
          <a:xfrm>
            <a:off x="8661221" y="546599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505"/>
                </a:lnTo>
                <a:lnTo>
                  <a:pt x="7236" y="924"/>
                </a:lnTo>
                <a:lnTo>
                  <a:pt x="9644" y="1296"/>
                </a:lnTo>
                <a:lnTo>
                  <a:pt x="11524" y="1680"/>
                </a:lnTo>
                <a:lnTo>
                  <a:pt x="13090" y="2125"/>
                </a:lnTo>
                <a:lnTo>
                  <a:pt x="14551" y="2678"/>
                </a:lnTo>
                <a:lnTo>
                  <a:pt x="16117" y="3391"/>
                </a:lnTo>
                <a:lnTo>
                  <a:pt x="18000" y="4320"/>
                </a:lnTo>
                <a:lnTo>
                  <a:pt x="19231" y="7184"/>
                </a:lnTo>
                <a:lnTo>
                  <a:pt x="20092" y="9893"/>
                </a:lnTo>
                <a:lnTo>
                  <a:pt x="20671" y="12563"/>
                </a:lnTo>
                <a:lnTo>
                  <a:pt x="21056" y="15323"/>
                </a:lnTo>
                <a:lnTo>
                  <a:pt x="21337" y="1829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2BD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2" name="contour_10220"/>
          <p:cNvSpPr/>
          <p:nvPr/>
        </p:nvSpPr>
        <p:spPr>
          <a:xfrm>
            <a:off x="8194789" y="5436842"/>
            <a:ext cx="4498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97" y="0"/>
                </a:moveTo>
                <a:lnTo>
                  <a:pt x="13101" y="353"/>
                </a:lnTo>
                <a:lnTo>
                  <a:pt x="14948" y="716"/>
                </a:lnTo>
                <a:lnTo>
                  <a:pt x="16544" y="1264"/>
                </a:lnTo>
                <a:lnTo>
                  <a:pt x="18391" y="2167"/>
                </a:lnTo>
                <a:lnTo>
                  <a:pt x="20995" y="3600"/>
                </a:lnTo>
                <a:lnTo>
                  <a:pt x="21341" y="6188"/>
                </a:lnTo>
                <a:lnTo>
                  <a:pt x="21534" y="8755"/>
                </a:lnTo>
                <a:lnTo>
                  <a:pt x="21600" y="11311"/>
                </a:lnTo>
                <a:lnTo>
                  <a:pt x="21558" y="13864"/>
                </a:lnTo>
                <a:lnTo>
                  <a:pt x="21429" y="16423"/>
                </a:lnTo>
                <a:lnTo>
                  <a:pt x="21233" y="18997"/>
                </a:lnTo>
                <a:lnTo>
                  <a:pt x="20995" y="21600"/>
                </a:lnTo>
                <a:lnTo>
                  <a:pt x="18685" y="21600"/>
                </a:lnTo>
                <a:lnTo>
                  <a:pt x="16372" y="21600"/>
                </a:lnTo>
                <a:lnTo>
                  <a:pt x="14049" y="21600"/>
                </a:lnTo>
                <a:lnTo>
                  <a:pt x="11715" y="21600"/>
                </a:lnTo>
                <a:lnTo>
                  <a:pt x="9367" y="21600"/>
                </a:lnTo>
                <a:lnTo>
                  <a:pt x="6998" y="21600"/>
                </a:lnTo>
                <a:lnTo>
                  <a:pt x="6998" y="19220"/>
                </a:lnTo>
                <a:lnTo>
                  <a:pt x="6998" y="16826"/>
                </a:lnTo>
                <a:lnTo>
                  <a:pt x="6998" y="14400"/>
                </a:lnTo>
                <a:lnTo>
                  <a:pt x="4920" y="13079"/>
                </a:lnTo>
                <a:lnTo>
                  <a:pt x="3499" y="12262"/>
                </a:lnTo>
                <a:lnTo>
                  <a:pt x="2078" y="11617"/>
                </a:lnTo>
                <a:lnTo>
                  <a:pt x="0" y="10800"/>
                </a:lnTo>
                <a:lnTo>
                  <a:pt x="2078" y="10800"/>
                </a:lnTo>
                <a:lnTo>
                  <a:pt x="4164" y="10800"/>
                </a:lnTo>
                <a:lnTo>
                  <a:pt x="6256" y="10800"/>
                </a:lnTo>
                <a:lnTo>
                  <a:pt x="8366" y="10800"/>
                </a:lnTo>
                <a:lnTo>
                  <a:pt x="10497" y="10800"/>
                </a:lnTo>
                <a:lnTo>
                  <a:pt x="10497" y="8662"/>
                </a:lnTo>
                <a:lnTo>
                  <a:pt x="10497" y="6516"/>
                </a:lnTo>
                <a:lnTo>
                  <a:pt x="10497" y="4363"/>
                </a:lnTo>
                <a:lnTo>
                  <a:pt x="10497" y="2192"/>
                </a:lnTo>
                <a:lnTo>
                  <a:pt x="10497" y="0"/>
                </a:lnTo>
                <a:close/>
              </a:path>
            </a:pathLst>
          </a:custGeom>
          <a:solidFill>
            <a:srgbClr val="E8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3" name="contour_10221"/>
          <p:cNvSpPr/>
          <p:nvPr/>
        </p:nvSpPr>
        <p:spPr>
          <a:xfrm>
            <a:off x="5272305" y="5400402"/>
            <a:ext cx="65592" cy="46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6" y="720"/>
                </a:lnTo>
                <a:lnTo>
                  <a:pt x="3055" y="1440"/>
                </a:lnTo>
                <a:lnTo>
                  <a:pt x="4584" y="2164"/>
                </a:lnTo>
                <a:lnTo>
                  <a:pt x="6115" y="2884"/>
                </a:lnTo>
                <a:lnTo>
                  <a:pt x="7646" y="3607"/>
                </a:lnTo>
                <a:lnTo>
                  <a:pt x="9182" y="4331"/>
                </a:lnTo>
                <a:lnTo>
                  <a:pt x="10718" y="5058"/>
                </a:lnTo>
                <a:lnTo>
                  <a:pt x="12259" y="5785"/>
                </a:lnTo>
                <a:lnTo>
                  <a:pt x="13805" y="6512"/>
                </a:lnTo>
                <a:lnTo>
                  <a:pt x="15353" y="7242"/>
                </a:lnTo>
                <a:lnTo>
                  <a:pt x="16906" y="7976"/>
                </a:lnTo>
                <a:lnTo>
                  <a:pt x="18466" y="8713"/>
                </a:lnTo>
                <a:lnTo>
                  <a:pt x="20030" y="9450"/>
                </a:lnTo>
                <a:lnTo>
                  <a:pt x="21600" y="10190"/>
                </a:lnTo>
                <a:lnTo>
                  <a:pt x="21125" y="12208"/>
                </a:lnTo>
                <a:lnTo>
                  <a:pt x="20647" y="14232"/>
                </a:lnTo>
                <a:lnTo>
                  <a:pt x="20170" y="16264"/>
                </a:lnTo>
                <a:lnTo>
                  <a:pt x="19687" y="18312"/>
                </a:lnTo>
                <a:lnTo>
                  <a:pt x="19200" y="20381"/>
                </a:lnTo>
                <a:lnTo>
                  <a:pt x="17304" y="21006"/>
                </a:lnTo>
                <a:lnTo>
                  <a:pt x="15722" y="21423"/>
                </a:lnTo>
                <a:lnTo>
                  <a:pt x="14306" y="21600"/>
                </a:lnTo>
                <a:lnTo>
                  <a:pt x="12912" y="21505"/>
                </a:lnTo>
                <a:lnTo>
                  <a:pt x="11393" y="21111"/>
                </a:lnTo>
                <a:lnTo>
                  <a:pt x="9600" y="20381"/>
                </a:lnTo>
                <a:lnTo>
                  <a:pt x="8208" y="18910"/>
                </a:lnTo>
                <a:lnTo>
                  <a:pt x="6874" y="17391"/>
                </a:lnTo>
                <a:lnTo>
                  <a:pt x="5594" y="15819"/>
                </a:lnTo>
                <a:lnTo>
                  <a:pt x="4373" y="14185"/>
                </a:lnTo>
                <a:lnTo>
                  <a:pt x="3202" y="12473"/>
                </a:lnTo>
                <a:lnTo>
                  <a:pt x="2083" y="10676"/>
                </a:lnTo>
                <a:lnTo>
                  <a:pt x="1018" y="8787"/>
                </a:lnTo>
                <a:lnTo>
                  <a:pt x="0" y="6794"/>
                </a:lnTo>
                <a:lnTo>
                  <a:pt x="0" y="4548"/>
                </a:lnTo>
                <a:lnTo>
                  <a:pt x="0" y="2289"/>
                </a:lnTo>
                <a:lnTo>
                  <a:pt x="0" y="0"/>
                </a:lnTo>
                <a:close/>
              </a:path>
            </a:pathLst>
          </a:custGeom>
          <a:solidFill>
            <a:srgbClr val="7973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4" name="contour_10222"/>
          <p:cNvSpPr/>
          <p:nvPr/>
        </p:nvSpPr>
        <p:spPr>
          <a:xfrm>
            <a:off x="5636704" y="5407690"/>
            <a:ext cx="43728" cy="43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45" y="0"/>
                </a:lnTo>
                <a:lnTo>
                  <a:pt x="5094" y="0"/>
                </a:lnTo>
                <a:lnTo>
                  <a:pt x="7650" y="0"/>
                </a:lnTo>
                <a:lnTo>
                  <a:pt x="10217" y="0"/>
                </a:lnTo>
                <a:lnTo>
                  <a:pt x="12794" y="0"/>
                </a:lnTo>
                <a:lnTo>
                  <a:pt x="15386" y="0"/>
                </a:lnTo>
                <a:lnTo>
                  <a:pt x="18000" y="0"/>
                </a:lnTo>
                <a:lnTo>
                  <a:pt x="17219" y="386"/>
                </a:lnTo>
                <a:lnTo>
                  <a:pt x="16211" y="891"/>
                </a:lnTo>
                <a:lnTo>
                  <a:pt x="14296" y="1843"/>
                </a:lnTo>
                <a:lnTo>
                  <a:pt x="10800" y="3578"/>
                </a:lnTo>
                <a:lnTo>
                  <a:pt x="10800" y="5943"/>
                </a:lnTo>
                <a:lnTo>
                  <a:pt x="10800" y="8322"/>
                </a:lnTo>
                <a:lnTo>
                  <a:pt x="10800" y="10734"/>
                </a:lnTo>
                <a:lnTo>
                  <a:pt x="13478" y="11836"/>
                </a:lnTo>
                <a:lnTo>
                  <a:pt x="15379" y="12573"/>
                </a:lnTo>
                <a:lnTo>
                  <a:pt x="17021" y="13117"/>
                </a:lnTo>
                <a:lnTo>
                  <a:pt x="18922" y="13639"/>
                </a:lnTo>
                <a:lnTo>
                  <a:pt x="21600" y="14312"/>
                </a:lnTo>
                <a:lnTo>
                  <a:pt x="21038" y="16562"/>
                </a:lnTo>
                <a:lnTo>
                  <a:pt x="20477" y="18058"/>
                </a:lnTo>
                <a:lnTo>
                  <a:pt x="19577" y="19468"/>
                </a:lnTo>
                <a:lnTo>
                  <a:pt x="18000" y="21468"/>
                </a:lnTo>
                <a:lnTo>
                  <a:pt x="15314" y="21600"/>
                </a:lnTo>
                <a:lnTo>
                  <a:pt x="12816" y="21468"/>
                </a:lnTo>
                <a:lnTo>
                  <a:pt x="10447" y="21049"/>
                </a:lnTo>
                <a:lnTo>
                  <a:pt x="8154" y="20323"/>
                </a:lnTo>
                <a:lnTo>
                  <a:pt x="5890" y="19278"/>
                </a:lnTo>
                <a:lnTo>
                  <a:pt x="3600" y="17890"/>
                </a:lnTo>
                <a:lnTo>
                  <a:pt x="2758" y="15646"/>
                </a:lnTo>
                <a:lnTo>
                  <a:pt x="2081" y="13460"/>
                </a:lnTo>
                <a:lnTo>
                  <a:pt x="1544" y="11306"/>
                </a:lnTo>
                <a:lnTo>
                  <a:pt x="1120" y="9152"/>
                </a:lnTo>
                <a:lnTo>
                  <a:pt x="781" y="6977"/>
                </a:lnTo>
                <a:lnTo>
                  <a:pt x="500" y="4741"/>
                </a:lnTo>
                <a:lnTo>
                  <a:pt x="248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DFE5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5" name="contour_10223"/>
          <p:cNvSpPr/>
          <p:nvPr/>
        </p:nvSpPr>
        <p:spPr>
          <a:xfrm>
            <a:off x="1787697" y="5400402"/>
            <a:ext cx="6653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34" y="0"/>
                </a:moveTo>
                <a:lnTo>
                  <a:pt x="19942" y="2838"/>
                </a:lnTo>
                <a:lnTo>
                  <a:pt x="20325" y="5080"/>
                </a:lnTo>
                <a:lnTo>
                  <a:pt x="20713" y="8640"/>
                </a:lnTo>
                <a:lnTo>
                  <a:pt x="20980" y="11051"/>
                </a:lnTo>
                <a:lnTo>
                  <a:pt x="21250" y="13500"/>
                </a:lnTo>
                <a:lnTo>
                  <a:pt x="21335" y="14437"/>
                </a:lnTo>
                <a:lnTo>
                  <a:pt x="21600" y="17280"/>
                </a:lnTo>
                <a:lnTo>
                  <a:pt x="20481" y="17202"/>
                </a:lnTo>
                <a:lnTo>
                  <a:pt x="19345" y="17129"/>
                </a:lnTo>
                <a:lnTo>
                  <a:pt x="17663" y="17094"/>
                </a:lnTo>
                <a:lnTo>
                  <a:pt x="16021" y="17124"/>
                </a:lnTo>
                <a:lnTo>
                  <a:pt x="14415" y="17220"/>
                </a:lnTo>
                <a:lnTo>
                  <a:pt x="12832" y="17384"/>
                </a:lnTo>
                <a:lnTo>
                  <a:pt x="11271" y="17626"/>
                </a:lnTo>
                <a:lnTo>
                  <a:pt x="9721" y="17941"/>
                </a:lnTo>
                <a:lnTo>
                  <a:pt x="8179" y="18334"/>
                </a:lnTo>
                <a:lnTo>
                  <a:pt x="6634" y="18809"/>
                </a:lnTo>
                <a:lnTo>
                  <a:pt x="5082" y="19371"/>
                </a:lnTo>
                <a:lnTo>
                  <a:pt x="3516" y="20023"/>
                </a:lnTo>
                <a:lnTo>
                  <a:pt x="1926" y="20762"/>
                </a:lnTo>
                <a:lnTo>
                  <a:pt x="308" y="21600"/>
                </a:lnTo>
                <a:lnTo>
                  <a:pt x="104" y="18541"/>
                </a:lnTo>
                <a:lnTo>
                  <a:pt x="0" y="16334"/>
                </a:lnTo>
                <a:lnTo>
                  <a:pt x="0" y="14364"/>
                </a:lnTo>
                <a:lnTo>
                  <a:pt x="104" y="12010"/>
                </a:lnTo>
                <a:lnTo>
                  <a:pt x="308" y="8640"/>
                </a:lnTo>
                <a:lnTo>
                  <a:pt x="1772" y="7085"/>
                </a:lnTo>
                <a:lnTo>
                  <a:pt x="2858" y="6039"/>
                </a:lnTo>
                <a:lnTo>
                  <a:pt x="3892" y="5262"/>
                </a:lnTo>
                <a:lnTo>
                  <a:pt x="5200" y="4497"/>
                </a:lnTo>
                <a:lnTo>
                  <a:pt x="7109" y="3508"/>
                </a:lnTo>
                <a:lnTo>
                  <a:pt x="8373" y="2825"/>
                </a:lnTo>
                <a:lnTo>
                  <a:pt x="9645" y="2134"/>
                </a:lnTo>
                <a:lnTo>
                  <a:pt x="10935" y="1434"/>
                </a:lnTo>
                <a:lnTo>
                  <a:pt x="12714" y="734"/>
                </a:lnTo>
                <a:lnTo>
                  <a:pt x="14034" y="311"/>
                </a:lnTo>
                <a:lnTo>
                  <a:pt x="15295" y="91"/>
                </a:lnTo>
                <a:lnTo>
                  <a:pt x="16897" y="13"/>
                </a:lnTo>
                <a:lnTo>
                  <a:pt x="19234" y="0"/>
                </a:lnTo>
                <a:close/>
              </a:path>
            </a:pathLst>
          </a:custGeom>
          <a:solidFill>
            <a:srgbClr val="2E2C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6" name="contour_10224"/>
          <p:cNvSpPr/>
          <p:nvPr/>
        </p:nvSpPr>
        <p:spPr>
          <a:xfrm>
            <a:off x="484094" y="5385826"/>
            <a:ext cx="58304" cy="44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04" y="420"/>
                </a:lnTo>
                <a:lnTo>
                  <a:pt x="3604" y="865"/>
                </a:lnTo>
                <a:lnTo>
                  <a:pt x="5400" y="1335"/>
                </a:lnTo>
                <a:lnTo>
                  <a:pt x="6907" y="1709"/>
                </a:lnTo>
                <a:lnTo>
                  <a:pt x="8438" y="2087"/>
                </a:lnTo>
                <a:lnTo>
                  <a:pt x="9609" y="2820"/>
                </a:lnTo>
                <a:lnTo>
                  <a:pt x="10800" y="3561"/>
                </a:lnTo>
                <a:lnTo>
                  <a:pt x="10800" y="5915"/>
                </a:lnTo>
                <a:lnTo>
                  <a:pt x="10800" y="8282"/>
                </a:lnTo>
                <a:lnTo>
                  <a:pt x="10800" y="10682"/>
                </a:lnTo>
                <a:lnTo>
                  <a:pt x="12574" y="11747"/>
                </a:lnTo>
                <a:lnTo>
                  <a:pt x="13975" y="12324"/>
                </a:lnTo>
                <a:lnTo>
                  <a:pt x="16200" y="12908"/>
                </a:lnTo>
                <a:lnTo>
                  <a:pt x="17707" y="13310"/>
                </a:lnTo>
                <a:lnTo>
                  <a:pt x="19238" y="13716"/>
                </a:lnTo>
                <a:lnTo>
                  <a:pt x="20409" y="13980"/>
                </a:lnTo>
                <a:lnTo>
                  <a:pt x="21600" y="14243"/>
                </a:lnTo>
                <a:lnTo>
                  <a:pt x="21030" y="16366"/>
                </a:lnTo>
                <a:lnTo>
                  <a:pt x="20558" y="17815"/>
                </a:lnTo>
                <a:lnTo>
                  <a:pt x="19931" y="19261"/>
                </a:lnTo>
                <a:lnTo>
                  <a:pt x="18900" y="21365"/>
                </a:lnTo>
                <a:lnTo>
                  <a:pt x="17086" y="21589"/>
                </a:lnTo>
                <a:lnTo>
                  <a:pt x="15328" y="21600"/>
                </a:lnTo>
                <a:lnTo>
                  <a:pt x="13619" y="21415"/>
                </a:lnTo>
                <a:lnTo>
                  <a:pt x="11947" y="21034"/>
                </a:lnTo>
                <a:lnTo>
                  <a:pt x="10300" y="20475"/>
                </a:lnTo>
                <a:lnTo>
                  <a:pt x="8667" y="19745"/>
                </a:lnTo>
                <a:lnTo>
                  <a:pt x="7039" y="18851"/>
                </a:lnTo>
                <a:lnTo>
                  <a:pt x="5400" y="17804"/>
                </a:lnTo>
                <a:lnTo>
                  <a:pt x="4420" y="15693"/>
                </a:lnTo>
                <a:lnTo>
                  <a:pt x="3556" y="13563"/>
                </a:lnTo>
                <a:lnTo>
                  <a:pt x="2792" y="11412"/>
                </a:lnTo>
                <a:lnTo>
                  <a:pt x="2114" y="9226"/>
                </a:lnTo>
                <a:lnTo>
                  <a:pt x="1512" y="7001"/>
                </a:lnTo>
                <a:lnTo>
                  <a:pt x="967" y="4729"/>
                </a:lnTo>
                <a:lnTo>
                  <a:pt x="467" y="2396"/>
                </a:lnTo>
                <a:lnTo>
                  <a:pt x="0" y="0"/>
                </a:lnTo>
                <a:close/>
              </a:path>
            </a:pathLst>
          </a:custGeom>
          <a:solidFill>
            <a:srgbClr val="5E5A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7" name="contour_10225"/>
          <p:cNvSpPr/>
          <p:nvPr/>
        </p:nvSpPr>
        <p:spPr>
          <a:xfrm>
            <a:off x="5199425" y="537125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411" y="1336"/>
                </a:lnTo>
                <a:lnTo>
                  <a:pt x="7214" y="2682"/>
                </a:lnTo>
                <a:lnTo>
                  <a:pt x="9014" y="4032"/>
                </a:lnTo>
                <a:lnTo>
                  <a:pt x="10807" y="5389"/>
                </a:lnTo>
                <a:lnTo>
                  <a:pt x="12600" y="6750"/>
                </a:lnTo>
                <a:lnTo>
                  <a:pt x="13345" y="7308"/>
                </a:lnTo>
                <a:lnTo>
                  <a:pt x="14656" y="8294"/>
                </a:lnTo>
                <a:lnTo>
                  <a:pt x="17662" y="10548"/>
                </a:lnTo>
                <a:lnTo>
                  <a:pt x="18961" y="11819"/>
                </a:lnTo>
                <a:lnTo>
                  <a:pt x="20272" y="131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96" y="19224"/>
                </a:lnTo>
                <a:lnTo>
                  <a:pt x="792" y="16844"/>
                </a:lnTo>
                <a:lnTo>
                  <a:pt x="1188" y="14465"/>
                </a:lnTo>
                <a:lnTo>
                  <a:pt x="1588" y="12078"/>
                </a:lnTo>
                <a:lnTo>
                  <a:pt x="1987" y="9684"/>
                </a:lnTo>
                <a:lnTo>
                  <a:pt x="2387" y="7279"/>
                </a:lnTo>
                <a:lnTo>
                  <a:pt x="2790" y="4867"/>
                </a:lnTo>
                <a:lnTo>
                  <a:pt x="3193" y="2441"/>
                </a:lnTo>
                <a:lnTo>
                  <a:pt x="3600" y="0"/>
                </a:lnTo>
                <a:close/>
              </a:path>
            </a:pathLst>
          </a:custGeom>
          <a:solidFill>
            <a:srgbClr val="28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8" name="contour_10226"/>
          <p:cNvSpPr/>
          <p:nvPr/>
        </p:nvSpPr>
        <p:spPr>
          <a:xfrm>
            <a:off x="8333261" y="5371250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7" y="0"/>
                </a:lnTo>
                <a:lnTo>
                  <a:pt x="5359" y="0"/>
                </a:lnTo>
                <a:lnTo>
                  <a:pt x="7160" y="0"/>
                </a:lnTo>
                <a:lnTo>
                  <a:pt x="8972" y="0"/>
                </a:lnTo>
                <a:lnTo>
                  <a:pt x="10800" y="0"/>
                </a:lnTo>
                <a:lnTo>
                  <a:pt x="10579" y="1710"/>
                </a:lnTo>
                <a:lnTo>
                  <a:pt x="10352" y="3431"/>
                </a:lnTo>
                <a:lnTo>
                  <a:pt x="10125" y="5177"/>
                </a:lnTo>
                <a:lnTo>
                  <a:pt x="10346" y="7034"/>
                </a:lnTo>
                <a:lnTo>
                  <a:pt x="10573" y="8903"/>
                </a:lnTo>
                <a:lnTo>
                  <a:pt x="10800" y="10800"/>
                </a:lnTo>
                <a:lnTo>
                  <a:pt x="12474" y="11585"/>
                </a:lnTo>
                <a:lnTo>
                  <a:pt x="14124" y="12186"/>
                </a:lnTo>
                <a:lnTo>
                  <a:pt x="15779" y="12640"/>
                </a:lnTo>
                <a:lnTo>
                  <a:pt x="17474" y="12996"/>
                </a:lnTo>
                <a:lnTo>
                  <a:pt x="19238" y="13288"/>
                </a:lnTo>
                <a:lnTo>
                  <a:pt x="19823" y="13565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7550" y="20524"/>
                </a:lnTo>
                <a:lnTo>
                  <a:pt x="14161" y="19606"/>
                </a:lnTo>
                <a:lnTo>
                  <a:pt x="11364" y="18806"/>
                </a:lnTo>
                <a:lnTo>
                  <a:pt x="9086" y="18090"/>
                </a:lnTo>
                <a:lnTo>
                  <a:pt x="7249" y="17413"/>
                </a:lnTo>
                <a:lnTo>
                  <a:pt x="5791" y="16744"/>
                </a:lnTo>
                <a:lnTo>
                  <a:pt x="4630" y="16042"/>
                </a:lnTo>
                <a:lnTo>
                  <a:pt x="3702" y="15268"/>
                </a:lnTo>
                <a:lnTo>
                  <a:pt x="2932" y="14386"/>
                </a:lnTo>
                <a:lnTo>
                  <a:pt x="2246" y="13360"/>
                </a:lnTo>
                <a:lnTo>
                  <a:pt x="1574" y="12150"/>
                </a:lnTo>
                <a:lnTo>
                  <a:pt x="842" y="10717"/>
                </a:lnTo>
                <a:lnTo>
                  <a:pt x="513" y="8726"/>
                </a:lnTo>
                <a:lnTo>
                  <a:pt x="302" y="7175"/>
                </a:lnTo>
                <a:lnTo>
                  <a:pt x="176" y="5548"/>
                </a:lnTo>
                <a:lnTo>
                  <a:pt x="86" y="3326"/>
                </a:lnTo>
                <a:lnTo>
                  <a:pt x="0" y="0"/>
                </a:lnTo>
                <a:close/>
              </a:path>
            </a:pathLst>
          </a:custGeom>
          <a:solidFill>
            <a:srgbClr val="4848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29" name="contour_10227"/>
          <p:cNvSpPr/>
          <p:nvPr/>
        </p:nvSpPr>
        <p:spPr>
          <a:xfrm>
            <a:off x="10067803" y="5349386"/>
            <a:ext cx="4583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35" y="0"/>
                </a:moveTo>
                <a:lnTo>
                  <a:pt x="7439" y="505"/>
                </a:lnTo>
                <a:lnTo>
                  <a:pt x="10510" y="924"/>
                </a:lnTo>
                <a:lnTo>
                  <a:pt x="12849" y="1296"/>
                </a:lnTo>
                <a:lnTo>
                  <a:pt x="14655" y="1680"/>
                </a:lnTo>
                <a:lnTo>
                  <a:pt x="16136" y="2125"/>
                </a:lnTo>
                <a:lnTo>
                  <a:pt x="17485" y="2678"/>
                </a:lnTo>
                <a:lnTo>
                  <a:pt x="18911" y="3391"/>
                </a:lnTo>
                <a:lnTo>
                  <a:pt x="20607" y="4320"/>
                </a:lnTo>
                <a:lnTo>
                  <a:pt x="21281" y="7348"/>
                </a:lnTo>
                <a:lnTo>
                  <a:pt x="21586" y="10122"/>
                </a:lnTo>
                <a:lnTo>
                  <a:pt x="21600" y="12787"/>
                </a:lnTo>
                <a:lnTo>
                  <a:pt x="21390" y="15492"/>
                </a:lnTo>
                <a:lnTo>
                  <a:pt x="21037" y="18382"/>
                </a:lnTo>
                <a:lnTo>
                  <a:pt x="20607" y="21600"/>
                </a:lnTo>
                <a:lnTo>
                  <a:pt x="18341" y="21600"/>
                </a:lnTo>
                <a:lnTo>
                  <a:pt x="16070" y="21600"/>
                </a:lnTo>
                <a:lnTo>
                  <a:pt x="13800" y="21600"/>
                </a:lnTo>
                <a:lnTo>
                  <a:pt x="11523" y="21600"/>
                </a:lnTo>
                <a:lnTo>
                  <a:pt x="9239" y="21600"/>
                </a:lnTo>
                <a:lnTo>
                  <a:pt x="6945" y="21600"/>
                </a:lnTo>
                <a:lnTo>
                  <a:pt x="4644" y="21600"/>
                </a:lnTo>
                <a:lnTo>
                  <a:pt x="2329" y="21600"/>
                </a:lnTo>
                <a:lnTo>
                  <a:pt x="0" y="21600"/>
                </a:lnTo>
                <a:lnTo>
                  <a:pt x="426" y="18926"/>
                </a:lnTo>
                <a:lnTo>
                  <a:pt x="852" y="16252"/>
                </a:lnTo>
                <a:lnTo>
                  <a:pt x="1278" y="13569"/>
                </a:lnTo>
                <a:lnTo>
                  <a:pt x="1704" y="10882"/>
                </a:lnTo>
                <a:lnTo>
                  <a:pt x="2133" y="8182"/>
                </a:lnTo>
                <a:lnTo>
                  <a:pt x="2566" y="5469"/>
                </a:lnTo>
                <a:lnTo>
                  <a:pt x="2998" y="2743"/>
                </a:lnTo>
                <a:lnTo>
                  <a:pt x="3435" y="0"/>
                </a:lnTo>
                <a:close/>
              </a:path>
            </a:pathLst>
          </a:custGeom>
          <a:solidFill>
            <a:srgbClr val="F0F2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0" name="contour_10228"/>
          <p:cNvSpPr/>
          <p:nvPr/>
        </p:nvSpPr>
        <p:spPr>
          <a:xfrm>
            <a:off x="5512808" y="5312946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2772" y="1800"/>
                </a:lnTo>
                <a:lnTo>
                  <a:pt x="3149" y="3629"/>
                </a:lnTo>
                <a:lnTo>
                  <a:pt x="3562" y="4518"/>
                </a:lnTo>
                <a:lnTo>
                  <a:pt x="4800" y="7200"/>
                </a:lnTo>
                <a:lnTo>
                  <a:pt x="6410" y="7243"/>
                </a:lnTo>
                <a:lnTo>
                  <a:pt x="7999" y="7189"/>
                </a:lnTo>
                <a:lnTo>
                  <a:pt x="9574" y="7056"/>
                </a:lnTo>
                <a:lnTo>
                  <a:pt x="11146" y="6858"/>
                </a:lnTo>
                <a:lnTo>
                  <a:pt x="12718" y="6613"/>
                </a:lnTo>
                <a:lnTo>
                  <a:pt x="14299" y="6336"/>
                </a:lnTo>
                <a:lnTo>
                  <a:pt x="15900" y="6048"/>
                </a:lnTo>
                <a:lnTo>
                  <a:pt x="16721" y="6336"/>
                </a:lnTo>
                <a:lnTo>
                  <a:pt x="19200" y="7200"/>
                </a:lnTo>
                <a:lnTo>
                  <a:pt x="19596" y="9576"/>
                </a:lnTo>
                <a:lnTo>
                  <a:pt x="19992" y="11956"/>
                </a:lnTo>
                <a:lnTo>
                  <a:pt x="20390" y="14346"/>
                </a:lnTo>
                <a:lnTo>
                  <a:pt x="20791" y="16747"/>
                </a:lnTo>
                <a:lnTo>
                  <a:pt x="21194" y="19163"/>
                </a:lnTo>
                <a:lnTo>
                  <a:pt x="21600" y="21600"/>
                </a:lnTo>
                <a:lnTo>
                  <a:pt x="20832" y="21344"/>
                </a:lnTo>
                <a:lnTo>
                  <a:pt x="20129" y="21110"/>
                </a:lnTo>
                <a:lnTo>
                  <a:pt x="19438" y="20880"/>
                </a:lnTo>
                <a:lnTo>
                  <a:pt x="18694" y="20632"/>
                </a:lnTo>
                <a:lnTo>
                  <a:pt x="17842" y="20347"/>
                </a:lnTo>
                <a:lnTo>
                  <a:pt x="16819" y="20005"/>
                </a:lnTo>
                <a:lnTo>
                  <a:pt x="15571" y="19591"/>
                </a:lnTo>
                <a:lnTo>
                  <a:pt x="14035" y="19080"/>
                </a:lnTo>
                <a:lnTo>
                  <a:pt x="12156" y="18450"/>
                </a:lnTo>
                <a:lnTo>
                  <a:pt x="9871" y="17690"/>
                </a:lnTo>
                <a:lnTo>
                  <a:pt x="7123" y="16772"/>
                </a:lnTo>
                <a:lnTo>
                  <a:pt x="3852" y="15685"/>
                </a:lnTo>
                <a:lnTo>
                  <a:pt x="0" y="14400"/>
                </a:lnTo>
                <a:lnTo>
                  <a:pt x="396" y="12024"/>
                </a:lnTo>
                <a:lnTo>
                  <a:pt x="792" y="9644"/>
                </a:lnTo>
                <a:lnTo>
                  <a:pt x="1190" y="7254"/>
                </a:lnTo>
                <a:lnTo>
                  <a:pt x="1591" y="4853"/>
                </a:lnTo>
                <a:lnTo>
                  <a:pt x="1994" y="2437"/>
                </a:lnTo>
                <a:lnTo>
                  <a:pt x="2400" y="0"/>
                </a:lnTo>
                <a:close/>
              </a:path>
            </a:pathLst>
          </a:custGeom>
          <a:solidFill>
            <a:srgbClr val="4D49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1" name="contour_10229"/>
          <p:cNvSpPr/>
          <p:nvPr/>
        </p:nvSpPr>
        <p:spPr>
          <a:xfrm>
            <a:off x="4120802" y="5334649"/>
            <a:ext cx="80168" cy="366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73" y="0"/>
                </a:moveTo>
                <a:lnTo>
                  <a:pt x="6871" y="305"/>
                </a:lnTo>
                <a:lnTo>
                  <a:pt x="7986" y="615"/>
                </a:lnTo>
                <a:lnTo>
                  <a:pt x="9174" y="929"/>
                </a:lnTo>
                <a:lnTo>
                  <a:pt x="10382" y="1243"/>
                </a:lnTo>
                <a:lnTo>
                  <a:pt x="11004" y="1428"/>
                </a:lnTo>
                <a:lnTo>
                  <a:pt x="12887" y="1974"/>
                </a:lnTo>
                <a:lnTo>
                  <a:pt x="13516" y="2146"/>
                </a:lnTo>
                <a:lnTo>
                  <a:pt x="15415" y="2654"/>
                </a:lnTo>
                <a:lnTo>
                  <a:pt x="16652" y="2994"/>
                </a:lnTo>
                <a:lnTo>
                  <a:pt x="17889" y="3338"/>
                </a:lnTo>
                <a:lnTo>
                  <a:pt x="19126" y="3690"/>
                </a:lnTo>
                <a:lnTo>
                  <a:pt x="20363" y="4043"/>
                </a:lnTo>
                <a:lnTo>
                  <a:pt x="21600" y="4396"/>
                </a:lnTo>
                <a:lnTo>
                  <a:pt x="21600" y="6955"/>
                </a:lnTo>
                <a:lnTo>
                  <a:pt x="21600" y="9514"/>
                </a:lnTo>
                <a:lnTo>
                  <a:pt x="21600" y="12090"/>
                </a:lnTo>
                <a:lnTo>
                  <a:pt x="21600" y="14684"/>
                </a:lnTo>
                <a:lnTo>
                  <a:pt x="21600" y="17299"/>
                </a:lnTo>
                <a:lnTo>
                  <a:pt x="20304" y="16589"/>
                </a:lnTo>
                <a:lnTo>
                  <a:pt x="19006" y="15880"/>
                </a:lnTo>
                <a:lnTo>
                  <a:pt x="17708" y="15170"/>
                </a:lnTo>
                <a:lnTo>
                  <a:pt x="16410" y="14460"/>
                </a:lnTo>
                <a:lnTo>
                  <a:pt x="15108" y="13746"/>
                </a:lnTo>
                <a:lnTo>
                  <a:pt x="13804" y="13032"/>
                </a:lnTo>
                <a:lnTo>
                  <a:pt x="12497" y="12314"/>
                </a:lnTo>
                <a:lnTo>
                  <a:pt x="11185" y="11596"/>
                </a:lnTo>
                <a:lnTo>
                  <a:pt x="9869" y="10877"/>
                </a:lnTo>
                <a:lnTo>
                  <a:pt x="8548" y="10155"/>
                </a:lnTo>
                <a:lnTo>
                  <a:pt x="7222" y="9428"/>
                </a:lnTo>
                <a:lnTo>
                  <a:pt x="5891" y="8697"/>
                </a:lnTo>
                <a:lnTo>
                  <a:pt x="5891" y="11540"/>
                </a:lnTo>
                <a:lnTo>
                  <a:pt x="5891" y="14400"/>
                </a:lnTo>
                <a:lnTo>
                  <a:pt x="5891" y="17299"/>
                </a:lnTo>
                <a:lnTo>
                  <a:pt x="4430" y="18624"/>
                </a:lnTo>
                <a:lnTo>
                  <a:pt x="3393" y="19510"/>
                </a:lnTo>
                <a:lnTo>
                  <a:pt x="2498" y="20163"/>
                </a:lnTo>
                <a:lnTo>
                  <a:pt x="1461" y="20791"/>
                </a:lnTo>
                <a:lnTo>
                  <a:pt x="0" y="21600"/>
                </a:lnTo>
                <a:lnTo>
                  <a:pt x="662" y="15226"/>
                </a:lnTo>
                <a:lnTo>
                  <a:pt x="1208" y="10258"/>
                </a:lnTo>
                <a:lnTo>
                  <a:pt x="1687" y="6520"/>
                </a:lnTo>
                <a:lnTo>
                  <a:pt x="2142" y="3837"/>
                </a:lnTo>
                <a:lnTo>
                  <a:pt x="2625" y="2030"/>
                </a:lnTo>
                <a:lnTo>
                  <a:pt x="3183" y="920"/>
                </a:lnTo>
                <a:lnTo>
                  <a:pt x="3861" y="331"/>
                </a:lnTo>
                <a:lnTo>
                  <a:pt x="4709" y="86"/>
                </a:lnTo>
                <a:lnTo>
                  <a:pt x="5773" y="0"/>
                </a:lnTo>
                <a:close/>
              </a:path>
            </a:pathLst>
          </a:custGeom>
          <a:solidFill>
            <a:srgbClr val="3F3C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2" name="contour_10230"/>
          <p:cNvSpPr/>
          <p:nvPr/>
        </p:nvSpPr>
        <p:spPr>
          <a:xfrm>
            <a:off x="4069786" y="5342098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5246" y="1817"/>
                </a:lnTo>
                <a:lnTo>
                  <a:pt x="16009" y="3594"/>
                </a:lnTo>
                <a:lnTo>
                  <a:pt x="16700" y="5354"/>
                </a:lnTo>
                <a:lnTo>
                  <a:pt x="17330" y="7125"/>
                </a:lnTo>
                <a:lnTo>
                  <a:pt x="17910" y="8932"/>
                </a:lnTo>
                <a:lnTo>
                  <a:pt x="18450" y="10800"/>
                </a:lnTo>
                <a:lnTo>
                  <a:pt x="18918" y="12350"/>
                </a:lnTo>
                <a:lnTo>
                  <a:pt x="19393" y="13921"/>
                </a:lnTo>
                <a:lnTo>
                  <a:pt x="19847" y="15455"/>
                </a:lnTo>
                <a:lnTo>
                  <a:pt x="20293" y="16988"/>
                </a:lnTo>
                <a:lnTo>
                  <a:pt x="20736" y="18525"/>
                </a:lnTo>
                <a:lnTo>
                  <a:pt x="21168" y="20064"/>
                </a:lnTo>
                <a:lnTo>
                  <a:pt x="21600" y="21600"/>
                </a:lnTo>
                <a:lnTo>
                  <a:pt x="20513" y="21465"/>
                </a:lnTo>
                <a:lnTo>
                  <a:pt x="19516" y="21338"/>
                </a:lnTo>
                <a:lnTo>
                  <a:pt x="18425" y="21203"/>
                </a:lnTo>
                <a:lnTo>
                  <a:pt x="17064" y="21033"/>
                </a:lnTo>
                <a:lnTo>
                  <a:pt x="15257" y="20806"/>
                </a:lnTo>
                <a:lnTo>
                  <a:pt x="12823" y="20504"/>
                </a:lnTo>
                <a:lnTo>
                  <a:pt x="9590" y="20099"/>
                </a:lnTo>
                <a:lnTo>
                  <a:pt x="5375" y="19572"/>
                </a:lnTo>
                <a:lnTo>
                  <a:pt x="0" y="18900"/>
                </a:lnTo>
                <a:lnTo>
                  <a:pt x="0" y="17115"/>
                </a:lnTo>
                <a:lnTo>
                  <a:pt x="0" y="15320"/>
                </a:lnTo>
                <a:lnTo>
                  <a:pt x="0" y="13500"/>
                </a:lnTo>
                <a:lnTo>
                  <a:pt x="2380" y="13500"/>
                </a:lnTo>
                <a:lnTo>
                  <a:pt x="4774" y="13500"/>
                </a:lnTo>
                <a:lnTo>
                  <a:pt x="7200" y="13500"/>
                </a:lnTo>
                <a:lnTo>
                  <a:pt x="7200" y="11591"/>
                </a:lnTo>
                <a:lnTo>
                  <a:pt x="7200" y="9680"/>
                </a:lnTo>
                <a:lnTo>
                  <a:pt x="7200" y="7762"/>
                </a:lnTo>
                <a:lnTo>
                  <a:pt x="7200" y="5837"/>
                </a:lnTo>
                <a:lnTo>
                  <a:pt x="7200" y="3904"/>
                </a:lnTo>
                <a:lnTo>
                  <a:pt x="7200" y="1960"/>
                </a:lnTo>
                <a:lnTo>
                  <a:pt x="7200" y="0"/>
                </a:lnTo>
                <a:close/>
              </a:path>
            </a:pathLst>
          </a:custGeom>
          <a:solidFill>
            <a:srgbClr val="E6E9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3" name="contour_10231"/>
          <p:cNvSpPr/>
          <p:nvPr/>
        </p:nvSpPr>
        <p:spPr>
          <a:xfrm>
            <a:off x="10292856" y="5303297"/>
            <a:ext cx="37315" cy="533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13" y="0"/>
                </a:moveTo>
                <a:lnTo>
                  <a:pt x="11129" y="24"/>
                </a:lnTo>
                <a:lnTo>
                  <a:pt x="12952" y="86"/>
                </a:lnTo>
                <a:lnTo>
                  <a:pt x="14896" y="230"/>
                </a:lnTo>
                <a:lnTo>
                  <a:pt x="17575" y="504"/>
                </a:lnTo>
                <a:lnTo>
                  <a:pt x="21600" y="956"/>
                </a:lnTo>
                <a:lnTo>
                  <a:pt x="20841" y="2814"/>
                </a:lnTo>
                <a:lnTo>
                  <a:pt x="20081" y="4672"/>
                </a:lnTo>
                <a:lnTo>
                  <a:pt x="19318" y="6532"/>
                </a:lnTo>
                <a:lnTo>
                  <a:pt x="18558" y="8396"/>
                </a:lnTo>
                <a:lnTo>
                  <a:pt x="17795" y="10263"/>
                </a:lnTo>
                <a:lnTo>
                  <a:pt x="17031" y="12136"/>
                </a:lnTo>
                <a:lnTo>
                  <a:pt x="16263" y="14015"/>
                </a:lnTo>
                <a:lnTo>
                  <a:pt x="15491" y="15899"/>
                </a:lnTo>
                <a:lnTo>
                  <a:pt x="14719" y="17790"/>
                </a:lnTo>
                <a:lnTo>
                  <a:pt x="13943" y="19689"/>
                </a:lnTo>
                <a:lnTo>
                  <a:pt x="13162" y="21600"/>
                </a:lnTo>
                <a:lnTo>
                  <a:pt x="11074" y="20627"/>
                </a:lnTo>
                <a:lnTo>
                  <a:pt x="8982" y="19651"/>
                </a:lnTo>
                <a:lnTo>
                  <a:pt x="6881" y="18671"/>
                </a:lnTo>
                <a:lnTo>
                  <a:pt x="4771" y="17689"/>
                </a:lnTo>
                <a:lnTo>
                  <a:pt x="2645" y="16698"/>
                </a:lnTo>
                <a:lnTo>
                  <a:pt x="506" y="15702"/>
                </a:lnTo>
                <a:lnTo>
                  <a:pt x="114" y="13484"/>
                </a:lnTo>
                <a:lnTo>
                  <a:pt x="0" y="11145"/>
                </a:lnTo>
                <a:lnTo>
                  <a:pt x="224" y="8786"/>
                </a:lnTo>
                <a:lnTo>
                  <a:pt x="861" y="6494"/>
                </a:lnTo>
                <a:lnTo>
                  <a:pt x="1970" y="4377"/>
                </a:lnTo>
                <a:lnTo>
                  <a:pt x="3620" y="2522"/>
                </a:lnTo>
                <a:lnTo>
                  <a:pt x="5881" y="1032"/>
                </a:lnTo>
                <a:lnTo>
                  <a:pt x="8813" y="0"/>
                </a:lnTo>
                <a:close/>
              </a:path>
            </a:pathLst>
          </a:custGeom>
          <a:solidFill>
            <a:srgbClr val="FB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4" name="contour_10232"/>
          <p:cNvSpPr/>
          <p:nvPr/>
        </p:nvSpPr>
        <p:spPr>
          <a:xfrm>
            <a:off x="2320668" y="5304689"/>
            <a:ext cx="72880" cy="24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52"/>
                </a:moveTo>
                <a:lnTo>
                  <a:pt x="11297" y="46"/>
                </a:lnTo>
                <a:lnTo>
                  <a:pt x="12172" y="33"/>
                </a:lnTo>
                <a:lnTo>
                  <a:pt x="14174" y="0"/>
                </a:lnTo>
                <a:lnTo>
                  <a:pt x="15628" y="456"/>
                </a:lnTo>
                <a:lnTo>
                  <a:pt x="16926" y="1036"/>
                </a:lnTo>
                <a:lnTo>
                  <a:pt x="18120" y="1883"/>
                </a:lnTo>
                <a:lnTo>
                  <a:pt x="19261" y="3133"/>
                </a:lnTo>
                <a:lnTo>
                  <a:pt x="20403" y="4924"/>
                </a:lnTo>
                <a:lnTo>
                  <a:pt x="21600" y="7380"/>
                </a:lnTo>
                <a:lnTo>
                  <a:pt x="21600" y="11686"/>
                </a:lnTo>
                <a:lnTo>
                  <a:pt x="21600" y="16018"/>
                </a:lnTo>
                <a:lnTo>
                  <a:pt x="21600" y="20408"/>
                </a:lnTo>
                <a:lnTo>
                  <a:pt x="20205" y="20577"/>
                </a:lnTo>
                <a:lnTo>
                  <a:pt x="18809" y="20734"/>
                </a:lnTo>
                <a:lnTo>
                  <a:pt x="17416" y="20870"/>
                </a:lnTo>
                <a:lnTo>
                  <a:pt x="16021" y="21001"/>
                </a:lnTo>
                <a:lnTo>
                  <a:pt x="14625" y="21118"/>
                </a:lnTo>
                <a:lnTo>
                  <a:pt x="13230" y="21222"/>
                </a:lnTo>
                <a:lnTo>
                  <a:pt x="12636" y="21300"/>
                </a:lnTo>
                <a:lnTo>
                  <a:pt x="10843" y="21554"/>
                </a:lnTo>
                <a:lnTo>
                  <a:pt x="9236" y="21600"/>
                </a:lnTo>
                <a:lnTo>
                  <a:pt x="7815" y="21470"/>
                </a:lnTo>
                <a:lnTo>
                  <a:pt x="6525" y="21033"/>
                </a:lnTo>
                <a:lnTo>
                  <a:pt x="5311" y="20173"/>
                </a:lnTo>
                <a:lnTo>
                  <a:pt x="4123" y="18773"/>
                </a:lnTo>
                <a:lnTo>
                  <a:pt x="2905" y="16702"/>
                </a:lnTo>
                <a:lnTo>
                  <a:pt x="1603" y="13842"/>
                </a:lnTo>
                <a:lnTo>
                  <a:pt x="808" y="10637"/>
                </a:lnTo>
                <a:lnTo>
                  <a:pt x="0" y="7380"/>
                </a:lnTo>
                <a:lnTo>
                  <a:pt x="1344" y="5139"/>
                </a:lnTo>
                <a:lnTo>
                  <a:pt x="2637" y="3400"/>
                </a:lnTo>
                <a:lnTo>
                  <a:pt x="3907" y="2097"/>
                </a:lnTo>
                <a:lnTo>
                  <a:pt x="5180" y="1179"/>
                </a:lnTo>
                <a:lnTo>
                  <a:pt x="6480" y="573"/>
                </a:lnTo>
                <a:lnTo>
                  <a:pt x="7834" y="228"/>
                </a:lnTo>
                <a:lnTo>
                  <a:pt x="9264" y="72"/>
                </a:lnTo>
                <a:lnTo>
                  <a:pt x="10800" y="52"/>
                </a:lnTo>
                <a:close/>
              </a:path>
            </a:pathLst>
          </a:custGeom>
          <a:solidFill>
            <a:srgbClr val="887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5" name="contour_10233"/>
          <p:cNvSpPr/>
          <p:nvPr/>
        </p:nvSpPr>
        <p:spPr>
          <a:xfrm>
            <a:off x="5154297" y="5269218"/>
            <a:ext cx="5241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7" y="0"/>
                </a:moveTo>
                <a:lnTo>
                  <a:pt x="4085" y="27"/>
                </a:lnTo>
                <a:lnTo>
                  <a:pt x="6127" y="211"/>
                </a:lnTo>
                <a:lnTo>
                  <a:pt x="7478" y="707"/>
                </a:lnTo>
                <a:lnTo>
                  <a:pt x="8929" y="1677"/>
                </a:lnTo>
                <a:lnTo>
                  <a:pt x="10001" y="2773"/>
                </a:lnTo>
                <a:lnTo>
                  <a:pt x="11088" y="3883"/>
                </a:lnTo>
                <a:lnTo>
                  <a:pt x="12518" y="5273"/>
                </a:lnTo>
                <a:lnTo>
                  <a:pt x="13827" y="6418"/>
                </a:lnTo>
                <a:lnTo>
                  <a:pt x="15101" y="7385"/>
                </a:lnTo>
                <a:lnTo>
                  <a:pt x="16428" y="8240"/>
                </a:lnTo>
                <a:lnTo>
                  <a:pt x="17894" y="9048"/>
                </a:lnTo>
                <a:lnTo>
                  <a:pt x="19591" y="9879"/>
                </a:lnTo>
                <a:lnTo>
                  <a:pt x="21600" y="10800"/>
                </a:lnTo>
                <a:lnTo>
                  <a:pt x="20113" y="12137"/>
                </a:lnTo>
                <a:lnTo>
                  <a:pt x="18624" y="13476"/>
                </a:lnTo>
                <a:lnTo>
                  <a:pt x="17134" y="14815"/>
                </a:lnTo>
                <a:lnTo>
                  <a:pt x="15638" y="16160"/>
                </a:lnTo>
                <a:lnTo>
                  <a:pt x="14137" y="17510"/>
                </a:lnTo>
                <a:lnTo>
                  <a:pt x="12629" y="18865"/>
                </a:lnTo>
                <a:lnTo>
                  <a:pt x="11112" y="20228"/>
                </a:lnTo>
                <a:lnTo>
                  <a:pt x="9587" y="21600"/>
                </a:lnTo>
                <a:lnTo>
                  <a:pt x="6971" y="18849"/>
                </a:lnTo>
                <a:lnTo>
                  <a:pt x="4877" y="16605"/>
                </a:lnTo>
                <a:lnTo>
                  <a:pt x="3247" y="14766"/>
                </a:lnTo>
                <a:lnTo>
                  <a:pt x="2024" y="13230"/>
                </a:lnTo>
                <a:lnTo>
                  <a:pt x="1150" y="11896"/>
                </a:lnTo>
                <a:lnTo>
                  <a:pt x="568" y="10665"/>
                </a:lnTo>
                <a:lnTo>
                  <a:pt x="222" y="9434"/>
                </a:lnTo>
                <a:lnTo>
                  <a:pt x="51" y="8100"/>
                </a:lnTo>
                <a:lnTo>
                  <a:pt x="0" y="6564"/>
                </a:lnTo>
                <a:lnTo>
                  <a:pt x="12" y="4725"/>
                </a:lnTo>
                <a:lnTo>
                  <a:pt x="198" y="3164"/>
                </a:lnTo>
                <a:lnTo>
                  <a:pt x="387" y="1593"/>
                </a:lnTo>
                <a:lnTo>
                  <a:pt x="577" y="0"/>
                </a:lnTo>
                <a:close/>
              </a:path>
            </a:pathLst>
          </a:custGeom>
          <a:solidFill>
            <a:srgbClr val="34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6" name="contour_10234"/>
          <p:cNvSpPr/>
          <p:nvPr/>
        </p:nvSpPr>
        <p:spPr>
          <a:xfrm>
            <a:off x="9862544" y="5244993"/>
            <a:ext cx="52211" cy="526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55" y="0"/>
                </a:moveTo>
                <a:lnTo>
                  <a:pt x="8098" y="24"/>
                </a:lnTo>
                <a:lnTo>
                  <a:pt x="9395" y="87"/>
                </a:lnTo>
                <a:lnTo>
                  <a:pt x="10779" y="233"/>
                </a:lnTo>
                <a:lnTo>
                  <a:pt x="12693" y="512"/>
                </a:lnTo>
                <a:lnTo>
                  <a:pt x="15570" y="969"/>
                </a:lnTo>
                <a:lnTo>
                  <a:pt x="15443" y="2821"/>
                </a:lnTo>
                <a:lnTo>
                  <a:pt x="15320" y="4687"/>
                </a:lnTo>
                <a:lnTo>
                  <a:pt x="15193" y="6578"/>
                </a:lnTo>
                <a:lnTo>
                  <a:pt x="15214" y="9159"/>
                </a:lnTo>
                <a:lnTo>
                  <a:pt x="15419" y="11116"/>
                </a:lnTo>
                <a:lnTo>
                  <a:pt x="15950" y="12791"/>
                </a:lnTo>
                <a:lnTo>
                  <a:pt x="16957" y="14529"/>
                </a:lnTo>
                <a:lnTo>
                  <a:pt x="18585" y="16673"/>
                </a:lnTo>
                <a:lnTo>
                  <a:pt x="20080" y="17786"/>
                </a:lnTo>
                <a:lnTo>
                  <a:pt x="21600" y="18917"/>
                </a:lnTo>
                <a:lnTo>
                  <a:pt x="19550" y="20155"/>
                </a:lnTo>
                <a:lnTo>
                  <a:pt x="17750" y="20996"/>
                </a:lnTo>
                <a:lnTo>
                  <a:pt x="15968" y="21468"/>
                </a:lnTo>
                <a:lnTo>
                  <a:pt x="13987" y="21600"/>
                </a:lnTo>
                <a:lnTo>
                  <a:pt x="11578" y="21418"/>
                </a:lnTo>
                <a:lnTo>
                  <a:pt x="9507" y="20709"/>
                </a:lnTo>
                <a:lnTo>
                  <a:pt x="7574" y="19988"/>
                </a:lnTo>
                <a:lnTo>
                  <a:pt x="5744" y="19204"/>
                </a:lnTo>
                <a:lnTo>
                  <a:pt x="3977" y="18301"/>
                </a:lnTo>
                <a:lnTo>
                  <a:pt x="2240" y="17227"/>
                </a:lnTo>
                <a:lnTo>
                  <a:pt x="494" y="15926"/>
                </a:lnTo>
                <a:lnTo>
                  <a:pt x="142" y="13607"/>
                </a:lnTo>
                <a:lnTo>
                  <a:pt x="0" y="11211"/>
                </a:lnTo>
                <a:lnTo>
                  <a:pt x="118" y="8821"/>
                </a:lnTo>
                <a:lnTo>
                  <a:pt x="552" y="6530"/>
                </a:lnTo>
                <a:lnTo>
                  <a:pt x="1348" y="4415"/>
                </a:lnTo>
                <a:lnTo>
                  <a:pt x="2566" y="2564"/>
                </a:lnTo>
                <a:lnTo>
                  <a:pt x="4248" y="1065"/>
                </a:lnTo>
                <a:lnTo>
                  <a:pt x="6455" y="0"/>
                </a:lnTo>
                <a:close/>
              </a:path>
            </a:pathLst>
          </a:custGeom>
          <a:solidFill>
            <a:srgbClr val="8484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7" name="contour_10235"/>
          <p:cNvSpPr/>
          <p:nvPr/>
        </p:nvSpPr>
        <p:spPr>
          <a:xfrm>
            <a:off x="1934404" y="5240066"/>
            <a:ext cx="6326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94" y="630"/>
                </a:lnTo>
                <a:lnTo>
                  <a:pt x="6244" y="1164"/>
                </a:lnTo>
                <a:lnTo>
                  <a:pt x="8615" y="1628"/>
                </a:lnTo>
                <a:lnTo>
                  <a:pt x="10581" y="2038"/>
                </a:lnTo>
                <a:lnTo>
                  <a:pt x="12206" y="2417"/>
                </a:lnTo>
                <a:lnTo>
                  <a:pt x="13562" y="2784"/>
                </a:lnTo>
                <a:lnTo>
                  <a:pt x="14717" y="3161"/>
                </a:lnTo>
                <a:lnTo>
                  <a:pt x="15742" y="3566"/>
                </a:lnTo>
                <a:lnTo>
                  <a:pt x="16703" y="4022"/>
                </a:lnTo>
                <a:lnTo>
                  <a:pt x="17673" y="4548"/>
                </a:lnTo>
                <a:lnTo>
                  <a:pt x="18718" y="5164"/>
                </a:lnTo>
                <a:lnTo>
                  <a:pt x="19908" y="5891"/>
                </a:lnTo>
                <a:lnTo>
                  <a:pt x="20513" y="7307"/>
                </a:lnTo>
                <a:lnTo>
                  <a:pt x="20985" y="8693"/>
                </a:lnTo>
                <a:lnTo>
                  <a:pt x="21324" y="10062"/>
                </a:lnTo>
                <a:lnTo>
                  <a:pt x="21530" y="11415"/>
                </a:lnTo>
                <a:lnTo>
                  <a:pt x="21600" y="12764"/>
                </a:lnTo>
                <a:lnTo>
                  <a:pt x="21535" y="14111"/>
                </a:lnTo>
                <a:lnTo>
                  <a:pt x="21336" y="15464"/>
                </a:lnTo>
                <a:lnTo>
                  <a:pt x="20998" y="16832"/>
                </a:lnTo>
                <a:lnTo>
                  <a:pt x="20522" y="18221"/>
                </a:lnTo>
                <a:lnTo>
                  <a:pt x="19908" y="19636"/>
                </a:lnTo>
                <a:lnTo>
                  <a:pt x="18004" y="20322"/>
                </a:lnTo>
                <a:lnTo>
                  <a:pt x="16665" y="20767"/>
                </a:lnTo>
                <a:lnTo>
                  <a:pt x="15531" y="21066"/>
                </a:lnTo>
                <a:lnTo>
                  <a:pt x="14242" y="21311"/>
                </a:lnTo>
                <a:lnTo>
                  <a:pt x="12442" y="21600"/>
                </a:lnTo>
                <a:lnTo>
                  <a:pt x="11825" y="20628"/>
                </a:lnTo>
                <a:lnTo>
                  <a:pt x="11208" y="19652"/>
                </a:lnTo>
                <a:lnTo>
                  <a:pt x="10584" y="18668"/>
                </a:lnTo>
                <a:lnTo>
                  <a:pt x="9954" y="17673"/>
                </a:lnTo>
                <a:lnTo>
                  <a:pt x="11599" y="17673"/>
                </a:lnTo>
                <a:lnTo>
                  <a:pt x="13254" y="17673"/>
                </a:lnTo>
                <a:lnTo>
                  <a:pt x="14931" y="17673"/>
                </a:lnTo>
                <a:lnTo>
                  <a:pt x="15289" y="16212"/>
                </a:lnTo>
                <a:lnTo>
                  <a:pt x="15573" y="14802"/>
                </a:lnTo>
                <a:lnTo>
                  <a:pt x="15752" y="13423"/>
                </a:lnTo>
                <a:lnTo>
                  <a:pt x="15802" y="12059"/>
                </a:lnTo>
                <a:lnTo>
                  <a:pt x="15700" y="10686"/>
                </a:lnTo>
                <a:lnTo>
                  <a:pt x="15416" y="9292"/>
                </a:lnTo>
                <a:lnTo>
                  <a:pt x="14931" y="7855"/>
                </a:lnTo>
                <a:lnTo>
                  <a:pt x="13296" y="7218"/>
                </a:lnTo>
                <a:lnTo>
                  <a:pt x="11678" y="6674"/>
                </a:lnTo>
                <a:lnTo>
                  <a:pt x="10063" y="6209"/>
                </a:lnTo>
                <a:lnTo>
                  <a:pt x="8431" y="5808"/>
                </a:lnTo>
                <a:lnTo>
                  <a:pt x="6766" y="5453"/>
                </a:lnTo>
                <a:lnTo>
                  <a:pt x="5049" y="5131"/>
                </a:lnTo>
                <a:lnTo>
                  <a:pt x="3265" y="4825"/>
                </a:lnTo>
                <a:lnTo>
                  <a:pt x="1645" y="4379"/>
                </a:lnTo>
                <a:lnTo>
                  <a:pt x="0" y="3927"/>
                </a:lnTo>
                <a:lnTo>
                  <a:pt x="0" y="2629"/>
                </a:lnTo>
                <a:lnTo>
                  <a:pt x="0" y="1323"/>
                </a:lnTo>
                <a:lnTo>
                  <a:pt x="0" y="0"/>
                </a:lnTo>
                <a:close/>
              </a:path>
            </a:pathLst>
          </a:custGeom>
          <a:solidFill>
            <a:srgbClr val="6F68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8" name="contour_10236"/>
          <p:cNvSpPr/>
          <p:nvPr/>
        </p:nvSpPr>
        <p:spPr>
          <a:xfrm>
            <a:off x="782902" y="5240066"/>
            <a:ext cx="3674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52" y="0"/>
                </a:moveTo>
                <a:lnTo>
                  <a:pt x="15572" y="577"/>
                </a:lnTo>
                <a:lnTo>
                  <a:pt x="17372" y="1092"/>
                </a:lnTo>
                <a:lnTo>
                  <a:pt x="19055" y="1830"/>
                </a:lnTo>
                <a:lnTo>
                  <a:pt x="21420" y="3086"/>
                </a:lnTo>
                <a:lnTo>
                  <a:pt x="21600" y="5138"/>
                </a:lnTo>
                <a:lnTo>
                  <a:pt x="21553" y="7134"/>
                </a:lnTo>
                <a:lnTo>
                  <a:pt x="21300" y="9091"/>
                </a:lnTo>
                <a:lnTo>
                  <a:pt x="20837" y="11010"/>
                </a:lnTo>
                <a:lnTo>
                  <a:pt x="20182" y="12901"/>
                </a:lnTo>
                <a:lnTo>
                  <a:pt x="19342" y="14777"/>
                </a:lnTo>
                <a:lnTo>
                  <a:pt x="18323" y="16647"/>
                </a:lnTo>
                <a:lnTo>
                  <a:pt x="17136" y="18514"/>
                </a:lnTo>
                <a:lnTo>
                  <a:pt x="14287" y="19557"/>
                </a:lnTo>
                <a:lnTo>
                  <a:pt x="11601" y="20295"/>
                </a:lnTo>
                <a:lnTo>
                  <a:pt x="8958" y="20792"/>
                </a:lnTo>
                <a:lnTo>
                  <a:pt x="6225" y="21128"/>
                </a:lnTo>
                <a:lnTo>
                  <a:pt x="3282" y="21372"/>
                </a:lnTo>
                <a:lnTo>
                  <a:pt x="0" y="21600"/>
                </a:lnTo>
                <a:lnTo>
                  <a:pt x="763" y="17842"/>
                </a:lnTo>
                <a:lnTo>
                  <a:pt x="1405" y="14796"/>
                </a:lnTo>
                <a:lnTo>
                  <a:pt x="1979" y="12343"/>
                </a:lnTo>
                <a:lnTo>
                  <a:pt x="2540" y="10371"/>
                </a:lnTo>
                <a:lnTo>
                  <a:pt x="3132" y="8754"/>
                </a:lnTo>
                <a:lnTo>
                  <a:pt x="3800" y="7381"/>
                </a:lnTo>
                <a:lnTo>
                  <a:pt x="4605" y="6128"/>
                </a:lnTo>
                <a:lnTo>
                  <a:pt x="5591" y="4882"/>
                </a:lnTo>
                <a:lnTo>
                  <a:pt x="6807" y="3521"/>
                </a:lnTo>
                <a:lnTo>
                  <a:pt x="8302" y="1929"/>
                </a:lnTo>
                <a:lnTo>
                  <a:pt x="9433" y="1450"/>
                </a:lnTo>
                <a:lnTo>
                  <a:pt x="12852" y="0"/>
                </a:lnTo>
                <a:close/>
              </a:path>
            </a:pathLst>
          </a:custGeom>
          <a:solidFill>
            <a:srgbClr val="2525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39" name="contour_10237"/>
          <p:cNvSpPr/>
          <p:nvPr/>
        </p:nvSpPr>
        <p:spPr>
          <a:xfrm>
            <a:off x="1101467" y="5210914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0"/>
                </a:moveTo>
                <a:lnTo>
                  <a:pt x="4068" y="0"/>
                </a:lnTo>
                <a:lnTo>
                  <a:pt x="6959" y="0"/>
                </a:lnTo>
                <a:lnTo>
                  <a:pt x="9859" y="0"/>
                </a:lnTo>
                <a:lnTo>
                  <a:pt x="12771" y="0"/>
                </a:lnTo>
                <a:lnTo>
                  <a:pt x="15695" y="0"/>
                </a:lnTo>
                <a:lnTo>
                  <a:pt x="1863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933" y="21384"/>
                </a:lnTo>
                <a:lnTo>
                  <a:pt x="16315" y="21129"/>
                </a:lnTo>
                <a:lnTo>
                  <a:pt x="13734" y="20805"/>
                </a:lnTo>
                <a:lnTo>
                  <a:pt x="11182" y="20390"/>
                </a:lnTo>
                <a:lnTo>
                  <a:pt x="8658" y="19855"/>
                </a:lnTo>
                <a:lnTo>
                  <a:pt x="6155" y="19176"/>
                </a:lnTo>
                <a:lnTo>
                  <a:pt x="3663" y="18325"/>
                </a:lnTo>
                <a:lnTo>
                  <a:pt x="1180" y="17280"/>
                </a:lnTo>
                <a:lnTo>
                  <a:pt x="380" y="14252"/>
                </a:lnTo>
                <a:lnTo>
                  <a:pt x="16" y="11478"/>
                </a:lnTo>
                <a:lnTo>
                  <a:pt x="0" y="8813"/>
                </a:lnTo>
                <a:lnTo>
                  <a:pt x="249" y="6108"/>
                </a:lnTo>
                <a:lnTo>
                  <a:pt x="670" y="3218"/>
                </a:lnTo>
                <a:lnTo>
                  <a:pt x="1180" y="0"/>
                </a:lnTo>
                <a:close/>
              </a:path>
            </a:pathLst>
          </a:custGeom>
          <a:solidFill>
            <a:srgbClr val="1717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0" name="contour_10238"/>
          <p:cNvSpPr/>
          <p:nvPr/>
        </p:nvSpPr>
        <p:spPr>
          <a:xfrm>
            <a:off x="9775227" y="5225490"/>
            <a:ext cx="73937" cy="430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38" y="0"/>
                </a:moveTo>
                <a:lnTo>
                  <a:pt x="3845" y="0"/>
                </a:lnTo>
                <a:lnTo>
                  <a:pt x="5261" y="0"/>
                </a:lnTo>
                <a:lnTo>
                  <a:pt x="6696" y="0"/>
                </a:lnTo>
                <a:lnTo>
                  <a:pt x="6696" y="2417"/>
                </a:lnTo>
                <a:lnTo>
                  <a:pt x="6696" y="4848"/>
                </a:lnTo>
                <a:lnTo>
                  <a:pt x="6696" y="7312"/>
                </a:lnTo>
                <a:lnTo>
                  <a:pt x="8172" y="7674"/>
                </a:lnTo>
                <a:lnTo>
                  <a:pt x="9649" y="8036"/>
                </a:lnTo>
                <a:lnTo>
                  <a:pt x="11127" y="8398"/>
                </a:lnTo>
                <a:lnTo>
                  <a:pt x="12607" y="8764"/>
                </a:lnTo>
                <a:lnTo>
                  <a:pt x="14093" y="9126"/>
                </a:lnTo>
                <a:lnTo>
                  <a:pt x="15581" y="9491"/>
                </a:lnTo>
                <a:lnTo>
                  <a:pt x="17076" y="9857"/>
                </a:lnTo>
                <a:lnTo>
                  <a:pt x="18577" y="10226"/>
                </a:lnTo>
                <a:lnTo>
                  <a:pt x="20084" y="10595"/>
                </a:lnTo>
                <a:lnTo>
                  <a:pt x="21600" y="10968"/>
                </a:lnTo>
                <a:lnTo>
                  <a:pt x="21600" y="12782"/>
                </a:lnTo>
                <a:lnTo>
                  <a:pt x="21600" y="14624"/>
                </a:lnTo>
                <a:lnTo>
                  <a:pt x="20086" y="15721"/>
                </a:lnTo>
                <a:lnTo>
                  <a:pt x="18962" y="16496"/>
                </a:lnTo>
                <a:lnTo>
                  <a:pt x="17891" y="17154"/>
                </a:lnTo>
                <a:lnTo>
                  <a:pt x="16533" y="17911"/>
                </a:lnTo>
                <a:lnTo>
                  <a:pt x="14548" y="18968"/>
                </a:lnTo>
                <a:lnTo>
                  <a:pt x="13237" y="19699"/>
                </a:lnTo>
                <a:lnTo>
                  <a:pt x="11917" y="20434"/>
                </a:lnTo>
                <a:lnTo>
                  <a:pt x="10580" y="21180"/>
                </a:lnTo>
                <a:lnTo>
                  <a:pt x="8925" y="21483"/>
                </a:lnTo>
                <a:lnTo>
                  <a:pt x="7710" y="21600"/>
                </a:lnTo>
                <a:lnTo>
                  <a:pt x="6717" y="21468"/>
                </a:lnTo>
                <a:lnTo>
                  <a:pt x="5740" y="21026"/>
                </a:lnTo>
                <a:lnTo>
                  <a:pt x="4567" y="20207"/>
                </a:lnTo>
                <a:lnTo>
                  <a:pt x="2987" y="18953"/>
                </a:lnTo>
                <a:lnTo>
                  <a:pt x="1433" y="16390"/>
                </a:lnTo>
                <a:lnTo>
                  <a:pt x="605" y="14675"/>
                </a:lnTo>
                <a:lnTo>
                  <a:pt x="219" y="13041"/>
                </a:lnTo>
                <a:lnTo>
                  <a:pt x="0" y="10712"/>
                </a:lnTo>
                <a:lnTo>
                  <a:pt x="177" y="9754"/>
                </a:lnTo>
                <a:lnTo>
                  <a:pt x="709" y="6855"/>
                </a:lnTo>
                <a:lnTo>
                  <a:pt x="1018" y="4914"/>
                </a:lnTo>
                <a:lnTo>
                  <a:pt x="1331" y="2943"/>
                </a:lnTo>
                <a:lnTo>
                  <a:pt x="1880" y="1481"/>
                </a:lnTo>
                <a:lnTo>
                  <a:pt x="2438" y="0"/>
                </a:lnTo>
                <a:close/>
              </a:path>
            </a:pathLst>
          </a:custGeom>
          <a:solidFill>
            <a:srgbClr val="9187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1" name="contour_10239"/>
          <p:cNvSpPr/>
          <p:nvPr/>
        </p:nvSpPr>
        <p:spPr>
          <a:xfrm>
            <a:off x="7378534" y="521091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28" y="414"/>
                </a:lnTo>
                <a:lnTo>
                  <a:pt x="6872" y="767"/>
                </a:lnTo>
                <a:lnTo>
                  <a:pt x="8932" y="1163"/>
                </a:lnTo>
                <a:lnTo>
                  <a:pt x="10609" y="1699"/>
                </a:lnTo>
                <a:lnTo>
                  <a:pt x="12298" y="2480"/>
                </a:lnTo>
                <a:lnTo>
                  <a:pt x="14400" y="3600"/>
                </a:lnTo>
                <a:lnTo>
                  <a:pt x="15624" y="5749"/>
                </a:lnTo>
                <a:lnTo>
                  <a:pt x="16722" y="7920"/>
                </a:lnTo>
                <a:lnTo>
                  <a:pt x="17716" y="10116"/>
                </a:lnTo>
                <a:lnTo>
                  <a:pt x="18616" y="12341"/>
                </a:lnTo>
                <a:lnTo>
                  <a:pt x="19440" y="14598"/>
                </a:lnTo>
                <a:lnTo>
                  <a:pt x="20203" y="16891"/>
                </a:lnTo>
                <a:lnTo>
                  <a:pt x="20916" y="19224"/>
                </a:lnTo>
                <a:lnTo>
                  <a:pt x="21600" y="21600"/>
                </a:lnTo>
                <a:lnTo>
                  <a:pt x="19217" y="21485"/>
                </a:lnTo>
                <a:lnTo>
                  <a:pt x="16895" y="21316"/>
                </a:lnTo>
                <a:lnTo>
                  <a:pt x="14620" y="21074"/>
                </a:lnTo>
                <a:lnTo>
                  <a:pt x="12388" y="20740"/>
                </a:lnTo>
                <a:lnTo>
                  <a:pt x="10181" y="20286"/>
                </a:lnTo>
                <a:lnTo>
                  <a:pt x="7988" y="19692"/>
                </a:lnTo>
                <a:lnTo>
                  <a:pt x="5796" y="18936"/>
                </a:lnTo>
                <a:lnTo>
                  <a:pt x="3600" y="18000"/>
                </a:lnTo>
                <a:lnTo>
                  <a:pt x="2664" y="15804"/>
                </a:lnTo>
                <a:lnTo>
                  <a:pt x="1908" y="13612"/>
                </a:lnTo>
                <a:lnTo>
                  <a:pt x="1314" y="11419"/>
                </a:lnTo>
                <a:lnTo>
                  <a:pt x="860" y="9212"/>
                </a:lnTo>
                <a:lnTo>
                  <a:pt x="526" y="6980"/>
                </a:lnTo>
                <a:lnTo>
                  <a:pt x="284" y="4705"/>
                </a:lnTo>
                <a:lnTo>
                  <a:pt x="115" y="2383"/>
                </a:lnTo>
                <a:lnTo>
                  <a:pt x="0" y="0"/>
                </a:lnTo>
                <a:close/>
              </a:path>
            </a:pathLst>
          </a:custGeom>
          <a:solidFill>
            <a:srgbClr val="AAD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2" name="contour_10240"/>
          <p:cNvSpPr/>
          <p:nvPr/>
        </p:nvSpPr>
        <p:spPr>
          <a:xfrm>
            <a:off x="4652825" y="5215782"/>
            <a:ext cx="43728" cy="38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9"/>
                </a:lnTo>
                <a:lnTo>
                  <a:pt x="14425" y="146"/>
                </a:lnTo>
                <a:lnTo>
                  <a:pt x="16056" y="348"/>
                </a:lnTo>
                <a:lnTo>
                  <a:pt x="18277" y="729"/>
                </a:lnTo>
                <a:lnTo>
                  <a:pt x="21600" y="1345"/>
                </a:lnTo>
                <a:lnTo>
                  <a:pt x="21600" y="4209"/>
                </a:lnTo>
                <a:lnTo>
                  <a:pt x="21600" y="7077"/>
                </a:lnTo>
                <a:lnTo>
                  <a:pt x="21600" y="9953"/>
                </a:lnTo>
                <a:lnTo>
                  <a:pt x="21600" y="12842"/>
                </a:lnTo>
                <a:lnTo>
                  <a:pt x="21600" y="15742"/>
                </a:lnTo>
                <a:lnTo>
                  <a:pt x="21600" y="1865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8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83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559" y="15787"/>
                </a:lnTo>
                <a:lnTo>
                  <a:pt x="2819" y="11238"/>
                </a:lnTo>
                <a:lnTo>
                  <a:pt x="3874" y="7782"/>
                </a:lnTo>
                <a:lnTo>
                  <a:pt x="4813" y="5238"/>
                </a:lnTo>
                <a:lnTo>
                  <a:pt x="5724" y="3431"/>
                </a:lnTo>
                <a:lnTo>
                  <a:pt x="6696" y="2183"/>
                </a:lnTo>
                <a:lnTo>
                  <a:pt x="7823" y="1313"/>
                </a:lnTo>
                <a:lnTo>
                  <a:pt x="9187" y="644"/>
                </a:lnTo>
                <a:lnTo>
                  <a:pt x="10883" y="0"/>
                </a:lnTo>
                <a:close/>
              </a:path>
            </a:pathLst>
          </a:custGeom>
          <a:solidFill>
            <a:srgbClr val="817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3" name="contour_10241"/>
          <p:cNvSpPr/>
          <p:nvPr/>
        </p:nvSpPr>
        <p:spPr>
          <a:xfrm>
            <a:off x="7276502" y="5174474"/>
            <a:ext cx="51016" cy="59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495" y="1430"/>
                </a:lnTo>
                <a:lnTo>
                  <a:pt x="8779" y="2860"/>
                </a:lnTo>
                <a:lnTo>
                  <a:pt x="10025" y="4293"/>
                </a:lnTo>
                <a:lnTo>
                  <a:pt x="11232" y="5728"/>
                </a:lnTo>
                <a:lnTo>
                  <a:pt x="12405" y="7171"/>
                </a:lnTo>
                <a:lnTo>
                  <a:pt x="13543" y="8625"/>
                </a:lnTo>
                <a:lnTo>
                  <a:pt x="14648" y="10092"/>
                </a:lnTo>
                <a:lnTo>
                  <a:pt x="15725" y="11577"/>
                </a:lnTo>
                <a:lnTo>
                  <a:pt x="16768" y="13080"/>
                </a:lnTo>
                <a:lnTo>
                  <a:pt x="17786" y="14605"/>
                </a:lnTo>
                <a:lnTo>
                  <a:pt x="18777" y="16155"/>
                </a:lnTo>
                <a:lnTo>
                  <a:pt x="19739" y="17735"/>
                </a:lnTo>
                <a:lnTo>
                  <a:pt x="20680" y="19346"/>
                </a:lnTo>
                <a:lnTo>
                  <a:pt x="21600" y="20991"/>
                </a:lnTo>
                <a:lnTo>
                  <a:pt x="19511" y="21180"/>
                </a:lnTo>
                <a:lnTo>
                  <a:pt x="17444" y="21345"/>
                </a:lnTo>
                <a:lnTo>
                  <a:pt x="15388" y="21477"/>
                </a:lnTo>
                <a:lnTo>
                  <a:pt x="13346" y="21566"/>
                </a:lnTo>
                <a:lnTo>
                  <a:pt x="11306" y="21600"/>
                </a:lnTo>
                <a:lnTo>
                  <a:pt x="9266" y="21571"/>
                </a:lnTo>
                <a:lnTo>
                  <a:pt x="7221" y="21466"/>
                </a:lnTo>
                <a:lnTo>
                  <a:pt x="5162" y="21277"/>
                </a:lnTo>
                <a:lnTo>
                  <a:pt x="3086" y="20991"/>
                </a:lnTo>
                <a:lnTo>
                  <a:pt x="1910" y="19336"/>
                </a:lnTo>
                <a:lnTo>
                  <a:pt x="1080" y="17680"/>
                </a:lnTo>
                <a:lnTo>
                  <a:pt x="534" y="15995"/>
                </a:lnTo>
                <a:lnTo>
                  <a:pt x="213" y="14256"/>
                </a:lnTo>
                <a:lnTo>
                  <a:pt x="52" y="12432"/>
                </a:lnTo>
                <a:lnTo>
                  <a:pt x="0" y="10496"/>
                </a:lnTo>
                <a:lnTo>
                  <a:pt x="2040" y="10496"/>
                </a:lnTo>
                <a:lnTo>
                  <a:pt x="4092" y="10496"/>
                </a:lnTo>
                <a:lnTo>
                  <a:pt x="6171" y="10496"/>
                </a:lnTo>
                <a:lnTo>
                  <a:pt x="6171" y="8764"/>
                </a:lnTo>
                <a:lnTo>
                  <a:pt x="6171" y="7029"/>
                </a:lnTo>
                <a:lnTo>
                  <a:pt x="6171" y="5287"/>
                </a:lnTo>
                <a:lnTo>
                  <a:pt x="6171" y="3537"/>
                </a:lnTo>
                <a:lnTo>
                  <a:pt x="6171" y="1776"/>
                </a:lnTo>
                <a:lnTo>
                  <a:pt x="6171" y="0"/>
                </a:lnTo>
                <a:close/>
              </a:path>
            </a:pathLst>
          </a:custGeom>
          <a:solidFill>
            <a:srgbClr val="B9D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4" name="contour_10242"/>
          <p:cNvSpPr/>
          <p:nvPr/>
        </p:nvSpPr>
        <p:spPr>
          <a:xfrm>
            <a:off x="4405034" y="518176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414"/>
                </a:lnTo>
                <a:lnTo>
                  <a:pt x="8506" y="767"/>
                </a:lnTo>
                <a:lnTo>
                  <a:pt x="11007" y="1163"/>
                </a:lnTo>
                <a:lnTo>
                  <a:pt x="12986" y="1699"/>
                </a:lnTo>
                <a:lnTo>
                  <a:pt x="14917" y="2480"/>
                </a:lnTo>
                <a:lnTo>
                  <a:pt x="17280" y="3600"/>
                </a:lnTo>
                <a:lnTo>
                  <a:pt x="18282" y="5803"/>
                </a:lnTo>
                <a:lnTo>
                  <a:pt x="19107" y="8006"/>
                </a:lnTo>
                <a:lnTo>
                  <a:pt x="19781" y="10213"/>
                </a:lnTo>
                <a:lnTo>
                  <a:pt x="20326" y="12434"/>
                </a:lnTo>
                <a:lnTo>
                  <a:pt x="20758" y="14677"/>
                </a:lnTo>
                <a:lnTo>
                  <a:pt x="21099" y="16949"/>
                </a:lnTo>
                <a:lnTo>
                  <a:pt x="21371" y="19253"/>
                </a:lnTo>
                <a:lnTo>
                  <a:pt x="21600" y="21600"/>
                </a:lnTo>
                <a:lnTo>
                  <a:pt x="16606" y="21186"/>
                </a:lnTo>
                <a:lnTo>
                  <a:pt x="13094" y="20833"/>
                </a:lnTo>
                <a:lnTo>
                  <a:pt x="10593" y="20437"/>
                </a:lnTo>
                <a:lnTo>
                  <a:pt x="8614" y="19901"/>
                </a:lnTo>
                <a:lnTo>
                  <a:pt x="6683" y="19120"/>
                </a:lnTo>
                <a:lnTo>
                  <a:pt x="4320" y="18000"/>
                </a:lnTo>
                <a:lnTo>
                  <a:pt x="3318" y="15797"/>
                </a:lnTo>
                <a:lnTo>
                  <a:pt x="2493" y="13594"/>
                </a:lnTo>
                <a:lnTo>
                  <a:pt x="1819" y="11387"/>
                </a:lnTo>
                <a:lnTo>
                  <a:pt x="1274" y="9166"/>
                </a:lnTo>
                <a:lnTo>
                  <a:pt x="842" y="6923"/>
                </a:lnTo>
                <a:lnTo>
                  <a:pt x="501" y="4651"/>
                </a:lnTo>
                <a:lnTo>
                  <a:pt x="229" y="2347"/>
                </a:lnTo>
                <a:lnTo>
                  <a:pt x="0" y="0"/>
                </a:lnTo>
                <a:close/>
              </a:path>
            </a:pathLst>
          </a:custGeom>
          <a:solidFill>
            <a:srgbClr val="E0B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5" name="contour_10243"/>
          <p:cNvSpPr/>
          <p:nvPr/>
        </p:nvSpPr>
        <p:spPr>
          <a:xfrm>
            <a:off x="3880298" y="5181762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815" y="21600"/>
                </a:lnTo>
                <a:lnTo>
                  <a:pt x="18020" y="21600"/>
                </a:lnTo>
                <a:lnTo>
                  <a:pt x="16200" y="21600"/>
                </a:lnTo>
                <a:lnTo>
                  <a:pt x="16200" y="18744"/>
                </a:lnTo>
                <a:lnTo>
                  <a:pt x="16200" y="15872"/>
                </a:lnTo>
                <a:lnTo>
                  <a:pt x="16200" y="12960"/>
                </a:lnTo>
                <a:lnTo>
                  <a:pt x="14488" y="12092"/>
                </a:lnTo>
                <a:lnTo>
                  <a:pt x="13233" y="11573"/>
                </a:lnTo>
                <a:lnTo>
                  <a:pt x="11815" y="11215"/>
                </a:lnTo>
                <a:lnTo>
                  <a:pt x="9617" y="10800"/>
                </a:lnTo>
                <a:lnTo>
                  <a:pt x="7428" y="10385"/>
                </a:lnTo>
                <a:lnTo>
                  <a:pt x="5975" y="10027"/>
                </a:lnTo>
                <a:lnTo>
                  <a:pt x="4617" y="9508"/>
                </a:lnTo>
                <a:lnTo>
                  <a:pt x="2700" y="8640"/>
                </a:lnTo>
                <a:lnTo>
                  <a:pt x="2030" y="6502"/>
                </a:lnTo>
                <a:lnTo>
                  <a:pt x="1361" y="4355"/>
                </a:lnTo>
                <a:lnTo>
                  <a:pt x="683" y="2190"/>
                </a:lnTo>
                <a:lnTo>
                  <a:pt x="0" y="0"/>
                </a:lnTo>
                <a:close/>
              </a:path>
            </a:pathLst>
          </a:custGeom>
          <a:solidFill>
            <a:srgbClr val="312C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6" name="contour_10244"/>
          <p:cNvSpPr/>
          <p:nvPr/>
        </p:nvSpPr>
        <p:spPr>
          <a:xfrm>
            <a:off x="8530037" y="5159898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81" y="976"/>
                </a:lnTo>
                <a:lnTo>
                  <a:pt x="5000" y="1957"/>
                </a:lnTo>
                <a:lnTo>
                  <a:pt x="6417" y="2946"/>
                </a:lnTo>
                <a:lnTo>
                  <a:pt x="7834" y="3936"/>
                </a:lnTo>
                <a:lnTo>
                  <a:pt x="9249" y="4938"/>
                </a:lnTo>
                <a:lnTo>
                  <a:pt x="10666" y="5940"/>
                </a:lnTo>
                <a:lnTo>
                  <a:pt x="11273" y="6350"/>
                </a:lnTo>
                <a:lnTo>
                  <a:pt x="13107" y="7595"/>
                </a:lnTo>
                <a:lnTo>
                  <a:pt x="14269" y="8433"/>
                </a:lnTo>
                <a:lnTo>
                  <a:pt x="15448" y="9279"/>
                </a:lnTo>
                <a:lnTo>
                  <a:pt x="16520" y="10031"/>
                </a:lnTo>
                <a:lnTo>
                  <a:pt x="17608" y="10791"/>
                </a:lnTo>
                <a:lnTo>
                  <a:pt x="18520" y="11919"/>
                </a:lnTo>
                <a:lnTo>
                  <a:pt x="19183" y="13046"/>
                </a:lnTo>
                <a:lnTo>
                  <a:pt x="19790" y="14688"/>
                </a:lnTo>
                <a:lnTo>
                  <a:pt x="20531" y="17366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268" y="18926"/>
                </a:lnTo>
                <a:lnTo>
                  <a:pt x="536" y="16252"/>
                </a:lnTo>
                <a:lnTo>
                  <a:pt x="804" y="13569"/>
                </a:lnTo>
                <a:lnTo>
                  <a:pt x="1071" y="10882"/>
                </a:lnTo>
                <a:lnTo>
                  <a:pt x="1341" y="8182"/>
                </a:lnTo>
                <a:lnTo>
                  <a:pt x="1614" y="5469"/>
                </a:lnTo>
                <a:lnTo>
                  <a:pt x="1886" y="2743"/>
                </a:lnTo>
                <a:lnTo>
                  <a:pt x="2160" y="0"/>
                </a:lnTo>
                <a:close/>
              </a:path>
            </a:pathLst>
          </a:custGeom>
          <a:solidFill>
            <a:srgbClr val="3F40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7" name="contour_10245"/>
          <p:cNvSpPr/>
          <p:nvPr/>
        </p:nvSpPr>
        <p:spPr>
          <a:xfrm>
            <a:off x="1045269" y="5151918"/>
            <a:ext cx="58304" cy="298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74"/>
                </a:moveTo>
                <a:lnTo>
                  <a:pt x="15295" y="222"/>
                </a:lnTo>
                <a:lnTo>
                  <a:pt x="16762" y="269"/>
                </a:lnTo>
                <a:lnTo>
                  <a:pt x="18247" y="316"/>
                </a:lnTo>
                <a:lnTo>
                  <a:pt x="19081" y="359"/>
                </a:lnTo>
                <a:lnTo>
                  <a:pt x="21600" y="501"/>
                </a:lnTo>
                <a:lnTo>
                  <a:pt x="21014" y="1071"/>
                </a:lnTo>
                <a:lnTo>
                  <a:pt x="20255" y="1809"/>
                </a:lnTo>
                <a:lnTo>
                  <a:pt x="18822" y="3212"/>
                </a:lnTo>
                <a:lnTo>
                  <a:pt x="16200" y="5776"/>
                </a:lnTo>
                <a:lnTo>
                  <a:pt x="16735" y="8909"/>
                </a:lnTo>
                <a:lnTo>
                  <a:pt x="17272" y="12053"/>
                </a:lnTo>
                <a:lnTo>
                  <a:pt x="17809" y="15212"/>
                </a:lnTo>
                <a:lnTo>
                  <a:pt x="18352" y="18388"/>
                </a:lnTo>
                <a:lnTo>
                  <a:pt x="18900" y="21600"/>
                </a:lnTo>
                <a:lnTo>
                  <a:pt x="17029" y="21600"/>
                </a:lnTo>
                <a:lnTo>
                  <a:pt x="15155" y="21600"/>
                </a:lnTo>
                <a:lnTo>
                  <a:pt x="13281" y="21600"/>
                </a:lnTo>
                <a:lnTo>
                  <a:pt x="11405" y="21600"/>
                </a:lnTo>
                <a:lnTo>
                  <a:pt x="9520" y="21600"/>
                </a:lnTo>
                <a:lnTo>
                  <a:pt x="7633" y="21600"/>
                </a:lnTo>
                <a:lnTo>
                  <a:pt x="5738" y="21600"/>
                </a:lnTo>
                <a:lnTo>
                  <a:pt x="3834" y="21600"/>
                </a:lnTo>
                <a:lnTo>
                  <a:pt x="1922" y="21600"/>
                </a:lnTo>
                <a:lnTo>
                  <a:pt x="0" y="21600"/>
                </a:lnTo>
                <a:lnTo>
                  <a:pt x="0" y="18462"/>
                </a:lnTo>
                <a:lnTo>
                  <a:pt x="0" y="15323"/>
                </a:lnTo>
                <a:lnTo>
                  <a:pt x="0" y="12164"/>
                </a:lnTo>
                <a:lnTo>
                  <a:pt x="0" y="8983"/>
                </a:lnTo>
                <a:lnTo>
                  <a:pt x="0" y="5776"/>
                </a:lnTo>
                <a:lnTo>
                  <a:pt x="1558" y="3576"/>
                </a:lnTo>
                <a:lnTo>
                  <a:pt x="3162" y="2004"/>
                </a:lnTo>
                <a:lnTo>
                  <a:pt x="4814" y="960"/>
                </a:lnTo>
                <a:lnTo>
                  <a:pt x="6518" y="348"/>
                </a:lnTo>
                <a:lnTo>
                  <a:pt x="8270" y="58"/>
                </a:lnTo>
                <a:lnTo>
                  <a:pt x="10074" y="0"/>
                </a:lnTo>
                <a:lnTo>
                  <a:pt x="11929" y="69"/>
                </a:lnTo>
                <a:lnTo>
                  <a:pt x="13838" y="174"/>
                </a:lnTo>
                <a:close/>
              </a:path>
            </a:pathLst>
          </a:custGeom>
          <a:solidFill>
            <a:srgbClr val="5554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8" name="contour_10246"/>
          <p:cNvSpPr/>
          <p:nvPr/>
        </p:nvSpPr>
        <p:spPr>
          <a:xfrm>
            <a:off x="913371" y="5145322"/>
            <a:ext cx="3846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94" y="0"/>
                </a:moveTo>
                <a:lnTo>
                  <a:pt x="7084" y="540"/>
                </a:lnTo>
                <a:lnTo>
                  <a:pt x="9568" y="1194"/>
                </a:lnTo>
                <a:lnTo>
                  <a:pt x="11966" y="1963"/>
                </a:lnTo>
                <a:lnTo>
                  <a:pt x="14283" y="2848"/>
                </a:lnTo>
                <a:lnTo>
                  <a:pt x="16529" y="3845"/>
                </a:lnTo>
                <a:lnTo>
                  <a:pt x="18719" y="4953"/>
                </a:lnTo>
                <a:lnTo>
                  <a:pt x="20863" y="6171"/>
                </a:lnTo>
                <a:lnTo>
                  <a:pt x="21354" y="8652"/>
                </a:lnTo>
                <a:lnTo>
                  <a:pt x="21600" y="10374"/>
                </a:lnTo>
                <a:lnTo>
                  <a:pt x="21600" y="11781"/>
                </a:lnTo>
                <a:lnTo>
                  <a:pt x="21354" y="13318"/>
                </a:lnTo>
                <a:lnTo>
                  <a:pt x="20863" y="15429"/>
                </a:lnTo>
                <a:lnTo>
                  <a:pt x="19771" y="15376"/>
                </a:lnTo>
                <a:lnTo>
                  <a:pt x="18584" y="15317"/>
                </a:lnTo>
                <a:lnTo>
                  <a:pt x="16701" y="15225"/>
                </a:lnTo>
                <a:lnTo>
                  <a:pt x="13530" y="15071"/>
                </a:lnTo>
                <a:lnTo>
                  <a:pt x="8475" y="14827"/>
                </a:lnTo>
                <a:lnTo>
                  <a:pt x="7485" y="14975"/>
                </a:lnTo>
                <a:lnTo>
                  <a:pt x="4494" y="15429"/>
                </a:lnTo>
                <a:lnTo>
                  <a:pt x="2983" y="17274"/>
                </a:lnTo>
                <a:lnTo>
                  <a:pt x="2050" y="18533"/>
                </a:lnTo>
                <a:lnTo>
                  <a:pt x="1318" y="19783"/>
                </a:lnTo>
                <a:lnTo>
                  <a:pt x="401" y="21600"/>
                </a:lnTo>
                <a:lnTo>
                  <a:pt x="340" y="19789"/>
                </a:lnTo>
                <a:lnTo>
                  <a:pt x="282" y="17974"/>
                </a:lnTo>
                <a:lnTo>
                  <a:pt x="233" y="16163"/>
                </a:lnTo>
                <a:lnTo>
                  <a:pt x="188" y="14349"/>
                </a:lnTo>
                <a:lnTo>
                  <a:pt x="147" y="12534"/>
                </a:lnTo>
                <a:lnTo>
                  <a:pt x="98" y="10849"/>
                </a:lnTo>
                <a:lnTo>
                  <a:pt x="49" y="9155"/>
                </a:lnTo>
                <a:lnTo>
                  <a:pt x="0" y="7437"/>
                </a:lnTo>
                <a:lnTo>
                  <a:pt x="295" y="4872"/>
                </a:lnTo>
                <a:lnTo>
                  <a:pt x="864" y="3243"/>
                </a:lnTo>
                <a:lnTo>
                  <a:pt x="2120" y="1851"/>
                </a:lnTo>
                <a:lnTo>
                  <a:pt x="4494" y="0"/>
                </a:lnTo>
                <a:close/>
              </a:path>
            </a:pathLst>
          </a:custGeom>
          <a:solidFill>
            <a:srgbClr val="9F93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49" name="contour_10247"/>
          <p:cNvSpPr/>
          <p:nvPr/>
        </p:nvSpPr>
        <p:spPr>
          <a:xfrm>
            <a:off x="7458702" y="513803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5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0" name="contour_10248"/>
          <p:cNvSpPr/>
          <p:nvPr/>
        </p:nvSpPr>
        <p:spPr>
          <a:xfrm>
            <a:off x="8559189" y="5100552"/>
            <a:ext cx="43728" cy="593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9"/>
                </a:moveTo>
                <a:lnTo>
                  <a:pt x="5090" y="188"/>
                </a:lnTo>
                <a:lnTo>
                  <a:pt x="8816" y="64"/>
                </a:lnTo>
                <a:lnTo>
                  <a:pt x="11491" y="0"/>
                </a:lnTo>
                <a:lnTo>
                  <a:pt x="13432" y="0"/>
                </a:lnTo>
                <a:lnTo>
                  <a:pt x="14954" y="64"/>
                </a:lnTo>
                <a:lnTo>
                  <a:pt x="16373" y="188"/>
                </a:lnTo>
                <a:lnTo>
                  <a:pt x="18000" y="379"/>
                </a:lnTo>
                <a:lnTo>
                  <a:pt x="19512" y="1674"/>
                </a:lnTo>
                <a:lnTo>
                  <a:pt x="20390" y="2658"/>
                </a:lnTo>
                <a:lnTo>
                  <a:pt x="20974" y="3830"/>
                </a:lnTo>
                <a:lnTo>
                  <a:pt x="21600" y="5684"/>
                </a:lnTo>
                <a:lnTo>
                  <a:pt x="20984" y="7671"/>
                </a:lnTo>
                <a:lnTo>
                  <a:pt x="20502" y="9096"/>
                </a:lnTo>
                <a:lnTo>
                  <a:pt x="19991" y="10356"/>
                </a:lnTo>
                <a:lnTo>
                  <a:pt x="19285" y="11849"/>
                </a:lnTo>
                <a:lnTo>
                  <a:pt x="18223" y="13974"/>
                </a:lnTo>
                <a:lnTo>
                  <a:pt x="17525" y="15406"/>
                </a:lnTo>
                <a:lnTo>
                  <a:pt x="16816" y="16847"/>
                </a:lnTo>
                <a:lnTo>
                  <a:pt x="16103" y="18305"/>
                </a:lnTo>
                <a:lnTo>
                  <a:pt x="15257" y="19942"/>
                </a:lnTo>
                <a:lnTo>
                  <a:pt x="14400" y="21600"/>
                </a:lnTo>
                <a:lnTo>
                  <a:pt x="13806" y="19849"/>
                </a:lnTo>
                <a:lnTo>
                  <a:pt x="13212" y="18096"/>
                </a:lnTo>
                <a:lnTo>
                  <a:pt x="12614" y="16335"/>
                </a:lnTo>
                <a:lnTo>
                  <a:pt x="12013" y="14565"/>
                </a:lnTo>
                <a:lnTo>
                  <a:pt x="11408" y="12785"/>
                </a:lnTo>
                <a:lnTo>
                  <a:pt x="10800" y="10990"/>
                </a:lnTo>
                <a:lnTo>
                  <a:pt x="8662" y="11515"/>
                </a:lnTo>
                <a:lnTo>
                  <a:pt x="6516" y="12043"/>
                </a:lnTo>
                <a:lnTo>
                  <a:pt x="4363" y="12571"/>
                </a:lnTo>
                <a:lnTo>
                  <a:pt x="2192" y="13104"/>
                </a:lnTo>
                <a:lnTo>
                  <a:pt x="0" y="13642"/>
                </a:lnTo>
                <a:lnTo>
                  <a:pt x="0" y="11767"/>
                </a:lnTo>
                <a:lnTo>
                  <a:pt x="0" y="9889"/>
                </a:lnTo>
                <a:lnTo>
                  <a:pt x="0" y="8006"/>
                </a:lnTo>
                <a:lnTo>
                  <a:pt x="0" y="6114"/>
                </a:lnTo>
                <a:lnTo>
                  <a:pt x="0" y="4215"/>
                </a:lnTo>
                <a:lnTo>
                  <a:pt x="0" y="2305"/>
                </a:lnTo>
                <a:lnTo>
                  <a:pt x="0" y="379"/>
                </a:lnTo>
                <a:close/>
              </a:path>
            </a:pathLst>
          </a:custGeom>
          <a:solidFill>
            <a:srgbClr val="7476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1" name="contour_10249"/>
          <p:cNvSpPr/>
          <p:nvPr/>
        </p:nvSpPr>
        <p:spPr>
          <a:xfrm>
            <a:off x="1963556" y="5121359"/>
            <a:ext cx="58304" cy="531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54"/>
                </a:moveTo>
                <a:lnTo>
                  <a:pt x="3969" y="486"/>
                </a:lnTo>
                <a:lnTo>
                  <a:pt x="7171" y="216"/>
                </a:lnTo>
                <a:lnTo>
                  <a:pt x="9717" y="47"/>
                </a:lnTo>
                <a:lnTo>
                  <a:pt x="11718" y="0"/>
                </a:lnTo>
                <a:lnTo>
                  <a:pt x="13284" y="80"/>
                </a:lnTo>
                <a:lnTo>
                  <a:pt x="14526" y="299"/>
                </a:lnTo>
                <a:lnTo>
                  <a:pt x="15555" y="673"/>
                </a:lnTo>
                <a:lnTo>
                  <a:pt x="16484" y="1212"/>
                </a:lnTo>
                <a:lnTo>
                  <a:pt x="17420" y="1929"/>
                </a:lnTo>
                <a:lnTo>
                  <a:pt x="18479" y="2833"/>
                </a:lnTo>
                <a:lnTo>
                  <a:pt x="19335" y="4327"/>
                </a:lnTo>
                <a:lnTo>
                  <a:pt x="19945" y="5545"/>
                </a:lnTo>
                <a:lnTo>
                  <a:pt x="20601" y="7137"/>
                </a:lnTo>
                <a:lnTo>
                  <a:pt x="21600" y="9745"/>
                </a:lnTo>
                <a:lnTo>
                  <a:pt x="19872" y="9502"/>
                </a:lnTo>
                <a:lnTo>
                  <a:pt x="18130" y="9253"/>
                </a:lnTo>
                <a:lnTo>
                  <a:pt x="16367" y="9004"/>
                </a:lnTo>
                <a:lnTo>
                  <a:pt x="14172" y="9001"/>
                </a:lnTo>
                <a:lnTo>
                  <a:pt x="12728" y="9191"/>
                </a:lnTo>
                <a:lnTo>
                  <a:pt x="10800" y="9745"/>
                </a:lnTo>
                <a:lnTo>
                  <a:pt x="9966" y="11645"/>
                </a:lnTo>
                <a:lnTo>
                  <a:pt x="9334" y="13553"/>
                </a:lnTo>
                <a:lnTo>
                  <a:pt x="8870" y="15492"/>
                </a:lnTo>
                <a:lnTo>
                  <a:pt x="8535" y="17471"/>
                </a:lnTo>
                <a:lnTo>
                  <a:pt x="8289" y="19502"/>
                </a:lnTo>
                <a:lnTo>
                  <a:pt x="8100" y="21600"/>
                </a:lnTo>
                <a:lnTo>
                  <a:pt x="6537" y="19834"/>
                </a:lnTo>
                <a:lnTo>
                  <a:pt x="5729" y="18580"/>
                </a:lnTo>
                <a:lnTo>
                  <a:pt x="5411" y="17237"/>
                </a:lnTo>
                <a:lnTo>
                  <a:pt x="5327" y="15210"/>
                </a:lnTo>
                <a:lnTo>
                  <a:pt x="5449" y="13218"/>
                </a:lnTo>
                <a:lnTo>
                  <a:pt x="5575" y="11227"/>
                </a:lnTo>
                <a:lnTo>
                  <a:pt x="5702" y="9235"/>
                </a:lnTo>
                <a:lnTo>
                  <a:pt x="5832" y="7243"/>
                </a:lnTo>
                <a:lnTo>
                  <a:pt x="5616" y="5542"/>
                </a:lnTo>
                <a:lnTo>
                  <a:pt x="5400" y="3817"/>
                </a:lnTo>
                <a:lnTo>
                  <a:pt x="3791" y="2676"/>
                </a:lnTo>
                <a:lnTo>
                  <a:pt x="2692" y="1989"/>
                </a:lnTo>
                <a:lnTo>
                  <a:pt x="1596" y="1473"/>
                </a:lnTo>
                <a:lnTo>
                  <a:pt x="0" y="854"/>
                </a:lnTo>
                <a:close/>
              </a:path>
            </a:pathLst>
          </a:custGeom>
          <a:solidFill>
            <a:srgbClr val="B7A3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2" name="contour_10250"/>
          <p:cNvSpPr/>
          <p:nvPr/>
        </p:nvSpPr>
        <p:spPr>
          <a:xfrm>
            <a:off x="6482293" y="5121519"/>
            <a:ext cx="43546" cy="52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50" y="0"/>
                </a:moveTo>
                <a:lnTo>
                  <a:pt x="10672" y="262"/>
                </a:lnTo>
                <a:lnTo>
                  <a:pt x="12508" y="526"/>
                </a:lnTo>
                <a:lnTo>
                  <a:pt x="14370" y="791"/>
                </a:lnTo>
                <a:lnTo>
                  <a:pt x="15368" y="2583"/>
                </a:lnTo>
                <a:lnTo>
                  <a:pt x="16221" y="4269"/>
                </a:lnTo>
                <a:lnTo>
                  <a:pt x="16947" y="5910"/>
                </a:lnTo>
                <a:lnTo>
                  <a:pt x="17580" y="7569"/>
                </a:lnTo>
                <a:lnTo>
                  <a:pt x="18144" y="9311"/>
                </a:lnTo>
                <a:lnTo>
                  <a:pt x="18665" y="11195"/>
                </a:lnTo>
                <a:lnTo>
                  <a:pt x="19109" y="12688"/>
                </a:lnTo>
                <a:lnTo>
                  <a:pt x="19561" y="14201"/>
                </a:lnTo>
                <a:lnTo>
                  <a:pt x="20093" y="16047"/>
                </a:lnTo>
                <a:lnTo>
                  <a:pt x="20609" y="17896"/>
                </a:lnTo>
                <a:lnTo>
                  <a:pt x="21108" y="19748"/>
                </a:lnTo>
                <a:lnTo>
                  <a:pt x="21600" y="21600"/>
                </a:lnTo>
                <a:lnTo>
                  <a:pt x="19243" y="21442"/>
                </a:lnTo>
                <a:lnTo>
                  <a:pt x="16929" y="21252"/>
                </a:lnTo>
                <a:lnTo>
                  <a:pt x="14652" y="21011"/>
                </a:lnTo>
                <a:lnTo>
                  <a:pt x="12403" y="20711"/>
                </a:lnTo>
                <a:lnTo>
                  <a:pt x="10173" y="20337"/>
                </a:lnTo>
                <a:lnTo>
                  <a:pt x="7953" y="19873"/>
                </a:lnTo>
                <a:lnTo>
                  <a:pt x="5741" y="19308"/>
                </a:lnTo>
                <a:lnTo>
                  <a:pt x="3525" y="18627"/>
                </a:lnTo>
                <a:lnTo>
                  <a:pt x="2194" y="16766"/>
                </a:lnTo>
                <a:lnTo>
                  <a:pt x="1207" y="14896"/>
                </a:lnTo>
                <a:lnTo>
                  <a:pt x="531" y="13015"/>
                </a:lnTo>
                <a:lnTo>
                  <a:pt x="137" y="11106"/>
                </a:lnTo>
                <a:lnTo>
                  <a:pt x="0" y="9162"/>
                </a:lnTo>
                <a:lnTo>
                  <a:pt x="83" y="7173"/>
                </a:lnTo>
                <a:lnTo>
                  <a:pt x="365" y="5131"/>
                </a:lnTo>
                <a:lnTo>
                  <a:pt x="813" y="3020"/>
                </a:lnTo>
                <a:lnTo>
                  <a:pt x="2462" y="1721"/>
                </a:lnTo>
                <a:lnTo>
                  <a:pt x="3850" y="972"/>
                </a:lnTo>
                <a:lnTo>
                  <a:pt x="5726" y="493"/>
                </a:lnTo>
                <a:lnTo>
                  <a:pt x="8850" y="0"/>
                </a:lnTo>
                <a:close/>
              </a:path>
            </a:pathLst>
          </a:custGeom>
          <a:solidFill>
            <a:srgbClr val="77A4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3" name="contour_10251"/>
          <p:cNvSpPr/>
          <p:nvPr/>
        </p:nvSpPr>
        <p:spPr>
          <a:xfrm>
            <a:off x="855782" y="510159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2851"/>
                </a:lnTo>
                <a:lnTo>
                  <a:pt x="21600" y="5707"/>
                </a:lnTo>
                <a:lnTo>
                  <a:pt x="21600" y="8575"/>
                </a:lnTo>
                <a:lnTo>
                  <a:pt x="21600" y="11457"/>
                </a:lnTo>
                <a:lnTo>
                  <a:pt x="21600" y="14355"/>
                </a:lnTo>
                <a:lnTo>
                  <a:pt x="21600" y="17280"/>
                </a:lnTo>
                <a:lnTo>
                  <a:pt x="19224" y="17755"/>
                </a:lnTo>
                <a:lnTo>
                  <a:pt x="16844" y="18230"/>
                </a:lnTo>
                <a:lnTo>
                  <a:pt x="14465" y="18706"/>
                </a:lnTo>
                <a:lnTo>
                  <a:pt x="12078" y="19185"/>
                </a:lnTo>
                <a:lnTo>
                  <a:pt x="9684" y="19665"/>
                </a:lnTo>
                <a:lnTo>
                  <a:pt x="7279" y="20144"/>
                </a:lnTo>
                <a:lnTo>
                  <a:pt x="4867" y="20628"/>
                </a:lnTo>
                <a:lnTo>
                  <a:pt x="2441" y="21112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D2C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4" name="contour_10252"/>
          <p:cNvSpPr/>
          <p:nvPr/>
        </p:nvSpPr>
        <p:spPr>
          <a:xfrm>
            <a:off x="7704628" y="5102126"/>
            <a:ext cx="74746" cy="35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064"/>
                </a:moveTo>
                <a:lnTo>
                  <a:pt x="21600" y="6962"/>
                </a:lnTo>
                <a:lnTo>
                  <a:pt x="21600" y="9877"/>
                </a:lnTo>
                <a:lnTo>
                  <a:pt x="21600" y="12832"/>
                </a:lnTo>
                <a:lnTo>
                  <a:pt x="20640" y="12679"/>
                </a:lnTo>
                <a:lnTo>
                  <a:pt x="19667" y="12525"/>
                </a:lnTo>
                <a:lnTo>
                  <a:pt x="18138" y="12446"/>
                </a:lnTo>
                <a:lnTo>
                  <a:pt x="16661" y="12481"/>
                </a:lnTo>
                <a:lnTo>
                  <a:pt x="15229" y="12635"/>
                </a:lnTo>
                <a:lnTo>
                  <a:pt x="13837" y="12907"/>
                </a:lnTo>
                <a:lnTo>
                  <a:pt x="12479" y="13288"/>
                </a:lnTo>
                <a:lnTo>
                  <a:pt x="11143" y="13779"/>
                </a:lnTo>
                <a:lnTo>
                  <a:pt x="9827" y="14388"/>
                </a:lnTo>
                <a:lnTo>
                  <a:pt x="8521" y="15099"/>
                </a:lnTo>
                <a:lnTo>
                  <a:pt x="7222" y="15923"/>
                </a:lnTo>
                <a:lnTo>
                  <a:pt x="5918" y="16852"/>
                </a:lnTo>
                <a:lnTo>
                  <a:pt x="4604" y="17882"/>
                </a:lnTo>
                <a:lnTo>
                  <a:pt x="3275" y="19022"/>
                </a:lnTo>
                <a:lnTo>
                  <a:pt x="1923" y="20258"/>
                </a:lnTo>
                <a:lnTo>
                  <a:pt x="539" y="21600"/>
                </a:lnTo>
                <a:lnTo>
                  <a:pt x="240" y="16686"/>
                </a:lnTo>
                <a:lnTo>
                  <a:pt x="61" y="13218"/>
                </a:lnTo>
                <a:lnTo>
                  <a:pt x="0" y="10706"/>
                </a:lnTo>
                <a:lnTo>
                  <a:pt x="61" y="8672"/>
                </a:lnTo>
                <a:lnTo>
                  <a:pt x="240" y="6620"/>
                </a:lnTo>
                <a:lnTo>
                  <a:pt x="539" y="4064"/>
                </a:lnTo>
                <a:lnTo>
                  <a:pt x="2022" y="2687"/>
                </a:lnTo>
                <a:lnTo>
                  <a:pt x="3502" y="1622"/>
                </a:lnTo>
                <a:lnTo>
                  <a:pt x="4983" y="846"/>
                </a:lnTo>
                <a:lnTo>
                  <a:pt x="6464" y="338"/>
                </a:lnTo>
                <a:lnTo>
                  <a:pt x="7948" y="61"/>
                </a:lnTo>
                <a:lnTo>
                  <a:pt x="9433" y="0"/>
                </a:lnTo>
                <a:lnTo>
                  <a:pt x="10924" y="123"/>
                </a:lnTo>
                <a:lnTo>
                  <a:pt x="12422" y="412"/>
                </a:lnTo>
                <a:lnTo>
                  <a:pt x="13925" y="833"/>
                </a:lnTo>
                <a:lnTo>
                  <a:pt x="15438" y="1363"/>
                </a:lnTo>
                <a:lnTo>
                  <a:pt x="16960" y="1977"/>
                </a:lnTo>
                <a:lnTo>
                  <a:pt x="18494" y="2648"/>
                </a:lnTo>
                <a:lnTo>
                  <a:pt x="20039" y="3354"/>
                </a:lnTo>
                <a:lnTo>
                  <a:pt x="21600" y="4064"/>
                </a:lnTo>
                <a:close/>
              </a:path>
            </a:pathLst>
          </a:custGeom>
          <a:solidFill>
            <a:srgbClr val="77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5" name="contour_10253"/>
          <p:cNvSpPr/>
          <p:nvPr/>
        </p:nvSpPr>
        <p:spPr>
          <a:xfrm>
            <a:off x="10038651" y="5057866"/>
            <a:ext cx="4461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29" y="0"/>
                </a:moveTo>
                <a:lnTo>
                  <a:pt x="5653" y="698"/>
                </a:lnTo>
                <a:lnTo>
                  <a:pt x="7774" y="1408"/>
                </a:lnTo>
                <a:lnTo>
                  <a:pt x="9891" y="2128"/>
                </a:lnTo>
                <a:lnTo>
                  <a:pt x="12005" y="2858"/>
                </a:lnTo>
                <a:lnTo>
                  <a:pt x="14115" y="3600"/>
                </a:lnTo>
                <a:lnTo>
                  <a:pt x="16197" y="4158"/>
                </a:lnTo>
                <a:lnTo>
                  <a:pt x="18308" y="4723"/>
                </a:lnTo>
                <a:lnTo>
                  <a:pt x="20340" y="6592"/>
                </a:lnTo>
                <a:lnTo>
                  <a:pt x="21194" y="8125"/>
                </a:lnTo>
                <a:lnTo>
                  <a:pt x="21600" y="10631"/>
                </a:lnTo>
                <a:lnTo>
                  <a:pt x="21582" y="12827"/>
                </a:lnTo>
                <a:lnTo>
                  <a:pt x="21522" y="15023"/>
                </a:lnTo>
                <a:lnTo>
                  <a:pt x="21427" y="17215"/>
                </a:lnTo>
                <a:lnTo>
                  <a:pt x="21307" y="19408"/>
                </a:lnTo>
                <a:lnTo>
                  <a:pt x="21173" y="21600"/>
                </a:lnTo>
                <a:lnTo>
                  <a:pt x="18844" y="21600"/>
                </a:lnTo>
                <a:lnTo>
                  <a:pt x="16511" y="21600"/>
                </a:lnTo>
                <a:lnTo>
                  <a:pt x="14168" y="21600"/>
                </a:lnTo>
                <a:lnTo>
                  <a:pt x="11815" y="21600"/>
                </a:lnTo>
                <a:lnTo>
                  <a:pt x="9447" y="21600"/>
                </a:lnTo>
                <a:lnTo>
                  <a:pt x="7058" y="21600"/>
                </a:lnTo>
                <a:lnTo>
                  <a:pt x="7058" y="19462"/>
                </a:lnTo>
                <a:lnTo>
                  <a:pt x="7058" y="17316"/>
                </a:lnTo>
                <a:lnTo>
                  <a:pt x="7058" y="15163"/>
                </a:lnTo>
                <a:lnTo>
                  <a:pt x="7058" y="12992"/>
                </a:lnTo>
                <a:lnTo>
                  <a:pt x="7058" y="10800"/>
                </a:lnTo>
                <a:lnTo>
                  <a:pt x="4725" y="10800"/>
                </a:lnTo>
                <a:lnTo>
                  <a:pt x="2378" y="10800"/>
                </a:lnTo>
                <a:lnTo>
                  <a:pt x="0" y="10800"/>
                </a:lnTo>
                <a:lnTo>
                  <a:pt x="699" y="8662"/>
                </a:lnTo>
                <a:lnTo>
                  <a:pt x="1401" y="6516"/>
                </a:lnTo>
                <a:lnTo>
                  <a:pt x="2103" y="4363"/>
                </a:lnTo>
                <a:lnTo>
                  <a:pt x="2812" y="2192"/>
                </a:lnTo>
                <a:lnTo>
                  <a:pt x="3529" y="0"/>
                </a:lnTo>
                <a:close/>
              </a:path>
            </a:pathLst>
          </a:custGeom>
          <a:solidFill>
            <a:srgbClr val="EF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6" name="contour_10254"/>
          <p:cNvSpPr/>
          <p:nvPr/>
        </p:nvSpPr>
        <p:spPr>
          <a:xfrm>
            <a:off x="520534" y="5065154"/>
            <a:ext cx="42708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30" y="0"/>
                </a:moveTo>
                <a:lnTo>
                  <a:pt x="19208" y="2080"/>
                </a:lnTo>
                <a:lnTo>
                  <a:pt x="19901" y="4032"/>
                </a:lnTo>
                <a:lnTo>
                  <a:pt x="20494" y="5894"/>
                </a:lnTo>
                <a:lnTo>
                  <a:pt x="20977" y="7705"/>
                </a:lnTo>
                <a:lnTo>
                  <a:pt x="21331" y="9506"/>
                </a:lnTo>
                <a:lnTo>
                  <a:pt x="21541" y="11337"/>
                </a:lnTo>
                <a:lnTo>
                  <a:pt x="21600" y="13235"/>
                </a:lnTo>
                <a:lnTo>
                  <a:pt x="21489" y="15246"/>
                </a:lnTo>
                <a:lnTo>
                  <a:pt x="21195" y="17407"/>
                </a:lnTo>
                <a:lnTo>
                  <a:pt x="20280" y="18657"/>
                </a:lnTo>
                <a:lnTo>
                  <a:pt x="19363" y="19917"/>
                </a:lnTo>
                <a:lnTo>
                  <a:pt x="18430" y="21191"/>
                </a:lnTo>
                <a:lnTo>
                  <a:pt x="15577" y="21464"/>
                </a:lnTo>
                <a:lnTo>
                  <a:pt x="13576" y="21600"/>
                </a:lnTo>
                <a:lnTo>
                  <a:pt x="11895" y="21600"/>
                </a:lnTo>
                <a:lnTo>
                  <a:pt x="10004" y="21464"/>
                </a:lnTo>
                <a:lnTo>
                  <a:pt x="7372" y="21191"/>
                </a:lnTo>
                <a:lnTo>
                  <a:pt x="7372" y="19393"/>
                </a:lnTo>
                <a:lnTo>
                  <a:pt x="7372" y="17589"/>
                </a:lnTo>
                <a:lnTo>
                  <a:pt x="7372" y="15778"/>
                </a:lnTo>
                <a:lnTo>
                  <a:pt x="7372" y="13953"/>
                </a:lnTo>
                <a:lnTo>
                  <a:pt x="7372" y="12109"/>
                </a:lnTo>
                <a:lnTo>
                  <a:pt x="4936" y="12109"/>
                </a:lnTo>
                <a:lnTo>
                  <a:pt x="2484" y="12109"/>
                </a:lnTo>
                <a:lnTo>
                  <a:pt x="0" y="12109"/>
                </a:lnTo>
                <a:lnTo>
                  <a:pt x="693" y="9857"/>
                </a:lnTo>
                <a:lnTo>
                  <a:pt x="1231" y="8259"/>
                </a:lnTo>
                <a:lnTo>
                  <a:pt x="1791" y="6878"/>
                </a:lnTo>
                <a:lnTo>
                  <a:pt x="2551" y="5280"/>
                </a:lnTo>
                <a:lnTo>
                  <a:pt x="3686" y="3027"/>
                </a:lnTo>
                <a:lnTo>
                  <a:pt x="6122" y="3027"/>
                </a:lnTo>
                <a:lnTo>
                  <a:pt x="8574" y="3027"/>
                </a:lnTo>
                <a:lnTo>
                  <a:pt x="11058" y="3027"/>
                </a:lnTo>
                <a:lnTo>
                  <a:pt x="13506" y="2128"/>
                </a:lnTo>
                <a:lnTo>
                  <a:pt x="15091" y="1514"/>
                </a:lnTo>
                <a:lnTo>
                  <a:pt x="16502" y="899"/>
                </a:lnTo>
                <a:lnTo>
                  <a:pt x="18430" y="0"/>
                </a:lnTo>
                <a:close/>
              </a:path>
            </a:pathLst>
          </a:custGeom>
          <a:solidFill>
            <a:srgbClr val="5D5E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7" name="contour_10255"/>
          <p:cNvSpPr/>
          <p:nvPr/>
        </p:nvSpPr>
        <p:spPr>
          <a:xfrm>
            <a:off x="4040634" y="5057866"/>
            <a:ext cx="72880" cy="38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2960" y="2682"/>
                </a:lnTo>
                <a:lnTo>
                  <a:pt x="12960" y="5381"/>
                </a:lnTo>
                <a:lnTo>
                  <a:pt x="12960" y="8116"/>
                </a:lnTo>
                <a:lnTo>
                  <a:pt x="14379" y="9329"/>
                </a:lnTo>
                <a:lnTo>
                  <a:pt x="15500" y="9986"/>
                </a:lnTo>
                <a:lnTo>
                  <a:pt x="17280" y="10652"/>
                </a:lnTo>
                <a:lnTo>
                  <a:pt x="18485" y="11110"/>
                </a:lnTo>
                <a:lnTo>
                  <a:pt x="19710" y="11573"/>
                </a:lnTo>
                <a:lnTo>
                  <a:pt x="20647" y="11873"/>
                </a:lnTo>
                <a:lnTo>
                  <a:pt x="21600" y="12174"/>
                </a:lnTo>
                <a:lnTo>
                  <a:pt x="18989" y="14422"/>
                </a:lnTo>
                <a:lnTo>
                  <a:pt x="16757" y="16317"/>
                </a:lnTo>
                <a:lnTo>
                  <a:pt x="14854" y="17887"/>
                </a:lnTo>
                <a:lnTo>
                  <a:pt x="13226" y="19145"/>
                </a:lnTo>
                <a:lnTo>
                  <a:pt x="11817" y="20119"/>
                </a:lnTo>
                <a:lnTo>
                  <a:pt x="10580" y="20829"/>
                </a:lnTo>
                <a:lnTo>
                  <a:pt x="9454" y="21296"/>
                </a:lnTo>
                <a:lnTo>
                  <a:pt x="8394" y="21547"/>
                </a:lnTo>
                <a:lnTo>
                  <a:pt x="7342" y="21600"/>
                </a:lnTo>
                <a:lnTo>
                  <a:pt x="6245" y="21478"/>
                </a:lnTo>
                <a:lnTo>
                  <a:pt x="5050" y="21206"/>
                </a:lnTo>
                <a:lnTo>
                  <a:pt x="3707" y="20801"/>
                </a:lnTo>
                <a:lnTo>
                  <a:pt x="2160" y="20289"/>
                </a:lnTo>
                <a:lnTo>
                  <a:pt x="1365" y="17270"/>
                </a:lnTo>
                <a:lnTo>
                  <a:pt x="855" y="15128"/>
                </a:lnTo>
                <a:lnTo>
                  <a:pt x="527" y="13277"/>
                </a:lnTo>
                <a:lnTo>
                  <a:pt x="276" y="11135"/>
                </a:lnTo>
                <a:lnTo>
                  <a:pt x="0" y="8116"/>
                </a:lnTo>
                <a:lnTo>
                  <a:pt x="1346" y="6752"/>
                </a:lnTo>
                <a:lnTo>
                  <a:pt x="2696" y="5401"/>
                </a:lnTo>
                <a:lnTo>
                  <a:pt x="4050" y="4058"/>
                </a:lnTo>
                <a:lnTo>
                  <a:pt x="5180" y="2926"/>
                </a:lnTo>
                <a:lnTo>
                  <a:pt x="6329" y="1777"/>
                </a:lnTo>
                <a:lnTo>
                  <a:pt x="7491" y="909"/>
                </a:lnTo>
                <a:lnTo>
                  <a:pt x="8418" y="385"/>
                </a:lnTo>
                <a:lnTo>
                  <a:pt x="9426" y="114"/>
                </a:lnTo>
                <a:lnTo>
                  <a:pt x="10832" y="16"/>
                </a:lnTo>
                <a:lnTo>
                  <a:pt x="12960" y="0"/>
                </a:lnTo>
                <a:close/>
              </a:path>
            </a:pathLst>
          </a:custGeom>
          <a:solidFill>
            <a:srgbClr val="78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8" name="contour_10256"/>
          <p:cNvSpPr/>
          <p:nvPr/>
        </p:nvSpPr>
        <p:spPr>
          <a:xfrm>
            <a:off x="7735646" y="5028714"/>
            <a:ext cx="5243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10" y="0"/>
                </a:moveTo>
                <a:lnTo>
                  <a:pt x="16995" y="0"/>
                </a:lnTo>
                <a:lnTo>
                  <a:pt x="18991" y="0"/>
                </a:lnTo>
                <a:lnTo>
                  <a:pt x="21015" y="0"/>
                </a:lnTo>
                <a:lnTo>
                  <a:pt x="21129" y="1644"/>
                </a:lnTo>
                <a:lnTo>
                  <a:pt x="21228" y="3291"/>
                </a:lnTo>
                <a:lnTo>
                  <a:pt x="21315" y="4936"/>
                </a:lnTo>
                <a:lnTo>
                  <a:pt x="21390" y="6583"/>
                </a:lnTo>
                <a:lnTo>
                  <a:pt x="21495" y="8419"/>
                </a:lnTo>
                <a:lnTo>
                  <a:pt x="21600" y="10284"/>
                </a:lnTo>
                <a:lnTo>
                  <a:pt x="21309" y="11880"/>
                </a:lnTo>
                <a:lnTo>
                  <a:pt x="21015" y="13500"/>
                </a:lnTo>
                <a:lnTo>
                  <a:pt x="19219" y="14545"/>
                </a:lnTo>
                <a:lnTo>
                  <a:pt x="17994" y="15174"/>
                </a:lnTo>
                <a:lnTo>
                  <a:pt x="16779" y="15641"/>
                </a:lnTo>
                <a:lnTo>
                  <a:pt x="15010" y="16200"/>
                </a:lnTo>
                <a:lnTo>
                  <a:pt x="16496" y="17537"/>
                </a:lnTo>
                <a:lnTo>
                  <a:pt x="17991" y="18878"/>
                </a:lnTo>
                <a:lnTo>
                  <a:pt x="19493" y="20231"/>
                </a:lnTo>
                <a:lnTo>
                  <a:pt x="21015" y="21600"/>
                </a:lnTo>
                <a:lnTo>
                  <a:pt x="18892" y="21600"/>
                </a:lnTo>
                <a:lnTo>
                  <a:pt x="16767" y="21600"/>
                </a:lnTo>
                <a:lnTo>
                  <a:pt x="14635" y="21600"/>
                </a:lnTo>
                <a:lnTo>
                  <a:pt x="12495" y="21600"/>
                </a:lnTo>
                <a:lnTo>
                  <a:pt x="10345" y="21600"/>
                </a:lnTo>
                <a:lnTo>
                  <a:pt x="8184" y="21600"/>
                </a:lnTo>
                <a:lnTo>
                  <a:pt x="6004" y="21600"/>
                </a:lnTo>
                <a:lnTo>
                  <a:pt x="6004" y="19815"/>
                </a:lnTo>
                <a:lnTo>
                  <a:pt x="6004" y="18020"/>
                </a:lnTo>
                <a:lnTo>
                  <a:pt x="6004" y="16200"/>
                </a:lnTo>
                <a:lnTo>
                  <a:pt x="4221" y="15209"/>
                </a:lnTo>
                <a:lnTo>
                  <a:pt x="3002" y="14596"/>
                </a:lnTo>
                <a:lnTo>
                  <a:pt x="1783" y="14113"/>
                </a:lnTo>
                <a:lnTo>
                  <a:pt x="0" y="13500"/>
                </a:lnTo>
                <a:lnTo>
                  <a:pt x="1630" y="13395"/>
                </a:lnTo>
                <a:lnTo>
                  <a:pt x="3284" y="13289"/>
                </a:lnTo>
                <a:lnTo>
                  <a:pt x="5356" y="13049"/>
                </a:lnTo>
                <a:lnTo>
                  <a:pt x="7340" y="12782"/>
                </a:lnTo>
                <a:lnTo>
                  <a:pt x="9267" y="12450"/>
                </a:lnTo>
                <a:lnTo>
                  <a:pt x="11168" y="12031"/>
                </a:lnTo>
                <a:lnTo>
                  <a:pt x="13071" y="11491"/>
                </a:lnTo>
                <a:lnTo>
                  <a:pt x="15010" y="10800"/>
                </a:lnTo>
                <a:lnTo>
                  <a:pt x="15599" y="8907"/>
                </a:lnTo>
                <a:lnTo>
                  <a:pt x="15866" y="7174"/>
                </a:lnTo>
                <a:lnTo>
                  <a:pt x="15878" y="5508"/>
                </a:lnTo>
                <a:lnTo>
                  <a:pt x="15695" y="3818"/>
                </a:lnTo>
                <a:lnTo>
                  <a:pt x="15386" y="2012"/>
                </a:lnTo>
                <a:lnTo>
                  <a:pt x="15010" y="0"/>
                </a:lnTo>
                <a:close/>
              </a:path>
            </a:pathLst>
          </a:custGeom>
          <a:solidFill>
            <a:srgbClr val="7576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59" name="contour_10257"/>
          <p:cNvSpPr/>
          <p:nvPr/>
        </p:nvSpPr>
        <p:spPr>
          <a:xfrm>
            <a:off x="4419610" y="505786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74" y="335"/>
                </a:lnTo>
                <a:lnTo>
                  <a:pt x="4356" y="670"/>
                </a:lnTo>
                <a:lnTo>
                  <a:pt x="6552" y="1008"/>
                </a:lnTo>
                <a:lnTo>
                  <a:pt x="8777" y="1350"/>
                </a:lnTo>
                <a:lnTo>
                  <a:pt x="10004" y="1541"/>
                </a:lnTo>
                <a:lnTo>
                  <a:pt x="13712" y="2110"/>
                </a:lnTo>
                <a:lnTo>
                  <a:pt x="16229" y="3031"/>
                </a:lnTo>
                <a:lnTo>
                  <a:pt x="17762" y="3881"/>
                </a:lnTo>
                <a:lnTo>
                  <a:pt x="18936" y="5155"/>
                </a:lnTo>
                <a:lnTo>
                  <a:pt x="20376" y="7340"/>
                </a:lnTo>
                <a:lnTo>
                  <a:pt x="20981" y="9058"/>
                </a:lnTo>
                <a:lnTo>
                  <a:pt x="21600" y="10800"/>
                </a:lnTo>
                <a:lnTo>
                  <a:pt x="19220" y="10800"/>
                </a:lnTo>
                <a:lnTo>
                  <a:pt x="16826" y="10800"/>
                </a:lnTo>
                <a:lnTo>
                  <a:pt x="14400" y="10800"/>
                </a:lnTo>
                <a:lnTo>
                  <a:pt x="14400" y="13180"/>
                </a:lnTo>
                <a:lnTo>
                  <a:pt x="14400" y="15574"/>
                </a:lnTo>
                <a:lnTo>
                  <a:pt x="14400" y="18000"/>
                </a:lnTo>
                <a:lnTo>
                  <a:pt x="12074" y="18961"/>
                </a:lnTo>
                <a:lnTo>
                  <a:pt x="9734" y="19696"/>
                </a:lnTo>
                <a:lnTo>
                  <a:pt x="7366" y="20264"/>
                </a:lnTo>
                <a:lnTo>
                  <a:pt x="4957" y="20732"/>
                </a:lnTo>
                <a:lnTo>
                  <a:pt x="2506" y="21157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342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0" name="contour_10258"/>
          <p:cNvSpPr/>
          <p:nvPr/>
        </p:nvSpPr>
        <p:spPr>
          <a:xfrm>
            <a:off x="2583036" y="5021426"/>
            <a:ext cx="37839" cy="607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20" y="0"/>
                </a:moveTo>
                <a:lnTo>
                  <a:pt x="11948" y="2536"/>
                </a:lnTo>
                <a:lnTo>
                  <a:pt x="14848" y="4610"/>
                </a:lnTo>
                <a:lnTo>
                  <a:pt x="17107" y="6317"/>
                </a:lnTo>
                <a:lnTo>
                  <a:pt x="18804" y="7756"/>
                </a:lnTo>
                <a:lnTo>
                  <a:pt x="20011" y="9026"/>
                </a:lnTo>
                <a:lnTo>
                  <a:pt x="20818" y="10219"/>
                </a:lnTo>
                <a:lnTo>
                  <a:pt x="21300" y="11438"/>
                </a:lnTo>
                <a:lnTo>
                  <a:pt x="21533" y="12778"/>
                </a:lnTo>
                <a:lnTo>
                  <a:pt x="21600" y="14334"/>
                </a:lnTo>
                <a:lnTo>
                  <a:pt x="21583" y="16206"/>
                </a:lnTo>
                <a:lnTo>
                  <a:pt x="21325" y="17705"/>
                </a:lnTo>
                <a:lnTo>
                  <a:pt x="21063" y="19214"/>
                </a:lnTo>
                <a:lnTo>
                  <a:pt x="20801" y="20744"/>
                </a:lnTo>
                <a:lnTo>
                  <a:pt x="15992" y="21219"/>
                </a:lnTo>
                <a:lnTo>
                  <a:pt x="12610" y="21504"/>
                </a:lnTo>
                <a:lnTo>
                  <a:pt x="10201" y="21600"/>
                </a:lnTo>
                <a:lnTo>
                  <a:pt x="8296" y="21504"/>
                </a:lnTo>
                <a:lnTo>
                  <a:pt x="6436" y="21219"/>
                </a:lnTo>
                <a:lnTo>
                  <a:pt x="4160" y="20744"/>
                </a:lnTo>
                <a:lnTo>
                  <a:pt x="3153" y="19168"/>
                </a:lnTo>
                <a:lnTo>
                  <a:pt x="2334" y="17586"/>
                </a:lnTo>
                <a:lnTo>
                  <a:pt x="1681" y="15996"/>
                </a:lnTo>
                <a:lnTo>
                  <a:pt x="1165" y="14394"/>
                </a:lnTo>
                <a:lnTo>
                  <a:pt x="765" y="12773"/>
                </a:lnTo>
                <a:lnTo>
                  <a:pt x="453" y="11135"/>
                </a:lnTo>
                <a:lnTo>
                  <a:pt x="208" y="9472"/>
                </a:lnTo>
                <a:lnTo>
                  <a:pt x="0" y="7779"/>
                </a:lnTo>
                <a:lnTo>
                  <a:pt x="2750" y="7779"/>
                </a:lnTo>
                <a:lnTo>
                  <a:pt x="5516" y="7779"/>
                </a:lnTo>
                <a:lnTo>
                  <a:pt x="8320" y="7779"/>
                </a:lnTo>
                <a:lnTo>
                  <a:pt x="8320" y="6239"/>
                </a:lnTo>
                <a:lnTo>
                  <a:pt x="8320" y="4693"/>
                </a:lnTo>
                <a:lnTo>
                  <a:pt x="8320" y="3143"/>
                </a:lnTo>
                <a:lnTo>
                  <a:pt x="8320" y="1579"/>
                </a:lnTo>
                <a:lnTo>
                  <a:pt x="8320" y="0"/>
                </a:lnTo>
                <a:close/>
              </a:path>
            </a:pathLst>
          </a:custGeom>
          <a:solidFill>
            <a:srgbClr val="BEB2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1" name="contour_10259"/>
          <p:cNvSpPr/>
          <p:nvPr/>
        </p:nvSpPr>
        <p:spPr>
          <a:xfrm>
            <a:off x="11627433" y="5028714"/>
            <a:ext cx="58304" cy="663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1" y="531"/>
                </a:lnTo>
                <a:lnTo>
                  <a:pt x="3275" y="1089"/>
                </a:lnTo>
                <a:lnTo>
                  <a:pt x="4847" y="1687"/>
                </a:lnTo>
                <a:lnTo>
                  <a:pt x="6380" y="2337"/>
                </a:lnTo>
                <a:lnTo>
                  <a:pt x="7881" y="3056"/>
                </a:lnTo>
                <a:lnTo>
                  <a:pt x="9353" y="3853"/>
                </a:lnTo>
                <a:lnTo>
                  <a:pt x="10800" y="4745"/>
                </a:lnTo>
                <a:lnTo>
                  <a:pt x="11545" y="6488"/>
                </a:lnTo>
                <a:lnTo>
                  <a:pt x="11939" y="7757"/>
                </a:lnTo>
                <a:lnTo>
                  <a:pt x="12317" y="9636"/>
                </a:lnTo>
                <a:lnTo>
                  <a:pt x="12709" y="11155"/>
                </a:lnTo>
                <a:lnTo>
                  <a:pt x="13100" y="12685"/>
                </a:lnTo>
                <a:lnTo>
                  <a:pt x="13500" y="14234"/>
                </a:lnTo>
                <a:lnTo>
                  <a:pt x="15590" y="15107"/>
                </a:lnTo>
                <a:lnTo>
                  <a:pt x="17056" y="15667"/>
                </a:lnTo>
                <a:lnTo>
                  <a:pt x="18287" y="16027"/>
                </a:lnTo>
                <a:lnTo>
                  <a:pt x="19672" y="16303"/>
                </a:lnTo>
                <a:lnTo>
                  <a:pt x="21600" y="16606"/>
                </a:lnTo>
                <a:lnTo>
                  <a:pt x="21179" y="18015"/>
                </a:lnTo>
                <a:lnTo>
                  <a:pt x="20758" y="18979"/>
                </a:lnTo>
                <a:lnTo>
                  <a:pt x="20083" y="19942"/>
                </a:lnTo>
                <a:lnTo>
                  <a:pt x="18900" y="21351"/>
                </a:lnTo>
                <a:lnTo>
                  <a:pt x="17075" y="21524"/>
                </a:lnTo>
                <a:lnTo>
                  <a:pt x="15290" y="21600"/>
                </a:lnTo>
                <a:lnTo>
                  <a:pt x="13522" y="21600"/>
                </a:lnTo>
                <a:lnTo>
                  <a:pt x="11750" y="21545"/>
                </a:lnTo>
                <a:lnTo>
                  <a:pt x="9952" y="21458"/>
                </a:lnTo>
                <a:lnTo>
                  <a:pt x="8100" y="21351"/>
                </a:lnTo>
                <a:lnTo>
                  <a:pt x="8435" y="19882"/>
                </a:lnTo>
                <a:lnTo>
                  <a:pt x="8770" y="18414"/>
                </a:lnTo>
                <a:lnTo>
                  <a:pt x="9104" y="16941"/>
                </a:lnTo>
                <a:lnTo>
                  <a:pt x="9439" y="15465"/>
                </a:lnTo>
                <a:lnTo>
                  <a:pt x="9777" y="13982"/>
                </a:lnTo>
                <a:lnTo>
                  <a:pt x="10117" y="12493"/>
                </a:lnTo>
                <a:lnTo>
                  <a:pt x="10457" y="10996"/>
                </a:lnTo>
                <a:lnTo>
                  <a:pt x="10800" y="9489"/>
                </a:lnTo>
                <a:lnTo>
                  <a:pt x="9518" y="9245"/>
                </a:lnTo>
                <a:lnTo>
                  <a:pt x="8227" y="8998"/>
                </a:lnTo>
                <a:lnTo>
                  <a:pt x="6917" y="8749"/>
                </a:lnTo>
                <a:lnTo>
                  <a:pt x="4844" y="7924"/>
                </a:lnTo>
                <a:lnTo>
                  <a:pt x="3491" y="7233"/>
                </a:lnTo>
                <a:lnTo>
                  <a:pt x="2568" y="6422"/>
                </a:lnTo>
                <a:lnTo>
                  <a:pt x="1782" y="5233"/>
                </a:lnTo>
                <a:lnTo>
                  <a:pt x="842" y="3411"/>
                </a:lnTo>
                <a:lnTo>
                  <a:pt x="564" y="2285"/>
                </a:lnTo>
                <a:lnTo>
                  <a:pt x="284" y="1151"/>
                </a:lnTo>
                <a:lnTo>
                  <a:pt x="0" y="0"/>
                </a:lnTo>
                <a:close/>
              </a:path>
            </a:pathLst>
          </a:custGeom>
          <a:solidFill>
            <a:srgbClr val="AAA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2" name="contour_10260"/>
          <p:cNvSpPr/>
          <p:nvPr/>
        </p:nvSpPr>
        <p:spPr>
          <a:xfrm>
            <a:off x="5068241" y="5021426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08" y="0"/>
                </a:lnTo>
                <a:lnTo>
                  <a:pt x="10248" y="0"/>
                </a:lnTo>
                <a:lnTo>
                  <a:pt x="12297" y="0"/>
                </a:lnTo>
                <a:lnTo>
                  <a:pt x="14355" y="0"/>
                </a:lnTo>
                <a:lnTo>
                  <a:pt x="16425" y="0"/>
                </a:lnTo>
                <a:lnTo>
                  <a:pt x="18514" y="0"/>
                </a:lnTo>
                <a:lnTo>
                  <a:pt x="18073" y="1956"/>
                </a:lnTo>
                <a:lnTo>
                  <a:pt x="17623" y="3940"/>
                </a:lnTo>
                <a:lnTo>
                  <a:pt x="17280" y="5635"/>
                </a:lnTo>
                <a:lnTo>
                  <a:pt x="16934" y="7338"/>
                </a:lnTo>
                <a:lnTo>
                  <a:pt x="16586" y="9066"/>
                </a:lnTo>
                <a:lnTo>
                  <a:pt x="16228" y="10751"/>
                </a:lnTo>
                <a:lnTo>
                  <a:pt x="15867" y="12445"/>
                </a:lnTo>
                <a:lnTo>
                  <a:pt x="15500" y="14163"/>
                </a:lnTo>
                <a:lnTo>
                  <a:pt x="15466" y="16323"/>
                </a:lnTo>
                <a:lnTo>
                  <a:pt x="15429" y="18514"/>
                </a:lnTo>
                <a:lnTo>
                  <a:pt x="16956" y="19280"/>
                </a:lnTo>
                <a:lnTo>
                  <a:pt x="18490" y="20045"/>
                </a:lnTo>
                <a:lnTo>
                  <a:pt x="20036" y="20819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527" y="20073"/>
                </a:lnTo>
                <a:lnTo>
                  <a:pt x="3061" y="18539"/>
                </a:lnTo>
                <a:lnTo>
                  <a:pt x="4607" y="16993"/>
                </a:lnTo>
                <a:lnTo>
                  <a:pt x="6171" y="15429"/>
                </a:lnTo>
                <a:lnTo>
                  <a:pt x="6517" y="13065"/>
                </a:lnTo>
                <a:lnTo>
                  <a:pt x="6671" y="11433"/>
                </a:lnTo>
                <a:lnTo>
                  <a:pt x="6671" y="9776"/>
                </a:lnTo>
                <a:lnTo>
                  <a:pt x="6557" y="7329"/>
                </a:lnTo>
                <a:lnTo>
                  <a:pt x="6474" y="5258"/>
                </a:lnTo>
                <a:lnTo>
                  <a:pt x="6387" y="3157"/>
                </a:lnTo>
                <a:lnTo>
                  <a:pt x="6279" y="1592"/>
                </a:lnTo>
                <a:lnTo>
                  <a:pt x="6171" y="0"/>
                </a:lnTo>
                <a:close/>
              </a:path>
            </a:pathLst>
          </a:custGeom>
          <a:solidFill>
            <a:srgbClr val="A8A3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3" name="contour_10261"/>
          <p:cNvSpPr/>
          <p:nvPr/>
        </p:nvSpPr>
        <p:spPr>
          <a:xfrm>
            <a:off x="1271591" y="4999562"/>
            <a:ext cx="4333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37" y="0"/>
                </a:moveTo>
                <a:lnTo>
                  <a:pt x="6016" y="51"/>
                </a:lnTo>
                <a:lnTo>
                  <a:pt x="7847" y="173"/>
                </a:lnTo>
                <a:lnTo>
                  <a:pt x="9797" y="462"/>
                </a:lnTo>
                <a:lnTo>
                  <a:pt x="12743" y="1012"/>
                </a:lnTo>
                <a:lnTo>
                  <a:pt x="15232" y="1463"/>
                </a:lnTo>
                <a:lnTo>
                  <a:pt x="17753" y="1920"/>
                </a:lnTo>
                <a:lnTo>
                  <a:pt x="19664" y="2306"/>
                </a:lnTo>
                <a:lnTo>
                  <a:pt x="21600" y="2700"/>
                </a:lnTo>
                <a:lnTo>
                  <a:pt x="19813" y="3240"/>
                </a:lnTo>
                <a:lnTo>
                  <a:pt x="17996" y="3785"/>
                </a:lnTo>
                <a:lnTo>
                  <a:pt x="17085" y="4188"/>
                </a:lnTo>
                <a:lnTo>
                  <a:pt x="14335" y="5400"/>
                </a:lnTo>
                <a:lnTo>
                  <a:pt x="14117" y="7490"/>
                </a:lnTo>
                <a:lnTo>
                  <a:pt x="14008" y="8956"/>
                </a:lnTo>
                <a:lnTo>
                  <a:pt x="14008" y="10187"/>
                </a:lnTo>
                <a:lnTo>
                  <a:pt x="14117" y="11572"/>
                </a:lnTo>
                <a:lnTo>
                  <a:pt x="14335" y="13500"/>
                </a:lnTo>
                <a:lnTo>
                  <a:pt x="11933" y="13500"/>
                </a:lnTo>
                <a:lnTo>
                  <a:pt x="9518" y="13500"/>
                </a:lnTo>
                <a:lnTo>
                  <a:pt x="7069" y="13500"/>
                </a:lnTo>
                <a:lnTo>
                  <a:pt x="5950" y="15509"/>
                </a:lnTo>
                <a:lnTo>
                  <a:pt x="5202" y="16934"/>
                </a:lnTo>
                <a:lnTo>
                  <a:pt x="4650" y="18166"/>
                </a:lnTo>
                <a:lnTo>
                  <a:pt x="4119" y="19591"/>
                </a:lnTo>
                <a:lnTo>
                  <a:pt x="3437" y="21600"/>
                </a:lnTo>
                <a:lnTo>
                  <a:pt x="3015" y="20050"/>
                </a:lnTo>
                <a:lnTo>
                  <a:pt x="2601" y="18498"/>
                </a:lnTo>
                <a:lnTo>
                  <a:pt x="2194" y="16945"/>
                </a:lnTo>
                <a:lnTo>
                  <a:pt x="1791" y="15393"/>
                </a:lnTo>
                <a:lnTo>
                  <a:pt x="1395" y="13838"/>
                </a:lnTo>
                <a:lnTo>
                  <a:pt x="1014" y="12396"/>
                </a:lnTo>
                <a:lnTo>
                  <a:pt x="632" y="10943"/>
                </a:lnTo>
                <a:lnTo>
                  <a:pt x="243" y="9472"/>
                </a:lnTo>
                <a:lnTo>
                  <a:pt x="7" y="7066"/>
                </a:lnTo>
                <a:lnTo>
                  <a:pt x="0" y="5497"/>
                </a:lnTo>
                <a:lnTo>
                  <a:pt x="291" y="4074"/>
                </a:lnTo>
                <a:lnTo>
                  <a:pt x="937" y="2109"/>
                </a:lnTo>
                <a:lnTo>
                  <a:pt x="2176" y="1064"/>
                </a:lnTo>
                <a:lnTo>
                  <a:pt x="3437" y="0"/>
                </a:lnTo>
                <a:close/>
              </a:path>
            </a:pathLst>
          </a:custGeom>
          <a:solidFill>
            <a:srgbClr val="906F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4" name="contour_10262"/>
          <p:cNvSpPr/>
          <p:nvPr/>
        </p:nvSpPr>
        <p:spPr>
          <a:xfrm>
            <a:off x="5082817" y="5007477"/>
            <a:ext cx="72880" cy="431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3338"/>
                </a:moveTo>
                <a:lnTo>
                  <a:pt x="19926" y="5584"/>
                </a:lnTo>
                <a:lnTo>
                  <a:pt x="20332" y="7820"/>
                </a:lnTo>
                <a:lnTo>
                  <a:pt x="20667" y="10062"/>
                </a:lnTo>
                <a:lnTo>
                  <a:pt x="20941" y="12316"/>
                </a:lnTo>
                <a:lnTo>
                  <a:pt x="21164" y="14587"/>
                </a:lnTo>
                <a:lnTo>
                  <a:pt x="21341" y="16885"/>
                </a:lnTo>
                <a:lnTo>
                  <a:pt x="21483" y="19219"/>
                </a:lnTo>
                <a:lnTo>
                  <a:pt x="21600" y="21600"/>
                </a:lnTo>
                <a:lnTo>
                  <a:pt x="21008" y="20282"/>
                </a:lnTo>
                <a:lnTo>
                  <a:pt x="20410" y="18945"/>
                </a:lnTo>
                <a:lnTo>
                  <a:pt x="19429" y="17020"/>
                </a:lnTo>
                <a:lnTo>
                  <a:pt x="18462" y="15245"/>
                </a:lnTo>
                <a:lnTo>
                  <a:pt x="17455" y="13598"/>
                </a:lnTo>
                <a:lnTo>
                  <a:pt x="16358" y="12071"/>
                </a:lnTo>
                <a:lnTo>
                  <a:pt x="15120" y="10643"/>
                </a:lnTo>
                <a:lnTo>
                  <a:pt x="13571" y="11914"/>
                </a:lnTo>
                <a:lnTo>
                  <a:pt x="12450" y="12889"/>
                </a:lnTo>
                <a:lnTo>
                  <a:pt x="11575" y="13780"/>
                </a:lnTo>
                <a:lnTo>
                  <a:pt x="10770" y="14785"/>
                </a:lnTo>
                <a:lnTo>
                  <a:pt x="9852" y="16107"/>
                </a:lnTo>
                <a:lnTo>
                  <a:pt x="8640" y="17948"/>
                </a:lnTo>
                <a:lnTo>
                  <a:pt x="8817" y="16213"/>
                </a:lnTo>
                <a:lnTo>
                  <a:pt x="8999" y="14467"/>
                </a:lnTo>
                <a:lnTo>
                  <a:pt x="9180" y="12696"/>
                </a:lnTo>
                <a:lnTo>
                  <a:pt x="9003" y="10811"/>
                </a:lnTo>
                <a:lnTo>
                  <a:pt x="8821" y="8915"/>
                </a:lnTo>
                <a:lnTo>
                  <a:pt x="8640" y="6991"/>
                </a:lnTo>
                <a:lnTo>
                  <a:pt x="7245" y="5994"/>
                </a:lnTo>
                <a:lnTo>
                  <a:pt x="5838" y="5205"/>
                </a:lnTo>
                <a:lnTo>
                  <a:pt x="4415" y="4580"/>
                </a:lnTo>
                <a:lnTo>
                  <a:pt x="2970" y="4087"/>
                </a:lnTo>
                <a:lnTo>
                  <a:pt x="1501" y="3685"/>
                </a:lnTo>
                <a:lnTo>
                  <a:pt x="0" y="3338"/>
                </a:lnTo>
                <a:lnTo>
                  <a:pt x="1590" y="2626"/>
                </a:lnTo>
                <a:lnTo>
                  <a:pt x="3145" y="1961"/>
                </a:lnTo>
                <a:lnTo>
                  <a:pt x="4670" y="1359"/>
                </a:lnTo>
                <a:lnTo>
                  <a:pt x="6169" y="840"/>
                </a:lnTo>
                <a:lnTo>
                  <a:pt x="7649" y="427"/>
                </a:lnTo>
                <a:lnTo>
                  <a:pt x="9113" y="142"/>
                </a:lnTo>
                <a:lnTo>
                  <a:pt x="10571" y="0"/>
                </a:lnTo>
                <a:lnTo>
                  <a:pt x="12025" y="22"/>
                </a:lnTo>
                <a:lnTo>
                  <a:pt x="13481" y="234"/>
                </a:lnTo>
                <a:lnTo>
                  <a:pt x="14945" y="650"/>
                </a:lnTo>
                <a:lnTo>
                  <a:pt x="16422" y="1293"/>
                </a:lnTo>
                <a:lnTo>
                  <a:pt x="17919" y="2180"/>
                </a:lnTo>
                <a:lnTo>
                  <a:pt x="19440" y="3338"/>
                </a:lnTo>
                <a:close/>
              </a:path>
            </a:pathLst>
          </a:custGeom>
          <a:solidFill>
            <a:srgbClr val="8383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5" name="contour_10263"/>
          <p:cNvSpPr/>
          <p:nvPr/>
        </p:nvSpPr>
        <p:spPr>
          <a:xfrm>
            <a:off x="4185957" y="4977698"/>
            <a:ext cx="73317" cy="371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" y="0"/>
                </a:moveTo>
                <a:lnTo>
                  <a:pt x="1473" y="441"/>
                </a:lnTo>
                <a:lnTo>
                  <a:pt x="2817" y="895"/>
                </a:lnTo>
                <a:lnTo>
                  <a:pt x="4159" y="1353"/>
                </a:lnTo>
                <a:lnTo>
                  <a:pt x="5501" y="1815"/>
                </a:lnTo>
                <a:lnTo>
                  <a:pt x="6843" y="2282"/>
                </a:lnTo>
                <a:lnTo>
                  <a:pt x="8183" y="2757"/>
                </a:lnTo>
                <a:lnTo>
                  <a:pt x="9525" y="3232"/>
                </a:lnTo>
                <a:lnTo>
                  <a:pt x="10864" y="3711"/>
                </a:lnTo>
                <a:lnTo>
                  <a:pt x="11891" y="4046"/>
                </a:lnTo>
                <a:lnTo>
                  <a:pt x="12921" y="4381"/>
                </a:lnTo>
                <a:lnTo>
                  <a:pt x="13967" y="4720"/>
                </a:lnTo>
                <a:lnTo>
                  <a:pt x="15425" y="5255"/>
                </a:lnTo>
                <a:lnTo>
                  <a:pt x="16902" y="5798"/>
                </a:lnTo>
                <a:lnTo>
                  <a:pt x="18255" y="6268"/>
                </a:lnTo>
                <a:lnTo>
                  <a:pt x="19629" y="6739"/>
                </a:lnTo>
                <a:lnTo>
                  <a:pt x="20608" y="7604"/>
                </a:lnTo>
                <a:lnTo>
                  <a:pt x="21600" y="8482"/>
                </a:lnTo>
                <a:lnTo>
                  <a:pt x="21600" y="11286"/>
                </a:lnTo>
                <a:lnTo>
                  <a:pt x="21600" y="14106"/>
                </a:lnTo>
                <a:lnTo>
                  <a:pt x="21600" y="16964"/>
                </a:lnTo>
                <a:lnTo>
                  <a:pt x="18403" y="18241"/>
                </a:lnTo>
                <a:lnTo>
                  <a:pt x="15683" y="19310"/>
                </a:lnTo>
                <a:lnTo>
                  <a:pt x="13392" y="20171"/>
                </a:lnTo>
                <a:lnTo>
                  <a:pt x="11474" y="20828"/>
                </a:lnTo>
                <a:lnTo>
                  <a:pt x="9877" y="21282"/>
                </a:lnTo>
                <a:lnTo>
                  <a:pt x="8550" y="21541"/>
                </a:lnTo>
                <a:lnTo>
                  <a:pt x="7442" y="21600"/>
                </a:lnTo>
                <a:lnTo>
                  <a:pt x="6497" y="21469"/>
                </a:lnTo>
                <a:lnTo>
                  <a:pt x="5664" y="21150"/>
                </a:lnTo>
                <a:lnTo>
                  <a:pt x="4891" y="20642"/>
                </a:lnTo>
                <a:lnTo>
                  <a:pt x="4127" y="19950"/>
                </a:lnTo>
                <a:lnTo>
                  <a:pt x="3317" y="19077"/>
                </a:lnTo>
                <a:lnTo>
                  <a:pt x="2409" y="18025"/>
                </a:lnTo>
                <a:lnTo>
                  <a:pt x="1383" y="15395"/>
                </a:lnTo>
                <a:lnTo>
                  <a:pt x="685" y="13041"/>
                </a:lnTo>
                <a:lnTo>
                  <a:pt x="262" y="10802"/>
                </a:lnTo>
                <a:lnTo>
                  <a:pt x="54" y="8537"/>
                </a:lnTo>
                <a:lnTo>
                  <a:pt x="0" y="6082"/>
                </a:lnTo>
                <a:lnTo>
                  <a:pt x="45" y="3287"/>
                </a:lnTo>
                <a:lnTo>
                  <a:pt x="129" y="0"/>
                </a:lnTo>
                <a:close/>
              </a:path>
            </a:pathLst>
          </a:custGeom>
          <a:solidFill>
            <a:srgbClr val="67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6" name="contour_10264"/>
          <p:cNvSpPr/>
          <p:nvPr/>
        </p:nvSpPr>
        <p:spPr>
          <a:xfrm>
            <a:off x="3668946" y="4977698"/>
            <a:ext cx="58304" cy="482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271"/>
                </a:lnTo>
                <a:lnTo>
                  <a:pt x="3564" y="538"/>
                </a:lnTo>
                <a:lnTo>
                  <a:pt x="5349" y="809"/>
                </a:lnTo>
                <a:lnTo>
                  <a:pt x="7136" y="1076"/>
                </a:lnTo>
                <a:lnTo>
                  <a:pt x="8926" y="1347"/>
                </a:lnTo>
                <a:lnTo>
                  <a:pt x="10719" y="1617"/>
                </a:lnTo>
                <a:lnTo>
                  <a:pt x="12517" y="1888"/>
                </a:lnTo>
                <a:lnTo>
                  <a:pt x="14321" y="2162"/>
                </a:lnTo>
                <a:lnTo>
                  <a:pt x="16130" y="2436"/>
                </a:lnTo>
                <a:lnTo>
                  <a:pt x="17944" y="2709"/>
                </a:lnTo>
                <a:lnTo>
                  <a:pt x="19769" y="2983"/>
                </a:lnTo>
                <a:lnTo>
                  <a:pt x="21600" y="3260"/>
                </a:lnTo>
                <a:lnTo>
                  <a:pt x="20598" y="6974"/>
                </a:lnTo>
                <a:lnTo>
                  <a:pt x="19818" y="9827"/>
                </a:lnTo>
                <a:lnTo>
                  <a:pt x="19192" y="12008"/>
                </a:lnTo>
                <a:lnTo>
                  <a:pt x="18660" y="13713"/>
                </a:lnTo>
                <a:lnTo>
                  <a:pt x="18160" y="15128"/>
                </a:lnTo>
                <a:lnTo>
                  <a:pt x="17623" y="16449"/>
                </a:lnTo>
                <a:lnTo>
                  <a:pt x="16991" y="17864"/>
                </a:lnTo>
                <a:lnTo>
                  <a:pt x="16200" y="19562"/>
                </a:lnTo>
                <a:lnTo>
                  <a:pt x="14807" y="20234"/>
                </a:lnTo>
                <a:lnTo>
                  <a:pt x="13403" y="20915"/>
                </a:lnTo>
                <a:lnTo>
                  <a:pt x="11983" y="21600"/>
                </a:lnTo>
                <a:lnTo>
                  <a:pt x="10700" y="20928"/>
                </a:lnTo>
                <a:lnTo>
                  <a:pt x="9410" y="20247"/>
                </a:lnTo>
                <a:lnTo>
                  <a:pt x="8100" y="19562"/>
                </a:lnTo>
                <a:lnTo>
                  <a:pt x="7611" y="17498"/>
                </a:lnTo>
                <a:lnTo>
                  <a:pt x="7212" y="15457"/>
                </a:lnTo>
                <a:lnTo>
                  <a:pt x="6888" y="13420"/>
                </a:lnTo>
                <a:lnTo>
                  <a:pt x="6628" y="11369"/>
                </a:lnTo>
                <a:lnTo>
                  <a:pt x="6415" y="9282"/>
                </a:lnTo>
                <a:lnTo>
                  <a:pt x="6234" y="7143"/>
                </a:lnTo>
                <a:lnTo>
                  <a:pt x="5821" y="5217"/>
                </a:lnTo>
                <a:lnTo>
                  <a:pt x="5400" y="3260"/>
                </a:lnTo>
                <a:lnTo>
                  <a:pt x="4063" y="2452"/>
                </a:lnTo>
                <a:lnTo>
                  <a:pt x="2719" y="1643"/>
                </a:lnTo>
                <a:lnTo>
                  <a:pt x="1369" y="825"/>
                </a:lnTo>
                <a:lnTo>
                  <a:pt x="0" y="0"/>
                </a:lnTo>
                <a:close/>
              </a:path>
            </a:pathLst>
          </a:custGeom>
          <a:solidFill>
            <a:srgbClr val="4240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7" name="contour_10265"/>
          <p:cNvSpPr/>
          <p:nvPr/>
        </p:nvSpPr>
        <p:spPr>
          <a:xfrm>
            <a:off x="3659472" y="4963589"/>
            <a:ext cx="60490" cy="50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15"/>
                </a:moveTo>
                <a:lnTo>
                  <a:pt x="21017" y="4749"/>
                </a:lnTo>
                <a:lnTo>
                  <a:pt x="20551" y="6010"/>
                </a:lnTo>
                <a:lnTo>
                  <a:pt x="19958" y="7281"/>
                </a:lnTo>
                <a:lnTo>
                  <a:pt x="18998" y="9143"/>
                </a:lnTo>
                <a:lnTo>
                  <a:pt x="17111" y="9564"/>
                </a:lnTo>
                <a:lnTo>
                  <a:pt x="15719" y="9663"/>
                </a:lnTo>
                <a:lnTo>
                  <a:pt x="13631" y="9533"/>
                </a:lnTo>
                <a:lnTo>
                  <a:pt x="11966" y="9405"/>
                </a:lnTo>
                <a:lnTo>
                  <a:pt x="10287" y="9274"/>
                </a:lnTo>
                <a:lnTo>
                  <a:pt x="8588" y="9143"/>
                </a:lnTo>
                <a:lnTo>
                  <a:pt x="8588" y="11202"/>
                </a:lnTo>
                <a:lnTo>
                  <a:pt x="8588" y="13273"/>
                </a:lnTo>
                <a:lnTo>
                  <a:pt x="8588" y="15372"/>
                </a:lnTo>
                <a:lnTo>
                  <a:pt x="10134" y="16515"/>
                </a:lnTo>
                <a:lnTo>
                  <a:pt x="11190" y="17221"/>
                </a:lnTo>
                <a:lnTo>
                  <a:pt x="12247" y="17779"/>
                </a:lnTo>
                <a:lnTo>
                  <a:pt x="13793" y="18486"/>
                </a:lnTo>
                <a:lnTo>
                  <a:pt x="12523" y="19629"/>
                </a:lnTo>
                <a:lnTo>
                  <a:pt x="11557" y="20336"/>
                </a:lnTo>
                <a:lnTo>
                  <a:pt x="10410" y="20893"/>
                </a:lnTo>
                <a:lnTo>
                  <a:pt x="8588" y="21600"/>
                </a:lnTo>
                <a:lnTo>
                  <a:pt x="6790" y="20678"/>
                </a:lnTo>
                <a:lnTo>
                  <a:pt x="5481" y="19940"/>
                </a:lnTo>
                <a:lnTo>
                  <a:pt x="4440" y="19215"/>
                </a:lnTo>
                <a:lnTo>
                  <a:pt x="3456" y="18327"/>
                </a:lnTo>
                <a:lnTo>
                  <a:pt x="2308" y="17103"/>
                </a:lnTo>
                <a:lnTo>
                  <a:pt x="781" y="15372"/>
                </a:lnTo>
                <a:lnTo>
                  <a:pt x="294" y="13111"/>
                </a:lnTo>
                <a:lnTo>
                  <a:pt x="47" y="11130"/>
                </a:lnTo>
                <a:lnTo>
                  <a:pt x="0" y="9277"/>
                </a:lnTo>
                <a:lnTo>
                  <a:pt x="130" y="7393"/>
                </a:lnTo>
                <a:lnTo>
                  <a:pt x="401" y="5325"/>
                </a:lnTo>
                <a:lnTo>
                  <a:pt x="781" y="2915"/>
                </a:lnTo>
                <a:lnTo>
                  <a:pt x="2415" y="1760"/>
                </a:lnTo>
                <a:lnTo>
                  <a:pt x="4078" y="922"/>
                </a:lnTo>
                <a:lnTo>
                  <a:pt x="5767" y="374"/>
                </a:lnTo>
                <a:lnTo>
                  <a:pt x="7482" y="75"/>
                </a:lnTo>
                <a:lnTo>
                  <a:pt x="9213" y="0"/>
                </a:lnTo>
                <a:lnTo>
                  <a:pt x="10961" y="112"/>
                </a:lnTo>
                <a:lnTo>
                  <a:pt x="12723" y="380"/>
                </a:lnTo>
                <a:lnTo>
                  <a:pt x="14493" y="769"/>
                </a:lnTo>
                <a:lnTo>
                  <a:pt x="16268" y="1252"/>
                </a:lnTo>
                <a:lnTo>
                  <a:pt x="18048" y="1791"/>
                </a:lnTo>
                <a:lnTo>
                  <a:pt x="19825" y="2357"/>
                </a:lnTo>
                <a:lnTo>
                  <a:pt x="21600" y="2915"/>
                </a:lnTo>
                <a:close/>
              </a:path>
            </a:pathLst>
          </a:custGeom>
          <a:solidFill>
            <a:srgbClr val="5C5B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8" name="contour_10266"/>
          <p:cNvSpPr/>
          <p:nvPr/>
        </p:nvSpPr>
        <p:spPr>
          <a:xfrm>
            <a:off x="11379641" y="4926682"/>
            <a:ext cx="4419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48" y="0"/>
                </a:moveTo>
                <a:lnTo>
                  <a:pt x="16008" y="1993"/>
                </a:lnTo>
                <a:lnTo>
                  <a:pt x="17486" y="3866"/>
                </a:lnTo>
                <a:lnTo>
                  <a:pt x="18701" y="5653"/>
                </a:lnTo>
                <a:lnTo>
                  <a:pt x="19673" y="7400"/>
                </a:lnTo>
                <a:lnTo>
                  <a:pt x="20425" y="9140"/>
                </a:lnTo>
                <a:lnTo>
                  <a:pt x="20973" y="10911"/>
                </a:lnTo>
                <a:lnTo>
                  <a:pt x="21336" y="12753"/>
                </a:lnTo>
                <a:lnTo>
                  <a:pt x="21539" y="14707"/>
                </a:lnTo>
                <a:lnTo>
                  <a:pt x="21600" y="16805"/>
                </a:lnTo>
                <a:lnTo>
                  <a:pt x="21536" y="19091"/>
                </a:lnTo>
                <a:lnTo>
                  <a:pt x="21372" y="21600"/>
                </a:lnTo>
                <a:lnTo>
                  <a:pt x="19021" y="21600"/>
                </a:lnTo>
                <a:lnTo>
                  <a:pt x="16667" y="21600"/>
                </a:lnTo>
                <a:lnTo>
                  <a:pt x="14312" y="21600"/>
                </a:lnTo>
                <a:lnTo>
                  <a:pt x="11951" y="21600"/>
                </a:lnTo>
                <a:lnTo>
                  <a:pt x="9582" y="21600"/>
                </a:lnTo>
                <a:lnTo>
                  <a:pt x="7202" y="21600"/>
                </a:lnTo>
                <a:lnTo>
                  <a:pt x="4816" y="21600"/>
                </a:lnTo>
                <a:lnTo>
                  <a:pt x="2415" y="21600"/>
                </a:lnTo>
                <a:lnTo>
                  <a:pt x="0" y="21600"/>
                </a:lnTo>
                <a:lnTo>
                  <a:pt x="538" y="19135"/>
                </a:lnTo>
                <a:lnTo>
                  <a:pt x="1136" y="16885"/>
                </a:lnTo>
                <a:lnTo>
                  <a:pt x="1809" y="14830"/>
                </a:lnTo>
                <a:lnTo>
                  <a:pt x="2575" y="12932"/>
                </a:lnTo>
                <a:lnTo>
                  <a:pt x="3459" y="11167"/>
                </a:lnTo>
                <a:lnTo>
                  <a:pt x="4467" y="9504"/>
                </a:lnTo>
                <a:lnTo>
                  <a:pt x="5624" y="7912"/>
                </a:lnTo>
                <a:lnTo>
                  <a:pt x="6949" y="6363"/>
                </a:lnTo>
                <a:lnTo>
                  <a:pt x="8453" y="4826"/>
                </a:lnTo>
                <a:lnTo>
                  <a:pt x="10162" y="3274"/>
                </a:lnTo>
                <a:lnTo>
                  <a:pt x="12086" y="1676"/>
                </a:lnTo>
                <a:lnTo>
                  <a:pt x="14248" y="0"/>
                </a:lnTo>
                <a:close/>
              </a:path>
            </a:pathLst>
          </a:custGeom>
          <a:solidFill>
            <a:srgbClr val="4847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69" name="contour_10267"/>
          <p:cNvSpPr/>
          <p:nvPr/>
        </p:nvSpPr>
        <p:spPr>
          <a:xfrm>
            <a:off x="6919391" y="4912106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004" y="2037"/>
                </a:lnTo>
                <a:lnTo>
                  <a:pt x="13608" y="4076"/>
                </a:lnTo>
                <a:lnTo>
                  <a:pt x="13212" y="6116"/>
                </a:lnTo>
                <a:lnTo>
                  <a:pt x="12812" y="8162"/>
                </a:lnTo>
                <a:lnTo>
                  <a:pt x="12413" y="10214"/>
                </a:lnTo>
                <a:lnTo>
                  <a:pt x="12013" y="12275"/>
                </a:lnTo>
                <a:lnTo>
                  <a:pt x="11610" y="14342"/>
                </a:lnTo>
                <a:lnTo>
                  <a:pt x="11207" y="16422"/>
                </a:lnTo>
                <a:lnTo>
                  <a:pt x="10800" y="18514"/>
                </a:lnTo>
                <a:lnTo>
                  <a:pt x="12938" y="17903"/>
                </a:lnTo>
                <a:lnTo>
                  <a:pt x="15084" y="17289"/>
                </a:lnTo>
                <a:lnTo>
                  <a:pt x="17237" y="16675"/>
                </a:lnTo>
                <a:lnTo>
                  <a:pt x="19408" y="16055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19055" y="21600"/>
                </a:lnTo>
                <a:lnTo>
                  <a:pt x="16506" y="21600"/>
                </a:lnTo>
                <a:lnTo>
                  <a:pt x="13950" y="21600"/>
                </a:lnTo>
                <a:lnTo>
                  <a:pt x="11383" y="21600"/>
                </a:lnTo>
                <a:lnTo>
                  <a:pt x="8806" y="21600"/>
                </a:lnTo>
                <a:lnTo>
                  <a:pt x="6214" y="21600"/>
                </a:lnTo>
                <a:lnTo>
                  <a:pt x="3600" y="21600"/>
                </a:lnTo>
                <a:lnTo>
                  <a:pt x="3244" y="19462"/>
                </a:lnTo>
                <a:lnTo>
                  <a:pt x="2887" y="17320"/>
                </a:lnTo>
                <a:lnTo>
                  <a:pt x="2531" y="15179"/>
                </a:lnTo>
                <a:lnTo>
                  <a:pt x="2171" y="13034"/>
                </a:lnTo>
                <a:lnTo>
                  <a:pt x="1814" y="10880"/>
                </a:lnTo>
                <a:lnTo>
                  <a:pt x="1454" y="8723"/>
                </a:lnTo>
                <a:lnTo>
                  <a:pt x="1094" y="6557"/>
                </a:lnTo>
                <a:lnTo>
                  <a:pt x="731" y="4382"/>
                </a:lnTo>
                <a:lnTo>
                  <a:pt x="367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C6E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0" name="contour_10268"/>
          <p:cNvSpPr/>
          <p:nvPr/>
        </p:nvSpPr>
        <p:spPr>
          <a:xfrm>
            <a:off x="7210910" y="4919394"/>
            <a:ext cx="291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356"/>
                </a:lnTo>
                <a:lnTo>
                  <a:pt x="7133" y="713"/>
                </a:lnTo>
                <a:lnTo>
                  <a:pt x="10719" y="1071"/>
                </a:lnTo>
                <a:lnTo>
                  <a:pt x="14321" y="1432"/>
                </a:lnTo>
                <a:lnTo>
                  <a:pt x="17944" y="1795"/>
                </a:lnTo>
                <a:lnTo>
                  <a:pt x="21600" y="2160"/>
                </a:lnTo>
                <a:lnTo>
                  <a:pt x="21190" y="3640"/>
                </a:lnTo>
                <a:lnTo>
                  <a:pt x="20779" y="5121"/>
                </a:lnTo>
                <a:lnTo>
                  <a:pt x="20363" y="6603"/>
                </a:lnTo>
                <a:lnTo>
                  <a:pt x="19953" y="8087"/>
                </a:lnTo>
                <a:lnTo>
                  <a:pt x="19543" y="9573"/>
                </a:lnTo>
                <a:lnTo>
                  <a:pt x="19127" y="11061"/>
                </a:lnTo>
                <a:lnTo>
                  <a:pt x="18711" y="12554"/>
                </a:lnTo>
                <a:lnTo>
                  <a:pt x="18295" y="14049"/>
                </a:lnTo>
                <a:lnTo>
                  <a:pt x="17879" y="15548"/>
                </a:lnTo>
                <a:lnTo>
                  <a:pt x="17464" y="17053"/>
                </a:lnTo>
                <a:lnTo>
                  <a:pt x="17042" y="18563"/>
                </a:lnTo>
                <a:lnTo>
                  <a:pt x="16621" y="20077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907" y="20220"/>
                </a:lnTo>
                <a:lnTo>
                  <a:pt x="1820" y="18831"/>
                </a:lnTo>
                <a:lnTo>
                  <a:pt x="2743" y="17423"/>
                </a:lnTo>
                <a:lnTo>
                  <a:pt x="3575" y="16070"/>
                </a:lnTo>
                <a:lnTo>
                  <a:pt x="4412" y="14718"/>
                </a:lnTo>
                <a:lnTo>
                  <a:pt x="5243" y="13366"/>
                </a:lnTo>
                <a:lnTo>
                  <a:pt x="6075" y="12014"/>
                </a:lnTo>
                <a:lnTo>
                  <a:pt x="6982" y="10649"/>
                </a:lnTo>
                <a:lnTo>
                  <a:pt x="7911" y="9260"/>
                </a:lnTo>
                <a:lnTo>
                  <a:pt x="8694" y="7951"/>
                </a:lnTo>
                <a:lnTo>
                  <a:pt x="9493" y="6623"/>
                </a:lnTo>
                <a:lnTo>
                  <a:pt x="10255" y="5417"/>
                </a:lnTo>
                <a:lnTo>
                  <a:pt x="11032" y="4190"/>
                </a:lnTo>
                <a:lnTo>
                  <a:pt x="10919" y="3182"/>
                </a:lnTo>
                <a:lnTo>
                  <a:pt x="10800" y="2160"/>
                </a:lnTo>
                <a:lnTo>
                  <a:pt x="7641" y="1363"/>
                </a:lnTo>
                <a:lnTo>
                  <a:pt x="5459" y="870"/>
                </a:lnTo>
                <a:lnTo>
                  <a:pt x="3251" y="484"/>
                </a:lnTo>
                <a:lnTo>
                  <a:pt x="0" y="0"/>
                </a:lnTo>
                <a:close/>
              </a:path>
            </a:pathLst>
          </a:custGeom>
          <a:solidFill>
            <a:srgbClr val="E6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1" name="contour_10269"/>
          <p:cNvSpPr/>
          <p:nvPr/>
        </p:nvSpPr>
        <p:spPr>
          <a:xfrm>
            <a:off x="4550793" y="4933970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44" y="0"/>
                </a:lnTo>
                <a:lnTo>
                  <a:pt x="7199" y="0"/>
                </a:lnTo>
                <a:lnTo>
                  <a:pt x="9257" y="0"/>
                </a:lnTo>
                <a:lnTo>
                  <a:pt x="11315" y="0"/>
                </a:lnTo>
                <a:lnTo>
                  <a:pt x="13370" y="0"/>
                </a:lnTo>
                <a:lnTo>
                  <a:pt x="15429" y="0"/>
                </a:lnTo>
                <a:lnTo>
                  <a:pt x="17487" y="0"/>
                </a:lnTo>
                <a:lnTo>
                  <a:pt x="19542" y="0"/>
                </a:lnTo>
                <a:lnTo>
                  <a:pt x="21600" y="0"/>
                </a:lnTo>
                <a:lnTo>
                  <a:pt x="20375" y="3881"/>
                </a:lnTo>
                <a:lnTo>
                  <a:pt x="19369" y="6934"/>
                </a:lnTo>
                <a:lnTo>
                  <a:pt x="18502" y="9302"/>
                </a:lnTo>
                <a:lnTo>
                  <a:pt x="17690" y="11128"/>
                </a:lnTo>
                <a:lnTo>
                  <a:pt x="16851" y="12550"/>
                </a:lnTo>
                <a:lnTo>
                  <a:pt x="15904" y="13702"/>
                </a:lnTo>
                <a:lnTo>
                  <a:pt x="14765" y="14728"/>
                </a:lnTo>
                <a:lnTo>
                  <a:pt x="13352" y="15768"/>
                </a:lnTo>
                <a:lnTo>
                  <a:pt x="11584" y="16960"/>
                </a:lnTo>
                <a:lnTo>
                  <a:pt x="9677" y="17806"/>
                </a:lnTo>
                <a:lnTo>
                  <a:pt x="7757" y="18616"/>
                </a:lnTo>
                <a:lnTo>
                  <a:pt x="5826" y="19393"/>
                </a:lnTo>
                <a:lnTo>
                  <a:pt x="3888" y="20146"/>
                </a:lnTo>
                <a:lnTo>
                  <a:pt x="1947" y="20880"/>
                </a:lnTo>
                <a:lnTo>
                  <a:pt x="0" y="21600"/>
                </a:lnTo>
                <a:lnTo>
                  <a:pt x="339" y="19224"/>
                </a:lnTo>
                <a:lnTo>
                  <a:pt x="679" y="16844"/>
                </a:lnTo>
                <a:lnTo>
                  <a:pt x="1018" y="14465"/>
                </a:lnTo>
                <a:lnTo>
                  <a:pt x="1361" y="12078"/>
                </a:lnTo>
                <a:lnTo>
                  <a:pt x="1703" y="9684"/>
                </a:lnTo>
                <a:lnTo>
                  <a:pt x="2046" y="7279"/>
                </a:lnTo>
                <a:lnTo>
                  <a:pt x="2391" y="4867"/>
                </a:lnTo>
                <a:lnTo>
                  <a:pt x="2737" y="2441"/>
                </a:lnTo>
                <a:lnTo>
                  <a:pt x="3086" y="0"/>
                </a:lnTo>
                <a:close/>
              </a:path>
            </a:pathLst>
          </a:custGeom>
          <a:solidFill>
            <a:srgbClr val="8971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2" name="contour_10270"/>
          <p:cNvSpPr/>
          <p:nvPr/>
        </p:nvSpPr>
        <p:spPr>
          <a:xfrm>
            <a:off x="1540853" y="4897530"/>
            <a:ext cx="58304" cy="52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36" y="3577"/>
                </a:lnTo>
                <a:lnTo>
                  <a:pt x="20744" y="6480"/>
                </a:lnTo>
                <a:lnTo>
                  <a:pt x="20399" y="8819"/>
                </a:lnTo>
                <a:lnTo>
                  <a:pt x="20069" y="10714"/>
                </a:lnTo>
                <a:lnTo>
                  <a:pt x="19729" y="12272"/>
                </a:lnTo>
                <a:lnTo>
                  <a:pt x="19351" y="13616"/>
                </a:lnTo>
                <a:lnTo>
                  <a:pt x="18905" y="14857"/>
                </a:lnTo>
                <a:lnTo>
                  <a:pt x="18363" y="16107"/>
                </a:lnTo>
                <a:lnTo>
                  <a:pt x="17696" y="17484"/>
                </a:lnTo>
                <a:lnTo>
                  <a:pt x="16875" y="19103"/>
                </a:lnTo>
                <a:lnTo>
                  <a:pt x="15077" y="20066"/>
                </a:lnTo>
                <a:lnTo>
                  <a:pt x="13268" y="20759"/>
                </a:lnTo>
                <a:lnTo>
                  <a:pt x="11443" y="21222"/>
                </a:lnTo>
                <a:lnTo>
                  <a:pt x="9601" y="21491"/>
                </a:lnTo>
                <a:lnTo>
                  <a:pt x="7736" y="21600"/>
                </a:lnTo>
                <a:lnTo>
                  <a:pt x="5848" y="21588"/>
                </a:lnTo>
                <a:lnTo>
                  <a:pt x="3931" y="21491"/>
                </a:lnTo>
                <a:lnTo>
                  <a:pt x="1982" y="21346"/>
                </a:lnTo>
                <a:lnTo>
                  <a:pt x="0" y="21185"/>
                </a:lnTo>
                <a:lnTo>
                  <a:pt x="1102" y="19666"/>
                </a:lnTo>
                <a:lnTo>
                  <a:pt x="2206" y="18147"/>
                </a:lnTo>
                <a:lnTo>
                  <a:pt x="3313" y="16634"/>
                </a:lnTo>
                <a:lnTo>
                  <a:pt x="4423" y="15120"/>
                </a:lnTo>
                <a:lnTo>
                  <a:pt x="5532" y="13610"/>
                </a:lnTo>
                <a:lnTo>
                  <a:pt x="6647" y="12100"/>
                </a:lnTo>
                <a:lnTo>
                  <a:pt x="7762" y="10593"/>
                </a:lnTo>
                <a:lnTo>
                  <a:pt x="8311" y="9830"/>
                </a:lnTo>
                <a:lnTo>
                  <a:pt x="9966" y="7530"/>
                </a:lnTo>
                <a:lnTo>
                  <a:pt x="11040" y="6092"/>
                </a:lnTo>
                <a:lnTo>
                  <a:pt x="12128" y="4634"/>
                </a:lnTo>
                <a:lnTo>
                  <a:pt x="13106" y="3299"/>
                </a:lnTo>
                <a:lnTo>
                  <a:pt x="14099" y="1946"/>
                </a:lnTo>
                <a:lnTo>
                  <a:pt x="15398" y="820"/>
                </a:lnTo>
                <a:lnTo>
                  <a:pt x="16613" y="242"/>
                </a:lnTo>
                <a:lnTo>
                  <a:pt x="18446" y="30"/>
                </a:lnTo>
                <a:lnTo>
                  <a:pt x="21600" y="0"/>
                </a:lnTo>
                <a:close/>
              </a:path>
            </a:pathLst>
          </a:custGeom>
          <a:solidFill>
            <a:srgbClr val="6B59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3" name="contour_10271"/>
          <p:cNvSpPr/>
          <p:nvPr/>
        </p:nvSpPr>
        <p:spPr>
          <a:xfrm>
            <a:off x="2160332" y="4882954"/>
            <a:ext cx="80168" cy="37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262" y="0"/>
                </a:lnTo>
                <a:lnTo>
                  <a:pt x="4567" y="0"/>
                </a:lnTo>
                <a:lnTo>
                  <a:pt x="5891" y="0"/>
                </a:lnTo>
                <a:lnTo>
                  <a:pt x="5567" y="2804"/>
                </a:lnTo>
                <a:lnTo>
                  <a:pt x="5243" y="5612"/>
                </a:lnTo>
                <a:lnTo>
                  <a:pt x="4917" y="8434"/>
                </a:lnTo>
                <a:lnTo>
                  <a:pt x="4589" y="11267"/>
                </a:lnTo>
                <a:lnTo>
                  <a:pt x="4259" y="14118"/>
                </a:lnTo>
                <a:lnTo>
                  <a:pt x="3927" y="16994"/>
                </a:lnTo>
                <a:lnTo>
                  <a:pt x="4658" y="15592"/>
                </a:lnTo>
                <a:lnTo>
                  <a:pt x="5392" y="14178"/>
                </a:lnTo>
                <a:lnTo>
                  <a:pt x="6136" y="12746"/>
                </a:lnTo>
                <a:lnTo>
                  <a:pt x="7307" y="11212"/>
                </a:lnTo>
                <a:lnTo>
                  <a:pt x="8512" y="10010"/>
                </a:lnTo>
                <a:lnTo>
                  <a:pt x="9746" y="9101"/>
                </a:lnTo>
                <a:lnTo>
                  <a:pt x="11008" y="8455"/>
                </a:lnTo>
                <a:lnTo>
                  <a:pt x="12290" y="8034"/>
                </a:lnTo>
                <a:lnTo>
                  <a:pt x="13594" y="7805"/>
                </a:lnTo>
                <a:lnTo>
                  <a:pt x="14912" y="7728"/>
                </a:lnTo>
                <a:lnTo>
                  <a:pt x="16241" y="7779"/>
                </a:lnTo>
                <a:lnTo>
                  <a:pt x="17578" y="7915"/>
                </a:lnTo>
                <a:lnTo>
                  <a:pt x="18920" y="8102"/>
                </a:lnTo>
                <a:lnTo>
                  <a:pt x="20261" y="8310"/>
                </a:lnTo>
                <a:lnTo>
                  <a:pt x="21600" y="8497"/>
                </a:lnTo>
                <a:lnTo>
                  <a:pt x="20781" y="9347"/>
                </a:lnTo>
                <a:lnTo>
                  <a:pt x="19951" y="10205"/>
                </a:lnTo>
                <a:lnTo>
                  <a:pt x="18880" y="11335"/>
                </a:lnTo>
                <a:lnTo>
                  <a:pt x="17794" y="12482"/>
                </a:lnTo>
                <a:lnTo>
                  <a:pt x="16734" y="13596"/>
                </a:lnTo>
                <a:lnTo>
                  <a:pt x="15656" y="14721"/>
                </a:lnTo>
                <a:lnTo>
                  <a:pt x="14521" y="16102"/>
                </a:lnTo>
                <a:lnTo>
                  <a:pt x="13740" y="17241"/>
                </a:lnTo>
                <a:lnTo>
                  <a:pt x="12946" y="18753"/>
                </a:lnTo>
                <a:lnTo>
                  <a:pt x="11782" y="21243"/>
                </a:lnTo>
                <a:lnTo>
                  <a:pt x="10405" y="21447"/>
                </a:lnTo>
                <a:lnTo>
                  <a:pt x="9404" y="21562"/>
                </a:lnTo>
                <a:lnTo>
                  <a:pt x="8489" y="21600"/>
                </a:lnTo>
                <a:lnTo>
                  <a:pt x="7373" y="21579"/>
                </a:lnTo>
                <a:lnTo>
                  <a:pt x="5769" y="21507"/>
                </a:lnTo>
                <a:lnTo>
                  <a:pt x="4691" y="21468"/>
                </a:lnTo>
                <a:lnTo>
                  <a:pt x="3607" y="21430"/>
                </a:lnTo>
                <a:lnTo>
                  <a:pt x="2508" y="21392"/>
                </a:lnTo>
                <a:lnTo>
                  <a:pt x="1263" y="21320"/>
                </a:lnTo>
                <a:lnTo>
                  <a:pt x="0" y="21243"/>
                </a:lnTo>
                <a:lnTo>
                  <a:pt x="171" y="18583"/>
                </a:lnTo>
                <a:lnTo>
                  <a:pt x="353" y="15928"/>
                </a:lnTo>
                <a:lnTo>
                  <a:pt x="542" y="13273"/>
                </a:lnTo>
                <a:lnTo>
                  <a:pt x="736" y="10622"/>
                </a:lnTo>
                <a:lnTo>
                  <a:pt x="943" y="7656"/>
                </a:lnTo>
                <a:lnTo>
                  <a:pt x="1151" y="4648"/>
                </a:lnTo>
                <a:lnTo>
                  <a:pt x="1553" y="2341"/>
                </a:lnTo>
                <a:lnTo>
                  <a:pt x="1964" y="0"/>
                </a:lnTo>
                <a:close/>
              </a:path>
            </a:pathLst>
          </a:custGeom>
          <a:solidFill>
            <a:srgbClr val="F6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4" name="contour_10272"/>
          <p:cNvSpPr/>
          <p:nvPr/>
        </p:nvSpPr>
        <p:spPr>
          <a:xfrm>
            <a:off x="11459809" y="4890242"/>
            <a:ext cx="80168" cy="39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4" y="674"/>
                </a:lnTo>
                <a:lnTo>
                  <a:pt x="2427" y="1352"/>
                </a:lnTo>
                <a:lnTo>
                  <a:pt x="3641" y="2038"/>
                </a:lnTo>
                <a:lnTo>
                  <a:pt x="4852" y="2729"/>
                </a:lnTo>
                <a:lnTo>
                  <a:pt x="6064" y="3423"/>
                </a:lnTo>
                <a:lnTo>
                  <a:pt x="7275" y="4117"/>
                </a:lnTo>
                <a:lnTo>
                  <a:pt x="8485" y="4815"/>
                </a:lnTo>
                <a:lnTo>
                  <a:pt x="9696" y="5517"/>
                </a:lnTo>
                <a:lnTo>
                  <a:pt x="10617" y="6023"/>
                </a:lnTo>
                <a:lnTo>
                  <a:pt x="11544" y="6537"/>
                </a:lnTo>
                <a:lnTo>
                  <a:pt x="12483" y="7054"/>
                </a:lnTo>
                <a:lnTo>
                  <a:pt x="13147" y="7443"/>
                </a:lnTo>
                <a:lnTo>
                  <a:pt x="15149" y="8619"/>
                </a:lnTo>
                <a:lnTo>
                  <a:pt x="16371" y="9317"/>
                </a:lnTo>
                <a:lnTo>
                  <a:pt x="17612" y="10024"/>
                </a:lnTo>
                <a:lnTo>
                  <a:pt x="18894" y="11520"/>
                </a:lnTo>
                <a:lnTo>
                  <a:pt x="19819" y="13129"/>
                </a:lnTo>
                <a:lnTo>
                  <a:pt x="20500" y="14987"/>
                </a:lnTo>
                <a:lnTo>
                  <a:pt x="21056" y="17250"/>
                </a:lnTo>
                <a:lnTo>
                  <a:pt x="21600" y="20063"/>
                </a:lnTo>
                <a:lnTo>
                  <a:pt x="18876" y="20621"/>
                </a:lnTo>
                <a:lnTo>
                  <a:pt x="16589" y="21066"/>
                </a:lnTo>
                <a:lnTo>
                  <a:pt x="14680" y="21387"/>
                </a:lnTo>
                <a:lnTo>
                  <a:pt x="13095" y="21568"/>
                </a:lnTo>
                <a:lnTo>
                  <a:pt x="11776" y="21600"/>
                </a:lnTo>
                <a:lnTo>
                  <a:pt x="10665" y="21472"/>
                </a:lnTo>
                <a:lnTo>
                  <a:pt x="9706" y="21167"/>
                </a:lnTo>
                <a:lnTo>
                  <a:pt x="8840" y="20677"/>
                </a:lnTo>
                <a:lnTo>
                  <a:pt x="8016" y="19991"/>
                </a:lnTo>
                <a:lnTo>
                  <a:pt x="7169" y="19096"/>
                </a:lnTo>
                <a:lnTo>
                  <a:pt x="6248" y="17981"/>
                </a:lnTo>
                <a:lnTo>
                  <a:pt x="5194" y="16632"/>
                </a:lnTo>
                <a:lnTo>
                  <a:pt x="4230" y="14630"/>
                </a:lnTo>
                <a:lnTo>
                  <a:pt x="3307" y="12632"/>
                </a:lnTo>
                <a:lnTo>
                  <a:pt x="2425" y="10605"/>
                </a:lnTo>
                <a:lnTo>
                  <a:pt x="1581" y="8515"/>
                </a:lnTo>
                <a:lnTo>
                  <a:pt x="774" y="6328"/>
                </a:lnTo>
                <a:lnTo>
                  <a:pt x="0" y="4013"/>
                </a:lnTo>
                <a:lnTo>
                  <a:pt x="0" y="2022"/>
                </a:lnTo>
                <a:lnTo>
                  <a:pt x="0" y="0"/>
                </a:lnTo>
                <a:close/>
              </a:path>
            </a:pathLst>
          </a:custGeom>
          <a:solidFill>
            <a:srgbClr val="FC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5" name="contour_10273"/>
          <p:cNvSpPr/>
          <p:nvPr/>
        </p:nvSpPr>
        <p:spPr>
          <a:xfrm>
            <a:off x="5643285" y="4860376"/>
            <a:ext cx="37147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72" y="0"/>
                </a:moveTo>
                <a:lnTo>
                  <a:pt x="11336" y="61"/>
                </a:lnTo>
                <a:lnTo>
                  <a:pt x="13900" y="122"/>
                </a:lnTo>
                <a:lnTo>
                  <a:pt x="16468" y="180"/>
                </a:lnTo>
                <a:lnTo>
                  <a:pt x="19032" y="240"/>
                </a:lnTo>
                <a:lnTo>
                  <a:pt x="21600" y="298"/>
                </a:lnTo>
                <a:lnTo>
                  <a:pt x="21600" y="2109"/>
                </a:lnTo>
                <a:lnTo>
                  <a:pt x="21600" y="3920"/>
                </a:lnTo>
                <a:lnTo>
                  <a:pt x="21600" y="5742"/>
                </a:lnTo>
                <a:lnTo>
                  <a:pt x="21600" y="7577"/>
                </a:lnTo>
                <a:lnTo>
                  <a:pt x="21600" y="9428"/>
                </a:lnTo>
                <a:lnTo>
                  <a:pt x="19079" y="9428"/>
                </a:lnTo>
                <a:lnTo>
                  <a:pt x="16557" y="9428"/>
                </a:lnTo>
                <a:lnTo>
                  <a:pt x="14019" y="9428"/>
                </a:lnTo>
                <a:lnTo>
                  <a:pt x="11463" y="9428"/>
                </a:lnTo>
                <a:lnTo>
                  <a:pt x="8887" y="9428"/>
                </a:lnTo>
                <a:lnTo>
                  <a:pt x="8632" y="11600"/>
                </a:lnTo>
                <a:lnTo>
                  <a:pt x="8505" y="13161"/>
                </a:lnTo>
                <a:lnTo>
                  <a:pt x="8505" y="14549"/>
                </a:lnTo>
                <a:lnTo>
                  <a:pt x="8632" y="16202"/>
                </a:lnTo>
                <a:lnTo>
                  <a:pt x="8887" y="18557"/>
                </a:lnTo>
                <a:lnTo>
                  <a:pt x="11400" y="19780"/>
                </a:lnTo>
                <a:lnTo>
                  <a:pt x="13124" y="20508"/>
                </a:lnTo>
                <a:lnTo>
                  <a:pt x="14845" y="21019"/>
                </a:lnTo>
                <a:lnTo>
                  <a:pt x="17362" y="21600"/>
                </a:lnTo>
                <a:lnTo>
                  <a:pt x="14561" y="21600"/>
                </a:lnTo>
                <a:lnTo>
                  <a:pt x="11760" y="21600"/>
                </a:lnTo>
                <a:lnTo>
                  <a:pt x="8950" y="21600"/>
                </a:lnTo>
                <a:lnTo>
                  <a:pt x="6124" y="21600"/>
                </a:lnTo>
                <a:lnTo>
                  <a:pt x="3280" y="21600"/>
                </a:lnTo>
                <a:lnTo>
                  <a:pt x="411" y="21600"/>
                </a:lnTo>
                <a:lnTo>
                  <a:pt x="343" y="19814"/>
                </a:lnTo>
                <a:lnTo>
                  <a:pt x="288" y="18024"/>
                </a:lnTo>
                <a:lnTo>
                  <a:pt x="237" y="16235"/>
                </a:lnTo>
                <a:lnTo>
                  <a:pt x="191" y="14449"/>
                </a:lnTo>
                <a:lnTo>
                  <a:pt x="148" y="12659"/>
                </a:lnTo>
                <a:lnTo>
                  <a:pt x="97" y="11001"/>
                </a:lnTo>
                <a:lnTo>
                  <a:pt x="47" y="9327"/>
                </a:lnTo>
                <a:lnTo>
                  <a:pt x="0" y="7632"/>
                </a:lnTo>
                <a:lnTo>
                  <a:pt x="394" y="4991"/>
                </a:lnTo>
                <a:lnTo>
                  <a:pt x="1199" y="2961"/>
                </a:lnTo>
                <a:lnTo>
                  <a:pt x="2683" y="1491"/>
                </a:lnTo>
                <a:lnTo>
                  <a:pt x="5115" y="520"/>
                </a:lnTo>
                <a:lnTo>
                  <a:pt x="8772" y="0"/>
                </a:lnTo>
                <a:close/>
              </a:path>
            </a:pathLst>
          </a:custGeom>
          <a:solidFill>
            <a:srgbClr val="C130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6" name="contour_10274"/>
          <p:cNvSpPr/>
          <p:nvPr/>
        </p:nvSpPr>
        <p:spPr>
          <a:xfrm>
            <a:off x="5031801" y="4882954"/>
            <a:ext cx="3128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31" y="0"/>
                </a:moveTo>
                <a:lnTo>
                  <a:pt x="10018" y="2383"/>
                </a:lnTo>
                <a:lnTo>
                  <a:pt x="13781" y="4222"/>
                </a:lnTo>
                <a:lnTo>
                  <a:pt x="16518" y="5645"/>
                </a:lnTo>
                <a:lnTo>
                  <a:pt x="18425" y="6782"/>
                </a:lnTo>
                <a:lnTo>
                  <a:pt x="19688" y="7762"/>
                </a:lnTo>
                <a:lnTo>
                  <a:pt x="20513" y="8712"/>
                </a:lnTo>
                <a:lnTo>
                  <a:pt x="21082" y="9766"/>
                </a:lnTo>
                <a:lnTo>
                  <a:pt x="21600" y="11052"/>
                </a:lnTo>
                <a:lnTo>
                  <a:pt x="21424" y="12307"/>
                </a:lnTo>
                <a:lnTo>
                  <a:pt x="21248" y="13572"/>
                </a:lnTo>
                <a:lnTo>
                  <a:pt x="21072" y="14851"/>
                </a:lnTo>
                <a:lnTo>
                  <a:pt x="20931" y="16123"/>
                </a:lnTo>
                <a:lnTo>
                  <a:pt x="20795" y="17405"/>
                </a:lnTo>
                <a:lnTo>
                  <a:pt x="20654" y="18703"/>
                </a:lnTo>
                <a:lnTo>
                  <a:pt x="20392" y="20141"/>
                </a:lnTo>
                <a:lnTo>
                  <a:pt x="20126" y="21600"/>
                </a:lnTo>
                <a:lnTo>
                  <a:pt x="16805" y="21600"/>
                </a:lnTo>
                <a:lnTo>
                  <a:pt x="13479" y="21600"/>
                </a:lnTo>
                <a:lnTo>
                  <a:pt x="10138" y="21600"/>
                </a:lnTo>
                <a:lnTo>
                  <a:pt x="6782" y="21600"/>
                </a:lnTo>
                <a:lnTo>
                  <a:pt x="3406" y="21600"/>
                </a:lnTo>
                <a:lnTo>
                  <a:pt x="0" y="21600"/>
                </a:lnTo>
                <a:lnTo>
                  <a:pt x="382" y="19956"/>
                </a:lnTo>
                <a:lnTo>
                  <a:pt x="765" y="18310"/>
                </a:lnTo>
                <a:lnTo>
                  <a:pt x="1152" y="16663"/>
                </a:lnTo>
                <a:lnTo>
                  <a:pt x="1535" y="15014"/>
                </a:lnTo>
                <a:lnTo>
                  <a:pt x="1917" y="13363"/>
                </a:lnTo>
                <a:lnTo>
                  <a:pt x="2304" y="11710"/>
                </a:lnTo>
                <a:lnTo>
                  <a:pt x="2692" y="10051"/>
                </a:lnTo>
                <a:lnTo>
                  <a:pt x="3079" y="8390"/>
                </a:lnTo>
                <a:lnTo>
                  <a:pt x="3467" y="6725"/>
                </a:lnTo>
                <a:lnTo>
                  <a:pt x="3854" y="5052"/>
                </a:lnTo>
                <a:lnTo>
                  <a:pt x="4247" y="3374"/>
                </a:lnTo>
                <a:lnTo>
                  <a:pt x="4639" y="1692"/>
                </a:lnTo>
                <a:lnTo>
                  <a:pt x="5031" y="0"/>
                </a:lnTo>
                <a:close/>
              </a:path>
            </a:pathLst>
          </a:custGeom>
          <a:solidFill>
            <a:srgbClr val="ED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7" name="contour_10275"/>
          <p:cNvSpPr/>
          <p:nvPr/>
        </p:nvSpPr>
        <p:spPr>
          <a:xfrm>
            <a:off x="1613733" y="4880680"/>
            <a:ext cx="58304" cy="394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83" y="0"/>
                </a:moveTo>
                <a:lnTo>
                  <a:pt x="11437" y="52"/>
                </a:lnTo>
                <a:lnTo>
                  <a:pt x="12876" y="204"/>
                </a:lnTo>
                <a:lnTo>
                  <a:pt x="14248" y="559"/>
                </a:lnTo>
                <a:lnTo>
                  <a:pt x="16200" y="1246"/>
                </a:lnTo>
                <a:lnTo>
                  <a:pt x="17401" y="3275"/>
                </a:lnTo>
                <a:lnTo>
                  <a:pt x="18449" y="5351"/>
                </a:lnTo>
                <a:lnTo>
                  <a:pt x="19351" y="7496"/>
                </a:lnTo>
                <a:lnTo>
                  <a:pt x="20110" y="9736"/>
                </a:lnTo>
                <a:lnTo>
                  <a:pt x="20733" y="12084"/>
                </a:lnTo>
                <a:lnTo>
                  <a:pt x="21227" y="14572"/>
                </a:lnTo>
                <a:lnTo>
                  <a:pt x="21600" y="17219"/>
                </a:lnTo>
                <a:lnTo>
                  <a:pt x="19977" y="19531"/>
                </a:lnTo>
                <a:lnTo>
                  <a:pt x="18760" y="20761"/>
                </a:lnTo>
                <a:lnTo>
                  <a:pt x="17334" y="21312"/>
                </a:lnTo>
                <a:lnTo>
                  <a:pt x="15090" y="21600"/>
                </a:lnTo>
                <a:lnTo>
                  <a:pt x="13619" y="21556"/>
                </a:lnTo>
                <a:lnTo>
                  <a:pt x="12134" y="21508"/>
                </a:lnTo>
                <a:lnTo>
                  <a:pt x="10633" y="21460"/>
                </a:lnTo>
                <a:lnTo>
                  <a:pt x="9150" y="21424"/>
                </a:lnTo>
                <a:lnTo>
                  <a:pt x="7660" y="21388"/>
                </a:lnTo>
                <a:lnTo>
                  <a:pt x="6151" y="21352"/>
                </a:lnTo>
                <a:lnTo>
                  <a:pt x="5289" y="21320"/>
                </a:lnTo>
                <a:lnTo>
                  <a:pt x="2700" y="21213"/>
                </a:lnTo>
                <a:lnTo>
                  <a:pt x="4037" y="19236"/>
                </a:lnTo>
                <a:lnTo>
                  <a:pt x="5378" y="17247"/>
                </a:lnTo>
                <a:lnTo>
                  <a:pt x="6731" y="15247"/>
                </a:lnTo>
                <a:lnTo>
                  <a:pt x="8100" y="13226"/>
                </a:lnTo>
                <a:lnTo>
                  <a:pt x="6761" y="11908"/>
                </a:lnTo>
                <a:lnTo>
                  <a:pt x="5424" y="10586"/>
                </a:lnTo>
                <a:lnTo>
                  <a:pt x="4080" y="9261"/>
                </a:lnTo>
                <a:lnTo>
                  <a:pt x="2730" y="7931"/>
                </a:lnTo>
                <a:lnTo>
                  <a:pt x="1369" y="6589"/>
                </a:lnTo>
                <a:lnTo>
                  <a:pt x="0" y="5239"/>
                </a:lnTo>
                <a:lnTo>
                  <a:pt x="1517" y="3175"/>
                </a:lnTo>
                <a:lnTo>
                  <a:pt x="2859" y="1789"/>
                </a:lnTo>
                <a:lnTo>
                  <a:pt x="4163" y="926"/>
                </a:lnTo>
                <a:lnTo>
                  <a:pt x="5573" y="439"/>
                </a:lnTo>
                <a:lnTo>
                  <a:pt x="7231" y="180"/>
                </a:lnTo>
                <a:lnTo>
                  <a:pt x="9283" y="0"/>
                </a:lnTo>
                <a:close/>
              </a:path>
            </a:pathLst>
          </a:custGeom>
          <a:solidFill>
            <a:srgbClr val="EAE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8" name="contour_10276"/>
          <p:cNvSpPr/>
          <p:nvPr/>
        </p:nvSpPr>
        <p:spPr>
          <a:xfrm>
            <a:off x="1328321" y="4884171"/>
            <a:ext cx="44909" cy="49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01" y="658"/>
                </a:moveTo>
                <a:lnTo>
                  <a:pt x="18519" y="1309"/>
                </a:lnTo>
                <a:lnTo>
                  <a:pt x="20047" y="1969"/>
                </a:lnTo>
                <a:lnTo>
                  <a:pt x="21600" y="2633"/>
                </a:lnTo>
                <a:lnTo>
                  <a:pt x="20934" y="4720"/>
                </a:lnTo>
                <a:lnTo>
                  <a:pt x="20236" y="6768"/>
                </a:lnTo>
                <a:lnTo>
                  <a:pt x="19497" y="8782"/>
                </a:lnTo>
                <a:lnTo>
                  <a:pt x="18694" y="10764"/>
                </a:lnTo>
                <a:lnTo>
                  <a:pt x="17818" y="12717"/>
                </a:lnTo>
                <a:lnTo>
                  <a:pt x="16850" y="14646"/>
                </a:lnTo>
                <a:lnTo>
                  <a:pt x="15778" y="16552"/>
                </a:lnTo>
                <a:lnTo>
                  <a:pt x="14589" y="18439"/>
                </a:lnTo>
                <a:lnTo>
                  <a:pt x="12237" y="19469"/>
                </a:lnTo>
                <a:lnTo>
                  <a:pt x="10032" y="20212"/>
                </a:lnTo>
                <a:lnTo>
                  <a:pt x="7863" y="20728"/>
                </a:lnTo>
                <a:lnTo>
                  <a:pt x="5633" y="21085"/>
                </a:lnTo>
                <a:lnTo>
                  <a:pt x="3232" y="21353"/>
                </a:lnTo>
                <a:lnTo>
                  <a:pt x="568" y="21600"/>
                </a:lnTo>
                <a:lnTo>
                  <a:pt x="326" y="19315"/>
                </a:lnTo>
                <a:lnTo>
                  <a:pt x="144" y="17054"/>
                </a:lnTo>
                <a:lnTo>
                  <a:pt x="28" y="14810"/>
                </a:lnTo>
                <a:lnTo>
                  <a:pt x="0" y="12572"/>
                </a:lnTo>
                <a:lnTo>
                  <a:pt x="70" y="10331"/>
                </a:lnTo>
                <a:lnTo>
                  <a:pt x="252" y="8074"/>
                </a:lnTo>
                <a:lnTo>
                  <a:pt x="568" y="5794"/>
                </a:lnTo>
                <a:lnTo>
                  <a:pt x="2864" y="3705"/>
                </a:lnTo>
                <a:lnTo>
                  <a:pt x="4907" y="2102"/>
                </a:lnTo>
                <a:lnTo>
                  <a:pt x="6863" y="961"/>
                </a:lnTo>
                <a:lnTo>
                  <a:pt x="8890" y="269"/>
                </a:lnTo>
                <a:lnTo>
                  <a:pt x="11147" y="0"/>
                </a:lnTo>
                <a:lnTo>
                  <a:pt x="13797" y="136"/>
                </a:lnTo>
                <a:lnTo>
                  <a:pt x="17001" y="658"/>
                </a:lnTo>
                <a:close/>
              </a:path>
            </a:pathLst>
          </a:custGeom>
          <a:solidFill>
            <a:srgbClr val="E4E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79" name="contour_10277"/>
          <p:cNvSpPr/>
          <p:nvPr/>
        </p:nvSpPr>
        <p:spPr>
          <a:xfrm>
            <a:off x="775614" y="4875316"/>
            <a:ext cx="51016" cy="44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1"/>
                </a:moveTo>
                <a:lnTo>
                  <a:pt x="21600" y="2529"/>
                </a:lnTo>
                <a:lnTo>
                  <a:pt x="21600" y="4889"/>
                </a:lnTo>
                <a:lnTo>
                  <a:pt x="21600" y="7261"/>
                </a:lnTo>
                <a:lnTo>
                  <a:pt x="21600" y="9643"/>
                </a:lnTo>
                <a:lnTo>
                  <a:pt x="21600" y="12039"/>
                </a:lnTo>
                <a:lnTo>
                  <a:pt x="21600" y="14457"/>
                </a:lnTo>
                <a:lnTo>
                  <a:pt x="19560" y="14457"/>
                </a:lnTo>
                <a:lnTo>
                  <a:pt x="17508" y="14457"/>
                </a:lnTo>
                <a:lnTo>
                  <a:pt x="15429" y="14457"/>
                </a:lnTo>
                <a:lnTo>
                  <a:pt x="14296" y="16579"/>
                </a:lnTo>
                <a:lnTo>
                  <a:pt x="13596" y="18029"/>
                </a:lnTo>
                <a:lnTo>
                  <a:pt x="13043" y="19479"/>
                </a:lnTo>
                <a:lnTo>
                  <a:pt x="12343" y="21600"/>
                </a:lnTo>
                <a:lnTo>
                  <a:pt x="10226" y="20093"/>
                </a:lnTo>
                <a:lnTo>
                  <a:pt x="8304" y="18646"/>
                </a:lnTo>
                <a:lnTo>
                  <a:pt x="6563" y="17196"/>
                </a:lnTo>
                <a:lnTo>
                  <a:pt x="4987" y="15664"/>
                </a:lnTo>
                <a:lnTo>
                  <a:pt x="3558" y="13982"/>
                </a:lnTo>
                <a:lnTo>
                  <a:pt x="2262" y="12079"/>
                </a:lnTo>
                <a:lnTo>
                  <a:pt x="1080" y="9879"/>
                </a:lnTo>
                <a:lnTo>
                  <a:pt x="0" y="7314"/>
                </a:lnTo>
                <a:lnTo>
                  <a:pt x="1966" y="6032"/>
                </a:lnTo>
                <a:lnTo>
                  <a:pt x="3863" y="4839"/>
                </a:lnTo>
                <a:lnTo>
                  <a:pt x="5715" y="3750"/>
                </a:lnTo>
                <a:lnTo>
                  <a:pt x="7541" y="2771"/>
                </a:lnTo>
                <a:lnTo>
                  <a:pt x="9368" y="1921"/>
                </a:lnTo>
                <a:lnTo>
                  <a:pt x="11220" y="1207"/>
                </a:lnTo>
                <a:lnTo>
                  <a:pt x="13114" y="646"/>
                </a:lnTo>
                <a:lnTo>
                  <a:pt x="15077" y="250"/>
                </a:lnTo>
                <a:lnTo>
                  <a:pt x="17129" y="32"/>
                </a:lnTo>
                <a:lnTo>
                  <a:pt x="19295" y="0"/>
                </a:lnTo>
                <a:lnTo>
                  <a:pt x="21600" y="171"/>
                </a:lnTo>
                <a:close/>
              </a:path>
            </a:pathLst>
          </a:custGeom>
          <a:solidFill>
            <a:srgbClr val="D9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0" name="contour_10278"/>
          <p:cNvSpPr/>
          <p:nvPr/>
        </p:nvSpPr>
        <p:spPr>
          <a:xfrm>
            <a:off x="10920498" y="4861090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328"/>
                </a:lnTo>
                <a:lnTo>
                  <a:pt x="3290" y="657"/>
                </a:lnTo>
                <a:lnTo>
                  <a:pt x="4937" y="989"/>
                </a:lnTo>
                <a:lnTo>
                  <a:pt x="6586" y="1318"/>
                </a:lnTo>
                <a:lnTo>
                  <a:pt x="8237" y="1646"/>
                </a:lnTo>
                <a:lnTo>
                  <a:pt x="9890" y="1979"/>
                </a:lnTo>
                <a:lnTo>
                  <a:pt x="11549" y="2311"/>
                </a:lnTo>
                <a:lnTo>
                  <a:pt x="13210" y="2644"/>
                </a:lnTo>
                <a:lnTo>
                  <a:pt x="14875" y="2976"/>
                </a:lnTo>
                <a:lnTo>
                  <a:pt x="16548" y="3309"/>
                </a:lnTo>
                <a:lnTo>
                  <a:pt x="18226" y="3646"/>
                </a:lnTo>
                <a:lnTo>
                  <a:pt x="19908" y="3983"/>
                </a:lnTo>
                <a:lnTo>
                  <a:pt x="21600" y="4320"/>
                </a:lnTo>
                <a:lnTo>
                  <a:pt x="19015" y="8467"/>
                </a:lnTo>
                <a:lnTo>
                  <a:pt x="16973" y="11729"/>
                </a:lnTo>
                <a:lnTo>
                  <a:pt x="15374" y="14243"/>
                </a:lnTo>
                <a:lnTo>
                  <a:pt x="14124" y="16152"/>
                </a:lnTo>
                <a:lnTo>
                  <a:pt x="13118" y="17595"/>
                </a:lnTo>
                <a:lnTo>
                  <a:pt x="12264" y="18723"/>
                </a:lnTo>
                <a:lnTo>
                  <a:pt x="11458" y="19669"/>
                </a:lnTo>
                <a:lnTo>
                  <a:pt x="10603" y="20580"/>
                </a:lnTo>
                <a:lnTo>
                  <a:pt x="9600" y="21600"/>
                </a:lnTo>
                <a:lnTo>
                  <a:pt x="7694" y="21298"/>
                </a:lnTo>
                <a:lnTo>
                  <a:pt x="6365" y="20922"/>
                </a:lnTo>
                <a:lnTo>
                  <a:pt x="5270" y="20265"/>
                </a:lnTo>
                <a:lnTo>
                  <a:pt x="4066" y="19120"/>
                </a:lnTo>
                <a:lnTo>
                  <a:pt x="2400" y="17280"/>
                </a:lnTo>
                <a:lnTo>
                  <a:pt x="2004" y="14429"/>
                </a:lnTo>
                <a:lnTo>
                  <a:pt x="1608" y="11573"/>
                </a:lnTo>
                <a:lnTo>
                  <a:pt x="1210" y="8705"/>
                </a:lnTo>
                <a:lnTo>
                  <a:pt x="809" y="5823"/>
                </a:lnTo>
                <a:lnTo>
                  <a:pt x="406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4543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1" name="contour_10279"/>
          <p:cNvSpPr/>
          <p:nvPr/>
        </p:nvSpPr>
        <p:spPr>
          <a:xfrm>
            <a:off x="10884058" y="486109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762" y="652"/>
                </a:lnTo>
                <a:lnTo>
                  <a:pt x="10688" y="1175"/>
                </a:lnTo>
                <a:lnTo>
                  <a:pt x="12773" y="1680"/>
                </a:lnTo>
                <a:lnTo>
                  <a:pt x="14422" y="2294"/>
                </a:lnTo>
                <a:lnTo>
                  <a:pt x="16031" y="3132"/>
                </a:lnTo>
                <a:lnTo>
                  <a:pt x="18000" y="4320"/>
                </a:lnTo>
                <a:lnTo>
                  <a:pt x="19087" y="7180"/>
                </a:lnTo>
                <a:lnTo>
                  <a:pt x="19886" y="9932"/>
                </a:lnTo>
                <a:lnTo>
                  <a:pt x="20470" y="12662"/>
                </a:lnTo>
                <a:lnTo>
                  <a:pt x="20905" y="15461"/>
                </a:lnTo>
                <a:lnTo>
                  <a:pt x="21258" y="18408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A6A9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2" name="contour_10280"/>
          <p:cNvSpPr/>
          <p:nvPr/>
        </p:nvSpPr>
        <p:spPr>
          <a:xfrm>
            <a:off x="6613295" y="4846514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3" y="1428"/>
                </a:lnTo>
                <a:lnTo>
                  <a:pt x="1789" y="2864"/>
                </a:lnTo>
                <a:lnTo>
                  <a:pt x="2700" y="4320"/>
                </a:lnTo>
                <a:lnTo>
                  <a:pt x="3863" y="5735"/>
                </a:lnTo>
                <a:lnTo>
                  <a:pt x="4720" y="6657"/>
                </a:lnTo>
                <a:lnTo>
                  <a:pt x="5692" y="7491"/>
                </a:lnTo>
                <a:lnTo>
                  <a:pt x="7200" y="8640"/>
                </a:lnTo>
                <a:lnTo>
                  <a:pt x="9716" y="8958"/>
                </a:lnTo>
                <a:lnTo>
                  <a:pt x="12053" y="9104"/>
                </a:lnTo>
                <a:lnTo>
                  <a:pt x="14310" y="9115"/>
                </a:lnTo>
                <a:lnTo>
                  <a:pt x="16585" y="9020"/>
                </a:lnTo>
                <a:lnTo>
                  <a:pt x="18979" y="8852"/>
                </a:lnTo>
                <a:lnTo>
                  <a:pt x="21600" y="8640"/>
                </a:lnTo>
                <a:lnTo>
                  <a:pt x="20988" y="9938"/>
                </a:lnTo>
                <a:lnTo>
                  <a:pt x="20365" y="11236"/>
                </a:lnTo>
                <a:lnTo>
                  <a:pt x="19735" y="12532"/>
                </a:lnTo>
                <a:lnTo>
                  <a:pt x="19094" y="13826"/>
                </a:lnTo>
                <a:lnTo>
                  <a:pt x="18450" y="15120"/>
                </a:lnTo>
                <a:lnTo>
                  <a:pt x="17867" y="16325"/>
                </a:lnTo>
                <a:lnTo>
                  <a:pt x="17276" y="17537"/>
                </a:lnTo>
                <a:lnTo>
                  <a:pt x="16679" y="18766"/>
                </a:lnTo>
                <a:lnTo>
                  <a:pt x="15926" y="19701"/>
                </a:lnTo>
                <a:lnTo>
                  <a:pt x="15167" y="20645"/>
                </a:lnTo>
                <a:lnTo>
                  <a:pt x="14400" y="21600"/>
                </a:lnTo>
                <a:lnTo>
                  <a:pt x="12020" y="21600"/>
                </a:lnTo>
                <a:lnTo>
                  <a:pt x="9626" y="21600"/>
                </a:lnTo>
                <a:lnTo>
                  <a:pt x="7200" y="21600"/>
                </a:lnTo>
                <a:lnTo>
                  <a:pt x="7200" y="20174"/>
                </a:lnTo>
                <a:lnTo>
                  <a:pt x="7200" y="18747"/>
                </a:lnTo>
                <a:lnTo>
                  <a:pt x="7200" y="17312"/>
                </a:lnTo>
                <a:lnTo>
                  <a:pt x="7200" y="15872"/>
                </a:lnTo>
                <a:lnTo>
                  <a:pt x="7200" y="14422"/>
                </a:lnTo>
                <a:lnTo>
                  <a:pt x="7200" y="12960"/>
                </a:lnTo>
                <a:lnTo>
                  <a:pt x="4820" y="12960"/>
                </a:lnTo>
                <a:lnTo>
                  <a:pt x="2426" y="12960"/>
                </a:lnTo>
                <a:lnTo>
                  <a:pt x="0" y="12960"/>
                </a:lnTo>
                <a:lnTo>
                  <a:pt x="0" y="11534"/>
                </a:lnTo>
                <a:lnTo>
                  <a:pt x="0" y="10107"/>
                </a:lnTo>
                <a:lnTo>
                  <a:pt x="0" y="8679"/>
                </a:lnTo>
                <a:lnTo>
                  <a:pt x="0" y="7247"/>
                </a:lnTo>
                <a:lnTo>
                  <a:pt x="0" y="5810"/>
                </a:lnTo>
                <a:lnTo>
                  <a:pt x="0" y="4368"/>
                </a:lnTo>
                <a:lnTo>
                  <a:pt x="0" y="2920"/>
                </a:lnTo>
                <a:lnTo>
                  <a:pt x="0" y="1464"/>
                </a:lnTo>
                <a:lnTo>
                  <a:pt x="0" y="0"/>
                </a:lnTo>
                <a:close/>
              </a:path>
            </a:pathLst>
          </a:custGeom>
          <a:solidFill>
            <a:srgbClr val="D9DF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3" name="contour_10281"/>
          <p:cNvSpPr/>
          <p:nvPr/>
        </p:nvSpPr>
        <p:spPr>
          <a:xfrm>
            <a:off x="3326411" y="4868378"/>
            <a:ext cx="1093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12" y="372"/>
                </a:lnTo>
                <a:lnTo>
                  <a:pt x="2017" y="786"/>
                </a:lnTo>
                <a:lnTo>
                  <a:pt x="3015" y="1248"/>
                </a:lnTo>
                <a:lnTo>
                  <a:pt x="4006" y="1750"/>
                </a:lnTo>
                <a:lnTo>
                  <a:pt x="4992" y="2298"/>
                </a:lnTo>
                <a:lnTo>
                  <a:pt x="5975" y="2886"/>
                </a:lnTo>
                <a:lnTo>
                  <a:pt x="6951" y="3516"/>
                </a:lnTo>
                <a:lnTo>
                  <a:pt x="7924" y="4182"/>
                </a:lnTo>
                <a:lnTo>
                  <a:pt x="8896" y="4890"/>
                </a:lnTo>
                <a:lnTo>
                  <a:pt x="9864" y="5633"/>
                </a:lnTo>
                <a:lnTo>
                  <a:pt x="10830" y="6411"/>
                </a:lnTo>
                <a:lnTo>
                  <a:pt x="11796" y="7223"/>
                </a:lnTo>
                <a:lnTo>
                  <a:pt x="12761" y="8070"/>
                </a:lnTo>
                <a:lnTo>
                  <a:pt x="13726" y="8951"/>
                </a:lnTo>
                <a:lnTo>
                  <a:pt x="14692" y="9858"/>
                </a:lnTo>
                <a:lnTo>
                  <a:pt x="15660" y="10800"/>
                </a:lnTo>
                <a:lnTo>
                  <a:pt x="16538" y="11651"/>
                </a:lnTo>
                <a:lnTo>
                  <a:pt x="17428" y="12511"/>
                </a:lnTo>
                <a:lnTo>
                  <a:pt x="18271" y="13392"/>
                </a:lnTo>
                <a:lnTo>
                  <a:pt x="19109" y="14321"/>
                </a:lnTo>
                <a:lnTo>
                  <a:pt x="19943" y="15284"/>
                </a:lnTo>
                <a:lnTo>
                  <a:pt x="20773" y="16273"/>
                </a:lnTo>
                <a:lnTo>
                  <a:pt x="21600" y="17280"/>
                </a:lnTo>
                <a:lnTo>
                  <a:pt x="21600" y="19423"/>
                </a:lnTo>
                <a:lnTo>
                  <a:pt x="21600" y="21600"/>
                </a:lnTo>
                <a:lnTo>
                  <a:pt x="20580" y="21306"/>
                </a:lnTo>
                <a:lnTo>
                  <a:pt x="19574" y="20978"/>
                </a:lnTo>
                <a:lnTo>
                  <a:pt x="18576" y="20611"/>
                </a:lnTo>
                <a:lnTo>
                  <a:pt x="17588" y="20213"/>
                </a:lnTo>
                <a:lnTo>
                  <a:pt x="16609" y="19773"/>
                </a:lnTo>
                <a:lnTo>
                  <a:pt x="15636" y="19293"/>
                </a:lnTo>
                <a:lnTo>
                  <a:pt x="14669" y="18770"/>
                </a:lnTo>
                <a:lnTo>
                  <a:pt x="13709" y="18200"/>
                </a:lnTo>
                <a:lnTo>
                  <a:pt x="12753" y="17587"/>
                </a:lnTo>
                <a:lnTo>
                  <a:pt x="11799" y="16926"/>
                </a:lnTo>
                <a:lnTo>
                  <a:pt x="10848" y="16217"/>
                </a:lnTo>
                <a:lnTo>
                  <a:pt x="9897" y="15453"/>
                </a:lnTo>
                <a:lnTo>
                  <a:pt x="8948" y="14636"/>
                </a:lnTo>
                <a:lnTo>
                  <a:pt x="7998" y="13764"/>
                </a:lnTo>
                <a:lnTo>
                  <a:pt x="7044" y="12835"/>
                </a:lnTo>
                <a:lnTo>
                  <a:pt x="6088" y="11850"/>
                </a:lnTo>
                <a:lnTo>
                  <a:pt x="5129" y="10800"/>
                </a:lnTo>
                <a:lnTo>
                  <a:pt x="4365" y="9949"/>
                </a:lnTo>
                <a:lnTo>
                  <a:pt x="3586" y="9089"/>
                </a:lnTo>
                <a:lnTo>
                  <a:pt x="2678" y="7979"/>
                </a:lnTo>
                <a:lnTo>
                  <a:pt x="1778" y="6804"/>
                </a:lnTo>
                <a:lnTo>
                  <a:pt x="887" y="5577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E6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4" name="contour_10282"/>
          <p:cNvSpPr/>
          <p:nvPr/>
        </p:nvSpPr>
        <p:spPr>
          <a:xfrm>
            <a:off x="957814" y="4861090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67" y="216"/>
                </a:lnTo>
                <a:lnTo>
                  <a:pt x="5285" y="471"/>
                </a:lnTo>
                <a:lnTo>
                  <a:pt x="7866" y="795"/>
                </a:lnTo>
                <a:lnTo>
                  <a:pt x="10418" y="1210"/>
                </a:lnTo>
                <a:lnTo>
                  <a:pt x="12942" y="1745"/>
                </a:lnTo>
                <a:lnTo>
                  <a:pt x="15445" y="2424"/>
                </a:lnTo>
                <a:lnTo>
                  <a:pt x="17937" y="3275"/>
                </a:lnTo>
                <a:lnTo>
                  <a:pt x="20420" y="4320"/>
                </a:lnTo>
                <a:lnTo>
                  <a:pt x="21220" y="7348"/>
                </a:lnTo>
                <a:lnTo>
                  <a:pt x="21584" y="10122"/>
                </a:lnTo>
                <a:lnTo>
                  <a:pt x="21600" y="12787"/>
                </a:lnTo>
                <a:lnTo>
                  <a:pt x="21351" y="15492"/>
                </a:lnTo>
                <a:lnTo>
                  <a:pt x="20930" y="18382"/>
                </a:lnTo>
                <a:lnTo>
                  <a:pt x="20420" y="21600"/>
                </a:lnTo>
                <a:lnTo>
                  <a:pt x="17532" y="21600"/>
                </a:lnTo>
                <a:lnTo>
                  <a:pt x="14641" y="21600"/>
                </a:lnTo>
                <a:lnTo>
                  <a:pt x="11741" y="21600"/>
                </a:lnTo>
                <a:lnTo>
                  <a:pt x="8829" y="21600"/>
                </a:lnTo>
                <a:lnTo>
                  <a:pt x="5905" y="21600"/>
                </a:lnTo>
                <a:lnTo>
                  <a:pt x="296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6D8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5" name="contour_10283"/>
          <p:cNvSpPr/>
          <p:nvPr/>
        </p:nvSpPr>
        <p:spPr>
          <a:xfrm>
            <a:off x="4018770" y="4845800"/>
            <a:ext cx="72880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73" y="0"/>
                </a:moveTo>
                <a:lnTo>
                  <a:pt x="14844" y="64"/>
                </a:lnTo>
                <a:lnTo>
                  <a:pt x="16334" y="124"/>
                </a:lnTo>
                <a:lnTo>
                  <a:pt x="17814" y="174"/>
                </a:lnTo>
                <a:lnTo>
                  <a:pt x="19313" y="220"/>
                </a:lnTo>
                <a:lnTo>
                  <a:pt x="20449" y="283"/>
                </a:lnTo>
                <a:lnTo>
                  <a:pt x="21600" y="347"/>
                </a:lnTo>
                <a:lnTo>
                  <a:pt x="20663" y="422"/>
                </a:lnTo>
                <a:lnTo>
                  <a:pt x="19710" y="499"/>
                </a:lnTo>
                <a:lnTo>
                  <a:pt x="18209" y="843"/>
                </a:lnTo>
                <a:lnTo>
                  <a:pt x="16846" y="1265"/>
                </a:lnTo>
                <a:lnTo>
                  <a:pt x="15558" y="1849"/>
                </a:lnTo>
                <a:lnTo>
                  <a:pt x="14284" y="2696"/>
                </a:lnTo>
                <a:lnTo>
                  <a:pt x="12960" y="3889"/>
                </a:lnTo>
                <a:lnTo>
                  <a:pt x="12668" y="6507"/>
                </a:lnTo>
                <a:lnTo>
                  <a:pt x="12513" y="9008"/>
                </a:lnTo>
                <a:lnTo>
                  <a:pt x="12470" y="11445"/>
                </a:lnTo>
                <a:lnTo>
                  <a:pt x="12517" y="13875"/>
                </a:lnTo>
                <a:lnTo>
                  <a:pt x="12632" y="16343"/>
                </a:lnTo>
                <a:lnTo>
                  <a:pt x="12787" y="18901"/>
                </a:lnTo>
                <a:lnTo>
                  <a:pt x="12960" y="21600"/>
                </a:lnTo>
                <a:lnTo>
                  <a:pt x="11534" y="21600"/>
                </a:lnTo>
                <a:lnTo>
                  <a:pt x="10109" y="21600"/>
                </a:lnTo>
                <a:lnTo>
                  <a:pt x="8679" y="21600"/>
                </a:lnTo>
                <a:lnTo>
                  <a:pt x="7247" y="21600"/>
                </a:lnTo>
                <a:lnTo>
                  <a:pt x="5810" y="21600"/>
                </a:lnTo>
                <a:lnTo>
                  <a:pt x="4370" y="21600"/>
                </a:lnTo>
                <a:lnTo>
                  <a:pt x="2920" y="21600"/>
                </a:lnTo>
                <a:lnTo>
                  <a:pt x="1464" y="21600"/>
                </a:lnTo>
                <a:lnTo>
                  <a:pt x="0" y="21600"/>
                </a:lnTo>
                <a:lnTo>
                  <a:pt x="1071" y="20725"/>
                </a:lnTo>
                <a:lnTo>
                  <a:pt x="2145" y="19843"/>
                </a:lnTo>
                <a:lnTo>
                  <a:pt x="3227" y="18958"/>
                </a:lnTo>
                <a:lnTo>
                  <a:pt x="4320" y="18058"/>
                </a:lnTo>
                <a:lnTo>
                  <a:pt x="5082" y="16078"/>
                </a:lnTo>
                <a:lnTo>
                  <a:pt x="5575" y="14682"/>
                </a:lnTo>
                <a:lnTo>
                  <a:pt x="6013" y="13202"/>
                </a:lnTo>
                <a:lnTo>
                  <a:pt x="6614" y="10974"/>
                </a:lnTo>
                <a:lnTo>
                  <a:pt x="7674" y="7106"/>
                </a:lnTo>
                <a:lnTo>
                  <a:pt x="8508" y="4325"/>
                </a:lnTo>
                <a:lnTo>
                  <a:pt x="9230" y="2437"/>
                </a:lnTo>
                <a:lnTo>
                  <a:pt x="9958" y="1254"/>
                </a:lnTo>
                <a:lnTo>
                  <a:pt x="10813" y="581"/>
                </a:lnTo>
                <a:lnTo>
                  <a:pt x="11912" y="227"/>
                </a:lnTo>
                <a:lnTo>
                  <a:pt x="13373" y="0"/>
                </a:lnTo>
                <a:close/>
              </a:path>
            </a:pathLst>
          </a:custGeom>
          <a:solidFill>
            <a:srgbClr val="B2A8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6" name="contour_10284"/>
          <p:cNvSpPr/>
          <p:nvPr/>
        </p:nvSpPr>
        <p:spPr>
          <a:xfrm>
            <a:off x="1336789" y="484651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19224" y="18396"/>
                </a:lnTo>
                <a:lnTo>
                  <a:pt x="16844" y="18792"/>
                </a:lnTo>
                <a:lnTo>
                  <a:pt x="14465" y="19188"/>
                </a:lnTo>
                <a:lnTo>
                  <a:pt x="12078" y="19588"/>
                </a:lnTo>
                <a:lnTo>
                  <a:pt x="9684" y="19987"/>
                </a:lnTo>
                <a:lnTo>
                  <a:pt x="7279" y="20387"/>
                </a:lnTo>
                <a:lnTo>
                  <a:pt x="4867" y="20790"/>
                </a:lnTo>
                <a:lnTo>
                  <a:pt x="2441" y="21193"/>
                </a:lnTo>
                <a:lnTo>
                  <a:pt x="0" y="21600"/>
                </a:lnTo>
                <a:lnTo>
                  <a:pt x="662" y="17669"/>
                </a:lnTo>
                <a:lnTo>
                  <a:pt x="1235" y="14558"/>
                </a:lnTo>
                <a:lnTo>
                  <a:pt x="1789" y="12114"/>
                </a:lnTo>
                <a:lnTo>
                  <a:pt x="2398" y="10177"/>
                </a:lnTo>
                <a:lnTo>
                  <a:pt x="3132" y="8597"/>
                </a:lnTo>
                <a:lnTo>
                  <a:pt x="4064" y="7214"/>
                </a:lnTo>
                <a:lnTo>
                  <a:pt x="5267" y="5875"/>
                </a:lnTo>
                <a:lnTo>
                  <a:pt x="6815" y="4421"/>
                </a:lnTo>
                <a:lnTo>
                  <a:pt x="8777" y="2700"/>
                </a:lnTo>
                <a:lnTo>
                  <a:pt x="11178" y="1562"/>
                </a:lnTo>
                <a:lnTo>
                  <a:pt x="13000" y="799"/>
                </a:lnTo>
                <a:lnTo>
                  <a:pt x="14598" y="338"/>
                </a:lnTo>
                <a:lnTo>
                  <a:pt x="16326" y="101"/>
                </a:lnTo>
                <a:lnTo>
                  <a:pt x="18540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2422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7" name="contour_10285"/>
          <p:cNvSpPr/>
          <p:nvPr/>
        </p:nvSpPr>
        <p:spPr>
          <a:xfrm>
            <a:off x="10257291" y="4852155"/>
            <a:ext cx="109320" cy="32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80"/>
                </a:moveTo>
                <a:lnTo>
                  <a:pt x="2092" y="803"/>
                </a:lnTo>
                <a:lnTo>
                  <a:pt x="3997" y="559"/>
                </a:lnTo>
                <a:lnTo>
                  <a:pt x="5727" y="349"/>
                </a:lnTo>
                <a:lnTo>
                  <a:pt x="7295" y="186"/>
                </a:lnTo>
                <a:lnTo>
                  <a:pt x="8713" y="67"/>
                </a:lnTo>
                <a:lnTo>
                  <a:pt x="9992" y="5"/>
                </a:lnTo>
                <a:lnTo>
                  <a:pt x="11146" y="0"/>
                </a:lnTo>
                <a:lnTo>
                  <a:pt x="12185" y="62"/>
                </a:lnTo>
                <a:lnTo>
                  <a:pt x="13123" y="186"/>
                </a:lnTo>
                <a:lnTo>
                  <a:pt x="13971" y="392"/>
                </a:lnTo>
                <a:lnTo>
                  <a:pt x="14741" y="674"/>
                </a:lnTo>
                <a:lnTo>
                  <a:pt x="15448" y="1047"/>
                </a:lnTo>
                <a:lnTo>
                  <a:pt x="16101" y="1506"/>
                </a:lnTo>
                <a:lnTo>
                  <a:pt x="16713" y="2065"/>
                </a:lnTo>
                <a:lnTo>
                  <a:pt x="17296" y="2724"/>
                </a:lnTo>
                <a:lnTo>
                  <a:pt x="17863" y="3489"/>
                </a:lnTo>
                <a:lnTo>
                  <a:pt x="18426" y="4369"/>
                </a:lnTo>
                <a:lnTo>
                  <a:pt x="18996" y="5363"/>
                </a:lnTo>
                <a:lnTo>
                  <a:pt x="19587" y="6486"/>
                </a:lnTo>
                <a:lnTo>
                  <a:pt x="20209" y="7734"/>
                </a:lnTo>
                <a:lnTo>
                  <a:pt x="20876" y="9115"/>
                </a:lnTo>
                <a:lnTo>
                  <a:pt x="21600" y="10640"/>
                </a:lnTo>
                <a:lnTo>
                  <a:pt x="21600" y="13799"/>
                </a:lnTo>
                <a:lnTo>
                  <a:pt x="21600" y="16978"/>
                </a:lnTo>
                <a:lnTo>
                  <a:pt x="21600" y="20200"/>
                </a:lnTo>
                <a:lnTo>
                  <a:pt x="20755" y="20419"/>
                </a:lnTo>
                <a:lnTo>
                  <a:pt x="19909" y="20615"/>
                </a:lnTo>
                <a:lnTo>
                  <a:pt x="19063" y="20792"/>
                </a:lnTo>
                <a:lnTo>
                  <a:pt x="18216" y="20950"/>
                </a:lnTo>
                <a:lnTo>
                  <a:pt x="17369" y="21098"/>
                </a:lnTo>
                <a:lnTo>
                  <a:pt x="17019" y="21170"/>
                </a:lnTo>
                <a:lnTo>
                  <a:pt x="16403" y="21299"/>
                </a:lnTo>
                <a:lnTo>
                  <a:pt x="14990" y="21600"/>
                </a:lnTo>
                <a:lnTo>
                  <a:pt x="14319" y="21136"/>
                </a:lnTo>
                <a:lnTo>
                  <a:pt x="13644" y="20673"/>
                </a:lnTo>
                <a:lnTo>
                  <a:pt x="12960" y="20200"/>
                </a:lnTo>
                <a:lnTo>
                  <a:pt x="12753" y="17829"/>
                </a:lnTo>
                <a:lnTo>
                  <a:pt x="12542" y="15448"/>
                </a:lnTo>
                <a:lnTo>
                  <a:pt x="12329" y="13030"/>
                </a:lnTo>
                <a:lnTo>
                  <a:pt x="12063" y="10659"/>
                </a:lnTo>
                <a:lnTo>
                  <a:pt x="11792" y="8279"/>
                </a:lnTo>
                <a:lnTo>
                  <a:pt x="11520" y="5860"/>
                </a:lnTo>
                <a:lnTo>
                  <a:pt x="10486" y="5368"/>
                </a:lnTo>
                <a:lnTo>
                  <a:pt x="9520" y="5019"/>
                </a:lnTo>
                <a:lnTo>
                  <a:pt x="8587" y="4808"/>
                </a:lnTo>
                <a:lnTo>
                  <a:pt x="7655" y="4732"/>
                </a:lnTo>
                <a:lnTo>
                  <a:pt x="6695" y="4785"/>
                </a:lnTo>
                <a:lnTo>
                  <a:pt x="5671" y="4961"/>
                </a:lnTo>
                <a:lnTo>
                  <a:pt x="5260" y="5009"/>
                </a:lnTo>
                <a:lnTo>
                  <a:pt x="4025" y="5162"/>
                </a:lnTo>
                <a:lnTo>
                  <a:pt x="3018" y="5306"/>
                </a:lnTo>
                <a:lnTo>
                  <a:pt x="2012" y="5473"/>
                </a:lnTo>
                <a:lnTo>
                  <a:pt x="1005" y="5659"/>
                </a:lnTo>
                <a:lnTo>
                  <a:pt x="0" y="5860"/>
                </a:lnTo>
                <a:lnTo>
                  <a:pt x="0" y="3489"/>
                </a:lnTo>
                <a:lnTo>
                  <a:pt x="0" y="1080"/>
                </a:lnTo>
                <a:close/>
              </a:path>
            </a:pathLst>
          </a:custGeom>
          <a:solidFill>
            <a:srgbClr val="2829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8" name="contour_10286"/>
          <p:cNvSpPr/>
          <p:nvPr/>
        </p:nvSpPr>
        <p:spPr>
          <a:xfrm>
            <a:off x="10840330" y="4817362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216"/>
                </a:lnTo>
                <a:lnTo>
                  <a:pt x="4872" y="419"/>
                </a:lnTo>
                <a:lnTo>
                  <a:pt x="5807" y="635"/>
                </a:lnTo>
                <a:lnTo>
                  <a:pt x="6974" y="907"/>
                </a:lnTo>
                <a:lnTo>
                  <a:pt x="8523" y="1270"/>
                </a:lnTo>
                <a:lnTo>
                  <a:pt x="10609" y="1754"/>
                </a:lnTo>
                <a:lnTo>
                  <a:pt x="13380" y="2402"/>
                </a:lnTo>
                <a:lnTo>
                  <a:pt x="16993" y="3244"/>
                </a:lnTo>
                <a:lnTo>
                  <a:pt x="21600" y="4320"/>
                </a:lnTo>
                <a:lnTo>
                  <a:pt x="21091" y="7171"/>
                </a:lnTo>
                <a:lnTo>
                  <a:pt x="20582" y="10027"/>
                </a:lnTo>
                <a:lnTo>
                  <a:pt x="20069" y="12895"/>
                </a:lnTo>
                <a:lnTo>
                  <a:pt x="19554" y="15777"/>
                </a:lnTo>
                <a:lnTo>
                  <a:pt x="19036" y="18675"/>
                </a:lnTo>
                <a:lnTo>
                  <a:pt x="18514" y="21600"/>
                </a:lnTo>
                <a:lnTo>
                  <a:pt x="16478" y="20650"/>
                </a:lnTo>
                <a:lnTo>
                  <a:pt x="14438" y="19699"/>
                </a:lnTo>
                <a:lnTo>
                  <a:pt x="12398" y="18744"/>
                </a:lnTo>
                <a:lnTo>
                  <a:pt x="10353" y="17790"/>
                </a:lnTo>
                <a:lnTo>
                  <a:pt x="8301" y="16835"/>
                </a:lnTo>
                <a:lnTo>
                  <a:pt x="6239" y="15872"/>
                </a:lnTo>
                <a:lnTo>
                  <a:pt x="4172" y="14908"/>
                </a:lnTo>
                <a:lnTo>
                  <a:pt x="2092" y="13936"/>
                </a:lnTo>
                <a:lnTo>
                  <a:pt x="0" y="12960"/>
                </a:lnTo>
                <a:lnTo>
                  <a:pt x="611" y="10394"/>
                </a:lnTo>
                <a:lnTo>
                  <a:pt x="1225" y="7819"/>
                </a:lnTo>
                <a:lnTo>
                  <a:pt x="1839" y="5236"/>
                </a:lnTo>
                <a:lnTo>
                  <a:pt x="2459" y="2631"/>
                </a:lnTo>
                <a:lnTo>
                  <a:pt x="3086" y="0"/>
                </a:lnTo>
                <a:close/>
              </a:path>
            </a:pathLst>
          </a:custGeom>
          <a:solidFill>
            <a:srgbClr val="3A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89" name="contour_10287"/>
          <p:cNvSpPr/>
          <p:nvPr/>
        </p:nvSpPr>
        <p:spPr>
          <a:xfrm>
            <a:off x="11117274" y="4821801"/>
            <a:ext cx="65592" cy="32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3"/>
                </a:moveTo>
                <a:lnTo>
                  <a:pt x="1618" y="1623"/>
                </a:lnTo>
                <a:lnTo>
                  <a:pt x="3238" y="1353"/>
                </a:lnTo>
                <a:lnTo>
                  <a:pt x="4858" y="1112"/>
                </a:lnTo>
                <a:lnTo>
                  <a:pt x="6478" y="890"/>
                </a:lnTo>
                <a:lnTo>
                  <a:pt x="8100" y="694"/>
                </a:lnTo>
                <a:lnTo>
                  <a:pt x="8770" y="590"/>
                </a:lnTo>
                <a:lnTo>
                  <a:pt x="9950" y="413"/>
                </a:lnTo>
                <a:lnTo>
                  <a:pt x="12655" y="0"/>
                </a:lnTo>
                <a:lnTo>
                  <a:pt x="14026" y="635"/>
                </a:lnTo>
                <a:lnTo>
                  <a:pt x="15403" y="1274"/>
                </a:lnTo>
                <a:lnTo>
                  <a:pt x="16800" y="1923"/>
                </a:lnTo>
                <a:lnTo>
                  <a:pt x="17479" y="4708"/>
                </a:lnTo>
                <a:lnTo>
                  <a:pt x="18158" y="7492"/>
                </a:lnTo>
                <a:lnTo>
                  <a:pt x="18840" y="10286"/>
                </a:lnTo>
                <a:lnTo>
                  <a:pt x="19524" y="13090"/>
                </a:lnTo>
                <a:lnTo>
                  <a:pt x="20213" y="15909"/>
                </a:lnTo>
                <a:lnTo>
                  <a:pt x="20904" y="18742"/>
                </a:lnTo>
                <a:lnTo>
                  <a:pt x="21600" y="21600"/>
                </a:lnTo>
                <a:lnTo>
                  <a:pt x="19956" y="21226"/>
                </a:lnTo>
                <a:lnTo>
                  <a:pt x="18310" y="20852"/>
                </a:lnTo>
                <a:lnTo>
                  <a:pt x="16663" y="20474"/>
                </a:lnTo>
                <a:lnTo>
                  <a:pt x="15014" y="20100"/>
                </a:lnTo>
                <a:lnTo>
                  <a:pt x="13363" y="19726"/>
                </a:lnTo>
                <a:lnTo>
                  <a:pt x="11710" y="19347"/>
                </a:lnTo>
                <a:lnTo>
                  <a:pt x="10051" y="18968"/>
                </a:lnTo>
                <a:lnTo>
                  <a:pt x="8390" y="18589"/>
                </a:lnTo>
                <a:lnTo>
                  <a:pt x="6725" y="18211"/>
                </a:lnTo>
                <a:lnTo>
                  <a:pt x="5052" y="17832"/>
                </a:lnTo>
                <a:lnTo>
                  <a:pt x="3374" y="17448"/>
                </a:lnTo>
                <a:lnTo>
                  <a:pt x="1692" y="17065"/>
                </a:lnTo>
                <a:lnTo>
                  <a:pt x="0" y="16681"/>
                </a:lnTo>
                <a:lnTo>
                  <a:pt x="0" y="13759"/>
                </a:lnTo>
                <a:lnTo>
                  <a:pt x="0" y="10827"/>
                </a:lnTo>
                <a:lnTo>
                  <a:pt x="0" y="7885"/>
                </a:lnTo>
                <a:lnTo>
                  <a:pt x="0" y="4919"/>
                </a:lnTo>
                <a:lnTo>
                  <a:pt x="0" y="1923"/>
                </a:lnTo>
                <a:close/>
              </a:path>
            </a:pathLst>
          </a:custGeom>
          <a:solidFill>
            <a:srgbClr val="E0E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0" name="contour_10288"/>
          <p:cNvSpPr/>
          <p:nvPr/>
        </p:nvSpPr>
        <p:spPr>
          <a:xfrm>
            <a:off x="1336789" y="4817362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2390" y="1140"/>
                </a:lnTo>
                <a:lnTo>
                  <a:pt x="3682" y="4588"/>
                </a:lnTo>
                <a:lnTo>
                  <a:pt x="4412" y="5927"/>
                </a:lnTo>
                <a:lnTo>
                  <a:pt x="5147" y="7275"/>
                </a:lnTo>
                <a:lnTo>
                  <a:pt x="5891" y="8640"/>
                </a:lnTo>
                <a:lnTo>
                  <a:pt x="6743" y="7633"/>
                </a:lnTo>
                <a:lnTo>
                  <a:pt x="7609" y="6614"/>
                </a:lnTo>
                <a:lnTo>
                  <a:pt x="9064" y="5378"/>
                </a:lnTo>
                <a:lnTo>
                  <a:pt x="10405" y="4778"/>
                </a:lnTo>
                <a:lnTo>
                  <a:pt x="11697" y="4683"/>
                </a:lnTo>
                <a:lnTo>
                  <a:pt x="13009" y="4977"/>
                </a:lnTo>
                <a:lnTo>
                  <a:pt x="14405" y="5525"/>
                </a:lnTo>
                <a:lnTo>
                  <a:pt x="15955" y="6212"/>
                </a:lnTo>
                <a:lnTo>
                  <a:pt x="16426" y="6407"/>
                </a:lnTo>
                <a:lnTo>
                  <a:pt x="17256" y="6752"/>
                </a:lnTo>
                <a:lnTo>
                  <a:pt x="19161" y="7543"/>
                </a:lnTo>
                <a:lnTo>
                  <a:pt x="20373" y="8087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20493" y="17202"/>
                </a:lnTo>
                <a:lnTo>
                  <a:pt x="19367" y="17129"/>
                </a:lnTo>
                <a:lnTo>
                  <a:pt x="17926" y="17099"/>
                </a:lnTo>
                <a:lnTo>
                  <a:pt x="16506" y="17116"/>
                </a:lnTo>
                <a:lnTo>
                  <a:pt x="15104" y="17181"/>
                </a:lnTo>
                <a:lnTo>
                  <a:pt x="13718" y="17302"/>
                </a:lnTo>
                <a:lnTo>
                  <a:pt x="12343" y="17474"/>
                </a:lnTo>
                <a:lnTo>
                  <a:pt x="10977" y="17703"/>
                </a:lnTo>
                <a:lnTo>
                  <a:pt x="9616" y="17984"/>
                </a:lnTo>
                <a:lnTo>
                  <a:pt x="8259" y="18321"/>
                </a:lnTo>
                <a:lnTo>
                  <a:pt x="6902" y="18719"/>
                </a:lnTo>
                <a:lnTo>
                  <a:pt x="5539" y="19172"/>
                </a:lnTo>
                <a:lnTo>
                  <a:pt x="4173" y="19686"/>
                </a:lnTo>
                <a:lnTo>
                  <a:pt x="2794" y="20261"/>
                </a:lnTo>
                <a:lnTo>
                  <a:pt x="1406" y="20900"/>
                </a:lnTo>
                <a:lnTo>
                  <a:pt x="0" y="21600"/>
                </a:lnTo>
                <a:lnTo>
                  <a:pt x="243" y="18926"/>
                </a:lnTo>
                <a:lnTo>
                  <a:pt x="487" y="16252"/>
                </a:lnTo>
                <a:lnTo>
                  <a:pt x="730" y="13569"/>
                </a:lnTo>
                <a:lnTo>
                  <a:pt x="974" y="10882"/>
                </a:lnTo>
                <a:lnTo>
                  <a:pt x="1219" y="8182"/>
                </a:lnTo>
                <a:lnTo>
                  <a:pt x="1467" y="5469"/>
                </a:lnTo>
                <a:lnTo>
                  <a:pt x="1714" y="2743"/>
                </a:lnTo>
                <a:lnTo>
                  <a:pt x="1964" y="0"/>
                </a:lnTo>
                <a:close/>
              </a:path>
            </a:pathLst>
          </a:custGeom>
          <a:solidFill>
            <a:srgbClr val="6668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1" name="contour_10289"/>
          <p:cNvSpPr/>
          <p:nvPr/>
        </p:nvSpPr>
        <p:spPr>
          <a:xfrm>
            <a:off x="10198280" y="4802663"/>
            <a:ext cx="51723" cy="36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56" y="4379"/>
                </a:moveTo>
                <a:lnTo>
                  <a:pt x="19159" y="6936"/>
                </a:lnTo>
                <a:lnTo>
                  <a:pt x="19765" y="9502"/>
                </a:lnTo>
                <a:lnTo>
                  <a:pt x="20370" y="12077"/>
                </a:lnTo>
                <a:lnTo>
                  <a:pt x="20982" y="14673"/>
                </a:lnTo>
                <a:lnTo>
                  <a:pt x="21600" y="17295"/>
                </a:lnTo>
                <a:lnTo>
                  <a:pt x="19491" y="17721"/>
                </a:lnTo>
                <a:lnTo>
                  <a:pt x="17379" y="18147"/>
                </a:lnTo>
                <a:lnTo>
                  <a:pt x="15266" y="18573"/>
                </a:lnTo>
                <a:lnTo>
                  <a:pt x="13151" y="19004"/>
                </a:lnTo>
                <a:lnTo>
                  <a:pt x="11027" y="19430"/>
                </a:lnTo>
                <a:lnTo>
                  <a:pt x="8899" y="19861"/>
                </a:lnTo>
                <a:lnTo>
                  <a:pt x="6763" y="20291"/>
                </a:lnTo>
                <a:lnTo>
                  <a:pt x="4617" y="20726"/>
                </a:lnTo>
                <a:lnTo>
                  <a:pt x="2462" y="21161"/>
                </a:lnTo>
                <a:lnTo>
                  <a:pt x="295" y="21600"/>
                </a:lnTo>
                <a:lnTo>
                  <a:pt x="164" y="18651"/>
                </a:lnTo>
                <a:lnTo>
                  <a:pt x="61" y="15779"/>
                </a:lnTo>
                <a:lnTo>
                  <a:pt x="0" y="12955"/>
                </a:lnTo>
                <a:lnTo>
                  <a:pt x="6" y="10139"/>
                </a:lnTo>
                <a:lnTo>
                  <a:pt x="97" y="7293"/>
                </a:lnTo>
                <a:lnTo>
                  <a:pt x="295" y="4379"/>
                </a:lnTo>
                <a:lnTo>
                  <a:pt x="1945" y="2389"/>
                </a:lnTo>
                <a:lnTo>
                  <a:pt x="3820" y="1038"/>
                </a:lnTo>
                <a:lnTo>
                  <a:pt x="5865" y="263"/>
                </a:lnTo>
                <a:lnTo>
                  <a:pt x="8026" y="0"/>
                </a:lnTo>
                <a:lnTo>
                  <a:pt x="10242" y="198"/>
                </a:lnTo>
                <a:lnTo>
                  <a:pt x="12457" y="792"/>
                </a:lnTo>
                <a:lnTo>
                  <a:pt x="14621" y="1726"/>
                </a:lnTo>
                <a:lnTo>
                  <a:pt x="16673" y="2941"/>
                </a:lnTo>
                <a:lnTo>
                  <a:pt x="18556" y="4379"/>
                </a:lnTo>
                <a:close/>
              </a:path>
            </a:pathLst>
          </a:custGeom>
          <a:solidFill>
            <a:srgbClr val="F1DF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2" name="contour_10290"/>
          <p:cNvSpPr/>
          <p:nvPr/>
        </p:nvSpPr>
        <p:spPr>
          <a:xfrm>
            <a:off x="7910557" y="4766346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6" y="0"/>
                </a:lnTo>
                <a:lnTo>
                  <a:pt x="4291" y="0"/>
                </a:lnTo>
                <a:lnTo>
                  <a:pt x="5738" y="0"/>
                </a:lnTo>
                <a:lnTo>
                  <a:pt x="7200" y="0"/>
                </a:lnTo>
                <a:lnTo>
                  <a:pt x="7200" y="2566"/>
                </a:lnTo>
                <a:lnTo>
                  <a:pt x="7200" y="5141"/>
                </a:lnTo>
                <a:lnTo>
                  <a:pt x="7200" y="7724"/>
                </a:lnTo>
                <a:lnTo>
                  <a:pt x="7200" y="10329"/>
                </a:lnTo>
                <a:lnTo>
                  <a:pt x="7200" y="12960"/>
                </a:lnTo>
                <a:lnTo>
                  <a:pt x="8784" y="12485"/>
                </a:lnTo>
                <a:lnTo>
                  <a:pt x="10370" y="12010"/>
                </a:lnTo>
                <a:lnTo>
                  <a:pt x="11957" y="11534"/>
                </a:lnTo>
                <a:lnTo>
                  <a:pt x="13548" y="11055"/>
                </a:lnTo>
                <a:lnTo>
                  <a:pt x="15144" y="10575"/>
                </a:lnTo>
                <a:lnTo>
                  <a:pt x="16747" y="10096"/>
                </a:lnTo>
                <a:lnTo>
                  <a:pt x="18355" y="9612"/>
                </a:lnTo>
                <a:lnTo>
                  <a:pt x="19973" y="9128"/>
                </a:lnTo>
                <a:lnTo>
                  <a:pt x="21600" y="8640"/>
                </a:lnTo>
                <a:lnTo>
                  <a:pt x="21005" y="10778"/>
                </a:lnTo>
                <a:lnTo>
                  <a:pt x="20410" y="12925"/>
                </a:lnTo>
                <a:lnTo>
                  <a:pt x="19807" y="15090"/>
                </a:lnTo>
                <a:lnTo>
                  <a:pt x="19200" y="17280"/>
                </a:lnTo>
                <a:lnTo>
                  <a:pt x="17546" y="17915"/>
                </a:lnTo>
                <a:lnTo>
                  <a:pt x="15934" y="18468"/>
                </a:lnTo>
                <a:lnTo>
                  <a:pt x="14340" y="18948"/>
                </a:lnTo>
                <a:lnTo>
                  <a:pt x="12744" y="19354"/>
                </a:lnTo>
                <a:lnTo>
                  <a:pt x="11122" y="19699"/>
                </a:lnTo>
                <a:lnTo>
                  <a:pt x="9451" y="19980"/>
                </a:lnTo>
                <a:lnTo>
                  <a:pt x="8088" y="20231"/>
                </a:lnTo>
                <a:lnTo>
                  <a:pt x="6708" y="20485"/>
                </a:lnTo>
                <a:lnTo>
                  <a:pt x="5033" y="20784"/>
                </a:lnTo>
                <a:lnTo>
                  <a:pt x="3355" y="21064"/>
                </a:lnTo>
                <a:lnTo>
                  <a:pt x="1678" y="21336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5352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3" name="contour_10291"/>
          <p:cNvSpPr/>
          <p:nvPr/>
        </p:nvSpPr>
        <p:spPr>
          <a:xfrm>
            <a:off x="7312942" y="477363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329" y="1055"/>
                </a:lnTo>
                <a:lnTo>
                  <a:pt x="7396" y="2077"/>
                </a:lnTo>
                <a:lnTo>
                  <a:pt x="9303" y="3114"/>
                </a:lnTo>
                <a:lnTo>
                  <a:pt x="11065" y="4212"/>
                </a:lnTo>
                <a:lnTo>
                  <a:pt x="12692" y="5422"/>
                </a:lnTo>
                <a:lnTo>
                  <a:pt x="14197" y="6793"/>
                </a:lnTo>
                <a:lnTo>
                  <a:pt x="15598" y="8374"/>
                </a:lnTo>
                <a:lnTo>
                  <a:pt x="16904" y="10210"/>
                </a:lnTo>
                <a:lnTo>
                  <a:pt x="18129" y="12352"/>
                </a:lnTo>
                <a:lnTo>
                  <a:pt x="19286" y="14850"/>
                </a:lnTo>
                <a:lnTo>
                  <a:pt x="20051" y="17078"/>
                </a:lnTo>
                <a:lnTo>
                  <a:pt x="20819" y="19325"/>
                </a:lnTo>
                <a:lnTo>
                  <a:pt x="21600" y="21600"/>
                </a:lnTo>
                <a:lnTo>
                  <a:pt x="19656" y="20952"/>
                </a:lnTo>
                <a:lnTo>
                  <a:pt x="17712" y="20304"/>
                </a:lnTo>
                <a:lnTo>
                  <a:pt x="15765" y="19656"/>
                </a:lnTo>
                <a:lnTo>
                  <a:pt x="13815" y="19004"/>
                </a:lnTo>
                <a:lnTo>
                  <a:pt x="11858" y="18353"/>
                </a:lnTo>
                <a:lnTo>
                  <a:pt x="9902" y="17701"/>
                </a:lnTo>
                <a:lnTo>
                  <a:pt x="7936" y="17046"/>
                </a:lnTo>
                <a:lnTo>
                  <a:pt x="5965" y="16387"/>
                </a:lnTo>
                <a:lnTo>
                  <a:pt x="3987" y="15728"/>
                </a:lnTo>
                <a:lnTo>
                  <a:pt x="1996" y="15066"/>
                </a:lnTo>
                <a:lnTo>
                  <a:pt x="0" y="14400"/>
                </a:lnTo>
                <a:lnTo>
                  <a:pt x="509" y="12024"/>
                </a:lnTo>
                <a:lnTo>
                  <a:pt x="1018" y="9644"/>
                </a:lnTo>
                <a:lnTo>
                  <a:pt x="1531" y="7254"/>
                </a:lnTo>
                <a:lnTo>
                  <a:pt x="2046" y="4853"/>
                </a:lnTo>
                <a:lnTo>
                  <a:pt x="2564" y="2437"/>
                </a:lnTo>
                <a:lnTo>
                  <a:pt x="3086" y="0"/>
                </a:lnTo>
                <a:close/>
              </a:path>
            </a:pathLst>
          </a:custGeom>
          <a:solidFill>
            <a:srgbClr val="DDDE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4" name="contour_10292"/>
          <p:cNvSpPr/>
          <p:nvPr/>
        </p:nvSpPr>
        <p:spPr>
          <a:xfrm>
            <a:off x="11569129" y="4787044"/>
            <a:ext cx="51016" cy="521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83"/>
                </a:moveTo>
                <a:lnTo>
                  <a:pt x="2231" y="278"/>
                </a:lnTo>
                <a:lnTo>
                  <a:pt x="4437" y="121"/>
                </a:lnTo>
                <a:lnTo>
                  <a:pt x="6628" y="24"/>
                </a:lnTo>
                <a:lnTo>
                  <a:pt x="8813" y="0"/>
                </a:lnTo>
                <a:lnTo>
                  <a:pt x="11001" y="60"/>
                </a:lnTo>
                <a:lnTo>
                  <a:pt x="13204" y="217"/>
                </a:lnTo>
                <a:lnTo>
                  <a:pt x="15429" y="483"/>
                </a:lnTo>
                <a:lnTo>
                  <a:pt x="17224" y="2097"/>
                </a:lnTo>
                <a:lnTo>
                  <a:pt x="18487" y="3331"/>
                </a:lnTo>
                <a:lnTo>
                  <a:pt x="19381" y="4441"/>
                </a:lnTo>
                <a:lnTo>
                  <a:pt x="20085" y="5678"/>
                </a:lnTo>
                <a:lnTo>
                  <a:pt x="20767" y="7292"/>
                </a:lnTo>
                <a:lnTo>
                  <a:pt x="21600" y="9533"/>
                </a:lnTo>
                <a:lnTo>
                  <a:pt x="21319" y="11660"/>
                </a:lnTo>
                <a:lnTo>
                  <a:pt x="20930" y="13675"/>
                </a:lnTo>
                <a:lnTo>
                  <a:pt x="20449" y="15630"/>
                </a:lnTo>
                <a:lnTo>
                  <a:pt x="19878" y="17567"/>
                </a:lnTo>
                <a:lnTo>
                  <a:pt x="19230" y="19543"/>
                </a:lnTo>
                <a:lnTo>
                  <a:pt x="18514" y="21600"/>
                </a:lnTo>
                <a:lnTo>
                  <a:pt x="18514" y="19808"/>
                </a:lnTo>
                <a:lnTo>
                  <a:pt x="18514" y="18010"/>
                </a:lnTo>
                <a:lnTo>
                  <a:pt x="18514" y="16206"/>
                </a:lnTo>
                <a:lnTo>
                  <a:pt x="18514" y="14387"/>
                </a:lnTo>
                <a:lnTo>
                  <a:pt x="18514" y="12550"/>
                </a:lnTo>
                <a:lnTo>
                  <a:pt x="16894" y="12761"/>
                </a:lnTo>
                <a:lnTo>
                  <a:pt x="15247" y="12975"/>
                </a:lnTo>
                <a:lnTo>
                  <a:pt x="13139" y="13126"/>
                </a:lnTo>
                <a:lnTo>
                  <a:pt x="11115" y="13222"/>
                </a:lnTo>
                <a:lnTo>
                  <a:pt x="9137" y="13238"/>
                </a:lnTo>
                <a:lnTo>
                  <a:pt x="7165" y="13150"/>
                </a:lnTo>
                <a:lnTo>
                  <a:pt x="5162" y="12930"/>
                </a:lnTo>
                <a:lnTo>
                  <a:pt x="3086" y="12550"/>
                </a:lnTo>
                <a:lnTo>
                  <a:pt x="2021" y="10631"/>
                </a:lnTo>
                <a:lnTo>
                  <a:pt x="1247" y="8706"/>
                </a:lnTo>
                <a:lnTo>
                  <a:pt x="710" y="6752"/>
                </a:lnTo>
                <a:lnTo>
                  <a:pt x="355" y="4745"/>
                </a:lnTo>
                <a:lnTo>
                  <a:pt x="136" y="2664"/>
                </a:lnTo>
                <a:lnTo>
                  <a:pt x="0" y="483"/>
                </a:lnTo>
                <a:close/>
              </a:path>
            </a:pathLst>
          </a:custGeom>
          <a:solidFill>
            <a:srgbClr val="E6CD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5" name="contour_10293"/>
          <p:cNvSpPr/>
          <p:nvPr/>
        </p:nvSpPr>
        <p:spPr>
          <a:xfrm>
            <a:off x="7101590" y="4766346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205"/>
                </a:lnTo>
                <a:lnTo>
                  <a:pt x="2741" y="427"/>
                </a:lnTo>
                <a:lnTo>
                  <a:pt x="4110" y="659"/>
                </a:lnTo>
                <a:lnTo>
                  <a:pt x="5480" y="902"/>
                </a:lnTo>
                <a:lnTo>
                  <a:pt x="6847" y="1156"/>
                </a:lnTo>
                <a:lnTo>
                  <a:pt x="8217" y="1415"/>
                </a:lnTo>
                <a:lnTo>
                  <a:pt x="9586" y="1685"/>
                </a:lnTo>
                <a:lnTo>
                  <a:pt x="10951" y="1868"/>
                </a:lnTo>
                <a:lnTo>
                  <a:pt x="12340" y="2057"/>
                </a:lnTo>
                <a:lnTo>
                  <a:pt x="12995" y="2203"/>
                </a:lnTo>
                <a:lnTo>
                  <a:pt x="14977" y="2635"/>
                </a:lnTo>
                <a:lnTo>
                  <a:pt x="16183" y="2851"/>
                </a:lnTo>
                <a:lnTo>
                  <a:pt x="17410" y="3067"/>
                </a:lnTo>
                <a:lnTo>
                  <a:pt x="17915" y="3645"/>
                </a:lnTo>
                <a:lnTo>
                  <a:pt x="19440" y="5400"/>
                </a:lnTo>
                <a:lnTo>
                  <a:pt x="19868" y="8608"/>
                </a:lnTo>
                <a:lnTo>
                  <a:pt x="20298" y="11826"/>
                </a:lnTo>
                <a:lnTo>
                  <a:pt x="20727" y="15055"/>
                </a:lnTo>
                <a:lnTo>
                  <a:pt x="21162" y="18311"/>
                </a:lnTo>
                <a:lnTo>
                  <a:pt x="21600" y="21600"/>
                </a:lnTo>
                <a:lnTo>
                  <a:pt x="20174" y="21244"/>
                </a:lnTo>
                <a:lnTo>
                  <a:pt x="18749" y="20887"/>
                </a:lnTo>
                <a:lnTo>
                  <a:pt x="17321" y="20531"/>
                </a:lnTo>
                <a:lnTo>
                  <a:pt x="15893" y="20174"/>
                </a:lnTo>
                <a:lnTo>
                  <a:pt x="14463" y="19818"/>
                </a:lnTo>
                <a:lnTo>
                  <a:pt x="13033" y="19456"/>
                </a:lnTo>
                <a:lnTo>
                  <a:pt x="11599" y="19100"/>
                </a:lnTo>
                <a:lnTo>
                  <a:pt x="10163" y="18738"/>
                </a:lnTo>
                <a:lnTo>
                  <a:pt x="8722" y="18382"/>
                </a:lnTo>
                <a:lnTo>
                  <a:pt x="7279" y="18020"/>
                </a:lnTo>
                <a:lnTo>
                  <a:pt x="5834" y="17658"/>
                </a:lnTo>
                <a:lnTo>
                  <a:pt x="4383" y="17296"/>
                </a:lnTo>
                <a:lnTo>
                  <a:pt x="2927" y="16929"/>
                </a:lnTo>
                <a:lnTo>
                  <a:pt x="1467" y="16567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3B3A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6" name="contour_10294"/>
          <p:cNvSpPr/>
          <p:nvPr/>
        </p:nvSpPr>
        <p:spPr>
          <a:xfrm>
            <a:off x="8799692" y="4722618"/>
            <a:ext cx="23394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29" y="0"/>
                </a:moveTo>
                <a:lnTo>
                  <a:pt x="10679" y="334"/>
                </a:lnTo>
                <a:lnTo>
                  <a:pt x="13397" y="618"/>
                </a:lnTo>
                <a:lnTo>
                  <a:pt x="16143" y="1009"/>
                </a:lnTo>
                <a:lnTo>
                  <a:pt x="20187" y="1662"/>
                </a:lnTo>
                <a:lnTo>
                  <a:pt x="21068" y="2868"/>
                </a:lnTo>
                <a:lnTo>
                  <a:pt x="21499" y="3742"/>
                </a:lnTo>
                <a:lnTo>
                  <a:pt x="21600" y="4705"/>
                </a:lnTo>
                <a:lnTo>
                  <a:pt x="21499" y="6186"/>
                </a:lnTo>
                <a:lnTo>
                  <a:pt x="21459" y="7081"/>
                </a:lnTo>
                <a:lnTo>
                  <a:pt x="21412" y="7982"/>
                </a:lnTo>
                <a:lnTo>
                  <a:pt x="21371" y="8896"/>
                </a:lnTo>
                <a:lnTo>
                  <a:pt x="21257" y="9833"/>
                </a:lnTo>
                <a:lnTo>
                  <a:pt x="21142" y="10777"/>
                </a:lnTo>
                <a:lnTo>
                  <a:pt x="21028" y="11734"/>
                </a:lnTo>
                <a:lnTo>
                  <a:pt x="20967" y="12679"/>
                </a:lnTo>
                <a:lnTo>
                  <a:pt x="20907" y="13630"/>
                </a:lnTo>
                <a:lnTo>
                  <a:pt x="20846" y="14593"/>
                </a:lnTo>
                <a:lnTo>
                  <a:pt x="20759" y="15761"/>
                </a:lnTo>
                <a:lnTo>
                  <a:pt x="20665" y="16929"/>
                </a:lnTo>
                <a:lnTo>
                  <a:pt x="20557" y="18096"/>
                </a:lnTo>
                <a:lnTo>
                  <a:pt x="20443" y="19264"/>
                </a:lnTo>
                <a:lnTo>
                  <a:pt x="20321" y="20432"/>
                </a:lnTo>
                <a:lnTo>
                  <a:pt x="20187" y="21600"/>
                </a:lnTo>
                <a:lnTo>
                  <a:pt x="16291" y="20628"/>
                </a:lnTo>
                <a:lnTo>
                  <a:pt x="12933" y="19684"/>
                </a:lnTo>
                <a:lnTo>
                  <a:pt x="10073" y="18752"/>
                </a:lnTo>
                <a:lnTo>
                  <a:pt x="7664" y="17818"/>
                </a:lnTo>
                <a:lnTo>
                  <a:pt x="5673" y="16866"/>
                </a:lnTo>
                <a:lnTo>
                  <a:pt x="4051" y="15883"/>
                </a:lnTo>
                <a:lnTo>
                  <a:pt x="2752" y="14852"/>
                </a:lnTo>
                <a:lnTo>
                  <a:pt x="1743" y="13763"/>
                </a:lnTo>
                <a:lnTo>
                  <a:pt x="976" y="12594"/>
                </a:lnTo>
                <a:lnTo>
                  <a:pt x="410" y="11335"/>
                </a:lnTo>
                <a:lnTo>
                  <a:pt x="0" y="9969"/>
                </a:lnTo>
                <a:lnTo>
                  <a:pt x="491" y="8846"/>
                </a:lnTo>
                <a:lnTo>
                  <a:pt x="1050" y="7731"/>
                </a:lnTo>
                <a:lnTo>
                  <a:pt x="1682" y="6620"/>
                </a:lnTo>
                <a:lnTo>
                  <a:pt x="2375" y="5511"/>
                </a:lnTo>
                <a:lnTo>
                  <a:pt x="3136" y="4408"/>
                </a:lnTo>
                <a:lnTo>
                  <a:pt x="3957" y="3306"/>
                </a:lnTo>
                <a:lnTo>
                  <a:pt x="4825" y="2205"/>
                </a:lnTo>
                <a:lnTo>
                  <a:pt x="5753" y="1103"/>
                </a:lnTo>
                <a:lnTo>
                  <a:pt x="6729" y="0"/>
                </a:lnTo>
                <a:close/>
              </a:path>
            </a:pathLst>
          </a:custGeom>
          <a:solidFill>
            <a:srgbClr val="FA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7" name="contour_10295"/>
          <p:cNvSpPr/>
          <p:nvPr/>
        </p:nvSpPr>
        <p:spPr>
          <a:xfrm>
            <a:off x="7320230" y="4744482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261" y="2376"/>
                </a:lnTo>
                <a:lnTo>
                  <a:pt x="20921" y="4756"/>
                </a:lnTo>
                <a:lnTo>
                  <a:pt x="20582" y="7135"/>
                </a:lnTo>
                <a:lnTo>
                  <a:pt x="20239" y="9522"/>
                </a:lnTo>
                <a:lnTo>
                  <a:pt x="19897" y="11916"/>
                </a:lnTo>
                <a:lnTo>
                  <a:pt x="19554" y="14321"/>
                </a:lnTo>
                <a:lnTo>
                  <a:pt x="19209" y="16733"/>
                </a:lnTo>
                <a:lnTo>
                  <a:pt x="18863" y="19159"/>
                </a:lnTo>
                <a:lnTo>
                  <a:pt x="18514" y="21600"/>
                </a:lnTo>
                <a:lnTo>
                  <a:pt x="16657" y="20264"/>
                </a:lnTo>
                <a:lnTo>
                  <a:pt x="14802" y="18922"/>
                </a:lnTo>
                <a:lnTo>
                  <a:pt x="12951" y="17572"/>
                </a:lnTo>
                <a:lnTo>
                  <a:pt x="11102" y="16214"/>
                </a:lnTo>
                <a:lnTo>
                  <a:pt x="9257" y="14850"/>
                </a:lnTo>
                <a:lnTo>
                  <a:pt x="7535" y="13597"/>
                </a:lnTo>
                <a:lnTo>
                  <a:pt x="5804" y="12334"/>
                </a:lnTo>
                <a:lnTo>
                  <a:pt x="4048" y="11052"/>
                </a:lnTo>
                <a:lnTo>
                  <a:pt x="2712" y="9781"/>
                </a:lnTo>
                <a:lnTo>
                  <a:pt x="1364" y="85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B5B6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8" name="contour_10296"/>
          <p:cNvSpPr/>
          <p:nvPr/>
        </p:nvSpPr>
        <p:spPr>
          <a:xfrm>
            <a:off x="2502868" y="4749642"/>
            <a:ext cx="51016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92"/>
                </a:moveTo>
                <a:lnTo>
                  <a:pt x="2104" y="820"/>
                </a:lnTo>
                <a:lnTo>
                  <a:pt x="4178" y="498"/>
                </a:lnTo>
                <a:lnTo>
                  <a:pt x="6230" y="237"/>
                </a:lnTo>
                <a:lnTo>
                  <a:pt x="8270" y="65"/>
                </a:lnTo>
                <a:lnTo>
                  <a:pt x="10300" y="0"/>
                </a:lnTo>
                <a:lnTo>
                  <a:pt x="12331" y="57"/>
                </a:lnTo>
                <a:lnTo>
                  <a:pt x="14373" y="261"/>
                </a:lnTo>
                <a:lnTo>
                  <a:pt x="16431" y="633"/>
                </a:lnTo>
                <a:lnTo>
                  <a:pt x="18514" y="1192"/>
                </a:lnTo>
                <a:lnTo>
                  <a:pt x="19443" y="3657"/>
                </a:lnTo>
                <a:lnTo>
                  <a:pt x="20165" y="6114"/>
                </a:lnTo>
                <a:lnTo>
                  <a:pt x="20702" y="8580"/>
                </a:lnTo>
                <a:lnTo>
                  <a:pt x="21085" y="11069"/>
                </a:lnTo>
                <a:lnTo>
                  <a:pt x="21338" y="13600"/>
                </a:lnTo>
                <a:lnTo>
                  <a:pt x="21492" y="16192"/>
                </a:lnTo>
                <a:lnTo>
                  <a:pt x="21569" y="18853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9257" y="18902"/>
                </a:lnTo>
                <a:lnTo>
                  <a:pt x="9257" y="16188"/>
                </a:lnTo>
                <a:lnTo>
                  <a:pt x="9257" y="13437"/>
                </a:lnTo>
                <a:lnTo>
                  <a:pt x="7727" y="12763"/>
                </a:lnTo>
                <a:lnTo>
                  <a:pt x="6190" y="12086"/>
                </a:lnTo>
                <a:lnTo>
                  <a:pt x="4629" y="11396"/>
                </a:lnTo>
                <a:lnTo>
                  <a:pt x="3098" y="10722"/>
                </a:lnTo>
                <a:lnTo>
                  <a:pt x="1561" y="10045"/>
                </a:lnTo>
                <a:lnTo>
                  <a:pt x="0" y="9355"/>
                </a:lnTo>
                <a:lnTo>
                  <a:pt x="0" y="6657"/>
                </a:lnTo>
                <a:lnTo>
                  <a:pt x="0" y="3943"/>
                </a:lnTo>
                <a:lnTo>
                  <a:pt x="0" y="1192"/>
                </a:lnTo>
                <a:close/>
              </a:path>
            </a:pathLst>
          </a:custGeom>
          <a:solidFill>
            <a:srgbClr val="E3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299" name="contour_10297"/>
          <p:cNvSpPr/>
          <p:nvPr/>
        </p:nvSpPr>
        <p:spPr>
          <a:xfrm>
            <a:off x="8282245" y="4737194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10" y="1883"/>
                </a:lnTo>
                <a:lnTo>
                  <a:pt x="19310" y="3262"/>
                </a:lnTo>
                <a:lnTo>
                  <a:pt x="20258" y="4810"/>
                </a:lnTo>
                <a:lnTo>
                  <a:pt x="21600" y="7200"/>
                </a:lnTo>
                <a:lnTo>
                  <a:pt x="21226" y="9338"/>
                </a:lnTo>
                <a:lnTo>
                  <a:pt x="20851" y="10800"/>
                </a:lnTo>
                <a:lnTo>
                  <a:pt x="20251" y="12262"/>
                </a:lnTo>
                <a:lnTo>
                  <a:pt x="19200" y="14400"/>
                </a:lnTo>
                <a:lnTo>
                  <a:pt x="17518" y="15527"/>
                </a:lnTo>
                <a:lnTo>
                  <a:pt x="16294" y="16301"/>
                </a:lnTo>
                <a:lnTo>
                  <a:pt x="15175" y="16916"/>
                </a:lnTo>
                <a:lnTo>
                  <a:pt x="13812" y="17568"/>
                </a:lnTo>
                <a:lnTo>
                  <a:pt x="11851" y="18450"/>
                </a:lnTo>
                <a:lnTo>
                  <a:pt x="10534" y="19055"/>
                </a:lnTo>
                <a:lnTo>
                  <a:pt x="9209" y="19663"/>
                </a:lnTo>
                <a:lnTo>
                  <a:pt x="7865" y="20279"/>
                </a:lnTo>
                <a:lnTo>
                  <a:pt x="7104" y="20606"/>
                </a:lnTo>
                <a:lnTo>
                  <a:pt x="4800" y="21600"/>
                </a:lnTo>
                <a:lnTo>
                  <a:pt x="4121" y="19562"/>
                </a:lnTo>
                <a:lnTo>
                  <a:pt x="3442" y="17525"/>
                </a:lnTo>
                <a:lnTo>
                  <a:pt x="2760" y="15480"/>
                </a:lnTo>
                <a:lnTo>
                  <a:pt x="2076" y="13428"/>
                </a:lnTo>
                <a:lnTo>
                  <a:pt x="1387" y="11365"/>
                </a:lnTo>
                <a:lnTo>
                  <a:pt x="696" y="9292"/>
                </a:lnTo>
                <a:lnTo>
                  <a:pt x="0" y="7200"/>
                </a:lnTo>
                <a:lnTo>
                  <a:pt x="1663" y="7200"/>
                </a:lnTo>
                <a:lnTo>
                  <a:pt x="3329" y="7200"/>
                </a:lnTo>
                <a:lnTo>
                  <a:pt x="4994" y="7200"/>
                </a:lnTo>
                <a:lnTo>
                  <a:pt x="6662" y="7200"/>
                </a:lnTo>
                <a:lnTo>
                  <a:pt x="8338" y="7200"/>
                </a:lnTo>
                <a:lnTo>
                  <a:pt x="10015" y="7200"/>
                </a:lnTo>
                <a:lnTo>
                  <a:pt x="11700" y="7200"/>
                </a:lnTo>
                <a:lnTo>
                  <a:pt x="13392" y="7200"/>
                </a:lnTo>
                <a:lnTo>
                  <a:pt x="15091" y="7200"/>
                </a:lnTo>
                <a:lnTo>
                  <a:pt x="16800" y="7200"/>
                </a:lnTo>
                <a:lnTo>
                  <a:pt x="16800" y="4820"/>
                </a:lnTo>
                <a:lnTo>
                  <a:pt x="16800" y="2426"/>
                </a:lnTo>
                <a:lnTo>
                  <a:pt x="16800" y="0"/>
                </a:lnTo>
                <a:close/>
              </a:path>
            </a:pathLst>
          </a:custGeom>
          <a:solidFill>
            <a:srgbClr val="6466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0" name="contour_10298"/>
          <p:cNvSpPr/>
          <p:nvPr/>
        </p:nvSpPr>
        <p:spPr>
          <a:xfrm>
            <a:off x="2568460" y="4729906"/>
            <a:ext cx="51016" cy="503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3" y="3721"/>
                </a:lnTo>
                <a:lnTo>
                  <a:pt x="20613" y="6738"/>
                </a:lnTo>
                <a:lnTo>
                  <a:pt x="20211" y="9174"/>
                </a:lnTo>
                <a:lnTo>
                  <a:pt x="19829" y="11144"/>
                </a:lnTo>
                <a:lnTo>
                  <a:pt x="19428" y="12773"/>
                </a:lnTo>
                <a:lnTo>
                  <a:pt x="18980" y="14174"/>
                </a:lnTo>
                <a:lnTo>
                  <a:pt x="18446" y="15475"/>
                </a:lnTo>
                <a:lnTo>
                  <a:pt x="17795" y="16785"/>
                </a:lnTo>
                <a:lnTo>
                  <a:pt x="16993" y="18232"/>
                </a:lnTo>
                <a:lnTo>
                  <a:pt x="16009" y="19933"/>
                </a:lnTo>
                <a:lnTo>
                  <a:pt x="13719" y="21018"/>
                </a:lnTo>
                <a:lnTo>
                  <a:pt x="11871" y="21541"/>
                </a:lnTo>
                <a:lnTo>
                  <a:pt x="10143" y="21600"/>
                </a:lnTo>
                <a:lnTo>
                  <a:pt x="8220" y="21294"/>
                </a:lnTo>
                <a:lnTo>
                  <a:pt x="5786" y="20715"/>
                </a:lnTo>
                <a:lnTo>
                  <a:pt x="3873" y="20071"/>
                </a:lnTo>
                <a:lnTo>
                  <a:pt x="1950" y="19417"/>
                </a:lnTo>
                <a:lnTo>
                  <a:pt x="0" y="18761"/>
                </a:lnTo>
                <a:lnTo>
                  <a:pt x="1435" y="18373"/>
                </a:lnTo>
                <a:lnTo>
                  <a:pt x="2894" y="17979"/>
                </a:lnTo>
                <a:lnTo>
                  <a:pt x="4832" y="16444"/>
                </a:lnTo>
                <a:lnTo>
                  <a:pt x="6042" y="15071"/>
                </a:lnTo>
                <a:lnTo>
                  <a:pt x="6764" y="13608"/>
                </a:lnTo>
                <a:lnTo>
                  <a:pt x="7242" y="11797"/>
                </a:lnTo>
                <a:lnTo>
                  <a:pt x="7714" y="9380"/>
                </a:lnTo>
                <a:lnTo>
                  <a:pt x="8338" y="6435"/>
                </a:lnTo>
                <a:lnTo>
                  <a:pt x="8878" y="4515"/>
                </a:lnTo>
                <a:lnTo>
                  <a:pt x="9553" y="3208"/>
                </a:lnTo>
                <a:lnTo>
                  <a:pt x="10572" y="2101"/>
                </a:lnTo>
                <a:lnTo>
                  <a:pt x="12152" y="782"/>
                </a:lnTo>
                <a:lnTo>
                  <a:pt x="13799" y="400"/>
                </a:lnTo>
                <a:lnTo>
                  <a:pt x="15117" y="169"/>
                </a:lnTo>
                <a:lnTo>
                  <a:pt x="16552" y="50"/>
                </a:lnTo>
                <a:lnTo>
                  <a:pt x="18564" y="6"/>
                </a:lnTo>
                <a:lnTo>
                  <a:pt x="21600" y="0"/>
                </a:lnTo>
                <a:close/>
              </a:path>
            </a:pathLst>
          </a:custGeom>
          <a:solidFill>
            <a:srgbClr val="ADB0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1" name="contour_10299"/>
          <p:cNvSpPr/>
          <p:nvPr/>
        </p:nvSpPr>
        <p:spPr>
          <a:xfrm>
            <a:off x="994254" y="471533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3E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2" name="contour_10300"/>
          <p:cNvSpPr/>
          <p:nvPr/>
        </p:nvSpPr>
        <p:spPr>
          <a:xfrm>
            <a:off x="1883389" y="4708043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679"/>
                </a:lnTo>
                <a:lnTo>
                  <a:pt x="4756" y="1358"/>
                </a:lnTo>
                <a:lnTo>
                  <a:pt x="7135" y="2040"/>
                </a:lnTo>
                <a:lnTo>
                  <a:pt x="9522" y="2722"/>
                </a:lnTo>
                <a:lnTo>
                  <a:pt x="11916" y="3404"/>
                </a:lnTo>
                <a:lnTo>
                  <a:pt x="14321" y="4092"/>
                </a:lnTo>
                <a:lnTo>
                  <a:pt x="16733" y="4780"/>
                </a:lnTo>
                <a:lnTo>
                  <a:pt x="19159" y="5474"/>
                </a:lnTo>
                <a:lnTo>
                  <a:pt x="21600" y="6171"/>
                </a:lnTo>
                <a:lnTo>
                  <a:pt x="19901" y="9640"/>
                </a:lnTo>
                <a:lnTo>
                  <a:pt x="18634" y="12179"/>
                </a:lnTo>
                <a:lnTo>
                  <a:pt x="17676" y="14006"/>
                </a:lnTo>
                <a:lnTo>
                  <a:pt x="16898" y="15336"/>
                </a:lnTo>
                <a:lnTo>
                  <a:pt x="16178" y="16388"/>
                </a:lnTo>
                <a:lnTo>
                  <a:pt x="15386" y="17376"/>
                </a:lnTo>
                <a:lnTo>
                  <a:pt x="14400" y="18514"/>
                </a:lnTo>
                <a:lnTo>
                  <a:pt x="12262" y="19125"/>
                </a:lnTo>
                <a:lnTo>
                  <a:pt x="10116" y="19739"/>
                </a:lnTo>
                <a:lnTo>
                  <a:pt x="7963" y="20353"/>
                </a:lnTo>
                <a:lnTo>
                  <a:pt x="5792" y="20974"/>
                </a:lnTo>
                <a:lnTo>
                  <a:pt x="3600" y="21600"/>
                </a:lnTo>
                <a:lnTo>
                  <a:pt x="3244" y="19462"/>
                </a:lnTo>
                <a:lnTo>
                  <a:pt x="2887" y="17320"/>
                </a:lnTo>
                <a:lnTo>
                  <a:pt x="2531" y="15179"/>
                </a:lnTo>
                <a:lnTo>
                  <a:pt x="2171" y="13034"/>
                </a:lnTo>
                <a:lnTo>
                  <a:pt x="1814" y="10880"/>
                </a:lnTo>
                <a:lnTo>
                  <a:pt x="1454" y="8723"/>
                </a:lnTo>
                <a:lnTo>
                  <a:pt x="1094" y="6557"/>
                </a:lnTo>
                <a:lnTo>
                  <a:pt x="731" y="4382"/>
                </a:lnTo>
                <a:lnTo>
                  <a:pt x="367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2626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3" name="contour_10301"/>
          <p:cNvSpPr/>
          <p:nvPr/>
        </p:nvSpPr>
        <p:spPr>
          <a:xfrm>
            <a:off x="9666963" y="4691914"/>
            <a:ext cx="109320" cy="379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00" y="365"/>
                </a:moveTo>
                <a:lnTo>
                  <a:pt x="16210" y="423"/>
                </a:lnTo>
                <a:lnTo>
                  <a:pt x="17133" y="477"/>
                </a:lnTo>
                <a:lnTo>
                  <a:pt x="18027" y="543"/>
                </a:lnTo>
                <a:lnTo>
                  <a:pt x="18920" y="617"/>
                </a:lnTo>
                <a:lnTo>
                  <a:pt x="19813" y="700"/>
                </a:lnTo>
                <a:lnTo>
                  <a:pt x="20707" y="791"/>
                </a:lnTo>
                <a:lnTo>
                  <a:pt x="21600" y="883"/>
                </a:lnTo>
                <a:lnTo>
                  <a:pt x="21600" y="2938"/>
                </a:lnTo>
                <a:lnTo>
                  <a:pt x="21600" y="5026"/>
                </a:lnTo>
                <a:lnTo>
                  <a:pt x="20784" y="4835"/>
                </a:lnTo>
                <a:lnTo>
                  <a:pt x="19963" y="4641"/>
                </a:lnTo>
                <a:lnTo>
                  <a:pt x="19130" y="4442"/>
                </a:lnTo>
                <a:lnTo>
                  <a:pt x="18107" y="4284"/>
                </a:lnTo>
                <a:lnTo>
                  <a:pt x="17096" y="4160"/>
                </a:lnTo>
                <a:lnTo>
                  <a:pt x="16093" y="4081"/>
                </a:lnTo>
                <a:lnTo>
                  <a:pt x="15097" y="4056"/>
                </a:lnTo>
                <a:lnTo>
                  <a:pt x="14102" y="4090"/>
                </a:lnTo>
                <a:lnTo>
                  <a:pt x="13107" y="4193"/>
                </a:lnTo>
                <a:lnTo>
                  <a:pt x="12106" y="4380"/>
                </a:lnTo>
                <a:lnTo>
                  <a:pt x="11100" y="4653"/>
                </a:lnTo>
                <a:lnTo>
                  <a:pt x="10080" y="5026"/>
                </a:lnTo>
                <a:lnTo>
                  <a:pt x="9390" y="7703"/>
                </a:lnTo>
                <a:lnTo>
                  <a:pt x="8961" y="10152"/>
                </a:lnTo>
                <a:lnTo>
                  <a:pt x="8731" y="12571"/>
                </a:lnTo>
                <a:lnTo>
                  <a:pt x="8640" y="15157"/>
                </a:lnTo>
                <a:lnTo>
                  <a:pt x="8630" y="18099"/>
                </a:lnTo>
                <a:lnTo>
                  <a:pt x="8640" y="21600"/>
                </a:lnTo>
                <a:lnTo>
                  <a:pt x="8205" y="21393"/>
                </a:lnTo>
                <a:lnTo>
                  <a:pt x="7806" y="21198"/>
                </a:lnTo>
                <a:lnTo>
                  <a:pt x="7370" y="20991"/>
                </a:lnTo>
                <a:lnTo>
                  <a:pt x="6826" y="20730"/>
                </a:lnTo>
                <a:lnTo>
                  <a:pt x="6103" y="20382"/>
                </a:lnTo>
                <a:lnTo>
                  <a:pt x="5129" y="19918"/>
                </a:lnTo>
                <a:lnTo>
                  <a:pt x="3836" y="19296"/>
                </a:lnTo>
                <a:lnTo>
                  <a:pt x="2150" y="18488"/>
                </a:lnTo>
                <a:lnTo>
                  <a:pt x="0" y="17457"/>
                </a:lnTo>
                <a:lnTo>
                  <a:pt x="844" y="16325"/>
                </a:lnTo>
                <a:lnTo>
                  <a:pt x="1688" y="15190"/>
                </a:lnTo>
                <a:lnTo>
                  <a:pt x="2532" y="14059"/>
                </a:lnTo>
                <a:lnTo>
                  <a:pt x="3375" y="12924"/>
                </a:lnTo>
                <a:lnTo>
                  <a:pt x="4219" y="11792"/>
                </a:lnTo>
                <a:lnTo>
                  <a:pt x="5129" y="10205"/>
                </a:lnTo>
                <a:lnTo>
                  <a:pt x="5720" y="8946"/>
                </a:lnTo>
                <a:lnTo>
                  <a:pt x="6248" y="7351"/>
                </a:lnTo>
                <a:lnTo>
                  <a:pt x="6975" y="4765"/>
                </a:lnTo>
                <a:lnTo>
                  <a:pt x="7835" y="3016"/>
                </a:lnTo>
                <a:lnTo>
                  <a:pt x="8696" y="1740"/>
                </a:lnTo>
                <a:lnTo>
                  <a:pt x="9566" y="866"/>
                </a:lnTo>
                <a:lnTo>
                  <a:pt x="10450" y="327"/>
                </a:lnTo>
                <a:lnTo>
                  <a:pt x="11356" y="62"/>
                </a:lnTo>
                <a:lnTo>
                  <a:pt x="12286" y="0"/>
                </a:lnTo>
                <a:lnTo>
                  <a:pt x="13251" y="75"/>
                </a:lnTo>
                <a:lnTo>
                  <a:pt x="14253" y="220"/>
                </a:lnTo>
                <a:lnTo>
                  <a:pt x="15300" y="365"/>
                </a:lnTo>
                <a:close/>
              </a:path>
            </a:pathLst>
          </a:custGeom>
          <a:solidFill>
            <a:srgbClr val="DADE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4" name="contour_10302"/>
          <p:cNvSpPr/>
          <p:nvPr/>
        </p:nvSpPr>
        <p:spPr>
          <a:xfrm>
            <a:off x="7138030" y="4700755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0"/>
                </a:lnTo>
                <a:lnTo>
                  <a:pt x="16713" y="0"/>
                </a:lnTo>
                <a:lnTo>
                  <a:pt x="18328" y="0"/>
                </a:lnTo>
                <a:lnTo>
                  <a:pt x="19956" y="0"/>
                </a:lnTo>
                <a:lnTo>
                  <a:pt x="21600" y="0"/>
                </a:lnTo>
                <a:lnTo>
                  <a:pt x="21265" y="2674"/>
                </a:lnTo>
                <a:lnTo>
                  <a:pt x="20930" y="5348"/>
                </a:lnTo>
                <a:lnTo>
                  <a:pt x="20596" y="8031"/>
                </a:lnTo>
                <a:lnTo>
                  <a:pt x="20261" y="10718"/>
                </a:lnTo>
                <a:lnTo>
                  <a:pt x="19923" y="13418"/>
                </a:lnTo>
                <a:lnTo>
                  <a:pt x="19583" y="16131"/>
                </a:lnTo>
                <a:lnTo>
                  <a:pt x="19243" y="18857"/>
                </a:lnTo>
                <a:lnTo>
                  <a:pt x="18900" y="21600"/>
                </a:lnTo>
                <a:lnTo>
                  <a:pt x="17029" y="21172"/>
                </a:lnTo>
                <a:lnTo>
                  <a:pt x="15155" y="20745"/>
                </a:lnTo>
                <a:lnTo>
                  <a:pt x="13281" y="20317"/>
                </a:lnTo>
                <a:lnTo>
                  <a:pt x="11405" y="19885"/>
                </a:lnTo>
                <a:lnTo>
                  <a:pt x="9520" y="19457"/>
                </a:lnTo>
                <a:lnTo>
                  <a:pt x="7633" y="19025"/>
                </a:lnTo>
                <a:lnTo>
                  <a:pt x="5738" y="18593"/>
                </a:lnTo>
                <a:lnTo>
                  <a:pt x="3834" y="18157"/>
                </a:lnTo>
                <a:lnTo>
                  <a:pt x="1922" y="17721"/>
                </a:lnTo>
                <a:lnTo>
                  <a:pt x="0" y="17280"/>
                </a:lnTo>
                <a:lnTo>
                  <a:pt x="2295" y="13638"/>
                </a:lnTo>
                <a:lnTo>
                  <a:pt x="3964" y="11180"/>
                </a:lnTo>
                <a:lnTo>
                  <a:pt x="5273" y="9651"/>
                </a:lnTo>
                <a:lnTo>
                  <a:pt x="6499" y="8800"/>
                </a:lnTo>
                <a:lnTo>
                  <a:pt x="7914" y="8368"/>
                </a:lnTo>
                <a:lnTo>
                  <a:pt x="9788" y="8100"/>
                </a:lnTo>
                <a:lnTo>
                  <a:pt x="10711" y="8234"/>
                </a:lnTo>
                <a:lnTo>
                  <a:pt x="13500" y="8640"/>
                </a:lnTo>
                <a:lnTo>
                  <a:pt x="13500" y="5784"/>
                </a:lnTo>
                <a:lnTo>
                  <a:pt x="13500" y="2912"/>
                </a:lnTo>
                <a:lnTo>
                  <a:pt x="13500" y="0"/>
                </a:lnTo>
                <a:close/>
              </a:path>
            </a:pathLst>
          </a:custGeom>
          <a:solidFill>
            <a:srgbClr val="4340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5" name="contour_10303"/>
          <p:cNvSpPr/>
          <p:nvPr/>
        </p:nvSpPr>
        <p:spPr>
          <a:xfrm>
            <a:off x="1919828" y="4702744"/>
            <a:ext cx="58304" cy="56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28"/>
                </a:moveTo>
                <a:lnTo>
                  <a:pt x="19815" y="4828"/>
                </a:lnTo>
                <a:lnTo>
                  <a:pt x="18020" y="4828"/>
                </a:lnTo>
                <a:lnTo>
                  <a:pt x="16200" y="4828"/>
                </a:lnTo>
                <a:lnTo>
                  <a:pt x="16200" y="6673"/>
                </a:lnTo>
                <a:lnTo>
                  <a:pt x="16200" y="8520"/>
                </a:lnTo>
                <a:lnTo>
                  <a:pt x="16200" y="10368"/>
                </a:lnTo>
                <a:lnTo>
                  <a:pt x="16200" y="12221"/>
                </a:lnTo>
                <a:lnTo>
                  <a:pt x="16200" y="14080"/>
                </a:lnTo>
                <a:lnTo>
                  <a:pt x="16200" y="15948"/>
                </a:lnTo>
                <a:lnTo>
                  <a:pt x="16200" y="17821"/>
                </a:lnTo>
                <a:lnTo>
                  <a:pt x="16200" y="19705"/>
                </a:lnTo>
                <a:lnTo>
                  <a:pt x="16200" y="21600"/>
                </a:lnTo>
                <a:lnTo>
                  <a:pt x="15657" y="20216"/>
                </a:lnTo>
                <a:lnTo>
                  <a:pt x="15112" y="18827"/>
                </a:lnTo>
                <a:lnTo>
                  <a:pt x="14564" y="17426"/>
                </a:lnTo>
                <a:lnTo>
                  <a:pt x="14008" y="16009"/>
                </a:lnTo>
                <a:lnTo>
                  <a:pt x="13127" y="14159"/>
                </a:lnTo>
                <a:lnTo>
                  <a:pt x="12498" y="12959"/>
                </a:lnTo>
                <a:lnTo>
                  <a:pt x="11823" y="11889"/>
                </a:lnTo>
                <a:lnTo>
                  <a:pt x="10800" y="10418"/>
                </a:lnTo>
                <a:lnTo>
                  <a:pt x="8710" y="10335"/>
                </a:lnTo>
                <a:lnTo>
                  <a:pt x="7244" y="10293"/>
                </a:lnTo>
                <a:lnTo>
                  <a:pt x="6013" y="10293"/>
                </a:lnTo>
                <a:lnTo>
                  <a:pt x="4628" y="10335"/>
                </a:lnTo>
                <a:lnTo>
                  <a:pt x="2700" y="10418"/>
                </a:lnTo>
                <a:lnTo>
                  <a:pt x="1787" y="8339"/>
                </a:lnTo>
                <a:lnTo>
                  <a:pt x="1191" y="6863"/>
                </a:lnTo>
                <a:lnTo>
                  <a:pt x="780" y="5588"/>
                </a:lnTo>
                <a:lnTo>
                  <a:pt x="427" y="4112"/>
                </a:lnTo>
                <a:lnTo>
                  <a:pt x="0" y="2032"/>
                </a:lnTo>
                <a:lnTo>
                  <a:pt x="2190" y="1272"/>
                </a:lnTo>
                <a:lnTo>
                  <a:pt x="4212" y="688"/>
                </a:lnTo>
                <a:lnTo>
                  <a:pt x="6088" y="280"/>
                </a:lnTo>
                <a:lnTo>
                  <a:pt x="7857" y="50"/>
                </a:lnTo>
                <a:lnTo>
                  <a:pt x="9545" y="0"/>
                </a:lnTo>
                <a:lnTo>
                  <a:pt x="11181" y="129"/>
                </a:lnTo>
                <a:lnTo>
                  <a:pt x="12795" y="444"/>
                </a:lnTo>
                <a:lnTo>
                  <a:pt x="14418" y="945"/>
                </a:lnTo>
                <a:lnTo>
                  <a:pt x="16081" y="1630"/>
                </a:lnTo>
                <a:lnTo>
                  <a:pt x="17812" y="2505"/>
                </a:lnTo>
                <a:lnTo>
                  <a:pt x="19642" y="3570"/>
                </a:lnTo>
                <a:lnTo>
                  <a:pt x="21600" y="4828"/>
                </a:lnTo>
                <a:close/>
              </a:path>
            </a:pathLst>
          </a:custGeom>
          <a:solidFill>
            <a:srgbClr val="5353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6" name="contour_10304"/>
          <p:cNvSpPr/>
          <p:nvPr/>
        </p:nvSpPr>
        <p:spPr>
          <a:xfrm>
            <a:off x="9885603" y="4678891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14" y="2108"/>
                </a:lnTo>
                <a:lnTo>
                  <a:pt x="20045" y="3387"/>
                </a:lnTo>
                <a:lnTo>
                  <a:pt x="21139" y="4044"/>
                </a:lnTo>
                <a:lnTo>
                  <a:pt x="21542" y="4285"/>
                </a:lnTo>
                <a:lnTo>
                  <a:pt x="21600" y="4320"/>
                </a:lnTo>
                <a:lnTo>
                  <a:pt x="14400" y="0"/>
                </a:lnTo>
                <a:lnTo>
                  <a:pt x="7790" y="3832"/>
                </a:lnTo>
                <a:lnTo>
                  <a:pt x="9406" y="4346"/>
                </a:lnTo>
                <a:lnTo>
                  <a:pt x="10942" y="4890"/>
                </a:lnTo>
                <a:lnTo>
                  <a:pt x="12427" y="5534"/>
                </a:lnTo>
                <a:lnTo>
                  <a:pt x="13882" y="6333"/>
                </a:lnTo>
                <a:lnTo>
                  <a:pt x="15331" y="7348"/>
                </a:lnTo>
                <a:lnTo>
                  <a:pt x="16800" y="8640"/>
                </a:lnTo>
                <a:lnTo>
                  <a:pt x="16800" y="11496"/>
                </a:lnTo>
                <a:lnTo>
                  <a:pt x="16800" y="14368"/>
                </a:lnTo>
                <a:lnTo>
                  <a:pt x="16800" y="17280"/>
                </a:lnTo>
                <a:lnTo>
                  <a:pt x="15137" y="17708"/>
                </a:lnTo>
                <a:lnTo>
                  <a:pt x="13471" y="18135"/>
                </a:lnTo>
                <a:lnTo>
                  <a:pt x="11806" y="18563"/>
                </a:lnTo>
                <a:lnTo>
                  <a:pt x="10138" y="18995"/>
                </a:lnTo>
                <a:lnTo>
                  <a:pt x="8462" y="19423"/>
                </a:lnTo>
                <a:lnTo>
                  <a:pt x="6785" y="19855"/>
                </a:lnTo>
                <a:lnTo>
                  <a:pt x="5100" y="20287"/>
                </a:lnTo>
                <a:lnTo>
                  <a:pt x="3408" y="20723"/>
                </a:lnTo>
                <a:lnTo>
                  <a:pt x="1709" y="21159"/>
                </a:lnTo>
                <a:lnTo>
                  <a:pt x="0" y="21600"/>
                </a:lnTo>
                <a:lnTo>
                  <a:pt x="1049" y="15984"/>
                </a:lnTo>
                <a:lnTo>
                  <a:pt x="1894" y="11755"/>
                </a:lnTo>
                <a:lnTo>
                  <a:pt x="2626" y="8700"/>
                </a:lnTo>
                <a:lnTo>
                  <a:pt x="3336" y="6618"/>
                </a:lnTo>
                <a:lnTo>
                  <a:pt x="4116" y="5301"/>
                </a:lnTo>
                <a:lnTo>
                  <a:pt x="5057" y="4536"/>
                </a:lnTo>
                <a:lnTo>
                  <a:pt x="6252" y="4113"/>
                </a:lnTo>
                <a:lnTo>
                  <a:pt x="7790" y="3832"/>
                </a:lnTo>
                <a:lnTo>
                  <a:pt x="14400" y="0"/>
                </a:lnTo>
                <a:close/>
              </a:path>
            </a:pathLst>
          </a:custGeom>
          <a:solidFill>
            <a:srgbClr val="F0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7" name="contour_10305"/>
          <p:cNvSpPr/>
          <p:nvPr/>
        </p:nvSpPr>
        <p:spPr>
          <a:xfrm>
            <a:off x="8049029" y="4678891"/>
            <a:ext cx="43728" cy="380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513"/>
                </a:lnTo>
                <a:lnTo>
                  <a:pt x="8057" y="1026"/>
                </a:lnTo>
                <a:lnTo>
                  <a:pt x="10292" y="1539"/>
                </a:lnTo>
                <a:lnTo>
                  <a:pt x="12532" y="2052"/>
                </a:lnTo>
                <a:lnTo>
                  <a:pt x="14782" y="2570"/>
                </a:lnTo>
                <a:lnTo>
                  <a:pt x="17042" y="3091"/>
                </a:lnTo>
                <a:lnTo>
                  <a:pt x="19314" y="3612"/>
                </a:lnTo>
                <a:lnTo>
                  <a:pt x="21600" y="4138"/>
                </a:lnTo>
                <a:lnTo>
                  <a:pt x="20182" y="8470"/>
                </a:lnTo>
                <a:lnTo>
                  <a:pt x="19102" y="11665"/>
                </a:lnTo>
                <a:lnTo>
                  <a:pt x="18238" y="14011"/>
                </a:lnTo>
                <a:lnTo>
                  <a:pt x="17460" y="15794"/>
                </a:lnTo>
                <a:lnTo>
                  <a:pt x="16646" y="17313"/>
                </a:lnTo>
                <a:lnTo>
                  <a:pt x="15667" y="18848"/>
                </a:lnTo>
                <a:lnTo>
                  <a:pt x="14400" y="20690"/>
                </a:lnTo>
                <a:lnTo>
                  <a:pt x="11884" y="21298"/>
                </a:lnTo>
                <a:lnTo>
                  <a:pt x="9547" y="21579"/>
                </a:lnTo>
                <a:lnTo>
                  <a:pt x="7290" y="21600"/>
                </a:lnTo>
                <a:lnTo>
                  <a:pt x="5015" y="21418"/>
                </a:lnTo>
                <a:lnTo>
                  <a:pt x="2621" y="21095"/>
                </a:lnTo>
                <a:lnTo>
                  <a:pt x="0" y="20690"/>
                </a:lnTo>
                <a:lnTo>
                  <a:pt x="446" y="18128"/>
                </a:lnTo>
                <a:lnTo>
                  <a:pt x="893" y="15567"/>
                </a:lnTo>
                <a:lnTo>
                  <a:pt x="1339" y="12997"/>
                </a:lnTo>
                <a:lnTo>
                  <a:pt x="1786" y="10423"/>
                </a:lnTo>
                <a:lnTo>
                  <a:pt x="2236" y="7837"/>
                </a:lnTo>
                <a:lnTo>
                  <a:pt x="2689" y="5239"/>
                </a:lnTo>
                <a:lnTo>
                  <a:pt x="3143" y="2628"/>
                </a:lnTo>
                <a:lnTo>
                  <a:pt x="3600" y="0"/>
                </a:lnTo>
                <a:close/>
              </a:path>
            </a:pathLst>
          </a:custGeom>
          <a:solidFill>
            <a:srgbClr val="2B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8" name="contour_10306"/>
          <p:cNvSpPr/>
          <p:nvPr/>
        </p:nvSpPr>
        <p:spPr>
          <a:xfrm>
            <a:off x="1693901" y="4671603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3" y="428"/>
                </a:lnTo>
                <a:lnTo>
                  <a:pt x="8129" y="855"/>
                </a:lnTo>
                <a:lnTo>
                  <a:pt x="9794" y="1283"/>
                </a:lnTo>
                <a:lnTo>
                  <a:pt x="11462" y="1715"/>
                </a:lnTo>
                <a:lnTo>
                  <a:pt x="13138" y="2143"/>
                </a:lnTo>
                <a:lnTo>
                  <a:pt x="14815" y="2575"/>
                </a:lnTo>
                <a:lnTo>
                  <a:pt x="16500" y="3007"/>
                </a:lnTo>
                <a:lnTo>
                  <a:pt x="18192" y="3443"/>
                </a:lnTo>
                <a:lnTo>
                  <a:pt x="19891" y="387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20006" y="14096"/>
                </a:lnTo>
                <a:lnTo>
                  <a:pt x="18458" y="15111"/>
                </a:lnTo>
                <a:lnTo>
                  <a:pt x="16925" y="16027"/>
                </a:lnTo>
                <a:lnTo>
                  <a:pt x="15382" y="16861"/>
                </a:lnTo>
                <a:lnTo>
                  <a:pt x="13798" y="17634"/>
                </a:lnTo>
                <a:lnTo>
                  <a:pt x="12149" y="18360"/>
                </a:lnTo>
                <a:lnTo>
                  <a:pt x="10802" y="19030"/>
                </a:lnTo>
                <a:lnTo>
                  <a:pt x="9437" y="19708"/>
                </a:lnTo>
                <a:lnTo>
                  <a:pt x="8131" y="20274"/>
                </a:lnTo>
                <a:lnTo>
                  <a:pt x="7114" y="20658"/>
                </a:lnTo>
                <a:lnTo>
                  <a:pt x="6043" y="20943"/>
                </a:lnTo>
                <a:lnTo>
                  <a:pt x="4584" y="21228"/>
                </a:lnTo>
                <a:lnTo>
                  <a:pt x="2400" y="21600"/>
                </a:lnTo>
                <a:lnTo>
                  <a:pt x="1344" y="19151"/>
                </a:lnTo>
                <a:lnTo>
                  <a:pt x="744" y="17431"/>
                </a:lnTo>
                <a:lnTo>
                  <a:pt x="370" y="15638"/>
                </a:lnTo>
                <a:lnTo>
                  <a:pt x="0" y="12960"/>
                </a:lnTo>
                <a:lnTo>
                  <a:pt x="1586" y="12960"/>
                </a:lnTo>
                <a:lnTo>
                  <a:pt x="3182" y="12960"/>
                </a:lnTo>
                <a:lnTo>
                  <a:pt x="4800" y="12960"/>
                </a:lnTo>
                <a:lnTo>
                  <a:pt x="4800" y="10394"/>
                </a:lnTo>
                <a:lnTo>
                  <a:pt x="4800" y="7819"/>
                </a:lnTo>
                <a:lnTo>
                  <a:pt x="4800" y="5236"/>
                </a:lnTo>
                <a:lnTo>
                  <a:pt x="4800" y="2631"/>
                </a:lnTo>
                <a:lnTo>
                  <a:pt x="4800" y="0"/>
                </a:lnTo>
                <a:close/>
              </a:path>
            </a:pathLst>
          </a:custGeom>
          <a:solidFill>
            <a:srgbClr val="605F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09" name="contour_10307"/>
          <p:cNvSpPr/>
          <p:nvPr/>
        </p:nvSpPr>
        <p:spPr>
          <a:xfrm>
            <a:off x="7895982" y="4678891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002" y="837"/>
                </a:lnTo>
                <a:lnTo>
                  <a:pt x="14512" y="1688"/>
                </a:lnTo>
                <a:lnTo>
                  <a:pt x="15665" y="2839"/>
                </a:lnTo>
                <a:lnTo>
                  <a:pt x="16837" y="3685"/>
                </a:lnTo>
                <a:lnTo>
                  <a:pt x="18141" y="4327"/>
                </a:lnTo>
                <a:lnTo>
                  <a:pt x="19691" y="4865"/>
                </a:lnTo>
                <a:lnTo>
                  <a:pt x="21600" y="5400"/>
                </a:lnTo>
                <a:lnTo>
                  <a:pt x="19815" y="5400"/>
                </a:lnTo>
                <a:lnTo>
                  <a:pt x="18020" y="5400"/>
                </a:lnTo>
                <a:lnTo>
                  <a:pt x="16200" y="5400"/>
                </a:lnTo>
                <a:lnTo>
                  <a:pt x="16343" y="6541"/>
                </a:lnTo>
                <a:lnTo>
                  <a:pt x="16484" y="7699"/>
                </a:lnTo>
                <a:lnTo>
                  <a:pt x="16567" y="8935"/>
                </a:lnTo>
                <a:lnTo>
                  <a:pt x="16629" y="10152"/>
                </a:lnTo>
                <a:lnTo>
                  <a:pt x="16654" y="11358"/>
                </a:lnTo>
                <a:lnTo>
                  <a:pt x="16635" y="12559"/>
                </a:lnTo>
                <a:lnTo>
                  <a:pt x="16559" y="13761"/>
                </a:lnTo>
                <a:lnTo>
                  <a:pt x="16419" y="14972"/>
                </a:lnTo>
                <a:lnTo>
                  <a:pt x="16200" y="16200"/>
                </a:lnTo>
                <a:lnTo>
                  <a:pt x="14272" y="16862"/>
                </a:lnTo>
                <a:lnTo>
                  <a:pt x="12887" y="17287"/>
                </a:lnTo>
                <a:lnTo>
                  <a:pt x="11656" y="17561"/>
                </a:lnTo>
                <a:lnTo>
                  <a:pt x="10190" y="17770"/>
                </a:lnTo>
                <a:lnTo>
                  <a:pt x="8100" y="18000"/>
                </a:lnTo>
                <a:lnTo>
                  <a:pt x="7401" y="18893"/>
                </a:lnTo>
                <a:lnTo>
                  <a:pt x="6715" y="19789"/>
                </a:lnTo>
                <a:lnTo>
                  <a:pt x="6048" y="20691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632" y="20509"/>
                </a:lnTo>
                <a:lnTo>
                  <a:pt x="1285" y="19440"/>
                </a:lnTo>
                <a:lnTo>
                  <a:pt x="1976" y="18391"/>
                </a:lnTo>
                <a:lnTo>
                  <a:pt x="2716" y="17363"/>
                </a:lnTo>
                <a:lnTo>
                  <a:pt x="3526" y="16355"/>
                </a:lnTo>
                <a:lnTo>
                  <a:pt x="4414" y="15367"/>
                </a:lnTo>
                <a:lnTo>
                  <a:pt x="5400" y="14400"/>
                </a:lnTo>
                <a:lnTo>
                  <a:pt x="7571" y="14184"/>
                </a:lnTo>
                <a:lnTo>
                  <a:pt x="9077" y="14076"/>
                </a:lnTo>
                <a:lnTo>
                  <a:pt x="10309" y="14076"/>
                </a:lnTo>
                <a:lnTo>
                  <a:pt x="11653" y="14184"/>
                </a:lnTo>
                <a:lnTo>
                  <a:pt x="13500" y="14400"/>
                </a:lnTo>
                <a:lnTo>
                  <a:pt x="13748" y="13090"/>
                </a:lnTo>
                <a:lnTo>
                  <a:pt x="13951" y="11799"/>
                </a:lnTo>
                <a:lnTo>
                  <a:pt x="14083" y="10525"/>
                </a:lnTo>
                <a:lnTo>
                  <a:pt x="14129" y="9254"/>
                </a:lnTo>
                <a:lnTo>
                  <a:pt x="14059" y="7981"/>
                </a:lnTo>
                <a:lnTo>
                  <a:pt x="13859" y="6700"/>
                </a:lnTo>
                <a:lnTo>
                  <a:pt x="13500" y="5400"/>
                </a:lnTo>
                <a:lnTo>
                  <a:pt x="11783" y="4779"/>
                </a:lnTo>
                <a:lnTo>
                  <a:pt x="10060" y="4327"/>
                </a:lnTo>
                <a:lnTo>
                  <a:pt x="8311" y="4014"/>
                </a:lnTo>
                <a:lnTo>
                  <a:pt x="6515" y="3807"/>
                </a:lnTo>
                <a:lnTo>
                  <a:pt x="4652" y="3679"/>
                </a:lnTo>
                <a:lnTo>
                  <a:pt x="2700" y="3600"/>
                </a:lnTo>
                <a:lnTo>
                  <a:pt x="4482" y="3600"/>
                </a:lnTo>
                <a:lnTo>
                  <a:pt x="6267" y="3600"/>
                </a:lnTo>
                <a:lnTo>
                  <a:pt x="8059" y="3600"/>
                </a:lnTo>
                <a:lnTo>
                  <a:pt x="9860" y="3600"/>
                </a:lnTo>
                <a:lnTo>
                  <a:pt x="11672" y="3600"/>
                </a:lnTo>
                <a:lnTo>
                  <a:pt x="13500" y="3600"/>
                </a:lnTo>
                <a:lnTo>
                  <a:pt x="13500" y="2410"/>
                </a:lnTo>
                <a:lnTo>
                  <a:pt x="13500" y="1213"/>
                </a:lnTo>
                <a:lnTo>
                  <a:pt x="13500" y="0"/>
                </a:lnTo>
                <a:close/>
              </a:path>
            </a:pathLst>
          </a:custGeom>
          <a:solidFill>
            <a:srgbClr val="7475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0" name="contour_10308"/>
          <p:cNvSpPr/>
          <p:nvPr/>
        </p:nvSpPr>
        <p:spPr>
          <a:xfrm>
            <a:off x="3668946" y="4620587"/>
            <a:ext cx="45907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16" y="0"/>
                </a:moveTo>
                <a:lnTo>
                  <a:pt x="15417" y="0"/>
                </a:lnTo>
                <a:lnTo>
                  <a:pt x="17146" y="0"/>
                </a:lnTo>
                <a:lnTo>
                  <a:pt x="17999" y="2203"/>
                </a:lnTo>
                <a:lnTo>
                  <a:pt x="18754" y="4153"/>
                </a:lnTo>
                <a:lnTo>
                  <a:pt x="19405" y="5874"/>
                </a:lnTo>
                <a:lnTo>
                  <a:pt x="19968" y="7387"/>
                </a:lnTo>
                <a:lnTo>
                  <a:pt x="20438" y="8717"/>
                </a:lnTo>
                <a:lnTo>
                  <a:pt x="20822" y="9885"/>
                </a:lnTo>
                <a:lnTo>
                  <a:pt x="21123" y="10913"/>
                </a:lnTo>
                <a:lnTo>
                  <a:pt x="21346" y="11824"/>
                </a:lnTo>
                <a:lnTo>
                  <a:pt x="21497" y="12642"/>
                </a:lnTo>
                <a:lnTo>
                  <a:pt x="21583" y="13389"/>
                </a:lnTo>
                <a:lnTo>
                  <a:pt x="21600" y="14086"/>
                </a:lnTo>
                <a:lnTo>
                  <a:pt x="21555" y="14757"/>
                </a:lnTo>
                <a:lnTo>
                  <a:pt x="21456" y="15425"/>
                </a:lnTo>
                <a:lnTo>
                  <a:pt x="21302" y="16112"/>
                </a:lnTo>
                <a:lnTo>
                  <a:pt x="21103" y="16842"/>
                </a:lnTo>
                <a:lnTo>
                  <a:pt x="20859" y="17635"/>
                </a:lnTo>
                <a:lnTo>
                  <a:pt x="20575" y="18514"/>
                </a:lnTo>
                <a:lnTo>
                  <a:pt x="18521" y="19335"/>
                </a:lnTo>
                <a:lnTo>
                  <a:pt x="16463" y="19995"/>
                </a:lnTo>
                <a:lnTo>
                  <a:pt x="14378" y="20514"/>
                </a:lnTo>
                <a:lnTo>
                  <a:pt x="12242" y="20906"/>
                </a:lnTo>
                <a:lnTo>
                  <a:pt x="10034" y="21191"/>
                </a:lnTo>
                <a:lnTo>
                  <a:pt x="7729" y="21386"/>
                </a:lnTo>
                <a:lnTo>
                  <a:pt x="5305" y="21506"/>
                </a:lnTo>
                <a:lnTo>
                  <a:pt x="2733" y="21572"/>
                </a:lnTo>
                <a:lnTo>
                  <a:pt x="0" y="21600"/>
                </a:lnTo>
                <a:lnTo>
                  <a:pt x="645" y="20452"/>
                </a:lnTo>
                <a:lnTo>
                  <a:pt x="1145" y="19637"/>
                </a:lnTo>
                <a:lnTo>
                  <a:pt x="1667" y="18934"/>
                </a:lnTo>
                <a:lnTo>
                  <a:pt x="2373" y="18119"/>
                </a:lnTo>
                <a:lnTo>
                  <a:pt x="3429" y="16971"/>
                </a:lnTo>
                <a:lnTo>
                  <a:pt x="5696" y="16971"/>
                </a:lnTo>
                <a:lnTo>
                  <a:pt x="7976" y="16971"/>
                </a:lnTo>
                <a:lnTo>
                  <a:pt x="10287" y="16971"/>
                </a:lnTo>
                <a:lnTo>
                  <a:pt x="10500" y="15921"/>
                </a:lnTo>
                <a:lnTo>
                  <a:pt x="10713" y="14872"/>
                </a:lnTo>
                <a:lnTo>
                  <a:pt x="10925" y="13819"/>
                </a:lnTo>
                <a:lnTo>
                  <a:pt x="11138" y="12769"/>
                </a:lnTo>
                <a:lnTo>
                  <a:pt x="11350" y="11716"/>
                </a:lnTo>
                <a:lnTo>
                  <a:pt x="11563" y="10661"/>
                </a:lnTo>
                <a:lnTo>
                  <a:pt x="11776" y="9606"/>
                </a:lnTo>
                <a:lnTo>
                  <a:pt x="11988" y="8549"/>
                </a:lnTo>
                <a:lnTo>
                  <a:pt x="12204" y="7491"/>
                </a:lnTo>
                <a:lnTo>
                  <a:pt x="12417" y="6429"/>
                </a:lnTo>
                <a:lnTo>
                  <a:pt x="12633" y="5365"/>
                </a:lnTo>
                <a:lnTo>
                  <a:pt x="12849" y="4298"/>
                </a:lnTo>
                <a:lnTo>
                  <a:pt x="13065" y="3229"/>
                </a:lnTo>
                <a:lnTo>
                  <a:pt x="13281" y="2157"/>
                </a:lnTo>
                <a:lnTo>
                  <a:pt x="13497" y="1080"/>
                </a:lnTo>
                <a:lnTo>
                  <a:pt x="13716" y="0"/>
                </a:lnTo>
                <a:close/>
              </a:path>
            </a:pathLst>
          </a:custGeom>
          <a:solidFill>
            <a:srgbClr val="BFB7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1" name="contour_10309"/>
          <p:cNvSpPr/>
          <p:nvPr/>
        </p:nvSpPr>
        <p:spPr>
          <a:xfrm>
            <a:off x="1497125" y="4671326"/>
            <a:ext cx="58304" cy="367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63"/>
                </a:moveTo>
                <a:lnTo>
                  <a:pt x="4576" y="39"/>
                </a:lnTo>
                <a:lnTo>
                  <a:pt x="5989" y="0"/>
                </a:lnTo>
                <a:lnTo>
                  <a:pt x="7201" y="94"/>
                </a:lnTo>
                <a:lnTo>
                  <a:pt x="8481" y="347"/>
                </a:lnTo>
                <a:lnTo>
                  <a:pt x="10098" y="806"/>
                </a:lnTo>
                <a:lnTo>
                  <a:pt x="12317" y="1501"/>
                </a:lnTo>
                <a:lnTo>
                  <a:pt x="14051" y="2015"/>
                </a:lnTo>
                <a:lnTo>
                  <a:pt x="15795" y="2534"/>
                </a:lnTo>
                <a:lnTo>
                  <a:pt x="17561" y="3061"/>
                </a:lnTo>
                <a:lnTo>
                  <a:pt x="18155" y="3263"/>
                </a:lnTo>
                <a:lnTo>
                  <a:pt x="19202" y="3623"/>
                </a:lnTo>
                <a:lnTo>
                  <a:pt x="21600" y="4450"/>
                </a:lnTo>
                <a:lnTo>
                  <a:pt x="21155" y="7280"/>
                </a:lnTo>
                <a:lnTo>
                  <a:pt x="20709" y="10114"/>
                </a:lnTo>
                <a:lnTo>
                  <a:pt x="20261" y="12961"/>
                </a:lnTo>
                <a:lnTo>
                  <a:pt x="19810" y="15821"/>
                </a:lnTo>
                <a:lnTo>
                  <a:pt x="19356" y="18697"/>
                </a:lnTo>
                <a:lnTo>
                  <a:pt x="18900" y="21600"/>
                </a:lnTo>
                <a:lnTo>
                  <a:pt x="18692" y="20541"/>
                </a:lnTo>
                <a:lnTo>
                  <a:pt x="18066" y="17347"/>
                </a:lnTo>
                <a:lnTo>
                  <a:pt x="17140" y="15203"/>
                </a:lnTo>
                <a:lnTo>
                  <a:pt x="16200" y="13025"/>
                </a:lnTo>
                <a:lnTo>
                  <a:pt x="14307" y="12618"/>
                </a:lnTo>
                <a:lnTo>
                  <a:pt x="12930" y="12391"/>
                </a:lnTo>
                <a:lnTo>
                  <a:pt x="11672" y="12309"/>
                </a:lnTo>
                <a:lnTo>
                  <a:pt x="10138" y="12348"/>
                </a:lnTo>
                <a:lnTo>
                  <a:pt x="7933" y="12489"/>
                </a:lnTo>
                <a:lnTo>
                  <a:pt x="7274" y="12524"/>
                </a:lnTo>
                <a:lnTo>
                  <a:pt x="6110" y="12584"/>
                </a:lnTo>
                <a:lnTo>
                  <a:pt x="3448" y="12725"/>
                </a:lnTo>
                <a:lnTo>
                  <a:pt x="1736" y="12875"/>
                </a:lnTo>
                <a:lnTo>
                  <a:pt x="0" y="13025"/>
                </a:lnTo>
                <a:lnTo>
                  <a:pt x="381" y="9792"/>
                </a:lnTo>
                <a:lnTo>
                  <a:pt x="710" y="7512"/>
                </a:lnTo>
                <a:lnTo>
                  <a:pt x="1120" y="5556"/>
                </a:lnTo>
                <a:lnTo>
                  <a:pt x="1742" y="3310"/>
                </a:lnTo>
                <a:lnTo>
                  <a:pt x="2700" y="163"/>
                </a:lnTo>
                <a:close/>
              </a:path>
            </a:pathLst>
          </a:custGeom>
          <a:solidFill>
            <a:srgbClr val="52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2" name="contour_10310"/>
          <p:cNvSpPr/>
          <p:nvPr/>
        </p:nvSpPr>
        <p:spPr>
          <a:xfrm>
            <a:off x="4113514" y="4657027"/>
            <a:ext cx="595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60" y="240"/>
                </a:lnTo>
                <a:lnTo>
                  <a:pt x="3856" y="505"/>
                </a:lnTo>
                <a:lnTo>
                  <a:pt x="5694" y="810"/>
                </a:lnTo>
                <a:lnTo>
                  <a:pt x="7473" y="1177"/>
                </a:lnTo>
                <a:lnTo>
                  <a:pt x="9195" y="1623"/>
                </a:lnTo>
                <a:lnTo>
                  <a:pt x="10863" y="2160"/>
                </a:lnTo>
                <a:lnTo>
                  <a:pt x="12479" y="2813"/>
                </a:lnTo>
                <a:lnTo>
                  <a:pt x="14047" y="3594"/>
                </a:lnTo>
                <a:lnTo>
                  <a:pt x="15565" y="4525"/>
                </a:lnTo>
                <a:lnTo>
                  <a:pt x="17038" y="5619"/>
                </a:lnTo>
                <a:lnTo>
                  <a:pt x="18466" y="6898"/>
                </a:lnTo>
                <a:lnTo>
                  <a:pt x="19855" y="8375"/>
                </a:lnTo>
                <a:lnTo>
                  <a:pt x="20701" y="10244"/>
                </a:lnTo>
                <a:lnTo>
                  <a:pt x="21238" y="12072"/>
                </a:lnTo>
                <a:lnTo>
                  <a:pt x="21521" y="13886"/>
                </a:lnTo>
                <a:lnTo>
                  <a:pt x="21600" y="15719"/>
                </a:lnTo>
                <a:lnTo>
                  <a:pt x="21531" y="17596"/>
                </a:lnTo>
                <a:lnTo>
                  <a:pt x="21365" y="19545"/>
                </a:lnTo>
                <a:lnTo>
                  <a:pt x="21156" y="21600"/>
                </a:lnTo>
                <a:lnTo>
                  <a:pt x="19408" y="21600"/>
                </a:lnTo>
                <a:lnTo>
                  <a:pt x="17649" y="21600"/>
                </a:lnTo>
                <a:lnTo>
                  <a:pt x="15867" y="21600"/>
                </a:lnTo>
                <a:lnTo>
                  <a:pt x="15552" y="19991"/>
                </a:lnTo>
                <a:lnTo>
                  <a:pt x="15237" y="18379"/>
                </a:lnTo>
                <a:lnTo>
                  <a:pt x="14928" y="16767"/>
                </a:lnTo>
                <a:lnTo>
                  <a:pt x="14619" y="15155"/>
                </a:lnTo>
                <a:lnTo>
                  <a:pt x="14317" y="13543"/>
                </a:lnTo>
                <a:lnTo>
                  <a:pt x="13429" y="11705"/>
                </a:lnTo>
                <a:lnTo>
                  <a:pt x="12437" y="10398"/>
                </a:lnTo>
                <a:lnTo>
                  <a:pt x="11250" y="9434"/>
                </a:lnTo>
                <a:lnTo>
                  <a:pt x="9779" y="8618"/>
                </a:lnTo>
                <a:lnTo>
                  <a:pt x="7933" y="7762"/>
                </a:lnTo>
                <a:lnTo>
                  <a:pt x="7235" y="7506"/>
                </a:lnTo>
                <a:lnTo>
                  <a:pt x="5125" y="6728"/>
                </a:lnTo>
                <a:lnTo>
                  <a:pt x="3507" y="5700"/>
                </a:lnTo>
                <a:lnTo>
                  <a:pt x="2332" y="4585"/>
                </a:lnTo>
                <a:lnTo>
                  <a:pt x="1452" y="3313"/>
                </a:lnTo>
                <a:lnTo>
                  <a:pt x="725" y="1809"/>
                </a:lnTo>
                <a:lnTo>
                  <a:pt x="0" y="0"/>
                </a:lnTo>
                <a:close/>
              </a:path>
            </a:pathLst>
          </a:custGeom>
          <a:solidFill>
            <a:srgbClr val="E4E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3" name="contour_10311"/>
          <p:cNvSpPr/>
          <p:nvPr/>
        </p:nvSpPr>
        <p:spPr>
          <a:xfrm>
            <a:off x="10410339" y="4654235"/>
            <a:ext cx="80168" cy="319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87"/>
                </a:moveTo>
                <a:lnTo>
                  <a:pt x="2739" y="1198"/>
                </a:lnTo>
                <a:lnTo>
                  <a:pt x="5039" y="651"/>
                </a:lnTo>
                <a:lnTo>
                  <a:pt x="6957" y="256"/>
                </a:lnTo>
                <a:lnTo>
                  <a:pt x="8548" y="34"/>
                </a:lnTo>
                <a:lnTo>
                  <a:pt x="9873" y="0"/>
                </a:lnTo>
                <a:lnTo>
                  <a:pt x="10985" y="172"/>
                </a:lnTo>
                <a:lnTo>
                  <a:pt x="11943" y="557"/>
                </a:lnTo>
                <a:lnTo>
                  <a:pt x="12803" y="1173"/>
                </a:lnTo>
                <a:lnTo>
                  <a:pt x="13622" y="2040"/>
                </a:lnTo>
                <a:lnTo>
                  <a:pt x="14458" y="3169"/>
                </a:lnTo>
                <a:lnTo>
                  <a:pt x="15367" y="4578"/>
                </a:lnTo>
                <a:lnTo>
                  <a:pt x="16406" y="6278"/>
                </a:lnTo>
                <a:lnTo>
                  <a:pt x="17341" y="8728"/>
                </a:lnTo>
                <a:lnTo>
                  <a:pt x="18246" y="11192"/>
                </a:lnTo>
                <a:lnTo>
                  <a:pt x="19120" y="13695"/>
                </a:lnTo>
                <a:lnTo>
                  <a:pt x="19970" y="16248"/>
                </a:lnTo>
                <a:lnTo>
                  <a:pt x="20795" y="18880"/>
                </a:lnTo>
                <a:lnTo>
                  <a:pt x="21600" y="21600"/>
                </a:lnTo>
                <a:lnTo>
                  <a:pt x="20214" y="21418"/>
                </a:lnTo>
                <a:lnTo>
                  <a:pt x="18827" y="21221"/>
                </a:lnTo>
                <a:lnTo>
                  <a:pt x="17443" y="21009"/>
                </a:lnTo>
                <a:lnTo>
                  <a:pt x="16059" y="20787"/>
                </a:lnTo>
                <a:lnTo>
                  <a:pt x="14674" y="20550"/>
                </a:lnTo>
                <a:lnTo>
                  <a:pt x="13288" y="20309"/>
                </a:lnTo>
                <a:lnTo>
                  <a:pt x="11904" y="20062"/>
                </a:lnTo>
                <a:lnTo>
                  <a:pt x="10521" y="19895"/>
                </a:lnTo>
                <a:lnTo>
                  <a:pt x="9117" y="19722"/>
                </a:lnTo>
                <a:lnTo>
                  <a:pt x="7876" y="19461"/>
                </a:lnTo>
                <a:lnTo>
                  <a:pt x="6674" y="19156"/>
                </a:lnTo>
                <a:lnTo>
                  <a:pt x="5494" y="18766"/>
                </a:lnTo>
                <a:lnTo>
                  <a:pt x="4326" y="18249"/>
                </a:lnTo>
                <a:lnTo>
                  <a:pt x="3154" y="17564"/>
                </a:lnTo>
                <a:lnTo>
                  <a:pt x="1964" y="16672"/>
                </a:lnTo>
                <a:lnTo>
                  <a:pt x="1178" y="12902"/>
                </a:lnTo>
                <a:lnTo>
                  <a:pt x="683" y="10251"/>
                </a:lnTo>
                <a:lnTo>
                  <a:pt x="385" y="8003"/>
                </a:lnTo>
                <a:lnTo>
                  <a:pt x="189" y="5451"/>
                </a:lnTo>
                <a:lnTo>
                  <a:pt x="0" y="1887"/>
                </a:lnTo>
                <a:close/>
              </a:path>
            </a:pathLst>
          </a:custGeom>
          <a:solidFill>
            <a:srgbClr val="E6E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4" name="contour_10312"/>
          <p:cNvSpPr/>
          <p:nvPr/>
        </p:nvSpPr>
        <p:spPr>
          <a:xfrm>
            <a:off x="8544613" y="4620587"/>
            <a:ext cx="35930" cy="68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44" y="0"/>
                </a:moveTo>
                <a:lnTo>
                  <a:pt x="15019" y="1592"/>
                </a:lnTo>
                <a:lnTo>
                  <a:pt x="16680" y="3094"/>
                </a:lnTo>
                <a:lnTo>
                  <a:pt x="18117" y="4536"/>
                </a:lnTo>
                <a:lnTo>
                  <a:pt x="19322" y="5948"/>
                </a:lnTo>
                <a:lnTo>
                  <a:pt x="20281" y="7361"/>
                </a:lnTo>
                <a:lnTo>
                  <a:pt x="20987" y="8803"/>
                </a:lnTo>
                <a:lnTo>
                  <a:pt x="21429" y="10310"/>
                </a:lnTo>
                <a:lnTo>
                  <a:pt x="21600" y="11908"/>
                </a:lnTo>
                <a:lnTo>
                  <a:pt x="21486" y="13628"/>
                </a:lnTo>
                <a:lnTo>
                  <a:pt x="21083" y="15502"/>
                </a:lnTo>
                <a:lnTo>
                  <a:pt x="20229" y="17213"/>
                </a:lnTo>
                <a:lnTo>
                  <a:pt x="19571" y="18323"/>
                </a:lnTo>
                <a:lnTo>
                  <a:pt x="18783" y="19313"/>
                </a:lnTo>
                <a:lnTo>
                  <a:pt x="17525" y="20670"/>
                </a:lnTo>
                <a:lnTo>
                  <a:pt x="14266" y="21290"/>
                </a:lnTo>
                <a:lnTo>
                  <a:pt x="11952" y="21600"/>
                </a:lnTo>
                <a:lnTo>
                  <a:pt x="9954" y="21600"/>
                </a:lnTo>
                <a:lnTo>
                  <a:pt x="7641" y="21290"/>
                </a:lnTo>
                <a:lnTo>
                  <a:pt x="4381" y="20670"/>
                </a:lnTo>
                <a:lnTo>
                  <a:pt x="3207" y="19182"/>
                </a:lnTo>
                <a:lnTo>
                  <a:pt x="2265" y="17684"/>
                </a:lnTo>
                <a:lnTo>
                  <a:pt x="1512" y="16173"/>
                </a:lnTo>
                <a:lnTo>
                  <a:pt x="911" y="14641"/>
                </a:lnTo>
                <a:lnTo>
                  <a:pt x="421" y="13079"/>
                </a:lnTo>
                <a:lnTo>
                  <a:pt x="0" y="11483"/>
                </a:lnTo>
                <a:lnTo>
                  <a:pt x="2173" y="11295"/>
                </a:lnTo>
                <a:lnTo>
                  <a:pt x="4355" y="11102"/>
                </a:lnTo>
                <a:lnTo>
                  <a:pt x="6572" y="10909"/>
                </a:lnTo>
                <a:lnTo>
                  <a:pt x="8745" y="10340"/>
                </a:lnTo>
                <a:lnTo>
                  <a:pt x="10927" y="9768"/>
                </a:lnTo>
                <a:lnTo>
                  <a:pt x="13144" y="9187"/>
                </a:lnTo>
                <a:lnTo>
                  <a:pt x="13635" y="7613"/>
                </a:lnTo>
                <a:lnTo>
                  <a:pt x="13854" y="6107"/>
                </a:lnTo>
                <a:lnTo>
                  <a:pt x="13858" y="4632"/>
                </a:lnTo>
                <a:lnTo>
                  <a:pt x="13705" y="3149"/>
                </a:lnTo>
                <a:lnTo>
                  <a:pt x="13446" y="1617"/>
                </a:lnTo>
                <a:lnTo>
                  <a:pt x="13144" y="0"/>
                </a:lnTo>
                <a:close/>
              </a:path>
            </a:pathLst>
          </a:custGeom>
          <a:solidFill>
            <a:srgbClr val="C1B7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5" name="contour_10313"/>
          <p:cNvSpPr/>
          <p:nvPr/>
        </p:nvSpPr>
        <p:spPr>
          <a:xfrm>
            <a:off x="5155697" y="4605756"/>
            <a:ext cx="87456" cy="585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54" y="0"/>
                </a:moveTo>
                <a:lnTo>
                  <a:pt x="17453" y="390"/>
                </a:lnTo>
                <a:lnTo>
                  <a:pt x="18220" y="729"/>
                </a:lnTo>
                <a:lnTo>
                  <a:pt x="19003" y="1153"/>
                </a:lnTo>
                <a:lnTo>
                  <a:pt x="20047" y="1793"/>
                </a:lnTo>
                <a:lnTo>
                  <a:pt x="21600" y="2782"/>
                </a:lnTo>
                <a:lnTo>
                  <a:pt x="20522" y="3393"/>
                </a:lnTo>
                <a:lnTo>
                  <a:pt x="19436" y="4008"/>
                </a:lnTo>
                <a:lnTo>
                  <a:pt x="18338" y="4632"/>
                </a:lnTo>
                <a:lnTo>
                  <a:pt x="17141" y="5600"/>
                </a:lnTo>
                <a:lnTo>
                  <a:pt x="16069" y="6661"/>
                </a:lnTo>
                <a:lnTo>
                  <a:pt x="15106" y="7815"/>
                </a:lnTo>
                <a:lnTo>
                  <a:pt x="14238" y="9054"/>
                </a:lnTo>
                <a:lnTo>
                  <a:pt x="13451" y="10377"/>
                </a:lnTo>
                <a:lnTo>
                  <a:pt x="12731" y="11777"/>
                </a:lnTo>
                <a:lnTo>
                  <a:pt x="12064" y="13253"/>
                </a:lnTo>
                <a:lnTo>
                  <a:pt x="11434" y="14799"/>
                </a:lnTo>
                <a:lnTo>
                  <a:pt x="10825" y="16409"/>
                </a:lnTo>
                <a:lnTo>
                  <a:pt x="10228" y="18084"/>
                </a:lnTo>
                <a:lnTo>
                  <a:pt x="9623" y="19815"/>
                </a:lnTo>
                <a:lnTo>
                  <a:pt x="9000" y="21600"/>
                </a:lnTo>
                <a:lnTo>
                  <a:pt x="8494" y="21299"/>
                </a:lnTo>
                <a:lnTo>
                  <a:pt x="8023" y="21017"/>
                </a:lnTo>
                <a:lnTo>
                  <a:pt x="7481" y="20691"/>
                </a:lnTo>
                <a:lnTo>
                  <a:pt x="6761" y="20261"/>
                </a:lnTo>
                <a:lnTo>
                  <a:pt x="5758" y="19664"/>
                </a:lnTo>
                <a:lnTo>
                  <a:pt x="4367" y="18831"/>
                </a:lnTo>
                <a:lnTo>
                  <a:pt x="2482" y="17707"/>
                </a:lnTo>
                <a:lnTo>
                  <a:pt x="0" y="16224"/>
                </a:lnTo>
                <a:lnTo>
                  <a:pt x="1040" y="15557"/>
                </a:lnTo>
                <a:lnTo>
                  <a:pt x="2088" y="14887"/>
                </a:lnTo>
                <a:lnTo>
                  <a:pt x="3150" y="14207"/>
                </a:lnTo>
                <a:lnTo>
                  <a:pt x="4325" y="13296"/>
                </a:lnTo>
                <a:lnTo>
                  <a:pt x="5396" y="12339"/>
                </a:lnTo>
                <a:lnTo>
                  <a:pt x="6386" y="11323"/>
                </a:lnTo>
                <a:lnTo>
                  <a:pt x="7312" y="10234"/>
                </a:lnTo>
                <a:lnTo>
                  <a:pt x="8195" y="9067"/>
                </a:lnTo>
                <a:lnTo>
                  <a:pt x="9058" y="7807"/>
                </a:lnTo>
                <a:lnTo>
                  <a:pt x="9918" y="6444"/>
                </a:lnTo>
                <a:lnTo>
                  <a:pt x="10800" y="4968"/>
                </a:lnTo>
                <a:lnTo>
                  <a:pt x="12083" y="2925"/>
                </a:lnTo>
                <a:lnTo>
                  <a:pt x="13021" y="1551"/>
                </a:lnTo>
                <a:lnTo>
                  <a:pt x="13770" y="712"/>
                </a:lnTo>
                <a:lnTo>
                  <a:pt x="14486" y="263"/>
                </a:lnTo>
                <a:lnTo>
                  <a:pt x="15329" y="73"/>
                </a:lnTo>
                <a:lnTo>
                  <a:pt x="16454" y="0"/>
                </a:lnTo>
                <a:close/>
              </a:path>
            </a:pathLst>
          </a:custGeom>
          <a:solidFill>
            <a:srgbClr val="D8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6" name="contour_10314"/>
          <p:cNvSpPr/>
          <p:nvPr/>
        </p:nvSpPr>
        <p:spPr>
          <a:xfrm>
            <a:off x="4251986" y="4606397"/>
            <a:ext cx="43728" cy="50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23" y="420"/>
                </a:moveTo>
                <a:lnTo>
                  <a:pt x="20354" y="1673"/>
                </a:lnTo>
                <a:lnTo>
                  <a:pt x="21600" y="2944"/>
                </a:lnTo>
                <a:lnTo>
                  <a:pt x="21204" y="6396"/>
                </a:lnTo>
                <a:lnTo>
                  <a:pt x="20844" y="9042"/>
                </a:lnTo>
                <a:lnTo>
                  <a:pt x="20448" y="11053"/>
                </a:lnTo>
                <a:lnTo>
                  <a:pt x="19940" y="12602"/>
                </a:lnTo>
                <a:lnTo>
                  <a:pt x="19246" y="13855"/>
                </a:lnTo>
                <a:lnTo>
                  <a:pt x="18295" y="14990"/>
                </a:lnTo>
                <a:lnTo>
                  <a:pt x="17014" y="16174"/>
                </a:lnTo>
                <a:lnTo>
                  <a:pt x="15329" y="17580"/>
                </a:lnTo>
                <a:lnTo>
                  <a:pt x="13540" y="18593"/>
                </a:lnTo>
                <a:lnTo>
                  <a:pt x="12096" y="19346"/>
                </a:lnTo>
                <a:lnTo>
                  <a:pt x="10238" y="20223"/>
                </a:lnTo>
                <a:lnTo>
                  <a:pt x="7200" y="21600"/>
                </a:lnTo>
                <a:lnTo>
                  <a:pt x="6408" y="19545"/>
                </a:lnTo>
                <a:lnTo>
                  <a:pt x="5616" y="17493"/>
                </a:lnTo>
                <a:lnTo>
                  <a:pt x="4824" y="15434"/>
                </a:lnTo>
                <a:lnTo>
                  <a:pt x="4025" y="13373"/>
                </a:lnTo>
                <a:lnTo>
                  <a:pt x="3229" y="11305"/>
                </a:lnTo>
                <a:lnTo>
                  <a:pt x="2426" y="9231"/>
                </a:lnTo>
                <a:lnTo>
                  <a:pt x="1624" y="7145"/>
                </a:lnTo>
                <a:lnTo>
                  <a:pt x="814" y="5049"/>
                </a:lnTo>
                <a:lnTo>
                  <a:pt x="0" y="2944"/>
                </a:lnTo>
                <a:lnTo>
                  <a:pt x="4230" y="1853"/>
                </a:lnTo>
                <a:lnTo>
                  <a:pt x="7484" y="1042"/>
                </a:lnTo>
                <a:lnTo>
                  <a:pt x="9990" y="485"/>
                </a:lnTo>
                <a:lnTo>
                  <a:pt x="11974" y="146"/>
                </a:lnTo>
                <a:lnTo>
                  <a:pt x="13651" y="0"/>
                </a:lnTo>
                <a:lnTo>
                  <a:pt x="15253" y="16"/>
                </a:lnTo>
                <a:lnTo>
                  <a:pt x="17003" y="165"/>
                </a:lnTo>
                <a:lnTo>
                  <a:pt x="19123" y="420"/>
                </a:lnTo>
                <a:close/>
              </a:path>
            </a:pathLst>
          </a:custGeom>
          <a:solidFill>
            <a:srgbClr val="6D56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7" name="contour_10315"/>
          <p:cNvSpPr/>
          <p:nvPr/>
        </p:nvSpPr>
        <p:spPr>
          <a:xfrm>
            <a:off x="2561172" y="4619136"/>
            <a:ext cx="58304" cy="37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43" y="0"/>
                </a:moveTo>
                <a:lnTo>
                  <a:pt x="15044" y="29"/>
                </a:lnTo>
                <a:lnTo>
                  <a:pt x="16213" y="87"/>
                </a:lnTo>
                <a:lnTo>
                  <a:pt x="17439" y="212"/>
                </a:lnTo>
                <a:lnTo>
                  <a:pt x="19105" y="445"/>
                </a:lnTo>
                <a:lnTo>
                  <a:pt x="21600" y="827"/>
                </a:lnTo>
                <a:lnTo>
                  <a:pt x="21600" y="3764"/>
                </a:lnTo>
                <a:lnTo>
                  <a:pt x="21600" y="6706"/>
                </a:lnTo>
                <a:lnTo>
                  <a:pt x="21600" y="9655"/>
                </a:lnTo>
                <a:lnTo>
                  <a:pt x="21600" y="12618"/>
                </a:lnTo>
                <a:lnTo>
                  <a:pt x="21600" y="15592"/>
                </a:lnTo>
                <a:lnTo>
                  <a:pt x="21600" y="18584"/>
                </a:lnTo>
                <a:lnTo>
                  <a:pt x="21600" y="21600"/>
                </a:lnTo>
                <a:lnTo>
                  <a:pt x="20261" y="20570"/>
                </a:lnTo>
                <a:lnTo>
                  <a:pt x="18919" y="19539"/>
                </a:lnTo>
                <a:lnTo>
                  <a:pt x="17566" y="18496"/>
                </a:lnTo>
                <a:lnTo>
                  <a:pt x="16200" y="17445"/>
                </a:lnTo>
                <a:lnTo>
                  <a:pt x="14413" y="17923"/>
                </a:lnTo>
                <a:lnTo>
                  <a:pt x="12658" y="18492"/>
                </a:lnTo>
                <a:lnTo>
                  <a:pt x="10924" y="19136"/>
                </a:lnTo>
                <a:lnTo>
                  <a:pt x="9199" y="19838"/>
                </a:lnTo>
                <a:lnTo>
                  <a:pt x="7471" y="20586"/>
                </a:lnTo>
                <a:lnTo>
                  <a:pt x="5727" y="21359"/>
                </a:lnTo>
                <a:lnTo>
                  <a:pt x="4225" y="21475"/>
                </a:lnTo>
                <a:lnTo>
                  <a:pt x="2700" y="21600"/>
                </a:lnTo>
                <a:lnTo>
                  <a:pt x="1666" y="19199"/>
                </a:lnTo>
                <a:lnTo>
                  <a:pt x="1042" y="17533"/>
                </a:lnTo>
                <a:lnTo>
                  <a:pt x="570" y="15821"/>
                </a:lnTo>
                <a:lnTo>
                  <a:pt x="0" y="13291"/>
                </a:lnTo>
                <a:lnTo>
                  <a:pt x="1782" y="13291"/>
                </a:lnTo>
                <a:lnTo>
                  <a:pt x="3580" y="13291"/>
                </a:lnTo>
                <a:lnTo>
                  <a:pt x="5400" y="13291"/>
                </a:lnTo>
                <a:lnTo>
                  <a:pt x="6180" y="11230"/>
                </a:lnTo>
                <a:lnTo>
                  <a:pt x="6966" y="9157"/>
                </a:lnTo>
                <a:lnTo>
                  <a:pt x="7762" y="7059"/>
                </a:lnTo>
                <a:lnTo>
                  <a:pt x="9561" y="3440"/>
                </a:lnTo>
                <a:lnTo>
                  <a:pt x="10762" y="1500"/>
                </a:lnTo>
                <a:lnTo>
                  <a:pt x="11910" y="573"/>
                </a:lnTo>
                <a:lnTo>
                  <a:pt x="13543" y="0"/>
                </a:lnTo>
                <a:close/>
              </a:path>
            </a:pathLst>
          </a:custGeom>
          <a:solidFill>
            <a:srgbClr val="E9EC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8" name="contour_10316"/>
          <p:cNvSpPr/>
          <p:nvPr/>
        </p:nvSpPr>
        <p:spPr>
          <a:xfrm>
            <a:off x="10628978" y="4569571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145" y="901"/>
                </a:lnTo>
                <a:lnTo>
                  <a:pt x="3596" y="1814"/>
                </a:lnTo>
                <a:lnTo>
                  <a:pt x="4261" y="3013"/>
                </a:lnTo>
                <a:lnTo>
                  <a:pt x="4938" y="4177"/>
                </a:lnTo>
                <a:lnTo>
                  <a:pt x="5643" y="5318"/>
                </a:lnTo>
                <a:lnTo>
                  <a:pt x="6394" y="6437"/>
                </a:lnTo>
                <a:lnTo>
                  <a:pt x="7206" y="7543"/>
                </a:lnTo>
                <a:lnTo>
                  <a:pt x="8100" y="8640"/>
                </a:lnTo>
                <a:lnTo>
                  <a:pt x="9550" y="8996"/>
                </a:lnTo>
                <a:lnTo>
                  <a:pt x="11008" y="9355"/>
                </a:lnTo>
                <a:lnTo>
                  <a:pt x="12488" y="9720"/>
                </a:lnTo>
                <a:lnTo>
                  <a:pt x="13713" y="10076"/>
                </a:lnTo>
                <a:lnTo>
                  <a:pt x="14950" y="10435"/>
                </a:lnTo>
                <a:lnTo>
                  <a:pt x="16200" y="10800"/>
                </a:lnTo>
                <a:lnTo>
                  <a:pt x="16362" y="12148"/>
                </a:lnTo>
                <a:lnTo>
                  <a:pt x="16408" y="13465"/>
                </a:lnTo>
                <a:lnTo>
                  <a:pt x="16365" y="14777"/>
                </a:lnTo>
                <a:lnTo>
                  <a:pt x="16262" y="16096"/>
                </a:lnTo>
                <a:lnTo>
                  <a:pt x="16127" y="17448"/>
                </a:lnTo>
                <a:lnTo>
                  <a:pt x="16143" y="17943"/>
                </a:lnTo>
                <a:lnTo>
                  <a:pt x="16200" y="19440"/>
                </a:lnTo>
                <a:lnTo>
                  <a:pt x="17804" y="20386"/>
                </a:lnTo>
                <a:lnTo>
                  <a:pt x="18900" y="20926"/>
                </a:lnTo>
                <a:lnTo>
                  <a:pt x="19996" y="21263"/>
                </a:lnTo>
                <a:lnTo>
                  <a:pt x="21600" y="21600"/>
                </a:lnTo>
                <a:lnTo>
                  <a:pt x="19996" y="21600"/>
                </a:lnTo>
                <a:lnTo>
                  <a:pt x="18387" y="21600"/>
                </a:lnTo>
                <a:lnTo>
                  <a:pt x="16772" y="21600"/>
                </a:lnTo>
                <a:lnTo>
                  <a:pt x="15144" y="21600"/>
                </a:lnTo>
                <a:lnTo>
                  <a:pt x="13500" y="21600"/>
                </a:lnTo>
                <a:lnTo>
                  <a:pt x="13500" y="20172"/>
                </a:lnTo>
                <a:lnTo>
                  <a:pt x="13500" y="18736"/>
                </a:lnTo>
                <a:lnTo>
                  <a:pt x="13500" y="17280"/>
                </a:lnTo>
                <a:lnTo>
                  <a:pt x="12161" y="17012"/>
                </a:lnTo>
                <a:lnTo>
                  <a:pt x="10816" y="16744"/>
                </a:lnTo>
                <a:lnTo>
                  <a:pt x="9450" y="16470"/>
                </a:lnTo>
                <a:lnTo>
                  <a:pt x="8111" y="16025"/>
                </a:lnTo>
                <a:lnTo>
                  <a:pt x="6766" y="15574"/>
                </a:lnTo>
                <a:lnTo>
                  <a:pt x="5400" y="15120"/>
                </a:lnTo>
                <a:lnTo>
                  <a:pt x="5230" y="13770"/>
                </a:lnTo>
                <a:lnTo>
                  <a:pt x="5184" y="12452"/>
                </a:lnTo>
                <a:lnTo>
                  <a:pt x="5230" y="11146"/>
                </a:lnTo>
                <a:lnTo>
                  <a:pt x="5335" y="9826"/>
                </a:lnTo>
                <a:lnTo>
                  <a:pt x="5473" y="8472"/>
                </a:lnTo>
                <a:lnTo>
                  <a:pt x="5438" y="7482"/>
                </a:lnTo>
                <a:lnTo>
                  <a:pt x="5400" y="6480"/>
                </a:lnTo>
                <a:lnTo>
                  <a:pt x="3796" y="5534"/>
                </a:lnTo>
                <a:lnTo>
                  <a:pt x="2700" y="4994"/>
                </a:lnTo>
                <a:lnTo>
                  <a:pt x="1604" y="4657"/>
                </a:lnTo>
                <a:lnTo>
                  <a:pt x="0" y="4320"/>
                </a:lnTo>
                <a:lnTo>
                  <a:pt x="670" y="3251"/>
                </a:lnTo>
                <a:lnTo>
                  <a:pt x="1339" y="2177"/>
                </a:lnTo>
                <a:lnTo>
                  <a:pt x="2017" y="1095"/>
                </a:lnTo>
                <a:lnTo>
                  <a:pt x="2700" y="0"/>
                </a:lnTo>
                <a:close/>
              </a:path>
            </a:pathLst>
          </a:custGeom>
          <a:solidFill>
            <a:srgbClr val="6C6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19" name="contour_10317"/>
          <p:cNvSpPr/>
          <p:nvPr/>
        </p:nvSpPr>
        <p:spPr>
          <a:xfrm>
            <a:off x="9789176" y="4576859"/>
            <a:ext cx="31316" cy="58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1" y="0"/>
                </a:moveTo>
                <a:lnTo>
                  <a:pt x="4484" y="0"/>
                </a:lnTo>
                <a:lnTo>
                  <a:pt x="7827" y="0"/>
                </a:lnTo>
                <a:lnTo>
                  <a:pt x="11215" y="0"/>
                </a:lnTo>
                <a:lnTo>
                  <a:pt x="13572" y="1604"/>
                </a:lnTo>
                <a:lnTo>
                  <a:pt x="15568" y="3244"/>
                </a:lnTo>
                <a:lnTo>
                  <a:pt x="17227" y="4921"/>
                </a:lnTo>
                <a:lnTo>
                  <a:pt x="18579" y="6636"/>
                </a:lnTo>
                <a:lnTo>
                  <a:pt x="19650" y="8383"/>
                </a:lnTo>
                <a:lnTo>
                  <a:pt x="20459" y="10168"/>
                </a:lnTo>
                <a:lnTo>
                  <a:pt x="21032" y="11985"/>
                </a:lnTo>
                <a:lnTo>
                  <a:pt x="21394" y="13837"/>
                </a:lnTo>
                <a:lnTo>
                  <a:pt x="21575" y="15722"/>
                </a:lnTo>
                <a:lnTo>
                  <a:pt x="21600" y="17639"/>
                </a:lnTo>
                <a:lnTo>
                  <a:pt x="21489" y="19589"/>
                </a:lnTo>
                <a:lnTo>
                  <a:pt x="21268" y="21570"/>
                </a:lnTo>
                <a:lnTo>
                  <a:pt x="17478" y="21600"/>
                </a:lnTo>
                <a:lnTo>
                  <a:pt x="13959" y="21516"/>
                </a:lnTo>
                <a:lnTo>
                  <a:pt x="10642" y="21260"/>
                </a:lnTo>
                <a:lnTo>
                  <a:pt x="7450" y="20772"/>
                </a:lnTo>
                <a:lnTo>
                  <a:pt x="4313" y="19998"/>
                </a:lnTo>
                <a:lnTo>
                  <a:pt x="1161" y="18874"/>
                </a:lnTo>
                <a:lnTo>
                  <a:pt x="659" y="16973"/>
                </a:lnTo>
                <a:lnTo>
                  <a:pt x="312" y="15083"/>
                </a:lnTo>
                <a:lnTo>
                  <a:pt x="96" y="13201"/>
                </a:lnTo>
                <a:lnTo>
                  <a:pt x="0" y="11324"/>
                </a:lnTo>
                <a:lnTo>
                  <a:pt x="15" y="9451"/>
                </a:lnTo>
                <a:lnTo>
                  <a:pt x="121" y="7574"/>
                </a:lnTo>
                <a:lnTo>
                  <a:pt x="302" y="5695"/>
                </a:lnTo>
                <a:lnTo>
                  <a:pt x="543" y="3807"/>
                </a:lnTo>
                <a:lnTo>
                  <a:pt x="834" y="1909"/>
                </a:lnTo>
                <a:lnTo>
                  <a:pt x="1161" y="0"/>
                </a:lnTo>
                <a:close/>
              </a:path>
            </a:pathLst>
          </a:custGeom>
          <a:solidFill>
            <a:srgbClr val="373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0" name="contour_10318"/>
          <p:cNvSpPr/>
          <p:nvPr/>
        </p:nvSpPr>
        <p:spPr>
          <a:xfrm>
            <a:off x="8026181" y="4606011"/>
            <a:ext cx="3077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50" y="0"/>
                </a:moveTo>
                <a:lnTo>
                  <a:pt x="21216" y="1247"/>
                </a:lnTo>
                <a:lnTo>
                  <a:pt x="21278" y="2496"/>
                </a:lnTo>
                <a:lnTo>
                  <a:pt x="21329" y="3743"/>
                </a:lnTo>
                <a:lnTo>
                  <a:pt x="21380" y="4990"/>
                </a:lnTo>
                <a:lnTo>
                  <a:pt x="21426" y="6238"/>
                </a:lnTo>
                <a:lnTo>
                  <a:pt x="21467" y="7485"/>
                </a:lnTo>
                <a:lnTo>
                  <a:pt x="21534" y="8538"/>
                </a:lnTo>
                <a:lnTo>
                  <a:pt x="21600" y="9608"/>
                </a:lnTo>
                <a:lnTo>
                  <a:pt x="21580" y="11040"/>
                </a:lnTo>
                <a:lnTo>
                  <a:pt x="21436" y="12416"/>
                </a:lnTo>
                <a:lnTo>
                  <a:pt x="21165" y="13749"/>
                </a:lnTo>
                <a:lnTo>
                  <a:pt x="20746" y="15053"/>
                </a:lnTo>
                <a:lnTo>
                  <a:pt x="20168" y="16341"/>
                </a:lnTo>
                <a:lnTo>
                  <a:pt x="19421" y="17626"/>
                </a:lnTo>
                <a:lnTo>
                  <a:pt x="18490" y="18922"/>
                </a:lnTo>
                <a:lnTo>
                  <a:pt x="17370" y="20243"/>
                </a:lnTo>
                <a:lnTo>
                  <a:pt x="16035" y="21600"/>
                </a:lnTo>
                <a:lnTo>
                  <a:pt x="12230" y="21290"/>
                </a:lnTo>
                <a:lnTo>
                  <a:pt x="9529" y="21033"/>
                </a:lnTo>
                <a:lnTo>
                  <a:pt x="7197" y="20734"/>
                </a:lnTo>
                <a:lnTo>
                  <a:pt x="4496" y="20300"/>
                </a:lnTo>
                <a:lnTo>
                  <a:pt x="691" y="19636"/>
                </a:lnTo>
                <a:lnTo>
                  <a:pt x="230" y="18117"/>
                </a:lnTo>
                <a:lnTo>
                  <a:pt x="0" y="17050"/>
                </a:lnTo>
                <a:lnTo>
                  <a:pt x="0" y="16155"/>
                </a:lnTo>
                <a:lnTo>
                  <a:pt x="230" y="15147"/>
                </a:lnTo>
                <a:lnTo>
                  <a:pt x="691" y="13745"/>
                </a:lnTo>
                <a:lnTo>
                  <a:pt x="3729" y="13745"/>
                </a:lnTo>
                <a:lnTo>
                  <a:pt x="6777" y="13745"/>
                </a:lnTo>
                <a:lnTo>
                  <a:pt x="9836" y="13745"/>
                </a:lnTo>
                <a:lnTo>
                  <a:pt x="12920" y="13745"/>
                </a:lnTo>
                <a:lnTo>
                  <a:pt x="16035" y="13745"/>
                </a:lnTo>
                <a:lnTo>
                  <a:pt x="13498" y="13015"/>
                </a:lnTo>
                <a:lnTo>
                  <a:pt x="10920" y="12273"/>
                </a:lnTo>
                <a:lnTo>
                  <a:pt x="8214" y="10904"/>
                </a:lnTo>
                <a:lnTo>
                  <a:pt x="6434" y="9777"/>
                </a:lnTo>
                <a:lnTo>
                  <a:pt x="5376" y="8683"/>
                </a:lnTo>
                <a:lnTo>
                  <a:pt x="4813" y="7417"/>
                </a:lnTo>
                <a:lnTo>
                  <a:pt x="4527" y="5769"/>
                </a:lnTo>
                <a:lnTo>
                  <a:pt x="5192" y="3900"/>
                </a:lnTo>
                <a:lnTo>
                  <a:pt x="5836" y="2692"/>
                </a:lnTo>
                <a:lnTo>
                  <a:pt x="6762" y="1889"/>
                </a:lnTo>
                <a:lnTo>
                  <a:pt x="8250" y="1241"/>
                </a:lnTo>
                <a:lnTo>
                  <a:pt x="10603" y="491"/>
                </a:lnTo>
                <a:lnTo>
                  <a:pt x="14613" y="145"/>
                </a:lnTo>
                <a:lnTo>
                  <a:pt x="17350" y="18"/>
                </a:lnTo>
                <a:lnTo>
                  <a:pt x="21150" y="0"/>
                </a:lnTo>
                <a:close/>
              </a:path>
            </a:pathLst>
          </a:custGeom>
          <a:solidFill>
            <a:srgbClr val="888C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1" name="contour_10319"/>
          <p:cNvSpPr/>
          <p:nvPr/>
        </p:nvSpPr>
        <p:spPr>
          <a:xfrm>
            <a:off x="3734538" y="4591435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07" y="892"/>
                </a:lnTo>
                <a:lnTo>
                  <a:pt x="10171" y="1780"/>
                </a:lnTo>
                <a:lnTo>
                  <a:pt x="11592" y="2681"/>
                </a:lnTo>
                <a:lnTo>
                  <a:pt x="12972" y="3613"/>
                </a:lnTo>
                <a:lnTo>
                  <a:pt x="14314" y="4595"/>
                </a:lnTo>
                <a:lnTo>
                  <a:pt x="15614" y="5635"/>
                </a:lnTo>
                <a:lnTo>
                  <a:pt x="16882" y="6755"/>
                </a:lnTo>
                <a:lnTo>
                  <a:pt x="18110" y="7970"/>
                </a:lnTo>
                <a:lnTo>
                  <a:pt x="19306" y="9294"/>
                </a:lnTo>
                <a:lnTo>
                  <a:pt x="20470" y="10748"/>
                </a:lnTo>
                <a:lnTo>
                  <a:pt x="21600" y="12343"/>
                </a:lnTo>
                <a:lnTo>
                  <a:pt x="20513" y="13367"/>
                </a:lnTo>
                <a:lnTo>
                  <a:pt x="19651" y="14031"/>
                </a:lnTo>
                <a:lnTo>
                  <a:pt x="18562" y="14620"/>
                </a:lnTo>
                <a:lnTo>
                  <a:pt x="16800" y="15429"/>
                </a:lnTo>
                <a:lnTo>
                  <a:pt x="15156" y="15061"/>
                </a:lnTo>
                <a:lnTo>
                  <a:pt x="13550" y="14617"/>
                </a:lnTo>
                <a:lnTo>
                  <a:pt x="11966" y="14111"/>
                </a:lnTo>
                <a:lnTo>
                  <a:pt x="10390" y="13556"/>
                </a:lnTo>
                <a:lnTo>
                  <a:pt x="8806" y="12960"/>
                </a:lnTo>
                <a:lnTo>
                  <a:pt x="7200" y="12343"/>
                </a:lnTo>
                <a:lnTo>
                  <a:pt x="7200" y="14176"/>
                </a:lnTo>
                <a:lnTo>
                  <a:pt x="7200" y="16015"/>
                </a:lnTo>
                <a:lnTo>
                  <a:pt x="7200" y="17860"/>
                </a:lnTo>
                <a:lnTo>
                  <a:pt x="7200" y="19721"/>
                </a:lnTo>
                <a:lnTo>
                  <a:pt x="7200" y="21600"/>
                </a:lnTo>
                <a:lnTo>
                  <a:pt x="5774" y="21600"/>
                </a:lnTo>
                <a:lnTo>
                  <a:pt x="4344" y="21600"/>
                </a:lnTo>
                <a:lnTo>
                  <a:pt x="2909" y="21600"/>
                </a:lnTo>
                <a:lnTo>
                  <a:pt x="1462" y="21600"/>
                </a:lnTo>
                <a:lnTo>
                  <a:pt x="0" y="21600"/>
                </a:lnTo>
                <a:lnTo>
                  <a:pt x="545" y="18005"/>
                </a:lnTo>
                <a:lnTo>
                  <a:pt x="941" y="15481"/>
                </a:lnTo>
                <a:lnTo>
                  <a:pt x="1260" y="13688"/>
                </a:lnTo>
                <a:lnTo>
                  <a:pt x="1565" y="12281"/>
                </a:lnTo>
                <a:lnTo>
                  <a:pt x="1922" y="10920"/>
                </a:lnTo>
                <a:lnTo>
                  <a:pt x="2400" y="9257"/>
                </a:lnTo>
                <a:lnTo>
                  <a:pt x="3910" y="8125"/>
                </a:lnTo>
                <a:lnTo>
                  <a:pt x="4913" y="7424"/>
                </a:lnTo>
                <a:lnTo>
                  <a:pt x="5858" y="6872"/>
                </a:lnTo>
                <a:lnTo>
                  <a:pt x="7200" y="6171"/>
                </a:lnTo>
                <a:lnTo>
                  <a:pt x="7200" y="4132"/>
                </a:lnTo>
                <a:lnTo>
                  <a:pt x="7200" y="2080"/>
                </a:lnTo>
                <a:lnTo>
                  <a:pt x="7200" y="0"/>
                </a:lnTo>
                <a:close/>
              </a:path>
            </a:pathLst>
          </a:custGeom>
          <a:solidFill>
            <a:srgbClr val="C957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2" name="contour_10320"/>
          <p:cNvSpPr/>
          <p:nvPr/>
        </p:nvSpPr>
        <p:spPr>
          <a:xfrm>
            <a:off x="11590993" y="4605799"/>
            <a:ext cx="51016" cy="383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119"/>
                </a:moveTo>
                <a:lnTo>
                  <a:pt x="8230" y="0"/>
                </a:lnTo>
                <a:lnTo>
                  <a:pt x="10217" y="111"/>
                </a:lnTo>
                <a:lnTo>
                  <a:pt x="12145" y="427"/>
                </a:lnTo>
                <a:lnTo>
                  <a:pt x="14040" y="928"/>
                </a:lnTo>
                <a:lnTo>
                  <a:pt x="15913" y="1581"/>
                </a:lnTo>
                <a:lnTo>
                  <a:pt x="17786" y="2369"/>
                </a:lnTo>
                <a:lnTo>
                  <a:pt x="19675" y="3256"/>
                </a:lnTo>
                <a:lnTo>
                  <a:pt x="21600" y="4225"/>
                </a:lnTo>
                <a:lnTo>
                  <a:pt x="21548" y="7255"/>
                </a:lnTo>
                <a:lnTo>
                  <a:pt x="21387" y="10108"/>
                </a:lnTo>
                <a:lnTo>
                  <a:pt x="21066" y="12830"/>
                </a:lnTo>
                <a:lnTo>
                  <a:pt x="20520" y="15466"/>
                </a:lnTo>
                <a:lnTo>
                  <a:pt x="19690" y="18057"/>
                </a:lnTo>
                <a:lnTo>
                  <a:pt x="18514" y="20647"/>
                </a:lnTo>
                <a:lnTo>
                  <a:pt x="16438" y="21095"/>
                </a:lnTo>
                <a:lnTo>
                  <a:pt x="14379" y="21391"/>
                </a:lnTo>
                <a:lnTo>
                  <a:pt x="12334" y="21555"/>
                </a:lnTo>
                <a:lnTo>
                  <a:pt x="10294" y="21600"/>
                </a:lnTo>
                <a:lnTo>
                  <a:pt x="8254" y="21547"/>
                </a:lnTo>
                <a:lnTo>
                  <a:pt x="6212" y="21407"/>
                </a:lnTo>
                <a:lnTo>
                  <a:pt x="4156" y="21202"/>
                </a:lnTo>
                <a:lnTo>
                  <a:pt x="2089" y="20943"/>
                </a:lnTo>
                <a:lnTo>
                  <a:pt x="0" y="20647"/>
                </a:lnTo>
                <a:lnTo>
                  <a:pt x="500" y="17856"/>
                </a:lnTo>
                <a:lnTo>
                  <a:pt x="1028" y="15138"/>
                </a:lnTo>
                <a:lnTo>
                  <a:pt x="1608" y="12489"/>
                </a:lnTo>
                <a:lnTo>
                  <a:pt x="2268" y="9903"/>
                </a:lnTo>
                <a:lnTo>
                  <a:pt x="3027" y="7378"/>
                </a:lnTo>
                <a:lnTo>
                  <a:pt x="3916" y="4910"/>
                </a:lnTo>
                <a:lnTo>
                  <a:pt x="4956" y="2492"/>
                </a:lnTo>
                <a:lnTo>
                  <a:pt x="6171" y="119"/>
                </a:lnTo>
                <a:close/>
              </a:path>
            </a:pathLst>
          </a:custGeom>
          <a:solidFill>
            <a:srgbClr val="FA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3" name="contour_10321"/>
          <p:cNvSpPr/>
          <p:nvPr/>
        </p:nvSpPr>
        <p:spPr>
          <a:xfrm>
            <a:off x="7815814" y="4569571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6" y="389"/>
                </a:lnTo>
                <a:lnTo>
                  <a:pt x="3353" y="788"/>
                </a:lnTo>
                <a:lnTo>
                  <a:pt x="4811" y="1123"/>
                </a:lnTo>
                <a:lnTo>
                  <a:pt x="6278" y="1458"/>
                </a:lnTo>
                <a:lnTo>
                  <a:pt x="7762" y="1800"/>
                </a:lnTo>
                <a:lnTo>
                  <a:pt x="8405" y="1948"/>
                </a:lnTo>
                <a:lnTo>
                  <a:pt x="9536" y="2210"/>
                </a:lnTo>
                <a:lnTo>
                  <a:pt x="12128" y="2812"/>
                </a:lnTo>
                <a:lnTo>
                  <a:pt x="14159" y="3197"/>
                </a:lnTo>
                <a:lnTo>
                  <a:pt x="15665" y="3431"/>
                </a:lnTo>
                <a:lnTo>
                  <a:pt x="17105" y="3550"/>
                </a:lnTo>
                <a:lnTo>
                  <a:pt x="18932" y="3593"/>
                </a:lnTo>
                <a:lnTo>
                  <a:pt x="21600" y="3600"/>
                </a:lnTo>
                <a:lnTo>
                  <a:pt x="21265" y="5828"/>
                </a:lnTo>
                <a:lnTo>
                  <a:pt x="20930" y="8057"/>
                </a:lnTo>
                <a:lnTo>
                  <a:pt x="20596" y="10292"/>
                </a:lnTo>
                <a:lnTo>
                  <a:pt x="20261" y="12532"/>
                </a:lnTo>
                <a:lnTo>
                  <a:pt x="19923" y="14782"/>
                </a:lnTo>
                <a:lnTo>
                  <a:pt x="19583" y="17042"/>
                </a:lnTo>
                <a:lnTo>
                  <a:pt x="19243" y="19314"/>
                </a:lnTo>
                <a:lnTo>
                  <a:pt x="18900" y="21600"/>
                </a:lnTo>
                <a:lnTo>
                  <a:pt x="18230" y="19818"/>
                </a:lnTo>
                <a:lnTo>
                  <a:pt x="17561" y="18029"/>
                </a:lnTo>
                <a:lnTo>
                  <a:pt x="16883" y="16225"/>
                </a:lnTo>
                <a:lnTo>
                  <a:pt x="16200" y="14400"/>
                </a:lnTo>
                <a:lnTo>
                  <a:pt x="14307" y="14058"/>
                </a:lnTo>
                <a:lnTo>
                  <a:pt x="12930" y="13867"/>
                </a:lnTo>
                <a:lnTo>
                  <a:pt x="11672" y="13799"/>
                </a:lnTo>
                <a:lnTo>
                  <a:pt x="10139" y="13831"/>
                </a:lnTo>
                <a:lnTo>
                  <a:pt x="7933" y="13950"/>
                </a:lnTo>
                <a:lnTo>
                  <a:pt x="7274" y="13979"/>
                </a:lnTo>
                <a:lnTo>
                  <a:pt x="6110" y="14029"/>
                </a:lnTo>
                <a:lnTo>
                  <a:pt x="3448" y="14148"/>
                </a:lnTo>
                <a:lnTo>
                  <a:pt x="1736" y="14274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F0EE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4" name="contour_10322"/>
          <p:cNvSpPr/>
          <p:nvPr/>
        </p:nvSpPr>
        <p:spPr>
          <a:xfrm>
            <a:off x="10242715" y="457685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8E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5" name="contour_10323"/>
          <p:cNvSpPr/>
          <p:nvPr/>
        </p:nvSpPr>
        <p:spPr>
          <a:xfrm>
            <a:off x="7946997" y="4576356"/>
            <a:ext cx="51016" cy="323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34"/>
                </a:moveTo>
                <a:lnTo>
                  <a:pt x="16342" y="97"/>
                </a:lnTo>
                <a:lnTo>
                  <a:pt x="18443" y="165"/>
                </a:lnTo>
                <a:lnTo>
                  <a:pt x="19227" y="204"/>
                </a:lnTo>
                <a:lnTo>
                  <a:pt x="21600" y="336"/>
                </a:lnTo>
                <a:lnTo>
                  <a:pt x="20927" y="3355"/>
                </a:lnTo>
                <a:lnTo>
                  <a:pt x="20221" y="6278"/>
                </a:lnTo>
                <a:lnTo>
                  <a:pt x="19459" y="9113"/>
                </a:lnTo>
                <a:lnTo>
                  <a:pt x="18619" y="11875"/>
                </a:lnTo>
                <a:lnTo>
                  <a:pt x="17684" y="14564"/>
                </a:lnTo>
                <a:lnTo>
                  <a:pt x="16626" y="17199"/>
                </a:lnTo>
                <a:lnTo>
                  <a:pt x="15429" y="19786"/>
                </a:lnTo>
                <a:lnTo>
                  <a:pt x="13176" y="20934"/>
                </a:lnTo>
                <a:lnTo>
                  <a:pt x="11232" y="21508"/>
                </a:lnTo>
                <a:lnTo>
                  <a:pt x="9424" y="21600"/>
                </a:lnTo>
                <a:lnTo>
                  <a:pt x="7579" y="21284"/>
                </a:lnTo>
                <a:lnTo>
                  <a:pt x="5523" y="20652"/>
                </a:lnTo>
                <a:lnTo>
                  <a:pt x="3086" y="19786"/>
                </a:lnTo>
                <a:lnTo>
                  <a:pt x="1950" y="16164"/>
                </a:lnTo>
                <a:lnTo>
                  <a:pt x="1222" y="13596"/>
                </a:lnTo>
                <a:lnTo>
                  <a:pt x="753" y="11379"/>
                </a:lnTo>
                <a:lnTo>
                  <a:pt x="395" y="8816"/>
                </a:lnTo>
                <a:lnTo>
                  <a:pt x="0" y="5198"/>
                </a:lnTo>
                <a:lnTo>
                  <a:pt x="2049" y="3438"/>
                </a:lnTo>
                <a:lnTo>
                  <a:pt x="3996" y="2106"/>
                </a:lnTo>
                <a:lnTo>
                  <a:pt x="5894" y="1143"/>
                </a:lnTo>
                <a:lnTo>
                  <a:pt x="7810" y="506"/>
                </a:lnTo>
                <a:lnTo>
                  <a:pt x="9803" y="141"/>
                </a:lnTo>
                <a:lnTo>
                  <a:pt x="11939" y="0"/>
                </a:lnTo>
                <a:lnTo>
                  <a:pt x="14271" y="34"/>
                </a:lnTo>
                <a:close/>
              </a:path>
            </a:pathLst>
          </a:custGeom>
          <a:solidFill>
            <a:srgbClr val="35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6" name="contour_10324"/>
          <p:cNvSpPr/>
          <p:nvPr/>
        </p:nvSpPr>
        <p:spPr>
          <a:xfrm>
            <a:off x="10679994" y="4562283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435" y="1435"/>
                </a:lnTo>
                <a:lnTo>
                  <a:pt x="8775" y="2894"/>
                </a:lnTo>
                <a:lnTo>
                  <a:pt x="10036" y="4625"/>
                </a:lnTo>
                <a:lnTo>
                  <a:pt x="11389" y="5934"/>
                </a:lnTo>
                <a:lnTo>
                  <a:pt x="12836" y="6900"/>
                </a:lnTo>
                <a:lnTo>
                  <a:pt x="14380" y="7597"/>
                </a:lnTo>
                <a:lnTo>
                  <a:pt x="16024" y="8103"/>
                </a:lnTo>
                <a:lnTo>
                  <a:pt x="17774" y="8498"/>
                </a:lnTo>
                <a:lnTo>
                  <a:pt x="19632" y="8856"/>
                </a:lnTo>
                <a:lnTo>
                  <a:pt x="21600" y="9257"/>
                </a:lnTo>
                <a:lnTo>
                  <a:pt x="20039" y="10275"/>
                </a:lnTo>
                <a:lnTo>
                  <a:pt x="18482" y="11294"/>
                </a:lnTo>
                <a:lnTo>
                  <a:pt x="16918" y="12315"/>
                </a:lnTo>
                <a:lnTo>
                  <a:pt x="15355" y="13333"/>
                </a:lnTo>
                <a:lnTo>
                  <a:pt x="13789" y="14358"/>
                </a:lnTo>
                <a:lnTo>
                  <a:pt x="12220" y="15382"/>
                </a:lnTo>
                <a:lnTo>
                  <a:pt x="10649" y="16410"/>
                </a:lnTo>
                <a:lnTo>
                  <a:pt x="9069" y="17440"/>
                </a:lnTo>
                <a:lnTo>
                  <a:pt x="7487" y="18474"/>
                </a:lnTo>
                <a:lnTo>
                  <a:pt x="5897" y="19511"/>
                </a:lnTo>
                <a:lnTo>
                  <a:pt x="4304" y="20554"/>
                </a:lnTo>
                <a:lnTo>
                  <a:pt x="2700" y="21600"/>
                </a:lnTo>
                <a:lnTo>
                  <a:pt x="1598" y="18258"/>
                </a:lnTo>
                <a:lnTo>
                  <a:pt x="856" y="15888"/>
                </a:lnTo>
                <a:lnTo>
                  <a:pt x="400" y="14148"/>
                </a:lnTo>
                <a:lnTo>
                  <a:pt x="157" y="12688"/>
                </a:lnTo>
                <a:lnTo>
                  <a:pt x="49" y="11173"/>
                </a:lnTo>
                <a:lnTo>
                  <a:pt x="0" y="9257"/>
                </a:lnTo>
                <a:lnTo>
                  <a:pt x="1134" y="7418"/>
                </a:lnTo>
                <a:lnTo>
                  <a:pt x="2354" y="5746"/>
                </a:lnTo>
                <a:lnTo>
                  <a:pt x="3664" y="4203"/>
                </a:lnTo>
                <a:lnTo>
                  <a:pt x="5057" y="2756"/>
                </a:lnTo>
                <a:lnTo>
                  <a:pt x="6537" y="1367"/>
                </a:lnTo>
                <a:lnTo>
                  <a:pt x="8100" y="0"/>
                </a:lnTo>
                <a:close/>
              </a:path>
            </a:pathLst>
          </a:custGeom>
          <a:solidFill>
            <a:srgbClr val="4243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7" name="contour_10325"/>
          <p:cNvSpPr/>
          <p:nvPr/>
        </p:nvSpPr>
        <p:spPr>
          <a:xfrm>
            <a:off x="2713637" y="4518555"/>
            <a:ext cx="3702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0" y="0"/>
                </a:moveTo>
                <a:lnTo>
                  <a:pt x="2407" y="1231"/>
                </a:lnTo>
                <a:lnTo>
                  <a:pt x="4333" y="2469"/>
                </a:lnTo>
                <a:lnTo>
                  <a:pt x="6136" y="3713"/>
                </a:lnTo>
                <a:lnTo>
                  <a:pt x="7815" y="4966"/>
                </a:lnTo>
                <a:lnTo>
                  <a:pt x="9380" y="6232"/>
                </a:lnTo>
                <a:lnTo>
                  <a:pt x="10847" y="7510"/>
                </a:lnTo>
                <a:lnTo>
                  <a:pt x="12212" y="8808"/>
                </a:lnTo>
                <a:lnTo>
                  <a:pt x="13496" y="10124"/>
                </a:lnTo>
                <a:lnTo>
                  <a:pt x="14695" y="11459"/>
                </a:lnTo>
                <a:lnTo>
                  <a:pt x="15830" y="12820"/>
                </a:lnTo>
                <a:lnTo>
                  <a:pt x="16897" y="14204"/>
                </a:lnTo>
                <a:lnTo>
                  <a:pt x="17914" y="15619"/>
                </a:lnTo>
                <a:lnTo>
                  <a:pt x="18883" y="17062"/>
                </a:lnTo>
                <a:lnTo>
                  <a:pt x="19814" y="18539"/>
                </a:lnTo>
                <a:lnTo>
                  <a:pt x="20720" y="20051"/>
                </a:lnTo>
                <a:lnTo>
                  <a:pt x="21600" y="21600"/>
                </a:lnTo>
                <a:lnTo>
                  <a:pt x="18879" y="21332"/>
                </a:lnTo>
                <a:lnTo>
                  <a:pt x="16136" y="21064"/>
                </a:lnTo>
                <a:lnTo>
                  <a:pt x="13360" y="20790"/>
                </a:lnTo>
                <a:lnTo>
                  <a:pt x="11064" y="20563"/>
                </a:lnTo>
                <a:lnTo>
                  <a:pt x="8729" y="20334"/>
                </a:lnTo>
                <a:lnTo>
                  <a:pt x="5719" y="19641"/>
                </a:lnTo>
                <a:lnTo>
                  <a:pt x="3959" y="18954"/>
                </a:lnTo>
                <a:lnTo>
                  <a:pt x="1935" y="17686"/>
                </a:lnTo>
                <a:lnTo>
                  <a:pt x="1135" y="16191"/>
                </a:lnTo>
                <a:lnTo>
                  <a:pt x="583" y="14727"/>
                </a:lnTo>
                <a:lnTo>
                  <a:pt x="238" y="13275"/>
                </a:lnTo>
                <a:lnTo>
                  <a:pt x="60" y="11820"/>
                </a:lnTo>
                <a:lnTo>
                  <a:pt x="0" y="10349"/>
                </a:lnTo>
                <a:lnTo>
                  <a:pt x="21" y="8843"/>
                </a:lnTo>
                <a:lnTo>
                  <a:pt x="77" y="7290"/>
                </a:lnTo>
                <a:lnTo>
                  <a:pt x="115" y="5925"/>
                </a:lnTo>
                <a:lnTo>
                  <a:pt x="153" y="4549"/>
                </a:lnTo>
                <a:lnTo>
                  <a:pt x="191" y="3156"/>
                </a:lnTo>
                <a:lnTo>
                  <a:pt x="238" y="2112"/>
                </a:lnTo>
                <a:lnTo>
                  <a:pt x="289" y="1065"/>
                </a:lnTo>
                <a:lnTo>
                  <a:pt x="340" y="0"/>
                </a:lnTo>
                <a:close/>
              </a:path>
            </a:pathLst>
          </a:custGeom>
          <a:solidFill>
            <a:srgbClr val="ABC4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8" name="contour_10326"/>
          <p:cNvSpPr/>
          <p:nvPr/>
        </p:nvSpPr>
        <p:spPr>
          <a:xfrm>
            <a:off x="8100045" y="4518555"/>
            <a:ext cx="58304" cy="368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23"/>
                </a:lnTo>
                <a:lnTo>
                  <a:pt x="21600" y="6050"/>
                </a:lnTo>
                <a:lnTo>
                  <a:pt x="21600" y="9086"/>
                </a:lnTo>
                <a:lnTo>
                  <a:pt x="21600" y="12134"/>
                </a:lnTo>
                <a:lnTo>
                  <a:pt x="21600" y="15195"/>
                </a:lnTo>
                <a:lnTo>
                  <a:pt x="21600" y="18274"/>
                </a:lnTo>
                <a:lnTo>
                  <a:pt x="21600" y="21378"/>
                </a:lnTo>
                <a:lnTo>
                  <a:pt x="20930" y="19261"/>
                </a:lnTo>
                <a:lnTo>
                  <a:pt x="20261" y="17136"/>
                </a:lnTo>
                <a:lnTo>
                  <a:pt x="19583" y="14994"/>
                </a:lnTo>
                <a:lnTo>
                  <a:pt x="18900" y="12827"/>
                </a:lnTo>
                <a:lnTo>
                  <a:pt x="17869" y="13754"/>
                </a:lnTo>
                <a:lnTo>
                  <a:pt x="16821" y="14699"/>
                </a:lnTo>
                <a:lnTo>
                  <a:pt x="14926" y="16281"/>
                </a:lnTo>
                <a:lnTo>
                  <a:pt x="13125" y="17684"/>
                </a:lnTo>
                <a:lnTo>
                  <a:pt x="11375" y="18894"/>
                </a:lnTo>
                <a:lnTo>
                  <a:pt x="9644" y="19898"/>
                </a:lnTo>
                <a:lnTo>
                  <a:pt x="7897" y="20685"/>
                </a:lnTo>
                <a:lnTo>
                  <a:pt x="6097" y="21237"/>
                </a:lnTo>
                <a:lnTo>
                  <a:pt x="4204" y="21549"/>
                </a:lnTo>
                <a:lnTo>
                  <a:pt x="2184" y="21600"/>
                </a:lnTo>
                <a:lnTo>
                  <a:pt x="0" y="21378"/>
                </a:lnTo>
                <a:lnTo>
                  <a:pt x="211" y="16448"/>
                </a:lnTo>
                <a:lnTo>
                  <a:pt x="416" y="12985"/>
                </a:lnTo>
                <a:lnTo>
                  <a:pt x="694" y="10509"/>
                </a:lnTo>
                <a:lnTo>
                  <a:pt x="1118" y="8551"/>
                </a:lnTo>
                <a:lnTo>
                  <a:pt x="1760" y="6631"/>
                </a:lnTo>
                <a:lnTo>
                  <a:pt x="2700" y="4276"/>
                </a:lnTo>
                <a:lnTo>
                  <a:pt x="4539" y="3318"/>
                </a:lnTo>
                <a:lnTo>
                  <a:pt x="6388" y="2505"/>
                </a:lnTo>
                <a:lnTo>
                  <a:pt x="8254" y="1830"/>
                </a:lnTo>
                <a:lnTo>
                  <a:pt x="10130" y="1278"/>
                </a:lnTo>
                <a:lnTo>
                  <a:pt x="12015" y="842"/>
                </a:lnTo>
                <a:lnTo>
                  <a:pt x="13913" y="509"/>
                </a:lnTo>
                <a:lnTo>
                  <a:pt x="15822" y="269"/>
                </a:lnTo>
                <a:lnTo>
                  <a:pt x="17739" y="111"/>
                </a:lnTo>
                <a:lnTo>
                  <a:pt x="19667" y="26"/>
                </a:lnTo>
                <a:lnTo>
                  <a:pt x="21600" y="0"/>
                </a:lnTo>
                <a:close/>
              </a:path>
            </a:pathLst>
          </a:custGeom>
          <a:solidFill>
            <a:srgbClr val="F2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29" name="contour_10327"/>
          <p:cNvSpPr/>
          <p:nvPr/>
        </p:nvSpPr>
        <p:spPr>
          <a:xfrm>
            <a:off x="7079726" y="4531476"/>
            <a:ext cx="51016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0"/>
                </a:moveTo>
                <a:lnTo>
                  <a:pt x="2253" y="680"/>
                </a:lnTo>
                <a:lnTo>
                  <a:pt x="4462" y="307"/>
                </a:lnTo>
                <a:lnTo>
                  <a:pt x="6644" y="66"/>
                </a:lnTo>
                <a:lnTo>
                  <a:pt x="8816" y="0"/>
                </a:lnTo>
                <a:lnTo>
                  <a:pt x="10994" y="133"/>
                </a:lnTo>
                <a:lnTo>
                  <a:pt x="13191" y="511"/>
                </a:lnTo>
                <a:lnTo>
                  <a:pt x="15429" y="1160"/>
                </a:lnTo>
                <a:lnTo>
                  <a:pt x="16762" y="3909"/>
                </a:lnTo>
                <a:lnTo>
                  <a:pt x="17854" y="6602"/>
                </a:lnTo>
                <a:lnTo>
                  <a:pt x="18755" y="9310"/>
                </a:lnTo>
                <a:lnTo>
                  <a:pt x="19526" y="12095"/>
                </a:lnTo>
                <a:lnTo>
                  <a:pt x="20218" y="15029"/>
                </a:lnTo>
                <a:lnTo>
                  <a:pt x="20890" y="18176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227"/>
                </a:lnTo>
                <a:lnTo>
                  <a:pt x="0" y="14850"/>
                </a:lnTo>
                <a:lnTo>
                  <a:pt x="0" y="11457"/>
                </a:lnTo>
                <a:lnTo>
                  <a:pt x="0" y="8048"/>
                </a:lnTo>
                <a:lnTo>
                  <a:pt x="0" y="4619"/>
                </a:lnTo>
                <a:lnTo>
                  <a:pt x="0" y="1160"/>
                </a:lnTo>
                <a:close/>
              </a:path>
            </a:pathLst>
          </a:custGeom>
          <a:solidFill>
            <a:srgbClr val="8E8F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0" name="contour_10328"/>
          <p:cNvSpPr/>
          <p:nvPr/>
        </p:nvSpPr>
        <p:spPr>
          <a:xfrm>
            <a:off x="1475261" y="4503979"/>
            <a:ext cx="4321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42" y="0"/>
                </a:moveTo>
                <a:lnTo>
                  <a:pt x="8123" y="864"/>
                </a:lnTo>
                <a:lnTo>
                  <a:pt x="11543" y="1562"/>
                </a:lnTo>
                <a:lnTo>
                  <a:pt x="14107" y="2178"/>
                </a:lnTo>
                <a:lnTo>
                  <a:pt x="16023" y="2786"/>
                </a:lnTo>
                <a:lnTo>
                  <a:pt x="17506" y="3470"/>
                </a:lnTo>
                <a:lnTo>
                  <a:pt x="18755" y="4306"/>
                </a:lnTo>
                <a:lnTo>
                  <a:pt x="19983" y="5371"/>
                </a:lnTo>
                <a:lnTo>
                  <a:pt x="21400" y="6750"/>
                </a:lnTo>
                <a:lnTo>
                  <a:pt x="21600" y="8777"/>
                </a:lnTo>
                <a:lnTo>
                  <a:pt x="21596" y="10314"/>
                </a:lnTo>
                <a:lnTo>
                  <a:pt x="21283" y="11855"/>
                </a:lnTo>
                <a:lnTo>
                  <a:pt x="20569" y="13878"/>
                </a:lnTo>
                <a:lnTo>
                  <a:pt x="19349" y="16877"/>
                </a:lnTo>
                <a:lnTo>
                  <a:pt x="17772" y="18436"/>
                </a:lnTo>
                <a:lnTo>
                  <a:pt x="16180" y="20009"/>
                </a:lnTo>
                <a:lnTo>
                  <a:pt x="14570" y="21600"/>
                </a:lnTo>
                <a:lnTo>
                  <a:pt x="11951" y="21409"/>
                </a:lnTo>
                <a:lnTo>
                  <a:pt x="9521" y="21017"/>
                </a:lnTo>
                <a:lnTo>
                  <a:pt x="7198" y="20452"/>
                </a:lnTo>
                <a:lnTo>
                  <a:pt x="4892" y="19742"/>
                </a:lnTo>
                <a:lnTo>
                  <a:pt x="2521" y="18918"/>
                </a:lnTo>
                <a:lnTo>
                  <a:pt x="0" y="18000"/>
                </a:lnTo>
                <a:lnTo>
                  <a:pt x="452" y="15772"/>
                </a:lnTo>
                <a:lnTo>
                  <a:pt x="903" y="13543"/>
                </a:lnTo>
                <a:lnTo>
                  <a:pt x="1355" y="11308"/>
                </a:lnTo>
                <a:lnTo>
                  <a:pt x="1807" y="9068"/>
                </a:lnTo>
                <a:lnTo>
                  <a:pt x="2262" y="6818"/>
                </a:lnTo>
                <a:lnTo>
                  <a:pt x="2721" y="4558"/>
                </a:lnTo>
                <a:lnTo>
                  <a:pt x="3180" y="2286"/>
                </a:lnTo>
                <a:lnTo>
                  <a:pt x="3642" y="0"/>
                </a:lnTo>
                <a:close/>
              </a:path>
            </a:pathLst>
          </a:custGeom>
          <a:solidFill>
            <a:srgbClr val="B491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1" name="contour_10329"/>
          <p:cNvSpPr/>
          <p:nvPr/>
        </p:nvSpPr>
        <p:spPr>
          <a:xfrm>
            <a:off x="10286443" y="451855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56" y="4994"/>
                </a:lnTo>
                <a:lnTo>
                  <a:pt x="20621" y="8506"/>
                </a:lnTo>
                <a:lnTo>
                  <a:pt x="20200" y="11007"/>
                </a:lnTo>
                <a:lnTo>
                  <a:pt x="19688" y="12986"/>
                </a:lnTo>
                <a:lnTo>
                  <a:pt x="18990" y="14917"/>
                </a:lnTo>
                <a:lnTo>
                  <a:pt x="18000" y="17280"/>
                </a:lnTo>
                <a:lnTo>
                  <a:pt x="15617" y="18585"/>
                </a:lnTo>
                <a:lnTo>
                  <a:pt x="13324" y="19544"/>
                </a:lnTo>
                <a:lnTo>
                  <a:pt x="11048" y="20244"/>
                </a:lnTo>
                <a:lnTo>
                  <a:pt x="8716" y="20766"/>
                </a:lnTo>
                <a:lnTo>
                  <a:pt x="6260" y="21190"/>
                </a:lnTo>
                <a:lnTo>
                  <a:pt x="3600" y="21600"/>
                </a:lnTo>
                <a:lnTo>
                  <a:pt x="3154" y="18926"/>
                </a:lnTo>
                <a:lnTo>
                  <a:pt x="2707" y="16252"/>
                </a:lnTo>
                <a:lnTo>
                  <a:pt x="2261" y="13569"/>
                </a:lnTo>
                <a:lnTo>
                  <a:pt x="1814" y="10882"/>
                </a:lnTo>
                <a:lnTo>
                  <a:pt x="1364" y="8182"/>
                </a:lnTo>
                <a:lnTo>
                  <a:pt x="911" y="5469"/>
                </a:lnTo>
                <a:lnTo>
                  <a:pt x="457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49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2" name="contour_10330"/>
          <p:cNvSpPr/>
          <p:nvPr/>
        </p:nvSpPr>
        <p:spPr>
          <a:xfrm>
            <a:off x="673582" y="4496691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298"/>
                </a:lnTo>
                <a:lnTo>
                  <a:pt x="8057" y="595"/>
                </a:lnTo>
                <a:lnTo>
                  <a:pt x="10292" y="893"/>
                </a:lnTo>
                <a:lnTo>
                  <a:pt x="12532" y="1190"/>
                </a:lnTo>
                <a:lnTo>
                  <a:pt x="14782" y="1490"/>
                </a:lnTo>
                <a:lnTo>
                  <a:pt x="17042" y="1793"/>
                </a:lnTo>
                <a:lnTo>
                  <a:pt x="19314" y="2095"/>
                </a:lnTo>
                <a:lnTo>
                  <a:pt x="21600" y="2400"/>
                </a:lnTo>
                <a:lnTo>
                  <a:pt x="21139" y="4114"/>
                </a:lnTo>
                <a:lnTo>
                  <a:pt x="20722" y="5345"/>
                </a:lnTo>
                <a:lnTo>
                  <a:pt x="20174" y="6439"/>
                </a:lnTo>
                <a:lnTo>
                  <a:pt x="19325" y="7742"/>
                </a:lnTo>
                <a:lnTo>
                  <a:pt x="18000" y="9600"/>
                </a:lnTo>
                <a:lnTo>
                  <a:pt x="15793" y="10001"/>
                </a:lnTo>
                <a:lnTo>
                  <a:pt x="13630" y="10306"/>
                </a:lnTo>
                <a:lnTo>
                  <a:pt x="11466" y="10526"/>
                </a:lnTo>
                <a:lnTo>
                  <a:pt x="9259" y="10685"/>
                </a:lnTo>
                <a:lnTo>
                  <a:pt x="6977" y="10790"/>
                </a:lnTo>
                <a:lnTo>
                  <a:pt x="5299" y="11390"/>
                </a:lnTo>
                <a:lnTo>
                  <a:pt x="3600" y="12000"/>
                </a:lnTo>
                <a:lnTo>
                  <a:pt x="3006" y="13584"/>
                </a:lnTo>
                <a:lnTo>
                  <a:pt x="2412" y="15170"/>
                </a:lnTo>
                <a:lnTo>
                  <a:pt x="1814" y="16764"/>
                </a:lnTo>
                <a:lnTo>
                  <a:pt x="1213" y="18365"/>
                </a:lnTo>
                <a:lnTo>
                  <a:pt x="608" y="19975"/>
                </a:lnTo>
                <a:lnTo>
                  <a:pt x="0" y="21600"/>
                </a:lnTo>
                <a:lnTo>
                  <a:pt x="274" y="19956"/>
                </a:lnTo>
                <a:lnTo>
                  <a:pt x="547" y="18310"/>
                </a:lnTo>
                <a:lnTo>
                  <a:pt x="824" y="16663"/>
                </a:lnTo>
                <a:lnTo>
                  <a:pt x="1098" y="15014"/>
                </a:lnTo>
                <a:lnTo>
                  <a:pt x="1372" y="13363"/>
                </a:lnTo>
                <a:lnTo>
                  <a:pt x="1649" y="11710"/>
                </a:lnTo>
                <a:lnTo>
                  <a:pt x="1926" y="10051"/>
                </a:lnTo>
                <a:lnTo>
                  <a:pt x="2203" y="8390"/>
                </a:lnTo>
                <a:lnTo>
                  <a:pt x="2480" y="6725"/>
                </a:lnTo>
                <a:lnTo>
                  <a:pt x="2758" y="5052"/>
                </a:lnTo>
                <a:lnTo>
                  <a:pt x="3038" y="3374"/>
                </a:lnTo>
                <a:lnTo>
                  <a:pt x="3319" y="1692"/>
                </a:lnTo>
                <a:lnTo>
                  <a:pt x="3600" y="0"/>
                </a:lnTo>
                <a:close/>
              </a:path>
            </a:pathLst>
          </a:custGeom>
          <a:solidFill>
            <a:srgbClr val="9794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3" name="contour_10331"/>
          <p:cNvSpPr/>
          <p:nvPr/>
        </p:nvSpPr>
        <p:spPr>
          <a:xfrm>
            <a:off x="1377565" y="4496691"/>
            <a:ext cx="466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66" y="2138"/>
                </a:lnTo>
                <a:lnTo>
                  <a:pt x="20932" y="4280"/>
                </a:lnTo>
                <a:lnTo>
                  <a:pt x="20598" y="6421"/>
                </a:lnTo>
                <a:lnTo>
                  <a:pt x="20261" y="8566"/>
                </a:lnTo>
                <a:lnTo>
                  <a:pt x="19927" y="10720"/>
                </a:lnTo>
                <a:lnTo>
                  <a:pt x="19590" y="12877"/>
                </a:lnTo>
                <a:lnTo>
                  <a:pt x="19253" y="15043"/>
                </a:lnTo>
                <a:lnTo>
                  <a:pt x="18912" y="17218"/>
                </a:lnTo>
                <a:lnTo>
                  <a:pt x="18572" y="19403"/>
                </a:lnTo>
                <a:lnTo>
                  <a:pt x="18228" y="21600"/>
                </a:lnTo>
                <a:lnTo>
                  <a:pt x="14403" y="21162"/>
                </a:lnTo>
                <a:lnTo>
                  <a:pt x="11466" y="20810"/>
                </a:lnTo>
                <a:lnTo>
                  <a:pt x="9213" y="20508"/>
                </a:lnTo>
                <a:lnTo>
                  <a:pt x="7453" y="20224"/>
                </a:lnTo>
                <a:lnTo>
                  <a:pt x="5986" y="19918"/>
                </a:lnTo>
                <a:lnTo>
                  <a:pt x="4617" y="19554"/>
                </a:lnTo>
                <a:lnTo>
                  <a:pt x="3140" y="19101"/>
                </a:lnTo>
                <a:lnTo>
                  <a:pt x="1366" y="18514"/>
                </a:lnTo>
                <a:lnTo>
                  <a:pt x="455" y="16404"/>
                </a:lnTo>
                <a:lnTo>
                  <a:pt x="0" y="14867"/>
                </a:lnTo>
                <a:lnTo>
                  <a:pt x="0" y="13460"/>
                </a:lnTo>
                <a:lnTo>
                  <a:pt x="455" y="11738"/>
                </a:lnTo>
                <a:lnTo>
                  <a:pt x="1366" y="9257"/>
                </a:lnTo>
                <a:lnTo>
                  <a:pt x="3214" y="7560"/>
                </a:lnTo>
                <a:lnTo>
                  <a:pt x="5005" y="6023"/>
                </a:lnTo>
                <a:lnTo>
                  <a:pt x="6778" y="4650"/>
                </a:lnTo>
                <a:lnTo>
                  <a:pt x="8569" y="3444"/>
                </a:lnTo>
                <a:lnTo>
                  <a:pt x="10410" y="2413"/>
                </a:lnTo>
                <a:lnTo>
                  <a:pt x="12336" y="1555"/>
                </a:lnTo>
                <a:lnTo>
                  <a:pt x="14383" y="883"/>
                </a:lnTo>
                <a:lnTo>
                  <a:pt x="16585" y="395"/>
                </a:lnTo>
                <a:lnTo>
                  <a:pt x="18980" y="99"/>
                </a:lnTo>
                <a:lnTo>
                  <a:pt x="21600" y="0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4" name="contour_10332"/>
          <p:cNvSpPr/>
          <p:nvPr/>
        </p:nvSpPr>
        <p:spPr>
          <a:xfrm>
            <a:off x="10556098" y="448211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778"/>
                </a:lnTo>
                <a:lnTo>
                  <a:pt x="3888" y="1555"/>
                </a:lnTo>
                <a:lnTo>
                  <a:pt x="5835" y="2333"/>
                </a:lnTo>
                <a:lnTo>
                  <a:pt x="7785" y="3115"/>
                </a:lnTo>
                <a:lnTo>
                  <a:pt x="9742" y="3897"/>
                </a:lnTo>
                <a:lnTo>
                  <a:pt x="11698" y="4679"/>
                </a:lnTo>
                <a:lnTo>
                  <a:pt x="13664" y="5465"/>
                </a:lnTo>
                <a:lnTo>
                  <a:pt x="15635" y="6255"/>
                </a:lnTo>
                <a:lnTo>
                  <a:pt x="17613" y="7046"/>
                </a:lnTo>
                <a:lnTo>
                  <a:pt x="19604" y="7841"/>
                </a:lnTo>
                <a:lnTo>
                  <a:pt x="21600" y="8640"/>
                </a:lnTo>
                <a:lnTo>
                  <a:pt x="20930" y="9107"/>
                </a:lnTo>
                <a:lnTo>
                  <a:pt x="20066" y="9716"/>
                </a:lnTo>
                <a:lnTo>
                  <a:pt x="18425" y="10865"/>
                </a:lnTo>
                <a:lnTo>
                  <a:pt x="15429" y="12960"/>
                </a:lnTo>
                <a:lnTo>
                  <a:pt x="15429" y="15816"/>
                </a:lnTo>
                <a:lnTo>
                  <a:pt x="15429" y="18688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C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5" name="contour_10333"/>
          <p:cNvSpPr/>
          <p:nvPr/>
        </p:nvSpPr>
        <p:spPr>
          <a:xfrm>
            <a:off x="534359" y="4451593"/>
            <a:ext cx="37191" cy="596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80" y="0"/>
                </a:moveTo>
                <a:lnTo>
                  <a:pt x="18667" y="248"/>
                </a:lnTo>
                <a:lnTo>
                  <a:pt x="21600" y="496"/>
                </a:lnTo>
                <a:lnTo>
                  <a:pt x="20377" y="4049"/>
                </a:lnTo>
                <a:lnTo>
                  <a:pt x="19327" y="7030"/>
                </a:lnTo>
                <a:lnTo>
                  <a:pt x="18413" y="9515"/>
                </a:lnTo>
                <a:lnTo>
                  <a:pt x="17587" y="11576"/>
                </a:lnTo>
                <a:lnTo>
                  <a:pt x="16808" y="13285"/>
                </a:lnTo>
                <a:lnTo>
                  <a:pt x="16030" y="14720"/>
                </a:lnTo>
                <a:lnTo>
                  <a:pt x="15204" y="15949"/>
                </a:lnTo>
                <a:lnTo>
                  <a:pt x="14294" y="17047"/>
                </a:lnTo>
                <a:lnTo>
                  <a:pt x="13253" y="18089"/>
                </a:lnTo>
                <a:lnTo>
                  <a:pt x="12038" y="19147"/>
                </a:lnTo>
                <a:lnTo>
                  <a:pt x="10603" y="20292"/>
                </a:lnTo>
                <a:lnTo>
                  <a:pt x="8902" y="21600"/>
                </a:lnTo>
                <a:lnTo>
                  <a:pt x="6104" y="21600"/>
                </a:lnTo>
                <a:lnTo>
                  <a:pt x="3289" y="21600"/>
                </a:lnTo>
                <a:lnTo>
                  <a:pt x="436" y="21600"/>
                </a:lnTo>
                <a:lnTo>
                  <a:pt x="229" y="19645"/>
                </a:lnTo>
                <a:lnTo>
                  <a:pt x="72" y="17764"/>
                </a:lnTo>
                <a:lnTo>
                  <a:pt x="0" y="15947"/>
                </a:lnTo>
                <a:lnTo>
                  <a:pt x="34" y="14174"/>
                </a:lnTo>
                <a:lnTo>
                  <a:pt x="203" y="12433"/>
                </a:lnTo>
                <a:lnTo>
                  <a:pt x="525" y="10708"/>
                </a:lnTo>
                <a:lnTo>
                  <a:pt x="1024" y="8980"/>
                </a:lnTo>
                <a:lnTo>
                  <a:pt x="1735" y="7233"/>
                </a:lnTo>
                <a:lnTo>
                  <a:pt x="2679" y="5455"/>
                </a:lnTo>
                <a:lnTo>
                  <a:pt x="3877" y="3630"/>
                </a:lnTo>
                <a:lnTo>
                  <a:pt x="6383" y="2097"/>
                </a:lnTo>
                <a:lnTo>
                  <a:pt x="8258" y="1142"/>
                </a:lnTo>
                <a:lnTo>
                  <a:pt x="10066" y="591"/>
                </a:lnTo>
                <a:lnTo>
                  <a:pt x="12385" y="269"/>
                </a:lnTo>
                <a:lnTo>
                  <a:pt x="15780" y="0"/>
                </a:lnTo>
                <a:close/>
              </a:path>
            </a:pathLst>
          </a:custGeom>
          <a:solidFill>
            <a:srgbClr val="A2BD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6" name="contour_10334"/>
          <p:cNvSpPr/>
          <p:nvPr/>
        </p:nvSpPr>
        <p:spPr>
          <a:xfrm>
            <a:off x="4179106" y="4445675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969" y="4093"/>
                </a:lnTo>
                <a:lnTo>
                  <a:pt x="20464" y="7236"/>
                </a:lnTo>
                <a:lnTo>
                  <a:pt x="20036" y="9644"/>
                </a:lnTo>
                <a:lnTo>
                  <a:pt x="19634" y="11524"/>
                </a:lnTo>
                <a:lnTo>
                  <a:pt x="19207" y="13090"/>
                </a:lnTo>
                <a:lnTo>
                  <a:pt x="18710" y="14551"/>
                </a:lnTo>
                <a:lnTo>
                  <a:pt x="18084" y="16117"/>
                </a:lnTo>
                <a:lnTo>
                  <a:pt x="17280" y="18000"/>
                </a:lnTo>
                <a:lnTo>
                  <a:pt x="13936" y="19433"/>
                </a:lnTo>
                <a:lnTo>
                  <a:pt x="11591" y="20336"/>
                </a:lnTo>
                <a:lnTo>
                  <a:pt x="9621" y="20884"/>
                </a:lnTo>
                <a:lnTo>
                  <a:pt x="7404" y="21247"/>
                </a:lnTo>
                <a:lnTo>
                  <a:pt x="4320" y="21600"/>
                </a:lnTo>
                <a:lnTo>
                  <a:pt x="3845" y="19224"/>
                </a:lnTo>
                <a:lnTo>
                  <a:pt x="3370" y="16844"/>
                </a:lnTo>
                <a:lnTo>
                  <a:pt x="2894" y="14465"/>
                </a:lnTo>
                <a:lnTo>
                  <a:pt x="2415" y="12078"/>
                </a:lnTo>
                <a:lnTo>
                  <a:pt x="1935" y="9684"/>
                </a:lnTo>
                <a:lnTo>
                  <a:pt x="1456" y="7279"/>
                </a:lnTo>
                <a:lnTo>
                  <a:pt x="972" y="4867"/>
                </a:lnTo>
                <a:lnTo>
                  <a:pt x="488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AB96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7" name="contour_10335"/>
          <p:cNvSpPr/>
          <p:nvPr/>
        </p:nvSpPr>
        <p:spPr>
          <a:xfrm>
            <a:off x="4047922" y="4387371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39" y="0"/>
                </a:lnTo>
                <a:lnTo>
                  <a:pt x="13500" y="0"/>
                </a:lnTo>
                <a:lnTo>
                  <a:pt x="13406" y="1159"/>
                </a:lnTo>
                <a:lnTo>
                  <a:pt x="13311" y="2323"/>
                </a:lnTo>
                <a:lnTo>
                  <a:pt x="13216" y="3506"/>
                </a:lnTo>
                <a:lnTo>
                  <a:pt x="13060" y="6826"/>
                </a:lnTo>
                <a:lnTo>
                  <a:pt x="12949" y="9504"/>
                </a:lnTo>
                <a:lnTo>
                  <a:pt x="12901" y="11633"/>
                </a:lnTo>
                <a:lnTo>
                  <a:pt x="12925" y="13306"/>
                </a:lnTo>
                <a:lnTo>
                  <a:pt x="13033" y="14618"/>
                </a:lnTo>
                <a:lnTo>
                  <a:pt x="13241" y="15660"/>
                </a:lnTo>
                <a:lnTo>
                  <a:pt x="13559" y="16524"/>
                </a:lnTo>
                <a:lnTo>
                  <a:pt x="14002" y="17304"/>
                </a:lnTo>
                <a:lnTo>
                  <a:pt x="14577" y="18094"/>
                </a:lnTo>
                <a:lnTo>
                  <a:pt x="15304" y="18984"/>
                </a:lnTo>
                <a:lnTo>
                  <a:pt x="16664" y="19738"/>
                </a:lnTo>
                <a:lnTo>
                  <a:pt x="17774" y="20261"/>
                </a:lnTo>
                <a:lnTo>
                  <a:pt x="19224" y="20801"/>
                </a:lnTo>
                <a:lnTo>
                  <a:pt x="21600" y="21600"/>
                </a:lnTo>
                <a:lnTo>
                  <a:pt x="19664" y="21504"/>
                </a:lnTo>
                <a:lnTo>
                  <a:pt x="17744" y="21396"/>
                </a:lnTo>
                <a:lnTo>
                  <a:pt x="15838" y="21264"/>
                </a:lnTo>
                <a:lnTo>
                  <a:pt x="13943" y="21106"/>
                </a:lnTo>
                <a:lnTo>
                  <a:pt x="12058" y="20911"/>
                </a:lnTo>
                <a:lnTo>
                  <a:pt x="10179" y="20676"/>
                </a:lnTo>
                <a:lnTo>
                  <a:pt x="8305" y="20395"/>
                </a:lnTo>
                <a:lnTo>
                  <a:pt x="6437" y="20059"/>
                </a:lnTo>
                <a:lnTo>
                  <a:pt x="4568" y="19663"/>
                </a:lnTo>
                <a:lnTo>
                  <a:pt x="2700" y="19200"/>
                </a:lnTo>
                <a:lnTo>
                  <a:pt x="1561" y="17609"/>
                </a:lnTo>
                <a:lnTo>
                  <a:pt x="818" y="16157"/>
                </a:lnTo>
                <a:lnTo>
                  <a:pt x="381" y="14736"/>
                </a:lnTo>
                <a:lnTo>
                  <a:pt x="159" y="13241"/>
                </a:lnTo>
                <a:lnTo>
                  <a:pt x="65" y="11563"/>
                </a:lnTo>
                <a:lnTo>
                  <a:pt x="0" y="9600"/>
                </a:lnTo>
                <a:lnTo>
                  <a:pt x="1782" y="9996"/>
                </a:lnTo>
                <a:lnTo>
                  <a:pt x="3567" y="10392"/>
                </a:lnTo>
                <a:lnTo>
                  <a:pt x="5360" y="10790"/>
                </a:lnTo>
                <a:lnTo>
                  <a:pt x="7160" y="11191"/>
                </a:lnTo>
                <a:lnTo>
                  <a:pt x="8972" y="11594"/>
                </a:lnTo>
                <a:lnTo>
                  <a:pt x="10800" y="12000"/>
                </a:lnTo>
                <a:lnTo>
                  <a:pt x="10800" y="10303"/>
                </a:lnTo>
                <a:lnTo>
                  <a:pt x="10800" y="8604"/>
                </a:lnTo>
                <a:lnTo>
                  <a:pt x="10800" y="6900"/>
                </a:lnTo>
                <a:lnTo>
                  <a:pt x="10800" y="5189"/>
                </a:lnTo>
                <a:lnTo>
                  <a:pt x="10800" y="3470"/>
                </a:lnTo>
                <a:lnTo>
                  <a:pt x="10800" y="1742"/>
                </a:lnTo>
                <a:lnTo>
                  <a:pt x="10800" y="0"/>
                </a:lnTo>
                <a:close/>
              </a:path>
            </a:pathLst>
          </a:custGeom>
          <a:solidFill>
            <a:srgbClr val="A48C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8" name="contour_10336"/>
          <p:cNvSpPr/>
          <p:nvPr/>
        </p:nvSpPr>
        <p:spPr>
          <a:xfrm>
            <a:off x="4077074" y="4387371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535"/>
                </a:lnTo>
                <a:lnTo>
                  <a:pt x="9461" y="1072"/>
                </a:lnTo>
                <a:lnTo>
                  <a:pt x="12044" y="1609"/>
                </a:lnTo>
                <a:lnTo>
                  <a:pt x="14649" y="2152"/>
                </a:lnTo>
                <a:lnTo>
                  <a:pt x="17280" y="2700"/>
                </a:lnTo>
                <a:lnTo>
                  <a:pt x="17915" y="4506"/>
                </a:lnTo>
                <a:lnTo>
                  <a:pt x="18183" y="5791"/>
                </a:lnTo>
                <a:lnTo>
                  <a:pt x="18135" y="7179"/>
                </a:lnTo>
                <a:lnTo>
                  <a:pt x="17820" y="9283"/>
                </a:lnTo>
                <a:lnTo>
                  <a:pt x="17544" y="11467"/>
                </a:lnTo>
                <a:lnTo>
                  <a:pt x="17453" y="13252"/>
                </a:lnTo>
                <a:lnTo>
                  <a:pt x="17591" y="14796"/>
                </a:lnTo>
                <a:lnTo>
                  <a:pt x="18023" y="16249"/>
                </a:lnTo>
                <a:lnTo>
                  <a:pt x="18801" y="17763"/>
                </a:lnTo>
                <a:lnTo>
                  <a:pt x="19976" y="1949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59" y="19818"/>
                </a:lnTo>
                <a:lnTo>
                  <a:pt x="713" y="18036"/>
                </a:lnTo>
                <a:lnTo>
                  <a:pt x="1071" y="16251"/>
                </a:lnTo>
                <a:lnTo>
                  <a:pt x="1426" y="14464"/>
                </a:lnTo>
                <a:lnTo>
                  <a:pt x="1784" y="12674"/>
                </a:lnTo>
                <a:lnTo>
                  <a:pt x="2143" y="10881"/>
                </a:lnTo>
                <a:lnTo>
                  <a:pt x="2501" y="9083"/>
                </a:lnTo>
                <a:lnTo>
                  <a:pt x="2864" y="7279"/>
                </a:lnTo>
                <a:lnTo>
                  <a:pt x="3227" y="5470"/>
                </a:lnTo>
                <a:lnTo>
                  <a:pt x="3590" y="3656"/>
                </a:lnTo>
                <a:lnTo>
                  <a:pt x="3953" y="1831"/>
                </a:lnTo>
                <a:lnTo>
                  <a:pt x="4320" y="0"/>
                </a:lnTo>
                <a:close/>
              </a:path>
            </a:pathLst>
          </a:custGeom>
          <a:solidFill>
            <a:srgbClr val="876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39" name="contour_10337"/>
          <p:cNvSpPr/>
          <p:nvPr/>
        </p:nvSpPr>
        <p:spPr>
          <a:xfrm>
            <a:off x="3698098" y="4336355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494" y="349"/>
                </a:lnTo>
                <a:lnTo>
                  <a:pt x="13145" y="756"/>
                </a:lnTo>
                <a:lnTo>
                  <a:pt x="15620" y="1577"/>
                </a:lnTo>
                <a:lnTo>
                  <a:pt x="17302" y="2128"/>
                </a:lnTo>
                <a:lnTo>
                  <a:pt x="19008" y="2686"/>
                </a:lnTo>
                <a:lnTo>
                  <a:pt x="20295" y="3139"/>
                </a:lnTo>
                <a:lnTo>
                  <a:pt x="21600" y="3600"/>
                </a:lnTo>
                <a:lnTo>
                  <a:pt x="21304" y="6098"/>
                </a:lnTo>
                <a:lnTo>
                  <a:pt x="20961" y="8546"/>
                </a:lnTo>
                <a:lnTo>
                  <a:pt x="20539" y="10951"/>
                </a:lnTo>
                <a:lnTo>
                  <a:pt x="20008" y="13324"/>
                </a:lnTo>
                <a:lnTo>
                  <a:pt x="19344" y="15671"/>
                </a:lnTo>
                <a:lnTo>
                  <a:pt x="18514" y="18000"/>
                </a:lnTo>
                <a:lnTo>
                  <a:pt x="16404" y="18324"/>
                </a:lnTo>
                <a:lnTo>
                  <a:pt x="14867" y="18486"/>
                </a:lnTo>
                <a:lnTo>
                  <a:pt x="13460" y="18486"/>
                </a:lnTo>
                <a:lnTo>
                  <a:pt x="11738" y="18324"/>
                </a:lnTo>
                <a:lnTo>
                  <a:pt x="9257" y="18000"/>
                </a:lnTo>
                <a:lnTo>
                  <a:pt x="6684" y="18893"/>
                </a:lnTo>
                <a:lnTo>
                  <a:pt x="4916" y="19526"/>
                </a:lnTo>
                <a:lnTo>
                  <a:pt x="3508" y="20074"/>
                </a:lnTo>
                <a:lnTo>
                  <a:pt x="2018" y="20707"/>
                </a:lnTo>
                <a:lnTo>
                  <a:pt x="0" y="21600"/>
                </a:lnTo>
                <a:lnTo>
                  <a:pt x="719" y="19404"/>
                </a:lnTo>
                <a:lnTo>
                  <a:pt x="1441" y="17208"/>
                </a:lnTo>
                <a:lnTo>
                  <a:pt x="2166" y="15016"/>
                </a:lnTo>
                <a:lnTo>
                  <a:pt x="2894" y="12823"/>
                </a:lnTo>
                <a:lnTo>
                  <a:pt x="3431" y="11192"/>
                </a:lnTo>
                <a:lnTo>
                  <a:pt x="3971" y="9554"/>
                </a:lnTo>
                <a:lnTo>
                  <a:pt x="4521" y="7888"/>
                </a:lnTo>
                <a:lnTo>
                  <a:pt x="5523" y="5353"/>
                </a:lnTo>
                <a:lnTo>
                  <a:pt x="6350" y="3686"/>
                </a:lnTo>
                <a:lnTo>
                  <a:pt x="7449" y="2149"/>
                </a:lnTo>
                <a:lnTo>
                  <a:pt x="9257" y="0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0" name="contour_10338"/>
          <p:cNvSpPr/>
          <p:nvPr/>
        </p:nvSpPr>
        <p:spPr>
          <a:xfrm>
            <a:off x="4382536" y="4321779"/>
            <a:ext cx="5165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5" y="0"/>
                </a:moveTo>
                <a:lnTo>
                  <a:pt x="2450" y="359"/>
                </a:lnTo>
                <a:lnTo>
                  <a:pt x="4581" y="745"/>
                </a:lnTo>
                <a:lnTo>
                  <a:pt x="6666" y="1174"/>
                </a:lnTo>
                <a:lnTo>
                  <a:pt x="8711" y="1663"/>
                </a:lnTo>
                <a:lnTo>
                  <a:pt x="10722" y="2217"/>
                </a:lnTo>
                <a:lnTo>
                  <a:pt x="12706" y="2857"/>
                </a:lnTo>
                <a:lnTo>
                  <a:pt x="14666" y="3591"/>
                </a:lnTo>
                <a:lnTo>
                  <a:pt x="16614" y="4433"/>
                </a:lnTo>
                <a:lnTo>
                  <a:pt x="18552" y="5400"/>
                </a:lnTo>
                <a:lnTo>
                  <a:pt x="19329" y="7177"/>
                </a:lnTo>
                <a:lnTo>
                  <a:pt x="19963" y="8940"/>
                </a:lnTo>
                <a:lnTo>
                  <a:pt x="20472" y="10697"/>
                </a:lnTo>
                <a:lnTo>
                  <a:pt x="20862" y="12455"/>
                </a:lnTo>
                <a:lnTo>
                  <a:pt x="21155" y="14226"/>
                </a:lnTo>
                <a:lnTo>
                  <a:pt x="21362" y="16019"/>
                </a:lnTo>
                <a:lnTo>
                  <a:pt x="21493" y="17839"/>
                </a:lnTo>
                <a:lnTo>
                  <a:pt x="21570" y="19696"/>
                </a:lnTo>
                <a:lnTo>
                  <a:pt x="21600" y="21600"/>
                </a:lnTo>
                <a:lnTo>
                  <a:pt x="19585" y="21600"/>
                </a:lnTo>
                <a:lnTo>
                  <a:pt x="17559" y="21600"/>
                </a:lnTo>
                <a:lnTo>
                  <a:pt x="15504" y="21600"/>
                </a:lnTo>
                <a:lnTo>
                  <a:pt x="14937" y="19756"/>
                </a:lnTo>
                <a:lnTo>
                  <a:pt x="14361" y="17888"/>
                </a:lnTo>
                <a:lnTo>
                  <a:pt x="13215" y="15328"/>
                </a:lnTo>
                <a:lnTo>
                  <a:pt x="12335" y="13867"/>
                </a:lnTo>
                <a:lnTo>
                  <a:pt x="11265" y="12955"/>
                </a:lnTo>
                <a:lnTo>
                  <a:pt x="9564" y="12045"/>
                </a:lnTo>
                <a:lnTo>
                  <a:pt x="7894" y="11445"/>
                </a:lnTo>
                <a:lnTo>
                  <a:pt x="6215" y="10870"/>
                </a:lnTo>
                <a:lnTo>
                  <a:pt x="4523" y="10317"/>
                </a:lnTo>
                <a:lnTo>
                  <a:pt x="2825" y="9788"/>
                </a:lnTo>
                <a:lnTo>
                  <a:pt x="1554" y="8951"/>
                </a:lnTo>
                <a:lnTo>
                  <a:pt x="265" y="8100"/>
                </a:lnTo>
                <a:lnTo>
                  <a:pt x="88" y="6010"/>
                </a:lnTo>
                <a:lnTo>
                  <a:pt x="0" y="4544"/>
                </a:lnTo>
                <a:lnTo>
                  <a:pt x="0" y="3313"/>
                </a:lnTo>
                <a:lnTo>
                  <a:pt x="88" y="1928"/>
                </a:lnTo>
                <a:lnTo>
                  <a:pt x="265" y="0"/>
                </a:lnTo>
                <a:close/>
              </a:path>
            </a:pathLst>
          </a:custGeom>
          <a:solidFill>
            <a:srgbClr val="1F1E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1" name="contour_10339"/>
          <p:cNvSpPr/>
          <p:nvPr/>
        </p:nvSpPr>
        <p:spPr>
          <a:xfrm>
            <a:off x="4798585" y="4307203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782" y="297"/>
                </a:lnTo>
                <a:lnTo>
                  <a:pt x="5162" y="616"/>
                </a:lnTo>
                <a:lnTo>
                  <a:pt x="6542" y="956"/>
                </a:lnTo>
                <a:lnTo>
                  <a:pt x="7922" y="1312"/>
                </a:lnTo>
                <a:lnTo>
                  <a:pt x="9300" y="1685"/>
                </a:lnTo>
                <a:lnTo>
                  <a:pt x="10582" y="2003"/>
                </a:lnTo>
                <a:lnTo>
                  <a:pt x="11873" y="2317"/>
                </a:lnTo>
                <a:lnTo>
                  <a:pt x="13181" y="2635"/>
                </a:lnTo>
                <a:lnTo>
                  <a:pt x="14534" y="3704"/>
                </a:lnTo>
                <a:lnTo>
                  <a:pt x="15593" y="4768"/>
                </a:lnTo>
                <a:lnTo>
                  <a:pt x="16502" y="6161"/>
                </a:lnTo>
                <a:lnTo>
                  <a:pt x="17410" y="8203"/>
                </a:lnTo>
                <a:lnTo>
                  <a:pt x="18466" y="11237"/>
                </a:lnTo>
                <a:lnTo>
                  <a:pt x="19812" y="15595"/>
                </a:lnTo>
                <a:lnTo>
                  <a:pt x="21600" y="21600"/>
                </a:lnTo>
                <a:lnTo>
                  <a:pt x="19956" y="21190"/>
                </a:lnTo>
                <a:lnTo>
                  <a:pt x="18310" y="20779"/>
                </a:lnTo>
                <a:lnTo>
                  <a:pt x="16663" y="20363"/>
                </a:lnTo>
                <a:lnTo>
                  <a:pt x="15014" y="19953"/>
                </a:lnTo>
                <a:lnTo>
                  <a:pt x="13363" y="19543"/>
                </a:lnTo>
                <a:lnTo>
                  <a:pt x="11710" y="19127"/>
                </a:lnTo>
                <a:lnTo>
                  <a:pt x="10051" y="18711"/>
                </a:lnTo>
                <a:lnTo>
                  <a:pt x="8390" y="18295"/>
                </a:lnTo>
                <a:lnTo>
                  <a:pt x="6725" y="17879"/>
                </a:lnTo>
                <a:lnTo>
                  <a:pt x="5052" y="17464"/>
                </a:lnTo>
                <a:lnTo>
                  <a:pt x="3374" y="17042"/>
                </a:lnTo>
                <a:lnTo>
                  <a:pt x="1692" y="16621"/>
                </a:lnTo>
                <a:lnTo>
                  <a:pt x="0" y="16200"/>
                </a:lnTo>
                <a:lnTo>
                  <a:pt x="475" y="12992"/>
                </a:lnTo>
                <a:lnTo>
                  <a:pt x="953" y="9774"/>
                </a:lnTo>
                <a:lnTo>
                  <a:pt x="1430" y="6545"/>
                </a:lnTo>
                <a:lnTo>
                  <a:pt x="1913" y="3289"/>
                </a:lnTo>
                <a:lnTo>
                  <a:pt x="2400" y="0"/>
                </a:lnTo>
                <a:close/>
              </a:path>
            </a:pathLst>
          </a:custGeom>
          <a:solidFill>
            <a:srgbClr val="958D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2" name="contour_10340"/>
          <p:cNvSpPr/>
          <p:nvPr/>
        </p:nvSpPr>
        <p:spPr>
          <a:xfrm>
            <a:off x="8056317" y="4278051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513" y="1337"/>
                </a:lnTo>
                <a:lnTo>
                  <a:pt x="12228" y="2676"/>
                </a:lnTo>
                <a:lnTo>
                  <a:pt x="12945" y="4020"/>
                </a:lnTo>
                <a:lnTo>
                  <a:pt x="13664" y="5370"/>
                </a:lnTo>
                <a:lnTo>
                  <a:pt x="14390" y="6728"/>
                </a:lnTo>
                <a:lnTo>
                  <a:pt x="15120" y="8100"/>
                </a:lnTo>
                <a:lnTo>
                  <a:pt x="16189" y="7430"/>
                </a:lnTo>
                <a:lnTo>
                  <a:pt x="17265" y="6761"/>
                </a:lnTo>
                <a:lnTo>
                  <a:pt x="18345" y="6083"/>
                </a:lnTo>
                <a:lnTo>
                  <a:pt x="19440" y="5400"/>
                </a:lnTo>
                <a:lnTo>
                  <a:pt x="19796" y="7182"/>
                </a:lnTo>
                <a:lnTo>
                  <a:pt x="20153" y="8967"/>
                </a:lnTo>
                <a:lnTo>
                  <a:pt x="20511" y="10760"/>
                </a:lnTo>
                <a:lnTo>
                  <a:pt x="20872" y="12560"/>
                </a:lnTo>
                <a:lnTo>
                  <a:pt x="21235" y="14372"/>
                </a:lnTo>
                <a:lnTo>
                  <a:pt x="21600" y="16200"/>
                </a:lnTo>
                <a:lnTo>
                  <a:pt x="20174" y="16556"/>
                </a:lnTo>
                <a:lnTo>
                  <a:pt x="18749" y="16913"/>
                </a:lnTo>
                <a:lnTo>
                  <a:pt x="17321" y="17269"/>
                </a:lnTo>
                <a:lnTo>
                  <a:pt x="15893" y="17626"/>
                </a:lnTo>
                <a:lnTo>
                  <a:pt x="14463" y="17985"/>
                </a:lnTo>
                <a:lnTo>
                  <a:pt x="13033" y="18341"/>
                </a:lnTo>
                <a:lnTo>
                  <a:pt x="11599" y="18700"/>
                </a:lnTo>
                <a:lnTo>
                  <a:pt x="10163" y="19059"/>
                </a:lnTo>
                <a:lnTo>
                  <a:pt x="8722" y="19418"/>
                </a:lnTo>
                <a:lnTo>
                  <a:pt x="7279" y="19780"/>
                </a:lnTo>
                <a:lnTo>
                  <a:pt x="5834" y="20142"/>
                </a:lnTo>
                <a:lnTo>
                  <a:pt x="4383" y="20504"/>
                </a:lnTo>
                <a:lnTo>
                  <a:pt x="2927" y="20868"/>
                </a:lnTo>
                <a:lnTo>
                  <a:pt x="1467" y="21233"/>
                </a:lnTo>
                <a:lnTo>
                  <a:pt x="0" y="21600"/>
                </a:lnTo>
                <a:lnTo>
                  <a:pt x="536" y="20263"/>
                </a:lnTo>
                <a:lnTo>
                  <a:pt x="1071" y="18922"/>
                </a:lnTo>
                <a:lnTo>
                  <a:pt x="1614" y="17569"/>
                </a:lnTo>
                <a:lnTo>
                  <a:pt x="2160" y="16200"/>
                </a:lnTo>
                <a:lnTo>
                  <a:pt x="3231" y="15922"/>
                </a:lnTo>
                <a:lnTo>
                  <a:pt x="4307" y="15641"/>
                </a:lnTo>
                <a:lnTo>
                  <a:pt x="5400" y="15358"/>
                </a:lnTo>
                <a:lnTo>
                  <a:pt x="5875" y="15085"/>
                </a:lnTo>
                <a:lnTo>
                  <a:pt x="6715" y="14602"/>
                </a:lnTo>
                <a:lnTo>
                  <a:pt x="8640" y="13500"/>
                </a:lnTo>
                <a:lnTo>
                  <a:pt x="9078" y="11842"/>
                </a:lnTo>
                <a:lnTo>
                  <a:pt x="9454" y="10179"/>
                </a:lnTo>
                <a:lnTo>
                  <a:pt x="9774" y="8513"/>
                </a:lnTo>
                <a:lnTo>
                  <a:pt x="10044" y="6836"/>
                </a:lnTo>
                <a:lnTo>
                  <a:pt x="10275" y="5152"/>
                </a:lnTo>
                <a:lnTo>
                  <a:pt x="10472" y="3451"/>
                </a:lnTo>
                <a:lnTo>
                  <a:pt x="10644" y="1733"/>
                </a:lnTo>
                <a:lnTo>
                  <a:pt x="10800" y="0"/>
                </a:lnTo>
                <a:close/>
              </a:path>
            </a:pathLst>
          </a:custGeom>
          <a:solidFill>
            <a:srgbClr val="E7E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3" name="contour_10341"/>
          <p:cNvSpPr/>
          <p:nvPr/>
        </p:nvSpPr>
        <p:spPr>
          <a:xfrm>
            <a:off x="5352472" y="4270763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823" y="1515"/>
                </a:lnTo>
                <a:lnTo>
                  <a:pt x="17842" y="2662"/>
                </a:lnTo>
                <a:lnTo>
                  <a:pt x="18659" y="3669"/>
                </a:lnTo>
                <a:lnTo>
                  <a:pt x="19443" y="4763"/>
                </a:lnTo>
                <a:lnTo>
                  <a:pt x="20366" y="6164"/>
                </a:lnTo>
                <a:lnTo>
                  <a:pt x="21600" y="8100"/>
                </a:lnTo>
                <a:lnTo>
                  <a:pt x="21205" y="10149"/>
                </a:lnTo>
                <a:lnTo>
                  <a:pt x="20847" y="11594"/>
                </a:lnTo>
                <a:lnTo>
                  <a:pt x="20378" y="12825"/>
                </a:lnTo>
                <a:lnTo>
                  <a:pt x="19650" y="14232"/>
                </a:lnTo>
                <a:lnTo>
                  <a:pt x="18514" y="16200"/>
                </a:lnTo>
                <a:lnTo>
                  <a:pt x="16351" y="17172"/>
                </a:lnTo>
                <a:lnTo>
                  <a:pt x="14777" y="17825"/>
                </a:lnTo>
                <a:lnTo>
                  <a:pt x="13340" y="18311"/>
                </a:lnTo>
                <a:lnTo>
                  <a:pt x="11587" y="18789"/>
                </a:lnTo>
                <a:lnTo>
                  <a:pt x="9066" y="19408"/>
                </a:lnTo>
                <a:lnTo>
                  <a:pt x="8313" y="19597"/>
                </a:lnTo>
                <a:lnTo>
                  <a:pt x="6983" y="19934"/>
                </a:lnTo>
                <a:lnTo>
                  <a:pt x="3940" y="20704"/>
                </a:lnTo>
                <a:lnTo>
                  <a:pt x="2962" y="20928"/>
                </a:lnTo>
                <a:lnTo>
                  <a:pt x="0" y="21600"/>
                </a:lnTo>
                <a:lnTo>
                  <a:pt x="472" y="18455"/>
                </a:lnTo>
                <a:lnTo>
                  <a:pt x="845" y="16249"/>
                </a:lnTo>
                <a:lnTo>
                  <a:pt x="1207" y="14680"/>
                </a:lnTo>
                <a:lnTo>
                  <a:pt x="1645" y="13449"/>
                </a:lnTo>
                <a:lnTo>
                  <a:pt x="2243" y="12255"/>
                </a:lnTo>
                <a:lnTo>
                  <a:pt x="3086" y="10800"/>
                </a:lnTo>
                <a:lnTo>
                  <a:pt x="5289" y="10055"/>
                </a:lnTo>
                <a:lnTo>
                  <a:pt x="6940" y="9661"/>
                </a:lnTo>
                <a:lnTo>
                  <a:pt x="9448" y="9283"/>
                </a:lnTo>
                <a:lnTo>
                  <a:pt x="11423" y="8891"/>
                </a:lnTo>
                <a:lnTo>
                  <a:pt x="13414" y="8500"/>
                </a:lnTo>
                <a:lnTo>
                  <a:pt x="15429" y="8100"/>
                </a:lnTo>
                <a:lnTo>
                  <a:pt x="15799" y="6010"/>
                </a:lnTo>
                <a:lnTo>
                  <a:pt x="15984" y="4544"/>
                </a:lnTo>
                <a:lnTo>
                  <a:pt x="15984" y="3313"/>
                </a:lnTo>
                <a:lnTo>
                  <a:pt x="15799" y="1928"/>
                </a:lnTo>
                <a:lnTo>
                  <a:pt x="15429" y="0"/>
                </a:lnTo>
                <a:close/>
              </a:path>
            </a:pathLst>
          </a:custGeom>
          <a:solidFill>
            <a:srgbClr val="DDDE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4" name="contour_10342"/>
          <p:cNvSpPr/>
          <p:nvPr/>
        </p:nvSpPr>
        <p:spPr>
          <a:xfrm>
            <a:off x="4718417" y="4278051"/>
            <a:ext cx="65592" cy="35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714" y="707"/>
                </a:lnTo>
                <a:lnTo>
                  <a:pt x="14945" y="1293"/>
                </a:lnTo>
                <a:lnTo>
                  <a:pt x="16039" y="1973"/>
                </a:lnTo>
                <a:lnTo>
                  <a:pt x="17342" y="2962"/>
                </a:lnTo>
                <a:lnTo>
                  <a:pt x="19200" y="4474"/>
                </a:lnTo>
                <a:lnTo>
                  <a:pt x="20011" y="7937"/>
                </a:lnTo>
                <a:lnTo>
                  <a:pt x="20542" y="10366"/>
                </a:lnTo>
                <a:lnTo>
                  <a:pt x="20906" y="12406"/>
                </a:lnTo>
                <a:lnTo>
                  <a:pt x="21221" y="14701"/>
                </a:lnTo>
                <a:lnTo>
                  <a:pt x="21600" y="17896"/>
                </a:lnTo>
                <a:lnTo>
                  <a:pt x="19810" y="18764"/>
                </a:lnTo>
                <a:lnTo>
                  <a:pt x="18077" y="19546"/>
                </a:lnTo>
                <a:lnTo>
                  <a:pt x="16392" y="20222"/>
                </a:lnTo>
                <a:lnTo>
                  <a:pt x="14746" y="20786"/>
                </a:lnTo>
                <a:lnTo>
                  <a:pt x="13128" y="21211"/>
                </a:lnTo>
                <a:lnTo>
                  <a:pt x="11527" y="21488"/>
                </a:lnTo>
                <a:lnTo>
                  <a:pt x="9936" y="21600"/>
                </a:lnTo>
                <a:lnTo>
                  <a:pt x="8342" y="21528"/>
                </a:lnTo>
                <a:lnTo>
                  <a:pt x="6737" y="21260"/>
                </a:lnTo>
                <a:lnTo>
                  <a:pt x="5110" y="20777"/>
                </a:lnTo>
                <a:lnTo>
                  <a:pt x="3451" y="20070"/>
                </a:lnTo>
                <a:lnTo>
                  <a:pt x="1752" y="19113"/>
                </a:lnTo>
                <a:lnTo>
                  <a:pt x="0" y="17896"/>
                </a:lnTo>
                <a:lnTo>
                  <a:pt x="0" y="14938"/>
                </a:lnTo>
                <a:lnTo>
                  <a:pt x="0" y="11963"/>
                </a:lnTo>
                <a:lnTo>
                  <a:pt x="0" y="8948"/>
                </a:lnTo>
                <a:lnTo>
                  <a:pt x="1697" y="8948"/>
                </a:lnTo>
                <a:lnTo>
                  <a:pt x="3396" y="8948"/>
                </a:lnTo>
                <a:lnTo>
                  <a:pt x="5100" y="8948"/>
                </a:lnTo>
                <a:lnTo>
                  <a:pt x="6811" y="8948"/>
                </a:lnTo>
                <a:lnTo>
                  <a:pt x="8530" y="8948"/>
                </a:lnTo>
                <a:lnTo>
                  <a:pt x="10258" y="8948"/>
                </a:lnTo>
                <a:lnTo>
                  <a:pt x="12000" y="8948"/>
                </a:lnTo>
                <a:lnTo>
                  <a:pt x="12000" y="5991"/>
                </a:lnTo>
                <a:lnTo>
                  <a:pt x="12000" y="3015"/>
                </a:lnTo>
                <a:lnTo>
                  <a:pt x="12000" y="0"/>
                </a:lnTo>
                <a:close/>
              </a:path>
            </a:pathLst>
          </a:custGeom>
          <a:solidFill>
            <a:srgbClr val="5857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5" name="contour_10343"/>
          <p:cNvSpPr/>
          <p:nvPr/>
        </p:nvSpPr>
        <p:spPr>
          <a:xfrm>
            <a:off x="7288979" y="4217925"/>
            <a:ext cx="38539" cy="747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84" y="0"/>
                </a:moveTo>
                <a:lnTo>
                  <a:pt x="18773" y="261"/>
                </a:lnTo>
                <a:lnTo>
                  <a:pt x="21600" y="527"/>
                </a:lnTo>
                <a:lnTo>
                  <a:pt x="20942" y="1960"/>
                </a:lnTo>
                <a:lnTo>
                  <a:pt x="20252" y="3386"/>
                </a:lnTo>
                <a:lnTo>
                  <a:pt x="19537" y="4809"/>
                </a:lnTo>
                <a:lnTo>
                  <a:pt x="18794" y="6223"/>
                </a:lnTo>
                <a:lnTo>
                  <a:pt x="18026" y="7635"/>
                </a:lnTo>
                <a:lnTo>
                  <a:pt x="17233" y="9040"/>
                </a:lnTo>
                <a:lnTo>
                  <a:pt x="16421" y="10444"/>
                </a:lnTo>
                <a:lnTo>
                  <a:pt x="15587" y="11843"/>
                </a:lnTo>
                <a:lnTo>
                  <a:pt x="14738" y="13240"/>
                </a:lnTo>
                <a:lnTo>
                  <a:pt x="13872" y="14635"/>
                </a:lnTo>
                <a:lnTo>
                  <a:pt x="12989" y="16028"/>
                </a:lnTo>
                <a:lnTo>
                  <a:pt x="12095" y="17421"/>
                </a:lnTo>
                <a:lnTo>
                  <a:pt x="11188" y="18814"/>
                </a:lnTo>
                <a:lnTo>
                  <a:pt x="10269" y="20207"/>
                </a:lnTo>
                <a:lnTo>
                  <a:pt x="9346" y="21600"/>
                </a:lnTo>
                <a:lnTo>
                  <a:pt x="6956" y="21147"/>
                </a:lnTo>
                <a:lnTo>
                  <a:pt x="5310" y="20776"/>
                </a:lnTo>
                <a:lnTo>
                  <a:pt x="3639" y="20289"/>
                </a:lnTo>
                <a:lnTo>
                  <a:pt x="1176" y="19493"/>
                </a:lnTo>
                <a:lnTo>
                  <a:pt x="560" y="17994"/>
                </a:lnTo>
                <a:lnTo>
                  <a:pt x="172" y="16492"/>
                </a:lnTo>
                <a:lnTo>
                  <a:pt x="0" y="14987"/>
                </a:lnTo>
                <a:lnTo>
                  <a:pt x="37" y="13487"/>
                </a:lnTo>
                <a:lnTo>
                  <a:pt x="274" y="11991"/>
                </a:lnTo>
                <a:lnTo>
                  <a:pt x="698" y="10507"/>
                </a:lnTo>
                <a:lnTo>
                  <a:pt x="1303" y="9036"/>
                </a:lnTo>
                <a:lnTo>
                  <a:pt x="2079" y="7584"/>
                </a:lnTo>
                <a:lnTo>
                  <a:pt x="3019" y="6153"/>
                </a:lnTo>
                <a:lnTo>
                  <a:pt x="4109" y="4750"/>
                </a:lnTo>
                <a:lnTo>
                  <a:pt x="5343" y="3376"/>
                </a:lnTo>
                <a:lnTo>
                  <a:pt x="6711" y="2034"/>
                </a:lnTo>
                <a:lnTo>
                  <a:pt x="8337" y="1155"/>
                </a:lnTo>
                <a:lnTo>
                  <a:pt x="9844" y="649"/>
                </a:lnTo>
                <a:lnTo>
                  <a:pt x="12103" y="329"/>
                </a:lnTo>
                <a:lnTo>
                  <a:pt x="15984" y="0"/>
                </a:lnTo>
                <a:close/>
              </a:path>
            </a:pathLst>
          </a:custGeom>
          <a:solidFill>
            <a:srgbClr val="8B7B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6" name="contour_10344"/>
          <p:cNvSpPr/>
          <p:nvPr/>
        </p:nvSpPr>
        <p:spPr>
          <a:xfrm>
            <a:off x="3877915" y="4219747"/>
            <a:ext cx="7526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17" y="0"/>
                </a:moveTo>
                <a:lnTo>
                  <a:pt x="18755" y="724"/>
                </a:lnTo>
                <a:lnTo>
                  <a:pt x="19638" y="1247"/>
                </a:lnTo>
                <a:lnTo>
                  <a:pt x="20454" y="1820"/>
                </a:lnTo>
                <a:lnTo>
                  <a:pt x="21600" y="2700"/>
                </a:lnTo>
                <a:lnTo>
                  <a:pt x="20575" y="3731"/>
                </a:lnTo>
                <a:lnTo>
                  <a:pt x="19533" y="4779"/>
                </a:lnTo>
                <a:lnTo>
                  <a:pt x="17448" y="6898"/>
                </a:lnTo>
                <a:lnTo>
                  <a:pt x="15727" y="8659"/>
                </a:lnTo>
                <a:lnTo>
                  <a:pt x="14311" y="10117"/>
                </a:lnTo>
                <a:lnTo>
                  <a:pt x="13150" y="11335"/>
                </a:lnTo>
                <a:lnTo>
                  <a:pt x="12188" y="12371"/>
                </a:lnTo>
                <a:lnTo>
                  <a:pt x="11372" y="13292"/>
                </a:lnTo>
                <a:lnTo>
                  <a:pt x="10650" y="14153"/>
                </a:lnTo>
                <a:lnTo>
                  <a:pt x="9966" y="15015"/>
                </a:lnTo>
                <a:lnTo>
                  <a:pt x="9268" y="15941"/>
                </a:lnTo>
                <a:lnTo>
                  <a:pt x="8500" y="16991"/>
                </a:lnTo>
                <a:lnTo>
                  <a:pt x="7611" y="18225"/>
                </a:lnTo>
                <a:lnTo>
                  <a:pt x="6239" y="19872"/>
                </a:lnTo>
                <a:lnTo>
                  <a:pt x="5191" y="20871"/>
                </a:lnTo>
                <a:lnTo>
                  <a:pt x="4139" y="21384"/>
                </a:lnTo>
                <a:lnTo>
                  <a:pt x="2746" y="21573"/>
                </a:lnTo>
                <a:lnTo>
                  <a:pt x="684" y="21600"/>
                </a:lnTo>
                <a:lnTo>
                  <a:pt x="303" y="18606"/>
                </a:lnTo>
                <a:lnTo>
                  <a:pt x="75" y="16489"/>
                </a:lnTo>
                <a:lnTo>
                  <a:pt x="0" y="14950"/>
                </a:lnTo>
                <a:lnTo>
                  <a:pt x="75" y="13689"/>
                </a:lnTo>
                <a:lnTo>
                  <a:pt x="303" y="12407"/>
                </a:lnTo>
                <a:lnTo>
                  <a:pt x="684" y="10800"/>
                </a:lnTo>
                <a:lnTo>
                  <a:pt x="1926" y="9858"/>
                </a:lnTo>
                <a:lnTo>
                  <a:pt x="3171" y="9053"/>
                </a:lnTo>
                <a:lnTo>
                  <a:pt x="4428" y="8357"/>
                </a:lnTo>
                <a:lnTo>
                  <a:pt x="5712" y="7736"/>
                </a:lnTo>
                <a:lnTo>
                  <a:pt x="7036" y="7158"/>
                </a:lnTo>
                <a:lnTo>
                  <a:pt x="8412" y="6591"/>
                </a:lnTo>
                <a:lnTo>
                  <a:pt x="9841" y="5908"/>
                </a:lnTo>
                <a:lnTo>
                  <a:pt x="11113" y="5170"/>
                </a:lnTo>
                <a:lnTo>
                  <a:pt x="12297" y="4334"/>
                </a:lnTo>
                <a:lnTo>
                  <a:pt x="13459" y="3353"/>
                </a:lnTo>
                <a:lnTo>
                  <a:pt x="14673" y="2192"/>
                </a:lnTo>
                <a:lnTo>
                  <a:pt x="15578" y="1469"/>
                </a:lnTo>
                <a:lnTo>
                  <a:pt x="16492" y="740"/>
                </a:lnTo>
                <a:lnTo>
                  <a:pt x="17417" y="0"/>
                </a:lnTo>
                <a:close/>
              </a:path>
            </a:pathLst>
          </a:custGeom>
          <a:solidFill>
            <a:srgbClr val="5F5F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7" name="contour_10345"/>
          <p:cNvSpPr/>
          <p:nvPr/>
        </p:nvSpPr>
        <p:spPr>
          <a:xfrm>
            <a:off x="3858434" y="4212459"/>
            <a:ext cx="66219" cy="376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96" y="0"/>
                </a:moveTo>
                <a:lnTo>
                  <a:pt x="21550" y="3391"/>
                </a:lnTo>
                <a:lnTo>
                  <a:pt x="21600" y="6385"/>
                </a:lnTo>
                <a:lnTo>
                  <a:pt x="21484" y="9140"/>
                </a:lnTo>
                <a:lnTo>
                  <a:pt x="21146" y="11803"/>
                </a:lnTo>
                <a:lnTo>
                  <a:pt x="20523" y="14534"/>
                </a:lnTo>
                <a:lnTo>
                  <a:pt x="19558" y="17477"/>
                </a:lnTo>
                <a:lnTo>
                  <a:pt x="17910" y="19192"/>
                </a:lnTo>
                <a:lnTo>
                  <a:pt x="16356" y="20367"/>
                </a:lnTo>
                <a:lnTo>
                  <a:pt x="14839" y="21102"/>
                </a:lnTo>
                <a:lnTo>
                  <a:pt x="13303" y="21483"/>
                </a:lnTo>
                <a:lnTo>
                  <a:pt x="11691" y="21600"/>
                </a:lnTo>
                <a:lnTo>
                  <a:pt x="9951" y="21554"/>
                </a:lnTo>
                <a:lnTo>
                  <a:pt x="8023" y="21429"/>
                </a:lnTo>
                <a:lnTo>
                  <a:pt x="6521" y="21353"/>
                </a:lnTo>
                <a:lnTo>
                  <a:pt x="5007" y="21278"/>
                </a:lnTo>
                <a:lnTo>
                  <a:pt x="3473" y="21199"/>
                </a:lnTo>
                <a:lnTo>
                  <a:pt x="2962" y="21157"/>
                </a:lnTo>
                <a:lnTo>
                  <a:pt x="2061" y="21082"/>
                </a:lnTo>
                <a:lnTo>
                  <a:pt x="0" y="20906"/>
                </a:lnTo>
                <a:lnTo>
                  <a:pt x="0" y="18142"/>
                </a:lnTo>
                <a:lnTo>
                  <a:pt x="0" y="15362"/>
                </a:lnTo>
                <a:lnTo>
                  <a:pt x="0" y="12544"/>
                </a:lnTo>
                <a:lnTo>
                  <a:pt x="1177" y="11306"/>
                </a:lnTo>
                <a:lnTo>
                  <a:pt x="2059" y="10524"/>
                </a:lnTo>
                <a:lnTo>
                  <a:pt x="3079" y="9859"/>
                </a:lnTo>
                <a:lnTo>
                  <a:pt x="4681" y="8981"/>
                </a:lnTo>
                <a:lnTo>
                  <a:pt x="6133" y="8174"/>
                </a:lnTo>
                <a:lnTo>
                  <a:pt x="7605" y="7351"/>
                </a:lnTo>
                <a:lnTo>
                  <a:pt x="9141" y="6556"/>
                </a:lnTo>
                <a:lnTo>
                  <a:pt x="10698" y="5749"/>
                </a:lnTo>
                <a:lnTo>
                  <a:pt x="11468" y="5327"/>
                </a:lnTo>
                <a:lnTo>
                  <a:pt x="13791" y="4052"/>
                </a:lnTo>
                <a:lnTo>
                  <a:pt x="15310" y="3224"/>
                </a:lnTo>
                <a:lnTo>
                  <a:pt x="16829" y="2408"/>
                </a:lnTo>
                <a:lnTo>
                  <a:pt x="18350" y="1597"/>
                </a:lnTo>
                <a:lnTo>
                  <a:pt x="19872" y="794"/>
                </a:lnTo>
                <a:lnTo>
                  <a:pt x="21396" y="0"/>
                </a:lnTo>
                <a:close/>
              </a:path>
            </a:pathLst>
          </a:custGeom>
          <a:solidFill>
            <a:srgbClr val="9C99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8" name="contour_10346"/>
          <p:cNvSpPr/>
          <p:nvPr/>
        </p:nvSpPr>
        <p:spPr>
          <a:xfrm>
            <a:off x="8303227" y="4190595"/>
            <a:ext cx="3732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0" y="0"/>
                </a:moveTo>
                <a:lnTo>
                  <a:pt x="3298" y="0"/>
                </a:lnTo>
                <a:lnTo>
                  <a:pt x="6103" y="0"/>
                </a:lnTo>
                <a:lnTo>
                  <a:pt x="8946" y="0"/>
                </a:lnTo>
                <a:lnTo>
                  <a:pt x="10608" y="1471"/>
                </a:lnTo>
                <a:lnTo>
                  <a:pt x="11684" y="2554"/>
                </a:lnTo>
                <a:lnTo>
                  <a:pt x="12645" y="3785"/>
                </a:lnTo>
                <a:lnTo>
                  <a:pt x="13957" y="5700"/>
                </a:lnTo>
                <a:lnTo>
                  <a:pt x="14712" y="6758"/>
                </a:lnTo>
                <a:lnTo>
                  <a:pt x="15471" y="7826"/>
                </a:lnTo>
                <a:lnTo>
                  <a:pt x="16243" y="8906"/>
                </a:lnTo>
                <a:lnTo>
                  <a:pt x="16872" y="10738"/>
                </a:lnTo>
                <a:lnTo>
                  <a:pt x="17002" y="11962"/>
                </a:lnTo>
                <a:lnTo>
                  <a:pt x="16564" y="13130"/>
                </a:lnTo>
                <a:lnTo>
                  <a:pt x="15488" y="14794"/>
                </a:lnTo>
                <a:lnTo>
                  <a:pt x="14910" y="15293"/>
                </a:lnTo>
                <a:lnTo>
                  <a:pt x="13164" y="16800"/>
                </a:lnTo>
                <a:lnTo>
                  <a:pt x="15252" y="17395"/>
                </a:lnTo>
                <a:lnTo>
                  <a:pt x="17353" y="17990"/>
                </a:lnTo>
                <a:lnTo>
                  <a:pt x="19462" y="18593"/>
                </a:lnTo>
                <a:lnTo>
                  <a:pt x="21600" y="19200"/>
                </a:lnTo>
                <a:lnTo>
                  <a:pt x="18715" y="20011"/>
                </a:lnTo>
                <a:lnTo>
                  <a:pt x="16614" y="20542"/>
                </a:lnTo>
                <a:lnTo>
                  <a:pt x="14691" y="20906"/>
                </a:lnTo>
                <a:lnTo>
                  <a:pt x="12337" y="21221"/>
                </a:lnTo>
                <a:lnTo>
                  <a:pt x="8946" y="21600"/>
                </a:lnTo>
                <a:lnTo>
                  <a:pt x="6626" y="20345"/>
                </a:lnTo>
                <a:lnTo>
                  <a:pt x="4762" y="19159"/>
                </a:lnTo>
                <a:lnTo>
                  <a:pt x="3294" y="17993"/>
                </a:lnTo>
                <a:lnTo>
                  <a:pt x="2176" y="16798"/>
                </a:lnTo>
                <a:lnTo>
                  <a:pt x="1341" y="15523"/>
                </a:lnTo>
                <a:lnTo>
                  <a:pt x="738" y="14114"/>
                </a:lnTo>
                <a:lnTo>
                  <a:pt x="312" y="12526"/>
                </a:lnTo>
                <a:lnTo>
                  <a:pt x="0" y="10706"/>
                </a:lnTo>
                <a:lnTo>
                  <a:pt x="4" y="9173"/>
                </a:lnTo>
                <a:lnTo>
                  <a:pt x="30" y="7642"/>
                </a:lnTo>
                <a:lnTo>
                  <a:pt x="80" y="6115"/>
                </a:lnTo>
                <a:lnTo>
                  <a:pt x="152" y="4586"/>
                </a:lnTo>
                <a:lnTo>
                  <a:pt x="245" y="3060"/>
                </a:lnTo>
                <a:lnTo>
                  <a:pt x="367" y="1531"/>
                </a:lnTo>
                <a:lnTo>
                  <a:pt x="510" y="0"/>
                </a:lnTo>
                <a:close/>
              </a:path>
            </a:pathLst>
          </a:custGeom>
          <a:solidFill>
            <a:srgbClr val="6D61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49" name="contour_10347"/>
          <p:cNvSpPr/>
          <p:nvPr/>
        </p:nvSpPr>
        <p:spPr>
          <a:xfrm>
            <a:off x="2298804" y="4212823"/>
            <a:ext cx="43728" cy="50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47" y="1302"/>
                </a:moveTo>
                <a:lnTo>
                  <a:pt x="15934" y="2741"/>
                </a:lnTo>
                <a:lnTo>
                  <a:pt x="17575" y="4158"/>
                </a:lnTo>
                <a:lnTo>
                  <a:pt x="19030" y="5644"/>
                </a:lnTo>
                <a:lnTo>
                  <a:pt x="20354" y="7282"/>
                </a:lnTo>
                <a:lnTo>
                  <a:pt x="21600" y="9168"/>
                </a:lnTo>
                <a:lnTo>
                  <a:pt x="21575" y="11540"/>
                </a:lnTo>
                <a:lnTo>
                  <a:pt x="21316" y="13597"/>
                </a:lnTo>
                <a:lnTo>
                  <a:pt x="20819" y="15490"/>
                </a:lnTo>
                <a:lnTo>
                  <a:pt x="20099" y="17355"/>
                </a:lnTo>
                <a:lnTo>
                  <a:pt x="19159" y="19344"/>
                </a:lnTo>
                <a:lnTo>
                  <a:pt x="18000" y="21600"/>
                </a:lnTo>
                <a:lnTo>
                  <a:pt x="14465" y="21578"/>
                </a:lnTo>
                <a:lnTo>
                  <a:pt x="12161" y="21438"/>
                </a:lnTo>
                <a:lnTo>
                  <a:pt x="10598" y="21059"/>
                </a:lnTo>
                <a:lnTo>
                  <a:pt x="9288" y="20320"/>
                </a:lnTo>
                <a:lnTo>
                  <a:pt x="7733" y="19101"/>
                </a:lnTo>
                <a:lnTo>
                  <a:pt x="7042" y="18271"/>
                </a:lnTo>
                <a:lnTo>
                  <a:pt x="4950" y="15773"/>
                </a:lnTo>
                <a:lnTo>
                  <a:pt x="3539" y="14144"/>
                </a:lnTo>
                <a:lnTo>
                  <a:pt x="2110" y="12497"/>
                </a:lnTo>
                <a:lnTo>
                  <a:pt x="1080" y="10822"/>
                </a:lnTo>
                <a:lnTo>
                  <a:pt x="457" y="9488"/>
                </a:lnTo>
                <a:lnTo>
                  <a:pt x="137" y="8037"/>
                </a:lnTo>
                <a:lnTo>
                  <a:pt x="18" y="6011"/>
                </a:lnTo>
                <a:lnTo>
                  <a:pt x="0" y="2953"/>
                </a:lnTo>
                <a:lnTo>
                  <a:pt x="2430" y="1703"/>
                </a:lnTo>
                <a:lnTo>
                  <a:pt x="4669" y="746"/>
                </a:lnTo>
                <a:lnTo>
                  <a:pt x="6836" y="152"/>
                </a:lnTo>
                <a:lnTo>
                  <a:pt x="9043" y="0"/>
                </a:lnTo>
                <a:lnTo>
                  <a:pt x="11408" y="357"/>
                </a:lnTo>
                <a:lnTo>
                  <a:pt x="14047" y="1302"/>
                </a:lnTo>
                <a:close/>
              </a:path>
            </a:pathLst>
          </a:custGeom>
          <a:solidFill>
            <a:srgbClr val="F2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0" name="contour_10348"/>
          <p:cNvSpPr/>
          <p:nvPr/>
        </p:nvSpPr>
        <p:spPr>
          <a:xfrm>
            <a:off x="4405034" y="4183307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370" y="1527"/>
                </a:lnTo>
                <a:lnTo>
                  <a:pt x="4039" y="3061"/>
                </a:lnTo>
                <a:lnTo>
                  <a:pt x="4717" y="4607"/>
                </a:lnTo>
                <a:lnTo>
                  <a:pt x="5400" y="6171"/>
                </a:lnTo>
                <a:lnTo>
                  <a:pt x="6966" y="6921"/>
                </a:lnTo>
                <a:lnTo>
                  <a:pt x="8065" y="7372"/>
                </a:lnTo>
                <a:lnTo>
                  <a:pt x="9226" y="7705"/>
                </a:lnTo>
                <a:lnTo>
                  <a:pt x="10967" y="8100"/>
                </a:lnTo>
                <a:lnTo>
                  <a:pt x="12695" y="8483"/>
                </a:lnTo>
                <a:lnTo>
                  <a:pt x="14437" y="8865"/>
                </a:lnTo>
                <a:lnTo>
                  <a:pt x="16200" y="9257"/>
                </a:lnTo>
                <a:lnTo>
                  <a:pt x="16735" y="7424"/>
                </a:lnTo>
                <a:lnTo>
                  <a:pt x="17272" y="5585"/>
                </a:lnTo>
                <a:lnTo>
                  <a:pt x="17809" y="3740"/>
                </a:lnTo>
                <a:lnTo>
                  <a:pt x="18352" y="1879"/>
                </a:lnTo>
                <a:lnTo>
                  <a:pt x="18900" y="0"/>
                </a:lnTo>
                <a:lnTo>
                  <a:pt x="19732" y="2111"/>
                </a:lnTo>
                <a:lnTo>
                  <a:pt x="20288" y="3647"/>
                </a:lnTo>
                <a:lnTo>
                  <a:pt x="20698" y="5054"/>
                </a:lnTo>
                <a:lnTo>
                  <a:pt x="21092" y="6776"/>
                </a:lnTo>
                <a:lnTo>
                  <a:pt x="21600" y="9257"/>
                </a:lnTo>
                <a:lnTo>
                  <a:pt x="20307" y="11022"/>
                </a:lnTo>
                <a:lnTo>
                  <a:pt x="18930" y="12568"/>
                </a:lnTo>
                <a:lnTo>
                  <a:pt x="17474" y="13917"/>
                </a:lnTo>
                <a:lnTo>
                  <a:pt x="15949" y="15092"/>
                </a:lnTo>
                <a:lnTo>
                  <a:pt x="14356" y="16114"/>
                </a:lnTo>
                <a:lnTo>
                  <a:pt x="12706" y="17008"/>
                </a:lnTo>
                <a:lnTo>
                  <a:pt x="11000" y="17798"/>
                </a:lnTo>
                <a:lnTo>
                  <a:pt x="9247" y="18505"/>
                </a:lnTo>
                <a:lnTo>
                  <a:pt x="7455" y="19150"/>
                </a:lnTo>
                <a:lnTo>
                  <a:pt x="5630" y="19761"/>
                </a:lnTo>
                <a:lnTo>
                  <a:pt x="3772" y="20356"/>
                </a:lnTo>
                <a:lnTo>
                  <a:pt x="1895" y="20964"/>
                </a:lnTo>
                <a:lnTo>
                  <a:pt x="0" y="21600"/>
                </a:lnTo>
                <a:lnTo>
                  <a:pt x="267" y="19462"/>
                </a:lnTo>
                <a:lnTo>
                  <a:pt x="535" y="17320"/>
                </a:lnTo>
                <a:lnTo>
                  <a:pt x="802" y="15179"/>
                </a:lnTo>
                <a:lnTo>
                  <a:pt x="1072" y="13034"/>
                </a:lnTo>
                <a:lnTo>
                  <a:pt x="1339" y="10880"/>
                </a:lnTo>
                <a:lnTo>
                  <a:pt x="1609" y="8723"/>
                </a:lnTo>
                <a:lnTo>
                  <a:pt x="1879" y="6557"/>
                </a:lnTo>
                <a:lnTo>
                  <a:pt x="2152" y="4382"/>
                </a:lnTo>
                <a:lnTo>
                  <a:pt x="2425" y="2197"/>
                </a:lnTo>
                <a:lnTo>
                  <a:pt x="2700" y="0"/>
                </a:lnTo>
                <a:close/>
              </a:path>
            </a:pathLst>
          </a:custGeom>
          <a:solidFill>
            <a:srgbClr val="D3AD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1" name="contour_10349"/>
          <p:cNvSpPr/>
          <p:nvPr/>
        </p:nvSpPr>
        <p:spPr>
          <a:xfrm>
            <a:off x="8368032" y="4154155"/>
            <a:ext cx="37562" cy="442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" y="0"/>
                </a:moveTo>
                <a:lnTo>
                  <a:pt x="5725" y="658"/>
                </a:lnTo>
                <a:lnTo>
                  <a:pt x="9078" y="1159"/>
                </a:lnTo>
                <a:lnTo>
                  <a:pt x="11492" y="1600"/>
                </a:lnTo>
                <a:lnTo>
                  <a:pt x="13428" y="2080"/>
                </a:lnTo>
                <a:lnTo>
                  <a:pt x="15347" y="2699"/>
                </a:lnTo>
                <a:lnTo>
                  <a:pt x="17723" y="3556"/>
                </a:lnTo>
                <a:lnTo>
                  <a:pt x="19153" y="5836"/>
                </a:lnTo>
                <a:lnTo>
                  <a:pt x="20238" y="7902"/>
                </a:lnTo>
                <a:lnTo>
                  <a:pt x="20992" y="9865"/>
                </a:lnTo>
                <a:lnTo>
                  <a:pt x="21441" y="11821"/>
                </a:lnTo>
                <a:lnTo>
                  <a:pt x="21600" y="13873"/>
                </a:lnTo>
                <a:lnTo>
                  <a:pt x="21491" y="16124"/>
                </a:lnTo>
                <a:lnTo>
                  <a:pt x="21126" y="18670"/>
                </a:lnTo>
                <a:lnTo>
                  <a:pt x="18583" y="20558"/>
                </a:lnTo>
                <a:lnTo>
                  <a:pt x="16655" y="21316"/>
                </a:lnTo>
                <a:lnTo>
                  <a:pt x="13696" y="21600"/>
                </a:lnTo>
                <a:lnTo>
                  <a:pt x="10762" y="21244"/>
                </a:lnTo>
                <a:lnTo>
                  <a:pt x="8181" y="20786"/>
                </a:lnTo>
                <a:lnTo>
                  <a:pt x="5788" y="20121"/>
                </a:lnTo>
                <a:lnTo>
                  <a:pt x="3432" y="19150"/>
                </a:lnTo>
                <a:lnTo>
                  <a:pt x="960" y="17781"/>
                </a:lnTo>
                <a:lnTo>
                  <a:pt x="415" y="15210"/>
                </a:lnTo>
                <a:lnTo>
                  <a:pt x="105" y="12678"/>
                </a:lnTo>
                <a:lnTo>
                  <a:pt x="0" y="10163"/>
                </a:lnTo>
                <a:lnTo>
                  <a:pt x="63" y="7656"/>
                </a:lnTo>
                <a:lnTo>
                  <a:pt x="268" y="5139"/>
                </a:lnTo>
                <a:lnTo>
                  <a:pt x="578" y="2592"/>
                </a:lnTo>
                <a:lnTo>
                  <a:pt x="960" y="0"/>
                </a:lnTo>
                <a:close/>
              </a:path>
            </a:pathLst>
          </a:custGeom>
          <a:solidFill>
            <a:srgbClr val="CFC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2" name="contour_10350"/>
          <p:cNvSpPr/>
          <p:nvPr/>
        </p:nvSpPr>
        <p:spPr>
          <a:xfrm>
            <a:off x="8304109" y="4153645"/>
            <a:ext cx="58304" cy="515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38" y="24"/>
                </a:moveTo>
                <a:lnTo>
                  <a:pt x="17280" y="49"/>
                </a:lnTo>
                <a:lnTo>
                  <a:pt x="18595" y="101"/>
                </a:lnTo>
                <a:lnTo>
                  <a:pt x="21600" y="214"/>
                </a:lnTo>
                <a:lnTo>
                  <a:pt x="21254" y="2487"/>
                </a:lnTo>
                <a:lnTo>
                  <a:pt x="20941" y="4097"/>
                </a:lnTo>
                <a:lnTo>
                  <a:pt x="20531" y="5490"/>
                </a:lnTo>
                <a:lnTo>
                  <a:pt x="19894" y="7103"/>
                </a:lnTo>
                <a:lnTo>
                  <a:pt x="18900" y="9379"/>
                </a:lnTo>
                <a:lnTo>
                  <a:pt x="17040" y="9492"/>
                </a:lnTo>
                <a:lnTo>
                  <a:pt x="15641" y="9440"/>
                </a:lnTo>
                <a:lnTo>
                  <a:pt x="13500" y="9190"/>
                </a:lnTo>
                <a:lnTo>
                  <a:pt x="11359" y="8994"/>
                </a:lnTo>
                <a:lnTo>
                  <a:pt x="9960" y="9046"/>
                </a:lnTo>
                <a:lnTo>
                  <a:pt x="8100" y="9379"/>
                </a:lnTo>
                <a:lnTo>
                  <a:pt x="7263" y="11332"/>
                </a:lnTo>
                <a:lnTo>
                  <a:pt x="6634" y="13302"/>
                </a:lnTo>
                <a:lnTo>
                  <a:pt x="6167" y="15300"/>
                </a:lnTo>
                <a:lnTo>
                  <a:pt x="5832" y="17341"/>
                </a:lnTo>
                <a:lnTo>
                  <a:pt x="5589" y="19437"/>
                </a:lnTo>
                <a:lnTo>
                  <a:pt x="5400" y="21600"/>
                </a:lnTo>
                <a:lnTo>
                  <a:pt x="5400" y="19581"/>
                </a:lnTo>
                <a:lnTo>
                  <a:pt x="5400" y="17549"/>
                </a:lnTo>
                <a:lnTo>
                  <a:pt x="5400" y="15490"/>
                </a:lnTo>
                <a:lnTo>
                  <a:pt x="3615" y="15490"/>
                </a:lnTo>
                <a:lnTo>
                  <a:pt x="1820" y="15490"/>
                </a:lnTo>
                <a:lnTo>
                  <a:pt x="0" y="15490"/>
                </a:lnTo>
                <a:lnTo>
                  <a:pt x="775" y="13510"/>
                </a:lnTo>
                <a:lnTo>
                  <a:pt x="1563" y="11536"/>
                </a:lnTo>
                <a:lnTo>
                  <a:pt x="2362" y="9569"/>
                </a:lnTo>
                <a:lnTo>
                  <a:pt x="3021" y="7919"/>
                </a:lnTo>
                <a:lnTo>
                  <a:pt x="3691" y="6239"/>
                </a:lnTo>
                <a:lnTo>
                  <a:pt x="4933" y="4363"/>
                </a:lnTo>
                <a:lnTo>
                  <a:pt x="6261" y="2884"/>
                </a:lnTo>
                <a:lnTo>
                  <a:pt x="7682" y="1763"/>
                </a:lnTo>
                <a:lnTo>
                  <a:pt x="9207" y="959"/>
                </a:lnTo>
                <a:lnTo>
                  <a:pt x="10843" y="425"/>
                </a:lnTo>
                <a:lnTo>
                  <a:pt x="12606" y="119"/>
                </a:lnTo>
                <a:lnTo>
                  <a:pt x="14499" y="0"/>
                </a:lnTo>
                <a:lnTo>
                  <a:pt x="16538" y="24"/>
                </a:lnTo>
                <a:close/>
              </a:path>
            </a:pathLst>
          </a:custGeom>
          <a:solidFill>
            <a:srgbClr val="8F7E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3" name="contour_10351"/>
          <p:cNvSpPr/>
          <p:nvPr/>
        </p:nvSpPr>
        <p:spPr>
          <a:xfrm>
            <a:off x="4441474" y="4146867"/>
            <a:ext cx="80168" cy="296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51" y="611"/>
                </a:lnTo>
                <a:lnTo>
                  <a:pt x="2702" y="1227"/>
                </a:lnTo>
                <a:lnTo>
                  <a:pt x="4051" y="1842"/>
                </a:lnTo>
                <a:lnTo>
                  <a:pt x="5402" y="2464"/>
                </a:lnTo>
                <a:lnTo>
                  <a:pt x="6751" y="3090"/>
                </a:lnTo>
                <a:lnTo>
                  <a:pt x="8100" y="3717"/>
                </a:lnTo>
                <a:lnTo>
                  <a:pt x="9451" y="4349"/>
                </a:lnTo>
                <a:lnTo>
                  <a:pt x="10800" y="4981"/>
                </a:lnTo>
                <a:lnTo>
                  <a:pt x="11259" y="5182"/>
                </a:lnTo>
                <a:lnTo>
                  <a:pt x="12069" y="5549"/>
                </a:lnTo>
                <a:lnTo>
                  <a:pt x="13922" y="6377"/>
                </a:lnTo>
                <a:lnTo>
                  <a:pt x="14356" y="6584"/>
                </a:lnTo>
                <a:lnTo>
                  <a:pt x="15122" y="6950"/>
                </a:lnTo>
                <a:lnTo>
                  <a:pt x="16875" y="7779"/>
                </a:lnTo>
                <a:lnTo>
                  <a:pt x="18236" y="8405"/>
                </a:lnTo>
                <a:lnTo>
                  <a:pt x="19617" y="9042"/>
                </a:lnTo>
                <a:lnTo>
                  <a:pt x="20601" y="9823"/>
                </a:lnTo>
                <a:lnTo>
                  <a:pt x="21600" y="10619"/>
                </a:lnTo>
                <a:lnTo>
                  <a:pt x="21600" y="13253"/>
                </a:lnTo>
                <a:lnTo>
                  <a:pt x="21600" y="15929"/>
                </a:lnTo>
                <a:lnTo>
                  <a:pt x="19075" y="17002"/>
                </a:lnTo>
                <a:lnTo>
                  <a:pt x="16856" y="17942"/>
                </a:lnTo>
                <a:lnTo>
                  <a:pt x="14908" y="18749"/>
                </a:lnTo>
                <a:lnTo>
                  <a:pt x="13202" y="19439"/>
                </a:lnTo>
                <a:lnTo>
                  <a:pt x="11705" y="20018"/>
                </a:lnTo>
                <a:lnTo>
                  <a:pt x="10386" y="20496"/>
                </a:lnTo>
                <a:lnTo>
                  <a:pt x="9211" y="20873"/>
                </a:lnTo>
                <a:lnTo>
                  <a:pt x="8153" y="21165"/>
                </a:lnTo>
                <a:lnTo>
                  <a:pt x="7175" y="21377"/>
                </a:lnTo>
                <a:lnTo>
                  <a:pt x="6250" y="21510"/>
                </a:lnTo>
                <a:lnTo>
                  <a:pt x="5345" y="21584"/>
                </a:lnTo>
                <a:lnTo>
                  <a:pt x="4426" y="21600"/>
                </a:lnTo>
                <a:lnTo>
                  <a:pt x="3464" y="21563"/>
                </a:lnTo>
                <a:lnTo>
                  <a:pt x="2427" y="21488"/>
                </a:lnTo>
                <a:lnTo>
                  <a:pt x="1282" y="21377"/>
                </a:lnTo>
                <a:lnTo>
                  <a:pt x="0" y="21239"/>
                </a:lnTo>
                <a:lnTo>
                  <a:pt x="0" y="17735"/>
                </a:lnTo>
                <a:lnTo>
                  <a:pt x="0" y="14225"/>
                </a:lnTo>
                <a:lnTo>
                  <a:pt x="0" y="10699"/>
                </a:lnTo>
                <a:lnTo>
                  <a:pt x="0" y="7158"/>
                </a:lnTo>
                <a:lnTo>
                  <a:pt x="0" y="3595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4" name="contour_10352"/>
          <p:cNvSpPr/>
          <p:nvPr/>
        </p:nvSpPr>
        <p:spPr>
          <a:xfrm>
            <a:off x="4681977" y="4095851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1782"/>
                </a:lnTo>
                <a:lnTo>
                  <a:pt x="2143" y="3571"/>
                </a:lnTo>
                <a:lnTo>
                  <a:pt x="3225" y="5375"/>
                </a:lnTo>
                <a:lnTo>
                  <a:pt x="4320" y="7200"/>
                </a:lnTo>
                <a:lnTo>
                  <a:pt x="5841" y="7603"/>
                </a:lnTo>
                <a:lnTo>
                  <a:pt x="6897" y="7783"/>
                </a:lnTo>
                <a:lnTo>
                  <a:pt x="7981" y="7783"/>
                </a:lnTo>
                <a:lnTo>
                  <a:pt x="9586" y="7650"/>
                </a:lnTo>
                <a:lnTo>
                  <a:pt x="11001" y="7553"/>
                </a:lnTo>
                <a:lnTo>
                  <a:pt x="12437" y="7452"/>
                </a:lnTo>
                <a:lnTo>
                  <a:pt x="13770" y="7326"/>
                </a:lnTo>
                <a:lnTo>
                  <a:pt x="15120" y="7200"/>
                </a:lnTo>
                <a:lnTo>
                  <a:pt x="16416" y="7200"/>
                </a:lnTo>
                <a:lnTo>
                  <a:pt x="17712" y="7200"/>
                </a:lnTo>
                <a:lnTo>
                  <a:pt x="19008" y="7200"/>
                </a:lnTo>
                <a:lnTo>
                  <a:pt x="20304" y="7200"/>
                </a:lnTo>
                <a:lnTo>
                  <a:pt x="21600" y="7200"/>
                </a:lnTo>
                <a:lnTo>
                  <a:pt x="20587" y="9432"/>
                </a:lnTo>
                <a:lnTo>
                  <a:pt x="19634" y="11390"/>
                </a:lnTo>
                <a:lnTo>
                  <a:pt x="18701" y="13097"/>
                </a:lnTo>
                <a:lnTo>
                  <a:pt x="17747" y="14580"/>
                </a:lnTo>
                <a:lnTo>
                  <a:pt x="16736" y="15865"/>
                </a:lnTo>
                <a:lnTo>
                  <a:pt x="15625" y="16974"/>
                </a:lnTo>
                <a:lnTo>
                  <a:pt x="14381" y="17935"/>
                </a:lnTo>
                <a:lnTo>
                  <a:pt x="12960" y="18778"/>
                </a:lnTo>
                <a:lnTo>
                  <a:pt x="11323" y="19519"/>
                </a:lnTo>
                <a:lnTo>
                  <a:pt x="9910" y="19836"/>
                </a:lnTo>
                <a:lnTo>
                  <a:pt x="8495" y="20138"/>
                </a:lnTo>
                <a:lnTo>
                  <a:pt x="7083" y="20423"/>
                </a:lnTo>
                <a:lnTo>
                  <a:pt x="5670" y="20696"/>
                </a:lnTo>
                <a:lnTo>
                  <a:pt x="4255" y="20948"/>
                </a:lnTo>
                <a:lnTo>
                  <a:pt x="2840" y="21182"/>
                </a:lnTo>
                <a:lnTo>
                  <a:pt x="1421" y="2140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071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5" name="contour_10353"/>
          <p:cNvSpPr/>
          <p:nvPr/>
        </p:nvSpPr>
        <p:spPr>
          <a:xfrm>
            <a:off x="1132725" y="4101033"/>
            <a:ext cx="3644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80"/>
                </a:moveTo>
                <a:lnTo>
                  <a:pt x="7348" y="380"/>
                </a:lnTo>
                <a:lnTo>
                  <a:pt x="10122" y="16"/>
                </a:lnTo>
                <a:lnTo>
                  <a:pt x="12787" y="0"/>
                </a:lnTo>
                <a:lnTo>
                  <a:pt x="15492" y="249"/>
                </a:lnTo>
                <a:lnTo>
                  <a:pt x="18382" y="670"/>
                </a:lnTo>
                <a:lnTo>
                  <a:pt x="21600" y="1180"/>
                </a:lnTo>
                <a:lnTo>
                  <a:pt x="21600" y="4068"/>
                </a:lnTo>
                <a:lnTo>
                  <a:pt x="21600" y="6959"/>
                </a:lnTo>
                <a:lnTo>
                  <a:pt x="21600" y="9859"/>
                </a:lnTo>
                <a:lnTo>
                  <a:pt x="21600" y="12771"/>
                </a:lnTo>
                <a:lnTo>
                  <a:pt x="21600" y="15695"/>
                </a:lnTo>
                <a:lnTo>
                  <a:pt x="21600" y="1863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216" y="18933"/>
                </a:lnTo>
                <a:lnTo>
                  <a:pt x="471" y="16315"/>
                </a:lnTo>
                <a:lnTo>
                  <a:pt x="795" y="13734"/>
                </a:lnTo>
                <a:lnTo>
                  <a:pt x="1210" y="11182"/>
                </a:lnTo>
                <a:lnTo>
                  <a:pt x="1745" y="8658"/>
                </a:lnTo>
                <a:lnTo>
                  <a:pt x="2424" y="6155"/>
                </a:lnTo>
                <a:lnTo>
                  <a:pt x="3275" y="3663"/>
                </a:lnTo>
                <a:lnTo>
                  <a:pt x="4320" y="1180"/>
                </a:lnTo>
                <a:close/>
              </a:path>
            </a:pathLst>
          </a:custGeom>
          <a:solidFill>
            <a:srgbClr val="E2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6" name="contour_10354"/>
          <p:cNvSpPr/>
          <p:nvPr/>
        </p:nvSpPr>
        <p:spPr>
          <a:xfrm>
            <a:off x="7560734" y="4059411"/>
            <a:ext cx="58304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824" y="1608"/>
                </a:lnTo>
                <a:lnTo>
                  <a:pt x="9553" y="3230"/>
                </a:lnTo>
                <a:lnTo>
                  <a:pt x="10292" y="4870"/>
                </a:lnTo>
                <a:lnTo>
                  <a:pt x="11464" y="7028"/>
                </a:lnTo>
                <a:lnTo>
                  <a:pt x="12685" y="8937"/>
                </a:lnTo>
                <a:lnTo>
                  <a:pt x="13962" y="10644"/>
                </a:lnTo>
                <a:lnTo>
                  <a:pt x="15309" y="12196"/>
                </a:lnTo>
                <a:lnTo>
                  <a:pt x="16735" y="13634"/>
                </a:lnTo>
                <a:lnTo>
                  <a:pt x="18252" y="15005"/>
                </a:lnTo>
                <a:lnTo>
                  <a:pt x="19869" y="16347"/>
                </a:lnTo>
                <a:lnTo>
                  <a:pt x="21600" y="17711"/>
                </a:lnTo>
                <a:lnTo>
                  <a:pt x="19969" y="19765"/>
                </a:lnTo>
                <a:lnTo>
                  <a:pt x="18687" y="20853"/>
                </a:lnTo>
                <a:lnTo>
                  <a:pt x="17086" y="21345"/>
                </a:lnTo>
                <a:lnTo>
                  <a:pt x="14502" y="21600"/>
                </a:lnTo>
                <a:lnTo>
                  <a:pt x="12776" y="21557"/>
                </a:lnTo>
                <a:lnTo>
                  <a:pt x="11040" y="21515"/>
                </a:lnTo>
                <a:lnTo>
                  <a:pt x="9283" y="21472"/>
                </a:lnTo>
                <a:lnTo>
                  <a:pt x="8510" y="21458"/>
                </a:lnTo>
                <a:lnTo>
                  <a:pt x="7152" y="21434"/>
                </a:lnTo>
                <a:lnTo>
                  <a:pt x="4039" y="21377"/>
                </a:lnTo>
                <a:lnTo>
                  <a:pt x="3445" y="21359"/>
                </a:lnTo>
                <a:lnTo>
                  <a:pt x="2398" y="21327"/>
                </a:lnTo>
                <a:lnTo>
                  <a:pt x="0" y="21253"/>
                </a:lnTo>
                <a:lnTo>
                  <a:pt x="319" y="18887"/>
                </a:lnTo>
                <a:lnTo>
                  <a:pt x="656" y="16524"/>
                </a:lnTo>
                <a:lnTo>
                  <a:pt x="1012" y="14169"/>
                </a:lnTo>
                <a:lnTo>
                  <a:pt x="1296" y="12192"/>
                </a:lnTo>
                <a:lnTo>
                  <a:pt x="1582" y="10184"/>
                </a:lnTo>
                <a:lnTo>
                  <a:pt x="2138" y="8646"/>
                </a:lnTo>
                <a:lnTo>
                  <a:pt x="2700" y="7084"/>
                </a:lnTo>
                <a:lnTo>
                  <a:pt x="4485" y="7084"/>
                </a:lnTo>
                <a:lnTo>
                  <a:pt x="6280" y="7084"/>
                </a:lnTo>
                <a:lnTo>
                  <a:pt x="8100" y="7084"/>
                </a:lnTo>
                <a:lnTo>
                  <a:pt x="8100" y="4743"/>
                </a:lnTo>
                <a:lnTo>
                  <a:pt x="8100" y="2387"/>
                </a:lnTo>
                <a:lnTo>
                  <a:pt x="8100" y="0"/>
                </a:lnTo>
                <a:close/>
              </a:path>
            </a:pathLst>
          </a:custGeom>
          <a:solidFill>
            <a:srgbClr val="EF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7" name="contour_10355"/>
          <p:cNvSpPr/>
          <p:nvPr/>
        </p:nvSpPr>
        <p:spPr>
          <a:xfrm>
            <a:off x="7589886" y="4027526"/>
            <a:ext cx="51016" cy="40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509" y="883"/>
                </a:lnTo>
                <a:lnTo>
                  <a:pt x="15111" y="1674"/>
                </a:lnTo>
                <a:lnTo>
                  <a:pt x="16231" y="2815"/>
                </a:lnTo>
                <a:lnTo>
                  <a:pt x="17502" y="4754"/>
                </a:lnTo>
                <a:lnTo>
                  <a:pt x="18514" y="7127"/>
                </a:lnTo>
                <a:lnTo>
                  <a:pt x="19449" y="9450"/>
                </a:lnTo>
                <a:lnTo>
                  <a:pt x="20285" y="11796"/>
                </a:lnTo>
                <a:lnTo>
                  <a:pt x="21011" y="14223"/>
                </a:lnTo>
                <a:lnTo>
                  <a:pt x="21600" y="16800"/>
                </a:lnTo>
                <a:lnTo>
                  <a:pt x="19835" y="18801"/>
                </a:lnTo>
                <a:lnTo>
                  <a:pt x="18277" y="20122"/>
                </a:lnTo>
                <a:lnTo>
                  <a:pt x="16755" y="20909"/>
                </a:lnTo>
                <a:lnTo>
                  <a:pt x="15114" y="21316"/>
                </a:lnTo>
                <a:lnTo>
                  <a:pt x="13182" y="21496"/>
                </a:lnTo>
                <a:lnTo>
                  <a:pt x="10800" y="21600"/>
                </a:lnTo>
                <a:lnTo>
                  <a:pt x="8341" y="21535"/>
                </a:lnTo>
                <a:lnTo>
                  <a:pt x="6718" y="21416"/>
                </a:lnTo>
                <a:lnTo>
                  <a:pt x="5206" y="21147"/>
                </a:lnTo>
                <a:lnTo>
                  <a:pt x="3086" y="20640"/>
                </a:lnTo>
                <a:lnTo>
                  <a:pt x="1672" y="18013"/>
                </a:lnTo>
                <a:lnTo>
                  <a:pt x="805" y="16101"/>
                </a:lnTo>
                <a:lnTo>
                  <a:pt x="336" y="14350"/>
                </a:lnTo>
                <a:lnTo>
                  <a:pt x="117" y="12207"/>
                </a:lnTo>
                <a:lnTo>
                  <a:pt x="0" y="9120"/>
                </a:lnTo>
                <a:lnTo>
                  <a:pt x="1478" y="6470"/>
                </a:lnTo>
                <a:lnTo>
                  <a:pt x="2931" y="4458"/>
                </a:lnTo>
                <a:lnTo>
                  <a:pt x="4471" y="2945"/>
                </a:lnTo>
                <a:lnTo>
                  <a:pt x="6221" y="1789"/>
                </a:lnTo>
                <a:lnTo>
                  <a:pt x="8291" y="856"/>
                </a:lnTo>
                <a:lnTo>
                  <a:pt x="10800" y="0"/>
                </a:lnTo>
                <a:close/>
              </a:path>
            </a:pathLst>
          </a:custGeom>
          <a:solidFill>
            <a:srgbClr val="D9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8" name="contour_10356"/>
          <p:cNvSpPr/>
          <p:nvPr/>
        </p:nvSpPr>
        <p:spPr>
          <a:xfrm>
            <a:off x="4718417" y="4037547"/>
            <a:ext cx="7453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1" y="0"/>
                </a:moveTo>
                <a:lnTo>
                  <a:pt x="21319" y="2253"/>
                </a:lnTo>
                <a:lnTo>
                  <a:pt x="21473" y="4462"/>
                </a:lnTo>
                <a:lnTo>
                  <a:pt x="21573" y="6644"/>
                </a:lnTo>
                <a:lnTo>
                  <a:pt x="21600" y="8816"/>
                </a:lnTo>
                <a:lnTo>
                  <a:pt x="21545" y="10994"/>
                </a:lnTo>
                <a:lnTo>
                  <a:pt x="21389" y="13191"/>
                </a:lnTo>
                <a:lnTo>
                  <a:pt x="21121" y="15429"/>
                </a:lnTo>
                <a:lnTo>
                  <a:pt x="19984" y="16762"/>
                </a:lnTo>
                <a:lnTo>
                  <a:pt x="18871" y="17854"/>
                </a:lnTo>
                <a:lnTo>
                  <a:pt x="17752" y="18755"/>
                </a:lnTo>
                <a:lnTo>
                  <a:pt x="16601" y="19526"/>
                </a:lnTo>
                <a:lnTo>
                  <a:pt x="15388" y="20218"/>
                </a:lnTo>
                <a:lnTo>
                  <a:pt x="14087" y="20890"/>
                </a:lnTo>
                <a:lnTo>
                  <a:pt x="12672" y="21600"/>
                </a:lnTo>
                <a:lnTo>
                  <a:pt x="12934" y="19690"/>
                </a:lnTo>
                <a:lnTo>
                  <a:pt x="13196" y="17780"/>
                </a:lnTo>
                <a:lnTo>
                  <a:pt x="13458" y="15864"/>
                </a:lnTo>
                <a:lnTo>
                  <a:pt x="13720" y="13944"/>
                </a:lnTo>
                <a:lnTo>
                  <a:pt x="13984" y="12016"/>
                </a:lnTo>
                <a:lnTo>
                  <a:pt x="14250" y="10078"/>
                </a:lnTo>
                <a:lnTo>
                  <a:pt x="14516" y="8131"/>
                </a:lnTo>
                <a:lnTo>
                  <a:pt x="14784" y="6171"/>
                </a:lnTo>
                <a:lnTo>
                  <a:pt x="13321" y="6171"/>
                </a:lnTo>
                <a:lnTo>
                  <a:pt x="11855" y="6171"/>
                </a:lnTo>
                <a:lnTo>
                  <a:pt x="10389" y="6171"/>
                </a:lnTo>
                <a:lnTo>
                  <a:pt x="8921" y="6171"/>
                </a:lnTo>
                <a:lnTo>
                  <a:pt x="7447" y="6171"/>
                </a:lnTo>
                <a:lnTo>
                  <a:pt x="5971" y="6171"/>
                </a:lnTo>
                <a:lnTo>
                  <a:pt x="4488" y="6171"/>
                </a:lnTo>
                <a:lnTo>
                  <a:pt x="2999" y="6171"/>
                </a:lnTo>
                <a:lnTo>
                  <a:pt x="1504" y="6171"/>
                </a:lnTo>
                <a:lnTo>
                  <a:pt x="0" y="6171"/>
                </a:lnTo>
                <a:lnTo>
                  <a:pt x="0" y="4641"/>
                </a:lnTo>
                <a:lnTo>
                  <a:pt x="0" y="3086"/>
                </a:lnTo>
                <a:lnTo>
                  <a:pt x="1364" y="2827"/>
                </a:lnTo>
                <a:lnTo>
                  <a:pt x="2727" y="2567"/>
                </a:lnTo>
                <a:lnTo>
                  <a:pt x="4091" y="2311"/>
                </a:lnTo>
                <a:lnTo>
                  <a:pt x="5455" y="2055"/>
                </a:lnTo>
                <a:lnTo>
                  <a:pt x="6820" y="1799"/>
                </a:lnTo>
                <a:lnTo>
                  <a:pt x="8184" y="1543"/>
                </a:lnTo>
                <a:lnTo>
                  <a:pt x="8765" y="1432"/>
                </a:lnTo>
                <a:lnTo>
                  <a:pt x="10518" y="1095"/>
                </a:lnTo>
                <a:lnTo>
                  <a:pt x="11853" y="858"/>
                </a:lnTo>
                <a:lnTo>
                  <a:pt x="13175" y="645"/>
                </a:lnTo>
                <a:lnTo>
                  <a:pt x="14493" y="457"/>
                </a:lnTo>
                <a:lnTo>
                  <a:pt x="15807" y="299"/>
                </a:lnTo>
                <a:lnTo>
                  <a:pt x="17120" y="173"/>
                </a:lnTo>
                <a:lnTo>
                  <a:pt x="18442" y="77"/>
                </a:lnTo>
                <a:lnTo>
                  <a:pt x="19775" y="19"/>
                </a:lnTo>
                <a:lnTo>
                  <a:pt x="21121" y="0"/>
                </a:lnTo>
                <a:close/>
              </a:path>
            </a:pathLst>
          </a:custGeom>
          <a:solidFill>
            <a:srgbClr val="CEC9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59" name="contour_10357"/>
          <p:cNvSpPr/>
          <p:nvPr/>
        </p:nvSpPr>
        <p:spPr>
          <a:xfrm>
            <a:off x="5301457" y="3565759"/>
            <a:ext cx="87456" cy="209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528"/>
                </a:moveTo>
                <a:lnTo>
                  <a:pt x="20450" y="8536"/>
                </a:lnTo>
                <a:lnTo>
                  <a:pt x="19301" y="11161"/>
                </a:lnTo>
                <a:lnTo>
                  <a:pt x="18155" y="13432"/>
                </a:lnTo>
                <a:lnTo>
                  <a:pt x="17006" y="15365"/>
                </a:lnTo>
                <a:lnTo>
                  <a:pt x="15858" y="16982"/>
                </a:lnTo>
                <a:lnTo>
                  <a:pt x="14704" y="18313"/>
                </a:lnTo>
                <a:lnTo>
                  <a:pt x="13545" y="19381"/>
                </a:lnTo>
                <a:lnTo>
                  <a:pt x="12380" y="20209"/>
                </a:lnTo>
                <a:lnTo>
                  <a:pt x="11205" y="20818"/>
                </a:lnTo>
                <a:lnTo>
                  <a:pt x="10022" y="21239"/>
                </a:lnTo>
                <a:lnTo>
                  <a:pt x="8825" y="21487"/>
                </a:lnTo>
                <a:lnTo>
                  <a:pt x="7618" y="21600"/>
                </a:lnTo>
                <a:lnTo>
                  <a:pt x="6394" y="21585"/>
                </a:lnTo>
                <a:lnTo>
                  <a:pt x="5153" y="21480"/>
                </a:lnTo>
                <a:lnTo>
                  <a:pt x="3897" y="21299"/>
                </a:lnTo>
                <a:lnTo>
                  <a:pt x="2619" y="21074"/>
                </a:lnTo>
                <a:lnTo>
                  <a:pt x="1321" y="20818"/>
                </a:lnTo>
                <a:lnTo>
                  <a:pt x="0" y="20570"/>
                </a:lnTo>
                <a:lnTo>
                  <a:pt x="0" y="15598"/>
                </a:lnTo>
                <a:lnTo>
                  <a:pt x="0" y="10597"/>
                </a:lnTo>
                <a:lnTo>
                  <a:pt x="0" y="5528"/>
                </a:lnTo>
                <a:lnTo>
                  <a:pt x="1341" y="4302"/>
                </a:lnTo>
                <a:lnTo>
                  <a:pt x="2657" y="3226"/>
                </a:lnTo>
                <a:lnTo>
                  <a:pt x="3947" y="2301"/>
                </a:lnTo>
                <a:lnTo>
                  <a:pt x="5220" y="1534"/>
                </a:lnTo>
                <a:lnTo>
                  <a:pt x="6476" y="918"/>
                </a:lnTo>
                <a:lnTo>
                  <a:pt x="7720" y="459"/>
                </a:lnTo>
                <a:lnTo>
                  <a:pt x="8957" y="150"/>
                </a:lnTo>
                <a:lnTo>
                  <a:pt x="10186" y="0"/>
                </a:lnTo>
                <a:lnTo>
                  <a:pt x="11414" y="0"/>
                </a:lnTo>
                <a:lnTo>
                  <a:pt x="12643" y="150"/>
                </a:lnTo>
                <a:lnTo>
                  <a:pt x="13880" y="459"/>
                </a:lnTo>
                <a:lnTo>
                  <a:pt x="15124" y="918"/>
                </a:lnTo>
                <a:lnTo>
                  <a:pt x="16380" y="1534"/>
                </a:lnTo>
                <a:lnTo>
                  <a:pt x="17653" y="2301"/>
                </a:lnTo>
                <a:lnTo>
                  <a:pt x="18943" y="3226"/>
                </a:lnTo>
                <a:lnTo>
                  <a:pt x="20259" y="4302"/>
                </a:lnTo>
                <a:lnTo>
                  <a:pt x="21600" y="5528"/>
                </a:lnTo>
                <a:close/>
              </a:path>
            </a:pathLst>
          </a:custGeom>
          <a:solidFill>
            <a:srgbClr val="7682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0" name="contour_10358"/>
          <p:cNvSpPr/>
          <p:nvPr/>
        </p:nvSpPr>
        <p:spPr>
          <a:xfrm>
            <a:off x="10104243" y="3490948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88" y="0"/>
                </a:lnTo>
                <a:lnTo>
                  <a:pt x="2779" y="0"/>
                </a:lnTo>
                <a:lnTo>
                  <a:pt x="4173" y="0"/>
                </a:lnTo>
                <a:lnTo>
                  <a:pt x="5573" y="0"/>
                </a:lnTo>
                <a:lnTo>
                  <a:pt x="6979" y="0"/>
                </a:lnTo>
                <a:lnTo>
                  <a:pt x="8393" y="0"/>
                </a:lnTo>
                <a:lnTo>
                  <a:pt x="9818" y="0"/>
                </a:lnTo>
                <a:lnTo>
                  <a:pt x="9818" y="2380"/>
                </a:lnTo>
                <a:lnTo>
                  <a:pt x="9818" y="4774"/>
                </a:lnTo>
                <a:lnTo>
                  <a:pt x="9818" y="7200"/>
                </a:lnTo>
                <a:lnTo>
                  <a:pt x="11114" y="7200"/>
                </a:lnTo>
                <a:lnTo>
                  <a:pt x="12412" y="7200"/>
                </a:lnTo>
                <a:lnTo>
                  <a:pt x="13716" y="7200"/>
                </a:lnTo>
                <a:lnTo>
                  <a:pt x="15026" y="7200"/>
                </a:lnTo>
                <a:lnTo>
                  <a:pt x="16343" y="7200"/>
                </a:lnTo>
                <a:lnTo>
                  <a:pt x="17673" y="7200"/>
                </a:lnTo>
                <a:lnTo>
                  <a:pt x="17592" y="8910"/>
                </a:lnTo>
                <a:lnTo>
                  <a:pt x="17510" y="10631"/>
                </a:lnTo>
                <a:lnTo>
                  <a:pt x="17427" y="12377"/>
                </a:lnTo>
                <a:lnTo>
                  <a:pt x="17465" y="13201"/>
                </a:lnTo>
                <a:lnTo>
                  <a:pt x="17527" y="14659"/>
                </a:lnTo>
                <a:lnTo>
                  <a:pt x="17673" y="18000"/>
                </a:lnTo>
                <a:lnTo>
                  <a:pt x="18847" y="19267"/>
                </a:lnTo>
                <a:lnTo>
                  <a:pt x="19648" y="20066"/>
                </a:lnTo>
                <a:lnTo>
                  <a:pt x="20443" y="20729"/>
                </a:lnTo>
                <a:lnTo>
                  <a:pt x="21600" y="21600"/>
                </a:lnTo>
                <a:lnTo>
                  <a:pt x="18992" y="21146"/>
                </a:lnTo>
                <a:lnTo>
                  <a:pt x="16775" y="20740"/>
                </a:lnTo>
                <a:lnTo>
                  <a:pt x="14898" y="20340"/>
                </a:lnTo>
                <a:lnTo>
                  <a:pt x="13321" y="19919"/>
                </a:lnTo>
                <a:lnTo>
                  <a:pt x="11996" y="19447"/>
                </a:lnTo>
                <a:lnTo>
                  <a:pt x="10879" y="18889"/>
                </a:lnTo>
                <a:lnTo>
                  <a:pt x="9924" y="18216"/>
                </a:lnTo>
                <a:lnTo>
                  <a:pt x="9088" y="17395"/>
                </a:lnTo>
                <a:lnTo>
                  <a:pt x="8322" y="16394"/>
                </a:lnTo>
                <a:lnTo>
                  <a:pt x="7586" y="15185"/>
                </a:lnTo>
                <a:lnTo>
                  <a:pt x="6830" y="13727"/>
                </a:lnTo>
                <a:lnTo>
                  <a:pt x="6013" y="11995"/>
                </a:lnTo>
                <a:lnTo>
                  <a:pt x="5086" y="9958"/>
                </a:lnTo>
                <a:lnTo>
                  <a:pt x="4510" y="8590"/>
                </a:lnTo>
                <a:lnTo>
                  <a:pt x="3927" y="7200"/>
                </a:lnTo>
                <a:lnTo>
                  <a:pt x="3158" y="5789"/>
                </a:lnTo>
                <a:lnTo>
                  <a:pt x="2380" y="4363"/>
                </a:lnTo>
                <a:lnTo>
                  <a:pt x="1594" y="2923"/>
                </a:lnTo>
                <a:lnTo>
                  <a:pt x="803" y="1472"/>
                </a:lnTo>
                <a:lnTo>
                  <a:pt x="0" y="0"/>
                </a:lnTo>
                <a:close/>
              </a:path>
            </a:pathLst>
          </a:custGeom>
          <a:solidFill>
            <a:srgbClr val="D8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1" name="contour_10359"/>
          <p:cNvSpPr/>
          <p:nvPr/>
        </p:nvSpPr>
        <p:spPr>
          <a:xfrm>
            <a:off x="5738736" y="3454508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20588" y="7378"/>
                </a:lnTo>
                <a:lnTo>
                  <a:pt x="19591" y="8507"/>
                </a:lnTo>
                <a:lnTo>
                  <a:pt x="18594" y="9572"/>
                </a:lnTo>
                <a:lnTo>
                  <a:pt x="17584" y="10587"/>
                </a:lnTo>
                <a:lnTo>
                  <a:pt x="16549" y="11571"/>
                </a:lnTo>
                <a:lnTo>
                  <a:pt x="15472" y="12534"/>
                </a:lnTo>
                <a:lnTo>
                  <a:pt x="14567" y="13355"/>
                </a:lnTo>
                <a:lnTo>
                  <a:pt x="13646" y="14185"/>
                </a:lnTo>
                <a:lnTo>
                  <a:pt x="12533" y="15129"/>
                </a:lnTo>
                <a:lnTo>
                  <a:pt x="11425" y="16012"/>
                </a:lnTo>
                <a:lnTo>
                  <a:pt x="10320" y="16836"/>
                </a:lnTo>
                <a:lnTo>
                  <a:pt x="9215" y="17601"/>
                </a:lnTo>
                <a:lnTo>
                  <a:pt x="8105" y="18304"/>
                </a:lnTo>
                <a:lnTo>
                  <a:pt x="6990" y="18949"/>
                </a:lnTo>
                <a:lnTo>
                  <a:pt x="5865" y="19536"/>
                </a:lnTo>
                <a:lnTo>
                  <a:pt x="4729" y="20066"/>
                </a:lnTo>
                <a:lnTo>
                  <a:pt x="3577" y="20535"/>
                </a:lnTo>
                <a:lnTo>
                  <a:pt x="2406" y="20949"/>
                </a:lnTo>
                <a:lnTo>
                  <a:pt x="1215" y="21304"/>
                </a:lnTo>
                <a:lnTo>
                  <a:pt x="0" y="21600"/>
                </a:lnTo>
                <a:lnTo>
                  <a:pt x="824" y="19968"/>
                </a:lnTo>
                <a:lnTo>
                  <a:pt x="1647" y="18425"/>
                </a:lnTo>
                <a:lnTo>
                  <a:pt x="2469" y="16971"/>
                </a:lnTo>
                <a:lnTo>
                  <a:pt x="3296" y="15595"/>
                </a:lnTo>
                <a:lnTo>
                  <a:pt x="4134" y="14290"/>
                </a:lnTo>
                <a:lnTo>
                  <a:pt x="4986" y="13049"/>
                </a:lnTo>
                <a:lnTo>
                  <a:pt x="5859" y="11865"/>
                </a:lnTo>
                <a:lnTo>
                  <a:pt x="6752" y="10732"/>
                </a:lnTo>
                <a:lnTo>
                  <a:pt x="7675" y="9646"/>
                </a:lnTo>
                <a:lnTo>
                  <a:pt x="8630" y="8594"/>
                </a:lnTo>
                <a:lnTo>
                  <a:pt x="9622" y="7572"/>
                </a:lnTo>
                <a:lnTo>
                  <a:pt x="10655" y="6573"/>
                </a:lnTo>
                <a:lnTo>
                  <a:pt x="11734" y="5591"/>
                </a:lnTo>
                <a:lnTo>
                  <a:pt x="12613" y="4771"/>
                </a:lnTo>
                <a:lnTo>
                  <a:pt x="13503" y="3934"/>
                </a:lnTo>
                <a:lnTo>
                  <a:pt x="14560" y="2996"/>
                </a:lnTo>
                <a:lnTo>
                  <a:pt x="15542" y="2191"/>
                </a:lnTo>
                <a:lnTo>
                  <a:pt x="16481" y="1512"/>
                </a:lnTo>
                <a:lnTo>
                  <a:pt x="17406" y="963"/>
                </a:lnTo>
                <a:lnTo>
                  <a:pt x="18350" y="540"/>
                </a:lnTo>
                <a:lnTo>
                  <a:pt x="19344" y="238"/>
                </a:lnTo>
                <a:lnTo>
                  <a:pt x="20415" y="59"/>
                </a:lnTo>
                <a:lnTo>
                  <a:pt x="21600" y="0"/>
                </a:lnTo>
                <a:close/>
              </a:path>
            </a:pathLst>
          </a:custGeom>
          <a:solidFill>
            <a:srgbClr val="D5D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2" name="contour_10360"/>
          <p:cNvSpPr/>
          <p:nvPr/>
        </p:nvSpPr>
        <p:spPr>
          <a:xfrm>
            <a:off x="6589405" y="3454508"/>
            <a:ext cx="60330" cy="428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5" y="0"/>
                </a:moveTo>
                <a:lnTo>
                  <a:pt x="2536" y="349"/>
                </a:lnTo>
                <a:lnTo>
                  <a:pt x="4313" y="749"/>
                </a:lnTo>
                <a:lnTo>
                  <a:pt x="6061" y="1240"/>
                </a:lnTo>
                <a:lnTo>
                  <a:pt x="7781" y="1868"/>
                </a:lnTo>
                <a:lnTo>
                  <a:pt x="9480" y="2664"/>
                </a:lnTo>
                <a:lnTo>
                  <a:pt x="11163" y="3670"/>
                </a:lnTo>
                <a:lnTo>
                  <a:pt x="11163" y="5872"/>
                </a:lnTo>
                <a:lnTo>
                  <a:pt x="11163" y="8073"/>
                </a:lnTo>
                <a:lnTo>
                  <a:pt x="11163" y="10275"/>
                </a:lnTo>
                <a:lnTo>
                  <a:pt x="11163" y="12477"/>
                </a:lnTo>
                <a:lnTo>
                  <a:pt x="11163" y="14679"/>
                </a:lnTo>
                <a:lnTo>
                  <a:pt x="12846" y="15684"/>
                </a:lnTo>
                <a:lnTo>
                  <a:pt x="14544" y="16481"/>
                </a:lnTo>
                <a:lnTo>
                  <a:pt x="16264" y="17108"/>
                </a:lnTo>
                <a:lnTo>
                  <a:pt x="18012" y="17600"/>
                </a:lnTo>
                <a:lnTo>
                  <a:pt x="19789" y="18000"/>
                </a:lnTo>
                <a:lnTo>
                  <a:pt x="21600" y="18349"/>
                </a:lnTo>
                <a:lnTo>
                  <a:pt x="19961" y="19486"/>
                </a:lnTo>
                <a:lnTo>
                  <a:pt x="18411" y="20385"/>
                </a:lnTo>
                <a:lnTo>
                  <a:pt x="16903" y="21039"/>
                </a:lnTo>
                <a:lnTo>
                  <a:pt x="15390" y="21442"/>
                </a:lnTo>
                <a:lnTo>
                  <a:pt x="13824" y="21600"/>
                </a:lnTo>
                <a:lnTo>
                  <a:pt x="12159" y="21501"/>
                </a:lnTo>
                <a:lnTo>
                  <a:pt x="10349" y="21145"/>
                </a:lnTo>
                <a:lnTo>
                  <a:pt x="8582" y="20305"/>
                </a:lnTo>
                <a:lnTo>
                  <a:pt x="6917" y="19439"/>
                </a:lnTo>
                <a:lnTo>
                  <a:pt x="5326" y="18488"/>
                </a:lnTo>
                <a:lnTo>
                  <a:pt x="3784" y="17413"/>
                </a:lnTo>
                <a:lnTo>
                  <a:pt x="2260" y="16161"/>
                </a:lnTo>
                <a:lnTo>
                  <a:pt x="725" y="14679"/>
                </a:lnTo>
                <a:lnTo>
                  <a:pt x="248" y="12073"/>
                </a:lnTo>
                <a:lnTo>
                  <a:pt x="23" y="9714"/>
                </a:lnTo>
                <a:lnTo>
                  <a:pt x="0" y="7464"/>
                </a:lnTo>
                <a:lnTo>
                  <a:pt x="141" y="5189"/>
                </a:lnTo>
                <a:lnTo>
                  <a:pt x="397" y="2749"/>
                </a:lnTo>
                <a:lnTo>
                  <a:pt x="725" y="0"/>
                </a:lnTo>
                <a:close/>
              </a:path>
            </a:pathLst>
          </a:custGeom>
          <a:solidFill>
            <a:srgbClr val="E7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3" name="contour_10361"/>
          <p:cNvSpPr/>
          <p:nvPr/>
        </p:nvSpPr>
        <p:spPr>
          <a:xfrm>
            <a:off x="7932421" y="3453976"/>
            <a:ext cx="58304" cy="44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8" y="39"/>
                </a:moveTo>
                <a:lnTo>
                  <a:pt x="16999" y="85"/>
                </a:lnTo>
                <a:lnTo>
                  <a:pt x="18838" y="132"/>
                </a:lnTo>
                <a:lnTo>
                  <a:pt x="19524" y="164"/>
                </a:lnTo>
                <a:lnTo>
                  <a:pt x="21600" y="260"/>
                </a:lnTo>
                <a:lnTo>
                  <a:pt x="21006" y="423"/>
                </a:lnTo>
                <a:lnTo>
                  <a:pt x="19956" y="711"/>
                </a:lnTo>
                <a:lnTo>
                  <a:pt x="17550" y="1369"/>
                </a:lnTo>
                <a:lnTo>
                  <a:pt x="16956" y="1729"/>
                </a:lnTo>
                <a:lnTo>
                  <a:pt x="15906" y="2362"/>
                </a:lnTo>
                <a:lnTo>
                  <a:pt x="13500" y="3816"/>
                </a:lnTo>
                <a:lnTo>
                  <a:pt x="13551" y="4567"/>
                </a:lnTo>
                <a:lnTo>
                  <a:pt x="13638" y="5893"/>
                </a:lnTo>
                <a:lnTo>
                  <a:pt x="13838" y="8931"/>
                </a:lnTo>
                <a:lnTo>
                  <a:pt x="13727" y="10766"/>
                </a:lnTo>
                <a:lnTo>
                  <a:pt x="13613" y="12612"/>
                </a:lnTo>
                <a:lnTo>
                  <a:pt x="13500" y="14487"/>
                </a:lnTo>
                <a:lnTo>
                  <a:pt x="11885" y="15653"/>
                </a:lnTo>
                <a:lnTo>
                  <a:pt x="10252" y="16713"/>
                </a:lnTo>
                <a:lnTo>
                  <a:pt x="8594" y="17677"/>
                </a:lnTo>
                <a:lnTo>
                  <a:pt x="6917" y="18563"/>
                </a:lnTo>
                <a:lnTo>
                  <a:pt x="5216" y="19384"/>
                </a:lnTo>
                <a:lnTo>
                  <a:pt x="3499" y="20152"/>
                </a:lnTo>
                <a:lnTo>
                  <a:pt x="1758" y="20885"/>
                </a:lnTo>
                <a:lnTo>
                  <a:pt x="0" y="21600"/>
                </a:lnTo>
                <a:lnTo>
                  <a:pt x="238" y="19427"/>
                </a:lnTo>
                <a:lnTo>
                  <a:pt x="486" y="17261"/>
                </a:lnTo>
                <a:lnTo>
                  <a:pt x="745" y="15095"/>
                </a:lnTo>
                <a:lnTo>
                  <a:pt x="1012" y="12929"/>
                </a:lnTo>
                <a:lnTo>
                  <a:pt x="1296" y="10510"/>
                </a:lnTo>
                <a:lnTo>
                  <a:pt x="1582" y="8056"/>
                </a:lnTo>
                <a:lnTo>
                  <a:pt x="2265" y="5566"/>
                </a:lnTo>
                <a:lnTo>
                  <a:pt x="2857" y="4055"/>
                </a:lnTo>
                <a:lnTo>
                  <a:pt x="3680" y="2895"/>
                </a:lnTo>
                <a:lnTo>
                  <a:pt x="5062" y="1483"/>
                </a:lnTo>
                <a:lnTo>
                  <a:pt x="6782" y="871"/>
                </a:lnTo>
                <a:lnTo>
                  <a:pt x="8438" y="448"/>
                </a:lnTo>
                <a:lnTo>
                  <a:pt x="10068" y="178"/>
                </a:lnTo>
                <a:lnTo>
                  <a:pt x="11710" y="39"/>
                </a:lnTo>
                <a:lnTo>
                  <a:pt x="13403" y="0"/>
                </a:lnTo>
                <a:lnTo>
                  <a:pt x="15188" y="39"/>
                </a:lnTo>
                <a:close/>
              </a:path>
            </a:pathLst>
          </a:custGeom>
          <a:solidFill>
            <a:srgbClr val="C6D5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4" name="contour_10362"/>
          <p:cNvSpPr/>
          <p:nvPr/>
        </p:nvSpPr>
        <p:spPr>
          <a:xfrm>
            <a:off x="5053665" y="3453918"/>
            <a:ext cx="80168" cy="24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55" y="122"/>
                </a:moveTo>
                <a:lnTo>
                  <a:pt x="17015" y="180"/>
                </a:lnTo>
                <a:lnTo>
                  <a:pt x="18081" y="231"/>
                </a:lnTo>
                <a:lnTo>
                  <a:pt x="19161" y="289"/>
                </a:lnTo>
                <a:lnTo>
                  <a:pt x="19768" y="347"/>
                </a:lnTo>
                <a:lnTo>
                  <a:pt x="21600" y="520"/>
                </a:lnTo>
                <a:lnTo>
                  <a:pt x="21411" y="5260"/>
                </a:lnTo>
                <a:lnTo>
                  <a:pt x="21215" y="8639"/>
                </a:lnTo>
                <a:lnTo>
                  <a:pt x="20917" y="11568"/>
                </a:lnTo>
                <a:lnTo>
                  <a:pt x="20422" y="14972"/>
                </a:lnTo>
                <a:lnTo>
                  <a:pt x="19636" y="19789"/>
                </a:lnTo>
                <a:lnTo>
                  <a:pt x="18397" y="20617"/>
                </a:lnTo>
                <a:lnTo>
                  <a:pt x="17162" y="21170"/>
                </a:lnTo>
                <a:lnTo>
                  <a:pt x="15929" y="21478"/>
                </a:lnTo>
                <a:lnTo>
                  <a:pt x="14692" y="21600"/>
                </a:lnTo>
                <a:lnTo>
                  <a:pt x="13453" y="21568"/>
                </a:lnTo>
                <a:lnTo>
                  <a:pt x="12210" y="21427"/>
                </a:lnTo>
                <a:lnTo>
                  <a:pt x="10957" y="21221"/>
                </a:lnTo>
                <a:lnTo>
                  <a:pt x="9694" y="20996"/>
                </a:lnTo>
                <a:lnTo>
                  <a:pt x="8766" y="20906"/>
                </a:lnTo>
                <a:lnTo>
                  <a:pt x="7833" y="20816"/>
                </a:lnTo>
                <a:lnTo>
                  <a:pt x="6885" y="20733"/>
                </a:lnTo>
                <a:lnTo>
                  <a:pt x="5506" y="20585"/>
                </a:lnTo>
                <a:lnTo>
                  <a:pt x="4130" y="20412"/>
                </a:lnTo>
                <a:lnTo>
                  <a:pt x="2753" y="20226"/>
                </a:lnTo>
                <a:lnTo>
                  <a:pt x="1377" y="20014"/>
                </a:lnTo>
                <a:lnTo>
                  <a:pt x="0" y="19789"/>
                </a:lnTo>
                <a:lnTo>
                  <a:pt x="1932" y="15479"/>
                </a:lnTo>
                <a:lnTo>
                  <a:pt x="3590" y="11837"/>
                </a:lnTo>
                <a:lnTo>
                  <a:pt x="5011" y="8806"/>
                </a:lnTo>
                <a:lnTo>
                  <a:pt x="6242" y="6326"/>
                </a:lnTo>
                <a:lnTo>
                  <a:pt x="7326" y="4348"/>
                </a:lnTo>
                <a:lnTo>
                  <a:pt x="8308" y="2820"/>
                </a:lnTo>
                <a:lnTo>
                  <a:pt x="9231" y="1683"/>
                </a:lnTo>
                <a:lnTo>
                  <a:pt x="10138" y="886"/>
                </a:lnTo>
                <a:lnTo>
                  <a:pt x="11071" y="373"/>
                </a:lnTo>
                <a:lnTo>
                  <a:pt x="12076" y="96"/>
                </a:lnTo>
                <a:lnTo>
                  <a:pt x="13196" y="0"/>
                </a:lnTo>
                <a:lnTo>
                  <a:pt x="14474" y="19"/>
                </a:lnTo>
                <a:lnTo>
                  <a:pt x="15955" y="122"/>
                </a:lnTo>
                <a:close/>
              </a:path>
            </a:pathLst>
          </a:custGeom>
          <a:solidFill>
            <a:srgbClr val="A1B3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5" name="contour_10363"/>
          <p:cNvSpPr/>
          <p:nvPr/>
        </p:nvSpPr>
        <p:spPr>
          <a:xfrm>
            <a:off x="8588341" y="3433147"/>
            <a:ext cx="102032" cy="496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53" y="627"/>
                </a:moveTo>
                <a:lnTo>
                  <a:pt x="19321" y="1698"/>
                </a:lnTo>
                <a:lnTo>
                  <a:pt x="19895" y="2630"/>
                </a:lnTo>
                <a:lnTo>
                  <a:pt x="20560" y="3929"/>
                </a:lnTo>
                <a:lnTo>
                  <a:pt x="21600" y="6118"/>
                </a:lnTo>
                <a:lnTo>
                  <a:pt x="20693" y="7034"/>
                </a:lnTo>
                <a:lnTo>
                  <a:pt x="19784" y="7947"/>
                </a:lnTo>
                <a:lnTo>
                  <a:pt x="18875" y="8856"/>
                </a:lnTo>
                <a:lnTo>
                  <a:pt x="17965" y="9759"/>
                </a:lnTo>
                <a:lnTo>
                  <a:pt x="17055" y="10659"/>
                </a:lnTo>
                <a:lnTo>
                  <a:pt x="16143" y="11559"/>
                </a:lnTo>
                <a:lnTo>
                  <a:pt x="15230" y="12452"/>
                </a:lnTo>
                <a:lnTo>
                  <a:pt x="14318" y="13346"/>
                </a:lnTo>
                <a:lnTo>
                  <a:pt x="13404" y="14239"/>
                </a:lnTo>
                <a:lnTo>
                  <a:pt x="13060" y="14585"/>
                </a:lnTo>
                <a:lnTo>
                  <a:pt x="12455" y="15200"/>
                </a:lnTo>
                <a:lnTo>
                  <a:pt x="11068" y="16610"/>
                </a:lnTo>
                <a:lnTo>
                  <a:pt x="9337" y="18273"/>
                </a:lnTo>
                <a:lnTo>
                  <a:pt x="7960" y="19559"/>
                </a:lnTo>
                <a:lnTo>
                  <a:pt x="6858" y="20497"/>
                </a:lnTo>
                <a:lnTo>
                  <a:pt x="5955" y="21128"/>
                </a:lnTo>
                <a:lnTo>
                  <a:pt x="5178" y="21486"/>
                </a:lnTo>
                <a:lnTo>
                  <a:pt x="4447" y="21600"/>
                </a:lnTo>
                <a:lnTo>
                  <a:pt x="3684" y="21511"/>
                </a:lnTo>
                <a:lnTo>
                  <a:pt x="2817" y="21255"/>
                </a:lnTo>
                <a:lnTo>
                  <a:pt x="1767" y="20862"/>
                </a:lnTo>
                <a:lnTo>
                  <a:pt x="890" y="19832"/>
                </a:lnTo>
                <a:lnTo>
                  <a:pt x="0" y="18793"/>
                </a:lnTo>
                <a:lnTo>
                  <a:pt x="906" y="17671"/>
                </a:lnTo>
                <a:lnTo>
                  <a:pt x="1811" y="16559"/>
                </a:lnTo>
                <a:lnTo>
                  <a:pt x="2720" y="15450"/>
                </a:lnTo>
                <a:lnTo>
                  <a:pt x="3630" y="14347"/>
                </a:lnTo>
                <a:lnTo>
                  <a:pt x="4542" y="13251"/>
                </a:lnTo>
                <a:lnTo>
                  <a:pt x="5454" y="12155"/>
                </a:lnTo>
                <a:lnTo>
                  <a:pt x="6367" y="11065"/>
                </a:lnTo>
                <a:lnTo>
                  <a:pt x="7282" y="9975"/>
                </a:lnTo>
                <a:lnTo>
                  <a:pt x="8197" y="8891"/>
                </a:lnTo>
                <a:lnTo>
                  <a:pt x="8540" y="8463"/>
                </a:lnTo>
                <a:lnTo>
                  <a:pt x="9145" y="7709"/>
                </a:lnTo>
                <a:lnTo>
                  <a:pt x="10532" y="5982"/>
                </a:lnTo>
                <a:lnTo>
                  <a:pt x="12405" y="3799"/>
                </a:lnTo>
                <a:lnTo>
                  <a:pt x="13839" y="2177"/>
                </a:lnTo>
                <a:lnTo>
                  <a:pt x="14933" y="1046"/>
                </a:lnTo>
                <a:lnTo>
                  <a:pt x="15779" y="349"/>
                </a:lnTo>
                <a:lnTo>
                  <a:pt x="16468" y="22"/>
                </a:lnTo>
                <a:lnTo>
                  <a:pt x="17098" y="0"/>
                </a:lnTo>
                <a:lnTo>
                  <a:pt x="17761" y="222"/>
                </a:lnTo>
                <a:lnTo>
                  <a:pt x="18553" y="627"/>
                </a:lnTo>
                <a:close/>
              </a:path>
            </a:pathLst>
          </a:custGeom>
          <a:solidFill>
            <a:srgbClr val="C5D2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6" name="contour_10364"/>
          <p:cNvSpPr/>
          <p:nvPr/>
        </p:nvSpPr>
        <p:spPr>
          <a:xfrm>
            <a:off x="4922481" y="3418068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29" y="216"/>
                </a:lnTo>
                <a:lnTo>
                  <a:pt x="2457" y="436"/>
                </a:lnTo>
                <a:lnTo>
                  <a:pt x="3684" y="661"/>
                </a:lnTo>
                <a:lnTo>
                  <a:pt x="4911" y="894"/>
                </a:lnTo>
                <a:lnTo>
                  <a:pt x="6136" y="1132"/>
                </a:lnTo>
                <a:lnTo>
                  <a:pt x="7364" y="1374"/>
                </a:lnTo>
                <a:lnTo>
                  <a:pt x="8591" y="1620"/>
                </a:lnTo>
                <a:lnTo>
                  <a:pt x="9808" y="1823"/>
                </a:lnTo>
                <a:lnTo>
                  <a:pt x="11045" y="2026"/>
                </a:lnTo>
                <a:lnTo>
                  <a:pt x="13298" y="2519"/>
                </a:lnTo>
                <a:lnTo>
                  <a:pt x="14969" y="2972"/>
                </a:lnTo>
                <a:lnTo>
                  <a:pt x="16218" y="3508"/>
                </a:lnTo>
                <a:lnTo>
                  <a:pt x="17207" y="4238"/>
                </a:lnTo>
                <a:lnTo>
                  <a:pt x="18093" y="5288"/>
                </a:lnTo>
                <a:lnTo>
                  <a:pt x="19039" y="6769"/>
                </a:lnTo>
                <a:lnTo>
                  <a:pt x="20204" y="8808"/>
                </a:lnTo>
                <a:lnTo>
                  <a:pt x="20897" y="10869"/>
                </a:lnTo>
                <a:lnTo>
                  <a:pt x="21600" y="12960"/>
                </a:lnTo>
                <a:lnTo>
                  <a:pt x="21101" y="13509"/>
                </a:lnTo>
                <a:lnTo>
                  <a:pt x="20624" y="14036"/>
                </a:lnTo>
                <a:lnTo>
                  <a:pt x="20029" y="14688"/>
                </a:lnTo>
                <a:lnTo>
                  <a:pt x="19183" y="15621"/>
                </a:lnTo>
                <a:lnTo>
                  <a:pt x="17944" y="16982"/>
                </a:lnTo>
                <a:lnTo>
                  <a:pt x="16178" y="18926"/>
                </a:lnTo>
                <a:lnTo>
                  <a:pt x="13745" y="21600"/>
                </a:lnTo>
                <a:lnTo>
                  <a:pt x="13745" y="18744"/>
                </a:lnTo>
                <a:lnTo>
                  <a:pt x="13745" y="15872"/>
                </a:lnTo>
                <a:lnTo>
                  <a:pt x="13745" y="12960"/>
                </a:lnTo>
                <a:lnTo>
                  <a:pt x="12501" y="12640"/>
                </a:lnTo>
                <a:lnTo>
                  <a:pt x="11238" y="12321"/>
                </a:lnTo>
                <a:lnTo>
                  <a:pt x="10160" y="11997"/>
                </a:lnTo>
                <a:lnTo>
                  <a:pt x="9076" y="11668"/>
                </a:lnTo>
                <a:lnTo>
                  <a:pt x="7976" y="11340"/>
                </a:lnTo>
                <a:lnTo>
                  <a:pt x="6904" y="11038"/>
                </a:lnTo>
                <a:lnTo>
                  <a:pt x="5826" y="10735"/>
                </a:lnTo>
                <a:lnTo>
                  <a:pt x="4732" y="10428"/>
                </a:lnTo>
                <a:lnTo>
                  <a:pt x="3110" y="9323"/>
                </a:lnTo>
                <a:lnTo>
                  <a:pt x="2140" y="8303"/>
                </a:lnTo>
                <a:lnTo>
                  <a:pt x="1435" y="6774"/>
                </a:lnTo>
                <a:lnTo>
                  <a:pt x="607" y="4152"/>
                </a:lnTo>
                <a:lnTo>
                  <a:pt x="306" y="2091"/>
                </a:lnTo>
                <a:lnTo>
                  <a:pt x="0" y="0"/>
                </a:lnTo>
                <a:close/>
              </a:path>
            </a:pathLst>
          </a:custGeom>
          <a:solidFill>
            <a:srgbClr val="A9B9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7" name="contour_10365"/>
          <p:cNvSpPr/>
          <p:nvPr/>
        </p:nvSpPr>
        <p:spPr>
          <a:xfrm>
            <a:off x="7684630" y="3410780"/>
            <a:ext cx="385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08" y="0"/>
                </a:moveTo>
                <a:lnTo>
                  <a:pt x="20780" y="2104"/>
                </a:lnTo>
                <a:lnTo>
                  <a:pt x="21102" y="4178"/>
                </a:lnTo>
                <a:lnTo>
                  <a:pt x="21363" y="6230"/>
                </a:lnTo>
                <a:lnTo>
                  <a:pt x="21535" y="8270"/>
                </a:lnTo>
                <a:lnTo>
                  <a:pt x="21600" y="10300"/>
                </a:lnTo>
                <a:lnTo>
                  <a:pt x="21543" y="12331"/>
                </a:lnTo>
                <a:lnTo>
                  <a:pt x="21339" y="14373"/>
                </a:lnTo>
                <a:lnTo>
                  <a:pt x="20967" y="16431"/>
                </a:lnTo>
                <a:lnTo>
                  <a:pt x="20408" y="18514"/>
                </a:lnTo>
                <a:lnTo>
                  <a:pt x="17943" y="19443"/>
                </a:lnTo>
                <a:lnTo>
                  <a:pt x="15486" y="20165"/>
                </a:lnTo>
                <a:lnTo>
                  <a:pt x="13020" y="20702"/>
                </a:lnTo>
                <a:lnTo>
                  <a:pt x="10531" y="21085"/>
                </a:lnTo>
                <a:lnTo>
                  <a:pt x="8000" y="21338"/>
                </a:lnTo>
                <a:lnTo>
                  <a:pt x="5408" y="21492"/>
                </a:lnTo>
                <a:lnTo>
                  <a:pt x="2747" y="21569"/>
                </a:lnTo>
                <a:lnTo>
                  <a:pt x="0" y="21600"/>
                </a:lnTo>
                <a:lnTo>
                  <a:pt x="567" y="17777"/>
                </a:lnTo>
                <a:lnTo>
                  <a:pt x="1073" y="14679"/>
                </a:lnTo>
                <a:lnTo>
                  <a:pt x="1576" y="12195"/>
                </a:lnTo>
                <a:lnTo>
                  <a:pt x="2139" y="10208"/>
                </a:lnTo>
                <a:lnTo>
                  <a:pt x="2824" y="8597"/>
                </a:lnTo>
                <a:lnTo>
                  <a:pt x="3690" y="7245"/>
                </a:lnTo>
                <a:lnTo>
                  <a:pt x="4800" y="6042"/>
                </a:lnTo>
                <a:lnTo>
                  <a:pt x="6216" y="4863"/>
                </a:lnTo>
                <a:lnTo>
                  <a:pt x="7996" y="3595"/>
                </a:lnTo>
                <a:lnTo>
                  <a:pt x="10204" y="2123"/>
                </a:lnTo>
                <a:lnTo>
                  <a:pt x="13808" y="895"/>
                </a:lnTo>
                <a:lnTo>
                  <a:pt x="16073" y="265"/>
                </a:lnTo>
                <a:lnTo>
                  <a:pt x="17951" y="34"/>
                </a:lnTo>
                <a:lnTo>
                  <a:pt x="20408" y="0"/>
                </a:lnTo>
                <a:close/>
              </a:path>
            </a:pathLst>
          </a:custGeom>
          <a:solidFill>
            <a:srgbClr val="D3E8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8" name="contour_10366"/>
          <p:cNvSpPr/>
          <p:nvPr/>
        </p:nvSpPr>
        <p:spPr>
          <a:xfrm>
            <a:off x="7349382" y="3389798"/>
            <a:ext cx="80168" cy="281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920"/>
                </a:moveTo>
                <a:lnTo>
                  <a:pt x="20302" y="4920"/>
                </a:lnTo>
                <a:lnTo>
                  <a:pt x="18996" y="4920"/>
                </a:lnTo>
                <a:lnTo>
                  <a:pt x="17673" y="4920"/>
                </a:lnTo>
                <a:lnTo>
                  <a:pt x="17673" y="8620"/>
                </a:lnTo>
                <a:lnTo>
                  <a:pt x="17673" y="12342"/>
                </a:lnTo>
                <a:lnTo>
                  <a:pt x="17673" y="16115"/>
                </a:lnTo>
                <a:lnTo>
                  <a:pt x="16349" y="16848"/>
                </a:lnTo>
                <a:lnTo>
                  <a:pt x="15026" y="17564"/>
                </a:lnTo>
                <a:lnTo>
                  <a:pt x="13700" y="18258"/>
                </a:lnTo>
                <a:lnTo>
                  <a:pt x="12373" y="18941"/>
                </a:lnTo>
                <a:lnTo>
                  <a:pt x="11045" y="19613"/>
                </a:lnTo>
                <a:lnTo>
                  <a:pt x="9814" y="20262"/>
                </a:lnTo>
                <a:lnTo>
                  <a:pt x="8575" y="20917"/>
                </a:lnTo>
                <a:lnTo>
                  <a:pt x="7318" y="21583"/>
                </a:lnTo>
                <a:lnTo>
                  <a:pt x="5643" y="21600"/>
                </a:lnTo>
                <a:lnTo>
                  <a:pt x="4507" y="21337"/>
                </a:lnTo>
                <a:lnTo>
                  <a:pt x="3623" y="20520"/>
                </a:lnTo>
                <a:lnTo>
                  <a:pt x="2722" y="18913"/>
                </a:lnTo>
                <a:lnTo>
                  <a:pt x="1518" y="16243"/>
                </a:lnTo>
                <a:lnTo>
                  <a:pt x="1141" y="14822"/>
                </a:lnTo>
                <a:lnTo>
                  <a:pt x="0" y="10517"/>
                </a:lnTo>
                <a:lnTo>
                  <a:pt x="998" y="10008"/>
                </a:lnTo>
                <a:lnTo>
                  <a:pt x="2009" y="9487"/>
                </a:lnTo>
                <a:lnTo>
                  <a:pt x="2669" y="9135"/>
                </a:lnTo>
                <a:lnTo>
                  <a:pt x="4664" y="8066"/>
                </a:lnTo>
                <a:lnTo>
                  <a:pt x="5966" y="7383"/>
                </a:lnTo>
                <a:lnTo>
                  <a:pt x="7287" y="6689"/>
                </a:lnTo>
                <a:lnTo>
                  <a:pt x="8781" y="5620"/>
                </a:lnTo>
                <a:lnTo>
                  <a:pt x="9755" y="4747"/>
                </a:lnTo>
                <a:lnTo>
                  <a:pt x="10633" y="3621"/>
                </a:lnTo>
                <a:lnTo>
                  <a:pt x="11843" y="1774"/>
                </a:lnTo>
                <a:lnTo>
                  <a:pt x="13097" y="532"/>
                </a:lnTo>
                <a:lnTo>
                  <a:pt x="14319" y="0"/>
                </a:lnTo>
                <a:lnTo>
                  <a:pt x="15515" y="67"/>
                </a:lnTo>
                <a:lnTo>
                  <a:pt x="16703" y="593"/>
                </a:lnTo>
                <a:lnTo>
                  <a:pt x="17893" y="1472"/>
                </a:lnTo>
                <a:lnTo>
                  <a:pt x="19096" y="2564"/>
                </a:lnTo>
                <a:lnTo>
                  <a:pt x="20330" y="3756"/>
                </a:lnTo>
                <a:lnTo>
                  <a:pt x="21600" y="4920"/>
                </a:lnTo>
                <a:close/>
              </a:path>
            </a:pathLst>
          </a:custGeom>
          <a:solidFill>
            <a:srgbClr val="CCDC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69" name="contour_10367"/>
          <p:cNvSpPr/>
          <p:nvPr/>
        </p:nvSpPr>
        <p:spPr>
          <a:xfrm>
            <a:off x="4222834" y="3381628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67" y="216"/>
                </a:lnTo>
                <a:lnTo>
                  <a:pt x="5285" y="471"/>
                </a:lnTo>
                <a:lnTo>
                  <a:pt x="7866" y="795"/>
                </a:lnTo>
                <a:lnTo>
                  <a:pt x="10418" y="1210"/>
                </a:lnTo>
                <a:lnTo>
                  <a:pt x="12942" y="1745"/>
                </a:lnTo>
                <a:lnTo>
                  <a:pt x="15445" y="2424"/>
                </a:lnTo>
                <a:lnTo>
                  <a:pt x="17937" y="3275"/>
                </a:lnTo>
                <a:lnTo>
                  <a:pt x="20420" y="4320"/>
                </a:lnTo>
                <a:lnTo>
                  <a:pt x="21220" y="7348"/>
                </a:lnTo>
                <a:lnTo>
                  <a:pt x="21584" y="10122"/>
                </a:lnTo>
                <a:lnTo>
                  <a:pt x="21600" y="12787"/>
                </a:lnTo>
                <a:lnTo>
                  <a:pt x="21351" y="15492"/>
                </a:lnTo>
                <a:lnTo>
                  <a:pt x="20930" y="18382"/>
                </a:lnTo>
                <a:lnTo>
                  <a:pt x="20420" y="21600"/>
                </a:lnTo>
                <a:lnTo>
                  <a:pt x="17532" y="21600"/>
                </a:lnTo>
                <a:lnTo>
                  <a:pt x="14641" y="21600"/>
                </a:lnTo>
                <a:lnTo>
                  <a:pt x="11741" y="21600"/>
                </a:lnTo>
                <a:lnTo>
                  <a:pt x="8829" y="21600"/>
                </a:lnTo>
                <a:lnTo>
                  <a:pt x="5905" y="21600"/>
                </a:lnTo>
                <a:lnTo>
                  <a:pt x="296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B49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0" name="contour_10368"/>
          <p:cNvSpPr/>
          <p:nvPr/>
        </p:nvSpPr>
        <p:spPr>
          <a:xfrm>
            <a:off x="4958921" y="3286884"/>
            <a:ext cx="58304" cy="439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457" y="2333"/>
                </a:lnTo>
                <a:lnTo>
                  <a:pt x="21281" y="4620"/>
                </a:lnTo>
                <a:lnTo>
                  <a:pt x="21060" y="6874"/>
                </a:lnTo>
                <a:lnTo>
                  <a:pt x="20785" y="9100"/>
                </a:lnTo>
                <a:lnTo>
                  <a:pt x="20444" y="11308"/>
                </a:lnTo>
                <a:lnTo>
                  <a:pt x="20023" y="13502"/>
                </a:lnTo>
                <a:lnTo>
                  <a:pt x="19513" y="15695"/>
                </a:lnTo>
                <a:lnTo>
                  <a:pt x="18900" y="17893"/>
                </a:lnTo>
                <a:lnTo>
                  <a:pt x="17191" y="19360"/>
                </a:lnTo>
                <a:lnTo>
                  <a:pt x="15503" y="20423"/>
                </a:lnTo>
                <a:lnTo>
                  <a:pt x="13794" y="21120"/>
                </a:lnTo>
                <a:lnTo>
                  <a:pt x="12018" y="21496"/>
                </a:lnTo>
                <a:lnTo>
                  <a:pt x="10136" y="21600"/>
                </a:lnTo>
                <a:lnTo>
                  <a:pt x="8100" y="21471"/>
                </a:lnTo>
                <a:lnTo>
                  <a:pt x="6094" y="20040"/>
                </a:lnTo>
                <a:lnTo>
                  <a:pt x="4649" y="18970"/>
                </a:lnTo>
                <a:lnTo>
                  <a:pt x="3542" y="18057"/>
                </a:lnTo>
                <a:lnTo>
                  <a:pt x="2549" y="17113"/>
                </a:lnTo>
                <a:lnTo>
                  <a:pt x="1444" y="15932"/>
                </a:lnTo>
                <a:lnTo>
                  <a:pt x="0" y="14314"/>
                </a:lnTo>
                <a:lnTo>
                  <a:pt x="1223" y="12063"/>
                </a:lnTo>
                <a:lnTo>
                  <a:pt x="2192" y="10571"/>
                </a:lnTo>
                <a:lnTo>
                  <a:pt x="3418" y="9157"/>
                </a:lnTo>
                <a:lnTo>
                  <a:pt x="5400" y="7157"/>
                </a:lnTo>
                <a:lnTo>
                  <a:pt x="7293" y="7465"/>
                </a:lnTo>
                <a:lnTo>
                  <a:pt x="9099" y="7919"/>
                </a:lnTo>
                <a:lnTo>
                  <a:pt x="10854" y="8495"/>
                </a:lnTo>
                <a:lnTo>
                  <a:pt x="12595" y="9172"/>
                </a:lnTo>
                <a:lnTo>
                  <a:pt x="14367" y="9927"/>
                </a:lnTo>
                <a:lnTo>
                  <a:pt x="16200" y="10736"/>
                </a:lnTo>
                <a:lnTo>
                  <a:pt x="16200" y="8610"/>
                </a:lnTo>
                <a:lnTo>
                  <a:pt x="16200" y="6477"/>
                </a:lnTo>
                <a:lnTo>
                  <a:pt x="16200" y="4337"/>
                </a:lnTo>
                <a:lnTo>
                  <a:pt x="16200" y="2179"/>
                </a:lnTo>
                <a:lnTo>
                  <a:pt x="16200" y="0"/>
                </a:lnTo>
                <a:close/>
              </a:path>
            </a:pathLst>
          </a:custGeom>
          <a:solidFill>
            <a:srgbClr val="9190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1" name="contour_10369"/>
          <p:cNvSpPr/>
          <p:nvPr/>
        </p:nvSpPr>
        <p:spPr>
          <a:xfrm>
            <a:off x="8368717" y="3272308"/>
            <a:ext cx="5928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8" y="0"/>
                </a:moveTo>
                <a:lnTo>
                  <a:pt x="1033" y="457"/>
                </a:lnTo>
                <a:lnTo>
                  <a:pt x="1678" y="896"/>
                </a:lnTo>
                <a:lnTo>
                  <a:pt x="2483" y="1440"/>
                </a:lnTo>
                <a:lnTo>
                  <a:pt x="3627" y="2218"/>
                </a:lnTo>
                <a:lnTo>
                  <a:pt x="5302" y="3352"/>
                </a:lnTo>
                <a:lnTo>
                  <a:pt x="7689" y="4972"/>
                </a:lnTo>
                <a:lnTo>
                  <a:pt x="10979" y="7200"/>
                </a:lnTo>
                <a:lnTo>
                  <a:pt x="11638" y="5418"/>
                </a:lnTo>
                <a:lnTo>
                  <a:pt x="12296" y="3625"/>
                </a:lnTo>
                <a:lnTo>
                  <a:pt x="12963" y="1825"/>
                </a:lnTo>
                <a:lnTo>
                  <a:pt x="13634" y="0"/>
                </a:lnTo>
                <a:lnTo>
                  <a:pt x="13634" y="2380"/>
                </a:lnTo>
                <a:lnTo>
                  <a:pt x="13634" y="4774"/>
                </a:lnTo>
                <a:lnTo>
                  <a:pt x="13634" y="7200"/>
                </a:lnTo>
                <a:lnTo>
                  <a:pt x="15610" y="8309"/>
                </a:lnTo>
                <a:lnTo>
                  <a:pt x="17012" y="9050"/>
                </a:lnTo>
                <a:lnTo>
                  <a:pt x="18223" y="9598"/>
                </a:lnTo>
                <a:lnTo>
                  <a:pt x="19625" y="10123"/>
                </a:lnTo>
                <a:lnTo>
                  <a:pt x="21600" y="10800"/>
                </a:lnTo>
                <a:lnTo>
                  <a:pt x="20395" y="12614"/>
                </a:lnTo>
                <a:lnTo>
                  <a:pt x="19176" y="14414"/>
                </a:lnTo>
                <a:lnTo>
                  <a:pt x="17949" y="16200"/>
                </a:lnTo>
                <a:lnTo>
                  <a:pt x="16932" y="17708"/>
                </a:lnTo>
                <a:lnTo>
                  <a:pt x="15897" y="19238"/>
                </a:lnTo>
                <a:lnTo>
                  <a:pt x="14750" y="20390"/>
                </a:lnTo>
                <a:lnTo>
                  <a:pt x="13783" y="21089"/>
                </a:lnTo>
                <a:lnTo>
                  <a:pt x="12633" y="21449"/>
                </a:lnTo>
                <a:lnTo>
                  <a:pt x="10934" y="21582"/>
                </a:lnTo>
                <a:lnTo>
                  <a:pt x="8324" y="21600"/>
                </a:lnTo>
                <a:lnTo>
                  <a:pt x="8324" y="19220"/>
                </a:lnTo>
                <a:lnTo>
                  <a:pt x="8324" y="16826"/>
                </a:lnTo>
                <a:lnTo>
                  <a:pt x="8324" y="14400"/>
                </a:lnTo>
                <a:lnTo>
                  <a:pt x="7740" y="14170"/>
                </a:lnTo>
                <a:lnTo>
                  <a:pt x="6707" y="13759"/>
                </a:lnTo>
                <a:lnTo>
                  <a:pt x="4341" y="12823"/>
                </a:lnTo>
                <a:lnTo>
                  <a:pt x="3024" y="12157"/>
                </a:lnTo>
                <a:lnTo>
                  <a:pt x="1702" y="11480"/>
                </a:lnTo>
                <a:lnTo>
                  <a:pt x="358" y="10800"/>
                </a:lnTo>
                <a:lnTo>
                  <a:pt x="119" y="8014"/>
                </a:lnTo>
                <a:lnTo>
                  <a:pt x="0" y="6059"/>
                </a:lnTo>
                <a:lnTo>
                  <a:pt x="0" y="4417"/>
                </a:lnTo>
                <a:lnTo>
                  <a:pt x="119" y="2570"/>
                </a:lnTo>
                <a:lnTo>
                  <a:pt x="358" y="0"/>
                </a:lnTo>
                <a:close/>
              </a:path>
            </a:pathLst>
          </a:custGeom>
          <a:solidFill>
            <a:srgbClr val="4B51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2" name="contour_10370"/>
          <p:cNvSpPr/>
          <p:nvPr/>
        </p:nvSpPr>
        <p:spPr>
          <a:xfrm>
            <a:off x="7057862" y="3272308"/>
            <a:ext cx="87456" cy="293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600" y="2664"/>
                </a:lnTo>
                <a:lnTo>
                  <a:pt x="21600" y="5370"/>
                </a:lnTo>
                <a:lnTo>
                  <a:pt x="20464" y="6101"/>
                </a:lnTo>
                <a:lnTo>
                  <a:pt x="19327" y="6729"/>
                </a:lnTo>
                <a:lnTo>
                  <a:pt x="18187" y="7282"/>
                </a:lnTo>
                <a:lnTo>
                  <a:pt x="17044" y="7782"/>
                </a:lnTo>
                <a:lnTo>
                  <a:pt x="15896" y="8249"/>
                </a:lnTo>
                <a:lnTo>
                  <a:pt x="14744" y="8706"/>
                </a:lnTo>
                <a:lnTo>
                  <a:pt x="13680" y="9715"/>
                </a:lnTo>
                <a:lnTo>
                  <a:pt x="12600" y="10741"/>
                </a:lnTo>
                <a:lnTo>
                  <a:pt x="12146" y="13421"/>
                </a:lnTo>
                <a:lnTo>
                  <a:pt x="11696" y="16106"/>
                </a:lnTo>
                <a:lnTo>
                  <a:pt x="11246" y="18791"/>
                </a:lnTo>
                <a:lnTo>
                  <a:pt x="10800" y="21482"/>
                </a:lnTo>
                <a:lnTo>
                  <a:pt x="9495" y="21600"/>
                </a:lnTo>
                <a:lnTo>
                  <a:pt x="8532" y="21251"/>
                </a:lnTo>
                <a:lnTo>
                  <a:pt x="7088" y="20139"/>
                </a:lnTo>
                <a:lnTo>
                  <a:pt x="6107" y="19430"/>
                </a:lnTo>
                <a:lnTo>
                  <a:pt x="5112" y="18711"/>
                </a:lnTo>
                <a:lnTo>
                  <a:pt x="4361" y="17422"/>
                </a:lnTo>
                <a:lnTo>
                  <a:pt x="3600" y="16111"/>
                </a:lnTo>
                <a:lnTo>
                  <a:pt x="3600" y="12562"/>
                </a:lnTo>
                <a:lnTo>
                  <a:pt x="3600" y="8990"/>
                </a:lnTo>
                <a:lnTo>
                  <a:pt x="3600" y="5370"/>
                </a:lnTo>
                <a:lnTo>
                  <a:pt x="2709" y="4039"/>
                </a:lnTo>
                <a:lnTo>
                  <a:pt x="1814" y="2707"/>
                </a:lnTo>
                <a:lnTo>
                  <a:pt x="913" y="1359"/>
                </a:lnTo>
                <a:lnTo>
                  <a:pt x="0" y="0"/>
                </a:lnTo>
                <a:close/>
              </a:path>
            </a:pathLst>
          </a:custGeom>
          <a:solidFill>
            <a:srgbClr val="C1D4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3" name="contour_10371"/>
          <p:cNvSpPr/>
          <p:nvPr/>
        </p:nvSpPr>
        <p:spPr>
          <a:xfrm>
            <a:off x="10854906" y="3258308"/>
            <a:ext cx="72880" cy="28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70" y="1978"/>
                </a:moveTo>
                <a:lnTo>
                  <a:pt x="17196" y="2396"/>
                </a:lnTo>
                <a:lnTo>
                  <a:pt x="19390" y="3680"/>
                </a:lnTo>
                <a:lnTo>
                  <a:pt x="20485" y="4368"/>
                </a:lnTo>
                <a:lnTo>
                  <a:pt x="21600" y="5074"/>
                </a:lnTo>
                <a:lnTo>
                  <a:pt x="20222" y="10202"/>
                </a:lnTo>
                <a:lnTo>
                  <a:pt x="19205" y="13772"/>
                </a:lnTo>
                <a:lnTo>
                  <a:pt x="18364" y="16240"/>
                </a:lnTo>
                <a:lnTo>
                  <a:pt x="17524" y="18058"/>
                </a:lnTo>
                <a:lnTo>
                  <a:pt x="16502" y="19694"/>
                </a:lnTo>
                <a:lnTo>
                  <a:pt x="15120" y="21600"/>
                </a:lnTo>
                <a:lnTo>
                  <a:pt x="13573" y="21479"/>
                </a:lnTo>
                <a:lnTo>
                  <a:pt x="12042" y="21236"/>
                </a:lnTo>
                <a:lnTo>
                  <a:pt x="10521" y="20884"/>
                </a:lnTo>
                <a:lnTo>
                  <a:pt x="9012" y="20427"/>
                </a:lnTo>
                <a:lnTo>
                  <a:pt x="7508" y="19876"/>
                </a:lnTo>
                <a:lnTo>
                  <a:pt x="6009" y="19242"/>
                </a:lnTo>
                <a:lnTo>
                  <a:pt x="4512" y="18537"/>
                </a:lnTo>
                <a:lnTo>
                  <a:pt x="3013" y="17771"/>
                </a:lnTo>
                <a:lnTo>
                  <a:pt x="1510" y="16951"/>
                </a:lnTo>
                <a:lnTo>
                  <a:pt x="0" y="16091"/>
                </a:lnTo>
                <a:lnTo>
                  <a:pt x="2363" y="11987"/>
                </a:lnTo>
                <a:lnTo>
                  <a:pt x="4357" y="8583"/>
                </a:lnTo>
                <a:lnTo>
                  <a:pt x="6035" y="5823"/>
                </a:lnTo>
                <a:lnTo>
                  <a:pt x="7456" y="3658"/>
                </a:lnTo>
                <a:lnTo>
                  <a:pt x="8681" y="2044"/>
                </a:lnTo>
                <a:lnTo>
                  <a:pt x="9761" y="931"/>
                </a:lnTo>
                <a:lnTo>
                  <a:pt x="10759" y="264"/>
                </a:lnTo>
                <a:lnTo>
                  <a:pt x="11727" y="0"/>
                </a:lnTo>
                <a:lnTo>
                  <a:pt x="12725" y="88"/>
                </a:lnTo>
                <a:lnTo>
                  <a:pt x="13811" y="479"/>
                </a:lnTo>
                <a:lnTo>
                  <a:pt x="15040" y="1124"/>
                </a:lnTo>
                <a:lnTo>
                  <a:pt x="16470" y="1978"/>
                </a:lnTo>
                <a:close/>
              </a:path>
            </a:pathLst>
          </a:custGeom>
          <a:solidFill>
            <a:srgbClr val="CDE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4" name="contour_10372"/>
          <p:cNvSpPr/>
          <p:nvPr/>
        </p:nvSpPr>
        <p:spPr>
          <a:xfrm>
            <a:off x="7517006" y="3235868"/>
            <a:ext cx="5837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50" y="86"/>
                </a:lnTo>
                <a:lnTo>
                  <a:pt x="3878" y="198"/>
                </a:lnTo>
                <a:lnTo>
                  <a:pt x="5787" y="353"/>
                </a:lnTo>
                <a:lnTo>
                  <a:pt x="7680" y="562"/>
                </a:lnTo>
                <a:lnTo>
                  <a:pt x="9560" y="832"/>
                </a:lnTo>
                <a:lnTo>
                  <a:pt x="11428" y="1181"/>
                </a:lnTo>
                <a:lnTo>
                  <a:pt x="13292" y="1620"/>
                </a:lnTo>
                <a:lnTo>
                  <a:pt x="15152" y="2164"/>
                </a:lnTo>
                <a:lnTo>
                  <a:pt x="17013" y="2819"/>
                </a:lnTo>
                <a:lnTo>
                  <a:pt x="18876" y="3600"/>
                </a:lnTo>
                <a:lnTo>
                  <a:pt x="19737" y="5789"/>
                </a:lnTo>
                <a:lnTo>
                  <a:pt x="20400" y="7949"/>
                </a:lnTo>
                <a:lnTo>
                  <a:pt x="20893" y="10109"/>
                </a:lnTo>
                <a:lnTo>
                  <a:pt x="21239" y="12280"/>
                </a:lnTo>
                <a:lnTo>
                  <a:pt x="21454" y="14497"/>
                </a:lnTo>
                <a:lnTo>
                  <a:pt x="21568" y="16772"/>
                </a:lnTo>
                <a:lnTo>
                  <a:pt x="21600" y="19134"/>
                </a:lnTo>
                <a:lnTo>
                  <a:pt x="21573" y="21600"/>
                </a:lnTo>
                <a:lnTo>
                  <a:pt x="21155" y="19861"/>
                </a:lnTo>
                <a:lnTo>
                  <a:pt x="20732" y="18097"/>
                </a:lnTo>
                <a:lnTo>
                  <a:pt x="19602" y="15941"/>
                </a:lnTo>
                <a:lnTo>
                  <a:pt x="18644" y="14724"/>
                </a:lnTo>
                <a:lnTo>
                  <a:pt x="17342" y="13990"/>
                </a:lnTo>
                <a:lnTo>
                  <a:pt x="15169" y="13288"/>
                </a:lnTo>
                <a:lnTo>
                  <a:pt x="13416" y="13104"/>
                </a:lnTo>
                <a:lnTo>
                  <a:pt x="11663" y="12920"/>
                </a:lnTo>
                <a:lnTo>
                  <a:pt x="9910" y="12740"/>
                </a:lnTo>
                <a:lnTo>
                  <a:pt x="8157" y="12564"/>
                </a:lnTo>
                <a:lnTo>
                  <a:pt x="6404" y="12388"/>
                </a:lnTo>
                <a:lnTo>
                  <a:pt x="5180" y="11866"/>
                </a:lnTo>
                <a:lnTo>
                  <a:pt x="3945" y="11336"/>
                </a:lnTo>
                <a:lnTo>
                  <a:pt x="2697" y="10800"/>
                </a:lnTo>
                <a:lnTo>
                  <a:pt x="1785" y="8060"/>
                </a:lnTo>
                <a:lnTo>
                  <a:pt x="1189" y="6131"/>
                </a:lnTo>
                <a:lnTo>
                  <a:pt x="779" y="4489"/>
                </a:lnTo>
                <a:lnTo>
                  <a:pt x="426" y="2617"/>
                </a:lnTo>
                <a:lnTo>
                  <a:pt x="0" y="0"/>
                </a:lnTo>
                <a:close/>
              </a:path>
            </a:pathLst>
          </a:custGeom>
          <a:solidFill>
            <a:srgbClr val="D1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5" name="contour_10373"/>
          <p:cNvSpPr/>
          <p:nvPr/>
        </p:nvSpPr>
        <p:spPr>
          <a:xfrm>
            <a:off x="2422700" y="3214004"/>
            <a:ext cx="43728" cy="466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695"/>
                </a:lnTo>
                <a:lnTo>
                  <a:pt x="7970" y="1255"/>
                </a:lnTo>
                <a:lnTo>
                  <a:pt x="9904" y="1980"/>
                </a:lnTo>
                <a:lnTo>
                  <a:pt x="12823" y="3163"/>
                </a:lnTo>
                <a:lnTo>
                  <a:pt x="14465" y="3818"/>
                </a:lnTo>
                <a:lnTo>
                  <a:pt x="16117" y="4482"/>
                </a:lnTo>
                <a:lnTo>
                  <a:pt x="17788" y="5150"/>
                </a:lnTo>
                <a:lnTo>
                  <a:pt x="19681" y="5942"/>
                </a:lnTo>
                <a:lnTo>
                  <a:pt x="21600" y="6745"/>
                </a:lnTo>
                <a:lnTo>
                  <a:pt x="20754" y="8788"/>
                </a:lnTo>
                <a:lnTo>
                  <a:pt x="19876" y="10788"/>
                </a:lnTo>
                <a:lnTo>
                  <a:pt x="18947" y="12748"/>
                </a:lnTo>
                <a:lnTo>
                  <a:pt x="17953" y="14670"/>
                </a:lnTo>
                <a:lnTo>
                  <a:pt x="16873" y="16555"/>
                </a:lnTo>
                <a:lnTo>
                  <a:pt x="15696" y="18410"/>
                </a:lnTo>
                <a:lnTo>
                  <a:pt x="14400" y="20234"/>
                </a:lnTo>
                <a:lnTo>
                  <a:pt x="11614" y="21145"/>
                </a:lnTo>
                <a:lnTo>
                  <a:pt x="9659" y="21600"/>
                </a:lnTo>
                <a:lnTo>
                  <a:pt x="8017" y="21600"/>
                </a:lnTo>
                <a:lnTo>
                  <a:pt x="6170" y="21145"/>
                </a:lnTo>
                <a:lnTo>
                  <a:pt x="3600" y="20234"/>
                </a:lnTo>
                <a:lnTo>
                  <a:pt x="2758" y="18177"/>
                </a:lnTo>
                <a:lnTo>
                  <a:pt x="2034" y="16120"/>
                </a:lnTo>
                <a:lnTo>
                  <a:pt x="1426" y="14053"/>
                </a:lnTo>
                <a:lnTo>
                  <a:pt x="929" y="11969"/>
                </a:lnTo>
                <a:lnTo>
                  <a:pt x="540" y="9868"/>
                </a:lnTo>
                <a:lnTo>
                  <a:pt x="259" y="7736"/>
                </a:lnTo>
                <a:lnTo>
                  <a:pt x="79" y="5575"/>
                </a:lnTo>
                <a:lnTo>
                  <a:pt x="0" y="3372"/>
                </a:lnTo>
                <a:lnTo>
                  <a:pt x="1786" y="1700"/>
                </a:lnTo>
                <a:lnTo>
                  <a:pt x="3600" y="0"/>
                </a:lnTo>
                <a:close/>
              </a:path>
            </a:pathLst>
          </a:custGeom>
          <a:solidFill>
            <a:srgbClr val="C0C2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6" name="contour_10374"/>
          <p:cNvSpPr/>
          <p:nvPr/>
        </p:nvSpPr>
        <p:spPr>
          <a:xfrm>
            <a:off x="4346730" y="3220891"/>
            <a:ext cx="38116" cy="441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49" y="0"/>
                </a:moveTo>
                <a:lnTo>
                  <a:pt x="10961" y="425"/>
                </a:lnTo>
                <a:lnTo>
                  <a:pt x="13497" y="913"/>
                </a:lnTo>
                <a:lnTo>
                  <a:pt x="15880" y="1566"/>
                </a:lnTo>
                <a:lnTo>
                  <a:pt x="18222" y="2483"/>
                </a:lnTo>
                <a:lnTo>
                  <a:pt x="20650" y="3764"/>
                </a:lnTo>
                <a:lnTo>
                  <a:pt x="21187" y="6343"/>
                </a:lnTo>
                <a:lnTo>
                  <a:pt x="21497" y="8883"/>
                </a:lnTo>
                <a:lnTo>
                  <a:pt x="21600" y="11401"/>
                </a:lnTo>
                <a:lnTo>
                  <a:pt x="21538" y="13920"/>
                </a:lnTo>
                <a:lnTo>
                  <a:pt x="21336" y="16445"/>
                </a:lnTo>
                <a:lnTo>
                  <a:pt x="21030" y="19003"/>
                </a:lnTo>
                <a:lnTo>
                  <a:pt x="20650" y="21600"/>
                </a:lnTo>
                <a:lnTo>
                  <a:pt x="15909" y="21065"/>
                </a:lnTo>
                <a:lnTo>
                  <a:pt x="12580" y="20637"/>
                </a:lnTo>
                <a:lnTo>
                  <a:pt x="10193" y="20219"/>
                </a:lnTo>
                <a:lnTo>
                  <a:pt x="8293" y="19713"/>
                </a:lnTo>
                <a:lnTo>
                  <a:pt x="6426" y="19017"/>
                </a:lnTo>
                <a:lnTo>
                  <a:pt x="4130" y="18033"/>
                </a:lnTo>
                <a:lnTo>
                  <a:pt x="2771" y="15753"/>
                </a:lnTo>
                <a:lnTo>
                  <a:pt x="1697" y="13470"/>
                </a:lnTo>
                <a:lnTo>
                  <a:pt x="892" y="11155"/>
                </a:lnTo>
                <a:lnTo>
                  <a:pt x="347" y="8786"/>
                </a:lnTo>
                <a:lnTo>
                  <a:pt x="54" y="6328"/>
                </a:lnTo>
                <a:lnTo>
                  <a:pt x="0" y="3764"/>
                </a:lnTo>
                <a:lnTo>
                  <a:pt x="2449" y="1698"/>
                </a:lnTo>
                <a:lnTo>
                  <a:pt x="4113" y="617"/>
                </a:lnTo>
                <a:lnTo>
                  <a:pt x="5761" y="171"/>
                </a:lnTo>
                <a:lnTo>
                  <a:pt x="8149" y="0"/>
                </a:lnTo>
                <a:close/>
              </a:path>
            </a:pathLst>
          </a:custGeom>
          <a:solidFill>
            <a:srgbClr val="2D2D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7" name="contour_10375"/>
          <p:cNvSpPr/>
          <p:nvPr/>
        </p:nvSpPr>
        <p:spPr>
          <a:xfrm>
            <a:off x="5753312" y="3184852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671" y="9110"/>
                </a:lnTo>
                <a:lnTo>
                  <a:pt x="2911" y="7949"/>
                </a:lnTo>
                <a:lnTo>
                  <a:pt x="4090" y="7025"/>
                </a:lnTo>
                <a:lnTo>
                  <a:pt x="5584" y="6048"/>
                </a:lnTo>
                <a:lnTo>
                  <a:pt x="7762" y="4725"/>
                </a:lnTo>
                <a:lnTo>
                  <a:pt x="9204" y="3818"/>
                </a:lnTo>
                <a:lnTo>
                  <a:pt x="10657" y="2905"/>
                </a:lnTo>
                <a:lnTo>
                  <a:pt x="12128" y="1982"/>
                </a:lnTo>
                <a:lnTo>
                  <a:pt x="14159" y="1015"/>
                </a:lnTo>
                <a:lnTo>
                  <a:pt x="15665" y="427"/>
                </a:lnTo>
                <a:lnTo>
                  <a:pt x="17105" y="124"/>
                </a:lnTo>
                <a:lnTo>
                  <a:pt x="18932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8B9C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8" name="contour_10376"/>
          <p:cNvSpPr/>
          <p:nvPr/>
        </p:nvSpPr>
        <p:spPr>
          <a:xfrm>
            <a:off x="8573765" y="3198007"/>
            <a:ext cx="65592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79"/>
                </a:moveTo>
                <a:lnTo>
                  <a:pt x="1620" y="1076"/>
                </a:lnTo>
                <a:lnTo>
                  <a:pt x="3240" y="899"/>
                </a:lnTo>
                <a:lnTo>
                  <a:pt x="4860" y="735"/>
                </a:lnTo>
                <a:lnTo>
                  <a:pt x="6480" y="590"/>
                </a:lnTo>
                <a:lnTo>
                  <a:pt x="8100" y="459"/>
                </a:lnTo>
                <a:lnTo>
                  <a:pt x="9605" y="308"/>
                </a:lnTo>
                <a:lnTo>
                  <a:pt x="11119" y="157"/>
                </a:lnTo>
                <a:lnTo>
                  <a:pt x="12655" y="0"/>
                </a:lnTo>
                <a:lnTo>
                  <a:pt x="14702" y="676"/>
                </a:lnTo>
                <a:lnTo>
                  <a:pt x="16092" y="1423"/>
                </a:lnTo>
                <a:lnTo>
                  <a:pt x="17172" y="2624"/>
                </a:lnTo>
                <a:lnTo>
                  <a:pt x="18274" y="4657"/>
                </a:lnTo>
                <a:lnTo>
                  <a:pt x="19745" y="7891"/>
                </a:lnTo>
                <a:lnTo>
                  <a:pt x="20666" y="11118"/>
                </a:lnTo>
                <a:lnTo>
                  <a:pt x="21600" y="14398"/>
                </a:lnTo>
                <a:lnTo>
                  <a:pt x="20393" y="17605"/>
                </a:lnTo>
                <a:lnTo>
                  <a:pt x="19435" y="19580"/>
                </a:lnTo>
                <a:lnTo>
                  <a:pt x="18396" y="20675"/>
                </a:lnTo>
                <a:lnTo>
                  <a:pt x="16949" y="21233"/>
                </a:lnTo>
                <a:lnTo>
                  <a:pt x="14765" y="21600"/>
                </a:lnTo>
                <a:lnTo>
                  <a:pt x="13438" y="21561"/>
                </a:lnTo>
                <a:lnTo>
                  <a:pt x="12108" y="21508"/>
                </a:lnTo>
                <a:lnTo>
                  <a:pt x="10781" y="21443"/>
                </a:lnTo>
                <a:lnTo>
                  <a:pt x="9451" y="21364"/>
                </a:lnTo>
                <a:lnTo>
                  <a:pt x="8088" y="21318"/>
                </a:lnTo>
                <a:lnTo>
                  <a:pt x="6708" y="21279"/>
                </a:lnTo>
                <a:lnTo>
                  <a:pt x="5030" y="21213"/>
                </a:lnTo>
                <a:lnTo>
                  <a:pt x="3355" y="21134"/>
                </a:lnTo>
                <a:lnTo>
                  <a:pt x="1678" y="21049"/>
                </a:lnTo>
                <a:lnTo>
                  <a:pt x="0" y="20957"/>
                </a:lnTo>
                <a:lnTo>
                  <a:pt x="0" y="17061"/>
                </a:lnTo>
                <a:lnTo>
                  <a:pt x="0" y="13152"/>
                </a:lnTo>
                <a:lnTo>
                  <a:pt x="0" y="9229"/>
                </a:lnTo>
                <a:lnTo>
                  <a:pt x="0" y="5274"/>
                </a:lnTo>
                <a:lnTo>
                  <a:pt x="0" y="1279"/>
                </a:lnTo>
                <a:close/>
              </a:path>
            </a:pathLst>
          </a:custGeom>
          <a:solidFill>
            <a:srgbClr val="99AD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79" name="contour_10377"/>
          <p:cNvSpPr/>
          <p:nvPr/>
        </p:nvSpPr>
        <p:spPr>
          <a:xfrm>
            <a:off x="7312942" y="3178767"/>
            <a:ext cx="52984" cy="498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98" y="2639"/>
                </a:moveTo>
                <a:lnTo>
                  <a:pt x="21333" y="4990"/>
                </a:lnTo>
                <a:lnTo>
                  <a:pt x="21600" y="6659"/>
                </a:lnTo>
                <a:lnTo>
                  <a:pt x="21600" y="8100"/>
                </a:lnTo>
                <a:lnTo>
                  <a:pt x="21333" y="9768"/>
                </a:lnTo>
                <a:lnTo>
                  <a:pt x="20798" y="12119"/>
                </a:lnTo>
                <a:lnTo>
                  <a:pt x="19009" y="12805"/>
                </a:lnTo>
                <a:lnTo>
                  <a:pt x="17227" y="13346"/>
                </a:lnTo>
                <a:lnTo>
                  <a:pt x="15435" y="13778"/>
                </a:lnTo>
                <a:lnTo>
                  <a:pt x="13611" y="14148"/>
                </a:lnTo>
                <a:lnTo>
                  <a:pt x="11733" y="14490"/>
                </a:lnTo>
                <a:lnTo>
                  <a:pt x="9680" y="15169"/>
                </a:lnTo>
                <a:lnTo>
                  <a:pt x="8468" y="16243"/>
                </a:lnTo>
                <a:lnTo>
                  <a:pt x="7056" y="18636"/>
                </a:lnTo>
                <a:lnTo>
                  <a:pt x="6504" y="20108"/>
                </a:lnTo>
                <a:lnTo>
                  <a:pt x="5942" y="21600"/>
                </a:lnTo>
                <a:lnTo>
                  <a:pt x="3978" y="21600"/>
                </a:lnTo>
                <a:lnTo>
                  <a:pt x="2003" y="21600"/>
                </a:lnTo>
                <a:lnTo>
                  <a:pt x="0" y="21600"/>
                </a:lnTo>
                <a:lnTo>
                  <a:pt x="303" y="17463"/>
                </a:lnTo>
                <a:lnTo>
                  <a:pt x="576" y="14202"/>
                </a:lnTo>
                <a:lnTo>
                  <a:pt x="871" y="11667"/>
                </a:lnTo>
                <a:lnTo>
                  <a:pt x="1230" y="9708"/>
                </a:lnTo>
                <a:lnTo>
                  <a:pt x="1699" y="8172"/>
                </a:lnTo>
                <a:lnTo>
                  <a:pt x="2323" y="6908"/>
                </a:lnTo>
                <a:lnTo>
                  <a:pt x="3155" y="5764"/>
                </a:lnTo>
                <a:lnTo>
                  <a:pt x="4234" y="4589"/>
                </a:lnTo>
                <a:lnTo>
                  <a:pt x="5606" y="3233"/>
                </a:lnTo>
                <a:lnTo>
                  <a:pt x="7722" y="2057"/>
                </a:lnTo>
                <a:lnTo>
                  <a:pt x="9659" y="1093"/>
                </a:lnTo>
                <a:lnTo>
                  <a:pt x="11474" y="398"/>
                </a:lnTo>
                <a:lnTo>
                  <a:pt x="13227" y="16"/>
                </a:lnTo>
                <a:lnTo>
                  <a:pt x="14980" y="0"/>
                </a:lnTo>
                <a:lnTo>
                  <a:pt x="16787" y="398"/>
                </a:lnTo>
                <a:lnTo>
                  <a:pt x="18706" y="1261"/>
                </a:lnTo>
                <a:lnTo>
                  <a:pt x="20798" y="2639"/>
                </a:lnTo>
                <a:close/>
              </a:path>
            </a:pathLst>
          </a:custGeom>
          <a:solidFill>
            <a:srgbClr val="474B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0" name="contour_10378"/>
          <p:cNvSpPr/>
          <p:nvPr/>
        </p:nvSpPr>
        <p:spPr>
          <a:xfrm>
            <a:off x="1897964" y="3191980"/>
            <a:ext cx="80168" cy="366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73" y="0"/>
                </a:moveTo>
                <a:lnTo>
                  <a:pt x="6871" y="305"/>
                </a:lnTo>
                <a:lnTo>
                  <a:pt x="7986" y="615"/>
                </a:lnTo>
                <a:lnTo>
                  <a:pt x="9174" y="929"/>
                </a:lnTo>
                <a:lnTo>
                  <a:pt x="10382" y="1243"/>
                </a:lnTo>
                <a:lnTo>
                  <a:pt x="11004" y="1428"/>
                </a:lnTo>
                <a:lnTo>
                  <a:pt x="12887" y="1974"/>
                </a:lnTo>
                <a:lnTo>
                  <a:pt x="13516" y="2146"/>
                </a:lnTo>
                <a:lnTo>
                  <a:pt x="15415" y="2654"/>
                </a:lnTo>
                <a:lnTo>
                  <a:pt x="16652" y="2994"/>
                </a:lnTo>
                <a:lnTo>
                  <a:pt x="17889" y="3338"/>
                </a:lnTo>
                <a:lnTo>
                  <a:pt x="19126" y="3690"/>
                </a:lnTo>
                <a:lnTo>
                  <a:pt x="20363" y="4043"/>
                </a:lnTo>
                <a:lnTo>
                  <a:pt x="21600" y="4396"/>
                </a:lnTo>
                <a:lnTo>
                  <a:pt x="21600" y="6533"/>
                </a:lnTo>
                <a:lnTo>
                  <a:pt x="21600" y="8697"/>
                </a:lnTo>
                <a:lnTo>
                  <a:pt x="20353" y="9510"/>
                </a:lnTo>
                <a:lnTo>
                  <a:pt x="19114" y="10275"/>
                </a:lnTo>
                <a:lnTo>
                  <a:pt x="17873" y="11002"/>
                </a:lnTo>
                <a:lnTo>
                  <a:pt x="16630" y="11699"/>
                </a:lnTo>
                <a:lnTo>
                  <a:pt x="15379" y="12361"/>
                </a:lnTo>
                <a:lnTo>
                  <a:pt x="14115" y="12998"/>
                </a:lnTo>
                <a:lnTo>
                  <a:pt x="12809" y="13665"/>
                </a:lnTo>
                <a:lnTo>
                  <a:pt x="11511" y="14344"/>
                </a:lnTo>
                <a:lnTo>
                  <a:pt x="10217" y="15037"/>
                </a:lnTo>
                <a:lnTo>
                  <a:pt x="8927" y="15751"/>
                </a:lnTo>
                <a:lnTo>
                  <a:pt x="7642" y="16486"/>
                </a:lnTo>
                <a:lnTo>
                  <a:pt x="6362" y="17247"/>
                </a:lnTo>
                <a:lnTo>
                  <a:pt x="5086" y="18039"/>
                </a:lnTo>
                <a:lnTo>
                  <a:pt x="3809" y="18869"/>
                </a:lnTo>
                <a:lnTo>
                  <a:pt x="2539" y="19733"/>
                </a:lnTo>
                <a:lnTo>
                  <a:pt x="1269" y="20645"/>
                </a:lnTo>
                <a:lnTo>
                  <a:pt x="0" y="21600"/>
                </a:lnTo>
                <a:lnTo>
                  <a:pt x="662" y="15226"/>
                </a:lnTo>
                <a:lnTo>
                  <a:pt x="1208" y="10258"/>
                </a:lnTo>
                <a:lnTo>
                  <a:pt x="1687" y="6520"/>
                </a:lnTo>
                <a:lnTo>
                  <a:pt x="2142" y="3837"/>
                </a:lnTo>
                <a:lnTo>
                  <a:pt x="2625" y="2030"/>
                </a:lnTo>
                <a:lnTo>
                  <a:pt x="3183" y="920"/>
                </a:lnTo>
                <a:lnTo>
                  <a:pt x="3861" y="331"/>
                </a:lnTo>
                <a:lnTo>
                  <a:pt x="4709" y="86"/>
                </a:lnTo>
                <a:lnTo>
                  <a:pt x="5773" y="0"/>
                </a:lnTo>
                <a:close/>
              </a:path>
            </a:pathLst>
          </a:custGeom>
          <a:solidFill>
            <a:srgbClr val="EB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1" name="contour_10379"/>
          <p:cNvSpPr/>
          <p:nvPr/>
        </p:nvSpPr>
        <p:spPr>
          <a:xfrm>
            <a:off x="5607552" y="3155700"/>
            <a:ext cx="8016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446"/>
                </a:lnTo>
                <a:lnTo>
                  <a:pt x="2673" y="893"/>
                </a:lnTo>
                <a:lnTo>
                  <a:pt x="4012" y="1339"/>
                </a:lnTo>
                <a:lnTo>
                  <a:pt x="5349" y="1786"/>
                </a:lnTo>
                <a:lnTo>
                  <a:pt x="6688" y="2232"/>
                </a:lnTo>
                <a:lnTo>
                  <a:pt x="8031" y="2678"/>
                </a:lnTo>
                <a:lnTo>
                  <a:pt x="9374" y="3125"/>
                </a:lnTo>
                <a:lnTo>
                  <a:pt x="10719" y="3571"/>
                </a:lnTo>
                <a:lnTo>
                  <a:pt x="12067" y="4025"/>
                </a:lnTo>
                <a:lnTo>
                  <a:pt x="13418" y="4471"/>
                </a:lnTo>
                <a:lnTo>
                  <a:pt x="14772" y="4925"/>
                </a:lnTo>
                <a:lnTo>
                  <a:pt x="16129" y="5378"/>
                </a:lnTo>
                <a:lnTo>
                  <a:pt x="17490" y="5832"/>
                </a:lnTo>
                <a:lnTo>
                  <a:pt x="18855" y="6286"/>
                </a:lnTo>
                <a:lnTo>
                  <a:pt x="20225" y="6739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2C1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2" name="contour_10380"/>
          <p:cNvSpPr/>
          <p:nvPr/>
        </p:nvSpPr>
        <p:spPr>
          <a:xfrm>
            <a:off x="10045939" y="3127284"/>
            <a:ext cx="6559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96"/>
                </a:moveTo>
                <a:lnTo>
                  <a:pt x="21298" y="8551"/>
                </a:lnTo>
                <a:lnTo>
                  <a:pt x="21022" y="11294"/>
                </a:lnTo>
                <a:lnTo>
                  <a:pt x="20657" y="13676"/>
                </a:lnTo>
                <a:lnTo>
                  <a:pt x="20088" y="16449"/>
                </a:lnTo>
                <a:lnTo>
                  <a:pt x="19200" y="20367"/>
                </a:lnTo>
                <a:lnTo>
                  <a:pt x="17477" y="20905"/>
                </a:lnTo>
                <a:lnTo>
                  <a:pt x="15866" y="21287"/>
                </a:lnTo>
                <a:lnTo>
                  <a:pt x="14311" y="21516"/>
                </a:lnTo>
                <a:lnTo>
                  <a:pt x="12758" y="21600"/>
                </a:lnTo>
                <a:lnTo>
                  <a:pt x="11158" y="21543"/>
                </a:lnTo>
                <a:lnTo>
                  <a:pt x="9451" y="21349"/>
                </a:lnTo>
                <a:lnTo>
                  <a:pt x="8088" y="21240"/>
                </a:lnTo>
                <a:lnTo>
                  <a:pt x="6708" y="21130"/>
                </a:lnTo>
                <a:lnTo>
                  <a:pt x="5030" y="20973"/>
                </a:lnTo>
                <a:lnTo>
                  <a:pt x="3353" y="20790"/>
                </a:lnTo>
                <a:lnTo>
                  <a:pt x="1675" y="20587"/>
                </a:lnTo>
                <a:lnTo>
                  <a:pt x="0" y="20367"/>
                </a:lnTo>
                <a:lnTo>
                  <a:pt x="804" y="16617"/>
                </a:lnTo>
                <a:lnTo>
                  <a:pt x="1663" y="13456"/>
                </a:lnTo>
                <a:lnTo>
                  <a:pt x="2602" y="10787"/>
                </a:lnTo>
                <a:lnTo>
                  <a:pt x="3643" y="8494"/>
                </a:lnTo>
                <a:lnTo>
                  <a:pt x="4812" y="6483"/>
                </a:lnTo>
                <a:lnTo>
                  <a:pt x="6130" y="4644"/>
                </a:lnTo>
                <a:lnTo>
                  <a:pt x="7622" y="2883"/>
                </a:lnTo>
                <a:lnTo>
                  <a:pt x="9310" y="1087"/>
                </a:lnTo>
                <a:lnTo>
                  <a:pt x="10980" y="303"/>
                </a:lnTo>
                <a:lnTo>
                  <a:pt x="12554" y="0"/>
                </a:lnTo>
                <a:lnTo>
                  <a:pt x="14057" y="104"/>
                </a:lnTo>
                <a:lnTo>
                  <a:pt x="15523" y="559"/>
                </a:lnTo>
                <a:lnTo>
                  <a:pt x="16980" y="1311"/>
                </a:lnTo>
                <a:lnTo>
                  <a:pt x="18458" y="2288"/>
                </a:lnTo>
                <a:lnTo>
                  <a:pt x="19990" y="3437"/>
                </a:lnTo>
                <a:lnTo>
                  <a:pt x="21600" y="4696"/>
                </a:lnTo>
                <a:close/>
              </a:path>
            </a:pathLst>
          </a:custGeom>
          <a:solidFill>
            <a:srgbClr val="C2D5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3" name="contour_10381"/>
          <p:cNvSpPr/>
          <p:nvPr/>
        </p:nvSpPr>
        <p:spPr>
          <a:xfrm>
            <a:off x="4200970" y="3126548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428"/>
                </a:lnTo>
                <a:lnTo>
                  <a:pt x="21600" y="2864"/>
                </a:lnTo>
                <a:lnTo>
                  <a:pt x="21600" y="4320"/>
                </a:lnTo>
                <a:lnTo>
                  <a:pt x="19815" y="4320"/>
                </a:lnTo>
                <a:lnTo>
                  <a:pt x="18020" y="4320"/>
                </a:lnTo>
                <a:lnTo>
                  <a:pt x="16200" y="4320"/>
                </a:lnTo>
                <a:lnTo>
                  <a:pt x="16200" y="5748"/>
                </a:lnTo>
                <a:lnTo>
                  <a:pt x="16200" y="7184"/>
                </a:lnTo>
                <a:lnTo>
                  <a:pt x="16200" y="8640"/>
                </a:lnTo>
                <a:lnTo>
                  <a:pt x="14415" y="8640"/>
                </a:lnTo>
                <a:lnTo>
                  <a:pt x="12620" y="8640"/>
                </a:lnTo>
                <a:lnTo>
                  <a:pt x="10800" y="8640"/>
                </a:lnTo>
                <a:lnTo>
                  <a:pt x="10989" y="9774"/>
                </a:lnTo>
                <a:lnTo>
                  <a:pt x="11181" y="10927"/>
                </a:lnTo>
                <a:lnTo>
                  <a:pt x="11316" y="12403"/>
                </a:lnTo>
                <a:lnTo>
                  <a:pt x="11402" y="13820"/>
                </a:lnTo>
                <a:lnTo>
                  <a:pt x="11416" y="15204"/>
                </a:lnTo>
                <a:lnTo>
                  <a:pt x="11337" y="16584"/>
                </a:lnTo>
                <a:lnTo>
                  <a:pt x="11140" y="17986"/>
                </a:lnTo>
                <a:lnTo>
                  <a:pt x="10800" y="19440"/>
                </a:lnTo>
                <a:lnTo>
                  <a:pt x="9083" y="20185"/>
                </a:lnTo>
                <a:lnTo>
                  <a:pt x="7360" y="20727"/>
                </a:lnTo>
                <a:lnTo>
                  <a:pt x="5611" y="21103"/>
                </a:lnTo>
                <a:lnTo>
                  <a:pt x="3815" y="21352"/>
                </a:lnTo>
                <a:lnTo>
                  <a:pt x="1952" y="21505"/>
                </a:lnTo>
                <a:lnTo>
                  <a:pt x="0" y="21600"/>
                </a:lnTo>
                <a:lnTo>
                  <a:pt x="0" y="20172"/>
                </a:lnTo>
                <a:lnTo>
                  <a:pt x="0" y="18736"/>
                </a:lnTo>
                <a:lnTo>
                  <a:pt x="0" y="17280"/>
                </a:lnTo>
                <a:lnTo>
                  <a:pt x="1604" y="17280"/>
                </a:lnTo>
                <a:lnTo>
                  <a:pt x="3213" y="17280"/>
                </a:lnTo>
                <a:lnTo>
                  <a:pt x="4828" y="17280"/>
                </a:lnTo>
                <a:lnTo>
                  <a:pt x="6456" y="17280"/>
                </a:lnTo>
                <a:lnTo>
                  <a:pt x="8100" y="17280"/>
                </a:lnTo>
                <a:lnTo>
                  <a:pt x="8006" y="16213"/>
                </a:lnTo>
                <a:lnTo>
                  <a:pt x="7911" y="15137"/>
                </a:lnTo>
                <a:lnTo>
                  <a:pt x="7816" y="14049"/>
                </a:lnTo>
                <a:lnTo>
                  <a:pt x="7741" y="12664"/>
                </a:lnTo>
                <a:lnTo>
                  <a:pt x="7668" y="11269"/>
                </a:lnTo>
                <a:lnTo>
                  <a:pt x="7592" y="9854"/>
                </a:lnTo>
                <a:lnTo>
                  <a:pt x="7552" y="9240"/>
                </a:lnTo>
                <a:lnTo>
                  <a:pt x="7479" y="8158"/>
                </a:lnTo>
                <a:lnTo>
                  <a:pt x="7309" y="5679"/>
                </a:lnTo>
                <a:lnTo>
                  <a:pt x="7571" y="4517"/>
                </a:lnTo>
                <a:lnTo>
                  <a:pt x="7833" y="3346"/>
                </a:lnTo>
                <a:lnTo>
                  <a:pt x="8100" y="2160"/>
                </a:lnTo>
                <a:lnTo>
                  <a:pt x="9839" y="1490"/>
                </a:lnTo>
                <a:lnTo>
                  <a:pt x="11475" y="974"/>
                </a:lnTo>
                <a:lnTo>
                  <a:pt x="13052" y="594"/>
                </a:lnTo>
                <a:lnTo>
                  <a:pt x="14612" y="326"/>
                </a:lnTo>
                <a:lnTo>
                  <a:pt x="16205" y="153"/>
                </a:lnTo>
                <a:lnTo>
                  <a:pt x="17869" y="54"/>
                </a:lnTo>
                <a:lnTo>
                  <a:pt x="19653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43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4" name="contour_10382"/>
          <p:cNvSpPr/>
          <p:nvPr/>
        </p:nvSpPr>
        <p:spPr>
          <a:xfrm>
            <a:off x="10286443" y="3069061"/>
            <a:ext cx="65592" cy="502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85"/>
                </a:moveTo>
                <a:lnTo>
                  <a:pt x="20582" y="4560"/>
                </a:lnTo>
                <a:lnTo>
                  <a:pt x="19562" y="6334"/>
                </a:lnTo>
                <a:lnTo>
                  <a:pt x="18540" y="8116"/>
                </a:lnTo>
                <a:lnTo>
                  <a:pt x="17513" y="9903"/>
                </a:lnTo>
                <a:lnTo>
                  <a:pt x="16483" y="11700"/>
                </a:lnTo>
                <a:lnTo>
                  <a:pt x="15444" y="13506"/>
                </a:lnTo>
                <a:lnTo>
                  <a:pt x="14400" y="15328"/>
                </a:lnTo>
                <a:lnTo>
                  <a:pt x="15588" y="16106"/>
                </a:lnTo>
                <a:lnTo>
                  <a:pt x="16783" y="16884"/>
                </a:lnTo>
                <a:lnTo>
                  <a:pt x="17983" y="17671"/>
                </a:lnTo>
                <a:lnTo>
                  <a:pt x="19200" y="18464"/>
                </a:lnTo>
                <a:lnTo>
                  <a:pt x="18038" y="19609"/>
                </a:lnTo>
                <a:lnTo>
                  <a:pt x="17150" y="20317"/>
                </a:lnTo>
                <a:lnTo>
                  <a:pt x="16087" y="20882"/>
                </a:lnTo>
                <a:lnTo>
                  <a:pt x="14400" y="21600"/>
                </a:lnTo>
                <a:lnTo>
                  <a:pt x="12857" y="20556"/>
                </a:lnTo>
                <a:lnTo>
                  <a:pt x="11710" y="19750"/>
                </a:lnTo>
                <a:lnTo>
                  <a:pt x="10747" y="19013"/>
                </a:lnTo>
                <a:lnTo>
                  <a:pt x="9766" y="18176"/>
                </a:lnTo>
                <a:lnTo>
                  <a:pt x="8551" y="17069"/>
                </a:lnTo>
                <a:lnTo>
                  <a:pt x="6900" y="15523"/>
                </a:lnTo>
                <a:lnTo>
                  <a:pt x="5604" y="14331"/>
                </a:lnTo>
                <a:lnTo>
                  <a:pt x="4301" y="13127"/>
                </a:lnTo>
                <a:lnTo>
                  <a:pt x="2981" y="11910"/>
                </a:lnTo>
                <a:lnTo>
                  <a:pt x="1997" y="10966"/>
                </a:lnTo>
                <a:lnTo>
                  <a:pt x="1003" y="10019"/>
                </a:lnTo>
                <a:lnTo>
                  <a:pt x="0" y="9056"/>
                </a:lnTo>
                <a:lnTo>
                  <a:pt x="2899" y="7670"/>
                </a:lnTo>
                <a:lnTo>
                  <a:pt x="4934" y="6786"/>
                </a:lnTo>
                <a:lnTo>
                  <a:pt x="6389" y="6356"/>
                </a:lnTo>
                <a:lnTo>
                  <a:pt x="7541" y="6328"/>
                </a:lnTo>
                <a:lnTo>
                  <a:pt x="8669" y="6657"/>
                </a:lnTo>
                <a:lnTo>
                  <a:pt x="10051" y="7294"/>
                </a:lnTo>
                <a:lnTo>
                  <a:pt x="11018" y="8169"/>
                </a:lnTo>
                <a:lnTo>
                  <a:pt x="12000" y="9056"/>
                </a:lnTo>
                <a:lnTo>
                  <a:pt x="12000" y="6984"/>
                </a:lnTo>
                <a:lnTo>
                  <a:pt x="12000" y="4898"/>
                </a:lnTo>
                <a:lnTo>
                  <a:pt x="12000" y="2785"/>
                </a:lnTo>
                <a:lnTo>
                  <a:pt x="13790" y="1101"/>
                </a:lnTo>
                <a:lnTo>
                  <a:pt x="15214" y="201"/>
                </a:lnTo>
                <a:lnTo>
                  <a:pt x="16488" y="0"/>
                </a:lnTo>
                <a:lnTo>
                  <a:pt x="17832" y="420"/>
                </a:lnTo>
                <a:lnTo>
                  <a:pt x="19462" y="1374"/>
                </a:lnTo>
                <a:lnTo>
                  <a:pt x="21600" y="2785"/>
                </a:lnTo>
                <a:close/>
              </a:path>
            </a:pathLst>
          </a:custGeom>
          <a:solidFill>
            <a:srgbClr val="555C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5" name="contour_10383"/>
          <p:cNvSpPr/>
          <p:nvPr/>
        </p:nvSpPr>
        <p:spPr>
          <a:xfrm>
            <a:off x="10417619" y="3083586"/>
            <a:ext cx="87456" cy="42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90" y="4195"/>
                </a:moveTo>
                <a:lnTo>
                  <a:pt x="19778" y="6002"/>
                </a:lnTo>
                <a:lnTo>
                  <a:pt x="20401" y="7273"/>
                </a:lnTo>
                <a:lnTo>
                  <a:pt x="20921" y="8607"/>
                </a:lnTo>
                <a:lnTo>
                  <a:pt x="21600" y="10608"/>
                </a:lnTo>
                <a:lnTo>
                  <a:pt x="21600" y="13030"/>
                </a:lnTo>
                <a:lnTo>
                  <a:pt x="21600" y="15466"/>
                </a:lnTo>
                <a:lnTo>
                  <a:pt x="21600" y="17936"/>
                </a:lnTo>
                <a:lnTo>
                  <a:pt x="21109" y="17778"/>
                </a:lnTo>
                <a:lnTo>
                  <a:pt x="20239" y="17504"/>
                </a:lnTo>
                <a:lnTo>
                  <a:pt x="18248" y="16877"/>
                </a:lnTo>
                <a:lnTo>
                  <a:pt x="17145" y="16565"/>
                </a:lnTo>
                <a:lnTo>
                  <a:pt x="16043" y="16258"/>
                </a:lnTo>
                <a:lnTo>
                  <a:pt x="14942" y="15950"/>
                </a:lnTo>
                <a:lnTo>
                  <a:pt x="13840" y="15646"/>
                </a:lnTo>
                <a:lnTo>
                  <a:pt x="12746" y="15290"/>
                </a:lnTo>
                <a:lnTo>
                  <a:pt x="11635" y="14931"/>
                </a:lnTo>
                <a:lnTo>
                  <a:pt x="10283" y="14591"/>
                </a:lnTo>
                <a:lnTo>
                  <a:pt x="9027" y="14349"/>
                </a:lnTo>
                <a:lnTo>
                  <a:pt x="7844" y="14261"/>
                </a:lnTo>
                <a:lnTo>
                  <a:pt x="6709" y="14374"/>
                </a:lnTo>
                <a:lnTo>
                  <a:pt x="5598" y="14737"/>
                </a:lnTo>
                <a:lnTo>
                  <a:pt x="4489" y="15404"/>
                </a:lnTo>
                <a:lnTo>
                  <a:pt x="3355" y="16426"/>
                </a:lnTo>
                <a:lnTo>
                  <a:pt x="2174" y="17852"/>
                </a:lnTo>
                <a:lnTo>
                  <a:pt x="1456" y="19090"/>
                </a:lnTo>
                <a:lnTo>
                  <a:pt x="734" y="20336"/>
                </a:lnTo>
                <a:lnTo>
                  <a:pt x="0" y="21600"/>
                </a:lnTo>
                <a:lnTo>
                  <a:pt x="74" y="17573"/>
                </a:lnTo>
                <a:lnTo>
                  <a:pt x="173" y="14726"/>
                </a:lnTo>
                <a:lnTo>
                  <a:pt x="344" y="12645"/>
                </a:lnTo>
                <a:lnTo>
                  <a:pt x="639" y="10926"/>
                </a:lnTo>
                <a:lnTo>
                  <a:pt x="1107" y="9160"/>
                </a:lnTo>
                <a:lnTo>
                  <a:pt x="1800" y="6944"/>
                </a:lnTo>
                <a:lnTo>
                  <a:pt x="2983" y="5661"/>
                </a:lnTo>
                <a:lnTo>
                  <a:pt x="4178" y="4448"/>
                </a:lnTo>
                <a:lnTo>
                  <a:pt x="5387" y="3334"/>
                </a:lnTo>
                <a:lnTo>
                  <a:pt x="6606" y="2341"/>
                </a:lnTo>
                <a:lnTo>
                  <a:pt x="7832" y="1491"/>
                </a:lnTo>
                <a:lnTo>
                  <a:pt x="9063" y="810"/>
                </a:lnTo>
                <a:lnTo>
                  <a:pt x="10298" y="315"/>
                </a:lnTo>
                <a:lnTo>
                  <a:pt x="11531" y="40"/>
                </a:lnTo>
                <a:lnTo>
                  <a:pt x="12762" y="0"/>
                </a:lnTo>
                <a:lnTo>
                  <a:pt x="13988" y="220"/>
                </a:lnTo>
                <a:lnTo>
                  <a:pt x="15206" y="729"/>
                </a:lnTo>
                <a:lnTo>
                  <a:pt x="16414" y="1543"/>
                </a:lnTo>
                <a:lnTo>
                  <a:pt x="17609" y="2693"/>
                </a:lnTo>
                <a:lnTo>
                  <a:pt x="18790" y="4195"/>
                </a:lnTo>
                <a:close/>
              </a:path>
            </a:pathLst>
          </a:custGeom>
          <a:solidFill>
            <a:srgbClr val="5A60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6" name="contour_10384"/>
          <p:cNvSpPr/>
          <p:nvPr/>
        </p:nvSpPr>
        <p:spPr>
          <a:xfrm>
            <a:off x="5141121" y="3088272"/>
            <a:ext cx="58304" cy="309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280"/>
                </a:moveTo>
                <a:lnTo>
                  <a:pt x="4887" y="559"/>
                </a:lnTo>
                <a:lnTo>
                  <a:pt x="6483" y="147"/>
                </a:lnTo>
                <a:lnTo>
                  <a:pt x="7943" y="0"/>
                </a:lnTo>
                <a:lnTo>
                  <a:pt x="9736" y="76"/>
                </a:lnTo>
                <a:lnTo>
                  <a:pt x="12317" y="325"/>
                </a:lnTo>
                <a:lnTo>
                  <a:pt x="14051" y="467"/>
                </a:lnTo>
                <a:lnTo>
                  <a:pt x="15795" y="605"/>
                </a:lnTo>
                <a:lnTo>
                  <a:pt x="17561" y="747"/>
                </a:lnTo>
                <a:lnTo>
                  <a:pt x="18895" y="919"/>
                </a:lnTo>
                <a:lnTo>
                  <a:pt x="20239" y="1097"/>
                </a:lnTo>
                <a:lnTo>
                  <a:pt x="21600" y="1280"/>
                </a:lnTo>
                <a:lnTo>
                  <a:pt x="21155" y="4633"/>
                </a:lnTo>
                <a:lnTo>
                  <a:pt x="20709" y="7991"/>
                </a:lnTo>
                <a:lnTo>
                  <a:pt x="20261" y="11364"/>
                </a:lnTo>
                <a:lnTo>
                  <a:pt x="19810" y="14752"/>
                </a:lnTo>
                <a:lnTo>
                  <a:pt x="19356" y="18161"/>
                </a:lnTo>
                <a:lnTo>
                  <a:pt x="18900" y="21600"/>
                </a:lnTo>
                <a:lnTo>
                  <a:pt x="17029" y="21097"/>
                </a:lnTo>
                <a:lnTo>
                  <a:pt x="15155" y="20594"/>
                </a:lnTo>
                <a:lnTo>
                  <a:pt x="13281" y="20091"/>
                </a:lnTo>
                <a:lnTo>
                  <a:pt x="11405" y="19583"/>
                </a:lnTo>
                <a:lnTo>
                  <a:pt x="9520" y="19080"/>
                </a:lnTo>
                <a:lnTo>
                  <a:pt x="7633" y="18572"/>
                </a:lnTo>
                <a:lnTo>
                  <a:pt x="5738" y="18064"/>
                </a:lnTo>
                <a:lnTo>
                  <a:pt x="3834" y="17551"/>
                </a:lnTo>
                <a:lnTo>
                  <a:pt x="1922" y="17038"/>
                </a:lnTo>
                <a:lnTo>
                  <a:pt x="0" y="16520"/>
                </a:lnTo>
                <a:lnTo>
                  <a:pt x="535" y="13503"/>
                </a:lnTo>
                <a:lnTo>
                  <a:pt x="1072" y="10475"/>
                </a:lnTo>
                <a:lnTo>
                  <a:pt x="1609" y="7437"/>
                </a:lnTo>
                <a:lnTo>
                  <a:pt x="2152" y="4374"/>
                </a:lnTo>
                <a:lnTo>
                  <a:pt x="2700" y="1280"/>
                </a:lnTo>
                <a:close/>
              </a:path>
            </a:pathLst>
          </a:custGeom>
          <a:solidFill>
            <a:srgbClr val="CBCC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7" name="contour_10385"/>
          <p:cNvSpPr/>
          <p:nvPr/>
        </p:nvSpPr>
        <p:spPr>
          <a:xfrm>
            <a:off x="4047922" y="3053668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340" y="1922"/>
                </a:lnTo>
                <a:lnTo>
                  <a:pt x="14312" y="3842"/>
                </a:lnTo>
                <a:lnTo>
                  <a:pt x="15259" y="5758"/>
                </a:lnTo>
                <a:lnTo>
                  <a:pt x="16178" y="7677"/>
                </a:lnTo>
                <a:lnTo>
                  <a:pt x="17064" y="9606"/>
                </a:lnTo>
                <a:lnTo>
                  <a:pt x="17916" y="11547"/>
                </a:lnTo>
                <a:lnTo>
                  <a:pt x="18733" y="13503"/>
                </a:lnTo>
                <a:lnTo>
                  <a:pt x="19514" y="15484"/>
                </a:lnTo>
                <a:lnTo>
                  <a:pt x="20252" y="17490"/>
                </a:lnTo>
                <a:lnTo>
                  <a:pt x="20949" y="19526"/>
                </a:lnTo>
                <a:lnTo>
                  <a:pt x="21600" y="21600"/>
                </a:lnTo>
                <a:lnTo>
                  <a:pt x="19502" y="21406"/>
                </a:lnTo>
                <a:lnTo>
                  <a:pt x="17416" y="21196"/>
                </a:lnTo>
                <a:lnTo>
                  <a:pt x="15345" y="20958"/>
                </a:lnTo>
                <a:lnTo>
                  <a:pt x="13284" y="20687"/>
                </a:lnTo>
                <a:lnTo>
                  <a:pt x="11232" y="20372"/>
                </a:lnTo>
                <a:lnTo>
                  <a:pt x="9186" y="20005"/>
                </a:lnTo>
                <a:lnTo>
                  <a:pt x="7150" y="19579"/>
                </a:lnTo>
                <a:lnTo>
                  <a:pt x="5116" y="19085"/>
                </a:lnTo>
                <a:lnTo>
                  <a:pt x="3086" y="18514"/>
                </a:lnTo>
                <a:lnTo>
                  <a:pt x="1765" y="16126"/>
                </a:lnTo>
                <a:lnTo>
                  <a:pt x="944" y="14450"/>
                </a:lnTo>
                <a:lnTo>
                  <a:pt x="475" y="13043"/>
                </a:lnTo>
                <a:lnTo>
                  <a:pt x="210" y="11460"/>
                </a:lnTo>
                <a:lnTo>
                  <a:pt x="0" y="9257"/>
                </a:lnTo>
                <a:lnTo>
                  <a:pt x="2037" y="9257"/>
                </a:lnTo>
                <a:lnTo>
                  <a:pt x="4076" y="9257"/>
                </a:lnTo>
                <a:lnTo>
                  <a:pt x="6125" y="9257"/>
                </a:lnTo>
                <a:lnTo>
                  <a:pt x="8183" y="9257"/>
                </a:lnTo>
                <a:lnTo>
                  <a:pt x="10254" y="9257"/>
                </a:lnTo>
                <a:lnTo>
                  <a:pt x="12343" y="9257"/>
                </a:lnTo>
                <a:lnTo>
                  <a:pt x="12343" y="7424"/>
                </a:lnTo>
                <a:lnTo>
                  <a:pt x="12343" y="5585"/>
                </a:lnTo>
                <a:lnTo>
                  <a:pt x="12343" y="3740"/>
                </a:lnTo>
                <a:lnTo>
                  <a:pt x="12343" y="1879"/>
                </a:lnTo>
                <a:lnTo>
                  <a:pt x="12343" y="0"/>
                </a:lnTo>
                <a:close/>
              </a:path>
            </a:pathLst>
          </a:custGeom>
          <a:solidFill>
            <a:srgbClr val="626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8" name="contour_10386"/>
          <p:cNvSpPr/>
          <p:nvPr/>
        </p:nvSpPr>
        <p:spPr>
          <a:xfrm>
            <a:off x="10505082" y="3067005"/>
            <a:ext cx="79228" cy="522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69" y="5784"/>
                </a:moveTo>
                <a:lnTo>
                  <a:pt x="20666" y="7989"/>
                </a:lnTo>
                <a:lnTo>
                  <a:pt x="21205" y="9818"/>
                </a:lnTo>
                <a:lnTo>
                  <a:pt x="21509" y="11490"/>
                </a:lnTo>
                <a:lnTo>
                  <a:pt x="21600" y="13234"/>
                </a:lnTo>
                <a:lnTo>
                  <a:pt x="21501" y="15274"/>
                </a:lnTo>
                <a:lnTo>
                  <a:pt x="21236" y="17834"/>
                </a:lnTo>
                <a:lnTo>
                  <a:pt x="20895" y="18771"/>
                </a:lnTo>
                <a:lnTo>
                  <a:pt x="19869" y="21600"/>
                </a:lnTo>
                <a:lnTo>
                  <a:pt x="19396" y="20238"/>
                </a:lnTo>
                <a:lnTo>
                  <a:pt x="18916" y="18859"/>
                </a:lnTo>
                <a:lnTo>
                  <a:pt x="18177" y="17075"/>
                </a:lnTo>
                <a:lnTo>
                  <a:pt x="17441" y="15415"/>
                </a:lnTo>
                <a:lnTo>
                  <a:pt x="16676" y="13861"/>
                </a:lnTo>
                <a:lnTo>
                  <a:pt x="15856" y="12382"/>
                </a:lnTo>
                <a:lnTo>
                  <a:pt x="14944" y="10954"/>
                </a:lnTo>
                <a:lnTo>
                  <a:pt x="13909" y="9550"/>
                </a:lnTo>
                <a:lnTo>
                  <a:pt x="12544" y="9502"/>
                </a:lnTo>
                <a:lnTo>
                  <a:pt x="11206" y="9613"/>
                </a:lnTo>
                <a:lnTo>
                  <a:pt x="9893" y="9869"/>
                </a:lnTo>
                <a:lnTo>
                  <a:pt x="8603" y="10255"/>
                </a:lnTo>
                <a:lnTo>
                  <a:pt x="7334" y="10764"/>
                </a:lnTo>
                <a:lnTo>
                  <a:pt x="6082" y="11375"/>
                </a:lnTo>
                <a:lnTo>
                  <a:pt x="4846" y="12080"/>
                </a:lnTo>
                <a:lnTo>
                  <a:pt x="3622" y="12867"/>
                </a:lnTo>
                <a:lnTo>
                  <a:pt x="2408" y="13719"/>
                </a:lnTo>
                <a:lnTo>
                  <a:pt x="1202" y="14626"/>
                </a:lnTo>
                <a:lnTo>
                  <a:pt x="0" y="15575"/>
                </a:lnTo>
                <a:lnTo>
                  <a:pt x="81" y="12150"/>
                </a:lnTo>
                <a:lnTo>
                  <a:pt x="189" y="9737"/>
                </a:lnTo>
                <a:lnTo>
                  <a:pt x="378" y="8001"/>
                </a:lnTo>
                <a:lnTo>
                  <a:pt x="703" y="6613"/>
                </a:lnTo>
                <a:lnTo>
                  <a:pt x="1222" y="5230"/>
                </a:lnTo>
                <a:lnTo>
                  <a:pt x="1987" y="3525"/>
                </a:lnTo>
                <a:lnTo>
                  <a:pt x="3423" y="2660"/>
                </a:lnTo>
                <a:lnTo>
                  <a:pt x="4884" y="1874"/>
                </a:lnTo>
                <a:lnTo>
                  <a:pt x="6356" y="1190"/>
                </a:lnTo>
                <a:lnTo>
                  <a:pt x="7834" y="633"/>
                </a:lnTo>
                <a:lnTo>
                  <a:pt x="9307" y="232"/>
                </a:lnTo>
                <a:lnTo>
                  <a:pt x="10767" y="12"/>
                </a:lnTo>
                <a:lnTo>
                  <a:pt x="12206" y="0"/>
                </a:lnTo>
                <a:lnTo>
                  <a:pt x="13613" y="223"/>
                </a:lnTo>
                <a:lnTo>
                  <a:pt x="14980" y="708"/>
                </a:lnTo>
                <a:lnTo>
                  <a:pt x="16297" y="1479"/>
                </a:lnTo>
                <a:lnTo>
                  <a:pt x="17557" y="2567"/>
                </a:lnTo>
                <a:lnTo>
                  <a:pt x="18751" y="3992"/>
                </a:lnTo>
                <a:lnTo>
                  <a:pt x="19869" y="5784"/>
                </a:lnTo>
                <a:close/>
              </a:path>
            </a:pathLst>
          </a:custGeom>
          <a:solidFill>
            <a:srgbClr val="535D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89" name="contour_10387"/>
          <p:cNvSpPr/>
          <p:nvPr/>
        </p:nvSpPr>
        <p:spPr>
          <a:xfrm>
            <a:off x="7123454" y="3082820"/>
            <a:ext cx="72880" cy="603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708" y="0"/>
                </a:lnTo>
                <a:lnTo>
                  <a:pt x="20144" y="0"/>
                </a:lnTo>
                <a:lnTo>
                  <a:pt x="21600" y="0"/>
                </a:lnTo>
                <a:lnTo>
                  <a:pt x="21600" y="1724"/>
                </a:lnTo>
                <a:lnTo>
                  <a:pt x="21600" y="3458"/>
                </a:lnTo>
                <a:lnTo>
                  <a:pt x="21600" y="5216"/>
                </a:lnTo>
                <a:lnTo>
                  <a:pt x="20172" y="5216"/>
                </a:lnTo>
                <a:lnTo>
                  <a:pt x="18736" y="5216"/>
                </a:lnTo>
                <a:lnTo>
                  <a:pt x="17280" y="5216"/>
                </a:lnTo>
                <a:lnTo>
                  <a:pt x="17280" y="3492"/>
                </a:lnTo>
                <a:lnTo>
                  <a:pt x="17280" y="1758"/>
                </a:lnTo>
                <a:lnTo>
                  <a:pt x="17280" y="0"/>
                </a:lnTo>
                <a:lnTo>
                  <a:pt x="12960" y="5216"/>
                </a:lnTo>
                <a:lnTo>
                  <a:pt x="14029" y="5862"/>
                </a:lnTo>
                <a:lnTo>
                  <a:pt x="15103" y="6509"/>
                </a:lnTo>
                <a:lnTo>
                  <a:pt x="16185" y="7163"/>
                </a:lnTo>
                <a:lnTo>
                  <a:pt x="17280" y="7823"/>
                </a:lnTo>
                <a:lnTo>
                  <a:pt x="16692" y="9409"/>
                </a:lnTo>
                <a:lnTo>
                  <a:pt x="16092" y="10958"/>
                </a:lnTo>
                <a:lnTo>
                  <a:pt x="15470" y="12470"/>
                </a:lnTo>
                <a:lnTo>
                  <a:pt x="14820" y="13949"/>
                </a:lnTo>
                <a:lnTo>
                  <a:pt x="14129" y="15394"/>
                </a:lnTo>
                <a:lnTo>
                  <a:pt x="13390" y="16804"/>
                </a:lnTo>
                <a:lnTo>
                  <a:pt x="12595" y="18186"/>
                </a:lnTo>
                <a:lnTo>
                  <a:pt x="11735" y="19537"/>
                </a:lnTo>
                <a:lnTo>
                  <a:pt x="10800" y="20862"/>
                </a:lnTo>
                <a:lnTo>
                  <a:pt x="9219" y="21266"/>
                </a:lnTo>
                <a:lnTo>
                  <a:pt x="7681" y="21506"/>
                </a:lnTo>
                <a:lnTo>
                  <a:pt x="6167" y="21600"/>
                </a:lnTo>
                <a:lnTo>
                  <a:pt x="4659" y="21566"/>
                </a:lnTo>
                <a:lnTo>
                  <a:pt x="3141" y="21417"/>
                </a:lnTo>
                <a:lnTo>
                  <a:pt x="1594" y="21178"/>
                </a:lnTo>
                <a:lnTo>
                  <a:pt x="0" y="20862"/>
                </a:lnTo>
                <a:lnTo>
                  <a:pt x="611" y="19386"/>
                </a:lnTo>
                <a:lnTo>
                  <a:pt x="1223" y="17910"/>
                </a:lnTo>
                <a:lnTo>
                  <a:pt x="1836" y="16429"/>
                </a:lnTo>
                <a:lnTo>
                  <a:pt x="2452" y="14942"/>
                </a:lnTo>
                <a:lnTo>
                  <a:pt x="3072" y="13448"/>
                </a:lnTo>
                <a:lnTo>
                  <a:pt x="3694" y="11946"/>
                </a:lnTo>
                <a:lnTo>
                  <a:pt x="4320" y="10431"/>
                </a:lnTo>
                <a:lnTo>
                  <a:pt x="4320" y="12155"/>
                </a:lnTo>
                <a:lnTo>
                  <a:pt x="4320" y="13889"/>
                </a:lnTo>
                <a:lnTo>
                  <a:pt x="4320" y="15647"/>
                </a:lnTo>
                <a:lnTo>
                  <a:pt x="5748" y="15647"/>
                </a:lnTo>
                <a:lnTo>
                  <a:pt x="7184" y="15647"/>
                </a:lnTo>
                <a:lnTo>
                  <a:pt x="8640" y="15647"/>
                </a:lnTo>
                <a:lnTo>
                  <a:pt x="8640" y="13923"/>
                </a:lnTo>
                <a:lnTo>
                  <a:pt x="8640" y="12189"/>
                </a:lnTo>
                <a:lnTo>
                  <a:pt x="8640" y="10431"/>
                </a:lnTo>
                <a:lnTo>
                  <a:pt x="10068" y="10431"/>
                </a:lnTo>
                <a:lnTo>
                  <a:pt x="11504" y="10431"/>
                </a:lnTo>
                <a:lnTo>
                  <a:pt x="12960" y="10431"/>
                </a:lnTo>
                <a:lnTo>
                  <a:pt x="12960" y="8707"/>
                </a:lnTo>
                <a:lnTo>
                  <a:pt x="12960" y="6973"/>
                </a:lnTo>
                <a:lnTo>
                  <a:pt x="12960" y="5216"/>
                </a:lnTo>
                <a:lnTo>
                  <a:pt x="17280" y="0"/>
                </a:lnTo>
                <a:close/>
              </a:path>
            </a:pathLst>
          </a:custGeom>
          <a:solidFill>
            <a:srgbClr val="CCDE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0" name="contour_10388"/>
          <p:cNvSpPr/>
          <p:nvPr/>
        </p:nvSpPr>
        <p:spPr>
          <a:xfrm>
            <a:off x="10949650" y="3060956"/>
            <a:ext cx="65592" cy="30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4" y="0"/>
                </a:lnTo>
                <a:lnTo>
                  <a:pt x="15170" y="0"/>
                </a:lnTo>
                <a:lnTo>
                  <a:pt x="16764" y="0"/>
                </a:lnTo>
                <a:lnTo>
                  <a:pt x="18365" y="0"/>
                </a:lnTo>
                <a:lnTo>
                  <a:pt x="19975" y="0"/>
                </a:lnTo>
                <a:lnTo>
                  <a:pt x="21600" y="0"/>
                </a:lnTo>
                <a:lnTo>
                  <a:pt x="21216" y="3445"/>
                </a:lnTo>
                <a:lnTo>
                  <a:pt x="20779" y="6650"/>
                </a:lnTo>
                <a:lnTo>
                  <a:pt x="20263" y="9650"/>
                </a:lnTo>
                <a:lnTo>
                  <a:pt x="19637" y="12492"/>
                </a:lnTo>
                <a:lnTo>
                  <a:pt x="18869" y="15211"/>
                </a:lnTo>
                <a:lnTo>
                  <a:pt x="17933" y="17848"/>
                </a:lnTo>
                <a:lnTo>
                  <a:pt x="16800" y="20445"/>
                </a:lnTo>
                <a:lnTo>
                  <a:pt x="15106" y="20936"/>
                </a:lnTo>
                <a:lnTo>
                  <a:pt x="13423" y="21283"/>
                </a:lnTo>
                <a:lnTo>
                  <a:pt x="11748" y="21503"/>
                </a:lnTo>
                <a:lnTo>
                  <a:pt x="10078" y="21600"/>
                </a:lnTo>
                <a:lnTo>
                  <a:pt x="8410" y="21595"/>
                </a:lnTo>
                <a:lnTo>
                  <a:pt x="6742" y="21498"/>
                </a:lnTo>
                <a:lnTo>
                  <a:pt x="5069" y="21319"/>
                </a:lnTo>
                <a:lnTo>
                  <a:pt x="3391" y="21079"/>
                </a:lnTo>
                <a:lnTo>
                  <a:pt x="1702" y="20782"/>
                </a:lnTo>
                <a:lnTo>
                  <a:pt x="0" y="20445"/>
                </a:lnTo>
                <a:lnTo>
                  <a:pt x="475" y="17409"/>
                </a:lnTo>
                <a:lnTo>
                  <a:pt x="953" y="14363"/>
                </a:lnTo>
                <a:lnTo>
                  <a:pt x="1430" y="11306"/>
                </a:lnTo>
                <a:lnTo>
                  <a:pt x="1913" y="8224"/>
                </a:lnTo>
                <a:lnTo>
                  <a:pt x="2400" y="5111"/>
                </a:lnTo>
                <a:lnTo>
                  <a:pt x="3106" y="5484"/>
                </a:lnTo>
                <a:lnTo>
                  <a:pt x="3811" y="5863"/>
                </a:lnTo>
                <a:lnTo>
                  <a:pt x="4788" y="6384"/>
                </a:lnTo>
                <a:lnTo>
                  <a:pt x="6300" y="7186"/>
                </a:lnTo>
                <a:lnTo>
                  <a:pt x="8616" y="8418"/>
                </a:lnTo>
                <a:lnTo>
                  <a:pt x="12000" y="10222"/>
                </a:lnTo>
                <a:lnTo>
                  <a:pt x="12000" y="6844"/>
                </a:lnTo>
                <a:lnTo>
                  <a:pt x="12000" y="3445"/>
                </a:lnTo>
                <a:lnTo>
                  <a:pt x="12000" y="0"/>
                </a:lnTo>
                <a:close/>
              </a:path>
            </a:pathLst>
          </a:custGeom>
          <a:solidFill>
            <a:srgbClr val="6263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1" name="contour_10389"/>
          <p:cNvSpPr/>
          <p:nvPr/>
        </p:nvSpPr>
        <p:spPr>
          <a:xfrm>
            <a:off x="10263784" y="3053668"/>
            <a:ext cx="6638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86" y="0"/>
                </a:moveTo>
                <a:lnTo>
                  <a:pt x="15895" y="713"/>
                </a:lnTo>
                <a:lnTo>
                  <a:pt x="17308" y="1429"/>
                </a:lnTo>
                <a:lnTo>
                  <a:pt x="18726" y="2146"/>
                </a:lnTo>
                <a:lnTo>
                  <a:pt x="20156" y="2869"/>
                </a:lnTo>
                <a:lnTo>
                  <a:pt x="21600" y="3600"/>
                </a:lnTo>
                <a:lnTo>
                  <a:pt x="21588" y="7762"/>
                </a:lnTo>
                <a:lnTo>
                  <a:pt x="21512" y="10688"/>
                </a:lnTo>
                <a:lnTo>
                  <a:pt x="21304" y="12773"/>
                </a:lnTo>
                <a:lnTo>
                  <a:pt x="20898" y="14422"/>
                </a:lnTo>
                <a:lnTo>
                  <a:pt x="20227" y="16031"/>
                </a:lnTo>
                <a:lnTo>
                  <a:pt x="19229" y="18000"/>
                </a:lnTo>
                <a:lnTo>
                  <a:pt x="17659" y="18594"/>
                </a:lnTo>
                <a:lnTo>
                  <a:pt x="16092" y="19112"/>
                </a:lnTo>
                <a:lnTo>
                  <a:pt x="14524" y="19566"/>
                </a:lnTo>
                <a:lnTo>
                  <a:pt x="12957" y="19955"/>
                </a:lnTo>
                <a:lnTo>
                  <a:pt x="11387" y="20293"/>
                </a:lnTo>
                <a:lnTo>
                  <a:pt x="9817" y="20578"/>
                </a:lnTo>
                <a:lnTo>
                  <a:pt x="8240" y="20822"/>
                </a:lnTo>
                <a:lnTo>
                  <a:pt x="6661" y="21028"/>
                </a:lnTo>
                <a:lnTo>
                  <a:pt x="5072" y="21204"/>
                </a:lnTo>
                <a:lnTo>
                  <a:pt x="3476" y="21355"/>
                </a:lnTo>
                <a:lnTo>
                  <a:pt x="1873" y="21485"/>
                </a:lnTo>
                <a:lnTo>
                  <a:pt x="258" y="21600"/>
                </a:lnTo>
                <a:lnTo>
                  <a:pt x="85" y="18983"/>
                </a:lnTo>
                <a:lnTo>
                  <a:pt x="0" y="17111"/>
                </a:lnTo>
                <a:lnTo>
                  <a:pt x="0" y="15469"/>
                </a:lnTo>
                <a:lnTo>
                  <a:pt x="85" y="13540"/>
                </a:lnTo>
                <a:lnTo>
                  <a:pt x="258" y="10800"/>
                </a:lnTo>
                <a:lnTo>
                  <a:pt x="1762" y="9875"/>
                </a:lnTo>
                <a:lnTo>
                  <a:pt x="2865" y="9356"/>
                </a:lnTo>
                <a:lnTo>
                  <a:pt x="4109" y="9054"/>
                </a:lnTo>
                <a:lnTo>
                  <a:pt x="6040" y="8777"/>
                </a:lnTo>
                <a:lnTo>
                  <a:pt x="7963" y="8492"/>
                </a:lnTo>
                <a:lnTo>
                  <a:pt x="9236" y="8230"/>
                </a:lnTo>
                <a:lnTo>
                  <a:pt x="10431" y="7852"/>
                </a:lnTo>
                <a:lnTo>
                  <a:pt x="12115" y="7200"/>
                </a:lnTo>
                <a:lnTo>
                  <a:pt x="13033" y="5008"/>
                </a:lnTo>
                <a:lnTo>
                  <a:pt x="13585" y="3528"/>
                </a:lnTo>
                <a:lnTo>
                  <a:pt x="13995" y="2084"/>
                </a:lnTo>
                <a:lnTo>
                  <a:pt x="14486" y="0"/>
                </a:lnTo>
                <a:close/>
              </a:path>
            </a:pathLst>
          </a:custGeom>
          <a:solidFill>
            <a:srgbClr val="A0AC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2" name="contour_10390"/>
          <p:cNvSpPr/>
          <p:nvPr/>
        </p:nvSpPr>
        <p:spPr>
          <a:xfrm>
            <a:off x="7611750" y="3051227"/>
            <a:ext cx="57991" cy="753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0"/>
                </a:moveTo>
                <a:lnTo>
                  <a:pt x="2022" y="393"/>
                </a:lnTo>
                <a:lnTo>
                  <a:pt x="3969" y="165"/>
                </a:lnTo>
                <a:lnTo>
                  <a:pt x="5866" y="29"/>
                </a:lnTo>
                <a:lnTo>
                  <a:pt x="7745" y="0"/>
                </a:lnTo>
                <a:lnTo>
                  <a:pt x="9634" y="92"/>
                </a:lnTo>
                <a:lnTo>
                  <a:pt x="11567" y="322"/>
                </a:lnTo>
                <a:lnTo>
                  <a:pt x="13573" y="700"/>
                </a:lnTo>
                <a:lnTo>
                  <a:pt x="14751" y="1793"/>
                </a:lnTo>
                <a:lnTo>
                  <a:pt x="15867" y="2920"/>
                </a:lnTo>
                <a:lnTo>
                  <a:pt x="16904" y="4082"/>
                </a:lnTo>
                <a:lnTo>
                  <a:pt x="17862" y="5275"/>
                </a:lnTo>
                <a:lnTo>
                  <a:pt x="18728" y="6502"/>
                </a:lnTo>
                <a:lnTo>
                  <a:pt x="19496" y="7758"/>
                </a:lnTo>
                <a:lnTo>
                  <a:pt x="20159" y="9048"/>
                </a:lnTo>
                <a:lnTo>
                  <a:pt x="20704" y="10366"/>
                </a:lnTo>
                <a:lnTo>
                  <a:pt x="21133" y="11716"/>
                </a:lnTo>
                <a:lnTo>
                  <a:pt x="21429" y="13094"/>
                </a:lnTo>
                <a:lnTo>
                  <a:pt x="21586" y="14500"/>
                </a:lnTo>
                <a:lnTo>
                  <a:pt x="21600" y="15934"/>
                </a:lnTo>
                <a:lnTo>
                  <a:pt x="21228" y="17069"/>
                </a:lnTo>
                <a:lnTo>
                  <a:pt x="20908" y="17930"/>
                </a:lnTo>
                <a:lnTo>
                  <a:pt x="20514" y="18791"/>
                </a:lnTo>
                <a:lnTo>
                  <a:pt x="19920" y="19924"/>
                </a:lnTo>
                <a:lnTo>
                  <a:pt x="19002" y="21600"/>
                </a:lnTo>
                <a:lnTo>
                  <a:pt x="18655" y="20954"/>
                </a:lnTo>
                <a:lnTo>
                  <a:pt x="17601" y="19004"/>
                </a:lnTo>
                <a:lnTo>
                  <a:pt x="16649" y="17401"/>
                </a:lnTo>
                <a:lnTo>
                  <a:pt x="15726" y="15934"/>
                </a:lnTo>
                <a:lnTo>
                  <a:pt x="14816" y="14590"/>
                </a:lnTo>
                <a:lnTo>
                  <a:pt x="13901" y="13359"/>
                </a:lnTo>
                <a:lnTo>
                  <a:pt x="12959" y="12229"/>
                </a:lnTo>
                <a:lnTo>
                  <a:pt x="11969" y="11190"/>
                </a:lnTo>
                <a:lnTo>
                  <a:pt x="10915" y="10233"/>
                </a:lnTo>
                <a:lnTo>
                  <a:pt x="9773" y="9344"/>
                </a:lnTo>
                <a:lnTo>
                  <a:pt x="8524" y="8517"/>
                </a:lnTo>
                <a:lnTo>
                  <a:pt x="7150" y="7735"/>
                </a:lnTo>
                <a:lnTo>
                  <a:pt x="5630" y="6991"/>
                </a:lnTo>
                <a:lnTo>
                  <a:pt x="3944" y="6276"/>
                </a:lnTo>
                <a:lnTo>
                  <a:pt x="2074" y="5576"/>
                </a:lnTo>
                <a:lnTo>
                  <a:pt x="0" y="4880"/>
                </a:lnTo>
                <a:lnTo>
                  <a:pt x="0" y="3499"/>
                </a:lnTo>
                <a:lnTo>
                  <a:pt x="0" y="2109"/>
                </a:lnTo>
                <a:lnTo>
                  <a:pt x="0" y="700"/>
                </a:lnTo>
                <a:close/>
              </a:path>
            </a:pathLst>
          </a:custGeom>
          <a:solidFill>
            <a:srgbClr val="D9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3" name="contour_10391"/>
          <p:cNvSpPr/>
          <p:nvPr/>
        </p:nvSpPr>
        <p:spPr>
          <a:xfrm>
            <a:off x="10060508" y="3022694"/>
            <a:ext cx="58391" cy="326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37" y="0"/>
                </a:moveTo>
                <a:lnTo>
                  <a:pt x="16898" y="246"/>
                </a:lnTo>
                <a:lnTo>
                  <a:pt x="18459" y="521"/>
                </a:lnTo>
                <a:lnTo>
                  <a:pt x="20015" y="839"/>
                </a:lnTo>
                <a:lnTo>
                  <a:pt x="21568" y="1205"/>
                </a:lnTo>
                <a:lnTo>
                  <a:pt x="21600" y="4840"/>
                </a:lnTo>
                <a:lnTo>
                  <a:pt x="21516" y="8214"/>
                </a:lnTo>
                <a:lnTo>
                  <a:pt x="21260" y="11395"/>
                </a:lnTo>
                <a:lnTo>
                  <a:pt x="20775" y="14456"/>
                </a:lnTo>
                <a:lnTo>
                  <a:pt x="19999" y="17464"/>
                </a:lnTo>
                <a:lnTo>
                  <a:pt x="18872" y="20486"/>
                </a:lnTo>
                <a:lnTo>
                  <a:pt x="16974" y="20969"/>
                </a:lnTo>
                <a:lnTo>
                  <a:pt x="15084" y="21301"/>
                </a:lnTo>
                <a:lnTo>
                  <a:pt x="13202" y="21508"/>
                </a:lnTo>
                <a:lnTo>
                  <a:pt x="11326" y="21600"/>
                </a:lnTo>
                <a:lnTo>
                  <a:pt x="9452" y="21586"/>
                </a:lnTo>
                <a:lnTo>
                  <a:pt x="7576" y="21484"/>
                </a:lnTo>
                <a:lnTo>
                  <a:pt x="5697" y="21311"/>
                </a:lnTo>
                <a:lnTo>
                  <a:pt x="3809" y="21079"/>
                </a:lnTo>
                <a:lnTo>
                  <a:pt x="1911" y="20800"/>
                </a:lnTo>
                <a:lnTo>
                  <a:pt x="0" y="20486"/>
                </a:lnTo>
                <a:lnTo>
                  <a:pt x="1154" y="16794"/>
                </a:lnTo>
                <a:lnTo>
                  <a:pt x="2275" y="13420"/>
                </a:lnTo>
                <a:lnTo>
                  <a:pt x="3413" y="10378"/>
                </a:lnTo>
                <a:lnTo>
                  <a:pt x="4605" y="7693"/>
                </a:lnTo>
                <a:lnTo>
                  <a:pt x="5899" y="5375"/>
                </a:lnTo>
                <a:lnTo>
                  <a:pt x="7333" y="3447"/>
                </a:lnTo>
                <a:lnTo>
                  <a:pt x="8951" y="1928"/>
                </a:lnTo>
                <a:lnTo>
                  <a:pt x="10795" y="834"/>
                </a:lnTo>
                <a:lnTo>
                  <a:pt x="12911" y="188"/>
                </a:lnTo>
                <a:lnTo>
                  <a:pt x="15337" y="0"/>
                </a:lnTo>
                <a:close/>
              </a:path>
            </a:pathLst>
          </a:custGeom>
          <a:solidFill>
            <a:srgbClr val="DB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4" name="contour_10392"/>
          <p:cNvSpPr/>
          <p:nvPr/>
        </p:nvSpPr>
        <p:spPr>
          <a:xfrm>
            <a:off x="10964226" y="2975089"/>
            <a:ext cx="51016" cy="494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91"/>
                </a:moveTo>
                <a:lnTo>
                  <a:pt x="21261" y="4593"/>
                </a:lnTo>
                <a:lnTo>
                  <a:pt x="20921" y="6698"/>
                </a:lnTo>
                <a:lnTo>
                  <a:pt x="20582" y="8803"/>
                </a:lnTo>
                <a:lnTo>
                  <a:pt x="20239" y="10915"/>
                </a:lnTo>
                <a:lnTo>
                  <a:pt x="19897" y="13033"/>
                </a:lnTo>
                <a:lnTo>
                  <a:pt x="19554" y="15160"/>
                </a:lnTo>
                <a:lnTo>
                  <a:pt x="19209" y="17294"/>
                </a:lnTo>
                <a:lnTo>
                  <a:pt x="18863" y="19441"/>
                </a:lnTo>
                <a:lnTo>
                  <a:pt x="18514" y="21600"/>
                </a:lnTo>
                <a:lnTo>
                  <a:pt x="16219" y="21192"/>
                </a:lnTo>
                <a:lnTo>
                  <a:pt x="14589" y="20823"/>
                </a:lnTo>
                <a:lnTo>
                  <a:pt x="13182" y="20339"/>
                </a:lnTo>
                <a:lnTo>
                  <a:pt x="11553" y="19587"/>
                </a:lnTo>
                <a:lnTo>
                  <a:pt x="9257" y="18415"/>
                </a:lnTo>
                <a:lnTo>
                  <a:pt x="9257" y="16291"/>
                </a:lnTo>
                <a:lnTo>
                  <a:pt x="9257" y="14170"/>
                </a:lnTo>
                <a:lnTo>
                  <a:pt x="9257" y="12045"/>
                </a:lnTo>
                <a:lnTo>
                  <a:pt x="9257" y="9921"/>
                </a:lnTo>
                <a:lnTo>
                  <a:pt x="9257" y="7800"/>
                </a:lnTo>
                <a:lnTo>
                  <a:pt x="9257" y="5675"/>
                </a:lnTo>
                <a:lnTo>
                  <a:pt x="6961" y="4503"/>
                </a:lnTo>
                <a:lnTo>
                  <a:pt x="5332" y="3752"/>
                </a:lnTo>
                <a:lnTo>
                  <a:pt x="3925" y="3268"/>
                </a:lnTo>
                <a:lnTo>
                  <a:pt x="2296" y="2898"/>
                </a:lnTo>
                <a:lnTo>
                  <a:pt x="0" y="2491"/>
                </a:lnTo>
                <a:lnTo>
                  <a:pt x="2425" y="1465"/>
                </a:lnTo>
                <a:lnTo>
                  <a:pt x="4669" y="726"/>
                </a:lnTo>
                <a:lnTo>
                  <a:pt x="6779" y="248"/>
                </a:lnTo>
                <a:lnTo>
                  <a:pt x="8797" y="13"/>
                </a:lnTo>
                <a:lnTo>
                  <a:pt x="10775" y="0"/>
                </a:lnTo>
                <a:lnTo>
                  <a:pt x="12753" y="185"/>
                </a:lnTo>
                <a:lnTo>
                  <a:pt x="14777" y="548"/>
                </a:lnTo>
                <a:lnTo>
                  <a:pt x="16897" y="1070"/>
                </a:lnTo>
                <a:lnTo>
                  <a:pt x="19156" y="1723"/>
                </a:lnTo>
                <a:lnTo>
                  <a:pt x="21600" y="2491"/>
                </a:lnTo>
                <a:close/>
              </a:path>
            </a:pathLst>
          </a:custGeom>
          <a:solidFill>
            <a:srgbClr val="D2D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5" name="contour_10393"/>
          <p:cNvSpPr/>
          <p:nvPr/>
        </p:nvSpPr>
        <p:spPr>
          <a:xfrm>
            <a:off x="4492489" y="2966213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359"/>
                </a:lnTo>
                <a:lnTo>
                  <a:pt x="3564" y="713"/>
                </a:lnTo>
                <a:lnTo>
                  <a:pt x="5349" y="1071"/>
                </a:lnTo>
                <a:lnTo>
                  <a:pt x="7136" y="1426"/>
                </a:lnTo>
                <a:lnTo>
                  <a:pt x="8926" y="1784"/>
                </a:lnTo>
                <a:lnTo>
                  <a:pt x="10719" y="2143"/>
                </a:lnTo>
                <a:lnTo>
                  <a:pt x="12517" y="2501"/>
                </a:lnTo>
                <a:lnTo>
                  <a:pt x="14321" y="2864"/>
                </a:lnTo>
                <a:lnTo>
                  <a:pt x="16130" y="3227"/>
                </a:lnTo>
                <a:lnTo>
                  <a:pt x="17944" y="3590"/>
                </a:lnTo>
                <a:lnTo>
                  <a:pt x="19769" y="3953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20007" y="13975"/>
                </a:lnTo>
                <a:lnTo>
                  <a:pt x="18457" y="14891"/>
                </a:lnTo>
                <a:lnTo>
                  <a:pt x="16926" y="15716"/>
                </a:lnTo>
                <a:lnTo>
                  <a:pt x="15382" y="16472"/>
                </a:lnTo>
                <a:lnTo>
                  <a:pt x="13800" y="17168"/>
                </a:lnTo>
                <a:lnTo>
                  <a:pt x="12150" y="17820"/>
                </a:lnTo>
                <a:lnTo>
                  <a:pt x="10795" y="18382"/>
                </a:lnTo>
                <a:lnTo>
                  <a:pt x="9418" y="18952"/>
                </a:lnTo>
                <a:lnTo>
                  <a:pt x="7741" y="19630"/>
                </a:lnTo>
                <a:lnTo>
                  <a:pt x="6062" y="20295"/>
                </a:lnTo>
                <a:lnTo>
                  <a:pt x="4382" y="20952"/>
                </a:lnTo>
                <a:lnTo>
                  <a:pt x="2700" y="21600"/>
                </a:lnTo>
                <a:lnTo>
                  <a:pt x="2365" y="18926"/>
                </a:lnTo>
                <a:lnTo>
                  <a:pt x="2030" y="16252"/>
                </a:lnTo>
                <a:lnTo>
                  <a:pt x="1696" y="13569"/>
                </a:lnTo>
                <a:lnTo>
                  <a:pt x="1361" y="10882"/>
                </a:lnTo>
                <a:lnTo>
                  <a:pt x="1023" y="8182"/>
                </a:lnTo>
                <a:lnTo>
                  <a:pt x="683" y="5469"/>
                </a:lnTo>
                <a:lnTo>
                  <a:pt x="343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E1E5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6" name="contour_10394"/>
          <p:cNvSpPr/>
          <p:nvPr/>
        </p:nvSpPr>
        <p:spPr>
          <a:xfrm>
            <a:off x="4784009" y="2951105"/>
            <a:ext cx="58304" cy="44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8" y="39"/>
                </a:moveTo>
                <a:lnTo>
                  <a:pt x="16999" y="85"/>
                </a:lnTo>
                <a:lnTo>
                  <a:pt x="18838" y="132"/>
                </a:lnTo>
                <a:lnTo>
                  <a:pt x="19524" y="164"/>
                </a:lnTo>
                <a:lnTo>
                  <a:pt x="21600" y="260"/>
                </a:lnTo>
                <a:lnTo>
                  <a:pt x="20428" y="334"/>
                </a:lnTo>
                <a:lnTo>
                  <a:pt x="19238" y="413"/>
                </a:lnTo>
                <a:lnTo>
                  <a:pt x="17361" y="758"/>
                </a:lnTo>
                <a:lnTo>
                  <a:pt x="15655" y="1177"/>
                </a:lnTo>
                <a:lnTo>
                  <a:pt x="14048" y="1768"/>
                </a:lnTo>
                <a:lnTo>
                  <a:pt x="12455" y="2614"/>
                </a:lnTo>
                <a:lnTo>
                  <a:pt x="10800" y="3816"/>
                </a:lnTo>
                <a:lnTo>
                  <a:pt x="10441" y="6384"/>
                </a:lnTo>
                <a:lnTo>
                  <a:pt x="10241" y="8917"/>
                </a:lnTo>
                <a:lnTo>
                  <a:pt x="10171" y="11431"/>
                </a:lnTo>
                <a:lnTo>
                  <a:pt x="10217" y="13939"/>
                </a:lnTo>
                <a:lnTo>
                  <a:pt x="10349" y="16461"/>
                </a:lnTo>
                <a:lnTo>
                  <a:pt x="10552" y="19007"/>
                </a:lnTo>
                <a:lnTo>
                  <a:pt x="10800" y="21600"/>
                </a:lnTo>
                <a:lnTo>
                  <a:pt x="9018" y="21600"/>
                </a:lnTo>
                <a:lnTo>
                  <a:pt x="7233" y="21600"/>
                </a:lnTo>
                <a:lnTo>
                  <a:pt x="5440" y="21600"/>
                </a:lnTo>
                <a:lnTo>
                  <a:pt x="3640" y="21600"/>
                </a:lnTo>
                <a:lnTo>
                  <a:pt x="1828" y="21600"/>
                </a:lnTo>
                <a:lnTo>
                  <a:pt x="0" y="21600"/>
                </a:lnTo>
                <a:lnTo>
                  <a:pt x="238" y="19427"/>
                </a:lnTo>
                <a:lnTo>
                  <a:pt x="486" y="17261"/>
                </a:lnTo>
                <a:lnTo>
                  <a:pt x="745" y="15095"/>
                </a:lnTo>
                <a:lnTo>
                  <a:pt x="1012" y="12929"/>
                </a:lnTo>
                <a:lnTo>
                  <a:pt x="1296" y="10510"/>
                </a:lnTo>
                <a:lnTo>
                  <a:pt x="1582" y="8056"/>
                </a:lnTo>
                <a:lnTo>
                  <a:pt x="2265" y="5566"/>
                </a:lnTo>
                <a:lnTo>
                  <a:pt x="2857" y="4055"/>
                </a:lnTo>
                <a:lnTo>
                  <a:pt x="3680" y="2895"/>
                </a:lnTo>
                <a:lnTo>
                  <a:pt x="5062" y="1483"/>
                </a:lnTo>
                <a:lnTo>
                  <a:pt x="6782" y="871"/>
                </a:lnTo>
                <a:lnTo>
                  <a:pt x="8438" y="448"/>
                </a:lnTo>
                <a:lnTo>
                  <a:pt x="10068" y="178"/>
                </a:lnTo>
                <a:lnTo>
                  <a:pt x="11710" y="39"/>
                </a:lnTo>
                <a:lnTo>
                  <a:pt x="13403" y="0"/>
                </a:lnTo>
                <a:lnTo>
                  <a:pt x="15188" y="39"/>
                </a:lnTo>
                <a:close/>
              </a:path>
            </a:pathLst>
          </a:custGeom>
          <a:solidFill>
            <a:srgbClr val="7575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7" name="contour_10395"/>
          <p:cNvSpPr/>
          <p:nvPr/>
        </p:nvSpPr>
        <p:spPr>
          <a:xfrm>
            <a:off x="10468642" y="2937061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739" y="1247"/>
                </a:lnTo>
                <a:lnTo>
                  <a:pt x="7316" y="2511"/>
                </a:lnTo>
                <a:lnTo>
                  <a:pt x="8677" y="4301"/>
                </a:lnTo>
                <a:lnTo>
                  <a:pt x="10053" y="5621"/>
                </a:lnTo>
                <a:lnTo>
                  <a:pt x="11581" y="6642"/>
                </a:lnTo>
                <a:lnTo>
                  <a:pt x="13392" y="7525"/>
                </a:lnTo>
                <a:lnTo>
                  <a:pt x="15620" y="8438"/>
                </a:lnTo>
                <a:lnTo>
                  <a:pt x="17595" y="9218"/>
                </a:lnTo>
                <a:lnTo>
                  <a:pt x="19585" y="10003"/>
                </a:lnTo>
                <a:lnTo>
                  <a:pt x="21600" y="10800"/>
                </a:lnTo>
                <a:lnTo>
                  <a:pt x="20727" y="12328"/>
                </a:lnTo>
                <a:lnTo>
                  <a:pt x="19853" y="13856"/>
                </a:lnTo>
                <a:lnTo>
                  <a:pt x="18977" y="15390"/>
                </a:lnTo>
                <a:lnTo>
                  <a:pt x="18098" y="16929"/>
                </a:lnTo>
                <a:lnTo>
                  <a:pt x="17212" y="18476"/>
                </a:lnTo>
                <a:lnTo>
                  <a:pt x="16323" y="20031"/>
                </a:lnTo>
                <a:lnTo>
                  <a:pt x="15429" y="21600"/>
                </a:lnTo>
                <a:lnTo>
                  <a:pt x="14565" y="21298"/>
                </a:lnTo>
                <a:lnTo>
                  <a:pt x="13756" y="21014"/>
                </a:lnTo>
                <a:lnTo>
                  <a:pt x="12824" y="20690"/>
                </a:lnTo>
                <a:lnTo>
                  <a:pt x="11590" y="20255"/>
                </a:lnTo>
                <a:lnTo>
                  <a:pt x="9871" y="19656"/>
                </a:lnTo>
                <a:lnTo>
                  <a:pt x="7489" y="18822"/>
                </a:lnTo>
                <a:lnTo>
                  <a:pt x="4258" y="17690"/>
                </a:lnTo>
                <a:lnTo>
                  <a:pt x="0" y="16200"/>
                </a:lnTo>
                <a:lnTo>
                  <a:pt x="1018" y="15031"/>
                </a:lnTo>
                <a:lnTo>
                  <a:pt x="2046" y="13851"/>
                </a:lnTo>
                <a:lnTo>
                  <a:pt x="3086" y="12658"/>
                </a:lnTo>
                <a:lnTo>
                  <a:pt x="4320" y="10719"/>
                </a:lnTo>
                <a:lnTo>
                  <a:pt x="5236" y="8991"/>
                </a:lnTo>
                <a:lnTo>
                  <a:pt x="5866" y="7374"/>
                </a:lnTo>
                <a:lnTo>
                  <a:pt x="6242" y="5764"/>
                </a:lnTo>
                <a:lnTo>
                  <a:pt x="6397" y="4066"/>
                </a:lnTo>
                <a:lnTo>
                  <a:pt x="6360" y="2179"/>
                </a:lnTo>
                <a:lnTo>
                  <a:pt x="6171" y="0"/>
                </a:lnTo>
                <a:close/>
              </a:path>
            </a:pathLst>
          </a:custGeom>
          <a:solidFill>
            <a:srgbClr val="D5DC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8" name="contour_10396"/>
          <p:cNvSpPr/>
          <p:nvPr/>
        </p:nvSpPr>
        <p:spPr>
          <a:xfrm>
            <a:off x="4550793" y="290062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509"/>
                </a:lnTo>
                <a:lnTo>
                  <a:pt x="13333" y="1018"/>
                </a:lnTo>
                <a:lnTo>
                  <a:pt x="15382" y="1531"/>
                </a:lnTo>
                <a:lnTo>
                  <a:pt x="17440" y="2046"/>
                </a:lnTo>
                <a:lnTo>
                  <a:pt x="19511" y="2564"/>
                </a:lnTo>
                <a:lnTo>
                  <a:pt x="21600" y="3086"/>
                </a:lnTo>
                <a:lnTo>
                  <a:pt x="19767" y="3086"/>
                </a:lnTo>
                <a:lnTo>
                  <a:pt x="17928" y="3086"/>
                </a:lnTo>
                <a:lnTo>
                  <a:pt x="16083" y="3086"/>
                </a:lnTo>
                <a:lnTo>
                  <a:pt x="14222" y="3086"/>
                </a:lnTo>
                <a:lnTo>
                  <a:pt x="12343" y="3086"/>
                </a:lnTo>
                <a:lnTo>
                  <a:pt x="12003" y="6653"/>
                </a:lnTo>
                <a:lnTo>
                  <a:pt x="11800" y="9161"/>
                </a:lnTo>
                <a:lnTo>
                  <a:pt x="11732" y="10948"/>
                </a:lnTo>
                <a:lnTo>
                  <a:pt x="11800" y="12361"/>
                </a:lnTo>
                <a:lnTo>
                  <a:pt x="12003" y="13741"/>
                </a:lnTo>
                <a:lnTo>
                  <a:pt x="12343" y="15429"/>
                </a:lnTo>
                <a:lnTo>
                  <a:pt x="14639" y="16564"/>
                </a:lnTo>
                <a:lnTo>
                  <a:pt x="16268" y="17292"/>
                </a:lnTo>
                <a:lnTo>
                  <a:pt x="17675" y="17761"/>
                </a:lnTo>
                <a:lnTo>
                  <a:pt x="19304" y="18119"/>
                </a:lnTo>
                <a:lnTo>
                  <a:pt x="21600" y="18514"/>
                </a:lnTo>
                <a:lnTo>
                  <a:pt x="19563" y="18854"/>
                </a:lnTo>
                <a:lnTo>
                  <a:pt x="17524" y="19193"/>
                </a:lnTo>
                <a:lnTo>
                  <a:pt x="15484" y="19533"/>
                </a:lnTo>
                <a:lnTo>
                  <a:pt x="13438" y="19875"/>
                </a:lnTo>
                <a:lnTo>
                  <a:pt x="11386" y="20218"/>
                </a:lnTo>
                <a:lnTo>
                  <a:pt x="9325" y="20560"/>
                </a:lnTo>
                <a:lnTo>
                  <a:pt x="7258" y="20906"/>
                </a:lnTo>
                <a:lnTo>
                  <a:pt x="5178" y="21251"/>
                </a:lnTo>
                <a:lnTo>
                  <a:pt x="3086" y="21600"/>
                </a:lnTo>
                <a:lnTo>
                  <a:pt x="2703" y="19690"/>
                </a:lnTo>
                <a:lnTo>
                  <a:pt x="2320" y="17780"/>
                </a:lnTo>
                <a:lnTo>
                  <a:pt x="1938" y="15864"/>
                </a:lnTo>
                <a:lnTo>
                  <a:pt x="1555" y="13944"/>
                </a:lnTo>
                <a:lnTo>
                  <a:pt x="1169" y="12016"/>
                </a:lnTo>
                <a:lnTo>
                  <a:pt x="781" y="10078"/>
                </a:lnTo>
                <a:lnTo>
                  <a:pt x="392" y="8131"/>
                </a:lnTo>
                <a:lnTo>
                  <a:pt x="0" y="6171"/>
                </a:lnTo>
                <a:lnTo>
                  <a:pt x="1833" y="6782"/>
                </a:lnTo>
                <a:lnTo>
                  <a:pt x="3672" y="7396"/>
                </a:lnTo>
                <a:lnTo>
                  <a:pt x="5517" y="8011"/>
                </a:lnTo>
                <a:lnTo>
                  <a:pt x="7378" y="8631"/>
                </a:lnTo>
                <a:lnTo>
                  <a:pt x="9257" y="9257"/>
                </a:lnTo>
                <a:lnTo>
                  <a:pt x="9257" y="7424"/>
                </a:lnTo>
                <a:lnTo>
                  <a:pt x="9257" y="5585"/>
                </a:lnTo>
                <a:lnTo>
                  <a:pt x="9257" y="3740"/>
                </a:lnTo>
                <a:lnTo>
                  <a:pt x="9257" y="1879"/>
                </a:lnTo>
                <a:lnTo>
                  <a:pt x="9257" y="0"/>
                </a:lnTo>
                <a:close/>
              </a:path>
            </a:pathLst>
          </a:custGeom>
          <a:solidFill>
            <a:srgbClr val="9183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399" name="contour_10397"/>
          <p:cNvSpPr/>
          <p:nvPr/>
        </p:nvSpPr>
        <p:spPr>
          <a:xfrm>
            <a:off x="9994267" y="2908390"/>
            <a:ext cx="51672" cy="299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64" y="1956"/>
                </a:moveTo>
                <a:lnTo>
                  <a:pt x="16409" y="2761"/>
                </a:lnTo>
                <a:lnTo>
                  <a:pt x="18483" y="3582"/>
                </a:lnTo>
                <a:lnTo>
                  <a:pt x="20028" y="4239"/>
                </a:lnTo>
                <a:lnTo>
                  <a:pt x="21600" y="4912"/>
                </a:lnTo>
                <a:lnTo>
                  <a:pt x="21393" y="8820"/>
                </a:lnTo>
                <a:lnTo>
                  <a:pt x="21131" y="11602"/>
                </a:lnTo>
                <a:lnTo>
                  <a:pt x="20668" y="14000"/>
                </a:lnTo>
                <a:lnTo>
                  <a:pt x="19857" y="16772"/>
                </a:lnTo>
                <a:lnTo>
                  <a:pt x="18553" y="20690"/>
                </a:lnTo>
                <a:lnTo>
                  <a:pt x="16512" y="21116"/>
                </a:lnTo>
                <a:lnTo>
                  <a:pt x="14480" y="21400"/>
                </a:lnTo>
                <a:lnTo>
                  <a:pt x="12454" y="21553"/>
                </a:lnTo>
                <a:lnTo>
                  <a:pt x="10434" y="21600"/>
                </a:lnTo>
                <a:lnTo>
                  <a:pt x="8412" y="21547"/>
                </a:lnTo>
                <a:lnTo>
                  <a:pt x="6389" y="21416"/>
                </a:lnTo>
                <a:lnTo>
                  <a:pt x="4360" y="21216"/>
                </a:lnTo>
                <a:lnTo>
                  <a:pt x="2325" y="20969"/>
                </a:lnTo>
                <a:lnTo>
                  <a:pt x="274" y="20690"/>
                </a:lnTo>
                <a:lnTo>
                  <a:pt x="91" y="16935"/>
                </a:lnTo>
                <a:lnTo>
                  <a:pt x="0" y="14237"/>
                </a:lnTo>
                <a:lnTo>
                  <a:pt x="0" y="11839"/>
                </a:lnTo>
                <a:lnTo>
                  <a:pt x="91" y="8983"/>
                </a:lnTo>
                <a:lnTo>
                  <a:pt x="274" y="4912"/>
                </a:lnTo>
                <a:lnTo>
                  <a:pt x="2215" y="2477"/>
                </a:lnTo>
                <a:lnTo>
                  <a:pt x="4104" y="936"/>
                </a:lnTo>
                <a:lnTo>
                  <a:pt x="5986" y="158"/>
                </a:lnTo>
                <a:lnTo>
                  <a:pt x="7909" y="0"/>
                </a:lnTo>
                <a:lnTo>
                  <a:pt x="9917" y="337"/>
                </a:lnTo>
                <a:lnTo>
                  <a:pt x="12052" y="1036"/>
                </a:lnTo>
                <a:lnTo>
                  <a:pt x="14364" y="1956"/>
                </a:lnTo>
                <a:close/>
              </a:path>
            </a:pathLst>
          </a:custGeom>
          <a:solidFill>
            <a:srgbClr val="C6D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0" name="contour_10398"/>
          <p:cNvSpPr/>
          <p:nvPr/>
        </p:nvSpPr>
        <p:spPr>
          <a:xfrm>
            <a:off x="8078181" y="2907909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145" y="1782"/>
                </a:lnTo>
                <a:lnTo>
                  <a:pt x="3591" y="3567"/>
                </a:lnTo>
                <a:lnTo>
                  <a:pt x="4039" y="5360"/>
                </a:lnTo>
                <a:lnTo>
                  <a:pt x="4490" y="7160"/>
                </a:lnTo>
                <a:lnTo>
                  <a:pt x="4944" y="8972"/>
                </a:lnTo>
                <a:lnTo>
                  <a:pt x="5400" y="10800"/>
                </a:lnTo>
                <a:lnTo>
                  <a:pt x="6818" y="10414"/>
                </a:lnTo>
                <a:lnTo>
                  <a:pt x="8259" y="10020"/>
                </a:lnTo>
                <a:lnTo>
                  <a:pt x="10106" y="9569"/>
                </a:lnTo>
                <a:lnTo>
                  <a:pt x="11983" y="9112"/>
                </a:lnTo>
                <a:lnTo>
                  <a:pt x="13819" y="8640"/>
                </a:lnTo>
                <a:lnTo>
                  <a:pt x="15684" y="8162"/>
                </a:lnTo>
                <a:lnTo>
                  <a:pt x="17280" y="8132"/>
                </a:lnTo>
                <a:lnTo>
                  <a:pt x="18900" y="8100"/>
                </a:lnTo>
                <a:lnTo>
                  <a:pt x="19945" y="9669"/>
                </a:lnTo>
                <a:lnTo>
                  <a:pt x="20574" y="10754"/>
                </a:lnTo>
                <a:lnTo>
                  <a:pt x="21041" y="11861"/>
                </a:lnTo>
                <a:lnTo>
                  <a:pt x="21600" y="13500"/>
                </a:lnTo>
                <a:lnTo>
                  <a:pt x="19996" y="13500"/>
                </a:lnTo>
                <a:lnTo>
                  <a:pt x="18387" y="13500"/>
                </a:lnTo>
                <a:lnTo>
                  <a:pt x="16772" y="13500"/>
                </a:lnTo>
                <a:lnTo>
                  <a:pt x="15144" y="13500"/>
                </a:lnTo>
                <a:lnTo>
                  <a:pt x="13500" y="13500"/>
                </a:lnTo>
                <a:lnTo>
                  <a:pt x="13500" y="15104"/>
                </a:lnTo>
                <a:lnTo>
                  <a:pt x="13500" y="16713"/>
                </a:lnTo>
                <a:lnTo>
                  <a:pt x="13500" y="18328"/>
                </a:lnTo>
                <a:lnTo>
                  <a:pt x="13500" y="19956"/>
                </a:lnTo>
                <a:lnTo>
                  <a:pt x="13500" y="21600"/>
                </a:lnTo>
                <a:lnTo>
                  <a:pt x="11715" y="21600"/>
                </a:lnTo>
                <a:lnTo>
                  <a:pt x="9920" y="21600"/>
                </a:lnTo>
                <a:lnTo>
                  <a:pt x="8100" y="21600"/>
                </a:lnTo>
                <a:lnTo>
                  <a:pt x="8100" y="19815"/>
                </a:lnTo>
                <a:lnTo>
                  <a:pt x="8100" y="18020"/>
                </a:lnTo>
                <a:lnTo>
                  <a:pt x="8100" y="16200"/>
                </a:lnTo>
                <a:lnTo>
                  <a:pt x="6091" y="15368"/>
                </a:lnTo>
                <a:lnTo>
                  <a:pt x="4666" y="14812"/>
                </a:lnTo>
                <a:lnTo>
                  <a:pt x="3434" y="14402"/>
                </a:lnTo>
                <a:lnTo>
                  <a:pt x="2009" y="14008"/>
                </a:lnTo>
                <a:lnTo>
                  <a:pt x="0" y="13500"/>
                </a:lnTo>
                <a:lnTo>
                  <a:pt x="335" y="11829"/>
                </a:lnTo>
                <a:lnTo>
                  <a:pt x="670" y="10157"/>
                </a:lnTo>
                <a:lnTo>
                  <a:pt x="1004" y="8481"/>
                </a:lnTo>
                <a:lnTo>
                  <a:pt x="1339" y="6801"/>
                </a:lnTo>
                <a:lnTo>
                  <a:pt x="1677" y="5114"/>
                </a:lnTo>
                <a:lnTo>
                  <a:pt x="2017" y="3418"/>
                </a:lnTo>
                <a:lnTo>
                  <a:pt x="2357" y="1714"/>
                </a:lnTo>
                <a:lnTo>
                  <a:pt x="2700" y="0"/>
                </a:lnTo>
                <a:close/>
              </a:path>
            </a:pathLst>
          </a:custGeom>
          <a:solidFill>
            <a:srgbClr val="E6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1" name="contour_10399"/>
          <p:cNvSpPr/>
          <p:nvPr/>
        </p:nvSpPr>
        <p:spPr>
          <a:xfrm>
            <a:off x="5046377" y="2878757"/>
            <a:ext cx="6566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84" y="0"/>
                </a:moveTo>
                <a:lnTo>
                  <a:pt x="15969" y="0"/>
                </a:lnTo>
                <a:lnTo>
                  <a:pt x="17563" y="0"/>
                </a:lnTo>
                <a:lnTo>
                  <a:pt x="19179" y="0"/>
                </a:lnTo>
                <a:lnTo>
                  <a:pt x="20102" y="3259"/>
                </a:lnTo>
                <a:lnTo>
                  <a:pt x="20783" y="5776"/>
                </a:lnTo>
                <a:lnTo>
                  <a:pt x="21245" y="7742"/>
                </a:lnTo>
                <a:lnTo>
                  <a:pt x="21511" y="9340"/>
                </a:lnTo>
                <a:lnTo>
                  <a:pt x="21600" y="10754"/>
                </a:lnTo>
                <a:lnTo>
                  <a:pt x="21535" y="12164"/>
                </a:lnTo>
                <a:lnTo>
                  <a:pt x="21339" y="13756"/>
                </a:lnTo>
                <a:lnTo>
                  <a:pt x="21032" y="15719"/>
                </a:lnTo>
                <a:lnTo>
                  <a:pt x="19843" y="17215"/>
                </a:lnTo>
                <a:lnTo>
                  <a:pt x="18560" y="18320"/>
                </a:lnTo>
                <a:lnTo>
                  <a:pt x="17191" y="19101"/>
                </a:lnTo>
                <a:lnTo>
                  <a:pt x="15750" y="19622"/>
                </a:lnTo>
                <a:lnTo>
                  <a:pt x="14243" y="19949"/>
                </a:lnTo>
                <a:lnTo>
                  <a:pt x="12682" y="20150"/>
                </a:lnTo>
                <a:lnTo>
                  <a:pt x="11078" y="20292"/>
                </a:lnTo>
                <a:lnTo>
                  <a:pt x="9441" y="20443"/>
                </a:lnTo>
                <a:lnTo>
                  <a:pt x="8079" y="20622"/>
                </a:lnTo>
                <a:lnTo>
                  <a:pt x="6701" y="20804"/>
                </a:lnTo>
                <a:lnTo>
                  <a:pt x="5027" y="21017"/>
                </a:lnTo>
                <a:lnTo>
                  <a:pt x="3351" y="21217"/>
                </a:lnTo>
                <a:lnTo>
                  <a:pt x="1676" y="21412"/>
                </a:lnTo>
                <a:lnTo>
                  <a:pt x="0" y="21600"/>
                </a:lnTo>
                <a:lnTo>
                  <a:pt x="544" y="19807"/>
                </a:lnTo>
                <a:lnTo>
                  <a:pt x="973" y="18567"/>
                </a:lnTo>
                <a:lnTo>
                  <a:pt x="1518" y="17302"/>
                </a:lnTo>
                <a:lnTo>
                  <a:pt x="2397" y="15429"/>
                </a:lnTo>
                <a:lnTo>
                  <a:pt x="4073" y="14824"/>
                </a:lnTo>
                <a:lnTo>
                  <a:pt x="5317" y="14524"/>
                </a:lnTo>
                <a:lnTo>
                  <a:pt x="7192" y="14271"/>
                </a:lnTo>
                <a:lnTo>
                  <a:pt x="9105" y="13775"/>
                </a:lnTo>
                <a:lnTo>
                  <a:pt x="10349" y="13275"/>
                </a:lnTo>
                <a:lnTo>
                  <a:pt x="11987" y="12343"/>
                </a:lnTo>
                <a:lnTo>
                  <a:pt x="12569" y="10596"/>
                </a:lnTo>
                <a:lnTo>
                  <a:pt x="12919" y="9353"/>
                </a:lnTo>
                <a:lnTo>
                  <a:pt x="13178" y="8011"/>
                </a:lnTo>
                <a:lnTo>
                  <a:pt x="13485" y="5980"/>
                </a:lnTo>
                <a:lnTo>
                  <a:pt x="13617" y="5101"/>
                </a:lnTo>
                <a:lnTo>
                  <a:pt x="13849" y="3549"/>
                </a:lnTo>
                <a:lnTo>
                  <a:pt x="14384" y="0"/>
                </a:lnTo>
                <a:close/>
              </a:path>
            </a:pathLst>
          </a:custGeom>
          <a:solidFill>
            <a:srgbClr val="6868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2" name="contour_10400"/>
          <p:cNvSpPr/>
          <p:nvPr/>
        </p:nvSpPr>
        <p:spPr>
          <a:xfrm>
            <a:off x="4157242" y="2893333"/>
            <a:ext cx="51016" cy="37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11" y="0"/>
                </a:lnTo>
                <a:lnTo>
                  <a:pt x="10263" y="0"/>
                </a:lnTo>
                <a:lnTo>
                  <a:pt x="12343" y="0"/>
                </a:lnTo>
                <a:lnTo>
                  <a:pt x="12343" y="2760"/>
                </a:lnTo>
                <a:lnTo>
                  <a:pt x="12343" y="5537"/>
                </a:lnTo>
                <a:lnTo>
                  <a:pt x="12343" y="8351"/>
                </a:lnTo>
                <a:lnTo>
                  <a:pt x="14176" y="8351"/>
                </a:lnTo>
                <a:lnTo>
                  <a:pt x="16015" y="8351"/>
                </a:lnTo>
                <a:lnTo>
                  <a:pt x="17860" y="8351"/>
                </a:lnTo>
                <a:lnTo>
                  <a:pt x="19721" y="8351"/>
                </a:lnTo>
                <a:lnTo>
                  <a:pt x="21600" y="8351"/>
                </a:lnTo>
                <a:lnTo>
                  <a:pt x="21600" y="10831"/>
                </a:lnTo>
                <a:lnTo>
                  <a:pt x="21600" y="13320"/>
                </a:lnTo>
                <a:lnTo>
                  <a:pt x="21600" y="15817"/>
                </a:lnTo>
                <a:lnTo>
                  <a:pt x="21600" y="18335"/>
                </a:lnTo>
                <a:lnTo>
                  <a:pt x="21600" y="20878"/>
                </a:lnTo>
                <a:lnTo>
                  <a:pt x="19523" y="21099"/>
                </a:lnTo>
                <a:lnTo>
                  <a:pt x="17462" y="21295"/>
                </a:lnTo>
                <a:lnTo>
                  <a:pt x="15407" y="21454"/>
                </a:lnTo>
                <a:lnTo>
                  <a:pt x="13358" y="21558"/>
                </a:lnTo>
                <a:lnTo>
                  <a:pt x="11309" y="21600"/>
                </a:lnTo>
                <a:lnTo>
                  <a:pt x="9263" y="21567"/>
                </a:lnTo>
                <a:lnTo>
                  <a:pt x="7211" y="21441"/>
                </a:lnTo>
                <a:lnTo>
                  <a:pt x="5153" y="21216"/>
                </a:lnTo>
                <a:lnTo>
                  <a:pt x="3086" y="20878"/>
                </a:lnTo>
                <a:lnTo>
                  <a:pt x="1765" y="17771"/>
                </a:lnTo>
                <a:lnTo>
                  <a:pt x="944" y="15566"/>
                </a:lnTo>
                <a:lnTo>
                  <a:pt x="475" y="13662"/>
                </a:lnTo>
                <a:lnTo>
                  <a:pt x="210" y="11458"/>
                </a:lnTo>
                <a:lnTo>
                  <a:pt x="0" y="8351"/>
                </a:lnTo>
                <a:lnTo>
                  <a:pt x="2040" y="8351"/>
                </a:lnTo>
                <a:lnTo>
                  <a:pt x="4092" y="8351"/>
                </a:lnTo>
                <a:lnTo>
                  <a:pt x="6171" y="8351"/>
                </a:lnTo>
                <a:lnTo>
                  <a:pt x="6171" y="5591"/>
                </a:lnTo>
                <a:lnTo>
                  <a:pt x="6171" y="2814"/>
                </a:lnTo>
                <a:lnTo>
                  <a:pt x="6171" y="0"/>
                </a:lnTo>
                <a:close/>
              </a:path>
            </a:pathLst>
          </a:custGeom>
          <a:solidFill>
            <a:srgbClr val="3736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3" name="contour_10401"/>
          <p:cNvSpPr/>
          <p:nvPr/>
        </p:nvSpPr>
        <p:spPr>
          <a:xfrm>
            <a:off x="10082379" y="2893333"/>
            <a:ext cx="51016" cy="29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492" y="5677"/>
                </a:lnTo>
                <a:lnTo>
                  <a:pt x="19641" y="9849"/>
                </a:lnTo>
                <a:lnTo>
                  <a:pt x="18937" y="12896"/>
                </a:lnTo>
                <a:lnTo>
                  <a:pt x="18271" y="15181"/>
                </a:lnTo>
                <a:lnTo>
                  <a:pt x="17536" y="17084"/>
                </a:lnTo>
                <a:lnTo>
                  <a:pt x="16626" y="18966"/>
                </a:lnTo>
                <a:lnTo>
                  <a:pt x="15429" y="21202"/>
                </a:lnTo>
                <a:lnTo>
                  <a:pt x="13346" y="21520"/>
                </a:lnTo>
                <a:lnTo>
                  <a:pt x="11318" y="21600"/>
                </a:lnTo>
                <a:lnTo>
                  <a:pt x="9340" y="21420"/>
                </a:lnTo>
                <a:lnTo>
                  <a:pt x="7406" y="20959"/>
                </a:lnTo>
                <a:lnTo>
                  <a:pt x="5511" y="20201"/>
                </a:lnTo>
                <a:lnTo>
                  <a:pt x="3650" y="19114"/>
                </a:lnTo>
                <a:lnTo>
                  <a:pt x="1814" y="17688"/>
                </a:lnTo>
                <a:lnTo>
                  <a:pt x="0" y="15902"/>
                </a:lnTo>
                <a:lnTo>
                  <a:pt x="0" y="12753"/>
                </a:lnTo>
                <a:lnTo>
                  <a:pt x="0" y="9594"/>
                </a:lnTo>
                <a:lnTo>
                  <a:pt x="0" y="6424"/>
                </a:lnTo>
                <a:lnTo>
                  <a:pt x="0" y="3228"/>
                </a:lnTo>
                <a:lnTo>
                  <a:pt x="0" y="0"/>
                </a:lnTo>
                <a:close/>
              </a:path>
            </a:pathLst>
          </a:custGeom>
          <a:solidFill>
            <a:srgbClr val="D4E0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4" name="contour_10402"/>
          <p:cNvSpPr/>
          <p:nvPr/>
        </p:nvSpPr>
        <p:spPr>
          <a:xfrm>
            <a:off x="6708039" y="2907909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414" y="1102"/>
                </a:lnTo>
                <a:lnTo>
                  <a:pt x="7222" y="2212"/>
                </a:lnTo>
                <a:lnTo>
                  <a:pt x="9018" y="3333"/>
                </a:lnTo>
                <a:lnTo>
                  <a:pt x="10811" y="4459"/>
                </a:lnTo>
                <a:lnTo>
                  <a:pt x="12600" y="5591"/>
                </a:lnTo>
                <a:lnTo>
                  <a:pt x="14274" y="6631"/>
                </a:lnTo>
                <a:lnTo>
                  <a:pt x="15955" y="7677"/>
                </a:lnTo>
                <a:lnTo>
                  <a:pt x="17662" y="8739"/>
                </a:lnTo>
                <a:lnTo>
                  <a:pt x="19120" y="10100"/>
                </a:lnTo>
                <a:lnTo>
                  <a:pt x="20164" y="11244"/>
                </a:lnTo>
                <a:lnTo>
                  <a:pt x="20866" y="12398"/>
                </a:lnTo>
                <a:lnTo>
                  <a:pt x="21290" y="13787"/>
                </a:lnTo>
                <a:lnTo>
                  <a:pt x="21506" y="15632"/>
                </a:lnTo>
                <a:lnTo>
                  <a:pt x="21589" y="18163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248" y="20832"/>
                </a:lnTo>
                <a:lnTo>
                  <a:pt x="518" y="19992"/>
                </a:lnTo>
                <a:lnTo>
                  <a:pt x="943" y="18662"/>
                </a:lnTo>
                <a:lnTo>
                  <a:pt x="1663" y="16425"/>
                </a:lnTo>
                <a:lnTo>
                  <a:pt x="2812" y="12861"/>
                </a:lnTo>
                <a:lnTo>
                  <a:pt x="3208" y="10707"/>
                </a:lnTo>
                <a:lnTo>
                  <a:pt x="3463" y="8578"/>
                </a:lnTo>
                <a:lnTo>
                  <a:pt x="3607" y="6455"/>
                </a:lnTo>
                <a:lnTo>
                  <a:pt x="3661" y="4326"/>
                </a:lnTo>
                <a:lnTo>
                  <a:pt x="3650" y="2182"/>
                </a:lnTo>
                <a:lnTo>
                  <a:pt x="3600" y="0"/>
                </a:lnTo>
                <a:close/>
              </a:path>
            </a:pathLst>
          </a:custGeom>
          <a:solidFill>
            <a:srgbClr val="BDC9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5" name="contour_10403"/>
          <p:cNvSpPr/>
          <p:nvPr/>
        </p:nvSpPr>
        <p:spPr>
          <a:xfrm>
            <a:off x="4120802" y="2885119"/>
            <a:ext cx="65592" cy="373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5"/>
                </a:moveTo>
                <a:lnTo>
                  <a:pt x="20410" y="1319"/>
                </a:lnTo>
                <a:lnTo>
                  <a:pt x="19200" y="2115"/>
                </a:lnTo>
                <a:lnTo>
                  <a:pt x="18010" y="3421"/>
                </a:lnTo>
                <a:lnTo>
                  <a:pt x="16800" y="4748"/>
                </a:lnTo>
                <a:lnTo>
                  <a:pt x="16800" y="7533"/>
                </a:lnTo>
                <a:lnTo>
                  <a:pt x="16800" y="10334"/>
                </a:lnTo>
                <a:lnTo>
                  <a:pt x="16800" y="13174"/>
                </a:lnTo>
                <a:lnTo>
                  <a:pt x="15214" y="13174"/>
                </a:lnTo>
                <a:lnTo>
                  <a:pt x="13618" y="13174"/>
                </a:lnTo>
                <a:lnTo>
                  <a:pt x="12000" y="13174"/>
                </a:lnTo>
                <a:lnTo>
                  <a:pt x="12000" y="15959"/>
                </a:lnTo>
                <a:lnTo>
                  <a:pt x="12000" y="18760"/>
                </a:lnTo>
                <a:lnTo>
                  <a:pt x="12000" y="21600"/>
                </a:lnTo>
                <a:lnTo>
                  <a:pt x="8974" y="20564"/>
                </a:lnTo>
                <a:lnTo>
                  <a:pt x="6672" y="19717"/>
                </a:lnTo>
                <a:lnTo>
                  <a:pt x="4961" y="18954"/>
                </a:lnTo>
                <a:lnTo>
                  <a:pt x="3708" y="18183"/>
                </a:lnTo>
                <a:lnTo>
                  <a:pt x="2779" y="17294"/>
                </a:lnTo>
                <a:lnTo>
                  <a:pt x="2040" y="16186"/>
                </a:lnTo>
                <a:lnTo>
                  <a:pt x="1358" y="14758"/>
                </a:lnTo>
                <a:lnTo>
                  <a:pt x="600" y="12913"/>
                </a:lnTo>
                <a:lnTo>
                  <a:pt x="302" y="10950"/>
                </a:lnTo>
                <a:lnTo>
                  <a:pt x="0" y="8961"/>
                </a:lnTo>
                <a:lnTo>
                  <a:pt x="1534" y="6758"/>
                </a:lnTo>
                <a:lnTo>
                  <a:pt x="3062" y="4933"/>
                </a:lnTo>
                <a:lnTo>
                  <a:pt x="4594" y="3450"/>
                </a:lnTo>
                <a:lnTo>
                  <a:pt x="6132" y="2283"/>
                </a:lnTo>
                <a:lnTo>
                  <a:pt x="7687" y="1394"/>
                </a:lnTo>
                <a:lnTo>
                  <a:pt x="9266" y="754"/>
                </a:lnTo>
                <a:lnTo>
                  <a:pt x="10877" y="329"/>
                </a:lnTo>
                <a:lnTo>
                  <a:pt x="12526" y="88"/>
                </a:lnTo>
                <a:lnTo>
                  <a:pt x="14220" y="0"/>
                </a:lnTo>
                <a:lnTo>
                  <a:pt x="15967" y="34"/>
                </a:lnTo>
                <a:lnTo>
                  <a:pt x="17774" y="156"/>
                </a:lnTo>
                <a:lnTo>
                  <a:pt x="19651" y="333"/>
                </a:lnTo>
                <a:lnTo>
                  <a:pt x="21600" y="535"/>
                </a:lnTo>
                <a:close/>
              </a:path>
            </a:pathLst>
          </a:custGeom>
          <a:solidFill>
            <a:srgbClr val="6A6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6" name="contour_10404"/>
          <p:cNvSpPr/>
          <p:nvPr/>
        </p:nvSpPr>
        <p:spPr>
          <a:xfrm>
            <a:off x="3886216" y="2835029"/>
            <a:ext cx="3781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3" y="0"/>
                </a:moveTo>
                <a:lnTo>
                  <a:pt x="3531" y="0"/>
                </a:lnTo>
                <a:lnTo>
                  <a:pt x="6283" y="0"/>
                </a:lnTo>
                <a:lnTo>
                  <a:pt x="9047" y="0"/>
                </a:lnTo>
                <a:lnTo>
                  <a:pt x="11824" y="0"/>
                </a:lnTo>
                <a:lnTo>
                  <a:pt x="14618" y="0"/>
                </a:lnTo>
                <a:lnTo>
                  <a:pt x="17437" y="0"/>
                </a:lnTo>
                <a:lnTo>
                  <a:pt x="17782" y="1782"/>
                </a:lnTo>
                <a:lnTo>
                  <a:pt x="18124" y="3564"/>
                </a:lnTo>
                <a:lnTo>
                  <a:pt x="18469" y="5349"/>
                </a:lnTo>
                <a:lnTo>
                  <a:pt x="18810" y="7136"/>
                </a:lnTo>
                <a:lnTo>
                  <a:pt x="19156" y="8926"/>
                </a:lnTo>
                <a:lnTo>
                  <a:pt x="19502" y="10719"/>
                </a:lnTo>
                <a:lnTo>
                  <a:pt x="19847" y="12517"/>
                </a:lnTo>
                <a:lnTo>
                  <a:pt x="20197" y="14321"/>
                </a:lnTo>
                <a:lnTo>
                  <a:pt x="20547" y="16130"/>
                </a:lnTo>
                <a:lnTo>
                  <a:pt x="20896" y="17944"/>
                </a:lnTo>
                <a:lnTo>
                  <a:pt x="21246" y="19769"/>
                </a:lnTo>
                <a:lnTo>
                  <a:pt x="21600" y="21600"/>
                </a:lnTo>
                <a:lnTo>
                  <a:pt x="18848" y="21600"/>
                </a:lnTo>
                <a:lnTo>
                  <a:pt x="16079" y="21600"/>
                </a:lnTo>
                <a:lnTo>
                  <a:pt x="13273" y="21600"/>
                </a:lnTo>
                <a:lnTo>
                  <a:pt x="11375" y="20115"/>
                </a:lnTo>
                <a:lnTo>
                  <a:pt x="9593" y="18603"/>
                </a:lnTo>
                <a:lnTo>
                  <a:pt x="7936" y="17056"/>
                </a:lnTo>
                <a:lnTo>
                  <a:pt x="6408" y="15476"/>
                </a:lnTo>
                <a:lnTo>
                  <a:pt x="5017" y="13859"/>
                </a:lnTo>
                <a:lnTo>
                  <a:pt x="3772" y="12201"/>
                </a:lnTo>
                <a:lnTo>
                  <a:pt x="2681" y="10500"/>
                </a:lnTo>
                <a:lnTo>
                  <a:pt x="1753" y="8753"/>
                </a:lnTo>
                <a:lnTo>
                  <a:pt x="991" y="6958"/>
                </a:lnTo>
                <a:lnTo>
                  <a:pt x="404" y="5108"/>
                </a:lnTo>
                <a:lnTo>
                  <a:pt x="0" y="3208"/>
                </a:lnTo>
                <a:lnTo>
                  <a:pt x="387" y="1617"/>
                </a:lnTo>
                <a:lnTo>
                  <a:pt x="783" y="0"/>
                </a:lnTo>
                <a:close/>
              </a:path>
            </a:pathLst>
          </a:custGeom>
          <a:solidFill>
            <a:srgbClr val="ADA6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7" name="contour_10405"/>
          <p:cNvSpPr/>
          <p:nvPr/>
        </p:nvSpPr>
        <p:spPr>
          <a:xfrm>
            <a:off x="5355665" y="2827682"/>
            <a:ext cx="62400" cy="359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03" y="6325"/>
                </a:moveTo>
                <a:lnTo>
                  <a:pt x="19594" y="8582"/>
                </a:lnTo>
                <a:lnTo>
                  <a:pt x="20591" y="10852"/>
                </a:lnTo>
                <a:lnTo>
                  <a:pt x="21600" y="13158"/>
                </a:lnTo>
                <a:lnTo>
                  <a:pt x="20064" y="14846"/>
                </a:lnTo>
                <a:lnTo>
                  <a:pt x="18565" y="16412"/>
                </a:lnTo>
                <a:lnTo>
                  <a:pt x="17087" y="17821"/>
                </a:lnTo>
                <a:lnTo>
                  <a:pt x="15613" y="19045"/>
                </a:lnTo>
                <a:lnTo>
                  <a:pt x="14128" y="20065"/>
                </a:lnTo>
                <a:lnTo>
                  <a:pt x="12606" y="20848"/>
                </a:lnTo>
                <a:lnTo>
                  <a:pt x="11035" y="21368"/>
                </a:lnTo>
                <a:lnTo>
                  <a:pt x="9395" y="21600"/>
                </a:lnTo>
                <a:lnTo>
                  <a:pt x="7667" y="21513"/>
                </a:lnTo>
                <a:lnTo>
                  <a:pt x="5833" y="21084"/>
                </a:lnTo>
                <a:lnTo>
                  <a:pt x="3668" y="19299"/>
                </a:lnTo>
                <a:lnTo>
                  <a:pt x="2281" y="17878"/>
                </a:lnTo>
                <a:lnTo>
                  <a:pt x="1395" y="16342"/>
                </a:lnTo>
                <a:lnTo>
                  <a:pt x="727" y="14199"/>
                </a:lnTo>
                <a:lnTo>
                  <a:pt x="0" y="10971"/>
                </a:lnTo>
                <a:lnTo>
                  <a:pt x="860" y="7139"/>
                </a:lnTo>
                <a:lnTo>
                  <a:pt x="1564" y="4943"/>
                </a:lnTo>
                <a:lnTo>
                  <a:pt x="2485" y="3543"/>
                </a:lnTo>
                <a:lnTo>
                  <a:pt x="4001" y="2117"/>
                </a:lnTo>
                <a:lnTo>
                  <a:pt x="5954" y="1234"/>
                </a:lnTo>
                <a:lnTo>
                  <a:pt x="7768" y="547"/>
                </a:lnTo>
                <a:lnTo>
                  <a:pt x="9465" y="114"/>
                </a:lnTo>
                <a:lnTo>
                  <a:pt x="11072" y="0"/>
                </a:lnTo>
                <a:lnTo>
                  <a:pt x="12611" y="262"/>
                </a:lnTo>
                <a:lnTo>
                  <a:pt x="14110" y="967"/>
                </a:lnTo>
                <a:lnTo>
                  <a:pt x="15591" y="2170"/>
                </a:lnTo>
                <a:lnTo>
                  <a:pt x="17082" y="3932"/>
                </a:lnTo>
                <a:lnTo>
                  <a:pt x="18603" y="6325"/>
                </a:lnTo>
                <a:close/>
              </a:path>
            </a:pathLst>
          </a:custGeom>
          <a:solidFill>
            <a:srgbClr val="3536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8" name="contour_10406"/>
          <p:cNvSpPr/>
          <p:nvPr/>
        </p:nvSpPr>
        <p:spPr>
          <a:xfrm>
            <a:off x="1365941" y="2820453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67" y="216"/>
                </a:lnTo>
                <a:lnTo>
                  <a:pt x="5285" y="471"/>
                </a:lnTo>
                <a:lnTo>
                  <a:pt x="7866" y="795"/>
                </a:lnTo>
                <a:lnTo>
                  <a:pt x="10418" y="1210"/>
                </a:lnTo>
                <a:lnTo>
                  <a:pt x="12942" y="1745"/>
                </a:lnTo>
                <a:lnTo>
                  <a:pt x="15445" y="2424"/>
                </a:lnTo>
                <a:lnTo>
                  <a:pt x="17937" y="3275"/>
                </a:lnTo>
                <a:lnTo>
                  <a:pt x="20420" y="4320"/>
                </a:lnTo>
                <a:lnTo>
                  <a:pt x="21220" y="7348"/>
                </a:lnTo>
                <a:lnTo>
                  <a:pt x="21584" y="10122"/>
                </a:lnTo>
                <a:lnTo>
                  <a:pt x="21600" y="12787"/>
                </a:lnTo>
                <a:lnTo>
                  <a:pt x="21351" y="15492"/>
                </a:lnTo>
                <a:lnTo>
                  <a:pt x="20930" y="18382"/>
                </a:lnTo>
                <a:lnTo>
                  <a:pt x="20420" y="21600"/>
                </a:lnTo>
                <a:lnTo>
                  <a:pt x="17532" y="21600"/>
                </a:lnTo>
                <a:lnTo>
                  <a:pt x="14641" y="21600"/>
                </a:lnTo>
                <a:lnTo>
                  <a:pt x="11741" y="21600"/>
                </a:lnTo>
                <a:lnTo>
                  <a:pt x="8829" y="21600"/>
                </a:lnTo>
                <a:lnTo>
                  <a:pt x="5905" y="21600"/>
                </a:lnTo>
                <a:lnTo>
                  <a:pt x="296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7A7B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09" name="contour_10407"/>
          <p:cNvSpPr/>
          <p:nvPr/>
        </p:nvSpPr>
        <p:spPr>
          <a:xfrm>
            <a:off x="7801238" y="2813165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9145" y="1717"/>
                </a:lnTo>
                <a:lnTo>
                  <a:pt x="9877" y="2989"/>
                </a:lnTo>
                <a:lnTo>
                  <a:pt x="10492" y="4196"/>
                </a:lnTo>
                <a:lnTo>
                  <a:pt x="11186" y="5716"/>
                </a:lnTo>
                <a:lnTo>
                  <a:pt x="12150" y="7933"/>
                </a:lnTo>
                <a:lnTo>
                  <a:pt x="13427" y="10854"/>
                </a:lnTo>
                <a:lnTo>
                  <a:pt x="14410" y="12990"/>
                </a:lnTo>
                <a:lnTo>
                  <a:pt x="15217" y="14515"/>
                </a:lnTo>
                <a:lnTo>
                  <a:pt x="15973" y="15609"/>
                </a:lnTo>
                <a:lnTo>
                  <a:pt x="16799" y="16446"/>
                </a:lnTo>
                <a:lnTo>
                  <a:pt x="17817" y="17207"/>
                </a:lnTo>
                <a:lnTo>
                  <a:pt x="19154" y="18066"/>
                </a:lnTo>
                <a:lnTo>
                  <a:pt x="20369" y="18479"/>
                </a:lnTo>
                <a:lnTo>
                  <a:pt x="21600" y="18900"/>
                </a:lnTo>
                <a:lnTo>
                  <a:pt x="19818" y="19346"/>
                </a:lnTo>
                <a:lnTo>
                  <a:pt x="18033" y="19791"/>
                </a:lnTo>
                <a:lnTo>
                  <a:pt x="16241" y="20239"/>
                </a:lnTo>
                <a:lnTo>
                  <a:pt x="14440" y="20690"/>
                </a:lnTo>
                <a:lnTo>
                  <a:pt x="12628" y="21144"/>
                </a:lnTo>
                <a:lnTo>
                  <a:pt x="10800" y="21600"/>
                </a:lnTo>
                <a:lnTo>
                  <a:pt x="10522" y="20317"/>
                </a:lnTo>
                <a:lnTo>
                  <a:pt x="10241" y="19027"/>
                </a:lnTo>
                <a:lnTo>
                  <a:pt x="9958" y="17717"/>
                </a:lnTo>
                <a:lnTo>
                  <a:pt x="9018" y="15644"/>
                </a:lnTo>
                <a:lnTo>
                  <a:pt x="8232" y="14291"/>
                </a:lnTo>
                <a:lnTo>
                  <a:pt x="7309" y="13368"/>
                </a:lnTo>
                <a:lnTo>
                  <a:pt x="5956" y="12582"/>
                </a:lnTo>
                <a:lnTo>
                  <a:pt x="3883" y="11642"/>
                </a:lnTo>
                <a:lnTo>
                  <a:pt x="2600" y="11364"/>
                </a:lnTo>
                <a:lnTo>
                  <a:pt x="1309" y="11084"/>
                </a:lnTo>
                <a:lnTo>
                  <a:pt x="0" y="10800"/>
                </a:lnTo>
                <a:lnTo>
                  <a:pt x="319" y="8996"/>
                </a:lnTo>
                <a:lnTo>
                  <a:pt x="656" y="7196"/>
                </a:lnTo>
                <a:lnTo>
                  <a:pt x="1012" y="5400"/>
                </a:lnTo>
                <a:lnTo>
                  <a:pt x="1296" y="3893"/>
                </a:lnTo>
                <a:lnTo>
                  <a:pt x="1582" y="2362"/>
                </a:lnTo>
                <a:lnTo>
                  <a:pt x="2138" y="1191"/>
                </a:lnTo>
                <a:lnTo>
                  <a:pt x="2700" y="0"/>
                </a:lnTo>
                <a:close/>
              </a:path>
            </a:pathLst>
          </a:custGeom>
          <a:solidFill>
            <a:srgbClr val="E6F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0" name="contour_10408"/>
          <p:cNvSpPr/>
          <p:nvPr/>
        </p:nvSpPr>
        <p:spPr>
          <a:xfrm>
            <a:off x="4448762" y="2791301"/>
            <a:ext cx="58304" cy="36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818" y="2150"/>
                </a:lnTo>
                <a:lnTo>
                  <a:pt x="6242" y="4335"/>
                </a:lnTo>
                <a:lnTo>
                  <a:pt x="7163" y="6485"/>
                </a:lnTo>
                <a:lnTo>
                  <a:pt x="8100" y="8669"/>
                </a:lnTo>
                <a:lnTo>
                  <a:pt x="10109" y="9190"/>
                </a:lnTo>
                <a:lnTo>
                  <a:pt x="11534" y="9450"/>
                </a:lnTo>
                <a:lnTo>
                  <a:pt x="12766" y="9450"/>
                </a:lnTo>
                <a:lnTo>
                  <a:pt x="14191" y="9190"/>
                </a:lnTo>
                <a:lnTo>
                  <a:pt x="16200" y="8669"/>
                </a:lnTo>
                <a:lnTo>
                  <a:pt x="17288" y="6095"/>
                </a:lnTo>
                <a:lnTo>
                  <a:pt x="17931" y="4335"/>
                </a:lnTo>
                <a:lnTo>
                  <a:pt x="18384" y="2575"/>
                </a:lnTo>
                <a:lnTo>
                  <a:pt x="18900" y="0"/>
                </a:lnTo>
                <a:lnTo>
                  <a:pt x="19345" y="2861"/>
                </a:lnTo>
                <a:lnTo>
                  <a:pt x="19791" y="5726"/>
                </a:lnTo>
                <a:lnTo>
                  <a:pt x="20239" y="8604"/>
                </a:lnTo>
                <a:lnTo>
                  <a:pt x="20690" y="11496"/>
                </a:lnTo>
                <a:lnTo>
                  <a:pt x="21144" y="14404"/>
                </a:lnTo>
                <a:lnTo>
                  <a:pt x="21600" y="17339"/>
                </a:lnTo>
                <a:lnTo>
                  <a:pt x="18392" y="18839"/>
                </a:lnTo>
                <a:lnTo>
                  <a:pt x="15782" y="20009"/>
                </a:lnTo>
                <a:lnTo>
                  <a:pt x="13659" y="20854"/>
                </a:lnTo>
                <a:lnTo>
                  <a:pt x="11915" y="21388"/>
                </a:lnTo>
                <a:lnTo>
                  <a:pt x="10438" y="21600"/>
                </a:lnTo>
                <a:lnTo>
                  <a:pt x="9121" y="21509"/>
                </a:lnTo>
                <a:lnTo>
                  <a:pt x="7849" y="21115"/>
                </a:lnTo>
                <a:lnTo>
                  <a:pt x="6512" y="20421"/>
                </a:lnTo>
                <a:lnTo>
                  <a:pt x="5003" y="19433"/>
                </a:lnTo>
                <a:lnTo>
                  <a:pt x="3208" y="18154"/>
                </a:lnTo>
                <a:lnTo>
                  <a:pt x="2149" y="16455"/>
                </a:lnTo>
                <a:lnTo>
                  <a:pt x="1080" y="14738"/>
                </a:lnTo>
                <a:lnTo>
                  <a:pt x="0" y="13004"/>
                </a:lnTo>
                <a:lnTo>
                  <a:pt x="0" y="10139"/>
                </a:lnTo>
                <a:lnTo>
                  <a:pt x="0" y="7256"/>
                </a:lnTo>
                <a:lnTo>
                  <a:pt x="0" y="4335"/>
                </a:lnTo>
                <a:lnTo>
                  <a:pt x="1604" y="2744"/>
                </a:lnTo>
                <a:lnTo>
                  <a:pt x="2700" y="1760"/>
                </a:lnTo>
                <a:lnTo>
                  <a:pt x="3796" y="984"/>
                </a:lnTo>
                <a:lnTo>
                  <a:pt x="5400" y="0"/>
                </a:lnTo>
                <a:close/>
              </a:path>
            </a:pathLst>
          </a:custGeom>
          <a:solidFill>
            <a:srgbClr val="3130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1" name="contour_10409"/>
          <p:cNvSpPr/>
          <p:nvPr/>
        </p:nvSpPr>
        <p:spPr>
          <a:xfrm>
            <a:off x="3675579" y="2776725"/>
            <a:ext cx="5896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50" y="0"/>
                </a:moveTo>
                <a:lnTo>
                  <a:pt x="9927" y="915"/>
                </a:lnTo>
                <a:lnTo>
                  <a:pt x="11596" y="1841"/>
                </a:lnTo>
                <a:lnTo>
                  <a:pt x="13262" y="2773"/>
                </a:lnTo>
                <a:lnTo>
                  <a:pt x="14925" y="3712"/>
                </a:lnTo>
                <a:lnTo>
                  <a:pt x="15478" y="4020"/>
                </a:lnTo>
                <a:lnTo>
                  <a:pt x="16450" y="4560"/>
                </a:lnTo>
                <a:lnTo>
                  <a:pt x="18679" y="5800"/>
                </a:lnTo>
                <a:lnTo>
                  <a:pt x="20129" y="6942"/>
                </a:lnTo>
                <a:lnTo>
                  <a:pt x="21600" y="8100"/>
                </a:lnTo>
                <a:lnTo>
                  <a:pt x="21600" y="9885"/>
                </a:lnTo>
                <a:lnTo>
                  <a:pt x="21600" y="11680"/>
                </a:lnTo>
                <a:lnTo>
                  <a:pt x="21600" y="13500"/>
                </a:lnTo>
                <a:lnTo>
                  <a:pt x="20535" y="13019"/>
                </a:lnTo>
                <a:lnTo>
                  <a:pt x="19451" y="12531"/>
                </a:lnTo>
                <a:lnTo>
                  <a:pt x="17707" y="11907"/>
                </a:lnTo>
                <a:lnTo>
                  <a:pt x="16071" y="11397"/>
                </a:lnTo>
                <a:lnTo>
                  <a:pt x="14450" y="11027"/>
                </a:lnTo>
                <a:lnTo>
                  <a:pt x="12762" y="10819"/>
                </a:lnTo>
                <a:lnTo>
                  <a:pt x="10920" y="10800"/>
                </a:lnTo>
                <a:lnTo>
                  <a:pt x="9828" y="12201"/>
                </a:lnTo>
                <a:lnTo>
                  <a:pt x="8886" y="13646"/>
                </a:lnTo>
                <a:lnTo>
                  <a:pt x="8074" y="15139"/>
                </a:lnTo>
                <a:lnTo>
                  <a:pt x="7361" y="16678"/>
                </a:lnTo>
                <a:lnTo>
                  <a:pt x="6726" y="18268"/>
                </a:lnTo>
                <a:lnTo>
                  <a:pt x="6138" y="19907"/>
                </a:lnTo>
                <a:lnTo>
                  <a:pt x="5580" y="21600"/>
                </a:lnTo>
                <a:lnTo>
                  <a:pt x="4008" y="20947"/>
                </a:lnTo>
                <a:lnTo>
                  <a:pt x="2926" y="20450"/>
                </a:lnTo>
                <a:lnTo>
                  <a:pt x="1837" y="19850"/>
                </a:lnTo>
                <a:lnTo>
                  <a:pt x="240" y="18900"/>
                </a:lnTo>
                <a:lnTo>
                  <a:pt x="80" y="16810"/>
                </a:lnTo>
                <a:lnTo>
                  <a:pt x="0" y="15344"/>
                </a:lnTo>
                <a:lnTo>
                  <a:pt x="0" y="14113"/>
                </a:lnTo>
                <a:lnTo>
                  <a:pt x="80" y="12728"/>
                </a:lnTo>
                <a:lnTo>
                  <a:pt x="240" y="10800"/>
                </a:lnTo>
                <a:lnTo>
                  <a:pt x="2005" y="10800"/>
                </a:lnTo>
                <a:lnTo>
                  <a:pt x="3781" y="10800"/>
                </a:lnTo>
                <a:lnTo>
                  <a:pt x="5580" y="10800"/>
                </a:lnTo>
                <a:lnTo>
                  <a:pt x="6379" y="9026"/>
                </a:lnTo>
                <a:lnTo>
                  <a:pt x="6811" y="7625"/>
                </a:lnTo>
                <a:lnTo>
                  <a:pt x="7249" y="5400"/>
                </a:lnTo>
                <a:lnTo>
                  <a:pt x="7551" y="3893"/>
                </a:lnTo>
                <a:lnTo>
                  <a:pt x="7855" y="2362"/>
                </a:lnTo>
                <a:lnTo>
                  <a:pt x="8053" y="1191"/>
                </a:lnTo>
                <a:lnTo>
                  <a:pt x="8250" y="0"/>
                </a:lnTo>
                <a:close/>
              </a:path>
            </a:pathLst>
          </a:custGeom>
          <a:solidFill>
            <a:srgbClr val="998F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2" name="contour_10410"/>
          <p:cNvSpPr/>
          <p:nvPr/>
        </p:nvSpPr>
        <p:spPr>
          <a:xfrm>
            <a:off x="5090105" y="2740285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577" y="1809"/>
                </a:lnTo>
                <a:lnTo>
                  <a:pt x="15336" y="3415"/>
                </a:lnTo>
                <a:lnTo>
                  <a:pt x="15795" y="5006"/>
                </a:lnTo>
                <a:lnTo>
                  <a:pt x="15968" y="6766"/>
                </a:lnTo>
                <a:lnTo>
                  <a:pt x="15873" y="8880"/>
                </a:lnTo>
                <a:lnTo>
                  <a:pt x="15449" y="10670"/>
                </a:lnTo>
                <a:lnTo>
                  <a:pt x="15017" y="12488"/>
                </a:lnTo>
                <a:lnTo>
                  <a:pt x="14604" y="14299"/>
                </a:lnTo>
                <a:lnTo>
                  <a:pt x="14186" y="16138"/>
                </a:lnTo>
                <a:lnTo>
                  <a:pt x="14016" y="16824"/>
                </a:lnTo>
                <a:lnTo>
                  <a:pt x="13500" y="18900"/>
                </a:lnTo>
                <a:lnTo>
                  <a:pt x="15104" y="18365"/>
                </a:lnTo>
                <a:lnTo>
                  <a:pt x="16713" y="17828"/>
                </a:lnTo>
                <a:lnTo>
                  <a:pt x="18328" y="17291"/>
                </a:lnTo>
                <a:lnTo>
                  <a:pt x="19956" y="16748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0" y="21600"/>
                </a:lnTo>
                <a:lnTo>
                  <a:pt x="14440" y="21600"/>
                </a:lnTo>
                <a:lnTo>
                  <a:pt x="12628" y="21600"/>
                </a:lnTo>
                <a:lnTo>
                  <a:pt x="10800" y="21600"/>
                </a:lnTo>
                <a:lnTo>
                  <a:pt x="10800" y="19815"/>
                </a:lnTo>
                <a:lnTo>
                  <a:pt x="10800" y="18020"/>
                </a:lnTo>
                <a:lnTo>
                  <a:pt x="10800" y="16200"/>
                </a:lnTo>
                <a:lnTo>
                  <a:pt x="9026" y="15393"/>
                </a:lnTo>
                <a:lnTo>
                  <a:pt x="7625" y="14955"/>
                </a:lnTo>
                <a:lnTo>
                  <a:pt x="5400" y="14512"/>
                </a:lnTo>
                <a:lnTo>
                  <a:pt x="3893" y="14207"/>
                </a:lnTo>
                <a:lnTo>
                  <a:pt x="2362" y="13900"/>
                </a:lnTo>
                <a:lnTo>
                  <a:pt x="1191" y="13700"/>
                </a:lnTo>
                <a:lnTo>
                  <a:pt x="0" y="13500"/>
                </a:lnTo>
                <a:lnTo>
                  <a:pt x="1785" y="13500"/>
                </a:lnTo>
                <a:lnTo>
                  <a:pt x="3580" y="13500"/>
                </a:lnTo>
                <a:lnTo>
                  <a:pt x="5400" y="13500"/>
                </a:lnTo>
                <a:lnTo>
                  <a:pt x="6070" y="11794"/>
                </a:lnTo>
                <a:lnTo>
                  <a:pt x="6418" y="10438"/>
                </a:lnTo>
                <a:lnTo>
                  <a:pt x="6750" y="8267"/>
                </a:lnTo>
                <a:lnTo>
                  <a:pt x="7282" y="5640"/>
                </a:lnTo>
                <a:lnTo>
                  <a:pt x="7768" y="3931"/>
                </a:lnTo>
                <a:lnTo>
                  <a:pt x="8411" y="2776"/>
                </a:lnTo>
                <a:lnTo>
                  <a:pt x="9410" y="1812"/>
                </a:lnTo>
                <a:lnTo>
                  <a:pt x="10967" y="675"/>
                </a:lnTo>
                <a:lnTo>
                  <a:pt x="12226" y="340"/>
                </a:lnTo>
                <a:lnTo>
                  <a:pt x="13500" y="0"/>
                </a:lnTo>
                <a:close/>
              </a:path>
            </a:pathLst>
          </a:custGeom>
          <a:solidFill>
            <a:srgbClr val="937A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3" name="contour_10411"/>
          <p:cNvSpPr/>
          <p:nvPr/>
        </p:nvSpPr>
        <p:spPr>
          <a:xfrm>
            <a:off x="5017225" y="2717656"/>
            <a:ext cx="65592" cy="29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552"/>
                </a:moveTo>
                <a:lnTo>
                  <a:pt x="6566" y="179"/>
                </a:lnTo>
                <a:lnTo>
                  <a:pt x="7886" y="0"/>
                </a:lnTo>
                <a:lnTo>
                  <a:pt x="8995" y="37"/>
                </a:lnTo>
                <a:lnTo>
                  <a:pt x="10140" y="337"/>
                </a:lnTo>
                <a:lnTo>
                  <a:pt x="11561" y="937"/>
                </a:lnTo>
                <a:lnTo>
                  <a:pt x="13500" y="1868"/>
                </a:lnTo>
                <a:lnTo>
                  <a:pt x="15017" y="2547"/>
                </a:lnTo>
                <a:lnTo>
                  <a:pt x="16546" y="3231"/>
                </a:lnTo>
                <a:lnTo>
                  <a:pt x="18094" y="3925"/>
                </a:lnTo>
                <a:lnTo>
                  <a:pt x="19253" y="4546"/>
                </a:lnTo>
                <a:lnTo>
                  <a:pt x="20417" y="5178"/>
                </a:lnTo>
                <a:lnTo>
                  <a:pt x="21600" y="5814"/>
                </a:lnTo>
                <a:lnTo>
                  <a:pt x="21600" y="8940"/>
                </a:lnTo>
                <a:lnTo>
                  <a:pt x="21600" y="12076"/>
                </a:lnTo>
                <a:lnTo>
                  <a:pt x="21600" y="15223"/>
                </a:lnTo>
                <a:lnTo>
                  <a:pt x="21600" y="18396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679" y="18622"/>
                </a:lnTo>
                <a:lnTo>
                  <a:pt x="1358" y="15644"/>
                </a:lnTo>
                <a:lnTo>
                  <a:pt x="2040" y="12655"/>
                </a:lnTo>
                <a:lnTo>
                  <a:pt x="2724" y="9656"/>
                </a:lnTo>
                <a:lnTo>
                  <a:pt x="3413" y="6640"/>
                </a:lnTo>
                <a:lnTo>
                  <a:pt x="4104" y="3610"/>
                </a:lnTo>
                <a:lnTo>
                  <a:pt x="4800" y="552"/>
                </a:lnTo>
                <a:close/>
              </a:path>
            </a:pathLst>
          </a:custGeom>
          <a:solidFill>
            <a:srgbClr val="C4C8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4" name="contour_10412"/>
          <p:cNvSpPr/>
          <p:nvPr/>
        </p:nvSpPr>
        <p:spPr>
          <a:xfrm>
            <a:off x="1358653" y="2724995"/>
            <a:ext cx="72880" cy="23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62"/>
                </a:moveTo>
                <a:lnTo>
                  <a:pt x="1430" y="561"/>
                </a:lnTo>
                <a:lnTo>
                  <a:pt x="2862" y="466"/>
                </a:lnTo>
                <a:lnTo>
                  <a:pt x="4292" y="385"/>
                </a:lnTo>
                <a:lnTo>
                  <a:pt x="5724" y="311"/>
                </a:lnTo>
                <a:lnTo>
                  <a:pt x="7154" y="243"/>
                </a:lnTo>
                <a:lnTo>
                  <a:pt x="8484" y="162"/>
                </a:lnTo>
                <a:lnTo>
                  <a:pt x="9824" y="81"/>
                </a:lnTo>
                <a:lnTo>
                  <a:pt x="11180" y="0"/>
                </a:lnTo>
                <a:lnTo>
                  <a:pt x="12813" y="331"/>
                </a:lnTo>
                <a:lnTo>
                  <a:pt x="14349" y="811"/>
                </a:lnTo>
                <a:lnTo>
                  <a:pt x="15818" y="1487"/>
                </a:lnTo>
                <a:lnTo>
                  <a:pt x="17250" y="2426"/>
                </a:lnTo>
                <a:lnTo>
                  <a:pt x="18671" y="3683"/>
                </a:lnTo>
                <a:lnTo>
                  <a:pt x="20112" y="5332"/>
                </a:lnTo>
                <a:lnTo>
                  <a:pt x="21600" y="7421"/>
                </a:lnTo>
                <a:lnTo>
                  <a:pt x="21600" y="11888"/>
                </a:lnTo>
                <a:lnTo>
                  <a:pt x="21600" y="16382"/>
                </a:lnTo>
                <a:lnTo>
                  <a:pt x="21600" y="20938"/>
                </a:lnTo>
                <a:lnTo>
                  <a:pt x="20170" y="21039"/>
                </a:lnTo>
                <a:lnTo>
                  <a:pt x="18738" y="21134"/>
                </a:lnTo>
                <a:lnTo>
                  <a:pt x="17308" y="21215"/>
                </a:lnTo>
                <a:lnTo>
                  <a:pt x="15876" y="21289"/>
                </a:lnTo>
                <a:lnTo>
                  <a:pt x="14446" y="21357"/>
                </a:lnTo>
                <a:lnTo>
                  <a:pt x="13116" y="21438"/>
                </a:lnTo>
                <a:lnTo>
                  <a:pt x="11776" y="21519"/>
                </a:lnTo>
                <a:lnTo>
                  <a:pt x="10420" y="21600"/>
                </a:lnTo>
                <a:lnTo>
                  <a:pt x="8787" y="21269"/>
                </a:lnTo>
                <a:lnTo>
                  <a:pt x="7251" y="20789"/>
                </a:lnTo>
                <a:lnTo>
                  <a:pt x="5782" y="20113"/>
                </a:lnTo>
                <a:lnTo>
                  <a:pt x="4350" y="19174"/>
                </a:lnTo>
                <a:lnTo>
                  <a:pt x="2929" y="17917"/>
                </a:lnTo>
                <a:lnTo>
                  <a:pt x="1488" y="16268"/>
                </a:lnTo>
                <a:lnTo>
                  <a:pt x="0" y="14179"/>
                </a:lnTo>
                <a:lnTo>
                  <a:pt x="0" y="9712"/>
                </a:lnTo>
                <a:lnTo>
                  <a:pt x="0" y="5218"/>
                </a:lnTo>
                <a:lnTo>
                  <a:pt x="0" y="662"/>
                </a:lnTo>
                <a:close/>
              </a:path>
            </a:pathLst>
          </a:custGeom>
          <a:solidFill>
            <a:srgbClr val="1312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5" name="contour_10413"/>
          <p:cNvSpPr/>
          <p:nvPr/>
        </p:nvSpPr>
        <p:spPr>
          <a:xfrm>
            <a:off x="11190154" y="2703262"/>
            <a:ext cx="51016" cy="29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95"/>
                </a:moveTo>
                <a:lnTo>
                  <a:pt x="16342" y="164"/>
                </a:lnTo>
                <a:lnTo>
                  <a:pt x="18443" y="233"/>
                </a:lnTo>
                <a:lnTo>
                  <a:pt x="19227" y="281"/>
                </a:lnTo>
                <a:lnTo>
                  <a:pt x="21600" y="424"/>
                </a:lnTo>
                <a:lnTo>
                  <a:pt x="21600" y="3568"/>
                </a:lnTo>
                <a:lnTo>
                  <a:pt x="21600" y="6724"/>
                </a:lnTo>
                <a:lnTo>
                  <a:pt x="21600" y="9895"/>
                </a:lnTo>
                <a:lnTo>
                  <a:pt x="21600" y="13082"/>
                </a:lnTo>
                <a:lnTo>
                  <a:pt x="21600" y="16306"/>
                </a:lnTo>
                <a:lnTo>
                  <a:pt x="19462" y="16830"/>
                </a:lnTo>
                <a:lnTo>
                  <a:pt x="17320" y="17354"/>
                </a:lnTo>
                <a:lnTo>
                  <a:pt x="15179" y="17878"/>
                </a:lnTo>
                <a:lnTo>
                  <a:pt x="13034" y="18402"/>
                </a:lnTo>
                <a:lnTo>
                  <a:pt x="10880" y="18932"/>
                </a:lnTo>
                <a:lnTo>
                  <a:pt x="8723" y="19461"/>
                </a:lnTo>
                <a:lnTo>
                  <a:pt x="6557" y="19991"/>
                </a:lnTo>
                <a:lnTo>
                  <a:pt x="4382" y="20525"/>
                </a:lnTo>
                <a:lnTo>
                  <a:pt x="2197" y="21060"/>
                </a:lnTo>
                <a:lnTo>
                  <a:pt x="0" y="21600"/>
                </a:lnTo>
                <a:lnTo>
                  <a:pt x="0" y="18450"/>
                </a:lnTo>
                <a:lnTo>
                  <a:pt x="0" y="15300"/>
                </a:lnTo>
                <a:lnTo>
                  <a:pt x="0" y="12129"/>
                </a:lnTo>
                <a:lnTo>
                  <a:pt x="0" y="8936"/>
                </a:lnTo>
                <a:lnTo>
                  <a:pt x="0" y="5718"/>
                </a:lnTo>
                <a:lnTo>
                  <a:pt x="1885" y="3452"/>
                </a:lnTo>
                <a:lnTo>
                  <a:pt x="3789" y="1864"/>
                </a:lnTo>
                <a:lnTo>
                  <a:pt x="5727" y="836"/>
                </a:lnTo>
                <a:lnTo>
                  <a:pt x="7727" y="259"/>
                </a:lnTo>
                <a:lnTo>
                  <a:pt x="9803" y="21"/>
                </a:lnTo>
                <a:lnTo>
                  <a:pt x="11979" y="0"/>
                </a:lnTo>
                <a:lnTo>
                  <a:pt x="14271" y="95"/>
                </a:lnTo>
                <a:close/>
              </a:path>
            </a:pathLst>
          </a:custGeom>
          <a:solidFill>
            <a:srgbClr val="E0E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6" name="contour_10414"/>
          <p:cNvSpPr/>
          <p:nvPr/>
        </p:nvSpPr>
        <p:spPr>
          <a:xfrm>
            <a:off x="1067133" y="2689269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70" y="302"/>
                </a:lnTo>
                <a:lnTo>
                  <a:pt x="11617" y="614"/>
                </a:lnTo>
                <a:lnTo>
                  <a:pt x="13259" y="1083"/>
                </a:lnTo>
                <a:lnTo>
                  <a:pt x="15214" y="1858"/>
                </a:lnTo>
                <a:lnTo>
                  <a:pt x="18000" y="3086"/>
                </a:lnTo>
                <a:lnTo>
                  <a:pt x="18731" y="4980"/>
                </a:lnTo>
                <a:lnTo>
                  <a:pt x="19357" y="6878"/>
                </a:lnTo>
                <a:lnTo>
                  <a:pt x="19890" y="8785"/>
                </a:lnTo>
                <a:lnTo>
                  <a:pt x="20340" y="10698"/>
                </a:lnTo>
                <a:lnTo>
                  <a:pt x="20725" y="12627"/>
                </a:lnTo>
                <a:lnTo>
                  <a:pt x="21053" y="14571"/>
                </a:lnTo>
                <a:lnTo>
                  <a:pt x="21341" y="16530"/>
                </a:lnTo>
                <a:lnTo>
                  <a:pt x="21600" y="18514"/>
                </a:lnTo>
                <a:lnTo>
                  <a:pt x="19224" y="19023"/>
                </a:lnTo>
                <a:lnTo>
                  <a:pt x="16844" y="19533"/>
                </a:lnTo>
                <a:lnTo>
                  <a:pt x="14454" y="20045"/>
                </a:lnTo>
                <a:lnTo>
                  <a:pt x="12053" y="20560"/>
                </a:lnTo>
                <a:lnTo>
                  <a:pt x="9637" y="21079"/>
                </a:lnTo>
                <a:lnTo>
                  <a:pt x="7200" y="21600"/>
                </a:lnTo>
                <a:lnTo>
                  <a:pt x="7348" y="20134"/>
                </a:lnTo>
                <a:lnTo>
                  <a:pt x="7499" y="18659"/>
                </a:lnTo>
                <a:lnTo>
                  <a:pt x="7650" y="17163"/>
                </a:lnTo>
                <a:lnTo>
                  <a:pt x="7502" y="15571"/>
                </a:lnTo>
                <a:lnTo>
                  <a:pt x="7351" y="13969"/>
                </a:lnTo>
                <a:lnTo>
                  <a:pt x="7200" y="12343"/>
                </a:lnTo>
                <a:lnTo>
                  <a:pt x="5062" y="11099"/>
                </a:lnTo>
                <a:lnTo>
                  <a:pt x="3600" y="10365"/>
                </a:lnTo>
                <a:lnTo>
                  <a:pt x="2138" y="9847"/>
                </a:lnTo>
                <a:lnTo>
                  <a:pt x="0" y="9257"/>
                </a:lnTo>
                <a:lnTo>
                  <a:pt x="2380" y="9257"/>
                </a:lnTo>
                <a:lnTo>
                  <a:pt x="4774" y="9257"/>
                </a:lnTo>
                <a:lnTo>
                  <a:pt x="7200" y="9257"/>
                </a:lnTo>
                <a:lnTo>
                  <a:pt x="7200" y="7424"/>
                </a:lnTo>
                <a:lnTo>
                  <a:pt x="7200" y="5585"/>
                </a:lnTo>
                <a:lnTo>
                  <a:pt x="7200" y="3740"/>
                </a:lnTo>
                <a:lnTo>
                  <a:pt x="7200" y="1879"/>
                </a:lnTo>
                <a:lnTo>
                  <a:pt x="7200" y="0"/>
                </a:lnTo>
                <a:close/>
              </a:path>
            </a:pathLst>
          </a:custGeom>
          <a:solidFill>
            <a:srgbClr val="1313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7" name="contour_10415"/>
          <p:cNvSpPr/>
          <p:nvPr/>
        </p:nvSpPr>
        <p:spPr>
          <a:xfrm>
            <a:off x="3886872" y="2674693"/>
            <a:ext cx="5173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" y="0"/>
                </a:moveTo>
                <a:lnTo>
                  <a:pt x="989" y="1283"/>
                </a:lnTo>
                <a:lnTo>
                  <a:pt x="1686" y="2573"/>
                </a:lnTo>
                <a:lnTo>
                  <a:pt x="2392" y="3883"/>
                </a:lnTo>
                <a:lnTo>
                  <a:pt x="3700" y="5551"/>
                </a:lnTo>
                <a:lnTo>
                  <a:pt x="4948" y="6796"/>
                </a:lnTo>
                <a:lnTo>
                  <a:pt x="6317" y="7741"/>
                </a:lnTo>
                <a:lnTo>
                  <a:pt x="8000" y="8513"/>
                </a:lnTo>
                <a:lnTo>
                  <a:pt x="10176" y="9239"/>
                </a:lnTo>
                <a:lnTo>
                  <a:pt x="12075" y="9555"/>
                </a:lnTo>
                <a:lnTo>
                  <a:pt x="13974" y="9850"/>
                </a:lnTo>
                <a:lnTo>
                  <a:pt x="15870" y="10122"/>
                </a:lnTo>
                <a:lnTo>
                  <a:pt x="17772" y="10371"/>
                </a:lnTo>
                <a:lnTo>
                  <a:pt x="19680" y="10598"/>
                </a:lnTo>
                <a:lnTo>
                  <a:pt x="21600" y="10800"/>
                </a:lnTo>
                <a:lnTo>
                  <a:pt x="19978" y="13540"/>
                </a:lnTo>
                <a:lnTo>
                  <a:pt x="18730" y="15538"/>
                </a:lnTo>
                <a:lnTo>
                  <a:pt x="17693" y="16961"/>
                </a:lnTo>
                <a:lnTo>
                  <a:pt x="16713" y="17966"/>
                </a:lnTo>
                <a:lnTo>
                  <a:pt x="15626" y="18722"/>
                </a:lnTo>
                <a:lnTo>
                  <a:pt x="14278" y="19391"/>
                </a:lnTo>
                <a:lnTo>
                  <a:pt x="12507" y="20134"/>
                </a:lnTo>
                <a:lnTo>
                  <a:pt x="10864" y="20525"/>
                </a:lnTo>
                <a:lnTo>
                  <a:pt x="9568" y="20798"/>
                </a:lnTo>
                <a:lnTo>
                  <a:pt x="8174" y="21020"/>
                </a:lnTo>
                <a:lnTo>
                  <a:pt x="6244" y="21265"/>
                </a:lnTo>
                <a:lnTo>
                  <a:pt x="3341" y="21600"/>
                </a:lnTo>
                <a:lnTo>
                  <a:pt x="1576" y="19969"/>
                </a:lnTo>
                <a:lnTo>
                  <a:pt x="642" y="18687"/>
                </a:lnTo>
                <a:lnTo>
                  <a:pt x="219" y="17086"/>
                </a:lnTo>
                <a:lnTo>
                  <a:pt x="0" y="14502"/>
                </a:lnTo>
                <a:lnTo>
                  <a:pt x="37" y="12776"/>
                </a:lnTo>
                <a:lnTo>
                  <a:pt x="73" y="11040"/>
                </a:lnTo>
                <a:lnTo>
                  <a:pt x="110" y="9283"/>
                </a:lnTo>
                <a:lnTo>
                  <a:pt x="137" y="7549"/>
                </a:lnTo>
                <a:lnTo>
                  <a:pt x="164" y="5805"/>
                </a:lnTo>
                <a:lnTo>
                  <a:pt x="192" y="4039"/>
                </a:lnTo>
                <a:lnTo>
                  <a:pt x="225" y="2705"/>
                </a:lnTo>
                <a:lnTo>
                  <a:pt x="262" y="1361"/>
                </a:lnTo>
                <a:lnTo>
                  <a:pt x="298" y="0"/>
                </a:lnTo>
                <a:close/>
              </a:path>
            </a:pathLst>
          </a:custGeom>
          <a:solidFill>
            <a:srgbClr val="7B6B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8" name="contour_10416"/>
          <p:cNvSpPr/>
          <p:nvPr/>
        </p:nvSpPr>
        <p:spPr>
          <a:xfrm>
            <a:off x="5148409" y="2680144"/>
            <a:ext cx="58304" cy="747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531"/>
                </a:moveTo>
                <a:lnTo>
                  <a:pt x="4887" y="232"/>
                </a:lnTo>
                <a:lnTo>
                  <a:pt x="6483" y="61"/>
                </a:lnTo>
                <a:lnTo>
                  <a:pt x="7943" y="0"/>
                </a:lnTo>
                <a:lnTo>
                  <a:pt x="9736" y="32"/>
                </a:lnTo>
                <a:lnTo>
                  <a:pt x="12317" y="135"/>
                </a:lnTo>
                <a:lnTo>
                  <a:pt x="14051" y="194"/>
                </a:lnTo>
                <a:lnTo>
                  <a:pt x="15795" y="251"/>
                </a:lnTo>
                <a:lnTo>
                  <a:pt x="17561" y="310"/>
                </a:lnTo>
                <a:lnTo>
                  <a:pt x="18895" y="381"/>
                </a:lnTo>
                <a:lnTo>
                  <a:pt x="20239" y="455"/>
                </a:lnTo>
                <a:lnTo>
                  <a:pt x="21600" y="531"/>
                </a:lnTo>
                <a:lnTo>
                  <a:pt x="20968" y="1087"/>
                </a:lnTo>
                <a:lnTo>
                  <a:pt x="19067" y="2768"/>
                </a:lnTo>
                <a:lnTo>
                  <a:pt x="18052" y="4047"/>
                </a:lnTo>
                <a:lnTo>
                  <a:pt x="17191" y="5379"/>
                </a:lnTo>
                <a:lnTo>
                  <a:pt x="16470" y="6755"/>
                </a:lnTo>
                <a:lnTo>
                  <a:pt x="15873" y="8168"/>
                </a:lnTo>
                <a:lnTo>
                  <a:pt x="15382" y="9616"/>
                </a:lnTo>
                <a:lnTo>
                  <a:pt x="14985" y="11089"/>
                </a:lnTo>
                <a:lnTo>
                  <a:pt x="14666" y="12582"/>
                </a:lnTo>
                <a:lnTo>
                  <a:pt x="14407" y="14089"/>
                </a:lnTo>
                <a:lnTo>
                  <a:pt x="14197" y="15602"/>
                </a:lnTo>
                <a:lnTo>
                  <a:pt x="14016" y="17114"/>
                </a:lnTo>
                <a:lnTo>
                  <a:pt x="13848" y="18625"/>
                </a:lnTo>
                <a:lnTo>
                  <a:pt x="13684" y="20121"/>
                </a:lnTo>
                <a:lnTo>
                  <a:pt x="13500" y="21600"/>
                </a:lnTo>
                <a:lnTo>
                  <a:pt x="11861" y="21240"/>
                </a:lnTo>
                <a:lnTo>
                  <a:pt x="10754" y="20898"/>
                </a:lnTo>
                <a:lnTo>
                  <a:pt x="9669" y="20382"/>
                </a:lnTo>
                <a:lnTo>
                  <a:pt x="8100" y="19493"/>
                </a:lnTo>
                <a:lnTo>
                  <a:pt x="8130" y="18029"/>
                </a:lnTo>
                <a:lnTo>
                  <a:pt x="8178" y="16927"/>
                </a:lnTo>
                <a:lnTo>
                  <a:pt x="8273" y="15981"/>
                </a:lnTo>
                <a:lnTo>
                  <a:pt x="8440" y="14982"/>
                </a:lnTo>
                <a:lnTo>
                  <a:pt x="8713" y="13720"/>
                </a:lnTo>
                <a:lnTo>
                  <a:pt x="9112" y="11988"/>
                </a:lnTo>
                <a:lnTo>
                  <a:pt x="9412" y="10636"/>
                </a:lnTo>
                <a:lnTo>
                  <a:pt x="9715" y="9275"/>
                </a:lnTo>
                <a:lnTo>
                  <a:pt x="10020" y="7897"/>
                </a:lnTo>
                <a:lnTo>
                  <a:pt x="10276" y="6856"/>
                </a:lnTo>
                <a:lnTo>
                  <a:pt x="10538" y="5807"/>
                </a:lnTo>
                <a:lnTo>
                  <a:pt x="10800" y="4745"/>
                </a:lnTo>
                <a:lnTo>
                  <a:pt x="9018" y="5092"/>
                </a:lnTo>
                <a:lnTo>
                  <a:pt x="7233" y="5440"/>
                </a:lnTo>
                <a:lnTo>
                  <a:pt x="5440" y="5790"/>
                </a:lnTo>
                <a:lnTo>
                  <a:pt x="3640" y="6142"/>
                </a:lnTo>
                <a:lnTo>
                  <a:pt x="1828" y="6496"/>
                </a:lnTo>
                <a:lnTo>
                  <a:pt x="0" y="6852"/>
                </a:lnTo>
                <a:lnTo>
                  <a:pt x="381" y="5297"/>
                </a:lnTo>
                <a:lnTo>
                  <a:pt x="710" y="4191"/>
                </a:lnTo>
                <a:lnTo>
                  <a:pt x="1120" y="3230"/>
                </a:lnTo>
                <a:lnTo>
                  <a:pt x="1741" y="2111"/>
                </a:lnTo>
                <a:lnTo>
                  <a:pt x="2700" y="531"/>
                </a:lnTo>
                <a:close/>
              </a:path>
            </a:pathLst>
          </a:custGeom>
          <a:solidFill>
            <a:srgbClr val="7472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19" name="contour_10417"/>
          <p:cNvSpPr/>
          <p:nvPr/>
        </p:nvSpPr>
        <p:spPr>
          <a:xfrm>
            <a:off x="2268012" y="2681514"/>
            <a:ext cx="59944" cy="381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4"/>
                </a:moveTo>
                <a:lnTo>
                  <a:pt x="21600" y="2990"/>
                </a:lnTo>
                <a:lnTo>
                  <a:pt x="21600" y="5732"/>
                </a:lnTo>
                <a:lnTo>
                  <a:pt x="21600" y="8511"/>
                </a:lnTo>
                <a:lnTo>
                  <a:pt x="19864" y="8511"/>
                </a:lnTo>
                <a:lnTo>
                  <a:pt x="18118" y="8511"/>
                </a:lnTo>
                <a:lnTo>
                  <a:pt x="16348" y="8511"/>
                </a:lnTo>
                <a:lnTo>
                  <a:pt x="16077" y="10557"/>
                </a:lnTo>
                <a:lnTo>
                  <a:pt x="15804" y="12610"/>
                </a:lnTo>
                <a:lnTo>
                  <a:pt x="15528" y="14697"/>
                </a:lnTo>
                <a:lnTo>
                  <a:pt x="14932" y="16742"/>
                </a:lnTo>
                <a:lnTo>
                  <a:pt x="14331" y="18796"/>
                </a:lnTo>
                <a:lnTo>
                  <a:pt x="13722" y="20882"/>
                </a:lnTo>
                <a:lnTo>
                  <a:pt x="11833" y="21291"/>
                </a:lnTo>
                <a:lnTo>
                  <a:pt x="9961" y="21522"/>
                </a:lnTo>
                <a:lnTo>
                  <a:pt x="8096" y="21600"/>
                </a:lnTo>
                <a:lnTo>
                  <a:pt x="6234" y="21546"/>
                </a:lnTo>
                <a:lnTo>
                  <a:pt x="4367" y="21394"/>
                </a:lnTo>
                <a:lnTo>
                  <a:pt x="2487" y="21163"/>
                </a:lnTo>
                <a:lnTo>
                  <a:pt x="591" y="20882"/>
                </a:lnTo>
                <a:lnTo>
                  <a:pt x="197" y="18062"/>
                </a:lnTo>
                <a:lnTo>
                  <a:pt x="0" y="16008"/>
                </a:lnTo>
                <a:lnTo>
                  <a:pt x="0" y="14128"/>
                </a:lnTo>
                <a:lnTo>
                  <a:pt x="197" y="11827"/>
                </a:lnTo>
                <a:lnTo>
                  <a:pt x="591" y="8511"/>
                </a:lnTo>
                <a:lnTo>
                  <a:pt x="2195" y="6981"/>
                </a:lnTo>
                <a:lnTo>
                  <a:pt x="3832" y="5596"/>
                </a:lnTo>
                <a:lnTo>
                  <a:pt x="5497" y="4355"/>
                </a:lnTo>
                <a:lnTo>
                  <a:pt x="7190" y="3258"/>
                </a:lnTo>
                <a:lnTo>
                  <a:pt x="8908" y="2313"/>
                </a:lnTo>
                <a:lnTo>
                  <a:pt x="10654" y="1526"/>
                </a:lnTo>
                <a:lnTo>
                  <a:pt x="12422" y="895"/>
                </a:lnTo>
                <a:lnTo>
                  <a:pt x="14215" y="429"/>
                </a:lnTo>
                <a:lnTo>
                  <a:pt x="16030" y="128"/>
                </a:lnTo>
                <a:lnTo>
                  <a:pt x="17868" y="0"/>
                </a:lnTo>
                <a:lnTo>
                  <a:pt x="19725" y="41"/>
                </a:lnTo>
                <a:lnTo>
                  <a:pt x="21600" y="264"/>
                </a:lnTo>
                <a:close/>
              </a:path>
            </a:pathLst>
          </a:custGeom>
          <a:solidFill>
            <a:srgbClr val="19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0" name="contour_10418"/>
          <p:cNvSpPr/>
          <p:nvPr/>
        </p:nvSpPr>
        <p:spPr>
          <a:xfrm>
            <a:off x="8129197" y="2667405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5" y="0"/>
                </a:lnTo>
                <a:lnTo>
                  <a:pt x="8980" y="0"/>
                </a:lnTo>
                <a:lnTo>
                  <a:pt x="10800" y="0"/>
                </a:lnTo>
                <a:lnTo>
                  <a:pt x="10800" y="2380"/>
                </a:lnTo>
                <a:lnTo>
                  <a:pt x="10800" y="4774"/>
                </a:lnTo>
                <a:lnTo>
                  <a:pt x="10800" y="7200"/>
                </a:lnTo>
                <a:lnTo>
                  <a:pt x="12328" y="6181"/>
                </a:lnTo>
                <a:lnTo>
                  <a:pt x="13856" y="5162"/>
                </a:lnTo>
                <a:lnTo>
                  <a:pt x="15390" y="4140"/>
                </a:lnTo>
                <a:lnTo>
                  <a:pt x="16929" y="3114"/>
                </a:lnTo>
                <a:lnTo>
                  <a:pt x="18476" y="2081"/>
                </a:lnTo>
                <a:lnTo>
                  <a:pt x="20031" y="1044"/>
                </a:lnTo>
                <a:lnTo>
                  <a:pt x="21600" y="0"/>
                </a:lnTo>
                <a:lnTo>
                  <a:pt x="20809" y="2617"/>
                </a:lnTo>
                <a:lnTo>
                  <a:pt x="20042" y="5029"/>
                </a:lnTo>
                <a:lnTo>
                  <a:pt x="19264" y="7254"/>
                </a:lnTo>
                <a:lnTo>
                  <a:pt x="18441" y="9310"/>
                </a:lnTo>
                <a:lnTo>
                  <a:pt x="17534" y="11207"/>
                </a:lnTo>
                <a:lnTo>
                  <a:pt x="16505" y="12964"/>
                </a:lnTo>
                <a:lnTo>
                  <a:pt x="15320" y="14598"/>
                </a:lnTo>
                <a:lnTo>
                  <a:pt x="13943" y="16121"/>
                </a:lnTo>
                <a:lnTo>
                  <a:pt x="12336" y="17550"/>
                </a:lnTo>
                <a:lnTo>
                  <a:pt x="10462" y="18900"/>
                </a:lnTo>
                <a:lnTo>
                  <a:pt x="8786" y="19832"/>
                </a:lnTo>
                <a:lnTo>
                  <a:pt x="7098" y="20736"/>
                </a:lnTo>
                <a:lnTo>
                  <a:pt x="5400" y="21600"/>
                </a:lnTo>
                <a:lnTo>
                  <a:pt x="5400" y="19220"/>
                </a:lnTo>
                <a:lnTo>
                  <a:pt x="5400" y="16826"/>
                </a:lnTo>
                <a:lnTo>
                  <a:pt x="5400" y="14400"/>
                </a:lnTo>
                <a:lnTo>
                  <a:pt x="3796" y="13079"/>
                </a:lnTo>
                <a:lnTo>
                  <a:pt x="2700" y="12262"/>
                </a:lnTo>
                <a:lnTo>
                  <a:pt x="1604" y="11617"/>
                </a:lnTo>
                <a:lnTo>
                  <a:pt x="0" y="10800"/>
                </a:lnTo>
                <a:lnTo>
                  <a:pt x="1010" y="8500"/>
                </a:lnTo>
                <a:lnTo>
                  <a:pt x="1774" y="6800"/>
                </a:lnTo>
                <a:lnTo>
                  <a:pt x="2446" y="5400"/>
                </a:lnTo>
                <a:lnTo>
                  <a:pt x="3175" y="4000"/>
                </a:lnTo>
                <a:lnTo>
                  <a:pt x="4109" y="2300"/>
                </a:lnTo>
                <a:lnTo>
                  <a:pt x="5400" y="0"/>
                </a:lnTo>
                <a:close/>
              </a:path>
            </a:pathLst>
          </a:custGeom>
          <a:solidFill>
            <a:srgbClr val="393A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1" name="contour_10419"/>
          <p:cNvSpPr/>
          <p:nvPr/>
        </p:nvSpPr>
        <p:spPr>
          <a:xfrm>
            <a:off x="2036218" y="2660117"/>
            <a:ext cx="58523" cy="370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71" y="0"/>
                </a:moveTo>
                <a:lnTo>
                  <a:pt x="4481" y="323"/>
                </a:lnTo>
                <a:lnTo>
                  <a:pt x="6087" y="713"/>
                </a:lnTo>
                <a:lnTo>
                  <a:pt x="7637" y="1185"/>
                </a:lnTo>
                <a:lnTo>
                  <a:pt x="9170" y="1745"/>
                </a:lnTo>
                <a:lnTo>
                  <a:pt x="10727" y="2408"/>
                </a:lnTo>
                <a:lnTo>
                  <a:pt x="12352" y="3185"/>
                </a:lnTo>
                <a:lnTo>
                  <a:pt x="13686" y="3746"/>
                </a:lnTo>
                <a:lnTo>
                  <a:pt x="15039" y="4315"/>
                </a:lnTo>
                <a:lnTo>
                  <a:pt x="16570" y="5050"/>
                </a:lnTo>
                <a:lnTo>
                  <a:pt x="17761" y="5733"/>
                </a:lnTo>
                <a:lnTo>
                  <a:pt x="19233" y="6748"/>
                </a:lnTo>
                <a:lnTo>
                  <a:pt x="21600" y="8494"/>
                </a:lnTo>
                <a:lnTo>
                  <a:pt x="21600" y="11301"/>
                </a:lnTo>
                <a:lnTo>
                  <a:pt x="21600" y="14125"/>
                </a:lnTo>
                <a:lnTo>
                  <a:pt x="21600" y="16988"/>
                </a:lnTo>
                <a:lnTo>
                  <a:pt x="19997" y="18682"/>
                </a:lnTo>
                <a:lnTo>
                  <a:pt x="18380" y="19910"/>
                </a:lnTo>
                <a:lnTo>
                  <a:pt x="16739" y="20746"/>
                </a:lnTo>
                <a:lnTo>
                  <a:pt x="15064" y="21260"/>
                </a:lnTo>
                <a:lnTo>
                  <a:pt x="13342" y="21524"/>
                </a:lnTo>
                <a:lnTo>
                  <a:pt x="11567" y="21600"/>
                </a:lnTo>
                <a:lnTo>
                  <a:pt x="9729" y="21570"/>
                </a:lnTo>
                <a:lnTo>
                  <a:pt x="7814" y="21498"/>
                </a:lnTo>
                <a:lnTo>
                  <a:pt x="6362" y="21460"/>
                </a:lnTo>
                <a:lnTo>
                  <a:pt x="4901" y="21422"/>
                </a:lnTo>
                <a:lnTo>
                  <a:pt x="3422" y="21383"/>
                </a:lnTo>
                <a:lnTo>
                  <a:pt x="1762" y="21311"/>
                </a:lnTo>
                <a:lnTo>
                  <a:pt x="81" y="21235"/>
                </a:lnTo>
                <a:lnTo>
                  <a:pt x="13" y="18151"/>
                </a:lnTo>
                <a:lnTo>
                  <a:pt x="0" y="15149"/>
                </a:lnTo>
                <a:lnTo>
                  <a:pt x="59" y="12193"/>
                </a:lnTo>
                <a:lnTo>
                  <a:pt x="204" y="9250"/>
                </a:lnTo>
                <a:lnTo>
                  <a:pt x="455" y="6281"/>
                </a:lnTo>
                <a:lnTo>
                  <a:pt x="826" y="3253"/>
                </a:lnTo>
                <a:lnTo>
                  <a:pt x="1791" y="1639"/>
                </a:lnTo>
                <a:lnTo>
                  <a:pt x="2771" y="0"/>
                </a:lnTo>
                <a:close/>
              </a:path>
            </a:pathLst>
          </a:custGeom>
          <a:solidFill>
            <a:srgbClr val="0E0E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2" name="contour_10420"/>
          <p:cNvSpPr/>
          <p:nvPr/>
        </p:nvSpPr>
        <p:spPr>
          <a:xfrm>
            <a:off x="4813161" y="2652683"/>
            <a:ext cx="39727" cy="43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18" y="0"/>
                </a:moveTo>
                <a:lnTo>
                  <a:pt x="10429" y="474"/>
                </a:lnTo>
                <a:lnTo>
                  <a:pt x="12859" y="1005"/>
                </a:lnTo>
                <a:lnTo>
                  <a:pt x="15177" y="1665"/>
                </a:lnTo>
                <a:lnTo>
                  <a:pt x="17467" y="2526"/>
                </a:lnTo>
                <a:lnTo>
                  <a:pt x="19813" y="3660"/>
                </a:lnTo>
                <a:lnTo>
                  <a:pt x="20760" y="5931"/>
                </a:lnTo>
                <a:lnTo>
                  <a:pt x="21331" y="8030"/>
                </a:lnTo>
                <a:lnTo>
                  <a:pt x="21592" y="10097"/>
                </a:lnTo>
                <a:lnTo>
                  <a:pt x="21600" y="12275"/>
                </a:lnTo>
                <a:lnTo>
                  <a:pt x="21426" y="14704"/>
                </a:lnTo>
                <a:lnTo>
                  <a:pt x="20158" y="17097"/>
                </a:lnTo>
                <a:lnTo>
                  <a:pt x="18806" y="18407"/>
                </a:lnTo>
                <a:lnTo>
                  <a:pt x="16223" y="19749"/>
                </a:lnTo>
                <a:lnTo>
                  <a:pt x="13774" y="20254"/>
                </a:lnTo>
                <a:lnTo>
                  <a:pt x="11345" y="20692"/>
                </a:lnTo>
                <a:lnTo>
                  <a:pt x="8912" y="21062"/>
                </a:lnTo>
                <a:lnTo>
                  <a:pt x="6455" y="21363"/>
                </a:lnTo>
                <a:lnTo>
                  <a:pt x="3963" y="21600"/>
                </a:lnTo>
                <a:lnTo>
                  <a:pt x="3392" y="19418"/>
                </a:lnTo>
                <a:lnTo>
                  <a:pt x="2829" y="17233"/>
                </a:lnTo>
                <a:lnTo>
                  <a:pt x="2278" y="15045"/>
                </a:lnTo>
                <a:lnTo>
                  <a:pt x="1736" y="12852"/>
                </a:lnTo>
                <a:lnTo>
                  <a:pt x="1423" y="11632"/>
                </a:lnTo>
                <a:lnTo>
                  <a:pt x="479" y="7933"/>
                </a:lnTo>
                <a:lnTo>
                  <a:pt x="242" y="5813"/>
                </a:lnTo>
                <a:lnTo>
                  <a:pt x="0" y="3660"/>
                </a:lnTo>
                <a:lnTo>
                  <a:pt x="2350" y="1586"/>
                </a:lnTo>
                <a:lnTo>
                  <a:pt x="3947" y="513"/>
                </a:lnTo>
                <a:lnTo>
                  <a:pt x="5528" y="100"/>
                </a:lnTo>
                <a:lnTo>
                  <a:pt x="7818" y="0"/>
                </a:lnTo>
                <a:close/>
              </a:path>
            </a:pathLst>
          </a:custGeom>
          <a:solidFill>
            <a:srgbClr val="D8C0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3" name="contour_10421"/>
          <p:cNvSpPr/>
          <p:nvPr/>
        </p:nvSpPr>
        <p:spPr>
          <a:xfrm>
            <a:off x="905581" y="2623677"/>
            <a:ext cx="7409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5" y="0"/>
                </a:moveTo>
                <a:lnTo>
                  <a:pt x="1683" y="355"/>
                </a:lnTo>
                <a:lnTo>
                  <a:pt x="3013" y="713"/>
                </a:lnTo>
                <a:lnTo>
                  <a:pt x="4340" y="1071"/>
                </a:lnTo>
                <a:lnTo>
                  <a:pt x="5668" y="1432"/>
                </a:lnTo>
                <a:lnTo>
                  <a:pt x="6996" y="1796"/>
                </a:lnTo>
                <a:lnTo>
                  <a:pt x="8322" y="2160"/>
                </a:lnTo>
                <a:lnTo>
                  <a:pt x="9650" y="2527"/>
                </a:lnTo>
                <a:lnTo>
                  <a:pt x="10977" y="2894"/>
                </a:lnTo>
                <a:lnTo>
                  <a:pt x="11993" y="3163"/>
                </a:lnTo>
                <a:lnTo>
                  <a:pt x="13013" y="3434"/>
                </a:lnTo>
                <a:lnTo>
                  <a:pt x="14047" y="3706"/>
                </a:lnTo>
                <a:lnTo>
                  <a:pt x="14770" y="3910"/>
                </a:lnTo>
                <a:lnTo>
                  <a:pt x="16952" y="4521"/>
                </a:lnTo>
                <a:lnTo>
                  <a:pt x="17623" y="4703"/>
                </a:lnTo>
                <a:lnTo>
                  <a:pt x="19650" y="5255"/>
                </a:lnTo>
                <a:lnTo>
                  <a:pt x="20618" y="5709"/>
                </a:lnTo>
                <a:lnTo>
                  <a:pt x="21600" y="6171"/>
                </a:lnTo>
                <a:lnTo>
                  <a:pt x="21600" y="7702"/>
                </a:lnTo>
                <a:lnTo>
                  <a:pt x="21600" y="9257"/>
                </a:lnTo>
                <a:lnTo>
                  <a:pt x="20198" y="9513"/>
                </a:lnTo>
                <a:lnTo>
                  <a:pt x="18796" y="9766"/>
                </a:lnTo>
                <a:lnTo>
                  <a:pt x="17391" y="10022"/>
                </a:lnTo>
                <a:lnTo>
                  <a:pt x="15985" y="10275"/>
                </a:lnTo>
                <a:lnTo>
                  <a:pt x="14576" y="10532"/>
                </a:lnTo>
                <a:lnTo>
                  <a:pt x="13166" y="10788"/>
                </a:lnTo>
                <a:lnTo>
                  <a:pt x="11751" y="11044"/>
                </a:lnTo>
                <a:lnTo>
                  <a:pt x="10332" y="11303"/>
                </a:lnTo>
                <a:lnTo>
                  <a:pt x="8908" y="11562"/>
                </a:lnTo>
                <a:lnTo>
                  <a:pt x="7480" y="11821"/>
                </a:lnTo>
                <a:lnTo>
                  <a:pt x="6044" y="12081"/>
                </a:lnTo>
                <a:lnTo>
                  <a:pt x="4604" y="12343"/>
                </a:lnTo>
                <a:lnTo>
                  <a:pt x="4604" y="14176"/>
                </a:lnTo>
                <a:lnTo>
                  <a:pt x="4604" y="16015"/>
                </a:lnTo>
                <a:lnTo>
                  <a:pt x="4604" y="17860"/>
                </a:lnTo>
                <a:lnTo>
                  <a:pt x="4604" y="19721"/>
                </a:lnTo>
                <a:lnTo>
                  <a:pt x="4604" y="21600"/>
                </a:lnTo>
                <a:lnTo>
                  <a:pt x="3352" y="21017"/>
                </a:lnTo>
                <a:lnTo>
                  <a:pt x="2492" y="20498"/>
                </a:lnTo>
                <a:lnTo>
                  <a:pt x="1625" y="19761"/>
                </a:lnTo>
                <a:lnTo>
                  <a:pt x="355" y="18514"/>
                </a:lnTo>
                <a:lnTo>
                  <a:pt x="153" y="16351"/>
                </a:lnTo>
                <a:lnTo>
                  <a:pt x="40" y="14777"/>
                </a:lnTo>
                <a:lnTo>
                  <a:pt x="0" y="13340"/>
                </a:lnTo>
                <a:lnTo>
                  <a:pt x="19" y="11587"/>
                </a:lnTo>
                <a:lnTo>
                  <a:pt x="89" y="9066"/>
                </a:lnTo>
                <a:lnTo>
                  <a:pt x="127" y="7372"/>
                </a:lnTo>
                <a:lnTo>
                  <a:pt x="166" y="5668"/>
                </a:lnTo>
                <a:lnTo>
                  <a:pt x="206" y="3940"/>
                </a:lnTo>
                <a:lnTo>
                  <a:pt x="280" y="1984"/>
                </a:lnTo>
                <a:lnTo>
                  <a:pt x="355" y="0"/>
                </a:lnTo>
                <a:close/>
              </a:path>
            </a:pathLst>
          </a:custGeom>
          <a:solidFill>
            <a:srgbClr val="292A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4" name="contour_10422"/>
          <p:cNvSpPr/>
          <p:nvPr/>
        </p:nvSpPr>
        <p:spPr>
          <a:xfrm>
            <a:off x="1591446" y="2602950"/>
            <a:ext cx="80591" cy="498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7" y="2664"/>
                </a:moveTo>
                <a:lnTo>
                  <a:pt x="20131" y="4226"/>
                </a:lnTo>
                <a:lnTo>
                  <a:pt x="20616" y="5798"/>
                </a:lnTo>
                <a:lnTo>
                  <a:pt x="21106" y="7376"/>
                </a:lnTo>
                <a:lnTo>
                  <a:pt x="21600" y="8976"/>
                </a:lnTo>
                <a:lnTo>
                  <a:pt x="20246" y="8976"/>
                </a:lnTo>
                <a:lnTo>
                  <a:pt x="18891" y="8976"/>
                </a:lnTo>
                <a:lnTo>
                  <a:pt x="17535" y="8976"/>
                </a:lnTo>
                <a:lnTo>
                  <a:pt x="16178" y="8976"/>
                </a:lnTo>
                <a:lnTo>
                  <a:pt x="14814" y="8976"/>
                </a:lnTo>
                <a:lnTo>
                  <a:pt x="13449" y="8976"/>
                </a:lnTo>
                <a:lnTo>
                  <a:pt x="12077" y="8976"/>
                </a:lnTo>
                <a:lnTo>
                  <a:pt x="10700" y="8976"/>
                </a:lnTo>
                <a:lnTo>
                  <a:pt x="9317" y="8976"/>
                </a:lnTo>
                <a:lnTo>
                  <a:pt x="7927" y="8976"/>
                </a:lnTo>
                <a:lnTo>
                  <a:pt x="7927" y="11062"/>
                </a:lnTo>
                <a:lnTo>
                  <a:pt x="7927" y="13161"/>
                </a:lnTo>
                <a:lnTo>
                  <a:pt x="7927" y="15288"/>
                </a:lnTo>
                <a:lnTo>
                  <a:pt x="6635" y="15288"/>
                </a:lnTo>
                <a:lnTo>
                  <a:pt x="5337" y="15288"/>
                </a:lnTo>
                <a:lnTo>
                  <a:pt x="4020" y="15288"/>
                </a:lnTo>
                <a:lnTo>
                  <a:pt x="3303" y="17163"/>
                </a:lnTo>
                <a:lnTo>
                  <a:pt x="2860" y="18444"/>
                </a:lnTo>
                <a:lnTo>
                  <a:pt x="2510" y="19725"/>
                </a:lnTo>
                <a:lnTo>
                  <a:pt x="2067" y="21600"/>
                </a:lnTo>
                <a:lnTo>
                  <a:pt x="1375" y="19517"/>
                </a:lnTo>
                <a:lnTo>
                  <a:pt x="801" y="17516"/>
                </a:lnTo>
                <a:lnTo>
                  <a:pt x="365" y="15531"/>
                </a:lnTo>
                <a:lnTo>
                  <a:pt x="92" y="13492"/>
                </a:lnTo>
                <a:lnTo>
                  <a:pt x="0" y="11330"/>
                </a:lnTo>
                <a:lnTo>
                  <a:pt x="113" y="8976"/>
                </a:lnTo>
                <a:lnTo>
                  <a:pt x="1307" y="7391"/>
                </a:lnTo>
                <a:lnTo>
                  <a:pt x="2516" y="5940"/>
                </a:lnTo>
                <a:lnTo>
                  <a:pt x="3739" y="4624"/>
                </a:lnTo>
                <a:lnTo>
                  <a:pt x="4975" y="3456"/>
                </a:lnTo>
                <a:lnTo>
                  <a:pt x="6227" y="2443"/>
                </a:lnTo>
                <a:lnTo>
                  <a:pt x="7495" y="1594"/>
                </a:lnTo>
                <a:lnTo>
                  <a:pt x="8778" y="918"/>
                </a:lnTo>
                <a:lnTo>
                  <a:pt x="10077" y="420"/>
                </a:lnTo>
                <a:lnTo>
                  <a:pt x="11392" y="110"/>
                </a:lnTo>
                <a:lnTo>
                  <a:pt x="12724" y="0"/>
                </a:lnTo>
                <a:lnTo>
                  <a:pt x="14074" y="92"/>
                </a:lnTo>
                <a:lnTo>
                  <a:pt x="15439" y="395"/>
                </a:lnTo>
                <a:lnTo>
                  <a:pt x="16824" y="918"/>
                </a:lnTo>
                <a:lnTo>
                  <a:pt x="18227" y="1673"/>
                </a:lnTo>
                <a:lnTo>
                  <a:pt x="19647" y="2664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5" name="contour_10423"/>
          <p:cNvSpPr/>
          <p:nvPr/>
        </p:nvSpPr>
        <p:spPr>
          <a:xfrm>
            <a:off x="1788645" y="2609101"/>
            <a:ext cx="87456" cy="294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3038" y="557"/>
                </a:lnTo>
                <a:lnTo>
                  <a:pt x="4277" y="1129"/>
                </a:lnTo>
                <a:lnTo>
                  <a:pt x="5515" y="1707"/>
                </a:lnTo>
                <a:lnTo>
                  <a:pt x="6752" y="2291"/>
                </a:lnTo>
                <a:lnTo>
                  <a:pt x="7990" y="2879"/>
                </a:lnTo>
                <a:lnTo>
                  <a:pt x="9227" y="3479"/>
                </a:lnTo>
                <a:lnTo>
                  <a:pt x="10463" y="4078"/>
                </a:lnTo>
                <a:lnTo>
                  <a:pt x="11700" y="4683"/>
                </a:lnTo>
                <a:lnTo>
                  <a:pt x="12645" y="5106"/>
                </a:lnTo>
                <a:lnTo>
                  <a:pt x="13597" y="5528"/>
                </a:lnTo>
                <a:lnTo>
                  <a:pt x="14562" y="5957"/>
                </a:lnTo>
                <a:lnTo>
                  <a:pt x="15457" y="6406"/>
                </a:lnTo>
                <a:lnTo>
                  <a:pt x="16357" y="6861"/>
                </a:lnTo>
                <a:lnTo>
                  <a:pt x="17269" y="7316"/>
                </a:lnTo>
                <a:lnTo>
                  <a:pt x="17894" y="7616"/>
                </a:lnTo>
                <a:lnTo>
                  <a:pt x="19782" y="8504"/>
                </a:lnTo>
                <a:lnTo>
                  <a:pt x="20684" y="9596"/>
                </a:lnTo>
                <a:lnTo>
                  <a:pt x="21600" y="10704"/>
                </a:lnTo>
                <a:lnTo>
                  <a:pt x="21600" y="14241"/>
                </a:lnTo>
                <a:lnTo>
                  <a:pt x="21600" y="17800"/>
                </a:lnTo>
                <a:lnTo>
                  <a:pt x="21600" y="21407"/>
                </a:lnTo>
                <a:lnTo>
                  <a:pt x="20291" y="21498"/>
                </a:lnTo>
                <a:lnTo>
                  <a:pt x="18994" y="21563"/>
                </a:lnTo>
                <a:lnTo>
                  <a:pt x="17703" y="21600"/>
                </a:lnTo>
                <a:lnTo>
                  <a:pt x="16421" y="21600"/>
                </a:lnTo>
                <a:lnTo>
                  <a:pt x="15147" y="21557"/>
                </a:lnTo>
                <a:lnTo>
                  <a:pt x="13876" y="21472"/>
                </a:lnTo>
                <a:lnTo>
                  <a:pt x="12613" y="21338"/>
                </a:lnTo>
                <a:lnTo>
                  <a:pt x="11351" y="21145"/>
                </a:lnTo>
                <a:lnTo>
                  <a:pt x="10093" y="20894"/>
                </a:lnTo>
                <a:lnTo>
                  <a:pt x="8836" y="20572"/>
                </a:lnTo>
                <a:lnTo>
                  <a:pt x="7580" y="20182"/>
                </a:lnTo>
                <a:lnTo>
                  <a:pt x="6323" y="19716"/>
                </a:lnTo>
                <a:lnTo>
                  <a:pt x="5065" y="19170"/>
                </a:lnTo>
                <a:lnTo>
                  <a:pt x="3805" y="18533"/>
                </a:lnTo>
                <a:lnTo>
                  <a:pt x="2542" y="17806"/>
                </a:lnTo>
                <a:lnTo>
                  <a:pt x="1274" y="16981"/>
                </a:lnTo>
                <a:lnTo>
                  <a:pt x="0" y="16056"/>
                </a:lnTo>
                <a:lnTo>
                  <a:pt x="356" y="12877"/>
                </a:lnTo>
                <a:lnTo>
                  <a:pt x="715" y="9687"/>
                </a:lnTo>
                <a:lnTo>
                  <a:pt x="1073" y="6486"/>
                </a:lnTo>
                <a:lnTo>
                  <a:pt x="1435" y="3259"/>
                </a:lnTo>
                <a:lnTo>
                  <a:pt x="1800" y="0"/>
                </a:lnTo>
                <a:close/>
              </a:path>
            </a:pathLst>
          </a:custGeom>
          <a:solidFill>
            <a:srgbClr val="08080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6" name="contour_10424"/>
          <p:cNvSpPr/>
          <p:nvPr/>
        </p:nvSpPr>
        <p:spPr>
          <a:xfrm>
            <a:off x="11146426" y="2601813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305"/>
                </a:lnTo>
                <a:lnTo>
                  <a:pt x="6445" y="611"/>
                </a:lnTo>
                <a:lnTo>
                  <a:pt x="8319" y="916"/>
                </a:lnTo>
                <a:lnTo>
                  <a:pt x="10195" y="1225"/>
                </a:lnTo>
                <a:lnTo>
                  <a:pt x="12080" y="1531"/>
                </a:lnTo>
                <a:lnTo>
                  <a:pt x="13967" y="1839"/>
                </a:lnTo>
                <a:lnTo>
                  <a:pt x="15862" y="2148"/>
                </a:lnTo>
                <a:lnTo>
                  <a:pt x="17766" y="2459"/>
                </a:lnTo>
                <a:lnTo>
                  <a:pt x="19678" y="2771"/>
                </a:lnTo>
                <a:lnTo>
                  <a:pt x="21600" y="3086"/>
                </a:lnTo>
                <a:lnTo>
                  <a:pt x="20660" y="5057"/>
                </a:lnTo>
                <a:lnTo>
                  <a:pt x="19939" y="6514"/>
                </a:lnTo>
                <a:lnTo>
                  <a:pt x="19281" y="7714"/>
                </a:lnTo>
                <a:lnTo>
                  <a:pt x="18538" y="8915"/>
                </a:lnTo>
                <a:lnTo>
                  <a:pt x="17561" y="10371"/>
                </a:lnTo>
                <a:lnTo>
                  <a:pt x="16200" y="12343"/>
                </a:lnTo>
                <a:lnTo>
                  <a:pt x="14029" y="12621"/>
                </a:lnTo>
                <a:lnTo>
                  <a:pt x="12523" y="12759"/>
                </a:lnTo>
                <a:lnTo>
                  <a:pt x="11291" y="12759"/>
                </a:lnTo>
                <a:lnTo>
                  <a:pt x="9947" y="12621"/>
                </a:lnTo>
                <a:lnTo>
                  <a:pt x="8100" y="12343"/>
                </a:lnTo>
                <a:lnTo>
                  <a:pt x="8100" y="14383"/>
                </a:lnTo>
                <a:lnTo>
                  <a:pt x="8100" y="16435"/>
                </a:lnTo>
                <a:lnTo>
                  <a:pt x="8100" y="18514"/>
                </a:lnTo>
                <a:lnTo>
                  <a:pt x="6496" y="19125"/>
                </a:lnTo>
                <a:lnTo>
                  <a:pt x="4887" y="19739"/>
                </a:lnTo>
                <a:lnTo>
                  <a:pt x="3272" y="20353"/>
                </a:lnTo>
                <a:lnTo>
                  <a:pt x="1644" y="20974"/>
                </a:lnTo>
                <a:lnTo>
                  <a:pt x="0" y="21600"/>
                </a:lnTo>
                <a:lnTo>
                  <a:pt x="267" y="19462"/>
                </a:lnTo>
                <a:lnTo>
                  <a:pt x="535" y="17320"/>
                </a:lnTo>
                <a:lnTo>
                  <a:pt x="802" y="15179"/>
                </a:lnTo>
                <a:lnTo>
                  <a:pt x="1072" y="13034"/>
                </a:lnTo>
                <a:lnTo>
                  <a:pt x="1339" y="10880"/>
                </a:lnTo>
                <a:lnTo>
                  <a:pt x="1609" y="8723"/>
                </a:lnTo>
                <a:lnTo>
                  <a:pt x="1879" y="6557"/>
                </a:lnTo>
                <a:lnTo>
                  <a:pt x="2152" y="4382"/>
                </a:lnTo>
                <a:lnTo>
                  <a:pt x="2425" y="2197"/>
                </a:lnTo>
                <a:lnTo>
                  <a:pt x="2700" y="0"/>
                </a:lnTo>
                <a:close/>
              </a:path>
            </a:pathLst>
          </a:custGeom>
          <a:solidFill>
            <a:srgbClr val="5253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7" name="contour_10425"/>
          <p:cNvSpPr/>
          <p:nvPr/>
        </p:nvSpPr>
        <p:spPr>
          <a:xfrm>
            <a:off x="11306762" y="2573783"/>
            <a:ext cx="51016" cy="42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57" y="584"/>
                </a:moveTo>
                <a:lnTo>
                  <a:pt x="18758" y="1426"/>
                </a:lnTo>
                <a:lnTo>
                  <a:pt x="20171" y="2272"/>
                </a:lnTo>
                <a:lnTo>
                  <a:pt x="21600" y="3126"/>
                </a:lnTo>
                <a:lnTo>
                  <a:pt x="21581" y="6762"/>
                </a:lnTo>
                <a:lnTo>
                  <a:pt x="21449" y="9130"/>
                </a:lnTo>
                <a:lnTo>
                  <a:pt x="21088" y="10752"/>
                </a:lnTo>
                <a:lnTo>
                  <a:pt x="20384" y="12134"/>
                </a:lnTo>
                <a:lnTo>
                  <a:pt x="19224" y="13793"/>
                </a:lnTo>
                <a:lnTo>
                  <a:pt x="17610" y="15260"/>
                </a:lnTo>
                <a:lnTo>
                  <a:pt x="16012" y="16667"/>
                </a:lnTo>
                <a:lnTo>
                  <a:pt x="14407" y="18012"/>
                </a:lnTo>
                <a:lnTo>
                  <a:pt x="12763" y="19283"/>
                </a:lnTo>
                <a:lnTo>
                  <a:pt x="11056" y="20480"/>
                </a:lnTo>
                <a:lnTo>
                  <a:pt x="9257" y="21600"/>
                </a:lnTo>
                <a:lnTo>
                  <a:pt x="6591" y="21016"/>
                </a:lnTo>
                <a:lnTo>
                  <a:pt x="4777" y="20532"/>
                </a:lnTo>
                <a:lnTo>
                  <a:pt x="3370" y="19971"/>
                </a:lnTo>
                <a:lnTo>
                  <a:pt x="1925" y="19154"/>
                </a:lnTo>
                <a:lnTo>
                  <a:pt x="0" y="17905"/>
                </a:lnTo>
                <a:lnTo>
                  <a:pt x="886" y="15511"/>
                </a:lnTo>
                <a:lnTo>
                  <a:pt x="1787" y="13124"/>
                </a:lnTo>
                <a:lnTo>
                  <a:pt x="2700" y="10745"/>
                </a:lnTo>
                <a:lnTo>
                  <a:pt x="3453" y="8749"/>
                </a:lnTo>
                <a:lnTo>
                  <a:pt x="4218" y="6721"/>
                </a:lnTo>
                <a:lnTo>
                  <a:pt x="5749" y="4212"/>
                </a:lnTo>
                <a:lnTo>
                  <a:pt x="7288" y="2343"/>
                </a:lnTo>
                <a:lnTo>
                  <a:pt x="8902" y="1057"/>
                </a:lnTo>
                <a:lnTo>
                  <a:pt x="10652" y="296"/>
                </a:lnTo>
                <a:lnTo>
                  <a:pt x="12602" y="0"/>
                </a:lnTo>
                <a:lnTo>
                  <a:pt x="14818" y="115"/>
                </a:lnTo>
                <a:lnTo>
                  <a:pt x="17357" y="584"/>
                </a:lnTo>
                <a:close/>
              </a:path>
            </a:pathLst>
          </a:custGeom>
          <a:solidFill>
            <a:srgbClr val="D9E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8" name="contour_10426"/>
          <p:cNvSpPr/>
          <p:nvPr/>
        </p:nvSpPr>
        <p:spPr>
          <a:xfrm>
            <a:off x="4827737" y="2594525"/>
            <a:ext cx="45470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86" y="0"/>
                </a:moveTo>
                <a:lnTo>
                  <a:pt x="12962" y="298"/>
                </a:lnTo>
                <a:lnTo>
                  <a:pt x="14790" y="606"/>
                </a:lnTo>
                <a:lnTo>
                  <a:pt x="16369" y="1068"/>
                </a:lnTo>
                <a:lnTo>
                  <a:pt x="18197" y="1832"/>
                </a:lnTo>
                <a:lnTo>
                  <a:pt x="20773" y="3043"/>
                </a:lnTo>
                <a:lnTo>
                  <a:pt x="21205" y="5234"/>
                </a:lnTo>
                <a:lnTo>
                  <a:pt x="21475" y="7407"/>
                </a:lnTo>
                <a:lnTo>
                  <a:pt x="21600" y="9568"/>
                </a:lnTo>
                <a:lnTo>
                  <a:pt x="21583" y="11722"/>
                </a:lnTo>
                <a:lnTo>
                  <a:pt x="21434" y="13883"/>
                </a:lnTo>
                <a:lnTo>
                  <a:pt x="21160" y="16058"/>
                </a:lnTo>
                <a:lnTo>
                  <a:pt x="20773" y="18259"/>
                </a:lnTo>
                <a:lnTo>
                  <a:pt x="18706" y="20024"/>
                </a:lnTo>
                <a:lnTo>
                  <a:pt x="17227" y="20958"/>
                </a:lnTo>
                <a:lnTo>
                  <a:pt x="15624" y="21381"/>
                </a:lnTo>
                <a:lnTo>
                  <a:pt x="13187" y="21600"/>
                </a:lnTo>
                <a:lnTo>
                  <a:pt x="10829" y="21545"/>
                </a:lnTo>
                <a:lnTo>
                  <a:pt x="8441" y="21490"/>
                </a:lnTo>
                <a:lnTo>
                  <a:pt x="7253" y="21472"/>
                </a:lnTo>
                <a:lnTo>
                  <a:pt x="3666" y="21408"/>
                </a:lnTo>
                <a:lnTo>
                  <a:pt x="1845" y="21357"/>
                </a:lnTo>
                <a:lnTo>
                  <a:pt x="0" y="21302"/>
                </a:lnTo>
                <a:lnTo>
                  <a:pt x="1651" y="20836"/>
                </a:lnTo>
                <a:lnTo>
                  <a:pt x="3327" y="20361"/>
                </a:lnTo>
                <a:lnTo>
                  <a:pt x="5429" y="19077"/>
                </a:lnTo>
                <a:lnTo>
                  <a:pt x="6654" y="17985"/>
                </a:lnTo>
                <a:lnTo>
                  <a:pt x="7471" y="16481"/>
                </a:lnTo>
                <a:lnTo>
                  <a:pt x="8357" y="13968"/>
                </a:lnTo>
                <a:lnTo>
                  <a:pt x="8465" y="13228"/>
                </a:lnTo>
                <a:lnTo>
                  <a:pt x="8655" y="11926"/>
                </a:lnTo>
                <a:lnTo>
                  <a:pt x="9088" y="8941"/>
                </a:lnTo>
                <a:lnTo>
                  <a:pt x="9348" y="7270"/>
                </a:lnTo>
                <a:lnTo>
                  <a:pt x="9611" y="5590"/>
                </a:lnTo>
                <a:lnTo>
                  <a:pt x="9874" y="3886"/>
                </a:lnTo>
                <a:lnTo>
                  <a:pt x="10130" y="1957"/>
                </a:lnTo>
                <a:lnTo>
                  <a:pt x="10386" y="0"/>
                </a:lnTo>
                <a:close/>
              </a:path>
            </a:pathLst>
          </a:custGeom>
          <a:solidFill>
            <a:srgbClr val="5351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29" name="contour_10427"/>
          <p:cNvSpPr/>
          <p:nvPr/>
        </p:nvSpPr>
        <p:spPr>
          <a:xfrm>
            <a:off x="2451852" y="2565373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611"/>
                </a:lnTo>
                <a:lnTo>
                  <a:pt x="16015" y="1225"/>
                </a:lnTo>
                <a:lnTo>
                  <a:pt x="17860" y="1839"/>
                </a:lnTo>
                <a:lnTo>
                  <a:pt x="19721" y="2459"/>
                </a:lnTo>
                <a:lnTo>
                  <a:pt x="21600" y="3086"/>
                </a:lnTo>
                <a:lnTo>
                  <a:pt x="20875" y="4317"/>
                </a:lnTo>
                <a:lnTo>
                  <a:pt x="20140" y="5570"/>
                </a:lnTo>
                <a:lnTo>
                  <a:pt x="19239" y="7208"/>
                </a:lnTo>
                <a:lnTo>
                  <a:pt x="18323" y="8871"/>
                </a:lnTo>
                <a:lnTo>
                  <a:pt x="17407" y="10485"/>
                </a:lnTo>
                <a:lnTo>
                  <a:pt x="16478" y="12127"/>
                </a:lnTo>
                <a:lnTo>
                  <a:pt x="15990" y="13787"/>
                </a:lnTo>
                <a:lnTo>
                  <a:pt x="15851" y="15111"/>
                </a:lnTo>
                <a:lnTo>
                  <a:pt x="16163" y="16552"/>
                </a:lnTo>
                <a:lnTo>
                  <a:pt x="17018" y="18561"/>
                </a:lnTo>
                <a:lnTo>
                  <a:pt x="18514" y="21600"/>
                </a:lnTo>
                <a:lnTo>
                  <a:pt x="16478" y="21600"/>
                </a:lnTo>
                <a:lnTo>
                  <a:pt x="14438" y="21600"/>
                </a:lnTo>
                <a:lnTo>
                  <a:pt x="12398" y="21600"/>
                </a:lnTo>
                <a:lnTo>
                  <a:pt x="10353" y="21600"/>
                </a:lnTo>
                <a:lnTo>
                  <a:pt x="8301" y="21600"/>
                </a:lnTo>
                <a:lnTo>
                  <a:pt x="6239" y="21600"/>
                </a:lnTo>
                <a:lnTo>
                  <a:pt x="4172" y="21600"/>
                </a:lnTo>
                <a:lnTo>
                  <a:pt x="2092" y="21600"/>
                </a:lnTo>
                <a:lnTo>
                  <a:pt x="0" y="21600"/>
                </a:lnTo>
                <a:lnTo>
                  <a:pt x="0" y="19767"/>
                </a:lnTo>
                <a:lnTo>
                  <a:pt x="0" y="17928"/>
                </a:lnTo>
                <a:lnTo>
                  <a:pt x="0" y="16083"/>
                </a:lnTo>
                <a:lnTo>
                  <a:pt x="0" y="14222"/>
                </a:lnTo>
                <a:lnTo>
                  <a:pt x="0" y="12343"/>
                </a:lnTo>
                <a:lnTo>
                  <a:pt x="2037" y="12343"/>
                </a:lnTo>
                <a:lnTo>
                  <a:pt x="4076" y="12343"/>
                </a:lnTo>
                <a:lnTo>
                  <a:pt x="6125" y="12343"/>
                </a:lnTo>
                <a:lnTo>
                  <a:pt x="8183" y="12343"/>
                </a:lnTo>
                <a:lnTo>
                  <a:pt x="10254" y="12343"/>
                </a:lnTo>
                <a:lnTo>
                  <a:pt x="12343" y="12343"/>
                </a:lnTo>
                <a:lnTo>
                  <a:pt x="12343" y="10306"/>
                </a:lnTo>
                <a:lnTo>
                  <a:pt x="12343" y="8267"/>
                </a:lnTo>
                <a:lnTo>
                  <a:pt x="12343" y="6218"/>
                </a:lnTo>
                <a:lnTo>
                  <a:pt x="12343" y="4160"/>
                </a:lnTo>
                <a:lnTo>
                  <a:pt x="12343" y="2089"/>
                </a:lnTo>
                <a:lnTo>
                  <a:pt x="12343" y="0"/>
                </a:lnTo>
                <a:close/>
              </a:path>
            </a:pathLst>
          </a:custGeom>
          <a:solidFill>
            <a:srgbClr val="EBEA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0" name="contour_10428"/>
          <p:cNvSpPr/>
          <p:nvPr/>
        </p:nvSpPr>
        <p:spPr>
          <a:xfrm>
            <a:off x="5330608" y="2543509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658" y="158"/>
                </a:lnTo>
                <a:lnTo>
                  <a:pt x="5717" y="318"/>
                </a:lnTo>
                <a:lnTo>
                  <a:pt x="7182" y="538"/>
                </a:lnTo>
                <a:lnTo>
                  <a:pt x="9450" y="877"/>
                </a:lnTo>
                <a:lnTo>
                  <a:pt x="12924" y="1398"/>
                </a:lnTo>
                <a:lnTo>
                  <a:pt x="18000" y="2160"/>
                </a:lnTo>
                <a:lnTo>
                  <a:pt x="17687" y="3512"/>
                </a:lnTo>
                <a:lnTo>
                  <a:pt x="17352" y="4862"/>
                </a:lnTo>
                <a:lnTo>
                  <a:pt x="17006" y="6212"/>
                </a:lnTo>
                <a:lnTo>
                  <a:pt x="16650" y="7560"/>
                </a:lnTo>
                <a:lnTo>
                  <a:pt x="16272" y="9068"/>
                </a:lnTo>
                <a:lnTo>
                  <a:pt x="15890" y="10597"/>
                </a:lnTo>
                <a:lnTo>
                  <a:pt x="15149" y="11770"/>
                </a:lnTo>
                <a:lnTo>
                  <a:pt x="14400" y="12960"/>
                </a:lnTo>
                <a:lnTo>
                  <a:pt x="12020" y="12960"/>
                </a:lnTo>
                <a:lnTo>
                  <a:pt x="9626" y="12960"/>
                </a:lnTo>
                <a:lnTo>
                  <a:pt x="7200" y="12960"/>
                </a:lnTo>
                <a:lnTo>
                  <a:pt x="7200" y="14388"/>
                </a:lnTo>
                <a:lnTo>
                  <a:pt x="7200" y="15824"/>
                </a:lnTo>
                <a:lnTo>
                  <a:pt x="7200" y="17280"/>
                </a:lnTo>
                <a:lnTo>
                  <a:pt x="9083" y="18088"/>
                </a:lnTo>
                <a:lnTo>
                  <a:pt x="10462" y="18608"/>
                </a:lnTo>
                <a:lnTo>
                  <a:pt x="12010" y="19075"/>
                </a:lnTo>
                <a:lnTo>
                  <a:pt x="14400" y="19710"/>
                </a:lnTo>
                <a:lnTo>
                  <a:pt x="15181" y="19915"/>
                </a:lnTo>
                <a:lnTo>
                  <a:pt x="16189" y="20179"/>
                </a:lnTo>
                <a:lnTo>
                  <a:pt x="18104" y="20682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238" y="20174"/>
                </a:lnTo>
                <a:lnTo>
                  <a:pt x="475" y="18749"/>
                </a:lnTo>
                <a:lnTo>
                  <a:pt x="713" y="17321"/>
                </a:lnTo>
                <a:lnTo>
                  <a:pt x="950" y="15893"/>
                </a:lnTo>
                <a:lnTo>
                  <a:pt x="1188" y="14463"/>
                </a:lnTo>
                <a:lnTo>
                  <a:pt x="1429" y="13033"/>
                </a:lnTo>
                <a:lnTo>
                  <a:pt x="1667" y="11599"/>
                </a:lnTo>
                <a:lnTo>
                  <a:pt x="1908" y="10163"/>
                </a:lnTo>
                <a:lnTo>
                  <a:pt x="2146" y="8722"/>
                </a:lnTo>
                <a:lnTo>
                  <a:pt x="2387" y="7279"/>
                </a:lnTo>
                <a:lnTo>
                  <a:pt x="2628" y="5834"/>
                </a:lnTo>
                <a:lnTo>
                  <a:pt x="2869" y="4383"/>
                </a:lnTo>
                <a:lnTo>
                  <a:pt x="3114" y="2927"/>
                </a:lnTo>
                <a:lnTo>
                  <a:pt x="3355" y="1467"/>
                </a:lnTo>
                <a:lnTo>
                  <a:pt x="3600" y="0"/>
                </a:lnTo>
                <a:close/>
              </a:path>
            </a:pathLst>
          </a:custGeom>
          <a:solidFill>
            <a:srgbClr val="4C4B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1" name="contour_10429"/>
          <p:cNvSpPr/>
          <p:nvPr/>
        </p:nvSpPr>
        <p:spPr>
          <a:xfrm>
            <a:off x="2167620" y="2565373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65" y="3208"/>
                </a:lnTo>
                <a:lnTo>
                  <a:pt x="20528" y="6426"/>
                </a:lnTo>
                <a:lnTo>
                  <a:pt x="19991" y="9655"/>
                </a:lnTo>
                <a:lnTo>
                  <a:pt x="19448" y="12911"/>
                </a:lnTo>
                <a:lnTo>
                  <a:pt x="18900" y="16200"/>
                </a:lnTo>
                <a:lnTo>
                  <a:pt x="17024" y="17372"/>
                </a:lnTo>
                <a:lnTo>
                  <a:pt x="15611" y="18182"/>
                </a:lnTo>
                <a:lnTo>
                  <a:pt x="14399" y="18738"/>
                </a:lnTo>
                <a:lnTo>
                  <a:pt x="13119" y="19143"/>
                </a:lnTo>
                <a:lnTo>
                  <a:pt x="11502" y="19499"/>
                </a:lnTo>
                <a:lnTo>
                  <a:pt x="9283" y="19915"/>
                </a:lnTo>
                <a:lnTo>
                  <a:pt x="7549" y="20266"/>
                </a:lnTo>
                <a:lnTo>
                  <a:pt x="5805" y="20628"/>
                </a:lnTo>
                <a:lnTo>
                  <a:pt x="4039" y="20990"/>
                </a:lnTo>
                <a:lnTo>
                  <a:pt x="2705" y="21190"/>
                </a:lnTo>
                <a:lnTo>
                  <a:pt x="1361" y="21395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0E10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2" name="contour_10430"/>
          <p:cNvSpPr/>
          <p:nvPr/>
        </p:nvSpPr>
        <p:spPr>
          <a:xfrm>
            <a:off x="4629511" y="2550797"/>
            <a:ext cx="4517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3" y="0"/>
                </a:moveTo>
                <a:lnTo>
                  <a:pt x="2997" y="0"/>
                </a:lnTo>
                <a:lnTo>
                  <a:pt x="5314" y="0"/>
                </a:lnTo>
                <a:lnTo>
                  <a:pt x="7662" y="0"/>
                </a:lnTo>
                <a:lnTo>
                  <a:pt x="7662" y="1604"/>
                </a:lnTo>
                <a:lnTo>
                  <a:pt x="7662" y="3213"/>
                </a:lnTo>
                <a:lnTo>
                  <a:pt x="7662" y="4828"/>
                </a:lnTo>
                <a:lnTo>
                  <a:pt x="7662" y="6456"/>
                </a:lnTo>
                <a:lnTo>
                  <a:pt x="7662" y="8100"/>
                </a:lnTo>
                <a:lnTo>
                  <a:pt x="9962" y="8100"/>
                </a:lnTo>
                <a:lnTo>
                  <a:pt x="12265" y="8100"/>
                </a:lnTo>
                <a:lnTo>
                  <a:pt x="14579" y="8100"/>
                </a:lnTo>
                <a:lnTo>
                  <a:pt x="16903" y="8100"/>
                </a:lnTo>
                <a:lnTo>
                  <a:pt x="19241" y="8100"/>
                </a:lnTo>
                <a:lnTo>
                  <a:pt x="21600" y="8100"/>
                </a:lnTo>
                <a:lnTo>
                  <a:pt x="21600" y="9885"/>
                </a:lnTo>
                <a:lnTo>
                  <a:pt x="21600" y="11680"/>
                </a:lnTo>
                <a:lnTo>
                  <a:pt x="21600" y="13500"/>
                </a:lnTo>
                <a:lnTo>
                  <a:pt x="19297" y="13500"/>
                </a:lnTo>
                <a:lnTo>
                  <a:pt x="16980" y="13500"/>
                </a:lnTo>
                <a:lnTo>
                  <a:pt x="14631" y="13500"/>
                </a:lnTo>
                <a:lnTo>
                  <a:pt x="13558" y="15509"/>
                </a:lnTo>
                <a:lnTo>
                  <a:pt x="12840" y="16934"/>
                </a:lnTo>
                <a:lnTo>
                  <a:pt x="12311" y="18166"/>
                </a:lnTo>
                <a:lnTo>
                  <a:pt x="11802" y="19591"/>
                </a:lnTo>
                <a:lnTo>
                  <a:pt x="11147" y="21600"/>
                </a:lnTo>
                <a:lnTo>
                  <a:pt x="7819" y="19548"/>
                </a:lnTo>
                <a:lnTo>
                  <a:pt x="5303" y="17939"/>
                </a:lnTo>
                <a:lnTo>
                  <a:pt x="3474" y="16637"/>
                </a:lnTo>
                <a:lnTo>
                  <a:pt x="2195" y="15506"/>
                </a:lnTo>
                <a:lnTo>
                  <a:pt x="1342" y="14410"/>
                </a:lnTo>
                <a:lnTo>
                  <a:pt x="777" y="13211"/>
                </a:lnTo>
                <a:lnTo>
                  <a:pt x="373" y="11772"/>
                </a:lnTo>
                <a:lnTo>
                  <a:pt x="0" y="9958"/>
                </a:lnTo>
                <a:lnTo>
                  <a:pt x="31" y="8286"/>
                </a:lnTo>
                <a:lnTo>
                  <a:pt x="94" y="6626"/>
                </a:lnTo>
                <a:lnTo>
                  <a:pt x="188" y="4971"/>
                </a:lnTo>
                <a:lnTo>
                  <a:pt x="317" y="3318"/>
                </a:lnTo>
                <a:lnTo>
                  <a:pt x="484" y="1661"/>
                </a:lnTo>
                <a:lnTo>
                  <a:pt x="693" y="0"/>
                </a:lnTo>
                <a:close/>
              </a:path>
            </a:pathLst>
          </a:custGeom>
          <a:solidFill>
            <a:srgbClr val="363C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3" name="contour_10431"/>
          <p:cNvSpPr/>
          <p:nvPr/>
        </p:nvSpPr>
        <p:spPr>
          <a:xfrm>
            <a:off x="4237410" y="2565038"/>
            <a:ext cx="58304" cy="659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2498"/>
                </a:moveTo>
                <a:lnTo>
                  <a:pt x="19402" y="4183"/>
                </a:lnTo>
                <a:lnTo>
                  <a:pt x="19815" y="5778"/>
                </a:lnTo>
                <a:lnTo>
                  <a:pt x="20147" y="7328"/>
                </a:lnTo>
                <a:lnTo>
                  <a:pt x="20412" y="8883"/>
                </a:lnTo>
                <a:lnTo>
                  <a:pt x="20612" y="10490"/>
                </a:lnTo>
                <a:lnTo>
                  <a:pt x="20758" y="12197"/>
                </a:lnTo>
                <a:lnTo>
                  <a:pt x="20895" y="13553"/>
                </a:lnTo>
                <a:lnTo>
                  <a:pt x="21036" y="14926"/>
                </a:lnTo>
                <a:lnTo>
                  <a:pt x="21195" y="16593"/>
                </a:lnTo>
                <a:lnTo>
                  <a:pt x="21338" y="18262"/>
                </a:lnTo>
                <a:lnTo>
                  <a:pt x="21473" y="19931"/>
                </a:lnTo>
                <a:lnTo>
                  <a:pt x="21600" y="21600"/>
                </a:lnTo>
                <a:lnTo>
                  <a:pt x="19815" y="21600"/>
                </a:lnTo>
                <a:lnTo>
                  <a:pt x="18020" y="21600"/>
                </a:lnTo>
                <a:lnTo>
                  <a:pt x="16200" y="21600"/>
                </a:lnTo>
                <a:lnTo>
                  <a:pt x="15544" y="20122"/>
                </a:lnTo>
                <a:lnTo>
                  <a:pt x="15093" y="19026"/>
                </a:lnTo>
                <a:lnTo>
                  <a:pt x="14734" y="17982"/>
                </a:lnTo>
                <a:lnTo>
                  <a:pt x="14353" y="16662"/>
                </a:lnTo>
                <a:lnTo>
                  <a:pt x="13838" y="14735"/>
                </a:lnTo>
                <a:lnTo>
                  <a:pt x="12982" y="12171"/>
                </a:lnTo>
                <a:lnTo>
                  <a:pt x="12304" y="10284"/>
                </a:lnTo>
                <a:lnTo>
                  <a:pt x="11705" y="8914"/>
                </a:lnTo>
                <a:lnTo>
                  <a:pt x="11081" y="7892"/>
                </a:lnTo>
                <a:lnTo>
                  <a:pt x="10333" y="7051"/>
                </a:lnTo>
                <a:lnTo>
                  <a:pt x="9358" y="6230"/>
                </a:lnTo>
                <a:lnTo>
                  <a:pt x="8057" y="5258"/>
                </a:lnTo>
                <a:lnTo>
                  <a:pt x="6556" y="4628"/>
                </a:lnTo>
                <a:lnTo>
                  <a:pt x="5387" y="4169"/>
                </a:lnTo>
                <a:lnTo>
                  <a:pt x="4161" y="3749"/>
                </a:lnTo>
                <a:lnTo>
                  <a:pt x="2495" y="3235"/>
                </a:lnTo>
                <a:lnTo>
                  <a:pt x="0" y="2498"/>
                </a:lnTo>
                <a:lnTo>
                  <a:pt x="3294" y="1600"/>
                </a:lnTo>
                <a:lnTo>
                  <a:pt x="5972" y="900"/>
                </a:lnTo>
                <a:lnTo>
                  <a:pt x="8149" y="401"/>
                </a:lnTo>
                <a:lnTo>
                  <a:pt x="9941" y="100"/>
                </a:lnTo>
                <a:lnTo>
                  <a:pt x="11456" y="0"/>
                </a:lnTo>
                <a:lnTo>
                  <a:pt x="12814" y="100"/>
                </a:lnTo>
                <a:lnTo>
                  <a:pt x="14121" y="401"/>
                </a:lnTo>
                <a:lnTo>
                  <a:pt x="15498" y="900"/>
                </a:lnTo>
                <a:lnTo>
                  <a:pt x="17053" y="1600"/>
                </a:lnTo>
                <a:lnTo>
                  <a:pt x="18900" y="2498"/>
                </a:lnTo>
                <a:close/>
              </a:path>
            </a:pathLst>
          </a:custGeom>
          <a:solidFill>
            <a:srgbClr val="BFB8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4" name="contour_10432"/>
          <p:cNvSpPr/>
          <p:nvPr/>
        </p:nvSpPr>
        <p:spPr>
          <a:xfrm>
            <a:off x="6970407" y="2545178"/>
            <a:ext cx="65592" cy="44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29"/>
                </a:moveTo>
                <a:lnTo>
                  <a:pt x="19776" y="6930"/>
                </a:lnTo>
                <a:lnTo>
                  <a:pt x="18257" y="10377"/>
                </a:lnTo>
                <a:lnTo>
                  <a:pt x="16982" y="13159"/>
                </a:lnTo>
                <a:lnTo>
                  <a:pt x="15898" y="15357"/>
                </a:lnTo>
                <a:lnTo>
                  <a:pt x="14942" y="17059"/>
                </a:lnTo>
                <a:lnTo>
                  <a:pt x="14059" y="18351"/>
                </a:lnTo>
                <a:lnTo>
                  <a:pt x="13190" y="19314"/>
                </a:lnTo>
                <a:lnTo>
                  <a:pt x="12278" y="20036"/>
                </a:lnTo>
                <a:lnTo>
                  <a:pt x="11263" y="20602"/>
                </a:lnTo>
                <a:lnTo>
                  <a:pt x="10085" y="21094"/>
                </a:lnTo>
                <a:lnTo>
                  <a:pt x="8690" y="21600"/>
                </a:lnTo>
                <a:lnTo>
                  <a:pt x="7217" y="21547"/>
                </a:lnTo>
                <a:lnTo>
                  <a:pt x="5765" y="21444"/>
                </a:lnTo>
                <a:lnTo>
                  <a:pt x="4327" y="21289"/>
                </a:lnTo>
                <a:lnTo>
                  <a:pt x="2892" y="21069"/>
                </a:lnTo>
                <a:lnTo>
                  <a:pt x="1454" y="20782"/>
                </a:lnTo>
                <a:lnTo>
                  <a:pt x="0" y="20425"/>
                </a:lnTo>
                <a:lnTo>
                  <a:pt x="895" y="18694"/>
                </a:lnTo>
                <a:lnTo>
                  <a:pt x="1793" y="16967"/>
                </a:lnTo>
                <a:lnTo>
                  <a:pt x="2693" y="15240"/>
                </a:lnTo>
                <a:lnTo>
                  <a:pt x="3595" y="13516"/>
                </a:lnTo>
                <a:lnTo>
                  <a:pt x="4500" y="11796"/>
                </a:lnTo>
                <a:lnTo>
                  <a:pt x="4872" y="11085"/>
                </a:lnTo>
                <a:lnTo>
                  <a:pt x="5530" y="9825"/>
                </a:lnTo>
                <a:lnTo>
                  <a:pt x="7032" y="6944"/>
                </a:lnTo>
                <a:lnTo>
                  <a:pt x="8638" y="4467"/>
                </a:lnTo>
                <a:lnTo>
                  <a:pt x="10106" y="2566"/>
                </a:lnTo>
                <a:lnTo>
                  <a:pt x="11503" y="1207"/>
                </a:lnTo>
                <a:lnTo>
                  <a:pt x="12883" y="365"/>
                </a:lnTo>
                <a:lnTo>
                  <a:pt x="14306" y="0"/>
                </a:lnTo>
                <a:lnTo>
                  <a:pt x="15830" y="88"/>
                </a:lnTo>
                <a:lnTo>
                  <a:pt x="17515" y="591"/>
                </a:lnTo>
                <a:lnTo>
                  <a:pt x="19418" y="1483"/>
                </a:lnTo>
                <a:lnTo>
                  <a:pt x="21600" y="2729"/>
                </a:lnTo>
                <a:close/>
              </a:path>
            </a:pathLst>
          </a:custGeom>
          <a:solidFill>
            <a:srgbClr val="4B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5" name="contour_10433"/>
          <p:cNvSpPr/>
          <p:nvPr/>
        </p:nvSpPr>
        <p:spPr>
          <a:xfrm>
            <a:off x="717310" y="2543509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43" y="222"/>
                </a:lnTo>
                <a:lnTo>
                  <a:pt x="10267" y="469"/>
                </a:lnTo>
                <a:lnTo>
                  <a:pt x="11779" y="750"/>
                </a:lnTo>
                <a:lnTo>
                  <a:pt x="13279" y="1080"/>
                </a:lnTo>
                <a:lnTo>
                  <a:pt x="14767" y="1466"/>
                </a:lnTo>
                <a:lnTo>
                  <a:pt x="16250" y="1922"/>
                </a:lnTo>
                <a:lnTo>
                  <a:pt x="17726" y="2459"/>
                </a:lnTo>
                <a:lnTo>
                  <a:pt x="19200" y="3086"/>
                </a:lnTo>
                <a:lnTo>
                  <a:pt x="20155" y="5474"/>
                </a:lnTo>
                <a:lnTo>
                  <a:pt x="20758" y="7150"/>
                </a:lnTo>
                <a:lnTo>
                  <a:pt x="21122" y="8557"/>
                </a:lnTo>
                <a:lnTo>
                  <a:pt x="21365" y="10140"/>
                </a:lnTo>
                <a:lnTo>
                  <a:pt x="21600" y="12343"/>
                </a:lnTo>
                <a:lnTo>
                  <a:pt x="20016" y="11834"/>
                </a:lnTo>
                <a:lnTo>
                  <a:pt x="18430" y="11325"/>
                </a:lnTo>
                <a:lnTo>
                  <a:pt x="16836" y="10812"/>
                </a:lnTo>
                <a:lnTo>
                  <a:pt x="15235" y="10297"/>
                </a:lnTo>
                <a:lnTo>
                  <a:pt x="13625" y="9779"/>
                </a:lnTo>
                <a:lnTo>
                  <a:pt x="12000" y="9257"/>
                </a:lnTo>
                <a:lnTo>
                  <a:pt x="12000" y="11294"/>
                </a:lnTo>
                <a:lnTo>
                  <a:pt x="12000" y="13333"/>
                </a:lnTo>
                <a:lnTo>
                  <a:pt x="12000" y="15382"/>
                </a:lnTo>
                <a:lnTo>
                  <a:pt x="12000" y="17440"/>
                </a:lnTo>
                <a:lnTo>
                  <a:pt x="12000" y="19511"/>
                </a:lnTo>
                <a:lnTo>
                  <a:pt x="12000" y="21600"/>
                </a:lnTo>
                <a:lnTo>
                  <a:pt x="10414" y="21600"/>
                </a:lnTo>
                <a:lnTo>
                  <a:pt x="8818" y="21600"/>
                </a:lnTo>
                <a:lnTo>
                  <a:pt x="7200" y="21600"/>
                </a:lnTo>
                <a:lnTo>
                  <a:pt x="7596" y="19563"/>
                </a:lnTo>
                <a:lnTo>
                  <a:pt x="7992" y="17524"/>
                </a:lnTo>
                <a:lnTo>
                  <a:pt x="8390" y="15475"/>
                </a:lnTo>
                <a:lnTo>
                  <a:pt x="8791" y="13417"/>
                </a:lnTo>
                <a:lnTo>
                  <a:pt x="9194" y="11346"/>
                </a:lnTo>
                <a:lnTo>
                  <a:pt x="9600" y="9257"/>
                </a:lnTo>
                <a:lnTo>
                  <a:pt x="8016" y="8748"/>
                </a:lnTo>
                <a:lnTo>
                  <a:pt x="6430" y="8239"/>
                </a:lnTo>
                <a:lnTo>
                  <a:pt x="4836" y="7727"/>
                </a:lnTo>
                <a:lnTo>
                  <a:pt x="3235" y="7211"/>
                </a:lnTo>
                <a:lnTo>
                  <a:pt x="1625" y="6693"/>
                </a:lnTo>
                <a:lnTo>
                  <a:pt x="0" y="6171"/>
                </a:lnTo>
                <a:lnTo>
                  <a:pt x="1426" y="6171"/>
                </a:lnTo>
                <a:lnTo>
                  <a:pt x="2856" y="6171"/>
                </a:lnTo>
                <a:lnTo>
                  <a:pt x="4291" y="6171"/>
                </a:lnTo>
                <a:lnTo>
                  <a:pt x="5738" y="6171"/>
                </a:lnTo>
                <a:lnTo>
                  <a:pt x="7200" y="6171"/>
                </a:lnTo>
                <a:lnTo>
                  <a:pt x="7200" y="4132"/>
                </a:lnTo>
                <a:lnTo>
                  <a:pt x="7200" y="2080"/>
                </a:lnTo>
                <a:lnTo>
                  <a:pt x="7200" y="0"/>
                </a:lnTo>
                <a:close/>
              </a:path>
            </a:pathLst>
          </a:custGeom>
          <a:solidFill>
            <a:srgbClr val="8377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6" name="contour_10434"/>
          <p:cNvSpPr/>
          <p:nvPr/>
        </p:nvSpPr>
        <p:spPr>
          <a:xfrm>
            <a:off x="11401505" y="2528933"/>
            <a:ext cx="58384" cy="308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70" y="0"/>
                </a:moveTo>
                <a:lnTo>
                  <a:pt x="21600" y="3849"/>
                </a:lnTo>
                <a:lnTo>
                  <a:pt x="21516" y="7423"/>
                </a:lnTo>
                <a:lnTo>
                  <a:pt x="21260" y="10792"/>
                </a:lnTo>
                <a:lnTo>
                  <a:pt x="20772" y="14034"/>
                </a:lnTo>
                <a:lnTo>
                  <a:pt x="19998" y="17220"/>
                </a:lnTo>
                <a:lnTo>
                  <a:pt x="18874" y="20421"/>
                </a:lnTo>
                <a:lnTo>
                  <a:pt x="16973" y="20931"/>
                </a:lnTo>
                <a:lnTo>
                  <a:pt x="15083" y="21283"/>
                </a:lnTo>
                <a:lnTo>
                  <a:pt x="13201" y="21503"/>
                </a:lnTo>
                <a:lnTo>
                  <a:pt x="11324" y="21600"/>
                </a:lnTo>
                <a:lnTo>
                  <a:pt x="9451" y="21585"/>
                </a:lnTo>
                <a:lnTo>
                  <a:pt x="7574" y="21477"/>
                </a:lnTo>
                <a:lnTo>
                  <a:pt x="5695" y="21294"/>
                </a:lnTo>
                <a:lnTo>
                  <a:pt x="3807" y="21049"/>
                </a:lnTo>
                <a:lnTo>
                  <a:pt x="1909" y="20753"/>
                </a:lnTo>
                <a:lnTo>
                  <a:pt x="0" y="20421"/>
                </a:lnTo>
                <a:lnTo>
                  <a:pt x="472" y="16730"/>
                </a:lnTo>
                <a:lnTo>
                  <a:pt x="849" y="14085"/>
                </a:lnTo>
                <a:lnTo>
                  <a:pt x="1259" y="11757"/>
                </a:lnTo>
                <a:lnTo>
                  <a:pt x="1831" y="9011"/>
                </a:lnTo>
                <a:lnTo>
                  <a:pt x="2696" y="5105"/>
                </a:lnTo>
                <a:lnTo>
                  <a:pt x="4500" y="3579"/>
                </a:lnTo>
                <a:lnTo>
                  <a:pt x="5786" y="2706"/>
                </a:lnTo>
                <a:lnTo>
                  <a:pt x="7169" y="2154"/>
                </a:lnTo>
                <a:lnTo>
                  <a:pt x="9270" y="1593"/>
                </a:lnTo>
                <a:lnTo>
                  <a:pt x="11020" y="1093"/>
                </a:lnTo>
                <a:lnTo>
                  <a:pt x="12797" y="577"/>
                </a:lnTo>
                <a:lnTo>
                  <a:pt x="14490" y="296"/>
                </a:lnTo>
                <a:lnTo>
                  <a:pt x="15792" y="123"/>
                </a:lnTo>
                <a:lnTo>
                  <a:pt x="17127" y="36"/>
                </a:lnTo>
                <a:lnTo>
                  <a:pt x="18912" y="5"/>
                </a:lnTo>
                <a:lnTo>
                  <a:pt x="21570" y="0"/>
                </a:lnTo>
                <a:close/>
              </a:path>
            </a:pathLst>
          </a:custGeom>
          <a:solidFill>
            <a:srgbClr val="CAD4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7" name="contour_10435"/>
          <p:cNvSpPr/>
          <p:nvPr/>
        </p:nvSpPr>
        <p:spPr>
          <a:xfrm>
            <a:off x="1759493" y="2519954"/>
            <a:ext cx="51016" cy="325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23"/>
                </a:moveTo>
                <a:lnTo>
                  <a:pt x="2089" y="774"/>
                </a:lnTo>
                <a:lnTo>
                  <a:pt x="4156" y="469"/>
                </a:lnTo>
                <a:lnTo>
                  <a:pt x="6212" y="227"/>
                </a:lnTo>
                <a:lnTo>
                  <a:pt x="8254" y="63"/>
                </a:lnTo>
                <a:lnTo>
                  <a:pt x="10294" y="0"/>
                </a:lnTo>
                <a:lnTo>
                  <a:pt x="12334" y="53"/>
                </a:lnTo>
                <a:lnTo>
                  <a:pt x="14379" y="247"/>
                </a:lnTo>
                <a:lnTo>
                  <a:pt x="16438" y="595"/>
                </a:lnTo>
                <a:lnTo>
                  <a:pt x="18514" y="1123"/>
                </a:lnTo>
                <a:lnTo>
                  <a:pt x="19690" y="4176"/>
                </a:lnTo>
                <a:lnTo>
                  <a:pt x="20520" y="7229"/>
                </a:lnTo>
                <a:lnTo>
                  <a:pt x="21066" y="10335"/>
                </a:lnTo>
                <a:lnTo>
                  <a:pt x="21387" y="13544"/>
                </a:lnTo>
                <a:lnTo>
                  <a:pt x="21548" y="16906"/>
                </a:lnTo>
                <a:lnTo>
                  <a:pt x="21600" y="20477"/>
                </a:lnTo>
                <a:lnTo>
                  <a:pt x="19511" y="20826"/>
                </a:lnTo>
                <a:lnTo>
                  <a:pt x="17444" y="21131"/>
                </a:lnTo>
                <a:lnTo>
                  <a:pt x="15388" y="21373"/>
                </a:lnTo>
                <a:lnTo>
                  <a:pt x="13346" y="21537"/>
                </a:lnTo>
                <a:lnTo>
                  <a:pt x="11306" y="21600"/>
                </a:lnTo>
                <a:lnTo>
                  <a:pt x="9266" y="21547"/>
                </a:lnTo>
                <a:lnTo>
                  <a:pt x="7221" y="21353"/>
                </a:lnTo>
                <a:lnTo>
                  <a:pt x="5162" y="21005"/>
                </a:lnTo>
                <a:lnTo>
                  <a:pt x="3086" y="20477"/>
                </a:lnTo>
                <a:lnTo>
                  <a:pt x="1910" y="17424"/>
                </a:lnTo>
                <a:lnTo>
                  <a:pt x="1080" y="14371"/>
                </a:lnTo>
                <a:lnTo>
                  <a:pt x="534" y="11265"/>
                </a:lnTo>
                <a:lnTo>
                  <a:pt x="213" y="8056"/>
                </a:lnTo>
                <a:lnTo>
                  <a:pt x="52" y="4694"/>
                </a:lnTo>
                <a:lnTo>
                  <a:pt x="0" y="1123"/>
                </a:lnTo>
                <a:close/>
              </a:path>
            </a:pathLst>
          </a:custGeom>
          <a:solidFill>
            <a:srgbClr val="0D0D0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8" name="contour_10436"/>
          <p:cNvSpPr/>
          <p:nvPr/>
        </p:nvSpPr>
        <p:spPr>
          <a:xfrm>
            <a:off x="8317971" y="2521645"/>
            <a:ext cx="4444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89" y="0"/>
                </a:moveTo>
                <a:lnTo>
                  <a:pt x="4329" y="1255"/>
                </a:lnTo>
                <a:lnTo>
                  <a:pt x="4775" y="2533"/>
                </a:lnTo>
                <a:lnTo>
                  <a:pt x="6429" y="4047"/>
                </a:lnTo>
                <a:lnTo>
                  <a:pt x="8204" y="5192"/>
                </a:lnTo>
                <a:lnTo>
                  <a:pt x="10102" y="6037"/>
                </a:lnTo>
                <a:lnTo>
                  <a:pt x="12128" y="6647"/>
                </a:lnTo>
                <a:lnTo>
                  <a:pt x="14285" y="7090"/>
                </a:lnTo>
                <a:lnTo>
                  <a:pt x="16581" y="7436"/>
                </a:lnTo>
                <a:lnTo>
                  <a:pt x="19018" y="7749"/>
                </a:lnTo>
                <a:lnTo>
                  <a:pt x="21600" y="8100"/>
                </a:lnTo>
                <a:lnTo>
                  <a:pt x="19843" y="8435"/>
                </a:lnTo>
                <a:lnTo>
                  <a:pt x="18079" y="8772"/>
                </a:lnTo>
                <a:lnTo>
                  <a:pt x="16287" y="9112"/>
                </a:lnTo>
                <a:lnTo>
                  <a:pt x="15508" y="9361"/>
                </a:lnTo>
                <a:lnTo>
                  <a:pt x="14130" y="9798"/>
                </a:lnTo>
                <a:lnTo>
                  <a:pt x="10974" y="10800"/>
                </a:lnTo>
                <a:lnTo>
                  <a:pt x="10974" y="12585"/>
                </a:lnTo>
                <a:lnTo>
                  <a:pt x="10974" y="14380"/>
                </a:lnTo>
                <a:lnTo>
                  <a:pt x="10974" y="16200"/>
                </a:lnTo>
                <a:lnTo>
                  <a:pt x="12727" y="16870"/>
                </a:lnTo>
                <a:lnTo>
                  <a:pt x="14491" y="17539"/>
                </a:lnTo>
                <a:lnTo>
                  <a:pt x="16262" y="18217"/>
                </a:lnTo>
                <a:lnTo>
                  <a:pt x="18058" y="18900"/>
                </a:lnTo>
                <a:lnTo>
                  <a:pt x="15865" y="19235"/>
                </a:lnTo>
                <a:lnTo>
                  <a:pt x="13673" y="19570"/>
                </a:lnTo>
                <a:lnTo>
                  <a:pt x="11473" y="19904"/>
                </a:lnTo>
                <a:lnTo>
                  <a:pt x="9270" y="20239"/>
                </a:lnTo>
                <a:lnTo>
                  <a:pt x="7056" y="20577"/>
                </a:lnTo>
                <a:lnTo>
                  <a:pt x="4831" y="20917"/>
                </a:lnTo>
                <a:lnTo>
                  <a:pt x="2596" y="21257"/>
                </a:lnTo>
                <a:lnTo>
                  <a:pt x="347" y="21600"/>
                </a:lnTo>
                <a:lnTo>
                  <a:pt x="294" y="19742"/>
                </a:lnTo>
                <a:lnTo>
                  <a:pt x="244" y="17888"/>
                </a:lnTo>
                <a:lnTo>
                  <a:pt x="202" y="16030"/>
                </a:lnTo>
                <a:lnTo>
                  <a:pt x="163" y="14175"/>
                </a:lnTo>
                <a:lnTo>
                  <a:pt x="128" y="12317"/>
                </a:lnTo>
                <a:lnTo>
                  <a:pt x="85" y="10592"/>
                </a:lnTo>
                <a:lnTo>
                  <a:pt x="43" y="8856"/>
                </a:lnTo>
                <a:lnTo>
                  <a:pt x="0" y="7098"/>
                </a:lnTo>
                <a:lnTo>
                  <a:pt x="255" y="4514"/>
                </a:lnTo>
                <a:lnTo>
                  <a:pt x="747" y="2913"/>
                </a:lnTo>
                <a:lnTo>
                  <a:pt x="1835" y="1631"/>
                </a:lnTo>
                <a:lnTo>
                  <a:pt x="3889" y="0"/>
                </a:lnTo>
                <a:close/>
              </a:path>
            </a:pathLst>
          </a:custGeom>
          <a:solidFill>
            <a:srgbClr val="DBE7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39" name="contour_10437"/>
          <p:cNvSpPr/>
          <p:nvPr/>
        </p:nvSpPr>
        <p:spPr>
          <a:xfrm>
            <a:off x="1037982" y="2509372"/>
            <a:ext cx="65592" cy="487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22" y="3800"/>
                </a:moveTo>
                <a:lnTo>
                  <a:pt x="20755" y="4615"/>
                </a:lnTo>
                <a:lnTo>
                  <a:pt x="21600" y="5442"/>
                </a:lnTo>
                <a:lnTo>
                  <a:pt x="21209" y="5911"/>
                </a:lnTo>
                <a:lnTo>
                  <a:pt x="20026" y="7336"/>
                </a:lnTo>
                <a:lnTo>
                  <a:pt x="19020" y="8603"/>
                </a:lnTo>
                <a:lnTo>
                  <a:pt x="18000" y="9885"/>
                </a:lnTo>
                <a:lnTo>
                  <a:pt x="16994" y="11126"/>
                </a:lnTo>
                <a:lnTo>
                  <a:pt x="15974" y="12383"/>
                </a:lnTo>
                <a:lnTo>
                  <a:pt x="15206" y="13780"/>
                </a:lnTo>
                <a:lnTo>
                  <a:pt x="14738" y="14956"/>
                </a:lnTo>
                <a:lnTo>
                  <a:pt x="14501" y="16358"/>
                </a:lnTo>
                <a:lnTo>
                  <a:pt x="14412" y="18423"/>
                </a:lnTo>
                <a:lnTo>
                  <a:pt x="14400" y="21600"/>
                </a:lnTo>
                <a:lnTo>
                  <a:pt x="12974" y="21600"/>
                </a:lnTo>
                <a:lnTo>
                  <a:pt x="11544" y="21600"/>
                </a:lnTo>
                <a:lnTo>
                  <a:pt x="10106" y="21600"/>
                </a:lnTo>
                <a:lnTo>
                  <a:pt x="8659" y="21600"/>
                </a:lnTo>
                <a:lnTo>
                  <a:pt x="7200" y="21600"/>
                </a:lnTo>
                <a:lnTo>
                  <a:pt x="7596" y="19467"/>
                </a:lnTo>
                <a:lnTo>
                  <a:pt x="7992" y="17331"/>
                </a:lnTo>
                <a:lnTo>
                  <a:pt x="8390" y="15185"/>
                </a:lnTo>
                <a:lnTo>
                  <a:pt x="8791" y="13030"/>
                </a:lnTo>
                <a:lnTo>
                  <a:pt x="9194" y="10861"/>
                </a:lnTo>
                <a:lnTo>
                  <a:pt x="9600" y="8674"/>
                </a:lnTo>
                <a:lnTo>
                  <a:pt x="8016" y="8140"/>
                </a:lnTo>
                <a:lnTo>
                  <a:pt x="6427" y="7607"/>
                </a:lnTo>
                <a:lnTo>
                  <a:pt x="4836" y="7071"/>
                </a:lnTo>
                <a:lnTo>
                  <a:pt x="3235" y="6531"/>
                </a:lnTo>
                <a:lnTo>
                  <a:pt x="1625" y="5988"/>
                </a:lnTo>
                <a:lnTo>
                  <a:pt x="0" y="5442"/>
                </a:lnTo>
                <a:lnTo>
                  <a:pt x="1855" y="4130"/>
                </a:lnTo>
                <a:lnTo>
                  <a:pt x="3605" y="2963"/>
                </a:lnTo>
                <a:lnTo>
                  <a:pt x="5268" y="1958"/>
                </a:lnTo>
                <a:lnTo>
                  <a:pt x="6869" y="1138"/>
                </a:lnTo>
                <a:lnTo>
                  <a:pt x="8424" y="524"/>
                </a:lnTo>
                <a:lnTo>
                  <a:pt x="9960" y="139"/>
                </a:lnTo>
                <a:lnTo>
                  <a:pt x="11494" y="0"/>
                </a:lnTo>
                <a:lnTo>
                  <a:pt x="13051" y="136"/>
                </a:lnTo>
                <a:lnTo>
                  <a:pt x="14650" y="562"/>
                </a:lnTo>
                <a:lnTo>
                  <a:pt x="16313" y="1299"/>
                </a:lnTo>
                <a:lnTo>
                  <a:pt x="18065" y="2372"/>
                </a:lnTo>
                <a:lnTo>
                  <a:pt x="19922" y="3800"/>
                </a:lnTo>
                <a:close/>
              </a:path>
            </a:pathLst>
          </a:custGeom>
          <a:solidFill>
            <a:srgbClr val="1413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0" name="contour_10438"/>
          <p:cNvSpPr/>
          <p:nvPr/>
        </p:nvSpPr>
        <p:spPr>
          <a:xfrm>
            <a:off x="976726" y="2521222"/>
            <a:ext cx="39392" cy="44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7"/>
                </a:moveTo>
                <a:lnTo>
                  <a:pt x="21600" y="2560"/>
                </a:lnTo>
                <a:lnTo>
                  <a:pt x="21600" y="4917"/>
                </a:lnTo>
                <a:lnTo>
                  <a:pt x="21600" y="7274"/>
                </a:lnTo>
                <a:lnTo>
                  <a:pt x="21600" y="9638"/>
                </a:lnTo>
                <a:lnTo>
                  <a:pt x="21600" y="12009"/>
                </a:lnTo>
                <a:lnTo>
                  <a:pt x="21600" y="14390"/>
                </a:lnTo>
                <a:lnTo>
                  <a:pt x="21600" y="16779"/>
                </a:lnTo>
                <a:lnTo>
                  <a:pt x="21600" y="19183"/>
                </a:lnTo>
                <a:lnTo>
                  <a:pt x="21600" y="21600"/>
                </a:lnTo>
                <a:lnTo>
                  <a:pt x="16980" y="21186"/>
                </a:lnTo>
                <a:lnTo>
                  <a:pt x="13436" y="20844"/>
                </a:lnTo>
                <a:lnTo>
                  <a:pt x="10730" y="20537"/>
                </a:lnTo>
                <a:lnTo>
                  <a:pt x="8632" y="20220"/>
                </a:lnTo>
                <a:lnTo>
                  <a:pt x="6906" y="19853"/>
                </a:lnTo>
                <a:lnTo>
                  <a:pt x="5315" y="19397"/>
                </a:lnTo>
                <a:lnTo>
                  <a:pt x="3633" y="18805"/>
                </a:lnTo>
                <a:lnTo>
                  <a:pt x="1619" y="18034"/>
                </a:lnTo>
                <a:lnTo>
                  <a:pt x="635" y="15589"/>
                </a:lnTo>
                <a:lnTo>
                  <a:pt x="112" y="13246"/>
                </a:lnTo>
                <a:lnTo>
                  <a:pt x="0" y="10950"/>
                </a:lnTo>
                <a:lnTo>
                  <a:pt x="248" y="8639"/>
                </a:lnTo>
                <a:lnTo>
                  <a:pt x="803" y="6268"/>
                </a:lnTo>
                <a:lnTo>
                  <a:pt x="1619" y="3772"/>
                </a:lnTo>
                <a:lnTo>
                  <a:pt x="3884" y="2168"/>
                </a:lnTo>
                <a:lnTo>
                  <a:pt x="6106" y="1080"/>
                </a:lnTo>
                <a:lnTo>
                  <a:pt x="8340" y="421"/>
                </a:lnTo>
                <a:lnTo>
                  <a:pt x="10642" y="93"/>
                </a:lnTo>
                <a:lnTo>
                  <a:pt x="13064" y="0"/>
                </a:lnTo>
                <a:lnTo>
                  <a:pt x="15661" y="53"/>
                </a:lnTo>
                <a:lnTo>
                  <a:pt x="18491" y="153"/>
                </a:lnTo>
                <a:lnTo>
                  <a:pt x="21600" y="207"/>
                </a:lnTo>
                <a:close/>
              </a:path>
            </a:pathLst>
          </a:custGeom>
          <a:solidFill>
            <a:srgbClr val="25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1" name="contour_10439"/>
          <p:cNvSpPr/>
          <p:nvPr/>
        </p:nvSpPr>
        <p:spPr>
          <a:xfrm>
            <a:off x="1736718" y="2514357"/>
            <a:ext cx="66503" cy="449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6" y="0"/>
                </a:moveTo>
                <a:lnTo>
                  <a:pt x="1969" y="0"/>
                </a:lnTo>
                <a:lnTo>
                  <a:pt x="3645" y="0"/>
                </a:lnTo>
                <a:lnTo>
                  <a:pt x="5326" y="0"/>
                </a:lnTo>
                <a:lnTo>
                  <a:pt x="7014" y="0"/>
                </a:lnTo>
                <a:lnTo>
                  <a:pt x="8709" y="0"/>
                </a:lnTo>
                <a:lnTo>
                  <a:pt x="10413" y="0"/>
                </a:lnTo>
                <a:lnTo>
                  <a:pt x="12132" y="0"/>
                </a:lnTo>
                <a:lnTo>
                  <a:pt x="11838" y="2170"/>
                </a:lnTo>
                <a:lnTo>
                  <a:pt x="11544" y="4340"/>
                </a:lnTo>
                <a:lnTo>
                  <a:pt x="11251" y="6516"/>
                </a:lnTo>
                <a:lnTo>
                  <a:pt x="10957" y="8697"/>
                </a:lnTo>
                <a:lnTo>
                  <a:pt x="10662" y="10888"/>
                </a:lnTo>
                <a:lnTo>
                  <a:pt x="10363" y="13089"/>
                </a:lnTo>
                <a:lnTo>
                  <a:pt x="10065" y="15301"/>
                </a:lnTo>
                <a:lnTo>
                  <a:pt x="9764" y="17527"/>
                </a:lnTo>
                <a:lnTo>
                  <a:pt x="11438" y="17527"/>
                </a:lnTo>
                <a:lnTo>
                  <a:pt x="13114" y="17527"/>
                </a:lnTo>
                <a:lnTo>
                  <a:pt x="14795" y="17527"/>
                </a:lnTo>
                <a:lnTo>
                  <a:pt x="16482" y="17527"/>
                </a:lnTo>
                <a:lnTo>
                  <a:pt x="18177" y="17527"/>
                </a:lnTo>
                <a:lnTo>
                  <a:pt x="19881" y="17527"/>
                </a:lnTo>
                <a:lnTo>
                  <a:pt x="21600" y="17527"/>
                </a:lnTo>
                <a:lnTo>
                  <a:pt x="21600" y="19265"/>
                </a:lnTo>
                <a:lnTo>
                  <a:pt x="21600" y="21032"/>
                </a:lnTo>
                <a:lnTo>
                  <a:pt x="19931" y="21200"/>
                </a:lnTo>
                <a:lnTo>
                  <a:pt x="18269" y="21348"/>
                </a:lnTo>
                <a:lnTo>
                  <a:pt x="16612" y="21467"/>
                </a:lnTo>
                <a:lnTo>
                  <a:pt x="14960" y="21554"/>
                </a:lnTo>
                <a:lnTo>
                  <a:pt x="13310" y="21600"/>
                </a:lnTo>
                <a:lnTo>
                  <a:pt x="11660" y="21600"/>
                </a:lnTo>
                <a:lnTo>
                  <a:pt x="10011" y="21547"/>
                </a:lnTo>
                <a:lnTo>
                  <a:pt x="8356" y="21442"/>
                </a:lnTo>
                <a:lnTo>
                  <a:pt x="6697" y="21270"/>
                </a:lnTo>
                <a:lnTo>
                  <a:pt x="5030" y="21032"/>
                </a:lnTo>
                <a:lnTo>
                  <a:pt x="3662" y="19076"/>
                </a:lnTo>
                <a:lnTo>
                  <a:pt x="2585" y="17271"/>
                </a:lnTo>
                <a:lnTo>
                  <a:pt x="1756" y="15532"/>
                </a:lnTo>
                <a:lnTo>
                  <a:pt x="1141" y="13762"/>
                </a:lnTo>
                <a:lnTo>
                  <a:pt x="696" y="11876"/>
                </a:lnTo>
                <a:lnTo>
                  <a:pt x="383" y="9780"/>
                </a:lnTo>
                <a:lnTo>
                  <a:pt x="166" y="7386"/>
                </a:lnTo>
                <a:lnTo>
                  <a:pt x="0" y="4599"/>
                </a:lnTo>
                <a:lnTo>
                  <a:pt x="73" y="3456"/>
                </a:lnTo>
                <a:lnTo>
                  <a:pt x="296" y="0"/>
                </a:lnTo>
                <a:close/>
              </a:path>
            </a:pathLst>
          </a:custGeom>
          <a:solidFill>
            <a:srgbClr val="25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2" name="contour_10440"/>
          <p:cNvSpPr/>
          <p:nvPr/>
        </p:nvSpPr>
        <p:spPr>
          <a:xfrm>
            <a:off x="673582" y="2477917"/>
            <a:ext cx="3577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00" y="0"/>
                </a:moveTo>
                <a:lnTo>
                  <a:pt x="19422" y="1682"/>
                </a:lnTo>
                <a:lnTo>
                  <a:pt x="20641" y="3302"/>
                </a:lnTo>
                <a:lnTo>
                  <a:pt x="21336" y="4891"/>
                </a:lnTo>
                <a:lnTo>
                  <a:pt x="21600" y="6482"/>
                </a:lnTo>
                <a:lnTo>
                  <a:pt x="21521" y="8107"/>
                </a:lnTo>
                <a:lnTo>
                  <a:pt x="21182" y="9797"/>
                </a:lnTo>
                <a:lnTo>
                  <a:pt x="20667" y="11585"/>
                </a:lnTo>
                <a:lnTo>
                  <a:pt x="20073" y="13500"/>
                </a:lnTo>
                <a:lnTo>
                  <a:pt x="19629" y="15017"/>
                </a:lnTo>
                <a:lnTo>
                  <a:pt x="19176" y="16546"/>
                </a:lnTo>
                <a:lnTo>
                  <a:pt x="18718" y="18094"/>
                </a:lnTo>
                <a:lnTo>
                  <a:pt x="18555" y="18610"/>
                </a:lnTo>
                <a:lnTo>
                  <a:pt x="18265" y="19519"/>
                </a:lnTo>
                <a:lnTo>
                  <a:pt x="17600" y="21600"/>
                </a:lnTo>
                <a:lnTo>
                  <a:pt x="17257" y="21002"/>
                </a:lnTo>
                <a:lnTo>
                  <a:pt x="16228" y="19200"/>
                </a:lnTo>
                <a:lnTo>
                  <a:pt x="14727" y="18010"/>
                </a:lnTo>
                <a:lnTo>
                  <a:pt x="13200" y="16800"/>
                </a:lnTo>
                <a:lnTo>
                  <a:pt x="9795" y="16656"/>
                </a:lnTo>
                <a:lnTo>
                  <a:pt x="7405" y="16584"/>
                </a:lnTo>
                <a:lnTo>
                  <a:pt x="5399" y="16584"/>
                </a:lnTo>
                <a:lnTo>
                  <a:pt x="3142" y="16656"/>
                </a:lnTo>
                <a:lnTo>
                  <a:pt x="0" y="16800"/>
                </a:lnTo>
                <a:lnTo>
                  <a:pt x="277" y="15168"/>
                </a:lnTo>
                <a:lnTo>
                  <a:pt x="576" y="13546"/>
                </a:lnTo>
                <a:lnTo>
                  <a:pt x="915" y="11935"/>
                </a:lnTo>
                <a:lnTo>
                  <a:pt x="1302" y="10332"/>
                </a:lnTo>
                <a:lnTo>
                  <a:pt x="1751" y="8736"/>
                </a:lnTo>
                <a:lnTo>
                  <a:pt x="2275" y="7145"/>
                </a:lnTo>
                <a:lnTo>
                  <a:pt x="2882" y="5561"/>
                </a:lnTo>
                <a:lnTo>
                  <a:pt x="3586" y="3979"/>
                </a:lnTo>
                <a:lnTo>
                  <a:pt x="4400" y="2400"/>
                </a:lnTo>
                <a:lnTo>
                  <a:pt x="7806" y="1373"/>
                </a:lnTo>
                <a:lnTo>
                  <a:pt x="10195" y="734"/>
                </a:lnTo>
                <a:lnTo>
                  <a:pt x="12201" y="370"/>
                </a:lnTo>
                <a:lnTo>
                  <a:pt x="14459" y="163"/>
                </a:lnTo>
                <a:lnTo>
                  <a:pt x="17600" y="0"/>
                </a:lnTo>
                <a:close/>
              </a:path>
            </a:pathLst>
          </a:custGeom>
          <a:solidFill>
            <a:srgbClr val="6660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3" name="contour_10441"/>
          <p:cNvSpPr/>
          <p:nvPr/>
        </p:nvSpPr>
        <p:spPr>
          <a:xfrm>
            <a:off x="11073546" y="2492260"/>
            <a:ext cx="72880" cy="366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7"/>
                </a:moveTo>
                <a:lnTo>
                  <a:pt x="21600" y="3172"/>
                </a:lnTo>
                <a:lnTo>
                  <a:pt x="21600" y="6211"/>
                </a:lnTo>
                <a:lnTo>
                  <a:pt x="21600" y="9259"/>
                </a:lnTo>
                <a:lnTo>
                  <a:pt x="21600" y="12320"/>
                </a:lnTo>
                <a:lnTo>
                  <a:pt x="21600" y="15393"/>
                </a:lnTo>
                <a:lnTo>
                  <a:pt x="21600" y="18484"/>
                </a:lnTo>
                <a:lnTo>
                  <a:pt x="21600" y="21600"/>
                </a:lnTo>
                <a:lnTo>
                  <a:pt x="20660" y="19338"/>
                </a:lnTo>
                <a:lnTo>
                  <a:pt x="19710" y="17041"/>
                </a:lnTo>
                <a:lnTo>
                  <a:pt x="18906" y="15711"/>
                </a:lnTo>
                <a:lnTo>
                  <a:pt x="18099" y="14371"/>
                </a:lnTo>
                <a:lnTo>
                  <a:pt x="17280" y="13015"/>
                </a:lnTo>
                <a:lnTo>
                  <a:pt x="16340" y="13946"/>
                </a:lnTo>
                <a:lnTo>
                  <a:pt x="15390" y="14895"/>
                </a:lnTo>
                <a:lnTo>
                  <a:pt x="14064" y="16050"/>
                </a:lnTo>
                <a:lnTo>
                  <a:pt x="12796" y="16840"/>
                </a:lnTo>
                <a:lnTo>
                  <a:pt x="11554" y="17329"/>
                </a:lnTo>
                <a:lnTo>
                  <a:pt x="10308" y="17582"/>
                </a:lnTo>
                <a:lnTo>
                  <a:pt x="9022" y="17664"/>
                </a:lnTo>
                <a:lnTo>
                  <a:pt x="7668" y="17638"/>
                </a:lnTo>
                <a:lnTo>
                  <a:pt x="6210" y="17574"/>
                </a:lnTo>
                <a:lnTo>
                  <a:pt x="5044" y="17535"/>
                </a:lnTo>
                <a:lnTo>
                  <a:pt x="3871" y="17496"/>
                </a:lnTo>
                <a:lnTo>
                  <a:pt x="2683" y="17458"/>
                </a:lnTo>
                <a:lnTo>
                  <a:pt x="1352" y="17385"/>
                </a:lnTo>
                <a:lnTo>
                  <a:pt x="0" y="17307"/>
                </a:lnTo>
                <a:lnTo>
                  <a:pt x="1061" y="12933"/>
                </a:lnTo>
                <a:lnTo>
                  <a:pt x="1894" y="9748"/>
                </a:lnTo>
                <a:lnTo>
                  <a:pt x="2618" y="7490"/>
                </a:lnTo>
                <a:lnTo>
                  <a:pt x="3350" y="5907"/>
                </a:lnTo>
                <a:lnTo>
                  <a:pt x="4210" y="4739"/>
                </a:lnTo>
                <a:lnTo>
                  <a:pt x="5314" y="3726"/>
                </a:lnTo>
                <a:lnTo>
                  <a:pt x="6785" y="2618"/>
                </a:lnTo>
                <a:lnTo>
                  <a:pt x="8264" y="2048"/>
                </a:lnTo>
                <a:lnTo>
                  <a:pt x="9737" y="1537"/>
                </a:lnTo>
                <a:lnTo>
                  <a:pt x="11208" y="1095"/>
                </a:lnTo>
                <a:lnTo>
                  <a:pt x="12679" y="725"/>
                </a:lnTo>
                <a:lnTo>
                  <a:pt x="14150" y="425"/>
                </a:lnTo>
                <a:lnTo>
                  <a:pt x="15625" y="202"/>
                </a:lnTo>
                <a:lnTo>
                  <a:pt x="17105" y="60"/>
                </a:lnTo>
                <a:lnTo>
                  <a:pt x="18593" y="0"/>
                </a:lnTo>
                <a:lnTo>
                  <a:pt x="20090" y="26"/>
                </a:lnTo>
                <a:lnTo>
                  <a:pt x="21600" y="137"/>
                </a:lnTo>
                <a:close/>
              </a:path>
            </a:pathLst>
          </a:custGeom>
          <a:solidFill>
            <a:srgbClr val="E6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4" name="contour_10442"/>
          <p:cNvSpPr/>
          <p:nvPr/>
        </p:nvSpPr>
        <p:spPr>
          <a:xfrm>
            <a:off x="8420717" y="2470629"/>
            <a:ext cx="6559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182" y="1412"/>
                </a:lnTo>
                <a:lnTo>
                  <a:pt x="20729" y="2796"/>
                </a:lnTo>
                <a:lnTo>
                  <a:pt x="20239" y="4153"/>
                </a:lnTo>
                <a:lnTo>
                  <a:pt x="19709" y="5481"/>
                </a:lnTo>
                <a:lnTo>
                  <a:pt x="19135" y="6778"/>
                </a:lnTo>
                <a:lnTo>
                  <a:pt x="18514" y="8047"/>
                </a:lnTo>
                <a:lnTo>
                  <a:pt x="17842" y="9286"/>
                </a:lnTo>
                <a:lnTo>
                  <a:pt x="17117" y="10494"/>
                </a:lnTo>
                <a:lnTo>
                  <a:pt x="16337" y="11670"/>
                </a:lnTo>
                <a:lnTo>
                  <a:pt x="15499" y="12815"/>
                </a:lnTo>
                <a:lnTo>
                  <a:pt x="14597" y="13928"/>
                </a:lnTo>
                <a:lnTo>
                  <a:pt x="13632" y="15008"/>
                </a:lnTo>
                <a:lnTo>
                  <a:pt x="12598" y="16053"/>
                </a:lnTo>
                <a:lnTo>
                  <a:pt x="11494" y="17066"/>
                </a:lnTo>
                <a:lnTo>
                  <a:pt x="10315" y="18044"/>
                </a:lnTo>
                <a:lnTo>
                  <a:pt x="9060" y="18986"/>
                </a:lnTo>
                <a:lnTo>
                  <a:pt x="7723" y="19894"/>
                </a:lnTo>
                <a:lnTo>
                  <a:pt x="6305" y="20765"/>
                </a:lnTo>
                <a:lnTo>
                  <a:pt x="4800" y="21600"/>
                </a:lnTo>
                <a:lnTo>
                  <a:pt x="3271" y="21072"/>
                </a:lnTo>
                <a:lnTo>
                  <a:pt x="2263" y="20691"/>
                </a:lnTo>
                <a:lnTo>
                  <a:pt x="1322" y="20273"/>
                </a:lnTo>
                <a:lnTo>
                  <a:pt x="0" y="19636"/>
                </a:lnTo>
                <a:lnTo>
                  <a:pt x="638" y="18951"/>
                </a:lnTo>
                <a:lnTo>
                  <a:pt x="1284" y="18256"/>
                </a:lnTo>
                <a:lnTo>
                  <a:pt x="2246" y="17219"/>
                </a:lnTo>
                <a:lnTo>
                  <a:pt x="3209" y="16180"/>
                </a:lnTo>
                <a:lnTo>
                  <a:pt x="4169" y="15144"/>
                </a:lnTo>
                <a:lnTo>
                  <a:pt x="5131" y="14105"/>
                </a:lnTo>
                <a:lnTo>
                  <a:pt x="6091" y="13066"/>
                </a:lnTo>
                <a:lnTo>
                  <a:pt x="7051" y="12027"/>
                </a:lnTo>
                <a:lnTo>
                  <a:pt x="8052" y="10949"/>
                </a:lnTo>
                <a:lnTo>
                  <a:pt x="9070" y="9857"/>
                </a:lnTo>
                <a:lnTo>
                  <a:pt x="10034" y="8811"/>
                </a:lnTo>
                <a:lnTo>
                  <a:pt x="11016" y="7747"/>
                </a:lnTo>
                <a:lnTo>
                  <a:pt x="11904" y="6788"/>
                </a:lnTo>
                <a:lnTo>
                  <a:pt x="12806" y="5814"/>
                </a:lnTo>
                <a:lnTo>
                  <a:pt x="13745" y="4689"/>
                </a:lnTo>
                <a:lnTo>
                  <a:pt x="14340" y="3888"/>
                </a:lnTo>
                <a:lnTo>
                  <a:pt x="14844" y="3028"/>
                </a:lnTo>
                <a:lnTo>
                  <a:pt x="15511" y="1724"/>
                </a:lnTo>
                <a:lnTo>
                  <a:pt x="16150" y="870"/>
                </a:lnTo>
                <a:lnTo>
                  <a:pt x="16800" y="0"/>
                </a:lnTo>
                <a:close/>
              </a:path>
            </a:pathLst>
          </a:custGeom>
          <a:solidFill>
            <a:srgbClr val="E7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5" name="contour_10443"/>
          <p:cNvSpPr/>
          <p:nvPr/>
        </p:nvSpPr>
        <p:spPr>
          <a:xfrm>
            <a:off x="2480093" y="2470629"/>
            <a:ext cx="59215" cy="583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" y="0"/>
                </a:moveTo>
                <a:lnTo>
                  <a:pt x="2090" y="0"/>
                </a:lnTo>
                <a:lnTo>
                  <a:pt x="3857" y="0"/>
                </a:lnTo>
                <a:lnTo>
                  <a:pt x="5649" y="0"/>
                </a:lnTo>
                <a:lnTo>
                  <a:pt x="5649" y="1602"/>
                </a:lnTo>
                <a:lnTo>
                  <a:pt x="5649" y="3210"/>
                </a:lnTo>
                <a:lnTo>
                  <a:pt x="5649" y="4823"/>
                </a:lnTo>
                <a:lnTo>
                  <a:pt x="5649" y="6450"/>
                </a:lnTo>
                <a:lnTo>
                  <a:pt x="5649" y="8093"/>
                </a:lnTo>
                <a:lnTo>
                  <a:pt x="7406" y="8093"/>
                </a:lnTo>
                <a:lnTo>
                  <a:pt x="9174" y="8093"/>
                </a:lnTo>
                <a:lnTo>
                  <a:pt x="10966" y="8093"/>
                </a:lnTo>
                <a:lnTo>
                  <a:pt x="10966" y="9876"/>
                </a:lnTo>
                <a:lnTo>
                  <a:pt x="10966" y="11670"/>
                </a:lnTo>
                <a:lnTo>
                  <a:pt x="10966" y="13488"/>
                </a:lnTo>
                <a:lnTo>
                  <a:pt x="12713" y="14295"/>
                </a:lnTo>
                <a:lnTo>
                  <a:pt x="14093" y="14732"/>
                </a:lnTo>
                <a:lnTo>
                  <a:pt x="16283" y="15174"/>
                </a:lnTo>
                <a:lnTo>
                  <a:pt x="17766" y="15479"/>
                </a:lnTo>
                <a:lnTo>
                  <a:pt x="19274" y="15787"/>
                </a:lnTo>
                <a:lnTo>
                  <a:pt x="20428" y="15986"/>
                </a:lnTo>
                <a:lnTo>
                  <a:pt x="21600" y="16186"/>
                </a:lnTo>
                <a:lnTo>
                  <a:pt x="20396" y="17883"/>
                </a:lnTo>
                <a:lnTo>
                  <a:pt x="19441" y="19008"/>
                </a:lnTo>
                <a:lnTo>
                  <a:pt x="18234" y="20073"/>
                </a:lnTo>
                <a:lnTo>
                  <a:pt x="16283" y="21581"/>
                </a:lnTo>
                <a:lnTo>
                  <a:pt x="14332" y="21600"/>
                </a:lnTo>
                <a:lnTo>
                  <a:pt x="12505" y="21433"/>
                </a:lnTo>
                <a:lnTo>
                  <a:pt x="10761" y="21082"/>
                </a:lnTo>
                <a:lnTo>
                  <a:pt x="9065" y="20540"/>
                </a:lnTo>
                <a:lnTo>
                  <a:pt x="7375" y="19809"/>
                </a:lnTo>
                <a:lnTo>
                  <a:pt x="5649" y="18883"/>
                </a:lnTo>
                <a:lnTo>
                  <a:pt x="4456" y="17295"/>
                </a:lnTo>
                <a:lnTo>
                  <a:pt x="3435" y="15703"/>
                </a:lnTo>
                <a:lnTo>
                  <a:pt x="2571" y="14095"/>
                </a:lnTo>
                <a:lnTo>
                  <a:pt x="1850" y="12458"/>
                </a:lnTo>
                <a:lnTo>
                  <a:pt x="1265" y="10777"/>
                </a:lnTo>
                <a:lnTo>
                  <a:pt x="800" y="9042"/>
                </a:lnTo>
                <a:lnTo>
                  <a:pt x="441" y="7238"/>
                </a:lnTo>
                <a:lnTo>
                  <a:pt x="181" y="5352"/>
                </a:lnTo>
                <a:lnTo>
                  <a:pt x="0" y="3372"/>
                </a:lnTo>
                <a:lnTo>
                  <a:pt x="165" y="1700"/>
                </a:lnTo>
                <a:lnTo>
                  <a:pt x="332" y="0"/>
                </a:lnTo>
                <a:close/>
              </a:path>
            </a:pathLst>
          </a:custGeom>
          <a:solidFill>
            <a:srgbClr val="4D49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6" name="contour_10444"/>
          <p:cNvSpPr/>
          <p:nvPr/>
        </p:nvSpPr>
        <p:spPr>
          <a:xfrm>
            <a:off x="4674689" y="2492493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785"/>
                </a:lnTo>
                <a:lnTo>
                  <a:pt x="21600" y="3580"/>
                </a:lnTo>
                <a:lnTo>
                  <a:pt x="21600" y="5400"/>
                </a:lnTo>
                <a:lnTo>
                  <a:pt x="19815" y="5400"/>
                </a:lnTo>
                <a:lnTo>
                  <a:pt x="18020" y="5400"/>
                </a:lnTo>
                <a:lnTo>
                  <a:pt x="16200" y="5400"/>
                </a:lnTo>
                <a:lnTo>
                  <a:pt x="16497" y="7182"/>
                </a:lnTo>
                <a:lnTo>
                  <a:pt x="16794" y="8967"/>
                </a:lnTo>
                <a:lnTo>
                  <a:pt x="17091" y="10751"/>
                </a:lnTo>
                <a:lnTo>
                  <a:pt x="17391" y="12541"/>
                </a:lnTo>
                <a:lnTo>
                  <a:pt x="17690" y="14337"/>
                </a:lnTo>
                <a:lnTo>
                  <a:pt x="17990" y="16141"/>
                </a:lnTo>
                <a:lnTo>
                  <a:pt x="18292" y="17950"/>
                </a:lnTo>
                <a:lnTo>
                  <a:pt x="18595" y="19769"/>
                </a:lnTo>
                <a:lnTo>
                  <a:pt x="18900" y="21600"/>
                </a:lnTo>
                <a:lnTo>
                  <a:pt x="18287" y="20374"/>
                </a:lnTo>
                <a:lnTo>
                  <a:pt x="17669" y="19138"/>
                </a:lnTo>
                <a:lnTo>
                  <a:pt x="17042" y="17888"/>
                </a:lnTo>
                <a:lnTo>
                  <a:pt x="15906" y="16340"/>
                </a:lnTo>
                <a:lnTo>
                  <a:pt x="14653" y="14990"/>
                </a:lnTo>
                <a:lnTo>
                  <a:pt x="13297" y="13821"/>
                </a:lnTo>
                <a:lnTo>
                  <a:pt x="11848" y="12803"/>
                </a:lnTo>
                <a:lnTo>
                  <a:pt x="10314" y="11921"/>
                </a:lnTo>
                <a:lnTo>
                  <a:pt x="8710" y="11146"/>
                </a:lnTo>
                <a:lnTo>
                  <a:pt x="7044" y="10454"/>
                </a:lnTo>
                <a:lnTo>
                  <a:pt x="5330" y="9828"/>
                </a:lnTo>
                <a:lnTo>
                  <a:pt x="3578" y="9242"/>
                </a:lnTo>
                <a:lnTo>
                  <a:pt x="1798" y="8675"/>
                </a:lnTo>
                <a:lnTo>
                  <a:pt x="0" y="8100"/>
                </a:lnTo>
                <a:lnTo>
                  <a:pt x="570" y="6556"/>
                </a:lnTo>
                <a:lnTo>
                  <a:pt x="1042" y="5478"/>
                </a:lnTo>
                <a:lnTo>
                  <a:pt x="1669" y="4363"/>
                </a:lnTo>
                <a:lnTo>
                  <a:pt x="2700" y="2700"/>
                </a:lnTo>
                <a:lnTo>
                  <a:pt x="4506" y="2044"/>
                </a:lnTo>
                <a:lnTo>
                  <a:pt x="5791" y="1650"/>
                </a:lnTo>
                <a:lnTo>
                  <a:pt x="7179" y="1358"/>
                </a:lnTo>
                <a:lnTo>
                  <a:pt x="9283" y="1012"/>
                </a:lnTo>
                <a:lnTo>
                  <a:pt x="11035" y="707"/>
                </a:lnTo>
                <a:lnTo>
                  <a:pt x="12814" y="400"/>
                </a:lnTo>
                <a:lnTo>
                  <a:pt x="14510" y="205"/>
                </a:lnTo>
                <a:lnTo>
                  <a:pt x="15814" y="86"/>
                </a:lnTo>
                <a:lnTo>
                  <a:pt x="17150" y="24"/>
                </a:lnTo>
                <a:lnTo>
                  <a:pt x="18938" y="3"/>
                </a:lnTo>
                <a:lnTo>
                  <a:pt x="21600" y="0"/>
                </a:lnTo>
                <a:close/>
              </a:path>
            </a:pathLst>
          </a:custGeom>
          <a:solidFill>
            <a:srgbClr val="636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7" name="contour_10445"/>
          <p:cNvSpPr/>
          <p:nvPr/>
        </p:nvSpPr>
        <p:spPr>
          <a:xfrm>
            <a:off x="4295714" y="2470629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3602"/>
                </a:lnTo>
                <a:lnTo>
                  <a:pt x="21600" y="7198"/>
                </a:lnTo>
                <a:lnTo>
                  <a:pt x="21600" y="10800"/>
                </a:lnTo>
                <a:lnTo>
                  <a:pt x="21600" y="14402"/>
                </a:lnTo>
                <a:lnTo>
                  <a:pt x="21600" y="17998"/>
                </a:lnTo>
                <a:lnTo>
                  <a:pt x="21600" y="21600"/>
                </a:lnTo>
                <a:lnTo>
                  <a:pt x="19937" y="21600"/>
                </a:lnTo>
                <a:lnTo>
                  <a:pt x="18271" y="21600"/>
                </a:lnTo>
                <a:lnTo>
                  <a:pt x="16606" y="21600"/>
                </a:lnTo>
                <a:lnTo>
                  <a:pt x="14938" y="21600"/>
                </a:lnTo>
                <a:lnTo>
                  <a:pt x="13262" y="21600"/>
                </a:lnTo>
                <a:lnTo>
                  <a:pt x="11585" y="21600"/>
                </a:lnTo>
                <a:lnTo>
                  <a:pt x="9900" y="21600"/>
                </a:lnTo>
                <a:lnTo>
                  <a:pt x="8208" y="21600"/>
                </a:lnTo>
                <a:lnTo>
                  <a:pt x="6509" y="21600"/>
                </a:lnTo>
                <a:lnTo>
                  <a:pt x="4800" y="21600"/>
                </a:lnTo>
                <a:lnTo>
                  <a:pt x="6226" y="20531"/>
                </a:lnTo>
                <a:lnTo>
                  <a:pt x="7656" y="19456"/>
                </a:lnTo>
                <a:lnTo>
                  <a:pt x="9091" y="18382"/>
                </a:lnTo>
                <a:lnTo>
                  <a:pt x="10538" y="17296"/>
                </a:lnTo>
                <a:lnTo>
                  <a:pt x="12000" y="16200"/>
                </a:lnTo>
                <a:lnTo>
                  <a:pt x="12000" y="12631"/>
                </a:lnTo>
                <a:lnTo>
                  <a:pt x="12000" y="9040"/>
                </a:lnTo>
                <a:lnTo>
                  <a:pt x="12000" y="5400"/>
                </a:lnTo>
                <a:lnTo>
                  <a:pt x="10303" y="5400"/>
                </a:lnTo>
                <a:lnTo>
                  <a:pt x="8604" y="5400"/>
                </a:lnTo>
                <a:lnTo>
                  <a:pt x="6900" y="5400"/>
                </a:lnTo>
                <a:lnTo>
                  <a:pt x="5189" y="5400"/>
                </a:lnTo>
                <a:lnTo>
                  <a:pt x="3470" y="5400"/>
                </a:lnTo>
                <a:lnTo>
                  <a:pt x="1742" y="5400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DF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8" name="contour_10446"/>
          <p:cNvSpPr/>
          <p:nvPr/>
        </p:nvSpPr>
        <p:spPr>
          <a:xfrm>
            <a:off x="846701" y="2477903"/>
            <a:ext cx="38233" cy="65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83" y="5"/>
                </a:moveTo>
                <a:lnTo>
                  <a:pt x="17446" y="617"/>
                </a:lnTo>
                <a:lnTo>
                  <a:pt x="17338" y="2459"/>
                </a:lnTo>
                <a:lnTo>
                  <a:pt x="17281" y="4069"/>
                </a:lnTo>
                <a:lnTo>
                  <a:pt x="17227" y="5704"/>
                </a:lnTo>
                <a:lnTo>
                  <a:pt x="17190" y="6500"/>
                </a:lnTo>
                <a:lnTo>
                  <a:pt x="17079" y="8909"/>
                </a:lnTo>
                <a:lnTo>
                  <a:pt x="17441" y="10706"/>
                </a:lnTo>
                <a:lnTo>
                  <a:pt x="18043" y="12288"/>
                </a:lnTo>
                <a:lnTo>
                  <a:pt x="18915" y="13761"/>
                </a:lnTo>
                <a:lnTo>
                  <a:pt x="20089" y="15232"/>
                </a:lnTo>
                <a:lnTo>
                  <a:pt x="21600" y="16801"/>
                </a:lnTo>
                <a:lnTo>
                  <a:pt x="18878" y="16801"/>
                </a:lnTo>
                <a:lnTo>
                  <a:pt x="16140" y="16801"/>
                </a:lnTo>
                <a:lnTo>
                  <a:pt x="13365" y="16801"/>
                </a:lnTo>
                <a:lnTo>
                  <a:pt x="11854" y="18226"/>
                </a:lnTo>
                <a:lnTo>
                  <a:pt x="10919" y="19201"/>
                </a:lnTo>
                <a:lnTo>
                  <a:pt x="10182" y="20175"/>
                </a:lnTo>
                <a:lnTo>
                  <a:pt x="9248" y="21600"/>
                </a:lnTo>
                <a:lnTo>
                  <a:pt x="6905" y="18509"/>
                </a:lnTo>
                <a:lnTo>
                  <a:pt x="4953" y="15911"/>
                </a:lnTo>
                <a:lnTo>
                  <a:pt x="3376" y="13739"/>
                </a:lnTo>
                <a:lnTo>
                  <a:pt x="2137" y="11930"/>
                </a:lnTo>
                <a:lnTo>
                  <a:pt x="1206" y="10411"/>
                </a:lnTo>
                <a:lnTo>
                  <a:pt x="560" y="9120"/>
                </a:lnTo>
                <a:lnTo>
                  <a:pt x="169" y="7990"/>
                </a:lnTo>
                <a:lnTo>
                  <a:pt x="0" y="6954"/>
                </a:lnTo>
                <a:lnTo>
                  <a:pt x="29" y="5941"/>
                </a:lnTo>
                <a:lnTo>
                  <a:pt x="226" y="4893"/>
                </a:lnTo>
                <a:lnTo>
                  <a:pt x="564" y="3734"/>
                </a:lnTo>
                <a:lnTo>
                  <a:pt x="1013" y="2404"/>
                </a:lnTo>
                <a:lnTo>
                  <a:pt x="3710" y="1310"/>
                </a:lnTo>
                <a:lnTo>
                  <a:pt x="6168" y="607"/>
                </a:lnTo>
                <a:lnTo>
                  <a:pt x="8581" y="214"/>
                </a:lnTo>
                <a:lnTo>
                  <a:pt x="11138" y="41"/>
                </a:lnTo>
                <a:lnTo>
                  <a:pt x="14040" y="0"/>
                </a:lnTo>
                <a:lnTo>
                  <a:pt x="17483" y="5"/>
                </a:lnTo>
                <a:close/>
              </a:path>
            </a:pathLst>
          </a:custGeom>
          <a:solidFill>
            <a:srgbClr val="2C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49" name="contour_10447"/>
          <p:cNvSpPr/>
          <p:nvPr/>
        </p:nvSpPr>
        <p:spPr>
          <a:xfrm>
            <a:off x="3268107" y="2441477"/>
            <a:ext cx="65592" cy="592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675" y="1577"/>
                </a:lnTo>
                <a:lnTo>
                  <a:pt x="20153" y="3160"/>
                </a:lnTo>
                <a:lnTo>
                  <a:pt x="20630" y="4747"/>
                </a:lnTo>
                <a:lnTo>
                  <a:pt x="21113" y="6349"/>
                </a:lnTo>
                <a:lnTo>
                  <a:pt x="21600" y="7966"/>
                </a:lnTo>
                <a:lnTo>
                  <a:pt x="20642" y="8404"/>
                </a:lnTo>
                <a:lnTo>
                  <a:pt x="19668" y="8847"/>
                </a:lnTo>
                <a:lnTo>
                  <a:pt x="17969" y="9702"/>
                </a:lnTo>
                <a:lnTo>
                  <a:pt x="16457" y="10515"/>
                </a:lnTo>
                <a:lnTo>
                  <a:pt x="15103" y="11338"/>
                </a:lnTo>
                <a:lnTo>
                  <a:pt x="13867" y="12230"/>
                </a:lnTo>
                <a:lnTo>
                  <a:pt x="12720" y="13244"/>
                </a:lnTo>
                <a:lnTo>
                  <a:pt x="11623" y="14439"/>
                </a:lnTo>
                <a:lnTo>
                  <a:pt x="10546" y="15870"/>
                </a:lnTo>
                <a:lnTo>
                  <a:pt x="9451" y="17591"/>
                </a:lnTo>
                <a:lnTo>
                  <a:pt x="8707" y="18796"/>
                </a:lnTo>
                <a:lnTo>
                  <a:pt x="7958" y="20012"/>
                </a:lnTo>
                <a:lnTo>
                  <a:pt x="7200" y="21242"/>
                </a:lnTo>
                <a:lnTo>
                  <a:pt x="5270" y="21481"/>
                </a:lnTo>
                <a:lnTo>
                  <a:pt x="3931" y="21600"/>
                </a:lnTo>
                <a:lnTo>
                  <a:pt x="2837" y="21600"/>
                </a:lnTo>
                <a:lnTo>
                  <a:pt x="1642" y="21481"/>
                </a:lnTo>
                <a:lnTo>
                  <a:pt x="0" y="21242"/>
                </a:lnTo>
                <a:lnTo>
                  <a:pt x="466" y="19163"/>
                </a:lnTo>
                <a:lnTo>
                  <a:pt x="1030" y="17317"/>
                </a:lnTo>
                <a:lnTo>
                  <a:pt x="1697" y="15676"/>
                </a:lnTo>
                <a:lnTo>
                  <a:pt x="2470" y="14208"/>
                </a:lnTo>
                <a:lnTo>
                  <a:pt x="3348" y="12883"/>
                </a:lnTo>
                <a:lnTo>
                  <a:pt x="4332" y="11667"/>
                </a:lnTo>
                <a:lnTo>
                  <a:pt x="5429" y="10530"/>
                </a:lnTo>
                <a:lnTo>
                  <a:pt x="6636" y="9439"/>
                </a:lnTo>
                <a:lnTo>
                  <a:pt x="7958" y="8367"/>
                </a:lnTo>
                <a:lnTo>
                  <a:pt x="9394" y="7275"/>
                </a:lnTo>
                <a:lnTo>
                  <a:pt x="10949" y="6139"/>
                </a:lnTo>
                <a:lnTo>
                  <a:pt x="12139" y="5241"/>
                </a:lnTo>
                <a:lnTo>
                  <a:pt x="13346" y="4331"/>
                </a:lnTo>
                <a:lnTo>
                  <a:pt x="14513" y="3457"/>
                </a:lnTo>
                <a:lnTo>
                  <a:pt x="15682" y="2586"/>
                </a:lnTo>
                <a:lnTo>
                  <a:pt x="16853" y="1721"/>
                </a:lnTo>
                <a:lnTo>
                  <a:pt x="18026" y="860"/>
                </a:lnTo>
                <a:lnTo>
                  <a:pt x="19200" y="0"/>
                </a:lnTo>
                <a:close/>
              </a:path>
            </a:pathLst>
          </a:custGeom>
          <a:solidFill>
            <a:srgbClr val="F1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0" name="contour_10448"/>
          <p:cNvSpPr/>
          <p:nvPr/>
        </p:nvSpPr>
        <p:spPr>
          <a:xfrm>
            <a:off x="5541960" y="245605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84" y="0"/>
                </a:lnTo>
                <a:lnTo>
                  <a:pt x="6173" y="0"/>
                </a:lnTo>
                <a:lnTo>
                  <a:pt x="9258" y="0"/>
                </a:lnTo>
                <a:lnTo>
                  <a:pt x="12342" y="0"/>
                </a:lnTo>
                <a:lnTo>
                  <a:pt x="15427" y="0"/>
                </a:lnTo>
                <a:lnTo>
                  <a:pt x="18516" y="0"/>
                </a:lnTo>
                <a:lnTo>
                  <a:pt x="21600" y="0"/>
                </a:lnTo>
                <a:lnTo>
                  <a:pt x="20956" y="4107"/>
                </a:lnTo>
                <a:lnTo>
                  <a:pt x="20412" y="7341"/>
                </a:lnTo>
                <a:lnTo>
                  <a:pt x="19898" y="9847"/>
                </a:lnTo>
                <a:lnTo>
                  <a:pt x="19362" y="11772"/>
                </a:lnTo>
                <a:lnTo>
                  <a:pt x="18736" y="13262"/>
                </a:lnTo>
                <a:lnTo>
                  <a:pt x="17958" y="14466"/>
                </a:lnTo>
                <a:lnTo>
                  <a:pt x="16969" y="15530"/>
                </a:lnTo>
                <a:lnTo>
                  <a:pt x="15708" y="16601"/>
                </a:lnTo>
                <a:lnTo>
                  <a:pt x="14109" y="17826"/>
                </a:lnTo>
                <a:lnTo>
                  <a:pt x="11945" y="18814"/>
                </a:lnTo>
                <a:lnTo>
                  <a:pt x="10204" y="19536"/>
                </a:lnTo>
                <a:lnTo>
                  <a:pt x="7966" y="20347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949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1" name="contour_10449"/>
          <p:cNvSpPr/>
          <p:nvPr/>
        </p:nvSpPr>
        <p:spPr>
          <a:xfrm>
            <a:off x="250878" y="2467728"/>
            <a:ext cx="65592" cy="24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2530"/>
                </a:moveTo>
                <a:lnTo>
                  <a:pt x="4303" y="1297"/>
                </a:lnTo>
                <a:lnTo>
                  <a:pt x="5693" y="553"/>
                </a:lnTo>
                <a:lnTo>
                  <a:pt x="6970" y="191"/>
                </a:lnTo>
                <a:lnTo>
                  <a:pt x="8537" y="95"/>
                </a:lnTo>
                <a:lnTo>
                  <a:pt x="10800" y="146"/>
                </a:lnTo>
                <a:lnTo>
                  <a:pt x="12312" y="95"/>
                </a:lnTo>
                <a:lnTo>
                  <a:pt x="13834" y="51"/>
                </a:lnTo>
                <a:lnTo>
                  <a:pt x="15374" y="0"/>
                </a:lnTo>
                <a:lnTo>
                  <a:pt x="16639" y="833"/>
                </a:lnTo>
                <a:lnTo>
                  <a:pt x="17911" y="1678"/>
                </a:lnTo>
                <a:lnTo>
                  <a:pt x="19200" y="2530"/>
                </a:lnTo>
                <a:lnTo>
                  <a:pt x="19675" y="6306"/>
                </a:lnTo>
                <a:lnTo>
                  <a:pt x="20153" y="10094"/>
                </a:lnTo>
                <a:lnTo>
                  <a:pt x="20630" y="13896"/>
                </a:lnTo>
                <a:lnTo>
                  <a:pt x="21113" y="17729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475" y="17824"/>
                </a:lnTo>
                <a:lnTo>
                  <a:pt x="953" y="14036"/>
                </a:lnTo>
                <a:lnTo>
                  <a:pt x="1430" y="10234"/>
                </a:lnTo>
                <a:lnTo>
                  <a:pt x="1913" y="6401"/>
                </a:lnTo>
                <a:lnTo>
                  <a:pt x="2400" y="2530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2" name="contour_10450"/>
          <p:cNvSpPr/>
          <p:nvPr/>
        </p:nvSpPr>
        <p:spPr>
          <a:xfrm>
            <a:off x="250878" y="2419613"/>
            <a:ext cx="65592" cy="526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396" y="1757"/>
                </a:lnTo>
                <a:lnTo>
                  <a:pt x="21187" y="3513"/>
                </a:lnTo>
                <a:lnTo>
                  <a:pt x="20976" y="5267"/>
                </a:lnTo>
                <a:lnTo>
                  <a:pt x="20765" y="7024"/>
                </a:lnTo>
                <a:lnTo>
                  <a:pt x="20549" y="8777"/>
                </a:lnTo>
                <a:lnTo>
                  <a:pt x="20354" y="10409"/>
                </a:lnTo>
                <a:lnTo>
                  <a:pt x="20158" y="12049"/>
                </a:lnTo>
                <a:lnTo>
                  <a:pt x="19958" y="13713"/>
                </a:lnTo>
                <a:lnTo>
                  <a:pt x="19483" y="16196"/>
                </a:lnTo>
                <a:lnTo>
                  <a:pt x="18994" y="17773"/>
                </a:lnTo>
                <a:lnTo>
                  <a:pt x="18199" y="19120"/>
                </a:lnTo>
                <a:lnTo>
                  <a:pt x="16800" y="20913"/>
                </a:lnTo>
                <a:lnTo>
                  <a:pt x="15158" y="21158"/>
                </a:lnTo>
                <a:lnTo>
                  <a:pt x="13963" y="21310"/>
                </a:lnTo>
                <a:lnTo>
                  <a:pt x="12869" y="21397"/>
                </a:lnTo>
                <a:lnTo>
                  <a:pt x="11530" y="21442"/>
                </a:lnTo>
                <a:lnTo>
                  <a:pt x="9600" y="21475"/>
                </a:lnTo>
                <a:lnTo>
                  <a:pt x="8311" y="21516"/>
                </a:lnTo>
                <a:lnTo>
                  <a:pt x="7015" y="21558"/>
                </a:lnTo>
                <a:lnTo>
                  <a:pt x="5700" y="21600"/>
                </a:lnTo>
                <a:lnTo>
                  <a:pt x="4879" y="21430"/>
                </a:lnTo>
                <a:lnTo>
                  <a:pt x="2400" y="20913"/>
                </a:lnTo>
                <a:lnTo>
                  <a:pt x="1433" y="19117"/>
                </a:lnTo>
                <a:lnTo>
                  <a:pt x="862" y="17898"/>
                </a:lnTo>
                <a:lnTo>
                  <a:pt x="458" y="16691"/>
                </a:lnTo>
                <a:lnTo>
                  <a:pt x="0" y="14938"/>
                </a:lnTo>
                <a:lnTo>
                  <a:pt x="1522" y="15198"/>
                </a:lnTo>
                <a:lnTo>
                  <a:pt x="3065" y="15464"/>
                </a:lnTo>
                <a:lnTo>
                  <a:pt x="4762" y="15628"/>
                </a:lnTo>
                <a:lnTo>
                  <a:pt x="6391" y="15747"/>
                </a:lnTo>
                <a:lnTo>
                  <a:pt x="7980" y="15801"/>
                </a:lnTo>
                <a:lnTo>
                  <a:pt x="9550" y="15768"/>
                </a:lnTo>
                <a:lnTo>
                  <a:pt x="11129" y="15628"/>
                </a:lnTo>
                <a:lnTo>
                  <a:pt x="12737" y="15359"/>
                </a:lnTo>
                <a:lnTo>
                  <a:pt x="14400" y="14938"/>
                </a:lnTo>
                <a:lnTo>
                  <a:pt x="15091" y="12984"/>
                </a:lnTo>
                <a:lnTo>
                  <a:pt x="15581" y="11114"/>
                </a:lnTo>
                <a:lnTo>
                  <a:pt x="15912" y="9270"/>
                </a:lnTo>
                <a:lnTo>
                  <a:pt x="16121" y="7388"/>
                </a:lnTo>
                <a:lnTo>
                  <a:pt x="16241" y="5407"/>
                </a:lnTo>
                <a:lnTo>
                  <a:pt x="16313" y="3268"/>
                </a:lnTo>
                <a:lnTo>
                  <a:pt x="16555" y="1646"/>
                </a:lnTo>
                <a:lnTo>
                  <a:pt x="16800" y="0"/>
                </a:lnTo>
                <a:close/>
              </a:path>
            </a:pathLst>
          </a:custGeom>
          <a:solidFill>
            <a:srgbClr val="6C1E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3" name="contour_10451"/>
          <p:cNvSpPr/>
          <p:nvPr/>
        </p:nvSpPr>
        <p:spPr>
          <a:xfrm>
            <a:off x="5963862" y="2375885"/>
            <a:ext cx="37242" cy="957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5" y="0"/>
                </a:moveTo>
                <a:lnTo>
                  <a:pt x="1805" y="1006"/>
                </a:lnTo>
                <a:lnTo>
                  <a:pt x="3103" y="2010"/>
                </a:lnTo>
                <a:lnTo>
                  <a:pt x="4354" y="3015"/>
                </a:lnTo>
                <a:lnTo>
                  <a:pt x="5563" y="4021"/>
                </a:lnTo>
                <a:lnTo>
                  <a:pt x="6734" y="5030"/>
                </a:lnTo>
                <a:lnTo>
                  <a:pt x="7866" y="6041"/>
                </a:lnTo>
                <a:lnTo>
                  <a:pt x="8961" y="7059"/>
                </a:lnTo>
                <a:lnTo>
                  <a:pt x="10022" y="8079"/>
                </a:lnTo>
                <a:lnTo>
                  <a:pt x="11049" y="9108"/>
                </a:lnTo>
                <a:lnTo>
                  <a:pt x="12051" y="10144"/>
                </a:lnTo>
                <a:lnTo>
                  <a:pt x="13023" y="11188"/>
                </a:lnTo>
                <a:lnTo>
                  <a:pt x="13966" y="12243"/>
                </a:lnTo>
                <a:lnTo>
                  <a:pt x="14888" y="13307"/>
                </a:lnTo>
                <a:lnTo>
                  <a:pt x="15788" y="14384"/>
                </a:lnTo>
                <a:lnTo>
                  <a:pt x="16642" y="15399"/>
                </a:lnTo>
                <a:lnTo>
                  <a:pt x="17504" y="16432"/>
                </a:lnTo>
                <a:lnTo>
                  <a:pt x="18328" y="17418"/>
                </a:lnTo>
                <a:lnTo>
                  <a:pt x="19148" y="18406"/>
                </a:lnTo>
                <a:lnTo>
                  <a:pt x="19968" y="19394"/>
                </a:lnTo>
                <a:lnTo>
                  <a:pt x="20784" y="20382"/>
                </a:lnTo>
                <a:lnTo>
                  <a:pt x="21600" y="21370"/>
                </a:lnTo>
                <a:lnTo>
                  <a:pt x="18607" y="21524"/>
                </a:lnTo>
                <a:lnTo>
                  <a:pt x="16447" y="21600"/>
                </a:lnTo>
                <a:lnTo>
                  <a:pt x="14520" y="21600"/>
                </a:lnTo>
                <a:lnTo>
                  <a:pt x="12216" y="21524"/>
                </a:lnTo>
                <a:lnTo>
                  <a:pt x="8919" y="21370"/>
                </a:lnTo>
                <a:lnTo>
                  <a:pt x="7554" y="20349"/>
                </a:lnTo>
                <a:lnTo>
                  <a:pt x="6324" y="19305"/>
                </a:lnTo>
                <a:lnTo>
                  <a:pt x="5225" y="18243"/>
                </a:lnTo>
                <a:lnTo>
                  <a:pt x="4248" y="17160"/>
                </a:lnTo>
                <a:lnTo>
                  <a:pt x="3390" y="16062"/>
                </a:lnTo>
                <a:lnTo>
                  <a:pt x="2642" y="14949"/>
                </a:lnTo>
                <a:lnTo>
                  <a:pt x="2004" y="13823"/>
                </a:lnTo>
                <a:lnTo>
                  <a:pt x="1463" y="12687"/>
                </a:lnTo>
                <a:lnTo>
                  <a:pt x="1019" y="11540"/>
                </a:lnTo>
                <a:lnTo>
                  <a:pt x="659" y="10387"/>
                </a:lnTo>
                <a:lnTo>
                  <a:pt x="389" y="9228"/>
                </a:lnTo>
                <a:lnTo>
                  <a:pt x="190" y="8068"/>
                </a:lnTo>
                <a:lnTo>
                  <a:pt x="63" y="6904"/>
                </a:lnTo>
                <a:lnTo>
                  <a:pt x="4" y="5742"/>
                </a:lnTo>
                <a:lnTo>
                  <a:pt x="0" y="4581"/>
                </a:lnTo>
                <a:lnTo>
                  <a:pt x="51" y="3426"/>
                </a:lnTo>
                <a:lnTo>
                  <a:pt x="152" y="2275"/>
                </a:lnTo>
                <a:lnTo>
                  <a:pt x="292" y="1133"/>
                </a:lnTo>
                <a:lnTo>
                  <a:pt x="465" y="0"/>
                </a:lnTo>
                <a:close/>
              </a:path>
            </a:pathLst>
          </a:custGeom>
          <a:solidFill>
            <a:srgbClr val="EDF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4" name="contour_10452"/>
          <p:cNvSpPr/>
          <p:nvPr/>
        </p:nvSpPr>
        <p:spPr>
          <a:xfrm>
            <a:off x="1890677" y="2412325"/>
            <a:ext cx="51016" cy="518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514" y="2115"/>
                </a:lnTo>
                <a:lnTo>
                  <a:pt x="21396" y="4194"/>
                </a:lnTo>
                <a:lnTo>
                  <a:pt x="21233" y="6242"/>
                </a:lnTo>
                <a:lnTo>
                  <a:pt x="21008" y="8263"/>
                </a:lnTo>
                <a:lnTo>
                  <a:pt x="20708" y="10268"/>
                </a:lnTo>
                <a:lnTo>
                  <a:pt x="20323" y="12262"/>
                </a:lnTo>
                <a:lnTo>
                  <a:pt x="19838" y="14249"/>
                </a:lnTo>
                <a:lnTo>
                  <a:pt x="19239" y="16236"/>
                </a:lnTo>
                <a:lnTo>
                  <a:pt x="18514" y="18233"/>
                </a:lnTo>
                <a:lnTo>
                  <a:pt x="16663" y="19248"/>
                </a:lnTo>
                <a:lnTo>
                  <a:pt x="14821" y="20081"/>
                </a:lnTo>
                <a:lnTo>
                  <a:pt x="12966" y="20731"/>
                </a:lnTo>
                <a:lnTo>
                  <a:pt x="11093" y="21202"/>
                </a:lnTo>
                <a:lnTo>
                  <a:pt x="9183" y="21491"/>
                </a:lnTo>
                <a:lnTo>
                  <a:pt x="7221" y="21600"/>
                </a:lnTo>
                <a:lnTo>
                  <a:pt x="5193" y="21527"/>
                </a:lnTo>
                <a:lnTo>
                  <a:pt x="3086" y="21272"/>
                </a:lnTo>
                <a:lnTo>
                  <a:pt x="1898" y="19467"/>
                </a:lnTo>
                <a:lnTo>
                  <a:pt x="1182" y="18233"/>
                </a:lnTo>
                <a:lnTo>
                  <a:pt x="645" y="16999"/>
                </a:lnTo>
                <a:lnTo>
                  <a:pt x="0" y="15194"/>
                </a:lnTo>
                <a:lnTo>
                  <a:pt x="879" y="15082"/>
                </a:lnTo>
                <a:lnTo>
                  <a:pt x="2432" y="14887"/>
                </a:lnTo>
                <a:lnTo>
                  <a:pt x="5980" y="14434"/>
                </a:lnTo>
                <a:lnTo>
                  <a:pt x="8011" y="13951"/>
                </a:lnTo>
                <a:lnTo>
                  <a:pt x="9353" y="13553"/>
                </a:lnTo>
                <a:lnTo>
                  <a:pt x="10596" y="13024"/>
                </a:lnTo>
                <a:lnTo>
                  <a:pt x="12343" y="12155"/>
                </a:lnTo>
                <a:lnTo>
                  <a:pt x="13099" y="10420"/>
                </a:lnTo>
                <a:lnTo>
                  <a:pt x="13552" y="9189"/>
                </a:lnTo>
                <a:lnTo>
                  <a:pt x="13883" y="7877"/>
                </a:lnTo>
                <a:lnTo>
                  <a:pt x="14271" y="5889"/>
                </a:lnTo>
                <a:lnTo>
                  <a:pt x="14441" y="5023"/>
                </a:lnTo>
                <a:lnTo>
                  <a:pt x="14740" y="3495"/>
                </a:lnTo>
                <a:lnTo>
                  <a:pt x="15429" y="0"/>
                </a:lnTo>
                <a:close/>
              </a:path>
            </a:pathLst>
          </a:custGeom>
          <a:solidFill>
            <a:srgbClr val="9882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5" name="contour_10453"/>
          <p:cNvSpPr/>
          <p:nvPr/>
        </p:nvSpPr>
        <p:spPr>
          <a:xfrm>
            <a:off x="4550793" y="2426901"/>
            <a:ext cx="947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0"/>
                </a:lnTo>
                <a:lnTo>
                  <a:pt x="2251" y="0"/>
                </a:lnTo>
                <a:lnTo>
                  <a:pt x="3378" y="0"/>
                </a:lnTo>
                <a:lnTo>
                  <a:pt x="4504" y="0"/>
                </a:lnTo>
                <a:lnTo>
                  <a:pt x="5631" y="0"/>
                </a:lnTo>
                <a:lnTo>
                  <a:pt x="6759" y="0"/>
                </a:lnTo>
                <a:lnTo>
                  <a:pt x="7889" y="0"/>
                </a:lnTo>
                <a:lnTo>
                  <a:pt x="9020" y="0"/>
                </a:lnTo>
                <a:lnTo>
                  <a:pt x="10152" y="0"/>
                </a:lnTo>
                <a:lnTo>
                  <a:pt x="11287" y="0"/>
                </a:lnTo>
                <a:lnTo>
                  <a:pt x="12422" y="0"/>
                </a:lnTo>
                <a:lnTo>
                  <a:pt x="13560" y="0"/>
                </a:lnTo>
                <a:lnTo>
                  <a:pt x="14700" y="0"/>
                </a:lnTo>
                <a:lnTo>
                  <a:pt x="15843" y="0"/>
                </a:lnTo>
                <a:lnTo>
                  <a:pt x="16988" y="0"/>
                </a:lnTo>
                <a:lnTo>
                  <a:pt x="18137" y="0"/>
                </a:lnTo>
                <a:lnTo>
                  <a:pt x="19287" y="0"/>
                </a:lnTo>
                <a:lnTo>
                  <a:pt x="20442" y="0"/>
                </a:lnTo>
                <a:lnTo>
                  <a:pt x="21600" y="0"/>
                </a:lnTo>
                <a:lnTo>
                  <a:pt x="21130" y="3056"/>
                </a:lnTo>
                <a:lnTo>
                  <a:pt x="20660" y="6113"/>
                </a:lnTo>
                <a:lnTo>
                  <a:pt x="20188" y="9180"/>
                </a:lnTo>
                <a:lnTo>
                  <a:pt x="19714" y="12258"/>
                </a:lnTo>
                <a:lnTo>
                  <a:pt x="19237" y="15352"/>
                </a:lnTo>
                <a:lnTo>
                  <a:pt x="18759" y="18463"/>
                </a:lnTo>
                <a:lnTo>
                  <a:pt x="18277" y="21600"/>
                </a:lnTo>
                <a:lnTo>
                  <a:pt x="17041" y="20585"/>
                </a:lnTo>
                <a:lnTo>
                  <a:pt x="16163" y="19796"/>
                </a:lnTo>
                <a:lnTo>
                  <a:pt x="15406" y="18976"/>
                </a:lnTo>
                <a:lnTo>
                  <a:pt x="14528" y="17863"/>
                </a:lnTo>
                <a:lnTo>
                  <a:pt x="13292" y="16200"/>
                </a:lnTo>
                <a:lnTo>
                  <a:pt x="13292" y="12631"/>
                </a:lnTo>
                <a:lnTo>
                  <a:pt x="13292" y="9040"/>
                </a:lnTo>
                <a:lnTo>
                  <a:pt x="13292" y="5400"/>
                </a:lnTo>
                <a:lnTo>
                  <a:pt x="12196" y="5848"/>
                </a:lnTo>
                <a:lnTo>
                  <a:pt x="11099" y="6291"/>
                </a:lnTo>
                <a:lnTo>
                  <a:pt x="10001" y="6739"/>
                </a:lnTo>
                <a:lnTo>
                  <a:pt x="8901" y="7182"/>
                </a:lnTo>
                <a:lnTo>
                  <a:pt x="7799" y="7630"/>
                </a:lnTo>
                <a:lnTo>
                  <a:pt x="6696" y="8078"/>
                </a:lnTo>
                <a:lnTo>
                  <a:pt x="5589" y="8527"/>
                </a:lnTo>
                <a:lnTo>
                  <a:pt x="4480" y="8980"/>
                </a:lnTo>
                <a:lnTo>
                  <a:pt x="3366" y="9434"/>
                </a:lnTo>
                <a:lnTo>
                  <a:pt x="2250" y="9887"/>
                </a:lnTo>
                <a:lnTo>
                  <a:pt x="1127" y="1034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6180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6" name="contour_10454"/>
          <p:cNvSpPr/>
          <p:nvPr/>
        </p:nvSpPr>
        <p:spPr>
          <a:xfrm>
            <a:off x="7349382" y="2397749"/>
            <a:ext cx="9474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20598" y="7267"/>
                </a:lnTo>
                <a:lnTo>
                  <a:pt x="19585" y="8208"/>
                </a:lnTo>
                <a:lnTo>
                  <a:pt x="18551" y="9044"/>
                </a:lnTo>
                <a:lnTo>
                  <a:pt x="17494" y="9828"/>
                </a:lnTo>
                <a:lnTo>
                  <a:pt x="16408" y="10609"/>
                </a:lnTo>
                <a:lnTo>
                  <a:pt x="16047" y="11038"/>
                </a:lnTo>
                <a:lnTo>
                  <a:pt x="14954" y="12343"/>
                </a:lnTo>
                <a:lnTo>
                  <a:pt x="14954" y="14383"/>
                </a:lnTo>
                <a:lnTo>
                  <a:pt x="14954" y="16435"/>
                </a:lnTo>
                <a:lnTo>
                  <a:pt x="14954" y="18514"/>
                </a:lnTo>
                <a:lnTo>
                  <a:pt x="13718" y="19465"/>
                </a:lnTo>
                <a:lnTo>
                  <a:pt x="12840" y="20100"/>
                </a:lnTo>
                <a:lnTo>
                  <a:pt x="12083" y="20569"/>
                </a:lnTo>
                <a:lnTo>
                  <a:pt x="11205" y="21020"/>
                </a:lnTo>
                <a:lnTo>
                  <a:pt x="9969" y="21600"/>
                </a:lnTo>
                <a:lnTo>
                  <a:pt x="9969" y="19560"/>
                </a:lnTo>
                <a:lnTo>
                  <a:pt x="9969" y="17508"/>
                </a:lnTo>
                <a:lnTo>
                  <a:pt x="9969" y="15429"/>
                </a:lnTo>
                <a:lnTo>
                  <a:pt x="8873" y="15429"/>
                </a:lnTo>
                <a:lnTo>
                  <a:pt x="7774" y="15429"/>
                </a:lnTo>
                <a:lnTo>
                  <a:pt x="6676" y="15429"/>
                </a:lnTo>
                <a:lnTo>
                  <a:pt x="5574" y="15429"/>
                </a:lnTo>
                <a:lnTo>
                  <a:pt x="4470" y="15429"/>
                </a:lnTo>
                <a:lnTo>
                  <a:pt x="3360" y="15429"/>
                </a:lnTo>
                <a:lnTo>
                  <a:pt x="2246" y="15429"/>
                </a:lnTo>
                <a:lnTo>
                  <a:pt x="1127" y="15429"/>
                </a:lnTo>
                <a:lnTo>
                  <a:pt x="0" y="15429"/>
                </a:lnTo>
                <a:lnTo>
                  <a:pt x="987" y="14487"/>
                </a:lnTo>
                <a:lnTo>
                  <a:pt x="1974" y="13568"/>
                </a:lnTo>
                <a:lnTo>
                  <a:pt x="2963" y="12664"/>
                </a:lnTo>
                <a:lnTo>
                  <a:pt x="3953" y="11778"/>
                </a:lnTo>
                <a:lnTo>
                  <a:pt x="4946" y="10911"/>
                </a:lnTo>
                <a:lnTo>
                  <a:pt x="5942" y="10056"/>
                </a:lnTo>
                <a:lnTo>
                  <a:pt x="6942" y="9223"/>
                </a:lnTo>
                <a:lnTo>
                  <a:pt x="7945" y="8402"/>
                </a:lnTo>
                <a:lnTo>
                  <a:pt x="8954" y="7597"/>
                </a:lnTo>
                <a:lnTo>
                  <a:pt x="9968" y="6807"/>
                </a:lnTo>
                <a:lnTo>
                  <a:pt x="10988" y="6033"/>
                </a:lnTo>
                <a:lnTo>
                  <a:pt x="12013" y="5270"/>
                </a:lnTo>
                <a:lnTo>
                  <a:pt x="13046" y="4521"/>
                </a:lnTo>
                <a:lnTo>
                  <a:pt x="14176" y="3663"/>
                </a:lnTo>
                <a:lnTo>
                  <a:pt x="14927" y="3049"/>
                </a:lnTo>
                <a:lnTo>
                  <a:pt x="15642" y="2379"/>
                </a:lnTo>
                <a:lnTo>
                  <a:pt x="16654" y="1361"/>
                </a:lnTo>
                <a:lnTo>
                  <a:pt x="17473" y="697"/>
                </a:lnTo>
                <a:lnTo>
                  <a:pt x="18139" y="293"/>
                </a:lnTo>
                <a:lnTo>
                  <a:pt x="18890" y="86"/>
                </a:lnTo>
                <a:lnTo>
                  <a:pt x="19965" y="12"/>
                </a:lnTo>
                <a:lnTo>
                  <a:pt x="21600" y="0"/>
                </a:lnTo>
                <a:close/>
              </a:path>
            </a:pathLst>
          </a:custGeom>
          <a:solidFill>
            <a:srgbClr val="787A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7" name="contour_10455"/>
          <p:cNvSpPr/>
          <p:nvPr/>
        </p:nvSpPr>
        <p:spPr>
          <a:xfrm>
            <a:off x="2204060" y="2405037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652" y="427"/>
                </a:lnTo>
                <a:lnTo>
                  <a:pt x="10374" y="780"/>
                </a:lnTo>
                <a:lnTo>
                  <a:pt x="11781" y="1191"/>
                </a:lnTo>
                <a:lnTo>
                  <a:pt x="13318" y="1787"/>
                </a:lnTo>
                <a:lnTo>
                  <a:pt x="15429" y="2700"/>
                </a:lnTo>
                <a:lnTo>
                  <a:pt x="14919" y="4482"/>
                </a:lnTo>
                <a:lnTo>
                  <a:pt x="14410" y="6267"/>
                </a:lnTo>
                <a:lnTo>
                  <a:pt x="13898" y="8060"/>
                </a:lnTo>
                <a:lnTo>
                  <a:pt x="13383" y="9860"/>
                </a:lnTo>
                <a:lnTo>
                  <a:pt x="12864" y="11672"/>
                </a:lnTo>
                <a:lnTo>
                  <a:pt x="12343" y="13500"/>
                </a:lnTo>
                <a:lnTo>
                  <a:pt x="14176" y="14035"/>
                </a:lnTo>
                <a:lnTo>
                  <a:pt x="16015" y="14572"/>
                </a:lnTo>
                <a:lnTo>
                  <a:pt x="17860" y="15109"/>
                </a:lnTo>
                <a:lnTo>
                  <a:pt x="19721" y="15652"/>
                </a:lnTo>
                <a:lnTo>
                  <a:pt x="21600" y="16200"/>
                </a:lnTo>
                <a:lnTo>
                  <a:pt x="19900" y="17126"/>
                </a:lnTo>
                <a:lnTo>
                  <a:pt x="18200" y="18017"/>
                </a:lnTo>
                <a:lnTo>
                  <a:pt x="16490" y="18860"/>
                </a:lnTo>
                <a:lnTo>
                  <a:pt x="14756" y="19651"/>
                </a:lnTo>
                <a:lnTo>
                  <a:pt x="12979" y="20374"/>
                </a:lnTo>
                <a:lnTo>
                  <a:pt x="11152" y="21028"/>
                </a:lnTo>
                <a:lnTo>
                  <a:pt x="9257" y="21600"/>
                </a:lnTo>
                <a:lnTo>
                  <a:pt x="6884" y="20377"/>
                </a:lnTo>
                <a:lnTo>
                  <a:pt x="5449" y="19408"/>
                </a:lnTo>
                <a:lnTo>
                  <a:pt x="4376" y="18182"/>
                </a:lnTo>
                <a:lnTo>
                  <a:pt x="3086" y="16200"/>
                </a:lnTo>
                <a:lnTo>
                  <a:pt x="3786" y="14407"/>
                </a:lnTo>
                <a:lnTo>
                  <a:pt x="4339" y="13246"/>
                </a:lnTo>
                <a:lnTo>
                  <a:pt x="5039" y="12212"/>
                </a:lnTo>
                <a:lnTo>
                  <a:pt x="6171" y="10800"/>
                </a:lnTo>
                <a:lnTo>
                  <a:pt x="4644" y="10130"/>
                </a:lnTo>
                <a:lnTo>
                  <a:pt x="3107" y="9461"/>
                </a:lnTo>
                <a:lnTo>
                  <a:pt x="1564" y="8783"/>
                </a:lnTo>
                <a:lnTo>
                  <a:pt x="0" y="8100"/>
                </a:lnTo>
                <a:lnTo>
                  <a:pt x="1074" y="6304"/>
                </a:lnTo>
                <a:lnTo>
                  <a:pt x="1898" y="4990"/>
                </a:lnTo>
                <a:lnTo>
                  <a:pt x="2651" y="3926"/>
                </a:lnTo>
                <a:lnTo>
                  <a:pt x="3499" y="2889"/>
                </a:lnTo>
                <a:lnTo>
                  <a:pt x="4616" y="1655"/>
                </a:lnTo>
                <a:lnTo>
                  <a:pt x="6171" y="0"/>
                </a:lnTo>
                <a:close/>
              </a:path>
            </a:pathLst>
          </a:custGeom>
          <a:solidFill>
            <a:srgbClr val="2424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8" name="contour_10456"/>
          <p:cNvSpPr/>
          <p:nvPr/>
        </p:nvSpPr>
        <p:spPr>
          <a:xfrm>
            <a:off x="10766794" y="2412551"/>
            <a:ext cx="80824" cy="289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86" y="490"/>
                </a:moveTo>
                <a:lnTo>
                  <a:pt x="8872" y="686"/>
                </a:lnTo>
                <a:lnTo>
                  <a:pt x="10644" y="1284"/>
                </a:lnTo>
                <a:lnTo>
                  <a:pt x="11250" y="1518"/>
                </a:lnTo>
                <a:lnTo>
                  <a:pt x="13079" y="2210"/>
                </a:lnTo>
                <a:lnTo>
                  <a:pt x="14310" y="2639"/>
                </a:lnTo>
                <a:lnTo>
                  <a:pt x="15558" y="3075"/>
                </a:lnTo>
                <a:lnTo>
                  <a:pt x="16768" y="3499"/>
                </a:lnTo>
                <a:lnTo>
                  <a:pt x="17977" y="3935"/>
                </a:lnTo>
                <a:lnTo>
                  <a:pt x="19185" y="4376"/>
                </a:lnTo>
                <a:lnTo>
                  <a:pt x="20392" y="4822"/>
                </a:lnTo>
                <a:lnTo>
                  <a:pt x="21600" y="5273"/>
                </a:lnTo>
                <a:lnTo>
                  <a:pt x="21179" y="8424"/>
                </a:lnTo>
                <a:lnTo>
                  <a:pt x="20835" y="10612"/>
                </a:lnTo>
                <a:lnTo>
                  <a:pt x="20387" y="12849"/>
                </a:lnTo>
                <a:lnTo>
                  <a:pt x="19652" y="16158"/>
                </a:lnTo>
                <a:lnTo>
                  <a:pt x="18453" y="17170"/>
                </a:lnTo>
                <a:lnTo>
                  <a:pt x="17588" y="17741"/>
                </a:lnTo>
                <a:lnTo>
                  <a:pt x="16645" y="18084"/>
                </a:lnTo>
                <a:lnTo>
                  <a:pt x="15202" y="18411"/>
                </a:lnTo>
                <a:lnTo>
                  <a:pt x="13889" y="18727"/>
                </a:lnTo>
                <a:lnTo>
                  <a:pt x="12557" y="19048"/>
                </a:lnTo>
                <a:lnTo>
                  <a:pt x="11186" y="19303"/>
                </a:lnTo>
                <a:lnTo>
                  <a:pt x="9791" y="19559"/>
                </a:lnTo>
                <a:lnTo>
                  <a:pt x="8872" y="19771"/>
                </a:lnTo>
                <a:lnTo>
                  <a:pt x="7945" y="19984"/>
                </a:lnTo>
                <a:lnTo>
                  <a:pt x="7004" y="20196"/>
                </a:lnTo>
                <a:lnTo>
                  <a:pt x="5639" y="20501"/>
                </a:lnTo>
                <a:lnTo>
                  <a:pt x="4273" y="20789"/>
                </a:lnTo>
                <a:lnTo>
                  <a:pt x="2908" y="21072"/>
                </a:lnTo>
                <a:lnTo>
                  <a:pt x="1541" y="21339"/>
                </a:lnTo>
                <a:lnTo>
                  <a:pt x="175" y="21600"/>
                </a:lnTo>
                <a:lnTo>
                  <a:pt x="58" y="17714"/>
                </a:lnTo>
                <a:lnTo>
                  <a:pt x="0" y="14922"/>
                </a:lnTo>
                <a:lnTo>
                  <a:pt x="0" y="12441"/>
                </a:lnTo>
                <a:lnTo>
                  <a:pt x="58" y="9486"/>
                </a:lnTo>
                <a:lnTo>
                  <a:pt x="175" y="5273"/>
                </a:lnTo>
                <a:lnTo>
                  <a:pt x="1515" y="2955"/>
                </a:lnTo>
                <a:lnTo>
                  <a:pt x="2783" y="1361"/>
                </a:lnTo>
                <a:lnTo>
                  <a:pt x="4036" y="403"/>
                </a:lnTo>
                <a:lnTo>
                  <a:pt x="5331" y="0"/>
                </a:lnTo>
                <a:lnTo>
                  <a:pt x="6729" y="54"/>
                </a:lnTo>
                <a:lnTo>
                  <a:pt x="8286" y="490"/>
                </a:lnTo>
                <a:close/>
              </a:path>
            </a:pathLst>
          </a:custGeom>
          <a:solidFill>
            <a:srgbClr val="E6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59" name="contour_10457"/>
          <p:cNvSpPr/>
          <p:nvPr/>
        </p:nvSpPr>
        <p:spPr>
          <a:xfrm>
            <a:off x="5141121" y="2398420"/>
            <a:ext cx="51016" cy="576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65" y="101"/>
                </a:moveTo>
                <a:lnTo>
                  <a:pt x="11482" y="926"/>
                </a:lnTo>
                <a:lnTo>
                  <a:pt x="13370" y="1770"/>
                </a:lnTo>
                <a:lnTo>
                  <a:pt x="15117" y="2712"/>
                </a:lnTo>
                <a:lnTo>
                  <a:pt x="16805" y="3832"/>
                </a:lnTo>
                <a:lnTo>
                  <a:pt x="18514" y="5212"/>
                </a:lnTo>
                <a:lnTo>
                  <a:pt x="19131" y="7012"/>
                </a:lnTo>
                <a:lnTo>
                  <a:pt x="19662" y="8809"/>
                </a:lnTo>
                <a:lnTo>
                  <a:pt x="20110" y="10606"/>
                </a:lnTo>
                <a:lnTo>
                  <a:pt x="20489" y="12406"/>
                </a:lnTo>
                <a:lnTo>
                  <a:pt x="20804" y="14214"/>
                </a:lnTo>
                <a:lnTo>
                  <a:pt x="21063" y="16036"/>
                </a:lnTo>
                <a:lnTo>
                  <a:pt x="21279" y="17869"/>
                </a:lnTo>
                <a:lnTo>
                  <a:pt x="21455" y="19724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2343" y="19797"/>
                </a:lnTo>
                <a:lnTo>
                  <a:pt x="12343" y="17989"/>
                </a:lnTo>
                <a:lnTo>
                  <a:pt x="12343" y="16178"/>
                </a:lnTo>
                <a:lnTo>
                  <a:pt x="12343" y="14356"/>
                </a:lnTo>
                <a:lnTo>
                  <a:pt x="12343" y="12524"/>
                </a:lnTo>
                <a:lnTo>
                  <a:pt x="12343" y="10674"/>
                </a:lnTo>
                <a:lnTo>
                  <a:pt x="10303" y="10674"/>
                </a:lnTo>
                <a:lnTo>
                  <a:pt x="8251" y="10674"/>
                </a:lnTo>
                <a:lnTo>
                  <a:pt x="6171" y="10674"/>
                </a:lnTo>
                <a:lnTo>
                  <a:pt x="6171" y="8869"/>
                </a:lnTo>
                <a:lnTo>
                  <a:pt x="6171" y="7053"/>
                </a:lnTo>
                <a:lnTo>
                  <a:pt x="6171" y="5212"/>
                </a:lnTo>
                <a:lnTo>
                  <a:pt x="4339" y="4209"/>
                </a:lnTo>
                <a:lnTo>
                  <a:pt x="3086" y="3589"/>
                </a:lnTo>
                <a:lnTo>
                  <a:pt x="1833" y="3097"/>
                </a:lnTo>
                <a:lnTo>
                  <a:pt x="0" y="2480"/>
                </a:lnTo>
                <a:lnTo>
                  <a:pt x="1898" y="1478"/>
                </a:lnTo>
                <a:lnTo>
                  <a:pt x="3607" y="713"/>
                </a:lnTo>
                <a:lnTo>
                  <a:pt x="5307" y="213"/>
                </a:lnTo>
                <a:lnTo>
                  <a:pt x="7168" y="0"/>
                </a:lnTo>
                <a:lnTo>
                  <a:pt x="9365" y="101"/>
                </a:lnTo>
                <a:close/>
              </a:path>
            </a:pathLst>
          </a:custGeom>
          <a:solidFill>
            <a:srgbClr val="4C4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0" name="contour_10458"/>
          <p:cNvSpPr/>
          <p:nvPr/>
        </p:nvSpPr>
        <p:spPr>
          <a:xfrm>
            <a:off x="7793950" y="2375885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752" y="381"/>
                </a:lnTo>
                <a:lnTo>
                  <a:pt x="14151" y="710"/>
                </a:lnTo>
                <a:lnTo>
                  <a:pt x="15382" y="1121"/>
                </a:lnTo>
                <a:lnTo>
                  <a:pt x="16834" y="1741"/>
                </a:lnTo>
                <a:lnTo>
                  <a:pt x="18900" y="2700"/>
                </a:lnTo>
                <a:lnTo>
                  <a:pt x="19486" y="4576"/>
                </a:lnTo>
                <a:lnTo>
                  <a:pt x="19891" y="5989"/>
                </a:lnTo>
                <a:lnTo>
                  <a:pt x="20169" y="7201"/>
                </a:lnTo>
                <a:lnTo>
                  <a:pt x="20372" y="8481"/>
                </a:lnTo>
                <a:lnTo>
                  <a:pt x="20550" y="10098"/>
                </a:lnTo>
                <a:lnTo>
                  <a:pt x="20758" y="12317"/>
                </a:lnTo>
                <a:lnTo>
                  <a:pt x="20933" y="14051"/>
                </a:lnTo>
                <a:lnTo>
                  <a:pt x="21114" y="15795"/>
                </a:lnTo>
                <a:lnTo>
                  <a:pt x="21295" y="17561"/>
                </a:lnTo>
                <a:lnTo>
                  <a:pt x="21395" y="18895"/>
                </a:lnTo>
                <a:lnTo>
                  <a:pt x="21497" y="20239"/>
                </a:lnTo>
                <a:lnTo>
                  <a:pt x="21600" y="21600"/>
                </a:lnTo>
                <a:lnTo>
                  <a:pt x="21352" y="20272"/>
                </a:lnTo>
                <a:lnTo>
                  <a:pt x="21103" y="18938"/>
                </a:lnTo>
                <a:lnTo>
                  <a:pt x="20852" y="17582"/>
                </a:lnTo>
                <a:lnTo>
                  <a:pt x="20207" y="16232"/>
                </a:lnTo>
                <a:lnTo>
                  <a:pt x="19559" y="14877"/>
                </a:lnTo>
                <a:lnTo>
                  <a:pt x="18900" y="13500"/>
                </a:lnTo>
                <a:lnTo>
                  <a:pt x="16713" y="13117"/>
                </a:lnTo>
                <a:lnTo>
                  <a:pt x="15117" y="12898"/>
                </a:lnTo>
                <a:lnTo>
                  <a:pt x="13657" y="12820"/>
                </a:lnTo>
                <a:lnTo>
                  <a:pt x="11864" y="12860"/>
                </a:lnTo>
                <a:lnTo>
                  <a:pt x="9283" y="12992"/>
                </a:lnTo>
                <a:lnTo>
                  <a:pt x="7549" y="13068"/>
                </a:lnTo>
                <a:lnTo>
                  <a:pt x="5805" y="13141"/>
                </a:lnTo>
                <a:lnTo>
                  <a:pt x="4039" y="13216"/>
                </a:lnTo>
                <a:lnTo>
                  <a:pt x="2705" y="13308"/>
                </a:lnTo>
                <a:lnTo>
                  <a:pt x="1361" y="13403"/>
                </a:lnTo>
                <a:lnTo>
                  <a:pt x="0" y="13500"/>
                </a:lnTo>
                <a:lnTo>
                  <a:pt x="605" y="11910"/>
                </a:lnTo>
                <a:lnTo>
                  <a:pt x="1088" y="10816"/>
                </a:lnTo>
                <a:lnTo>
                  <a:pt x="1704" y="9715"/>
                </a:lnTo>
                <a:lnTo>
                  <a:pt x="2700" y="8100"/>
                </a:lnTo>
                <a:lnTo>
                  <a:pt x="4657" y="7736"/>
                </a:lnTo>
                <a:lnTo>
                  <a:pt x="6102" y="7649"/>
                </a:lnTo>
                <a:lnTo>
                  <a:pt x="8267" y="7762"/>
                </a:lnTo>
                <a:lnTo>
                  <a:pt x="9995" y="7873"/>
                </a:lnTo>
                <a:lnTo>
                  <a:pt x="11737" y="7987"/>
                </a:lnTo>
                <a:lnTo>
                  <a:pt x="13500" y="8100"/>
                </a:lnTo>
                <a:lnTo>
                  <a:pt x="12965" y="6496"/>
                </a:lnTo>
                <a:lnTo>
                  <a:pt x="12428" y="4887"/>
                </a:lnTo>
                <a:lnTo>
                  <a:pt x="11891" y="3272"/>
                </a:lnTo>
                <a:lnTo>
                  <a:pt x="11348" y="1644"/>
                </a:lnTo>
                <a:lnTo>
                  <a:pt x="10800" y="0"/>
                </a:lnTo>
                <a:close/>
              </a:path>
            </a:pathLst>
          </a:custGeom>
          <a:solidFill>
            <a:srgbClr val="9E8F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1" name="contour_10459"/>
          <p:cNvSpPr/>
          <p:nvPr/>
        </p:nvSpPr>
        <p:spPr>
          <a:xfrm>
            <a:off x="7305654" y="2383173"/>
            <a:ext cx="58304" cy="514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696" y="1602"/>
                </a:lnTo>
                <a:lnTo>
                  <a:pt x="12277" y="2775"/>
                </a:lnTo>
                <a:lnTo>
                  <a:pt x="12793" y="4092"/>
                </a:lnTo>
                <a:lnTo>
                  <a:pt x="13500" y="6125"/>
                </a:lnTo>
                <a:lnTo>
                  <a:pt x="12830" y="7641"/>
                </a:lnTo>
                <a:lnTo>
                  <a:pt x="12161" y="9166"/>
                </a:lnTo>
                <a:lnTo>
                  <a:pt x="11483" y="10697"/>
                </a:lnTo>
                <a:lnTo>
                  <a:pt x="10800" y="12250"/>
                </a:lnTo>
                <a:lnTo>
                  <a:pt x="12328" y="11383"/>
                </a:lnTo>
                <a:lnTo>
                  <a:pt x="13856" y="10517"/>
                </a:lnTo>
                <a:lnTo>
                  <a:pt x="15390" y="9647"/>
                </a:lnTo>
                <a:lnTo>
                  <a:pt x="16929" y="8774"/>
                </a:lnTo>
                <a:lnTo>
                  <a:pt x="18476" y="7895"/>
                </a:lnTo>
                <a:lnTo>
                  <a:pt x="20031" y="7013"/>
                </a:lnTo>
                <a:lnTo>
                  <a:pt x="21600" y="6125"/>
                </a:lnTo>
                <a:lnTo>
                  <a:pt x="21209" y="8401"/>
                </a:lnTo>
                <a:lnTo>
                  <a:pt x="20744" y="10471"/>
                </a:lnTo>
                <a:lnTo>
                  <a:pt x="20129" y="12366"/>
                </a:lnTo>
                <a:lnTo>
                  <a:pt x="19286" y="14115"/>
                </a:lnTo>
                <a:lnTo>
                  <a:pt x="18136" y="15748"/>
                </a:lnTo>
                <a:lnTo>
                  <a:pt x="16600" y="17288"/>
                </a:lnTo>
                <a:lnTo>
                  <a:pt x="14758" y="18348"/>
                </a:lnTo>
                <a:lnTo>
                  <a:pt x="12979" y="19266"/>
                </a:lnTo>
                <a:lnTo>
                  <a:pt x="11232" y="20035"/>
                </a:lnTo>
                <a:lnTo>
                  <a:pt x="9493" y="20657"/>
                </a:lnTo>
                <a:lnTo>
                  <a:pt x="7736" y="21125"/>
                </a:lnTo>
                <a:lnTo>
                  <a:pt x="5932" y="21444"/>
                </a:lnTo>
                <a:lnTo>
                  <a:pt x="4061" y="21600"/>
                </a:lnTo>
                <a:lnTo>
                  <a:pt x="2092" y="21600"/>
                </a:lnTo>
                <a:lnTo>
                  <a:pt x="0" y="21438"/>
                </a:lnTo>
                <a:lnTo>
                  <a:pt x="0" y="19413"/>
                </a:lnTo>
                <a:lnTo>
                  <a:pt x="0" y="17377"/>
                </a:lnTo>
                <a:lnTo>
                  <a:pt x="0" y="15313"/>
                </a:lnTo>
                <a:lnTo>
                  <a:pt x="1785" y="15313"/>
                </a:lnTo>
                <a:lnTo>
                  <a:pt x="3580" y="15313"/>
                </a:lnTo>
                <a:lnTo>
                  <a:pt x="5400" y="15313"/>
                </a:lnTo>
                <a:lnTo>
                  <a:pt x="5289" y="13353"/>
                </a:lnTo>
                <a:lnTo>
                  <a:pt x="5176" y="11377"/>
                </a:lnTo>
                <a:lnTo>
                  <a:pt x="5062" y="9377"/>
                </a:lnTo>
                <a:lnTo>
                  <a:pt x="5060" y="6888"/>
                </a:lnTo>
                <a:lnTo>
                  <a:pt x="5149" y="5249"/>
                </a:lnTo>
                <a:lnTo>
                  <a:pt x="5400" y="3063"/>
                </a:lnTo>
                <a:lnTo>
                  <a:pt x="7004" y="1721"/>
                </a:lnTo>
                <a:lnTo>
                  <a:pt x="8100" y="956"/>
                </a:lnTo>
                <a:lnTo>
                  <a:pt x="9196" y="478"/>
                </a:lnTo>
                <a:lnTo>
                  <a:pt x="10800" y="0"/>
                </a:lnTo>
                <a:close/>
              </a:path>
            </a:pathLst>
          </a:custGeom>
          <a:solidFill>
            <a:srgbClr val="36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2" name="contour_10460"/>
          <p:cNvSpPr/>
          <p:nvPr/>
        </p:nvSpPr>
        <p:spPr>
          <a:xfrm>
            <a:off x="4937057" y="2376592"/>
            <a:ext cx="72880" cy="79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303"/>
                </a:moveTo>
                <a:lnTo>
                  <a:pt x="17153" y="648"/>
                </a:lnTo>
                <a:lnTo>
                  <a:pt x="18641" y="1008"/>
                </a:lnTo>
                <a:lnTo>
                  <a:pt x="20125" y="1387"/>
                </a:lnTo>
                <a:lnTo>
                  <a:pt x="21600" y="1789"/>
                </a:lnTo>
                <a:lnTo>
                  <a:pt x="20699" y="2185"/>
                </a:lnTo>
                <a:lnTo>
                  <a:pt x="19786" y="2585"/>
                </a:lnTo>
                <a:lnTo>
                  <a:pt x="19196" y="2851"/>
                </a:lnTo>
                <a:lnTo>
                  <a:pt x="17414" y="3647"/>
                </a:lnTo>
                <a:lnTo>
                  <a:pt x="16831" y="3907"/>
                </a:lnTo>
                <a:lnTo>
                  <a:pt x="15062" y="4691"/>
                </a:lnTo>
                <a:lnTo>
                  <a:pt x="13813" y="5335"/>
                </a:lnTo>
                <a:lnTo>
                  <a:pt x="12954" y="5866"/>
                </a:lnTo>
                <a:lnTo>
                  <a:pt x="12081" y="6571"/>
                </a:lnTo>
                <a:lnTo>
                  <a:pt x="10800" y="7732"/>
                </a:lnTo>
                <a:lnTo>
                  <a:pt x="10560" y="8903"/>
                </a:lnTo>
                <a:lnTo>
                  <a:pt x="10338" y="10076"/>
                </a:lnTo>
                <a:lnTo>
                  <a:pt x="10130" y="11251"/>
                </a:lnTo>
                <a:lnTo>
                  <a:pt x="9936" y="12429"/>
                </a:lnTo>
                <a:lnTo>
                  <a:pt x="9755" y="13608"/>
                </a:lnTo>
                <a:lnTo>
                  <a:pt x="9586" y="14789"/>
                </a:lnTo>
                <a:lnTo>
                  <a:pt x="9405" y="16061"/>
                </a:lnTo>
                <a:lnTo>
                  <a:pt x="9221" y="17341"/>
                </a:lnTo>
                <a:lnTo>
                  <a:pt x="9037" y="18636"/>
                </a:lnTo>
                <a:lnTo>
                  <a:pt x="8906" y="19615"/>
                </a:lnTo>
                <a:lnTo>
                  <a:pt x="8774" y="20602"/>
                </a:lnTo>
                <a:lnTo>
                  <a:pt x="8640" y="21600"/>
                </a:lnTo>
                <a:lnTo>
                  <a:pt x="7569" y="21600"/>
                </a:lnTo>
                <a:lnTo>
                  <a:pt x="6480" y="21600"/>
                </a:lnTo>
                <a:lnTo>
                  <a:pt x="6594" y="20344"/>
                </a:lnTo>
                <a:lnTo>
                  <a:pt x="6707" y="19070"/>
                </a:lnTo>
                <a:lnTo>
                  <a:pt x="6776" y="17709"/>
                </a:lnTo>
                <a:lnTo>
                  <a:pt x="6823" y="16368"/>
                </a:lnTo>
                <a:lnTo>
                  <a:pt x="6845" y="15043"/>
                </a:lnTo>
                <a:lnTo>
                  <a:pt x="6832" y="13721"/>
                </a:lnTo>
                <a:lnTo>
                  <a:pt x="6772" y="12400"/>
                </a:lnTo>
                <a:lnTo>
                  <a:pt x="6657" y="11066"/>
                </a:lnTo>
                <a:lnTo>
                  <a:pt x="6480" y="9713"/>
                </a:lnTo>
                <a:lnTo>
                  <a:pt x="4873" y="8865"/>
                </a:lnTo>
                <a:lnTo>
                  <a:pt x="3732" y="8338"/>
                </a:lnTo>
                <a:lnTo>
                  <a:pt x="2748" y="8037"/>
                </a:lnTo>
                <a:lnTo>
                  <a:pt x="1607" y="7867"/>
                </a:lnTo>
                <a:lnTo>
                  <a:pt x="0" y="7732"/>
                </a:lnTo>
                <a:lnTo>
                  <a:pt x="1115" y="6353"/>
                </a:lnTo>
                <a:lnTo>
                  <a:pt x="2188" y="5095"/>
                </a:lnTo>
                <a:lnTo>
                  <a:pt x="3244" y="3964"/>
                </a:lnTo>
                <a:lnTo>
                  <a:pt x="4305" y="2962"/>
                </a:lnTo>
                <a:lnTo>
                  <a:pt x="5391" y="2096"/>
                </a:lnTo>
                <a:lnTo>
                  <a:pt x="6530" y="1373"/>
                </a:lnTo>
                <a:lnTo>
                  <a:pt x="7739" y="794"/>
                </a:lnTo>
                <a:lnTo>
                  <a:pt x="9042" y="370"/>
                </a:lnTo>
                <a:lnTo>
                  <a:pt x="10465" y="103"/>
                </a:lnTo>
                <a:lnTo>
                  <a:pt x="12027" y="0"/>
                </a:lnTo>
                <a:lnTo>
                  <a:pt x="13751" y="65"/>
                </a:lnTo>
                <a:lnTo>
                  <a:pt x="15660" y="303"/>
                </a:lnTo>
                <a:close/>
              </a:path>
            </a:pathLst>
          </a:custGeom>
          <a:solidFill>
            <a:srgbClr val="657A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3" name="contour_10461"/>
          <p:cNvSpPr/>
          <p:nvPr/>
        </p:nvSpPr>
        <p:spPr>
          <a:xfrm>
            <a:off x="1147301" y="2375885"/>
            <a:ext cx="8016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66" y="0"/>
                </a:lnTo>
                <a:lnTo>
                  <a:pt x="2337" y="0"/>
                </a:lnTo>
                <a:lnTo>
                  <a:pt x="3511" y="0"/>
                </a:lnTo>
                <a:lnTo>
                  <a:pt x="4695" y="0"/>
                </a:lnTo>
                <a:lnTo>
                  <a:pt x="5891" y="0"/>
                </a:lnTo>
                <a:lnTo>
                  <a:pt x="5891" y="1586"/>
                </a:lnTo>
                <a:lnTo>
                  <a:pt x="5891" y="3182"/>
                </a:lnTo>
                <a:lnTo>
                  <a:pt x="5891" y="4800"/>
                </a:lnTo>
                <a:lnTo>
                  <a:pt x="7063" y="5086"/>
                </a:lnTo>
                <a:lnTo>
                  <a:pt x="8234" y="5371"/>
                </a:lnTo>
                <a:lnTo>
                  <a:pt x="9406" y="5654"/>
                </a:lnTo>
                <a:lnTo>
                  <a:pt x="10578" y="5938"/>
                </a:lnTo>
                <a:lnTo>
                  <a:pt x="11750" y="6216"/>
                </a:lnTo>
                <a:lnTo>
                  <a:pt x="13076" y="6998"/>
                </a:lnTo>
                <a:lnTo>
                  <a:pt x="14022" y="7870"/>
                </a:lnTo>
                <a:lnTo>
                  <a:pt x="14727" y="8909"/>
                </a:lnTo>
                <a:lnTo>
                  <a:pt x="15326" y="10210"/>
                </a:lnTo>
                <a:lnTo>
                  <a:pt x="15955" y="11851"/>
                </a:lnTo>
                <a:lnTo>
                  <a:pt x="16381" y="13130"/>
                </a:lnTo>
                <a:lnTo>
                  <a:pt x="16813" y="14429"/>
                </a:lnTo>
                <a:lnTo>
                  <a:pt x="17410" y="15876"/>
                </a:lnTo>
                <a:lnTo>
                  <a:pt x="18089" y="17170"/>
                </a:lnTo>
                <a:lnTo>
                  <a:pt x="18847" y="18353"/>
                </a:lnTo>
                <a:lnTo>
                  <a:pt x="19685" y="19459"/>
                </a:lnTo>
                <a:lnTo>
                  <a:pt x="20604" y="20530"/>
                </a:lnTo>
                <a:lnTo>
                  <a:pt x="21600" y="21600"/>
                </a:lnTo>
                <a:lnTo>
                  <a:pt x="20188" y="21307"/>
                </a:lnTo>
                <a:lnTo>
                  <a:pt x="18812" y="20945"/>
                </a:lnTo>
                <a:lnTo>
                  <a:pt x="17469" y="20513"/>
                </a:lnTo>
                <a:lnTo>
                  <a:pt x="16161" y="20009"/>
                </a:lnTo>
                <a:lnTo>
                  <a:pt x="14886" y="19433"/>
                </a:lnTo>
                <a:lnTo>
                  <a:pt x="13647" y="18787"/>
                </a:lnTo>
                <a:lnTo>
                  <a:pt x="12440" y="18067"/>
                </a:lnTo>
                <a:lnTo>
                  <a:pt x="11265" y="17273"/>
                </a:lnTo>
                <a:lnTo>
                  <a:pt x="10123" y="16406"/>
                </a:lnTo>
                <a:lnTo>
                  <a:pt x="9013" y="15463"/>
                </a:lnTo>
                <a:lnTo>
                  <a:pt x="7935" y="14446"/>
                </a:lnTo>
                <a:lnTo>
                  <a:pt x="6886" y="13351"/>
                </a:lnTo>
                <a:lnTo>
                  <a:pt x="5871" y="12178"/>
                </a:lnTo>
                <a:lnTo>
                  <a:pt x="4884" y="10930"/>
                </a:lnTo>
                <a:lnTo>
                  <a:pt x="3927" y="9600"/>
                </a:lnTo>
                <a:lnTo>
                  <a:pt x="3855" y="7711"/>
                </a:lnTo>
                <a:lnTo>
                  <a:pt x="3817" y="6391"/>
                </a:lnTo>
                <a:lnTo>
                  <a:pt x="3817" y="5297"/>
                </a:lnTo>
                <a:lnTo>
                  <a:pt x="3855" y="4082"/>
                </a:lnTo>
                <a:lnTo>
                  <a:pt x="3927" y="2400"/>
                </a:lnTo>
                <a:lnTo>
                  <a:pt x="2761" y="1433"/>
                </a:lnTo>
                <a:lnTo>
                  <a:pt x="1964" y="862"/>
                </a:lnTo>
                <a:lnTo>
                  <a:pt x="1166" y="458"/>
                </a:lnTo>
                <a:lnTo>
                  <a:pt x="0" y="0"/>
                </a:lnTo>
                <a:close/>
              </a:path>
            </a:pathLst>
          </a:custGeom>
          <a:solidFill>
            <a:srgbClr val="36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4" name="contour_10462"/>
          <p:cNvSpPr/>
          <p:nvPr/>
        </p:nvSpPr>
        <p:spPr>
          <a:xfrm>
            <a:off x="1854237" y="234673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125" y="2376"/>
                </a:lnTo>
                <a:lnTo>
                  <a:pt x="20650" y="4756"/>
                </a:lnTo>
                <a:lnTo>
                  <a:pt x="20174" y="7135"/>
                </a:lnTo>
                <a:lnTo>
                  <a:pt x="19695" y="9522"/>
                </a:lnTo>
                <a:lnTo>
                  <a:pt x="19215" y="11916"/>
                </a:lnTo>
                <a:lnTo>
                  <a:pt x="18736" y="14321"/>
                </a:lnTo>
                <a:lnTo>
                  <a:pt x="18252" y="16733"/>
                </a:lnTo>
                <a:lnTo>
                  <a:pt x="17768" y="19159"/>
                </a:lnTo>
                <a:lnTo>
                  <a:pt x="17280" y="21600"/>
                </a:lnTo>
                <a:lnTo>
                  <a:pt x="14429" y="21600"/>
                </a:lnTo>
                <a:lnTo>
                  <a:pt x="11573" y="21600"/>
                </a:lnTo>
                <a:lnTo>
                  <a:pt x="8705" y="21600"/>
                </a:lnTo>
                <a:lnTo>
                  <a:pt x="5823" y="21600"/>
                </a:lnTo>
                <a:lnTo>
                  <a:pt x="292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F40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5" name="contour_10463"/>
          <p:cNvSpPr/>
          <p:nvPr/>
        </p:nvSpPr>
        <p:spPr>
          <a:xfrm>
            <a:off x="2144386" y="2332157"/>
            <a:ext cx="4509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28" y="0"/>
                </a:moveTo>
                <a:lnTo>
                  <a:pt x="13202" y="0"/>
                </a:lnTo>
                <a:lnTo>
                  <a:pt x="15282" y="0"/>
                </a:lnTo>
                <a:lnTo>
                  <a:pt x="17369" y="0"/>
                </a:lnTo>
                <a:lnTo>
                  <a:pt x="19474" y="0"/>
                </a:lnTo>
                <a:lnTo>
                  <a:pt x="21600" y="0"/>
                </a:lnTo>
                <a:lnTo>
                  <a:pt x="20860" y="1526"/>
                </a:lnTo>
                <a:lnTo>
                  <a:pt x="20120" y="3055"/>
                </a:lnTo>
                <a:lnTo>
                  <a:pt x="19376" y="4584"/>
                </a:lnTo>
                <a:lnTo>
                  <a:pt x="18636" y="6115"/>
                </a:lnTo>
                <a:lnTo>
                  <a:pt x="17893" y="7646"/>
                </a:lnTo>
                <a:lnTo>
                  <a:pt x="17149" y="9182"/>
                </a:lnTo>
                <a:lnTo>
                  <a:pt x="16402" y="10718"/>
                </a:lnTo>
                <a:lnTo>
                  <a:pt x="15655" y="12259"/>
                </a:lnTo>
                <a:lnTo>
                  <a:pt x="14908" y="13805"/>
                </a:lnTo>
                <a:lnTo>
                  <a:pt x="14158" y="15353"/>
                </a:lnTo>
                <a:lnTo>
                  <a:pt x="13404" y="16906"/>
                </a:lnTo>
                <a:lnTo>
                  <a:pt x="12647" y="18466"/>
                </a:lnTo>
                <a:lnTo>
                  <a:pt x="11889" y="20030"/>
                </a:lnTo>
                <a:lnTo>
                  <a:pt x="11128" y="21600"/>
                </a:lnTo>
                <a:lnTo>
                  <a:pt x="7669" y="19214"/>
                </a:lnTo>
                <a:lnTo>
                  <a:pt x="5065" y="17374"/>
                </a:lnTo>
                <a:lnTo>
                  <a:pt x="3180" y="15943"/>
                </a:lnTo>
                <a:lnTo>
                  <a:pt x="1881" y="14794"/>
                </a:lnTo>
                <a:lnTo>
                  <a:pt x="1047" y="13790"/>
                </a:lnTo>
                <a:lnTo>
                  <a:pt x="545" y="12804"/>
                </a:lnTo>
                <a:lnTo>
                  <a:pt x="237" y="11700"/>
                </a:lnTo>
                <a:lnTo>
                  <a:pt x="0" y="10349"/>
                </a:lnTo>
                <a:lnTo>
                  <a:pt x="325" y="8786"/>
                </a:lnTo>
                <a:lnTo>
                  <a:pt x="656" y="7200"/>
                </a:lnTo>
                <a:lnTo>
                  <a:pt x="2730" y="7200"/>
                </a:lnTo>
                <a:lnTo>
                  <a:pt x="4810" y="7200"/>
                </a:lnTo>
                <a:lnTo>
                  <a:pt x="6897" y="7200"/>
                </a:lnTo>
                <a:lnTo>
                  <a:pt x="9002" y="7200"/>
                </a:lnTo>
                <a:lnTo>
                  <a:pt x="11128" y="7200"/>
                </a:lnTo>
                <a:lnTo>
                  <a:pt x="11128" y="5774"/>
                </a:lnTo>
                <a:lnTo>
                  <a:pt x="11128" y="4344"/>
                </a:lnTo>
                <a:lnTo>
                  <a:pt x="11128" y="2909"/>
                </a:lnTo>
                <a:lnTo>
                  <a:pt x="11128" y="1462"/>
                </a:lnTo>
                <a:lnTo>
                  <a:pt x="11128" y="0"/>
                </a:lnTo>
                <a:close/>
              </a:path>
            </a:pathLst>
          </a:custGeom>
          <a:solidFill>
            <a:srgbClr val="7A7B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6" name="contour_10464"/>
          <p:cNvSpPr/>
          <p:nvPr/>
        </p:nvSpPr>
        <p:spPr>
          <a:xfrm>
            <a:off x="6955831" y="2310293"/>
            <a:ext cx="504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39" y="0"/>
                </a:moveTo>
                <a:lnTo>
                  <a:pt x="19929" y="3110"/>
                </a:lnTo>
                <a:lnTo>
                  <a:pt x="20794" y="5519"/>
                </a:lnTo>
                <a:lnTo>
                  <a:pt x="21347" y="7409"/>
                </a:lnTo>
                <a:lnTo>
                  <a:pt x="21600" y="8959"/>
                </a:lnTo>
                <a:lnTo>
                  <a:pt x="21569" y="10349"/>
                </a:lnTo>
                <a:lnTo>
                  <a:pt x="21269" y="11759"/>
                </a:lnTo>
                <a:lnTo>
                  <a:pt x="20713" y="13368"/>
                </a:lnTo>
                <a:lnTo>
                  <a:pt x="19910" y="15358"/>
                </a:lnTo>
                <a:lnTo>
                  <a:pt x="19267" y="17129"/>
                </a:lnTo>
                <a:lnTo>
                  <a:pt x="18617" y="18932"/>
                </a:lnTo>
                <a:lnTo>
                  <a:pt x="17871" y="19597"/>
                </a:lnTo>
                <a:lnTo>
                  <a:pt x="15616" y="21600"/>
                </a:lnTo>
                <a:lnTo>
                  <a:pt x="13408" y="21600"/>
                </a:lnTo>
                <a:lnTo>
                  <a:pt x="11197" y="21600"/>
                </a:lnTo>
                <a:lnTo>
                  <a:pt x="8979" y="21600"/>
                </a:lnTo>
                <a:lnTo>
                  <a:pt x="6752" y="21600"/>
                </a:lnTo>
                <a:lnTo>
                  <a:pt x="4516" y="21600"/>
                </a:lnTo>
                <a:lnTo>
                  <a:pt x="2267" y="21600"/>
                </a:lnTo>
                <a:lnTo>
                  <a:pt x="0" y="21600"/>
                </a:lnTo>
                <a:lnTo>
                  <a:pt x="1324" y="20072"/>
                </a:lnTo>
                <a:lnTo>
                  <a:pt x="2652" y="18544"/>
                </a:lnTo>
                <a:lnTo>
                  <a:pt x="3976" y="17015"/>
                </a:lnTo>
                <a:lnTo>
                  <a:pt x="5306" y="15485"/>
                </a:lnTo>
                <a:lnTo>
                  <a:pt x="6634" y="13954"/>
                </a:lnTo>
                <a:lnTo>
                  <a:pt x="7964" y="12417"/>
                </a:lnTo>
                <a:lnTo>
                  <a:pt x="9298" y="10881"/>
                </a:lnTo>
                <a:lnTo>
                  <a:pt x="10634" y="9339"/>
                </a:lnTo>
                <a:lnTo>
                  <a:pt x="11977" y="7795"/>
                </a:lnTo>
                <a:lnTo>
                  <a:pt x="13320" y="6248"/>
                </a:lnTo>
                <a:lnTo>
                  <a:pt x="14667" y="4693"/>
                </a:lnTo>
                <a:lnTo>
                  <a:pt x="16019" y="3135"/>
                </a:lnTo>
                <a:lnTo>
                  <a:pt x="17377" y="1571"/>
                </a:lnTo>
                <a:lnTo>
                  <a:pt x="18739" y="0"/>
                </a:lnTo>
                <a:close/>
              </a:path>
            </a:pathLst>
          </a:custGeom>
          <a:solidFill>
            <a:srgbClr val="D7E5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7" name="contour_10465"/>
          <p:cNvSpPr/>
          <p:nvPr/>
        </p:nvSpPr>
        <p:spPr>
          <a:xfrm>
            <a:off x="5316033" y="2295717"/>
            <a:ext cx="65592" cy="458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2796" y="2266"/>
                </a:lnTo>
                <a:lnTo>
                  <a:pt x="3192" y="4536"/>
                </a:lnTo>
                <a:lnTo>
                  <a:pt x="3590" y="6817"/>
                </a:lnTo>
                <a:lnTo>
                  <a:pt x="3991" y="9107"/>
                </a:lnTo>
                <a:lnTo>
                  <a:pt x="4394" y="11411"/>
                </a:lnTo>
                <a:lnTo>
                  <a:pt x="4800" y="13736"/>
                </a:lnTo>
                <a:lnTo>
                  <a:pt x="5566" y="13578"/>
                </a:lnTo>
                <a:lnTo>
                  <a:pt x="6264" y="13437"/>
                </a:lnTo>
                <a:lnTo>
                  <a:pt x="7001" y="13286"/>
                </a:lnTo>
                <a:lnTo>
                  <a:pt x="7872" y="13108"/>
                </a:lnTo>
                <a:lnTo>
                  <a:pt x="8978" y="12881"/>
                </a:lnTo>
                <a:lnTo>
                  <a:pt x="10426" y="12586"/>
                </a:lnTo>
                <a:lnTo>
                  <a:pt x="12310" y="12201"/>
                </a:lnTo>
                <a:lnTo>
                  <a:pt x="14731" y="11707"/>
                </a:lnTo>
                <a:lnTo>
                  <a:pt x="17796" y="11078"/>
                </a:lnTo>
                <a:lnTo>
                  <a:pt x="21600" y="10302"/>
                </a:lnTo>
                <a:lnTo>
                  <a:pt x="21125" y="12342"/>
                </a:lnTo>
                <a:lnTo>
                  <a:pt x="20647" y="14389"/>
                </a:lnTo>
                <a:lnTo>
                  <a:pt x="20170" y="16442"/>
                </a:lnTo>
                <a:lnTo>
                  <a:pt x="19687" y="18513"/>
                </a:lnTo>
                <a:lnTo>
                  <a:pt x="19200" y="20604"/>
                </a:lnTo>
                <a:lnTo>
                  <a:pt x="17599" y="21150"/>
                </a:lnTo>
                <a:lnTo>
                  <a:pt x="16433" y="21470"/>
                </a:lnTo>
                <a:lnTo>
                  <a:pt x="15362" y="21600"/>
                </a:lnTo>
                <a:lnTo>
                  <a:pt x="14047" y="21583"/>
                </a:lnTo>
                <a:lnTo>
                  <a:pt x="12149" y="21463"/>
                </a:lnTo>
                <a:lnTo>
                  <a:pt x="10889" y="21411"/>
                </a:lnTo>
                <a:lnTo>
                  <a:pt x="9622" y="21356"/>
                </a:lnTo>
                <a:lnTo>
                  <a:pt x="8335" y="21301"/>
                </a:lnTo>
                <a:lnTo>
                  <a:pt x="5885" y="20807"/>
                </a:lnTo>
                <a:lnTo>
                  <a:pt x="4166" y="20384"/>
                </a:lnTo>
                <a:lnTo>
                  <a:pt x="2950" y="19928"/>
                </a:lnTo>
                <a:lnTo>
                  <a:pt x="2004" y="19316"/>
                </a:lnTo>
                <a:lnTo>
                  <a:pt x="1099" y="18434"/>
                </a:lnTo>
                <a:lnTo>
                  <a:pt x="0" y="17170"/>
                </a:lnTo>
                <a:lnTo>
                  <a:pt x="46" y="14732"/>
                </a:lnTo>
                <a:lnTo>
                  <a:pt x="154" y="13001"/>
                </a:lnTo>
                <a:lnTo>
                  <a:pt x="410" y="11157"/>
                </a:lnTo>
                <a:lnTo>
                  <a:pt x="900" y="8372"/>
                </a:lnTo>
                <a:lnTo>
                  <a:pt x="1301" y="6020"/>
                </a:lnTo>
                <a:lnTo>
                  <a:pt x="1706" y="3637"/>
                </a:lnTo>
                <a:lnTo>
                  <a:pt x="2050" y="1830"/>
                </a:lnTo>
                <a:lnTo>
                  <a:pt x="2400" y="0"/>
                </a:lnTo>
                <a:close/>
              </a:path>
            </a:pathLst>
          </a:custGeom>
          <a:solidFill>
            <a:srgbClr val="9280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8" name="contour_10466"/>
          <p:cNvSpPr/>
          <p:nvPr/>
        </p:nvSpPr>
        <p:spPr>
          <a:xfrm>
            <a:off x="9856451" y="230300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0" y="0"/>
                </a:lnTo>
                <a:lnTo>
                  <a:pt x="4774" y="0"/>
                </a:lnTo>
                <a:lnTo>
                  <a:pt x="7200" y="0"/>
                </a:lnTo>
                <a:lnTo>
                  <a:pt x="7200" y="2138"/>
                </a:lnTo>
                <a:lnTo>
                  <a:pt x="7200" y="4284"/>
                </a:lnTo>
                <a:lnTo>
                  <a:pt x="7200" y="6437"/>
                </a:lnTo>
                <a:lnTo>
                  <a:pt x="7200" y="8608"/>
                </a:lnTo>
                <a:lnTo>
                  <a:pt x="7200" y="10800"/>
                </a:lnTo>
                <a:lnTo>
                  <a:pt x="9770" y="11016"/>
                </a:lnTo>
                <a:lnTo>
                  <a:pt x="11617" y="11124"/>
                </a:lnTo>
                <a:lnTo>
                  <a:pt x="13259" y="11124"/>
                </a:lnTo>
                <a:lnTo>
                  <a:pt x="15214" y="11016"/>
                </a:lnTo>
                <a:lnTo>
                  <a:pt x="18000" y="10800"/>
                </a:lnTo>
                <a:lnTo>
                  <a:pt x="18893" y="9018"/>
                </a:lnTo>
                <a:lnTo>
                  <a:pt x="19786" y="7225"/>
                </a:lnTo>
                <a:lnTo>
                  <a:pt x="20689" y="5425"/>
                </a:lnTo>
                <a:lnTo>
                  <a:pt x="21600" y="3600"/>
                </a:lnTo>
                <a:lnTo>
                  <a:pt x="21600" y="6145"/>
                </a:lnTo>
                <a:lnTo>
                  <a:pt x="21600" y="8694"/>
                </a:lnTo>
                <a:lnTo>
                  <a:pt x="21600" y="11250"/>
                </a:lnTo>
                <a:lnTo>
                  <a:pt x="21600" y="13817"/>
                </a:lnTo>
                <a:lnTo>
                  <a:pt x="21600" y="16394"/>
                </a:lnTo>
                <a:lnTo>
                  <a:pt x="21600" y="18986"/>
                </a:lnTo>
                <a:lnTo>
                  <a:pt x="21600" y="21600"/>
                </a:lnTo>
                <a:lnTo>
                  <a:pt x="19055" y="21600"/>
                </a:lnTo>
                <a:lnTo>
                  <a:pt x="16506" y="21600"/>
                </a:lnTo>
                <a:lnTo>
                  <a:pt x="13950" y="21600"/>
                </a:lnTo>
                <a:lnTo>
                  <a:pt x="11383" y="21600"/>
                </a:lnTo>
                <a:lnTo>
                  <a:pt x="8806" y="21600"/>
                </a:lnTo>
                <a:lnTo>
                  <a:pt x="6214" y="21600"/>
                </a:lnTo>
                <a:lnTo>
                  <a:pt x="3600" y="21600"/>
                </a:lnTo>
                <a:lnTo>
                  <a:pt x="3204" y="19224"/>
                </a:lnTo>
                <a:lnTo>
                  <a:pt x="2808" y="16844"/>
                </a:lnTo>
                <a:lnTo>
                  <a:pt x="2412" y="14465"/>
                </a:lnTo>
                <a:lnTo>
                  <a:pt x="2012" y="12078"/>
                </a:lnTo>
                <a:lnTo>
                  <a:pt x="1613" y="9684"/>
                </a:lnTo>
                <a:lnTo>
                  <a:pt x="1213" y="7279"/>
                </a:lnTo>
                <a:lnTo>
                  <a:pt x="810" y="4867"/>
                </a:lnTo>
                <a:lnTo>
                  <a:pt x="407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42A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69" name="contour_10467"/>
          <p:cNvSpPr/>
          <p:nvPr/>
        </p:nvSpPr>
        <p:spPr>
          <a:xfrm>
            <a:off x="6788207" y="2295717"/>
            <a:ext cx="57852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2" y="291"/>
                </a:lnTo>
                <a:lnTo>
                  <a:pt x="3744" y="595"/>
                </a:lnTo>
                <a:lnTo>
                  <a:pt x="5616" y="906"/>
                </a:lnTo>
                <a:lnTo>
                  <a:pt x="7486" y="1227"/>
                </a:lnTo>
                <a:lnTo>
                  <a:pt x="9355" y="1559"/>
                </a:lnTo>
                <a:lnTo>
                  <a:pt x="11094" y="1850"/>
                </a:lnTo>
                <a:lnTo>
                  <a:pt x="12844" y="2141"/>
                </a:lnTo>
                <a:lnTo>
                  <a:pt x="14615" y="2436"/>
                </a:lnTo>
                <a:lnTo>
                  <a:pt x="17211" y="3493"/>
                </a:lnTo>
                <a:lnTo>
                  <a:pt x="18759" y="4416"/>
                </a:lnTo>
                <a:lnTo>
                  <a:pt x="19880" y="5734"/>
                </a:lnTo>
                <a:lnTo>
                  <a:pt x="21184" y="7958"/>
                </a:lnTo>
                <a:lnTo>
                  <a:pt x="21510" y="10640"/>
                </a:lnTo>
                <a:lnTo>
                  <a:pt x="21600" y="12490"/>
                </a:lnTo>
                <a:lnTo>
                  <a:pt x="21442" y="14361"/>
                </a:lnTo>
                <a:lnTo>
                  <a:pt x="21015" y="17118"/>
                </a:lnTo>
                <a:lnTo>
                  <a:pt x="19826" y="19255"/>
                </a:lnTo>
                <a:lnTo>
                  <a:pt x="18890" y="20432"/>
                </a:lnTo>
                <a:lnTo>
                  <a:pt x="17712" y="21072"/>
                </a:lnTo>
                <a:lnTo>
                  <a:pt x="15807" y="21600"/>
                </a:lnTo>
                <a:lnTo>
                  <a:pt x="14876" y="21529"/>
                </a:lnTo>
                <a:lnTo>
                  <a:pt x="12076" y="21309"/>
                </a:lnTo>
                <a:lnTo>
                  <a:pt x="10212" y="21197"/>
                </a:lnTo>
                <a:lnTo>
                  <a:pt x="8324" y="21080"/>
                </a:lnTo>
                <a:lnTo>
                  <a:pt x="6893" y="20935"/>
                </a:lnTo>
                <a:lnTo>
                  <a:pt x="5442" y="20789"/>
                </a:lnTo>
                <a:lnTo>
                  <a:pt x="5548" y="18274"/>
                </a:lnTo>
                <a:lnTo>
                  <a:pt x="5654" y="15754"/>
                </a:lnTo>
                <a:lnTo>
                  <a:pt x="5761" y="13239"/>
                </a:lnTo>
                <a:lnTo>
                  <a:pt x="5867" y="10719"/>
                </a:lnTo>
                <a:lnTo>
                  <a:pt x="5973" y="8203"/>
                </a:lnTo>
                <a:lnTo>
                  <a:pt x="5709" y="6195"/>
                </a:lnTo>
                <a:lnTo>
                  <a:pt x="5442" y="4158"/>
                </a:lnTo>
                <a:lnTo>
                  <a:pt x="3815" y="2624"/>
                </a:lnTo>
                <a:lnTo>
                  <a:pt x="2705" y="1676"/>
                </a:lnTo>
                <a:lnTo>
                  <a:pt x="1603" y="931"/>
                </a:lnTo>
                <a:lnTo>
                  <a:pt x="0" y="0"/>
                </a:lnTo>
                <a:close/>
              </a:path>
            </a:pathLst>
          </a:custGeom>
          <a:solidFill>
            <a:srgbClr val="A092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0" name="contour_10468"/>
          <p:cNvSpPr/>
          <p:nvPr/>
        </p:nvSpPr>
        <p:spPr>
          <a:xfrm>
            <a:off x="4966209" y="2280631"/>
            <a:ext cx="51016" cy="44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14" y="28"/>
                </a:moveTo>
                <a:lnTo>
                  <a:pt x="16663" y="57"/>
                </a:lnTo>
                <a:lnTo>
                  <a:pt x="18166" y="117"/>
                </a:lnTo>
                <a:lnTo>
                  <a:pt x="21600" y="249"/>
                </a:lnTo>
                <a:lnTo>
                  <a:pt x="20375" y="4082"/>
                </a:lnTo>
                <a:lnTo>
                  <a:pt x="19369" y="7103"/>
                </a:lnTo>
                <a:lnTo>
                  <a:pt x="18502" y="9448"/>
                </a:lnTo>
                <a:lnTo>
                  <a:pt x="17690" y="11252"/>
                </a:lnTo>
                <a:lnTo>
                  <a:pt x="16851" y="12654"/>
                </a:lnTo>
                <a:lnTo>
                  <a:pt x="15904" y="13793"/>
                </a:lnTo>
                <a:lnTo>
                  <a:pt x="14765" y="14807"/>
                </a:lnTo>
                <a:lnTo>
                  <a:pt x="13352" y="15835"/>
                </a:lnTo>
                <a:lnTo>
                  <a:pt x="11584" y="17013"/>
                </a:lnTo>
                <a:lnTo>
                  <a:pt x="9671" y="17860"/>
                </a:lnTo>
                <a:lnTo>
                  <a:pt x="7757" y="18675"/>
                </a:lnTo>
                <a:lnTo>
                  <a:pt x="5838" y="19458"/>
                </a:lnTo>
                <a:lnTo>
                  <a:pt x="3907" y="20205"/>
                </a:lnTo>
                <a:lnTo>
                  <a:pt x="1963" y="20920"/>
                </a:lnTo>
                <a:lnTo>
                  <a:pt x="0" y="21600"/>
                </a:lnTo>
                <a:lnTo>
                  <a:pt x="272" y="19426"/>
                </a:lnTo>
                <a:lnTo>
                  <a:pt x="555" y="17259"/>
                </a:lnTo>
                <a:lnTo>
                  <a:pt x="852" y="15092"/>
                </a:lnTo>
                <a:lnTo>
                  <a:pt x="1157" y="12924"/>
                </a:lnTo>
                <a:lnTo>
                  <a:pt x="1481" y="10505"/>
                </a:lnTo>
                <a:lnTo>
                  <a:pt x="1808" y="8049"/>
                </a:lnTo>
                <a:lnTo>
                  <a:pt x="2592" y="5558"/>
                </a:lnTo>
                <a:lnTo>
                  <a:pt x="3277" y="4046"/>
                </a:lnTo>
                <a:lnTo>
                  <a:pt x="4246" y="2886"/>
                </a:lnTo>
                <a:lnTo>
                  <a:pt x="5881" y="1473"/>
                </a:lnTo>
                <a:lnTo>
                  <a:pt x="7918" y="815"/>
                </a:lnTo>
                <a:lnTo>
                  <a:pt x="9840" y="370"/>
                </a:lnTo>
                <a:lnTo>
                  <a:pt x="11741" y="103"/>
                </a:lnTo>
                <a:lnTo>
                  <a:pt x="13704" y="0"/>
                </a:lnTo>
                <a:lnTo>
                  <a:pt x="15814" y="28"/>
                </a:lnTo>
                <a:close/>
              </a:path>
            </a:pathLst>
          </a:custGeom>
          <a:solidFill>
            <a:srgbClr val="405D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1" name="contour_10469"/>
          <p:cNvSpPr/>
          <p:nvPr/>
        </p:nvSpPr>
        <p:spPr>
          <a:xfrm>
            <a:off x="5170273" y="2258563"/>
            <a:ext cx="8016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415"/>
                </a:moveTo>
                <a:lnTo>
                  <a:pt x="3222" y="110"/>
                </a:lnTo>
                <a:lnTo>
                  <a:pt x="4469" y="0"/>
                </a:lnTo>
                <a:lnTo>
                  <a:pt x="5708" y="55"/>
                </a:lnTo>
                <a:lnTo>
                  <a:pt x="6941" y="242"/>
                </a:lnTo>
                <a:lnTo>
                  <a:pt x="8177" y="538"/>
                </a:lnTo>
                <a:lnTo>
                  <a:pt x="9412" y="902"/>
                </a:lnTo>
                <a:lnTo>
                  <a:pt x="10653" y="1313"/>
                </a:lnTo>
                <a:lnTo>
                  <a:pt x="11904" y="1737"/>
                </a:lnTo>
                <a:lnTo>
                  <a:pt x="12318" y="1856"/>
                </a:lnTo>
                <a:lnTo>
                  <a:pt x="13046" y="2059"/>
                </a:lnTo>
                <a:lnTo>
                  <a:pt x="14715" y="2525"/>
                </a:lnTo>
                <a:lnTo>
                  <a:pt x="16094" y="2923"/>
                </a:lnTo>
                <a:lnTo>
                  <a:pt x="17472" y="3343"/>
                </a:lnTo>
                <a:lnTo>
                  <a:pt x="18849" y="3771"/>
                </a:lnTo>
                <a:lnTo>
                  <a:pt x="20225" y="4207"/>
                </a:lnTo>
                <a:lnTo>
                  <a:pt x="21600" y="4652"/>
                </a:lnTo>
                <a:lnTo>
                  <a:pt x="20520" y="6516"/>
                </a:lnTo>
                <a:lnTo>
                  <a:pt x="19438" y="8381"/>
                </a:lnTo>
                <a:lnTo>
                  <a:pt x="18356" y="10249"/>
                </a:lnTo>
                <a:lnTo>
                  <a:pt x="17272" y="12126"/>
                </a:lnTo>
                <a:lnTo>
                  <a:pt x="16182" y="14003"/>
                </a:lnTo>
                <a:lnTo>
                  <a:pt x="15091" y="15889"/>
                </a:lnTo>
                <a:lnTo>
                  <a:pt x="13993" y="17783"/>
                </a:lnTo>
                <a:lnTo>
                  <a:pt x="12891" y="19685"/>
                </a:lnTo>
                <a:lnTo>
                  <a:pt x="11782" y="21600"/>
                </a:lnTo>
                <a:lnTo>
                  <a:pt x="10810" y="19503"/>
                </a:lnTo>
                <a:lnTo>
                  <a:pt x="9834" y="17393"/>
                </a:lnTo>
                <a:lnTo>
                  <a:pt x="8850" y="15274"/>
                </a:lnTo>
                <a:lnTo>
                  <a:pt x="7855" y="13126"/>
                </a:lnTo>
                <a:lnTo>
                  <a:pt x="6519" y="12724"/>
                </a:lnTo>
                <a:lnTo>
                  <a:pt x="5227" y="12558"/>
                </a:lnTo>
                <a:lnTo>
                  <a:pt x="3955" y="12571"/>
                </a:lnTo>
                <a:lnTo>
                  <a:pt x="2674" y="12707"/>
                </a:lnTo>
                <a:lnTo>
                  <a:pt x="1365" y="12910"/>
                </a:lnTo>
                <a:lnTo>
                  <a:pt x="0" y="13126"/>
                </a:lnTo>
                <a:lnTo>
                  <a:pt x="189" y="9931"/>
                </a:lnTo>
                <a:lnTo>
                  <a:pt x="385" y="7677"/>
                </a:lnTo>
                <a:lnTo>
                  <a:pt x="683" y="5745"/>
                </a:lnTo>
                <a:lnTo>
                  <a:pt x="1178" y="3525"/>
                </a:lnTo>
                <a:lnTo>
                  <a:pt x="1964" y="415"/>
                </a:lnTo>
                <a:close/>
              </a:path>
            </a:pathLst>
          </a:custGeom>
          <a:solidFill>
            <a:srgbClr val="2D32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2" name="contour_10470"/>
          <p:cNvSpPr/>
          <p:nvPr/>
        </p:nvSpPr>
        <p:spPr>
          <a:xfrm>
            <a:off x="4135378" y="2206950"/>
            <a:ext cx="42985" cy="66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62" y="424"/>
                </a:moveTo>
                <a:lnTo>
                  <a:pt x="6277" y="141"/>
                </a:lnTo>
                <a:lnTo>
                  <a:pt x="8156" y="0"/>
                </a:lnTo>
                <a:lnTo>
                  <a:pt x="9826" y="0"/>
                </a:lnTo>
                <a:lnTo>
                  <a:pt x="11814" y="141"/>
                </a:lnTo>
                <a:lnTo>
                  <a:pt x="14649" y="424"/>
                </a:lnTo>
                <a:lnTo>
                  <a:pt x="15770" y="2525"/>
                </a:lnTo>
                <a:lnTo>
                  <a:pt x="16487" y="3932"/>
                </a:lnTo>
                <a:lnTo>
                  <a:pt x="16938" y="4976"/>
                </a:lnTo>
                <a:lnTo>
                  <a:pt x="17271" y="5986"/>
                </a:lnTo>
                <a:lnTo>
                  <a:pt x="17623" y="7289"/>
                </a:lnTo>
                <a:lnTo>
                  <a:pt x="18055" y="8821"/>
                </a:lnTo>
                <a:lnTo>
                  <a:pt x="18513" y="9995"/>
                </a:lnTo>
                <a:lnTo>
                  <a:pt x="19267" y="11409"/>
                </a:lnTo>
                <a:lnTo>
                  <a:pt x="20600" y="13659"/>
                </a:lnTo>
                <a:lnTo>
                  <a:pt x="21369" y="15572"/>
                </a:lnTo>
                <a:lnTo>
                  <a:pt x="21600" y="16840"/>
                </a:lnTo>
                <a:lnTo>
                  <a:pt x="21274" y="18024"/>
                </a:lnTo>
                <a:lnTo>
                  <a:pt x="20369" y="19689"/>
                </a:lnTo>
                <a:lnTo>
                  <a:pt x="19348" y="20638"/>
                </a:lnTo>
                <a:lnTo>
                  <a:pt x="18311" y="21600"/>
                </a:lnTo>
                <a:lnTo>
                  <a:pt x="15587" y="21228"/>
                </a:lnTo>
                <a:lnTo>
                  <a:pt x="13653" y="20920"/>
                </a:lnTo>
                <a:lnTo>
                  <a:pt x="11983" y="20562"/>
                </a:lnTo>
                <a:lnTo>
                  <a:pt x="10049" y="20042"/>
                </a:lnTo>
                <a:lnTo>
                  <a:pt x="7325" y="19247"/>
                </a:lnTo>
                <a:lnTo>
                  <a:pt x="7215" y="17567"/>
                </a:lnTo>
                <a:lnTo>
                  <a:pt x="7160" y="16360"/>
                </a:lnTo>
                <a:lnTo>
                  <a:pt x="7160" y="15287"/>
                </a:lnTo>
                <a:lnTo>
                  <a:pt x="7215" y="14009"/>
                </a:lnTo>
                <a:lnTo>
                  <a:pt x="7325" y="12188"/>
                </a:lnTo>
                <a:lnTo>
                  <a:pt x="5149" y="10541"/>
                </a:lnTo>
                <a:lnTo>
                  <a:pt x="3662" y="9504"/>
                </a:lnTo>
                <a:lnTo>
                  <a:pt x="2175" y="8631"/>
                </a:lnTo>
                <a:lnTo>
                  <a:pt x="0" y="7482"/>
                </a:lnTo>
                <a:lnTo>
                  <a:pt x="2421" y="7482"/>
                </a:lnTo>
                <a:lnTo>
                  <a:pt x="4856" y="7482"/>
                </a:lnTo>
                <a:lnTo>
                  <a:pt x="7325" y="7482"/>
                </a:lnTo>
                <a:lnTo>
                  <a:pt x="6599" y="6085"/>
                </a:lnTo>
                <a:lnTo>
                  <a:pt x="5871" y="4682"/>
                </a:lnTo>
                <a:lnTo>
                  <a:pt x="5142" y="3275"/>
                </a:lnTo>
                <a:lnTo>
                  <a:pt x="4406" y="1856"/>
                </a:lnTo>
                <a:lnTo>
                  <a:pt x="3662" y="424"/>
                </a:lnTo>
                <a:close/>
              </a:path>
            </a:pathLst>
          </a:custGeom>
          <a:solidFill>
            <a:srgbClr val="383B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3" name="contour_10471"/>
          <p:cNvSpPr/>
          <p:nvPr/>
        </p:nvSpPr>
        <p:spPr>
          <a:xfrm>
            <a:off x="994254" y="2237413"/>
            <a:ext cx="3120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44" y="0"/>
                </a:moveTo>
                <a:lnTo>
                  <a:pt x="8041" y="0"/>
                </a:lnTo>
                <a:lnTo>
                  <a:pt x="11047" y="0"/>
                </a:lnTo>
                <a:lnTo>
                  <a:pt x="14064" y="0"/>
                </a:lnTo>
                <a:lnTo>
                  <a:pt x="17105" y="0"/>
                </a:lnTo>
                <a:lnTo>
                  <a:pt x="20177" y="0"/>
                </a:lnTo>
                <a:lnTo>
                  <a:pt x="20858" y="3472"/>
                </a:lnTo>
                <a:lnTo>
                  <a:pt x="21343" y="6213"/>
                </a:lnTo>
                <a:lnTo>
                  <a:pt x="21600" y="8359"/>
                </a:lnTo>
                <a:lnTo>
                  <a:pt x="21600" y="10044"/>
                </a:lnTo>
                <a:lnTo>
                  <a:pt x="21318" y="11399"/>
                </a:lnTo>
                <a:lnTo>
                  <a:pt x="20727" y="12560"/>
                </a:lnTo>
                <a:lnTo>
                  <a:pt x="19794" y="13657"/>
                </a:lnTo>
                <a:lnTo>
                  <a:pt x="18498" y="14826"/>
                </a:lnTo>
                <a:lnTo>
                  <a:pt x="16808" y="16200"/>
                </a:lnTo>
                <a:lnTo>
                  <a:pt x="14699" y="17296"/>
                </a:lnTo>
                <a:lnTo>
                  <a:pt x="13035" y="18125"/>
                </a:lnTo>
                <a:lnTo>
                  <a:pt x="11244" y="18946"/>
                </a:lnTo>
                <a:lnTo>
                  <a:pt x="8772" y="20018"/>
                </a:lnTo>
                <a:lnTo>
                  <a:pt x="5044" y="21600"/>
                </a:lnTo>
                <a:lnTo>
                  <a:pt x="2542" y="20261"/>
                </a:lnTo>
                <a:lnTo>
                  <a:pt x="0" y="18900"/>
                </a:lnTo>
                <a:lnTo>
                  <a:pt x="262" y="17024"/>
                </a:lnTo>
                <a:lnTo>
                  <a:pt x="489" y="15611"/>
                </a:lnTo>
                <a:lnTo>
                  <a:pt x="731" y="14399"/>
                </a:lnTo>
                <a:lnTo>
                  <a:pt x="1059" y="13119"/>
                </a:lnTo>
                <a:lnTo>
                  <a:pt x="1533" y="11502"/>
                </a:lnTo>
                <a:lnTo>
                  <a:pt x="2209" y="9283"/>
                </a:lnTo>
                <a:lnTo>
                  <a:pt x="2719" y="7549"/>
                </a:lnTo>
                <a:lnTo>
                  <a:pt x="3238" y="5805"/>
                </a:lnTo>
                <a:lnTo>
                  <a:pt x="3763" y="4039"/>
                </a:lnTo>
                <a:lnTo>
                  <a:pt x="4187" y="2705"/>
                </a:lnTo>
                <a:lnTo>
                  <a:pt x="4616" y="1361"/>
                </a:lnTo>
                <a:lnTo>
                  <a:pt x="5044" y="0"/>
                </a:lnTo>
                <a:close/>
              </a:path>
            </a:pathLst>
          </a:custGeom>
          <a:solidFill>
            <a:srgbClr val="F0E1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4" name="contour_10472"/>
          <p:cNvSpPr/>
          <p:nvPr/>
        </p:nvSpPr>
        <p:spPr>
          <a:xfrm>
            <a:off x="10126107" y="2252121"/>
            <a:ext cx="65592" cy="290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27"/>
                </a:moveTo>
                <a:lnTo>
                  <a:pt x="21600" y="8549"/>
                </a:lnTo>
                <a:lnTo>
                  <a:pt x="21600" y="11782"/>
                </a:lnTo>
                <a:lnTo>
                  <a:pt x="21600" y="15026"/>
                </a:lnTo>
                <a:lnTo>
                  <a:pt x="21600" y="18297"/>
                </a:lnTo>
                <a:lnTo>
                  <a:pt x="21600" y="21600"/>
                </a:lnTo>
                <a:lnTo>
                  <a:pt x="19956" y="21188"/>
                </a:lnTo>
                <a:lnTo>
                  <a:pt x="18310" y="20775"/>
                </a:lnTo>
                <a:lnTo>
                  <a:pt x="16663" y="20358"/>
                </a:lnTo>
                <a:lnTo>
                  <a:pt x="15014" y="19946"/>
                </a:lnTo>
                <a:lnTo>
                  <a:pt x="13363" y="19533"/>
                </a:lnTo>
                <a:lnTo>
                  <a:pt x="11710" y="19116"/>
                </a:lnTo>
                <a:lnTo>
                  <a:pt x="10051" y="18698"/>
                </a:lnTo>
                <a:lnTo>
                  <a:pt x="8390" y="18280"/>
                </a:lnTo>
                <a:lnTo>
                  <a:pt x="6725" y="17863"/>
                </a:lnTo>
                <a:lnTo>
                  <a:pt x="5052" y="17445"/>
                </a:lnTo>
                <a:lnTo>
                  <a:pt x="3374" y="17022"/>
                </a:lnTo>
                <a:lnTo>
                  <a:pt x="1692" y="16599"/>
                </a:lnTo>
                <a:lnTo>
                  <a:pt x="0" y="16176"/>
                </a:lnTo>
                <a:lnTo>
                  <a:pt x="0" y="12590"/>
                </a:lnTo>
                <a:lnTo>
                  <a:pt x="0" y="8983"/>
                </a:lnTo>
                <a:lnTo>
                  <a:pt x="0" y="5327"/>
                </a:lnTo>
                <a:lnTo>
                  <a:pt x="1613" y="3765"/>
                </a:lnTo>
                <a:lnTo>
                  <a:pt x="3252" y="2479"/>
                </a:lnTo>
                <a:lnTo>
                  <a:pt x="4913" y="1459"/>
                </a:lnTo>
                <a:lnTo>
                  <a:pt x="6590" y="711"/>
                </a:lnTo>
                <a:lnTo>
                  <a:pt x="8280" y="228"/>
                </a:lnTo>
                <a:lnTo>
                  <a:pt x="9977" y="0"/>
                </a:lnTo>
                <a:lnTo>
                  <a:pt x="11674" y="27"/>
                </a:lnTo>
                <a:lnTo>
                  <a:pt x="13368" y="304"/>
                </a:lnTo>
                <a:lnTo>
                  <a:pt x="15053" y="830"/>
                </a:lnTo>
                <a:lnTo>
                  <a:pt x="16723" y="1600"/>
                </a:lnTo>
                <a:lnTo>
                  <a:pt x="18374" y="2609"/>
                </a:lnTo>
                <a:lnTo>
                  <a:pt x="20002" y="3851"/>
                </a:lnTo>
                <a:lnTo>
                  <a:pt x="21600" y="5327"/>
                </a:lnTo>
                <a:close/>
              </a:path>
            </a:pathLst>
          </a:custGeom>
          <a:solidFill>
            <a:srgbClr val="DAD3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5" name="contour_10473"/>
          <p:cNvSpPr/>
          <p:nvPr/>
        </p:nvSpPr>
        <p:spPr>
          <a:xfrm>
            <a:off x="10658130" y="2251989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6" y="359"/>
                </a:lnTo>
                <a:lnTo>
                  <a:pt x="7171" y="713"/>
                </a:lnTo>
                <a:lnTo>
                  <a:pt x="8599" y="1071"/>
                </a:lnTo>
                <a:lnTo>
                  <a:pt x="10029" y="1426"/>
                </a:lnTo>
                <a:lnTo>
                  <a:pt x="11461" y="1784"/>
                </a:lnTo>
                <a:lnTo>
                  <a:pt x="12895" y="2143"/>
                </a:lnTo>
                <a:lnTo>
                  <a:pt x="14334" y="2501"/>
                </a:lnTo>
                <a:lnTo>
                  <a:pt x="15777" y="2864"/>
                </a:lnTo>
                <a:lnTo>
                  <a:pt x="17224" y="3227"/>
                </a:lnTo>
                <a:lnTo>
                  <a:pt x="18675" y="3590"/>
                </a:lnTo>
                <a:lnTo>
                  <a:pt x="20136" y="3953"/>
                </a:lnTo>
                <a:lnTo>
                  <a:pt x="21600" y="4320"/>
                </a:lnTo>
                <a:lnTo>
                  <a:pt x="21600" y="6886"/>
                </a:lnTo>
                <a:lnTo>
                  <a:pt x="21600" y="9461"/>
                </a:lnTo>
                <a:lnTo>
                  <a:pt x="21600" y="12044"/>
                </a:lnTo>
                <a:lnTo>
                  <a:pt x="21600" y="14649"/>
                </a:lnTo>
                <a:lnTo>
                  <a:pt x="21600" y="17280"/>
                </a:lnTo>
                <a:lnTo>
                  <a:pt x="20699" y="16662"/>
                </a:lnTo>
                <a:lnTo>
                  <a:pt x="19786" y="16032"/>
                </a:lnTo>
                <a:lnTo>
                  <a:pt x="18611" y="15310"/>
                </a:lnTo>
                <a:lnTo>
                  <a:pt x="17414" y="14580"/>
                </a:lnTo>
                <a:lnTo>
                  <a:pt x="16831" y="14204"/>
                </a:lnTo>
                <a:lnTo>
                  <a:pt x="15062" y="13059"/>
                </a:lnTo>
                <a:lnTo>
                  <a:pt x="14018" y="13012"/>
                </a:lnTo>
                <a:lnTo>
                  <a:pt x="12960" y="12960"/>
                </a:lnTo>
                <a:lnTo>
                  <a:pt x="12424" y="15098"/>
                </a:lnTo>
                <a:lnTo>
                  <a:pt x="11889" y="17250"/>
                </a:lnTo>
                <a:lnTo>
                  <a:pt x="11346" y="19410"/>
                </a:lnTo>
                <a:lnTo>
                  <a:pt x="10800" y="21600"/>
                </a:lnTo>
                <a:lnTo>
                  <a:pt x="10195" y="21116"/>
                </a:lnTo>
                <a:lnTo>
                  <a:pt x="9629" y="20663"/>
                </a:lnTo>
                <a:lnTo>
                  <a:pt x="8977" y="20144"/>
                </a:lnTo>
                <a:lnTo>
                  <a:pt x="8113" y="19449"/>
                </a:lnTo>
                <a:lnTo>
                  <a:pt x="6910" y="18490"/>
                </a:lnTo>
                <a:lnTo>
                  <a:pt x="5242" y="17155"/>
                </a:lnTo>
                <a:lnTo>
                  <a:pt x="2981" y="15345"/>
                </a:lnTo>
                <a:lnTo>
                  <a:pt x="0" y="12960"/>
                </a:lnTo>
                <a:lnTo>
                  <a:pt x="1071" y="10951"/>
                </a:lnTo>
                <a:lnTo>
                  <a:pt x="2160" y="8908"/>
                </a:lnTo>
                <a:lnTo>
                  <a:pt x="3408" y="6186"/>
                </a:lnTo>
                <a:lnTo>
                  <a:pt x="4050" y="4355"/>
                </a:lnTo>
                <a:lnTo>
                  <a:pt x="4285" y="2570"/>
                </a:lnTo>
                <a:lnTo>
                  <a:pt x="4320" y="0"/>
                </a:lnTo>
                <a:close/>
              </a:path>
            </a:pathLst>
          </a:custGeom>
          <a:solidFill>
            <a:srgbClr val="E3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6" name="contour_10474"/>
          <p:cNvSpPr/>
          <p:nvPr/>
        </p:nvSpPr>
        <p:spPr>
          <a:xfrm>
            <a:off x="10089667" y="2230125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556" y="1253"/>
                </a:lnTo>
                <a:lnTo>
                  <a:pt x="17608" y="2214"/>
                </a:lnTo>
                <a:lnTo>
                  <a:pt x="18459" y="3092"/>
                </a:lnTo>
                <a:lnTo>
                  <a:pt x="19289" y="4082"/>
                </a:lnTo>
                <a:lnTo>
                  <a:pt x="20276" y="5386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20289" y="15480"/>
                </a:lnTo>
                <a:lnTo>
                  <a:pt x="18967" y="16466"/>
                </a:lnTo>
                <a:lnTo>
                  <a:pt x="17634" y="17359"/>
                </a:lnTo>
                <a:lnTo>
                  <a:pt x="16291" y="18166"/>
                </a:lnTo>
                <a:lnTo>
                  <a:pt x="14936" y="18886"/>
                </a:lnTo>
                <a:lnTo>
                  <a:pt x="13567" y="19526"/>
                </a:lnTo>
                <a:lnTo>
                  <a:pt x="12182" y="20084"/>
                </a:lnTo>
                <a:lnTo>
                  <a:pt x="10783" y="20570"/>
                </a:lnTo>
                <a:lnTo>
                  <a:pt x="9368" y="20981"/>
                </a:lnTo>
                <a:lnTo>
                  <a:pt x="7934" y="21323"/>
                </a:lnTo>
                <a:lnTo>
                  <a:pt x="6480" y="21600"/>
                </a:lnTo>
                <a:lnTo>
                  <a:pt x="4946" y="20221"/>
                </a:lnTo>
                <a:lnTo>
                  <a:pt x="3739" y="18792"/>
                </a:lnTo>
                <a:lnTo>
                  <a:pt x="2750" y="17222"/>
                </a:lnTo>
                <a:lnTo>
                  <a:pt x="1868" y="15430"/>
                </a:lnTo>
                <a:lnTo>
                  <a:pt x="989" y="13316"/>
                </a:lnTo>
                <a:lnTo>
                  <a:pt x="0" y="10800"/>
                </a:lnTo>
                <a:lnTo>
                  <a:pt x="1369" y="10080"/>
                </a:lnTo>
                <a:lnTo>
                  <a:pt x="2758" y="9353"/>
                </a:lnTo>
                <a:lnTo>
                  <a:pt x="3944" y="8716"/>
                </a:lnTo>
                <a:lnTo>
                  <a:pt x="5136" y="8075"/>
                </a:lnTo>
                <a:lnTo>
                  <a:pt x="6346" y="7423"/>
                </a:lnTo>
                <a:lnTo>
                  <a:pt x="7525" y="6797"/>
                </a:lnTo>
                <a:lnTo>
                  <a:pt x="8711" y="6167"/>
                </a:lnTo>
                <a:lnTo>
                  <a:pt x="9914" y="5526"/>
                </a:lnTo>
                <a:lnTo>
                  <a:pt x="11418" y="4558"/>
                </a:lnTo>
                <a:lnTo>
                  <a:pt x="12439" y="3787"/>
                </a:lnTo>
                <a:lnTo>
                  <a:pt x="13232" y="2945"/>
                </a:lnTo>
                <a:lnTo>
                  <a:pt x="14042" y="1771"/>
                </a:lnTo>
                <a:lnTo>
                  <a:pt x="15120" y="0"/>
                </a:lnTo>
                <a:close/>
              </a:path>
            </a:pathLst>
          </a:custGeom>
          <a:solidFill>
            <a:srgbClr val="7E80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7" name="contour_10475"/>
          <p:cNvSpPr/>
          <p:nvPr/>
        </p:nvSpPr>
        <p:spPr>
          <a:xfrm>
            <a:off x="2422700" y="2230125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0" y="1782"/>
                </a:lnTo>
                <a:lnTo>
                  <a:pt x="1339" y="3575"/>
                </a:lnTo>
                <a:lnTo>
                  <a:pt x="2017" y="5375"/>
                </a:lnTo>
                <a:lnTo>
                  <a:pt x="2700" y="7200"/>
                </a:lnTo>
                <a:lnTo>
                  <a:pt x="4593" y="7150"/>
                </a:lnTo>
                <a:lnTo>
                  <a:pt x="5970" y="7052"/>
                </a:lnTo>
                <a:lnTo>
                  <a:pt x="7228" y="6847"/>
                </a:lnTo>
                <a:lnTo>
                  <a:pt x="8762" y="6469"/>
                </a:lnTo>
                <a:lnTo>
                  <a:pt x="10967" y="5850"/>
                </a:lnTo>
                <a:lnTo>
                  <a:pt x="12450" y="5450"/>
                </a:lnTo>
                <a:lnTo>
                  <a:pt x="13940" y="5047"/>
                </a:lnTo>
                <a:lnTo>
                  <a:pt x="15452" y="4640"/>
                </a:lnTo>
                <a:lnTo>
                  <a:pt x="16308" y="4381"/>
                </a:lnTo>
                <a:lnTo>
                  <a:pt x="18900" y="3600"/>
                </a:lnTo>
                <a:lnTo>
                  <a:pt x="19346" y="5976"/>
                </a:lnTo>
                <a:lnTo>
                  <a:pt x="19791" y="8356"/>
                </a:lnTo>
                <a:lnTo>
                  <a:pt x="20239" y="10746"/>
                </a:lnTo>
                <a:lnTo>
                  <a:pt x="20690" y="13147"/>
                </a:lnTo>
                <a:lnTo>
                  <a:pt x="21144" y="15563"/>
                </a:lnTo>
                <a:lnTo>
                  <a:pt x="21600" y="18000"/>
                </a:lnTo>
                <a:lnTo>
                  <a:pt x="19818" y="17208"/>
                </a:lnTo>
                <a:lnTo>
                  <a:pt x="18033" y="16416"/>
                </a:lnTo>
                <a:lnTo>
                  <a:pt x="16249" y="15620"/>
                </a:lnTo>
                <a:lnTo>
                  <a:pt x="14459" y="14825"/>
                </a:lnTo>
                <a:lnTo>
                  <a:pt x="12663" y="14029"/>
                </a:lnTo>
                <a:lnTo>
                  <a:pt x="10859" y="13226"/>
                </a:lnTo>
                <a:lnTo>
                  <a:pt x="9050" y="12424"/>
                </a:lnTo>
                <a:lnTo>
                  <a:pt x="7231" y="11614"/>
                </a:lnTo>
                <a:lnTo>
                  <a:pt x="5400" y="10800"/>
                </a:lnTo>
                <a:lnTo>
                  <a:pt x="5400" y="12938"/>
                </a:lnTo>
                <a:lnTo>
                  <a:pt x="5400" y="15084"/>
                </a:lnTo>
                <a:lnTo>
                  <a:pt x="5400" y="17237"/>
                </a:lnTo>
                <a:lnTo>
                  <a:pt x="5400" y="19408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676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8" name="contour_10476"/>
          <p:cNvSpPr/>
          <p:nvPr/>
        </p:nvSpPr>
        <p:spPr>
          <a:xfrm>
            <a:off x="7451414" y="2237413"/>
            <a:ext cx="5316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57" y="0"/>
                </a:lnTo>
                <a:lnTo>
                  <a:pt x="3926" y="0"/>
                </a:lnTo>
                <a:lnTo>
                  <a:pt x="5922" y="0"/>
                </a:lnTo>
                <a:lnTo>
                  <a:pt x="5922" y="1785"/>
                </a:lnTo>
                <a:lnTo>
                  <a:pt x="5922" y="3580"/>
                </a:lnTo>
                <a:lnTo>
                  <a:pt x="5922" y="5400"/>
                </a:lnTo>
                <a:lnTo>
                  <a:pt x="7858" y="5775"/>
                </a:lnTo>
                <a:lnTo>
                  <a:pt x="9277" y="5986"/>
                </a:lnTo>
                <a:lnTo>
                  <a:pt x="10867" y="6115"/>
                </a:lnTo>
                <a:lnTo>
                  <a:pt x="13324" y="6242"/>
                </a:lnTo>
                <a:lnTo>
                  <a:pt x="15749" y="6583"/>
                </a:lnTo>
                <a:lnTo>
                  <a:pt x="17330" y="6888"/>
                </a:lnTo>
                <a:lnTo>
                  <a:pt x="18758" y="7336"/>
                </a:lnTo>
                <a:lnTo>
                  <a:pt x="20727" y="8100"/>
                </a:lnTo>
                <a:lnTo>
                  <a:pt x="21224" y="10058"/>
                </a:lnTo>
                <a:lnTo>
                  <a:pt x="21505" y="11977"/>
                </a:lnTo>
                <a:lnTo>
                  <a:pt x="21600" y="13875"/>
                </a:lnTo>
                <a:lnTo>
                  <a:pt x="21538" y="15771"/>
                </a:lnTo>
                <a:lnTo>
                  <a:pt x="21351" y="17680"/>
                </a:lnTo>
                <a:lnTo>
                  <a:pt x="21070" y="19615"/>
                </a:lnTo>
                <a:lnTo>
                  <a:pt x="20727" y="21600"/>
                </a:lnTo>
                <a:lnTo>
                  <a:pt x="20644" y="21030"/>
                </a:lnTo>
                <a:lnTo>
                  <a:pt x="20501" y="20023"/>
                </a:lnTo>
                <a:lnTo>
                  <a:pt x="20170" y="17717"/>
                </a:lnTo>
                <a:lnTo>
                  <a:pt x="19376" y="16324"/>
                </a:lnTo>
                <a:lnTo>
                  <a:pt x="18577" y="14923"/>
                </a:lnTo>
                <a:lnTo>
                  <a:pt x="17766" y="13500"/>
                </a:lnTo>
                <a:lnTo>
                  <a:pt x="15743" y="13054"/>
                </a:lnTo>
                <a:lnTo>
                  <a:pt x="14298" y="12785"/>
                </a:lnTo>
                <a:lnTo>
                  <a:pt x="12735" y="12574"/>
                </a:lnTo>
                <a:lnTo>
                  <a:pt x="10363" y="12317"/>
                </a:lnTo>
                <a:lnTo>
                  <a:pt x="7992" y="12023"/>
                </a:lnTo>
                <a:lnTo>
                  <a:pt x="6428" y="11767"/>
                </a:lnTo>
                <a:lnTo>
                  <a:pt x="4983" y="11405"/>
                </a:lnTo>
                <a:lnTo>
                  <a:pt x="2961" y="10800"/>
                </a:lnTo>
                <a:lnTo>
                  <a:pt x="1948" y="9013"/>
                </a:lnTo>
                <a:lnTo>
                  <a:pt x="1241" y="7320"/>
                </a:lnTo>
                <a:lnTo>
                  <a:pt x="764" y="5648"/>
                </a:lnTo>
                <a:lnTo>
                  <a:pt x="447" y="3920"/>
                </a:lnTo>
                <a:lnTo>
                  <a:pt x="216" y="2063"/>
                </a:lnTo>
                <a:lnTo>
                  <a:pt x="0" y="0"/>
                </a:lnTo>
                <a:close/>
              </a:path>
            </a:pathLst>
          </a:custGeom>
          <a:solidFill>
            <a:srgbClr val="EA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79" name="contour_10477"/>
          <p:cNvSpPr/>
          <p:nvPr/>
        </p:nvSpPr>
        <p:spPr>
          <a:xfrm>
            <a:off x="4251986" y="2222837"/>
            <a:ext cx="4458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55" y="731"/>
                </a:lnTo>
                <a:lnTo>
                  <a:pt x="7351" y="1321"/>
                </a:lnTo>
                <a:lnTo>
                  <a:pt x="9804" y="1836"/>
                </a:lnTo>
                <a:lnTo>
                  <a:pt x="11732" y="2345"/>
                </a:lnTo>
                <a:lnTo>
                  <a:pt x="13353" y="2907"/>
                </a:lnTo>
                <a:lnTo>
                  <a:pt x="14881" y="3592"/>
                </a:lnTo>
                <a:lnTo>
                  <a:pt x="16537" y="4465"/>
                </a:lnTo>
                <a:lnTo>
                  <a:pt x="18535" y="5591"/>
                </a:lnTo>
                <a:lnTo>
                  <a:pt x="19803" y="7585"/>
                </a:lnTo>
                <a:lnTo>
                  <a:pt x="20682" y="9501"/>
                </a:lnTo>
                <a:lnTo>
                  <a:pt x="21236" y="11374"/>
                </a:lnTo>
                <a:lnTo>
                  <a:pt x="21522" y="13250"/>
                </a:lnTo>
                <a:lnTo>
                  <a:pt x="21600" y="15169"/>
                </a:lnTo>
                <a:lnTo>
                  <a:pt x="21529" y="17175"/>
                </a:lnTo>
                <a:lnTo>
                  <a:pt x="21371" y="19304"/>
                </a:lnTo>
                <a:lnTo>
                  <a:pt x="21183" y="21600"/>
                </a:lnTo>
                <a:lnTo>
                  <a:pt x="19086" y="21600"/>
                </a:lnTo>
                <a:lnTo>
                  <a:pt x="16982" y="21600"/>
                </a:lnTo>
                <a:lnTo>
                  <a:pt x="14871" y="21600"/>
                </a:lnTo>
                <a:lnTo>
                  <a:pt x="12742" y="21600"/>
                </a:lnTo>
                <a:lnTo>
                  <a:pt x="10592" y="21600"/>
                </a:lnTo>
                <a:lnTo>
                  <a:pt x="10592" y="19563"/>
                </a:lnTo>
                <a:lnTo>
                  <a:pt x="10592" y="17524"/>
                </a:lnTo>
                <a:lnTo>
                  <a:pt x="10592" y="15475"/>
                </a:lnTo>
                <a:lnTo>
                  <a:pt x="10592" y="13417"/>
                </a:lnTo>
                <a:lnTo>
                  <a:pt x="10592" y="11346"/>
                </a:lnTo>
                <a:lnTo>
                  <a:pt x="10592" y="9257"/>
                </a:lnTo>
                <a:lnTo>
                  <a:pt x="8495" y="9257"/>
                </a:lnTo>
                <a:lnTo>
                  <a:pt x="6390" y="9257"/>
                </a:lnTo>
                <a:lnTo>
                  <a:pt x="4279" y="9257"/>
                </a:lnTo>
                <a:lnTo>
                  <a:pt x="2150" y="9257"/>
                </a:lnTo>
                <a:lnTo>
                  <a:pt x="0" y="9257"/>
                </a:lnTo>
                <a:lnTo>
                  <a:pt x="0" y="7424"/>
                </a:lnTo>
                <a:lnTo>
                  <a:pt x="0" y="5585"/>
                </a:lnTo>
                <a:lnTo>
                  <a:pt x="0" y="3740"/>
                </a:lnTo>
                <a:lnTo>
                  <a:pt x="0" y="1879"/>
                </a:lnTo>
                <a:lnTo>
                  <a:pt x="0" y="0"/>
                </a:lnTo>
                <a:close/>
              </a:path>
            </a:pathLst>
          </a:custGeom>
          <a:solidFill>
            <a:srgbClr val="19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0" name="contour_10478"/>
          <p:cNvSpPr/>
          <p:nvPr/>
        </p:nvSpPr>
        <p:spPr>
          <a:xfrm>
            <a:off x="2400836" y="2213538"/>
            <a:ext cx="72880" cy="31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94"/>
                </a:moveTo>
                <a:lnTo>
                  <a:pt x="1395" y="1197"/>
                </a:lnTo>
                <a:lnTo>
                  <a:pt x="2791" y="1020"/>
                </a:lnTo>
                <a:lnTo>
                  <a:pt x="4184" y="859"/>
                </a:lnTo>
                <a:lnTo>
                  <a:pt x="5579" y="707"/>
                </a:lnTo>
                <a:lnTo>
                  <a:pt x="6972" y="571"/>
                </a:lnTo>
                <a:lnTo>
                  <a:pt x="8370" y="445"/>
                </a:lnTo>
                <a:lnTo>
                  <a:pt x="8964" y="349"/>
                </a:lnTo>
                <a:lnTo>
                  <a:pt x="10757" y="61"/>
                </a:lnTo>
                <a:lnTo>
                  <a:pt x="11923" y="0"/>
                </a:lnTo>
                <a:lnTo>
                  <a:pt x="12846" y="40"/>
                </a:lnTo>
                <a:lnTo>
                  <a:pt x="13837" y="242"/>
                </a:lnTo>
                <a:lnTo>
                  <a:pt x="15211" y="672"/>
                </a:lnTo>
                <a:lnTo>
                  <a:pt x="17280" y="1394"/>
                </a:lnTo>
                <a:lnTo>
                  <a:pt x="18431" y="4647"/>
                </a:lnTo>
                <a:lnTo>
                  <a:pt x="19252" y="7047"/>
                </a:lnTo>
                <a:lnTo>
                  <a:pt x="19857" y="9017"/>
                </a:lnTo>
                <a:lnTo>
                  <a:pt x="20371" y="10977"/>
                </a:lnTo>
                <a:lnTo>
                  <a:pt x="20913" y="13346"/>
                </a:lnTo>
                <a:lnTo>
                  <a:pt x="21600" y="16549"/>
                </a:lnTo>
                <a:lnTo>
                  <a:pt x="20174" y="17104"/>
                </a:lnTo>
                <a:lnTo>
                  <a:pt x="18747" y="17660"/>
                </a:lnTo>
                <a:lnTo>
                  <a:pt x="17319" y="18216"/>
                </a:lnTo>
                <a:lnTo>
                  <a:pt x="15887" y="18776"/>
                </a:lnTo>
                <a:lnTo>
                  <a:pt x="14450" y="19337"/>
                </a:lnTo>
                <a:lnTo>
                  <a:pt x="13008" y="19898"/>
                </a:lnTo>
                <a:lnTo>
                  <a:pt x="11560" y="20463"/>
                </a:lnTo>
                <a:lnTo>
                  <a:pt x="10104" y="21029"/>
                </a:lnTo>
                <a:lnTo>
                  <a:pt x="8640" y="21600"/>
                </a:lnTo>
                <a:lnTo>
                  <a:pt x="8640" y="18261"/>
                </a:lnTo>
                <a:lnTo>
                  <a:pt x="8640" y="14902"/>
                </a:lnTo>
                <a:lnTo>
                  <a:pt x="8640" y="11497"/>
                </a:lnTo>
                <a:lnTo>
                  <a:pt x="7214" y="11497"/>
                </a:lnTo>
                <a:lnTo>
                  <a:pt x="5787" y="11497"/>
                </a:lnTo>
                <a:lnTo>
                  <a:pt x="4352" y="11497"/>
                </a:lnTo>
                <a:lnTo>
                  <a:pt x="2912" y="11497"/>
                </a:lnTo>
                <a:lnTo>
                  <a:pt x="1462" y="11497"/>
                </a:lnTo>
                <a:lnTo>
                  <a:pt x="0" y="11497"/>
                </a:lnTo>
                <a:lnTo>
                  <a:pt x="0" y="8158"/>
                </a:lnTo>
                <a:lnTo>
                  <a:pt x="0" y="4799"/>
                </a:lnTo>
                <a:lnTo>
                  <a:pt x="0" y="1394"/>
                </a:lnTo>
                <a:close/>
              </a:path>
            </a:pathLst>
          </a:custGeom>
          <a:solidFill>
            <a:srgbClr val="D3D0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1" name="contour_10479"/>
          <p:cNvSpPr/>
          <p:nvPr/>
        </p:nvSpPr>
        <p:spPr>
          <a:xfrm>
            <a:off x="4310290" y="2200973"/>
            <a:ext cx="1020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257" y="2856"/>
                </a:lnTo>
                <a:lnTo>
                  <a:pt x="9257" y="5728"/>
                </a:lnTo>
                <a:lnTo>
                  <a:pt x="9257" y="8640"/>
                </a:lnTo>
                <a:lnTo>
                  <a:pt x="10275" y="8640"/>
                </a:lnTo>
                <a:lnTo>
                  <a:pt x="11294" y="8640"/>
                </a:lnTo>
                <a:lnTo>
                  <a:pt x="12314" y="8640"/>
                </a:lnTo>
                <a:lnTo>
                  <a:pt x="13335" y="8640"/>
                </a:lnTo>
                <a:lnTo>
                  <a:pt x="14358" y="8640"/>
                </a:lnTo>
                <a:lnTo>
                  <a:pt x="15382" y="8640"/>
                </a:lnTo>
                <a:lnTo>
                  <a:pt x="16410" y="8640"/>
                </a:lnTo>
                <a:lnTo>
                  <a:pt x="17440" y="8640"/>
                </a:lnTo>
                <a:lnTo>
                  <a:pt x="18474" y="8640"/>
                </a:lnTo>
                <a:lnTo>
                  <a:pt x="19511" y="8640"/>
                </a:lnTo>
                <a:lnTo>
                  <a:pt x="20554" y="8640"/>
                </a:lnTo>
                <a:lnTo>
                  <a:pt x="21600" y="8640"/>
                </a:lnTo>
                <a:lnTo>
                  <a:pt x="21265" y="9107"/>
                </a:lnTo>
                <a:lnTo>
                  <a:pt x="20833" y="9716"/>
                </a:lnTo>
                <a:lnTo>
                  <a:pt x="20012" y="10865"/>
                </a:lnTo>
                <a:lnTo>
                  <a:pt x="18514" y="12960"/>
                </a:lnTo>
                <a:lnTo>
                  <a:pt x="18514" y="15816"/>
                </a:lnTo>
                <a:lnTo>
                  <a:pt x="18514" y="18688"/>
                </a:lnTo>
                <a:lnTo>
                  <a:pt x="18514" y="21600"/>
                </a:lnTo>
                <a:lnTo>
                  <a:pt x="18030" y="21375"/>
                </a:lnTo>
                <a:lnTo>
                  <a:pt x="17584" y="21164"/>
                </a:lnTo>
                <a:lnTo>
                  <a:pt x="17155" y="20965"/>
                </a:lnTo>
                <a:lnTo>
                  <a:pt x="16728" y="20766"/>
                </a:lnTo>
                <a:lnTo>
                  <a:pt x="16279" y="20559"/>
                </a:lnTo>
                <a:lnTo>
                  <a:pt x="15793" y="20330"/>
                </a:lnTo>
                <a:lnTo>
                  <a:pt x="15248" y="20075"/>
                </a:lnTo>
                <a:lnTo>
                  <a:pt x="14626" y="19786"/>
                </a:lnTo>
                <a:lnTo>
                  <a:pt x="13909" y="19449"/>
                </a:lnTo>
                <a:lnTo>
                  <a:pt x="13077" y="19064"/>
                </a:lnTo>
                <a:lnTo>
                  <a:pt x="12111" y="18611"/>
                </a:lnTo>
                <a:lnTo>
                  <a:pt x="10991" y="18088"/>
                </a:lnTo>
                <a:lnTo>
                  <a:pt x="9701" y="17487"/>
                </a:lnTo>
                <a:lnTo>
                  <a:pt x="8219" y="16796"/>
                </a:lnTo>
                <a:lnTo>
                  <a:pt x="6528" y="16006"/>
                </a:lnTo>
                <a:lnTo>
                  <a:pt x="4605" y="15111"/>
                </a:lnTo>
                <a:lnTo>
                  <a:pt x="2436" y="14096"/>
                </a:lnTo>
                <a:lnTo>
                  <a:pt x="0" y="12960"/>
                </a:lnTo>
                <a:lnTo>
                  <a:pt x="1676" y="9448"/>
                </a:lnTo>
                <a:lnTo>
                  <a:pt x="3036" y="6636"/>
                </a:lnTo>
                <a:lnTo>
                  <a:pt x="4138" y="4445"/>
                </a:lnTo>
                <a:lnTo>
                  <a:pt x="5036" y="2799"/>
                </a:lnTo>
                <a:lnTo>
                  <a:pt x="5786" y="1620"/>
                </a:lnTo>
                <a:lnTo>
                  <a:pt x="6443" y="829"/>
                </a:lnTo>
                <a:lnTo>
                  <a:pt x="7063" y="350"/>
                </a:lnTo>
                <a:lnTo>
                  <a:pt x="7702" y="104"/>
                </a:lnTo>
                <a:lnTo>
                  <a:pt x="8415" y="13"/>
                </a:lnTo>
                <a:lnTo>
                  <a:pt x="9257" y="0"/>
                </a:lnTo>
                <a:close/>
              </a:path>
            </a:pathLst>
          </a:custGeom>
          <a:solidFill>
            <a:srgbClr val="3C55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2" name="contour_10480"/>
          <p:cNvSpPr/>
          <p:nvPr/>
        </p:nvSpPr>
        <p:spPr>
          <a:xfrm>
            <a:off x="9958490" y="2201374"/>
            <a:ext cx="58304" cy="506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40" y="594"/>
                </a:moveTo>
                <a:lnTo>
                  <a:pt x="13346" y="1421"/>
                </a:lnTo>
                <a:lnTo>
                  <a:pt x="15026" y="2277"/>
                </a:lnTo>
                <a:lnTo>
                  <a:pt x="16686" y="3160"/>
                </a:lnTo>
                <a:lnTo>
                  <a:pt x="18333" y="4084"/>
                </a:lnTo>
                <a:lnTo>
                  <a:pt x="19969" y="5045"/>
                </a:lnTo>
                <a:lnTo>
                  <a:pt x="21600" y="6049"/>
                </a:lnTo>
                <a:lnTo>
                  <a:pt x="20984" y="7897"/>
                </a:lnTo>
                <a:lnTo>
                  <a:pt x="20498" y="9159"/>
                </a:lnTo>
                <a:lnTo>
                  <a:pt x="19888" y="10422"/>
                </a:lnTo>
                <a:lnTo>
                  <a:pt x="18900" y="12270"/>
                </a:lnTo>
                <a:lnTo>
                  <a:pt x="17113" y="12270"/>
                </a:lnTo>
                <a:lnTo>
                  <a:pt x="15317" y="12270"/>
                </a:lnTo>
                <a:lnTo>
                  <a:pt x="13500" y="12270"/>
                </a:lnTo>
                <a:lnTo>
                  <a:pt x="12666" y="14583"/>
                </a:lnTo>
                <a:lnTo>
                  <a:pt x="12110" y="16226"/>
                </a:lnTo>
                <a:lnTo>
                  <a:pt x="11699" y="17644"/>
                </a:lnTo>
                <a:lnTo>
                  <a:pt x="11305" y="19286"/>
                </a:lnTo>
                <a:lnTo>
                  <a:pt x="10800" y="21600"/>
                </a:lnTo>
                <a:lnTo>
                  <a:pt x="11021" y="20123"/>
                </a:lnTo>
                <a:lnTo>
                  <a:pt x="11245" y="18636"/>
                </a:lnTo>
                <a:lnTo>
                  <a:pt x="11475" y="17128"/>
                </a:lnTo>
                <a:lnTo>
                  <a:pt x="11251" y="15523"/>
                </a:lnTo>
                <a:lnTo>
                  <a:pt x="11027" y="13909"/>
                </a:lnTo>
                <a:lnTo>
                  <a:pt x="10800" y="12270"/>
                </a:lnTo>
                <a:lnTo>
                  <a:pt x="9056" y="11420"/>
                </a:lnTo>
                <a:lnTo>
                  <a:pt x="7298" y="10746"/>
                </a:lnTo>
                <a:lnTo>
                  <a:pt x="5519" y="10217"/>
                </a:lnTo>
                <a:lnTo>
                  <a:pt x="3712" y="9797"/>
                </a:lnTo>
                <a:lnTo>
                  <a:pt x="1874" y="9455"/>
                </a:lnTo>
                <a:lnTo>
                  <a:pt x="0" y="9159"/>
                </a:lnTo>
                <a:lnTo>
                  <a:pt x="1876" y="5909"/>
                </a:lnTo>
                <a:lnTo>
                  <a:pt x="3362" y="3480"/>
                </a:lnTo>
                <a:lnTo>
                  <a:pt x="4590" y="1776"/>
                </a:lnTo>
                <a:lnTo>
                  <a:pt x="5697" y="694"/>
                </a:lnTo>
                <a:lnTo>
                  <a:pt x="6818" y="137"/>
                </a:lnTo>
                <a:lnTo>
                  <a:pt x="8092" y="0"/>
                </a:lnTo>
                <a:lnTo>
                  <a:pt x="9655" y="187"/>
                </a:lnTo>
                <a:lnTo>
                  <a:pt x="11640" y="594"/>
                </a:lnTo>
                <a:close/>
              </a:path>
            </a:pathLst>
          </a:custGeom>
          <a:solidFill>
            <a:srgbClr val="E5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3" name="contour_10481"/>
          <p:cNvSpPr/>
          <p:nvPr/>
        </p:nvSpPr>
        <p:spPr>
          <a:xfrm>
            <a:off x="8530037" y="2179109"/>
            <a:ext cx="366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5" y="931"/>
                </a:lnTo>
                <a:lnTo>
                  <a:pt x="5250" y="1872"/>
                </a:lnTo>
                <a:lnTo>
                  <a:pt x="7776" y="2830"/>
                </a:lnTo>
                <a:lnTo>
                  <a:pt x="10237" y="3821"/>
                </a:lnTo>
                <a:lnTo>
                  <a:pt x="12630" y="4853"/>
                </a:lnTo>
                <a:lnTo>
                  <a:pt x="14950" y="5935"/>
                </a:lnTo>
                <a:lnTo>
                  <a:pt x="17201" y="7080"/>
                </a:lnTo>
                <a:lnTo>
                  <a:pt x="19379" y="8299"/>
                </a:lnTo>
                <a:lnTo>
                  <a:pt x="21480" y="9600"/>
                </a:lnTo>
                <a:lnTo>
                  <a:pt x="21600" y="11222"/>
                </a:lnTo>
                <a:lnTo>
                  <a:pt x="21501" y="12773"/>
                </a:lnTo>
                <a:lnTo>
                  <a:pt x="21196" y="14270"/>
                </a:lnTo>
                <a:lnTo>
                  <a:pt x="20702" y="15734"/>
                </a:lnTo>
                <a:lnTo>
                  <a:pt x="20036" y="17182"/>
                </a:lnTo>
                <a:lnTo>
                  <a:pt x="19220" y="18629"/>
                </a:lnTo>
                <a:lnTo>
                  <a:pt x="18262" y="20095"/>
                </a:lnTo>
                <a:lnTo>
                  <a:pt x="17184" y="21600"/>
                </a:lnTo>
                <a:lnTo>
                  <a:pt x="14653" y="21019"/>
                </a:lnTo>
                <a:lnTo>
                  <a:pt x="12914" y="20578"/>
                </a:lnTo>
                <a:lnTo>
                  <a:pt x="11161" y="20045"/>
                </a:lnTo>
                <a:lnTo>
                  <a:pt x="8592" y="19200"/>
                </a:lnTo>
                <a:lnTo>
                  <a:pt x="8334" y="17342"/>
                </a:lnTo>
                <a:lnTo>
                  <a:pt x="8205" y="16039"/>
                </a:lnTo>
                <a:lnTo>
                  <a:pt x="8205" y="14945"/>
                </a:lnTo>
                <a:lnTo>
                  <a:pt x="8334" y="13714"/>
                </a:lnTo>
                <a:lnTo>
                  <a:pt x="8592" y="12000"/>
                </a:lnTo>
                <a:lnTo>
                  <a:pt x="5752" y="12000"/>
                </a:lnTo>
                <a:lnTo>
                  <a:pt x="2895" y="12000"/>
                </a:lnTo>
                <a:lnTo>
                  <a:pt x="0" y="12000"/>
                </a:lnTo>
                <a:lnTo>
                  <a:pt x="0" y="10303"/>
                </a:lnTo>
                <a:lnTo>
                  <a:pt x="0" y="8604"/>
                </a:lnTo>
                <a:lnTo>
                  <a:pt x="0" y="6900"/>
                </a:lnTo>
                <a:lnTo>
                  <a:pt x="0" y="5189"/>
                </a:lnTo>
                <a:lnTo>
                  <a:pt x="0" y="3470"/>
                </a:lnTo>
                <a:lnTo>
                  <a:pt x="0" y="1742"/>
                </a:lnTo>
                <a:lnTo>
                  <a:pt x="0" y="0"/>
                </a:lnTo>
                <a:close/>
              </a:path>
            </a:pathLst>
          </a:custGeom>
          <a:solidFill>
            <a:srgbClr val="C7E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4" name="contour_10482"/>
          <p:cNvSpPr/>
          <p:nvPr/>
        </p:nvSpPr>
        <p:spPr>
          <a:xfrm>
            <a:off x="4448762" y="2142699"/>
            <a:ext cx="87456" cy="29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84"/>
                </a:moveTo>
                <a:lnTo>
                  <a:pt x="21244" y="8595"/>
                </a:lnTo>
                <a:lnTo>
                  <a:pt x="20885" y="11816"/>
                </a:lnTo>
                <a:lnTo>
                  <a:pt x="20527" y="15049"/>
                </a:lnTo>
                <a:lnTo>
                  <a:pt x="20165" y="18308"/>
                </a:lnTo>
                <a:lnTo>
                  <a:pt x="19800" y="21600"/>
                </a:lnTo>
                <a:lnTo>
                  <a:pt x="19404" y="21351"/>
                </a:lnTo>
                <a:lnTo>
                  <a:pt x="18211" y="20605"/>
                </a:lnTo>
                <a:lnTo>
                  <a:pt x="17001" y="19870"/>
                </a:lnTo>
                <a:lnTo>
                  <a:pt x="15790" y="19151"/>
                </a:lnTo>
                <a:lnTo>
                  <a:pt x="14580" y="18443"/>
                </a:lnTo>
                <a:lnTo>
                  <a:pt x="13367" y="17751"/>
                </a:lnTo>
                <a:lnTo>
                  <a:pt x="12155" y="17070"/>
                </a:lnTo>
                <a:lnTo>
                  <a:pt x="10942" y="16400"/>
                </a:lnTo>
                <a:lnTo>
                  <a:pt x="9729" y="15741"/>
                </a:lnTo>
                <a:lnTo>
                  <a:pt x="8516" y="15092"/>
                </a:lnTo>
                <a:lnTo>
                  <a:pt x="7301" y="14454"/>
                </a:lnTo>
                <a:lnTo>
                  <a:pt x="6086" y="13822"/>
                </a:lnTo>
                <a:lnTo>
                  <a:pt x="4869" y="13205"/>
                </a:lnTo>
                <a:lnTo>
                  <a:pt x="3652" y="12589"/>
                </a:lnTo>
                <a:lnTo>
                  <a:pt x="2435" y="11984"/>
                </a:lnTo>
                <a:lnTo>
                  <a:pt x="1219" y="11384"/>
                </a:lnTo>
                <a:lnTo>
                  <a:pt x="0" y="10789"/>
                </a:lnTo>
                <a:lnTo>
                  <a:pt x="0" y="8108"/>
                </a:lnTo>
                <a:lnTo>
                  <a:pt x="0" y="5384"/>
                </a:lnTo>
                <a:lnTo>
                  <a:pt x="2529" y="4189"/>
                </a:lnTo>
                <a:lnTo>
                  <a:pt x="4770" y="3141"/>
                </a:lnTo>
                <a:lnTo>
                  <a:pt x="6746" y="2243"/>
                </a:lnTo>
                <a:lnTo>
                  <a:pt x="8487" y="1492"/>
                </a:lnTo>
                <a:lnTo>
                  <a:pt x="10019" y="897"/>
                </a:lnTo>
                <a:lnTo>
                  <a:pt x="11365" y="449"/>
                </a:lnTo>
                <a:lnTo>
                  <a:pt x="12555" y="146"/>
                </a:lnTo>
                <a:lnTo>
                  <a:pt x="13613" y="0"/>
                </a:lnTo>
                <a:lnTo>
                  <a:pt x="14567" y="0"/>
                </a:lnTo>
                <a:lnTo>
                  <a:pt x="15444" y="146"/>
                </a:lnTo>
                <a:lnTo>
                  <a:pt x="16267" y="449"/>
                </a:lnTo>
                <a:lnTo>
                  <a:pt x="17066" y="897"/>
                </a:lnTo>
                <a:lnTo>
                  <a:pt x="17865" y="1492"/>
                </a:lnTo>
                <a:lnTo>
                  <a:pt x="18693" y="2243"/>
                </a:lnTo>
                <a:lnTo>
                  <a:pt x="19573" y="3141"/>
                </a:lnTo>
                <a:lnTo>
                  <a:pt x="20533" y="4189"/>
                </a:lnTo>
                <a:lnTo>
                  <a:pt x="21600" y="5384"/>
                </a:lnTo>
                <a:close/>
              </a:path>
            </a:pathLst>
          </a:custGeom>
          <a:solidFill>
            <a:srgbClr val="8BB8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5" name="contour_10483"/>
          <p:cNvSpPr/>
          <p:nvPr/>
        </p:nvSpPr>
        <p:spPr>
          <a:xfrm>
            <a:off x="4725705" y="2135382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1B4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6" name="contour_10484"/>
          <p:cNvSpPr/>
          <p:nvPr/>
        </p:nvSpPr>
        <p:spPr>
          <a:xfrm>
            <a:off x="10315595" y="2128006"/>
            <a:ext cx="109320" cy="298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618"/>
                </a:moveTo>
                <a:lnTo>
                  <a:pt x="21600" y="13235"/>
                </a:lnTo>
                <a:lnTo>
                  <a:pt x="21600" y="15895"/>
                </a:lnTo>
                <a:lnTo>
                  <a:pt x="20680" y="15832"/>
                </a:lnTo>
                <a:lnTo>
                  <a:pt x="19754" y="15774"/>
                </a:lnTo>
                <a:lnTo>
                  <a:pt x="18815" y="15711"/>
                </a:lnTo>
                <a:lnTo>
                  <a:pt x="17914" y="15674"/>
                </a:lnTo>
                <a:lnTo>
                  <a:pt x="17012" y="15637"/>
                </a:lnTo>
                <a:lnTo>
                  <a:pt x="16111" y="15600"/>
                </a:lnTo>
                <a:lnTo>
                  <a:pt x="15209" y="15568"/>
                </a:lnTo>
                <a:lnTo>
                  <a:pt x="14299" y="15499"/>
                </a:lnTo>
                <a:lnTo>
                  <a:pt x="13373" y="15431"/>
                </a:lnTo>
                <a:lnTo>
                  <a:pt x="12501" y="15404"/>
                </a:lnTo>
                <a:lnTo>
                  <a:pt x="11615" y="15378"/>
                </a:lnTo>
                <a:lnTo>
                  <a:pt x="10810" y="15336"/>
                </a:lnTo>
                <a:lnTo>
                  <a:pt x="9994" y="15294"/>
                </a:lnTo>
                <a:lnTo>
                  <a:pt x="9189" y="15726"/>
                </a:lnTo>
                <a:lnTo>
                  <a:pt x="8630" y="16481"/>
                </a:lnTo>
                <a:lnTo>
                  <a:pt x="8054" y="18112"/>
                </a:lnTo>
                <a:lnTo>
                  <a:pt x="7200" y="21173"/>
                </a:lnTo>
                <a:lnTo>
                  <a:pt x="6178" y="21468"/>
                </a:lnTo>
                <a:lnTo>
                  <a:pt x="5452" y="21600"/>
                </a:lnTo>
                <a:lnTo>
                  <a:pt x="4679" y="21600"/>
                </a:lnTo>
                <a:lnTo>
                  <a:pt x="3511" y="21500"/>
                </a:lnTo>
                <a:lnTo>
                  <a:pt x="3017" y="21468"/>
                </a:lnTo>
                <a:lnTo>
                  <a:pt x="1525" y="21357"/>
                </a:lnTo>
                <a:lnTo>
                  <a:pt x="768" y="21268"/>
                </a:lnTo>
                <a:lnTo>
                  <a:pt x="0" y="21173"/>
                </a:lnTo>
                <a:lnTo>
                  <a:pt x="752" y="17932"/>
                </a:lnTo>
                <a:lnTo>
                  <a:pt x="1486" y="14993"/>
                </a:lnTo>
                <a:lnTo>
                  <a:pt x="2216" y="12338"/>
                </a:lnTo>
                <a:lnTo>
                  <a:pt x="2953" y="9953"/>
                </a:lnTo>
                <a:lnTo>
                  <a:pt x="3712" y="7832"/>
                </a:lnTo>
                <a:lnTo>
                  <a:pt x="4503" y="5963"/>
                </a:lnTo>
                <a:lnTo>
                  <a:pt x="5341" y="4333"/>
                </a:lnTo>
                <a:lnTo>
                  <a:pt x="6237" y="2934"/>
                </a:lnTo>
                <a:lnTo>
                  <a:pt x="7203" y="1752"/>
                </a:lnTo>
                <a:lnTo>
                  <a:pt x="8253" y="781"/>
                </a:lnTo>
                <a:lnTo>
                  <a:pt x="9399" y="0"/>
                </a:lnTo>
                <a:lnTo>
                  <a:pt x="10367" y="106"/>
                </a:lnTo>
                <a:lnTo>
                  <a:pt x="11331" y="359"/>
                </a:lnTo>
                <a:lnTo>
                  <a:pt x="12295" y="755"/>
                </a:lnTo>
                <a:lnTo>
                  <a:pt x="13254" y="1282"/>
                </a:lnTo>
                <a:lnTo>
                  <a:pt x="14207" y="1937"/>
                </a:lnTo>
                <a:lnTo>
                  <a:pt x="15156" y="2702"/>
                </a:lnTo>
                <a:lnTo>
                  <a:pt x="16101" y="3578"/>
                </a:lnTo>
                <a:lnTo>
                  <a:pt x="17037" y="4554"/>
                </a:lnTo>
                <a:lnTo>
                  <a:pt x="17967" y="5620"/>
                </a:lnTo>
                <a:lnTo>
                  <a:pt x="18888" y="6766"/>
                </a:lnTo>
                <a:lnTo>
                  <a:pt x="19801" y="7985"/>
                </a:lnTo>
                <a:lnTo>
                  <a:pt x="20706" y="9272"/>
                </a:lnTo>
                <a:lnTo>
                  <a:pt x="21600" y="10618"/>
                </a:lnTo>
                <a:close/>
              </a:path>
            </a:pathLst>
          </a:custGeom>
          <a:solidFill>
            <a:srgbClr val="EC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7" name="contour_10485"/>
          <p:cNvSpPr/>
          <p:nvPr/>
        </p:nvSpPr>
        <p:spPr>
          <a:xfrm>
            <a:off x="5592976" y="2106230"/>
            <a:ext cx="58304" cy="612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424"/>
                </a:lnTo>
                <a:lnTo>
                  <a:pt x="14367" y="848"/>
                </a:lnTo>
                <a:lnTo>
                  <a:pt x="16160" y="1275"/>
                </a:lnTo>
                <a:lnTo>
                  <a:pt x="17960" y="1704"/>
                </a:lnTo>
                <a:lnTo>
                  <a:pt x="19772" y="2135"/>
                </a:lnTo>
                <a:lnTo>
                  <a:pt x="21600" y="2570"/>
                </a:lnTo>
                <a:lnTo>
                  <a:pt x="21022" y="4304"/>
                </a:lnTo>
                <a:lnTo>
                  <a:pt x="20434" y="6015"/>
                </a:lnTo>
                <a:lnTo>
                  <a:pt x="19829" y="7704"/>
                </a:lnTo>
                <a:lnTo>
                  <a:pt x="19197" y="9374"/>
                </a:lnTo>
                <a:lnTo>
                  <a:pt x="18536" y="11021"/>
                </a:lnTo>
                <a:lnTo>
                  <a:pt x="17836" y="12650"/>
                </a:lnTo>
                <a:lnTo>
                  <a:pt x="17091" y="14264"/>
                </a:lnTo>
                <a:lnTo>
                  <a:pt x="16292" y="15860"/>
                </a:lnTo>
                <a:lnTo>
                  <a:pt x="15431" y="17440"/>
                </a:lnTo>
                <a:lnTo>
                  <a:pt x="14502" y="19005"/>
                </a:lnTo>
                <a:lnTo>
                  <a:pt x="13500" y="20557"/>
                </a:lnTo>
                <a:lnTo>
                  <a:pt x="11497" y="21127"/>
                </a:lnTo>
                <a:lnTo>
                  <a:pt x="9580" y="21466"/>
                </a:lnTo>
                <a:lnTo>
                  <a:pt x="7711" y="21600"/>
                </a:lnTo>
                <a:lnTo>
                  <a:pt x="5854" y="21551"/>
                </a:lnTo>
                <a:lnTo>
                  <a:pt x="3974" y="21346"/>
                </a:lnTo>
                <a:lnTo>
                  <a:pt x="2036" y="21006"/>
                </a:lnTo>
                <a:lnTo>
                  <a:pt x="0" y="20557"/>
                </a:lnTo>
                <a:lnTo>
                  <a:pt x="586" y="20575"/>
                </a:lnTo>
                <a:lnTo>
                  <a:pt x="2362" y="20626"/>
                </a:lnTo>
                <a:lnTo>
                  <a:pt x="4352" y="20451"/>
                </a:lnTo>
                <a:lnTo>
                  <a:pt x="6062" y="20194"/>
                </a:lnTo>
                <a:lnTo>
                  <a:pt x="7619" y="19760"/>
                </a:lnTo>
                <a:lnTo>
                  <a:pt x="9153" y="19056"/>
                </a:lnTo>
                <a:lnTo>
                  <a:pt x="10800" y="17987"/>
                </a:lnTo>
                <a:lnTo>
                  <a:pt x="11070" y="16176"/>
                </a:lnTo>
                <a:lnTo>
                  <a:pt x="11256" y="14374"/>
                </a:lnTo>
                <a:lnTo>
                  <a:pt x="11372" y="12581"/>
                </a:lnTo>
                <a:lnTo>
                  <a:pt x="11424" y="10792"/>
                </a:lnTo>
                <a:lnTo>
                  <a:pt x="11416" y="9006"/>
                </a:lnTo>
                <a:lnTo>
                  <a:pt x="11359" y="7218"/>
                </a:lnTo>
                <a:lnTo>
                  <a:pt x="11262" y="5427"/>
                </a:lnTo>
                <a:lnTo>
                  <a:pt x="11132" y="3628"/>
                </a:lnTo>
                <a:lnTo>
                  <a:pt x="10976" y="1819"/>
                </a:lnTo>
                <a:lnTo>
                  <a:pt x="10800" y="0"/>
                </a:lnTo>
                <a:close/>
              </a:path>
            </a:pathLst>
          </a:custGeom>
          <a:solidFill>
            <a:srgbClr val="D3D8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8" name="contour_10486"/>
          <p:cNvSpPr/>
          <p:nvPr/>
        </p:nvSpPr>
        <p:spPr>
          <a:xfrm>
            <a:off x="2364396" y="211351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125" y="2376"/>
                </a:lnTo>
                <a:lnTo>
                  <a:pt x="20650" y="4756"/>
                </a:lnTo>
                <a:lnTo>
                  <a:pt x="20174" y="7135"/>
                </a:lnTo>
                <a:lnTo>
                  <a:pt x="19695" y="9522"/>
                </a:lnTo>
                <a:lnTo>
                  <a:pt x="19215" y="11916"/>
                </a:lnTo>
                <a:lnTo>
                  <a:pt x="18736" y="14321"/>
                </a:lnTo>
                <a:lnTo>
                  <a:pt x="18252" y="16733"/>
                </a:lnTo>
                <a:lnTo>
                  <a:pt x="17768" y="19159"/>
                </a:lnTo>
                <a:lnTo>
                  <a:pt x="17280" y="21600"/>
                </a:lnTo>
                <a:lnTo>
                  <a:pt x="14429" y="21006"/>
                </a:lnTo>
                <a:lnTo>
                  <a:pt x="11573" y="20412"/>
                </a:lnTo>
                <a:lnTo>
                  <a:pt x="8705" y="19814"/>
                </a:lnTo>
                <a:lnTo>
                  <a:pt x="5823" y="19213"/>
                </a:lnTo>
                <a:lnTo>
                  <a:pt x="2925" y="18608"/>
                </a:lnTo>
                <a:lnTo>
                  <a:pt x="0" y="18000"/>
                </a:lnTo>
                <a:lnTo>
                  <a:pt x="1257" y="13388"/>
                </a:lnTo>
                <a:lnTo>
                  <a:pt x="2259" y="9871"/>
                </a:lnTo>
                <a:lnTo>
                  <a:pt x="3115" y="7243"/>
                </a:lnTo>
                <a:lnTo>
                  <a:pt x="3914" y="5288"/>
                </a:lnTo>
                <a:lnTo>
                  <a:pt x="4769" y="3798"/>
                </a:lnTo>
                <a:lnTo>
                  <a:pt x="5772" y="2560"/>
                </a:lnTo>
                <a:lnTo>
                  <a:pt x="7029" y="1364"/>
                </a:lnTo>
                <a:lnTo>
                  <a:pt x="8640" y="0"/>
                </a:lnTo>
                <a:close/>
              </a:path>
            </a:pathLst>
          </a:custGeom>
          <a:solidFill>
            <a:srgbClr val="1414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89" name="contour_10487"/>
          <p:cNvSpPr/>
          <p:nvPr/>
        </p:nvSpPr>
        <p:spPr>
          <a:xfrm>
            <a:off x="4784009" y="2120806"/>
            <a:ext cx="72880" cy="24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19991" y="7069"/>
                </a:lnTo>
                <a:lnTo>
                  <a:pt x="18781" y="12179"/>
                </a:lnTo>
                <a:lnTo>
                  <a:pt x="17842" y="15714"/>
                </a:lnTo>
                <a:lnTo>
                  <a:pt x="17040" y="18040"/>
                </a:lnTo>
                <a:lnTo>
                  <a:pt x="16250" y="19547"/>
                </a:lnTo>
                <a:lnTo>
                  <a:pt x="15336" y="20608"/>
                </a:lnTo>
                <a:lnTo>
                  <a:pt x="14174" y="21600"/>
                </a:lnTo>
                <a:lnTo>
                  <a:pt x="13059" y="21556"/>
                </a:lnTo>
                <a:lnTo>
                  <a:pt x="11938" y="21505"/>
                </a:lnTo>
                <a:lnTo>
                  <a:pt x="10800" y="21454"/>
                </a:lnTo>
                <a:lnTo>
                  <a:pt x="10303" y="21479"/>
                </a:lnTo>
                <a:lnTo>
                  <a:pt x="9428" y="21511"/>
                </a:lnTo>
                <a:lnTo>
                  <a:pt x="7426" y="21600"/>
                </a:lnTo>
                <a:lnTo>
                  <a:pt x="6264" y="20608"/>
                </a:lnTo>
                <a:lnTo>
                  <a:pt x="5350" y="19547"/>
                </a:lnTo>
                <a:lnTo>
                  <a:pt x="4560" y="18040"/>
                </a:lnTo>
                <a:lnTo>
                  <a:pt x="3758" y="15714"/>
                </a:lnTo>
                <a:lnTo>
                  <a:pt x="2819" y="12179"/>
                </a:lnTo>
                <a:lnTo>
                  <a:pt x="1609" y="7069"/>
                </a:lnTo>
                <a:lnTo>
                  <a:pt x="0" y="0"/>
                </a:lnTo>
                <a:close/>
              </a:path>
            </a:pathLst>
          </a:custGeom>
          <a:solidFill>
            <a:srgbClr val="CAE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0" name="contour_10488"/>
          <p:cNvSpPr/>
          <p:nvPr/>
        </p:nvSpPr>
        <p:spPr>
          <a:xfrm>
            <a:off x="5513260" y="2104808"/>
            <a:ext cx="65140" cy="311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33" y="0"/>
                </a:moveTo>
                <a:lnTo>
                  <a:pt x="8072" y="56"/>
                </a:lnTo>
                <a:lnTo>
                  <a:pt x="9410" y="136"/>
                </a:lnTo>
                <a:lnTo>
                  <a:pt x="10747" y="237"/>
                </a:lnTo>
                <a:lnTo>
                  <a:pt x="12086" y="354"/>
                </a:lnTo>
                <a:lnTo>
                  <a:pt x="12770" y="389"/>
                </a:lnTo>
                <a:lnTo>
                  <a:pt x="14845" y="495"/>
                </a:lnTo>
                <a:lnTo>
                  <a:pt x="16535" y="591"/>
                </a:lnTo>
                <a:lnTo>
                  <a:pt x="18224" y="712"/>
                </a:lnTo>
                <a:lnTo>
                  <a:pt x="19911" y="843"/>
                </a:lnTo>
                <a:lnTo>
                  <a:pt x="21600" y="985"/>
                </a:lnTo>
                <a:lnTo>
                  <a:pt x="21213" y="4621"/>
                </a:lnTo>
                <a:lnTo>
                  <a:pt x="20894" y="7227"/>
                </a:lnTo>
                <a:lnTo>
                  <a:pt x="20527" y="9530"/>
                </a:lnTo>
                <a:lnTo>
                  <a:pt x="19995" y="12257"/>
                </a:lnTo>
                <a:lnTo>
                  <a:pt x="19183" y="16136"/>
                </a:lnTo>
                <a:lnTo>
                  <a:pt x="17571" y="17580"/>
                </a:lnTo>
                <a:lnTo>
                  <a:pt x="16397" y="18514"/>
                </a:lnTo>
                <a:lnTo>
                  <a:pt x="15317" y="19135"/>
                </a:lnTo>
                <a:lnTo>
                  <a:pt x="13995" y="19646"/>
                </a:lnTo>
                <a:lnTo>
                  <a:pt x="12086" y="20241"/>
                </a:lnTo>
                <a:lnTo>
                  <a:pt x="10814" y="20691"/>
                </a:lnTo>
                <a:lnTo>
                  <a:pt x="9539" y="21140"/>
                </a:lnTo>
                <a:lnTo>
                  <a:pt x="8243" y="21600"/>
                </a:lnTo>
                <a:lnTo>
                  <a:pt x="6481" y="21363"/>
                </a:lnTo>
                <a:lnTo>
                  <a:pt x="5259" y="20994"/>
                </a:lnTo>
                <a:lnTo>
                  <a:pt x="4256" y="20272"/>
                </a:lnTo>
                <a:lnTo>
                  <a:pt x="3159" y="18954"/>
                </a:lnTo>
                <a:lnTo>
                  <a:pt x="1653" y="16827"/>
                </a:lnTo>
                <a:lnTo>
                  <a:pt x="614" y="13419"/>
                </a:lnTo>
                <a:lnTo>
                  <a:pt x="111" y="11095"/>
                </a:lnTo>
                <a:lnTo>
                  <a:pt x="0" y="8793"/>
                </a:lnTo>
                <a:lnTo>
                  <a:pt x="143" y="5444"/>
                </a:lnTo>
                <a:lnTo>
                  <a:pt x="1213" y="3257"/>
                </a:lnTo>
                <a:lnTo>
                  <a:pt x="2093" y="1884"/>
                </a:lnTo>
                <a:lnTo>
                  <a:pt x="3096" y="1056"/>
                </a:lnTo>
                <a:lnTo>
                  <a:pt x="4536" y="515"/>
                </a:lnTo>
                <a:lnTo>
                  <a:pt x="6733" y="0"/>
                </a:lnTo>
                <a:close/>
              </a:path>
            </a:pathLst>
          </a:custGeom>
          <a:solidFill>
            <a:srgbClr val="3E3D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1" name="contour_10489"/>
          <p:cNvSpPr/>
          <p:nvPr/>
        </p:nvSpPr>
        <p:spPr>
          <a:xfrm>
            <a:off x="3705386" y="210623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926" y="1817"/>
                </a:lnTo>
                <a:lnTo>
                  <a:pt x="20239" y="3635"/>
                </a:lnTo>
                <a:lnTo>
                  <a:pt x="19535" y="5446"/>
                </a:lnTo>
                <a:lnTo>
                  <a:pt x="18818" y="7258"/>
                </a:lnTo>
                <a:lnTo>
                  <a:pt x="18092" y="9066"/>
                </a:lnTo>
                <a:lnTo>
                  <a:pt x="17440" y="10751"/>
                </a:lnTo>
                <a:lnTo>
                  <a:pt x="16783" y="12445"/>
                </a:lnTo>
                <a:lnTo>
                  <a:pt x="16114" y="14163"/>
                </a:lnTo>
                <a:lnTo>
                  <a:pt x="14908" y="15783"/>
                </a:lnTo>
                <a:lnTo>
                  <a:pt x="13807" y="16999"/>
                </a:lnTo>
                <a:lnTo>
                  <a:pt x="12528" y="17947"/>
                </a:lnTo>
                <a:lnTo>
                  <a:pt x="10791" y="18749"/>
                </a:lnTo>
                <a:lnTo>
                  <a:pt x="8312" y="19539"/>
                </a:lnTo>
                <a:lnTo>
                  <a:pt x="4808" y="20446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CAB3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2" name="contour_10490"/>
          <p:cNvSpPr/>
          <p:nvPr/>
        </p:nvSpPr>
        <p:spPr>
          <a:xfrm>
            <a:off x="7837678" y="2082944"/>
            <a:ext cx="51016" cy="597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47" y="0"/>
                </a:moveTo>
                <a:lnTo>
                  <a:pt x="10899" y="45"/>
                </a:lnTo>
                <a:lnTo>
                  <a:pt x="14077" y="185"/>
                </a:lnTo>
                <a:lnTo>
                  <a:pt x="15139" y="219"/>
                </a:lnTo>
                <a:lnTo>
                  <a:pt x="18332" y="329"/>
                </a:lnTo>
                <a:lnTo>
                  <a:pt x="19955" y="419"/>
                </a:lnTo>
                <a:lnTo>
                  <a:pt x="21600" y="514"/>
                </a:lnTo>
                <a:lnTo>
                  <a:pt x="20159" y="970"/>
                </a:lnTo>
                <a:lnTo>
                  <a:pt x="18693" y="1431"/>
                </a:lnTo>
                <a:lnTo>
                  <a:pt x="16854" y="2536"/>
                </a:lnTo>
                <a:lnTo>
                  <a:pt x="15524" y="3643"/>
                </a:lnTo>
                <a:lnTo>
                  <a:pt x="14565" y="4829"/>
                </a:lnTo>
                <a:lnTo>
                  <a:pt x="13839" y="6165"/>
                </a:lnTo>
                <a:lnTo>
                  <a:pt x="13207" y="7723"/>
                </a:lnTo>
                <a:lnTo>
                  <a:pt x="12534" y="9576"/>
                </a:lnTo>
                <a:lnTo>
                  <a:pt x="11615" y="11613"/>
                </a:lnTo>
                <a:lnTo>
                  <a:pt x="10670" y="13382"/>
                </a:lnTo>
                <a:lnTo>
                  <a:pt x="9661" y="14921"/>
                </a:lnTo>
                <a:lnTo>
                  <a:pt x="8551" y="16271"/>
                </a:lnTo>
                <a:lnTo>
                  <a:pt x="7295" y="17472"/>
                </a:lnTo>
                <a:lnTo>
                  <a:pt x="5851" y="18566"/>
                </a:lnTo>
                <a:lnTo>
                  <a:pt x="4184" y="19592"/>
                </a:lnTo>
                <a:lnTo>
                  <a:pt x="2246" y="20588"/>
                </a:lnTo>
                <a:lnTo>
                  <a:pt x="0" y="21600"/>
                </a:lnTo>
                <a:lnTo>
                  <a:pt x="265" y="20082"/>
                </a:lnTo>
                <a:lnTo>
                  <a:pt x="531" y="18566"/>
                </a:lnTo>
                <a:lnTo>
                  <a:pt x="802" y="17051"/>
                </a:lnTo>
                <a:lnTo>
                  <a:pt x="1074" y="15535"/>
                </a:lnTo>
                <a:lnTo>
                  <a:pt x="1348" y="14022"/>
                </a:lnTo>
                <a:lnTo>
                  <a:pt x="1463" y="13395"/>
                </a:lnTo>
                <a:lnTo>
                  <a:pt x="1660" y="12291"/>
                </a:lnTo>
                <a:lnTo>
                  <a:pt x="2108" y="9760"/>
                </a:lnTo>
                <a:lnTo>
                  <a:pt x="2944" y="6431"/>
                </a:lnTo>
                <a:lnTo>
                  <a:pt x="3641" y="4030"/>
                </a:lnTo>
                <a:lnTo>
                  <a:pt x="4342" y="2391"/>
                </a:lnTo>
                <a:lnTo>
                  <a:pt x="5175" y="1336"/>
                </a:lnTo>
                <a:lnTo>
                  <a:pt x="6283" y="701"/>
                </a:lnTo>
                <a:lnTo>
                  <a:pt x="7795" y="311"/>
                </a:lnTo>
                <a:lnTo>
                  <a:pt x="9847" y="0"/>
                </a:lnTo>
                <a:close/>
              </a:path>
            </a:pathLst>
          </a:custGeom>
          <a:solidFill>
            <a:srgbClr val="EB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3" name="contour_10491"/>
          <p:cNvSpPr/>
          <p:nvPr/>
        </p:nvSpPr>
        <p:spPr>
          <a:xfrm>
            <a:off x="1263909" y="205521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4157" y="1861"/>
                </a:lnTo>
                <a:lnTo>
                  <a:pt x="15172" y="3607"/>
                </a:lnTo>
                <a:lnTo>
                  <a:pt x="16044" y="5311"/>
                </a:lnTo>
                <a:lnTo>
                  <a:pt x="16800" y="7035"/>
                </a:lnTo>
                <a:lnTo>
                  <a:pt x="17470" y="8844"/>
                </a:lnTo>
                <a:lnTo>
                  <a:pt x="18092" y="10800"/>
                </a:lnTo>
                <a:lnTo>
                  <a:pt x="18619" y="12349"/>
                </a:lnTo>
                <a:lnTo>
                  <a:pt x="19164" y="13923"/>
                </a:lnTo>
                <a:lnTo>
                  <a:pt x="19799" y="15836"/>
                </a:lnTo>
                <a:lnTo>
                  <a:pt x="20416" y="17755"/>
                </a:lnTo>
                <a:lnTo>
                  <a:pt x="21012" y="19678"/>
                </a:lnTo>
                <a:lnTo>
                  <a:pt x="21600" y="21600"/>
                </a:lnTo>
                <a:lnTo>
                  <a:pt x="18749" y="21600"/>
                </a:lnTo>
                <a:lnTo>
                  <a:pt x="15893" y="21600"/>
                </a:lnTo>
                <a:lnTo>
                  <a:pt x="13025" y="21600"/>
                </a:lnTo>
                <a:lnTo>
                  <a:pt x="10143" y="21600"/>
                </a:lnTo>
                <a:lnTo>
                  <a:pt x="7245" y="21600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2624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4" name="contour_10492"/>
          <p:cNvSpPr/>
          <p:nvPr/>
        </p:nvSpPr>
        <p:spPr>
          <a:xfrm>
            <a:off x="7130742" y="2047926"/>
            <a:ext cx="58304" cy="37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0"/>
                </a:lnTo>
                <a:lnTo>
                  <a:pt x="6445" y="0"/>
                </a:lnTo>
                <a:lnTo>
                  <a:pt x="8319" y="0"/>
                </a:lnTo>
                <a:lnTo>
                  <a:pt x="10195" y="0"/>
                </a:lnTo>
                <a:lnTo>
                  <a:pt x="12080" y="0"/>
                </a:lnTo>
                <a:lnTo>
                  <a:pt x="13967" y="0"/>
                </a:lnTo>
                <a:lnTo>
                  <a:pt x="15862" y="0"/>
                </a:lnTo>
                <a:lnTo>
                  <a:pt x="17766" y="0"/>
                </a:lnTo>
                <a:lnTo>
                  <a:pt x="19678" y="0"/>
                </a:lnTo>
                <a:lnTo>
                  <a:pt x="21600" y="0"/>
                </a:lnTo>
                <a:lnTo>
                  <a:pt x="21600" y="2759"/>
                </a:lnTo>
                <a:lnTo>
                  <a:pt x="21600" y="5536"/>
                </a:lnTo>
                <a:lnTo>
                  <a:pt x="21600" y="8349"/>
                </a:lnTo>
                <a:lnTo>
                  <a:pt x="19815" y="8349"/>
                </a:lnTo>
                <a:lnTo>
                  <a:pt x="18020" y="8349"/>
                </a:lnTo>
                <a:lnTo>
                  <a:pt x="16200" y="8349"/>
                </a:lnTo>
                <a:lnTo>
                  <a:pt x="15922" y="10420"/>
                </a:lnTo>
                <a:lnTo>
                  <a:pt x="15641" y="12499"/>
                </a:lnTo>
                <a:lnTo>
                  <a:pt x="15358" y="14612"/>
                </a:lnTo>
                <a:lnTo>
                  <a:pt x="14745" y="16682"/>
                </a:lnTo>
                <a:lnTo>
                  <a:pt x="14126" y="18761"/>
                </a:lnTo>
                <a:lnTo>
                  <a:pt x="13500" y="20874"/>
                </a:lnTo>
                <a:lnTo>
                  <a:pt x="11559" y="21287"/>
                </a:lnTo>
                <a:lnTo>
                  <a:pt x="9634" y="21521"/>
                </a:lnTo>
                <a:lnTo>
                  <a:pt x="7717" y="21600"/>
                </a:lnTo>
                <a:lnTo>
                  <a:pt x="5802" y="21546"/>
                </a:lnTo>
                <a:lnTo>
                  <a:pt x="3883" y="21391"/>
                </a:lnTo>
                <a:lnTo>
                  <a:pt x="1949" y="21157"/>
                </a:lnTo>
                <a:lnTo>
                  <a:pt x="0" y="20874"/>
                </a:lnTo>
                <a:lnTo>
                  <a:pt x="1372" y="20105"/>
                </a:lnTo>
                <a:lnTo>
                  <a:pt x="2762" y="19325"/>
                </a:lnTo>
                <a:lnTo>
                  <a:pt x="4072" y="18022"/>
                </a:lnTo>
                <a:lnTo>
                  <a:pt x="5400" y="16699"/>
                </a:lnTo>
                <a:lnTo>
                  <a:pt x="5322" y="13672"/>
                </a:lnTo>
                <a:lnTo>
                  <a:pt x="5060" y="11439"/>
                </a:lnTo>
                <a:lnTo>
                  <a:pt x="4388" y="8091"/>
                </a:lnTo>
                <a:lnTo>
                  <a:pt x="3831" y="5419"/>
                </a:lnTo>
                <a:lnTo>
                  <a:pt x="3267" y="2726"/>
                </a:lnTo>
                <a:lnTo>
                  <a:pt x="2700" y="0"/>
                </a:lnTo>
                <a:close/>
              </a:path>
            </a:pathLst>
          </a:custGeom>
          <a:solidFill>
            <a:srgbClr val="8F90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5" name="contour_10493"/>
          <p:cNvSpPr/>
          <p:nvPr/>
        </p:nvSpPr>
        <p:spPr>
          <a:xfrm>
            <a:off x="1672037" y="2033350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261" y="2376"/>
                </a:lnTo>
                <a:lnTo>
                  <a:pt x="20921" y="4756"/>
                </a:lnTo>
                <a:lnTo>
                  <a:pt x="20582" y="7135"/>
                </a:lnTo>
                <a:lnTo>
                  <a:pt x="20239" y="9522"/>
                </a:lnTo>
                <a:lnTo>
                  <a:pt x="19897" y="11916"/>
                </a:lnTo>
                <a:lnTo>
                  <a:pt x="19554" y="14321"/>
                </a:lnTo>
                <a:lnTo>
                  <a:pt x="19209" y="16733"/>
                </a:lnTo>
                <a:lnTo>
                  <a:pt x="18863" y="19159"/>
                </a:lnTo>
                <a:lnTo>
                  <a:pt x="18514" y="21600"/>
                </a:lnTo>
                <a:lnTo>
                  <a:pt x="16654" y="20682"/>
                </a:lnTo>
                <a:lnTo>
                  <a:pt x="14799" y="19746"/>
                </a:lnTo>
                <a:lnTo>
                  <a:pt x="12948" y="18799"/>
                </a:lnTo>
                <a:lnTo>
                  <a:pt x="11102" y="17842"/>
                </a:lnTo>
                <a:lnTo>
                  <a:pt x="9257" y="16877"/>
                </a:lnTo>
                <a:lnTo>
                  <a:pt x="7535" y="15998"/>
                </a:lnTo>
                <a:lnTo>
                  <a:pt x="5804" y="15113"/>
                </a:lnTo>
                <a:lnTo>
                  <a:pt x="4048" y="14216"/>
                </a:lnTo>
                <a:lnTo>
                  <a:pt x="3453" y="13716"/>
                </a:lnTo>
                <a:lnTo>
                  <a:pt x="2404" y="1283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7E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6" name="contour_10494"/>
          <p:cNvSpPr/>
          <p:nvPr/>
        </p:nvSpPr>
        <p:spPr>
          <a:xfrm>
            <a:off x="4135378" y="2032307"/>
            <a:ext cx="102032" cy="229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983"/>
                </a:moveTo>
                <a:lnTo>
                  <a:pt x="2580" y="405"/>
                </a:lnTo>
                <a:lnTo>
                  <a:pt x="3610" y="89"/>
                </a:lnTo>
                <a:lnTo>
                  <a:pt x="4636" y="0"/>
                </a:lnTo>
                <a:lnTo>
                  <a:pt x="5659" y="103"/>
                </a:lnTo>
                <a:lnTo>
                  <a:pt x="6684" y="371"/>
                </a:lnTo>
                <a:lnTo>
                  <a:pt x="7707" y="749"/>
                </a:lnTo>
                <a:lnTo>
                  <a:pt x="8733" y="1223"/>
                </a:lnTo>
                <a:lnTo>
                  <a:pt x="9763" y="1739"/>
                </a:lnTo>
                <a:lnTo>
                  <a:pt x="10800" y="2275"/>
                </a:lnTo>
                <a:lnTo>
                  <a:pt x="11664" y="2577"/>
                </a:lnTo>
                <a:lnTo>
                  <a:pt x="12534" y="2886"/>
                </a:lnTo>
                <a:lnTo>
                  <a:pt x="13415" y="3196"/>
                </a:lnTo>
                <a:lnTo>
                  <a:pt x="15174" y="3972"/>
                </a:lnTo>
                <a:lnTo>
                  <a:pt x="16470" y="4570"/>
                </a:lnTo>
                <a:lnTo>
                  <a:pt x="17417" y="5086"/>
                </a:lnTo>
                <a:lnTo>
                  <a:pt x="18135" y="5587"/>
                </a:lnTo>
                <a:lnTo>
                  <a:pt x="18735" y="6158"/>
                </a:lnTo>
                <a:lnTo>
                  <a:pt x="19338" y="6893"/>
                </a:lnTo>
                <a:lnTo>
                  <a:pt x="20057" y="7855"/>
                </a:lnTo>
                <a:lnTo>
                  <a:pt x="20660" y="12061"/>
                </a:lnTo>
                <a:lnTo>
                  <a:pt x="21023" y="14893"/>
                </a:lnTo>
                <a:lnTo>
                  <a:pt x="21288" y="17641"/>
                </a:lnTo>
                <a:lnTo>
                  <a:pt x="21600" y="21600"/>
                </a:lnTo>
                <a:lnTo>
                  <a:pt x="20946" y="21229"/>
                </a:lnTo>
                <a:lnTo>
                  <a:pt x="20282" y="20858"/>
                </a:lnTo>
                <a:lnTo>
                  <a:pt x="19281" y="20315"/>
                </a:lnTo>
                <a:lnTo>
                  <a:pt x="18280" y="19786"/>
                </a:lnTo>
                <a:lnTo>
                  <a:pt x="17277" y="19270"/>
                </a:lnTo>
                <a:lnTo>
                  <a:pt x="16276" y="18755"/>
                </a:lnTo>
                <a:lnTo>
                  <a:pt x="15273" y="18246"/>
                </a:lnTo>
                <a:lnTo>
                  <a:pt x="14271" y="17738"/>
                </a:lnTo>
                <a:lnTo>
                  <a:pt x="13242" y="17154"/>
                </a:lnTo>
                <a:lnTo>
                  <a:pt x="12198" y="16569"/>
                </a:lnTo>
                <a:lnTo>
                  <a:pt x="11096" y="16088"/>
                </a:lnTo>
                <a:lnTo>
                  <a:pt x="10035" y="15752"/>
                </a:lnTo>
                <a:lnTo>
                  <a:pt x="9004" y="15566"/>
                </a:lnTo>
                <a:lnTo>
                  <a:pt x="7998" y="15539"/>
                </a:lnTo>
                <a:lnTo>
                  <a:pt x="7011" y="15676"/>
                </a:lnTo>
                <a:lnTo>
                  <a:pt x="6033" y="15978"/>
                </a:lnTo>
                <a:lnTo>
                  <a:pt x="5059" y="16453"/>
                </a:lnTo>
                <a:lnTo>
                  <a:pt x="4082" y="17105"/>
                </a:lnTo>
                <a:lnTo>
                  <a:pt x="3095" y="17944"/>
                </a:lnTo>
                <a:lnTo>
                  <a:pt x="2091" y="18968"/>
                </a:lnTo>
                <a:lnTo>
                  <a:pt x="1061" y="20184"/>
                </a:lnTo>
                <a:lnTo>
                  <a:pt x="0" y="21600"/>
                </a:lnTo>
                <a:lnTo>
                  <a:pt x="105" y="16446"/>
                </a:lnTo>
                <a:lnTo>
                  <a:pt x="238" y="12796"/>
                </a:lnTo>
                <a:lnTo>
                  <a:pt x="472" y="9663"/>
                </a:lnTo>
                <a:lnTo>
                  <a:pt x="883" y="6055"/>
                </a:lnTo>
                <a:lnTo>
                  <a:pt x="1543" y="983"/>
                </a:lnTo>
                <a:close/>
              </a:path>
            </a:pathLst>
          </a:custGeom>
          <a:solidFill>
            <a:srgbClr val="D7DB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7" name="contour_10495"/>
          <p:cNvSpPr/>
          <p:nvPr/>
        </p:nvSpPr>
        <p:spPr>
          <a:xfrm>
            <a:off x="7823102" y="198233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244" y="2138"/>
                </a:lnTo>
                <a:lnTo>
                  <a:pt x="20887" y="4280"/>
                </a:lnTo>
                <a:lnTo>
                  <a:pt x="20531" y="6421"/>
                </a:lnTo>
                <a:lnTo>
                  <a:pt x="20171" y="8566"/>
                </a:lnTo>
                <a:lnTo>
                  <a:pt x="19814" y="10720"/>
                </a:lnTo>
                <a:lnTo>
                  <a:pt x="19454" y="12877"/>
                </a:lnTo>
                <a:lnTo>
                  <a:pt x="19094" y="15043"/>
                </a:lnTo>
                <a:lnTo>
                  <a:pt x="18731" y="17218"/>
                </a:lnTo>
                <a:lnTo>
                  <a:pt x="18367" y="19403"/>
                </a:lnTo>
                <a:lnTo>
                  <a:pt x="18000" y="21600"/>
                </a:lnTo>
                <a:lnTo>
                  <a:pt x="16992" y="21254"/>
                </a:lnTo>
                <a:lnTo>
                  <a:pt x="16049" y="20930"/>
                </a:lnTo>
                <a:lnTo>
                  <a:pt x="14962" y="20560"/>
                </a:lnTo>
                <a:lnTo>
                  <a:pt x="13522" y="20063"/>
                </a:lnTo>
                <a:lnTo>
                  <a:pt x="11516" y="19378"/>
                </a:lnTo>
                <a:lnTo>
                  <a:pt x="8737" y="18425"/>
                </a:lnTo>
                <a:lnTo>
                  <a:pt x="4968" y="17132"/>
                </a:lnTo>
                <a:lnTo>
                  <a:pt x="0" y="15429"/>
                </a:lnTo>
                <a:lnTo>
                  <a:pt x="1782" y="14663"/>
                </a:lnTo>
                <a:lnTo>
                  <a:pt x="3575" y="13898"/>
                </a:lnTo>
                <a:lnTo>
                  <a:pt x="5375" y="13124"/>
                </a:lnTo>
                <a:lnTo>
                  <a:pt x="7200" y="12343"/>
                </a:lnTo>
                <a:lnTo>
                  <a:pt x="7830" y="10399"/>
                </a:lnTo>
                <a:lnTo>
                  <a:pt x="8305" y="8480"/>
                </a:lnTo>
                <a:lnTo>
                  <a:pt x="8662" y="6554"/>
                </a:lnTo>
                <a:lnTo>
                  <a:pt x="8950" y="4601"/>
                </a:lnTo>
                <a:lnTo>
                  <a:pt x="9212" y="2592"/>
                </a:lnTo>
                <a:lnTo>
                  <a:pt x="10001" y="1305"/>
                </a:lnTo>
                <a:lnTo>
                  <a:pt x="10800" y="0"/>
                </a:lnTo>
                <a:close/>
              </a:path>
            </a:pathLst>
          </a:custGeom>
          <a:solidFill>
            <a:srgbClr val="D3D8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8" name="contour_10496"/>
          <p:cNvSpPr/>
          <p:nvPr/>
        </p:nvSpPr>
        <p:spPr>
          <a:xfrm>
            <a:off x="1293061" y="1982334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5" y="0"/>
                </a:lnTo>
                <a:lnTo>
                  <a:pt x="7177" y="0"/>
                </a:lnTo>
                <a:lnTo>
                  <a:pt x="9257" y="0"/>
                </a:lnTo>
                <a:lnTo>
                  <a:pt x="9257" y="1426"/>
                </a:lnTo>
                <a:lnTo>
                  <a:pt x="9257" y="2853"/>
                </a:lnTo>
                <a:lnTo>
                  <a:pt x="9257" y="4288"/>
                </a:lnTo>
                <a:lnTo>
                  <a:pt x="9257" y="5728"/>
                </a:lnTo>
                <a:lnTo>
                  <a:pt x="9257" y="7178"/>
                </a:lnTo>
                <a:lnTo>
                  <a:pt x="9257" y="8640"/>
                </a:lnTo>
                <a:lnTo>
                  <a:pt x="11297" y="8640"/>
                </a:lnTo>
                <a:lnTo>
                  <a:pt x="13349" y="8640"/>
                </a:lnTo>
                <a:lnTo>
                  <a:pt x="15429" y="8640"/>
                </a:lnTo>
                <a:lnTo>
                  <a:pt x="15046" y="9977"/>
                </a:lnTo>
                <a:lnTo>
                  <a:pt x="14663" y="11314"/>
                </a:lnTo>
                <a:lnTo>
                  <a:pt x="14281" y="12655"/>
                </a:lnTo>
                <a:lnTo>
                  <a:pt x="13898" y="13999"/>
                </a:lnTo>
                <a:lnTo>
                  <a:pt x="13512" y="15349"/>
                </a:lnTo>
                <a:lnTo>
                  <a:pt x="13124" y="16705"/>
                </a:lnTo>
                <a:lnTo>
                  <a:pt x="12735" y="18068"/>
                </a:lnTo>
                <a:lnTo>
                  <a:pt x="12343" y="19440"/>
                </a:lnTo>
                <a:lnTo>
                  <a:pt x="14176" y="19868"/>
                </a:lnTo>
                <a:lnTo>
                  <a:pt x="16015" y="20298"/>
                </a:lnTo>
                <a:lnTo>
                  <a:pt x="17860" y="20727"/>
                </a:lnTo>
                <a:lnTo>
                  <a:pt x="19721" y="21162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9257" y="20174"/>
                </a:lnTo>
                <a:lnTo>
                  <a:pt x="9257" y="18747"/>
                </a:lnTo>
                <a:lnTo>
                  <a:pt x="9257" y="17312"/>
                </a:lnTo>
                <a:lnTo>
                  <a:pt x="9257" y="15872"/>
                </a:lnTo>
                <a:lnTo>
                  <a:pt x="9257" y="14422"/>
                </a:lnTo>
                <a:lnTo>
                  <a:pt x="9257" y="12960"/>
                </a:lnTo>
                <a:lnTo>
                  <a:pt x="7424" y="13388"/>
                </a:lnTo>
                <a:lnTo>
                  <a:pt x="5585" y="13818"/>
                </a:lnTo>
                <a:lnTo>
                  <a:pt x="3740" y="14247"/>
                </a:lnTo>
                <a:lnTo>
                  <a:pt x="1879" y="14682"/>
                </a:lnTo>
                <a:lnTo>
                  <a:pt x="0" y="15120"/>
                </a:lnTo>
                <a:lnTo>
                  <a:pt x="0" y="13837"/>
                </a:lnTo>
                <a:lnTo>
                  <a:pt x="0" y="12550"/>
                </a:lnTo>
                <a:lnTo>
                  <a:pt x="0" y="11258"/>
                </a:lnTo>
                <a:lnTo>
                  <a:pt x="0" y="9955"/>
                </a:lnTo>
                <a:lnTo>
                  <a:pt x="0" y="8640"/>
                </a:lnTo>
                <a:lnTo>
                  <a:pt x="2040" y="8640"/>
                </a:lnTo>
                <a:lnTo>
                  <a:pt x="4092" y="8640"/>
                </a:lnTo>
                <a:lnTo>
                  <a:pt x="6171" y="8640"/>
                </a:lnTo>
                <a:lnTo>
                  <a:pt x="5662" y="7214"/>
                </a:lnTo>
                <a:lnTo>
                  <a:pt x="5153" y="5787"/>
                </a:lnTo>
                <a:lnTo>
                  <a:pt x="4641" y="4352"/>
                </a:lnTo>
                <a:lnTo>
                  <a:pt x="4126" y="2912"/>
                </a:lnTo>
                <a:lnTo>
                  <a:pt x="3607" y="1462"/>
                </a:lnTo>
                <a:lnTo>
                  <a:pt x="3086" y="0"/>
                </a:lnTo>
                <a:close/>
              </a:path>
            </a:pathLst>
          </a:custGeom>
          <a:solidFill>
            <a:srgbClr val="1B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499" name="contour_10497"/>
          <p:cNvSpPr/>
          <p:nvPr/>
        </p:nvSpPr>
        <p:spPr>
          <a:xfrm>
            <a:off x="6926679" y="2004198"/>
            <a:ext cx="58304" cy="572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409" y="352"/>
                </a:lnTo>
                <a:lnTo>
                  <a:pt x="8834" y="671"/>
                </a:lnTo>
                <a:lnTo>
                  <a:pt x="10066" y="1090"/>
                </a:lnTo>
                <a:lnTo>
                  <a:pt x="11491" y="1739"/>
                </a:lnTo>
                <a:lnTo>
                  <a:pt x="13500" y="2752"/>
                </a:lnTo>
                <a:lnTo>
                  <a:pt x="13497" y="4411"/>
                </a:lnTo>
                <a:lnTo>
                  <a:pt x="13478" y="6071"/>
                </a:lnTo>
                <a:lnTo>
                  <a:pt x="13438" y="7727"/>
                </a:lnTo>
                <a:lnTo>
                  <a:pt x="13365" y="9387"/>
                </a:lnTo>
                <a:lnTo>
                  <a:pt x="13246" y="11041"/>
                </a:lnTo>
                <a:lnTo>
                  <a:pt x="13457" y="12667"/>
                </a:lnTo>
                <a:lnTo>
                  <a:pt x="13975" y="13851"/>
                </a:lnTo>
                <a:lnTo>
                  <a:pt x="15204" y="15169"/>
                </a:lnTo>
                <a:lnTo>
                  <a:pt x="17550" y="17200"/>
                </a:lnTo>
                <a:lnTo>
                  <a:pt x="18889" y="17882"/>
                </a:lnTo>
                <a:lnTo>
                  <a:pt x="20234" y="18567"/>
                </a:lnTo>
                <a:lnTo>
                  <a:pt x="21600" y="19264"/>
                </a:lnTo>
                <a:lnTo>
                  <a:pt x="19613" y="20130"/>
                </a:lnTo>
                <a:lnTo>
                  <a:pt x="17709" y="20777"/>
                </a:lnTo>
                <a:lnTo>
                  <a:pt x="15862" y="21223"/>
                </a:lnTo>
                <a:lnTo>
                  <a:pt x="14054" y="21490"/>
                </a:lnTo>
                <a:lnTo>
                  <a:pt x="12258" y="21600"/>
                </a:lnTo>
                <a:lnTo>
                  <a:pt x="10454" y="21572"/>
                </a:lnTo>
                <a:lnTo>
                  <a:pt x="8616" y="21429"/>
                </a:lnTo>
                <a:lnTo>
                  <a:pt x="6720" y="21187"/>
                </a:lnTo>
                <a:lnTo>
                  <a:pt x="4744" y="20871"/>
                </a:lnTo>
                <a:lnTo>
                  <a:pt x="2668" y="20499"/>
                </a:lnTo>
                <a:lnTo>
                  <a:pt x="2003" y="20191"/>
                </a:lnTo>
                <a:lnTo>
                  <a:pt x="0" y="19264"/>
                </a:lnTo>
                <a:lnTo>
                  <a:pt x="0" y="17445"/>
                </a:lnTo>
                <a:lnTo>
                  <a:pt x="0" y="15615"/>
                </a:lnTo>
                <a:lnTo>
                  <a:pt x="0" y="13760"/>
                </a:lnTo>
                <a:lnTo>
                  <a:pt x="1785" y="13760"/>
                </a:lnTo>
                <a:lnTo>
                  <a:pt x="3580" y="13760"/>
                </a:lnTo>
                <a:lnTo>
                  <a:pt x="5400" y="13760"/>
                </a:lnTo>
                <a:lnTo>
                  <a:pt x="5400" y="11814"/>
                </a:lnTo>
                <a:lnTo>
                  <a:pt x="5400" y="9866"/>
                </a:lnTo>
                <a:lnTo>
                  <a:pt x="5400" y="7912"/>
                </a:lnTo>
                <a:lnTo>
                  <a:pt x="5400" y="5950"/>
                </a:lnTo>
                <a:lnTo>
                  <a:pt x="5400" y="3979"/>
                </a:lnTo>
                <a:lnTo>
                  <a:pt x="5400" y="1998"/>
                </a:lnTo>
                <a:lnTo>
                  <a:pt x="5400" y="0"/>
                </a:lnTo>
                <a:close/>
              </a:path>
            </a:pathLst>
          </a:custGeom>
          <a:solidFill>
            <a:srgbClr val="D2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0" name="contour_10498"/>
          <p:cNvSpPr/>
          <p:nvPr/>
        </p:nvSpPr>
        <p:spPr>
          <a:xfrm>
            <a:off x="2131639" y="1989622"/>
            <a:ext cx="388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32" y="0"/>
                </a:moveTo>
                <a:lnTo>
                  <a:pt x="17674" y="1839"/>
                </a:lnTo>
                <a:lnTo>
                  <a:pt x="19477" y="3144"/>
                </a:lnTo>
                <a:lnTo>
                  <a:pt x="20486" y="4542"/>
                </a:lnTo>
                <a:lnTo>
                  <a:pt x="21349" y="6653"/>
                </a:lnTo>
                <a:lnTo>
                  <a:pt x="21531" y="8767"/>
                </a:lnTo>
                <a:lnTo>
                  <a:pt x="21600" y="10748"/>
                </a:lnTo>
                <a:lnTo>
                  <a:pt x="21519" y="12655"/>
                </a:lnTo>
                <a:lnTo>
                  <a:pt x="21247" y="14546"/>
                </a:lnTo>
                <a:lnTo>
                  <a:pt x="20757" y="16478"/>
                </a:lnTo>
                <a:lnTo>
                  <a:pt x="20004" y="18514"/>
                </a:lnTo>
                <a:lnTo>
                  <a:pt x="17419" y="19567"/>
                </a:lnTo>
                <a:lnTo>
                  <a:pt x="14829" y="20338"/>
                </a:lnTo>
                <a:lnTo>
                  <a:pt x="12208" y="20878"/>
                </a:lnTo>
                <a:lnTo>
                  <a:pt x="9518" y="21236"/>
                </a:lnTo>
                <a:lnTo>
                  <a:pt x="6726" y="21461"/>
                </a:lnTo>
                <a:lnTo>
                  <a:pt x="3797" y="21600"/>
                </a:lnTo>
                <a:lnTo>
                  <a:pt x="2346" y="18375"/>
                </a:lnTo>
                <a:lnTo>
                  <a:pt x="1248" y="15802"/>
                </a:lnTo>
                <a:lnTo>
                  <a:pt x="498" y="13735"/>
                </a:lnTo>
                <a:lnTo>
                  <a:pt x="85" y="12025"/>
                </a:lnTo>
                <a:lnTo>
                  <a:pt x="0" y="10525"/>
                </a:lnTo>
                <a:lnTo>
                  <a:pt x="235" y="9087"/>
                </a:lnTo>
                <a:lnTo>
                  <a:pt x="786" y="7563"/>
                </a:lnTo>
                <a:lnTo>
                  <a:pt x="1637" y="5804"/>
                </a:lnTo>
                <a:lnTo>
                  <a:pt x="2784" y="3666"/>
                </a:lnTo>
                <a:lnTo>
                  <a:pt x="5308" y="1876"/>
                </a:lnTo>
                <a:lnTo>
                  <a:pt x="7176" y="793"/>
                </a:lnTo>
                <a:lnTo>
                  <a:pt x="8946" y="235"/>
                </a:lnTo>
                <a:lnTo>
                  <a:pt x="11179" y="31"/>
                </a:lnTo>
                <a:lnTo>
                  <a:pt x="14432" y="0"/>
                </a:lnTo>
                <a:close/>
              </a:path>
            </a:pathLst>
          </a:custGeom>
          <a:solidFill>
            <a:srgbClr val="69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1" name="contour_10499"/>
          <p:cNvSpPr/>
          <p:nvPr/>
        </p:nvSpPr>
        <p:spPr>
          <a:xfrm>
            <a:off x="4784009" y="1996655"/>
            <a:ext cx="116608" cy="21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558"/>
                </a:moveTo>
                <a:lnTo>
                  <a:pt x="20659" y="10625"/>
                </a:lnTo>
                <a:lnTo>
                  <a:pt x="19745" y="13246"/>
                </a:lnTo>
                <a:lnTo>
                  <a:pt x="18853" y="15459"/>
                </a:lnTo>
                <a:lnTo>
                  <a:pt x="17978" y="17284"/>
                </a:lnTo>
                <a:lnTo>
                  <a:pt x="17114" y="18745"/>
                </a:lnTo>
                <a:lnTo>
                  <a:pt x="16253" y="19877"/>
                </a:lnTo>
                <a:lnTo>
                  <a:pt x="15393" y="20702"/>
                </a:lnTo>
                <a:lnTo>
                  <a:pt x="14523" y="21249"/>
                </a:lnTo>
                <a:lnTo>
                  <a:pt x="13643" y="21534"/>
                </a:lnTo>
                <a:lnTo>
                  <a:pt x="12743" y="21600"/>
                </a:lnTo>
                <a:lnTo>
                  <a:pt x="11819" y="21461"/>
                </a:lnTo>
                <a:lnTo>
                  <a:pt x="10865" y="21147"/>
                </a:lnTo>
                <a:lnTo>
                  <a:pt x="9874" y="20680"/>
                </a:lnTo>
                <a:lnTo>
                  <a:pt x="8842" y="20103"/>
                </a:lnTo>
                <a:lnTo>
                  <a:pt x="7762" y="19424"/>
                </a:lnTo>
                <a:lnTo>
                  <a:pt x="7013" y="19008"/>
                </a:lnTo>
                <a:lnTo>
                  <a:pt x="6259" y="18591"/>
                </a:lnTo>
                <a:lnTo>
                  <a:pt x="5495" y="18168"/>
                </a:lnTo>
                <a:lnTo>
                  <a:pt x="4578" y="17649"/>
                </a:lnTo>
                <a:lnTo>
                  <a:pt x="3663" y="17116"/>
                </a:lnTo>
                <a:lnTo>
                  <a:pt x="2746" y="16569"/>
                </a:lnTo>
                <a:lnTo>
                  <a:pt x="1831" y="16014"/>
                </a:lnTo>
                <a:lnTo>
                  <a:pt x="915" y="15444"/>
                </a:lnTo>
                <a:lnTo>
                  <a:pt x="0" y="14860"/>
                </a:lnTo>
                <a:lnTo>
                  <a:pt x="0" y="11238"/>
                </a:lnTo>
                <a:lnTo>
                  <a:pt x="0" y="7558"/>
                </a:lnTo>
                <a:lnTo>
                  <a:pt x="1816" y="6295"/>
                </a:lnTo>
                <a:lnTo>
                  <a:pt x="3476" y="5155"/>
                </a:lnTo>
                <a:lnTo>
                  <a:pt x="4994" y="4118"/>
                </a:lnTo>
                <a:lnTo>
                  <a:pt x="6377" y="3206"/>
                </a:lnTo>
                <a:lnTo>
                  <a:pt x="7640" y="2402"/>
                </a:lnTo>
                <a:lnTo>
                  <a:pt x="8791" y="1716"/>
                </a:lnTo>
                <a:lnTo>
                  <a:pt x="9840" y="1146"/>
                </a:lnTo>
                <a:lnTo>
                  <a:pt x="10800" y="686"/>
                </a:lnTo>
                <a:lnTo>
                  <a:pt x="11680" y="343"/>
                </a:lnTo>
                <a:lnTo>
                  <a:pt x="12490" y="110"/>
                </a:lnTo>
                <a:lnTo>
                  <a:pt x="13243" y="0"/>
                </a:lnTo>
                <a:lnTo>
                  <a:pt x="13948" y="0"/>
                </a:lnTo>
                <a:lnTo>
                  <a:pt x="14615" y="110"/>
                </a:lnTo>
                <a:lnTo>
                  <a:pt x="15256" y="343"/>
                </a:lnTo>
                <a:lnTo>
                  <a:pt x="15883" y="686"/>
                </a:lnTo>
                <a:lnTo>
                  <a:pt x="16504" y="1146"/>
                </a:lnTo>
                <a:lnTo>
                  <a:pt x="17129" y="1716"/>
                </a:lnTo>
                <a:lnTo>
                  <a:pt x="17771" y="2402"/>
                </a:lnTo>
                <a:lnTo>
                  <a:pt x="18441" y="3206"/>
                </a:lnTo>
                <a:lnTo>
                  <a:pt x="19148" y="4118"/>
                </a:lnTo>
                <a:lnTo>
                  <a:pt x="19903" y="5155"/>
                </a:lnTo>
                <a:lnTo>
                  <a:pt x="20717" y="6295"/>
                </a:lnTo>
                <a:lnTo>
                  <a:pt x="21600" y="7558"/>
                </a:lnTo>
                <a:close/>
              </a:path>
            </a:pathLst>
          </a:custGeom>
          <a:solidFill>
            <a:srgbClr val="C8E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2" name="contour_10500"/>
          <p:cNvSpPr/>
          <p:nvPr/>
        </p:nvSpPr>
        <p:spPr>
          <a:xfrm>
            <a:off x="5489822" y="1960470"/>
            <a:ext cx="59426" cy="50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8" y="0"/>
                </a:moveTo>
                <a:lnTo>
                  <a:pt x="2159" y="0"/>
                </a:lnTo>
                <a:lnTo>
                  <a:pt x="3921" y="0"/>
                </a:lnTo>
                <a:lnTo>
                  <a:pt x="5706" y="0"/>
                </a:lnTo>
                <a:lnTo>
                  <a:pt x="5706" y="2043"/>
                </a:lnTo>
                <a:lnTo>
                  <a:pt x="5706" y="4089"/>
                </a:lnTo>
                <a:lnTo>
                  <a:pt x="5706" y="6144"/>
                </a:lnTo>
                <a:lnTo>
                  <a:pt x="5706" y="8209"/>
                </a:lnTo>
                <a:lnTo>
                  <a:pt x="5706" y="10286"/>
                </a:lnTo>
                <a:lnTo>
                  <a:pt x="5706" y="12382"/>
                </a:lnTo>
                <a:lnTo>
                  <a:pt x="7454" y="12382"/>
                </a:lnTo>
                <a:lnTo>
                  <a:pt x="9205" y="12382"/>
                </a:lnTo>
                <a:lnTo>
                  <a:pt x="10956" y="12382"/>
                </a:lnTo>
                <a:lnTo>
                  <a:pt x="12713" y="12382"/>
                </a:lnTo>
                <a:lnTo>
                  <a:pt x="14474" y="12382"/>
                </a:lnTo>
                <a:lnTo>
                  <a:pt x="16244" y="12382"/>
                </a:lnTo>
                <a:lnTo>
                  <a:pt x="18019" y="12382"/>
                </a:lnTo>
                <a:lnTo>
                  <a:pt x="19804" y="12382"/>
                </a:lnTo>
                <a:lnTo>
                  <a:pt x="21600" y="12382"/>
                </a:lnTo>
                <a:lnTo>
                  <a:pt x="21600" y="14428"/>
                </a:lnTo>
                <a:lnTo>
                  <a:pt x="21600" y="16486"/>
                </a:lnTo>
                <a:lnTo>
                  <a:pt x="21600" y="18573"/>
                </a:lnTo>
                <a:lnTo>
                  <a:pt x="20082" y="18978"/>
                </a:lnTo>
                <a:lnTo>
                  <a:pt x="18559" y="19374"/>
                </a:lnTo>
                <a:lnTo>
                  <a:pt x="17036" y="19758"/>
                </a:lnTo>
                <a:lnTo>
                  <a:pt x="15510" y="20136"/>
                </a:lnTo>
                <a:lnTo>
                  <a:pt x="13984" y="20507"/>
                </a:lnTo>
                <a:lnTo>
                  <a:pt x="12570" y="20866"/>
                </a:lnTo>
                <a:lnTo>
                  <a:pt x="11144" y="21229"/>
                </a:lnTo>
                <a:lnTo>
                  <a:pt x="9701" y="21597"/>
                </a:lnTo>
                <a:lnTo>
                  <a:pt x="7343" y="21600"/>
                </a:lnTo>
                <a:lnTo>
                  <a:pt x="5812" y="21346"/>
                </a:lnTo>
                <a:lnTo>
                  <a:pt x="4440" y="20606"/>
                </a:lnTo>
                <a:lnTo>
                  <a:pt x="2559" y="19155"/>
                </a:lnTo>
                <a:lnTo>
                  <a:pt x="1470" y="17124"/>
                </a:lnTo>
                <a:lnTo>
                  <a:pt x="726" y="15313"/>
                </a:lnTo>
                <a:lnTo>
                  <a:pt x="270" y="13574"/>
                </a:lnTo>
                <a:lnTo>
                  <a:pt x="48" y="11766"/>
                </a:lnTo>
                <a:lnTo>
                  <a:pt x="0" y="9738"/>
                </a:lnTo>
                <a:lnTo>
                  <a:pt x="77" y="7352"/>
                </a:lnTo>
                <a:lnTo>
                  <a:pt x="148" y="5275"/>
                </a:lnTo>
                <a:lnTo>
                  <a:pt x="223" y="3167"/>
                </a:lnTo>
                <a:lnTo>
                  <a:pt x="315" y="1597"/>
                </a:lnTo>
                <a:lnTo>
                  <a:pt x="408" y="0"/>
                </a:lnTo>
                <a:close/>
              </a:path>
            </a:pathLst>
          </a:custGeom>
          <a:solidFill>
            <a:srgbClr val="8B7C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3" name="contour_10501"/>
          <p:cNvSpPr/>
          <p:nvPr/>
        </p:nvSpPr>
        <p:spPr>
          <a:xfrm>
            <a:off x="1088997" y="197504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030" y="19544"/>
                </a:lnTo>
                <a:lnTo>
                  <a:pt x="2059" y="17485"/>
                </a:lnTo>
                <a:lnTo>
                  <a:pt x="3085" y="15430"/>
                </a:lnTo>
                <a:lnTo>
                  <a:pt x="4115" y="13370"/>
                </a:lnTo>
                <a:lnTo>
                  <a:pt x="5141" y="11315"/>
                </a:lnTo>
                <a:lnTo>
                  <a:pt x="6170" y="9256"/>
                </a:lnTo>
                <a:lnTo>
                  <a:pt x="7200" y="7200"/>
                </a:lnTo>
                <a:lnTo>
                  <a:pt x="7877" y="5177"/>
                </a:lnTo>
                <a:lnTo>
                  <a:pt x="8564" y="3121"/>
                </a:lnTo>
                <a:lnTo>
                  <a:pt x="9673" y="1573"/>
                </a:lnTo>
                <a:lnTo>
                  <a:pt x="10800" y="0"/>
                </a:lnTo>
                <a:close/>
              </a:path>
            </a:pathLst>
          </a:custGeom>
          <a:solidFill>
            <a:srgbClr val="1514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4" name="contour_10502"/>
          <p:cNvSpPr/>
          <p:nvPr/>
        </p:nvSpPr>
        <p:spPr>
          <a:xfrm>
            <a:off x="8245805" y="1967758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1019"/>
                </a:lnTo>
                <a:lnTo>
                  <a:pt x="15405" y="2038"/>
                </a:lnTo>
                <a:lnTo>
                  <a:pt x="16632" y="3060"/>
                </a:lnTo>
                <a:lnTo>
                  <a:pt x="17863" y="4086"/>
                </a:lnTo>
                <a:lnTo>
                  <a:pt x="19101" y="5119"/>
                </a:lnTo>
                <a:lnTo>
                  <a:pt x="20345" y="6156"/>
                </a:lnTo>
                <a:lnTo>
                  <a:pt x="21600" y="7200"/>
                </a:lnTo>
                <a:lnTo>
                  <a:pt x="20317" y="7913"/>
                </a:lnTo>
                <a:lnTo>
                  <a:pt x="19030" y="8629"/>
                </a:lnTo>
                <a:lnTo>
                  <a:pt x="17738" y="9346"/>
                </a:lnTo>
                <a:lnTo>
                  <a:pt x="16435" y="10069"/>
                </a:lnTo>
                <a:lnTo>
                  <a:pt x="15120" y="10800"/>
                </a:lnTo>
                <a:lnTo>
                  <a:pt x="15548" y="12938"/>
                </a:lnTo>
                <a:lnTo>
                  <a:pt x="15978" y="15084"/>
                </a:lnTo>
                <a:lnTo>
                  <a:pt x="16407" y="17237"/>
                </a:lnTo>
                <a:lnTo>
                  <a:pt x="16842" y="19408"/>
                </a:lnTo>
                <a:lnTo>
                  <a:pt x="17280" y="21600"/>
                </a:lnTo>
                <a:lnTo>
                  <a:pt x="15746" y="20718"/>
                </a:lnTo>
                <a:lnTo>
                  <a:pt x="14282" y="19825"/>
                </a:lnTo>
                <a:lnTo>
                  <a:pt x="12880" y="18907"/>
                </a:lnTo>
                <a:lnTo>
                  <a:pt x="11539" y="17953"/>
                </a:lnTo>
                <a:lnTo>
                  <a:pt x="10247" y="16949"/>
                </a:lnTo>
                <a:lnTo>
                  <a:pt x="9001" y="15880"/>
                </a:lnTo>
                <a:lnTo>
                  <a:pt x="7798" y="14738"/>
                </a:lnTo>
                <a:lnTo>
                  <a:pt x="6627" y="13511"/>
                </a:lnTo>
                <a:lnTo>
                  <a:pt x="5484" y="12179"/>
                </a:lnTo>
                <a:lnTo>
                  <a:pt x="4365" y="10739"/>
                </a:lnTo>
                <a:lnTo>
                  <a:pt x="3264" y="9173"/>
                </a:lnTo>
                <a:lnTo>
                  <a:pt x="2173" y="7470"/>
                </a:lnTo>
                <a:lnTo>
                  <a:pt x="1086" y="5616"/>
                </a:lnTo>
                <a:lnTo>
                  <a:pt x="0" y="3600"/>
                </a:lnTo>
                <a:lnTo>
                  <a:pt x="652" y="3780"/>
                </a:lnTo>
                <a:lnTo>
                  <a:pt x="1251" y="3949"/>
                </a:lnTo>
                <a:lnTo>
                  <a:pt x="1905" y="4129"/>
                </a:lnTo>
                <a:lnTo>
                  <a:pt x="2722" y="4356"/>
                </a:lnTo>
                <a:lnTo>
                  <a:pt x="3806" y="4658"/>
                </a:lnTo>
                <a:lnTo>
                  <a:pt x="5266" y="5062"/>
                </a:lnTo>
                <a:lnTo>
                  <a:pt x="7206" y="5602"/>
                </a:lnTo>
                <a:lnTo>
                  <a:pt x="9735" y="6304"/>
                </a:lnTo>
                <a:lnTo>
                  <a:pt x="12960" y="7200"/>
                </a:lnTo>
                <a:lnTo>
                  <a:pt x="12960" y="4820"/>
                </a:lnTo>
                <a:lnTo>
                  <a:pt x="12960" y="2426"/>
                </a:lnTo>
                <a:lnTo>
                  <a:pt x="12960" y="0"/>
                </a:lnTo>
                <a:close/>
              </a:path>
            </a:pathLst>
          </a:custGeom>
          <a:solidFill>
            <a:srgbClr val="DBE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5" name="contour_10503"/>
          <p:cNvSpPr/>
          <p:nvPr/>
        </p:nvSpPr>
        <p:spPr>
          <a:xfrm>
            <a:off x="7711683" y="1953182"/>
            <a:ext cx="3853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6" y="0"/>
                </a:moveTo>
                <a:lnTo>
                  <a:pt x="3872" y="0"/>
                </a:lnTo>
                <a:lnTo>
                  <a:pt x="6572" y="0"/>
                </a:lnTo>
                <a:lnTo>
                  <a:pt x="9285" y="0"/>
                </a:lnTo>
                <a:lnTo>
                  <a:pt x="12009" y="0"/>
                </a:lnTo>
                <a:lnTo>
                  <a:pt x="14750" y="0"/>
                </a:lnTo>
                <a:lnTo>
                  <a:pt x="17515" y="0"/>
                </a:lnTo>
                <a:lnTo>
                  <a:pt x="17920" y="2138"/>
                </a:lnTo>
                <a:lnTo>
                  <a:pt x="18324" y="4280"/>
                </a:lnTo>
                <a:lnTo>
                  <a:pt x="18728" y="6421"/>
                </a:lnTo>
                <a:lnTo>
                  <a:pt x="19137" y="8566"/>
                </a:lnTo>
                <a:lnTo>
                  <a:pt x="19541" y="10720"/>
                </a:lnTo>
                <a:lnTo>
                  <a:pt x="19950" y="12877"/>
                </a:lnTo>
                <a:lnTo>
                  <a:pt x="20358" y="15043"/>
                </a:lnTo>
                <a:lnTo>
                  <a:pt x="20771" y="17218"/>
                </a:lnTo>
                <a:lnTo>
                  <a:pt x="21183" y="19403"/>
                </a:lnTo>
                <a:lnTo>
                  <a:pt x="21600" y="21600"/>
                </a:lnTo>
                <a:lnTo>
                  <a:pt x="16837" y="20606"/>
                </a:lnTo>
                <a:lnTo>
                  <a:pt x="13185" y="19823"/>
                </a:lnTo>
                <a:lnTo>
                  <a:pt x="10404" y="19172"/>
                </a:lnTo>
                <a:lnTo>
                  <a:pt x="8255" y="18585"/>
                </a:lnTo>
                <a:lnTo>
                  <a:pt x="6495" y="17990"/>
                </a:lnTo>
                <a:lnTo>
                  <a:pt x="4889" y="17314"/>
                </a:lnTo>
                <a:lnTo>
                  <a:pt x="3194" y="16484"/>
                </a:lnTo>
                <a:lnTo>
                  <a:pt x="1176" y="15429"/>
                </a:lnTo>
                <a:lnTo>
                  <a:pt x="519" y="13179"/>
                </a:lnTo>
                <a:lnTo>
                  <a:pt x="139" y="10982"/>
                </a:lnTo>
                <a:lnTo>
                  <a:pt x="0" y="8816"/>
                </a:lnTo>
                <a:lnTo>
                  <a:pt x="69" y="6659"/>
                </a:lnTo>
                <a:lnTo>
                  <a:pt x="310" y="4487"/>
                </a:lnTo>
                <a:lnTo>
                  <a:pt x="690" y="2274"/>
                </a:lnTo>
                <a:lnTo>
                  <a:pt x="1176" y="0"/>
                </a:lnTo>
                <a:close/>
              </a:path>
            </a:pathLst>
          </a:custGeom>
          <a:solidFill>
            <a:srgbClr val="6268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6" name="contour_10504"/>
          <p:cNvSpPr/>
          <p:nvPr/>
        </p:nvSpPr>
        <p:spPr>
          <a:xfrm>
            <a:off x="921374" y="1975046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563" y="16794"/>
                </a:lnTo>
                <a:lnTo>
                  <a:pt x="17524" y="17388"/>
                </a:lnTo>
                <a:lnTo>
                  <a:pt x="15484" y="17982"/>
                </a:lnTo>
                <a:lnTo>
                  <a:pt x="13438" y="18581"/>
                </a:lnTo>
                <a:lnTo>
                  <a:pt x="11386" y="19181"/>
                </a:lnTo>
                <a:lnTo>
                  <a:pt x="9325" y="19780"/>
                </a:lnTo>
                <a:lnTo>
                  <a:pt x="7258" y="20385"/>
                </a:lnTo>
                <a:lnTo>
                  <a:pt x="5178" y="20990"/>
                </a:lnTo>
                <a:lnTo>
                  <a:pt x="3086" y="21600"/>
                </a:lnTo>
                <a:lnTo>
                  <a:pt x="2577" y="18036"/>
                </a:lnTo>
                <a:lnTo>
                  <a:pt x="2067" y="14467"/>
                </a:lnTo>
                <a:lnTo>
                  <a:pt x="1555" y="10881"/>
                </a:lnTo>
                <a:lnTo>
                  <a:pt x="1040" y="7279"/>
                </a:lnTo>
                <a:lnTo>
                  <a:pt x="521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0A0B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7" name="contour_10505"/>
          <p:cNvSpPr/>
          <p:nvPr/>
        </p:nvSpPr>
        <p:spPr>
          <a:xfrm>
            <a:off x="702734" y="1953182"/>
            <a:ext cx="80168" cy="59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4317" y="509"/>
                </a:lnTo>
                <a:lnTo>
                  <a:pt x="16249" y="905"/>
                </a:lnTo>
                <a:lnTo>
                  <a:pt x="17692" y="1220"/>
                </a:lnTo>
                <a:lnTo>
                  <a:pt x="18763" y="1483"/>
                </a:lnTo>
                <a:lnTo>
                  <a:pt x="19572" y="1721"/>
                </a:lnTo>
                <a:lnTo>
                  <a:pt x="20237" y="1973"/>
                </a:lnTo>
                <a:lnTo>
                  <a:pt x="20875" y="2262"/>
                </a:lnTo>
                <a:lnTo>
                  <a:pt x="21600" y="2624"/>
                </a:lnTo>
                <a:lnTo>
                  <a:pt x="21600" y="4358"/>
                </a:lnTo>
                <a:lnTo>
                  <a:pt x="21600" y="6103"/>
                </a:lnTo>
                <a:lnTo>
                  <a:pt x="21600" y="7872"/>
                </a:lnTo>
                <a:lnTo>
                  <a:pt x="20396" y="8184"/>
                </a:lnTo>
                <a:lnTo>
                  <a:pt x="19193" y="8491"/>
                </a:lnTo>
                <a:lnTo>
                  <a:pt x="17989" y="8798"/>
                </a:lnTo>
                <a:lnTo>
                  <a:pt x="16785" y="9100"/>
                </a:lnTo>
                <a:lnTo>
                  <a:pt x="15579" y="9399"/>
                </a:lnTo>
                <a:lnTo>
                  <a:pt x="15124" y="9672"/>
                </a:lnTo>
                <a:lnTo>
                  <a:pt x="13745" y="10496"/>
                </a:lnTo>
                <a:lnTo>
                  <a:pt x="13355" y="12356"/>
                </a:lnTo>
                <a:lnTo>
                  <a:pt x="13164" y="13760"/>
                </a:lnTo>
                <a:lnTo>
                  <a:pt x="13009" y="15906"/>
                </a:lnTo>
                <a:lnTo>
                  <a:pt x="12773" y="17990"/>
                </a:lnTo>
                <a:lnTo>
                  <a:pt x="12455" y="19307"/>
                </a:lnTo>
                <a:lnTo>
                  <a:pt x="11782" y="20991"/>
                </a:lnTo>
                <a:lnTo>
                  <a:pt x="10462" y="21275"/>
                </a:lnTo>
                <a:lnTo>
                  <a:pt x="9153" y="21464"/>
                </a:lnTo>
                <a:lnTo>
                  <a:pt x="7849" y="21569"/>
                </a:lnTo>
                <a:lnTo>
                  <a:pt x="6551" y="21600"/>
                </a:lnTo>
                <a:lnTo>
                  <a:pt x="5253" y="21566"/>
                </a:lnTo>
                <a:lnTo>
                  <a:pt x="3953" y="21477"/>
                </a:lnTo>
                <a:lnTo>
                  <a:pt x="2645" y="21345"/>
                </a:lnTo>
                <a:lnTo>
                  <a:pt x="1329" y="21180"/>
                </a:lnTo>
                <a:lnTo>
                  <a:pt x="0" y="20991"/>
                </a:lnTo>
                <a:lnTo>
                  <a:pt x="0" y="19690"/>
                </a:lnTo>
                <a:lnTo>
                  <a:pt x="0" y="18367"/>
                </a:lnTo>
                <a:lnTo>
                  <a:pt x="1388" y="18367"/>
                </a:lnTo>
                <a:lnTo>
                  <a:pt x="2779" y="18367"/>
                </a:lnTo>
                <a:lnTo>
                  <a:pt x="4173" y="18367"/>
                </a:lnTo>
                <a:lnTo>
                  <a:pt x="5573" y="18367"/>
                </a:lnTo>
                <a:lnTo>
                  <a:pt x="6979" y="18367"/>
                </a:lnTo>
                <a:lnTo>
                  <a:pt x="8393" y="18367"/>
                </a:lnTo>
                <a:lnTo>
                  <a:pt x="9818" y="18367"/>
                </a:lnTo>
                <a:lnTo>
                  <a:pt x="10013" y="16549"/>
                </a:lnTo>
                <a:lnTo>
                  <a:pt x="10207" y="14728"/>
                </a:lnTo>
                <a:lnTo>
                  <a:pt x="10401" y="12907"/>
                </a:lnTo>
                <a:lnTo>
                  <a:pt x="10598" y="11083"/>
                </a:lnTo>
                <a:lnTo>
                  <a:pt x="10792" y="9252"/>
                </a:lnTo>
                <a:lnTo>
                  <a:pt x="10989" y="7418"/>
                </a:lnTo>
                <a:lnTo>
                  <a:pt x="11185" y="5576"/>
                </a:lnTo>
                <a:lnTo>
                  <a:pt x="11383" y="3726"/>
                </a:lnTo>
                <a:lnTo>
                  <a:pt x="11582" y="1868"/>
                </a:lnTo>
                <a:lnTo>
                  <a:pt x="11782" y="0"/>
                </a:lnTo>
                <a:close/>
              </a:path>
            </a:pathLst>
          </a:custGeom>
          <a:solidFill>
            <a:srgbClr val="5753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8" name="contour_10506"/>
          <p:cNvSpPr/>
          <p:nvPr/>
        </p:nvSpPr>
        <p:spPr>
          <a:xfrm>
            <a:off x="11000666" y="1908740"/>
            <a:ext cx="58304" cy="319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16" y="0"/>
                </a:moveTo>
                <a:lnTo>
                  <a:pt x="7754" y="89"/>
                </a:lnTo>
                <a:lnTo>
                  <a:pt x="9617" y="172"/>
                </a:lnTo>
                <a:lnTo>
                  <a:pt x="10546" y="207"/>
                </a:lnTo>
                <a:lnTo>
                  <a:pt x="13341" y="305"/>
                </a:lnTo>
                <a:lnTo>
                  <a:pt x="14761" y="394"/>
                </a:lnTo>
                <a:lnTo>
                  <a:pt x="16200" y="483"/>
                </a:lnTo>
                <a:lnTo>
                  <a:pt x="16200" y="3739"/>
                </a:lnTo>
                <a:lnTo>
                  <a:pt x="16200" y="7014"/>
                </a:lnTo>
                <a:lnTo>
                  <a:pt x="16200" y="10335"/>
                </a:lnTo>
                <a:lnTo>
                  <a:pt x="17985" y="10335"/>
                </a:lnTo>
                <a:lnTo>
                  <a:pt x="19780" y="10335"/>
                </a:lnTo>
                <a:lnTo>
                  <a:pt x="21600" y="10335"/>
                </a:lnTo>
                <a:lnTo>
                  <a:pt x="21600" y="13591"/>
                </a:lnTo>
                <a:lnTo>
                  <a:pt x="21600" y="16866"/>
                </a:lnTo>
                <a:lnTo>
                  <a:pt x="21600" y="20186"/>
                </a:lnTo>
                <a:lnTo>
                  <a:pt x="17669" y="20792"/>
                </a:lnTo>
                <a:lnTo>
                  <a:pt x="14496" y="21240"/>
                </a:lnTo>
                <a:lnTo>
                  <a:pt x="11969" y="21516"/>
                </a:lnTo>
                <a:lnTo>
                  <a:pt x="9979" y="21600"/>
                </a:lnTo>
                <a:lnTo>
                  <a:pt x="8411" y="21477"/>
                </a:lnTo>
                <a:lnTo>
                  <a:pt x="7155" y="21127"/>
                </a:lnTo>
                <a:lnTo>
                  <a:pt x="6102" y="20531"/>
                </a:lnTo>
                <a:lnTo>
                  <a:pt x="5135" y="19669"/>
                </a:lnTo>
                <a:lnTo>
                  <a:pt x="4150" y="18521"/>
                </a:lnTo>
                <a:lnTo>
                  <a:pt x="3027" y="17068"/>
                </a:lnTo>
                <a:lnTo>
                  <a:pt x="2130" y="14659"/>
                </a:lnTo>
                <a:lnTo>
                  <a:pt x="1517" y="12640"/>
                </a:lnTo>
                <a:lnTo>
                  <a:pt x="902" y="9921"/>
                </a:lnTo>
                <a:lnTo>
                  <a:pt x="0" y="5409"/>
                </a:lnTo>
                <a:lnTo>
                  <a:pt x="1612" y="2557"/>
                </a:lnTo>
                <a:lnTo>
                  <a:pt x="2765" y="1039"/>
                </a:lnTo>
                <a:lnTo>
                  <a:pt x="4015" y="360"/>
                </a:lnTo>
                <a:lnTo>
                  <a:pt x="5916" y="0"/>
                </a:lnTo>
                <a:close/>
              </a:path>
            </a:pathLst>
          </a:custGeom>
          <a:solidFill>
            <a:srgbClr val="3E44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09" name="contour_10507"/>
          <p:cNvSpPr/>
          <p:nvPr/>
        </p:nvSpPr>
        <p:spPr>
          <a:xfrm>
            <a:off x="6904815" y="1909454"/>
            <a:ext cx="65592" cy="37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930"/>
                </a:lnTo>
                <a:lnTo>
                  <a:pt x="3170" y="1861"/>
                </a:lnTo>
                <a:lnTo>
                  <a:pt x="4757" y="2796"/>
                </a:lnTo>
                <a:lnTo>
                  <a:pt x="6348" y="3730"/>
                </a:lnTo>
                <a:lnTo>
                  <a:pt x="7944" y="4665"/>
                </a:lnTo>
                <a:lnTo>
                  <a:pt x="9547" y="5608"/>
                </a:lnTo>
                <a:lnTo>
                  <a:pt x="11155" y="6551"/>
                </a:lnTo>
                <a:lnTo>
                  <a:pt x="12773" y="7503"/>
                </a:lnTo>
                <a:lnTo>
                  <a:pt x="14400" y="8459"/>
                </a:lnTo>
                <a:lnTo>
                  <a:pt x="14995" y="6365"/>
                </a:lnTo>
                <a:lnTo>
                  <a:pt x="15590" y="4259"/>
                </a:lnTo>
                <a:lnTo>
                  <a:pt x="16193" y="2144"/>
                </a:lnTo>
                <a:lnTo>
                  <a:pt x="16800" y="0"/>
                </a:lnTo>
                <a:lnTo>
                  <a:pt x="17479" y="2394"/>
                </a:lnTo>
                <a:lnTo>
                  <a:pt x="18158" y="4788"/>
                </a:lnTo>
                <a:lnTo>
                  <a:pt x="18840" y="7190"/>
                </a:lnTo>
                <a:lnTo>
                  <a:pt x="19524" y="9601"/>
                </a:lnTo>
                <a:lnTo>
                  <a:pt x="20213" y="12024"/>
                </a:lnTo>
                <a:lnTo>
                  <a:pt x="20904" y="14461"/>
                </a:lnTo>
                <a:lnTo>
                  <a:pt x="21600" y="16918"/>
                </a:lnTo>
                <a:lnTo>
                  <a:pt x="18211" y="18517"/>
                </a:lnTo>
                <a:lnTo>
                  <a:pt x="15473" y="19769"/>
                </a:lnTo>
                <a:lnTo>
                  <a:pt x="13277" y="20695"/>
                </a:lnTo>
                <a:lnTo>
                  <a:pt x="11525" y="21300"/>
                </a:lnTo>
                <a:lnTo>
                  <a:pt x="10116" y="21596"/>
                </a:lnTo>
                <a:lnTo>
                  <a:pt x="8947" y="21600"/>
                </a:lnTo>
                <a:lnTo>
                  <a:pt x="7918" y="21321"/>
                </a:lnTo>
                <a:lnTo>
                  <a:pt x="6924" y="20771"/>
                </a:lnTo>
                <a:lnTo>
                  <a:pt x="5866" y="19959"/>
                </a:lnTo>
                <a:lnTo>
                  <a:pt x="4642" y="18902"/>
                </a:lnTo>
                <a:lnTo>
                  <a:pt x="3516" y="16935"/>
                </a:lnTo>
                <a:lnTo>
                  <a:pt x="2508" y="15019"/>
                </a:lnTo>
                <a:lnTo>
                  <a:pt x="1598" y="13040"/>
                </a:lnTo>
                <a:lnTo>
                  <a:pt x="768" y="10891"/>
                </a:lnTo>
                <a:lnTo>
                  <a:pt x="0" y="8459"/>
                </a:lnTo>
                <a:lnTo>
                  <a:pt x="0" y="5663"/>
                </a:lnTo>
                <a:lnTo>
                  <a:pt x="0" y="2851"/>
                </a:lnTo>
                <a:lnTo>
                  <a:pt x="0" y="0"/>
                </a:lnTo>
                <a:close/>
              </a:path>
            </a:pathLst>
          </a:custGeom>
          <a:solidFill>
            <a:srgbClr val="4346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0" name="contour_10508"/>
          <p:cNvSpPr/>
          <p:nvPr/>
        </p:nvSpPr>
        <p:spPr>
          <a:xfrm>
            <a:off x="1263909" y="1916742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921" y="3056"/>
                </a:lnTo>
                <a:lnTo>
                  <a:pt x="20242" y="6113"/>
                </a:lnTo>
                <a:lnTo>
                  <a:pt x="19560" y="9180"/>
                </a:lnTo>
                <a:lnTo>
                  <a:pt x="18876" y="12258"/>
                </a:lnTo>
                <a:lnTo>
                  <a:pt x="18187" y="15352"/>
                </a:lnTo>
                <a:lnTo>
                  <a:pt x="17496" y="18463"/>
                </a:lnTo>
                <a:lnTo>
                  <a:pt x="16800" y="21600"/>
                </a:lnTo>
                <a:lnTo>
                  <a:pt x="14966" y="21130"/>
                </a:lnTo>
                <a:lnTo>
                  <a:pt x="13344" y="20547"/>
                </a:lnTo>
                <a:lnTo>
                  <a:pt x="11844" y="19807"/>
                </a:lnTo>
                <a:lnTo>
                  <a:pt x="10380" y="18868"/>
                </a:lnTo>
                <a:lnTo>
                  <a:pt x="8861" y="17680"/>
                </a:lnTo>
                <a:lnTo>
                  <a:pt x="7200" y="16200"/>
                </a:lnTo>
                <a:lnTo>
                  <a:pt x="5813" y="15422"/>
                </a:lnTo>
                <a:lnTo>
                  <a:pt x="4416" y="14634"/>
                </a:lnTo>
                <a:lnTo>
                  <a:pt x="3000" y="13835"/>
                </a:lnTo>
                <a:lnTo>
                  <a:pt x="1512" y="12328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E5DB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1" name="contour_10509"/>
          <p:cNvSpPr/>
          <p:nvPr/>
        </p:nvSpPr>
        <p:spPr>
          <a:xfrm>
            <a:off x="688158" y="1901218"/>
            <a:ext cx="72880" cy="59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0" y="181"/>
                </a:moveTo>
                <a:lnTo>
                  <a:pt x="14440" y="199"/>
                </a:lnTo>
                <a:lnTo>
                  <a:pt x="15669" y="218"/>
                </a:lnTo>
                <a:lnTo>
                  <a:pt x="17150" y="242"/>
                </a:lnTo>
                <a:lnTo>
                  <a:pt x="18634" y="274"/>
                </a:lnTo>
                <a:lnTo>
                  <a:pt x="20118" y="308"/>
                </a:lnTo>
                <a:lnTo>
                  <a:pt x="21600" y="345"/>
                </a:lnTo>
                <a:lnTo>
                  <a:pt x="21600" y="1663"/>
                </a:lnTo>
                <a:lnTo>
                  <a:pt x="21600" y="3002"/>
                </a:lnTo>
                <a:lnTo>
                  <a:pt x="20252" y="3151"/>
                </a:lnTo>
                <a:lnTo>
                  <a:pt x="18902" y="3284"/>
                </a:lnTo>
                <a:lnTo>
                  <a:pt x="17550" y="3398"/>
                </a:lnTo>
                <a:lnTo>
                  <a:pt x="16200" y="3502"/>
                </a:lnTo>
                <a:lnTo>
                  <a:pt x="14431" y="3874"/>
                </a:lnTo>
                <a:lnTo>
                  <a:pt x="13278" y="4222"/>
                </a:lnTo>
                <a:lnTo>
                  <a:pt x="12236" y="4750"/>
                </a:lnTo>
                <a:lnTo>
                  <a:pt x="10800" y="5659"/>
                </a:lnTo>
                <a:lnTo>
                  <a:pt x="10504" y="7452"/>
                </a:lnTo>
                <a:lnTo>
                  <a:pt x="10308" y="9225"/>
                </a:lnTo>
                <a:lnTo>
                  <a:pt x="10200" y="10981"/>
                </a:lnTo>
                <a:lnTo>
                  <a:pt x="10167" y="12732"/>
                </a:lnTo>
                <a:lnTo>
                  <a:pt x="10204" y="14480"/>
                </a:lnTo>
                <a:lnTo>
                  <a:pt x="10295" y="16233"/>
                </a:lnTo>
                <a:lnTo>
                  <a:pt x="10433" y="18000"/>
                </a:lnTo>
                <a:lnTo>
                  <a:pt x="10603" y="19788"/>
                </a:lnTo>
                <a:lnTo>
                  <a:pt x="10800" y="21600"/>
                </a:lnTo>
                <a:lnTo>
                  <a:pt x="9374" y="19174"/>
                </a:lnTo>
                <a:lnTo>
                  <a:pt x="8303" y="17283"/>
                </a:lnTo>
                <a:lnTo>
                  <a:pt x="7534" y="15760"/>
                </a:lnTo>
                <a:lnTo>
                  <a:pt x="7020" y="14458"/>
                </a:lnTo>
                <a:lnTo>
                  <a:pt x="6707" y="13218"/>
                </a:lnTo>
                <a:lnTo>
                  <a:pt x="6547" y="11884"/>
                </a:lnTo>
                <a:lnTo>
                  <a:pt x="6489" y="10303"/>
                </a:lnTo>
                <a:lnTo>
                  <a:pt x="6480" y="8316"/>
                </a:lnTo>
                <a:lnTo>
                  <a:pt x="5197" y="8316"/>
                </a:lnTo>
                <a:lnTo>
                  <a:pt x="3910" y="8316"/>
                </a:lnTo>
                <a:lnTo>
                  <a:pt x="2618" y="8316"/>
                </a:lnTo>
                <a:lnTo>
                  <a:pt x="1315" y="8316"/>
                </a:lnTo>
                <a:lnTo>
                  <a:pt x="0" y="8316"/>
                </a:lnTo>
                <a:lnTo>
                  <a:pt x="0" y="6560"/>
                </a:lnTo>
                <a:lnTo>
                  <a:pt x="0" y="4793"/>
                </a:lnTo>
                <a:lnTo>
                  <a:pt x="0" y="3002"/>
                </a:lnTo>
                <a:lnTo>
                  <a:pt x="1285" y="1889"/>
                </a:lnTo>
                <a:lnTo>
                  <a:pt x="2646" y="1081"/>
                </a:lnTo>
                <a:lnTo>
                  <a:pt x="4067" y="534"/>
                </a:lnTo>
                <a:lnTo>
                  <a:pt x="5538" y="199"/>
                </a:lnTo>
                <a:lnTo>
                  <a:pt x="7048" y="37"/>
                </a:lnTo>
                <a:lnTo>
                  <a:pt x="8584" y="0"/>
                </a:lnTo>
                <a:lnTo>
                  <a:pt x="10133" y="40"/>
                </a:lnTo>
                <a:lnTo>
                  <a:pt x="11686" y="114"/>
                </a:lnTo>
                <a:lnTo>
                  <a:pt x="13230" y="181"/>
                </a:lnTo>
                <a:close/>
              </a:path>
            </a:pathLst>
          </a:custGeom>
          <a:solidFill>
            <a:srgbClr val="6A68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2" name="contour_10510"/>
          <p:cNvSpPr/>
          <p:nvPr/>
        </p:nvSpPr>
        <p:spPr>
          <a:xfrm>
            <a:off x="323758" y="1894878"/>
            <a:ext cx="3837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02" y="0"/>
                </a:moveTo>
                <a:lnTo>
                  <a:pt x="8811" y="2222"/>
                </a:lnTo>
                <a:lnTo>
                  <a:pt x="12494" y="3996"/>
                </a:lnTo>
                <a:lnTo>
                  <a:pt x="15296" y="5425"/>
                </a:lnTo>
                <a:lnTo>
                  <a:pt x="17355" y="6616"/>
                </a:lnTo>
                <a:lnTo>
                  <a:pt x="18819" y="7671"/>
                </a:lnTo>
                <a:lnTo>
                  <a:pt x="19832" y="8699"/>
                </a:lnTo>
                <a:lnTo>
                  <a:pt x="20538" y="9794"/>
                </a:lnTo>
                <a:lnTo>
                  <a:pt x="21079" y="11068"/>
                </a:lnTo>
                <a:lnTo>
                  <a:pt x="21600" y="12621"/>
                </a:lnTo>
                <a:lnTo>
                  <a:pt x="21559" y="14318"/>
                </a:lnTo>
                <a:lnTo>
                  <a:pt x="21481" y="15635"/>
                </a:lnTo>
                <a:lnTo>
                  <a:pt x="21317" y="16999"/>
                </a:lnTo>
                <a:lnTo>
                  <a:pt x="21009" y="18844"/>
                </a:lnTo>
                <a:lnTo>
                  <a:pt x="20509" y="21600"/>
                </a:lnTo>
                <a:lnTo>
                  <a:pt x="17609" y="21600"/>
                </a:lnTo>
                <a:lnTo>
                  <a:pt x="14705" y="21600"/>
                </a:lnTo>
                <a:lnTo>
                  <a:pt x="11793" y="21600"/>
                </a:lnTo>
                <a:lnTo>
                  <a:pt x="8868" y="21600"/>
                </a:lnTo>
                <a:lnTo>
                  <a:pt x="5931" y="21600"/>
                </a:lnTo>
                <a:lnTo>
                  <a:pt x="2978" y="21600"/>
                </a:lnTo>
                <a:lnTo>
                  <a:pt x="0" y="21600"/>
                </a:lnTo>
                <a:lnTo>
                  <a:pt x="406" y="19462"/>
                </a:lnTo>
                <a:lnTo>
                  <a:pt x="812" y="17320"/>
                </a:lnTo>
                <a:lnTo>
                  <a:pt x="1218" y="15179"/>
                </a:lnTo>
                <a:lnTo>
                  <a:pt x="1628" y="13034"/>
                </a:lnTo>
                <a:lnTo>
                  <a:pt x="2034" y="10880"/>
                </a:lnTo>
                <a:lnTo>
                  <a:pt x="2445" y="8723"/>
                </a:lnTo>
                <a:lnTo>
                  <a:pt x="2855" y="6557"/>
                </a:lnTo>
                <a:lnTo>
                  <a:pt x="3269" y="4382"/>
                </a:lnTo>
                <a:lnTo>
                  <a:pt x="3683" y="2197"/>
                </a:lnTo>
                <a:lnTo>
                  <a:pt x="4102" y="0"/>
                </a:lnTo>
                <a:close/>
              </a:path>
            </a:pathLst>
          </a:custGeom>
          <a:solidFill>
            <a:srgbClr val="8677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3" name="contour_10511"/>
          <p:cNvSpPr/>
          <p:nvPr/>
        </p:nvSpPr>
        <p:spPr>
          <a:xfrm>
            <a:off x="258174" y="1888093"/>
            <a:ext cx="51016" cy="578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31" y="153"/>
                </a:moveTo>
                <a:lnTo>
                  <a:pt x="14092" y="1520"/>
                </a:lnTo>
                <a:lnTo>
                  <a:pt x="15524" y="2933"/>
                </a:lnTo>
                <a:lnTo>
                  <a:pt x="16848" y="4390"/>
                </a:lnTo>
                <a:lnTo>
                  <a:pt x="18095" y="5896"/>
                </a:lnTo>
                <a:lnTo>
                  <a:pt x="19286" y="7451"/>
                </a:lnTo>
                <a:lnTo>
                  <a:pt x="20446" y="9053"/>
                </a:lnTo>
                <a:lnTo>
                  <a:pt x="21600" y="10706"/>
                </a:lnTo>
                <a:lnTo>
                  <a:pt x="19764" y="10706"/>
                </a:lnTo>
                <a:lnTo>
                  <a:pt x="17925" y="10706"/>
                </a:lnTo>
                <a:lnTo>
                  <a:pt x="16077" y="10706"/>
                </a:lnTo>
                <a:lnTo>
                  <a:pt x="14219" y="10706"/>
                </a:lnTo>
                <a:lnTo>
                  <a:pt x="12343" y="10706"/>
                </a:lnTo>
                <a:lnTo>
                  <a:pt x="12343" y="12504"/>
                </a:lnTo>
                <a:lnTo>
                  <a:pt x="12343" y="14304"/>
                </a:lnTo>
                <a:lnTo>
                  <a:pt x="12343" y="16112"/>
                </a:lnTo>
                <a:lnTo>
                  <a:pt x="12343" y="17929"/>
                </a:lnTo>
                <a:lnTo>
                  <a:pt x="12343" y="19756"/>
                </a:lnTo>
                <a:lnTo>
                  <a:pt x="12343" y="21600"/>
                </a:lnTo>
                <a:lnTo>
                  <a:pt x="10303" y="21600"/>
                </a:lnTo>
                <a:lnTo>
                  <a:pt x="8248" y="21600"/>
                </a:lnTo>
                <a:lnTo>
                  <a:pt x="6171" y="21600"/>
                </a:lnTo>
                <a:lnTo>
                  <a:pt x="6298" y="19857"/>
                </a:lnTo>
                <a:lnTo>
                  <a:pt x="6424" y="18103"/>
                </a:lnTo>
                <a:lnTo>
                  <a:pt x="6551" y="16325"/>
                </a:lnTo>
                <a:lnTo>
                  <a:pt x="6554" y="14108"/>
                </a:lnTo>
                <a:lnTo>
                  <a:pt x="6455" y="12651"/>
                </a:lnTo>
                <a:lnTo>
                  <a:pt x="6171" y="10706"/>
                </a:lnTo>
                <a:lnTo>
                  <a:pt x="4339" y="9513"/>
                </a:lnTo>
                <a:lnTo>
                  <a:pt x="3086" y="8832"/>
                </a:lnTo>
                <a:lnTo>
                  <a:pt x="1830" y="8407"/>
                </a:lnTo>
                <a:lnTo>
                  <a:pt x="0" y="7983"/>
                </a:lnTo>
                <a:lnTo>
                  <a:pt x="2962" y="4910"/>
                </a:lnTo>
                <a:lnTo>
                  <a:pt x="5172" y="2715"/>
                </a:lnTo>
                <a:lnTo>
                  <a:pt x="6841" y="1266"/>
                </a:lnTo>
                <a:lnTo>
                  <a:pt x="8193" y="419"/>
                </a:lnTo>
                <a:lnTo>
                  <a:pt x="9445" y="46"/>
                </a:lnTo>
                <a:lnTo>
                  <a:pt x="10819" y="0"/>
                </a:lnTo>
                <a:lnTo>
                  <a:pt x="12531" y="153"/>
                </a:lnTo>
                <a:close/>
              </a:path>
            </a:pathLst>
          </a:custGeom>
          <a:solidFill>
            <a:srgbClr val="B6A3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4" name="contour_10512"/>
          <p:cNvSpPr/>
          <p:nvPr/>
        </p:nvSpPr>
        <p:spPr>
          <a:xfrm>
            <a:off x="4383170" y="1880302"/>
            <a:ext cx="7490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18" y="302"/>
                </a:lnTo>
                <a:lnTo>
                  <a:pt x="2631" y="619"/>
                </a:lnTo>
                <a:lnTo>
                  <a:pt x="3947" y="943"/>
                </a:lnTo>
                <a:lnTo>
                  <a:pt x="5260" y="1282"/>
                </a:lnTo>
                <a:lnTo>
                  <a:pt x="6572" y="1627"/>
                </a:lnTo>
                <a:lnTo>
                  <a:pt x="7883" y="1980"/>
                </a:lnTo>
                <a:lnTo>
                  <a:pt x="9196" y="2336"/>
                </a:lnTo>
                <a:lnTo>
                  <a:pt x="10508" y="2700"/>
                </a:lnTo>
                <a:lnTo>
                  <a:pt x="10953" y="2801"/>
                </a:lnTo>
                <a:lnTo>
                  <a:pt x="11742" y="2974"/>
                </a:lnTo>
                <a:lnTo>
                  <a:pt x="13545" y="3377"/>
                </a:lnTo>
                <a:lnTo>
                  <a:pt x="14890" y="3780"/>
                </a:lnTo>
                <a:lnTo>
                  <a:pt x="16165" y="4212"/>
                </a:lnTo>
                <a:lnTo>
                  <a:pt x="17395" y="4720"/>
                </a:lnTo>
                <a:lnTo>
                  <a:pt x="18599" y="5353"/>
                </a:lnTo>
                <a:lnTo>
                  <a:pt x="19799" y="6163"/>
                </a:lnTo>
                <a:lnTo>
                  <a:pt x="21016" y="7200"/>
                </a:lnTo>
                <a:lnTo>
                  <a:pt x="21405" y="9738"/>
                </a:lnTo>
                <a:lnTo>
                  <a:pt x="21585" y="12053"/>
                </a:lnTo>
                <a:lnTo>
                  <a:pt x="21600" y="14270"/>
                </a:lnTo>
                <a:lnTo>
                  <a:pt x="21482" y="16517"/>
                </a:lnTo>
                <a:lnTo>
                  <a:pt x="21274" y="18918"/>
                </a:lnTo>
                <a:lnTo>
                  <a:pt x="21016" y="21600"/>
                </a:lnTo>
                <a:lnTo>
                  <a:pt x="19419" y="20876"/>
                </a:lnTo>
                <a:lnTo>
                  <a:pt x="17895" y="20124"/>
                </a:lnTo>
                <a:lnTo>
                  <a:pt x="16436" y="19332"/>
                </a:lnTo>
                <a:lnTo>
                  <a:pt x="15039" y="18493"/>
                </a:lnTo>
                <a:lnTo>
                  <a:pt x="13698" y="17600"/>
                </a:lnTo>
                <a:lnTo>
                  <a:pt x="12406" y="16646"/>
                </a:lnTo>
                <a:lnTo>
                  <a:pt x="11159" y="15624"/>
                </a:lnTo>
                <a:lnTo>
                  <a:pt x="9953" y="14526"/>
                </a:lnTo>
                <a:lnTo>
                  <a:pt x="8782" y="13345"/>
                </a:lnTo>
                <a:lnTo>
                  <a:pt x="7639" y="12071"/>
                </a:lnTo>
                <a:lnTo>
                  <a:pt x="6519" y="10699"/>
                </a:lnTo>
                <a:lnTo>
                  <a:pt x="5418" y="9223"/>
                </a:lnTo>
                <a:lnTo>
                  <a:pt x="4329" y="7636"/>
                </a:lnTo>
                <a:lnTo>
                  <a:pt x="3249" y="5926"/>
                </a:lnTo>
                <a:lnTo>
                  <a:pt x="2171" y="4090"/>
                </a:lnTo>
                <a:lnTo>
                  <a:pt x="1089" y="2117"/>
                </a:lnTo>
                <a:lnTo>
                  <a:pt x="0" y="0"/>
                </a:lnTo>
                <a:close/>
              </a:path>
            </a:pathLst>
          </a:custGeom>
          <a:solidFill>
            <a:srgbClr val="D0F1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5" name="contour_10513"/>
          <p:cNvSpPr/>
          <p:nvPr/>
        </p:nvSpPr>
        <p:spPr>
          <a:xfrm>
            <a:off x="1336789" y="1865726"/>
            <a:ext cx="3638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16" y="0"/>
                </a:lnTo>
                <a:lnTo>
                  <a:pt x="8589" y="0"/>
                </a:lnTo>
                <a:lnTo>
                  <a:pt x="11475" y="0"/>
                </a:lnTo>
                <a:lnTo>
                  <a:pt x="14378" y="0"/>
                </a:lnTo>
                <a:lnTo>
                  <a:pt x="17308" y="0"/>
                </a:lnTo>
                <a:lnTo>
                  <a:pt x="17784" y="1393"/>
                </a:lnTo>
                <a:lnTo>
                  <a:pt x="18247" y="2789"/>
                </a:lnTo>
                <a:lnTo>
                  <a:pt x="18701" y="4182"/>
                </a:lnTo>
                <a:lnTo>
                  <a:pt x="19147" y="5577"/>
                </a:lnTo>
                <a:lnTo>
                  <a:pt x="19584" y="6972"/>
                </a:lnTo>
                <a:lnTo>
                  <a:pt x="20012" y="8370"/>
                </a:lnTo>
                <a:lnTo>
                  <a:pt x="20220" y="8964"/>
                </a:lnTo>
                <a:lnTo>
                  <a:pt x="20856" y="10757"/>
                </a:lnTo>
                <a:lnTo>
                  <a:pt x="21297" y="12347"/>
                </a:lnTo>
                <a:lnTo>
                  <a:pt x="21570" y="13748"/>
                </a:lnTo>
                <a:lnTo>
                  <a:pt x="21600" y="15023"/>
                </a:lnTo>
                <a:lnTo>
                  <a:pt x="21310" y="16230"/>
                </a:lnTo>
                <a:lnTo>
                  <a:pt x="20618" y="17429"/>
                </a:lnTo>
                <a:lnTo>
                  <a:pt x="19445" y="18675"/>
                </a:lnTo>
                <a:lnTo>
                  <a:pt x="17714" y="20030"/>
                </a:lnTo>
                <a:lnTo>
                  <a:pt x="15365" y="20809"/>
                </a:lnTo>
                <a:lnTo>
                  <a:pt x="12981" y="21600"/>
                </a:lnTo>
                <a:lnTo>
                  <a:pt x="10108" y="21263"/>
                </a:lnTo>
                <a:lnTo>
                  <a:pt x="8247" y="20926"/>
                </a:lnTo>
                <a:lnTo>
                  <a:pt x="6590" y="20386"/>
                </a:lnTo>
                <a:lnTo>
                  <a:pt x="4327" y="19440"/>
                </a:lnTo>
                <a:lnTo>
                  <a:pt x="4327" y="18012"/>
                </a:lnTo>
                <a:lnTo>
                  <a:pt x="4327" y="16576"/>
                </a:lnTo>
                <a:lnTo>
                  <a:pt x="4327" y="15120"/>
                </a:lnTo>
                <a:lnTo>
                  <a:pt x="7187" y="15120"/>
                </a:lnTo>
                <a:lnTo>
                  <a:pt x="10064" y="15120"/>
                </a:lnTo>
                <a:lnTo>
                  <a:pt x="12981" y="15120"/>
                </a:lnTo>
                <a:lnTo>
                  <a:pt x="12981" y="13593"/>
                </a:lnTo>
                <a:lnTo>
                  <a:pt x="12981" y="12064"/>
                </a:lnTo>
                <a:lnTo>
                  <a:pt x="12981" y="10530"/>
                </a:lnTo>
                <a:lnTo>
                  <a:pt x="12981" y="8990"/>
                </a:lnTo>
                <a:lnTo>
                  <a:pt x="12981" y="7443"/>
                </a:lnTo>
                <a:lnTo>
                  <a:pt x="12981" y="5888"/>
                </a:lnTo>
                <a:lnTo>
                  <a:pt x="12981" y="4320"/>
                </a:lnTo>
                <a:lnTo>
                  <a:pt x="10411" y="4320"/>
                </a:lnTo>
                <a:lnTo>
                  <a:pt x="7832" y="4320"/>
                </a:lnTo>
                <a:lnTo>
                  <a:pt x="5244" y="4320"/>
                </a:lnTo>
                <a:lnTo>
                  <a:pt x="2635" y="4320"/>
                </a:lnTo>
                <a:lnTo>
                  <a:pt x="0" y="4320"/>
                </a:lnTo>
                <a:lnTo>
                  <a:pt x="0" y="2892"/>
                </a:lnTo>
                <a:lnTo>
                  <a:pt x="0" y="1456"/>
                </a:lnTo>
                <a:lnTo>
                  <a:pt x="0" y="0"/>
                </a:lnTo>
                <a:close/>
              </a:path>
            </a:pathLst>
          </a:custGeom>
          <a:solidFill>
            <a:srgbClr val="7877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6" name="contour_10514"/>
          <p:cNvSpPr/>
          <p:nvPr/>
        </p:nvSpPr>
        <p:spPr>
          <a:xfrm>
            <a:off x="1861525" y="1865726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32" y="310"/>
                </a:lnTo>
                <a:lnTo>
                  <a:pt x="2864" y="623"/>
                </a:lnTo>
                <a:lnTo>
                  <a:pt x="4294" y="936"/>
                </a:lnTo>
                <a:lnTo>
                  <a:pt x="5724" y="1256"/>
                </a:lnTo>
                <a:lnTo>
                  <a:pt x="7154" y="1577"/>
                </a:lnTo>
                <a:lnTo>
                  <a:pt x="7746" y="1706"/>
                </a:lnTo>
                <a:lnTo>
                  <a:pt x="8791" y="1937"/>
                </a:lnTo>
                <a:lnTo>
                  <a:pt x="11180" y="2462"/>
                </a:lnTo>
                <a:lnTo>
                  <a:pt x="12537" y="2880"/>
                </a:lnTo>
                <a:lnTo>
                  <a:pt x="13863" y="3348"/>
                </a:lnTo>
                <a:lnTo>
                  <a:pt x="15168" y="3866"/>
                </a:lnTo>
                <a:lnTo>
                  <a:pt x="16457" y="4432"/>
                </a:lnTo>
                <a:lnTo>
                  <a:pt x="17738" y="5047"/>
                </a:lnTo>
                <a:lnTo>
                  <a:pt x="19017" y="5713"/>
                </a:lnTo>
                <a:lnTo>
                  <a:pt x="20302" y="6430"/>
                </a:lnTo>
                <a:lnTo>
                  <a:pt x="21600" y="7200"/>
                </a:lnTo>
                <a:lnTo>
                  <a:pt x="21244" y="9576"/>
                </a:lnTo>
                <a:lnTo>
                  <a:pt x="20887" y="11956"/>
                </a:lnTo>
                <a:lnTo>
                  <a:pt x="20529" y="14346"/>
                </a:lnTo>
                <a:lnTo>
                  <a:pt x="20168" y="16747"/>
                </a:lnTo>
                <a:lnTo>
                  <a:pt x="19805" y="19163"/>
                </a:lnTo>
                <a:lnTo>
                  <a:pt x="19440" y="21600"/>
                </a:lnTo>
                <a:lnTo>
                  <a:pt x="19105" y="19814"/>
                </a:lnTo>
                <a:lnTo>
                  <a:pt x="18766" y="18000"/>
                </a:lnTo>
                <a:lnTo>
                  <a:pt x="18397" y="17104"/>
                </a:lnTo>
                <a:lnTo>
                  <a:pt x="17280" y="14400"/>
                </a:lnTo>
                <a:lnTo>
                  <a:pt x="15608" y="14184"/>
                </a:lnTo>
                <a:lnTo>
                  <a:pt x="14435" y="14076"/>
                </a:lnTo>
                <a:lnTo>
                  <a:pt x="13450" y="14076"/>
                </a:lnTo>
                <a:lnTo>
                  <a:pt x="12342" y="14184"/>
                </a:lnTo>
                <a:lnTo>
                  <a:pt x="10800" y="14400"/>
                </a:lnTo>
                <a:lnTo>
                  <a:pt x="10800" y="12020"/>
                </a:lnTo>
                <a:lnTo>
                  <a:pt x="10800" y="9626"/>
                </a:lnTo>
                <a:lnTo>
                  <a:pt x="10800" y="7200"/>
                </a:lnTo>
                <a:lnTo>
                  <a:pt x="9273" y="7200"/>
                </a:lnTo>
                <a:lnTo>
                  <a:pt x="7744" y="7200"/>
                </a:lnTo>
                <a:lnTo>
                  <a:pt x="6210" y="7200"/>
                </a:lnTo>
                <a:lnTo>
                  <a:pt x="4670" y="7200"/>
                </a:lnTo>
                <a:lnTo>
                  <a:pt x="3123" y="7200"/>
                </a:lnTo>
                <a:lnTo>
                  <a:pt x="1568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9D9D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7" name="contour_10515"/>
          <p:cNvSpPr/>
          <p:nvPr/>
        </p:nvSpPr>
        <p:spPr>
          <a:xfrm>
            <a:off x="3778266" y="1843862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0"/>
                </a:lnTo>
                <a:lnTo>
                  <a:pt x="13333" y="0"/>
                </a:lnTo>
                <a:lnTo>
                  <a:pt x="15382" y="0"/>
                </a:lnTo>
                <a:lnTo>
                  <a:pt x="17440" y="0"/>
                </a:lnTo>
                <a:lnTo>
                  <a:pt x="19511" y="0"/>
                </a:lnTo>
                <a:lnTo>
                  <a:pt x="21600" y="0"/>
                </a:lnTo>
                <a:lnTo>
                  <a:pt x="21563" y="2426"/>
                </a:lnTo>
                <a:lnTo>
                  <a:pt x="21473" y="4766"/>
                </a:lnTo>
                <a:lnTo>
                  <a:pt x="21304" y="7042"/>
                </a:lnTo>
                <a:lnTo>
                  <a:pt x="21038" y="9266"/>
                </a:lnTo>
                <a:lnTo>
                  <a:pt x="20647" y="11459"/>
                </a:lnTo>
                <a:lnTo>
                  <a:pt x="20113" y="13633"/>
                </a:lnTo>
                <a:lnTo>
                  <a:pt x="19409" y="15808"/>
                </a:lnTo>
                <a:lnTo>
                  <a:pt x="18514" y="18000"/>
                </a:lnTo>
                <a:lnTo>
                  <a:pt x="16490" y="18853"/>
                </a:lnTo>
                <a:lnTo>
                  <a:pt x="14475" y="19559"/>
                </a:lnTo>
                <a:lnTo>
                  <a:pt x="12457" y="20124"/>
                </a:lnTo>
                <a:lnTo>
                  <a:pt x="10430" y="20574"/>
                </a:lnTo>
                <a:lnTo>
                  <a:pt x="8393" y="20920"/>
                </a:lnTo>
                <a:lnTo>
                  <a:pt x="6338" y="21179"/>
                </a:lnTo>
                <a:lnTo>
                  <a:pt x="4258" y="21366"/>
                </a:lnTo>
                <a:lnTo>
                  <a:pt x="2148" y="21503"/>
                </a:lnTo>
                <a:lnTo>
                  <a:pt x="0" y="21600"/>
                </a:lnTo>
                <a:lnTo>
                  <a:pt x="700" y="19462"/>
                </a:lnTo>
                <a:lnTo>
                  <a:pt x="1253" y="18000"/>
                </a:lnTo>
                <a:lnTo>
                  <a:pt x="1953" y="16538"/>
                </a:lnTo>
                <a:lnTo>
                  <a:pt x="3086" y="14400"/>
                </a:lnTo>
                <a:lnTo>
                  <a:pt x="5125" y="14400"/>
                </a:lnTo>
                <a:lnTo>
                  <a:pt x="7177" y="14400"/>
                </a:lnTo>
                <a:lnTo>
                  <a:pt x="9257" y="14400"/>
                </a:lnTo>
                <a:lnTo>
                  <a:pt x="9257" y="12024"/>
                </a:lnTo>
                <a:lnTo>
                  <a:pt x="9257" y="9644"/>
                </a:lnTo>
                <a:lnTo>
                  <a:pt x="9257" y="7254"/>
                </a:lnTo>
                <a:lnTo>
                  <a:pt x="9257" y="4853"/>
                </a:lnTo>
                <a:lnTo>
                  <a:pt x="9257" y="2437"/>
                </a:lnTo>
                <a:lnTo>
                  <a:pt x="9257" y="0"/>
                </a:lnTo>
                <a:close/>
              </a:path>
            </a:pathLst>
          </a:custGeom>
          <a:solidFill>
            <a:srgbClr val="4C45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8" name="contour_10516"/>
          <p:cNvSpPr/>
          <p:nvPr/>
        </p:nvSpPr>
        <p:spPr>
          <a:xfrm>
            <a:off x="11554553" y="1785558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925" y="154"/>
                </a:lnTo>
                <a:lnTo>
                  <a:pt x="8590" y="299"/>
                </a:lnTo>
                <a:lnTo>
                  <a:pt x="9317" y="454"/>
                </a:lnTo>
                <a:lnTo>
                  <a:pt x="10224" y="648"/>
                </a:lnTo>
                <a:lnTo>
                  <a:pt x="11429" y="907"/>
                </a:lnTo>
                <a:lnTo>
                  <a:pt x="13051" y="1253"/>
                </a:lnTo>
                <a:lnTo>
                  <a:pt x="15206" y="1716"/>
                </a:lnTo>
                <a:lnTo>
                  <a:pt x="18017" y="2317"/>
                </a:lnTo>
                <a:lnTo>
                  <a:pt x="21600" y="3086"/>
                </a:lnTo>
                <a:lnTo>
                  <a:pt x="21336" y="5122"/>
                </a:lnTo>
                <a:lnTo>
                  <a:pt x="21072" y="7162"/>
                </a:lnTo>
                <a:lnTo>
                  <a:pt x="20808" y="9202"/>
                </a:lnTo>
                <a:lnTo>
                  <a:pt x="20542" y="11247"/>
                </a:lnTo>
                <a:lnTo>
                  <a:pt x="20275" y="13299"/>
                </a:lnTo>
                <a:lnTo>
                  <a:pt x="20009" y="15361"/>
                </a:lnTo>
                <a:lnTo>
                  <a:pt x="19740" y="17428"/>
                </a:lnTo>
                <a:lnTo>
                  <a:pt x="19471" y="19508"/>
                </a:lnTo>
                <a:lnTo>
                  <a:pt x="19200" y="21600"/>
                </a:lnTo>
                <a:lnTo>
                  <a:pt x="18979" y="20918"/>
                </a:lnTo>
                <a:lnTo>
                  <a:pt x="18590" y="19718"/>
                </a:lnTo>
                <a:lnTo>
                  <a:pt x="17700" y="16971"/>
                </a:lnTo>
                <a:lnTo>
                  <a:pt x="16728" y="15089"/>
                </a:lnTo>
                <a:lnTo>
                  <a:pt x="15874" y="13889"/>
                </a:lnTo>
                <a:lnTo>
                  <a:pt x="14400" y="12343"/>
                </a:lnTo>
                <a:lnTo>
                  <a:pt x="12790" y="12102"/>
                </a:lnTo>
                <a:lnTo>
                  <a:pt x="11186" y="11942"/>
                </a:lnTo>
                <a:lnTo>
                  <a:pt x="9593" y="11849"/>
                </a:lnTo>
                <a:lnTo>
                  <a:pt x="8002" y="11821"/>
                </a:lnTo>
                <a:lnTo>
                  <a:pt x="6410" y="11846"/>
                </a:lnTo>
                <a:lnTo>
                  <a:pt x="4819" y="11920"/>
                </a:lnTo>
                <a:lnTo>
                  <a:pt x="3221" y="12031"/>
                </a:lnTo>
                <a:lnTo>
                  <a:pt x="1615" y="12176"/>
                </a:lnTo>
                <a:lnTo>
                  <a:pt x="0" y="12343"/>
                </a:lnTo>
                <a:lnTo>
                  <a:pt x="0" y="10303"/>
                </a:lnTo>
                <a:lnTo>
                  <a:pt x="0" y="8251"/>
                </a:lnTo>
                <a:lnTo>
                  <a:pt x="0" y="6171"/>
                </a:lnTo>
                <a:lnTo>
                  <a:pt x="1426" y="6171"/>
                </a:lnTo>
                <a:lnTo>
                  <a:pt x="2856" y="6171"/>
                </a:lnTo>
                <a:lnTo>
                  <a:pt x="4291" y="6171"/>
                </a:lnTo>
                <a:lnTo>
                  <a:pt x="5738" y="6171"/>
                </a:lnTo>
                <a:lnTo>
                  <a:pt x="7200" y="6171"/>
                </a:lnTo>
                <a:lnTo>
                  <a:pt x="7200" y="4132"/>
                </a:lnTo>
                <a:lnTo>
                  <a:pt x="7200" y="2080"/>
                </a:lnTo>
                <a:lnTo>
                  <a:pt x="7200" y="0"/>
                </a:lnTo>
                <a:close/>
              </a:path>
            </a:pathLst>
          </a:custGeom>
          <a:solidFill>
            <a:srgbClr val="C66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19" name="contour_10517"/>
          <p:cNvSpPr/>
          <p:nvPr/>
        </p:nvSpPr>
        <p:spPr>
          <a:xfrm>
            <a:off x="10505082" y="1792846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0" y="459"/>
                </a:lnTo>
                <a:lnTo>
                  <a:pt x="3240" y="929"/>
                </a:lnTo>
                <a:lnTo>
                  <a:pt x="4860" y="1404"/>
                </a:lnTo>
                <a:lnTo>
                  <a:pt x="6480" y="1879"/>
                </a:lnTo>
                <a:lnTo>
                  <a:pt x="8100" y="2365"/>
                </a:lnTo>
                <a:lnTo>
                  <a:pt x="8770" y="2560"/>
                </a:lnTo>
                <a:lnTo>
                  <a:pt x="9950" y="2905"/>
                </a:lnTo>
                <a:lnTo>
                  <a:pt x="12655" y="3694"/>
                </a:lnTo>
                <a:lnTo>
                  <a:pt x="15331" y="4811"/>
                </a:lnTo>
                <a:lnTo>
                  <a:pt x="17201" y="5692"/>
                </a:lnTo>
                <a:lnTo>
                  <a:pt x="18514" y="6534"/>
                </a:lnTo>
                <a:lnTo>
                  <a:pt x="19519" y="7533"/>
                </a:lnTo>
                <a:lnTo>
                  <a:pt x="20465" y="8888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956" y="21190"/>
                </a:lnTo>
                <a:lnTo>
                  <a:pt x="18310" y="20779"/>
                </a:lnTo>
                <a:lnTo>
                  <a:pt x="16663" y="20363"/>
                </a:lnTo>
                <a:lnTo>
                  <a:pt x="15014" y="19953"/>
                </a:lnTo>
                <a:lnTo>
                  <a:pt x="13363" y="19543"/>
                </a:lnTo>
                <a:lnTo>
                  <a:pt x="11710" y="19127"/>
                </a:lnTo>
                <a:lnTo>
                  <a:pt x="10051" y="18711"/>
                </a:lnTo>
                <a:lnTo>
                  <a:pt x="8390" y="18295"/>
                </a:lnTo>
                <a:lnTo>
                  <a:pt x="6725" y="17879"/>
                </a:lnTo>
                <a:lnTo>
                  <a:pt x="5052" y="17464"/>
                </a:lnTo>
                <a:lnTo>
                  <a:pt x="3374" y="17042"/>
                </a:lnTo>
                <a:lnTo>
                  <a:pt x="1692" y="16621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E2D8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0" name="contour_10518"/>
          <p:cNvSpPr/>
          <p:nvPr/>
        </p:nvSpPr>
        <p:spPr>
          <a:xfrm>
            <a:off x="4630961" y="180013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5A5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1" name="contour_10519"/>
          <p:cNvSpPr/>
          <p:nvPr/>
        </p:nvSpPr>
        <p:spPr>
          <a:xfrm>
            <a:off x="1263909" y="1756406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415" y="1980"/>
                </a:lnTo>
                <a:lnTo>
                  <a:pt x="13819" y="3758"/>
                </a:lnTo>
                <a:lnTo>
                  <a:pt x="15042" y="5404"/>
                </a:lnTo>
                <a:lnTo>
                  <a:pt x="16114" y="6980"/>
                </a:lnTo>
                <a:lnTo>
                  <a:pt x="17059" y="8550"/>
                </a:lnTo>
                <a:lnTo>
                  <a:pt x="17904" y="10184"/>
                </a:lnTo>
                <a:lnTo>
                  <a:pt x="18676" y="11948"/>
                </a:lnTo>
                <a:lnTo>
                  <a:pt x="19405" y="13907"/>
                </a:lnTo>
                <a:lnTo>
                  <a:pt x="20118" y="16124"/>
                </a:lnTo>
                <a:lnTo>
                  <a:pt x="20841" y="18666"/>
                </a:lnTo>
                <a:lnTo>
                  <a:pt x="21600" y="21600"/>
                </a:lnTo>
                <a:lnTo>
                  <a:pt x="19818" y="21301"/>
                </a:lnTo>
                <a:lnTo>
                  <a:pt x="18036" y="21006"/>
                </a:lnTo>
                <a:lnTo>
                  <a:pt x="16251" y="20707"/>
                </a:lnTo>
                <a:lnTo>
                  <a:pt x="14464" y="20412"/>
                </a:lnTo>
                <a:lnTo>
                  <a:pt x="12674" y="20113"/>
                </a:lnTo>
                <a:lnTo>
                  <a:pt x="10881" y="19814"/>
                </a:lnTo>
                <a:lnTo>
                  <a:pt x="9083" y="19516"/>
                </a:lnTo>
                <a:lnTo>
                  <a:pt x="7279" y="19213"/>
                </a:lnTo>
                <a:lnTo>
                  <a:pt x="5470" y="18911"/>
                </a:lnTo>
                <a:lnTo>
                  <a:pt x="3656" y="18608"/>
                </a:lnTo>
                <a:lnTo>
                  <a:pt x="1831" y="18306"/>
                </a:lnTo>
                <a:lnTo>
                  <a:pt x="0" y="18000"/>
                </a:lnTo>
                <a:lnTo>
                  <a:pt x="535" y="15862"/>
                </a:lnTo>
                <a:lnTo>
                  <a:pt x="1072" y="13716"/>
                </a:lnTo>
                <a:lnTo>
                  <a:pt x="1609" y="11563"/>
                </a:lnTo>
                <a:lnTo>
                  <a:pt x="2152" y="9392"/>
                </a:lnTo>
                <a:lnTo>
                  <a:pt x="2700" y="7200"/>
                </a:lnTo>
                <a:lnTo>
                  <a:pt x="4790" y="6876"/>
                </a:lnTo>
                <a:lnTo>
                  <a:pt x="6256" y="6714"/>
                </a:lnTo>
                <a:lnTo>
                  <a:pt x="7487" y="6714"/>
                </a:lnTo>
                <a:lnTo>
                  <a:pt x="8872" y="6876"/>
                </a:lnTo>
                <a:lnTo>
                  <a:pt x="10800" y="7200"/>
                </a:lnTo>
                <a:lnTo>
                  <a:pt x="10800" y="4820"/>
                </a:lnTo>
                <a:lnTo>
                  <a:pt x="10800" y="2426"/>
                </a:lnTo>
                <a:lnTo>
                  <a:pt x="10800" y="0"/>
                </a:lnTo>
                <a:close/>
              </a:path>
            </a:pathLst>
          </a:custGeom>
          <a:solidFill>
            <a:srgbClr val="8181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2" name="contour_10520"/>
          <p:cNvSpPr/>
          <p:nvPr/>
        </p:nvSpPr>
        <p:spPr>
          <a:xfrm>
            <a:off x="4419610" y="1754467"/>
            <a:ext cx="102032" cy="38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14" y="1091"/>
                </a:moveTo>
                <a:lnTo>
                  <a:pt x="8912" y="558"/>
                </a:lnTo>
                <a:lnTo>
                  <a:pt x="9786" y="238"/>
                </a:lnTo>
                <a:lnTo>
                  <a:pt x="10592" y="82"/>
                </a:lnTo>
                <a:lnTo>
                  <a:pt x="11585" y="41"/>
                </a:lnTo>
                <a:lnTo>
                  <a:pt x="13019" y="66"/>
                </a:lnTo>
                <a:lnTo>
                  <a:pt x="13443" y="53"/>
                </a:lnTo>
                <a:lnTo>
                  <a:pt x="14191" y="37"/>
                </a:lnTo>
                <a:lnTo>
                  <a:pt x="15905" y="0"/>
                </a:lnTo>
                <a:lnTo>
                  <a:pt x="17059" y="582"/>
                </a:lnTo>
                <a:lnTo>
                  <a:pt x="18011" y="1308"/>
                </a:lnTo>
                <a:lnTo>
                  <a:pt x="18817" y="2240"/>
                </a:lnTo>
                <a:lnTo>
                  <a:pt x="19525" y="3441"/>
                </a:lnTo>
                <a:lnTo>
                  <a:pt x="20190" y="4975"/>
                </a:lnTo>
                <a:lnTo>
                  <a:pt x="20864" y="6903"/>
                </a:lnTo>
                <a:lnTo>
                  <a:pt x="21600" y="9295"/>
                </a:lnTo>
                <a:lnTo>
                  <a:pt x="19622" y="10476"/>
                </a:lnTo>
                <a:lnTo>
                  <a:pt x="17828" y="11547"/>
                </a:lnTo>
                <a:lnTo>
                  <a:pt x="16203" y="12515"/>
                </a:lnTo>
                <a:lnTo>
                  <a:pt x="14734" y="13388"/>
                </a:lnTo>
                <a:lnTo>
                  <a:pt x="13407" y="14176"/>
                </a:lnTo>
                <a:lnTo>
                  <a:pt x="12207" y="14885"/>
                </a:lnTo>
                <a:lnTo>
                  <a:pt x="11121" y="15525"/>
                </a:lnTo>
                <a:lnTo>
                  <a:pt x="10135" y="16104"/>
                </a:lnTo>
                <a:lnTo>
                  <a:pt x="9232" y="16629"/>
                </a:lnTo>
                <a:lnTo>
                  <a:pt x="8404" y="17104"/>
                </a:lnTo>
                <a:lnTo>
                  <a:pt x="7631" y="17547"/>
                </a:lnTo>
                <a:lnTo>
                  <a:pt x="6903" y="17954"/>
                </a:lnTo>
                <a:lnTo>
                  <a:pt x="6204" y="18343"/>
                </a:lnTo>
                <a:lnTo>
                  <a:pt x="5522" y="18716"/>
                </a:lnTo>
                <a:lnTo>
                  <a:pt x="4840" y="19082"/>
                </a:lnTo>
                <a:lnTo>
                  <a:pt x="4146" y="19451"/>
                </a:lnTo>
                <a:lnTo>
                  <a:pt x="3425" y="19828"/>
                </a:lnTo>
                <a:lnTo>
                  <a:pt x="2665" y="20226"/>
                </a:lnTo>
                <a:lnTo>
                  <a:pt x="1850" y="20648"/>
                </a:lnTo>
                <a:lnTo>
                  <a:pt x="966" y="21104"/>
                </a:lnTo>
                <a:lnTo>
                  <a:pt x="0" y="21600"/>
                </a:lnTo>
                <a:lnTo>
                  <a:pt x="0" y="18889"/>
                </a:lnTo>
                <a:lnTo>
                  <a:pt x="0" y="16161"/>
                </a:lnTo>
                <a:lnTo>
                  <a:pt x="0" y="13396"/>
                </a:lnTo>
                <a:lnTo>
                  <a:pt x="975" y="12379"/>
                </a:lnTo>
                <a:lnTo>
                  <a:pt x="1750" y="11850"/>
                </a:lnTo>
                <a:lnTo>
                  <a:pt x="2990" y="11346"/>
                </a:lnTo>
                <a:lnTo>
                  <a:pt x="4227" y="10841"/>
                </a:lnTo>
                <a:lnTo>
                  <a:pt x="5053" y="10312"/>
                </a:lnTo>
                <a:lnTo>
                  <a:pt x="6171" y="9295"/>
                </a:lnTo>
                <a:lnTo>
                  <a:pt x="6489" y="7227"/>
                </a:lnTo>
                <a:lnTo>
                  <a:pt x="6810" y="5127"/>
                </a:lnTo>
                <a:lnTo>
                  <a:pt x="7259" y="3126"/>
                </a:lnTo>
                <a:lnTo>
                  <a:pt x="7714" y="1091"/>
                </a:lnTo>
                <a:close/>
              </a:path>
            </a:pathLst>
          </a:custGeom>
          <a:solidFill>
            <a:srgbClr val="DB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3" name="contour_10521"/>
          <p:cNvSpPr/>
          <p:nvPr/>
        </p:nvSpPr>
        <p:spPr>
          <a:xfrm>
            <a:off x="8289533" y="1727254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20239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033" y="20832"/>
                </a:lnTo>
                <a:lnTo>
                  <a:pt x="15576" y="20279"/>
                </a:lnTo>
                <a:lnTo>
                  <a:pt x="13921" y="19857"/>
                </a:lnTo>
                <a:lnTo>
                  <a:pt x="12774" y="19480"/>
                </a:lnTo>
                <a:lnTo>
                  <a:pt x="11834" y="19060"/>
                </a:lnTo>
                <a:lnTo>
                  <a:pt x="10800" y="18514"/>
                </a:lnTo>
                <a:lnTo>
                  <a:pt x="10800" y="16475"/>
                </a:lnTo>
                <a:lnTo>
                  <a:pt x="10800" y="14423"/>
                </a:lnTo>
                <a:lnTo>
                  <a:pt x="10800" y="12343"/>
                </a:lnTo>
                <a:lnTo>
                  <a:pt x="9196" y="12954"/>
                </a:lnTo>
                <a:lnTo>
                  <a:pt x="7587" y="13568"/>
                </a:lnTo>
                <a:lnTo>
                  <a:pt x="5972" y="14182"/>
                </a:lnTo>
                <a:lnTo>
                  <a:pt x="4344" y="14802"/>
                </a:lnTo>
                <a:lnTo>
                  <a:pt x="2700" y="15429"/>
                </a:lnTo>
                <a:lnTo>
                  <a:pt x="2030" y="13901"/>
                </a:lnTo>
                <a:lnTo>
                  <a:pt x="1361" y="12364"/>
                </a:lnTo>
                <a:lnTo>
                  <a:pt x="683" y="10822"/>
                </a:lnTo>
                <a:lnTo>
                  <a:pt x="0" y="9257"/>
                </a:lnTo>
                <a:lnTo>
                  <a:pt x="859" y="9146"/>
                </a:lnTo>
                <a:lnTo>
                  <a:pt x="3448" y="8800"/>
                </a:lnTo>
                <a:lnTo>
                  <a:pt x="4107" y="8696"/>
                </a:lnTo>
                <a:lnTo>
                  <a:pt x="5270" y="8513"/>
                </a:lnTo>
                <a:lnTo>
                  <a:pt x="7933" y="8100"/>
                </a:lnTo>
                <a:lnTo>
                  <a:pt x="9407" y="7884"/>
                </a:lnTo>
                <a:lnTo>
                  <a:pt x="10889" y="7668"/>
                </a:lnTo>
                <a:lnTo>
                  <a:pt x="12393" y="7449"/>
                </a:lnTo>
                <a:lnTo>
                  <a:pt x="14620" y="6659"/>
                </a:lnTo>
                <a:lnTo>
                  <a:pt x="15935" y="5931"/>
                </a:lnTo>
                <a:lnTo>
                  <a:pt x="16856" y="4838"/>
                </a:lnTo>
                <a:lnTo>
                  <a:pt x="17898" y="2965"/>
                </a:lnTo>
                <a:lnTo>
                  <a:pt x="18395" y="1493"/>
                </a:lnTo>
                <a:lnTo>
                  <a:pt x="18900" y="0"/>
                </a:lnTo>
                <a:close/>
              </a:path>
            </a:pathLst>
          </a:custGeom>
          <a:solidFill>
            <a:srgbClr val="EC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4" name="contour_10522"/>
          <p:cNvSpPr/>
          <p:nvPr/>
        </p:nvSpPr>
        <p:spPr>
          <a:xfrm>
            <a:off x="1545969" y="1734112"/>
            <a:ext cx="45900" cy="514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1"/>
                </a:moveTo>
                <a:lnTo>
                  <a:pt x="20914" y="1349"/>
                </a:lnTo>
                <a:lnTo>
                  <a:pt x="20221" y="2537"/>
                </a:lnTo>
                <a:lnTo>
                  <a:pt x="19158" y="4406"/>
                </a:lnTo>
                <a:lnTo>
                  <a:pt x="18133" y="6270"/>
                </a:lnTo>
                <a:lnTo>
                  <a:pt x="17141" y="8133"/>
                </a:lnTo>
                <a:lnTo>
                  <a:pt x="16185" y="10000"/>
                </a:lnTo>
                <a:lnTo>
                  <a:pt x="15269" y="11879"/>
                </a:lnTo>
                <a:lnTo>
                  <a:pt x="14394" y="13773"/>
                </a:lnTo>
                <a:lnTo>
                  <a:pt x="13557" y="15685"/>
                </a:lnTo>
                <a:lnTo>
                  <a:pt x="12765" y="17625"/>
                </a:lnTo>
                <a:lnTo>
                  <a:pt x="12014" y="19596"/>
                </a:lnTo>
                <a:lnTo>
                  <a:pt x="11311" y="21600"/>
                </a:lnTo>
                <a:lnTo>
                  <a:pt x="8759" y="21208"/>
                </a:lnTo>
                <a:lnTo>
                  <a:pt x="6948" y="20853"/>
                </a:lnTo>
                <a:lnTo>
                  <a:pt x="5385" y="20388"/>
                </a:lnTo>
                <a:lnTo>
                  <a:pt x="3574" y="19666"/>
                </a:lnTo>
                <a:lnTo>
                  <a:pt x="1022" y="18540"/>
                </a:lnTo>
                <a:lnTo>
                  <a:pt x="521" y="16175"/>
                </a:lnTo>
                <a:lnTo>
                  <a:pt x="168" y="14143"/>
                </a:lnTo>
                <a:lnTo>
                  <a:pt x="0" y="12292"/>
                </a:lnTo>
                <a:lnTo>
                  <a:pt x="62" y="10468"/>
                </a:lnTo>
                <a:lnTo>
                  <a:pt x="388" y="8522"/>
                </a:lnTo>
                <a:lnTo>
                  <a:pt x="1022" y="6300"/>
                </a:lnTo>
                <a:lnTo>
                  <a:pt x="3166" y="4593"/>
                </a:lnTo>
                <a:lnTo>
                  <a:pt x="5241" y="3185"/>
                </a:lnTo>
                <a:lnTo>
                  <a:pt x="7291" y="2059"/>
                </a:lnTo>
                <a:lnTo>
                  <a:pt x="9363" y="1196"/>
                </a:lnTo>
                <a:lnTo>
                  <a:pt x="11496" y="578"/>
                </a:lnTo>
                <a:lnTo>
                  <a:pt x="13743" y="187"/>
                </a:lnTo>
                <a:lnTo>
                  <a:pt x="16147" y="0"/>
                </a:lnTo>
                <a:lnTo>
                  <a:pt x="18750" y="6"/>
                </a:lnTo>
                <a:lnTo>
                  <a:pt x="21600" y="181"/>
                </a:lnTo>
                <a:close/>
              </a:path>
            </a:pathLst>
          </a:custGeom>
          <a:solidFill>
            <a:srgbClr val="B2B3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5" name="contour_10523"/>
          <p:cNvSpPr/>
          <p:nvPr/>
        </p:nvSpPr>
        <p:spPr>
          <a:xfrm>
            <a:off x="5592976" y="1705390"/>
            <a:ext cx="35908" cy="73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36" y="0"/>
                </a:moveTo>
                <a:lnTo>
                  <a:pt x="19276" y="1398"/>
                </a:lnTo>
                <a:lnTo>
                  <a:pt x="20482" y="2796"/>
                </a:lnTo>
                <a:lnTo>
                  <a:pt x="21223" y="4202"/>
                </a:lnTo>
                <a:lnTo>
                  <a:pt x="21569" y="5622"/>
                </a:lnTo>
                <a:lnTo>
                  <a:pt x="21600" y="7060"/>
                </a:lnTo>
                <a:lnTo>
                  <a:pt x="21390" y="8522"/>
                </a:lnTo>
                <a:lnTo>
                  <a:pt x="20999" y="10014"/>
                </a:lnTo>
                <a:lnTo>
                  <a:pt x="20513" y="11543"/>
                </a:lnTo>
                <a:lnTo>
                  <a:pt x="20000" y="13112"/>
                </a:lnTo>
                <a:lnTo>
                  <a:pt x="19658" y="14311"/>
                </a:lnTo>
                <a:lnTo>
                  <a:pt x="19307" y="15529"/>
                </a:lnTo>
                <a:lnTo>
                  <a:pt x="18878" y="17000"/>
                </a:lnTo>
                <a:lnTo>
                  <a:pt x="18435" y="18468"/>
                </a:lnTo>
                <a:lnTo>
                  <a:pt x="17988" y="19939"/>
                </a:lnTo>
                <a:lnTo>
                  <a:pt x="17536" y="21407"/>
                </a:lnTo>
                <a:lnTo>
                  <a:pt x="14366" y="21536"/>
                </a:lnTo>
                <a:lnTo>
                  <a:pt x="12095" y="21600"/>
                </a:lnTo>
                <a:lnTo>
                  <a:pt x="10096" y="21600"/>
                </a:lnTo>
                <a:lnTo>
                  <a:pt x="7738" y="21536"/>
                </a:lnTo>
                <a:lnTo>
                  <a:pt x="4384" y="21407"/>
                </a:lnTo>
                <a:lnTo>
                  <a:pt x="2775" y="20001"/>
                </a:lnTo>
                <a:lnTo>
                  <a:pt x="1995" y="18890"/>
                </a:lnTo>
                <a:lnTo>
                  <a:pt x="1368" y="17126"/>
                </a:lnTo>
                <a:lnTo>
                  <a:pt x="1153" y="16526"/>
                </a:lnTo>
                <a:lnTo>
                  <a:pt x="495" y="14718"/>
                </a:lnTo>
                <a:lnTo>
                  <a:pt x="250" y="13788"/>
                </a:lnTo>
                <a:lnTo>
                  <a:pt x="0" y="12844"/>
                </a:lnTo>
                <a:lnTo>
                  <a:pt x="2898" y="12844"/>
                </a:lnTo>
                <a:lnTo>
                  <a:pt x="5813" y="12844"/>
                </a:lnTo>
                <a:lnTo>
                  <a:pt x="8768" y="12844"/>
                </a:lnTo>
                <a:lnTo>
                  <a:pt x="9741" y="11487"/>
                </a:lnTo>
                <a:lnTo>
                  <a:pt x="10324" y="10492"/>
                </a:lnTo>
                <a:lnTo>
                  <a:pt x="10741" y="9368"/>
                </a:lnTo>
                <a:lnTo>
                  <a:pt x="11232" y="7625"/>
                </a:lnTo>
                <a:lnTo>
                  <a:pt x="11889" y="5388"/>
                </a:lnTo>
                <a:lnTo>
                  <a:pt x="12472" y="3819"/>
                </a:lnTo>
                <a:lnTo>
                  <a:pt x="13152" y="2708"/>
                </a:lnTo>
                <a:lnTo>
                  <a:pt x="14108" y="1843"/>
                </a:lnTo>
                <a:lnTo>
                  <a:pt x="15511" y="1010"/>
                </a:lnTo>
                <a:lnTo>
                  <a:pt x="17536" y="0"/>
                </a:lnTo>
                <a:close/>
              </a:path>
            </a:pathLst>
          </a:custGeom>
          <a:solidFill>
            <a:srgbClr val="D3DB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6" name="contour_10524"/>
          <p:cNvSpPr/>
          <p:nvPr/>
        </p:nvSpPr>
        <p:spPr>
          <a:xfrm>
            <a:off x="1795933" y="1718829"/>
            <a:ext cx="65592" cy="357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686"/>
                </a:moveTo>
                <a:lnTo>
                  <a:pt x="20081" y="3577"/>
                </a:lnTo>
                <a:lnTo>
                  <a:pt x="20508" y="5861"/>
                </a:lnTo>
                <a:lnTo>
                  <a:pt x="20851" y="9487"/>
                </a:lnTo>
                <a:lnTo>
                  <a:pt x="20969" y="10719"/>
                </a:lnTo>
                <a:lnTo>
                  <a:pt x="21329" y="14437"/>
                </a:lnTo>
                <a:lnTo>
                  <a:pt x="21463" y="16346"/>
                </a:lnTo>
                <a:lnTo>
                  <a:pt x="21600" y="18287"/>
                </a:lnTo>
                <a:lnTo>
                  <a:pt x="19800" y="19312"/>
                </a:lnTo>
                <a:lnTo>
                  <a:pt x="18072" y="20135"/>
                </a:lnTo>
                <a:lnTo>
                  <a:pt x="16404" y="20768"/>
                </a:lnTo>
                <a:lnTo>
                  <a:pt x="14782" y="21222"/>
                </a:lnTo>
                <a:lnTo>
                  <a:pt x="13193" y="21494"/>
                </a:lnTo>
                <a:lnTo>
                  <a:pt x="11621" y="21600"/>
                </a:lnTo>
                <a:lnTo>
                  <a:pt x="10054" y="21547"/>
                </a:lnTo>
                <a:lnTo>
                  <a:pt x="8479" y="21345"/>
                </a:lnTo>
                <a:lnTo>
                  <a:pt x="6881" y="20993"/>
                </a:lnTo>
                <a:lnTo>
                  <a:pt x="5249" y="20504"/>
                </a:lnTo>
                <a:lnTo>
                  <a:pt x="3566" y="19884"/>
                </a:lnTo>
                <a:lnTo>
                  <a:pt x="1822" y="19145"/>
                </a:lnTo>
                <a:lnTo>
                  <a:pt x="0" y="18287"/>
                </a:lnTo>
                <a:lnTo>
                  <a:pt x="1102" y="16509"/>
                </a:lnTo>
                <a:lnTo>
                  <a:pt x="2208" y="14740"/>
                </a:lnTo>
                <a:lnTo>
                  <a:pt x="3319" y="12980"/>
                </a:lnTo>
                <a:lnTo>
                  <a:pt x="4433" y="11233"/>
                </a:lnTo>
                <a:lnTo>
                  <a:pt x="5549" y="9487"/>
                </a:lnTo>
                <a:lnTo>
                  <a:pt x="6581" y="7850"/>
                </a:lnTo>
                <a:lnTo>
                  <a:pt x="7620" y="6204"/>
                </a:lnTo>
                <a:lnTo>
                  <a:pt x="8671" y="4536"/>
                </a:lnTo>
                <a:lnTo>
                  <a:pt x="10246" y="2820"/>
                </a:lnTo>
                <a:lnTo>
                  <a:pt x="11674" y="1531"/>
                </a:lnTo>
                <a:lnTo>
                  <a:pt x="13027" y="647"/>
                </a:lnTo>
                <a:lnTo>
                  <a:pt x="14383" y="145"/>
                </a:lnTo>
                <a:lnTo>
                  <a:pt x="15814" y="0"/>
                </a:lnTo>
                <a:lnTo>
                  <a:pt x="17395" y="189"/>
                </a:lnTo>
                <a:lnTo>
                  <a:pt x="19200" y="686"/>
                </a:lnTo>
                <a:close/>
              </a:path>
            </a:pathLst>
          </a:custGeom>
          <a:solidFill>
            <a:srgbClr val="3F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7" name="contour_10525"/>
          <p:cNvSpPr/>
          <p:nvPr/>
        </p:nvSpPr>
        <p:spPr>
          <a:xfrm>
            <a:off x="2561172" y="1705390"/>
            <a:ext cx="45011" cy="50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90" y="0"/>
                </a:moveTo>
                <a:lnTo>
                  <a:pt x="16301" y="0"/>
                </a:lnTo>
                <a:lnTo>
                  <a:pt x="18627" y="0"/>
                </a:lnTo>
                <a:lnTo>
                  <a:pt x="20984" y="0"/>
                </a:lnTo>
                <a:lnTo>
                  <a:pt x="21296" y="4144"/>
                </a:lnTo>
                <a:lnTo>
                  <a:pt x="21509" y="7421"/>
                </a:lnTo>
                <a:lnTo>
                  <a:pt x="21600" y="9998"/>
                </a:lnTo>
                <a:lnTo>
                  <a:pt x="21544" y="12037"/>
                </a:lnTo>
                <a:lnTo>
                  <a:pt x="21324" y="13707"/>
                </a:lnTo>
                <a:lnTo>
                  <a:pt x="20918" y="15167"/>
                </a:lnTo>
                <a:lnTo>
                  <a:pt x="20302" y="16581"/>
                </a:lnTo>
                <a:lnTo>
                  <a:pt x="19460" y="18116"/>
                </a:lnTo>
                <a:lnTo>
                  <a:pt x="18361" y="19936"/>
                </a:lnTo>
                <a:lnTo>
                  <a:pt x="15696" y="21003"/>
                </a:lnTo>
                <a:lnTo>
                  <a:pt x="13556" y="21528"/>
                </a:lnTo>
                <a:lnTo>
                  <a:pt x="11566" y="21600"/>
                </a:lnTo>
                <a:lnTo>
                  <a:pt x="9359" y="21300"/>
                </a:lnTo>
                <a:lnTo>
                  <a:pt x="6558" y="20718"/>
                </a:lnTo>
                <a:lnTo>
                  <a:pt x="4389" y="20074"/>
                </a:lnTo>
                <a:lnTo>
                  <a:pt x="2210" y="19423"/>
                </a:lnTo>
                <a:lnTo>
                  <a:pt x="0" y="18764"/>
                </a:lnTo>
                <a:lnTo>
                  <a:pt x="553" y="16437"/>
                </a:lnTo>
                <a:lnTo>
                  <a:pt x="1011" y="14786"/>
                </a:lnTo>
                <a:lnTo>
                  <a:pt x="1542" y="13360"/>
                </a:lnTo>
                <a:lnTo>
                  <a:pt x="2315" y="11708"/>
                </a:lnTo>
                <a:lnTo>
                  <a:pt x="3497" y="9382"/>
                </a:lnTo>
                <a:lnTo>
                  <a:pt x="6204" y="9100"/>
                </a:lnTo>
                <a:lnTo>
                  <a:pt x="8103" y="8960"/>
                </a:lnTo>
                <a:lnTo>
                  <a:pt x="9698" y="8960"/>
                </a:lnTo>
                <a:lnTo>
                  <a:pt x="11492" y="9100"/>
                </a:lnTo>
                <a:lnTo>
                  <a:pt x="13990" y="9382"/>
                </a:lnTo>
                <a:lnTo>
                  <a:pt x="13990" y="7524"/>
                </a:lnTo>
                <a:lnTo>
                  <a:pt x="13990" y="5660"/>
                </a:lnTo>
                <a:lnTo>
                  <a:pt x="13990" y="3790"/>
                </a:lnTo>
                <a:lnTo>
                  <a:pt x="13990" y="1905"/>
                </a:lnTo>
                <a:lnTo>
                  <a:pt x="13990" y="0"/>
                </a:lnTo>
                <a:close/>
              </a:path>
            </a:pathLst>
          </a:custGeom>
          <a:solidFill>
            <a:srgbClr val="A389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8" name="contour_10526"/>
          <p:cNvSpPr/>
          <p:nvPr/>
        </p:nvSpPr>
        <p:spPr>
          <a:xfrm>
            <a:off x="7232774" y="1683526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260" y="1867"/>
                </a:lnTo>
                <a:lnTo>
                  <a:pt x="14119" y="3737"/>
                </a:lnTo>
                <a:lnTo>
                  <a:pt x="13979" y="5604"/>
                </a:lnTo>
                <a:lnTo>
                  <a:pt x="13838" y="7474"/>
                </a:lnTo>
                <a:lnTo>
                  <a:pt x="13698" y="9340"/>
                </a:lnTo>
                <a:lnTo>
                  <a:pt x="14047" y="10831"/>
                </a:lnTo>
                <a:lnTo>
                  <a:pt x="14400" y="12343"/>
                </a:lnTo>
                <a:lnTo>
                  <a:pt x="16182" y="13108"/>
                </a:lnTo>
                <a:lnTo>
                  <a:pt x="17971" y="13873"/>
                </a:lnTo>
                <a:lnTo>
                  <a:pt x="19775" y="14648"/>
                </a:lnTo>
                <a:lnTo>
                  <a:pt x="21600" y="15429"/>
                </a:lnTo>
                <a:lnTo>
                  <a:pt x="19224" y="16107"/>
                </a:lnTo>
                <a:lnTo>
                  <a:pt x="16844" y="16786"/>
                </a:lnTo>
                <a:lnTo>
                  <a:pt x="14465" y="17468"/>
                </a:lnTo>
                <a:lnTo>
                  <a:pt x="12078" y="18150"/>
                </a:lnTo>
                <a:lnTo>
                  <a:pt x="9684" y="18832"/>
                </a:lnTo>
                <a:lnTo>
                  <a:pt x="7279" y="19520"/>
                </a:lnTo>
                <a:lnTo>
                  <a:pt x="4867" y="20208"/>
                </a:lnTo>
                <a:lnTo>
                  <a:pt x="2441" y="20903"/>
                </a:lnTo>
                <a:lnTo>
                  <a:pt x="0" y="21600"/>
                </a:lnTo>
                <a:lnTo>
                  <a:pt x="1019" y="19853"/>
                </a:lnTo>
                <a:lnTo>
                  <a:pt x="2038" y="18107"/>
                </a:lnTo>
                <a:lnTo>
                  <a:pt x="3060" y="16354"/>
                </a:lnTo>
                <a:lnTo>
                  <a:pt x="4086" y="14595"/>
                </a:lnTo>
                <a:lnTo>
                  <a:pt x="5119" y="12827"/>
                </a:lnTo>
                <a:lnTo>
                  <a:pt x="6156" y="11050"/>
                </a:lnTo>
                <a:lnTo>
                  <a:pt x="7200" y="9257"/>
                </a:lnTo>
                <a:lnTo>
                  <a:pt x="4820" y="9257"/>
                </a:lnTo>
                <a:lnTo>
                  <a:pt x="2426" y="9257"/>
                </a:lnTo>
                <a:lnTo>
                  <a:pt x="0" y="9257"/>
                </a:lnTo>
                <a:lnTo>
                  <a:pt x="0" y="7424"/>
                </a:lnTo>
                <a:lnTo>
                  <a:pt x="0" y="5585"/>
                </a:lnTo>
                <a:lnTo>
                  <a:pt x="0" y="3740"/>
                </a:lnTo>
                <a:lnTo>
                  <a:pt x="0" y="1879"/>
                </a:lnTo>
                <a:lnTo>
                  <a:pt x="0" y="0"/>
                </a:lnTo>
                <a:close/>
              </a:path>
            </a:pathLst>
          </a:custGeom>
          <a:solidFill>
            <a:srgbClr val="E0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29" name="contour_10527"/>
          <p:cNvSpPr/>
          <p:nvPr/>
        </p:nvSpPr>
        <p:spPr>
          <a:xfrm>
            <a:off x="10548810" y="1683526"/>
            <a:ext cx="51016" cy="38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10"/>
                </a:lnTo>
                <a:lnTo>
                  <a:pt x="4280" y="820"/>
                </a:lnTo>
                <a:lnTo>
                  <a:pt x="6421" y="1230"/>
                </a:lnTo>
                <a:lnTo>
                  <a:pt x="8566" y="1645"/>
                </a:lnTo>
                <a:lnTo>
                  <a:pt x="10720" y="2055"/>
                </a:lnTo>
                <a:lnTo>
                  <a:pt x="12877" y="2469"/>
                </a:lnTo>
                <a:lnTo>
                  <a:pt x="15043" y="2883"/>
                </a:lnTo>
                <a:lnTo>
                  <a:pt x="17218" y="3302"/>
                </a:lnTo>
                <a:lnTo>
                  <a:pt x="19403" y="3720"/>
                </a:lnTo>
                <a:lnTo>
                  <a:pt x="21600" y="4143"/>
                </a:lnTo>
                <a:lnTo>
                  <a:pt x="21600" y="6877"/>
                </a:lnTo>
                <a:lnTo>
                  <a:pt x="21600" y="9615"/>
                </a:lnTo>
                <a:lnTo>
                  <a:pt x="21600" y="12366"/>
                </a:lnTo>
                <a:lnTo>
                  <a:pt x="21600" y="15129"/>
                </a:lnTo>
                <a:lnTo>
                  <a:pt x="21600" y="17909"/>
                </a:lnTo>
                <a:lnTo>
                  <a:pt x="21600" y="20713"/>
                </a:lnTo>
                <a:lnTo>
                  <a:pt x="17650" y="21248"/>
                </a:lnTo>
                <a:lnTo>
                  <a:pt x="14737" y="21559"/>
                </a:lnTo>
                <a:lnTo>
                  <a:pt x="12593" y="21600"/>
                </a:lnTo>
                <a:lnTo>
                  <a:pt x="10951" y="21335"/>
                </a:lnTo>
                <a:lnTo>
                  <a:pt x="9544" y="20713"/>
                </a:lnTo>
                <a:lnTo>
                  <a:pt x="8109" y="19694"/>
                </a:lnTo>
                <a:lnTo>
                  <a:pt x="6375" y="18236"/>
                </a:lnTo>
                <a:lnTo>
                  <a:pt x="4922" y="16351"/>
                </a:lnTo>
                <a:lnTo>
                  <a:pt x="3564" y="14495"/>
                </a:lnTo>
                <a:lnTo>
                  <a:pt x="2299" y="12586"/>
                </a:lnTo>
                <a:lnTo>
                  <a:pt x="1114" y="10543"/>
                </a:lnTo>
                <a:lnTo>
                  <a:pt x="0" y="8285"/>
                </a:lnTo>
                <a:lnTo>
                  <a:pt x="0" y="5547"/>
                </a:lnTo>
                <a:lnTo>
                  <a:pt x="0" y="2792"/>
                </a:lnTo>
                <a:lnTo>
                  <a:pt x="0" y="0"/>
                </a:lnTo>
                <a:close/>
              </a:path>
            </a:pathLst>
          </a:custGeom>
          <a:solidFill>
            <a:srgbClr val="C3C6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0" name="contour_10528"/>
          <p:cNvSpPr/>
          <p:nvPr/>
        </p:nvSpPr>
        <p:spPr>
          <a:xfrm>
            <a:off x="1191029" y="1661939"/>
            <a:ext cx="66627" cy="36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64" y="4188"/>
                </a:moveTo>
                <a:lnTo>
                  <a:pt x="21505" y="7122"/>
                </a:lnTo>
                <a:lnTo>
                  <a:pt x="21600" y="9990"/>
                </a:lnTo>
                <a:lnTo>
                  <a:pt x="21588" y="12833"/>
                </a:lnTo>
                <a:lnTo>
                  <a:pt x="21505" y="15689"/>
                </a:lnTo>
                <a:lnTo>
                  <a:pt x="21385" y="18596"/>
                </a:lnTo>
                <a:lnTo>
                  <a:pt x="21264" y="21600"/>
                </a:lnTo>
                <a:lnTo>
                  <a:pt x="17803" y="21104"/>
                </a:lnTo>
                <a:lnTo>
                  <a:pt x="14904" y="20668"/>
                </a:lnTo>
                <a:lnTo>
                  <a:pt x="12504" y="20272"/>
                </a:lnTo>
                <a:lnTo>
                  <a:pt x="10533" y="19885"/>
                </a:lnTo>
                <a:lnTo>
                  <a:pt x="8933" y="19484"/>
                </a:lnTo>
                <a:lnTo>
                  <a:pt x="7636" y="19045"/>
                </a:lnTo>
                <a:lnTo>
                  <a:pt x="6575" y="18535"/>
                </a:lnTo>
                <a:lnTo>
                  <a:pt x="5689" y="17930"/>
                </a:lnTo>
                <a:lnTo>
                  <a:pt x="4910" y="17208"/>
                </a:lnTo>
                <a:lnTo>
                  <a:pt x="4175" y="16337"/>
                </a:lnTo>
                <a:lnTo>
                  <a:pt x="3419" y="15292"/>
                </a:lnTo>
                <a:lnTo>
                  <a:pt x="2575" y="14052"/>
                </a:lnTo>
                <a:lnTo>
                  <a:pt x="1833" y="11871"/>
                </a:lnTo>
                <a:lnTo>
                  <a:pt x="1318" y="10117"/>
                </a:lnTo>
                <a:lnTo>
                  <a:pt x="787" y="7862"/>
                </a:lnTo>
                <a:lnTo>
                  <a:pt x="0" y="4188"/>
                </a:lnTo>
                <a:lnTo>
                  <a:pt x="1595" y="3683"/>
                </a:lnTo>
                <a:lnTo>
                  <a:pt x="3187" y="3186"/>
                </a:lnTo>
                <a:lnTo>
                  <a:pt x="4782" y="2699"/>
                </a:lnTo>
                <a:lnTo>
                  <a:pt x="6379" y="2216"/>
                </a:lnTo>
                <a:lnTo>
                  <a:pt x="7974" y="1741"/>
                </a:lnTo>
                <a:lnTo>
                  <a:pt x="9456" y="1284"/>
                </a:lnTo>
                <a:lnTo>
                  <a:pt x="10946" y="827"/>
                </a:lnTo>
                <a:lnTo>
                  <a:pt x="12459" y="361"/>
                </a:lnTo>
                <a:lnTo>
                  <a:pt x="14935" y="65"/>
                </a:lnTo>
                <a:lnTo>
                  <a:pt x="16681" y="0"/>
                </a:lnTo>
                <a:lnTo>
                  <a:pt x="17943" y="274"/>
                </a:lnTo>
                <a:lnTo>
                  <a:pt x="18966" y="993"/>
                </a:lnTo>
                <a:lnTo>
                  <a:pt x="19991" y="2264"/>
                </a:lnTo>
                <a:lnTo>
                  <a:pt x="21264" y="4188"/>
                </a:lnTo>
                <a:close/>
              </a:path>
            </a:pathLst>
          </a:custGeom>
          <a:solidFill>
            <a:srgbClr val="8F90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1" name="contour_10529"/>
          <p:cNvSpPr/>
          <p:nvPr/>
        </p:nvSpPr>
        <p:spPr>
          <a:xfrm>
            <a:off x="1642885" y="1610646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925" y="216"/>
                </a:lnTo>
                <a:lnTo>
                  <a:pt x="8590" y="419"/>
                </a:lnTo>
                <a:lnTo>
                  <a:pt x="9317" y="635"/>
                </a:lnTo>
                <a:lnTo>
                  <a:pt x="10224" y="907"/>
                </a:lnTo>
                <a:lnTo>
                  <a:pt x="11429" y="1270"/>
                </a:lnTo>
                <a:lnTo>
                  <a:pt x="13051" y="1754"/>
                </a:lnTo>
                <a:lnTo>
                  <a:pt x="15206" y="2402"/>
                </a:lnTo>
                <a:lnTo>
                  <a:pt x="18017" y="3244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20014" y="12960"/>
                </a:lnTo>
                <a:lnTo>
                  <a:pt x="18418" y="12960"/>
                </a:lnTo>
                <a:lnTo>
                  <a:pt x="16800" y="12960"/>
                </a:lnTo>
                <a:lnTo>
                  <a:pt x="16800" y="15816"/>
                </a:lnTo>
                <a:lnTo>
                  <a:pt x="16800" y="18688"/>
                </a:lnTo>
                <a:lnTo>
                  <a:pt x="16800" y="21600"/>
                </a:lnTo>
                <a:lnTo>
                  <a:pt x="15137" y="21600"/>
                </a:lnTo>
                <a:lnTo>
                  <a:pt x="13471" y="21600"/>
                </a:lnTo>
                <a:lnTo>
                  <a:pt x="11806" y="21600"/>
                </a:lnTo>
                <a:lnTo>
                  <a:pt x="10138" y="21600"/>
                </a:lnTo>
                <a:lnTo>
                  <a:pt x="8462" y="21600"/>
                </a:lnTo>
                <a:lnTo>
                  <a:pt x="6785" y="21600"/>
                </a:lnTo>
                <a:lnTo>
                  <a:pt x="5100" y="21600"/>
                </a:lnTo>
                <a:lnTo>
                  <a:pt x="3408" y="21600"/>
                </a:lnTo>
                <a:lnTo>
                  <a:pt x="1709" y="21600"/>
                </a:lnTo>
                <a:lnTo>
                  <a:pt x="0" y="21600"/>
                </a:lnTo>
                <a:lnTo>
                  <a:pt x="1190" y="20442"/>
                </a:lnTo>
                <a:lnTo>
                  <a:pt x="2386" y="19276"/>
                </a:lnTo>
                <a:lnTo>
                  <a:pt x="3600" y="18092"/>
                </a:lnTo>
                <a:lnTo>
                  <a:pt x="4790" y="16399"/>
                </a:lnTo>
                <a:lnTo>
                  <a:pt x="5986" y="14688"/>
                </a:lnTo>
                <a:lnTo>
                  <a:pt x="7200" y="12960"/>
                </a:lnTo>
                <a:lnTo>
                  <a:pt x="7200" y="10394"/>
                </a:lnTo>
                <a:lnTo>
                  <a:pt x="7200" y="7819"/>
                </a:lnTo>
                <a:lnTo>
                  <a:pt x="7200" y="5236"/>
                </a:lnTo>
                <a:lnTo>
                  <a:pt x="7200" y="2631"/>
                </a:lnTo>
                <a:lnTo>
                  <a:pt x="7200" y="0"/>
                </a:lnTo>
                <a:close/>
              </a:path>
            </a:pathLst>
          </a:custGeom>
          <a:solidFill>
            <a:srgbClr val="9092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2" name="contour_10530"/>
          <p:cNvSpPr/>
          <p:nvPr/>
        </p:nvSpPr>
        <p:spPr>
          <a:xfrm>
            <a:off x="9890902" y="1619144"/>
            <a:ext cx="45710" cy="862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85" y="381"/>
                </a:moveTo>
                <a:lnTo>
                  <a:pt x="18576" y="757"/>
                </a:lnTo>
                <a:lnTo>
                  <a:pt x="20078" y="1137"/>
                </a:lnTo>
                <a:lnTo>
                  <a:pt x="21600" y="1522"/>
                </a:lnTo>
                <a:lnTo>
                  <a:pt x="20884" y="1924"/>
                </a:lnTo>
                <a:lnTo>
                  <a:pt x="18711" y="3134"/>
                </a:lnTo>
                <a:lnTo>
                  <a:pt x="16937" y="4229"/>
                </a:lnTo>
                <a:lnTo>
                  <a:pt x="15308" y="5302"/>
                </a:lnTo>
                <a:lnTo>
                  <a:pt x="13817" y="6361"/>
                </a:lnTo>
                <a:lnTo>
                  <a:pt x="12457" y="7411"/>
                </a:lnTo>
                <a:lnTo>
                  <a:pt x="11224" y="8456"/>
                </a:lnTo>
                <a:lnTo>
                  <a:pt x="10115" y="9506"/>
                </a:lnTo>
                <a:lnTo>
                  <a:pt x="9119" y="10566"/>
                </a:lnTo>
                <a:lnTo>
                  <a:pt x="8231" y="11641"/>
                </a:lnTo>
                <a:lnTo>
                  <a:pt x="7449" y="12740"/>
                </a:lnTo>
                <a:lnTo>
                  <a:pt x="6764" y="13868"/>
                </a:lnTo>
                <a:lnTo>
                  <a:pt x="6171" y="15031"/>
                </a:lnTo>
                <a:lnTo>
                  <a:pt x="5665" y="16236"/>
                </a:lnTo>
                <a:lnTo>
                  <a:pt x="5238" y="17490"/>
                </a:lnTo>
                <a:lnTo>
                  <a:pt x="4887" y="18796"/>
                </a:lnTo>
                <a:lnTo>
                  <a:pt x="4604" y="20165"/>
                </a:lnTo>
                <a:lnTo>
                  <a:pt x="4381" y="21600"/>
                </a:lnTo>
                <a:lnTo>
                  <a:pt x="2676" y="21600"/>
                </a:lnTo>
                <a:lnTo>
                  <a:pt x="937" y="21600"/>
                </a:lnTo>
                <a:lnTo>
                  <a:pt x="816" y="20330"/>
                </a:lnTo>
                <a:lnTo>
                  <a:pt x="709" y="19057"/>
                </a:lnTo>
                <a:lnTo>
                  <a:pt x="610" y="17787"/>
                </a:lnTo>
                <a:lnTo>
                  <a:pt x="520" y="16517"/>
                </a:lnTo>
                <a:lnTo>
                  <a:pt x="441" y="15244"/>
                </a:lnTo>
                <a:lnTo>
                  <a:pt x="365" y="13974"/>
                </a:lnTo>
                <a:lnTo>
                  <a:pt x="293" y="12702"/>
                </a:lnTo>
                <a:lnTo>
                  <a:pt x="165" y="11439"/>
                </a:lnTo>
                <a:lnTo>
                  <a:pt x="31" y="10156"/>
                </a:lnTo>
                <a:lnTo>
                  <a:pt x="0" y="8988"/>
                </a:lnTo>
                <a:lnTo>
                  <a:pt x="14" y="7850"/>
                </a:lnTo>
                <a:lnTo>
                  <a:pt x="96" y="6733"/>
                </a:lnTo>
                <a:lnTo>
                  <a:pt x="265" y="5620"/>
                </a:lnTo>
                <a:lnTo>
                  <a:pt x="541" y="4496"/>
                </a:lnTo>
                <a:lnTo>
                  <a:pt x="937" y="3348"/>
                </a:lnTo>
                <a:lnTo>
                  <a:pt x="3203" y="2141"/>
                </a:lnTo>
                <a:lnTo>
                  <a:pt x="5211" y="1214"/>
                </a:lnTo>
                <a:lnTo>
                  <a:pt x="7129" y="555"/>
                </a:lnTo>
                <a:lnTo>
                  <a:pt x="9116" y="155"/>
                </a:lnTo>
                <a:lnTo>
                  <a:pt x="11330" y="0"/>
                </a:lnTo>
                <a:lnTo>
                  <a:pt x="13934" y="78"/>
                </a:lnTo>
                <a:lnTo>
                  <a:pt x="17085" y="381"/>
                </a:lnTo>
                <a:close/>
              </a:path>
            </a:pathLst>
          </a:custGeom>
          <a:solidFill>
            <a:srgbClr val="D1D6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3" name="contour_10531"/>
          <p:cNvSpPr/>
          <p:nvPr/>
        </p:nvSpPr>
        <p:spPr>
          <a:xfrm>
            <a:off x="5621858" y="1566918"/>
            <a:ext cx="5857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62" y="0"/>
                </a:moveTo>
                <a:lnTo>
                  <a:pt x="8162" y="1697"/>
                </a:lnTo>
                <a:lnTo>
                  <a:pt x="8162" y="3396"/>
                </a:lnTo>
                <a:lnTo>
                  <a:pt x="8162" y="5100"/>
                </a:lnTo>
                <a:lnTo>
                  <a:pt x="8162" y="6811"/>
                </a:lnTo>
                <a:lnTo>
                  <a:pt x="8162" y="8530"/>
                </a:lnTo>
                <a:lnTo>
                  <a:pt x="8162" y="10258"/>
                </a:lnTo>
                <a:lnTo>
                  <a:pt x="8162" y="12000"/>
                </a:lnTo>
                <a:lnTo>
                  <a:pt x="10062" y="12000"/>
                </a:lnTo>
                <a:lnTo>
                  <a:pt x="11965" y="12000"/>
                </a:lnTo>
                <a:lnTo>
                  <a:pt x="13873" y="12000"/>
                </a:lnTo>
                <a:lnTo>
                  <a:pt x="15789" y="12000"/>
                </a:lnTo>
                <a:lnTo>
                  <a:pt x="17714" y="12000"/>
                </a:lnTo>
                <a:lnTo>
                  <a:pt x="19649" y="12000"/>
                </a:lnTo>
                <a:lnTo>
                  <a:pt x="21600" y="12000"/>
                </a:lnTo>
                <a:lnTo>
                  <a:pt x="21017" y="12259"/>
                </a:lnTo>
                <a:lnTo>
                  <a:pt x="20264" y="12598"/>
                </a:lnTo>
                <a:lnTo>
                  <a:pt x="18834" y="13236"/>
                </a:lnTo>
                <a:lnTo>
                  <a:pt x="16225" y="14400"/>
                </a:lnTo>
                <a:lnTo>
                  <a:pt x="15397" y="16258"/>
                </a:lnTo>
                <a:lnTo>
                  <a:pt x="14843" y="17561"/>
                </a:lnTo>
                <a:lnTo>
                  <a:pt x="14435" y="18655"/>
                </a:lnTo>
                <a:lnTo>
                  <a:pt x="14043" y="19886"/>
                </a:lnTo>
                <a:lnTo>
                  <a:pt x="13537" y="21600"/>
                </a:lnTo>
                <a:lnTo>
                  <a:pt x="10463" y="21415"/>
                </a:lnTo>
                <a:lnTo>
                  <a:pt x="8299" y="21233"/>
                </a:lnTo>
                <a:lnTo>
                  <a:pt x="6748" y="20986"/>
                </a:lnTo>
                <a:lnTo>
                  <a:pt x="5512" y="20611"/>
                </a:lnTo>
                <a:lnTo>
                  <a:pt x="4292" y="20038"/>
                </a:lnTo>
                <a:lnTo>
                  <a:pt x="2787" y="19200"/>
                </a:lnTo>
                <a:lnTo>
                  <a:pt x="2096" y="17630"/>
                </a:lnTo>
                <a:lnTo>
                  <a:pt x="1502" y="16068"/>
                </a:lnTo>
                <a:lnTo>
                  <a:pt x="1005" y="14503"/>
                </a:lnTo>
                <a:lnTo>
                  <a:pt x="605" y="12934"/>
                </a:lnTo>
                <a:lnTo>
                  <a:pt x="304" y="11352"/>
                </a:lnTo>
                <a:lnTo>
                  <a:pt x="102" y="9754"/>
                </a:lnTo>
                <a:lnTo>
                  <a:pt x="0" y="8131"/>
                </a:lnTo>
                <a:lnTo>
                  <a:pt x="0" y="6482"/>
                </a:lnTo>
                <a:lnTo>
                  <a:pt x="99" y="4800"/>
                </a:lnTo>
                <a:lnTo>
                  <a:pt x="1884" y="2777"/>
                </a:lnTo>
                <a:lnTo>
                  <a:pt x="3196" y="1423"/>
                </a:lnTo>
                <a:lnTo>
                  <a:pt x="4254" y="600"/>
                </a:lnTo>
                <a:lnTo>
                  <a:pt x="5286" y="178"/>
                </a:lnTo>
                <a:lnTo>
                  <a:pt x="6515" y="22"/>
                </a:lnTo>
                <a:lnTo>
                  <a:pt x="8162" y="0"/>
                </a:lnTo>
                <a:close/>
              </a:path>
            </a:pathLst>
          </a:custGeom>
          <a:solidFill>
            <a:srgbClr val="C6D1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4" name="contour_10532"/>
          <p:cNvSpPr/>
          <p:nvPr/>
        </p:nvSpPr>
        <p:spPr>
          <a:xfrm>
            <a:off x="1962901" y="1602812"/>
            <a:ext cx="51672" cy="442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64" y="46"/>
                </a:moveTo>
                <a:lnTo>
                  <a:pt x="15150" y="68"/>
                </a:lnTo>
                <a:lnTo>
                  <a:pt x="16165" y="100"/>
                </a:lnTo>
                <a:lnTo>
                  <a:pt x="18087" y="156"/>
                </a:lnTo>
                <a:lnTo>
                  <a:pt x="21600" y="267"/>
                </a:lnTo>
                <a:lnTo>
                  <a:pt x="20930" y="2613"/>
                </a:lnTo>
                <a:lnTo>
                  <a:pt x="20260" y="4960"/>
                </a:lnTo>
                <a:lnTo>
                  <a:pt x="19586" y="7314"/>
                </a:lnTo>
                <a:lnTo>
                  <a:pt x="18913" y="9671"/>
                </a:lnTo>
                <a:lnTo>
                  <a:pt x="18240" y="12036"/>
                </a:lnTo>
                <a:lnTo>
                  <a:pt x="17560" y="14411"/>
                </a:lnTo>
                <a:lnTo>
                  <a:pt x="16881" y="16793"/>
                </a:lnTo>
                <a:lnTo>
                  <a:pt x="16195" y="19189"/>
                </a:lnTo>
                <a:lnTo>
                  <a:pt x="15507" y="21600"/>
                </a:lnTo>
                <a:lnTo>
                  <a:pt x="14751" y="19840"/>
                </a:lnTo>
                <a:lnTo>
                  <a:pt x="13996" y="18073"/>
                </a:lnTo>
                <a:lnTo>
                  <a:pt x="13231" y="16292"/>
                </a:lnTo>
                <a:lnTo>
                  <a:pt x="12460" y="14489"/>
                </a:lnTo>
                <a:lnTo>
                  <a:pt x="10252" y="14009"/>
                </a:lnTo>
                <a:lnTo>
                  <a:pt x="8622" y="13895"/>
                </a:lnTo>
                <a:lnTo>
                  <a:pt x="6175" y="14044"/>
                </a:lnTo>
                <a:lnTo>
                  <a:pt x="4226" y="14194"/>
                </a:lnTo>
                <a:lnTo>
                  <a:pt x="2264" y="14340"/>
                </a:lnTo>
                <a:lnTo>
                  <a:pt x="274" y="14489"/>
                </a:lnTo>
                <a:lnTo>
                  <a:pt x="91" y="11950"/>
                </a:lnTo>
                <a:lnTo>
                  <a:pt x="0" y="10126"/>
                </a:lnTo>
                <a:lnTo>
                  <a:pt x="0" y="8505"/>
                </a:lnTo>
                <a:lnTo>
                  <a:pt x="91" y="6574"/>
                </a:lnTo>
                <a:lnTo>
                  <a:pt x="274" y="3822"/>
                </a:lnTo>
                <a:lnTo>
                  <a:pt x="2218" y="2411"/>
                </a:lnTo>
                <a:lnTo>
                  <a:pt x="4119" y="1387"/>
                </a:lnTo>
                <a:lnTo>
                  <a:pt x="6017" y="690"/>
                </a:lnTo>
                <a:lnTo>
                  <a:pt x="7951" y="267"/>
                </a:lnTo>
                <a:lnTo>
                  <a:pt x="9962" y="57"/>
                </a:lnTo>
                <a:lnTo>
                  <a:pt x="12086" y="0"/>
                </a:lnTo>
                <a:lnTo>
                  <a:pt x="14364" y="46"/>
                </a:lnTo>
                <a:close/>
              </a:path>
            </a:pathLst>
          </a:custGeom>
          <a:solidFill>
            <a:srgbClr val="CEB7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5" name="contour_10533"/>
          <p:cNvSpPr/>
          <p:nvPr/>
        </p:nvSpPr>
        <p:spPr>
          <a:xfrm>
            <a:off x="10271867" y="1559630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8300" y="1674"/>
                </a:lnTo>
                <a:lnTo>
                  <a:pt x="8750" y="3356"/>
                </a:lnTo>
                <a:lnTo>
                  <a:pt x="9206" y="5062"/>
                </a:lnTo>
                <a:lnTo>
                  <a:pt x="9914" y="6893"/>
                </a:lnTo>
                <a:lnTo>
                  <a:pt x="10647" y="8429"/>
                </a:lnTo>
                <a:lnTo>
                  <a:pt x="11428" y="9720"/>
                </a:lnTo>
                <a:lnTo>
                  <a:pt x="12285" y="10811"/>
                </a:lnTo>
                <a:lnTo>
                  <a:pt x="13239" y="11756"/>
                </a:lnTo>
                <a:lnTo>
                  <a:pt x="14315" y="12598"/>
                </a:lnTo>
                <a:lnTo>
                  <a:pt x="15540" y="13389"/>
                </a:lnTo>
                <a:lnTo>
                  <a:pt x="16936" y="14175"/>
                </a:lnTo>
                <a:lnTo>
                  <a:pt x="18097" y="14704"/>
                </a:lnTo>
                <a:lnTo>
                  <a:pt x="19261" y="15220"/>
                </a:lnTo>
                <a:lnTo>
                  <a:pt x="20428" y="15719"/>
                </a:lnTo>
                <a:lnTo>
                  <a:pt x="21600" y="16200"/>
                </a:lnTo>
                <a:lnTo>
                  <a:pt x="21133" y="17809"/>
                </a:lnTo>
                <a:lnTo>
                  <a:pt x="20773" y="18908"/>
                </a:lnTo>
                <a:lnTo>
                  <a:pt x="20335" y="20004"/>
                </a:lnTo>
                <a:lnTo>
                  <a:pt x="19636" y="21600"/>
                </a:lnTo>
                <a:lnTo>
                  <a:pt x="18209" y="21443"/>
                </a:lnTo>
                <a:lnTo>
                  <a:pt x="16832" y="21130"/>
                </a:lnTo>
                <a:lnTo>
                  <a:pt x="15505" y="20669"/>
                </a:lnTo>
                <a:lnTo>
                  <a:pt x="14221" y="20075"/>
                </a:lnTo>
                <a:lnTo>
                  <a:pt x="12980" y="19359"/>
                </a:lnTo>
                <a:lnTo>
                  <a:pt x="11776" y="18533"/>
                </a:lnTo>
                <a:lnTo>
                  <a:pt x="10606" y="17604"/>
                </a:lnTo>
                <a:lnTo>
                  <a:pt x="9467" y="16589"/>
                </a:lnTo>
                <a:lnTo>
                  <a:pt x="8355" y="15498"/>
                </a:lnTo>
                <a:lnTo>
                  <a:pt x="7265" y="14342"/>
                </a:lnTo>
                <a:lnTo>
                  <a:pt x="6197" y="13133"/>
                </a:lnTo>
                <a:lnTo>
                  <a:pt x="5145" y="11880"/>
                </a:lnTo>
                <a:lnTo>
                  <a:pt x="4104" y="10598"/>
                </a:lnTo>
                <a:lnTo>
                  <a:pt x="3073" y="9299"/>
                </a:lnTo>
                <a:lnTo>
                  <a:pt x="2048" y="7989"/>
                </a:lnTo>
                <a:lnTo>
                  <a:pt x="1025" y="6688"/>
                </a:lnTo>
                <a:lnTo>
                  <a:pt x="0" y="5400"/>
                </a:lnTo>
                <a:lnTo>
                  <a:pt x="1111" y="4636"/>
                </a:lnTo>
                <a:lnTo>
                  <a:pt x="2223" y="3872"/>
                </a:lnTo>
                <a:lnTo>
                  <a:pt x="3338" y="3105"/>
                </a:lnTo>
                <a:lnTo>
                  <a:pt x="4457" y="2336"/>
                </a:lnTo>
                <a:lnTo>
                  <a:pt x="5583" y="1561"/>
                </a:lnTo>
                <a:lnTo>
                  <a:pt x="6714" y="783"/>
                </a:lnTo>
                <a:lnTo>
                  <a:pt x="7855" y="0"/>
                </a:lnTo>
                <a:close/>
              </a:path>
            </a:pathLst>
          </a:custGeom>
          <a:solidFill>
            <a:srgbClr val="EE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6" name="contour_10534"/>
          <p:cNvSpPr/>
          <p:nvPr/>
        </p:nvSpPr>
        <p:spPr>
          <a:xfrm>
            <a:off x="5031801" y="1406582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592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7" name="contour_10535"/>
          <p:cNvSpPr/>
          <p:nvPr/>
        </p:nvSpPr>
        <p:spPr>
          <a:xfrm>
            <a:off x="11195532" y="1392334"/>
            <a:ext cx="46548" cy="36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41" y="623"/>
                </a:moveTo>
                <a:lnTo>
                  <a:pt x="20180" y="3073"/>
                </a:lnTo>
                <a:lnTo>
                  <a:pt x="21062" y="5244"/>
                </a:lnTo>
                <a:lnTo>
                  <a:pt x="21468" y="7441"/>
                </a:lnTo>
                <a:lnTo>
                  <a:pt x="21586" y="9978"/>
                </a:lnTo>
                <a:lnTo>
                  <a:pt x="21600" y="13152"/>
                </a:lnTo>
                <a:lnTo>
                  <a:pt x="21461" y="15942"/>
                </a:lnTo>
                <a:lnTo>
                  <a:pt x="21319" y="18753"/>
                </a:lnTo>
                <a:lnTo>
                  <a:pt x="21177" y="21600"/>
                </a:lnTo>
                <a:lnTo>
                  <a:pt x="18945" y="21600"/>
                </a:lnTo>
                <a:lnTo>
                  <a:pt x="16710" y="21600"/>
                </a:lnTo>
                <a:lnTo>
                  <a:pt x="14474" y="21600"/>
                </a:lnTo>
                <a:lnTo>
                  <a:pt x="12232" y="21600"/>
                </a:lnTo>
                <a:lnTo>
                  <a:pt x="9983" y="21600"/>
                </a:lnTo>
                <a:lnTo>
                  <a:pt x="7724" y="21600"/>
                </a:lnTo>
                <a:lnTo>
                  <a:pt x="5458" y="21600"/>
                </a:lnTo>
                <a:lnTo>
                  <a:pt x="3179" y="21600"/>
                </a:lnTo>
                <a:lnTo>
                  <a:pt x="886" y="21600"/>
                </a:lnTo>
                <a:lnTo>
                  <a:pt x="396" y="16613"/>
                </a:lnTo>
                <a:lnTo>
                  <a:pt x="98" y="13104"/>
                </a:lnTo>
                <a:lnTo>
                  <a:pt x="0" y="10593"/>
                </a:lnTo>
                <a:lnTo>
                  <a:pt x="98" y="8583"/>
                </a:lnTo>
                <a:lnTo>
                  <a:pt x="396" y="6604"/>
                </a:lnTo>
                <a:lnTo>
                  <a:pt x="886" y="4163"/>
                </a:lnTo>
                <a:lnTo>
                  <a:pt x="2979" y="2650"/>
                </a:lnTo>
                <a:lnTo>
                  <a:pt x="5103" y="1513"/>
                </a:lnTo>
                <a:lnTo>
                  <a:pt x="7261" y="715"/>
                </a:lnTo>
                <a:lnTo>
                  <a:pt x="9456" y="218"/>
                </a:lnTo>
                <a:lnTo>
                  <a:pt x="11688" y="0"/>
                </a:lnTo>
                <a:lnTo>
                  <a:pt x="13964" y="13"/>
                </a:lnTo>
                <a:lnTo>
                  <a:pt x="16280" y="235"/>
                </a:lnTo>
                <a:lnTo>
                  <a:pt x="18641" y="623"/>
                </a:lnTo>
                <a:close/>
              </a:path>
            </a:pathLst>
          </a:custGeom>
          <a:solidFill>
            <a:srgbClr val="CCE0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8" name="contour_10536"/>
          <p:cNvSpPr/>
          <p:nvPr/>
        </p:nvSpPr>
        <p:spPr>
          <a:xfrm>
            <a:off x="3770978" y="1338600"/>
            <a:ext cx="87456" cy="242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12" y="506"/>
                </a:moveTo>
                <a:lnTo>
                  <a:pt x="16002" y="383"/>
                </a:lnTo>
                <a:lnTo>
                  <a:pt x="17782" y="0"/>
                </a:lnTo>
                <a:lnTo>
                  <a:pt x="18783" y="1051"/>
                </a:lnTo>
                <a:lnTo>
                  <a:pt x="19800" y="2129"/>
                </a:lnTo>
                <a:lnTo>
                  <a:pt x="20156" y="5984"/>
                </a:lnTo>
                <a:lnTo>
                  <a:pt x="20515" y="9852"/>
                </a:lnTo>
                <a:lnTo>
                  <a:pt x="20873" y="13734"/>
                </a:lnTo>
                <a:lnTo>
                  <a:pt x="21235" y="17647"/>
                </a:lnTo>
                <a:lnTo>
                  <a:pt x="21600" y="21600"/>
                </a:lnTo>
                <a:lnTo>
                  <a:pt x="20342" y="21600"/>
                </a:lnTo>
                <a:lnTo>
                  <a:pt x="19084" y="21600"/>
                </a:lnTo>
                <a:lnTo>
                  <a:pt x="17825" y="21600"/>
                </a:lnTo>
                <a:lnTo>
                  <a:pt x="16565" y="21600"/>
                </a:lnTo>
                <a:lnTo>
                  <a:pt x="15305" y="21600"/>
                </a:lnTo>
                <a:lnTo>
                  <a:pt x="14044" y="21600"/>
                </a:lnTo>
                <a:lnTo>
                  <a:pt x="12780" y="21600"/>
                </a:lnTo>
                <a:lnTo>
                  <a:pt x="11515" y="21600"/>
                </a:lnTo>
                <a:lnTo>
                  <a:pt x="10247" y="21600"/>
                </a:lnTo>
                <a:lnTo>
                  <a:pt x="8978" y="21600"/>
                </a:lnTo>
                <a:lnTo>
                  <a:pt x="7706" y="21600"/>
                </a:lnTo>
                <a:lnTo>
                  <a:pt x="6430" y="21600"/>
                </a:lnTo>
                <a:lnTo>
                  <a:pt x="5152" y="21600"/>
                </a:lnTo>
                <a:lnTo>
                  <a:pt x="3870" y="21600"/>
                </a:lnTo>
                <a:lnTo>
                  <a:pt x="2585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2439" y="17206"/>
                </a:lnTo>
                <a:lnTo>
                  <a:pt x="4514" y="13487"/>
                </a:lnTo>
                <a:lnTo>
                  <a:pt x="6268" y="10385"/>
                </a:lnTo>
                <a:lnTo>
                  <a:pt x="7744" y="7840"/>
                </a:lnTo>
                <a:lnTo>
                  <a:pt x="8980" y="5789"/>
                </a:lnTo>
                <a:lnTo>
                  <a:pt x="10024" y="4186"/>
                </a:lnTo>
                <a:lnTo>
                  <a:pt x="10915" y="2966"/>
                </a:lnTo>
                <a:lnTo>
                  <a:pt x="11696" y="2077"/>
                </a:lnTo>
                <a:lnTo>
                  <a:pt x="12407" y="1454"/>
                </a:lnTo>
                <a:lnTo>
                  <a:pt x="13093" y="1045"/>
                </a:lnTo>
                <a:lnTo>
                  <a:pt x="13795" y="785"/>
                </a:lnTo>
                <a:lnTo>
                  <a:pt x="14553" y="630"/>
                </a:lnTo>
                <a:lnTo>
                  <a:pt x="15412" y="506"/>
                </a:lnTo>
                <a:close/>
              </a:path>
            </a:pathLst>
          </a:custGeom>
          <a:solidFill>
            <a:srgbClr val="AFB6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39" name="contour_10537"/>
          <p:cNvSpPr/>
          <p:nvPr/>
        </p:nvSpPr>
        <p:spPr>
          <a:xfrm>
            <a:off x="7261926" y="1324694"/>
            <a:ext cx="65592" cy="30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203"/>
                </a:moveTo>
                <a:lnTo>
                  <a:pt x="4123" y="678"/>
                </a:lnTo>
                <a:lnTo>
                  <a:pt x="5734" y="306"/>
                </a:lnTo>
                <a:lnTo>
                  <a:pt x="7289" y="82"/>
                </a:lnTo>
                <a:lnTo>
                  <a:pt x="8842" y="0"/>
                </a:lnTo>
                <a:lnTo>
                  <a:pt x="10442" y="56"/>
                </a:lnTo>
                <a:lnTo>
                  <a:pt x="12149" y="245"/>
                </a:lnTo>
                <a:lnTo>
                  <a:pt x="13512" y="352"/>
                </a:lnTo>
                <a:lnTo>
                  <a:pt x="14892" y="459"/>
                </a:lnTo>
                <a:lnTo>
                  <a:pt x="16570" y="612"/>
                </a:lnTo>
                <a:lnTo>
                  <a:pt x="18247" y="790"/>
                </a:lnTo>
                <a:lnTo>
                  <a:pt x="19925" y="989"/>
                </a:lnTo>
                <a:lnTo>
                  <a:pt x="21600" y="1203"/>
                </a:lnTo>
                <a:lnTo>
                  <a:pt x="21079" y="1673"/>
                </a:lnTo>
                <a:lnTo>
                  <a:pt x="19500" y="3075"/>
                </a:lnTo>
                <a:lnTo>
                  <a:pt x="18161" y="4360"/>
                </a:lnTo>
                <a:lnTo>
                  <a:pt x="16800" y="5665"/>
                </a:lnTo>
                <a:lnTo>
                  <a:pt x="15461" y="6909"/>
                </a:lnTo>
                <a:lnTo>
                  <a:pt x="14100" y="8174"/>
                </a:lnTo>
                <a:lnTo>
                  <a:pt x="13058" y="9775"/>
                </a:lnTo>
                <a:lnTo>
                  <a:pt x="12000" y="11402"/>
                </a:lnTo>
                <a:lnTo>
                  <a:pt x="12000" y="14772"/>
                </a:lnTo>
                <a:lnTo>
                  <a:pt x="12000" y="18163"/>
                </a:lnTo>
                <a:lnTo>
                  <a:pt x="12000" y="21600"/>
                </a:lnTo>
                <a:lnTo>
                  <a:pt x="10514" y="20968"/>
                </a:lnTo>
                <a:lnTo>
                  <a:pt x="9029" y="20335"/>
                </a:lnTo>
                <a:lnTo>
                  <a:pt x="7538" y="19703"/>
                </a:lnTo>
                <a:lnTo>
                  <a:pt x="6046" y="19071"/>
                </a:lnTo>
                <a:lnTo>
                  <a:pt x="4546" y="18433"/>
                </a:lnTo>
                <a:lnTo>
                  <a:pt x="3038" y="17791"/>
                </a:lnTo>
                <a:lnTo>
                  <a:pt x="1524" y="17148"/>
                </a:lnTo>
                <a:lnTo>
                  <a:pt x="0" y="16501"/>
                </a:lnTo>
                <a:lnTo>
                  <a:pt x="302" y="12738"/>
                </a:lnTo>
                <a:lnTo>
                  <a:pt x="578" y="10061"/>
                </a:lnTo>
                <a:lnTo>
                  <a:pt x="943" y="7735"/>
                </a:lnTo>
                <a:lnTo>
                  <a:pt x="1512" y="5028"/>
                </a:lnTo>
                <a:lnTo>
                  <a:pt x="2400" y="1203"/>
                </a:lnTo>
                <a:close/>
              </a:path>
            </a:pathLst>
          </a:custGeom>
          <a:solidFill>
            <a:srgbClr val="DCE8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0" name="contour_10538"/>
          <p:cNvSpPr/>
          <p:nvPr/>
        </p:nvSpPr>
        <p:spPr>
          <a:xfrm>
            <a:off x="10155259" y="1304550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15" y="180"/>
                </a:lnTo>
                <a:lnTo>
                  <a:pt x="1563" y="349"/>
                </a:lnTo>
                <a:lnTo>
                  <a:pt x="2381" y="529"/>
                </a:lnTo>
                <a:lnTo>
                  <a:pt x="3402" y="756"/>
                </a:lnTo>
                <a:lnTo>
                  <a:pt x="4757" y="1058"/>
                </a:lnTo>
                <a:lnTo>
                  <a:pt x="6583" y="1462"/>
                </a:lnTo>
                <a:lnTo>
                  <a:pt x="9007" y="2002"/>
                </a:lnTo>
                <a:lnTo>
                  <a:pt x="12169" y="2704"/>
                </a:lnTo>
                <a:lnTo>
                  <a:pt x="16200" y="3600"/>
                </a:lnTo>
                <a:lnTo>
                  <a:pt x="16200" y="5980"/>
                </a:lnTo>
                <a:lnTo>
                  <a:pt x="16200" y="8374"/>
                </a:lnTo>
                <a:lnTo>
                  <a:pt x="16200" y="10800"/>
                </a:lnTo>
                <a:lnTo>
                  <a:pt x="17985" y="10800"/>
                </a:lnTo>
                <a:lnTo>
                  <a:pt x="19780" y="10800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19818" y="18299"/>
                </a:lnTo>
                <a:lnTo>
                  <a:pt x="18036" y="18594"/>
                </a:lnTo>
                <a:lnTo>
                  <a:pt x="16251" y="18893"/>
                </a:lnTo>
                <a:lnTo>
                  <a:pt x="14464" y="19188"/>
                </a:lnTo>
                <a:lnTo>
                  <a:pt x="12674" y="19487"/>
                </a:lnTo>
                <a:lnTo>
                  <a:pt x="10881" y="19786"/>
                </a:lnTo>
                <a:lnTo>
                  <a:pt x="9083" y="20084"/>
                </a:lnTo>
                <a:lnTo>
                  <a:pt x="7279" y="20387"/>
                </a:lnTo>
                <a:lnTo>
                  <a:pt x="5470" y="20689"/>
                </a:lnTo>
                <a:lnTo>
                  <a:pt x="3656" y="20992"/>
                </a:lnTo>
                <a:lnTo>
                  <a:pt x="1831" y="21294"/>
                </a:lnTo>
                <a:lnTo>
                  <a:pt x="0" y="21600"/>
                </a:lnTo>
                <a:lnTo>
                  <a:pt x="1604" y="20887"/>
                </a:lnTo>
                <a:lnTo>
                  <a:pt x="3213" y="20171"/>
                </a:lnTo>
                <a:lnTo>
                  <a:pt x="4828" y="19454"/>
                </a:lnTo>
                <a:lnTo>
                  <a:pt x="6456" y="18731"/>
                </a:lnTo>
                <a:lnTo>
                  <a:pt x="8100" y="18000"/>
                </a:lnTo>
                <a:lnTo>
                  <a:pt x="8726" y="15584"/>
                </a:lnTo>
                <a:lnTo>
                  <a:pt x="9067" y="13208"/>
                </a:lnTo>
                <a:lnTo>
                  <a:pt x="9148" y="10847"/>
                </a:lnTo>
                <a:lnTo>
                  <a:pt x="8996" y="8471"/>
                </a:lnTo>
                <a:lnTo>
                  <a:pt x="8637" y="6066"/>
                </a:lnTo>
                <a:lnTo>
                  <a:pt x="8100" y="3600"/>
                </a:lnTo>
                <a:lnTo>
                  <a:pt x="6091" y="2275"/>
                </a:lnTo>
                <a:lnTo>
                  <a:pt x="4666" y="1426"/>
                </a:lnTo>
                <a:lnTo>
                  <a:pt x="3434" y="878"/>
                </a:lnTo>
                <a:lnTo>
                  <a:pt x="2009" y="461"/>
                </a:lnTo>
                <a:lnTo>
                  <a:pt x="0" y="0"/>
                </a:lnTo>
                <a:close/>
              </a:path>
            </a:pathLst>
          </a:custGeom>
          <a:solidFill>
            <a:srgbClr val="DAE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1" name="contour_10539"/>
          <p:cNvSpPr/>
          <p:nvPr/>
        </p:nvSpPr>
        <p:spPr>
          <a:xfrm>
            <a:off x="4179106" y="1320883"/>
            <a:ext cx="72880" cy="34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44"/>
                </a:moveTo>
                <a:lnTo>
                  <a:pt x="20650" y="6117"/>
                </a:lnTo>
                <a:lnTo>
                  <a:pt x="19693" y="8667"/>
                </a:lnTo>
                <a:lnTo>
                  <a:pt x="18712" y="11104"/>
                </a:lnTo>
                <a:lnTo>
                  <a:pt x="17695" y="13423"/>
                </a:lnTo>
                <a:lnTo>
                  <a:pt x="16623" y="15628"/>
                </a:lnTo>
                <a:lnTo>
                  <a:pt x="15487" y="17725"/>
                </a:lnTo>
                <a:lnTo>
                  <a:pt x="14271" y="19712"/>
                </a:lnTo>
                <a:lnTo>
                  <a:pt x="12960" y="21595"/>
                </a:lnTo>
                <a:lnTo>
                  <a:pt x="11454" y="21600"/>
                </a:lnTo>
                <a:lnTo>
                  <a:pt x="9981" y="21450"/>
                </a:lnTo>
                <a:lnTo>
                  <a:pt x="8534" y="21160"/>
                </a:lnTo>
                <a:lnTo>
                  <a:pt x="7109" y="20733"/>
                </a:lnTo>
                <a:lnTo>
                  <a:pt x="5692" y="20193"/>
                </a:lnTo>
                <a:lnTo>
                  <a:pt x="4281" y="19540"/>
                </a:lnTo>
                <a:lnTo>
                  <a:pt x="2866" y="18791"/>
                </a:lnTo>
                <a:lnTo>
                  <a:pt x="1443" y="17961"/>
                </a:lnTo>
                <a:lnTo>
                  <a:pt x="0" y="17058"/>
                </a:lnTo>
                <a:lnTo>
                  <a:pt x="629" y="13849"/>
                </a:lnTo>
                <a:lnTo>
                  <a:pt x="1283" y="11227"/>
                </a:lnTo>
                <a:lnTo>
                  <a:pt x="2065" y="8994"/>
                </a:lnTo>
                <a:lnTo>
                  <a:pt x="3080" y="6966"/>
                </a:lnTo>
                <a:lnTo>
                  <a:pt x="4430" y="4951"/>
                </a:lnTo>
                <a:lnTo>
                  <a:pt x="6042" y="3608"/>
                </a:lnTo>
                <a:lnTo>
                  <a:pt x="7547" y="2464"/>
                </a:lnTo>
                <a:lnTo>
                  <a:pt x="8973" y="1534"/>
                </a:lnTo>
                <a:lnTo>
                  <a:pt x="10336" y="817"/>
                </a:lnTo>
                <a:lnTo>
                  <a:pt x="11660" y="318"/>
                </a:lnTo>
                <a:lnTo>
                  <a:pt x="12964" y="45"/>
                </a:lnTo>
                <a:lnTo>
                  <a:pt x="14273" y="0"/>
                </a:lnTo>
                <a:lnTo>
                  <a:pt x="15606" y="195"/>
                </a:lnTo>
                <a:lnTo>
                  <a:pt x="16982" y="631"/>
                </a:lnTo>
                <a:lnTo>
                  <a:pt x="18427" y="1316"/>
                </a:lnTo>
                <a:lnTo>
                  <a:pt x="19958" y="2251"/>
                </a:lnTo>
                <a:lnTo>
                  <a:pt x="21600" y="3444"/>
                </a:lnTo>
                <a:close/>
              </a:path>
            </a:pathLst>
          </a:custGeom>
          <a:solidFill>
            <a:srgbClr val="CFD6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2" name="contour_10540"/>
          <p:cNvSpPr/>
          <p:nvPr/>
        </p:nvSpPr>
        <p:spPr>
          <a:xfrm>
            <a:off x="7225486" y="1253287"/>
            <a:ext cx="72880" cy="29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2"/>
                </a:moveTo>
                <a:lnTo>
                  <a:pt x="21360" y="4053"/>
                </a:lnTo>
                <a:lnTo>
                  <a:pt x="21127" y="6827"/>
                </a:lnTo>
                <a:lnTo>
                  <a:pt x="20799" y="9269"/>
                </a:lnTo>
                <a:lnTo>
                  <a:pt x="20272" y="12149"/>
                </a:lnTo>
                <a:lnTo>
                  <a:pt x="19440" y="16246"/>
                </a:lnTo>
                <a:lnTo>
                  <a:pt x="18060" y="17349"/>
                </a:lnTo>
                <a:lnTo>
                  <a:pt x="16675" y="18178"/>
                </a:lnTo>
                <a:lnTo>
                  <a:pt x="15282" y="18784"/>
                </a:lnTo>
                <a:lnTo>
                  <a:pt x="13880" y="19212"/>
                </a:lnTo>
                <a:lnTo>
                  <a:pt x="12463" y="19512"/>
                </a:lnTo>
                <a:lnTo>
                  <a:pt x="11033" y="19737"/>
                </a:lnTo>
                <a:lnTo>
                  <a:pt x="9586" y="19929"/>
                </a:lnTo>
                <a:lnTo>
                  <a:pt x="8206" y="20202"/>
                </a:lnTo>
                <a:lnTo>
                  <a:pt x="6804" y="20481"/>
                </a:lnTo>
                <a:lnTo>
                  <a:pt x="5443" y="20738"/>
                </a:lnTo>
                <a:lnTo>
                  <a:pt x="4085" y="20974"/>
                </a:lnTo>
                <a:lnTo>
                  <a:pt x="2724" y="21193"/>
                </a:lnTo>
                <a:lnTo>
                  <a:pt x="1361" y="21397"/>
                </a:lnTo>
                <a:lnTo>
                  <a:pt x="0" y="21600"/>
                </a:lnTo>
                <a:lnTo>
                  <a:pt x="384" y="17729"/>
                </a:lnTo>
                <a:lnTo>
                  <a:pt x="691" y="14955"/>
                </a:lnTo>
                <a:lnTo>
                  <a:pt x="1020" y="12513"/>
                </a:lnTo>
                <a:lnTo>
                  <a:pt x="1473" y="9633"/>
                </a:lnTo>
                <a:lnTo>
                  <a:pt x="2160" y="5537"/>
                </a:lnTo>
                <a:lnTo>
                  <a:pt x="3514" y="3936"/>
                </a:lnTo>
                <a:lnTo>
                  <a:pt x="4486" y="3020"/>
                </a:lnTo>
                <a:lnTo>
                  <a:pt x="5545" y="2442"/>
                </a:lnTo>
                <a:lnTo>
                  <a:pt x="7154" y="1853"/>
                </a:lnTo>
                <a:lnTo>
                  <a:pt x="8595" y="1339"/>
                </a:lnTo>
                <a:lnTo>
                  <a:pt x="10057" y="809"/>
                </a:lnTo>
                <a:lnTo>
                  <a:pt x="11508" y="525"/>
                </a:lnTo>
                <a:lnTo>
                  <a:pt x="12951" y="305"/>
                </a:lnTo>
                <a:lnTo>
                  <a:pt x="14390" y="145"/>
                </a:lnTo>
                <a:lnTo>
                  <a:pt x="15824" y="48"/>
                </a:lnTo>
                <a:lnTo>
                  <a:pt x="17258" y="0"/>
                </a:lnTo>
                <a:lnTo>
                  <a:pt x="18699" y="11"/>
                </a:lnTo>
                <a:lnTo>
                  <a:pt x="20144" y="70"/>
                </a:lnTo>
                <a:lnTo>
                  <a:pt x="21600" y="182"/>
                </a:lnTo>
                <a:close/>
              </a:path>
            </a:pathLst>
          </a:custGeom>
          <a:solidFill>
            <a:srgbClr val="E3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3" name="contour_10541"/>
          <p:cNvSpPr/>
          <p:nvPr/>
        </p:nvSpPr>
        <p:spPr>
          <a:xfrm>
            <a:off x="7932421" y="1238959"/>
            <a:ext cx="8016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113" y="3564"/>
                </a:lnTo>
                <a:lnTo>
                  <a:pt x="20626" y="7150"/>
                </a:lnTo>
                <a:lnTo>
                  <a:pt x="20133" y="10750"/>
                </a:lnTo>
                <a:lnTo>
                  <a:pt x="19636" y="14400"/>
                </a:lnTo>
                <a:lnTo>
                  <a:pt x="18283" y="15458"/>
                </a:lnTo>
                <a:lnTo>
                  <a:pt x="16964" y="16380"/>
                </a:lnTo>
                <a:lnTo>
                  <a:pt x="15660" y="17179"/>
                </a:lnTo>
                <a:lnTo>
                  <a:pt x="14354" y="17856"/>
                </a:lnTo>
                <a:lnTo>
                  <a:pt x="13027" y="18432"/>
                </a:lnTo>
                <a:lnTo>
                  <a:pt x="11660" y="18900"/>
                </a:lnTo>
                <a:lnTo>
                  <a:pt x="10545" y="19318"/>
                </a:lnTo>
                <a:lnTo>
                  <a:pt x="9416" y="19742"/>
                </a:lnTo>
                <a:lnTo>
                  <a:pt x="8045" y="20239"/>
                </a:lnTo>
                <a:lnTo>
                  <a:pt x="6672" y="20707"/>
                </a:lnTo>
                <a:lnTo>
                  <a:pt x="5300" y="21161"/>
                </a:lnTo>
                <a:lnTo>
                  <a:pt x="3927" y="21600"/>
                </a:lnTo>
                <a:lnTo>
                  <a:pt x="3927" y="16841"/>
                </a:lnTo>
                <a:lnTo>
                  <a:pt x="3927" y="12053"/>
                </a:lnTo>
                <a:lnTo>
                  <a:pt x="3927" y="7200"/>
                </a:lnTo>
                <a:lnTo>
                  <a:pt x="2955" y="5414"/>
                </a:lnTo>
                <a:lnTo>
                  <a:pt x="1977" y="3629"/>
                </a:lnTo>
                <a:lnTo>
                  <a:pt x="996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E6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4" name="contour_10542"/>
          <p:cNvSpPr/>
          <p:nvPr/>
        </p:nvSpPr>
        <p:spPr>
          <a:xfrm>
            <a:off x="11576417" y="1027527"/>
            <a:ext cx="116608" cy="21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9"/>
                </a:moveTo>
                <a:lnTo>
                  <a:pt x="21600" y="4340"/>
                </a:lnTo>
                <a:lnTo>
                  <a:pt x="21600" y="8616"/>
                </a:lnTo>
                <a:lnTo>
                  <a:pt x="21600" y="12905"/>
                </a:lnTo>
                <a:lnTo>
                  <a:pt x="21600" y="17231"/>
                </a:lnTo>
                <a:lnTo>
                  <a:pt x="21600" y="21600"/>
                </a:lnTo>
                <a:lnTo>
                  <a:pt x="20670" y="21292"/>
                </a:lnTo>
                <a:lnTo>
                  <a:pt x="19741" y="20983"/>
                </a:lnTo>
                <a:lnTo>
                  <a:pt x="18811" y="20675"/>
                </a:lnTo>
                <a:lnTo>
                  <a:pt x="17879" y="20366"/>
                </a:lnTo>
                <a:lnTo>
                  <a:pt x="16949" y="20058"/>
                </a:lnTo>
                <a:lnTo>
                  <a:pt x="16018" y="19749"/>
                </a:lnTo>
                <a:lnTo>
                  <a:pt x="15086" y="19434"/>
                </a:lnTo>
                <a:lnTo>
                  <a:pt x="14153" y="19125"/>
                </a:lnTo>
                <a:lnTo>
                  <a:pt x="13219" y="18817"/>
                </a:lnTo>
                <a:lnTo>
                  <a:pt x="12285" y="18508"/>
                </a:lnTo>
                <a:lnTo>
                  <a:pt x="11349" y="18192"/>
                </a:lnTo>
                <a:lnTo>
                  <a:pt x="10413" y="17884"/>
                </a:lnTo>
                <a:lnTo>
                  <a:pt x="9474" y="17576"/>
                </a:lnTo>
                <a:lnTo>
                  <a:pt x="8535" y="17260"/>
                </a:lnTo>
                <a:lnTo>
                  <a:pt x="7594" y="16951"/>
                </a:lnTo>
                <a:lnTo>
                  <a:pt x="6651" y="16636"/>
                </a:lnTo>
                <a:lnTo>
                  <a:pt x="5708" y="16320"/>
                </a:lnTo>
                <a:lnTo>
                  <a:pt x="4761" y="16005"/>
                </a:lnTo>
                <a:lnTo>
                  <a:pt x="3814" y="15696"/>
                </a:lnTo>
                <a:lnTo>
                  <a:pt x="2863" y="15380"/>
                </a:lnTo>
                <a:lnTo>
                  <a:pt x="1912" y="15058"/>
                </a:lnTo>
                <a:lnTo>
                  <a:pt x="957" y="14742"/>
                </a:lnTo>
                <a:lnTo>
                  <a:pt x="0" y="14426"/>
                </a:lnTo>
                <a:lnTo>
                  <a:pt x="0" y="10868"/>
                </a:lnTo>
                <a:lnTo>
                  <a:pt x="0" y="7253"/>
                </a:lnTo>
                <a:lnTo>
                  <a:pt x="863" y="6851"/>
                </a:lnTo>
                <a:lnTo>
                  <a:pt x="1724" y="6449"/>
                </a:lnTo>
                <a:lnTo>
                  <a:pt x="2587" y="6047"/>
                </a:lnTo>
                <a:lnTo>
                  <a:pt x="3449" y="5646"/>
                </a:lnTo>
                <a:lnTo>
                  <a:pt x="4312" y="5251"/>
                </a:lnTo>
                <a:lnTo>
                  <a:pt x="5175" y="4849"/>
                </a:lnTo>
                <a:lnTo>
                  <a:pt x="6037" y="4455"/>
                </a:lnTo>
                <a:lnTo>
                  <a:pt x="6900" y="4060"/>
                </a:lnTo>
                <a:lnTo>
                  <a:pt x="7762" y="3666"/>
                </a:lnTo>
                <a:lnTo>
                  <a:pt x="8087" y="3515"/>
                </a:lnTo>
                <a:lnTo>
                  <a:pt x="8658" y="3243"/>
                </a:lnTo>
                <a:lnTo>
                  <a:pt x="9967" y="2626"/>
                </a:lnTo>
                <a:lnTo>
                  <a:pt x="10865" y="2231"/>
                </a:lnTo>
                <a:lnTo>
                  <a:pt x="11761" y="1858"/>
                </a:lnTo>
                <a:lnTo>
                  <a:pt x="12655" y="1506"/>
                </a:lnTo>
                <a:lnTo>
                  <a:pt x="13549" y="1191"/>
                </a:lnTo>
                <a:lnTo>
                  <a:pt x="14441" y="904"/>
                </a:lnTo>
                <a:lnTo>
                  <a:pt x="15332" y="653"/>
                </a:lnTo>
                <a:lnTo>
                  <a:pt x="16224" y="438"/>
                </a:lnTo>
                <a:lnTo>
                  <a:pt x="17117" y="258"/>
                </a:lnTo>
                <a:lnTo>
                  <a:pt x="18010" y="129"/>
                </a:lnTo>
                <a:lnTo>
                  <a:pt x="18905" y="43"/>
                </a:lnTo>
                <a:lnTo>
                  <a:pt x="19802" y="0"/>
                </a:lnTo>
                <a:lnTo>
                  <a:pt x="20700" y="14"/>
                </a:lnTo>
                <a:lnTo>
                  <a:pt x="21600" y="79"/>
                </a:lnTo>
                <a:close/>
              </a:path>
            </a:pathLst>
          </a:custGeom>
          <a:solidFill>
            <a:srgbClr val="E0E3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5" name="contour_10543"/>
          <p:cNvSpPr/>
          <p:nvPr/>
        </p:nvSpPr>
        <p:spPr>
          <a:xfrm>
            <a:off x="11452521" y="867271"/>
            <a:ext cx="87456" cy="304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3" y="233"/>
                </a:lnTo>
                <a:lnTo>
                  <a:pt x="7765" y="481"/>
                </a:lnTo>
                <a:lnTo>
                  <a:pt x="8946" y="744"/>
                </a:lnTo>
                <a:lnTo>
                  <a:pt x="10127" y="1023"/>
                </a:lnTo>
                <a:lnTo>
                  <a:pt x="11308" y="1313"/>
                </a:lnTo>
                <a:lnTo>
                  <a:pt x="12488" y="1613"/>
                </a:lnTo>
                <a:lnTo>
                  <a:pt x="12994" y="1706"/>
                </a:lnTo>
                <a:lnTo>
                  <a:pt x="14522" y="1969"/>
                </a:lnTo>
                <a:lnTo>
                  <a:pt x="15502" y="2259"/>
                </a:lnTo>
                <a:lnTo>
                  <a:pt x="16265" y="2574"/>
                </a:lnTo>
                <a:lnTo>
                  <a:pt x="17068" y="3060"/>
                </a:lnTo>
                <a:lnTo>
                  <a:pt x="18162" y="3871"/>
                </a:lnTo>
                <a:lnTo>
                  <a:pt x="19800" y="5169"/>
                </a:lnTo>
                <a:lnTo>
                  <a:pt x="20466" y="9123"/>
                </a:lnTo>
                <a:lnTo>
                  <a:pt x="20893" y="11904"/>
                </a:lnTo>
                <a:lnTo>
                  <a:pt x="21166" y="14260"/>
                </a:lnTo>
                <a:lnTo>
                  <a:pt x="21373" y="16938"/>
                </a:lnTo>
                <a:lnTo>
                  <a:pt x="21600" y="20675"/>
                </a:lnTo>
                <a:lnTo>
                  <a:pt x="19202" y="20975"/>
                </a:lnTo>
                <a:lnTo>
                  <a:pt x="17066" y="21228"/>
                </a:lnTo>
                <a:lnTo>
                  <a:pt x="15165" y="21419"/>
                </a:lnTo>
                <a:lnTo>
                  <a:pt x="13480" y="21548"/>
                </a:lnTo>
                <a:lnTo>
                  <a:pt x="11988" y="21600"/>
                </a:lnTo>
                <a:lnTo>
                  <a:pt x="10665" y="21564"/>
                </a:lnTo>
                <a:lnTo>
                  <a:pt x="9491" y="21424"/>
                </a:lnTo>
                <a:lnTo>
                  <a:pt x="8442" y="21181"/>
                </a:lnTo>
                <a:lnTo>
                  <a:pt x="7499" y="20814"/>
                </a:lnTo>
                <a:lnTo>
                  <a:pt x="6635" y="20313"/>
                </a:lnTo>
                <a:lnTo>
                  <a:pt x="5832" y="19677"/>
                </a:lnTo>
                <a:lnTo>
                  <a:pt x="5065" y="18881"/>
                </a:lnTo>
                <a:lnTo>
                  <a:pt x="4313" y="17930"/>
                </a:lnTo>
                <a:lnTo>
                  <a:pt x="3555" y="16798"/>
                </a:lnTo>
                <a:lnTo>
                  <a:pt x="2765" y="15485"/>
                </a:lnTo>
                <a:lnTo>
                  <a:pt x="1924" y="13981"/>
                </a:lnTo>
                <a:lnTo>
                  <a:pt x="1010" y="12265"/>
                </a:lnTo>
                <a:lnTo>
                  <a:pt x="0" y="10337"/>
                </a:lnTo>
                <a:lnTo>
                  <a:pt x="1069" y="10337"/>
                </a:lnTo>
                <a:lnTo>
                  <a:pt x="2142" y="10337"/>
                </a:lnTo>
                <a:lnTo>
                  <a:pt x="3218" y="10337"/>
                </a:lnTo>
                <a:lnTo>
                  <a:pt x="4304" y="10337"/>
                </a:lnTo>
                <a:lnTo>
                  <a:pt x="5400" y="10337"/>
                </a:lnTo>
                <a:lnTo>
                  <a:pt x="5400" y="6921"/>
                </a:lnTo>
                <a:lnTo>
                  <a:pt x="5400" y="3484"/>
                </a:lnTo>
                <a:lnTo>
                  <a:pt x="5400" y="0"/>
                </a:lnTo>
                <a:close/>
              </a:path>
            </a:pathLst>
          </a:custGeom>
          <a:solidFill>
            <a:srgbClr val="F6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6" name="contour_10544"/>
          <p:cNvSpPr/>
          <p:nvPr/>
        </p:nvSpPr>
        <p:spPr>
          <a:xfrm>
            <a:off x="4644823" y="772527"/>
            <a:ext cx="2986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7" y="0"/>
                </a:moveTo>
                <a:lnTo>
                  <a:pt x="3647" y="0"/>
                </a:lnTo>
                <a:lnTo>
                  <a:pt x="6789" y="0"/>
                </a:lnTo>
                <a:lnTo>
                  <a:pt x="9941" y="0"/>
                </a:lnTo>
                <a:lnTo>
                  <a:pt x="13119" y="0"/>
                </a:lnTo>
                <a:lnTo>
                  <a:pt x="16329" y="0"/>
                </a:lnTo>
                <a:lnTo>
                  <a:pt x="17230" y="1793"/>
                </a:lnTo>
                <a:lnTo>
                  <a:pt x="18079" y="3578"/>
                </a:lnTo>
                <a:lnTo>
                  <a:pt x="18875" y="5357"/>
                </a:lnTo>
                <a:lnTo>
                  <a:pt x="19592" y="7136"/>
                </a:lnTo>
                <a:lnTo>
                  <a:pt x="20224" y="8921"/>
                </a:lnTo>
                <a:lnTo>
                  <a:pt x="20757" y="10714"/>
                </a:lnTo>
                <a:lnTo>
                  <a:pt x="21173" y="12523"/>
                </a:lnTo>
                <a:lnTo>
                  <a:pt x="21458" y="14348"/>
                </a:lnTo>
                <a:lnTo>
                  <a:pt x="21600" y="16200"/>
                </a:lnTo>
                <a:lnTo>
                  <a:pt x="18506" y="17842"/>
                </a:lnTo>
                <a:lnTo>
                  <a:pt x="16182" y="18989"/>
                </a:lnTo>
                <a:lnTo>
                  <a:pt x="14189" y="19786"/>
                </a:lnTo>
                <a:lnTo>
                  <a:pt x="12081" y="20388"/>
                </a:lnTo>
                <a:lnTo>
                  <a:pt x="9430" y="20944"/>
                </a:lnTo>
                <a:lnTo>
                  <a:pt x="5787" y="21600"/>
                </a:lnTo>
                <a:lnTo>
                  <a:pt x="2730" y="19969"/>
                </a:lnTo>
                <a:lnTo>
                  <a:pt x="1112" y="18687"/>
                </a:lnTo>
                <a:lnTo>
                  <a:pt x="380" y="17086"/>
                </a:lnTo>
                <a:lnTo>
                  <a:pt x="0" y="14502"/>
                </a:lnTo>
                <a:lnTo>
                  <a:pt x="63" y="12776"/>
                </a:lnTo>
                <a:lnTo>
                  <a:pt x="127" y="11040"/>
                </a:lnTo>
                <a:lnTo>
                  <a:pt x="190" y="9283"/>
                </a:lnTo>
                <a:lnTo>
                  <a:pt x="237" y="7549"/>
                </a:lnTo>
                <a:lnTo>
                  <a:pt x="285" y="5805"/>
                </a:lnTo>
                <a:lnTo>
                  <a:pt x="332" y="4039"/>
                </a:lnTo>
                <a:lnTo>
                  <a:pt x="390" y="2705"/>
                </a:lnTo>
                <a:lnTo>
                  <a:pt x="453" y="1361"/>
                </a:lnTo>
                <a:lnTo>
                  <a:pt x="517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7" name="contour_10545"/>
          <p:cNvSpPr/>
          <p:nvPr/>
        </p:nvSpPr>
        <p:spPr>
          <a:xfrm>
            <a:off x="4630961" y="690676"/>
            <a:ext cx="58384" cy="308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9"/>
                </a:moveTo>
                <a:lnTo>
                  <a:pt x="1909" y="847"/>
                </a:lnTo>
                <a:lnTo>
                  <a:pt x="3807" y="551"/>
                </a:lnTo>
                <a:lnTo>
                  <a:pt x="5695" y="306"/>
                </a:lnTo>
                <a:lnTo>
                  <a:pt x="7574" y="123"/>
                </a:lnTo>
                <a:lnTo>
                  <a:pt x="9451" y="15"/>
                </a:lnTo>
                <a:lnTo>
                  <a:pt x="11324" y="0"/>
                </a:lnTo>
                <a:lnTo>
                  <a:pt x="13201" y="97"/>
                </a:lnTo>
                <a:lnTo>
                  <a:pt x="15083" y="317"/>
                </a:lnTo>
                <a:lnTo>
                  <a:pt x="16973" y="669"/>
                </a:lnTo>
                <a:lnTo>
                  <a:pt x="18874" y="1179"/>
                </a:lnTo>
                <a:lnTo>
                  <a:pt x="19998" y="4380"/>
                </a:lnTo>
                <a:lnTo>
                  <a:pt x="20772" y="7566"/>
                </a:lnTo>
                <a:lnTo>
                  <a:pt x="21260" y="10808"/>
                </a:lnTo>
                <a:lnTo>
                  <a:pt x="21516" y="14177"/>
                </a:lnTo>
                <a:lnTo>
                  <a:pt x="21600" y="17751"/>
                </a:lnTo>
                <a:lnTo>
                  <a:pt x="21570" y="21600"/>
                </a:lnTo>
                <a:lnTo>
                  <a:pt x="19715" y="21319"/>
                </a:lnTo>
                <a:lnTo>
                  <a:pt x="17860" y="21018"/>
                </a:lnTo>
                <a:lnTo>
                  <a:pt x="16005" y="20696"/>
                </a:lnTo>
                <a:lnTo>
                  <a:pt x="14153" y="20359"/>
                </a:lnTo>
                <a:lnTo>
                  <a:pt x="12300" y="20007"/>
                </a:lnTo>
                <a:lnTo>
                  <a:pt x="10578" y="19706"/>
                </a:lnTo>
                <a:lnTo>
                  <a:pt x="8844" y="19410"/>
                </a:lnTo>
                <a:lnTo>
                  <a:pt x="7089" y="19109"/>
                </a:lnTo>
                <a:lnTo>
                  <a:pt x="5638" y="18246"/>
                </a:lnTo>
                <a:lnTo>
                  <a:pt x="4177" y="17378"/>
                </a:lnTo>
                <a:lnTo>
                  <a:pt x="2696" y="16495"/>
                </a:lnTo>
                <a:lnTo>
                  <a:pt x="1739" y="12589"/>
                </a:lnTo>
                <a:lnTo>
                  <a:pt x="1119" y="9843"/>
                </a:lnTo>
                <a:lnTo>
                  <a:pt x="709" y="7515"/>
                </a:lnTo>
                <a:lnTo>
                  <a:pt x="380" y="4870"/>
                </a:lnTo>
                <a:lnTo>
                  <a:pt x="0" y="1179"/>
                </a:lnTo>
                <a:close/>
              </a:path>
            </a:pathLst>
          </a:custGeom>
          <a:solidFill>
            <a:srgbClr val="7D7E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8" name="contour_10546"/>
          <p:cNvSpPr/>
          <p:nvPr/>
        </p:nvSpPr>
        <p:spPr>
          <a:xfrm>
            <a:off x="2109316" y="6233252"/>
            <a:ext cx="72880" cy="344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07"/>
                </a:moveTo>
                <a:lnTo>
                  <a:pt x="20326" y="5543"/>
                </a:lnTo>
                <a:lnTo>
                  <a:pt x="19084" y="7624"/>
                </a:lnTo>
                <a:lnTo>
                  <a:pt x="17861" y="9549"/>
                </a:lnTo>
                <a:lnTo>
                  <a:pt x="16647" y="11333"/>
                </a:lnTo>
                <a:lnTo>
                  <a:pt x="15431" y="12979"/>
                </a:lnTo>
                <a:lnTo>
                  <a:pt x="14202" y="14484"/>
                </a:lnTo>
                <a:lnTo>
                  <a:pt x="12949" y="15856"/>
                </a:lnTo>
                <a:lnTo>
                  <a:pt x="11662" y="17104"/>
                </a:lnTo>
                <a:lnTo>
                  <a:pt x="10327" y="18229"/>
                </a:lnTo>
                <a:lnTo>
                  <a:pt x="8938" y="19236"/>
                </a:lnTo>
                <a:lnTo>
                  <a:pt x="7480" y="20132"/>
                </a:lnTo>
                <a:lnTo>
                  <a:pt x="5944" y="20919"/>
                </a:lnTo>
                <a:lnTo>
                  <a:pt x="4320" y="21600"/>
                </a:lnTo>
                <a:lnTo>
                  <a:pt x="4320" y="18577"/>
                </a:lnTo>
                <a:lnTo>
                  <a:pt x="4320" y="15536"/>
                </a:lnTo>
                <a:lnTo>
                  <a:pt x="4320" y="12453"/>
                </a:lnTo>
                <a:lnTo>
                  <a:pt x="3037" y="10775"/>
                </a:lnTo>
                <a:lnTo>
                  <a:pt x="2160" y="9737"/>
                </a:lnTo>
                <a:lnTo>
                  <a:pt x="1283" y="8918"/>
                </a:lnTo>
                <a:lnTo>
                  <a:pt x="0" y="7880"/>
                </a:lnTo>
                <a:lnTo>
                  <a:pt x="1540" y="6256"/>
                </a:lnTo>
                <a:lnTo>
                  <a:pt x="3022" y="4820"/>
                </a:lnTo>
                <a:lnTo>
                  <a:pt x="4454" y="3567"/>
                </a:lnTo>
                <a:lnTo>
                  <a:pt x="5847" y="2502"/>
                </a:lnTo>
                <a:lnTo>
                  <a:pt x="7212" y="1624"/>
                </a:lnTo>
                <a:lnTo>
                  <a:pt x="8560" y="933"/>
                </a:lnTo>
                <a:lnTo>
                  <a:pt x="9901" y="434"/>
                </a:lnTo>
                <a:lnTo>
                  <a:pt x="11243" y="123"/>
                </a:lnTo>
                <a:lnTo>
                  <a:pt x="12599" y="0"/>
                </a:lnTo>
                <a:lnTo>
                  <a:pt x="13980" y="73"/>
                </a:lnTo>
                <a:lnTo>
                  <a:pt x="15394" y="334"/>
                </a:lnTo>
                <a:lnTo>
                  <a:pt x="16852" y="787"/>
                </a:lnTo>
                <a:lnTo>
                  <a:pt x="18366" y="1431"/>
                </a:lnTo>
                <a:lnTo>
                  <a:pt x="19945" y="2273"/>
                </a:lnTo>
                <a:lnTo>
                  <a:pt x="21600" y="3307"/>
                </a:lnTo>
                <a:close/>
              </a:path>
            </a:pathLst>
          </a:custGeom>
          <a:solidFill>
            <a:srgbClr val="AFC6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49" name="contour_10547"/>
          <p:cNvSpPr/>
          <p:nvPr/>
        </p:nvSpPr>
        <p:spPr>
          <a:xfrm>
            <a:off x="7560734" y="617292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651" y="1747"/>
                </a:lnTo>
                <a:lnTo>
                  <a:pt x="14963" y="3493"/>
                </a:lnTo>
                <a:lnTo>
                  <a:pt x="16277" y="5246"/>
                </a:lnTo>
                <a:lnTo>
                  <a:pt x="17598" y="7005"/>
                </a:lnTo>
                <a:lnTo>
                  <a:pt x="18922" y="8773"/>
                </a:lnTo>
                <a:lnTo>
                  <a:pt x="20258" y="10550"/>
                </a:lnTo>
                <a:lnTo>
                  <a:pt x="21600" y="12343"/>
                </a:lnTo>
                <a:lnTo>
                  <a:pt x="19773" y="13509"/>
                </a:lnTo>
                <a:lnTo>
                  <a:pt x="17943" y="14666"/>
                </a:lnTo>
                <a:lnTo>
                  <a:pt x="16107" y="15820"/>
                </a:lnTo>
                <a:lnTo>
                  <a:pt x="14271" y="16971"/>
                </a:lnTo>
                <a:lnTo>
                  <a:pt x="12911" y="17832"/>
                </a:lnTo>
                <a:lnTo>
                  <a:pt x="11537" y="18696"/>
                </a:lnTo>
                <a:lnTo>
                  <a:pt x="10149" y="19576"/>
                </a:lnTo>
                <a:lnTo>
                  <a:pt x="8159" y="20563"/>
                </a:lnTo>
                <a:lnTo>
                  <a:pt x="6634" y="21162"/>
                </a:lnTo>
                <a:lnTo>
                  <a:pt x="5091" y="21470"/>
                </a:lnTo>
                <a:lnTo>
                  <a:pt x="3043" y="21585"/>
                </a:lnTo>
                <a:lnTo>
                  <a:pt x="0" y="21600"/>
                </a:lnTo>
                <a:lnTo>
                  <a:pt x="657" y="19665"/>
                </a:lnTo>
                <a:lnTo>
                  <a:pt x="1327" y="17734"/>
                </a:lnTo>
                <a:lnTo>
                  <a:pt x="2009" y="15808"/>
                </a:lnTo>
                <a:lnTo>
                  <a:pt x="2700" y="13886"/>
                </a:lnTo>
                <a:lnTo>
                  <a:pt x="3200" y="12451"/>
                </a:lnTo>
                <a:lnTo>
                  <a:pt x="3706" y="11010"/>
                </a:lnTo>
                <a:lnTo>
                  <a:pt x="4218" y="9547"/>
                </a:lnTo>
                <a:lnTo>
                  <a:pt x="5187" y="7872"/>
                </a:lnTo>
                <a:lnTo>
                  <a:pt x="6171" y="6171"/>
                </a:lnTo>
                <a:lnTo>
                  <a:pt x="8211" y="6171"/>
                </a:lnTo>
                <a:lnTo>
                  <a:pt x="10263" y="6171"/>
                </a:lnTo>
                <a:lnTo>
                  <a:pt x="12343" y="6171"/>
                </a:lnTo>
                <a:lnTo>
                  <a:pt x="12343" y="4132"/>
                </a:lnTo>
                <a:lnTo>
                  <a:pt x="12343" y="2080"/>
                </a:lnTo>
                <a:lnTo>
                  <a:pt x="12343" y="0"/>
                </a:lnTo>
                <a:close/>
              </a:path>
            </a:pathLst>
          </a:custGeom>
          <a:solidFill>
            <a:srgbClr val="CFC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0" name="contour_10548"/>
          <p:cNvSpPr/>
          <p:nvPr/>
        </p:nvSpPr>
        <p:spPr>
          <a:xfrm>
            <a:off x="2131180" y="6145584"/>
            <a:ext cx="80168" cy="273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29"/>
                </a:moveTo>
                <a:lnTo>
                  <a:pt x="20400" y="6258"/>
                </a:lnTo>
                <a:lnTo>
                  <a:pt x="19198" y="8117"/>
                </a:lnTo>
                <a:lnTo>
                  <a:pt x="17995" y="9896"/>
                </a:lnTo>
                <a:lnTo>
                  <a:pt x="16783" y="11594"/>
                </a:lnTo>
                <a:lnTo>
                  <a:pt x="15566" y="13201"/>
                </a:lnTo>
                <a:lnTo>
                  <a:pt x="14338" y="14692"/>
                </a:lnTo>
                <a:lnTo>
                  <a:pt x="13099" y="16073"/>
                </a:lnTo>
                <a:lnTo>
                  <a:pt x="11847" y="17323"/>
                </a:lnTo>
                <a:lnTo>
                  <a:pt x="10580" y="18439"/>
                </a:lnTo>
                <a:lnTo>
                  <a:pt x="9292" y="19407"/>
                </a:lnTo>
                <a:lnTo>
                  <a:pt x="7986" y="20213"/>
                </a:lnTo>
                <a:lnTo>
                  <a:pt x="6659" y="20857"/>
                </a:lnTo>
                <a:lnTo>
                  <a:pt x="5306" y="21324"/>
                </a:lnTo>
                <a:lnTo>
                  <a:pt x="3927" y="21600"/>
                </a:lnTo>
                <a:lnTo>
                  <a:pt x="2598" y="20362"/>
                </a:lnTo>
                <a:lnTo>
                  <a:pt x="1746" y="19349"/>
                </a:lnTo>
                <a:lnTo>
                  <a:pt x="1001" y="18019"/>
                </a:lnTo>
                <a:lnTo>
                  <a:pt x="0" y="15843"/>
                </a:lnTo>
                <a:lnTo>
                  <a:pt x="0" y="12038"/>
                </a:lnTo>
                <a:lnTo>
                  <a:pt x="0" y="8209"/>
                </a:lnTo>
                <a:lnTo>
                  <a:pt x="0" y="4329"/>
                </a:lnTo>
                <a:lnTo>
                  <a:pt x="1435" y="3420"/>
                </a:lnTo>
                <a:lnTo>
                  <a:pt x="2837" y="2608"/>
                </a:lnTo>
                <a:lnTo>
                  <a:pt x="4214" y="1894"/>
                </a:lnTo>
                <a:lnTo>
                  <a:pt x="5565" y="1278"/>
                </a:lnTo>
                <a:lnTo>
                  <a:pt x="6898" y="777"/>
                </a:lnTo>
                <a:lnTo>
                  <a:pt x="8216" y="391"/>
                </a:lnTo>
                <a:lnTo>
                  <a:pt x="9526" y="132"/>
                </a:lnTo>
                <a:lnTo>
                  <a:pt x="10827" y="0"/>
                </a:lnTo>
                <a:lnTo>
                  <a:pt x="12131" y="6"/>
                </a:lnTo>
                <a:lnTo>
                  <a:pt x="13437" y="150"/>
                </a:lnTo>
                <a:lnTo>
                  <a:pt x="14751" y="438"/>
                </a:lnTo>
                <a:lnTo>
                  <a:pt x="16076" y="887"/>
                </a:lnTo>
                <a:lnTo>
                  <a:pt x="17421" y="1491"/>
                </a:lnTo>
                <a:lnTo>
                  <a:pt x="18786" y="2262"/>
                </a:lnTo>
                <a:lnTo>
                  <a:pt x="20178" y="3207"/>
                </a:lnTo>
                <a:lnTo>
                  <a:pt x="21600" y="4329"/>
                </a:lnTo>
                <a:close/>
              </a:path>
            </a:pathLst>
          </a:custGeom>
          <a:solidFill>
            <a:srgbClr val="E8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1" name="contour_10549"/>
          <p:cNvSpPr/>
          <p:nvPr/>
        </p:nvSpPr>
        <p:spPr>
          <a:xfrm>
            <a:off x="11314050" y="6116389"/>
            <a:ext cx="65592" cy="419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43"/>
                </a:moveTo>
                <a:lnTo>
                  <a:pt x="19526" y="6373"/>
                </a:lnTo>
                <a:lnTo>
                  <a:pt x="17753" y="9371"/>
                </a:lnTo>
                <a:lnTo>
                  <a:pt x="16231" y="11880"/>
                </a:lnTo>
                <a:lnTo>
                  <a:pt x="14916" y="13959"/>
                </a:lnTo>
                <a:lnTo>
                  <a:pt x="13762" y="15650"/>
                </a:lnTo>
                <a:lnTo>
                  <a:pt x="12720" y="17016"/>
                </a:lnTo>
                <a:lnTo>
                  <a:pt x="11750" y="18100"/>
                </a:lnTo>
                <a:lnTo>
                  <a:pt x="10802" y="18955"/>
                </a:lnTo>
                <a:lnTo>
                  <a:pt x="9830" y="19634"/>
                </a:lnTo>
                <a:lnTo>
                  <a:pt x="8791" y="20186"/>
                </a:lnTo>
                <a:lnTo>
                  <a:pt x="7637" y="20666"/>
                </a:lnTo>
                <a:lnTo>
                  <a:pt x="6322" y="21120"/>
                </a:lnTo>
                <a:lnTo>
                  <a:pt x="4800" y="21600"/>
                </a:lnTo>
                <a:lnTo>
                  <a:pt x="4800" y="19120"/>
                </a:lnTo>
                <a:lnTo>
                  <a:pt x="4800" y="16626"/>
                </a:lnTo>
                <a:lnTo>
                  <a:pt x="4800" y="14097"/>
                </a:lnTo>
                <a:lnTo>
                  <a:pt x="3374" y="12721"/>
                </a:lnTo>
                <a:lnTo>
                  <a:pt x="2400" y="11869"/>
                </a:lnTo>
                <a:lnTo>
                  <a:pt x="1426" y="11198"/>
                </a:lnTo>
                <a:lnTo>
                  <a:pt x="0" y="10346"/>
                </a:lnTo>
                <a:lnTo>
                  <a:pt x="1637" y="7923"/>
                </a:lnTo>
                <a:lnTo>
                  <a:pt x="3202" y="5841"/>
                </a:lnTo>
                <a:lnTo>
                  <a:pt x="4716" y="4089"/>
                </a:lnTo>
                <a:lnTo>
                  <a:pt x="6199" y="2660"/>
                </a:lnTo>
                <a:lnTo>
                  <a:pt x="7670" y="1549"/>
                </a:lnTo>
                <a:lnTo>
                  <a:pt x="9154" y="739"/>
                </a:lnTo>
                <a:lnTo>
                  <a:pt x="10670" y="225"/>
                </a:lnTo>
                <a:lnTo>
                  <a:pt x="12238" y="0"/>
                </a:lnTo>
                <a:lnTo>
                  <a:pt x="13879" y="49"/>
                </a:lnTo>
                <a:lnTo>
                  <a:pt x="15614" y="368"/>
                </a:lnTo>
                <a:lnTo>
                  <a:pt x="17467" y="945"/>
                </a:lnTo>
                <a:lnTo>
                  <a:pt x="19454" y="1774"/>
                </a:lnTo>
                <a:lnTo>
                  <a:pt x="21600" y="2843"/>
                </a:lnTo>
                <a:close/>
              </a:path>
            </a:pathLst>
          </a:custGeom>
          <a:solidFill>
            <a:srgbClr val="C6D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2" name="contour_10550"/>
          <p:cNvSpPr/>
          <p:nvPr/>
        </p:nvSpPr>
        <p:spPr>
          <a:xfrm>
            <a:off x="4550079" y="6078185"/>
            <a:ext cx="2986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8918" y="0"/>
                </a:lnTo>
                <a:lnTo>
                  <a:pt x="12060" y="0"/>
                </a:lnTo>
                <a:lnTo>
                  <a:pt x="15212" y="0"/>
                </a:lnTo>
                <a:lnTo>
                  <a:pt x="18390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121" y="21600"/>
                </a:lnTo>
                <a:lnTo>
                  <a:pt x="14637" y="21600"/>
                </a:lnTo>
                <a:lnTo>
                  <a:pt x="11137" y="21600"/>
                </a:lnTo>
                <a:lnTo>
                  <a:pt x="7622" y="21600"/>
                </a:lnTo>
                <a:lnTo>
                  <a:pt x="4085" y="21600"/>
                </a:lnTo>
                <a:lnTo>
                  <a:pt x="517" y="21600"/>
                </a:lnTo>
                <a:lnTo>
                  <a:pt x="416" y="19408"/>
                </a:lnTo>
                <a:lnTo>
                  <a:pt x="332" y="17212"/>
                </a:lnTo>
                <a:lnTo>
                  <a:pt x="258" y="15019"/>
                </a:lnTo>
                <a:lnTo>
                  <a:pt x="190" y="12823"/>
                </a:lnTo>
                <a:lnTo>
                  <a:pt x="95" y="10375"/>
                </a:lnTo>
                <a:lnTo>
                  <a:pt x="0" y="7888"/>
                </a:lnTo>
                <a:lnTo>
                  <a:pt x="380" y="5353"/>
                </a:lnTo>
                <a:lnTo>
                  <a:pt x="1112" y="3686"/>
                </a:lnTo>
                <a:lnTo>
                  <a:pt x="2730" y="2149"/>
                </a:lnTo>
                <a:lnTo>
                  <a:pt x="5787" y="0"/>
                </a:lnTo>
                <a:close/>
              </a:path>
            </a:pathLst>
          </a:custGeom>
          <a:solidFill>
            <a:srgbClr val="BFA3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3" name="contour_10551"/>
          <p:cNvSpPr/>
          <p:nvPr/>
        </p:nvSpPr>
        <p:spPr>
          <a:xfrm>
            <a:off x="4412322" y="6092448"/>
            <a:ext cx="65592" cy="294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4" y="0"/>
                </a:moveTo>
                <a:lnTo>
                  <a:pt x="12442" y="641"/>
                </a:lnTo>
                <a:lnTo>
                  <a:pt x="13985" y="1325"/>
                </a:lnTo>
                <a:lnTo>
                  <a:pt x="15516" y="2057"/>
                </a:lnTo>
                <a:lnTo>
                  <a:pt x="17040" y="2842"/>
                </a:lnTo>
                <a:lnTo>
                  <a:pt x="18562" y="3692"/>
                </a:lnTo>
                <a:lnTo>
                  <a:pt x="20078" y="4600"/>
                </a:lnTo>
                <a:lnTo>
                  <a:pt x="21600" y="5572"/>
                </a:lnTo>
                <a:lnTo>
                  <a:pt x="21600" y="8746"/>
                </a:lnTo>
                <a:lnTo>
                  <a:pt x="21600" y="11930"/>
                </a:lnTo>
                <a:lnTo>
                  <a:pt x="21600" y="15130"/>
                </a:lnTo>
                <a:lnTo>
                  <a:pt x="21600" y="18346"/>
                </a:lnTo>
                <a:lnTo>
                  <a:pt x="21600" y="21600"/>
                </a:lnTo>
                <a:lnTo>
                  <a:pt x="19939" y="21600"/>
                </a:lnTo>
                <a:lnTo>
                  <a:pt x="18278" y="21600"/>
                </a:lnTo>
                <a:lnTo>
                  <a:pt x="16615" y="21600"/>
                </a:lnTo>
                <a:lnTo>
                  <a:pt x="14954" y="21600"/>
                </a:lnTo>
                <a:lnTo>
                  <a:pt x="13294" y="21600"/>
                </a:lnTo>
                <a:lnTo>
                  <a:pt x="11630" y="21600"/>
                </a:lnTo>
                <a:lnTo>
                  <a:pt x="9970" y="21600"/>
                </a:lnTo>
                <a:lnTo>
                  <a:pt x="8309" y="21600"/>
                </a:lnTo>
                <a:lnTo>
                  <a:pt x="6646" y="21600"/>
                </a:lnTo>
                <a:lnTo>
                  <a:pt x="4985" y="21600"/>
                </a:lnTo>
                <a:lnTo>
                  <a:pt x="3324" y="21600"/>
                </a:lnTo>
                <a:lnTo>
                  <a:pt x="1661" y="21600"/>
                </a:lnTo>
                <a:lnTo>
                  <a:pt x="0" y="21600"/>
                </a:lnTo>
                <a:lnTo>
                  <a:pt x="1397" y="15285"/>
                </a:lnTo>
                <a:lnTo>
                  <a:pt x="2537" y="10365"/>
                </a:lnTo>
                <a:lnTo>
                  <a:pt x="3511" y="6662"/>
                </a:lnTo>
                <a:lnTo>
                  <a:pt x="4409" y="3991"/>
                </a:lnTo>
                <a:lnTo>
                  <a:pt x="5318" y="2185"/>
                </a:lnTo>
                <a:lnTo>
                  <a:pt x="6334" y="1058"/>
                </a:lnTo>
                <a:lnTo>
                  <a:pt x="7538" y="438"/>
                </a:lnTo>
                <a:lnTo>
                  <a:pt x="9026" y="144"/>
                </a:lnTo>
                <a:lnTo>
                  <a:pt x="10884" y="0"/>
                </a:lnTo>
                <a:close/>
              </a:path>
            </a:pathLst>
          </a:custGeom>
          <a:solidFill>
            <a:srgbClr val="DFE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4" name="contour_10552"/>
          <p:cNvSpPr/>
          <p:nvPr/>
        </p:nvSpPr>
        <p:spPr>
          <a:xfrm>
            <a:off x="4281138" y="6107337"/>
            <a:ext cx="72880" cy="296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34" y="1126"/>
                </a:lnTo>
                <a:lnTo>
                  <a:pt x="4910" y="2251"/>
                </a:lnTo>
                <a:lnTo>
                  <a:pt x="6286" y="3382"/>
                </a:lnTo>
                <a:lnTo>
                  <a:pt x="7664" y="4508"/>
                </a:lnTo>
                <a:lnTo>
                  <a:pt x="9042" y="5639"/>
                </a:lnTo>
                <a:lnTo>
                  <a:pt x="10424" y="6770"/>
                </a:lnTo>
                <a:lnTo>
                  <a:pt x="11807" y="7906"/>
                </a:lnTo>
                <a:lnTo>
                  <a:pt x="13193" y="9042"/>
                </a:lnTo>
                <a:lnTo>
                  <a:pt x="14584" y="10179"/>
                </a:lnTo>
                <a:lnTo>
                  <a:pt x="15978" y="11320"/>
                </a:lnTo>
                <a:lnTo>
                  <a:pt x="17375" y="12467"/>
                </a:lnTo>
                <a:lnTo>
                  <a:pt x="18779" y="13619"/>
                </a:lnTo>
                <a:lnTo>
                  <a:pt x="20187" y="14772"/>
                </a:lnTo>
                <a:lnTo>
                  <a:pt x="21600" y="15929"/>
                </a:lnTo>
                <a:lnTo>
                  <a:pt x="19976" y="17219"/>
                </a:lnTo>
                <a:lnTo>
                  <a:pt x="18477" y="18324"/>
                </a:lnTo>
                <a:lnTo>
                  <a:pt x="17070" y="19242"/>
                </a:lnTo>
                <a:lnTo>
                  <a:pt x="15725" y="19996"/>
                </a:lnTo>
                <a:lnTo>
                  <a:pt x="14409" y="20591"/>
                </a:lnTo>
                <a:lnTo>
                  <a:pt x="13092" y="21037"/>
                </a:lnTo>
                <a:lnTo>
                  <a:pt x="11740" y="21345"/>
                </a:lnTo>
                <a:lnTo>
                  <a:pt x="10320" y="21531"/>
                </a:lnTo>
                <a:lnTo>
                  <a:pt x="8802" y="21600"/>
                </a:lnTo>
                <a:lnTo>
                  <a:pt x="7154" y="21568"/>
                </a:lnTo>
                <a:lnTo>
                  <a:pt x="5808" y="21520"/>
                </a:lnTo>
                <a:lnTo>
                  <a:pt x="4454" y="21473"/>
                </a:lnTo>
                <a:lnTo>
                  <a:pt x="3080" y="21425"/>
                </a:lnTo>
                <a:lnTo>
                  <a:pt x="2316" y="21377"/>
                </a:lnTo>
                <a:lnTo>
                  <a:pt x="0" y="21239"/>
                </a:lnTo>
                <a:lnTo>
                  <a:pt x="356" y="17735"/>
                </a:lnTo>
                <a:lnTo>
                  <a:pt x="713" y="14225"/>
                </a:lnTo>
                <a:lnTo>
                  <a:pt x="1071" y="10699"/>
                </a:lnTo>
                <a:lnTo>
                  <a:pt x="1432" y="7158"/>
                </a:lnTo>
                <a:lnTo>
                  <a:pt x="1795" y="3595"/>
                </a:lnTo>
                <a:lnTo>
                  <a:pt x="2160" y="0"/>
                </a:lnTo>
                <a:close/>
              </a:path>
            </a:pathLst>
          </a:custGeom>
          <a:solidFill>
            <a:srgbClr val="F0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5" name="contour_10553"/>
          <p:cNvSpPr/>
          <p:nvPr/>
        </p:nvSpPr>
        <p:spPr>
          <a:xfrm>
            <a:off x="4804445" y="6049033"/>
            <a:ext cx="378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55" y="1782"/>
                </a:lnTo>
                <a:lnTo>
                  <a:pt x="20914" y="3564"/>
                </a:lnTo>
                <a:lnTo>
                  <a:pt x="20569" y="5349"/>
                </a:lnTo>
                <a:lnTo>
                  <a:pt x="20228" y="7136"/>
                </a:lnTo>
                <a:lnTo>
                  <a:pt x="19883" y="8926"/>
                </a:lnTo>
                <a:lnTo>
                  <a:pt x="19538" y="10719"/>
                </a:lnTo>
                <a:lnTo>
                  <a:pt x="19193" y="12517"/>
                </a:lnTo>
                <a:lnTo>
                  <a:pt x="18844" y="14321"/>
                </a:lnTo>
                <a:lnTo>
                  <a:pt x="18495" y="16130"/>
                </a:lnTo>
                <a:lnTo>
                  <a:pt x="18145" y="17944"/>
                </a:lnTo>
                <a:lnTo>
                  <a:pt x="17796" y="19769"/>
                </a:lnTo>
                <a:lnTo>
                  <a:pt x="17443" y="21600"/>
                </a:lnTo>
                <a:lnTo>
                  <a:pt x="16620" y="19996"/>
                </a:lnTo>
                <a:lnTo>
                  <a:pt x="15793" y="18387"/>
                </a:lnTo>
                <a:lnTo>
                  <a:pt x="14965" y="16772"/>
                </a:lnTo>
                <a:lnTo>
                  <a:pt x="14130" y="15144"/>
                </a:lnTo>
                <a:lnTo>
                  <a:pt x="13286" y="13500"/>
                </a:lnTo>
                <a:lnTo>
                  <a:pt x="10068" y="13257"/>
                </a:lnTo>
                <a:lnTo>
                  <a:pt x="7811" y="13136"/>
                </a:lnTo>
                <a:lnTo>
                  <a:pt x="5915" y="13136"/>
                </a:lnTo>
                <a:lnTo>
                  <a:pt x="3783" y="13257"/>
                </a:lnTo>
                <a:lnTo>
                  <a:pt x="815" y="13500"/>
                </a:lnTo>
                <a:lnTo>
                  <a:pt x="362" y="10417"/>
                </a:lnTo>
                <a:lnTo>
                  <a:pt x="91" y="8248"/>
                </a:lnTo>
                <a:lnTo>
                  <a:pt x="0" y="6691"/>
                </a:lnTo>
                <a:lnTo>
                  <a:pt x="91" y="5446"/>
                </a:lnTo>
                <a:lnTo>
                  <a:pt x="362" y="4217"/>
                </a:lnTo>
                <a:lnTo>
                  <a:pt x="815" y="2700"/>
                </a:lnTo>
                <a:lnTo>
                  <a:pt x="3484" y="1833"/>
                </a:lnTo>
                <a:lnTo>
                  <a:pt x="5994" y="1174"/>
                </a:lnTo>
                <a:lnTo>
                  <a:pt x="8418" y="694"/>
                </a:lnTo>
                <a:lnTo>
                  <a:pt x="10817" y="367"/>
                </a:lnTo>
                <a:lnTo>
                  <a:pt x="13269" y="165"/>
                </a:lnTo>
                <a:lnTo>
                  <a:pt x="15834" y="54"/>
                </a:lnTo>
                <a:lnTo>
                  <a:pt x="18590" y="8"/>
                </a:lnTo>
                <a:lnTo>
                  <a:pt x="21600" y="0"/>
                </a:lnTo>
                <a:close/>
              </a:path>
            </a:pathLst>
          </a:custGeom>
          <a:solidFill>
            <a:srgbClr val="967D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6" name="contour_10554"/>
          <p:cNvSpPr/>
          <p:nvPr/>
        </p:nvSpPr>
        <p:spPr>
          <a:xfrm>
            <a:off x="5104681" y="6013307"/>
            <a:ext cx="60498" cy="43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04" y="556"/>
                </a:moveTo>
                <a:lnTo>
                  <a:pt x="19937" y="2229"/>
                </a:lnTo>
                <a:lnTo>
                  <a:pt x="20650" y="3630"/>
                </a:lnTo>
                <a:lnTo>
                  <a:pt x="21113" y="5534"/>
                </a:lnTo>
                <a:lnTo>
                  <a:pt x="21600" y="8692"/>
                </a:lnTo>
                <a:lnTo>
                  <a:pt x="21340" y="10540"/>
                </a:lnTo>
                <a:lnTo>
                  <a:pt x="21080" y="12396"/>
                </a:lnTo>
                <a:lnTo>
                  <a:pt x="20817" y="14280"/>
                </a:lnTo>
                <a:lnTo>
                  <a:pt x="19032" y="15287"/>
                </a:lnTo>
                <a:lnTo>
                  <a:pt x="17335" y="16147"/>
                </a:lnTo>
                <a:lnTo>
                  <a:pt x="15678" y="16890"/>
                </a:lnTo>
                <a:lnTo>
                  <a:pt x="14002" y="17538"/>
                </a:lnTo>
                <a:lnTo>
                  <a:pt x="12264" y="18109"/>
                </a:lnTo>
                <a:lnTo>
                  <a:pt x="10408" y="18628"/>
                </a:lnTo>
                <a:lnTo>
                  <a:pt x="8915" y="19078"/>
                </a:lnTo>
                <a:lnTo>
                  <a:pt x="7398" y="19536"/>
                </a:lnTo>
                <a:lnTo>
                  <a:pt x="5922" y="19968"/>
                </a:lnTo>
                <a:lnTo>
                  <a:pt x="4444" y="20389"/>
                </a:lnTo>
                <a:lnTo>
                  <a:pt x="2964" y="20799"/>
                </a:lnTo>
                <a:lnTo>
                  <a:pt x="1481" y="21201"/>
                </a:lnTo>
                <a:lnTo>
                  <a:pt x="0" y="21600"/>
                </a:lnTo>
                <a:lnTo>
                  <a:pt x="591" y="19426"/>
                </a:lnTo>
                <a:lnTo>
                  <a:pt x="1059" y="17940"/>
                </a:lnTo>
                <a:lnTo>
                  <a:pt x="1647" y="16454"/>
                </a:lnTo>
                <a:lnTo>
                  <a:pt x="2602" y="14280"/>
                </a:lnTo>
                <a:lnTo>
                  <a:pt x="4319" y="14280"/>
                </a:lnTo>
                <a:lnTo>
                  <a:pt x="6052" y="14280"/>
                </a:lnTo>
                <a:lnTo>
                  <a:pt x="7806" y="14280"/>
                </a:lnTo>
                <a:lnTo>
                  <a:pt x="7645" y="12542"/>
                </a:lnTo>
                <a:lnTo>
                  <a:pt x="7484" y="10793"/>
                </a:lnTo>
                <a:lnTo>
                  <a:pt x="7317" y="9018"/>
                </a:lnTo>
                <a:lnTo>
                  <a:pt x="7390" y="8180"/>
                </a:lnTo>
                <a:lnTo>
                  <a:pt x="7517" y="6697"/>
                </a:lnTo>
                <a:lnTo>
                  <a:pt x="7806" y="3301"/>
                </a:lnTo>
                <a:lnTo>
                  <a:pt x="9688" y="1943"/>
                </a:lnTo>
                <a:lnTo>
                  <a:pt x="11410" y="937"/>
                </a:lnTo>
                <a:lnTo>
                  <a:pt x="13073" y="285"/>
                </a:lnTo>
                <a:lnTo>
                  <a:pt x="14775" y="0"/>
                </a:lnTo>
                <a:lnTo>
                  <a:pt x="16620" y="88"/>
                </a:lnTo>
                <a:lnTo>
                  <a:pt x="18704" y="556"/>
                </a:lnTo>
                <a:close/>
              </a:path>
            </a:pathLst>
          </a:custGeom>
          <a:solidFill>
            <a:srgbClr val="E2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7" name="contour_10555"/>
          <p:cNvSpPr/>
          <p:nvPr/>
        </p:nvSpPr>
        <p:spPr>
          <a:xfrm>
            <a:off x="1205605" y="6012593"/>
            <a:ext cx="72880" cy="363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859"/>
                </a:lnTo>
                <a:lnTo>
                  <a:pt x="2851" y="1717"/>
                </a:lnTo>
                <a:lnTo>
                  <a:pt x="4279" y="2576"/>
                </a:lnTo>
                <a:lnTo>
                  <a:pt x="5707" y="3439"/>
                </a:lnTo>
                <a:lnTo>
                  <a:pt x="7137" y="4297"/>
                </a:lnTo>
                <a:lnTo>
                  <a:pt x="8567" y="5160"/>
                </a:lnTo>
                <a:lnTo>
                  <a:pt x="10001" y="6023"/>
                </a:lnTo>
                <a:lnTo>
                  <a:pt x="11437" y="6891"/>
                </a:lnTo>
                <a:lnTo>
                  <a:pt x="12878" y="7754"/>
                </a:lnTo>
                <a:lnTo>
                  <a:pt x="14321" y="8625"/>
                </a:lnTo>
                <a:lnTo>
                  <a:pt x="15766" y="9497"/>
                </a:lnTo>
                <a:lnTo>
                  <a:pt x="17217" y="10369"/>
                </a:lnTo>
                <a:lnTo>
                  <a:pt x="18673" y="11249"/>
                </a:lnTo>
                <a:lnTo>
                  <a:pt x="20133" y="12125"/>
                </a:lnTo>
                <a:lnTo>
                  <a:pt x="21600" y="13009"/>
                </a:lnTo>
                <a:lnTo>
                  <a:pt x="19179" y="15434"/>
                </a:lnTo>
                <a:lnTo>
                  <a:pt x="17168" y="17407"/>
                </a:lnTo>
                <a:lnTo>
                  <a:pt x="15498" y="18959"/>
                </a:lnTo>
                <a:lnTo>
                  <a:pt x="14098" y="20121"/>
                </a:lnTo>
                <a:lnTo>
                  <a:pt x="12900" y="20928"/>
                </a:lnTo>
                <a:lnTo>
                  <a:pt x="11828" y="21409"/>
                </a:lnTo>
                <a:lnTo>
                  <a:pt x="10817" y="21600"/>
                </a:lnTo>
                <a:lnTo>
                  <a:pt x="9791" y="21526"/>
                </a:lnTo>
                <a:lnTo>
                  <a:pt x="8685" y="21223"/>
                </a:lnTo>
                <a:lnTo>
                  <a:pt x="7424" y="20724"/>
                </a:lnTo>
                <a:lnTo>
                  <a:pt x="5940" y="20056"/>
                </a:lnTo>
                <a:lnTo>
                  <a:pt x="4812" y="19575"/>
                </a:lnTo>
                <a:lnTo>
                  <a:pt x="3681" y="19089"/>
                </a:lnTo>
                <a:lnTo>
                  <a:pt x="2532" y="18599"/>
                </a:lnTo>
                <a:lnTo>
                  <a:pt x="1274" y="17979"/>
                </a:lnTo>
                <a:lnTo>
                  <a:pt x="0" y="17346"/>
                </a:lnTo>
                <a:lnTo>
                  <a:pt x="0" y="14484"/>
                </a:lnTo>
                <a:lnTo>
                  <a:pt x="0" y="11617"/>
                </a:lnTo>
                <a:lnTo>
                  <a:pt x="0" y="8738"/>
                </a:lnTo>
                <a:lnTo>
                  <a:pt x="0" y="5846"/>
                </a:lnTo>
                <a:lnTo>
                  <a:pt x="0" y="2936"/>
                </a:lnTo>
                <a:lnTo>
                  <a:pt x="0" y="0"/>
                </a:lnTo>
                <a:close/>
              </a:path>
            </a:pathLst>
          </a:custGeom>
          <a:solidFill>
            <a:srgbClr val="A8AE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8" name="contour_10556"/>
          <p:cNvSpPr/>
          <p:nvPr/>
        </p:nvSpPr>
        <p:spPr>
          <a:xfrm>
            <a:off x="10264579" y="5990328"/>
            <a:ext cx="51519" cy="51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88" y="0"/>
                </a:moveTo>
                <a:lnTo>
                  <a:pt x="8712" y="306"/>
                </a:lnTo>
                <a:lnTo>
                  <a:pt x="10710" y="649"/>
                </a:lnTo>
                <a:lnTo>
                  <a:pt x="12623" y="1078"/>
                </a:lnTo>
                <a:lnTo>
                  <a:pt x="14502" y="1623"/>
                </a:lnTo>
                <a:lnTo>
                  <a:pt x="16390" y="2330"/>
                </a:lnTo>
                <a:lnTo>
                  <a:pt x="18334" y="3230"/>
                </a:lnTo>
                <a:lnTo>
                  <a:pt x="19262" y="5079"/>
                </a:lnTo>
                <a:lnTo>
                  <a:pt x="20042" y="6922"/>
                </a:lnTo>
                <a:lnTo>
                  <a:pt x="20668" y="8772"/>
                </a:lnTo>
                <a:lnTo>
                  <a:pt x="21139" y="10639"/>
                </a:lnTo>
                <a:lnTo>
                  <a:pt x="21450" y="12537"/>
                </a:lnTo>
                <a:lnTo>
                  <a:pt x="21600" y="14479"/>
                </a:lnTo>
                <a:lnTo>
                  <a:pt x="21579" y="16475"/>
                </a:lnTo>
                <a:lnTo>
                  <a:pt x="21389" y="18538"/>
                </a:lnTo>
                <a:lnTo>
                  <a:pt x="19864" y="20032"/>
                </a:lnTo>
                <a:lnTo>
                  <a:pt x="18719" y="20850"/>
                </a:lnTo>
                <a:lnTo>
                  <a:pt x="17380" y="21279"/>
                </a:lnTo>
                <a:lnTo>
                  <a:pt x="15278" y="21600"/>
                </a:lnTo>
                <a:lnTo>
                  <a:pt x="13778" y="20149"/>
                </a:lnTo>
                <a:lnTo>
                  <a:pt x="12378" y="18713"/>
                </a:lnTo>
                <a:lnTo>
                  <a:pt x="11055" y="17271"/>
                </a:lnTo>
                <a:lnTo>
                  <a:pt x="9778" y="15792"/>
                </a:lnTo>
                <a:lnTo>
                  <a:pt x="8519" y="14246"/>
                </a:lnTo>
                <a:lnTo>
                  <a:pt x="7257" y="12605"/>
                </a:lnTo>
                <a:lnTo>
                  <a:pt x="6203" y="11270"/>
                </a:lnTo>
                <a:lnTo>
                  <a:pt x="5130" y="9908"/>
                </a:lnTo>
                <a:lnTo>
                  <a:pt x="3838" y="8248"/>
                </a:lnTo>
                <a:lnTo>
                  <a:pt x="2551" y="6583"/>
                </a:lnTo>
                <a:lnTo>
                  <a:pt x="1274" y="4908"/>
                </a:lnTo>
                <a:lnTo>
                  <a:pt x="0" y="3230"/>
                </a:lnTo>
                <a:lnTo>
                  <a:pt x="1821" y="1457"/>
                </a:lnTo>
                <a:lnTo>
                  <a:pt x="3117" y="530"/>
                </a:lnTo>
                <a:lnTo>
                  <a:pt x="4498" y="147"/>
                </a:lnTo>
                <a:lnTo>
                  <a:pt x="6588" y="0"/>
                </a:lnTo>
                <a:close/>
              </a:path>
            </a:pathLst>
          </a:custGeom>
          <a:solidFill>
            <a:srgbClr val="F1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59" name="contour_10557"/>
          <p:cNvSpPr/>
          <p:nvPr/>
        </p:nvSpPr>
        <p:spPr>
          <a:xfrm>
            <a:off x="10526946" y="5947001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880" y="1440"/>
                </a:lnTo>
                <a:lnTo>
                  <a:pt x="12960" y="2880"/>
                </a:lnTo>
                <a:lnTo>
                  <a:pt x="14040" y="4320"/>
                </a:lnTo>
                <a:lnTo>
                  <a:pt x="15120" y="5760"/>
                </a:lnTo>
                <a:lnTo>
                  <a:pt x="16200" y="7200"/>
                </a:lnTo>
                <a:lnTo>
                  <a:pt x="17280" y="8640"/>
                </a:lnTo>
                <a:lnTo>
                  <a:pt x="18360" y="10080"/>
                </a:lnTo>
                <a:lnTo>
                  <a:pt x="19440" y="11520"/>
                </a:lnTo>
                <a:lnTo>
                  <a:pt x="20520" y="12960"/>
                </a:lnTo>
                <a:lnTo>
                  <a:pt x="21600" y="14400"/>
                </a:lnTo>
                <a:lnTo>
                  <a:pt x="19220" y="14400"/>
                </a:lnTo>
                <a:lnTo>
                  <a:pt x="16826" y="14400"/>
                </a:lnTo>
                <a:lnTo>
                  <a:pt x="14400" y="14400"/>
                </a:lnTo>
                <a:lnTo>
                  <a:pt x="14400" y="15826"/>
                </a:lnTo>
                <a:lnTo>
                  <a:pt x="14400" y="17256"/>
                </a:lnTo>
                <a:lnTo>
                  <a:pt x="14400" y="18691"/>
                </a:lnTo>
                <a:lnTo>
                  <a:pt x="14400" y="20138"/>
                </a:lnTo>
                <a:lnTo>
                  <a:pt x="14400" y="21600"/>
                </a:lnTo>
                <a:lnTo>
                  <a:pt x="12362" y="20921"/>
                </a:lnTo>
                <a:lnTo>
                  <a:pt x="10325" y="20242"/>
                </a:lnTo>
                <a:lnTo>
                  <a:pt x="8280" y="19560"/>
                </a:lnTo>
                <a:lnTo>
                  <a:pt x="6228" y="18876"/>
                </a:lnTo>
                <a:lnTo>
                  <a:pt x="4165" y="18187"/>
                </a:lnTo>
                <a:lnTo>
                  <a:pt x="2092" y="17496"/>
                </a:lnTo>
                <a:lnTo>
                  <a:pt x="0" y="16800"/>
                </a:lnTo>
                <a:lnTo>
                  <a:pt x="677" y="15014"/>
                </a:lnTo>
                <a:lnTo>
                  <a:pt x="1202" y="13747"/>
                </a:lnTo>
                <a:lnTo>
                  <a:pt x="1750" y="12653"/>
                </a:lnTo>
                <a:lnTo>
                  <a:pt x="2491" y="11386"/>
                </a:lnTo>
                <a:lnTo>
                  <a:pt x="3600" y="9600"/>
                </a:lnTo>
                <a:lnTo>
                  <a:pt x="5980" y="9600"/>
                </a:lnTo>
                <a:lnTo>
                  <a:pt x="8374" y="9600"/>
                </a:lnTo>
                <a:lnTo>
                  <a:pt x="10800" y="9600"/>
                </a:lnTo>
                <a:lnTo>
                  <a:pt x="10800" y="8016"/>
                </a:lnTo>
                <a:lnTo>
                  <a:pt x="10800" y="6430"/>
                </a:lnTo>
                <a:lnTo>
                  <a:pt x="10800" y="4836"/>
                </a:lnTo>
                <a:lnTo>
                  <a:pt x="10800" y="3235"/>
                </a:lnTo>
                <a:lnTo>
                  <a:pt x="10800" y="1625"/>
                </a:lnTo>
                <a:lnTo>
                  <a:pt x="10800" y="0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0" name="contour_10558"/>
          <p:cNvSpPr/>
          <p:nvPr/>
        </p:nvSpPr>
        <p:spPr>
          <a:xfrm>
            <a:off x="9725267" y="5954289"/>
            <a:ext cx="58304" cy="438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77" y="1347"/>
                </a:lnTo>
                <a:lnTo>
                  <a:pt x="6939" y="2496"/>
                </a:lnTo>
                <a:lnTo>
                  <a:pt x="9555" y="3490"/>
                </a:lnTo>
                <a:lnTo>
                  <a:pt x="11694" y="4377"/>
                </a:lnTo>
                <a:lnTo>
                  <a:pt x="13424" y="5203"/>
                </a:lnTo>
                <a:lnTo>
                  <a:pt x="14815" y="6008"/>
                </a:lnTo>
                <a:lnTo>
                  <a:pt x="15935" y="6844"/>
                </a:lnTo>
                <a:lnTo>
                  <a:pt x="16856" y="7753"/>
                </a:lnTo>
                <a:lnTo>
                  <a:pt x="17645" y="8776"/>
                </a:lnTo>
                <a:lnTo>
                  <a:pt x="18371" y="9969"/>
                </a:lnTo>
                <a:lnTo>
                  <a:pt x="19105" y="11366"/>
                </a:lnTo>
                <a:lnTo>
                  <a:pt x="19912" y="13017"/>
                </a:lnTo>
                <a:lnTo>
                  <a:pt x="20469" y="14648"/>
                </a:lnTo>
                <a:lnTo>
                  <a:pt x="21030" y="16292"/>
                </a:lnTo>
                <a:lnTo>
                  <a:pt x="21600" y="17955"/>
                </a:lnTo>
                <a:lnTo>
                  <a:pt x="18800" y="19539"/>
                </a:lnTo>
                <a:lnTo>
                  <a:pt x="16802" y="20595"/>
                </a:lnTo>
                <a:lnTo>
                  <a:pt x="15301" y="21223"/>
                </a:lnTo>
                <a:lnTo>
                  <a:pt x="13999" y="21525"/>
                </a:lnTo>
                <a:lnTo>
                  <a:pt x="12601" y="21600"/>
                </a:lnTo>
                <a:lnTo>
                  <a:pt x="10800" y="21546"/>
                </a:lnTo>
                <a:lnTo>
                  <a:pt x="9180" y="20063"/>
                </a:lnTo>
                <a:lnTo>
                  <a:pt x="7649" y="18501"/>
                </a:lnTo>
                <a:lnTo>
                  <a:pt x="6202" y="16856"/>
                </a:lnTo>
                <a:lnTo>
                  <a:pt x="4833" y="15125"/>
                </a:lnTo>
                <a:lnTo>
                  <a:pt x="3534" y="13294"/>
                </a:lnTo>
                <a:lnTo>
                  <a:pt x="2300" y="11366"/>
                </a:lnTo>
                <a:lnTo>
                  <a:pt x="1126" y="9329"/>
                </a:lnTo>
                <a:lnTo>
                  <a:pt x="0" y="7182"/>
                </a:lnTo>
                <a:lnTo>
                  <a:pt x="0" y="4808"/>
                </a:lnTo>
                <a:lnTo>
                  <a:pt x="0" y="2420"/>
                </a:lnTo>
                <a:lnTo>
                  <a:pt x="0" y="0"/>
                </a:lnTo>
                <a:close/>
              </a:path>
            </a:pathLst>
          </a:custGeom>
          <a:solidFill>
            <a:srgbClr val="C6D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1" name="contour_10559"/>
          <p:cNvSpPr/>
          <p:nvPr/>
        </p:nvSpPr>
        <p:spPr>
          <a:xfrm>
            <a:off x="731886" y="5976153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39" y="192"/>
                </a:lnTo>
                <a:lnTo>
                  <a:pt x="3696" y="478"/>
                </a:lnTo>
                <a:lnTo>
                  <a:pt x="5299" y="864"/>
                </a:lnTo>
                <a:lnTo>
                  <a:pt x="6778" y="1368"/>
                </a:lnTo>
                <a:lnTo>
                  <a:pt x="8162" y="1999"/>
                </a:lnTo>
                <a:lnTo>
                  <a:pt x="9480" y="2770"/>
                </a:lnTo>
                <a:lnTo>
                  <a:pt x="10764" y="3691"/>
                </a:lnTo>
                <a:lnTo>
                  <a:pt x="12038" y="4776"/>
                </a:lnTo>
                <a:lnTo>
                  <a:pt x="13334" y="6036"/>
                </a:lnTo>
                <a:lnTo>
                  <a:pt x="14683" y="7486"/>
                </a:lnTo>
                <a:lnTo>
                  <a:pt x="15511" y="8460"/>
                </a:lnTo>
                <a:lnTo>
                  <a:pt x="16349" y="9451"/>
                </a:lnTo>
                <a:lnTo>
                  <a:pt x="17182" y="10409"/>
                </a:lnTo>
                <a:lnTo>
                  <a:pt x="18029" y="11378"/>
                </a:lnTo>
                <a:lnTo>
                  <a:pt x="18938" y="12523"/>
                </a:lnTo>
                <a:lnTo>
                  <a:pt x="19615" y="13471"/>
                </a:lnTo>
                <a:lnTo>
                  <a:pt x="20390" y="14726"/>
                </a:lnTo>
                <a:lnTo>
                  <a:pt x="21600" y="16800"/>
                </a:lnTo>
                <a:lnTo>
                  <a:pt x="20959" y="18348"/>
                </a:lnTo>
                <a:lnTo>
                  <a:pt x="20496" y="19366"/>
                </a:lnTo>
                <a:lnTo>
                  <a:pt x="19985" y="20299"/>
                </a:lnTo>
                <a:lnTo>
                  <a:pt x="19200" y="21600"/>
                </a:lnTo>
                <a:lnTo>
                  <a:pt x="17998" y="20422"/>
                </a:lnTo>
                <a:lnTo>
                  <a:pt x="16795" y="19243"/>
                </a:lnTo>
                <a:lnTo>
                  <a:pt x="15595" y="18062"/>
                </a:lnTo>
                <a:lnTo>
                  <a:pt x="14395" y="16882"/>
                </a:lnTo>
                <a:lnTo>
                  <a:pt x="13195" y="15698"/>
                </a:lnTo>
                <a:lnTo>
                  <a:pt x="11995" y="14518"/>
                </a:lnTo>
                <a:lnTo>
                  <a:pt x="10798" y="13332"/>
                </a:lnTo>
                <a:lnTo>
                  <a:pt x="9600" y="12149"/>
                </a:lnTo>
                <a:lnTo>
                  <a:pt x="8683" y="11254"/>
                </a:lnTo>
                <a:lnTo>
                  <a:pt x="7759" y="10351"/>
                </a:lnTo>
                <a:lnTo>
                  <a:pt x="6826" y="9437"/>
                </a:lnTo>
                <a:lnTo>
                  <a:pt x="5959" y="8578"/>
                </a:lnTo>
                <a:lnTo>
                  <a:pt x="5086" y="7711"/>
                </a:lnTo>
                <a:lnTo>
                  <a:pt x="4200" y="6835"/>
                </a:lnTo>
                <a:lnTo>
                  <a:pt x="2990" y="5645"/>
                </a:lnTo>
                <a:lnTo>
                  <a:pt x="1762" y="4435"/>
                </a:lnTo>
                <a:lnTo>
                  <a:pt x="521" y="2914"/>
                </a:lnTo>
                <a:lnTo>
                  <a:pt x="65" y="1764"/>
                </a:lnTo>
                <a:lnTo>
                  <a:pt x="0" y="0"/>
                </a:lnTo>
                <a:close/>
              </a:path>
            </a:pathLst>
          </a:custGeom>
          <a:solidFill>
            <a:srgbClr val="A0BF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2" name="contour_10560"/>
          <p:cNvSpPr/>
          <p:nvPr/>
        </p:nvSpPr>
        <p:spPr>
          <a:xfrm>
            <a:off x="11481673" y="5960775"/>
            <a:ext cx="58304" cy="445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9"/>
                </a:moveTo>
                <a:lnTo>
                  <a:pt x="20085" y="4727"/>
                </a:lnTo>
                <a:lnTo>
                  <a:pt x="18824" y="8294"/>
                </a:lnTo>
                <a:lnTo>
                  <a:pt x="17766" y="11189"/>
                </a:lnTo>
                <a:lnTo>
                  <a:pt x="16864" y="13508"/>
                </a:lnTo>
                <a:lnTo>
                  <a:pt x="16068" y="15343"/>
                </a:lnTo>
                <a:lnTo>
                  <a:pt x="15328" y="16796"/>
                </a:lnTo>
                <a:lnTo>
                  <a:pt x="14599" y="17955"/>
                </a:lnTo>
                <a:lnTo>
                  <a:pt x="13829" y="18920"/>
                </a:lnTo>
                <a:lnTo>
                  <a:pt x="12974" y="19783"/>
                </a:lnTo>
                <a:lnTo>
                  <a:pt x="11980" y="20645"/>
                </a:lnTo>
                <a:lnTo>
                  <a:pt x="10800" y="21600"/>
                </a:lnTo>
                <a:lnTo>
                  <a:pt x="8910" y="21268"/>
                </a:lnTo>
                <a:lnTo>
                  <a:pt x="7106" y="20812"/>
                </a:lnTo>
                <a:lnTo>
                  <a:pt x="5349" y="20246"/>
                </a:lnTo>
                <a:lnTo>
                  <a:pt x="3605" y="19592"/>
                </a:lnTo>
                <a:lnTo>
                  <a:pt x="1833" y="18857"/>
                </a:lnTo>
                <a:lnTo>
                  <a:pt x="0" y="18065"/>
                </a:lnTo>
                <a:lnTo>
                  <a:pt x="1237" y="16283"/>
                </a:lnTo>
                <a:lnTo>
                  <a:pt x="2481" y="14508"/>
                </a:lnTo>
                <a:lnTo>
                  <a:pt x="3729" y="12741"/>
                </a:lnTo>
                <a:lnTo>
                  <a:pt x="4984" y="10980"/>
                </a:lnTo>
                <a:lnTo>
                  <a:pt x="6242" y="9227"/>
                </a:lnTo>
                <a:lnTo>
                  <a:pt x="6761" y="8495"/>
                </a:lnTo>
                <a:lnTo>
                  <a:pt x="7671" y="7208"/>
                </a:lnTo>
                <a:lnTo>
                  <a:pt x="9755" y="4256"/>
                </a:lnTo>
                <a:lnTo>
                  <a:pt x="11505" y="2577"/>
                </a:lnTo>
                <a:lnTo>
                  <a:pt x="13068" y="1368"/>
                </a:lnTo>
                <a:lnTo>
                  <a:pt x="14545" y="576"/>
                </a:lnTo>
                <a:lnTo>
                  <a:pt x="16038" y="138"/>
                </a:lnTo>
                <a:lnTo>
                  <a:pt x="17645" y="0"/>
                </a:lnTo>
                <a:lnTo>
                  <a:pt x="19464" y="103"/>
                </a:lnTo>
                <a:lnTo>
                  <a:pt x="21600" y="389"/>
                </a:lnTo>
                <a:close/>
              </a:path>
            </a:pathLst>
          </a:custGeom>
          <a:solidFill>
            <a:srgbClr val="BB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3" name="contour_10561"/>
          <p:cNvSpPr/>
          <p:nvPr/>
        </p:nvSpPr>
        <p:spPr>
          <a:xfrm>
            <a:off x="1497963" y="5946782"/>
            <a:ext cx="86618" cy="29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8" y="158"/>
                </a:moveTo>
                <a:lnTo>
                  <a:pt x="2828" y="0"/>
                </a:lnTo>
                <a:lnTo>
                  <a:pt x="3708" y="63"/>
                </a:lnTo>
                <a:lnTo>
                  <a:pt x="4676" y="444"/>
                </a:lnTo>
                <a:lnTo>
                  <a:pt x="6159" y="1251"/>
                </a:lnTo>
                <a:lnTo>
                  <a:pt x="7057" y="1737"/>
                </a:lnTo>
                <a:lnTo>
                  <a:pt x="7958" y="2228"/>
                </a:lnTo>
                <a:lnTo>
                  <a:pt x="8874" y="2724"/>
                </a:lnTo>
                <a:lnTo>
                  <a:pt x="9814" y="3295"/>
                </a:lnTo>
                <a:lnTo>
                  <a:pt x="10759" y="3870"/>
                </a:lnTo>
                <a:lnTo>
                  <a:pt x="11717" y="4446"/>
                </a:lnTo>
                <a:lnTo>
                  <a:pt x="12139" y="4673"/>
                </a:lnTo>
                <a:lnTo>
                  <a:pt x="12882" y="5074"/>
                </a:lnTo>
                <a:lnTo>
                  <a:pt x="14583" y="5987"/>
                </a:lnTo>
                <a:lnTo>
                  <a:pt x="16744" y="7212"/>
                </a:lnTo>
                <a:lnTo>
                  <a:pt x="18249" y="8094"/>
                </a:lnTo>
                <a:lnTo>
                  <a:pt x="19292" y="8749"/>
                </a:lnTo>
                <a:lnTo>
                  <a:pt x="20068" y="9319"/>
                </a:lnTo>
                <a:lnTo>
                  <a:pt x="20773" y="9931"/>
                </a:lnTo>
                <a:lnTo>
                  <a:pt x="21600" y="10718"/>
                </a:lnTo>
                <a:lnTo>
                  <a:pt x="21600" y="13337"/>
                </a:lnTo>
                <a:lnTo>
                  <a:pt x="21600" y="15998"/>
                </a:lnTo>
                <a:lnTo>
                  <a:pt x="20335" y="16500"/>
                </a:lnTo>
                <a:lnTo>
                  <a:pt x="19070" y="16991"/>
                </a:lnTo>
                <a:lnTo>
                  <a:pt x="17805" y="17471"/>
                </a:lnTo>
                <a:lnTo>
                  <a:pt x="16540" y="17936"/>
                </a:lnTo>
                <a:lnTo>
                  <a:pt x="15274" y="18395"/>
                </a:lnTo>
                <a:lnTo>
                  <a:pt x="14007" y="18849"/>
                </a:lnTo>
                <a:lnTo>
                  <a:pt x="12740" y="19298"/>
                </a:lnTo>
                <a:lnTo>
                  <a:pt x="11482" y="19810"/>
                </a:lnTo>
                <a:lnTo>
                  <a:pt x="10205" y="20328"/>
                </a:lnTo>
                <a:lnTo>
                  <a:pt x="8169" y="21003"/>
                </a:lnTo>
                <a:lnTo>
                  <a:pt x="6601" y="21442"/>
                </a:lnTo>
                <a:lnTo>
                  <a:pt x="5390" y="21600"/>
                </a:lnTo>
                <a:lnTo>
                  <a:pt x="4431" y="21442"/>
                </a:lnTo>
                <a:lnTo>
                  <a:pt x="3611" y="20919"/>
                </a:lnTo>
                <a:lnTo>
                  <a:pt x="2824" y="20000"/>
                </a:lnTo>
                <a:lnTo>
                  <a:pt x="1961" y="18633"/>
                </a:lnTo>
                <a:lnTo>
                  <a:pt x="912" y="16779"/>
                </a:lnTo>
                <a:lnTo>
                  <a:pt x="273" y="13184"/>
                </a:lnTo>
                <a:lnTo>
                  <a:pt x="0" y="10760"/>
                </a:lnTo>
                <a:lnTo>
                  <a:pt x="42" y="8395"/>
                </a:lnTo>
                <a:lnTo>
                  <a:pt x="345" y="4989"/>
                </a:lnTo>
                <a:lnTo>
                  <a:pt x="660" y="3786"/>
                </a:lnTo>
                <a:lnTo>
                  <a:pt x="1608" y="158"/>
                </a:lnTo>
                <a:close/>
              </a:path>
            </a:pathLst>
          </a:custGeom>
          <a:solidFill>
            <a:srgbClr val="9CA1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4" name="contour_10562"/>
          <p:cNvSpPr/>
          <p:nvPr/>
        </p:nvSpPr>
        <p:spPr>
          <a:xfrm>
            <a:off x="11037106" y="594700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505"/>
                </a:lnTo>
                <a:lnTo>
                  <a:pt x="7236" y="924"/>
                </a:lnTo>
                <a:lnTo>
                  <a:pt x="9644" y="1296"/>
                </a:lnTo>
                <a:lnTo>
                  <a:pt x="11524" y="1680"/>
                </a:lnTo>
                <a:lnTo>
                  <a:pt x="13090" y="2125"/>
                </a:lnTo>
                <a:lnTo>
                  <a:pt x="14551" y="2678"/>
                </a:lnTo>
                <a:lnTo>
                  <a:pt x="16117" y="3391"/>
                </a:lnTo>
                <a:lnTo>
                  <a:pt x="18000" y="4320"/>
                </a:lnTo>
                <a:lnTo>
                  <a:pt x="19231" y="7184"/>
                </a:lnTo>
                <a:lnTo>
                  <a:pt x="20092" y="9893"/>
                </a:lnTo>
                <a:lnTo>
                  <a:pt x="20671" y="12563"/>
                </a:lnTo>
                <a:lnTo>
                  <a:pt x="21056" y="15323"/>
                </a:lnTo>
                <a:lnTo>
                  <a:pt x="21337" y="1829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CD2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5" name="contour_10563"/>
          <p:cNvSpPr/>
          <p:nvPr/>
        </p:nvSpPr>
        <p:spPr>
          <a:xfrm>
            <a:off x="10723722" y="5938401"/>
            <a:ext cx="10203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1024" y="822"/>
                </a:lnTo>
                <a:lnTo>
                  <a:pt x="2049" y="723"/>
                </a:lnTo>
                <a:lnTo>
                  <a:pt x="3073" y="636"/>
                </a:lnTo>
                <a:lnTo>
                  <a:pt x="4098" y="553"/>
                </a:lnTo>
                <a:lnTo>
                  <a:pt x="5122" y="481"/>
                </a:lnTo>
                <a:lnTo>
                  <a:pt x="6147" y="408"/>
                </a:lnTo>
                <a:lnTo>
                  <a:pt x="7171" y="346"/>
                </a:lnTo>
                <a:lnTo>
                  <a:pt x="8196" y="284"/>
                </a:lnTo>
                <a:lnTo>
                  <a:pt x="8969" y="196"/>
                </a:lnTo>
                <a:lnTo>
                  <a:pt x="9745" y="109"/>
                </a:lnTo>
                <a:lnTo>
                  <a:pt x="10532" y="21"/>
                </a:lnTo>
                <a:lnTo>
                  <a:pt x="11774" y="0"/>
                </a:lnTo>
                <a:lnTo>
                  <a:pt x="12931" y="72"/>
                </a:lnTo>
                <a:lnTo>
                  <a:pt x="14012" y="279"/>
                </a:lnTo>
                <a:lnTo>
                  <a:pt x="15035" y="656"/>
                </a:lnTo>
                <a:lnTo>
                  <a:pt x="16009" y="1240"/>
                </a:lnTo>
                <a:lnTo>
                  <a:pt x="16950" y="2072"/>
                </a:lnTo>
                <a:lnTo>
                  <a:pt x="17869" y="3188"/>
                </a:lnTo>
                <a:lnTo>
                  <a:pt x="18781" y="4630"/>
                </a:lnTo>
                <a:lnTo>
                  <a:pt x="19698" y="6428"/>
                </a:lnTo>
                <a:lnTo>
                  <a:pt x="20633" y="8630"/>
                </a:lnTo>
                <a:lnTo>
                  <a:pt x="21600" y="11265"/>
                </a:lnTo>
                <a:lnTo>
                  <a:pt x="21217" y="13823"/>
                </a:lnTo>
                <a:lnTo>
                  <a:pt x="20835" y="16391"/>
                </a:lnTo>
                <a:lnTo>
                  <a:pt x="20447" y="18980"/>
                </a:lnTo>
                <a:lnTo>
                  <a:pt x="20057" y="21600"/>
                </a:lnTo>
                <a:lnTo>
                  <a:pt x="19241" y="20567"/>
                </a:lnTo>
                <a:lnTo>
                  <a:pt x="18412" y="19523"/>
                </a:lnTo>
                <a:lnTo>
                  <a:pt x="17399" y="18339"/>
                </a:lnTo>
                <a:lnTo>
                  <a:pt x="16390" y="17223"/>
                </a:lnTo>
                <a:lnTo>
                  <a:pt x="15381" y="16164"/>
                </a:lnTo>
                <a:lnTo>
                  <a:pt x="14373" y="15167"/>
                </a:lnTo>
                <a:lnTo>
                  <a:pt x="13366" y="14226"/>
                </a:lnTo>
                <a:lnTo>
                  <a:pt x="12358" y="13337"/>
                </a:lnTo>
                <a:lnTo>
                  <a:pt x="11351" y="12505"/>
                </a:lnTo>
                <a:lnTo>
                  <a:pt x="10342" y="11720"/>
                </a:lnTo>
                <a:lnTo>
                  <a:pt x="9328" y="10981"/>
                </a:lnTo>
                <a:lnTo>
                  <a:pt x="8314" y="10288"/>
                </a:lnTo>
                <a:lnTo>
                  <a:pt x="7295" y="9637"/>
                </a:lnTo>
                <a:lnTo>
                  <a:pt x="6272" y="9033"/>
                </a:lnTo>
                <a:lnTo>
                  <a:pt x="5243" y="8459"/>
                </a:lnTo>
                <a:lnTo>
                  <a:pt x="4209" y="7927"/>
                </a:lnTo>
                <a:lnTo>
                  <a:pt x="3167" y="7426"/>
                </a:lnTo>
                <a:lnTo>
                  <a:pt x="2120" y="6955"/>
                </a:lnTo>
                <a:lnTo>
                  <a:pt x="1065" y="6511"/>
                </a:lnTo>
                <a:lnTo>
                  <a:pt x="0" y="6098"/>
                </a:lnTo>
                <a:lnTo>
                  <a:pt x="0" y="3535"/>
                </a:lnTo>
                <a:lnTo>
                  <a:pt x="0" y="930"/>
                </a:lnTo>
                <a:close/>
              </a:path>
            </a:pathLst>
          </a:custGeom>
          <a:solidFill>
            <a:srgbClr val="2F2E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6" name="contour_10564"/>
          <p:cNvSpPr/>
          <p:nvPr/>
        </p:nvSpPr>
        <p:spPr>
          <a:xfrm>
            <a:off x="4208258" y="5910561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11" y="1604"/>
                </a:lnTo>
                <a:lnTo>
                  <a:pt x="1225" y="3213"/>
                </a:lnTo>
                <a:lnTo>
                  <a:pt x="1839" y="4828"/>
                </a:lnTo>
                <a:lnTo>
                  <a:pt x="2459" y="6456"/>
                </a:lnTo>
                <a:lnTo>
                  <a:pt x="3086" y="8100"/>
                </a:lnTo>
                <a:lnTo>
                  <a:pt x="5249" y="8978"/>
                </a:lnTo>
                <a:lnTo>
                  <a:pt x="6823" y="9566"/>
                </a:lnTo>
                <a:lnTo>
                  <a:pt x="8260" y="10004"/>
                </a:lnTo>
                <a:lnTo>
                  <a:pt x="10013" y="10425"/>
                </a:lnTo>
                <a:lnTo>
                  <a:pt x="12534" y="10967"/>
                </a:lnTo>
                <a:lnTo>
                  <a:pt x="15068" y="11521"/>
                </a:lnTo>
                <a:lnTo>
                  <a:pt x="16805" y="11929"/>
                </a:lnTo>
                <a:lnTo>
                  <a:pt x="18184" y="12315"/>
                </a:lnTo>
                <a:lnTo>
                  <a:pt x="19637" y="12798"/>
                </a:lnTo>
                <a:lnTo>
                  <a:pt x="21600" y="13500"/>
                </a:lnTo>
                <a:lnTo>
                  <a:pt x="21600" y="15285"/>
                </a:lnTo>
                <a:lnTo>
                  <a:pt x="21600" y="17080"/>
                </a:lnTo>
                <a:lnTo>
                  <a:pt x="21600" y="18900"/>
                </a:lnTo>
                <a:lnTo>
                  <a:pt x="20813" y="18876"/>
                </a:lnTo>
                <a:lnTo>
                  <a:pt x="18443" y="18806"/>
                </a:lnTo>
                <a:lnTo>
                  <a:pt x="16373" y="18770"/>
                </a:lnTo>
                <a:lnTo>
                  <a:pt x="14271" y="18733"/>
                </a:lnTo>
                <a:lnTo>
                  <a:pt x="12226" y="18684"/>
                </a:lnTo>
                <a:lnTo>
                  <a:pt x="10149" y="18635"/>
                </a:lnTo>
                <a:lnTo>
                  <a:pt x="8159" y="18787"/>
                </a:lnTo>
                <a:lnTo>
                  <a:pt x="6634" y="19016"/>
                </a:lnTo>
                <a:lnTo>
                  <a:pt x="5091" y="19467"/>
                </a:lnTo>
                <a:lnTo>
                  <a:pt x="3043" y="2028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4747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7" name="contour_10565"/>
          <p:cNvSpPr/>
          <p:nvPr/>
        </p:nvSpPr>
        <p:spPr>
          <a:xfrm>
            <a:off x="10446779" y="5917849"/>
            <a:ext cx="80168" cy="303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86" y="249"/>
                </a:lnTo>
                <a:lnTo>
                  <a:pt x="2771" y="513"/>
                </a:lnTo>
                <a:lnTo>
                  <a:pt x="4157" y="782"/>
                </a:lnTo>
                <a:lnTo>
                  <a:pt x="5541" y="1062"/>
                </a:lnTo>
                <a:lnTo>
                  <a:pt x="6926" y="1352"/>
                </a:lnTo>
                <a:lnTo>
                  <a:pt x="8312" y="1642"/>
                </a:lnTo>
                <a:lnTo>
                  <a:pt x="9696" y="1942"/>
                </a:lnTo>
                <a:lnTo>
                  <a:pt x="10390" y="2061"/>
                </a:lnTo>
                <a:lnTo>
                  <a:pt x="12483" y="2429"/>
                </a:lnTo>
                <a:lnTo>
                  <a:pt x="13806" y="2729"/>
                </a:lnTo>
                <a:lnTo>
                  <a:pt x="15149" y="3035"/>
                </a:lnTo>
                <a:lnTo>
                  <a:pt x="16371" y="3278"/>
                </a:lnTo>
                <a:lnTo>
                  <a:pt x="17612" y="3527"/>
                </a:lnTo>
                <a:lnTo>
                  <a:pt x="18802" y="4562"/>
                </a:lnTo>
                <a:lnTo>
                  <a:pt x="19540" y="5634"/>
                </a:lnTo>
                <a:lnTo>
                  <a:pt x="20137" y="7395"/>
                </a:lnTo>
                <a:lnTo>
                  <a:pt x="20899" y="10492"/>
                </a:lnTo>
                <a:lnTo>
                  <a:pt x="21247" y="12993"/>
                </a:lnTo>
                <a:lnTo>
                  <a:pt x="21600" y="15536"/>
                </a:lnTo>
                <a:lnTo>
                  <a:pt x="20353" y="16240"/>
                </a:lnTo>
                <a:lnTo>
                  <a:pt x="19108" y="16919"/>
                </a:lnTo>
                <a:lnTo>
                  <a:pt x="17863" y="17576"/>
                </a:lnTo>
                <a:lnTo>
                  <a:pt x="16616" y="18208"/>
                </a:lnTo>
                <a:lnTo>
                  <a:pt x="15367" y="18824"/>
                </a:lnTo>
                <a:lnTo>
                  <a:pt x="14115" y="19420"/>
                </a:lnTo>
                <a:lnTo>
                  <a:pt x="13586" y="19741"/>
                </a:lnTo>
                <a:lnTo>
                  <a:pt x="11992" y="20694"/>
                </a:lnTo>
                <a:lnTo>
                  <a:pt x="10702" y="21212"/>
                </a:lnTo>
                <a:lnTo>
                  <a:pt x="9512" y="21533"/>
                </a:lnTo>
                <a:lnTo>
                  <a:pt x="8355" y="21600"/>
                </a:lnTo>
                <a:lnTo>
                  <a:pt x="7171" y="21346"/>
                </a:lnTo>
                <a:lnTo>
                  <a:pt x="5891" y="20714"/>
                </a:lnTo>
                <a:lnTo>
                  <a:pt x="4876" y="18037"/>
                </a:lnTo>
                <a:lnTo>
                  <a:pt x="3937" y="15277"/>
                </a:lnTo>
                <a:lnTo>
                  <a:pt x="3065" y="12418"/>
                </a:lnTo>
                <a:lnTo>
                  <a:pt x="2248" y="9467"/>
                </a:lnTo>
                <a:lnTo>
                  <a:pt x="1475" y="6416"/>
                </a:lnTo>
                <a:lnTo>
                  <a:pt x="729" y="3263"/>
                </a:lnTo>
                <a:lnTo>
                  <a:pt x="0" y="0"/>
                </a:lnTo>
                <a:close/>
              </a:path>
            </a:pathLst>
          </a:custGeom>
          <a:solidFill>
            <a:srgbClr val="EF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8" name="contour_10566"/>
          <p:cNvSpPr/>
          <p:nvPr/>
        </p:nvSpPr>
        <p:spPr>
          <a:xfrm>
            <a:off x="7135924" y="5910561"/>
            <a:ext cx="406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9" y="0"/>
                </a:moveTo>
                <a:lnTo>
                  <a:pt x="3648" y="216"/>
                </a:lnTo>
                <a:lnTo>
                  <a:pt x="6130" y="471"/>
                </a:lnTo>
                <a:lnTo>
                  <a:pt x="8577" y="795"/>
                </a:lnTo>
                <a:lnTo>
                  <a:pt x="10997" y="1210"/>
                </a:lnTo>
                <a:lnTo>
                  <a:pt x="13391" y="1745"/>
                </a:lnTo>
                <a:lnTo>
                  <a:pt x="15764" y="2424"/>
                </a:lnTo>
                <a:lnTo>
                  <a:pt x="18126" y="3275"/>
                </a:lnTo>
                <a:lnTo>
                  <a:pt x="20481" y="4320"/>
                </a:lnTo>
                <a:lnTo>
                  <a:pt x="21240" y="7348"/>
                </a:lnTo>
                <a:lnTo>
                  <a:pt x="21585" y="10122"/>
                </a:lnTo>
                <a:lnTo>
                  <a:pt x="21600" y="12787"/>
                </a:lnTo>
                <a:lnTo>
                  <a:pt x="21364" y="15492"/>
                </a:lnTo>
                <a:lnTo>
                  <a:pt x="20965" y="18382"/>
                </a:lnTo>
                <a:lnTo>
                  <a:pt x="20481" y="21600"/>
                </a:lnTo>
                <a:lnTo>
                  <a:pt x="17952" y="21384"/>
                </a:lnTo>
                <a:lnTo>
                  <a:pt x="15470" y="21129"/>
                </a:lnTo>
                <a:lnTo>
                  <a:pt x="13023" y="20805"/>
                </a:lnTo>
                <a:lnTo>
                  <a:pt x="10603" y="20390"/>
                </a:lnTo>
                <a:lnTo>
                  <a:pt x="8209" y="19855"/>
                </a:lnTo>
                <a:lnTo>
                  <a:pt x="5836" y="19176"/>
                </a:lnTo>
                <a:lnTo>
                  <a:pt x="3474" y="18325"/>
                </a:lnTo>
                <a:lnTo>
                  <a:pt x="1119" y="17280"/>
                </a:lnTo>
                <a:lnTo>
                  <a:pt x="360" y="14252"/>
                </a:lnTo>
                <a:lnTo>
                  <a:pt x="15" y="11478"/>
                </a:lnTo>
                <a:lnTo>
                  <a:pt x="0" y="8813"/>
                </a:lnTo>
                <a:lnTo>
                  <a:pt x="236" y="6108"/>
                </a:lnTo>
                <a:lnTo>
                  <a:pt x="635" y="3218"/>
                </a:lnTo>
                <a:lnTo>
                  <a:pt x="1119" y="0"/>
                </a:lnTo>
                <a:close/>
              </a:path>
            </a:pathLst>
          </a:custGeom>
          <a:solidFill>
            <a:srgbClr val="9F8D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69" name="contour_10567"/>
          <p:cNvSpPr/>
          <p:nvPr/>
        </p:nvSpPr>
        <p:spPr>
          <a:xfrm>
            <a:off x="11321338" y="5902246"/>
            <a:ext cx="58304" cy="30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35"/>
                </a:moveTo>
                <a:lnTo>
                  <a:pt x="21155" y="4178"/>
                </a:lnTo>
                <a:lnTo>
                  <a:pt x="20709" y="7626"/>
                </a:lnTo>
                <a:lnTo>
                  <a:pt x="20261" y="11089"/>
                </a:lnTo>
                <a:lnTo>
                  <a:pt x="19810" y="14569"/>
                </a:lnTo>
                <a:lnTo>
                  <a:pt x="19356" y="18069"/>
                </a:lnTo>
                <a:lnTo>
                  <a:pt x="18900" y="21600"/>
                </a:lnTo>
                <a:lnTo>
                  <a:pt x="17029" y="21084"/>
                </a:lnTo>
                <a:lnTo>
                  <a:pt x="15155" y="20567"/>
                </a:lnTo>
                <a:lnTo>
                  <a:pt x="13281" y="20051"/>
                </a:lnTo>
                <a:lnTo>
                  <a:pt x="11405" y="19529"/>
                </a:lnTo>
                <a:lnTo>
                  <a:pt x="9520" y="19013"/>
                </a:lnTo>
                <a:lnTo>
                  <a:pt x="7633" y="18491"/>
                </a:lnTo>
                <a:lnTo>
                  <a:pt x="5738" y="17970"/>
                </a:lnTo>
                <a:lnTo>
                  <a:pt x="3834" y="17443"/>
                </a:lnTo>
                <a:lnTo>
                  <a:pt x="1922" y="16916"/>
                </a:lnTo>
                <a:lnTo>
                  <a:pt x="0" y="16384"/>
                </a:lnTo>
                <a:lnTo>
                  <a:pt x="1617" y="12644"/>
                </a:lnTo>
                <a:lnTo>
                  <a:pt x="3172" y="9467"/>
                </a:lnTo>
                <a:lnTo>
                  <a:pt x="4698" y="6823"/>
                </a:lnTo>
                <a:lnTo>
                  <a:pt x="6218" y="4668"/>
                </a:lnTo>
                <a:lnTo>
                  <a:pt x="7765" y="2973"/>
                </a:lnTo>
                <a:lnTo>
                  <a:pt x="9361" y="1695"/>
                </a:lnTo>
                <a:lnTo>
                  <a:pt x="11038" y="798"/>
                </a:lnTo>
                <a:lnTo>
                  <a:pt x="12822" y="245"/>
                </a:lnTo>
                <a:lnTo>
                  <a:pt x="14745" y="0"/>
                </a:lnTo>
                <a:lnTo>
                  <a:pt x="16829" y="26"/>
                </a:lnTo>
                <a:lnTo>
                  <a:pt x="19105" y="282"/>
                </a:lnTo>
                <a:lnTo>
                  <a:pt x="21600" y="735"/>
                </a:lnTo>
                <a:close/>
              </a:path>
            </a:pathLst>
          </a:custGeom>
          <a:solidFill>
            <a:srgbClr val="A5A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0" name="contour_10568"/>
          <p:cNvSpPr/>
          <p:nvPr/>
        </p:nvSpPr>
        <p:spPr>
          <a:xfrm>
            <a:off x="8005301" y="5888697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04" y="0"/>
                </a:lnTo>
                <a:lnTo>
                  <a:pt x="3213" y="0"/>
                </a:lnTo>
                <a:lnTo>
                  <a:pt x="4828" y="0"/>
                </a:lnTo>
                <a:lnTo>
                  <a:pt x="6456" y="0"/>
                </a:lnTo>
                <a:lnTo>
                  <a:pt x="8100" y="0"/>
                </a:lnTo>
                <a:lnTo>
                  <a:pt x="8991" y="1994"/>
                </a:lnTo>
                <a:lnTo>
                  <a:pt x="9569" y="3409"/>
                </a:lnTo>
                <a:lnTo>
                  <a:pt x="10087" y="4921"/>
                </a:lnTo>
                <a:lnTo>
                  <a:pt x="10800" y="7200"/>
                </a:lnTo>
                <a:lnTo>
                  <a:pt x="12366" y="8546"/>
                </a:lnTo>
                <a:lnTo>
                  <a:pt x="13465" y="9414"/>
                </a:lnTo>
                <a:lnTo>
                  <a:pt x="14626" y="10192"/>
                </a:lnTo>
                <a:lnTo>
                  <a:pt x="16367" y="11250"/>
                </a:lnTo>
                <a:lnTo>
                  <a:pt x="17839" y="12157"/>
                </a:lnTo>
                <a:lnTo>
                  <a:pt x="19332" y="13079"/>
                </a:lnTo>
                <a:lnTo>
                  <a:pt x="20458" y="13734"/>
                </a:lnTo>
                <a:lnTo>
                  <a:pt x="21600" y="14400"/>
                </a:lnTo>
                <a:lnTo>
                  <a:pt x="19826" y="15239"/>
                </a:lnTo>
                <a:lnTo>
                  <a:pt x="18052" y="16013"/>
                </a:lnTo>
                <a:lnTo>
                  <a:pt x="16276" y="16733"/>
                </a:lnTo>
                <a:lnTo>
                  <a:pt x="14494" y="17399"/>
                </a:lnTo>
                <a:lnTo>
                  <a:pt x="12709" y="18022"/>
                </a:lnTo>
                <a:lnTo>
                  <a:pt x="10919" y="18605"/>
                </a:lnTo>
                <a:lnTo>
                  <a:pt x="9121" y="19156"/>
                </a:lnTo>
                <a:lnTo>
                  <a:pt x="7317" y="19678"/>
                </a:lnTo>
                <a:lnTo>
                  <a:pt x="5503" y="20178"/>
                </a:lnTo>
                <a:lnTo>
                  <a:pt x="3680" y="20660"/>
                </a:lnTo>
                <a:lnTo>
                  <a:pt x="1847" y="2113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F3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1" name="contour_10569"/>
          <p:cNvSpPr/>
          <p:nvPr/>
        </p:nvSpPr>
        <p:spPr>
          <a:xfrm>
            <a:off x="2225924" y="5905204"/>
            <a:ext cx="87456" cy="27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51"/>
                </a:moveTo>
                <a:lnTo>
                  <a:pt x="21244" y="7686"/>
                </a:lnTo>
                <a:lnTo>
                  <a:pt x="20885" y="11133"/>
                </a:lnTo>
                <a:lnTo>
                  <a:pt x="20527" y="14591"/>
                </a:lnTo>
                <a:lnTo>
                  <a:pt x="20165" y="18078"/>
                </a:lnTo>
                <a:lnTo>
                  <a:pt x="19800" y="21600"/>
                </a:lnTo>
                <a:lnTo>
                  <a:pt x="18562" y="20935"/>
                </a:lnTo>
                <a:lnTo>
                  <a:pt x="17323" y="20264"/>
                </a:lnTo>
                <a:lnTo>
                  <a:pt x="16087" y="19593"/>
                </a:lnTo>
                <a:lnTo>
                  <a:pt x="14848" y="18917"/>
                </a:lnTo>
                <a:lnTo>
                  <a:pt x="13612" y="18234"/>
                </a:lnTo>
                <a:lnTo>
                  <a:pt x="12375" y="17552"/>
                </a:lnTo>
                <a:lnTo>
                  <a:pt x="11137" y="16864"/>
                </a:lnTo>
                <a:lnTo>
                  <a:pt x="9900" y="16175"/>
                </a:lnTo>
                <a:lnTo>
                  <a:pt x="9479" y="15956"/>
                </a:lnTo>
                <a:lnTo>
                  <a:pt x="8737" y="15557"/>
                </a:lnTo>
                <a:lnTo>
                  <a:pt x="7038" y="14654"/>
                </a:lnTo>
                <a:lnTo>
                  <a:pt x="6640" y="14429"/>
                </a:lnTo>
                <a:lnTo>
                  <a:pt x="5938" y="14030"/>
                </a:lnTo>
                <a:lnTo>
                  <a:pt x="4331" y="13128"/>
                </a:lnTo>
                <a:lnTo>
                  <a:pt x="3083" y="12445"/>
                </a:lnTo>
                <a:lnTo>
                  <a:pt x="1818" y="11751"/>
                </a:lnTo>
                <a:lnTo>
                  <a:pt x="916" y="10901"/>
                </a:lnTo>
                <a:lnTo>
                  <a:pt x="0" y="10034"/>
                </a:lnTo>
                <a:lnTo>
                  <a:pt x="0" y="7165"/>
                </a:lnTo>
                <a:lnTo>
                  <a:pt x="0" y="4251"/>
                </a:lnTo>
                <a:lnTo>
                  <a:pt x="1341" y="3308"/>
                </a:lnTo>
                <a:lnTo>
                  <a:pt x="2657" y="2481"/>
                </a:lnTo>
                <a:lnTo>
                  <a:pt x="3947" y="1770"/>
                </a:lnTo>
                <a:lnTo>
                  <a:pt x="5220" y="1180"/>
                </a:lnTo>
                <a:lnTo>
                  <a:pt x="6476" y="706"/>
                </a:lnTo>
                <a:lnTo>
                  <a:pt x="7720" y="353"/>
                </a:lnTo>
                <a:lnTo>
                  <a:pt x="8957" y="116"/>
                </a:lnTo>
                <a:lnTo>
                  <a:pt x="10186" y="0"/>
                </a:lnTo>
                <a:lnTo>
                  <a:pt x="11414" y="0"/>
                </a:lnTo>
                <a:lnTo>
                  <a:pt x="12643" y="116"/>
                </a:lnTo>
                <a:lnTo>
                  <a:pt x="13880" y="353"/>
                </a:lnTo>
                <a:lnTo>
                  <a:pt x="15124" y="706"/>
                </a:lnTo>
                <a:lnTo>
                  <a:pt x="16380" y="1180"/>
                </a:lnTo>
                <a:lnTo>
                  <a:pt x="17653" y="1770"/>
                </a:lnTo>
                <a:lnTo>
                  <a:pt x="18943" y="2481"/>
                </a:lnTo>
                <a:lnTo>
                  <a:pt x="20259" y="3308"/>
                </a:lnTo>
                <a:lnTo>
                  <a:pt x="21600" y="4251"/>
                </a:lnTo>
                <a:close/>
              </a:path>
            </a:pathLst>
          </a:custGeom>
          <a:solidFill>
            <a:srgbClr val="B1B1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2" name="contour_10570"/>
          <p:cNvSpPr/>
          <p:nvPr/>
        </p:nvSpPr>
        <p:spPr>
          <a:xfrm>
            <a:off x="10432203" y="5890628"/>
            <a:ext cx="87456" cy="26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41"/>
                </a:moveTo>
                <a:lnTo>
                  <a:pt x="21600" y="7438"/>
                </a:lnTo>
                <a:lnTo>
                  <a:pt x="21600" y="10483"/>
                </a:lnTo>
                <a:lnTo>
                  <a:pt x="20349" y="12199"/>
                </a:lnTo>
                <a:lnTo>
                  <a:pt x="19107" y="13800"/>
                </a:lnTo>
                <a:lnTo>
                  <a:pt x="17870" y="15274"/>
                </a:lnTo>
                <a:lnTo>
                  <a:pt x="16641" y="16615"/>
                </a:lnTo>
                <a:lnTo>
                  <a:pt x="15413" y="17812"/>
                </a:lnTo>
                <a:lnTo>
                  <a:pt x="14186" y="18863"/>
                </a:lnTo>
                <a:lnTo>
                  <a:pt x="12958" y="19757"/>
                </a:lnTo>
                <a:lnTo>
                  <a:pt x="11727" y="20482"/>
                </a:lnTo>
                <a:lnTo>
                  <a:pt x="10490" y="21038"/>
                </a:lnTo>
                <a:lnTo>
                  <a:pt x="9248" y="21413"/>
                </a:lnTo>
                <a:lnTo>
                  <a:pt x="7996" y="21600"/>
                </a:lnTo>
                <a:lnTo>
                  <a:pt x="6732" y="21594"/>
                </a:lnTo>
                <a:lnTo>
                  <a:pt x="5456" y="21382"/>
                </a:lnTo>
                <a:lnTo>
                  <a:pt x="4163" y="20960"/>
                </a:lnTo>
                <a:lnTo>
                  <a:pt x="2855" y="20319"/>
                </a:lnTo>
                <a:lnTo>
                  <a:pt x="1526" y="19449"/>
                </a:lnTo>
                <a:lnTo>
                  <a:pt x="769" y="17999"/>
                </a:lnTo>
                <a:lnTo>
                  <a:pt x="0" y="16525"/>
                </a:lnTo>
                <a:lnTo>
                  <a:pt x="0" y="12531"/>
                </a:lnTo>
                <a:lnTo>
                  <a:pt x="0" y="8513"/>
                </a:lnTo>
                <a:lnTo>
                  <a:pt x="0" y="4441"/>
                </a:lnTo>
                <a:lnTo>
                  <a:pt x="1341" y="3456"/>
                </a:lnTo>
                <a:lnTo>
                  <a:pt x="2657" y="2592"/>
                </a:lnTo>
                <a:lnTo>
                  <a:pt x="3947" y="1849"/>
                </a:lnTo>
                <a:lnTo>
                  <a:pt x="5220" y="1233"/>
                </a:lnTo>
                <a:lnTo>
                  <a:pt x="6476" y="737"/>
                </a:lnTo>
                <a:lnTo>
                  <a:pt x="7720" y="369"/>
                </a:lnTo>
                <a:lnTo>
                  <a:pt x="8957" y="121"/>
                </a:lnTo>
                <a:lnTo>
                  <a:pt x="10186" y="0"/>
                </a:lnTo>
                <a:lnTo>
                  <a:pt x="11414" y="0"/>
                </a:lnTo>
                <a:lnTo>
                  <a:pt x="12643" y="121"/>
                </a:lnTo>
                <a:lnTo>
                  <a:pt x="13880" y="369"/>
                </a:lnTo>
                <a:lnTo>
                  <a:pt x="15124" y="737"/>
                </a:lnTo>
                <a:lnTo>
                  <a:pt x="16380" y="1233"/>
                </a:lnTo>
                <a:lnTo>
                  <a:pt x="17653" y="1849"/>
                </a:lnTo>
                <a:lnTo>
                  <a:pt x="18943" y="2592"/>
                </a:lnTo>
                <a:lnTo>
                  <a:pt x="20259" y="3456"/>
                </a:lnTo>
                <a:lnTo>
                  <a:pt x="21600" y="4441"/>
                </a:lnTo>
                <a:close/>
              </a:path>
            </a:pathLst>
          </a:custGeom>
          <a:solidFill>
            <a:srgbClr val="9484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3" name="contour_10571"/>
          <p:cNvSpPr/>
          <p:nvPr/>
        </p:nvSpPr>
        <p:spPr>
          <a:xfrm>
            <a:off x="7152606" y="5885920"/>
            <a:ext cx="81902" cy="68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77"/>
                </a:moveTo>
                <a:lnTo>
                  <a:pt x="2597" y="564"/>
                </a:lnTo>
                <a:lnTo>
                  <a:pt x="4778" y="315"/>
                </a:lnTo>
                <a:lnTo>
                  <a:pt x="6602" y="134"/>
                </a:lnTo>
                <a:lnTo>
                  <a:pt x="8121" y="25"/>
                </a:lnTo>
                <a:lnTo>
                  <a:pt x="9395" y="0"/>
                </a:lnTo>
                <a:lnTo>
                  <a:pt x="10475" y="58"/>
                </a:lnTo>
                <a:lnTo>
                  <a:pt x="11421" y="207"/>
                </a:lnTo>
                <a:lnTo>
                  <a:pt x="12286" y="454"/>
                </a:lnTo>
                <a:lnTo>
                  <a:pt x="13126" y="804"/>
                </a:lnTo>
                <a:lnTo>
                  <a:pt x="13998" y="1259"/>
                </a:lnTo>
                <a:lnTo>
                  <a:pt x="14957" y="1833"/>
                </a:lnTo>
                <a:lnTo>
                  <a:pt x="16059" y="2524"/>
                </a:lnTo>
                <a:lnTo>
                  <a:pt x="17143" y="3725"/>
                </a:lnTo>
                <a:lnTo>
                  <a:pt x="18110" y="4895"/>
                </a:lnTo>
                <a:lnTo>
                  <a:pt x="18965" y="6069"/>
                </a:lnTo>
                <a:lnTo>
                  <a:pt x="19707" y="7285"/>
                </a:lnTo>
                <a:lnTo>
                  <a:pt x="20339" y="8575"/>
                </a:lnTo>
                <a:lnTo>
                  <a:pt x="20864" y="9977"/>
                </a:lnTo>
                <a:lnTo>
                  <a:pt x="21283" y="11529"/>
                </a:lnTo>
                <a:lnTo>
                  <a:pt x="21600" y="13263"/>
                </a:lnTo>
                <a:lnTo>
                  <a:pt x="21598" y="14674"/>
                </a:lnTo>
                <a:lnTo>
                  <a:pt x="21567" y="16065"/>
                </a:lnTo>
                <a:lnTo>
                  <a:pt x="21510" y="17444"/>
                </a:lnTo>
                <a:lnTo>
                  <a:pt x="21419" y="18821"/>
                </a:lnTo>
                <a:lnTo>
                  <a:pt x="21298" y="20202"/>
                </a:lnTo>
                <a:lnTo>
                  <a:pt x="21143" y="21600"/>
                </a:lnTo>
                <a:lnTo>
                  <a:pt x="20666" y="20649"/>
                </a:lnTo>
                <a:lnTo>
                  <a:pt x="20187" y="19691"/>
                </a:lnTo>
                <a:lnTo>
                  <a:pt x="19701" y="18722"/>
                </a:lnTo>
                <a:lnTo>
                  <a:pt x="18930" y="17375"/>
                </a:lnTo>
                <a:lnTo>
                  <a:pt x="18144" y="16023"/>
                </a:lnTo>
                <a:lnTo>
                  <a:pt x="17335" y="14683"/>
                </a:lnTo>
                <a:lnTo>
                  <a:pt x="16499" y="13366"/>
                </a:lnTo>
                <a:lnTo>
                  <a:pt x="15632" y="12081"/>
                </a:lnTo>
                <a:lnTo>
                  <a:pt x="14727" y="10845"/>
                </a:lnTo>
                <a:lnTo>
                  <a:pt x="13781" y="9664"/>
                </a:lnTo>
                <a:lnTo>
                  <a:pt x="12791" y="8554"/>
                </a:lnTo>
                <a:lnTo>
                  <a:pt x="11748" y="7525"/>
                </a:lnTo>
                <a:lnTo>
                  <a:pt x="10650" y="6590"/>
                </a:lnTo>
                <a:lnTo>
                  <a:pt x="9493" y="5761"/>
                </a:lnTo>
                <a:lnTo>
                  <a:pt x="8269" y="5049"/>
                </a:lnTo>
                <a:lnTo>
                  <a:pt x="6975" y="4467"/>
                </a:lnTo>
                <a:lnTo>
                  <a:pt x="5405" y="4133"/>
                </a:lnTo>
                <a:lnTo>
                  <a:pt x="4344" y="3930"/>
                </a:lnTo>
                <a:lnTo>
                  <a:pt x="3314" y="3774"/>
                </a:lnTo>
                <a:lnTo>
                  <a:pt x="1832" y="3585"/>
                </a:lnTo>
                <a:lnTo>
                  <a:pt x="1376" y="3484"/>
                </a:lnTo>
                <a:lnTo>
                  <a:pt x="0" y="3180"/>
                </a:lnTo>
                <a:lnTo>
                  <a:pt x="0" y="2038"/>
                </a:lnTo>
                <a:lnTo>
                  <a:pt x="0" y="877"/>
                </a:lnTo>
                <a:close/>
              </a:path>
            </a:pathLst>
          </a:custGeom>
          <a:solidFill>
            <a:srgbClr val="524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4" name="contour_10572"/>
          <p:cNvSpPr/>
          <p:nvPr/>
        </p:nvSpPr>
        <p:spPr>
          <a:xfrm>
            <a:off x="1460685" y="5866833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20887" y="19996"/>
                </a:lnTo>
                <a:lnTo>
                  <a:pt x="20171" y="18387"/>
                </a:lnTo>
                <a:lnTo>
                  <a:pt x="19454" y="16772"/>
                </a:lnTo>
                <a:lnTo>
                  <a:pt x="18731" y="15144"/>
                </a:lnTo>
                <a:lnTo>
                  <a:pt x="18000" y="13500"/>
                </a:lnTo>
                <a:lnTo>
                  <a:pt x="15444" y="12806"/>
                </a:lnTo>
                <a:lnTo>
                  <a:pt x="13630" y="12417"/>
                </a:lnTo>
                <a:lnTo>
                  <a:pt x="11696" y="12190"/>
                </a:lnTo>
                <a:lnTo>
                  <a:pt x="8777" y="11983"/>
                </a:lnTo>
                <a:lnTo>
                  <a:pt x="5846" y="11769"/>
                </a:lnTo>
                <a:lnTo>
                  <a:pt x="3956" y="11575"/>
                </a:lnTo>
                <a:lnTo>
                  <a:pt x="2282" y="11289"/>
                </a:lnTo>
                <a:lnTo>
                  <a:pt x="0" y="10800"/>
                </a:lnTo>
                <a:lnTo>
                  <a:pt x="0" y="9015"/>
                </a:lnTo>
                <a:lnTo>
                  <a:pt x="0" y="7220"/>
                </a:lnTo>
                <a:lnTo>
                  <a:pt x="0" y="5400"/>
                </a:lnTo>
                <a:lnTo>
                  <a:pt x="2376" y="5400"/>
                </a:lnTo>
                <a:lnTo>
                  <a:pt x="4756" y="5400"/>
                </a:lnTo>
                <a:lnTo>
                  <a:pt x="7146" y="5400"/>
                </a:lnTo>
                <a:lnTo>
                  <a:pt x="9547" y="5400"/>
                </a:lnTo>
                <a:lnTo>
                  <a:pt x="11963" y="5400"/>
                </a:lnTo>
                <a:lnTo>
                  <a:pt x="14400" y="5400"/>
                </a:lnTo>
                <a:lnTo>
                  <a:pt x="14400" y="3615"/>
                </a:lnTo>
                <a:lnTo>
                  <a:pt x="14400" y="1820"/>
                </a:lnTo>
                <a:lnTo>
                  <a:pt x="14400" y="0"/>
                </a:lnTo>
                <a:close/>
              </a:path>
            </a:pathLst>
          </a:custGeom>
          <a:solidFill>
            <a:srgbClr val="9398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5" name="contour_10573"/>
          <p:cNvSpPr/>
          <p:nvPr/>
        </p:nvSpPr>
        <p:spPr>
          <a:xfrm>
            <a:off x="4456050" y="5859545"/>
            <a:ext cx="3060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44" y="0"/>
                </a:moveTo>
                <a:lnTo>
                  <a:pt x="10057" y="2052"/>
                </a:lnTo>
                <a:lnTo>
                  <a:pt x="13771" y="3661"/>
                </a:lnTo>
                <a:lnTo>
                  <a:pt x="16471" y="4963"/>
                </a:lnTo>
                <a:lnTo>
                  <a:pt x="18359" y="6091"/>
                </a:lnTo>
                <a:lnTo>
                  <a:pt x="19620" y="7190"/>
                </a:lnTo>
                <a:lnTo>
                  <a:pt x="20453" y="8389"/>
                </a:lnTo>
                <a:lnTo>
                  <a:pt x="21050" y="9828"/>
                </a:lnTo>
                <a:lnTo>
                  <a:pt x="21600" y="11642"/>
                </a:lnTo>
                <a:lnTo>
                  <a:pt x="21554" y="13314"/>
                </a:lnTo>
                <a:lnTo>
                  <a:pt x="21461" y="14974"/>
                </a:lnTo>
                <a:lnTo>
                  <a:pt x="21322" y="16629"/>
                </a:lnTo>
                <a:lnTo>
                  <a:pt x="21132" y="18282"/>
                </a:lnTo>
                <a:lnTo>
                  <a:pt x="20885" y="19939"/>
                </a:lnTo>
                <a:lnTo>
                  <a:pt x="20576" y="21600"/>
                </a:lnTo>
                <a:lnTo>
                  <a:pt x="17181" y="21155"/>
                </a:lnTo>
                <a:lnTo>
                  <a:pt x="13781" y="20709"/>
                </a:lnTo>
                <a:lnTo>
                  <a:pt x="10365" y="20261"/>
                </a:lnTo>
                <a:lnTo>
                  <a:pt x="6934" y="19810"/>
                </a:lnTo>
                <a:lnTo>
                  <a:pt x="3483" y="19356"/>
                </a:lnTo>
                <a:lnTo>
                  <a:pt x="0" y="18900"/>
                </a:lnTo>
                <a:lnTo>
                  <a:pt x="509" y="17029"/>
                </a:lnTo>
                <a:lnTo>
                  <a:pt x="1019" y="15155"/>
                </a:lnTo>
                <a:lnTo>
                  <a:pt x="1528" y="13281"/>
                </a:lnTo>
                <a:lnTo>
                  <a:pt x="2042" y="11405"/>
                </a:lnTo>
                <a:lnTo>
                  <a:pt x="2551" y="9520"/>
                </a:lnTo>
                <a:lnTo>
                  <a:pt x="3066" y="7633"/>
                </a:lnTo>
                <a:lnTo>
                  <a:pt x="3580" y="5738"/>
                </a:lnTo>
                <a:lnTo>
                  <a:pt x="4100" y="3834"/>
                </a:lnTo>
                <a:lnTo>
                  <a:pt x="4619" y="1922"/>
                </a:lnTo>
                <a:lnTo>
                  <a:pt x="5144" y="0"/>
                </a:lnTo>
                <a:close/>
              </a:path>
            </a:pathLst>
          </a:custGeom>
          <a:solidFill>
            <a:srgbClr val="9F91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6" name="contour_10574"/>
          <p:cNvSpPr/>
          <p:nvPr/>
        </p:nvSpPr>
        <p:spPr>
          <a:xfrm>
            <a:off x="11022530" y="5830393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66" y="1042"/>
                </a:lnTo>
                <a:lnTo>
                  <a:pt x="11333" y="2100"/>
                </a:lnTo>
                <a:lnTo>
                  <a:pt x="11740" y="3439"/>
                </a:lnTo>
                <a:lnTo>
                  <a:pt x="12150" y="4800"/>
                </a:lnTo>
                <a:lnTo>
                  <a:pt x="12528" y="6139"/>
                </a:lnTo>
                <a:lnTo>
                  <a:pt x="12910" y="7500"/>
                </a:lnTo>
                <a:lnTo>
                  <a:pt x="13651" y="8542"/>
                </a:lnTo>
                <a:lnTo>
                  <a:pt x="14400" y="9600"/>
                </a:lnTo>
                <a:lnTo>
                  <a:pt x="16780" y="9600"/>
                </a:lnTo>
                <a:lnTo>
                  <a:pt x="19174" y="9600"/>
                </a:lnTo>
                <a:lnTo>
                  <a:pt x="21600" y="9600"/>
                </a:lnTo>
                <a:lnTo>
                  <a:pt x="21154" y="11086"/>
                </a:lnTo>
                <a:lnTo>
                  <a:pt x="20707" y="12571"/>
                </a:lnTo>
                <a:lnTo>
                  <a:pt x="20261" y="14062"/>
                </a:lnTo>
                <a:lnTo>
                  <a:pt x="19814" y="15554"/>
                </a:lnTo>
                <a:lnTo>
                  <a:pt x="19364" y="17054"/>
                </a:lnTo>
                <a:lnTo>
                  <a:pt x="18911" y="18562"/>
                </a:lnTo>
                <a:lnTo>
                  <a:pt x="18457" y="20076"/>
                </a:lnTo>
                <a:lnTo>
                  <a:pt x="18000" y="21600"/>
                </a:lnTo>
                <a:lnTo>
                  <a:pt x="15772" y="21302"/>
                </a:lnTo>
                <a:lnTo>
                  <a:pt x="13543" y="21005"/>
                </a:lnTo>
                <a:lnTo>
                  <a:pt x="11308" y="20707"/>
                </a:lnTo>
                <a:lnTo>
                  <a:pt x="9068" y="20410"/>
                </a:lnTo>
                <a:lnTo>
                  <a:pt x="6818" y="20110"/>
                </a:lnTo>
                <a:lnTo>
                  <a:pt x="4558" y="19807"/>
                </a:lnTo>
                <a:lnTo>
                  <a:pt x="2286" y="19505"/>
                </a:lnTo>
                <a:lnTo>
                  <a:pt x="0" y="19200"/>
                </a:lnTo>
                <a:lnTo>
                  <a:pt x="497" y="18780"/>
                </a:lnTo>
                <a:lnTo>
                  <a:pt x="1372" y="18041"/>
                </a:lnTo>
                <a:lnTo>
                  <a:pt x="3377" y="16349"/>
                </a:lnTo>
                <a:lnTo>
                  <a:pt x="4781" y="14839"/>
                </a:lnTo>
                <a:lnTo>
                  <a:pt x="5965" y="13298"/>
                </a:lnTo>
                <a:lnTo>
                  <a:pt x="6962" y="11729"/>
                </a:lnTo>
                <a:lnTo>
                  <a:pt x="7798" y="10128"/>
                </a:lnTo>
                <a:lnTo>
                  <a:pt x="8492" y="8503"/>
                </a:lnTo>
                <a:lnTo>
                  <a:pt x="9076" y="6850"/>
                </a:lnTo>
                <a:lnTo>
                  <a:pt x="9572" y="5172"/>
                </a:lnTo>
                <a:lnTo>
                  <a:pt x="10008" y="3470"/>
                </a:lnTo>
                <a:lnTo>
                  <a:pt x="10408" y="1745"/>
                </a:lnTo>
                <a:lnTo>
                  <a:pt x="10800" y="0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7" name="contour_10575"/>
          <p:cNvSpPr/>
          <p:nvPr/>
        </p:nvSpPr>
        <p:spPr>
          <a:xfrm>
            <a:off x="5607552" y="5823105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233"/>
                </a:lnTo>
                <a:lnTo>
                  <a:pt x="9763" y="504"/>
                </a:lnTo>
                <a:lnTo>
                  <a:pt x="13228" y="1051"/>
                </a:lnTo>
                <a:lnTo>
                  <a:pt x="15582" y="1418"/>
                </a:lnTo>
                <a:lnTo>
                  <a:pt x="17971" y="1790"/>
                </a:lnTo>
                <a:lnTo>
                  <a:pt x="19773" y="2093"/>
                </a:lnTo>
                <a:lnTo>
                  <a:pt x="21600" y="2400"/>
                </a:lnTo>
                <a:lnTo>
                  <a:pt x="20576" y="4001"/>
                </a:lnTo>
                <a:lnTo>
                  <a:pt x="19544" y="5602"/>
                </a:lnTo>
                <a:lnTo>
                  <a:pt x="18511" y="7202"/>
                </a:lnTo>
                <a:lnTo>
                  <a:pt x="17474" y="8803"/>
                </a:lnTo>
                <a:lnTo>
                  <a:pt x="16433" y="10402"/>
                </a:lnTo>
                <a:lnTo>
                  <a:pt x="15388" y="12000"/>
                </a:lnTo>
                <a:lnTo>
                  <a:pt x="14515" y="13378"/>
                </a:lnTo>
                <a:lnTo>
                  <a:pt x="13625" y="14774"/>
                </a:lnTo>
                <a:lnTo>
                  <a:pt x="12692" y="16154"/>
                </a:lnTo>
                <a:lnTo>
                  <a:pt x="11720" y="17525"/>
                </a:lnTo>
                <a:lnTo>
                  <a:pt x="10714" y="18888"/>
                </a:lnTo>
                <a:lnTo>
                  <a:pt x="9685" y="20246"/>
                </a:lnTo>
                <a:lnTo>
                  <a:pt x="8640" y="21600"/>
                </a:lnTo>
                <a:lnTo>
                  <a:pt x="6497" y="21600"/>
                </a:lnTo>
                <a:lnTo>
                  <a:pt x="4320" y="21600"/>
                </a:lnTo>
                <a:lnTo>
                  <a:pt x="3905" y="20026"/>
                </a:lnTo>
                <a:lnTo>
                  <a:pt x="3491" y="18451"/>
                </a:lnTo>
                <a:lnTo>
                  <a:pt x="3084" y="16877"/>
                </a:lnTo>
                <a:lnTo>
                  <a:pt x="2683" y="15300"/>
                </a:lnTo>
                <a:lnTo>
                  <a:pt x="2285" y="13726"/>
                </a:lnTo>
                <a:lnTo>
                  <a:pt x="1892" y="12149"/>
                </a:lnTo>
                <a:lnTo>
                  <a:pt x="1525" y="10802"/>
                </a:lnTo>
                <a:lnTo>
                  <a:pt x="1158" y="9437"/>
                </a:lnTo>
                <a:lnTo>
                  <a:pt x="847" y="8033"/>
                </a:lnTo>
                <a:lnTo>
                  <a:pt x="583" y="6629"/>
                </a:lnTo>
                <a:lnTo>
                  <a:pt x="363" y="5220"/>
                </a:lnTo>
                <a:lnTo>
                  <a:pt x="173" y="3809"/>
                </a:lnTo>
                <a:lnTo>
                  <a:pt x="0" y="2400"/>
                </a:lnTo>
                <a:lnTo>
                  <a:pt x="2143" y="1210"/>
                </a:lnTo>
                <a:lnTo>
                  <a:pt x="4320" y="0"/>
                </a:lnTo>
                <a:close/>
              </a:path>
            </a:pathLst>
          </a:custGeom>
          <a:solidFill>
            <a:srgbClr val="CBC0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8" name="contour_10576"/>
          <p:cNvSpPr/>
          <p:nvPr/>
        </p:nvSpPr>
        <p:spPr>
          <a:xfrm>
            <a:off x="1890677" y="581581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61" y="2376"/>
                </a:lnTo>
                <a:lnTo>
                  <a:pt x="20921" y="4756"/>
                </a:lnTo>
                <a:lnTo>
                  <a:pt x="20582" y="7135"/>
                </a:lnTo>
                <a:lnTo>
                  <a:pt x="20239" y="9522"/>
                </a:lnTo>
                <a:lnTo>
                  <a:pt x="19897" y="11916"/>
                </a:lnTo>
                <a:lnTo>
                  <a:pt x="19554" y="14321"/>
                </a:lnTo>
                <a:lnTo>
                  <a:pt x="19209" y="16733"/>
                </a:lnTo>
                <a:lnTo>
                  <a:pt x="18863" y="19159"/>
                </a:lnTo>
                <a:lnTo>
                  <a:pt x="18514" y="21600"/>
                </a:lnTo>
                <a:lnTo>
                  <a:pt x="16478" y="21600"/>
                </a:lnTo>
                <a:lnTo>
                  <a:pt x="14438" y="21600"/>
                </a:lnTo>
                <a:lnTo>
                  <a:pt x="12398" y="21600"/>
                </a:lnTo>
                <a:lnTo>
                  <a:pt x="10353" y="21600"/>
                </a:lnTo>
                <a:lnTo>
                  <a:pt x="8301" y="21600"/>
                </a:lnTo>
                <a:lnTo>
                  <a:pt x="6239" y="21600"/>
                </a:lnTo>
                <a:lnTo>
                  <a:pt x="4172" y="21600"/>
                </a:lnTo>
                <a:lnTo>
                  <a:pt x="2092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1574" y="9112"/>
                </a:lnTo>
                <a:lnTo>
                  <a:pt x="2743" y="7952"/>
                </a:lnTo>
                <a:lnTo>
                  <a:pt x="3857" y="7027"/>
                </a:lnTo>
                <a:lnTo>
                  <a:pt x="5267" y="6048"/>
                </a:lnTo>
                <a:lnTo>
                  <a:pt x="7329" y="4723"/>
                </a:lnTo>
                <a:lnTo>
                  <a:pt x="7933" y="4320"/>
                </a:lnTo>
                <a:lnTo>
                  <a:pt x="9004" y="3611"/>
                </a:lnTo>
                <a:lnTo>
                  <a:pt x="11451" y="1984"/>
                </a:lnTo>
                <a:lnTo>
                  <a:pt x="13441" y="1015"/>
                </a:lnTo>
                <a:lnTo>
                  <a:pt x="14966" y="428"/>
                </a:lnTo>
                <a:lnTo>
                  <a:pt x="16509" y="126"/>
                </a:lnTo>
                <a:lnTo>
                  <a:pt x="18557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2F2C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79" name="contour_10577"/>
          <p:cNvSpPr/>
          <p:nvPr/>
        </p:nvSpPr>
        <p:spPr>
          <a:xfrm>
            <a:off x="7881406" y="5823615"/>
            <a:ext cx="51016" cy="432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88"/>
                </a:moveTo>
                <a:lnTo>
                  <a:pt x="20069" y="4065"/>
                </a:lnTo>
                <a:lnTo>
                  <a:pt x="18514" y="4753"/>
                </a:lnTo>
                <a:lnTo>
                  <a:pt x="16984" y="5883"/>
                </a:lnTo>
                <a:lnTo>
                  <a:pt x="15429" y="7030"/>
                </a:lnTo>
                <a:lnTo>
                  <a:pt x="15429" y="9438"/>
                </a:lnTo>
                <a:lnTo>
                  <a:pt x="15429" y="11860"/>
                </a:lnTo>
                <a:lnTo>
                  <a:pt x="15429" y="14315"/>
                </a:lnTo>
                <a:lnTo>
                  <a:pt x="13389" y="14315"/>
                </a:lnTo>
                <a:lnTo>
                  <a:pt x="11337" y="14315"/>
                </a:lnTo>
                <a:lnTo>
                  <a:pt x="9257" y="14315"/>
                </a:lnTo>
                <a:lnTo>
                  <a:pt x="9257" y="16723"/>
                </a:lnTo>
                <a:lnTo>
                  <a:pt x="9257" y="19145"/>
                </a:lnTo>
                <a:lnTo>
                  <a:pt x="9257" y="21600"/>
                </a:lnTo>
                <a:lnTo>
                  <a:pt x="7217" y="21600"/>
                </a:lnTo>
                <a:lnTo>
                  <a:pt x="5165" y="21600"/>
                </a:lnTo>
                <a:lnTo>
                  <a:pt x="3086" y="21600"/>
                </a:lnTo>
                <a:lnTo>
                  <a:pt x="2064" y="19309"/>
                </a:lnTo>
                <a:lnTo>
                  <a:pt x="1296" y="16974"/>
                </a:lnTo>
                <a:lnTo>
                  <a:pt x="737" y="14585"/>
                </a:lnTo>
                <a:lnTo>
                  <a:pt x="361" y="12133"/>
                </a:lnTo>
                <a:lnTo>
                  <a:pt x="127" y="9620"/>
                </a:lnTo>
                <a:lnTo>
                  <a:pt x="0" y="7030"/>
                </a:lnTo>
                <a:lnTo>
                  <a:pt x="1475" y="4145"/>
                </a:lnTo>
                <a:lnTo>
                  <a:pt x="3181" y="2109"/>
                </a:lnTo>
                <a:lnTo>
                  <a:pt x="5091" y="809"/>
                </a:lnTo>
                <a:lnTo>
                  <a:pt x="7171" y="142"/>
                </a:lnTo>
                <a:lnTo>
                  <a:pt x="9396" y="0"/>
                </a:lnTo>
                <a:lnTo>
                  <a:pt x="11732" y="273"/>
                </a:lnTo>
                <a:lnTo>
                  <a:pt x="14151" y="856"/>
                </a:lnTo>
                <a:lnTo>
                  <a:pt x="16623" y="1643"/>
                </a:lnTo>
                <a:lnTo>
                  <a:pt x="19116" y="2521"/>
                </a:lnTo>
                <a:lnTo>
                  <a:pt x="21600" y="3388"/>
                </a:lnTo>
                <a:close/>
              </a:path>
            </a:pathLst>
          </a:custGeom>
          <a:solidFill>
            <a:srgbClr val="C7B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0" name="contour_10578"/>
          <p:cNvSpPr/>
          <p:nvPr/>
        </p:nvSpPr>
        <p:spPr>
          <a:xfrm>
            <a:off x="1759493" y="5815817"/>
            <a:ext cx="102032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87" y="746"/>
                </a:lnTo>
                <a:lnTo>
                  <a:pt x="1983" y="1503"/>
                </a:lnTo>
                <a:lnTo>
                  <a:pt x="2990" y="2270"/>
                </a:lnTo>
                <a:lnTo>
                  <a:pt x="4015" y="2944"/>
                </a:lnTo>
                <a:lnTo>
                  <a:pt x="5041" y="3577"/>
                </a:lnTo>
                <a:lnTo>
                  <a:pt x="6068" y="4173"/>
                </a:lnTo>
                <a:lnTo>
                  <a:pt x="7097" y="4727"/>
                </a:lnTo>
                <a:lnTo>
                  <a:pt x="8128" y="5251"/>
                </a:lnTo>
                <a:lnTo>
                  <a:pt x="9160" y="5749"/>
                </a:lnTo>
                <a:lnTo>
                  <a:pt x="10194" y="6215"/>
                </a:lnTo>
                <a:lnTo>
                  <a:pt x="11227" y="6661"/>
                </a:lnTo>
                <a:lnTo>
                  <a:pt x="12263" y="7081"/>
                </a:lnTo>
                <a:lnTo>
                  <a:pt x="13298" y="7485"/>
                </a:lnTo>
                <a:lnTo>
                  <a:pt x="14335" y="7869"/>
                </a:lnTo>
                <a:lnTo>
                  <a:pt x="15373" y="8242"/>
                </a:lnTo>
                <a:lnTo>
                  <a:pt x="16410" y="8605"/>
                </a:lnTo>
                <a:lnTo>
                  <a:pt x="17448" y="8962"/>
                </a:lnTo>
                <a:lnTo>
                  <a:pt x="18487" y="9315"/>
                </a:lnTo>
                <a:lnTo>
                  <a:pt x="19525" y="9662"/>
                </a:lnTo>
                <a:lnTo>
                  <a:pt x="20562" y="10015"/>
                </a:lnTo>
                <a:lnTo>
                  <a:pt x="21600" y="10367"/>
                </a:lnTo>
                <a:lnTo>
                  <a:pt x="21600" y="12938"/>
                </a:lnTo>
                <a:lnTo>
                  <a:pt x="21600" y="15551"/>
                </a:lnTo>
                <a:lnTo>
                  <a:pt x="20577" y="16095"/>
                </a:lnTo>
                <a:lnTo>
                  <a:pt x="19554" y="16613"/>
                </a:lnTo>
                <a:lnTo>
                  <a:pt x="18531" y="17116"/>
                </a:lnTo>
                <a:lnTo>
                  <a:pt x="17507" y="17603"/>
                </a:lnTo>
                <a:lnTo>
                  <a:pt x="16482" y="18080"/>
                </a:lnTo>
                <a:lnTo>
                  <a:pt x="15456" y="18542"/>
                </a:lnTo>
                <a:lnTo>
                  <a:pt x="14430" y="18993"/>
                </a:lnTo>
                <a:lnTo>
                  <a:pt x="13404" y="19438"/>
                </a:lnTo>
                <a:lnTo>
                  <a:pt x="12631" y="19858"/>
                </a:lnTo>
                <a:lnTo>
                  <a:pt x="11855" y="20283"/>
                </a:lnTo>
                <a:lnTo>
                  <a:pt x="11068" y="20714"/>
                </a:lnTo>
                <a:lnTo>
                  <a:pt x="9951" y="21133"/>
                </a:lnTo>
                <a:lnTo>
                  <a:pt x="8884" y="21444"/>
                </a:lnTo>
                <a:lnTo>
                  <a:pt x="7841" y="21600"/>
                </a:lnTo>
                <a:lnTo>
                  <a:pt x="6799" y="21564"/>
                </a:lnTo>
                <a:lnTo>
                  <a:pt x="5736" y="21289"/>
                </a:lnTo>
                <a:lnTo>
                  <a:pt x="4629" y="20734"/>
                </a:lnTo>
                <a:lnTo>
                  <a:pt x="3782" y="18127"/>
                </a:lnTo>
                <a:lnTo>
                  <a:pt x="3019" y="15432"/>
                </a:lnTo>
                <a:lnTo>
                  <a:pt x="2327" y="12622"/>
                </a:lnTo>
                <a:lnTo>
                  <a:pt x="1691" y="9693"/>
                </a:lnTo>
                <a:lnTo>
                  <a:pt x="1100" y="6625"/>
                </a:lnTo>
                <a:lnTo>
                  <a:pt x="542" y="3400"/>
                </a:lnTo>
                <a:lnTo>
                  <a:pt x="0" y="0"/>
                </a:lnTo>
                <a:close/>
              </a:path>
            </a:pathLst>
          </a:custGeom>
          <a:solidFill>
            <a:srgbClr val="645E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1" name="contour_10579"/>
          <p:cNvSpPr/>
          <p:nvPr/>
        </p:nvSpPr>
        <p:spPr>
          <a:xfrm>
            <a:off x="10862194" y="5823105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20064" y="20833"/>
                </a:lnTo>
                <a:lnTo>
                  <a:pt x="18527" y="20061"/>
                </a:lnTo>
                <a:lnTo>
                  <a:pt x="16991" y="19283"/>
                </a:lnTo>
                <a:lnTo>
                  <a:pt x="15455" y="18506"/>
                </a:lnTo>
                <a:lnTo>
                  <a:pt x="13921" y="17717"/>
                </a:lnTo>
                <a:lnTo>
                  <a:pt x="12369" y="16983"/>
                </a:lnTo>
                <a:lnTo>
                  <a:pt x="10808" y="16286"/>
                </a:lnTo>
                <a:lnTo>
                  <a:pt x="9245" y="15633"/>
                </a:lnTo>
                <a:lnTo>
                  <a:pt x="7679" y="15017"/>
                </a:lnTo>
                <a:lnTo>
                  <a:pt x="6199" y="14418"/>
                </a:lnTo>
                <a:lnTo>
                  <a:pt x="5060" y="13894"/>
                </a:lnTo>
                <a:lnTo>
                  <a:pt x="3893" y="13257"/>
                </a:lnTo>
                <a:lnTo>
                  <a:pt x="2330" y="1229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8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2" name="contour_10580"/>
          <p:cNvSpPr/>
          <p:nvPr/>
        </p:nvSpPr>
        <p:spPr>
          <a:xfrm>
            <a:off x="8479021" y="5791847"/>
            <a:ext cx="36440" cy="40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9"/>
                </a:moveTo>
                <a:lnTo>
                  <a:pt x="7348" y="360"/>
                </a:lnTo>
                <a:lnTo>
                  <a:pt x="10122" y="15"/>
                </a:lnTo>
                <a:lnTo>
                  <a:pt x="12787" y="0"/>
                </a:lnTo>
                <a:lnTo>
                  <a:pt x="15492" y="236"/>
                </a:lnTo>
                <a:lnTo>
                  <a:pt x="18382" y="635"/>
                </a:lnTo>
                <a:lnTo>
                  <a:pt x="21600" y="1119"/>
                </a:lnTo>
                <a:lnTo>
                  <a:pt x="21384" y="3648"/>
                </a:lnTo>
                <a:lnTo>
                  <a:pt x="21129" y="6130"/>
                </a:lnTo>
                <a:lnTo>
                  <a:pt x="20805" y="8577"/>
                </a:lnTo>
                <a:lnTo>
                  <a:pt x="20390" y="10997"/>
                </a:lnTo>
                <a:lnTo>
                  <a:pt x="19855" y="13391"/>
                </a:lnTo>
                <a:lnTo>
                  <a:pt x="19176" y="15764"/>
                </a:lnTo>
                <a:lnTo>
                  <a:pt x="18325" y="18126"/>
                </a:lnTo>
                <a:lnTo>
                  <a:pt x="17280" y="20481"/>
                </a:lnTo>
                <a:lnTo>
                  <a:pt x="14252" y="21240"/>
                </a:lnTo>
                <a:lnTo>
                  <a:pt x="11478" y="21585"/>
                </a:lnTo>
                <a:lnTo>
                  <a:pt x="8813" y="21600"/>
                </a:lnTo>
                <a:lnTo>
                  <a:pt x="6108" y="21364"/>
                </a:lnTo>
                <a:lnTo>
                  <a:pt x="3218" y="20965"/>
                </a:lnTo>
                <a:lnTo>
                  <a:pt x="0" y="20481"/>
                </a:lnTo>
                <a:lnTo>
                  <a:pt x="216" y="17952"/>
                </a:lnTo>
                <a:lnTo>
                  <a:pt x="471" y="15470"/>
                </a:lnTo>
                <a:lnTo>
                  <a:pt x="795" y="13023"/>
                </a:lnTo>
                <a:lnTo>
                  <a:pt x="1210" y="10603"/>
                </a:lnTo>
                <a:lnTo>
                  <a:pt x="1745" y="8209"/>
                </a:lnTo>
                <a:lnTo>
                  <a:pt x="2424" y="5836"/>
                </a:lnTo>
                <a:lnTo>
                  <a:pt x="3275" y="3474"/>
                </a:lnTo>
                <a:lnTo>
                  <a:pt x="4320" y="1119"/>
                </a:lnTo>
                <a:close/>
              </a:path>
            </a:pathLst>
          </a:custGeom>
          <a:solidFill>
            <a:srgbClr val="9E3B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3" name="contour_10581"/>
          <p:cNvSpPr/>
          <p:nvPr/>
        </p:nvSpPr>
        <p:spPr>
          <a:xfrm>
            <a:off x="10767450" y="575751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338" y="0"/>
                </a:lnTo>
                <a:lnTo>
                  <a:pt x="11484" y="0"/>
                </a:lnTo>
                <a:lnTo>
                  <a:pt x="13637" y="0"/>
                </a:lnTo>
                <a:lnTo>
                  <a:pt x="15808" y="0"/>
                </a:lnTo>
                <a:lnTo>
                  <a:pt x="18000" y="0"/>
                </a:lnTo>
                <a:lnTo>
                  <a:pt x="18396" y="2376"/>
                </a:lnTo>
                <a:lnTo>
                  <a:pt x="18792" y="4756"/>
                </a:lnTo>
                <a:lnTo>
                  <a:pt x="19188" y="7135"/>
                </a:lnTo>
                <a:lnTo>
                  <a:pt x="19588" y="9522"/>
                </a:lnTo>
                <a:lnTo>
                  <a:pt x="19987" y="11916"/>
                </a:lnTo>
                <a:lnTo>
                  <a:pt x="20387" y="14321"/>
                </a:lnTo>
                <a:lnTo>
                  <a:pt x="20790" y="16733"/>
                </a:lnTo>
                <a:lnTo>
                  <a:pt x="21193" y="1915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893" y="19818"/>
                </a:lnTo>
                <a:lnTo>
                  <a:pt x="1786" y="18029"/>
                </a:lnTo>
                <a:lnTo>
                  <a:pt x="2689" y="16225"/>
                </a:lnTo>
                <a:lnTo>
                  <a:pt x="3600" y="14400"/>
                </a:lnTo>
                <a:lnTo>
                  <a:pt x="5382" y="15293"/>
                </a:lnTo>
                <a:lnTo>
                  <a:pt x="7175" y="16186"/>
                </a:lnTo>
                <a:lnTo>
                  <a:pt x="8975" y="17089"/>
                </a:lnTo>
                <a:lnTo>
                  <a:pt x="10800" y="18000"/>
                </a:lnTo>
                <a:lnTo>
                  <a:pt x="10354" y="15772"/>
                </a:lnTo>
                <a:lnTo>
                  <a:pt x="9907" y="13543"/>
                </a:lnTo>
                <a:lnTo>
                  <a:pt x="9461" y="11308"/>
                </a:lnTo>
                <a:lnTo>
                  <a:pt x="9014" y="9068"/>
                </a:lnTo>
                <a:lnTo>
                  <a:pt x="8564" y="6818"/>
                </a:lnTo>
                <a:lnTo>
                  <a:pt x="8111" y="4558"/>
                </a:lnTo>
                <a:lnTo>
                  <a:pt x="7657" y="2286"/>
                </a:lnTo>
                <a:lnTo>
                  <a:pt x="7200" y="0"/>
                </a:lnTo>
                <a:close/>
              </a:path>
            </a:pathLst>
          </a:custGeom>
          <a:solidFill>
            <a:srgbClr val="A0A2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4" name="contour_10582"/>
          <p:cNvSpPr/>
          <p:nvPr/>
        </p:nvSpPr>
        <p:spPr>
          <a:xfrm>
            <a:off x="10592538" y="5753330"/>
            <a:ext cx="51016" cy="47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23" y="319"/>
                </a:moveTo>
                <a:lnTo>
                  <a:pt x="8032" y="46"/>
                </a:lnTo>
                <a:lnTo>
                  <a:pt x="9914" y="0"/>
                </a:lnTo>
                <a:lnTo>
                  <a:pt x="11649" y="246"/>
                </a:lnTo>
                <a:lnTo>
                  <a:pt x="13423" y="854"/>
                </a:lnTo>
                <a:lnTo>
                  <a:pt x="15429" y="1886"/>
                </a:lnTo>
                <a:lnTo>
                  <a:pt x="16422" y="4035"/>
                </a:lnTo>
                <a:lnTo>
                  <a:pt x="17295" y="6161"/>
                </a:lnTo>
                <a:lnTo>
                  <a:pt x="18070" y="8283"/>
                </a:lnTo>
                <a:lnTo>
                  <a:pt x="18758" y="10409"/>
                </a:lnTo>
                <a:lnTo>
                  <a:pt x="19381" y="12558"/>
                </a:lnTo>
                <a:lnTo>
                  <a:pt x="19958" y="14740"/>
                </a:lnTo>
                <a:lnTo>
                  <a:pt x="20508" y="16964"/>
                </a:lnTo>
                <a:lnTo>
                  <a:pt x="21048" y="19247"/>
                </a:lnTo>
                <a:lnTo>
                  <a:pt x="21600" y="21600"/>
                </a:lnTo>
                <a:lnTo>
                  <a:pt x="19656" y="21009"/>
                </a:lnTo>
                <a:lnTo>
                  <a:pt x="17709" y="20417"/>
                </a:lnTo>
                <a:lnTo>
                  <a:pt x="15762" y="19826"/>
                </a:lnTo>
                <a:lnTo>
                  <a:pt x="13812" y="19231"/>
                </a:lnTo>
                <a:lnTo>
                  <a:pt x="11858" y="18640"/>
                </a:lnTo>
                <a:lnTo>
                  <a:pt x="9899" y="18042"/>
                </a:lnTo>
                <a:lnTo>
                  <a:pt x="7936" y="17444"/>
                </a:lnTo>
                <a:lnTo>
                  <a:pt x="5965" y="16846"/>
                </a:lnTo>
                <a:lnTo>
                  <a:pt x="3984" y="16241"/>
                </a:lnTo>
                <a:lnTo>
                  <a:pt x="1996" y="15637"/>
                </a:lnTo>
                <a:lnTo>
                  <a:pt x="0" y="15029"/>
                </a:lnTo>
                <a:lnTo>
                  <a:pt x="543" y="10508"/>
                </a:lnTo>
                <a:lnTo>
                  <a:pt x="1012" y="7219"/>
                </a:lnTo>
                <a:lnTo>
                  <a:pt x="1509" y="4912"/>
                </a:lnTo>
                <a:lnTo>
                  <a:pt x="2138" y="3325"/>
                </a:lnTo>
                <a:lnTo>
                  <a:pt x="2996" y="2201"/>
                </a:lnTo>
                <a:lnTo>
                  <a:pt x="4190" y="1288"/>
                </a:lnTo>
                <a:lnTo>
                  <a:pt x="5823" y="319"/>
                </a:lnTo>
                <a:close/>
              </a:path>
            </a:pathLst>
          </a:custGeom>
          <a:solidFill>
            <a:srgbClr val="999A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5" name="contour_10583"/>
          <p:cNvSpPr/>
          <p:nvPr/>
        </p:nvSpPr>
        <p:spPr>
          <a:xfrm>
            <a:off x="564262" y="5721073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3" y="0"/>
                </a:lnTo>
                <a:lnTo>
                  <a:pt x="4288" y="0"/>
                </a:lnTo>
                <a:lnTo>
                  <a:pt x="5728" y="0"/>
                </a:lnTo>
                <a:lnTo>
                  <a:pt x="7178" y="0"/>
                </a:lnTo>
                <a:lnTo>
                  <a:pt x="8640" y="0"/>
                </a:lnTo>
                <a:lnTo>
                  <a:pt x="8640" y="2138"/>
                </a:lnTo>
                <a:lnTo>
                  <a:pt x="8640" y="4284"/>
                </a:lnTo>
                <a:lnTo>
                  <a:pt x="8640" y="6437"/>
                </a:lnTo>
                <a:lnTo>
                  <a:pt x="8640" y="8608"/>
                </a:lnTo>
                <a:lnTo>
                  <a:pt x="8640" y="10800"/>
                </a:lnTo>
                <a:lnTo>
                  <a:pt x="10066" y="10800"/>
                </a:lnTo>
                <a:lnTo>
                  <a:pt x="11493" y="10800"/>
                </a:lnTo>
                <a:lnTo>
                  <a:pt x="12921" y="10800"/>
                </a:lnTo>
                <a:lnTo>
                  <a:pt x="14353" y="10800"/>
                </a:lnTo>
                <a:lnTo>
                  <a:pt x="15790" y="10800"/>
                </a:lnTo>
                <a:lnTo>
                  <a:pt x="17232" y="10800"/>
                </a:lnTo>
                <a:lnTo>
                  <a:pt x="18680" y="10800"/>
                </a:lnTo>
                <a:lnTo>
                  <a:pt x="20136" y="10800"/>
                </a:lnTo>
                <a:lnTo>
                  <a:pt x="21600" y="10800"/>
                </a:lnTo>
                <a:lnTo>
                  <a:pt x="20377" y="12326"/>
                </a:lnTo>
                <a:lnTo>
                  <a:pt x="19155" y="13856"/>
                </a:lnTo>
                <a:lnTo>
                  <a:pt x="17928" y="15390"/>
                </a:lnTo>
                <a:lnTo>
                  <a:pt x="16697" y="16931"/>
                </a:lnTo>
                <a:lnTo>
                  <a:pt x="15459" y="18475"/>
                </a:lnTo>
                <a:lnTo>
                  <a:pt x="14215" y="20034"/>
                </a:lnTo>
                <a:lnTo>
                  <a:pt x="12960" y="21600"/>
                </a:lnTo>
                <a:lnTo>
                  <a:pt x="12424" y="19818"/>
                </a:lnTo>
                <a:lnTo>
                  <a:pt x="11889" y="18029"/>
                </a:lnTo>
                <a:lnTo>
                  <a:pt x="11346" y="16225"/>
                </a:lnTo>
                <a:lnTo>
                  <a:pt x="10800" y="14400"/>
                </a:lnTo>
                <a:lnTo>
                  <a:pt x="9290" y="13601"/>
                </a:lnTo>
                <a:lnTo>
                  <a:pt x="8169" y="13190"/>
                </a:lnTo>
                <a:lnTo>
                  <a:pt x="6480" y="12823"/>
                </a:lnTo>
                <a:lnTo>
                  <a:pt x="4767" y="12244"/>
                </a:lnTo>
                <a:lnTo>
                  <a:pt x="3648" y="11718"/>
                </a:lnTo>
                <a:lnTo>
                  <a:pt x="2160" y="10800"/>
                </a:lnTo>
                <a:lnTo>
                  <a:pt x="1365" y="8014"/>
                </a:lnTo>
                <a:lnTo>
                  <a:pt x="855" y="6059"/>
                </a:lnTo>
                <a:lnTo>
                  <a:pt x="527" y="4417"/>
                </a:lnTo>
                <a:lnTo>
                  <a:pt x="276" y="2570"/>
                </a:lnTo>
                <a:lnTo>
                  <a:pt x="0" y="0"/>
                </a:lnTo>
                <a:close/>
              </a:path>
            </a:pathLst>
          </a:custGeom>
          <a:solidFill>
            <a:srgbClr val="817B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6" name="contour_10584"/>
          <p:cNvSpPr/>
          <p:nvPr/>
        </p:nvSpPr>
        <p:spPr>
          <a:xfrm>
            <a:off x="1978132" y="5730161"/>
            <a:ext cx="65592" cy="274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25"/>
                </a:moveTo>
                <a:lnTo>
                  <a:pt x="19913" y="9614"/>
                </a:lnTo>
                <a:lnTo>
                  <a:pt x="18686" y="13295"/>
                </a:lnTo>
                <a:lnTo>
                  <a:pt x="17724" y="15857"/>
                </a:lnTo>
                <a:lnTo>
                  <a:pt x="16819" y="17764"/>
                </a:lnTo>
                <a:lnTo>
                  <a:pt x="15780" y="19504"/>
                </a:lnTo>
                <a:lnTo>
                  <a:pt x="14400" y="21554"/>
                </a:lnTo>
                <a:lnTo>
                  <a:pt x="12806" y="21600"/>
                </a:lnTo>
                <a:lnTo>
                  <a:pt x="11254" y="21445"/>
                </a:lnTo>
                <a:lnTo>
                  <a:pt x="9737" y="21077"/>
                </a:lnTo>
                <a:lnTo>
                  <a:pt x="8244" y="20497"/>
                </a:lnTo>
                <a:lnTo>
                  <a:pt x="6773" y="19688"/>
                </a:lnTo>
                <a:lnTo>
                  <a:pt x="5311" y="18642"/>
                </a:lnTo>
                <a:lnTo>
                  <a:pt x="3857" y="17356"/>
                </a:lnTo>
                <a:lnTo>
                  <a:pt x="2400" y="15811"/>
                </a:lnTo>
                <a:lnTo>
                  <a:pt x="1488" y="12239"/>
                </a:lnTo>
                <a:lnTo>
                  <a:pt x="934" y="9850"/>
                </a:lnTo>
                <a:lnTo>
                  <a:pt x="514" y="7569"/>
                </a:lnTo>
                <a:lnTo>
                  <a:pt x="0" y="4325"/>
                </a:lnTo>
                <a:lnTo>
                  <a:pt x="1822" y="3205"/>
                </a:lnTo>
                <a:lnTo>
                  <a:pt x="3566" y="2240"/>
                </a:lnTo>
                <a:lnTo>
                  <a:pt x="5249" y="1430"/>
                </a:lnTo>
                <a:lnTo>
                  <a:pt x="6881" y="793"/>
                </a:lnTo>
                <a:lnTo>
                  <a:pt x="8479" y="333"/>
                </a:lnTo>
                <a:lnTo>
                  <a:pt x="10054" y="69"/>
                </a:lnTo>
                <a:lnTo>
                  <a:pt x="11621" y="0"/>
                </a:lnTo>
                <a:lnTo>
                  <a:pt x="13193" y="138"/>
                </a:lnTo>
                <a:lnTo>
                  <a:pt x="14782" y="494"/>
                </a:lnTo>
                <a:lnTo>
                  <a:pt x="16404" y="1085"/>
                </a:lnTo>
                <a:lnTo>
                  <a:pt x="18072" y="1912"/>
                </a:lnTo>
                <a:lnTo>
                  <a:pt x="19800" y="2986"/>
                </a:lnTo>
                <a:lnTo>
                  <a:pt x="21600" y="4325"/>
                </a:lnTo>
                <a:close/>
              </a:path>
            </a:pathLst>
          </a:custGeom>
          <a:solidFill>
            <a:srgbClr val="9E89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7" name="contour_10585"/>
          <p:cNvSpPr/>
          <p:nvPr/>
        </p:nvSpPr>
        <p:spPr>
          <a:xfrm>
            <a:off x="1495485" y="5718668"/>
            <a:ext cx="67232" cy="46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" y="1126"/>
                </a:moveTo>
                <a:lnTo>
                  <a:pt x="3147" y="502"/>
                </a:lnTo>
                <a:lnTo>
                  <a:pt x="4997" y="126"/>
                </a:lnTo>
                <a:lnTo>
                  <a:pt x="6338" y="0"/>
                </a:lnTo>
                <a:lnTo>
                  <a:pt x="7427" y="126"/>
                </a:lnTo>
                <a:lnTo>
                  <a:pt x="8525" y="502"/>
                </a:lnTo>
                <a:lnTo>
                  <a:pt x="9893" y="1126"/>
                </a:lnTo>
                <a:lnTo>
                  <a:pt x="10649" y="3238"/>
                </a:lnTo>
                <a:lnTo>
                  <a:pt x="11305" y="5357"/>
                </a:lnTo>
                <a:lnTo>
                  <a:pt x="11883" y="7497"/>
                </a:lnTo>
                <a:lnTo>
                  <a:pt x="12407" y="9671"/>
                </a:lnTo>
                <a:lnTo>
                  <a:pt x="12904" y="11889"/>
                </a:lnTo>
                <a:lnTo>
                  <a:pt x="13396" y="14161"/>
                </a:lnTo>
                <a:lnTo>
                  <a:pt x="14002" y="16147"/>
                </a:lnTo>
                <a:lnTo>
                  <a:pt x="14564" y="17495"/>
                </a:lnTo>
                <a:lnTo>
                  <a:pt x="15323" y="18529"/>
                </a:lnTo>
                <a:lnTo>
                  <a:pt x="16514" y="19573"/>
                </a:lnTo>
                <a:lnTo>
                  <a:pt x="18380" y="20958"/>
                </a:lnTo>
                <a:lnTo>
                  <a:pt x="19977" y="21276"/>
                </a:lnTo>
                <a:lnTo>
                  <a:pt x="21600" y="21600"/>
                </a:lnTo>
                <a:lnTo>
                  <a:pt x="20055" y="21600"/>
                </a:lnTo>
                <a:lnTo>
                  <a:pt x="18507" y="21600"/>
                </a:lnTo>
                <a:lnTo>
                  <a:pt x="16952" y="21600"/>
                </a:lnTo>
                <a:lnTo>
                  <a:pt x="15390" y="21600"/>
                </a:lnTo>
                <a:lnTo>
                  <a:pt x="13819" y="21600"/>
                </a:lnTo>
                <a:lnTo>
                  <a:pt x="12234" y="21600"/>
                </a:lnTo>
                <a:lnTo>
                  <a:pt x="12234" y="19344"/>
                </a:lnTo>
                <a:lnTo>
                  <a:pt x="12234" y="17075"/>
                </a:lnTo>
                <a:lnTo>
                  <a:pt x="12234" y="14775"/>
                </a:lnTo>
                <a:lnTo>
                  <a:pt x="10703" y="14158"/>
                </a:lnTo>
                <a:lnTo>
                  <a:pt x="9581" y="13796"/>
                </a:lnTo>
                <a:lnTo>
                  <a:pt x="8324" y="13550"/>
                </a:lnTo>
                <a:lnTo>
                  <a:pt x="6380" y="13281"/>
                </a:lnTo>
                <a:lnTo>
                  <a:pt x="4463" y="12847"/>
                </a:lnTo>
                <a:lnTo>
                  <a:pt x="3212" y="12503"/>
                </a:lnTo>
                <a:lnTo>
                  <a:pt x="2084" y="12069"/>
                </a:lnTo>
                <a:lnTo>
                  <a:pt x="527" y="11363"/>
                </a:lnTo>
                <a:lnTo>
                  <a:pt x="176" y="8722"/>
                </a:lnTo>
                <a:lnTo>
                  <a:pt x="0" y="6869"/>
                </a:lnTo>
                <a:lnTo>
                  <a:pt x="0" y="5313"/>
                </a:lnTo>
                <a:lnTo>
                  <a:pt x="176" y="3562"/>
                </a:lnTo>
                <a:lnTo>
                  <a:pt x="527" y="1126"/>
                </a:lnTo>
                <a:close/>
              </a:path>
            </a:pathLst>
          </a:custGeom>
          <a:solidFill>
            <a:srgbClr val="1F1E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8" name="contour_10586"/>
          <p:cNvSpPr/>
          <p:nvPr/>
        </p:nvSpPr>
        <p:spPr>
          <a:xfrm>
            <a:off x="1227469" y="5699209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771" y="1439"/>
                </a:lnTo>
                <a:lnTo>
                  <a:pt x="17987" y="2851"/>
                </a:lnTo>
                <a:lnTo>
                  <a:pt x="19060" y="4271"/>
                </a:lnTo>
                <a:lnTo>
                  <a:pt x="19974" y="5738"/>
                </a:lnTo>
                <a:lnTo>
                  <a:pt x="20714" y="7290"/>
                </a:lnTo>
                <a:lnTo>
                  <a:pt x="21261" y="8964"/>
                </a:lnTo>
                <a:lnTo>
                  <a:pt x="21600" y="10800"/>
                </a:lnTo>
                <a:lnTo>
                  <a:pt x="20174" y="12350"/>
                </a:lnTo>
                <a:lnTo>
                  <a:pt x="18684" y="13805"/>
                </a:lnTo>
                <a:lnTo>
                  <a:pt x="17126" y="15166"/>
                </a:lnTo>
                <a:lnTo>
                  <a:pt x="15500" y="16438"/>
                </a:lnTo>
                <a:lnTo>
                  <a:pt x="13796" y="17623"/>
                </a:lnTo>
                <a:lnTo>
                  <a:pt x="12019" y="18730"/>
                </a:lnTo>
                <a:lnTo>
                  <a:pt x="10155" y="19759"/>
                </a:lnTo>
                <a:lnTo>
                  <a:pt x="8208" y="20714"/>
                </a:lnTo>
                <a:lnTo>
                  <a:pt x="6171" y="21600"/>
                </a:lnTo>
                <a:lnTo>
                  <a:pt x="4042" y="20957"/>
                </a:lnTo>
                <a:lnTo>
                  <a:pt x="2688" y="20463"/>
                </a:lnTo>
                <a:lnTo>
                  <a:pt x="1534" y="19861"/>
                </a:lnTo>
                <a:lnTo>
                  <a:pt x="0" y="18900"/>
                </a:lnTo>
                <a:lnTo>
                  <a:pt x="1194" y="17312"/>
                </a:lnTo>
                <a:lnTo>
                  <a:pt x="2388" y="15725"/>
                </a:lnTo>
                <a:lnTo>
                  <a:pt x="3586" y="14140"/>
                </a:lnTo>
                <a:lnTo>
                  <a:pt x="4783" y="12552"/>
                </a:lnTo>
                <a:lnTo>
                  <a:pt x="5980" y="10967"/>
                </a:lnTo>
                <a:lnTo>
                  <a:pt x="6474" y="10311"/>
                </a:lnTo>
                <a:lnTo>
                  <a:pt x="7344" y="9156"/>
                </a:lnTo>
                <a:lnTo>
                  <a:pt x="9340" y="6507"/>
                </a:lnTo>
                <a:lnTo>
                  <a:pt x="10831" y="4628"/>
                </a:lnTo>
                <a:lnTo>
                  <a:pt x="11892" y="3351"/>
                </a:lnTo>
                <a:lnTo>
                  <a:pt x="12818" y="2360"/>
                </a:lnTo>
                <a:lnTo>
                  <a:pt x="13898" y="1347"/>
                </a:lnTo>
                <a:lnTo>
                  <a:pt x="15429" y="0"/>
                </a:lnTo>
                <a:close/>
              </a:path>
            </a:pathLst>
          </a:custGeom>
          <a:solidFill>
            <a:srgbClr val="3D3B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89" name="contour_10587"/>
          <p:cNvSpPr/>
          <p:nvPr/>
        </p:nvSpPr>
        <p:spPr>
          <a:xfrm>
            <a:off x="7990725" y="5691921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84" y="594"/>
                </a:lnTo>
                <a:lnTo>
                  <a:pt x="7970" y="1188"/>
                </a:lnTo>
                <a:lnTo>
                  <a:pt x="9564" y="1786"/>
                </a:lnTo>
                <a:lnTo>
                  <a:pt x="11165" y="2387"/>
                </a:lnTo>
                <a:lnTo>
                  <a:pt x="12775" y="2992"/>
                </a:lnTo>
                <a:lnTo>
                  <a:pt x="14400" y="3600"/>
                </a:lnTo>
                <a:lnTo>
                  <a:pt x="13879" y="3989"/>
                </a:lnTo>
                <a:lnTo>
                  <a:pt x="13207" y="4496"/>
                </a:lnTo>
                <a:lnTo>
                  <a:pt x="11930" y="5454"/>
                </a:lnTo>
                <a:lnTo>
                  <a:pt x="9600" y="7200"/>
                </a:lnTo>
                <a:lnTo>
                  <a:pt x="11086" y="7646"/>
                </a:lnTo>
                <a:lnTo>
                  <a:pt x="12571" y="8093"/>
                </a:lnTo>
                <a:lnTo>
                  <a:pt x="14062" y="8539"/>
                </a:lnTo>
                <a:lnTo>
                  <a:pt x="15554" y="8986"/>
                </a:lnTo>
                <a:lnTo>
                  <a:pt x="17054" y="9436"/>
                </a:lnTo>
                <a:lnTo>
                  <a:pt x="18562" y="9889"/>
                </a:lnTo>
                <a:lnTo>
                  <a:pt x="20076" y="10343"/>
                </a:lnTo>
                <a:lnTo>
                  <a:pt x="21600" y="10800"/>
                </a:lnTo>
                <a:lnTo>
                  <a:pt x="20081" y="12028"/>
                </a:lnTo>
                <a:lnTo>
                  <a:pt x="18581" y="13172"/>
                </a:lnTo>
                <a:lnTo>
                  <a:pt x="17090" y="14231"/>
                </a:lnTo>
                <a:lnTo>
                  <a:pt x="15607" y="15210"/>
                </a:lnTo>
                <a:lnTo>
                  <a:pt x="14124" y="16117"/>
                </a:lnTo>
                <a:lnTo>
                  <a:pt x="12638" y="16956"/>
                </a:lnTo>
                <a:lnTo>
                  <a:pt x="11143" y="17723"/>
                </a:lnTo>
                <a:lnTo>
                  <a:pt x="9636" y="18432"/>
                </a:lnTo>
                <a:lnTo>
                  <a:pt x="8107" y="19080"/>
                </a:lnTo>
                <a:lnTo>
                  <a:pt x="6554" y="19678"/>
                </a:lnTo>
                <a:lnTo>
                  <a:pt x="4973" y="20221"/>
                </a:lnTo>
                <a:lnTo>
                  <a:pt x="3358" y="20722"/>
                </a:lnTo>
                <a:lnTo>
                  <a:pt x="1702" y="21179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586" y="14400"/>
                </a:lnTo>
                <a:lnTo>
                  <a:pt x="3182" y="14400"/>
                </a:lnTo>
                <a:lnTo>
                  <a:pt x="4800" y="14400"/>
                </a:lnTo>
                <a:lnTo>
                  <a:pt x="4800" y="12024"/>
                </a:lnTo>
                <a:lnTo>
                  <a:pt x="4800" y="9644"/>
                </a:lnTo>
                <a:lnTo>
                  <a:pt x="4800" y="7254"/>
                </a:lnTo>
                <a:lnTo>
                  <a:pt x="4800" y="4853"/>
                </a:lnTo>
                <a:lnTo>
                  <a:pt x="4800" y="2437"/>
                </a:lnTo>
                <a:lnTo>
                  <a:pt x="4800" y="0"/>
                </a:lnTo>
                <a:close/>
              </a:path>
            </a:pathLst>
          </a:custGeom>
          <a:solidFill>
            <a:srgbClr val="7371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0" name="contour_10588"/>
          <p:cNvSpPr/>
          <p:nvPr/>
        </p:nvSpPr>
        <p:spPr>
          <a:xfrm>
            <a:off x="5265017" y="5691921"/>
            <a:ext cx="52437" cy="42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15" y="0"/>
                </a:moveTo>
                <a:lnTo>
                  <a:pt x="21129" y="2231"/>
                </a:lnTo>
                <a:lnTo>
                  <a:pt x="21228" y="4467"/>
                </a:lnTo>
                <a:lnTo>
                  <a:pt x="21315" y="6698"/>
                </a:lnTo>
                <a:lnTo>
                  <a:pt x="21390" y="8933"/>
                </a:lnTo>
                <a:lnTo>
                  <a:pt x="21495" y="11425"/>
                </a:lnTo>
                <a:lnTo>
                  <a:pt x="21600" y="13957"/>
                </a:lnTo>
                <a:lnTo>
                  <a:pt x="21222" y="16525"/>
                </a:lnTo>
                <a:lnTo>
                  <a:pt x="20771" y="18134"/>
                </a:lnTo>
                <a:lnTo>
                  <a:pt x="19955" y="19460"/>
                </a:lnTo>
                <a:lnTo>
                  <a:pt x="18481" y="21182"/>
                </a:lnTo>
                <a:lnTo>
                  <a:pt x="16415" y="21600"/>
                </a:lnTo>
                <a:lnTo>
                  <a:pt x="14959" y="21527"/>
                </a:lnTo>
                <a:lnTo>
                  <a:pt x="13431" y="20772"/>
                </a:lnTo>
                <a:lnTo>
                  <a:pt x="11141" y="19138"/>
                </a:lnTo>
                <a:lnTo>
                  <a:pt x="9817" y="17734"/>
                </a:lnTo>
                <a:lnTo>
                  <a:pt x="8481" y="16316"/>
                </a:lnTo>
                <a:lnTo>
                  <a:pt x="7130" y="14884"/>
                </a:lnTo>
                <a:lnTo>
                  <a:pt x="5788" y="13491"/>
                </a:lnTo>
                <a:lnTo>
                  <a:pt x="4440" y="12084"/>
                </a:lnTo>
                <a:lnTo>
                  <a:pt x="3071" y="10663"/>
                </a:lnTo>
                <a:lnTo>
                  <a:pt x="1549" y="9006"/>
                </a:lnTo>
                <a:lnTo>
                  <a:pt x="0" y="7328"/>
                </a:lnTo>
                <a:lnTo>
                  <a:pt x="1780" y="6405"/>
                </a:lnTo>
                <a:lnTo>
                  <a:pt x="3560" y="5485"/>
                </a:lnTo>
                <a:lnTo>
                  <a:pt x="5344" y="4573"/>
                </a:lnTo>
                <a:lnTo>
                  <a:pt x="7130" y="3664"/>
                </a:lnTo>
                <a:lnTo>
                  <a:pt x="8454" y="2983"/>
                </a:lnTo>
                <a:lnTo>
                  <a:pt x="9790" y="2297"/>
                </a:lnTo>
                <a:lnTo>
                  <a:pt x="11141" y="1605"/>
                </a:lnTo>
                <a:lnTo>
                  <a:pt x="13077" y="821"/>
                </a:lnTo>
                <a:lnTo>
                  <a:pt x="14560" y="348"/>
                </a:lnTo>
                <a:lnTo>
                  <a:pt x="16061" y="103"/>
                </a:lnTo>
                <a:lnTo>
                  <a:pt x="18055" y="15"/>
                </a:lnTo>
                <a:lnTo>
                  <a:pt x="21015" y="0"/>
                </a:lnTo>
                <a:close/>
              </a:path>
            </a:pathLst>
          </a:custGeom>
          <a:solidFill>
            <a:srgbClr val="46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1" name="contour_10589"/>
          <p:cNvSpPr/>
          <p:nvPr/>
        </p:nvSpPr>
        <p:spPr>
          <a:xfrm>
            <a:off x="1868813" y="569192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7507" y="20427"/>
                </a:lnTo>
                <a:lnTo>
                  <a:pt x="14364" y="19517"/>
                </a:lnTo>
                <a:lnTo>
                  <a:pt x="11956" y="18789"/>
                </a:lnTo>
                <a:lnTo>
                  <a:pt x="10076" y="18178"/>
                </a:lnTo>
                <a:lnTo>
                  <a:pt x="8510" y="17610"/>
                </a:lnTo>
                <a:lnTo>
                  <a:pt x="7049" y="17008"/>
                </a:lnTo>
                <a:lnTo>
                  <a:pt x="5483" y="16305"/>
                </a:lnTo>
                <a:lnTo>
                  <a:pt x="3600" y="15429"/>
                </a:lnTo>
                <a:lnTo>
                  <a:pt x="2167" y="12948"/>
                </a:lnTo>
                <a:lnTo>
                  <a:pt x="1264" y="11226"/>
                </a:lnTo>
                <a:lnTo>
                  <a:pt x="716" y="9819"/>
                </a:lnTo>
                <a:lnTo>
                  <a:pt x="353" y="8282"/>
                </a:lnTo>
                <a:lnTo>
                  <a:pt x="0" y="6171"/>
                </a:lnTo>
                <a:lnTo>
                  <a:pt x="2192" y="5397"/>
                </a:lnTo>
                <a:lnTo>
                  <a:pt x="4385" y="4625"/>
                </a:lnTo>
                <a:lnTo>
                  <a:pt x="6581" y="3854"/>
                </a:lnTo>
                <a:lnTo>
                  <a:pt x="8777" y="3086"/>
                </a:lnTo>
                <a:lnTo>
                  <a:pt x="10408" y="2512"/>
                </a:lnTo>
                <a:lnTo>
                  <a:pt x="12046" y="1935"/>
                </a:lnTo>
                <a:lnTo>
                  <a:pt x="13712" y="1352"/>
                </a:lnTo>
                <a:lnTo>
                  <a:pt x="16247" y="571"/>
                </a:lnTo>
                <a:lnTo>
                  <a:pt x="17914" y="170"/>
                </a:lnTo>
                <a:lnTo>
                  <a:pt x="19451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9A7D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2" name="contour_10590"/>
          <p:cNvSpPr/>
          <p:nvPr/>
        </p:nvSpPr>
        <p:spPr>
          <a:xfrm>
            <a:off x="1416957" y="5691783"/>
            <a:ext cx="80168" cy="36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2"/>
                </a:moveTo>
                <a:lnTo>
                  <a:pt x="21600" y="3124"/>
                </a:lnTo>
                <a:lnTo>
                  <a:pt x="21600" y="6171"/>
                </a:lnTo>
                <a:lnTo>
                  <a:pt x="21600" y="9227"/>
                </a:lnTo>
                <a:lnTo>
                  <a:pt x="21600" y="12296"/>
                </a:lnTo>
                <a:lnTo>
                  <a:pt x="21600" y="15377"/>
                </a:lnTo>
                <a:lnTo>
                  <a:pt x="21600" y="18476"/>
                </a:lnTo>
                <a:lnTo>
                  <a:pt x="21600" y="21600"/>
                </a:lnTo>
                <a:lnTo>
                  <a:pt x="21146" y="21161"/>
                </a:lnTo>
                <a:lnTo>
                  <a:pt x="20561" y="20593"/>
                </a:lnTo>
                <a:lnTo>
                  <a:pt x="19452" y="19521"/>
                </a:lnTo>
                <a:lnTo>
                  <a:pt x="17427" y="17563"/>
                </a:lnTo>
                <a:lnTo>
                  <a:pt x="16116" y="16453"/>
                </a:lnTo>
                <a:lnTo>
                  <a:pt x="14802" y="15437"/>
                </a:lnTo>
                <a:lnTo>
                  <a:pt x="13486" y="14512"/>
                </a:lnTo>
                <a:lnTo>
                  <a:pt x="12169" y="13673"/>
                </a:lnTo>
                <a:lnTo>
                  <a:pt x="10845" y="12907"/>
                </a:lnTo>
                <a:lnTo>
                  <a:pt x="9518" y="12214"/>
                </a:lnTo>
                <a:lnTo>
                  <a:pt x="8184" y="11577"/>
                </a:lnTo>
                <a:lnTo>
                  <a:pt x="6845" y="11000"/>
                </a:lnTo>
                <a:lnTo>
                  <a:pt x="5496" y="10471"/>
                </a:lnTo>
                <a:lnTo>
                  <a:pt x="4139" y="9980"/>
                </a:lnTo>
                <a:lnTo>
                  <a:pt x="2771" y="9524"/>
                </a:lnTo>
                <a:lnTo>
                  <a:pt x="1392" y="9098"/>
                </a:lnTo>
                <a:lnTo>
                  <a:pt x="0" y="8689"/>
                </a:lnTo>
                <a:lnTo>
                  <a:pt x="0" y="6554"/>
                </a:lnTo>
                <a:lnTo>
                  <a:pt x="0" y="4385"/>
                </a:lnTo>
                <a:lnTo>
                  <a:pt x="1365" y="3826"/>
                </a:lnTo>
                <a:lnTo>
                  <a:pt x="2722" y="3297"/>
                </a:lnTo>
                <a:lnTo>
                  <a:pt x="4071" y="2802"/>
                </a:lnTo>
                <a:lnTo>
                  <a:pt x="5412" y="2345"/>
                </a:lnTo>
                <a:lnTo>
                  <a:pt x="6749" y="1924"/>
                </a:lnTo>
                <a:lnTo>
                  <a:pt x="8084" y="1541"/>
                </a:lnTo>
                <a:lnTo>
                  <a:pt x="9416" y="1201"/>
                </a:lnTo>
                <a:lnTo>
                  <a:pt x="10749" y="895"/>
                </a:lnTo>
                <a:lnTo>
                  <a:pt x="12084" y="637"/>
                </a:lnTo>
                <a:lnTo>
                  <a:pt x="13421" y="417"/>
                </a:lnTo>
                <a:lnTo>
                  <a:pt x="14763" y="245"/>
                </a:lnTo>
                <a:lnTo>
                  <a:pt x="16112" y="116"/>
                </a:lnTo>
                <a:lnTo>
                  <a:pt x="17469" y="34"/>
                </a:lnTo>
                <a:lnTo>
                  <a:pt x="18833" y="0"/>
                </a:lnTo>
                <a:lnTo>
                  <a:pt x="20210" y="17"/>
                </a:lnTo>
                <a:lnTo>
                  <a:pt x="21600" y="82"/>
                </a:lnTo>
                <a:close/>
              </a:path>
            </a:pathLst>
          </a:custGeom>
          <a:solidFill>
            <a:srgbClr val="9C9C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3" name="contour_10591"/>
          <p:cNvSpPr/>
          <p:nvPr/>
        </p:nvSpPr>
        <p:spPr>
          <a:xfrm>
            <a:off x="10147971" y="5670057"/>
            <a:ext cx="43728" cy="36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628"/>
                </a:lnTo>
                <a:lnTo>
                  <a:pt x="7236" y="1132"/>
                </a:lnTo>
                <a:lnTo>
                  <a:pt x="9644" y="1558"/>
                </a:lnTo>
                <a:lnTo>
                  <a:pt x="11524" y="1958"/>
                </a:lnTo>
                <a:lnTo>
                  <a:pt x="13090" y="2384"/>
                </a:lnTo>
                <a:lnTo>
                  <a:pt x="14551" y="2879"/>
                </a:lnTo>
                <a:lnTo>
                  <a:pt x="16117" y="3502"/>
                </a:lnTo>
                <a:lnTo>
                  <a:pt x="18000" y="4303"/>
                </a:lnTo>
                <a:lnTo>
                  <a:pt x="19433" y="7633"/>
                </a:lnTo>
                <a:lnTo>
                  <a:pt x="20336" y="9970"/>
                </a:lnTo>
                <a:lnTo>
                  <a:pt x="20884" y="11932"/>
                </a:lnTo>
                <a:lnTo>
                  <a:pt x="21247" y="14139"/>
                </a:lnTo>
                <a:lnTo>
                  <a:pt x="21600" y="17211"/>
                </a:lnTo>
                <a:lnTo>
                  <a:pt x="19145" y="18274"/>
                </a:lnTo>
                <a:lnTo>
                  <a:pt x="16769" y="19186"/>
                </a:lnTo>
                <a:lnTo>
                  <a:pt x="14443" y="19952"/>
                </a:lnTo>
                <a:lnTo>
                  <a:pt x="12146" y="20563"/>
                </a:lnTo>
                <a:lnTo>
                  <a:pt x="9842" y="21036"/>
                </a:lnTo>
                <a:lnTo>
                  <a:pt x="7502" y="21363"/>
                </a:lnTo>
                <a:lnTo>
                  <a:pt x="5101" y="21548"/>
                </a:lnTo>
                <a:lnTo>
                  <a:pt x="2610" y="21600"/>
                </a:lnTo>
                <a:lnTo>
                  <a:pt x="0" y="21514"/>
                </a:lnTo>
                <a:lnTo>
                  <a:pt x="0" y="18472"/>
                </a:lnTo>
                <a:lnTo>
                  <a:pt x="0" y="15425"/>
                </a:lnTo>
                <a:lnTo>
                  <a:pt x="0" y="12371"/>
                </a:lnTo>
                <a:lnTo>
                  <a:pt x="0" y="9303"/>
                </a:lnTo>
                <a:lnTo>
                  <a:pt x="0" y="6222"/>
                </a:lnTo>
                <a:lnTo>
                  <a:pt x="0" y="3124"/>
                </a:lnTo>
                <a:lnTo>
                  <a:pt x="0" y="0"/>
                </a:lnTo>
                <a:close/>
              </a:path>
            </a:pathLst>
          </a:custGeom>
          <a:solidFill>
            <a:srgbClr val="BEC0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4" name="contour_10592"/>
          <p:cNvSpPr/>
          <p:nvPr/>
        </p:nvSpPr>
        <p:spPr>
          <a:xfrm>
            <a:off x="5461792" y="567005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6171" y="2380"/>
                </a:lnTo>
                <a:lnTo>
                  <a:pt x="6171" y="4774"/>
                </a:lnTo>
                <a:lnTo>
                  <a:pt x="6171" y="7200"/>
                </a:lnTo>
                <a:lnTo>
                  <a:pt x="7051" y="7067"/>
                </a:lnTo>
                <a:lnTo>
                  <a:pt x="8603" y="6836"/>
                </a:lnTo>
                <a:lnTo>
                  <a:pt x="12152" y="6300"/>
                </a:lnTo>
                <a:lnTo>
                  <a:pt x="14660" y="6296"/>
                </a:lnTo>
                <a:lnTo>
                  <a:pt x="16311" y="6527"/>
                </a:lnTo>
                <a:lnTo>
                  <a:pt x="18514" y="7200"/>
                </a:lnTo>
                <a:lnTo>
                  <a:pt x="19468" y="9508"/>
                </a:lnTo>
                <a:lnTo>
                  <a:pt x="20190" y="11826"/>
                </a:lnTo>
                <a:lnTo>
                  <a:pt x="20721" y="14180"/>
                </a:lnTo>
                <a:lnTo>
                  <a:pt x="21103" y="16585"/>
                </a:lnTo>
                <a:lnTo>
                  <a:pt x="21384" y="19051"/>
                </a:lnTo>
                <a:lnTo>
                  <a:pt x="21600" y="21600"/>
                </a:lnTo>
                <a:lnTo>
                  <a:pt x="19452" y="21503"/>
                </a:lnTo>
                <a:lnTo>
                  <a:pt x="17342" y="21366"/>
                </a:lnTo>
                <a:lnTo>
                  <a:pt x="15262" y="21179"/>
                </a:lnTo>
                <a:lnTo>
                  <a:pt x="13207" y="20920"/>
                </a:lnTo>
                <a:lnTo>
                  <a:pt x="11170" y="20574"/>
                </a:lnTo>
                <a:lnTo>
                  <a:pt x="9143" y="20124"/>
                </a:lnTo>
                <a:lnTo>
                  <a:pt x="7125" y="19559"/>
                </a:lnTo>
                <a:lnTo>
                  <a:pt x="5110" y="18853"/>
                </a:lnTo>
                <a:lnTo>
                  <a:pt x="3086" y="18000"/>
                </a:lnTo>
                <a:lnTo>
                  <a:pt x="2191" y="15808"/>
                </a:lnTo>
                <a:lnTo>
                  <a:pt x="1487" y="13633"/>
                </a:lnTo>
                <a:lnTo>
                  <a:pt x="953" y="11459"/>
                </a:lnTo>
                <a:lnTo>
                  <a:pt x="562" y="9266"/>
                </a:lnTo>
                <a:lnTo>
                  <a:pt x="296" y="7042"/>
                </a:lnTo>
                <a:lnTo>
                  <a:pt x="127" y="4766"/>
                </a:lnTo>
                <a:lnTo>
                  <a:pt x="37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6D61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5" name="contour_10593"/>
          <p:cNvSpPr/>
          <p:nvPr/>
        </p:nvSpPr>
        <p:spPr>
          <a:xfrm>
            <a:off x="1868813" y="564090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580" y="1018"/>
                </a:lnTo>
                <a:lnTo>
                  <a:pt x="7564" y="2037"/>
                </a:lnTo>
                <a:lnTo>
                  <a:pt x="9547" y="3058"/>
                </a:lnTo>
                <a:lnTo>
                  <a:pt x="11534" y="4082"/>
                </a:lnTo>
                <a:lnTo>
                  <a:pt x="13532" y="5107"/>
                </a:lnTo>
                <a:lnTo>
                  <a:pt x="15534" y="6137"/>
                </a:lnTo>
                <a:lnTo>
                  <a:pt x="17546" y="7171"/>
                </a:lnTo>
                <a:lnTo>
                  <a:pt x="19566" y="8211"/>
                </a:lnTo>
                <a:lnTo>
                  <a:pt x="21600" y="9257"/>
                </a:lnTo>
                <a:lnTo>
                  <a:pt x="20182" y="12590"/>
                </a:lnTo>
                <a:lnTo>
                  <a:pt x="19102" y="15037"/>
                </a:lnTo>
                <a:lnTo>
                  <a:pt x="18238" y="16820"/>
                </a:lnTo>
                <a:lnTo>
                  <a:pt x="17460" y="18150"/>
                </a:lnTo>
                <a:lnTo>
                  <a:pt x="16646" y="19249"/>
                </a:lnTo>
                <a:lnTo>
                  <a:pt x="15667" y="20326"/>
                </a:lnTo>
                <a:lnTo>
                  <a:pt x="14400" y="21600"/>
                </a:lnTo>
                <a:lnTo>
                  <a:pt x="11822" y="21566"/>
                </a:lnTo>
                <a:lnTo>
                  <a:pt x="9374" y="21295"/>
                </a:lnTo>
                <a:lnTo>
                  <a:pt x="7009" y="20819"/>
                </a:lnTo>
                <a:lnTo>
                  <a:pt x="4691" y="20174"/>
                </a:lnTo>
                <a:lnTo>
                  <a:pt x="2369" y="19397"/>
                </a:lnTo>
                <a:lnTo>
                  <a:pt x="0" y="18514"/>
                </a:lnTo>
                <a:lnTo>
                  <a:pt x="1829" y="17996"/>
                </a:lnTo>
                <a:lnTo>
                  <a:pt x="3683" y="17465"/>
                </a:lnTo>
                <a:lnTo>
                  <a:pt x="4561" y="16959"/>
                </a:lnTo>
                <a:lnTo>
                  <a:pt x="7200" y="15429"/>
                </a:lnTo>
                <a:lnTo>
                  <a:pt x="7132" y="13238"/>
                </a:lnTo>
                <a:lnTo>
                  <a:pt x="6970" y="11686"/>
                </a:lnTo>
                <a:lnTo>
                  <a:pt x="6584" y="10025"/>
                </a:lnTo>
                <a:lnTo>
                  <a:pt x="5850" y="7523"/>
                </a:lnTo>
                <a:lnTo>
                  <a:pt x="5292" y="5659"/>
                </a:lnTo>
                <a:lnTo>
                  <a:pt x="4734" y="3789"/>
                </a:lnTo>
                <a:lnTo>
                  <a:pt x="4169" y="1904"/>
                </a:lnTo>
                <a:lnTo>
                  <a:pt x="3600" y="0"/>
                </a:lnTo>
                <a:close/>
              </a:path>
            </a:pathLst>
          </a:custGeom>
          <a:solidFill>
            <a:srgbClr val="C4AD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6" name="contour_10594"/>
          <p:cNvSpPr/>
          <p:nvPr/>
        </p:nvSpPr>
        <p:spPr>
          <a:xfrm>
            <a:off x="11714889" y="5633617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729"/>
                </a:lnTo>
                <a:lnTo>
                  <a:pt x="13798" y="1326"/>
                </a:lnTo>
                <a:lnTo>
                  <a:pt x="15526" y="1941"/>
                </a:lnTo>
                <a:lnTo>
                  <a:pt x="17159" y="2724"/>
                </a:lnTo>
                <a:lnTo>
                  <a:pt x="19064" y="3829"/>
                </a:lnTo>
                <a:lnTo>
                  <a:pt x="21600" y="5400"/>
                </a:lnTo>
                <a:lnTo>
                  <a:pt x="21021" y="7293"/>
                </a:lnTo>
                <a:lnTo>
                  <a:pt x="20317" y="9145"/>
                </a:lnTo>
                <a:lnTo>
                  <a:pt x="19500" y="10967"/>
                </a:lnTo>
                <a:lnTo>
                  <a:pt x="18589" y="12766"/>
                </a:lnTo>
                <a:lnTo>
                  <a:pt x="17587" y="14545"/>
                </a:lnTo>
                <a:lnTo>
                  <a:pt x="16511" y="16313"/>
                </a:lnTo>
                <a:lnTo>
                  <a:pt x="15371" y="18074"/>
                </a:lnTo>
                <a:lnTo>
                  <a:pt x="14183" y="19834"/>
                </a:lnTo>
                <a:lnTo>
                  <a:pt x="12960" y="21600"/>
                </a:lnTo>
                <a:lnTo>
                  <a:pt x="10394" y="21065"/>
                </a:lnTo>
                <a:lnTo>
                  <a:pt x="7819" y="20528"/>
                </a:lnTo>
                <a:lnTo>
                  <a:pt x="5236" y="19991"/>
                </a:lnTo>
                <a:lnTo>
                  <a:pt x="2631" y="19448"/>
                </a:lnTo>
                <a:lnTo>
                  <a:pt x="0" y="18900"/>
                </a:lnTo>
                <a:lnTo>
                  <a:pt x="462" y="17296"/>
                </a:lnTo>
                <a:lnTo>
                  <a:pt x="933" y="15692"/>
                </a:lnTo>
                <a:lnTo>
                  <a:pt x="1413" y="14089"/>
                </a:lnTo>
                <a:lnTo>
                  <a:pt x="1892" y="12488"/>
                </a:lnTo>
                <a:lnTo>
                  <a:pt x="2419" y="10697"/>
                </a:lnTo>
                <a:lnTo>
                  <a:pt x="2955" y="8880"/>
                </a:lnTo>
                <a:lnTo>
                  <a:pt x="3793" y="6971"/>
                </a:lnTo>
                <a:lnTo>
                  <a:pt x="4756" y="5179"/>
                </a:lnTo>
                <a:lnTo>
                  <a:pt x="5875" y="3453"/>
                </a:lnTo>
                <a:lnTo>
                  <a:pt x="7163" y="1744"/>
                </a:lnTo>
                <a:lnTo>
                  <a:pt x="8640" y="0"/>
                </a:lnTo>
                <a:close/>
              </a:path>
            </a:pathLst>
          </a:custGeom>
          <a:solidFill>
            <a:srgbClr val="C2D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7" name="contour_10595"/>
          <p:cNvSpPr/>
          <p:nvPr/>
        </p:nvSpPr>
        <p:spPr>
          <a:xfrm>
            <a:off x="4135378" y="5633617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608" y="1644"/>
                </a:lnTo>
                <a:lnTo>
                  <a:pt x="17937" y="3290"/>
                </a:lnTo>
                <a:lnTo>
                  <a:pt x="18269" y="4937"/>
                </a:lnTo>
                <a:lnTo>
                  <a:pt x="18598" y="6586"/>
                </a:lnTo>
                <a:lnTo>
                  <a:pt x="18926" y="8237"/>
                </a:lnTo>
                <a:lnTo>
                  <a:pt x="19259" y="9890"/>
                </a:lnTo>
                <a:lnTo>
                  <a:pt x="19591" y="11549"/>
                </a:lnTo>
                <a:lnTo>
                  <a:pt x="19924" y="13210"/>
                </a:lnTo>
                <a:lnTo>
                  <a:pt x="20256" y="14875"/>
                </a:lnTo>
                <a:lnTo>
                  <a:pt x="20589" y="16548"/>
                </a:lnTo>
                <a:lnTo>
                  <a:pt x="20926" y="18226"/>
                </a:lnTo>
                <a:lnTo>
                  <a:pt x="21263" y="19908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6350" y="20316"/>
                </a:lnTo>
                <a:lnTo>
                  <a:pt x="4722" y="19334"/>
                </a:lnTo>
                <a:lnTo>
                  <a:pt x="3508" y="18451"/>
                </a:lnTo>
                <a:lnTo>
                  <a:pt x="2480" y="17467"/>
                </a:lnTo>
                <a:lnTo>
                  <a:pt x="1391" y="16183"/>
                </a:lnTo>
                <a:lnTo>
                  <a:pt x="0" y="14400"/>
                </a:lnTo>
                <a:lnTo>
                  <a:pt x="380" y="12706"/>
                </a:lnTo>
                <a:lnTo>
                  <a:pt x="916" y="11100"/>
                </a:lnTo>
                <a:lnTo>
                  <a:pt x="1594" y="9550"/>
                </a:lnTo>
                <a:lnTo>
                  <a:pt x="2398" y="8009"/>
                </a:lnTo>
                <a:lnTo>
                  <a:pt x="3313" y="6439"/>
                </a:lnTo>
                <a:lnTo>
                  <a:pt x="4320" y="4800"/>
                </a:lnTo>
                <a:lnTo>
                  <a:pt x="4320" y="6386"/>
                </a:lnTo>
                <a:lnTo>
                  <a:pt x="4320" y="7982"/>
                </a:lnTo>
                <a:lnTo>
                  <a:pt x="4320" y="9600"/>
                </a:lnTo>
                <a:lnTo>
                  <a:pt x="7176" y="9600"/>
                </a:lnTo>
                <a:lnTo>
                  <a:pt x="10048" y="9600"/>
                </a:lnTo>
                <a:lnTo>
                  <a:pt x="12960" y="9600"/>
                </a:lnTo>
                <a:lnTo>
                  <a:pt x="12960" y="8016"/>
                </a:lnTo>
                <a:lnTo>
                  <a:pt x="12960" y="6430"/>
                </a:lnTo>
                <a:lnTo>
                  <a:pt x="12960" y="4836"/>
                </a:lnTo>
                <a:lnTo>
                  <a:pt x="12960" y="3235"/>
                </a:lnTo>
                <a:lnTo>
                  <a:pt x="12960" y="1625"/>
                </a:lnTo>
                <a:lnTo>
                  <a:pt x="12960" y="0"/>
                </a:lnTo>
                <a:close/>
              </a:path>
            </a:pathLst>
          </a:custGeom>
          <a:solidFill>
            <a:srgbClr val="D0D5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8" name="contour_10596"/>
          <p:cNvSpPr/>
          <p:nvPr/>
        </p:nvSpPr>
        <p:spPr>
          <a:xfrm>
            <a:off x="1351365" y="5625725"/>
            <a:ext cx="58304" cy="37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3"/>
                </a:moveTo>
                <a:lnTo>
                  <a:pt x="21095" y="3111"/>
                </a:lnTo>
                <a:lnTo>
                  <a:pt x="20542" y="5720"/>
                </a:lnTo>
                <a:lnTo>
                  <a:pt x="19912" y="8197"/>
                </a:lnTo>
                <a:lnTo>
                  <a:pt x="19189" y="10573"/>
                </a:lnTo>
                <a:lnTo>
                  <a:pt x="18344" y="12872"/>
                </a:lnTo>
                <a:lnTo>
                  <a:pt x="17356" y="15124"/>
                </a:lnTo>
                <a:lnTo>
                  <a:pt x="16200" y="17351"/>
                </a:lnTo>
                <a:lnTo>
                  <a:pt x="14421" y="18213"/>
                </a:lnTo>
                <a:lnTo>
                  <a:pt x="12647" y="18948"/>
                </a:lnTo>
                <a:lnTo>
                  <a:pt x="10870" y="19573"/>
                </a:lnTo>
                <a:lnTo>
                  <a:pt x="9091" y="20091"/>
                </a:lnTo>
                <a:lnTo>
                  <a:pt x="7301" y="20521"/>
                </a:lnTo>
                <a:lnTo>
                  <a:pt x="5503" y="20873"/>
                </a:lnTo>
                <a:lnTo>
                  <a:pt x="3688" y="21162"/>
                </a:lnTo>
                <a:lnTo>
                  <a:pt x="1855" y="21400"/>
                </a:lnTo>
                <a:lnTo>
                  <a:pt x="0" y="21600"/>
                </a:lnTo>
                <a:lnTo>
                  <a:pt x="0" y="18791"/>
                </a:lnTo>
                <a:lnTo>
                  <a:pt x="0" y="15965"/>
                </a:lnTo>
                <a:lnTo>
                  <a:pt x="0" y="13101"/>
                </a:lnTo>
                <a:lnTo>
                  <a:pt x="1563" y="11053"/>
                </a:lnTo>
                <a:lnTo>
                  <a:pt x="3167" y="9107"/>
                </a:lnTo>
                <a:lnTo>
                  <a:pt x="4809" y="7288"/>
                </a:lnTo>
                <a:lnTo>
                  <a:pt x="6496" y="5618"/>
                </a:lnTo>
                <a:lnTo>
                  <a:pt x="8224" y="4118"/>
                </a:lnTo>
                <a:lnTo>
                  <a:pt x="9998" y="2813"/>
                </a:lnTo>
                <a:lnTo>
                  <a:pt x="11815" y="1725"/>
                </a:lnTo>
                <a:lnTo>
                  <a:pt x="13675" y="880"/>
                </a:lnTo>
                <a:lnTo>
                  <a:pt x="15587" y="297"/>
                </a:lnTo>
                <a:lnTo>
                  <a:pt x="17542" y="0"/>
                </a:lnTo>
                <a:lnTo>
                  <a:pt x="19545" y="8"/>
                </a:lnTo>
                <a:lnTo>
                  <a:pt x="21600" y="353"/>
                </a:lnTo>
                <a:close/>
              </a:path>
            </a:pathLst>
          </a:custGeom>
          <a:solidFill>
            <a:srgbClr val="BEC1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599" name="contour_10597"/>
          <p:cNvSpPr/>
          <p:nvPr/>
        </p:nvSpPr>
        <p:spPr>
          <a:xfrm>
            <a:off x="8515461" y="5604465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56" y="202"/>
                </a:lnTo>
                <a:lnTo>
                  <a:pt x="1463" y="389"/>
                </a:lnTo>
                <a:lnTo>
                  <a:pt x="2279" y="608"/>
                </a:lnTo>
                <a:lnTo>
                  <a:pt x="3359" y="896"/>
                </a:lnTo>
                <a:lnTo>
                  <a:pt x="4863" y="1296"/>
                </a:lnTo>
                <a:lnTo>
                  <a:pt x="6947" y="1854"/>
                </a:lnTo>
                <a:lnTo>
                  <a:pt x="9774" y="2606"/>
                </a:lnTo>
                <a:lnTo>
                  <a:pt x="13500" y="3600"/>
                </a:lnTo>
                <a:lnTo>
                  <a:pt x="12164" y="5382"/>
                </a:lnTo>
                <a:lnTo>
                  <a:pt x="10824" y="7168"/>
                </a:lnTo>
                <a:lnTo>
                  <a:pt x="9485" y="8953"/>
                </a:lnTo>
                <a:lnTo>
                  <a:pt x="8141" y="10746"/>
                </a:lnTo>
                <a:lnTo>
                  <a:pt x="6791" y="12546"/>
                </a:lnTo>
                <a:lnTo>
                  <a:pt x="5435" y="14353"/>
                </a:lnTo>
                <a:lnTo>
                  <a:pt x="4072" y="16171"/>
                </a:lnTo>
                <a:lnTo>
                  <a:pt x="2700" y="18000"/>
                </a:lnTo>
                <a:lnTo>
                  <a:pt x="4285" y="18112"/>
                </a:lnTo>
                <a:lnTo>
                  <a:pt x="5872" y="18209"/>
                </a:lnTo>
                <a:lnTo>
                  <a:pt x="7457" y="18299"/>
                </a:lnTo>
                <a:lnTo>
                  <a:pt x="9045" y="18378"/>
                </a:lnTo>
                <a:lnTo>
                  <a:pt x="10633" y="18450"/>
                </a:lnTo>
                <a:lnTo>
                  <a:pt x="12107" y="18533"/>
                </a:lnTo>
                <a:lnTo>
                  <a:pt x="13589" y="18616"/>
                </a:lnTo>
                <a:lnTo>
                  <a:pt x="15093" y="18702"/>
                </a:lnTo>
                <a:lnTo>
                  <a:pt x="16983" y="18353"/>
                </a:lnTo>
                <a:lnTo>
                  <a:pt x="18900" y="18000"/>
                </a:lnTo>
                <a:lnTo>
                  <a:pt x="19991" y="15847"/>
                </a:lnTo>
                <a:lnTo>
                  <a:pt x="20636" y="14378"/>
                </a:lnTo>
                <a:lnTo>
                  <a:pt x="21090" y="12920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C79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0" name="contour_10598"/>
          <p:cNvSpPr/>
          <p:nvPr/>
        </p:nvSpPr>
        <p:spPr>
          <a:xfrm>
            <a:off x="10072985" y="5597177"/>
            <a:ext cx="406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9" y="0"/>
                </a:moveTo>
                <a:lnTo>
                  <a:pt x="3648" y="216"/>
                </a:lnTo>
                <a:lnTo>
                  <a:pt x="6130" y="471"/>
                </a:lnTo>
                <a:lnTo>
                  <a:pt x="8577" y="795"/>
                </a:lnTo>
                <a:lnTo>
                  <a:pt x="10997" y="1210"/>
                </a:lnTo>
                <a:lnTo>
                  <a:pt x="13391" y="1745"/>
                </a:lnTo>
                <a:lnTo>
                  <a:pt x="15764" y="2424"/>
                </a:lnTo>
                <a:lnTo>
                  <a:pt x="18126" y="3275"/>
                </a:lnTo>
                <a:lnTo>
                  <a:pt x="20481" y="4320"/>
                </a:lnTo>
                <a:lnTo>
                  <a:pt x="21240" y="7348"/>
                </a:lnTo>
                <a:lnTo>
                  <a:pt x="21585" y="10122"/>
                </a:lnTo>
                <a:lnTo>
                  <a:pt x="21600" y="12787"/>
                </a:lnTo>
                <a:lnTo>
                  <a:pt x="21364" y="15492"/>
                </a:lnTo>
                <a:lnTo>
                  <a:pt x="20965" y="18382"/>
                </a:lnTo>
                <a:lnTo>
                  <a:pt x="20481" y="21600"/>
                </a:lnTo>
                <a:lnTo>
                  <a:pt x="17952" y="21384"/>
                </a:lnTo>
                <a:lnTo>
                  <a:pt x="15470" y="21129"/>
                </a:lnTo>
                <a:lnTo>
                  <a:pt x="13023" y="20805"/>
                </a:lnTo>
                <a:lnTo>
                  <a:pt x="10603" y="20390"/>
                </a:lnTo>
                <a:lnTo>
                  <a:pt x="8209" y="19855"/>
                </a:lnTo>
                <a:lnTo>
                  <a:pt x="5836" y="19176"/>
                </a:lnTo>
                <a:lnTo>
                  <a:pt x="3474" y="18325"/>
                </a:lnTo>
                <a:lnTo>
                  <a:pt x="1119" y="17280"/>
                </a:lnTo>
                <a:lnTo>
                  <a:pt x="360" y="14252"/>
                </a:lnTo>
                <a:lnTo>
                  <a:pt x="15" y="11478"/>
                </a:lnTo>
                <a:lnTo>
                  <a:pt x="0" y="8813"/>
                </a:lnTo>
                <a:lnTo>
                  <a:pt x="236" y="6108"/>
                </a:lnTo>
                <a:lnTo>
                  <a:pt x="635" y="3218"/>
                </a:lnTo>
                <a:lnTo>
                  <a:pt x="1119" y="0"/>
                </a:lnTo>
                <a:close/>
              </a:path>
            </a:pathLst>
          </a:custGeom>
          <a:solidFill>
            <a:srgbClr val="E1E6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1" name="contour_10599"/>
          <p:cNvSpPr/>
          <p:nvPr/>
        </p:nvSpPr>
        <p:spPr>
          <a:xfrm>
            <a:off x="7546158" y="5582601"/>
            <a:ext cx="3036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21" y="356"/>
                </a:lnTo>
                <a:lnTo>
                  <a:pt x="6848" y="713"/>
                </a:lnTo>
                <a:lnTo>
                  <a:pt x="10289" y="1071"/>
                </a:lnTo>
                <a:lnTo>
                  <a:pt x="13747" y="1432"/>
                </a:lnTo>
                <a:lnTo>
                  <a:pt x="17225" y="1795"/>
                </a:lnTo>
                <a:lnTo>
                  <a:pt x="20734" y="2160"/>
                </a:lnTo>
                <a:lnTo>
                  <a:pt x="17308" y="2160"/>
                </a:lnTo>
                <a:lnTo>
                  <a:pt x="13861" y="2160"/>
                </a:lnTo>
                <a:lnTo>
                  <a:pt x="10367" y="2160"/>
                </a:lnTo>
                <a:lnTo>
                  <a:pt x="10367" y="3588"/>
                </a:lnTo>
                <a:lnTo>
                  <a:pt x="10367" y="5024"/>
                </a:lnTo>
                <a:lnTo>
                  <a:pt x="10367" y="6480"/>
                </a:lnTo>
                <a:lnTo>
                  <a:pt x="12917" y="6944"/>
                </a:lnTo>
                <a:lnTo>
                  <a:pt x="15509" y="7417"/>
                </a:lnTo>
                <a:lnTo>
                  <a:pt x="16810" y="7722"/>
                </a:lnTo>
                <a:lnTo>
                  <a:pt x="20734" y="8640"/>
                </a:lnTo>
                <a:lnTo>
                  <a:pt x="21227" y="10154"/>
                </a:lnTo>
                <a:lnTo>
                  <a:pt x="21502" y="11256"/>
                </a:lnTo>
                <a:lnTo>
                  <a:pt x="21600" y="12262"/>
                </a:lnTo>
                <a:lnTo>
                  <a:pt x="21553" y="13489"/>
                </a:lnTo>
                <a:lnTo>
                  <a:pt x="21382" y="15254"/>
                </a:lnTo>
                <a:lnTo>
                  <a:pt x="21289" y="16440"/>
                </a:lnTo>
                <a:lnTo>
                  <a:pt x="21196" y="17632"/>
                </a:lnTo>
                <a:lnTo>
                  <a:pt x="21097" y="18842"/>
                </a:lnTo>
                <a:lnTo>
                  <a:pt x="21009" y="19526"/>
                </a:lnTo>
                <a:lnTo>
                  <a:pt x="20734" y="21600"/>
                </a:lnTo>
                <a:lnTo>
                  <a:pt x="17308" y="21600"/>
                </a:lnTo>
                <a:lnTo>
                  <a:pt x="13861" y="21600"/>
                </a:lnTo>
                <a:lnTo>
                  <a:pt x="10367" y="21600"/>
                </a:lnTo>
                <a:lnTo>
                  <a:pt x="9118" y="20410"/>
                </a:lnTo>
                <a:lnTo>
                  <a:pt x="8361" y="19522"/>
                </a:lnTo>
                <a:lnTo>
                  <a:pt x="7786" y="18492"/>
                </a:lnTo>
                <a:lnTo>
                  <a:pt x="7086" y="16874"/>
                </a:lnTo>
                <a:lnTo>
                  <a:pt x="6433" y="15409"/>
                </a:lnTo>
                <a:lnTo>
                  <a:pt x="5769" y="13921"/>
                </a:lnTo>
                <a:lnTo>
                  <a:pt x="5365" y="12889"/>
                </a:lnTo>
                <a:lnTo>
                  <a:pt x="4950" y="11852"/>
                </a:lnTo>
                <a:lnTo>
                  <a:pt x="4536" y="10800"/>
                </a:lnTo>
                <a:lnTo>
                  <a:pt x="4090" y="9768"/>
                </a:lnTo>
                <a:lnTo>
                  <a:pt x="3634" y="8731"/>
                </a:lnTo>
                <a:lnTo>
                  <a:pt x="3178" y="7679"/>
                </a:lnTo>
                <a:lnTo>
                  <a:pt x="2628" y="6400"/>
                </a:lnTo>
                <a:lnTo>
                  <a:pt x="2089" y="5121"/>
                </a:lnTo>
                <a:lnTo>
                  <a:pt x="1555" y="3843"/>
                </a:lnTo>
                <a:lnTo>
                  <a:pt x="1032" y="2562"/>
                </a:lnTo>
                <a:lnTo>
                  <a:pt x="513" y="1281"/>
                </a:lnTo>
                <a:lnTo>
                  <a:pt x="0" y="0"/>
                </a:lnTo>
                <a:close/>
              </a:path>
            </a:pathLst>
          </a:custGeom>
          <a:solidFill>
            <a:srgbClr val="797A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2" name="contour_10600"/>
          <p:cNvSpPr/>
          <p:nvPr/>
        </p:nvSpPr>
        <p:spPr>
          <a:xfrm>
            <a:off x="7895151" y="5560738"/>
            <a:ext cx="4455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36" y="0"/>
                </a:moveTo>
                <a:lnTo>
                  <a:pt x="6271" y="0"/>
                </a:lnTo>
                <a:lnTo>
                  <a:pt x="8620" y="0"/>
                </a:lnTo>
                <a:lnTo>
                  <a:pt x="11001" y="0"/>
                </a:lnTo>
                <a:lnTo>
                  <a:pt x="10224" y="1426"/>
                </a:lnTo>
                <a:lnTo>
                  <a:pt x="9447" y="2853"/>
                </a:lnTo>
                <a:lnTo>
                  <a:pt x="8666" y="4281"/>
                </a:lnTo>
                <a:lnTo>
                  <a:pt x="7885" y="5713"/>
                </a:lnTo>
                <a:lnTo>
                  <a:pt x="7105" y="7150"/>
                </a:lnTo>
                <a:lnTo>
                  <a:pt x="6317" y="8592"/>
                </a:lnTo>
                <a:lnTo>
                  <a:pt x="5529" y="10040"/>
                </a:lnTo>
                <a:lnTo>
                  <a:pt x="4734" y="11496"/>
                </a:lnTo>
                <a:lnTo>
                  <a:pt x="3936" y="12960"/>
                </a:lnTo>
                <a:lnTo>
                  <a:pt x="4974" y="13118"/>
                </a:lnTo>
                <a:lnTo>
                  <a:pt x="6013" y="13278"/>
                </a:lnTo>
                <a:lnTo>
                  <a:pt x="7451" y="13498"/>
                </a:lnTo>
                <a:lnTo>
                  <a:pt x="9677" y="13837"/>
                </a:lnTo>
                <a:lnTo>
                  <a:pt x="13086" y="14358"/>
                </a:lnTo>
                <a:lnTo>
                  <a:pt x="18067" y="15120"/>
                </a:lnTo>
                <a:lnTo>
                  <a:pt x="15735" y="15120"/>
                </a:lnTo>
                <a:lnTo>
                  <a:pt x="13400" y="15120"/>
                </a:lnTo>
                <a:lnTo>
                  <a:pt x="11054" y="15120"/>
                </a:lnTo>
                <a:lnTo>
                  <a:pt x="8698" y="15120"/>
                </a:lnTo>
                <a:lnTo>
                  <a:pt x="6327" y="15120"/>
                </a:lnTo>
                <a:lnTo>
                  <a:pt x="3936" y="15120"/>
                </a:lnTo>
                <a:lnTo>
                  <a:pt x="3936" y="16548"/>
                </a:lnTo>
                <a:lnTo>
                  <a:pt x="3936" y="17984"/>
                </a:lnTo>
                <a:lnTo>
                  <a:pt x="3936" y="19440"/>
                </a:lnTo>
                <a:lnTo>
                  <a:pt x="6433" y="19440"/>
                </a:lnTo>
                <a:lnTo>
                  <a:pt x="8935" y="19440"/>
                </a:lnTo>
                <a:lnTo>
                  <a:pt x="11443" y="19440"/>
                </a:lnTo>
                <a:lnTo>
                  <a:pt x="13962" y="19440"/>
                </a:lnTo>
                <a:lnTo>
                  <a:pt x="16491" y="19440"/>
                </a:lnTo>
                <a:lnTo>
                  <a:pt x="19035" y="19440"/>
                </a:lnTo>
                <a:lnTo>
                  <a:pt x="21600" y="19440"/>
                </a:lnTo>
                <a:lnTo>
                  <a:pt x="21600" y="20511"/>
                </a:lnTo>
                <a:lnTo>
                  <a:pt x="21600" y="21600"/>
                </a:lnTo>
                <a:lnTo>
                  <a:pt x="19268" y="21600"/>
                </a:lnTo>
                <a:lnTo>
                  <a:pt x="16933" y="21600"/>
                </a:lnTo>
                <a:lnTo>
                  <a:pt x="14598" y="21600"/>
                </a:lnTo>
                <a:lnTo>
                  <a:pt x="12256" y="21600"/>
                </a:lnTo>
                <a:lnTo>
                  <a:pt x="9906" y="21600"/>
                </a:lnTo>
                <a:lnTo>
                  <a:pt x="7546" y="21600"/>
                </a:lnTo>
                <a:lnTo>
                  <a:pt x="5179" y="21600"/>
                </a:lnTo>
                <a:lnTo>
                  <a:pt x="2798" y="21600"/>
                </a:lnTo>
                <a:lnTo>
                  <a:pt x="403" y="21600"/>
                </a:lnTo>
                <a:lnTo>
                  <a:pt x="364" y="20231"/>
                </a:lnTo>
                <a:lnTo>
                  <a:pt x="329" y="18861"/>
                </a:lnTo>
                <a:lnTo>
                  <a:pt x="293" y="17492"/>
                </a:lnTo>
                <a:lnTo>
                  <a:pt x="261" y="16122"/>
                </a:lnTo>
                <a:lnTo>
                  <a:pt x="233" y="14753"/>
                </a:lnTo>
                <a:lnTo>
                  <a:pt x="208" y="13383"/>
                </a:lnTo>
                <a:lnTo>
                  <a:pt x="184" y="12014"/>
                </a:lnTo>
                <a:lnTo>
                  <a:pt x="138" y="10649"/>
                </a:lnTo>
                <a:lnTo>
                  <a:pt x="92" y="9260"/>
                </a:lnTo>
                <a:lnTo>
                  <a:pt x="74" y="7951"/>
                </a:lnTo>
                <a:lnTo>
                  <a:pt x="57" y="6623"/>
                </a:lnTo>
                <a:lnTo>
                  <a:pt x="46" y="6018"/>
                </a:lnTo>
                <a:lnTo>
                  <a:pt x="0" y="4190"/>
                </a:lnTo>
                <a:lnTo>
                  <a:pt x="290" y="2983"/>
                </a:lnTo>
                <a:lnTo>
                  <a:pt x="795" y="2143"/>
                </a:lnTo>
                <a:lnTo>
                  <a:pt x="1887" y="1281"/>
                </a:lnTo>
                <a:lnTo>
                  <a:pt x="3936" y="0"/>
                </a:lnTo>
                <a:close/>
              </a:path>
            </a:pathLst>
          </a:custGeom>
          <a:solidFill>
            <a:srgbClr val="7242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3" name="contour_10601"/>
          <p:cNvSpPr/>
          <p:nvPr/>
        </p:nvSpPr>
        <p:spPr>
          <a:xfrm>
            <a:off x="7640902" y="5575313"/>
            <a:ext cx="503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24" y="0"/>
                </a:moveTo>
                <a:lnTo>
                  <a:pt x="5476" y="398"/>
                </a:lnTo>
                <a:lnTo>
                  <a:pt x="7675" y="830"/>
                </a:lnTo>
                <a:lnTo>
                  <a:pt x="9761" y="1324"/>
                </a:lnTo>
                <a:lnTo>
                  <a:pt x="11767" y="1904"/>
                </a:lnTo>
                <a:lnTo>
                  <a:pt x="13728" y="2595"/>
                </a:lnTo>
                <a:lnTo>
                  <a:pt x="15684" y="3425"/>
                </a:lnTo>
                <a:lnTo>
                  <a:pt x="17667" y="4413"/>
                </a:lnTo>
                <a:lnTo>
                  <a:pt x="19716" y="5591"/>
                </a:lnTo>
                <a:lnTo>
                  <a:pt x="20919" y="7881"/>
                </a:lnTo>
                <a:lnTo>
                  <a:pt x="21513" y="9711"/>
                </a:lnTo>
                <a:lnTo>
                  <a:pt x="21600" y="11417"/>
                </a:lnTo>
                <a:lnTo>
                  <a:pt x="21291" y="13340"/>
                </a:lnTo>
                <a:lnTo>
                  <a:pt x="20694" y="15814"/>
                </a:lnTo>
                <a:lnTo>
                  <a:pt x="20051" y="17724"/>
                </a:lnTo>
                <a:lnTo>
                  <a:pt x="19401" y="19650"/>
                </a:lnTo>
                <a:lnTo>
                  <a:pt x="18742" y="21600"/>
                </a:lnTo>
                <a:lnTo>
                  <a:pt x="18742" y="19560"/>
                </a:lnTo>
                <a:lnTo>
                  <a:pt x="18742" y="17508"/>
                </a:lnTo>
                <a:lnTo>
                  <a:pt x="18742" y="15429"/>
                </a:lnTo>
                <a:lnTo>
                  <a:pt x="16690" y="14663"/>
                </a:lnTo>
                <a:lnTo>
                  <a:pt x="15068" y="14265"/>
                </a:lnTo>
                <a:lnTo>
                  <a:pt x="12495" y="13886"/>
                </a:lnTo>
                <a:lnTo>
                  <a:pt x="9921" y="13506"/>
                </a:lnTo>
                <a:lnTo>
                  <a:pt x="8300" y="13108"/>
                </a:lnTo>
                <a:lnTo>
                  <a:pt x="6247" y="12343"/>
                </a:lnTo>
                <a:lnTo>
                  <a:pt x="6247" y="10303"/>
                </a:lnTo>
                <a:lnTo>
                  <a:pt x="6247" y="8251"/>
                </a:lnTo>
                <a:lnTo>
                  <a:pt x="6247" y="6171"/>
                </a:lnTo>
                <a:lnTo>
                  <a:pt x="4392" y="5039"/>
                </a:lnTo>
                <a:lnTo>
                  <a:pt x="3124" y="4339"/>
                </a:lnTo>
                <a:lnTo>
                  <a:pt x="1855" y="3786"/>
                </a:lnTo>
                <a:lnTo>
                  <a:pt x="0" y="3086"/>
                </a:lnTo>
                <a:lnTo>
                  <a:pt x="1549" y="1555"/>
                </a:lnTo>
                <a:lnTo>
                  <a:pt x="3124" y="0"/>
                </a:lnTo>
                <a:close/>
              </a:path>
            </a:pathLst>
          </a:custGeom>
          <a:solidFill>
            <a:srgbClr val="CAB9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4" name="contour_10602"/>
          <p:cNvSpPr/>
          <p:nvPr/>
        </p:nvSpPr>
        <p:spPr>
          <a:xfrm>
            <a:off x="5265017" y="5575313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3600" y="469"/>
                </a:lnTo>
                <a:lnTo>
                  <a:pt x="13900" y="1890"/>
                </a:lnTo>
                <a:lnTo>
                  <a:pt x="14205" y="3095"/>
                </a:lnTo>
                <a:lnTo>
                  <a:pt x="14512" y="4320"/>
                </a:lnTo>
                <a:lnTo>
                  <a:pt x="14796" y="5525"/>
                </a:lnTo>
                <a:lnTo>
                  <a:pt x="15082" y="6750"/>
                </a:lnTo>
                <a:lnTo>
                  <a:pt x="15638" y="7687"/>
                </a:lnTo>
                <a:lnTo>
                  <a:pt x="16200" y="8640"/>
                </a:lnTo>
                <a:lnTo>
                  <a:pt x="17985" y="8640"/>
                </a:lnTo>
                <a:lnTo>
                  <a:pt x="19780" y="8640"/>
                </a:lnTo>
                <a:lnTo>
                  <a:pt x="21600" y="8640"/>
                </a:lnTo>
                <a:lnTo>
                  <a:pt x="21600" y="10066"/>
                </a:lnTo>
                <a:lnTo>
                  <a:pt x="21600" y="11493"/>
                </a:lnTo>
                <a:lnTo>
                  <a:pt x="21600" y="12921"/>
                </a:lnTo>
                <a:lnTo>
                  <a:pt x="21600" y="14353"/>
                </a:lnTo>
                <a:lnTo>
                  <a:pt x="21600" y="15790"/>
                </a:lnTo>
                <a:lnTo>
                  <a:pt x="21600" y="17232"/>
                </a:lnTo>
                <a:lnTo>
                  <a:pt x="21600" y="18680"/>
                </a:lnTo>
                <a:lnTo>
                  <a:pt x="21600" y="20136"/>
                </a:lnTo>
                <a:lnTo>
                  <a:pt x="21600" y="21600"/>
                </a:lnTo>
                <a:lnTo>
                  <a:pt x="21044" y="20306"/>
                </a:lnTo>
                <a:lnTo>
                  <a:pt x="20480" y="19006"/>
                </a:lnTo>
                <a:lnTo>
                  <a:pt x="19912" y="17686"/>
                </a:lnTo>
                <a:lnTo>
                  <a:pt x="18932" y="16258"/>
                </a:lnTo>
                <a:lnTo>
                  <a:pt x="17820" y="14975"/>
                </a:lnTo>
                <a:lnTo>
                  <a:pt x="16586" y="13824"/>
                </a:lnTo>
                <a:lnTo>
                  <a:pt x="15239" y="12792"/>
                </a:lnTo>
                <a:lnTo>
                  <a:pt x="13797" y="11861"/>
                </a:lnTo>
                <a:lnTo>
                  <a:pt x="12263" y="11020"/>
                </a:lnTo>
                <a:lnTo>
                  <a:pt x="10654" y="10256"/>
                </a:lnTo>
                <a:lnTo>
                  <a:pt x="8978" y="9554"/>
                </a:lnTo>
                <a:lnTo>
                  <a:pt x="7249" y="8899"/>
                </a:lnTo>
                <a:lnTo>
                  <a:pt x="5476" y="8277"/>
                </a:lnTo>
                <a:lnTo>
                  <a:pt x="3667" y="7677"/>
                </a:lnTo>
                <a:lnTo>
                  <a:pt x="1839" y="7083"/>
                </a:lnTo>
                <a:lnTo>
                  <a:pt x="0" y="6480"/>
                </a:lnTo>
                <a:lnTo>
                  <a:pt x="605" y="5169"/>
                </a:lnTo>
                <a:lnTo>
                  <a:pt x="1088" y="4283"/>
                </a:lnTo>
                <a:lnTo>
                  <a:pt x="1704" y="3415"/>
                </a:lnTo>
                <a:lnTo>
                  <a:pt x="2700" y="2160"/>
                </a:lnTo>
                <a:lnTo>
                  <a:pt x="4658" y="2223"/>
                </a:lnTo>
                <a:lnTo>
                  <a:pt x="6102" y="2432"/>
                </a:lnTo>
                <a:lnTo>
                  <a:pt x="8267" y="2970"/>
                </a:lnTo>
                <a:lnTo>
                  <a:pt x="9007" y="3149"/>
                </a:lnTo>
                <a:lnTo>
                  <a:pt x="11232" y="3696"/>
                </a:lnTo>
                <a:lnTo>
                  <a:pt x="11796" y="3851"/>
                </a:lnTo>
                <a:lnTo>
                  <a:pt x="13500" y="4320"/>
                </a:lnTo>
                <a:lnTo>
                  <a:pt x="13500" y="2892"/>
                </a:lnTo>
                <a:lnTo>
                  <a:pt x="13500" y="1456"/>
                </a:lnTo>
                <a:lnTo>
                  <a:pt x="13500" y="0"/>
                </a:lnTo>
                <a:close/>
              </a:path>
            </a:pathLst>
          </a:custGeom>
          <a:solidFill>
            <a:srgbClr val="705E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5" name="contour_10603"/>
          <p:cNvSpPr/>
          <p:nvPr/>
        </p:nvSpPr>
        <p:spPr>
          <a:xfrm>
            <a:off x="8593661" y="5553450"/>
            <a:ext cx="3840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4" y="0"/>
                </a:moveTo>
                <a:lnTo>
                  <a:pt x="9812" y="1531"/>
                </a:lnTo>
                <a:lnTo>
                  <a:pt x="10320" y="3067"/>
                </a:lnTo>
                <a:lnTo>
                  <a:pt x="10841" y="4629"/>
                </a:lnTo>
                <a:lnTo>
                  <a:pt x="11685" y="6159"/>
                </a:lnTo>
                <a:lnTo>
                  <a:pt x="12538" y="7696"/>
                </a:lnTo>
                <a:lnTo>
                  <a:pt x="13403" y="9257"/>
                </a:lnTo>
                <a:lnTo>
                  <a:pt x="16112" y="9257"/>
                </a:lnTo>
                <a:lnTo>
                  <a:pt x="18837" y="9257"/>
                </a:lnTo>
                <a:lnTo>
                  <a:pt x="21600" y="9257"/>
                </a:lnTo>
                <a:lnTo>
                  <a:pt x="20924" y="11294"/>
                </a:lnTo>
                <a:lnTo>
                  <a:pt x="20247" y="13333"/>
                </a:lnTo>
                <a:lnTo>
                  <a:pt x="19567" y="15382"/>
                </a:lnTo>
                <a:lnTo>
                  <a:pt x="18883" y="17440"/>
                </a:lnTo>
                <a:lnTo>
                  <a:pt x="18194" y="19511"/>
                </a:lnTo>
                <a:lnTo>
                  <a:pt x="17501" y="21600"/>
                </a:lnTo>
                <a:lnTo>
                  <a:pt x="12726" y="21032"/>
                </a:lnTo>
                <a:lnTo>
                  <a:pt x="9378" y="20600"/>
                </a:lnTo>
                <a:lnTo>
                  <a:pt x="6996" y="20221"/>
                </a:lnTo>
                <a:lnTo>
                  <a:pt x="5127" y="19801"/>
                </a:lnTo>
                <a:lnTo>
                  <a:pt x="3316" y="19261"/>
                </a:lnTo>
                <a:lnTo>
                  <a:pt x="1107" y="18514"/>
                </a:lnTo>
                <a:lnTo>
                  <a:pt x="369" y="16404"/>
                </a:lnTo>
                <a:lnTo>
                  <a:pt x="0" y="14867"/>
                </a:lnTo>
                <a:lnTo>
                  <a:pt x="0" y="13460"/>
                </a:lnTo>
                <a:lnTo>
                  <a:pt x="369" y="11738"/>
                </a:lnTo>
                <a:lnTo>
                  <a:pt x="1107" y="9257"/>
                </a:lnTo>
                <a:lnTo>
                  <a:pt x="2853" y="7045"/>
                </a:lnTo>
                <a:lnTo>
                  <a:pt x="4144" y="5443"/>
                </a:lnTo>
                <a:lnTo>
                  <a:pt x="5205" y="4193"/>
                </a:lnTo>
                <a:lnTo>
                  <a:pt x="6267" y="3043"/>
                </a:lnTo>
                <a:lnTo>
                  <a:pt x="7558" y="1731"/>
                </a:lnTo>
                <a:lnTo>
                  <a:pt x="9304" y="0"/>
                </a:lnTo>
                <a:close/>
              </a:path>
            </a:pathLst>
          </a:custGeom>
          <a:solidFill>
            <a:srgbClr val="F1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6" name="contour_10604"/>
          <p:cNvSpPr/>
          <p:nvPr/>
        </p:nvSpPr>
        <p:spPr>
          <a:xfrm>
            <a:off x="681912" y="5589693"/>
            <a:ext cx="42686" cy="58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36" y="0"/>
                </a:moveTo>
                <a:lnTo>
                  <a:pt x="12908" y="444"/>
                </a:lnTo>
                <a:lnTo>
                  <a:pt x="15117" y="939"/>
                </a:lnTo>
                <a:lnTo>
                  <a:pt x="17285" y="1485"/>
                </a:lnTo>
                <a:lnTo>
                  <a:pt x="19443" y="2091"/>
                </a:lnTo>
                <a:lnTo>
                  <a:pt x="21600" y="2764"/>
                </a:lnTo>
                <a:lnTo>
                  <a:pt x="19166" y="2764"/>
                </a:lnTo>
                <a:lnTo>
                  <a:pt x="16710" y="2764"/>
                </a:lnTo>
                <a:lnTo>
                  <a:pt x="14224" y="2764"/>
                </a:lnTo>
                <a:lnTo>
                  <a:pt x="14416" y="4131"/>
                </a:lnTo>
                <a:lnTo>
                  <a:pt x="14611" y="5519"/>
                </a:lnTo>
                <a:lnTo>
                  <a:pt x="14748" y="7344"/>
                </a:lnTo>
                <a:lnTo>
                  <a:pt x="14829" y="9125"/>
                </a:lnTo>
                <a:lnTo>
                  <a:pt x="14836" y="10882"/>
                </a:lnTo>
                <a:lnTo>
                  <a:pt x="14752" y="12634"/>
                </a:lnTo>
                <a:lnTo>
                  <a:pt x="14556" y="14407"/>
                </a:lnTo>
                <a:lnTo>
                  <a:pt x="14224" y="16218"/>
                </a:lnTo>
                <a:lnTo>
                  <a:pt x="11868" y="17714"/>
                </a:lnTo>
                <a:lnTo>
                  <a:pt x="10127" y="18772"/>
                </a:lnTo>
                <a:lnTo>
                  <a:pt x="8692" y="19539"/>
                </a:lnTo>
                <a:lnTo>
                  <a:pt x="7258" y="20168"/>
                </a:lnTo>
                <a:lnTo>
                  <a:pt x="5517" y="20803"/>
                </a:lnTo>
                <a:lnTo>
                  <a:pt x="3161" y="21600"/>
                </a:lnTo>
                <a:lnTo>
                  <a:pt x="2180" y="19544"/>
                </a:lnTo>
                <a:lnTo>
                  <a:pt x="1342" y="17617"/>
                </a:lnTo>
                <a:lnTo>
                  <a:pt x="682" y="15782"/>
                </a:lnTo>
                <a:lnTo>
                  <a:pt x="225" y="14004"/>
                </a:lnTo>
                <a:lnTo>
                  <a:pt x="0" y="12244"/>
                </a:lnTo>
                <a:lnTo>
                  <a:pt x="37" y="10460"/>
                </a:lnTo>
                <a:lnTo>
                  <a:pt x="365" y="8619"/>
                </a:lnTo>
                <a:lnTo>
                  <a:pt x="1010" y="6684"/>
                </a:lnTo>
                <a:lnTo>
                  <a:pt x="2006" y="4615"/>
                </a:lnTo>
                <a:lnTo>
                  <a:pt x="3754" y="2408"/>
                </a:lnTo>
                <a:lnTo>
                  <a:pt x="5075" y="1068"/>
                </a:lnTo>
                <a:lnTo>
                  <a:pt x="6387" y="366"/>
                </a:lnTo>
                <a:lnTo>
                  <a:pt x="8102" y="83"/>
                </a:lnTo>
                <a:lnTo>
                  <a:pt x="10636" y="0"/>
                </a:lnTo>
                <a:close/>
              </a:path>
            </a:pathLst>
          </a:custGeom>
          <a:solidFill>
            <a:srgbClr val="796A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7" name="contour_10605"/>
          <p:cNvSpPr/>
          <p:nvPr/>
        </p:nvSpPr>
        <p:spPr>
          <a:xfrm>
            <a:off x="4157242" y="5582150"/>
            <a:ext cx="72880" cy="44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34" y="0"/>
                </a:moveTo>
                <a:lnTo>
                  <a:pt x="6560" y="71"/>
                </a:lnTo>
                <a:lnTo>
                  <a:pt x="7595" y="146"/>
                </a:lnTo>
                <a:lnTo>
                  <a:pt x="8640" y="221"/>
                </a:lnTo>
                <a:lnTo>
                  <a:pt x="8640" y="2573"/>
                </a:lnTo>
                <a:lnTo>
                  <a:pt x="8640" y="4946"/>
                </a:lnTo>
                <a:lnTo>
                  <a:pt x="8640" y="7347"/>
                </a:lnTo>
                <a:lnTo>
                  <a:pt x="10068" y="7347"/>
                </a:lnTo>
                <a:lnTo>
                  <a:pt x="11493" y="7347"/>
                </a:lnTo>
                <a:lnTo>
                  <a:pt x="12923" y="7347"/>
                </a:lnTo>
                <a:lnTo>
                  <a:pt x="14355" y="7347"/>
                </a:lnTo>
                <a:lnTo>
                  <a:pt x="15792" y="7347"/>
                </a:lnTo>
                <a:lnTo>
                  <a:pt x="17232" y="7347"/>
                </a:lnTo>
                <a:lnTo>
                  <a:pt x="18682" y="7347"/>
                </a:lnTo>
                <a:lnTo>
                  <a:pt x="20138" y="7347"/>
                </a:lnTo>
                <a:lnTo>
                  <a:pt x="21600" y="7347"/>
                </a:lnTo>
                <a:lnTo>
                  <a:pt x="21600" y="9115"/>
                </a:lnTo>
                <a:lnTo>
                  <a:pt x="21600" y="10910"/>
                </a:lnTo>
                <a:lnTo>
                  <a:pt x="20157" y="11698"/>
                </a:lnTo>
                <a:lnTo>
                  <a:pt x="18703" y="12443"/>
                </a:lnTo>
                <a:lnTo>
                  <a:pt x="17245" y="13152"/>
                </a:lnTo>
                <a:lnTo>
                  <a:pt x="15779" y="13825"/>
                </a:lnTo>
                <a:lnTo>
                  <a:pt x="14310" y="14474"/>
                </a:lnTo>
                <a:lnTo>
                  <a:pt x="11791" y="15568"/>
                </a:lnTo>
                <a:lnTo>
                  <a:pt x="9798" y="16455"/>
                </a:lnTo>
                <a:lnTo>
                  <a:pt x="8230" y="17182"/>
                </a:lnTo>
                <a:lnTo>
                  <a:pt x="6988" y="17816"/>
                </a:lnTo>
                <a:lnTo>
                  <a:pt x="5972" y="18411"/>
                </a:lnTo>
                <a:lnTo>
                  <a:pt x="5080" y="19031"/>
                </a:lnTo>
                <a:lnTo>
                  <a:pt x="4214" y="19729"/>
                </a:lnTo>
                <a:lnTo>
                  <a:pt x="3275" y="20563"/>
                </a:lnTo>
                <a:lnTo>
                  <a:pt x="2160" y="21600"/>
                </a:lnTo>
                <a:lnTo>
                  <a:pt x="1849" y="19430"/>
                </a:lnTo>
                <a:lnTo>
                  <a:pt x="1542" y="17264"/>
                </a:lnTo>
                <a:lnTo>
                  <a:pt x="1242" y="15090"/>
                </a:lnTo>
                <a:lnTo>
                  <a:pt x="946" y="12913"/>
                </a:lnTo>
                <a:lnTo>
                  <a:pt x="775" y="11701"/>
                </a:lnTo>
                <a:lnTo>
                  <a:pt x="261" y="8031"/>
                </a:lnTo>
                <a:lnTo>
                  <a:pt x="132" y="5922"/>
                </a:lnTo>
                <a:lnTo>
                  <a:pt x="0" y="3784"/>
                </a:lnTo>
                <a:lnTo>
                  <a:pt x="1302" y="1717"/>
                </a:lnTo>
                <a:lnTo>
                  <a:pt x="2313" y="638"/>
                </a:lnTo>
                <a:lnTo>
                  <a:pt x="3551" y="182"/>
                </a:lnTo>
                <a:lnTo>
                  <a:pt x="5534" y="0"/>
                </a:lnTo>
                <a:close/>
              </a:path>
            </a:pathLst>
          </a:custGeom>
          <a:solidFill>
            <a:srgbClr val="D7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8" name="contour_10606"/>
          <p:cNvSpPr/>
          <p:nvPr/>
        </p:nvSpPr>
        <p:spPr>
          <a:xfrm>
            <a:off x="3887586" y="5568026"/>
            <a:ext cx="58304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047" y="355"/>
                </a:lnTo>
                <a:lnTo>
                  <a:pt x="8694" y="747"/>
                </a:lnTo>
                <a:lnTo>
                  <a:pt x="10338" y="1164"/>
                </a:lnTo>
                <a:lnTo>
                  <a:pt x="11983" y="1606"/>
                </a:lnTo>
                <a:lnTo>
                  <a:pt x="12903" y="1833"/>
                </a:lnTo>
                <a:lnTo>
                  <a:pt x="15684" y="2513"/>
                </a:lnTo>
                <a:lnTo>
                  <a:pt x="17572" y="4160"/>
                </a:lnTo>
                <a:lnTo>
                  <a:pt x="18722" y="5813"/>
                </a:lnTo>
                <a:lnTo>
                  <a:pt x="19602" y="8460"/>
                </a:lnTo>
                <a:lnTo>
                  <a:pt x="20682" y="13094"/>
                </a:lnTo>
                <a:lnTo>
                  <a:pt x="20984" y="15576"/>
                </a:lnTo>
                <a:lnTo>
                  <a:pt x="21289" y="18068"/>
                </a:lnTo>
                <a:lnTo>
                  <a:pt x="21600" y="20596"/>
                </a:lnTo>
                <a:lnTo>
                  <a:pt x="19745" y="20756"/>
                </a:lnTo>
                <a:lnTo>
                  <a:pt x="17890" y="20895"/>
                </a:lnTo>
                <a:lnTo>
                  <a:pt x="16033" y="21023"/>
                </a:lnTo>
                <a:lnTo>
                  <a:pt x="14175" y="21137"/>
                </a:lnTo>
                <a:lnTo>
                  <a:pt x="12317" y="21240"/>
                </a:lnTo>
                <a:lnTo>
                  <a:pt x="10592" y="21358"/>
                </a:lnTo>
                <a:lnTo>
                  <a:pt x="8856" y="21476"/>
                </a:lnTo>
                <a:lnTo>
                  <a:pt x="7098" y="21600"/>
                </a:lnTo>
                <a:lnTo>
                  <a:pt x="6450" y="21451"/>
                </a:lnTo>
                <a:lnTo>
                  <a:pt x="5311" y="21193"/>
                </a:lnTo>
                <a:lnTo>
                  <a:pt x="2700" y="20596"/>
                </a:lnTo>
                <a:lnTo>
                  <a:pt x="1561" y="17517"/>
                </a:lnTo>
                <a:lnTo>
                  <a:pt x="899" y="15416"/>
                </a:lnTo>
                <a:lnTo>
                  <a:pt x="462" y="13331"/>
                </a:lnTo>
                <a:lnTo>
                  <a:pt x="0" y="10298"/>
                </a:lnTo>
                <a:lnTo>
                  <a:pt x="1785" y="10298"/>
                </a:lnTo>
                <a:lnTo>
                  <a:pt x="3580" y="10298"/>
                </a:lnTo>
                <a:lnTo>
                  <a:pt x="5400" y="10298"/>
                </a:lnTo>
                <a:lnTo>
                  <a:pt x="5400" y="6894"/>
                </a:lnTo>
                <a:lnTo>
                  <a:pt x="5400" y="3470"/>
                </a:lnTo>
                <a:lnTo>
                  <a:pt x="5400" y="0"/>
                </a:lnTo>
                <a:close/>
              </a:path>
            </a:pathLst>
          </a:custGeom>
          <a:solidFill>
            <a:srgbClr val="5949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09" name="contour_10607"/>
          <p:cNvSpPr/>
          <p:nvPr/>
        </p:nvSpPr>
        <p:spPr>
          <a:xfrm>
            <a:off x="7218198" y="5546162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23" y="194"/>
                </a:lnTo>
                <a:lnTo>
                  <a:pt x="4218" y="423"/>
                </a:lnTo>
                <a:lnTo>
                  <a:pt x="6295" y="704"/>
                </a:lnTo>
                <a:lnTo>
                  <a:pt x="8353" y="1050"/>
                </a:lnTo>
                <a:lnTo>
                  <a:pt x="10399" y="1477"/>
                </a:lnTo>
                <a:lnTo>
                  <a:pt x="12435" y="2004"/>
                </a:lnTo>
                <a:lnTo>
                  <a:pt x="14463" y="2644"/>
                </a:lnTo>
                <a:lnTo>
                  <a:pt x="16487" y="3408"/>
                </a:lnTo>
                <a:lnTo>
                  <a:pt x="18514" y="4320"/>
                </a:lnTo>
                <a:lnTo>
                  <a:pt x="19693" y="7188"/>
                </a:lnTo>
                <a:lnTo>
                  <a:pt x="20486" y="9845"/>
                </a:lnTo>
                <a:lnTo>
                  <a:pt x="20983" y="12459"/>
                </a:lnTo>
                <a:lnTo>
                  <a:pt x="21273" y="15185"/>
                </a:lnTo>
                <a:lnTo>
                  <a:pt x="21449" y="18179"/>
                </a:lnTo>
                <a:lnTo>
                  <a:pt x="21600" y="21600"/>
                </a:lnTo>
                <a:lnTo>
                  <a:pt x="19591" y="21362"/>
                </a:lnTo>
                <a:lnTo>
                  <a:pt x="17619" y="21073"/>
                </a:lnTo>
                <a:lnTo>
                  <a:pt x="15679" y="20714"/>
                </a:lnTo>
                <a:lnTo>
                  <a:pt x="13759" y="20265"/>
                </a:lnTo>
                <a:lnTo>
                  <a:pt x="11855" y="19716"/>
                </a:lnTo>
                <a:lnTo>
                  <a:pt x="9961" y="19047"/>
                </a:lnTo>
                <a:lnTo>
                  <a:pt x="8069" y="18239"/>
                </a:lnTo>
                <a:lnTo>
                  <a:pt x="6171" y="17280"/>
                </a:lnTo>
                <a:lnTo>
                  <a:pt x="4934" y="14990"/>
                </a:lnTo>
                <a:lnTo>
                  <a:pt x="3851" y="12666"/>
                </a:lnTo>
                <a:lnTo>
                  <a:pt x="2904" y="10295"/>
                </a:lnTo>
                <a:lnTo>
                  <a:pt x="2067" y="7858"/>
                </a:lnTo>
                <a:lnTo>
                  <a:pt x="1318" y="5344"/>
                </a:lnTo>
                <a:lnTo>
                  <a:pt x="636" y="2726"/>
                </a:lnTo>
                <a:lnTo>
                  <a:pt x="0" y="0"/>
                </a:lnTo>
                <a:close/>
              </a:path>
            </a:pathLst>
          </a:custGeom>
          <a:solidFill>
            <a:srgbClr val="44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0" name="contour_10608"/>
          <p:cNvSpPr/>
          <p:nvPr/>
        </p:nvSpPr>
        <p:spPr>
          <a:xfrm>
            <a:off x="8034453" y="5559018"/>
            <a:ext cx="65592" cy="23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575"/>
                </a:moveTo>
                <a:lnTo>
                  <a:pt x="4123" y="888"/>
                </a:lnTo>
                <a:lnTo>
                  <a:pt x="5734" y="400"/>
                </a:lnTo>
                <a:lnTo>
                  <a:pt x="7289" y="107"/>
                </a:lnTo>
                <a:lnTo>
                  <a:pt x="8842" y="0"/>
                </a:lnTo>
                <a:lnTo>
                  <a:pt x="10442" y="73"/>
                </a:lnTo>
                <a:lnTo>
                  <a:pt x="12149" y="320"/>
                </a:lnTo>
                <a:lnTo>
                  <a:pt x="13512" y="461"/>
                </a:lnTo>
                <a:lnTo>
                  <a:pt x="14892" y="601"/>
                </a:lnTo>
                <a:lnTo>
                  <a:pt x="16570" y="801"/>
                </a:lnTo>
                <a:lnTo>
                  <a:pt x="18247" y="1035"/>
                </a:lnTo>
                <a:lnTo>
                  <a:pt x="19925" y="1295"/>
                </a:lnTo>
                <a:lnTo>
                  <a:pt x="21600" y="1575"/>
                </a:lnTo>
                <a:lnTo>
                  <a:pt x="21600" y="5540"/>
                </a:lnTo>
                <a:lnTo>
                  <a:pt x="21600" y="9518"/>
                </a:lnTo>
                <a:lnTo>
                  <a:pt x="21600" y="13510"/>
                </a:lnTo>
                <a:lnTo>
                  <a:pt x="21600" y="17535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475" y="17635"/>
                </a:lnTo>
                <a:lnTo>
                  <a:pt x="953" y="13657"/>
                </a:lnTo>
                <a:lnTo>
                  <a:pt x="1430" y="9665"/>
                </a:lnTo>
                <a:lnTo>
                  <a:pt x="1913" y="5640"/>
                </a:lnTo>
                <a:lnTo>
                  <a:pt x="2400" y="1575"/>
                </a:lnTo>
                <a:close/>
              </a:path>
            </a:pathLst>
          </a:custGeom>
          <a:solidFill>
            <a:srgbClr val="EB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1" name="contour_10609"/>
          <p:cNvSpPr/>
          <p:nvPr/>
        </p:nvSpPr>
        <p:spPr>
          <a:xfrm>
            <a:off x="6611356" y="5502171"/>
            <a:ext cx="38379" cy="73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7"/>
                </a:moveTo>
                <a:lnTo>
                  <a:pt x="21600" y="1500"/>
                </a:lnTo>
                <a:lnTo>
                  <a:pt x="21600" y="2931"/>
                </a:lnTo>
                <a:lnTo>
                  <a:pt x="21600" y="4382"/>
                </a:lnTo>
                <a:lnTo>
                  <a:pt x="18905" y="4804"/>
                </a:lnTo>
                <a:lnTo>
                  <a:pt x="16776" y="5013"/>
                </a:lnTo>
                <a:lnTo>
                  <a:pt x="13396" y="5189"/>
                </a:lnTo>
                <a:lnTo>
                  <a:pt x="10103" y="5546"/>
                </a:lnTo>
                <a:lnTo>
                  <a:pt x="7974" y="5897"/>
                </a:lnTo>
                <a:lnTo>
                  <a:pt x="5193" y="6534"/>
                </a:lnTo>
                <a:lnTo>
                  <a:pt x="4184" y="7862"/>
                </a:lnTo>
                <a:lnTo>
                  <a:pt x="3589" y="9091"/>
                </a:lnTo>
                <a:lnTo>
                  <a:pt x="3335" y="10303"/>
                </a:lnTo>
                <a:lnTo>
                  <a:pt x="3339" y="11583"/>
                </a:lnTo>
                <a:lnTo>
                  <a:pt x="3528" y="13017"/>
                </a:lnTo>
                <a:lnTo>
                  <a:pt x="4910" y="14476"/>
                </a:lnTo>
                <a:lnTo>
                  <a:pt x="6473" y="15548"/>
                </a:lnTo>
                <a:lnTo>
                  <a:pt x="8331" y="16372"/>
                </a:lnTo>
                <a:lnTo>
                  <a:pt x="10599" y="17087"/>
                </a:lnTo>
                <a:lnTo>
                  <a:pt x="13396" y="17834"/>
                </a:lnTo>
                <a:lnTo>
                  <a:pt x="16112" y="18397"/>
                </a:lnTo>
                <a:lnTo>
                  <a:pt x="18848" y="18938"/>
                </a:lnTo>
                <a:lnTo>
                  <a:pt x="21600" y="19448"/>
                </a:lnTo>
                <a:lnTo>
                  <a:pt x="18794" y="20111"/>
                </a:lnTo>
                <a:lnTo>
                  <a:pt x="16752" y="20554"/>
                </a:lnTo>
                <a:lnTo>
                  <a:pt x="14881" y="20881"/>
                </a:lnTo>
                <a:lnTo>
                  <a:pt x="12592" y="21195"/>
                </a:lnTo>
                <a:lnTo>
                  <a:pt x="9295" y="21600"/>
                </a:lnTo>
                <a:lnTo>
                  <a:pt x="6661" y="20621"/>
                </a:lnTo>
                <a:lnTo>
                  <a:pt x="4930" y="19844"/>
                </a:lnTo>
                <a:lnTo>
                  <a:pt x="3327" y="18871"/>
                </a:lnTo>
                <a:lnTo>
                  <a:pt x="1091" y="17295"/>
                </a:lnTo>
                <a:lnTo>
                  <a:pt x="558" y="15488"/>
                </a:lnTo>
                <a:lnTo>
                  <a:pt x="238" y="14185"/>
                </a:lnTo>
                <a:lnTo>
                  <a:pt x="82" y="13019"/>
                </a:lnTo>
                <a:lnTo>
                  <a:pt x="41" y="11624"/>
                </a:lnTo>
                <a:lnTo>
                  <a:pt x="66" y="9629"/>
                </a:lnTo>
                <a:lnTo>
                  <a:pt x="45" y="8293"/>
                </a:lnTo>
                <a:lnTo>
                  <a:pt x="25" y="6947"/>
                </a:lnTo>
                <a:lnTo>
                  <a:pt x="0" y="5585"/>
                </a:lnTo>
                <a:lnTo>
                  <a:pt x="689" y="3622"/>
                </a:lnTo>
                <a:lnTo>
                  <a:pt x="1423" y="2458"/>
                </a:lnTo>
                <a:lnTo>
                  <a:pt x="2654" y="1636"/>
                </a:lnTo>
                <a:lnTo>
                  <a:pt x="4840" y="699"/>
                </a:lnTo>
                <a:lnTo>
                  <a:pt x="7654" y="368"/>
                </a:lnTo>
                <a:lnTo>
                  <a:pt x="10414" y="153"/>
                </a:lnTo>
                <a:lnTo>
                  <a:pt x="13159" y="37"/>
                </a:lnTo>
                <a:lnTo>
                  <a:pt x="15915" y="0"/>
                </a:lnTo>
                <a:lnTo>
                  <a:pt x="18716" y="19"/>
                </a:lnTo>
                <a:lnTo>
                  <a:pt x="21600" y="77"/>
                </a:lnTo>
                <a:close/>
              </a:path>
            </a:pathLst>
          </a:custGeom>
          <a:solidFill>
            <a:srgbClr val="723D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2" name="contour_10610"/>
          <p:cNvSpPr/>
          <p:nvPr/>
        </p:nvSpPr>
        <p:spPr>
          <a:xfrm>
            <a:off x="4601809" y="5531586"/>
            <a:ext cx="65672" cy="395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79" y="0"/>
                </a:moveTo>
                <a:lnTo>
                  <a:pt x="18364" y="0"/>
                </a:lnTo>
                <a:lnTo>
                  <a:pt x="19958" y="0"/>
                </a:lnTo>
                <a:lnTo>
                  <a:pt x="21574" y="0"/>
                </a:lnTo>
                <a:lnTo>
                  <a:pt x="21600" y="2723"/>
                </a:lnTo>
                <a:lnTo>
                  <a:pt x="21578" y="5335"/>
                </a:lnTo>
                <a:lnTo>
                  <a:pt x="21487" y="7860"/>
                </a:lnTo>
                <a:lnTo>
                  <a:pt x="21305" y="10313"/>
                </a:lnTo>
                <a:lnTo>
                  <a:pt x="21006" y="12722"/>
                </a:lnTo>
                <a:lnTo>
                  <a:pt x="20564" y="15104"/>
                </a:lnTo>
                <a:lnTo>
                  <a:pt x="19963" y="17481"/>
                </a:lnTo>
                <a:lnTo>
                  <a:pt x="19177" y="19879"/>
                </a:lnTo>
                <a:lnTo>
                  <a:pt x="17479" y="20519"/>
                </a:lnTo>
                <a:lnTo>
                  <a:pt x="15794" y="21008"/>
                </a:lnTo>
                <a:lnTo>
                  <a:pt x="14124" y="21350"/>
                </a:lnTo>
                <a:lnTo>
                  <a:pt x="12458" y="21544"/>
                </a:lnTo>
                <a:lnTo>
                  <a:pt x="10794" y="21600"/>
                </a:lnTo>
                <a:lnTo>
                  <a:pt x="9130" y="21517"/>
                </a:lnTo>
                <a:lnTo>
                  <a:pt x="7464" y="21302"/>
                </a:lnTo>
                <a:lnTo>
                  <a:pt x="5787" y="20952"/>
                </a:lnTo>
                <a:lnTo>
                  <a:pt x="4101" y="20479"/>
                </a:lnTo>
                <a:lnTo>
                  <a:pt x="2397" y="19879"/>
                </a:lnTo>
                <a:lnTo>
                  <a:pt x="1390" y="17457"/>
                </a:lnTo>
                <a:lnTo>
                  <a:pt x="805" y="15823"/>
                </a:lnTo>
                <a:lnTo>
                  <a:pt x="417" y="14229"/>
                </a:lnTo>
                <a:lnTo>
                  <a:pt x="0" y="11927"/>
                </a:lnTo>
                <a:lnTo>
                  <a:pt x="762" y="11780"/>
                </a:lnTo>
                <a:lnTo>
                  <a:pt x="3061" y="11339"/>
                </a:lnTo>
                <a:lnTo>
                  <a:pt x="3646" y="11204"/>
                </a:lnTo>
                <a:lnTo>
                  <a:pt x="4679" y="10969"/>
                </a:lnTo>
                <a:lnTo>
                  <a:pt x="7043" y="10436"/>
                </a:lnTo>
                <a:lnTo>
                  <a:pt x="8351" y="10158"/>
                </a:lnTo>
                <a:lnTo>
                  <a:pt x="9667" y="9880"/>
                </a:lnTo>
                <a:lnTo>
                  <a:pt x="11003" y="9597"/>
                </a:lnTo>
                <a:lnTo>
                  <a:pt x="11501" y="9355"/>
                </a:lnTo>
                <a:lnTo>
                  <a:pt x="12376" y="8929"/>
                </a:lnTo>
                <a:lnTo>
                  <a:pt x="14382" y="7951"/>
                </a:lnTo>
                <a:lnTo>
                  <a:pt x="15183" y="5502"/>
                </a:lnTo>
                <a:lnTo>
                  <a:pt x="15698" y="3860"/>
                </a:lnTo>
                <a:lnTo>
                  <a:pt x="16156" y="2274"/>
                </a:lnTo>
                <a:lnTo>
                  <a:pt x="16779" y="0"/>
                </a:lnTo>
                <a:close/>
              </a:path>
            </a:pathLst>
          </a:custGeom>
          <a:solidFill>
            <a:srgbClr val="9C87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3" name="contour_10611"/>
          <p:cNvSpPr/>
          <p:nvPr/>
        </p:nvSpPr>
        <p:spPr>
          <a:xfrm>
            <a:off x="1518989" y="5531586"/>
            <a:ext cx="59725" cy="594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50" y="0"/>
                </a:moveTo>
                <a:lnTo>
                  <a:pt x="19758" y="0"/>
                </a:lnTo>
                <a:lnTo>
                  <a:pt x="21086" y="0"/>
                </a:lnTo>
                <a:lnTo>
                  <a:pt x="21168" y="1522"/>
                </a:lnTo>
                <a:lnTo>
                  <a:pt x="21239" y="3045"/>
                </a:lnTo>
                <a:lnTo>
                  <a:pt x="21305" y="4567"/>
                </a:lnTo>
                <a:lnTo>
                  <a:pt x="21363" y="6090"/>
                </a:lnTo>
                <a:lnTo>
                  <a:pt x="21415" y="7612"/>
                </a:lnTo>
                <a:lnTo>
                  <a:pt x="21476" y="9026"/>
                </a:lnTo>
                <a:lnTo>
                  <a:pt x="21537" y="10451"/>
                </a:lnTo>
                <a:lnTo>
                  <a:pt x="21600" y="11894"/>
                </a:lnTo>
                <a:lnTo>
                  <a:pt x="21331" y="13866"/>
                </a:lnTo>
                <a:lnTo>
                  <a:pt x="21060" y="15224"/>
                </a:lnTo>
                <a:lnTo>
                  <a:pt x="20656" y="16310"/>
                </a:lnTo>
                <a:lnTo>
                  <a:pt x="19995" y="17464"/>
                </a:lnTo>
                <a:lnTo>
                  <a:pt x="18946" y="19032"/>
                </a:lnTo>
                <a:lnTo>
                  <a:pt x="17296" y="20056"/>
                </a:lnTo>
                <a:lnTo>
                  <a:pt x="15770" y="20777"/>
                </a:lnTo>
                <a:lnTo>
                  <a:pt x="14302" y="21243"/>
                </a:lnTo>
                <a:lnTo>
                  <a:pt x="12815" y="21499"/>
                </a:lnTo>
                <a:lnTo>
                  <a:pt x="11247" y="21600"/>
                </a:lnTo>
                <a:lnTo>
                  <a:pt x="9523" y="21587"/>
                </a:lnTo>
                <a:lnTo>
                  <a:pt x="7578" y="21513"/>
                </a:lnTo>
                <a:lnTo>
                  <a:pt x="6154" y="21465"/>
                </a:lnTo>
                <a:lnTo>
                  <a:pt x="4723" y="21417"/>
                </a:lnTo>
                <a:lnTo>
                  <a:pt x="3274" y="21367"/>
                </a:lnTo>
                <a:lnTo>
                  <a:pt x="2459" y="21322"/>
                </a:lnTo>
                <a:lnTo>
                  <a:pt x="0" y="21182"/>
                </a:lnTo>
                <a:lnTo>
                  <a:pt x="1252" y="20909"/>
                </a:lnTo>
                <a:lnTo>
                  <a:pt x="2512" y="20634"/>
                </a:lnTo>
                <a:lnTo>
                  <a:pt x="3790" y="20356"/>
                </a:lnTo>
                <a:lnTo>
                  <a:pt x="5150" y="19755"/>
                </a:lnTo>
                <a:lnTo>
                  <a:pt x="6518" y="19148"/>
                </a:lnTo>
                <a:lnTo>
                  <a:pt x="7907" y="18534"/>
                </a:lnTo>
                <a:lnTo>
                  <a:pt x="8342" y="17168"/>
                </a:lnTo>
                <a:lnTo>
                  <a:pt x="8780" y="15791"/>
                </a:lnTo>
                <a:lnTo>
                  <a:pt x="9225" y="14398"/>
                </a:lnTo>
                <a:lnTo>
                  <a:pt x="9660" y="13141"/>
                </a:lnTo>
                <a:lnTo>
                  <a:pt x="10098" y="11875"/>
                </a:lnTo>
                <a:lnTo>
                  <a:pt x="10543" y="10591"/>
                </a:lnTo>
                <a:lnTo>
                  <a:pt x="12583" y="10353"/>
                </a:lnTo>
                <a:lnTo>
                  <a:pt x="14014" y="10233"/>
                </a:lnTo>
                <a:lnTo>
                  <a:pt x="15216" y="10233"/>
                </a:lnTo>
                <a:lnTo>
                  <a:pt x="16568" y="10353"/>
                </a:lnTo>
                <a:lnTo>
                  <a:pt x="18450" y="10591"/>
                </a:lnTo>
                <a:lnTo>
                  <a:pt x="18450" y="8843"/>
                </a:lnTo>
                <a:lnTo>
                  <a:pt x="18450" y="7093"/>
                </a:lnTo>
                <a:lnTo>
                  <a:pt x="18450" y="5335"/>
                </a:lnTo>
                <a:lnTo>
                  <a:pt x="18450" y="3569"/>
                </a:lnTo>
                <a:lnTo>
                  <a:pt x="18450" y="1792"/>
                </a:lnTo>
                <a:lnTo>
                  <a:pt x="18450" y="0"/>
                </a:lnTo>
                <a:close/>
              </a:path>
            </a:pathLst>
          </a:custGeom>
          <a:solidFill>
            <a:srgbClr val="D2D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4" name="contour_10612"/>
          <p:cNvSpPr/>
          <p:nvPr/>
        </p:nvSpPr>
        <p:spPr>
          <a:xfrm>
            <a:off x="10264579" y="553887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19220" y="10800"/>
                </a:lnTo>
                <a:lnTo>
                  <a:pt x="16826" y="10800"/>
                </a:lnTo>
                <a:lnTo>
                  <a:pt x="14400" y="10800"/>
                </a:lnTo>
                <a:lnTo>
                  <a:pt x="14400" y="12938"/>
                </a:lnTo>
                <a:lnTo>
                  <a:pt x="14400" y="15084"/>
                </a:lnTo>
                <a:lnTo>
                  <a:pt x="14400" y="17237"/>
                </a:lnTo>
                <a:lnTo>
                  <a:pt x="14400" y="19408"/>
                </a:lnTo>
                <a:lnTo>
                  <a:pt x="14400" y="21600"/>
                </a:lnTo>
                <a:lnTo>
                  <a:pt x="12024" y="21600"/>
                </a:lnTo>
                <a:lnTo>
                  <a:pt x="9644" y="21600"/>
                </a:lnTo>
                <a:lnTo>
                  <a:pt x="7254" y="21600"/>
                </a:lnTo>
                <a:lnTo>
                  <a:pt x="4853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425" y="19195"/>
                </a:lnTo>
                <a:lnTo>
                  <a:pt x="875" y="16794"/>
                </a:lnTo>
                <a:lnTo>
                  <a:pt x="1350" y="14400"/>
                </a:lnTo>
                <a:lnTo>
                  <a:pt x="1728" y="12391"/>
                </a:lnTo>
                <a:lnTo>
                  <a:pt x="2110" y="10350"/>
                </a:lnTo>
                <a:lnTo>
                  <a:pt x="2851" y="8788"/>
                </a:lnTo>
                <a:lnTo>
                  <a:pt x="3600" y="7200"/>
                </a:lnTo>
                <a:lnTo>
                  <a:pt x="5980" y="7200"/>
                </a:lnTo>
                <a:lnTo>
                  <a:pt x="8374" y="7200"/>
                </a:lnTo>
                <a:lnTo>
                  <a:pt x="10800" y="7200"/>
                </a:lnTo>
                <a:lnTo>
                  <a:pt x="10800" y="4820"/>
                </a:lnTo>
                <a:lnTo>
                  <a:pt x="10800" y="2426"/>
                </a:lnTo>
                <a:lnTo>
                  <a:pt x="10800" y="0"/>
                </a:lnTo>
                <a:close/>
              </a:path>
            </a:pathLst>
          </a:custGeom>
          <a:solidFill>
            <a:srgbClr val="CBCF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5" name="contour_10613"/>
          <p:cNvSpPr/>
          <p:nvPr/>
        </p:nvSpPr>
        <p:spPr>
          <a:xfrm>
            <a:off x="5330608" y="5509722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875" y="1570"/>
                </a:lnTo>
                <a:lnTo>
                  <a:pt x="19400" y="2719"/>
                </a:lnTo>
                <a:lnTo>
                  <a:pt x="19789" y="4008"/>
                </a:lnTo>
                <a:lnTo>
                  <a:pt x="20250" y="6000"/>
                </a:lnTo>
                <a:lnTo>
                  <a:pt x="20657" y="7675"/>
                </a:lnTo>
                <a:lnTo>
                  <a:pt x="21067" y="9374"/>
                </a:lnTo>
                <a:lnTo>
                  <a:pt x="21200" y="10027"/>
                </a:lnTo>
                <a:lnTo>
                  <a:pt x="21600" y="12000"/>
                </a:lnTo>
                <a:lnTo>
                  <a:pt x="19220" y="12000"/>
                </a:lnTo>
                <a:lnTo>
                  <a:pt x="16826" y="12000"/>
                </a:lnTo>
                <a:lnTo>
                  <a:pt x="14400" y="12000"/>
                </a:lnTo>
                <a:lnTo>
                  <a:pt x="13324" y="13577"/>
                </a:lnTo>
                <a:lnTo>
                  <a:pt x="12740" y="14822"/>
                </a:lnTo>
                <a:lnTo>
                  <a:pt x="12150" y="16800"/>
                </a:lnTo>
                <a:lnTo>
                  <a:pt x="11743" y="18139"/>
                </a:lnTo>
                <a:lnTo>
                  <a:pt x="11333" y="19500"/>
                </a:lnTo>
                <a:lnTo>
                  <a:pt x="11066" y="20542"/>
                </a:lnTo>
                <a:lnTo>
                  <a:pt x="10800" y="21600"/>
                </a:lnTo>
                <a:lnTo>
                  <a:pt x="9605" y="20429"/>
                </a:lnTo>
                <a:lnTo>
                  <a:pt x="8831" y="19538"/>
                </a:lnTo>
                <a:lnTo>
                  <a:pt x="8143" y="18480"/>
                </a:lnTo>
                <a:lnTo>
                  <a:pt x="7200" y="16800"/>
                </a:lnTo>
                <a:lnTo>
                  <a:pt x="7985" y="14870"/>
                </a:lnTo>
                <a:lnTo>
                  <a:pt x="8564" y="13531"/>
                </a:lnTo>
                <a:lnTo>
                  <a:pt x="9112" y="12437"/>
                </a:lnTo>
                <a:lnTo>
                  <a:pt x="9799" y="11242"/>
                </a:lnTo>
                <a:lnTo>
                  <a:pt x="10800" y="9600"/>
                </a:lnTo>
                <a:lnTo>
                  <a:pt x="8420" y="9600"/>
                </a:lnTo>
                <a:lnTo>
                  <a:pt x="6026" y="9600"/>
                </a:lnTo>
                <a:lnTo>
                  <a:pt x="3600" y="9600"/>
                </a:lnTo>
                <a:lnTo>
                  <a:pt x="2491" y="7814"/>
                </a:lnTo>
                <a:lnTo>
                  <a:pt x="1750" y="6547"/>
                </a:lnTo>
                <a:lnTo>
                  <a:pt x="1202" y="5453"/>
                </a:lnTo>
                <a:lnTo>
                  <a:pt x="677" y="4186"/>
                </a:lnTo>
                <a:lnTo>
                  <a:pt x="0" y="2400"/>
                </a:lnTo>
                <a:lnTo>
                  <a:pt x="2354" y="1843"/>
                </a:lnTo>
                <a:lnTo>
                  <a:pt x="4572" y="1358"/>
                </a:lnTo>
                <a:lnTo>
                  <a:pt x="6707" y="946"/>
                </a:lnTo>
                <a:lnTo>
                  <a:pt x="8809" y="607"/>
                </a:lnTo>
                <a:lnTo>
                  <a:pt x="10933" y="343"/>
                </a:lnTo>
                <a:lnTo>
                  <a:pt x="13140" y="154"/>
                </a:lnTo>
                <a:lnTo>
                  <a:pt x="15476" y="38"/>
                </a:lnTo>
                <a:lnTo>
                  <a:pt x="18000" y="0"/>
                </a:lnTo>
                <a:close/>
              </a:path>
            </a:pathLst>
          </a:custGeom>
          <a:solidFill>
            <a:srgbClr val="2F2F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6" name="contour_10614"/>
          <p:cNvSpPr/>
          <p:nvPr/>
        </p:nvSpPr>
        <p:spPr>
          <a:xfrm>
            <a:off x="1125437" y="5514277"/>
            <a:ext cx="36957" cy="756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49" y="0"/>
                </a:moveTo>
                <a:lnTo>
                  <a:pt x="11590" y="115"/>
                </a:lnTo>
                <a:lnTo>
                  <a:pt x="13247" y="316"/>
                </a:lnTo>
                <a:lnTo>
                  <a:pt x="17038" y="781"/>
                </a:lnTo>
                <a:lnTo>
                  <a:pt x="18231" y="2169"/>
                </a:lnTo>
                <a:lnTo>
                  <a:pt x="19206" y="3537"/>
                </a:lnTo>
                <a:lnTo>
                  <a:pt x="19977" y="4888"/>
                </a:lnTo>
                <a:lnTo>
                  <a:pt x="20573" y="6237"/>
                </a:lnTo>
                <a:lnTo>
                  <a:pt x="21012" y="7589"/>
                </a:lnTo>
                <a:lnTo>
                  <a:pt x="21315" y="8952"/>
                </a:lnTo>
                <a:lnTo>
                  <a:pt x="21498" y="10335"/>
                </a:lnTo>
                <a:lnTo>
                  <a:pt x="21587" y="11750"/>
                </a:lnTo>
                <a:lnTo>
                  <a:pt x="21600" y="13204"/>
                </a:lnTo>
                <a:lnTo>
                  <a:pt x="21562" y="14703"/>
                </a:lnTo>
                <a:lnTo>
                  <a:pt x="21523" y="16002"/>
                </a:lnTo>
                <a:lnTo>
                  <a:pt x="21485" y="17307"/>
                </a:lnTo>
                <a:lnTo>
                  <a:pt x="21447" y="18631"/>
                </a:lnTo>
                <a:lnTo>
                  <a:pt x="21374" y="20105"/>
                </a:lnTo>
                <a:lnTo>
                  <a:pt x="21298" y="21600"/>
                </a:lnTo>
                <a:lnTo>
                  <a:pt x="20156" y="20353"/>
                </a:lnTo>
                <a:lnTo>
                  <a:pt x="19006" y="19098"/>
                </a:lnTo>
                <a:lnTo>
                  <a:pt x="17839" y="17825"/>
                </a:lnTo>
                <a:lnTo>
                  <a:pt x="16425" y="16481"/>
                </a:lnTo>
                <a:lnTo>
                  <a:pt x="14968" y="15252"/>
                </a:lnTo>
                <a:lnTo>
                  <a:pt x="13426" y="14120"/>
                </a:lnTo>
                <a:lnTo>
                  <a:pt x="11756" y="13056"/>
                </a:lnTo>
                <a:lnTo>
                  <a:pt x="9925" y="12036"/>
                </a:lnTo>
                <a:lnTo>
                  <a:pt x="7880" y="11030"/>
                </a:lnTo>
                <a:lnTo>
                  <a:pt x="5588" y="10018"/>
                </a:lnTo>
                <a:lnTo>
                  <a:pt x="3744" y="9029"/>
                </a:lnTo>
                <a:lnTo>
                  <a:pt x="1883" y="8036"/>
                </a:lnTo>
                <a:lnTo>
                  <a:pt x="0" y="7027"/>
                </a:lnTo>
                <a:lnTo>
                  <a:pt x="388" y="5020"/>
                </a:lnTo>
                <a:lnTo>
                  <a:pt x="1027" y="3452"/>
                </a:lnTo>
                <a:lnTo>
                  <a:pt x="2138" y="2244"/>
                </a:lnTo>
                <a:lnTo>
                  <a:pt x="3961" y="1320"/>
                </a:lnTo>
                <a:lnTo>
                  <a:pt x="6722" y="598"/>
                </a:lnTo>
                <a:lnTo>
                  <a:pt x="10649" y="0"/>
                </a:lnTo>
                <a:close/>
              </a:path>
            </a:pathLst>
          </a:custGeom>
          <a:solidFill>
            <a:srgbClr val="BDA4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7" name="contour_10615"/>
          <p:cNvSpPr/>
          <p:nvPr/>
        </p:nvSpPr>
        <p:spPr>
          <a:xfrm>
            <a:off x="2741273" y="5502434"/>
            <a:ext cx="3013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76" y="0"/>
                </a:moveTo>
                <a:lnTo>
                  <a:pt x="18591" y="2090"/>
                </a:lnTo>
                <a:lnTo>
                  <a:pt x="19782" y="4023"/>
                </a:lnTo>
                <a:lnTo>
                  <a:pt x="20717" y="5848"/>
                </a:lnTo>
                <a:lnTo>
                  <a:pt x="21339" y="7603"/>
                </a:lnTo>
                <a:lnTo>
                  <a:pt x="21600" y="9337"/>
                </a:lnTo>
                <a:lnTo>
                  <a:pt x="21464" y="11086"/>
                </a:lnTo>
                <a:lnTo>
                  <a:pt x="20874" y="12895"/>
                </a:lnTo>
                <a:lnTo>
                  <a:pt x="19787" y="14812"/>
                </a:lnTo>
                <a:lnTo>
                  <a:pt x="18158" y="16875"/>
                </a:lnTo>
                <a:lnTo>
                  <a:pt x="16115" y="18878"/>
                </a:lnTo>
                <a:lnTo>
                  <a:pt x="14506" y="20104"/>
                </a:lnTo>
                <a:lnTo>
                  <a:pt x="11952" y="21600"/>
                </a:lnTo>
                <a:lnTo>
                  <a:pt x="8499" y="21600"/>
                </a:lnTo>
                <a:lnTo>
                  <a:pt x="5025" y="21600"/>
                </a:lnTo>
                <a:lnTo>
                  <a:pt x="1504" y="21600"/>
                </a:lnTo>
                <a:lnTo>
                  <a:pt x="857" y="17631"/>
                </a:lnTo>
                <a:lnTo>
                  <a:pt x="381" y="14429"/>
                </a:lnTo>
                <a:lnTo>
                  <a:pt x="84" y="11883"/>
                </a:lnTo>
                <a:lnTo>
                  <a:pt x="0" y="9882"/>
                </a:lnTo>
                <a:lnTo>
                  <a:pt x="136" y="8316"/>
                </a:lnTo>
                <a:lnTo>
                  <a:pt x="528" y="7074"/>
                </a:lnTo>
                <a:lnTo>
                  <a:pt x="1186" y="6045"/>
                </a:lnTo>
                <a:lnTo>
                  <a:pt x="2136" y="5116"/>
                </a:lnTo>
                <a:lnTo>
                  <a:pt x="3401" y="4180"/>
                </a:lnTo>
                <a:lnTo>
                  <a:pt x="4994" y="3121"/>
                </a:lnTo>
                <a:lnTo>
                  <a:pt x="7627" y="2265"/>
                </a:lnTo>
                <a:lnTo>
                  <a:pt x="9779" y="1655"/>
                </a:lnTo>
                <a:lnTo>
                  <a:pt x="12579" y="999"/>
                </a:lnTo>
                <a:lnTo>
                  <a:pt x="17176" y="0"/>
                </a:lnTo>
                <a:close/>
              </a:path>
            </a:pathLst>
          </a:custGeom>
          <a:solidFill>
            <a:srgbClr val="DBE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8" name="contour_10616"/>
          <p:cNvSpPr/>
          <p:nvPr/>
        </p:nvSpPr>
        <p:spPr>
          <a:xfrm>
            <a:off x="7327518" y="550243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3D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19" name="contour_10617"/>
          <p:cNvSpPr/>
          <p:nvPr/>
        </p:nvSpPr>
        <p:spPr>
          <a:xfrm>
            <a:off x="1409669" y="5495146"/>
            <a:ext cx="87456" cy="23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19829" y="4840"/>
                </a:lnTo>
                <a:lnTo>
                  <a:pt x="18311" y="8925"/>
                </a:lnTo>
                <a:lnTo>
                  <a:pt x="17006" y="12327"/>
                </a:lnTo>
                <a:lnTo>
                  <a:pt x="15874" y="15092"/>
                </a:lnTo>
                <a:lnTo>
                  <a:pt x="14875" y="17285"/>
                </a:lnTo>
                <a:lnTo>
                  <a:pt x="13966" y="18953"/>
                </a:lnTo>
                <a:lnTo>
                  <a:pt x="13108" y="20168"/>
                </a:lnTo>
                <a:lnTo>
                  <a:pt x="12258" y="20970"/>
                </a:lnTo>
                <a:lnTo>
                  <a:pt x="11380" y="21429"/>
                </a:lnTo>
                <a:lnTo>
                  <a:pt x="10431" y="21600"/>
                </a:lnTo>
                <a:lnTo>
                  <a:pt x="9369" y="21534"/>
                </a:lnTo>
                <a:lnTo>
                  <a:pt x="8156" y="21298"/>
                </a:lnTo>
                <a:lnTo>
                  <a:pt x="6750" y="20937"/>
                </a:lnTo>
                <a:lnTo>
                  <a:pt x="6257" y="20871"/>
                </a:lnTo>
                <a:lnTo>
                  <a:pt x="4766" y="20661"/>
                </a:lnTo>
                <a:lnTo>
                  <a:pt x="3575" y="20470"/>
                </a:lnTo>
                <a:lnTo>
                  <a:pt x="2383" y="20241"/>
                </a:lnTo>
                <a:lnTo>
                  <a:pt x="1192" y="19984"/>
                </a:lnTo>
                <a:lnTo>
                  <a:pt x="0" y="19702"/>
                </a:lnTo>
                <a:lnTo>
                  <a:pt x="0" y="15801"/>
                </a:lnTo>
                <a:lnTo>
                  <a:pt x="0" y="11887"/>
                </a:lnTo>
                <a:lnTo>
                  <a:pt x="0" y="7960"/>
                </a:lnTo>
                <a:lnTo>
                  <a:pt x="0" y="4000"/>
                </a:lnTo>
                <a:lnTo>
                  <a:pt x="0" y="0"/>
                </a:lnTo>
                <a:close/>
              </a:path>
            </a:pathLst>
          </a:custGeom>
          <a:solidFill>
            <a:srgbClr val="E2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0" name="contour_10618"/>
          <p:cNvSpPr/>
          <p:nvPr/>
        </p:nvSpPr>
        <p:spPr>
          <a:xfrm>
            <a:off x="7305654" y="5487129"/>
            <a:ext cx="80168" cy="298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27"/>
                </a:moveTo>
                <a:lnTo>
                  <a:pt x="2765" y="342"/>
                </a:lnTo>
                <a:lnTo>
                  <a:pt x="5194" y="190"/>
                </a:lnTo>
                <a:lnTo>
                  <a:pt x="7317" y="74"/>
                </a:lnTo>
                <a:lnTo>
                  <a:pt x="9168" y="11"/>
                </a:lnTo>
                <a:lnTo>
                  <a:pt x="10778" y="0"/>
                </a:lnTo>
                <a:lnTo>
                  <a:pt x="12178" y="58"/>
                </a:lnTo>
                <a:lnTo>
                  <a:pt x="13400" y="184"/>
                </a:lnTo>
                <a:lnTo>
                  <a:pt x="14474" y="385"/>
                </a:lnTo>
                <a:lnTo>
                  <a:pt x="15434" y="680"/>
                </a:lnTo>
                <a:lnTo>
                  <a:pt x="16312" y="1064"/>
                </a:lnTo>
                <a:lnTo>
                  <a:pt x="17137" y="1554"/>
                </a:lnTo>
                <a:lnTo>
                  <a:pt x="17944" y="2149"/>
                </a:lnTo>
                <a:lnTo>
                  <a:pt x="18761" y="2866"/>
                </a:lnTo>
                <a:lnTo>
                  <a:pt x="19621" y="3709"/>
                </a:lnTo>
                <a:lnTo>
                  <a:pt x="20557" y="4678"/>
                </a:lnTo>
                <a:lnTo>
                  <a:pt x="21600" y="5795"/>
                </a:lnTo>
                <a:lnTo>
                  <a:pt x="21600" y="9277"/>
                </a:lnTo>
                <a:lnTo>
                  <a:pt x="21600" y="12781"/>
                </a:lnTo>
                <a:lnTo>
                  <a:pt x="21600" y="16332"/>
                </a:lnTo>
                <a:lnTo>
                  <a:pt x="20198" y="18112"/>
                </a:lnTo>
                <a:lnTo>
                  <a:pt x="19191" y="19277"/>
                </a:lnTo>
                <a:lnTo>
                  <a:pt x="18295" y="20077"/>
                </a:lnTo>
                <a:lnTo>
                  <a:pt x="17229" y="20768"/>
                </a:lnTo>
                <a:lnTo>
                  <a:pt x="15709" y="21600"/>
                </a:lnTo>
                <a:lnTo>
                  <a:pt x="14735" y="18987"/>
                </a:lnTo>
                <a:lnTo>
                  <a:pt x="13745" y="16332"/>
                </a:lnTo>
                <a:lnTo>
                  <a:pt x="12585" y="15747"/>
                </a:lnTo>
                <a:lnTo>
                  <a:pt x="11422" y="15204"/>
                </a:lnTo>
                <a:lnTo>
                  <a:pt x="10256" y="14699"/>
                </a:lnTo>
                <a:lnTo>
                  <a:pt x="9090" y="14224"/>
                </a:lnTo>
                <a:lnTo>
                  <a:pt x="7921" y="13782"/>
                </a:lnTo>
                <a:lnTo>
                  <a:pt x="6751" y="13371"/>
                </a:lnTo>
                <a:lnTo>
                  <a:pt x="5490" y="12928"/>
                </a:lnTo>
                <a:lnTo>
                  <a:pt x="4222" y="12481"/>
                </a:lnTo>
                <a:lnTo>
                  <a:pt x="2938" y="12033"/>
                </a:lnTo>
                <a:lnTo>
                  <a:pt x="2506" y="11891"/>
                </a:lnTo>
                <a:lnTo>
                  <a:pt x="1744" y="11638"/>
                </a:lnTo>
                <a:lnTo>
                  <a:pt x="0" y="11063"/>
                </a:lnTo>
                <a:lnTo>
                  <a:pt x="0" y="7581"/>
                </a:lnTo>
                <a:lnTo>
                  <a:pt x="0" y="4078"/>
                </a:lnTo>
                <a:lnTo>
                  <a:pt x="0" y="527"/>
                </a:lnTo>
                <a:close/>
              </a:path>
            </a:pathLst>
          </a:custGeom>
          <a:solidFill>
            <a:srgbClr val="5C5F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1" name="contour_10619"/>
          <p:cNvSpPr/>
          <p:nvPr/>
        </p:nvSpPr>
        <p:spPr>
          <a:xfrm>
            <a:off x="2036436" y="5480570"/>
            <a:ext cx="43728" cy="453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70" y="1722"/>
                </a:lnTo>
                <a:lnTo>
                  <a:pt x="12150" y="3473"/>
                </a:lnTo>
                <a:lnTo>
                  <a:pt x="13266" y="5195"/>
                </a:lnTo>
                <a:lnTo>
                  <a:pt x="14400" y="6945"/>
                </a:lnTo>
                <a:lnTo>
                  <a:pt x="16780" y="6945"/>
                </a:lnTo>
                <a:lnTo>
                  <a:pt x="19174" y="6945"/>
                </a:lnTo>
                <a:lnTo>
                  <a:pt x="21600" y="6945"/>
                </a:lnTo>
                <a:lnTo>
                  <a:pt x="20819" y="9102"/>
                </a:lnTo>
                <a:lnTo>
                  <a:pt x="19998" y="11192"/>
                </a:lnTo>
                <a:lnTo>
                  <a:pt x="19116" y="13224"/>
                </a:lnTo>
                <a:lnTo>
                  <a:pt x="18140" y="15196"/>
                </a:lnTo>
                <a:lnTo>
                  <a:pt x="17046" y="17120"/>
                </a:lnTo>
                <a:lnTo>
                  <a:pt x="15811" y="18999"/>
                </a:lnTo>
                <a:lnTo>
                  <a:pt x="14400" y="20836"/>
                </a:lnTo>
                <a:lnTo>
                  <a:pt x="11884" y="21346"/>
                </a:lnTo>
                <a:lnTo>
                  <a:pt x="9547" y="21583"/>
                </a:lnTo>
                <a:lnTo>
                  <a:pt x="7294" y="21600"/>
                </a:lnTo>
                <a:lnTo>
                  <a:pt x="5015" y="21447"/>
                </a:lnTo>
                <a:lnTo>
                  <a:pt x="2621" y="21176"/>
                </a:lnTo>
                <a:lnTo>
                  <a:pt x="0" y="20836"/>
                </a:lnTo>
                <a:lnTo>
                  <a:pt x="839" y="18718"/>
                </a:lnTo>
                <a:lnTo>
                  <a:pt x="1681" y="16599"/>
                </a:lnTo>
                <a:lnTo>
                  <a:pt x="2527" y="14485"/>
                </a:lnTo>
                <a:lnTo>
                  <a:pt x="3377" y="12370"/>
                </a:lnTo>
                <a:lnTo>
                  <a:pt x="4003" y="10797"/>
                </a:lnTo>
                <a:lnTo>
                  <a:pt x="4633" y="9216"/>
                </a:lnTo>
                <a:lnTo>
                  <a:pt x="5274" y="7609"/>
                </a:lnTo>
                <a:lnTo>
                  <a:pt x="6444" y="5164"/>
                </a:lnTo>
                <a:lnTo>
                  <a:pt x="7409" y="3556"/>
                </a:lnTo>
                <a:lnTo>
                  <a:pt x="8690" y="2073"/>
                </a:lnTo>
                <a:lnTo>
                  <a:pt x="10800" y="0"/>
                </a:lnTo>
                <a:close/>
              </a:path>
            </a:pathLst>
          </a:custGeom>
          <a:solidFill>
            <a:srgbClr val="E1E0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2" name="contour_10620"/>
          <p:cNvSpPr/>
          <p:nvPr/>
        </p:nvSpPr>
        <p:spPr>
          <a:xfrm>
            <a:off x="1285773" y="5473282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37" y="292"/>
                </a:lnTo>
                <a:lnTo>
                  <a:pt x="2151" y="672"/>
                </a:lnTo>
                <a:lnTo>
                  <a:pt x="4445" y="1390"/>
                </a:lnTo>
                <a:lnTo>
                  <a:pt x="8640" y="2700"/>
                </a:lnTo>
                <a:lnTo>
                  <a:pt x="7569" y="4037"/>
                </a:lnTo>
                <a:lnTo>
                  <a:pt x="6497" y="5378"/>
                </a:lnTo>
                <a:lnTo>
                  <a:pt x="5413" y="6731"/>
                </a:lnTo>
                <a:lnTo>
                  <a:pt x="4320" y="8100"/>
                </a:lnTo>
                <a:lnTo>
                  <a:pt x="7176" y="8100"/>
                </a:lnTo>
                <a:lnTo>
                  <a:pt x="10048" y="8100"/>
                </a:lnTo>
                <a:lnTo>
                  <a:pt x="12960" y="8100"/>
                </a:lnTo>
                <a:lnTo>
                  <a:pt x="14576" y="9866"/>
                </a:lnTo>
                <a:lnTo>
                  <a:pt x="15617" y="11159"/>
                </a:lnTo>
                <a:lnTo>
                  <a:pt x="16550" y="12609"/>
                </a:lnTo>
                <a:lnTo>
                  <a:pt x="17820" y="14850"/>
                </a:lnTo>
                <a:lnTo>
                  <a:pt x="18546" y="16106"/>
                </a:lnTo>
                <a:lnTo>
                  <a:pt x="19276" y="17366"/>
                </a:lnTo>
                <a:lnTo>
                  <a:pt x="20015" y="18646"/>
                </a:lnTo>
                <a:lnTo>
                  <a:pt x="20801" y="2011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CBBF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3" name="contour_10621"/>
          <p:cNvSpPr/>
          <p:nvPr/>
        </p:nvSpPr>
        <p:spPr>
          <a:xfrm>
            <a:off x="7035999" y="5451418"/>
            <a:ext cx="58304" cy="530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91" y="1133"/>
                </a:lnTo>
                <a:lnTo>
                  <a:pt x="11791" y="2284"/>
                </a:lnTo>
                <a:lnTo>
                  <a:pt x="12587" y="4052"/>
                </a:lnTo>
                <a:lnTo>
                  <a:pt x="13395" y="5796"/>
                </a:lnTo>
                <a:lnTo>
                  <a:pt x="14218" y="7516"/>
                </a:lnTo>
                <a:lnTo>
                  <a:pt x="15061" y="9219"/>
                </a:lnTo>
                <a:lnTo>
                  <a:pt x="15922" y="10904"/>
                </a:lnTo>
                <a:lnTo>
                  <a:pt x="16802" y="12574"/>
                </a:lnTo>
                <a:lnTo>
                  <a:pt x="17709" y="14229"/>
                </a:lnTo>
                <a:lnTo>
                  <a:pt x="18638" y="15875"/>
                </a:lnTo>
                <a:lnTo>
                  <a:pt x="19597" y="17510"/>
                </a:lnTo>
                <a:lnTo>
                  <a:pt x="20582" y="19138"/>
                </a:lnTo>
                <a:lnTo>
                  <a:pt x="21600" y="20764"/>
                </a:lnTo>
                <a:lnTo>
                  <a:pt x="18128" y="21164"/>
                </a:lnTo>
                <a:lnTo>
                  <a:pt x="15387" y="21449"/>
                </a:lnTo>
                <a:lnTo>
                  <a:pt x="13241" y="21600"/>
                </a:lnTo>
                <a:lnTo>
                  <a:pt x="11556" y="21600"/>
                </a:lnTo>
                <a:lnTo>
                  <a:pt x="10201" y="21434"/>
                </a:lnTo>
                <a:lnTo>
                  <a:pt x="9040" y="21087"/>
                </a:lnTo>
                <a:lnTo>
                  <a:pt x="7943" y="20538"/>
                </a:lnTo>
                <a:lnTo>
                  <a:pt x="6774" y="19776"/>
                </a:lnTo>
                <a:lnTo>
                  <a:pt x="5400" y="18782"/>
                </a:lnTo>
                <a:lnTo>
                  <a:pt x="4304" y="17542"/>
                </a:lnTo>
                <a:lnTo>
                  <a:pt x="3475" y="16563"/>
                </a:lnTo>
                <a:lnTo>
                  <a:pt x="2654" y="15510"/>
                </a:lnTo>
                <a:lnTo>
                  <a:pt x="1582" y="14057"/>
                </a:lnTo>
                <a:lnTo>
                  <a:pt x="0" y="11865"/>
                </a:lnTo>
                <a:lnTo>
                  <a:pt x="1283" y="12108"/>
                </a:lnTo>
                <a:lnTo>
                  <a:pt x="2573" y="12357"/>
                </a:lnTo>
                <a:lnTo>
                  <a:pt x="3883" y="12606"/>
                </a:lnTo>
                <a:lnTo>
                  <a:pt x="5276" y="12363"/>
                </a:lnTo>
                <a:lnTo>
                  <a:pt x="6677" y="12114"/>
                </a:lnTo>
                <a:lnTo>
                  <a:pt x="8100" y="11865"/>
                </a:lnTo>
                <a:lnTo>
                  <a:pt x="8837" y="9949"/>
                </a:lnTo>
                <a:lnTo>
                  <a:pt x="9420" y="8018"/>
                </a:lnTo>
                <a:lnTo>
                  <a:pt x="9882" y="6063"/>
                </a:lnTo>
                <a:lnTo>
                  <a:pt x="10246" y="4079"/>
                </a:lnTo>
                <a:lnTo>
                  <a:pt x="10543" y="2062"/>
                </a:lnTo>
                <a:lnTo>
                  <a:pt x="10800" y="0"/>
                </a:lnTo>
                <a:close/>
              </a:path>
            </a:pathLst>
          </a:custGeom>
          <a:solidFill>
            <a:srgbClr val="B8BC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4" name="contour_10622"/>
          <p:cNvSpPr/>
          <p:nvPr/>
        </p:nvSpPr>
        <p:spPr>
          <a:xfrm>
            <a:off x="7428843" y="5479855"/>
            <a:ext cx="37147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72" y="0"/>
                </a:moveTo>
                <a:lnTo>
                  <a:pt x="11336" y="71"/>
                </a:lnTo>
                <a:lnTo>
                  <a:pt x="13900" y="142"/>
                </a:lnTo>
                <a:lnTo>
                  <a:pt x="16468" y="209"/>
                </a:lnTo>
                <a:lnTo>
                  <a:pt x="19032" y="280"/>
                </a:lnTo>
                <a:lnTo>
                  <a:pt x="21600" y="347"/>
                </a:lnTo>
                <a:lnTo>
                  <a:pt x="21600" y="2688"/>
                </a:lnTo>
                <a:lnTo>
                  <a:pt x="21600" y="5030"/>
                </a:lnTo>
                <a:lnTo>
                  <a:pt x="21600" y="7378"/>
                </a:lnTo>
                <a:lnTo>
                  <a:pt x="21600" y="9741"/>
                </a:lnTo>
                <a:lnTo>
                  <a:pt x="21600" y="12118"/>
                </a:lnTo>
                <a:lnTo>
                  <a:pt x="21600" y="14516"/>
                </a:lnTo>
                <a:lnTo>
                  <a:pt x="19079" y="14516"/>
                </a:lnTo>
                <a:lnTo>
                  <a:pt x="16557" y="14516"/>
                </a:lnTo>
                <a:lnTo>
                  <a:pt x="14019" y="14516"/>
                </a:lnTo>
                <a:lnTo>
                  <a:pt x="11463" y="14516"/>
                </a:lnTo>
                <a:lnTo>
                  <a:pt x="8887" y="14516"/>
                </a:lnTo>
                <a:lnTo>
                  <a:pt x="8887" y="16857"/>
                </a:lnTo>
                <a:lnTo>
                  <a:pt x="8887" y="19213"/>
                </a:lnTo>
                <a:lnTo>
                  <a:pt x="8887" y="21600"/>
                </a:lnTo>
                <a:lnTo>
                  <a:pt x="6085" y="21600"/>
                </a:lnTo>
                <a:lnTo>
                  <a:pt x="3267" y="21600"/>
                </a:lnTo>
                <a:lnTo>
                  <a:pt x="411" y="21600"/>
                </a:lnTo>
                <a:lnTo>
                  <a:pt x="331" y="19443"/>
                </a:lnTo>
                <a:lnTo>
                  <a:pt x="263" y="17282"/>
                </a:lnTo>
                <a:lnTo>
                  <a:pt x="199" y="15125"/>
                </a:lnTo>
                <a:lnTo>
                  <a:pt x="148" y="12964"/>
                </a:lnTo>
                <a:lnTo>
                  <a:pt x="72" y="10556"/>
                </a:lnTo>
                <a:lnTo>
                  <a:pt x="0" y="8108"/>
                </a:lnTo>
                <a:lnTo>
                  <a:pt x="475" y="5253"/>
                </a:lnTo>
                <a:lnTo>
                  <a:pt x="1398" y="3092"/>
                </a:lnTo>
                <a:lnTo>
                  <a:pt x="2962" y="1548"/>
                </a:lnTo>
                <a:lnTo>
                  <a:pt x="5357" y="542"/>
                </a:lnTo>
                <a:lnTo>
                  <a:pt x="8772" y="0"/>
                </a:lnTo>
                <a:close/>
              </a:path>
            </a:pathLst>
          </a:custGeom>
          <a:solidFill>
            <a:srgbClr val="EF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5" name="contour_10623"/>
          <p:cNvSpPr/>
          <p:nvPr/>
        </p:nvSpPr>
        <p:spPr>
          <a:xfrm>
            <a:off x="2655916" y="5451418"/>
            <a:ext cx="51016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7214" y="976"/>
                </a:lnTo>
                <a:lnTo>
                  <a:pt x="8248" y="1956"/>
                </a:lnTo>
                <a:lnTo>
                  <a:pt x="9279" y="2936"/>
                </a:lnTo>
                <a:lnTo>
                  <a:pt x="10303" y="3919"/>
                </a:lnTo>
                <a:lnTo>
                  <a:pt x="11325" y="4903"/>
                </a:lnTo>
                <a:lnTo>
                  <a:pt x="12343" y="5891"/>
                </a:lnTo>
                <a:lnTo>
                  <a:pt x="13827" y="6627"/>
                </a:lnTo>
                <a:lnTo>
                  <a:pt x="15327" y="7315"/>
                </a:lnTo>
                <a:lnTo>
                  <a:pt x="16845" y="7965"/>
                </a:lnTo>
                <a:lnTo>
                  <a:pt x="18391" y="8589"/>
                </a:lnTo>
                <a:lnTo>
                  <a:pt x="19974" y="9204"/>
                </a:lnTo>
                <a:lnTo>
                  <a:pt x="21600" y="9818"/>
                </a:lnTo>
                <a:lnTo>
                  <a:pt x="20134" y="9940"/>
                </a:lnTo>
                <a:lnTo>
                  <a:pt x="18659" y="10064"/>
                </a:lnTo>
                <a:lnTo>
                  <a:pt x="17163" y="10187"/>
                </a:lnTo>
                <a:lnTo>
                  <a:pt x="14358" y="11146"/>
                </a:lnTo>
                <a:lnTo>
                  <a:pt x="12796" y="11872"/>
                </a:lnTo>
                <a:lnTo>
                  <a:pt x="11914" y="12734"/>
                </a:lnTo>
                <a:lnTo>
                  <a:pt x="11149" y="14099"/>
                </a:lnTo>
                <a:lnTo>
                  <a:pt x="10797" y="15450"/>
                </a:lnTo>
                <a:lnTo>
                  <a:pt x="10473" y="16805"/>
                </a:lnTo>
                <a:lnTo>
                  <a:pt x="10177" y="18162"/>
                </a:lnTo>
                <a:lnTo>
                  <a:pt x="9908" y="19521"/>
                </a:lnTo>
                <a:lnTo>
                  <a:pt x="9584" y="20553"/>
                </a:lnTo>
                <a:lnTo>
                  <a:pt x="9257" y="21600"/>
                </a:lnTo>
                <a:lnTo>
                  <a:pt x="7727" y="21600"/>
                </a:lnTo>
                <a:lnTo>
                  <a:pt x="6171" y="21600"/>
                </a:lnTo>
                <a:lnTo>
                  <a:pt x="5631" y="20410"/>
                </a:lnTo>
                <a:lnTo>
                  <a:pt x="5277" y="19522"/>
                </a:lnTo>
                <a:lnTo>
                  <a:pt x="4959" y="18492"/>
                </a:lnTo>
                <a:lnTo>
                  <a:pt x="4521" y="16875"/>
                </a:lnTo>
                <a:lnTo>
                  <a:pt x="4252" y="15900"/>
                </a:lnTo>
                <a:lnTo>
                  <a:pt x="3981" y="14918"/>
                </a:lnTo>
                <a:lnTo>
                  <a:pt x="3706" y="13922"/>
                </a:lnTo>
                <a:lnTo>
                  <a:pt x="3589" y="13463"/>
                </a:lnTo>
                <a:lnTo>
                  <a:pt x="3376" y="12654"/>
                </a:lnTo>
                <a:lnTo>
                  <a:pt x="2894" y="10800"/>
                </a:lnTo>
                <a:lnTo>
                  <a:pt x="2768" y="10341"/>
                </a:lnTo>
                <a:lnTo>
                  <a:pt x="2549" y="9531"/>
                </a:lnTo>
                <a:lnTo>
                  <a:pt x="2043" y="7678"/>
                </a:lnTo>
                <a:lnTo>
                  <a:pt x="1697" y="6398"/>
                </a:lnTo>
                <a:lnTo>
                  <a:pt x="1355" y="5119"/>
                </a:lnTo>
                <a:lnTo>
                  <a:pt x="1012" y="3839"/>
                </a:lnTo>
                <a:lnTo>
                  <a:pt x="673" y="2561"/>
                </a:lnTo>
                <a:lnTo>
                  <a:pt x="336" y="1280"/>
                </a:lnTo>
                <a:lnTo>
                  <a:pt x="0" y="0"/>
                </a:lnTo>
                <a:close/>
              </a:path>
            </a:pathLst>
          </a:custGeom>
          <a:solidFill>
            <a:srgbClr val="C9D0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6" name="contour_10624"/>
          <p:cNvSpPr/>
          <p:nvPr/>
        </p:nvSpPr>
        <p:spPr>
          <a:xfrm>
            <a:off x="4266562" y="5444130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86" y="6088"/>
                </a:lnTo>
                <a:lnTo>
                  <a:pt x="20833" y="10343"/>
                </a:lnTo>
                <a:lnTo>
                  <a:pt x="20437" y="13339"/>
                </a:lnTo>
                <a:lnTo>
                  <a:pt x="19901" y="15640"/>
                </a:lnTo>
                <a:lnTo>
                  <a:pt x="19120" y="17804"/>
                </a:lnTo>
                <a:lnTo>
                  <a:pt x="18000" y="20411"/>
                </a:lnTo>
                <a:lnTo>
                  <a:pt x="15401" y="21090"/>
                </a:lnTo>
                <a:lnTo>
                  <a:pt x="12838" y="21467"/>
                </a:lnTo>
                <a:lnTo>
                  <a:pt x="10292" y="21600"/>
                </a:lnTo>
                <a:lnTo>
                  <a:pt x="7751" y="21513"/>
                </a:lnTo>
                <a:lnTo>
                  <a:pt x="5202" y="21263"/>
                </a:lnTo>
                <a:lnTo>
                  <a:pt x="2621" y="20881"/>
                </a:lnTo>
                <a:lnTo>
                  <a:pt x="0" y="20411"/>
                </a:lnTo>
                <a:lnTo>
                  <a:pt x="0" y="17043"/>
                </a:lnTo>
                <a:lnTo>
                  <a:pt x="0" y="13670"/>
                </a:lnTo>
                <a:lnTo>
                  <a:pt x="0" y="10282"/>
                </a:lnTo>
                <a:lnTo>
                  <a:pt x="0" y="6879"/>
                </a:lnTo>
                <a:lnTo>
                  <a:pt x="0" y="3455"/>
                </a:lnTo>
                <a:lnTo>
                  <a:pt x="0" y="0"/>
                </a:lnTo>
                <a:close/>
              </a:path>
            </a:pathLst>
          </a:custGeom>
          <a:solidFill>
            <a:srgbClr val="9FA3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7" name="contour_10625"/>
          <p:cNvSpPr/>
          <p:nvPr/>
        </p:nvSpPr>
        <p:spPr>
          <a:xfrm>
            <a:off x="7946997" y="5429554"/>
            <a:ext cx="58304" cy="31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345" y="3321"/>
                </a:lnTo>
                <a:lnTo>
                  <a:pt x="19791" y="6647"/>
                </a:lnTo>
                <a:lnTo>
                  <a:pt x="20239" y="9987"/>
                </a:lnTo>
                <a:lnTo>
                  <a:pt x="20690" y="13343"/>
                </a:lnTo>
                <a:lnTo>
                  <a:pt x="21144" y="16719"/>
                </a:lnTo>
                <a:lnTo>
                  <a:pt x="21600" y="20126"/>
                </a:lnTo>
                <a:lnTo>
                  <a:pt x="19745" y="20357"/>
                </a:lnTo>
                <a:lnTo>
                  <a:pt x="17890" y="20564"/>
                </a:lnTo>
                <a:lnTo>
                  <a:pt x="16033" y="20750"/>
                </a:lnTo>
                <a:lnTo>
                  <a:pt x="14175" y="20916"/>
                </a:lnTo>
                <a:lnTo>
                  <a:pt x="12317" y="21072"/>
                </a:lnTo>
                <a:lnTo>
                  <a:pt x="11551" y="21147"/>
                </a:lnTo>
                <a:lnTo>
                  <a:pt x="10198" y="21283"/>
                </a:lnTo>
                <a:lnTo>
                  <a:pt x="7098" y="21600"/>
                </a:lnTo>
                <a:lnTo>
                  <a:pt x="5646" y="21112"/>
                </a:lnTo>
                <a:lnTo>
                  <a:pt x="4182" y="20624"/>
                </a:lnTo>
                <a:lnTo>
                  <a:pt x="2700" y="20126"/>
                </a:lnTo>
                <a:lnTo>
                  <a:pt x="2165" y="17137"/>
                </a:lnTo>
                <a:lnTo>
                  <a:pt x="1628" y="14138"/>
                </a:lnTo>
                <a:lnTo>
                  <a:pt x="1091" y="11130"/>
                </a:lnTo>
                <a:lnTo>
                  <a:pt x="548" y="8096"/>
                </a:lnTo>
                <a:lnTo>
                  <a:pt x="0" y="5031"/>
                </a:lnTo>
                <a:lnTo>
                  <a:pt x="861" y="4800"/>
                </a:lnTo>
                <a:lnTo>
                  <a:pt x="1647" y="4594"/>
                </a:lnTo>
                <a:lnTo>
                  <a:pt x="2476" y="4372"/>
                </a:lnTo>
                <a:lnTo>
                  <a:pt x="3456" y="4111"/>
                </a:lnTo>
                <a:lnTo>
                  <a:pt x="4701" y="3779"/>
                </a:lnTo>
                <a:lnTo>
                  <a:pt x="6329" y="3346"/>
                </a:lnTo>
                <a:lnTo>
                  <a:pt x="8448" y="2782"/>
                </a:lnTo>
                <a:lnTo>
                  <a:pt x="11173" y="2058"/>
                </a:lnTo>
                <a:lnTo>
                  <a:pt x="14620" y="1137"/>
                </a:lnTo>
                <a:lnTo>
                  <a:pt x="18900" y="0"/>
                </a:lnTo>
                <a:close/>
              </a:path>
            </a:pathLst>
          </a:custGeom>
          <a:solidFill>
            <a:srgbClr val="F0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8" name="contour_10626"/>
          <p:cNvSpPr/>
          <p:nvPr/>
        </p:nvSpPr>
        <p:spPr>
          <a:xfrm>
            <a:off x="5607552" y="5400402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70" y="1561"/>
                </a:lnTo>
                <a:lnTo>
                  <a:pt x="6742" y="3132"/>
                </a:lnTo>
                <a:lnTo>
                  <a:pt x="7425" y="4725"/>
                </a:lnTo>
                <a:lnTo>
                  <a:pt x="8313" y="6412"/>
                </a:lnTo>
                <a:lnTo>
                  <a:pt x="9266" y="8019"/>
                </a:lnTo>
                <a:lnTo>
                  <a:pt x="10284" y="9555"/>
                </a:lnTo>
                <a:lnTo>
                  <a:pt x="11362" y="11030"/>
                </a:lnTo>
                <a:lnTo>
                  <a:pt x="12493" y="12450"/>
                </a:lnTo>
                <a:lnTo>
                  <a:pt x="13676" y="13827"/>
                </a:lnTo>
                <a:lnTo>
                  <a:pt x="14904" y="15163"/>
                </a:lnTo>
                <a:lnTo>
                  <a:pt x="16176" y="16473"/>
                </a:lnTo>
                <a:lnTo>
                  <a:pt x="17485" y="17763"/>
                </a:lnTo>
                <a:lnTo>
                  <a:pt x="18827" y="19043"/>
                </a:lnTo>
                <a:lnTo>
                  <a:pt x="20201" y="20317"/>
                </a:lnTo>
                <a:lnTo>
                  <a:pt x="21600" y="21600"/>
                </a:lnTo>
                <a:lnTo>
                  <a:pt x="19691" y="21600"/>
                </a:lnTo>
                <a:lnTo>
                  <a:pt x="17780" y="21600"/>
                </a:lnTo>
                <a:lnTo>
                  <a:pt x="15862" y="21600"/>
                </a:lnTo>
                <a:lnTo>
                  <a:pt x="13937" y="21600"/>
                </a:lnTo>
                <a:lnTo>
                  <a:pt x="12004" y="21600"/>
                </a:lnTo>
                <a:lnTo>
                  <a:pt x="10060" y="21600"/>
                </a:lnTo>
                <a:lnTo>
                  <a:pt x="8100" y="21600"/>
                </a:lnTo>
                <a:lnTo>
                  <a:pt x="8100" y="19815"/>
                </a:lnTo>
                <a:lnTo>
                  <a:pt x="8100" y="18020"/>
                </a:lnTo>
                <a:lnTo>
                  <a:pt x="8100" y="16200"/>
                </a:lnTo>
                <a:lnTo>
                  <a:pt x="6496" y="16200"/>
                </a:lnTo>
                <a:lnTo>
                  <a:pt x="4887" y="16200"/>
                </a:lnTo>
                <a:lnTo>
                  <a:pt x="3272" y="16200"/>
                </a:lnTo>
                <a:lnTo>
                  <a:pt x="1644" y="16200"/>
                </a:lnTo>
                <a:lnTo>
                  <a:pt x="0" y="16200"/>
                </a:lnTo>
                <a:lnTo>
                  <a:pt x="0" y="14596"/>
                </a:lnTo>
                <a:lnTo>
                  <a:pt x="0" y="12987"/>
                </a:lnTo>
                <a:lnTo>
                  <a:pt x="0" y="11372"/>
                </a:lnTo>
                <a:lnTo>
                  <a:pt x="0" y="9744"/>
                </a:lnTo>
                <a:lnTo>
                  <a:pt x="0" y="8100"/>
                </a:lnTo>
                <a:lnTo>
                  <a:pt x="1785" y="8100"/>
                </a:lnTo>
                <a:lnTo>
                  <a:pt x="3580" y="8100"/>
                </a:lnTo>
                <a:lnTo>
                  <a:pt x="5400" y="8100"/>
                </a:lnTo>
                <a:lnTo>
                  <a:pt x="5400" y="6496"/>
                </a:lnTo>
                <a:lnTo>
                  <a:pt x="5400" y="4887"/>
                </a:lnTo>
                <a:lnTo>
                  <a:pt x="5400" y="3272"/>
                </a:lnTo>
                <a:lnTo>
                  <a:pt x="5400" y="1644"/>
                </a:lnTo>
                <a:lnTo>
                  <a:pt x="5400" y="0"/>
                </a:lnTo>
                <a:close/>
              </a:path>
            </a:pathLst>
          </a:custGeom>
          <a:solidFill>
            <a:srgbClr val="8978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29" name="contour_10627"/>
          <p:cNvSpPr/>
          <p:nvPr/>
        </p:nvSpPr>
        <p:spPr>
          <a:xfrm>
            <a:off x="5381581" y="5414978"/>
            <a:ext cx="364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5" y="0"/>
                </a:moveTo>
                <a:lnTo>
                  <a:pt x="17712" y="2138"/>
                </a:lnTo>
                <a:lnTo>
                  <a:pt x="18140" y="4280"/>
                </a:lnTo>
                <a:lnTo>
                  <a:pt x="18567" y="6421"/>
                </a:lnTo>
                <a:lnTo>
                  <a:pt x="18998" y="8566"/>
                </a:lnTo>
                <a:lnTo>
                  <a:pt x="19425" y="10720"/>
                </a:lnTo>
                <a:lnTo>
                  <a:pt x="19857" y="12877"/>
                </a:lnTo>
                <a:lnTo>
                  <a:pt x="20288" y="15043"/>
                </a:lnTo>
                <a:lnTo>
                  <a:pt x="20724" y="17218"/>
                </a:lnTo>
                <a:lnTo>
                  <a:pt x="21160" y="19403"/>
                </a:lnTo>
                <a:lnTo>
                  <a:pt x="21600" y="21600"/>
                </a:lnTo>
                <a:lnTo>
                  <a:pt x="16685" y="21140"/>
                </a:lnTo>
                <a:lnTo>
                  <a:pt x="13229" y="20773"/>
                </a:lnTo>
                <a:lnTo>
                  <a:pt x="10744" y="20412"/>
                </a:lnTo>
                <a:lnTo>
                  <a:pt x="8755" y="19971"/>
                </a:lnTo>
                <a:lnTo>
                  <a:pt x="6779" y="19369"/>
                </a:lnTo>
                <a:lnTo>
                  <a:pt x="4341" y="18514"/>
                </a:lnTo>
                <a:lnTo>
                  <a:pt x="2774" y="16536"/>
                </a:lnTo>
                <a:lnTo>
                  <a:pt x="1592" y="14580"/>
                </a:lnTo>
                <a:lnTo>
                  <a:pt x="751" y="12608"/>
                </a:lnTo>
                <a:lnTo>
                  <a:pt x="233" y="10575"/>
                </a:lnTo>
                <a:lnTo>
                  <a:pt x="0" y="8446"/>
                </a:lnTo>
                <a:lnTo>
                  <a:pt x="26" y="6171"/>
                </a:lnTo>
                <a:lnTo>
                  <a:pt x="2136" y="3984"/>
                </a:lnTo>
                <a:lnTo>
                  <a:pt x="4039" y="2385"/>
                </a:lnTo>
                <a:lnTo>
                  <a:pt x="5929" y="1284"/>
                </a:lnTo>
                <a:lnTo>
                  <a:pt x="8000" y="583"/>
                </a:lnTo>
                <a:lnTo>
                  <a:pt x="10450" y="197"/>
                </a:lnTo>
                <a:lnTo>
                  <a:pt x="13480" y="34"/>
                </a:lnTo>
                <a:lnTo>
                  <a:pt x="17285" y="0"/>
                </a:lnTo>
                <a:close/>
              </a:path>
            </a:pathLst>
          </a:custGeom>
          <a:solidFill>
            <a:srgbClr val="25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0" name="contour_10628"/>
          <p:cNvSpPr/>
          <p:nvPr/>
        </p:nvSpPr>
        <p:spPr>
          <a:xfrm>
            <a:off x="4886041" y="5414978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64" y="398"/>
                </a:lnTo>
                <a:lnTo>
                  <a:pt x="6002" y="750"/>
                </a:lnTo>
                <a:lnTo>
                  <a:pt x="8280" y="1086"/>
                </a:lnTo>
                <a:lnTo>
                  <a:pt x="10164" y="1435"/>
                </a:lnTo>
                <a:lnTo>
                  <a:pt x="11719" y="1821"/>
                </a:lnTo>
                <a:lnTo>
                  <a:pt x="13010" y="2271"/>
                </a:lnTo>
                <a:lnTo>
                  <a:pt x="14102" y="2817"/>
                </a:lnTo>
                <a:lnTo>
                  <a:pt x="15065" y="3484"/>
                </a:lnTo>
                <a:lnTo>
                  <a:pt x="15958" y="4298"/>
                </a:lnTo>
                <a:lnTo>
                  <a:pt x="16853" y="5289"/>
                </a:lnTo>
                <a:lnTo>
                  <a:pt x="17810" y="6483"/>
                </a:lnTo>
                <a:lnTo>
                  <a:pt x="18900" y="7906"/>
                </a:lnTo>
                <a:lnTo>
                  <a:pt x="19298" y="8560"/>
                </a:lnTo>
                <a:lnTo>
                  <a:pt x="19997" y="9711"/>
                </a:lnTo>
                <a:lnTo>
                  <a:pt x="21600" y="12343"/>
                </a:lnTo>
                <a:lnTo>
                  <a:pt x="20484" y="14015"/>
                </a:lnTo>
                <a:lnTo>
                  <a:pt x="19351" y="15645"/>
                </a:lnTo>
                <a:lnTo>
                  <a:pt x="18192" y="17224"/>
                </a:lnTo>
                <a:lnTo>
                  <a:pt x="16990" y="18746"/>
                </a:lnTo>
                <a:lnTo>
                  <a:pt x="15730" y="20208"/>
                </a:lnTo>
                <a:lnTo>
                  <a:pt x="14400" y="21600"/>
                </a:lnTo>
                <a:lnTo>
                  <a:pt x="12806" y="21335"/>
                </a:lnTo>
                <a:lnTo>
                  <a:pt x="11774" y="20924"/>
                </a:lnTo>
                <a:lnTo>
                  <a:pt x="10855" y="20082"/>
                </a:lnTo>
                <a:lnTo>
                  <a:pt x="9600" y="18514"/>
                </a:lnTo>
                <a:lnTo>
                  <a:pt x="9254" y="16984"/>
                </a:lnTo>
                <a:lnTo>
                  <a:pt x="8904" y="15447"/>
                </a:lnTo>
                <a:lnTo>
                  <a:pt x="8549" y="13886"/>
                </a:lnTo>
                <a:lnTo>
                  <a:pt x="8105" y="12355"/>
                </a:lnTo>
                <a:lnTo>
                  <a:pt x="7654" y="10819"/>
                </a:lnTo>
                <a:lnTo>
                  <a:pt x="7200" y="9257"/>
                </a:lnTo>
                <a:lnTo>
                  <a:pt x="5770" y="8603"/>
                </a:lnTo>
                <a:lnTo>
                  <a:pt x="4334" y="7967"/>
                </a:lnTo>
                <a:lnTo>
                  <a:pt x="2894" y="7350"/>
                </a:lnTo>
                <a:lnTo>
                  <a:pt x="1450" y="6752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8376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1" name="contour_10629"/>
          <p:cNvSpPr/>
          <p:nvPr/>
        </p:nvSpPr>
        <p:spPr>
          <a:xfrm>
            <a:off x="1897964" y="5422710"/>
            <a:ext cx="58304" cy="35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42" y="350"/>
                </a:moveTo>
                <a:lnTo>
                  <a:pt x="14561" y="2025"/>
                </a:lnTo>
                <a:lnTo>
                  <a:pt x="16605" y="3271"/>
                </a:lnTo>
                <a:lnTo>
                  <a:pt x="18058" y="4312"/>
                </a:lnTo>
                <a:lnTo>
                  <a:pt x="19189" y="5379"/>
                </a:lnTo>
                <a:lnTo>
                  <a:pt x="20277" y="6691"/>
                </a:lnTo>
                <a:lnTo>
                  <a:pt x="21600" y="8480"/>
                </a:lnTo>
                <a:lnTo>
                  <a:pt x="21600" y="11078"/>
                </a:lnTo>
                <a:lnTo>
                  <a:pt x="21600" y="13684"/>
                </a:lnTo>
                <a:lnTo>
                  <a:pt x="21600" y="16299"/>
                </a:lnTo>
                <a:lnTo>
                  <a:pt x="21600" y="18937"/>
                </a:lnTo>
                <a:lnTo>
                  <a:pt x="21600" y="21600"/>
                </a:lnTo>
                <a:lnTo>
                  <a:pt x="19818" y="20878"/>
                </a:lnTo>
                <a:lnTo>
                  <a:pt x="18036" y="20157"/>
                </a:lnTo>
                <a:lnTo>
                  <a:pt x="16251" y="19431"/>
                </a:lnTo>
                <a:lnTo>
                  <a:pt x="14467" y="18709"/>
                </a:lnTo>
                <a:lnTo>
                  <a:pt x="12676" y="17983"/>
                </a:lnTo>
                <a:lnTo>
                  <a:pt x="10884" y="17257"/>
                </a:lnTo>
                <a:lnTo>
                  <a:pt x="9086" y="16531"/>
                </a:lnTo>
                <a:lnTo>
                  <a:pt x="7282" y="15801"/>
                </a:lnTo>
                <a:lnTo>
                  <a:pt x="5473" y="15066"/>
                </a:lnTo>
                <a:lnTo>
                  <a:pt x="3656" y="14331"/>
                </a:lnTo>
                <a:lnTo>
                  <a:pt x="1833" y="13592"/>
                </a:lnTo>
                <a:lnTo>
                  <a:pt x="0" y="12853"/>
                </a:lnTo>
                <a:lnTo>
                  <a:pt x="2017" y="8406"/>
                </a:lnTo>
                <a:lnTo>
                  <a:pt x="3602" y="5077"/>
                </a:lnTo>
                <a:lnTo>
                  <a:pt x="4887" y="2720"/>
                </a:lnTo>
                <a:lnTo>
                  <a:pt x="6013" y="1185"/>
                </a:lnTo>
                <a:lnTo>
                  <a:pt x="7114" y="328"/>
                </a:lnTo>
                <a:lnTo>
                  <a:pt x="8329" y="0"/>
                </a:lnTo>
                <a:lnTo>
                  <a:pt x="9793" y="57"/>
                </a:lnTo>
                <a:lnTo>
                  <a:pt x="11642" y="350"/>
                </a:lnTo>
                <a:close/>
              </a:path>
            </a:pathLst>
          </a:custGeom>
          <a:solidFill>
            <a:srgbClr val="D3D2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2" name="contour_10630"/>
          <p:cNvSpPr/>
          <p:nvPr/>
        </p:nvSpPr>
        <p:spPr>
          <a:xfrm>
            <a:off x="10337459" y="5393114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05"/>
                </a:lnTo>
                <a:lnTo>
                  <a:pt x="4280" y="611"/>
                </a:lnTo>
                <a:lnTo>
                  <a:pt x="6421" y="916"/>
                </a:lnTo>
                <a:lnTo>
                  <a:pt x="8566" y="1225"/>
                </a:lnTo>
                <a:lnTo>
                  <a:pt x="10720" y="1531"/>
                </a:lnTo>
                <a:lnTo>
                  <a:pt x="12877" y="1839"/>
                </a:lnTo>
                <a:lnTo>
                  <a:pt x="15043" y="2148"/>
                </a:lnTo>
                <a:lnTo>
                  <a:pt x="17218" y="2459"/>
                </a:lnTo>
                <a:lnTo>
                  <a:pt x="19403" y="2771"/>
                </a:lnTo>
                <a:lnTo>
                  <a:pt x="21600" y="3086"/>
                </a:lnTo>
                <a:lnTo>
                  <a:pt x="21600" y="5122"/>
                </a:lnTo>
                <a:lnTo>
                  <a:pt x="21600" y="7162"/>
                </a:lnTo>
                <a:lnTo>
                  <a:pt x="21600" y="9202"/>
                </a:lnTo>
                <a:lnTo>
                  <a:pt x="21600" y="11247"/>
                </a:lnTo>
                <a:lnTo>
                  <a:pt x="21600" y="13299"/>
                </a:lnTo>
                <a:lnTo>
                  <a:pt x="21600" y="15361"/>
                </a:lnTo>
                <a:lnTo>
                  <a:pt x="21600" y="17428"/>
                </a:lnTo>
                <a:lnTo>
                  <a:pt x="21600" y="19508"/>
                </a:lnTo>
                <a:lnTo>
                  <a:pt x="21600" y="21600"/>
                </a:lnTo>
                <a:lnTo>
                  <a:pt x="19560" y="21600"/>
                </a:lnTo>
                <a:lnTo>
                  <a:pt x="17508" y="21600"/>
                </a:lnTo>
                <a:lnTo>
                  <a:pt x="15429" y="21600"/>
                </a:lnTo>
                <a:lnTo>
                  <a:pt x="15811" y="19492"/>
                </a:lnTo>
                <a:lnTo>
                  <a:pt x="16200" y="17357"/>
                </a:lnTo>
                <a:lnTo>
                  <a:pt x="16086" y="16620"/>
                </a:lnTo>
                <a:lnTo>
                  <a:pt x="15888" y="15321"/>
                </a:lnTo>
                <a:lnTo>
                  <a:pt x="15429" y="12343"/>
                </a:lnTo>
                <a:lnTo>
                  <a:pt x="13630" y="11220"/>
                </a:lnTo>
                <a:lnTo>
                  <a:pt x="11818" y="10238"/>
                </a:lnTo>
                <a:lnTo>
                  <a:pt x="9973" y="9368"/>
                </a:lnTo>
                <a:lnTo>
                  <a:pt x="8069" y="8566"/>
                </a:lnTo>
                <a:lnTo>
                  <a:pt x="6088" y="7798"/>
                </a:lnTo>
                <a:lnTo>
                  <a:pt x="4598" y="6955"/>
                </a:lnTo>
                <a:lnTo>
                  <a:pt x="3536" y="6128"/>
                </a:lnTo>
                <a:lnTo>
                  <a:pt x="2611" y="4943"/>
                </a:lnTo>
                <a:lnTo>
                  <a:pt x="1531" y="3024"/>
                </a:lnTo>
                <a:lnTo>
                  <a:pt x="0" y="0"/>
                </a:lnTo>
                <a:close/>
              </a:path>
            </a:pathLst>
          </a:custGeom>
          <a:solidFill>
            <a:srgbClr val="595B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3" name="contour_10631"/>
          <p:cNvSpPr/>
          <p:nvPr/>
        </p:nvSpPr>
        <p:spPr>
          <a:xfrm>
            <a:off x="8435293" y="5406298"/>
            <a:ext cx="80168" cy="31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61"/>
                </a:moveTo>
                <a:lnTo>
                  <a:pt x="1227" y="850"/>
                </a:lnTo>
                <a:lnTo>
                  <a:pt x="2455" y="745"/>
                </a:lnTo>
                <a:lnTo>
                  <a:pt x="3682" y="649"/>
                </a:lnTo>
                <a:lnTo>
                  <a:pt x="4909" y="558"/>
                </a:lnTo>
                <a:lnTo>
                  <a:pt x="6136" y="478"/>
                </a:lnTo>
                <a:lnTo>
                  <a:pt x="7364" y="403"/>
                </a:lnTo>
                <a:lnTo>
                  <a:pt x="8591" y="332"/>
                </a:lnTo>
                <a:lnTo>
                  <a:pt x="9202" y="272"/>
                </a:lnTo>
                <a:lnTo>
                  <a:pt x="11045" y="75"/>
                </a:lnTo>
                <a:lnTo>
                  <a:pt x="13298" y="0"/>
                </a:lnTo>
                <a:lnTo>
                  <a:pt x="14969" y="60"/>
                </a:lnTo>
                <a:lnTo>
                  <a:pt x="16218" y="357"/>
                </a:lnTo>
                <a:lnTo>
                  <a:pt x="17207" y="1001"/>
                </a:lnTo>
                <a:lnTo>
                  <a:pt x="18093" y="2093"/>
                </a:lnTo>
                <a:lnTo>
                  <a:pt x="19039" y="3733"/>
                </a:lnTo>
                <a:lnTo>
                  <a:pt x="20204" y="6033"/>
                </a:lnTo>
                <a:lnTo>
                  <a:pt x="20551" y="7275"/>
                </a:lnTo>
                <a:lnTo>
                  <a:pt x="21600" y="11024"/>
                </a:lnTo>
                <a:lnTo>
                  <a:pt x="20710" y="14013"/>
                </a:lnTo>
                <a:lnTo>
                  <a:pt x="20006" y="16055"/>
                </a:lnTo>
                <a:lnTo>
                  <a:pt x="19114" y="18098"/>
                </a:lnTo>
                <a:lnTo>
                  <a:pt x="17673" y="21087"/>
                </a:lnTo>
                <a:lnTo>
                  <a:pt x="16341" y="21434"/>
                </a:lnTo>
                <a:lnTo>
                  <a:pt x="15043" y="21590"/>
                </a:lnTo>
                <a:lnTo>
                  <a:pt x="13761" y="21600"/>
                </a:lnTo>
                <a:lnTo>
                  <a:pt x="12475" y="21494"/>
                </a:lnTo>
                <a:lnTo>
                  <a:pt x="11167" y="21313"/>
                </a:lnTo>
                <a:lnTo>
                  <a:pt x="9818" y="21087"/>
                </a:lnTo>
                <a:lnTo>
                  <a:pt x="9818" y="17761"/>
                </a:lnTo>
                <a:lnTo>
                  <a:pt x="9818" y="14415"/>
                </a:lnTo>
                <a:lnTo>
                  <a:pt x="9818" y="11024"/>
                </a:lnTo>
                <a:lnTo>
                  <a:pt x="8534" y="9907"/>
                </a:lnTo>
                <a:lnTo>
                  <a:pt x="7593" y="9238"/>
                </a:lnTo>
                <a:lnTo>
                  <a:pt x="6539" y="8760"/>
                </a:lnTo>
                <a:lnTo>
                  <a:pt x="4909" y="8196"/>
                </a:lnTo>
                <a:lnTo>
                  <a:pt x="3279" y="7618"/>
                </a:lnTo>
                <a:lnTo>
                  <a:pt x="2225" y="7195"/>
                </a:lnTo>
                <a:lnTo>
                  <a:pt x="1284" y="6722"/>
                </a:lnTo>
                <a:lnTo>
                  <a:pt x="0" y="5992"/>
                </a:lnTo>
                <a:lnTo>
                  <a:pt x="0" y="3497"/>
                </a:lnTo>
                <a:lnTo>
                  <a:pt x="0" y="961"/>
                </a:lnTo>
                <a:close/>
              </a:path>
            </a:pathLst>
          </a:custGeom>
          <a:solidFill>
            <a:srgbClr val="2D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4" name="contour_10632"/>
          <p:cNvSpPr/>
          <p:nvPr/>
        </p:nvSpPr>
        <p:spPr>
          <a:xfrm>
            <a:off x="10184411" y="5371250"/>
            <a:ext cx="65592" cy="450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097" y="0"/>
                </a:lnTo>
                <a:lnTo>
                  <a:pt x="5796" y="0"/>
                </a:lnTo>
                <a:lnTo>
                  <a:pt x="7500" y="0"/>
                </a:lnTo>
                <a:lnTo>
                  <a:pt x="9211" y="0"/>
                </a:lnTo>
                <a:lnTo>
                  <a:pt x="10930" y="0"/>
                </a:lnTo>
                <a:lnTo>
                  <a:pt x="12658" y="0"/>
                </a:lnTo>
                <a:lnTo>
                  <a:pt x="14400" y="0"/>
                </a:lnTo>
                <a:lnTo>
                  <a:pt x="14177" y="2274"/>
                </a:lnTo>
                <a:lnTo>
                  <a:pt x="13949" y="4583"/>
                </a:lnTo>
                <a:lnTo>
                  <a:pt x="14285" y="7499"/>
                </a:lnTo>
                <a:lnTo>
                  <a:pt x="14808" y="9948"/>
                </a:lnTo>
                <a:lnTo>
                  <a:pt x="15509" y="12036"/>
                </a:lnTo>
                <a:lnTo>
                  <a:pt x="16387" y="13881"/>
                </a:lnTo>
                <a:lnTo>
                  <a:pt x="17438" y="15582"/>
                </a:lnTo>
                <a:lnTo>
                  <a:pt x="18662" y="17258"/>
                </a:lnTo>
                <a:lnTo>
                  <a:pt x="20050" y="19012"/>
                </a:lnTo>
                <a:lnTo>
                  <a:pt x="21600" y="20957"/>
                </a:lnTo>
                <a:lnTo>
                  <a:pt x="20026" y="21048"/>
                </a:lnTo>
                <a:lnTo>
                  <a:pt x="18449" y="21132"/>
                </a:lnTo>
                <a:lnTo>
                  <a:pt x="16874" y="21205"/>
                </a:lnTo>
                <a:lnTo>
                  <a:pt x="15300" y="21275"/>
                </a:lnTo>
                <a:lnTo>
                  <a:pt x="13726" y="21338"/>
                </a:lnTo>
                <a:lnTo>
                  <a:pt x="12149" y="21394"/>
                </a:lnTo>
                <a:lnTo>
                  <a:pt x="10802" y="21481"/>
                </a:lnTo>
                <a:lnTo>
                  <a:pt x="9437" y="21572"/>
                </a:lnTo>
                <a:lnTo>
                  <a:pt x="8131" y="21600"/>
                </a:lnTo>
                <a:lnTo>
                  <a:pt x="7114" y="21579"/>
                </a:lnTo>
                <a:lnTo>
                  <a:pt x="6043" y="21488"/>
                </a:lnTo>
                <a:lnTo>
                  <a:pt x="4584" y="21289"/>
                </a:lnTo>
                <a:lnTo>
                  <a:pt x="2400" y="20957"/>
                </a:lnTo>
                <a:lnTo>
                  <a:pt x="1344" y="18869"/>
                </a:lnTo>
                <a:lnTo>
                  <a:pt x="744" y="17443"/>
                </a:lnTo>
                <a:lnTo>
                  <a:pt x="370" y="16029"/>
                </a:lnTo>
                <a:lnTo>
                  <a:pt x="0" y="13972"/>
                </a:lnTo>
                <a:lnTo>
                  <a:pt x="1584" y="13972"/>
                </a:lnTo>
                <a:lnTo>
                  <a:pt x="3170" y="13972"/>
                </a:lnTo>
                <a:lnTo>
                  <a:pt x="4764" y="13972"/>
                </a:lnTo>
                <a:lnTo>
                  <a:pt x="6365" y="13972"/>
                </a:lnTo>
                <a:lnTo>
                  <a:pt x="7975" y="13972"/>
                </a:lnTo>
                <a:lnTo>
                  <a:pt x="9600" y="13972"/>
                </a:lnTo>
                <a:lnTo>
                  <a:pt x="8582" y="11995"/>
                </a:lnTo>
                <a:lnTo>
                  <a:pt x="7562" y="10018"/>
                </a:lnTo>
                <a:lnTo>
                  <a:pt x="6540" y="8034"/>
                </a:lnTo>
                <a:lnTo>
                  <a:pt x="5513" y="6043"/>
                </a:lnTo>
                <a:lnTo>
                  <a:pt x="4483" y="4041"/>
                </a:lnTo>
                <a:lnTo>
                  <a:pt x="3444" y="2029"/>
                </a:lnTo>
                <a:lnTo>
                  <a:pt x="2400" y="0"/>
                </a:lnTo>
                <a:close/>
              </a:path>
            </a:pathLst>
          </a:custGeom>
          <a:solidFill>
            <a:srgbClr val="8F92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5" name="contour_10633"/>
          <p:cNvSpPr/>
          <p:nvPr/>
        </p:nvSpPr>
        <p:spPr>
          <a:xfrm>
            <a:off x="4587233" y="5371250"/>
            <a:ext cx="3804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8" y="0"/>
                </a:moveTo>
                <a:lnTo>
                  <a:pt x="8470" y="1418"/>
                </a:lnTo>
                <a:lnTo>
                  <a:pt x="11665" y="2498"/>
                </a:lnTo>
                <a:lnTo>
                  <a:pt x="14011" y="3362"/>
                </a:lnTo>
                <a:lnTo>
                  <a:pt x="15794" y="4140"/>
                </a:lnTo>
                <a:lnTo>
                  <a:pt x="17313" y="4954"/>
                </a:lnTo>
                <a:lnTo>
                  <a:pt x="18848" y="5933"/>
                </a:lnTo>
                <a:lnTo>
                  <a:pt x="20690" y="7200"/>
                </a:lnTo>
                <a:lnTo>
                  <a:pt x="21298" y="9716"/>
                </a:lnTo>
                <a:lnTo>
                  <a:pt x="21579" y="12053"/>
                </a:lnTo>
                <a:lnTo>
                  <a:pt x="21600" y="14310"/>
                </a:lnTo>
                <a:lnTo>
                  <a:pt x="21418" y="16585"/>
                </a:lnTo>
                <a:lnTo>
                  <a:pt x="21095" y="18979"/>
                </a:lnTo>
                <a:lnTo>
                  <a:pt x="20690" y="21600"/>
                </a:lnTo>
                <a:lnTo>
                  <a:pt x="18128" y="21154"/>
                </a:lnTo>
                <a:lnTo>
                  <a:pt x="15567" y="20707"/>
                </a:lnTo>
                <a:lnTo>
                  <a:pt x="12997" y="20261"/>
                </a:lnTo>
                <a:lnTo>
                  <a:pt x="10423" y="19814"/>
                </a:lnTo>
                <a:lnTo>
                  <a:pt x="7837" y="19364"/>
                </a:lnTo>
                <a:lnTo>
                  <a:pt x="5239" y="18911"/>
                </a:lnTo>
                <a:lnTo>
                  <a:pt x="2628" y="18457"/>
                </a:lnTo>
                <a:lnTo>
                  <a:pt x="0" y="18000"/>
                </a:lnTo>
                <a:lnTo>
                  <a:pt x="513" y="15772"/>
                </a:lnTo>
                <a:lnTo>
                  <a:pt x="1026" y="13543"/>
                </a:lnTo>
                <a:lnTo>
                  <a:pt x="1539" y="11308"/>
                </a:lnTo>
                <a:lnTo>
                  <a:pt x="2052" y="9068"/>
                </a:lnTo>
                <a:lnTo>
                  <a:pt x="2570" y="6818"/>
                </a:lnTo>
                <a:lnTo>
                  <a:pt x="3091" y="4558"/>
                </a:lnTo>
                <a:lnTo>
                  <a:pt x="3612" y="2286"/>
                </a:lnTo>
                <a:lnTo>
                  <a:pt x="4138" y="0"/>
                </a:lnTo>
                <a:close/>
              </a:path>
            </a:pathLst>
          </a:custGeom>
          <a:solidFill>
            <a:srgbClr val="1C1C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6" name="contour_10634"/>
          <p:cNvSpPr/>
          <p:nvPr/>
        </p:nvSpPr>
        <p:spPr>
          <a:xfrm>
            <a:off x="4164530" y="534209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19462" y="18356"/>
                </a:lnTo>
                <a:lnTo>
                  <a:pt x="17320" y="18713"/>
                </a:lnTo>
                <a:lnTo>
                  <a:pt x="15179" y="19069"/>
                </a:lnTo>
                <a:lnTo>
                  <a:pt x="13034" y="19429"/>
                </a:lnTo>
                <a:lnTo>
                  <a:pt x="10880" y="19786"/>
                </a:lnTo>
                <a:lnTo>
                  <a:pt x="8723" y="20146"/>
                </a:lnTo>
                <a:lnTo>
                  <a:pt x="6557" y="20506"/>
                </a:lnTo>
                <a:lnTo>
                  <a:pt x="4382" y="20869"/>
                </a:lnTo>
                <a:lnTo>
                  <a:pt x="2197" y="21233"/>
                </a:lnTo>
                <a:lnTo>
                  <a:pt x="0" y="21600"/>
                </a:lnTo>
                <a:lnTo>
                  <a:pt x="611" y="19462"/>
                </a:lnTo>
                <a:lnTo>
                  <a:pt x="1225" y="17316"/>
                </a:lnTo>
                <a:lnTo>
                  <a:pt x="1839" y="15163"/>
                </a:lnTo>
                <a:lnTo>
                  <a:pt x="2459" y="12992"/>
                </a:lnTo>
                <a:lnTo>
                  <a:pt x="3086" y="10800"/>
                </a:lnTo>
                <a:lnTo>
                  <a:pt x="5323" y="10073"/>
                </a:lnTo>
                <a:lnTo>
                  <a:pt x="6974" y="9896"/>
                </a:lnTo>
                <a:lnTo>
                  <a:pt x="9448" y="10123"/>
                </a:lnTo>
                <a:lnTo>
                  <a:pt x="10328" y="10224"/>
                </a:lnTo>
                <a:lnTo>
                  <a:pt x="11880" y="10397"/>
                </a:lnTo>
                <a:lnTo>
                  <a:pt x="15429" y="10800"/>
                </a:lnTo>
                <a:lnTo>
                  <a:pt x="15429" y="8662"/>
                </a:lnTo>
                <a:lnTo>
                  <a:pt x="15429" y="6516"/>
                </a:lnTo>
                <a:lnTo>
                  <a:pt x="15429" y="4363"/>
                </a:lnTo>
                <a:lnTo>
                  <a:pt x="15429" y="2192"/>
                </a:lnTo>
                <a:lnTo>
                  <a:pt x="15429" y="0"/>
                </a:lnTo>
                <a:close/>
              </a:path>
            </a:pathLst>
          </a:custGeom>
          <a:solidFill>
            <a:srgbClr val="1B1A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7" name="contour_10635"/>
          <p:cNvSpPr/>
          <p:nvPr/>
        </p:nvSpPr>
        <p:spPr>
          <a:xfrm>
            <a:off x="702734" y="5342098"/>
            <a:ext cx="3884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65" y="0"/>
                </a:lnTo>
                <a:lnTo>
                  <a:pt x="5734" y="0"/>
                </a:lnTo>
                <a:lnTo>
                  <a:pt x="8612" y="0"/>
                </a:lnTo>
                <a:lnTo>
                  <a:pt x="11501" y="0"/>
                </a:lnTo>
                <a:lnTo>
                  <a:pt x="14403" y="0"/>
                </a:lnTo>
                <a:lnTo>
                  <a:pt x="17321" y="0"/>
                </a:lnTo>
                <a:lnTo>
                  <a:pt x="20263" y="0"/>
                </a:lnTo>
                <a:lnTo>
                  <a:pt x="21004" y="4994"/>
                </a:lnTo>
                <a:lnTo>
                  <a:pt x="21450" y="8506"/>
                </a:lnTo>
                <a:lnTo>
                  <a:pt x="21600" y="11007"/>
                </a:lnTo>
                <a:lnTo>
                  <a:pt x="21450" y="12986"/>
                </a:lnTo>
                <a:lnTo>
                  <a:pt x="21004" y="14917"/>
                </a:lnTo>
                <a:lnTo>
                  <a:pt x="20263" y="17280"/>
                </a:lnTo>
                <a:lnTo>
                  <a:pt x="17799" y="18325"/>
                </a:lnTo>
                <a:lnTo>
                  <a:pt x="15327" y="19176"/>
                </a:lnTo>
                <a:lnTo>
                  <a:pt x="12842" y="19855"/>
                </a:lnTo>
                <a:lnTo>
                  <a:pt x="10338" y="20390"/>
                </a:lnTo>
                <a:lnTo>
                  <a:pt x="7805" y="20805"/>
                </a:lnTo>
                <a:lnTo>
                  <a:pt x="5244" y="21129"/>
                </a:lnTo>
                <a:lnTo>
                  <a:pt x="2646" y="21384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F8E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8" name="contour_10636"/>
          <p:cNvSpPr/>
          <p:nvPr/>
        </p:nvSpPr>
        <p:spPr>
          <a:xfrm>
            <a:off x="8471733" y="5312946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58" y="595"/>
                </a:lnTo>
                <a:lnTo>
                  <a:pt x="8610" y="1190"/>
                </a:lnTo>
                <a:lnTo>
                  <a:pt x="10770" y="1793"/>
                </a:lnTo>
                <a:lnTo>
                  <a:pt x="12960" y="2400"/>
                </a:lnTo>
                <a:lnTo>
                  <a:pt x="12960" y="3986"/>
                </a:lnTo>
                <a:lnTo>
                  <a:pt x="12960" y="5582"/>
                </a:lnTo>
                <a:lnTo>
                  <a:pt x="12960" y="7200"/>
                </a:lnTo>
                <a:lnTo>
                  <a:pt x="15816" y="7200"/>
                </a:lnTo>
                <a:lnTo>
                  <a:pt x="18688" y="7200"/>
                </a:lnTo>
                <a:lnTo>
                  <a:pt x="21600" y="7200"/>
                </a:lnTo>
                <a:lnTo>
                  <a:pt x="21125" y="8784"/>
                </a:lnTo>
                <a:lnTo>
                  <a:pt x="20650" y="10370"/>
                </a:lnTo>
                <a:lnTo>
                  <a:pt x="20174" y="11957"/>
                </a:lnTo>
                <a:lnTo>
                  <a:pt x="19695" y="13548"/>
                </a:lnTo>
                <a:lnTo>
                  <a:pt x="19215" y="15144"/>
                </a:lnTo>
                <a:lnTo>
                  <a:pt x="18736" y="16747"/>
                </a:lnTo>
                <a:lnTo>
                  <a:pt x="18252" y="18355"/>
                </a:lnTo>
                <a:lnTo>
                  <a:pt x="17768" y="19973"/>
                </a:lnTo>
                <a:lnTo>
                  <a:pt x="17280" y="21600"/>
                </a:lnTo>
                <a:lnTo>
                  <a:pt x="16835" y="20410"/>
                </a:lnTo>
                <a:lnTo>
                  <a:pt x="16386" y="19214"/>
                </a:lnTo>
                <a:lnTo>
                  <a:pt x="15932" y="18000"/>
                </a:lnTo>
                <a:lnTo>
                  <a:pt x="14952" y="16810"/>
                </a:lnTo>
                <a:lnTo>
                  <a:pt x="13962" y="15614"/>
                </a:lnTo>
                <a:lnTo>
                  <a:pt x="12960" y="14400"/>
                </a:lnTo>
                <a:lnTo>
                  <a:pt x="10394" y="14400"/>
                </a:lnTo>
                <a:lnTo>
                  <a:pt x="7819" y="14400"/>
                </a:lnTo>
                <a:lnTo>
                  <a:pt x="5236" y="14400"/>
                </a:lnTo>
                <a:lnTo>
                  <a:pt x="2631" y="14400"/>
                </a:lnTo>
                <a:lnTo>
                  <a:pt x="0" y="14400"/>
                </a:lnTo>
                <a:lnTo>
                  <a:pt x="475" y="12816"/>
                </a:lnTo>
                <a:lnTo>
                  <a:pt x="950" y="11230"/>
                </a:lnTo>
                <a:lnTo>
                  <a:pt x="1426" y="9643"/>
                </a:lnTo>
                <a:lnTo>
                  <a:pt x="1905" y="8052"/>
                </a:lnTo>
                <a:lnTo>
                  <a:pt x="2385" y="6456"/>
                </a:lnTo>
                <a:lnTo>
                  <a:pt x="2864" y="4853"/>
                </a:lnTo>
                <a:lnTo>
                  <a:pt x="3348" y="3245"/>
                </a:lnTo>
                <a:lnTo>
                  <a:pt x="3832" y="1627"/>
                </a:lnTo>
                <a:lnTo>
                  <a:pt x="4320" y="0"/>
                </a:lnTo>
                <a:close/>
              </a:path>
            </a:pathLst>
          </a:custGeom>
          <a:solidFill>
            <a:srgbClr val="727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39" name="contour_10637"/>
          <p:cNvSpPr/>
          <p:nvPr/>
        </p:nvSpPr>
        <p:spPr>
          <a:xfrm>
            <a:off x="7480566" y="5327522"/>
            <a:ext cx="6562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34" y="138"/>
                </a:lnTo>
                <a:lnTo>
                  <a:pt x="3255" y="294"/>
                </a:lnTo>
                <a:lnTo>
                  <a:pt x="4870" y="475"/>
                </a:lnTo>
                <a:lnTo>
                  <a:pt x="6477" y="687"/>
                </a:lnTo>
                <a:lnTo>
                  <a:pt x="8075" y="933"/>
                </a:lnTo>
                <a:lnTo>
                  <a:pt x="9670" y="1227"/>
                </a:lnTo>
                <a:lnTo>
                  <a:pt x="11258" y="1568"/>
                </a:lnTo>
                <a:lnTo>
                  <a:pt x="12846" y="1974"/>
                </a:lnTo>
                <a:lnTo>
                  <a:pt x="14432" y="2441"/>
                </a:lnTo>
                <a:lnTo>
                  <a:pt x="16018" y="2985"/>
                </a:lnTo>
                <a:lnTo>
                  <a:pt x="17603" y="3607"/>
                </a:lnTo>
                <a:lnTo>
                  <a:pt x="19191" y="4320"/>
                </a:lnTo>
                <a:lnTo>
                  <a:pt x="20302" y="7176"/>
                </a:lnTo>
                <a:lnTo>
                  <a:pt x="21007" y="9746"/>
                </a:lnTo>
                <a:lnTo>
                  <a:pt x="21398" y="12256"/>
                </a:lnTo>
                <a:lnTo>
                  <a:pt x="21566" y="14917"/>
                </a:lnTo>
                <a:lnTo>
                  <a:pt x="21600" y="17958"/>
                </a:lnTo>
                <a:lnTo>
                  <a:pt x="21590" y="21600"/>
                </a:lnTo>
                <a:lnTo>
                  <a:pt x="19808" y="20706"/>
                </a:lnTo>
                <a:lnTo>
                  <a:pt x="18093" y="19816"/>
                </a:lnTo>
                <a:lnTo>
                  <a:pt x="16437" y="18904"/>
                </a:lnTo>
                <a:lnTo>
                  <a:pt x="14842" y="17958"/>
                </a:lnTo>
                <a:lnTo>
                  <a:pt x="13300" y="16960"/>
                </a:lnTo>
                <a:lnTo>
                  <a:pt x="11810" y="15889"/>
                </a:lnTo>
                <a:lnTo>
                  <a:pt x="10363" y="14727"/>
                </a:lnTo>
                <a:lnTo>
                  <a:pt x="8962" y="13457"/>
                </a:lnTo>
                <a:lnTo>
                  <a:pt x="7597" y="12061"/>
                </a:lnTo>
                <a:lnTo>
                  <a:pt x="6268" y="10519"/>
                </a:lnTo>
                <a:lnTo>
                  <a:pt x="4968" y="8813"/>
                </a:lnTo>
                <a:lnTo>
                  <a:pt x="3697" y="6929"/>
                </a:lnTo>
                <a:lnTo>
                  <a:pt x="2447" y="4843"/>
                </a:lnTo>
                <a:lnTo>
                  <a:pt x="1216" y="2540"/>
                </a:lnTo>
                <a:lnTo>
                  <a:pt x="0" y="0"/>
                </a:lnTo>
                <a:close/>
              </a:path>
            </a:pathLst>
          </a:custGeom>
          <a:solidFill>
            <a:srgbClr val="B8D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0" name="contour_10638"/>
          <p:cNvSpPr/>
          <p:nvPr/>
        </p:nvSpPr>
        <p:spPr>
          <a:xfrm>
            <a:off x="5177561" y="529837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7" y="0"/>
                </a:lnTo>
                <a:lnTo>
                  <a:pt x="13349" y="0"/>
                </a:lnTo>
                <a:lnTo>
                  <a:pt x="15429" y="0"/>
                </a:lnTo>
                <a:lnTo>
                  <a:pt x="16431" y="2588"/>
                </a:lnTo>
                <a:lnTo>
                  <a:pt x="17323" y="5210"/>
                </a:lnTo>
                <a:lnTo>
                  <a:pt x="18132" y="7867"/>
                </a:lnTo>
                <a:lnTo>
                  <a:pt x="18872" y="10554"/>
                </a:lnTo>
                <a:lnTo>
                  <a:pt x="19570" y="13275"/>
                </a:lnTo>
                <a:lnTo>
                  <a:pt x="20242" y="16023"/>
                </a:lnTo>
                <a:lnTo>
                  <a:pt x="20912" y="18796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728" y="16610"/>
                </a:lnTo>
                <a:lnTo>
                  <a:pt x="3101" y="12684"/>
                </a:lnTo>
                <a:lnTo>
                  <a:pt x="4200" y="9638"/>
                </a:lnTo>
                <a:lnTo>
                  <a:pt x="5098" y="7305"/>
                </a:lnTo>
                <a:lnTo>
                  <a:pt x="5872" y="5495"/>
                </a:lnTo>
                <a:lnTo>
                  <a:pt x="6600" y="4039"/>
                </a:lnTo>
                <a:lnTo>
                  <a:pt x="7356" y="2756"/>
                </a:lnTo>
                <a:lnTo>
                  <a:pt x="8217" y="1469"/>
                </a:lnTo>
                <a:lnTo>
                  <a:pt x="9257" y="0"/>
                </a:lnTo>
                <a:close/>
              </a:path>
            </a:pathLst>
          </a:custGeom>
          <a:solidFill>
            <a:srgbClr val="2C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1" name="contour_10639"/>
          <p:cNvSpPr/>
          <p:nvPr/>
        </p:nvSpPr>
        <p:spPr>
          <a:xfrm>
            <a:off x="4164530" y="530565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54" y="2674"/>
                </a:lnTo>
                <a:lnTo>
                  <a:pt x="20707" y="5348"/>
                </a:lnTo>
                <a:lnTo>
                  <a:pt x="20261" y="8031"/>
                </a:lnTo>
                <a:lnTo>
                  <a:pt x="19814" y="10718"/>
                </a:lnTo>
                <a:lnTo>
                  <a:pt x="19364" y="13418"/>
                </a:lnTo>
                <a:lnTo>
                  <a:pt x="18911" y="16131"/>
                </a:lnTo>
                <a:lnTo>
                  <a:pt x="18457" y="18857"/>
                </a:lnTo>
                <a:lnTo>
                  <a:pt x="18000" y="21600"/>
                </a:lnTo>
                <a:lnTo>
                  <a:pt x="13838" y="20948"/>
                </a:lnTo>
                <a:lnTo>
                  <a:pt x="10912" y="20425"/>
                </a:lnTo>
                <a:lnTo>
                  <a:pt x="8827" y="19920"/>
                </a:lnTo>
                <a:lnTo>
                  <a:pt x="7178" y="19306"/>
                </a:lnTo>
                <a:lnTo>
                  <a:pt x="5569" y="18468"/>
                </a:lnTo>
                <a:lnTo>
                  <a:pt x="3600" y="17280"/>
                </a:lnTo>
                <a:lnTo>
                  <a:pt x="2513" y="14420"/>
                </a:lnTo>
                <a:lnTo>
                  <a:pt x="1714" y="11668"/>
                </a:lnTo>
                <a:lnTo>
                  <a:pt x="1130" y="8938"/>
                </a:lnTo>
                <a:lnTo>
                  <a:pt x="695" y="6139"/>
                </a:lnTo>
                <a:lnTo>
                  <a:pt x="342" y="3192"/>
                </a:lnTo>
                <a:lnTo>
                  <a:pt x="0" y="0"/>
                </a:lnTo>
                <a:close/>
              </a:path>
            </a:pathLst>
          </a:custGeom>
          <a:solidFill>
            <a:srgbClr val="D6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2" name="contour_10640"/>
          <p:cNvSpPr/>
          <p:nvPr/>
        </p:nvSpPr>
        <p:spPr>
          <a:xfrm>
            <a:off x="4507065" y="5291082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280" y="2380"/>
                </a:lnTo>
                <a:lnTo>
                  <a:pt x="17280" y="4774"/>
                </a:lnTo>
                <a:lnTo>
                  <a:pt x="17280" y="7200"/>
                </a:lnTo>
                <a:lnTo>
                  <a:pt x="18708" y="7200"/>
                </a:lnTo>
                <a:lnTo>
                  <a:pt x="20144" y="7200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20574" y="14252"/>
                </a:lnTo>
                <a:lnTo>
                  <a:pt x="19542" y="14101"/>
                </a:lnTo>
                <a:lnTo>
                  <a:pt x="18494" y="13950"/>
                </a:lnTo>
                <a:lnTo>
                  <a:pt x="17999" y="14018"/>
                </a:lnTo>
                <a:lnTo>
                  <a:pt x="17124" y="14134"/>
                </a:lnTo>
                <a:lnTo>
                  <a:pt x="15120" y="14400"/>
                </a:lnTo>
                <a:lnTo>
                  <a:pt x="14684" y="16243"/>
                </a:lnTo>
                <a:lnTo>
                  <a:pt x="14243" y="18112"/>
                </a:lnTo>
                <a:lnTo>
                  <a:pt x="13606" y="19843"/>
                </a:lnTo>
                <a:lnTo>
                  <a:pt x="12960" y="21600"/>
                </a:lnTo>
                <a:lnTo>
                  <a:pt x="11446" y="21550"/>
                </a:lnTo>
                <a:lnTo>
                  <a:pt x="10344" y="21452"/>
                </a:lnTo>
                <a:lnTo>
                  <a:pt x="9338" y="21247"/>
                </a:lnTo>
                <a:lnTo>
                  <a:pt x="8111" y="20869"/>
                </a:lnTo>
                <a:lnTo>
                  <a:pt x="6346" y="20250"/>
                </a:lnTo>
                <a:lnTo>
                  <a:pt x="5160" y="19850"/>
                </a:lnTo>
                <a:lnTo>
                  <a:pt x="3968" y="19447"/>
                </a:lnTo>
                <a:lnTo>
                  <a:pt x="2758" y="19040"/>
                </a:lnTo>
                <a:lnTo>
                  <a:pt x="1389" y="18526"/>
                </a:lnTo>
                <a:lnTo>
                  <a:pt x="0" y="18000"/>
                </a:lnTo>
                <a:lnTo>
                  <a:pt x="0" y="16214"/>
                </a:lnTo>
                <a:lnTo>
                  <a:pt x="0" y="14400"/>
                </a:lnTo>
                <a:lnTo>
                  <a:pt x="1413" y="13727"/>
                </a:lnTo>
                <a:lnTo>
                  <a:pt x="2447" y="13295"/>
                </a:lnTo>
                <a:lnTo>
                  <a:pt x="3607" y="12906"/>
                </a:lnTo>
                <a:lnTo>
                  <a:pt x="5400" y="12377"/>
                </a:lnTo>
                <a:lnTo>
                  <a:pt x="6404" y="12074"/>
                </a:lnTo>
                <a:lnTo>
                  <a:pt x="7413" y="11768"/>
                </a:lnTo>
                <a:lnTo>
                  <a:pt x="8437" y="11462"/>
                </a:lnTo>
                <a:lnTo>
                  <a:pt x="9610" y="11131"/>
                </a:lnTo>
                <a:lnTo>
                  <a:pt x="10800" y="10800"/>
                </a:lnTo>
                <a:lnTo>
                  <a:pt x="10264" y="9018"/>
                </a:lnTo>
                <a:lnTo>
                  <a:pt x="9729" y="7229"/>
                </a:lnTo>
                <a:lnTo>
                  <a:pt x="9186" y="5425"/>
                </a:lnTo>
                <a:lnTo>
                  <a:pt x="8640" y="3600"/>
                </a:lnTo>
                <a:lnTo>
                  <a:pt x="10156" y="2232"/>
                </a:lnTo>
                <a:lnTo>
                  <a:pt x="11459" y="1256"/>
                </a:lnTo>
                <a:lnTo>
                  <a:pt x="12686" y="608"/>
                </a:lnTo>
                <a:lnTo>
                  <a:pt x="13973" y="227"/>
                </a:lnTo>
                <a:lnTo>
                  <a:pt x="15459" y="47"/>
                </a:lnTo>
                <a:lnTo>
                  <a:pt x="17280" y="0"/>
                </a:lnTo>
                <a:close/>
              </a:path>
            </a:pathLst>
          </a:custGeom>
          <a:solidFill>
            <a:srgbClr val="2626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3" name="contour_10641"/>
          <p:cNvSpPr/>
          <p:nvPr/>
        </p:nvSpPr>
        <p:spPr>
          <a:xfrm>
            <a:off x="10532595" y="5254642"/>
            <a:ext cx="5265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31" y="0"/>
                </a:moveTo>
                <a:lnTo>
                  <a:pt x="14114" y="0"/>
                </a:lnTo>
                <a:lnTo>
                  <a:pt x="15621" y="0"/>
                </a:lnTo>
                <a:lnTo>
                  <a:pt x="16296" y="1574"/>
                </a:lnTo>
                <a:lnTo>
                  <a:pt x="16933" y="3137"/>
                </a:lnTo>
                <a:lnTo>
                  <a:pt x="17534" y="4697"/>
                </a:lnTo>
                <a:lnTo>
                  <a:pt x="18105" y="6264"/>
                </a:lnTo>
                <a:lnTo>
                  <a:pt x="18649" y="7846"/>
                </a:lnTo>
                <a:lnTo>
                  <a:pt x="19172" y="9451"/>
                </a:lnTo>
                <a:lnTo>
                  <a:pt x="19657" y="10798"/>
                </a:lnTo>
                <a:lnTo>
                  <a:pt x="20147" y="12163"/>
                </a:lnTo>
                <a:lnTo>
                  <a:pt x="20560" y="13469"/>
                </a:lnTo>
                <a:lnTo>
                  <a:pt x="20841" y="14486"/>
                </a:lnTo>
                <a:lnTo>
                  <a:pt x="21062" y="15557"/>
                </a:lnTo>
                <a:lnTo>
                  <a:pt x="21292" y="17016"/>
                </a:lnTo>
                <a:lnTo>
                  <a:pt x="21600" y="19200"/>
                </a:lnTo>
                <a:lnTo>
                  <a:pt x="20186" y="20318"/>
                </a:lnTo>
                <a:lnTo>
                  <a:pt x="19092" y="20942"/>
                </a:lnTo>
                <a:lnTo>
                  <a:pt x="17758" y="21293"/>
                </a:lnTo>
                <a:lnTo>
                  <a:pt x="15621" y="21600"/>
                </a:lnTo>
                <a:lnTo>
                  <a:pt x="13600" y="21264"/>
                </a:lnTo>
                <a:lnTo>
                  <a:pt x="11633" y="20856"/>
                </a:lnTo>
                <a:lnTo>
                  <a:pt x="9716" y="20374"/>
                </a:lnTo>
                <a:lnTo>
                  <a:pt x="7842" y="19814"/>
                </a:lnTo>
                <a:lnTo>
                  <a:pt x="6009" y="19178"/>
                </a:lnTo>
                <a:lnTo>
                  <a:pt x="4206" y="18466"/>
                </a:lnTo>
                <a:lnTo>
                  <a:pt x="2428" y="17674"/>
                </a:lnTo>
                <a:lnTo>
                  <a:pt x="673" y="16800"/>
                </a:lnTo>
                <a:lnTo>
                  <a:pt x="224" y="14870"/>
                </a:lnTo>
                <a:lnTo>
                  <a:pt x="0" y="13531"/>
                </a:lnTo>
                <a:lnTo>
                  <a:pt x="0" y="12437"/>
                </a:lnTo>
                <a:lnTo>
                  <a:pt x="224" y="11242"/>
                </a:lnTo>
                <a:lnTo>
                  <a:pt x="673" y="9600"/>
                </a:lnTo>
                <a:lnTo>
                  <a:pt x="2649" y="9600"/>
                </a:lnTo>
                <a:lnTo>
                  <a:pt x="4637" y="9600"/>
                </a:lnTo>
                <a:lnTo>
                  <a:pt x="6652" y="9600"/>
                </a:lnTo>
                <a:lnTo>
                  <a:pt x="6652" y="11186"/>
                </a:lnTo>
                <a:lnTo>
                  <a:pt x="6652" y="12782"/>
                </a:lnTo>
                <a:lnTo>
                  <a:pt x="6652" y="14400"/>
                </a:lnTo>
                <a:lnTo>
                  <a:pt x="8628" y="14400"/>
                </a:lnTo>
                <a:lnTo>
                  <a:pt x="10616" y="14400"/>
                </a:lnTo>
                <a:lnTo>
                  <a:pt x="12631" y="14400"/>
                </a:lnTo>
                <a:lnTo>
                  <a:pt x="12631" y="12816"/>
                </a:lnTo>
                <a:lnTo>
                  <a:pt x="12631" y="11230"/>
                </a:lnTo>
                <a:lnTo>
                  <a:pt x="12631" y="9643"/>
                </a:lnTo>
                <a:lnTo>
                  <a:pt x="12631" y="8052"/>
                </a:lnTo>
                <a:lnTo>
                  <a:pt x="12631" y="6456"/>
                </a:lnTo>
                <a:lnTo>
                  <a:pt x="12631" y="4853"/>
                </a:lnTo>
                <a:lnTo>
                  <a:pt x="12631" y="3245"/>
                </a:lnTo>
                <a:lnTo>
                  <a:pt x="12631" y="1627"/>
                </a:lnTo>
                <a:lnTo>
                  <a:pt x="12631" y="0"/>
                </a:lnTo>
                <a:close/>
              </a:path>
            </a:pathLst>
          </a:custGeom>
          <a:solidFill>
            <a:srgbClr val="BDA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4" name="contour_10642"/>
          <p:cNvSpPr/>
          <p:nvPr/>
        </p:nvSpPr>
        <p:spPr>
          <a:xfrm>
            <a:off x="4077074" y="5291082"/>
            <a:ext cx="58304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896"/>
                </a:lnTo>
                <a:lnTo>
                  <a:pt x="21600" y="7806"/>
                </a:lnTo>
                <a:lnTo>
                  <a:pt x="21600" y="11728"/>
                </a:lnTo>
                <a:lnTo>
                  <a:pt x="21600" y="15683"/>
                </a:lnTo>
                <a:lnTo>
                  <a:pt x="21600" y="19678"/>
                </a:lnTo>
                <a:lnTo>
                  <a:pt x="19745" y="19980"/>
                </a:lnTo>
                <a:lnTo>
                  <a:pt x="17890" y="20249"/>
                </a:lnTo>
                <a:lnTo>
                  <a:pt x="16033" y="20491"/>
                </a:lnTo>
                <a:lnTo>
                  <a:pt x="14175" y="20708"/>
                </a:lnTo>
                <a:lnTo>
                  <a:pt x="12317" y="20911"/>
                </a:lnTo>
                <a:lnTo>
                  <a:pt x="11551" y="21010"/>
                </a:lnTo>
                <a:lnTo>
                  <a:pt x="10198" y="21187"/>
                </a:lnTo>
                <a:lnTo>
                  <a:pt x="7098" y="21600"/>
                </a:lnTo>
                <a:lnTo>
                  <a:pt x="5646" y="20964"/>
                </a:lnTo>
                <a:lnTo>
                  <a:pt x="4182" y="20327"/>
                </a:lnTo>
                <a:lnTo>
                  <a:pt x="2700" y="19678"/>
                </a:lnTo>
                <a:lnTo>
                  <a:pt x="2165" y="15782"/>
                </a:lnTo>
                <a:lnTo>
                  <a:pt x="1628" y="11872"/>
                </a:lnTo>
                <a:lnTo>
                  <a:pt x="1091" y="7950"/>
                </a:lnTo>
                <a:lnTo>
                  <a:pt x="548" y="3995"/>
                </a:lnTo>
                <a:lnTo>
                  <a:pt x="0" y="0"/>
                </a:lnTo>
                <a:close/>
              </a:path>
            </a:pathLst>
          </a:custGeom>
          <a:solidFill>
            <a:srgbClr val="ED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5" name="contour_10643"/>
          <p:cNvSpPr/>
          <p:nvPr/>
        </p:nvSpPr>
        <p:spPr>
          <a:xfrm>
            <a:off x="5374336" y="527650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9582" y="14312"/>
                </a:lnTo>
                <a:lnTo>
                  <a:pt x="18092" y="15241"/>
                </a:lnTo>
                <a:lnTo>
                  <a:pt x="16684" y="15980"/>
                </a:lnTo>
                <a:lnTo>
                  <a:pt x="14916" y="16762"/>
                </a:lnTo>
                <a:lnTo>
                  <a:pt x="12343" y="17820"/>
                </a:lnTo>
                <a:lnTo>
                  <a:pt x="10621" y="18546"/>
                </a:lnTo>
                <a:lnTo>
                  <a:pt x="8890" y="19276"/>
                </a:lnTo>
                <a:lnTo>
                  <a:pt x="7134" y="20015"/>
                </a:lnTo>
                <a:lnTo>
                  <a:pt x="5125" y="20801"/>
                </a:lnTo>
                <a:lnTo>
                  <a:pt x="3086" y="21600"/>
                </a:lnTo>
                <a:lnTo>
                  <a:pt x="2703" y="18926"/>
                </a:lnTo>
                <a:lnTo>
                  <a:pt x="2320" y="16252"/>
                </a:lnTo>
                <a:lnTo>
                  <a:pt x="1938" y="13569"/>
                </a:lnTo>
                <a:lnTo>
                  <a:pt x="1555" y="10882"/>
                </a:lnTo>
                <a:lnTo>
                  <a:pt x="1169" y="8182"/>
                </a:lnTo>
                <a:lnTo>
                  <a:pt x="781" y="5469"/>
                </a:lnTo>
                <a:lnTo>
                  <a:pt x="392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5855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6" name="contour_10644"/>
          <p:cNvSpPr/>
          <p:nvPr/>
        </p:nvSpPr>
        <p:spPr>
          <a:xfrm>
            <a:off x="1154589" y="5259824"/>
            <a:ext cx="36440" cy="40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9"/>
                </a:moveTo>
                <a:lnTo>
                  <a:pt x="7348" y="360"/>
                </a:lnTo>
                <a:lnTo>
                  <a:pt x="10122" y="15"/>
                </a:lnTo>
                <a:lnTo>
                  <a:pt x="12787" y="0"/>
                </a:lnTo>
                <a:lnTo>
                  <a:pt x="15492" y="236"/>
                </a:lnTo>
                <a:lnTo>
                  <a:pt x="18382" y="635"/>
                </a:lnTo>
                <a:lnTo>
                  <a:pt x="21600" y="1119"/>
                </a:lnTo>
                <a:lnTo>
                  <a:pt x="21384" y="3648"/>
                </a:lnTo>
                <a:lnTo>
                  <a:pt x="21129" y="6130"/>
                </a:lnTo>
                <a:lnTo>
                  <a:pt x="20805" y="8577"/>
                </a:lnTo>
                <a:lnTo>
                  <a:pt x="20390" y="10997"/>
                </a:lnTo>
                <a:lnTo>
                  <a:pt x="19855" y="13391"/>
                </a:lnTo>
                <a:lnTo>
                  <a:pt x="19176" y="15764"/>
                </a:lnTo>
                <a:lnTo>
                  <a:pt x="18325" y="18126"/>
                </a:lnTo>
                <a:lnTo>
                  <a:pt x="17280" y="20481"/>
                </a:lnTo>
                <a:lnTo>
                  <a:pt x="14252" y="21240"/>
                </a:lnTo>
                <a:lnTo>
                  <a:pt x="11478" y="21585"/>
                </a:lnTo>
                <a:lnTo>
                  <a:pt x="8813" y="21600"/>
                </a:lnTo>
                <a:lnTo>
                  <a:pt x="6108" y="21364"/>
                </a:lnTo>
                <a:lnTo>
                  <a:pt x="3218" y="20965"/>
                </a:lnTo>
                <a:lnTo>
                  <a:pt x="0" y="20481"/>
                </a:lnTo>
                <a:lnTo>
                  <a:pt x="216" y="17952"/>
                </a:lnTo>
                <a:lnTo>
                  <a:pt x="471" y="15470"/>
                </a:lnTo>
                <a:lnTo>
                  <a:pt x="795" y="13023"/>
                </a:lnTo>
                <a:lnTo>
                  <a:pt x="1210" y="10603"/>
                </a:lnTo>
                <a:lnTo>
                  <a:pt x="1745" y="8209"/>
                </a:lnTo>
                <a:lnTo>
                  <a:pt x="2424" y="5836"/>
                </a:lnTo>
                <a:lnTo>
                  <a:pt x="3275" y="3474"/>
                </a:lnTo>
                <a:lnTo>
                  <a:pt x="4320" y="1119"/>
                </a:lnTo>
                <a:close/>
              </a:path>
            </a:pathLst>
          </a:custGeom>
          <a:solidFill>
            <a:srgbClr val="F3E0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7" name="contour_10645"/>
          <p:cNvSpPr/>
          <p:nvPr/>
        </p:nvSpPr>
        <p:spPr>
          <a:xfrm>
            <a:off x="7312942" y="5261930"/>
            <a:ext cx="51016" cy="393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96"/>
                </a:lnTo>
                <a:lnTo>
                  <a:pt x="4280" y="791"/>
                </a:lnTo>
                <a:lnTo>
                  <a:pt x="6421" y="1187"/>
                </a:lnTo>
                <a:lnTo>
                  <a:pt x="8566" y="1587"/>
                </a:lnTo>
                <a:lnTo>
                  <a:pt x="10720" y="1982"/>
                </a:lnTo>
                <a:lnTo>
                  <a:pt x="12877" y="2382"/>
                </a:lnTo>
                <a:lnTo>
                  <a:pt x="15043" y="2781"/>
                </a:lnTo>
                <a:lnTo>
                  <a:pt x="17218" y="3185"/>
                </a:lnTo>
                <a:lnTo>
                  <a:pt x="19403" y="3589"/>
                </a:lnTo>
                <a:lnTo>
                  <a:pt x="21600" y="3996"/>
                </a:lnTo>
                <a:lnTo>
                  <a:pt x="20329" y="8041"/>
                </a:lnTo>
                <a:lnTo>
                  <a:pt x="19366" y="11030"/>
                </a:lnTo>
                <a:lnTo>
                  <a:pt x="18607" y="13248"/>
                </a:lnTo>
                <a:lnTo>
                  <a:pt x="17940" y="14970"/>
                </a:lnTo>
                <a:lnTo>
                  <a:pt x="17261" y="16481"/>
                </a:lnTo>
                <a:lnTo>
                  <a:pt x="16459" y="18059"/>
                </a:lnTo>
                <a:lnTo>
                  <a:pt x="15429" y="19981"/>
                </a:lnTo>
                <a:lnTo>
                  <a:pt x="13133" y="21060"/>
                </a:lnTo>
                <a:lnTo>
                  <a:pt x="11504" y="21600"/>
                </a:lnTo>
                <a:lnTo>
                  <a:pt x="10096" y="21600"/>
                </a:lnTo>
                <a:lnTo>
                  <a:pt x="8467" y="21060"/>
                </a:lnTo>
                <a:lnTo>
                  <a:pt x="6171" y="19981"/>
                </a:lnTo>
                <a:lnTo>
                  <a:pt x="5165" y="17548"/>
                </a:lnTo>
                <a:lnTo>
                  <a:pt x="4264" y="15122"/>
                </a:lnTo>
                <a:lnTo>
                  <a:pt x="3447" y="12688"/>
                </a:lnTo>
                <a:lnTo>
                  <a:pt x="2697" y="10243"/>
                </a:lnTo>
                <a:lnTo>
                  <a:pt x="1996" y="7761"/>
                </a:lnTo>
                <a:lnTo>
                  <a:pt x="1327" y="5235"/>
                </a:lnTo>
                <a:lnTo>
                  <a:pt x="667" y="2654"/>
                </a:lnTo>
                <a:lnTo>
                  <a:pt x="0" y="0"/>
                </a:lnTo>
                <a:close/>
              </a:path>
            </a:pathLst>
          </a:custGeom>
          <a:solidFill>
            <a:srgbClr val="ADC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8" name="contour_10646"/>
          <p:cNvSpPr/>
          <p:nvPr/>
        </p:nvSpPr>
        <p:spPr>
          <a:xfrm>
            <a:off x="4003946" y="5225490"/>
            <a:ext cx="4397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81" y="0"/>
                </a:moveTo>
                <a:lnTo>
                  <a:pt x="9057" y="0"/>
                </a:lnTo>
                <a:lnTo>
                  <a:pt x="10861" y="0"/>
                </a:lnTo>
                <a:lnTo>
                  <a:pt x="11749" y="1445"/>
                </a:lnTo>
                <a:lnTo>
                  <a:pt x="12379" y="2518"/>
                </a:lnTo>
                <a:lnTo>
                  <a:pt x="12923" y="3542"/>
                </a:lnTo>
                <a:lnTo>
                  <a:pt x="13553" y="4846"/>
                </a:lnTo>
                <a:lnTo>
                  <a:pt x="14441" y="6749"/>
                </a:lnTo>
                <a:lnTo>
                  <a:pt x="15031" y="8004"/>
                </a:lnTo>
                <a:lnTo>
                  <a:pt x="15625" y="9269"/>
                </a:lnTo>
                <a:lnTo>
                  <a:pt x="16230" y="10548"/>
                </a:lnTo>
                <a:lnTo>
                  <a:pt x="16821" y="11820"/>
                </a:lnTo>
                <a:lnTo>
                  <a:pt x="17415" y="13102"/>
                </a:lnTo>
                <a:lnTo>
                  <a:pt x="18020" y="14400"/>
                </a:lnTo>
                <a:lnTo>
                  <a:pt x="18733" y="15840"/>
                </a:lnTo>
                <a:lnTo>
                  <a:pt x="19445" y="17282"/>
                </a:lnTo>
                <a:lnTo>
                  <a:pt x="20161" y="18722"/>
                </a:lnTo>
                <a:lnTo>
                  <a:pt x="20880" y="20160"/>
                </a:lnTo>
                <a:lnTo>
                  <a:pt x="21600" y="21600"/>
                </a:lnTo>
                <a:lnTo>
                  <a:pt x="19266" y="21473"/>
                </a:lnTo>
                <a:lnTo>
                  <a:pt x="16979" y="21314"/>
                </a:lnTo>
                <a:lnTo>
                  <a:pt x="14727" y="21118"/>
                </a:lnTo>
                <a:lnTo>
                  <a:pt x="12500" y="20873"/>
                </a:lnTo>
                <a:lnTo>
                  <a:pt x="10292" y="20568"/>
                </a:lnTo>
                <a:lnTo>
                  <a:pt x="8094" y="20194"/>
                </a:lnTo>
                <a:lnTo>
                  <a:pt x="5903" y="19740"/>
                </a:lnTo>
                <a:lnTo>
                  <a:pt x="3701" y="19200"/>
                </a:lnTo>
                <a:lnTo>
                  <a:pt x="2191" y="17688"/>
                </a:lnTo>
                <a:lnTo>
                  <a:pt x="1124" y="16193"/>
                </a:lnTo>
                <a:lnTo>
                  <a:pt x="440" y="14676"/>
                </a:lnTo>
                <a:lnTo>
                  <a:pt x="86" y="13099"/>
                </a:lnTo>
                <a:lnTo>
                  <a:pt x="0" y="11419"/>
                </a:lnTo>
                <a:lnTo>
                  <a:pt x="122" y="9600"/>
                </a:lnTo>
                <a:lnTo>
                  <a:pt x="863" y="8110"/>
                </a:lnTo>
                <a:lnTo>
                  <a:pt x="1672" y="6665"/>
                </a:lnTo>
                <a:lnTo>
                  <a:pt x="2567" y="5263"/>
                </a:lnTo>
                <a:lnTo>
                  <a:pt x="3558" y="3898"/>
                </a:lnTo>
                <a:lnTo>
                  <a:pt x="4664" y="2570"/>
                </a:lnTo>
                <a:lnTo>
                  <a:pt x="5899" y="1272"/>
                </a:lnTo>
                <a:lnTo>
                  <a:pt x="7281" y="0"/>
                </a:lnTo>
                <a:close/>
              </a:path>
            </a:pathLst>
          </a:custGeom>
          <a:solidFill>
            <a:srgbClr val="E8F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49" name="contour_10647"/>
          <p:cNvSpPr/>
          <p:nvPr/>
        </p:nvSpPr>
        <p:spPr>
          <a:xfrm>
            <a:off x="4630961" y="5247354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049" y="216"/>
                </a:lnTo>
                <a:lnTo>
                  <a:pt x="5676" y="467"/>
                </a:lnTo>
                <a:lnTo>
                  <a:pt x="7291" y="760"/>
                </a:lnTo>
                <a:lnTo>
                  <a:pt x="8902" y="1093"/>
                </a:lnTo>
                <a:lnTo>
                  <a:pt x="10519" y="1469"/>
                </a:lnTo>
                <a:lnTo>
                  <a:pt x="12149" y="1892"/>
                </a:lnTo>
                <a:lnTo>
                  <a:pt x="13512" y="2229"/>
                </a:lnTo>
                <a:lnTo>
                  <a:pt x="14892" y="2575"/>
                </a:lnTo>
                <a:lnTo>
                  <a:pt x="16570" y="3002"/>
                </a:lnTo>
                <a:lnTo>
                  <a:pt x="18247" y="3434"/>
                </a:lnTo>
                <a:lnTo>
                  <a:pt x="19925" y="3875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20174" y="12960"/>
                </a:lnTo>
                <a:lnTo>
                  <a:pt x="18744" y="12960"/>
                </a:lnTo>
                <a:lnTo>
                  <a:pt x="17309" y="12960"/>
                </a:lnTo>
                <a:lnTo>
                  <a:pt x="15862" y="12960"/>
                </a:lnTo>
                <a:lnTo>
                  <a:pt x="14400" y="12960"/>
                </a:lnTo>
                <a:lnTo>
                  <a:pt x="14400" y="15816"/>
                </a:lnTo>
                <a:lnTo>
                  <a:pt x="14400" y="18688"/>
                </a:lnTo>
                <a:lnTo>
                  <a:pt x="14400" y="21600"/>
                </a:lnTo>
                <a:lnTo>
                  <a:pt x="12703" y="21600"/>
                </a:lnTo>
                <a:lnTo>
                  <a:pt x="11004" y="21600"/>
                </a:lnTo>
                <a:lnTo>
                  <a:pt x="9300" y="21600"/>
                </a:lnTo>
                <a:lnTo>
                  <a:pt x="7589" y="21600"/>
                </a:lnTo>
                <a:lnTo>
                  <a:pt x="5870" y="21600"/>
                </a:lnTo>
                <a:lnTo>
                  <a:pt x="4142" y="21600"/>
                </a:lnTo>
                <a:lnTo>
                  <a:pt x="2400" y="21600"/>
                </a:lnTo>
                <a:lnTo>
                  <a:pt x="3590" y="21064"/>
                </a:lnTo>
                <a:lnTo>
                  <a:pt x="4786" y="20529"/>
                </a:lnTo>
                <a:lnTo>
                  <a:pt x="6000" y="19980"/>
                </a:lnTo>
                <a:lnTo>
                  <a:pt x="6528" y="19583"/>
                </a:lnTo>
                <a:lnTo>
                  <a:pt x="7462" y="18883"/>
                </a:lnTo>
                <a:lnTo>
                  <a:pt x="9600" y="17280"/>
                </a:lnTo>
                <a:lnTo>
                  <a:pt x="9600" y="14424"/>
                </a:lnTo>
                <a:lnTo>
                  <a:pt x="9600" y="11552"/>
                </a:lnTo>
                <a:lnTo>
                  <a:pt x="9600" y="8640"/>
                </a:lnTo>
                <a:lnTo>
                  <a:pt x="8023" y="7348"/>
                </a:lnTo>
                <a:lnTo>
                  <a:pt x="6778" y="6648"/>
                </a:lnTo>
                <a:lnTo>
                  <a:pt x="4800" y="5940"/>
                </a:lnTo>
                <a:lnTo>
                  <a:pt x="3461" y="5452"/>
                </a:lnTo>
                <a:lnTo>
                  <a:pt x="2100" y="4959"/>
                </a:lnTo>
                <a:lnTo>
                  <a:pt x="1058" y="4640"/>
                </a:lnTo>
                <a:lnTo>
                  <a:pt x="0" y="4320"/>
                </a:lnTo>
                <a:lnTo>
                  <a:pt x="1190" y="2177"/>
                </a:lnTo>
                <a:lnTo>
                  <a:pt x="2400" y="0"/>
                </a:lnTo>
                <a:close/>
              </a:path>
            </a:pathLst>
          </a:custGeom>
          <a:solidFill>
            <a:srgbClr val="2122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0" name="contour_10648"/>
          <p:cNvSpPr/>
          <p:nvPr/>
        </p:nvSpPr>
        <p:spPr>
          <a:xfrm>
            <a:off x="9951195" y="5232253"/>
            <a:ext cx="65592" cy="399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84"/>
                </a:moveTo>
                <a:lnTo>
                  <a:pt x="1951" y="91"/>
                </a:lnTo>
                <a:lnTo>
                  <a:pt x="3797" y="0"/>
                </a:lnTo>
                <a:lnTo>
                  <a:pt x="5558" y="20"/>
                </a:lnTo>
                <a:lnTo>
                  <a:pt x="7243" y="158"/>
                </a:lnTo>
                <a:lnTo>
                  <a:pt x="8873" y="426"/>
                </a:lnTo>
                <a:lnTo>
                  <a:pt x="10457" y="828"/>
                </a:lnTo>
                <a:lnTo>
                  <a:pt x="12014" y="1375"/>
                </a:lnTo>
                <a:lnTo>
                  <a:pt x="13560" y="2077"/>
                </a:lnTo>
                <a:lnTo>
                  <a:pt x="15106" y="2940"/>
                </a:lnTo>
                <a:lnTo>
                  <a:pt x="16666" y="3972"/>
                </a:lnTo>
                <a:lnTo>
                  <a:pt x="18259" y="5182"/>
                </a:lnTo>
                <a:lnTo>
                  <a:pt x="19898" y="6577"/>
                </a:lnTo>
                <a:lnTo>
                  <a:pt x="21600" y="8166"/>
                </a:lnTo>
                <a:lnTo>
                  <a:pt x="21293" y="11098"/>
                </a:lnTo>
                <a:lnTo>
                  <a:pt x="21014" y="13178"/>
                </a:lnTo>
                <a:lnTo>
                  <a:pt x="20650" y="14975"/>
                </a:lnTo>
                <a:lnTo>
                  <a:pt x="20083" y="17056"/>
                </a:lnTo>
                <a:lnTo>
                  <a:pt x="19200" y="19988"/>
                </a:lnTo>
                <a:lnTo>
                  <a:pt x="17542" y="20859"/>
                </a:lnTo>
                <a:lnTo>
                  <a:pt x="15948" y="21403"/>
                </a:lnTo>
                <a:lnTo>
                  <a:pt x="14390" y="21600"/>
                </a:lnTo>
                <a:lnTo>
                  <a:pt x="12835" y="21442"/>
                </a:lnTo>
                <a:lnTo>
                  <a:pt x="11249" y="20910"/>
                </a:lnTo>
                <a:lnTo>
                  <a:pt x="9600" y="19988"/>
                </a:lnTo>
                <a:lnTo>
                  <a:pt x="9048" y="17620"/>
                </a:lnTo>
                <a:lnTo>
                  <a:pt x="8640" y="15283"/>
                </a:lnTo>
                <a:lnTo>
                  <a:pt x="8335" y="12930"/>
                </a:lnTo>
                <a:lnTo>
                  <a:pt x="8095" y="10518"/>
                </a:lnTo>
                <a:lnTo>
                  <a:pt x="7874" y="7996"/>
                </a:lnTo>
                <a:lnTo>
                  <a:pt x="7706" y="7058"/>
                </a:lnTo>
                <a:lnTo>
                  <a:pt x="7200" y="4225"/>
                </a:lnTo>
                <a:lnTo>
                  <a:pt x="5342" y="2774"/>
                </a:lnTo>
                <a:lnTo>
                  <a:pt x="4039" y="1844"/>
                </a:lnTo>
                <a:lnTo>
                  <a:pt x="2945" y="1245"/>
                </a:lnTo>
                <a:lnTo>
                  <a:pt x="1714" y="788"/>
                </a:lnTo>
                <a:lnTo>
                  <a:pt x="0" y="284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1" name="contour_10649"/>
          <p:cNvSpPr/>
          <p:nvPr/>
        </p:nvSpPr>
        <p:spPr>
          <a:xfrm>
            <a:off x="5760600" y="5174474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3831" y="1398"/>
                </a:lnTo>
                <a:lnTo>
                  <a:pt x="13255" y="2786"/>
                </a:lnTo>
                <a:lnTo>
                  <a:pt x="12665" y="4173"/>
                </a:lnTo>
                <a:lnTo>
                  <a:pt x="12060" y="5551"/>
                </a:lnTo>
                <a:lnTo>
                  <a:pt x="11437" y="6927"/>
                </a:lnTo>
                <a:lnTo>
                  <a:pt x="10793" y="8299"/>
                </a:lnTo>
                <a:lnTo>
                  <a:pt x="10130" y="9666"/>
                </a:lnTo>
                <a:lnTo>
                  <a:pt x="9439" y="11033"/>
                </a:lnTo>
                <a:lnTo>
                  <a:pt x="8723" y="12396"/>
                </a:lnTo>
                <a:lnTo>
                  <a:pt x="7978" y="13759"/>
                </a:lnTo>
                <a:lnTo>
                  <a:pt x="7200" y="15120"/>
                </a:lnTo>
                <a:lnTo>
                  <a:pt x="7981" y="15200"/>
                </a:lnTo>
                <a:lnTo>
                  <a:pt x="10350" y="15440"/>
                </a:lnTo>
                <a:lnTo>
                  <a:pt x="12359" y="15684"/>
                </a:lnTo>
                <a:lnTo>
                  <a:pt x="14400" y="15930"/>
                </a:lnTo>
                <a:lnTo>
                  <a:pt x="16409" y="16157"/>
                </a:lnTo>
                <a:lnTo>
                  <a:pt x="18450" y="16386"/>
                </a:lnTo>
                <a:lnTo>
                  <a:pt x="20012" y="16831"/>
                </a:lnTo>
                <a:lnTo>
                  <a:pt x="21600" y="17280"/>
                </a:lnTo>
                <a:lnTo>
                  <a:pt x="21600" y="18708"/>
                </a:lnTo>
                <a:lnTo>
                  <a:pt x="21600" y="20144"/>
                </a:lnTo>
                <a:lnTo>
                  <a:pt x="21600" y="21600"/>
                </a:lnTo>
                <a:lnTo>
                  <a:pt x="19224" y="21125"/>
                </a:lnTo>
                <a:lnTo>
                  <a:pt x="16844" y="20650"/>
                </a:lnTo>
                <a:lnTo>
                  <a:pt x="14465" y="20172"/>
                </a:lnTo>
                <a:lnTo>
                  <a:pt x="12078" y="19695"/>
                </a:lnTo>
                <a:lnTo>
                  <a:pt x="9684" y="19218"/>
                </a:lnTo>
                <a:lnTo>
                  <a:pt x="7279" y="18736"/>
                </a:lnTo>
                <a:lnTo>
                  <a:pt x="4867" y="18254"/>
                </a:lnTo>
                <a:lnTo>
                  <a:pt x="2441" y="17768"/>
                </a:lnTo>
                <a:lnTo>
                  <a:pt x="0" y="17280"/>
                </a:lnTo>
                <a:lnTo>
                  <a:pt x="508" y="15837"/>
                </a:lnTo>
                <a:lnTo>
                  <a:pt x="1022" y="14396"/>
                </a:lnTo>
                <a:lnTo>
                  <a:pt x="1548" y="12956"/>
                </a:lnTo>
                <a:lnTo>
                  <a:pt x="2077" y="11517"/>
                </a:lnTo>
                <a:lnTo>
                  <a:pt x="2610" y="10079"/>
                </a:lnTo>
                <a:lnTo>
                  <a:pt x="3150" y="8640"/>
                </a:lnTo>
                <a:lnTo>
                  <a:pt x="3575" y="7400"/>
                </a:lnTo>
                <a:lnTo>
                  <a:pt x="4007" y="6143"/>
                </a:lnTo>
                <a:lnTo>
                  <a:pt x="4471" y="4959"/>
                </a:lnTo>
                <a:lnTo>
                  <a:pt x="4871" y="4048"/>
                </a:lnTo>
                <a:lnTo>
                  <a:pt x="5353" y="3115"/>
                </a:lnTo>
                <a:lnTo>
                  <a:pt x="6080" y="1864"/>
                </a:lnTo>
                <a:lnTo>
                  <a:pt x="7200" y="0"/>
                </a:lnTo>
                <a:close/>
              </a:path>
            </a:pathLst>
          </a:custGeom>
          <a:solidFill>
            <a:srgbClr val="C0BB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2" name="contour_10650"/>
          <p:cNvSpPr/>
          <p:nvPr/>
        </p:nvSpPr>
        <p:spPr>
          <a:xfrm>
            <a:off x="4958921" y="5225490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980" y="901"/>
                </a:lnTo>
                <a:lnTo>
                  <a:pt x="9748" y="1839"/>
                </a:lnTo>
                <a:lnTo>
                  <a:pt x="11488" y="2814"/>
                </a:lnTo>
                <a:lnTo>
                  <a:pt x="13204" y="3820"/>
                </a:lnTo>
                <a:lnTo>
                  <a:pt x="14901" y="4857"/>
                </a:lnTo>
                <a:lnTo>
                  <a:pt x="16583" y="5921"/>
                </a:lnTo>
                <a:lnTo>
                  <a:pt x="18255" y="7011"/>
                </a:lnTo>
                <a:lnTo>
                  <a:pt x="19928" y="8125"/>
                </a:lnTo>
                <a:lnTo>
                  <a:pt x="21600" y="9257"/>
                </a:lnTo>
                <a:lnTo>
                  <a:pt x="19903" y="10615"/>
                </a:lnTo>
                <a:lnTo>
                  <a:pt x="18203" y="11973"/>
                </a:lnTo>
                <a:lnTo>
                  <a:pt x="16502" y="13333"/>
                </a:lnTo>
                <a:lnTo>
                  <a:pt x="14799" y="14700"/>
                </a:lnTo>
                <a:lnTo>
                  <a:pt x="13087" y="16067"/>
                </a:lnTo>
                <a:lnTo>
                  <a:pt x="11371" y="17440"/>
                </a:lnTo>
                <a:lnTo>
                  <a:pt x="9646" y="18820"/>
                </a:lnTo>
                <a:lnTo>
                  <a:pt x="7915" y="20205"/>
                </a:lnTo>
                <a:lnTo>
                  <a:pt x="6171" y="21600"/>
                </a:lnTo>
                <a:lnTo>
                  <a:pt x="4696" y="19949"/>
                </a:lnTo>
                <a:lnTo>
                  <a:pt x="3629" y="18687"/>
                </a:lnTo>
                <a:lnTo>
                  <a:pt x="2796" y="17552"/>
                </a:lnTo>
                <a:lnTo>
                  <a:pt x="2027" y="16286"/>
                </a:lnTo>
                <a:lnTo>
                  <a:pt x="1154" y="14636"/>
                </a:lnTo>
                <a:lnTo>
                  <a:pt x="0" y="12343"/>
                </a:lnTo>
                <a:lnTo>
                  <a:pt x="620" y="10424"/>
                </a:lnTo>
                <a:lnTo>
                  <a:pt x="1342" y="8584"/>
                </a:lnTo>
                <a:lnTo>
                  <a:pt x="2157" y="6807"/>
                </a:lnTo>
                <a:lnTo>
                  <a:pt x="3058" y="5079"/>
                </a:lnTo>
                <a:lnTo>
                  <a:pt x="4033" y="3379"/>
                </a:lnTo>
                <a:lnTo>
                  <a:pt x="5073" y="1691"/>
                </a:lnTo>
                <a:lnTo>
                  <a:pt x="6171" y="0"/>
                </a:lnTo>
                <a:close/>
              </a:path>
            </a:pathLst>
          </a:custGeom>
          <a:solidFill>
            <a:srgbClr val="292C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3" name="contour_10651"/>
          <p:cNvSpPr/>
          <p:nvPr/>
        </p:nvSpPr>
        <p:spPr>
          <a:xfrm>
            <a:off x="8508173" y="5196338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099" y="2052"/>
                </a:lnTo>
                <a:lnTo>
                  <a:pt x="20580" y="4047"/>
                </a:lnTo>
                <a:lnTo>
                  <a:pt x="20019" y="5989"/>
                </a:lnTo>
                <a:lnTo>
                  <a:pt x="19388" y="7879"/>
                </a:lnTo>
                <a:lnTo>
                  <a:pt x="18658" y="9723"/>
                </a:lnTo>
                <a:lnTo>
                  <a:pt x="17803" y="11524"/>
                </a:lnTo>
                <a:lnTo>
                  <a:pt x="16805" y="13284"/>
                </a:lnTo>
                <a:lnTo>
                  <a:pt x="15625" y="15007"/>
                </a:lnTo>
                <a:lnTo>
                  <a:pt x="14247" y="16697"/>
                </a:lnTo>
                <a:lnTo>
                  <a:pt x="12640" y="18357"/>
                </a:lnTo>
                <a:lnTo>
                  <a:pt x="10783" y="19991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501" y="19548"/>
                </a:lnTo>
                <a:lnTo>
                  <a:pt x="1020" y="17553"/>
                </a:lnTo>
                <a:lnTo>
                  <a:pt x="1581" y="15611"/>
                </a:lnTo>
                <a:lnTo>
                  <a:pt x="2212" y="13721"/>
                </a:lnTo>
                <a:lnTo>
                  <a:pt x="2942" y="11877"/>
                </a:lnTo>
                <a:lnTo>
                  <a:pt x="3797" y="10076"/>
                </a:lnTo>
                <a:lnTo>
                  <a:pt x="4795" y="8316"/>
                </a:lnTo>
                <a:lnTo>
                  <a:pt x="5975" y="6593"/>
                </a:lnTo>
                <a:lnTo>
                  <a:pt x="7353" y="4903"/>
                </a:lnTo>
                <a:lnTo>
                  <a:pt x="8960" y="3243"/>
                </a:lnTo>
                <a:lnTo>
                  <a:pt x="10817" y="1609"/>
                </a:lnTo>
                <a:lnTo>
                  <a:pt x="12960" y="0"/>
                </a:lnTo>
                <a:close/>
              </a:path>
            </a:pathLst>
          </a:custGeom>
          <a:solidFill>
            <a:srgbClr val="D4D6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4" name="contour_10652"/>
          <p:cNvSpPr/>
          <p:nvPr/>
        </p:nvSpPr>
        <p:spPr>
          <a:xfrm>
            <a:off x="7713782" y="5210914"/>
            <a:ext cx="3809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2" y="0"/>
                </a:moveTo>
                <a:lnTo>
                  <a:pt x="9062" y="414"/>
                </a:lnTo>
                <a:lnTo>
                  <a:pt x="12509" y="767"/>
                </a:lnTo>
                <a:lnTo>
                  <a:pt x="14934" y="1163"/>
                </a:lnTo>
                <a:lnTo>
                  <a:pt x="16798" y="1699"/>
                </a:lnTo>
                <a:lnTo>
                  <a:pt x="18550" y="2480"/>
                </a:lnTo>
                <a:lnTo>
                  <a:pt x="20662" y="3600"/>
                </a:lnTo>
                <a:lnTo>
                  <a:pt x="21220" y="6257"/>
                </a:lnTo>
                <a:lnTo>
                  <a:pt x="21517" y="8798"/>
                </a:lnTo>
                <a:lnTo>
                  <a:pt x="21600" y="11279"/>
                </a:lnTo>
                <a:lnTo>
                  <a:pt x="21509" y="13745"/>
                </a:lnTo>
                <a:lnTo>
                  <a:pt x="21290" y="16254"/>
                </a:lnTo>
                <a:lnTo>
                  <a:pt x="20993" y="18857"/>
                </a:lnTo>
                <a:lnTo>
                  <a:pt x="20662" y="21600"/>
                </a:lnTo>
                <a:lnTo>
                  <a:pt x="17740" y="21600"/>
                </a:lnTo>
                <a:lnTo>
                  <a:pt x="14815" y="21600"/>
                </a:lnTo>
                <a:lnTo>
                  <a:pt x="11881" y="21600"/>
                </a:lnTo>
                <a:lnTo>
                  <a:pt x="8934" y="21600"/>
                </a:lnTo>
                <a:lnTo>
                  <a:pt x="5975" y="21600"/>
                </a:lnTo>
                <a:lnTo>
                  <a:pt x="3000" y="21600"/>
                </a:lnTo>
                <a:lnTo>
                  <a:pt x="0" y="21600"/>
                </a:lnTo>
                <a:lnTo>
                  <a:pt x="455" y="19224"/>
                </a:lnTo>
                <a:lnTo>
                  <a:pt x="909" y="16844"/>
                </a:lnTo>
                <a:lnTo>
                  <a:pt x="1364" y="14465"/>
                </a:lnTo>
                <a:lnTo>
                  <a:pt x="1822" y="12078"/>
                </a:lnTo>
                <a:lnTo>
                  <a:pt x="2281" y="9684"/>
                </a:lnTo>
                <a:lnTo>
                  <a:pt x="2740" y="7279"/>
                </a:lnTo>
                <a:lnTo>
                  <a:pt x="3203" y="4867"/>
                </a:lnTo>
                <a:lnTo>
                  <a:pt x="3665" y="2441"/>
                </a:lnTo>
                <a:lnTo>
                  <a:pt x="4132" y="0"/>
                </a:lnTo>
                <a:close/>
              </a:path>
            </a:pathLst>
          </a:custGeom>
          <a:solidFill>
            <a:srgbClr val="F4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5" name="contour_10653"/>
          <p:cNvSpPr/>
          <p:nvPr/>
        </p:nvSpPr>
        <p:spPr>
          <a:xfrm>
            <a:off x="7662766" y="5210601"/>
            <a:ext cx="58304" cy="367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66" y="0"/>
                </a:moveTo>
                <a:lnTo>
                  <a:pt x="11140" y="518"/>
                </a:lnTo>
                <a:lnTo>
                  <a:pt x="12901" y="1071"/>
                </a:lnTo>
                <a:lnTo>
                  <a:pt x="14650" y="1662"/>
                </a:lnTo>
                <a:lnTo>
                  <a:pt x="16392" y="2296"/>
                </a:lnTo>
                <a:lnTo>
                  <a:pt x="18128" y="2973"/>
                </a:lnTo>
                <a:lnTo>
                  <a:pt x="19861" y="3696"/>
                </a:lnTo>
                <a:lnTo>
                  <a:pt x="21600" y="4467"/>
                </a:lnTo>
                <a:lnTo>
                  <a:pt x="21155" y="7294"/>
                </a:lnTo>
                <a:lnTo>
                  <a:pt x="20706" y="10130"/>
                </a:lnTo>
                <a:lnTo>
                  <a:pt x="20261" y="12969"/>
                </a:lnTo>
                <a:lnTo>
                  <a:pt x="19810" y="15826"/>
                </a:lnTo>
                <a:lnTo>
                  <a:pt x="19356" y="18700"/>
                </a:lnTo>
                <a:lnTo>
                  <a:pt x="18900" y="21600"/>
                </a:lnTo>
                <a:lnTo>
                  <a:pt x="18900" y="18769"/>
                </a:lnTo>
                <a:lnTo>
                  <a:pt x="18900" y="15921"/>
                </a:lnTo>
                <a:lnTo>
                  <a:pt x="18900" y="13034"/>
                </a:lnTo>
                <a:lnTo>
                  <a:pt x="17029" y="13458"/>
                </a:lnTo>
                <a:lnTo>
                  <a:pt x="15155" y="13882"/>
                </a:lnTo>
                <a:lnTo>
                  <a:pt x="13281" y="14306"/>
                </a:lnTo>
                <a:lnTo>
                  <a:pt x="11402" y="14734"/>
                </a:lnTo>
                <a:lnTo>
                  <a:pt x="9520" y="15158"/>
                </a:lnTo>
                <a:lnTo>
                  <a:pt x="7633" y="15586"/>
                </a:lnTo>
                <a:lnTo>
                  <a:pt x="5738" y="16015"/>
                </a:lnTo>
                <a:lnTo>
                  <a:pt x="3834" y="16447"/>
                </a:lnTo>
                <a:lnTo>
                  <a:pt x="1922" y="16880"/>
                </a:lnTo>
                <a:lnTo>
                  <a:pt x="0" y="17317"/>
                </a:lnTo>
                <a:lnTo>
                  <a:pt x="1085" y="11693"/>
                </a:lnTo>
                <a:lnTo>
                  <a:pt x="1976" y="7466"/>
                </a:lnTo>
                <a:lnTo>
                  <a:pt x="2781" y="4425"/>
                </a:lnTo>
                <a:lnTo>
                  <a:pt x="3610" y="2377"/>
                </a:lnTo>
                <a:lnTo>
                  <a:pt x="4574" y="1114"/>
                </a:lnTo>
                <a:lnTo>
                  <a:pt x="5781" y="428"/>
                </a:lnTo>
                <a:lnTo>
                  <a:pt x="7341" y="128"/>
                </a:lnTo>
                <a:lnTo>
                  <a:pt x="9366" y="0"/>
                </a:lnTo>
                <a:close/>
              </a:path>
            </a:pathLst>
          </a:custGeom>
          <a:solidFill>
            <a:srgbClr val="CEB6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6" name="contour_10654"/>
          <p:cNvSpPr/>
          <p:nvPr/>
        </p:nvSpPr>
        <p:spPr>
          <a:xfrm>
            <a:off x="3800130" y="5159898"/>
            <a:ext cx="43728" cy="595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81" y="286"/>
                </a:lnTo>
                <a:lnTo>
                  <a:pt x="1789" y="659"/>
                </a:lnTo>
                <a:lnTo>
                  <a:pt x="3704" y="1362"/>
                </a:lnTo>
                <a:lnTo>
                  <a:pt x="7200" y="2645"/>
                </a:lnTo>
                <a:lnTo>
                  <a:pt x="7603" y="4523"/>
                </a:lnTo>
                <a:lnTo>
                  <a:pt x="7783" y="5854"/>
                </a:lnTo>
                <a:lnTo>
                  <a:pt x="7783" y="7277"/>
                </a:lnTo>
                <a:lnTo>
                  <a:pt x="7650" y="9422"/>
                </a:lnTo>
                <a:lnTo>
                  <a:pt x="7553" y="11234"/>
                </a:lnTo>
                <a:lnTo>
                  <a:pt x="7452" y="13070"/>
                </a:lnTo>
                <a:lnTo>
                  <a:pt x="7326" y="14461"/>
                </a:lnTo>
                <a:lnTo>
                  <a:pt x="7200" y="15871"/>
                </a:lnTo>
                <a:lnTo>
                  <a:pt x="9576" y="15434"/>
                </a:lnTo>
                <a:lnTo>
                  <a:pt x="11956" y="14998"/>
                </a:lnTo>
                <a:lnTo>
                  <a:pt x="14346" y="14559"/>
                </a:lnTo>
                <a:lnTo>
                  <a:pt x="16747" y="14117"/>
                </a:lnTo>
                <a:lnTo>
                  <a:pt x="19163" y="13673"/>
                </a:lnTo>
                <a:lnTo>
                  <a:pt x="21600" y="13226"/>
                </a:lnTo>
                <a:lnTo>
                  <a:pt x="21247" y="15194"/>
                </a:lnTo>
                <a:lnTo>
                  <a:pt x="20884" y="16590"/>
                </a:lnTo>
                <a:lnTo>
                  <a:pt x="20336" y="17796"/>
                </a:lnTo>
                <a:lnTo>
                  <a:pt x="19433" y="19193"/>
                </a:lnTo>
                <a:lnTo>
                  <a:pt x="18000" y="21161"/>
                </a:lnTo>
                <a:lnTo>
                  <a:pt x="15372" y="21423"/>
                </a:lnTo>
                <a:lnTo>
                  <a:pt x="12820" y="21563"/>
                </a:lnTo>
                <a:lnTo>
                  <a:pt x="10307" y="21600"/>
                </a:lnTo>
                <a:lnTo>
                  <a:pt x="7801" y="21555"/>
                </a:lnTo>
                <a:lnTo>
                  <a:pt x="5270" y="21455"/>
                </a:lnTo>
                <a:lnTo>
                  <a:pt x="2682" y="21314"/>
                </a:lnTo>
                <a:lnTo>
                  <a:pt x="0" y="21161"/>
                </a:lnTo>
                <a:lnTo>
                  <a:pt x="0" y="19415"/>
                </a:lnTo>
                <a:lnTo>
                  <a:pt x="0" y="17669"/>
                </a:lnTo>
                <a:lnTo>
                  <a:pt x="0" y="15921"/>
                </a:lnTo>
                <a:lnTo>
                  <a:pt x="0" y="14170"/>
                </a:lnTo>
                <a:lnTo>
                  <a:pt x="0" y="12416"/>
                </a:lnTo>
                <a:lnTo>
                  <a:pt x="0" y="10660"/>
                </a:lnTo>
                <a:lnTo>
                  <a:pt x="0" y="8898"/>
                </a:lnTo>
                <a:lnTo>
                  <a:pt x="0" y="7131"/>
                </a:lnTo>
                <a:lnTo>
                  <a:pt x="0" y="5359"/>
                </a:lnTo>
                <a:lnTo>
                  <a:pt x="0" y="3581"/>
                </a:lnTo>
                <a:lnTo>
                  <a:pt x="0" y="1793"/>
                </a:lnTo>
                <a:lnTo>
                  <a:pt x="0" y="0"/>
                </a:lnTo>
                <a:close/>
              </a:path>
            </a:pathLst>
          </a:custGeom>
          <a:solidFill>
            <a:srgbClr val="E0BC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7" name="contour_10655"/>
          <p:cNvSpPr/>
          <p:nvPr/>
        </p:nvSpPr>
        <p:spPr>
          <a:xfrm>
            <a:off x="9156804" y="5159898"/>
            <a:ext cx="94744" cy="372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23" y="2994"/>
                </a:lnTo>
                <a:lnTo>
                  <a:pt x="21097" y="5156"/>
                </a:lnTo>
                <a:lnTo>
                  <a:pt x="20844" y="7084"/>
                </a:lnTo>
                <a:lnTo>
                  <a:pt x="20485" y="9389"/>
                </a:lnTo>
                <a:lnTo>
                  <a:pt x="19938" y="12688"/>
                </a:lnTo>
                <a:lnTo>
                  <a:pt x="18928" y="14156"/>
                </a:lnTo>
                <a:lnTo>
                  <a:pt x="17898" y="15467"/>
                </a:lnTo>
                <a:lnTo>
                  <a:pt x="16851" y="16622"/>
                </a:lnTo>
                <a:lnTo>
                  <a:pt x="15788" y="17637"/>
                </a:lnTo>
                <a:lnTo>
                  <a:pt x="14708" y="18512"/>
                </a:lnTo>
                <a:lnTo>
                  <a:pt x="13616" y="19265"/>
                </a:lnTo>
                <a:lnTo>
                  <a:pt x="12513" y="19891"/>
                </a:lnTo>
                <a:lnTo>
                  <a:pt x="11398" y="20412"/>
                </a:lnTo>
                <a:lnTo>
                  <a:pt x="10275" y="20822"/>
                </a:lnTo>
                <a:lnTo>
                  <a:pt x="9143" y="21139"/>
                </a:lnTo>
                <a:lnTo>
                  <a:pt x="8007" y="21367"/>
                </a:lnTo>
                <a:lnTo>
                  <a:pt x="6865" y="21515"/>
                </a:lnTo>
                <a:lnTo>
                  <a:pt x="5721" y="21587"/>
                </a:lnTo>
                <a:lnTo>
                  <a:pt x="4574" y="21600"/>
                </a:lnTo>
                <a:lnTo>
                  <a:pt x="3426" y="21553"/>
                </a:lnTo>
                <a:lnTo>
                  <a:pt x="2281" y="21456"/>
                </a:lnTo>
                <a:lnTo>
                  <a:pt x="1138" y="21317"/>
                </a:lnTo>
                <a:lnTo>
                  <a:pt x="0" y="21147"/>
                </a:lnTo>
                <a:lnTo>
                  <a:pt x="980" y="19295"/>
                </a:lnTo>
                <a:lnTo>
                  <a:pt x="1966" y="17607"/>
                </a:lnTo>
                <a:lnTo>
                  <a:pt x="2959" y="16064"/>
                </a:lnTo>
                <a:lnTo>
                  <a:pt x="3963" y="14651"/>
                </a:lnTo>
                <a:lnTo>
                  <a:pt x="4978" y="13352"/>
                </a:lnTo>
                <a:lnTo>
                  <a:pt x="6008" y="12156"/>
                </a:lnTo>
                <a:lnTo>
                  <a:pt x="7057" y="11039"/>
                </a:lnTo>
                <a:lnTo>
                  <a:pt x="8122" y="9994"/>
                </a:lnTo>
                <a:lnTo>
                  <a:pt x="9210" y="9005"/>
                </a:lnTo>
                <a:lnTo>
                  <a:pt x="10321" y="8049"/>
                </a:lnTo>
                <a:lnTo>
                  <a:pt x="11458" y="7118"/>
                </a:lnTo>
                <a:lnTo>
                  <a:pt x="12624" y="6196"/>
                </a:lnTo>
                <a:lnTo>
                  <a:pt x="13998" y="5020"/>
                </a:lnTo>
                <a:lnTo>
                  <a:pt x="14882" y="4179"/>
                </a:lnTo>
                <a:lnTo>
                  <a:pt x="15660" y="3261"/>
                </a:lnTo>
                <a:lnTo>
                  <a:pt x="16713" y="1865"/>
                </a:lnTo>
                <a:lnTo>
                  <a:pt x="17503" y="956"/>
                </a:lnTo>
                <a:lnTo>
                  <a:pt x="18152" y="402"/>
                </a:lnTo>
                <a:lnTo>
                  <a:pt x="18895" y="118"/>
                </a:lnTo>
                <a:lnTo>
                  <a:pt x="19965" y="17"/>
                </a:lnTo>
                <a:lnTo>
                  <a:pt x="21600" y="0"/>
                </a:lnTo>
                <a:close/>
              </a:path>
            </a:pathLst>
          </a:custGeom>
          <a:solidFill>
            <a:srgbClr val="EA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8" name="contour_10656"/>
          <p:cNvSpPr/>
          <p:nvPr/>
        </p:nvSpPr>
        <p:spPr>
          <a:xfrm>
            <a:off x="1118149" y="5166858"/>
            <a:ext cx="51016" cy="367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3"/>
                </a:moveTo>
                <a:lnTo>
                  <a:pt x="20964" y="2894"/>
                </a:lnTo>
                <a:lnTo>
                  <a:pt x="20282" y="5489"/>
                </a:lnTo>
                <a:lnTo>
                  <a:pt x="19533" y="7981"/>
                </a:lnTo>
                <a:lnTo>
                  <a:pt x="18696" y="10395"/>
                </a:lnTo>
                <a:lnTo>
                  <a:pt x="17749" y="12746"/>
                </a:lnTo>
                <a:lnTo>
                  <a:pt x="16666" y="15049"/>
                </a:lnTo>
                <a:lnTo>
                  <a:pt x="15429" y="17319"/>
                </a:lnTo>
                <a:lnTo>
                  <a:pt x="13531" y="18269"/>
                </a:lnTo>
                <a:lnTo>
                  <a:pt x="11639" y="19070"/>
                </a:lnTo>
                <a:lnTo>
                  <a:pt x="9745" y="19733"/>
                </a:lnTo>
                <a:lnTo>
                  <a:pt x="7841" y="20277"/>
                </a:lnTo>
                <a:lnTo>
                  <a:pt x="5921" y="20722"/>
                </a:lnTo>
                <a:lnTo>
                  <a:pt x="3981" y="21078"/>
                </a:lnTo>
                <a:lnTo>
                  <a:pt x="2009" y="21365"/>
                </a:lnTo>
                <a:lnTo>
                  <a:pt x="0" y="21600"/>
                </a:lnTo>
                <a:lnTo>
                  <a:pt x="744" y="16300"/>
                </a:lnTo>
                <a:lnTo>
                  <a:pt x="1345" y="12262"/>
                </a:lnTo>
                <a:lnTo>
                  <a:pt x="1867" y="9252"/>
                </a:lnTo>
                <a:lnTo>
                  <a:pt x="2376" y="7030"/>
                </a:lnTo>
                <a:lnTo>
                  <a:pt x="2938" y="5356"/>
                </a:lnTo>
                <a:lnTo>
                  <a:pt x="3616" y="3999"/>
                </a:lnTo>
                <a:lnTo>
                  <a:pt x="4480" y="2714"/>
                </a:lnTo>
                <a:lnTo>
                  <a:pt x="5591" y="1263"/>
                </a:lnTo>
                <a:lnTo>
                  <a:pt x="7606" y="754"/>
                </a:lnTo>
                <a:lnTo>
                  <a:pt x="9600" y="394"/>
                </a:lnTo>
                <a:lnTo>
                  <a:pt x="11578" y="163"/>
                </a:lnTo>
                <a:lnTo>
                  <a:pt x="13552" y="39"/>
                </a:lnTo>
                <a:lnTo>
                  <a:pt x="15533" y="0"/>
                </a:lnTo>
                <a:lnTo>
                  <a:pt x="17527" y="30"/>
                </a:lnTo>
                <a:lnTo>
                  <a:pt x="19548" y="98"/>
                </a:lnTo>
                <a:lnTo>
                  <a:pt x="21600" y="193"/>
                </a:lnTo>
                <a:close/>
              </a:path>
            </a:pathLst>
          </a:custGeom>
          <a:solidFill>
            <a:srgbClr val="6F6D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59" name="contour_10657"/>
          <p:cNvSpPr/>
          <p:nvPr/>
        </p:nvSpPr>
        <p:spPr>
          <a:xfrm>
            <a:off x="4725705" y="514532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20390" y="21197"/>
                </a:lnTo>
                <a:lnTo>
                  <a:pt x="19259" y="20819"/>
                </a:lnTo>
                <a:lnTo>
                  <a:pt x="17954" y="20387"/>
                </a:lnTo>
                <a:lnTo>
                  <a:pt x="16226" y="19811"/>
                </a:lnTo>
                <a:lnTo>
                  <a:pt x="13820" y="19008"/>
                </a:lnTo>
                <a:lnTo>
                  <a:pt x="10485" y="17896"/>
                </a:lnTo>
                <a:lnTo>
                  <a:pt x="5962" y="16387"/>
                </a:lnTo>
                <a:lnTo>
                  <a:pt x="0" y="14400"/>
                </a:lnTo>
                <a:lnTo>
                  <a:pt x="2039" y="10224"/>
                </a:lnTo>
                <a:lnTo>
                  <a:pt x="3560" y="7175"/>
                </a:lnTo>
                <a:lnTo>
                  <a:pt x="4709" y="5000"/>
                </a:lnTo>
                <a:lnTo>
                  <a:pt x="5642" y="3449"/>
                </a:lnTo>
                <a:lnTo>
                  <a:pt x="6506" y="2264"/>
                </a:lnTo>
                <a:lnTo>
                  <a:pt x="7456" y="1199"/>
                </a:lnTo>
                <a:lnTo>
                  <a:pt x="8640" y="0"/>
                </a:lnTo>
                <a:close/>
              </a:path>
            </a:pathLst>
          </a:custGeom>
          <a:solidFill>
            <a:srgbClr val="4242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0" name="contour_10658"/>
          <p:cNvSpPr/>
          <p:nvPr/>
        </p:nvSpPr>
        <p:spPr>
          <a:xfrm>
            <a:off x="1538448" y="5123975"/>
            <a:ext cx="31557" cy="577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80" y="455"/>
                </a:moveTo>
                <a:lnTo>
                  <a:pt x="19320" y="1485"/>
                </a:lnTo>
                <a:lnTo>
                  <a:pt x="21600" y="2531"/>
                </a:lnTo>
                <a:lnTo>
                  <a:pt x="21540" y="4427"/>
                </a:lnTo>
                <a:lnTo>
                  <a:pt x="21455" y="5849"/>
                </a:lnTo>
                <a:lnTo>
                  <a:pt x="21281" y="7072"/>
                </a:lnTo>
                <a:lnTo>
                  <a:pt x="20966" y="8366"/>
                </a:lnTo>
                <a:lnTo>
                  <a:pt x="20468" y="9995"/>
                </a:lnTo>
                <a:lnTo>
                  <a:pt x="19729" y="12234"/>
                </a:lnTo>
                <a:lnTo>
                  <a:pt x="19176" y="13983"/>
                </a:lnTo>
                <a:lnTo>
                  <a:pt x="18617" y="15743"/>
                </a:lnTo>
                <a:lnTo>
                  <a:pt x="18053" y="17525"/>
                </a:lnTo>
                <a:lnTo>
                  <a:pt x="17579" y="18870"/>
                </a:lnTo>
                <a:lnTo>
                  <a:pt x="17100" y="20227"/>
                </a:lnTo>
                <a:lnTo>
                  <a:pt x="16612" y="21600"/>
                </a:lnTo>
                <a:lnTo>
                  <a:pt x="12945" y="21123"/>
                </a:lnTo>
                <a:lnTo>
                  <a:pt x="10336" y="20745"/>
                </a:lnTo>
                <a:lnTo>
                  <a:pt x="8061" y="20331"/>
                </a:lnTo>
                <a:lnTo>
                  <a:pt x="5402" y="19750"/>
                </a:lnTo>
                <a:lnTo>
                  <a:pt x="1646" y="18876"/>
                </a:lnTo>
                <a:lnTo>
                  <a:pt x="708" y="16933"/>
                </a:lnTo>
                <a:lnTo>
                  <a:pt x="180" y="14999"/>
                </a:lnTo>
                <a:lnTo>
                  <a:pt x="0" y="13073"/>
                </a:lnTo>
                <a:lnTo>
                  <a:pt x="115" y="11142"/>
                </a:lnTo>
                <a:lnTo>
                  <a:pt x="464" y="9200"/>
                </a:lnTo>
                <a:lnTo>
                  <a:pt x="993" y="7241"/>
                </a:lnTo>
                <a:lnTo>
                  <a:pt x="1646" y="5255"/>
                </a:lnTo>
                <a:lnTo>
                  <a:pt x="5028" y="2419"/>
                </a:lnTo>
                <a:lnTo>
                  <a:pt x="7523" y="752"/>
                </a:lnTo>
                <a:lnTo>
                  <a:pt x="9872" y="25"/>
                </a:lnTo>
                <a:lnTo>
                  <a:pt x="12810" y="0"/>
                </a:lnTo>
                <a:lnTo>
                  <a:pt x="17080" y="455"/>
                </a:lnTo>
                <a:close/>
              </a:path>
            </a:pathLst>
          </a:custGeom>
          <a:solidFill>
            <a:srgbClr val="3E3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1" name="contour_10659"/>
          <p:cNvSpPr/>
          <p:nvPr/>
        </p:nvSpPr>
        <p:spPr>
          <a:xfrm>
            <a:off x="11284898" y="513803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261" y="2376"/>
                </a:lnTo>
                <a:lnTo>
                  <a:pt x="20921" y="4756"/>
                </a:lnTo>
                <a:lnTo>
                  <a:pt x="20582" y="7135"/>
                </a:lnTo>
                <a:lnTo>
                  <a:pt x="20239" y="9522"/>
                </a:lnTo>
                <a:lnTo>
                  <a:pt x="19897" y="11916"/>
                </a:lnTo>
                <a:lnTo>
                  <a:pt x="19554" y="14321"/>
                </a:lnTo>
                <a:lnTo>
                  <a:pt x="19209" y="16733"/>
                </a:lnTo>
                <a:lnTo>
                  <a:pt x="18863" y="19159"/>
                </a:lnTo>
                <a:lnTo>
                  <a:pt x="18514" y="21600"/>
                </a:lnTo>
                <a:lnTo>
                  <a:pt x="17749" y="19818"/>
                </a:lnTo>
                <a:lnTo>
                  <a:pt x="16984" y="18029"/>
                </a:lnTo>
                <a:lnTo>
                  <a:pt x="16209" y="16225"/>
                </a:lnTo>
                <a:lnTo>
                  <a:pt x="15429" y="14400"/>
                </a:lnTo>
                <a:lnTo>
                  <a:pt x="13596" y="15113"/>
                </a:lnTo>
                <a:lnTo>
                  <a:pt x="11757" y="15829"/>
                </a:lnTo>
                <a:lnTo>
                  <a:pt x="9911" y="16546"/>
                </a:lnTo>
                <a:lnTo>
                  <a:pt x="8051" y="17269"/>
                </a:lnTo>
                <a:lnTo>
                  <a:pt x="6171" y="18000"/>
                </a:lnTo>
                <a:lnTo>
                  <a:pt x="6292" y="15822"/>
                </a:lnTo>
                <a:lnTo>
                  <a:pt x="6412" y="13640"/>
                </a:lnTo>
                <a:lnTo>
                  <a:pt x="6532" y="11462"/>
                </a:lnTo>
                <a:lnTo>
                  <a:pt x="6653" y="9281"/>
                </a:lnTo>
                <a:lnTo>
                  <a:pt x="6773" y="7103"/>
                </a:lnTo>
                <a:lnTo>
                  <a:pt x="6474" y="5364"/>
                </a:lnTo>
                <a:lnTo>
                  <a:pt x="6171" y="3600"/>
                </a:lnTo>
                <a:lnTo>
                  <a:pt x="4644" y="2707"/>
                </a:lnTo>
                <a:lnTo>
                  <a:pt x="3107" y="1814"/>
                </a:lnTo>
                <a:lnTo>
                  <a:pt x="1564" y="911"/>
                </a:lnTo>
                <a:lnTo>
                  <a:pt x="0" y="0"/>
                </a:lnTo>
                <a:close/>
              </a:path>
            </a:pathLst>
          </a:custGeom>
          <a:solidFill>
            <a:srgbClr val="F8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2" name="contour_10660"/>
          <p:cNvSpPr/>
          <p:nvPr/>
        </p:nvSpPr>
        <p:spPr>
          <a:xfrm>
            <a:off x="7517006" y="513803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04" y="713"/>
                </a:lnTo>
                <a:lnTo>
                  <a:pt x="11313" y="1429"/>
                </a:lnTo>
                <a:lnTo>
                  <a:pt x="12928" y="2146"/>
                </a:lnTo>
                <a:lnTo>
                  <a:pt x="14556" y="2869"/>
                </a:lnTo>
                <a:lnTo>
                  <a:pt x="16200" y="3600"/>
                </a:lnTo>
                <a:lnTo>
                  <a:pt x="15665" y="5738"/>
                </a:lnTo>
                <a:lnTo>
                  <a:pt x="15128" y="7884"/>
                </a:lnTo>
                <a:lnTo>
                  <a:pt x="14591" y="10037"/>
                </a:lnTo>
                <a:lnTo>
                  <a:pt x="14048" y="12208"/>
                </a:lnTo>
                <a:lnTo>
                  <a:pt x="13500" y="14400"/>
                </a:lnTo>
                <a:lnTo>
                  <a:pt x="15104" y="15113"/>
                </a:lnTo>
                <a:lnTo>
                  <a:pt x="16713" y="15829"/>
                </a:lnTo>
                <a:lnTo>
                  <a:pt x="18328" y="16546"/>
                </a:lnTo>
                <a:lnTo>
                  <a:pt x="19956" y="17269"/>
                </a:lnTo>
                <a:lnTo>
                  <a:pt x="21600" y="18000"/>
                </a:lnTo>
                <a:lnTo>
                  <a:pt x="19818" y="18299"/>
                </a:lnTo>
                <a:lnTo>
                  <a:pt x="18036" y="18594"/>
                </a:lnTo>
                <a:lnTo>
                  <a:pt x="16251" y="18893"/>
                </a:lnTo>
                <a:lnTo>
                  <a:pt x="14464" y="19188"/>
                </a:lnTo>
                <a:lnTo>
                  <a:pt x="12674" y="19487"/>
                </a:lnTo>
                <a:lnTo>
                  <a:pt x="10881" y="19786"/>
                </a:lnTo>
                <a:lnTo>
                  <a:pt x="9083" y="20084"/>
                </a:lnTo>
                <a:lnTo>
                  <a:pt x="7279" y="20387"/>
                </a:lnTo>
                <a:lnTo>
                  <a:pt x="5470" y="20689"/>
                </a:lnTo>
                <a:lnTo>
                  <a:pt x="3656" y="20992"/>
                </a:lnTo>
                <a:lnTo>
                  <a:pt x="1831" y="21294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785" y="14400"/>
                </a:lnTo>
                <a:lnTo>
                  <a:pt x="3580" y="14400"/>
                </a:lnTo>
                <a:lnTo>
                  <a:pt x="5400" y="14400"/>
                </a:lnTo>
                <a:lnTo>
                  <a:pt x="6207" y="12035"/>
                </a:lnTo>
                <a:lnTo>
                  <a:pt x="6645" y="10166"/>
                </a:lnTo>
                <a:lnTo>
                  <a:pt x="7088" y="7200"/>
                </a:lnTo>
                <a:lnTo>
                  <a:pt x="7393" y="5191"/>
                </a:lnTo>
                <a:lnTo>
                  <a:pt x="7700" y="3150"/>
                </a:lnTo>
                <a:lnTo>
                  <a:pt x="7900" y="1588"/>
                </a:lnTo>
                <a:lnTo>
                  <a:pt x="8100" y="0"/>
                </a:lnTo>
                <a:close/>
              </a:path>
            </a:pathLst>
          </a:custGeom>
          <a:solidFill>
            <a:srgbClr val="7A63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3" name="contour_10661"/>
          <p:cNvSpPr/>
          <p:nvPr/>
        </p:nvSpPr>
        <p:spPr>
          <a:xfrm>
            <a:off x="4762145" y="5139922"/>
            <a:ext cx="94744" cy="272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78"/>
                </a:moveTo>
                <a:lnTo>
                  <a:pt x="21600" y="7142"/>
                </a:lnTo>
                <a:lnTo>
                  <a:pt x="21600" y="10052"/>
                </a:lnTo>
                <a:lnTo>
                  <a:pt x="20475" y="10653"/>
                </a:lnTo>
                <a:lnTo>
                  <a:pt x="19349" y="11253"/>
                </a:lnTo>
                <a:lnTo>
                  <a:pt x="18222" y="11860"/>
                </a:lnTo>
                <a:lnTo>
                  <a:pt x="17096" y="12460"/>
                </a:lnTo>
                <a:lnTo>
                  <a:pt x="15969" y="13060"/>
                </a:lnTo>
                <a:lnTo>
                  <a:pt x="14841" y="13667"/>
                </a:lnTo>
                <a:lnTo>
                  <a:pt x="13711" y="14267"/>
                </a:lnTo>
                <a:lnTo>
                  <a:pt x="12580" y="14873"/>
                </a:lnTo>
                <a:lnTo>
                  <a:pt x="11448" y="15480"/>
                </a:lnTo>
                <a:lnTo>
                  <a:pt x="10313" y="16086"/>
                </a:lnTo>
                <a:lnTo>
                  <a:pt x="9178" y="16692"/>
                </a:lnTo>
                <a:lnTo>
                  <a:pt x="8040" y="17304"/>
                </a:lnTo>
                <a:lnTo>
                  <a:pt x="6900" y="17911"/>
                </a:lnTo>
                <a:lnTo>
                  <a:pt x="5757" y="18523"/>
                </a:lnTo>
                <a:lnTo>
                  <a:pt x="4612" y="19135"/>
                </a:lnTo>
                <a:lnTo>
                  <a:pt x="3463" y="19747"/>
                </a:lnTo>
                <a:lnTo>
                  <a:pt x="2313" y="20364"/>
                </a:lnTo>
                <a:lnTo>
                  <a:pt x="1158" y="20982"/>
                </a:lnTo>
                <a:lnTo>
                  <a:pt x="0" y="21600"/>
                </a:lnTo>
                <a:lnTo>
                  <a:pt x="0" y="18170"/>
                </a:lnTo>
                <a:lnTo>
                  <a:pt x="0" y="14729"/>
                </a:lnTo>
                <a:lnTo>
                  <a:pt x="0" y="11276"/>
                </a:lnTo>
                <a:lnTo>
                  <a:pt x="0" y="7795"/>
                </a:lnTo>
                <a:lnTo>
                  <a:pt x="0" y="4278"/>
                </a:lnTo>
                <a:lnTo>
                  <a:pt x="1188" y="3349"/>
                </a:lnTo>
                <a:lnTo>
                  <a:pt x="2359" y="2540"/>
                </a:lnTo>
                <a:lnTo>
                  <a:pt x="3512" y="1848"/>
                </a:lnTo>
                <a:lnTo>
                  <a:pt x="4654" y="1270"/>
                </a:lnTo>
                <a:lnTo>
                  <a:pt x="5784" y="808"/>
                </a:lnTo>
                <a:lnTo>
                  <a:pt x="6904" y="450"/>
                </a:lnTo>
                <a:lnTo>
                  <a:pt x="8017" y="202"/>
                </a:lnTo>
                <a:lnTo>
                  <a:pt x="9125" y="52"/>
                </a:lnTo>
                <a:lnTo>
                  <a:pt x="10230" y="0"/>
                </a:lnTo>
                <a:lnTo>
                  <a:pt x="11335" y="46"/>
                </a:lnTo>
                <a:lnTo>
                  <a:pt x="12442" y="185"/>
                </a:lnTo>
                <a:lnTo>
                  <a:pt x="13552" y="416"/>
                </a:lnTo>
                <a:lnTo>
                  <a:pt x="14666" y="733"/>
                </a:lnTo>
                <a:lnTo>
                  <a:pt x="15790" y="1132"/>
                </a:lnTo>
                <a:lnTo>
                  <a:pt x="16923" y="1611"/>
                </a:lnTo>
                <a:lnTo>
                  <a:pt x="18069" y="2171"/>
                </a:lnTo>
                <a:lnTo>
                  <a:pt x="19229" y="2800"/>
                </a:lnTo>
                <a:lnTo>
                  <a:pt x="20405" y="3505"/>
                </a:lnTo>
                <a:lnTo>
                  <a:pt x="21600" y="4278"/>
                </a:lnTo>
                <a:close/>
              </a:path>
            </a:pathLst>
          </a:custGeom>
          <a:solidFill>
            <a:srgbClr val="514F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4" name="contour_10662"/>
          <p:cNvSpPr/>
          <p:nvPr/>
        </p:nvSpPr>
        <p:spPr>
          <a:xfrm>
            <a:off x="2152906" y="5123458"/>
            <a:ext cx="3657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43" y="1782"/>
                </a:lnTo>
                <a:lnTo>
                  <a:pt x="20890" y="3564"/>
                </a:lnTo>
                <a:lnTo>
                  <a:pt x="20533" y="5349"/>
                </a:lnTo>
                <a:lnTo>
                  <a:pt x="20180" y="7136"/>
                </a:lnTo>
                <a:lnTo>
                  <a:pt x="19823" y="8926"/>
                </a:lnTo>
                <a:lnTo>
                  <a:pt x="19465" y="10719"/>
                </a:lnTo>
                <a:lnTo>
                  <a:pt x="19108" y="12517"/>
                </a:lnTo>
                <a:lnTo>
                  <a:pt x="18747" y="14321"/>
                </a:lnTo>
                <a:lnTo>
                  <a:pt x="18385" y="16130"/>
                </a:lnTo>
                <a:lnTo>
                  <a:pt x="18024" y="17944"/>
                </a:lnTo>
                <a:lnTo>
                  <a:pt x="17662" y="19769"/>
                </a:lnTo>
                <a:lnTo>
                  <a:pt x="17296" y="21600"/>
                </a:lnTo>
                <a:lnTo>
                  <a:pt x="11844" y="20450"/>
                </a:lnTo>
                <a:lnTo>
                  <a:pt x="8112" y="19588"/>
                </a:lnTo>
                <a:lnTo>
                  <a:pt x="5668" y="18860"/>
                </a:lnTo>
                <a:lnTo>
                  <a:pt x="4076" y="18104"/>
                </a:lnTo>
                <a:lnTo>
                  <a:pt x="2909" y="17161"/>
                </a:lnTo>
                <a:lnTo>
                  <a:pt x="1730" y="15873"/>
                </a:lnTo>
                <a:lnTo>
                  <a:pt x="1188" y="14094"/>
                </a:lnTo>
                <a:lnTo>
                  <a:pt x="719" y="12366"/>
                </a:lnTo>
                <a:lnTo>
                  <a:pt x="344" y="10662"/>
                </a:lnTo>
                <a:lnTo>
                  <a:pt x="99" y="8953"/>
                </a:lnTo>
                <a:lnTo>
                  <a:pt x="0" y="7209"/>
                </a:lnTo>
                <a:lnTo>
                  <a:pt x="82" y="5400"/>
                </a:lnTo>
                <a:lnTo>
                  <a:pt x="2698" y="3837"/>
                </a:lnTo>
                <a:lnTo>
                  <a:pt x="5091" y="2600"/>
                </a:lnTo>
                <a:lnTo>
                  <a:pt x="7381" y="1652"/>
                </a:lnTo>
                <a:lnTo>
                  <a:pt x="9692" y="961"/>
                </a:lnTo>
                <a:lnTo>
                  <a:pt x="12145" y="486"/>
                </a:lnTo>
                <a:lnTo>
                  <a:pt x="14865" y="192"/>
                </a:lnTo>
                <a:lnTo>
                  <a:pt x="17976" y="40"/>
                </a:lnTo>
                <a:lnTo>
                  <a:pt x="21600" y="0"/>
                </a:lnTo>
                <a:close/>
              </a:path>
            </a:pathLst>
          </a:custGeom>
          <a:solidFill>
            <a:srgbClr val="4A42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5" name="contour_10663"/>
          <p:cNvSpPr/>
          <p:nvPr/>
        </p:nvSpPr>
        <p:spPr>
          <a:xfrm>
            <a:off x="11416081" y="5108882"/>
            <a:ext cx="59470" cy="53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29" y="0"/>
                </a:moveTo>
                <a:lnTo>
                  <a:pt x="19842" y="0"/>
                </a:lnTo>
                <a:lnTo>
                  <a:pt x="21176" y="0"/>
                </a:lnTo>
                <a:lnTo>
                  <a:pt x="21356" y="2136"/>
                </a:lnTo>
                <a:lnTo>
                  <a:pt x="21494" y="4248"/>
                </a:lnTo>
                <a:lnTo>
                  <a:pt x="21579" y="6345"/>
                </a:lnTo>
                <a:lnTo>
                  <a:pt x="21600" y="8437"/>
                </a:lnTo>
                <a:lnTo>
                  <a:pt x="21547" y="10531"/>
                </a:lnTo>
                <a:lnTo>
                  <a:pt x="21409" y="12640"/>
                </a:lnTo>
                <a:lnTo>
                  <a:pt x="21176" y="14770"/>
                </a:lnTo>
                <a:lnTo>
                  <a:pt x="19654" y="16422"/>
                </a:lnTo>
                <a:lnTo>
                  <a:pt x="18140" y="17786"/>
                </a:lnTo>
                <a:lnTo>
                  <a:pt x="16608" y="18894"/>
                </a:lnTo>
                <a:lnTo>
                  <a:pt x="15027" y="19774"/>
                </a:lnTo>
                <a:lnTo>
                  <a:pt x="13365" y="20460"/>
                </a:lnTo>
                <a:lnTo>
                  <a:pt x="11597" y="20971"/>
                </a:lnTo>
                <a:lnTo>
                  <a:pt x="9688" y="21343"/>
                </a:lnTo>
                <a:lnTo>
                  <a:pt x="7610" y="21600"/>
                </a:lnTo>
                <a:lnTo>
                  <a:pt x="5972" y="21296"/>
                </a:lnTo>
                <a:lnTo>
                  <a:pt x="4320" y="20989"/>
                </a:lnTo>
                <a:lnTo>
                  <a:pt x="2647" y="20678"/>
                </a:lnTo>
                <a:lnTo>
                  <a:pt x="2123" y="18924"/>
                </a:lnTo>
                <a:lnTo>
                  <a:pt x="1596" y="17163"/>
                </a:lnTo>
                <a:lnTo>
                  <a:pt x="1069" y="15396"/>
                </a:lnTo>
                <a:lnTo>
                  <a:pt x="537" y="13615"/>
                </a:lnTo>
                <a:lnTo>
                  <a:pt x="0" y="11816"/>
                </a:lnTo>
                <a:lnTo>
                  <a:pt x="844" y="11680"/>
                </a:lnTo>
                <a:lnTo>
                  <a:pt x="1615" y="11559"/>
                </a:lnTo>
                <a:lnTo>
                  <a:pt x="2427" y="11429"/>
                </a:lnTo>
                <a:lnTo>
                  <a:pt x="3388" y="11276"/>
                </a:lnTo>
                <a:lnTo>
                  <a:pt x="4609" y="11081"/>
                </a:lnTo>
                <a:lnTo>
                  <a:pt x="6205" y="10827"/>
                </a:lnTo>
                <a:lnTo>
                  <a:pt x="8283" y="10496"/>
                </a:lnTo>
                <a:lnTo>
                  <a:pt x="10954" y="10070"/>
                </a:lnTo>
                <a:lnTo>
                  <a:pt x="14334" y="9530"/>
                </a:lnTo>
                <a:lnTo>
                  <a:pt x="18529" y="8862"/>
                </a:lnTo>
                <a:lnTo>
                  <a:pt x="18529" y="7107"/>
                </a:lnTo>
                <a:lnTo>
                  <a:pt x="18529" y="5347"/>
                </a:lnTo>
                <a:lnTo>
                  <a:pt x="18529" y="3580"/>
                </a:lnTo>
                <a:lnTo>
                  <a:pt x="18529" y="1799"/>
                </a:lnTo>
                <a:lnTo>
                  <a:pt x="18529" y="0"/>
                </a:lnTo>
                <a:close/>
              </a:path>
            </a:pathLst>
          </a:custGeom>
          <a:solidFill>
            <a:srgbClr val="8D8E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6" name="contour_10664"/>
          <p:cNvSpPr/>
          <p:nvPr/>
        </p:nvSpPr>
        <p:spPr>
          <a:xfrm>
            <a:off x="724598" y="5116170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3295" y="1674"/>
                </a:lnTo>
                <a:lnTo>
                  <a:pt x="13634" y="3377"/>
                </a:lnTo>
                <a:lnTo>
                  <a:pt x="14694" y="5674"/>
                </a:lnTo>
                <a:lnTo>
                  <a:pt x="15822" y="7330"/>
                </a:lnTo>
                <a:lnTo>
                  <a:pt x="17047" y="8507"/>
                </a:lnTo>
                <a:lnTo>
                  <a:pt x="18397" y="9367"/>
                </a:lnTo>
                <a:lnTo>
                  <a:pt x="19904" y="10076"/>
                </a:lnTo>
                <a:lnTo>
                  <a:pt x="21600" y="10800"/>
                </a:lnTo>
                <a:lnTo>
                  <a:pt x="20464" y="12276"/>
                </a:lnTo>
                <a:lnTo>
                  <a:pt x="19330" y="13691"/>
                </a:lnTo>
                <a:lnTo>
                  <a:pt x="18192" y="15041"/>
                </a:lnTo>
                <a:lnTo>
                  <a:pt x="17040" y="16322"/>
                </a:lnTo>
                <a:lnTo>
                  <a:pt x="15865" y="17532"/>
                </a:lnTo>
                <a:lnTo>
                  <a:pt x="14664" y="18670"/>
                </a:lnTo>
                <a:lnTo>
                  <a:pt x="13424" y="19728"/>
                </a:lnTo>
                <a:lnTo>
                  <a:pt x="12139" y="20707"/>
                </a:lnTo>
                <a:lnTo>
                  <a:pt x="10800" y="21600"/>
                </a:lnTo>
                <a:lnTo>
                  <a:pt x="9305" y="21168"/>
                </a:lnTo>
                <a:lnTo>
                  <a:pt x="7869" y="20610"/>
                </a:lnTo>
                <a:lnTo>
                  <a:pt x="6482" y="19922"/>
                </a:lnTo>
                <a:lnTo>
                  <a:pt x="5139" y="19102"/>
                </a:lnTo>
                <a:lnTo>
                  <a:pt x="3828" y="18144"/>
                </a:lnTo>
                <a:lnTo>
                  <a:pt x="2540" y="17046"/>
                </a:lnTo>
                <a:lnTo>
                  <a:pt x="1268" y="15797"/>
                </a:lnTo>
                <a:lnTo>
                  <a:pt x="0" y="14400"/>
                </a:lnTo>
                <a:lnTo>
                  <a:pt x="0" y="12614"/>
                </a:lnTo>
                <a:lnTo>
                  <a:pt x="0" y="10800"/>
                </a:lnTo>
                <a:lnTo>
                  <a:pt x="1426" y="10800"/>
                </a:lnTo>
                <a:lnTo>
                  <a:pt x="2853" y="10800"/>
                </a:lnTo>
                <a:lnTo>
                  <a:pt x="4281" y="10800"/>
                </a:lnTo>
                <a:lnTo>
                  <a:pt x="5713" y="10800"/>
                </a:lnTo>
                <a:lnTo>
                  <a:pt x="7150" y="10800"/>
                </a:lnTo>
                <a:lnTo>
                  <a:pt x="8592" y="10800"/>
                </a:lnTo>
                <a:lnTo>
                  <a:pt x="10040" y="10800"/>
                </a:lnTo>
                <a:lnTo>
                  <a:pt x="11496" y="10800"/>
                </a:lnTo>
                <a:lnTo>
                  <a:pt x="12960" y="10800"/>
                </a:lnTo>
                <a:lnTo>
                  <a:pt x="12960" y="8662"/>
                </a:lnTo>
                <a:lnTo>
                  <a:pt x="12960" y="6516"/>
                </a:lnTo>
                <a:lnTo>
                  <a:pt x="12960" y="4363"/>
                </a:lnTo>
                <a:lnTo>
                  <a:pt x="12960" y="2192"/>
                </a:lnTo>
                <a:lnTo>
                  <a:pt x="12960" y="0"/>
                </a:lnTo>
                <a:close/>
              </a:path>
            </a:pathLst>
          </a:custGeom>
          <a:solidFill>
            <a:srgbClr val="25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7" name="contour_10665"/>
          <p:cNvSpPr/>
          <p:nvPr/>
        </p:nvSpPr>
        <p:spPr>
          <a:xfrm>
            <a:off x="11729465" y="5115310"/>
            <a:ext cx="51016" cy="44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7"/>
                </a:moveTo>
                <a:lnTo>
                  <a:pt x="21041" y="3181"/>
                </a:lnTo>
                <a:lnTo>
                  <a:pt x="20344" y="5635"/>
                </a:lnTo>
                <a:lnTo>
                  <a:pt x="19502" y="7820"/>
                </a:lnTo>
                <a:lnTo>
                  <a:pt x="18511" y="9787"/>
                </a:lnTo>
                <a:lnTo>
                  <a:pt x="17376" y="11584"/>
                </a:lnTo>
                <a:lnTo>
                  <a:pt x="16086" y="13257"/>
                </a:lnTo>
                <a:lnTo>
                  <a:pt x="14645" y="14853"/>
                </a:lnTo>
                <a:lnTo>
                  <a:pt x="13043" y="16421"/>
                </a:lnTo>
                <a:lnTo>
                  <a:pt x="11284" y="18006"/>
                </a:lnTo>
                <a:lnTo>
                  <a:pt x="9365" y="19655"/>
                </a:lnTo>
                <a:lnTo>
                  <a:pt x="7757" y="20604"/>
                </a:lnTo>
                <a:lnTo>
                  <a:pt x="6468" y="21180"/>
                </a:lnTo>
                <a:lnTo>
                  <a:pt x="5042" y="21476"/>
                </a:lnTo>
                <a:lnTo>
                  <a:pt x="3036" y="21586"/>
                </a:lnTo>
                <a:lnTo>
                  <a:pt x="0" y="21600"/>
                </a:lnTo>
                <a:lnTo>
                  <a:pt x="731" y="17445"/>
                </a:lnTo>
                <a:lnTo>
                  <a:pt x="1321" y="14249"/>
                </a:lnTo>
                <a:lnTo>
                  <a:pt x="1836" y="11796"/>
                </a:lnTo>
                <a:lnTo>
                  <a:pt x="2345" y="9868"/>
                </a:lnTo>
                <a:lnTo>
                  <a:pt x="2907" y="8247"/>
                </a:lnTo>
                <a:lnTo>
                  <a:pt x="3592" y="6719"/>
                </a:lnTo>
                <a:lnTo>
                  <a:pt x="4465" y="5063"/>
                </a:lnTo>
                <a:lnTo>
                  <a:pt x="5591" y="3065"/>
                </a:lnTo>
                <a:lnTo>
                  <a:pt x="7585" y="1797"/>
                </a:lnTo>
                <a:lnTo>
                  <a:pt x="9501" y="918"/>
                </a:lnTo>
                <a:lnTo>
                  <a:pt x="11374" y="364"/>
                </a:lnTo>
                <a:lnTo>
                  <a:pt x="13250" y="78"/>
                </a:lnTo>
                <a:lnTo>
                  <a:pt x="15169" y="0"/>
                </a:lnTo>
                <a:lnTo>
                  <a:pt x="17175" y="71"/>
                </a:lnTo>
                <a:lnTo>
                  <a:pt x="19304" y="229"/>
                </a:lnTo>
                <a:lnTo>
                  <a:pt x="21600" y="417"/>
                </a:lnTo>
                <a:close/>
              </a:path>
            </a:pathLst>
          </a:custGeom>
          <a:solidFill>
            <a:srgbClr val="F9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8" name="contour_10666"/>
          <p:cNvSpPr/>
          <p:nvPr/>
        </p:nvSpPr>
        <p:spPr>
          <a:xfrm>
            <a:off x="5141121" y="510888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95" y="677"/>
                </a:lnTo>
                <a:lnTo>
                  <a:pt x="7297" y="1188"/>
                </a:lnTo>
                <a:lnTo>
                  <a:pt x="9410" y="1638"/>
                </a:lnTo>
                <a:lnTo>
                  <a:pt x="11030" y="2124"/>
                </a:lnTo>
                <a:lnTo>
                  <a:pt x="12560" y="2743"/>
                </a:lnTo>
                <a:lnTo>
                  <a:pt x="14400" y="3600"/>
                </a:lnTo>
                <a:lnTo>
                  <a:pt x="14616" y="6278"/>
                </a:lnTo>
                <a:lnTo>
                  <a:pt x="14724" y="8179"/>
                </a:lnTo>
                <a:lnTo>
                  <a:pt x="14724" y="9821"/>
                </a:lnTo>
                <a:lnTo>
                  <a:pt x="14616" y="11722"/>
                </a:lnTo>
                <a:lnTo>
                  <a:pt x="14400" y="14400"/>
                </a:lnTo>
                <a:lnTo>
                  <a:pt x="16182" y="15293"/>
                </a:lnTo>
                <a:lnTo>
                  <a:pt x="17971" y="16186"/>
                </a:lnTo>
                <a:lnTo>
                  <a:pt x="19775" y="17089"/>
                </a:lnTo>
                <a:lnTo>
                  <a:pt x="21600" y="18000"/>
                </a:lnTo>
                <a:lnTo>
                  <a:pt x="19372" y="18446"/>
                </a:lnTo>
                <a:lnTo>
                  <a:pt x="17143" y="18893"/>
                </a:lnTo>
                <a:lnTo>
                  <a:pt x="14908" y="19339"/>
                </a:lnTo>
                <a:lnTo>
                  <a:pt x="12668" y="19786"/>
                </a:lnTo>
                <a:lnTo>
                  <a:pt x="10418" y="20236"/>
                </a:lnTo>
                <a:lnTo>
                  <a:pt x="8158" y="20689"/>
                </a:lnTo>
                <a:lnTo>
                  <a:pt x="5886" y="21143"/>
                </a:lnTo>
                <a:lnTo>
                  <a:pt x="3600" y="21600"/>
                </a:lnTo>
                <a:lnTo>
                  <a:pt x="3204" y="19224"/>
                </a:lnTo>
                <a:lnTo>
                  <a:pt x="2808" y="16844"/>
                </a:lnTo>
                <a:lnTo>
                  <a:pt x="2412" y="14465"/>
                </a:lnTo>
                <a:lnTo>
                  <a:pt x="2012" y="12078"/>
                </a:lnTo>
                <a:lnTo>
                  <a:pt x="1613" y="9684"/>
                </a:lnTo>
                <a:lnTo>
                  <a:pt x="1213" y="7279"/>
                </a:lnTo>
                <a:lnTo>
                  <a:pt x="810" y="4867"/>
                </a:lnTo>
                <a:lnTo>
                  <a:pt x="407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A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69" name="contour_10667"/>
          <p:cNvSpPr/>
          <p:nvPr/>
        </p:nvSpPr>
        <p:spPr>
          <a:xfrm>
            <a:off x="986966" y="5108882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368"/>
                </a:lnTo>
                <a:lnTo>
                  <a:pt x="21600" y="6741"/>
                </a:lnTo>
                <a:lnTo>
                  <a:pt x="21600" y="10129"/>
                </a:lnTo>
                <a:lnTo>
                  <a:pt x="21600" y="13533"/>
                </a:lnTo>
                <a:lnTo>
                  <a:pt x="21600" y="16956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15" y="17069"/>
                </a:lnTo>
                <a:lnTo>
                  <a:pt x="1436" y="13890"/>
                </a:lnTo>
                <a:lnTo>
                  <a:pt x="864" y="10731"/>
                </a:lnTo>
                <a:lnTo>
                  <a:pt x="500" y="7455"/>
                </a:lnTo>
                <a:lnTo>
                  <a:pt x="245" y="3924"/>
                </a:lnTo>
                <a:lnTo>
                  <a:pt x="0" y="0"/>
                </a:lnTo>
                <a:close/>
              </a:path>
            </a:pathLst>
          </a:custGeom>
          <a:solidFill>
            <a:srgbClr val="A3A2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0" name="contour_10668"/>
          <p:cNvSpPr/>
          <p:nvPr/>
        </p:nvSpPr>
        <p:spPr>
          <a:xfrm>
            <a:off x="11423369" y="5078076"/>
            <a:ext cx="51016" cy="324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00"/>
                </a:moveTo>
                <a:lnTo>
                  <a:pt x="2253" y="644"/>
                </a:lnTo>
                <a:lnTo>
                  <a:pt x="4462" y="291"/>
                </a:lnTo>
                <a:lnTo>
                  <a:pt x="6644" y="63"/>
                </a:lnTo>
                <a:lnTo>
                  <a:pt x="8816" y="0"/>
                </a:lnTo>
                <a:lnTo>
                  <a:pt x="10994" y="126"/>
                </a:lnTo>
                <a:lnTo>
                  <a:pt x="13191" y="484"/>
                </a:lnTo>
                <a:lnTo>
                  <a:pt x="15429" y="1100"/>
                </a:lnTo>
                <a:lnTo>
                  <a:pt x="16718" y="3623"/>
                </a:lnTo>
                <a:lnTo>
                  <a:pt x="17826" y="6205"/>
                </a:lnTo>
                <a:lnTo>
                  <a:pt x="18780" y="8855"/>
                </a:lnTo>
                <a:lnTo>
                  <a:pt x="19604" y="11592"/>
                </a:lnTo>
                <a:lnTo>
                  <a:pt x="20329" y="14431"/>
                </a:lnTo>
                <a:lnTo>
                  <a:pt x="20986" y="17386"/>
                </a:lnTo>
                <a:lnTo>
                  <a:pt x="21600" y="20476"/>
                </a:lnTo>
                <a:lnTo>
                  <a:pt x="19511" y="20825"/>
                </a:lnTo>
                <a:lnTo>
                  <a:pt x="17444" y="21130"/>
                </a:lnTo>
                <a:lnTo>
                  <a:pt x="15388" y="21372"/>
                </a:lnTo>
                <a:lnTo>
                  <a:pt x="13346" y="21537"/>
                </a:lnTo>
                <a:lnTo>
                  <a:pt x="11306" y="21600"/>
                </a:lnTo>
                <a:lnTo>
                  <a:pt x="9266" y="21547"/>
                </a:lnTo>
                <a:lnTo>
                  <a:pt x="7221" y="21353"/>
                </a:lnTo>
                <a:lnTo>
                  <a:pt x="5162" y="21004"/>
                </a:lnTo>
                <a:lnTo>
                  <a:pt x="3086" y="20476"/>
                </a:lnTo>
                <a:lnTo>
                  <a:pt x="1910" y="17420"/>
                </a:lnTo>
                <a:lnTo>
                  <a:pt x="1080" y="14363"/>
                </a:lnTo>
                <a:lnTo>
                  <a:pt x="534" y="11253"/>
                </a:lnTo>
                <a:lnTo>
                  <a:pt x="213" y="8041"/>
                </a:lnTo>
                <a:lnTo>
                  <a:pt x="52" y="4675"/>
                </a:lnTo>
                <a:lnTo>
                  <a:pt x="0" y="1100"/>
                </a:lnTo>
                <a:close/>
              </a:path>
            </a:pathLst>
          </a:custGeom>
          <a:solidFill>
            <a:srgbClr val="F2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1" name="contour_10669"/>
          <p:cNvSpPr/>
          <p:nvPr/>
        </p:nvSpPr>
        <p:spPr>
          <a:xfrm>
            <a:off x="7793950" y="5100880"/>
            <a:ext cx="51016" cy="391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47" y="0"/>
                </a:moveTo>
                <a:lnTo>
                  <a:pt x="11948" y="72"/>
                </a:lnTo>
                <a:lnTo>
                  <a:pt x="14077" y="141"/>
                </a:lnTo>
                <a:lnTo>
                  <a:pt x="15139" y="169"/>
                </a:lnTo>
                <a:lnTo>
                  <a:pt x="18332" y="249"/>
                </a:lnTo>
                <a:lnTo>
                  <a:pt x="19955" y="321"/>
                </a:lnTo>
                <a:lnTo>
                  <a:pt x="21600" y="394"/>
                </a:lnTo>
                <a:lnTo>
                  <a:pt x="20724" y="2788"/>
                </a:lnTo>
                <a:lnTo>
                  <a:pt x="19832" y="5138"/>
                </a:lnTo>
                <a:lnTo>
                  <a:pt x="18915" y="7452"/>
                </a:lnTo>
                <a:lnTo>
                  <a:pt x="17965" y="9721"/>
                </a:lnTo>
                <a:lnTo>
                  <a:pt x="16971" y="11955"/>
                </a:lnTo>
                <a:lnTo>
                  <a:pt x="15919" y="14148"/>
                </a:lnTo>
                <a:lnTo>
                  <a:pt x="14805" y="16301"/>
                </a:lnTo>
                <a:lnTo>
                  <a:pt x="13617" y="18410"/>
                </a:lnTo>
                <a:lnTo>
                  <a:pt x="12343" y="20479"/>
                </a:lnTo>
                <a:lnTo>
                  <a:pt x="10137" y="21206"/>
                </a:lnTo>
                <a:lnTo>
                  <a:pt x="8152" y="21560"/>
                </a:lnTo>
                <a:lnTo>
                  <a:pt x="6270" y="21600"/>
                </a:lnTo>
                <a:lnTo>
                  <a:pt x="4366" y="21391"/>
                </a:lnTo>
                <a:lnTo>
                  <a:pt x="2317" y="20997"/>
                </a:lnTo>
                <a:lnTo>
                  <a:pt x="0" y="20479"/>
                </a:lnTo>
                <a:lnTo>
                  <a:pt x="1031" y="14586"/>
                </a:lnTo>
                <a:lnTo>
                  <a:pt x="1888" y="9991"/>
                </a:lnTo>
                <a:lnTo>
                  <a:pt x="2654" y="6524"/>
                </a:lnTo>
                <a:lnTo>
                  <a:pt x="3407" y="4017"/>
                </a:lnTo>
                <a:lnTo>
                  <a:pt x="4231" y="2306"/>
                </a:lnTo>
                <a:lnTo>
                  <a:pt x="5206" y="1213"/>
                </a:lnTo>
                <a:lnTo>
                  <a:pt x="6412" y="578"/>
                </a:lnTo>
                <a:lnTo>
                  <a:pt x="7933" y="233"/>
                </a:lnTo>
                <a:lnTo>
                  <a:pt x="9847" y="0"/>
                </a:lnTo>
                <a:close/>
              </a:path>
            </a:pathLst>
          </a:custGeom>
          <a:solidFill>
            <a:srgbClr val="D4D6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2" name="contour_10670"/>
          <p:cNvSpPr/>
          <p:nvPr/>
        </p:nvSpPr>
        <p:spPr>
          <a:xfrm>
            <a:off x="4419610" y="5079730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297" y="0"/>
                </a:lnTo>
                <a:lnTo>
                  <a:pt x="12996" y="0"/>
                </a:lnTo>
                <a:lnTo>
                  <a:pt x="14700" y="0"/>
                </a:lnTo>
                <a:lnTo>
                  <a:pt x="16411" y="0"/>
                </a:lnTo>
                <a:lnTo>
                  <a:pt x="18130" y="0"/>
                </a:lnTo>
                <a:lnTo>
                  <a:pt x="19858" y="0"/>
                </a:lnTo>
                <a:lnTo>
                  <a:pt x="21600" y="0"/>
                </a:lnTo>
                <a:lnTo>
                  <a:pt x="21600" y="2856"/>
                </a:lnTo>
                <a:lnTo>
                  <a:pt x="21600" y="5728"/>
                </a:lnTo>
                <a:lnTo>
                  <a:pt x="21600" y="8640"/>
                </a:lnTo>
                <a:lnTo>
                  <a:pt x="20016" y="8640"/>
                </a:lnTo>
                <a:lnTo>
                  <a:pt x="18430" y="8640"/>
                </a:lnTo>
                <a:lnTo>
                  <a:pt x="16836" y="8640"/>
                </a:lnTo>
                <a:lnTo>
                  <a:pt x="15235" y="8640"/>
                </a:lnTo>
                <a:lnTo>
                  <a:pt x="13625" y="8640"/>
                </a:lnTo>
                <a:lnTo>
                  <a:pt x="12000" y="8640"/>
                </a:lnTo>
                <a:lnTo>
                  <a:pt x="12000" y="11206"/>
                </a:lnTo>
                <a:lnTo>
                  <a:pt x="12000" y="13781"/>
                </a:lnTo>
                <a:lnTo>
                  <a:pt x="12000" y="16364"/>
                </a:lnTo>
                <a:lnTo>
                  <a:pt x="12000" y="18969"/>
                </a:lnTo>
                <a:lnTo>
                  <a:pt x="12000" y="21600"/>
                </a:lnTo>
                <a:lnTo>
                  <a:pt x="10303" y="21600"/>
                </a:lnTo>
                <a:lnTo>
                  <a:pt x="8604" y="21600"/>
                </a:lnTo>
                <a:lnTo>
                  <a:pt x="6900" y="21600"/>
                </a:lnTo>
                <a:lnTo>
                  <a:pt x="5189" y="21600"/>
                </a:lnTo>
                <a:lnTo>
                  <a:pt x="3470" y="21600"/>
                </a:lnTo>
                <a:lnTo>
                  <a:pt x="1742" y="21600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483" y="12053"/>
                </a:lnTo>
                <a:lnTo>
                  <a:pt x="2954" y="11392"/>
                </a:lnTo>
                <a:lnTo>
                  <a:pt x="4435" y="10904"/>
                </a:lnTo>
                <a:lnTo>
                  <a:pt x="5945" y="10506"/>
                </a:lnTo>
                <a:lnTo>
                  <a:pt x="7500" y="10126"/>
                </a:lnTo>
                <a:lnTo>
                  <a:pt x="8021" y="9755"/>
                </a:lnTo>
                <a:lnTo>
                  <a:pt x="9600" y="8640"/>
                </a:lnTo>
                <a:lnTo>
                  <a:pt x="9600" y="5784"/>
                </a:lnTo>
                <a:lnTo>
                  <a:pt x="9600" y="2912"/>
                </a:lnTo>
                <a:lnTo>
                  <a:pt x="9600" y="0"/>
                </a:lnTo>
                <a:close/>
              </a:path>
            </a:pathLst>
          </a:custGeom>
          <a:solidFill>
            <a:srgbClr val="2828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3" name="contour_10671"/>
          <p:cNvSpPr/>
          <p:nvPr/>
        </p:nvSpPr>
        <p:spPr>
          <a:xfrm>
            <a:off x="5141121" y="5071611"/>
            <a:ext cx="80168" cy="29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99"/>
                </a:moveTo>
                <a:lnTo>
                  <a:pt x="21600" y="4069"/>
                </a:lnTo>
                <a:lnTo>
                  <a:pt x="21600" y="7561"/>
                </a:lnTo>
                <a:lnTo>
                  <a:pt x="21600" y="11099"/>
                </a:lnTo>
                <a:lnTo>
                  <a:pt x="20410" y="12365"/>
                </a:lnTo>
                <a:lnTo>
                  <a:pt x="19522" y="13131"/>
                </a:lnTo>
                <a:lnTo>
                  <a:pt x="18492" y="13714"/>
                </a:lnTo>
                <a:lnTo>
                  <a:pt x="16875" y="14423"/>
                </a:lnTo>
                <a:lnTo>
                  <a:pt x="15900" y="14864"/>
                </a:lnTo>
                <a:lnTo>
                  <a:pt x="14918" y="15305"/>
                </a:lnTo>
                <a:lnTo>
                  <a:pt x="13922" y="15756"/>
                </a:lnTo>
                <a:lnTo>
                  <a:pt x="12891" y="16166"/>
                </a:lnTo>
                <a:lnTo>
                  <a:pt x="11853" y="16586"/>
                </a:lnTo>
                <a:lnTo>
                  <a:pt x="10800" y="17006"/>
                </a:lnTo>
                <a:lnTo>
                  <a:pt x="9769" y="17457"/>
                </a:lnTo>
                <a:lnTo>
                  <a:pt x="8730" y="17919"/>
                </a:lnTo>
                <a:lnTo>
                  <a:pt x="7678" y="18382"/>
                </a:lnTo>
                <a:lnTo>
                  <a:pt x="6399" y="18938"/>
                </a:lnTo>
                <a:lnTo>
                  <a:pt x="5121" y="19484"/>
                </a:lnTo>
                <a:lnTo>
                  <a:pt x="3841" y="20025"/>
                </a:lnTo>
                <a:lnTo>
                  <a:pt x="2561" y="20555"/>
                </a:lnTo>
                <a:lnTo>
                  <a:pt x="1280" y="21080"/>
                </a:lnTo>
                <a:lnTo>
                  <a:pt x="0" y="21600"/>
                </a:lnTo>
                <a:lnTo>
                  <a:pt x="0" y="18130"/>
                </a:lnTo>
                <a:lnTo>
                  <a:pt x="0" y="14638"/>
                </a:lnTo>
                <a:lnTo>
                  <a:pt x="0" y="11099"/>
                </a:lnTo>
                <a:lnTo>
                  <a:pt x="1210" y="8957"/>
                </a:lnTo>
                <a:lnTo>
                  <a:pt x="2449" y="7093"/>
                </a:lnTo>
                <a:lnTo>
                  <a:pt x="3717" y="5492"/>
                </a:lnTo>
                <a:lnTo>
                  <a:pt x="5009" y="4137"/>
                </a:lnTo>
                <a:lnTo>
                  <a:pt x="6323" y="3008"/>
                </a:lnTo>
                <a:lnTo>
                  <a:pt x="7660" y="2090"/>
                </a:lnTo>
                <a:lnTo>
                  <a:pt x="9013" y="1360"/>
                </a:lnTo>
                <a:lnTo>
                  <a:pt x="10382" y="809"/>
                </a:lnTo>
                <a:lnTo>
                  <a:pt x="11764" y="415"/>
                </a:lnTo>
                <a:lnTo>
                  <a:pt x="13156" y="158"/>
                </a:lnTo>
                <a:lnTo>
                  <a:pt x="14556" y="26"/>
                </a:lnTo>
                <a:lnTo>
                  <a:pt x="15964" y="0"/>
                </a:lnTo>
                <a:lnTo>
                  <a:pt x="17374" y="63"/>
                </a:lnTo>
                <a:lnTo>
                  <a:pt x="18784" y="194"/>
                </a:lnTo>
                <a:lnTo>
                  <a:pt x="20194" y="378"/>
                </a:lnTo>
                <a:lnTo>
                  <a:pt x="21600" y="599"/>
                </a:lnTo>
                <a:close/>
              </a:path>
            </a:pathLst>
          </a:custGeom>
          <a:solidFill>
            <a:srgbClr val="433C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4" name="contour_10672"/>
          <p:cNvSpPr/>
          <p:nvPr/>
        </p:nvSpPr>
        <p:spPr>
          <a:xfrm>
            <a:off x="819342" y="5057866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818" y="1188"/>
                </a:lnTo>
                <a:lnTo>
                  <a:pt x="18025" y="2381"/>
                </a:lnTo>
                <a:lnTo>
                  <a:pt x="16225" y="3583"/>
                </a:lnTo>
                <a:lnTo>
                  <a:pt x="14400" y="4800"/>
                </a:lnTo>
                <a:lnTo>
                  <a:pt x="13770" y="6566"/>
                </a:lnTo>
                <a:lnTo>
                  <a:pt x="13324" y="7886"/>
                </a:lnTo>
                <a:lnTo>
                  <a:pt x="13000" y="8995"/>
                </a:lnTo>
                <a:lnTo>
                  <a:pt x="12740" y="10140"/>
                </a:lnTo>
                <a:lnTo>
                  <a:pt x="12478" y="11561"/>
                </a:lnTo>
                <a:lnTo>
                  <a:pt x="12150" y="13500"/>
                </a:lnTo>
                <a:lnTo>
                  <a:pt x="11880" y="15017"/>
                </a:lnTo>
                <a:lnTo>
                  <a:pt x="11606" y="16546"/>
                </a:lnTo>
                <a:lnTo>
                  <a:pt x="11333" y="18094"/>
                </a:lnTo>
                <a:lnTo>
                  <a:pt x="11156" y="19253"/>
                </a:lnTo>
                <a:lnTo>
                  <a:pt x="10980" y="20417"/>
                </a:lnTo>
                <a:lnTo>
                  <a:pt x="10800" y="21600"/>
                </a:lnTo>
                <a:lnTo>
                  <a:pt x="8741" y="21230"/>
                </a:lnTo>
                <a:lnTo>
                  <a:pt x="7304" y="20858"/>
                </a:lnTo>
                <a:lnTo>
                  <a:pt x="5818" y="20256"/>
                </a:lnTo>
                <a:lnTo>
                  <a:pt x="3600" y="19200"/>
                </a:lnTo>
                <a:lnTo>
                  <a:pt x="3071" y="17546"/>
                </a:lnTo>
                <a:lnTo>
                  <a:pt x="2610" y="15934"/>
                </a:lnTo>
                <a:lnTo>
                  <a:pt x="2210" y="14340"/>
                </a:lnTo>
                <a:lnTo>
                  <a:pt x="1872" y="12744"/>
                </a:lnTo>
                <a:lnTo>
                  <a:pt x="1584" y="11122"/>
                </a:lnTo>
                <a:lnTo>
                  <a:pt x="1350" y="9451"/>
                </a:lnTo>
                <a:lnTo>
                  <a:pt x="1141" y="8088"/>
                </a:lnTo>
                <a:lnTo>
                  <a:pt x="929" y="6708"/>
                </a:lnTo>
                <a:lnTo>
                  <a:pt x="680" y="5033"/>
                </a:lnTo>
                <a:lnTo>
                  <a:pt x="446" y="3355"/>
                </a:lnTo>
                <a:lnTo>
                  <a:pt x="220" y="1678"/>
                </a:lnTo>
                <a:lnTo>
                  <a:pt x="0" y="0"/>
                </a:lnTo>
                <a:close/>
              </a:path>
            </a:pathLst>
          </a:custGeom>
          <a:solidFill>
            <a:srgbClr val="51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5" name="contour_10673"/>
          <p:cNvSpPr/>
          <p:nvPr/>
        </p:nvSpPr>
        <p:spPr>
          <a:xfrm>
            <a:off x="4937057" y="5057866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4" y="0"/>
                </a:moveTo>
                <a:lnTo>
                  <a:pt x="9066" y="652"/>
                </a:lnTo>
                <a:lnTo>
                  <a:pt x="12514" y="1175"/>
                </a:lnTo>
                <a:lnTo>
                  <a:pt x="14940" y="1680"/>
                </a:lnTo>
                <a:lnTo>
                  <a:pt x="16805" y="2294"/>
                </a:lnTo>
                <a:lnTo>
                  <a:pt x="18557" y="3132"/>
                </a:lnTo>
                <a:lnTo>
                  <a:pt x="20670" y="4320"/>
                </a:lnTo>
                <a:lnTo>
                  <a:pt x="21302" y="7318"/>
                </a:lnTo>
                <a:lnTo>
                  <a:pt x="21588" y="10122"/>
                </a:lnTo>
                <a:lnTo>
                  <a:pt x="21600" y="12839"/>
                </a:lnTo>
                <a:lnTo>
                  <a:pt x="21402" y="15582"/>
                </a:lnTo>
                <a:lnTo>
                  <a:pt x="21067" y="18468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513" y="18926"/>
                </a:lnTo>
                <a:lnTo>
                  <a:pt x="1025" y="16252"/>
                </a:lnTo>
                <a:lnTo>
                  <a:pt x="1538" y="13569"/>
                </a:lnTo>
                <a:lnTo>
                  <a:pt x="2050" y="10882"/>
                </a:lnTo>
                <a:lnTo>
                  <a:pt x="2567" y="8182"/>
                </a:lnTo>
                <a:lnTo>
                  <a:pt x="3088" y="5469"/>
                </a:lnTo>
                <a:lnTo>
                  <a:pt x="3609" y="2743"/>
                </a:lnTo>
                <a:lnTo>
                  <a:pt x="4134" y="0"/>
                </a:lnTo>
                <a:close/>
              </a:path>
            </a:pathLst>
          </a:custGeom>
          <a:solidFill>
            <a:srgbClr val="CFD2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6" name="contour_10674"/>
          <p:cNvSpPr/>
          <p:nvPr/>
        </p:nvSpPr>
        <p:spPr>
          <a:xfrm>
            <a:off x="10760162" y="5050068"/>
            <a:ext cx="65592" cy="296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5350"/>
                </a:moveTo>
                <a:lnTo>
                  <a:pt x="19793" y="7212"/>
                </a:lnTo>
                <a:lnTo>
                  <a:pt x="20690" y="9086"/>
                </a:lnTo>
                <a:lnTo>
                  <a:pt x="21600" y="10986"/>
                </a:lnTo>
                <a:lnTo>
                  <a:pt x="20482" y="14207"/>
                </a:lnTo>
                <a:lnTo>
                  <a:pt x="19608" y="16388"/>
                </a:lnTo>
                <a:lnTo>
                  <a:pt x="18530" y="18517"/>
                </a:lnTo>
                <a:lnTo>
                  <a:pt x="16800" y="21600"/>
                </a:lnTo>
                <a:lnTo>
                  <a:pt x="15034" y="21536"/>
                </a:lnTo>
                <a:lnTo>
                  <a:pt x="13714" y="21441"/>
                </a:lnTo>
                <a:lnTo>
                  <a:pt x="12605" y="21260"/>
                </a:lnTo>
                <a:lnTo>
                  <a:pt x="11460" y="20926"/>
                </a:lnTo>
                <a:lnTo>
                  <a:pt x="10039" y="20395"/>
                </a:lnTo>
                <a:lnTo>
                  <a:pt x="8100" y="19610"/>
                </a:lnTo>
                <a:lnTo>
                  <a:pt x="7423" y="19350"/>
                </a:lnTo>
                <a:lnTo>
                  <a:pt x="6233" y="18888"/>
                </a:lnTo>
                <a:lnTo>
                  <a:pt x="3506" y="17827"/>
                </a:lnTo>
                <a:lnTo>
                  <a:pt x="2347" y="17322"/>
                </a:lnTo>
                <a:lnTo>
                  <a:pt x="1183" y="16808"/>
                </a:lnTo>
                <a:lnTo>
                  <a:pt x="0" y="16293"/>
                </a:lnTo>
                <a:lnTo>
                  <a:pt x="0" y="12785"/>
                </a:lnTo>
                <a:lnTo>
                  <a:pt x="0" y="9256"/>
                </a:lnTo>
                <a:lnTo>
                  <a:pt x="0" y="5679"/>
                </a:lnTo>
                <a:lnTo>
                  <a:pt x="3264" y="3954"/>
                </a:lnTo>
                <a:lnTo>
                  <a:pt x="6002" y="2542"/>
                </a:lnTo>
                <a:lnTo>
                  <a:pt x="8280" y="1444"/>
                </a:lnTo>
                <a:lnTo>
                  <a:pt x="10164" y="653"/>
                </a:lnTo>
                <a:lnTo>
                  <a:pt x="11719" y="175"/>
                </a:lnTo>
                <a:lnTo>
                  <a:pt x="13010" y="0"/>
                </a:lnTo>
                <a:lnTo>
                  <a:pt x="14102" y="133"/>
                </a:lnTo>
                <a:lnTo>
                  <a:pt x="15065" y="568"/>
                </a:lnTo>
                <a:lnTo>
                  <a:pt x="15958" y="1311"/>
                </a:lnTo>
                <a:lnTo>
                  <a:pt x="16853" y="2356"/>
                </a:lnTo>
                <a:lnTo>
                  <a:pt x="17810" y="3699"/>
                </a:lnTo>
                <a:lnTo>
                  <a:pt x="18900" y="5350"/>
                </a:lnTo>
                <a:close/>
              </a:path>
            </a:pathLst>
          </a:custGeom>
          <a:solidFill>
            <a:srgbClr val="F3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7" name="contour_10675"/>
          <p:cNvSpPr/>
          <p:nvPr/>
        </p:nvSpPr>
        <p:spPr>
          <a:xfrm>
            <a:off x="484094" y="5043290"/>
            <a:ext cx="51016" cy="585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7" y="0"/>
                </a:lnTo>
                <a:lnTo>
                  <a:pt x="13349" y="0"/>
                </a:lnTo>
                <a:lnTo>
                  <a:pt x="15429" y="0"/>
                </a:lnTo>
                <a:lnTo>
                  <a:pt x="15429" y="1778"/>
                </a:lnTo>
                <a:lnTo>
                  <a:pt x="15429" y="3566"/>
                </a:lnTo>
                <a:lnTo>
                  <a:pt x="15429" y="5378"/>
                </a:lnTo>
                <a:lnTo>
                  <a:pt x="17261" y="6365"/>
                </a:lnTo>
                <a:lnTo>
                  <a:pt x="18514" y="6976"/>
                </a:lnTo>
                <a:lnTo>
                  <a:pt x="19767" y="7457"/>
                </a:lnTo>
                <a:lnTo>
                  <a:pt x="21600" y="8068"/>
                </a:lnTo>
                <a:lnTo>
                  <a:pt x="20742" y="9684"/>
                </a:lnTo>
                <a:lnTo>
                  <a:pt x="19872" y="11273"/>
                </a:lnTo>
                <a:lnTo>
                  <a:pt x="18977" y="12833"/>
                </a:lnTo>
                <a:lnTo>
                  <a:pt x="18042" y="14361"/>
                </a:lnTo>
                <a:lnTo>
                  <a:pt x="17058" y="15858"/>
                </a:lnTo>
                <a:lnTo>
                  <a:pt x="16006" y="17324"/>
                </a:lnTo>
                <a:lnTo>
                  <a:pt x="14879" y="18755"/>
                </a:lnTo>
                <a:lnTo>
                  <a:pt x="13664" y="20153"/>
                </a:lnTo>
                <a:lnTo>
                  <a:pt x="12343" y="21514"/>
                </a:lnTo>
                <a:lnTo>
                  <a:pt x="9995" y="21600"/>
                </a:lnTo>
                <a:lnTo>
                  <a:pt x="7946" y="21431"/>
                </a:lnTo>
                <a:lnTo>
                  <a:pt x="6060" y="21038"/>
                </a:lnTo>
                <a:lnTo>
                  <a:pt x="4197" y="20452"/>
                </a:lnTo>
                <a:lnTo>
                  <a:pt x="2225" y="19704"/>
                </a:lnTo>
                <a:lnTo>
                  <a:pt x="0" y="18825"/>
                </a:lnTo>
                <a:lnTo>
                  <a:pt x="2040" y="18825"/>
                </a:lnTo>
                <a:lnTo>
                  <a:pt x="4092" y="18825"/>
                </a:lnTo>
                <a:lnTo>
                  <a:pt x="6171" y="18825"/>
                </a:lnTo>
                <a:lnTo>
                  <a:pt x="6477" y="16961"/>
                </a:lnTo>
                <a:lnTo>
                  <a:pt x="6782" y="15095"/>
                </a:lnTo>
                <a:lnTo>
                  <a:pt x="7088" y="13228"/>
                </a:lnTo>
                <a:lnTo>
                  <a:pt x="7396" y="11359"/>
                </a:lnTo>
                <a:lnTo>
                  <a:pt x="7702" y="9482"/>
                </a:lnTo>
                <a:lnTo>
                  <a:pt x="8011" y="7602"/>
                </a:lnTo>
                <a:lnTo>
                  <a:pt x="8319" y="5715"/>
                </a:lnTo>
                <a:lnTo>
                  <a:pt x="8631" y="3819"/>
                </a:lnTo>
                <a:lnTo>
                  <a:pt x="8942" y="1915"/>
                </a:lnTo>
                <a:lnTo>
                  <a:pt x="9257" y="0"/>
                </a:lnTo>
                <a:close/>
              </a:path>
            </a:pathLst>
          </a:custGeom>
          <a:solidFill>
            <a:srgbClr val="2D2A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8" name="contour_10676"/>
          <p:cNvSpPr/>
          <p:nvPr/>
        </p:nvSpPr>
        <p:spPr>
          <a:xfrm>
            <a:off x="3894874" y="5036002"/>
            <a:ext cx="65592" cy="42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411" y="1847"/>
                </a:lnTo>
                <a:lnTo>
                  <a:pt x="11215" y="3702"/>
                </a:lnTo>
                <a:lnTo>
                  <a:pt x="12017" y="5556"/>
                </a:lnTo>
                <a:lnTo>
                  <a:pt x="12814" y="7418"/>
                </a:lnTo>
                <a:lnTo>
                  <a:pt x="13608" y="9280"/>
                </a:lnTo>
                <a:lnTo>
                  <a:pt x="14400" y="11149"/>
                </a:lnTo>
                <a:lnTo>
                  <a:pt x="15554" y="12543"/>
                </a:lnTo>
                <a:lnTo>
                  <a:pt x="16721" y="13844"/>
                </a:lnTo>
                <a:lnTo>
                  <a:pt x="17902" y="15074"/>
                </a:lnTo>
                <a:lnTo>
                  <a:pt x="19104" y="16256"/>
                </a:lnTo>
                <a:lnTo>
                  <a:pt x="20335" y="17419"/>
                </a:lnTo>
                <a:lnTo>
                  <a:pt x="21600" y="18582"/>
                </a:lnTo>
                <a:lnTo>
                  <a:pt x="19862" y="19749"/>
                </a:lnTo>
                <a:lnTo>
                  <a:pt x="18319" y="20656"/>
                </a:lnTo>
                <a:lnTo>
                  <a:pt x="16884" y="21280"/>
                </a:lnTo>
                <a:lnTo>
                  <a:pt x="15473" y="21600"/>
                </a:lnTo>
                <a:lnTo>
                  <a:pt x="14002" y="21585"/>
                </a:lnTo>
                <a:lnTo>
                  <a:pt x="12389" y="21225"/>
                </a:lnTo>
                <a:lnTo>
                  <a:pt x="10548" y="20485"/>
                </a:lnTo>
                <a:lnTo>
                  <a:pt x="9293" y="19474"/>
                </a:lnTo>
                <a:lnTo>
                  <a:pt x="8028" y="18456"/>
                </a:lnTo>
                <a:lnTo>
                  <a:pt x="6749" y="17423"/>
                </a:lnTo>
                <a:lnTo>
                  <a:pt x="5477" y="16438"/>
                </a:lnTo>
                <a:lnTo>
                  <a:pt x="4195" y="15449"/>
                </a:lnTo>
                <a:lnTo>
                  <a:pt x="2897" y="14446"/>
                </a:lnTo>
                <a:lnTo>
                  <a:pt x="1939" y="13357"/>
                </a:lnTo>
                <a:lnTo>
                  <a:pt x="977" y="12261"/>
                </a:lnTo>
                <a:lnTo>
                  <a:pt x="0" y="11149"/>
                </a:lnTo>
                <a:lnTo>
                  <a:pt x="0" y="8693"/>
                </a:lnTo>
                <a:lnTo>
                  <a:pt x="0" y="6221"/>
                </a:lnTo>
                <a:lnTo>
                  <a:pt x="0" y="3716"/>
                </a:lnTo>
                <a:lnTo>
                  <a:pt x="1608" y="2111"/>
                </a:lnTo>
                <a:lnTo>
                  <a:pt x="3048" y="1052"/>
                </a:lnTo>
                <a:lnTo>
                  <a:pt x="4445" y="420"/>
                </a:lnTo>
                <a:lnTo>
                  <a:pt x="5921" y="111"/>
                </a:lnTo>
                <a:lnTo>
                  <a:pt x="7598" y="7"/>
                </a:lnTo>
                <a:lnTo>
                  <a:pt x="9600" y="0"/>
                </a:lnTo>
                <a:close/>
              </a:path>
            </a:pathLst>
          </a:custGeom>
          <a:solidFill>
            <a:srgbClr val="3836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79" name="contour_10677"/>
          <p:cNvSpPr/>
          <p:nvPr/>
        </p:nvSpPr>
        <p:spPr>
          <a:xfrm>
            <a:off x="3617930" y="5006850"/>
            <a:ext cx="75504" cy="444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95" y="0"/>
                </a:moveTo>
                <a:lnTo>
                  <a:pt x="16146" y="560"/>
                </a:lnTo>
                <a:lnTo>
                  <a:pt x="17247" y="1024"/>
                </a:lnTo>
                <a:lnTo>
                  <a:pt x="18197" y="1563"/>
                </a:lnTo>
                <a:lnTo>
                  <a:pt x="19298" y="2346"/>
                </a:lnTo>
                <a:lnTo>
                  <a:pt x="20849" y="3544"/>
                </a:lnTo>
                <a:lnTo>
                  <a:pt x="21350" y="6074"/>
                </a:lnTo>
                <a:lnTo>
                  <a:pt x="21600" y="7892"/>
                </a:lnTo>
                <a:lnTo>
                  <a:pt x="21600" y="9508"/>
                </a:lnTo>
                <a:lnTo>
                  <a:pt x="21350" y="11433"/>
                </a:lnTo>
                <a:lnTo>
                  <a:pt x="20849" y="14176"/>
                </a:lnTo>
                <a:lnTo>
                  <a:pt x="19565" y="15551"/>
                </a:lnTo>
                <a:lnTo>
                  <a:pt x="18266" y="16763"/>
                </a:lnTo>
                <a:lnTo>
                  <a:pt x="16948" y="17812"/>
                </a:lnTo>
                <a:lnTo>
                  <a:pt x="15616" y="18715"/>
                </a:lnTo>
                <a:lnTo>
                  <a:pt x="14267" y="19477"/>
                </a:lnTo>
                <a:lnTo>
                  <a:pt x="12904" y="20108"/>
                </a:lnTo>
                <a:lnTo>
                  <a:pt x="11526" y="20615"/>
                </a:lnTo>
                <a:lnTo>
                  <a:pt x="10133" y="21008"/>
                </a:lnTo>
                <a:lnTo>
                  <a:pt x="8723" y="21295"/>
                </a:lnTo>
                <a:lnTo>
                  <a:pt x="7304" y="21483"/>
                </a:lnTo>
                <a:lnTo>
                  <a:pt x="5867" y="21582"/>
                </a:lnTo>
                <a:lnTo>
                  <a:pt x="4420" y="21600"/>
                </a:lnTo>
                <a:lnTo>
                  <a:pt x="2959" y="21547"/>
                </a:lnTo>
                <a:lnTo>
                  <a:pt x="1484" y="21433"/>
                </a:lnTo>
                <a:lnTo>
                  <a:pt x="0" y="21263"/>
                </a:lnTo>
                <a:lnTo>
                  <a:pt x="2064" y="18605"/>
                </a:lnTo>
                <a:lnTo>
                  <a:pt x="3619" y="16713"/>
                </a:lnTo>
                <a:lnTo>
                  <a:pt x="4833" y="15466"/>
                </a:lnTo>
                <a:lnTo>
                  <a:pt x="5873" y="14750"/>
                </a:lnTo>
                <a:lnTo>
                  <a:pt x="6907" y="14445"/>
                </a:lnTo>
                <a:lnTo>
                  <a:pt x="8108" y="14441"/>
                </a:lnTo>
                <a:lnTo>
                  <a:pt x="9643" y="14619"/>
                </a:lnTo>
                <a:lnTo>
                  <a:pt x="11067" y="14399"/>
                </a:lnTo>
                <a:lnTo>
                  <a:pt x="12510" y="14176"/>
                </a:lnTo>
                <a:lnTo>
                  <a:pt x="13073" y="11883"/>
                </a:lnTo>
                <a:lnTo>
                  <a:pt x="13521" y="9576"/>
                </a:lnTo>
                <a:lnTo>
                  <a:pt x="13879" y="7240"/>
                </a:lnTo>
                <a:lnTo>
                  <a:pt x="14163" y="4869"/>
                </a:lnTo>
                <a:lnTo>
                  <a:pt x="14394" y="2459"/>
                </a:lnTo>
                <a:lnTo>
                  <a:pt x="14595" y="0"/>
                </a:lnTo>
                <a:close/>
              </a:path>
            </a:pathLst>
          </a:custGeom>
          <a:solidFill>
            <a:srgbClr val="6A86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0" name="contour_10678"/>
          <p:cNvSpPr/>
          <p:nvPr/>
        </p:nvSpPr>
        <p:spPr>
          <a:xfrm>
            <a:off x="1817797" y="5014138"/>
            <a:ext cx="5956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43" y="0"/>
                </a:moveTo>
                <a:lnTo>
                  <a:pt x="21283" y="2077"/>
                </a:lnTo>
                <a:lnTo>
                  <a:pt x="21407" y="4138"/>
                </a:lnTo>
                <a:lnTo>
                  <a:pt x="21508" y="6193"/>
                </a:lnTo>
                <a:lnTo>
                  <a:pt x="21574" y="8242"/>
                </a:lnTo>
                <a:lnTo>
                  <a:pt x="21600" y="10291"/>
                </a:lnTo>
                <a:lnTo>
                  <a:pt x="21579" y="12337"/>
                </a:lnTo>
                <a:lnTo>
                  <a:pt x="21500" y="14389"/>
                </a:lnTo>
                <a:lnTo>
                  <a:pt x="21357" y="16447"/>
                </a:lnTo>
                <a:lnTo>
                  <a:pt x="21143" y="18514"/>
                </a:lnTo>
                <a:lnTo>
                  <a:pt x="19177" y="19835"/>
                </a:lnTo>
                <a:lnTo>
                  <a:pt x="17781" y="20656"/>
                </a:lnTo>
                <a:lnTo>
                  <a:pt x="16576" y="21125"/>
                </a:lnTo>
                <a:lnTo>
                  <a:pt x="15181" y="21390"/>
                </a:lnTo>
                <a:lnTo>
                  <a:pt x="13214" y="21600"/>
                </a:lnTo>
                <a:lnTo>
                  <a:pt x="13650" y="19563"/>
                </a:lnTo>
                <a:lnTo>
                  <a:pt x="14086" y="17524"/>
                </a:lnTo>
                <a:lnTo>
                  <a:pt x="14525" y="15475"/>
                </a:lnTo>
                <a:lnTo>
                  <a:pt x="14966" y="13417"/>
                </a:lnTo>
                <a:lnTo>
                  <a:pt x="15410" y="11346"/>
                </a:lnTo>
                <a:lnTo>
                  <a:pt x="15857" y="9257"/>
                </a:lnTo>
                <a:lnTo>
                  <a:pt x="14219" y="9893"/>
                </a:lnTo>
                <a:lnTo>
                  <a:pt x="12572" y="10538"/>
                </a:lnTo>
                <a:lnTo>
                  <a:pt x="10902" y="11186"/>
                </a:lnTo>
                <a:lnTo>
                  <a:pt x="9245" y="11815"/>
                </a:lnTo>
                <a:lnTo>
                  <a:pt x="8108" y="12145"/>
                </a:lnTo>
                <a:lnTo>
                  <a:pt x="6964" y="12284"/>
                </a:lnTo>
                <a:lnTo>
                  <a:pt x="5286" y="12343"/>
                </a:lnTo>
                <a:lnTo>
                  <a:pt x="3518" y="10550"/>
                </a:lnTo>
                <a:lnTo>
                  <a:pt x="2379" y="9310"/>
                </a:lnTo>
                <a:lnTo>
                  <a:pt x="1372" y="8044"/>
                </a:lnTo>
                <a:lnTo>
                  <a:pt x="0" y="6171"/>
                </a:lnTo>
                <a:lnTo>
                  <a:pt x="1517" y="5548"/>
                </a:lnTo>
                <a:lnTo>
                  <a:pt x="3037" y="4928"/>
                </a:lnTo>
                <a:lnTo>
                  <a:pt x="4556" y="4314"/>
                </a:lnTo>
                <a:lnTo>
                  <a:pt x="6079" y="3697"/>
                </a:lnTo>
                <a:lnTo>
                  <a:pt x="7598" y="3086"/>
                </a:lnTo>
                <a:lnTo>
                  <a:pt x="9009" y="2512"/>
                </a:lnTo>
                <a:lnTo>
                  <a:pt x="10431" y="1935"/>
                </a:lnTo>
                <a:lnTo>
                  <a:pt x="11872" y="1352"/>
                </a:lnTo>
                <a:lnTo>
                  <a:pt x="13859" y="691"/>
                </a:lnTo>
                <a:lnTo>
                  <a:pt x="15334" y="293"/>
                </a:lnTo>
                <a:lnTo>
                  <a:pt x="16742" y="86"/>
                </a:lnTo>
                <a:lnTo>
                  <a:pt x="18532" y="12"/>
                </a:lnTo>
                <a:lnTo>
                  <a:pt x="21143" y="0"/>
                </a:lnTo>
                <a:close/>
              </a:path>
            </a:pathLst>
          </a:custGeom>
          <a:solidFill>
            <a:srgbClr val="7969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1" name="contour_10679"/>
          <p:cNvSpPr/>
          <p:nvPr/>
        </p:nvSpPr>
        <p:spPr>
          <a:xfrm>
            <a:off x="3953178" y="5028714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20410" y="21600"/>
                </a:lnTo>
                <a:lnTo>
                  <a:pt x="19200" y="21600"/>
                </a:lnTo>
                <a:lnTo>
                  <a:pt x="19200" y="19055"/>
                </a:lnTo>
                <a:lnTo>
                  <a:pt x="19200" y="16506"/>
                </a:lnTo>
                <a:lnTo>
                  <a:pt x="19200" y="13950"/>
                </a:lnTo>
                <a:lnTo>
                  <a:pt x="19200" y="11383"/>
                </a:lnTo>
                <a:lnTo>
                  <a:pt x="19200" y="8806"/>
                </a:lnTo>
                <a:lnTo>
                  <a:pt x="19200" y="6214"/>
                </a:lnTo>
                <a:lnTo>
                  <a:pt x="19200" y="3600"/>
                </a:lnTo>
                <a:lnTo>
                  <a:pt x="16426" y="4144"/>
                </a:lnTo>
                <a:lnTo>
                  <a:pt x="14474" y="4579"/>
                </a:lnTo>
                <a:lnTo>
                  <a:pt x="13085" y="5000"/>
                </a:lnTo>
                <a:lnTo>
                  <a:pt x="11986" y="5512"/>
                </a:lnTo>
                <a:lnTo>
                  <a:pt x="10913" y="6210"/>
                </a:lnTo>
                <a:lnTo>
                  <a:pt x="9600" y="7200"/>
                </a:lnTo>
                <a:lnTo>
                  <a:pt x="8875" y="9583"/>
                </a:lnTo>
                <a:lnTo>
                  <a:pt x="8342" y="11876"/>
                </a:lnTo>
                <a:lnTo>
                  <a:pt x="7954" y="14152"/>
                </a:lnTo>
                <a:lnTo>
                  <a:pt x="7663" y="16484"/>
                </a:lnTo>
                <a:lnTo>
                  <a:pt x="7428" y="18940"/>
                </a:lnTo>
                <a:lnTo>
                  <a:pt x="7200" y="21600"/>
                </a:lnTo>
                <a:lnTo>
                  <a:pt x="6012" y="20707"/>
                </a:lnTo>
                <a:lnTo>
                  <a:pt x="4819" y="19814"/>
                </a:lnTo>
                <a:lnTo>
                  <a:pt x="3617" y="18911"/>
                </a:lnTo>
                <a:lnTo>
                  <a:pt x="2400" y="18000"/>
                </a:lnTo>
                <a:lnTo>
                  <a:pt x="2875" y="15862"/>
                </a:lnTo>
                <a:lnTo>
                  <a:pt x="3353" y="13716"/>
                </a:lnTo>
                <a:lnTo>
                  <a:pt x="3830" y="11563"/>
                </a:lnTo>
                <a:lnTo>
                  <a:pt x="4313" y="9392"/>
                </a:lnTo>
                <a:lnTo>
                  <a:pt x="4800" y="7200"/>
                </a:lnTo>
                <a:lnTo>
                  <a:pt x="3214" y="7200"/>
                </a:lnTo>
                <a:lnTo>
                  <a:pt x="1618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A8A6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2" name="contour_10680"/>
          <p:cNvSpPr/>
          <p:nvPr/>
        </p:nvSpPr>
        <p:spPr>
          <a:xfrm>
            <a:off x="1621021" y="5005567"/>
            <a:ext cx="51606" cy="377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34"/>
                </a:moveTo>
                <a:lnTo>
                  <a:pt x="4094" y="359"/>
                </a:lnTo>
                <a:lnTo>
                  <a:pt x="7330" y="104"/>
                </a:lnTo>
                <a:lnTo>
                  <a:pt x="9865" y="0"/>
                </a:lnTo>
                <a:lnTo>
                  <a:pt x="11860" y="75"/>
                </a:lnTo>
                <a:lnTo>
                  <a:pt x="13471" y="359"/>
                </a:lnTo>
                <a:lnTo>
                  <a:pt x="14859" y="881"/>
                </a:lnTo>
                <a:lnTo>
                  <a:pt x="16179" y="1661"/>
                </a:lnTo>
                <a:lnTo>
                  <a:pt x="17592" y="2733"/>
                </a:lnTo>
                <a:lnTo>
                  <a:pt x="19254" y="4123"/>
                </a:lnTo>
                <a:lnTo>
                  <a:pt x="20355" y="7082"/>
                </a:lnTo>
                <a:lnTo>
                  <a:pt x="21069" y="9844"/>
                </a:lnTo>
                <a:lnTo>
                  <a:pt x="21466" y="12544"/>
                </a:lnTo>
                <a:lnTo>
                  <a:pt x="21600" y="15311"/>
                </a:lnTo>
                <a:lnTo>
                  <a:pt x="21542" y="18287"/>
                </a:lnTo>
                <a:lnTo>
                  <a:pt x="21353" y="21600"/>
                </a:lnTo>
                <a:lnTo>
                  <a:pt x="19443" y="21237"/>
                </a:lnTo>
                <a:lnTo>
                  <a:pt x="17537" y="20849"/>
                </a:lnTo>
                <a:lnTo>
                  <a:pt x="15630" y="20448"/>
                </a:lnTo>
                <a:lnTo>
                  <a:pt x="13727" y="20035"/>
                </a:lnTo>
                <a:lnTo>
                  <a:pt x="11598" y="19597"/>
                </a:lnTo>
                <a:lnTo>
                  <a:pt x="9438" y="19155"/>
                </a:lnTo>
                <a:lnTo>
                  <a:pt x="7782" y="18295"/>
                </a:lnTo>
                <a:lnTo>
                  <a:pt x="6101" y="17427"/>
                </a:lnTo>
                <a:lnTo>
                  <a:pt x="6101" y="14668"/>
                </a:lnTo>
                <a:lnTo>
                  <a:pt x="6101" y="11893"/>
                </a:lnTo>
                <a:lnTo>
                  <a:pt x="6101" y="9081"/>
                </a:lnTo>
                <a:lnTo>
                  <a:pt x="4085" y="9081"/>
                </a:lnTo>
                <a:lnTo>
                  <a:pt x="2056" y="9081"/>
                </a:lnTo>
                <a:lnTo>
                  <a:pt x="0" y="9081"/>
                </a:lnTo>
                <a:lnTo>
                  <a:pt x="0" y="6322"/>
                </a:lnTo>
                <a:lnTo>
                  <a:pt x="0" y="3547"/>
                </a:lnTo>
                <a:lnTo>
                  <a:pt x="0" y="734"/>
                </a:lnTo>
                <a:close/>
              </a:path>
            </a:pathLst>
          </a:custGeom>
          <a:solidFill>
            <a:srgbClr val="5448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3" name="contour_10681"/>
          <p:cNvSpPr/>
          <p:nvPr/>
        </p:nvSpPr>
        <p:spPr>
          <a:xfrm>
            <a:off x="3574203" y="5006850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929" y="767"/>
                </a:lnTo>
                <a:lnTo>
                  <a:pt x="4055" y="1548"/>
                </a:lnTo>
                <a:lnTo>
                  <a:pt x="5179" y="2344"/>
                </a:lnTo>
                <a:lnTo>
                  <a:pt x="6300" y="3150"/>
                </a:lnTo>
                <a:lnTo>
                  <a:pt x="6673" y="3409"/>
                </a:lnTo>
                <a:lnTo>
                  <a:pt x="7328" y="3870"/>
                </a:lnTo>
                <a:lnTo>
                  <a:pt x="8831" y="4921"/>
                </a:lnTo>
                <a:lnTo>
                  <a:pt x="9808" y="6052"/>
                </a:lnTo>
                <a:lnTo>
                  <a:pt x="10800" y="7200"/>
                </a:lnTo>
                <a:lnTo>
                  <a:pt x="10800" y="9580"/>
                </a:lnTo>
                <a:lnTo>
                  <a:pt x="10800" y="11974"/>
                </a:lnTo>
                <a:lnTo>
                  <a:pt x="10800" y="14400"/>
                </a:lnTo>
                <a:lnTo>
                  <a:pt x="11988" y="14004"/>
                </a:lnTo>
                <a:lnTo>
                  <a:pt x="13178" y="13608"/>
                </a:lnTo>
                <a:lnTo>
                  <a:pt x="14368" y="13212"/>
                </a:lnTo>
                <a:lnTo>
                  <a:pt x="15561" y="12812"/>
                </a:lnTo>
                <a:lnTo>
                  <a:pt x="16758" y="12413"/>
                </a:lnTo>
                <a:lnTo>
                  <a:pt x="17960" y="12013"/>
                </a:lnTo>
                <a:lnTo>
                  <a:pt x="19166" y="11610"/>
                </a:lnTo>
                <a:lnTo>
                  <a:pt x="20380" y="11207"/>
                </a:lnTo>
                <a:lnTo>
                  <a:pt x="21600" y="10800"/>
                </a:lnTo>
                <a:lnTo>
                  <a:pt x="20486" y="12406"/>
                </a:lnTo>
                <a:lnTo>
                  <a:pt x="19400" y="13842"/>
                </a:lnTo>
                <a:lnTo>
                  <a:pt x="18329" y="15120"/>
                </a:lnTo>
                <a:lnTo>
                  <a:pt x="17264" y="16261"/>
                </a:lnTo>
                <a:lnTo>
                  <a:pt x="16191" y="17280"/>
                </a:lnTo>
                <a:lnTo>
                  <a:pt x="15102" y="18184"/>
                </a:lnTo>
                <a:lnTo>
                  <a:pt x="13982" y="18997"/>
                </a:lnTo>
                <a:lnTo>
                  <a:pt x="12825" y="19728"/>
                </a:lnTo>
                <a:lnTo>
                  <a:pt x="11615" y="20398"/>
                </a:lnTo>
                <a:lnTo>
                  <a:pt x="10345" y="21017"/>
                </a:lnTo>
                <a:lnTo>
                  <a:pt x="9000" y="21600"/>
                </a:lnTo>
                <a:lnTo>
                  <a:pt x="9000" y="19462"/>
                </a:lnTo>
                <a:lnTo>
                  <a:pt x="9000" y="17316"/>
                </a:lnTo>
                <a:lnTo>
                  <a:pt x="9000" y="15163"/>
                </a:lnTo>
                <a:lnTo>
                  <a:pt x="9000" y="12992"/>
                </a:lnTo>
                <a:lnTo>
                  <a:pt x="9000" y="10800"/>
                </a:lnTo>
                <a:lnTo>
                  <a:pt x="7727" y="10800"/>
                </a:lnTo>
                <a:lnTo>
                  <a:pt x="6453" y="10800"/>
                </a:lnTo>
                <a:lnTo>
                  <a:pt x="5175" y="10800"/>
                </a:lnTo>
                <a:lnTo>
                  <a:pt x="3892" y="10800"/>
                </a:lnTo>
                <a:lnTo>
                  <a:pt x="2603" y="10800"/>
                </a:lnTo>
                <a:lnTo>
                  <a:pt x="1307" y="10800"/>
                </a:lnTo>
                <a:lnTo>
                  <a:pt x="0" y="10800"/>
                </a:lnTo>
                <a:lnTo>
                  <a:pt x="356" y="8662"/>
                </a:lnTo>
                <a:lnTo>
                  <a:pt x="715" y="6516"/>
                </a:lnTo>
                <a:lnTo>
                  <a:pt x="1073" y="4363"/>
                </a:lnTo>
                <a:lnTo>
                  <a:pt x="1435" y="2192"/>
                </a:lnTo>
                <a:lnTo>
                  <a:pt x="1800" y="0"/>
                </a:lnTo>
                <a:close/>
              </a:path>
            </a:pathLst>
          </a:custGeom>
          <a:solidFill>
            <a:srgbClr val="859D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4" name="contour_10682"/>
          <p:cNvSpPr/>
          <p:nvPr/>
        </p:nvSpPr>
        <p:spPr>
          <a:xfrm>
            <a:off x="7640902" y="4984986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670" y="2143"/>
                </a:lnTo>
                <a:lnTo>
                  <a:pt x="12554" y="4320"/>
                </a:lnTo>
                <a:lnTo>
                  <a:pt x="13835" y="6432"/>
                </a:lnTo>
                <a:lnTo>
                  <a:pt x="14790" y="7741"/>
                </a:lnTo>
                <a:lnTo>
                  <a:pt x="15714" y="8480"/>
                </a:lnTo>
                <a:lnTo>
                  <a:pt x="16896" y="8882"/>
                </a:lnTo>
                <a:lnTo>
                  <a:pt x="18630" y="9180"/>
                </a:lnTo>
                <a:lnTo>
                  <a:pt x="20105" y="8912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1426" y="20887"/>
                </a:lnTo>
                <a:lnTo>
                  <a:pt x="2853" y="20174"/>
                </a:lnTo>
                <a:lnTo>
                  <a:pt x="4288" y="19457"/>
                </a:lnTo>
                <a:lnTo>
                  <a:pt x="5728" y="18736"/>
                </a:lnTo>
                <a:lnTo>
                  <a:pt x="7178" y="18010"/>
                </a:lnTo>
                <a:lnTo>
                  <a:pt x="8640" y="17280"/>
                </a:lnTo>
                <a:lnTo>
                  <a:pt x="9405" y="14774"/>
                </a:lnTo>
                <a:lnTo>
                  <a:pt x="9830" y="13016"/>
                </a:lnTo>
                <a:lnTo>
                  <a:pt x="10063" y="11159"/>
                </a:lnTo>
                <a:lnTo>
                  <a:pt x="10260" y="8372"/>
                </a:lnTo>
                <a:lnTo>
                  <a:pt x="10437" y="5607"/>
                </a:lnTo>
                <a:lnTo>
                  <a:pt x="10619" y="2821"/>
                </a:lnTo>
                <a:lnTo>
                  <a:pt x="10800" y="0"/>
                </a:lnTo>
                <a:close/>
              </a:path>
            </a:pathLst>
          </a:custGeom>
          <a:solidFill>
            <a:srgbClr val="7475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5" name="contour_10683"/>
          <p:cNvSpPr/>
          <p:nvPr/>
        </p:nvSpPr>
        <p:spPr>
          <a:xfrm>
            <a:off x="6620583" y="5006850"/>
            <a:ext cx="3644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26" y="1438"/>
                </a:lnTo>
                <a:lnTo>
                  <a:pt x="7245" y="2556"/>
                </a:lnTo>
                <a:lnTo>
                  <a:pt x="9513" y="3438"/>
                </a:lnTo>
                <a:lnTo>
                  <a:pt x="11098" y="4174"/>
                </a:lnTo>
                <a:lnTo>
                  <a:pt x="12156" y="4847"/>
                </a:lnTo>
                <a:lnTo>
                  <a:pt x="12856" y="5546"/>
                </a:lnTo>
                <a:lnTo>
                  <a:pt x="13357" y="6356"/>
                </a:lnTo>
                <a:lnTo>
                  <a:pt x="13820" y="7362"/>
                </a:lnTo>
                <a:lnTo>
                  <a:pt x="13789" y="8352"/>
                </a:lnTo>
                <a:lnTo>
                  <a:pt x="13729" y="9121"/>
                </a:lnTo>
                <a:lnTo>
                  <a:pt x="13599" y="9916"/>
                </a:lnTo>
                <a:lnTo>
                  <a:pt x="13357" y="10993"/>
                </a:lnTo>
                <a:lnTo>
                  <a:pt x="12960" y="12600"/>
                </a:lnTo>
                <a:lnTo>
                  <a:pt x="15816" y="12600"/>
                </a:lnTo>
                <a:lnTo>
                  <a:pt x="18688" y="12600"/>
                </a:lnTo>
                <a:lnTo>
                  <a:pt x="21600" y="12600"/>
                </a:lnTo>
                <a:lnTo>
                  <a:pt x="20524" y="14904"/>
                </a:lnTo>
                <a:lnTo>
                  <a:pt x="19751" y="16499"/>
                </a:lnTo>
                <a:lnTo>
                  <a:pt x="19164" y="17586"/>
                </a:lnTo>
                <a:lnTo>
                  <a:pt x="18632" y="18365"/>
                </a:lnTo>
                <a:lnTo>
                  <a:pt x="18045" y="19037"/>
                </a:lnTo>
                <a:lnTo>
                  <a:pt x="17280" y="19800"/>
                </a:lnTo>
                <a:lnTo>
                  <a:pt x="14619" y="20464"/>
                </a:lnTo>
                <a:lnTo>
                  <a:pt x="12835" y="20875"/>
                </a:lnTo>
                <a:lnTo>
                  <a:pt x="11111" y="21197"/>
                </a:lnTo>
                <a:lnTo>
                  <a:pt x="8640" y="21600"/>
                </a:lnTo>
                <a:lnTo>
                  <a:pt x="8031" y="20407"/>
                </a:lnTo>
                <a:lnTo>
                  <a:pt x="7443" y="19213"/>
                </a:lnTo>
                <a:lnTo>
                  <a:pt x="6873" y="18020"/>
                </a:lnTo>
                <a:lnTo>
                  <a:pt x="6320" y="16825"/>
                </a:lnTo>
                <a:lnTo>
                  <a:pt x="5789" y="15628"/>
                </a:lnTo>
                <a:lnTo>
                  <a:pt x="5270" y="14432"/>
                </a:lnTo>
                <a:lnTo>
                  <a:pt x="4769" y="13234"/>
                </a:lnTo>
                <a:lnTo>
                  <a:pt x="4281" y="12037"/>
                </a:lnTo>
                <a:lnTo>
                  <a:pt x="3810" y="10836"/>
                </a:lnTo>
                <a:lnTo>
                  <a:pt x="3348" y="9635"/>
                </a:lnTo>
                <a:lnTo>
                  <a:pt x="2899" y="8435"/>
                </a:lnTo>
                <a:lnTo>
                  <a:pt x="2462" y="7232"/>
                </a:lnTo>
                <a:lnTo>
                  <a:pt x="2035" y="6030"/>
                </a:lnTo>
                <a:lnTo>
                  <a:pt x="1611" y="4826"/>
                </a:lnTo>
                <a:lnTo>
                  <a:pt x="1201" y="3622"/>
                </a:lnTo>
                <a:lnTo>
                  <a:pt x="795" y="2416"/>
                </a:lnTo>
                <a:lnTo>
                  <a:pt x="393" y="1208"/>
                </a:lnTo>
                <a:lnTo>
                  <a:pt x="0" y="0"/>
                </a:lnTo>
                <a:close/>
              </a:path>
            </a:pathLst>
          </a:custGeom>
          <a:solidFill>
            <a:srgbClr val="80AE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6" name="contour_10684"/>
          <p:cNvSpPr/>
          <p:nvPr/>
        </p:nvSpPr>
        <p:spPr>
          <a:xfrm>
            <a:off x="11175578" y="4996931"/>
            <a:ext cx="80168" cy="24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2320"/>
                </a:moveTo>
                <a:lnTo>
                  <a:pt x="3299" y="1639"/>
                </a:lnTo>
                <a:lnTo>
                  <a:pt x="4577" y="1105"/>
                </a:lnTo>
                <a:lnTo>
                  <a:pt x="5830" y="720"/>
                </a:lnTo>
                <a:lnTo>
                  <a:pt x="7081" y="463"/>
                </a:lnTo>
                <a:lnTo>
                  <a:pt x="8361" y="328"/>
                </a:lnTo>
                <a:lnTo>
                  <a:pt x="9696" y="315"/>
                </a:lnTo>
                <a:lnTo>
                  <a:pt x="10229" y="231"/>
                </a:lnTo>
                <a:lnTo>
                  <a:pt x="11839" y="0"/>
                </a:lnTo>
                <a:lnTo>
                  <a:pt x="12885" y="13"/>
                </a:lnTo>
                <a:lnTo>
                  <a:pt x="13712" y="141"/>
                </a:lnTo>
                <a:lnTo>
                  <a:pt x="14600" y="495"/>
                </a:lnTo>
                <a:lnTo>
                  <a:pt x="15825" y="1183"/>
                </a:lnTo>
                <a:lnTo>
                  <a:pt x="17673" y="2320"/>
                </a:lnTo>
                <a:lnTo>
                  <a:pt x="18321" y="5501"/>
                </a:lnTo>
                <a:lnTo>
                  <a:pt x="18971" y="8689"/>
                </a:lnTo>
                <a:lnTo>
                  <a:pt x="19623" y="11889"/>
                </a:lnTo>
                <a:lnTo>
                  <a:pt x="20277" y="15103"/>
                </a:lnTo>
                <a:lnTo>
                  <a:pt x="20936" y="18335"/>
                </a:lnTo>
                <a:lnTo>
                  <a:pt x="21600" y="21600"/>
                </a:lnTo>
                <a:lnTo>
                  <a:pt x="20263" y="21202"/>
                </a:lnTo>
                <a:lnTo>
                  <a:pt x="18927" y="20803"/>
                </a:lnTo>
                <a:lnTo>
                  <a:pt x="17588" y="20405"/>
                </a:lnTo>
                <a:lnTo>
                  <a:pt x="16251" y="20006"/>
                </a:lnTo>
                <a:lnTo>
                  <a:pt x="14912" y="19608"/>
                </a:lnTo>
                <a:lnTo>
                  <a:pt x="13569" y="19209"/>
                </a:lnTo>
                <a:lnTo>
                  <a:pt x="12226" y="18811"/>
                </a:lnTo>
                <a:lnTo>
                  <a:pt x="10881" y="18412"/>
                </a:lnTo>
                <a:lnTo>
                  <a:pt x="9533" y="18007"/>
                </a:lnTo>
                <a:lnTo>
                  <a:pt x="8182" y="17609"/>
                </a:lnTo>
                <a:lnTo>
                  <a:pt x="6828" y="17204"/>
                </a:lnTo>
                <a:lnTo>
                  <a:pt x="5471" y="16799"/>
                </a:lnTo>
                <a:lnTo>
                  <a:pt x="4110" y="16394"/>
                </a:lnTo>
                <a:lnTo>
                  <a:pt x="2745" y="15990"/>
                </a:lnTo>
                <a:lnTo>
                  <a:pt x="1375" y="15585"/>
                </a:lnTo>
                <a:lnTo>
                  <a:pt x="0" y="15173"/>
                </a:lnTo>
                <a:lnTo>
                  <a:pt x="487" y="11992"/>
                </a:lnTo>
                <a:lnTo>
                  <a:pt x="974" y="8798"/>
                </a:lnTo>
                <a:lnTo>
                  <a:pt x="1467" y="5578"/>
                </a:lnTo>
                <a:lnTo>
                  <a:pt x="1964" y="2320"/>
                </a:lnTo>
                <a:close/>
              </a:path>
            </a:pathLst>
          </a:custGeom>
          <a:solidFill>
            <a:srgbClr val="E2E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7" name="contour_10685"/>
          <p:cNvSpPr/>
          <p:nvPr/>
        </p:nvSpPr>
        <p:spPr>
          <a:xfrm>
            <a:off x="1977418" y="4984986"/>
            <a:ext cx="3014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34" y="0"/>
                </a:moveTo>
                <a:lnTo>
                  <a:pt x="9823" y="300"/>
                </a:lnTo>
                <a:lnTo>
                  <a:pt x="12685" y="591"/>
                </a:lnTo>
                <a:lnTo>
                  <a:pt x="15067" y="1002"/>
                </a:lnTo>
                <a:lnTo>
                  <a:pt x="17720" y="1661"/>
                </a:lnTo>
                <a:lnTo>
                  <a:pt x="21402" y="2700"/>
                </a:lnTo>
                <a:lnTo>
                  <a:pt x="21553" y="4577"/>
                </a:lnTo>
                <a:lnTo>
                  <a:pt x="21600" y="5989"/>
                </a:lnTo>
                <a:lnTo>
                  <a:pt x="21490" y="7201"/>
                </a:lnTo>
                <a:lnTo>
                  <a:pt x="21177" y="8481"/>
                </a:lnTo>
                <a:lnTo>
                  <a:pt x="20618" y="10098"/>
                </a:lnTo>
                <a:lnTo>
                  <a:pt x="19772" y="12317"/>
                </a:lnTo>
                <a:lnTo>
                  <a:pt x="19495" y="13090"/>
                </a:lnTo>
                <a:lnTo>
                  <a:pt x="18999" y="14448"/>
                </a:lnTo>
                <a:lnTo>
                  <a:pt x="17871" y="17561"/>
                </a:lnTo>
                <a:lnTo>
                  <a:pt x="17312" y="18895"/>
                </a:lnTo>
                <a:lnTo>
                  <a:pt x="16748" y="20239"/>
                </a:lnTo>
                <a:lnTo>
                  <a:pt x="16179" y="21600"/>
                </a:lnTo>
                <a:lnTo>
                  <a:pt x="13077" y="21600"/>
                </a:lnTo>
                <a:lnTo>
                  <a:pt x="9964" y="21600"/>
                </a:lnTo>
                <a:lnTo>
                  <a:pt x="6841" y="21600"/>
                </a:lnTo>
                <a:lnTo>
                  <a:pt x="3692" y="21600"/>
                </a:lnTo>
                <a:lnTo>
                  <a:pt x="512" y="21600"/>
                </a:lnTo>
                <a:lnTo>
                  <a:pt x="433" y="19742"/>
                </a:lnTo>
                <a:lnTo>
                  <a:pt x="360" y="17888"/>
                </a:lnTo>
                <a:lnTo>
                  <a:pt x="298" y="16030"/>
                </a:lnTo>
                <a:lnTo>
                  <a:pt x="240" y="14175"/>
                </a:lnTo>
                <a:lnTo>
                  <a:pt x="188" y="12317"/>
                </a:lnTo>
                <a:lnTo>
                  <a:pt x="125" y="10592"/>
                </a:lnTo>
                <a:lnTo>
                  <a:pt x="63" y="8856"/>
                </a:lnTo>
                <a:lnTo>
                  <a:pt x="0" y="7098"/>
                </a:lnTo>
                <a:lnTo>
                  <a:pt x="376" y="4514"/>
                </a:lnTo>
                <a:lnTo>
                  <a:pt x="1102" y="2913"/>
                </a:lnTo>
                <a:lnTo>
                  <a:pt x="2705" y="1631"/>
                </a:lnTo>
                <a:lnTo>
                  <a:pt x="5734" y="0"/>
                </a:lnTo>
                <a:close/>
              </a:path>
            </a:pathLst>
          </a:custGeom>
          <a:solidFill>
            <a:srgbClr val="E6E7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8" name="contour_10686"/>
          <p:cNvSpPr/>
          <p:nvPr/>
        </p:nvSpPr>
        <p:spPr>
          <a:xfrm>
            <a:off x="6431095" y="4961424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9"/>
                </a:moveTo>
                <a:lnTo>
                  <a:pt x="2621" y="719"/>
                </a:lnTo>
                <a:lnTo>
                  <a:pt x="5202" y="337"/>
                </a:lnTo>
                <a:lnTo>
                  <a:pt x="7751" y="87"/>
                </a:lnTo>
                <a:lnTo>
                  <a:pt x="10292" y="0"/>
                </a:lnTo>
                <a:lnTo>
                  <a:pt x="12838" y="133"/>
                </a:lnTo>
                <a:lnTo>
                  <a:pt x="15401" y="510"/>
                </a:lnTo>
                <a:lnTo>
                  <a:pt x="18000" y="1189"/>
                </a:lnTo>
                <a:lnTo>
                  <a:pt x="19285" y="4531"/>
                </a:lnTo>
                <a:lnTo>
                  <a:pt x="20164" y="7710"/>
                </a:lnTo>
                <a:lnTo>
                  <a:pt x="20736" y="10869"/>
                </a:lnTo>
                <a:lnTo>
                  <a:pt x="21100" y="14145"/>
                </a:lnTo>
                <a:lnTo>
                  <a:pt x="21355" y="17676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232"/>
                </a:lnTo>
                <a:lnTo>
                  <a:pt x="0" y="14859"/>
                </a:lnTo>
                <a:lnTo>
                  <a:pt x="0" y="11471"/>
                </a:lnTo>
                <a:lnTo>
                  <a:pt x="0" y="8067"/>
                </a:lnTo>
                <a:lnTo>
                  <a:pt x="0" y="4644"/>
                </a:lnTo>
                <a:lnTo>
                  <a:pt x="0" y="1189"/>
                </a:lnTo>
                <a:close/>
              </a:path>
            </a:pathLst>
          </a:custGeom>
          <a:solidFill>
            <a:srgbClr val="BBD3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89" name="contour_10687"/>
          <p:cNvSpPr/>
          <p:nvPr/>
        </p:nvSpPr>
        <p:spPr>
          <a:xfrm>
            <a:off x="1737629" y="4941258"/>
            <a:ext cx="444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73" y="0"/>
                </a:moveTo>
                <a:lnTo>
                  <a:pt x="15931" y="0"/>
                </a:lnTo>
                <a:lnTo>
                  <a:pt x="17717" y="0"/>
                </a:lnTo>
                <a:lnTo>
                  <a:pt x="18089" y="1367"/>
                </a:lnTo>
                <a:lnTo>
                  <a:pt x="18450" y="2737"/>
                </a:lnTo>
                <a:lnTo>
                  <a:pt x="18808" y="4104"/>
                </a:lnTo>
                <a:lnTo>
                  <a:pt x="19152" y="5473"/>
                </a:lnTo>
                <a:lnTo>
                  <a:pt x="19492" y="6843"/>
                </a:lnTo>
                <a:lnTo>
                  <a:pt x="19828" y="8212"/>
                </a:lnTo>
                <a:lnTo>
                  <a:pt x="20154" y="9586"/>
                </a:lnTo>
                <a:lnTo>
                  <a:pt x="20541" y="10951"/>
                </a:lnTo>
                <a:lnTo>
                  <a:pt x="20934" y="12340"/>
                </a:lnTo>
                <a:lnTo>
                  <a:pt x="21249" y="13800"/>
                </a:lnTo>
                <a:lnTo>
                  <a:pt x="21487" y="15202"/>
                </a:lnTo>
                <a:lnTo>
                  <a:pt x="21600" y="16584"/>
                </a:lnTo>
                <a:lnTo>
                  <a:pt x="21540" y="17984"/>
                </a:lnTo>
                <a:lnTo>
                  <a:pt x="21260" y="19440"/>
                </a:lnTo>
                <a:lnTo>
                  <a:pt x="18659" y="20272"/>
                </a:lnTo>
                <a:lnTo>
                  <a:pt x="16802" y="20799"/>
                </a:lnTo>
                <a:lnTo>
                  <a:pt x="15187" y="21127"/>
                </a:lnTo>
                <a:lnTo>
                  <a:pt x="13302" y="21360"/>
                </a:lnTo>
                <a:lnTo>
                  <a:pt x="10630" y="21600"/>
                </a:lnTo>
                <a:lnTo>
                  <a:pt x="10630" y="20172"/>
                </a:lnTo>
                <a:lnTo>
                  <a:pt x="10630" y="18736"/>
                </a:lnTo>
                <a:lnTo>
                  <a:pt x="10630" y="17280"/>
                </a:lnTo>
                <a:lnTo>
                  <a:pt x="7994" y="16615"/>
                </a:lnTo>
                <a:lnTo>
                  <a:pt x="6123" y="16170"/>
                </a:lnTo>
                <a:lnTo>
                  <a:pt x="4507" y="15841"/>
                </a:lnTo>
                <a:lnTo>
                  <a:pt x="2636" y="15526"/>
                </a:lnTo>
                <a:lnTo>
                  <a:pt x="0" y="15120"/>
                </a:lnTo>
                <a:lnTo>
                  <a:pt x="1538" y="15111"/>
                </a:lnTo>
                <a:lnTo>
                  <a:pt x="3100" y="15103"/>
                </a:lnTo>
                <a:lnTo>
                  <a:pt x="5637" y="14923"/>
                </a:lnTo>
                <a:lnTo>
                  <a:pt x="7877" y="14686"/>
                </a:lnTo>
                <a:lnTo>
                  <a:pt x="9953" y="14325"/>
                </a:lnTo>
                <a:lnTo>
                  <a:pt x="12005" y="13772"/>
                </a:lnTo>
                <a:lnTo>
                  <a:pt x="14173" y="12960"/>
                </a:lnTo>
                <a:lnTo>
                  <a:pt x="14559" y="11506"/>
                </a:lnTo>
                <a:lnTo>
                  <a:pt x="14815" y="10066"/>
                </a:lnTo>
                <a:lnTo>
                  <a:pt x="14956" y="8634"/>
                </a:lnTo>
                <a:lnTo>
                  <a:pt x="14995" y="7206"/>
                </a:lnTo>
                <a:lnTo>
                  <a:pt x="14949" y="5778"/>
                </a:lnTo>
                <a:lnTo>
                  <a:pt x="14829" y="4348"/>
                </a:lnTo>
                <a:lnTo>
                  <a:pt x="14652" y="2910"/>
                </a:lnTo>
                <a:lnTo>
                  <a:pt x="14428" y="1462"/>
                </a:lnTo>
                <a:lnTo>
                  <a:pt x="14173" y="0"/>
                </a:lnTo>
                <a:close/>
              </a:path>
            </a:pathLst>
          </a:custGeom>
          <a:solidFill>
            <a:srgbClr val="E2D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0" name="contour_10688"/>
          <p:cNvSpPr/>
          <p:nvPr/>
        </p:nvSpPr>
        <p:spPr>
          <a:xfrm>
            <a:off x="6496687" y="4963122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0"/>
                </a:moveTo>
                <a:lnTo>
                  <a:pt x="15147" y="553"/>
                </a:lnTo>
                <a:lnTo>
                  <a:pt x="16155" y="1054"/>
                </a:lnTo>
                <a:lnTo>
                  <a:pt x="17050" y="1711"/>
                </a:lnTo>
                <a:lnTo>
                  <a:pt x="18117" y="2730"/>
                </a:lnTo>
                <a:lnTo>
                  <a:pt x="19636" y="4320"/>
                </a:lnTo>
                <a:lnTo>
                  <a:pt x="19960" y="7171"/>
                </a:lnTo>
                <a:lnTo>
                  <a:pt x="20284" y="10027"/>
                </a:lnTo>
                <a:lnTo>
                  <a:pt x="20610" y="12895"/>
                </a:lnTo>
                <a:lnTo>
                  <a:pt x="20938" y="15777"/>
                </a:lnTo>
                <a:lnTo>
                  <a:pt x="21268" y="18675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0" y="19457"/>
                </a:lnTo>
                <a:lnTo>
                  <a:pt x="0" y="17280"/>
                </a:lnTo>
                <a:lnTo>
                  <a:pt x="626" y="17081"/>
                </a:lnTo>
                <a:lnTo>
                  <a:pt x="1198" y="16904"/>
                </a:lnTo>
                <a:lnTo>
                  <a:pt x="1801" y="16714"/>
                </a:lnTo>
                <a:lnTo>
                  <a:pt x="2513" y="16489"/>
                </a:lnTo>
                <a:lnTo>
                  <a:pt x="3419" y="16204"/>
                </a:lnTo>
                <a:lnTo>
                  <a:pt x="4603" y="15833"/>
                </a:lnTo>
                <a:lnTo>
                  <a:pt x="6144" y="15349"/>
                </a:lnTo>
                <a:lnTo>
                  <a:pt x="8126" y="14727"/>
                </a:lnTo>
                <a:lnTo>
                  <a:pt x="10633" y="13936"/>
                </a:lnTo>
                <a:lnTo>
                  <a:pt x="13745" y="12960"/>
                </a:lnTo>
                <a:lnTo>
                  <a:pt x="13745" y="10394"/>
                </a:lnTo>
                <a:lnTo>
                  <a:pt x="13745" y="7819"/>
                </a:lnTo>
                <a:lnTo>
                  <a:pt x="13745" y="5236"/>
                </a:lnTo>
                <a:lnTo>
                  <a:pt x="13745" y="2631"/>
                </a:lnTo>
                <a:lnTo>
                  <a:pt x="13745" y="0"/>
                </a:lnTo>
                <a:close/>
              </a:path>
            </a:pathLst>
          </a:custGeom>
          <a:solidFill>
            <a:srgbClr val="87B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1" name="contour_10689"/>
          <p:cNvSpPr/>
          <p:nvPr/>
        </p:nvSpPr>
        <p:spPr>
          <a:xfrm>
            <a:off x="7218198" y="4963122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492" y="1376"/>
                </a:lnTo>
                <a:lnTo>
                  <a:pt x="9695" y="2704"/>
                </a:lnTo>
                <a:lnTo>
                  <a:pt x="10793" y="4000"/>
                </a:lnTo>
                <a:lnTo>
                  <a:pt x="11779" y="5279"/>
                </a:lnTo>
                <a:lnTo>
                  <a:pt x="12636" y="6558"/>
                </a:lnTo>
                <a:lnTo>
                  <a:pt x="13356" y="7854"/>
                </a:lnTo>
                <a:lnTo>
                  <a:pt x="13921" y="9180"/>
                </a:lnTo>
                <a:lnTo>
                  <a:pt x="14321" y="10554"/>
                </a:lnTo>
                <a:lnTo>
                  <a:pt x="14540" y="11990"/>
                </a:lnTo>
                <a:lnTo>
                  <a:pt x="14573" y="13506"/>
                </a:lnTo>
                <a:lnTo>
                  <a:pt x="14400" y="15120"/>
                </a:lnTo>
                <a:lnTo>
                  <a:pt x="16780" y="15120"/>
                </a:lnTo>
                <a:lnTo>
                  <a:pt x="19174" y="15120"/>
                </a:lnTo>
                <a:lnTo>
                  <a:pt x="21600" y="15120"/>
                </a:lnTo>
                <a:lnTo>
                  <a:pt x="20707" y="16189"/>
                </a:lnTo>
                <a:lnTo>
                  <a:pt x="19814" y="17263"/>
                </a:lnTo>
                <a:lnTo>
                  <a:pt x="18911" y="18345"/>
                </a:lnTo>
                <a:lnTo>
                  <a:pt x="18000" y="19440"/>
                </a:lnTo>
                <a:lnTo>
                  <a:pt x="16218" y="18904"/>
                </a:lnTo>
                <a:lnTo>
                  <a:pt x="14429" y="18369"/>
                </a:lnTo>
                <a:lnTo>
                  <a:pt x="12625" y="17826"/>
                </a:lnTo>
                <a:lnTo>
                  <a:pt x="10800" y="17280"/>
                </a:lnTo>
                <a:lnTo>
                  <a:pt x="9907" y="18349"/>
                </a:lnTo>
                <a:lnTo>
                  <a:pt x="9014" y="19423"/>
                </a:lnTo>
                <a:lnTo>
                  <a:pt x="8111" y="20505"/>
                </a:lnTo>
                <a:lnTo>
                  <a:pt x="7200" y="21600"/>
                </a:lnTo>
                <a:lnTo>
                  <a:pt x="6408" y="20174"/>
                </a:lnTo>
                <a:lnTo>
                  <a:pt x="5616" y="18747"/>
                </a:lnTo>
                <a:lnTo>
                  <a:pt x="4820" y="17319"/>
                </a:lnTo>
                <a:lnTo>
                  <a:pt x="4025" y="15887"/>
                </a:lnTo>
                <a:lnTo>
                  <a:pt x="3229" y="14450"/>
                </a:lnTo>
                <a:lnTo>
                  <a:pt x="2426" y="13008"/>
                </a:lnTo>
                <a:lnTo>
                  <a:pt x="1624" y="11560"/>
                </a:lnTo>
                <a:lnTo>
                  <a:pt x="814" y="10104"/>
                </a:lnTo>
                <a:lnTo>
                  <a:pt x="0" y="8640"/>
                </a:lnTo>
                <a:lnTo>
                  <a:pt x="2380" y="8640"/>
                </a:lnTo>
                <a:lnTo>
                  <a:pt x="4774" y="8640"/>
                </a:lnTo>
                <a:lnTo>
                  <a:pt x="7200" y="8640"/>
                </a:lnTo>
                <a:lnTo>
                  <a:pt x="7200" y="7214"/>
                </a:lnTo>
                <a:lnTo>
                  <a:pt x="7200" y="5787"/>
                </a:lnTo>
                <a:lnTo>
                  <a:pt x="7200" y="4352"/>
                </a:lnTo>
                <a:lnTo>
                  <a:pt x="7200" y="2912"/>
                </a:lnTo>
                <a:lnTo>
                  <a:pt x="7200" y="1462"/>
                </a:lnTo>
                <a:lnTo>
                  <a:pt x="7200" y="0"/>
                </a:lnTo>
                <a:close/>
              </a:path>
            </a:pathLst>
          </a:custGeom>
          <a:solidFill>
            <a:srgbClr val="DF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2" name="contour_10690"/>
          <p:cNvSpPr/>
          <p:nvPr/>
        </p:nvSpPr>
        <p:spPr>
          <a:xfrm>
            <a:off x="5374336" y="4963589"/>
            <a:ext cx="72880" cy="36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15" y="1620"/>
                </a:moveTo>
                <a:lnTo>
                  <a:pt x="16252" y="3253"/>
                </a:lnTo>
                <a:lnTo>
                  <a:pt x="17416" y="5067"/>
                </a:lnTo>
                <a:lnTo>
                  <a:pt x="18364" y="7087"/>
                </a:lnTo>
                <a:lnTo>
                  <a:pt x="19146" y="9326"/>
                </a:lnTo>
                <a:lnTo>
                  <a:pt x="19816" y="11810"/>
                </a:lnTo>
                <a:lnTo>
                  <a:pt x="20427" y="14565"/>
                </a:lnTo>
                <a:lnTo>
                  <a:pt x="21034" y="17603"/>
                </a:lnTo>
                <a:lnTo>
                  <a:pt x="21315" y="19395"/>
                </a:lnTo>
                <a:lnTo>
                  <a:pt x="21600" y="21213"/>
                </a:lnTo>
                <a:lnTo>
                  <a:pt x="20123" y="21471"/>
                </a:lnTo>
                <a:lnTo>
                  <a:pt x="19047" y="21600"/>
                </a:lnTo>
                <a:lnTo>
                  <a:pt x="18062" y="21600"/>
                </a:lnTo>
                <a:lnTo>
                  <a:pt x="16857" y="21471"/>
                </a:lnTo>
                <a:lnTo>
                  <a:pt x="15120" y="21213"/>
                </a:lnTo>
                <a:lnTo>
                  <a:pt x="14183" y="19215"/>
                </a:lnTo>
                <a:lnTo>
                  <a:pt x="13230" y="17182"/>
                </a:lnTo>
                <a:lnTo>
                  <a:pt x="12083" y="15261"/>
                </a:lnTo>
                <a:lnTo>
                  <a:pt x="10893" y="13692"/>
                </a:lnTo>
                <a:lnTo>
                  <a:pt x="9662" y="12433"/>
                </a:lnTo>
                <a:lnTo>
                  <a:pt x="8389" y="11432"/>
                </a:lnTo>
                <a:lnTo>
                  <a:pt x="7078" y="10650"/>
                </a:lnTo>
                <a:lnTo>
                  <a:pt x="5730" y="10031"/>
                </a:lnTo>
                <a:lnTo>
                  <a:pt x="4348" y="9536"/>
                </a:lnTo>
                <a:lnTo>
                  <a:pt x="2931" y="9120"/>
                </a:lnTo>
                <a:lnTo>
                  <a:pt x="1482" y="8729"/>
                </a:lnTo>
                <a:lnTo>
                  <a:pt x="0" y="8320"/>
                </a:lnTo>
                <a:lnTo>
                  <a:pt x="1449" y="5892"/>
                </a:lnTo>
                <a:lnTo>
                  <a:pt x="2830" y="3915"/>
                </a:lnTo>
                <a:lnTo>
                  <a:pt x="4167" y="2368"/>
                </a:lnTo>
                <a:lnTo>
                  <a:pt x="5493" y="1221"/>
                </a:lnTo>
                <a:lnTo>
                  <a:pt x="6836" y="460"/>
                </a:lnTo>
                <a:lnTo>
                  <a:pt x="8225" y="60"/>
                </a:lnTo>
                <a:lnTo>
                  <a:pt x="9688" y="0"/>
                </a:lnTo>
                <a:lnTo>
                  <a:pt x="11254" y="254"/>
                </a:lnTo>
                <a:lnTo>
                  <a:pt x="12954" y="804"/>
                </a:lnTo>
                <a:lnTo>
                  <a:pt x="14815" y="1620"/>
                </a:lnTo>
                <a:close/>
              </a:path>
            </a:pathLst>
          </a:custGeom>
          <a:solidFill>
            <a:srgbClr val="EA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3" name="contour_10691"/>
          <p:cNvSpPr/>
          <p:nvPr/>
        </p:nvSpPr>
        <p:spPr>
          <a:xfrm>
            <a:off x="1285773" y="4977961"/>
            <a:ext cx="57604" cy="72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97" y="2090"/>
                </a:moveTo>
                <a:lnTo>
                  <a:pt x="17214" y="3531"/>
                </a:lnTo>
                <a:lnTo>
                  <a:pt x="17804" y="4620"/>
                </a:lnTo>
                <a:lnTo>
                  <a:pt x="18266" y="5556"/>
                </a:lnTo>
                <a:lnTo>
                  <a:pt x="18690" y="6551"/>
                </a:lnTo>
                <a:lnTo>
                  <a:pt x="19173" y="7811"/>
                </a:lnTo>
                <a:lnTo>
                  <a:pt x="19813" y="9543"/>
                </a:lnTo>
                <a:lnTo>
                  <a:pt x="20335" y="10882"/>
                </a:lnTo>
                <a:lnTo>
                  <a:pt x="20859" y="12231"/>
                </a:lnTo>
                <a:lnTo>
                  <a:pt x="21392" y="13599"/>
                </a:lnTo>
                <a:lnTo>
                  <a:pt x="21600" y="15409"/>
                </a:lnTo>
                <a:lnTo>
                  <a:pt x="21595" y="16642"/>
                </a:lnTo>
                <a:lnTo>
                  <a:pt x="21269" y="17603"/>
                </a:lnTo>
                <a:lnTo>
                  <a:pt x="20526" y="18593"/>
                </a:lnTo>
                <a:lnTo>
                  <a:pt x="19258" y="19916"/>
                </a:lnTo>
                <a:lnTo>
                  <a:pt x="17837" y="20752"/>
                </a:lnTo>
                <a:lnTo>
                  <a:pt x="16397" y="21600"/>
                </a:lnTo>
                <a:lnTo>
                  <a:pt x="15648" y="20301"/>
                </a:lnTo>
                <a:lnTo>
                  <a:pt x="14891" y="18983"/>
                </a:lnTo>
                <a:lnTo>
                  <a:pt x="14027" y="17553"/>
                </a:lnTo>
                <a:lnTo>
                  <a:pt x="13167" y="16170"/>
                </a:lnTo>
                <a:lnTo>
                  <a:pt x="12303" y="14828"/>
                </a:lnTo>
                <a:lnTo>
                  <a:pt x="11426" y="13525"/>
                </a:lnTo>
                <a:lnTo>
                  <a:pt x="10527" y="12261"/>
                </a:lnTo>
                <a:lnTo>
                  <a:pt x="9598" y="11030"/>
                </a:lnTo>
                <a:lnTo>
                  <a:pt x="8627" y="9831"/>
                </a:lnTo>
                <a:lnTo>
                  <a:pt x="7608" y="8660"/>
                </a:lnTo>
                <a:lnTo>
                  <a:pt x="6534" y="7516"/>
                </a:lnTo>
                <a:lnTo>
                  <a:pt x="5395" y="6395"/>
                </a:lnTo>
                <a:lnTo>
                  <a:pt x="4178" y="5296"/>
                </a:lnTo>
                <a:lnTo>
                  <a:pt x="2880" y="4212"/>
                </a:lnTo>
                <a:lnTo>
                  <a:pt x="1492" y="3145"/>
                </a:lnTo>
                <a:lnTo>
                  <a:pt x="0" y="2090"/>
                </a:lnTo>
                <a:lnTo>
                  <a:pt x="3536" y="1253"/>
                </a:lnTo>
                <a:lnTo>
                  <a:pt x="6332" y="626"/>
                </a:lnTo>
                <a:lnTo>
                  <a:pt x="8515" y="208"/>
                </a:lnTo>
                <a:lnTo>
                  <a:pt x="10226" y="0"/>
                </a:lnTo>
                <a:lnTo>
                  <a:pt x="11598" y="0"/>
                </a:lnTo>
                <a:lnTo>
                  <a:pt x="12768" y="208"/>
                </a:lnTo>
                <a:lnTo>
                  <a:pt x="13866" y="626"/>
                </a:lnTo>
                <a:lnTo>
                  <a:pt x="15030" y="1253"/>
                </a:lnTo>
                <a:lnTo>
                  <a:pt x="16397" y="2090"/>
                </a:lnTo>
                <a:close/>
              </a:path>
            </a:pathLst>
          </a:custGeom>
          <a:solidFill>
            <a:srgbClr val="E8E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4" name="contour_10692"/>
          <p:cNvSpPr/>
          <p:nvPr/>
        </p:nvSpPr>
        <p:spPr>
          <a:xfrm>
            <a:off x="3486747" y="4955834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072" y="2376"/>
                </a:lnTo>
                <a:lnTo>
                  <a:pt x="20544" y="4756"/>
                </a:lnTo>
                <a:lnTo>
                  <a:pt x="20014" y="7135"/>
                </a:lnTo>
                <a:lnTo>
                  <a:pt x="19483" y="9522"/>
                </a:lnTo>
                <a:lnTo>
                  <a:pt x="18953" y="11916"/>
                </a:lnTo>
                <a:lnTo>
                  <a:pt x="18418" y="14321"/>
                </a:lnTo>
                <a:lnTo>
                  <a:pt x="17882" y="16733"/>
                </a:lnTo>
                <a:lnTo>
                  <a:pt x="17342" y="19159"/>
                </a:lnTo>
                <a:lnTo>
                  <a:pt x="16800" y="21600"/>
                </a:lnTo>
                <a:lnTo>
                  <a:pt x="14422" y="18328"/>
                </a:lnTo>
                <a:lnTo>
                  <a:pt x="12782" y="16045"/>
                </a:lnTo>
                <a:lnTo>
                  <a:pt x="11681" y="14450"/>
                </a:lnTo>
                <a:lnTo>
                  <a:pt x="10915" y="13244"/>
                </a:lnTo>
                <a:lnTo>
                  <a:pt x="10289" y="12128"/>
                </a:lnTo>
                <a:lnTo>
                  <a:pt x="9600" y="10800"/>
                </a:lnTo>
                <a:lnTo>
                  <a:pt x="9600" y="8420"/>
                </a:lnTo>
                <a:lnTo>
                  <a:pt x="9600" y="6026"/>
                </a:lnTo>
                <a:lnTo>
                  <a:pt x="9600" y="3600"/>
                </a:lnTo>
                <a:lnTo>
                  <a:pt x="8016" y="4194"/>
                </a:lnTo>
                <a:lnTo>
                  <a:pt x="6430" y="4788"/>
                </a:lnTo>
                <a:lnTo>
                  <a:pt x="4836" y="5386"/>
                </a:lnTo>
                <a:lnTo>
                  <a:pt x="3235" y="5987"/>
                </a:lnTo>
                <a:lnTo>
                  <a:pt x="1625" y="6592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6B7D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5" name="contour_10693"/>
          <p:cNvSpPr/>
          <p:nvPr/>
        </p:nvSpPr>
        <p:spPr>
          <a:xfrm>
            <a:off x="7575310" y="4919394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651" y="1747"/>
                </a:lnTo>
                <a:lnTo>
                  <a:pt x="14963" y="3493"/>
                </a:lnTo>
                <a:lnTo>
                  <a:pt x="16277" y="5246"/>
                </a:lnTo>
                <a:lnTo>
                  <a:pt x="17598" y="7005"/>
                </a:lnTo>
                <a:lnTo>
                  <a:pt x="18922" y="8773"/>
                </a:lnTo>
                <a:lnTo>
                  <a:pt x="20258" y="10550"/>
                </a:lnTo>
                <a:lnTo>
                  <a:pt x="21600" y="12343"/>
                </a:lnTo>
                <a:lnTo>
                  <a:pt x="20930" y="12676"/>
                </a:lnTo>
                <a:lnTo>
                  <a:pt x="20066" y="13111"/>
                </a:lnTo>
                <a:lnTo>
                  <a:pt x="18425" y="13932"/>
                </a:lnTo>
                <a:lnTo>
                  <a:pt x="15429" y="15429"/>
                </a:lnTo>
                <a:lnTo>
                  <a:pt x="15429" y="17468"/>
                </a:lnTo>
                <a:lnTo>
                  <a:pt x="15429" y="19520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0" y="19418"/>
                </a:lnTo>
                <a:lnTo>
                  <a:pt x="0" y="17234"/>
                </a:lnTo>
                <a:lnTo>
                  <a:pt x="0" y="15043"/>
                </a:lnTo>
                <a:lnTo>
                  <a:pt x="0" y="12843"/>
                </a:lnTo>
                <a:lnTo>
                  <a:pt x="0" y="10633"/>
                </a:lnTo>
                <a:lnTo>
                  <a:pt x="0" y="8412"/>
                </a:lnTo>
                <a:lnTo>
                  <a:pt x="0" y="6171"/>
                </a:lnTo>
                <a:lnTo>
                  <a:pt x="670" y="6505"/>
                </a:lnTo>
                <a:lnTo>
                  <a:pt x="1534" y="6940"/>
                </a:lnTo>
                <a:lnTo>
                  <a:pt x="3175" y="7761"/>
                </a:lnTo>
                <a:lnTo>
                  <a:pt x="6171" y="9257"/>
                </a:lnTo>
                <a:lnTo>
                  <a:pt x="6171" y="11297"/>
                </a:lnTo>
                <a:lnTo>
                  <a:pt x="6171" y="13349"/>
                </a:lnTo>
                <a:lnTo>
                  <a:pt x="6171" y="15429"/>
                </a:lnTo>
                <a:lnTo>
                  <a:pt x="8211" y="15429"/>
                </a:lnTo>
                <a:lnTo>
                  <a:pt x="10263" y="15429"/>
                </a:lnTo>
                <a:lnTo>
                  <a:pt x="12343" y="15429"/>
                </a:lnTo>
                <a:lnTo>
                  <a:pt x="12343" y="13247"/>
                </a:lnTo>
                <a:lnTo>
                  <a:pt x="12343" y="11062"/>
                </a:lnTo>
                <a:lnTo>
                  <a:pt x="12343" y="8871"/>
                </a:lnTo>
                <a:lnTo>
                  <a:pt x="12343" y="6671"/>
                </a:lnTo>
                <a:lnTo>
                  <a:pt x="12343" y="4462"/>
                </a:lnTo>
                <a:lnTo>
                  <a:pt x="12343" y="2240"/>
                </a:lnTo>
                <a:lnTo>
                  <a:pt x="12343" y="0"/>
                </a:lnTo>
                <a:close/>
              </a:path>
            </a:pathLst>
          </a:custGeom>
          <a:solidFill>
            <a:srgbClr val="F2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6" name="contour_10694"/>
          <p:cNvSpPr/>
          <p:nvPr/>
        </p:nvSpPr>
        <p:spPr>
          <a:xfrm>
            <a:off x="994254" y="4926682"/>
            <a:ext cx="87456" cy="37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97" y="2736"/>
                </a:lnTo>
                <a:lnTo>
                  <a:pt x="11394" y="5477"/>
                </a:lnTo>
                <a:lnTo>
                  <a:pt x="11693" y="8230"/>
                </a:lnTo>
                <a:lnTo>
                  <a:pt x="11993" y="10995"/>
                </a:lnTo>
                <a:lnTo>
                  <a:pt x="12296" y="13777"/>
                </a:lnTo>
                <a:lnTo>
                  <a:pt x="12600" y="16583"/>
                </a:lnTo>
                <a:lnTo>
                  <a:pt x="13714" y="16069"/>
                </a:lnTo>
                <a:lnTo>
                  <a:pt x="14828" y="15555"/>
                </a:lnTo>
                <a:lnTo>
                  <a:pt x="15946" y="15041"/>
                </a:lnTo>
                <a:lnTo>
                  <a:pt x="17066" y="14527"/>
                </a:lnTo>
                <a:lnTo>
                  <a:pt x="18191" y="14009"/>
                </a:lnTo>
                <a:lnTo>
                  <a:pt x="19321" y="13487"/>
                </a:lnTo>
                <a:lnTo>
                  <a:pt x="20457" y="12964"/>
                </a:lnTo>
                <a:lnTo>
                  <a:pt x="21600" y="12438"/>
                </a:lnTo>
                <a:lnTo>
                  <a:pt x="21154" y="14490"/>
                </a:lnTo>
                <a:lnTo>
                  <a:pt x="20707" y="16550"/>
                </a:lnTo>
                <a:lnTo>
                  <a:pt x="20255" y="18627"/>
                </a:lnTo>
                <a:lnTo>
                  <a:pt x="19800" y="20729"/>
                </a:lnTo>
                <a:lnTo>
                  <a:pt x="18592" y="21272"/>
                </a:lnTo>
                <a:lnTo>
                  <a:pt x="17721" y="21538"/>
                </a:lnTo>
                <a:lnTo>
                  <a:pt x="16762" y="21600"/>
                </a:lnTo>
                <a:lnTo>
                  <a:pt x="15293" y="21538"/>
                </a:lnTo>
                <a:lnTo>
                  <a:pt x="14899" y="21525"/>
                </a:lnTo>
                <a:lnTo>
                  <a:pt x="14200" y="21505"/>
                </a:lnTo>
                <a:lnTo>
                  <a:pt x="12604" y="21459"/>
                </a:lnTo>
                <a:lnTo>
                  <a:pt x="11673" y="21389"/>
                </a:lnTo>
                <a:lnTo>
                  <a:pt x="10737" y="21318"/>
                </a:lnTo>
                <a:lnTo>
                  <a:pt x="9788" y="21248"/>
                </a:lnTo>
                <a:lnTo>
                  <a:pt x="8851" y="21210"/>
                </a:lnTo>
                <a:lnTo>
                  <a:pt x="7906" y="21173"/>
                </a:lnTo>
                <a:lnTo>
                  <a:pt x="6950" y="21136"/>
                </a:lnTo>
                <a:lnTo>
                  <a:pt x="5792" y="21082"/>
                </a:lnTo>
                <a:lnTo>
                  <a:pt x="4633" y="21024"/>
                </a:lnTo>
                <a:lnTo>
                  <a:pt x="3474" y="20957"/>
                </a:lnTo>
                <a:lnTo>
                  <a:pt x="2317" y="20887"/>
                </a:lnTo>
                <a:lnTo>
                  <a:pt x="1157" y="20812"/>
                </a:lnTo>
                <a:lnTo>
                  <a:pt x="0" y="20729"/>
                </a:lnTo>
                <a:lnTo>
                  <a:pt x="945" y="19001"/>
                </a:lnTo>
                <a:lnTo>
                  <a:pt x="1906" y="17247"/>
                </a:lnTo>
                <a:lnTo>
                  <a:pt x="2727" y="15746"/>
                </a:lnTo>
                <a:lnTo>
                  <a:pt x="3551" y="14229"/>
                </a:lnTo>
                <a:lnTo>
                  <a:pt x="4388" y="12695"/>
                </a:lnTo>
                <a:lnTo>
                  <a:pt x="5204" y="11202"/>
                </a:lnTo>
                <a:lnTo>
                  <a:pt x="6023" y="9701"/>
                </a:lnTo>
                <a:lnTo>
                  <a:pt x="6856" y="8180"/>
                </a:lnTo>
                <a:lnTo>
                  <a:pt x="7916" y="6177"/>
                </a:lnTo>
                <a:lnTo>
                  <a:pt x="8653" y="4751"/>
                </a:lnTo>
                <a:lnTo>
                  <a:pt x="9252" y="3507"/>
                </a:lnTo>
                <a:lnTo>
                  <a:pt x="9904" y="2056"/>
                </a:lnTo>
                <a:lnTo>
                  <a:pt x="10800" y="0"/>
                </a:lnTo>
                <a:close/>
              </a:path>
            </a:pathLst>
          </a:custGeom>
          <a:solidFill>
            <a:srgbClr val="E3E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7" name="contour_10695"/>
          <p:cNvSpPr/>
          <p:nvPr/>
        </p:nvSpPr>
        <p:spPr>
          <a:xfrm>
            <a:off x="7859542" y="4927695"/>
            <a:ext cx="58304" cy="347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1833"/>
                </a:moveTo>
                <a:lnTo>
                  <a:pt x="17393" y="3955"/>
                </a:lnTo>
                <a:lnTo>
                  <a:pt x="18522" y="6096"/>
                </a:lnTo>
                <a:lnTo>
                  <a:pt x="19591" y="8296"/>
                </a:lnTo>
                <a:lnTo>
                  <a:pt x="20614" y="10578"/>
                </a:lnTo>
                <a:lnTo>
                  <a:pt x="21600" y="12977"/>
                </a:lnTo>
                <a:lnTo>
                  <a:pt x="19942" y="14746"/>
                </a:lnTo>
                <a:lnTo>
                  <a:pt x="18333" y="16375"/>
                </a:lnTo>
                <a:lnTo>
                  <a:pt x="16753" y="17835"/>
                </a:lnTo>
                <a:lnTo>
                  <a:pt x="15182" y="19096"/>
                </a:lnTo>
                <a:lnTo>
                  <a:pt x="13597" y="20135"/>
                </a:lnTo>
                <a:lnTo>
                  <a:pt x="11977" y="20915"/>
                </a:lnTo>
                <a:lnTo>
                  <a:pt x="10301" y="21414"/>
                </a:lnTo>
                <a:lnTo>
                  <a:pt x="8548" y="21600"/>
                </a:lnTo>
                <a:lnTo>
                  <a:pt x="6696" y="21441"/>
                </a:lnTo>
                <a:lnTo>
                  <a:pt x="4725" y="20915"/>
                </a:lnTo>
                <a:lnTo>
                  <a:pt x="3164" y="19790"/>
                </a:lnTo>
                <a:lnTo>
                  <a:pt x="1593" y="18661"/>
                </a:lnTo>
                <a:lnTo>
                  <a:pt x="0" y="17513"/>
                </a:lnTo>
                <a:lnTo>
                  <a:pt x="0" y="14515"/>
                </a:lnTo>
                <a:lnTo>
                  <a:pt x="0" y="11499"/>
                </a:lnTo>
                <a:lnTo>
                  <a:pt x="0" y="8441"/>
                </a:lnTo>
                <a:lnTo>
                  <a:pt x="1590" y="6527"/>
                </a:lnTo>
                <a:lnTo>
                  <a:pt x="3275" y="4704"/>
                </a:lnTo>
                <a:lnTo>
                  <a:pt x="5038" y="3057"/>
                </a:lnTo>
                <a:lnTo>
                  <a:pt x="6861" y="1674"/>
                </a:lnTo>
                <a:lnTo>
                  <a:pt x="8724" y="644"/>
                </a:lnTo>
                <a:lnTo>
                  <a:pt x="10608" y="59"/>
                </a:lnTo>
                <a:lnTo>
                  <a:pt x="12496" y="0"/>
                </a:lnTo>
                <a:lnTo>
                  <a:pt x="14364" y="562"/>
                </a:lnTo>
                <a:lnTo>
                  <a:pt x="16200" y="1833"/>
                </a:lnTo>
                <a:close/>
              </a:path>
            </a:pathLst>
          </a:custGeom>
          <a:solidFill>
            <a:srgbClr val="605E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8" name="contour_10696"/>
          <p:cNvSpPr/>
          <p:nvPr/>
        </p:nvSpPr>
        <p:spPr>
          <a:xfrm>
            <a:off x="10366611" y="4919394"/>
            <a:ext cx="65592" cy="330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009" y="6297"/>
                </a:lnTo>
                <a:lnTo>
                  <a:pt x="18780" y="11065"/>
                </a:lnTo>
                <a:lnTo>
                  <a:pt x="17818" y="14545"/>
                </a:lnTo>
                <a:lnTo>
                  <a:pt x="17035" y="17000"/>
                </a:lnTo>
                <a:lnTo>
                  <a:pt x="16339" y="18682"/>
                </a:lnTo>
                <a:lnTo>
                  <a:pt x="15641" y="19841"/>
                </a:lnTo>
                <a:lnTo>
                  <a:pt x="14849" y="20728"/>
                </a:lnTo>
                <a:lnTo>
                  <a:pt x="13874" y="21600"/>
                </a:lnTo>
                <a:lnTo>
                  <a:pt x="13111" y="21562"/>
                </a:lnTo>
                <a:lnTo>
                  <a:pt x="10800" y="21452"/>
                </a:lnTo>
                <a:lnTo>
                  <a:pt x="9274" y="21524"/>
                </a:lnTo>
                <a:lnTo>
                  <a:pt x="7726" y="21600"/>
                </a:lnTo>
                <a:lnTo>
                  <a:pt x="6751" y="20728"/>
                </a:lnTo>
                <a:lnTo>
                  <a:pt x="5959" y="19841"/>
                </a:lnTo>
                <a:lnTo>
                  <a:pt x="5261" y="18682"/>
                </a:lnTo>
                <a:lnTo>
                  <a:pt x="4565" y="17000"/>
                </a:lnTo>
                <a:lnTo>
                  <a:pt x="3782" y="14545"/>
                </a:lnTo>
                <a:lnTo>
                  <a:pt x="2820" y="11065"/>
                </a:lnTo>
                <a:lnTo>
                  <a:pt x="1591" y="6297"/>
                </a:lnTo>
                <a:lnTo>
                  <a:pt x="0" y="0"/>
                </a:lnTo>
                <a:close/>
              </a:path>
            </a:pathLst>
          </a:custGeom>
          <a:solidFill>
            <a:srgbClr val="765D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699" name="contour_10697"/>
          <p:cNvSpPr/>
          <p:nvPr/>
        </p:nvSpPr>
        <p:spPr>
          <a:xfrm>
            <a:off x="2027035" y="4897530"/>
            <a:ext cx="39924" cy="58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" y="0"/>
                </a:moveTo>
                <a:lnTo>
                  <a:pt x="3750" y="0"/>
                </a:lnTo>
                <a:lnTo>
                  <a:pt x="6372" y="0"/>
                </a:lnTo>
                <a:lnTo>
                  <a:pt x="9030" y="0"/>
                </a:lnTo>
                <a:lnTo>
                  <a:pt x="10828" y="1483"/>
                </a:lnTo>
                <a:lnTo>
                  <a:pt x="12515" y="2993"/>
                </a:lnTo>
                <a:lnTo>
                  <a:pt x="14085" y="4538"/>
                </a:lnTo>
                <a:lnTo>
                  <a:pt x="15532" y="6115"/>
                </a:lnTo>
                <a:lnTo>
                  <a:pt x="16849" y="7730"/>
                </a:lnTo>
                <a:lnTo>
                  <a:pt x="18028" y="9386"/>
                </a:lnTo>
                <a:lnTo>
                  <a:pt x="19061" y="11084"/>
                </a:lnTo>
                <a:lnTo>
                  <a:pt x="19940" y="12829"/>
                </a:lnTo>
                <a:lnTo>
                  <a:pt x="20662" y="14622"/>
                </a:lnTo>
                <a:lnTo>
                  <a:pt x="21218" y="16469"/>
                </a:lnTo>
                <a:lnTo>
                  <a:pt x="21600" y="18367"/>
                </a:lnTo>
                <a:lnTo>
                  <a:pt x="21233" y="19958"/>
                </a:lnTo>
                <a:lnTo>
                  <a:pt x="20859" y="21570"/>
                </a:lnTo>
                <a:lnTo>
                  <a:pt x="18158" y="21600"/>
                </a:lnTo>
                <a:lnTo>
                  <a:pt x="15563" y="21581"/>
                </a:lnTo>
                <a:lnTo>
                  <a:pt x="13059" y="21481"/>
                </a:lnTo>
                <a:lnTo>
                  <a:pt x="10623" y="21276"/>
                </a:lnTo>
                <a:lnTo>
                  <a:pt x="8233" y="20939"/>
                </a:lnTo>
                <a:lnTo>
                  <a:pt x="5871" y="20446"/>
                </a:lnTo>
                <a:lnTo>
                  <a:pt x="3513" y="19767"/>
                </a:lnTo>
                <a:lnTo>
                  <a:pt x="1143" y="18874"/>
                </a:lnTo>
                <a:lnTo>
                  <a:pt x="651" y="16968"/>
                </a:lnTo>
                <a:lnTo>
                  <a:pt x="304" y="15078"/>
                </a:lnTo>
                <a:lnTo>
                  <a:pt x="91" y="13198"/>
                </a:lnTo>
                <a:lnTo>
                  <a:pt x="0" y="11327"/>
                </a:lnTo>
                <a:lnTo>
                  <a:pt x="12" y="9459"/>
                </a:lnTo>
                <a:lnTo>
                  <a:pt x="114" y="7587"/>
                </a:lnTo>
                <a:lnTo>
                  <a:pt x="296" y="5711"/>
                </a:lnTo>
                <a:lnTo>
                  <a:pt x="536" y="3823"/>
                </a:lnTo>
                <a:lnTo>
                  <a:pt x="824" y="1922"/>
                </a:lnTo>
                <a:lnTo>
                  <a:pt x="1143" y="0"/>
                </a:lnTo>
                <a:close/>
              </a:path>
            </a:pathLst>
          </a:custGeom>
          <a:solidFill>
            <a:srgbClr val="F7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0" name="contour_10698"/>
          <p:cNvSpPr/>
          <p:nvPr/>
        </p:nvSpPr>
        <p:spPr>
          <a:xfrm>
            <a:off x="7821906" y="4904818"/>
            <a:ext cx="37635" cy="52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0" y="1768"/>
                </a:lnTo>
                <a:lnTo>
                  <a:pt x="20512" y="3531"/>
                </a:lnTo>
                <a:lnTo>
                  <a:pt x="19952" y="5290"/>
                </a:lnTo>
                <a:lnTo>
                  <a:pt x="19379" y="7046"/>
                </a:lnTo>
                <a:lnTo>
                  <a:pt x="18793" y="8805"/>
                </a:lnTo>
                <a:lnTo>
                  <a:pt x="18204" y="10562"/>
                </a:lnTo>
                <a:lnTo>
                  <a:pt x="17760" y="12076"/>
                </a:lnTo>
                <a:lnTo>
                  <a:pt x="17313" y="13615"/>
                </a:lnTo>
                <a:lnTo>
                  <a:pt x="16673" y="15357"/>
                </a:lnTo>
                <a:lnTo>
                  <a:pt x="16033" y="16721"/>
                </a:lnTo>
                <a:lnTo>
                  <a:pt x="15016" y="18407"/>
                </a:lnTo>
                <a:lnTo>
                  <a:pt x="13234" y="21123"/>
                </a:lnTo>
                <a:lnTo>
                  <a:pt x="9972" y="21440"/>
                </a:lnTo>
                <a:lnTo>
                  <a:pt x="7692" y="21600"/>
                </a:lnTo>
                <a:lnTo>
                  <a:pt x="5785" y="21600"/>
                </a:lnTo>
                <a:lnTo>
                  <a:pt x="3647" y="21440"/>
                </a:lnTo>
                <a:lnTo>
                  <a:pt x="686" y="21123"/>
                </a:lnTo>
                <a:lnTo>
                  <a:pt x="397" y="18941"/>
                </a:lnTo>
                <a:lnTo>
                  <a:pt x="176" y="16784"/>
                </a:lnTo>
                <a:lnTo>
                  <a:pt x="38" y="14641"/>
                </a:lnTo>
                <a:lnTo>
                  <a:pt x="0" y="12505"/>
                </a:lnTo>
                <a:lnTo>
                  <a:pt x="84" y="10365"/>
                </a:lnTo>
                <a:lnTo>
                  <a:pt x="305" y="8211"/>
                </a:lnTo>
                <a:lnTo>
                  <a:pt x="686" y="6035"/>
                </a:lnTo>
                <a:lnTo>
                  <a:pt x="3284" y="4318"/>
                </a:lnTo>
                <a:lnTo>
                  <a:pt x="5626" y="2948"/>
                </a:lnTo>
                <a:lnTo>
                  <a:pt x="7847" y="1895"/>
                </a:lnTo>
                <a:lnTo>
                  <a:pt x="10076" y="1113"/>
                </a:lnTo>
                <a:lnTo>
                  <a:pt x="12435" y="570"/>
                </a:lnTo>
                <a:lnTo>
                  <a:pt x="15058" y="229"/>
                </a:lnTo>
                <a:lnTo>
                  <a:pt x="18070" y="51"/>
                </a:lnTo>
                <a:lnTo>
                  <a:pt x="21600" y="0"/>
                </a:lnTo>
                <a:close/>
              </a:path>
            </a:pathLst>
          </a:custGeom>
          <a:solidFill>
            <a:srgbClr val="E5E6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1" name="contour_10699"/>
          <p:cNvSpPr/>
          <p:nvPr/>
        </p:nvSpPr>
        <p:spPr>
          <a:xfrm>
            <a:off x="1125437" y="4889718"/>
            <a:ext cx="80168" cy="29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2"/>
                </a:moveTo>
                <a:lnTo>
                  <a:pt x="21600" y="3883"/>
                </a:lnTo>
                <a:lnTo>
                  <a:pt x="21600" y="7389"/>
                </a:lnTo>
                <a:lnTo>
                  <a:pt x="21600" y="10911"/>
                </a:lnTo>
                <a:lnTo>
                  <a:pt x="21600" y="14450"/>
                </a:lnTo>
                <a:lnTo>
                  <a:pt x="21600" y="18009"/>
                </a:lnTo>
                <a:lnTo>
                  <a:pt x="21600" y="21600"/>
                </a:lnTo>
                <a:lnTo>
                  <a:pt x="20249" y="20990"/>
                </a:lnTo>
                <a:lnTo>
                  <a:pt x="18898" y="20375"/>
                </a:lnTo>
                <a:lnTo>
                  <a:pt x="17549" y="19759"/>
                </a:lnTo>
                <a:lnTo>
                  <a:pt x="16198" y="19139"/>
                </a:lnTo>
                <a:lnTo>
                  <a:pt x="14849" y="18513"/>
                </a:lnTo>
                <a:lnTo>
                  <a:pt x="13500" y="17887"/>
                </a:lnTo>
                <a:lnTo>
                  <a:pt x="12149" y="17256"/>
                </a:lnTo>
                <a:lnTo>
                  <a:pt x="10800" y="16624"/>
                </a:lnTo>
                <a:lnTo>
                  <a:pt x="10341" y="16423"/>
                </a:lnTo>
                <a:lnTo>
                  <a:pt x="9531" y="16057"/>
                </a:lnTo>
                <a:lnTo>
                  <a:pt x="7678" y="15229"/>
                </a:lnTo>
                <a:lnTo>
                  <a:pt x="7244" y="15022"/>
                </a:lnTo>
                <a:lnTo>
                  <a:pt x="6478" y="14656"/>
                </a:lnTo>
                <a:lnTo>
                  <a:pt x="4725" y="13829"/>
                </a:lnTo>
                <a:lnTo>
                  <a:pt x="3364" y="13203"/>
                </a:lnTo>
                <a:lnTo>
                  <a:pt x="1983" y="12566"/>
                </a:lnTo>
                <a:lnTo>
                  <a:pt x="999" y="11787"/>
                </a:lnTo>
                <a:lnTo>
                  <a:pt x="0" y="10991"/>
                </a:lnTo>
                <a:lnTo>
                  <a:pt x="0" y="8360"/>
                </a:lnTo>
                <a:lnTo>
                  <a:pt x="0" y="5686"/>
                </a:lnTo>
                <a:lnTo>
                  <a:pt x="1300" y="4519"/>
                </a:lnTo>
                <a:lnTo>
                  <a:pt x="2612" y="3517"/>
                </a:lnTo>
                <a:lnTo>
                  <a:pt x="3935" y="2668"/>
                </a:lnTo>
                <a:lnTo>
                  <a:pt x="5268" y="1957"/>
                </a:lnTo>
                <a:lnTo>
                  <a:pt x="6612" y="1379"/>
                </a:lnTo>
                <a:lnTo>
                  <a:pt x="7963" y="918"/>
                </a:lnTo>
                <a:lnTo>
                  <a:pt x="9319" y="562"/>
                </a:lnTo>
                <a:lnTo>
                  <a:pt x="10682" y="308"/>
                </a:lnTo>
                <a:lnTo>
                  <a:pt x="12047" y="133"/>
                </a:lnTo>
                <a:lnTo>
                  <a:pt x="13416" y="37"/>
                </a:lnTo>
                <a:lnTo>
                  <a:pt x="14784" y="0"/>
                </a:lnTo>
                <a:lnTo>
                  <a:pt x="16153" y="16"/>
                </a:lnTo>
                <a:lnTo>
                  <a:pt x="17520" y="74"/>
                </a:lnTo>
                <a:lnTo>
                  <a:pt x="18884" y="164"/>
                </a:lnTo>
                <a:lnTo>
                  <a:pt x="20245" y="271"/>
                </a:lnTo>
                <a:lnTo>
                  <a:pt x="21600" y="382"/>
                </a:lnTo>
                <a:close/>
              </a:path>
            </a:pathLst>
          </a:custGeom>
          <a:solidFill>
            <a:srgbClr val="EF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2" name="contour_10700"/>
          <p:cNvSpPr/>
          <p:nvPr/>
        </p:nvSpPr>
        <p:spPr>
          <a:xfrm>
            <a:off x="6241607" y="4882954"/>
            <a:ext cx="9474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31" y="0"/>
                </a:moveTo>
                <a:lnTo>
                  <a:pt x="12043" y="1961"/>
                </a:lnTo>
                <a:lnTo>
                  <a:pt x="12457" y="3940"/>
                </a:lnTo>
                <a:lnTo>
                  <a:pt x="12877" y="5940"/>
                </a:lnTo>
                <a:lnTo>
                  <a:pt x="13628" y="8614"/>
                </a:lnTo>
                <a:lnTo>
                  <a:pt x="14439" y="10938"/>
                </a:lnTo>
                <a:lnTo>
                  <a:pt x="15308" y="12969"/>
                </a:lnTo>
                <a:lnTo>
                  <a:pt x="16232" y="14748"/>
                </a:lnTo>
                <a:lnTo>
                  <a:pt x="17210" y="16325"/>
                </a:lnTo>
                <a:lnTo>
                  <a:pt x="18237" y="17751"/>
                </a:lnTo>
                <a:lnTo>
                  <a:pt x="19314" y="19073"/>
                </a:lnTo>
                <a:lnTo>
                  <a:pt x="20435" y="20343"/>
                </a:lnTo>
                <a:lnTo>
                  <a:pt x="21600" y="21600"/>
                </a:lnTo>
                <a:lnTo>
                  <a:pt x="20434" y="21254"/>
                </a:lnTo>
                <a:lnTo>
                  <a:pt x="19267" y="20900"/>
                </a:lnTo>
                <a:lnTo>
                  <a:pt x="18102" y="20529"/>
                </a:lnTo>
                <a:lnTo>
                  <a:pt x="16938" y="20140"/>
                </a:lnTo>
                <a:lnTo>
                  <a:pt x="15775" y="19721"/>
                </a:lnTo>
                <a:lnTo>
                  <a:pt x="14615" y="19276"/>
                </a:lnTo>
                <a:lnTo>
                  <a:pt x="13457" y="18796"/>
                </a:lnTo>
                <a:lnTo>
                  <a:pt x="12304" y="18278"/>
                </a:lnTo>
                <a:lnTo>
                  <a:pt x="11152" y="17716"/>
                </a:lnTo>
                <a:lnTo>
                  <a:pt x="10007" y="17107"/>
                </a:lnTo>
                <a:lnTo>
                  <a:pt x="8868" y="16442"/>
                </a:lnTo>
                <a:lnTo>
                  <a:pt x="7733" y="15720"/>
                </a:lnTo>
                <a:lnTo>
                  <a:pt x="6605" y="14934"/>
                </a:lnTo>
                <a:lnTo>
                  <a:pt x="5483" y="14083"/>
                </a:lnTo>
                <a:lnTo>
                  <a:pt x="4368" y="13154"/>
                </a:lnTo>
                <a:lnTo>
                  <a:pt x="3263" y="12156"/>
                </a:lnTo>
                <a:lnTo>
                  <a:pt x="2167" y="11072"/>
                </a:lnTo>
                <a:lnTo>
                  <a:pt x="1078" y="9901"/>
                </a:lnTo>
                <a:lnTo>
                  <a:pt x="0" y="8640"/>
                </a:lnTo>
                <a:lnTo>
                  <a:pt x="0" y="6497"/>
                </a:lnTo>
                <a:lnTo>
                  <a:pt x="0" y="4320"/>
                </a:lnTo>
                <a:lnTo>
                  <a:pt x="528" y="4359"/>
                </a:lnTo>
                <a:lnTo>
                  <a:pt x="2122" y="4471"/>
                </a:lnTo>
                <a:lnTo>
                  <a:pt x="3034" y="4510"/>
                </a:lnTo>
                <a:lnTo>
                  <a:pt x="3951" y="4549"/>
                </a:lnTo>
                <a:lnTo>
                  <a:pt x="4882" y="4588"/>
                </a:lnTo>
                <a:lnTo>
                  <a:pt x="5789" y="4640"/>
                </a:lnTo>
                <a:lnTo>
                  <a:pt x="6701" y="4692"/>
                </a:lnTo>
                <a:lnTo>
                  <a:pt x="7626" y="4743"/>
                </a:lnTo>
                <a:lnTo>
                  <a:pt x="9007" y="4432"/>
                </a:lnTo>
                <a:lnTo>
                  <a:pt x="9884" y="3832"/>
                </a:lnTo>
                <a:lnTo>
                  <a:pt x="10634" y="2506"/>
                </a:lnTo>
                <a:lnTo>
                  <a:pt x="11631" y="0"/>
                </a:lnTo>
                <a:close/>
              </a:path>
            </a:pathLst>
          </a:custGeom>
          <a:solidFill>
            <a:srgbClr val="E6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3" name="contour_10701"/>
          <p:cNvSpPr/>
          <p:nvPr/>
        </p:nvSpPr>
        <p:spPr>
          <a:xfrm>
            <a:off x="8056325" y="4875214"/>
            <a:ext cx="43728" cy="39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20" y="0"/>
                </a:moveTo>
                <a:lnTo>
                  <a:pt x="18130" y="81"/>
                </a:lnTo>
                <a:lnTo>
                  <a:pt x="19854" y="165"/>
                </a:lnTo>
                <a:lnTo>
                  <a:pt x="21600" y="250"/>
                </a:lnTo>
                <a:lnTo>
                  <a:pt x="21488" y="2920"/>
                </a:lnTo>
                <a:lnTo>
                  <a:pt x="21337" y="5530"/>
                </a:lnTo>
                <a:lnTo>
                  <a:pt x="21110" y="8083"/>
                </a:lnTo>
                <a:lnTo>
                  <a:pt x="20790" y="10596"/>
                </a:lnTo>
                <a:lnTo>
                  <a:pt x="20344" y="13073"/>
                </a:lnTo>
                <a:lnTo>
                  <a:pt x="19746" y="15529"/>
                </a:lnTo>
                <a:lnTo>
                  <a:pt x="18976" y="17974"/>
                </a:lnTo>
                <a:lnTo>
                  <a:pt x="18000" y="20418"/>
                </a:lnTo>
                <a:lnTo>
                  <a:pt x="15386" y="21092"/>
                </a:lnTo>
                <a:lnTo>
                  <a:pt x="12827" y="21471"/>
                </a:lnTo>
                <a:lnTo>
                  <a:pt x="10296" y="21600"/>
                </a:lnTo>
                <a:lnTo>
                  <a:pt x="7769" y="21519"/>
                </a:lnTo>
                <a:lnTo>
                  <a:pt x="5227" y="21265"/>
                </a:lnTo>
                <a:lnTo>
                  <a:pt x="2642" y="20886"/>
                </a:lnTo>
                <a:lnTo>
                  <a:pt x="0" y="20418"/>
                </a:lnTo>
                <a:lnTo>
                  <a:pt x="835" y="18462"/>
                </a:lnTo>
                <a:lnTo>
                  <a:pt x="1678" y="16506"/>
                </a:lnTo>
                <a:lnTo>
                  <a:pt x="2524" y="14553"/>
                </a:lnTo>
                <a:lnTo>
                  <a:pt x="3373" y="12601"/>
                </a:lnTo>
                <a:lnTo>
                  <a:pt x="4313" y="10423"/>
                </a:lnTo>
                <a:lnTo>
                  <a:pt x="5270" y="8204"/>
                </a:lnTo>
                <a:lnTo>
                  <a:pt x="6732" y="5369"/>
                </a:lnTo>
                <a:lnTo>
                  <a:pt x="8071" y="3263"/>
                </a:lnTo>
                <a:lnTo>
                  <a:pt x="9504" y="1783"/>
                </a:lnTo>
                <a:lnTo>
                  <a:pt x="11236" y="819"/>
                </a:lnTo>
                <a:lnTo>
                  <a:pt x="13471" y="262"/>
                </a:lnTo>
                <a:lnTo>
                  <a:pt x="16420" y="0"/>
                </a:lnTo>
                <a:close/>
              </a:path>
            </a:pathLst>
          </a:custGeom>
          <a:solidFill>
            <a:srgbClr val="E4E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4" name="contour_10702"/>
          <p:cNvSpPr/>
          <p:nvPr/>
        </p:nvSpPr>
        <p:spPr>
          <a:xfrm>
            <a:off x="5214001" y="4868378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509"/>
                </a:lnTo>
                <a:lnTo>
                  <a:pt x="4076" y="1018"/>
                </a:lnTo>
                <a:lnTo>
                  <a:pt x="6125" y="1531"/>
                </a:lnTo>
                <a:lnTo>
                  <a:pt x="8183" y="2046"/>
                </a:lnTo>
                <a:lnTo>
                  <a:pt x="10254" y="2564"/>
                </a:lnTo>
                <a:lnTo>
                  <a:pt x="12343" y="3086"/>
                </a:lnTo>
                <a:lnTo>
                  <a:pt x="10510" y="3697"/>
                </a:lnTo>
                <a:lnTo>
                  <a:pt x="8671" y="4311"/>
                </a:lnTo>
                <a:lnTo>
                  <a:pt x="6826" y="4925"/>
                </a:lnTo>
                <a:lnTo>
                  <a:pt x="4965" y="5545"/>
                </a:lnTo>
                <a:lnTo>
                  <a:pt x="3086" y="6171"/>
                </a:lnTo>
                <a:lnTo>
                  <a:pt x="4422" y="6804"/>
                </a:lnTo>
                <a:lnTo>
                  <a:pt x="5770" y="7443"/>
                </a:lnTo>
                <a:lnTo>
                  <a:pt x="7134" y="8088"/>
                </a:lnTo>
                <a:lnTo>
                  <a:pt x="7903" y="8458"/>
                </a:lnTo>
                <a:lnTo>
                  <a:pt x="9251" y="9112"/>
                </a:lnTo>
                <a:lnTo>
                  <a:pt x="12343" y="10609"/>
                </a:lnTo>
                <a:lnTo>
                  <a:pt x="14065" y="11433"/>
                </a:lnTo>
                <a:lnTo>
                  <a:pt x="15796" y="12260"/>
                </a:lnTo>
                <a:lnTo>
                  <a:pt x="17552" y="13102"/>
                </a:lnTo>
                <a:lnTo>
                  <a:pt x="18147" y="13444"/>
                </a:lnTo>
                <a:lnTo>
                  <a:pt x="19196" y="14046"/>
                </a:lnTo>
                <a:lnTo>
                  <a:pt x="21600" y="15429"/>
                </a:lnTo>
                <a:lnTo>
                  <a:pt x="21600" y="16959"/>
                </a:lnTo>
                <a:lnTo>
                  <a:pt x="21600" y="18514"/>
                </a:lnTo>
                <a:lnTo>
                  <a:pt x="19462" y="18820"/>
                </a:lnTo>
                <a:lnTo>
                  <a:pt x="17320" y="19125"/>
                </a:lnTo>
                <a:lnTo>
                  <a:pt x="15179" y="19431"/>
                </a:lnTo>
                <a:lnTo>
                  <a:pt x="13034" y="19739"/>
                </a:lnTo>
                <a:lnTo>
                  <a:pt x="10880" y="20045"/>
                </a:lnTo>
                <a:lnTo>
                  <a:pt x="8723" y="20353"/>
                </a:lnTo>
                <a:lnTo>
                  <a:pt x="6557" y="20662"/>
                </a:lnTo>
                <a:lnTo>
                  <a:pt x="4382" y="20974"/>
                </a:lnTo>
                <a:lnTo>
                  <a:pt x="2197" y="21285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DDD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5" name="contour_10703"/>
          <p:cNvSpPr/>
          <p:nvPr/>
        </p:nvSpPr>
        <p:spPr>
          <a:xfrm>
            <a:off x="7823102" y="486109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173"/>
                </a:lnTo>
                <a:lnTo>
                  <a:pt x="2341" y="333"/>
                </a:lnTo>
                <a:lnTo>
                  <a:pt x="3646" y="521"/>
                </a:lnTo>
                <a:lnTo>
                  <a:pt x="5374" y="768"/>
                </a:lnTo>
                <a:lnTo>
                  <a:pt x="7780" y="1111"/>
                </a:lnTo>
                <a:lnTo>
                  <a:pt x="11115" y="1589"/>
                </a:lnTo>
                <a:lnTo>
                  <a:pt x="15638" y="2234"/>
                </a:lnTo>
                <a:lnTo>
                  <a:pt x="21600" y="3086"/>
                </a:lnTo>
                <a:lnTo>
                  <a:pt x="20930" y="4943"/>
                </a:lnTo>
                <a:lnTo>
                  <a:pt x="20244" y="6798"/>
                </a:lnTo>
                <a:lnTo>
                  <a:pt x="19539" y="8649"/>
                </a:lnTo>
                <a:lnTo>
                  <a:pt x="18822" y="10498"/>
                </a:lnTo>
                <a:lnTo>
                  <a:pt x="18092" y="12343"/>
                </a:lnTo>
                <a:lnTo>
                  <a:pt x="17440" y="14065"/>
                </a:lnTo>
                <a:lnTo>
                  <a:pt x="16783" y="15796"/>
                </a:lnTo>
                <a:lnTo>
                  <a:pt x="16114" y="17552"/>
                </a:lnTo>
                <a:lnTo>
                  <a:pt x="15072" y="18888"/>
                </a:lnTo>
                <a:lnTo>
                  <a:pt x="14023" y="20236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2222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6" name="contour_10704"/>
          <p:cNvSpPr/>
          <p:nvPr/>
        </p:nvSpPr>
        <p:spPr>
          <a:xfrm>
            <a:off x="1008830" y="4839226"/>
            <a:ext cx="2230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92" y="428"/>
                </a:lnTo>
                <a:lnTo>
                  <a:pt x="8397" y="858"/>
                </a:lnTo>
                <a:lnTo>
                  <a:pt x="12617" y="1287"/>
                </a:lnTo>
                <a:lnTo>
                  <a:pt x="16872" y="1722"/>
                </a:lnTo>
                <a:lnTo>
                  <a:pt x="21170" y="2160"/>
                </a:lnTo>
                <a:lnTo>
                  <a:pt x="21494" y="3717"/>
                </a:lnTo>
                <a:lnTo>
                  <a:pt x="21600" y="5152"/>
                </a:lnTo>
                <a:lnTo>
                  <a:pt x="21501" y="6521"/>
                </a:lnTo>
                <a:lnTo>
                  <a:pt x="21177" y="7882"/>
                </a:lnTo>
                <a:lnTo>
                  <a:pt x="20626" y="9290"/>
                </a:lnTo>
                <a:lnTo>
                  <a:pt x="19843" y="10800"/>
                </a:lnTo>
                <a:lnTo>
                  <a:pt x="19377" y="11997"/>
                </a:lnTo>
                <a:lnTo>
                  <a:pt x="18897" y="13213"/>
                </a:lnTo>
                <a:lnTo>
                  <a:pt x="18326" y="14373"/>
                </a:lnTo>
                <a:lnTo>
                  <a:pt x="17789" y="15278"/>
                </a:lnTo>
                <a:lnTo>
                  <a:pt x="17063" y="16224"/>
                </a:lnTo>
                <a:lnTo>
                  <a:pt x="15912" y="17511"/>
                </a:lnTo>
                <a:lnTo>
                  <a:pt x="14113" y="19440"/>
                </a:lnTo>
                <a:lnTo>
                  <a:pt x="12582" y="19673"/>
                </a:lnTo>
                <a:lnTo>
                  <a:pt x="10599" y="19978"/>
                </a:lnTo>
                <a:lnTo>
                  <a:pt x="6852" y="20552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6"/>
                </a:lnTo>
                <a:lnTo>
                  <a:pt x="0" y="15485"/>
                </a:lnTo>
                <a:lnTo>
                  <a:pt x="0" y="13954"/>
                </a:lnTo>
                <a:lnTo>
                  <a:pt x="0" y="12418"/>
                </a:lnTo>
                <a:lnTo>
                  <a:pt x="0" y="10882"/>
                </a:lnTo>
                <a:lnTo>
                  <a:pt x="0" y="9340"/>
                </a:lnTo>
                <a:lnTo>
                  <a:pt x="0" y="7795"/>
                </a:lnTo>
                <a:lnTo>
                  <a:pt x="0" y="6247"/>
                </a:lnTo>
                <a:lnTo>
                  <a:pt x="0" y="4694"/>
                </a:lnTo>
                <a:lnTo>
                  <a:pt x="0" y="3134"/>
                </a:lnTo>
                <a:lnTo>
                  <a:pt x="0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AB84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7" name="contour_10705"/>
          <p:cNvSpPr/>
          <p:nvPr/>
        </p:nvSpPr>
        <p:spPr>
          <a:xfrm>
            <a:off x="11212018" y="4865762"/>
            <a:ext cx="65592" cy="47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202"/>
                </a:moveTo>
                <a:lnTo>
                  <a:pt x="4296" y="586"/>
                </a:lnTo>
                <a:lnTo>
                  <a:pt x="5878" y="174"/>
                </a:lnTo>
                <a:lnTo>
                  <a:pt x="7294" y="0"/>
                </a:lnTo>
                <a:lnTo>
                  <a:pt x="8688" y="94"/>
                </a:lnTo>
                <a:lnTo>
                  <a:pt x="10207" y="482"/>
                </a:lnTo>
                <a:lnTo>
                  <a:pt x="12000" y="1202"/>
                </a:lnTo>
                <a:lnTo>
                  <a:pt x="13392" y="2653"/>
                </a:lnTo>
                <a:lnTo>
                  <a:pt x="14726" y="4150"/>
                </a:lnTo>
                <a:lnTo>
                  <a:pt x="16006" y="5701"/>
                </a:lnTo>
                <a:lnTo>
                  <a:pt x="17227" y="7312"/>
                </a:lnTo>
                <a:lnTo>
                  <a:pt x="18398" y="9000"/>
                </a:lnTo>
                <a:lnTo>
                  <a:pt x="19517" y="10772"/>
                </a:lnTo>
                <a:lnTo>
                  <a:pt x="20582" y="12634"/>
                </a:lnTo>
                <a:lnTo>
                  <a:pt x="21600" y="14600"/>
                </a:lnTo>
                <a:lnTo>
                  <a:pt x="21600" y="16814"/>
                </a:lnTo>
                <a:lnTo>
                  <a:pt x="21600" y="19041"/>
                </a:lnTo>
                <a:lnTo>
                  <a:pt x="21600" y="21299"/>
                </a:lnTo>
                <a:lnTo>
                  <a:pt x="19886" y="21500"/>
                </a:lnTo>
                <a:lnTo>
                  <a:pt x="18655" y="21600"/>
                </a:lnTo>
                <a:lnTo>
                  <a:pt x="17561" y="21600"/>
                </a:lnTo>
                <a:lnTo>
                  <a:pt x="16258" y="21500"/>
                </a:lnTo>
                <a:lnTo>
                  <a:pt x="14400" y="21299"/>
                </a:lnTo>
                <a:lnTo>
                  <a:pt x="13879" y="19688"/>
                </a:lnTo>
                <a:lnTo>
                  <a:pt x="13349" y="18053"/>
                </a:lnTo>
                <a:lnTo>
                  <a:pt x="12523" y="16033"/>
                </a:lnTo>
                <a:lnTo>
                  <a:pt x="11810" y="14858"/>
                </a:lnTo>
                <a:lnTo>
                  <a:pt x="10814" y="14067"/>
                </a:lnTo>
                <a:lnTo>
                  <a:pt x="9142" y="13213"/>
                </a:lnTo>
                <a:lnTo>
                  <a:pt x="7507" y="12862"/>
                </a:lnTo>
                <a:lnTo>
                  <a:pt x="5851" y="12506"/>
                </a:lnTo>
                <a:lnTo>
                  <a:pt x="4207" y="12128"/>
                </a:lnTo>
                <a:lnTo>
                  <a:pt x="2542" y="11746"/>
                </a:lnTo>
                <a:lnTo>
                  <a:pt x="1279" y="11498"/>
                </a:lnTo>
                <a:lnTo>
                  <a:pt x="0" y="11250"/>
                </a:lnTo>
                <a:lnTo>
                  <a:pt x="307" y="8759"/>
                </a:lnTo>
                <a:lnTo>
                  <a:pt x="586" y="6990"/>
                </a:lnTo>
                <a:lnTo>
                  <a:pt x="950" y="5463"/>
                </a:lnTo>
                <a:lnTo>
                  <a:pt x="1517" y="3694"/>
                </a:lnTo>
                <a:lnTo>
                  <a:pt x="2400" y="1202"/>
                </a:lnTo>
                <a:close/>
              </a:path>
            </a:pathLst>
          </a:custGeom>
          <a:solidFill>
            <a:srgbClr val="C7C9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8" name="contour_10706"/>
          <p:cNvSpPr/>
          <p:nvPr/>
        </p:nvSpPr>
        <p:spPr>
          <a:xfrm>
            <a:off x="10177123" y="4861090"/>
            <a:ext cx="65592" cy="330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009" y="6297"/>
                </a:lnTo>
                <a:lnTo>
                  <a:pt x="18780" y="11065"/>
                </a:lnTo>
                <a:lnTo>
                  <a:pt x="17818" y="14545"/>
                </a:lnTo>
                <a:lnTo>
                  <a:pt x="17035" y="17000"/>
                </a:lnTo>
                <a:lnTo>
                  <a:pt x="16339" y="18682"/>
                </a:lnTo>
                <a:lnTo>
                  <a:pt x="15641" y="19841"/>
                </a:lnTo>
                <a:lnTo>
                  <a:pt x="14849" y="20728"/>
                </a:lnTo>
                <a:lnTo>
                  <a:pt x="13874" y="21600"/>
                </a:lnTo>
                <a:lnTo>
                  <a:pt x="13111" y="21562"/>
                </a:lnTo>
                <a:lnTo>
                  <a:pt x="10800" y="21452"/>
                </a:lnTo>
                <a:lnTo>
                  <a:pt x="9274" y="21524"/>
                </a:lnTo>
                <a:lnTo>
                  <a:pt x="7726" y="21600"/>
                </a:lnTo>
                <a:lnTo>
                  <a:pt x="6751" y="20728"/>
                </a:lnTo>
                <a:lnTo>
                  <a:pt x="5959" y="19841"/>
                </a:lnTo>
                <a:lnTo>
                  <a:pt x="5261" y="18682"/>
                </a:lnTo>
                <a:lnTo>
                  <a:pt x="4565" y="17000"/>
                </a:lnTo>
                <a:lnTo>
                  <a:pt x="3782" y="14545"/>
                </a:lnTo>
                <a:lnTo>
                  <a:pt x="2820" y="11065"/>
                </a:lnTo>
                <a:lnTo>
                  <a:pt x="1591" y="6297"/>
                </a:lnTo>
                <a:lnTo>
                  <a:pt x="0" y="0"/>
                </a:lnTo>
                <a:close/>
              </a:path>
            </a:pathLst>
          </a:custGeom>
          <a:solidFill>
            <a:srgbClr val="705B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09" name="contour_10707"/>
          <p:cNvSpPr/>
          <p:nvPr/>
        </p:nvSpPr>
        <p:spPr>
          <a:xfrm>
            <a:off x="3042179" y="4860434"/>
            <a:ext cx="80168" cy="371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81"/>
                </a:moveTo>
                <a:lnTo>
                  <a:pt x="1404" y="178"/>
                </a:lnTo>
                <a:lnTo>
                  <a:pt x="2806" y="47"/>
                </a:lnTo>
                <a:lnTo>
                  <a:pt x="4204" y="0"/>
                </a:lnTo>
                <a:lnTo>
                  <a:pt x="5598" y="34"/>
                </a:lnTo>
                <a:lnTo>
                  <a:pt x="6987" y="161"/>
                </a:lnTo>
                <a:lnTo>
                  <a:pt x="8367" y="386"/>
                </a:lnTo>
                <a:lnTo>
                  <a:pt x="9742" y="703"/>
                </a:lnTo>
                <a:lnTo>
                  <a:pt x="11108" y="1131"/>
                </a:lnTo>
                <a:lnTo>
                  <a:pt x="12463" y="1665"/>
                </a:lnTo>
                <a:lnTo>
                  <a:pt x="13810" y="2314"/>
                </a:lnTo>
                <a:lnTo>
                  <a:pt x="15144" y="3081"/>
                </a:lnTo>
                <a:lnTo>
                  <a:pt x="16465" y="3971"/>
                </a:lnTo>
                <a:lnTo>
                  <a:pt x="17771" y="4988"/>
                </a:lnTo>
                <a:lnTo>
                  <a:pt x="19065" y="6141"/>
                </a:lnTo>
                <a:lnTo>
                  <a:pt x="20341" y="7429"/>
                </a:lnTo>
                <a:lnTo>
                  <a:pt x="21600" y="8857"/>
                </a:lnTo>
                <a:lnTo>
                  <a:pt x="21600" y="11658"/>
                </a:lnTo>
                <a:lnTo>
                  <a:pt x="21600" y="14476"/>
                </a:lnTo>
                <a:lnTo>
                  <a:pt x="21600" y="17333"/>
                </a:lnTo>
                <a:lnTo>
                  <a:pt x="20426" y="18540"/>
                </a:lnTo>
                <a:lnTo>
                  <a:pt x="19242" y="19523"/>
                </a:lnTo>
                <a:lnTo>
                  <a:pt x="18046" y="20291"/>
                </a:lnTo>
                <a:lnTo>
                  <a:pt x="16834" y="20867"/>
                </a:lnTo>
                <a:lnTo>
                  <a:pt x="15605" y="21265"/>
                </a:lnTo>
                <a:lnTo>
                  <a:pt x="14356" y="21503"/>
                </a:lnTo>
                <a:lnTo>
                  <a:pt x="13082" y="21600"/>
                </a:lnTo>
                <a:lnTo>
                  <a:pt x="11782" y="21570"/>
                </a:lnTo>
                <a:lnTo>
                  <a:pt x="10690" y="20002"/>
                </a:lnTo>
                <a:lnTo>
                  <a:pt x="9747" y="18345"/>
                </a:lnTo>
                <a:lnTo>
                  <a:pt x="8897" y="16561"/>
                </a:lnTo>
                <a:lnTo>
                  <a:pt x="8082" y="14591"/>
                </a:lnTo>
                <a:lnTo>
                  <a:pt x="7248" y="12400"/>
                </a:lnTo>
                <a:lnTo>
                  <a:pt x="6343" y="10238"/>
                </a:lnTo>
                <a:lnTo>
                  <a:pt x="5390" y="8310"/>
                </a:lnTo>
                <a:lnTo>
                  <a:pt x="4391" y="6564"/>
                </a:lnTo>
                <a:lnTo>
                  <a:pt x="3350" y="4954"/>
                </a:lnTo>
                <a:lnTo>
                  <a:pt x="2270" y="3420"/>
                </a:lnTo>
                <a:lnTo>
                  <a:pt x="1153" y="1911"/>
                </a:lnTo>
                <a:lnTo>
                  <a:pt x="0" y="381"/>
                </a:lnTo>
                <a:close/>
              </a:path>
            </a:pathLst>
          </a:custGeom>
          <a:solidFill>
            <a:srgbClr val="F3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0" name="contour_10708"/>
          <p:cNvSpPr/>
          <p:nvPr/>
        </p:nvSpPr>
        <p:spPr>
          <a:xfrm>
            <a:off x="7830390" y="4831938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888" y="462"/>
                </a:lnTo>
                <a:lnTo>
                  <a:pt x="19011" y="899"/>
                </a:lnTo>
                <a:lnTo>
                  <a:pt x="20080" y="1561"/>
                </a:lnTo>
                <a:lnTo>
                  <a:pt x="21600" y="2700"/>
                </a:lnTo>
                <a:lnTo>
                  <a:pt x="21322" y="4406"/>
                </a:lnTo>
                <a:lnTo>
                  <a:pt x="21009" y="6021"/>
                </a:lnTo>
                <a:lnTo>
                  <a:pt x="20652" y="7584"/>
                </a:lnTo>
                <a:lnTo>
                  <a:pt x="20242" y="9131"/>
                </a:lnTo>
                <a:lnTo>
                  <a:pt x="19775" y="10697"/>
                </a:lnTo>
                <a:lnTo>
                  <a:pt x="19238" y="12317"/>
                </a:lnTo>
                <a:lnTo>
                  <a:pt x="18814" y="13657"/>
                </a:lnTo>
                <a:lnTo>
                  <a:pt x="18384" y="15015"/>
                </a:lnTo>
                <a:lnTo>
                  <a:pt x="17850" y="16664"/>
                </a:lnTo>
                <a:lnTo>
                  <a:pt x="17307" y="18311"/>
                </a:lnTo>
                <a:lnTo>
                  <a:pt x="16756" y="19958"/>
                </a:lnTo>
                <a:lnTo>
                  <a:pt x="16200" y="21600"/>
                </a:lnTo>
                <a:lnTo>
                  <a:pt x="14847" y="20733"/>
                </a:lnTo>
                <a:lnTo>
                  <a:pt x="13495" y="19864"/>
                </a:lnTo>
                <a:lnTo>
                  <a:pt x="12145" y="18992"/>
                </a:lnTo>
                <a:lnTo>
                  <a:pt x="10795" y="18120"/>
                </a:lnTo>
                <a:lnTo>
                  <a:pt x="9447" y="17245"/>
                </a:lnTo>
                <a:lnTo>
                  <a:pt x="8100" y="16367"/>
                </a:lnTo>
                <a:lnTo>
                  <a:pt x="6939" y="15628"/>
                </a:lnTo>
                <a:lnTo>
                  <a:pt x="5759" y="14877"/>
                </a:lnTo>
                <a:lnTo>
                  <a:pt x="4296" y="13894"/>
                </a:lnTo>
                <a:lnTo>
                  <a:pt x="2851" y="12882"/>
                </a:lnTo>
                <a:lnTo>
                  <a:pt x="1420" y="11848"/>
                </a:lnTo>
                <a:lnTo>
                  <a:pt x="0" y="10800"/>
                </a:lnTo>
                <a:lnTo>
                  <a:pt x="0" y="9461"/>
                </a:lnTo>
                <a:lnTo>
                  <a:pt x="0" y="8100"/>
                </a:lnTo>
                <a:lnTo>
                  <a:pt x="1418" y="8243"/>
                </a:lnTo>
                <a:lnTo>
                  <a:pt x="2859" y="8384"/>
                </a:lnTo>
                <a:lnTo>
                  <a:pt x="4676" y="8483"/>
                </a:lnTo>
                <a:lnTo>
                  <a:pt x="6448" y="8545"/>
                </a:lnTo>
                <a:lnTo>
                  <a:pt x="8195" y="8556"/>
                </a:lnTo>
                <a:lnTo>
                  <a:pt x="9939" y="8497"/>
                </a:lnTo>
                <a:lnTo>
                  <a:pt x="11702" y="8351"/>
                </a:lnTo>
                <a:lnTo>
                  <a:pt x="13500" y="8100"/>
                </a:lnTo>
                <a:lnTo>
                  <a:pt x="14575" y="6091"/>
                </a:lnTo>
                <a:lnTo>
                  <a:pt x="15252" y="4666"/>
                </a:lnTo>
                <a:lnTo>
                  <a:pt x="15663" y="3434"/>
                </a:lnTo>
                <a:lnTo>
                  <a:pt x="15935" y="2009"/>
                </a:lnTo>
                <a:lnTo>
                  <a:pt x="16200" y="0"/>
                </a:lnTo>
                <a:close/>
              </a:path>
            </a:pathLst>
          </a:custGeom>
          <a:solidFill>
            <a:srgbClr val="7F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1" name="contour_10709"/>
          <p:cNvSpPr/>
          <p:nvPr/>
        </p:nvSpPr>
        <p:spPr>
          <a:xfrm>
            <a:off x="11508974" y="4839226"/>
            <a:ext cx="52867" cy="441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6" y="0"/>
                </a:moveTo>
                <a:lnTo>
                  <a:pt x="1263" y="1782"/>
                </a:lnTo>
                <a:lnTo>
                  <a:pt x="1781" y="3593"/>
                </a:lnTo>
                <a:lnTo>
                  <a:pt x="2748" y="5347"/>
                </a:lnTo>
                <a:lnTo>
                  <a:pt x="3734" y="7130"/>
                </a:lnTo>
                <a:lnTo>
                  <a:pt x="5786" y="7233"/>
                </a:lnTo>
                <a:lnTo>
                  <a:pt x="7245" y="7223"/>
                </a:lnTo>
                <a:lnTo>
                  <a:pt x="8811" y="7051"/>
                </a:lnTo>
                <a:lnTo>
                  <a:pt x="11178" y="6684"/>
                </a:lnTo>
                <a:lnTo>
                  <a:pt x="13563" y="6552"/>
                </a:lnTo>
                <a:lnTo>
                  <a:pt x="15135" y="6552"/>
                </a:lnTo>
                <a:lnTo>
                  <a:pt x="16589" y="6731"/>
                </a:lnTo>
                <a:lnTo>
                  <a:pt x="18622" y="7130"/>
                </a:lnTo>
                <a:lnTo>
                  <a:pt x="19650" y="9394"/>
                </a:lnTo>
                <a:lnTo>
                  <a:pt x="20397" y="11672"/>
                </a:lnTo>
                <a:lnTo>
                  <a:pt x="20915" y="13982"/>
                </a:lnTo>
                <a:lnTo>
                  <a:pt x="21258" y="16356"/>
                </a:lnTo>
                <a:lnTo>
                  <a:pt x="21469" y="18816"/>
                </a:lnTo>
                <a:lnTo>
                  <a:pt x="21600" y="21390"/>
                </a:lnTo>
                <a:lnTo>
                  <a:pt x="19310" y="21582"/>
                </a:lnTo>
                <a:lnTo>
                  <a:pt x="17131" y="21600"/>
                </a:lnTo>
                <a:lnTo>
                  <a:pt x="15040" y="21440"/>
                </a:lnTo>
                <a:lnTo>
                  <a:pt x="13015" y="21101"/>
                </a:lnTo>
                <a:lnTo>
                  <a:pt x="11035" y="20591"/>
                </a:lnTo>
                <a:lnTo>
                  <a:pt x="9076" y="19903"/>
                </a:lnTo>
                <a:lnTo>
                  <a:pt x="7114" y="19040"/>
                </a:lnTo>
                <a:lnTo>
                  <a:pt x="5128" y="18003"/>
                </a:lnTo>
                <a:lnTo>
                  <a:pt x="3094" y="16794"/>
                </a:lnTo>
                <a:lnTo>
                  <a:pt x="1420" y="14877"/>
                </a:lnTo>
                <a:lnTo>
                  <a:pt x="619" y="13272"/>
                </a:lnTo>
                <a:lnTo>
                  <a:pt x="0" y="10613"/>
                </a:lnTo>
                <a:lnTo>
                  <a:pt x="12" y="8641"/>
                </a:lnTo>
                <a:lnTo>
                  <a:pt x="57" y="7105"/>
                </a:lnTo>
                <a:lnTo>
                  <a:pt x="173" y="5494"/>
                </a:lnTo>
                <a:lnTo>
                  <a:pt x="393" y="3294"/>
                </a:lnTo>
                <a:lnTo>
                  <a:pt x="756" y="0"/>
                </a:lnTo>
                <a:close/>
              </a:path>
            </a:pathLst>
          </a:custGeom>
          <a:solidFill>
            <a:srgbClr val="7071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2" name="contour_10710"/>
          <p:cNvSpPr/>
          <p:nvPr/>
        </p:nvSpPr>
        <p:spPr>
          <a:xfrm>
            <a:off x="1175375" y="4831938"/>
            <a:ext cx="5938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" y="0"/>
                </a:moveTo>
                <a:lnTo>
                  <a:pt x="3653" y="1544"/>
                </a:lnTo>
                <a:lnTo>
                  <a:pt x="6460" y="2878"/>
                </a:lnTo>
                <a:lnTo>
                  <a:pt x="8859" y="4037"/>
                </a:lnTo>
                <a:lnTo>
                  <a:pt x="10895" y="5046"/>
                </a:lnTo>
                <a:lnTo>
                  <a:pt x="12619" y="5940"/>
                </a:lnTo>
                <a:lnTo>
                  <a:pt x="14074" y="6742"/>
                </a:lnTo>
                <a:lnTo>
                  <a:pt x="15304" y="7484"/>
                </a:lnTo>
                <a:lnTo>
                  <a:pt x="16362" y="8197"/>
                </a:lnTo>
                <a:lnTo>
                  <a:pt x="17287" y="8910"/>
                </a:lnTo>
                <a:lnTo>
                  <a:pt x="18130" y="9653"/>
                </a:lnTo>
                <a:lnTo>
                  <a:pt x="18936" y="10452"/>
                </a:lnTo>
                <a:lnTo>
                  <a:pt x="19752" y="11340"/>
                </a:lnTo>
                <a:lnTo>
                  <a:pt x="20624" y="12347"/>
                </a:lnTo>
                <a:lnTo>
                  <a:pt x="21600" y="13500"/>
                </a:lnTo>
                <a:lnTo>
                  <a:pt x="21261" y="15752"/>
                </a:lnTo>
                <a:lnTo>
                  <a:pt x="20953" y="17299"/>
                </a:lnTo>
                <a:lnTo>
                  <a:pt x="20550" y="18530"/>
                </a:lnTo>
                <a:lnTo>
                  <a:pt x="19925" y="19834"/>
                </a:lnTo>
                <a:lnTo>
                  <a:pt x="18949" y="21600"/>
                </a:lnTo>
                <a:lnTo>
                  <a:pt x="17292" y="20787"/>
                </a:lnTo>
                <a:lnTo>
                  <a:pt x="15691" y="19929"/>
                </a:lnTo>
                <a:lnTo>
                  <a:pt x="14135" y="19021"/>
                </a:lnTo>
                <a:lnTo>
                  <a:pt x="12611" y="18068"/>
                </a:lnTo>
                <a:lnTo>
                  <a:pt x="11115" y="17072"/>
                </a:lnTo>
                <a:lnTo>
                  <a:pt x="9636" y="16033"/>
                </a:lnTo>
                <a:lnTo>
                  <a:pt x="8162" y="14955"/>
                </a:lnTo>
                <a:lnTo>
                  <a:pt x="6688" y="13838"/>
                </a:lnTo>
                <a:lnTo>
                  <a:pt x="5503" y="12952"/>
                </a:lnTo>
                <a:lnTo>
                  <a:pt x="4313" y="12061"/>
                </a:lnTo>
                <a:lnTo>
                  <a:pt x="3104" y="11159"/>
                </a:lnTo>
                <a:lnTo>
                  <a:pt x="1779" y="9631"/>
                </a:lnTo>
                <a:lnTo>
                  <a:pt x="952" y="8478"/>
                </a:lnTo>
                <a:lnTo>
                  <a:pt x="482" y="7344"/>
                </a:lnTo>
                <a:lnTo>
                  <a:pt x="212" y="5867"/>
                </a:lnTo>
                <a:lnTo>
                  <a:pt x="0" y="3691"/>
                </a:lnTo>
                <a:lnTo>
                  <a:pt x="196" y="1860"/>
                </a:lnTo>
                <a:lnTo>
                  <a:pt x="392" y="0"/>
                </a:lnTo>
                <a:close/>
              </a:path>
            </a:pathLst>
          </a:custGeom>
          <a:solidFill>
            <a:srgbClr val="7E75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3" name="contour_10711"/>
          <p:cNvSpPr/>
          <p:nvPr/>
        </p:nvSpPr>
        <p:spPr>
          <a:xfrm>
            <a:off x="3464883" y="4852542"/>
            <a:ext cx="58304" cy="37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722"/>
                </a:moveTo>
                <a:lnTo>
                  <a:pt x="4641" y="309"/>
                </a:lnTo>
                <a:lnTo>
                  <a:pt x="6566" y="79"/>
                </a:lnTo>
                <a:lnTo>
                  <a:pt x="8483" y="0"/>
                </a:lnTo>
                <a:lnTo>
                  <a:pt x="10398" y="50"/>
                </a:lnTo>
                <a:lnTo>
                  <a:pt x="12317" y="205"/>
                </a:lnTo>
                <a:lnTo>
                  <a:pt x="14248" y="438"/>
                </a:lnTo>
                <a:lnTo>
                  <a:pt x="16200" y="722"/>
                </a:lnTo>
                <a:lnTo>
                  <a:pt x="16200" y="3482"/>
                </a:lnTo>
                <a:lnTo>
                  <a:pt x="16200" y="6259"/>
                </a:lnTo>
                <a:lnTo>
                  <a:pt x="16200" y="9073"/>
                </a:lnTo>
                <a:lnTo>
                  <a:pt x="17985" y="9073"/>
                </a:lnTo>
                <a:lnTo>
                  <a:pt x="19780" y="9073"/>
                </a:lnTo>
                <a:lnTo>
                  <a:pt x="21600" y="9073"/>
                </a:lnTo>
                <a:lnTo>
                  <a:pt x="21600" y="11554"/>
                </a:lnTo>
                <a:lnTo>
                  <a:pt x="21600" y="14042"/>
                </a:lnTo>
                <a:lnTo>
                  <a:pt x="21600" y="16539"/>
                </a:lnTo>
                <a:lnTo>
                  <a:pt x="21600" y="19057"/>
                </a:lnTo>
                <a:lnTo>
                  <a:pt x="21600" y="21600"/>
                </a:lnTo>
                <a:lnTo>
                  <a:pt x="19872" y="20999"/>
                </a:lnTo>
                <a:lnTo>
                  <a:pt x="18130" y="20389"/>
                </a:lnTo>
                <a:lnTo>
                  <a:pt x="16367" y="19771"/>
                </a:lnTo>
                <a:lnTo>
                  <a:pt x="14909" y="19262"/>
                </a:lnTo>
                <a:lnTo>
                  <a:pt x="13427" y="18744"/>
                </a:lnTo>
                <a:lnTo>
                  <a:pt x="11866" y="17917"/>
                </a:lnTo>
                <a:lnTo>
                  <a:pt x="10792" y="17065"/>
                </a:lnTo>
                <a:lnTo>
                  <a:pt x="9701" y="15683"/>
                </a:lnTo>
                <a:lnTo>
                  <a:pt x="8100" y="13249"/>
                </a:lnTo>
                <a:lnTo>
                  <a:pt x="6010" y="13124"/>
                </a:lnTo>
                <a:lnTo>
                  <a:pt x="4544" y="13061"/>
                </a:lnTo>
                <a:lnTo>
                  <a:pt x="3313" y="13061"/>
                </a:lnTo>
                <a:lnTo>
                  <a:pt x="1928" y="13124"/>
                </a:lnTo>
                <a:lnTo>
                  <a:pt x="0" y="13249"/>
                </a:lnTo>
                <a:lnTo>
                  <a:pt x="265" y="10142"/>
                </a:lnTo>
                <a:lnTo>
                  <a:pt x="537" y="7938"/>
                </a:lnTo>
                <a:lnTo>
                  <a:pt x="948" y="6034"/>
                </a:lnTo>
                <a:lnTo>
                  <a:pt x="1625" y="3829"/>
                </a:lnTo>
                <a:lnTo>
                  <a:pt x="2700" y="722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4" name="contour_10712"/>
          <p:cNvSpPr/>
          <p:nvPr/>
        </p:nvSpPr>
        <p:spPr>
          <a:xfrm>
            <a:off x="11810150" y="4780922"/>
            <a:ext cx="28635" cy="806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07" y="0"/>
                </a:moveTo>
                <a:lnTo>
                  <a:pt x="7702" y="1243"/>
                </a:lnTo>
                <a:lnTo>
                  <a:pt x="9956" y="2447"/>
                </a:lnTo>
                <a:lnTo>
                  <a:pt x="11908" y="3629"/>
                </a:lnTo>
                <a:lnTo>
                  <a:pt x="13574" y="4802"/>
                </a:lnTo>
                <a:lnTo>
                  <a:pt x="14981" y="5980"/>
                </a:lnTo>
                <a:lnTo>
                  <a:pt x="16163" y="7182"/>
                </a:lnTo>
                <a:lnTo>
                  <a:pt x="17136" y="8419"/>
                </a:lnTo>
                <a:lnTo>
                  <a:pt x="17939" y="9706"/>
                </a:lnTo>
                <a:lnTo>
                  <a:pt x="18587" y="11060"/>
                </a:lnTo>
                <a:lnTo>
                  <a:pt x="19110" y="12494"/>
                </a:lnTo>
                <a:lnTo>
                  <a:pt x="19538" y="14024"/>
                </a:lnTo>
                <a:lnTo>
                  <a:pt x="19857" y="15103"/>
                </a:lnTo>
                <a:lnTo>
                  <a:pt x="20182" y="16200"/>
                </a:lnTo>
                <a:lnTo>
                  <a:pt x="20561" y="17515"/>
                </a:lnTo>
                <a:lnTo>
                  <a:pt x="20918" y="18830"/>
                </a:lnTo>
                <a:lnTo>
                  <a:pt x="21265" y="20145"/>
                </a:lnTo>
                <a:lnTo>
                  <a:pt x="21600" y="21461"/>
                </a:lnTo>
                <a:lnTo>
                  <a:pt x="17636" y="21553"/>
                </a:lnTo>
                <a:lnTo>
                  <a:pt x="14794" y="21600"/>
                </a:lnTo>
                <a:lnTo>
                  <a:pt x="12287" y="21600"/>
                </a:lnTo>
                <a:lnTo>
                  <a:pt x="9324" y="21553"/>
                </a:lnTo>
                <a:lnTo>
                  <a:pt x="5107" y="21461"/>
                </a:lnTo>
                <a:lnTo>
                  <a:pt x="3524" y="20158"/>
                </a:lnTo>
                <a:lnTo>
                  <a:pt x="2260" y="18849"/>
                </a:lnTo>
                <a:lnTo>
                  <a:pt x="1303" y="17534"/>
                </a:lnTo>
                <a:lnTo>
                  <a:pt x="627" y="16211"/>
                </a:lnTo>
                <a:lnTo>
                  <a:pt x="198" y="14883"/>
                </a:lnTo>
                <a:lnTo>
                  <a:pt x="0" y="13550"/>
                </a:lnTo>
                <a:lnTo>
                  <a:pt x="0" y="12212"/>
                </a:lnTo>
                <a:lnTo>
                  <a:pt x="181" y="10869"/>
                </a:lnTo>
                <a:lnTo>
                  <a:pt x="522" y="9523"/>
                </a:lnTo>
                <a:lnTo>
                  <a:pt x="984" y="8171"/>
                </a:lnTo>
                <a:lnTo>
                  <a:pt x="1556" y="6817"/>
                </a:lnTo>
                <a:lnTo>
                  <a:pt x="2205" y="5459"/>
                </a:lnTo>
                <a:lnTo>
                  <a:pt x="2908" y="4097"/>
                </a:lnTo>
                <a:lnTo>
                  <a:pt x="3645" y="2733"/>
                </a:lnTo>
                <a:lnTo>
                  <a:pt x="4387" y="1368"/>
                </a:lnTo>
                <a:lnTo>
                  <a:pt x="5107" y="0"/>
                </a:lnTo>
                <a:close/>
              </a:path>
            </a:pathLst>
          </a:custGeom>
          <a:solidFill>
            <a:srgbClr val="CDD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5" name="contour_10713"/>
          <p:cNvSpPr/>
          <p:nvPr/>
        </p:nvSpPr>
        <p:spPr>
          <a:xfrm>
            <a:off x="4849601" y="4802786"/>
            <a:ext cx="2915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489" y="370"/>
                </a:lnTo>
                <a:lnTo>
                  <a:pt x="10643" y="742"/>
                </a:lnTo>
                <a:lnTo>
                  <a:pt x="12874" y="1344"/>
                </a:lnTo>
                <a:lnTo>
                  <a:pt x="16200" y="2400"/>
                </a:lnTo>
                <a:lnTo>
                  <a:pt x="16994" y="4054"/>
                </a:lnTo>
                <a:lnTo>
                  <a:pt x="17685" y="5666"/>
                </a:lnTo>
                <a:lnTo>
                  <a:pt x="18284" y="7260"/>
                </a:lnTo>
                <a:lnTo>
                  <a:pt x="18792" y="8856"/>
                </a:lnTo>
                <a:lnTo>
                  <a:pt x="19224" y="10478"/>
                </a:lnTo>
                <a:lnTo>
                  <a:pt x="19575" y="12149"/>
                </a:lnTo>
                <a:lnTo>
                  <a:pt x="19732" y="12833"/>
                </a:lnTo>
                <a:lnTo>
                  <a:pt x="20207" y="14892"/>
                </a:lnTo>
                <a:lnTo>
                  <a:pt x="20579" y="16567"/>
                </a:lnTo>
                <a:lnTo>
                  <a:pt x="20930" y="18245"/>
                </a:lnTo>
                <a:lnTo>
                  <a:pt x="21271" y="19922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8446" y="20393"/>
                </a:lnTo>
                <a:lnTo>
                  <a:pt x="6431" y="19133"/>
                </a:lnTo>
                <a:lnTo>
                  <a:pt x="4720" y="17818"/>
                </a:lnTo>
                <a:lnTo>
                  <a:pt x="3262" y="16450"/>
                </a:lnTo>
                <a:lnTo>
                  <a:pt x="2014" y="15024"/>
                </a:lnTo>
                <a:lnTo>
                  <a:pt x="945" y="13541"/>
                </a:lnTo>
                <a:lnTo>
                  <a:pt x="0" y="12000"/>
                </a:lnTo>
                <a:lnTo>
                  <a:pt x="313" y="10452"/>
                </a:lnTo>
                <a:lnTo>
                  <a:pt x="740" y="8928"/>
                </a:lnTo>
                <a:lnTo>
                  <a:pt x="1280" y="7423"/>
                </a:lnTo>
                <a:lnTo>
                  <a:pt x="1928" y="5935"/>
                </a:lnTo>
                <a:lnTo>
                  <a:pt x="2668" y="4452"/>
                </a:lnTo>
                <a:lnTo>
                  <a:pt x="3499" y="2974"/>
                </a:lnTo>
                <a:lnTo>
                  <a:pt x="4412" y="1490"/>
                </a:lnTo>
                <a:lnTo>
                  <a:pt x="5400" y="0"/>
                </a:lnTo>
                <a:close/>
              </a:path>
            </a:pathLst>
          </a:custGeom>
          <a:solidFill>
            <a:srgbClr val="E4E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6" name="contour_10714"/>
          <p:cNvSpPr/>
          <p:nvPr/>
        </p:nvSpPr>
        <p:spPr>
          <a:xfrm>
            <a:off x="4536217" y="4795498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113" y="1367"/>
                </a:lnTo>
                <a:lnTo>
                  <a:pt x="11487" y="2717"/>
                </a:lnTo>
                <a:lnTo>
                  <a:pt x="12757" y="4059"/>
                </a:lnTo>
                <a:lnTo>
                  <a:pt x="13932" y="5394"/>
                </a:lnTo>
                <a:lnTo>
                  <a:pt x="15021" y="6728"/>
                </a:lnTo>
                <a:lnTo>
                  <a:pt x="16027" y="8065"/>
                </a:lnTo>
                <a:lnTo>
                  <a:pt x="16947" y="9411"/>
                </a:lnTo>
                <a:lnTo>
                  <a:pt x="17798" y="10768"/>
                </a:lnTo>
                <a:lnTo>
                  <a:pt x="18576" y="12144"/>
                </a:lnTo>
                <a:lnTo>
                  <a:pt x="19293" y="13541"/>
                </a:lnTo>
                <a:lnTo>
                  <a:pt x="19945" y="14964"/>
                </a:lnTo>
                <a:lnTo>
                  <a:pt x="20546" y="16418"/>
                </a:lnTo>
                <a:lnTo>
                  <a:pt x="21095" y="17909"/>
                </a:lnTo>
                <a:lnTo>
                  <a:pt x="21600" y="19440"/>
                </a:lnTo>
                <a:lnTo>
                  <a:pt x="18645" y="20105"/>
                </a:lnTo>
                <a:lnTo>
                  <a:pt x="16494" y="20550"/>
                </a:lnTo>
                <a:lnTo>
                  <a:pt x="14524" y="20879"/>
                </a:lnTo>
                <a:lnTo>
                  <a:pt x="12113" y="21194"/>
                </a:lnTo>
                <a:lnTo>
                  <a:pt x="8640" y="21600"/>
                </a:lnTo>
                <a:lnTo>
                  <a:pt x="5620" y="20393"/>
                </a:lnTo>
                <a:lnTo>
                  <a:pt x="3711" y="19542"/>
                </a:lnTo>
                <a:lnTo>
                  <a:pt x="2108" y="18639"/>
                </a:lnTo>
                <a:lnTo>
                  <a:pt x="0" y="17280"/>
                </a:lnTo>
                <a:lnTo>
                  <a:pt x="2277" y="17012"/>
                </a:lnTo>
                <a:lnTo>
                  <a:pt x="4588" y="16740"/>
                </a:lnTo>
                <a:lnTo>
                  <a:pt x="6601" y="15936"/>
                </a:lnTo>
                <a:lnTo>
                  <a:pt x="8640" y="15120"/>
                </a:lnTo>
                <a:lnTo>
                  <a:pt x="8035" y="13839"/>
                </a:lnTo>
                <a:lnTo>
                  <a:pt x="7413" y="12560"/>
                </a:lnTo>
                <a:lnTo>
                  <a:pt x="6756" y="11286"/>
                </a:lnTo>
                <a:lnTo>
                  <a:pt x="6057" y="10018"/>
                </a:lnTo>
                <a:lnTo>
                  <a:pt x="5301" y="8759"/>
                </a:lnTo>
                <a:lnTo>
                  <a:pt x="4856" y="7160"/>
                </a:lnTo>
                <a:lnTo>
                  <a:pt x="4916" y="5679"/>
                </a:lnTo>
                <a:lnTo>
                  <a:pt x="5400" y="4268"/>
                </a:lnTo>
                <a:lnTo>
                  <a:pt x="6234" y="2884"/>
                </a:lnTo>
                <a:lnTo>
                  <a:pt x="7340" y="1475"/>
                </a:lnTo>
                <a:lnTo>
                  <a:pt x="8640" y="0"/>
                </a:lnTo>
                <a:close/>
              </a:path>
            </a:pathLst>
          </a:custGeom>
          <a:solidFill>
            <a:srgbClr val="DDB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7" name="contour_10715"/>
          <p:cNvSpPr/>
          <p:nvPr/>
        </p:nvSpPr>
        <p:spPr>
          <a:xfrm>
            <a:off x="2297660" y="4795498"/>
            <a:ext cx="44872" cy="441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1" y="0"/>
                </a:moveTo>
                <a:lnTo>
                  <a:pt x="1610" y="178"/>
                </a:lnTo>
                <a:lnTo>
                  <a:pt x="2582" y="346"/>
                </a:lnTo>
                <a:lnTo>
                  <a:pt x="3645" y="525"/>
                </a:lnTo>
                <a:lnTo>
                  <a:pt x="4971" y="750"/>
                </a:lnTo>
                <a:lnTo>
                  <a:pt x="6732" y="1049"/>
                </a:lnTo>
                <a:lnTo>
                  <a:pt x="9104" y="1449"/>
                </a:lnTo>
                <a:lnTo>
                  <a:pt x="12254" y="1984"/>
                </a:lnTo>
                <a:lnTo>
                  <a:pt x="16362" y="2680"/>
                </a:lnTo>
                <a:lnTo>
                  <a:pt x="21600" y="3569"/>
                </a:lnTo>
                <a:lnTo>
                  <a:pt x="19699" y="7338"/>
                </a:lnTo>
                <a:lnTo>
                  <a:pt x="18183" y="10318"/>
                </a:lnTo>
                <a:lnTo>
                  <a:pt x="16969" y="12656"/>
                </a:lnTo>
                <a:lnTo>
                  <a:pt x="15962" y="14498"/>
                </a:lnTo>
                <a:lnTo>
                  <a:pt x="15082" y="15989"/>
                </a:lnTo>
                <a:lnTo>
                  <a:pt x="14240" y="17281"/>
                </a:lnTo>
                <a:lnTo>
                  <a:pt x="13349" y="18520"/>
                </a:lnTo>
                <a:lnTo>
                  <a:pt x="12324" y="19848"/>
                </a:lnTo>
                <a:lnTo>
                  <a:pt x="11075" y="21414"/>
                </a:lnTo>
                <a:lnTo>
                  <a:pt x="8150" y="21600"/>
                </a:lnTo>
                <a:lnTo>
                  <a:pt x="6139" y="21507"/>
                </a:lnTo>
                <a:lnTo>
                  <a:pt x="4540" y="20965"/>
                </a:lnTo>
                <a:lnTo>
                  <a:pt x="2845" y="19801"/>
                </a:lnTo>
                <a:lnTo>
                  <a:pt x="551" y="17845"/>
                </a:lnTo>
                <a:lnTo>
                  <a:pt x="225" y="15236"/>
                </a:lnTo>
                <a:lnTo>
                  <a:pt x="49" y="12702"/>
                </a:lnTo>
                <a:lnTo>
                  <a:pt x="0" y="10215"/>
                </a:lnTo>
                <a:lnTo>
                  <a:pt x="49" y="7734"/>
                </a:lnTo>
                <a:lnTo>
                  <a:pt x="175" y="5229"/>
                </a:lnTo>
                <a:lnTo>
                  <a:pt x="351" y="2663"/>
                </a:lnTo>
                <a:lnTo>
                  <a:pt x="551" y="0"/>
                </a:lnTo>
                <a:close/>
              </a:path>
            </a:pathLst>
          </a:custGeom>
          <a:solidFill>
            <a:srgbClr val="F3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8" name="contour_10716"/>
          <p:cNvSpPr/>
          <p:nvPr/>
        </p:nvSpPr>
        <p:spPr>
          <a:xfrm>
            <a:off x="2313380" y="4802786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184" y="2684"/>
                </a:lnTo>
                <a:lnTo>
                  <a:pt x="12374" y="4768"/>
                </a:lnTo>
                <a:lnTo>
                  <a:pt x="13229" y="6407"/>
                </a:lnTo>
                <a:lnTo>
                  <a:pt x="13800" y="7762"/>
                </a:lnTo>
                <a:lnTo>
                  <a:pt x="14148" y="8991"/>
                </a:lnTo>
                <a:lnTo>
                  <a:pt x="14326" y="10252"/>
                </a:lnTo>
                <a:lnTo>
                  <a:pt x="14390" y="11702"/>
                </a:lnTo>
                <a:lnTo>
                  <a:pt x="14400" y="13500"/>
                </a:lnTo>
                <a:lnTo>
                  <a:pt x="15826" y="14035"/>
                </a:lnTo>
                <a:lnTo>
                  <a:pt x="17256" y="14572"/>
                </a:lnTo>
                <a:lnTo>
                  <a:pt x="18691" y="15109"/>
                </a:lnTo>
                <a:lnTo>
                  <a:pt x="20138" y="15652"/>
                </a:lnTo>
                <a:lnTo>
                  <a:pt x="21600" y="16200"/>
                </a:lnTo>
                <a:lnTo>
                  <a:pt x="19956" y="16610"/>
                </a:lnTo>
                <a:lnTo>
                  <a:pt x="18310" y="17023"/>
                </a:lnTo>
                <a:lnTo>
                  <a:pt x="16663" y="17434"/>
                </a:lnTo>
                <a:lnTo>
                  <a:pt x="15014" y="17847"/>
                </a:lnTo>
                <a:lnTo>
                  <a:pt x="13363" y="18260"/>
                </a:lnTo>
                <a:lnTo>
                  <a:pt x="11710" y="18673"/>
                </a:lnTo>
                <a:lnTo>
                  <a:pt x="10051" y="19086"/>
                </a:lnTo>
                <a:lnTo>
                  <a:pt x="8390" y="19502"/>
                </a:lnTo>
                <a:lnTo>
                  <a:pt x="6725" y="19918"/>
                </a:lnTo>
                <a:lnTo>
                  <a:pt x="5052" y="20336"/>
                </a:lnTo>
                <a:lnTo>
                  <a:pt x="3374" y="20758"/>
                </a:lnTo>
                <a:lnTo>
                  <a:pt x="1692" y="21176"/>
                </a:lnTo>
                <a:lnTo>
                  <a:pt x="0" y="21600"/>
                </a:lnTo>
                <a:lnTo>
                  <a:pt x="732" y="19956"/>
                </a:lnTo>
                <a:lnTo>
                  <a:pt x="1462" y="18309"/>
                </a:lnTo>
                <a:lnTo>
                  <a:pt x="2194" y="16662"/>
                </a:lnTo>
                <a:lnTo>
                  <a:pt x="2928" y="15015"/>
                </a:lnTo>
                <a:lnTo>
                  <a:pt x="3660" y="13362"/>
                </a:lnTo>
                <a:lnTo>
                  <a:pt x="4397" y="11710"/>
                </a:lnTo>
                <a:lnTo>
                  <a:pt x="5134" y="10052"/>
                </a:lnTo>
                <a:lnTo>
                  <a:pt x="5870" y="8392"/>
                </a:lnTo>
                <a:lnTo>
                  <a:pt x="6612" y="6723"/>
                </a:lnTo>
                <a:lnTo>
                  <a:pt x="7354" y="5052"/>
                </a:lnTo>
                <a:lnTo>
                  <a:pt x="8100" y="3375"/>
                </a:lnTo>
                <a:lnTo>
                  <a:pt x="8849" y="1690"/>
                </a:lnTo>
                <a:lnTo>
                  <a:pt x="9600" y="0"/>
                </a:lnTo>
                <a:close/>
              </a:path>
            </a:pathLst>
          </a:custGeom>
          <a:solidFill>
            <a:srgbClr val="E7E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19" name="contour_10717"/>
          <p:cNvSpPr/>
          <p:nvPr/>
        </p:nvSpPr>
        <p:spPr>
          <a:xfrm>
            <a:off x="4251986" y="4802786"/>
            <a:ext cx="65592" cy="297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77" y="238"/>
                </a:lnTo>
                <a:lnTo>
                  <a:pt x="3154" y="492"/>
                </a:lnTo>
                <a:lnTo>
                  <a:pt x="4728" y="762"/>
                </a:lnTo>
                <a:lnTo>
                  <a:pt x="6302" y="1048"/>
                </a:lnTo>
                <a:lnTo>
                  <a:pt x="7877" y="1344"/>
                </a:lnTo>
                <a:lnTo>
                  <a:pt x="9451" y="1651"/>
                </a:lnTo>
                <a:lnTo>
                  <a:pt x="10126" y="1747"/>
                </a:lnTo>
                <a:lnTo>
                  <a:pt x="12163" y="2017"/>
                </a:lnTo>
                <a:lnTo>
                  <a:pt x="13469" y="2313"/>
                </a:lnTo>
                <a:lnTo>
                  <a:pt x="14486" y="2636"/>
                </a:lnTo>
                <a:lnTo>
                  <a:pt x="15557" y="3133"/>
                </a:lnTo>
                <a:lnTo>
                  <a:pt x="17016" y="3964"/>
                </a:lnTo>
                <a:lnTo>
                  <a:pt x="19200" y="5293"/>
                </a:lnTo>
                <a:lnTo>
                  <a:pt x="20088" y="9342"/>
                </a:lnTo>
                <a:lnTo>
                  <a:pt x="20657" y="12189"/>
                </a:lnTo>
                <a:lnTo>
                  <a:pt x="21022" y="14603"/>
                </a:lnTo>
                <a:lnTo>
                  <a:pt x="21298" y="17345"/>
                </a:lnTo>
                <a:lnTo>
                  <a:pt x="21600" y="21171"/>
                </a:lnTo>
                <a:lnTo>
                  <a:pt x="19762" y="21425"/>
                </a:lnTo>
                <a:lnTo>
                  <a:pt x="17990" y="21579"/>
                </a:lnTo>
                <a:lnTo>
                  <a:pt x="16274" y="21600"/>
                </a:lnTo>
                <a:lnTo>
                  <a:pt x="14604" y="21489"/>
                </a:lnTo>
                <a:lnTo>
                  <a:pt x="12972" y="21230"/>
                </a:lnTo>
                <a:lnTo>
                  <a:pt x="11364" y="20801"/>
                </a:lnTo>
                <a:lnTo>
                  <a:pt x="9773" y="20192"/>
                </a:lnTo>
                <a:lnTo>
                  <a:pt x="8184" y="19388"/>
                </a:lnTo>
                <a:lnTo>
                  <a:pt x="6593" y="18377"/>
                </a:lnTo>
                <a:lnTo>
                  <a:pt x="4982" y="17138"/>
                </a:lnTo>
                <a:lnTo>
                  <a:pt x="3348" y="15661"/>
                </a:lnTo>
                <a:lnTo>
                  <a:pt x="1678" y="13936"/>
                </a:lnTo>
                <a:lnTo>
                  <a:pt x="845" y="12274"/>
                </a:lnTo>
                <a:lnTo>
                  <a:pt x="0" y="10586"/>
                </a:lnTo>
                <a:lnTo>
                  <a:pt x="0" y="7087"/>
                </a:lnTo>
                <a:lnTo>
                  <a:pt x="0" y="3567"/>
                </a:lnTo>
                <a:lnTo>
                  <a:pt x="0" y="0"/>
                </a:lnTo>
                <a:close/>
              </a:path>
            </a:pathLst>
          </a:custGeom>
          <a:solidFill>
            <a:srgbClr val="E2D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0" name="contour_10718"/>
          <p:cNvSpPr/>
          <p:nvPr/>
        </p:nvSpPr>
        <p:spPr>
          <a:xfrm>
            <a:off x="11394217" y="4766346"/>
            <a:ext cx="65592" cy="592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1315"/>
                </a:lnTo>
                <a:lnTo>
                  <a:pt x="16778" y="2634"/>
                </a:lnTo>
                <a:lnTo>
                  <a:pt x="17974" y="3957"/>
                </a:lnTo>
                <a:lnTo>
                  <a:pt x="19174" y="5286"/>
                </a:lnTo>
                <a:lnTo>
                  <a:pt x="20381" y="6622"/>
                </a:lnTo>
                <a:lnTo>
                  <a:pt x="21600" y="7972"/>
                </a:lnTo>
                <a:lnTo>
                  <a:pt x="20014" y="7972"/>
                </a:lnTo>
                <a:lnTo>
                  <a:pt x="18418" y="7972"/>
                </a:lnTo>
                <a:lnTo>
                  <a:pt x="16800" y="7972"/>
                </a:lnTo>
                <a:lnTo>
                  <a:pt x="16800" y="9851"/>
                </a:lnTo>
                <a:lnTo>
                  <a:pt x="16800" y="11733"/>
                </a:lnTo>
                <a:lnTo>
                  <a:pt x="16800" y="13620"/>
                </a:lnTo>
                <a:lnTo>
                  <a:pt x="16800" y="15514"/>
                </a:lnTo>
                <a:lnTo>
                  <a:pt x="16800" y="17417"/>
                </a:lnTo>
                <a:lnTo>
                  <a:pt x="16800" y="19331"/>
                </a:lnTo>
                <a:lnTo>
                  <a:pt x="16800" y="21260"/>
                </a:lnTo>
                <a:lnTo>
                  <a:pt x="14954" y="21515"/>
                </a:lnTo>
                <a:lnTo>
                  <a:pt x="13277" y="21600"/>
                </a:lnTo>
                <a:lnTo>
                  <a:pt x="11702" y="21480"/>
                </a:lnTo>
                <a:lnTo>
                  <a:pt x="10171" y="21114"/>
                </a:lnTo>
                <a:lnTo>
                  <a:pt x="8621" y="20463"/>
                </a:lnTo>
                <a:lnTo>
                  <a:pt x="6984" y="19485"/>
                </a:lnTo>
                <a:lnTo>
                  <a:pt x="5798" y="18480"/>
                </a:lnTo>
                <a:lnTo>
                  <a:pt x="4620" y="17468"/>
                </a:lnTo>
                <a:lnTo>
                  <a:pt x="3451" y="16442"/>
                </a:lnTo>
                <a:lnTo>
                  <a:pt x="2294" y="15405"/>
                </a:lnTo>
                <a:lnTo>
                  <a:pt x="1142" y="14353"/>
                </a:lnTo>
                <a:lnTo>
                  <a:pt x="0" y="13287"/>
                </a:lnTo>
                <a:lnTo>
                  <a:pt x="1260" y="13519"/>
                </a:lnTo>
                <a:lnTo>
                  <a:pt x="2542" y="13755"/>
                </a:lnTo>
                <a:lnTo>
                  <a:pt x="4212" y="13925"/>
                </a:lnTo>
                <a:lnTo>
                  <a:pt x="5786" y="14037"/>
                </a:lnTo>
                <a:lnTo>
                  <a:pt x="7308" y="14058"/>
                </a:lnTo>
                <a:lnTo>
                  <a:pt x="8822" y="13960"/>
                </a:lnTo>
                <a:lnTo>
                  <a:pt x="10370" y="13713"/>
                </a:lnTo>
                <a:lnTo>
                  <a:pt x="12000" y="13287"/>
                </a:lnTo>
                <a:lnTo>
                  <a:pt x="12653" y="11677"/>
                </a:lnTo>
                <a:lnTo>
                  <a:pt x="13166" y="10067"/>
                </a:lnTo>
                <a:lnTo>
                  <a:pt x="13565" y="8448"/>
                </a:lnTo>
                <a:lnTo>
                  <a:pt x="13862" y="6816"/>
                </a:lnTo>
                <a:lnTo>
                  <a:pt x="14076" y="5161"/>
                </a:lnTo>
                <a:lnTo>
                  <a:pt x="14227" y="3479"/>
                </a:lnTo>
                <a:lnTo>
                  <a:pt x="14328" y="1762"/>
                </a:lnTo>
                <a:lnTo>
                  <a:pt x="14400" y="0"/>
                </a:lnTo>
                <a:close/>
              </a:path>
            </a:pathLst>
          </a:custGeom>
          <a:solidFill>
            <a:srgbClr val="EC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1" name="contour_10719"/>
          <p:cNvSpPr/>
          <p:nvPr/>
        </p:nvSpPr>
        <p:spPr>
          <a:xfrm>
            <a:off x="2094740" y="4766346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6" y="2138"/>
                </a:lnTo>
                <a:lnTo>
                  <a:pt x="1071" y="4285"/>
                </a:lnTo>
                <a:lnTo>
                  <a:pt x="1614" y="6450"/>
                </a:lnTo>
                <a:lnTo>
                  <a:pt x="2160" y="8640"/>
                </a:lnTo>
                <a:lnTo>
                  <a:pt x="3609" y="8817"/>
                </a:lnTo>
                <a:lnTo>
                  <a:pt x="5044" y="8891"/>
                </a:lnTo>
                <a:lnTo>
                  <a:pt x="6471" y="8878"/>
                </a:lnTo>
                <a:lnTo>
                  <a:pt x="7893" y="8800"/>
                </a:lnTo>
                <a:lnTo>
                  <a:pt x="9316" y="8662"/>
                </a:lnTo>
                <a:lnTo>
                  <a:pt x="10744" y="8489"/>
                </a:lnTo>
                <a:lnTo>
                  <a:pt x="12178" y="8299"/>
                </a:lnTo>
                <a:lnTo>
                  <a:pt x="13627" y="8100"/>
                </a:lnTo>
                <a:lnTo>
                  <a:pt x="15187" y="8368"/>
                </a:lnTo>
                <a:lnTo>
                  <a:pt x="16358" y="8800"/>
                </a:lnTo>
                <a:lnTo>
                  <a:pt x="17364" y="9651"/>
                </a:lnTo>
                <a:lnTo>
                  <a:pt x="18425" y="11180"/>
                </a:lnTo>
                <a:lnTo>
                  <a:pt x="19764" y="13638"/>
                </a:lnTo>
                <a:lnTo>
                  <a:pt x="21600" y="17280"/>
                </a:lnTo>
                <a:lnTo>
                  <a:pt x="20174" y="17565"/>
                </a:lnTo>
                <a:lnTo>
                  <a:pt x="18749" y="17850"/>
                </a:lnTo>
                <a:lnTo>
                  <a:pt x="17321" y="18135"/>
                </a:lnTo>
                <a:lnTo>
                  <a:pt x="15893" y="18420"/>
                </a:lnTo>
                <a:lnTo>
                  <a:pt x="14463" y="18706"/>
                </a:lnTo>
                <a:lnTo>
                  <a:pt x="13033" y="18995"/>
                </a:lnTo>
                <a:lnTo>
                  <a:pt x="11599" y="19280"/>
                </a:lnTo>
                <a:lnTo>
                  <a:pt x="10163" y="19570"/>
                </a:lnTo>
                <a:lnTo>
                  <a:pt x="8722" y="19855"/>
                </a:lnTo>
                <a:lnTo>
                  <a:pt x="7279" y="20144"/>
                </a:lnTo>
                <a:lnTo>
                  <a:pt x="5834" y="20434"/>
                </a:lnTo>
                <a:lnTo>
                  <a:pt x="4383" y="20723"/>
                </a:lnTo>
                <a:lnTo>
                  <a:pt x="2927" y="21017"/>
                </a:lnTo>
                <a:lnTo>
                  <a:pt x="1467" y="21306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AC97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2" name="contour_10720"/>
          <p:cNvSpPr/>
          <p:nvPr/>
        </p:nvSpPr>
        <p:spPr>
          <a:xfrm>
            <a:off x="2568460" y="4766346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346" y="2376"/>
                </a:lnTo>
                <a:lnTo>
                  <a:pt x="19791" y="4756"/>
                </a:lnTo>
                <a:lnTo>
                  <a:pt x="20239" y="7146"/>
                </a:lnTo>
                <a:lnTo>
                  <a:pt x="20690" y="9547"/>
                </a:lnTo>
                <a:lnTo>
                  <a:pt x="21144" y="11963"/>
                </a:lnTo>
                <a:lnTo>
                  <a:pt x="21600" y="14400"/>
                </a:lnTo>
                <a:lnTo>
                  <a:pt x="19899" y="15048"/>
                </a:lnTo>
                <a:lnTo>
                  <a:pt x="18198" y="15696"/>
                </a:lnTo>
                <a:lnTo>
                  <a:pt x="16494" y="16344"/>
                </a:lnTo>
                <a:lnTo>
                  <a:pt x="14788" y="16996"/>
                </a:lnTo>
                <a:lnTo>
                  <a:pt x="13076" y="17647"/>
                </a:lnTo>
                <a:lnTo>
                  <a:pt x="11364" y="18299"/>
                </a:lnTo>
                <a:lnTo>
                  <a:pt x="9644" y="18954"/>
                </a:lnTo>
                <a:lnTo>
                  <a:pt x="7919" y="19613"/>
                </a:lnTo>
                <a:lnTo>
                  <a:pt x="6188" y="20272"/>
                </a:lnTo>
                <a:lnTo>
                  <a:pt x="4447" y="20934"/>
                </a:lnTo>
                <a:lnTo>
                  <a:pt x="2700" y="21600"/>
                </a:lnTo>
                <a:lnTo>
                  <a:pt x="2254" y="19224"/>
                </a:lnTo>
                <a:lnTo>
                  <a:pt x="1809" y="16844"/>
                </a:lnTo>
                <a:lnTo>
                  <a:pt x="1361" y="14454"/>
                </a:lnTo>
                <a:lnTo>
                  <a:pt x="910" y="12053"/>
                </a:lnTo>
                <a:lnTo>
                  <a:pt x="456" y="9637"/>
                </a:lnTo>
                <a:lnTo>
                  <a:pt x="0" y="7200"/>
                </a:lnTo>
                <a:lnTo>
                  <a:pt x="1372" y="7326"/>
                </a:lnTo>
                <a:lnTo>
                  <a:pt x="2762" y="7452"/>
                </a:lnTo>
                <a:lnTo>
                  <a:pt x="6059" y="7621"/>
                </a:lnTo>
                <a:lnTo>
                  <a:pt x="8589" y="7697"/>
                </a:lnTo>
                <a:lnTo>
                  <a:pt x="10519" y="7628"/>
                </a:lnTo>
                <a:lnTo>
                  <a:pt x="12018" y="7376"/>
                </a:lnTo>
                <a:lnTo>
                  <a:pt x="13252" y="6890"/>
                </a:lnTo>
                <a:lnTo>
                  <a:pt x="14388" y="6131"/>
                </a:lnTo>
                <a:lnTo>
                  <a:pt x="15598" y="5047"/>
                </a:lnTo>
                <a:lnTo>
                  <a:pt x="17042" y="3600"/>
                </a:lnTo>
                <a:lnTo>
                  <a:pt x="17963" y="1814"/>
                </a:lnTo>
                <a:lnTo>
                  <a:pt x="18900" y="0"/>
                </a:lnTo>
                <a:close/>
              </a:path>
            </a:pathLst>
          </a:custGeom>
          <a:solidFill>
            <a:srgbClr val="E7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3" name="contour_10721"/>
          <p:cNvSpPr/>
          <p:nvPr/>
        </p:nvSpPr>
        <p:spPr>
          <a:xfrm>
            <a:off x="10927786" y="4737194"/>
            <a:ext cx="72107" cy="38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8" y="0"/>
                </a:moveTo>
                <a:lnTo>
                  <a:pt x="20508" y="2508"/>
                </a:lnTo>
                <a:lnTo>
                  <a:pt x="21098" y="4714"/>
                </a:lnTo>
                <a:lnTo>
                  <a:pt x="21449" y="6821"/>
                </a:lnTo>
                <a:lnTo>
                  <a:pt x="21600" y="9034"/>
                </a:lnTo>
                <a:lnTo>
                  <a:pt x="21578" y="11551"/>
                </a:lnTo>
                <a:lnTo>
                  <a:pt x="21421" y="14575"/>
                </a:lnTo>
                <a:lnTo>
                  <a:pt x="20836" y="16518"/>
                </a:lnTo>
                <a:lnTo>
                  <a:pt x="20246" y="18474"/>
                </a:lnTo>
                <a:lnTo>
                  <a:pt x="19648" y="20458"/>
                </a:lnTo>
                <a:lnTo>
                  <a:pt x="18229" y="21035"/>
                </a:lnTo>
                <a:lnTo>
                  <a:pt x="16815" y="21391"/>
                </a:lnTo>
                <a:lnTo>
                  <a:pt x="15404" y="21567"/>
                </a:lnTo>
                <a:lnTo>
                  <a:pt x="13992" y="21600"/>
                </a:lnTo>
                <a:lnTo>
                  <a:pt x="12571" y="21526"/>
                </a:lnTo>
                <a:lnTo>
                  <a:pt x="11138" y="21391"/>
                </a:lnTo>
                <a:lnTo>
                  <a:pt x="9689" y="21228"/>
                </a:lnTo>
                <a:lnTo>
                  <a:pt x="8294" y="21142"/>
                </a:lnTo>
                <a:lnTo>
                  <a:pt x="6877" y="21056"/>
                </a:lnTo>
                <a:lnTo>
                  <a:pt x="5502" y="20962"/>
                </a:lnTo>
                <a:lnTo>
                  <a:pt x="4126" y="20851"/>
                </a:lnTo>
                <a:lnTo>
                  <a:pt x="2751" y="20728"/>
                </a:lnTo>
                <a:lnTo>
                  <a:pt x="1375" y="20598"/>
                </a:lnTo>
                <a:lnTo>
                  <a:pt x="0" y="20458"/>
                </a:lnTo>
                <a:lnTo>
                  <a:pt x="0" y="17754"/>
                </a:lnTo>
                <a:lnTo>
                  <a:pt x="0" y="15033"/>
                </a:lnTo>
                <a:lnTo>
                  <a:pt x="0" y="12275"/>
                </a:lnTo>
                <a:lnTo>
                  <a:pt x="1054" y="12075"/>
                </a:lnTo>
                <a:lnTo>
                  <a:pt x="2113" y="11874"/>
                </a:lnTo>
                <a:lnTo>
                  <a:pt x="3190" y="11669"/>
                </a:lnTo>
                <a:lnTo>
                  <a:pt x="4569" y="11363"/>
                </a:lnTo>
                <a:lnTo>
                  <a:pt x="5960" y="11052"/>
                </a:lnTo>
                <a:lnTo>
                  <a:pt x="7368" y="10741"/>
                </a:lnTo>
                <a:lnTo>
                  <a:pt x="8737" y="10454"/>
                </a:lnTo>
                <a:lnTo>
                  <a:pt x="10114" y="10168"/>
                </a:lnTo>
                <a:lnTo>
                  <a:pt x="11512" y="9877"/>
                </a:lnTo>
                <a:lnTo>
                  <a:pt x="13114" y="9067"/>
                </a:lnTo>
                <a:lnTo>
                  <a:pt x="14459" y="8171"/>
                </a:lnTo>
                <a:lnTo>
                  <a:pt x="15614" y="7120"/>
                </a:lnTo>
                <a:lnTo>
                  <a:pt x="16644" y="5843"/>
                </a:lnTo>
                <a:lnTo>
                  <a:pt x="17616" y="4280"/>
                </a:lnTo>
                <a:lnTo>
                  <a:pt x="18596" y="2353"/>
                </a:lnTo>
                <a:lnTo>
                  <a:pt x="19648" y="0"/>
                </a:lnTo>
                <a:close/>
              </a:path>
            </a:pathLst>
          </a:custGeom>
          <a:solidFill>
            <a:srgbClr val="8A8F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4" name="contour_10722"/>
          <p:cNvSpPr/>
          <p:nvPr/>
        </p:nvSpPr>
        <p:spPr>
          <a:xfrm>
            <a:off x="11357777" y="4751770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335"/>
                </a:lnTo>
                <a:lnTo>
                  <a:pt x="2673" y="670"/>
                </a:lnTo>
                <a:lnTo>
                  <a:pt x="4012" y="1004"/>
                </a:lnTo>
                <a:lnTo>
                  <a:pt x="5349" y="1339"/>
                </a:lnTo>
                <a:lnTo>
                  <a:pt x="6688" y="1674"/>
                </a:lnTo>
                <a:lnTo>
                  <a:pt x="8031" y="2009"/>
                </a:lnTo>
                <a:lnTo>
                  <a:pt x="9374" y="2344"/>
                </a:lnTo>
                <a:lnTo>
                  <a:pt x="10719" y="2678"/>
                </a:lnTo>
                <a:lnTo>
                  <a:pt x="12067" y="3019"/>
                </a:lnTo>
                <a:lnTo>
                  <a:pt x="13418" y="3353"/>
                </a:lnTo>
                <a:lnTo>
                  <a:pt x="14772" y="3694"/>
                </a:lnTo>
                <a:lnTo>
                  <a:pt x="16129" y="4034"/>
                </a:lnTo>
                <a:lnTo>
                  <a:pt x="17490" y="4374"/>
                </a:lnTo>
                <a:lnTo>
                  <a:pt x="18855" y="4714"/>
                </a:lnTo>
                <a:lnTo>
                  <a:pt x="20225" y="5054"/>
                </a:lnTo>
                <a:lnTo>
                  <a:pt x="21600" y="5400"/>
                </a:lnTo>
                <a:lnTo>
                  <a:pt x="21600" y="8078"/>
                </a:lnTo>
                <a:lnTo>
                  <a:pt x="21600" y="10800"/>
                </a:lnTo>
                <a:lnTo>
                  <a:pt x="20416" y="12161"/>
                </a:lnTo>
                <a:lnTo>
                  <a:pt x="19210" y="13349"/>
                </a:lnTo>
                <a:lnTo>
                  <a:pt x="17987" y="14391"/>
                </a:lnTo>
                <a:lnTo>
                  <a:pt x="16750" y="15331"/>
                </a:lnTo>
                <a:lnTo>
                  <a:pt x="15505" y="16205"/>
                </a:lnTo>
                <a:lnTo>
                  <a:pt x="14258" y="17042"/>
                </a:lnTo>
                <a:lnTo>
                  <a:pt x="13009" y="17885"/>
                </a:lnTo>
                <a:lnTo>
                  <a:pt x="11792" y="18895"/>
                </a:lnTo>
                <a:lnTo>
                  <a:pt x="10555" y="19921"/>
                </a:lnTo>
                <a:lnTo>
                  <a:pt x="9361" y="20709"/>
                </a:lnTo>
                <a:lnTo>
                  <a:pt x="8418" y="21190"/>
                </a:lnTo>
                <a:lnTo>
                  <a:pt x="7411" y="21443"/>
                </a:lnTo>
                <a:lnTo>
                  <a:pt x="6021" y="21557"/>
                </a:lnTo>
                <a:lnTo>
                  <a:pt x="3927" y="21600"/>
                </a:lnTo>
                <a:lnTo>
                  <a:pt x="3372" y="18544"/>
                </a:lnTo>
                <a:lnTo>
                  <a:pt x="2816" y="15487"/>
                </a:lnTo>
                <a:lnTo>
                  <a:pt x="2258" y="12420"/>
                </a:lnTo>
                <a:lnTo>
                  <a:pt x="1699" y="9342"/>
                </a:lnTo>
                <a:lnTo>
                  <a:pt x="1135" y="6248"/>
                </a:lnTo>
                <a:lnTo>
                  <a:pt x="569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6464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5" name="contour_10723"/>
          <p:cNvSpPr/>
          <p:nvPr/>
        </p:nvSpPr>
        <p:spPr>
          <a:xfrm>
            <a:off x="921374" y="4722618"/>
            <a:ext cx="36440" cy="45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89"/>
                </a:lnTo>
                <a:lnTo>
                  <a:pt x="2341" y="753"/>
                </a:lnTo>
                <a:lnTo>
                  <a:pt x="3646" y="1169"/>
                </a:lnTo>
                <a:lnTo>
                  <a:pt x="5374" y="1725"/>
                </a:lnTo>
                <a:lnTo>
                  <a:pt x="7780" y="2498"/>
                </a:lnTo>
                <a:lnTo>
                  <a:pt x="11115" y="3571"/>
                </a:lnTo>
                <a:lnTo>
                  <a:pt x="15638" y="5024"/>
                </a:lnTo>
                <a:lnTo>
                  <a:pt x="21600" y="6940"/>
                </a:lnTo>
                <a:lnTo>
                  <a:pt x="20948" y="11079"/>
                </a:lnTo>
                <a:lnTo>
                  <a:pt x="20425" y="13973"/>
                </a:lnTo>
                <a:lnTo>
                  <a:pt x="19920" y="16010"/>
                </a:lnTo>
                <a:lnTo>
                  <a:pt x="19306" y="17575"/>
                </a:lnTo>
                <a:lnTo>
                  <a:pt x="18468" y="19046"/>
                </a:lnTo>
                <a:lnTo>
                  <a:pt x="17280" y="20819"/>
                </a:lnTo>
                <a:lnTo>
                  <a:pt x="14282" y="21350"/>
                </a:lnTo>
                <a:lnTo>
                  <a:pt x="11478" y="21590"/>
                </a:lnTo>
                <a:lnTo>
                  <a:pt x="8761" y="21600"/>
                </a:lnTo>
                <a:lnTo>
                  <a:pt x="6018" y="21433"/>
                </a:lnTo>
                <a:lnTo>
                  <a:pt x="3132" y="21152"/>
                </a:lnTo>
                <a:lnTo>
                  <a:pt x="0" y="20819"/>
                </a:lnTo>
                <a:lnTo>
                  <a:pt x="0" y="18529"/>
                </a:lnTo>
                <a:lnTo>
                  <a:pt x="0" y="16236"/>
                </a:lnTo>
                <a:lnTo>
                  <a:pt x="0" y="13942"/>
                </a:lnTo>
                <a:lnTo>
                  <a:pt x="0" y="11641"/>
                </a:lnTo>
                <a:lnTo>
                  <a:pt x="0" y="9334"/>
                </a:lnTo>
                <a:lnTo>
                  <a:pt x="0" y="7016"/>
                </a:lnTo>
                <a:lnTo>
                  <a:pt x="0" y="4691"/>
                </a:lnTo>
                <a:lnTo>
                  <a:pt x="0" y="2353"/>
                </a:lnTo>
                <a:lnTo>
                  <a:pt x="0" y="0"/>
                </a:lnTo>
                <a:close/>
              </a:path>
            </a:pathLst>
          </a:custGeom>
          <a:solidFill>
            <a:srgbClr val="18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6" name="contour_10724"/>
          <p:cNvSpPr/>
          <p:nvPr/>
        </p:nvSpPr>
        <p:spPr>
          <a:xfrm>
            <a:off x="10242715" y="4708043"/>
            <a:ext cx="4564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49" y="0"/>
                </a:moveTo>
                <a:lnTo>
                  <a:pt x="5887" y="0"/>
                </a:lnTo>
                <a:lnTo>
                  <a:pt x="8329" y="0"/>
                </a:lnTo>
                <a:lnTo>
                  <a:pt x="10778" y="0"/>
                </a:lnTo>
                <a:lnTo>
                  <a:pt x="13237" y="0"/>
                </a:lnTo>
                <a:lnTo>
                  <a:pt x="15706" y="0"/>
                </a:lnTo>
                <a:lnTo>
                  <a:pt x="18189" y="0"/>
                </a:lnTo>
                <a:lnTo>
                  <a:pt x="20693" y="0"/>
                </a:lnTo>
                <a:lnTo>
                  <a:pt x="21196" y="3545"/>
                </a:lnTo>
                <a:lnTo>
                  <a:pt x="21497" y="6036"/>
                </a:lnTo>
                <a:lnTo>
                  <a:pt x="21600" y="7819"/>
                </a:lnTo>
                <a:lnTo>
                  <a:pt x="21497" y="9236"/>
                </a:lnTo>
                <a:lnTo>
                  <a:pt x="21196" y="10630"/>
                </a:lnTo>
                <a:lnTo>
                  <a:pt x="20693" y="12343"/>
                </a:lnTo>
                <a:lnTo>
                  <a:pt x="17506" y="13287"/>
                </a:lnTo>
                <a:lnTo>
                  <a:pt x="15378" y="13886"/>
                </a:lnTo>
                <a:lnTo>
                  <a:pt x="13819" y="14256"/>
                </a:lnTo>
                <a:lnTo>
                  <a:pt x="12333" y="14509"/>
                </a:lnTo>
                <a:lnTo>
                  <a:pt x="10426" y="14765"/>
                </a:lnTo>
                <a:lnTo>
                  <a:pt x="8136" y="15355"/>
                </a:lnTo>
                <a:lnTo>
                  <a:pt x="6198" y="16178"/>
                </a:lnTo>
                <a:lnTo>
                  <a:pt x="4508" y="17228"/>
                </a:lnTo>
                <a:lnTo>
                  <a:pt x="2980" y="18490"/>
                </a:lnTo>
                <a:lnTo>
                  <a:pt x="1507" y="19949"/>
                </a:lnTo>
                <a:lnTo>
                  <a:pt x="0" y="21600"/>
                </a:lnTo>
                <a:lnTo>
                  <a:pt x="0" y="19563"/>
                </a:lnTo>
                <a:lnTo>
                  <a:pt x="0" y="17524"/>
                </a:lnTo>
                <a:lnTo>
                  <a:pt x="0" y="15475"/>
                </a:lnTo>
                <a:lnTo>
                  <a:pt x="0" y="13417"/>
                </a:lnTo>
                <a:lnTo>
                  <a:pt x="0" y="11346"/>
                </a:lnTo>
                <a:lnTo>
                  <a:pt x="0" y="9257"/>
                </a:lnTo>
                <a:lnTo>
                  <a:pt x="2276" y="9257"/>
                </a:lnTo>
                <a:lnTo>
                  <a:pt x="4556" y="9257"/>
                </a:lnTo>
                <a:lnTo>
                  <a:pt x="6846" y="9257"/>
                </a:lnTo>
                <a:lnTo>
                  <a:pt x="9146" y="9257"/>
                </a:lnTo>
                <a:lnTo>
                  <a:pt x="11460" y="9257"/>
                </a:lnTo>
                <a:lnTo>
                  <a:pt x="13795" y="9257"/>
                </a:lnTo>
                <a:lnTo>
                  <a:pt x="13795" y="7217"/>
                </a:lnTo>
                <a:lnTo>
                  <a:pt x="13795" y="5165"/>
                </a:lnTo>
                <a:lnTo>
                  <a:pt x="13795" y="3086"/>
                </a:lnTo>
                <a:lnTo>
                  <a:pt x="11229" y="2135"/>
                </a:lnTo>
                <a:lnTo>
                  <a:pt x="9408" y="1500"/>
                </a:lnTo>
                <a:lnTo>
                  <a:pt x="7836" y="1031"/>
                </a:lnTo>
                <a:lnTo>
                  <a:pt x="6015" y="580"/>
                </a:lnTo>
                <a:lnTo>
                  <a:pt x="3449" y="0"/>
                </a:lnTo>
                <a:close/>
              </a:path>
            </a:pathLst>
          </a:custGeom>
          <a:solidFill>
            <a:srgbClr val="A8AC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7" name="contour_10725"/>
          <p:cNvSpPr/>
          <p:nvPr/>
        </p:nvSpPr>
        <p:spPr>
          <a:xfrm>
            <a:off x="8376989" y="4722618"/>
            <a:ext cx="51016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09" y="224"/>
                </a:lnTo>
                <a:lnTo>
                  <a:pt x="3981" y="498"/>
                </a:lnTo>
                <a:lnTo>
                  <a:pt x="5921" y="837"/>
                </a:lnTo>
                <a:lnTo>
                  <a:pt x="7841" y="1261"/>
                </a:lnTo>
                <a:lnTo>
                  <a:pt x="9745" y="1780"/>
                </a:lnTo>
                <a:lnTo>
                  <a:pt x="11639" y="2412"/>
                </a:lnTo>
                <a:lnTo>
                  <a:pt x="13531" y="3176"/>
                </a:lnTo>
                <a:lnTo>
                  <a:pt x="15429" y="4082"/>
                </a:lnTo>
                <a:lnTo>
                  <a:pt x="16666" y="6245"/>
                </a:lnTo>
                <a:lnTo>
                  <a:pt x="17749" y="8441"/>
                </a:lnTo>
                <a:lnTo>
                  <a:pt x="18696" y="10682"/>
                </a:lnTo>
                <a:lnTo>
                  <a:pt x="19533" y="12984"/>
                </a:lnTo>
                <a:lnTo>
                  <a:pt x="20282" y="15359"/>
                </a:lnTo>
                <a:lnTo>
                  <a:pt x="20964" y="17833"/>
                </a:lnTo>
                <a:lnTo>
                  <a:pt x="21600" y="20408"/>
                </a:lnTo>
                <a:lnTo>
                  <a:pt x="19496" y="20780"/>
                </a:lnTo>
                <a:lnTo>
                  <a:pt x="17422" y="21102"/>
                </a:lnTo>
                <a:lnTo>
                  <a:pt x="15370" y="21363"/>
                </a:lnTo>
                <a:lnTo>
                  <a:pt x="13330" y="21535"/>
                </a:lnTo>
                <a:lnTo>
                  <a:pt x="11300" y="21600"/>
                </a:lnTo>
                <a:lnTo>
                  <a:pt x="9269" y="21543"/>
                </a:lnTo>
                <a:lnTo>
                  <a:pt x="7227" y="21339"/>
                </a:lnTo>
                <a:lnTo>
                  <a:pt x="5169" y="20967"/>
                </a:lnTo>
                <a:lnTo>
                  <a:pt x="3086" y="20408"/>
                </a:lnTo>
                <a:lnTo>
                  <a:pt x="2157" y="17943"/>
                </a:lnTo>
                <a:lnTo>
                  <a:pt x="1435" y="15486"/>
                </a:lnTo>
                <a:lnTo>
                  <a:pt x="898" y="13020"/>
                </a:lnTo>
                <a:lnTo>
                  <a:pt x="515" y="10531"/>
                </a:lnTo>
                <a:lnTo>
                  <a:pt x="262" y="8000"/>
                </a:lnTo>
                <a:lnTo>
                  <a:pt x="108" y="5408"/>
                </a:lnTo>
                <a:lnTo>
                  <a:pt x="31" y="2747"/>
                </a:lnTo>
                <a:lnTo>
                  <a:pt x="0" y="0"/>
                </a:lnTo>
                <a:close/>
              </a:path>
            </a:pathLst>
          </a:custGeom>
          <a:solidFill>
            <a:srgbClr val="E5C7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8" name="contour_10726"/>
          <p:cNvSpPr/>
          <p:nvPr/>
        </p:nvSpPr>
        <p:spPr>
          <a:xfrm>
            <a:off x="11036800" y="4664315"/>
            <a:ext cx="3773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0" y="0"/>
                </a:moveTo>
                <a:lnTo>
                  <a:pt x="9905" y="1171"/>
                </a:lnTo>
                <a:lnTo>
                  <a:pt x="10798" y="2062"/>
                </a:lnTo>
                <a:lnTo>
                  <a:pt x="11599" y="3122"/>
                </a:lnTo>
                <a:lnTo>
                  <a:pt x="12692" y="4800"/>
                </a:lnTo>
                <a:lnTo>
                  <a:pt x="11783" y="6730"/>
                </a:lnTo>
                <a:lnTo>
                  <a:pt x="11111" y="8069"/>
                </a:lnTo>
                <a:lnTo>
                  <a:pt x="10477" y="9163"/>
                </a:lnTo>
                <a:lnTo>
                  <a:pt x="9680" y="10358"/>
                </a:lnTo>
                <a:lnTo>
                  <a:pt x="8520" y="12000"/>
                </a:lnTo>
                <a:lnTo>
                  <a:pt x="10589" y="12247"/>
                </a:lnTo>
                <a:lnTo>
                  <a:pt x="12667" y="12497"/>
                </a:lnTo>
                <a:lnTo>
                  <a:pt x="14778" y="12749"/>
                </a:lnTo>
                <a:lnTo>
                  <a:pt x="16848" y="13294"/>
                </a:lnTo>
                <a:lnTo>
                  <a:pt x="18926" y="13843"/>
                </a:lnTo>
                <a:lnTo>
                  <a:pt x="21037" y="14400"/>
                </a:lnTo>
                <a:lnTo>
                  <a:pt x="21412" y="16258"/>
                </a:lnTo>
                <a:lnTo>
                  <a:pt x="21600" y="17561"/>
                </a:lnTo>
                <a:lnTo>
                  <a:pt x="21600" y="18655"/>
                </a:lnTo>
                <a:lnTo>
                  <a:pt x="21412" y="19886"/>
                </a:lnTo>
                <a:lnTo>
                  <a:pt x="21037" y="21600"/>
                </a:lnTo>
                <a:lnTo>
                  <a:pt x="18283" y="21600"/>
                </a:lnTo>
                <a:lnTo>
                  <a:pt x="15525" y="21600"/>
                </a:lnTo>
                <a:lnTo>
                  <a:pt x="12755" y="21600"/>
                </a:lnTo>
                <a:lnTo>
                  <a:pt x="9972" y="21600"/>
                </a:lnTo>
                <a:lnTo>
                  <a:pt x="7172" y="21600"/>
                </a:lnTo>
                <a:lnTo>
                  <a:pt x="4348" y="21600"/>
                </a:lnTo>
                <a:lnTo>
                  <a:pt x="2925" y="18170"/>
                </a:lnTo>
                <a:lnTo>
                  <a:pt x="1802" y="15398"/>
                </a:lnTo>
                <a:lnTo>
                  <a:pt x="964" y="13181"/>
                </a:lnTo>
                <a:lnTo>
                  <a:pt x="392" y="11417"/>
                </a:lnTo>
                <a:lnTo>
                  <a:pt x="79" y="10003"/>
                </a:lnTo>
                <a:lnTo>
                  <a:pt x="0" y="8839"/>
                </a:lnTo>
                <a:lnTo>
                  <a:pt x="146" y="7822"/>
                </a:lnTo>
                <a:lnTo>
                  <a:pt x="497" y="6852"/>
                </a:lnTo>
                <a:lnTo>
                  <a:pt x="1039" y="5825"/>
                </a:lnTo>
                <a:lnTo>
                  <a:pt x="1757" y="4642"/>
                </a:lnTo>
                <a:lnTo>
                  <a:pt x="3175" y="3478"/>
                </a:lnTo>
                <a:lnTo>
                  <a:pt x="4352" y="2606"/>
                </a:lnTo>
                <a:lnTo>
                  <a:pt x="5920" y="1591"/>
                </a:lnTo>
                <a:lnTo>
                  <a:pt x="8520" y="0"/>
                </a:lnTo>
                <a:close/>
              </a:path>
            </a:pathLst>
          </a:custGeom>
          <a:solidFill>
            <a:srgbClr val="BFC2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29" name="contour_10727"/>
          <p:cNvSpPr/>
          <p:nvPr/>
        </p:nvSpPr>
        <p:spPr>
          <a:xfrm>
            <a:off x="10607114" y="4708043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05" y="302"/>
                </a:lnTo>
                <a:lnTo>
                  <a:pt x="11971" y="586"/>
                </a:lnTo>
                <a:lnTo>
                  <a:pt x="12623" y="910"/>
                </a:lnTo>
                <a:lnTo>
                  <a:pt x="13487" y="1342"/>
                </a:lnTo>
                <a:lnTo>
                  <a:pt x="14690" y="1944"/>
                </a:lnTo>
                <a:lnTo>
                  <a:pt x="16358" y="2778"/>
                </a:lnTo>
                <a:lnTo>
                  <a:pt x="18619" y="3910"/>
                </a:lnTo>
                <a:lnTo>
                  <a:pt x="21600" y="5400"/>
                </a:lnTo>
                <a:lnTo>
                  <a:pt x="21194" y="7409"/>
                </a:lnTo>
                <a:lnTo>
                  <a:pt x="20879" y="8834"/>
                </a:lnTo>
                <a:lnTo>
                  <a:pt x="20550" y="10066"/>
                </a:lnTo>
                <a:lnTo>
                  <a:pt x="20105" y="11491"/>
                </a:lnTo>
                <a:lnTo>
                  <a:pt x="19440" y="13500"/>
                </a:lnTo>
                <a:lnTo>
                  <a:pt x="18012" y="13500"/>
                </a:lnTo>
                <a:lnTo>
                  <a:pt x="16576" y="13500"/>
                </a:lnTo>
                <a:lnTo>
                  <a:pt x="15120" y="13500"/>
                </a:lnTo>
                <a:lnTo>
                  <a:pt x="15120" y="15104"/>
                </a:lnTo>
                <a:lnTo>
                  <a:pt x="15120" y="16713"/>
                </a:lnTo>
                <a:lnTo>
                  <a:pt x="15120" y="18328"/>
                </a:lnTo>
                <a:lnTo>
                  <a:pt x="15120" y="19956"/>
                </a:lnTo>
                <a:lnTo>
                  <a:pt x="15120" y="21600"/>
                </a:lnTo>
                <a:lnTo>
                  <a:pt x="13623" y="21600"/>
                </a:lnTo>
                <a:lnTo>
                  <a:pt x="12124" y="21600"/>
                </a:lnTo>
                <a:lnTo>
                  <a:pt x="10625" y="21600"/>
                </a:lnTo>
                <a:lnTo>
                  <a:pt x="9124" y="21600"/>
                </a:lnTo>
                <a:lnTo>
                  <a:pt x="7616" y="21600"/>
                </a:lnTo>
                <a:lnTo>
                  <a:pt x="6106" y="21600"/>
                </a:lnTo>
                <a:lnTo>
                  <a:pt x="4590" y="21600"/>
                </a:lnTo>
                <a:lnTo>
                  <a:pt x="3067" y="21600"/>
                </a:lnTo>
                <a:lnTo>
                  <a:pt x="1538" y="21600"/>
                </a:lnTo>
                <a:lnTo>
                  <a:pt x="0" y="21600"/>
                </a:lnTo>
                <a:lnTo>
                  <a:pt x="0" y="20261"/>
                </a:lnTo>
                <a:lnTo>
                  <a:pt x="0" y="18900"/>
                </a:lnTo>
                <a:lnTo>
                  <a:pt x="1426" y="18900"/>
                </a:lnTo>
                <a:lnTo>
                  <a:pt x="2853" y="18900"/>
                </a:lnTo>
                <a:lnTo>
                  <a:pt x="4281" y="18900"/>
                </a:lnTo>
                <a:lnTo>
                  <a:pt x="5713" y="18900"/>
                </a:lnTo>
                <a:lnTo>
                  <a:pt x="7150" y="18900"/>
                </a:lnTo>
                <a:lnTo>
                  <a:pt x="8592" y="18900"/>
                </a:lnTo>
                <a:lnTo>
                  <a:pt x="10040" y="18900"/>
                </a:lnTo>
                <a:lnTo>
                  <a:pt x="11496" y="18900"/>
                </a:lnTo>
                <a:lnTo>
                  <a:pt x="12960" y="18900"/>
                </a:lnTo>
                <a:lnTo>
                  <a:pt x="12746" y="17029"/>
                </a:lnTo>
                <a:lnTo>
                  <a:pt x="12532" y="15155"/>
                </a:lnTo>
                <a:lnTo>
                  <a:pt x="12318" y="13281"/>
                </a:lnTo>
                <a:lnTo>
                  <a:pt x="12102" y="11405"/>
                </a:lnTo>
                <a:lnTo>
                  <a:pt x="11889" y="9520"/>
                </a:lnTo>
                <a:lnTo>
                  <a:pt x="11673" y="7633"/>
                </a:lnTo>
                <a:lnTo>
                  <a:pt x="11457" y="5738"/>
                </a:lnTo>
                <a:lnTo>
                  <a:pt x="11238" y="3834"/>
                </a:lnTo>
                <a:lnTo>
                  <a:pt x="11020" y="1922"/>
                </a:lnTo>
                <a:lnTo>
                  <a:pt x="10800" y="0"/>
                </a:lnTo>
                <a:close/>
              </a:path>
            </a:pathLst>
          </a:custGeom>
          <a:solidFill>
            <a:srgbClr val="D0D7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0" name="contour_10728"/>
          <p:cNvSpPr/>
          <p:nvPr/>
        </p:nvSpPr>
        <p:spPr>
          <a:xfrm>
            <a:off x="7968854" y="4700959"/>
            <a:ext cx="53647" cy="435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27" y="351"/>
                </a:moveTo>
                <a:lnTo>
                  <a:pt x="17401" y="1324"/>
                </a:lnTo>
                <a:lnTo>
                  <a:pt x="18780" y="2145"/>
                </a:lnTo>
                <a:lnTo>
                  <a:pt x="20541" y="3516"/>
                </a:lnTo>
                <a:lnTo>
                  <a:pt x="21245" y="6098"/>
                </a:lnTo>
                <a:lnTo>
                  <a:pt x="21600" y="7954"/>
                </a:lnTo>
                <a:lnTo>
                  <a:pt x="21600" y="9603"/>
                </a:lnTo>
                <a:lnTo>
                  <a:pt x="21245" y="11567"/>
                </a:lnTo>
                <a:lnTo>
                  <a:pt x="20541" y="14366"/>
                </a:lnTo>
                <a:lnTo>
                  <a:pt x="18956" y="15672"/>
                </a:lnTo>
                <a:lnTo>
                  <a:pt x="17342" y="16855"/>
                </a:lnTo>
                <a:lnTo>
                  <a:pt x="15702" y="17940"/>
                </a:lnTo>
                <a:lnTo>
                  <a:pt x="14029" y="18938"/>
                </a:lnTo>
                <a:lnTo>
                  <a:pt x="12324" y="19868"/>
                </a:lnTo>
                <a:lnTo>
                  <a:pt x="10581" y="20750"/>
                </a:lnTo>
                <a:lnTo>
                  <a:pt x="8803" y="21600"/>
                </a:lnTo>
                <a:lnTo>
                  <a:pt x="8172" y="19875"/>
                </a:lnTo>
                <a:lnTo>
                  <a:pt x="7533" y="18124"/>
                </a:lnTo>
                <a:lnTo>
                  <a:pt x="6350" y="15806"/>
                </a:lnTo>
                <a:lnTo>
                  <a:pt x="5115" y="14120"/>
                </a:lnTo>
                <a:lnTo>
                  <a:pt x="3721" y="12854"/>
                </a:lnTo>
                <a:lnTo>
                  <a:pt x="2051" y="11802"/>
                </a:lnTo>
                <a:lnTo>
                  <a:pt x="0" y="10749"/>
                </a:lnTo>
                <a:lnTo>
                  <a:pt x="1414" y="8442"/>
                </a:lnTo>
                <a:lnTo>
                  <a:pt x="2791" y="6337"/>
                </a:lnTo>
                <a:lnTo>
                  <a:pt x="4176" y="4467"/>
                </a:lnTo>
                <a:lnTo>
                  <a:pt x="5613" y="2872"/>
                </a:lnTo>
                <a:lnTo>
                  <a:pt x="7148" y="1591"/>
                </a:lnTo>
                <a:lnTo>
                  <a:pt x="8832" y="658"/>
                </a:lnTo>
                <a:lnTo>
                  <a:pt x="10711" y="116"/>
                </a:lnTo>
                <a:lnTo>
                  <a:pt x="12826" y="0"/>
                </a:lnTo>
                <a:lnTo>
                  <a:pt x="15227" y="351"/>
                </a:lnTo>
                <a:close/>
              </a:path>
            </a:pathLst>
          </a:custGeom>
          <a:solidFill>
            <a:srgbClr val="E2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1" name="contour_10729"/>
          <p:cNvSpPr/>
          <p:nvPr/>
        </p:nvSpPr>
        <p:spPr>
          <a:xfrm>
            <a:off x="9827299" y="4686179"/>
            <a:ext cx="36440" cy="45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2294"/>
                </a:lnTo>
                <a:lnTo>
                  <a:pt x="8640" y="4601"/>
                </a:lnTo>
                <a:lnTo>
                  <a:pt x="8640" y="6940"/>
                </a:lnTo>
                <a:lnTo>
                  <a:pt x="11206" y="6940"/>
                </a:lnTo>
                <a:lnTo>
                  <a:pt x="13781" y="6940"/>
                </a:lnTo>
                <a:lnTo>
                  <a:pt x="16364" y="6940"/>
                </a:lnTo>
                <a:lnTo>
                  <a:pt x="18969" y="6940"/>
                </a:lnTo>
                <a:lnTo>
                  <a:pt x="21600" y="6940"/>
                </a:lnTo>
                <a:lnTo>
                  <a:pt x="21298" y="9396"/>
                </a:lnTo>
                <a:lnTo>
                  <a:pt x="20904" y="11773"/>
                </a:lnTo>
                <a:lnTo>
                  <a:pt x="20369" y="14091"/>
                </a:lnTo>
                <a:lnTo>
                  <a:pt x="19626" y="16360"/>
                </a:lnTo>
                <a:lnTo>
                  <a:pt x="18615" y="18595"/>
                </a:lnTo>
                <a:lnTo>
                  <a:pt x="17280" y="20819"/>
                </a:lnTo>
                <a:lnTo>
                  <a:pt x="14282" y="21350"/>
                </a:lnTo>
                <a:lnTo>
                  <a:pt x="11478" y="21590"/>
                </a:lnTo>
                <a:lnTo>
                  <a:pt x="8761" y="21600"/>
                </a:lnTo>
                <a:lnTo>
                  <a:pt x="6018" y="21433"/>
                </a:lnTo>
                <a:lnTo>
                  <a:pt x="3132" y="21152"/>
                </a:lnTo>
                <a:lnTo>
                  <a:pt x="0" y="20819"/>
                </a:lnTo>
                <a:lnTo>
                  <a:pt x="0" y="18529"/>
                </a:lnTo>
                <a:lnTo>
                  <a:pt x="0" y="16236"/>
                </a:lnTo>
                <a:lnTo>
                  <a:pt x="0" y="13942"/>
                </a:lnTo>
                <a:lnTo>
                  <a:pt x="0" y="11641"/>
                </a:lnTo>
                <a:lnTo>
                  <a:pt x="0" y="9334"/>
                </a:lnTo>
                <a:lnTo>
                  <a:pt x="0" y="7016"/>
                </a:lnTo>
                <a:lnTo>
                  <a:pt x="0" y="4691"/>
                </a:lnTo>
                <a:lnTo>
                  <a:pt x="0" y="2353"/>
                </a:lnTo>
                <a:lnTo>
                  <a:pt x="0" y="0"/>
                </a:lnTo>
                <a:close/>
              </a:path>
            </a:pathLst>
          </a:custGeom>
          <a:solidFill>
            <a:srgbClr val="E9C8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2" name="contour_10730"/>
          <p:cNvSpPr/>
          <p:nvPr/>
        </p:nvSpPr>
        <p:spPr>
          <a:xfrm>
            <a:off x="10913210" y="4698663"/>
            <a:ext cx="65592" cy="297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517"/>
                </a:moveTo>
                <a:lnTo>
                  <a:pt x="3516" y="962"/>
                </a:lnTo>
                <a:lnTo>
                  <a:pt x="6461" y="518"/>
                </a:lnTo>
                <a:lnTo>
                  <a:pt x="8899" y="206"/>
                </a:lnTo>
                <a:lnTo>
                  <a:pt x="10901" y="26"/>
                </a:lnTo>
                <a:lnTo>
                  <a:pt x="12526" y="0"/>
                </a:lnTo>
                <a:lnTo>
                  <a:pt x="13843" y="137"/>
                </a:lnTo>
                <a:lnTo>
                  <a:pt x="14921" y="444"/>
                </a:lnTo>
                <a:lnTo>
                  <a:pt x="15821" y="941"/>
                </a:lnTo>
                <a:lnTo>
                  <a:pt x="16613" y="1638"/>
                </a:lnTo>
                <a:lnTo>
                  <a:pt x="17359" y="2547"/>
                </a:lnTo>
                <a:lnTo>
                  <a:pt x="18127" y="3678"/>
                </a:lnTo>
                <a:lnTo>
                  <a:pt x="18984" y="5047"/>
                </a:lnTo>
                <a:lnTo>
                  <a:pt x="19738" y="7711"/>
                </a:lnTo>
                <a:lnTo>
                  <a:pt x="20261" y="9883"/>
                </a:lnTo>
                <a:lnTo>
                  <a:pt x="20801" y="12721"/>
                </a:lnTo>
                <a:lnTo>
                  <a:pt x="21600" y="17372"/>
                </a:lnTo>
                <a:lnTo>
                  <a:pt x="19817" y="19005"/>
                </a:lnTo>
                <a:lnTo>
                  <a:pt x="18168" y="20231"/>
                </a:lnTo>
                <a:lnTo>
                  <a:pt x="16613" y="21056"/>
                </a:lnTo>
                <a:lnTo>
                  <a:pt x="15115" y="21505"/>
                </a:lnTo>
                <a:lnTo>
                  <a:pt x="13634" y="21600"/>
                </a:lnTo>
                <a:lnTo>
                  <a:pt x="12134" y="21346"/>
                </a:lnTo>
                <a:lnTo>
                  <a:pt x="10572" y="20770"/>
                </a:lnTo>
                <a:lnTo>
                  <a:pt x="8914" y="19888"/>
                </a:lnTo>
                <a:lnTo>
                  <a:pt x="7116" y="18714"/>
                </a:lnTo>
                <a:lnTo>
                  <a:pt x="5947" y="18059"/>
                </a:lnTo>
                <a:lnTo>
                  <a:pt x="4992" y="17663"/>
                </a:lnTo>
                <a:lnTo>
                  <a:pt x="3912" y="17457"/>
                </a:lnTo>
                <a:lnTo>
                  <a:pt x="2362" y="17383"/>
                </a:lnTo>
                <a:lnTo>
                  <a:pt x="0" y="17372"/>
                </a:lnTo>
                <a:lnTo>
                  <a:pt x="0" y="14233"/>
                </a:lnTo>
                <a:lnTo>
                  <a:pt x="0" y="11083"/>
                </a:lnTo>
                <a:lnTo>
                  <a:pt x="0" y="7922"/>
                </a:lnTo>
                <a:lnTo>
                  <a:pt x="0" y="4735"/>
                </a:lnTo>
                <a:lnTo>
                  <a:pt x="0" y="1517"/>
                </a:lnTo>
                <a:close/>
              </a:path>
            </a:pathLst>
          </a:custGeom>
          <a:solidFill>
            <a:srgbClr val="E3E5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3" name="contour_10731"/>
          <p:cNvSpPr/>
          <p:nvPr/>
        </p:nvSpPr>
        <p:spPr>
          <a:xfrm>
            <a:off x="8346416" y="4693467"/>
            <a:ext cx="30063" cy="58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94" y="0"/>
                </a:moveTo>
                <a:lnTo>
                  <a:pt x="13515" y="1631"/>
                </a:lnTo>
                <a:lnTo>
                  <a:pt x="15390" y="3219"/>
                </a:lnTo>
                <a:lnTo>
                  <a:pt x="17076" y="4784"/>
                </a:lnTo>
                <a:lnTo>
                  <a:pt x="18542" y="6345"/>
                </a:lnTo>
                <a:lnTo>
                  <a:pt x="19762" y="7923"/>
                </a:lnTo>
                <a:lnTo>
                  <a:pt x="20699" y="9533"/>
                </a:lnTo>
                <a:lnTo>
                  <a:pt x="21322" y="11198"/>
                </a:lnTo>
                <a:lnTo>
                  <a:pt x="21600" y="12936"/>
                </a:lnTo>
                <a:lnTo>
                  <a:pt x="21495" y="14768"/>
                </a:lnTo>
                <a:lnTo>
                  <a:pt x="20982" y="16712"/>
                </a:lnTo>
                <a:lnTo>
                  <a:pt x="20359" y="17399"/>
                </a:lnTo>
                <a:lnTo>
                  <a:pt x="19254" y="18613"/>
                </a:lnTo>
                <a:lnTo>
                  <a:pt x="16730" y="21391"/>
                </a:lnTo>
                <a:lnTo>
                  <a:pt x="12709" y="21530"/>
                </a:lnTo>
                <a:lnTo>
                  <a:pt x="9876" y="21600"/>
                </a:lnTo>
                <a:lnTo>
                  <a:pt x="7488" y="21600"/>
                </a:lnTo>
                <a:lnTo>
                  <a:pt x="4791" y="21530"/>
                </a:lnTo>
                <a:lnTo>
                  <a:pt x="1021" y="21391"/>
                </a:lnTo>
                <a:lnTo>
                  <a:pt x="859" y="19854"/>
                </a:lnTo>
                <a:lnTo>
                  <a:pt x="717" y="18316"/>
                </a:lnTo>
                <a:lnTo>
                  <a:pt x="586" y="16779"/>
                </a:lnTo>
                <a:lnTo>
                  <a:pt x="471" y="15241"/>
                </a:lnTo>
                <a:lnTo>
                  <a:pt x="367" y="13704"/>
                </a:lnTo>
                <a:lnTo>
                  <a:pt x="246" y="12276"/>
                </a:lnTo>
                <a:lnTo>
                  <a:pt x="126" y="10837"/>
                </a:lnTo>
                <a:lnTo>
                  <a:pt x="0" y="9380"/>
                </a:lnTo>
                <a:lnTo>
                  <a:pt x="770" y="7201"/>
                </a:lnTo>
                <a:lnTo>
                  <a:pt x="1896" y="5455"/>
                </a:lnTo>
                <a:lnTo>
                  <a:pt x="3456" y="4000"/>
                </a:lnTo>
                <a:lnTo>
                  <a:pt x="5519" y="2701"/>
                </a:lnTo>
                <a:lnTo>
                  <a:pt x="8174" y="1412"/>
                </a:lnTo>
                <a:lnTo>
                  <a:pt x="11494" y="0"/>
                </a:lnTo>
                <a:close/>
              </a:path>
            </a:pathLst>
          </a:custGeom>
          <a:solidFill>
            <a:srgbClr val="DFDF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4" name="contour_10732"/>
          <p:cNvSpPr/>
          <p:nvPr/>
        </p:nvSpPr>
        <p:spPr>
          <a:xfrm>
            <a:off x="11401505" y="4693641"/>
            <a:ext cx="51016" cy="43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3528"/>
                </a:moveTo>
                <a:lnTo>
                  <a:pt x="19928" y="6108"/>
                </a:lnTo>
                <a:lnTo>
                  <a:pt x="20795" y="7963"/>
                </a:lnTo>
                <a:lnTo>
                  <a:pt x="21264" y="9611"/>
                </a:lnTo>
                <a:lnTo>
                  <a:pt x="21483" y="11573"/>
                </a:lnTo>
                <a:lnTo>
                  <a:pt x="21600" y="14371"/>
                </a:lnTo>
                <a:lnTo>
                  <a:pt x="19708" y="16193"/>
                </a:lnTo>
                <a:lnTo>
                  <a:pt x="18298" y="17501"/>
                </a:lnTo>
                <a:lnTo>
                  <a:pt x="17113" y="18495"/>
                </a:lnTo>
                <a:lnTo>
                  <a:pt x="15898" y="19377"/>
                </a:lnTo>
                <a:lnTo>
                  <a:pt x="14395" y="20342"/>
                </a:lnTo>
                <a:lnTo>
                  <a:pt x="12343" y="21600"/>
                </a:lnTo>
                <a:lnTo>
                  <a:pt x="12025" y="19807"/>
                </a:lnTo>
                <a:lnTo>
                  <a:pt x="11704" y="18007"/>
                </a:lnTo>
                <a:lnTo>
                  <a:pt x="11380" y="16178"/>
                </a:lnTo>
                <a:lnTo>
                  <a:pt x="10680" y="14386"/>
                </a:lnTo>
                <a:lnTo>
                  <a:pt x="9973" y="12586"/>
                </a:lnTo>
                <a:lnTo>
                  <a:pt x="9257" y="10757"/>
                </a:lnTo>
                <a:lnTo>
                  <a:pt x="6869" y="10431"/>
                </a:lnTo>
                <a:lnTo>
                  <a:pt x="5193" y="10269"/>
                </a:lnTo>
                <a:lnTo>
                  <a:pt x="3786" y="10269"/>
                </a:lnTo>
                <a:lnTo>
                  <a:pt x="2203" y="10431"/>
                </a:lnTo>
                <a:lnTo>
                  <a:pt x="0" y="10757"/>
                </a:lnTo>
                <a:lnTo>
                  <a:pt x="0" y="8367"/>
                </a:lnTo>
                <a:lnTo>
                  <a:pt x="0" y="5964"/>
                </a:lnTo>
                <a:lnTo>
                  <a:pt x="0" y="3528"/>
                </a:lnTo>
                <a:lnTo>
                  <a:pt x="1851" y="1894"/>
                </a:lnTo>
                <a:lnTo>
                  <a:pt x="3811" y="799"/>
                </a:lnTo>
                <a:lnTo>
                  <a:pt x="5854" y="184"/>
                </a:lnTo>
                <a:lnTo>
                  <a:pt x="7958" y="0"/>
                </a:lnTo>
                <a:lnTo>
                  <a:pt x="10096" y="184"/>
                </a:lnTo>
                <a:lnTo>
                  <a:pt x="12244" y="687"/>
                </a:lnTo>
                <a:lnTo>
                  <a:pt x="14379" y="1449"/>
                </a:lnTo>
                <a:lnTo>
                  <a:pt x="16478" y="2414"/>
                </a:lnTo>
                <a:lnTo>
                  <a:pt x="18514" y="3528"/>
                </a:lnTo>
                <a:close/>
              </a:path>
            </a:pathLst>
          </a:custGeom>
          <a:solidFill>
            <a:srgbClr val="F0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5" name="contour_10733"/>
          <p:cNvSpPr/>
          <p:nvPr/>
        </p:nvSpPr>
        <p:spPr>
          <a:xfrm>
            <a:off x="695446" y="4673425"/>
            <a:ext cx="72880" cy="491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0" y="2202"/>
                </a:moveTo>
                <a:lnTo>
                  <a:pt x="14243" y="3235"/>
                </a:lnTo>
                <a:lnTo>
                  <a:pt x="15271" y="4288"/>
                </a:lnTo>
                <a:lnTo>
                  <a:pt x="16269" y="4938"/>
                </a:lnTo>
                <a:lnTo>
                  <a:pt x="17280" y="5600"/>
                </a:lnTo>
                <a:lnTo>
                  <a:pt x="18706" y="4768"/>
                </a:lnTo>
                <a:lnTo>
                  <a:pt x="19630" y="4160"/>
                </a:lnTo>
                <a:lnTo>
                  <a:pt x="20460" y="3469"/>
                </a:lnTo>
                <a:lnTo>
                  <a:pt x="21600" y="2400"/>
                </a:lnTo>
                <a:lnTo>
                  <a:pt x="21259" y="4781"/>
                </a:lnTo>
                <a:lnTo>
                  <a:pt x="20976" y="6467"/>
                </a:lnTo>
                <a:lnTo>
                  <a:pt x="20647" y="7926"/>
                </a:lnTo>
                <a:lnTo>
                  <a:pt x="20170" y="9616"/>
                </a:lnTo>
                <a:lnTo>
                  <a:pt x="19440" y="12000"/>
                </a:lnTo>
                <a:lnTo>
                  <a:pt x="18144" y="12000"/>
                </a:lnTo>
                <a:lnTo>
                  <a:pt x="16848" y="12000"/>
                </a:lnTo>
                <a:lnTo>
                  <a:pt x="15552" y="12000"/>
                </a:lnTo>
                <a:lnTo>
                  <a:pt x="14256" y="12000"/>
                </a:lnTo>
                <a:lnTo>
                  <a:pt x="12960" y="12000"/>
                </a:lnTo>
                <a:lnTo>
                  <a:pt x="12230" y="14381"/>
                </a:lnTo>
                <a:lnTo>
                  <a:pt x="11753" y="16067"/>
                </a:lnTo>
                <a:lnTo>
                  <a:pt x="11424" y="17526"/>
                </a:lnTo>
                <a:lnTo>
                  <a:pt x="11141" y="19216"/>
                </a:lnTo>
                <a:lnTo>
                  <a:pt x="10800" y="21600"/>
                </a:lnTo>
                <a:lnTo>
                  <a:pt x="10221" y="20147"/>
                </a:lnTo>
                <a:lnTo>
                  <a:pt x="9636" y="18685"/>
                </a:lnTo>
                <a:lnTo>
                  <a:pt x="9044" y="17200"/>
                </a:lnTo>
                <a:lnTo>
                  <a:pt x="8106" y="15251"/>
                </a:lnTo>
                <a:lnTo>
                  <a:pt x="7132" y="13526"/>
                </a:lnTo>
                <a:lnTo>
                  <a:pt x="6111" y="11981"/>
                </a:lnTo>
                <a:lnTo>
                  <a:pt x="5033" y="10579"/>
                </a:lnTo>
                <a:lnTo>
                  <a:pt x="3892" y="9280"/>
                </a:lnTo>
                <a:lnTo>
                  <a:pt x="2678" y="8045"/>
                </a:lnTo>
                <a:lnTo>
                  <a:pt x="1385" y="6829"/>
                </a:lnTo>
                <a:lnTo>
                  <a:pt x="0" y="5600"/>
                </a:lnTo>
                <a:lnTo>
                  <a:pt x="1529" y="4051"/>
                </a:lnTo>
                <a:lnTo>
                  <a:pt x="2970" y="2688"/>
                </a:lnTo>
                <a:lnTo>
                  <a:pt x="4352" y="1555"/>
                </a:lnTo>
                <a:lnTo>
                  <a:pt x="5711" y="694"/>
                </a:lnTo>
                <a:lnTo>
                  <a:pt x="7074" y="163"/>
                </a:lnTo>
                <a:lnTo>
                  <a:pt x="8478" y="0"/>
                </a:lnTo>
                <a:lnTo>
                  <a:pt x="9949" y="253"/>
                </a:lnTo>
                <a:lnTo>
                  <a:pt x="11524" y="970"/>
                </a:lnTo>
                <a:lnTo>
                  <a:pt x="13230" y="2202"/>
                </a:lnTo>
                <a:close/>
              </a:path>
            </a:pathLst>
          </a:custGeom>
          <a:solidFill>
            <a:srgbClr val="A89F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6" name="contour_10734"/>
          <p:cNvSpPr/>
          <p:nvPr/>
        </p:nvSpPr>
        <p:spPr>
          <a:xfrm>
            <a:off x="9717979" y="4657027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596" y="2851"/>
                </a:lnTo>
                <a:lnTo>
                  <a:pt x="19992" y="5707"/>
                </a:lnTo>
                <a:lnTo>
                  <a:pt x="20390" y="8575"/>
                </a:lnTo>
                <a:lnTo>
                  <a:pt x="20791" y="11457"/>
                </a:lnTo>
                <a:lnTo>
                  <a:pt x="21194" y="14355"/>
                </a:lnTo>
                <a:lnTo>
                  <a:pt x="21600" y="17280"/>
                </a:lnTo>
                <a:lnTo>
                  <a:pt x="20832" y="17436"/>
                </a:lnTo>
                <a:lnTo>
                  <a:pt x="20129" y="17574"/>
                </a:lnTo>
                <a:lnTo>
                  <a:pt x="19438" y="17712"/>
                </a:lnTo>
                <a:lnTo>
                  <a:pt x="18694" y="17863"/>
                </a:lnTo>
                <a:lnTo>
                  <a:pt x="17842" y="18032"/>
                </a:lnTo>
                <a:lnTo>
                  <a:pt x="16819" y="18235"/>
                </a:lnTo>
                <a:lnTo>
                  <a:pt x="15571" y="18485"/>
                </a:lnTo>
                <a:lnTo>
                  <a:pt x="14035" y="18792"/>
                </a:lnTo>
                <a:lnTo>
                  <a:pt x="12156" y="19168"/>
                </a:lnTo>
                <a:lnTo>
                  <a:pt x="9871" y="19626"/>
                </a:lnTo>
                <a:lnTo>
                  <a:pt x="7123" y="20174"/>
                </a:lnTo>
                <a:lnTo>
                  <a:pt x="3852" y="20831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1186" y="8376"/>
                </a:lnTo>
                <a:lnTo>
                  <a:pt x="2381" y="8113"/>
                </a:lnTo>
                <a:lnTo>
                  <a:pt x="3590" y="7845"/>
                </a:lnTo>
                <a:lnTo>
                  <a:pt x="4274" y="7685"/>
                </a:lnTo>
                <a:lnTo>
                  <a:pt x="5484" y="7400"/>
                </a:lnTo>
                <a:lnTo>
                  <a:pt x="8251" y="6748"/>
                </a:lnTo>
                <a:lnTo>
                  <a:pt x="9785" y="6398"/>
                </a:lnTo>
                <a:lnTo>
                  <a:pt x="11328" y="6044"/>
                </a:lnTo>
                <a:lnTo>
                  <a:pt x="12890" y="5685"/>
                </a:lnTo>
                <a:lnTo>
                  <a:pt x="14818" y="4985"/>
                </a:lnTo>
                <a:lnTo>
                  <a:pt x="16109" y="4337"/>
                </a:lnTo>
                <a:lnTo>
                  <a:pt x="17069" y="3473"/>
                </a:lnTo>
                <a:lnTo>
                  <a:pt x="17998" y="2121"/>
                </a:lnTo>
                <a:lnTo>
                  <a:pt x="19200" y="0"/>
                </a:lnTo>
                <a:close/>
              </a:path>
            </a:pathLst>
          </a:custGeom>
          <a:solidFill>
            <a:srgbClr val="6A68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7" name="contour_10735"/>
          <p:cNvSpPr/>
          <p:nvPr/>
        </p:nvSpPr>
        <p:spPr>
          <a:xfrm>
            <a:off x="673582" y="4627875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53" y="1471"/>
                </a:lnTo>
                <a:lnTo>
                  <a:pt x="7145" y="2690"/>
                </a:lnTo>
                <a:lnTo>
                  <a:pt x="9672" y="3734"/>
                </a:lnTo>
                <a:lnTo>
                  <a:pt x="11655" y="4675"/>
                </a:lnTo>
                <a:lnTo>
                  <a:pt x="13198" y="5587"/>
                </a:lnTo>
                <a:lnTo>
                  <a:pt x="14407" y="6545"/>
                </a:lnTo>
                <a:lnTo>
                  <a:pt x="15392" y="7620"/>
                </a:lnTo>
                <a:lnTo>
                  <a:pt x="16260" y="8890"/>
                </a:lnTo>
                <a:lnTo>
                  <a:pt x="17124" y="10426"/>
                </a:lnTo>
                <a:lnTo>
                  <a:pt x="18092" y="12300"/>
                </a:lnTo>
                <a:lnTo>
                  <a:pt x="18775" y="13596"/>
                </a:lnTo>
                <a:lnTo>
                  <a:pt x="19466" y="14899"/>
                </a:lnTo>
                <a:lnTo>
                  <a:pt x="20166" y="16219"/>
                </a:lnTo>
                <a:lnTo>
                  <a:pt x="20524" y="16961"/>
                </a:lnTo>
                <a:lnTo>
                  <a:pt x="21600" y="19200"/>
                </a:lnTo>
                <a:lnTo>
                  <a:pt x="18749" y="19596"/>
                </a:lnTo>
                <a:lnTo>
                  <a:pt x="15893" y="19992"/>
                </a:lnTo>
                <a:lnTo>
                  <a:pt x="13025" y="20390"/>
                </a:lnTo>
                <a:lnTo>
                  <a:pt x="10143" y="20791"/>
                </a:lnTo>
                <a:lnTo>
                  <a:pt x="7245" y="21194"/>
                </a:lnTo>
                <a:lnTo>
                  <a:pt x="4320" y="21600"/>
                </a:lnTo>
                <a:lnTo>
                  <a:pt x="3992" y="19956"/>
                </a:lnTo>
                <a:lnTo>
                  <a:pt x="3663" y="18310"/>
                </a:lnTo>
                <a:lnTo>
                  <a:pt x="3331" y="16663"/>
                </a:lnTo>
                <a:lnTo>
                  <a:pt x="3002" y="15014"/>
                </a:lnTo>
                <a:lnTo>
                  <a:pt x="2674" y="13363"/>
                </a:lnTo>
                <a:lnTo>
                  <a:pt x="2341" y="11710"/>
                </a:lnTo>
                <a:lnTo>
                  <a:pt x="2009" y="10051"/>
                </a:lnTo>
                <a:lnTo>
                  <a:pt x="1676" y="8390"/>
                </a:lnTo>
                <a:lnTo>
                  <a:pt x="1344" y="6725"/>
                </a:lnTo>
                <a:lnTo>
                  <a:pt x="1011" y="5052"/>
                </a:lnTo>
                <a:lnTo>
                  <a:pt x="674" y="3374"/>
                </a:lnTo>
                <a:lnTo>
                  <a:pt x="337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1516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8" name="contour_10736"/>
          <p:cNvSpPr/>
          <p:nvPr/>
        </p:nvSpPr>
        <p:spPr>
          <a:xfrm>
            <a:off x="8799692" y="4657027"/>
            <a:ext cx="3081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40" y="298"/>
                </a:lnTo>
                <a:lnTo>
                  <a:pt x="6790" y="657"/>
                </a:lnTo>
                <a:lnTo>
                  <a:pt x="9788" y="1102"/>
                </a:lnTo>
                <a:lnTo>
                  <a:pt x="12603" y="1661"/>
                </a:lnTo>
                <a:lnTo>
                  <a:pt x="15280" y="2365"/>
                </a:lnTo>
                <a:lnTo>
                  <a:pt x="17876" y="3242"/>
                </a:lnTo>
                <a:lnTo>
                  <a:pt x="20435" y="4320"/>
                </a:lnTo>
                <a:lnTo>
                  <a:pt x="20859" y="5774"/>
                </a:lnTo>
                <a:lnTo>
                  <a:pt x="21181" y="7221"/>
                </a:lnTo>
                <a:lnTo>
                  <a:pt x="21406" y="8659"/>
                </a:lnTo>
                <a:lnTo>
                  <a:pt x="21544" y="10094"/>
                </a:lnTo>
                <a:lnTo>
                  <a:pt x="21600" y="11524"/>
                </a:lnTo>
                <a:lnTo>
                  <a:pt x="21590" y="12954"/>
                </a:lnTo>
                <a:lnTo>
                  <a:pt x="21508" y="14383"/>
                </a:lnTo>
                <a:lnTo>
                  <a:pt x="21375" y="15813"/>
                </a:lnTo>
                <a:lnTo>
                  <a:pt x="21196" y="17250"/>
                </a:lnTo>
                <a:lnTo>
                  <a:pt x="20972" y="18693"/>
                </a:lnTo>
                <a:lnTo>
                  <a:pt x="20716" y="20142"/>
                </a:lnTo>
                <a:lnTo>
                  <a:pt x="20435" y="21600"/>
                </a:lnTo>
                <a:lnTo>
                  <a:pt x="17814" y="20364"/>
                </a:lnTo>
                <a:lnTo>
                  <a:pt x="15434" y="19135"/>
                </a:lnTo>
                <a:lnTo>
                  <a:pt x="13283" y="17913"/>
                </a:lnTo>
                <a:lnTo>
                  <a:pt x="11352" y="16686"/>
                </a:lnTo>
                <a:lnTo>
                  <a:pt x="9615" y="15453"/>
                </a:lnTo>
                <a:lnTo>
                  <a:pt x="8072" y="14208"/>
                </a:lnTo>
                <a:lnTo>
                  <a:pt x="6698" y="12945"/>
                </a:lnTo>
                <a:lnTo>
                  <a:pt x="5487" y="11662"/>
                </a:lnTo>
                <a:lnTo>
                  <a:pt x="4429" y="10351"/>
                </a:lnTo>
                <a:lnTo>
                  <a:pt x="3500" y="9009"/>
                </a:lnTo>
                <a:lnTo>
                  <a:pt x="2692" y="7629"/>
                </a:lnTo>
                <a:lnTo>
                  <a:pt x="1992" y="6208"/>
                </a:lnTo>
                <a:lnTo>
                  <a:pt x="1390" y="4739"/>
                </a:lnTo>
                <a:lnTo>
                  <a:pt x="863" y="3218"/>
                </a:lnTo>
                <a:lnTo>
                  <a:pt x="404" y="1639"/>
                </a:lnTo>
                <a:lnTo>
                  <a:pt x="0" y="0"/>
                </a:lnTo>
                <a:close/>
              </a:path>
            </a:pathLst>
          </a:custGeom>
          <a:solidFill>
            <a:srgbClr val="C2D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39" name="contour_10737"/>
          <p:cNvSpPr/>
          <p:nvPr/>
        </p:nvSpPr>
        <p:spPr>
          <a:xfrm>
            <a:off x="7276502" y="4647756"/>
            <a:ext cx="87456" cy="221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1929"/>
                </a:moveTo>
                <a:lnTo>
                  <a:pt x="19251" y="6205"/>
                </a:lnTo>
                <a:lnTo>
                  <a:pt x="20043" y="9105"/>
                </a:lnTo>
                <a:lnTo>
                  <a:pt x="20714" y="11963"/>
                </a:lnTo>
                <a:lnTo>
                  <a:pt x="21600" y="16111"/>
                </a:lnTo>
                <a:lnTo>
                  <a:pt x="20264" y="17076"/>
                </a:lnTo>
                <a:lnTo>
                  <a:pt x="18952" y="17983"/>
                </a:lnTo>
                <a:lnTo>
                  <a:pt x="17658" y="18813"/>
                </a:lnTo>
                <a:lnTo>
                  <a:pt x="16380" y="19565"/>
                </a:lnTo>
                <a:lnTo>
                  <a:pt x="15116" y="20210"/>
                </a:lnTo>
                <a:lnTo>
                  <a:pt x="13862" y="20749"/>
                </a:lnTo>
                <a:lnTo>
                  <a:pt x="12616" y="21175"/>
                </a:lnTo>
                <a:lnTo>
                  <a:pt x="11376" y="21458"/>
                </a:lnTo>
                <a:lnTo>
                  <a:pt x="10138" y="21600"/>
                </a:lnTo>
                <a:lnTo>
                  <a:pt x="8899" y="21586"/>
                </a:lnTo>
                <a:lnTo>
                  <a:pt x="7659" y="21409"/>
                </a:lnTo>
                <a:lnTo>
                  <a:pt x="6413" y="21040"/>
                </a:lnTo>
                <a:lnTo>
                  <a:pt x="5157" y="20487"/>
                </a:lnTo>
                <a:lnTo>
                  <a:pt x="3892" y="19728"/>
                </a:lnTo>
                <a:lnTo>
                  <a:pt x="2612" y="18756"/>
                </a:lnTo>
                <a:lnTo>
                  <a:pt x="1316" y="17551"/>
                </a:lnTo>
                <a:lnTo>
                  <a:pt x="0" y="16111"/>
                </a:lnTo>
                <a:lnTo>
                  <a:pt x="1150" y="13431"/>
                </a:lnTo>
                <a:lnTo>
                  <a:pt x="2293" y="10984"/>
                </a:lnTo>
                <a:lnTo>
                  <a:pt x="3436" y="8772"/>
                </a:lnTo>
                <a:lnTo>
                  <a:pt x="4577" y="6801"/>
                </a:lnTo>
                <a:lnTo>
                  <a:pt x="5724" y="5070"/>
                </a:lnTo>
                <a:lnTo>
                  <a:pt x="6876" y="3588"/>
                </a:lnTo>
                <a:lnTo>
                  <a:pt x="8037" y="2354"/>
                </a:lnTo>
                <a:lnTo>
                  <a:pt x="9209" y="1376"/>
                </a:lnTo>
                <a:lnTo>
                  <a:pt x="10397" y="659"/>
                </a:lnTo>
                <a:lnTo>
                  <a:pt x="11603" y="199"/>
                </a:lnTo>
                <a:lnTo>
                  <a:pt x="12830" y="0"/>
                </a:lnTo>
                <a:lnTo>
                  <a:pt x="14080" y="71"/>
                </a:lnTo>
                <a:lnTo>
                  <a:pt x="15356" y="411"/>
                </a:lnTo>
                <a:lnTo>
                  <a:pt x="16663" y="1035"/>
                </a:lnTo>
                <a:lnTo>
                  <a:pt x="18000" y="1929"/>
                </a:lnTo>
                <a:close/>
              </a:path>
            </a:pathLst>
          </a:custGeom>
          <a:solidFill>
            <a:srgbClr val="7C7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0" name="contour_10738"/>
          <p:cNvSpPr/>
          <p:nvPr/>
        </p:nvSpPr>
        <p:spPr>
          <a:xfrm>
            <a:off x="10694570" y="4642451"/>
            <a:ext cx="3813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38" y="0"/>
                </a:moveTo>
                <a:lnTo>
                  <a:pt x="21018" y="2621"/>
                </a:lnTo>
                <a:lnTo>
                  <a:pt x="21328" y="5202"/>
                </a:lnTo>
                <a:lnTo>
                  <a:pt x="21530" y="7751"/>
                </a:lnTo>
                <a:lnTo>
                  <a:pt x="21600" y="10292"/>
                </a:lnTo>
                <a:lnTo>
                  <a:pt x="21493" y="12838"/>
                </a:lnTo>
                <a:lnTo>
                  <a:pt x="21187" y="15401"/>
                </a:lnTo>
                <a:lnTo>
                  <a:pt x="20638" y="18000"/>
                </a:lnTo>
                <a:lnTo>
                  <a:pt x="17935" y="19285"/>
                </a:lnTo>
                <a:lnTo>
                  <a:pt x="15363" y="20164"/>
                </a:lnTo>
                <a:lnTo>
                  <a:pt x="12808" y="20736"/>
                </a:lnTo>
                <a:lnTo>
                  <a:pt x="10158" y="21100"/>
                </a:lnTo>
                <a:lnTo>
                  <a:pt x="7302" y="21355"/>
                </a:lnTo>
                <a:lnTo>
                  <a:pt x="4128" y="21600"/>
                </a:lnTo>
                <a:lnTo>
                  <a:pt x="3616" y="19372"/>
                </a:lnTo>
                <a:lnTo>
                  <a:pt x="3104" y="17143"/>
                </a:lnTo>
                <a:lnTo>
                  <a:pt x="2592" y="14908"/>
                </a:lnTo>
                <a:lnTo>
                  <a:pt x="2080" y="12668"/>
                </a:lnTo>
                <a:lnTo>
                  <a:pt x="1564" y="10418"/>
                </a:lnTo>
                <a:lnTo>
                  <a:pt x="1044" y="8158"/>
                </a:lnTo>
                <a:lnTo>
                  <a:pt x="524" y="5886"/>
                </a:lnTo>
                <a:lnTo>
                  <a:pt x="0" y="3600"/>
                </a:lnTo>
                <a:lnTo>
                  <a:pt x="5288" y="2412"/>
                </a:lnTo>
                <a:lnTo>
                  <a:pt x="9320" y="1519"/>
                </a:lnTo>
                <a:lnTo>
                  <a:pt x="12333" y="878"/>
                </a:lnTo>
                <a:lnTo>
                  <a:pt x="14575" y="450"/>
                </a:lnTo>
                <a:lnTo>
                  <a:pt x="16284" y="191"/>
                </a:lnTo>
                <a:lnTo>
                  <a:pt x="17703" y="58"/>
                </a:lnTo>
                <a:lnTo>
                  <a:pt x="19074" y="7"/>
                </a:lnTo>
                <a:lnTo>
                  <a:pt x="20638" y="0"/>
                </a:lnTo>
                <a:close/>
              </a:path>
            </a:pathLst>
          </a:custGeom>
          <a:solidFill>
            <a:srgbClr val="4849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1" name="contour_10739"/>
          <p:cNvSpPr/>
          <p:nvPr/>
        </p:nvSpPr>
        <p:spPr>
          <a:xfrm>
            <a:off x="2123892" y="4642451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56" y="230"/>
                </a:lnTo>
                <a:lnTo>
                  <a:pt x="4993" y="471"/>
                </a:lnTo>
                <a:lnTo>
                  <a:pt x="7351" y="744"/>
                </a:lnTo>
                <a:lnTo>
                  <a:pt x="9677" y="1068"/>
                </a:lnTo>
                <a:lnTo>
                  <a:pt x="12010" y="1469"/>
                </a:lnTo>
                <a:lnTo>
                  <a:pt x="14400" y="1964"/>
                </a:lnTo>
                <a:lnTo>
                  <a:pt x="15836" y="3238"/>
                </a:lnTo>
                <a:lnTo>
                  <a:pt x="16834" y="4432"/>
                </a:lnTo>
                <a:lnTo>
                  <a:pt x="17453" y="5589"/>
                </a:lnTo>
                <a:lnTo>
                  <a:pt x="17737" y="6759"/>
                </a:lnTo>
                <a:lnTo>
                  <a:pt x="17744" y="7984"/>
                </a:lnTo>
                <a:lnTo>
                  <a:pt x="17525" y="9314"/>
                </a:lnTo>
                <a:lnTo>
                  <a:pt x="17129" y="10792"/>
                </a:lnTo>
                <a:lnTo>
                  <a:pt x="16664" y="12053"/>
                </a:lnTo>
                <a:lnTo>
                  <a:pt x="16182" y="13311"/>
                </a:lnTo>
                <a:lnTo>
                  <a:pt x="15678" y="14568"/>
                </a:lnTo>
                <a:lnTo>
                  <a:pt x="15156" y="15823"/>
                </a:lnTo>
                <a:lnTo>
                  <a:pt x="14612" y="17074"/>
                </a:lnTo>
                <a:lnTo>
                  <a:pt x="14558" y="17712"/>
                </a:lnTo>
                <a:lnTo>
                  <a:pt x="14400" y="19636"/>
                </a:lnTo>
                <a:lnTo>
                  <a:pt x="16484" y="20418"/>
                </a:lnTo>
                <a:lnTo>
                  <a:pt x="17928" y="20883"/>
                </a:lnTo>
                <a:lnTo>
                  <a:pt x="19408" y="21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534" y="20245"/>
                </a:lnTo>
                <a:lnTo>
                  <a:pt x="10267" y="18869"/>
                </a:lnTo>
                <a:lnTo>
                  <a:pt x="9943" y="17465"/>
                </a:lnTo>
                <a:lnTo>
                  <a:pt x="9605" y="16100"/>
                </a:lnTo>
                <a:lnTo>
                  <a:pt x="9241" y="14767"/>
                </a:lnTo>
                <a:lnTo>
                  <a:pt x="8842" y="13463"/>
                </a:lnTo>
                <a:lnTo>
                  <a:pt x="8406" y="12184"/>
                </a:lnTo>
                <a:lnTo>
                  <a:pt x="7920" y="10930"/>
                </a:lnTo>
                <a:lnTo>
                  <a:pt x="7376" y="9693"/>
                </a:lnTo>
                <a:lnTo>
                  <a:pt x="6768" y="8469"/>
                </a:lnTo>
                <a:lnTo>
                  <a:pt x="6084" y="7256"/>
                </a:lnTo>
                <a:lnTo>
                  <a:pt x="5324" y="6052"/>
                </a:lnTo>
                <a:lnTo>
                  <a:pt x="4471" y="4850"/>
                </a:lnTo>
                <a:lnTo>
                  <a:pt x="3521" y="3646"/>
                </a:lnTo>
                <a:lnTo>
                  <a:pt x="2462" y="2441"/>
                </a:lnTo>
                <a:lnTo>
                  <a:pt x="1292" y="1225"/>
                </a:lnTo>
                <a:lnTo>
                  <a:pt x="0" y="0"/>
                </a:lnTo>
                <a:close/>
              </a:path>
            </a:pathLst>
          </a:custGeom>
          <a:solidFill>
            <a:srgbClr val="423F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2" name="contour_10740"/>
          <p:cNvSpPr/>
          <p:nvPr/>
        </p:nvSpPr>
        <p:spPr>
          <a:xfrm>
            <a:off x="7334806" y="4635585"/>
            <a:ext cx="51548" cy="50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90" y="1108"/>
                </a:moveTo>
                <a:lnTo>
                  <a:pt x="17548" y="2670"/>
                </a:lnTo>
                <a:lnTo>
                  <a:pt x="18870" y="4300"/>
                </a:lnTo>
                <a:lnTo>
                  <a:pt x="19755" y="6114"/>
                </a:lnTo>
                <a:lnTo>
                  <a:pt x="20397" y="8214"/>
                </a:lnTo>
                <a:lnTo>
                  <a:pt x="20995" y="10710"/>
                </a:lnTo>
                <a:lnTo>
                  <a:pt x="21420" y="13183"/>
                </a:lnTo>
                <a:lnTo>
                  <a:pt x="21600" y="14820"/>
                </a:lnTo>
                <a:lnTo>
                  <a:pt x="21573" y="16345"/>
                </a:lnTo>
                <a:lnTo>
                  <a:pt x="21377" y="18489"/>
                </a:lnTo>
                <a:lnTo>
                  <a:pt x="19578" y="19686"/>
                </a:lnTo>
                <a:lnTo>
                  <a:pt x="18342" y="20408"/>
                </a:lnTo>
                <a:lnTo>
                  <a:pt x="17096" y="20950"/>
                </a:lnTo>
                <a:lnTo>
                  <a:pt x="15269" y="21600"/>
                </a:lnTo>
                <a:lnTo>
                  <a:pt x="15156" y="20744"/>
                </a:lnTo>
                <a:lnTo>
                  <a:pt x="14958" y="19232"/>
                </a:lnTo>
                <a:lnTo>
                  <a:pt x="14506" y="15766"/>
                </a:lnTo>
                <a:lnTo>
                  <a:pt x="13916" y="13435"/>
                </a:lnTo>
                <a:lnTo>
                  <a:pt x="13260" y="11556"/>
                </a:lnTo>
                <a:lnTo>
                  <a:pt x="12377" y="9960"/>
                </a:lnTo>
                <a:lnTo>
                  <a:pt x="11110" y="8479"/>
                </a:lnTo>
                <a:lnTo>
                  <a:pt x="9293" y="6942"/>
                </a:lnTo>
                <a:lnTo>
                  <a:pt x="7461" y="6052"/>
                </a:lnTo>
                <a:lnTo>
                  <a:pt x="5625" y="5206"/>
                </a:lnTo>
                <a:lnTo>
                  <a:pt x="3778" y="4406"/>
                </a:lnTo>
                <a:lnTo>
                  <a:pt x="1906" y="3647"/>
                </a:lnTo>
                <a:lnTo>
                  <a:pt x="0" y="2931"/>
                </a:lnTo>
                <a:lnTo>
                  <a:pt x="2061" y="1798"/>
                </a:lnTo>
                <a:lnTo>
                  <a:pt x="3970" y="955"/>
                </a:lnTo>
                <a:lnTo>
                  <a:pt x="5790" y="383"/>
                </a:lnTo>
                <a:lnTo>
                  <a:pt x="7577" y="68"/>
                </a:lnTo>
                <a:lnTo>
                  <a:pt x="9391" y="0"/>
                </a:lnTo>
                <a:lnTo>
                  <a:pt x="11290" y="159"/>
                </a:lnTo>
                <a:lnTo>
                  <a:pt x="13339" y="532"/>
                </a:lnTo>
                <a:lnTo>
                  <a:pt x="15590" y="1108"/>
                </a:lnTo>
                <a:close/>
              </a:path>
            </a:pathLst>
          </a:custGeom>
          <a:solidFill>
            <a:srgbClr val="CFBC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3" name="contour_10741"/>
          <p:cNvSpPr/>
          <p:nvPr/>
        </p:nvSpPr>
        <p:spPr>
          <a:xfrm>
            <a:off x="1482549" y="4626803"/>
            <a:ext cx="58872" cy="299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04" y="116"/>
                </a:moveTo>
                <a:lnTo>
                  <a:pt x="15148" y="210"/>
                </a:lnTo>
                <a:lnTo>
                  <a:pt x="16600" y="305"/>
                </a:lnTo>
                <a:lnTo>
                  <a:pt x="18070" y="405"/>
                </a:lnTo>
                <a:lnTo>
                  <a:pt x="18897" y="494"/>
                </a:lnTo>
                <a:lnTo>
                  <a:pt x="21391" y="773"/>
                </a:lnTo>
                <a:lnTo>
                  <a:pt x="21530" y="4559"/>
                </a:lnTo>
                <a:lnTo>
                  <a:pt x="21600" y="7267"/>
                </a:lnTo>
                <a:lnTo>
                  <a:pt x="21600" y="9664"/>
                </a:lnTo>
                <a:lnTo>
                  <a:pt x="21530" y="12509"/>
                </a:lnTo>
                <a:lnTo>
                  <a:pt x="21391" y="16547"/>
                </a:lnTo>
                <a:lnTo>
                  <a:pt x="19528" y="18203"/>
                </a:lnTo>
                <a:lnTo>
                  <a:pt x="17811" y="19570"/>
                </a:lnTo>
                <a:lnTo>
                  <a:pt x="16188" y="20617"/>
                </a:lnTo>
                <a:lnTo>
                  <a:pt x="14605" y="21306"/>
                </a:lnTo>
                <a:lnTo>
                  <a:pt x="13009" y="21600"/>
                </a:lnTo>
                <a:lnTo>
                  <a:pt x="11345" y="21458"/>
                </a:lnTo>
                <a:lnTo>
                  <a:pt x="9562" y="20859"/>
                </a:lnTo>
                <a:lnTo>
                  <a:pt x="7605" y="19749"/>
                </a:lnTo>
                <a:lnTo>
                  <a:pt x="6040" y="18177"/>
                </a:lnTo>
                <a:lnTo>
                  <a:pt x="4503" y="16552"/>
                </a:lnTo>
                <a:lnTo>
                  <a:pt x="2987" y="14875"/>
                </a:lnTo>
                <a:lnTo>
                  <a:pt x="1487" y="13124"/>
                </a:lnTo>
                <a:lnTo>
                  <a:pt x="0" y="11289"/>
                </a:lnTo>
                <a:lnTo>
                  <a:pt x="1551" y="7782"/>
                </a:lnTo>
                <a:lnTo>
                  <a:pt x="3011" y="5053"/>
                </a:lnTo>
                <a:lnTo>
                  <a:pt x="4449" y="3008"/>
                </a:lnTo>
                <a:lnTo>
                  <a:pt x="5936" y="1567"/>
                </a:lnTo>
                <a:lnTo>
                  <a:pt x="7538" y="641"/>
                </a:lnTo>
                <a:lnTo>
                  <a:pt x="9319" y="147"/>
                </a:lnTo>
                <a:lnTo>
                  <a:pt x="11354" y="0"/>
                </a:lnTo>
                <a:lnTo>
                  <a:pt x="13704" y="116"/>
                </a:lnTo>
                <a:close/>
              </a:path>
            </a:pathLst>
          </a:custGeom>
          <a:solidFill>
            <a:srgbClr val="3E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4" name="contour_10742"/>
          <p:cNvSpPr/>
          <p:nvPr/>
        </p:nvSpPr>
        <p:spPr>
          <a:xfrm>
            <a:off x="491185" y="4606011"/>
            <a:ext cx="3681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93" y="0"/>
                </a:moveTo>
                <a:lnTo>
                  <a:pt x="21600" y="1616"/>
                </a:lnTo>
                <a:lnTo>
                  <a:pt x="21596" y="3182"/>
                </a:lnTo>
                <a:lnTo>
                  <a:pt x="21476" y="4709"/>
                </a:lnTo>
                <a:lnTo>
                  <a:pt x="21237" y="6204"/>
                </a:lnTo>
                <a:lnTo>
                  <a:pt x="20882" y="7679"/>
                </a:lnTo>
                <a:lnTo>
                  <a:pt x="20403" y="9145"/>
                </a:lnTo>
                <a:lnTo>
                  <a:pt x="19800" y="10612"/>
                </a:lnTo>
                <a:lnTo>
                  <a:pt x="19069" y="12090"/>
                </a:lnTo>
                <a:lnTo>
                  <a:pt x="18210" y="13589"/>
                </a:lnTo>
                <a:lnTo>
                  <a:pt x="17218" y="15120"/>
                </a:lnTo>
                <a:lnTo>
                  <a:pt x="14391" y="15120"/>
                </a:lnTo>
                <a:lnTo>
                  <a:pt x="11548" y="15120"/>
                </a:lnTo>
                <a:lnTo>
                  <a:pt x="8667" y="15120"/>
                </a:lnTo>
                <a:lnTo>
                  <a:pt x="7350" y="16727"/>
                </a:lnTo>
                <a:lnTo>
                  <a:pt x="6469" y="17868"/>
                </a:lnTo>
                <a:lnTo>
                  <a:pt x="5819" y="18852"/>
                </a:lnTo>
                <a:lnTo>
                  <a:pt x="5195" y="19993"/>
                </a:lnTo>
                <a:lnTo>
                  <a:pt x="4391" y="21600"/>
                </a:lnTo>
                <a:lnTo>
                  <a:pt x="3574" y="20082"/>
                </a:lnTo>
                <a:lnTo>
                  <a:pt x="2813" y="18580"/>
                </a:lnTo>
                <a:lnTo>
                  <a:pt x="2112" y="17090"/>
                </a:lnTo>
                <a:lnTo>
                  <a:pt x="1492" y="15604"/>
                </a:lnTo>
                <a:lnTo>
                  <a:pt x="962" y="14118"/>
                </a:lnTo>
                <a:lnTo>
                  <a:pt x="534" y="12625"/>
                </a:lnTo>
                <a:lnTo>
                  <a:pt x="222" y="11122"/>
                </a:lnTo>
                <a:lnTo>
                  <a:pt x="43" y="9599"/>
                </a:lnTo>
                <a:lnTo>
                  <a:pt x="0" y="8055"/>
                </a:lnTo>
                <a:lnTo>
                  <a:pt x="115" y="6480"/>
                </a:lnTo>
                <a:lnTo>
                  <a:pt x="2189" y="5424"/>
                </a:lnTo>
                <a:lnTo>
                  <a:pt x="4318" y="4486"/>
                </a:lnTo>
                <a:lnTo>
                  <a:pt x="6512" y="3653"/>
                </a:lnTo>
                <a:lnTo>
                  <a:pt x="8782" y="2905"/>
                </a:lnTo>
                <a:lnTo>
                  <a:pt x="11129" y="2233"/>
                </a:lnTo>
                <a:lnTo>
                  <a:pt x="13566" y="1622"/>
                </a:lnTo>
                <a:lnTo>
                  <a:pt x="16102" y="1054"/>
                </a:lnTo>
                <a:lnTo>
                  <a:pt x="18740" y="518"/>
                </a:lnTo>
                <a:lnTo>
                  <a:pt x="21493" y="0"/>
                </a:lnTo>
                <a:close/>
              </a:path>
            </a:pathLst>
          </a:custGeom>
          <a:solidFill>
            <a:srgbClr val="A1A3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5" name="contour_10743"/>
          <p:cNvSpPr/>
          <p:nvPr/>
        </p:nvSpPr>
        <p:spPr>
          <a:xfrm>
            <a:off x="9608660" y="462058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80"/>
                </a:lnTo>
                <a:lnTo>
                  <a:pt x="2084" y="349"/>
                </a:lnTo>
                <a:lnTo>
                  <a:pt x="3175" y="529"/>
                </a:lnTo>
                <a:lnTo>
                  <a:pt x="4536" y="756"/>
                </a:lnTo>
                <a:lnTo>
                  <a:pt x="6343" y="1058"/>
                </a:lnTo>
                <a:lnTo>
                  <a:pt x="8777" y="1462"/>
                </a:lnTo>
                <a:lnTo>
                  <a:pt x="12010" y="2002"/>
                </a:lnTo>
                <a:lnTo>
                  <a:pt x="16225" y="2704"/>
                </a:lnTo>
                <a:lnTo>
                  <a:pt x="21600" y="3600"/>
                </a:lnTo>
                <a:lnTo>
                  <a:pt x="21600" y="5738"/>
                </a:lnTo>
                <a:lnTo>
                  <a:pt x="21600" y="7884"/>
                </a:lnTo>
                <a:lnTo>
                  <a:pt x="21600" y="10037"/>
                </a:lnTo>
                <a:lnTo>
                  <a:pt x="21600" y="12208"/>
                </a:lnTo>
                <a:lnTo>
                  <a:pt x="21600" y="14400"/>
                </a:lnTo>
                <a:lnTo>
                  <a:pt x="19717" y="15944"/>
                </a:lnTo>
                <a:lnTo>
                  <a:pt x="18338" y="16906"/>
                </a:lnTo>
                <a:lnTo>
                  <a:pt x="16790" y="17683"/>
                </a:lnTo>
                <a:lnTo>
                  <a:pt x="14400" y="18677"/>
                </a:lnTo>
                <a:lnTo>
                  <a:pt x="12391" y="19534"/>
                </a:lnTo>
                <a:lnTo>
                  <a:pt x="10350" y="20405"/>
                </a:lnTo>
                <a:lnTo>
                  <a:pt x="9569" y="20704"/>
                </a:lnTo>
                <a:lnTo>
                  <a:pt x="7200" y="21600"/>
                </a:lnTo>
                <a:lnTo>
                  <a:pt x="7794" y="19224"/>
                </a:lnTo>
                <a:lnTo>
                  <a:pt x="8388" y="16844"/>
                </a:lnTo>
                <a:lnTo>
                  <a:pt x="8986" y="14454"/>
                </a:lnTo>
                <a:lnTo>
                  <a:pt x="9587" y="12053"/>
                </a:lnTo>
                <a:lnTo>
                  <a:pt x="10192" y="9637"/>
                </a:lnTo>
                <a:lnTo>
                  <a:pt x="10800" y="7200"/>
                </a:lnTo>
                <a:lnTo>
                  <a:pt x="8662" y="7913"/>
                </a:lnTo>
                <a:lnTo>
                  <a:pt x="6516" y="8629"/>
                </a:lnTo>
                <a:lnTo>
                  <a:pt x="4363" y="9346"/>
                </a:lnTo>
                <a:lnTo>
                  <a:pt x="2192" y="10069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F3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6" name="contour_10744"/>
          <p:cNvSpPr/>
          <p:nvPr/>
        </p:nvSpPr>
        <p:spPr>
          <a:xfrm>
            <a:off x="8202077" y="4606011"/>
            <a:ext cx="51016" cy="53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280" y="1453"/>
                </a:lnTo>
                <a:lnTo>
                  <a:pt x="20045" y="2911"/>
                </a:lnTo>
                <a:lnTo>
                  <a:pt x="20819" y="4382"/>
                </a:lnTo>
                <a:lnTo>
                  <a:pt x="21600" y="5870"/>
                </a:lnTo>
                <a:lnTo>
                  <a:pt x="19560" y="5870"/>
                </a:lnTo>
                <a:lnTo>
                  <a:pt x="17508" y="5870"/>
                </a:lnTo>
                <a:lnTo>
                  <a:pt x="15429" y="5870"/>
                </a:lnTo>
                <a:lnTo>
                  <a:pt x="14870" y="7789"/>
                </a:lnTo>
                <a:lnTo>
                  <a:pt x="14546" y="9195"/>
                </a:lnTo>
                <a:lnTo>
                  <a:pt x="14321" y="10771"/>
                </a:lnTo>
                <a:lnTo>
                  <a:pt x="14077" y="13207"/>
                </a:lnTo>
                <a:lnTo>
                  <a:pt x="13679" y="15590"/>
                </a:lnTo>
                <a:lnTo>
                  <a:pt x="13364" y="17151"/>
                </a:lnTo>
                <a:lnTo>
                  <a:pt x="12975" y="18571"/>
                </a:lnTo>
                <a:lnTo>
                  <a:pt x="12343" y="20543"/>
                </a:lnTo>
                <a:lnTo>
                  <a:pt x="10047" y="21248"/>
                </a:lnTo>
                <a:lnTo>
                  <a:pt x="8418" y="21600"/>
                </a:lnTo>
                <a:lnTo>
                  <a:pt x="7011" y="21600"/>
                </a:lnTo>
                <a:lnTo>
                  <a:pt x="5381" y="21248"/>
                </a:lnTo>
                <a:lnTo>
                  <a:pt x="3086" y="20543"/>
                </a:lnTo>
                <a:lnTo>
                  <a:pt x="1765" y="18624"/>
                </a:lnTo>
                <a:lnTo>
                  <a:pt x="944" y="17207"/>
                </a:lnTo>
                <a:lnTo>
                  <a:pt x="475" y="15868"/>
                </a:lnTo>
                <a:lnTo>
                  <a:pt x="210" y="14187"/>
                </a:lnTo>
                <a:lnTo>
                  <a:pt x="0" y="11739"/>
                </a:lnTo>
                <a:lnTo>
                  <a:pt x="1231" y="9981"/>
                </a:lnTo>
                <a:lnTo>
                  <a:pt x="2546" y="8408"/>
                </a:lnTo>
                <a:lnTo>
                  <a:pt x="3947" y="6997"/>
                </a:lnTo>
                <a:lnTo>
                  <a:pt x="5440" y="5735"/>
                </a:lnTo>
                <a:lnTo>
                  <a:pt x="7029" y="4596"/>
                </a:lnTo>
                <a:lnTo>
                  <a:pt x="8723" y="3563"/>
                </a:lnTo>
                <a:lnTo>
                  <a:pt x="10525" y="2621"/>
                </a:lnTo>
                <a:lnTo>
                  <a:pt x="12435" y="1743"/>
                </a:lnTo>
                <a:lnTo>
                  <a:pt x="14466" y="916"/>
                </a:lnTo>
                <a:lnTo>
                  <a:pt x="16475" y="461"/>
                </a:lnTo>
                <a:lnTo>
                  <a:pt x="18514" y="0"/>
                </a:lnTo>
                <a:close/>
              </a:path>
            </a:pathLst>
          </a:custGeom>
          <a:solidFill>
            <a:srgbClr val="6E6F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7" name="contour_10745"/>
          <p:cNvSpPr/>
          <p:nvPr/>
        </p:nvSpPr>
        <p:spPr>
          <a:xfrm>
            <a:off x="4856889" y="4590013"/>
            <a:ext cx="58304" cy="309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93"/>
                </a:moveTo>
                <a:lnTo>
                  <a:pt x="1553" y="835"/>
                </a:lnTo>
                <a:lnTo>
                  <a:pt x="3105" y="697"/>
                </a:lnTo>
                <a:lnTo>
                  <a:pt x="4658" y="570"/>
                </a:lnTo>
                <a:lnTo>
                  <a:pt x="6210" y="458"/>
                </a:lnTo>
                <a:lnTo>
                  <a:pt x="7762" y="356"/>
                </a:lnTo>
                <a:lnTo>
                  <a:pt x="9204" y="239"/>
                </a:lnTo>
                <a:lnTo>
                  <a:pt x="10657" y="122"/>
                </a:lnTo>
                <a:lnTo>
                  <a:pt x="12128" y="0"/>
                </a:lnTo>
                <a:lnTo>
                  <a:pt x="14329" y="748"/>
                </a:lnTo>
                <a:lnTo>
                  <a:pt x="16092" y="1843"/>
                </a:lnTo>
                <a:lnTo>
                  <a:pt x="17561" y="3360"/>
                </a:lnTo>
                <a:lnTo>
                  <a:pt x="18873" y="5366"/>
                </a:lnTo>
                <a:lnTo>
                  <a:pt x="20174" y="7947"/>
                </a:lnTo>
                <a:lnTo>
                  <a:pt x="21600" y="11174"/>
                </a:lnTo>
                <a:lnTo>
                  <a:pt x="19759" y="13175"/>
                </a:lnTo>
                <a:lnTo>
                  <a:pt x="17993" y="14951"/>
                </a:lnTo>
                <a:lnTo>
                  <a:pt x="16281" y="16504"/>
                </a:lnTo>
                <a:lnTo>
                  <a:pt x="14602" y="17838"/>
                </a:lnTo>
                <a:lnTo>
                  <a:pt x="12938" y="18963"/>
                </a:lnTo>
                <a:lnTo>
                  <a:pt x="11267" y="19884"/>
                </a:lnTo>
                <a:lnTo>
                  <a:pt x="9571" y="20602"/>
                </a:lnTo>
                <a:lnTo>
                  <a:pt x="7827" y="21121"/>
                </a:lnTo>
                <a:lnTo>
                  <a:pt x="6018" y="21452"/>
                </a:lnTo>
                <a:lnTo>
                  <a:pt x="4126" y="21600"/>
                </a:lnTo>
                <a:lnTo>
                  <a:pt x="2125" y="21564"/>
                </a:lnTo>
                <a:lnTo>
                  <a:pt x="0" y="21356"/>
                </a:lnTo>
                <a:lnTo>
                  <a:pt x="0" y="17996"/>
                </a:lnTo>
                <a:lnTo>
                  <a:pt x="0" y="14631"/>
                </a:lnTo>
                <a:lnTo>
                  <a:pt x="0" y="11251"/>
                </a:lnTo>
                <a:lnTo>
                  <a:pt x="0" y="7855"/>
                </a:lnTo>
                <a:lnTo>
                  <a:pt x="0" y="4439"/>
                </a:lnTo>
                <a:lnTo>
                  <a:pt x="0" y="993"/>
                </a:lnTo>
                <a:close/>
              </a:path>
            </a:pathLst>
          </a:custGeom>
          <a:solidFill>
            <a:srgbClr val="6A5E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8" name="contour_10746"/>
          <p:cNvSpPr/>
          <p:nvPr/>
        </p:nvSpPr>
        <p:spPr>
          <a:xfrm>
            <a:off x="9965771" y="458414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870" y="1018"/>
                </a:lnTo>
                <a:lnTo>
                  <a:pt x="15401" y="2040"/>
                </a:lnTo>
                <a:lnTo>
                  <a:pt x="16937" y="3061"/>
                </a:lnTo>
                <a:lnTo>
                  <a:pt x="18480" y="4092"/>
                </a:lnTo>
                <a:lnTo>
                  <a:pt x="20032" y="5128"/>
                </a:lnTo>
                <a:lnTo>
                  <a:pt x="21600" y="6171"/>
                </a:lnTo>
                <a:lnTo>
                  <a:pt x="20298" y="9831"/>
                </a:lnTo>
                <a:lnTo>
                  <a:pt x="19255" y="12614"/>
                </a:lnTo>
                <a:lnTo>
                  <a:pt x="18363" y="14694"/>
                </a:lnTo>
                <a:lnTo>
                  <a:pt x="17515" y="16228"/>
                </a:lnTo>
                <a:lnTo>
                  <a:pt x="16598" y="17385"/>
                </a:lnTo>
                <a:lnTo>
                  <a:pt x="15509" y="18329"/>
                </a:lnTo>
                <a:lnTo>
                  <a:pt x="14139" y="19227"/>
                </a:lnTo>
                <a:lnTo>
                  <a:pt x="12380" y="20239"/>
                </a:lnTo>
                <a:lnTo>
                  <a:pt x="10714" y="20717"/>
                </a:lnTo>
                <a:lnTo>
                  <a:pt x="9399" y="21029"/>
                </a:lnTo>
                <a:lnTo>
                  <a:pt x="7986" y="21236"/>
                </a:lnTo>
                <a:lnTo>
                  <a:pt x="6029" y="21403"/>
                </a:lnTo>
                <a:lnTo>
                  <a:pt x="3086" y="21600"/>
                </a:lnTo>
                <a:lnTo>
                  <a:pt x="1734" y="19875"/>
                </a:lnTo>
                <a:lnTo>
                  <a:pt x="963" y="18659"/>
                </a:lnTo>
                <a:lnTo>
                  <a:pt x="481" y="17369"/>
                </a:lnTo>
                <a:lnTo>
                  <a:pt x="0" y="15429"/>
                </a:lnTo>
                <a:lnTo>
                  <a:pt x="2040" y="15429"/>
                </a:lnTo>
                <a:lnTo>
                  <a:pt x="4092" y="15429"/>
                </a:lnTo>
                <a:lnTo>
                  <a:pt x="6171" y="15429"/>
                </a:lnTo>
                <a:lnTo>
                  <a:pt x="7325" y="13411"/>
                </a:lnTo>
                <a:lnTo>
                  <a:pt x="8069" y="11932"/>
                </a:lnTo>
                <a:lnTo>
                  <a:pt x="8736" y="10275"/>
                </a:lnTo>
                <a:lnTo>
                  <a:pt x="9643" y="7714"/>
                </a:lnTo>
                <a:lnTo>
                  <a:pt x="9874" y="7076"/>
                </a:lnTo>
                <a:lnTo>
                  <a:pt x="10282" y="5952"/>
                </a:lnTo>
                <a:lnTo>
                  <a:pt x="11210" y="3376"/>
                </a:lnTo>
                <a:lnTo>
                  <a:pt x="11772" y="1700"/>
                </a:lnTo>
                <a:lnTo>
                  <a:pt x="12343" y="0"/>
                </a:lnTo>
                <a:close/>
              </a:path>
            </a:pathLst>
          </a:custGeom>
          <a:solidFill>
            <a:srgbClr val="696B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49" name="contour_10747"/>
          <p:cNvSpPr/>
          <p:nvPr/>
        </p:nvSpPr>
        <p:spPr>
          <a:xfrm>
            <a:off x="4295714" y="4576859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448" y="19818"/>
                </a:lnTo>
                <a:lnTo>
                  <a:pt x="891" y="18036"/>
                </a:lnTo>
                <a:lnTo>
                  <a:pt x="1339" y="16251"/>
                </a:lnTo>
                <a:lnTo>
                  <a:pt x="1782" y="14464"/>
                </a:lnTo>
                <a:lnTo>
                  <a:pt x="2230" y="12674"/>
                </a:lnTo>
                <a:lnTo>
                  <a:pt x="2678" y="10881"/>
                </a:lnTo>
                <a:lnTo>
                  <a:pt x="3127" y="9083"/>
                </a:lnTo>
                <a:lnTo>
                  <a:pt x="3580" y="7279"/>
                </a:lnTo>
                <a:lnTo>
                  <a:pt x="4034" y="5470"/>
                </a:lnTo>
                <a:lnTo>
                  <a:pt x="4487" y="3656"/>
                </a:lnTo>
                <a:lnTo>
                  <a:pt x="4941" y="1831"/>
                </a:lnTo>
                <a:lnTo>
                  <a:pt x="5400" y="0"/>
                </a:lnTo>
                <a:close/>
              </a:path>
            </a:pathLst>
          </a:custGeom>
          <a:solidFill>
            <a:srgbClr val="D4C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0" name="contour_10748"/>
          <p:cNvSpPr/>
          <p:nvPr/>
        </p:nvSpPr>
        <p:spPr>
          <a:xfrm>
            <a:off x="1846949" y="4589328"/>
            <a:ext cx="3644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80"/>
                </a:moveTo>
                <a:lnTo>
                  <a:pt x="7348" y="380"/>
                </a:lnTo>
                <a:lnTo>
                  <a:pt x="10122" y="16"/>
                </a:lnTo>
                <a:lnTo>
                  <a:pt x="12787" y="0"/>
                </a:lnTo>
                <a:lnTo>
                  <a:pt x="15492" y="249"/>
                </a:lnTo>
                <a:lnTo>
                  <a:pt x="18382" y="670"/>
                </a:lnTo>
                <a:lnTo>
                  <a:pt x="21600" y="1180"/>
                </a:lnTo>
                <a:lnTo>
                  <a:pt x="21600" y="4068"/>
                </a:lnTo>
                <a:lnTo>
                  <a:pt x="21600" y="6959"/>
                </a:lnTo>
                <a:lnTo>
                  <a:pt x="21600" y="9859"/>
                </a:lnTo>
                <a:lnTo>
                  <a:pt x="21600" y="12771"/>
                </a:lnTo>
                <a:lnTo>
                  <a:pt x="21600" y="15695"/>
                </a:lnTo>
                <a:lnTo>
                  <a:pt x="21600" y="1863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216" y="18933"/>
                </a:lnTo>
                <a:lnTo>
                  <a:pt x="471" y="16315"/>
                </a:lnTo>
                <a:lnTo>
                  <a:pt x="795" y="13734"/>
                </a:lnTo>
                <a:lnTo>
                  <a:pt x="1210" y="11182"/>
                </a:lnTo>
                <a:lnTo>
                  <a:pt x="1745" y="8658"/>
                </a:lnTo>
                <a:lnTo>
                  <a:pt x="2424" y="6155"/>
                </a:lnTo>
                <a:lnTo>
                  <a:pt x="3275" y="3663"/>
                </a:lnTo>
                <a:lnTo>
                  <a:pt x="4320" y="1180"/>
                </a:lnTo>
                <a:close/>
              </a:path>
            </a:pathLst>
          </a:custGeom>
          <a:solidFill>
            <a:srgbClr val="D3C8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1" name="contour_10749"/>
          <p:cNvSpPr/>
          <p:nvPr/>
        </p:nvSpPr>
        <p:spPr>
          <a:xfrm>
            <a:off x="680877" y="4574439"/>
            <a:ext cx="58304" cy="409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40" y="0"/>
                </a:moveTo>
                <a:lnTo>
                  <a:pt x="13330" y="58"/>
                </a:lnTo>
                <a:lnTo>
                  <a:pt x="14993" y="173"/>
                </a:lnTo>
                <a:lnTo>
                  <a:pt x="16640" y="346"/>
                </a:lnTo>
                <a:lnTo>
                  <a:pt x="18284" y="585"/>
                </a:lnTo>
                <a:lnTo>
                  <a:pt x="19934" y="892"/>
                </a:lnTo>
                <a:lnTo>
                  <a:pt x="21600" y="1277"/>
                </a:lnTo>
                <a:lnTo>
                  <a:pt x="20863" y="3616"/>
                </a:lnTo>
                <a:lnTo>
                  <a:pt x="20112" y="5901"/>
                </a:lnTo>
                <a:lnTo>
                  <a:pt x="19335" y="8132"/>
                </a:lnTo>
                <a:lnTo>
                  <a:pt x="18522" y="10313"/>
                </a:lnTo>
                <a:lnTo>
                  <a:pt x="17658" y="12445"/>
                </a:lnTo>
                <a:lnTo>
                  <a:pt x="16735" y="14526"/>
                </a:lnTo>
                <a:lnTo>
                  <a:pt x="15741" y="16564"/>
                </a:lnTo>
                <a:lnTo>
                  <a:pt x="14666" y="18557"/>
                </a:lnTo>
                <a:lnTo>
                  <a:pt x="13500" y="20511"/>
                </a:lnTo>
                <a:lnTo>
                  <a:pt x="11521" y="21108"/>
                </a:lnTo>
                <a:lnTo>
                  <a:pt x="9598" y="21462"/>
                </a:lnTo>
                <a:lnTo>
                  <a:pt x="7706" y="21600"/>
                </a:lnTo>
                <a:lnTo>
                  <a:pt x="5821" y="21546"/>
                </a:lnTo>
                <a:lnTo>
                  <a:pt x="3923" y="21331"/>
                </a:lnTo>
                <a:lnTo>
                  <a:pt x="1990" y="20977"/>
                </a:lnTo>
                <a:lnTo>
                  <a:pt x="0" y="20511"/>
                </a:lnTo>
                <a:lnTo>
                  <a:pt x="1536" y="15534"/>
                </a:lnTo>
                <a:lnTo>
                  <a:pt x="2808" y="11537"/>
                </a:lnTo>
                <a:lnTo>
                  <a:pt x="3877" y="8394"/>
                </a:lnTo>
                <a:lnTo>
                  <a:pt x="4817" y="5986"/>
                </a:lnTo>
                <a:lnTo>
                  <a:pt x="5697" y="4182"/>
                </a:lnTo>
                <a:lnTo>
                  <a:pt x="6585" y="2866"/>
                </a:lnTo>
                <a:lnTo>
                  <a:pt x="7555" y="1912"/>
                </a:lnTo>
                <a:lnTo>
                  <a:pt x="8675" y="1200"/>
                </a:lnTo>
                <a:lnTo>
                  <a:pt x="10014" y="604"/>
                </a:lnTo>
                <a:lnTo>
                  <a:pt x="11640" y="0"/>
                </a:lnTo>
                <a:close/>
              </a:path>
            </a:pathLst>
          </a:custGeom>
          <a:solidFill>
            <a:srgbClr val="20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2" name="contour_10750"/>
          <p:cNvSpPr/>
          <p:nvPr/>
        </p:nvSpPr>
        <p:spPr>
          <a:xfrm>
            <a:off x="6678887" y="4562283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675" y="1833"/>
                </a:lnTo>
                <a:lnTo>
                  <a:pt x="20153" y="3672"/>
                </a:lnTo>
                <a:lnTo>
                  <a:pt x="20630" y="5517"/>
                </a:lnTo>
                <a:lnTo>
                  <a:pt x="21113" y="7378"/>
                </a:lnTo>
                <a:lnTo>
                  <a:pt x="21600" y="9257"/>
                </a:lnTo>
                <a:lnTo>
                  <a:pt x="20966" y="9149"/>
                </a:lnTo>
                <a:lnTo>
                  <a:pt x="19058" y="8822"/>
                </a:lnTo>
                <a:lnTo>
                  <a:pt x="17419" y="8668"/>
                </a:lnTo>
                <a:lnTo>
                  <a:pt x="15845" y="8569"/>
                </a:lnTo>
                <a:lnTo>
                  <a:pt x="14306" y="8551"/>
                </a:lnTo>
                <a:lnTo>
                  <a:pt x="12773" y="8640"/>
                </a:lnTo>
                <a:lnTo>
                  <a:pt x="11213" y="8868"/>
                </a:lnTo>
                <a:lnTo>
                  <a:pt x="9600" y="9257"/>
                </a:lnTo>
                <a:lnTo>
                  <a:pt x="8892" y="11170"/>
                </a:lnTo>
                <a:lnTo>
                  <a:pt x="8407" y="13003"/>
                </a:lnTo>
                <a:lnTo>
                  <a:pt x="8095" y="14842"/>
                </a:lnTo>
                <a:lnTo>
                  <a:pt x="7901" y="16777"/>
                </a:lnTo>
                <a:lnTo>
                  <a:pt x="7771" y="18900"/>
                </a:lnTo>
                <a:lnTo>
                  <a:pt x="7488" y="20239"/>
                </a:lnTo>
                <a:lnTo>
                  <a:pt x="7200" y="21600"/>
                </a:lnTo>
                <a:lnTo>
                  <a:pt x="5614" y="21600"/>
                </a:lnTo>
                <a:lnTo>
                  <a:pt x="4018" y="21600"/>
                </a:lnTo>
                <a:lnTo>
                  <a:pt x="2400" y="21600"/>
                </a:lnTo>
                <a:lnTo>
                  <a:pt x="1898" y="19715"/>
                </a:lnTo>
                <a:lnTo>
                  <a:pt x="1488" y="17820"/>
                </a:lnTo>
                <a:lnTo>
                  <a:pt x="1154" y="15919"/>
                </a:lnTo>
                <a:lnTo>
                  <a:pt x="878" y="14003"/>
                </a:lnTo>
                <a:lnTo>
                  <a:pt x="643" y="12071"/>
                </a:lnTo>
                <a:lnTo>
                  <a:pt x="430" y="10124"/>
                </a:lnTo>
                <a:lnTo>
                  <a:pt x="221" y="8159"/>
                </a:lnTo>
                <a:lnTo>
                  <a:pt x="0" y="6171"/>
                </a:lnTo>
                <a:lnTo>
                  <a:pt x="1584" y="6171"/>
                </a:lnTo>
                <a:lnTo>
                  <a:pt x="3168" y="6171"/>
                </a:lnTo>
                <a:lnTo>
                  <a:pt x="4754" y="6171"/>
                </a:lnTo>
                <a:lnTo>
                  <a:pt x="6343" y="6171"/>
                </a:lnTo>
                <a:lnTo>
                  <a:pt x="7934" y="6171"/>
                </a:lnTo>
                <a:lnTo>
                  <a:pt x="9528" y="6171"/>
                </a:lnTo>
                <a:lnTo>
                  <a:pt x="11126" y="6171"/>
                </a:lnTo>
                <a:lnTo>
                  <a:pt x="12730" y="6171"/>
                </a:lnTo>
                <a:lnTo>
                  <a:pt x="14338" y="6171"/>
                </a:lnTo>
                <a:lnTo>
                  <a:pt x="15950" y="6171"/>
                </a:lnTo>
                <a:lnTo>
                  <a:pt x="17573" y="6171"/>
                </a:lnTo>
                <a:lnTo>
                  <a:pt x="19200" y="6171"/>
                </a:lnTo>
                <a:lnTo>
                  <a:pt x="19200" y="4132"/>
                </a:lnTo>
                <a:lnTo>
                  <a:pt x="19200" y="2080"/>
                </a:lnTo>
                <a:lnTo>
                  <a:pt x="19200" y="0"/>
                </a:lnTo>
                <a:close/>
              </a:path>
            </a:pathLst>
          </a:custGeom>
          <a:solidFill>
            <a:srgbClr val="C5BC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3" name="contour_10751"/>
          <p:cNvSpPr/>
          <p:nvPr/>
        </p:nvSpPr>
        <p:spPr>
          <a:xfrm>
            <a:off x="1650173" y="4562283"/>
            <a:ext cx="596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5" y="0"/>
                </a:moveTo>
                <a:lnTo>
                  <a:pt x="21442" y="3059"/>
                </a:lnTo>
                <a:lnTo>
                  <a:pt x="21600" y="5266"/>
                </a:lnTo>
                <a:lnTo>
                  <a:pt x="21600" y="7236"/>
                </a:lnTo>
                <a:lnTo>
                  <a:pt x="21442" y="9590"/>
                </a:lnTo>
                <a:lnTo>
                  <a:pt x="21125" y="12960"/>
                </a:lnTo>
                <a:lnTo>
                  <a:pt x="19313" y="14148"/>
                </a:lnTo>
                <a:lnTo>
                  <a:pt x="17594" y="15163"/>
                </a:lnTo>
                <a:lnTo>
                  <a:pt x="15910" y="16040"/>
                </a:lnTo>
                <a:lnTo>
                  <a:pt x="14209" y="16805"/>
                </a:lnTo>
                <a:lnTo>
                  <a:pt x="12445" y="17479"/>
                </a:lnTo>
                <a:lnTo>
                  <a:pt x="10562" y="18092"/>
                </a:lnTo>
                <a:lnTo>
                  <a:pt x="9047" y="18624"/>
                </a:lnTo>
                <a:lnTo>
                  <a:pt x="7510" y="19164"/>
                </a:lnTo>
                <a:lnTo>
                  <a:pt x="6010" y="19673"/>
                </a:lnTo>
                <a:lnTo>
                  <a:pt x="4510" y="20170"/>
                </a:lnTo>
                <a:lnTo>
                  <a:pt x="3008" y="20654"/>
                </a:lnTo>
                <a:lnTo>
                  <a:pt x="1502" y="21129"/>
                </a:lnTo>
                <a:lnTo>
                  <a:pt x="0" y="21600"/>
                </a:lnTo>
                <a:lnTo>
                  <a:pt x="0" y="18749"/>
                </a:lnTo>
                <a:lnTo>
                  <a:pt x="0" y="15893"/>
                </a:lnTo>
                <a:lnTo>
                  <a:pt x="0" y="13025"/>
                </a:lnTo>
                <a:lnTo>
                  <a:pt x="0" y="10143"/>
                </a:lnTo>
                <a:lnTo>
                  <a:pt x="0" y="7245"/>
                </a:lnTo>
                <a:lnTo>
                  <a:pt x="0" y="4320"/>
                </a:lnTo>
                <a:lnTo>
                  <a:pt x="1518" y="3884"/>
                </a:lnTo>
                <a:lnTo>
                  <a:pt x="3037" y="3452"/>
                </a:lnTo>
                <a:lnTo>
                  <a:pt x="4555" y="3020"/>
                </a:lnTo>
                <a:lnTo>
                  <a:pt x="6073" y="2588"/>
                </a:lnTo>
                <a:lnTo>
                  <a:pt x="7592" y="2160"/>
                </a:lnTo>
                <a:lnTo>
                  <a:pt x="9002" y="1758"/>
                </a:lnTo>
                <a:lnTo>
                  <a:pt x="10422" y="1352"/>
                </a:lnTo>
                <a:lnTo>
                  <a:pt x="11862" y="946"/>
                </a:lnTo>
                <a:lnTo>
                  <a:pt x="13847" y="484"/>
                </a:lnTo>
                <a:lnTo>
                  <a:pt x="15321" y="203"/>
                </a:lnTo>
                <a:lnTo>
                  <a:pt x="16728" y="60"/>
                </a:lnTo>
                <a:lnTo>
                  <a:pt x="18516" y="9"/>
                </a:lnTo>
                <a:lnTo>
                  <a:pt x="21125" y="0"/>
                </a:lnTo>
                <a:close/>
              </a:path>
            </a:pathLst>
          </a:custGeom>
          <a:solidFill>
            <a:srgbClr val="4F4E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4" name="contour_10752"/>
          <p:cNvSpPr/>
          <p:nvPr/>
        </p:nvSpPr>
        <p:spPr>
          <a:xfrm>
            <a:off x="4558081" y="4533954"/>
            <a:ext cx="51016" cy="37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43"/>
                </a:moveTo>
                <a:lnTo>
                  <a:pt x="21548" y="6857"/>
                </a:lnTo>
                <a:lnTo>
                  <a:pt x="21387" y="9789"/>
                </a:lnTo>
                <a:lnTo>
                  <a:pt x="21066" y="12587"/>
                </a:lnTo>
                <a:lnTo>
                  <a:pt x="20520" y="15296"/>
                </a:lnTo>
                <a:lnTo>
                  <a:pt x="19690" y="17959"/>
                </a:lnTo>
                <a:lnTo>
                  <a:pt x="18514" y="20621"/>
                </a:lnTo>
                <a:lnTo>
                  <a:pt x="16438" y="21081"/>
                </a:lnTo>
                <a:lnTo>
                  <a:pt x="14379" y="21385"/>
                </a:lnTo>
                <a:lnTo>
                  <a:pt x="12334" y="21554"/>
                </a:lnTo>
                <a:lnTo>
                  <a:pt x="10294" y="21600"/>
                </a:lnTo>
                <a:lnTo>
                  <a:pt x="8254" y="21545"/>
                </a:lnTo>
                <a:lnTo>
                  <a:pt x="6212" y="21402"/>
                </a:lnTo>
                <a:lnTo>
                  <a:pt x="4156" y="21191"/>
                </a:lnTo>
                <a:lnTo>
                  <a:pt x="2089" y="20925"/>
                </a:lnTo>
                <a:lnTo>
                  <a:pt x="0" y="20621"/>
                </a:lnTo>
                <a:lnTo>
                  <a:pt x="741" y="15431"/>
                </a:lnTo>
                <a:lnTo>
                  <a:pt x="1336" y="11473"/>
                </a:lnTo>
                <a:lnTo>
                  <a:pt x="1858" y="8515"/>
                </a:lnTo>
                <a:lnTo>
                  <a:pt x="2364" y="6312"/>
                </a:lnTo>
                <a:lnTo>
                  <a:pt x="2928" y="4629"/>
                </a:lnTo>
                <a:lnTo>
                  <a:pt x="3607" y="3224"/>
                </a:lnTo>
                <a:lnTo>
                  <a:pt x="4474" y="1869"/>
                </a:lnTo>
                <a:lnTo>
                  <a:pt x="5591" y="316"/>
                </a:lnTo>
                <a:lnTo>
                  <a:pt x="7714" y="8"/>
                </a:lnTo>
                <a:lnTo>
                  <a:pt x="9751" y="0"/>
                </a:lnTo>
                <a:lnTo>
                  <a:pt x="11729" y="245"/>
                </a:lnTo>
                <a:lnTo>
                  <a:pt x="13673" y="700"/>
                </a:lnTo>
                <a:lnTo>
                  <a:pt x="15604" y="1321"/>
                </a:lnTo>
                <a:lnTo>
                  <a:pt x="17555" y="2063"/>
                </a:lnTo>
                <a:lnTo>
                  <a:pt x="19545" y="2886"/>
                </a:lnTo>
                <a:lnTo>
                  <a:pt x="21600" y="3743"/>
                </a:lnTo>
                <a:close/>
              </a:path>
            </a:pathLst>
          </a:custGeom>
          <a:solidFill>
            <a:srgbClr val="4A48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5" name="contour_10753"/>
          <p:cNvSpPr/>
          <p:nvPr/>
        </p:nvSpPr>
        <p:spPr>
          <a:xfrm>
            <a:off x="10490506" y="451126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81" y="383"/>
                </a:lnTo>
                <a:lnTo>
                  <a:pt x="9992" y="765"/>
                </a:lnTo>
                <a:lnTo>
                  <a:pt x="11908" y="1148"/>
                </a:lnTo>
                <a:lnTo>
                  <a:pt x="13827" y="1531"/>
                </a:lnTo>
                <a:lnTo>
                  <a:pt x="15756" y="1916"/>
                </a:lnTo>
                <a:lnTo>
                  <a:pt x="17693" y="2305"/>
                </a:lnTo>
                <a:lnTo>
                  <a:pt x="19641" y="2694"/>
                </a:lnTo>
                <a:lnTo>
                  <a:pt x="21600" y="3086"/>
                </a:lnTo>
                <a:lnTo>
                  <a:pt x="20526" y="5057"/>
                </a:lnTo>
                <a:lnTo>
                  <a:pt x="19702" y="6514"/>
                </a:lnTo>
                <a:lnTo>
                  <a:pt x="18949" y="7714"/>
                </a:lnTo>
                <a:lnTo>
                  <a:pt x="18101" y="8915"/>
                </a:lnTo>
                <a:lnTo>
                  <a:pt x="16984" y="10371"/>
                </a:lnTo>
                <a:lnTo>
                  <a:pt x="15429" y="12343"/>
                </a:lnTo>
                <a:lnTo>
                  <a:pt x="13577" y="12343"/>
                </a:lnTo>
                <a:lnTo>
                  <a:pt x="11726" y="12343"/>
                </a:lnTo>
                <a:lnTo>
                  <a:pt x="9874" y="12343"/>
                </a:lnTo>
                <a:lnTo>
                  <a:pt x="8023" y="12343"/>
                </a:lnTo>
                <a:lnTo>
                  <a:pt x="6171" y="12343"/>
                </a:lnTo>
                <a:lnTo>
                  <a:pt x="5128" y="14639"/>
                </a:lnTo>
                <a:lnTo>
                  <a:pt x="4447" y="16268"/>
                </a:lnTo>
                <a:lnTo>
                  <a:pt x="3977" y="17675"/>
                </a:lnTo>
                <a:lnTo>
                  <a:pt x="3573" y="19304"/>
                </a:lnTo>
                <a:lnTo>
                  <a:pt x="3086" y="21600"/>
                </a:lnTo>
                <a:lnTo>
                  <a:pt x="2577" y="19563"/>
                </a:lnTo>
                <a:lnTo>
                  <a:pt x="2067" y="17524"/>
                </a:lnTo>
                <a:lnTo>
                  <a:pt x="1555" y="15475"/>
                </a:lnTo>
                <a:lnTo>
                  <a:pt x="1040" y="13417"/>
                </a:lnTo>
                <a:lnTo>
                  <a:pt x="521" y="11346"/>
                </a:lnTo>
                <a:lnTo>
                  <a:pt x="0" y="9257"/>
                </a:lnTo>
                <a:lnTo>
                  <a:pt x="2040" y="9257"/>
                </a:lnTo>
                <a:lnTo>
                  <a:pt x="4092" y="9257"/>
                </a:lnTo>
                <a:lnTo>
                  <a:pt x="6171" y="9257"/>
                </a:lnTo>
                <a:lnTo>
                  <a:pt x="6171" y="7424"/>
                </a:lnTo>
                <a:lnTo>
                  <a:pt x="6171" y="5585"/>
                </a:lnTo>
                <a:lnTo>
                  <a:pt x="6171" y="3740"/>
                </a:lnTo>
                <a:lnTo>
                  <a:pt x="6171" y="1879"/>
                </a:lnTo>
                <a:lnTo>
                  <a:pt x="6171" y="0"/>
                </a:lnTo>
                <a:close/>
              </a:path>
            </a:pathLst>
          </a:custGeom>
          <a:solidFill>
            <a:srgbClr val="9DA0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6" name="contour_10754"/>
          <p:cNvSpPr/>
          <p:nvPr/>
        </p:nvSpPr>
        <p:spPr>
          <a:xfrm>
            <a:off x="10607114" y="4503979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883" y="1162"/>
                </a:lnTo>
                <a:lnTo>
                  <a:pt x="5290" y="2436"/>
                </a:lnTo>
                <a:lnTo>
                  <a:pt x="6641" y="3836"/>
                </a:lnTo>
                <a:lnTo>
                  <a:pt x="7968" y="5361"/>
                </a:lnTo>
                <a:lnTo>
                  <a:pt x="9300" y="7020"/>
                </a:lnTo>
                <a:lnTo>
                  <a:pt x="10913" y="7759"/>
                </a:lnTo>
                <a:lnTo>
                  <a:pt x="12466" y="8048"/>
                </a:lnTo>
                <a:lnTo>
                  <a:pt x="13973" y="7953"/>
                </a:lnTo>
                <a:lnTo>
                  <a:pt x="15458" y="7547"/>
                </a:lnTo>
                <a:lnTo>
                  <a:pt x="16944" y="6912"/>
                </a:lnTo>
                <a:lnTo>
                  <a:pt x="18449" y="6113"/>
                </a:lnTo>
                <a:lnTo>
                  <a:pt x="19994" y="5223"/>
                </a:lnTo>
                <a:lnTo>
                  <a:pt x="21600" y="4320"/>
                </a:lnTo>
                <a:lnTo>
                  <a:pt x="21600" y="7171"/>
                </a:lnTo>
                <a:lnTo>
                  <a:pt x="21600" y="10027"/>
                </a:lnTo>
                <a:lnTo>
                  <a:pt x="21600" y="12895"/>
                </a:lnTo>
                <a:lnTo>
                  <a:pt x="21600" y="15777"/>
                </a:lnTo>
                <a:lnTo>
                  <a:pt x="21600" y="18675"/>
                </a:lnTo>
                <a:lnTo>
                  <a:pt x="21600" y="21600"/>
                </a:lnTo>
                <a:lnTo>
                  <a:pt x="20023" y="21406"/>
                </a:lnTo>
                <a:lnTo>
                  <a:pt x="18446" y="21198"/>
                </a:lnTo>
                <a:lnTo>
                  <a:pt x="16872" y="20978"/>
                </a:lnTo>
                <a:lnTo>
                  <a:pt x="15298" y="20745"/>
                </a:lnTo>
                <a:lnTo>
                  <a:pt x="13723" y="20503"/>
                </a:lnTo>
                <a:lnTo>
                  <a:pt x="12149" y="20252"/>
                </a:lnTo>
                <a:lnTo>
                  <a:pt x="10802" y="20105"/>
                </a:lnTo>
                <a:lnTo>
                  <a:pt x="9437" y="19954"/>
                </a:lnTo>
                <a:lnTo>
                  <a:pt x="8131" y="19712"/>
                </a:lnTo>
                <a:lnTo>
                  <a:pt x="7114" y="19449"/>
                </a:lnTo>
                <a:lnTo>
                  <a:pt x="6043" y="19043"/>
                </a:lnTo>
                <a:lnTo>
                  <a:pt x="4584" y="18364"/>
                </a:lnTo>
                <a:lnTo>
                  <a:pt x="2400" y="17280"/>
                </a:lnTo>
                <a:lnTo>
                  <a:pt x="1440" y="14109"/>
                </a:lnTo>
                <a:lnTo>
                  <a:pt x="835" y="11845"/>
                </a:lnTo>
                <a:lnTo>
                  <a:pt x="470" y="9876"/>
                </a:lnTo>
                <a:lnTo>
                  <a:pt x="230" y="7577"/>
                </a:lnTo>
                <a:lnTo>
                  <a:pt x="0" y="4320"/>
                </a:lnTo>
                <a:lnTo>
                  <a:pt x="1190" y="2177"/>
                </a:lnTo>
                <a:lnTo>
                  <a:pt x="2400" y="0"/>
                </a:lnTo>
                <a:close/>
              </a:path>
            </a:pathLst>
          </a:custGeom>
          <a:solidFill>
            <a:srgbClr val="C3A5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7" name="contour_10755"/>
          <p:cNvSpPr/>
          <p:nvPr/>
        </p:nvSpPr>
        <p:spPr>
          <a:xfrm>
            <a:off x="9914755" y="4516463"/>
            <a:ext cx="65592" cy="29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533"/>
                </a:moveTo>
                <a:lnTo>
                  <a:pt x="3516" y="972"/>
                </a:lnTo>
                <a:lnTo>
                  <a:pt x="6461" y="523"/>
                </a:lnTo>
                <a:lnTo>
                  <a:pt x="8899" y="208"/>
                </a:lnTo>
                <a:lnTo>
                  <a:pt x="10901" y="27"/>
                </a:lnTo>
                <a:lnTo>
                  <a:pt x="12526" y="0"/>
                </a:lnTo>
                <a:lnTo>
                  <a:pt x="13843" y="139"/>
                </a:lnTo>
                <a:lnTo>
                  <a:pt x="14921" y="449"/>
                </a:lnTo>
                <a:lnTo>
                  <a:pt x="15821" y="951"/>
                </a:lnTo>
                <a:lnTo>
                  <a:pt x="16613" y="1656"/>
                </a:lnTo>
                <a:lnTo>
                  <a:pt x="17359" y="2574"/>
                </a:lnTo>
                <a:lnTo>
                  <a:pt x="18127" y="3718"/>
                </a:lnTo>
                <a:lnTo>
                  <a:pt x="18984" y="5101"/>
                </a:lnTo>
                <a:lnTo>
                  <a:pt x="19738" y="7793"/>
                </a:lnTo>
                <a:lnTo>
                  <a:pt x="20261" y="9988"/>
                </a:lnTo>
                <a:lnTo>
                  <a:pt x="20801" y="12856"/>
                </a:lnTo>
                <a:lnTo>
                  <a:pt x="21600" y="17557"/>
                </a:lnTo>
                <a:lnTo>
                  <a:pt x="19759" y="18972"/>
                </a:lnTo>
                <a:lnTo>
                  <a:pt x="18041" y="20072"/>
                </a:lnTo>
                <a:lnTo>
                  <a:pt x="16418" y="20874"/>
                </a:lnTo>
                <a:lnTo>
                  <a:pt x="14870" y="21381"/>
                </a:lnTo>
                <a:lnTo>
                  <a:pt x="13370" y="21600"/>
                </a:lnTo>
                <a:lnTo>
                  <a:pt x="11897" y="21541"/>
                </a:lnTo>
                <a:lnTo>
                  <a:pt x="10428" y="21210"/>
                </a:lnTo>
                <a:lnTo>
                  <a:pt x="8935" y="20617"/>
                </a:lnTo>
                <a:lnTo>
                  <a:pt x="7399" y="19768"/>
                </a:lnTo>
                <a:lnTo>
                  <a:pt x="5796" y="18673"/>
                </a:lnTo>
                <a:lnTo>
                  <a:pt x="4099" y="17343"/>
                </a:lnTo>
                <a:lnTo>
                  <a:pt x="2287" y="15783"/>
                </a:lnTo>
                <a:lnTo>
                  <a:pt x="1152" y="14015"/>
                </a:lnTo>
                <a:lnTo>
                  <a:pt x="0" y="12215"/>
                </a:lnTo>
                <a:lnTo>
                  <a:pt x="0" y="8685"/>
                </a:lnTo>
                <a:lnTo>
                  <a:pt x="0" y="5133"/>
                </a:lnTo>
                <a:lnTo>
                  <a:pt x="0" y="1533"/>
                </a:lnTo>
                <a:close/>
              </a:path>
            </a:pathLst>
          </a:custGeom>
          <a:solidFill>
            <a:srgbClr val="E4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8" name="contour_10756"/>
          <p:cNvSpPr/>
          <p:nvPr/>
        </p:nvSpPr>
        <p:spPr>
          <a:xfrm>
            <a:off x="10302068" y="4467539"/>
            <a:ext cx="4996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97" y="0"/>
                </a:moveTo>
                <a:lnTo>
                  <a:pt x="2820" y="937"/>
                </a:lnTo>
                <a:lnTo>
                  <a:pt x="2943" y="1890"/>
                </a:lnTo>
                <a:lnTo>
                  <a:pt x="3289" y="3350"/>
                </a:lnTo>
                <a:lnTo>
                  <a:pt x="3689" y="4711"/>
                </a:lnTo>
                <a:lnTo>
                  <a:pt x="4209" y="6020"/>
                </a:lnTo>
                <a:lnTo>
                  <a:pt x="4905" y="7314"/>
                </a:lnTo>
                <a:lnTo>
                  <a:pt x="5847" y="8640"/>
                </a:lnTo>
                <a:lnTo>
                  <a:pt x="8034" y="8970"/>
                </a:lnTo>
                <a:lnTo>
                  <a:pt x="10079" y="9120"/>
                </a:lnTo>
                <a:lnTo>
                  <a:pt x="12060" y="9126"/>
                </a:lnTo>
                <a:lnTo>
                  <a:pt x="14061" y="9022"/>
                </a:lnTo>
                <a:lnTo>
                  <a:pt x="16165" y="8847"/>
                </a:lnTo>
                <a:lnTo>
                  <a:pt x="18449" y="8640"/>
                </a:lnTo>
                <a:lnTo>
                  <a:pt x="18796" y="10066"/>
                </a:lnTo>
                <a:lnTo>
                  <a:pt x="19143" y="11493"/>
                </a:lnTo>
                <a:lnTo>
                  <a:pt x="19489" y="12921"/>
                </a:lnTo>
                <a:lnTo>
                  <a:pt x="19839" y="14353"/>
                </a:lnTo>
                <a:lnTo>
                  <a:pt x="20189" y="15790"/>
                </a:lnTo>
                <a:lnTo>
                  <a:pt x="20538" y="17232"/>
                </a:lnTo>
                <a:lnTo>
                  <a:pt x="20891" y="18680"/>
                </a:lnTo>
                <a:lnTo>
                  <a:pt x="21244" y="20136"/>
                </a:lnTo>
                <a:lnTo>
                  <a:pt x="21600" y="21600"/>
                </a:lnTo>
                <a:lnTo>
                  <a:pt x="19518" y="21600"/>
                </a:lnTo>
                <a:lnTo>
                  <a:pt x="17422" y="21600"/>
                </a:lnTo>
                <a:lnTo>
                  <a:pt x="15299" y="21600"/>
                </a:lnTo>
                <a:lnTo>
                  <a:pt x="14845" y="20574"/>
                </a:lnTo>
                <a:lnTo>
                  <a:pt x="14385" y="19542"/>
                </a:lnTo>
                <a:lnTo>
                  <a:pt x="13919" y="18494"/>
                </a:lnTo>
                <a:lnTo>
                  <a:pt x="13661" y="17999"/>
                </a:lnTo>
                <a:lnTo>
                  <a:pt x="13201" y="17124"/>
                </a:lnTo>
                <a:lnTo>
                  <a:pt x="12148" y="15120"/>
                </a:lnTo>
                <a:lnTo>
                  <a:pt x="10586" y="14764"/>
                </a:lnTo>
                <a:lnTo>
                  <a:pt x="9017" y="14405"/>
                </a:lnTo>
                <a:lnTo>
                  <a:pt x="7423" y="14040"/>
                </a:lnTo>
                <a:lnTo>
                  <a:pt x="5098" y="13489"/>
                </a:lnTo>
                <a:lnTo>
                  <a:pt x="3566" y="13003"/>
                </a:lnTo>
                <a:lnTo>
                  <a:pt x="2489" y="12388"/>
                </a:lnTo>
                <a:lnTo>
                  <a:pt x="1525" y="11448"/>
                </a:lnTo>
                <a:lnTo>
                  <a:pt x="334" y="9990"/>
                </a:lnTo>
                <a:lnTo>
                  <a:pt x="60" y="8361"/>
                </a:lnTo>
                <a:lnTo>
                  <a:pt x="0" y="6895"/>
                </a:lnTo>
                <a:lnTo>
                  <a:pt x="154" y="5534"/>
                </a:lnTo>
                <a:lnTo>
                  <a:pt x="507" y="4221"/>
                </a:lnTo>
                <a:lnTo>
                  <a:pt x="1055" y="2897"/>
                </a:lnTo>
                <a:lnTo>
                  <a:pt x="1789" y="1510"/>
                </a:lnTo>
                <a:lnTo>
                  <a:pt x="2697" y="0"/>
                </a:lnTo>
                <a:close/>
              </a:path>
            </a:pathLst>
          </a:custGeom>
          <a:solidFill>
            <a:srgbClr val="ACAF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59" name="contour_10757"/>
          <p:cNvSpPr/>
          <p:nvPr/>
        </p:nvSpPr>
        <p:spPr>
          <a:xfrm>
            <a:off x="4988073" y="4480978"/>
            <a:ext cx="65592" cy="521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71"/>
                </a:moveTo>
                <a:lnTo>
                  <a:pt x="1800" y="244"/>
                </a:lnTo>
                <a:lnTo>
                  <a:pt x="3538" y="81"/>
                </a:lnTo>
                <a:lnTo>
                  <a:pt x="5220" y="0"/>
                </a:lnTo>
                <a:lnTo>
                  <a:pt x="6859" y="18"/>
                </a:lnTo>
                <a:lnTo>
                  <a:pt x="8462" y="151"/>
                </a:lnTo>
                <a:lnTo>
                  <a:pt x="10039" y="414"/>
                </a:lnTo>
                <a:lnTo>
                  <a:pt x="11599" y="821"/>
                </a:lnTo>
                <a:lnTo>
                  <a:pt x="13152" y="1392"/>
                </a:lnTo>
                <a:lnTo>
                  <a:pt x="14705" y="2143"/>
                </a:lnTo>
                <a:lnTo>
                  <a:pt x="16267" y="3088"/>
                </a:lnTo>
                <a:lnTo>
                  <a:pt x="17851" y="4244"/>
                </a:lnTo>
                <a:lnTo>
                  <a:pt x="19234" y="5711"/>
                </a:lnTo>
                <a:lnTo>
                  <a:pt x="20083" y="6752"/>
                </a:lnTo>
                <a:lnTo>
                  <a:pt x="20755" y="7857"/>
                </a:lnTo>
                <a:lnTo>
                  <a:pt x="21600" y="9526"/>
                </a:lnTo>
                <a:lnTo>
                  <a:pt x="21235" y="11497"/>
                </a:lnTo>
                <a:lnTo>
                  <a:pt x="20746" y="13339"/>
                </a:lnTo>
                <a:lnTo>
                  <a:pt x="20143" y="15074"/>
                </a:lnTo>
                <a:lnTo>
                  <a:pt x="19435" y="16737"/>
                </a:lnTo>
                <a:lnTo>
                  <a:pt x="18636" y="18358"/>
                </a:lnTo>
                <a:lnTo>
                  <a:pt x="17753" y="19970"/>
                </a:lnTo>
                <a:lnTo>
                  <a:pt x="16800" y="21600"/>
                </a:lnTo>
                <a:lnTo>
                  <a:pt x="16800" y="19608"/>
                </a:lnTo>
                <a:lnTo>
                  <a:pt x="16800" y="17613"/>
                </a:lnTo>
                <a:lnTo>
                  <a:pt x="16800" y="15608"/>
                </a:lnTo>
                <a:lnTo>
                  <a:pt x="16800" y="13595"/>
                </a:lnTo>
                <a:lnTo>
                  <a:pt x="16800" y="11570"/>
                </a:lnTo>
                <a:lnTo>
                  <a:pt x="16800" y="9526"/>
                </a:lnTo>
                <a:lnTo>
                  <a:pt x="15137" y="9526"/>
                </a:lnTo>
                <a:lnTo>
                  <a:pt x="13471" y="9526"/>
                </a:lnTo>
                <a:lnTo>
                  <a:pt x="11806" y="9526"/>
                </a:lnTo>
                <a:lnTo>
                  <a:pt x="10138" y="9526"/>
                </a:lnTo>
                <a:lnTo>
                  <a:pt x="8462" y="9526"/>
                </a:lnTo>
                <a:lnTo>
                  <a:pt x="6785" y="9526"/>
                </a:lnTo>
                <a:lnTo>
                  <a:pt x="5100" y="9526"/>
                </a:lnTo>
                <a:lnTo>
                  <a:pt x="3408" y="9526"/>
                </a:lnTo>
                <a:lnTo>
                  <a:pt x="1709" y="9526"/>
                </a:lnTo>
                <a:lnTo>
                  <a:pt x="0" y="9526"/>
                </a:lnTo>
                <a:lnTo>
                  <a:pt x="0" y="7733"/>
                </a:lnTo>
                <a:lnTo>
                  <a:pt x="0" y="5934"/>
                </a:lnTo>
                <a:lnTo>
                  <a:pt x="0" y="4129"/>
                </a:lnTo>
                <a:lnTo>
                  <a:pt x="0" y="2309"/>
                </a:lnTo>
                <a:lnTo>
                  <a:pt x="0" y="471"/>
                </a:lnTo>
                <a:close/>
              </a:path>
            </a:pathLst>
          </a:custGeom>
          <a:solidFill>
            <a:srgbClr val="2A2C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0" name="contour_10758"/>
          <p:cNvSpPr/>
          <p:nvPr/>
        </p:nvSpPr>
        <p:spPr>
          <a:xfrm>
            <a:off x="6926679" y="4474827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7" y="0"/>
                </a:lnTo>
                <a:lnTo>
                  <a:pt x="13856" y="0"/>
                </a:lnTo>
                <a:lnTo>
                  <a:pt x="15390" y="0"/>
                </a:lnTo>
                <a:lnTo>
                  <a:pt x="16930" y="0"/>
                </a:lnTo>
                <a:lnTo>
                  <a:pt x="18477" y="0"/>
                </a:lnTo>
                <a:lnTo>
                  <a:pt x="20032" y="0"/>
                </a:lnTo>
                <a:lnTo>
                  <a:pt x="21600" y="0"/>
                </a:ln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20174" y="12960"/>
                </a:lnTo>
                <a:lnTo>
                  <a:pt x="18749" y="12960"/>
                </a:lnTo>
                <a:lnTo>
                  <a:pt x="17321" y="12960"/>
                </a:lnTo>
                <a:lnTo>
                  <a:pt x="15891" y="12960"/>
                </a:lnTo>
                <a:lnTo>
                  <a:pt x="14459" y="12960"/>
                </a:lnTo>
                <a:lnTo>
                  <a:pt x="13025" y="12960"/>
                </a:lnTo>
                <a:lnTo>
                  <a:pt x="11586" y="12960"/>
                </a:lnTo>
                <a:lnTo>
                  <a:pt x="10143" y="12960"/>
                </a:lnTo>
                <a:lnTo>
                  <a:pt x="8696" y="12960"/>
                </a:lnTo>
                <a:lnTo>
                  <a:pt x="7245" y="12960"/>
                </a:lnTo>
                <a:lnTo>
                  <a:pt x="5784" y="12960"/>
                </a:lnTo>
                <a:lnTo>
                  <a:pt x="4320" y="12960"/>
                </a:lnTo>
                <a:lnTo>
                  <a:pt x="4320" y="15816"/>
                </a:lnTo>
                <a:lnTo>
                  <a:pt x="4320" y="18688"/>
                </a:lnTo>
                <a:lnTo>
                  <a:pt x="4320" y="21600"/>
                </a:lnTo>
                <a:lnTo>
                  <a:pt x="2892" y="21600"/>
                </a:lnTo>
                <a:lnTo>
                  <a:pt x="1456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1527" y="8640"/>
                </a:lnTo>
                <a:lnTo>
                  <a:pt x="3056" y="8640"/>
                </a:lnTo>
                <a:lnTo>
                  <a:pt x="4590" y="8640"/>
                </a:lnTo>
                <a:lnTo>
                  <a:pt x="6130" y="8640"/>
                </a:lnTo>
                <a:lnTo>
                  <a:pt x="7677" y="8640"/>
                </a:lnTo>
                <a:lnTo>
                  <a:pt x="9232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E5EA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1" name="contour_10759"/>
          <p:cNvSpPr/>
          <p:nvPr/>
        </p:nvSpPr>
        <p:spPr>
          <a:xfrm>
            <a:off x="1147301" y="4476853"/>
            <a:ext cx="51016" cy="70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04"/>
                </a:moveTo>
                <a:lnTo>
                  <a:pt x="20369" y="2655"/>
                </a:lnTo>
                <a:lnTo>
                  <a:pt x="19116" y="3721"/>
                </a:lnTo>
                <a:lnTo>
                  <a:pt x="17727" y="4943"/>
                </a:lnTo>
                <a:lnTo>
                  <a:pt x="16382" y="6159"/>
                </a:lnTo>
                <a:lnTo>
                  <a:pt x="15071" y="7372"/>
                </a:lnTo>
                <a:lnTo>
                  <a:pt x="13799" y="8583"/>
                </a:lnTo>
                <a:lnTo>
                  <a:pt x="12565" y="9800"/>
                </a:lnTo>
                <a:lnTo>
                  <a:pt x="11371" y="11024"/>
                </a:lnTo>
                <a:lnTo>
                  <a:pt x="10211" y="12262"/>
                </a:lnTo>
                <a:lnTo>
                  <a:pt x="9087" y="13515"/>
                </a:lnTo>
                <a:lnTo>
                  <a:pt x="8001" y="14790"/>
                </a:lnTo>
                <a:lnTo>
                  <a:pt x="6949" y="16088"/>
                </a:lnTo>
                <a:lnTo>
                  <a:pt x="5931" y="17414"/>
                </a:lnTo>
                <a:lnTo>
                  <a:pt x="4949" y="18772"/>
                </a:lnTo>
                <a:lnTo>
                  <a:pt x="4002" y="20167"/>
                </a:lnTo>
                <a:lnTo>
                  <a:pt x="3086" y="21600"/>
                </a:lnTo>
                <a:lnTo>
                  <a:pt x="2552" y="20043"/>
                </a:lnTo>
                <a:lnTo>
                  <a:pt x="2052" y="18498"/>
                </a:lnTo>
                <a:lnTo>
                  <a:pt x="1589" y="16961"/>
                </a:lnTo>
                <a:lnTo>
                  <a:pt x="1173" y="15428"/>
                </a:lnTo>
                <a:lnTo>
                  <a:pt x="808" y="13890"/>
                </a:lnTo>
                <a:lnTo>
                  <a:pt x="503" y="12351"/>
                </a:lnTo>
                <a:lnTo>
                  <a:pt x="262" y="10800"/>
                </a:lnTo>
                <a:lnTo>
                  <a:pt x="96" y="9236"/>
                </a:lnTo>
                <a:lnTo>
                  <a:pt x="6" y="7652"/>
                </a:lnTo>
                <a:lnTo>
                  <a:pt x="0" y="6048"/>
                </a:lnTo>
                <a:lnTo>
                  <a:pt x="1568" y="4381"/>
                </a:lnTo>
                <a:lnTo>
                  <a:pt x="3181" y="3002"/>
                </a:lnTo>
                <a:lnTo>
                  <a:pt x="4848" y="1895"/>
                </a:lnTo>
                <a:lnTo>
                  <a:pt x="6582" y="1053"/>
                </a:lnTo>
                <a:lnTo>
                  <a:pt x="8396" y="464"/>
                </a:lnTo>
                <a:lnTo>
                  <a:pt x="10303" y="118"/>
                </a:lnTo>
                <a:lnTo>
                  <a:pt x="12309" y="0"/>
                </a:lnTo>
                <a:lnTo>
                  <a:pt x="14432" y="100"/>
                </a:lnTo>
                <a:lnTo>
                  <a:pt x="16678" y="409"/>
                </a:lnTo>
                <a:lnTo>
                  <a:pt x="19064" y="913"/>
                </a:lnTo>
                <a:lnTo>
                  <a:pt x="21600" y="1604"/>
                </a:lnTo>
                <a:close/>
              </a:path>
            </a:pathLst>
          </a:custGeom>
          <a:solidFill>
            <a:srgbClr val="F0F1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2" name="contour_10760"/>
          <p:cNvSpPr/>
          <p:nvPr/>
        </p:nvSpPr>
        <p:spPr>
          <a:xfrm>
            <a:off x="4864177" y="4416523"/>
            <a:ext cx="3644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7241" y="679"/>
                </a:lnTo>
                <a:lnTo>
                  <a:pt x="17129" y="2731"/>
                </a:lnTo>
                <a:lnTo>
                  <a:pt x="17090" y="4147"/>
                </a:lnTo>
                <a:lnTo>
                  <a:pt x="17073" y="5541"/>
                </a:lnTo>
                <a:lnTo>
                  <a:pt x="17086" y="6914"/>
                </a:lnTo>
                <a:lnTo>
                  <a:pt x="17137" y="8273"/>
                </a:lnTo>
                <a:lnTo>
                  <a:pt x="17237" y="9618"/>
                </a:lnTo>
                <a:lnTo>
                  <a:pt x="17388" y="10951"/>
                </a:lnTo>
                <a:lnTo>
                  <a:pt x="17604" y="12279"/>
                </a:lnTo>
                <a:lnTo>
                  <a:pt x="17893" y="13600"/>
                </a:lnTo>
                <a:lnTo>
                  <a:pt x="18261" y="14922"/>
                </a:lnTo>
                <a:lnTo>
                  <a:pt x="18719" y="16243"/>
                </a:lnTo>
                <a:lnTo>
                  <a:pt x="19272" y="17569"/>
                </a:lnTo>
                <a:lnTo>
                  <a:pt x="19932" y="18902"/>
                </a:lnTo>
                <a:lnTo>
                  <a:pt x="20706" y="20245"/>
                </a:lnTo>
                <a:lnTo>
                  <a:pt x="21600" y="21600"/>
                </a:lnTo>
                <a:lnTo>
                  <a:pt x="19181" y="20612"/>
                </a:lnTo>
                <a:lnTo>
                  <a:pt x="16956" y="19625"/>
                </a:lnTo>
                <a:lnTo>
                  <a:pt x="14913" y="18633"/>
                </a:lnTo>
                <a:lnTo>
                  <a:pt x="13033" y="17631"/>
                </a:lnTo>
                <a:lnTo>
                  <a:pt x="11305" y="16614"/>
                </a:lnTo>
                <a:lnTo>
                  <a:pt x="9707" y="15576"/>
                </a:lnTo>
                <a:lnTo>
                  <a:pt x="8234" y="14511"/>
                </a:lnTo>
                <a:lnTo>
                  <a:pt x="6864" y="13418"/>
                </a:lnTo>
                <a:lnTo>
                  <a:pt x="5581" y="12285"/>
                </a:lnTo>
                <a:lnTo>
                  <a:pt x="4376" y="11110"/>
                </a:lnTo>
                <a:lnTo>
                  <a:pt x="3231" y="9891"/>
                </a:lnTo>
                <a:lnTo>
                  <a:pt x="2130" y="8616"/>
                </a:lnTo>
                <a:lnTo>
                  <a:pt x="1058" y="7285"/>
                </a:lnTo>
                <a:lnTo>
                  <a:pt x="0" y="5891"/>
                </a:lnTo>
                <a:lnTo>
                  <a:pt x="2856" y="5891"/>
                </a:lnTo>
                <a:lnTo>
                  <a:pt x="5728" y="5891"/>
                </a:lnTo>
                <a:lnTo>
                  <a:pt x="8640" y="5891"/>
                </a:lnTo>
                <a:lnTo>
                  <a:pt x="8640" y="4725"/>
                </a:lnTo>
                <a:lnTo>
                  <a:pt x="8640" y="3554"/>
                </a:lnTo>
                <a:lnTo>
                  <a:pt x="8640" y="2380"/>
                </a:lnTo>
                <a:lnTo>
                  <a:pt x="8640" y="1196"/>
                </a:lnTo>
                <a:lnTo>
                  <a:pt x="8640" y="0"/>
                </a:lnTo>
                <a:close/>
              </a:path>
            </a:pathLst>
          </a:custGeom>
          <a:solidFill>
            <a:srgbClr val="746B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3" name="contour_10761"/>
          <p:cNvSpPr/>
          <p:nvPr/>
        </p:nvSpPr>
        <p:spPr>
          <a:xfrm>
            <a:off x="4958921" y="4423461"/>
            <a:ext cx="51016" cy="36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5"/>
                </a:moveTo>
                <a:lnTo>
                  <a:pt x="21600" y="3231"/>
                </a:lnTo>
                <a:lnTo>
                  <a:pt x="21600" y="6260"/>
                </a:lnTo>
                <a:lnTo>
                  <a:pt x="21600" y="9298"/>
                </a:lnTo>
                <a:lnTo>
                  <a:pt x="21600" y="12349"/>
                </a:lnTo>
                <a:lnTo>
                  <a:pt x="21600" y="15413"/>
                </a:lnTo>
                <a:lnTo>
                  <a:pt x="21600" y="18494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9257" y="18772"/>
                </a:lnTo>
                <a:lnTo>
                  <a:pt x="9257" y="15926"/>
                </a:lnTo>
                <a:lnTo>
                  <a:pt x="9257" y="13042"/>
                </a:lnTo>
                <a:lnTo>
                  <a:pt x="6961" y="11724"/>
                </a:lnTo>
                <a:lnTo>
                  <a:pt x="5332" y="10843"/>
                </a:lnTo>
                <a:lnTo>
                  <a:pt x="3925" y="10192"/>
                </a:lnTo>
                <a:lnTo>
                  <a:pt x="2296" y="9568"/>
                </a:lnTo>
                <a:lnTo>
                  <a:pt x="0" y="8763"/>
                </a:lnTo>
                <a:lnTo>
                  <a:pt x="1966" y="7227"/>
                </a:lnTo>
                <a:lnTo>
                  <a:pt x="3863" y="5798"/>
                </a:lnTo>
                <a:lnTo>
                  <a:pt x="5715" y="4493"/>
                </a:lnTo>
                <a:lnTo>
                  <a:pt x="7541" y="3320"/>
                </a:lnTo>
                <a:lnTo>
                  <a:pt x="9368" y="2302"/>
                </a:lnTo>
                <a:lnTo>
                  <a:pt x="11220" y="1446"/>
                </a:lnTo>
                <a:lnTo>
                  <a:pt x="13114" y="774"/>
                </a:lnTo>
                <a:lnTo>
                  <a:pt x="15077" y="300"/>
                </a:lnTo>
                <a:lnTo>
                  <a:pt x="17129" y="39"/>
                </a:lnTo>
                <a:lnTo>
                  <a:pt x="19295" y="0"/>
                </a:lnTo>
                <a:lnTo>
                  <a:pt x="21600" y="205"/>
                </a:lnTo>
                <a:close/>
              </a:path>
            </a:pathLst>
          </a:custGeom>
          <a:solidFill>
            <a:srgbClr val="4544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4" name="contour_10762"/>
          <p:cNvSpPr/>
          <p:nvPr/>
        </p:nvSpPr>
        <p:spPr>
          <a:xfrm>
            <a:off x="4907191" y="4401947"/>
            <a:ext cx="2986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8918" y="0"/>
                </a:lnTo>
                <a:lnTo>
                  <a:pt x="12060" y="0"/>
                </a:lnTo>
                <a:lnTo>
                  <a:pt x="15212" y="0"/>
                </a:lnTo>
                <a:lnTo>
                  <a:pt x="18390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121" y="21600"/>
                </a:lnTo>
                <a:lnTo>
                  <a:pt x="14637" y="21600"/>
                </a:lnTo>
                <a:lnTo>
                  <a:pt x="11137" y="21600"/>
                </a:lnTo>
                <a:lnTo>
                  <a:pt x="7622" y="21600"/>
                </a:lnTo>
                <a:lnTo>
                  <a:pt x="4085" y="21600"/>
                </a:lnTo>
                <a:lnTo>
                  <a:pt x="517" y="21600"/>
                </a:lnTo>
                <a:lnTo>
                  <a:pt x="416" y="19408"/>
                </a:lnTo>
                <a:lnTo>
                  <a:pt x="332" y="17212"/>
                </a:lnTo>
                <a:lnTo>
                  <a:pt x="258" y="15019"/>
                </a:lnTo>
                <a:lnTo>
                  <a:pt x="190" y="12823"/>
                </a:lnTo>
                <a:lnTo>
                  <a:pt x="95" y="10375"/>
                </a:lnTo>
                <a:lnTo>
                  <a:pt x="0" y="7888"/>
                </a:lnTo>
                <a:lnTo>
                  <a:pt x="380" y="5353"/>
                </a:lnTo>
                <a:lnTo>
                  <a:pt x="1112" y="3686"/>
                </a:lnTo>
                <a:lnTo>
                  <a:pt x="2730" y="2149"/>
                </a:lnTo>
                <a:lnTo>
                  <a:pt x="5787" y="0"/>
                </a:lnTo>
                <a:close/>
              </a:path>
            </a:pathLst>
          </a:custGeom>
          <a:solidFill>
            <a:srgbClr val="5D61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5" name="contour_10763"/>
          <p:cNvSpPr/>
          <p:nvPr/>
        </p:nvSpPr>
        <p:spPr>
          <a:xfrm>
            <a:off x="578838" y="4431099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023" y="2376"/>
                </a:lnTo>
                <a:lnTo>
                  <a:pt x="19533" y="4756"/>
                </a:lnTo>
                <a:lnTo>
                  <a:pt x="20045" y="7146"/>
                </a:lnTo>
                <a:lnTo>
                  <a:pt x="20560" y="9547"/>
                </a:lnTo>
                <a:lnTo>
                  <a:pt x="21079" y="11963"/>
                </a:lnTo>
                <a:lnTo>
                  <a:pt x="21600" y="14400"/>
                </a:lnTo>
                <a:lnTo>
                  <a:pt x="19656" y="15048"/>
                </a:lnTo>
                <a:lnTo>
                  <a:pt x="17712" y="15696"/>
                </a:lnTo>
                <a:lnTo>
                  <a:pt x="15765" y="16344"/>
                </a:lnTo>
                <a:lnTo>
                  <a:pt x="13815" y="16996"/>
                </a:lnTo>
                <a:lnTo>
                  <a:pt x="11858" y="17647"/>
                </a:lnTo>
                <a:lnTo>
                  <a:pt x="9902" y="18299"/>
                </a:lnTo>
                <a:lnTo>
                  <a:pt x="7936" y="18954"/>
                </a:lnTo>
                <a:lnTo>
                  <a:pt x="5965" y="19613"/>
                </a:lnTo>
                <a:lnTo>
                  <a:pt x="3987" y="20272"/>
                </a:lnTo>
                <a:lnTo>
                  <a:pt x="1996" y="20934"/>
                </a:lnTo>
                <a:lnTo>
                  <a:pt x="0" y="21600"/>
                </a:lnTo>
                <a:lnTo>
                  <a:pt x="1336" y="16560"/>
                </a:lnTo>
                <a:lnTo>
                  <a:pt x="2416" y="12607"/>
                </a:lnTo>
                <a:lnTo>
                  <a:pt x="3320" y="9580"/>
                </a:lnTo>
                <a:lnTo>
                  <a:pt x="4126" y="7312"/>
                </a:lnTo>
                <a:lnTo>
                  <a:pt x="4903" y="5638"/>
                </a:lnTo>
                <a:lnTo>
                  <a:pt x="5739" y="4396"/>
                </a:lnTo>
                <a:lnTo>
                  <a:pt x="6702" y="3416"/>
                </a:lnTo>
                <a:lnTo>
                  <a:pt x="7875" y="2542"/>
                </a:lnTo>
                <a:lnTo>
                  <a:pt x="9328" y="1602"/>
                </a:lnTo>
                <a:lnTo>
                  <a:pt x="11035" y="1145"/>
                </a:lnTo>
                <a:lnTo>
                  <a:pt x="12364" y="832"/>
                </a:lnTo>
                <a:lnTo>
                  <a:pt x="13759" y="590"/>
                </a:lnTo>
                <a:lnTo>
                  <a:pt x="15663" y="338"/>
                </a:lnTo>
                <a:lnTo>
                  <a:pt x="18514" y="0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6" name="contour_10764"/>
          <p:cNvSpPr/>
          <p:nvPr/>
        </p:nvSpPr>
        <p:spPr>
          <a:xfrm>
            <a:off x="7916461" y="4415349"/>
            <a:ext cx="66977" cy="376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74"/>
                </a:moveTo>
                <a:lnTo>
                  <a:pt x="20260" y="2766"/>
                </a:lnTo>
                <a:lnTo>
                  <a:pt x="18953" y="4780"/>
                </a:lnTo>
                <a:lnTo>
                  <a:pt x="17665" y="6709"/>
                </a:lnTo>
                <a:lnTo>
                  <a:pt x="16389" y="8550"/>
                </a:lnTo>
                <a:lnTo>
                  <a:pt x="15115" y="10300"/>
                </a:lnTo>
                <a:lnTo>
                  <a:pt x="13834" y="11949"/>
                </a:lnTo>
                <a:lnTo>
                  <a:pt x="12537" y="13497"/>
                </a:lnTo>
                <a:lnTo>
                  <a:pt x="11214" y="14937"/>
                </a:lnTo>
                <a:lnTo>
                  <a:pt x="9857" y="16268"/>
                </a:lnTo>
                <a:lnTo>
                  <a:pt x="8454" y="17478"/>
                </a:lnTo>
                <a:lnTo>
                  <a:pt x="6997" y="18566"/>
                </a:lnTo>
                <a:lnTo>
                  <a:pt x="5479" y="19528"/>
                </a:lnTo>
                <a:lnTo>
                  <a:pt x="3885" y="20357"/>
                </a:lnTo>
                <a:lnTo>
                  <a:pt x="2212" y="21048"/>
                </a:lnTo>
                <a:lnTo>
                  <a:pt x="447" y="21600"/>
                </a:lnTo>
                <a:lnTo>
                  <a:pt x="197" y="16954"/>
                </a:lnTo>
                <a:lnTo>
                  <a:pt x="49" y="13669"/>
                </a:lnTo>
                <a:lnTo>
                  <a:pt x="0" y="11283"/>
                </a:lnTo>
                <a:lnTo>
                  <a:pt x="49" y="9329"/>
                </a:lnTo>
                <a:lnTo>
                  <a:pt x="197" y="7345"/>
                </a:lnTo>
                <a:lnTo>
                  <a:pt x="447" y="4859"/>
                </a:lnTo>
                <a:lnTo>
                  <a:pt x="1840" y="3419"/>
                </a:lnTo>
                <a:lnTo>
                  <a:pt x="3316" y="2281"/>
                </a:lnTo>
                <a:lnTo>
                  <a:pt x="4863" y="1410"/>
                </a:lnTo>
                <a:lnTo>
                  <a:pt x="6471" y="778"/>
                </a:lnTo>
                <a:lnTo>
                  <a:pt x="8123" y="352"/>
                </a:lnTo>
                <a:lnTo>
                  <a:pt x="9810" y="100"/>
                </a:lnTo>
                <a:lnTo>
                  <a:pt x="11522" y="0"/>
                </a:lnTo>
                <a:lnTo>
                  <a:pt x="13244" y="8"/>
                </a:lnTo>
                <a:lnTo>
                  <a:pt x="14965" y="100"/>
                </a:lnTo>
                <a:lnTo>
                  <a:pt x="16674" y="243"/>
                </a:lnTo>
                <a:lnTo>
                  <a:pt x="18356" y="406"/>
                </a:lnTo>
                <a:lnTo>
                  <a:pt x="20002" y="561"/>
                </a:lnTo>
                <a:lnTo>
                  <a:pt x="21600" y="674"/>
                </a:lnTo>
                <a:close/>
              </a:path>
            </a:pathLst>
          </a:custGeom>
          <a:solidFill>
            <a:srgbClr val="3332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7" name="contour_10765"/>
          <p:cNvSpPr/>
          <p:nvPr/>
        </p:nvSpPr>
        <p:spPr>
          <a:xfrm>
            <a:off x="5330608" y="4415342"/>
            <a:ext cx="65592" cy="30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41"/>
                </a:moveTo>
                <a:lnTo>
                  <a:pt x="1853" y="431"/>
                </a:lnTo>
                <a:lnTo>
                  <a:pt x="3614" y="140"/>
                </a:lnTo>
                <a:lnTo>
                  <a:pt x="5294" y="0"/>
                </a:lnTo>
                <a:lnTo>
                  <a:pt x="6910" y="52"/>
                </a:lnTo>
                <a:lnTo>
                  <a:pt x="8474" y="322"/>
                </a:lnTo>
                <a:lnTo>
                  <a:pt x="10001" y="851"/>
                </a:lnTo>
                <a:lnTo>
                  <a:pt x="11503" y="1676"/>
                </a:lnTo>
                <a:lnTo>
                  <a:pt x="12996" y="2834"/>
                </a:lnTo>
                <a:lnTo>
                  <a:pt x="14491" y="4349"/>
                </a:lnTo>
                <a:lnTo>
                  <a:pt x="16003" y="6269"/>
                </a:lnTo>
                <a:lnTo>
                  <a:pt x="17549" y="8625"/>
                </a:lnTo>
                <a:lnTo>
                  <a:pt x="17988" y="9466"/>
                </a:lnTo>
                <a:lnTo>
                  <a:pt x="18557" y="10561"/>
                </a:lnTo>
                <a:lnTo>
                  <a:pt x="19634" y="12632"/>
                </a:lnTo>
                <a:lnTo>
                  <a:pt x="21600" y="16410"/>
                </a:lnTo>
                <a:lnTo>
                  <a:pt x="20016" y="16841"/>
                </a:lnTo>
                <a:lnTo>
                  <a:pt x="18432" y="17267"/>
                </a:lnTo>
                <a:lnTo>
                  <a:pt x="16846" y="17697"/>
                </a:lnTo>
                <a:lnTo>
                  <a:pt x="15257" y="18123"/>
                </a:lnTo>
                <a:lnTo>
                  <a:pt x="13666" y="18554"/>
                </a:lnTo>
                <a:lnTo>
                  <a:pt x="12072" y="18984"/>
                </a:lnTo>
                <a:lnTo>
                  <a:pt x="10474" y="19415"/>
                </a:lnTo>
                <a:lnTo>
                  <a:pt x="8870" y="19851"/>
                </a:lnTo>
                <a:lnTo>
                  <a:pt x="7262" y="20287"/>
                </a:lnTo>
                <a:lnTo>
                  <a:pt x="5650" y="20723"/>
                </a:lnTo>
                <a:lnTo>
                  <a:pt x="4027" y="21159"/>
                </a:lnTo>
                <a:lnTo>
                  <a:pt x="2400" y="21600"/>
                </a:lnTo>
                <a:lnTo>
                  <a:pt x="2004" y="18175"/>
                </a:lnTo>
                <a:lnTo>
                  <a:pt x="1608" y="14744"/>
                </a:lnTo>
                <a:lnTo>
                  <a:pt x="1210" y="11298"/>
                </a:lnTo>
                <a:lnTo>
                  <a:pt x="809" y="7837"/>
                </a:lnTo>
                <a:lnTo>
                  <a:pt x="406" y="4354"/>
                </a:lnTo>
                <a:lnTo>
                  <a:pt x="0" y="841"/>
                </a:lnTo>
                <a:close/>
              </a:path>
            </a:pathLst>
          </a:custGeom>
          <a:solidFill>
            <a:srgbClr val="EFF0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8" name="contour_10766"/>
          <p:cNvSpPr/>
          <p:nvPr/>
        </p:nvSpPr>
        <p:spPr>
          <a:xfrm>
            <a:off x="10082379" y="4408251"/>
            <a:ext cx="58304" cy="46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453"/>
                </a:moveTo>
                <a:lnTo>
                  <a:pt x="12728" y="151"/>
                </a:lnTo>
                <a:lnTo>
                  <a:pt x="14113" y="0"/>
                </a:lnTo>
                <a:lnTo>
                  <a:pt x="15344" y="0"/>
                </a:lnTo>
                <a:lnTo>
                  <a:pt x="16810" y="151"/>
                </a:lnTo>
                <a:lnTo>
                  <a:pt x="18900" y="453"/>
                </a:lnTo>
                <a:lnTo>
                  <a:pt x="19975" y="2646"/>
                </a:lnTo>
                <a:lnTo>
                  <a:pt x="20652" y="4266"/>
                </a:lnTo>
                <a:lnTo>
                  <a:pt x="21063" y="5796"/>
                </a:lnTo>
                <a:lnTo>
                  <a:pt x="21335" y="7718"/>
                </a:lnTo>
                <a:lnTo>
                  <a:pt x="21600" y="10515"/>
                </a:lnTo>
                <a:lnTo>
                  <a:pt x="20871" y="12920"/>
                </a:lnTo>
                <a:lnTo>
                  <a:pt x="20274" y="14660"/>
                </a:lnTo>
                <a:lnTo>
                  <a:pt x="19659" y="16019"/>
                </a:lnTo>
                <a:lnTo>
                  <a:pt x="18876" y="17270"/>
                </a:lnTo>
                <a:lnTo>
                  <a:pt x="17771" y="18695"/>
                </a:lnTo>
                <a:lnTo>
                  <a:pt x="16200" y="20577"/>
                </a:lnTo>
                <a:lnTo>
                  <a:pt x="14237" y="21040"/>
                </a:lnTo>
                <a:lnTo>
                  <a:pt x="12304" y="21375"/>
                </a:lnTo>
                <a:lnTo>
                  <a:pt x="10390" y="21570"/>
                </a:lnTo>
                <a:lnTo>
                  <a:pt x="8483" y="21600"/>
                </a:lnTo>
                <a:lnTo>
                  <a:pt x="6572" y="21456"/>
                </a:lnTo>
                <a:lnTo>
                  <a:pt x="4649" y="21120"/>
                </a:lnTo>
                <a:lnTo>
                  <a:pt x="2700" y="20577"/>
                </a:lnTo>
                <a:lnTo>
                  <a:pt x="2030" y="18917"/>
                </a:lnTo>
                <a:lnTo>
                  <a:pt x="1361" y="17250"/>
                </a:lnTo>
                <a:lnTo>
                  <a:pt x="683" y="15569"/>
                </a:lnTo>
                <a:lnTo>
                  <a:pt x="0" y="13869"/>
                </a:lnTo>
                <a:lnTo>
                  <a:pt x="1671" y="13453"/>
                </a:lnTo>
                <a:lnTo>
                  <a:pt x="3343" y="13037"/>
                </a:lnTo>
                <a:lnTo>
                  <a:pt x="5019" y="12621"/>
                </a:lnTo>
                <a:lnTo>
                  <a:pt x="6699" y="12205"/>
                </a:lnTo>
                <a:lnTo>
                  <a:pt x="8386" y="11786"/>
                </a:lnTo>
                <a:lnTo>
                  <a:pt x="10082" y="11363"/>
                </a:lnTo>
                <a:lnTo>
                  <a:pt x="11786" y="10941"/>
                </a:lnTo>
                <a:lnTo>
                  <a:pt x="13500" y="10515"/>
                </a:lnTo>
                <a:lnTo>
                  <a:pt x="12965" y="8523"/>
                </a:lnTo>
                <a:lnTo>
                  <a:pt x="12428" y="6524"/>
                </a:lnTo>
                <a:lnTo>
                  <a:pt x="11891" y="4518"/>
                </a:lnTo>
                <a:lnTo>
                  <a:pt x="11348" y="2495"/>
                </a:lnTo>
                <a:lnTo>
                  <a:pt x="10800" y="453"/>
                </a:lnTo>
                <a:close/>
              </a:path>
            </a:pathLst>
          </a:custGeom>
          <a:solidFill>
            <a:srgbClr val="FAF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69" name="contour_10767"/>
          <p:cNvSpPr/>
          <p:nvPr/>
        </p:nvSpPr>
        <p:spPr>
          <a:xfrm>
            <a:off x="5060953" y="4372795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52" y="376"/>
                </a:lnTo>
                <a:lnTo>
                  <a:pt x="13502" y="778"/>
                </a:lnTo>
                <a:lnTo>
                  <a:pt x="14852" y="1192"/>
                </a:lnTo>
                <a:lnTo>
                  <a:pt x="16200" y="1620"/>
                </a:lnTo>
                <a:lnTo>
                  <a:pt x="17708" y="2074"/>
                </a:lnTo>
                <a:lnTo>
                  <a:pt x="19237" y="2532"/>
                </a:lnTo>
                <a:lnTo>
                  <a:pt x="20410" y="3421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20174" y="12247"/>
                </a:lnTo>
                <a:lnTo>
                  <a:pt x="18747" y="11534"/>
                </a:lnTo>
                <a:lnTo>
                  <a:pt x="17312" y="10817"/>
                </a:lnTo>
                <a:lnTo>
                  <a:pt x="15872" y="10096"/>
                </a:lnTo>
                <a:lnTo>
                  <a:pt x="14422" y="9370"/>
                </a:lnTo>
                <a:lnTo>
                  <a:pt x="12960" y="8640"/>
                </a:lnTo>
                <a:lnTo>
                  <a:pt x="12960" y="11206"/>
                </a:lnTo>
                <a:lnTo>
                  <a:pt x="12960" y="13781"/>
                </a:lnTo>
                <a:lnTo>
                  <a:pt x="12960" y="16364"/>
                </a:lnTo>
                <a:lnTo>
                  <a:pt x="12960" y="18969"/>
                </a:lnTo>
                <a:lnTo>
                  <a:pt x="12960" y="21600"/>
                </a:lnTo>
                <a:lnTo>
                  <a:pt x="11534" y="21600"/>
                </a:lnTo>
                <a:lnTo>
                  <a:pt x="10107" y="21600"/>
                </a:lnTo>
                <a:lnTo>
                  <a:pt x="8679" y="21600"/>
                </a:lnTo>
                <a:lnTo>
                  <a:pt x="7247" y="21600"/>
                </a:lnTo>
                <a:lnTo>
                  <a:pt x="5810" y="21600"/>
                </a:lnTo>
                <a:lnTo>
                  <a:pt x="4368" y="21600"/>
                </a:lnTo>
                <a:lnTo>
                  <a:pt x="2920" y="21600"/>
                </a:lnTo>
                <a:lnTo>
                  <a:pt x="1464" y="21600"/>
                </a:lnTo>
                <a:lnTo>
                  <a:pt x="0" y="21600"/>
                </a:lnTo>
                <a:lnTo>
                  <a:pt x="536" y="19462"/>
                </a:lnTo>
                <a:lnTo>
                  <a:pt x="1071" y="17315"/>
                </a:lnTo>
                <a:lnTo>
                  <a:pt x="1614" y="15150"/>
                </a:lnTo>
                <a:lnTo>
                  <a:pt x="2160" y="12960"/>
                </a:lnTo>
                <a:lnTo>
                  <a:pt x="3443" y="13815"/>
                </a:lnTo>
                <a:lnTo>
                  <a:pt x="4730" y="14675"/>
                </a:lnTo>
                <a:lnTo>
                  <a:pt x="6022" y="15535"/>
                </a:lnTo>
                <a:lnTo>
                  <a:pt x="7325" y="16403"/>
                </a:lnTo>
                <a:lnTo>
                  <a:pt x="8640" y="17280"/>
                </a:lnTo>
                <a:lnTo>
                  <a:pt x="8996" y="14429"/>
                </a:lnTo>
                <a:lnTo>
                  <a:pt x="9353" y="11573"/>
                </a:lnTo>
                <a:lnTo>
                  <a:pt x="9711" y="8705"/>
                </a:lnTo>
                <a:lnTo>
                  <a:pt x="10072" y="5823"/>
                </a:lnTo>
                <a:lnTo>
                  <a:pt x="10435" y="2925"/>
                </a:lnTo>
                <a:lnTo>
                  <a:pt x="10800" y="0"/>
                </a:lnTo>
                <a:close/>
              </a:path>
            </a:pathLst>
          </a:custGeom>
          <a:solidFill>
            <a:srgbClr val="AE8E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0" name="contour_10768"/>
          <p:cNvSpPr/>
          <p:nvPr/>
        </p:nvSpPr>
        <p:spPr>
          <a:xfrm>
            <a:off x="9958483" y="4380651"/>
            <a:ext cx="65592" cy="57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240"/>
                </a:moveTo>
                <a:lnTo>
                  <a:pt x="21600" y="6593"/>
                </a:lnTo>
                <a:lnTo>
                  <a:pt x="21600" y="7967"/>
                </a:lnTo>
                <a:lnTo>
                  <a:pt x="20232" y="8488"/>
                </a:lnTo>
                <a:lnTo>
                  <a:pt x="18857" y="8984"/>
                </a:lnTo>
                <a:lnTo>
                  <a:pt x="17477" y="9459"/>
                </a:lnTo>
                <a:lnTo>
                  <a:pt x="16090" y="9914"/>
                </a:lnTo>
                <a:lnTo>
                  <a:pt x="14700" y="10353"/>
                </a:lnTo>
                <a:lnTo>
                  <a:pt x="11986" y="11318"/>
                </a:lnTo>
                <a:lnTo>
                  <a:pt x="9914" y="12101"/>
                </a:lnTo>
                <a:lnTo>
                  <a:pt x="8362" y="12788"/>
                </a:lnTo>
                <a:lnTo>
                  <a:pt x="7195" y="13467"/>
                </a:lnTo>
                <a:lnTo>
                  <a:pt x="6293" y="14225"/>
                </a:lnTo>
                <a:lnTo>
                  <a:pt x="5527" y="15149"/>
                </a:lnTo>
                <a:lnTo>
                  <a:pt x="4771" y="16327"/>
                </a:lnTo>
                <a:lnTo>
                  <a:pt x="3900" y="17851"/>
                </a:lnTo>
                <a:lnTo>
                  <a:pt x="3406" y="19089"/>
                </a:lnTo>
                <a:lnTo>
                  <a:pt x="2906" y="20338"/>
                </a:lnTo>
                <a:lnTo>
                  <a:pt x="2400" y="21600"/>
                </a:lnTo>
                <a:lnTo>
                  <a:pt x="1946" y="19784"/>
                </a:lnTo>
                <a:lnTo>
                  <a:pt x="1524" y="17985"/>
                </a:lnTo>
                <a:lnTo>
                  <a:pt x="1140" y="16196"/>
                </a:lnTo>
                <a:lnTo>
                  <a:pt x="799" y="14407"/>
                </a:lnTo>
                <a:lnTo>
                  <a:pt x="509" y="12616"/>
                </a:lnTo>
                <a:lnTo>
                  <a:pt x="276" y="10811"/>
                </a:lnTo>
                <a:lnTo>
                  <a:pt x="110" y="8984"/>
                </a:lnTo>
                <a:lnTo>
                  <a:pt x="14" y="7130"/>
                </a:lnTo>
                <a:lnTo>
                  <a:pt x="0" y="5240"/>
                </a:lnTo>
                <a:lnTo>
                  <a:pt x="1128" y="3635"/>
                </a:lnTo>
                <a:lnTo>
                  <a:pt x="2251" y="2446"/>
                </a:lnTo>
                <a:lnTo>
                  <a:pt x="3468" y="1543"/>
                </a:lnTo>
                <a:lnTo>
                  <a:pt x="4879" y="796"/>
                </a:lnTo>
                <a:lnTo>
                  <a:pt x="6581" y="74"/>
                </a:lnTo>
                <a:lnTo>
                  <a:pt x="8220" y="0"/>
                </a:lnTo>
                <a:lnTo>
                  <a:pt x="9823" y="87"/>
                </a:lnTo>
                <a:lnTo>
                  <a:pt x="11390" y="327"/>
                </a:lnTo>
                <a:lnTo>
                  <a:pt x="12924" y="703"/>
                </a:lnTo>
                <a:lnTo>
                  <a:pt x="14429" y="1208"/>
                </a:lnTo>
                <a:lnTo>
                  <a:pt x="15907" y="1830"/>
                </a:lnTo>
                <a:lnTo>
                  <a:pt x="17362" y="2552"/>
                </a:lnTo>
                <a:lnTo>
                  <a:pt x="18792" y="3370"/>
                </a:lnTo>
                <a:lnTo>
                  <a:pt x="20206" y="4270"/>
                </a:lnTo>
                <a:lnTo>
                  <a:pt x="21600" y="5240"/>
                </a:lnTo>
                <a:close/>
              </a:path>
            </a:pathLst>
          </a:custGeom>
          <a:solidFill>
            <a:srgbClr val="F3F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1" name="contour_10769"/>
          <p:cNvSpPr/>
          <p:nvPr/>
        </p:nvSpPr>
        <p:spPr>
          <a:xfrm>
            <a:off x="7947449" y="4343643"/>
            <a:ext cx="2870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45" y="0"/>
                </a:moveTo>
                <a:lnTo>
                  <a:pt x="6165" y="1190"/>
                </a:lnTo>
                <a:lnTo>
                  <a:pt x="7202" y="2400"/>
                </a:lnTo>
                <a:lnTo>
                  <a:pt x="8902" y="3590"/>
                </a:lnTo>
                <a:lnTo>
                  <a:pt x="10630" y="4800"/>
                </a:lnTo>
                <a:lnTo>
                  <a:pt x="14256" y="4800"/>
                </a:lnTo>
                <a:lnTo>
                  <a:pt x="17903" y="4800"/>
                </a:lnTo>
                <a:lnTo>
                  <a:pt x="21600" y="4800"/>
                </a:lnTo>
                <a:lnTo>
                  <a:pt x="21600" y="6463"/>
                </a:lnTo>
                <a:lnTo>
                  <a:pt x="21600" y="8129"/>
                </a:lnTo>
                <a:lnTo>
                  <a:pt x="21600" y="9794"/>
                </a:lnTo>
                <a:lnTo>
                  <a:pt x="21600" y="11462"/>
                </a:lnTo>
                <a:lnTo>
                  <a:pt x="21600" y="13138"/>
                </a:lnTo>
                <a:lnTo>
                  <a:pt x="21600" y="14815"/>
                </a:lnTo>
                <a:lnTo>
                  <a:pt x="21600" y="16500"/>
                </a:lnTo>
                <a:lnTo>
                  <a:pt x="21600" y="18192"/>
                </a:lnTo>
                <a:lnTo>
                  <a:pt x="21600" y="19891"/>
                </a:lnTo>
                <a:lnTo>
                  <a:pt x="21600" y="21600"/>
                </a:lnTo>
                <a:lnTo>
                  <a:pt x="16192" y="21578"/>
                </a:lnTo>
                <a:lnTo>
                  <a:pt x="12583" y="21427"/>
                </a:lnTo>
                <a:lnTo>
                  <a:pt x="9922" y="21017"/>
                </a:lnTo>
                <a:lnTo>
                  <a:pt x="7383" y="20218"/>
                </a:lnTo>
                <a:lnTo>
                  <a:pt x="4114" y="18900"/>
                </a:lnTo>
                <a:lnTo>
                  <a:pt x="2254" y="17357"/>
                </a:lnTo>
                <a:lnTo>
                  <a:pt x="998" y="15804"/>
                </a:lnTo>
                <a:lnTo>
                  <a:pt x="274" y="14239"/>
                </a:lnTo>
                <a:lnTo>
                  <a:pt x="0" y="12662"/>
                </a:lnTo>
                <a:lnTo>
                  <a:pt x="99" y="11071"/>
                </a:lnTo>
                <a:lnTo>
                  <a:pt x="499" y="9468"/>
                </a:lnTo>
                <a:lnTo>
                  <a:pt x="1124" y="7848"/>
                </a:lnTo>
                <a:lnTo>
                  <a:pt x="1892" y="6214"/>
                </a:lnTo>
                <a:lnTo>
                  <a:pt x="2732" y="4565"/>
                </a:lnTo>
                <a:lnTo>
                  <a:pt x="3560" y="2897"/>
                </a:lnTo>
                <a:lnTo>
                  <a:pt x="4344" y="1459"/>
                </a:lnTo>
                <a:lnTo>
                  <a:pt x="5145" y="0"/>
                </a:lnTo>
                <a:close/>
              </a:path>
            </a:pathLst>
          </a:custGeom>
          <a:solidFill>
            <a:srgbClr val="E9E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2" name="contour_10770"/>
          <p:cNvSpPr/>
          <p:nvPr/>
        </p:nvSpPr>
        <p:spPr>
          <a:xfrm>
            <a:off x="8049029" y="4336355"/>
            <a:ext cx="51016" cy="579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613" y="673"/>
                </a:lnTo>
                <a:lnTo>
                  <a:pt x="6150" y="1347"/>
                </a:lnTo>
                <a:lnTo>
                  <a:pt x="7693" y="2029"/>
                </a:lnTo>
                <a:lnTo>
                  <a:pt x="9257" y="2716"/>
                </a:lnTo>
                <a:lnTo>
                  <a:pt x="8646" y="4329"/>
                </a:lnTo>
                <a:lnTo>
                  <a:pt x="8032" y="5947"/>
                </a:lnTo>
                <a:lnTo>
                  <a:pt x="7418" y="7571"/>
                </a:lnTo>
                <a:lnTo>
                  <a:pt x="6798" y="9209"/>
                </a:lnTo>
                <a:lnTo>
                  <a:pt x="6171" y="10862"/>
                </a:lnTo>
                <a:lnTo>
                  <a:pt x="8004" y="10862"/>
                </a:lnTo>
                <a:lnTo>
                  <a:pt x="9843" y="10862"/>
                </a:lnTo>
                <a:lnTo>
                  <a:pt x="11689" y="10862"/>
                </a:lnTo>
                <a:lnTo>
                  <a:pt x="13549" y="10862"/>
                </a:lnTo>
                <a:lnTo>
                  <a:pt x="15429" y="10862"/>
                </a:lnTo>
                <a:lnTo>
                  <a:pt x="15429" y="12657"/>
                </a:lnTo>
                <a:lnTo>
                  <a:pt x="15429" y="14463"/>
                </a:lnTo>
                <a:lnTo>
                  <a:pt x="15429" y="16294"/>
                </a:lnTo>
                <a:lnTo>
                  <a:pt x="17261" y="17290"/>
                </a:lnTo>
                <a:lnTo>
                  <a:pt x="18514" y="17907"/>
                </a:lnTo>
                <a:lnTo>
                  <a:pt x="19767" y="18393"/>
                </a:lnTo>
                <a:lnTo>
                  <a:pt x="21600" y="19009"/>
                </a:lnTo>
                <a:lnTo>
                  <a:pt x="19770" y="19403"/>
                </a:lnTo>
                <a:lnTo>
                  <a:pt x="17940" y="19789"/>
                </a:lnTo>
                <a:lnTo>
                  <a:pt x="16107" y="20163"/>
                </a:lnTo>
                <a:lnTo>
                  <a:pt x="14271" y="20535"/>
                </a:lnTo>
                <a:lnTo>
                  <a:pt x="12226" y="20962"/>
                </a:lnTo>
                <a:lnTo>
                  <a:pt x="10149" y="21396"/>
                </a:lnTo>
                <a:lnTo>
                  <a:pt x="7791" y="21576"/>
                </a:lnTo>
                <a:lnTo>
                  <a:pt x="6212" y="21600"/>
                </a:lnTo>
                <a:lnTo>
                  <a:pt x="4687" y="21434"/>
                </a:lnTo>
                <a:lnTo>
                  <a:pt x="2506" y="21046"/>
                </a:lnTo>
                <a:lnTo>
                  <a:pt x="1262" y="20036"/>
                </a:lnTo>
                <a:lnTo>
                  <a:pt x="0" y="19009"/>
                </a:lnTo>
                <a:lnTo>
                  <a:pt x="34" y="17122"/>
                </a:lnTo>
                <a:lnTo>
                  <a:pt x="89" y="15702"/>
                </a:lnTo>
                <a:lnTo>
                  <a:pt x="197" y="14482"/>
                </a:lnTo>
                <a:lnTo>
                  <a:pt x="389" y="13195"/>
                </a:lnTo>
                <a:lnTo>
                  <a:pt x="700" y="11569"/>
                </a:lnTo>
                <a:lnTo>
                  <a:pt x="1157" y="9336"/>
                </a:lnTo>
                <a:lnTo>
                  <a:pt x="1500" y="7593"/>
                </a:lnTo>
                <a:lnTo>
                  <a:pt x="1845" y="5839"/>
                </a:lnTo>
                <a:lnTo>
                  <a:pt x="2194" y="4063"/>
                </a:lnTo>
                <a:lnTo>
                  <a:pt x="2487" y="2721"/>
                </a:lnTo>
                <a:lnTo>
                  <a:pt x="2786" y="1369"/>
                </a:lnTo>
                <a:lnTo>
                  <a:pt x="3086" y="0"/>
                </a:lnTo>
                <a:close/>
              </a:path>
            </a:pathLst>
          </a:custGeom>
          <a:solidFill>
            <a:srgbClr val="F6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3" name="contour_10771"/>
          <p:cNvSpPr/>
          <p:nvPr/>
        </p:nvSpPr>
        <p:spPr>
          <a:xfrm>
            <a:off x="4696553" y="431449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926" y="21154"/>
                </a:lnTo>
                <a:lnTo>
                  <a:pt x="16252" y="20707"/>
                </a:lnTo>
                <a:lnTo>
                  <a:pt x="13569" y="20261"/>
                </a:lnTo>
                <a:lnTo>
                  <a:pt x="10882" y="19814"/>
                </a:lnTo>
                <a:lnTo>
                  <a:pt x="8182" y="19364"/>
                </a:lnTo>
                <a:lnTo>
                  <a:pt x="5469" y="18911"/>
                </a:lnTo>
                <a:lnTo>
                  <a:pt x="2743" y="18457"/>
                </a:lnTo>
                <a:lnTo>
                  <a:pt x="0" y="18000"/>
                </a:lnTo>
                <a:lnTo>
                  <a:pt x="2419" y="13842"/>
                </a:lnTo>
                <a:lnTo>
                  <a:pt x="4342" y="10570"/>
                </a:lnTo>
                <a:lnTo>
                  <a:pt x="5880" y="8032"/>
                </a:lnTo>
                <a:lnTo>
                  <a:pt x="7137" y="6088"/>
                </a:lnTo>
                <a:lnTo>
                  <a:pt x="8221" y="4579"/>
                </a:lnTo>
                <a:lnTo>
                  <a:pt x="9240" y="3366"/>
                </a:lnTo>
                <a:lnTo>
                  <a:pt x="10299" y="2297"/>
                </a:lnTo>
                <a:lnTo>
                  <a:pt x="11504" y="1224"/>
                </a:lnTo>
                <a:lnTo>
                  <a:pt x="12960" y="0"/>
                </a:lnTo>
                <a:close/>
              </a:path>
            </a:pathLst>
          </a:custGeom>
          <a:solidFill>
            <a:srgbClr val="23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4" name="contour_10772"/>
          <p:cNvSpPr/>
          <p:nvPr/>
        </p:nvSpPr>
        <p:spPr>
          <a:xfrm>
            <a:off x="4630961" y="4306219"/>
            <a:ext cx="80168" cy="38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551"/>
                </a:moveTo>
                <a:lnTo>
                  <a:pt x="15147" y="184"/>
                </a:lnTo>
                <a:lnTo>
                  <a:pt x="16155" y="0"/>
                </a:lnTo>
                <a:lnTo>
                  <a:pt x="17050" y="0"/>
                </a:lnTo>
                <a:lnTo>
                  <a:pt x="18117" y="184"/>
                </a:lnTo>
                <a:lnTo>
                  <a:pt x="19636" y="551"/>
                </a:lnTo>
                <a:lnTo>
                  <a:pt x="20477" y="3340"/>
                </a:lnTo>
                <a:lnTo>
                  <a:pt x="20999" y="5371"/>
                </a:lnTo>
                <a:lnTo>
                  <a:pt x="21298" y="7231"/>
                </a:lnTo>
                <a:lnTo>
                  <a:pt x="21466" y="9507"/>
                </a:lnTo>
                <a:lnTo>
                  <a:pt x="21600" y="12786"/>
                </a:lnTo>
                <a:lnTo>
                  <a:pt x="20361" y="14927"/>
                </a:lnTo>
                <a:lnTo>
                  <a:pt x="19155" y="16710"/>
                </a:lnTo>
                <a:lnTo>
                  <a:pt x="17971" y="18158"/>
                </a:lnTo>
                <a:lnTo>
                  <a:pt x="16793" y="19308"/>
                </a:lnTo>
                <a:lnTo>
                  <a:pt x="15607" y="20189"/>
                </a:lnTo>
                <a:lnTo>
                  <a:pt x="14397" y="20829"/>
                </a:lnTo>
                <a:lnTo>
                  <a:pt x="13149" y="21257"/>
                </a:lnTo>
                <a:lnTo>
                  <a:pt x="11849" y="21506"/>
                </a:lnTo>
                <a:lnTo>
                  <a:pt x="10482" y="21600"/>
                </a:lnTo>
                <a:lnTo>
                  <a:pt x="9031" y="21571"/>
                </a:lnTo>
                <a:lnTo>
                  <a:pt x="7485" y="21453"/>
                </a:lnTo>
                <a:lnTo>
                  <a:pt x="6399" y="21396"/>
                </a:lnTo>
                <a:lnTo>
                  <a:pt x="5296" y="21343"/>
                </a:lnTo>
                <a:lnTo>
                  <a:pt x="3972" y="21261"/>
                </a:lnTo>
                <a:lnTo>
                  <a:pt x="2647" y="21164"/>
                </a:lnTo>
                <a:lnTo>
                  <a:pt x="1323" y="21058"/>
                </a:lnTo>
                <a:lnTo>
                  <a:pt x="0" y="20943"/>
                </a:lnTo>
                <a:lnTo>
                  <a:pt x="0" y="18920"/>
                </a:lnTo>
                <a:lnTo>
                  <a:pt x="0" y="16865"/>
                </a:lnTo>
                <a:lnTo>
                  <a:pt x="626" y="16677"/>
                </a:lnTo>
                <a:lnTo>
                  <a:pt x="1198" y="16510"/>
                </a:lnTo>
                <a:lnTo>
                  <a:pt x="1801" y="16331"/>
                </a:lnTo>
                <a:lnTo>
                  <a:pt x="2513" y="16118"/>
                </a:lnTo>
                <a:lnTo>
                  <a:pt x="3419" y="15849"/>
                </a:lnTo>
                <a:lnTo>
                  <a:pt x="4603" y="15498"/>
                </a:lnTo>
                <a:lnTo>
                  <a:pt x="6144" y="15042"/>
                </a:lnTo>
                <a:lnTo>
                  <a:pt x="8126" y="14454"/>
                </a:lnTo>
                <a:lnTo>
                  <a:pt x="10633" y="13708"/>
                </a:lnTo>
                <a:lnTo>
                  <a:pt x="13745" y="12786"/>
                </a:lnTo>
                <a:lnTo>
                  <a:pt x="13745" y="10364"/>
                </a:lnTo>
                <a:lnTo>
                  <a:pt x="13745" y="7933"/>
                </a:lnTo>
                <a:lnTo>
                  <a:pt x="13745" y="5494"/>
                </a:lnTo>
                <a:lnTo>
                  <a:pt x="13745" y="3034"/>
                </a:lnTo>
                <a:lnTo>
                  <a:pt x="13745" y="551"/>
                </a:lnTo>
                <a:close/>
              </a:path>
            </a:pathLst>
          </a:custGeom>
          <a:solidFill>
            <a:srgbClr val="6F59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5" name="contour_10773"/>
          <p:cNvSpPr/>
          <p:nvPr/>
        </p:nvSpPr>
        <p:spPr>
          <a:xfrm>
            <a:off x="4208258" y="4285339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298"/>
                </a:lnTo>
                <a:lnTo>
                  <a:pt x="8057" y="595"/>
                </a:lnTo>
                <a:lnTo>
                  <a:pt x="10292" y="893"/>
                </a:lnTo>
                <a:lnTo>
                  <a:pt x="12532" y="1190"/>
                </a:lnTo>
                <a:lnTo>
                  <a:pt x="14782" y="1490"/>
                </a:lnTo>
                <a:lnTo>
                  <a:pt x="17042" y="1793"/>
                </a:lnTo>
                <a:lnTo>
                  <a:pt x="19314" y="2095"/>
                </a:lnTo>
                <a:lnTo>
                  <a:pt x="21600" y="2400"/>
                </a:lnTo>
                <a:lnTo>
                  <a:pt x="20704" y="5570"/>
                </a:lnTo>
                <a:lnTo>
                  <a:pt x="20059" y="7754"/>
                </a:lnTo>
                <a:lnTo>
                  <a:pt x="19570" y="9226"/>
                </a:lnTo>
                <a:lnTo>
                  <a:pt x="19127" y="10246"/>
                </a:lnTo>
                <a:lnTo>
                  <a:pt x="18637" y="11081"/>
                </a:lnTo>
                <a:lnTo>
                  <a:pt x="18000" y="12000"/>
                </a:lnTo>
                <a:lnTo>
                  <a:pt x="15620" y="12000"/>
                </a:lnTo>
                <a:lnTo>
                  <a:pt x="13226" y="12000"/>
                </a:lnTo>
                <a:lnTo>
                  <a:pt x="10800" y="12000"/>
                </a:lnTo>
                <a:lnTo>
                  <a:pt x="9724" y="13577"/>
                </a:lnTo>
                <a:lnTo>
                  <a:pt x="9140" y="14822"/>
                </a:lnTo>
                <a:lnTo>
                  <a:pt x="8550" y="16800"/>
                </a:lnTo>
                <a:lnTo>
                  <a:pt x="8143" y="18139"/>
                </a:lnTo>
                <a:lnTo>
                  <a:pt x="7733" y="19500"/>
                </a:lnTo>
                <a:lnTo>
                  <a:pt x="7466" y="20542"/>
                </a:lnTo>
                <a:lnTo>
                  <a:pt x="7200" y="21600"/>
                </a:lnTo>
                <a:lnTo>
                  <a:pt x="5418" y="21005"/>
                </a:lnTo>
                <a:lnTo>
                  <a:pt x="3629" y="20410"/>
                </a:lnTo>
                <a:lnTo>
                  <a:pt x="1825" y="19807"/>
                </a:lnTo>
                <a:lnTo>
                  <a:pt x="0" y="19200"/>
                </a:lnTo>
                <a:lnTo>
                  <a:pt x="972" y="17688"/>
                </a:lnTo>
                <a:lnTo>
                  <a:pt x="1944" y="16176"/>
                </a:lnTo>
                <a:lnTo>
                  <a:pt x="2920" y="14662"/>
                </a:lnTo>
                <a:lnTo>
                  <a:pt x="3892" y="13145"/>
                </a:lnTo>
                <a:lnTo>
                  <a:pt x="4871" y="11623"/>
                </a:lnTo>
                <a:lnTo>
                  <a:pt x="5850" y="10102"/>
                </a:lnTo>
                <a:lnTo>
                  <a:pt x="6833" y="8573"/>
                </a:lnTo>
                <a:lnTo>
                  <a:pt x="7819" y="7039"/>
                </a:lnTo>
                <a:lnTo>
                  <a:pt x="8806" y="5501"/>
                </a:lnTo>
                <a:lnTo>
                  <a:pt x="9803" y="3953"/>
                </a:lnTo>
                <a:lnTo>
                  <a:pt x="10800" y="2400"/>
                </a:lnTo>
                <a:lnTo>
                  <a:pt x="9018" y="1805"/>
                </a:lnTo>
                <a:lnTo>
                  <a:pt x="7229" y="1210"/>
                </a:lnTo>
                <a:lnTo>
                  <a:pt x="5425" y="607"/>
                </a:lnTo>
                <a:lnTo>
                  <a:pt x="3600" y="0"/>
                </a:lnTo>
                <a:close/>
              </a:path>
            </a:pathLst>
          </a:custGeom>
          <a:solidFill>
            <a:srgbClr val="7A5F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6" name="contour_10774"/>
          <p:cNvSpPr/>
          <p:nvPr/>
        </p:nvSpPr>
        <p:spPr>
          <a:xfrm>
            <a:off x="2510156" y="4285339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8" y="708"/>
                </a:lnTo>
                <a:lnTo>
                  <a:pt x="3928" y="1486"/>
                </a:lnTo>
                <a:lnTo>
                  <a:pt x="5678" y="2335"/>
                </a:lnTo>
                <a:lnTo>
                  <a:pt x="7303" y="3252"/>
                </a:lnTo>
                <a:lnTo>
                  <a:pt x="8815" y="4236"/>
                </a:lnTo>
                <a:lnTo>
                  <a:pt x="10228" y="5285"/>
                </a:lnTo>
                <a:lnTo>
                  <a:pt x="11551" y="6401"/>
                </a:lnTo>
                <a:lnTo>
                  <a:pt x="12801" y="7582"/>
                </a:lnTo>
                <a:lnTo>
                  <a:pt x="13986" y="8825"/>
                </a:lnTo>
                <a:lnTo>
                  <a:pt x="15123" y="10128"/>
                </a:lnTo>
                <a:lnTo>
                  <a:pt x="16224" y="11496"/>
                </a:lnTo>
                <a:lnTo>
                  <a:pt x="17299" y="12922"/>
                </a:lnTo>
                <a:lnTo>
                  <a:pt x="18360" y="14405"/>
                </a:lnTo>
                <a:lnTo>
                  <a:pt x="19424" y="15948"/>
                </a:lnTo>
                <a:lnTo>
                  <a:pt x="20498" y="17546"/>
                </a:lnTo>
                <a:lnTo>
                  <a:pt x="21600" y="19200"/>
                </a:lnTo>
                <a:lnTo>
                  <a:pt x="19996" y="19675"/>
                </a:lnTo>
                <a:lnTo>
                  <a:pt x="18387" y="20153"/>
                </a:lnTo>
                <a:lnTo>
                  <a:pt x="16772" y="20630"/>
                </a:lnTo>
                <a:lnTo>
                  <a:pt x="15144" y="21113"/>
                </a:lnTo>
                <a:lnTo>
                  <a:pt x="13500" y="21600"/>
                </a:lnTo>
                <a:lnTo>
                  <a:pt x="13333" y="20854"/>
                </a:lnTo>
                <a:lnTo>
                  <a:pt x="12825" y="18600"/>
                </a:lnTo>
                <a:lnTo>
                  <a:pt x="11964" y="16973"/>
                </a:lnTo>
                <a:lnTo>
                  <a:pt x="11029" y="15499"/>
                </a:lnTo>
                <a:lnTo>
                  <a:pt x="10020" y="14153"/>
                </a:lnTo>
                <a:lnTo>
                  <a:pt x="8934" y="12902"/>
                </a:lnTo>
                <a:lnTo>
                  <a:pt x="7771" y="11722"/>
                </a:lnTo>
                <a:lnTo>
                  <a:pt x="6523" y="10582"/>
                </a:lnTo>
                <a:lnTo>
                  <a:pt x="5192" y="9451"/>
                </a:lnTo>
                <a:lnTo>
                  <a:pt x="3775" y="8306"/>
                </a:lnTo>
                <a:lnTo>
                  <a:pt x="2268" y="7116"/>
                </a:lnTo>
                <a:lnTo>
                  <a:pt x="1161" y="5947"/>
                </a:lnTo>
                <a:lnTo>
                  <a:pt x="489" y="4992"/>
                </a:lnTo>
                <a:lnTo>
                  <a:pt x="146" y="3912"/>
                </a:lnTo>
                <a:lnTo>
                  <a:pt x="19" y="2362"/>
                </a:lnTo>
                <a:lnTo>
                  <a:pt x="0" y="0"/>
                </a:lnTo>
                <a:close/>
              </a:path>
            </a:pathLst>
          </a:custGeom>
          <a:solidFill>
            <a:srgbClr val="F2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7" name="contour_10775"/>
          <p:cNvSpPr/>
          <p:nvPr/>
        </p:nvSpPr>
        <p:spPr>
          <a:xfrm>
            <a:off x="2532020" y="4270763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5" y="1097"/>
                </a:lnTo>
                <a:lnTo>
                  <a:pt x="3289" y="2194"/>
                </a:lnTo>
                <a:lnTo>
                  <a:pt x="4937" y="3293"/>
                </a:lnTo>
                <a:lnTo>
                  <a:pt x="6585" y="4390"/>
                </a:lnTo>
                <a:lnTo>
                  <a:pt x="8236" y="5491"/>
                </a:lnTo>
                <a:lnTo>
                  <a:pt x="9890" y="6593"/>
                </a:lnTo>
                <a:lnTo>
                  <a:pt x="11547" y="7699"/>
                </a:lnTo>
                <a:lnTo>
                  <a:pt x="13210" y="8806"/>
                </a:lnTo>
                <a:lnTo>
                  <a:pt x="14876" y="9917"/>
                </a:lnTo>
                <a:lnTo>
                  <a:pt x="16549" y="11033"/>
                </a:lnTo>
                <a:lnTo>
                  <a:pt x="18224" y="12151"/>
                </a:lnTo>
                <a:lnTo>
                  <a:pt x="19909" y="13272"/>
                </a:lnTo>
                <a:lnTo>
                  <a:pt x="21600" y="14400"/>
                </a:lnTo>
                <a:lnTo>
                  <a:pt x="20073" y="15588"/>
                </a:lnTo>
                <a:lnTo>
                  <a:pt x="18542" y="16778"/>
                </a:lnTo>
                <a:lnTo>
                  <a:pt x="17005" y="17974"/>
                </a:lnTo>
                <a:lnTo>
                  <a:pt x="15463" y="19174"/>
                </a:lnTo>
                <a:lnTo>
                  <a:pt x="13910" y="20381"/>
                </a:lnTo>
                <a:lnTo>
                  <a:pt x="12343" y="21600"/>
                </a:lnTo>
                <a:lnTo>
                  <a:pt x="10590" y="20359"/>
                </a:lnTo>
                <a:lnTo>
                  <a:pt x="9053" y="19058"/>
                </a:lnTo>
                <a:lnTo>
                  <a:pt x="7717" y="17702"/>
                </a:lnTo>
                <a:lnTo>
                  <a:pt x="6560" y="16294"/>
                </a:lnTo>
                <a:lnTo>
                  <a:pt x="5557" y="14837"/>
                </a:lnTo>
                <a:lnTo>
                  <a:pt x="4687" y="13332"/>
                </a:lnTo>
                <a:lnTo>
                  <a:pt x="3931" y="11784"/>
                </a:lnTo>
                <a:lnTo>
                  <a:pt x="3268" y="10198"/>
                </a:lnTo>
                <a:lnTo>
                  <a:pt x="2672" y="8573"/>
                </a:lnTo>
                <a:lnTo>
                  <a:pt x="2126" y="6912"/>
                </a:lnTo>
                <a:lnTo>
                  <a:pt x="1608" y="5222"/>
                </a:lnTo>
                <a:lnTo>
                  <a:pt x="1095" y="3506"/>
                </a:lnTo>
                <a:lnTo>
                  <a:pt x="565" y="1764"/>
                </a:lnTo>
                <a:lnTo>
                  <a:pt x="0" y="0"/>
                </a:lnTo>
                <a:close/>
              </a:path>
            </a:pathLst>
          </a:custGeom>
          <a:solidFill>
            <a:srgbClr val="ACC3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8" name="contour_10776"/>
          <p:cNvSpPr/>
          <p:nvPr/>
        </p:nvSpPr>
        <p:spPr>
          <a:xfrm>
            <a:off x="943238" y="4290521"/>
            <a:ext cx="36440" cy="40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9"/>
                </a:moveTo>
                <a:lnTo>
                  <a:pt x="7348" y="360"/>
                </a:lnTo>
                <a:lnTo>
                  <a:pt x="10122" y="15"/>
                </a:lnTo>
                <a:lnTo>
                  <a:pt x="12787" y="0"/>
                </a:lnTo>
                <a:lnTo>
                  <a:pt x="15492" y="236"/>
                </a:lnTo>
                <a:lnTo>
                  <a:pt x="18382" y="635"/>
                </a:lnTo>
                <a:lnTo>
                  <a:pt x="21600" y="1119"/>
                </a:lnTo>
                <a:lnTo>
                  <a:pt x="21384" y="3648"/>
                </a:lnTo>
                <a:lnTo>
                  <a:pt x="21129" y="6130"/>
                </a:lnTo>
                <a:lnTo>
                  <a:pt x="20805" y="8577"/>
                </a:lnTo>
                <a:lnTo>
                  <a:pt x="20390" y="10997"/>
                </a:lnTo>
                <a:lnTo>
                  <a:pt x="19855" y="13391"/>
                </a:lnTo>
                <a:lnTo>
                  <a:pt x="19176" y="15764"/>
                </a:lnTo>
                <a:lnTo>
                  <a:pt x="18325" y="18126"/>
                </a:lnTo>
                <a:lnTo>
                  <a:pt x="17280" y="20481"/>
                </a:lnTo>
                <a:lnTo>
                  <a:pt x="14252" y="21240"/>
                </a:lnTo>
                <a:lnTo>
                  <a:pt x="11478" y="21585"/>
                </a:lnTo>
                <a:lnTo>
                  <a:pt x="8813" y="21600"/>
                </a:lnTo>
                <a:lnTo>
                  <a:pt x="6108" y="21364"/>
                </a:lnTo>
                <a:lnTo>
                  <a:pt x="3218" y="20965"/>
                </a:lnTo>
                <a:lnTo>
                  <a:pt x="0" y="20481"/>
                </a:lnTo>
                <a:lnTo>
                  <a:pt x="216" y="17952"/>
                </a:lnTo>
                <a:lnTo>
                  <a:pt x="471" y="15470"/>
                </a:lnTo>
                <a:lnTo>
                  <a:pt x="795" y="13023"/>
                </a:lnTo>
                <a:lnTo>
                  <a:pt x="1210" y="10603"/>
                </a:lnTo>
                <a:lnTo>
                  <a:pt x="1745" y="8209"/>
                </a:lnTo>
                <a:lnTo>
                  <a:pt x="2424" y="5836"/>
                </a:lnTo>
                <a:lnTo>
                  <a:pt x="3275" y="3474"/>
                </a:lnTo>
                <a:lnTo>
                  <a:pt x="4320" y="1119"/>
                </a:lnTo>
                <a:close/>
              </a:path>
            </a:pathLst>
          </a:custGeom>
          <a:solidFill>
            <a:srgbClr val="DDD1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79" name="contour_10777"/>
          <p:cNvSpPr/>
          <p:nvPr/>
        </p:nvSpPr>
        <p:spPr>
          <a:xfrm>
            <a:off x="8258741" y="4219747"/>
            <a:ext cx="453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90" y="0"/>
                </a:moveTo>
                <a:lnTo>
                  <a:pt x="13199" y="1367"/>
                </a:lnTo>
                <a:lnTo>
                  <a:pt x="15101" y="2756"/>
                </a:lnTo>
                <a:lnTo>
                  <a:pt x="16891" y="4203"/>
                </a:lnTo>
                <a:lnTo>
                  <a:pt x="18574" y="5746"/>
                </a:lnTo>
                <a:lnTo>
                  <a:pt x="20143" y="7418"/>
                </a:lnTo>
                <a:lnTo>
                  <a:pt x="21600" y="9257"/>
                </a:lnTo>
                <a:lnTo>
                  <a:pt x="21437" y="11500"/>
                </a:lnTo>
                <a:lnTo>
                  <a:pt x="21076" y="13556"/>
                </a:lnTo>
                <a:lnTo>
                  <a:pt x="20542" y="15512"/>
                </a:lnTo>
                <a:lnTo>
                  <a:pt x="19858" y="17450"/>
                </a:lnTo>
                <a:lnTo>
                  <a:pt x="19046" y="19449"/>
                </a:lnTo>
                <a:lnTo>
                  <a:pt x="18130" y="21600"/>
                </a:lnTo>
                <a:lnTo>
                  <a:pt x="15868" y="20980"/>
                </a:lnTo>
                <a:lnTo>
                  <a:pt x="13633" y="20344"/>
                </a:lnTo>
                <a:lnTo>
                  <a:pt x="11426" y="19675"/>
                </a:lnTo>
                <a:lnTo>
                  <a:pt x="9244" y="18962"/>
                </a:lnTo>
                <a:lnTo>
                  <a:pt x="7089" y="18193"/>
                </a:lnTo>
                <a:lnTo>
                  <a:pt x="4958" y="17357"/>
                </a:lnTo>
                <a:lnTo>
                  <a:pt x="2856" y="16441"/>
                </a:lnTo>
                <a:lnTo>
                  <a:pt x="781" y="15429"/>
                </a:lnTo>
                <a:lnTo>
                  <a:pt x="260" y="12948"/>
                </a:lnTo>
                <a:lnTo>
                  <a:pt x="0" y="11226"/>
                </a:lnTo>
                <a:lnTo>
                  <a:pt x="0" y="9819"/>
                </a:lnTo>
                <a:lnTo>
                  <a:pt x="260" y="8282"/>
                </a:lnTo>
                <a:lnTo>
                  <a:pt x="781" y="6171"/>
                </a:lnTo>
                <a:lnTo>
                  <a:pt x="2842" y="6171"/>
                </a:lnTo>
                <a:lnTo>
                  <a:pt x="4910" y="6171"/>
                </a:lnTo>
                <a:lnTo>
                  <a:pt x="6985" y="6171"/>
                </a:lnTo>
                <a:lnTo>
                  <a:pt x="9077" y="6171"/>
                </a:lnTo>
                <a:lnTo>
                  <a:pt x="11190" y="6171"/>
                </a:lnTo>
                <a:lnTo>
                  <a:pt x="11190" y="4132"/>
                </a:lnTo>
                <a:lnTo>
                  <a:pt x="11190" y="2080"/>
                </a:lnTo>
                <a:lnTo>
                  <a:pt x="11190" y="0"/>
                </a:lnTo>
                <a:close/>
              </a:path>
            </a:pathLst>
          </a:custGeom>
          <a:solidFill>
            <a:srgbClr val="EF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0" name="contour_10778"/>
          <p:cNvSpPr/>
          <p:nvPr/>
        </p:nvSpPr>
        <p:spPr>
          <a:xfrm>
            <a:off x="5060953" y="4212459"/>
            <a:ext cx="60046" cy="43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43" y="0"/>
                </a:moveTo>
                <a:lnTo>
                  <a:pt x="6822" y="563"/>
                </a:lnTo>
                <a:lnTo>
                  <a:pt x="8397" y="1140"/>
                </a:lnTo>
                <a:lnTo>
                  <a:pt x="9970" y="1732"/>
                </a:lnTo>
                <a:lnTo>
                  <a:pt x="11541" y="2335"/>
                </a:lnTo>
                <a:lnTo>
                  <a:pt x="13108" y="2949"/>
                </a:lnTo>
                <a:lnTo>
                  <a:pt x="14571" y="3497"/>
                </a:lnTo>
                <a:lnTo>
                  <a:pt x="16042" y="4049"/>
                </a:lnTo>
                <a:lnTo>
                  <a:pt x="17534" y="4612"/>
                </a:lnTo>
                <a:lnTo>
                  <a:pt x="18669" y="5487"/>
                </a:lnTo>
                <a:lnTo>
                  <a:pt x="19815" y="6370"/>
                </a:lnTo>
                <a:lnTo>
                  <a:pt x="20973" y="7263"/>
                </a:lnTo>
                <a:lnTo>
                  <a:pt x="21390" y="10012"/>
                </a:lnTo>
                <a:lnTo>
                  <a:pt x="21600" y="11951"/>
                </a:lnTo>
                <a:lnTo>
                  <a:pt x="21600" y="13607"/>
                </a:lnTo>
                <a:lnTo>
                  <a:pt x="21390" y="15503"/>
                </a:lnTo>
                <a:lnTo>
                  <a:pt x="20973" y="18157"/>
                </a:lnTo>
                <a:lnTo>
                  <a:pt x="19309" y="19283"/>
                </a:lnTo>
                <a:lnTo>
                  <a:pt x="17597" y="20158"/>
                </a:lnTo>
                <a:lnTo>
                  <a:pt x="15843" y="20812"/>
                </a:lnTo>
                <a:lnTo>
                  <a:pt x="14055" y="21255"/>
                </a:lnTo>
                <a:lnTo>
                  <a:pt x="12243" y="21509"/>
                </a:lnTo>
                <a:lnTo>
                  <a:pt x="10419" y="21600"/>
                </a:lnTo>
                <a:lnTo>
                  <a:pt x="8583" y="21538"/>
                </a:lnTo>
                <a:lnTo>
                  <a:pt x="6748" y="21346"/>
                </a:lnTo>
                <a:lnTo>
                  <a:pt x="4924" y="21048"/>
                </a:lnTo>
                <a:lnTo>
                  <a:pt x="3115" y="20656"/>
                </a:lnTo>
                <a:lnTo>
                  <a:pt x="1568" y="19417"/>
                </a:lnTo>
                <a:lnTo>
                  <a:pt x="0" y="18157"/>
                </a:lnTo>
                <a:lnTo>
                  <a:pt x="0" y="15757"/>
                </a:lnTo>
                <a:lnTo>
                  <a:pt x="0" y="13342"/>
                </a:lnTo>
                <a:lnTo>
                  <a:pt x="0" y="10894"/>
                </a:lnTo>
                <a:lnTo>
                  <a:pt x="1733" y="10894"/>
                </a:lnTo>
                <a:lnTo>
                  <a:pt x="3476" y="10894"/>
                </a:lnTo>
                <a:lnTo>
                  <a:pt x="5243" y="10894"/>
                </a:lnTo>
                <a:lnTo>
                  <a:pt x="5243" y="8737"/>
                </a:lnTo>
                <a:lnTo>
                  <a:pt x="5243" y="6573"/>
                </a:lnTo>
                <a:lnTo>
                  <a:pt x="5243" y="4401"/>
                </a:lnTo>
                <a:lnTo>
                  <a:pt x="5243" y="2212"/>
                </a:lnTo>
                <a:lnTo>
                  <a:pt x="5243" y="0"/>
                </a:lnTo>
                <a:close/>
              </a:path>
            </a:pathLst>
          </a:custGeom>
          <a:solidFill>
            <a:srgbClr val="F6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1" name="contour_10779"/>
          <p:cNvSpPr/>
          <p:nvPr/>
        </p:nvSpPr>
        <p:spPr>
          <a:xfrm>
            <a:off x="4907905" y="4190595"/>
            <a:ext cx="80168" cy="604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0"/>
                </a:moveTo>
                <a:lnTo>
                  <a:pt x="8300" y="1506"/>
                </a:lnTo>
                <a:lnTo>
                  <a:pt x="8750" y="3022"/>
                </a:lnTo>
                <a:lnTo>
                  <a:pt x="9206" y="4559"/>
                </a:lnTo>
                <a:lnTo>
                  <a:pt x="9869" y="6208"/>
                </a:lnTo>
                <a:lnTo>
                  <a:pt x="10598" y="7756"/>
                </a:lnTo>
                <a:lnTo>
                  <a:pt x="11389" y="9210"/>
                </a:lnTo>
                <a:lnTo>
                  <a:pt x="12237" y="10580"/>
                </a:lnTo>
                <a:lnTo>
                  <a:pt x="13139" y="11877"/>
                </a:lnTo>
                <a:lnTo>
                  <a:pt x="14085" y="13112"/>
                </a:lnTo>
                <a:lnTo>
                  <a:pt x="15073" y="14295"/>
                </a:lnTo>
                <a:lnTo>
                  <a:pt x="16098" y="15433"/>
                </a:lnTo>
                <a:lnTo>
                  <a:pt x="17154" y="16541"/>
                </a:lnTo>
                <a:lnTo>
                  <a:pt x="18238" y="17624"/>
                </a:lnTo>
                <a:lnTo>
                  <a:pt x="19344" y="18695"/>
                </a:lnTo>
                <a:lnTo>
                  <a:pt x="20465" y="19766"/>
                </a:lnTo>
                <a:lnTo>
                  <a:pt x="21600" y="20842"/>
                </a:lnTo>
                <a:lnTo>
                  <a:pt x="18790" y="21165"/>
                </a:lnTo>
                <a:lnTo>
                  <a:pt x="16518" y="21405"/>
                </a:lnTo>
                <a:lnTo>
                  <a:pt x="14704" y="21553"/>
                </a:lnTo>
                <a:lnTo>
                  <a:pt x="13262" y="21600"/>
                </a:lnTo>
                <a:lnTo>
                  <a:pt x="12114" y="21537"/>
                </a:lnTo>
                <a:lnTo>
                  <a:pt x="11175" y="21350"/>
                </a:lnTo>
                <a:lnTo>
                  <a:pt x="10362" y="21032"/>
                </a:lnTo>
                <a:lnTo>
                  <a:pt x="9594" y="20574"/>
                </a:lnTo>
                <a:lnTo>
                  <a:pt x="8789" y="19964"/>
                </a:lnTo>
                <a:lnTo>
                  <a:pt x="7862" y="19193"/>
                </a:lnTo>
                <a:lnTo>
                  <a:pt x="6987" y="17947"/>
                </a:lnTo>
                <a:lnTo>
                  <a:pt x="6405" y="17088"/>
                </a:lnTo>
                <a:lnTo>
                  <a:pt x="5858" y="16218"/>
                </a:lnTo>
                <a:lnTo>
                  <a:pt x="5086" y="14938"/>
                </a:lnTo>
                <a:lnTo>
                  <a:pt x="4210" y="13662"/>
                </a:lnTo>
                <a:lnTo>
                  <a:pt x="3287" y="12635"/>
                </a:lnTo>
                <a:lnTo>
                  <a:pt x="2294" y="11797"/>
                </a:lnTo>
                <a:lnTo>
                  <a:pt x="1206" y="11080"/>
                </a:lnTo>
                <a:lnTo>
                  <a:pt x="0" y="10421"/>
                </a:lnTo>
                <a:lnTo>
                  <a:pt x="852" y="10275"/>
                </a:lnTo>
                <a:lnTo>
                  <a:pt x="1718" y="10127"/>
                </a:lnTo>
                <a:lnTo>
                  <a:pt x="3010" y="9809"/>
                </a:lnTo>
                <a:lnTo>
                  <a:pt x="4247" y="9457"/>
                </a:lnTo>
                <a:lnTo>
                  <a:pt x="5453" y="9032"/>
                </a:lnTo>
                <a:lnTo>
                  <a:pt x="6647" y="8498"/>
                </a:lnTo>
                <a:lnTo>
                  <a:pt x="7855" y="7816"/>
                </a:lnTo>
                <a:lnTo>
                  <a:pt x="8090" y="5799"/>
                </a:lnTo>
                <a:lnTo>
                  <a:pt x="8208" y="4385"/>
                </a:lnTo>
                <a:lnTo>
                  <a:pt x="8208" y="3197"/>
                </a:lnTo>
                <a:lnTo>
                  <a:pt x="8090" y="1860"/>
                </a:lnTo>
                <a:lnTo>
                  <a:pt x="7855" y="0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2" name="contour_10780"/>
          <p:cNvSpPr/>
          <p:nvPr/>
        </p:nvSpPr>
        <p:spPr>
          <a:xfrm>
            <a:off x="4310290" y="4168731"/>
            <a:ext cx="72880" cy="303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856"/>
                </a:lnTo>
                <a:lnTo>
                  <a:pt x="15813" y="1711"/>
                </a:lnTo>
                <a:lnTo>
                  <a:pt x="17248" y="2572"/>
                </a:lnTo>
                <a:lnTo>
                  <a:pt x="18688" y="3438"/>
                </a:lnTo>
                <a:lnTo>
                  <a:pt x="20138" y="4310"/>
                </a:lnTo>
                <a:lnTo>
                  <a:pt x="21600" y="5186"/>
                </a:lnTo>
                <a:lnTo>
                  <a:pt x="20591" y="8557"/>
                </a:lnTo>
                <a:lnTo>
                  <a:pt x="19665" y="11466"/>
                </a:lnTo>
                <a:lnTo>
                  <a:pt x="18734" y="14023"/>
                </a:lnTo>
                <a:lnTo>
                  <a:pt x="17721" y="16347"/>
                </a:lnTo>
                <a:lnTo>
                  <a:pt x="16543" y="18551"/>
                </a:lnTo>
                <a:lnTo>
                  <a:pt x="15120" y="20744"/>
                </a:lnTo>
                <a:lnTo>
                  <a:pt x="13599" y="21107"/>
                </a:lnTo>
                <a:lnTo>
                  <a:pt x="12085" y="21361"/>
                </a:lnTo>
                <a:lnTo>
                  <a:pt x="10575" y="21527"/>
                </a:lnTo>
                <a:lnTo>
                  <a:pt x="9068" y="21600"/>
                </a:lnTo>
                <a:lnTo>
                  <a:pt x="7564" y="21600"/>
                </a:lnTo>
                <a:lnTo>
                  <a:pt x="6059" y="21533"/>
                </a:lnTo>
                <a:lnTo>
                  <a:pt x="4551" y="21403"/>
                </a:lnTo>
                <a:lnTo>
                  <a:pt x="3041" y="21221"/>
                </a:lnTo>
                <a:lnTo>
                  <a:pt x="1525" y="20998"/>
                </a:lnTo>
                <a:lnTo>
                  <a:pt x="0" y="20744"/>
                </a:lnTo>
                <a:lnTo>
                  <a:pt x="428" y="17664"/>
                </a:lnTo>
                <a:lnTo>
                  <a:pt x="858" y="14573"/>
                </a:lnTo>
                <a:lnTo>
                  <a:pt x="1287" y="11472"/>
                </a:lnTo>
                <a:lnTo>
                  <a:pt x="1722" y="8344"/>
                </a:lnTo>
                <a:lnTo>
                  <a:pt x="2160" y="5186"/>
                </a:lnTo>
                <a:lnTo>
                  <a:pt x="3497" y="5829"/>
                </a:lnTo>
                <a:lnTo>
                  <a:pt x="4834" y="6472"/>
                </a:lnTo>
                <a:lnTo>
                  <a:pt x="6175" y="7115"/>
                </a:lnTo>
                <a:lnTo>
                  <a:pt x="7519" y="7758"/>
                </a:lnTo>
                <a:lnTo>
                  <a:pt x="8869" y="8407"/>
                </a:lnTo>
                <a:lnTo>
                  <a:pt x="10225" y="9060"/>
                </a:lnTo>
                <a:lnTo>
                  <a:pt x="11588" y="9714"/>
                </a:lnTo>
                <a:lnTo>
                  <a:pt x="12960" y="10372"/>
                </a:lnTo>
                <a:lnTo>
                  <a:pt x="12960" y="6944"/>
                </a:lnTo>
                <a:lnTo>
                  <a:pt x="12960" y="3495"/>
                </a:lnTo>
                <a:lnTo>
                  <a:pt x="12960" y="0"/>
                </a:lnTo>
                <a:close/>
              </a:path>
            </a:pathLst>
          </a:custGeom>
          <a:solidFill>
            <a:srgbClr val="EFF2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3" name="contour_10781"/>
          <p:cNvSpPr/>
          <p:nvPr/>
        </p:nvSpPr>
        <p:spPr>
          <a:xfrm>
            <a:off x="1256621" y="4146867"/>
            <a:ext cx="51016" cy="50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618"/>
                </a:lnTo>
                <a:lnTo>
                  <a:pt x="16015" y="1240"/>
                </a:lnTo>
                <a:lnTo>
                  <a:pt x="17860" y="1862"/>
                </a:lnTo>
                <a:lnTo>
                  <a:pt x="19721" y="2490"/>
                </a:lnTo>
                <a:lnTo>
                  <a:pt x="21600" y="3124"/>
                </a:lnTo>
                <a:lnTo>
                  <a:pt x="21140" y="5416"/>
                </a:lnTo>
                <a:lnTo>
                  <a:pt x="20671" y="7600"/>
                </a:lnTo>
                <a:lnTo>
                  <a:pt x="20165" y="9699"/>
                </a:lnTo>
                <a:lnTo>
                  <a:pt x="19588" y="11732"/>
                </a:lnTo>
                <a:lnTo>
                  <a:pt x="18915" y="13728"/>
                </a:lnTo>
                <a:lnTo>
                  <a:pt x="18113" y="15709"/>
                </a:lnTo>
                <a:lnTo>
                  <a:pt x="17153" y="17695"/>
                </a:lnTo>
                <a:lnTo>
                  <a:pt x="16009" y="19716"/>
                </a:lnTo>
                <a:lnTo>
                  <a:pt x="13719" y="20919"/>
                </a:lnTo>
                <a:lnTo>
                  <a:pt x="11889" y="21513"/>
                </a:lnTo>
                <a:lnTo>
                  <a:pt x="10183" y="21600"/>
                </a:lnTo>
                <a:lnTo>
                  <a:pt x="8260" y="21291"/>
                </a:lnTo>
                <a:lnTo>
                  <a:pt x="5786" y="20694"/>
                </a:lnTo>
                <a:lnTo>
                  <a:pt x="3873" y="20051"/>
                </a:lnTo>
                <a:lnTo>
                  <a:pt x="1950" y="19398"/>
                </a:lnTo>
                <a:lnTo>
                  <a:pt x="0" y="18742"/>
                </a:lnTo>
                <a:lnTo>
                  <a:pt x="1339" y="18283"/>
                </a:lnTo>
                <a:lnTo>
                  <a:pt x="2700" y="17814"/>
                </a:lnTo>
                <a:lnTo>
                  <a:pt x="4804" y="16930"/>
                </a:lnTo>
                <a:lnTo>
                  <a:pt x="6779" y="16015"/>
                </a:lnTo>
                <a:lnTo>
                  <a:pt x="8668" y="15012"/>
                </a:lnTo>
                <a:lnTo>
                  <a:pt x="10510" y="13860"/>
                </a:lnTo>
                <a:lnTo>
                  <a:pt x="12343" y="12495"/>
                </a:lnTo>
                <a:lnTo>
                  <a:pt x="12796" y="10311"/>
                </a:lnTo>
                <a:lnTo>
                  <a:pt x="13006" y="8284"/>
                </a:lnTo>
                <a:lnTo>
                  <a:pt x="13022" y="6325"/>
                </a:lnTo>
                <a:lnTo>
                  <a:pt x="12886" y="4351"/>
                </a:lnTo>
                <a:lnTo>
                  <a:pt x="12645" y="2274"/>
                </a:lnTo>
                <a:lnTo>
                  <a:pt x="12343" y="0"/>
                </a:lnTo>
                <a:close/>
              </a:path>
            </a:pathLst>
          </a:custGeom>
          <a:solidFill>
            <a:srgbClr val="A523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4" name="contour_10782"/>
          <p:cNvSpPr/>
          <p:nvPr/>
        </p:nvSpPr>
        <p:spPr>
          <a:xfrm>
            <a:off x="7582605" y="4096259"/>
            <a:ext cx="43087" cy="50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04" y="1770"/>
                </a:moveTo>
                <a:lnTo>
                  <a:pt x="20508" y="3944"/>
                </a:lnTo>
                <a:lnTo>
                  <a:pt x="21202" y="6000"/>
                </a:lnTo>
                <a:lnTo>
                  <a:pt x="21549" y="7979"/>
                </a:lnTo>
                <a:lnTo>
                  <a:pt x="21600" y="9932"/>
                </a:lnTo>
                <a:lnTo>
                  <a:pt x="21421" y="11904"/>
                </a:lnTo>
                <a:lnTo>
                  <a:pt x="21059" y="13945"/>
                </a:lnTo>
                <a:lnTo>
                  <a:pt x="20581" y="16100"/>
                </a:lnTo>
                <a:lnTo>
                  <a:pt x="20036" y="18418"/>
                </a:lnTo>
                <a:lnTo>
                  <a:pt x="19156" y="19995"/>
                </a:lnTo>
                <a:lnTo>
                  <a:pt x="18268" y="21600"/>
                </a:lnTo>
                <a:lnTo>
                  <a:pt x="15849" y="21600"/>
                </a:lnTo>
                <a:lnTo>
                  <a:pt x="13420" y="21600"/>
                </a:lnTo>
                <a:lnTo>
                  <a:pt x="10961" y="21600"/>
                </a:lnTo>
                <a:lnTo>
                  <a:pt x="9419" y="19566"/>
                </a:lnTo>
                <a:lnTo>
                  <a:pt x="8337" y="18063"/>
                </a:lnTo>
                <a:lnTo>
                  <a:pt x="7435" y="16645"/>
                </a:lnTo>
                <a:lnTo>
                  <a:pt x="6423" y="14862"/>
                </a:lnTo>
                <a:lnTo>
                  <a:pt x="5016" y="12268"/>
                </a:lnTo>
                <a:lnTo>
                  <a:pt x="4066" y="10532"/>
                </a:lnTo>
                <a:lnTo>
                  <a:pt x="3109" y="8787"/>
                </a:lnTo>
                <a:lnTo>
                  <a:pt x="2134" y="7021"/>
                </a:lnTo>
                <a:lnTo>
                  <a:pt x="1429" y="5671"/>
                </a:lnTo>
                <a:lnTo>
                  <a:pt x="720" y="4311"/>
                </a:lnTo>
                <a:lnTo>
                  <a:pt x="0" y="2936"/>
                </a:lnTo>
                <a:lnTo>
                  <a:pt x="4337" y="1714"/>
                </a:lnTo>
                <a:lnTo>
                  <a:pt x="7676" y="824"/>
                </a:lnTo>
                <a:lnTo>
                  <a:pt x="10237" y="258"/>
                </a:lnTo>
                <a:lnTo>
                  <a:pt x="12254" y="0"/>
                </a:lnTo>
                <a:lnTo>
                  <a:pt x="13953" y="37"/>
                </a:lnTo>
                <a:lnTo>
                  <a:pt x="15561" y="351"/>
                </a:lnTo>
                <a:lnTo>
                  <a:pt x="17300" y="933"/>
                </a:lnTo>
                <a:lnTo>
                  <a:pt x="19404" y="1770"/>
                </a:lnTo>
                <a:close/>
              </a:path>
            </a:pathLst>
          </a:custGeom>
          <a:solidFill>
            <a:srgbClr val="F1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5" name="contour_10783"/>
          <p:cNvSpPr/>
          <p:nvPr/>
        </p:nvSpPr>
        <p:spPr>
          <a:xfrm>
            <a:off x="7655478" y="408127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18744"/>
                </a:lnTo>
                <a:lnTo>
                  <a:pt x="7200" y="15872"/>
                </a:lnTo>
                <a:lnTo>
                  <a:pt x="7200" y="12960"/>
                </a:lnTo>
                <a:lnTo>
                  <a:pt x="4820" y="12960"/>
                </a:lnTo>
                <a:lnTo>
                  <a:pt x="2426" y="12960"/>
                </a:lnTo>
                <a:lnTo>
                  <a:pt x="0" y="12960"/>
                </a:lnTo>
                <a:lnTo>
                  <a:pt x="0" y="10104"/>
                </a:lnTo>
                <a:lnTo>
                  <a:pt x="0" y="7232"/>
                </a:lnTo>
                <a:lnTo>
                  <a:pt x="0" y="4320"/>
                </a:lnTo>
                <a:lnTo>
                  <a:pt x="2282" y="3270"/>
                </a:lnTo>
                <a:lnTo>
                  <a:pt x="3956" y="2640"/>
                </a:lnTo>
                <a:lnTo>
                  <a:pt x="5846" y="2173"/>
                </a:lnTo>
                <a:lnTo>
                  <a:pt x="8777" y="1620"/>
                </a:lnTo>
                <a:lnTo>
                  <a:pt x="11225" y="1132"/>
                </a:lnTo>
                <a:lnTo>
                  <a:pt x="13712" y="639"/>
                </a:lnTo>
                <a:lnTo>
                  <a:pt x="16247" y="268"/>
                </a:lnTo>
                <a:lnTo>
                  <a:pt x="17914" y="82"/>
                </a:lnTo>
                <a:lnTo>
                  <a:pt x="19451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8D19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6" name="contour_10784"/>
          <p:cNvSpPr/>
          <p:nvPr/>
        </p:nvSpPr>
        <p:spPr>
          <a:xfrm>
            <a:off x="10592531" y="3703335"/>
            <a:ext cx="94744" cy="281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06" y="6903"/>
                </a:moveTo>
                <a:lnTo>
                  <a:pt x="14376" y="7681"/>
                </a:lnTo>
                <a:lnTo>
                  <a:pt x="15152" y="8465"/>
                </a:lnTo>
                <a:lnTo>
                  <a:pt x="15937" y="9266"/>
                </a:lnTo>
                <a:lnTo>
                  <a:pt x="17695" y="11119"/>
                </a:lnTo>
                <a:lnTo>
                  <a:pt x="18917" y="12429"/>
                </a:lnTo>
                <a:lnTo>
                  <a:pt x="19761" y="13381"/>
                </a:lnTo>
                <a:lnTo>
                  <a:pt x="20384" y="14170"/>
                </a:lnTo>
                <a:lnTo>
                  <a:pt x="20945" y="14982"/>
                </a:lnTo>
                <a:lnTo>
                  <a:pt x="21600" y="16001"/>
                </a:lnTo>
                <a:lnTo>
                  <a:pt x="21600" y="18778"/>
                </a:lnTo>
                <a:lnTo>
                  <a:pt x="21600" y="21600"/>
                </a:lnTo>
                <a:lnTo>
                  <a:pt x="20475" y="21309"/>
                </a:lnTo>
                <a:lnTo>
                  <a:pt x="19350" y="21018"/>
                </a:lnTo>
                <a:lnTo>
                  <a:pt x="18224" y="20727"/>
                </a:lnTo>
                <a:lnTo>
                  <a:pt x="17097" y="20430"/>
                </a:lnTo>
                <a:lnTo>
                  <a:pt x="15971" y="20139"/>
                </a:lnTo>
                <a:lnTo>
                  <a:pt x="14843" y="19848"/>
                </a:lnTo>
                <a:lnTo>
                  <a:pt x="13713" y="19556"/>
                </a:lnTo>
                <a:lnTo>
                  <a:pt x="12583" y="19260"/>
                </a:lnTo>
                <a:lnTo>
                  <a:pt x="11450" y="18969"/>
                </a:lnTo>
                <a:lnTo>
                  <a:pt x="10316" y="18672"/>
                </a:lnTo>
                <a:lnTo>
                  <a:pt x="9180" y="18381"/>
                </a:lnTo>
                <a:lnTo>
                  <a:pt x="8042" y="18084"/>
                </a:lnTo>
                <a:lnTo>
                  <a:pt x="6902" y="17787"/>
                </a:lnTo>
                <a:lnTo>
                  <a:pt x="5759" y="17496"/>
                </a:lnTo>
                <a:lnTo>
                  <a:pt x="4614" y="17199"/>
                </a:lnTo>
                <a:lnTo>
                  <a:pt x="3464" y="16897"/>
                </a:lnTo>
                <a:lnTo>
                  <a:pt x="2313" y="16600"/>
                </a:lnTo>
                <a:lnTo>
                  <a:pt x="1158" y="16304"/>
                </a:lnTo>
                <a:lnTo>
                  <a:pt x="0" y="16001"/>
                </a:lnTo>
                <a:lnTo>
                  <a:pt x="0" y="12300"/>
                </a:lnTo>
                <a:lnTo>
                  <a:pt x="0" y="8577"/>
                </a:lnTo>
                <a:lnTo>
                  <a:pt x="0" y="4804"/>
                </a:lnTo>
                <a:lnTo>
                  <a:pt x="1150" y="2766"/>
                </a:lnTo>
                <a:lnTo>
                  <a:pt x="2286" y="1321"/>
                </a:lnTo>
                <a:lnTo>
                  <a:pt x="3411" y="420"/>
                </a:lnTo>
                <a:lnTo>
                  <a:pt x="4529" y="0"/>
                </a:lnTo>
                <a:lnTo>
                  <a:pt x="5643" y="0"/>
                </a:lnTo>
                <a:lnTo>
                  <a:pt x="6756" y="364"/>
                </a:lnTo>
                <a:lnTo>
                  <a:pt x="7872" y="1036"/>
                </a:lnTo>
                <a:lnTo>
                  <a:pt x="8994" y="1948"/>
                </a:lnTo>
                <a:lnTo>
                  <a:pt x="10125" y="3051"/>
                </a:lnTo>
                <a:lnTo>
                  <a:pt x="11269" y="4283"/>
                </a:lnTo>
                <a:lnTo>
                  <a:pt x="12428" y="5588"/>
                </a:lnTo>
                <a:lnTo>
                  <a:pt x="13606" y="6903"/>
                </a:lnTo>
                <a:close/>
              </a:path>
            </a:pathLst>
          </a:custGeom>
          <a:solidFill>
            <a:srgbClr val="A6CC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7" name="contour_10785"/>
          <p:cNvSpPr/>
          <p:nvPr/>
        </p:nvSpPr>
        <p:spPr>
          <a:xfrm>
            <a:off x="4747569" y="3636708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6" y="523"/>
                </a:lnTo>
                <a:lnTo>
                  <a:pt x="3089" y="1050"/>
                </a:lnTo>
                <a:lnTo>
                  <a:pt x="4632" y="1585"/>
                </a:lnTo>
                <a:lnTo>
                  <a:pt x="6175" y="2125"/>
                </a:lnTo>
                <a:lnTo>
                  <a:pt x="7716" y="2670"/>
                </a:lnTo>
                <a:lnTo>
                  <a:pt x="9259" y="3223"/>
                </a:lnTo>
                <a:lnTo>
                  <a:pt x="10800" y="3780"/>
                </a:lnTo>
                <a:lnTo>
                  <a:pt x="11578" y="4035"/>
                </a:lnTo>
                <a:lnTo>
                  <a:pt x="13922" y="4808"/>
                </a:lnTo>
                <a:lnTo>
                  <a:pt x="15389" y="5352"/>
                </a:lnTo>
                <a:lnTo>
                  <a:pt x="16874" y="5905"/>
                </a:lnTo>
                <a:lnTo>
                  <a:pt x="17558" y="6147"/>
                </a:lnTo>
                <a:lnTo>
                  <a:pt x="19618" y="6864"/>
                </a:lnTo>
                <a:lnTo>
                  <a:pt x="20110" y="7305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20832" y="17436"/>
                </a:lnTo>
                <a:lnTo>
                  <a:pt x="20129" y="17574"/>
                </a:lnTo>
                <a:lnTo>
                  <a:pt x="19438" y="17712"/>
                </a:lnTo>
                <a:lnTo>
                  <a:pt x="18694" y="17863"/>
                </a:lnTo>
                <a:lnTo>
                  <a:pt x="17842" y="18032"/>
                </a:lnTo>
                <a:lnTo>
                  <a:pt x="16819" y="18235"/>
                </a:lnTo>
                <a:lnTo>
                  <a:pt x="15571" y="18485"/>
                </a:lnTo>
                <a:lnTo>
                  <a:pt x="14035" y="18792"/>
                </a:lnTo>
                <a:lnTo>
                  <a:pt x="12156" y="19168"/>
                </a:lnTo>
                <a:lnTo>
                  <a:pt x="9871" y="19626"/>
                </a:lnTo>
                <a:lnTo>
                  <a:pt x="7123" y="20174"/>
                </a:lnTo>
                <a:lnTo>
                  <a:pt x="3852" y="2083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BAD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8" name="contour_10786"/>
          <p:cNvSpPr/>
          <p:nvPr/>
        </p:nvSpPr>
        <p:spPr>
          <a:xfrm>
            <a:off x="11080826" y="3577187"/>
            <a:ext cx="94744" cy="224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06" y="294"/>
                </a:moveTo>
                <a:lnTo>
                  <a:pt x="14186" y="344"/>
                </a:lnTo>
                <a:lnTo>
                  <a:pt x="15937" y="484"/>
                </a:lnTo>
                <a:lnTo>
                  <a:pt x="17071" y="589"/>
                </a:lnTo>
                <a:lnTo>
                  <a:pt x="18204" y="715"/>
                </a:lnTo>
                <a:lnTo>
                  <a:pt x="19337" y="855"/>
                </a:lnTo>
                <a:lnTo>
                  <a:pt x="20468" y="1003"/>
                </a:lnTo>
                <a:lnTo>
                  <a:pt x="21600" y="1171"/>
                </a:lnTo>
                <a:lnTo>
                  <a:pt x="21178" y="5223"/>
                </a:lnTo>
                <a:lnTo>
                  <a:pt x="20864" y="8034"/>
                </a:lnTo>
                <a:lnTo>
                  <a:pt x="20503" y="10916"/>
                </a:lnTo>
                <a:lnTo>
                  <a:pt x="19938" y="15192"/>
                </a:lnTo>
                <a:lnTo>
                  <a:pt x="18775" y="16882"/>
                </a:lnTo>
                <a:lnTo>
                  <a:pt x="17611" y="18291"/>
                </a:lnTo>
                <a:lnTo>
                  <a:pt x="16444" y="19434"/>
                </a:lnTo>
                <a:lnTo>
                  <a:pt x="15276" y="20317"/>
                </a:lnTo>
                <a:lnTo>
                  <a:pt x="14106" y="20962"/>
                </a:lnTo>
                <a:lnTo>
                  <a:pt x="12937" y="21383"/>
                </a:lnTo>
                <a:lnTo>
                  <a:pt x="11765" y="21593"/>
                </a:lnTo>
                <a:lnTo>
                  <a:pt x="10592" y="21600"/>
                </a:lnTo>
                <a:lnTo>
                  <a:pt x="9419" y="21425"/>
                </a:lnTo>
                <a:lnTo>
                  <a:pt x="8245" y="21088"/>
                </a:lnTo>
                <a:lnTo>
                  <a:pt x="7068" y="20590"/>
                </a:lnTo>
                <a:lnTo>
                  <a:pt x="5892" y="19959"/>
                </a:lnTo>
                <a:lnTo>
                  <a:pt x="4715" y="19195"/>
                </a:lnTo>
                <a:lnTo>
                  <a:pt x="3537" y="18326"/>
                </a:lnTo>
                <a:lnTo>
                  <a:pt x="2359" y="17359"/>
                </a:lnTo>
                <a:lnTo>
                  <a:pt x="1180" y="16307"/>
                </a:lnTo>
                <a:lnTo>
                  <a:pt x="0" y="15192"/>
                </a:lnTo>
                <a:lnTo>
                  <a:pt x="1090" y="11575"/>
                </a:lnTo>
                <a:lnTo>
                  <a:pt x="2152" y="8560"/>
                </a:lnTo>
                <a:lnTo>
                  <a:pt x="3198" y="6099"/>
                </a:lnTo>
                <a:lnTo>
                  <a:pt x="4239" y="4136"/>
                </a:lnTo>
                <a:lnTo>
                  <a:pt x="5284" y="2622"/>
                </a:lnTo>
                <a:lnTo>
                  <a:pt x="6344" y="1507"/>
                </a:lnTo>
                <a:lnTo>
                  <a:pt x="7429" y="736"/>
                </a:lnTo>
                <a:lnTo>
                  <a:pt x="8550" y="266"/>
                </a:lnTo>
                <a:lnTo>
                  <a:pt x="9718" y="35"/>
                </a:lnTo>
                <a:lnTo>
                  <a:pt x="10943" y="0"/>
                </a:lnTo>
                <a:lnTo>
                  <a:pt x="12236" y="98"/>
                </a:lnTo>
                <a:lnTo>
                  <a:pt x="13606" y="294"/>
                </a:lnTo>
                <a:close/>
              </a:path>
            </a:pathLst>
          </a:custGeom>
          <a:solidFill>
            <a:srgbClr val="A1BC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89" name="contour_10787"/>
          <p:cNvSpPr/>
          <p:nvPr/>
        </p:nvSpPr>
        <p:spPr>
          <a:xfrm>
            <a:off x="8537325" y="3470184"/>
            <a:ext cx="58304" cy="353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236"/>
                </a:moveTo>
                <a:lnTo>
                  <a:pt x="19907" y="10321"/>
                </a:lnTo>
                <a:lnTo>
                  <a:pt x="18228" y="12156"/>
                </a:lnTo>
                <a:lnTo>
                  <a:pt x="16551" y="13764"/>
                </a:lnTo>
                <a:lnTo>
                  <a:pt x="14866" y="15172"/>
                </a:lnTo>
                <a:lnTo>
                  <a:pt x="13165" y="16393"/>
                </a:lnTo>
                <a:lnTo>
                  <a:pt x="11437" y="17448"/>
                </a:lnTo>
                <a:lnTo>
                  <a:pt x="9674" y="18370"/>
                </a:lnTo>
                <a:lnTo>
                  <a:pt x="7868" y="19168"/>
                </a:lnTo>
                <a:lnTo>
                  <a:pt x="6005" y="19867"/>
                </a:lnTo>
                <a:lnTo>
                  <a:pt x="4080" y="20495"/>
                </a:lnTo>
                <a:lnTo>
                  <a:pt x="2082" y="21065"/>
                </a:lnTo>
                <a:lnTo>
                  <a:pt x="0" y="21600"/>
                </a:lnTo>
                <a:lnTo>
                  <a:pt x="316" y="18433"/>
                </a:lnTo>
                <a:lnTo>
                  <a:pt x="643" y="15417"/>
                </a:lnTo>
                <a:lnTo>
                  <a:pt x="1015" y="12499"/>
                </a:lnTo>
                <a:lnTo>
                  <a:pt x="1461" y="9622"/>
                </a:lnTo>
                <a:lnTo>
                  <a:pt x="2011" y="6735"/>
                </a:lnTo>
                <a:lnTo>
                  <a:pt x="2700" y="3782"/>
                </a:lnTo>
                <a:lnTo>
                  <a:pt x="4795" y="1809"/>
                </a:lnTo>
                <a:lnTo>
                  <a:pt x="6788" y="575"/>
                </a:lnTo>
                <a:lnTo>
                  <a:pt x="8699" y="0"/>
                </a:lnTo>
                <a:lnTo>
                  <a:pt x="10554" y="13"/>
                </a:lnTo>
                <a:lnTo>
                  <a:pt x="12369" y="543"/>
                </a:lnTo>
                <a:lnTo>
                  <a:pt x="14164" y="1510"/>
                </a:lnTo>
                <a:lnTo>
                  <a:pt x="15965" y="2838"/>
                </a:lnTo>
                <a:lnTo>
                  <a:pt x="17790" y="4450"/>
                </a:lnTo>
                <a:lnTo>
                  <a:pt x="19661" y="6276"/>
                </a:lnTo>
                <a:lnTo>
                  <a:pt x="21600" y="8236"/>
                </a:lnTo>
                <a:close/>
              </a:path>
            </a:pathLst>
          </a:custGeom>
          <a:solidFill>
            <a:srgbClr val="AABD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0" name="contour_10788"/>
          <p:cNvSpPr/>
          <p:nvPr/>
        </p:nvSpPr>
        <p:spPr>
          <a:xfrm>
            <a:off x="7305654" y="3476372"/>
            <a:ext cx="9474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9" y="425"/>
                </a:moveTo>
                <a:lnTo>
                  <a:pt x="8226" y="1325"/>
                </a:lnTo>
                <a:lnTo>
                  <a:pt x="9040" y="2232"/>
                </a:lnTo>
                <a:lnTo>
                  <a:pt x="9866" y="3154"/>
                </a:lnTo>
                <a:lnTo>
                  <a:pt x="11185" y="4270"/>
                </a:lnTo>
                <a:lnTo>
                  <a:pt x="12418" y="5083"/>
                </a:lnTo>
                <a:lnTo>
                  <a:pt x="13585" y="5587"/>
                </a:lnTo>
                <a:lnTo>
                  <a:pt x="14705" y="5767"/>
                </a:lnTo>
                <a:lnTo>
                  <a:pt x="15800" y="5638"/>
                </a:lnTo>
                <a:lnTo>
                  <a:pt x="16888" y="5177"/>
                </a:lnTo>
                <a:lnTo>
                  <a:pt x="17993" y="4385"/>
                </a:lnTo>
                <a:lnTo>
                  <a:pt x="19133" y="3262"/>
                </a:lnTo>
                <a:lnTo>
                  <a:pt x="20327" y="180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20473" y="21218"/>
                </a:lnTo>
                <a:lnTo>
                  <a:pt x="19349" y="20844"/>
                </a:lnTo>
                <a:lnTo>
                  <a:pt x="18222" y="20470"/>
                </a:lnTo>
                <a:lnTo>
                  <a:pt x="17096" y="20095"/>
                </a:lnTo>
                <a:lnTo>
                  <a:pt x="15969" y="19721"/>
                </a:lnTo>
                <a:lnTo>
                  <a:pt x="14841" y="19346"/>
                </a:lnTo>
                <a:lnTo>
                  <a:pt x="13711" y="18965"/>
                </a:lnTo>
                <a:lnTo>
                  <a:pt x="12580" y="18590"/>
                </a:lnTo>
                <a:lnTo>
                  <a:pt x="11448" y="18216"/>
                </a:lnTo>
                <a:lnTo>
                  <a:pt x="10313" y="17834"/>
                </a:lnTo>
                <a:lnTo>
                  <a:pt x="9178" y="17453"/>
                </a:lnTo>
                <a:lnTo>
                  <a:pt x="8040" y="17078"/>
                </a:lnTo>
                <a:lnTo>
                  <a:pt x="6899" y="16697"/>
                </a:lnTo>
                <a:lnTo>
                  <a:pt x="5757" y="16315"/>
                </a:lnTo>
                <a:lnTo>
                  <a:pt x="4611" y="15934"/>
                </a:lnTo>
                <a:lnTo>
                  <a:pt x="3463" y="15552"/>
                </a:lnTo>
                <a:lnTo>
                  <a:pt x="2311" y="15170"/>
                </a:lnTo>
                <a:lnTo>
                  <a:pt x="1158" y="14782"/>
                </a:lnTo>
                <a:lnTo>
                  <a:pt x="0" y="14400"/>
                </a:lnTo>
                <a:lnTo>
                  <a:pt x="1853" y="9065"/>
                </a:lnTo>
                <a:lnTo>
                  <a:pt x="3225" y="5256"/>
                </a:lnTo>
                <a:lnTo>
                  <a:pt x="4245" y="2714"/>
                </a:lnTo>
                <a:lnTo>
                  <a:pt x="5046" y="1210"/>
                </a:lnTo>
                <a:lnTo>
                  <a:pt x="5756" y="490"/>
                </a:lnTo>
                <a:lnTo>
                  <a:pt x="6503" y="310"/>
                </a:lnTo>
                <a:lnTo>
                  <a:pt x="7419" y="425"/>
                </a:lnTo>
                <a:close/>
              </a:path>
            </a:pathLst>
          </a:custGeom>
          <a:solidFill>
            <a:srgbClr val="D5E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1" name="contour_10789"/>
          <p:cNvSpPr/>
          <p:nvPr/>
        </p:nvSpPr>
        <p:spPr>
          <a:xfrm>
            <a:off x="6810071" y="3460608"/>
            <a:ext cx="109320" cy="356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20"/>
                </a:moveTo>
                <a:lnTo>
                  <a:pt x="1110" y="318"/>
                </a:lnTo>
                <a:lnTo>
                  <a:pt x="2196" y="80"/>
                </a:lnTo>
                <a:lnTo>
                  <a:pt x="3262" y="0"/>
                </a:lnTo>
                <a:lnTo>
                  <a:pt x="4307" y="71"/>
                </a:lnTo>
                <a:lnTo>
                  <a:pt x="5334" y="283"/>
                </a:lnTo>
                <a:lnTo>
                  <a:pt x="6343" y="627"/>
                </a:lnTo>
                <a:lnTo>
                  <a:pt x="7338" y="1105"/>
                </a:lnTo>
                <a:lnTo>
                  <a:pt x="8320" y="1697"/>
                </a:lnTo>
                <a:lnTo>
                  <a:pt x="9289" y="2400"/>
                </a:lnTo>
                <a:lnTo>
                  <a:pt x="10250" y="3213"/>
                </a:lnTo>
                <a:lnTo>
                  <a:pt x="11202" y="4118"/>
                </a:lnTo>
                <a:lnTo>
                  <a:pt x="12146" y="5117"/>
                </a:lnTo>
                <a:lnTo>
                  <a:pt x="13087" y="6195"/>
                </a:lnTo>
                <a:lnTo>
                  <a:pt x="14024" y="7353"/>
                </a:lnTo>
                <a:lnTo>
                  <a:pt x="14959" y="8573"/>
                </a:lnTo>
                <a:lnTo>
                  <a:pt x="15895" y="9859"/>
                </a:lnTo>
                <a:lnTo>
                  <a:pt x="16831" y="11193"/>
                </a:lnTo>
                <a:lnTo>
                  <a:pt x="17771" y="12572"/>
                </a:lnTo>
                <a:lnTo>
                  <a:pt x="18717" y="13991"/>
                </a:lnTo>
                <a:lnTo>
                  <a:pt x="19669" y="15440"/>
                </a:lnTo>
                <a:lnTo>
                  <a:pt x="20629" y="16911"/>
                </a:lnTo>
                <a:lnTo>
                  <a:pt x="21600" y="18396"/>
                </a:lnTo>
                <a:lnTo>
                  <a:pt x="20471" y="19585"/>
                </a:lnTo>
                <a:lnTo>
                  <a:pt x="19395" y="20482"/>
                </a:lnTo>
                <a:lnTo>
                  <a:pt x="18364" y="21105"/>
                </a:lnTo>
                <a:lnTo>
                  <a:pt x="17369" y="21472"/>
                </a:lnTo>
                <a:lnTo>
                  <a:pt x="16403" y="21600"/>
                </a:lnTo>
                <a:lnTo>
                  <a:pt x="15456" y="21503"/>
                </a:lnTo>
                <a:lnTo>
                  <a:pt x="14520" y="21193"/>
                </a:lnTo>
                <a:lnTo>
                  <a:pt x="13585" y="20694"/>
                </a:lnTo>
                <a:lnTo>
                  <a:pt x="12645" y="20014"/>
                </a:lnTo>
                <a:lnTo>
                  <a:pt x="11691" y="19178"/>
                </a:lnTo>
                <a:lnTo>
                  <a:pt x="10714" y="18193"/>
                </a:lnTo>
                <a:lnTo>
                  <a:pt x="9706" y="17079"/>
                </a:lnTo>
                <a:lnTo>
                  <a:pt x="8657" y="15851"/>
                </a:lnTo>
                <a:lnTo>
                  <a:pt x="7560" y="14530"/>
                </a:lnTo>
                <a:lnTo>
                  <a:pt x="6830" y="13703"/>
                </a:lnTo>
                <a:lnTo>
                  <a:pt x="6094" y="12873"/>
                </a:lnTo>
                <a:lnTo>
                  <a:pt x="5350" y="12028"/>
                </a:lnTo>
                <a:lnTo>
                  <a:pt x="3704" y="10106"/>
                </a:lnTo>
                <a:lnTo>
                  <a:pt x="2559" y="8750"/>
                </a:lnTo>
                <a:lnTo>
                  <a:pt x="1764" y="7764"/>
                </a:lnTo>
                <a:lnTo>
                  <a:pt x="1172" y="6960"/>
                </a:lnTo>
                <a:lnTo>
                  <a:pt x="634" y="6151"/>
                </a:lnTo>
                <a:lnTo>
                  <a:pt x="0" y="5139"/>
                </a:lnTo>
                <a:lnTo>
                  <a:pt x="0" y="2947"/>
                </a:lnTo>
                <a:lnTo>
                  <a:pt x="0" y="720"/>
                </a:lnTo>
                <a:close/>
              </a:path>
            </a:pathLst>
          </a:custGeom>
          <a:solidFill>
            <a:srgbClr val="96A6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2" name="contour_10790"/>
          <p:cNvSpPr/>
          <p:nvPr/>
        </p:nvSpPr>
        <p:spPr>
          <a:xfrm>
            <a:off x="5498232" y="3425356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351" y="0"/>
                </a:lnTo>
                <a:lnTo>
                  <a:pt x="19440" y="0"/>
                </a:lnTo>
                <a:lnTo>
                  <a:pt x="19678" y="1584"/>
                </a:lnTo>
                <a:lnTo>
                  <a:pt x="19915" y="3170"/>
                </a:lnTo>
                <a:lnTo>
                  <a:pt x="20153" y="4757"/>
                </a:lnTo>
                <a:lnTo>
                  <a:pt x="20393" y="6348"/>
                </a:lnTo>
                <a:lnTo>
                  <a:pt x="20632" y="7944"/>
                </a:lnTo>
                <a:lnTo>
                  <a:pt x="20872" y="9547"/>
                </a:lnTo>
                <a:lnTo>
                  <a:pt x="21114" y="11155"/>
                </a:lnTo>
                <a:lnTo>
                  <a:pt x="21356" y="12773"/>
                </a:lnTo>
                <a:lnTo>
                  <a:pt x="21600" y="14400"/>
                </a:lnTo>
                <a:lnTo>
                  <a:pt x="20928" y="14623"/>
                </a:lnTo>
                <a:lnTo>
                  <a:pt x="20313" y="14830"/>
                </a:lnTo>
                <a:lnTo>
                  <a:pt x="19716" y="15029"/>
                </a:lnTo>
                <a:lnTo>
                  <a:pt x="19099" y="15233"/>
                </a:lnTo>
                <a:lnTo>
                  <a:pt x="18425" y="15458"/>
                </a:lnTo>
                <a:lnTo>
                  <a:pt x="17652" y="15715"/>
                </a:lnTo>
                <a:lnTo>
                  <a:pt x="16744" y="16018"/>
                </a:lnTo>
                <a:lnTo>
                  <a:pt x="15662" y="16380"/>
                </a:lnTo>
                <a:lnTo>
                  <a:pt x="14368" y="16810"/>
                </a:lnTo>
                <a:lnTo>
                  <a:pt x="12824" y="17326"/>
                </a:lnTo>
                <a:lnTo>
                  <a:pt x="10990" y="17938"/>
                </a:lnTo>
                <a:lnTo>
                  <a:pt x="8830" y="18658"/>
                </a:lnTo>
                <a:lnTo>
                  <a:pt x="6303" y="19498"/>
                </a:lnTo>
                <a:lnTo>
                  <a:pt x="3374" y="20477"/>
                </a:lnTo>
                <a:lnTo>
                  <a:pt x="0" y="21600"/>
                </a:lnTo>
                <a:lnTo>
                  <a:pt x="0" y="20014"/>
                </a:lnTo>
                <a:lnTo>
                  <a:pt x="0" y="18418"/>
                </a:lnTo>
                <a:lnTo>
                  <a:pt x="0" y="16800"/>
                </a:lnTo>
                <a:lnTo>
                  <a:pt x="1285" y="15674"/>
                </a:lnTo>
                <a:lnTo>
                  <a:pt x="2598" y="14722"/>
                </a:lnTo>
                <a:lnTo>
                  <a:pt x="3942" y="13930"/>
                </a:lnTo>
                <a:lnTo>
                  <a:pt x="5316" y="13284"/>
                </a:lnTo>
                <a:lnTo>
                  <a:pt x="6715" y="12773"/>
                </a:lnTo>
                <a:lnTo>
                  <a:pt x="8145" y="12386"/>
                </a:lnTo>
                <a:lnTo>
                  <a:pt x="9601" y="12113"/>
                </a:lnTo>
                <a:lnTo>
                  <a:pt x="11085" y="11940"/>
                </a:lnTo>
                <a:lnTo>
                  <a:pt x="12595" y="11854"/>
                </a:lnTo>
                <a:lnTo>
                  <a:pt x="14131" y="11842"/>
                </a:lnTo>
                <a:lnTo>
                  <a:pt x="15692" y="11894"/>
                </a:lnTo>
                <a:lnTo>
                  <a:pt x="17280" y="12000"/>
                </a:lnTo>
                <a:lnTo>
                  <a:pt x="17280" y="10303"/>
                </a:lnTo>
                <a:lnTo>
                  <a:pt x="17280" y="8604"/>
                </a:lnTo>
                <a:lnTo>
                  <a:pt x="17280" y="6900"/>
                </a:lnTo>
                <a:lnTo>
                  <a:pt x="17280" y="5189"/>
                </a:lnTo>
                <a:lnTo>
                  <a:pt x="17280" y="3470"/>
                </a:lnTo>
                <a:lnTo>
                  <a:pt x="17280" y="1742"/>
                </a:lnTo>
                <a:lnTo>
                  <a:pt x="17280" y="0"/>
                </a:lnTo>
                <a:close/>
              </a:path>
            </a:pathLst>
          </a:custGeom>
          <a:solidFill>
            <a:srgbClr val="A7B9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3" name="contour_10791"/>
          <p:cNvSpPr/>
          <p:nvPr/>
        </p:nvSpPr>
        <p:spPr>
          <a:xfrm>
            <a:off x="9688827" y="3439932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3" y="407"/>
                </a:lnTo>
                <a:lnTo>
                  <a:pt x="3110" y="913"/>
                </a:lnTo>
                <a:lnTo>
                  <a:pt x="4590" y="1515"/>
                </a:lnTo>
                <a:lnTo>
                  <a:pt x="6022" y="2203"/>
                </a:lnTo>
                <a:lnTo>
                  <a:pt x="7415" y="2978"/>
                </a:lnTo>
                <a:lnTo>
                  <a:pt x="8774" y="3826"/>
                </a:lnTo>
                <a:lnTo>
                  <a:pt x="10102" y="4752"/>
                </a:lnTo>
                <a:lnTo>
                  <a:pt x="11407" y="5743"/>
                </a:lnTo>
                <a:lnTo>
                  <a:pt x="12694" y="6795"/>
                </a:lnTo>
                <a:lnTo>
                  <a:pt x="13967" y="7903"/>
                </a:lnTo>
                <a:lnTo>
                  <a:pt x="15230" y="9063"/>
                </a:lnTo>
                <a:lnTo>
                  <a:pt x="16489" y="10266"/>
                </a:lnTo>
                <a:lnTo>
                  <a:pt x="17751" y="11513"/>
                </a:lnTo>
                <a:lnTo>
                  <a:pt x="19021" y="12790"/>
                </a:lnTo>
                <a:lnTo>
                  <a:pt x="20302" y="14099"/>
                </a:lnTo>
                <a:lnTo>
                  <a:pt x="21600" y="15429"/>
                </a:lnTo>
                <a:lnTo>
                  <a:pt x="20531" y="16956"/>
                </a:lnTo>
                <a:lnTo>
                  <a:pt x="19455" y="18493"/>
                </a:lnTo>
                <a:lnTo>
                  <a:pt x="18375" y="20036"/>
                </a:lnTo>
                <a:lnTo>
                  <a:pt x="17280" y="21600"/>
                </a:lnTo>
                <a:lnTo>
                  <a:pt x="16543" y="20261"/>
                </a:lnTo>
                <a:lnTo>
                  <a:pt x="15794" y="18900"/>
                </a:lnTo>
                <a:lnTo>
                  <a:pt x="14606" y="17524"/>
                </a:lnTo>
                <a:lnTo>
                  <a:pt x="13491" y="16397"/>
                </a:lnTo>
                <a:lnTo>
                  <a:pt x="12403" y="15456"/>
                </a:lnTo>
                <a:lnTo>
                  <a:pt x="11297" y="14657"/>
                </a:lnTo>
                <a:lnTo>
                  <a:pt x="10128" y="13938"/>
                </a:lnTo>
                <a:lnTo>
                  <a:pt x="8854" y="13250"/>
                </a:lnTo>
                <a:lnTo>
                  <a:pt x="7426" y="12534"/>
                </a:lnTo>
                <a:lnTo>
                  <a:pt x="5292" y="11392"/>
                </a:lnTo>
                <a:lnTo>
                  <a:pt x="3802" y="10461"/>
                </a:lnTo>
                <a:lnTo>
                  <a:pt x="2765" y="9513"/>
                </a:lnTo>
                <a:lnTo>
                  <a:pt x="1983" y="8313"/>
                </a:lnTo>
                <a:lnTo>
                  <a:pt x="1261" y="6634"/>
                </a:lnTo>
                <a:lnTo>
                  <a:pt x="406" y="4243"/>
                </a:lnTo>
                <a:lnTo>
                  <a:pt x="205" y="2135"/>
                </a:lnTo>
                <a:lnTo>
                  <a:pt x="0" y="0"/>
                </a:lnTo>
                <a:close/>
              </a:path>
            </a:pathLst>
          </a:custGeom>
          <a:solidFill>
            <a:srgbClr val="9BAF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4" name="contour_10792"/>
          <p:cNvSpPr/>
          <p:nvPr/>
        </p:nvSpPr>
        <p:spPr>
          <a:xfrm>
            <a:off x="7035999" y="3439356"/>
            <a:ext cx="58304" cy="58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1"/>
                </a:moveTo>
                <a:lnTo>
                  <a:pt x="19818" y="652"/>
                </a:lnTo>
                <a:lnTo>
                  <a:pt x="18033" y="1094"/>
                </a:lnTo>
                <a:lnTo>
                  <a:pt x="16240" y="1537"/>
                </a:lnTo>
                <a:lnTo>
                  <a:pt x="14440" y="1984"/>
                </a:lnTo>
                <a:lnTo>
                  <a:pt x="12628" y="2433"/>
                </a:lnTo>
                <a:lnTo>
                  <a:pt x="10800" y="2885"/>
                </a:lnTo>
                <a:lnTo>
                  <a:pt x="11286" y="4569"/>
                </a:lnTo>
                <a:lnTo>
                  <a:pt x="11772" y="6254"/>
                </a:lnTo>
                <a:lnTo>
                  <a:pt x="12258" y="7941"/>
                </a:lnTo>
                <a:lnTo>
                  <a:pt x="12747" y="9630"/>
                </a:lnTo>
                <a:lnTo>
                  <a:pt x="13235" y="11325"/>
                </a:lnTo>
                <a:lnTo>
                  <a:pt x="13724" y="13020"/>
                </a:lnTo>
                <a:lnTo>
                  <a:pt x="14215" y="14724"/>
                </a:lnTo>
                <a:lnTo>
                  <a:pt x="14710" y="16432"/>
                </a:lnTo>
                <a:lnTo>
                  <a:pt x="15204" y="18146"/>
                </a:lnTo>
                <a:lnTo>
                  <a:pt x="15701" y="19870"/>
                </a:lnTo>
                <a:lnTo>
                  <a:pt x="16200" y="21600"/>
                </a:lnTo>
                <a:lnTo>
                  <a:pt x="13373" y="20461"/>
                </a:lnTo>
                <a:lnTo>
                  <a:pt x="11289" y="19600"/>
                </a:lnTo>
                <a:lnTo>
                  <a:pt x="9758" y="18929"/>
                </a:lnTo>
                <a:lnTo>
                  <a:pt x="8594" y="18354"/>
                </a:lnTo>
                <a:lnTo>
                  <a:pt x="7603" y="17777"/>
                </a:lnTo>
                <a:lnTo>
                  <a:pt x="6602" y="17108"/>
                </a:lnTo>
                <a:lnTo>
                  <a:pt x="5400" y="16253"/>
                </a:lnTo>
                <a:lnTo>
                  <a:pt x="5076" y="14103"/>
                </a:lnTo>
                <a:lnTo>
                  <a:pt x="4914" y="12611"/>
                </a:lnTo>
                <a:lnTo>
                  <a:pt x="4914" y="11392"/>
                </a:lnTo>
                <a:lnTo>
                  <a:pt x="5076" y="10061"/>
                </a:lnTo>
                <a:lnTo>
                  <a:pt x="5400" y="8232"/>
                </a:lnTo>
                <a:lnTo>
                  <a:pt x="3615" y="8232"/>
                </a:lnTo>
                <a:lnTo>
                  <a:pt x="1820" y="8232"/>
                </a:lnTo>
                <a:lnTo>
                  <a:pt x="0" y="8232"/>
                </a:lnTo>
                <a:lnTo>
                  <a:pt x="0" y="6465"/>
                </a:lnTo>
                <a:lnTo>
                  <a:pt x="0" y="4687"/>
                </a:lnTo>
                <a:lnTo>
                  <a:pt x="0" y="2885"/>
                </a:lnTo>
                <a:lnTo>
                  <a:pt x="1712" y="2083"/>
                </a:lnTo>
                <a:lnTo>
                  <a:pt x="3442" y="1438"/>
                </a:lnTo>
                <a:lnTo>
                  <a:pt x="5195" y="933"/>
                </a:lnTo>
                <a:lnTo>
                  <a:pt x="6963" y="556"/>
                </a:lnTo>
                <a:lnTo>
                  <a:pt x="8748" y="291"/>
                </a:lnTo>
                <a:lnTo>
                  <a:pt x="10549" y="120"/>
                </a:lnTo>
                <a:lnTo>
                  <a:pt x="12363" y="27"/>
                </a:lnTo>
                <a:lnTo>
                  <a:pt x="14188" y="0"/>
                </a:lnTo>
                <a:lnTo>
                  <a:pt x="16027" y="19"/>
                </a:lnTo>
                <a:lnTo>
                  <a:pt x="17877" y="72"/>
                </a:lnTo>
                <a:lnTo>
                  <a:pt x="19734" y="142"/>
                </a:lnTo>
                <a:lnTo>
                  <a:pt x="21600" y="211"/>
                </a:lnTo>
                <a:close/>
              </a:path>
            </a:pathLst>
          </a:custGeom>
          <a:solidFill>
            <a:srgbClr val="B7C8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5" name="contour_10793"/>
          <p:cNvSpPr/>
          <p:nvPr/>
        </p:nvSpPr>
        <p:spPr>
          <a:xfrm>
            <a:off x="4784009" y="3418068"/>
            <a:ext cx="3644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384" y="2667"/>
                </a:lnTo>
                <a:lnTo>
                  <a:pt x="21129" y="5285"/>
                </a:lnTo>
                <a:lnTo>
                  <a:pt x="20805" y="7866"/>
                </a:lnTo>
                <a:lnTo>
                  <a:pt x="20390" y="10418"/>
                </a:lnTo>
                <a:lnTo>
                  <a:pt x="19855" y="12942"/>
                </a:lnTo>
                <a:lnTo>
                  <a:pt x="19176" y="15445"/>
                </a:lnTo>
                <a:lnTo>
                  <a:pt x="18325" y="17937"/>
                </a:lnTo>
                <a:lnTo>
                  <a:pt x="17280" y="20420"/>
                </a:lnTo>
                <a:lnTo>
                  <a:pt x="14252" y="21220"/>
                </a:lnTo>
                <a:lnTo>
                  <a:pt x="11478" y="21584"/>
                </a:lnTo>
                <a:lnTo>
                  <a:pt x="8813" y="21600"/>
                </a:lnTo>
                <a:lnTo>
                  <a:pt x="6108" y="21351"/>
                </a:lnTo>
                <a:lnTo>
                  <a:pt x="3218" y="20930"/>
                </a:lnTo>
                <a:lnTo>
                  <a:pt x="0" y="20420"/>
                </a:lnTo>
                <a:lnTo>
                  <a:pt x="0" y="17532"/>
                </a:lnTo>
                <a:lnTo>
                  <a:pt x="0" y="14641"/>
                </a:lnTo>
                <a:lnTo>
                  <a:pt x="0" y="11741"/>
                </a:lnTo>
                <a:lnTo>
                  <a:pt x="0" y="8829"/>
                </a:lnTo>
                <a:lnTo>
                  <a:pt x="0" y="5905"/>
                </a:lnTo>
                <a:lnTo>
                  <a:pt x="0" y="2965"/>
                </a:lnTo>
                <a:lnTo>
                  <a:pt x="0" y="0"/>
                </a:lnTo>
                <a:close/>
              </a:path>
            </a:pathLst>
          </a:custGeom>
          <a:solidFill>
            <a:srgbClr val="953E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6" name="contour_10794"/>
          <p:cNvSpPr/>
          <p:nvPr/>
        </p:nvSpPr>
        <p:spPr>
          <a:xfrm>
            <a:off x="10118819" y="3389033"/>
            <a:ext cx="94744" cy="36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65"/>
                </a:moveTo>
                <a:lnTo>
                  <a:pt x="20527" y="5569"/>
                </a:lnTo>
                <a:lnTo>
                  <a:pt x="19462" y="6835"/>
                </a:lnTo>
                <a:lnTo>
                  <a:pt x="18407" y="8061"/>
                </a:lnTo>
                <a:lnTo>
                  <a:pt x="17356" y="9244"/>
                </a:lnTo>
                <a:lnTo>
                  <a:pt x="16311" y="10388"/>
                </a:lnTo>
                <a:lnTo>
                  <a:pt x="15270" y="11485"/>
                </a:lnTo>
                <a:lnTo>
                  <a:pt x="14228" y="12538"/>
                </a:lnTo>
                <a:lnTo>
                  <a:pt x="13186" y="13543"/>
                </a:lnTo>
                <a:lnTo>
                  <a:pt x="12143" y="14501"/>
                </a:lnTo>
                <a:lnTo>
                  <a:pt x="11094" y="15416"/>
                </a:lnTo>
                <a:lnTo>
                  <a:pt x="10041" y="16274"/>
                </a:lnTo>
                <a:lnTo>
                  <a:pt x="8979" y="17084"/>
                </a:lnTo>
                <a:lnTo>
                  <a:pt x="7907" y="17843"/>
                </a:lnTo>
                <a:lnTo>
                  <a:pt x="6826" y="18549"/>
                </a:lnTo>
                <a:lnTo>
                  <a:pt x="5729" y="19199"/>
                </a:lnTo>
                <a:lnTo>
                  <a:pt x="4621" y="19797"/>
                </a:lnTo>
                <a:lnTo>
                  <a:pt x="3494" y="20335"/>
                </a:lnTo>
                <a:lnTo>
                  <a:pt x="2349" y="20816"/>
                </a:lnTo>
                <a:lnTo>
                  <a:pt x="1186" y="21236"/>
                </a:lnTo>
                <a:lnTo>
                  <a:pt x="0" y="21600"/>
                </a:lnTo>
                <a:lnTo>
                  <a:pt x="866" y="18930"/>
                </a:lnTo>
                <a:lnTo>
                  <a:pt x="1716" y="16421"/>
                </a:lnTo>
                <a:lnTo>
                  <a:pt x="2560" y="14068"/>
                </a:lnTo>
                <a:lnTo>
                  <a:pt x="3411" y="11879"/>
                </a:lnTo>
                <a:lnTo>
                  <a:pt x="4275" y="9855"/>
                </a:lnTo>
                <a:lnTo>
                  <a:pt x="5164" y="8000"/>
                </a:lnTo>
                <a:lnTo>
                  <a:pt x="6086" y="6319"/>
                </a:lnTo>
                <a:lnTo>
                  <a:pt x="7053" y="4811"/>
                </a:lnTo>
                <a:lnTo>
                  <a:pt x="8073" y="3480"/>
                </a:lnTo>
                <a:lnTo>
                  <a:pt x="9158" y="2332"/>
                </a:lnTo>
                <a:lnTo>
                  <a:pt x="10318" y="1365"/>
                </a:lnTo>
                <a:lnTo>
                  <a:pt x="11561" y="589"/>
                </a:lnTo>
                <a:lnTo>
                  <a:pt x="12897" y="0"/>
                </a:lnTo>
                <a:lnTo>
                  <a:pt x="14057" y="48"/>
                </a:lnTo>
                <a:lnTo>
                  <a:pt x="15170" y="256"/>
                </a:lnTo>
                <a:lnTo>
                  <a:pt x="16252" y="615"/>
                </a:lnTo>
                <a:lnTo>
                  <a:pt x="17312" y="1118"/>
                </a:lnTo>
                <a:lnTo>
                  <a:pt x="18363" y="1742"/>
                </a:lnTo>
                <a:lnTo>
                  <a:pt x="19422" y="2483"/>
                </a:lnTo>
                <a:lnTo>
                  <a:pt x="20495" y="3328"/>
                </a:lnTo>
                <a:lnTo>
                  <a:pt x="21600" y="4265"/>
                </a:lnTo>
                <a:close/>
              </a:path>
            </a:pathLst>
          </a:custGeom>
          <a:solidFill>
            <a:srgbClr val="D9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7" name="contour_10795"/>
          <p:cNvSpPr/>
          <p:nvPr/>
        </p:nvSpPr>
        <p:spPr>
          <a:xfrm>
            <a:off x="5235865" y="3401196"/>
            <a:ext cx="65592" cy="394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1257"/>
                </a:moveTo>
                <a:lnTo>
                  <a:pt x="13786" y="419"/>
                </a:lnTo>
                <a:lnTo>
                  <a:pt x="15053" y="0"/>
                </a:lnTo>
                <a:lnTo>
                  <a:pt x="16147" y="0"/>
                </a:lnTo>
                <a:lnTo>
                  <a:pt x="17414" y="419"/>
                </a:lnTo>
                <a:lnTo>
                  <a:pt x="19200" y="1257"/>
                </a:lnTo>
                <a:lnTo>
                  <a:pt x="19932" y="3815"/>
                </a:lnTo>
                <a:lnTo>
                  <a:pt x="20522" y="6385"/>
                </a:lnTo>
                <a:lnTo>
                  <a:pt x="20981" y="8990"/>
                </a:lnTo>
                <a:lnTo>
                  <a:pt x="21310" y="11652"/>
                </a:lnTo>
                <a:lnTo>
                  <a:pt x="21514" y="14389"/>
                </a:lnTo>
                <a:lnTo>
                  <a:pt x="21600" y="17219"/>
                </a:lnTo>
                <a:lnTo>
                  <a:pt x="20393" y="19170"/>
                </a:lnTo>
                <a:lnTo>
                  <a:pt x="19435" y="20371"/>
                </a:lnTo>
                <a:lnTo>
                  <a:pt x="18396" y="21037"/>
                </a:lnTo>
                <a:lnTo>
                  <a:pt x="16949" y="21377"/>
                </a:lnTo>
                <a:lnTo>
                  <a:pt x="14765" y="21600"/>
                </a:lnTo>
                <a:lnTo>
                  <a:pt x="13435" y="21576"/>
                </a:lnTo>
                <a:lnTo>
                  <a:pt x="12108" y="21544"/>
                </a:lnTo>
                <a:lnTo>
                  <a:pt x="10778" y="21504"/>
                </a:lnTo>
                <a:lnTo>
                  <a:pt x="9451" y="21456"/>
                </a:lnTo>
                <a:lnTo>
                  <a:pt x="8088" y="21428"/>
                </a:lnTo>
                <a:lnTo>
                  <a:pt x="6708" y="21404"/>
                </a:lnTo>
                <a:lnTo>
                  <a:pt x="5030" y="21365"/>
                </a:lnTo>
                <a:lnTo>
                  <a:pt x="3355" y="21317"/>
                </a:lnTo>
                <a:lnTo>
                  <a:pt x="1678" y="21265"/>
                </a:lnTo>
                <a:lnTo>
                  <a:pt x="0" y="21209"/>
                </a:lnTo>
                <a:lnTo>
                  <a:pt x="502" y="20878"/>
                </a:lnTo>
                <a:lnTo>
                  <a:pt x="2016" y="19884"/>
                </a:lnTo>
                <a:lnTo>
                  <a:pt x="3346" y="18899"/>
                </a:lnTo>
                <a:lnTo>
                  <a:pt x="4639" y="17897"/>
                </a:lnTo>
                <a:lnTo>
                  <a:pt x="5906" y="16855"/>
                </a:lnTo>
                <a:lnTo>
                  <a:pt x="7150" y="15746"/>
                </a:lnTo>
                <a:lnTo>
                  <a:pt x="8378" y="14545"/>
                </a:lnTo>
                <a:lnTo>
                  <a:pt x="9600" y="13228"/>
                </a:lnTo>
                <a:lnTo>
                  <a:pt x="10094" y="10842"/>
                </a:lnTo>
                <a:lnTo>
                  <a:pt x="10582" y="8452"/>
                </a:lnTo>
                <a:lnTo>
                  <a:pt x="11062" y="6057"/>
                </a:lnTo>
                <a:lnTo>
                  <a:pt x="11534" y="3659"/>
                </a:lnTo>
                <a:lnTo>
                  <a:pt x="12000" y="1257"/>
                </a:lnTo>
                <a:close/>
              </a:path>
            </a:pathLst>
          </a:custGeom>
          <a:solidFill>
            <a:srgbClr val="A6B7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8" name="contour_10796"/>
          <p:cNvSpPr/>
          <p:nvPr/>
        </p:nvSpPr>
        <p:spPr>
          <a:xfrm>
            <a:off x="4295714" y="3388705"/>
            <a:ext cx="72880" cy="29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878"/>
                </a:moveTo>
                <a:lnTo>
                  <a:pt x="21600" y="13537"/>
                </a:lnTo>
                <a:lnTo>
                  <a:pt x="21600" y="16239"/>
                </a:lnTo>
                <a:lnTo>
                  <a:pt x="20174" y="16593"/>
                </a:lnTo>
                <a:lnTo>
                  <a:pt x="18749" y="16947"/>
                </a:lnTo>
                <a:lnTo>
                  <a:pt x="17321" y="17300"/>
                </a:lnTo>
                <a:lnTo>
                  <a:pt x="15893" y="17654"/>
                </a:lnTo>
                <a:lnTo>
                  <a:pt x="14463" y="18008"/>
                </a:lnTo>
                <a:lnTo>
                  <a:pt x="13033" y="18367"/>
                </a:lnTo>
                <a:lnTo>
                  <a:pt x="11599" y="18721"/>
                </a:lnTo>
                <a:lnTo>
                  <a:pt x="10163" y="19080"/>
                </a:lnTo>
                <a:lnTo>
                  <a:pt x="8722" y="19434"/>
                </a:lnTo>
                <a:lnTo>
                  <a:pt x="7279" y="19793"/>
                </a:lnTo>
                <a:lnTo>
                  <a:pt x="5834" y="20152"/>
                </a:lnTo>
                <a:lnTo>
                  <a:pt x="4383" y="20512"/>
                </a:lnTo>
                <a:lnTo>
                  <a:pt x="2927" y="20876"/>
                </a:lnTo>
                <a:lnTo>
                  <a:pt x="1467" y="21235"/>
                </a:lnTo>
                <a:lnTo>
                  <a:pt x="0" y="21600"/>
                </a:lnTo>
                <a:lnTo>
                  <a:pt x="0" y="18415"/>
                </a:lnTo>
                <a:lnTo>
                  <a:pt x="0" y="15220"/>
                </a:lnTo>
                <a:lnTo>
                  <a:pt x="0" y="12014"/>
                </a:lnTo>
                <a:lnTo>
                  <a:pt x="0" y="8782"/>
                </a:lnTo>
                <a:lnTo>
                  <a:pt x="0" y="5517"/>
                </a:lnTo>
                <a:lnTo>
                  <a:pt x="1374" y="3608"/>
                </a:lnTo>
                <a:lnTo>
                  <a:pt x="2789" y="2128"/>
                </a:lnTo>
                <a:lnTo>
                  <a:pt x="4234" y="1056"/>
                </a:lnTo>
                <a:lnTo>
                  <a:pt x="5707" y="354"/>
                </a:lnTo>
                <a:lnTo>
                  <a:pt x="7199" y="11"/>
                </a:lnTo>
                <a:lnTo>
                  <a:pt x="8700" y="0"/>
                </a:lnTo>
                <a:lnTo>
                  <a:pt x="10210" y="295"/>
                </a:lnTo>
                <a:lnTo>
                  <a:pt x="11716" y="874"/>
                </a:lnTo>
                <a:lnTo>
                  <a:pt x="13211" y="1716"/>
                </a:lnTo>
                <a:lnTo>
                  <a:pt x="14690" y="2788"/>
                </a:lnTo>
                <a:lnTo>
                  <a:pt x="16148" y="4080"/>
                </a:lnTo>
                <a:lnTo>
                  <a:pt x="17574" y="5554"/>
                </a:lnTo>
                <a:lnTo>
                  <a:pt x="18963" y="7195"/>
                </a:lnTo>
                <a:lnTo>
                  <a:pt x="20306" y="8980"/>
                </a:lnTo>
                <a:lnTo>
                  <a:pt x="21600" y="10878"/>
                </a:lnTo>
                <a:close/>
              </a:path>
            </a:pathLst>
          </a:custGeom>
          <a:solidFill>
            <a:srgbClr val="C5D3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799" name="contour_10797"/>
          <p:cNvSpPr/>
          <p:nvPr/>
        </p:nvSpPr>
        <p:spPr>
          <a:xfrm>
            <a:off x="5082817" y="3381329"/>
            <a:ext cx="52328" cy="376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58" y="171"/>
                </a:moveTo>
                <a:lnTo>
                  <a:pt x="21419" y="3031"/>
                </a:lnTo>
                <a:lnTo>
                  <a:pt x="21600" y="5114"/>
                </a:lnTo>
                <a:lnTo>
                  <a:pt x="21600" y="7020"/>
                </a:lnTo>
                <a:lnTo>
                  <a:pt x="21419" y="9353"/>
                </a:lnTo>
                <a:lnTo>
                  <a:pt x="21058" y="12715"/>
                </a:lnTo>
                <a:lnTo>
                  <a:pt x="19308" y="14567"/>
                </a:lnTo>
                <a:lnTo>
                  <a:pt x="17536" y="16164"/>
                </a:lnTo>
                <a:lnTo>
                  <a:pt x="15734" y="17519"/>
                </a:lnTo>
                <a:lnTo>
                  <a:pt x="13890" y="18656"/>
                </a:lnTo>
                <a:lnTo>
                  <a:pt x="11994" y="19585"/>
                </a:lnTo>
                <a:lnTo>
                  <a:pt x="10045" y="20329"/>
                </a:lnTo>
                <a:lnTo>
                  <a:pt x="8029" y="20898"/>
                </a:lnTo>
                <a:lnTo>
                  <a:pt x="5935" y="21316"/>
                </a:lnTo>
                <a:lnTo>
                  <a:pt x="3760" y="21600"/>
                </a:lnTo>
                <a:lnTo>
                  <a:pt x="1895" y="21341"/>
                </a:lnTo>
                <a:lnTo>
                  <a:pt x="0" y="21077"/>
                </a:lnTo>
                <a:lnTo>
                  <a:pt x="554" y="16344"/>
                </a:lnTo>
                <a:lnTo>
                  <a:pt x="975" y="13012"/>
                </a:lnTo>
                <a:lnTo>
                  <a:pt x="1348" y="10608"/>
                </a:lnTo>
                <a:lnTo>
                  <a:pt x="1757" y="8672"/>
                </a:lnTo>
                <a:lnTo>
                  <a:pt x="2280" y="6744"/>
                </a:lnTo>
                <a:lnTo>
                  <a:pt x="3008" y="4353"/>
                </a:lnTo>
                <a:lnTo>
                  <a:pt x="4973" y="3010"/>
                </a:lnTo>
                <a:lnTo>
                  <a:pt x="6913" y="1957"/>
                </a:lnTo>
                <a:lnTo>
                  <a:pt x="8845" y="1171"/>
                </a:lnTo>
                <a:lnTo>
                  <a:pt x="10782" y="610"/>
                </a:lnTo>
                <a:lnTo>
                  <a:pt x="12740" y="251"/>
                </a:lnTo>
                <a:lnTo>
                  <a:pt x="14732" y="59"/>
                </a:lnTo>
                <a:lnTo>
                  <a:pt x="16772" y="0"/>
                </a:lnTo>
                <a:lnTo>
                  <a:pt x="18877" y="50"/>
                </a:lnTo>
                <a:lnTo>
                  <a:pt x="21058" y="171"/>
                </a:lnTo>
                <a:close/>
              </a:path>
            </a:pathLst>
          </a:custGeom>
          <a:solidFill>
            <a:srgbClr val="D5D4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0" name="contour_10798"/>
          <p:cNvSpPr/>
          <p:nvPr/>
        </p:nvSpPr>
        <p:spPr>
          <a:xfrm>
            <a:off x="3647082" y="3323324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786" y="0"/>
                </a:lnTo>
                <a:lnTo>
                  <a:pt x="21600" y="0"/>
                </a:ln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18205" y="21576"/>
                </a:lnTo>
                <a:lnTo>
                  <a:pt x="15354" y="21482"/>
                </a:lnTo>
                <a:lnTo>
                  <a:pt x="12913" y="21298"/>
                </a:lnTo>
                <a:lnTo>
                  <a:pt x="10764" y="20993"/>
                </a:lnTo>
                <a:lnTo>
                  <a:pt x="8780" y="20544"/>
                </a:lnTo>
                <a:lnTo>
                  <a:pt x="6836" y="19927"/>
                </a:lnTo>
                <a:lnTo>
                  <a:pt x="4810" y="19114"/>
                </a:lnTo>
                <a:lnTo>
                  <a:pt x="2570" y="18079"/>
                </a:lnTo>
                <a:lnTo>
                  <a:pt x="0" y="16800"/>
                </a:lnTo>
                <a:lnTo>
                  <a:pt x="893" y="15612"/>
                </a:lnTo>
                <a:lnTo>
                  <a:pt x="1786" y="14417"/>
                </a:lnTo>
                <a:lnTo>
                  <a:pt x="2689" y="13217"/>
                </a:lnTo>
                <a:lnTo>
                  <a:pt x="3600" y="12000"/>
                </a:lnTo>
                <a:lnTo>
                  <a:pt x="4392" y="12353"/>
                </a:lnTo>
                <a:lnTo>
                  <a:pt x="5188" y="12706"/>
                </a:lnTo>
                <a:lnTo>
                  <a:pt x="6286" y="13195"/>
                </a:lnTo>
                <a:lnTo>
                  <a:pt x="7988" y="13951"/>
                </a:lnTo>
                <a:lnTo>
                  <a:pt x="10591" y="15108"/>
                </a:lnTo>
                <a:lnTo>
                  <a:pt x="14400" y="16800"/>
                </a:lnTo>
                <a:lnTo>
                  <a:pt x="14756" y="15137"/>
                </a:lnTo>
                <a:lnTo>
                  <a:pt x="15113" y="13471"/>
                </a:lnTo>
                <a:lnTo>
                  <a:pt x="15469" y="11806"/>
                </a:lnTo>
                <a:lnTo>
                  <a:pt x="15829" y="10138"/>
                </a:lnTo>
                <a:lnTo>
                  <a:pt x="16186" y="8462"/>
                </a:lnTo>
                <a:lnTo>
                  <a:pt x="16546" y="6785"/>
                </a:lnTo>
                <a:lnTo>
                  <a:pt x="16906" y="5100"/>
                </a:lnTo>
                <a:lnTo>
                  <a:pt x="17269" y="3408"/>
                </a:lnTo>
                <a:lnTo>
                  <a:pt x="17633" y="1709"/>
                </a:lnTo>
                <a:lnTo>
                  <a:pt x="18000" y="0"/>
                </a:lnTo>
                <a:close/>
              </a:path>
            </a:pathLst>
          </a:custGeom>
          <a:solidFill>
            <a:srgbClr val="5C6A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1" name="contour_10799"/>
          <p:cNvSpPr/>
          <p:nvPr/>
        </p:nvSpPr>
        <p:spPr>
          <a:xfrm>
            <a:off x="8674485" y="3308748"/>
            <a:ext cx="450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0" y="0"/>
                </a:moveTo>
                <a:lnTo>
                  <a:pt x="16340" y="595"/>
                </a:lnTo>
                <a:lnTo>
                  <a:pt x="18080" y="1190"/>
                </a:lnTo>
                <a:lnTo>
                  <a:pt x="19828" y="1793"/>
                </a:lnTo>
                <a:lnTo>
                  <a:pt x="21600" y="2400"/>
                </a:lnTo>
                <a:lnTo>
                  <a:pt x="19866" y="3590"/>
                </a:lnTo>
                <a:lnTo>
                  <a:pt x="18105" y="4800"/>
                </a:lnTo>
                <a:lnTo>
                  <a:pt x="17717" y="6218"/>
                </a:lnTo>
                <a:lnTo>
                  <a:pt x="17357" y="7639"/>
                </a:lnTo>
                <a:lnTo>
                  <a:pt x="17021" y="9062"/>
                </a:lnTo>
                <a:lnTo>
                  <a:pt x="16707" y="10490"/>
                </a:lnTo>
                <a:lnTo>
                  <a:pt x="16413" y="11918"/>
                </a:lnTo>
                <a:lnTo>
                  <a:pt x="16141" y="13349"/>
                </a:lnTo>
                <a:lnTo>
                  <a:pt x="16011" y="14035"/>
                </a:lnTo>
                <a:lnTo>
                  <a:pt x="15781" y="15242"/>
                </a:lnTo>
                <a:lnTo>
                  <a:pt x="15253" y="18010"/>
                </a:lnTo>
                <a:lnTo>
                  <a:pt x="15040" y="19195"/>
                </a:lnTo>
                <a:lnTo>
                  <a:pt x="14826" y="20390"/>
                </a:lnTo>
                <a:lnTo>
                  <a:pt x="14610" y="21600"/>
                </a:lnTo>
                <a:lnTo>
                  <a:pt x="12492" y="21038"/>
                </a:lnTo>
                <a:lnTo>
                  <a:pt x="10416" y="20458"/>
                </a:lnTo>
                <a:lnTo>
                  <a:pt x="8378" y="19843"/>
                </a:lnTo>
                <a:lnTo>
                  <a:pt x="6382" y="19186"/>
                </a:lnTo>
                <a:lnTo>
                  <a:pt x="4425" y="18466"/>
                </a:lnTo>
                <a:lnTo>
                  <a:pt x="2506" y="17676"/>
                </a:lnTo>
                <a:lnTo>
                  <a:pt x="629" y="16800"/>
                </a:lnTo>
                <a:lnTo>
                  <a:pt x="210" y="14870"/>
                </a:lnTo>
                <a:lnTo>
                  <a:pt x="0" y="13531"/>
                </a:lnTo>
                <a:lnTo>
                  <a:pt x="0" y="12437"/>
                </a:lnTo>
                <a:lnTo>
                  <a:pt x="210" y="11242"/>
                </a:lnTo>
                <a:lnTo>
                  <a:pt x="629" y="9600"/>
                </a:lnTo>
                <a:lnTo>
                  <a:pt x="2289" y="9797"/>
                </a:lnTo>
                <a:lnTo>
                  <a:pt x="3960" y="9998"/>
                </a:lnTo>
                <a:lnTo>
                  <a:pt x="5655" y="10200"/>
                </a:lnTo>
                <a:lnTo>
                  <a:pt x="7459" y="10003"/>
                </a:lnTo>
                <a:lnTo>
                  <a:pt x="9273" y="9802"/>
                </a:lnTo>
                <a:lnTo>
                  <a:pt x="11115" y="9600"/>
                </a:lnTo>
                <a:lnTo>
                  <a:pt x="12069" y="8050"/>
                </a:lnTo>
                <a:lnTo>
                  <a:pt x="12824" y="6487"/>
                </a:lnTo>
                <a:lnTo>
                  <a:pt x="13421" y="4906"/>
                </a:lnTo>
                <a:lnTo>
                  <a:pt x="13893" y="3300"/>
                </a:lnTo>
                <a:lnTo>
                  <a:pt x="14278" y="1668"/>
                </a:lnTo>
                <a:lnTo>
                  <a:pt x="14610" y="0"/>
                </a:lnTo>
                <a:close/>
              </a:path>
            </a:pathLst>
          </a:custGeom>
          <a:solidFill>
            <a:srgbClr val="95AA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2" name="contour_10800"/>
          <p:cNvSpPr/>
          <p:nvPr/>
        </p:nvSpPr>
        <p:spPr>
          <a:xfrm>
            <a:off x="8551901" y="331603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0" y="14714"/>
                </a:lnTo>
                <a:lnTo>
                  <a:pt x="0" y="12139"/>
                </a:lnTo>
                <a:lnTo>
                  <a:pt x="0" y="9556"/>
                </a:lnTo>
                <a:lnTo>
                  <a:pt x="0" y="6951"/>
                </a:lnTo>
                <a:lnTo>
                  <a:pt x="0" y="4320"/>
                </a:lnTo>
                <a:lnTo>
                  <a:pt x="2527" y="3266"/>
                </a:lnTo>
                <a:lnTo>
                  <a:pt x="4925" y="2385"/>
                </a:lnTo>
                <a:lnTo>
                  <a:pt x="7229" y="1668"/>
                </a:lnTo>
                <a:lnTo>
                  <a:pt x="9486" y="1102"/>
                </a:lnTo>
                <a:lnTo>
                  <a:pt x="11743" y="665"/>
                </a:lnTo>
                <a:lnTo>
                  <a:pt x="14036" y="354"/>
                </a:lnTo>
                <a:lnTo>
                  <a:pt x="16416" y="147"/>
                </a:lnTo>
                <a:lnTo>
                  <a:pt x="18922" y="35"/>
                </a:lnTo>
                <a:lnTo>
                  <a:pt x="21600" y="0"/>
                </a:lnTo>
                <a:close/>
              </a:path>
            </a:pathLst>
          </a:custGeom>
          <a:solidFill>
            <a:srgbClr val="9040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3" name="contour_10801"/>
          <p:cNvSpPr/>
          <p:nvPr/>
        </p:nvSpPr>
        <p:spPr>
          <a:xfrm>
            <a:off x="8406141" y="3285062"/>
            <a:ext cx="87456" cy="38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50" y="0"/>
                </a:moveTo>
                <a:lnTo>
                  <a:pt x="11466" y="510"/>
                </a:lnTo>
                <a:lnTo>
                  <a:pt x="12600" y="1029"/>
                </a:lnTo>
                <a:lnTo>
                  <a:pt x="12600" y="3748"/>
                </a:lnTo>
                <a:lnTo>
                  <a:pt x="12600" y="6484"/>
                </a:lnTo>
                <a:lnTo>
                  <a:pt x="12600" y="9257"/>
                </a:lnTo>
                <a:lnTo>
                  <a:pt x="13714" y="8747"/>
                </a:lnTo>
                <a:lnTo>
                  <a:pt x="14828" y="8237"/>
                </a:lnTo>
                <a:lnTo>
                  <a:pt x="15946" y="7727"/>
                </a:lnTo>
                <a:lnTo>
                  <a:pt x="17066" y="7216"/>
                </a:lnTo>
                <a:lnTo>
                  <a:pt x="18191" y="6702"/>
                </a:lnTo>
                <a:lnTo>
                  <a:pt x="19321" y="6184"/>
                </a:lnTo>
                <a:lnTo>
                  <a:pt x="20457" y="5665"/>
                </a:lnTo>
                <a:lnTo>
                  <a:pt x="21600" y="5143"/>
                </a:lnTo>
                <a:lnTo>
                  <a:pt x="21600" y="7862"/>
                </a:lnTo>
                <a:lnTo>
                  <a:pt x="21600" y="10598"/>
                </a:lnTo>
                <a:lnTo>
                  <a:pt x="21600" y="13371"/>
                </a:lnTo>
                <a:lnTo>
                  <a:pt x="20655" y="13227"/>
                </a:lnTo>
                <a:lnTo>
                  <a:pt x="19694" y="13083"/>
                </a:lnTo>
                <a:lnTo>
                  <a:pt x="18463" y="12972"/>
                </a:lnTo>
                <a:lnTo>
                  <a:pt x="17212" y="12857"/>
                </a:lnTo>
                <a:lnTo>
                  <a:pt x="15988" y="12713"/>
                </a:lnTo>
                <a:lnTo>
                  <a:pt x="14744" y="12569"/>
                </a:lnTo>
                <a:lnTo>
                  <a:pt x="13680" y="12968"/>
                </a:lnTo>
                <a:lnTo>
                  <a:pt x="12600" y="13371"/>
                </a:lnTo>
                <a:lnTo>
                  <a:pt x="11903" y="15832"/>
                </a:lnTo>
                <a:lnTo>
                  <a:pt x="11484" y="17510"/>
                </a:lnTo>
                <a:lnTo>
                  <a:pt x="11173" y="19177"/>
                </a:lnTo>
                <a:lnTo>
                  <a:pt x="10800" y="21600"/>
                </a:lnTo>
                <a:lnTo>
                  <a:pt x="10130" y="19432"/>
                </a:lnTo>
                <a:lnTo>
                  <a:pt x="9450" y="17231"/>
                </a:lnTo>
                <a:lnTo>
                  <a:pt x="8120" y="15005"/>
                </a:lnTo>
                <a:lnTo>
                  <a:pt x="7250" y="13898"/>
                </a:lnTo>
                <a:lnTo>
                  <a:pt x="6458" y="13589"/>
                </a:lnTo>
                <a:lnTo>
                  <a:pt x="5359" y="13742"/>
                </a:lnTo>
                <a:lnTo>
                  <a:pt x="4277" y="14412"/>
                </a:lnTo>
                <a:lnTo>
                  <a:pt x="3200" y="15132"/>
                </a:lnTo>
                <a:lnTo>
                  <a:pt x="2131" y="15893"/>
                </a:lnTo>
                <a:lnTo>
                  <a:pt x="1064" y="16679"/>
                </a:lnTo>
                <a:lnTo>
                  <a:pt x="0" y="17486"/>
                </a:lnTo>
                <a:lnTo>
                  <a:pt x="1546" y="13474"/>
                </a:lnTo>
                <a:lnTo>
                  <a:pt x="2833" y="10183"/>
                </a:lnTo>
                <a:lnTo>
                  <a:pt x="3904" y="7533"/>
                </a:lnTo>
                <a:lnTo>
                  <a:pt x="4808" y="5447"/>
                </a:lnTo>
                <a:lnTo>
                  <a:pt x="5589" y="3843"/>
                </a:lnTo>
                <a:lnTo>
                  <a:pt x="6298" y="2650"/>
                </a:lnTo>
                <a:lnTo>
                  <a:pt x="6977" y="1781"/>
                </a:lnTo>
                <a:lnTo>
                  <a:pt x="7675" y="1160"/>
                </a:lnTo>
                <a:lnTo>
                  <a:pt x="8440" y="708"/>
                </a:lnTo>
                <a:lnTo>
                  <a:pt x="9315" y="350"/>
                </a:lnTo>
                <a:lnTo>
                  <a:pt x="10350" y="0"/>
                </a:lnTo>
                <a:close/>
              </a:path>
            </a:pathLst>
          </a:custGeom>
          <a:solidFill>
            <a:srgbClr val="A1B3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4" name="contour_10802"/>
          <p:cNvSpPr/>
          <p:nvPr/>
        </p:nvSpPr>
        <p:spPr>
          <a:xfrm>
            <a:off x="7371246" y="3279312"/>
            <a:ext cx="80168" cy="367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45" y="167"/>
                </a:moveTo>
                <a:lnTo>
                  <a:pt x="14329" y="2392"/>
                </a:lnTo>
                <a:lnTo>
                  <a:pt x="14727" y="4025"/>
                </a:lnTo>
                <a:lnTo>
                  <a:pt x="15126" y="5873"/>
                </a:lnTo>
                <a:lnTo>
                  <a:pt x="15709" y="8740"/>
                </a:lnTo>
                <a:lnTo>
                  <a:pt x="17015" y="10789"/>
                </a:lnTo>
                <a:lnTo>
                  <a:pt x="17971" y="12272"/>
                </a:lnTo>
                <a:lnTo>
                  <a:pt x="18747" y="13430"/>
                </a:lnTo>
                <a:lnTo>
                  <a:pt x="19499" y="14497"/>
                </a:lnTo>
                <a:lnTo>
                  <a:pt x="20396" y="15710"/>
                </a:lnTo>
                <a:lnTo>
                  <a:pt x="21600" y="17313"/>
                </a:lnTo>
                <a:lnTo>
                  <a:pt x="21052" y="17292"/>
                </a:lnTo>
                <a:lnTo>
                  <a:pt x="20086" y="17253"/>
                </a:lnTo>
                <a:lnTo>
                  <a:pt x="17873" y="17163"/>
                </a:lnTo>
                <a:lnTo>
                  <a:pt x="16658" y="17133"/>
                </a:lnTo>
                <a:lnTo>
                  <a:pt x="15442" y="17103"/>
                </a:lnTo>
                <a:lnTo>
                  <a:pt x="14225" y="17073"/>
                </a:lnTo>
                <a:lnTo>
                  <a:pt x="13009" y="17048"/>
                </a:lnTo>
                <a:lnTo>
                  <a:pt x="11792" y="16992"/>
                </a:lnTo>
                <a:lnTo>
                  <a:pt x="10555" y="16936"/>
                </a:lnTo>
                <a:lnTo>
                  <a:pt x="9963" y="16923"/>
                </a:lnTo>
                <a:lnTo>
                  <a:pt x="8177" y="16893"/>
                </a:lnTo>
                <a:lnTo>
                  <a:pt x="7635" y="16880"/>
                </a:lnTo>
                <a:lnTo>
                  <a:pt x="5995" y="16825"/>
                </a:lnTo>
                <a:lnTo>
                  <a:pt x="4662" y="17292"/>
                </a:lnTo>
                <a:lnTo>
                  <a:pt x="3456" y="18012"/>
                </a:lnTo>
                <a:lnTo>
                  <a:pt x="2315" y="18977"/>
                </a:lnTo>
                <a:lnTo>
                  <a:pt x="1184" y="20177"/>
                </a:lnTo>
                <a:lnTo>
                  <a:pt x="0" y="21600"/>
                </a:lnTo>
                <a:lnTo>
                  <a:pt x="153" y="16679"/>
                </a:lnTo>
                <a:lnTo>
                  <a:pt x="302" y="13220"/>
                </a:lnTo>
                <a:lnTo>
                  <a:pt x="503" y="10742"/>
                </a:lnTo>
                <a:lnTo>
                  <a:pt x="811" y="8775"/>
                </a:lnTo>
                <a:lnTo>
                  <a:pt x="1280" y="6837"/>
                </a:lnTo>
                <a:lnTo>
                  <a:pt x="1964" y="4454"/>
                </a:lnTo>
                <a:lnTo>
                  <a:pt x="3244" y="3378"/>
                </a:lnTo>
                <a:lnTo>
                  <a:pt x="4522" y="2439"/>
                </a:lnTo>
                <a:lnTo>
                  <a:pt x="5805" y="1646"/>
                </a:lnTo>
                <a:lnTo>
                  <a:pt x="7093" y="1003"/>
                </a:lnTo>
                <a:lnTo>
                  <a:pt x="8391" y="510"/>
                </a:lnTo>
                <a:lnTo>
                  <a:pt x="9700" y="171"/>
                </a:lnTo>
                <a:lnTo>
                  <a:pt x="11028" y="0"/>
                </a:lnTo>
                <a:lnTo>
                  <a:pt x="12375" y="0"/>
                </a:lnTo>
                <a:lnTo>
                  <a:pt x="13745" y="167"/>
                </a:lnTo>
                <a:close/>
              </a:path>
            </a:pathLst>
          </a:custGeom>
          <a:solidFill>
            <a:srgbClr val="BECF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5" name="contour_10803"/>
          <p:cNvSpPr/>
          <p:nvPr/>
        </p:nvSpPr>
        <p:spPr>
          <a:xfrm>
            <a:off x="7939709" y="3281178"/>
            <a:ext cx="65592" cy="364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78"/>
                </a:moveTo>
                <a:lnTo>
                  <a:pt x="20765" y="6225"/>
                </a:lnTo>
                <a:lnTo>
                  <a:pt x="19903" y="8921"/>
                </a:lnTo>
                <a:lnTo>
                  <a:pt x="18991" y="11484"/>
                </a:lnTo>
                <a:lnTo>
                  <a:pt x="18007" y="13921"/>
                </a:lnTo>
                <a:lnTo>
                  <a:pt x="16927" y="16246"/>
                </a:lnTo>
                <a:lnTo>
                  <a:pt x="15734" y="18481"/>
                </a:lnTo>
                <a:lnTo>
                  <a:pt x="14400" y="20634"/>
                </a:lnTo>
                <a:lnTo>
                  <a:pt x="12778" y="21069"/>
                </a:lnTo>
                <a:lnTo>
                  <a:pt x="11174" y="21367"/>
                </a:lnTo>
                <a:lnTo>
                  <a:pt x="9583" y="21540"/>
                </a:lnTo>
                <a:lnTo>
                  <a:pt x="7999" y="21600"/>
                </a:lnTo>
                <a:lnTo>
                  <a:pt x="6418" y="21561"/>
                </a:lnTo>
                <a:lnTo>
                  <a:pt x="4834" y="21432"/>
                </a:lnTo>
                <a:lnTo>
                  <a:pt x="3238" y="21225"/>
                </a:lnTo>
                <a:lnTo>
                  <a:pt x="1630" y="20957"/>
                </a:lnTo>
                <a:lnTo>
                  <a:pt x="0" y="20634"/>
                </a:lnTo>
                <a:lnTo>
                  <a:pt x="1190" y="19831"/>
                </a:lnTo>
                <a:lnTo>
                  <a:pt x="2400" y="19016"/>
                </a:lnTo>
                <a:lnTo>
                  <a:pt x="2998" y="18347"/>
                </a:lnTo>
                <a:lnTo>
                  <a:pt x="4800" y="16320"/>
                </a:lnTo>
                <a:lnTo>
                  <a:pt x="4800" y="13468"/>
                </a:lnTo>
                <a:lnTo>
                  <a:pt x="4800" y="10599"/>
                </a:lnTo>
                <a:lnTo>
                  <a:pt x="4800" y="7692"/>
                </a:lnTo>
                <a:lnTo>
                  <a:pt x="6401" y="5380"/>
                </a:lnTo>
                <a:lnTo>
                  <a:pt x="7992" y="3477"/>
                </a:lnTo>
                <a:lnTo>
                  <a:pt x="9586" y="1980"/>
                </a:lnTo>
                <a:lnTo>
                  <a:pt x="11189" y="897"/>
                </a:lnTo>
                <a:lnTo>
                  <a:pt x="12811" y="237"/>
                </a:lnTo>
                <a:lnTo>
                  <a:pt x="14465" y="0"/>
                </a:lnTo>
                <a:lnTo>
                  <a:pt x="16162" y="190"/>
                </a:lnTo>
                <a:lnTo>
                  <a:pt x="17909" y="811"/>
                </a:lnTo>
                <a:lnTo>
                  <a:pt x="19718" y="1872"/>
                </a:lnTo>
                <a:lnTo>
                  <a:pt x="21600" y="3378"/>
                </a:lnTo>
                <a:close/>
              </a:path>
            </a:pathLst>
          </a:custGeom>
          <a:solidFill>
            <a:srgbClr val="B9CB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6" name="contour_10804"/>
          <p:cNvSpPr/>
          <p:nvPr/>
        </p:nvSpPr>
        <p:spPr>
          <a:xfrm>
            <a:off x="7342094" y="3250444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328"/>
                </a:lnTo>
                <a:lnTo>
                  <a:pt x="3290" y="657"/>
                </a:lnTo>
                <a:lnTo>
                  <a:pt x="4937" y="989"/>
                </a:lnTo>
                <a:lnTo>
                  <a:pt x="6586" y="1318"/>
                </a:lnTo>
                <a:lnTo>
                  <a:pt x="8237" y="1646"/>
                </a:lnTo>
                <a:lnTo>
                  <a:pt x="9890" y="1979"/>
                </a:lnTo>
                <a:lnTo>
                  <a:pt x="11549" y="2311"/>
                </a:lnTo>
                <a:lnTo>
                  <a:pt x="13210" y="2644"/>
                </a:lnTo>
                <a:lnTo>
                  <a:pt x="14875" y="2976"/>
                </a:lnTo>
                <a:lnTo>
                  <a:pt x="16548" y="3309"/>
                </a:lnTo>
                <a:lnTo>
                  <a:pt x="18226" y="3646"/>
                </a:lnTo>
                <a:lnTo>
                  <a:pt x="19908" y="3983"/>
                </a:lnTo>
                <a:lnTo>
                  <a:pt x="21600" y="4320"/>
                </a:lnTo>
                <a:lnTo>
                  <a:pt x="21600" y="7171"/>
                </a:lnTo>
                <a:lnTo>
                  <a:pt x="21600" y="10027"/>
                </a:lnTo>
                <a:lnTo>
                  <a:pt x="21600" y="12895"/>
                </a:lnTo>
                <a:lnTo>
                  <a:pt x="21600" y="15777"/>
                </a:lnTo>
                <a:lnTo>
                  <a:pt x="21600" y="18675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4" y="21600"/>
                </a:lnTo>
                <a:lnTo>
                  <a:pt x="17309" y="21600"/>
                </a:lnTo>
                <a:lnTo>
                  <a:pt x="15862" y="21600"/>
                </a:lnTo>
                <a:lnTo>
                  <a:pt x="14400" y="21600"/>
                </a:lnTo>
                <a:lnTo>
                  <a:pt x="14400" y="18744"/>
                </a:lnTo>
                <a:lnTo>
                  <a:pt x="14400" y="15872"/>
                </a:lnTo>
                <a:lnTo>
                  <a:pt x="14400" y="12960"/>
                </a:lnTo>
                <a:lnTo>
                  <a:pt x="13675" y="12744"/>
                </a:lnTo>
                <a:lnTo>
                  <a:pt x="13010" y="12541"/>
                </a:lnTo>
                <a:lnTo>
                  <a:pt x="12283" y="12325"/>
                </a:lnTo>
                <a:lnTo>
                  <a:pt x="11376" y="12053"/>
                </a:lnTo>
                <a:lnTo>
                  <a:pt x="10171" y="11690"/>
                </a:lnTo>
                <a:lnTo>
                  <a:pt x="8549" y="11206"/>
                </a:lnTo>
                <a:lnTo>
                  <a:pt x="6394" y="10558"/>
                </a:lnTo>
                <a:lnTo>
                  <a:pt x="3583" y="9716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A4AA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7" name="contour_10805"/>
          <p:cNvSpPr/>
          <p:nvPr/>
        </p:nvSpPr>
        <p:spPr>
          <a:xfrm>
            <a:off x="5097393" y="3251814"/>
            <a:ext cx="94744" cy="27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01"/>
                </a:moveTo>
                <a:lnTo>
                  <a:pt x="20613" y="4601"/>
                </a:lnTo>
                <a:lnTo>
                  <a:pt x="19623" y="4601"/>
                </a:lnTo>
                <a:lnTo>
                  <a:pt x="18629" y="4601"/>
                </a:lnTo>
                <a:lnTo>
                  <a:pt x="17627" y="4601"/>
                </a:lnTo>
                <a:lnTo>
                  <a:pt x="16615" y="4601"/>
                </a:lnTo>
                <a:lnTo>
                  <a:pt x="16615" y="8346"/>
                </a:lnTo>
                <a:lnTo>
                  <a:pt x="16615" y="12115"/>
                </a:lnTo>
                <a:lnTo>
                  <a:pt x="16615" y="15934"/>
                </a:lnTo>
                <a:lnTo>
                  <a:pt x="17602" y="17056"/>
                </a:lnTo>
                <a:lnTo>
                  <a:pt x="18593" y="18183"/>
                </a:lnTo>
                <a:lnTo>
                  <a:pt x="19586" y="19311"/>
                </a:lnTo>
                <a:lnTo>
                  <a:pt x="20588" y="20450"/>
                </a:lnTo>
                <a:lnTo>
                  <a:pt x="21600" y="21600"/>
                </a:lnTo>
                <a:lnTo>
                  <a:pt x="20475" y="21305"/>
                </a:lnTo>
                <a:lnTo>
                  <a:pt x="19349" y="21011"/>
                </a:lnTo>
                <a:lnTo>
                  <a:pt x="18222" y="20716"/>
                </a:lnTo>
                <a:lnTo>
                  <a:pt x="17096" y="20416"/>
                </a:lnTo>
                <a:lnTo>
                  <a:pt x="15969" y="20121"/>
                </a:lnTo>
                <a:lnTo>
                  <a:pt x="14841" y="19826"/>
                </a:lnTo>
                <a:lnTo>
                  <a:pt x="13711" y="19532"/>
                </a:lnTo>
                <a:lnTo>
                  <a:pt x="12580" y="19231"/>
                </a:lnTo>
                <a:lnTo>
                  <a:pt x="11448" y="18937"/>
                </a:lnTo>
                <a:lnTo>
                  <a:pt x="10313" y="18637"/>
                </a:lnTo>
                <a:lnTo>
                  <a:pt x="9178" y="18342"/>
                </a:lnTo>
                <a:lnTo>
                  <a:pt x="8040" y="18042"/>
                </a:lnTo>
                <a:lnTo>
                  <a:pt x="6900" y="17741"/>
                </a:lnTo>
                <a:lnTo>
                  <a:pt x="5757" y="17447"/>
                </a:lnTo>
                <a:lnTo>
                  <a:pt x="4612" y="17146"/>
                </a:lnTo>
                <a:lnTo>
                  <a:pt x="3463" y="16840"/>
                </a:lnTo>
                <a:lnTo>
                  <a:pt x="2313" y="16540"/>
                </a:lnTo>
                <a:lnTo>
                  <a:pt x="1158" y="16240"/>
                </a:lnTo>
                <a:lnTo>
                  <a:pt x="0" y="15934"/>
                </a:lnTo>
                <a:lnTo>
                  <a:pt x="0" y="13123"/>
                </a:lnTo>
                <a:lnTo>
                  <a:pt x="0" y="10267"/>
                </a:lnTo>
                <a:lnTo>
                  <a:pt x="1009" y="9219"/>
                </a:lnTo>
                <a:lnTo>
                  <a:pt x="2012" y="8222"/>
                </a:lnTo>
                <a:lnTo>
                  <a:pt x="3012" y="7281"/>
                </a:lnTo>
                <a:lnTo>
                  <a:pt x="4014" y="6380"/>
                </a:lnTo>
                <a:lnTo>
                  <a:pt x="5021" y="5519"/>
                </a:lnTo>
                <a:lnTo>
                  <a:pt x="6036" y="4692"/>
                </a:lnTo>
                <a:lnTo>
                  <a:pt x="7062" y="3893"/>
                </a:lnTo>
                <a:lnTo>
                  <a:pt x="8050" y="3048"/>
                </a:lnTo>
                <a:lnTo>
                  <a:pt x="9054" y="2187"/>
                </a:lnTo>
                <a:lnTo>
                  <a:pt x="10310" y="1303"/>
                </a:lnTo>
                <a:lnTo>
                  <a:pt x="11503" y="646"/>
                </a:lnTo>
                <a:lnTo>
                  <a:pt x="12646" y="215"/>
                </a:lnTo>
                <a:lnTo>
                  <a:pt x="13753" y="0"/>
                </a:lnTo>
                <a:lnTo>
                  <a:pt x="14834" y="11"/>
                </a:lnTo>
                <a:lnTo>
                  <a:pt x="15908" y="238"/>
                </a:lnTo>
                <a:lnTo>
                  <a:pt x="16984" y="686"/>
                </a:lnTo>
                <a:lnTo>
                  <a:pt x="18078" y="1343"/>
                </a:lnTo>
                <a:lnTo>
                  <a:pt x="19202" y="2221"/>
                </a:lnTo>
                <a:lnTo>
                  <a:pt x="20372" y="3303"/>
                </a:lnTo>
                <a:lnTo>
                  <a:pt x="21600" y="4601"/>
                </a:lnTo>
                <a:close/>
              </a:path>
            </a:pathLst>
          </a:custGeom>
          <a:solidFill>
            <a:srgbClr val="CCD9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8" name="contour_10806"/>
          <p:cNvSpPr/>
          <p:nvPr/>
        </p:nvSpPr>
        <p:spPr>
          <a:xfrm>
            <a:off x="10410339" y="3257732"/>
            <a:ext cx="51016" cy="30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461"/>
                </a:lnTo>
                <a:lnTo>
                  <a:pt x="21600" y="6943"/>
                </a:lnTo>
                <a:lnTo>
                  <a:pt x="21600" y="10473"/>
                </a:lnTo>
                <a:lnTo>
                  <a:pt x="19705" y="13227"/>
                </a:lnTo>
                <a:lnTo>
                  <a:pt x="17879" y="15552"/>
                </a:lnTo>
                <a:lnTo>
                  <a:pt x="16070" y="17474"/>
                </a:lnTo>
                <a:lnTo>
                  <a:pt x="14231" y="19008"/>
                </a:lnTo>
                <a:lnTo>
                  <a:pt x="12312" y="20170"/>
                </a:lnTo>
                <a:lnTo>
                  <a:pt x="10266" y="20977"/>
                </a:lnTo>
                <a:lnTo>
                  <a:pt x="8041" y="21448"/>
                </a:lnTo>
                <a:lnTo>
                  <a:pt x="5591" y="21600"/>
                </a:lnTo>
                <a:lnTo>
                  <a:pt x="3743" y="21385"/>
                </a:lnTo>
                <a:lnTo>
                  <a:pt x="1885" y="21165"/>
                </a:lnTo>
                <a:lnTo>
                  <a:pt x="0" y="20945"/>
                </a:lnTo>
                <a:lnTo>
                  <a:pt x="0" y="17489"/>
                </a:lnTo>
                <a:lnTo>
                  <a:pt x="0" y="14028"/>
                </a:lnTo>
                <a:lnTo>
                  <a:pt x="0" y="10551"/>
                </a:lnTo>
                <a:lnTo>
                  <a:pt x="0" y="7059"/>
                </a:lnTo>
                <a:lnTo>
                  <a:pt x="0" y="3545"/>
                </a:lnTo>
                <a:lnTo>
                  <a:pt x="0" y="0"/>
                </a:lnTo>
                <a:close/>
              </a:path>
            </a:pathLst>
          </a:custGeom>
          <a:solidFill>
            <a:srgbClr val="8B7E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09" name="contour_10807"/>
          <p:cNvSpPr/>
          <p:nvPr/>
        </p:nvSpPr>
        <p:spPr>
          <a:xfrm>
            <a:off x="8049029" y="3235868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244" y="2138"/>
                </a:lnTo>
                <a:lnTo>
                  <a:pt x="20887" y="4280"/>
                </a:lnTo>
                <a:lnTo>
                  <a:pt x="20531" y="6421"/>
                </a:lnTo>
                <a:lnTo>
                  <a:pt x="20171" y="8566"/>
                </a:lnTo>
                <a:lnTo>
                  <a:pt x="19814" y="10720"/>
                </a:lnTo>
                <a:lnTo>
                  <a:pt x="19454" y="12877"/>
                </a:lnTo>
                <a:lnTo>
                  <a:pt x="19094" y="15043"/>
                </a:lnTo>
                <a:lnTo>
                  <a:pt x="18731" y="17218"/>
                </a:lnTo>
                <a:lnTo>
                  <a:pt x="18367" y="19403"/>
                </a:lnTo>
                <a:lnTo>
                  <a:pt x="18000" y="21600"/>
                </a:lnTo>
                <a:lnTo>
                  <a:pt x="13352" y="20205"/>
                </a:lnTo>
                <a:lnTo>
                  <a:pt x="9810" y="19131"/>
                </a:lnTo>
                <a:lnTo>
                  <a:pt x="7164" y="18308"/>
                </a:lnTo>
                <a:lnTo>
                  <a:pt x="5206" y="17666"/>
                </a:lnTo>
                <a:lnTo>
                  <a:pt x="3719" y="17129"/>
                </a:lnTo>
                <a:lnTo>
                  <a:pt x="2498" y="16623"/>
                </a:lnTo>
                <a:lnTo>
                  <a:pt x="1328" y="16083"/>
                </a:lnTo>
                <a:lnTo>
                  <a:pt x="0" y="15429"/>
                </a:lnTo>
                <a:lnTo>
                  <a:pt x="0" y="13389"/>
                </a:lnTo>
                <a:lnTo>
                  <a:pt x="0" y="11337"/>
                </a:lnTo>
                <a:lnTo>
                  <a:pt x="0" y="9257"/>
                </a:lnTo>
                <a:lnTo>
                  <a:pt x="2225" y="8609"/>
                </a:lnTo>
                <a:lnTo>
                  <a:pt x="4432" y="8137"/>
                </a:lnTo>
                <a:lnTo>
                  <a:pt x="6653" y="7788"/>
                </a:lnTo>
                <a:lnTo>
                  <a:pt x="8917" y="7504"/>
                </a:lnTo>
                <a:lnTo>
                  <a:pt x="11250" y="7233"/>
                </a:lnTo>
                <a:lnTo>
                  <a:pt x="12031" y="6968"/>
                </a:lnTo>
                <a:lnTo>
                  <a:pt x="14400" y="6171"/>
                </a:lnTo>
                <a:lnTo>
                  <a:pt x="14400" y="4132"/>
                </a:lnTo>
                <a:lnTo>
                  <a:pt x="14400" y="2080"/>
                </a:lnTo>
                <a:lnTo>
                  <a:pt x="14400" y="0"/>
                </a:lnTo>
                <a:close/>
              </a:path>
            </a:pathLst>
          </a:custGeom>
          <a:solidFill>
            <a:srgbClr val="6A72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0" name="contour_10808"/>
          <p:cNvSpPr/>
          <p:nvPr/>
        </p:nvSpPr>
        <p:spPr>
          <a:xfrm>
            <a:off x="8457157" y="3220680"/>
            <a:ext cx="80168" cy="37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57"/>
                </a:moveTo>
                <a:lnTo>
                  <a:pt x="819" y="892"/>
                </a:lnTo>
                <a:lnTo>
                  <a:pt x="1649" y="1436"/>
                </a:lnTo>
                <a:lnTo>
                  <a:pt x="2718" y="2086"/>
                </a:lnTo>
                <a:lnTo>
                  <a:pt x="3806" y="2745"/>
                </a:lnTo>
                <a:lnTo>
                  <a:pt x="4866" y="3412"/>
                </a:lnTo>
                <a:lnTo>
                  <a:pt x="5944" y="4091"/>
                </a:lnTo>
                <a:lnTo>
                  <a:pt x="6892" y="4346"/>
                </a:lnTo>
                <a:lnTo>
                  <a:pt x="7855" y="4606"/>
                </a:lnTo>
                <a:lnTo>
                  <a:pt x="8829" y="2498"/>
                </a:lnTo>
                <a:lnTo>
                  <a:pt x="9818" y="357"/>
                </a:lnTo>
                <a:lnTo>
                  <a:pt x="11195" y="153"/>
                </a:lnTo>
                <a:lnTo>
                  <a:pt x="12196" y="38"/>
                </a:lnTo>
                <a:lnTo>
                  <a:pt x="13111" y="0"/>
                </a:lnTo>
                <a:lnTo>
                  <a:pt x="14227" y="21"/>
                </a:lnTo>
                <a:lnTo>
                  <a:pt x="15831" y="93"/>
                </a:lnTo>
                <a:lnTo>
                  <a:pt x="16909" y="132"/>
                </a:lnTo>
                <a:lnTo>
                  <a:pt x="17993" y="170"/>
                </a:lnTo>
                <a:lnTo>
                  <a:pt x="19092" y="208"/>
                </a:lnTo>
                <a:lnTo>
                  <a:pt x="20337" y="280"/>
                </a:lnTo>
                <a:lnTo>
                  <a:pt x="21600" y="357"/>
                </a:lnTo>
                <a:lnTo>
                  <a:pt x="20424" y="1496"/>
                </a:lnTo>
                <a:lnTo>
                  <a:pt x="19242" y="2643"/>
                </a:lnTo>
                <a:lnTo>
                  <a:pt x="18042" y="3807"/>
                </a:lnTo>
                <a:lnTo>
                  <a:pt x="16789" y="5209"/>
                </a:lnTo>
                <a:lnTo>
                  <a:pt x="15627" y="6653"/>
                </a:lnTo>
                <a:lnTo>
                  <a:pt x="14541" y="8174"/>
                </a:lnTo>
                <a:lnTo>
                  <a:pt x="13508" y="9814"/>
                </a:lnTo>
                <a:lnTo>
                  <a:pt x="12512" y="11599"/>
                </a:lnTo>
                <a:lnTo>
                  <a:pt x="11534" y="13570"/>
                </a:lnTo>
                <a:lnTo>
                  <a:pt x="10555" y="15758"/>
                </a:lnTo>
                <a:lnTo>
                  <a:pt x="9663" y="17687"/>
                </a:lnTo>
                <a:lnTo>
                  <a:pt x="8764" y="19633"/>
                </a:lnTo>
                <a:lnTo>
                  <a:pt x="7855" y="21600"/>
                </a:lnTo>
                <a:lnTo>
                  <a:pt x="6557" y="21600"/>
                </a:lnTo>
                <a:lnTo>
                  <a:pt x="5251" y="21600"/>
                </a:lnTo>
                <a:lnTo>
                  <a:pt x="3927" y="21600"/>
                </a:lnTo>
                <a:lnTo>
                  <a:pt x="3193" y="18821"/>
                </a:lnTo>
                <a:lnTo>
                  <a:pt x="2720" y="16786"/>
                </a:lnTo>
                <a:lnTo>
                  <a:pt x="2295" y="14505"/>
                </a:lnTo>
                <a:lnTo>
                  <a:pt x="1718" y="10978"/>
                </a:lnTo>
                <a:lnTo>
                  <a:pt x="1388" y="9003"/>
                </a:lnTo>
                <a:lnTo>
                  <a:pt x="1056" y="7019"/>
                </a:lnTo>
                <a:lnTo>
                  <a:pt x="721" y="5005"/>
                </a:lnTo>
                <a:lnTo>
                  <a:pt x="363" y="2698"/>
                </a:lnTo>
                <a:lnTo>
                  <a:pt x="0" y="357"/>
                </a:lnTo>
                <a:close/>
              </a:path>
            </a:pathLst>
          </a:custGeom>
          <a:solidFill>
            <a:srgbClr val="5B5E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1" name="contour_10809"/>
          <p:cNvSpPr/>
          <p:nvPr/>
        </p:nvSpPr>
        <p:spPr>
          <a:xfrm>
            <a:off x="11532689" y="3170276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86" y="6088"/>
                </a:lnTo>
                <a:lnTo>
                  <a:pt x="20833" y="10343"/>
                </a:lnTo>
                <a:lnTo>
                  <a:pt x="20437" y="13339"/>
                </a:lnTo>
                <a:lnTo>
                  <a:pt x="19901" y="15640"/>
                </a:lnTo>
                <a:lnTo>
                  <a:pt x="19120" y="17804"/>
                </a:lnTo>
                <a:lnTo>
                  <a:pt x="18000" y="20411"/>
                </a:lnTo>
                <a:lnTo>
                  <a:pt x="15401" y="21090"/>
                </a:lnTo>
                <a:lnTo>
                  <a:pt x="12838" y="21467"/>
                </a:lnTo>
                <a:lnTo>
                  <a:pt x="10292" y="21600"/>
                </a:lnTo>
                <a:lnTo>
                  <a:pt x="7751" y="21513"/>
                </a:lnTo>
                <a:lnTo>
                  <a:pt x="5202" y="21263"/>
                </a:lnTo>
                <a:lnTo>
                  <a:pt x="2621" y="20881"/>
                </a:lnTo>
                <a:lnTo>
                  <a:pt x="0" y="20411"/>
                </a:lnTo>
                <a:lnTo>
                  <a:pt x="0" y="17043"/>
                </a:lnTo>
                <a:lnTo>
                  <a:pt x="0" y="13670"/>
                </a:lnTo>
                <a:lnTo>
                  <a:pt x="0" y="10282"/>
                </a:lnTo>
                <a:lnTo>
                  <a:pt x="0" y="6879"/>
                </a:lnTo>
                <a:lnTo>
                  <a:pt x="0" y="3455"/>
                </a:lnTo>
                <a:lnTo>
                  <a:pt x="0" y="0"/>
                </a:lnTo>
                <a:close/>
              </a:path>
            </a:pathLst>
          </a:custGeom>
          <a:solidFill>
            <a:srgbClr val="BCD3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2" name="contour_10810"/>
          <p:cNvSpPr/>
          <p:nvPr/>
        </p:nvSpPr>
        <p:spPr>
          <a:xfrm>
            <a:off x="8209365" y="3177564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8820" y="2138"/>
                </a:lnTo>
                <a:lnTo>
                  <a:pt x="19125" y="4280"/>
                </a:lnTo>
                <a:lnTo>
                  <a:pt x="19431" y="6421"/>
                </a:lnTo>
                <a:lnTo>
                  <a:pt x="19739" y="8566"/>
                </a:lnTo>
                <a:lnTo>
                  <a:pt x="20045" y="10720"/>
                </a:lnTo>
                <a:lnTo>
                  <a:pt x="20353" y="12877"/>
                </a:lnTo>
                <a:lnTo>
                  <a:pt x="20662" y="15043"/>
                </a:lnTo>
                <a:lnTo>
                  <a:pt x="20974" y="17218"/>
                </a:lnTo>
                <a:lnTo>
                  <a:pt x="21285" y="19403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1689" y="19761"/>
                </a:lnTo>
                <a:lnTo>
                  <a:pt x="11053" y="17916"/>
                </a:lnTo>
                <a:lnTo>
                  <a:pt x="10436" y="16064"/>
                </a:lnTo>
                <a:lnTo>
                  <a:pt x="9837" y="14207"/>
                </a:lnTo>
                <a:lnTo>
                  <a:pt x="9257" y="12343"/>
                </a:lnTo>
                <a:lnTo>
                  <a:pt x="7205" y="10788"/>
                </a:lnTo>
                <a:lnTo>
                  <a:pt x="5702" y="9671"/>
                </a:lnTo>
                <a:lnTo>
                  <a:pt x="4487" y="8822"/>
                </a:lnTo>
                <a:lnTo>
                  <a:pt x="3302" y="8069"/>
                </a:lnTo>
                <a:lnTo>
                  <a:pt x="1892" y="7245"/>
                </a:lnTo>
                <a:lnTo>
                  <a:pt x="0" y="6171"/>
                </a:lnTo>
                <a:lnTo>
                  <a:pt x="1922" y="5135"/>
                </a:lnTo>
                <a:lnTo>
                  <a:pt x="3851" y="4107"/>
                </a:lnTo>
                <a:lnTo>
                  <a:pt x="5786" y="3086"/>
                </a:lnTo>
                <a:lnTo>
                  <a:pt x="7400" y="2225"/>
                </a:lnTo>
                <a:lnTo>
                  <a:pt x="9041" y="1352"/>
                </a:lnTo>
                <a:lnTo>
                  <a:pt x="10701" y="691"/>
                </a:lnTo>
                <a:lnTo>
                  <a:pt x="12025" y="293"/>
                </a:lnTo>
                <a:lnTo>
                  <a:pt x="13466" y="86"/>
                </a:lnTo>
                <a:lnTo>
                  <a:pt x="15475" y="12"/>
                </a:lnTo>
                <a:lnTo>
                  <a:pt x="18514" y="0"/>
                </a:lnTo>
                <a:close/>
              </a:path>
            </a:pathLst>
          </a:custGeom>
          <a:solidFill>
            <a:srgbClr val="4146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3" name="contour_10811"/>
          <p:cNvSpPr/>
          <p:nvPr/>
        </p:nvSpPr>
        <p:spPr>
          <a:xfrm>
            <a:off x="4354018" y="3170276"/>
            <a:ext cx="72880" cy="291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7" y="0"/>
                </a:lnTo>
                <a:lnTo>
                  <a:pt x="13856" y="0"/>
                </a:lnTo>
                <a:lnTo>
                  <a:pt x="15390" y="0"/>
                </a:lnTo>
                <a:lnTo>
                  <a:pt x="16930" y="0"/>
                </a:lnTo>
                <a:lnTo>
                  <a:pt x="18477" y="0"/>
                </a:lnTo>
                <a:lnTo>
                  <a:pt x="20032" y="0"/>
                </a:lnTo>
                <a:lnTo>
                  <a:pt x="21600" y="0"/>
                </a:lnTo>
                <a:lnTo>
                  <a:pt x="21028" y="5826"/>
                </a:lnTo>
                <a:lnTo>
                  <a:pt x="20568" y="10104"/>
                </a:lnTo>
                <a:lnTo>
                  <a:pt x="20142" y="13222"/>
                </a:lnTo>
                <a:lnTo>
                  <a:pt x="19675" y="15547"/>
                </a:lnTo>
                <a:lnTo>
                  <a:pt x="19094" y="17468"/>
                </a:lnTo>
                <a:lnTo>
                  <a:pt x="18321" y="19350"/>
                </a:lnTo>
                <a:lnTo>
                  <a:pt x="17280" y="21578"/>
                </a:lnTo>
                <a:lnTo>
                  <a:pt x="15803" y="21600"/>
                </a:lnTo>
                <a:lnTo>
                  <a:pt x="14338" y="21508"/>
                </a:lnTo>
                <a:lnTo>
                  <a:pt x="12887" y="21314"/>
                </a:lnTo>
                <a:lnTo>
                  <a:pt x="11446" y="21017"/>
                </a:lnTo>
                <a:lnTo>
                  <a:pt x="10014" y="20634"/>
                </a:lnTo>
                <a:lnTo>
                  <a:pt x="8586" y="20165"/>
                </a:lnTo>
                <a:lnTo>
                  <a:pt x="7160" y="19631"/>
                </a:lnTo>
                <a:lnTo>
                  <a:pt x="5735" y="19032"/>
                </a:lnTo>
                <a:lnTo>
                  <a:pt x="4309" y="18379"/>
                </a:lnTo>
                <a:lnTo>
                  <a:pt x="2879" y="17684"/>
                </a:lnTo>
                <a:lnTo>
                  <a:pt x="1445" y="16944"/>
                </a:lnTo>
                <a:lnTo>
                  <a:pt x="0" y="16184"/>
                </a:lnTo>
                <a:lnTo>
                  <a:pt x="0" y="13508"/>
                </a:lnTo>
                <a:lnTo>
                  <a:pt x="0" y="10789"/>
                </a:lnTo>
                <a:lnTo>
                  <a:pt x="1527" y="10789"/>
                </a:lnTo>
                <a:lnTo>
                  <a:pt x="3056" y="10789"/>
                </a:lnTo>
                <a:lnTo>
                  <a:pt x="4590" y="10789"/>
                </a:lnTo>
                <a:lnTo>
                  <a:pt x="6130" y="10789"/>
                </a:lnTo>
                <a:lnTo>
                  <a:pt x="7677" y="10789"/>
                </a:lnTo>
                <a:lnTo>
                  <a:pt x="9232" y="10789"/>
                </a:lnTo>
                <a:lnTo>
                  <a:pt x="10800" y="10789"/>
                </a:lnTo>
                <a:lnTo>
                  <a:pt x="10800" y="7223"/>
                </a:lnTo>
                <a:lnTo>
                  <a:pt x="10800" y="3636"/>
                </a:lnTo>
                <a:lnTo>
                  <a:pt x="10800" y="0"/>
                </a:lnTo>
                <a:close/>
              </a:path>
            </a:pathLst>
          </a:custGeom>
          <a:solidFill>
            <a:srgbClr val="2E2C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4" name="contour_10812"/>
          <p:cNvSpPr/>
          <p:nvPr/>
        </p:nvSpPr>
        <p:spPr>
          <a:xfrm>
            <a:off x="10293731" y="315570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446"/>
                </a:lnTo>
                <a:lnTo>
                  <a:pt x="8057" y="893"/>
                </a:lnTo>
                <a:lnTo>
                  <a:pt x="10292" y="1339"/>
                </a:lnTo>
                <a:lnTo>
                  <a:pt x="12532" y="1786"/>
                </a:lnTo>
                <a:lnTo>
                  <a:pt x="14782" y="2236"/>
                </a:lnTo>
                <a:lnTo>
                  <a:pt x="17042" y="2689"/>
                </a:lnTo>
                <a:lnTo>
                  <a:pt x="19314" y="3143"/>
                </a:lnTo>
                <a:lnTo>
                  <a:pt x="21600" y="3600"/>
                </a:lnTo>
                <a:lnTo>
                  <a:pt x="21154" y="5828"/>
                </a:lnTo>
                <a:lnTo>
                  <a:pt x="20707" y="8057"/>
                </a:lnTo>
                <a:lnTo>
                  <a:pt x="20261" y="10292"/>
                </a:lnTo>
                <a:lnTo>
                  <a:pt x="19814" y="12532"/>
                </a:lnTo>
                <a:lnTo>
                  <a:pt x="19364" y="14782"/>
                </a:lnTo>
                <a:lnTo>
                  <a:pt x="18911" y="17042"/>
                </a:lnTo>
                <a:lnTo>
                  <a:pt x="18457" y="19314"/>
                </a:lnTo>
                <a:lnTo>
                  <a:pt x="18000" y="21600"/>
                </a:lnTo>
                <a:lnTo>
                  <a:pt x="16366" y="21006"/>
                </a:lnTo>
                <a:lnTo>
                  <a:pt x="14717" y="20408"/>
                </a:lnTo>
                <a:lnTo>
                  <a:pt x="13050" y="19800"/>
                </a:lnTo>
                <a:lnTo>
                  <a:pt x="10552" y="19040"/>
                </a:lnTo>
                <a:lnTo>
                  <a:pt x="8665" y="18533"/>
                </a:lnTo>
                <a:lnTo>
                  <a:pt x="7031" y="18223"/>
                </a:lnTo>
                <a:lnTo>
                  <a:pt x="5285" y="18068"/>
                </a:lnTo>
                <a:lnTo>
                  <a:pt x="3060" y="18007"/>
                </a:lnTo>
                <a:lnTo>
                  <a:pt x="0" y="18000"/>
                </a:lnTo>
                <a:lnTo>
                  <a:pt x="446" y="15772"/>
                </a:lnTo>
                <a:lnTo>
                  <a:pt x="893" y="13543"/>
                </a:lnTo>
                <a:lnTo>
                  <a:pt x="1339" y="11308"/>
                </a:lnTo>
                <a:lnTo>
                  <a:pt x="1786" y="9068"/>
                </a:lnTo>
                <a:lnTo>
                  <a:pt x="2236" y="6818"/>
                </a:lnTo>
                <a:lnTo>
                  <a:pt x="2689" y="4558"/>
                </a:lnTo>
                <a:lnTo>
                  <a:pt x="3143" y="2286"/>
                </a:lnTo>
                <a:lnTo>
                  <a:pt x="3600" y="0"/>
                </a:lnTo>
                <a:close/>
              </a:path>
            </a:pathLst>
          </a:custGeom>
          <a:solidFill>
            <a:srgbClr val="C1CE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5" name="contour_10813"/>
          <p:cNvSpPr/>
          <p:nvPr/>
        </p:nvSpPr>
        <p:spPr>
          <a:xfrm>
            <a:off x="10198987" y="3133836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4" y="0"/>
                </a:lnTo>
                <a:lnTo>
                  <a:pt x="15170" y="0"/>
                </a:lnTo>
                <a:lnTo>
                  <a:pt x="16764" y="0"/>
                </a:lnTo>
                <a:lnTo>
                  <a:pt x="18365" y="0"/>
                </a:lnTo>
                <a:lnTo>
                  <a:pt x="19975" y="0"/>
                </a:lnTo>
                <a:lnTo>
                  <a:pt x="21600" y="0"/>
                </a:lnTo>
                <a:lnTo>
                  <a:pt x="20232" y="4486"/>
                </a:lnTo>
                <a:lnTo>
                  <a:pt x="19094" y="8176"/>
                </a:lnTo>
                <a:lnTo>
                  <a:pt x="18142" y="11164"/>
                </a:lnTo>
                <a:lnTo>
                  <a:pt x="17330" y="13550"/>
                </a:lnTo>
                <a:lnTo>
                  <a:pt x="16620" y="15437"/>
                </a:lnTo>
                <a:lnTo>
                  <a:pt x="15962" y="16913"/>
                </a:lnTo>
                <a:lnTo>
                  <a:pt x="15319" y="18079"/>
                </a:lnTo>
                <a:lnTo>
                  <a:pt x="14645" y="19033"/>
                </a:lnTo>
                <a:lnTo>
                  <a:pt x="13894" y="19876"/>
                </a:lnTo>
                <a:lnTo>
                  <a:pt x="13027" y="20696"/>
                </a:lnTo>
                <a:lnTo>
                  <a:pt x="12000" y="21600"/>
                </a:lnTo>
                <a:lnTo>
                  <a:pt x="10450" y="21434"/>
                </a:lnTo>
                <a:lnTo>
                  <a:pt x="8918" y="21200"/>
                </a:lnTo>
                <a:lnTo>
                  <a:pt x="7404" y="20891"/>
                </a:lnTo>
                <a:lnTo>
                  <a:pt x="5904" y="20498"/>
                </a:lnTo>
                <a:lnTo>
                  <a:pt x="4416" y="20020"/>
                </a:lnTo>
                <a:lnTo>
                  <a:pt x="2938" y="19447"/>
                </a:lnTo>
                <a:lnTo>
                  <a:pt x="1466" y="18778"/>
                </a:lnTo>
                <a:lnTo>
                  <a:pt x="0" y="18000"/>
                </a:lnTo>
                <a:lnTo>
                  <a:pt x="0" y="16214"/>
                </a:lnTo>
                <a:lnTo>
                  <a:pt x="0" y="14400"/>
                </a:lnTo>
                <a:lnTo>
                  <a:pt x="1697" y="14400"/>
                </a:lnTo>
                <a:lnTo>
                  <a:pt x="3396" y="14400"/>
                </a:lnTo>
                <a:lnTo>
                  <a:pt x="5100" y="14400"/>
                </a:lnTo>
                <a:lnTo>
                  <a:pt x="6811" y="14400"/>
                </a:lnTo>
                <a:lnTo>
                  <a:pt x="8530" y="14400"/>
                </a:lnTo>
                <a:lnTo>
                  <a:pt x="10258" y="14400"/>
                </a:lnTo>
                <a:lnTo>
                  <a:pt x="12000" y="14400"/>
                </a:lnTo>
                <a:lnTo>
                  <a:pt x="12000" y="12024"/>
                </a:lnTo>
                <a:lnTo>
                  <a:pt x="12000" y="9644"/>
                </a:lnTo>
                <a:lnTo>
                  <a:pt x="12000" y="7254"/>
                </a:lnTo>
                <a:lnTo>
                  <a:pt x="12000" y="4853"/>
                </a:lnTo>
                <a:lnTo>
                  <a:pt x="12000" y="2437"/>
                </a:lnTo>
                <a:lnTo>
                  <a:pt x="12000" y="0"/>
                </a:lnTo>
                <a:close/>
              </a:path>
            </a:pathLst>
          </a:custGeom>
          <a:solidFill>
            <a:srgbClr val="6163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6" name="contour_10814"/>
          <p:cNvSpPr/>
          <p:nvPr/>
        </p:nvSpPr>
        <p:spPr>
          <a:xfrm>
            <a:off x="10344747" y="3124413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96"/>
                </a:moveTo>
                <a:lnTo>
                  <a:pt x="6210" y="514"/>
                </a:lnTo>
                <a:lnTo>
                  <a:pt x="8770" y="131"/>
                </a:lnTo>
                <a:lnTo>
                  <a:pt x="11300" y="0"/>
                </a:lnTo>
                <a:lnTo>
                  <a:pt x="13828" y="82"/>
                </a:lnTo>
                <a:lnTo>
                  <a:pt x="16369" y="335"/>
                </a:lnTo>
                <a:lnTo>
                  <a:pt x="18954" y="722"/>
                </a:lnTo>
                <a:lnTo>
                  <a:pt x="21600" y="1196"/>
                </a:lnTo>
                <a:lnTo>
                  <a:pt x="21600" y="3893"/>
                </a:lnTo>
                <a:lnTo>
                  <a:pt x="21600" y="6607"/>
                </a:lnTo>
                <a:lnTo>
                  <a:pt x="21600" y="9357"/>
                </a:lnTo>
                <a:lnTo>
                  <a:pt x="19462" y="10855"/>
                </a:lnTo>
                <a:lnTo>
                  <a:pt x="18000" y="11781"/>
                </a:lnTo>
                <a:lnTo>
                  <a:pt x="16538" y="12512"/>
                </a:lnTo>
                <a:lnTo>
                  <a:pt x="14400" y="13438"/>
                </a:lnTo>
                <a:lnTo>
                  <a:pt x="15293" y="15458"/>
                </a:lnTo>
                <a:lnTo>
                  <a:pt x="16186" y="17491"/>
                </a:lnTo>
                <a:lnTo>
                  <a:pt x="17089" y="19531"/>
                </a:lnTo>
                <a:lnTo>
                  <a:pt x="18000" y="21600"/>
                </a:lnTo>
                <a:lnTo>
                  <a:pt x="15455" y="21600"/>
                </a:lnTo>
                <a:lnTo>
                  <a:pt x="12906" y="21600"/>
                </a:lnTo>
                <a:lnTo>
                  <a:pt x="10350" y="21600"/>
                </a:lnTo>
                <a:lnTo>
                  <a:pt x="7783" y="21600"/>
                </a:lnTo>
                <a:lnTo>
                  <a:pt x="5206" y="21600"/>
                </a:lnTo>
                <a:lnTo>
                  <a:pt x="2614" y="21600"/>
                </a:lnTo>
                <a:lnTo>
                  <a:pt x="0" y="21600"/>
                </a:lnTo>
                <a:lnTo>
                  <a:pt x="108" y="18894"/>
                </a:lnTo>
                <a:lnTo>
                  <a:pt x="259" y="16258"/>
                </a:lnTo>
                <a:lnTo>
                  <a:pt x="486" y="13675"/>
                </a:lnTo>
                <a:lnTo>
                  <a:pt x="806" y="11133"/>
                </a:lnTo>
                <a:lnTo>
                  <a:pt x="1253" y="8627"/>
                </a:lnTo>
                <a:lnTo>
                  <a:pt x="1850" y="6142"/>
                </a:lnTo>
                <a:lnTo>
                  <a:pt x="2621" y="3669"/>
                </a:lnTo>
                <a:lnTo>
                  <a:pt x="3600" y="1196"/>
                </a:lnTo>
                <a:close/>
              </a:path>
            </a:pathLst>
          </a:custGeom>
          <a:solidFill>
            <a:srgbClr val="D0D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7" name="contour_10815"/>
          <p:cNvSpPr/>
          <p:nvPr/>
        </p:nvSpPr>
        <p:spPr>
          <a:xfrm>
            <a:off x="8464445" y="3124624"/>
            <a:ext cx="58304" cy="45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10"/>
                </a:moveTo>
                <a:lnTo>
                  <a:pt x="3118" y="403"/>
                </a:lnTo>
                <a:lnTo>
                  <a:pt x="5311" y="100"/>
                </a:lnTo>
                <a:lnTo>
                  <a:pt x="6874" y="0"/>
                </a:lnTo>
                <a:lnTo>
                  <a:pt x="8111" y="100"/>
                </a:lnTo>
                <a:lnTo>
                  <a:pt x="9318" y="403"/>
                </a:lnTo>
                <a:lnTo>
                  <a:pt x="10800" y="910"/>
                </a:lnTo>
                <a:lnTo>
                  <a:pt x="11432" y="2979"/>
                </a:lnTo>
                <a:lnTo>
                  <a:pt x="11891" y="5024"/>
                </a:lnTo>
                <a:lnTo>
                  <a:pt x="12228" y="7083"/>
                </a:lnTo>
                <a:lnTo>
                  <a:pt x="12496" y="9197"/>
                </a:lnTo>
                <a:lnTo>
                  <a:pt x="12741" y="11403"/>
                </a:lnTo>
                <a:lnTo>
                  <a:pt x="13117" y="13041"/>
                </a:lnTo>
                <a:lnTo>
                  <a:pt x="13500" y="14703"/>
                </a:lnTo>
                <a:lnTo>
                  <a:pt x="15590" y="15972"/>
                </a:lnTo>
                <a:lnTo>
                  <a:pt x="17056" y="16786"/>
                </a:lnTo>
                <a:lnTo>
                  <a:pt x="18287" y="17310"/>
                </a:lnTo>
                <a:lnTo>
                  <a:pt x="19672" y="17710"/>
                </a:lnTo>
                <a:lnTo>
                  <a:pt x="21600" y="18152"/>
                </a:lnTo>
                <a:lnTo>
                  <a:pt x="19724" y="18786"/>
                </a:lnTo>
                <a:lnTo>
                  <a:pt x="17923" y="19379"/>
                </a:lnTo>
                <a:lnTo>
                  <a:pt x="16170" y="19917"/>
                </a:lnTo>
                <a:lnTo>
                  <a:pt x="14445" y="20397"/>
                </a:lnTo>
                <a:lnTo>
                  <a:pt x="12725" y="20807"/>
                </a:lnTo>
                <a:lnTo>
                  <a:pt x="10981" y="21141"/>
                </a:lnTo>
                <a:lnTo>
                  <a:pt x="9196" y="21390"/>
                </a:lnTo>
                <a:lnTo>
                  <a:pt x="7344" y="21545"/>
                </a:lnTo>
                <a:lnTo>
                  <a:pt x="5400" y="21600"/>
                </a:lnTo>
                <a:lnTo>
                  <a:pt x="4555" y="19345"/>
                </a:lnTo>
                <a:lnTo>
                  <a:pt x="3974" y="17679"/>
                </a:lnTo>
                <a:lnTo>
                  <a:pt x="3513" y="16107"/>
                </a:lnTo>
                <a:lnTo>
                  <a:pt x="3024" y="14131"/>
                </a:lnTo>
                <a:lnTo>
                  <a:pt x="2362" y="11255"/>
                </a:lnTo>
                <a:lnTo>
                  <a:pt x="1909" y="9331"/>
                </a:lnTo>
                <a:lnTo>
                  <a:pt x="1453" y="7397"/>
                </a:lnTo>
                <a:lnTo>
                  <a:pt x="991" y="5434"/>
                </a:lnTo>
                <a:lnTo>
                  <a:pt x="499" y="3190"/>
                </a:lnTo>
                <a:lnTo>
                  <a:pt x="0" y="910"/>
                </a:lnTo>
                <a:close/>
              </a:path>
            </a:pathLst>
          </a:custGeom>
          <a:solidFill>
            <a:srgbClr val="676D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8" name="contour_10816"/>
          <p:cNvSpPr/>
          <p:nvPr/>
        </p:nvSpPr>
        <p:spPr>
          <a:xfrm>
            <a:off x="10876770" y="3090108"/>
            <a:ext cx="72880" cy="37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189" y="2075"/>
                </a:lnTo>
                <a:lnTo>
                  <a:pt x="17261" y="4153"/>
                </a:lnTo>
                <a:lnTo>
                  <a:pt x="18336" y="6240"/>
                </a:lnTo>
                <a:lnTo>
                  <a:pt x="19416" y="8336"/>
                </a:lnTo>
                <a:lnTo>
                  <a:pt x="20503" y="10444"/>
                </a:lnTo>
                <a:lnTo>
                  <a:pt x="21600" y="12573"/>
                </a:lnTo>
                <a:lnTo>
                  <a:pt x="20630" y="15041"/>
                </a:lnTo>
                <a:lnTo>
                  <a:pt x="19859" y="16739"/>
                </a:lnTo>
                <a:lnTo>
                  <a:pt x="18876" y="18448"/>
                </a:lnTo>
                <a:lnTo>
                  <a:pt x="17280" y="20955"/>
                </a:lnTo>
                <a:lnTo>
                  <a:pt x="15751" y="21223"/>
                </a:lnTo>
                <a:lnTo>
                  <a:pt x="14269" y="21424"/>
                </a:lnTo>
                <a:lnTo>
                  <a:pt x="12815" y="21550"/>
                </a:lnTo>
                <a:lnTo>
                  <a:pt x="11364" y="21600"/>
                </a:lnTo>
                <a:lnTo>
                  <a:pt x="9888" y="21579"/>
                </a:lnTo>
                <a:lnTo>
                  <a:pt x="8370" y="21478"/>
                </a:lnTo>
                <a:lnTo>
                  <a:pt x="7763" y="21449"/>
                </a:lnTo>
                <a:lnTo>
                  <a:pt x="5931" y="21365"/>
                </a:lnTo>
                <a:lnTo>
                  <a:pt x="4447" y="21281"/>
                </a:lnTo>
                <a:lnTo>
                  <a:pt x="2966" y="21181"/>
                </a:lnTo>
                <a:lnTo>
                  <a:pt x="1482" y="21072"/>
                </a:lnTo>
                <a:lnTo>
                  <a:pt x="0" y="20955"/>
                </a:lnTo>
                <a:lnTo>
                  <a:pt x="451" y="18541"/>
                </a:lnTo>
                <a:lnTo>
                  <a:pt x="827" y="16860"/>
                </a:lnTo>
                <a:lnTo>
                  <a:pt x="1328" y="15133"/>
                </a:lnTo>
                <a:lnTo>
                  <a:pt x="2160" y="12573"/>
                </a:lnTo>
                <a:lnTo>
                  <a:pt x="3538" y="11860"/>
                </a:lnTo>
                <a:lnTo>
                  <a:pt x="4908" y="11295"/>
                </a:lnTo>
                <a:lnTo>
                  <a:pt x="6275" y="10842"/>
                </a:lnTo>
                <a:lnTo>
                  <a:pt x="7651" y="10469"/>
                </a:lnTo>
                <a:lnTo>
                  <a:pt x="9044" y="10142"/>
                </a:lnTo>
                <a:lnTo>
                  <a:pt x="10463" y="9824"/>
                </a:lnTo>
                <a:lnTo>
                  <a:pt x="11930" y="8922"/>
                </a:lnTo>
                <a:lnTo>
                  <a:pt x="12826" y="8021"/>
                </a:lnTo>
                <a:lnTo>
                  <a:pt x="13519" y="6580"/>
                </a:lnTo>
                <a:lnTo>
                  <a:pt x="14377" y="4061"/>
                </a:lnTo>
                <a:lnTo>
                  <a:pt x="14746" y="2045"/>
                </a:lnTo>
                <a:lnTo>
                  <a:pt x="15120" y="0"/>
                </a:lnTo>
                <a:close/>
              </a:path>
            </a:pathLst>
          </a:custGeom>
          <a:solidFill>
            <a:srgbClr val="CBDE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19" name="contour_10817"/>
          <p:cNvSpPr/>
          <p:nvPr/>
        </p:nvSpPr>
        <p:spPr>
          <a:xfrm>
            <a:off x="8661221" y="3111972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959" y="0"/>
                </a:lnTo>
                <a:lnTo>
                  <a:pt x="18514" y="0"/>
                </a:lnTo>
                <a:lnTo>
                  <a:pt x="18770" y="1782"/>
                </a:lnTo>
                <a:lnTo>
                  <a:pt x="19023" y="3564"/>
                </a:lnTo>
                <a:lnTo>
                  <a:pt x="19280" y="5349"/>
                </a:lnTo>
                <a:lnTo>
                  <a:pt x="19533" y="7136"/>
                </a:lnTo>
                <a:lnTo>
                  <a:pt x="19789" y="8926"/>
                </a:lnTo>
                <a:lnTo>
                  <a:pt x="20045" y="10719"/>
                </a:lnTo>
                <a:lnTo>
                  <a:pt x="20301" y="12517"/>
                </a:lnTo>
                <a:lnTo>
                  <a:pt x="20560" y="14321"/>
                </a:lnTo>
                <a:lnTo>
                  <a:pt x="20819" y="16130"/>
                </a:lnTo>
                <a:lnTo>
                  <a:pt x="21079" y="17944"/>
                </a:lnTo>
                <a:lnTo>
                  <a:pt x="21338" y="19769"/>
                </a:lnTo>
                <a:lnTo>
                  <a:pt x="21600" y="21600"/>
                </a:lnTo>
                <a:lnTo>
                  <a:pt x="19462" y="21333"/>
                </a:lnTo>
                <a:lnTo>
                  <a:pt x="17320" y="21065"/>
                </a:lnTo>
                <a:lnTo>
                  <a:pt x="15179" y="20798"/>
                </a:lnTo>
                <a:lnTo>
                  <a:pt x="13034" y="20528"/>
                </a:lnTo>
                <a:lnTo>
                  <a:pt x="10880" y="20261"/>
                </a:lnTo>
                <a:lnTo>
                  <a:pt x="8723" y="19991"/>
                </a:lnTo>
                <a:lnTo>
                  <a:pt x="6557" y="19721"/>
                </a:lnTo>
                <a:lnTo>
                  <a:pt x="4382" y="19448"/>
                </a:lnTo>
                <a:lnTo>
                  <a:pt x="2197" y="19175"/>
                </a:lnTo>
                <a:lnTo>
                  <a:pt x="0" y="18900"/>
                </a:lnTo>
                <a:lnTo>
                  <a:pt x="611" y="17296"/>
                </a:lnTo>
                <a:lnTo>
                  <a:pt x="1225" y="15687"/>
                </a:lnTo>
                <a:lnTo>
                  <a:pt x="1839" y="14072"/>
                </a:lnTo>
                <a:lnTo>
                  <a:pt x="2459" y="12444"/>
                </a:lnTo>
                <a:lnTo>
                  <a:pt x="3086" y="10800"/>
                </a:lnTo>
                <a:lnTo>
                  <a:pt x="5125" y="10800"/>
                </a:lnTo>
                <a:lnTo>
                  <a:pt x="7177" y="10800"/>
                </a:lnTo>
                <a:lnTo>
                  <a:pt x="9257" y="10800"/>
                </a:lnTo>
                <a:lnTo>
                  <a:pt x="9257" y="12585"/>
                </a:lnTo>
                <a:lnTo>
                  <a:pt x="9257" y="14380"/>
                </a:lnTo>
                <a:lnTo>
                  <a:pt x="9257" y="16200"/>
                </a:lnTo>
                <a:lnTo>
                  <a:pt x="11297" y="16200"/>
                </a:lnTo>
                <a:lnTo>
                  <a:pt x="13349" y="16200"/>
                </a:lnTo>
                <a:lnTo>
                  <a:pt x="15429" y="16200"/>
                </a:lnTo>
                <a:lnTo>
                  <a:pt x="14855" y="14526"/>
                </a:lnTo>
                <a:lnTo>
                  <a:pt x="14278" y="12844"/>
                </a:lnTo>
                <a:lnTo>
                  <a:pt x="13694" y="11138"/>
                </a:lnTo>
                <a:lnTo>
                  <a:pt x="13133" y="9107"/>
                </a:lnTo>
                <a:lnTo>
                  <a:pt x="12784" y="7393"/>
                </a:lnTo>
                <a:lnTo>
                  <a:pt x="12695" y="5783"/>
                </a:lnTo>
                <a:lnTo>
                  <a:pt x="12917" y="4066"/>
                </a:lnTo>
                <a:lnTo>
                  <a:pt x="13500" y="2025"/>
                </a:lnTo>
                <a:lnTo>
                  <a:pt x="14457" y="1021"/>
                </a:lnTo>
                <a:lnTo>
                  <a:pt x="15429" y="0"/>
                </a:lnTo>
                <a:close/>
              </a:path>
            </a:pathLst>
          </a:custGeom>
          <a:solidFill>
            <a:srgbClr val="B9C8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0" name="contour_10818"/>
          <p:cNvSpPr/>
          <p:nvPr/>
        </p:nvSpPr>
        <p:spPr>
          <a:xfrm>
            <a:off x="8653933" y="310468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81" y="1225"/>
                </a:lnTo>
                <a:lnTo>
                  <a:pt x="6934" y="2231"/>
                </a:lnTo>
                <a:lnTo>
                  <a:pt x="9302" y="3098"/>
                </a:lnTo>
                <a:lnTo>
                  <a:pt x="11128" y="3910"/>
                </a:lnTo>
                <a:lnTo>
                  <a:pt x="12550" y="4749"/>
                </a:lnTo>
                <a:lnTo>
                  <a:pt x="13702" y="5696"/>
                </a:lnTo>
                <a:lnTo>
                  <a:pt x="14728" y="6835"/>
                </a:lnTo>
                <a:lnTo>
                  <a:pt x="15768" y="8248"/>
                </a:lnTo>
                <a:lnTo>
                  <a:pt x="16960" y="10016"/>
                </a:lnTo>
                <a:lnTo>
                  <a:pt x="17816" y="11929"/>
                </a:lnTo>
                <a:lnTo>
                  <a:pt x="18641" y="13843"/>
                </a:lnTo>
                <a:lnTo>
                  <a:pt x="19433" y="15762"/>
                </a:lnTo>
                <a:lnTo>
                  <a:pt x="20192" y="17693"/>
                </a:lnTo>
                <a:lnTo>
                  <a:pt x="20912" y="19637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4400" y="19560"/>
                </a:lnTo>
                <a:lnTo>
                  <a:pt x="14400" y="17508"/>
                </a:lnTo>
                <a:lnTo>
                  <a:pt x="14400" y="15429"/>
                </a:lnTo>
                <a:lnTo>
                  <a:pt x="12024" y="15429"/>
                </a:lnTo>
                <a:lnTo>
                  <a:pt x="9644" y="15429"/>
                </a:lnTo>
                <a:lnTo>
                  <a:pt x="7254" y="15429"/>
                </a:lnTo>
                <a:lnTo>
                  <a:pt x="4853" y="15429"/>
                </a:lnTo>
                <a:lnTo>
                  <a:pt x="2437" y="15429"/>
                </a:lnTo>
                <a:lnTo>
                  <a:pt x="0" y="15429"/>
                </a:lnTo>
                <a:lnTo>
                  <a:pt x="0" y="13247"/>
                </a:lnTo>
                <a:lnTo>
                  <a:pt x="0" y="11062"/>
                </a:lnTo>
                <a:lnTo>
                  <a:pt x="0" y="8871"/>
                </a:lnTo>
                <a:lnTo>
                  <a:pt x="0" y="6671"/>
                </a:lnTo>
                <a:lnTo>
                  <a:pt x="0" y="4462"/>
                </a:lnTo>
                <a:lnTo>
                  <a:pt x="0" y="2240"/>
                </a:lnTo>
                <a:lnTo>
                  <a:pt x="0" y="0"/>
                </a:lnTo>
                <a:close/>
              </a:path>
            </a:pathLst>
          </a:custGeom>
          <a:solidFill>
            <a:srgbClr val="C4D2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1" name="contour_10819"/>
          <p:cNvSpPr/>
          <p:nvPr/>
        </p:nvSpPr>
        <p:spPr>
          <a:xfrm>
            <a:off x="4608944" y="3060956"/>
            <a:ext cx="43881" cy="45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13" y="0"/>
                </a:moveTo>
                <a:lnTo>
                  <a:pt x="19200" y="2163"/>
                </a:lnTo>
                <a:lnTo>
                  <a:pt x="20100" y="4375"/>
                </a:lnTo>
                <a:lnTo>
                  <a:pt x="20753" y="6635"/>
                </a:lnTo>
                <a:lnTo>
                  <a:pt x="21198" y="8953"/>
                </a:lnTo>
                <a:lnTo>
                  <a:pt x="21467" y="11334"/>
                </a:lnTo>
                <a:lnTo>
                  <a:pt x="21600" y="13780"/>
                </a:lnTo>
                <a:lnTo>
                  <a:pt x="19975" y="16309"/>
                </a:lnTo>
                <a:lnTo>
                  <a:pt x="18687" y="17873"/>
                </a:lnTo>
                <a:lnTo>
                  <a:pt x="17058" y="19109"/>
                </a:lnTo>
                <a:lnTo>
                  <a:pt x="14425" y="20670"/>
                </a:lnTo>
                <a:lnTo>
                  <a:pt x="11648" y="21290"/>
                </a:lnTo>
                <a:lnTo>
                  <a:pt x="9700" y="21600"/>
                </a:lnTo>
                <a:lnTo>
                  <a:pt x="8065" y="21600"/>
                </a:lnTo>
                <a:lnTo>
                  <a:pt x="6224" y="21290"/>
                </a:lnTo>
                <a:lnTo>
                  <a:pt x="3663" y="20670"/>
                </a:lnTo>
                <a:lnTo>
                  <a:pt x="2353" y="18462"/>
                </a:lnTo>
                <a:lnTo>
                  <a:pt x="1345" y="16278"/>
                </a:lnTo>
                <a:lnTo>
                  <a:pt x="624" y="14076"/>
                </a:lnTo>
                <a:lnTo>
                  <a:pt x="179" y="11809"/>
                </a:lnTo>
                <a:lnTo>
                  <a:pt x="0" y="9429"/>
                </a:lnTo>
                <a:lnTo>
                  <a:pt x="75" y="6890"/>
                </a:lnTo>
                <a:lnTo>
                  <a:pt x="2278" y="4961"/>
                </a:lnTo>
                <a:lnTo>
                  <a:pt x="4287" y="3414"/>
                </a:lnTo>
                <a:lnTo>
                  <a:pt x="6210" y="2212"/>
                </a:lnTo>
                <a:lnTo>
                  <a:pt x="8140" y="1313"/>
                </a:lnTo>
                <a:lnTo>
                  <a:pt x="10188" y="682"/>
                </a:lnTo>
                <a:lnTo>
                  <a:pt x="12448" y="276"/>
                </a:lnTo>
                <a:lnTo>
                  <a:pt x="15021" y="62"/>
                </a:lnTo>
                <a:lnTo>
                  <a:pt x="18013" y="0"/>
                </a:lnTo>
                <a:close/>
              </a:path>
            </a:pathLst>
          </a:custGeom>
          <a:solidFill>
            <a:srgbClr val="9A8D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2" name="contour_10820"/>
          <p:cNvSpPr/>
          <p:nvPr/>
        </p:nvSpPr>
        <p:spPr>
          <a:xfrm>
            <a:off x="7903269" y="3039092"/>
            <a:ext cx="64331" cy="453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76" y="0"/>
                </a:moveTo>
                <a:lnTo>
                  <a:pt x="20396" y="2559"/>
                </a:lnTo>
                <a:lnTo>
                  <a:pt x="21013" y="4823"/>
                </a:lnTo>
                <a:lnTo>
                  <a:pt x="21414" y="6923"/>
                </a:lnTo>
                <a:lnTo>
                  <a:pt x="21600" y="8993"/>
                </a:lnTo>
                <a:lnTo>
                  <a:pt x="21563" y="11156"/>
                </a:lnTo>
                <a:lnTo>
                  <a:pt x="21299" y="13541"/>
                </a:lnTo>
                <a:lnTo>
                  <a:pt x="20800" y="16277"/>
                </a:lnTo>
                <a:lnTo>
                  <a:pt x="19336" y="17913"/>
                </a:lnTo>
                <a:lnTo>
                  <a:pt x="17890" y="19190"/>
                </a:lnTo>
                <a:lnTo>
                  <a:pt x="16444" y="20149"/>
                </a:lnTo>
                <a:lnTo>
                  <a:pt x="14991" y="20826"/>
                </a:lnTo>
                <a:lnTo>
                  <a:pt x="13517" y="21267"/>
                </a:lnTo>
                <a:lnTo>
                  <a:pt x="12010" y="21513"/>
                </a:lnTo>
                <a:lnTo>
                  <a:pt x="10459" y="21600"/>
                </a:lnTo>
                <a:lnTo>
                  <a:pt x="8853" y="21572"/>
                </a:lnTo>
                <a:lnTo>
                  <a:pt x="7177" y="21468"/>
                </a:lnTo>
                <a:lnTo>
                  <a:pt x="5423" y="21329"/>
                </a:lnTo>
                <a:lnTo>
                  <a:pt x="3575" y="21197"/>
                </a:lnTo>
                <a:lnTo>
                  <a:pt x="3049" y="21145"/>
                </a:lnTo>
                <a:lnTo>
                  <a:pt x="2122" y="21051"/>
                </a:lnTo>
                <a:lnTo>
                  <a:pt x="0" y="20833"/>
                </a:lnTo>
                <a:lnTo>
                  <a:pt x="2129" y="17239"/>
                </a:lnTo>
                <a:lnTo>
                  <a:pt x="3864" y="14354"/>
                </a:lnTo>
                <a:lnTo>
                  <a:pt x="5281" y="12083"/>
                </a:lnTo>
                <a:lnTo>
                  <a:pt x="6453" y="10343"/>
                </a:lnTo>
                <a:lnTo>
                  <a:pt x="7456" y="9041"/>
                </a:lnTo>
                <a:lnTo>
                  <a:pt x="8371" y="8090"/>
                </a:lnTo>
                <a:lnTo>
                  <a:pt x="9267" y="7403"/>
                </a:lnTo>
                <a:lnTo>
                  <a:pt x="10224" y="6889"/>
                </a:lnTo>
                <a:lnTo>
                  <a:pt x="11315" y="6455"/>
                </a:lnTo>
                <a:lnTo>
                  <a:pt x="12617" y="6021"/>
                </a:lnTo>
                <a:lnTo>
                  <a:pt x="14232" y="6066"/>
                </a:lnTo>
                <a:lnTo>
                  <a:pt x="15495" y="6177"/>
                </a:lnTo>
                <a:lnTo>
                  <a:pt x="17058" y="6441"/>
                </a:lnTo>
                <a:lnTo>
                  <a:pt x="19576" y="6944"/>
                </a:lnTo>
                <a:lnTo>
                  <a:pt x="19576" y="4649"/>
                </a:lnTo>
                <a:lnTo>
                  <a:pt x="19576" y="2340"/>
                </a:lnTo>
                <a:lnTo>
                  <a:pt x="19576" y="0"/>
                </a:lnTo>
                <a:close/>
              </a:path>
            </a:pathLst>
          </a:custGeom>
          <a:solidFill>
            <a:srgbClr val="4B46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3" name="contour_10821"/>
          <p:cNvSpPr/>
          <p:nvPr/>
        </p:nvSpPr>
        <p:spPr>
          <a:xfrm>
            <a:off x="10155259" y="3039092"/>
            <a:ext cx="87456" cy="293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109" y="2806"/>
                </a:lnTo>
                <a:lnTo>
                  <a:pt x="17716" y="4861"/>
                </a:lnTo>
                <a:lnTo>
                  <a:pt x="18297" y="7168"/>
                </a:lnTo>
                <a:lnTo>
                  <a:pt x="19125" y="10730"/>
                </a:lnTo>
                <a:lnTo>
                  <a:pt x="19829" y="13724"/>
                </a:lnTo>
                <a:lnTo>
                  <a:pt x="20545" y="16766"/>
                </a:lnTo>
                <a:lnTo>
                  <a:pt x="21069" y="19094"/>
                </a:lnTo>
                <a:lnTo>
                  <a:pt x="21600" y="21461"/>
                </a:lnTo>
                <a:lnTo>
                  <a:pt x="20363" y="21568"/>
                </a:lnTo>
                <a:lnTo>
                  <a:pt x="19159" y="21600"/>
                </a:lnTo>
                <a:lnTo>
                  <a:pt x="17977" y="21557"/>
                </a:lnTo>
                <a:lnTo>
                  <a:pt x="16810" y="21423"/>
                </a:lnTo>
                <a:lnTo>
                  <a:pt x="15655" y="21203"/>
                </a:lnTo>
                <a:lnTo>
                  <a:pt x="14503" y="20881"/>
                </a:lnTo>
                <a:lnTo>
                  <a:pt x="13347" y="20452"/>
                </a:lnTo>
                <a:lnTo>
                  <a:pt x="12181" y="19905"/>
                </a:lnTo>
                <a:lnTo>
                  <a:pt x="10996" y="19239"/>
                </a:lnTo>
                <a:lnTo>
                  <a:pt x="9788" y="18445"/>
                </a:lnTo>
                <a:lnTo>
                  <a:pt x="8426" y="17646"/>
                </a:lnTo>
                <a:lnTo>
                  <a:pt x="7164" y="17142"/>
                </a:lnTo>
                <a:lnTo>
                  <a:pt x="5972" y="16954"/>
                </a:lnTo>
                <a:lnTo>
                  <a:pt x="4820" y="17104"/>
                </a:lnTo>
                <a:lnTo>
                  <a:pt x="3679" y="17608"/>
                </a:lnTo>
                <a:lnTo>
                  <a:pt x="2515" y="18488"/>
                </a:lnTo>
                <a:lnTo>
                  <a:pt x="1300" y="19765"/>
                </a:lnTo>
                <a:lnTo>
                  <a:pt x="0" y="21461"/>
                </a:lnTo>
                <a:lnTo>
                  <a:pt x="0" y="17914"/>
                </a:lnTo>
                <a:lnTo>
                  <a:pt x="0" y="14346"/>
                </a:lnTo>
                <a:lnTo>
                  <a:pt x="0" y="10730"/>
                </a:lnTo>
                <a:lnTo>
                  <a:pt x="1310" y="9051"/>
                </a:lnTo>
                <a:lnTo>
                  <a:pt x="2282" y="7897"/>
                </a:lnTo>
                <a:lnTo>
                  <a:pt x="3206" y="6980"/>
                </a:lnTo>
                <a:lnTo>
                  <a:pt x="4372" y="6009"/>
                </a:lnTo>
                <a:lnTo>
                  <a:pt x="6075" y="4694"/>
                </a:lnTo>
                <a:lnTo>
                  <a:pt x="6577" y="4292"/>
                </a:lnTo>
                <a:lnTo>
                  <a:pt x="7463" y="3584"/>
                </a:lnTo>
                <a:lnTo>
                  <a:pt x="9491" y="1969"/>
                </a:lnTo>
                <a:lnTo>
                  <a:pt x="10818" y="1137"/>
                </a:lnTo>
                <a:lnTo>
                  <a:pt x="11812" y="585"/>
                </a:lnTo>
                <a:lnTo>
                  <a:pt x="12661" y="247"/>
                </a:lnTo>
                <a:lnTo>
                  <a:pt x="13552" y="75"/>
                </a:lnTo>
                <a:lnTo>
                  <a:pt x="14668" y="11"/>
                </a:lnTo>
                <a:lnTo>
                  <a:pt x="16200" y="0"/>
                </a:lnTo>
                <a:close/>
              </a:path>
            </a:pathLst>
          </a:custGeom>
          <a:solidFill>
            <a:srgbClr val="565C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4" name="contour_10822"/>
          <p:cNvSpPr/>
          <p:nvPr/>
        </p:nvSpPr>
        <p:spPr>
          <a:xfrm>
            <a:off x="10410339" y="3036957"/>
            <a:ext cx="72880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1" y="0"/>
                </a:moveTo>
                <a:lnTo>
                  <a:pt x="9701" y="118"/>
                </a:lnTo>
                <a:lnTo>
                  <a:pt x="10878" y="269"/>
                </a:lnTo>
                <a:lnTo>
                  <a:pt x="12055" y="459"/>
                </a:lnTo>
                <a:lnTo>
                  <a:pt x="13230" y="689"/>
                </a:lnTo>
                <a:lnTo>
                  <a:pt x="14440" y="826"/>
                </a:lnTo>
                <a:lnTo>
                  <a:pt x="15669" y="958"/>
                </a:lnTo>
                <a:lnTo>
                  <a:pt x="17153" y="1154"/>
                </a:lnTo>
                <a:lnTo>
                  <a:pt x="18636" y="1391"/>
                </a:lnTo>
                <a:lnTo>
                  <a:pt x="20118" y="1646"/>
                </a:lnTo>
                <a:lnTo>
                  <a:pt x="21600" y="1922"/>
                </a:lnTo>
                <a:lnTo>
                  <a:pt x="21600" y="5818"/>
                </a:lnTo>
                <a:lnTo>
                  <a:pt x="21600" y="9728"/>
                </a:lnTo>
                <a:lnTo>
                  <a:pt x="21600" y="13657"/>
                </a:lnTo>
                <a:lnTo>
                  <a:pt x="21600" y="17605"/>
                </a:lnTo>
                <a:lnTo>
                  <a:pt x="21600" y="21600"/>
                </a:lnTo>
                <a:lnTo>
                  <a:pt x="20058" y="21600"/>
                </a:lnTo>
                <a:lnTo>
                  <a:pt x="18516" y="21600"/>
                </a:lnTo>
                <a:lnTo>
                  <a:pt x="16971" y="21600"/>
                </a:lnTo>
                <a:lnTo>
                  <a:pt x="15429" y="21600"/>
                </a:lnTo>
                <a:lnTo>
                  <a:pt x="13887" y="21600"/>
                </a:lnTo>
                <a:lnTo>
                  <a:pt x="12342" y="21600"/>
                </a:lnTo>
                <a:lnTo>
                  <a:pt x="10800" y="21600"/>
                </a:lnTo>
                <a:lnTo>
                  <a:pt x="9258" y="21600"/>
                </a:lnTo>
                <a:lnTo>
                  <a:pt x="7713" y="21600"/>
                </a:lnTo>
                <a:lnTo>
                  <a:pt x="6171" y="21600"/>
                </a:lnTo>
                <a:lnTo>
                  <a:pt x="4629" y="21600"/>
                </a:lnTo>
                <a:lnTo>
                  <a:pt x="3087" y="21600"/>
                </a:lnTo>
                <a:lnTo>
                  <a:pt x="1544" y="21600"/>
                </a:lnTo>
                <a:lnTo>
                  <a:pt x="0" y="21600"/>
                </a:lnTo>
                <a:lnTo>
                  <a:pt x="821" y="16667"/>
                </a:lnTo>
                <a:lnTo>
                  <a:pt x="1570" y="12542"/>
                </a:lnTo>
                <a:lnTo>
                  <a:pt x="2318" y="9131"/>
                </a:lnTo>
                <a:lnTo>
                  <a:pt x="3136" y="6356"/>
                </a:lnTo>
                <a:lnTo>
                  <a:pt x="4093" y="4139"/>
                </a:lnTo>
                <a:lnTo>
                  <a:pt x="5264" y="2394"/>
                </a:lnTo>
                <a:lnTo>
                  <a:pt x="6715" y="1043"/>
                </a:lnTo>
                <a:lnTo>
                  <a:pt x="8521" y="0"/>
                </a:lnTo>
                <a:close/>
              </a:path>
            </a:pathLst>
          </a:custGeom>
          <a:solidFill>
            <a:srgbClr val="6870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5" name="contour_10823"/>
          <p:cNvSpPr/>
          <p:nvPr/>
        </p:nvSpPr>
        <p:spPr>
          <a:xfrm>
            <a:off x="5082817" y="303909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289" y="3579"/>
                </a:lnTo>
                <a:lnTo>
                  <a:pt x="17305" y="6622"/>
                </a:lnTo>
                <a:lnTo>
                  <a:pt x="15584" y="9186"/>
                </a:lnTo>
                <a:lnTo>
                  <a:pt x="14069" y="11334"/>
                </a:lnTo>
                <a:lnTo>
                  <a:pt x="12701" y="13124"/>
                </a:lnTo>
                <a:lnTo>
                  <a:pt x="11423" y="14614"/>
                </a:lnTo>
                <a:lnTo>
                  <a:pt x="10177" y="15864"/>
                </a:lnTo>
                <a:lnTo>
                  <a:pt x="8899" y="16928"/>
                </a:lnTo>
                <a:lnTo>
                  <a:pt x="7531" y="17872"/>
                </a:lnTo>
                <a:lnTo>
                  <a:pt x="6016" y="18752"/>
                </a:lnTo>
                <a:lnTo>
                  <a:pt x="4295" y="19628"/>
                </a:lnTo>
                <a:lnTo>
                  <a:pt x="2311" y="20557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DDE5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6" name="contour_10824"/>
          <p:cNvSpPr/>
          <p:nvPr/>
        </p:nvSpPr>
        <p:spPr>
          <a:xfrm>
            <a:off x="8581053" y="2958925"/>
            <a:ext cx="5047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93" y="0"/>
                </a:moveTo>
                <a:lnTo>
                  <a:pt x="16439" y="1678"/>
                </a:lnTo>
                <a:lnTo>
                  <a:pt x="17271" y="3362"/>
                </a:lnTo>
                <a:lnTo>
                  <a:pt x="18091" y="5054"/>
                </a:lnTo>
                <a:lnTo>
                  <a:pt x="18905" y="6750"/>
                </a:lnTo>
                <a:lnTo>
                  <a:pt x="19832" y="8633"/>
                </a:lnTo>
                <a:lnTo>
                  <a:pt x="20770" y="10548"/>
                </a:lnTo>
                <a:lnTo>
                  <a:pt x="21372" y="12841"/>
                </a:lnTo>
                <a:lnTo>
                  <a:pt x="21600" y="14440"/>
                </a:lnTo>
                <a:lnTo>
                  <a:pt x="21485" y="16096"/>
                </a:lnTo>
                <a:lnTo>
                  <a:pt x="21051" y="18562"/>
                </a:lnTo>
                <a:lnTo>
                  <a:pt x="19891" y="20070"/>
                </a:lnTo>
                <a:lnTo>
                  <a:pt x="18712" y="21600"/>
                </a:lnTo>
                <a:lnTo>
                  <a:pt x="16526" y="21550"/>
                </a:lnTo>
                <a:lnTo>
                  <a:pt x="14935" y="21452"/>
                </a:lnTo>
                <a:lnTo>
                  <a:pt x="13482" y="21247"/>
                </a:lnTo>
                <a:lnTo>
                  <a:pt x="11711" y="20869"/>
                </a:lnTo>
                <a:lnTo>
                  <a:pt x="9163" y="20250"/>
                </a:lnTo>
                <a:lnTo>
                  <a:pt x="7451" y="19850"/>
                </a:lnTo>
                <a:lnTo>
                  <a:pt x="5729" y="19447"/>
                </a:lnTo>
                <a:lnTo>
                  <a:pt x="3983" y="19040"/>
                </a:lnTo>
                <a:lnTo>
                  <a:pt x="2005" y="18526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2015" y="10152"/>
                </a:lnTo>
                <a:lnTo>
                  <a:pt x="4023" y="9655"/>
                </a:lnTo>
                <a:lnTo>
                  <a:pt x="6032" y="9270"/>
                </a:lnTo>
                <a:lnTo>
                  <a:pt x="8052" y="8964"/>
                </a:lnTo>
                <a:lnTo>
                  <a:pt x="10098" y="8698"/>
                </a:lnTo>
                <a:lnTo>
                  <a:pt x="12182" y="8438"/>
                </a:lnTo>
                <a:lnTo>
                  <a:pt x="13030" y="8129"/>
                </a:lnTo>
                <a:lnTo>
                  <a:pt x="15593" y="7200"/>
                </a:lnTo>
                <a:lnTo>
                  <a:pt x="15593" y="4820"/>
                </a:lnTo>
                <a:lnTo>
                  <a:pt x="15593" y="2426"/>
                </a:lnTo>
                <a:lnTo>
                  <a:pt x="15593" y="0"/>
                </a:lnTo>
                <a:close/>
              </a:path>
            </a:pathLst>
          </a:custGeom>
          <a:solidFill>
            <a:srgbClr val="C9D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7" name="contour_10825"/>
          <p:cNvSpPr/>
          <p:nvPr/>
        </p:nvSpPr>
        <p:spPr>
          <a:xfrm>
            <a:off x="4040634" y="294434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2163" y="17142"/>
                </a:lnTo>
                <a:lnTo>
                  <a:pt x="3931" y="13548"/>
                </a:lnTo>
                <a:lnTo>
                  <a:pt x="5397" y="10692"/>
                </a:lnTo>
                <a:lnTo>
                  <a:pt x="6640" y="8450"/>
                </a:lnTo>
                <a:lnTo>
                  <a:pt x="7751" y="6709"/>
                </a:lnTo>
                <a:lnTo>
                  <a:pt x="8810" y="5331"/>
                </a:lnTo>
                <a:lnTo>
                  <a:pt x="9908" y="4208"/>
                </a:lnTo>
                <a:lnTo>
                  <a:pt x="11124" y="3205"/>
                </a:lnTo>
                <a:lnTo>
                  <a:pt x="12553" y="2203"/>
                </a:lnTo>
                <a:lnTo>
                  <a:pt x="14271" y="1080"/>
                </a:lnTo>
                <a:lnTo>
                  <a:pt x="16774" y="454"/>
                </a:lnTo>
                <a:lnTo>
                  <a:pt x="18369" y="134"/>
                </a:lnTo>
                <a:lnTo>
                  <a:pt x="19749" y="17"/>
                </a:lnTo>
                <a:lnTo>
                  <a:pt x="21600" y="0"/>
                </a:lnTo>
                <a:close/>
              </a:path>
            </a:pathLst>
          </a:custGeom>
          <a:solidFill>
            <a:srgbClr val="635D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8" name="contour_10826"/>
          <p:cNvSpPr/>
          <p:nvPr/>
        </p:nvSpPr>
        <p:spPr>
          <a:xfrm>
            <a:off x="3632506" y="2937061"/>
            <a:ext cx="36440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43" y="0"/>
                </a:lnTo>
                <a:lnTo>
                  <a:pt x="4320" y="0"/>
                </a:lnTo>
                <a:lnTo>
                  <a:pt x="4186" y="594"/>
                </a:lnTo>
                <a:lnTo>
                  <a:pt x="4048" y="1196"/>
                </a:lnTo>
                <a:lnTo>
                  <a:pt x="3879" y="2094"/>
                </a:lnTo>
                <a:lnTo>
                  <a:pt x="3728" y="2990"/>
                </a:lnTo>
                <a:lnTo>
                  <a:pt x="3590" y="3888"/>
                </a:lnTo>
                <a:lnTo>
                  <a:pt x="3465" y="4786"/>
                </a:lnTo>
                <a:lnTo>
                  <a:pt x="3352" y="5683"/>
                </a:lnTo>
                <a:lnTo>
                  <a:pt x="3240" y="6581"/>
                </a:lnTo>
                <a:lnTo>
                  <a:pt x="3128" y="7050"/>
                </a:lnTo>
                <a:lnTo>
                  <a:pt x="2799" y="8464"/>
                </a:lnTo>
                <a:lnTo>
                  <a:pt x="2735" y="9350"/>
                </a:lnTo>
                <a:lnTo>
                  <a:pt x="2743" y="10193"/>
                </a:lnTo>
                <a:lnTo>
                  <a:pt x="2860" y="11011"/>
                </a:lnTo>
                <a:lnTo>
                  <a:pt x="3132" y="11822"/>
                </a:lnTo>
                <a:lnTo>
                  <a:pt x="3607" y="12645"/>
                </a:lnTo>
                <a:lnTo>
                  <a:pt x="4320" y="13500"/>
                </a:lnTo>
                <a:lnTo>
                  <a:pt x="6934" y="14068"/>
                </a:lnTo>
                <a:lnTo>
                  <a:pt x="9513" y="14534"/>
                </a:lnTo>
                <a:lnTo>
                  <a:pt x="12148" y="14923"/>
                </a:lnTo>
                <a:lnTo>
                  <a:pt x="14934" y="15260"/>
                </a:lnTo>
                <a:lnTo>
                  <a:pt x="17963" y="15572"/>
                </a:lnTo>
                <a:lnTo>
                  <a:pt x="19768" y="15884"/>
                </a:lnTo>
                <a:lnTo>
                  <a:pt x="21600" y="16200"/>
                </a:lnTo>
                <a:lnTo>
                  <a:pt x="21509" y="17168"/>
                </a:lnTo>
                <a:lnTo>
                  <a:pt x="21116" y="18086"/>
                </a:lnTo>
                <a:lnTo>
                  <a:pt x="20464" y="18970"/>
                </a:lnTo>
                <a:lnTo>
                  <a:pt x="19583" y="19840"/>
                </a:lnTo>
                <a:lnTo>
                  <a:pt x="18507" y="20710"/>
                </a:lnTo>
                <a:lnTo>
                  <a:pt x="17280" y="21600"/>
                </a:lnTo>
                <a:lnTo>
                  <a:pt x="17280" y="20708"/>
                </a:lnTo>
                <a:lnTo>
                  <a:pt x="17280" y="19810"/>
                </a:lnTo>
                <a:lnTo>
                  <a:pt x="17280" y="18900"/>
                </a:lnTo>
                <a:lnTo>
                  <a:pt x="14424" y="18900"/>
                </a:lnTo>
                <a:lnTo>
                  <a:pt x="11552" y="18900"/>
                </a:lnTo>
                <a:lnTo>
                  <a:pt x="8640" y="18900"/>
                </a:lnTo>
                <a:lnTo>
                  <a:pt x="8640" y="18098"/>
                </a:lnTo>
                <a:lnTo>
                  <a:pt x="8640" y="17294"/>
                </a:lnTo>
                <a:lnTo>
                  <a:pt x="8640" y="16486"/>
                </a:lnTo>
                <a:lnTo>
                  <a:pt x="8640" y="15672"/>
                </a:lnTo>
                <a:lnTo>
                  <a:pt x="8640" y="14850"/>
                </a:lnTo>
                <a:lnTo>
                  <a:pt x="5784" y="14850"/>
                </a:lnTo>
                <a:lnTo>
                  <a:pt x="2912" y="14850"/>
                </a:lnTo>
                <a:lnTo>
                  <a:pt x="0" y="14850"/>
                </a:lnTo>
                <a:lnTo>
                  <a:pt x="0" y="13931"/>
                </a:lnTo>
                <a:lnTo>
                  <a:pt x="0" y="13013"/>
                </a:lnTo>
                <a:lnTo>
                  <a:pt x="0" y="12092"/>
                </a:lnTo>
                <a:lnTo>
                  <a:pt x="0" y="11173"/>
                </a:lnTo>
                <a:lnTo>
                  <a:pt x="0" y="10252"/>
                </a:lnTo>
                <a:lnTo>
                  <a:pt x="0" y="9329"/>
                </a:lnTo>
                <a:lnTo>
                  <a:pt x="0" y="8405"/>
                </a:lnTo>
                <a:lnTo>
                  <a:pt x="0" y="7480"/>
                </a:lnTo>
                <a:lnTo>
                  <a:pt x="0" y="6554"/>
                </a:lnTo>
                <a:lnTo>
                  <a:pt x="0" y="5625"/>
                </a:lnTo>
                <a:lnTo>
                  <a:pt x="0" y="4694"/>
                </a:lnTo>
                <a:lnTo>
                  <a:pt x="0" y="3761"/>
                </a:lnTo>
                <a:lnTo>
                  <a:pt x="0" y="2826"/>
                </a:lnTo>
                <a:lnTo>
                  <a:pt x="0" y="1887"/>
                </a:lnTo>
                <a:lnTo>
                  <a:pt x="0" y="945"/>
                </a:lnTo>
                <a:lnTo>
                  <a:pt x="0" y="0"/>
                </a:lnTo>
                <a:close/>
              </a:path>
            </a:pathLst>
          </a:custGeom>
          <a:solidFill>
            <a:srgbClr val="919B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29" name="contour_10827"/>
          <p:cNvSpPr/>
          <p:nvPr/>
        </p:nvSpPr>
        <p:spPr>
          <a:xfrm>
            <a:off x="4958921" y="2959457"/>
            <a:ext cx="58304" cy="43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78"/>
                </a:moveTo>
                <a:lnTo>
                  <a:pt x="20412" y="5383"/>
                </a:lnTo>
                <a:lnTo>
                  <a:pt x="19224" y="7391"/>
                </a:lnTo>
                <a:lnTo>
                  <a:pt x="18033" y="9399"/>
                </a:lnTo>
                <a:lnTo>
                  <a:pt x="16837" y="11410"/>
                </a:lnTo>
                <a:lnTo>
                  <a:pt x="15641" y="13433"/>
                </a:lnTo>
                <a:lnTo>
                  <a:pt x="14440" y="15459"/>
                </a:lnTo>
                <a:lnTo>
                  <a:pt x="13233" y="17496"/>
                </a:lnTo>
                <a:lnTo>
                  <a:pt x="12020" y="19541"/>
                </a:lnTo>
                <a:lnTo>
                  <a:pt x="10800" y="21600"/>
                </a:lnTo>
                <a:lnTo>
                  <a:pt x="10800" y="19191"/>
                </a:lnTo>
                <a:lnTo>
                  <a:pt x="10800" y="16768"/>
                </a:lnTo>
                <a:lnTo>
                  <a:pt x="10800" y="14311"/>
                </a:lnTo>
                <a:lnTo>
                  <a:pt x="9196" y="15033"/>
                </a:lnTo>
                <a:lnTo>
                  <a:pt x="7587" y="15758"/>
                </a:lnTo>
                <a:lnTo>
                  <a:pt x="5972" y="16483"/>
                </a:lnTo>
                <a:lnTo>
                  <a:pt x="4344" y="17216"/>
                </a:lnTo>
                <a:lnTo>
                  <a:pt x="2700" y="17956"/>
                </a:lnTo>
                <a:lnTo>
                  <a:pt x="2255" y="15550"/>
                </a:lnTo>
                <a:lnTo>
                  <a:pt x="1809" y="13141"/>
                </a:lnTo>
                <a:lnTo>
                  <a:pt x="1361" y="10722"/>
                </a:lnTo>
                <a:lnTo>
                  <a:pt x="910" y="8291"/>
                </a:lnTo>
                <a:lnTo>
                  <a:pt x="456" y="5846"/>
                </a:lnTo>
                <a:lnTo>
                  <a:pt x="0" y="3378"/>
                </a:lnTo>
                <a:lnTo>
                  <a:pt x="1550" y="2956"/>
                </a:lnTo>
                <a:lnTo>
                  <a:pt x="3102" y="2540"/>
                </a:lnTo>
                <a:lnTo>
                  <a:pt x="4655" y="2132"/>
                </a:lnTo>
                <a:lnTo>
                  <a:pt x="6207" y="1727"/>
                </a:lnTo>
                <a:lnTo>
                  <a:pt x="7762" y="1330"/>
                </a:lnTo>
                <a:lnTo>
                  <a:pt x="9204" y="948"/>
                </a:lnTo>
                <a:lnTo>
                  <a:pt x="10657" y="565"/>
                </a:lnTo>
                <a:lnTo>
                  <a:pt x="12128" y="175"/>
                </a:lnTo>
                <a:lnTo>
                  <a:pt x="13870" y="7"/>
                </a:lnTo>
                <a:lnTo>
                  <a:pt x="15193" y="0"/>
                </a:lnTo>
                <a:lnTo>
                  <a:pt x="16367" y="244"/>
                </a:lnTo>
                <a:lnTo>
                  <a:pt x="17650" y="831"/>
                </a:lnTo>
                <a:lnTo>
                  <a:pt x="19305" y="1844"/>
                </a:lnTo>
                <a:lnTo>
                  <a:pt x="21600" y="3378"/>
                </a:lnTo>
                <a:close/>
              </a:path>
            </a:pathLst>
          </a:custGeom>
          <a:solidFill>
            <a:srgbClr val="2C2A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0" name="contour_10828"/>
          <p:cNvSpPr/>
          <p:nvPr/>
        </p:nvSpPr>
        <p:spPr>
          <a:xfrm>
            <a:off x="1883884" y="2950726"/>
            <a:ext cx="72384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17" y="0"/>
                </a:moveTo>
                <a:lnTo>
                  <a:pt x="5439" y="30"/>
                </a:lnTo>
                <a:lnTo>
                  <a:pt x="6761" y="105"/>
                </a:lnTo>
                <a:lnTo>
                  <a:pt x="8084" y="223"/>
                </a:lnTo>
                <a:lnTo>
                  <a:pt x="9406" y="367"/>
                </a:lnTo>
                <a:lnTo>
                  <a:pt x="10726" y="527"/>
                </a:lnTo>
                <a:lnTo>
                  <a:pt x="10726" y="3308"/>
                </a:lnTo>
                <a:lnTo>
                  <a:pt x="10726" y="6094"/>
                </a:lnTo>
                <a:lnTo>
                  <a:pt x="10726" y="8893"/>
                </a:lnTo>
                <a:lnTo>
                  <a:pt x="10726" y="11704"/>
                </a:lnTo>
                <a:lnTo>
                  <a:pt x="10726" y="14532"/>
                </a:lnTo>
                <a:lnTo>
                  <a:pt x="10726" y="17385"/>
                </a:lnTo>
                <a:lnTo>
                  <a:pt x="12264" y="17385"/>
                </a:lnTo>
                <a:lnTo>
                  <a:pt x="13803" y="17385"/>
                </a:lnTo>
                <a:lnTo>
                  <a:pt x="15347" y="17385"/>
                </a:lnTo>
                <a:lnTo>
                  <a:pt x="16898" y="17385"/>
                </a:lnTo>
                <a:lnTo>
                  <a:pt x="18455" y="17385"/>
                </a:lnTo>
                <a:lnTo>
                  <a:pt x="20021" y="17385"/>
                </a:lnTo>
                <a:lnTo>
                  <a:pt x="21600" y="17385"/>
                </a:lnTo>
                <a:lnTo>
                  <a:pt x="21600" y="19476"/>
                </a:lnTo>
                <a:lnTo>
                  <a:pt x="21600" y="21600"/>
                </a:lnTo>
                <a:lnTo>
                  <a:pt x="20219" y="21389"/>
                </a:lnTo>
                <a:lnTo>
                  <a:pt x="18840" y="21174"/>
                </a:lnTo>
                <a:lnTo>
                  <a:pt x="17464" y="20955"/>
                </a:lnTo>
                <a:lnTo>
                  <a:pt x="16085" y="20728"/>
                </a:lnTo>
                <a:lnTo>
                  <a:pt x="14706" y="20496"/>
                </a:lnTo>
                <a:lnTo>
                  <a:pt x="13329" y="20260"/>
                </a:lnTo>
                <a:lnTo>
                  <a:pt x="11950" y="20020"/>
                </a:lnTo>
                <a:lnTo>
                  <a:pt x="10574" y="19821"/>
                </a:lnTo>
                <a:lnTo>
                  <a:pt x="9175" y="19623"/>
                </a:lnTo>
                <a:lnTo>
                  <a:pt x="7858" y="19379"/>
                </a:lnTo>
                <a:lnTo>
                  <a:pt x="6520" y="19130"/>
                </a:lnTo>
                <a:lnTo>
                  <a:pt x="5911" y="19029"/>
                </a:lnTo>
                <a:lnTo>
                  <a:pt x="4071" y="18730"/>
                </a:lnTo>
                <a:lnTo>
                  <a:pt x="2581" y="17634"/>
                </a:lnTo>
                <a:lnTo>
                  <a:pt x="1690" y="16243"/>
                </a:lnTo>
                <a:lnTo>
                  <a:pt x="633" y="13356"/>
                </a:lnTo>
                <a:lnTo>
                  <a:pt x="187" y="10739"/>
                </a:lnTo>
                <a:lnTo>
                  <a:pt x="0" y="8914"/>
                </a:lnTo>
                <a:lnTo>
                  <a:pt x="37" y="7026"/>
                </a:lnTo>
                <a:lnTo>
                  <a:pt x="261" y="4215"/>
                </a:lnTo>
                <a:lnTo>
                  <a:pt x="1581" y="1602"/>
                </a:lnTo>
                <a:lnTo>
                  <a:pt x="2581" y="506"/>
                </a:lnTo>
                <a:lnTo>
                  <a:pt x="4117" y="0"/>
                </a:lnTo>
                <a:close/>
              </a:path>
            </a:pathLst>
          </a:custGeom>
          <a:solidFill>
            <a:srgbClr val="8382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1" name="contour_10829"/>
          <p:cNvSpPr/>
          <p:nvPr/>
        </p:nvSpPr>
        <p:spPr>
          <a:xfrm>
            <a:off x="4696553" y="2951637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2380"/>
                </a:lnTo>
                <a:lnTo>
                  <a:pt x="21600" y="4774"/>
                </a:lnTo>
                <a:lnTo>
                  <a:pt x="21600" y="7200"/>
                </a:lnTo>
                <a:lnTo>
                  <a:pt x="20242" y="8395"/>
                </a:lnTo>
                <a:lnTo>
                  <a:pt x="19246" y="9166"/>
                </a:lnTo>
                <a:lnTo>
                  <a:pt x="18117" y="9857"/>
                </a:lnTo>
                <a:lnTo>
                  <a:pt x="16367" y="10800"/>
                </a:lnTo>
                <a:lnTo>
                  <a:pt x="13770" y="12222"/>
                </a:lnTo>
                <a:lnTo>
                  <a:pt x="12112" y="13316"/>
                </a:lnTo>
                <a:lnTo>
                  <a:pt x="11059" y="14447"/>
                </a:lnTo>
                <a:lnTo>
                  <a:pt x="10279" y="15962"/>
                </a:lnTo>
                <a:lnTo>
                  <a:pt x="9439" y="18223"/>
                </a:lnTo>
                <a:lnTo>
                  <a:pt x="8775" y="19901"/>
                </a:lnTo>
                <a:lnTo>
                  <a:pt x="8100" y="21600"/>
                </a:lnTo>
                <a:lnTo>
                  <a:pt x="6315" y="21600"/>
                </a:lnTo>
                <a:lnTo>
                  <a:pt x="4520" y="21600"/>
                </a:lnTo>
                <a:lnTo>
                  <a:pt x="2700" y="21600"/>
                </a:lnTo>
                <a:lnTo>
                  <a:pt x="2894" y="20650"/>
                </a:lnTo>
                <a:lnTo>
                  <a:pt x="3480" y="17788"/>
                </a:lnTo>
                <a:lnTo>
                  <a:pt x="3931" y="15325"/>
                </a:lnTo>
                <a:lnTo>
                  <a:pt x="4388" y="12823"/>
                </a:lnTo>
                <a:lnTo>
                  <a:pt x="4857" y="10375"/>
                </a:lnTo>
                <a:lnTo>
                  <a:pt x="5338" y="7888"/>
                </a:lnTo>
                <a:lnTo>
                  <a:pt x="5351" y="6822"/>
                </a:lnTo>
                <a:lnTo>
                  <a:pt x="5400" y="3600"/>
                </a:lnTo>
                <a:lnTo>
                  <a:pt x="4063" y="2707"/>
                </a:lnTo>
                <a:lnTo>
                  <a:pt x="2722" y="1814"/>
                </a:lnTo>
                <a:lnTo>
                  <a:pt x="1369" y="911"/>
                </a:lnTo>
                <a:lnTo>
                  <a:pt x="0" y="0"/>
                </a:lnTo>
                <a:close/>
              </a:path>
            </a:pathLst>
          </a:custGeom>
          <a:solidFill>
            <a:srgbClr val="3B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2" name="contour_10830"/>
          <p:cNvSpPr/>
          <p:nvPr/>
        </p:nvSpPr>
        <p:spPr>
          <a:xfrm>
            <a:off x="3856328" y="2944349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0"/>
                </a:moveTo>
                <a:lnTo>
                  <a:pt x="4068" y="0"/>
                </a:lnTo>
                <a:lnTo>
                  <a:pt x="6959" y="0"/>
                </a:lnTo>
                <a:lnTo>
                  <a:pt x="9859" y="0"/>
                </a:lnTo>
                <a:lnTo>
                  <a:pt x="12771" y="0"/>
                </a:lnTo>
                <a:lnTo>
                  <a:pt x="15695" y="0"/>
                </a:lnTo>
                <a:lnTo>
                  <a:pt x="1863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933" y="21384"/>
                </a:lnTo>
                <a:lnTo>
                  <a:pt x="16315" y="21129"/>
                </a:lnTo>
                <a:lnTo>
                  <a:pt x="13734" y="20805"/>
                </a:lnTo>
                <a:lnTo>
                  <a:pt x="11182" y="20390"/>
                </a:lnTo>
                <a:lnTo>
                  <a:pt x="8658" y="19855"/>
                </a:lnTo>
                <a:lnTo>
                  <a:pt x="6155" y="19176"/>
                </a:lnTo>
                <a:lnTo>
                  <a:pt x="3663" y="18325"/>
                </a:lnTo>
                <a:lnTo>
                  <a:pt x="1180" y="17280"/>
                </a:lnTo>
                <a:lnTo>
                  <a:pt x="380" y="14252"/>
                </a:lnTo>
                <a:lnTo>
                  <a:pt x="16" y="11478"/>
                </a:lnTo>
                <a:lnTo>
                  <a:pt x="0" y="8813"/>
                </a:lnTo>
                <a:lnTo>
                  <a:pt x="249" y="6108"/>
                </a:lnTo>
                <a:lnTo>
                  <a:pt x="670" y="3218"/>
                </a:lnTo>
                <a:lnTo>
                  <a:pt x="1180" y="0"/>
                </a:lnTo>
                <a:close/>
              </a:path>
            </a:pathLst>
          </a:custGeom>
          <a:solidFill>
            <a:srgbClr val="B9A5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3" name="contour_10831"/>
          <p:cNvSpPr/>
          <p:nvPr/>
        </p:nvSpPr>
        <p:spPr>
          <a:xfrm>
            <a:off x="6919391" y="2893333"/>
            <a:ext cx="5087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84" y="0"/>
                </a:moveTo>
                <a:lnTo>
                  <a:pt x="11122" y="0"/>
                </a:lnTo>
                <a:lnTo>
                  <a:pt x="12966" y="0"/>
                </a:lnTo>
                <a:lnTo>
                  <a:pt x="14817" y="0"/>
                </a:lnTo>
                <a:lnTo>
                  <a:pt x="16683" y="0"/>
                </a:lnTo>
                <a:lnTo>
                  <a:pt x="18567" y="0"/>
                </a:lnTo>
                <a:lnTo>
                  <a:pt x="18973" y="1547"/>
                </a:lnTo>
                <a:lnTo>
                  <a:pt x="19369" y="3100"/>
                </a:lnTo>
                <a:lnTo>
                  <a:pt x="19753" y="4652"/>
                </a:lnTo>
                <a:lnTo>
                  <a:pt x="20130" y="6207"/>
                </a:lnTo>
                <a:lnTo>
                  <a:pt x="20501" y="7762"/>
                </a:lnTo>
                <a:lnTo>
                  <a:pt x="20860" y="9204"/>
                </a:lnTo>
                <a:lnTo>
                  <a:pt x="21222" y="10657"/>
                </a:lnTo>
                <a:lnTo>
                  <a:pt x="21591" y="12128"/>
                </a:lnTo>
                <a:lnTo>
                  <a:pt x="21600" y="14140"/>
                </a:lnTo>
                <a:lnTo>
                  <a:pt x="21455" y="15528"/>
                </a:lnTo>
                <a:lnTo>
                  <a:pt x="21003" y="16637"/>
                </a:lnTo>
                <a:lnTo>
                  <a:pt x="20115" y="17820"/>
                </a:lnTo>
                <a:lnTo>
                  <a:pt x="18639" y="19426"/>
                </a:lnTo>
                <a:lnTo>
                  <a:pt x="17852" y="19966"/>
                </a:lnTo>
                <a:lnTo>
                  <a:pt x="15473" y="21600"/>
                </a:lnTo>
                <a:lnTo>
                  <a:pt x="15473" y="19815"/>
                </a:lnTo>
                <a:lnTo>
                  <a:pt x="15473" y="18020"/>
                </a:lnTo>
                <a:lnTo>
                  <a:pt x="15473" y="16200"/>
                </a:lnTo>
                <a:lnTo>
                  <a:pt x="13285" y="16200"/>
                </a:lnTo>
                <a:lnTo>
                  <a:pt x="11094" y="16200"/>
                </a:lnTo>
                <a:lnTo>
                  <a:pt x="8897" y="16200"/>
                </a:lnTo>
                <a:lnTo>
                  <a:pt x="6690" y="16200"/>
                </a:lnTo>
                <a:lnTo>
                  <a:pt x="4475" y="16200"/>
                </a:lnTo>
                <a:lnTo>
                  <a:pt x="2247" y="16200"/>
                </a:lnTo>
                <a:lnTo>
                  <a:pt x="0" y="16200"/>
                </a:lnTo>
                <a:lnTo>
                  <a:pt x="613" y="14596"/>
                </a:lnTo>
                <a:lnTo>
                  <a:pt x="1229" y="12987"/>
                </a:lnTo>
                <a:lnTo>
                  <a:pt x="1844" y="11372"/>
                </a:lnTo>
                <a:lnTo>
                  <a:pt x="2466" y="9744"/>
                </a:lnTo>
                <a:lnTo>
                  <a:pt x="3095" y="8100"/>
                </a:lnTo>
                <a:lnTo>
                  <a:pt x="3095" y="9885"/>
                </a:lnTo>
                <a:lnTo>
                  <a:pt x="3095" y="11680"/>
                </a:lnTo>
                <a:lnTo>
                  <a:pt x="3095" y="13500"/>
                </a:lnTo>
                <a:lnTo>
                  <a:pt x="4933" y="12965"/>
                </a:lnTo>
                <a:lnTo>
                  <a:pt x="6777" y="12428"/>
                </a:lnTo>
                <a:lnTo>
                  <a:pt x="8628" y="11891"/>
                </a:lnTo>
                <a:lnTo>
                  <a:pt x="10494" y="11348"/>
                </a:lnTo>
                <a:lnTo>
                  <a:pt x="12378" y="10800"/>
                </a:lnTo>
                <a:lnTo>
                  <a:pt x="11868" y="9018"/>
                </a:lnTo>
                <a:lnTo>
                  <a:pt x="11357" y="7233"/>
                </a:lnTo>
                <a:lnTo>
                  <a:pt x="10843" y="5440"/>
                </a:lnTo>
                <a:lnTo>
                  <a:pt x="10327" y="3640"/>
                </a:lnTo>
                <a:lnTo>
                  <a:pt x="9807" y="1828"/>
                </a:lnTo>
                <a:lnTo>
                  <a:pt x="9284" y="0"/>
                </a:lnTo>
                <a:close/>
              </a:path>
            </a:pathLst>
          </a:custGeom>
          <a:solidFill>
            <a:srgbClr val="51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4" name="contour_10832"/>
          <p:cNvSpPr/>
          <p:nvPr/>
        </p:nvSpPr>
        <p:spPr>
          <a:xfrm>
            <a:off x="7456632" y="2907909"/>
            <a:ext cx="3851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1" y="0"/>
                </a:moveTo>
                <a:lnTo>
                  <a:pt x="3859" y="0"/>
                </a:lnTo>
                <a:lnTo>
                  <a:pt x="6561" y="0"/>
                </a:lnTo>
                <a:lnTo>
                  <a:pt x="9275" y="0"/>
                </a:lnTo>
                <a:lnTo>
                  <a:pt x="12002" y="0"/>
                </a:lnTo>
                <a:lnTo>
                  <a:pt x="14745" y="0"/>
                </a:lnTo>
                <a:lnTo>
                  <a:pt x="17512" y="0"/>
                </a:lnTo>
                <a:lnTo>
                  <a:pt x="17962" y="2376"/>
                </a:lnTo>
                <a:lnTo>
                  <a:pt x="18412" y="4756"/>
                </a:lnTo>
                <a:lnTo>
                  <a:pt x="18861" y="7135"/>
                </a:lnTo>
                <a:lnTo>
                  <a:pt x="19315" y="9522"/>
                </a:lnTo>
                <a:lnTo>
                  <a:pt x="19769" y="11916"/>
                </a:lnTo>
                <a:lnTo>
                  <a:pt x="20222" y="14321"/>
                </a:lnTo>
                <a:lnTo>
                  <a:pt x="20680" y="16733"/>
                </a:lnTo>
                <a:lnTo>
                  <a:pt x="21138" y="19159"/>
                </a:lnTo>
                <a:lnTo>
                  <a:pt x="21600" y="21600"/>
                </a:lnTo>
                <a:lnTo>
                  <a:pt x="16834" y="20336"/>
                </a:lnTo>
                <a:lnTo>
                  <a:pt x="13179" y="19346"/>
                </a:lnTo>
                <a:lnTo>
                  <a:pt x="10395" y="18544"/>
                </a:lnTo>
                <a:lnTo>
                  <a:pt x="8245" y="17845"/>
                </a:lnTo>
                <a:lnTo>
                  <a:pt x="6483" y="17168"/>
                </a:lnTo>
                <a:lnTo>
                  <a:pt x="4877" y="16423"/>
                </a:lnTo>
                <a:lnTo>
                  <a:pt x="3180" y="15527"/>
                </a:lnTo>
                <a:lnTo>
                  <a:pt x="1161" y="14400"/>
                </a:lnTo>
                <a:lnTo>
                  <a:pt x="392" y="11848"/>
                </a:lnTo>
                <a:lnTo>
                  <a:pt x="29" y="9536"/>
                </a:lnTo>
                <a:lnTo>
                  <a:pt x="0" y="7330"/>
                </a:lnTo>
                <a:lnTo>
                  <a:pt x="233" y="5094"/>
                </a:lnTo>
                <a:lnTo>
                  <a:pt x="642" y="2696"/>
                </a:lnTo>
                <a:lnTo>
                  <a:pt x="1161" y="0"/>
                </a:lnTo>
                <a:close/>
              </a:path>
            </a:pathLst>
          </a:custGeom>
          <a:solidFill>
            <a:srgbClr val="E5EE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5" name="contour_10833"/>
          <p:cNvSpPr/>
          <p:nvPr/>
        </p:nvSpPr>
        <p:spPr>
          <a:xfrm>
            <a:off x="4747569" y="2915197"/>
            <a:ext cx="51016" cy="45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465" y="2253"/>
                </a:lnTo>
                <a:lnTo>
                  <a:pt x="20100" y="3917"/>
                </a:lnTo>
                <a:lnTo>
                  <a:pt x="20569" y="5488"/>
                </a:lnTo>
                <a:lnTo>
                  <a:pt x="21020" y="7462"/>
                </a:lnTo>
                <a:lnTo>
                  <a:pt x="21600" y="10335"/>
                </a:lnTo>
                <a:lnTo>
                  <a:pt x="20606" y="12805"/>
                </a:lnTo>
                <a:lnTo>
                  <a:pt x="19829" y="14593"/>
                </a:lnTo>
                <a:lnTo>
                  <a:pt x="19094" y="15988"/>
                </a:lnTo>
                <a:lnTo>
                  <a:pt x="18227" y="17273"/>
                </a:lnTo>
                <a:lnTo>
                  <a:pt x="17064" y="18737"/>
                </a:lnTo>
                <a:lnTo>
                  <a:pt x="15429" y="20670"/>
                </a:lnTo>
                <a:lnTo>
                  <a:pt x="13040" y="21290"/>
                </a:lnTo>
                <a:lnTo>
                  <a:pt x="11365" y="21600"/>
                </a:lnTo>
                <a:lnTo>
                  <a:pt x="9958" y="21600"/>
                </a:lnTo>
                <a:lnTo>
                  <a:pt x="8375" y="21290"/>
                </a:lnTo>
                <a:lnTo>
                  <a:pt x="6171" y="20670"/>
                </a:lnTo>
                <a:lnTo>
                  <a:pt x="5221" y="18313"/>
                </a:lnTo>
                <a:lnTo>
                  <a:pt x="4585" y="16598"/>
                </a:lnTo>
                <a:lnTo>
                  <a:pt x="4116" y="15027"/>
                </a:lnTo>
                <a:lnTo>
                  <a:pt x="3666" y="13105"/>
                </a:lnTo>
                <a:lnTo>
                  <a:pt x="3086" y="10335"/>
                </a:lnTo>
                <a:lnTo>
                  <a:pt x="2320" y="8630"/>
                </a:lnTo>
                <a:lnTo>
                  <a:pt x="1555" y="6914"/>
                </a:lnTo>
                <a:lnTo>
                  <a:pt x="781" y="5192"/>
                </a:lnTo>
                <a:lnTo>
                  <a:pt x="0" y="3445"/>
                </a:lnTo>
                <a:lnTo>
                  <a:pt x="2037" y="3066"/>
                </a:lnTo>
                <a:lnTo>
                  <a:pt x="4076" y="2687"/>
                </a:lnTo>
                <a:lnTo>
                  <a:pt x="6116" y="2308"/>
                </a:lnTo>
                <a:lnTo>
                  <a:pt x="8162" y="1926"/>
                </a:lnTo>
                <a:lnTo>
                  <a:pt x="10214" y="1543"/>
                </a:lnTo>
                <a:lnTo>
                  <a:pt x="12275" y="1161"/>
                </a:lnTo>
                <a:lnTo>
                  <a:pt x="14342" y="775"/>
                </a:lnTo>
                <a:lnTo>
                  <a:pt x="16422" y="389"/>
                </a:lnTo>
                <a:lnTo>
                  <a:pt x="18514" y="0"/>
                </a:lnTo>
                <a:close/>
              </a:path>
            </a:pathLst>
          </a:custGeom>
          <a:solidFill>
            <a:srgbClr val="7564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6" name="contour_10834"/>
          <p:cNvSpPr/>
          <p:nvPr/>
        </p:nvSpPr>
        <p:spPr>
          <a:xfrm>
            <a:off x="2159020" y="2907909"/>
            <a:ext cx="45040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95" y="2706"/>
                </a:lnTo>
                <a:lnTo>
                  <a:pt x="21348" y="5342"/>
                </a:lnTo>
                <a:lnTo>
                  <a:pt x="21128" y="7925"/>
                </a:lnTo>
                <a:lnTo>
                  <a:pt x="20817" y="10467"/>
                </a:lnTo>
                <a:lnTo>
                  <a:pt x="20384" y="12973"/>
                </a:lnTo>
                <a:lnTo>
                  <a:pt x="19803" y="15458"/>
                </a:lnTo>
                <a:lnTo>
                  <a:pt x="19056" y="17931"/>
                </a:lnTo>
                <a:lnTo>
                  <a:pt x="18105" y="20404"/>
                </a:lnTo>
                <a:lnTo>
                  <a:pt x="15571" y="21086"/>
                </a:lnTo>
                <a:lnTo>
                  <a:pt x="13086" y="21469"/>
                </a:lnTo>
                <a:lnTo>
                  <a:pt x="10629" y="21600"/>
                </a:lnTo>
                <a:lnTo>
                  <a:pt x="8175" y="21518"/>
                </a:lnTo>
                <a:lnTo>
                  <a:pt x="5708" y="21265"/>
                </a:lnTo>
                <a:lnTo>
                  <a:pt x="3198" y="20878"/>
                </a:lnTo>
                <a:lnTo>
                  <a:pt x="629" y="20404"/>
                </a:lnTo>
                <a:lnTo>
                  <a:pt x="210" y="17613"/>
                </a:lnTo>
                <a:lnTo>
                  <a:pt x="0" y="15581"/>
                </a:lnTo>
                <a:lnTo>
                  <a:pt x="0" y="13720"/>
                </a:lnTo>
                <a:lnTo>
                  <a:pt x="210" y="11443"/>
                </a:lnTo>
                <a:lnTo>
                  <a:pt x="629" y="8162"/>
                </a:lnTo>
                <a:lnTo>
                  <a:pt x="2817" y="6285"/>
                </a:lnTo>
                <a:lnTo>
                  <a:pt x="4981" y="4685"/>
                </a:lnTo>
                <a:lnTo>
                  <a:pt x="7151" y="3350"/>
                </a:lnTo>
                <a:lnTo>
                  <a:pt x="9346" y="2261"/>
                </a:lnTo>
                <a:lnTo>
                  <a:pt x="11597" y="1404"/>
                </a:lnTo>
                <a:lnTo>
                  <a:pt x="13921" y="767"/>
                </a:lnTo>
                <a:lnTo>
                  <a:pt x="16347" y="331"/>
                </a:lnTo>
                <a:lnTo>
                  <a:pt x="18898" y="82"/>
                </a:lnTo>
                <a:lnTo>
                  <a:pt x="21600" y="0"/>
                </a:lnTo>
                <a:close/>
              </a:path>
            </a:pathLst>
          </a:custGeom>
          <a:solidFill>
            <a:srgbClr val="A08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7" name="contour_10835"/>
          <p:cNvSpPr/>
          <p:nvPr/>
        </p:nvSpPr>
        <p:spPr>
          <a:xfrm>
            <a:off x="10213563" y="2886045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5" y="361"/>
                </a:lnTo>
                <a:lnTo>
                  <a:pt x="6353" y="660"/>
                </a:lnTo>
                <a:lnTo>
                  <a:pt x="8452" y="926"/>
                </a:lnTo>
                <a:lnTo>
                  <a:pt x="10078" y="1200"/>
                </a:lnTo>
                <a:lnTo>
                  <a:pt x="11405" y="1518"/>
                </a:lnTo>
                <a:lnTo>
                  <a:pt x="12621" y="1913"/>
                </a:lnTo>
                <a:lnTo>
                  <a:pt x="13901" y="2422"/>
                </a:lnTo>
                <a:lnTo>
                  <a:pt x="15429" y="3086"/>
                </a:lnTo>
                <a:lnTo>
                  <a:pt x="15864" y="5057"/>
                </a:lnTo>
                <a:lnTo>
                  <a:pt x="16033" y="6900"/>
                </a:lnTo>
                <a:lnTo>
                  <a:pt x="15999" y="8708"/>
                </a:lnTo>
                <a:lnTo>
                  <a:pt x="15824" y="10572"/>
                </a:lnTo>
                <a:lnTo>
                  <a:pt x="15561" y="12584"/>
                </a:lnTo>
                <a:lnTo>
                  <a:pt x="15496" y="13997"/>
                </a:lnTo>
                <a:lnTo>
                  <a:pt x="15429" y="15429"/>
                </a:lnTo>
                <a:lnTo>
                  <a:pt x="17261" y="16780"/>
                </a:lnTo>
                <a:lnTo>
                  <a:pt x="18514" y="17552"/>
                </a:lnTo>
                <a:lnTo>
                  <a:pt x="19767" y="18033"/>
                </a:lnTo>
                <a:lnTo>
                  <a:pt x="21600" y="18514"/>
                </a:lnTo>
                <a:lnTo>
                  <a:pt x="19563" y="19023"/>
                </a:lnTo>
                <a:lnTo>
                  <a:pt x="17524" y="19533"/>
                </a:lnTo>
                <a:lnTo>
                  <a:pt x="15475" y="20045"/>
                </a:lnTo>
                <a:lnTo>
                  <a:pt x="13417" y="20560"/>
                </a:lnTo>
                <a:lnTo>
                  <a:pt x="11346" y="21079"/>
                </a:lnTo>
                <a:lnTo>
                  <a:pt x="9257" y="21600"/>
                </a:lnTo>
                <a:lnTo>
                  <a:pt x="8424" y="19656"/>
                </a:lnTo>
                <a:lnTo>
                  <a:pt x="7591" y="17712"/>
                </a:lnTo>
                <a:lnTo>
                  <a:pt x="6755" y="15765"/>
                </a:lnTo>
                <a:lnTo>
                  <a:pt x="5921" y="13815"/>
                </a:lnTo>
                <a:lnTo>
                  <a:pt x="5082" y="11858"/>
                </a:lnTo>
                <a:lnTo>
                  <a:pt x="4243" y="9902"/>
                </a:lnTo>
                <a:lnTo>
                  <a:pt x="3400" y="7936"/>
                </a:lnTo>
                <a:lnTo>
                  <a:pt x="2555" y="5965"/>
                </a:lnTo>
                <a:lnTo>
                  <a:pt x="1709" y="3987"/>
                </a:lnTo>
                <a:lnTo>
                  <a:pt x="855" y="1996"/>
                </a:lnTo>
                <a:lnTo>
                  <a:pt x="0" y="0"/>
                </a:lnTo>
                <a:close/>
              </a:path>
            </a:pathLst>
          </a:custGeom>
          <a:solidFill>
            <a:srgbClr val="C3B0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8" name="contour_10836"/>
          <p:cNvSpPr/>
          <p:nvPr/>
        </p:nvSpPr>
        <p:spPr>
          <a:xfrm>
            <a:off x="7961996" y="2891911"/>
            <a:ext cx="50593" cy="45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18" y="0"/>
                </a:moveTo>
                <a:lnTo>
                  <a:pt x="9017" y="80"/>
                </a:lnTo>
                <a:lnTo>
                  <a:pt x="10728" y="160"/>
                </a:lnTo>
                <a:lnTo>
                  <a:pt x="12458" y="244"/>
                </a:lnTo>
                <a:lnTo>
                  <a:pt x="13218" y="272"/>
                </a:lnTo>
                <a:lnTo>
                  <a:pt x="14559" y="321"/>
                </a:lnTo>
                <a:lnTo>
                  <a:pt x="17624" y="436"/>
                </a:lnTo>
                <a:lnTo>
                  <a:pt x="19599" y="554"/>
                </a:lnTo>
                <a:lnTo>
                  <a:pt x="21600" y="680"/>
                </a:lnTo>
                <a:lnTo>
                  <a:pt x="20760" y="3162"/>
                </a:lnTo>
                <a:lnTo>
                  <a:pt x="19904" y="5478"/>
                </a:lnTo>
                <a:lnTo>
                  <a:pt x="19005" y="7632"/>
                </a:lnTo>
                <a:lnTo>
                  <a:pt x="18028" y="9637"/>
                </a:lnTo>
                <a:lnTo>
                  <a:pt x="16945" y="11499"/>
                </a:lnTo>
                <a:lnTo>
                  <a:pt x="15719" y="13228"/>
                </a:lnTo>
                <a:lnTo>
                  <a:pt x="14322" y="14832"/>
                </a:lnTo>
                <a:lnTo>
                  <a:pt x="12717" y="16321"/>
                </a:lnTo>
                <a:lnTo>
                  <a:pt x="10875" y="17702"/>
                </a:lnTo>
                <a:lnTo>
                  <a:pt x="8765" y="18985"/>
                </a:lnTo>
                <a:lnTo>
                  <a:pt x="6833" y="19888"/>
                </a:lnTo>
                <a:lnTo>
                  <a:pt x="4888" y="20763"/>
                </a:lnTo>
                <a:lnTo>
                  <a:pt x="2931" y="21600"/>
                </a:lnTo>
                <a:lnTo>
                  <a:pt x="1814" y="17406"/>
                </a:lnTo>
                <a:lnTo>
                  <a:pt x="986" y="14187"/>
                </a:lnTo>
                <a:lnTo>
                  <a:pt x="426" y="11743"/>
                </a:lnTo>
                <a:lnTo>
                  <a:pt x="106" y="9857"/>
                </a:lnTo>
                <a:lnTo>
                  <a:pt x="0" y="8323"/>
                </a:lnTo>
                <a:lnTo>
                  <a:pt x="78" y="6928"/>
                </a:lnTo>
                <a:lnTo>
                  <a:pt x="317" y="5467"/>
                </a:lnTo>
                <a:lnTo>
                  <a:pt x="694" y="3731"/>
                </a:lnTo>
                <a:lnTo>
                  <a:pt x="2057" y="1956"/>
                </a:lnTo>
                <a:lnTo>
                  <a:pt x="3202" y="976"/>
                </a:lnTo>
                <a:lnTo>
                  <a:pt x="4748" y="439"/>
                </a:lnTo>
                <a:lnTo>
                  <a:pt x="7318" y="0"/>
                </a:lnTo>
                <a:close/>
              </a:path>
            </a:pathLst>
          </a:custGeom>
          <a:solidFill>
            <a:srgbClr val="D9E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39" name="contour_10837"/>
          <p:cNvSpPr/>
          <p:nvPr/>
        </p:nvSpPr>
        <p:spPr>
          <a:xfrm>
            <a:off x="10038651" y="2886045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2343" y="1785"/>
                </a:lnTo>
                <a:lnTo>
                  <a:pt x="12343" y="3580"/>
                </a:lnTo>
                <a:lnTo>
                  <a:pt x="12343" y="5400"/>
                </a:lnTo>
                <a:lnTo>
                  <a:pt x="14383" y="5400"/>
                </a:lnTo>
                <a:lnTo>
                  <a:pt x="16435" y="5400"/>
                </a:lnTo>
                <a:lnTo>
                  <a:pt x="18514" y="5400"/>
                </a:lnTo>
                <a:lnTo>
                  <a:pt x="19465" y="7409"/>
                </a:lnTo>
                <a:lnTo>
                  <a:pt x="20100" y="8834"/>
                </a:lnTo>
                <a:lnTo>
                  <a:pt x="20569" y="10066"/>
                </a:lnTo>
                <a:lnTo>
                  <a:pt x="21020" y="11491"/>
                </a:lnTo>
                <a:lnTo>
                  <a:pt x="21600" y="13500"/>
                </a:lnTo>
                <a:lnTo>
                  <a:pt x="19767" y="13500"/>
                </a:lnTo>
                <a:lnTo>
                  <a:pt x="17928" y="13500"/>
                </a:lnTo>
                <a:lnTo>
                  <a:pt x="16083" y="13500"/>
                </a:lnTo>
                <a:lnTo>
                  <a:pt x="14222" y="13500"/>
                </a:lnTo>
                <a:lnTo>
                  <a:pt x="12343" y="13500"/>
                </a:lnTo>
                <a:lnTo>
                  <a:pt x="12343" y="15104"/>
                </a:lnTo>
                <a:lnTo>
                  <a:pt x="12343" y="16713"/>
                </a:lnTo>
                <a:lnTo>
                  <a:pt x="12343" y="18328"/>
                </a:lnTo>
                <a:lnTo>
                  <a:pt x="12343" y="19956"/>
                </a:lnTo>
                <a:lnTo>
                  <a:pt x="12343" y="21600"/>
                </a:lnTo>
                <a:lnTo>
                  <a:pt x="10303" y="21600"/>
                </a:lnTo>
                <a:lnTo>
                  <a:pt x="8251" y="21600"/>
                </a:lnTo>
                <a:lnTo>
                  <a:pt x="6171" y="21600"/>
                </a:lnTo>
                <a:lnTo>
                  <a:pt x="6279" y="20277"/>
                </a:lnTo>
                <a:lnTo>
                  <a:pt x="6387" y="18932"/>
                </a:lnTo>
                <a:lnTo>
                  <a:pt x="6465" y="16778"/>
                </a:lnTo>
                <a:lnTo>
                  <a:pt x="6468" y="14788"/>
                </a:lnTo>
                <a:lnTo>
                  <a:pt x="6381" y="12941"/>
                </a:lnTo>
                <a:lnTo>
                  <a:pt x="6181" y="11205"/>
                </a:lnTo>
                <a:lnTo>
                  <a:pt x="5851" y="9558"/>
                </a:lnTo>
                <a:lnTo>
                  <a:pt x="5369" y="7970"/>
                </a:lnTo>
                <a:lnTo>
                  <a:pt x="4718" y="6415"/>
                </a:lnTo>
                <a:lnTo>
                  <a:pt x="3873" y="4868"/>
                </a:lnTo>
                <a:lnTo>
                  <a:pt x="2820" y="3299"/>
                </a:lnTo>
                <a:lnTo>
                  <a:pt x="1534" y="1688"/>
                </a:lnTo>
                <a:lnTo>
                  <a:pt x="0" y="0"/>
                </a:lnTo>
                <a:close/>
              </a:path>
            </a:pathLst>
          </a:custGeom>
          <a:solidFill>
            <a:srgbClr val="A1AC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0" name="contour_10838"/>
          <p:cNvSpPr/>
          <p:nvPr/>
        </p:nvSpPr>
        <p:spPr>
          <a:xfrm>
            <a:off x="7269214" y="2856893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0" y="0"/>
                </a:lnTo>
                <a:lnTo>
                  <a:pt x="4774" y="0"/>
                </a:lnTo>
                <a:lnTo>
                  <a:pt x="7200" y="0"/>
                </a:lnTo>
                <a:lnTo>
                  <a:pt x="7200" y="1785"/>
                </a:lnTo>
                <a:lnTo>
                  <a:pt x="7200" y="3580"/>
                </a:lnTo>
                <a:lnTo>
                  <a:pt x="7200" y="5400"/>
                </a:lnTo>
                <a:lnTo>
                  <a:pt x="9580" y="5400"/>
                </a:lnTo>
                <a:lnTo>
                  <a:pt x="11974" y="5400"/>
                </a:lnTo>
                <a:lnTo>
                  <a:pt x="14400" y="5400"/>
                </a:lnTo>
                <a:lnTo>
                  <a:pt x="14400" y="7185"/>
                </a:lnTo>
                <a:lnTo>
                  <a:pt x="14400" y="8980"/>
                </a:lnTo>
                <a:lnTo>
                  <a:pt x="14400" y="10800"/>
                </a:lnTo>
                <a:lnTo>
                  <a:pt x="16780" y="10800"/>
                </a:lnTo>
                <a:lnTo>
                  <a:pt x="19174" y="10800"/>
                </a:lnTo>
                <a:lnTo>
                  <a:pt x="21600" y="10800"/>
                </a:lnTo>
                <a:lnTo>
                  <a:pt x="21175" y="12604"/>
                </a:lnTo>
                <a:lnTo>
                  <a:pt x="20725" y="14404"/>
                </a:lnTo>
                <a:lnTo>
                  <a:pt x="20250" y="16200"/>
                </a:lnTo>
                <a:lnTo>
                  <a:pt x="19872" y="17707"/>
                </a:lnTo>
                <a:lnTo>
                  <a:pt x="19490" y="19238"/>
                </a:lnTo>
                <a:lnTo>
                  <a:pt x="18749" y="20409"/>
                </a:lnTo>
                <a:lnTo>
                  <a:pt x="18000" y="21600"/>
                </a:lnTo>
                <a:lnTo>
                  <a:pt x="15620" y="21600"/>
                </a:lnTo>
                <a:lnTo>
                  <a:pt x="13226" y="21600"/>
                </a:lnTo>
                <a:lnTo>
                  <a:pt x="10800" y="21600"/>
                </a:lnTo>
                <a:lnTo>
                  <a:pt x="10800" y="19996"/>
                </a:lnTo>
                <a:lnTo>
                  <a:pt x="10800" y="18387"/>
                </a:lnTo>
                <a:lnTo>
                  <a:pt x="10800" y="16772"/>
                </a:lnTo>
                <a:lnTo>
                  <a:pt x="10800" y="15144"/>
                </a:lnTo>
                <a:lnTo>
                  <a:pt x="10800" y="13500"/>
                </a:lnTo>
                <a:lnTo>
                  <a:pt x="8420" y="13500"/>
                </a:lnTo>
                <a:lnTo>
                  <a:pt x="6026" y="13500"/>
                </a:lnTo>
                <a:lnTo>
                  <a:pt x="3600" y="13500"/>
                </a:lnTo>
                <a:lnTo>
                  <a:pt x="2725" y="11734"/>
                </a:lnTo>
                <a:lnTo>
                  <a:pt x="2200" y="10441"/>
                </a:lnTo>
                <a:lnTo>
                  <a:pt x="1811" y="8991"/>
                </a:lnTo>
                <a:lnTo>
                  <a:pt x="1350" y="6750"/>
                </a:lnTo>
                <a:lnTo>
                  <a:pt x="943" y="4865"/>
                </a:lnTo>
                <a:lnTo>
                  <a:pt x="533" y="2954"/>
                </a:lnTo>
                <a:lnTo>
                  <a:pt x="400" y="2219"/>
                </a:lnTo>
                <a:lnTo>
                  <a:pt x="0" y="0"/>
                </a:lnTo>
                <a:close/>
              </a:path>
            </a:pathLst>
          </a:custGeom>
          <a:solidFill>
            <a:srgbClr val="CCD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1" name="contour_10839"/>
          <p:cNvSpPr/>
          <p:nvPr/>
        </p:nvSpPr>
        <p:spPr>
          <a:xfrm>
            <a:off x="8311397" y="2871469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238"/>
                </a:lnTo>
                <a:lnTo>
                  <a:pt x="3715" y="492"/>
                </a:lnTo>
                <a:lnTo>
                  <a:pt x="5573" y="765"/>
                </a:lnTo>
                <a:lnTo>
                  <a:pt x="7428" y="1050"/>
                </a:lnTo>
                <a:lnTo>
                  <a:pt x="9283" y="1348"/>
                </a:lnTo>
                <a:lnTo>
                  <a:pt x="11008" y="1603"/>
                </a:lnTo>
                <a:lnTo>
                  <a:pt x="12744" y="1853"/>
                </a:lnTo>
                <a:lnTo>
                  <a:pt x="14502" y="2108"/>
                </a:lnTo>
                <a:lnTo>
                  <a:pt x="15954" y="2838"/>
                </a:lnTo>
                <a:lnTo>
                  <a:pt x="17418" y="3573"/>
                </a:lnTo>
                <a:lnTo>
                  <a:pt x="18900" y="4320"/>
                </a:lnTo>
                <a:lnTo>
                  <a:pt x="19435" y="6886"/>
                </a:lnTo>
                <a:lnTo>
                  <a:pt x="19972" y="9461"/>
                </a:lnTo>
                <a:lnTo>
                  <a:pt x="20509" y="12044"/>
                </a:lnTo>
                <a:lnTo>
                  <a:pt x="21052" y="14649"/>
                </a:lnTo>
                <a:lnTo>
                  <a:pt x="21600" y="17280"/>
                </a:lnTo>
                <a:lnTo>
                  <a:pt x="19729" y="17708"/>
                </a:lnTo>
                <a:lnTo>
                  <a:pt x="17855" y="18135"/>
                </a:lnTo>
                <a:lnTo>
                  <a:pt x="15981" y="18563"/>
                </a:lnTo>
                <a:lnTo>
                  <a:pt x="14105" y="18995"/>
                </a:lnTo>
                <a:lnTo>
                  <a:pt x="12220" y="19423"/>
                </a:lnTo>
                <a:lnTo>
                  <a:pt x="10333" y="19855"/>
                </a:lnTo>
                <a:lnTo>
                  <a:pt x="8438" y="20287"/>
                </a:lnTo>
                <a:lnTo>
                  <a:pt x="6534" y="20723"/>
                </a:lnTo>
                <a:lnTo>
                  <a:pt x="4622" y="21159"/>
                </a:lnTo>
                <a:lnTo>
                  <a:pt x="2700" y="21600"/>
                </a:lnTo>
                <a:lnTo>
                  <a:pt x="2365" y="18926"/>
                </a:lnTo>
                <a:lnTo>
                  <a:pt x="2030" y="16252"/>
                </a:lnTo>
                <a:lnTo>
                  <a:pt x="1696" y="13569"/>
                </a:lnTo>
                <a:lnTo>
                  <a:pt x="1361" y="10882"/>
                </a:lnTo>
                <a:lnTo>
                  <a:pt x="1023" y="8182"/>
                </a:lnTo>
                <a:lnTo>
                  <a:pt x="683" y="5469"/>
                </a:lnTo>
                <a:lnTo>
                  <a:pt x="343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2E0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2" name="contour_10840"/>
          <p:cNvSpPr/>
          <p:nvPr/>
        </p:nvSpPr>
        <p:spPr>
          <a:xfrm>
            <a:off x="8194789" y="2886045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586"/>
                </a:lnTo>
                <a:lnTo>
                  <a:pt x="21600" y="3182"/>
                </a:lnTo>
                <a:lnTo>
                  <a:pt x="21600" y="4800"/>
                </a:lnTo>
                <a:lnTo>
                  <a:pt x="19607" y="5441"/>
                </a:lnTo>
                <a:lnTo>
                  <a:pt x="17601" y="5930"/>
                </a:lnTo>
                <a:lnTo>
                  <a:pt x="15571" y="6310"/>
                </a:lnTo>
                <a:lnTo>
                  <a:pt x="13506" y="6622"/>
                </a:lnTo>
                <a:lnTo>
                  <a:pt x="11405" y="6905"/>
                </a:lnTo>
                <a:lnTo>
                  <a:pt x="9257" y="7200"/>
                </a:lnTo>
                <a:lnTo>
                  <a:pt x="9597" y="8784"/>
                </a:lnTo>
                <a:lnTo>
                  <a:pt x="9936" y="10370"/>
                </a:lnTo>
                <a:lnTo>
                  <a:pt x="10275" y="11957"/>
                </a:lnTo>
                <a:lnTo>
                  <a:pt x="10618" y="13548"/>
                </a:lnTo>
                <a:lnTo>
                  <a:pt x="10960" y="15144"/>
                </a:lnTo>
                <a:lnTo>
                  <a:pt x="11303" y="16747"/>
                </a:lnTo>
                <a:lnTo>
                  <a:pt x="11649" y="18355"/>
                </a:lnTo>
                <a:lnTo>
                  <a:pt x="11994" y="19973"/>
                </a:lnTo>
                <a:lnTo>
                  <a:pt x="12343" y="21600"/>
                </a:lnTo>
                <a:lnTo>
                  <a:pt x="10306" y="21204"/>
                </a:lnTo>
                <a:lnTo>
                  <a:pt x="8267" y="20808"/>
                </a:lnTo>
                <a:lnTo>
                  <a:pt x="6218" y="20410"/>
                </a:lnTo>
                <a:lnTo>
                  <a:pt x="4160" y="20009"/>
                </a:lnTo>
                <a:lnTo>
                  <a:pt x="2089" y="19606"/>
                </a:lnTo>
                <a:lnTo>
                  <a:pt x="0" y="19200"/>
                </a:lnTo>
                <a:lnTo>
                  <a:pt x="188" y="17422"/>
                </a:lnTo>
                <a:lnTo>
                  <a:pt x="410" y="15686"/>
                </a:lnTo>
                <a:lnTo>
                  <a:pt x="700" y="13992"/>
                </a:lnTo>
                <a:lnTo>
                  <a:pt x="1092" y="12343"/>
                </a:lnTo>
                <a:lnTo>
                  <a:pt x="1623" y="10740"/>
                </a:lnTo>
                <a:lnTo>
                  <a:pt x="2327" y="9182"/>
                </a:lnTo>
                <a:lnTo>
                  <a:pt x="3237" y="7673"/>
                </a:lnTo>
                <a:lnTo>
                  <a:pt x="4391" y="6211"/>
                </a:lnTo>
                <a:lnTo>
                  <a:pt x="5823" y="4800"/>
                </a:lnTo>
                <a:lnTo>
                  <a:pt x="7841" y="3602"/>
                </a:lnTo>
                <a:lnTo>
                  <a:pt x="9658" y="2594"/>
                </a:lnTo>
                <a:lnTo>
                  <a:pt x="11368" y="1766"/>
                </a:lnTo>
                <a:lnTo>
                  <a:pt x="13065" y="1106"/>
                </a:lnTo>
                <a:lnTo>
                  <a:pt x="14842" y="610"/>
                </a:lnTo>
                <a:lnTo>
                  <a:pt x="16792" y="264"/>
                </a:lnTo>
                <a:lnTo>
                  <a:pt x="19014" y="65"/>
                </a:lnTo>
                <a:lnTo>
                  <a:pt x="21600" y="0"/>
                </a:lnTo>
                <a:close/>
              </a:path>
            </a:pathLst>
          </a:custGeom>
          <a:solidFill>
            <a:srgbClr val="D6E5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3" name="contour_10841"/>
          <p:cNvSpPr/>
          <p:nvPr/>
        </p:nvSpPr>
        <p:spPr>
          <a:xfrm>
            <a:off x="7108878" y="2886045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12" y="2534"/>
                </a:lnTo>
                <a:lnTo>
                  <a:pt x="20394" y="4309"/>
                </a:lnTo>
                <a:lnTo>
                  <a:pt x="19944" y="5568"/>
                </a:lnTo>
                <a:lnTo>
                  <a:pt x="19462" y="6551"/>
                </a:lnTo>
                <a:lnTo>
                  <a:pt x="18846" y="7493"/>
                </a:lnTo>
                <a:lnTo>
                  <a:pt x="18000" y="8640"/>
                </a:lnTo>
                <a:lnTo>
                  <a:pt x="17172" y="8778"/>
                </a:lnTo>
                <a:lnTo>
                  <a:pt x="15714" y="9024"/>
                </a:lnTo>
                <a:lnTo>
                  <a:pt x="12377" y="9586"/>
                </a:lnTo>
                <a:lnTo>
                  <a:pt x="10667" y="9986"/>
                </a:lnTo>
                <a:lnTo>
                  <a:pt x="8946" y="10392"/>
                </a:lnTo>
                <a:lnTo>
                  <a:pt x="7200" y="10800"/>
                </a:lnTo>
                <a:lnTo>
                  <a:pt x="6847" y="12353"/>
                </a:lnTo>
                <a:lnTo>
                  <a:pt x="6649" y="13893"/>
                </a:lnTo>
                <a:lnTo>
                  <a:pt x="6581" y="15427"/>
                </a:lnTo>
                <a:lnTo>
                  <a:pt x="6624" y="16958"/>
                </a:lnTo>
                <a:lnTo>
                  <a:pt x="6757" y="18494"/>
                </a:lnTo>
                <a:lnTo>
                  <a:pt x="6955" y="20040"/>
                </a:lnTo>
                <a:lnTo>
                  <a:pt x="7200" y="21600"/>
                </a:lnTo>
                <a:lnTo>
                  <a:pt x="5414" y="21600"/>
                </a:lnTo>
                <a:lnTo>
                  <a:pt x="3600" y="21600"/>
                </a:lnTo>
                <a:lnTo>
                  <a:pt x="2977" y="20086"/>
                </a:lnTo>
                <a:lnTo>
                  <a:pt x="2390" y="18585"/>
                </a:lnTo>
                <a:lnTo>
                  <a:pt x="1850" y="17090"/>
                </a:lnTo>
                <a:lnTo>
                  <a:pt x="1364" y="15597"/>
                </a:lnTo>
                <a:lnTo>
                  <a:pt x="936" y="14105"/>
                </a:lnTo>
                <a:lnTo>
                  <a:pt x="580" y="12606"/>
                </a:lnTo>
                <a:lnTo>
                  <a:pt x="299" y="11098"/>
                </a:lnTo>
                <a:lnTo>
                  <a:pt x="101" y="9577"/>
                </a:lnTo>
                <a:lnTo>
                  <a:pt x="0" y="8040"/>
                </a:lnTo>
                <a:lnTo>
                  <a:pt x="0" y="6480"/>
                </a:lnTo>
                <a:lnTo>
                  <a:pt x="1674" y="5098"/>
                </a:lnTo>
                <a:lnTo>
                  <a:pt x="3424" y="3907"/>
                </a:lnTo>
                <a:lnTo>
                  <a:pt x="5256" y="2901"/>
                </a:lnTo>
                <a:lnTo>
                  <a:pt x="7189" y="2065"/>
                </a:lnTo>
                <a:lnTo>
                  <a:pt x="9234" y="1387"/>
                </a:lnTo>
                <a:lnTo>
                  <a:pt x="11401" y="858"/>
                </a:lnTo>
                <a:lnTo>
                  <a:pt x="13709" y="467"/>
                </a:lnTo>
                <a:lnTo>
                  <a:pt x="16171" y="199"/>
                </a:lnTo>
                <a:lnTo>
                  <a:pt x="18796" y="48"/>
                </a:lnTo>
                <a:lnTo>
                  <a:pt x="21600" y="0"/>
                </a:lnTo>
                <a:close/>
              </a:path>
            </a:pathLst>
          </a:custGeom>
          <a:solidFill>
            <a:srgbClr val="D9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4" name="contour_10842"/>
          <p:cNvSpPr/>
          <p:nvPr/>
        </p:nvSpPr>
        <p:spPr>
          <a:xfrm>
            <a:off x="4237410" y="2856893"/>
            <a:ext cx="583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856" y="202"/>
                </a:lnTo>
                <a:lnTo>
                  <a:pt x="9563" y="391"/>
                </a:lnTo>
                <a:lnTo>
                  <a:pt x="10379" y="607"/>
                </a:lnTo>
                <a:lnTo>
                  <a:pt x="11459" y="896"/>
                </a:lnTo>
                <a:lnTo>
                  <a:pt x="12963" y="1296"/>
                </a:lnTo>
                <a:lnTo>
                  <a:pt x="15047" y="1852"/>
                </a:lnTo>
                <a:lnTo>
                  <a:pt x="17874" y="2606"/>
                </a:lnTo>
                <a:lnTo>
                  <a:pt x="21600" y="3600"/>
                </a:lnTo>
                <a:lnTo>
                  <a:pt x="19138" y="4788"/>
                </a:lnTo>
                <a:lnTo>
                  <a:pt x="17212" y="5681"/>
                </a:lnTo>
                <a:lnTo>
                  <a:pt x="15668" y="6322"/>
                </a:lnTo>
                <a:lnTo>
                  <a:pt x="14342" y="6750"/>
                </a:lnTo>
                <a:lnTo>
                  <a:pt x="13084" y="7011"/>
                </a:lnTo>
                <a:lnTo>
                  <a:pt x="11729" y="7144"/>
                </a:lnTo>
                <a:lnTo>
                  <a:pt x="10120" y="7193"/>
                </a:lnTo>
                <a:lnTo>
                  <a:pt x="8100" y="7200"/>
                </a:lnTo>
                <a:lnTo>
                  <a:pt x="8324" y="8388"/>
                </a:lnTo>
                <a:lnTo>
                  <a:pt x="8545" y="9576"/>
                </a:lnTo>
                <a:lnTo>
                  <a:pt x="8770" y="10766"/>
                </a:lnTo>
                <a:lnTo>
                  <a:pt x="8991" y="11957"/>
                </a:lnTo>
                <a:lnTo>
                  <a:pt x="9215" y="13151"/>
                </a:lnTo>
                <a:lnTo>
                  <a:pt x="9439" y="14346"/>
                </a:lnTo>
                <a:lnTo>
                  <a:pt x="9663" y="15545"/>
                </a:lnTo>
                <a:lnTo>
                  <a:pt x="9890" y="16747"/>
                </a:lnTo>
                <a:lnTo>
                  <a:pt x="10117" y="17953"/>
                </a:lnTo>
                <a:lnTo>
                  <a:pt x="10344" y="19163"/>
                </a:lnTo>
                <a:lnTo>
                  <a:pt x="10570" y="20380"/>
                </a:lnTo>
                <a:lnTo>
                  <a:pt x="10800" y="21600"/>
                </a:lnTo>
                <a:lnTo>
                  <a:pt x="9015" y="21600"/>
                </a:lnTo>
                <a:lnTo>
                  <a:pt x="7220" y="21600"/>
                </a:lnTo>
                <a:lnTo>
                  <a:pt x="5400" y="21600"/>
                </a:lnTo>
                <a:lnTo>
                  <a:pt x="4585" y="20502"/>
                </a:lnTo>
                <a:lnTo>
                  <a:pt x="3845" y="19397"/>
                </a:lnTo>
                <a:lnTo>
                  <a:pt x="3172" y="18286"/>
                </a:lnTo>
                <a:lnTo>
                  <a:pt x="2568" y="17167"/>
                </a:lnTo>
                <a:lnTo>
                  <a:pt x="2030" y="16040"/>
                </a:lnTo>
                <a:lnTo>
                  <a:pt x="1553" y="14900"/>
                </a:lnTo>
                <a:lnTo>
                  <a:pt x="1134" y="13748"/>
                </a:lnTo>
                <a:lnTo>
                  <a:pt x="772" y="12584"/>
                </a:lnTo>
                <a:lnTo>
                  <a:pt x="464" y="11407"/>
                </a:lnTo>
                <a:lnTo>
                  <a:pt x="208" y="10211"/>
                </a:lnTo>
                <a:lnTo>
                  <a:pt x="0" y="9000"/>
                </a:lnTo>
                <a:lnTo>
                  <a:pt x="983" y="7850"/>
                </a:lnTo>
                <a:lnTo>
                  <a:pt x="2003" y="6928"/>
                </a:lnTo>
                <a:lnTo>
                  <a:pt x="3148" y="6149"/>
                </a:lnTo>
                <a:lnTo>
                  <a:pt x="4498" y="5431"/>
                </a:lnTo>
                <a:lnTo>
                  <a:pt x="6137" y="4689"/>
                </a:lnTo>
                <a:lnTo>
                  <a:pt x="7112" y="4149"/>
                </a:lnTo>
                <a:lnTo>
                  <a:pt x="8100" y="3600"/>
                </a:lnTo>
                <a:lnTo>
                  <a:pt x="8100" y="2410"/>
                </a:lnTo>
                <a:lnTo>
                  <a:pt x="8100" y="1213"/>
                </a:lnTo>
                <a:lnTo>
                  <a:pt x="8100" y="0"/>
                </a:lnTo>
                <a:close/>
              </a:path>
            </a:pathLst>
          </a:custGeom>
          <a:solidFill>
            <a:srgbClr val="C3C7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5" name="contour_10843"/>
          <p:cNvSpPr/>
          <p:nvPr/>
        </p:nvSpPr>
        <p:spPr>
          <a:xfrm>
            <a:off x="3863616" y="2856893"/>
            <a:ext cx="406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9" y="0"/>
                </a:moveTo>
                <a:lnTo>
                  <a:pt x="3648" y="216"/>
                </a:lnTo>
                <a:lnTo>
                  <a:pt x="6130" y="471"/>
                </a:lnTo>
                <a:lnTo>
                  <a:pt x="8577" y="795"/>
                </a:lnTo>
                <a:lnTo>
                  <a:pt x="10997" y="1210"/>
                </a:lnTo>
                <a:lnTo>
                  <a:pt x="13391" y="1745"/>
                </a:lnTo>
                <a:lnTo>
                  <a:pt x="15764" y="2424"/>
                </a:lnTo>
                <a:lnTo>
                  <a:pt x="18126" y="3275"/>
                </a:lnTo>
                <a:lnTo>
                  <a:pt x="20481" y="4320"/>
                </a:lnTo>
                <a:lnTo>
                  <a:pt x="21240" y="7348"/>
                </a:lnTo>
                <a:lnTo>
                  <a:pt x="21585" y="10122"/>
                </a:lnTo>
                <a:lnTo>
                  <a:pt x="21600" y="12787"/>
                </a:lnTo>
                <a:lnTo>
                  <a:pt x="21364" y="15492"/>
                </a:lnTo>
                <a:lnTo>
                  <a:pt x="20965" y="18382"/>
                </a:lnTo>
                <a:lnTo>
                  <a:pt x="20481" y="21600"/>
                </a:lnTo>
                <a:lnTo>
                  <a:pt x="17952" y="21384"/>
                </a:lnTo>
                <a:lnTo>
                  <a:pt x="15470" y="21129"/>
                </a:lnTo>
                <a:lnTo>
                  <a:pt x="13023" y="20805"/>
                </a:lnTo>
                <a:lnTo>
                  <a:pt x="10603" y="20390"/>
                </a:lnTo>
                <a:lnTo>
                  <a:pt x="8209" y="19855"/>
                </a:lnTo>
                <a:lnTo>
                  <a:pt x="5836" y="19176"/>
                </a:lnTo>
                <a:lnTo>
                  <a:pt x="3474" y="18325"/>
                </a:lnTo>
                <a:lnTo>
                  <a:pt x="1119" y="17280"/>
                </a:lnTo>
                <a:lnTo>
                  <a:pt x="360" y="14252"/>
                </a:lnTo>
                <a:lnTo>
                  <a:pt x="15" y="11478"/>
                </a:lnTo>
                <a:lnTo>
                  <a:pt x="0" y="8813"/>
                </a:lnTo>
                <a:lnTo>
                  <a:pt x="236" y="6108"/>
                </a:lnTo>
                <a:lnTo>
                  <a:pt x="635" y="3218"/>
                </a:lnTo>
                <a:lnTo>
                  <a:pt x="1119" y="0"/>
                </a:lnTo>
                <a:close/>
              </a:path>
            </a:pathLst>
          </a:custGeom>
          <a:solidFill>
            <a:srgbClr val="413C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6" name="contour_10844"/>
          <p:cNvSpPr/>
          <p:nvPr/>
        </p:nvSpPr>
        <p:spPr>
          <a:xfrm>
            <a:off x="2619476" y="2849605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368"/>
                </a:lnTo>
                <a:lnTo>
                  <a:pt x="21600" y="6741"/>
                </a:lnTo>
                <a:lnTo>
                  <a:pt x="21600" y="10129"/>
                </a:lnTo>
                <a:lnTo>
                  <a:pt x="21600" y="13533"/>
                </a:lnTo>
                <a:lnTo>
                  <a:pt x="21600" y="16956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15" y="17069"/>
                </a:lnTo>
                <a:lnTo>
                  <a:pt x="1436" y="13890"/>
                </a:lnTo>
                <a:lnTo>
                  <a:pt x="864" y="10731"/>
                </a:lnTo>
                <a:lnTo>
                  <a:pt x="500" y="7455"/>
                </a:lnTo>
                <a:lnTo>
                  <a:pt x="245" y="3924"/>
                </a:lnTo>
                <a:lnTo>
                  <a:pt x="0" y="0"/>
                </a:lnTo>
                <a:close/>
              </a:path>
            </a:pathLst>
          </a:custGeom>
          <a:solidFill>
            <a:srgbClr val="D7D8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7" name="contour_10845"/>
          <p:cNvSpPr/>
          <p:nvPr/>
        </p:nvSpPr>
        <p:spPr>
          <a:xfrm>
            <a:off x="2553884" y="2849787"/>
            <a:ext cx="58304" cy="362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33"/>
                </a:moveTo>
                <a:lnTo>
                  <a:pt x="21600" y="7103"/>
                </a:lnTo>
                <a:lnTo>
                  <a:pt x="21600" y="9990"/>
                </a:lnTo>
                <a:lnTo>
                  <a:pt x="21600" y="12917"/>
                </a:lnTo>
                <a:lnTo>
                  <a:pt x="19783" y="13937"/>
                </a:lnTo>
                <a:lnTo>
                  <a:pt x="18006" y="14857"/>
                </a:lnTo>
                <a:lnTo>
                  <a:pt x="16246" y="15691"/>
                </a:lnTo>
                <a:lnTo>
                  <a:pt x="14475" y="16451"/>
                </a:lnTo>
                <a:lnTo>
                  <a:pt x="12668" y="17150"/>
                </a:lnTo>
                <a:lnTo>
                  <a:pt x="10800" y="17801"/>
                </a:lnTo>
                <a:lnTo>
                  <a:pt x="9250" y="18365"/>
                </a:lnTo>
                <a:lnTo>
                  <a:pt x="7679" y="18939"/>
                </a:lnTo>
                <a:lnTo>
                  <a:pt x="6145" y="19486"/>
                </a:lnTo>
                <a:lnTo>
                  <a:pt x="4612" y="20024"/>
                </a:lnTo>
                <a:lnTo>
                  <a:pt x="3075" y="20558"/>
                </a:lnTo>
                <a:lnTo>
                  <a:pt x="1536" y="21079"/>
                </a:lnTo>
                <a:lnTo>
                  <a:pt x="0" y="21600"/>
                </a:lnTo>
                <a:lnTo>
                  <a:pt x="686" y="16008"/>
                </a:lnTo>
                <a:lnTo>
                  <a:pt x="1177" y="12139"/>
                </a:lnTo>
                <a:lnTo>
                  <a:pt x="1550" y="9513"/>
                </a:lnTo>
                <a:lnTo>
                  <a:pt x="1876" y="7637"/>
                </a:lnTo>
                <a:lnTo>
                  <a:pt x="2236" y="6039"/>
                </a:lnTo>
                <a:lnTo>
                  <a:pt x="2700" y="4233"/>
                </a:lnTo>
                <a:lnTo>
                  <a:pt x="4566" y="2688"/>
                </a:lnTo>
                <a:lnTo>
                  <a:pt x="6445" y="1494"/>
                </a:lnTo>
                <a:lnTo>
                  <a:pt x="8332" y="651"/>
                </a:lnTo>
                <a:lnTo>
                  <a:pt x="10225" y="156"/>
                </a:lnTo>
                <a:lnTo>
                  <a:pt x="12126" y="0"/>
                </a:lnTo>
                <a:lnTo>
                  <a:pt x="14026" y="187"/>
                </a:lnTo>
                <a:lnTo>
                  <a:pt x="15927" y="703"/>
                </a:lnTo>
                <a:lnTo>
                  <a:pt x="17823" y="1554"/>
                </a:lnTo>
                <a:lnTo>
                  <a:pt x="19715" y="2731"/>
                </a:lnTo>
                <a:lnTo>
                  <a:pt x="21600" y="4233"/>
                </a:lnTo>
                <a:close/>
              </a:path>
            </a:pathLst>
          </a:custGeom>
          <a:solidFill>
            <a:srgbClr val="F9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8" name="contour_10846"/>
          <p:cNvSpPr/>
          <p:nvPr/>
        </p:nvSpPr>
        <p:spPr>
          <a:xfrm>
            <a:off x="10031363" y="283502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6171" y="2040"/>
                </a:lnTo>
                <a:lnTo>
                  <a:pt x="6171" y="4092"/>
                </a:lnTo>
                <a:lnTo>
                  <a:pt x="6171" y="6171"/>
                </a:lnTo>
                <a:lnTo>
                  <a:pt x="8189" y="6792"/>
                </a:lnTo>
                <a:lnTo>
                  <a:pt x="9668" y="7159"/>
                </a:lnTo>
                <a:lnTo>
                  <a:pt x="11325" y="7418"/>
                </a:lnTo>
                <a:lnTo>
                  <a:pt x="13886" y="7714"/>
                </a:lnTo>
                <a:lnTo>
                  <a:pt x="16447" y="8011"/>
                </a:lnTo>
                <a:lnTo>
                  <a:pt x="18104" y="8270"/>
                </a:lnTo>
                <a:lnTo>
                  <a:pt x="19582" y="8637"/>
                </a:lnTo>
                <a:lnTo>
                  <a:pt x="21600" y="9257"/>
                </a:lnTo>
                <a:lnTo>
                  <a:pt x="21600" y="11297"/>
                </a:lnTo>
                <a:lnTo>
                  <a:pt x="21600" y="13349"/>
                </a:lnTo>
                <a:lnTo>
                  <a:pt x="21600" y="15429"/>
                </a:lnTo>
                <a:lnTo>
                  <a:pt x="19690" y="15302"/>
                </a:lnTo>
                <a:lnTo>
                  <a:pt x="17764" y="15172"/>
                </a:lnTo>
                <a:lnTo>
                  <a:pt x="15814" y="15043"/>
                </a:lnTo>
                <a:lnTo>
                  <a:pt x="13401" y="14913"/>
                </a:lnTo>
                <a:lnTo>
                  <a:pt x="11701" y="15012"/>
                </a:lnTo>
                <a:lnTo>
                  <a:pt x="9257" y="15429"/>
                </a:lnTo>
                <a:lnTo>
                  <a:pt x="7730" y="16956"/>
                </a:lnTo>
                <a:lnTo>
                  <a:pt x="6193" y="18493"/>
                </a:lnTo>
                <a:lnTo>
                  <a:pt x="4650" y="20036"/>
                </a:lnTo>
                <a:lnTo>
                  <a:pt x="3086" y="21600"/>
                </a:lnTo>
                <a:lnTo>
                  <a:pt x="2780" y="19462"/>
                </a:lnTo>
                <a:lnTo>
                  <a:pt x="2475" y="17320"/>
                </a:lnTo>
                <a:lnTo>
                  <a:pt x="2169" y="15179"/>
                </a:lnTo>
                <a:lnTo>
                  <a:pt x="1861" y="13034"/>
                </a:lnTo>
                <a:lnTo>
                  <a:pt x="1555" y="10880"/>
                </a:lnTo>
                <a:lnTo>
                  <a:pt x="1247" y="8723"/>
                </a:lnTo>
                <a:lnTo>
                  <a:pt x="938" y="6557"/>
                </a:lnTo>
                <a:lnTo>
                  <a:pt x="626" y="4382"/>
                </a:lnTo>
                <a:lnTo>
                  <a:pt x="315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D0CF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49" name="contour_10847"/>
          <p:cNvSpPr/>
          <p:nvPr/>
        </p:nvSpPr>
        <p:spPr>
          <a:xfrm>
            <a:off x="1839661" y="2813165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465" y="2243"/>
                </a:lnTo>
                <a:lnTo>
                  <a:pt x="17493" y="4493"/>
                </a:lnTo>
                <a:lnTo>
                  <a:pt x="18514" y="6750"/>
                </a:lnTo>
                <a:lnTo>
                  <a:pt x="18946" y="7693"/>
                </a:lnTo>
                <a:lnTo>
                  <a:pt x="20248" y="10548"/>
                </a:lnTo>
                <a:lnTo>
                  <a:pt x="20909" y="12485"/>
                </a:lnTo>
                <a:lnTo>
                  <a:pt x="21307" y="14029"/>
                </a:lnTo>
                <a:lnTo>
                  <a:pt x="21514" y="15710"/>
                </a:lnTo>
                <a:lnTo>
                  <a:pt x="21588" y="18054"/>
                </a:lnTo>
                <a:lnTo>
                  <a:pt x="21600" y="21600"/>
                </a:lnTo>
                <a:lnTo>
                  <a:pt x="19656" y="20952"/>
                </a:lnTo>
                <a:lnTo>
                  <a:pt x="17712" y="20304"/>
                </a:lnTo>
                <a:lnTo>
                  <a:pt x="15765" y="19656"/>
                </a:lnTo>
                <a:lnTo>
                  <a:pt x="13815" y="19004"/>
                </a:lnTo>
                <a:lnTo>
                  <a:pt x="11858" y="18353"/>
                </a:lnTo>
                <a:lnTo>
                  <a:pt x="9902" y="17701"/>
                </a:lnTo>
                <a:lnTo>
                  <a:pt x="7936" y="17046"/>
                </a:lnTo>
                <a:lnTo>
                  <a:pt x="5965" y="16387"/>
                </a:lnTo>
                <a:lnTo>
                  <a:pt x="3987" y="15728"/>
                </a:lnTo>
                <a:lnTo>
                  <a:pt x="1996" y="15066"/>
                </a:lnTo>
                <a:lnTo>
                  <a:pt x="0" y="14400"/>
                </a:lnTo>
                <a:lnTo>
                  <a:pt x="2715" y="11095"/>
                </a:lnTo>
                <a:lnTo>
                  <a:pt x="4882" y="8492"/>
                </a:lnTo>
                <a:lnTo>
                  <a:pt x="6631" y="6476"/>
                </a:lnTo>
                <a:lnTo>
                  <a:pt x="8088" y="4921"/>
                </a:lnTo>
                <a:lnTo>
                  <a:pt x="9381" y="3719"/>
                </a:lnTo>
                <a:lnTo>
                  <a:pt x="10630" y="2740"/>
                </a:lnTo>
                <a:lnTo>
                  <a:pt x="11973" y="1876"/>
                </a:lnTo>
                <a:lnTo>
                  <a:pt x="13531" y="1001"/>
                </a:lnTo>
                <a:lnTo>
                  <a:pt x="15429" y="0"/>
                </a:lnTo>
                <a:close/>
              </a:path>
            </a:pathLst>
          </a:custGeom>
          <a:solidFill>
            <a:srgbClr val="22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0" name="contour_10848"/>
          <p:cNvSpPr/>
          <p:nvPr/>
        </p:nvSpPr>
        <p:spPr>
          <a:xfrm>
            <a:off x="10687953" y="2805877"/>
            <a:ext cx="5034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39" y="0"/>
                </a:moveTo>
                <a:lnTo>
                  <a:pt x="3355" y="2037"/>
                </a:lnTo>
                <a:lnTo>
                  <a:pt x="3871" y="4076"/>
                </a:lnTo>
                <a:lnTo>
                  <a:pt x="4390" y="6125"/>
                </a:lnTo>
                <a:lnTo>
                  <a:pt x="4912" y="8183"/>
                </a:lnTo>
                <a:lnTo>
                  <a:pt x="5438" y="10254"/>
                </a:lnTo>
                <a:lnTo>
                  <a:pt x="5966" y="12343"/>
                </a:lnTo>
                <a:lnTo>
                  <a:pt x="7901" y="11960"/>
                </a:lnTo>
                <a:lnTo>
                  <a:pt x="9837" y="11578"/>
                </a:lnTo>
                <a:lnTo>
                  <a:pt x="11779" y="11195"/>
                </a:lnTo>
                <a:lnTo>
                  <a:pt x="13724" y="10812"/>
                </a:lnTo>
                <a:lnTo>
                  <a:pt x="15678" y="10427"/>
                </a:lnTo>
                <a:lnTo>
                  <a:pt x="17641" y="10038"/>
                </a:lnTo>
                <a:lnTo>
                  <a:pt x="19614" y="9649"/>
                </a:lnTo>
                <a:lnTo>
                  <a:pt x="21600" y="9257"/>
                </a:lnTo>
                <a:lnTo>
                  <a:pt x="21600" y="11294"/>
                </a:lnTo>
                <a:lnTo>
                  <a:pt x="21600" y="13333"/>
                </a:lnTo>
                <a:lnTo>
                  <a:pt x="21600" y="15382"/>
                </a:lnTo>
                <a:lnTo>
                  <a:pt x="21600" y="17440"/>
                </a:lnTo>
                <a:lnTo>
                  <a:pt x="21600" y="19511"/>
                </a:lnTo>
                <a:lnTo>
                  <a:pt x="21600" y="21600"/>
                </a:lnTo>
                <a:lnTo>
                  <a:pt x="17879" y="21063"/>
                </a:lnTo>
                <a:lnTo>
                  <a:pt x="14862" y="20613"/>
                </a:lnTo>
                <a:lnTo>
                  <a:pt x="12426" y="20211"/>
                </a:lnTo>
                <a:lnTo>
                  <a:pt x="10456" y="19829"/>
                </a:lnTo>
                <a:lnTo>
                  <a:pt x="8827" y="19428"/>
                </a:lnTo>
                <a:lnTo>
                  <a:pt x="7426" y="18980"/>
                </a:lnTo>
                <a:lnTo>
                  <a:pt x="6125" y="18446"/>
                </a:lnTo>
                <a:lnTo>
                  <a:pt x="4815" y="17795"/>
                </a:lnTo>
                <a:lnTo>
                  <a:pt x="3368" y="16993"/>
                </a:lnTo>
                <a:lnTo>
                  <a:pt x="1667" y="16009"/>
                </a:lnTo>
                <a:lnTo>
                  <a:pt x="582" y="13719"/>
                </a:lnTo>
                <a:lnTo>
                  <a:pt x="59" y="11871"/>
                </a:lnTo>
                <a:lnTo>
                  <a:pt x="0" y="10143"/>
                </a:lnTo>
                <a:lnTo>
                  <a:pt x="306" y="8220"/>
                </a:lnTo>
                <a:lnTo>
                  <a:pt x="885" y="5786"/>
                </a:lnTo>
                <a:lnTo>
                  <a:pt x="1529" y="3873"/>
                </a:lnTo>
                <a:lnTo>
                  <a:pt x="2179" y="1950"/>
                </a:lnTo>
                <a:lnTo>
                  <a:pt x="2839" y="0"/>
                </a:lnTo>
                <a:close/>
              </a:path>
            </a:pathLst>
          </a:custGeom>
          <a:solidFill>
            <a:srgbClr val="967F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1" name="contour_10849"/>
          <p:cNvSpPr/>
          <p:nvPr/>
        </p:nvSpPr>
        <p:spPr>
          <a:xfrm>
            <a:off x="1081709" y="2805877"/>
            <a:ext cx="58304" cy="297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215" y="264"/>
                </a:lnTo>
                <a:lnTo>
                  <a:pt x="6963" y="513"/>
                </a:lnTo>
                <a:lnTo>
                  <a:pt x="7781" y="777"/>
                </a:lnTo>
                <a:lnTo>
                  <a:pt x="8802" y="1110"/>
                </a:lnTo>
                <a:lnTo>
                  <a:pt x="10157" y="1554"/>
                </a:lnTo>
                <a:lnTo>
                  <a:pt x="11983" y="2146"/>
                </a:lnTo>
                <a:lnTo>
                  <a:pt x="14407" y="2939"/>
                </a:lnTo>
                <a:lnTo>
                  <a:pt x="17569" y="3970"/>
                </a:lnTo>
                <a:lnTo>
                  <a:pt x="21600" y="5286"/>
                </a:lnTo>
                <a:lnTo>
                  <a:pt x="21600" y="8781"/>
                </a:lnTo>
                <a:lnTo>
                  <a:pt x="21600" y="12296"/>
                </a:lnTo>
                <a:lnTo>
                  <a:pt x="21600" y="15859"/>
                </a:lnTo>
                <a:lnTo>
                  <a:pt x="19991" y="17968"/>
                </a:lnTo>
                <a:lnTo>
                  <a:pt x="18368" y="19496"/>
                </a:lnTo>
                <a:lnTo>
                  <a:pt x="16721" y="20537"/>
                </a:lnTo>
                <a:lnTo>
                  <a:pt x="15039" y="21177"/>
                </a:lnTo>
                <a:lnTo>
                  <a:pt x="13311" y="21505"/>
                </a:lnTo>
                <a:lnTo>
                  <a:pt x="11529" y="21600"/>
                </a:lnTo>
                <a:lnTo>
                  <a:pt x="9685" y="21563"/>
                </a:lnTo>
                <a:lnTo>
                  <a:pt x="7762" y="21473"/>
                </a:lnTo>
                <a:lnTo>
                  <a:pt x="6305" y="21426"/>
                </a:lnTo>
                <a:lnTo>
                  <a:pt x="4838" y="21378"/>
                </a:lnTo>
                <a:lnTo>
                  <a:pt x="3353" y="21330"/>
                </a:lnTo>
                <a:lnTo>
                  <a:pt x="1688" y="21241"/>
                </a:lnTo>
                <a:lnTo>
                  <a:pt x="0" y="21145"/>
                </a:lnTo>
                <a:lnTo>
                  <a:pt x="0" y="17651"/>
                </a:lnTo>
                <a:lnTo>
                  <a:pt x="0" y="14136"/>
                </a:lnTo>
                <a:lnTo>
                  <a:pt x="0" y="10573"/>
                </a:lnTo>
                <a:lnTo>
                  <a:pt x="1785" y="10573"/>
                </a:lnTo>
                <a:lnTo>
                  <a:pt x="3580" y="10573"/>
                </a:lnTo>
                <a:lnTo>
                  <a:pt x="5400" y="10573"/>
                </a:lnTo>
                <a:lnTo>
                  <a:pt x="5400" y="7078"/>
                </a:lnTo>
                <a:lnTo>
                  <a:pt x="5400" y="3563"/>
                </a:lnTo>
                <a:lnTo>
                  <a:pt x="5400" y="0"/>
                </a:lnTo>
                <a:close/>
              </a:path>
            </a:pathLst>
          </a:custGeom>
          <a:solidFill>
            <a:srgbClr val="4C4A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2" name="contour_10850"/>
          <p:cNvSpPr/>
          <p:nvPr/>
        </p:nvSpPr>
        <p:spPr>
          <a:xfrm>
            <a:off x="1016118" y="2776725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437" y="765"/>
                </a:lnTo>
                <a:lnTo>
                  <a:pt x="10781" y="1531"/>
                </a:lnTo>
                <a:lnTo>
                  <a:pt x="12131" y="2305"/>
                </a:lnTo>
                <a:lnTo>
                  <a:pt x="13500" y="3086"/>
                </a:lnTo>
                <a:lnTo>
                  <a:pt x="12830" y="4613"/>
                </a:lnTo>
                <a:lnTo>
                  <a:pt x="12161" y="6150"/>
                </a:lnTo>
                <a:lnTo>
                  <a:pt x="11483" y="7693"/>
                </a:lnTo>
                <a:lnTo>
                  <a:pt x="10800" y="9257"/>
                </a:lnTo>
                <a:lnTo>
                  <a:pt x="12582" y="9257"/>
                </a:lnTo>
                <a:lnTo>
                  <a:pt x="14367" y="9257"/>
                </a:lnTo>
                <a:lnTo>
                  <a:pt x="16160" y="9257"/>
                </a:lnTo>
                <a:lnTo>
                  <a:pt x="17960" y="9257"/>
                </a:lnTo>
                <a:lnTo>
                  <a:pt x="19772" y="9257"/>
                </a:lnTo>
                <a:lnTo>
                  <a:pt x="21600" y="9257"/>
                </a:lnTo>
                <a:lnTo>
                  <a:pt x="21600" y="11090"/>
                </a:lnTo>
                <a:lnTo>
                  <a:pt x="21600" y="12929"/>
                </a:lnTo>
                <a:lnTo>
                  <a:pt x="21600" y="14774"/>
                </a:lnTo>
                <a:lnTo>
                  <a:pt x="21600" y="16635"/>
                </a:lnTo>
                <a:lnTo>
                  <a:pt x="21600" y="18514"/>
                </a:lnTo>
                <a:lnTo>
                  <a:pt x="19818" y="18770"/>
                </a:lnTo>
                <a:lnTo>
                  <a:pt x="18036" y="19023"/>
                </a:lnTo>
                <a:lnTo>
                  <a:pt x="16251" y="19280"/>
                </a:lnTo>
                <a:lnTo>
                  <a:pt x="14464" y="19533"/>
                </a:lnTo>
                <a:lnTo>
                  <a:pt x="12674" y="19789"/>
                </a:lnTo>
                <a:lnTo>
                  <a:pt x="10881" y="20045"/>
                </a:lnTo>
                <a:lnTo>
                  <a:pt x="9083" y="20301"/>
                </a:lnTo>
                <a:lnTo>
                  <a:pt x="7279" y="20560"/>
                </a:lnTo>
                <a:lnTo>
                  <a:pt x="5470" y="20819"/>
                </a:lnTo>
                <a:lnTo>
                  <a:pt x="3656" y="21079"/>
                </a:lnTo>
                <a:lnTo>
                  <a:pt x="1831" y="21338"/>
                </a:lnTo>
                <a:lnTo>
                  <a:pt x="0" y="21600"/>
                </a:lnTo>
                <a:lnTo>
                  <a:pt x="1604" y="20989"/>
                </a:lnTo>
                <a:lnTo>
                  <a:pt x="3213" y="20375"/>
                </a:lnTo>
                <a:lnTo>
                  <a:pt x="4828" y="19761"/>
                </a:lnTo>
                <a:lnTo>
                  <a:pt x="6456" y="19141"/>
                </a:lnTo>
                <a:lnTo>
                  <a:pt x="8100" y="18514"/>
                </a:lnTo>
                <a:lnTo>
                  <a:pt x="8483" y="16351"/>
                </a:lnTo>
                <a:lnTo>
                  <a:pt x="8702" y="14777"/>
                </a:lnTo>
                <a:lnTo>
                  <a:pt x="8780" y="13340"/>
                </a:lnTo>
                <a:lnTo>
                  <a:pt x="8740" y="11587"/>
                </a:lnTo>
                <a:lnTo>
                  <a:pt x="8608" y="9066"/>
                </a:lnTo>
                <a:lnTo>
                  <a:pt x="8532" y="7372"/>
                </a:lnTo>
                <a:lnTo>
                  <a:pt x="8459" y="5668"/>
                </a:lnTo>
                <a:lnTo>
                  <a:pt x="8383" y="3940"/>
                </a:lnTo>
                <a:lnTo>
                  <a:pt x="8313" y="2962"/>
                </a:lnTo>
                <a:lnTo>
                  <a:pt x="8100" y="0"/>
                </a:lnTo>
                <a:close/>
              </a:path>
            </a:pathLst>
          </a:custGeom>
          <a:solidFill>
            <a:srgbClr val="7461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3" name="contour_10851"/>
          <p:cNvSpPr/>
          <p:nvPr/>
        </p:nvSpPr>
        <p:spPr>
          <a:xfrm>
            <a:off x="7684630" y="2777330"/>
            <a:ext cx="36440" cy="50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3" y="1046"/>
                </a:moveTo>
                <a:lnTo>
                  <a:pt x="14822" y="2554"/>
                </a:lnTo>
                <a:lnTo>
                  <a:pt x="16788" y="4016"/>
                </a:lnTo>
                <a:lnTo>
                  <a:pt x="18550" y="5527"/>
                </a:lnTo>
                <a:lnTo>
                  <a:pt x="20144" y="7195"/>
                </a:lnTo>
                <a:lnTo>
                  <a:pt x="21600" y="9109"/>
                </a:lnTo>
                <a:lnTo>
                  <a:pt x="21012" y="11173"/>
                </a:lnTo>
                <a:lnTo>
                  <a:pt x="20226" y="13122"/>
                </a:lnTo>
                <a:lnTo>
                  <a:pt x="19233" y="14964"/>
                </a:lnTo>
                <a:lnTo>
                  <a:pt x="18023" y="16722"/>
                </a:lnTo>
                <a:lnTo>
                  <a:pt x="16580" y="18402"/>
                </a:lnTo>
                <a:lnTo>
                  <a:pt x="14895" y="20023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754" y="19770"/>
                </a:lnTo>
                <a:lnTo>
                  <a:pt x="3205" y="17937"/>
                </a:lnTo>
                <a:lnTo>
                  <a:pt x="2665" y="16101"/>
                </a:lnTo>
                <a:lnTo>
                  <a:pt x="2138" y="14265"/>
                </a:lnTo>
                <a:lnTo>
                  <a:pt x="1620" y="12429"/>
                </a:lnTo>
                <a:lnTo>
                  <a:pt x="1119" y="10723"/>
                </a:lnTo>
                <a:lnTo>
                  <a:pt x="613" y="9006"/>
                </a:lnTo>
                <a:lnTo>
                  <a:pt x="104" y="7267"/>
                </a:lnTo>
                <a:lnTo>
                  <a:pt x="52" y="5081"/>
                </a:lnTo>
                <a:lnTo>
                  <a:pt x="0" y="2864"/>
                </a:lnTo>
                <a:lnTo>
                  <a:pt x="2557" y="1340"/>
                </a:lnTo>
                <a:lnTo>
                  <a:pt x="4800" y="381"/>
                </a:lnTo>
                <a:lnTo>
                  <a:pt x="7024" y="0"/>
                </a:lnTo>
                <a:lnTo>
                  <a:pt x="9530" y="215"/>
                </a:lnTo>
                <a:lnTo>
                  <a:pt x="12623" y="1046"/>
                </a:lnTo>
                <a:close/>
              </a:path>
            </a:pathLst>
          </a:custGeom>
          <a:solidFill>
            <a:srgbClr val="A7A8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4" name="contour_10852"/>
          <p:cNvSpPr/>
          <p:nvPr/>
        </p:nvSpPr>
        <p:spPr>
          <a:xfrm>
            <a:off x="6766343" y="278401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2161" y="2614"/>
                </a:lnTo>
                <a:lnTo>
                  <a:pt x="11982" y="5232"/>
                </a:lnTo>
                <a:lnTo>
                  <a:pt x="11800" y="7845"/>
                </a:lnTo>
                <a:lnTo>
                  <a:pt x="11621" y="10463"/>
                </a:lnTo>
                <a:lnTo>
                  <a:pt x="11439" y="13077"/>
                </a:lnTo>
                <a:lnTo>
                  <a:pt x="11886" y="15163"/>
                </a:lnTo>
                <a:lnTo>
                  <a:pt x="12343" y="17280"/>
                </a:lnTo>
                <a:lnTo>
                  <a:pt x="14176" y="18135"/>
                </a:lnTo>
                <a:lnTo>
                  <a:pt x="16015" y="18995"/>
                </a:lnTo>
                <a:lnTo>
                  <a:pt x="17860" y="19855"/>
                </a:lnTo>
                <a:lnTo>
                  <a:pt x="19721" y="20723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AF9E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5" name="contour_10853"/>
          <p:cNvSpPr/>
          <p:nvPr/>
        </p:nvSpPr>
        <p:spPr>
          <a:xfrm>
            <a:off x="1919828" y="2740285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3" y="370"/>
                </a:lnTo>
                <a:lnTo>
                  <a:pt x="3024" y="778"/>
                </a:lnTo>
                <a:lnTo>
                  <a:pt x="4508" y="1216"/>
                </a:lnTo>
                <a:lnTo>
                  <a:pt x="5975" y="1688"/>
                </a:lnTo>
                <a:lnTo>
                  <a:pt x="7426" y="2197"/>
                </a:lnTo>
                <a:lnTo>
                  <a:pt x="8867" y="2740"/>
                </a:lnTo>
                <a:lnTo>
                  <a:pt x="10297" y="3320"/>
                </a:lnTo>
                <a:lnTo>
                  <a:pt x="11718" y="3934"/>
                </a:lnTo>
                <a:lnTo>
                  <a:pt x="13133" y="4585"/>
                </a:lnTo>
                <a:lnTo>
                  <a:pt x="14543" y="5270"/>
                </a:lnTo>
                <a:lnTo>
                  <a:pt x="15952" y="5996"/>
                </a:lnTo>
                <a:lnTo>
                  <a:pt x="17360" y="6755"/>
                </a:lnTo>
                <a:lnTo>
                  <a:pt x="18768" y="7551"/>
                </a:lnTo>
                <a:lnTo>
                  <a:pt x="20181" y="8387"/>
                </a:lnTo>
                <a:lnTo>
                  <a:pt x="21600" y="9257"/>
                </a:lnTo>
                <a:lnTo>
                  <a:pt x="20989" y="11004"/>
                </a:lnTo>
                <a:lnTo>
                  <a:pt x="20377" y="12750"/>
                </a:lnTo>
                <a:lnTo>
                  <a:pt x="19764" y="14503"/>
                </a:lnTo>
                <a:lnTo>
                  <a:pt x="19148" y="16262"/>
                </a:lnTo>
                <a:lnTo>
                  <a:pt x="18528" y="18030"/>
                </a:lnTo>
                <a:lnTo>
                  <a:pt x="17906" y="19807"/>
                </a:lnTo>
                <a:lnTo>
                  <a:pt x="17280" y="21600"/>
                </a:lnTo>
                <a:lnTo>
                  <a:pt x="17058" y="20137"/>
                </a:lnTo>
                <a:lnTo>
                  <a:pt x="16833" y="18669"/>
                </a:lnTo>
                <a:lnTo>
                  <a:pt x="16606" y="17175"/>
                </a:lnTo>
                <a:lnTo>
                  <a:pt x="15857" y="14802"/>
                </a:lnTo>
                <a:lnTo>
                  <a:pt x="15252" y="13256"/>
                </a:lnTo>
                <a:lnTo>
                  <a:pt x="14574" y="12213"/>
                </a:lnTo>
                <a:lnTo>
                  <a:pt x="13612" y="11340"/>
                </a:lnTo>
                <a:lnTo>
                  <a:pt x="12150" y="10306"/>
                </a:lnTo>
                <a:lnTo>
                  <a:pt x="10990" y="9896"/>
                </a:lnTo>
                <a:lnTo>
                  <a:pt x="9824" y="9482"/>
                </a:lnTo>
                <a:lnTo>
                  <a:pt x="8640" y="9066"/>
                </a:lnTo>
                <a:lnTo>
                  <a:pt x="6029" y="8109"/>
                </a:lnTo>
                <a:lnTo>
                  <a:pt x="4227" y="7353"/>
                </a:lnTo>
                <a:lnTo>
                  <a:pt x="3011" y="6625"/>
                </a:lnTo>
                <a:lnTo>
                  <a:pt x="2162" y="5755"/>
                </a:lnTo>
                <a:lnTo>
                  <a:pt x="1456" y="4570"/>
                </a:lnTo>
                <a:lnTo>
                  <a:pt x="674" y="2904"/>
                </a:lnTo>
                <a:lnTo>
                  <a:pt x="339" y="1463"/>
                </a:lnTo>
                <a:lnTo>
                  <a:pt x="0" y="0"/>
                </a:lnTo>
                <a:close/>
              </a:path>
            </a:pathLst>
          </a:custGeom>
          <a:solidFill>
            <a:srgbClr val="51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6" name="contour_10854"/>
          <p:cNvSpPr/>
          <p:nvPr/>
        </p:nvSpPr>
        <p:spPr>
          <a:xfrm>
            <a:off x="1934404" y="2732997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410"/>
                </a:lnTo>
                <a:lnTo>
                  <a:pt x="3290" y="821"/>
                </a:lnTo>
                <a:lnTo>
                  <a:pt x="4937" y="1237"/>
                </a:lnTo>
                <a:lnTo>
                  <a:pt x="6586" y="1647"/>
                </a:lnTo>
                <a:lnTo>
                  <a:pt x="8237" y="2057"/>
                </a:lnTo>
                <a:lnTo>
                  <a:pt x="9890" y="2473"/>
                </a:lnTo>
                <a:lnTo>
                  <a:pt x="11549" y="2889"/>
                </a:lnTo>
                <a:lnTo>
                  <a:pt x="13210" y="3305"/>
                </a:lnTo>
                <a:lnTo>
                  <a:pt x="14875" y="3721"/>
                </a:lnTo>
                <a:lnTo>
                  <a:pt x="16548" y="4136"/>
                </a:lnTo>
                <a:lnTo>
                  <a:pt x="18226" y="4558"/>
                </a:lnTo>
                <a:lnTo>
                  <a:pt x="19908" y="4979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910" y="21222"/>
                </a:lnTo>
                <a:lnTo>
                  <a:pt x="18223" y="20812"/>
                </a:lnTo>
                <a:lnTo>
                  <a:pt x="16536" y="20374"/>
                </a:lnTo>
                <a:lnTo>
                  <a:pt x="14851" y="19915"/>
                </a:lnTo>
                <a:lnTo>
                  <a:pt x="13596" y="19597"/>
                </a:lnTo>
                <a:lnTo>
                  <a:pt x="12331" y="19283"/>
                </a:lnTo>
                <a:lnTo>
                  <a:pt x="11052" y="18965"/>
                </a:lnTo>
                <a:lnTo>
                  <a:pt x="9895" y="18117"/>
                </a:lnTo>
                <a:lnTo>
                  <a:pt x="8933" y="17323"/>
                </a:lnTo>
                <a:lnTo>
                  <a:pt x="8074" y="16421"/>
                </a:lnTo>
                <a:lnTo>
                  <a:pt x="7229" y="15250"/>
                </a:lnTo>
                <a:lnTo>
                  <a:pt x="6305" y="13667"/>
                </a:lnTo>
                <a:lnTo>
                  <a:pt x="5210" y="11502"/>
                </a:lnTo>
                <a:lnTo>
                  <a:pt x="3854" y="8608"/>
                </a:lnTo>
                <a:lnTo>
                  <a:pt x="2148" y="4828"/>
                </a:lnTo>
                <a:lnTo>
                  <a:pt x="0" y="0"/>
                </a:lnTo>
                <a:close/>
              </a:path>
            </a:pathLst>
          </a:custGeom>
          <a:solidFill>
            <a:srgbClr val="1C1B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7" name="contour_10855"/>
          <p:cNvSpPr/>
          <p:nvPr/>
        </p:nvSpPr>
        <p:spPr>
          <a:xfrm>
            <a:off x="10862194" y="2724725"/>
            <a:ext cx="59288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09"/>
                </a:moveTo>
                <a:lnTo>
                  <a:pt x="1816" y="136"/>
                </a:lnTo>
                <a:lnTo>
                  <a:pt x="3138" y="0"/>
                </a:lnTo>
                <a:lnTo>
                  <a:pt x="4349" y="0"/>
                </a:lnTo>
                <a:lnTo>
                  <a:pt x="5831" y="136"/>
                </a:lnTo>
                <a:lnTo>
                  <a:pt x="7966" y="409"/>
                </a:lnTo>
                <a:lnTo>
                  <a:pt x="8871" y="1907"/>
                </a:lnTo>
                <a:lnTo>
                  <a:pt x="9768" y="3412"/>
                </a:lnTo>
                <a:lnTo>
                  <a:pt x="10658" y="4922"/>
                </a:lnTo>
                <a:lnTo>
                  <a:pt x="11539" y="6439"/>
                </a:lnTo>
                <a:lnTo>
                  <a:pt x="12410" y="7962"/>
                </a:lnTo>
                <a:lnTo>
                  <a:pt x="13276" y="9491"/>
                </a:lnTo>
                <a:lnTo>
                  <a:pt x="14702" y="9990"/>
                </a:lnTo>
                <a:lnTo>
                  <a:pt x="16136" y="10493"/>
                </a:lnTo>
                <a:lnTo>
                  <a:pt x="17591" y="11004"/>
                </a:lnTo>
                <a:lnTo>
                  <a:pt x="18796" y="11504"/>
                </a:lnTo>
                <a:lnTo>
                  <a:pt x="20012" y="12006"/>
                </a:lnTo>
                <a:lnTo>
                  <a:pt x="21242" y="12518"/>
                </a:lnTo>
                <a:lnTo>
                  <a:pt x="21481" y="14861"/>
                </a:lnTo>
                <a:lnTo>
                  <a:pt x="21600" y="16505"/>
                </a:lnTo>
                <a:lnTo>
                  <a:pt x="21600" y="17885"/>
                </a:lnTo>
                <a:lnTo>
                  <a:pt x="21481" y="19438"/>
                </a:lnTo>
                <a:lnTo>
                  <a:pt x="21242" y="21600"/>
                </a:lnTo>
                <a:lnTo>
                  <a:pt x="19664" y="21600"/>
                </a:lnTo>
                <a:lnTo>
                  <a:pt x="18082" y="21600"/>
                </a:lnTo>
                <a:lnTo>
                  <a:pt x="16494" y="21600"/>
                </a:lnTo>
                <a:lnTo>
                  <a:pt x="14893" y="21600"/>
                </a:lnTo>
                <a:lnTo>
                  <a:pt x="13276" y="21600"/>
                </a:lnTo>
                <a:lnTo>
                  <a:pt x="13276" y="19599"/>
                </a:lnTo>
                <a:lnTo>
                  <a:pt x="13276" y="17586"/>
                </a:lnTo>
                <a:lnTo>
                  <a:pt x="13276" y="15545"/>
                </a:lnTo>
                <a:lnTo>
                  <a:pt x="11662" y="15188"/>
                </a:lnTo>
                <a:lnTo>
                  <a:pt x="10045" y="14834"/>
                </a:lnTo>
                <a:lnTo>
                  <a:pt x="8430" y="14480"/>
                </a:lnTo>
                <a:lnTo>
                  <a:pt x="6813" y="14132"/>
                </a:lnTo>
                <a:lnTo>
                  <a:pt x="5196" y="13783"/>
                </a:lnTo>
                <a:lnTo>
                  <a:pt x="3359" y="12787"/>
                </a:lnTo>
                <a:lnTo>
                  <a:pt x="2366" y="11713"/>
                </a:lnTo>
                <a:lnTo>
                  <a:pt x="1359" y="9645"/>
                </a:lnTo>
                <a:lnTo>
                  <a:pt x="1014" y="7953"/>
                </a:lnTo>
                <a:lnTo>
                  <a:pt x="773" y="6627"/>
                </a:lnTo>
                <a:lnTo>
                  <a:pt x="566" y="5225"/>
                </a:lnTo>
                <a:lnTo>
                  <a:pt x="329" y="3300"/>
                </a:lnTo>
                <a:lnTo>
                  <a:pt x="0" y="409"/>
                </a:lnTo>
                <a:close/>
              </a:path>
            </a:pathLst>
          </a:custGeom>
          <a:solidFill>
            <a:srgbClr val="AFB3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8" name="contour_10856"/>
          <p:cNvSpPr/>
          <p:nvPr/>
        </p:nvSpPr>
        <p:spPr>
          <a:xfrm>
            <a:off x="672656" y="2689269"/>
            <a:ext cx="6651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1" y="0"/>
                </a:moveTo>
                <a:lnTo>
                  <a:pt x="1863" y="0"/>
                </a:lnTo>
                <a:lnTo>
                  <a:pt x="3427" y="0"/>
                </a:lnTo>
                <a:lnTo>
                  <a:pt x="4998" y="0"/>
                </a:lnTo>
                <a:lnTo>
                  <a:pt x="6577" y="0"/>
                </a:lnTo>
                <a:lnTo>
                  <a:pt x="8165" y="0"/>
                </a:lnTo>
                <a:lnTo>
                  <a:pt x="9767" y="0"/>
                </a:lnTo>
                <a:lnTo>
                  <a:pt x="9523" y="1710"/>
                </a:lnTo>
                <a:lnTo>
                  <a:pt x="9277" y="3431"/>
                </a:lnTo>
                <a:lnTo>
                  <a:pt x="9029" y="5177"/>
                </a:lnTo>
                <a:lnTo>
                  <a:pt x="9137" y="6001"/>
                </a:lnTo>
                <a:lnTo>
                  <a:pt x="9327" y="7459"/>
                </a:lnTo>
                <a:lnTo>
                  <a:pt x="9767" y="10800"/>
                </a:lnTo>
                <a:lnTo>
                  <a:pt x="11213" y="11567"/>
                </a:lnTo>
                <a:lnTo>
                  <a:pt x="12666" y="12208"/>
                </a:lnTo>
                <a:lnTo>
                  <a:pt x="14126" y="12744"/>
                </a:lnTo>
                <a:lnTo>
                  <a:pt x="15596" y="13190"/>
                </a:lnTo>
                <a:lnTo>
                  <a:pt x="17077" y="13565"/>
                </a:lnTo>
                <a:lnTo>
                  <a:pt x="18571" y="13878"/>
                </a:lnTo>
                <a:lnTo>
                  <a:pt x="20078" y="14152"/>
                </a:lnTo>
                <a:lnTo>
                  <a:pt x="21600" y="14400"/>
                </a:lnTo>
                <a:lnTo>
                  <a:pt x="20024" y="16913"/>
                </a:lnTo>
                <a:lnTo>
                  <a:pt x="18867" y="18634"/>
                </a:lnTo>
                <a:lnTo>
                  <a:pt x="17934" y="19764"/>
                </a:lnTo>
                <a:lnTo>
                  <a:pt x="17025" y="20502"/>
                </a:lnTo>
                <a:lnTo>
                  <a:pt x="15946" y="21046"/>
                </a:lnTo>
                <a:lnTo>
                  <a:pt x="14500" y="21600"/>
                </a:lnTo>
                <a:lnTo>
                  <a:pt x="12933" y="20898"/>
                </a:lnTo>
                <a:lnTo>
                  <a:pt x="11400" y="20131"/>
                </a:lnTo>
                <a:lnTo>
                  <a:pt x="9900" y="19296"/>
                </a:lnTo>
                <a:lnTo>
                  <a:pt x="8430" y="18382"/>
                </a:lnTo>
                <a:lnTo>
                  <a:pt x="6996" y="17381"/>
                </a:lnTo>
                <a:lnTo>
                  <a:pt x="5592" y="16286"/>
                </a:lnTo>
                <a:lnTo>
                  <a:pt x="4222" y="15088"/>
                </a:lnTo>
                <a:lnTo>
                  <a:pt x="2883" y="13781"/>
                </a:lnTo>
                <a:lnTo>
                  <a:pt x="1576" y="12352"/>
                </a:lnTo>
                <a:lnTo>
                  <a:pt x="301" y="10800"/>
                </a:lnTo>
                <a:lnTo>
                  <a:pt x="102" y="7927"/>
                </a:lnTo>
                <a:lnTo>
                  <a:pt x="0" y="5929"/>
                </a:lnTo>
                <a:lnTo>
                  <a:pt x="0" y="4288"/>
                </a:lnTo>
                <a:lnTo>
                  <a:pt x="102" y="2484"/>
                </a:lnTo>
                <a:lnTo>
                  <a:pt x="301" y="0"/>
                </a:lnTo>
                <a:close/>
              </a:path>
            </a:pathLst>
          </a:custGeom>
          <a:solidFill>
            <a:srgbClr val="A3A6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59" name="contour_10857"/>
          <p:cNvSpPr/>
          <p:nvPr/>
        </p:nvSpPr>
        <p:spPr>
          <a:xfrm>
            <a:off x="3829282" y="2709435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89"/>
                </a:moveTo>
                <a:lnTo>
                  <a:pt x="6199" y="510"/>
                </a:lnTo>
                <a:lnTo>
                  <a:pt x="8762" y="133"/>
                </a:lnTo>
                <a:lnTo>
                  <a:pt x="11308" y="0"/>
                </a:lnTo>
                <a:lnTo>
                  <a:pt x="13849" y="87"/>
                </a:lnTo>
                <a:lnTo>
                  <a:pt x="16398" y="337"/>
                </a:lnTo>
                <a:lnTo>
                  <a:pt x="18979" y="719"/>
                </a:lnTo>
                <a:lnTo>
                  <a:pt x="21600" y="1189"/>
                </a:lnTo>
                <a:lnTo>
                  <a:pt x="21600" y="4557"/>
                </a:lnTo>
                <a:lnTo>
                  <a:pt x="21600" y="7930"/>
                </a:lnTo>
                <a:lnTo>
                  <a:pt x="21600" y="11318"/>
                </a:lnTo>
                <a:lnTo>
                  <a:pt x="21600" y="14721"/>
                </a:lnTo>
                <a:lnTo>
                  <a:pt x="21600" y="1814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414" y="15512"/>
                </a:lnTo>
                <a:lnTo>
                  <a:pt x="767" y="11257"/>
                </a:lnTo>
                <a:lnTo>
                  <a:pt x="1163" y="8261"/>
                </a:lnTo>
                <a:lnTo>
                  <a:pt x="1699" y="5960"/>
                </a:lnTo>
                <a:lnTo>
                  <a:pt x="2480" y="3796"/>
                </a:lnTo>
                <a:lnTo>
                  <a:pt x="3600" y="1189"/>
                </a:lnTo>
                <a:close/>
              </a:path>
            </a:pathLst>
          </a:custGeom>
          <a:solidFill>
            <a:srgbClr val="B2AB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0" name="contour_10858"/>
          <p:cNvSpPr/>
          <p:nvPr/>
        </p:nvSpPr>
        <p:spPr>
          <a:xfrm>
            <a:off x="2517444" y="2682746"/>
            <a:ext cx="44420" cy="52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04" y="178"/>
                </a:moveTo>
                <a:lnTo>
                  <a:pt x="13389" y="1065"/>
                </a:lnTo>
                <a:lnTo>
                  <a:pt x="15526" y="1962"/>
                </a:lnTo>
                <a:lnTo>
                  <a:pt x="17500" y="2970"/>
                </a:lnTo>
                <a:lnTo>
                  <a:pt x="19385" y="4182"/>
                </a:lnTo>
                <a:lnTo>
                  <a:pt x="21263" y="5702"/>
                </a:lnTo>
                <a:lnTo>
                  <a:pt x="21526" y="7778"/>
                </a:lnTo>
                <a:lnTo>
                  <a:pt x="21600" y="9757"/>
                </a:lnTo>
                <a:lnTo>
                  <a:pt x="21476" y="11662"/>
                </a:lnTo>
                <a:lnTo>
                  <a:pt x="21153" y="13509"/>
                </a:lnTo>
                <a:lnTo>
                  <a:pt x="20625" y="15324"/>
                </a:lnTo>
                <a:lnTo>
                  <a:pt x="19881" y="17120"/>
                </a:lnTo>
                <a:lnTo>
                  <a:pt x="18914" y="18919"/>
                </a:lnTo>
                <a:lnTo>
                  <a:pt x="17719" y="20746"/>
                </a:lnTo>
                <a:lnTo>
                  <a:pt x="15225" y="21320"/>
                </a:lnTo>
                <a:lnTo>
                  <a:pt x="12953" y="21585"/>
                </a:lnTo>
                <a:lnTo>
                  <a:pt x="10770" y="21600"/>
                </a:lnTo>
                <a:lnTo>
                  <a:pt x="8562" y="21422"/>
                </a:lnTo>
                <a:lnTo>
                  <a:pt x="6195" y="21119"/>
                </a:lnTo>
                <a:lnTo>
                  <a:pt x="3544" y="20746"/>
                </a:lnTo>
                <a:lnTo>
                  <a:pt x="3799" y="19951"/>
                </a:lnTo>
                <a:lnTo>
                  <a:pt x="4568" y="17559"/>
                </a:lnTo>
                <a:lnTo>
                  <a:pt x="5160" y="15501"/>
                </a:lnTo>
                <a:lnTo>
                  <a:pt x="5759" y="13410"/>
                </a:lnTo>
                <a:lnTo>
                  <a:pt x="6071" y="12384"/>
                </a:lnTo>
                <a:lnTo>
                  <a:pt x="7003" y="9285"/>
                </a:lnTo>
                <a:lnTo>
                  <a:pt x="7024" y="8394"/>
                </a:lnTo>
                <a:lnTo>
                  <a:pt x="7088" y="5702"/>
                </a:lnTo>
                <a:lnTo>
                  <a:pt x="5032" y="4537"/>
                </a:lnTo>
                <a:lnTo>
                  <a:pt x="3608" y="3836"/>
                </a:lnTo>
                <a:lnTo>
                  <a:pt x="2151" y="3316"/>
                </a:lnTo>
                <a:lnTo>
                  <a:pt x="0" y="2693"/>
                </a:lnTo>
                <a:lnTo>
                  <a:pt x="2247" y="1544"/>
                </a:lnTo>
                <a:lnTo>
                  <a:pt x="4242" y="698"/>
                </a:lnTo>
                <a:lnTo>
                  <a:pt x="6220" y="178"/>
                </a:lnTo>
                <a:lnTo>
                  <a:pt x="8395" y="0"/>
                </a:lnTo>
                <a:lnTo>
                  <a:pt x="11004" y="178"/>
                </a:lnTo>
                <a:close/>
              </a:path>
            </a:pathLst>
          </a:custGeom>
          <a:solidFill>
            <a:srgbClr val="F9F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1" name="contour_10859"/>
          <p:cNvSpPr/>
          <p:nvPr/>
        </p:nvSpPr>
        <p:spPr>
          <a:xfrm>
            <a:off x="8683923" y="2695245"/>
            <a:ext cx="35602" cy="66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62" y="9"/>
                </a:moveTo>
                <a:lnTo>
                  <a:pt x="10608" y="0"/>
                </a:lnTo>
                <a:lnTo>
                  <a:pt x="12531" y="16"/>
                </a:lnTo>
                <a:lnTo>
                  <a:pt x="14574" y="80"/>
                </a:lnTo>
                <a:lnTo>
                  <a:pt x="17382" y="209"/>
                </a:lnTo>
                <a:lnTo>
                  <a:pt x="21600" y="424"/>
                </a:lnTo>
                <a:lnTo>
                  <a:pt x="21600" y="1821"/>
                </a:lnTo>
                <a:lnTo>
                  <a:pt x="21600" y="3224"/>
                </a:lnTo>
                <a:lnTo>
                  <a:pt x="21600" y="4633"/>
                </a:lnTo>
                <a:lnTo>
                  <a:pt x="21600" y="6052"/>
                </a:lnTo>
                <a:lnTo>
                  <a:pt x="21600" y="7482"/>
                </a:lnTo>
                <a:lnTo>
                  <a:pt x="18677" y="7482"/>
                </a:lnTo>
                <a:lnTo>
                  <a:pt x="15737" y="7482"/>
                </a:lnTo>
                <a:lnTo>
                  <a:pt x="12757" y="7482"/>
                </a:lnTo>
                <a:lnTo>
                  <a:pt x="12911" y="8718"/>
                </a:lnTo>
                <a:lnTo>
                  <a:pt x="13066" y="9972"/>
                </a:lnTo>
                <a:lnTo>
                  <a:pt x="13186" y="11581"/>
                </a:lnTo>
                <a:lnTo>
                  <a:pt x="13309" y="13216"/>
                </a:lnTo>
                <a:lnTo>
                  <a:pt x="13464" y="14819"/>
                </a:lnTo>
                <a:lnTo>
                  <a:pt x="13619" y="16442"/>
                </a:lnTo>
                <a:lnTo>
                  <a:pt x="13190" y="17835"/>
                </a:lnTo>
                <a:lnTo>
                  <a:pt x="12757" y="19247"/>
                </a:lnTo>
                <a:lnTo>
                  <a:pt x="10112" y="20158"/>
                </a:lnTo>
                <a:lnTo>
                  <a:pt x="8308" y="20706"/>
                </a:lnTo>
                <a:lnTo>
                  <a:pt x="6518" y="21113"/>
                </a:lnTo>
                <a:lnTo>
                  <a:pt x="3913" y="21600"/>
                </a:lnTo>
                <a:lnTo>
                  <a:pt x="3299" y="20042"/>
                </a:lnTo>
                <a:lnTo>
                  <a:pt x="2706" y="18499"/>
                </a:lnTo>
                <a:lnTo>
                  <a:pt x="2140" y="16965"/>
                </a:lnTo>
                <a:lnTo>
                  <a:pt x="1618" y="15438"/>
                </a:lnTo>
                <a:lnTo>
                  <a:pt x="1145" y="13913"/>
                </a:lnTo>
                <a:lnTo>
                  <a:pt x="738" y="12388"/>
                </a:lnTo>
                <a:lnTo>
                  <a:pt x="411" y="10861"/>
                </a:lnTo>
                <a:lnTo>
                  <a:pt x="168" y="9327"/>
                </a:lnTo>
                <a:lnTo>
                  <a:pt x="27" y="7786"/>
                </a:lnTo>
                <a:lnTo>
                  <a:pt x="0" y="6231"/>
                </a:lnTo>
                <a:lnTo>
                  <a:pt x="93" y="4661"/>
                </a:lnTo>
                <a:lnTo>
                  <a:pt x="323" y="3071"/>
                </a:lnTo>
                <a:lnTo>
                  <a:pt x="2463" y="1534"/>
                </a:lnTo>
                <a:lnTo>
                  <a:pt x="3997" y="704"/>
                </a:lnTo>
                <a:lnTo>
                  <a:pt x="5651" y="292"/>
                </a:lnTo>
                <a:lnTo>
                  <a:pt x="8162" y="9"/>
                </a:lnTo>
                <a:close/>
              </a:path>
            </a:pathLst>
          </a:custGeom>
          <a:solidFill>
            <a:srgbClr val="C6D0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2" name="contour_10860"/>
          <p:cNvSpPr/>
          <p:nvPr/>
        </p:nvSpPr>
        <p:spPr>
          <a:xfrm>
            <a:off x="10862194" y="2667405"/>
            <a:ext cx="65592" cy="49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4" y="0"/>
                </a:lnTo>
                <a:lnTo>
                  <a:pt x="10370" y="0"/>
                </a:lnTo>
                <a:lnTo>
                  <a:pt x="11957" y="0"/>
                </a:lnTo>
                <a:lnTo>
                  <a:pt x="13548" y="0"/>
                </a:lnTo>
                <a:lnTo>
                  <a:pt x="15144" y="0"/>
                </a:lnTo>
                <a:lnTo>
                  <a:pt x="16747" y="0"/>
                </a:lnTo>
                <a:lnTo>
                  <a:pt x="18355" y="0"/>
                </a:lnTo>
                <a:lnTo>
                  <a:pt x="19973" y="0"/>
                </a:lnTo>
                <a:lnTo>
                  <a:pt x="21600" y="0"/>
                </a:lnTo>
                <a:lnTo>
                  <a:pt x="21600" y="1888"/>
                </a:lnTo>
                <a:lnTo>
                  <a:pt x="21600" y="3782"/>
                </a:lnTo>
                <a:lnTo>
                  <a:pt x="21600" y="5683"/>
                </a:lnTo>
                <a:lnTo>
                  <a:pt x="21600" y="7599"/>
                </a:lnTo>
                <a:lnTo>
                  <a:pt x="21600" y="9535"/>
                </a:lnTo>
                <a:lnTo>
                  <a:pt x="20362" y="11162"/>
                </a:lnTo>
                <a:lnTo>
                  <a:pt x="19418" y="12348"/>
                </a:lnTo>
                <a:lnTo>
                  <a:pt x="18583" y="13295"/>
                </a:lnTo>
                <a:lnTo>
                  <a:pt x="17669" y="14204"/>
                </a:lnTo>
                <a:lnTo>
                  <a:pt x="16488" y="15266"/>
                </a:lnTo>
                <a:lnTo>
                  <a:pt x="14851" y="16686"/>
                </a:lnTo>
                <a:lnTo>
                  <a:pt x="13596" y="17818"/>
                </a:lnTo>
                <a:lnTo>
                  <a:pt x="12331" y="18959"/>
                </a:lnTo>
                <a:lnTo>
                  <a:pt x="11052" y="20113"/>
                </a:lnTo>
                <a:lnTo>
                  <a:pt x="9605" y="20894"/>
                </a:lnTo>
                <a:lnTo>
                  <a:pt x="8436" y="21397"/>
                </a:lnTo>
                <a:lnTo>
                  <a:pt x="7351" y="21600"/>
                </a:lnTo>
                <a:lnTo>
                  <a:pt x="6161" y="21489"/>
                </a:lnTo>
                <a:lnTo>
                  <a:pt x="4666" y="21041"/>
                </a:lnTo>
                <a:lnTo>
                  <a:pt x="2676" y="20240"/>
                </a:lnTo>
                <a:lnTo>
                  <a:pt x="0" y="19070"/>
                </a:lnTo>
                <a:lnTo>
                  <a:pt x="1296" y="17926"/>
                </a:lnTo>
                <a:lnTo>
                  <a:pt x="2592" y="16782"/>
                </a:lnTo>
                <a:lnTo>
                  <a:pt x="3890" y="15634"/>
                </a:lnTo>
                <a:lnTo>
                  <a:pt x="5191" y="14487"/>
                </a:lnTo>
                <a:lnTo>
                  <a:pt x="6494" y="13336"/>
                </a:lnTo>
                <a:lnTo>
                  <a:pt x="7800" y="12186"/>
                </a:lnTo>
                <a:lnTo>
                  <a:pt x="9108" y="11029"/>
                </a:lnTo>
                <a:lnTo>
                  <a:pt x="10423" y="9869"/>
                </a:lnTo>
                <a:lnTo>
                  <a:pt x="11743" y="8702"/>
                </a:lnTo>
                <a:lnTo>
                  <a:pt x="13068" y="7533"/>
                </a:lnTo>
                <a:lnTo>
                  <a:pt x="14400" y="6357"/>
                </a:lnTo>
                <a:lnTo>
                  <a:pt x="13212" y="5308"/>
                </a:lnTo>
                <a:lnTo>
                  <a:pt x="12022" y="4256"/>
                </a:lnTo>
                <a:lnTo>
                  <a:pt x="10826" y="3201"/>
                </a:lnTo>
                <a:lnTo>
                  <a:pt x="9626" y="2142"/>
                </a:lnTo>
                <a:lnTo>
                  <a:pt x="8419" y="1074"/>
                </a:lnTo>
                <a:lnTo>
                  <a:pt x="7200" y="0"/>
                </a:lnTo>
                <a:close/>
              </a:path>
            </a:pathLst>
          </a:custGeom>
          <a:solidFill>
            <a:srgbClr val="8B91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3" name="contour_10861"/>
          <p:cNvSpPr/>
          <p:nvPr/>
        </p:nvSpPr>
        <p:spPr>
          <a:xfrm>
            <a:off x="1795051" y="2652829"/>
            <a:ext cx="6647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7" y="0"/>
                </a:moveTo>
                <a:lnTo>
                  <a:pt x="1940" y="932"/>
                </a:lnTo>
                <a:lnTo>
                  <a:pt x="3524" y="1925"/>
                </a:lnTo>
                <a:lnTo>
                  <a:pt x="5039" y="2981"/>
                </a:lnTo>
                <a:lnTo>
                  <a:pt x="6498" y="4101"/>
                </a:lnTo>
                <a:lnTo>
                  <a:pt x="7903" y="5277"/>
                </a:lnTo>
                <a:lnTo>
                  <a:pt x="9260" y="6511"/>
                </a:lnTo>
                <a:lnTo>
                  <a:pt x="10576" y="7798"/>
                </a:lnTo>
                <a:lnTo>
                  <a:pt x="11857" y="9140"/>
                </a:lnTo>
                <a:lnTo>
                  <a:pt x="13110" y="10535"/>
                </a:lnTo>
                <a:lnTo>
                  <a:pt x="14342" y="11979"/>
                </a:lnTo>
                <a:lnTo>
                  <a:pt x="15556" y="13472"/>
                </a:lnTo>
                <a:lnTo>
                  <a:pt x="16759" y="15012"/>
                </a:lnTo>
                <a:lnTo>
                  <a:pt x="17960" y="16595"/>
                </a:lnTo>
                <a:lnTo>
                  <a:pt x="19163" y="18224"/>
                </a:lnTo>
                <a:lnTo>
                  <a:pt x="20373" y="19891"/>
                </a:lnTo>
                <a:lnTo>
                  <a:pt x="21600" y="21600"/>
                </a:lnTo>
                <a:lnTo>
                  <a:pt x="18386" y="21205"/>
                </a:lnTo>
                <a:lnTo>
                  <a:pt x="15691" y="20853"/>
                </a:lnTo>
                <a:lnTo>
                  <a:pt x="13449" y="20523"/>
                </a:lnTo>
                <a:lnTo>
                  <a:pt x="11592" y="20190"/>
                </a:lnTo>
                <a:lnTo>
                  <a:pt x="10062" y="19823"/>
                </a:lnTo>
                <a:lnTo>
                  <a:pt x="8788" y="19403"/>
                </a:lnTo>
                <a:lnTo>
                  <a:pt x="7708" y="18900"/>
                </a:lnTo>
                <a:lnTo>
                  <a:pt x="6759" y="18289"/>
                </a:lnTo>
                <a:lnTo>
                  <a:pt x="5871" y="17545"/>
                </a:lnTo>
                <a:lnTo>
                  <a:pt x="4985" y="16647"/>
                </a:lnTo>
                <a:lnTo>
                  <a:pt x="4033" y="15564"/>
                </a:lnTo>
                <a:lnTo>
                  <a:pt x="2951" y="14271"/>
                </a:lnTo>
                <a:lnTo>
                  <a:pt x="1857" y="12108"/>
                </a:lnTo>
                <a:lnTo>
                  <a:pt x="1037" y="10195"/>
                </a:lnTo>
                <a:lnTo>
                  <a:pt x="467" y="8402"/>
                </a:lnTo>
                <a:lnTo>
                  <a:pt x="128" y="6613"/>
                </a:lnTo>
                <a:lnTo>
                  <a:pt x="0" y="4700"/>
                </a:lnTo>
                <a:lnTo>
                  <a:pt x="59" y="2536"/>
                </a:lnTo>
                <a:lnTo>
                  <a:pt x="287" y="0"/>
                </a:lnTo>
                <a:close/>
              </a:path>
            </a:pathLst>
          </a:custGeom>
          <a:solidFill>
            <a:srgbClr val="05040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4" name="contour_10862"/>
          <p:cNvSpPr/>
          <p:nvPr/>
        </p:nvSpPr>
        <p:spPr>
          <a:xfrm>
            <a:off x="11117274" y="2667405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33" y="600"/>
                </a:lnTo>
                <a:lnTo>
                  <a:pt x="2070" y="1205"/>
                </a:lnTo>
                <a:lnTo>
                  <a:pt x="3116" y="1814"/>
                </a:lnTo>
                <a:lnTo>
                  <a:pt x="4173" y="2428"/>
                </a:lnTo>
                <a:lnTo>
                  <a:pt x="5565" y="2981"/>
                </a:lnTo>
                <a:lnTo>
                  <a:pt x="6936" y="3365"/>
                </a:lnTo>
                <a:lnTo>
                  <a:pt x="8285" y="3594"/>
                </a:lnTo>
                <a:lnTo>
                  <a:pt x="9622" y="3681"/>
                </a:lnTo>
                <a:lnTo>
                  <a:pt x="10947" y="3637"/>
                </a:lnTo>
                <a:lnTo>
                  <a:pt x="12263" y="3478"/>
                </a:lnTo>
                <a:lnTo>
                  <a:pt x="13579" y="3210"/>
                </a:lnTo>
                <a:lnTo>
                  <a:pt x="14892" y="2843"/>
                </a:lnTo>
                <a:lnTo>
                  <a:pt x="16210" y="2393"/>
                </a:lnTo>
                <a:lnTo>
                  <a:pt x="17537" y="1875"/>
                </a:lnTo>
                <a:lnTo>
                  <a:pt x="18874" y="1296"/>
                </a:lnTo>
                <a:lnTo>
                  <a:pt x="20227" y="665"/>
                </a:lnTo>
                <a:lnTo>
                  <a:pt x="21600" y="0"/>
                </a:lnTo>
                <a:lnTo>
                  <a:pt x="20858" y="2946"/>
                </a:lnTo>
                <a:lnTo>
                  <a:pt x="20155" y="5525"/>
                </a:lnTo>
                <a:lnTo>
                  <a:pt x="19446" y="7789"/>
                </a:lnTo>
                <a:lnTo>
                  <a:pt x="18688" y="9785"/>
                </a:lnTo>
                <a:lnTo>
                  <a:pt x="17836" y="11569"/>
                </a:lnTo>
                <a:lnTo>
                  <a:pt x="16846" y="13185"/>
                </a:lnTo>
                <a:lnTo>
                  <a:pt x="15676" y="14679"/>
                </a:lnTo>
                <a:lnTo>
                  <a:pt x="14282" y="16114"/>
                </a:lnTo>
                <a:lnTo>
                  <a:pt x="13734" y="16407"/>
                </a:lnTo>
                <a:lnTo>
                  <a:pt x="12768" y="16917"/>
                </a:lnTo>
                <a:lnTo>
                  <a:pt x="10555" y="18092"/>
                </a:lnTo>
                <a:lnTo>
                  <a:pt x="9314" y="18775"/>
                </a:lnTo>
                <a:lnTo>
                  <a:pt x="8063" y="19466"/>
                </a:lnTo>
                <a:lnTo>
                  <a:pt x="6796" y="20166"/>
                </a:lnTo>
                <a:lnTo>
                  <a:pt x="6374" y="20377"/>
                </a:lnTo>
                <a:lnTo>
                  <a:pt x="5630" y="20749"/>
                </a:lnTo>
                <a:lnTo>
                  <a:pt x="3927" y="21600"/>
                </a:lnTo>
                <a:lnTo>
                  <a:pt x="3440" y="18926"/>
                </a:lnTo>
                <a:lnTo>
                  <a:pt x="2955" y="16252"/>
                </a:lnTo>
                <a:lnTo>
                  <a:pt x="2466" y="13569"/>
                </a:lnTo>
                <a:lnTo>
                  <a:pt x="1977" y="10882"/>
                </a:lnTo>
                <a:lnTo>
                  <a:pt x="1488" y="8182"/>
                </a:lnTo>
                <a:lnTo>
                  <a:pt x="996" y="5469"/>
                </a:lnTo>
                <a:lnTo>
                  <a:pt x="49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6161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5" name="contour_10863"/>
          <p:cNvSpPr/>
          <p:nvPr/>
        </p:nvSpPr>
        <p:spPr>
          <a:xfrm>
            <a:off x="3736338" y="2638253"/>
            <a:ext cx="2840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3" y="0"/>
                </a:moveTo>
                <a:lnTo>
                  <a:pt x="7303" y="418"/>
                </a:lnTo>
                <a:lnTo>
                  <a:pt x="9503" y="806"/>
                </a:lnTo>
                <a:lnTo>
                  <a:pt x="11809" y="1392"/>
                </a:lnTo>
                <a:lnTo>
                  <a:pt x="15255" y="2400"/>
                </a:lnTo>
                <a:lnTo>
                  <a:pt x="16474" y="4032"/>
                </a:lnTo>
                <a:lnTo>
                  <a:pt x="17344" y="5261"/>
                </a:lnTo>
                <a:lnTo>
                  <a:pt x="17976" y="6319"/>
                </a:lnTo>
                <a:lnTo>
                  <a:pt x="18508" y="7440"/>
                </a:lnTo>
                <a:lnTo>
                  <a:pt x="19062" y="8856"/>
                </a:lnTo>
                <a:lnTo>
                  <a:pt x="19755" y="10800"/>
                </a:lnTo>
                <a:lnTo>
                  <a:pt x="20364" y="12312"/>
                </a:lnTo>
                <a:lnTo>
                  <a:pt x="20979" y="13834"/>
                </a:lnTo>
                <a:lnTo>
                  <a:pt x="21600" y="15374"/>
                </a:lnTo>
                <a:lnTo>
                  <a:pt x="21484" y="15936"/>
                </a:lnTo>
                <a:lnTo>
                  <a:pt x="21273" y="16930"/>
                </a:lnTo>
                <a:lnTo>
                  <a:pt x="20797" y="19200"/>
                </a:lnTo>
                <a:lnTo>
                  <a:pt x="16707" y="20047"/>
                </a:lnTo>
                <a:lnTo>
                  <a:pt x="13798" y="20597"/>
                </a:lnTo>
                <a:lnTo>
                  <a:pt x="11271" y="20962"/>
                </a:lnTo>
                <a:lnTo>
                  <a:pt x="8329" y="21257"/>
                </a:lnTo>
                <a:lnTo>
                  <a:pt x="4173" y="21600"/>
                </a:lnTo>
                <a:lnTo>
                  <a:pt x="3092" y="19778"/>
                </a:lnTo>
                <a:lnTo>
                  <a:pt x="2161" y="18034"/>
                </a:lnTo>
                <a:lnTo>
                  <a:pt x="1380" y="16351"/>
                </a:lnTo>
                <a:lnTo>
                  <a:pt x="765" y="14719"/>
                </a:lnTo>
                <a:lnTo>
                  <a:pt x="321" y="13121"/>
                </a:lnTo>
                <a:lnTo>
                  <a:pt x="66" y="11546"/>
                </a:lnTo>
                <a:lnTo>
                  <a:pt x="0" y="9979"/>
                </a:lnTo>
                <a:lnTo>
                  <a:pt x="133" y="8407"/>
                </a:lnTo>
                <a:lnTo>
                  <a:pt x="477" y="6818"/>
                </a:lnTo>
                <a:lnTo>
                  <a:pt x="1047" y="5196"/>
                </a:lnTo>
                <a:lnTo>
                  <a:pt x="1845" y="3528"/>
                </a:lnTo>
                <a:lnTo>
                  <a:pt x="2881" y="1800"/>
                </a:lnTo>
                <a:lnTo>
                  <a:pt x="4173" y="0"/>
                </a:lnTo>
                <a:close/>
              </a:path>
            </a:pathLst>
          </a:custGeom>
          <a:solidFill>
            <a:srgbClr val="B1B9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6" name="contour_10864"/>
          <p:cNvSpPr/>
          <p:nvPr/>
        </p:nvSpPr>
        <p:spPr>
          <a:xfrm>
            <a:off x="6933967" y="260910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08" y="639"/>
                </a:lnTo>
                <a:lnTo>
                  <a:pt x="15339" y="1173"/>
                </a:lnTo>
                <a:lnTo>
                  <a:pt x="16613" y="1892"/>
                </a:lnTo>
                <a:lnTo>
                  <a:pt x="18514" y="3086"/>
                </a:lnTo>
                <a:lnTo>
                  <a:pt x="19264" y="5277"/>
                </a:lnTo>
                <a:lnTo>
                  <a:pt x="19715" y="6832"/>
                </a:lnTo>
                <a:lnTo>
                  <a:pt x="20048" y="8489"/>
                </a:lnTo>
                <a:lnTo>
                  <a:pt x="20443" y="10991"/>
                </a:lnTo>
                <a:lnTo>
                  <a:pt x="20792" y="13105"/>
                </a:lnTo>
                <a:lnTo>
                  <a:pt x="21143" y="15247"/>
                </a:lnTo>
                <a:lnTo>
                  <a:pt x="21257" y="16061"/>
                </a:lnTo>
                <a:lnTo>
                  <a:pt x="21600" y="18514"/>
                </a:lnTo>
                <a:lnTo>
                  <a:pt x="19770" y="18903"/>
                </a:lnTo>
                <a:lnTo>
                  <a:pt x="17937" y="19292"/>
                </a:lnTo>
                <a:lnTo>
                  <a:pt x="16104" y="19675"/>
                </a:lnTo>
                <a:lnTo>
                  <a:pt x="14271" y="20057"/>
                </a:lnTo>
                <a:lnTo>
                  <a:pt x="13247" y="20273"/>
                </a:lnTo>
                <a:lnTo>
                  <a:pt x="10149" y="20924"/>
                </a:lnTo>
                <a:lnTo>
                  <a:pt x="8159" y="21254"/>
                </a:lnTo>
                <a:lnTo>
                  <a:pt x="6634" y="21455"/>
                </a:lnTo>
                <a:lnTo>
                  <a:pt x="5091" y="21557"/>
                </a:lnTo>
                <a:lnTo>
                  <a:pt x="3043" y="21594"/>
                </a:lnTo>
                <a:lnTo>
                  <a:pt x="0" y="21600"/>
                </a:lnTo>
                <a:lnTo>
                  <a:pt x="509" y="19563"/>
                </a:lnTo>
                <a:lnTo>
                  <a:pt x="1018" y="17524"/>
                </a:lnTo>
                <a:lnTo>
                  <a:pt x="1531" y="15475"/>
                </a:lnTo>
                <a:lnTo>
                  <a:pt x="2046" y="13417"/>
                </a:lnTo>
                <a:lnTo>
                  <a:pt x="2564" y="11346"/>
                </a:lnTo>
                <a:lnTo>
                  <a:pt x="3086" y="9257"/>
                </a:lnTo>
                <a:lnTo>
                  <a:pt x="3993" y="9482"/>
                </a:lnTo>
                <a:lnTo>
                  <a:pt x="4900" y="9711"/>
                </a:lnTo>
                <a:lnTo>
                  <a:pt x="6156" y="10025"/>
                </a:lnTo>
                <a:lnTo>
                  <a:pt x="8100" y="10510"/>
                </a:lnTo>
                <a:lnTo>
                  <a:pt x="11078" y="11254"/>
                </a:lnTo>
                <a:lnTo>
                  <a:pt x="15429" y="12343"/>
                </a:lnTo>
                <a:lnTo>
                  <a:pt x="14919" y="10306"/>
                </a:lnTo>
                <a:lnTo>
                  <a:pt x="14410" y="8267"/>
                </a:lnTo>
                <a:lnTo>
                  <a:pt x="13898" y="6218"/>
                </a:lnTo>
                <a:lnTo>
                  <a:pt x="13383" y="4160"/>
                </a:lnTo>
                <a:lnTo>
                  <a:pt x="12864" y="2089"/>
                </a:lnTo>
                <a:lnTo>
                  <a:pt x="12343" y="0"/>
                </a:lnTo>
                <a:close/>
              </a:path>
            </a:pathLst>
          </a:custGeom>
          <a:solidFill>
            <a:srgbClr val="696C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7" name="contour_10865"/>
          <p:cNvSpPr/>
          <p:nvPr/>
        </p:nvSpPr>
        <p:spPr>
          <a:xfrm>
            <a:off x="9972177" y="2579949"/>
            <a:ext cx="37322" cy="73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0" y="0"/>
                </a:moveTo>
                <a:lnTo>
                  <a:pt x="3298" y="0"/>
                </a:lnTo>
                <a:lnTo>
                  <a:pt x="6103" y="0"/>
                </a:lnTo>
                <a:lnTo>
                  <a:pt x="8946" y="0"/>
                </a:lnTo>
                <a:lnTo>
                  <a:pt x="9035" y="445"/>
                </a:lnTo>
                <a:lnTo>
                  <a:pt x="9199" y="1234"/>
                </a:lnTo>
                <a:lnTo>
                  <a:pt x="9570" y="3039"/>
                </a:lnTo>
                <a:lnTo>
                  <a:pt x="10245" y="5854"/>
                </a:lnTo>
                <a:lnTo>
                  <a:pt x="10840" y="8252"/>
                </a:lnTo>
                <a:lnTo>
                  <a:pt x="11388" y="10283"/>
                </a:lnTo>
                <a:lnTo>
                  <a:pt x="11924" y="11995"/>
                </a:lnTo>
                <a:lnTo>
                  <a:pt x="12481" y="13437"/>
                </a:lnTo>
                <a:lnTo>
                  <a:pt x="13088" y="14663"/>
                </a:lnTo>
                <a:lnTo>
                  <a:pt x="13784" y="15718"/>
                </a:lnTo>
                <a:lnTo>
                  <a:pt x="14598" y="16656"/>
                </a:lnTo>
                <a:lnTo>
                  <a:pt x="15564" y="17525"/>
                </a:lnTo>
                <a:lnTo>
                  <a:pt x="16716" y="18375"/>
                </a:lnTo>
                <a:lnTo>
                  <a:pt x="18082" y="19256"/>
                </a:lnTo>
                <a:lnTo>
                  <a:pt x="19698" y="20219"/>
                </a:lnTo>
                <a:lnTo>
                  <a:pt x="21600" y="21312"/>
                </a:lnTo>
                <a:lnTo>
                  <a:pt x="18715" y="21504"/>
                </a:lnTo>
                <a:lnTo>
                  <a:pt x="16614" y="21600"/>
                </a:lnTo>
                <a:lnTo>
                  <a:pt x="14691" y="21600"/>
                </a:lnTo>
                <a:lnTo>
                  <a:pt x="12337" y="21504"/>
                </a:lnTo>
                <a:lnTo>
                  <a:pt x="8946" y="21312"/>
                </a:lnTo>
                <a:lnTo>
                  <a:pt x="6512" y="20138"/>
                </a:lnTo>
                <a:lnTo>
                  <a:pt x="4589" y="19038"/>
                </a:lnTo>
                <a:lnTo>
                  <a:pt x="3113" y="17962"/>
                </a:lnTo>
                <a:lnTo>
                  <a:pt x="2012" y="16858"/>
                </a:lnTo>
                <a:lnTo>
                  <a:pt x="1219" y="15677"/>
                </a:lnTo>
                <a:lnTo>
                  <a:pt x="662" y="14369"/>
                </a:lnTo>
                <a:lnTo>
                  <a:pt x="278" y="12885"/>
                </a:lnTo>
                <a:lnTo>
                  <a:pt x="0" y="11172"/>
                </a:lnTo>
                <a:lnTo>
                  <a:pt x="4" y="9774"/>
                </a:lnTo>
                <a:lnTo>
                  <a:pt x="21" y="8376"/>
                </a:lnTo>
                <a:lnTo>
                  <a:pt x="59" y="6980"/>
                </a:lnTo>
                <a:lnTo>
                  <a:pt x="114" y="5584"/>
                </a:lnTo>
                <a:lnTo>
                  <a:pt x="186" y="4190"/>
                </a:lnTo>
                <a:lnTo>
                  <a:pt x="274" y="2794"/>
                </a:lnTo>
                <a:lnTo>
                  <a:pt x="384" y="1398"/>
                </a:lnTo>
                <a:lnTo>
                  <a:pt x="510" y="0"/>
                </a:lnTo>
                <a:close/>
              </a:path>
            </a:pathLst>
          </a:custGeom>
          <a:solidFill>
            <a:srgbClr val="7871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8" name="contour_10866"/>
          <p:cNvSpPr/>
          <p:nvPr/>
        </p:nvSpPr>
        <p:spPr>
          <a:xfrm>
            <a:off x="7247350" y="2593264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5"/>
                </a:moveTo>
                <a:lnTo>
                  <a:pt x="2603" y="543"/>
                </a:lnTo>
                <a:lnTo>
                  <a:pt x="5177" y="254"/>
                </a:lnTo>
                <a:lnTo>
                  <a:pt x="7736" y="62"/>
                </a:lnTo>
                <a:lnTo>
                  <a:pt x="10289" y="0"/>
                </a:lnTo>
                <a:lnTo>
                  <a:pt x="12845" y="98"/>
                </a:lnTo>
                <a:lnTo>
                  <a:pt x="15412" y="383"/>
                </a:lnTo>
                <a:lnTo>
                  <a:pt x="18000" y="895"/>
                </a:lnTo>
                <a:lnTo>
                  <a:pt x="19433" y="4747"/>
                </a:lnTo>
                <a:lnTo>
                  <a:pt x="20336" y="7480"/>
                </a:lnTo>
                <a:lnTo>
                  <a:pt x="20884" y="9840"/>
                </a:lnTo>
                <a:lnTo>
                  <a:pt x="21247" y="12573"/>
                </a:lnTo>
                <a:lnTo>
                  <a:pt x="21600" y="16424"/>
                </a:lnTo>
                <a:lnTo>
                  <a:pt x="19224" y="16993"/>
                </a:lnTo>
                <a:lnTo>
                  <a:pt x="16844" y="17563"/>
                </a:lnTo>
                <a:lnTo>
                  <a:pt x="14465" y="18132"/>
                </a:lnTo>
                <a:lnTo>
                  <a:pt x="12078" y="18707"/>
                </a:lnTo>
                <a:lnTo>
                  <a:pt x="9684" y="19281"/>
                </a:lnTo>
                <a:lnTo>
                  <a:pt x="7279" y="19856"/>
                </a:lnTo>
                <a:lnTo>
                  <a:pt x="4867" y="20435"/>
                </a:lnTo>
                <a:lnTo>
                  <a:pt x="2441" y="21015"/>
                </a:lnTo>
                <a:lnTo>
                  <a:pt x="0" y="21600"/>
                </a:lnTo>
                <a:lnTo>
                  <a:pt x="0" y="18184"/>
                </a:lnTo>
                <a:lnTo>
                  <a:pt x="0" y="14762"/>
                </a:lnTo>
                <a:lnTo>
                  <a:pt x="0" y="11325"/>
                </a:lnTo>
                <a:lnTo>
                  <a:pt x="0" y="7873"/>
                </a:lnTo>
                <a:lnTo>
                  <a:pt x="0" y="4400"/>
                </a:lnTo>
                <a:lnTo>
                  <a:pt x="0" y="895"/>
                </a:lnTo>
                <a:close/>
              </a:path>
            </a:pathLst>
          </a:custGeom>
          <a:solidFill>
            <a:srgbClr val="CBC5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69" name="contour_10867"/>
          <p:cNvSpPr/>
          <p:nvPr/>
        </p:nvSpPr>
        <p:spPr>
          <a:xfrm>
            <a:off x="4313824" y="2587237"/>
            <a:ext cx="4019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83" y="0"/>
                </a:moveTo>
                <a:lnTo>
                  <a:pt x="18404" y="2502"/>
                </a:lnTo>
                <a:lnTo>
                  <a:pt x="19078" y="4903"/>
                </a:lnTo>
                <a:lnTo>
                  <a:pt x="19689" y="7240"/>
                </a:lnTo>
                <a:lnTo>
                  <a:pt x="20233" y="9540"/>
                </a:lnTo>
                <a:lnTo>
                  <a:pt x="20699" y="11833"/>
                </a:lnTo>
                <a:lnTo>
                  <a:pt x="21079" y="14159"/>
                </a:lnTo>
                <a:lnTo>
                  <a:pt x="21361" y="16538"/>
                </a:lnTo>
                <a:lnTo>
                  <a:pt x="21537" y="19008"/>
                </a:lnTo>
                <a:lnTo>
                  <a:pt x="21600" y="21600"/>
                </a:lnTo>
                <a:lnTo>
                  <a:pt x="19042" y="21420"/>
                </a:lnTo>
                <a:lnTo>
                  <a:pt x="16532" y="21200"/>
                </a:lnTo>
                <a:lnTo>
                  <a:pt x="14061" y="20927"/>
                </a:lnTo>
                <a:lnTo>
                  <a:pt x="11617" y="20574"/>
                </a:lnTo>
                <a:lnTo>
                  <a:pt x="9200" y="20124"/>
                </a:lnTo>
                <a:lnTo>
                  <a:pt x="6799" y="19559"/>
                </a:lnTo>
                <a:lnTo>
                  <a:pt x="4406" y="18857"/>
                </a:lnTo>
                <a:lnTo>
                  <a:pt x="2017" y="18000"/>
                </a:lnTo>
                <a:lnTo>
                  <a:pt x="909" y="15714"/>
                </a:lnTo>
                <a:lnTo>
                  <a:pt x="262" y="13640"/>
                </a:lnTo>
                <a:lnTo>
                  <a:pt x="0" y="11599"/>
                </a:lnTo>
                <a:lnTo>
                  <a:pt x="35" y="9421"/>
                </a:lnTo>
                <a:lnTo>
                  <a:pt x="290" y="6919"/>
                </a:lnTo>
                <a:lnTo>
                  <a:pt x="1637" y="4518"/>
                </a:lnTo>
                <a:lnTo>
                  <a:pt x="3008" y="3208"/>
                </a:lnTo>
                <a:lnTo>
                  <a:pt x="5581" y="1858"/>
                </a:lnTo>
                <a:lnTo>
                  <a:pt x="7998" y="1350"/>
                </a:lnTo>
                <a:lnTo>
                  <a:pt x="10395" y="911"/>
                </a:lnTo>
                <a:lnTo>
                  <a:pt x="12799" y="540"/>
                </a:lnTo>
                <a:lnTo>
                  <a:pt x="15220" y="238"/>
                </a:lnTo>
                <a:lnTo>
                  <a:pt x="17683" y="0"/>
                </a:lnTo>
                <a:close/>
              </a:path>
            </a:pathLst>
          </a:custGeom>
          <a:solidFill>
            <a:srgbClr val="E6E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0" name="contour_10868"/>
          <p:cNvSpPr/>
          <p:nvPr/>
        </p:nvSpPr>
        <p:spPr>
          <a:xfrm>
            <a:off x="2437276" y="2550797"/>
            <a:ext cx="7288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977" y="238"/>
                </a:lnTo>
                <a:lnTo>
                  <a:pt x="9476" y="475"/>
                </a:lnTo>
                <a:lnTo>
                  <a:pt x="10975" y="713"/>
                </a:lnTo>
                <a:lnTo>
                  <a:pt x="12476" y="953"/>
                </a:lnTo>
                <a:lnTo>
                  <a:pt x="13984" y="1190"/>
                </a:lnTo>
                <a:lnTo>
                  <a:pt x="15494" y="1430"/>
                </a:lnTo>
                <a:lnTo>
                  <a:pt x="17010" y="1670"/>
                </a:lnTo>
                <a:lnTo>
                  <a:pt x="18533" y="1913"/>
                </a:lnTo>
                <a:lnTo>
                  <a:pt x="20062" y="2155"/>
                </a:lnTo>
                <a:lnTo>
                  <a:pt x="21600" y="2400"/>
                </a:lnTo>
                <a:lnTo>
                  <a:pt x="20172" y="2597"/>
                </a:lnTo>
                <a:lnTo>
                  <a:pt x="18736" y="2798"/>
                </a:lnTo>
                <a:lnTo>
                  <a:pt x="17280" y="3000"/>
                </a:lnTo>
                <a:lnTo>
                  <a:pt x="15524" y="3485"/>
                </a:lnTo>
                <a:lnTo>
                  <a:pt x="14403" y="3953"/>
                </a:lnTo>
                <a:lnTo>
                  <a:pt x="12960" y="4800"/>
                </a:lnTo>
                <a:lnTo>
                  <a:pt x="12630" y="6466"/>
                </a:lnTo>
                <a:lnTo>
                  <a:pt x="12480" y="8023"/>
                </a:lnTo>
                <a:lnTo>
                  <a:pt x="12474" y="9533"/>
                </a:lnTo>
                <a:lnTo>
                  <a:pt x="12578" y="11057"/>
                </a:lnTo>
                <a:lnTo>
                  <a:pt x="12753" y="12660"/>
                </a:lnTo>
                <a:lnTo>
                  <a:pt x="12960" y="14400"/>
                </a:lnTo>
                <a:lnTo>
                  <a:pt x="12344" y="14333"/>
                </a:lnTo>
                <a:lnTo>
                  <a:pt x="11258" y="14218"/>
                </a:lnTo>
                <a:lnTo>
                  <a:pt x="8774" y="13949"/>
                </a:lnTo>
                <a:lnTo>
                  <a:pt x="7018" y="13949"/>
                </a:lnTo>
                <a:lnTo>
                  <a:pt x="5862" y="14064"/>
                </a:lnTo>
                <a:lnTo>
                  <a:pt x="4320" y="14400"/>
                </a:lnTo>
                <a:lnTo>
                  <a:pt x="3525" y="16186"/>
                </a:lnTo>
                <a:lnTo>
                  <a:pt x="3015" y="17453"/>
                </a:lnTo>
                <a:lnTo>
                  <a:pt x="2687" y="18547"/>
                </a:lnTo>
                <a:lnTo>
                  <a:pt x="2436" y="19814"/>
                </a:lnTo>
                <a:lnTo>
                  <a:pt x="2160" y="21600"/>
                </a:lnTo>
                <a:lnTo>
                  <a:pt x="1892" y="20114"/>
                </a:lnTo>
                <a:lnTo>
                  <a:pt x="1624" y="18629"/>
                </a:lnTo>
                <a:lnTo>
                  <a:pt x="1356" y="17138"/>
                </a:lnTo>
                <a:lnTo>
                  <a:pt x="1089" y="15646"/>
                </a:lnTo>
                <a:lnTo>
                  <a:pt x="819" y="14146"/>
                </a:lnTo>
                <a:lnTo>
                  <a:pt x="546" y="12638"/>
                </a:lnTo>
                <a:lnTo>
                  <a:pt x="274" y="11124"/>
                </a:lnTo>
                <a:lnTo>
                  <a:pt x="0" y="9600"/>
                </a:lnTo>
                <a:lnTo>
                  <a:pt x="605" y="9734"/>
                </a:lnTo>
                <a:lnTo>
                  <a:pt x="1171" y="9859"/>
                </a:lnTo>
                <a:lnTo>
                  <a:pt x="1823" y="10006"/>
                </a:lnTo>
                <a:lnTo>
                  <a:pt x="2687" y="10198"/>
                </a:lnTo>
                <a:lnTo>
                  <a:pt x="3890" y="10464"/>
                </a:lnTo>
                <a:lnTo>
                  <a:pt x="5558" y="10836"/>
                </a:lnTo>
                <a:lnTo>
                  <a:pt x="7819" y="11338"/>
                </a:lnTo>
                <a:lnTo>
                  <a:pt x="10800" y="12000"/>
                </a:lnTo>
                <a:lnTo>
                  <a:pt x="10264" y="10514"/>
                </a:lnTo>
                <a:lnTo>
                  <a:pt x="9731" y="9029"/>
                </a:lnTo>
                <a:lnTo>
                  <a:pt x="9193" y="7538"/>
                </a:lnTo>
                <a:lnTo>
                  <a:pt x="8655" y="6046"/>
                </a:lnTo>
                <a:lnTo>
                  <a:pt x="8117" y="4546"/>
                </a:lnTo>
                <a:lnTo>
                  <a:pt x="7575" y="3038"/>
                </a:lnTo>
                <a:lnTo>
                  <a:pt x="7029" y="1524"/>
                </a:lnTo>
                <a:lnTo>
                  <a:pt x="6480" y="0"/>
                </a:lnTo>
                <a:close/>
              </a:path>
            </a:pathLst>
          </a:custGeom>
          <a:solidFill>
            <a:srgbClr val="B6B0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1" name="contour_10869"/>
          <p:cNvSpPr/>
          <p:nvPr/>
        </p:nvSpPr>
        <p:spPr>
          <a:xfrm>
            <a:off x="5228577" y="2578156"/>
            <a:ext cx="80168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28"/>
                </a:moveTo>
                <a:lnTo>
                  <a:pt x="21013" y="5489"/>
                </a:lnTo>
                <a:lnTo>
                  <a:pt x="20386" y="8679"/>
                </a:lnTo>
                <a:lnTo>
                  <a:pt x="19609" y="11221"/>
                </a:lnTo>
                <a:lnTo>
                  <a:pt x="18566" y="13461"/>
                </a:lnTo>
                <a:lnTo>
                  <a:pt x="17143" y="15728"/>
                </a:lnTo>
                <a:lnTo>
                  <a:pt x="15672" y="17066"/>
                </a:lnTo>
                <a:lnTo>
                  <a:pt x="14276" y="18259"/>
                </a:lnTo>
                <a:lnTo>
                  <a:pt x="12942" y="19306"/>
                </a:lnTo>
                <a:lnTo>
                  <a:pt x="11656" y="20175"/>
                </a:lnTo>
                <a:lnTo>
                  <a:pt x="10403" y="20855"/>
                </a:lnTo>
                <a:lnTo>
                  <a:pt x="9174" y="21330"/>
                </a:lnTo>
                <a:lnTo>
                  <a:pt x="7951" y="21584"/>
                </a:lnTo>
                <a:lnTo>
                  <a:pt x="6720" y="21600"/>
                </a:lnTo>
                <a:lnTo>
                  <a:pt x="5471" y="21363"/>
                </a:lnTo>
                <a:lnTo>
                  <a:pt x="4186" y="20850"/>
                </a:lnTo>
                <a:lnTo>
                  <a:pt x="2857" y="20051"/>
                </a:lnTo>
                <a:lnTo>
                  <a:pt x="1465" y="18945"/>
                </a:lnTo>
                <a:lnTo>
                  <a:pt x="0" y="17520"/>
                </a:lnTo>
                <a:lnTo>
                  <a:pt x="1023" y="13715"/>
                </a:lnTo>
                <a:lnTo>
                  <a:pt x="2099" y="10476"/>
                </a:lnTo>
                <a:lnTo>
                  <a:pt x="3228" y="7767"/>
                </a:lnTo>
                <a:lnTo>
                  <a:pt x="4404" y="5538"/>
                </a:lnTo>
                <a:lnTo>
                  <a:pt x="5630" y="3757"/>
                </a:lnTo>
                <a:lnTo>
                  <a:pt x="6898" y="2375"/>
                </a:lnTo>
                <a:lnTo>
                  <a:pt x="8210" y="1349"/>
                </a:lnTo>
                <a:lnTo>
                  <a:pt x="9563" y="642"/>
                </a:lnTo>
                <a:lnTo>
                  <a:pt x="10955" y="210"/>
                </a:lnTo>
                <a:lnTo>
                  <a:pt x="12383" y="11"/>
                </a:lnTo>
                <a:lnTo>
                  <a:pt x="13846" y="0"/>
                </a:lnTo>
                <a:lnTo>
                  <a:pt x="15340" y="140"/>
                </a:lnTo>
                <a:lnTo>
                  <a:pt x="16866" y="383"/>
                </a:lnTo>
                <a:lnTo>
                  <a:pt x="18419" y="691"/>
                </a:lnTo>
                <a:lnTo>
                  <a:pt x="19998" y="1020"/>
                </a:lnTo>
                <a:lnTo>
                  <a:pt x="21600" y="1328"/>
                </a:lnTo>
                <a:close/>
              </a:path>
            </a:pathLst>
          </a:custGeom>
          <a:solidFill>
            <a:srgbClr val="D6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2" name="contour_10870"/>
          <p:cNvSpPr/>
          <p:nvPr/>
        </p:nvSpPr>
        <p:spPr>
          <a:xfrm>
            <a:off x="2058300" y="2558085"/>
            <a:ext cx="8056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40" y="0"/>
                </a:moveTo>
                <a:lnTo>
                  <a:pt x="20474" y="2582"/>
                </a:lnTo>
                <a:lnTo>
                  <a:pt x="21094" y="4414"/>
                </a:lnTo>
                <a:lnTo>
                  <a:pt x="21451" y="5767"/>
                </a:lnTo>
                <a:lnTo>
                  <a:pt x="21600" y="6905"/>
                </a:lnTo>
                <a:lnTo>
                  <a:pt x="21596" y="8093"/>
                </a:lnTo>
                <a:lnTo>
                  <a:pt x="21494" y="9600"/>
                </a:lnTo>
                <a:lnTo>
                  <a:pt x="20533" y="10584"/>
                </a:lnTo>
                <a:lnTo>
                  <a:pt x="19562" y="11470"/>
                </a:lnTo>
                <a:lnTo>
                  <a:pt x="18573" y="12276"/>
                </a:lnTo>
                <a:lnTo>
                  <a:pt x="17559" y="13022"/>
                </a:lnTo>
                <a:lnTo>
                  <a:pt x="16516" y="13728"/>
                </a:lnTo>
                <a:lnTo>
                  <a:pt x="15435" y="14412"/>
                </a:lnTo>
                <a:lnTo>
                  <a:pt x="14311" y="15094"/>
                </a:lnTo>
                <a:lnTo>
                  <a:pt x="13033" y="15948"/>
                </a:lnTo>
                <a:lnTo>
                  <a:pt x="12154" y="16606"/>
                </a:lnTo>
                <a:lnTo>
                  <a:pt x="11453" y="17282"/>
                </a:lnTo>
                <a:lnTo>
                  <a:pt x="10710" y="18190"/>
                </a:lnTo>
                <a:lnTo>
                  <a:pt x="9702" y="19538"/>
                </a:lnTo>
                <a:lnTo>
                  <a:pt x="9233" y="20050"/>
                </a:lnTo>
                <a:lnTo>
                  <a:pt x="7816" y="21600"/>
                </a:lnTo>
                <a:lnTo>
                  <a:pt x="6575" y="21240"/>
                </a:lnTo>
                <a:lnTo>
                  <a:pt x="5729" y="20902"/>
                </a:lnTo>
                <a:lnTo>
                  <a:pt x="4889" y="20388"/>
                </a:lnTo>
                <a:lnTo>
                  <a:pt x="3664" y="19500"/>
                </a:lnTo>
                <a:lnTo>
                  <a:pt x="2626" y="18766"/>
                </a:lnTo>
                <a:lnTo>
                  <a:pt x="1573" y="18019"/>
                </a:lnTo>
                <a:lnTo>
                  <a:pt x="793" y="17414"/>
                </a:lnTo>
                <a:lnTo>
                  <a:pt x="0" y="16800"/>
                </a:lnTo>
                <a:lnTo>
                  <a:pt x="891" y="16488"/>
                </a:lnTo>
                <a:lnTo>
                  <a:pt x="1794" y="16171"/>
                </a:lnTo>
                <a:lnTo>
                  <a:pt x="3210" y="15545"/>
                </a:lnTo>
                <a:lnTo>
                  <a:pt x="4559" y="14863"/>
                </a:lnTo>
                <a:lnTo>
                  <a:pt x="5846" y="14126"/>
                </a:lnTo>
                <a:lnTo>
                  <a:pt x="7078" y="13337"/>
                </a:lnTo>
                <a:lnTo>
                  <a:pt x="8256" y="12494"/>
                </a:lnTo>
                <a:lnTo>
                  <a:pt x="9391" y="11599"/>
                </a:lnTo>
                <a:lnTo>
                  <a:pt x="10487" y="10654"/>
                </a:lnTo>
                <a:lnTo>
                  <a:pt x="11550" y="9658"/>
                </a:lnTo>
                <a:lnTo>
                  <a:pt x="12586" y="8611"/>
                </a:lnTo>
                <a:lnTo>
                  <a:pt x="13600" y="7519"/>
                </a:lnTo>
                <a:lnTo>
                  <a:pt x="14597" y="6379"/>
                </a:lnTo>
                <a:lnTo>
                  <a:pt x="15583" y="5191"/>
                </a:lnTo>
                <a:lnTo>
                  <a:pt x="16564" y="3960"/>
                </a:lnTo>
                <a:lnTo>
                  <a:pt x="17547" y="2683"/>
                </a:lnTo>
                <a:lnTo>
                  <a:pt x="18538" y="1363"/>
                </a:lnTo>
                <a:lnTo>
                  <a:pt x="19540" y="0"/>
                </a:lnTo>
                <a:close/>
              </a:path>
            </a:pathLst>
          </a:custGeom>
          <a:solidFill>
            <a:srgbClr val="AE9D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3" name="contour_10871"/>
          <p:cNvSpPr/>
          <p:nvPr/>
        </p:nvSpPr>
        <p:spPr>
          <a:xfrm>
            <a:off x="1378877" y="2550797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853" y="0"/>
                </a:lnTo>
                <a:lnTo>
                  <a:pt x="6780" y="0"/>
                </a:lnTo>
                <a:lnTo>
                  <a:pt x="9715" y="0"/>
                </a:lnTo>
                <a:lnTo>
                  <a:pt x="12662" y="0"/>
                </a:lnTo>
                <a:lnTo>
                  <a:pt x="15622" y="0"/>
                </a:lnTo>
                <a:lnTo>
                  <a:pt x="18599" y="0"/>
                </a:lnTo>
                <a:lnTo>
                  <a:pt x="21600" y="0"/>
                </a:lnTo>
                <a:lnTo>
                  <a:pt x="21087" y="2674"/>
                </a:lnTo>
                <a:lnTo>
                  <a:pt x="20575" y="5348"/>
                </a:lnTo>
                <a:lnTo>
                  <a:pt x="20062" y="8031"/>
                </a:lnTo>
                <a:lnTo>
                  <a:pt x="19550" y="10718"/>
                </a:lnTo>
                <a:lnTo>
                  <a:pt x="19033" y="13418"/>
                </a:lnTo>
                <a:lnTo>
                  <a:pt x="18512" y="16131"/>
                </a:lnTo>
                <a:lnTo>
                  <a:pt x="17991" y="18857"/>
                </a:lnTo>
                <a:lnTo>
                  <a:pt x="17466" y="21600"/>
                </a:lnTo>
                <a:lnTo>
                  <a:pt x="12534" y="20948"/>
                </a:lnTo>
                <a:lnTo>
                  <a:pt x="9086" y="20425"/>
                </a:lnTo>
                <a:lnTo>
                  <a:pt x="6660" y="19920"/>
                </a:lnTo>
                <a:lnTo>
                  <a:pt x="4795" y="19306"/>
                </a:lnTo>
                <a:lnTo>
                  <a:pt x="3043" y="18468"/>
                </a:lnTo>
                <a:lnTo>
                  <a:pt x="930" y="17280"/>
                </a:lnTo>
                <a:lnTo>
                  <a:pt x="298" y="14282"/>
                </a:lnTo>
                <a:lnTo>
                  <a:pt x="12" y="11478"/>
                </a:lnTo>
                <a:lnTo>
                  <a:pt x="0" y="8761"/>
                </a:lnTo>
                <a:lnTo>
                  <a:pt x="198" y="6018"/>
                </a:lnTo>
                <a:lnTo>
                  <a:pt x="533" y="3132"/>
                </a:lnTo>
                <a:lnTo>
                  <a:pt x="930" y="0"/>
                </a:lnTo>
                <a:close/>
              </a:path>
            </a:pathLst>
          </a:custGeom>
          <a:solidFill>
            <a:srgbClr val="9FA1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4" name="contour_10872"/>
          <p:cNvSpPr/>
          <p:nvPr/>
        </p:nvSpPr>
        <p:spPr>
          <a:xfrm>
            <a:off x="8522035" y="2477917"/>
            <a:ext cx="3800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48" y="0"/>
                </a:moveTo>
                <a:lnTo>
                  <a:pt x="6221" y="991"/>
                </a:lnTo>
                <a:lnTo>
                  <a:pt x="7886" y="1987"/>
                </a:lnTo>
                <a:lnTo>
                  <a:pt x="9543" y="2987"/>
                </a:lnTo>
                <a:lnTo>
                  <a:pt x="11187" y="3990"/>
                </a:lnTo>
                <a:lnTo>
                  <a:pt x="12832" y="4994"/>
                </a:lnTo>
                <a:lnTo>
                  <a:pt x="13519" y="5409"/>
                </a:lnTo>
                <a:lnTo>
                  <a:pt x="14724" y="6137"/>
                </a:lnTo>
                <a:lnTo>
                  <a:pt x="17491" y="7804"/>
                </a:lnTo>
                <a:lnTo>
                  <a:pt x="19086" y="9221"/>
                </a:lnTo>
                <a:lnTo>
                  <a:pt x="20254" y="10506"/>
                </a:lnTo>
                <a:lnTo>
                  <a:pt x="21033" y="11724"/>
                </a:lnTo>
                <a:lnTo>
                  <a:pt x="21467" y="12945"/>
                </a:lnTo>
                <a:lnTo>
                  <a:pt x="21600" y="14232"/>
                </a:lnTo>
                <a:lnTo>
                  <a:pt x="21467" y="15656"/>
                </a:lnTo>
                <a:lnTo>
                  <a:pt x="21115" y="17280"/>
                </a:lnTo>
                <a:lnTo>
                  <a:pt x="18813" y="18341"/>
                </a:lnTo>
                <a:lnTo>
                  <a:pt x="16476" y="19161"/>
                </a:lnTo>
                <a:lnTo>
                  <a:pt x="14082" y="19788"/>
                </a:lnTo>
                <a:lnTo>
                  <a:pt x="11610" y="20265"/>
                </a:lnTo>
                <a:lnTo>
                  <a:pt x="9025" y="20641"/>
                </a:lnTo>
                <a:lnTo>
                  <a:pt x="6316" y="20956"/>
                </a:lnTo>
                <a:lnTo>
                  <a:pt x="3450" y="21261"/>
                </a:lnTo>
                <a:lnTo>
                  <a:pt x="406" y="21600"/>
                </a:lnTo>
                <a:lnTo>
                  <a:pt x="344" y="20170"/>
                </a:lnTo>
                <a:lnTo>
                  <a:pt x="286" y="18738"/>
                </a:lnTo>
                <a:lnTo>
                  <a:pt x="236" y="17308"/>
                </a:lnTo>
                <a:lnTo>
                  <a:pt x="191" y="15876"/>
                </a:lnTo>
                <a:lnTo>
                  <a:pt x="149" y="14446"/>
                </a:lnTo>
                <a:lnTo>
                  <a:pt x="99" y="13116"/>
                </a:lnTo>
                <a:lnTo>
                  <a:pt x="50" y="11776"/>
                </a:lnTo>
                <a:lnTo>
                  <a:pt x="0" y="10420"/>
                </a:lnTo>
                <a:lnTo>
                  <a:pt x="236" y="8811"/>
                </a:lnTo>
                <a:lnTo>
                  <a:pt x="605" y="7288"/>
                </a:lnTo>
                <a:lnTo>
                  <a:pt x="1106" y="5823"/>
                </a:lnTo>
                <a:lnTo>
                  <a:pt x="1752" y="4391"/>
                </a:lnTo>
                <a:lnTo>
                  <a:pt x="2535" y="2961"/>
                </a:lnTo>
                <a:lnTo>
                  <a:pt x="3467" y="1508"/>
                </a:lnTo>
                <a:lnTo>
                  <a:pt x="4548" y="0"/>
                </a:lnTo>
                <a:close/>
              </a:path>
            </a:pathLst>
          </a:custGeom>
          <a:solidFill>
            <a:srgbClr val="D5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5" name="contour_10873"/>
          <p:cNvSpPr/>
          <p:nvPr/>
        </p:nvSpPr>
        <p:spPr>
          <a:xfrm>
            <a:off x="4375882" y="2536221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662" y="2207"/>
                </a:lnTo>
                <a:lnTo>
                  <a:pt x="19373" y="3852"/>
                </a:lnTo>
                <a:lnTo>
                  <a:pt x="19913" y="5234"/>
                </a:lnTo>
                <a:lnTo>
                  <a:pt x="20392" y="6653"/>
                </a:lnTo>
                <a:lnTo>
                  <a:pt x="20917" y="8406"/>
                </a:lnTo>
                <a:lnTo>
                  <a:pt x="21600" y="10800"/>
                </a:lnTo>
                <a:lnTo>
                  <a:pt x="20589" y="12766"/>
                </a:lnTo>
                <a:lnTo>
                  <a:pt x="19572" y="14569"/>
                </a:lnTo>
                <a:lnTo>
                  <a:pt x="18533" y="16229"/>
                </a:lnTo>
                <a:lnTo>
                  <a:pt x="17449" y="17748"/>
                </a:lnTo>
                <a:lnTo>
                  <a:pt x="16302" y="19145"/>
                </a:lnTo>
                <a:lnTo>
                  <a:pt x="15075" y="20423"/>
                </a:lnTo>
                <a:lnTo>
                  <a:pt x="13745" y="21600"/>
                </a:lnTo>
                <a:lnTo>
                  <a:pt x="12336" y="21524"/>
                </a:lnTo>
                <a:lnTo>
                  <a:pt x="10943" y="21370"/>
                </a:lnTo>
                <a:lnTo>
                  <a:pt x="9561" y="21143"/>
                </a:lnTo>
                <a:lnTo>
                  <a:pt x="8188" y="20851"/>
                </a:lnTo>
                <a:lnTo>
                  <a:pt x="6824" y="20495"/>
                </a:lnTo>
                <a:lnTo>
                  <a:pt x="5463" y="20084"/>
                </a:lnTo>
                <a:lnTo>
                  <a:pt x="4102" y="19620"/>
                </a:lnTo>
                <a:lnTo>
                  <a:pt x="2739" y="19116"/>
                </a:lnTo>
                <a:lnTo>
                  <a:pt x="1373" y="18576"/>
                </a:lnTo>
                <a:lnTo>
                  <a:pt x="0" y="18000"/>
                </a:lnTo>
                <a:lnTo>
                  <a:pt x="0" y="16214"/>
                </a:lnTo>
                <a:lnTo>
                  <a:pt x="0" y="14400"/>
                </a:lnTo>
                <a:lnTo>
                  <a:pt x="1361" y="14400"/>
                </a:lnTo>
                <a:lnTo>
                  <a:pt x="2724" y="14400"/>
                </a:lnTo>
                <a:lnTo>
                  <a:pt x="4086" y="14400"/>
                </a:lnTo>
                <a:lnTo>
                  <a:pt x="5451" y="14400"/>
                </a:lnTo>
                <a:lnTo>
                  <a:pt x="6822" y="14400"/>
                </a:lnTo>
                <a:lnTo>
                  <a:pt x="8194" y="14400"/>
                </a:lnTo>
                <a:lnTo>
                  <a:pt x="9573" y="14400"/>
                </a:lnTo>
                <a:lnTo>
                  <a:pt x="10957" y="14400"/>
                </a:lnTo>
                <a:lnTo>
                  <a:pt x="12347" y="14400"/>
                </a:lnTo>
                <a:lnTo>
                  <a:pt x="13745" y="14400"/>
                </a:lnTo>
                <a:lnTo>
                  <a:pt x="13357" y="12262"/>
                </a:lnTo>
                <a:lnTo>
                  <a:pt x="12966" y="10116"/>
                </a:lnTo>
                <a:lnTo>
                  <a:pt x="12575" y="7963"/>
                </a:lnTo>
                <a:lnTo>
                  <a:pt x="12180" y="5792"/>
                </a:lnTo>
                <a:lnTo>
                  <a:pt x="11782" y="3600"/>
                </a:lnTo>
                <a:lnTo>
                  <a:pt x="13125" y="2383"/>
                </a:lnTo>
                <a:lnTo>
                  <a:pt x="14103" y="1588"/>
                </a:lnTo>
                <a:lnTo>
                  <a:pt x="14998" y="1040"/>
                </a:lnTo>
                <a:lnTo>
                  <a:pt x="16094" y="569"/>
                </a:lnTo>
                <a:lnTo>
                  <a:pt x="17673" y="0"/>
                </a:lnTo>
                <a:close/>
              </a:path>
            </a:pathLst>
          </a:custGeom>
          <a:solidFill>
            <a:srgbClr val="DEE0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6" name="contour_10874"/>
          <p:cNvSpPr/>
          <p:nvPr/>
        </p:nvSpPr>
        <p:spPr>
          <a:xfrm>
            <a:off x="7254638" y="2492493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046" y="1531"/>
                </a:lnTo>
                <a:lnTo>
                  <a:pt x="4493" y="3067"/>
                </a:lnTo>
                <a:lnTo>
                  <a:pt x="4950" y="4629"/>
                </a:lnTo>
                <a:lnTo>
                  <a:pt x="5692" y="6159"/>
                </a:lnTo>
                <a:lnTo>
                  <a:pt x="6444" y="7696"/>
                </a:lnTo>
                <a:lnTo>
                  <a:pt x="7200" y="9257"/>
                </a:lnTo>
                <a:lnTo>
                  <a:pt x="9580" y="9257"/>
                </a:lnTo>
                <a:lnTo>
                  <a:pt x="11974" y="9257"/>
                </a:lnTo>
                <a:lnTo>
                  <a:pt x="14400" y="9257"/>
                </a:lnTo>
                <a:lnTo>
                  <a:pt x="15293" y="7730"/>
                </a:lnTo>
                <a:lnTo>
                  <a:pt x="16186" y="6193"/>
                </a:lnTo>
                <a:lnTo>
                  <a:pt x="17089" y="4650"/>
                </a:lnTo>
                <a:lnTo>
                  <a:pt x="18000" y="3086"/>
                </a:lnTo>
                <a:lnTo>
                  <a:pt x="18446" y="4996"/>
                </a:lnTo>
                <a:lnTo>
                  <a:pt x="18893" y="6906"/>
                </a:lnTo>
                <a:lnTo>
                  <a:pt x="19339" y="8822"/>
                </a:lnTo>
                <a:lnTo>
                  <a:pt x="19786" y="10741"/>
                </a:lnTo>
                <a:lnTo>
                  <a:pt x="20236" y="12670"/>
                </a:lnTo>
                <a:lnTo>
                  <a:pt x="20689" y="14608"/>
                </a:lnTo>
                <a:lnTo>
                  <a:pt x="21143" y="16555"/>
                </a:lnTo>
                <a:lnTo>
                  <a:pt x="21600" y="18514"/>
                </a:lnTo>
                <a:lnTo>
                  <a:pt x="19224" y="19023"/>
                </a:lnTo>
                <a:lnTo>
                  <a:pt x="16844" y="19533"/>
                </a:lnTo>
                <a:lnTo>
                  <a:pt x="14454" y="20045"/>
                </a:lnTo>
                <a:lnTo>
                  <a:pt x="12053" y="20560"/>
                </a:lnTo>
                <a:lnTo>
                  <a:pt x="9637" y="21079"/>
                </a:lnTo>
                <a:lnTo>
                  <a:pt x="7200" y="21600"/>
                </a:lnTo>
                <a:lnTo>
                  <a:pt x="6422" y="19792"/>
                </a:lnTo>
                <a:lnTo>
                  <a:pt x="5652" y="17980"/>
                </a:lnTo>
                <a:lnTo>
                  <a:pt x="4889" y="16166"/>
                </a:lnTo>
                <a:lnTo>
                  <a:pt x="4129" y="14352"/>
                </a:lnTo>
                <a:lnTo>
                  <a:pt x="3377" y="12534"/>
                </a:lnTo>
                <a:lnTo>
                  <a:pt x="2664" y="10849"/>
                </a:lnTo>
                <a:lnTo>
                  <a:pt x="1948" y="9155"/>
                </a:lnTo>
                <a:lnTo>
                  <a:pt x="1224" y="7437"/>
                </a:lnTo>
                <a:lnTo>
                  <a:pt x="821" y="5999"/>
                </a:lnTo>
                <a:lnTo>
                  <a:pt x="414" y="4551"/>
                </a:lnTo>
                <a:lnTo>
                  <a:pt x="0" y="3086"/>
                </a:lnTo>
                <a:lnTo>
                  <a:pt x="1786" y="1555"/>
                </a:lnTo>
                <a:lnTo>
                  <a:pt x="3600" y="0"/>
                </a:lnTo>
                <a:close/>
              </a:path>
            </a:pathLst>
          </a:custGeom>
          <a:solidFill>
            <a:srgbClr val="35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7" name="contour_10875"/>
          <p:cNvSpPr/>
          <p:nvPr/>
        </p:nvSpPr>
        <p:spPr>
          <a:xfrm>
            <a:off x="7201983" y="2493215"/>
            <a:ext cx="52656" cy="50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20"/>
                </a:moveTo>
                <a:lnTo>
                  <a:pt x="20712" y="4679"/>
                </a:lnTo>
                <a:lnTo>
                  <a:pt x="19824" y="6539"/>
                </a:lnTo>
                <a:lnTo>
                  <a:pt x="18933" y="8404"/>
                </a:lnTo>
                <a:lnTo>
                  <a:pt x="18042" y="10269"/>
                </a:lnTo>
                <a:lnTo>
                  <a:pt x="17148" y="12141"/>
                </a:lnTo>
                <a:lnTo>
                  <a:pt x="16255" y="14016"/>
                </a:lnTo>
                <a:lnTo>
                  <a:pt x="15355" y="15900"/>
                </a:lnTo>
                <a:lnTo>
                  <a:pt x="14452" y="17791"/>
                </a:lnTo>
                <a:lnTo>
                  <a:pt x="13543" y="19691"/>
                </a:lnTo>
                <a:lnTo>
                  <a:pt x="12631" y="21600"/>
                </a:lnTo>
                <a:lnTo>
                  <a:pt x="12039" y="19741"/>
                </a:lnTo>
                <a:lnTo>
                  <a:pt x="11444" y="17875"/>
                </a:lnTo>
                <a:lnTo>
                  <a:pt x="10849" y="16004"/>
                </a:lnTo>
                <a:lnTo>
                  <a:pt x="10248" y="14116"/>
                </a:lnTo>
                <a:lnTo>
                  <a:pt x="9642" y="12210"/>
                </a:lnTo>
                <a:lnTo>
                  <a:pt x="7328" y="11928"/>
                </a:lnTo>
                <a:lnTo>
                  <a:pt x="5704" y="11788"/>
                </a:lnTo>
                <a:lnTo>
                  <a:pt x="4341" y="11788"/>
                </a:lnTo>
                <a:lnTo>
                  <a:pt x="2807" y="11928"/>
                </a:lnTo>
                <a:lnTo>
                  <a:pt x="673" y="12210"/>
                </a:lnTo>
                <a:lnTo>
                  <a:pt x="224" y="9975"/>
                </a:lnTo>
                <a:lnTo>
                  <a:pt x="0" y="8370"/>
                </a:lnTo>
                <a:lnTo>
                  <a:pt x="0" y="6942"/>
                </a:lnTo>
                <a:lnTo>
                  <a:pt x="224" y="5243"/>
                </a:lnTo>
                <a:lnTo>
                  <a:pt x="673" y="2820"/>
                </a:lnTo>
                <a:lnTo>
                  <a:pt x="2939" y="1850"/>
                </a:lnTo>
                <a:lnTo>
                  <a:pt x="5100" y="1074"/>
                </a:lnTo>
                <a:lnTo>
                  <a:pt x="7184" y="501"/>
                </a:lnTo>
                <a:lnTo>
                  <a:pt x="9211" y="141"/>
                </a:lnTo>
                <a:lnTo>
                  <a:pt x="11208" y="0"/>
                </a:lnTo>
                <a:lnTo>
                  <a:pt x="13202" y="85"/>
                </a:lnTo>
                <a:lnTo>
                  <a:pt x="15211" y="401"/>
                </a:lnTo>
                <a:lnTo>
                  <a:pt x="17265" y="958"/>
                </a:lnTo>
                <a:lnTo>
                  <a:pt x="19385" y="1762"/>
                </a:lnTo>
                <a:lnTo>
                  <a:pt x="21600" y="2820"/>
                </a:lnTo>
                <a:close/>
              </a:path>
            </a:pathLst>
          </a:custGeom>
          <a:solidFill>
            <a:srgbClr val="A6A8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8" name="contour_10876"/>
          <p:cNvSpPr/>
          <p:nvPr/>
        </p:nvSpPr>
        <p:spPr>
          <a:xfrm>
            <a:off x="5563824" y="2492493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08"/>
                </a:lnTo>
                <a:lnTo>
                  <a:pt x="2084" y="210"/>
                </a:lnTo>
                <a:lnTo>
                  <a:pt x="3175" y="318"/>
                </a:lnTo>
                <a:lnTo>
                  <a:pt x="4536" y="454"/>
                </a:lnTo>
                <a:lnTo>
                  <a:pt x="6343" y="635"/>
                </a:lnTo>
                <a:lnTo>
                  <a:pt x="8777" y="877"/>
                </a:lnTo>
                <a:lnTo>
                  <a:pt x="12010" y="1201"/>
                </a:lnTo>
                <a:lnTo>
                  <a:pt x="16225" y="1622"/>
                </a:lnTo>
                <a:lnTo>
                  <a:pt x="21600" y="2160"/>
                </a:lnTo>
                <a:lnTo>
                  <a:pt x="20819" y="2393"/>
                </a:lnTo>
                <a:lnTo>
                  <a:pt x="19811" y="2698"/>
                </a:lnTo>
                <a:lnTo>
                  <a:pt x="17896" y="3272"/>
                </a:lnTo>
                <a:lnTo>
                  <a:pt x="14400" y="4320"/>
                </a:lnTo>
                <a:lnTo>
                  <a:pt x="14310" y="5761"/>
                </a:lnTo>
                <a:lnTo>
                  <a:pt x="14285" y="6810"/>
                </a:lnTo>
                <a:lnTo>
                  <a:pt x="14353" y="7774"/>
                </a:lnTo>
                <a:lnTo>
                  <a:pt x="14537" y="8958"/>
                </a:lnTo>
                <a:lnTo>
                  <a:pt x="14850" y="10666"/>
                </a:lnTo>
                <a:lnTo>
                  <a:pt x="14969" y="12407"/>
                </a:lnTo>
                <a:lnTo>
                  <a:pt x="15001" y="13621"/>
                </a:lnTo>
                <a:lnTo>
                  <a:pt x="14933" y="14628"/>
                </a:lnTo>
                <a:lnTo>
                  <a:pt x="14742" y="15740"/>
                </a:lnTo>
                <a:lnTo>
                  <a:pt x="14400" y="17280"/>
                </a:lnTo>
                <a:lnTo>
                  <a:pt x="12550" y="18243"/>
                </a:lnTo>
                <a:lnTo>
                  <a:pt x="10663" y="19051"/>
                </a:lnTo>
                <a:lnTo>
                  <a:pt x="8719" y="19729"/>
                </a:lnTo>
                <a:lnTo>
                  <a:pt x="6700" y="20300"/>
                </a:lnTo>
                <a:lnTo>
                  <a:pt x="4586" y="20786"/>
                </a:lnTo>
                <a:lnTo>
                  <a:pt x="2358" y="21211"/>
                </a:lnTo>
                <a:lnTo>
                  <a:pt x="0" y="21600"/>
                </a:lnTo>
                <a:lnTo>
                  <a:pt x="781" y="20269"/>
                </a:lnTo>
                <a:lnTo>
                  <a:pt x="1577" y="18917"/>
                </a:lnTo>
                <a:lnTo>
                  <a:pt x="2243" y="17751"/>
                </a:lnTo>
                <a:lnTo>
                  <a:pt x="2920" y="16578"/>
                </a:lnTo>
                <a:lnTo>
                  <a:pt x="3600" y="15390"/>
                </a:lnTo>
                <a:lnTo>
                  <a:pt x="4270" y="14237"/>
                </a:lnTo>
                <a:lnTo>
                  <a:pt x="4943" y="13074"/>
                </a:lnTo>
                <a:lnTo>
                  <a:pt x="5623" y="11897"/>
                </a:lnTo>
                <a:lnTo>
                  <a:pt x="6394" y="10273"/>
                </a:lnTo>
                <a:lnTo>
                  <a:pt x="6858" y="9068"/>
                </a:lnTo>
                <a:lnTo>
                  <a:pt x="7099" y="7916"/>
                </a:lnTo>
                <a:lnTo>
                  <a:pt x="7186" y="6454"/>
                </a:lnTo>
                <a:lnTo>
                  <a:pt x="7200" y="4320"/>
                </a:lnTo>
                <a:lnTo>
                  <a:pt x="4820" y="4320"/>
                </a:lnTo>
                <a:lnTo>
                  <a:pt x="2426" y="4320"/>
                </a:lnTo>
                <a:lnTo>
                  <a:pt x="0" y="4320"/>
                </a:lnTo>
                <a:lnTo>
                  <a:pt x="0" y="2892"/>
                </a:lnTo>
                <a:lnTo>
                  <a:pt x="0" y="1456"/>
                </a:lnTo>
                <a:lnTo>
                  <a:pt x="0" y="0"/>
                </a:lnTo>
                <a:close/>
              </a:path>
            </a:pathLst>
          </a:custGeom>
          <a:solidFill>
            <a:srgbClr val="CDD5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79" name="contour_10877"/>
          <p:cNvSpPr/>
          <p:nvPr/>
        </p:nvSpPr>
        <p:spPr>
          <a:xfrm>
            <a:off x="6336351" y="2494075"/>
            <a:ext cx="51016" cy="431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347"/>
                </a:moveTo>
                <a:lnTo>
                  <a:pt x="19656" y="1595"/>
                </a:lnTo>
                <a:lnTo>
                  <a:pt x="21600" y="2858"/>
                </a:lnTo>
                <a:lnTo>
                  <a:pt x="21020" y="5577"/>
                </a:lnTo>
                <a:lnTo>
                  <a:pt x="20569" y="7501"/>
                </a:lnTo>
                <a:lnTo>
                  <a:pt x="20100" y="9165"/>
                </a:lnTo>
                <a:lnTo>
                  <a:pt x="19465" y="11096"/>
                </a:lnTo>
                <a:lnTo>
                  <a:pt x="18514" y="13808"/>
                </a:lnTo>
                <a:lnTo>
                  <a:pt x="16475" y="13808"/>
                </a:lnTo>
                <a:lnTo>
                  <a:pt x="14423" y="13808"/>
                </a:lnTo>
                <a:lnTo>
                  <a:pt x="12343" y="13808"/>
                </a:lnTo>
                <a:lnTo>
                  <a:pt x="12343" y="16220"/>
                </a:lnTo>
                <a:lnTo>
                  <a:pt x="12343" y="18647"/>
                </a:lnTo>
                <a:lnTo>
                  <a:pt x="12343" y="21107"/>
                </a:lnTo>
                <a:lnTo>
                  <a:pt x="10140" y="21436"/>
                </a:lnTo>
                <a:lnTo>
                  <a:pt x="8557" y="21600"/>
                </a:lnTo>
                <a:lnTo>
                  <a:pt x="7150" y="21600"/>
                </a:lnTo>
                <a:lnTo>
                  <a:pt x="5474" y="21436"/>
                </a:lnTo>
                <a:lnTo>
                  <a:pt x="3086" y="21107"/>
                </a:lnTo>
                <a:lnTo>
                  <a:pt x="1672" y="18720"/>
                </a:lnTo>
                <a:lnTo>
                  <a:pt x="805" y="16957"/>
                </a:lnTo>
                <a:lnTo>
                  <a:pt x="336" y="15293"/>
                </a:lnTo>
                <a:lnTo>
                  <a:pt x="117" y="13202"/>
                </a:lnTo>
                <a:lnTo>
                  <a:pt x="0" y="10158"/>
                </a:lnTo>
                <a:lnTo>
                  <a:pt x="1663" y="7844"/>
                </a:lnTo>
                <a:lnTo>
                  <a:pt x="3336" y="5781"/>
                </a:lnTo>
                <a:lnTo>
                  <a:pt x="5051" y="3993"/>
                </a:lnTo>
                <a:lnTo>
                  <a:pt x="6832" y="2507"/>
                </a:lnTo>
                <a:lnTo>
                  <a:pt x="8711" y="1343"/>
                </a:lnTo>
                <a:lnTo>
                  <a:pt x="10714" y="522"/>
                </a:lnTo>
                <a:lnTo>
                  <a:pt x="12867" y="66"/>
                </a:lnTo>
                <a:lnTo>
                  <a:pt x="15200" y="0"/>
                </a:lnTo>
                <a:lnTo>
                  <a:pt x="17743" y="347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0" name="contour_10878"/>
          <p:cNvSpPr/>
          <p:nvPr/>
        </p:nvSpPr>
        <p:spPr>
          <a:xfrm>
            <a:off x="4886041" y="2506595"/>
            <a:ext cx="36440" cy="660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5"/>
                </a:moveTo>
                <a:lnTo>
                  <a:pt x="21600" y="1728"/>
                </a:lnTo>
                <a:lnTo>
                  <a:pt x="21600" y="3303"/>
                </a:lnTo>
                <a:lnTo>
                  <a:pt x="21600" y="4885"/>
                </a:lnTo>
                <a:lnTo>
                  <a:pt x="21600" y="6474"/>
                </a:lnTo>
                <a:lnTo>
                  <a:pt x="21600" y="8073"/>
                </a:lnTo>
                <a:lnTo>
                  <a:pt x="21600" y="9686"/>
                </a:lnTo>
                <a:lnTo>
                  <a:pt x="18744" y="9686"/>
                </a:lnTo>
                <a:lnTo>
                  <a:pt x="15872" y="9686"/>
                </a:lnTo>
                <a:lnTo>
                  <a:pt x="12960" y="9686"/>
                </a:lnTo>
                <a:lnTo>
                  <a:pt x="12701" y="11387"/>
                </a:lnTo>
                <a:lnTo>
                  <a:pt x="12571" y="12610"/>
                </a:lnTo>
                <a:lnTo>
                  <a:pt x="12571" y="13696"/>
                </a:lnTo>
                <a:lnTo>
                  <a:pt x="12701" y="14990"/>
                </a:lnTo>
                <a:lnTo>
                  <a:pt x="12960" y="16834"/>
                </a:lnTo>
                <a:lnTo>
                  <a:pt x="15526" y="17795"/>
                </a:lnTo>
                <a:lnTo>
                  <a:pt x="17280" y="18362"/>
                </a:lnTo>
                <a:lnTo>
                  <a:pt x="19034" y="18762"/>
                </a:lnTo>
                <a:lnTo>
                  <a:pt x="21600" y="19217"/>
                </a:lnTo>
                <a:lnTo>
                  <a:pt x="19034" y="19689"/>
                </a:lnTo>
                <a:lnTo>
                  <a:pt x="16459" y="20163"/>
                </a:lnTo>
                <a:lnTo>
                  <a:pt x="13876" y="20637"/>
                </a:lnTo>
                <a:lnTo>
                  <a:pt x="11271" y="21116"/>
                </a:lnTo>
                <a:lnTo>
                  <a:pt x="8640" y="21600"/>
                </a:lnTo>
                <a:lnTo>
                  <a:pt x="7806" y="20039"/>
                </a:lnTo>
                <a:lnTo>
                  <a:pt x="6985" y="18476"/>
                </a:lnTo>
                <a:lnTo>
                  <a:pt x="6173" y="16915"/>
                </a:lnTo>
                <a:lnTo>
                  <a:pt x="5370" y="15350"/>
                </a:lnTo>
                <a:lnTo>
                  <a:pt x="4571" y="13784"/>
                </a:lnTo>
                <a:lnTo>
                  <a:pt x="3780" y="12217"/>
                </a:lnTo>
                <a:lnTo>
                  <a:pt x="3413" y="11547"/>
                </a:lnTo>
                <a:lnTo>
                  <a:pt x="2311" y="9524"/>
                </a:lnTo>
                <a:lnTo>
                  <a:pt x="1685" y="8228"/>
                </a:lnTo>
                <a:lnTo>
                  <a:pt x="1253" y="7217"/>
                </a:lnTo>
                <a:lnTo>
                  <a:pt x="899" y="6155"/>
                </a:lnTo>
                <a:lnTo>
                  <a:pt x="518" y="4706"/>
                </a:lnTo>
                <a:lnTo>
                  <a:pt x="0" y="2538"/>
                </a:lnTo>
                <a:lnTo>
                  <a:pt x="2415" y="1535"/>
                </a:lnTo>
                <a:lnTo>
                  <a:pt x="4903" y="824"/>
                </a:lnTo>
                <a:lnTo>
                  <a:pt x="7465" y="362"/>
                </a:lnTo>
                <a:lnTo>
                  <a:pt x="10113" y="102"/>
                </a:lnTo>
                <a:lnTo>
                  <a:pt x="12843" y="0"/>
                </a:lnTo>
                <a:lnTo>
                  <a:pt x="15669" y="2"/>
                </a:lnTo>
                <a:lnTo>
                  <a:pt x="18585" y="71"/>
                </a:lnTo>
                <a:lnTo>
                  <a:pt x="21600" y="155"/>
                </a:lnTo>
                <a:close/>
              </a:path>
            </a:pathLst>
          </a:custGeom>
          <a:solidFill>
            <a:srgbClr val="4C50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1" name="contour_10879"/>
          <p:cNvSpPr/>
          <p:nvPr/>
        </p:nvSpPr>
        <p:spPr>
          <a:xfrm>
            <a:off x="1546443" y="2492493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9" y="0"/>
                </a:moveTo>
                <a:lnTo>
                  <a:pt x="4557" y="0"/>
                </a:lnTo>
                <a:lnTo>
                  <a:pt x="7930" y="0"/>
                </a:lnTo>
                <a:lnTo>
                  <a:pt x="11318" y="0"/>
                </a:lnTo>
                <a:lnTo>
                  <a:pt x="14721" y="0"/>
                </a:lnTo>
                <a:lnTo>
                  <a:pt x="1814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5512" y="21186"/>
                </a:lnTo>
                <a:lnTo>
                  <a:pt x="11257" y="20833"/>
                </a:lnTo>
                <a:lnTo>
                  <a:pt x="8261" y="20437"/>
                </a:lnTo>
                <a:lnTo>
                  <a:pt x="5960" y="19901"/>
                </a:lnTo>
                <a:lnTo>
                  <a:pt x="3796" y="19120"/>
                </a:lnTo>
                <a:lnTo>
                  <a:pt x="1189" y="18000"/>
                </a:lnTo>
                <a:lnTo>
                  <a:pt x="510" y="15401"/>
                </a:lnTo>
                <a:lnTo>
                  <a:pt x="133" y="12838"/>
                </a:lnTo>
                <a:lnTo>
                  <a:pt x="0" y="10292"/>
                </a:lnTo>
                <a:lnTo>
                  <a:pt x="87" y="7751"/>
                </a:lnTo>
                <a:lnTo>
                  <a:pt x="337" y="5202"/>
                </a:lnTo>
                <a:lnTo>
                  <a:pt x="719" y="2621"/>
                </a:lnTo>
                <a:lnTo>
                  <a:pt x="1189" y="0"/>
                </a:lnTo>
                <a:close/>
              </a:path>
            </a:pathLst>
          </a:custGeom>
          <a:solidFill>
            <a:srgbClr val="1B19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2" name="contour_10880"/>
          <p:cNvSpPr/>
          <p:nvPr/>
        </p:nvSpPr>
        <p:spPr>
          <a:xfrm>
            <a:off x="615278" y="2499781"/>
            <a:ext cx="5928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42" y="0"/>
                </a:moveTo>
                <a:lnTo>
                  <a:pt x="21481" y="2955"/>
                </a:lnTo>
                <a:lnTo>
                  <a:pt x="21600" y="5106"/>
                </a:lnTo>
                <a:lnTo>
                  <a:pt x="21600" y="7076"/>
                </a:lnTo>
                <a:lnTo>
                  <a:pt x="21481" y="9487"/>
                </a:lnTo>
                <a:lnTo>
                  <a:pt x="21242" y="12960"/>
                </a:lnTo>
                <a:lnTo>
                  <a:pt x="19890" y="15250"/>
                </a:lnTo>
                <a:lnTo>
                  <a:pt x="18844" y="16878"/>
                </a:lnTo>
                <a:lnTo>
                  <a:pt x="17880" y="18092"/>
                </a:lnTo>
                <a:lnTo>
                  <a:pt x="16778" y="19120"/>
                </a:lnTo>
                <a:lnTo>
                  <a:pt x="15318" y="20209"/>
                </a:lnTo>
                <a:lnTo>
                  <a:pt x="13276" y="21600"/>
                </a:lnTo>
                <a:lnTo>
                  <a:pt x="11539" y="21501"/>
                </a:lnTo>
                <a:lnTo>
                  <a:pt x="9830" y="21319"/>
                </a:lnTo>
                <a:lnTo>
                  <a:pt x="8138" y="21038"/>
                </a:lnTo>
                <a:lnTo>
                  <a:pt x="6471" y="20632"/>
                </a:lnTo>
                <a:lnTo>
                  <a:pt x="4824" y="20075"/>
                </a:lnTo>
                <a:lnTo>
                  <a:pt x="3197" y="19349"/>
                </a:lnTo>
                <a:lnTo>
                  <a:pt x="1590" y="18425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1784" y="7746"/>
                </a:lnTo>
                <a:lnTo>
                  <a:pt x="3537" y="6934"/>
                </a:lnTo>
                <a:lnTo>
                  <a:pt x="5276" y="6199"/>
                </a:lnTo>
                <a:lnTo>
                  <a:pt x="7023" y="5525"/>
                </a:lnTo>
                <a:lnTo>
                  <a:pt x="8799" y="4903"/>
                </a:lnTo>
                <a:lnTo>
                  <a:pt x="10621" y="4320"/>
                </a:lnTo>
                <a:lnTo>
                  <a:pt x="12116" y="3724"/>
                </a:lnTo>
                <a:lnTo>
                  <a:pt x="13611" y="3119"/>
                </a:lnTo>
                <a:lnTo>
                  <a:pt x="15103" y="2510"/>
                </a:lnTo>
                <a:lnTo>
                  <a:pt x="16595" y="1892"/>
                </a:lnTo>
                <a:lnTo>
                  <a:pt x="18130" y="1266"/>
                </a:lnTo>
                <a:lnTo>
                  <a:pt x="19675" y="639"/>
                </a:lnTo>
                <a:lnTo>
                  <a:pt x="21242" y="0"/>
                </a:lnTo>
                <a:close/>
              </a:path>
            </a:pathLst>
          </a:custGeom>
          <a:solidFill>
            <a:srgbClr val="F2F2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3" name="contour_10881"/>
          <p:cNvSpPr/>
          <p:nvPr/>
        </p:nvSpPr>
        <p:spPr>
          <a:xfrm>
            <a:off x="5243153" y="2499781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335"/>
                </a:lnTo>
                <a:lnTo>
                  <a:pt x="2673" y="670"/>
                </a:lnTo>
                <a:lnTo>
                  <a:pt x="4012" y="1004"/>
                </a:lnTo>
                <a:lnTo>
                  <a:pt x="5349" y="1339"/>
                </a:lnTo>
                <a:lnTo>
                  <a:pt x="6688" y="1674"/>
                </a:lnTo>
                <a:lnTo>
                  <a:pt x="8031" y="2009"/>
                </a:lnTo>
                <a:lnTo>
                  <a:pt x="9374" y="2344"/>
                </a:lnTo>
                <a:lnTo>
                  <a:pt x="10719" y="2678"/>
                </a:lnTo>
                <a:lnTo>
                  <a:pt x="12067" y="3019"/>
                </a:lnTo>
                <a:lnTo>
                  <a:pt x="13418" y="3353"/>
                </a:lnTo>
                <a:lnTo>
                  <a:pt x="14772" y="3694"/>
                </a:lnTo>
                <a:lnTo>
                  <a:pt x="16129" y="4034"/>
                </a:lnTo>
                <a:lnTo>
                  <a:pt x="17490" y="4374"/>
                </a:lnTo>
                <a:lnTo>
                  <a:pt x="18855" y="4714"/>
                </a:lnTo>
                <a:lnTo>
                  <a:pt x="20225" y="5054"/>
                </a:lnTo>
                <a:lnTo>
                  <a:pt x="21600" y="5400"/>
                </a:lnTo>
                <a:lnTo>
                  <a:pt x="19218" y="8672"/>
                </a:lnTo>
                <a:lnTo>
                  <a:pt x="17213" y="11405"/>
                </a:lnTo>
                <a:lnTo>
                  <a:pt x="15530" y="13662"/>
                </a:lnTo>
                <a:lnTo>
                  <a:pt x="14115" y="15487"/>
                </a:lnTo>
                <a:lnTo>
                  <a:pt x="12913" y="16951"/>
                </a:lnTo>
                <a:lnTo>
                  <a:pt x="11870" y="18101"/>
                </a:lnTo>
                <a:lnTo>
                  <a:pt x="10932" y="18997"/>
                </a:lnTo>
                <a:lnTo>
                  <a:pt x="10042" y="19688"/>
                </a:lnTo>
                <a:lnTo>
                  <a:pt x="9149" y="20239"/>
                </a:lnTo>
                <a:lnTo>
                  <a:pt x="8194" y="20704"/>
                </a:lnTo>
                <a:lnTo>
                  <a:pt x="7128" y="21141"/>
                </a:lnTo>
                <a:lnTo>
                  <a:pt x="5891" y="21600"/>
                </a:lnTo>
                <a:lnTo>
                  <a:pt x="4632" y="18992"/>
                </a:lnTo>
                <a:lnTo>
                  <a:pt x="3613" y="16362"/>
                </a:lnTo>
                <a:lnTo>
                  <a:pt x="2771" y="13635"/>
                </a:lnTo>
                <a:lnTo>
                  <a:pt x="2046" y="10714"/>
                </a:lnTo>
                <a:lnTo>
                  <a:pt x="1382" y="7528"/>
                </a:lnTo>
                <a:lnTo>
                  <a:pt x="721" y="3985"/>
                </a:lnTo>
                <a:lnTo>
                  <a:pt x="0" y="0"/>
                </a:lnTo>
                <a:close/>
              </a:path>
            </a:pathLst>
          </a:custGeom>
          <a:solidFill>
            <a:srgbClr val="E6E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4" name="contour_10882"/>
          <p:cNvSpPr/>
          <p:nvPr/>
        </p:nvSpPr>
        <p:spPr>
          <a:xfrm>
            <a:off x="1934404" y="2505947"/>
            <a:ext cx="65592" cy="229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055"/>
                </a:moveTo>
                <a:lnTo>
                  <a:pt x="4073" y="603"/>
                </a:lnTo>
                <a:lnTo>
                  <a:pt x="5690" y="281"/>
                </a:lnTo>
                <a:lnTo>
                  <a:pt x="7282" y="75"/>
                </a:lnTo>
                <a:lnTo>
                  <a:pt x="8873" y="0"/>
                </a:lnTo>
                <a:lnTo>
                  <a:pt x="10486" y="41"/>
                </a:lnTo>
                <a:lnTo>
                  <a:pt x="12149" y="199"/>
                </a:lnTo>
                <a:lnTo>
                  <a:pt x="12833" y="247"/>
                </a:lnTo>
                <a:lnTo>
                  <a:pt x="14892" y="384"/>
                </a:lnTo>
                <a:lnTo>
                  <a:pt x="16570" y="520"/>
                </a:lnTo>
                <a:lnTo>
                  <a:pt x="18247" y="685"/>
                </a:lnTo>
                <a:lnTo>
                  <a:pt x="19925" y="863"/>
                </a:lnTo>
                <a:lnTo>
                  <a:pt x="21600" y="1055"/>
                </a:lnTo>
                <a:lnTo>
                  <a:pt x="21600" y="5123"/>
                </a:lnTo>
                <a:lnTo>
                  <a:pt x="21600" y="9204"/>
                </a:lnTo>
                <a:lnTo>
                  <a:pt x="21600" y="13300"/>
                </a:lnTo>
                <a:lnTo>
                  <a:pt x="21600" y="17429"/>
                </a:lnTo>
                <a:lnTo>
                  <a:pt x="21600" y="21600"/>
                </a:lnTo>
                <a:lnTo>
                  <a:pt x="19956" y="21080"/>
                </a:lnTo>
                <a:lnTo>
                  <a:pt x="18310" y="20559"/>
                </a:lnTo>
                <a:lnTo>
                  <a:pt x="16663" y="20032"/>
                </a:lnTo>
                <a:lnTo>
                  <a:pt x="15014" y="19511"/>
                </a:lnTo>
                <a:lnTo>
                  <a:pt x="13363" y="18991"/>
                </a:lnTo>
                <a:lnTo>
                  <a:pt x="11710" y="18463"/>
                </a:lnTo>
                <a:lnTo>
                  <a:pt x="10051" y="17936"/>
                </a:lnTo>
                <a:lnTo>
                  <a:pt x="8390" y="17409"/>
                </a:lnTo>
                <a:lnTo>
                  <a:pt x="6725" y="16881"/>
                </a:lnTo>
                <a:lnTo>
                  <a:pt x="5052" y="16354"/>
                </a:lnTo>
                <a:lnTo>
                  <a:pt x="3374" y="15820"/>
                </a:lnTo>
                <a:lnTo>
                  <a:pt x="1692" y="15286"/>
                </a:lnTo>
                <a:lnTo>
                  <a:pt x="0" y="14752"/>
                </a:lnTo>
                <a:lnTo>
                  <a:pt x="595" y="11362"/>
                </a:lnTo>
                <a:lnTo>
                  <a:pt x="1190" y="7951"/>
                </a:lnTo>
                <a:lnTo>
                  <a:pt x="1793" y="4527"/>
                </a:lnTo>
                <a:lnTo>
                  <a:pt x="2400" y="1055"/>
                </a:lnTo>
                <a:close/>
              </a:path>
            </a:pathLst>
          </a:custGeom>
          <a:solidFill>
            <a:srgbClr val="05050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5" name="contour_10883"/>
          <p:cNvSpPr/>
          <p:nvPr/>
        </p:nvSpPr>
        <p:spPr>
          <a:xfrm>
            <a:off x="746462" y="2484054"/>
            <a:ext cx="43728" cy="667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373"/>
                </a:moveTo>
                <a:lnTo>
                  <a:pt x="13658" y="125"/>
                </a:lnTo>
                <a:lnTo>
                  <a:pt x="15653" y="0"/>
                </a:lnTo>
                <a:lnTo>
                  <a:pt x="17294" y="0"/>
                </a:lnTo>
                <a:lnTo>
                  <a:pt x="19102" y="125"/>
                </a:lnTo>
                <a:lnTo>
                  <a:pt x="21600" y="373"/>
                </a:lnTo>
                <a:lnTo>
                  <a:pt x="21600" y="1932"/>
                </a:lnTo>
                <a:lnTo>
                  <a:pt x="21600" y="3500"/>
                </a:lnTo>
                <a:lnTo>
                  <a:pt x="21600" y="5090"/>
                </a:lnTo>
                <a:lnTo>
                  <a:pt x="19220" y="5090"/>
                </a:lnTo>
                <a:lnTo>
                  <a:pt x="16826" y="5090"/>
                </a:lnTo>
                <a:lnTo>
                  <a:pt x="14400" y="5090"/>
                </a:lnTo>
                <a:lnTo>
                  <a:pt x="14400" y="6724"/>
                </a:lnTo>
                <a:lnTo>
                  <a:pt x="14400" y="8361"/>
                </a:lnTo>
                <a:lnTo>
                  <a:pt x="14400" y="9998"/>
                </a:lnTo>
                <a:lnTo>
                  <a:pt x="14400" y="11637"/>
                </a:lnTo>
                <a:lnTo>
                  <a:pt x="14400" y="13284"/>
                </a:lnTo>
                <a:lnTo>
                  <a:pt x="14400" y="14932"/>
                </a:lnTo>
                <a:lnTo>
                  <a:pt x="14400" y="16588"/>
                </a:lnTo>
                <a:lnTo>
                  <a:pt x="14400" y="18251"/>
                </a:lnTo>
                <a:lnTo>
                  <a:pt x="14400" y="19921"/>
                </a:lnTo>
                <a:lnTo>
                  <a:pt x="14400" y="21600"/>
                </a:lnTo>
                <a:lnTo>
                  <a:pt x="12362" y="20933"/>
                </a:lnTo>
                <a:lnTo>
                  <a:pt x="10325" y="20265"/>
                </a:lnTo>
                <a:lnTo>
                  <a:pt x="8280" y="19595"/>
                </a:lnTo>
                <a:lnTo>
                  <a:pt x="6228" y="18923"/>
                </a:lnTo>
                <a:lnTo>
                  <a:pt x="4165" y="18246"/>
                </a:lnTo>
                <a:lnTo>
                  <a:pt x="2092" y="17567"/>
                </a:lnTo>
                <a:lnTo>
                  <a:pt x="0" y="16883"/>
                </a:lnTo>
                <a:lnTo>
                  <a:pt x="763" y="15501"/>
                </a:lnTo>
                <a:lnTo>
                  <a:pt x="1537" y="14121"/>
                </a:lnTo>
                <a:lnTo>
                  <a:pt x="2322" y="12746"/>
                </a:lnTo>
                <a:lnTo>
                  <a:pt x="3114" y="11371"/>
                </a:lnTo>
                <a:lnTo>
                  <a:pt x="3917" y="10000"/>
                </a:lnTo>
                <a:lnTo>
                  <a:pt x="4723" y="8628"/>
                </a:lnTo>
                <a:lnTo>
                  <a:pt x="5364" y="7444"/>
                </a:lnTo>
                <a:lnTo>
                  <a:pt x="6012" y="6241"/>
                </a:lnTo>
                <a:lnTo>
                  <a:pt x="6858" y="4880"/>
                </a:lnTo>
                <a:lnTo>
                  <a:pt x="7639" y="3814"/>
                </a:lnTo>
                <a:lnTo>
                  <a:pt x="8802" y="2495"/>
                </a:lnTo>
                <a:lnTo>
                  <a:pt x="10800" y="373"/>
                </a:lnTo>
                <a:close/>
              </a:path>
            </a:pathLst>
          </a:custGeom>
          <a:solidFill>
            <a:srgbClr val="45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6" name="contour_10884"/>
          <p:cNvSpPr/>
          <p:nvPr/>
        </p:nvSpPr>
        <p:spPr>
          <a:xfrm>
            <a:off x="1854237" y="2470629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132" y="1007"/>
                </a:lnTo>
                <a:lnTo>
                  <a:pt x="6853" y="2017"/>
                </a:lnTo>
                <a:lnTo>
                  <a:pt x="7563" y="3033"/>
                </a:lnTo>
                <a:lnTo>
                  <a:pt x="8267" y="4050"/>
                </a:lnTo>
                <a:lnTo>
                  <a:pt x="9069" y="5180"/>
                </a:lnTo>
                <a:lnTo>
                  <a:pt x="9882" y="6329"/>
                </a:lnTo>
                <a:lnTo>
                  <a:pt x="10309" y="7491"/>
                </a:lnTo>
                <a:lnTo>
                  <a:pt x="10430" y="8418"/>
                </a:lnTo>
                <a:lnTo>
                  <a:pt x="10157" y="9426"/>
                </a:lnTo>
                <a:lnTo>
                  <a:pt x="9410" y="10832"/>
                </a:lnTo>
                <a:lnTo>
                  <a:pt x="8100" y="12960"/>
                </a:lnTo>
                <a:lnTo>
                  <a:pt x="10009" y="12960"/>
                </a:lnTo>
                <a:lnTo>
                  <a:pt x="11921" y="12960"/>
                </a:lnTo>
                <a:lnTo>
                  <a:pt x="13838" y="12960"/>
                </a:lnTo>
                <a:lnTo>
                  <a:pt x="15763" y="12960"/>
                </a:lnTo>
                <a:lnTo>
                  <a:pt x="17696" y="12960"/>
                </a:lnTo>
                <a:lnTo>
                  <a:pt x="19640" y="12960"/>
                </a:lnTo>
                <a:lnTo>
                  <a:pt x="21600" y="12960"/>
                </a:lnTo>
                <a:lnTo>
                  <a:pt x="21154" y="14386"/>
                </a:lnTo>
                <a:lnTo>
                  <a:pt x="20709" y="15813"/>
                </a:lnTo>
                <a:lnTo>
                  <a:pt x="20261" y="17248"/>
                </a:lnTo>
                <a:lnTo>
                  <a:pt x="19810" y="18688"/>
                </a:lnTo>
                <a:lnTo>
                  <a:pt x="19356" y="20138"/>
                </a:lnTo>
                <a:lnTo>
                  <a:pt x="18900" y="21600"/>
                </a:lnTo>
                <a:lnTo>
                  <a:pt x="18900" y="20317"/>
                </a:lnTo>
                <a:lnTo>
                  <a:pt x="18900" y="19030"/>
                </a:lnTo>
                <a:lnTo>
                  <a:pt x="18900" y="17738"/>
                </a:lnTo>
                <a:lnTo>
                  <a:pt x="18900" y="16435"/>
                </a:lnTo>
                <a:lnTo>
                  <a:pt x="18900" y="15120"/>
                </a:lnTo>
                <a:lnTo>
                  <a:pt x="17528" y="15308"/>
                </a:lnTo>
                <a:lnTo>
                  <a:pt x="16138" y="15500"/>
                </a:lnTo>
                <a:lnTo>
                  <a:pt x="14242" y="15638"/>
                </a:lnTo>
                <a:lnTo>
                  <a:pt x="12458" y="15718"/>
                </a:lnTo>
                <a:lnTo>
                  <a:pt x="10733" y="15727"/>
                </a:lnTo>
                <a:lnTo>
                  <a:pt x="9015" y="15643"/>
                </a:lnTo>
                <a:lnTo>
                  <a:pt x="7255" y="15446"/>
                </a:lnTo>
                <a:lnTo>
                  <a:pt x="5400" y="15120"/>
                </a:lnTo>
                <a:lnTo>
                  <a:pt x="4231" y="13882"/>
                </a:lnTo>
                <a:lnTo>
                  <a:pt x="3224" y="12634"/>
                </a:lnTo>
                <a:lnTo>
                  <a:pt x="2371" y="11364"/>
                </a:lnTo>
                <a:lnTo>
                  <a:pt x="1661" y="10063"/>
                </a:lnTo>
                <a:lnTo>
                  <a:pt x="1080" y="8718"/>
                </a:lnTo>
                <a:lnTo>
                  <a:pt x="616" y="7320"/>
                </a:lnTo>
                <a:lnTo>
                  <a:pt x="259" y="5858"/>
                </a:lnTo>
                <a:lnTo>
                  <a:pt x="0" y="4320"/>
                </a:lnTo>
                <a:lnTo>
                  <a:pt x="1412" y="2659"/>
                </a:lnTo>
                <a:lnTo>
                  <a:pt x="2446" y="1655"/>
                </a:lnTo>
                <a:lnTo>
                  <a:pt x="3607" y="903"/>
                </a:lnTo>
                <a:lnTo>
                  <a:pt x="5400" y="0"/>
                </a:lnTo>
                <a:close/>
              </a:path>
            </a:pathLst>
          </a:custGeom>
          <a:solidFill>
            <a:srgbClr val="2A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7" name="contour_10885"/>
          <p:cNvSpPr/>
          <p:nvPr/>
        </p:nvSpPr>
        <p:spPr>
          <a:xfrm>
            <a:off x="1737629" y="2470629"/>
            <a:ext cx="4490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18" y="0"/>
                </a:moveTo>
                <a:lnTo>
                  <a:pt x="13231" y="353"/>
                </a:lnTo>
                <a:lnTo>
                  <a:pt x="15135" y="716"/>
                </a:lnTo>
                <a:lnTo>
                  <a:pt x="16734" y="1264"/>
                </a:lnTo>
                <a:lnTo>
                  <a:pt x="18532" y="2167"/>
                </a:lnTo>
                <a:lnTo>
                  <a:pt x="21036" y="3600"/>
                </a:lnTo>
                <a:lnTo>
                  <a:pt x="21418" y="6070"/>
                </a:lnTo>
                <a:lnTo>
                  <a:pt x="21593" y="8428"/>
                </a:lnTo>
                <a:lnTo>
                  <a:pt x="21600" y="10739"/>
                </a:lnTo>
                <a:lnTo>
                  <a:pt x="21477" y="13061"/>
                </a:lnTo>
                <a:lnTo>
                  <a:pt x="21277" y="15462"/>
                </a:lnTo>
                <a:lnTo>
                  <a:pt x="21036" y="18000"/>
                </a:lnTo>
                <a:lnTo>
                  <a:pt x="18722" y="18396"/>
                </a:lnTo>
                <a:lnTo>
                  <a:pt x="16404" y="18792"/>
                </a:lnTo>
                <a:lnTo>
                  <a:pt x="14087" y="19188"/>
                </a:lnTo>
                <a:lnTo>
                  <a:pt x="11762" y="19588"/>
                </a:lnTo>
                <a:lnTo>
                  <a:pt x="9431" y="19987"/>
                </a:lnTo>
                <a:lnTo>
                  <a:pt x="7089" y="20387"/>
                </a:lnTo>
                <a:lnTo>
                  <a:pt x="4740" y="20790"/>
                </a:lnTo>
                <a:lnTo>
                  <a:pt x="2377" y="21193"/>
                </a:lnTo>
                <a:lnTo>
                  <a:pt x="0" y="21600"/>
                </a:lnTo>
                <a:lnTo>
                  <a:pt x="1785" y="16841"/>
                </a:lnTo>
                <a:lnTo>
                  <a:pt x="3239" y="13003"/>
                </a:lnTo>
                <a:lnTo>
                  <a:pt x="4424" y="9961"/>
                </a:lnTo>
                <a:lnTo>
                  <a:pt x="5406" y="7582"/>
                </a:lnTo>
                <a:lnTo>
                  <a:pt x="6244" y="5738"/>
                </a:lnTo>
                <a:lnTo>
                  <a:pt x="7005" y="4298"/>
                </a:lnTo>
                <a:lnTo>
                  <a:pt x="7748" y="3136"/>
                </a:lnTo>
                <a:lnTo>
                  <a:pt x="8540" y="2117"/>
                </a:lnTo>
                <a:lnTo>
                  <a:pt x="9441" y="1116"/>
                </a:lnTo>
                <a:lnTo>
                  <a:pt x="10518" y="0"/>
                </a:lnTo>
                <a:close/>
              </a:path>
            </a:pathLst>
          </a:custGeom>
          <a:solidFill>
            <a:srgbClr val="34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8" name="contour_10886"/>
          <p:cNvSpPr/>
          <p:nvPr/>
        </p:nvSpPr>
        <p:spPr>
          <a:xfrm>
            <a:off x="8537325" y="2446827"/>
            <a:ext cx="43728" cy="38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1"/>
                </a:lnTo>
                <a:lnTo>
                  <a:pt x="14425" y="119"/>
                </a:lnTo>
                <a:lnTo>
                  <a:pt x="16056" y="283"/>
                </a:lnTo>
                <a:lnTo>
                  <a:pt x="18277" y="591"/>
                </a:lnTo>
                <a:lnTo>
                  <a:pt x="21600" y="1091"/>
                </a:lnTo>
                <a:lnTo>
                  <a:pt x="21600" y="3995"/>
                </a:lnTo>
                <a:lnTo>
                  <a:pt x="21600" y="6899"/>
                </a:lnTo>
                <a:lnTo>
                  <a:pt x="21600" y="9811"/>
                </a:lnTo>
                <a:lnTo>
                  <a:pt x="21600" y="12732"/>
                </a:lnTo>
                <a:lnTo>
                  <a:pt x="21600" y="15669"/>
                </a:lnTo>
                <a:lnTo>
                  <a:pt x="21600" y="18626"/>
                </a:lnTo>
                <a:lnTo>
                  <a:pt x="21600" y="21600"/>
                </a:lnTo>
                <a:lnTo>
                  <a:pt x="20516" y="21395"/>
                </a:lnTo>
                <a:lnTo>
                  <a:pt x="19516" y="21206"/>
                </a:lnTo>
                <a:lnTo>
                  <a:pt x="18425" y="20997"/>
                </a:lnTo>
                <a:lnTo>
                  <a:pt x="17064" y="20739"/>
                </a:lnTo>
                <a:lnTo>
                  <a:pt x="15257" y="20398"/>
                </a:lnTo>
                <a:lnTo>
                  <a:pt x="12827" y="19935"/>
                </a:lnTo>
                <a:lnTo>
                  <a:pt x="9590" y="19319"/>
                </a:lnTo>
                <a:lnTo>
                  <a:pt x="5375" y="18520"/>
                </a:lnTo>
                <a:lnTo>
                  <a:pt x="0" y="17498"/>
                </a:lnTo>
                <a:lnTo>
                  <a:pt x="1732" y="12273"/>
                </a:lnTo>
                <a:lnTo>
                  <a:pt x="3100" y="8327"/>
                </a:lnTo>
                <a:lnTo>
                  <a:pt x="4237" y="5451"/>
                </a:lnTo>
                <a:lnTo>
                  <a:pt x="5267" y="3445"/>
                </a:lnTo>
                <a:lnTo>
                  <a:pt x="6318" y="2104"/>
                </a:lnTo>
                <a:lnTo>
                  <a:pt x="7520" y="1218"/>
                </a:lnTo>
                <a:lnTo>
                  <a:pt x="9000" y="587"/>
                </a:lnTo>
                <a:lnTo>
                  <a:pt x="10883" y="0"/>
                </a:lnTo>
                <a:close/>
              </a:path>
            </a:pathLst>
          </a:custGeom>
          <a:solidFill>
            <a:srgbClr val="E0E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89" name="contour_10887"/>
          <p:cNvSpPr/>
          <p:nvPr/>
        </p:nvSpPr>
        <p:spPr>
          <a:xfrm>
            <a:off x="7130742" y="2405037"/>
            <a:ext cx="437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91" y="0"/>
                </a:moveTo>
                <a:lnTo>
                  <a:pt x="13323" y="894"/>
                </a:lnTo>
                <a:lnTo>
                  <a:pt x="15474" y="1947"/>
                </a:lnTo>
                <a:lnTo>
                  <a:pt x="17309" y="3178"/>
                </a:lnTo>
                <a:lnTo>
                  <a:pt x="18899" y="4601"/>
                </a:lnTo>
                <a:lnTo>
                  <a:pt x="20298" y="6237"/>
                </a:lnTo>
                <a:lnTo>
                  <a:pt x="21582" y="8100"/>
                </a:lnTo>
                <a:lnTo>
                  <a:pt x="21600" y="9890"/>
                </a:lnTo>
                <a:lnTo>
                  <a:pt x="21517" y="11640"/>
                </a:lnTo>
                <a:lnTo>
                  <a:pt x="21312" y="13357"/>
                </a:lnTo>
                <a:lnTo>
                  <a:pt x="20978" y="15047"/>
                </a:lnTo>
                <a:lnTo>
                  <a:pt x="20492" y="16710"/>
                </a:lnTo>
                <a:lnTo>
                  <a:pt x="19841" y="18355"/>
                </a:lnTo>
                <a:lnTo>
                  <a:pt x="19010" y="19983"/>
                </a:lnTo>
                <a:lnTo>
                  <a:pt x="17985" y="21600"/>
                </a:lnTo>
                <a:lnTo>
                  <a:pt x="15607" y="21600"/>
                </a:lnTo>
                <a:lnTo>
                  <a:pt x="13215" y="21600"/>
                </a:lnTo>
                <a:lnTo>
                  <a:pt x="10791" y="21600"/>
                </a:lnTo>
                <a:lnTo>
                  <a:pt x="10068" y="19888"/>
                </a:lnTo>
                <a:lnTo>
                  <a:pt x="9636" y="18633"/>
                </a:lnTo>
                <a:lnTo>
                  <a:pt x="9338" y="17215"/>
                </a:lnTo>
                <a:lnTo>
                  <a:pt x="8993" y="15017"/>
                </a:lnTo>
                <a:lnTo>
                  <a:pt x="8647" y="12828"/>
                </a:lnTo>
                <a:lnTo>
                  <a:pt x="8349" y="11378"/>
                </a:lnTo>
                <a:lnTo>
                  <a:pt x="7917" y="10017"/>
                </a:lnTo>
                <a:lnTo>
                  <a:pt x="7194" y="8100"/>
                </a:lnTo>
                <a:lnTo>
                  <a:pt x="4996" y="7055"/>
                </a:lnTo>
                <a:lnTo>
                  <a:pt x="3514" y="6426"/>
                </a:lnTo>
                <a:lnTo>
                  <a:pt x="2072" y="5959"/>
                </a:lnTo>
                <a:lnTo>
                  <a:pt x="0" y="5400"/>
                </a:lnTo>
                <a:lnTo>
                  <a:pt x="2018" y="4039"/>
                </a:lnTo>
                <a:lnTo>
                  <a:pt x="3547" y="3062"/>
                </a:lnTo>
                <a:lnTo>
                  <a:pt x="4888" y="2319"/>
                </a:lnTo>
                <a:lnTo>
                  <a:pt x="6345" y="1661"/>
                </a:lnTo>
                <a:lnTo>
                  <a:pt x="8212" y="940"/>
                </a:lnTo>
                <a:lnTo>
                  <a:pt x="10791" y="0"/>
                </a:lnTo>
                <a:close/>
              </a:path>
            </a:pathLst>
          </a:custGeom>
          <a:solidFill>
            <a:srgbClr val="B7BD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0" name="contour_10888"/>
          <p:cNvSpPr/>
          <p:nvPr/>
        </p:nvSpPr>
        <p:spPr>
          <a:xfrm>
            <a:off x="6423807" y="2412325"/>
            <a:ext cx="58304" cy="44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898" y="931"/>
                </a:lnTo>
                <a:lnTo>
                  <a:pt x="19027" y="1613"/>
                </a:lnTo>
                <a:lnTo>
                  <a:pt x="20091" y="2373"/>
                </a:lnTo>
                <a:lnTo>
                  <a:pt x="21600" y="3552"/>
                </a:lnTo>
                <a:lnTo>
                  <a:pt x="20971" y="5275"/>
                </a:lnTo>
                <a:lnTo>
                  <a:pt x="20339" y="6998"/>
                </a:lnTo>
                <a:lnTo>
                  <a:pt x="19705" y="8717"/>
                </a:lnTo>
                <a:lnTo>
                  <a:pt x="19067" y="10436"/>
                </a:lnTo>
                <a:lnTo>
                  <a:pt x="18360" y="12354"/>
                </a:lnTo>
                <a:lnTo>
                  <a:pt x="17644" y="14304"/>
                </a:lnTo>
                <a:lnTo>
                  <a:pt x="16767" y="16357"/>
                </a:lnTo>
                <a:lnTo>
                  <a:pt x="16043" y="17771"/>
                </a:lnTo>
                <a:lnTo>
                  <a:pt x="15082" y="19206"/>
                </a:lnTo>
                <a:lnTo>
                  <a:pt x="13500" y="21312"/>
                </a:lnTo>
                <a:lnTo>
                  <a:pt x="11583" y="21511"/>
                </a:lnTo>
                <a:lnTo>
                  <a:pt x="10225" y="21600"/>
                </a:lnTo>
                <a:lnTo>
                  <a:pt x="8772" y="21600"/>
                </a:lnTo>
                <a:lnTo>
                  <a:pt x="6583" y="21533"/>
                </a:lnTo>
                <a:lnTo>
                  <a:pt x="5657" y="21511"/>
                </a:lnTo>
                <a:lnTo>
                  <a:pt x="2859" y="21437"/>
                </a:lnTo>
                <a:lnTo>
                  <a:pt x="1439" y="21376"/>
                </a:lnTo>
                <a:lnTo>
                  <a:pt x="0" y="21312"/>
                </a:lnTo>
                <a:lnTo>
                  <a:pt x="1350" y="19536"/>
                </a:lnTo>
                <a:lnTo>
                  <a:pt x="2700" y="17760"/>
                </a:lnTo>
                <a:lnTo>
                  <a:pt x="4050" y="15984"/>
                </a:lnTo>
                <a:lnTo>
                  <a:pt x="5400" y="14208"/>
                </a:lnTo>
                <a:lnTo>
                  <a:pt x="6750" y="12432"/>
                </a:lnTo>
                <a:lnTo>
                  <a:pt x="8100" y="10656"/>
                </a:lnTo>
                <a:lnTo>
                  <a:pt x="9450" y="8880"/>
                </a:lnTo>
                <a:lnTo>
                  <a:pt x="10800" y="7104"/>
                </a:lnTo>
                <a:lnTo>
                  <a:pt x="12150" y="5328"/>
                </a:lnTo>
                <a:lnTo>
                  <a:pt x="13500" y="3552"/>
                </a:lnTo>
                <a:lnTo>
                  <a:pt x="14850" y="1776"/>
                </a:lnTo>
                <a:lnTo>
                  <a:pt x="16200" y="0"/>
                </a:lnTo>
                <a:close/>
              </a:path>
            </a:pathLst>
          </a:custGeom>
          <a:solidFill>
            <a:srgbClr val="EE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1" name="contour_10889"/>
          <p:cNvSpPr/>
          <p:nvPr/>
        </p:nvSpPr>
        <p:spPr>
          <a:xfrm>
            <a:off x="11350489" y="2441477"/>
            <a:ext cx="6772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97" y="0"/>
                </a:moveTo>
                <a:lnTo>
                  <a:pt x="10838" y="108"/>
                </a:lnTo>
                <a:lnTo>
                  <a:pt x="12340" y="259"/>
                </a:lnTo>
                <a:lnTo>
                  <a:pt x="13811" y="486"/>
                </a:lnTo>
                <a:lnTo>
                  <a:pt x="15259" y="806"/>
                </a:lnTo>
                <a:lnTo>
                  <a:pt x="16686" y="1253"/>
                </a:lnTo>
                <a:lnTo>
                  <a:pt x="18102" y="1850"/>
                </a:lnTo>
                <a:lnTo>
                  <a:pt x="19510" y="2621"/>
                </a:lnTo>
                <a:lnTo>
                  <a:pt x="20919" y="3600"/>
                </a:lnTo>
                <a:lnTo>
                  <a:pt x="21307" y="6210"/>
                </a:lnTo>
                <a:lnTo>
                  <a:pt x="21526" y="8770"/>
                </a:lnTo>
                <a:lnTo>
                  <a:pt x="21600" y="11300"/>
                </a:lnTo>
                <a:lnTo>
                  <a:pt x="21554" y="13828"/>
                </a:lnTo>
                <a:lnTo>
                  <a:pt x="21409" y="16369"/>
                </a:lnTo>
                <a:lnTo>
                  <a:pt x="21189" y="18954"/>
                </a:lnTo>
                <a:lnTo>
                  <a:pt x="20919" y="21600"/>
                </a:lnTo>
                <a:lnTo>
                  <a:pt x="19383" y="21600"/>
                </a:lnTo>
                <a:lnTo>
                  <a:pt x="17837" y="21600"/>
                </a:lnTo>
                <a:lnTo>
                  <a:pt x="16270" y="21600"/>
                </a:lnTo>
                <a:lnTo>
                  <a:pt x="16270" y="19224"/>
                </a:lnTo>
                <a:lnTo>
                  <a:pt x="16270" y="16844"/>
                </a:lnTo>
                <a:lnTo>
                  <a:pt x="16270" y="14454"/>
                </a:lnTo>
                <a:lnTo>
                  <a:pt x="16270" y="12053"/>
                </a:lnTo>
                <a:lnTo>
                  <a:pt x="16270" y="9637"/>
                </a:lnTo>
                <a:lnTo>
                  <a:pt x="16270" y="7200"/>
                </a:lnTo>
                <a:lnTo>
                  <a:pt x="14660" y="7556"/>
                </a:lnTo>
                <a:lnTo>
                  <a:pt x="13046" y="7913"/>
                </a:lnTo>
                <a:lnTo>
                  <a:pt x="11433" y="8269"/>
                </a:lnTo>
                <a:lnTo>
                  <a:pt x="9818" y="8629"/>
                </a:lnTo>
                <a:lnTo>
                  <a:pt x="8196" y="8986"/>
                </a:lnTo>
                <a:lnTo>
                  <a:pt x="6571" y="9346"/>
                </a:lnTo>
                <a:lnTo>
                  <a:pt x="4939" y="9706"/>
                </a:lnTo>
                <a:lnTo>
                  <a:pt x="3301" y="10069"/>
                </a:lnTo>
                <a:lnTo>
                  <a:pt x="1655" y="10433"/>
                </a:lnTo>
                <a:lnTo>
                  <a:pt x="0" y="10800"/>
                </a:lnTo>
                <a:lnTo>
                  <a:pt x="576" y="9018"/>
                </a:lnTo>
                <a:lnTo>
                  <a:pt x="1153" y="7225"/>
                </a:lnTo>
                <a:lnTo>
                  <a:pt x="1736" y="5425"/>
                </a:lnTo>
                <a:lnTo>
                  <a:pt x="2324" y="3600"/>
                </a:lnTo>
                <a:lnTo>
                  <a:pt x="3705" y="4313"/>
                </a:lnTo>
                <a:lnTo>
                  <a:pt x="5090" y="5029"/>
                </a:lnTo>
                <a:lnTo>
                  <a:pt x="6480" y="5746"/>
                </a:lnTo>
                <a:lnTo>
                  <a:pt x="7882" y="6469"/>
                </a:lnTo>
                <a:lnTo>
                  <a:pt x="9297" y="7200"/>
                </a:lnTo>
                <a:lnTo>
                  <a:pt x="9297" y="4820"/>
                </a:lnTo>
                <a:lnTo>
                  <a:pt x="9297" y="2426"/>
                </a:lnTo>
                <a:lnTo>
                  <a:pt x="9297" y="0"/>
                </a:lnTo>
                <a:close/>
              </a:path>
            </a:pathLst>
          </a:custGeom>
          <a:solidFill>
            <a:srgbClr val="E3E4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2" name="contour_10890"/>
          <p:cNvSpPr/>
          <p:nvPr/>
        </p:nvSpPr>
        <p:spPr>
          <a:xfrm>
            <a:off x="4128090" y="2402632"/>
            <a:ext cx="36440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6"/>
                </a:lnTo>
                <a:lnTo>
                  <a:pt x="8506" y="150"/>
                </a:lnTo>
                <a:lnTo>
                  <a:pt x="11007" y="0"/>
                </a:lnTo>
                <a:lnTo>
                  <a:pt x="12986" y="150"/>
                </a:lnTo>
                <a:lnTo>
                  <a:pt x="14917" y="596"/>
                </a:lnTo>
                <a:lnTo>
                  <a:pt x="17280" y="1337"/>
                </a:lnTo>
                <a:lnTo>
                  <a:pt x="18325" y="3801"/>
                </a:lnTo>
                <a:lnTo>
                  <a:pt x="19176" y="6273"/>
                </a:lnTo>
                <a:lnTo>
                  <a:pt x="19855" y="8758"/>
                </a:lnTo>
                <a:lnTo>
                  <a:pt x="20390" y="11262"/>
                </a:lnTo>
                <a:lnTo>
                  <a:pt x="20805" y="13795"/>
                </a:lnTo>
                <a:lnTo>
                  <a:pt x="21129" y="16356"/>
                </a:lnTo>
                <a:lnTo>
                  <a:pt x="21384" y="1895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735"/>
                </a:lnTo>
                <a:lnTo>
                  <a:pt x="0" y="15866"/>
                </a:lnTo>
                <a:lnTo>
                  <a:pt x="0" y="12988"/>
                </a:lnTo>
                <a:lnTo>
                  <a:pt x="0" y="10099"/>
                </a:lnTo>
                <a:lnTo>
                  <a:pt x="0" y="7197"/>
                </a:lnTo>
                <a:lnTo>
                  <a:pt x="0" y="4279"/>
                </a:lnTo>
                <a:lnTo>
                  <a:pt x="0" y="1337"/>
                </a:lnTo>
                <a:close/>
              </a:path>
            </a:pathLst>
          </a:custGeom>
          <a:solidFill>
            <a:srgbClr val="9C9C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3" name="contour_10891"/>
          <p:cNvSpPr/>
          <p:nvPr/>
        </p:nvSpPr>
        <p:spPr>
          <a:xfrm>
            <a:off x="4018770" y="2426901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21020" y="4295"/>
                </a:lnTo>
                <a:lnTo>
                  <a:pt x="20582" y="7297"/>
                </a:lnTo>
                <a:lnTo>
                  <a:pt x="20196" y="9407"/>
                </a:lnTo>
                <a:lnTo>
                  <a:pt x="19779" y="11030"/>
                </a:lnTo>
                <a:lnTo>
                  <a:pt x="19249" y="12560"/>
                </a:lnTo>
                <a:lnTo>
                  <a:pt x="18514" y="14400"/>
                </a:lnTo>
                <a:lnTo>
                  <a:pt x="16219" y="14616"/>
                </a:lnTo>
                <a:lnTo>
                  <a:pt x="14589" y="14724"/>
                </a:lnTo>
                <a:lnTo>
                  <a:pt x="13182" y="14724"/>
                </a:lnTo>
                <a:lnTo>
                  <a:pt x="11553" y="14616"/>
                </a:lnTo>
                <a:lnTo>
                  <a:pt x="9257" y="14400"/>
                </a:lnTo>
                <a:lnTo>
                  <a:pt x="8014" y="16538"/>
                </a:lnTo>
                <a:lnTo>
                  <a:pt x="7279" y="18000"/>
                </a:lnTo>
                <a:lnTo>
                  <a:pt x="6761" y="19462"/>
                </a:lnTo>
                <a:lnTo>
                  <a:pt x="6171" y="21600"/>
                </a:lnTo>
                <a:lnTo>
                  <a:pt x="6298" y="19890"/>
                </a:lnTo>
                <a:lnTo>
                  <a:pt x="6428" y="18169"/>
                </a:lnTo>
                <a:lnTo>
                  <a:pt x="6557" y="16423"/>
                </a:lnTo>
                <a:lnTo>
                  <a:pt x="6431" y="14566"/>
                </a:lnTo>
                <a:lnTo>
                  <a:pt x="6301" y="12697"/>
                </a:lnTo>
                <a:lnTo>
                  <a:pt x="6171" y="10800"/>
                </a:lnTo>
                <a:lnTo>
                  <a:pt x="4339" y="9349"/>
                </a:lnTo>
                <a:lnTo>
                  <a:pt x="3086" y="8492"/>
                </a:lnTo>
                <a:lnTo>
                  <a:pt x="1833" y="7888"/>
                </a:lnTo>
                <a:lnTo>
                  <a:pt x="0" y="7200"/>
                </a:lnTo>
                <a:lnTo>
                  <a:pt x="2040" y="7200"/>
                </a:lnTo>
                <a:lnTo>
                  <a:pt x="4092" y="7200"/>
                </a:lnTo>
                <a:lnTo>
                  <a:pt x="6171" y="7200"/>
                </a:lnTo>
                <a:lnTo>
                  <a:pt x="6171" y="4820"/>
                </a:lnTo>
                <a:lnTo>
                  <a:pt x="6171" y="2426"/>
                </a:lnTo>
                <a:lnTo>
                  <a:pt x="6171" y="0"/>
                </a:lnTo>
                <a:close/>
              </a:path>
            </a:pathLst>
          </a:custGeom>
          <a:solidFill>
            <a:srgbClr val="DFCA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4" name="contour_10892"/>
          <p:cNvSpPr/>
          <p:nvPr/>
        </p:nvSpPr>
        <p:spPr>
          <a:xfrm>
            <a:off x="7189046" y="2389973"/>
            <a:ext cx="58304" cy="51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5"/>
                </a:moveTo>
                <a:lnTo>
                  <a:pt x="21573" y="3218"/>
                </a:lnTo>
                <a:lnTo>
                  <a:pt x="21387" y="5248"/>
                </a:lnTo>
                <a:lnTo>
                  <a:pt x="20876" y="6776"/>
                </a:lnTo>
                <a:lnTo>
                  <a:pt x="19883" y="8286"/>
                </a:lnTo>
                <a:lnTo>
                  <a:pt x="18247" y="10257"/>
                </a:lnTo>
                <a:lnTo>
                  <a:pt x="16786" y="11633"/>
                </a:lnTo>
                <a:lnTo>
                  <a:pt x="15317" y="12993"/>
                </a:lnTo>
                <a:lnTo>
                  <a:pt x="13838" y="14341"/>
                </a:lnTo>
                <a:lnTo>
                  <a:pt x="13289" y="14870"/>
                </a:lnTo>
                <a:lnTo>
                  <a:pt x="11634" y="16465"/>
                </a:lnTo>
                <a:lnTo>
                  <a:pt x="9928" y="18018"/>
                </a:lnTo>
                <a:lnTo>
                  <a:pt x="8443" y="19247"/>
                </a:lnTo>
                <a:lnTo>
                  <a:pt x="7061" y="20179"/>
                </a:lnTo>
                <a:lnTo>
                  <a:pt x="5648" y="20848"/>
                </a:lnTo>
                <a:lnTo>
                  <a:pt x="4085" y="21288"/>
                </a:lnTo>
                <a:lnTo>
                  <a:pt x="2244" y="21527"/>
                </a:lnTo>
                <a:lnTo>
                  <a:pt x="0" y="21600"/>
                </a:lnTo>
                <a:lnTo>
                  <a:pt x="986" y="18168"/>
                </a:lnTo>
                <a:lnTo>
                  <a:pt x="1820" y="15331"/>
                </a:lnTo>
                <a:lnTo>
                  <a:pt x="2538" y="13005"/>
                </a:lnTo>
                <a:lnTo>
                  <a:pt x="3189" y="11104"/>
                </a:lnTo>
                <a:lnTo>
                  <a:pt x="3810" y="9536"/>
                </a:lnTo>
                <a:lnTo>
                  <a:pt x="4444" y="8216"/>
                </a:lnTo>
                <a:lnTo>
                  <a:pt x="5135" y="7057"/>
                </a:lnTo>
                <a:lnTo>
                  <a:pt x="5921" y="5975"/>
                </a:lnTo>
                <a:lnTo>
                  <a:pt x="6847" y="4881"/>
                </a:lnTo>
                <a:lnTo>
                  <a:pt x="7954" y="3689"/>
                </a:lnTo>
                <a:lnTo>
                  <a:pt x="9283" y="2308"/>
                </a:lnTo>
                <a:lnTo>
                  <a:pt x="11127" y="1458"/>
                </a:lnTo>
                <a:lnTo>
                  <a:pt x="12841" y="819"/>
                </a:lnTo>
                <a:lnTo>
                  <a:pt x="14488" y="373"/>
                </a:lnTo>
                <a:lnTo>
                  <a:pt x="16127" y="104"/>
                </a:lnTo>
                <a:lnTo>
                  <a:pt x="17820" y="0"/>
                </a:lnTo>
                <a:lnTo>
                  <a:pt x="19624" y="37"/>
                </a:lnTo>
                <a:lnTo>
                  <a:pt x="21600" y="205"/>
                </a:lnTo>
                <a:close/>
              </a:path>
            </a:pathLst>
          </a:custGeom>
          <a:solidFill>
            <a:srgbClr val="D6DA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5" name="contour_10893"/>
          <p:cNvSpPr/>
          <p:nvPr/>
        </p:nvSpPr>
        <p:spPr>
          <a:xfrm>
            <a:off x="10774738" y="2383173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9898" y="2143"/>
                </a:lnTo>
                <a:lnTo>
                  <a:pt x="10200" y="4320"/>
                </a:lnTo>
                <a:lnTo>
                  <a:pt x="11093" y="6463"/>
                </a:lnTo>
                <a:lnTo>
                  <a:pt x="12000" y="8640"/>
                </a:lnTo>
                <a:lnTo>
                  <a:pt x="13622" y="8955"/>
                </a:lnTo>
                <a:lnTo>
                  <a:pt x="15209" y="9094"/>
                </a:lnTo>
                <a:lnTo>
                  <a:pt x="16781" y="9094"/>
                </a:lnTo>
                <a:lnTo>
                  <a:pt x="18355" y="8994"/>
                </a:lnTo>
                <a:lnTo>
                  <a:pt x="19954" y="8834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9956" y="21272"/>
                </a:lnTo>
                <a:lnTo>
                  <a:pt x="18310" y="20943"/>
                </a:lnTo>
                <a:lnTo>
                  <a:pt x="16663" y="20611"/>
                </a:lnTo>
                <a:lnTo>
                  <a:pt x="15014" y="20282"/>
                </a:lnTo>
                <a:lnTo>
                  <a:pt x="13363" y="19954"/>
                </a:lnTo>
                <a:lnTo>
                  <a:pt x="11710" y="19621"/>
                </a:lnTo>
                <a:lnTo>
                  <a:pt x="10051" y="19289"/>
                </a:lnTo>
                <a:lnTo>
                  <a:pt x="8390" y="18956"/>
                </a:lnTo>
                <a:lnTo>
                  <a:pt x="6725" y="18624"/>
                </a:lnTo>
                <a:lnTo>
                  <a:pt x="5052" y="18291"/>
                </a:lnTo>
                <a:lnTo>
                  <a:pt x="3374" y="17954"/>
                </a:lnTo>
                <a:lnTo>
                  <a:pt x="1692" y="17617"/>
                </a:lnTo>
                <a:lnTo>
                  <a:pt x="0" y="17280"/>
                </a:lnTo>
                <a:lnTo>
                  <a:pt x="595" y="15142"/>
                </a:lnTo>
                <a:lnTo>
                  <a:pt x="1190" y="12990"/>
                </a:lnTo>
                <a:lnTo>
                  <a:pt x="1793" y="10830"/>
                </a:lnTo>
                <a:lnTo>
                  <a:pt x="2400" y="8640"/>
                </a:lnTo>
                <a:lnTo>
                  <a:pt x="4258" y="8381"/>
                </a:lnTo>
                <a:lnTo>
                  <a:pt x="5561" y="8251"/>
                </a:lnTo>
                <a:lnTo>
                  <a:pt x="6655" y="8251"/>
                </a:lnTo>
                <a:lnTo>
                  <a:pt x="7886" y="8381"/>
                </a:lnTo>
                <a:lnTo>
                  <a:pt x="9600" y="8640"/>
                </a:lnTo>
                <a:lnTo>
                  <a:pt x="9600" y="5784"/>
                </a:lnTo>
                <a:lnTo>
                  <a:pt x="9600" y="2912"/>
                </a:lnTo>
                <a:lnTo>
                  <a:pt x="9600" y="0"/>
                </a:lnTo>
                <a:close/>
              </a:path>
            </a:pathLst>
          </a:custGeom>
          <a:solidFill>
            <a:srgbClr val="7E6E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6" name="contour_10894"/>
          <p:cNvSpPr/>
          <p:nvPr/>
        </p:nvSpPr>
        <p:spPr>
          <a:xfrm>
            <a:off x="7363958" y="2389069"/>
            <a:ext cx="51016" cy="37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49" y="0"/>
                </a:moveTo>
                <a:lnTo>
                  <a:pt x="9479" y="21"/>
                </a:lnTo>
                <a:lnTo>
                  <a:pt x="11504" y="71"/>
                </a:lnTo>
                <a:lnTo>
                  <a:pt x="13522" y="154"/>
                </a:lnTo>
                <a:lnTo>
                  <a:pt x="15540" y="266"/>
                </a:lnTo>
                <a:lnTo>
                  <a:pt x="17558" y="408"/>
                </a:lnTo>
                <a:lnTo>
                  <a:pt x="19576" y="587"/>
                </a:lnTo>
                <a:lnTo>
                  <a:pt x="21600" y="795"/>
                </a:lnTo>
                <a:lnTo>
                  <a:pt x="21035" y="5472"/>
                </a:lnTo>
                <a:lnTo>
                  <a:pt x="20606" y="8776"/>
                </a:lnTo>
                <a:lnTo>
                  <a:pt x="20224" y="11160"/>
                </a:lnTo>
                <a:lnTo>
                  <a:pt x="19804" y="13091"/>
                </a:lnTo>
                <a:lnTo>
                  <a:pt x="19264" y="15030"/>
                </a:lnTo>
                <a:lnTo>
                  <a:pt x="18514" y="17439"/>
                </a:lnTo>
                <a:lnTo>
                  <a:pt x="16404" y="19220"/>
                </a:lnTo>
                <a:lnTo>
                  <a:pt x="14867" y="20327"/>
                </a:lnTo>
                <a:lnTo>
                  <a:pt x="13460" y="20959"/>
                </a:lnTo>
                <a:lnTo>
                  <a:pt x="11738" y="21317"/>
                </a:lnTo>
                <a:lnTo>
                  <a:pt x="9257" y="21600"/>
                </a:lnTo>
                <a:lnTo>
                  <a:pt x="6964" y="20260"/>
                </a:lnTo>
                <a:lnTo>
                  <a:pt x="5314" y="19212"/>
                </a:lnTo>
                <a:lnTo>
                  <a:pt x="4052" y="18217"/>
                </a:lnTo>
                <a:lnTo>
                  <a:pt x="2916" y="17052"/>
                </a:lnTo>
                <a:lnTo>
                  <a:pt x="1651" y="15483"/>
                </a:lnTo>
                <a:lnTo>
                  <a:pt x="0" y="13278"/>
                </a:lnTo>
                <a:lnTo>
                  <a:pt x="3" y="9329"/>
                </a:lnTo>
                <a:lnTo>
                  <a:pt x="336" y="6200"/>
                </a:lnTo>
                <a:lnTo>
                  <a:pt x="1129" y="3799"/>
                </a:lnTo>
                <a:lnTo>
                  <a:pt x="2496" y="2031"/>
                </a:lnTo>
                <a:lnTo>
                  <a:pt x="4564" y="795"/>
                </a:lnTo>
                <a:lnTo>
                  <a:pt x="7449" y="0"/>
                </a:lnTo>
                <a:close/>
              </a:path>
            </a:pathLst>
          </a:custGeom>
          <a:solidFill>
            <a:srgbClr val="46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7" name="contour_10895"/>
          <p:cNvSpPr/>
          <p:nvPr/>
        </p:nvSpPr>
        <p:spPr>
          <a:xfrm>
            <a:off x="5709584" y="2281141"/>
            <a:ext cx="23460" cy="1311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10" y="0"/>
                </a:moveTo>
                <a:lnTo>
                  <a:pt x="10038" y="0"/>
                </a:lnTo>
                <a:lnTo>
                  <a:pt x="13420" y="0"/>
                </a:lnTo>
                <a:lnTo>
                  <a:pt x="13856" y="806"/>
                </a:lnTo>
                <a:lnTo>
                  <a:pt x="14279" y="1614"/>
                </a:lnTo>
                <a:lnTo>
                  <a:pt x="14695" y="2420"/>
                </a:lnTo>
                <a:lnTo>
                  <a:pt x="15105" y="3227"/>
                </a:lnTo>
                <a:lnTo>
                  <a:pt x="15507" y="4034"/>
                </a:lnTo>
                <a:lnTo>
                  <a:pt x="15896" y="4841"/>
                </a:lnTo>
                <a:lnTo>
                  <a:pt x="16286" y="5648"/>
                </a:lnTo>
                <a:lnTo>
                  <a:pt x="16661" y="6456"/>
                </a:lnTo>
                <a:lnTo>
                  <a:pt x="17030" y="7264"/>
                </a:lnTo>
                <a:lnTo>
                  <a:pt x="17393" y="8071"/>
                </a:lnTo>
                <a:lnTo>
                  <a:pt x="17715" y="8758"/>
                </a:lnTo>
                <a:lnTo>
                  <a:pt x="18057" y="9444"/>
                </a:lnTo>
                <a:lnTo>
                  <a:pt x="18413" y="10129"/>
                </a:lnTo>
                <a:lnTo>
                  <a:pt x="18782" y="10816"/>
                </a:lnTo>
                <a:lnTo>
                  <a:pt x="19198" y="11605"/>
                </a:lnTo>
                <a:lnTo>
                  <a:pt x="19580" y="12395"/>
                </a:lnTo>
                <a:lnTo>
                  <a:pt x="19949" y="13184"/>
                </a:lnTo>
                <a:lnTo>
                  <a:pt x="20292" y="13975"/>
                </a:lnTo>
                <a:lnTo>
                  <a:pt x="20627" y="14766"/>
                </a:lnTo>
                <a:lnTo>
                  <a:pt x="21003" y="15378"/>
                </a:lnTo>
                <a:lnTo>
                  <a:pt x="21385" y="16001"/>
                </a:lnTo>
                <a:lnTo>
                  <a:pt x="21600" y="16705"/>
                </a:lnTo>
                <a:lnTo>
                  <a:pt x="21540" y="17274"/>
                </a:lnTo>
                <a:lnTo>
                  <a:pt x="21090" y="18005"/>
                </a:lnTo>
                <a:lnTo>
                  <a:pt x="20130" y="19200"/>
                </a:lnTo>
                <a:lnTo>
                  <a:pt x="16809" y="19596"/>
                </a:lnTo>
                <a:lnTo>
                  <a:pt x="13481" y="19993"/>
                </a:lnTo>
                <a:lnTo>
                  <a:pt x="10139" y="20392"/>
                </a:lnTo>
                <a:lnTo>
                  <a:pt x="6784" y="20791"/>
                </a:lnTo>
                <a:lnTo>
                  <a:pt x="3409" y="21194"/>
                </a:lnTo>
                <a:lnTo>
                  <a:pt x="0" y="21600"/>
                </a:lnTo>
                <a:lnTo>
                  <a:pt x="121" y="21203"/>
                </a:lnTo>
                <a:lnTo>
                  <a:pt x="242" y="20831"/>
                </a:lnTo>
                <a:lnTo>
                  <a:pt x="349" y="20476"/>
                </a:lnTo>
                <a:lnTo>
                  <a:pt x="456" y="20130"/>
                </a:lnTo>
                <a:lnTo>
                  <a:pt x="564" y="19786"/>
                </a:lnTo>
                <a:lnTo>
                  <a:pt x="671" y="19436"/>
                </a:lnTo>
                <a:lnTo>
                  <a:pt x="785" y="19075"/>
                </a:lnTo>
                <a:lnTo>
                  <a:pt x="906" y="18694"/>
                </a:lnTo>
                <a:lnTo>
                  <a:pt x="1033" y="18284"/>
                </a:lnTo>
                <a:lnTo>
                  <a:pt x="1168" y="17840"/>
                </a:lnTo>
                <a:lnTo>
                  <a:pt x="1322" y="17354"/>
                </a:lnTo>
                <a:lnTo>
                  <a:pt x="1483" y="16819"/>
                </a:lnTo>
                <a:lnTo>
                  <a:pt x="1671" y="16226"/>
                </a:lnTo>
                <a:lnTo>
                  <a:pt x="1872" y="15570"/>
                </a:lnTo>
                <a:lnTo>
                  <a:pt x="2100" y="14843"/>
                </a:lnTo>
                <a:lnTo>
                  <a:pt x="2349" y="14035"/>
                </a:lnTo>
                <a:lnTo>
                  <a:pt x="2630" y="13142"/>
                </a:lnTo>
                <a:lnTo>
                  <a:pt x="2932" y="12155"/>
                </a:lnTo>
                <a:lnTo>
                  <a:pt x="3275" y="11068"/>
                </a:lnTo>
                <a:lnTo>
                  <a:pt x="3644" y="9870"/>
                </a:lnTo>
                <a:lnTo>
                  <a:pt x="4053" y="8558"/>
                </a:lnTo>
                <a:lnTo>
                  <a:pt x="4496" y="7122"/>
                </a:lnTo>
                <a:lnTo>
                  <a:pt x="4986" y="5556"/>
                </a:lnTo>
                <a:lnTo>
                  <a:pt x="5516" y="3852"/>
                </a:lnTo>
                <a:lnTo>
                  <a:pt x="6086" y="2003"/>
                </a:lnTo>
                <a:lnTo>
                  <a:pt x="6710" y="0"/>
                </a:lnTo>
                <a:close/>
              </a:path>
            </a:pathLst>
          </a:custGeom>
          <a:solidFill>
            <a:srgbClr val="BCC3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8" name="contour_10896"/>
          <p:cNvSpPr/>
          <p:nvPr/>
        </p:nvSpPr>
        <p:spPr>
          <a:xfrm>
            <a:off x="4084362" y="236130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67" y="488"/>
                </a:lnTo>
                <a:lnTo>
                  <a:pt x="4129" y="984"/>
                </a:lnTo>
                <a:lnTo>
                  <a:pt x="6187" y="1490"/>
                </a:lnTo>
                <a:lnTo>
                  <a:pt x="8239" y="2012"/>
                </a:lnTo>
                <a:lnTo>
                  <a:pt x="10291" y="2543"/>
                </a:lnTo>
                <a:lnTo>
                  <a:pt x="12343" y="3086"/>
                </a:lnTo>
                <a:lnTo>
                  <a:pt x="14163" y="3564"/>
                </a:lnTo>
                <a:lnTo>
                  <a:pt x="16009" y="4048"/>
                </a:lnTo>
                <a:lnTo>
                  <a:pt x="17462" y="5508"/>
                </a:lnTo>
                <a:lnTo>
                  <a:pt x="18579" y="7100"/>
                </a:lnTo>
                <a:lnTo>
                  <a:pt x="19418" y="8807"/>
                </a:lnTo>
                <a:lnTo>
                  <a:pt x="20045" y="10615"/>
                </a:lnTo>
                <a:lnTo>
                  <a:pt x="20517" y="12506"/>
                </a:lnTo>
                <a:lnTo>
                  <a:pt x="20893" y="14463"/>
                </a:lnTo>
                <a:lnTo>
                  <a:pt x="21233" y="16472"/>
                </a:lnTo>
                <a:lnTo>
                  <a:pt x="21600" y="18514"/>
                </a:lnTo>
                <a:lnTo>
                  <a:pt x="19767" y="19125"/>
                </a:lnTo>
                <a:lnTo>
                  <a:pt x="17928" y="19739"/>
                </a:lnTo>
                <a:lnTo>
                  <a:pt x="16083" y="20353"/>
                </a:lnTo>
                <a:lnTo>
                  <a:pt x="14222" y="20974"/>
                </a:lnTo>
                <a:lnTo>
                  <a:pt x="12343" y="21600"/>
                </a:lnTo>
                <a:lnTo>
                  <a:pt x="12025" y="19625"/>
                </a:lnTo>
                <a:lnTo>
                  <a:pt x="11704" y="17635"/>
                </a:lnTo>
                <a:lnTo>
                  <a:pt x="11380" y="15620"/>
                </a:lnTo>
                <a:lnTo>
                  <a:pt x="10886" y="13589"/>
                </a:lnTo>
                <a:lnTo>
                  <a:pt x="10501" y="12247"/>
                </a:lnTo>
                <a:lnTo>
                  <a:pt x="10022" y="11004"/>
                </a:lnTo>
                <a:lnTo>
                  <a:pt x="9257" y="9257"/>
                </a:lnTo>
                <a:lnTo>
                  <a:pt x="6869" y="8307"/>
                </a:lnTo>
                <a:lnTo>
                  <a:pt x="5193" y="7671"/>
                </a:lnTo>
                <a:lnTo>
                  <a:pt x="3786" y="7202"/>
                </a:lnTo>
                <a:lnTo>
                  <a:pt x="2203" y="6752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4848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899" name="contour_10897"/>
          <p:cNvSpPr/>
          <p:nvPr/>
        </p:nvSpPr>
        <p:spPr>
          <a:xfrm>
            <a:off x="1576586" y="2346019"/>
            <a:ext cx="37147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72" y="0"/>
                </a:moveTo>
                <a:lnTo>
                  <a:pt x="11336" y="71"/>
                </a:lnTo>
                <a:lnTo>
                  <a:pt x="13900" y="142"/>
                </a:lnTo>
                <a:lnTo>
                  <a:pt x="16468" y="209"/>
                </a:lnTo>
                <a:lnTo>
                  <a:pt x="19032" y="280"/>
                </a:lnTo>
                <a:lnTo>
                  <a:pt x="21600" y="347"/>
                </a:lnTo>
                <a:lnTo>
                  <a:pt x="20956" y="4314"/>
                </a:lnTo>
                <a:lnTo>
                  <a:pt x="20447" y="7113"/>
                </a:lnTo>
                <a:lnTo>
                  <a:pt x="19952" y="9139"/>
                </a:lnTo>
                <a:lnTo>
                  <a:pt x="19350" y="10786"/>
                </a:lnTo>
                <a:lnTo>
                  <a:pt x="18523" y="12447"/>
                </a:lnTo>
                <a:lnTo>
                  <a:pt x="17362" y="14516"/>
                </a:lnTo>
                <a:lnTo>
                  <a:pt x="15087" y="15844"/>
                </a:lnTo>
                <a:lnTo>
                  <a:pt x="12773" y="17034"/>
                </a:lnTo>
                <a:lnTo>
                  <a:pt x="10421" y="18104"/>
                </a:lnTo>
                <a:lnTo>
                  <a:pt x="8014" y="19078"/>
                </a:lnTo>
                <a:lnTo>
                  <a:pt x="5547" y="19971"/>
                </a:lnTo>
                <a:lnTo>
                  <a:pt x="3017" y="20807"/>
                </a:lnTo>
                <a:lnTo>
                  <a:pt x="411" y="21600"/>
                </a:lnTo>
                <a:lnTo>
                  <a:pt x="331" y="19443"/>
                </a:lnTo>
                <a:lnTo>
                  <a:pt x="263" y="17282"/>
                </a:lnTo>
                <a:lnTo>
                  <a:pt x="199" y="15125"/>
                </a:lnTo>
                <a:lnTo>
                  <a:pt x="148" y="12964"/>
                </a:lnTo>
                <a:lnTo>
                  <a:pt x="72" y="10556"/>
                </a:lnTo>
                <a:lnTo>
                  <a:pt x="0" y="8108"/>
                </a:lnTo>
                <a:lnTo>
                  <a:pt x="475" y="5253"/>
                </a:lnTo>
                <a:lnTo>
                  <a:pt x="1398" y="3092"/>
                </a:lnTo>
                <a:lnTo>
                  <a:pt x="2962" y="1548"/>
                </a:lnTo>
                <a:lnTo>
                  <a:pt x="5357" y="542"/>
                </a:lnTo>
                <a:lnTo>
                  <a:pt x="8772" y="0"/>
                </a:lnTo>
                <a:close/>
              </a:path>
            </a:pathLst>
          </a:custGeom>
          <a:solidFill>
            <a:srgbClr val="F0E0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0" name="contour_10898"/>
          <p:cNvSpPr/>
          <p:nvPr/>
        </p:nvSpPr>
        <p:spPr>
          <a:xfrm>
            <a:off x="9754419" y="2324869"/>
            <a:ext cx="36972" cy="59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31" y="0"/>
                </a:moveTo>
                <a:lnTo>
                  <a:pt x="18543" y="1693"/>
                </a:lnTo>
                <a:lnTo>
                  <a:pt x="19688" y="3327"/>
                </a:lnTo>
                <a:lnTo>
                  <a:pt x="20519" y="4932"/>
                </a:lnTo>
                <a:lnTo>
                  <a:pt x="21072" y="6540"/>
                </a:lnTo>
                <a:lnTo>
                  <a:pt x="21408" y="8182"/>
                </a:lnTo>
                <a:lnTo>
                  <a:pt x="21566" y="9894"/>
                </a:lnTo>
                <a:lnTo>
                  <a:pt x="21600" y="11701"/>
                </a:lnTo>
                <a:lnTo>
                  <a:pt x="21553" y="13641"/>
                </a:lnTo>
                <a:lnTo>
                  <a:pt x="21515" y="15079"/>
                </a:lnTo>
                <a:lnTo>
                  <a:pt x="21477" y="16524"/>
                </a:lnTo>
                <a:lnTo>
                  <a:pt x="21438" y="17988"/>
                </a:lnTo>
                <a:lnTo>
                  <a:pt x="21366" y="19630"/>
                </a:lnTo>
                <a:lnTo>
                  <a:pt x="21289" y="21294"/>
                </a:lnTo>
                <a:lnTo>
                  <a:pt x="16337" y="21520"/>
                </a:lnTo>
                <a:lnTo>
                  <a:pt x="12880" y="21600"/>
                </a:lnTo>
                <a:lnTo>
                  <a:pt x="10457" y="21475"/>
                </a:lnTo>
                <a:lnTo>
                  <a:pt x="8609" y="21094"/>
                </a:lnTo>
                <a:lnTo>
                  <a:pt x="6876" y="20400"/>
                </a:lnTo>
                <a:lnTo>
                  <a:pt x="4807" y="19340"/>
                </a:lnTo>
                <a:lnTo>
                  <a:pt x="3283" y="17589"/>
                </a:lnTo>
                <a:lnTo>
                  <a:pt x="2027" y="15968"/>
                </a:lnTo>
                <a:lnTo>
                  <a:pt x="1056" y="14352"/>
                </a:lnTo>
                <a:lnTo>
                  <a:pt x="375" y="12619"/>
                </a:lnTo>
                <a:lnTo>
                  <a:pt x="0" y="10647"/>
                </a:lnTo>
                <a:lnTo>
                  <a:pt x="1793" y="9071"/>
                </a:lnTo>
                <a:lnTo>
                  <a:pt x="3692" y="7597"/>
                </a:lnTo>
                <a:lnTo>
                  <a:pt x="5693" y="6207"/>
                </a:lnTo>
                <a:lnTo>
                  <a:pt x="7788" y="4890"/>
                </a:lnTo>
                <a:lnTo>
                  <a:pt x="9976" y="3623"/>
                </a:lnTo>
                <a:lnTo>
                  <a:pt x="12250" y="2398"/>
                </a:lnTo>
                <a:lnTo>
                  <a:pt x="14604" y="1195"/>
                </a:lnTo>
                <a:lnTo>
                  <a:pt x="17031" y="0"/>
                </a:lnTo>
                <a:close/>
              </a:path>
            </a:pathLst>
          </a:custGeom>
          <a:solidFill>
            <a:srgbClr val="D1DE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1" name="contour_10899"/>
          <p:cNvSpPr/>
          <p:nvPr/>
        </p:nvSpPr>
        <p:spPr>
          <a:xfrm>
            <a:off x="4565369" y="2339445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025" y="2678"/>
                </a:lnTo>
                <a:lnTo>
                  <a:pt x="12273" y="5400"/>
                </a:lnTo>
                <a:lnTo>
                  <a:pt x="13003" y="8078"/>
                </a:lnTo>
                <a:lnTo>
                  <a:pt x="13745" y="10800"/>
                </a:lnTo>
                <a:lnTo>
                  <a:pt x="15073" y="11194"/>
                </a:lnTo>
                <a:lnTo>
                  <a:pt x="16371" y="11367"/>
                </a:lnTo>
                <a:lnTo>
                  <a:pt x="17657" y="11367"/>
                </a:lnTo>
                <a:lnTo>
                  <a:pt x="18945" y="11243"/>
                </a:lnTo>
                <a:lnTo>
                  <a:pt x="20253" y="11043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0" y="18392"/>
                </a:lnTo>
                <a:lnTo>
                  <a:pt x="0" y="15174"/>
                </a:lnTo>
                <a:lnTo>
                  <a:pt x="0" y="11945"/>
                </a:lnTo>
                <a:lnTo>
                  <a:pt x="0" y="8689"/>
                </a:lnTo>
                <a:lnTo>
                  <a:pt x="0" y="5400"/>
                </a:lnTo>
                <a:lnTo>
                  <a:pt x="593" y="5670"/>
                </a:lnTo>
                <a:lnTo>
                  <a:pt x="1137" y="5924"/>
                </a:lnTo>
                <a:lnTo>
                  <a:pt x="1732" y="6194"/>
                </a:lnTo>
                <a:lnTo>
                  <a:pt x="2474" y="6534"/>
                </a:lnTo>
                <a:lnTo>
                  <a:pt x="3460" y="6988"/>
                </a:lnTo>
                <a:lnTo>
                  <a:pt x="4787" y="7592"/>
                </a:lnTo>
                <a:lnTo>
                  <a:pt x="6551" y="8402"/>
                </a:lnTo>
                <a:lnTo>
                  <a:pt x="8850" y="9455"/>
                </a:lnTo>
                <a:lnTo>
                  <a:pt x="11782" y="10800"/>
                </a:lnTo>
                <a:lnTo>
                  <a:pt x="11782" y="7231"/>
                </a:lnTo>
                <a:lnTo>
                  <a:pt x="11782" y="3640"/>
                </a:lnTo>
                <a:lnTo>
                  <a:pt x="11782" y="0"/>
                </a:lnTo>
                <a:close/>
              </a:path>
            </a:pathLst>
          </a:custGeom>
          <a:solidFill>
            <a:srgbClr val="98AB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2" name="contour_10900"/>
          <p:cNvSpPr/>
          <p:nvPr/>
        </p:nvSpPr>
        <p:spPr>
          <a:xfrm>
            <a:off x="570843" y="2346019"/>
            <a:ext cx="39552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39" y="0"/>
                </a:moveTo>
                <a:lnTo>
                  <a:pt x="10647" y="71"/>
                </a:lnTo>
                <a:lnTo>
                  <a:pt x="13055" y="142"/>
                </a:lnTo>
                <a:lnTo>
                  <a:pt x="15467" y="209"/>
                </a:lnTo>
                <a:lnTo>
                  <a:pt x="17875" y="280"/>
                </a:lnTo>
                <a:lnTo>
                  <a:pt x="20287" y="347"/>
                </a:lnTo>
                <a:lnTo>
                  <a:pt x="21015" y="4314"/>
                </a:lnTo>
                <a:lnTo>
                  <a:pt x="21457" y="7113"/>
                </a:lnTo>
                <a:lnTo>
                  <a:pt x="21600" y="9139"/>
                </a:lnTo>
                <a:lnTo>
                  <a:pt x="21457" y="10786"/>
                </a:lnTo>
                <a:lnTo>
                  <a:pt x="21015" y="12447"/>
                </a:lnTo>
                <a:lnTo>
                  <a:pt x="20287" y="14516"/>
                </a:lnTo>
                <a:lnTo>
                  <a:pt x="17930" y="15766"/>
                </a:lnTo>
                <a:lnTo>
                  <a:pt x="15546" y="16878"/>
                </a:lnTo>
                <a:lnTo>
                  <a:pt x="13126" y="17863"/>
                </a:lnTo>
                <a:lnTo>
                  <a:pt x="10667" y="18741"/>
                </a:lnTo>
                <a:lnTo>
                  <a:pt x="8163" y="19538"/>
                </a:lnTo>
                <a:lnTo>
                  <a:pt x="5620" y="20268"/>
                </a:lnTo>
                <a:lnTo>
                  <a:pt x="3025" y="20948"/>
                </a:lnTo>
                <a:lnTo>
                  <a:pt x="386" y="21600"/>
                </a:lnTo>
                <a:lnTo>
                  <a:pt x="310" y="19443"/>
                </a:lnTo>
                <a:lnTo>
                  <a:pt x="247" y="17282"/>
                </a:lnTo>
                <a:lnTo>
                  <a:pt x="187" y="15125"/>
                </a:lnTo>
                <a:lnTo>
                  <a:pt x="139" y="12964"/>
                </a:lnTo>
                <a:lnTo>
                  <a:pt x="68" y="10556"/>
                </a:lnTo>
                <a:lnTo>
                  <a:pt x="0" y="8108"/>
                </a:lnTo>
                <a:lnTo>
                  <a:pt x="446" y="5253"/>
                </a:lnTo>
                <a:lnTo>
                  <a:pt x="1313" y="3092"/>
                </a:lnTo>
                <a:lnTo>
                  <a:pt x="2782" y="1548"/>
                </a:lnTo>
                <a:lnTo>
                  <a:pt x="5031" y="542"/>
                </a:lnTo>
                <a:lnTo>
                  <a:pt x="8239" y="0"/>
                </a:lnTo>
                <a:close/>
              </a:path>
            </a:pathLst>
          </a:custGeom>
          <a:solidFill>
            <a:srgbClr val="D4B9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3" name="contour_10901"/>
          <p:cNvSpPr/>
          <p:nvPr/>
        </p:nvSpPr>
        <p:spPr>
          <a:xfrm>
            <a:off x="7436838" y="233215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20483" y="4385"/>
                </a:lnTo>
                <a:lnTo>
                  <a:pt x="19625" y="7625"/>
                </a:lnTo>
                <a:lnTo>
                  <a:pt x="18919" y="10027"/>
                </a:lnTo>
                <a:lnTo>
                  <a:pt x="18252" y="11893"/>
                </a:lnTo>
                <a:lnTo>
                  <a:pt x="17521" y="13522"/>
                </a:lnTo>
                <a:lnTo>
                  <a:pt x="16617" y="15215"/>
                </a:lnTo>
                <a:lnTo>
                  <a:pt x="15429" y="17280"/>
                </a:lnTo>
                <a:lnTo>
                  <a:pt x="13531" y="18239"/>
                </a:lnTo>
                <a:lnTo>
                  <a:pt x="11639" y="19047"/>
                </a:lnTo>
                <a:lnTo>
                  <a:pt x="9745" y="19716"/>
                </a:lnTo>
                <a:lnTo>
                  <a:pt x="7841" y="20265"/>
                </a:lnTo>
                <a:lnTo>
                  <a:pt x="5921" y="20714"/>
                </a:lnTo>
                <a:lnTo>
                  <a:pt x="3981" y="21073"/>
                </a:lnTo>
                <a:lnTo>
                  <a:pt x="2009" y="21362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040" y="12960"/>
                </a:lnTo>
                <a:lnTo>
                  <a:pt x="4092" y="12960"/>
                </a:lnTo>
                <a:lnTo>
                  <a:pt x="6171" y="12960"/>
                </a:lnTo>
                <a:lnTo>
                  <a:pt x="6171" y="10394"/>
                </a:lnTo>
                <a:lnTo>
                  <a:pt x="6171" y="7819"/>
                </a:lnTo>
                <a:lnTo>
                  <a:pt x="6171" y="5236"/>
                </a:lnTo>
                <a:lnTo>
                  <a:pt x="6171" y="2631"/>
                </a:lnTo>
                <a:lnTo>
                  <a:pt x="6171" y="0"/>
                </a:lnTo>
                <a:close/>
              </a:path>
            </a:pathLst>
          </a:custGeom>
          <a:solidFill>
            <a:srgbClr val="43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4" name="contour_10902"/>
          <p:cNvSpPr/>
          <p:nvPr/>
        </p:nvSpPr>
        <p:spPr>
          <a:xfrm>
            <a:off x="10505082" y="2324869"/>
            <a:ext cx="72880" cy="24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600" y="3840"/>
                </a:lnTo>
                <a:lnTo>
                  <a:pt x="21600" y="7694"/>
                </a:lnTo>
                <a:lnTo>
                  <a:pt x="21600" y="11560"/>
                </a:lnTo>
                <a:lnTo>
                  <a:pt x="21600" y="15458"/>
                </a:lnTo>
                <a:lnTo>
                  <a:pt x="21600" y="19395"/>
                </a:lnTo>
                <a:lnTo>
                  <a:pt x="20231" y="19609"/>
                </a:lnTo>
                <a:lnTo>
                  <a:pt x="18861" y="19809"/>
                </a:lnTo>
                <a:lnTo>
                  <a:pt x="17494" y="19997"/>
                </a:lnTo>
                <a:lnTo>
                  <a:pt x="16124" y="20165"/>
                </a:lnTo>
                <a:lnTo>
                  <a:pt x="14755" y="20326"/>
                </a:lnTo>
                <a:lnTo>
                  <a:pt x="13386" y="20475"/>
                </a:lnTo>
                <a:lnTo>
                  <a:pt x="12014" y="20611"/>
                </a:lnTo>
                <a:lnTo>
                  <a:pt x="10649" y="20857"/>
                </a:lnTo>
                <a:lnTo>
                  <a:pt x="9260" y="21102"/>
                </a:lnTo>
                <a:lnTo>
                  <a:pt x="8605" y="21147"/>
                </a:lnTo>
                <a:lnTo>
                  <a:pt x="6623" y="21290"/>
                </a:lnTo>
                <a:lnTo>
                  <a:pt x="5415" y="21445"/>
                </a:lnTo>
                <a:lnTo>
                  <a:pt x="4190" y="21600"/>
                </a:lnTo>
                <a:lnTo>
                  <a:pt x="3182" y="20507"/>
                </a:lnTo>
                <a:lnTo>
                  <a:pt x="2160" y="19395"/>
                </a:lnTo>
                <a:lnTo>
                  <a:pt x="1732" y="15555"/>
                </a:lnTo>
                <a:lnTo>
                  <a:pt x="1302" y="11702"/>
                </a:lnTo>
                <a:lnTo>
                  <a:pt x="873" y="7836"/>
                </a:lnTo>
                <a:lnTo>
                  <a:pt x="438" y="3937"/>
                </a:lnTo>
                <a:lnTo>
                  <a:pt x="0" y="0"/>
                </a:lnTo>
                <a:close/>
              </a:path>
            </a:pathLst>
          </a:custGeom>
          <a:solidFill>
            <a:srgbClr val="6D73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5" name="contour_10903"/>
          <p:cNvSpPr/>
          <p:nvPr/>
        </p:nvSpPr>
        <p:spPr>
          <a:xfrm>
            <a:off x="9798053" y="2330335"/>
            <a:ext cx="43823" cy="45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84" y="0"/>
                </a:moveTo>
                <a:lnTo>
                  <a:pt x="9782" y="128"/>
                </a:lnTo>
                <a:lnTo>
                  <a:pt x="11190" y="349"/>
                </a:lnTo>
                <a:lnTo>
                  <a:pt x="14416" y="864"/>
                </a:lnTo>
                <a:lnTo>
                  <a:pt x="15709" y="3124"/>
                </a:lnTo>
                <a:lnTo>
                  <a:pt x="16578" y="4793"/>
                </a:lnTo>
                <a:lnTo>
                  <a:pt x="17225" y="6369"/>
                </a:lnTo>
                <a:lnTo>
                  <a:pt x="17857" y="8350"/>
                </a:lnTo>
                <a:lnTo>
                  <a:pt x="18680" y="11232"/>
                </a:lnTo>
                <a:lnTo>
                  <a:pt x="19251" y="13160"/>
                </a:lnTo>
                <a:lnTo>
                  <a:pt x="19825" y="15099"/>
                </a:lnTo>
                <a:lnTo>
                  <a:pt x="20407" y="17066"/>
                </a:lnTo>
                <a:lnTo>
                  <a:pt x="20702" y="18192"/>
                </a:lnTo>
                <a:lnTo>
                  <a:pt x="21600" y="21600"/>
                </a:lnTo>
                <a:lnTo>
                  <a:pt x="19258" y="21417"/>
                </a:lnTo>
                <a:lnTo>
                  <a:pt x="16959" y="21196"/>
                </a:lnTo>
                <a:lnTo>
                  <a:pt x="14696" y="20919"/>
                </a:lnTo>
                <a:lnTo>
                  <a:pt x="12458" y="20570"/>
                </a:lnTo>
                <a:lnTo>
                  <a:pt x="10241" y="20138"/>
                </a:lnTo>
                <a:lnTo>
                  <a:pt x="8039" y="19599"/>
                </a:lnTo>
                <a:lnTo>
                  <a:pt x="5841" y="18939"/>
                </a:lnTo>
                <a:lnTo>
                  <a:pt x="3639" y="18144"/>
                </a:lnTo>
                <a:lnTo>
                  <a:pt x="2331" y="15949"/>
                </a:lnTo>
                <a:lnTo>
                  <a:pt x="1333" y="13758"/>
                </a:lnTo>
                <a:lnTo>
                  <a:pt x="625" y="11536"/>
                </a:lnTo>
                <a:lnTo>
                  <a:pt x="187" y="9245"/>
                </a:lnTo>
                <a:lnTo>
                  <a:pt x="0" y="6853"/>
                </a:lnTo>
                <a:lnTo>
                  <a:pt x="47" y="4320"/>
                </a:lnTo>
                <a:lnTo>
                  <a:pt x="2209" y="2309"/>
                </a:lnTo>
                <a:lnTo>
                  <a:pt x="3858" y="1189"/>
                </a:lnTo>
                <a:lnTo>
                  <a:pt x="5837" y="553"/>
                </a:lnTo>
                <a:lnTo>
                  <a:pt x="8984" y="0"/>
                </a:lnTo>
                <a:close/>
              </a:path>
            </a:pathLst>
          </a:custGeom>
          <a:solidFill>
            <a:srgbClr val="D8E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6" name="contour_10904"/>
          <p:cNvSpPr/>
          <p:nvPr/>
        </p:nvSpPr>
        <p:spPr>
          <a:xfrm>
            <a:off x="4091650" y="2315934"/>
            <a:ext cx="58304" cy="38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34"/>
                </a:moveTo>
                <a:lnTo>
                  <a:pt x="21600" y="3666"/>
                </a:lnTo>
                <a:lnTo>
                  <a:pt x="21600" y="6415"/>
                </a:lnTo>
                <a:lnTo>
                  <a:pt x="21600" y="9200"/>
                </a:lnTo>
                <a:lnTo>
                  <a:pt x="20317" y="8944"/>
                </a:lnTo>
                <a:lnTo>
                  <a:pt x="19027" y="8684"/>
                </a:lnTo>
                <a:lnTo>
                  <a:pt x="17717" y="8423"/>
                </a:lnTo>
                <a:lnTo>
                  <a:pt x="16324" y="8680"/>
                </a:lnTo>
                <a:lnTo>
                  <a:pt x="14923" y="8940"/>
                </a:lnTo>
                <a:lnTo>
                  <a:pt x="13500" y="9200"/>
                </a:lnTo>
                <a:lnTo>
                  <a:pt x="12587" y="12276"/>
                </a:lnTo>
                <a:lnTo>
                  <a:pt x="11991" y="14458"/>
                </a:lnTo>
                <a:lnTo>
                  <a:pt x="11580" y="16343"/>
                </a:lnTo>
                <a:lnTo>
                  <a:pt x="11227" y="18525"/>
                </a:lnTo>
                <a:lnTo>
                  <a:pt x="10800" y="21600"/>
                </a:lnTo>
                <a:lnTo>
                  <a:pt x="9272" y="20430"/>
                </a:lnTo>
                <a:lnTo>
                  <a:pt x="7744" y="19261"/>
                </a:lnTo>
                <a:lnTo>
                  <a:pt x="6210" y="18087"/>
                </a:lnTo>
                <a:lnTo>
                  <a:pt x="4671" y="16909"/>
                </a:lnTo>
                <a:lnTo>
                  <a:pt x="3124" y="15723"/>
                </a:lnTo>
                <a:lnTo>
                  <a:pt x="1569" y="14532"/>
                </a:lnTo>
                <a:lnTo>
                  <a:pt x="0" y="13334"/>
                </a:lnTo>
                <a:lnTo>
                  <a:pt x="1142" y="9705"/>
                </a:lnTo>
                <a:lnTo>
                  <a:pt x="2395" y="6770"/>
                </a:lnTo>
                <a:lnTo>
                  <a:pt x="3761" y="4464"/>
                </a:lnTo>
                <a:lnTo>
                  <a:pt x="5241" y="2715"/>
                </a:lnTo>
                <a:lnTo>
                  <a:pt x="6842" y="1463"/>
                </a:lnTo>
                <a:lnTo>
                  <a:pt x="8562" y="637"/>
                </a:lnTo>
                <a:lnTo>
                  <a:pt x="10409" y="169"/>
                </a:lnTo>
                <a:lnTo>
                  <a:pt x="12380" y="0"/>
                </a:lnTo>
                <a:lnTo>
                  <a:pt x="14483" y="58"/>
                </a:lnTo>
                <a:lnTo>
                  <a:pt x="16718" y="277"/>
                </a:lnTo>
                <a:lnTo>
                  <a:pt x="19089" y="591"/>
                </a:lnTo>
                <a:lnTo>
                  <a:pt x="21600" y="934"/>
                </a:lnTo>
                <a:close/>
              </a:path>
            </a:pathLst>
          </a:custGeom>
          <a:solidFill>
            <a:srgbClr val="16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7" name="contour_10905"/>
          <p:cNvSpPr/>
          <p:nvPr/>
        </p:nvSpPr>
        <p:spPr>
          <a:xfrm>
            <a:off x="4630961" y="2295717"/>
            <a:ext cx="58304" cy="36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36" y="610"/>
                </a:lnTo>
                <a:lnTo>
                  <a:pt x="3073" y="1224"/>
                </a:lnTo>
                <a:lnTo>
                  <a:pt x="4609" y="1843"/>
                </a:lnTo>
                <a:lnTo>
                  <a:pt x="6145" y="2462"/>
                </a:lnTo>
                <a:lnTo>
                  <a:pt x="7679" y="3089"/>
                </a:lnTo>
                <a:lnTo>
                  <a:pt x="9231" y="3673"/>
                </a:lnTo>
                <a:lnTo>
                  <a:pt x="10792" y="4227"/>
                </a:lnTo>
                <a:lnTo>
                  <a:pt x="12355" y="4747"/>
                </a:lnTo>
                <a:lnTo>
                  <a:pt x="13921" y="5237"/>
                </a:lnTo>
                <a:lnTo>
                  <a:pt x="15401" y="5714"/>
                </a:lnTo>
                <a:lnTo>
                  <a:pt x="16540" y="6130"/>
                </a:lnTo>
                <a:lnTo>
                  <a:pt x="17707" y="6637"/>
                </a:lnTo>
                <a:lnTo>
                  <a:pt x="19270" y="7406"/>
                </a:lnTo>
                <a:lnTo>
                  <a:pt x="21600" y="8592"/>
                </a:lnTo>
                <a:lnTo>
                  <a:pt x="21600" y="11432"/>
                </a:lnTo>
                <a:lnTo>
                  <a:pt x="21600" y="14288"/>
                </a:lnTo>
                <a:lnTo>
                  <a:pt x="21600" y="17184"/>
                </a:lnTo>
                <a:lnTo>
                  <a:pt x="19799" y="18077"/>
                </a:lnTo>
                <a:lnTo>
                  <a:pt x="18020" y="18915"/>
                </a:lnTo>
                <a:lnTo>
                  <a:pt x="16254" y="19671"/>
                </a:lnTo>
                <a:lnTo>
                  <a:pt x="14494" y="20333"/>
                </a:lnTo>
                <a:lnTo>
                  <a:pt x="12725" y="20874"/>
                </a:lnTo>
                <a:lnTo>
                  <a:pt x="10943" y="21278"/>
                </a:lnTo>
                <a:lnTo>
                  <a:pt x="9134" y="21527"/>
                </a:lnTo>
                <a:lnTo>
                  <a:pt x="7290" y="21600"/>
                </a:lnTo>
                <a:lnTo>
                  <a:pt x="5400" y="21480"/>
                </a:lnTo>
                <a:lnTo>
                  <a:pt x="4266" y="19022"/>
                </a:lnTo>
                <a:lnTo>
                  <a:pt x="3313" y="16522"/>
                </a:lnTo>
                <a:lnTo>
                  <a:pt x="2516" y="13962"/>
                </a:lnTo>
                <a:lnTo>
                  <a:pt x="1849" y="11337"/>
                </a:lnTo>
                <a:lnTo>
                  <a:pt x="1291" y="8639"/>
                </a:lnTo>
                <a:lnTo>
                  <a:pt x="813" y="5855"/>
                </a:lnTo>
                <a:lnTo>
                  <a:pt x="391" y="2981"/>
                </a:lnTo>
                <a:lnTo>
                  <a:pt x="0" y="0"/>
                </a:lnTo>
                <a:close/>
              </a:path>
            </a:pathLst>
          </a:custGeom>
          <a:solidFill>
            <a:srgbClr val="7892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8" name="contour_10906"/>
          <p:cNvSpPr/>
          <p:nvPr/>
        </p:nvSpPr>
        <p:spPr>
          <a:xfrm>
            <a:off x="4769273" y="2296490"/>
            <a:ext cx="36600" cy="57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46"/>
                </a:moveTo>
                <a:lnTo>
                  <a:pt x="21600" y="4255"/>
                </a:lnTo>
                <a:lnTo>
                  <a:pt x="21600" y="6074"/>
                </a:lnTo>
                <a:lnTo>
                  <a:pt x="21600" y="7919"/>
                </a:lnTo>
                <a:lnTo>
                  <a:pt x="18757" y="7919"/>
                </a:lnTo>
                <a:lnTo>
                  <a:pt x="15897" y="7919"/>
                </a:lnTo>
                <a:lnTo>
                  <a:pt x="12998" y="7919"/>
                </a:lnTo>
                <a:lnTo>
                  <a:pt x="13531" y="9612"/>
                </a:lnTo>
                <a:lnTo>
                  <a:pt x="14065" y="11306"/>
                </a:lnTo>
                <a:lnTo>
                  <a:pt x="14598" y="13005"/>
                </a:lnTo>
                <a:lnTo>
                  <a:pt x="15131" y="14707"/>
                </a:lnTo>
                <a:lnTo>
                  <a:pt x="15669" y="16418"/>
                </a:lnTo>
                <a:lnTo>
                  <a:pt x="16211" y="18136"/>
                </a:lnTo>
                <a:lnTo>
                  <a:pt x="16753" y="19862"/>
                </a:lnTo>
                <a:lnTo>
                  <a:pt x="17299" y="21600"/>
                </a:lnTo>
                <a:lnTo>
                  <a:pt x="14228" y="21414"/>
                </a:lnTo>
                <a:lnTo>
                  <a:pt x="12022" y="21179"/>
                </a:lnTo>
                <a:lnTo>
                  <a:pt x="10060" y="20763"/>
                </a:lnTo>
                <a:lnTo>
                  <a:pt x="7725" y="20035"/>
                </a:lnTo>
                <a:lnTo>
                  <a:pt x="4396" y="18864"/>
                </a:lnTo>
                <a:lnTo>
                  <a:pt x="3428" y="17074"/>
                </a:lnTo>
                <a:lnTo>
                  <a:pt x="2563" y="15282"/>
                </a:lnTo>
                <a:lnTo>
                  <a:pt x="1811" y="13490"/>
                </a:lnTo>
                <a:lnTo>
                  <a:pt x="1174" y="11687"/>
                </a:lnTo>
                <a:lnTo>
                  <a:pt x="667" y="9875"/>
                </a:lnTo>
                <a:lnTo>
                  <a:pt x="297" y="8050"/>
                </a:lnTo>
                <a:lnTo>
                  <a:pt x="69" y="6203"/>
                </a:lnTo>
                <a:lnTo>
                  <a:pt x="0" y="4337"/>
                </a:lnTo>
                <a:lnTo>
                  <a:pt x="95" y="2446"/>
                </a:lnTo>
                <a:lnTo>
                  <a:pt x="3234" y="1097"/>
                </a:lnTo>
                <a:lnTo>
                  <a:pt x="6215" y="304"/>
                </a:lnTo>
                <a:lnTo>
                  <a:pt x="9123" y="0"/>
                </a:lnTo>
                <a:lnTo>
                  <a:pt x="12030" y="126"/>
                </a:lnTo>
                <a:lnTo>
                  <a:pt x="15028" y="618"/>
                </a:lnTo>
                <a:lnTo>
                  <a:pt x="18189" y="1412"/>
                </a:lnTo>
                <a:lnTo>
                  <a:pt x="21600" y="2446"/>
                </a:lnTo>
                <a:close/>
              </a:path>
            </a:pathLst>
          </a:custGeom>
          <a:solidFill>
            <a:srgbClr val="5177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09" name="contour_10907"/>
          <p:cNvSpPr/>
          <p:nvPr/>
        </p:nvSpPr>
        <p:spPr>
          <a:xfrm>
            <a:off x="4405034" y="2281141"/>
            <a:ext cx="3804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8" y="0"/>
                </a:moveTo>
                <a:lnTo>
                  <a:pt x="8470" y="1418"/>
                </a:lnTo>
                <a:lnTo>
                  <a:pt x="11665" y="2498"/>
                </a:lnTo>
                <a:lnTo>
                  <a:pt x="14011" y="3362"/>
                </a:lnTo>
                <a:lnTo>
                  <a:pt x="15794" y="4140"/>
                </a:lnTo>
                <a:lnTo>
                  <a:pt x="17313" y="4954"/>
                </a:lnTo>
                <a:lnTo>
                  <a:pt x="18848" y="5933"/>
                </a:lnTo>
                <a:lnTo>
                  <a:pt x="20690" y="7200"/>
                </a:lnTo>
                <a:lnTo>
                  <a:pt x="21298" y="9716"/>
                </a:lnTo>
                <a:lnTo>
                  <a:pt x="21579" y="12053"/>
                </a:lnTo>
                <a:lnTo>
                  <a:pt x="21600" y="14306"/>
                </a:lnTo>
                <a:lnTo>
                  <a:pt x="21418" y="16585"/>
                </a:lnTo>
                <a:lnTo>
                  <a:pt x="21095" y="18979"/>
                </a:lnTo>
                <a:lnTo>
                  <a:pt x="20690" y="21600"/>
                </a:lnTo>
                <a:lnTo>
                  <a:pt x="17764" y="21600"/>
                </a:lnTo>
                <a:lnTo>
                  <a:pt x="14834" y="21600"/>
                </a:lnTo>
                <a:lnTo>
                  <a:pt x="11897" y="21600"/>
                </a:lnTo>
                <a:lnTo>
                  <a:pt x="8946" y="21600"/>
                </a:lnTo>
                <a:lnTo>
                  <a:pt x="5983" y="21600"/>
                </a:lnTo>
                <a:lnTo>
                  <a:pt x="3004" y="21600"/>
                </a:lnTo>
                <a:lnTo>
                  <a:pt x="0" y="21600"/>
                </a:lnTo>
                <a:lnTo>
                  <a:pt x="455" y="19224"/>
                </a:lnTo>
                <a:lnTo>
                  <a:pt x="910" y="16844"/>
                </a:lnTo>
                <a:lnTo>
                  <a:pt x="1366" y="14465"/>
                </a:lnTo>
                <a:lnTo>
                  <a:pt x="1825" y="12078"/>
                </a:lnTo>
                <a:lnTo>
                  <a:pt x="2284" y="9684"/>
                </a:lnTo>
                <a:lnTo>
                  <a:pt x="2743" y="7279"/>
                </a:lnTo>
                <a:lnTo>
                  <a:pt x="3207" y="4867"/>
                </a:lnTo>
                <a:lnTo>
                  <a:pt x="3670" y="2441"/>
                </a:lnTo>
                <a:lnTo>
                  <a:pt x="4138" y="0"/>
                </a:lnTo>
                <a:close/>
              </a:path>
            </a:pathLst>
          </a:custGeom>
          <a:solidFill>
            <a:srgbClr val="3445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0" name="contour_10908"/>
          <p:cNvSpPr/>
          <p:nvPr/>
        </p:nvSpPr>
        <p:spPr>
          <a:xfrm>
            <a:off x="2510156" y="2294515"/>
            <a:ext cx="72880" cy="44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578"/>
                </a:moveTo>
                <a:lnTo>
                  <a:pt x="17191" y="2242"/>
                </a:lnTo>
                <a:lnTo>
                  <a:pt x="17101" y="3917"/>
                </a:lnTo>
                <a:lnTo>
                  <a:pt x="17010" y="5616"/>
                </a:lnTo>
                <a:lnTo>
                  <a:pt x="17051" y="6419"/>
                </a:lnTo>
                <a:lnTo>
                  <a:pt x="17120" y="7838"/>
                </a:lnTo>
                <a:lnTo>
                  <a:pt x="17280" y="11089"/>
                </a:lnTo>
                <a:lnTo>
                  <a:pt x="18572" y="12322"/>
                </a:lnTo>
                <a:lnTo>
                  <a:pt x="19453" y="13100"/>
                </a:lnTo>
                <a:lnTo>
                  <a:pt x="20328" y="13745"/>
                </a:lnTo>
                <a:lnTo>
                  <a:pt x="21600" y="14593"/>
                </a:lnTo>
                <a:lnTo>
                  <a:pt x="20971" y="14530"/>
                </a:lnTo>
                <a:lnTo>
                  <a:pt x="19068" y="14347"/>
                </a:lnTo>
                <a:lnTo>
                  <a:pt x="17338" y="14277"/>
                </a:lnTo>
                <a:lnTo>
                  <a:pt x="15699" y="14270"/>
                </a:lnTo>
                <a:lnTo>
                  <a:pt x="14139" y="14340"/>
                </a:lnTo>
                <a:lnTo>
                  <a:pt x="12645" y="14498"/>
                </a:lnTo>
                <a:lnTo>
                  <a:pt x="11204" y="14754"/>
                </a:lnTo>
                <a:lnTo>
                  <a:pt x="9802" y="15115"/>
                </a:lnTo>
                <a:lnTo>
                  <a:pt x="8428" y="15598"/>
                </a:lnTo>
                <a:lnTo>
                  <a:pt x="7065" y="16211"/>
                </a:lnTo>
                <a:lnTo>
                  <a:pt x="5705" y="16965"/>
                </a:lnTo>
                <a:lnTo>
                  <a:pt x="4331" y="17869"/>
                </a:lnTo>
                <a:lnTo>
                  <a:pt x="2931" y="18937"/>
                </a:lnTo>
                <a:lnTo>
                  <a:pt x="1490" y="20178"/>
                </a:lnTo>
                <a:lnTo>
                  <a:pt x="0" y="21600"/>
                </a:lnTo>
                <a:lnTo>
                  <a:pt x="37" y="18566"/>
                </a:lnTo>
                <a:lnTo>
                  <a:pt x="175" y="16194"/>
                </a:lnTo>
                <a:lnTo>
                  <a:pt x="454" y="14288"/>
                </a:lnTo>
                <a:lnTo>
                  <a:pt x="914" y="12634"/>
                </a:lnTo>
                <a:lnTo>
                  <a:pt x="1594" y="11029"/>
                </a:lnTo>
                <a:lnTo>
                  <a:pt x="2536" y="9271"/>
                </a:lnTo>
                <a:lnTo>
                  <a:pt x="3780" y="7147"/>
                </a:lnTo>
                <a:lnTo>
                  <a:pt x="5108" y="5175"/>
                </a:lnTo>
                <a:lnTo>
                  <a:pt x="6355" y="3560"/>
                </a:lnTo>
                <a:lnTo>
                  <a:pt x="7549" y="2277"/>
                </a:lnTo>
                <a:lnTo>
                  <a:pt x="8726" y="1307"/>
                </a:lnTo>
                <a:lnTo>
                  <a:pt x="9921" y="620"/>
                </a:lnTo>
                <a:lnTo>
                  <a:pt x="11163" y="193"/>
                </a:lnTo>
                <a:lnTo>
                  <a:pt x="12485" y="0"/>
                </a:lnTo>
                <a:lnTo>
                  <a:pt x="13926" y="14"/>
                </a:lnTo>
                <a:lnTo>
                  <a:pt x="15511" y="217"/>
                </a:lnTo>
                <a:lnTo>
                  <a:pt x="17280" y="578"/>
                </a:lnTo>
                <a:close/>
              </a:path>
            </a:pathLst>
          </a:custGeom>
          <a:solidFill>
            <a:srgbClr val="4D48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1" name="contour_10909"/>
          <p:cNvSpPr/>
          <p:nvPr/>
        </p:nvSpPr>
        <p:spPr>
          <a:xfrm>
            <a:off x="1285066" y="2295003"/>
            <a:ext cx="37147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72" y="0"/>
                </a:moveTo>
                <a:lnTo>
                  <a:pt x="11336" y="71"/>
                </a:lnTo>
                <a:lnTo>
                  <a:pt x="13900" y="142"/>
                </a:lnTo>
                <a:lnTo>
                  <a:pt x="16468" y="209"/>
                </a:lnTo>
                <a:lnTo>
                  <a:pt x="19032" y="280"/>
                </a:lnTo>
                <a:lnTo>
                  <a:pt x="21600" y="347"/>
                </a:lnTo>
                <a:lnTo>
                  <a:pt x="21375" y="2657"/>
                </a:lnTo>
                <a:lnTo>
                  <a:pt x="21108" y="4927"/>
                </a:lnTo>
                <a:lnTo>
                  <a:pt x="20774" y="7159"/>
                </a:lnTo>
                <a:lnTo>
                  <a:pt x="20350" y="9365"/>
                </a:lnTo>
                <a:lnTo>
                  <a:pt x="19820" y="11551"/>
                </a:lnTo>
                <a:lnTo>
                  <a:pt x="19155" y="13726"/>
                </a:lnTo>
                <a:lnTo>
                  <a:pt x="18345" y="15890"/>
                </a:lnTo>
                <a:lnTo>
                  <a:pt x="17362" y="18058"/>
                </a:lnTo>
                <a:lnTo>
                  <a:pt x="14548" y="19269"/>
                </a:lnTo>
                <a:lnTo>
                  <a:pt x="11895" y="20112"/>
                </a:lnTo>
                <a:lnTo>
                  <a:pt x="9277" y="20683"/>
                </a:lnTo>
                <a:lnTo>
                  <a:pt x="6569" y="21065"/>
                </a:lnTo>
                <a:lnTo>
                  <a:pt x="3657" y="21341"/>
                </a:lnTo>
                <a:lnTo>
                  <a:pt x="411" y="21600"/>
                </a:lnTo>
                <a:lnTo>
                  <a:pt x="331" y="19443"/>
                </a:lnTo>
                <a:lnTo>
                  <a:pt x="263" y="17282"/>
                </a:lnTo>
                <a:lnTo>
                  <a:pt x="199" y="15125"/>
                </a:lnTo>
                <a:lnTo>
                  <a:pt x="148" y="12964"/>
                </a:lnTo>
                <a:lnTo>
                  <a:pt x="72" y="10556"/>
                </a:lnTo>
                <a:lnTo>
                  <a:pt x="0" y="8108"/>
                </a:lnTo>
                <a:lnTo>
                  <a:pt x="475" y="5253"/>
                </a:lnTo>
                <a:lnTo>
                  <a:pt x="1398" y="3092"/>
                </a:lnTo>
                <a:lnTo>
                  <a:pt x="2962" y="1548"/>
                </a:lnTo>
                <a:lnTo>
                  <a:pt x="5357" y="542"/>
                </a:lnTo>
                <a:lnTo>
                  <a:pt x="8772" y="0"/>
                </a:lnTo>
                <a:close/>
              </a:path>
            </a:pathLst>
          </a:custGeom>
          <a:solidFill>
            <a:srgbClr val="EFD7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2" name="contour_10910"/>
          <p:cNvSpPr/>
          <p:nvPr/>
        </p:nvSpPr>
        <p:spPr>
          <a:xfrm>
            <a:off x="6727935" y="2287234"/>
            <a:ext cx="82136" cy="667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7"/>
                </a:moveTo>
                <a:lnTo>
                  <a:pt x="21600" y="1556"/>
                </a:lnTo>
                <a:lnTo>
                  <a:pt x="21600" y="2744"/>
                </a:lnTo>
                <a:lnTo>
                  <a:pt x="20532" y="3196"/>
                </a:lnTo>
                <a:lnTo>
                  <a:pt x="19459" y="3627"/>
                </a:lnTo>
                <a:lnTo>
                  <a:pt x="18380" y="4038"/>
                </a:lnTo>
                <a:lnTo>
                  <a:pt x="17297" y="4429"/>
                </a:lnTo>
                <a:lnTo>
                  <a:pt x="16211" y="4806"/>
                </a:lnTo>
                <a:lnTo>
                  <a:pt x="14765" y="5414"/>
                </a:lnTo>
                <a:lnTo>
                  <a:pt x="13420" y="6074"/>
                </a:lnTo>
                <a:lnTo>
                  <a:pt x="12165" y="6784"/>
                </a:lnTo>
                <a:lnTo>
                  <a:pt x="10994" y="7547"/>
                </a:lnTo>
                <a:lnTo>
                  <a:pt x="9897" y="8368"/>
                </a:lnTo>
                <a:lnTo>
                  <a:pt x="8868" y="9244"/>
                </a:lnTo>
                <a:lnTo>
                  <a:pt x="7896" y="10182"/>
                </a:lnTo>
                <a:lnTo>
                  <a:pt x="6978" y="11179"/>
                </a:lnTo>
                <a:lnTo>
                  <a:pt x="6102" y="12240"/>
                </a:lnTo>
                <a:lnTo>
                  <a:pt x="5261" y="13367"/>
                </a:lnTo>
                <a:lnTo>
                  <a:pt x="4448" y="14559"/>
                </a:lnTo>
                <a:lnTo>
                  <a:pt x="3655" y="15823"/>
                </a:lnTo>
                <a:lnTo>
                  <a:pt x="2873" y="17157"/>
                </a:lnTo>
                <a:lnTo>
                  <a:pt x="2095" y="18562"/>
                </a:lnTo>
                <a:lnTo>
                  <a:pt x="1313" y="20042"/>
                </a:lnTo>
                <a:lnTo>
                  <a:pt x="517" y="21600"/>
                </a:lnTo>
                <a:lnTo>
                  <a:pt x="339" y="19988"/>
                </a:lnTo>
                <a:lnTo>
                  <a:pt x="192" y="18404"/>
                </a:lnTo>
                <a:lnTo>
                  <a:pt x="84" y="16841"/>
                </a:lnTo>
                <a:lnTo>
                  <a:pt x="17" y="15293"/>
                </a:lnTo>
                <a:lnTo>
                  <a:pt x="0" y="13749"/>
                </a:lnTo>
                <a:lnTo>
                  <a:pt x="34" y="12200"/>
                </a:lnTo>
                <a:lnTo>
                  <a:pt x="130" y="10642"/>
                </a:lnTo>
                <a:lnTo>
                  <a:pt x="289" y="9063"/>
                </a:lnTo>
                <a:lnTo>
                  <a:pt x="517" y="7458"/>
                </a:lnTo>
                <a:lnTo>
                  <a:pt x="1568" y="6062"/>
                </a:lnTo>
                <a:lnTo>
                  <a:pt x="2668" y="4841"/>
                </a:lnTo>
                <a:lnTo>
                  <a:pt x="3818" y="3783"/>
                </a:lnTo>
                <a:lnTo>
                  <a:pt x="5012" y="2883"/>
                </a:lnTo>
                <a:lnTo>
                  <a:pt x="6248" y="2124"/>
                </a:lnTo>
                <a:lnTo>
                  <a:pt x="7521" y="1501"/>
                </a:lnTo>
                <a:lnTo>
                  <a:pt x="8830" y="999"/>
                </a:lnTo>
                <a:lnTo>
                  <a:pt x="10168" y="613"/>
                </a:lnTo>
                <a:lnTo>
                  <a:pt x="11536" y="330"/>
                </a:lnTo>
                <a:lnTo>
                  <a:pt x="12927" y="141"/>
                </a:lnTo>
                <a:lnTo>
                  <a:pt x="14340" y="33"/>
                </a:lnTo>
                <a:lnTo>
                  <a:pt x="15770" y="0"/>
                </a:lnTo>
                <a:lnTo>
                  <a:pt x="17215" y="28"/>
                </a:lnTo>
                <a:lnTo>
                  <a:pt x="18670" y="108"/>
                </a:lnTo>
                <a:lnTo>
                  <a:pt x="20134" y="231"/>
                </a:lnTo>
                <a:lnTo>
                  <a:pt x="21600" y="387"/>
                </a:lnTo>
                <a:close/>
              </a:path>
            </a:pathLst>
          </a:custGeom>
          <a:solidFill>
            <a:srgbClr val="C2C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3" name="contour_10911"/>
          <p:cNvSpPr/>
          <p:nvPr/>
        </p:nvSpPr>
        <p:spPr>
          <a:xfrm>
            <a:off x="6350927" y="2286155"/>
            <a:ext cx="58304" cy="335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83" y="0"/>
                </a:moveTo>
                <a:lnTo>
                  <a:pt x="11443" y="52"/>
                </a:lnTo>
                <a:lnTo>
                  <a:pt x="12884" y="225"/>
                </a:lnTo>
                <a:lnTo>
                  <a:pt x="14253" y="648"/>
                </a:lnTo>
                <a:lnTo>
                  <a:pt x="16200" y="1465"/>
                </a:lnTo>
                <a:lnTo>
                  <a:pt x="17323" y="3917"/>
                </a:lnTo>
                <a:lnTo>
                  <a:pt x="18290" y="6425"/>
                </a:lnTo>
                <a:lnTo>
                  <a:pt x="19124" y="8994"/>
                </a:lnTo>
                <a:lnTo>
                  <a:pt x="19848" y="11643"/>
                </a:lnTo>
                <a:lnTo>
                  <a:pt x="20485" y="14391"/>
                </a:lnTo>
                <a:lnTo>
                  <a:pt x="21060" y="17256"/>
                </a:lnTo>
                <a:lnTo>
                  <a:pt x="21600" y="20252"/>
                </a:lnTo>
                <a:lnTo>
                  <a:pt x="17669" y="20825"/>
                </a:lnTo>
                <a:lnTo>
                  <a:pt x="14494" y="21252"/>
                </a:lnTo>
                <a:lnTo>
                  <a:pt x="11969" y="21520"/>
                </a:lnTo>
                <a:lnTo>
                  <a:pt x="9977" y="21600"/>
                </a:lnTo>
                <a:lnTo>
                  <a:pt x="8411" y="21483"/>
                </a:lnTo>
                <a:lnTo>
                  <a:pt x="7155" y="21149"/>
                </a:lnTo>
                <a:lnTo>
                  <a:pt x="6099" y="20581"/>
                </a:lnTo>
                <a:lnTo>
                  <a:pt x="5135" y="19759"/>
                </a:lnTo>
                <a:lnTo>
                  <a:pt x="4147" y="18665"/>
                </a:lnTo>
                <a:lnTo>
                  <a:pt x="3027" y="17284"/>
                </a:lnTo>
                <a:lnTo>
                  <a:pt x="2133" y="14982"/>
                </a:lnTo>
                <a:lnTo>
                  <a:pt x="1517" y="13057"/>
                </a:lnTo>
                <a:lnTo>
                  <a:pt x="902" y="10464"/>
                </a:lnTo>
                <a:lnTo>
                  <a:pt x="0" y="6162"/>
                </a:lnTo>
                <a:lnTo>
                  <a:pt x="1517" y="3734"/>
                </a:lnTo>
                <a:lnTo>
                  <a:pt x="2859" y="2104"/>
                </a:lnTo>
                <a:lnTo>
                  <a:pt x="4163" y="1090"/>
                </a:lnTo>
                <a:lnTo>
                  <a:pt x="5573" y="517"/>
                </a:lnTo>
                <a:lnTo>
                  <a:pt x="7231" y="211"/>
                </a:lnTo>
                <a:lnTo>
                  <a:pt x="9283" y="0"/>
                </a:lnTo>
                <a:close/>
              </a:path>
            </a:pathLst>
          </a:custGeom>
          <a:solidFill>
            <a:srgbClr val="668F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4" name="contour_10912"/>
          <p:cNvSpPr/>
          <p:nvPr/>
        </p:nvSpPr>
        <p:spPr>
          <a:xfrm>
            <a:off x="4769433" y="2273256"/>
            <a:ext cx="53312" cy="443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85" y="0"/>
                </a:moveTo>
                <a:lnTo>
                  <a:pt x="11569" y="387"/>
                </a:lnTo>
                <a:lnTo>
                  <a:pt x="13453" y="835"/>
                </a:lnTo>
                <a:lnTo>
                  <a:pt x="15269" y="1371"/>
                </a:lnTo>
                <a:lnTo>
                  <a:pt x="17059" y="2031"/>
                </a:lnTo>
                <a:lnTo>
                  <a:pt x="18845" y="2845"/>
                </a:lnTo>
                <a:lnTo>
                  <a:pt x="20670" y="3843"/>
                </a:lnTo>
                <a:lnTo>
                  <a:pt x="21290" y="6378"/>
                </a:lnTo>
                <a:lnTo>
                  <a:pt x="21600" y="8200"/>
                </a:lnTo>
                <a:lnTo>
                  <a:pt x="21600" y="9820"/>
                </a:lnTo>
                <a:lnTo>
                  <a:pt x="21290" y="11748"/>
                </a:lnTo>
                <a:lnTo>
                  <a:pt x="20670" y="14497"/>
                </a:lnTo>
                <a:lnTo>
                  <a:pt x="18916" y="16980"/>
                </a:lnTo>
                <a:lnTo>
                  <a:pt x="17717" y="18549"/>
                </a:lnTo>
                <a:lnTo>
                  <a:pt x="16518" y="19867"/>
                </a:lnTo>
                <a:lnTo>
                  <a:pt x="14764" y="21600"/>
                </a:lnTo>
                <a:lnTo>
                  <a:pt x="14398" y="19949"/>
                </a:lnTo>
                <a:lnTo>
                  <a:pt x="14026" y="18272"/>
                </a:lnTo>
                <a:lnTo>
                  <a:pt x="12647" y="16280"/>
                </a:lnTo>
                <a:lnTo>
                  <a:pt x="11168" y="14771"/>
                </a:lnTo>
                <a:lnTo>
                  <a:pt x="9585" y="13659"/>
                </a:lnTo>
                <a:lnTo>
                  <a:pt x="7896" y="12856"/>
                </a:lnTo>
                <a:lnTo>
                  <a:pt x="6098" y="12274"/>
                </a:lnTo>
                <a:lnTo>
                  <a:pt x="4184" y="11819"/>
                </a:lnTo>
                <a:lnTo>
                  <a:pt x="2153" y="11407"/>
                </a:lnTo>
                <a:lnTo>
                  <a:pt x="0" y="10946"/>
                </a:lnTo>
                <a:lnTo>
                  <a:pt x="1438" y="7060"/>
                </a:lnTo>
                <a:lnTo>
                  <a:pt x="2575" y="4269"/>
                </a:lnTo>
                <a:lnTo>
                  <a:pt x="3576" y="2376"/>
                </a:lnTo>
                <a:lnTo>
                  <a:pt x="4609" y="1197"/>
                </a:lnTo>
                <a:lnTo>
                  <a:pt x="5844" y="533"/>
                </a:lnTo>
                <a:lnTo>
                  <a:pt x="7447" y="199"/>
                </a:lnTo>
                <a:lnTo>
                  <a:pt x="9585" y="0"/>
                </a:lnTo>
                <a:close/>
              </a:path>
            </a:pathLst>
          </a:custGeom>
          <a:solidFill>
            <a:srgbClr val="557D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5" name="contour_10913"/>
          <p:cNvSpPr/>
          <p:nvPr/>
        </p:nvSpPr>
        <p:spPr>
          <a:xfrm>
            <a:off x="1883389" y="2273453"/>
            <a:ext cx="51016" cy="462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53" y="0"/>
                </a:moveTo>
                <a:lnTo>
                  <a:pt x="8800" y="337"/>
                </a:lnTo>
                <a:lnTo>
                  <a:pt x="10819" y="719"/>
                </a:lnTo>
                <a:lnTo>
                  <a:pt x="12750" y="1189"/>
                </a:lnTo>
                <a:lnTo>
                  <a:pt x="14648" y="1795"/>
                </a:lnTo>
                <a:lnTo>
                  <a:pt x="16552" y="2582"/>
                </a:lnTo>
                <a:lnTo>
                  <a:pt x="18514" y="3594"/>
                </a:lnTo>
                <a:lnTo>
                  <a:pt x="19313" y="5679"/>
                </a:lnTo>
                <a:lnTo>
                  <a:pt x="19958" y="7751"/>
                </a:lnTo>
                <a:lnTo>
                  <a:pt x="20464" y="9826"/>
                </a:lnTo>
                <a:lnTo>
                  <a:pt x="20856" y="11914"/>
                </a:lnTo>
                <a:lnTo>
                  <a:pt x="21146" y="14026"/>
                </a:lnTo>
                <a:lnTo>
                  <a:pt x="21353" y="16176"/>
                </a:lnTo>
                <a:lnTo>
                  <a:pt x="21501" y="18374"/>
                </a:lnTo>
                <a:lnTo>
                  <a:pt x="21600" y="20629"/>
                </a:lnTo>
                <a:lnTo>
                  <a:pt x="19326" y="21034"/>
                </a:lnTo>
                <a:lnTo>
                  <a:pt x="17113" y="21348"/>
                </a:lnTo>
                <a:lnTo>
                  <a:pt x="14941" y="21545"/>
                </a:lnTo>
                <a:lnTo>
                  <a:pt x="12784" y="21600"/>
                </a:lnTo>
                <a:lnTo>
                  <a:pt x="10618" y="21484"/>
                </a:lnTo>
                <a:lnTo>
                  <a:pt x="8424" y="21171"/>
                </a:lnTo>
                <a:lnTo>
                  <a:pt x="6171" y="20629"/>
                </a:lnTo>
                <a:lnTo>
                  <a:pt x="4922" y="18670"/>
                </a:lnTo>
                <a:lnTo>
                  <a:pt x="3826" y="16680"/>
                </a:lnTo>
                <a:lnTo>
                  <a:pt x="2873" y="14653"/>
                </a:lnTo>
                <a:lnTo>
                  <a:pt x="2058" y="12578"/>
                </a:lnTo>
                <a:lnTo>
                  <a:pt x="1370" y="10442"/>
                </a:lnTo>
                <a:lnTo>
                  <a:pt x="805" y="8241"/>
                </a:lnTo>
                <a:lnTo>
                  <a:pt x="352" y="5962"/>
                </a:lnTo>
                <a:lnTo>
                  <a:pt x="0" y="3594"/>
                </a:lnTo>
                <a:lnTo>
                  <a:pt x="1839" y="1622"/>
                </a:lnTo>
                <a:lnTo>
                  <a:pt x="3147" y="589"/>
                </a:lnTo>
                <a:lnTo>
                  <a:pt x="4542" y="164"/>
                </a:lnTo>
                <a:lnTo>
                  <a:pt x="6653" y="0"/>
                </a:lnTo>
                <a:close/>
              </a:path>
            </a:pathLst>
          </a:custGeom>
          <a:solidFill>
            <a:srgbClr val="06060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6" name="contour_10914"/>
          <p:cNvSpPr/>
          <p:nvPr/>
        </p:nvSpPr>
        <p:spPr>
          <a:xfrm>
            <a:off x="10736986" y="2279910"/>
            <a:ext cx="59616" cy="44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592"/>
                </a:moveTo>
                <a:lnTo>
                  <a:pt x="2382" y="354"/>
                </a:lnTo>
                <a:lnTo>
                  <a:pt x="4272" y="165"/>
                </a:lnTo>
                <a:lnTo>
                  <a:pt x="6147" y="39"/>
                </a:lnTo>
                <a:lnTo>
                  <a:pt x="8019" y="0"/>
                </a:lnTo>
                <a:lnTo>
                  <a:pt x="9894" y="67"/>
                </a:lnTo>
                <a:lnTo>
                  <a:pt x="11780" y="256"/>
                </a:lnTo>
                <a:lnTo>
                  <a:pt x="13678" y="592"/>
                </a:lnTo>
                <a:lnTo>
                  <a:pt x="14571" y="2987"/>
                </a:lnTo>
                <a:lnTo>
                  <a:pt x="15154" y="4730"/>
                </a:lnTo>
                <a:lnTo>
                  <a:pt x="15556" y="6327"/>
                </a:lnTo>
                <a:lnTo>
                  <a:pt x="15902" y="8281"/>
                </a:lnTo>
                <a:lnTo>
                  <a:pt x="16319" y="11096"/>
                </a:lnTo>
                <a:lnTo>
                  <a:pt x="17980" y="13547"/>
                </a:lnTo>
                <a:lnTo>
                  <a:pt x="19081" y="15091"/>
                </a:lnTo>
                <a:lnTo>
                  <a:pt x="20124" y="16390"/>
                </a:lnTo>
                <a:lnTo>
                  <a:pt x="21600" y="18099"/>
                </a:lnTo>
                <a:lnTo>
                  <a:pt x="20031" y="18792"/>
                </a:lnTo>
                <a:lnTo>
                  <a:pt x="18458" y="19489"/>
                </a:lnTo>
                <a:lnTo>
                  <a:pt x="16879" y="20185"/>
                </a:lnTo>
                <a:lnTo>
                  <a:pt x="15286" y="20889"/>
                </a:lnTo>
                <a:lnTo>
                  <a:pt x="13678" y="21600"/>
                </a:lnTo>
                <a:lnTo>
                  <a:pt x="13351" y="19972"/>
                </a:lnTo>
                <a:lnTo>
                  <a:pt x="13018" y="18316"/>
                </a:lnTo>
                <a:lnTo>
                  <a:pt x="11832" y="16152"/>
                </a:lnTo>
                <a:lnTo>
                  <a:pt x="10969" y="14951"/>
                </a:lnTo>
                <a:lnTo>
                  <a:pt x="10003" y="14286"/>
                </a:lnTo>
                <a:lnTo>
                  <a:pt x="8511" y="13722"/>
                </a:lnTo>
                <a:lnTo>
                  <a:pt x="7784" y="13557"/>
                </a:lnTo>
                <a:lnTo>
                  <a:pt x="5593" y="13064"/>
                </a:lnTo>
                <a:lnTo>
                  <a:pt x="3496" y="12500"/>
                </a:lnTo>
                <a:lnTo>
                  <a:pt x="2171" y="11989"/>
                </a:lnTo>
                <a:lnTo>
                  <a:pt x="475" y="11096"/>
                </a:lnTo>
                <a:lnTo>
                  <a:pt x="158" y="8386"/>
                </a:lnTo>
                <a:lnTo>
                  <a:pt x="0" y="6485"/>
                </a:lnTo>
                <a:lnTo>
                  <a:pt x="0" y="4888"/>
                </a:lnTo>
                <a:lnTo>
                  <a:pt x="158" y="3092"/>
                </a:lnTo>
                <a:lnTo>
                  <a:pt x="475" y="592"/>
                </a:lnTo>
                <a:close/>
              </a:path>
            </a:pathLst>
          </a:custGeom>
          <a:solidFill>
            <a:srgbClr val="F5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7" name="contour_10915"/>
          <p:cNvSpPr/>
          <p:nvPr/>
        </p:nvSpPr>
        <p:spPr>
          <a:xfrm>
            <a:off x="11401505" y="2253841"/>
            <a:ext cx="87456" cy="273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39" y="7340"/>
                </a:moveTo>
                <a:lnTo>
                  <a:pt x="16769" y="8672"/>
                </a:lnTo>
                <a:lnTo>
                  <a:pt x="17699" y="9480"/>
                </a:lnTo>
                <a:lnTo>
                  <a:pt x="18619" y="9895"/>
                </a:lnTo>
                <a:lnTo>
                  <a:pt x="19823" y="10050"/>
                </a:lnTo>
                <a:lnTo>
                  <a:pt x="21600" y="10068"/>
                </a:lnTo>
                <a:lnTo>
                  <a:pt x="21600" y="13879"/>
                </a:lnTo>
                <a:lnTo>
                  <a:pt x="21600" y="17714"/>
                </a:lnTo>
                <a:lnTo>
                  <a:pt x="21600" y="21600"/>
                </a:lnTo>
                <a:lnTo>
                  <a:pt x="20412" y="21600"/>
                </a:lnTo>
                <a:lnTo>
                  <a:pt x="19222" y="21600"/>
                </a:lnTo>
                <a:lnTo>
                  <a:pt x="18034" y="21600"/>
                </a:lnTo>
                <a:lnTo>
                  <a:pt x="16843" y="21600"/>
                </a:lnTo>
                <a:lnTo>
                  <a:pt x="15649" y="21600"/>
                </a:lnTo>
                <a:lnTo>
                  <a:pt x="14454" y="21600"/>
                </a:lnTo>
                <a:lnTo>
                  <a:pt x="13255" y="21600"/>
                </a:lnTo>
                <a:lnTo>
                  <a:pt x="12053" y="21600"/>
                </a:lnTo>
                <a:lnTo>
                  <a:pt x="10847" y="21600"/>
                </a:lnTo>
                <a:lnTo>
                  <a:pt x="9637" y="21600"/>
                </a:lnTo>
                <a:lnTo>
                  <a:pt x="8420" y="21600"/>
                </a:lnTo>
                <a:lnTo>
                  <a:pt x="7200" y="21600"/>
                </a:lnTo>
                <a:lnTo>
                  <a:pt x="7200" y="17794"/>
                </a:lnTo>
                <a:lnTo>
                  <a:pt x="7200" y="13954"/>
                </a:lnTo>
                <a:lnTo>
                  <a:pt x="7200" y="10068"/>
                </a:lnTo>
                <a:lnTo>
                  <a:pt x="6016" y="8344"/>
                </a:lnTo>
                <a:lnTo>
                  <a:pt x="5083" y="7410"/>
                </a:lnTo>
                <a:lnTo>
                  <a:pt x="3600" y="6464"/>
                </a:lnTo>
                <a:lnTo>
                  <a:pt x="2596" y="5818"/>
                </a:lnTo>
                <a:lnTo>
                  <a:pt x="1575" y="5155"/>
                </a:lnTo>
                <a:lnTo>
                  <a:pt x="794" y="4734"/>
                </a:lnTo>
                <a:lnTo>
                  <a:pt x="0" y="4302"/>
                </a:lnTo>
                <a:lnTo>
                  <a:pt x="1354" y="2762"/>
                </a:lnTo>
                <a:lnTo>
                  <a:pt x="2632" y="1580"/>
                </a:lnTo>
                <a:lnTo>
                  <a:pt x="3847" y="738"/>
                </a:lnTo>
                <a:lnTo>
                  <a:pt x="5011" y="213"/>
                </a:lnTo>
                <a:lnTo>
                  <a:pt x="6140" y="0"/>
                </a:lnTo>
                <a:lnTo>
                  <a:pt x="7249" y="75"/>
                </a:lnTo>
                <a:lnTo>
                  <a:pt x="8347" y="421"/>
                </a:lnTo>
                <a:lnTo>
                  <a:pt x="9452" y="1026"/>
                </a:lnTo>
                <a:lnTo>
                  <a:pt x="10577" y="1874"/>
                </a:lnTo>
                <a:lnTo>
                  <a:pt x="11732" y="2947"/>
                </a:lnTo>
                <a:lnTo>
                  <a:pt x="12937" y="4227"/>
                </a:lnTo>
                <a:lnTo>
                  <a:pt x="14200" y="5697"/>
                </a:lnTo>
                <a:lnTo>
                  <a:pt x="15539" y="7340"/>
                </a:lnTo>
                <a:close/>
              </a:path>
            </a:pathLst>
          </a:custGeom>
          <a:solidFill>
            <a:srgbClr val="E1E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8" name="contour_10916"/>
          <p:cNvSpPr/>
          <p:nvPr/>
        </p:nvSpPr>
        <p:spPr>
          <a:xfrm>
            <a:off x="914086" y="2252769"/>
            <a:ext cx="72880" cy="429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66" y="1499"/>
                </a:moveTo>
                <a:lnTo>
                  <a:pt x="20524" y="2379"/>
                </a:lnTo>
                <a:lnTo>
                  <a:pt x="21600" y="3273"/>
                </a:lnTo>
                <a:lnTo>
                  <a:pt x="21600" y="5692"/>
                </a:lnTo>
                <a:lnTo>
                  <a:pt x="21600" y="8133"/>
                </a:lnTo>
                <a:lnTo>
                  <a:pt x="21600" y="10604"/>
                </a:lnTo>
                <a:lnTo>
                  <a:pt x="20103" y="10604"/>
                </a:lnTo>
                <a:lnTo>
                  <a:pt x="18604" y="10604"/>
                </a:lnTo>
                <a:lnTo>
                  <a:pt x="17105" y="10604"/>
                </a:lnTo>
                <a:lnTo>
                  <a:pt x="15602" y="10604"/>
                </a:lnTo>
                <a:lnTo>
                  <a:pt x="14096" y="10604"/>
                </a:lnTo>
                <a:lnTo>
                  <a:pt x="12586" y="10604"/>
                </a:lnTo>
                <a:lnTo>
                  <a:pt x="11070" y="10604"/>
                </a:lnTo>
                <a:lnTo>
                  <a:pt x="9547" y="10604"/>
                </a:lnTo>
                <a:lnTo>
                  <a:pt x="8018" y="10604"/>
                </a:lnTo>
                <a:lnTo>
                  <a:pt x="6480" y="10604"/>
                </a:lnTo>
                <a:lnTo>
                  <a:pt x="6480" y="12781"/>
                </a:lnTo>
                <a:lnTo>
                  <a:pt x="6480" y="14966"/>
                </a:lnTo>
                <a:lnTo>
                  <a:pt x="6480" y="17158"/>
                </a:lnTo>
                <a:lnTo>
                  <a:pt x="6480" y="19368"/>
                </a:lnTo>
                <a:lnTo>
                  <a:pt x="6480" y="21600"/>
                </a:lnTo>
                <a:lnTo>
                  <a:pt x="5195" y="21600"/>
                </a:lnTo>
                <a:lnTo>
                  <a:pt x="3910" y="21600"/>
                </a:lnTo>
                <a:lnTo>
                  <a:pt x="2616" y="21600"/>
                </a:lnTo>
                <a:lnTo>
                  <a:pt x="1313" y="21600"/>
                </a:lnTo>
                <a:lnTo>
                  <a:pt x="0" y="21600"/>
                </a:lnTo>
                <a:lnTo>
                  <a:pt x="620" y="19115"/>
                </a:lnTo>
                <a:lnTo>
                  <a:pt x="1251" y="16743"/>
                </a:lnTo>
                <a:lnTo>
                  <a:pt x="1909" y="14467"/>
                </a:lnTo>
                <a:lnTo>
                  <a:pt x="2605" y="12275"/>
                </a:lnTo>
                <a:lnTo>
                  <a:pt x="3354" y="10157"/>
                </a:lnTo>
                <a:lnTo>
                  <a:pt x="4171" y="8097"/>
                </a:lnTo>
                <a:lnTo>
                  <a:pt x="5067" y="6077"/>
                </a:lnTo>
                <a:lnTo>
                  <a:pt x="6059" y="4094"/>
                </a:lnTo>
                <a:lnTo>
                  <a:pt x="7156" y="2130"/>
                </a:lnTo>
                <a:lnTo>
                  <a:pt x="8815" y="1118"/>
                </a:lnTo>
                <a:lnTo>
                  <a:pt x="10355" y="451"/>
                </a:lnTo>
                <a:lnTo>
                  <a:pt x="11815" y="92"/>
                </a:lnTo>
                <a:lnTo>
                  <a:pt x="13243" y="0"/>
                </a:lnTo>
                <a:lnTo>
                  <a:pt x="14679" y="136"/>
                </a:lnTo>
                <a:lnTo>
                  <a:pt x="16168" y="458"/>
                </a:lnTo>
                <a:lnTo>
                  <a:pt x="17749" y="924"/>
                </a:lnTo>
                <a:lnTo>
                  <a:pt x="19466" y="1499"/>
                </a:lnTo>
                <a:close/>
              </a:path>
            </a:pathLst>
          </a:custGeom>
          <a:solidFill>
            <a:srgbClr val="3F40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19" name="contour_10917"/>
          <p:cNvSpPr/>
          <p:nvPr/>
        </p:nvSpPr>
        <p:spPr>
          <a:xfrm>
            <a:off x="10475930" y="2230125"/>
            <a:ext cx="51016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460" y="532"/>
                </a:lnTo>
                <a:lnTo>
                  <a:pt x="13043" y="1015"/>
                </a:lnTo>
                <a:lnTo>
                  <a:pt x="14450" y="1647"/>
                </a:lnTo>
                <a:lnTo>
                  <a:pt x="16126" y="2628"/>
                </a:lnTo>
                <a:lnTo>
                  <a:pt x="18514" y="4158"/>
                </a:lnTo>
                <a:lnTo>
                  <a:pt x="19326" y="6902"/>
                </a:lnTo>
                <a:lnTo>
                  <a:pt x="19961" y="9596"/>
                </a:lnTo>
                <a:lnTo>
                  <a:pt x="20468" y="12282"/>
                </a:lnTo>
                <a:lnTo>
                  <a:pt x="20881" y="15010"/>
                </a:lnTo>
                <a:lnTo>
                  <a:pt x="21245" y="17829"/>
                </a:lnTo>
                <a:lnTo>
                  <a:pt x="21600" y="20789"/>
                </a:lnTo>
                <a:lnTo>
                  <a:pt x="19789" y="20918"/>
                </a:lnTo>
                <a:lnTo>
                  <a:pt x="17974" y="21030"/>
                </a:lnTo>
                <a:lnTo>
                  <a:pt x="16163" y="21134"/>
                </a:lnTo>
                <a:lnTo>
                  <a:pt x="14349" y="21226"/>
                </a:lnTo>
                <a:lnTo>
                  <a:pt x="12534" y="21309"/>
                </a:lnTo>
                <a:lnTo>
                  <a:pt x="10849" y="21405"/>
                </a:lnTo>
                <a:lnTo>
                  <a:pt x="9155" y="21500"/>
                </a:lnTo>
                <a:lnTo>
                  <a:pt x="7437" y="21600"/>
                </a:lnTo>
                <a:lnTo>
                  <a:pt x="5277" y="21197"/>
                </a:lnTo>
                <a:lnTo>
                  <a:pt x="3086" y="20789"/>
                </a:lnTo>
                <a:lnTo>
                  <a:pt x="1839" y="18303"/>
                </a:lnTo>
                <a:lnTo>
                  <a:pt x="1102" y="16606"/>
                </a:lnTo>
                <a:lnTo>
                  <a:pt x="583" y="14923"/>
                </a:lnTo>
                <a:lnTo>
                  <a:pt x="0" y="12474"/>
                </a:lnTo>
                <a:lnTo>
                  <a:pt x="2040" y="12474"/>
                </a:lnTo>
                <a:lnTo>
                  <a:pt x="4092" y="12474"/>
                </a:lnTo>
                <a:lnTo>
                  <a:pt x="6171" y="12474"/>
                </a:lnTo>
                <a:lnTo>
                  <a:pt x="7122" y="9380"/>
                </a:lnTo>
                <a:lnTo>
                  <a:pt x="7757" y="7185"/>
                </a:lnTo>
                <a:lnTo>
                  <a:pt x="8227" y="5289"/>
                </a:lnTo>
                <a:lnTo>
                  <a:pt x="8677" y="3093"/>
                </a:lnTo>
                <a:lnTo>
                  <a:pt x="9257" y="0"/>
                </a:lnTo>
                <a:close/>
              </a:path>
            </a:pathLst>
          </a:custGeom>
          <a:solidFill>
            <a:srgbClr val="BDC1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0" name="contour_10918"/>
          <p:cNvSpPr/>
          <p:nvPr/>
        </p:nvSpPr>
        <p:spPr>
          <a:xfrm>
            <a:off x="6350927" y="2251989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11" y="898"/>
                </a:lnTo>
                <a:lnTo>
                  <a:pt x="5601" y="1688"/>
                </a:lnTo>
                <a:lnTo>
                  <a:pt x="7813" y="2395"/>
                </a:lnTo>
                <a:lnTo>
                  <a:pt x="9690" y="3046"/>
                </a:lnTo>
                <a:lnTo>
                  <a:pt x="11275" y="3672"/>
                </a:lnTo>
                <a:lnTo>
                  <a:pt x="12608" y="4301"/>
                </a:lnTo>
                <a:lnTo>
                  <a:pt x="13731" y="4959"/>
                </a:lnTo>
                <a:lnTo>
                  <a:pt x="14690" y="5675"/>
                </a:lnTo>
                <a:lnTo>
                  <a:pt x="15524" y="6474"/>
                </a:lnTo>
                <a:lnTo>
                  <a:pt x="16276" y="7387"/>
                </a:lnTo>
                <a:lnTo>
                  <a:pt x="16988" y="8443"/>
                </a:lnTo>
                <a:lnTo>
                  <a:pt x="17701" y="9664"/>
                </a:lnTo>
                <a:lnTo>
                  <a:pt x="18462" y="11084"/>
                </a:lnTo>
                <a:lnTo>
                  <a:pt x="19306" y="12729"/>
                </a:lnTo>
                <a:lnTo>
                  <a:pt x="19904" y="14154"/>
                </a:lnTo>
                <a:lnTo>
                  <a:pt x="20492" y="15589"/>
                </a:lnTo>
                <a:lnTo>
                  <a:pt x="21058" y="17042"/>
                </a:lnTo>
                <a:lnTo>
                  <a:pt x="21600" y="18514"/>
                </a:lnTo>
                <a:lnTo>
                  <a:pt x="20231" y="19545"/>
                </a:lnTo>
                <a:lnTo>
                  <a:pt x="19211" y="20224"/>
                </a:lnTo>
                <a:lnTo>
                  <a:pt x="18226" y="20693"/>
                </a:lnTo>
                <a:lnTo>
                  <a:pt x="16965" y="21100"/>
                </a:lnTo>
                <a:lnTo>
                  <a:pt x="15120" y="21600"/>
                </a:lnTo>
                <a:lnTo>
                  <a:pt x="13839" y="20572"/>
                </a:lnTo>
                <a:lnTo>
                  <a:pt x="12632" y="19443"/>
                </a:lnTo>
                <a:lnTo>
                  <a:pt x="11483" y="18221"/>
                </a:lnTo>
                <a:lnTo>
                  <a:pt x="10374" y="16925"/>
                </a:lnTo>
                <a:lnTo>
                  <a:pt x="9294" y="15567"/>
                </a:lnTo>
                <a:lnTo>
                  <a:pt x="8225" y="14163"/>
                </a:lnTo>
                <a:lnTo>
                  <a:pt x="7154" y="12729"/>
                </a:lnTo>
                <a:lnTo>
                  <a:pt x="6115" y="11417"/>
                </a:lnTo>
                <a:lnTo>
                  <a:pt x="5059" y="10090"/>
                </a:lnTo>
                <a:lnTo>
                  <a:pt x="3281" y="7801"/>
                </a:lnTo>
                <a:lnTo>
                  <a:pt x="2130" y="6295"/>
                </a:lnTo>
                <a:lnTo>
                  <a:pt x="1361" y="5230"/>
                </a:lnTo>
                <a:lnTo>
                  <a:pt x="732" y="4271"/>
                </a:lnTo>
                <a:lnTo>
                  <a:pt x="0" y="3086"/>
                </a:lnTo>
                <a:lnTo>
                  <a:pt x="0" y="1555"/>
                </a:lnTo>
                <a:lnTo>
                  <a:pt x="0" y="0"/>
                </a:lnTo>
                <a:close/>
              </a:path>
            </a:pathLst>
          </a:custGeom>
          <a:solidFill>
            <a:srgbClr val="EE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1" name="contour_10919"/>
          <p:cNvSpPr/>
          <p:nvPr/>
        </p:nvSpPr>
        <p:spPr>
          <a:xfrm>
            <a:off x="4288426" y="2215549"/>
            <a:ext cx="2921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1" y="0"/>
                </a:lnTo>
                <a:lnTo>
                  <a:pt x="7144" y="0"/>
                </a:lnTo>
                <a:lnTo>
                  <a:pt x="10776" y="0"/>
                </a:lnTo>
                <a:lnTo>
                  <a:pt x="12435" y="1143"/>
                </a:lnTo>
                <a:lnTo>
                  <a:pt x="13788" y="2329"/>
                </a:lnTo>
                <a:lnTo>
                  <a:pt x="14903" y="3550"/>
                </a:lnTo>
                <a:lnTo>
                  <a:pt x="15835" y="4795"/>
                </a:lnTo>
                <a:lnTo>
                  <a:pt x="16649" y="6056"/>
                </a:lnTo>
                <a:lnTo>
                  <a:pt x="17414" y="7324"/>
                </a:lnTo>
                <a:lnTo>
                  <a:pt x="18184" y="8591"/>
                </a:lnTo>
                <a:lnTo>
                  <a:pt x="19154" y="9808"/>
                </a:lnTo>
                <a:lnTo>
                  <a:pt x="20140" y="11045"/>
                </a:lnTo>
                <a:lnTo>
                  <a:pt x="20889" y="12239"/>
                </a:lnTo>
                <a:lnTo>
                  <a:pt x="21336" y="13182"/>
                </a:lnTo>
                <a:lnTo>
                  <a:pt x="21552" y="14189"/>
                </a:lnTo>
                <a:lnTo>
                  <a:pt x="21600" y="15579"/>
                </a:lnTo>
                <a:lnTo>
                  <a:pt x="21552" y="17673"/>
                </a:lnTo>
                <a:lnTo>
                  <a:pt x="20183" y="17922"/>
                </a:lnTo>
                <a:lnTo>
                  <a:pt x="18874" y="18162"/>
                </a:lnTo>
                <a:lnTo>
                  <a:pt x="17241" y="18458"/>
                </a:lnTo>
                <a:lnTo>
                  <a:pt x="14919" y="18882"/>
                </a:lnTo>
                <a:lnTo>
                  <a:pt x="11519" y="19501"/>
                </a:lnTo>
                <a:lnTo>
                  <a:pt x="6676" y="20385"/>
                </a:lnTo>
                <a:lnTo>
                  <a:pt x="0" y="21600"/>
                </a:lnTo>
                <a:lnTo>
                  <a:pt x="0" y="20263"/>
                </a:lnTo>
                <a:lnTo>
                  <a:pt x="0" y="18927"/>
                </a:lnTo>
                <a:lnTo>
                  <a:pt x="0" y="17588"/>
                </a:lnTo>
                <a:lnTo>
                  <a:pt x="0" y="16251"/>
                </a:lnTo>
                <a:lnTo>
                  <a:pt x="0" y="14912"/>
                </a:lnTo>
                <a:lnTo>
                  <a:pt x="0" y="13569"/>
                </a:lnTo>
                <a:lnTo>
                  <a:pt x="0" y="12226"/>
                </a:lnTo>
                <a:lnTo>
                  <a:pt x="0" y="10881"/>
                </a:lnTo>
                <a:lnTo>
                  <a:pt x="0" y="9533"/>
                </a:lnTo>
                <a:lnTo>
                  <a:pt x="0" y="8182"/>
                </a:lnTo>
                <a:lnTo>
                  <a:pt x="0" y="6828"/>
                </a:lnTo>
                <a:lnTo>
                  <a:pt x="0" y="5471"/>
                </a:lnTo>
                <a:lnTo>
                  <a:pt x="0" y="4110"/>
                </a:lnTo>
                <a:lnTo>
                  <a:pt x="0" y="2745"/>
                </a:lnTo>
                <a:lnTo>
                  <a:pt x="0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2E35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2" name="contour_10920"/>
          <p:cNvSpPr/>
          <p:nvPr/>
        </p:nvSpPr>
        <p:spPr>
          <a:xfrm>
            <a:off x="1460685" y="2237413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2995" y="1527"/>
                </a:lnTo>
                <a:lnTo>
                  <a:pt x="3590" y="3064"/>
                </a:lnTo>
                <a:lnTo>
                  <a:pt x="4193" y="4607"/>
                </a:lnTo>
                <a:lnTo>
                  <a:pt x="4800" y="6171"/>
                </a:lnTo>
                <a:lnTo>
                  <a:pt x="4171" y="8220"/>
                </a:lnTo>
                <a:lnTo>
                  <a:pt x="3713" y="9547"/>
                </a:lnTo>
                <a:lnTo>
                  <a:pt x="3197" y="10729"/>
                </a:lnTo>
                <a:lnTo>
                  <a:pt x="2400" y="12343"/>
                </a:lnTo>
                <a:lnTo>
                  <a:pt x="4114" y="12528"/>
                </a:lnTo>
                <a:lnTo>
                  <a:pt x="5345" y="12621"/>
                </a:lnTo>
                <a:lnTo>
                  <a:pt x="6439" y="12621"/>
                </a:lnTo>
                <a:lnTo>
                  <a:pt x="7742" y="12528"/>
                </a:lnTo>
                <a:lnTo>
                  <a:pt x="9600" y="12343"/>
                </a:lnTo>
                <a:lnTo>
                  <a:pt x="10567" y="10510"/>
                </a:lnTo>
                <a:lnTo>
                  <a:pt x="11138" y="9257"/>
                </a:lnTo>
                <a:lnTo>
                  <a:pt x="11542" y="8004"/>
                </a:lnTo>
                <a:lnTo>
                  <a:pt x="12000" y="6171"/>
                </a:lnTo>
                <a:lnTo>
                  <a:pt x="12372" y="8279"/>
                </a:lnTo>
                <a:lnTo>
                  <a:pt x="12749" y="10414"/>
                </a:lnTo>
                <a:lnTo>
                  <a:pt x="13531" y="12537"/>
                </a:lnTo>
                <a:lnTo>
                  <a:pt x="14362" y="14315"/>
                </a:lnTo>
                <a:lnTo>
                  <a:pt x="15266" y="15814"/>
                </a:lnTo>
                <a:lnTo>
                  <a:pt x="16262" y="17107"/>
                </a:lnTo>
                <a:lnTo>
                  <a:pt x="17371" y="18264"/>
                </a:lnTo>
                <a:lnTo>
                  <a:pt x="18617" y="19351"/>
                </a:lnTo>
                <a:lnTo>
                  <a:pt x="20021" y="20440"/>
                </a:lnTo>
                <a:lnTo>
                  <a:pt x="21600" y="21600"/>
                </a:lnTo>
                <a:lnTo>
                  <a:pt x="19937" y="21600"/>
                </a:lnTo>
                <a:lnTo>
                  <a:pt x="18271" y="21600"/>
                </a:lnTo>
                <a:lnTo>
                  <a:pt x="16606" y="21600"/>
                </a:lnTo>
                <a:lnTo>
                  <a:pt x="14938" y="21600"/>
                </a:lnTo>
                <a:lnTo>
                  <a:pt x="13262" y="21600"/>
                </a:lnTo>
                <a:lnTo>
                  <a:pt x="11585" y="21600"/>
                </a:lnTo>
                <a:lnTo>
                  <a:pt x="9900" y="21600"/>
                </a:lnTo>
                <a:lnTo>
                  <a:pt x="8208" y="21600"/>
                </a:lnTo>
                <a:lnTo>
                  <a:pt x="6509" y="21600"/>
                </a:lnTo>
                <a:lnTo>
                  <a:pt x="4800" y="21600"/>
                </a:lnTo>
                <a:lnTo>
                  <a:pt x="4800" y="19560"/>
                </a:lnTo>
                <a:lnTo>
                  <a:pt x="4800" y="17508"/>
                </a:lnTo>
                <a:lnTo>
                  <a:pt x="4800" y="15429"/>
                </a:lnTo>
                <a:lnTo>
                  <a:pt x="3214" y="15429"/>
                </a:lnTo>
                <a:lnTo>
                  <a:pt x="1618" y="15429"/>
                </a:lnTo>
                <a:lnTo>
                  <a:pt x="0" y="15429"/>
                </a:lnTo>
                <a:lnTo>
                  <a:pt x="298" y="13519"/>
                </a:lnTo>
                <a:lnTo>
                  <a:pt x="595" y="11608"/>
                </a:lnTo>
                <a:lnTo>
                  <a:pt x="893" y="9692"/>
                </a:lnTo>
                <a:lnTo>
                  <a:pt x="1190" y="7773"/>
                </a:lnTo>
                <a:lnTo>
                  <a:pt x="1490" y="5844"/>
                </a:lnTo>
                <a:lnTo>
                  <a:pt x="1793" y="3907"/>
                </a:lnTo>
                <a:lnTo>
                  <a:pt x="2095" y="1959"/>
                </a:lnTo>
                <a:lnTo>
                  <a:pt x="2400" y="0"/>
                </a:lnTo>
                <a:close/>
              </a:path>
            </a:pathLst>
          </a:custGeom>
          <a:solidFill>
            <a:srgbClr val="1314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3" name="contour_10921"/>
          <p:cNvSpPr/>
          <p:nvPr/>
        </p:nvSpPr>
        <p:spPr>
          <a:xfrm>
            <a:off x="9229684" y="223012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44" y="2138"/>
                </a:lnTo>
                <a:lnTo>
                  <a:pt x="20887" y="4280"/>
                </a:lnTo>
                <a:lnTo>
                  <a:pt x="20531" y="6421"/>
                </a:lnTo>
                <a:lnTo>
                  <a:pt x="20171" y="8566"/>
                </a:lnTo>
                <a:lnTo>
                  <a:pt x="19814" y="10720"/>
                </a:lnTo>
                <a:lnTo>
                  <a:pt x="19454" y="12877"/>
                </a:lnTo>
                <a:lnTo>
                  <a:pt x="19094" y="15043"/>
                </a:lnTo>
                <a:lnTo>
                  <a:pt x="18731" y="17218"/>
                </a:lnTo>
                <a:lnTo>
                  <a:pt x="18367" y="19403"/>
                </a:lnTo>
                <a:lnTo>
                  <a:pt x="18000" y="21600"/>
                </a:lnTo>
                <a:lnTo>
                  <a:pt x="17107" y="20073"/>
                </a:lnTo>
                <a:lnTo>
                  <a:pt x="16214" y="18536"/>
                </a:lnTo>
                <a:lnTo>
                  <a:pt x="15311" y="16993"/>
                </a:lnTo>
                <a:lnTo>
                  <a:pt x="14400" y="15429"/>
                </a:lnTo>
                <a:lnTo>
                  <a:pt x="11790" y="15012"/>
                </a:lnTo>
                <a:lnTo>
                  <a:pt x="9864" y="14913"/>
                </a:lnTo>
                <a:lnTo>
                  <a:pt x="6977" y="15043"/>
                </a:lnTo>
                <a:lnTo>
                  <a:pt x="4673" y="15169"/>
                </a:lnTo>
                <a:lnTo>
                  <a:pt x="2351" y="15299"/>
                </a:lnTo>
                <a:lnTo>
                  <a:pt x="0" y="15429"/>
                </a:lnTo>
                <a:lnTo>
                  <a:pt x="22" y="12395"/>
                </a:lnTo>
                <a:lnTo>
                  <a:pt x="187" y="10420"/>
                </a:lnTo>
                <a:lnTo>
                  <a:pt x="626" y="9084"/>
                </a:lnTo>
                <a:lnTo>
                  <a:pt x="1483" y="7961"/>
                </a:lnTo>
                <a:lnTo>
                  <a:pt x="2898" y="6628"/>
                </a:lnTo>
                <a:lnTo>
                  <a:pt x="4810" y="5443"/>
                </a:lnTo>
                <a:lnTo>
                  <a:pt x="6750" y="4243"/>
                </a:lnTo>
                <a:lnTo>
                  <a:pt x="8633" y="3033"/>
                </a:lnTo>
                <a:lnTo>
                  <a:pt x="10548" y="1808"/>
                </a:lnTo>
                <a:lnTo>
                  <a:pt x="12485" y="926"/>
                </a:lnTo>
                <a:lnTo>
                  <a:pt x="14029" y="392"/>
                </a:lnTo>
                <a:lnTo>
                  <a:pt x="15710" y="117"/>
                </a:lnTo>
                <a:lnTo>
                  <a:pt x="18054" y="15"/>
                </a:lnTo>
                <a:lnTo>
                  <a:pt x="21600" y="0"/>
                </a:lnTo>
                <a:close/>
              </a:path>
            </a:pathLst>
          </a:custGeom>
          <a:solidFill>
            <a:srgbClr val="FA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4" name="contour_10922"/>
          <p:cNvSpPr/>
          <p:nvPr/>
        </p:nvSpPr>
        <p:spPr>
          <a:xfrm>
            <a:off x="10293731" y="2216388"/>
            <a:ext cx="65592" cy="35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29" y="1773"/>
                </a:moveTo>
                <a:lnTo>
                  <a:pt x="20405" y="2834"/>
                </a:lnTo>
                <a:lnTo>
                  <a:pt x="21600" y="3913"/>
                </a:lnTo>
                <a:lnTo>
                  <a:pt x="21600" y="6832"/>
                </a:lnTo>
                <a:lnTo>
                  <a:pt x="21600" y="9776"/>
                </a:lnTo>
                <a:lnTo>
                  <a:pt x="21600" y="12757"/>
                </a:lnTo>
                <a:lnTo>
                  <a:pt x="20102" y="14070"/>
                </a:lnTo>
                <a:lnTo>
                  <a:pt x="18878" y="14795"/>
                </a:lnTo>
                <a:lnTo>
                  <a:pt x="16877" y="15556"/>
                </a:lnTo>
                <a:lnTo>
                  <a:pt x="15408" y="16113"/>
                </a:lnTo>
                <a:lnTo>
                  <a:pt x="13922" y="16679"/>
                </a:lnTo>
                <a:lnTo>
                  <a:pt x="13145" y="16940"/>
                </a:lnTo>
                <a:lnTo>
                  <a:pt x="10800" y="17731"/>
                </a:lnTo>
                <a:lnTo>
                  <a:pt x="9252" y="18306"/>
                </a:lnTo>
                <a:lnTo>
                  <a:pt x="7680" y="18889"/>
                </a:lnTo>
                <a:lnTo>
                  <a:pt x="6144" y="19447"/>
                </a:lnTo>
                <a:lnTo>
                  <a:pt x="4608" y="19999"/>
                </a:lnTo>
                <a:lnTo>
                  <a:pt x="3072" y="20543"/>
                </a:lnTo>
                <a:lnTo>
                  <a:pt x="1536" y="21074"/>
                </a:lnTo>
                <a:lnTo>
                  <a:pt x="0" y="21600"/>
                </a:lnTo>
                <a:lnTo>
                  <a:pt x="540" y="18301"/>
                </a:lnTo>
                <a:lnTo>
                  <a:pt x="1063" y="15365"/>
                </a:lnTo>
                <a:lnTo>
                  <a:pt x="1630" y="12699"/>
                </a:lnTo>
                <a:lnTo>
                  <a:pt x="2290" y="10201"/>
                </a:lnTo>
                <a:lnTo>
                  <a:pt x="3101" y="7787"/>
                </a:lnTo>
                <a:lnTo>
                  <a:pt x="4121" y="5350"/>
                </a:lnTo>
                <a:lnTo>
                  <a:pt x="5400" y="2808"/>
                </a:lnTo>
                <a:lnTo>
                  <a:pt x="7078" y="1609"/>
                </a:lnTo>
                <a:lnTo>
                  <a:pt x="8635" y="769"/>
                </a:lnTo>
                <a:lnTo>
                  <a:pt x="10104" y="243"/>
                </a:lnTo>
                <a:lnTo>
                  <a:pt x="11525" y="0"/>
                </a:lnTo>
                <a:lnTo>
                  <a:pt x="12936" y="4"/>
                </a:lnTo>
                <a:lnTo>
                  <a:pt x="14374" y="217"/>
                </a:lnTo>
                <a:lnTo>
                  <a:pt x="15878" y="606"/>
                </a:lnTo>
                <a:lnTo>
                  <a:pt x="17482" y="1136"/>
                </a:lnTo>
                <a:lnTo>
                  <a:pt x="19229" y="1773"/>
                </a:lnTo>
                <a:close/>
              </a:path>
            </a:pathLst>
          </a:custGeom>
          <a:solidFill>
            <a:srgbClr val="E6E8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5" name="contour_10923"/>
          <p:cNvSpPr/>
          <p:nvPr/>
        </p:nvSpPr>
        <p:spPr>
          <a:xfrm>
            <a:off x="2174908" y="2186397"/>
            <a:ext cx="43728" cy="380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910"/>
                </a:lnTo>
                <a:lnTo>
                  <a:pt x="4756" y="1820"/>
                </a:lnTo>
                <a:lnTo>
                  <a:pt x="7135" y="2735"/>
                </a:lnTo>
                <a:lnTo>
                  <a:pt x="9522" y="3649"/>
                </a:lnTo>
                <a:lnTo>
                  <a:pt x="11916" y="4563"/>
                </a:lnTo>
                <a:lnTo>
                  <a:pt x="14321" y="5486"/>
                </a:lnTo>
                <a:lnTo>
                  <a:pt x="16733" y="6408"/>
                </a:lnTo>
                <a:lnTo>
                  <a:pt x="19159" y="7339"/>
                </a:lnTo>
                <a:lnTo>
                  <a:pt x="21600" y="8274"/>
                </a:lnTo>
                <a:lnTo>
                  <a:pt x="20887" y="10732"/>
                </a:lnTo>
                <a:lnTo>
                  <a:pt x="20171" y="13197"/>
                </a:lnTo>
                <a:lnTo>
                  <a:pt x="19454" y="15671"/>
                </a:lnTo>
                <a:lnTo>
                  <a:pt x="18731" y="18166"/>
                </a:lnTo>
                <a:lnTo>
                  <a:pt x="18000" y="20686"/>
                </a:lnTo>
                <a:lnTo>
                  <a:pt x="15390" y="21265"/>
                </a:lnTo>
                <a:lnTo>
                  <a:pt x="12848" y="21550"/>
                </a:lnTo>
                <a:lnTo>
                  <a:pt x="10343" y="21600"/>
                </a:lnTo>
                <a:lnTo>
                  <a:pt x="7834" y="21476"/>
                </a:lnTo>
                <a:lnTo>
                  <a:pt x="5299" y="21240"/>
                </a:lnTo>
                <a:lnTo>
                  <a:pt x="2696" y="20955"/>
                </a:lnTo>
                <a:lnTo>
                  <a:pt x="0" y="20686"/>
                </a:lnTo>
                <a:lnTo>
                  <a:pt x="0" y="17761"/>
                </a:lnTo>
                <a:lnTo>
                  <a:pt x="0" y="14832"/>
                </a:lnTo>
                <a:lnTo>
                  <a:pt x="0" y="11894"/>
                </a:lnTo>
                <a:lnTo>
                  <a:pt x="0" y="8944"/>
                </a:lnTo>
                <a:lnTo>
                  <a:pt x="0" y="5982"/>
                </a:lnTo>
                <a:lnTo>
                  <a:pt x="0" y="3004"/>
                </a:lnTo>
                <a:lnTo>
                  <a:pt x="0" y="0"/>
                </a:lnTo>
                <a:close/>
              </a:path>
            </a:pathLst>
          </a:custGeom>
          <a:solidFill>
            <a:srgbClr val="1514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6" name="contour_10924"/>
          <p:cNvSpPr/>
          <p:nvPr/>
        </p:nvSpPr>
        <p:spPr>
          <a:xfrm>
            <a:off x="5454504" y="2171821"/>
            <a:ext cx="51016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460" y="453"/>
                </a:lnTo>
                <a:lnTo>
                  <a:pt x="13043" y="864"/>
                </a:lnTo>
                <a:lnTo>
                  <a:pt x="14450" y="1403"/>
                </a:lnTo>
                <a:lnTo>
                  <a:pt x="16126" y="2239"/>
                </a:lnTo>
                <a:lnTo>
                  <a:pt x="18514" y="3542"/>
                </a:lnTo>
                <a:lnTo>
                  <a:pt x="19421" y="5823"/>
                </a:lnTo>
                <a:lnTo>
                  <a:pt x="20171" y="8112"/>
                </a:lnTo>
                <a:lnTo>
                  <a:pt x="20767" y="10425"/>
                </a:lnTo>
                <a:lnTo>
                  <a:pt x="21205" y="12787"/>
                </a:lnTo>
                <a:lnTo>
                  <a:pt x="21483" y="15206"/>
                </a:lnTo>
                <a:lnTo>
                  <a:pt x="21600" y="17711"/>
                </a:lnTo>
                <a:lnTo>
                  <a:pt x="19749" y="19765"/>
                </a:lnTo>
                <a:lnTo>
                  <a:pt x="18357" y="20853"/>
                </a:lnTo>
                <a:lnTo>
                  <a:pt x="16728" y="21345"/>
                </a:lnTo>
                <a:lnTo>
                  <a:pt x="14163" y="21600"/>
                </a:lnTo>
                <a:lnTo>
                  <a:pt x="12479" y="21557"/>
                </a:lnTo>
                <a:lnTo>
                  <a:pt x="10785" y="21515"/>
                </a:lnTo>
                <a:lnTo>
                  <a:pt x="9066" y="21472"/>
                </a:lnTo>
                <a:lnTo>
                  <a:pt x="7372" y="21441"/>
                </a:lnTo>
                <a:lnTo>
                  <a:pt x="5668" y="21409"/>
                </a:lnTo>
                <a:lnTo>
                  <a:pt x="3940" y="21377"/>
                </a:lnTo>
                <a:lnTo>
                  <a:pt x="1984" y="21317"/>
                </a:lnTo>
                <a:lnTo>
                  <a:pt x="0" y="21253"/>
                </a:lnTo>
                <a:lnTo>
                  <a:pt x="0" y="18912"/>
                </a:lnTo>
                <a:lnTo>
                  <a:pt x="0" y="16556"/>
                </a:lnTo>
                <a:lnTo>
                  <a:pt x="0" y="14169"/>
                </a:lnTo>
                <a:lnTo>
                  <a:pt x="1833" y="14169"/>
                </a:lnTo>
                <a:lnTo>
                  <a:pt x="3672" y="14169"/>
                </a:lnTo>
                <a:lnTo>
                  <a:pt x="5517" y="14169"/>
                </a:lnTo>
                <a:lnTo>
                  <a:pt x="7378" y="14169"/>
                </a:lnTo>
                <a:lnTo>
                  <a:pt x="9257" y="14169"/>
                </a:lnTo>
                <a:lnTo>
                  <a:pt x="9257" y="11831"/>
                </a:lnTo>
                <a:lnTo>
                  <a:pt x="9257" y="9489"/>
                </a:lnTo>
                <a:lnTo>
                  <a:pt x="9257" y="7137"/>
                </a:lnTo>
                <a:lnTo>
                  <a:pt x="9257" y="4775"/>
                </a:lnTo>
                <a:lnTo>
                  <a:pt x="9257" y="2398"/>
                </a:lnTo>
                <a:lnTo>
                  <a:pt x="9257" y="0"/>
                </a:lnTo>
                <a:close/>
              </a:path>
            </a:pathLst>
          </a:custGeom>
          <a:solidFill>
            <a:srgbClr val="3434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7" name="contour_10925"/>
          <p:cNvSpPr/>
          <p:nvPr/>
        </p:nvSpPr>
        <p:spPr>
          <a:xfrm>
            <a:off x="7312942" y="2142670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33" y="328"/>
                </a:lnTo>
                <a:lnTo>
                  <a:pt x="2468" y="657"/>
                </a:lnTo>
                <a:lnTo>
                  <a:pt x="3703" y="989"/>
                </a:lnTo>
                <a:lnTo>
                  <a:pt x="4939" y="1318"/>
                </a:lnTo>
                <a:lnTo>
                  <a:pt x="6178" y="1646"/>
                </a:lnTo>
                <a:lnTo>
                  <a:pt x="7418" y="1979"/>
                </a:lnTo>
                <a:lnTo>
                  <a:pt x="8662" y="2311"/>
                </a:lnTo>
                <a:lnTo>
                  <a:pt x="9907" y="2644"/>
                </a:lnTo>
                <a:lnTo>
                  <a:pt x="11156" y="2976"/>
                </a:lnTo>
                <a:lnTo>
                  <a:pt x="12411" y="3309"/>
                </a:lnTo>
                <a:lnTo>
                  <a:pt x="13669" y="3646"/>
                </a:lnTo>
                <a:lnTo>
                  <a:pt x="14931" y="3983"/>
                </a:lnTo>
                <a:lnTo>
                  <a:pt x="16200" y="4320"/>
                </a:lnTo>
                <a:lnTo>
                  <a:pt x="16200" y="7176"/>
                </a:lnTo>
                <a:lnTo>
                  <a:pt x="16200" y="10048"/>
                </a:lnTo>
                <a:lnTo>
                  <a:pt x="16200" y="12960"/>
                </a:lnTo>
                <a:lnTo>
                  <a:pt x="17269" y="12960"/>
                </a:lnTo>
                <a:lnTo>
                  <a:pt x="18342" y="12960"/>
                </a:lnTo>
                <a:lnTo>
                  <a:pt x="19418" y="12960"/>
                </a:lnTo>
                <a:lnTo>
                  <a:pt x="20504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369" y="21069"/>
                </a:lnTo>
                <a:lnTo>
                  <a:pt x="19139" y="20520"/>
                </a:lnTo>
                <a:lnTo>
                  <a:pt x="17914" y="19950"/>
                </a:lnTo>
                <a:lnTo>
                  <a:pt x="16688" y="19354"/>
                </a:lnTo>
                <a:lnTo>
                  <a:pt x="15466" y="18744"/>
                </a:lnTo>
                <a:lnTo>
                  <a:pt x="14245" y="18114"/>
                </a:lnTo>
                <a:lnTo>
                  <a:pt x="13025" y="17466"/>
                </a:lnTo>
                <a:lnTo>
                  <a:pt x="11808" y="16800"/>
                </a:lnTo>
                <a:lnTo>
                  <a:pt x="10591" y="16114"/>
                </a:lnTo>
                <a:lnTo>
                  <a:pt x="9376" y="15418"/>
                </a:lnTo>
                <a:lnTo>
                  <a:pt x="8163" y="14701"/>
                </a:lnTo>
                <a:lnTo>
                  <a:pt x="6950" y="13971"/>
                </a:lnTo>
                <a:lnTo>
                  <a:pt x="5738" y="13228"/>
                </a:lnTo>
                <a:lnTo>
                  <a:pt x="4648" y="12567"/>
                </a:lnTo>
                <a:lnTo>
                  <a:pt x="3551" y="11902"/>
                </a:lnTo>
                <a:lnTo>
                  <a:pt x="2439" y="11223"/>
                </a:lnTo>
                <a:lnTo>
                  <a:pt x="1633" y="10368"/>
                </a:lnTo>
                <a:lnTo>
                  <a:pt x="823" y="9508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5C4D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8" name="contour_10926"/>
          <p:cNvSpPr/>
          <p:nvPr/>
        </p:nvSpPr>
        <p:spPr>
          <a:xfrm>
            <a:off x="3858434" y="2142670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297" y="0"/>
                </a:lnTo>
                <a:lnTo>
                  <a:pt x="12996" y="0"/>
                </a:lnTo>
                <a:lnTo>
                  <a:pt x="14700" y="0"/>
                </a:lnTo>
                <a:lnTo>
                  <a:pt x="16411" y="0"/>
                </a:lnTo>
                <a:lnTo>
                  <a:pt x="18130" y="0"/>
                </a:lnTo>
                <a:lnTo>
                  <a:pt x="19858" y="0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20832" y="16394"/>
                </a:lnTo>
                <a:lnTo>
                  <a:pt x="20129" y="16567"/>
                </a:lnTo>
                <a:lnTo>
                  <a:pt x="19438" y="16740"/>
                </a:lnTo>
                <a:lnTo>
                  <a:pt x="18694" y="16929"/>
                </a:lnTo>
                <a:lnTo>
                  <a:pt x="17842" y="17140"/>
                </a:lnTo>
                <a:lnTo>
                  <a:pt x="16819" y="17393"/>
                </a:lnTo>
                <a:lnTo>
                  <a:pt x="15571" y="17707"/>
                </a:lnTo>
                <a:lnTo>
                  <a:pt x="14035" y="18090"/>
                </a:lnTo>
                <a:lnTo>
                  <a:pt x="12156" y="18560"/>
                </a:lnTo>
                <a:lnTo>
                  <a:pt x="9871" y="19132"/>
                </a:lnTo>
                <a:lnTo>
                  <a:pt x="7123" y="19818"/>
                </a:lnTo>
                <a:lnTo>
                  <a:pt x="3852" y="20639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584" y="10800"/>
                </a:lnTo>
                <a:lnTo>
                  <a:pt x="3170" y="10800"/>
                </a:lnTo>
                <a:lnTo>
                  <a:pt x="4764" y="10800"/>
                </a:lnTo>
                <a:lnTo>
                  <a:pt x="6365" y="10800"/>
                </a:lnTo>
                <a:lnTo>
                  <a:pt x="7975" y="10800"/>
                </a:lnTo>
                <a:lnTo>
                  <a:pt x="9600" y="10800"/>
                </a:lnTo>
                <a:lnTo>
                  <a:pt x="9600" y="7231"/>
                </a:lnTo>
                <a:lnTo>
                  <a:pt x="9600" y="3640"/>
                </a:lnTo>
                <a:lnTo>
                  <a:pt x="9600" y="0"/>
                </a:lnTo>
                <a:close/>
              </a:path>
            </a:pathLst>
          </a:custGeom>
          <a:solidFill>
            <a:srgbClr val="EF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29" name="contour_10927"/>
          <p:cNvSpPr/>
          <p:nvPr/>
        </p:nvSpPr>
        <p:spPr>
          <a:xfrm>
            <a:off x="1052557" y="214995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572" y="20948"/>
                </a:lnTo>
                <a:lnTo>
                  <a:pt x="14728" y="20425"/>
                </a:lnTo>
                <a:lnTo>
                  <a:pt x="12665" y="19920"/>
                </a:lnTo>
                <a:lnTo>
                  <a:pt x="10991" y="19306"/>
                </a:lnTo>
                <a:lnTo>
                  <a:pt x="9302" y="18468"/>
                </a:lnTo>
                <a:lnTo>
                  <a:pt x="7200" y="17280"/>
                </a:lnTo>
                <a:lnTo>
                  <a:pt x="5825" y="14908"/>
                </a:lnTo>
                <a:lnTo>
                  <a:pt x="4633" y="12563"/>
                </a:lnTo>
                <a:lnTo>
                  <a:pt x="3582" y="10204"/>
                </a:lnTo>
                <a:lnTo>
                  <a:pt x="2635" y="7806"/>
                </a:lnTo>
                <a:lnTo>
                  <a:pt x="1750" y="5327"/>
                </a:lnTo>
                <a:lnTo>
                  <a:pt x="886" y="2735"/>
                </a:lnTo>
                <a:lnTo>
                  <a:pt x="0" y="0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0" name="contour_10928"/>
          <p:cNvSpPr/>
          <p:nvPr/>
        </p:nvSpPr>
        <p:spPr>
          <a:xfrm>
            <a:off x="4988073" y="2128094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411" y="180"/>
                </a:lnTo>
                <a:lnTo>
                  <a:pt x="10955" y="349"/>
                </a:lnTo>
                <a:lnTo>
                  <a:pt x="11550" y="529"/>
                </a:lnTo>
                <a:lnTo>
                  <a:pt x="12292" y="756"/>
                </a:lnTo>
                <a:lnTo>
                  <a:pt x="13278" y="1058"/>
                </a:lnTo>
                <a:lnTo>
                  <a:pt x="14606" y="1462"/>
                </a:lnTo>
                <a:lnTo>
                  <a:pt x="16369" y="2002"/>
                </a:lnTo>
                <a:lnTo>
                  <a:pt x="18668" y="2704"/>
                </a:lnTo>
                <a:lnTo>
                  <a:pt x="21600" y="3600"/>
                </a:lnTo>
                <a:lnTo>
                  <a:pt x="20487" y="5069"/>
                </a:lnTo>
                <a:lnTo>
                  <a:pt x="19348" y="6556"/>
                </a:lnTo>
                <a:lnTo>
                  <a:pt x="18183" y="8046"/>
                </a:lnTo>
                <a:lnTo>
                  <a:pt x="16995" y="9526"/>
                </a:lnTo>
                <a:lnTo>
                  <a:pt x="15784" y="10980"/>
                </a:lnTo>
                <a:lnTo>
                  <a:pt x="14553" y="12398"/>
                </a:lnTo>
                <a:lnTo>
                  <a:pt x="13300" y="13766"/>
                </a:lnTo>
                <a:lnTo>
                  <a:pt x="12031" y="15070"/>
                </a:lnTo>
                <a:lnTo>
                  <a:pt x="10743" y="16294"/>
                </a:lnTo>
                <a:lnTo>
                  <a:pt x="9441" y="17424"/>
                </a:lnTo>
                <a:lnTo>
                  <a:pt x="8124" y="18450"/>
                </a:lnTo>
                <a:lnTo>
                  <a:pt x="6794" y="19357"/>
                </a:lnTo>
                <a:lnTo>
                  <a:pt x="5453" y="20128"/>
                </a:lnTo>
                <a:lnTo>
                  <a:pt x="4102" y="20750"/>
                </a:lnTo>
                <a:lnTo>
                  <a:pt x="2741" y="21215"/>
                </a:lnTo>
                <a:lnTo>
                  <a:pt x="1375" y="21503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070" y="12946"/>
                </a:lnTo>
                <a:lnTo>
                  <a:pt x="1862" y="11927"/>
                </a:lnTo>
                <a:lnTo>
                  <a:pt x="2608" y="11070"/>
                </a:lnTo>
                <a:lnTo>
                  <a:pt x="3544" y="10112"/>
                </a:lnTo>
                <a:lnTo>
                  <a:pt x="4909" y="8777"/>
                </a:lnTo>
                <a:lnTo>
                  <a:pt x="5905" y="7787"/>
                </a:lnTo>
                <a:lnTo>
                  <a:pt x="6894" y="6775"/>
                </a:lnTo>
                <a:lnTo>
                  <a:pt x="7878" y="5742"/>
                </a:lnTo>
                <a:lnTo>
                  <a:pt x="8852" y="4684"/>
                </a:lnTo>
                <a:lnTo>
                  <a:pt x="9818" y="3600"/>
                </a:lnTo>
                <a:lnTo>
                  <a:pt x="9818" y="1814"/>
                </a:lnTo>
                <a:lnTo>
                  <a:pt x="9818" y="0"/>
                </a:lnTo>
                <a:close/>
              </a:path>
            </a:pathLst>
          </a:custGeom>
          <a:solidFill>
            <a:srgbClr val="B4E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1" name="contour_10929"/>
          <p:cNvSpPr/>
          <p:nvPr/>
        </p:nvSpPr>
        <p:spPr>
          <a:xfrm>
            <a:off x="1553731" y="2113518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9" y="0"/>
                </a:moveTo>
                <a:lnTo>
                  <a:pt x="4557" y="0"/>
                </a:lnTo>
                <a:lnTo>
                  <a:pt x="7930" y="0"/>
                </a:lnTo>
                <a:lnTo>
                  <a:pt x="11318" y="0"/>
                </a:lnTo>
                <a:lnTo>
                  <a:pt x="14721" y="0"/>
                </a:lnTo>
                <a:lnTo>
                  <a:pt x="1814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5512" y="21186"/>
                </a:lnTo>
                <a:lnTo>
                  <a:pt x="11257" y="20833"/>
                </a:lnTo>
                <a:lnTo>
                  <a:pt x="8261" y="20437"/>
                </a:lnTo>
                <a:lnTo>
                  <a:pt x="5960" y="19901"/>
                </a:lnTo>
                <a:lnTo>
                  <a:pt x="3796" y="19120"/>
                </a:lnTo>
                <a:lnTo>
                  <a:pt x="1189" y="18000"/>
                </a:lnTo>
                <a:lnTo>
                  <a:pt x="510" y="15401"/>
                </a:lnTo>
                <a:lnTo>
                  <a:pt x="133" y="12838"/>
                </a:lnTo>
                <a:lnTo>
                  <a:pt x="0" y="10292"/>
                </a:lnTo>
                <a:lnTo>
                  <a:pt x="87" y="7751"/>
                </a:lnTo>
                <a:lnTo>
                  <a:pt x="337" y="5202"/>
                </a:lnTo>
                <a:lnTo>
                  <a:pt x="719" y="2621"/>
                </a:lnTo>
                <a:lnTo>
                  <a:pt x="1189" y="0"/>
                </a:lnTo>
                <a:close/>
              </a:path>
            </a:pathLst>
          </a:custGeom>
          <a:solidFill>
            <a:srgbClr val="18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2" name="contour_10930"/>
          <p:cNvSpPr/>
          <p:nvPr/>
        </p:nvSpPr>
        <p:spPr>
          <a:xfrm>
            <a:off x="9878315" y="2106230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230" y="847"/>
                </a:lnTo>
                <a:lnTo>
                  <a:pt x="7656" y="1719"/>
                </a:lnTo>
                <a:lnTo>
                  <a:pt x="9079" y="2605"/>
                </a:lnTo>
                <a:lnTo>
                  <a:pt x="10500" y="3508"/>
                </a:lnTo>
                <a:lnTo>
                  <a:pt x="12091" y="4488"/>
                </a:lnTo>
                <a:lnTo>
                  <a:pt x="13706" y="5486"/>
                </a:lnTo>
                <a:lnTo>
                  <a:pt x="14866" y="6692"/>
                </a:lnTo>
                <a:lnTo>
                  <a:pt x="15785" y="7793"/>
                </a:lnTo>
                <a:lnTo>
                  <a:pt x="16601" y="9072"/>
                </a:lnTo>
                <a:lnTo>
                  <a:pt x="17453" y="10809"/>
                </a:lnTo>
                <a:lnTo>
                  <a:pt x="18478" y="13288"/>
                </a:lnTo>
                <a:lnTo>
                  <a:pt x="19814" y="16792"/>
                </a:lnTo>
                <a:lnTo>
                  <a:pt x="21600" y="21600"/>
                </a:lnTo>
                <a:lnTo>
                  <a:pt x="19956" y="21272"/>
                </a:lnTo>
                <a:lnTo>
                  <a:pt x="18310" y="20943"/>
                </a:lnTo>
                <a:lnTo>
                  <a:pt x="16663" y="20611"/>
                </a:lnTo>
                <a:lnTo>
                  <a:pt x="15014" y="20282"/>
                </a:lnTo>
                <a:lnTo>
                  <a:pt x="13363" y="19954"/>
                </a:lnTo>
                <a:lnTo>
                  <a:pt x="11710" y="19621"/>
                </a:lnTo>
                <a:lnTo>
                  <a:pt x="10051" y="19289"/>
                </a:lnTo>
                <a:lnTo>
                  <a:pt x="8390" y="18956"/>
                </a:lnTo>
                <a:lnTo>
                  <a:pt x="6725" y="18624"/>
                </a:lnTo>
                <a:lnTo>
                  <a:pt x="5052" y="18291"/>
                </a:lnTo>
                <a:lnTo>
                  <a:pt x="3374" y="17954"/>
                </a:lnTo>
                <a:lnTo>
                  <a:pt x="1692" y="17617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1586" y="8640"/>
                </a:lnTo>
                <a:lnTo>
                  <a:pt x="3182" y="8640"/>
                </a:lnTo>
                <a:lnTo>
                  <a:pt x="4800" y="8640"/>
                </a:lnTo>
                <a:lnTo>
                  <a:pt x="4800" y="5784"/>
                </a:lnTo>
                <a:lnTo>
                  <a:pt x="4800" y="2912"/>
                </a:lnTo>
                <a:lnTo>
                  <a:pt x="4800" y="0"/>
                </a:lnTo>
                <a:close/>
              </a:path>
            </a:pathLst>
          </a:custGeom>
          <a:solidFill>
            <a:srgbClr val="DBCA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3" name="contour_10931"/>
          <p:cNvSpPr/>
          <p:nvPr/>
        </p:nvSpPr>
        <p:spPr>
          <a:xfrm>
            <a:off x="1686613" y="2104291"/>
            <a:ext cx="51016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56"/>
                </a:lnTo>
                <a:lnTo>
                  <a:pt x="11485" y="152"/>
                </a:lnTo>
                <a:lnTo>
                  <a:pt x="13506" y="294"/>
                </a:lnTo>
                <a:lnTo>
                  <a:pt x="15527" y="481"/>
                </a:lnTo>
                <a:lnTo>
                  <a:pt x="17548" y="719"/>
                </a:lnTo>
                <a:lnTo>
                  <a:pt x="19570" y="1008"/>
                </a:lnTo>
                <a:lnTo>
                  <a:pt x="21600" y="1347"/>
                </a:lnTo>
                <a:lnTo>
                  <a:pt x="21600" y="4359"/>
                </a:lnTo>
                <a:lnTo>
                  <a:pt x="21600" y="7372"/>
                </a:lnTo>
                <a:lnTo>
                  <a:pt x="21600" y="10405"/>
                </a:lnTo>
                <a:lnTo>
                  <a:pt x="21600" y="13458"/>
                </a:lnTo>
                <a:lnTo>
                  <a:pt x="21600" y="16537"/>
                </a:lnTo>
                <a:lnTo>
                  <a:pt x="19462" y="17038"/>
                </a:lnTo>
                <a:lnTo>
                  <a:pt x="17323" y="17539"/>
                </a:lnTo>
                <a:lnTo>
                  <a:pt x="15179" y="18046"/>
                </a:lnTo>
                <a:lnTo>
                  <a:pt x="13034" y="18547"/>
                </a:lnTo>
                <a:lnTo>
                  <a:pt x="10883" y="19053"/>
                </a:lnTo>
                <a:lnTo>
                  <a:pt x="8723" y="19559"/>
                </a:lnTo>
                <a:lnTo>
                  <a:pt x="6557" y="20066"/>
                </a:lnTo>
                <a:lnTo>
                  <a:pt x="4385" y="20572"/>
                </a:lnTo>
                <a:lnTo>
                  <a:pt x="2197" y="21089"/>
                </a:lnTo>
                <a:lnTo>
                  <a:pt x="0" y="21600"/>
                </a:lnTo>
                <a:lnTo>
                  <a:pt x="296" y="14365"/>
                </a:lnTo>
                <a:lnTo>
                  <a:pt x="629" y="9139"/>
                </a:lnTo>
                <a:lnTo>
                  <a:pt x="1129" y="5554"/>
                </a:lnTo>
                <a:lnTo>
                  <a:pt x="1932" y="3225"/>
                </a:lnTo>
                <a:lnTo>
                  <a:pt x="3157" y="1772"/>
                </a:lnTo>
                <a:lnTo>
                  <a:pt x="4943" y="825"/>
                </a:lnTo>
                <a:lnTo>
                  <a:pt x="7412" y="0"/>
                </a:lnTo>
                <a:close/>
              </a:path>
            </a:pathLst>
          </a:custGeom>
          <a:solidFill>
            <a:srgbClr val="7C7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4" name="contour_10932"/>
          <p:cNvSpPr/>
          <p:nvPr/>
        </p:nvSpPr>
        <p:spPr>
          <a:xfrm>
            <a:off x="10131923" y="2069790"/>
            <a:ext cx="670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4" y="0"/>
                </a:moveTo>
                <a:lnTo>
                  <a:pt x="2019" y="138"/>
                </a:lnTo>
                <a:lnTo>
                  <a:pt x="3559" y="298"/>
                </a:lnTo>
                <a:lnTo>
                  <a:pt x="5098" y="471"/>
                </a:lnTo>
                <a:lnTo>
                  <a:pt x="6636" y="661"/>
                </a:lnTo>
                <a:lnTo>
                  <a:pt x="8176" y="864"/>
                </a:lnTo>
                <a:lnTo>
                  <a:pt x="9718" y="1080"/>
                </a:lnTo>
                <a:lnTo>
                  <a:pt x="11035" y="1171"/>
                </a:lnTo>
                <a:lnTo>
                  <a:pt x="12370" y="1266"/>
                </a:lnTo>
                <a:lnTo>
                  <a:pt x="13647" y="1495"/>
                </a:lnTo>
                <a:lnTo>
                  <a:pt x="14643" y="1767"/>
                </a:lnTo>
                <a:lnTo>
                  <a:pt x="15689" y="2229"/>
                </a:lnTo>
                <a:lnTo>
                  <a:pt x="17117" y="3033"/>
                </a:lnTo>
                <a:lnTo>
                  <a:pt x="19253" y="4320"/>
                </a:lnTo>
                <a:lnTo>
                  <a:pt x="19962" y="7184"/>
                </a:lnTo>
                <a:lnTo>
                  <a:pt x="20483" y="9936"/>
                </a:lnTo>
                <a:lnTo>
                  <a:pt x="20865" y="12662"/>
                </a:lnTo>
                <a:lnTo>
                  <a:pt x="21149" y="15457"/>
                </a:lnTo>
                <a:lnTo>
                  <a:pt x="21379" y="18403"/>
                </a:lnTo>
                <a:lnTo>
                  <a:pt x="21600" y="21600"/>
                </a:lnTo>
                <a:lnTo>
                  <a:pt x="20088" y="21125"/>
                </a:lnTo>
                <a:lnTo>
                  <a:pt x="18577" y="20641"/>
                </a:lnTo>
                <a:lnTo>
                  <a:pt x="17067" y="20148"/>
                </a:lnTo>
                <a:lnTo>
                  <a:pt x="15560" y="19643"/>
                </a:lnTo>
                <a:lnTo>
                  <a:pt x="14051" y="19133"/>
                </a:lnTo>
                <a:lnTo>
                  <a:pt x="12544" y="18615"/>
                </a:lnTo>
                <a:lnTo>
                  <a:pt x="11037" y="18092"/>
                </a:lnTo>
                <a:lnTo>
                  <a:pt x="9521" y="17634"/>
                </a:lnTo>
                <a:lnTo>
                  <a:pt x="7983" y="17172"/>
                </a:lnTo>
                <a:lnTo>
                  <a:pt x="6396" y="16576"/>
                </a:lnTo>
                <a:lnTo>
                  <a:pt x="4878" y="15932"/>
                </a:lnTo>
                <a:lnTo>
                  <a:pt x="3399" y="15168"/>
                </a:lnTo>
                <a:lnTo>
                  <a:pt x="1941" y="14200"/>
                </a:lnTo>
                <a:lnTo>
                  <a:pt x="474" y="12960"/>
                </a:lnTo>
                <a:lnTo>
                  <a:pt x="157" y="9590"/>
                </a:lnTo>
                <a:lnTo>
                  <a:pt x="0" y="7236"/>
                </a:lnTo>
                <a:lnTo>
                  <a:pt x="0" y="5266"/>
                </a:lnTo>
                <a:lnTo>
                  <a:pt x="157" y="3059"/>
                </a:lnTo>
                <a:lnTo>
                  <a:pt x="474" y="0"/>
                </a:lnTo>
                <a:close/>
              </a:path>
            </a:pathLst>
          </a:custGeom>
          <a:solidFill>
            <a:srgbClr val="9093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5" name="contour_10933"/>
          <p:cNvSpPr/>
          <p:nvPr/>
        </p:nvSpPr>
        <p:spPr>
          <a:xfrm>
            <a:off x="4587233" y="2053078"/>
            <a:ext cx="94744" cy="259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69" y="638"/>
                </a:moveTo>
                <a:lnTo>
                  <a:pt x="13051" y="680"/>
                </a:lnTo>
                <a:lnTo>
                  <a:pt x="13724" y="741"/>
                </a:lnTo>
                <a:lnTo>
                  <a:pt x="15265" y="887"/>
                </a:lnTo>
                <a:lnTo>
                  <a:pt x="16321" y="1002"/>
                </a:lnTo>
                <a:lnTo>
                  <a:pt x="17376" y="1129"/>
                </a:lnTo>
                <a:lnTo>
                  <a:pt x="18433" y="1275"/>
                </a:lnTo>
                <a:lnTo>
                  <a:pt x="19488" y="1433"/>
                </a:lnTo>
                <a:lnTo>
                  <a:pt x="20545" y="1603"/>
                </a:lnTo>
                <a:lnTo>
                  <a:pt x="21600" y="1779"/>
                </a:lnTo>
                <a:lnTo>
                  <a:pt x="20611" y="5028"/>
                </a:lnTo>
                <a:lnTo>
                  <a:pt x="19654" y="7985"/>
                </a:lnTo>
                <a:lnTo>
                  <a:pt x="18717" y="10657"/>
                </a:lnTo>
                <a:lnTo>
                  <a:pt x="17787" y="13044"/>
                </a:lnTo>
                <a:lnTo>
                  <a:pt x="16850" y="15145"/>
                </a:lnTo>
                <a:lnTo>
                  <a:pt x="15894" y="16955"/>
                </a:lnTo>
                <a:lnTo>
                  <a:pt x="14907" y="18467"/>
                </a:lnTo>
                <a:lnTo>
                  <a:pt x="13876" y="19687"/>
                </a:lnTo>
                <a:lnTo>
                  <a:pt x="12787" y="20616"/>
                </a:lnTo>
                <a:lnTo>
                  <a:pt x="11629" y="21242"/>
                </a:lnTo>
                <a:lnTo>
                  <a:pt x="10390" y="21570"/>
                </a:lnTo>
                <a:lnTo>
                  <a:pt x="9054" y="21600"/>
                </a:lnTo>
                <a:lnTo>
                  <a:pt x="8559" y="21485"/>
                </a:lnTo>
                <a:lnTo>
                  <a:pt x="7062" y="21138"/>
                </a:lnTo>
                <a:lnTo>
                  <a:pt x="6546" y="21072"/>
                </a:lnTo>
                <a:lnTo>
                  <a:pt x="4991" y="20890"/>
                </a:lnTo>
                <a:lnTo>
                  <a:pt x="3993" y="20744"/>
                </a:lnTo>
                <a:lnTo>
                  <a:pt x="2994" y="20580"/>
                </a:lnTo>
                <a:lnTo>
                  <a:pt x="1996" y="20398"/>
                </a:lnTo>
                <a:lnTo>
                  <a:pt x="999" y="20203"/>
                </a:lnTo>
                <a:lnTo>
                  <a:pt x="0" y="19997"/>
                </a:lnTo>
                <a:lnTo>
                  <a:pt x="698" y="14829"/>
                </a:lnTo>
                <a:lnTo>
                  <a:pt x="1444" y="10609"/>
                </a:lnTo>
                <a:lnTo>
                  <a:pt x="2241" y="7245"/>
                </a:lnTo>
                <a:lnTo>
                  <a:pt x="3097" y="4645"/>
                </a:lnTo>
                <a:lnTo>
                  <a:pt x="4014" y="2720"/>
                </a:lnTo>
                <a:lnTo>
                  <a:pt x="5003" y="1385"/>
                </a:lnTo>
                <a:lnTo>
                  <a:pt x="6065" y="547"/>
                </a:lnTo>
                <a:lnTo>
                  <a:pt x="7204" y="115"/>
                </a:lnTo>
                <a:lnTo>
                  <a:pt x="8431" y="0"/>
                </a:lnTo>
                <a:lnTo>
                  <a:pt x="9747" y="109"/>
                </a:lnTo>
                <a:lnTo>
                  <a:pt x="11157" y="352"/>
                </a:lnTo>
                <a:lnTo>
                  <a:pt x="12669" y="638"/>
                </a:lnTo>
                <a:close/>
              </a:path>
            </a:pathLst>
          </a:custGeom>
          <a:solidFill>
            <a:srgbClr val="A6D6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6" name="contour_10934"/>
          <p:cNvSpPr/>
          <p:nvPr/>
        </p:nvSpPr>
        <p:spPr>
          <a:xfrm>
            <a:off x="8187501" y="2033350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219" y="1358"/>
                </a:lnTo>
                <a:lnTo>
                  <a:pt x="9238" y="2717"/>
                </a:lnTo>
                <a:lnTo>
                  <a:pt x="10260" y="4080"/>
                </a:lnTo>
                <a:lnTo>
                  <a:pt x="11286" y="5448"/>
                </a:lnTo>
                <a:lnTo>
                  <a:pt x="12319" y="6823"/>
                </a:lnTo>
                <a:lnTo>
                  <a:pt x="13356" y="8206"/>
                </a:lnTo>
                <a:lnTo>
                  <a:pt x="14400" y="9600"/>
                </a:lnTo>
                <a:lnTo>
                  <a:pt x="16182" y="8412"/>
                </a:lnTo>
                <a:lnTo>
                  <a:pt x="17975" y="7217"/>
                </a:lnTo>
                <a:lnTo>
                  <a:pt x="19775" y="6017"/>
                </a:lnTo>
                <a:lnTo>
                  <a:pt x="21600" y="4800"/>
                </a:lnTo>
                <a:lnTo>
                  <a:pt x="21600" y="6384"/>
                </a:lnTo>
                <a:lnTo>
                  <a:pt x="21600" y="7970"/>
                </a:lnTo>
                <a:lnTo>
                  <a:pt x="21600" y="9557"/>
                </a:lnTo>
                <a:lnTo>
                  <a:pt x="21600" y="11148"/>
                </a:lnTo>
                <a:lnTo>
                  <a:pt x="21600" y="12744"/>
                </a:lnTo>
                <a:lnTo>
                  <a:pt x="21600" y="14347"/>
                </a:lnTo>
                <a:lnTo>
                  <a:pt x="21600" y="15955"/>
                </a:lnTo>
                <a:lnTo>
                  <a:pt x="21600" y="17573"/>
                </a:lnTo>
                <a:lnTo>
                  <a:pt x="21600" y="19200"/>
                </a:lnTo>
                <a:lnTo>
                  <a:pt x="19224" y="19464"/>
                </a:lnTo>
                <a:lnTo>
                  <a:pt x="16844" y="19728"/>
                </a:lnTo>
                <a:lnTo>
                  <a:pt x="14465" y="19992"/>
                </a:lnTo>
                <a:lnTo>
                  <a:pt x="12078" y="20258"/>
                </a:lnTo>
                <a:lnTo>
                  <a:pt x="9684" y="20525"/>
                </a:lnTo>
                <a:lnTo>
                  <a:pt x="7279" y="20791"/>
                </a:lnTo>
                <a:lnTo>
                  <a:pt x="4867" y="21060"/>
                </a:lnTo>
                <a:lnTo>
                  <a:pt x="2441" y="21329"/>
                </a:lnTo>
                <a:lnTo>
                  <a:pt x="0" y="21600"/>
                </a:lnTo>
                <a:lnTo>
                  <a:pt x="547" y="19956"/>
                </a:lnTo>
                <a:lnTo>
                  <a:pt x="1098" y="18310"/>
                </a:lnTo>
                <a:lnTo>
                  <a:pt x="1645" y="16663"/>
                </a:lnTo>
                <a:lnTo>
                  <a:pt x="2196" y="15014"/>
                </a:lnTo>
                <a:lnTo>
                  <a:pt x="2747" y="13363"/>
                </a:lnTo>
                <a:lnTo>
                  <a:pt x="3298" y="11710"/>
                </a:lnTo>
                <a:lnTo>
                  <a:pt x="3848" y="10051"/>
                </a:lnTo>
                <a:lnTo>
                  <a:pt x="4403" y="8390"/>
                </a:lnTo>
                <a:lnTo>
                  <a:pt x="4957" y="6725"/>
                </a:lnTo>
                <a:lnTo>
                  <a:pt x="5515" y="5052"/>
                </a:lnTo>
                <a:lnTo>
                  <a:pt x="6077" y="3374"/>
                </a:lnTo>
                <a:lnTo>
                  <a:pt x="6635" y="1692"/>
                </a:lnTo>
                <a:lnTo>
                  <a:pt x="7200" y="0"/>
                </a:lnTo>
                <a:close/>
              </a:path>
            </a:pathLst>
          </a:custGeom>
          <a:solidFill>
            <a:srgbClr val="DBE4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7" name="contour_10935"/>
          <p:cNvSpPr/>
          <p:nvPr/>
        </p:nvSpPr>
        <p:spPr>
          <a:xfrm>
            <a:off x="3800130" y="2026062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956" y="765"/>
                </a:lnTo>
                <a:lnTo>
                  <a:pt x="18490" y="1531"/>
                </a:lnTo>
                <a:lnTo>
                  <a:pt x="20036" y="2305"/>
                </a:lnTo>
                <a:lnTo>
                  <a:pt x="21600" y="3086"/>
                </a:lnTo>
                <a:lnTo>
                  <a:pt x="20961" y="5085"/>
                </a:lnTo>
                <a:lnTo>
                  <a:pt x="20307" y="7063"/>
                </a:lnTo>
                <a:lnTo>
                  <a:pt x="19619" y="9023"/>
                </a:lnTo>
                <a:lnTo>
                  <a:pt x="18897" y="10957"/>
                </a:lnTo>
                <a:lnTo>
                  <a:pt x="18125" y="12877"/>
                </a:lnTo>
                <a:lnTo>
                  <a:pt x="17295" y="14774"/>
                </a:lnTo>
                <a:lnTo>
                  <a:pt x="16401" y="16654"/>
                </a:lnTo>
                <a:lnTo>
                  <a:pt x="15429" y="18514"/>
                </a:lnTo>
                <a:lnTo>
                  <a:pt x="12948" y="19742"/>
                </a:lnTo>
                <a:lnTo>
                  <a:pt x="11226" y="20517"/>
                </a:lnTo>
                <a:lnTo>
                  <a:pt x="9819" y="20986"/>
                </a:lnTo>
                <a:lnTo>
                  <a:pt x="8282" y="21298"/>
                </a:lnTo>
                <a:lnTo>
                  <a:pt x="6171" y="21600"/>
                </a:lnTo>
                <a:lnTo>
                  <a:pt x="6298" y="20134"/>
                </a:lnTo>
                <a:lnTo>
                  <a:pt x="6428" y="18659"/>
                </a:lnTo>
                <a:lnTo>
                  <a:pt x="6557" y="17163"/>
                </a:lnTo>
                <a:lnTo>
                  <a:pt x="6431" y="15571"/>
                </a:lnTo>
                <a:lnTo>
                  <a:pt x="6301" y="13969"/>
                </a:lnTo>
                <a:lnTo>
                  <a:pt x="6171" y="12343"/>
                </a:lnTo>
                <a:lnTo>
                  <a:pt x="4326" y="11257"/>
                </a:lnTo>
                <a:lnTo>
                  <a:pt x="3067" y="10572"/>
                </a:lnTo>
                <a:lnTo>
                  <a:pt x="1817" y="10004"/>
                </a:lnTo>
                <a:lnTo>
                  <a:pt x="0" y="9257"/>
                </a:lnTo>
                <a:lnTo>
                  <a:pt x="1676" y="9029"/>
                </a:lnTo>
                <a:lnTo>
                  <a:pt x="3376" y="8800"/>
                </a:lnTo>
                <a:lnTo>
                  <a:pt x="4456" y="8625"/>
                </a:lnTo>
                <a:lnTo>
                  <a:pt x="7714" y="8100"/>
                </a:lnTo>
                <a:lnTo>
                  <a:pt x="9868" y="7776"/>
                </a:lnTo>
                <a:lnTo>
                  <a:pt x="12053" y="7449"/>
                </a:lnTo>
                <a:lnTo>
                  <a:pt x="13728" y="6816"/>
                </a:lnTo>
                <a:lnTo>
                  <a:pt x="15429" y="6171"/>
                </a:lnTo>
                <a:lnTo>
                  <a:pt x="15429" y="4132"/>
                </a:lnTo>
                <a:lnTo>
                  <a:pt x="15429" y="2080"/>
                </a:lnTo>
                <a:lnTo>
                  <a:pt x="15429" y="0"/>
                </a:lnTo>
                <a:close/>
              </a:path>
            </a:pathLst>
          </a:custGeom>
          <a:solidFill>
            <a:srgbClr val="615E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8" name="contour_10936"/>
          <p:cNvSpPr/>
          <p:nvPr/>
        </p:nvSpPr>
        <p:spPr>
          <a:xfrm>
            <a:off x="2437276" y="1996910"/>
            <a:ext cx="7288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71" y="0"/>
                </a:lnTo>
                <a:lnTo>
                  <a:pt x="2160" y="0"/>
                </a:lnTo>
                <a:lnTo>
                  <a:pt x="2160" y="1296"/>
                </a:lnTo>
                <a:lnTo>
                  <a:pt x="2160" y="2594"/>
                </a:lnTo>
                <a:lnTo>
                  <a:pt x="2160" y="3892"/>
                </a:lnTo>
                <a:lnTo>
                  <a:pt x="2160" y="5194"/>
                </a:lnTo>
                <a:lnTo>
                  <a:pt x="2160" y="6500"/>
                </a:lnTo>
                <a:lnTo>
                  <a:pt x="2160" y="7811"/>
                </a:lnTo>
                <a:lnTo>
                  <a:pt x="2160" y="9127"/>
                </a:lnTo>
                <a:lnTo>
                  <a:pt x="2160" y="10450"/>
                </a:lnTo>
                <a:lnTo>
                  <a:pt x="2160" y="11782"/>
                </a:lnTo>
                <a:lnTo>
                  <a:pt x="3586" y="11566"/>
                </a:lnTo>
                <a:lnTo>
                  <a:pt x="5013" y="11350"/>
                </a:lnTo>
                <a:lnTo>
                  <a:pt x="6441" y="11134"/>
                </a:lnTo>
                <a:lnTo>
                  <a:pt x="7873" y="10916"/>
                </a:lnTo>
                <a:lnTo>
                  <a:pt x="9310" y="10698"/>
                </a:lnTo>
                <a:lnTo>
                  <a:pt x="10752" y="10480"/>
                </a:lnTo>
                <a:lnTo>
                  <a:pt x="12200" y="10260"/>
                </a:lnTo>
                <a:lnTo>
                  <a:pt x="13656" y="10040"/>
                </a:lnTo>
                <a:lnTo>
                  <a:pt x="15120" y="9818"/>
                </a:lnTo>
                <a:lnTo>
                  <a:pt x="16122" y="12072"/>
                </a:lnTo>
                <a:lnTo>
                  <a:pt x="16759" y="13667"/>
                </a:lnTo>
                <a:lnTo>
                  <a:pt x="17066" y="14835"/>
                </a:lnTo>
                <a:lnTo>
                  <a:pt x="17075" y="15799"/>
                </a:lnTo>
                <a:lnTo>
                  <a:pt x="16820" y="16793"/>
                </a:lnTo>
                <a:lnTo>
                  <a:pt x="16334" y="18042"/>
                </a:lnTo>
                <a:lnTo>
                  <a:pt x="15731" y="18833"/>
                </a:lnTo>
                <a:lnTo>
                  <a:pt x="15120" y="19636"/>
                </a:lnTo>
                <a:lnTo>
                  <a:pt x="16403" y="20025"/>
                </a:lnTo>
                <a:lnTo>
                  <a:pt x="17690" y="20416"/>
                </a:lnTo>
                <a:lnTo>
                  <a:pt x="18982" y="20807"/>
                </a:lnTo>
                <a:lnTo>
                  <a:pt x="20285" y="21201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7" y="21600"/>
                </a:lnTo>
                <a:lnTo>
                  <a:pt x="17312" y="21600"/>
                </a:lnTo>
                <a:lnTo>
                  <a:pt x="15872" y="21600"/>
                </a:lnTo>
                <a:lnTo>
                  <a:pt x="14422" y="21600"/>
                </a:lnTo>
                <a:lnTo>
                  <a:pt x="12960" y="21600"/>
                </a:lnTo>
                <a:lnTo>
                  <a:pt x="12960" y="20304"/>
                </a:lnTo>
                <a:lnTo>
                  <a:pt x="12960" y="19006"/>
                </a:lnTo>
                <a:lnTo>
                  <a:pt x="12960" y="17702"/>
                </a:lnTo>
                <a:lnTo>
                  <a:pt x="12960" y="16392"/>
                </a:lnTo>
                <a:lnTo>
                  <a:pt x="12960" y="15075"/>
                </a:lnTo>
                <a:lnTo>
                  <a:pt x="12960" y="13745"/>
                </a:lnTo>
                <a:lnTo>
                  <a:pt x="11534" y="13745"/>
                </a:lnTo>
                <a:lnTo>
                  <a:pt x="10107" y="13745"/>
                </a:lnTo>
                <a:lnTo>
                  <a:pt x="8679" y="13745"/>
                </a:lnTo>
                <a:lnTo>
                  <a:pt x="7247" y="13745"/>
                </a:lnTo>
                <a:lnTo>
                  <a:pt x="5810" y="13745"/>
                </a:lnTo>
                <a:lnTo>
                  <a:pt x="4368" y="13745"/>
                </a:lnTo>
                <a:lnTo>
                  <a:pt x="2920" y="13745"/>
                </a:lnTo>
                <a:lnTo>
                  <a:pt x="1464" y="13745"/>
                </a:lnTo>
                <a:lnTo>
                  <a:pt x="0" y="13745"/>
                </a:lnTo>
                <a:lnTo>
                  <a:pt x="0" y="12385"/>
                </a:lnTo>
                <a:lnTo>
                  <a:pt x="0" y="11022"/>
                </a:lnTo>
                <a:lnTo>
                  <a:pt x="0" y="9659"/>
                </a:lnTo>
                <a:lnTo>
                  <a:pt x="0" y="8294"/>
                </a:lnTo>
                <a:lnTo>
                  <a:pt x="0" y="6924"/>
                </a:lnTo>
                <a:lnTo>
                  <a:pt x="0" y="5551"/>
                </a:lnTo>
                <a:lnTo>
                  <a:pt x="0" y="4173"/>
                </a:lnTo>
                <a:lnTo>
                  <a:pt x="0" y="2788"/>
                </a:lnTo>
                <a:lnTo>
                  <a:pt x="0" y="1398"/>
                </a:lnTo>
                <a:lnTo>
                  <a:pt x="0" y="0"/>
                </a:lnTo>
                <a:close/>
              </a:path>
            </a:pathLst>
          </a:custGeom>
          <a:solidFill>
            <a:srgbClr val="E0DD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39" name="contour_10937"/>
          <p:cNvSpPr/>
          <p:nvPr/>
        </p:nvSpPr>
        <p:spPr>
          <a:xfrm>
            <a:off x="7866830" y="1982334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95" y="892"/>
                </a:lnTo>
                <a:lnTo>
                  <a:pt x="6117" y="1644"/>
                </a:lnTo>
                <a:lnTo>
                  <a:pt x="8070" y="2365"/>
                </a:lnTo>
                <a:lnTo>
                  <a:pt x="9556" y="3167"/>
                </a:lnTo>
                <a:lnTo>
                  <a:pt x="10774" y="4158"/>
                </a:lnTo>
                <a:lnTo>
                  <a:pt x="11932" y="5452"/>
                </a:lnTo>
                <a:lnTo>
                  <a:pt x="13228" y="7154"/>
                </a:lnTo>
                <a:lnTo>
                  <a:pt x="13543" y="7582"/>
                </a:lnTo>
                <a:lnTo>
                  <a:pt x="14100" y="8333"/>
                </a:lnTo>
                <a:lnTo>
                  <a:pt x="15375" y="10057"/>
                </a:lnTo>
                <a:lnTo>
                  <a:pt x="16291" y="11489"/>
                </a:lnTo>
                <a:lnTo>
                  <a:pt x="17159" y="12919"/>
                </a:lnTo>
                <a:lnTo>
                  <a:pt x="17984" y="14353"/>
                </a:lnTo>
                <a:lnTo>
                  <a:pt x="18770" y="15790"/>
                </a:lnTo>
                <a:lnTo>
                  <a:pt x="19522" y="17230"/>
                </a:lnTo>
                <a:lnTo>
                  <a:pt x="20244" y="18678"/>
                </a:lnTo>
                <a:lnTo>
                  <a:pt x="20935" y="20136"/>
                </a:lnTo>
                <a:lnTo>
                  <a:pt x="21600" y="21600"/>
                </a:lnTo>
                <a:lnTo>
                  <a:pt x="18749" y="21600"/>
                </a:lnTo>
                <a:lnTo>
                  <a:pt x="15893" y="21600"/>
                </a:lnTo>
                <a:lnTo>
                  <a:pt x="13025" y="21600"/>
                </a:lnTo>
                <a:lnTo>
                  <a:pt x="10143" y="21600"/>
                </a:lnTo>
                <a:lnTo>
                  <a:pt x="7245" y="21600"/>
                </a:lnTo>
                <a:lnTo>
                  <a:pt x="4320" y="21600"/>
                </a:lnTo>
                <a:lnTo>
                  <a:pt x="4035" y="20174"/>
                </a:lnTo>
                <a:lnTo>
                  <a:pt x="3750" y="18749"/>
                </a:lnTo>
                <a:lnTo>
                  <a:pt x="3465" y="17321"/>
                </a:lnTo>
                <a:lnTo>
                  <a:pt x="3180" y="15893"/>
                </a:lnTo>
                <a:lnTo>
                  <a:pt x="2894" y="14463"/>
                </a:lnTo>
                <a:lnTo>
                  <a:pt x="2605" y="13033"/>
                </a:lnTo>
                <a:lnTo>
                  <a:pt x="2320" y="11599"/>
                </a:lnTo>
                <a:lnTo>
                  <a:pt x="2030" y="10163"/>
                </a:lnTo>
                <a:lnTo>
                  <a:pt x="1745" y="8722"/>
                </a:lnTo>
                <a:lnTo>
                  <a:pt x="1456" y="7279"/>
                </a:lnTo>
                <a:lnTo>
                  <a:pt x="1166" y="5834"/>
                </a:lnTo>
                <a:lnTo>
                  <a:pt x="877" y="4383"/>
                </a:lnTo>
                <a:lnTo>
                  <a:pt x="583" y="2927"/>
                </a:lnTo>
                <a:lnTo>
                  <a:pt x="294" y="1467"/>
                </a:lnTo>
                <a:lnTo>
                  <a:pt x="0" y="0"/>
                </a:lnTo>
                <a:close/>
              </a:path>
            </a:pathLst>
          </a:custGeom>
          <a:solidFill>
            <a:srgbClr val="BCA9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0" name="contour_10938"/>
          <p:cNvSpPr/>
          <p:nvPr/>
        </p:nvSpPr>
        <p:spPr>
          <a:xfrm>
            <a:off x="578838" y="1989622"/>
            <a:ext cx="65592" cy="513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9799" y="641"/>
                </a:lnTo>
                <a:lnTo>
                  <a:pt x="10397" y="2576"/>
                </a:lnTo>
                <a:lnTo>
                  <a:pt x="11446" y="5612"/>
                </a:lnTo>
                <a:lnTo>
                  <a:pt x="12290" y="7931"/>
                </a:lnTo>
                <a:lnTo>
                  <a:pt x="13025" y="9667"/>
                </a:lnTo>
                <a:lnTo>
                  <a:pt x="13745" y="10964"/>
                </a:lnTo>
                <a:lnTo>
                  <a:pt x="14539" y="11961"/>
                </a:lnTo>
                <a:lnTo>
                  <a:pt x="15502" y="12801"/>
                </a:lnTo>
                <a:lnTo>
                  <a:pt x="16723" y="13623"/>
                </a:lnTo>
                <a:lnTo>
                  <a:pt x="18300" y="14568"/>
                </a:lnTo>
                <a:lnTo>
                  <a:pt x="19937" y="14948"/>
                </a:lnTo>
                <a:lnTo>
                  <a:pt x="21600" y="15334"/>
                </a:lnTo>
                <a:lnTo>
                  <a:pt x="19896" y="16316"/>
                </a:lnTo>
                <a:lnTo>
                  <a:pt x="18242" y="17227"/>
                </a:lnTo>
                <a:lnTo>
                  <a:pt x="16625" y="18064"/>
                </a:lnTo>
                <a:lnTo>
                  <a:pt x="15034" y="18821"/>
                </a:lnTo>
                <a:lnTo>
                  <a:pt x="13457" y="19496"/>
                </a:lnTo>
                <a:lnTo>
                  <a:pt x="11882" y="20085"/>
                </a:lnTo>
                <a:lnTo>
                  <a:pt x="10301" y="20585"/>
                </a:lnTo>
                <a:lnTo>
                  <a:pt x="8700" y="20990"/>
                </a:lnTo>
                <a:lnTo>
                  <a:pt x="7066" y="21296"/>
                </a:lnTo>
                <a:lnTo>
                  <a:pt x="5393" y="21502"/>
                </a:lnTo>
                <a:lnTo>
                  <a:pt x="3662" y="21600"/>
                </a:lnTo>
                <a:lnTo>
                  <a:pt x="1870" y="21591"/>
                </a:lnTo>
                <a:lnTo>
                  <a:pt x="0" y="21468"/>
                </a:lnTo>
                <a:lnTo>
                  <a:pt x="0" y="19441"/>
                </a:lnTo>
                <a:lnTo>
                  <a:pt x="0" y="17401"/>
                </a:lnTo>
                <a:lnTo>
                  <a:pt x="0" y="15334"/>
                </a:lnTo>
                <a:lnTo>
                  <a:pt x="1140" y="14384"/>
                </a:lnTo>
                <a:lnTo>
                  <a:pt x="2287" y="13427"/>
                </a:lnTo>
                <a:lnTo>
                  <a:pt x="3451" y="12458"/>
                </a:lnTo>
                <a:lnTo>
                  <a:pt x="5098" y="10915"/>
                </a:lnTo>
                <a:lnTo>
                  <a:pt x="6370" y="9458"/>
                </a:lnTo>
                <a:lnTo>
                  <a:pt x="7334" y="7986"/>
                </a:lnTo>
                <a:lnTo>
                  <a:pt x="8069" y="6404"/>
                </a:lnTo>
                <a:lnTo>
                  <a:pt x="8642" y="4610"/>
                </a:lnTo>
                <a:lnTo>
                  <a:pt x="9130" y="2506"/>
                </a:lnTo>
                <a:lnTo>
                  <a:pt x="9600" y="0"/>
                </a:lnTo>
                <a:close/>
              </a:path>
            </a:pathLst>
          </a:custGeom>
          <a:solidFill>
            <a:srgbClr val="917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1" name="contour_10939"/>
          <p:cNvSpPr/>
          <p:nvPr/>
        </p:nvSpPr>
        <p:spPr>
          <a:xfrm>
            <a:off x="8668509" y="198962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03" y="568"/>
                </a:lnTo>
                <a:lnTo>
                  <a:pt x="20228" y="1568"/>
                </a:lnTo>
                <a:lnTo>
                  <a:pt x="18223" y="3857"/>
                </a:lnTo>
                <a:lnTo>
                  <a:pt x="16772" y="5817"/>
                </a:lnTo>
                <a:lnTo>
                  <a:pt x="15588" y="7733"/>
                </a:lnTo>
                <a:lnTo>
                  <a:pt x="14620" y="9652"/>
                </a:lnTo>
                <a:lnTo>
                  <a:pt x="13831" y="11636"/>
                </a:lnTo>
                <a:lnTo>
                  <a:pt x="13172" y="13738"/>
                </a:lnTo>
                <a:lnTo>
                  <a:pt x="12600" y="16009"/>
                </a:lnTo>
                <a:lnTo>
                  <a:pt x="12006" y="17857"/>
                </a:lnTo>
                <a:lnTo>
                  <a:pt x="11408" y="19715"/>
                </a:lnTo>
                <a:lnTo>
                  <a:pt x="10800" y="21600"/>
                </a:lnTo>
                <a:lnTo>
                  <a:pt x="8420" y="21600"/>
                </a:lnTo>
                <a:lnTo>
                  <a:pt x="6026" y="21600"/>
                </a:lnTo>
                <a:lnTo>
                  <a:pt x="3600" y="21600"/>
                </a:lnTo>
                <a:lnTo>
                  <a:pt x="3244" y="19462"/>
                </a:lnTo>
                <a:lnTo>
                  <a:pt x="2887" y="17320"/>
                </a:lnTo>
                <a:lnTo>
                  <a:pt x="2531" y="15179"/>
                </a:lnTo>
                <a:lnTo>
                  <a:pt x="2171" y="13034"/>
                </a:lnTo>
                <a:lnTo>
                  <a:pt x="1814" y="10880"/>
                </a:lnTo>
                <a:lnTo>
                  <a:pt x="1454" y="8723"/>
                </a:lnTo>
                <a:lnTo>
                  <a:pt x="1094" y="6557"/>
                </a:lnTo>
                <a:lnTo>
                  <a:pt x="731" y="4382"/>
                </a:lnTo>
                <a:lnTo>
                  <a:pt x="367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D3E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2" name="contour_10940"/>
          <p:cNvSpPr/>
          <p:nvPr/>
        </p:nvSpPr>
        <p:spPr>
          <a:xfrm>
            <a:off x="6715327" y="2011486"/>
            <a:ext cx="291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1152" y="1426"/>
                </a:lnTo>
                <a:lnTo>
                  <a:pt x="20709" y="2851"/>
                </a:lnTo>
                <a:lnTo>
                  <a:pt x="20261" y="4279"/>
                </a:lnTo>
                <a:lnTo>
                  <a:pt x="19818" y="5709"/>
                </a:lnTo>
                <a:lnTo>
                  <a:pt x="19370" y="7141"/>
                </a:lnTo>
                <a:lnTo>
                  <a:pt x="18922" y="8575"/>
                </a:lnTo>
                <a:lnTo>
                  <a:pt x="18473" y="10014"/>
                </a:lnTo>
                <a:lnTo>
                  <a:pt x="18020" y="11457"/>
                </a:lnTo>
                <a:lnTo>
                  <a:pt x="17566" y="12904"/>
                </a:lnTo>
                <a:lnTo>
                  <a:pt x="17113" y="14355"/>
                </a:lnTo>
                <a:lnTo>
                  <a:pt x="16659" y="15816"/>
                </a:lnTo>
                <a:lnTo>
                  <a:pt x="16200" y="17280"/>
                </a:lnTo>
                <a:lnTo>
                  <a:pt x="12631" y="17280"/>
                </a:lnTo>
                <a:lnTo>
                  <a:pt x="9040" y="17280"/>
                </a:lnTo>
                <a:lnTo>
                  <a:pt x="5400" y="17280"/>
                </a:lnTo>
                <a:lnTo>
                  <a:pt x="4061" y="18349"/>
                </a:lnTo>
                <a:lnTo>
                  <a:pt x="2722" y="19425"/>
                </a:lnTo>
                <a:lnTo>
                  <a:pt x="1366" y="20505"/>
                </a:lnTo>
                <a:lnTo>
                  <a:pt x="0" y="21600"/>
                </a:lnTo>
                <a:lnTo>
                  <a:pt x="356" y="20174"/>
                </a:lnTo>
                <a:lnTo>
                  <a:pt x="713" y="18749"/>
                </a:lnTo>
                <a:lnTo>
                  <a:pt x="1069" y="17321"/>
                </a:lnTo>
                <a:lnTo>
                  <a:pt x="1426" y="15893"/>
                </a:lnTo>
                <a:lnTo>
                  <a:pt x="1782" y="14463"/>
                </a:lnTo>
                <a:lnTo>
                  <a:pt x="2144" y="13033"/>
                </a:lnTo>
                <a:lnTo>
                  <a:pt x="2500" y="11599"/>
                </a:lnTo>
                <a:lnTo>
                  <a:pt x="2862" y="10163"/>
                </a:lnTo>
                <a:lnTo>
                  <a:pt x="3218" y="8722"/>
                </a:lnTo>
                <a:lnTo>
                  <a:pt x="3580" y="7279"/>
                </a:lnTo>
                <a:lnTo>
                  <a:pt x="3942" y="5834"/>
                </a:lnTo>
                <a:lnTo>
                  <a:pt x="4304" y="4383"/>
                </a:lnTo>
                <a:lnTo>
                  <a:pt x="4671" y="2927"/>
                </a:lnTo>
                <a:lnTo>
                  <a:pt x="5033" y="1467"/>
                </a:lnTo>
                <a:lnTo>
                  <a:pt x="5400" y="0"/>
                </a:lnTo>
                <a:close/>
              </a:path>
            </a:pathLst>
          </a:custGeom>
          <a:solidFill>
            <a:srgbClr val="BFCC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3" name="contour_10941"/>
          <p:cNvSpPr/>
          <p:nvPr/>
        </p:nvSpPr>
        <p:spPr>
          <a:xfrm>
            <a:off x="2393548" y="1996910"/>
            <a:ext cx="43728" cy="38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681"/>
                </a:lnTo>
                <a:lnTo>
                  <a:pt x="11956" y="1362"/>
                </a:lnTo>
                <a:lnTo>
                  <a:pt x="14346" y="2047"/>
                </a:lnTo>
                <a:lnTo>
                  <a:pt x="16747" y="2737"/>
                </a:lnTo>
                <a:lnTo>
                  <a:pt x="19163" y="3430"/>
                </a:lnTo>
                <a:lnTo>
                  <a:pt x="21600" y="4128"/>
                </a:lnTo>
                <a:lnTo>
                  <a:pt x="21186" y="9052"/>
                </a:lnTo>
                <a:lnTo>
                  <a:pt x="20833" y="12494"/>
                </a:lnTo>
                <a:lnTo>
                  <a:pt x="20437" y="14917"/>
                </a:lnTo>
                <a:lnTo>
                  <a:pt x="19901" y="16779"/>
                </a:lnTo>
                <a:lnTo>
                  <a:pt x="19120" y="18529"/>
                </a:lnTo>
                <a:lnTo>
                  <a:pt x="18000" y="20638"/>
                </a:lnTo>
                <a:lnTo>
                  <a:pt x="15401" y="21187"/>
                </a:lnTo>
                <a:lnTo>
                  <a:pt x="12838" y="21493"/>
                </a:lnTo>
                <a:lnTo>
                  <a:pt x="10292" y="21600"/>
                </a:lnTo>
                <a:lnTo>
                  <a:pt x="7751" y="21530"/>
                </a:lnTo>
                <a:lnTo>
                  <a:pt x="5202" y="21328"/>
                </a:lnTo>
                <a:lnTo>
                  <a:pt x="2621" y="21018"/>
                </a:lnTo>
                <a:lnTo>
                  <a:pt x="0" y="20638"/>
                </a:lnTo>
                <a:lnTo>
                  <a:pt x="0" y="18186"/>
                </a:lnTo>
                <a:lnTo>
                  <a:pt x="0" y="15726"/>
                </a:lnTo>
                <a:lnTo>
                  <a:pt x="0" y="13258"/>
                </a:lnTo>
                <a:lnTo>
                  <a:pt x="0" y="10769"/>
                </a:lnTo>
                <a:lnTo>
                  <a:pt x="0" y="8255"/>
                </a:lnTo>
                <a:lnTo>
                  <a:pt x="2380" y="8255"/>
                </a:lnTo>
                <a:lnTo>
                  <a:pt x="4774" y="8255"/>
                </a:lnTo>
                <a:lnTo>
                  <a:pt x="7200" y="8255"/>
                </a:lnTo>
                <a:lnTo>
                  <a:pt x="7200" y="5527"/>
                </a:lnTo>
                <a:lnTo>
                  <a:pt x="7200" y="2782"/>
                </a:lnTo>
                <a:lnTo>
                  <a:pt x="7200" y="0"/>
                </a:lnTo>
                <a:close/>
              </a:path>
            </a:pathLst>
          </a:custGeom>
          <a:solidFill>
            <a:srgbClr val="A385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4" name="contour_10942"/>
          <p:cNvSpPr/>
          <p:nvPr/>
        </p:nvSpPr>
        <p:spPr>
          <a:xfrm>
            <a:off x="8201305" y="1998163"/>
            <a:ext cx="59069" cy="789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41" y="2274"/>
                </a:moveTo>
                <a:lnTo>
                  <a:pt x="16688" y="2932"/>
                </a:lnTo>
                <a:lnTo>
                  <a:pt x="17930" y="3597"/>
                </a:lnTo>
                <a:lnTo>
                  <a:pt x="19164" y="4269"/>
                </a:lnTo>
                <a:lnTo>
                  <a:pt x="20387" y="4951"/>
                </a:lnTo>
                <a:lnTo>
                  <a:pt x="21600" y="5641"/>
                </a:lnTo>
                <a:lnTo>
                  <a:pt x="19942" y="6375"/>
                </a:lnTo>
                <a:lnTo>
                  <a:pt x="18447" y="6932"/>
                </a:lnTo>
                <a:lnTo>
                  <a:pt x="16966" y="7297"/>
                </a:lnTo>
                <a:lnTo>
                  <a:pt x="15340" y="7457"/>
                </a:lnTo>
                <a:lnTo>
                  <a:pt x="13418" y="7393"/>
                </a:lnTo>
                <a:lnTo>
                  <a:pt x="11859" y="7044"/>
                </a:lnTo>
                <a:lnTo>
                  <a:pt x="10298" y="6693"/>
                </a:lnTo>
                <a:lnTo>
                  <a:pt x="8736" y="6342"/>
                </a:lnTo>
                <a:lnTo>
                  <a:pt x="7174" y="5992"/>
                </a:lnTo>
                <a:lnTo>
                  <a:pt x="5610" y="5641"/>
                </a:lnTo>
                <a:lnTo>
                  <a:pt x="5610" y="6958"/>
                </a:lnTo>
                <a:lnTo>
                  <a:pt x="5610" y="8275"/>
                </a:lnTo>
                <a:lnTo>
                  <a:pt x="5610" y="9593"/>
                </a:lnTo>
                <a:lnTo>
                  <a:pt x="5610" y="10914"/>
                </a:lnTo>
                <a:lnTo>
                  <a:pt x="5610" y="12236"/>
                </a:lnTo>
                <a:lnTo>
                  <a:pt x="5610" y="13561"/>
                </a:lnTo>
                <a:lnTo>
                  <a:pt x="5610" y="14889"/>
                </a:lnTo>
                <a:lnTo>
                  <a:pt x="5610" y="16222"/>
                </a:lnTo>
                <a:lnTo>
                  <a:pt x="5610" y="17558"/>
                </a:lnTo>
                <a:lnTo>
                  <a:pt x="5610" y="18899"/>
                </a:lnTo>
                <a:lnTo>
                  <a:pt x="5610" y="20248"/>
                </a:lnTo>
                <a:lnTo>
                  <a:pt x="5610" y="21600"/>
                </a:lnTo>
                <a:lnTo>
                  <a:pt x="4291" y="21600"/>
                </a:lnTo>
                <a:lnTo>
                  <a:pt x="2945" y="21600"/>
                </a:lnTo>
                <a:lnTo>
                  <a:pt x="2225" y="18857"/>
                </a:lnTo>
                <a:lnTo>
                  <a:pt x="1612" y="16491"/>
                </a:lnTo>
                <a:lnTo>
                  <a:pt x="1101" y="14468"/>
                </a:lnTo>
                <a:lnTo>
                  <a:pt x="693" y="12743"/>
                </a:lnTo>
                <a:lnTo>
                  <a:pt x="381" y="11277"/>
                </a:lnTo>
                <a:lnTo>
                  <a:pt x="165" y="10030"/>
                </a:lnTo>
                <a:lnTo>
                  <a:pt x="40" y="8961"/>
                </a:lnTo>
                <a:lnTo>
                  <a:pt x="0" y="8027"/>
                </a:lnTo>
                <a:lnTo>
                  <a:pt x="45" y="7191"/>
                </a:lnTo>
                <a:lnTo>
                  <a:pt x="171" y="6411"/>
                </a:lnTo>
                <a:lnTo>
                  <a:pt x="376" y="5647"/>
                </a:lnTo>
                <a:lnTo>
                  <a:pt x="653" y="4857"/>
                </a:lnTo>
                <a:lnTo>
                  <a:pt x="1002" y="4002"/>
                </a:lnTo>
                <a:lnTo>
                  <a:pt x="1418" y="3038"/>
                </a:lnTo>
                <a:lnTo>
                  <a:pt x="3107" y="1632"/>
                </a:lnTo>
                <a:lnTo>
                  <a:pt x="4722" y="684"/>
                </a:lnTo>
                <a:lnTo>
                  <a:pt x="6305" y="156"/>
                </a:lnTo>
                <a:lnTo>
                  <a:pt x="7904" y="0"/>
                </a:lnTo>
                <a:lnTo>
                  <a:pt x="9570" y="176"/>
                </a:lnTo>
                <a:lnTo>
                  <a:pt x="11350" y="642"/>
                </a:lnTo>
                <a:lnTo>
                  <a:pt x="13290" y="1356"/>
                </a:lnTo>
                <a:lnTo>
                  <a:pt x="15441" y="2274"/>
                </a:lnTo>
                <a:close/>
              </a:path>
            </a:pathLst>
          </a:custGeom>
          <a:solidFill>
            <a:srgbClr val="F0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5" name="contour_10943"/>
          <p:cNvSpPr/>
          <p:nvPr/>
        </p:nvSpPr>
        <p:spPr>
          <a:xfrm>
            <a:off x="7879664" y="1975046"/>
            <a:ext cx="7462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14" y="0"/>
                </a:moveTo>
                <a:lnTo>
                  <a:pt x="3314" y="1614"/>
                </a:lnTo>
                <a:lnTo>
                  <a:pt x="3766" y="2796"/>
                </a:lnTo>
                <a:lnTo>
                  <a:pt x="4171" y="4123"/>
                </a:lnTo>
                <a:lnTo>
                  <a:pt x="4723" y="6171"/>
                </a:lnTo>
                <a:lnTo>
                  <a:pt x="4200" y="7699"/>
                </a:lnTo>
                <a:lnTo>
                  <a:pt x="3677" y="9236"/>
                </a:lnTo>
                <a:lnTo>
                  <a:pt x="3147" y="10778"/>
                </a:lnTo>
                <a:lnTo>
                  <a:pt x="2614" y="12343"/>
                </a:lnTo>
                <a:lnTo>
                  <a:pt x="3289" y="12232"/>
                </a:lnTo>
                <a:lnTo>
                  <a:pt x="3907" y="12133"/>
                </a:lnTo>
                <a:lnTo>
                  <a:pt x="4515" y="12034"/>
                </a:lnTo>
                <a:lnTo>
                  <a:pt x="5168" y="11926"/>
                </a:lnTo>
                <a:lnTo>
                  <a:pt x="5917" y="11806"/>
                </a:lnTo>
                <a:lnTo>
                  <a:pt x="6816" y="11661"/>
                </a:lnTo>
                <a:lnTo>
                  <a:pt x="7913" y="11482"/>
                </a:lnTo>
                <a:lnTo>
                  <a:pt x="9263" y="11263"/>
                </a:lnTo>
                <a:lnTo>
                  <a:pt x="10915" y="10994"/>
                </a:lnTo>
                <a:lnTo>
                  <a:pt x="12923" y="10667"/>
                </a:lnTo>
                <a:lnTo>
                  <a:pt x="15339" y="10275"/>
                </a:lnTo>
                <a:lnTo>
                  <a:pt x="18214" y="9806"/>
                </a:lnTo>
                <a:lnTo>
                  <a:pt x="21600" y="9257"/>
                </a:lnTo>
                <a:lnTo>
                  <a:pt x="19809" y="11858"/>
                </a:lnTo>
                <a:lnTo>
                  <a:pt x="18531" y="13623"/>
                </a:lnTo>
                <a:lnTo>
                  <a:pt x="17569" y="14731"/>
                </a:lnTo>
                <a:lnTo>
                  <a:pt x="16731" y="15379"/>
                </a:lnTo>
                <a:lnTo>
                  <a:pt x="15826" y="15749"/>
                </a:lnTo>
                <a:lnTo>
                  <a:pt x="14662" y="16030"/>
                </a:lnTo>
                <a:lnTo>
                  <a:pt x="13263" y="15922"/>
                </a:lnTo>
                <a:lnTo>
                  <a:pt x="11843" y="15814"/>
                </a:lnTo>
                <a:lnTo>
                  <a:pt x="10428" y="15731"/>
                </a:lnTo>
                <a:lnTo>
                  <a:pt x="8991" y="15645"/>
                </a:lnTo>
                <a:lnTo>
                  <a:pt x="8455" y="15592"/>
                </a:lnTo>
                <a:lnTo>
                  <a:pt x="6833" y="15429"/>
                </a:lnTo>
                <a:lnTo>
                  <a:pt x="6833" y="17468"/>
                </a:lnTo>
                <a:lnTo>
                  <a:pt x="6833" y="19520"/>
                </a:lnTo>
                <a:lnTo>
                  <a:pt x="6833" y="21600"/>
                </a:lnTo>
                <a:lnTo>
                  <a:pt x="5263" y="21298"/>
                </a:lnTo>
                <a:lnTo>
                  <a:pt x="4150" y="20986"/>
                </a:lnTo>
                <a:lnTo>
                  <a:pt x="3188" y="20517"/>
                </a:lnTo>
                <a:lnTo>
                  <a:pt x="2074" y="19742"/>
                </a:lnTo>
                <a:lnTo>
                  <a:pt x="504" y="18514"/>
                </a:lnTo>
                <a:lnTo>
                  <a:pt x="240" y="16293"/>
                </a:lnTo>
                <a:lnTo>
                  <a:pt x="76" y="14089"/>
                </a:lnTo>
                <a:lnTo>
                  <a:pt x="0" y="11899"/>
                </a:lnTo>
                <a:lnTo>
                  <a:pt x="11" y="9714"/>
                </a:lnTo>
                <a:lnTo>
                  <a:pt x="101" y="7523"/>
                </a:lnTo>
                <a:lnTo>
                  <a:pt x="268" y="5317"/>
                </a:lnTo>
                <a:lnTo>
                  <a:pt x="504" y="3086"/>
                </a:lnTo>
                <a:lnTo>
                  <a:pt x="1551" y="1555"/>
                </a:lnTo>
                <a:lnTo>
                  <a:pt x="2614" y="0"/>
                </a:lnTo>
                <a:close/>
              </a:path>
            </a:pathLst>
          </a:custGeom>
          <a:solidFill>
            <a:srgbClr val="E8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6" name="contour_10944"/>
          <p:cNvSpPr/>
          <p:nvPr/>
        </p:nvSpPr>
        <p:spPr>
          <a:xfrm>
            <a:off x="7443142" y="1982334"/>
            <a:ext cx="5200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9" y="0"/>
                </a:moveTo>
                <a:lnTo>
                  <a:pt x="2346" y="311"/>
                </a:lnTo>
                <a:lnTo>
                  <a:pt x="4299" y="626"/>
                </a:lnTo>
                <a:lnTo>
                  <a:pt x="6276" y="946"/>
                </a:lnTo>
                <a:lnTo>
                  <a:pt x="7093" y="1078"/>
                </a:lnTo>
                <a:lnTo>
                  <a:pt x="9572" y="1477"/>
                </a:lnTo>
                <a:lnTo>
                  <a:pt x="11322" y="1905"/>
                </a:lnTo>
                <a:lnTo>
                  <a:pt x="12527" y="2346"/>
                </a:lnTo>
                <a:lnTo>
                  <a:pt x="13750" y="3061"/>
                </a:lnTo>
                <a:lnTo>
                  <a:pt x="15545" y="4320"/>
                </a:lnTo>
                <a:lnTo>
                  <a:pt x="15564" y="5752"/>
                </a:lnTo>
                <a:lnTo>
                  <a:pt x="15539" y="7180"/>
                </a:lnTo>
                <a:lnTo>
                  <a:pt x="15482" y="8605"/>
                </a:lnTo>
                <a:lnTo>
                  <a:pt x="15400" y="10029"/>
                </a:lnTo>
                <a:lnTo>
                  <a:pt x="15297" y="11452"/>
                </a:lnTo>
                <a:lnTo>
                  <a:pt x="15182" y="12880"/>
                </a:lnTo>
                <a:lnTo>
                  <a:pt x="15061" y="14310"/>
                </a:lnTo>
                <a:lnTo>
                  <a:pt x="15182" y="15049"/>
                </a:lnTo>
                <a:lnTo>
                  <a:pt x="15545" y="17280"/>
                </a:lnTo>
                <a:lnTo>
                  <a:pt x="17350" y="18150"/>
                </a:lnTo>
                <a:lnTo>
                  <a:pt x="18582" y="18665"/>
                </a:lnTo>
                <a:lnTo>
                  <a:pt x="19811" y="19027"/>
                </a:lnTo>
                <a:lnTo>
                  <a:pt x="21600" y="19440"/>
                </a:lnTo>
                <a:lnTo>
                  <a:pt x="19802" y="19868"/>
                </a:lnTo>
                <a:lnTo>
                  <a:pt x="17997" y="20298"/>
                </a:lnTo>
                <a:lnTo>
                  <a:pt x="16187" y="20727"/>
                </a:lnTo>
                <a:lnTo>
                  <a:pt x="14362" y="21162"/>
                </a:lnTo>
                <a:lnTo>
                  <a:pt x="12518" y="21600"/>
                </a:lnTo>
                <a:lnTo>
                  <a:pt x="12348" y="20231"/>
                </a:lnTo>
                <a:lnTo>
                  <a:pt x="12176" y="18842"/>
                </a:lnTo>
                <a:lnTo>
                  <a:pt x="11916" y="17345"/>
                </a:lnTo>
                <a:lnTo>
                  <a:pt x="11637" y="15874"/>
                </a:lnTo>
                <a:lnTo>
                  <a:pt x="11325" y="14418"/>
                </a:lnTo>
                <a:lnTo>
                  <a:pt x="10968" y="12973"/>
                </a:lnTo>
                <a:lnTo>
                  <a:pt x="10550" y="11532"/>
                </a:lnTo>
                <a:lnTo>
                  <a:pt x="10063" y="10089"/>
                </a:lnTo>
                <a:lnTo>
                  <a:pt x="9491" y="8640"/>
                </a:lnTo>
                <a:lnTo>
                  <a:pt x="7148" y="7910"/>
                </a:lnTo>
                <a:lnTo>
                  <a:pt x="5504" y="7433"/>
                </a:lnTo>
                <a:lnTo>
                  <a:pt x="4123" y="7104"/>
                </a:lnTo>
                <a:lnTo>
                  <a:pt x="2570" y="6821"/>
                </a:lnTo>
                <a:lnTo>
                  <a:pt x="409" y="6480"/>
                </a:lnTo>
                <a:lnTo>
                  <a:pt x="136" y="4808"/>
                </a:lnTo>
                <a:lnTo>
                  <a:pt x="0" y="3635"/>
                </a:lnTo>
                <a:lnTo>
                  <a:pt x="0" y="2650"/>
                </a:lnTo>
                <a:lnTo>
                  <a:pt x="136" y="1542"/>
                </a:lnTo>
                <a:lnTo>
                  <a:pt x="409" y="0"/>
                </a:lnTo>
                <a:close/>
              </a:path>
            </a:pathLst>
          </a:custGeom>
          <a:solidFill>
            <a:srgbClr val="B7B1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7" name="contour_10945"/>
          <p:cNvSpPr/>
          <p:nvPr/>
        </p:nvSpPr>
        <p:spPr>
          <a:xfrm>
            <a:off x="6955831" y="1967758"/>
            <a:ext cx="80168" cy="36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176" y="920"/>
                </a:lnTo>
                <a:lnTo>
                  <a:pt x="6427" y="1839"/>
                </a:lnTo>
                <a:lnTo>
                  <a:pt x="7678" y="2763"/>
                </a:lnTo>
                <a:lnTo>
                  <a:pt x="8931" y="3682"/>
                </a:lnTo>
                <a:lnTo>
                  <a:pt x="10183" y="4606"/>
                </a:lnTo>
                <a:lnTo>
                  <a:pt x="11440" y="5530"/>
                </a:lnTo>
                <a:lnTo>
                  <a:pt x="12697" y="6458"/>
                </a:lnTo>
                <a:lnTo>
                  <a:pt x="13958" y="7387"/>
                </a:lnTo>
                <a:lnTo>
                  <a:pt x="15222" y="8315"/>
                </a:lnTo>
                <a:lnTo>
                  <a:pt x="16489" y="9247"/>
                </a:lnTo>
                <a:lnTo>
                  <a:pt x="17759" y="10184"/>
                </a:lnTo>
                <a:lnTo>
                  <a:pt x="19035" y="11125"/>
                </a:lnTo>
                <a:lnTo>
                  <a:pt x="20316" y="12067"/>
                </a:lnTo>
                <a:lnTo>
                  <a:pt x="21600" y="13012"/>
                </a:lnTo>
                <a:lnTo>
                  <a:pt x="19411" y="16222"/>
                </a:lnTo>
                <a:lnTo>
                  <a:pt x="17796" y="18525"/>
                </a:lnTo>
                <a:lnTo>
                  <a:pt x="16610" y="20060"/>
                </a:lnTo>
                <a:lnTo>
                  <a:pt x="15703" y="20984"/>
                </a:lnTo>
                <a:lnTo>
                  <a:pt x="14930" y="21448"/>
                </a:lnTo>
                <a:lnTo>
                  <a:pt x="14142" y="21600"/>
                </a:lnTo>
                <a:lnTo>
                  <a:pt x="13194" y="21587"/>
                </a:lnTo>
                <a:lnTo>
                  <a:pt x="12006" y="20832"/>
                </a:lnTo>
                <a:lnTo>
                  <a:pt x="10800" y="20060"/>
                </a:lnTo>
                <a:lnTo>
                  <a:pt x="9425" y="19319"/>
                </a:lnTo>
                <a:lnTo>
                  <a:pt x="8086" y="18681"/>
                </a:lnTo>
                <a:lnTo>
                  <a:pt x="6769" y="18156"/>
                </a:lnTo>
                <a:lnTo>
                  <a:pt x="5457" y="17744"/>
                </a:lnTo>
                <a:lnTo>
                  <a:pt x="4137" y="17453"/>
                </a:lnTo>
                <a:lnTo>
                  <a:pt x="2798" y="17284"/>
                </a:lnTo>
                <a:lnTo>
                  <a:pt x="1424" y="17250"/>
                </a:lnTo>
                <a:lnTo>
                  <a:pt x="0" y="17349"/>
                </a:lnTo>
                <a:lnTo>
                  <a:pt x="489" y="17011"/>
                </a:lnTo>
                <a:lnTo>
                  <a:pt x="1964" y="15996"/>
                </a:lnTo>
                <a:lnTo>
                  <a:pt x="2938" y="14517"/>
                </a:lnTo>
                <a:lnTo>
                  <a:pt x="3927" y="13012"/>
                </a:lnTo>
                <a:lnTo>
                  <a:pt x="3927" y="10436"/>
                </a:lnTo>
                <a:lnTo>
                  <a:pt x="3927" y="7851"/>
                </a:lnTo>
                <a:lnTo>
                  <a:pt x="3927" y="5257"/>
                </a:lnTo>
                <a:lnTo>
                  <a:pt x="3927" y="2641"/>
                </a:lnTo>
                <a:lnTo>
                  <a:pt x="3927" y="0"/>
                </a:lnTo>
                <a:close/>
              </a:path>
            </a:pathLst>
          </a:custGeom>
          <a:solidFill>
            <a:srgbClr val="6460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8" name="contour_10946"/>
          <p:cNvSpPr/>
          <p:nvPr/>
        </p:nvSpPr>
        <p:spPr>
          <a:xfrm>
            <a:off x="301894" y="1953182"/>
            <a:ext cx="58304" cy="51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5" y="0"/>
                </a:lnTo>
                <a:lnTo>
                  <a:pt x="14380" y="0"/>
                </a:lnTo>
                <a:lnTo>
                  <a:pt x="16200" y="0"/>
                </a:lnTo>
                <a:lnTo>
                  <a:pt x="17045" y="1997"/>
                </a:lnTo>
                <a:lnTo>
                  <a:pt x="17626" y="3472"/>
                </a:lnTo>
                <a:lnTo>
                  <a:pt x="18087" y="4865"/>
                </a:lnTo>
                <a:lnTo>
                  <a:pt x="18576" y="6615"/>
                </a:lnTo>
                <a:lnTo>
                  <a:pt x="19238" y="9162"/>
                </a:lnTo>
                <a:lnTo>
                  <a:pt x="19691" y="10866"/>
                </a:lnTo>
                <a:lnTo>
                  <a:pt x="20147" y="12579"/>
                </a:lnTo>
                <a:lnTo>
                  <a:pt x="20609" y="14317"/>
                </a:lnTo>
                <a:lnTo>
                  <a:pt x="21100" y="16305"/>
                </a:lnTo>
                <a:lnTo>
                  <a:pt x="21600" y="18323"/>
                </a:lnTo>
                <a:lnTo>
                  <a:pt x="19883" y="19407"/>
                </a:lnTo>
                <a:lnTo>
                  <a:pt x="18225" y="20229"/>
                </a:lnTo>
                <a:lnTo>
                  <a:pt x="16597" y="20824"/>
                </a:lnTo>
                <a:lnTo>
                  <a:pt x="14966" y="21224"/>
                </a:lnTo>
                <a:lnTo>
                  <a:pt x="13300" y="21463"/>
                </a:lnTo>
                <a:lnTo>
                  <a:pt x="11564" y="21576"/>
                </a:lnTo>
                <a:lnTo>
                  <a:pt x="9731" y="21600"/>
                </a:lnTo>
                <a:lnTo>
                  <a:pt x="7762" y="21566"/>
                </a:lnTo>
                <a:lnTo>
                  <a:pt x="6305" y="21539"/>
                </a:lnTo>
                <a:lnTo>
                  <a:pt x="4838" y="21511"/>
                </a:lnTo>
                <a:lnTo>
                  <a:pt x="3353" y="21484"/>
                </a:lnTo>
                <a:lnTo>
                  <a:pt x="1690" y="21432"/>
                </a:lnTo>
                <a:lnTo>
                  <a:pt x="0" y="21377"/>
                </a:lnTo>
                <a:lnTo>
                  <a:pt x="1172" y="21365"/>
                </a:lnTo>
                <a:lnTo>
                  <a:pt x="2362" y="21353"/>
                </a:lnTo>
                <a:lnTo>
                  <a:pt x="4296" y="21099"/>
                </a:lnTo>
                <a:lnTo>
                  <a:pt x="6002" y="20763"/>
                </a:lnTo>
                <a:lnTo>
                  <a:pt x="7584" y="20253"/>
                </a:lnTo>
                <a:lnTo>
                  <a:pt x="9148" y="19471"/>
                </a:lnTo>
                <a:lnTo>
                  <a:pt x="10800" y="18323"/>
                </a:lnTo>
                <a:lnTo>
                  <a:pt x="11094" y="16268"/>
                </a:lnTo>
                <a:lnTo>
                  <a:pt x="11289" y="14231"/>
                </a:lnTo>
                <a:lnTo>
                  <a:pt x="11397" y="12206"/>
                </a:lnTo>
                <a:lnTo>
                  <a:pt x="11426" y="10188"/>
                </a:lnTo>
                <a:lnTo>
                  <a:pt x="11391" y="8169"/>
                </a:lnTo>
                <a:lnTo>
                  <a:pt x="11300" y="6147"/>
                </a:lnTo>
                <a:lnTo>
                  <a:pt x="11164" y="4114"/>
                </a:lnTo>
                <a:lnTo>
                  <a:pt x="10994" y="2067"/>
                </a:lnTo>
                <a:lnTo>
                  <a:pt x="10800" y="0"/>
                </a:lnTo>
                <a:close/>
              </a:path>
            </a:pathLst>
          </a:custGeom>
          <a:solidFill>
            <a:srgbClr val="6358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49" name="contour_10947"/>
          <p:cNvSpPr/>
          <p:nvPr/>
        </p:nvSpPr>
        <p:spPr>
          <a:xfrm>
            <a:off x="3727250" y="1967758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62" y="416"/>
                </a:lnTo>
                <a:lnTo>
                  <a:pt x="13033" y="837"/>
                </a:lnTo>
                <a:lnTo>
                  <a:pt x="14770" y="1512"/>
                </a:lnTo>
                <a:lnTo>
                  <a:pt x="17280" y="2700"/>
                </a:lnTo>
                <a:lnTo>
                  <a:pt x="18161" y="4593"/>
                </a:lnTo>
                <a:lnTo>
                  <a:pt x="18740" y="5970"/>
                </a:lnTo>
                <a:lnTo>
                  <a:pt x="19151" y="7228"/>
                </a:lnTo>
                <a:lnTo>
                  <a:pt x="19522" y="8762"/>
                </a:lnTo>
                <a:lnTo>
                  <a:pt x="19980" y="10967"/>
                </a:lnTo>
                <a:lnTo>
                  <a:pt x="20304" y="12450"/>
                </a:lnTo>
                <a:lnTo>
                  <a:pt x="20632" y="13940"/>
                </a:lnTo>
                <a:lnTo>
                  <a:pt x="20961" y="15452"/>
                </a:lnTo>
                <a:lnTo>
                  <a:pt x="21280" y="17164"/>
                </a:lnTo>
                <a:lnTo>
                  <a:pt x="21600" y="18900"/>
                </a:lnTo>
                <a:lnTo>
                  <a:pt x="18645" y="19732"/>
                </a:lnTo>
                <a:lnTo>
                  <a:pt x="16494" y="20288"/>
                </a:lnTo>
                <a:lnTo>
                  <a:pt x="14524" y="20698"/>
                </a:lnTo>
                <a:lnTo>
                  <a:pt x="12113" y="21092"/>
                </a:lnTo>
                <a:lnTo>
                  <a:pt x="8640" y="21600"/>
                </a:lnTo>
                <a:lnTo>
                  <a:pt x="5469" y="20566"/>
                </a:lnTo>
                <a:lnTo>
                  <a:pt x="3508" y="19659"/>
                </a:lnTo>
                <a:lnTo>
                  <a:pt x="1957" y="18374"/>
                </a:lnTo>
                <a:lnTo>
                  <a:pt x="0" y="16200"/>
                </a:lnTo>
                <a:lnTo>
                  <a:pt x="203" y="14188"/>
                </a:lnTo>
                <a:lnTo>
                  <a:pt x="497" y="12209"/>
                </a:lnTo>
                <a:lnTo>
                  <a:pt x="916" y="10274"/>
                </a:lnTo>
                <a:lnTo>
                  <a:pt x="1508" y="8389"/>
                </a:lnTo>
                <a:lnTo>
                  <a:pt x="2320" y="6561"/>
                </a:lnTo>
                <a:lnTo>
                  <a:pt x="3396" y="4801"/>
                </a:lnTo>
                <a:lnTo>
                  <a:pt x="4778" y="3116"/>
                </a:lnTo>
                <a:lnTo>
                  <a:pt x="6510" y="1512"/>
                </a:lnTo>
                <a:lnTo>
                  <a:pt x="8640" y="0"/>
                </a:lnTo>
                <a:close/>
              </a:path>
            </a:pathLst>
          </a:custGeom>
          <a:solidFill>
            <a:srgbClr val="BCC3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0" name="contour_10948"/>
          <p:cNvSpPr/>
          <p:nvPr/>
        </p:nvSpPr>
        <p:spPr>
          <a:xfrm>
            <a:off x="6788207" y="1938606"/>
            <a:ext cx="51016" cy="737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20" y="1536"/>
                </a:lnTo>
                <a:lnTo>
                  <a:pt x="20326" y="2891"/>
                </a:lnTo>
                <a:lnTo>
                  <a:pt x="20937" y="4169"/>
                </a:lnTo>
                <a:lnTo>
                  <a:pt x="21350" y="5466"/>
                </a:lnTo>
                <a:lnTo>
                  <a:pt x="21569" y="6887"/>
                </a:lnTo>
                <a:lnTo>
                  <a:pt x="21600" y="8534"/>
                </a:lnTo>
                <a:lnTo>
                  <a:pt x="20730" y="9836"/>
                </a:lnTo>
                <a:lnTo>
                  <a:pt x="19826" y="11109"/>
                </a:lnTo>
                <a:lnTo>
                  <a:pt x="18881" y="12357"/>
                </a:lnTo>
                <a:lnTo>
                  <a:pt x="17894" y="13578"/>
                </a:lnTo>
                <a:lnTo>
                  <a:pt x="16854" y="14771"/>
                </a:lnTo>
                <a:lnTo>
                  <a:pt x="15759" y="15935"/>
                </a:lnTo>
                <a:lnTo>
                  <a:pt x="14602" y="17073"/>
                </a:lnTo>
                <a:lnTo>
                  <a:pt x="13377" y="18182"/>
                </a:lnTo>
                <a:lnTo>
                  <a:pt x="12084" y="19262"/>
                </a:lnTo>
                <a:lnTo>
                  <a:pt x="10711" y="20313"/>
                </a:lnTo>
                <a:lnTo>
                  <a:pt x="9257" y="21335"/>
                </a:lnTo>
                <a:lnTo>
                  <a:pt x="6752" y="21513"/>
                </a:lnTo>
                <a:lnTo>
                  <a:pt x="5017" y="21600"/>
                </a:lnTo>
                <a:lnTo>
                  <a:pt x="3610" y="21600"/>
                </a:lnTo>
                <a:lnTo>
                  <a:pt x="2086" y="21513"/>
                </a:lnTo>
                <a:lnTo>
                  <a:pt x="0" y="21335"/>
                </a:lnTo>
                <a:lnTo>
                  <a:pt x="364" y="19910"/>
                </a:lnTo>
                <a:lnTo>
                  <a:pt x="750" y="18487"/>
                </a:lnTo>
                <a:lnTo>
                  <a:pt x="1157" y="17068"/>
                </a:lnTo>
                <a:lnTo>
                  <a:pt x="1481" y="15878"/>
                </a:lnTo>
                <a:lnTo>
                  <a:pt x="1808" y="14668"/>
                </a:lnTo>
                <a:lnTo>
                  <a:pt x="2444" y="13742"/>
                </a:lnTo>
                <a:lnTo>
                  <a:pt x="3086" y="12801"/>
                </a:lnTo>
                <a:lnTo>
                  <a:pt x="5125" y="12801"/>
                </a:lnTo>
                <a:lnTo>
                  <a:pt x="7177" y="12801"/>
                </a:lnTo>
                <a:lnTo>
                  <a:pt x="9257" y="12801"/>
                </a:lnTo>
                <a:lnTo>
                  <a:pt x="9257" y="11391"/>
                </a:lnTo>
                <a:lnTo>
                  <a:pt x="9257" y="9972"/>
                </a:lnTo>
                <a:lnTo>
                  <a:pt x="9257" y="8534"/>
                </a:lnTo>
                <a:lnTo>
                  <a:pt x="10692" y="8071"/>
                </a:lnTo>
                <a:lnTo>
                  <a:pt x="12152" y="7600"/>
                </a:lnTo>
                <a:lnTo>
                  <a:pt x="14077" y="6855"/>
                </a:lnTo>
                <a:lnTo>
                  <a:pt x="15259" y="6134"/>
                </a:lnTo>
                <a:lnTo>
                  <a:pt x="16191" y="5014"/>
                </a:lnTo>
                <a:lnTo>
                  <a:pt x="17357" y="3068"/>
                </a:lnTo>
                <a:lnTo>
                  <a:pt x="17740" y="2055"/>
                </a:lnTo>
                <a:lnTo>
                  <a:pt x="18122" y="1035"/>
                </a:lnTo>
                <a:lnTo>
                  <a:pt x="18514" y="0"/>
                </a:lnTo>
                <a:close/>
              </a:path>
            </a:pathLst>
          </a:custGeom>
          <a:solidFill>
            <a:srgbClr val="CC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1" name="contour_10949"/>
          <p:cNvSpPr/>
          <p:nvPr/>
        </p:nvSpPr>
        <p:spPr>
          <a:xfrm>
            <a:off x="11109986" y="1937892"/>
            <a:ext cx="58304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17"/>
                </a:moveTo>
                <a:lnTo>
                  <a:pt x="1553" y="437"/>
                </a:lnTo>
                <a:lnTo>
                  <a:pt x="3105" y="364"/>
                </a:lnTo>
                <a:lnTo>
                  <a:pt x="4657" y="300"/>
                </a:lnTo>
                <a:lnTo>
                  <a:pt x="6210" y="242"/>
                </a:lnTo>
                <a:lnTo>
                  <a:pt x="7762" y="190"/>
                </a:lnTo>
                <a:lnTo>
                  <a:pt x="8405" y="163"/>
                </a:lnTo>
                <a:lnTo>
                  <a:pt x="9536" y="111"/>
                </a:lnTo>
                <a:lnTo>
                  <a:pt x="12128" y="0"/>
                </a:lnTo>
                <a:lnTo>
                  <a:pt x="14002" y="274"/>
                </a:lnTo>
                <a:lnTo>
                  <a:pt x="15660" y="664"/>
                </a:lnTo>
                <a:lnTo>
                  <a:pt x="17175" y="1291"/>
                </a:lnTo>
                <a:lnTo>
                  <a:pt x="18622" y="2272"/>
                </a:lnTo>
                <a:lnTo>
                  <a:pt x="20072" y="3732"/>
                </a:lnTo>
                <a:lnTo>
                  <a:pt x="21600" y="5787"/>
                </a:lnTo>
                <a:lnTo>
                  <a:pt x="21600" y="9271"/>
                </a:lnTo>
                <a:lnTo>
                  <a:pt x="21600" y="12777"/>
                </a:lnTo>
                <a:lnTo>
                  <a:pt x="21600" y="16329"/>
                </a:lnTo>
                <a:lnTo>
                  <a:pt x="19985" y="17726"/>
                </a:lnTo>
                <a:lnTo>
                  <a:pt x="18349" y="18854"/>
                </a:lnTo>
                <a:lnTo>
                  <a:pt x="16697" y="19745"/>
                </a:lnTo>
                <a:lnTo>
                  <a:pt x="15020" y="20425"/>
                </a:lnTo>
                <a:lnTo>
                  <a:pt x="13324" y="20925"/>
                </a:lnTo>
                <a:lnTo>
                  <a:pt x="11607" y="21268"/>
                </a:lnTo>
                <a:lnTo>
                  <a:pt x="9866" y="21484"/>
                </a:lnTo>
                <a:lnTo>
                  <a:pt x="8100" y="21600"/>
                </a:lnTo>
                <a:lnTo>
                  <a:pt x="6024" y="19766"/>
                </a:lnTo>
                <a:lnTo>
                  <a:pt x="4539" y="18358"/>
                </a:lnTo>
                <a:lnTo>
                  <a:pt x="3418" y="17072"/>
                </a:lnTo>
                <a:lnTo>
                  <a:pt x="2438" y="15623"/>
                </a:lnTo>
                <a:lnTo>
                  <a:pt x="1374" y="13715"/>
                </a:lnTo>
                <a:lnTo>
                  <a:pt x="0" y="11058"/>
                </a:lnTo>
                <a:lnTo>
                  <a:pt x="0" y="7574"/>
                </a:lnTo>
                <a:lnTo>
                  <a:pt x="0" y="4069"/>
                </a:lnTo>
                <a:lnTo>
                  <a:pt x="0" y="517"/>
                </a:lnTo>
                <a:close/>
              </a:path>
            </a:pathLst>
          </a:custGeom>
          <a:solidFill>
            <a:srgbClr val="5A57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2" name="contour_10950"/>
          <p:cNvSpPr/>
          <p:nvPr/>
        </p:nvSpPr>
        <p:spPr>
          <a:xfrm>
            <a:off x="1365941" y="1946528"/>
            <a:ext cx="72880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325"/>
                </a:moveTo>
                <a:lnTo>
                  <a:pt x="21116" y="13531"/>
                </a:lnTo>
                <a:lnTo>
                  <a:pt x="20730" y="15728"/>
                </a:lnTo>
                <a:lnTo>
                  <a:pt x="20237" y="17919"/>
                </a:lnTo>
                <a:lnTo>
                  <a:pt x="19440" y="21120"/>
                </a:lnTo>
                <a:lnTo>
                  <a:pt x="17922" y="21600"/>
                </a:lnTo>
                <a:lnTo>
                  <a:pt x="16764" y="21568"/>
                </a:lnTo>
                <a:lnTo>
                  <a:pt x="14977" y="20996"/>
                </a:lnTo>
                <a:lnTo>
                  <a:pt x="13668" y="20575"/>
                </a:lnTo>
                <a:lnTo>
                  <a:pt x="12340" y="20148"/>
                </a:lnTo>
                <a:lnTo>
                  <a:pt x="10973" y="19625"/>
                </a:lnTo>
                <a:lnTo>
                  <a:pt x="9586" y="19096"/>
                </a:lnTo>
                <a:lnTo>
                  <a:pt x="8206" y="18637"/>
                </a:lnTo>
                <a:lnTo>
                  <a:pt x="6804" y="18167"/>
                </a:lnTo>
                <a:lnTo>
                  <a:pt x="5443" y="17698"/>
                </a:lnTo>
                <a:lnTo>
                  <a:pt x="4080" y="17217"/>
                </a:lnTo>
                <a:lnTo>
                  <a:pt x="2719" y="16726"/>
                </a:lnTo>
                <a:lnTo>
                  <a:pt x="1361" y="16230"/>
                </a:lnTo>
                <a:lnTo>
                  <a:pt x="0" y="15722"/>
                </a:lnTo>
                <a:lnTo>
                  <a:pt x="0" y="12155"/>
                </a:lnTo>
                <a:lnTo>
                  <a:pt x="0" y="8566"/>
                </a:lnTo>
                <a:lnTo>
                  <a:pt x="0" y="4928"/>
                </a:lnTo>
                <a:lnTo>
                  <a:pt x="1376" y="3174"/>
                </a:lnTo>
                <a:lnTo>
                  <a:pt x="2789" y="1830"/>
                </a:lnTo>
                <a:lnTo>
                  <a:pt x="4227" y="869"/>
                </a:lnTo>
                <a:lnTo>
                  <a:pt x="5689" y="264"/>
                </a:lnTo>
                <a:lnTo>
                  <a:pt x="7169" y="0"/>
                </a:lnTo>
                <a:lnTo>
                  <a:pt x="8662" y="38"/>
                </a:lnTo>
                <a:lnTo>
                  <a:pt x="10156" y="367"/>
                </a:lnTo>
                <a:lnTo>
                  <a:pt x="11651" y="950"/>
                </a:lnTo>
                <a:lnTo>
                  <a:pt x="13139" y="1776"/>
                </a:lnTo>
                <a:lnTo>
                  <a:pt x="14617" y="2812"/>
                </a:lnTo>
                <a:lnTo>
                  <a:pt x="16073" y="4037"/>
                </a:lnTo>
                <a:lnTo>
                  <a:pt x="17507" y="5424"/>
                </a:lnTo>
                <a:lnTo>
                  <a:pt x="18909" y="6952"/>
                </a:lnTo>
                <a:lnTo>
                  <a:pt x="20276" y="8593"/>
                </a:lnTo>
                <a:lnTo>
                  <a:pt x="21600" y="10325"/>
                </a:lnTo>
                <a:close/>
              </a:path>
            </a:pathLst>
          </a:custGeom>
          <a:solidFill>
            <a:srgbClr val="585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3" name="contour_10951"/>
          <p:cNvSpPr/>
          <p:nvPr/>
        </p:nvSpPr>
        <p:spPr>
          <a:xfrm>
            <a:off x="2131180" y="1930604"/>
            <a:ext cx="58304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17"/>
                </a:moveTo>
                <a:lnTo>
                  <a:pt x="1552" y="437"/>
                </a:lnTo>
                <a:lnTo>
                  <a:pt x="3105" y="364"/>
                </a:lnTo>
                <a:lnTo>
                  <a:pt x="4658" y="300"/>
                </a:lnTo>
                <a:lnTo>
                  <a:pt x="6210" y="242"/>
                </a:lnTo>
                <a:lnTo>
                  <a:pt x="7762" y="190"/>
                </a:lnTo>
                <a:lnTo>
                  <a:pt x="8405" y="163"/>
                </a:lnTo>
                <a:lnTo>
                  <a:pt x="9536" y="111"/>
                </a:lnTo>
                <a:lnTo>
                  <a:pt x="12128" y="0"/>
                </a:lnTo>
                <a:lnTo>
                  <a:pt x="13975" y="327"/>
                </a:lnTo>
                <a:lnTo>
                  <a:pt x="15606" y="833"/>
                </a:lnTo>
                <a:lnTo>
                  <a:pt x="17099" y="1576"/>
                </a:lnTo>
                <a:lnTo>
                  <a:pt x="18541" y="2614"/>
                </a:lnTo>
                <a:lnTo>
                  <a:pt x="20012" y="3995"/>
                </a:lnTo>
                <a:lnTo>
                  <a:pt x="21600" y="5787"/>
                </a:lnTo>
                <a:lnTo>
                  <a:pt x="21065" y="8918"/>
                </a:lnTo>
                <a:lnTo>
                  <a:pt x="20528" y="12060"/>
                </a:lnTo>
                <a:lnTo>
                  <a:pt x="19991" y="15212"/>
                </a:lnTo>
                <a:lnTo>
                  <a:pt x="19448" y="18390"/>
                </a:lnTo>
                <a:lnTo>
                  <a:pt x="18900" y="21600"/>
                </a:lnTo>
                <a:lnTo>
                  <a:pt x="17064" y="21268"/>
                </a:lnTo>
                <a:lnTo>
                  <a:pt x="15239" y="20910"/>
                </a:lnTo>
                <a:lnTo>
                  <a:pt x="13427" y="20504"/>
                </a:lnTo>
                <a:lnTo>
                  <a:pt x="11624" y="20040"/>
                </a:lnTo>
                <a:lnTo>
                  <a:pt x="9828" y="19502"/>
                </a:lnTo>
                <a:lnTo>
                  <a:pt x="8038" y="18875"/>
                </a:lnTo>
                <a:lnTo>
                  <a:pt x="6256" y="18148"/>
                </a:lnTo>
                <a:lnTo>
                  <a:pt x="4477" y="17304"/>
                </a:lnTo>
                <a:lnTo>
                  <a:pt x="2700" y="16329"/>
                </a:lnTo>
                <a:lnTo>
                  <a:pt x="1544" y="12249"/>
                </a:lnTo>
                <a:lnTo>
                  <a:pt x="826" y="9387"/>
                </a:lnTo>
                <a:lnTo>
                  <a:pt x="416" y="6984"/>
                </a:lnTo>
                <a:lnTo>
                  <a:pt x="184" y="4280"/>
                </a:lnTo>
                <a:lnTo>
                  <a:pt x="0" y="517"/>
                </a:lnTo>
                <a:close/>
              </a:path>
            </a:pathLst>
          </a:custGeom>
          <a:solidFill>
            <a:srgbClr val="6868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4" name="contour_10952"/>
          <p:cNvSpPr/>
          <p:nvPr/>
        </p:nvSpPr>
        <p:spPr>
          <a:xfrm>
            <a:off x="877646" y="1909454"/>
            <a:ext cx="51016" cy="45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04" y="791"/>
                </a:lnTo>
                <a:lnTo>
                  <a:pt x="9257" y="1416"/>
                </a:lnTo>
                <a:lnTo>
                  <a:pt x="10510" y="2207"/>
                </a:lnTo>
                <a:lnTo>
                  <a:pt x="12343" y="3487"/>
                </a:lnTo>
                <a:lnTo>
                  <a:pt x="12343" y="5791"/>
                </a:lnTo>
                <a:lnTo>
                  <a:pt x="12343" y="8110"/>
                </a:lnTo>
                <a:lnTo>
                  <a:pt x="12343" y="10460"/>
                </a:lnTo>
                <a:lnTo>
                  <a:pt x="14176" y="10460"/>
                </a:lnTo>
                <a:lnTo>
                  <a:pt x="16015" y="10460"/>
                </a:lnTo>
                <a:lnTo>
                  <a:pt x="17860" y="10460"/>
                </a:lnTo>
                <a:lnTo>
                  <a:pt x="19721" y="10460"/>
                </a:lnTo>
                <a:lnTo>
                  <a:pt x="21600" y="10460"/>
                </a:lnTo>
                <a:lnTo>
                  <a:pt x="21600" y="12531"/>
                </a:lnTo>
                <a:lnTo>
                  <a:pt x="21600" y="14609"/>
                </a:lnTo>
                <a:lnTo>
                  <a:pt x="21600" y="16694"/>
                </a:lnTo>
                <a:lnTo>
                  <a:pt x="21600" y="18797"/>
                </a:lnTo>
                <a:lnTo>
                  <a:pt x="21600" y="20920"/>
                </a:lnTo>
                <a:lnTo>
                  <a:pt x="19789" y="21028"/>
                </a:lnTo>
                <a:lnTo>
                  <a:pt x="17974" y="21122"/>
                </a:lnTo>
                <a:lnTo>
                  <a:pt x="16163" y="21209"/>
                </a:lnTo>
                <a:lnTo>
                  <a:pt x="14349" y="21286"/>
                </a:lnTo>
                <a:lnTo>
                  <a:pt x="12534" y="21356"/>
                </a:lnTo>
                <a:lnTo>
                  <a:pt x="10849" y="21436"/>
                </a:lnTo>
                <a:lnTo>
                  <a:pt x="9155" y="21516"/>
                </a:lnTo>
                <a:lnTo>
                  <a:pt x="7437" y="21600"/>
                </a:lnTo>
                <a:lnTo>
                  <a:pt x="5277" y="21262"/>
                </a:lnTo>
                <a:lnTo>
                  <a:pt x="3086" y="20920"/>
                </a:lnTo>
                <a:lnTo>
                  <a:pt x="1839" y="18835"/>
                </a:lnTo>
                <a:lnTo>
                  <a:pt x="1102" y="17412"/>
                </a:lnTo>
                <a:lnTo>
                  <a:pt x="583" y="16000"/>
                </a:lnTo>
                <a:lnTo>
                  <a:pt x="0" y="13947"/>
                </a:lnTo>
                <a:lnTo>
                  <a:pt x="2040" y="13947"/>
                </a:lnTo>
                <a:lnTo>
                  <a:pt x="4092" y="13947"/>
                </a:lnTo>
                <a:lnTo>
                  <a:pt x="6171" y="13947"/>
                </a:lnTo>
                <a:lnTo>
                  <a:pt x="6171" y="11646"/>
                </a:lnTo>
                <a:lnTo>
                  <a:pt x="6171" y="9341"/>
                </a:lnTo>
                <a:lnTo>
                  <a:pt x="6171" y="7026"/>
                </a:lnTo>
                <a:lnTo>
                  <a:pt x="6171" y="4700"/>
                </a:lnTo>
                <a:lnTo>
                  <a:pt x="6171" y="2360"/>
                </a:lnTo>
                <a:lnTo>
                  <a:pt x="6171" y="0"/>
                </a:lnTo>
                <a:close/>
              </a:path>
            </a:pathLst>
          </a:custGeom>
          <a:solidFill>
            <a:srgbClr val="06050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5" name="contour_10953"/>
          <p:cNvSpPr/>
          <p:nvPr/>
        </p:nvSpPr>
        <p:spPr>
          <a:xfrm>
            <a:off x="4222834" y="1880302"/>
            <a:ext cx="65592" cy="66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43" y="425"/>
                </a:lnTo>
                <a:lnTo>
                  <a:pt x="3502" y="970"/>
                </a:lnTo>
                <a:lnTo>
                  <a:pt x="4997" y="1631"/>
                </a:lnTo>
                <a:lnTo>
                  <a:pt x="6353" y="2403"/>
                </a:lnTo>
                <a:lnTo>
                  <a:pt x="7591" y="3283"/>
                </a:lnTo>
                <a:lnTo>
                  <a:pt x="8736" y="4260"/>
                </a:lnTo>
                <a:lnTo>
                  <a:pt x="9806" y="5334"/>
                </a:lnTo>
                <a:lnTo>
                  <a:pt x="10826" y="6500"/>
                </a:lnTo>
                <a:lnTo>
                  <a:pt x="11820" y="7748"/>
                </a:lnTo>
                <a:lnTo>
                  <a:pt x="12806" y="9075"/>
                </a:lnTo>
                <a:lnTo>
                  <a:pt x="13810" y="10477"/>
                </a:lnTo>
                <a:lnTo>
                  <a:pt x="14851" y="11947"/>
                </a:lnTo>
                <a:lnTo>
                  <a:pt x="15835" y="13288"/>
                </a:lnTo>
                <a:lnTo>
                  <a:pt x="16834" y="14645"/>
                </a:lnTo>
                <a:lnTo>
                  <a:pt x="17794" y="15959"/>
                </a:lnTo>
                <a:lnTo>
                  <a:pt x="18751" y="17276"/>
                </a:lnTo>
                <a:lnTo>
                  <a:pt x="19704" y="18596"/>
                </a:lnTo>
                <a:lnTo>
                  <a:pt x="20654" y="19917"/>
                </a:lnTo>
                <a:lnTo>
                  <a:pt x="21600" y="21241"/>
                </a:lnTo>
                <a:lnTo>
                  <a:pt x="20045" y="21480"/>
                </a:lnTo>
                <a:lnTo>
                  <a:pt x="18890" y="21600"/>
                </a:lnTo>
                <a:lnTo>
                  <a:pt x="17796" y="21600"/>
                </a:lnTo>
                <a:lnTo>
                  <a:pt x="16416" y="21480"/>
                </a:lnTo>
                <a:lnTo>
                  <a:pt x="14400" y="21241"/>
                </a:lnTo>
                <a:lnTo>
                  <a:pt x="13152" y="20233"/>
                </a:lnTo>
                <a:lnTo>
                  <a:pt x="11981" y="19171"/>
                </a:lnTo>
                <a:lnTo>
                  <a:pt x="10872" y="18062"/>
                </a:lnTo>
                <a:lnTo>
                  <a:pt x="9809" y="16910"/>
                </a:lnTo>
                <a:lnTo>
                  <a:pt x="8777" y="15726"/>
                </a:lnTo>
                <a:lnTo>
                  <a:pt x="7762" y="14510"/>
                </a:lnTo>
                <a:lnTo>
                  <a:pt x="6749" y="13276"/>
                </a:lnTo>
                <a:lnTo>
                  <a:pt x="5765" y="12150"/>
                </a:lnTo>
                <a:lnTo>
                  <a:pt x="4766" y="11008"/>
                </a:lnTo>
                <a:lnTo>
                  <a:pt x="3192" y="9136"/>
                </a:lnTo>
                <a:lnTo>
                  <a:pt x="2011" y="7663"/>
                </a:lnTo>
                <a:lnTo>
                  <a:pt x="1164" y="6462"/>
                </a:lnTo>
                <a:lnTo>
                  <a:pt x="595" y="5400"/>
                </a:lnTo>
                <a:lnTo>
                  <a:pt x="252" y="4354"/>
                </a:lnTo>
                <a:lnTo>
                  <a:pt x="74" y="3191"/>
                </a:lnTo>
                <a:lnTo>
                  <a:pt x="10" y="1782"/>
                </a:lnTo>
                <a:lnTo>
                  <a:pt x="0" y="0"/>
                </a:lnTo>
                <a:close/>
              </a:path>
            </a:pathLst>
          </a:custGeom>
          <a:solidFill>
            <a:srgbClr val="9BD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6" name="contour_10954"/>
          <p:cNvSpPr/>
          <p:nvPr/>
        </p:nvSpPr>
        <p:spPr>
          <a:xfrm>
            <a:off x="2036436" y="187301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98" y="227"/>
                </a:lnTo>
                <a:lnTo>
                  <a:pt x="4184" y="472"/>
                </a:lnTo>
                <a:lnTo>
                  <a:pt x="6255" y="749"/>
                </a:lnTo>
                <a:lnTo>
                  <a:pt x="8316" y="1066"/>
                </a:lnTo>
                <a:lnTo>
                  <a:pt x="10368" y="1433"/>
                </a:lnTo>
                <a:lnTo>
                  <a:pt x="12414" y="1861"/>
                </a:lnTo>
                <a:lnTo>
                  <a:pt x="14450" y="2358"/>
                </a:lnTo>
                <a:lnTo>
                  <a:pt x="16484" y="2934"/>
                </a:lnTo>
                <a:lnTo>
                  <a:pt x="18514" y="3600"/>
                </a:lnTo>
                <a:lnTo>
                  <a:pt x="19835" y="6386"/>
                </a:lnTo>
                <a:lnTo>
                  <a:pt x="20656" y="8341"/>
                </a:lnTo>
                <a:lnTo>
                  <a:pt x="21125" y="9983"/>
                </a:lnTo>
                <a:lnTo>
                  <a:pt x="21390" y="11830"/>
                </a:lnTo>
                <a:lnTo>
                  <a:pt x="21600" y="14400"/>
                </a:lnTo>
                <a:lnTo>
                  <a:pt x="20134" y="14252"/>
                </a:lnTo>
                <a:lnTo>
                  <a:pt x="18659" y="14101"/>
                </a:lnTo>
                <a:lnTo>
                  <a:pt x="17163" y="13950"/>
                </a:lnTo>
                <a:lnTo>
                  <a:pt x="16456" y="14018"/>
                </a:lnTo>
                <a:lnTo>
                  <a:pt x="15206" y="14134"/>
                </a:lnTo>
                <a:lnTo>
                  <a:pt x="12343" y="14400"/>
                </a:lnTo>
                <a:lnTo>
                  <a:pt x="11099" y="16538"/>
                </a:lnTo>
                <a:lnTo>
                  <a:pt x="10365" y="18000"/>
                </a:lnTo>
                <a:lnTo>
                  <a:pt x="9847" y="19462"/>
                </a:lnTo>
                <a:lnTo>
                  <a:pt x="9257" y="21600"/>
                </a:lnTo>
                <a:lnTo>
                  <a:pt x="7492" y="20855"/>
                </a:lnTo>
                <a:lnTo>
                  <a:pt x="6261" y="20232"/>
                </a:lnTo>
                <a:lnTo>
                  <a:pt x="4987" y="19393"/>
                </a:lnTo>
                <a:lnTo>
                  <a:pt x="3086" y="18000"/>
                </a:lnTo>
                <a:lnTo>
                  <a:pt x="2336" y="15444"/>
                </a:lnTo>
                <a:lnTo>
                  <a:pt x="1885" y="13630"/>
                </a:lnTo>
                <a:lnTo>
                  <a:pt x="1552" y="11696"/>
                </a:lnTo>
                <a:lnTo>
                  <a:pt x="1157" y="8777"/>
                </a:lnTo>
                <a:lnTo>
                  <a:pt x="808" y="6311"/>
                </a:lnTo>
                <a:lnTo>
                  <a:pt x="457" y="3812"/>
                </a:lnTo>
                <a:lnTo>
                  <a:pt x="228" y="1919"/>
                </a:lnTo>
                <a:lnTo>
                  <a:pt x="0" y="0"/>
                </a:lnTo>
                <a:close/>
              </a:path>
            </a:pathLst>
          </a:custGeom>
          <a:solidFill>
            <a:srgbClr val="7C7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7" name="contour_10955"/>
          <p:cNvSpPr/>
          <p:nvPr/>
        </p:nvSpPr>
        <p:spPr>
          <a:xfrm>
            <a:off x="8661221" y="187301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594"/>
                </a:lnTo>
                <a:lnTo>
                  <a:pt x="13333" y="1188"/>
                </a:lnTo>
                <a:lnTo>
                  <a:pt x="15382" y="1786"/>
                </a:lnTo>
                <a:lnTo>
                  <a:pt x="17440" y="2387"/>
                </a:lnTo>
                <a:lnTo>
                  <a:pt x="19511" y="2992"/>
                </a:lnTo>
                <a:lnTo>
                  <a:pt x="21600" y="3600"/>
                </a:lnTo>
                <a:lnTo>
                  <a:pt x="21217" y="5828"/>
                </a:lnTo>
                <a:lnTo>
                  <a:pt x="20835" y="8057"/>
                </a:lnTo>
                <a:lnTo>
                  <a:pt x="20452" y="10292"/>
                </a:lnTo>
                <a:lnTo>
                  <a:pt x="20069" y="12532"/>
                </a:lnTo>
                <a:lnTo>
                  <a:pt x="19684" y="14782"/>
                </a:lnTo>
                <a:lnTo>
                  <a:pt x="19295" y="17042"/>
                </a:lnTo>
                <a:lnTo>
                  <a:pt x="18906" y="19314"/>
                </a:lnTo>
                <a:lnTo>
                  <a:pt x="18514" y="21600"/>
                </a:lnTo>
                <a:lnTo>
                  <a:pt x="17749" y="19818"/>
                </a:lnTo>
                <a:lnTo>
                  <a:pt x="16984" y="18025"/>
                </a:lnTo>
                <a:lnTo>
                  <a:pt x="16209" y="16225"/>
                </a:lnTo>
                <a:lnTo>
                  <a:pt x="15429" y="14400"/>
                </a:lnTo>
                <a:lnTo>
                  <a:pt x="13238" y="13997"/>
                </a:lnTo>
                <a:lnTo>
                  <a:pt x="11683" y="13817"/>
                </a:lnTo>
                <a:lnTo>
                  <a:pt x="10025" y="13817"/>
                </a:lnTo>
                <a:lnTo>
                  <a:pt x="7523" y="13950"/>
                </a:lnTo>
                <a:lnTo>
                  <a:pt x="5409" y="14047"/>
                </a:lnTo>
                <a:lnTo>
                  <a:pt x="3268" y="14148"/>
                </a:lnTo>
                <a:lnTo>
                  <a:pt x="1645" y="14274"/>
                </a:lnTo>
                <a:lnTo>
                  <a:pt x="0" y="14400"/>
                </a:lnTo>
                <a:lnTo>
                  <a:pt x="0" y="12020"/>
                </a:lnTo>
                <a:lnTo>
                  <a:pt x="0" y="9626"/>
                </a:lnTo>
                <a:lnTo>
                  <a:pt x="0" y="7200"/>
                </a:lnTo>
                <a:lnTo>
                  <a:pt x="1833" y="7200"/>
                </a:lnTo>
                <a:lnTo>
                  <a:pt x="3672" y="7200"/>
                </a:lnTo>
                <a:lnTo>
                  <a:pt x="5517" y="7200"/>
                </a:lnTo>
                <a:lnTo>
                  <a:pt x="7378" y="7200"/>
                </a:lnTo>
                <a:lnTo>
                  <a:pt x="9257" y="7200"/>
                </a:lnTo>
                <a:lnTo>
                  <a:pt x="9257" y="4820"/>
                </a:lnTo>
                <a:lnTo>
                  <a:pt x="9257" y="2426"/>
                </a:lnTo>
                <a:lnTo>
                  <a:pt x="9257" y="0"/>
                </a:lnTo>
                <a:close/>
              </a:path>
            </a:pathLst>
          </a:custGeom>
          <a:solidFill>
            <a:srgbClr val="D6DE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8" name="contour_10956"/>
          <p:cNvSpPr/>
          <p:nvPr/>
        </p:nvSpPr>
        <p:spPr>
          <a:xfrm>
            <a:off x="6982359" y="1844576"/>
            <a:ext cx="46352" cy="43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55" y="2159"/>
                </a:moveTo>
                <a:lnTo>
                  <a:pt x="18757" y="3744"/>
                </a:lnTo>
                <a:lnTo>
                  <a:pt x="20170" y="5340"/>
                </a:lnTo>
                <a:lnTo>
                  <a:pt x="21600" y="6961"/>
                </a:lnTo>
                <a:lnTo>
                  <a:pt x="21413" y="9592"/>
                </a:lnTo>
                <a:lnTo>
                  <a:pt x="21040" y="12033"/>
                </a:lnTo>
                <a:lnTo>
                  <a:pt x="20510" y="14368"/>
                </a:lnTo>
                <a:lnTo>
                  <a:pt x="19844" y="16685"/>
                </a:lnTo>
                <a:lnTo>
                  <a:pt x="19066" y="19067"/>
                </a:lnTo>
                <a:lnTo>
                  <a:pt x="18204" y="21600"/>
                </a:lnTo>
                <a:lnTo>
                  <a:pt x="15993" y="20864"/>
                </a:lnTo>
                <a:lnTo>
                  <a:pt x="13806" y="20103"/>
                </a:lnTo>
                <a:lnTo>
                  <a:pt x="11649" y="19305"/>
                </a:lnTo>
                <a:lnTo>
                  <a:pt x="9516" y="18456"/>
                </a:lnTo>
                <a:lnTo>
                  <a:pt x="7407" y="17541"/>
                </a:lnTo>
                <a:lnTo>
                  <a:pt x="5322" y="16550"/>
                </a:lnTo>
                <a:lnTo>
                  <a:pt x="3260" y="15466"/>
                </a:lnTo>
                <a:lnTo>
                  <a:pt x="1223" y="14280"/>
                </a:lnTo>
                <a:lnTo>
                  <a:pt x="408" y="11448"/>
                </a:lnTo>
                <a:lnTo>
                  <a:pt x="0" y="9461"/>
                </a:lnTo>
                <a:lnTo>
                  <a:pt x="0" y="7792"/>
                </a:lnTo>
                <a:lnTo>
                  <a:pt x="408" y="5914"/>
                </a:lnTo>
                <a:lnTo>
                  <a:pt x="1223" y="3301"/>
                </a:lnTo>
                <a:lnTo>
                  <a:pt x="3773" y="1727"/>
                </a:lnTo>
                <a:lnTo>
                  <a:pt x="6005" y="670"/>
                </a:lnTo>
                <a:lnTo>
                  <a:pt x="8056" y="106"/>
                </a:lnTo>
                <a:lnTo>
                  <a:pt x="10073" y="0"/>
                </a:lnTo>
                <a:lnTo>
                  <a:pt x="12199" y="326"/>
                </a:lnTo>
                <a:lnTo>
                  <a:pt x="14580" y="1054"/>
                </a:lnTo>
                <a:lnTo>
                  <a:pt x="17355" y="2159"/>
                </a:lnTo>
                <a:close/>
              </a:path>
            </a:pathLst>
          </a:custGeom>
          <a:solidFill>
            <a:srgbClr val="8687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59" name="contour_10957"/>
          <p:cNvSpPr/>
          <p:nvPr/>
        </p:nvSpPr>
        <p:spPr>
          <a:xfrm>
            <a:off x="11204730" y="1851893"/>
            <a:ext cx="65592" cy="356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895"/>
                </a:moveTo>
                <a:lnTo>
                  <a:pt x="10198" y="1517"/>
                </a:lnTo>
                <a:lnTo>
                  <a:pt x="12000" y="3409"/>
                </a:lnTo>
                <a:lnTo>
                  <a:pt x="12598" y="4017"/>
                </a:lnTo>
                <a:lnTo>
                  <a:pt x="14400" y="5856"/>
                </a:lnTo>
                <a:lnTo>
                  <a:pt x="14998" y="6478"/>
                </a:lnTo>
                <a:lnTo>
                  <a:pt x="16800" y="8370"/>
                </a:lnTo>
                <a:lnTo>
                  <a:pt x="17998" y="9481"/>
                </a:lnTo>
                <a:lnTo>
                  <a:pt x="19195" y="10588"/>
                </a:lnTo>
                <a:lnTo>
                  <a:pt x="20398" y="11686"/>
                </a:lnTo>
                <a:lnTo>
                  <a:pt x="21600" y="12780"/>
                </a:lnTo>
                <a:lnTo>
                  <a:pt x="21086" y="15466"/>
                </a:lnTo>
                <a:lnTo>
                  <a:pt x="20666" y="17283"/>
                </a:lnTo>
                <a:lnTo>
                  <a:pt x="20112" y="19051"/>
                </a:lnTo>
                <a:lnTo>
                  <a:pt x="19200" y="21600"/>
                </a:lnTo>
                <a:lnTo>
                  <a:pt x="17645" y="21424"/>
                </a:lnTo>
                <a:lnTo>
                  <a:pt x="16534" y="21168"/>
                </a:lnTo>
                <a:lnTo>
                  <a:pt x="15329" y="20643"/>
                </a:lnTo>
                <a:lnTo>
                  <a:pt x="13500" y="19673"/>
                </a:lnTo>
                <a:lnTo>
                  <a:pt x="11606" y="18875"/>
                </a:lnTo>
                <a:lnTo>
                  <a:pt x="9866" y="18323"/>
                </a:lnTo>
                <a:lnTo>
                  <a:pt x="8237" y="18046"/>
                </a:lnTo>
                <a:lnTo>
                  <a:pt x="6667" y="18063"/>
                </a:lnTo>
                <a:lnTo>
                  <a:pt x="5105" y="18403"/>
                </a:lnTo>
                <a:lnTo>
                  <a:pt x="3506" y="19091"/>
                </a:lnTo>
                <a:lnTo>
                  <a:pt x="1822" y="20145"/>
                </a:lnTo>
                <a:lnTo>
                  <a:pt x="0" y="21600"/>
                </a:lnTo>
                <a:lnTo>
                  <a:pt x="588" y="16057"/>
                </a:lnTo>
                <a:lnTo>
                  <a:pt x="1066" y="11845"/>
                </a:lnTo>
                <a:lnTo>
                  <a:pt x="1483" y="8718"/>
                </a:lnTo>
                <a:lnTo>
                  <a:pt x="1898" y="6443"/>
                </a:lnTo>
                <a:lnTo>
                  <a:pt x="2364" y="4767"/>
                </a:lnTo>
                <a:lnTo>
                  <a:pt x="2930" y="3453"/>
                </a:lnTo>
                <a:lnTo>
                  <a:pt x="3658" y="2262"/>
                </a:lnTo>
                <a:lnTo>
                  <a:pt x="4594" y="948"/>
                </a:lnTo>
                <a:lnTo>
                  <a:pt x="6516" y="13"/>
                </a:lnTo>
                <a:lnTo>
                  <a:pt x="7814" y="0"/>
                </a:lnTo>
                <a:lnTo>
                  <a:pt x="9600" y="895"/>
                </a:lnTo>
                <a:close/>
              </a:path>
            </a:pathLst>
          </a:custGeom>
          <a:solidFill>
            <a:srgbClr val="C9CE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0" name="contour_10958"/>
          <p:cNvSpPr/>
          <p:nvPr/>
        </p:nvSpPr>
        <p:spPr>
          <a:xfrm>
            <a:off x="4288426" y="1800134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004" y="994"/>
                </a:lnTo>
                <a:lnTo>
                  <a:pt x="6404" y="1992"/>
                </a:lnTo>
                <a:lnTo>
                  <a:pt x="7798" y="2989"/>
                </a:lnTo>
                <a:lnTo>
                  <a:pt x="9187" y="3992"/>
                </a:lnTo>
                <a:lnTo>
                  <a:pt x="10577" y="4994"/>
                </a:lnTo>
                <a:lnTo>
                  <a:pt x="11873" y="5923"/>
                </a:lnTo>
                <a:lnTo>
                  <a:pt x="13176" y="6858"/>
                </a:lnTo>
                <a:lnTo>
                  <a:pt x="14497" y="7804"/>
                </a:lnTo>
                <a:lnTo>
                  <a:pt x="15944" y="9115"/>
                </a:lnTo>
                <a:lnTo>
                  <a:pt x="17197" y="10405"/>
                </a:lnTo>
                <a:lnTo>
                  <a:pt x="18284" y="11692"/>
                </a:lnTo>
                <a:lnTo>
                  <a:pt x="19238" y="13001"/>
                </a:lnTo>
                <a:lnTo>
                  <a:pt x="20088" y="14355"/>
                </a:lnTo>
                <a:lnTo>
                  <a:pt x="20866" y="15772"/>
                </a:lnTo>
                <a:lnTo>
                  <a:pt x="21600" y="17280"/>
                </a:lnTo>
                <a:lnTo>
                  <a:pt x="19372" y="17816"/>
                </a:lnTo>
                <a:lnTo>
                  <a:pt x="17143" y="18349"/>
                </a:lnTo>
                <a:lnTo>
                  <a:pt x="14908" y="18887"/>
                </a:lnTo>
                <a:lnTo>
                  <a:pt x="12668" y="19425"/>
                </a:lnTo>
                <a:lnTo>
                  <a:pt x="10418" y="19963"/>
                </a:lnTo>
                <a:lnTo>
                  <a:pt x="8158" y="20505"/>
                </a:lnTo>
                <a:lnTo>
                  <a:pt x="5886" y="21051"/>
                </a:lnTo>
                <a:lnTo>
                  <a:pt x="3600" y="21600"/>
                </a:lnTo>
                <a:lnTo>
                  <a:pt x="3942" y="20533"/>
                </a:lnTo>
                <a:lnTo>
                  <a:pt x="4291" y="19457"/>
                </a:lnTo>
                <a:lnTo>
                  <a:pt x="4640" y="18369"/>
                </a:lnTo>
                <a:lnTo>
                  <a:pt x="5040" y="16984"/>
                </a:lnTo>
                <a:lnTo>
                  <a:pt x="5443" y="15589"/>
                </a:lnTo>
                <a:lnTo>
                  <a:pt x="5850" y="14174"/>
                </a:lnTo>
                <a:lnTo>
                  <a:pt x="6268" y="12794"/>
                </a:lnTo>
                <a:lnTo>
                  <a:pt x="6689" y="11405"/>
                </a:lnTo>
                <a:lnTo>
                  <a:pt x="7117" y="9999"/>
                </a:lnTo>
                <a:lnTo>
                  <a:pt x="7142" y="8837"/>
                </a:lnTo>
                <a:lnTo>
                  <a:pt x="7171" y="7666"/>
                </a:lnTo>
                <a:lnTo>
                  <a:pt x="7200" y="6480"/>
                </a:lnTo>
                <a:lnTo>
                  <a:pt x="5108" y="5568"/>
                </a:lnTo>
                <a:lnTo>
                  <a:pt x="3661" y="5039"/>
                </a:lnTo>
                <a:lnTo>
                  <a:pt x="2185" y="4689"/>
                </a:lnTo>
                <a:lnTo>
                  <a:pt x="0" y="4320"/>
                </a:lnTo>
                <a:lnTo>
                  <a:pt x="893" y="3251"/>
                </a:lnTo>
                <a:lnTo>
                  <a:pt x="1786" y="2175"/>
                </a:lnTo>
                <a:lnTo>
                  <a:pt x="2689" y="1095"/>
                </a:lnTo>
                <a:lnTo>
                  <a:pt x="3600" y="0"/>
                </a:lnTo>
                <a:close/>
              </a:path>
            </a:pathLst>
          </a:custGeom>
          <a:solidFill>
            <a:srgbClr val="D1E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1" name="contour_10959"/>
          <p:cNvSpPr/>
          <p:nvPr/>
        </p:nvSpPr>
        <p:spPr>
          <a:xfrm>
            <a:off x="8710189" y="1792846"/>
            <a:ext cx="2391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33" y="0"/>
                </a:moveTo>
                <a:lnTo>
                  <a:pt x="11699" y="0"/>
                </a:lnTo>
                <a:lnTo>
                  <a:pt x="15017" y="0"/>
                </a:lnTo>
                <a:lnTo>
                  <a:pt x="15359" y="1125"/>
                </a:lnTo>
                <a:lnTo>
                  <a:pt x="15701" y="2251"/>
                </a:lnTo>
                <a:lnTo>
                  <a:pt x="16044" y="3378"/>
                </a:lnTo>
                <a:lnTo>
                  <a:pt x="16393" y="4504"/>
                </a:lnTo>
                <a:lnTo>
                  <a:pt x="16735" y="5631"/>
                </a:lnTo>
                <a:lnTo>
                  <a:pt x="17077" y="6759"/>
                </a:lnTo>
                <a:lnTo>
                  <a:pt x="17420" y="7889"/>
                </a:lnTo>
                <a:lnTo>
                  <a:pt x="17768" y="9020"/>
                </a:lnTo>
                <a:lnTo>
                  <a:pt x="18111" y="10152"/>
                </a:lnTo>
                <a:lnTo>
                  <a:pt x="18460" y="11287"/>
                </a:lnTo>
                <a:lnTo>
                  <a:pt x="18802" y="12422"/>
                </a:lnTo>
                <a:lnTo>
                  <a:pt x="19151" y="13560"/>
                </a:lnTo>
                <a:lnTo>
                  <a:pt x="19500" y="14700"/>
                </a:lnTo>
                <a:lnTo>
                  <a:pt x="19842" y="15843"/>
                </a:lnTo>
                <a:lnTo>
                  <a:pt x="20191" y="16988"/>
                </a:lnTo>
                <a:lnTo>
                  <a:pt x="20547" y="18137"/>
                </a:lnTo>
                <a:lnTo>
                  <a:pt x="20896" y="19287"/>
                </a:lnTo>
                <a:lnTo>
                  <a:pt x="21244" y="20442"/>
                </a:lnTo>
                <a:lnTo>
                  <a:pt x="21600" y="21600"/>
                </a:lnTo>
                <a:lnTo>
                  <a:pt x="18341" y="21052"/>
                </a:lnTo>
                <a:lnTo>
                  <a:pt x="15076" y="20502"/>
                </a:lnTo>
                <a:lnTo>
                  <a:pt x="11797" y="19950"/>
                </a:lnTo>
                <a:lnTo>
                  <a:pt x="8506" y="19397"/>
                </a:lnTo>
                <a:lnTo>
                  <a:pt x="5194" y="18839"/>
                </a:lnTo>
                <a:lnTo>
                  <a:pt x="1850" y="18277"/>
                </a:lnTo>
                <a:lnTo>
                  <a:pt x="1093" y="17112"/>
                </a:lnTo>
                <a:lnTo>
                  <a:pt x="533" y="16032"/>
                </a:lnTo>
                <a:lnTo>
                  <a:pt x="171" y="14994"/>
                </a:lnTo>
                <a:lnTo>
                  <a:pt x="0" y="13959"/>
                </a:lnTo>
                <a:lnTo>
                  <a:pt x="13" y="12887"/>
                </a:lnTo>
                <a:lnTo>
                  <a:pt x="204" y="11734"/>
                </a:lnTo>
                <a:lnTo>
                  <a:pt x="257" y="10866"/>
                </a:lnTo>
                <a:lnTo>
                  <a:pt x="309" y="9986"/>
                </a:lnTo>
                <a:lnTo>
                  <a:pt x="514" y="8809"/>
                </a:lnTo>
                <a:lnTo>
                  <a:pt x="849" y="7661"/>
                </a:lnTo>
                <a:lnTo>
                  <a:pt x="1336" y="6536"/>
                </a:lnTo>
                <a:lnTo>
                  <a:pt x="1988" y="5430"/>
                </a:lnTo>
                <a:lnTo>
                  <a:pt x="2837" y="4338"/>
                </a:lnTo>
                <a:lnTo>
                  <a:pt x="3884" y="3253"/>
                </a:lnTo>
                <a:lnTo>
                  <a:pt x="5155" y="2172"/>
                </a:lnTo>
                <a:lnTo>
                  <a:pt x="6662" y="1090"/>
                </a:lnTo>
                <a:lnTo>
                  <a:pt x="8433" y="0"/>
                </a:lnTo>
                <a:close/>
              </a:path>
            </a:pathLst>
          </a:custGeom>
          <a:solidFill>
            <a:srgbClr val="C8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2" name="contour_10960"/>
          <p:cNvSpPr/>
          <p:nvPr/>
        </p:nvSpPr>
        <p:spPr>
          <a:xfrm>
            <a:off x="5031801" y="1805374"/>
            <a:ext cx="43728" cy="67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96" y="0"/>
                </a:moveTo>
                <a:lnTo>
                  <a:pt x="12694" y="5"/>
                </a:lnTo>
                <a:lnTo>
                  <a:pt x="14263" y="42"/>
                </a:lnTo>
                <a:lnTo>
                  <a:pt x="15919" y="140"/>
                </a:lnTo>
                <a:lnTo>
                  <a:pt x="18191" y="335"/>
                </a:lnTo>
                <a:lnTo>
                  <a:pt x="21600" y="654"/>
                </a:lnTo>
                <a:lnTo>
                  <a:pt x="20545" y="2134"/>
                </a:lnTo>
                <a:lnTo>
                  <a:pt x="19451" y="3575"/>
                </a:lnTo>
                <a:lnTo>
                  <a:pt x="18310" y="4985"/>
                </a:lnTo>
                <a:lnTo>
                  <a:pt x="17129" y="6363"/>
                </a:lnTo>
                <a:lnTo>
                  <a:pt x="15908" y="7710"/>
                </a:lnTo>
                <a:lnTo>
                  <a:pt x="14645" y="9037"/>
                </a:lnTo>
                <a:lnTo>
                  <a:pt x="13345" y="10340"/>
                </a:lnTo>
                <a:lnTo>
                  <a:pt x="12006" y="11625"/>
                </a:lnTo>
                <a:lnTo>
                  <a:pt x="10627" y="12893"/>
                </a:lnTo>
                <a:lnTo>
                  <a:pt x="9212" y="14150"/>
                </a:lnTo>
                <a:lnTo>
                  <a:pt x="7762" y="15395"/>
                </a:lnTo>
                <a:lnTo>
                  <a:pt x="6275" y="16638"/>
                </a:lnTo>
                <a:lnTo>
                  <a:pt x="4756" y="17874"/>
                </a:lnTo>
                <a:lnTo>
                  <a:pt x="3204" y="19112"/>
                </a:lnTo>
                <a:lnTo>
                  <a:pt x="1616" y="20353"/>
                </a:lnTo>
                <a:lnTo>
                  <a:pt x="0" y="21600"/>
                </a:lnTo>
                <a:lnTo>
                  <a:pt x="356" y="20099"/>
                </a:lnTo>
                <a:lnTo>
                  <a:pt x="724" y="18600"/>
                </a:lnTo>
                <a:lnTo>
                  <a:pt x="1102" y="17104"/>
                </a:lnTo>
                <a:lnTo>
                  <a:pt x="1487" y="15609"/>
                </a:lnTo>
                <a:lnTo>
                  <a:pt x="1883" y="14115"/>
                </a:lnTo>
                <a:lnTo>
                  <a:pt x="2286" y="12621"/>
                </a:lnTo>
                <a:lnTo>
                  <a:pt x="2700" y="11127"/>
                </a:lnTo>
                <a:lnTo>
                  <a:pt x="3035" y="9626"/>
                </a:lnTo>
                <a:lnTo>
                  <a:pt x="3377" y="8099"/>
                </a:lnTo>
                <a:lnTo>
                  <a:pt x="4284" y="5095"/>
                </a:lnTo>
                <a:lnTo>
                  <a:pt x="5047" y="3051"/>
                </a:lnTo>
                <a:lnTo>
                  <a:pt x="5864" y="1746"/>
                </a:lnTo>
                <a:lnTo>
                  <a:pt x="6944" y="952"/>
                </a:lnTo>
                <a:lnTo>
                  <a:pt x="8485" y="445"/>
                </a:lnTo>
                <a:lnTo>
                  <a:pt x="10696" y="0"/>
                </a:lnTo>
                <a:close/>
              </a:path>
            </a:pathLst>
          </a:custGeom>
          <a:solidFill>
            <a:srgbClr val="BACC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3" name="contour_10961"/>
          <p:cNvSpPr/>
          <p:nvPr/>
        </p:nvSpPr>
        <p:spPr>
          <a:xfrm>
            <a:off x="1394539" y="1807422"/>
            <a:ext cx="66146" cy="361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" y="0"/>
                </a:moveTo>
                <a:lnTo>
                  <a:pt x="1714" y="522"/>
                </a:lnTo>
                <a:lnTo>
                  <a:pt x="3244" y="1053"/>
                </a:lnTo>
                <a:lnTo>
                  <a:pt x="4774" y="1588"/>
                </a:lnTo>
                <a:lnTo>
                  <a:pt x="6304" y="2136"/>
                </a:lnTo>
                <a:lnTo>
                  <a:pt x="7835" y="2689"/>
                </a:lnTo>
                <a:lnTo>
                  <a:pt x="9363" y="3245"/>
                </a:lnTo>
                <a:lnTo>
                  <a:pt x="10890" y="3807"/>
                </a:lnTo>
                <a:lnTo>
                  <a:pt x="11662" y="4063"/>
                </a:lnTo>
                <a:lnTo>
                  <a:pt x="13987" y="4842"/>
                </a:lnTo>
                <a:lnTo>
                  <a:pt x="15438" y="5390"/>
                </a:lnTo>
                <a:lnTo>
                  <a:pt x="16914" y="5947"/>
                </a:lnTo>
                <a:lnTo>
                  <a:pt x="17592" y="6191"/>
                </a:lnTo>
                <a:lnTo>
                  <a:pt x="19634" y="6913"/>
                </a:lnTo>
                <a:lnTo>
                  <a:pt x="20122" y="7357"/>
                </a:lnTo>
                <a:lnTo>
                  <a:pt x="21600" y="8701"/>
                </a:lnTo>
                <a:lnTo>
                  <a:pt x="21600" y="11577"/>
                </a:lnTo>
                <a:lnTo>
                  <a:pt x="21600" y="14470"/>
                </a:lnTo>
                <a:lnTo>
                  <a:pt x="21600" y="17402"/>
                </a:lnTo>
                <a:lnTo>
                  <a:pt x="20046" y="18703"/>
                </a:lnTo>
                <a:lnTo>
                  <a:pt x="18454" y="19760"/>
                </a:lnTo>
                <a:lnTo>
                  <a:pt x="16828" y="20578"/>
                </a:lnTo>
                <a:lnTo>
                  <a:pt x="15179" y="21156"/>
                </a:lnTo>
                <a:lnTo>
                  <a:pt x="13511" y="21496"/>
                </a:lnTo>
                <a:lnTo>
                  <a:pt x="11830" y="21600"/>
                </a:lnTo>
                <a:lnTo>
                  <a:pt x="10146" y="21474"/>
                </a:lnTo>
                <a:lnTo>
                  <a:pt x="8463" y="21117"/>
                </a:lnTo>
                <a:lnTo>
                  <a:pt x="6790" y="20530"/>
                </a:lnTo>
                <a:lnTo>
                  <a:pt x="4465" y="18681"/>
                </a:lnTo>
                <a:lnTo>
                  <a:pt x="2958" y="17371"/>
                </a:lnTo>
                <a:lnTo>
                  <a:pt x="1954" y="16232"/>
                </a:lnTo>
                <a:lnTo>
                  <a:pt x="1133" y="14913"/>
                </a:lnTo>
                <a:lnTo>
                  <a:pt x="181" y="13051"/>
                </a:lnTo>
                <a:lnTo>
                  <a:pt x="62" y="9654"/>
                </a:lnTo>
                <a:lnTo>
                  <a:pt x="0" y="7274"/>
                </a:lnTo>
                <a:lnTo>
                  <a:pt x="0" y="5290"/>
                </a:lnTo>
                <a:lnTo>
                  <a:pt x="62" y="3076"/>
                </a:lnTo>
                <a:lnTo>
                  <a:pt x="181" y="0"/>
                </a:lnTo>
                <a:close/>
              </a:path>
            </a:pathLst>
          </a:custGeom>
          <a:solidFill>
            <a:srgbClr val="6161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4" name="contour_10962"/>
          <p:cNvSpPr/>
          <p:nvPr/>
        </p:nvSpPr>
        <p:spPr>
          <a:xfrm>
            <a:off x="8652963" y="1749118"/>
            <a:ext cx="2485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77" y="0"/>
                </a:moveTo>
                <a:lnTo>
                  <a:pt x="9875" y="1118"/>
                </a:lnTo>
                <a:lnTo>
                  <a:pt x="12219" y="2212"/>
                </a:lnTo>
                <a:lnTo>
                  <a:pt x="14233" y="3288"/>
                </a:lnTo>
                <a:lnTo>
                  <a:pt x="15943" y="4355"/>
                </a:lnTo>
                <a:lnTo>
                  <a:pt x="17375" y="5423"/>
                </a:lnTo>
                <a:lnTo>
                  <a:pt x="18541" y="6500"/>
                </a:lnTo>
                <a:lnTo>
                  <a:pt x="19478" y="7593"/>
                </a:lnTo>
                <a:lnTo>
                  <a:pt x="20200" y="8711"/>
                </a:lnTo>
                <a:lnTo>
                  <a:pt x="20732" y="9863"/>
                </a:lnTo>
                <a:lnTo>
                  <a:pt x="21100" y="11058"/>
                </a:lnTo>
                <a:lnTo>
                  <a:pt x="21321" y="12302"/>
                </a:lnTo>
                <a:lnTo>
                  <a:pt x="21429" y="13605"/>
                </a:lnTo>
                <a:lnTo>
                  <a:pt x="21518" y="14497"/>
                </a:lnTo>
                <a:lnTo>
                  <a:pt x="21600" y="15402"/>
                </a:lnTo>
                <a:lnTo>
                  <a:pt x="21530" y="16429"/>
                </a:lnTo>
                <a:lnTo>
                  <a:pt x="21328" y="17245"/>
                </a:lnTo>
                <a:lnTo>
                  <a:pt x="20821" y="18272"/>
                </a:lnTo>
                <a:lnTo>
                  <a:pt x="19845" y="19938"/>
                </a:lnTo>
                <a:lnTo>
                  <a:pt x="16026" y="20655"/>
                </a:lnTo>
                <a:lnTo>
                  <a:pt x="13435" y="21065"/>
                </a:lnTo>
                <a:lnTo>
                  <a:pt x="10882" y="21329"/>
                </a:lnTo>
                <a:lnTo>
                  <a:pt x="7177" y="21600"/>
                </a:lnTo>
                <a:lnTo>
                  <a:pt x="7234" y="21072"/>
                </a:lnTo>
                <a:lnTo>
                  <a:pt x="7398" y="19478"/>
                </a:lnTo>
                <a:lnTo>
                  <a:pt x="7455" y="18566"/>
                </a:lnTo>
                <a:lnTo>
                  <a:pt x="7512" y="17649"/>
                </a:lnTo>
                <a:lnTo>
                  <a:pt x="7570" y="16718"/>
                </a:lnTo>
                <a:lnTo>
                  <a:pt x="7646" y="15811"/>
                </a:lnTo>
                <a:lnTo>
                  <a:pt x="7722" y="14899"/>
                </a:lnTo>
                <a:lnTo>
                  <a:pt x="7798" y="13974"/>
                </a:lnTo>
                <a:lnTo>
                  <a:pt x="7341" y="12593"/>
                </a:lnTo>
                <a:lnTo>
                  <a:pt x="6461" y="11716"/>
                </a:lnTo>
                <a:lnTo>
                  <a:pt x="4516" y="10966"/>
                </a:lnTo>
                <a:lnTo>
                  <a:pt x="842" y="9969"/>
                </a:lnTo>
                <a:lnTo>
                  <a:pt x="355" y="8824"/>
                </a:lnTo>
                <a:lnTo>
                  <a:pt x="114" y="8010"/>
                </a:lnTo>
                <a:lnTo>
                  <a:pt x="32" y="7136"/>
                </a:lnTo>
                <a:lnTo>
                  <a:pt x="51" y="5815"/>
                </a:lnTo>
                <a:lnTo>
                  <a:pt x="25" y="4707"/>
                </a:lnTo>
                <a:lnTo>
                  <a:pt x="0" y="3582"/>
                </a:lnTo>
                <a:lnTo>
                  <a:pt x="589" y="2446"/>
                </a:lnTo>
                <a:lnTo>
                  <a:pt x="1527" y="1693"/>
                </a:lnTo>
                <a:lnTo>
                  <a:pt x="3503" y="990"/>
                </a:lnTo>
                <a:lnTo>
                  <a:pt x="7177" y="0"/>
                </a:lnTo>
                <a:close/>
              </a:path>
            </a:pathLst>
          </a:custGeom>
          <a:solidFill>
            <a:srgbClr val="D6E2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5" name="contour_10963"/>
          <p:cNvSpPr/>
          <p:nvPr/>
        </p:nvSpPr>
        <p:spPr>
          <a:xfrm>
            <a:off x="899510" y="1814710"/>
            <a:ext cx="3857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81" y="0"/>
                </a:moveTo>
                <a:lnTo>
                  <a:pt x="6774" y="0"/>
                </a:lnTo>
                <a:lnTo>
                  <a:pt x="9472" y="0"/>
                </a:lnTo>
                <a:lnTo>
                  <a:pt x="12181" y="0"/>
                </a:lnTo>
                <a:lnTo>
                  <a:pt x="14903" y="0"/>
                </a:lnTo>
                <a:lnTo>
                  <a:pt x="17642" y="0"/>
                </a:lnTo>
                <a:lnTo>
                  <a:pt x="20404" y="0"/>
                </a:lnTo>
                <a:lnTo>
                  <a:pt x="20878" y="2646"/>
                </a:lnTo>
                <a:lnTo>
                  <a:pt x="21265" y="5231"/>
                </a:lnTo>
                <a:lnTo>
                  <a:pt x="21518" y="7772"/>
                </a:lnTo>
                <a:lnTo>
                  <a:pt x="21600" y="10300"/>
                </a:lnTo>
                <a:lnTo>
                  <a:pt x="21469" y="12830"/>
                </a:lnTo>
                <a:lnTo>
                  <a:pt x="21086" y="15390"/>
                </a:lnTo>
                <a:lnTo>
                  <a:pt x="20404" y="18000"/>
                </a:lnTo>
                <a:lnTo>
                  <a:pt x="17931" y="18979"/>
                </a:lnTo>
                <a:lnTo>
                  <a:pt x="15458" y="19750"/>
                </a:lnTo>
                <a:lnTo>
                  <a:pt x="12973" y="20347"/>
                </a:lnTo>
                <a:lnTo>
                  <a:pt x="10467" y="20794"/>
                </a:lnTo>
                <a:lnTo>
                  <a:pt x="7925" y="21114"/>
                </a:lnTo>
                <a:lnTo>
                  <a:pt x="5342" y="21341"/>
                </a:lnTo>
                <a:lnTo>
                  <a:pt x="2706" y="21492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2697" y="14400"/>
                </a:lnTo>
                <a:lnTo>
                  <a:pt x="5411" y="14400"/>
                </a:lnTo>
                <a:lnTo>
                  <a:pt x="8162" y="14400"/>
                </a:lnTo>
                <a:lnTo>
                  <a:pt x="7488" y="12024"/>
                </a:lnTo>
                <a:lnTo>
                  <a:pt x="6815" y="9644"/>
                </a:lnTo>
                <a:lnTo>
                  <a:pt x="6138" y="7254"/>
                </a:lnTo>
                <a:lnTo>
                  <a:pt x="5456" y="4853"/>
                </a:lnTo>
                <a:lnTo>
                  <a:pt x="4771" y="2437"/>
                </a:lnTo>
                <a:lnTo>
                  <a:pt x="4081" y="0"/>
                </a:lnTo>
                <a:close/>
              </a:path>
            </a:pathLst>
          </a:custGeom>
          <a:solidFill>
            <a:srgbClr val="7573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6" name="contour_10964"/>
          <p:cNvSpPr/>
          <p:nvPr/>
        </p:nvSpPr>
        <p:spPr>
          <a:xfrm>
            <a:off x="5805530" y="1770982"/>
            <a:ext cx="21791" cy="109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32" y="0"/>
                </a:moveTo>
                <a:lnTo>
                  <a:pt x="8972" y="1015"/>
                </a:lnTo>
                <a:lnTo>
                  <a:pt x="11537" y="2003"/>
                </a:lnTo>
                <a:lnTo>
                  <a:pt x="13747" y="2968"/>
                </a:lnTo>
                <a:lnTo>
                  <a:pt x="15633" y="3917"/>
                </a:lnTo>
                <a:lnTo>
                  <a:pt x="17215" y="4857"/>
                </a:lnTo>
                <a:lnTo>
                  <a:pt x="18508" y="5796"/>
                </a:lnTo>
                <a:lnTo>
                  <a:pt x="19548" y="6739"/>
                </a:lnTo>
                <a:lnTo>
                  <a:pt x="20343" y="7695"/>
                </a:lnTo>
                <a:lnTo>
                  <a:pt x="20928" y="8667"/>
                </a:lnTo>
                <a:lnTo>
                  <a:pt x="21311" y="9665"/>
                </a:lnTo>
                <a:lnTo>
                  <a:pt x="21528" y="10695"/>
                </a:lnTo>
                <a:lnTo>
                  <a:pt x="21600" y="11763"/>
                </a:lnTo>
                <a:lnTo>
                  <a:pt x="21542" y="12875"/>
                </a:lnTo>
                <a:lnTo>
                  <a:pt x="21383" y="14040"/>
                </a:lnTo>
                <a:lnTo>
                  <a:pt x="21318" y="14770"/>
                </a:lnTo>
                <a:lnTo>
                  <a:pt x="21253" y="15506"/>
                </a:lnTo>
                <a:lnTo>
                  <a:pt x="21188" y="16250"/>
                </a:lnTo>
                <a:lnTo>
                  <a:pt x="21094" y="17142"/>
                </a:lnTo>
                <a:lnTo>
                  <a:pt x="20993" y="18035"/>
                </a:lnTo>
                <a:lnTo>
                  <a:pt x="20885" y="18926"/>
                </a:lnTo>
                <a:lnTo>
                  <a:pt x="20762" y="19817"/>
                </a:lnTo>
                <a:lnTo>
                  <a:pt x="20625" y="20709"/>
                </a:lnTo>
                <a:lnTo>
                  <a:pt x="20480" y="21600"/>
                </a:lnTo>
                <a:lnTo>
                  <a:pt x="16045" y="20861"/>
                </a:lnTo>
                <a:lnTo>
                  <a:pt x="12433" y="20189"/>
                </a:lnTo>
                <a:lnTo>
                  <a:pt x="9579" y="19508"/>
                </a:lnTo>
                <a:lnTo>
                  <a:pt x="7405" y="18749"/>
                </a:lnTo>
                <a:lnTo>
                  <a:pt x="5866" y="17837"/>
                </a:lnTo>
                <a:lnTo>
                  <a:pt x="4876" y="16701"/>
                </a:lnTo>
                <a:lnTo>
                  <a:pt x="5107" y="15970"/>
                </a:lnTo>
                <a:lnTo>
                  <a:pt x="5346" y="15235"/>
                </a:lnTo>
                <a:lnTo>
                  <a:pt x="5584" y="14489"/>
                </a:lnTo>
                <a:lnTo>
                  <a:pt x="5772" y="13421"/>
                </a:lnTo>
                <a:lnTo>
                  <a:pt x="5852" y="12442"/>
                </a:lnTo>
                <a:lnTo>
                  <a:pt x="5743" y="11520"/>
                </a:lnTo>
                <a:lnTo>
                  <a:pt x="5375" y="10621"/>
                </a:lnTo>
                <a:lnTo>
                  <a:pt x="4674" y="9714"/>
                </a:lnTo>
                <a:lnTo>
                  <a:pt x="3569" y="8764"/>
                </a:lnTo>
                <a:lnTo>
                  <a:pt x="1972" y="7740"/>
                </a:lnTo>
                <a:lnTo>
                  <a:pt x="621" y="6686"/>
                </a:lnTo>
                <a:lnTo>
                  <a:pt x="0" y="5704"/>
                </a:lnTo>
                <a:lnTo>
                  <a:pt x="14" y="4771"/>
                </a:lnTo>
                <a:lnTo>
                  <a:pt x="556" y="3861"/>
                </a:lnTo>
                <a:lnTo>
                  <a:pt x="1532" y="2952"/>
                </a:lnTo>
                <a:lnTo>
                  <a:pt x="2839" y="2022"/>
                </a:lnTo>
                <a:lnTo>
                  <a:pt x="4371" y="1045"/>
                </a:lnTo>
                <a:lnTo>
                  <a:pt x="6032" y="0"/>
                </a:lnTo>
                <a:close/>
              </a:path>
            </a:pathLst>
          </a:custGeom>
          <a:solidFill>
            <a:srgbClr val="9CA5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7" name="contour_10965"/>
          <p:cNvSpPr/>
          <p:nvPr/>
        </p:nvSpPr>
        <p:spPr>
          <a:xfrm>
            <a:off x="1329501" y="177098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5746" y="2354"/>
                </a:lnTo>
                <a:lnTo>
                  <a:pt x="16614" y="4079"/>
                </a:lnTo>
                <a:lnTo>
                  <a:pt x="17392" y="6012"/>
                </a:lnTo>
                <a:lnTo>
                  <a:pt x="18450" y="9000"/>
                </a:lnTo>
                <a:lnTo>
                  <a:pt x="19055" y="10674"/>
                </a:lnTo>
                <a:lnTo>
                  <a:pt x="19663" y="12355"/>
                </a:lnTo>
                <a:lnTo>
                  <a:pt x="20279" y="14062"/>
                </a:lnTo>
                <a:lnTo>
                  <a:pt x="20934" y="16016"/>
                </a:lnTo>
                <a:lnTo>
                  <a:pt x="21600" y="18000"/>
                </a:lnTo>
                <a:lnTo>
                  <a:pt x="19372" y="18446"/>
                </a:lnTo>
                <a:lnTo>
                  <a:pt x="17143" y="18893"/>
                </a:lnTo>
                <a:lnTo>
                  <a:pt x="14908" y="19339"/>
                </a:lnTo>
                <a:lnTo>
                  <a:pt x="12668" y="19786"/>
                </a:lnTo>
                <a:lnTo>
                  <a:pt x="10418" y="20236"/>
                </a:lnTo>
                <a:lnTo>
                  <a:pt x="8158" y="20689"/>
                </a:lnTo>
                <a:lnTo>
                  <a:pt x="5886" y="21143"/>
                </a:lnTo>
                <a:lnTo>
                  <a:pt x="3600" y="21600"/>
                </a:lnTo>
                <a:lnTo>
                  <a:pt x="2491" y="19246"/>
                </a:lnTo>
                <a:lnTo>
                  <a:pt x="1750" y="17507"/>
                </a:lnTo>
                <a:lnTo>
                  <a:pt x="1202" y="15865"/>
                </a:lnTo>
                <a:lnTo>
                  <a:pt x="677" y="13802"/>
                </a:lnTo>
                <a:lnTo>
                  <a:pt x="0" y="10800"/>
                </a:lnTo>
                <a:lnTo>
                  <a:pt x="1253" y="8219"/>
                </a:lnTo>
                <a:lnTo>
                  <a:pt x="2214" y="6350"/>
                </a:lnTo>
                <a:lnTo>
                  <a:pt x="3092" y="4892"/>
                </a:lnTo>
                <a:lnTo>
                  <a:pt x="4082" y="3550"/>
                </a:lnTo>
                <a:lnTo>
                  <a:pt x="5386" y="2020"/>
                </a:lnTo>
                <a:lnTo>
                  <a:pt x="7200" y="0"/>
                </a:lnTo>
                <a:close/>
              </a:path>
            </a:pathLst>
          </a:custGeom>
          <a:solidFill>
            <a:srgbClr val="A19A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8" name="contour_10966"/>
          <p:cNvSpPr/>
          <p:nvPr/>
        </p:nvSpPr>
        <p:spPr>
          <a:xfrm>
            <a:off x="1868813" y="1755874"/>
            <a:ext cx="58304" cy="44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8" y="39"/>
                </a:moveTo>
                <a:lnTo>
                  <a:pt x="16999" y="85"/>
                </a:lnTo>
                <a:lnTo>
                  <a:pt x="18838" y="132"/>
                </a:lnTo>
                <a:lnTo>
                  <a:pt x="19524" y="164"/>
                </a:lnTo>
                <a:lnTo>
                  <a:pt x="21600" y="260"/>
                </a:lnTo>
                <a:lnTo>
                  <a:pt x="20995" y="2355"/>
                </a:lnTo>
                <a:lnTo>
                  <a:pt x="20512" y="3795"/>
                </a:lnTo>
                <a:lnTo>
                  <a:pt x="19896" y="5246"/>
                </a:lnTo>
                <a:lnTo>
                  <a:pt x="18900" y="7373"/>
                </a:lnTo>
                <a:lnTo>
                  <a:pt x="16942" y="7853"/>
                </a:lnTo>
                <a:lnTo>
                  <a:pt x="15498" y="7967"/>
                </a:lnTo>
                <a:lnTo>
                  <a:pt x="13330" y="7818"/>
                </a:lnTo>
                <a:lnTo>
                  <a:pt x="11602" y="7672"/>
                </a:lnTo>
                <a:lnTo>
                  <a:pt x="9863" y="7522"/>
                </a:lnTo>
                <a:lnTo>
                  <a:pt x="8100" y="7373"/>
                </a:lnTo>
                <a:lnTo>
                  <a:pt x="8100" y="9721"/>
                </a:lnTo>
                <a:lnTo>
                  <a:pt x="8100" y="12072"/>
                </a:lnTo>
                <a:lnTo>
                  <a:pt x="8100" y="14430"/>
                </a:lnTo>
                <a:lnTo>
                  <a:pt x="8100" y="16802"/>
                </a:lnTo>
                <a:lnTo>
                  <a:pt x="8100" y="19192"/>
                </a:lnTo>
                <a:lnTo>
                  <a:pt x="8100" y="21600"/>
                </a:lnTo>
                <a:lnTo>
                  <a:pt x="6496" y="21600"/>
                </a:lnTo>
                <a:lnTo>
                  <a:pt x="4887" y="21600"/>
                </a:lnTo>
                <a:lnTo>
                  <a:pt x="3272" y="21600"/>
                </a:lnTo>
                <a:lnTo>
                  <a:pt x="1644" y="21600"/>
                </a:lnTo>
                <a:lnTo>
                  <a:pt x="0" y="21600"/>
                </a:lnTo>
                <a:lnTo>
                  <a:pt x="238" y="19427"/>
                </a:lnTo>
                <a:lnTo>
                  <a:pt x="486" y="17261"/>
                </a:lnTo>
                <a:lnTo>
                  <a:pt x="745" y="15095"/>
                </a:lnTo>
                <a:lnTo>
                  <a:pt x="1012" y="12929"/>
                </a:lnTo>
                <a:lnTo>
                  <a:pt x="1296" y="10510"/>
                </a:lnTo>
                <a:lnTo>
                  <a:pt x="1582" y="8052"/>
                </a:lnTo>
                <a:lnTo>
                  <a:pt x="2265" y="5566"/>
                </a:lnTo>
                <a:lnTo>
                  <a:pt x="2857" y="4051"/>
                </a:lnTo>
                <a:lnTo>
                  <a:pt x="3680" y="2895"/>
                </a:lnTo>
                <a:lnTo>
                  <a:pt x="5062" y="1483"/>
                </a:lnTo>
                <a:lnTo>
                  <a:pt x="6782" y="871"/>
                </a:lnTo>
                <a:lnTo>
                  <a:pt x="8438" y="448"/>
                </a:lnTo>
                <a:lnTo>
                  <a:pt x="10068" y="178"/>
                </a:lnTo>
                <a:lnTo>
                  <a:pt x="11710" y="39"/>
                </a:lnTo>
                <a:lnTo>
                  <a:pt x="13403" y="0"/>
                </a:lnTo>
                <a:lnTo>
                  <a:pt x="15188" y="39"/>
                </a:lnTo>
                <a:close/>
              </a:path>
            </a:pathLst>
          </a:custGeom>
          <a:solidFill>
            <a:srgbClr val="9EA0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69" name="contour_10967"/>
          <p:cNvSpPr/>
          <p:nvPr/>
        </p:nvSpPr>
        <p:spPr>
          <a:xfrm>
            <a:off x="564262" y="1786126"/>
            <a:ext cx="51016" cy="372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92"/>
                </a:moveTo>
                <a:lnTo>
                  <a:pt x="20082" y="4736"/>
                </a:lnTo>
                <a:lnTo>
                  <a:pt x="18539" y="5589"/>
                </a:lnTo>
                <a:lnTo>
                  <a:pt x="17764" y="6218"/>
                </a:lnTo>
                <a:lnTo>
                  <a:pt x="15429" y="8113"/>
                </a:lnTo>
                <a:lnTo>
                  <a:pt x="15243" y="11380"/>
                </a:lnTo>
                <a:lnTo>
                  <a:pt x="15151" y="13673"/>
                </a:lnTo>
                <a:lnTo>
                  <a:pt x="15151" y="15597"/>
                </a:lnTo>
                <a:lnTo>
                  <a:pt x="15243" y="17763"/>
                </a:lnTo>
                <a:lnTo>
                  <a:pt x="15429" y="20777"/>
                </a:lnTo>
                <a:lnTo>
                  <a:pt x="11914" y="21233"/>
                </a:lnTo>
                <a:lnTo>
                  <a:pt x="9442" y="21507"/>
                </a:lnTo>
                <a:lnTo>
                  <a:pt x="7665" y="21600"/>
                </a:lnTo>
                <a:lnTo>
                  <a:pt x="6242" y="21507"/>
                </a:lnTo>
                <a:lnTo>
                  <a:pt x="4829" y="21233"/>
                </a:lnTo>
                <a:lnTo>
                  <a:pt x="3086" y="20777"/>
                </a:lnTo>
                <a:lnTo>
                  <a:pt x="1765" y="17890"/>
                </a:lnTo>
                <a:lnTo>
                  <a:pt x="944" y="15787"/>
                </a:lnTo>
                <a:lnTo>
                  <a:pt x="475" y="13862"/>
                </a:lnTo>
                <a:lnTo>
                  <a:pt x="210" y="11507"/>
                </a:lnTo>
                <a:lnTo>
                  <a:pt x="0" y="8113"/>
                </a:lnTo>
                <a:lnTo>
                  <a:pt x="1518" y="4795"/>
                </a:lnTo>
                <a:lnTo>
                  <a:pt x="3249" y="2448"/>
                </a:lnTo>
                <a:lnTo>
                  <a:pt x="5165" y="946"/>
                </a:lnTo>
                <a:lnTo>
                  <a:pt x="7242" y="173"/>
                </a:lnTo>
                <a:lnTo>
                  <a:pt x="9452" y="0"/>
                </a:lnTo>
                <a:lnTo>
                  <a:pt x="11769" y="304"/>
                </a:lnTo>
                <a:lnTo>
                  <a:pt x="14170" y="971"/>
                </a:lnTo>
                <a:lnTo>
                  <a:pt x="16623" y="1874"/>
                </a:lnTo>
                <a:lnTo>
                  <a:pt x="19110" y="2887"/>
                </a:lnTo>
                <a:lnTo>
                  <a:pt x="21600" y="3892"/>
                </a:lnTo>
                <a:close/>
              </a:path>
            </a:pathLst>
          </a:custGeom>
          <a:solidFill>
            <a:srgbClr val="F1DB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0" name="contour_10968"/>
          <p:cNvSpPr/>
          <p:nvPr/>
        </p:nvSpPr>
        <p:spPr>
          <a:xfrm>
            <a:off x="11007954" y="1749118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335"/>
                </a:lnTo>
                <a:lnTo>
                  <a:pt x="2673" y="670"/>
                </a:lnTo>
                <a:lnTo>
                  <a:pt x="4012" y="1004"/>
                </a:lnTo>
                <a:lnTo>
                  <a:pt x="5349" y="1339"/>
                </a:lnTo>
                <a:lnTo>
                  <a:pt x="6688" y="1674"/>
                </a:lnTo>
                <a:lnTo>
                  <a:pt x="8031" y="2009"/>
                </a:lnTo>
                <a:lnTo>
                  <a:pt x="9374" y="2344"/>
                </a:lnTo>
                <a:lnTo>
                  <a:pt x="10719" y="2678"/>
                </a:lnTo>
                <a:lnTo>
                  <a:pt x="12067" y="3019"/>
                </a:lnTo>
                <a:lnTo>
                  <a:pt x="13418" y="3353"/>
                </a:lnTo>
                <a:lnTo>
                  <a:pt x="14772" y="3694"/>
                </a:lnTo>
                <a:lnTo>
                  <a:pt x="16129" y="4034"/>
                </a:lnTo>
                <a:lnTo>
                  <a:pt x="17490" y="4374"/>
                </a:lnTo>
                <a:lnTo>
                  <a:pt x="18855" y="4714"/>
                </a:lnTo>
                <a:lnTo>
                  <a:pt x="20225" y="5054"/>
                </a:lnTo>
                <a:lnTo>
                  <a:pt x="21600" y="5400"/>
                </a:lnTo>
                <a:lnTo>
                  <a:pt x="21168" y="6588"/>
                </a:lnTo>
                <a:lnTo>
                  <a:pt x="20734" y="7781"/>
                </a:lnTo>
                <a:lnTo>
                  <a:pt x="20135" y="9428"/>
                </a:lnTo>
                <a:lnTo>
                  <a:pt x="19206" y="11983"/>
                </a:lnTo>
                <a:lnTo>
                  <a:pt x="17787" y="15887"/>
                </a:lnTo>
                <a:lnTo>
                  <a:pt x="15709" y="21600"/>
                </a:lnTo>
                <a:lnTo>
                  <a:pt x="14260" y="21022"/>
                </a:lnTo>
                <a:lnTo>
                  <a:pt x="12938" y="20353"/>
                </a:lnTo>
                <a:lnTo>
                  <a:pt x="11690" y="19559"/>
                </a:lnTo>
                <a:lnTo>
                  <a:pt x="10460" y="18625"/>
                </a:lnTo>
                <a:lnTo>
                  <a:pt x="9200" y="17512"/>
                </a:lnTo>
                <a:lnTo>
                  <a:pt x="7855" y="16200"/>
                </a:lnTo>
                <a:lnTo>
                  <a:pt x="6751" y="15595"/>
                </a:lnTo>
                <a:lnTo>
                  <a:pt x="5647" y="14996"/>
                </a:lnTo>
                <a:lnTo>
                  <a:pt x="4542" y="14413"/>
                </a:lnTo>
                <a:lnTo>
                  <a:pt x="3436" y="13835"/>
                </a:lnTo>
                <a:lnTo>
                  <a:pt x="2301" y="12836"/>
                </a:lnTo>
                <a:lnTo>
                  <a:pt x="1159" y="1182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E8E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1" name="contour_10969"/>
          <p:cNvSpPr/>
          <p:nvPr/>
        </p:nvSpPr>
        <p:spPr>
          <a:xfrm>
            <a:off x="4594521" y="1705390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0"/>
                </a:lnTo>
                <a:lnTo>
                  <a:pt x="9461" y="0"/>
                </a:lnTo>
                <a:lnTo>
                  <a:pt x="12044" y="0"/>
                </a:lnTo>
                <a:lnTo>
                  <a:pt x="14649" y="0"/>
                </a:lnTo>
                <a:lnTo>
                  <a:pt x="17280" y="0"/>
                </a:lnTo>
                <a:lnTo>
                  <a:pt x="17608" y="1644"/>
                </a:lnTo>
                <a:lnTo>
                  <a:pt x="17937" y="3290"/>
                </a:lnTo>
                <a:lnTo>
                  <a:pt x="18269" y="4937"/>
                </a:lnTo>
                <a:lnTo>
                  <a:pt x="18598" y="6586"/>
                </a:lnTo>
                <a:lnTo>
                  <a:pt x="18926" y="8237"/>
                </a:lnTo>
                <a:lnTo>
                  <a:pt x="19259" y="9890"/>
                </a:lnTo>
                <a:lnTo>
                  <a:pt x="19591" y="11549"/>
                </a:lnTo>
                <a:lnTo>
                  <a:pt x="19924" y="13210"/>
                </a:lnTo>
                <a:lnTo>
                  <a:pt x="20256" y="14875"/>
                </a:lnTo>
                <a:lnTo>
                  <a:pt x="20589" y="16548"/>
                </a:lnTo>
                <a:lnTo>
                  <a:pt x="20926" y="18226"/>
                </a:lnTo>
                <a:lnTo>
                  <a:pt x="21263" y="19908"/>
                </a:lnTo>
                <a:lnTo>
                  <a:pt x="21600" y="21600"/>
                </a:lnTo>
                <a:lnTo>
                  <a:pt x="17276" y="21588"/>
                </a:lnTo>
                <a:lnTo>
                  <a:pt x="14208" y="21499"/>
                </a:lnTo>
                <a:lnTo>
                  <a:pt x="11958" y="21262"/>
                </a:lnTo>
                <a:lnTo>
                  <a:pt x="10079" y="20801"/>
                </a:lnTo>
                <a:lnTo>
                  <a:pt x="8130" y="20038"/>
                </a:lnTo>
                <a:lnTo>
                  <a:pt x="5668" y="18900"/>
                </a:lnTo>
                <a:lnTo>
                  <a:pt x="3681" y="17738"/>
                </a:lnTo>
                <a:lnTo>
                  <a:pt x="2428" y="16882"/>
                </a:lnTo>
                <a:lnTo>
                  <a:pt x="1378" y="15910"/>
                </a:lnTo>
                <a:lnTo>
                  <a:pt x="0" y="14400"/>
                </a:lnTo>
                <a:lnTo>
                  <a:pt x="121" y="12751"/>
                </a:lnTo>
                <a:lnTo>
                  <a:pt x="350" y="11124"/>
                </a:lnTo>
                <a:lnTo>
                  <a:pt x="683" y="9518"/>
                </a:lnTo>
                <a:lnTo>
                  <a:pt x="1110" y="7925"/>
                </a:lnTo>
                <a:lnTo>
                  <a:pt x="1620" y="6341"/>
                </a:lnTo>
                <a:lnTo>
                  <a:pt x="2208" y="4762"/>
                </a:lnTo>
                <a:lnTo>
                  <a:pt x="2860" y="3180"/>
                </a:lnTo>
                <a:lnTo>
                  <a:pt x="3564" y="1596"/>
                </a:lnTo>
                <a:lnTo>
                  <a:pt x="4320" y="0"/>
                </a:lnTo>
                <a:close/>
              </a:path>
            </a:pathLst>
          </a:custGeom>
          <a:solidFill>
            <a:srgbClr val="F5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2" name="contour_10970"/>
          <p:cNvSpPr/>
          <p:nvPr/>
        </p:nvSpPr>
        <p:spPr>
          <a:xfrm>
            <a:off x="10337459" y="1719966"/>
            <a:ext cx="3708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45" y="0"/>
                </a:moveTo>
                <a:lnTo>
                  <a:pt x="8754" y="1197"/>
                </a:lnTo>
                <a:lnTo>
                  <a:pt x="12074" y="2108"/>
                </a:lnTo>
                <a:lnTo>
                  <a:pt x="14498" y="2845"/>
                </a:lnTo>
                <a:lnTo>
                  <a:pt x="16332" y="3508"/>
                </a:lnTo>
                <a:lnTo>
                  <a:pt x="17864" y="4215"/>
                </a:lnTo>
                <a:lnTo>
                  <a:pt x="19397" y="5067"/>
                </a:lnTo>
                <a:lnTo>
                  <a:pt x="21226" y="6171"/>
                </a:lnTo>
                <a:lnTo>
                  <a:pt x="21600" y="8273"/>
                </a:lnTo>
                <a:lnTo>
                  <a:pt x="21592" y="10146"/>
                </a:lnTo>
                <a:lnTo>
                  <a:pt x="21239" y="11926"/>
                </a:lnTo>
                <a:lnTo>
                  <a:pt x="20581" y="13756"/>
                </a:lnTo>
                <a:lnTo>
                  <a:pt x="19651" y="15777"/>
                </a:lnTo>
                <a:lnTo>
                  <a:pt x="17703" y="17539"/>
                </a:lnTo>
                <a:lnTo>
                  <a:pt x="15788" y="18764"/>
                </a:lnTo>
                <a:lnTo>
                  <a:pt x="13704" y="19613"/>
                </a:lnTo>
                <a:lnTo>
                  <a:pt x="11250" y="20248"/>
                </a:lnTo>
                <a:lnTo>
                  <a:pt x="8227" y="20829"/>
                </a:lnTo>
                <a:lnTo>
                  <a:pt x="7017" y="20943"/>
                </a:lnTo>
                <a:lnTo>
                  <a:pt x="4882" y="21140"/>
                </a:lnTo>
                <a:lnTo>
                  <a:pt x="0" y="21600"/>
                </a:lnTo>
                <a:lnTo>
                  <a:pt x="420" y="19462"/>
                </a:lnTo>
                <a:lnTo>
                  <a:pt x="841" y="17320"/>
                </a:lnTo>
                <a:lnTo>
                  <a:pt x="1261" y="15179"/>
                </a:lnTo>
                <a:lnTo>
                  <a:pt x="1685" y="13034"/>
                </a:lnTo>
                <a:lnTo>
                  <a:pt x="2106" y="10880"/>
                </a:lnTo>
                <a:lnTo>
                  <a:pt x="2530" y="8723"/>
                </a:lnTo>
                <a:lnTo>
                  <a:pt x="2955" y="6557"/>
                </a:lnTo>
                <a:lnTo>
                  <a:pt x="3383" y="4382"/>
                </a:lnTo>
                <a:lnTo>
                  <a:pt x="3812" y="2197"/>
                </a:lnTo>
                <a:lnTo>
                  <a:pt x="4245" y="0"/>
                </a:lnTo>
                <a:close/>
              </a:path>
            </a:pathLst>
          </a:custGeom>
          <a:solidFill>
            <a:srgbClr val="E5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3" name="contour_10971"/>
          <p:cNvSpPr/>
          <p:nvPr/>
        </p:nvSpPr>
        <p:spPr>
          <a:xfrm>
            <a:off x="4886041" y="1719966"/>
            <a:ext cx="58304" cy="357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200" y="2913"/>
                </a:lnTo>
                <a:lnTo>
                  <a:pt x="16200" y="5843"/>
                </a:lnTo>
                <a:lnTo>
                  <a:pt x="16200" y="8813"/>
                </a:lnTo>
                <a:lnTo>
                  <a:pt x="17804" y="10430"/>
                </a:lnTo>
                <a:lnTo>
                  <a:pt x="18900" y="11430"/>
                </a:lnTo>
                <a:lnTo>
                  <a:pt x="19996" y="12219"/>
                </a:lnTo>
                <a:lnTo>
                  <a:pt x="21600" y="13219"/>
                </a:lnTo>
                <a:lnTo>
                  <a:pt x="20053" y="14175"/>
                </a:lnTo>
                <a:lnTo>
                  <a:pt x="18500" y="15118"/>
                </a:lnTo>
                <a:lnTo>
                  <a:pt x="16948" y="16052"/>
                </a:lnTo>
                <a:lnTo>
                  <a:pt x="15393" y="16978"/>
                </a:lnTo>
                <a:lnTo>
                  <a:pt x="13838" y="17899"/>
                </a:lnTo>
                <a:lnTo>
                  <a:pt x="13195" y="18286"/>
                </a:lnTo>
                <a:lnTo>
                  <a:pt x="12064" y="18969"/>
                </a:lnTo>
                <a:lnTo>
                  <a:pt x="9472" y="20534"/>
                </a:lnTo>
                <a:lnTo>
                  <a:pt x="7069" y="21371"/>
                </a:lnTo>
                <a:lnTo>
                  <a:pt x="5505" y="21600"/>
                </a:lnTo>
                <a:lnTo>
                  <a:pt x="4101" y="21190"/>
                </a:lnTo>
                <a:lnTo>
                  <a:pt x="2173" y="20089"/>
                </a:lnTo>
                <a:lnTo>
                  <a:pt x="1093" y="18864"/>
                </a:lnTo>
                <a:lnTo>
                  <a:pt x="0" y="17625"/>
                </a:lnTo>
                <a:lnTo>
                  <a:pt x="427" y="14479"/>
                </a:lnTo>
                <a:lnTo>
                  <a:pt x="780" y="12219"/>
                </a:lnTo>
                <a:lnTo>
                  <a:pt x="1191" y="10210"/>
                </a:lnTo>
                <a:lnTo>
                  <a:pt x="1787" y="7817"/>
                </a:lnTo>
                <a:lnTo>
                  <a:pt x="2700" y="4406"/>
                </a:lnTo>
                <a:lnTo>
                  <a:pt x="4458" y="3124"/>
                </a:lnTo>
                <a:lnTo>
                  <a:pt x="6102" y="2111"/>
                </a:lnTo>
                <a:lnTo>
                  <a:pt x="7682" y="1340"/>
                </a:lnTo>
                <a:lnTo>
                  <a:pt x="9239" y="776"/>
                </a:lnTo>
                <a:lnTo>
                  <a:pt x="10824" y="392"/>
                </a:lnTo>
                <a:lnTo>
                  <a:pt x="12482" y="154"/>
                </a:lnTo>
                <a:lnTo>
                  <a:pt x="14259" y="35"/>
                </a:lnTo>
                <a:lnTo>
                  <a:pt x="16200" y="0"/>
                </a:lnTo>
                <a:close/>
              </a:path>
            </a:pathLst>
          </a:custGeom>
          <a:solidFill>
            <a:srgbClr val="D7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4" name="contour_10972"/>
          <p:cNvSpPr/>
          <p:nvPr/>
        </p:nvSpPr>
        <p:spPr>
          <a:xfrm>
            <a:off x="1416957" y="1698102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918" y="2027"/>
                </a:lnTo>
                <a:lnTo>
                  <a:pt x="20306" y="3629"/>
                </a:lnTo>
                <a:lnTo>
                  <a:pt x="20700" y="6171"/>
                </a:lnTo>
                <a:lnTo>
                  <a:pt x="20971" y="7893"/>
                </a:lnTo>
                <a:lnTo>
                  <a:pt x="21245" y="9643"/>
                </a:lnTo>
                <a:lnTo>
                  <a:pt x="21331" y="10312"/>
                </a:lnTo>
                <a:lnTo>
                  <a:pt x="21600" y="12343"/>
                </a:lnTo>
                <a:lnTo>
                  <a:pt x="19963" y="12917"/>
                </a:lnTo>
                <a:lnTo>
                  <a:pt x="18300" y="13500"/>
                </a:lnTo>
                <a:lnTo>
                  <a:pt x="16697" y="14358"/>
                </a:lnTo>
                <a:lnTo>
                  <a:pt x="15302" y="15253"/>
                </a:lnTo>
                <a:lnTo>
                  <a:pt x="14064" y="16222"/>
                </a:lnTo>
                <a:lnTo>
                  <a:pt x="12926" y="17302"/>
                </a:lnTo>
                <a:lnTo>
                  <a:pt x="11839" y="18533"/>
                </a:lnTo>
                <a:lnTo>
                  <a:pt x="10747" y="19955"/>
                </a:lnTo>
                <a:lnTo>
                  <a:pt x="9600" y="21600"/>
                </a:lnTo>
                <a:lnTo>
                  <a:pt x="9538" y="19286"/>
                </a:lnTo>
                <a:lnTo>
                  <a:pt x="9540" y="17255"/>
                </a:lnTo>
                <a:lnTo>
                  <a:pt x="9624" y="15425"/>
                </a:lnTo>
                <a:lnTo>
                  <a:pt x="9814" y="13707"/>
                </a:lnTo>
                <a:lnTo>
                  <a:pt x="10126" y="12010"/>
                </a:lnTo>
                <a:lnTo>
                  <a:pt x="10582" y="10248"/>
                </a:lnTo>
                <a:lnTo>
                  <a:pt x="11198" y="8331"/>
                </a:lnTo>
                <a:lnTo>
                  <a:pt x="12000" y="6171"/>
                </a:lnTo>
                <a:lnTo>
                  <a:pt x="10303" y="6171"/>
                </a:lnTo>
                <a:lnTo>
                  <a:pt x="8604" y="6171"/>
                </a:lnTo>
                <a:lnTo>
                  <a:pt x="6900" y="6171"/>
                </a:lnTo>
                <a:lnTo>
                  <a:pt x="5189" y="6171"/>
                </a:lnTo>
                <a:lnTo>
                  <a:pt x="3470" y="6171"/>
                </a:lnTo>
                <a:lnTo>
                  <a:pt x="1742" y="6171"/>
                </a:lnTo>
                <a:lnTo>
                  <a:pt x="0" y="6171"/>
                </a:lnTo>
                <a:lnTo>
                  <a:pt x="0" y="4641"/>
                </a:lnTo>
                <a:lnTo>
                  <a:pt x="0" y="3086"/>
                </a:lnTo>
                <a:lnTo>
                  <a:pt x="1380" y="2774"/>
                </a:lnTo>
                <a:lnTo>
                  <a:pt x="2760" y="2465"/>
                </a:lnTo>
                <a:lnTo>
                  <a:pt x="4140" y="2157"/>
                </a:lnTo>
                <a:lnTo>
                  <a:pt x="5520" y="1848"/>
                </a:lnTo>
                <a:lnTo>
                  <a:pt x="6900" y="1543"/>
                </a:lnTo>
                <a:lnTo>
                  <a:pt x="8182" y="1256"/>
                </a:lnTo>
                <a:lnTo>
                  <a:pt x="9473" y="966"/>
                </a:lnTo>
                <a:lnTo>
                  <a:pt x="10781" y="676"/>
                </a:lnTo>
                <a:lnTo>
                  <a:pt x="12586" y="346"/>
                </a:lnTo>
                <a:lnTo>
                  <a:pt x="13925" y="145"/>
                </a:lnTo>
                <a:lnTo>
                  <a:pt x="15204" y="43"/>
                </a:lnTo>
                <a:lnTo>
                  <a:pt x="16829" y="6"/>
                </a:lnTo>
                <a:lnTo>
                  <a:pt x="19200" y="0"/>
                </a:lnTo>
                <a:close/>
              </a:path>
            </a:pathLst>
          </a:custGeom>
          <a:solidFill>
            <a:srgbClr val="A6A7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5" name="contour_10973"/>
          <p:cNvSpPr/>
          <p:nvPr/>
        </p:nvSpPr>
        <p:spPr>
          <a:xfrm>
            <a:off x="6861087" y="1691317"/>
            <a:ext cx="72880" cy="432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97" y="1271"/>
                </a:moveTo>
                <a:lnTo>
                  <a:pt x="20792" y="2324"/>
                </a:lnTo>
                <a:lnTo>
                  <a:pt x="21600" y="3391"/>
                </a:lnTo>
                <a:lnTo>
                  <a:pt x="21149" y="5561"/>
                </a:lnTo>
                <a:lnTo>
                  <a:pt x="20773" y="7043"/>
                </a:lnTo>
                <a:lnTo>
                  <a:pt x="20269" y="8518"/>
                </a:lnTo>
                <a:lnTo>
                  <a:pt x="19440" y="10674"/>
                </a:lnTo>
                <a:lnTo>
                  <a:pt x="17952" y="10856"/>
                </a:lnTo>
                <a:lnTo>
                  <a:pt x="16891" y="10893"/>
                </a:lnTo>
                <a:lnTo>
                  <a:pt x="15757" y="10762"/>
                </a:lnTo>
                <a:lnTo>
                  <a:pt x="14040" y="10449"/>
                </a:lnTo>
                <a:lnTo>
                  <a:pt x="12310" y="10314"/>
                </a:lnTo>
                <a:lnTo>
                  <a:pt x="11169" y="10292"/>
                </a:lnTo>
                <a:lnTo>
                  <a:pt x="10115" y="10405"/>
                </a:lnTo>
                <a:lnTo>
                  <a:pt x="8640" y="10674"/>
                </a:lnTo>
                <a:lnTo>
                  <a:pt x="7780" y="13384"/>
                </a:lnTo>
                <a:lnTo>
                  <a:pt x="7238" y="15307"/>
                </a:lnTo>
                <a:lnTo>
                  <a:pt x="6910" y="16968"/>
                </a:lnTo>
                <a:lnTo>
                  <a:pt x="6692" y="18890"/>
                </a:lnTo>
                <a:lnTo>
                  <a:pt x="6480" y="21600"/>
                </a:lnTo>
                <a:lnTo>
                  <a:pt x="4873" y="20915"/>
                </a:lnTo>
                <a:lnTo>
                  <a:pt x="3732" y="20384"/>
                </a:lnTo>
                <a:lnTo>
                  <a:pt x="2748" y="19830"/>
                </a:lnTo>
                <a:lnTo>
                  <a:pt x="1607" y="19080"/>
                </a:lnTo>
                <a:lnTo>
                  <a:pt x="0" y="17958"/>
                </a:lnTo>
                <a:lnTo>
                  <a:pt x="0" y="15551"/>
                </a:lnTo>
                <a:lnTo>
                  <a:pt x="0" y="13129"/>
                </a:lnTo>
                <a:lnTo>
                  <a:pt x="0" y="10674"/>
                </a:lnTo>
                <a:lnTo>
                  <a:pt x="1395" y="9465"/>
                </a:lnTo>
                <a:lnTo>
                  <a:pt x="2763" y="8354"/>
                </a:lnTo>
                <a:lnTo>
                  <a:pt x="4123" y="7320"/>
                </a:lnTo>
                <a:lnTo>
                  <a:pt x="5497" y="6351"/>
                </a:lnTo>
                <a:lnTo>
                  <a:pt x="6906" y="5426"/>
                </a:lnTo>
                <a:lnTo>
                  <a:pt x="8370" y="4531"/>
                </a:lnTo>
                <a:lnTo>
                  <a:pt x="9556" y="3747"/>
                </a:lnTo>
                <a:lnTo>
                  <a:pt x="10759" y="2957"/>
                </a:lnTo>
                <a:lnTo>
                  <a:pt x="12928" y="1632"/>
                </a:lnTo>
                <a:lnTo>
                  <a:pt x="14545" y="717"/>
                </a:lnTo>
                <a:lnTo>
                  <a:pt x="15770" y="182"/>
                </a:lnTo>
                <a:lnTo>
                  <a:pt x="16768" y="0"/>
                </a:lnTo>
                <a:lnTo>
                  <a:pt x="17697" y="142"/>
                </a:lnTo>
                <a:lnTo>
                  <a:pt x="18719" y="575"/>
                </a:lnTo>
                <a:lnTo>
                  <a:pt x="19997" y="1271"/>
                </a:lnTo>
                <a:close/>
              </a:path>
            </a:pathLst>
          </a:custGeom>
          <a:solidFill>
            <a:srgbClr val="D9E2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6" name="contour_10974"/>
          <p:cNvSpPr/>
          <p:nvPr/>
        </p:nvSpPr>
        <p:spPr>
          <a:xfrm>
            <a:off x="10446779" y="1683526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664" y="380"/>
                </a:lnTo>
                <a:lnTo>
                  <a:pt x="10128" y="778"/>
                </a:lnTo>
                <a:lnTo>
                  <a:pt x="11590" y="1192"/>
                </a:lnTo>
                <a:lnTo>
                  <a:pt x="13051" y="1620"/>
                </a:lnTo>
                <a:lnTo>
                  <a:pt x="13870" y="1849"/>
                </a:lnTo>
                <a:lnTo>
                  <a:pt x="16342" y="2532"/>
                </a:lnTo>
                <a:lnTo>
                  <a:pt x="17755" y="3473"/>
                </a:lnTo>
                <a:lnTo>
                  <a:pt x="18737" y="4488"/>
                </a:lnTo>
                <a:lnTo>
                  <a:pt x="19536" y="6074"/>
                </a:lnTo>
                <a:lnTo>
                  <a:pt x="20405" y="8731"/>
                </a:lnTo>
                <a:lnTo>
                  <a:pt x="21600" y="12960"/>
                </a:lnTo>
                <a:lnTo>
                  <a:pt x="20016" y="12960"/>
                </a:lnTo>
                <a:lnTo>
                  <a:pt x="18430" y="12960"/>
                </a:lnTo>
                <a:lnTo>
                  <a:pt x="16843" y="12960"/>
                </a:lnTo>
                <a:lnTo>
                  <a:pt x="15252" y="12960"/>
                </a:lnTo>
                <a:lnTo>
                  <a:pt x="13656" y="12960"/>
                </a:lnTo>
                <a:lnTo>
                  <a:pt x="12053" y="12960"/>
                </a:lnTo>
                <a:lnTo>
                  <a:pt x="10445" y="12960"/>
                </a:lnTo>
                <a:lnTo>
                  <a:pt x="8827" y="12960"/>
                </a:lnTo>
                <a:lnTo>
                  <a:pt x="7200" y="12960"/>
                </a:lnTo>
                <a:lnTo>
                  <a:pt x="7200" y="15816"/>
                </a:lnTo>
                <a:lnTo>
                  <a:pt x="7200" y="18688"/>
                </a:lnTo>
                <a:lnTo>
                  <a:pt x="7200" y="21600"/>
                </a:lnTo>
                <a:lnTo>
                  <a:pt x="5774" y="21600"/>
                </a:lnTo>
                <a:lnTo>
                  <a:pt x="4344" y="21600"/>
                </a:lnTo>
                <a:lnTo>
                  <a:pt x="2909" y="21600"/>
                </a:lnTo>
                <a:lnTo>
                  <a:pt x="1462" y="21600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586" y="12960"/>
                </a:lnTo>
                <a:lnTo>
                  <a:pt x="3182" y="12960"/>
                </a:lnTo>
                <a:lnTo>
                  <a:pt x="4800" y="12960"/>
                </a:lnTo>
                <a:lnTo>
                  <a:pt x="5539" y="9746"/>
                </a:lnTo>
                <a:lnTo>
                  <a:pt x="6034" y="7465"/>
                </a:lnTo>
                <a:lnTo>
                  <a:pt x="6398" y="5495"/>
                </a:lnTo>
                <a:lnTo>
                  <a:pt x="6749" y="3214"/>
                </a:lnTo>
                <a:lnTo>
                  <a:pt x="7200" y="0"/>
                </a:lnTo>
                <a:close/>
              </a:path>
            </a:pathLst>
          </a:custGeom>
          <a:solidFill>
            <a:srgbClr val="D4D8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7" name="contour_10975"/>
          <p:cNvSpPr/>
          <p:nvPr/>
        </p:nvSpPr>
        <p:spPr>
          <a:xfrm>
            <a:off x="8339237" y="1683526"/>
            <a:ext cx="523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67" y="0"/>
                </a:moveTo>
                <a:lnTo>
                  <a:pt x="11576" y="425"/>
                </a:lnTo>
                <a:lnTo>
                  <a:pt x="13583" y="875"/>
                </a:lnTo>
                <a:lnTo>
                  <a:pt x="15583" y="1350"/>
                </a:lnTo>
                <a:lnTo>
                  <a:pt x="17262" y="1728"/>
                </a:lnTo>
                <a:lnTo>
                  <a:pt x="18968" y="2110"/>
                </a:lnTo>
                <a:lnTo>
                  <a:pt x="20276" y="2851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9611" y="10800"/>
                </a:lnTo>
                <a:lnTo>
                  <a:pt x="17611" y="10800"/>
                </a:lnTo>
                <a:lnTo>
                  <a:pt x="15583" y="10800"/>
                </a:lnTo>
                <a:lnTo>
                  <a:pt x="14657" y="13478"/>
                </a:lnTo>
                <a:lnTo>
                  <a:pt x="14037" y="15379"/>
                </a:lnTo>
                <a:lnTo>
                  <a:pt x="13580" y="17021"/>
                </a:lnTo>
                <a:lnTo>
                  <a:pt x="13141" y="18922"/>
                </a:lnTo>
                <a:lnTo>
                  <a:pt x="12575" y="21600"/>
                </a:lnTo>
                <a:lnTo>
                  <a:pt x="10484" y="21258"/>
                </a:lnTo>
                <a:lnTo>
                  <a:pt x="8438" y="20862"/>
                </a:lnTo>
                <a:lnTo>
                  <a:pt x="6426" y="20376"/>
                </a:lnTo>
                <a:lnTo>
                  <a:pt x="4443" y="19760"/>
                </a:lnTo>
                <a:lnTo>
                  <a:pt x="2485" y="18983"/>
                </a:lnTo>
                <a:lnTo>
                  <a:pt x="542" y="18000"/>
                </a:lnTo>
                <a:lnTo>
                  <a:pt x="181" y="15214"/>
                </a:lnTo>
                <a:lnTo>
                  <a:pt x="0" y="13259"/>
                </a:lnTo>
                <a:lnTo>
                  <a:pt x="0" y="11617"/>
                </a:lnTo>
                <a:lnTo>
                  <a:pt x="181" y="9770"/>
                </a:lnTo>
                <a:lnTo>
                  <a:pt x="542" y="7200"/>
                </a:lnTo>
                <a:lnTo>
                  <a:pt x="2328" y="7200"/>
                </a:lnTo>
                <a:lnTo>
                  <a:pt x="4121" y="7200"/>
                </a:lnTo>
                <a:lnTo>
                  <a:pt x="5920" y="7200"/>
                </a:lnTo>
                <a:lnTo>
                  <a:pt x="7734" y="7200"/>
                </a:lnTo>
                <a:lnTo>
                  <a:pt x="9567" y="7200"/>
                </a:lnTo>
                <a:lnTo>
                  <a:pt x="9567" y="4820"/>
                </a:lnTo>
                <a:lnTo>
                  <a:pt x="9567" y="2426"/>
                </a:lnTo>
                <a:lnTo>
                  <a:pt x="9567" y="0"/>
                </a:lnTo>
                <a:close/>
              </a:path>
            </a:pathLst>
          </a:custGeom>
          <a:solidFill>
            <a:srgbClr val="5B5A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8" name="contour_10976"/>
          <p:cNvSpPr/>
          <p:nvPr/>
        </p:nvSpPr>
        <p:spPr>
          <a:xfrm>
            <a:off x="7706494" y="1676238"/>
            <a:ext cx="43728" cy="44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396" y="2349"/>
                </a:lnTo>
                <a:lnTo>
                  <a:pt x="18792" y="4702"/>
                </a:lnTo>
                <a:lnTo>
                  <a:pt x="19188" y="7054"/>
                </a:lnTo>
                <a:lnTo>
                  <a:pt x="19588" y="9414"/>
                </a:lnTo>
                <a:lnTo>
                  <a:pt x="19987" y="11781"/>
                </a:lnTo>
                <a:lnTo>
                  <a:pt x="20387" y="14158"/>
                </a:lnTo>
                <a:lnTo>
                  <a:pt x="20790" y="16543"/>
                </a:lnTo>
                <a:lnTo>
                  <a:pt x="21193" y="18941"/>
                </a:lnTo>
                <a:lnTo>
                  <a:pt x="21600" y="21354"/>
                </a:lnTo>
                <a:lnTo>
                  <a:pt x="16646" y="21511"/>
                </a:lnTo>
                <a:lnTo>
                  <a:pt x="12748" y="21600"/>
                </a:lnTo>
                <a:lnTo>
                  <a:pt x="9724" y="21589"/>
                </a:lnTo>
                <a:lnTo>
                  <a:pt x="7398" y="21447"/>
                </a:lnTo>
                <a:lnTo>
                  <a:pt x="5591" y="21152"/>
                </a:lnTo>
                <a:lnTo>
                  <a:pt x="4126" y="20664"/>
                </a:lnTo>
                <a:lnTo>
                  <a:pt x="2822" y="19963"/>
                </a:lnTo>
                <a:lnTo>
                  <a:pt x="1508" y="19016"/>
                </a:lnTo>
                <a:lnTo>
                  <a:pt x="0" y="17795"/>
                </a:lnTo>
                <a:lnTo>
                  <a:pt x="18" y="14297"/>
                </a:lnTo>
                <a:lnTo>
                  <a:pt x="137" y="12019"/>
                </a:lnTo>
                <a:lnTo>
                  <a:pt x="457" y="10478"/>
                </a:lnTo>
                <a:lnTo>
                  <a:pt x="1080" y="9182"/>
                </a:lnTo>
                <a:lnTo>
                  <a:pt x="2110" y="7645"/>
                </a:lnTo>
                <a:lnTo>
                  <a:pt x="3517" y="6278"/>
                </a:lnTo>
                <a:lnTo>
                  <a:pt x="4950" y="4894"/>
                </a:lnTo>
                <a:lnTo>
                  <a:pt x="6329" y="3499"/>
                </a:lnTo>
                <a:lnTo>
                  <a:pt x="7733" y="2086"/>
                </a:lnTo>
                <a:lnTo>
                  <a:pt x="9288" y="1068"/>
                </a:lnTo>
                <a:lnTo>
                  <a:pt x="10598" y="452"/>
                </a:lnTo>
                <a:lnTo>
                  <a:pt x="12157" y="135"/>
                </a:lnTo>
                <a:lnTo>
                  <a:pt x="14461" y="18"/>
                </a:lnTo>
                <a:lnTo>
                  <a:pt x="18000" y="0"/>
                </a:lnTo>
                <a:close/>
              </a:path>
            </a:pathLst>
          </a:custGeom>
          <a:solidFill>
            <a:srgbClr val="DEE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79" name="contour_10977"/>
          <p:cNvSpPr/>
          <p:nvPr/>
        </p:nvSpPr>
        <p:spPr>
          <a:xfrm>
            <a:off x="8499209" y="1683526"/>
            <a:ext cx="52692" cy="579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75" y="0"/>
                </a:moveTo>
                <a:lnTo>
                  <a:pt x="5449" y="1231"/>
                </a:lnTo>
                <a:lnTo>
                  <a:pt x="6662" y="2206"/>
                </a:lnTo>
                <a:lnTo>
                  <a:pt x="7875" y="3440"/>
                </a:lnTo>
                <a:lnTo>
                  <a:pt x="9650" y="5435"/>
                </a:lnTo>
                <a:lnTo>
                  <a:pt x="9620" y="7432"/>
                </a:lnTo>
                <a:lnTo>
                  <a:pt x="9524" y="8886"/>
                </a:lnTo>
                <a:lnTo>
                  <a:pt x="9276" y="11038"/>
                </a:lnTo>
                <a:lnTo>
                  <a:pt x="9399" y="12777"/>
                </a:lnTo>
                <a:lnTo>
                  <a:pt x="9524" y="14530"/>
                </a:lnTo>
                <a:lnTo>
                  <a:pt x="9650" y="16304"/>
                </a:lnTo>
                <a:lnTo>
                  <a:pt x="11565" y="17138"/>
                </a:lnTo>
                <a:lnTo>
                  <a:pt x="13492" y="17771"/>
                </a:lnTo>
                <a:lnTo>
                  <a:pt x="15446" y="18241"/>
                </a:lnTo>
                <a:lnTo>
                  <a:pt x="17438" y="18581"/>
                </a:lnTo>
                <a:lnTo>
                  <a:pt x="19485" y="18831"/>
                </a:lnTo>
                <a:lnTo>
                  <a:pt x="21600" y="19021"/>
                </a:lnTo>
                <a:lnTo>
                  <a:pt x="19828" y="19415"/>
                </a:lnTo>
                <a:lnTo>
                  <a:pt x="18057" y="19801"/>
                </a:lnTo>
                <a:lnTo>
                  <a:pt x="16282" y="20176"/>
                </a:lnTo>
                <a:lnTo>
                  <a:pt x="14505" y="20548"/>
                </a:lnTo>
                <a:lnTo>
                  <a:pt x="12524" y="20975"/>
                </a:lnTo>
                <a:lnTo>
                  <a:pt x="10513" y="21410"/>
                </a:lnTo>
                <a:lnTo>
                  <a:pt x="8234" y="21589"/>
                </a:lnTo>
                <a:lnTo>
                  <a:pt x="6713" y="21600"/>
                </a:lnTo>
                <a:lnTo>
                  <a:pt x="5270" y="21407"/>
                </a:lnTo>
                <a:lnTo>
                  <a:pt x="3221" y="20964"/>
                </a:lnTo>
                <a:lnTo>
                  <a:pt x="1745" y="19782"/>
                </a:lnTo>
                <a:lnTo>
                  <a:pt x="917" y="18796"/>
                </a:lnTo>
                <a:lnTo>
                  <a:pt x="436" y="17475"/>
                </a:lnTo>
                <a:lnTo>
                  <a:pt x="0" y="15285"/>
                </a:lnTo>
                <a:lnTo>
                  <a:pt x="42" y="13826"/>
                </a:lnTo>
                <a:lnTo>
                  <a:pt x="84" y="12358"/>
                </a:lnTo>
                <a:lnTo>
                  <a:pt x="125" y="10869"/>
                </a:lnTo>
                <a:lnTo>
                  <a:pt x="146" y="9410"/>
                </a:lnTo>
                <a:lnTo>
                  <a:pt x="164" y="7943"/>
                </a:lnTo>
                <a:lnTo>
                  <a:pt x="185" y="6454"/>
                </a:lnTo>
                <a:lnTo>
                  <a:pt x="523" y="4250"/>
                </a:lnTo>
                <a:lnTo>
                  <a:pt x="998" y="2845"/>
                </a:lnTo>
                <a:lnTo>
                  <a:pt x="1939" y="1630"/>
                </a:lnTo>
                <a:lnTo>
                  <a:pt x="3675" y="0"/>
                </a:lnTo>
                <a:close/>
              </a:path>
            </a:pathLst>
          </a:custGeom>
          <a:solidFill>
            <a:srgbClr val="E2E8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0" name="contour_10978"/>
          <p:cNvSpPr/>
          <p:nvPr/>
        </p:nvSpPr>
        <p:spPr>
          <a:xfrm>
            <a:off x="1416957" y="1661779"/>
            <a:ext cx="87456" cy="232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9" y="710"/>
                </a:moveTo>
                <a:lnTo>
                  <a:pt x="9094" y="1204"/>
                </a:lnTo>
                <a:lnTo>
                  <a:pt x="10316" y="1697"/>
                </a:lnTo>
                <a:lnTo>
                  <a:pt x="11561" y="2272"/>
                </a:lnTo>
                <a:lnTo>
                  <a:pt x="12825" y="2847"/>
                </a:lnTo>
                <a:lnTo>
                  <a:pt x="14092" y="3381"/>
                </a:lnTo>
                <a:lnTo>
                  <a:pt x="15377" y="3922"/>
                </a:lnTo>
                <a:lnTo>
                  <a:pt x="16623" y="4450"/>
                </a:lnTo>
                <a:lnTo>
                  <a:pt x="17867" y="4991"/>
                </a:lnTo>
                <a:lnTo>
                  <a:pt x="19111" y="5539"/>
                </a:lnTo>
                <a:lnTo>
                  <a:pt x="20356" y="6093"/>
                </a:lnTo>
                <a:lnTo>
                  <a:pt x="21600" y="6654"/>
                </a:lnTo>
                <a:lnTo>
                  <a:pt x="21224" y="10624"/>
                </a:lnTo>
                <a:lnTo>
                  <a:pt x="20912" y="13356"/>
                </a:lnTo>
                <a:lnTo>
                  <a:pt x="20493" y="16122"/>
                </a:lnTo>
                <a:lnTo>
                  <a:pt x="19800" y="20180"/>
                </a:lnTo>
                <a:lnTo>
                  <a:pt x="18592" y="21066"/>
                </a:lnTo>
                <a:lnTo>
                  <a:pt x="17721" y="21499"/>
                </a:lnTo>
                <a:lnTo>
                  <a:pt x="16762" y="21600"/>
                </a:lnTo>
                <a:lnTo>
                  <a:pt x="15293" y="21499"/>
                </a:lnTo>
                <a:lnTo>
                  <a:pt x="14897" y="21478"/>
                </a:lnTo>
                <a:lnTo>
                  <a:pt x="14200" y="21444"/>
                </a:lnTo>
                <a:lnTo>
                  <a:pt x="12604" y="21370"/>
                </a:lnTo>
                <a:lnTo>
                  <a:pt x="11673" y="21255"/>
                </a:lnTo>
                <a:lnTo>
                  <a:pt x="10737" y="21140"/>
                </a:lnTo>
                <a:lnTo>
                  <a:pt x="9788" y="21025"/>
                </a:lnTo>
                <a:lnTo>
                  <a:pt x="8851" y="20964"/>
                </a:lnTo>
                <a:lnTo>
                  <a:pt x="7907" y="20903"/>
                </a:lnTo>
                <a:lnTo>
                  <a:pt x="6952" y="20843"/>
                </a:lnTo>
                <a:lnTo>
                  <a:pt x="5792" y="20755"/>
                </a:lnTo>
                <a:lnTo>
                  <a:pt x="4633" y="20660"/>
                </a:lnTo>
                <a:lnTo>
                  <a:pt x="3474" y="20552"/>
                </a:lnTo>
                <a:lnTo>
                  <a:pt x="2317" y="20437"/>
                </a:lnTo>
                <a:lnTo>
                  <a:pt x="1157" y="20315"/>
                </a:lnTo>
                <a:lnTo>
                  <a:pt x="0" y="20180"/>
                </a:lnTo>
                <a:lnTo>
                  <a:pt x="0" y="15710"/>
                </a:lnTo>
                <a:lnTo>
                  <a:pt x="0" y="11213"/>
                </a:lnTo>
                <a:lnTo>
                  <a:pt x="0" y="6654"/>
                </a:lnTo>
                <a:lnTo>
                  <a:pt x="1100" y="3936"/>
                </a:lnTo>
                <a:lnTo>
                  <a:pt x="2160" y="2015"/>
                </a:lnTo>
                <a:lnTo>
                  <a:pt x="3211" y="791"/>
                </a:lnTo>
                <a:lnTo>
                  <a:pt x="4280" y="156"/>
                </a:lnTo>
                <a:lnTo>
                  <a:pt x="5396" y="0"/>
                </a:lnTo>
                <a:lnTo>
                  <a:pt x="6590" y="216"/>
                </a:lnTo>
                <a:lnTo>
                  <a:pt x="7889" y="710"/>
                </a:lnTo>
                <a:close/>
              </a:path>
            </a:pathLst>
          </a:custGeom>
          <a:solidFill>
            <a:srgbClr val="9192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1" name="contour_10979"/>
          <p:cNvSpPr/>
          <p:nvPr/>
        </p:nvSpPr>
        <p:spPr>
          <a:xfrm>
            <a:off x="7625342" y="1537766"/>
            <a:ext cx="52000" cy="44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73" y="0"/>
                </a:moveTo>
                <a:lnTo>
                  <a:pt x="19251" y="2403"/>
                </a:lnTo>
                <a:lnTo>
                  <a:pt x="19877" y="4725"/>
                </a:lnTo>
                <a:lnTo>
                  <a:pt x="20438" y="7011"/>
                </a:lnTo>
                <a:lnTo>
                  <a:pt x="20919" y="9315"/>
                </a:lnTo>
                <a:lnTo>
                  <a:pt x="21312" y="11680"/>
                </a:lnTo>
                <a:lnTo>
                  <a:pt x="21600" y="14157"/>
                </a:lnTo>
                <a:lnTo>
                  <a:pt x="20441" y="16755"/>
                </a:lnTo>
                <a:lnTo>
                  <a:pt x="19423" y="18362"/>
                </a:lnTo>
                <a:lnTo>
                  <a:pt x="17982" y="19632"/>
                </a:lnTo>
                <a:lnTo>
                  <a:pt x="15545" y="21235"/>
                </a:lnTo>
                <a:lnTo>
                  <a:pt x="13372" y="21434"/>
                </a:lnTo>
                <a:lnTo>
                  <a:pt x="11210" y="21550"/>
                </a:lnTo>
                <a:lnTo>
                  <a:pt x="9055" y="21600"/>
                </a:lnTo>
                <a:lnTo>
                  <a:pt x="6902" y="21582"/>
                </a:lnTo>
                <a:lnTo>
                  <a:pt x="4747" y="21512"/>
                </a:lnTo>
                <a:lnTo>
                  <a:pt x="2582" y="21395"/>
                </a:lnTo>
                <a:lnTo>
                  <a:pt x="409" y="21235"/>
                </a:lnTo>
                <a:lnTo>
                  <a:pt x="136" y="18779"/>
                </a:lnTo>
                <a:lnTo>
                  <a:pt x="0" y="17003"/>
                </a:lnTo>
                <a:lnTo>
                  <a:pt x="0" y="15389"/>
                </a:lnTo>
                <a:lnTo>
                  <a:pt x="136" y="13428"/>
                </a:lnTo>
                <a:lnTo>
                  <a:pt x="409" y="10618"/>
                </a:lnTo>
                <a:lnTo>
                  <a:pt x="2389" y="8958"/>
                </a:lnTo>
                <a:lnTo>
                  <a:pt x="3851" y="7818"/>
                </a:lnTo>
                <a:lnTo>
                  <a:pt x="5231" y="6909"/>
                </a:lnTo>
                <a:lnTo>
                  <a:pt x="6966" y="5946"/>
                </a:lnTo>
                <a:lnTo>
                  <a:pt x="9491" y="4643"/>
                </a:lnTo>
                <a:lnTo>
                  <a:pt x="11180" y="3755"/>
                </a:lnTo>
                <a:lnTo>
                  <a:pt x="12878" y="2860"/>
                </a:lnTo>
                <a:lnTo>
                  <a:pt x="14601" y="1950"/>
                </a:lnTo>
                <a:lnTo>
                  <a:pt x="16572" y="980"/>
                </a:lnTo>
                <a:lnTo>
                  <a:pt x="18573" y="0"/>
                </a:lnTo>
                <a:close/>
              </a:path>
            </a:pathLst>
          </a:custGeom>
          <a:solidFill>
            <a:srgbClr val="E1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2" name="contour_10980"/>
          <p:cNvSpPr/>
          <p:nvPr/>
        </p:nvSpPr>
        <p:spPr>
          <a:xfrm>
            <a:off x="7954285" y="1515902"/>
            <a:ext cx="43130" cy="463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00" y="0"/>
                </a:moveTo>
                <a:lnTo>
                  <a:pt x="15589" y="1584"/>
                </a:lnTo>
                <a:lnTo>
                  <a:pt x="16563" y="3175"/>
                </a:lnTo>
                <a:lnTo>
                  <a:pt x="17523" y="4772"/>
                </a:lnTo>
                <a:lnTo>
                  <a:pt x="18476" y="6373"/>
                </a:lnTo>
                <a:lnTo>
                  <a:pt x="19560" y="8151"/>
                </a:lnTo>
                <a:lnTo>
                  <a:pt x="20658" y="9959"/>
                </a:lnTo>
                <a:lnTo>
                  <a:pt x="21359" y="12120"/>
                </a:lnTo>
                <a:lnTo>
                  <a:pt x="21600" y="13613"/>
                </a:lnTo>
                <a:lnTo>
                  <a:pt x="21392" y="15128"/>
                </a:lnTo>
                <a:lnTo>
                  <a:pt x="20746" y="17365"/>
                </a:lnTo>
                <a:lnTo>
                  <a:pt x="18863" y="19537"/>
                </a:lnTo>
                <a:lnTo>
                  <a:pt x="17326" y="20621"/>
                </a:lnTo>
                <a:lnTo>
                  <a:pt x="14826" y="21535"/>
                </a:lnTo>
                <a:lnTo>
                  <a:pt x="12439" y="21600"/>
                </a:lnTo>
                <a:lnTo>
                  <a:pt x="10223" y="21580"/>
                </a:lnTo>
                <a:lnTo>
                  <a:pt x="8084" y="21416"/>
                </a:lnTo>
                <a:lnTo>
                  <a:pt x="5927" y="21039"/>
                </a:lnTo>
                <a:lnTo>
                  <a:pt x="3650" y="20393"/>
                </a:lnTo>
                <a:lnTo>
                  <a:pt x="2533" y="18211"/>
                </a:lnTo>
                <a:lnTo>
                  <a:pt x="1683" y="16019"/>
                </a:lnTo>
                <a:lnTo>
                  <a:pt x="1055" y="13796"/>
                </a:lnTo>
                <a:lnTo>
                  <a:pt x="595" y="11532"/>
                </a:lnTo>
                <a:lnTo>
                  <a:pt x="259" y="9204"/>
                </a:lnTo>
                <a:lnTo>
                  <a:pt x="0" y="6798"/>
                </a:lnTo>
                <a:lnTo>
                  <a:pt x="770" y="6862"/>
                </a:lnTo>
                <a:lnTo>
                  <a:pt x="2132" y="6971"/>
                </a:lnTo>
                <a:lnTo>
                  <a:pt x="5249" y="7223"/>
                </a:lnTo>
                <a:lnTo>
                  <a:pt x="6084" y="7158"/>
                </a:lnTo>
                <a:lnTo>
                  <a:pt x="7563" y="7049"/>
                </a:lnTo>
                <a:lnTo>
                  <a:pt x="10950" y="6798"/>
                </a:lnTo>
                <a:lnTo>
                  <a:pt x="12234" y="4765"/>
                </a:lnTo>
                <a:lnTo>
                  <a:pt x="13041" y="3379"/>
                </a:lnTo>
                <a:lnTo>
                  <a:pt x="13716" y="2002"/>
                </a:lnTo>
                <a:lnTo>
                  <a:pt x="14600" y="0"/>
                </a:lnTo>
                <a:close/>
              </a:path>
            </a:pathLst>
          </a:custGeom>
          <a:solidFill>
            <a:srgbClr val="F3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3" name="contour_10981"/>
          <p:cNvSpPr/>
          <p:nvPr/>
        </p:nvSpPr>
        <p:spPr>
          <a:xfrm>
            <a:off x="4040634" y="1515902"/>
            <a:ext cx="2985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44" y="0"/>
                </a:moveTo>
                <a:lnTo>
                  <a:pt x="13212" y="1733"/>
                </a:lnTo>
                <a:lnTo>
                  <a:pt x="15442" y="3421"/>
                </a:lnTo>
                <a:lnTo>
                  <a:pt x="17261" y="5079"/>
                </a:lnTo>
                <a:lnTo>
                  <a:pt x="18711" y="6726"/>
                </a:lnTo>
                <a:lnTo>
                  <a:pt x="19823" y="8381"/>
                </a:lnTo>
                <a:lnTo>
                  <a:pt x="20635" y="10057"/>
                </a:lnTo>
                <a:lnTo>
                  <a:pt x="21178" y="11775"/>
                </a:lnTo>
                <a:lnTo>
                  <a:pt x="21489" y="13551"/>
                </a:lnTo>
                <a:lnTo>
                  <a:pt x="21600" y="15406"/>
                </a:lnTo>
                <a:lnTo>
                  <a:pt x="21547" y="17353"/>
                </a:lnTo>
                <a:lnTo>
                  <a:pt x="21368" y="19413"/>
                </a:lnTo>
                <a:lnTo>
                  <a:pt x="21089" y="21600"/>
                </a:lnTo>
                <a:lnTo>
                  <a:pt x="17609" y="21155"/>
                </a:lnTo>
                <a:lnTo>
                  <a:pt x="14124" y="20709"/>
                </a:lnTo>
                <a:lnTo>
                  <a:pt x="10623" y="20261"/>
                </a:lnTo>
                <a:lnTo>
                  <a:pt x="7107" y="19810"/>
                </a:lnTo>
                <a:lnTo>
                  <a:pt x="3569" y="19356"/>
                </a:lnTo>
                <a:lnTo>
                  <a:pt x="0" y="18900"/>
                </a:lnTo>
                <a:lnTo>
                  <a:pt x="448" y="17312"/>
                </a:lnTo>
                <a:lnTo>
                  <a:pt x="907" y="15725"/>
                </a:lnTo>
                <a:lnTo>
                  <a:pt x="1371" y="14140"/>
                </a:lnTo>
                <a:lnTo>
                  <a:pt x="1835" y="12552"/>
                </a:lnTo>
                <a:lnTo>
                  <a:pt x="2309" y="10967"/>
                </a:lnTo>
                <a:lnTo>
                  <a:pt x="2736" y="9493"/>
                </a:lnTo>
                <a:lnTo>
                  <a:pt x="3169" y="8011"/>
                </a:lnTo>
                <a:lnTo>
                  <a:pt x="3606" y="6507"/>
                </a:lnTo>
                <a:lnTo>
                  <a:pt x="4650" y="4263"/>
                </a:lnTo>
                <a:lnTo>
                  <a:pt x="5726" y="2838"/>
                </a:lnTo>
                <a:lnTo>
                  <a:pt x="7471" y="1620"/>
                </a:lnTo>
                <a:lnTo>
                  <a:pt x="10544" y="0"/>
                </a:lnTo>
                <a:close/>
              </a:path>
            </a:pathLst>
          </a:custGeom>
          <a:solidFill>
            <a:srgbClr val="E4E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4" name="contour_10982"/>
          <p:cNvSpPr/>
          <p:nvPr/>
        </p:nvSpPr>
        <p:spPr>
          <a:xfrm>
            <a:off x="4077074" y="1494038"/>
            <a:ext cx="3098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80" y="0"/>
                </a:moveTo>
                <a:lnTo>
                  <a:pt x="8829" y="381"/>
                </a:lnTo>
                <a:lnTo>
                  <a:pt x="11496" y="710"/>
                </a:lnTo>
                <a:lnTo>
                  <a:pt x="13812" y="1120"/>
                </a:lnTo>
                <a:lnTo>
                  <a:pt x="16510" y="1742"/>
                </a:lnTo>
                <a:lnTo>
                  <a:pt x="20320" y="2700"/>
                </a:lnTo>
                <a:lnTo>
                  <a:pt x="21041" y="4887"/>
                </a:lnTo>
                <a:lnTo>
                  <a:pt x="21453" y="6483"/>
                </a:lnTo>
                <a:lnTo>
                  <a:pt x="21600" y="7943"/>
                </a:lnTo>
                <a:lnTo>
                  <a:pt x="21524" y="9736"/>
                </a:lnTo>
                <a:lnTo>
                  <a:pt x="21275" y="12317"/>
                </a:lnTo>
                <a:lnTo>
                  <a:pt x="21133" y="14051"/>
                </a:lnTo>
                <a:lnTo>
                  <a:pt x="20995" y="15795"/>
                </a:lnTo>
                <a:lnTo>
                  <a:pt x="20853" y="17561"/>
                </a:lnTo>
                <a:lnTo>
                  <a:pt x="20681" y="18895"/>
                </a:lnTo>
                <a:lnTo>
                  <a:pt x="20503" y="20239"/>
                </a:lnTo>
                <a:lnTo>
                  <a:pt x="20320" y="21600"/>
                </a:lnTo>
                <a:lnTo>
                  <a:pt x="17485" y="20369"/>
                </a:lnTo>
                <a:lnTo>
                  <a:pt x="14722" y="19127"/>
                </a:lnTo>
                <a:lnTo>
                  <a:pt x="12040" y="17866"/>
                </a:lnTo>
                <a:lnTo>
                  <a:pt x="9439" y="16570"/>
                </a:lnTo>
                <a:lnTo>
                  <a:pt x="6929" y="15228"/>
                </a:lnTo>
                <a:lnTo>
                  <a:pt x="4516" y="13827"/>
                </a:lnTo>
                <a:lnTo>
                  <a:pt x="2205" y="12355"/>
                </a:lnTo>
                <a:lnTo>
                  <a:pt x="0" y="10800"/>
                </a:lnTo>
                <a:lnTo>
                  <a:pt x="41" y="8764"/>
                </a:lnTo>
                <a:lnTo>
                  <a:pt x="442" y="6969"/>
                </a:lnTo>
                <a:lnTo>
                  <a:pt x="1179" y="5303"/>
                </a:lnTo>
                <a:lnTo>
                  <a:pt x="2215" y="3658"/>
                </a:lnTo>
                <a:lnTo>
                  <a:pt x="3525" y="1928"/>
                </a:lnTo>
                <a:lnTo>
                  <a:pt x="5080" y="0"/>
                </a:lnTo>
                <a:close/>
              </a:path>
            </a:pathLst>
          </a:custGeom>
          <a:solidFill>
            <a:srgbClr val="B497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5" name="contour_10983"/>
          <p:cNvSpPr/>
          <p:nvPr/>
        </p:nvSpPr>
        <p:spPr>
          <a:xfrm>
            <a:off x="1395093" y="1515902"/>
            <a:ext cx="80168" cy="31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88" y="0"/>
                </a:lnTo>
                <a:lnTo>
                  <a:pt x="2779" y="0"/>
                </a:lnTo>
                <a:lnTo>
                  <a:pt x="4173" y="0"/>
                </a:lnTo>
                <a:lnTo>
                  <a:pt x="5573" y="0"/>
                </a:lnTo>
                <a:lnTo>
                  <a:pt x="6979" y="0"/>
                </a:lnTo>
                <a:lnTo>
                  <a:pt x="8393" y="0"/>
                </a:lnTo>
                <a:lnTo>
                  <a:pt x="9818" y="0"/>
                </a:lnTo>
                <a:lnTo>
                  <a:pt x="9818" y="3269"/>
                </a:lnTo>
                <a:lnTo>
                  <a:pt x="9818" y="6557"/>
                </a:lnTo>
                <a:lnTo>
                  <a:pt x="9818" y="9890"/>
                </a:lnTo>
                <a:lnTo>
                  <a:pt x="10849" y="9717"/>
                </a:lnTo>
                <a:lnTo>
                  <a:pt x="11898" y="9544"/>
                </a:lnTo>
                <a:lnTo>
                  <a:pt x="13241" y="9410"/>
                </a:lnTo>
                <a:lnTo>
                  <a:pt x="14606" y="9272"/>
                </a:lnTo>
                <a:lnTo>
                  <a:pt x="15941" y="9099"/>
                </a:lnTo>
                <a:lnTo>
                  <a:pt x="17298" y="8926"/>
                </a:lnTo>
                <a:lnTo>
                  <a:pt x="18458" y="9405"/>
                </a:lnTo>
                <a:lnTo>
                  <a:pt x="19636" y="9890"/>
                </a:lnTo>
                <a:lnTo>
                  <a:pt x="20396" y="12847"/>
                </a:lnTo>
                <a:lnTo>
                  <a:pt x="20854" y="14865"/>
                </a:lnTo>
                <a:lnTo>
                  <a:pt x="21194" y="16868"/>
                </a:lnTo>
                <a:lnTo>
                  <a:pt x="21600" y="19780"/>
                </a:lnTo>
                <a:lnTo>
                  <a:pt x="20373" y="20003"/>
                </a:lnTo>
                <a:lnTo>
                  <a:pt x="19145" y="20205"/>
                </a:lnTo>
                <a:lnTo>
                  <a:pt x="17918" y="20393"/>
                </a:lnTo>
                <a:lnTo>
                  <a:pt x="16693" y="20566"/>
                </a:lnTo>
                <a:lnTo>
                  <a:pt x="15466" y="20730"/>
                </a:lnTo>
                <a:lnTo>
                  <a:pt x="14238" y="20878"/>
                </a:lnTo>
                <a:lnTo>
                  <a:pt x="13009" y="21016"/>
                </a:lnTo>
                <a:lnTo>
                  <a:pt x="12398" y="21140"/>
                </a:lnTo>
                <a:lnTo>
                  <a:pt x="10555" y="21521"/>
                </a:lnTo>
                <a:lnTo>
                  <a:pt x="9151" y="21600"/>
                </a:lnTo>
                <a:lnTo>
                  <a:pt x="7837" y="21546"/>
                </a:lnTo>
                <a:lnTo>
                  <a:pt x="6562" y="21279"/>
                </a:lnTo>
                <a:lnTo>
                  <a:pt x="5274" y="20715"/>
                </a:lnTo>
                <a:lnTo>
                  <a:pt x="3927" y="19780"/>
                </a:lnTo>
                <a:lnTo>
                  <a:pt x="3122" y="17090"/>
                </a:lnTo>
                <a:lnTo>
                  <a:pt x="2447" y="14445"/>
                </a:lnTo>
                <a:lnTo>
                  <a:pt x="1873" y="11799"/>
                </a:lnTo>
                <a:lnTo>
                  <a:pt x="1371" y="9084"/>
                </a:lnTo>
                <a:lnTo>
                  <a:pt x="909" y="6251"/>
                </a:lnTo>
                <a:lnTo>
                  <a:pt x="463" y="3244"/>
                </a:lnTo>
                <a:lnTo>
                  <a:pt x="0" y="0"/>
                </a:lnTo>
                <a:close/>
              </a:path>
            </a:pathLst>
          </a:custGeom>
          <a:solidFill>
            <a:srgbClr val="ECEB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6" name="contour_10984"/>
          <p:cNvSpPr/>
          <p:nvPr/>
        </p:nvSpPr>
        <p:spPr>
          <a:xfrm>
            <a:off x="2102028" y="1495787"/>
            <a:ext cx="72880" cy="285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713"/>
                </a:moveTo>
                <a:lnTo>
                  <a:pt x="20630" y="12963"/>
                </a:lnTo>
                <a:lnTo>
                  <a:pt x="19857" y="15198"/>
                </a:lnTo>
                <a:lnTo>
                  <a:pt x="18876" y="17450"/>
                </a:lnTo>
                <a:lnTo>
                  <a:pt x="17280" y="20750"/>
                </a:lnTo>
                <a:lnTo>
                  <a:pt x="15751" y="21103"/>
                </a:lnTo>
                <a:lnTo>
                  <a:pt x="14269" y="21368"/>
                </a:lnTo>
                <a:lnTo>
                  <a:pt x="12815" y="21534"/>
                </a:lnTo>
                <a:lnTo>
                  <a:pt x="11364" y="21600"/>
                </a:lnTo>
                <a:lnTo>
                  <a:pt x="9888" y="21572"/>
                </a:lnTo>
                <a:lnTo>
                  <a:pt x="8370" y="21440"/>
                </a:lnTo>
                <a:lnTo>
                  <a:pt x="7763" y="21401"/>
                </a:lnTo>
                <a:lnTo>
                  <a:pt x="5931" y="21291"/>
                </a:lnTo>
                <a:lnTo>
                  <a:pt x="4447" y="21181"/>
                </a:lnTo>
                <a:lnTo>
                  <a:pt x="2966" y="21048"/>
                </a:lnTo>
                <a:lnTo>
                  <a:pt x="1482" y="20905"/>
                </a:lnTo>
                <a:lnTo>
                  <a:pt x="0" y="20750"/>
                </a:lnTo>
                <a:lnTo>
                  <a:pt x="0" y="17472"/>
                </a:lnTo>
                <a:lnTo>
                  <a:pt x="0" y="14183"/>
                </a:lnTo>
                <a:lnTo>
                  <a:pt x="0" y="10883"/>
                </a:lnTo>
                <a:lnTo>
                  <a:pt x="0" y="7555"/>
                </a:lnTo>
                <a:lnTo>
                  <a:pt x="0" y="4194"/>
                </a:lnTo>
                <a:lnTo>
                  <a:pt x="1704" y="3146"/>
                </a:lnTo>
                <a:lnTo>
                  <a:pt x="3324" y="2207"/>
                </a:lnTo>
                <a:lnTo>
                  <a:pt x="4871" y="1413"/>
                </a:lnTo>
                <a:lnTo>
                  <a:pt x="6353" y="778"/>
                </a:lnTo>
                <a:lnTo>
                  <a:pt x="7782" y="315"/>
                </a:lnTo>
                <a:lnTo>
                  <a:pt x="9169" y="50"/>
                </a:lnTo>
                <a:lnTo>
                  <a:pt x="10528" y="0"/>
                </a:lnTo>
                <a:lnTo>
                  <a:pt x="11865" y="188"/>
                </a:lnTo>
                <a:lnTo>
                  <a:pt x="13195" y="629"/>
                </a:lnTo>
                <a:lnTo>
                  <a:pt x="14526" y="1341"/>
                </a:lnTo>
                <a:lnTo>
                  <a:pt x="15872" y="2351"/>
                </a:lnTo>
                <a:lnTo>
                  <a:pt x="17239" y="3675"/>
                </a:lnTo>
                <a:lnTo>
                  <a:pt x="18643" y="5325"/>
                </a:lnTo>
                <a:lnTo>
                  <a:pt x="20092" y="7334"/>
                </a:lnTo>
                <a:lnTo>
                  <a:pt x="21600" y="9713"/>
                </a:lnTo>
                <a:close/>
              </a:path>
            </a:pathLst>
          </a:custGeom>
          <a:solidFill>
            <a:srgbClr val="E2DA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7" name="contour_10985"/>
          <p:cNvSpPr/>
          <p:nvPr/>
        </p:nvSpPr>
        <p:spPr>
          <a:xfrm>
            <a:off x="1125437" y="1494038"/>
            <a:ext cx="3084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089" y="241"/>
                </a:lnTo>
                <a:lnTo>
                  <a:pt x="10346" y="475"/>
                </a:lnTo>
                <a:lnTo>
                  <a:pt x="13342" y="793"/>
                </a:lnTo>
                <a:lnTo>
                  <a:pt x="15644" y="1277"/>
                </a:lnTo>
                <a:lnTo>
                  <a:pt x="17808" y="2012"/>
                </a:lnTo>
                <a:lnTo>
                  <a:pt x="20416" y="3086"/>
                </a:lnTo>
                <a:lnTo>
                  <a:pt x="20972" y="5162"/>
                </a:lnTo>
                <a:lnTo>
                  <a:pt x="21340" y="7221"/>
                </a:lnTo>
                <a:lnTo>
                  <a:pt x="21544" y="9266"/>
                </a:lnTo>
                <a:lnTo>
                  <a:pt x="21600" y="11306"/>
                </a:lnTo>
                <a:lnTo>
                  <a:pt x="21534" y="13346"/>
                </a:lnTo>
                <a:lnTo>
                  <a:pt x="21360" y="15388"/>
                </a:lnTo>
                <a:lnTo>
                  <a:pt x="21105" y="17444"/>
                </a:lnTo>
                <a:lnTo>
                  <a:pt x="20783" y="19511"/>
                </a:lnTo>
                <a:lnTo>
                  <a:pt x="20416" y="21600"/>
                </a:lnTo>
                <a:lnTo>
                  <a:pt x="17384" y="21600"/>
                </a:lnTo>
                <a:lnTo>
                  <a:pt x="14342" y="21600"/>
                </a:lnTo>
                <a:lnTo>
                  <a:pt x="11290" y="21600"/>
                </a:lnTo>
                <a:lnTo>
                  <a:pt x="8212" y="21600"/>
                </a:lnTo>
                <a:lnTo>
                  <a:pt x="5104" y="21600"/>
                </a:lnTo>
                <a:lnTo>
                  <a:pt x="4599" y="19462"/>
                </a:lnTo>
                <a:lnTo>
                  <a:pt x="4093" y="17320"/>
                </a:lnTo>
                <a:lnTo>
                  <a:pt x="3588" y="15179"/>
                </a:lnTo>
                <a:lnTo>
                  <a:pt x="3078" y="13034"/>
                </a:lnTo>
                <a:lnTo>
                  <a:pt x="2572" y="10880"/>
                </a:lnTo>
                <a:lnTo>
                  <a:pt x="2062" y="8723"/>
                </a:lnTo>
                <a:lnTo>
                  <a:pt x="1552" y="6557"/>
                </a:lnTo>
                <a:lnTo>
                  <a:pt x="1036" y="4382"/>
                </a:lnTo>
                <a:lnTo>
                  <a:pt x="52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8" name="contour_10986"/>
          <p:cNvSpPr/>
          <p:nvPr/>
        </p:nvSpPr>
        <p:spPr>
          <a:xfrm>
            <a:off x="3931314" y="1420167"/>
            <a:ext cx="51227" cy="738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38" y="2421"/>
                </a:moveTo>
                <a:lnTo>
                  <a:pt x="18973" y="3870"/>
                </a:lnTo>
                <a:lnTo>
                  <a:pt x="19437" y="5276"/>
                </a:lnTo>
                <a:lnTo>
                  <a:pt x="19842" y="6664"/>
                </a:lnTo>
                <a:lnTo>
                  <a:pt x="20190" y="8055"/>
                </a:lnTo>
                <a:lnTo>
                  <a:pt x="20488" y="9475"/>
                </a:lnTo>
                <a:lnTo>
                  <a:pt x="20743" y="10945"/>
                </a:lnTo>
                <a:lnTo>
                  <a:pt x="20872" y="11537"/>
                </a:lnTo>
                <a:lnTo>
                  <a:pt x="21259" y="13325"/>
                </a:lnTo>
                <a:lnTo>
                  <a:pt x="21452" y="14470"/>
                </a:lnTo>
                <a:lnTo>
                  <a:pt x="21560" y="15363"/>
                </a:lnTo>
                <a:lnTo>
                  <a:pt x="21600" y="16296"/>
                </a:lnTo>
                <a:lnTo>
                  <a:pt x="21578" y="17566"/>
                </a:lnTo>
                <a:lnTo>
                  <a:pt x="21511" y="19469"/>
                </a:lnTo>
                <a:lnTo>
                  <a:pt x="19713" y="20402"/>
                </a:lnTo>
                <a:lnTo>
                  <a:pt x="18475" y="20935"/>
                </a:lnTo>
                <a:lnTo>
                  <a:pt x="17218" y="21268"/>
                </a:lnTo>
                <a:lnTo>
                  <a:pt x="15365" y="21600"/>
                </a:lnTo>
                <a:lnTo>
                  <a:pt x="14262" y="20243"/>
                </a:lnTo>
                <a:lnTo>
                  <a:pt x="13235" y="18932"/>
                </a:lnTo>
                <a:lnTo>
                  <a:pt x="12298" y="17653"/>
                </a:lnTo>
                <a:lnTo>
                  <a:pt x="11456" y="16392"/>
                </a:lnTo>
                <a:lnTo>
                  <a:pt x="10725" y="15130"/>
                </a:lnTo>
                <a:lnTo>
                  <a:pt x="10110" y="13852"/>
                </a:lnTo>
                <a:lnTo>
                  <a:pt x="9628" y="12543"/>
                </a:lnTo>
                <a:lnTo>
                  <a:pt x="9287" y="11188"/>
                </a:lnTo>
                <a:lnTo>
                  <a:pt x="9099" y="9771"/>
                </a:lnTo>
                <a:lnTo>
                  <a:pt x="9071" y="8275"/>
                </a:lnTo>
                <a:lnTo>
                  <a:pt x="9219" y="6683"/>
                </a:lnTo>
                <a:lnTo>
                  <a:pt x="7394" y="6683"/>
                </a:lnTo>
                <a:lnTo>
                  <a:pt x="5562" y="6683"/>
                </a:lnTo>
                <a:lnTo>
                  <a:pt x="3724" y="6683"/>
                </a:lnTo>
                <a:lnTo>
                  <a:pt x="1871" y="6683"/>
                </a:lnTo>
                <a:lnTo>
                  <a:pt x="0" y="6683"/>
                </a:lnTo>
                <a:lnTo>
                  <a:pt x="0" y="5274"/>
                </a:lnTo>
                <a:lnTo>
                  <a:pt x="0" y="3857"/>
                </a:lnTo>
                <a:lnTo>
                  <a:pt x="0" y="2421"/>
                </a:lnTo>
                <a:lnTo>
                  <a:pt x="3832" y="1453"/>
                </a:lnTo>
                <a:lnTo>
                  <a:pt x="6862" y="727"/>
                </a:lnTo>
                <a:lnTo>
                  <a:pt x="9247" y="243"/>
                </a:lnTo>
                <a:lnTo>
                  <a:pt x="11133" y="0"/>
                </a:lnTo>
                <a:lnTo>
                  <a:pt x="12676" y="0"/>
                </a:lnTo>
                <a:lnTo>
                  <a:pt x="14025" y="243"/>
                </a:lnTo>
                <a:lnTo>
                  <a:pt x="15334" y="727"/>
                </a:lnTo>
                <a:lnTo>
                  <a:pt x="16757" y="1453"/>
                </a:lnTo>
                <a:lnTo>
                  <a:pt x="18438" y="2421"/>
                </a:lnTo>
                <a:close/>
              </a:path>
            </a:pathLst>
          </a:custGeom>
          <a:solidFill>
            <a:srgbClr val="DAE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89" name="contour_10987"/>
          <p:cNvSpPr/>
          <p:nvPr/>
        </p:nvSpPr>
        <p:spPr>
          <a:xfrm>
            <a:off x="11554553" y="1428191"/>
            <a:ext cx="72880" cy="294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187"/>
                </a:moveTo>
                <a:lnTo>
                  <a:pt x="17280" y="3726"/>
                </a:lnTo>
                <a:lnTo>
                  <a:pt x="17280" y="7286"/>
                </a:lnTo>
                <a:lnTo>
                  <a:pt x="17280" y="10894"/>
                </a:lnTo>
                <a:lnTo>
                  <a:pt x="18349" y="12221"/>
                </a:lnTo>
                <a:lnTo>
                  <a:pt x="19425" y="13549"/>
                </a:lnTo>
                <a:lnTo>
                  <a:pt x="20505" y="14892"/>
                </a:lnTo>
                <a:lnTo>
                  <a:pt x="21600" y="16247"/>
                </a:lnTo>
                <a:lnTo>
                  <a:pt x="20174" y="16600"/>
                </a:lnTo>
                <a:lnTo>
                  <a:pt x="18749" y="16953"/>
                </a:lnTo>
                <a:lnTo>
                  <a:pt x="17321" y="17307"/>
                </a:lnTo>
                <a:lnTo>
                  <a:pt x="15893" y="17660"/>
                </a:lnTo>
                <a:lnTo>
                  <a:pt x="14463" y="18013"/>
                </a:lnTo>
                <a:lnTo>
                  <a:pt x="13033" y="18372"/>
                </a:lnTo>
                <a:lnTo>
                  <a:pt x="11599" y="18725"/>
                </a:lnTo>
                <a:lnTo>
                  <a:pt x="10163" y="19084"/>
                </a:lnTo>
                <a:lnTo>
                  <a:pt x="8722" y="19437"/>
                </a:lnTo>
                <a:lnTo>
                  <a:pt x="7279" y="19796"/>
                </a:lnTo>
                <a:lnTo>
                  <a:pt x="5834" y="20155"/>
                </a:lnTo>
                <a:lnTo>
                  <a:pt x="4383" y="20513"/>
                </a:lnTo>
                <a:lnTo>
                  <a:pt x="2927" y="20877"/>
                </a:lnTo>
                <a:lnTo>
                  <a:pt x="1467" y="21236"/>
                </a:lnTo>
                <a:lnTo>
                  <a:pt x="0" y="21600"/>
                </a:lnTo>
                <a:lnTo>
                  <a:pt x="0" y="18420"/>
                </a:lnTo>
                <a:lnTo>
                  <a:pt x="0" y="15230"/>
                </a:lnTo>
                <a:lnTo>
                  <a:pt x="0" y="12029"/>
                </a:lnTo>
                <a:lnTo>
                  <a:pt x="0" y="8801"/>
                </a:lnTo>
                <a:lnTo>
                  <a:pt x="0" y="5541"/>
                </a:lnTo>
                <a:lnTo>
                  <a:pt x="1441" y="4240"/>
                </a:lnTo>
                <a:lnTo>
                  <a:pt x="2864" y="3148"/>
                </a:lnTo>
                <a:lnTo>
                  <a:pt x="4279" y="2248"/>
                </a:lnTo>
                <a:lnTo>
                  <a:pt x="5685" y="1526"/>
                </a:lnTo>
                <a:lnTo>
                  <a:pt x="7091" y="964"/>
                </a:lnTo>
                <a:lnTo>
                  <a:pt x="8502" y="541"/>
                </a:lnTo>
                <a:lnTo>
                  <a:pt x="9917" y="257"/>
                </a:lnTo>
                <a:lnTo>
                  <a:pt x="11346" y="80"/>
                </a:lnTo>
                <a:lnTo>
                  <a:pt x="12794" y="0"/>
                </a:lnTo>
                <a:lnTo>
                  <a:pt x="14260" y="0"/>
                </a:lnTo>
                <a:lnTo>
                  <a:pt x="15755" y="70"/>
                </a:lnTo>
                <a:lnTo>
                  <a:pt x="17280" y="187"/>
                </a:lnTo>
                <a:close/>
              </a:path>
            </a:pathLst>
          </a:custGeom>
          <a:solidFill>
            <a:srgbClr val="B5CB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0" name="contour_10988"/>
          <p:cNvSpPr/>
          <p:nvPr/>
        </p:nvSpPr>
        <p:spPr>
          <a:xfrm>
            <a:off x="5082817" y="1428446"/>
            <a:ext cx="10203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0"/>
                </a:lnTo>
                <a:lnTo>
                  <a:pt x="2138" y="0"/>
                </a:lnTo>
                <a:lnTo>
                  <a:pt x="3208" y="0"/>
                </a:lnTo>
                <a:lnTo>
                  <a:pt x="4278" y="0"/>
                </a:lnTo>
                <a:lnTo>
                  <a:pt x="5349" y="0"/>
                </a:lnTo>
                <a:lnTo>
                  <a:pt x="6421" y="0"/>
                </a:lnTo>
                <a:lnTo>
                  <a:pt x="7494" y="0"/>
                </a:lnTo>
                <a:lnTo>
                  <a:pt x="8567" y="0"/>
                </a:lnTo>
                <a:lnTo>
                  <a:pt x="9643" y="0"/>
                </a:lnTo>
                <a:lnTo>
                  <a:pt x="10718" y="0"/>
                </a:lnTo>
                <a:lnTo>
                  <a:pt x="11797" y="0"/>
                </a:lnTo>
                <a:lnTo>
                  <a:pt x="12877" y="0"/>
                </a:lnTo>
                <a:lnTo>
                  <a:pt x="13958" y="0"/>
                </a:lnTo>
                <a:lnTo>
                  <a:pt x="15043" y="0"/>
                </a:lnTo>
                <a:lnTo>
                  <a:pt x="16129" y="0"/>
                </a:lnTo>
                <a:lnTo>
                  <a:pt x="17218" y="0"/>
                </a:lnTo>
                <a:lnTo>
                  <a:pt x="18309" y="0"/>
                </a:lnTo>
                <a:lnTo>
                  <a:pt x="19403" y="0"/>
                </a:lnTo>
                <a:lnTo>
                  <a:pt x="20500" y="0"/>
                </a:lnTo>
                <a:lnTo>
                  <a:pt x="21600" y="0"/>
                </a:lnTo>
                <a:lnTo>
                  <a:pt x="21261" y="1584"/>
                </a:lnTo>
                <a:lnTo>
                  <a:pt x="20920" y="3175"/>
                </a:lnTo>
                <a:lnTo>
                  <a:pt x="20449" y="5371"/>
                </a:lnTo>
                <a:lnTo>
                  <a:pt x="19719" y="8777"/>
                </a:lnTo>
                <a:lnTo>
                  <a:pt x="18604" y="13982"/>
                </a:lnTo>
                <a:lnTo>
                  <a:pt x="16971" y="21600"/>
                </a:lnTo>
                <a:lnTo>
                  <a:pt x="15387" y="20520"/>
                </a:lnTo>
                <a:lnTo>
                  <a:pt x="14416" y="19706"/>
                </a:lnTo>
                <a:lnTo>
                  <a:pt x="13662" y="18749"/>
                </a:lnTo>
                <a:lnTo>
                  <a:pt x="12729" y="17244"/>
                </a:lnTo>
                <a:lnTo>
                  <a:pt x="11775" y="15941"/>
                </a:lnTo>
                <a:lnTo>
                  <a:pt x="10822" y="14818"/>
                </a:lnTo>
                <a:lnTo>
                  <a:pt x="9867" y="13853"/>
                </a:lnTo>
                <a:lnTo>
                  <a:pt x="8908" y="13018"/>
                </a:lnTo>
                <a:lnTo>
                  <a:pt x="7946" y="12276"/>
                </a:lnTo>
                <a:lnTo>
                  <a:pt x="6977" y="11606"/>
                </a:lnTo>
                <a:lnTo>
                  <a:pt x="6000" y="10973"/>
                </a:lnTo>
                <a:lnTo>
                  <a:pt x="5014" y="10354"/>
                </a:lnTo>
                <a:lnTo>
                  <a:pt x="4592" y="10087"/>
                </a:lnTo>
                <a:lnTo>
                  <a:pt x="3849" y="9612"/>
                </a:lnTo>
                <a:lnTo>
                  <a:pt x="2146" y="8525"/>
                </a:lnTo>
                <a:lnTo>
                  <a:pt x="1082" y="7862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D3E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1" name="contour_10989"/>
          <p:cNvSpPr/>
          <p:nvPr/>
        </p:nvSpPr>
        <p:spPr>
          <a:xfrm>
            <a:off x="4760841" y="1421610"/>
            <a:ext cx="39464" cy="724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6" y="128"/>
                </a:moveTo>
                <a:lnTo>
                  <a:pt x="16957" y="759"/>
                </a:lnTo>
                <a:lnTo>
                  <a:pt x="18796" y="1395"/>
                </a:lnTo>
                <a:lnTo>
                  <a:pt x="20659" y="2039"/>
                </a:lnTo>
                <a:lnTo>
                  <a:pt x="21069" y="3599"/>
                </a:lnTo>
                <a:lnTo>
                  <a:pt x="21361" y="5058"/>
                </a:lnTo>
                <a:lnTo>
                  <a:pt x="21536" y="6466"/>
                </a:lnTo>
                <a:lnTo>
                  <a:pt x="21600" y="7872"/>
                </a:lnTo>
                <a:lnTo>
                  <a:pt x="21556" y="9324"/>
                </a:lnTo>
                <a:lnTo>
                  <a:pt x="21405" y="10867"/>
                </a:lnTo>
                <a:lnTo>
                  <a:pt x="21325" y="12100"/>
                </a:lnTo>
                <a:lnTo>
                  <a:pt x="21241" y="13352"/>
                </a:lnTo>
                <a:lnTo>
                  <a:pt x="21125" y="14871"/>
                </a:lnTo>
                <a:lnTo>
                  <a:pt x="20986" y="16390"/>
                </a:lnTo>
                <a:lnTo>
                  <a:pt x="20826" y="17909"/>
                </a:lnTo>
                <a:lnTo>
                  <a:pt x="20659" y="19427"/>
                </a:lnTo>
                <a:lnTo>
                  <a:pt x="18680" y="19427"/>
                </a:lnTo>
                <a:lnTo>
                  <a:pt x="16670" y="19427"/>
                </a:lnTo>
                <a:lnTo>
                  <a:pt x="16231" y="17992"/>
                </a:lnTo>
                <a:lnTo>
                  <a:pt x="15792" y="16555"/>
                </a:lnTo>
                <a:lnTo>
                  <a:pt x="15353" y="15119"/>
                </a:lnTo>
                <a:lnTo>
                  <a:pt x="14911" y="13678"/>
                </a:lnTo>
                <a:lnTo>
                  <a:pt x="14472" y="12232"/>
                </a:lnTo>
                <a:lnTo>
                  <a:pt x="14025" y="10780"/>
                </a:lnTo>
                <a:lnTo>
                  <a:pt x="13582" y="9324"/>
                </a:lnTo>
                <a:lnTo>
                  <a:pt x="13132" y="7859"/>
                </a:lnTo>
                <a:lnTo>
                  <a:pt x="12681" y="6386"/>
                </a:lnTo>
                <a:lnTo>
                  <a:pt x="12150" y="7485"/>
                </a:lnTo>
                <a:lnTo>
                  <a:pt x="11616" y="8592"/>
                </a:lnTo>
                <a:lnTo>
                  <a:pt x="11073" y="9713"/>
                </a:lnTo>
                <a:lnTo>
                  <a:pt x="10363" y="11139"/>
                </a:lnTo>
                <a:lnTo>
                  <a:pt x="9653" y="12567"/>
                </a:lnTo>
                <a:lnTo>
                  <a:pt x="8939" y="13993"/>
                </a:lnTo>
                <a:lnTo>
                  <a:pt x="8421" y="15084"/>
                </a:lnTo>
                <a:lnTo>
                  <a:pt x="7890" y="16192"/>
                </a:lnTo>
                <a:lnTo>
                  <a:pt x="7164" y="17555"/>
                </a:lnTo>
                <a:lnTo>
                  <a:pt x="6378" y="18909"/>
                </a:lnTo>
                <a:lnTo>
                  <a:pt x="5557" y="20259"/>
                </a:lnTo>
                <a:lnTo>
                  <a:pt x="4703" y="21600"/>
                </a:lnTo>
                <a:lnTo>
                  <a:pt x="2724" y="21600"/>
                </a:lnTo>
                <a:lnTo>
                  <a:pt x="714" y="21600"/>
                </a:lnTo>
                <a:lnTo>
                  <a:pt x="610" y="20196"/>
                </a:lnTo>
                <a:lnTo>
                  <a:pt x="519" y="18794"/>
                </a:lnTo>
                <a:lnTo>
                  <a:pt x="431" y="17390"/>
                </a:lnTo>
                <a:lnTo>
                  <a:pt x="351" y="15986"/>
                </a:lnTo>
                <a:lnTo>
                  <a:pt x="283" y="14582"/>
                </a:lnTo>
                <a:lnTo>
                  <a:pt x="215" y="13178"/>
                </a:lnTo>
                <a:lnTo>
                  <a:pt x="116" y="11985"/>
                </a:lnTo>
                <a:lnTo>
                  <a:pt x="12" y="10774"/>
                </a:lnTo>
                <a:lnTo>
                  <a:pt x="0" y="9229"/>
                </a:lnTo>
                <a:lnTo>
                  <a:pt x="96" y="7814"/>
                </a:lnTo>
                <a:lnTo>
                  <a:pt x="355" y="6494"/>
                </a:lnTo>
                <a:lnTo>
                  <a:pt x="826" y="5225"/>
                </a:lnTo>
                <a:lnTo>
                  <a:pt x="1556" y="3971"/>
                </a:lnTo>
                <a:lnTo>
                  <a:pt x="2593" y="2691"/>
                </a:lnTo>
                <a:lnTo>
                  <a:pt x="3985" y="1343"/>
                </a:lnTo>
                <a:lnTo>
                  <a:pt x="6809" y="493"/>
                </a:lnTo>
                <a:lnTo>
                  <a:pt x="8907" y="83"/>
                </a:lnTo>
                <a:lnTo>
                  <a:pt x="11333" y="0"/>
                </a:lnTo>
                <a:lnTo>
                  <a:pt x="15126" y="128"/>
                </a:lnTo>
                <a:close/>
              </a:path>
            </a:pathLst>
          </a:custGeom>
          <a:solidFill>
            <a:srgbClr val="444B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2" name="contour_10990"/>
          <p:cNvSpPr/>
          <p:nvPr/>
        </p:nvSpPr>
        <p:spPr>
          <a:xfrm>
            <a:off x="11357777" y="1399294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8" y="256"/>
                </a:lnTo>
                <a:lnTo>
                  <a:pt x="1471" y="490"/>
                </a:lnTo>
                <a:lnTo>
                  <a:pt x="2162" y="720"/>
                </a:lnTo>
                <a:lnTo>
                  <a:pt x="2906" y="968"/>
                </a:lnTo>
                <a:lnTo>
                  <a:pt x="3758" y="1253"/>
                </a:lnTo>
                <a:lnTo>
                  <a:pt x="4781" y="1595"/>
                </a:lnTo>
                <a:lnTo>
                  <a:pt x="6029" y="2009"/>
                </a:lnTo>
                <a:lnTo>
                  <a:pt x="7565" y="2520"/>
                </a:lnTo>
                <a:lnTo>
                  <a:pt x="9444" y="3150"/>
                </a:lnTo>
                <a:lnTo>
                  <a:pt x="11729" y="3910"/>
                </a:lnTo>
                <a:lnTo>
                  <a:pt x="14477" y="4828"/>
                </a:lnTo>
                <a:lnTo>
                  <a:pt x="17748" y="5915"/>
                </a:lnTo>
                <a:lnTo>
                  <a:pt x="21600" y="7200"/>
                </a:lnTo>
                <a:lnTo>
                  <a:pt x="20921" y="9238"/>
                </a:lnTo>
                <a:lnTo>
                  <a:pt x="20242" y="11275"/>
                </a:lnTo>
                <a:lnTo>
                  <a:pt x="19560" y="13320"/>
                </a:lnTo>
                <a:lnTo>
                  <a:pt x="18876" y="15372"/>
                </a:lnTo>
                <a:lnTo>
                  <a:pt x="18187" y="17435"/>
                </a:lnTo>
                <a:lnTo>
                  <a:pt x="17496" y="19508"/>
                </a:lnTo>
                <a:lnTo>
                  <a:pt x="16800" y="21600"/>
                </a:lnTo>
                <a:lnTo>
                  <a:pt x="15214" y="21600"/>
                </a:lnTo>
                <a:lnTo>
                  <a:pt x="13618" y="21600"/>
                </a:lnTo>
                <a:lnTo>
                  <a:pt x="12000" y="21600"/>
                </a:lnTo>
                <a:lnTo>
                  <a:pt x="12000" y="19220"/>
                </a:lnTo>
                <a:lnTo>
                  <a:pt x="12000" y="16826"/>
                </a:lnTo>
                <a:lnTo>
                  <a:pt x="12000" y="14400"/>
                </a:lnTo>
                <a:lnTo>
                  <a:pt x="10361" y="14846"/>
                </a:lnTo>
                <a:lnTo>
                  <a:pt x="8700" y="15300"/>
                </a:lnTo>
                <a:lnTo>
                  <a:pt x="7411" y="15001"/>
                </a:lnTo>
                <a:lnTo>
                  <a:pt x="6115" y="14702"/>
                </a:lnTo>
                <a:lnTo>
                  <a:pt x="4800" y="14400"/>
                </a:lnTo>
                <a:lnTo>
                  <a:pt x="4121" y="12362"/>
                </a:lnTo>
                <a:lnTo>
                  <a:pt x="3442" y="10325"/>
                </a:lnTo>
                <a:lnTo>
                  <a:pt x="2760" y="8280"/>
                </a:lnTo>
                <a:lnTo>
                  <a:pt x="2076" y="6228"/>
                </a:lnTo>
                <a:lnTo>
                  <a:pt x="1387" y="4165"/>
                </a:lnTo>
                <a:lnTo>
                  <a:pt x="696" y="2092"/>
                </a:lnTo>
                <a:lnTo>
                  <a:pt x="0" y="0"/>
                </a:lnTo>
                <a:close/>
              </a:path>
            </a:pathLst>
          </a:custGeom>
          <a:solidFill>
            <a:srgbClr val="C2D4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3" name="contour_10991"/>
          <p:cNvSpPr/>
          <p:nvPr/>
        </p:nvSpPr>
        <p:spPr>
          <a:xfrm>
            <a:off x="8581053" y="1389390"/>
            <a:ext cx="80168" cy="24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2275"/>
                </a:moveTo>
                <a:lnTo>
                  <a:pt x="3216" y="1229"/>
                </a:lnTo>
                <a:lnTo>
                  <a:pt x="4465" y="545"/>
                </a:lnTo>
                <a:lnTo>
                  <a:pt x="5714" y="152"/>
                </a:lnTo>
                <a:lnTo>
                  <a:pt x="6969" y="0"/>
                </a:lnTo>
                <a:lnTo>
                  <a:pt x="8230" y="13"/>
                </a:lnTo>
                <a:lnTo>
                  <a:pt x="9506" y="133"/>
                </a:lnTo>
                <a:lnTo>
                  <a:pt x="10800" y="298"/>
                </a:lnTo>
                <a:lnTo>
                  <a:pt x="11417" y="279"/>
                </a:lnTo>
                <a:lnTo>
                  <a:pt x="13278" y="234"/>
                </a:lnTo>
                <a:lnTo>
                  <a:pt x="15489" y="374"/>
                </a:lnTo>
                <a:lnTo>
                  <a:pt x="16925" y="551"/>
                </a:lnTo>
                <a:lnTo>
                  <a:pt x="17891" y="862"/>
                </a:lnTo>
                <a:lnTo>
                  <a:pt x="18694" y="1407"/>
                </a:lnTo>
                <a:lnTo>
                  <a:pt x="19636" y="2275"/>
                </a:lnTo>
                <a:lnTo>
                  <a:pt x="20359" y="6102"/>
                </a:lnTo>
                <a:lnTo>
                  <a:pt x="20805" y="8700"/>
                </a:lnTo>
                <a:lnTo>
                  <a:pt x="21158" y="11253"/>
                </a:lnTo>
                <a:lnTo>
                  <a:pt x="21600" y="14947"/>
                </a:lnTo>
                <a:lnTo>
                  <a:pt x="20253" y="16252"/>
                </a:lnTo>
                <a:lnTo>
                  <a:pt x="18912" y="17380"/>
                </a:lnTo>
                <a:lnTo>
                  <a:pt x="17575" y="18350"/>
                </a:lnTo>
                <a:lnTo>
                  <a:pt x="16243" y="19161"/>
                </a:lnTo>
                <a:lnTo>
                  <a:pt x="14912" y="19839"/>
                </a:lnTo>
                <a:lnTo>
                  <a:pt x="13582" y="20383"/>
                </a:lnTo>
                <a:lnTo>
                  <a:pt x="12251" y="20814"/>
                </a:lnTo>
                <a:lnTo>
                  <a:pt x="10918" y="21137"/>
                </a:lnTo>
                <a:lnTo>
                  <a:pt x="9581" y="21366"/>
                </a:lnTo>
                <a:lnTo>
                  <a:pt x="8237" y="21511"/>
                </a:lnTo>
                <a:lnTo>
                  <a:pt x="6890" y="21587"/>
                </a:lnTo>
                <a:lnTo>
                  <a:pt x="5534" y="21600"/>
                </a:lnTo>
                <a:lnTo>
                  <a:pt x="4167" y="21562"/>
                </a:lnTo>
                <a:lnTo>
                  <a:pt x="2790" y="21492"/>
                </a:lnTo>
                <a:lnTo>
                  <a:pt x="1402" y="21397"/>
                </a:lnTo>
                <a:lnTo>
                  <a:pt x="0" y="21283"/>
                </a:lnTo>
                <a:lnTo>
                  <a:pt x="222" y="16632"/>
                </a:lnTo>
                <a:lnTo>
                  <a:pt x="436" y="13312"/>
                </a:lnTo>
                <a:lnTo>
                  <a:pt x="734" y="10423"/>
                </a:lnTo>
                <a:lnTo>
                  <a:pt x="1212" y="7052"/>
                </a:lnTo>
                <a:lnTo>
                  <a:pt x="1964" y="2275"/>
                </a:lnTo>
                <a:close/>
              </a:path>
            </a:pathLst>
          </a:custGeom>
          <a:solidFill>
            <a:srgbClr val="D0D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4" name="contour_10992"/>
          <p:cNvSpPr/>
          <p:nvPr/>
        </p:nvSpPr>
        <p:spPr>
          <a:xfrm>
            <a:off x="4485201" y="1370142"/>
            <a:ext cx="58304" cy="447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20239" y="0"/>
                </a:lnTo>
                <a:lnTo>
                  <a:pt x="21600" y="0"/>
                </a:lnTo>
                <a:lnTo>
                  <a:pt x="21600" y="2320"/>
                </a:lnTo>
                <a:lnTo>
                  <a:pt x="21600" y="4644"/>
                </a:lnTo>
                <a:lnTo>
                  <a:pt x="21600" y="6968"/>
                </a:lnTo>
                <a:lnTo>
                  <a:pt x="21600" y="9299"/>
                </a:lnTo>
                <a:lnTo>
                  <a:pt x="21600" y="11637"/>
                </a:lnTo>
                <a:lnTo>
                  <a:pt x="21600" y="13985"/>
                </a:lnTo>
                <a:lnTo>
                  <a:pt x="21600" y="16341"/>
                </a:lnTo>
                <a:lnTo>
                  <a:pt x="21600" y="18710"/>
                </a:lnTo>
                <a:lnTo>
                  <a:pt x="21600" y="21094"/>
                </a:lnTo>
                <a:lnTo>
                  <a:pt x="17985" y="21298"/>
                </a:lnTo>
                <a:lnTo>
                  <a:pt x="15134" y="21449"/>
                </a:lnTo>
                <a:lnTo>
                  <a:pt x="12914" y="21551"/>
                </a:lnTo>
                <a:lnTo>
                  <a:pt x="11194" y="21600"/>
                </a:lnTo>
                <a:lnTo>
                  <a:pt x="9839" y="21600"/>
                </a:lnTo>
                <a:lnTo>
                  <a:pt x="8716" y="21551"/>
                </a:lnTo>
                <a:lnTo>
                  <a:pt x="7690" y="21449"/>
                </a:lnTo>
                <a:lnTo>
                  <a:pt x="6629" y="21298"/>
                </a:lnTo>
                <a:lnTo>
                  <a:pt x="5400" y="21094"/>
                </a:lnTo>
                <a:lnTo>
                  <a:pt x="4063" y="19354"/>
                </a:lnTo>
                <a:lnTo>
                  <a:pt x="2722" y="17603"/>
                </a:lnTo>
                <a:lnTo>
                  <a:pt x="1369" y="15845"/>
                </a:lnTo>
                <a:lnTo>
                  <a:pt x="0" y="14062"/>
                </a:lnTo>
                <a:lnTo>
                  <a:pt x="861" y="13901"/>
                </a:lnTo>
                <a:lnTo>
                  <a:pt x="1647" y="13757"/>
                </a:lnTo>
                <a:lnTo>
                  <a:pt x="2476" y="13602"/>
                </a:lnTo>
                <a:lnTo>
                  <a:pt x="3456" y="13419"/>
                </a:lnTo>
                <a:lnTo>
                  <a:pt x="4701" y="13187"/>
                </a:lnTo>
                <a:lnTo>
                  <a:pt x="6329" y="12885"/>
                </a:lnTo>
                <a:lnTo>
                  <a:pt x="8448" y="12491"/>
                </a:lnTo>
                <a:lnTo>
                  <a:pt x="11173" y="11985"/>
                </a:lnTo>
                <a:lnTo>
                  <a:pt x="14620" y="11341"/>
                </a:lnTo>
                <a:lnTo>
                  <a:pt x="18900" y="10547"/>
                </a:lnTo>
                <a:lnTo>
                  <a:pt x="18900" y="8459"/>
                </a:lnTo>
                <a:lnTo>
                  <a:pt x="18900" y="6363"/>
                </a:lnTo>
                <a:lnTo>
                  <a:pt x="18900" y="4261"/>
                </a:lnTo>
                <a:lnTo>
                  <a:pt x="18900" y="2141"/>
                </a:lnTo>
                <a:lnTo>
                  <a:pt x="18900" y="0"/>
                </a:lnTo>
                <a:close/>
              </a:path>
            </a:pathLst>
          </a:custGeom>
          <a:solidFill>
            <a:srgbClr val="D4DF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5" name="contour_10993"/>
          <p:cNvSpPr/>
          <p:nvPr/>
        </p:nvSpPr>
        <p:spPr>
          <a:xfrm>
            <a:off x="10009499" y="1362854"/>
            <a:ext cx="8745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88" y="0"/>
                </a:lnTo>
                <a:lnTo>
                  <a:pt x="2378" y="0"/>
                </a:lnTo>
                <a:lnTo>
                  <a:pt x="3568" y="0"/>
                </a:lnTo>
                <a:lnTo>
                  <a:pt x="4761" y="0"/>
                </a:lnTo>
                <a:lnTo>
                  <a:pt x="5958" y="0"/>
                </a:lnTo>
                <a:lnTo>
                  <a:pt x="7160" y="0"/>
                </a:lnTo>
                <a:lnTo>
                  <a:pt x="8366" y="0"/>
                </a:lnTo>
                <a:lnTo>
                  <a:pt x="9580" y="0"/>
                </a:lnTo>
                <a:lnTo>
                  <a:pt x="10800" y="0"/>
                </a:lnTo>
                <a:lnTo>
                  <a:pt x="10800" y="2678"/>
                </a:lnTo>
                <a:lnTo>
                  <a:pt x="10800" y="5400"/>
                </a:lnTo>
                <a:lnTo>
                  <a:pt x="11344" y="5670"/>
                </a:lnTo>
                <a:lnTo>
                  <a:pt x="11842" y="5924"/>
                </a:lnTo>
                <a:lnTo>
                  <a:pt x="12388" y="6194"/>
                </a:lnTo>
                <a:lnTo>
                  <a:pt x="13068" y="6534"/>
                </a:lnTo>
                <a:lnTo>
                  <a:pt x="13972" y="6988"/>
                </a:lnTo>
                <a:lnTo>
                  <a:pt x="15188" y="7592"/>
                </a:lnTo>
                <a:lnTo>
                  <a:pt x="16805" y="8402"/>
                </a:lnTo>
                <a:lnTo>
                  <a:pt x="18913" y="9455"/>
                </a:lnTo>
                <a:lnTo>
                  <a:pt x="21600" y="10800"/>
                </a:lnTo>
                <a:lnTo>
                  <a:pt x="21600" y="13478"/>
                </a:lnTo>
                <a:lnTo>
                  <a:pt x="21600" y="16200"/>
                </a:lnTo>
                <a:lnTo>
                  <a:pt x="20374" y="16535"/>
                </a:lnTo>
                <a:lnTo>
                  <a:pt x="19150" y="16870"/>
                </a:lnTo>
                <a:lnTo>
                  <a:pt x="17923" y="17204"/>
                </a:lnTo>
                <a:lnTo>
                  <a:pt x="16697" y="17539"/>
                </a:lnTo>
                <a:lnTo>
                  <a:pt x="15469" y="17874"/>
                </a:lnTo>
                <a:lnTo>
                  <a:pt x="14238" y="18209"/>
                </a:lnTo>
                <a:lnTo>
                  <a:pt x="13007" y="18544"/>
                </a:lnTo>
                <a:lnTo>
                  <a:pt x="11774" y="18878"/>
                </a:lnTo>
                <a:lnTo>
                  <a:pt x="10539" y="19219"/>
                </a:lnTo>
                <a:lnTo>
                  <a:pt x="9301" y="19553"/>
                </a:lnTo>
                <a:lnTo>
                  <a:pt x="8059" y="19894"/>
                </a:lnTo>
                <a:lnTo>
                  <a:pt x="6815" y="20234"/>
                </a:lnTo>
                <a:lnTo>
                  <a:pt x="5567" y="20574"/>
                </a:lnTo>
                <a:lnTo>
                  <a:pt x="4316" y="20914"/>
                </a:lnTo>
                <a:lnTo>
                  <a:pt x="3060" y="21254"/>
                </a:lnTo>
                <a:lnTo>
                  <a:pt x="1800" y="21600"/>
                </a:lnTo>
                <a:lnTo>
                  <a:pt x="2156" y="18392"/>
                </a:lnTo>
                <a:lnTo>
                  <a:pt x="2515" y="15174"/>
                </a:lnTo>
                <a:lnTo>
                  <a:pt x="2873" y="11945"/>
                </a:lnTo>
                <a:lnTo>
                  <a:pt x="3235" y="8689"/>
                </a:lnTo>
                <a:lnTo>
                  <a:pt x="3600" y="5400"/>
                </a:lnTo>
                <a:lnTo>
                  <a:pt x="2709" y="4061"/>
                </a:lnTo>
                <a:lnTo>
                  <a:pt x="1813" y="2722"/>
                </a:lnTo>
                <a:lnTo>
                  <a:pt x="913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CEE0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6" name="contour_10994"/>
          <p:cNvSpPr/>
          <p:nvPr/>
        </p:nvSpPr>
        <p:spPr>
          <a:xfrm>
            <a:off x="11277610" y="1356237"/>
            <a:ext cx="72880" cy="302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33"/>
                </a:moveTo>
                <a:lnTo>
                  <a:pt x="20913" y="8037"/>
                </a:lnTo>
                <a:lnTo>
                  <a:pt x="20371" y="10482"/>
                </a:lnTo>
                <a:lnTo>
                  <a:pt x="19859" y="12504"/>
                </a:lnTo>
                <a:lnTo>
                  <a:pt x="19252" y="14537"/>
                </a:lnTo>
                <a:lnTo>
                  <a:pt x="18431" y="17013"/>
                </a:lnTo>
                <a:lnTo>
                  <a:pt x="17280" y="20370"/>
                </a:lnTo>
                <a:lnTo>
                  <a:pt x="15701" y="20896"/>
                </a:lnTo>
                <a:lnTo>
                  <a:pt x="14228" y="21272"/>
                </a:lnTo>
                <a:lnTo>
                  <a:pt x="12804" y="21511"/>
                </a:lnTo>
                <a:lnTo>
                  <a:pt x="11388" y="21600"/>
                </a:lnTo>
                <a:lnTo>
                  <a:pt x="9927" y="21548"/>
                </a:lnTo>
                <a:lnTo>
                  <a:pt x="8370" y="21350"/>
                </a:lnTo>
                <a:lnTo>
                  <a:pt x="7160" y="21240"/>
                </a:lnTo>
                <a:lnTo>
                  <a:pt x="5931" y="21131"/>
                </a:lnTo>
                <a:lnTo>
                  <a:pt x="4447" y="20975"/>
                </a:lnTo>
                <a:lnTo>
                  <a:pt x="2966" y="20792"/>
                </a:lnTo>
                <a:lnTo>
                  <a:pt x="1482" y="20589"/>
                </a:lnTo>
                <a:lnTo>
                  <a:pt x="0" y="20370"/>
                </a:lnTo>
                <a:lnTo>
                  <a:pt x="0" y="17274"/>
                </a:lnTo>
                <a:lnTo>
                  <a:pt x="0" y="14167"/>
                </a:lnTo>
                <a:lnTo>
                  <a:pt x="0" y="11050"/>
                </a:lnTo>
                <a:lnTo>
                  <a:pt x="0" y="7907"/>
                </a:lnTo>
                <a:lnTo>
                  <a:pt x="0" y="4733"/>
                </a:lnTo>
                <a:lnTo>
                  <a:pt x="1430" y="4128"/>
                </a:lnTo>
                <a:lnTo>
                  <a:pt x="2860" y="3529"/>
                </a:lnTo>
                <a:lnTo>
                  <a:pt x="4290" y="2945"/>
                </a:lnTo>
                <a:lnTo>
                  <a:pt x="5722" y="2372"/>
                </a:lnTo>
                <a:lnTo>
                  <a:pt x="7154" y="1803"/>
                </a:lnTo>
                <a:lnTo>
                  <a:pt x="7746" y="1558"/>
                </a:lnTo>
                <a:lnTo>
                  <a:pt x="8791" y="1131"/>
                </a:lnTo>
                <a:lnTo>
                  <a:pt x="11180" y="151"/>
                </a:lnTo>
                <a:lnTo>
                  <a:pt x="12854" y="0"/>
                </a:lnTo>
                <a:lnTo>
                  <a:pt x="14383" y="109"/>
                </a:lnTo>
                <a:lnTo>
                  <a:pt x="15820" y="485"/>
                </a:lnTo>
                <a:lnTo>
                  <a:pt x="17209" y="1136"/>
                </a:lnTo>
                <a:lnTo>
                  <a:pt x="18604" y="2054"/>
                </a:lnTo>
                <a:lnTo>
                  <a:pt x="20051" y="3253"/>
                </a:lnTo>
                <a:lnTo>
                  <a:pt x="21600" y="4733"/>
                </a:lnTo>
                <a:close/>
              </a:path>
            </a:pathLst>
          </a:custGeom>
          <a:solidFill>
            <a:srgbClr val="D5E5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7" name="contour_10995"/>
          <p:cNvSpPr/>
          <p:nvPr/>
        </p:nvSpPr>
        <p:spPr>
          <a:xfrm>
            <a:off x="10949650" y="1362745"/>
            <a:ext cx="116608" cy="219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7"/>
                </a:moveTo>
                <a:lnTo>
                  <a:pt x="21600" y="4363"/>
                </a:lnTo>
                <a:lnTo>
                  <a:pt x="21600" y="8633"/>
                </a:lnTo>
                <a:lnTo>
                  <a:pt x="21600" y="12917"/>
                </a:lnTo>
                <a:lnTo>
                  <a:pt x="21600" y="17237"/>
                </a:lnTo>
                <a:lnTo>
                  <a:pt x="21600" y="21600"/>
                </a:lnTo>
                <a:lnTo>
                  <a:pt x="20670" y="21292"/>
                </a:lnTo>
                <a:lnTo>
                  <a:pt x="19741" y="20984"/>
                </a:lnTo>
                <a:lnTo>
                  <a:pt x="18811" y="20676"/>
                </a:lnTo>
                <a:lnTo>
                  <a:pt x="17879" y="20368"/>
                </a:lnTo>
                <a:lnTo>
                  <a:pt x="16949" y="20060"/>
                </a:lnTo>
                <a:lnTo>
                  <a:pt x="16018" y="19752"/>
                </a:lnTo>
                <a:lnTo>
                  <a:pt x="15086" y="19436"/>
                </a:lnTo>
                <a:lnTo>
                  <a:pt x="14153" y="19128"/>
                </a:lnTo>
                <a:lnTo>
                  <a:pt x="13219" y="18820"/>
                </a:lnTo>
                <a:lnTo>
                  <a:pt x="12285" y="18512"/>
                </a:lnTo>
                <a:lnTo>
                  <a:pt x="11349" y="18197"/>
                </a:lnTo>
                <a:lnTo>
                  <a:pt x="10413" y="17889"/>
                </a:lnTo>
                <a:lnTo>
                  <a:pt x="9474" y="17581"/>
                </a:lnTo>
                <a:lnTo>
                  <a:pt x="8535" y="17266"/>
                </a:lnTo>
                <a:lnTo>
                  <a:pt x="7594" y="16958"/>
                </a:lnTo>
                <a:lnTo>
                  <a:pt x="6651" y="16642"/>
                </a:lnTo>
                <a:lnTo>
                  <a:pt x="5708" y="16327"/>
                </a:lnTo>
                <a:lnTo>
                  <a:pt x="4761" y="16012"/>
                </a:lnTo>
                <a:lnTo>
                  <a:pt x="3814" y="15704"/>
                </a:lnTo>
                <a:lnTo>
                  <a:pt x="2863" y="15389"/>
                </a:lnTo>
                <a:lnTo>
                  <a:pt x="1912" y="15066"/>
                </a:lnTo>
                <a:lnTo>
                  <a:pt x="957" y="14751"/>
                </a:lnTo>
                <a:lnTo>
                  <a:pt x="0" y="14436"/>
                </a:lnTo>
                <a:lnTo>
                  <a:pt x="0" y="10882"/>
                </a:lnTo>
                <a:lnTo>
                  <a:pt x="0" y="7272"/>
                </a:lnTo>
                <a:lnTo>
                  <a:pt x="875" y="6813"/>
                </a:lnTo>
                <a:lnTo>
                  <a:pt x="1751" y="6362"/>
                </a:lnTo>
                <a:lnTo>
                  <a:pt x="2626" y="5910"/>
                </a:lnTo>
                <a:lnTo>
                  <a:pt x="3502" y="5459"/>
                </a:lnTo>
                <a:lnTo>
                  <a:pt x="4377" y="5015"/>
                </a:lnTo>
                <a:lnTo>
                  <a:pt x="5253" y="4571"/>
                </a:lnTo>
                <a:lnTo>
                  <a:pt x="6128" y="4134"/>
                </a:lnTo>
                <a:lnTo>
                  <a:pt x="7004" y="3690"/>
                </a:lnTo>
                <a:lnTo>
                  <a:pt x="7656" y="3346"/>
                </a:lnTo>
                <a:lnTo>
                  <a:pt x="8312" y="3002"/>
                </a:lnTo>
                <a:lnTo>
                  <a:pt x="8978" y="2651"/>
                </a:lnTo>
                <a:lnTo>
                  <a:pt x="9882" y="2221"/>
                </a:lnTo>
                <a:lnTo>
                  <a:pt x="10784" y="1827"/>
                </a:lnTo>
                <a:lnTo>
                  <a:pt x="11684" y="1469"/>
                </a:lnTo>
                <a:lnTo>
                  <a:pt x="12585" y="1153"/>
                </a:lnTo>
                <a:lnTo>
                  <a:pt x="13484" y="874"/>
                </a:lnTo>
                <a:lnTo>
                  <a:pt x="14383" y="630"/>
                </a:lnTo>
                <a:lnTo>
                  <a:pt x="15282" y="423"/>
                </a:lnTo>
                <a:lnTo>
                  <a:pt x="16181" y="258"/>
                </a:lnTo>
                <a:lnTo>
                  <a:pt x="17082" y="136"/>
                </a:lnTo>
                <a:lnTo>
                  <a:pt x="17982" y="50"/>
                </a:lnTo>
                <a:lnTo>
                  <a:pt x="18884" y="7"/>
                </a:lnTo>
                <a:lnTo>
                  <a:pt x="19787" y="0"/>
                </a:lnTo>
                <a:lnTo>
                  <a:pt x="20693" y="36"/>
                </a:lnTo>
                <a:lnTo>
                  <a:pt x="21600" y="107"/>
                </a:lnTo>
                <a:close/>
              </a:path>
            </a:pathLst>
          </a:custGeom>
          <a:solidFill>
            <a:srgbClr val="D0E0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8" name="contour_10996"/>
          <p:cNvSpPr/>
          <p:nvPr/>
        </p:nvSpPr>
        <p:spPr>
          <a:xfrm>
            <a:off x="3734538" y="1355566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4" y="359"/>
                </a:lnTo>
                <a:lnTo>
                  <a:pt x="5568" y="713"/>
                </a:lnTo>
                <a:lnTo>
                  <a:pt x="7154" y="1071"/>
                </a:lnTo>
                <a:lnTo>
                  <a:pt x="8743" y="1426"/>
                </a:lnTo>
                <a:lnTo>
                  <a:pt x="10334" y="1784"/>
                </a:lnTo>
                <a:lnTo>
                  <a:pt x="11928" y="2143"/>
                </a:lnTo>
                <a:lnTo>
                  <a:pt x="13526" y="2501"/>
                </a:lnTo>
                <a:lnTo>
                  <a:pt x="15130" y="2864"/>
                </a:lnTo>
                <a:lnTo>
                  <a:pt x="16738" y="3227"/>
                </a:lnTo>
                <a:lnTo>
                  <a:pt x="18350" y="3590"/>
                </a:lnTo>
                <a:lnTo>
                  <a:pt x="19973" y="3953"/>
                </a:lnTo>
                <a:lnTo>
                  <a:pt x="21600" y="4320"/>
                </a:lnTo>
                <a:lnTo>
                  <a:pt x="21079" y="4787"/>
                </a:lnTo>
                <a:lnTo>
                  <a:pt x="20407" y="5396"/>
                </a:lnTo>
                <a:lnTo>
                  <a:pt x="19130" y="6545"/>
                </a:lnTo>
                <a:lnTo>
                  <a:pt x="16800" y="8640"/>
                </a:lnTo>
                <a:lnTo>
                  <a:pt x="16800" y="11496"/>
                </a:lnTo>
                <a:lnTo>
                  <a:pt x="16800" y="14368"/>
                </a:lnTo>
                <a:lnTo>
                  <a:pt x="16800" y="17280"/>
                </a:lnTo>
                <a:lnTo>
                  <a:pt x="17988" y="18351"/>
                </a:lnTo>
                <a:lnTo>
                  <a:pt x="19181" y="19423"/>
                </a:lnTo>
                <a:lnTo>
                  <a:pt x="20383" y="20507"/>
                </a:lnTo>
                <a:lnTo>
                  <a:pt x="21600" y="21600"/>
                </a:lnTo>
                <a:lnTo>
                  <a:pt x="19956" y="21272"/>
                </a:lnTo>
                <a:lnTo>
                  <a:pt x="18310" y="20943"/>
                </a:lnTo>
                <a:lnTo>
                  <a:pt x="16663" y="20611"/>
                </a:lnTo>
                <a:lnTo>
                  <a:pt x="15014" y="20282"/>
                </a:lnTo>
                <a:lnTo>
                  <a:pt x="13363" y="19954"/>
                </a:lnTo>
                <a:lnTo>
                  <a:pt x="11710" y="19621"/>
                </a:lnTo>
                <a:lnTo>
                  <a:pt x="10051" y="19289"/>
                </a:lnTo>
                <a:lnTo>
                  <a:pt x="8390" y="18956"/>
                </a:lnTo>
                <a:lnTo>
                  <a:pt x="6725" y="18624"/>
                </a:lnTo>
                <a:lnTo>
                  <a:pt x="5052" y="18291"/>
                </a:lnTo>
                <a:lnTo>
                  <a:pt x="3374" y="17954"/>
                </a:lnTo>
                <a:lnTo>
                  <a:pt x="1692" y="17617"/>
                </a:lnTo>
                <a:lnTo>
                  <a:pt x="0" y="17280"/>
                </a:lnTo>
                <a:lnTo>
                  <a:pt x="1584" y="16567"/>
                </a:lnTo>
                <a:lnTo>
                  <a:pt x="3170" y="15854"/>
                </a:lnTo>
                <a:lnTo>
                  <a:pt x="4764" y="15137"/>
                </a:lnTo>
                <a:lnTo>
                  <a:pt x="6365" y="14416"/>
                </a:lnTo>
                <a:lnTo>
                  <a:pt x="7975" y="13690"/>
                </a:lnTo>
                <a:lnTo>
                  <a:pt x="9600" y="12960"/>
                </a:lnTo>
                <a:lnTo>
                  <a:pt x="9600" y="10104"/>
                </a:lnTo>
                <a:lnTo>
                  <a:pt x="9600" y="7232"/>
                </a:lnTo>
                <a:lnTo>
                  <a:pt x="9600" y="4320"/>
                </a:lnTo>
                <a:lnTo>
                  <a:pt x="8174" y="3465"/>
                </a:lnTo>
                <a:lnTo>
                  <a:pt x="6744" y="2605"/>
                </a:lnTo>
                <a:lnTo>
                  <a:pt x="5309" y="1745"/>
                </a:lnTo>
                <a:lnTo>
                  <a:pt x="3862" y="877"/>
                </a:lnTo>
                <a:lnTo>
                  <a:pt x="2400" y="0"/>
                </a:lnTo>
                <a:close/>
              </a:path>
            </a:pathLst>
          </a:custGeom>
          <a:solidFill>
            <a:srgbClr val="465B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0999" name="contour_10997"/>
          <p:cNvSpPr/>
          <p:nvPr/>
        </p:nvSpPr>
        <p:spPr>
          <a:xfrm>
            <a:off x="5243153" y="1311838"/>
            <a:ext cx="131184" cy="20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22" y="0"/>
                </a:lnTo>
                <a:lnTo>
                  <a:pt x="1645" y="0"/>
                </a:lnTo>
                <a:lnTo>
                  <a:pt x="2467" y="0"/>
                </a:lnTo>
                <a:lnTo>
                  <a:pt x="3290" y="0"/>
                </a:lnTo>
                <a:lnTo>
                  <a:pt x="4114" y="0"/>
                </a:lnTo>
                <a:lnTo>
                  <a:pt x="4938" y="0"/>
                </a:lnTo>
                <a:lnTo>
                  <a:pt x="5761" y="0"/>
                </a:lnTo>
                <a:lnTo>
                  <a:pt x="6586" y="0"/>
                </a:lnTo>
                <a:lnTo>
                  <a:pt x="7411" y="0"/>
                </a:lnTo>
                <a:lnTo>
                  <a:pt x="8237" y="0"/>
                </a:lnTo>
                <a:lnTo>
                  <a:pt x="9064" y="0"/>
                </a:lnTo>
                <a:lnTo>
                  <a:pt x="9890" y="0"/>
                </a:lnTo>
                <a:lnTo>
                  <a:pt x="10720" y="0"/>
                </a:lnTo>
                <a:lnTo>
                  <a:pt x="11548" y="0"/>
                </a:lnTo>
                <a:lnTo>
                  <a:pt x="12378" y="0"/>
                </a:lnTo>
                <a:lnTo>
                  <a:pt x="13210" y="0"/>
                </a:lnTo>
                <a:lnTo>
                  <a:pt x="14042" y="0"/>
                </a:lnTo>
                <a:lnTo>
                  <a:pt x="14876" y="0"/>
                </a:lnTo>
                <a:lnTo>
                  <a:pt x="15712" y="0"/>
                </a:lnTo>
                <a:lnTo>
                  <a:pt x="16548" y="0"/>
                </a:lnTo>
                <a:lnTo>
                  <a:pt x="17386" y="0"/>
                </a:lnTo>
                <a:lnTo>
                  <a:pt x="18226" y="0"/>
                </a:lnTo>
                <a:lnTo>
                  <a:pt x="19066" y="0"/>
                </a:lnTo>
                <a:lnTo>
                  <a:pt x="19909" y="0"/>
                </a:lnTo>
                <a:lnTo>
                  <a:pt x="20754" y="0"/>
                </a:lnTo>
                <a:lnTo>
                  <a:pt x="21600" y="0"/>
                </a:lnTo>
                <a:lnTo>
                  <a:pt x="21600" y="3751"/>
                </a:lnTo>
                <a:lnTo>
                  <a:pt x="21600" y="7563"/>
                </a:lnTo>
                <a:lnTo>
                  <a:pt x="21082" y="7850"/>
                </a:lnTo>
                <a:lnTo>
                  <a:pt x="20556" y="8138"/>
                </a:lnTo>
                <a:lnTo>
                  <a:pt x="19768" y="8584"/>
                </a:lnTo>
                <a:lnTo>
                  <a:pt x="18978" y="9038"/>
                </a:lnTo>
                <a:lnTo>
                  <a:pt x="18190" y="9492"/>
                </a:lnTo>
                <a:lnTo>
                  <a:pt x="17401" y="9945"/>
                </a:lnTo>
                <a:lnTo>
                  <a:pt x="16614" y="10414"/>
                </a:lnTo>
                <a:lnTo>
                  <a:pt x="15826" y="10876"/>
                </a:lnTo>
                <a:lnTo>
                  <a:pt x="15010" y="11322"/>
                </a:lnTo>
                <a:lnTo>
                  <a:pt x="14182" y="11776"/>
                </a:lnTo>
                <a:lnTo>
                  <a:pt x="13320" y="12305"/>
                </a:lnTo>
                <a:lnTo>
                  <a:pt x="12482" y="12880"/>
                </a:lnTo>
                <a:lnTo>
                  <a:pt x="11663" y="13545"/>
                </a:lnTo>
                <a:lnTo>
                  <a:pt x="10854" y="14332"/>
                </a:lnTo>
                <a:lnTo>
                  <a:pt x="10051" y="15292"/>
                </a:lnTo>
                <a:lnTo>
                  <a:pt x="9248" y="16457"/>
                </a:lnTo>
                <a:lnTo>
                  <a:pt x="8437" y="17879"/>
                </a:lnTo>
                <a:lnTo>
                  <a:pt x="7613" y="19588"/>
                </a:lnTo>
                <a:lnTo>
                  <a:pt x="6682" y="21055"/>
                </a:lnTo>
                <a:lnTo>
                  <a:pt x="5881" y="21600"/>
                </a:lnTo>
                <a:lnTo>
                  <a:pt x="5152" y="21290"/>
                </a:lnTo>
                <a:lnTo>
                  <a:pt x="4433" y="20216"/>
                </a:lnTo>
                <a:lnTo>
                  <a:pt x="3660" y="18454"/>
                </a:lnTo>
                <a:lnTo>
                  <a:pt x="2774" y="16071"/>
                </a:lnTo>
                <a:lnTo>
                  <a:pt x="2250" y="14687"/>
                </a:lnTo>
                <a:lnTo>
                  <a:pt x="1722" y="13288"/>
                </a:lnTo>
                <a:lnTo>
                  <a:pt x="1186" y="11874"/>
                </a:lnTo>
                <a:lnTo>
                  <a:pt x="598" y="9734"/>
                </a:lnTo>
                <a:lnTo>
                  <a:pt x="0" y="7563"/>
                </a:lnTo>
                <a:lnTo>
                  <a:pt x="0" y="3812"/>
                </a:lnTo>
                <a:lnTo>
                  <a:pt x="0" y="0"/>
                </a:lnTo>
                <a:close/>
              </a:path>
            </a:pathLst>
          </a:custGeom>
          <a:solidFill>
            <a:srgbClr val="C0CB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0" name="contour_10998"/>
          <p:cNvSpPr/>
          <p:nvPr/>
        </p:nvSpPr>
        <p:spPr>
          <a:xfrm>
            <a:off x="4332154" y="1311204"/>
            <a:ext cx="80168" cy="224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5" y="175"/>
                </a:moveTo>
                <a:lnTo>
                  <a:pt x="14659" y="196"/>
                </a:lnTo>
                <a:lnTo>
                  <a:pt x="16304" y="273"/>
                </a:lnTo>
                <a:lnTo>
                  <a:pt x="17628" y="336"/>
                </a:lnTo>
                <a:lnTo>
                  <a:pt x="18951" y="413"/>
                </a:lnTo>
                <a:lnTo>
                  <a:pt x="20275" y="511"/>
                </a:lnTo>
                <a:lnTo>
                  <a:pt x="21600" y="609"/>
                </a:lnTo>
                <a:lnTo>
                  <a:pt x="21174" y="4660"/>
                </a:lnTo>
                <a:lnTo>
                  <a:pt x="20828" y="7473"/>
                </a:lnTo>
                <a:lnTo>
                  <a:pt x="20377" y="10349"/>
                </a:lnTo>
                <a:lnTo>
                  <a:pt x="19636" y="14603"/>
                </a:lnTo>
                <a:lnTo>
                  <a:pt x="18427" y="15897"/>
                </a:lnTo>
                <a:lnTo>
                  <a:pt x="17557" y="16639"/>
                </a:lnTo>
                <a:lnTo>
                  <a:pt x="16605" y="17080"/>
                </a:lnTo>
                <a:lnTo>
                  <a:pt x="15149" y="17507"/>
                </a:lnTo>
                <a:lnTo>
                  <a:pt x="13826" y="17906"/>
                </a:lnTo>
                <a:lnTo>
                  <a:pt x="12483" y="18318"/>
                </a:lnTo>
                <a:lnTo>
                  <a:pt x="11100" y="18647"/>
                </a:lnTo>
                <a:lnTo>
                  <a:pt x="9696" y="18976"/>
                </a:lnTo>
                <a:lnTo>
                  <a:pt x="8768" y="19249"/>
                </a:lnTo>
                <a:lnTo>
                  <a:pt x="7831" y="19522"/>
                </a:lnTo>
                <a:lnTo>
                  <a:pt x="6883" y="19802"/>
                </a:lnTo>
                <a:lnTo>
                  <a:pt x="5508" y="20187"/>
                </a:lnTo>
                <a:lnTo>
                  <a:pt x="4131" y="20557"/>
                </a:lnTo>
                <a:lnTo>
                  <a:pt x="2755" y="20921"/>
                </a:lnTo>
                <a:lnTo>
                  <a:pt x="1377" y="21264"/>
                </a:lnTo>
                <a:lnTo>
                  <a:pt x="0" y="21600"/>
                </a:lnTo>
                <a:lnTo>
                  <a:pt x="0" y="16975"/>
                </a:lnTo>
                <a:lnTo>
                  <a:pt x="0" y="12322"/>
                </a:lnTo>
                <a:lnTo>
                  <a:pt x="0" y="7606"/>
                </a:lnTo>
                <a:lnTo>
                  <a:pt x="1251" y="5570"/>
                </a:lnTo>
                <a:lnTo>
                  <a:pt x="2500" y="3925"/>
                </a:lnTo>
                <a:lnTo>
                  <a:pt x="3753" y="2624"/>
                </a:lnTo>
                <a:lnTo>
                  <a:pt x="5007" y="1637"/>
                </a:lnTo>
                <a:lnTo>
                  <a:pt x="6268" y="924"/>
                </a:lnTo>
                <a:lnTo>
                  <a:pt x="7538" y="434"/>
                </a:lnTo>
                <a:lnTo>
                  <a:pt x="8821" y="147"/>
                </a:lnTo>
                <a:lnTo>
                  <a:pt x="10115" y="14"/>
                </a:lnTo>
                <a:lnTo>
                  <a:pt x="11428" y="0"/>
                </a:lnTo>
                <a:lnTo>
                  <a:pt x="12760" y="63"/>
                </a:lnTo>
                <a:lnTo>
                  <a:pt x="14115" y="175"/>
                </a:lnTo>
                <a:close/>
              </a:path>
            </a:pathLst>
          </a:custGeom>
          <a:solidFill>
            <a:srgbClr val="EE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1" name="contour_10999"/>
          <p:cNvSpPr/>
          <p:nvPr/>
        </p:nvSpPr>
        <p:spPr>
          <a:xfrm>
            <a:off x="3894874" y="1311838"/>
            <a:ext cx="9474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25" y="225"/>
                </a:lnTo>
                <a:lnTo>
                  <a:pt x="2251" y="449"/>
                </a:lnTo>
                <a:lnTo>
                  <a:pt x="3378" y="674"/>
                </a:lnTo>
                <a:lnTo>
                  <a:pt x="4504" y="903"/>
                </a:lnTo>
                <a:lnTo>
                  <a:pt x="5631" y="1128"/>
                </a:lnTo>
                <a:lnTo>
                  <a:pt x="6759" y="1352"/>
                </a:lnTo>
                <a:lnTo>
                  <a:pt x="7889" y="1577"/>
                </a:lnTo>
                <a:lnTo>
                  <a:pt x="9020" y="1806"/>
                </a:lnTo>
                <a:lnTo>
                  <a:pt x="10152" y="2030"/>
                </a:lnTo>
                <a:lnTo>
                  <a:pt x="11287" y="2259"/>
                </a:lnTo>
                <a:lnTo>
                  <a:pt x="12422" y="2484"/>
                </a:lnTo>
                <a:lnTo>
                  <a:pt x="13560" y="2713"/>
                </a:lnTo>
                <a:lnTo>
                  <a:pt x="14700" y="2942"/>
                </a:lnTo>
                <a:lnTo>
                  <a:pt x="15843" y="3167"/>
                </a:lnTo>
                <a:lnTo>
                  <a:pt x="16988" y="3396"/>
                </a:lnTo>
                <a:lnTo>
                  <a:pt x="18137" y="3629"/>
                </a:lnTo>
                <a:lnTo>
                  <a:pt x="19287" y="3858"/>
                </a:lnTo>
                <a:lnTo>
                  <a:pt x="20442" y="4087"/>
                </a:lnTo>
                <a:lnTo>
                  <a:pt x="21600" y="4320"/>
                </a:lnTo>
                <a:lnTo>
                  <a:pt x="21271" y="6886"/>
                </a:lnTo>
                <a:lnTo>
                  <a:pt x="20940" y="9461"/>
                </a:lnTo>
                <a:lnTo>
                  <a:pt x="20610" y="12044"/>
                </a:lnTo>
                <a:lnTo>
                  <a:pt x="20276" y="14649"/>
                </a:lnTo>
                <a:lnTo>
                  <a:pt x="19938" y="17280"/>
                </a:lnTo>
                <a:lnTo>
                  <a:pt x="18652" y="18740"/>
                </a:lnTo>
                <a:lnTo>
                  <a:pt x="17750" y="19695"/>
                </a:lnTo>
                <a:lnTo>
                  <a:pt x="16993" y="20352"/>
                </a:lnTo>
                <a:lnTo>
                  <a:pt x="16140" y="20917"/>
                </a:lnTo>
                <a:lnTo>
                  <a:pt x="14954" y="21600"/>
                </a:lnTo>
                <a:lnTo>
                  <a:pt x="14751" y="19600"/>
                </a:lnTo>
                <a:lnTo>
                  <a:pt x="14545" y="17565"/>
                </a:lnTo>
                <a:lnTo>
                  <a:pt x="13768" y="15168"/>
                </a:lnTo>
                <a:lnTo>
                  <a:pt x="12912" y="13319"/>
                </a:lnTo>
                <a:lnTo>
                  <a:pt x="11985" y="11923"/>
                </a:lnTo>
                <a:lnTo>
                  <a:pt x="10993" y="10878"/>
                </a:lnTo>
                <a:lnTo>
                  <a:pt x="9944" y="10096"/>
                </a:lnTo>
                <a:lnTo>
                  <a:pt x="8849" y="9482"/>
                </a:lnTo>
                <a:lnTo>
                  <a:pt x="7713" y="8938"/>
                </a:lnTo>
                <a:lnTo>
                  <a:pt x="6543" y="8372"/>
                </a:lnTo>
                <a:lnTo>
                  <a:pt x="5442" y="7763"/>
                </a:lnTo>
                <a:lnTo>
                  <a:pt x="4348" y="7132"/>
                </a:lnTo>
                <a:lnTo>
                  <a:pt x="3262" y="6476"/>
                </a:lnTo>
                <a:lnTo>
                  <a:pt x="2175" y="5789"/>
                </a:lnTo>
                <a:lnTo>
                  <a:pt x="1090" y="5072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ADB5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2" name="contour_11000"/>
          <p:cNvSpPr/>
          <p:nvPr/>
        </p:nvSpPr>
        <p:spPr>
          <a:xfrm>
            <a:off x="8362413" y="1275399"/>
            <a:ext cx="72880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1199"/>
                </a:lnTo>
                <a:lnTo>
                  <a:pt x="15405" y="2398"/>
                </a:lnTo>
                <a:lnTo>
                  <a:pt x="16632" y="3601"/>
                </a:lnTo>
                <a:lnTo>
                  <a:pt x="17863" y="4809"/>
                </a:lnTo>
                <a:lnTo>
                  <a:pt x="19101" y="6025"/>
                </a:lnTo>
                <a:lnTo>
                  <a:pt x="20345" y="7245"/>
                </a:lnTo>
                <a:lnTo>
                  <a:pt x="21600" y="8474"/>
                </a:lnTo>
                <a:lnTo>
                  <a:pt x="21360" y="11669"/>
                </a:lnTo>
                <a:lnTo>
                  <a:pt x="21127" y="13923"/>
                </a:lnTo>
                <a:lnTo>
                  <a:pt x="20799" y="15855"/>
                </a:lnTo>
                <a:lnTo>
                  <a:pt x="20272" y="18075"/>
                </a:lnTo>
                <a:lnTo>
                  <a:pt x="19440" y="21185"/>
                </a:lnTo>
                <a:lnTo>
                  <a:pt x="18012" y="21515"/>
                </a:lnTo>
                <a:lnTo>
                  <a:pt x="16600" y="21600"/>
                </a:lnTo>
                <a:lnTo>
                  <a:pt x="15200" y="21477"/>
                </a:lnTo>
                <a:lnTo>
                  <a:pt x="13805" y="21202"/>
                </a:lnTo>
                <a:lnTo>
                  <a:pt x="12407" y="20808"/>
                </a:lnTo>
                <a:lnTo>
                  <a:pt x="11003" y="20350"/>
                </a:lnTo>
                <a:lnTo>
                  <a:pt x="9586" y="19863"/>
                </a:lnTo>
                <a:lnTo>
                  <a:pt x="8893" y="19668"/>
                </a:lnTo>
                <a:lnTo>
                  <a:pt x="6804" y="19075"/>
                </a:lnTo>
                <a:lnTo>
                  <a:pt x="5441" y="18677"/>
                </a:lnTo>
                <a:lnTo>
                  <a:pt x="4080" y="18257"/>
                </a:lnTo>
                <a:lnTo>
                  <a:pt x="2719" y="17829"/>
                </a:lnTo>
                <a:lnTo>
                  <a:pt x="1359" y="17393"/>
                </a:lnTo>
                <a:lnTo>
                  <a:pt x="0" y="16948"/>
                </a:lnTo>
                <a:lnTo>
                  <a:pt x="0" y="14846"/>
                </a:lnTo>
                <a:lnTo>
                  <a:pt x="0" y="12711"/>
                </a:lnTo>
                <a:lnTo>
                  <a:pt x="1497" y="12711"/>
                </a:lnTo>
                <a:lnTo>
                  <a:pt x="2996" y="12711"/>
                </a:lnTo>
                <a:lnTo>
                  <a:pt x="4495" y="12711"/>
                </a:lnTo>
                <a:lnTo>
                  <a:pt x="5996" y="12711"/>
                </a:lnTo>
                <a:lnTo>
                  <a:pt x="7504" y="12711"/>
                </a:lnTo>
                <a:lnTo>
                  <a:pt x="9014" y="12711"/>
                </a:lnTo>
                <a:lnTo>
                  <a:pt x="10530" y="12711"/>
                </a:lnTo>
                <a:lnTo>
                  <a:pt x="12053" y="12711"/>
                </a:lnTo>
                <a:lnTo>
                  <a:pt x="13582" y="12711"/>
                </a:lnTo>
                <a:lnTo>
                  <a:pt x="15120" y="12711"/>
                </a:lnTo>
                <a:lnTo>
                  <a:pt x="14692" y="10194"/>
                </a:lnTo>
                <a:lnTo>
                  <a:pt x="14262" y="7669"/>
                </a:lnTo>
                <a:lnTo>
                  <a:pt x="13833" y="5135"/>
                </a:lnTo>
                <a:lnTo>
                  <a:pt x="13398" y="2580"/>
                </a:lnTo>
                <a:lnTo>
                  <a:pt x="12960" y="0"/>
                </a:lnTo>
                <a:close/>
              </a:path>
            </a:pathLst>
          </a:custGeom>
          <a:solidFill>
            <a:srgbClr val="B8C5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3" name="contour_11001"/>
          <p:cNvSpPr/>
          <p:nvPr/>
        </p:nvSpPr>
        <p:spPr>
          <a:xfrm>
            <a:off x="4922481" y="1246247"/>
            <a:ext cx="7288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0259" y="4277"/>
                </a:lnTo>
                <a:lnTo>
                  <a:pt x="19019" y="7790"/>
                </a:lnTo>
                <a:lnTo>
                  <a:pt x="17846" y="10634"/>
                </a:lnTo>
                <a:lnTo>
                  <a:pt x="16699" y="12888"/>
                </a:lnTo>
                <a:lnTo>
                  <a:pt x="15546" y="14645"/>
                </a:lnTo>
                <a:lnTo>
                  <a:pt x="14347" y="15991"/>
                </a:lnTo>
                <a:lnTo>
                  <a:pt x="13066" y="16999"/>
                </a:lnTo>
                <a:lnTo>
                  <a:pt x="11668" y="17762"/>
                </a:lnTo>
                <a:lnTo>
                  <a:pt x="10115" y="18367"/>
                </a:lnTo>
                <a:lnTo>
                  <a:pt x="8370" y="18900"/>
                </a:lnTo>
                <a:lnTo>
                  <a:pt x="7160" y="19318"/>
                </a:lnTo>
                <a:lnTo>
                  <a:pt x="5931" y="19742"/>
                </a:lnTo>
                <a:lnTo>
                  <a:pt x="4450" y="20239"/>
                </a:lnTo>
                <a:lnTo>
                  <a:pt x="2968" y="20707"/>
                </a:lnTo>
                <a:lnTo>
                  <a:pt x="1484" y="21161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C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4" name="contour_11002"/>
          <p:cNvSpPr/>
          <p:nvPr/>
        </p:nvSpPr>
        <p:spPr>
          <a:xfrm>
            <a:off x="3712674" y="1216759"/>
            <a:ext cx="87456" cy="36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7"/>
                </a:moveTo>
                <a:lnTo>
                  <a:pt x="20819" y="514"/>
                </a:lnTo>
                <a:lnTo>
                  <a:pt x="20025" y="830"/>
                </a:lnTo>
                <a:lnTo>
                  <a:pt x="19521" y="1074"/>
                </a:lnTo>
                <a:lnTo>
                  <a:pt x="18000" y="1802"/>
                </a:lnTo>
                <a:lnTo>
                  <a:pt x="16996" y="2252"/>
                </a:lnTo>
                <a:lnTo>
                  <a:pt x="15975" y="2705"/>
                </a:lnTo>
                <a:lnTo>
                  <a:pt x="15194" y="3587"/>
                </a:lnTo>
                <a:lnTo>
                  <a:pt x="14400" y="4478"/>
                </a:lnTo>
                <a:lnTo>
                  <a:pt x="14400" y="7307"/>
                </a:lnTo>
                <a:lnTo>
                  <a:pt x="14400" y="10154"/>
                </a:lnTo>
                <a:lnTo>
                  <a:pt x="14400" y="13039"/>
                </a:lnTo>
                <a:lnTo>
                  <a:pt x="13486" y="14845"/>
                </a:lnTo>
                <a:lnTo>
                  <a:pt x="12533" y="16412"/>
                </a:lnTo>
                <a:lnTo>
                  <a:pt x="11543" y="17765"/>
                </a:lnTo>
                <a:lnTo>
                  <a:pt x="10516" y="18929"/>
                </a:lnTo>
                <a:lnTo>
                  <a:pt x="9450" y="19939"/>
                </a:lnTo>
                <a:lnTo>
                  <a:pt x="8345" y="20821"/>
                </a:lnTo>
                <a:lnTo>
                  <a:pt x="7200" y="21600"/>
                </a:lnTo>
                <a:lnTo>
                  <a:pt x="5917" y="21249"/>
                </a:lnTo>
                <a:lnTo>
                  <a:pt x="4714" y="20735"/>
                </a:lnTo>
                <a:lnTo>
                  <a:pt x="3557" y="20072"/>
                </a:lnTo>
                <a:lnTo>
                  <a:pt x="2410" y="19276"/>
                </a:lnTo>
                <a:lnTo>
                  <a:pt x="1235" y="18351"/>
                </a:lnTo>
                <a:lnTo>
                  <a:pt x="0" y="17319"/>
                </a:lnTo>
                <a:lnTo>
                  <a:pt x="1044" y="14614"/>
                </a:lnTo>
                <a:lnTo>
                  <a:pt x="2088" y="12195"/>
                </a:lnTo>
                <a:lnTo>
                  <a:pt x="3139" y="10051"/>
                </a:lnTo>
                <a:lnTo>
                  <a:pt x="4198" y="8163"/>
                </a:lnTo>
                <a:lnTo>
                  <a:pt x="5269" y="6515"/>
                </a:lnTo>
                <a:lnTo>
                  <a:pt x="6352" y="5094"/>
                </a:lnTo>
                <a:lnTo>
                  <a:pt x="7454" y="3883"/>
                </a:lnTo>
                <a:lnTo>
                  <a:pt x="8577" y="2872"/>
                </a:lnTo>
                <a:lnTo>
                  <a:pt x="9722" y="2038"/>
                </a:lnTo>
                <a:lnTo>
                  <a:pt x="10894" y="1374"/>
                </a:lnTo>
                <a:lnTo>
                  <a:pt x="12096" y="856"/>
                </a:lnTo>
                <a:lnTo>
                  <a:pt x="13331" y="475"/>
                </a:lnTo>
                <a:lnTo>
                  <a:pt x="14602" y="218"/>
                </a:lnTo>
                <a:lnTo>
                  <a:pt x="15912" y="64"/>
                </a:lnTo>
                <a:lnTo>
                  <a:pt x="17262" y="0"/>
                </a:lnTo>
                <a:lnTo>
                  <a:pt x="18659" y="9"/>
                </a:lnTo>
                <a:lnTo>
                  <a:pt x="20104" y="81"/>
                </a:lnTo>
                <a:lnTo>
                  <a:pt x="21600" y="197"/>
                </a:lnTo>
                <a:close/>
              </a:path>
            </a:pathLst>
          </a:custGeom>
          <a:solidFill>
            <a:srgbClr val="DB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5" name="contour_11003"/>
          <p:cNvSpPr/>
          <p:nvPr/>
        </p:nvSpPr>
        <p:spPr>
          <a:xfrm>
            <a:off x="6992271" y="1027607"/>
            <a:ext cx="1166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30" y="0"/>
                </a:lnTo>
                <a:lnTo>
                  <a:pt x="1859" y="0"/>
                </a:lnTo>
                <a:lnTo>
                  <a:pt x="2789" y="0"/>
                </a:lnTo>
                <a:lnTo>
                  <a:pt x="3721" y="0"/>
                </a:lnTo>
                <a:lnTo>
                  <a:pt x="4651" y="0"/>
                </a:lnTo>
                <a:lnTo>
                  <a:pt x="5582" y="0"/>
                </a:lnTo>
                <a:lnTo>
                  <a:pt x="6514" y="0"/>
                </a:lnTo>
                <a:lnTo>
                  <a:pt x="7447" y="0"/>
                </a:lnTo>
                <a:lnTo>
                  <a:pt x="8381" y="0"/>
                </a:lnTo>
                <a:lnTo>
                  <a:pt x="9315" y="0"/>
                </a:lnTo>
                <a:lnTo>
                  <a:pt x="10251" y="0"/>
                </a:lnTo>
                <a:lnTo>
                  <a:pt x="11187" y="0"/>
                </a:lnTo>
                <a:lnTo>
                  <a:pt x="12126" y="0"/>
                </a:lnTo>
                <a:lnTo>
                  <a:pt x="13065" y="0"/>
                </a:lnTo>
                <a:lnTo>
                  <a:pt x="14006" y="0"/>
                </a:lnTo>
                <a:lnTo>
                  <a:pt x="14949" y="0"/>
                </a:lnTo>
                <a:lnTo>
                  <a:pt x="15892" y="0"/>
                </a:lnTo>
                <a:lnTo>
                  <a:pt x="16839" y="0"/>
                </a:lnTo>
                <a:lnTo>
                  <a:pt x="17786" y="0"/>
                </a:lnTo>
                <a:lnTo>
                  <a:pt x="18737" y="0"/>
                </a:lnTo>
                <a:lnTo>
                  <a:pt x="19688" y="0"/>
                </a:lnTo>
                <a:lnTo>
                  <a:pt x="20643" y="0"/>
                </a:lnTo>
                <a:lnTo>
                  <a:pt x="21600" y="0"/>
                </a:lnTo>
                <a:lnTo>
                  <a:pt x="21218" y="3056"/>
                </a:lnTo>
                <a:lnTo>
                  <a:pt x="20836" y="6113"/>
                </a:lnTo>
                <a:lnTo>
                  <a:pt x="20452" y="9180"/>
                </a:lnTo>
                <a:lnTo>
                  <a:pt x="20068" y="12258"/>
                </a:lnTo>
                <a:lnTo>
                  <a:pt x="19680" y="15352"/>
                </a:lnTo>
                <a:lnTo>
                  <a:pt x="19291" y="18463"/>
                </a:lnTo>
                <a:lnTo>
                  <a:pt x="18900" y="21600"/>
                </a:lnTo>
                <a:lnTo>
                  <a:pt x="18623" y="20288"/>
                </a:lnTo>
                <a:lnTo>
                  <a:pt x="17788" y="16340"/>
                </a:lnTo>
                <a:lnTo>
                  <a:pt x="16897" y="13489"/>
                </a:lnTo>
                <a:lnTo>
                  <a:pt x="16095" y="11497"/>
                </a:lnTo>
                <a:lnTo>
                  <a:pt x="15312" y="10184"/>
                </a:lnTo>
                <a:lnTo>
                  <a:pt x="14479" y="9380"/>
                </a:lnTo>
                <a:lnTo>
                  <a:pt x="13530" y="8899"/>
                </a:lnTo>
                <a:lnTo>
                  <a:pt x="12393" y="8564"/>
                </a:lnTo>
                <a:lnTo>
                  <a:pt x="11669" y="8354"/>
                </a:lnTo>
                <a:lnTo>
                  <a:pt x="10942" y="8143"/>
                </a:lnTo>
                <a:lnTo>
                  <a:pt x="10205" y="7933"/>
                </a:lnTo>
                <a:lnTo>
                  <a:pt x="9453" y="7765"/>
                </a:lnTo>
                <a:lnTo>
                  <a:pt x="8697" y="7598"/>
                </a:lnTo>
                <a:lnTo>
                  <a:pt x="7931" y="7425"/>
                </a:lnTo>
                <a:lnTo>
                  <a:pt x="7170" y="7214"/>
                </a:lnTo>
                <a:lnTo>
                  <a:pt x="6403" y="7004"/>
                </a:lnTo>
                <a:lnTo>
                  <a:pt x="5627" y="6793"/>
                </a:lnTo>
                <a:lnTo>
                  <a:pt x="4689" y="6545"/>
                </a:lnTo>
                <a:lnTo>
                  <a:pt x="3752" y="6302"/>
                </a:lnTo>
                <a:lnTo>
                  <a:pt x="2813" y="6064"/>
                </a:lnTo>
                <a:lnTo>
                  <a:pt x="1876" y="5837"/>
                </a:lnTo>
                <a:lnTo>
                  <a:pt x="938" y="5616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FB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6" name="contour_11004"/>
          <p:cNvSpPr/>
          <p:nvPr/>
        </p:nvSpPr>
        <p:spPr>
          <a:xfrm>
            <a:off x="6598719" y="888362"/>
            <a:ext cx="87456" cy="445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5"/>
                </a:moveTo>
                <a:lnTo>
                  <a:pt x="21154" y="764"/>
                </a:lnTo>
                <a:lnTo>
                  <a:pt x="20367" y="1454"/>
                </a:lnTo>
                <a:lnTo>
                  <a:pt x="18562" y="3028"/>
                </a:lnTo>
                <a:lnTo>
                  <a:pt x="17420" y="4185"/>
                </a:lnTo>
                <a:lnTo>
                  <a:pt x="16321" y="5416"/>
                </a:lnTo>
                <a:lnTo>
                  <a:pt x="15259" y="6721"/>
                </a:lnTo>
                <a:lnTo>
                  <a:pt x="14229" y="8094"/>
                </a:lnTo>
                <a:lnTo>
                  <a:pt x="13225" y="9526"/>
                </a:lnTo>
                <a:lnTo>
                  <a:pt x="12242" y="11016"/>
                </a:lnTo>
                <a:lnTo>
                  <a:pt x="11275" y="12555"/>
                </a:lnTo>
                <a:lnTo>
                  <a:pt x="10319" y="14136"/>
                </a:lnTo>
                <a:lnTo>
                  <a:pt x="9369" y="15760"/>
                </a:lnTo>
                <a:lnTo>
                  <a:pt x="8420" y="17415"/>
                </a:lnTo>
                <a:lnTo>
                  <a:pt x="7466" y="19099"/>
                </a:lnTo>
                <a:lnTo>
                  <a:pt x="6440" y="20341"/>
                </a:lnTo>
                <a:lnTo>
                  <a:pt x="5400" y="21600"/>
                </a:lnTo>
                <a:lnTo>
                  <a:pt x="4244" y="21023"/>
                </a:lnTo>
                <a:lnTo>
                  <a:pt x="3485" y="20461"/>
                </a:lnTo>
                <a:lnTo>
                  <a:pt x="2781" y="19587"/>
                </a:lnTo>
                <a:lnTo>
                  <a:pt x="1800" y="18062"/>
                </a:lnTo>
                <a:lnTo>
                  <a:pt x="1139" y="15837"/>
                </a:lnTo>
                <a:lnTo>
                  <a:pt x="731" y="14362"/>
                </a:lnTo>
                <a:lnTo>
                  <a:pt x="409" y="12965"/>
                </a:lnTo>
                <a:lnTo>
                  <a:pt x="0" y="10987"/>
                </a:lnTo>
                <a:lnTo>
                  <a:pt x="1215" y="9594"/>
                </a:lnTo>
                <a:lnTo>
                  <a:pt x="2401" y="8295"/>
                </a:lnTo>
                <a:lnTo>
                  <a:pt x="3566" y="7089"/>
                </a:lnTo>
                <a:lnTo>
                  <a:pt x="4711" y="5978"/>
                </a:lnTo>
                <a:lnTo>
                  <a:pt x="5845" y="4960"/>
                </a:lnTo>
                <a:lnTo>
                  <a:pt x="6968" y="4036"/>
                </a:lnTo>
                <a:lnTo>
                  <a:pt x="8089" y="3209"/>
                </a:lnTo>
                <a:lnTo>
                  <a:pt x="9212" y="2473"/>
                </a:lnTo>
                <a:lnTo>
                  <a:pt x="10341" y="1832"/>
                </a:lnTo>
                <a:lnTo>
                  <a:pt x="11482" y="1291"/>
                </a:lnTo>
                <a:lnTo>
                  <a:pt x="12640" y="842"/>
                </a:lnTo>
                <a:lnTo>
                  <a:pt x="13817" y="488"/>
                </a:lnTo>
                <a:lnTo>
                  <a:pt x="15021" y="230"/>
                </a:lnTo>
                <a:lnTo>
                  <a:pt x="16256" y="67"/>
                </a:lnTo>
                <a:lnTo>
                  <a:pt x="17525" y="0"/>
                </a:lnTo>
                <a:lnTo>
                  <a:pt x="18837" y="28"/>
                </a:lnTo>
                <a:lnTo>
                  <a:pt x="20192" y="152"/>
                </a:lnTo>
                <a:lnTo>
                  <a:pt x="21600" y="375"/>
                </a:lnTo>
                <a:close/>
              </a:path>
            </a:pathLst>
          </a:custGeom>
          <a:solidFill>
            <a:srgbClr val="E6E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7" name="contour_11005"/>
          <p:cNvSpPr/>
          <p:nvPr/>
        </p:nvSpPr>
        <p:spPr>
          <a:xfrm>
            <a:off x="3654370" y="889135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211" y="3208"/>
                </a:lnTo>
                <a:lnTo>
                  <a:pt x="20820" y="6426"/>
                </a:lnTo>
                <a:lnTo>
                  <a:pt x="20430" y="9655"/>
                </a:lnTo>
                <a:lnTo>
                  <a:pt x="20035" y="12911"/>
                </a:lnTo>
                <a:lnTo>
                  <a:pt x="19636" y="16200"/>
                </a:lnTo>
                <a:lnTo>
                  <a:pt x="18272" y="17372"/>
                </a:lnTo>
                <a:lnTo>
                  <a:pt x="17245" y="18182"/>
                </a:lnTo>
                <a:lnTo>
                  <a:pt x="16363" y="18738"/>
                </a:lnTo>
                <a:lnTo>
                  <a:pt x="15432" y="19143"/>
                </a:lnTo>
                <a:lnTo>
                  <a:pt x="14256" y="19499"/>
                </a:lnTo>
                <a:lnTo>
                  <a:pt x="12642" y="19915"/>
                </a:lnTo>
                <a:lnTo>
                  <a:pt x="11381" y="20266"/>
                </a:lnTo>
                <a:lnTo>
                  <a:pt x="10113" y="20628"/>
                </a:lnTo>
                <a:lnTo>
                  <a:pt x="8829" y="20990"/>
                </a:lnTo>
                <a:lnTo>
                  <a:pt x="7858" y="21190"/>
                </a:lnTo>
                <a:lnTo>
                  <a:pt x="6881" y="21395"/>
                </a:lnTo>
                <a:lnTo>
                  <a:pt x="5891" y="21600"/>
                </a:lnTo>
                <a:lnTo>
                  <a:pt x="5946" y="20461"/>
                </a:lnTo>
                <a:lnTo>
                  <a:pt x="6040" y="18446"/>
                </a:lnTo>
                <a:lnTo>
                  <a:pt x="6260" y="13835"/>
                </a:lnTo>
                <a:lnTo>
                  <a:pt x="6138" y="11048"/>
                </a:lnTo>
                <a:lnTo>
                  <a:pt x="6015" y="8246"/>
                </a:lnTo>
                <a:lnTo>
                  <a:pt x="5891" y="5400"/>
                </a:lnTo>
                <a:lnTo>
                  <a:pt x="4725" y="4331"/>
                </a:lnTo>
                <a:lnTo>
                  <a:pt x="3554" y="3256"/>
                </a:lnTo>
                <a:lnTo>
                  <a:pt x="2380" y="2182"/>
                </a:lnTo>
                <a:lnTo>
                  <a:pt x="1196" y="1096"/>
                </a:lnTo>
                <a:lnTo>
                  <a:pt x="0" y="0"/>
                </a:lnTo>
                <a:close/>
              </a:path>
            </a:pathLst>
          </a:custGeom>
          <a:solidFill>
            <a:srgbClr val="E3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8" name="contour_11006"/>
          <p:cNvSpPr/>
          <p:nvPr/>
        </p:nvSpPr>
        <p:spPr>
          <a:xfrm>
            <a:off x="4434186" y="808967"/>
            <a:ext cx="9474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3" y="0"/>
                </a:moveTo>
                <a:lnTo>
                  <a:pt x="4498" y="0"/>
                </a:lnTo>
                <a:lnTo>
                  <a:pt x="5674" y="0"/>
                </a:lnTo>
                <a:lnTo>
                  <a:pt x="6854" y="0"/>
                </a:lnTo>
                <a:lnTo>
                  <a:pt x="8039" y="0"/>
                </a:lnTo>
                <a:lnTo>
                  <a:pt x="9228" y="0"/>
                </a:lnTo>
                <a:lnTo>
                  <a:pt x="10424" y="0"/>
                </a:lnTo>
                <a:lnTo>
                  <a:pt x="11631" y="0"/>
                </a:lnTo>
                <a:lnTo>
                  <a:pt x="11631" y="4759"/>
                </a:lnTo>
                <a:lnTo>
                  <a:pt x="11631" y="9547"/>
                </a:lnTo>
                <a:lnTo>
                  <a:pt x="11631" y="14400"/>
                </a:lnTo>
                <a:lnTo>
                  <a:pt x="12727" y="14400"/>
                </a:lnTo>
                <a:lnTo>
                  <a:pt x="13826" y="14400"/>
                </a:lnTo>
                <a:lnTo>
                  <a:pt x="14924" y="14400"/>
                </a:lnTo>
                <a:lnTo>
                  <a:pt x="16026" y="14400"/>
                </a:lnTo>
                <a:lnTo>
                  <a:pt x="17130" y="14400"/>
                </a:lnTo>
                <a:lnTo>
                  <a:pt x="18240" y="14400"/>
                </a:lnTo>
                <a:lnTo>
                  <a:pt x="19354" y="14400"/>
                </a:lnTo>
                <a:lnTo>
                  <a:pt x="20473" y="14400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20475" y="21600"/>
                </a:lnTo>
                <a:lnTo>
                  <a:pt x="19349" y="21600"/>
                </a:lnTo>
                <a:lnTo>
                  <a:pt x="18222" y="21600"/>
                </a:lnTo>
                <a:lnTo>
                  <a:pt x="17096" y="21600"/>
                </a:lnTo>
                <a:lnTo>
                  <a:pt x="15969" y="21600"/>
                </a:lnTo>
                <a:lnTo>
                  <a:pt x="14841" y="21600"/>
                </a:lnTo>
                <a:lnTo>
                  <a:pt x="13711" y="21600"/>
                </a:lnTo>
                <a:lnTo>
                  <a:pt x="12580" y="21600"/>
                </a:lnTo>
                <a:lnTo>
                  <a:pt x="11448" y="21600"/>
                </a:lnTo>
                <a:lnTo>
                  <a:pt x="10313" y="21600"/>
                </a:lnTo>
                <a:lnTo>
                  <a:pt x="9178" y="21600"/>
                </a:lnTo>
                <a:lnTo>
                  <a:pt x="8040" y="21600"/>
                </a:lnTo>
                <a:lnTo>
                  <a:pt x="6900" y="21600"/>
                </a:lnTo>
                <a:lnTo>
                  <a:pt x="5757" y="21600"/>
                </a:lnTo>
                <a:lnTo>
                  <a:pt x="4612" y="21600"/>
                </a:lnTo>
                <a:lnTo>
                  <a:pt x="3463" y="21600"/>
                </a:lnTo>
                <a:lnTo>
                  <a:pt x="2313" y="21600"/>
                </a:lnTo>
                <a:lnTo>
                  <a:pt x="1158" y="21600"/>
                </a:lnTo>
                <a:lnTo>
                  <a:pt x="0" y="21600"/>
                </a:lnTo>
                <a:lnTo>
                  <a:pt x="822" y="19814"/>
                </a:lnTo>
                <a:lnTo>
                  <a:pt x="1648" y="18029"/>
                </a:lnTo>
                <a:lnTo>
                  <a:pt x="2481" y="16222"/>
                </a:lnTo>
                <a:lnTo>
                  <a:pt x="3323" y="14400"/>
                </a:lnTo>
                <a:lnTo>
                  <a:pt x="3323" y="9641"/>
                </a:lnTo>
                <a:lnTo>
                  <a:pt x="3323" y="4853"/>
                </a:lnTo>
                <a:lnTo>
                  <a:pt x="3323" y="0"/>
                </a:lnTo>
                <a:close/>
              </a:path>
            </a:pathLst>
          </a:custGeom>
          <a:solidFill>
            <a:srgbClr val="F9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09" name="contour_11007"/>
          <p:cNvSpPr/>
          <p:nvPr/>
        </p:nvSpPr>
        <p:spPr>
          <a:xfrm>
            <a:off x="7640902" y="6143777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204" y="3564"/>
                </a:lnTo>
                <a:lnTo>
                  <a:pt x="20808" y="7133"/>
                </a:lnTo>
                <a:lnTo>
                  <a:pt x="20410" y="10719"/>
                </a:lnTo>
                <a:lnTo>
                  <a:pt x="20009" y="14321"/>
                </a:lnTo>
                <a:lnTo>
                  <a:pt x="19606" y="17944"/>
                </a:lnTo>
                <a:lnTo>
                  <a:pt x="19200" y="21600"/>
                </a:lnTo>
                <a:lnTo>
                  <a:pt x="15770" y="20164"/>
                </a:lnTo>
                <a:lnTo>
                  <a:pt x="12895" y="18949"/>
                </a:lnTo>
                <a:lnTo>
                  <a:pt x="10510" y="17923"/>
                </a:lnTo>
                <a:lnTo>
                  <a:pt x="8544" y="17042"/>
                </a:lnTo>
                <a:lnTo>
                  <a:pt x="6936" y="16270"/>
                </a:lnTo>
                <a:lnTo>
                  <a:pt x="5614" y="15574"/>
                </a:lnTo>
                <a:lnTo>
                  <a:pt x="4512" y="14909"/>
                </a:lnTo>
                <a:lnTo>
                  <a:pt x="3566" y="14240"/>
                </a:lnTo>
                <a:lnTo>
                  <a:pt x="2710" y="13538"/>
                </a:lnTo>
                <a:lnTo>
                  <a:pt x="1874" y="12749"/>
                </a:lnTo>
                <a:lnTo>
                  <a:pt x="994" y="11853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8462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0" name="contour_11008"/>
          <p:cNvSpPr/>
          <p:nvPr/>
        </p:nvSpPr>
        <p:spPr>
          <a:xfrm>
            <a:off x="4281138" y="6083410"/>
            <a:ext cx="58304" cy="38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57"/>
                </a:moveTo>
                <a:lnTo>
                  <a:pt x="1993" y="662"/>
                </a:lnTo>
                <a:lnTo>
                  <a:pt x="3926" y="286"/>
                </a:lnTo>
                <a:lnTo>
                  <a:pt x="5824" y="53"/>
                </a:lnTo>
                <a:lnTo>
                  <a:pt x="7709" y="0"/>
                </a:lnTo>
                <a:lnTo>
                  <a:pt x="9601" y="147"/>
                </a:lnTo>
                <a:lnTo>
                  <a:pt x="11524" y="523"/>
                </a:lnTo>
                <a:lnTo>
                  <a:pt x="13500" y="1157"/>
                </a:lnTo>
                <a:lnTo>
                  <a:pt x="14696" y="3287"/>
                </a:lnTo>
                <a:lnTo>
                  <a:pt x="15768" y="5409"/>
                </a:lnTo>
                <a:lnTo>
                  <a:pt x="16737" y="7552"/>
                </a:lnTo>
                <a:lnTo>
                  <a:pt x="17626" y="9719"/>
                </a:lnTo>
                <a:lnTo>
                  <a:pt x="18455" y="11935"/>
                </a:lnTo>
                <a:lnTo>
                  <a:pt x="19243" y="14216"/>
                </a:lnTo>
                <a:lnTo>
                  <a:pt x="20018" y="16575"/>
                </a:lnTo>
                <a:lnTo>
                  <a:pt x="20795" y="19032"/>
                </a:lnTo>
                <a:lnTo>
                  <a:pt x="21600" y="21600"/>
                </a:lnTo>
                <a:lnTo>
                  <a:pt x="20785" y="21396"/>
                </a:lnTo>
                <a:lnTo>
                  <a:pt x="20037" y="21203"/>
                </a:lnTo>
                <a:lnTo>
                  <a:pt x="19219" y="20999"/>
                </a:lnTo>
                <a:lnTo>
                  <a:pt x="18198" y="20741"/>
                </a:lnTo>
                <a:lnTo>
                  <a:pt x="16843" y="20398"/>
                </a:lnTo>
                <a:lnTo>
                  <a:pt x="15017" y="19940"/>
                </a:lnTo>
                <a:lnTo>
                  <a:pt x="12593" y="19327"/>
                </a:lnTo>
                <a:lnTo>
                  <a:pt x="9431" y="18529"/>
                </a:lnTo>
                <a:lnTo>
                  <a:pt x="5400" y="17511"/>
                </a:lnTo>
                <a:lnTo>
                  <a:pt x="5400" y="14809"/>
                </a:lnTo>
                <a:lnTo>
                  <a:pt x="5400" y="12090"/>
                </a:lnTo>
                <a:lnTo>
                  <a:pt x="5400" y="9334"/>
                </a:lnTo>
                <a:lnTo>
                  <a:pt x="3615" y="9334"/>
                </a:lnTo>
                <a:lnTo>
                  <a:pt x="1820" y="9334"/>
                </a:lnTo>
                <a:lnTo>
                  <a:pt x="0" y="9334"/>
                </a:lnTo>
                <a:lnTo>
                  <a:pt x="0" y="6632"/>
                </a:lnTo>
                <a:lnTo>
                  <a:pt x="0" y="3913"/>
                </a:lnTo>
                <a:lnTo>
                  <a:pt x="0" y="1157"/>
                </a:lnTo>
                <a:close/>
              </a:path>
            </a:pathLst>
          </a:custGeom>
          <a:solidFill>
            <a:srgbClr val="E6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1" name="contour_11009"/>
          <p:cNvSpPr/>
          <p:nvPr/>
        </p:nvSpPr>
        <p:spPr>
          <a:xfrm>
            <a:off x="5352472" y="610004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247" y="2955"/>
                </a:lnTo>
                <a:lnTo>
                  <a:pt x="20884" y="5106"/>
                </a:lnTo>
                <a:lnTo>
                  <a:pt x="20336" y="7076"/>
                </a:lnTo>
                <a:lnTo>
                  <a:pt x="19433" y="9487"/>
                </a:lnTo>
                <a:lnTo>
                  <a:pt x="18000" y="12960"/>
                </a:lnTo>
                <a:lnTo>
                  <a:pt x="15829" y="14321"/>
                </a:lnTo>
                <a:lnTo>
                  <a:pt x="13637" y="15574"/>
                </a:lnTo>
                <a:lnTo>
                  <a:pt x="11423" y="16736"/>
                </a:lnTo>
                <a:lnTo>
                  <a:pt x="9184" y="17816"/>
                </a:lnTo>
                <a:lnTo>
                  <a:pt x="6926" y="18827"/>
                </a:lnTo>
                <a:lnTo>
                  <a:pt x="4640" y="19790"/>
                </a:lnTo>
                <a:lnTo>
                  <a:pt x="2333" y="20706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2" name="contour_11010"/>
          <p:cNvSpPr/>
          <p:nvPr/>
        </p:nvSpPr>
        <p:spPr>
          <a:xfrm>
            <a:off x="3885946" y="6085473"/>
            <a:ext cx="526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3" y="0"/>
                </a:moveTo>
                <a:lnTo>
                  <a:pt x="4404" y="1462"/>
                </a:lnTo>
                <a:lnTo>
                  <a:pt x="7477" y="2693"/>
                </a:lnTo>
                <a:lnTo>
                  <a:pt x="9976" y="3751"/>
                </a:lnTo>
                <a:lnTo>
                  <a:pt x="11988" y="4694"/>
                </a:lnTo>
                <a:lnTo>
                  <a:pt x="13597" y="5584"/>
                </a:lnTo>
                <a:lnTo>
                  <a:pt x="14888" y="6473"/>
                </a:lnTo>
                <a:lnTo>
                  <a:pt x="15944" y="7430"/>
                </a:lnTo>
                <a:lnTo>
                  <a:pt x="16852" y="8507"/>
                </a:lnTo>
                <a:lnTo>
                  <a:pt x="17699" y="9763"/>
                </a:lnTo>
                <a:lnTo>
                  <a:pt x="18569" y="11257"/>
                </a:lnTo>
                <a:lnTo>
                  <a:pt x="19543" y="13050"/>
                </a:lnTo>
                <a:lnTo>
                  <a:pt x="20222" y="14684"/>
                </a:lnTo>
                <a:lnTo>
                  <a:pt x="20906" y="16333"/>
                </a:lnTo>
                <a:lnTo>
                  <a:pt x="21600" y="18000"/>
                </a:lnTo>
                <a:lnTo>
                  <a:pt x="20102" y="19228"/>
                </a:lnTo>
                <a:lnTo>
                  <a:pt x="18978" y="20009"/>
                </a:lnTo>
                <a:lnTo>
                  <a:pt x="17672" y="20689"/>
                </a:lnTo>
                <a:lnTo>
                  <a:pt x="15621" y="21600"/>
                </a:lnTo>
                <a:lnTo>
                  <a:pt x="13767" y="20754"/>
                </a:lnTo>
                <a:lnTo>
                  <a:pt x="11976" y="19814"/>
                </a:lnTo>
                <a:lnTo>
                  <a:pt x="10236" y="18785"/>
                </a:lnTo>
                <a:lnTo>
                  <a:pt x="8550" y="17662"/>
                </a:lnTo>
                <a:lnTo>
                  <a:pt x="6906" y="16456"/>
                </a:lnTo>
                <a:lnTo>
                  <a:pt x="5304" y="15163"/>
                </a:lnTo>
                <a:lnTo>
                  <a:pt x="3731" y="13788"/>
                </a:lnTo>
                <a:lnTo>
                  <a:pt x="2191" y="12334"/>
                </a:lnTo>
                <a:lnTo>
                  <a:pt x="673" y="10800"/>
                </a:lnTo>
                <a:lnTo>
                  <a:pt x="224" y="7798"/>
                </a:lnTo>
                <a:lnTo>
                  <a:pt x="0" y="5735"/>
                </a:lnTo>
                <a:lnTo>
                  <a:pt x="0" y="4093"/>
                </a:lnTo>
                <a:lnTo>
                  <a:pt x="224" y="2354"/>
                </a:lnTo>
                <a:lnTo>
                  <a:pt x="673" y="0"/>
                </a:lnTo>
                <a:close/>
              </a:path>
            </a:pathLst>
          </a:custGeom>
          <a:solidFill>
            <a:srgbClr val="B3C9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3" name="contour_11011"/>
          <p:cNvSpPr/>
          <p:nvPr/>
        </p:nvSpPr>
        <p:spPr>
          <a:xfrm>
            <a:off x="10942362" y="6027169"/>
            <a:ext cx="4372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691" y="2733"/>
                </a:lnTo>
                <a:lnTo>
                  <a:pt x="19364" y="5470"/>
                </a:lnTo>
                <a:lnTo>
                  <a:pt x="20023" y="8211"/>
                </a:lnTo>
                <a:lnTo>
                  <a:pt x="20588" y="10499"/>
                </a:lnTo>
                <a:lnTo>
                  <a:pt x="21164" y="12825"/>
                </a:lnTo>
                <a:lnTo>
                  <a:pt x="21380" y="14872"/>
                </a:lnTo>
                <a:lnTo>
                  <a:pt x="21600" y="16948"/>
                </a:lnTo>
                <a:lnTo>
                  <a:pt x="19451" y="19405"/>
                </a:lnTo>
                <a:lnTo>
                  <a:pt x="17914" y="20706"/>
                </a:lnTo>
                <a:lnTo>
                  <a:pt x="16247" y="21295"/>
                </a:lnTo>
                <a:lnTo>
                  <a:pt x="13712" y="21600"/>
                </a:lnTo>
                <a:lnTo>
                  <a:pt x="11261" y="21524"/>
                </a:lnTo>
                <a:lnTo>
                  <a:pt x="8777" y="21447"/>
                </a:lnTo>
                <a:lnTo>
                  <a:pt x="7542" y="21422"/>
                </a:lnTo>
                <a:lnTo>
                  <a:pt x="3812" y="21333"/>
                </a:lnTo>
                <a:lnTo>
                  <a:pt x="1919" y="21261"/>
                </a:lnTo>
                <a:lnTo>
                  <a:pt x="0" y="21185"/>
                </a:lnTo>
                <a:lnTo>
                  <a:pt x="544" y="16287"/>
                </a:lnTo>
                <a:lnTo>
                  <a:pt x="979" y="12842"/>
                </a:lnTo>
                <a:lnTo>
                  <a:pt x="1400" y="10389"/>
                </a:lnTo>
                <a:lnTo>
                  <a:pt x="1912" y="8448"/>
                </a:lnTo>
                <a:lnTo>
                  <a:pt x="2610" y="6555"/>
                </a:lnTo>
                <a:lnTo>
                  <a:pt x="3600" y="4237"/>
                </a:lnTo>
                <a:lnTo>
                  <a:pt x="5983" y="2957"/>
                </a:lnTo>
                <a:lnTo>
                  <a:pt x="8276" y="2017"/>
                </a:lnTo>
                <a:lnTo>
                  <a:pt x="10552" y="1330"/>
                </a:lnTo>
                <a:lnTo>
                  <a:pt x="12884" y="818"/>
                </a:lnTo>
                <a:lnTo>
                  <a:pt x="15340" y="403"/>
                </a:lnTo>
                <a:lnTo>
                  <a:pt x="18000" y="0"/>
                </a:lnTo>
                <a:close/>
              </a:path>
            </a:pathLst>
          </a:custGeom>
          <a:solidFill>
            <a:srgbClr val="E0C9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4" name="contour_11012"/>
          <p:cNvSpPr/>
          <p:nvPr/>
        </p:nvSpPr>
        <p:spPr>
          <a:xfrm>
            <a:off x="4106226" y="6019881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9" y="511"/>
                </a:lnTo>
                <a:lnTo>
                  <a:pt x="1471" y="979"/>
                </a:lnTo>
                <a:lnTo>
                  <a:pt x="2163" y="1444"/>
                </a:lnTo>
                <a:lnTo>
                  <a:pt x="2908" y="1937"/>
                </a:lnTo>
                <a:lnTo>
                  <a:pt x="3758" y="2506"/>
                </a:lnTo>
                <a:lnTo>
                  <a:pt x="4782" y="3186"/>
                </a:lnTo>
                <a:lnTo>
                  <a:pt x="6029" y="4021"/>
                </a:lnTo>
                <a:lnTo>
                  <a:pt x="7565" y="5044"/>
                </a:lnTo>
                <a:lnTo>
                  <a:pt x="9445" y="6296"/>
                </a:lnTo>
                <a:lnTo>
                  <a:pt x="11729" y="7819"/>
                </a:lnTo>
                <a:lnTo>
                  <a:pt x="14477" y="9652"/>
                </a:lnTo>
                <a:lnTo>
                  <a:pt x="17747" y="11833"/>
                </a:lnTo>
                <a:lnTo>
                  <a:pt x="21600" y="14400"/>
                </a:lnTo>
                <a:lnTo>
                  <a:pt x="20930" y="16182"/>
                </a:lnTo>
                <a:lnTo>
                  <a:pt x="20261" y="17971"/>
                </a:lnTo>
                <a:lnTo>
                  <a:pt x="19583" y="19775"/>
                </a:lnTo>
                <a:lnTo>
                  <a:pt x="18900" y="21600"/>
                </a:lnTo>
                <a:lnTo>
                  <a:pt x="17023" y="21560"/>
                </a:lnTo>
                <a:lnTo>
                  <a:pt x="15611" y="21496"/>
                </a:lnTo>
                <a:lnTo>
                  <a:pt x="14399" y="21370"/>
                </a:lnTo>
                <a:lnTo>
                  <a:pt x="13119" y="21146"/>
                </a:lnTo>
                <a:lnTo>
                  <a:pt x="11502" y="20783"/>
                </a:lnTo>
                <a:lnTo>
                  <a:pt x="9283" y="20250"/>
                </a:lnTo>
                <a:lnTo>
                  <a:pt x="7549" y="19850"/>
                </a:lnTo>
                <a:lnTo>
                  <a:pt x="5805" y="19447"/>
                </a:lnTo>
                <a:lnTo>
                  <a:pt x="4039" y="19040"/>
                </a:lnTo>
                <a:lnTo>
                  <a:pt x="2705" y="18698"/>
                </a:lnTo>
                <a:lnTo>
                  <a:pt x="1361" y="18349"/>
                </a:lnTo>
                <a:lnTo>
                  <a:pt x="0" y="18000"/>
                </a:lnTo>
                <a:lnTo>
                  <a:pt x="0" y="15430"/>
                </a:lnTo>
                <a:lnTo>
                  <a:pt x="0" y="12856"/>
                </a:lnTo>
                <a:lnTo>
                  <a:pt x="0" y="10285"/>
                </a:lnTo>
                <a:lnTo>
                  <a:pt x="0" y="7715"/>
                </a:lnTo>
                <a:lnTo>
                  <a:pt x="0" y="5144"/>
                </a:lnTo>
                <a:lnTo>
                  <a:pt x="0" y="2570"/>
                </a:lnTo>
                <a:lnTo>
                  <a:pt x="0" y="0"/>
                </a:lnTo>
                <a:close/>
              </a:path>
            </a:pathLst>
          </a:custGeom>
          <a:solidFill>
            <a:srgbClr val="6162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5" name="contour_11013"/>
          <p:cNvSpPr/>
          <p:nvPr/>
        </p:nvSpPr>
        <p:spPr>
          <a:xfrm>
            <a:off x="7101590" y="5991392"/>
            <a:ext cx="102032" cy="371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33" y="411"/>
                </a:moveTo>
                <a:lnTo>
                  <a:pt x="7901" y="1547"/>
                </a:lnTo>
                <a:lnTo>
                  <a:pt x="8574" y="2692"/>
                </a:lnTo>
                <a:lnTo>
                  <a:pt x="9257" y="3853"/>
                </a:lnTo>
                <a:lnTo>
                  <a:pt x="9257" y="6650"/>
                </a:lnTo>
                <a:lnTo>
                  <a:pt x="9257" y="9473"/>
                </a:lnTo>
                <a:lnTo>
                  <a:pt x="9257" y="12330"/>
                </a:lnTo>
                <a:lnTo>
                  <a:pt x="10275" y="12678"/>
                </a:lnTo>
                <a:lnTo>
                  <a:pt x="11294" y="13030"/>
                </a:lnTo>
                <a:lnTo>
                  <a:pt x="12314" y="13381"/>
                </a:lnTo>
                <a:lnTo>
                  <a:pt x="13333" y="13729"/>
                </a:lnTo>
                <a:lnTo>
                  <a:pt x="14356" y="14081"/>
                </a:lnTo>
                <a:lnTo>
                  <a:pt x="15382" y="14432"/>
                </a:lnTo>
                <a:lnTo>
                  <a:pt x="16408" y="14784"/>
                </a:lnTo>
                <a:lnTo>
                  <a:pt x="17439" y="15140"/>
                </a:lnTo>
                <a:lnTo>
                  <a:pt x="18473" y="15492"/>
                </a:lnTo>
                <a:lnTo>
                  <a:pt x="19511" y="15848"/>
                </a:lnTo>
                <a:lnTo>
                  <a:pt x="20552" y="16208"/>
                </a:lnTo>
                <a:lnTo>
                  <a:pt x="21600" y="16569"/>
                </a:lnTo>
                <a:lnTo>
                  <a:pt x="21600" y="18671"/>
                </a:lnTo>
                <a:lnTo>
                  <a:pt x="21600" y="20807"/>
                </a:lnTo>
                <a:lnTo>
                  <a:pt x="19449" y="21036"/>
                </a:lnTo>
                <a:lnTo>
                  <a:pt x="17510" y="21235"/>
                </a:lnTo>
                <a:lnTo>
                  <a:pt x="15763" y="21397"/>
                </a:lnTo>
                <a:lnTo>
                  <a:pt x="14194" y="21515"/>
                </a:lnTo>
                <a:lnTo>
                  <a:pt x="12787" y="21587"/>
                </a:lnTo>
                <a:lnTo>
                  <a:pt x="11525" y="21600"/>
                </a:lnTo>
                <a:lnTo>
                  <a:pt x="10391" y="21549"/>
                </a:lnTo>
                <a:lnTo>
                  <a:pt x="9370" y="21430"/>
                </a:lnTo>
                <a:lnTo>
                  <a:pt x="8444" y="21240"/>
                </a:lnTo>
                <a:lnTo>
                  <a:pt x="7600" y="20964"/>
                </a:lnTo>
                <a:lnTo>
                  <a:pt x="6819" y="20600"/>
                </a:lnTo>
                <a:lnTo>
                  <a:pt x="6087" y="20142"/>
                </a:lnTo>
                <a:lnTo>
                  <a:pt x="5385" y="19587"/>
                </a:lnTo>
                <a:lnTo>
                  <a:pt x="4700" y="18921"/>
                </a:lnTo>
                <a:lnTo>
                  <a:pt x="4011" y="18141"/>
                </a:lnTo>
                <a:lnTo>
                  <a:pt x="3308" y="17243"/>
                </a:lnTo>
                <a:lnTo>
                  <a:pt x="2572" y="16221"/>
                </a:lnTo>
                <a:lnTo>
                  <a:pt x="1785" y="15064"/>
                </a:lnTo>
                <a:lnTo>
                  <a:pt x="933" y="13767"/>
                </a:lnTo>
                <a:lnTo>
                  <a:pt x="0" y="12330"/>
                </a:lnTo>
                <a:lnTo>
                  <a:pt x="1248" y="8045"/>
                </a:lnTo>
                <a:lnTo>
                  <a:pt x="2229" y="4841"/>
                </a:lnTo>
                <a:lnTo>
                  <a:pt x="3027" y="2573"/>
                </a:lnTo>
                <a:lnTo>
                  <a:pt x="3726" y="1102"/>
                </a:lnTo>
                <a:lnTo>
                  <a:pt x="4413" y="292"/>
                </a:lnTo>
                <a:lnTo>
                  <a:pt x="5169" y="0"/>
                </a:lnTo>
                <a:lnTo>
                  <a:pt x="6080" y="85"/>
                </a:lnTo>
                <a:lnTo>
                  <a:pt x="7233" y="411"/>
                </a:lnTo>
                <a:close/>
              </a:path>
            </a:pathLst>
          </a:custGeom>
          <a:solidFill>
            <a:srgbClr val="E4E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6" name="contour_11014"/>
          <p:cNvSpPr/>
          <p:nvPr/>
        </p:nvSpPr>
        <p:spPr>
          <a:xfrm>
            <a:off x="11459809" y="6003483"/>
            <a:ext cx="51016" cy="45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0"/>
                </a:moveTo>
                <a:lnTo>
                  <a:pt x="16086" y="214"/>
                </a:lnTo>
                <a:lnTo>
                  <a:pt x="17909" y="429"/>
                </a:lnTo>
                <a:lnTo>
                  <a:pt x="19745" y="646"/>
                </a:lnTo>
                <a:lnTo>
                  <a:pt x="21600" y="864"/>
                </a:lnTo>
                <a:lnTo>
                  <a:pt x="20211" y="2730"/>
                </a:lnTo>
                <a:lnTo>
                  <a:pt x="18823" y="4596"/>
                </a:lnTo>
                <a:lnTo>
                  <a:pt x="17431" y="6466"/>
                </a:lnTo>
                <a:lnTo>
                  <a:pt x="16040" y="8339"/>
                </a:lnTo>
                <a:lnTo>
                  <a:pt x="14642" y="10216"/>
                </a:lnTo>
                <a:lnTo>
                  <a:pt x="13244" y="12096"/>
                </a:lnTo>
                <a:lnTo>
                  <a:pt x="11840" y="13980"/>
                </a:lnTo>
                <a:lnTo>
                  <a:pt x="10433" y="15873"/>
                </a:lnTo>
                <a:lnTo>
                  <a:pt x="9020" y="17774"/>
                </a:lnTo>
                <a:lnTo>
                  <a:pt x="7597" y="19682"/>
                </a:lnTo>
                <a:lnTo>
                  <a:pt x="6171" y="21600"/>
                </a:lnTo>
                <a:lnTo>
                  <a:pt x="4644" y="19889"/>
                </a:lnTo>
                <a:lnTo>
                  <a:pt x="3107" y="18172"/>
                </a:lnTo>
                <a:lnTo>
                  <a:pt x="1564" y="16440"/>
                </a:lnTo>
                <a:lnTo>
                  <a:pt x="0" y="14688"/>
                </a:lnTo>
                <a:lnTo>
                  <a:pt x="352" y="11502"/>
                </a:lnTo>
                <a:lnTo>
                  <a:pt x="1021" y="8723"/>
                </a:lnTo>
                <a:lnTo>
                  <a:pt x="2012" y="6345"/>
                </a:lnTo>
                <a:lnTo>
                  <a:pt x="3308" y="4358"/>
                </a:lnTo>
                <a:lnTo>
                  <a:pt x="4912" y="2751"/>
                </a:lnTo>
                <a:lnTo>
                  <a:pt x="6816" y="1521"/>
                </a:lnTo>
                <a:lnTo>
                  <a:pt x="9013" y="660"/>
                </a:lnTo>
                <a:lnTo>
                  <a:pt x="11500" y="156"/>
                </a:lnTo>
                <a:lnTo>
                  <a:pt x="14271" y="0"/>
                </a:lnTo>
                <a:close/>
              </a:path>
            </a:pathLst>
          </a:custGeom>
          <a:solidFill>
            <a:srgbClr val="C1D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7" name="contour_11015"/>
          <p:cNvSpPr/>
          <p:nvPr/>
        </p:nvSpPr>
        <p:spPr>
          <a:xfrm>
            <a:off x="4273850" y="600530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446"/>
                </a:lnTo>
                <a:lnTo>
                  <a:pt x="8057" y="893"/>
                </a:lnTo>
                <a:lnTo>
                  <a:pt x="10292" y="1339"/>
                </a:lnTo>
                <a:lnTo>
                  <a:pt x="12532" y="1786"/>
                </a:lnTo>
                <a:lnTo>
                  <a:pt x="14782" y="2236"/>
                </a:lnTo>
                <a:lnTo>
                  <a:pt x="17042" y="2689"/>
                </a:lnTo>
                <a:lnTo>
                  <a:pt x="19314" y="3143"/>
                </a:lnTo>
                <a:lnTo>
                  <a:pt x="21600" y="3600"/>
                </a:lnTo>
                <a:lnTo>
                  <a:pt x="21154" y="5828"/>
                </a:lnTo>
                <a:lnTo>
                  <a:pt x="20707" y="8057"/>
                </a:lnTo>
                <a:lnTo>
                  <a:pt x="20261" y="10292"/>
                </a:lnTo>
                <a:lnTo>
                  <a:pt x="19814" y="12532"/>
                </a:lnTo>
                <a:lnTo>
                  <a:pt x="19364" y="14782"/>
                </a:lnTo>
                <a:lnTo>
                  <a:pt x="18911" y="17042"/>
                </a:lnTo>
                <a:lnTo>
                  <a:pt x="18457" y="19314"/>
                </a:lnTo>
                <a:lnTo>
                  <a:pt x="18000" y="21600"/>
                </a:lnTo>
                <a:lnTo>
                  <a:pt x="16992" y="21197"/>
                </a:lnTo>
                <a:lnTo>
                  <a:pt x="16049" y="20819"/>
                </a:lnTo>
                <a:lnTo>
                  <a:pt x="14962" y="20387"/>
                </a:lnTo>
                <a:lnTo>
                  <a:pt x="13522" y="19811"/>
                </a:lnTo>
                <a:lnTo>
                  <a:pt x="11516" y="19008"/>
                </a:lnTo>
                <a:lnTo>
                  <a:pt x="8737" y="17896"/>
                </a:lnTo>
                <a:lnTo>
                  <a:pt x="4968" y="16387"/>
                </a:lnTo>
                <a:lnTo>
                  <a:pt x="0" y="14400"/>
                </a:lnTo>
                <a:lnTo>
                  <a:pt x="594" y="12024"/>
                </a:lnTo>
                <a:lnTo>
                  <a:pt x="1188" y="9644"/>
                </a:lnTo>
                <a:lnTo>
                  <a:pt x="1786" y="7254"/>
                </a:lnTo>
                <a:lnTo>
                  <a:pt x="2387" y="4853"/>
                </a:lnTo>
                <a:lnTo>
                  <a:pt x="2992" y="2437"/>
                </a:lnTo>
                <a:lnTo>
                  <a:pt x="3600" y="0"/>
                </a:lnTo>
                <a:close/>
              </a:path>
            </a:pathLst>
          </a:custGeom>
          <a:solidFill>
            <a:srgbClr val="4C4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8" name="contour_11016"/>
          <p:cNvSpPr/>
          <p:nvPr/>
        </p:nvSpPr>
        <p:spPr>
          <a:xfrm>
            <a:off x="1613733" y="5998309"/>
            <a:ext cx="72880" cy="361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71" y="1306"/>
                </a:moveTo>
                <a:lnTo>
                  <a:pt x="16403" y="2595"/>
                </a:lnTo>
                <a:lnTo>
                  <a:pt x="17550" y="3911"/>
                </a:lnTo>
                <a:lnTo>
                  <a:pt x="18697" y="5182"/>
                </a:lnTo>
                <a:lnTo>
                  <a:pt x="19861" y="6480"/>
                </a:lnTo>
                <a:lnTo>
                  <a:pt x="20725" y="7499"/>
                </a:lnTo>
                <a:lnTo>
                  <a:pt x="21600" y="8535"/>
                </a:lnTo>
                <a:lnTo>
                  <a:pt x="20339" y="10613"/>
                </a:lnTo>
                <a:lnTo>
                  <a:pt x="19049" y="12424"/>
                </a:lnTo>
                <a:lnTo>
                  <a:pt x="17731" y="13988"/>
                </a:lnTo>
                <a:lnTo>
                  <a:pt x="16386" y="15333"/>
                </a:lnTo>
                <a:lnTo>
                  <a:pt x="15012" y="16474"/>
                </a:lnTo>
                <a:lnTo>
                  <a:pt x="13614" y="17437"/>
                </a:lnTo>
                <a:lnTo>
                  <a:pt x="12191" y="18242"/>
                </a:lnTo>
                <a:lnTo>
                  <a:pt x="10744" y="18913"/>
                </a:lnTo>
                <a:lnTo>
                  <a:pt x="9275" y="19466"/>
                </a:lnTo>
                <a:lnTo>
                  <a:pt x="7780" y="19928"/>
                </a:lnTo>
                <a:lnTo>
                  <a:pt x="6266" y="20315"/>
                </a:lnTo>
                <a:lnTo>
                  <a:pt x="4728" y="20659"/>
                </a:lnTo>
                <a:lnTo>
                  <a:pt x="3173" y="20969"/>
                </a:lnTo>
                <a:lnTo>
                  <a:pt x="1596" y="21278"/>
                </a:lnTo>
                <a:lnTo>
                  <a:pt x="0" y="21600"/>
                </a:lnTo>
                <a:lnTo>
                  <a:pt x="1009" y="19484"/>
                </a:lnTo>
                <a:lnTo>
                  <a:pt x="2020" y="17371"/>
                </a:lnTo>
                <a:lnTo>
                  <a:pt x="3035" y="15264"/>
                </a:lnTo>
                <a:lnTo>
                  <a:pt x="4050" y="13165"/>
                </a:lnTo>
                <a:lnTo>
                  <a:pt x="4804" y="11593"/>
                </a:lnTo>
                <a:lnTo>
                  <a:pt x="5560" y="10016"/>
                </a:lnTo>
                <a:lnTo>
                  <a:pt x="6327" y="8418"/>
                </a:lnTo>
                <a:lnTo>
                  <a:pt x="8260" y="4899"/>
                </a:lnTo>
                <a:lnTo>
                  <a:pt x="9716" y="2426"/>
                </a:lnTo>
                <a:lnTo>
                  <a:pt x="10845" y="867"/>
                </a:lnTo>
                <a:lnTo>
                  <a:pt x="11811" y="100"/>
                </a:lnTo>
                <a:lnTo>
                  <a:pt x="12766" y="0"/>
                </a:lnTo>
                <a:lnTo>
                  <a:pt x="13867" y="444"/>
                </a:lnTo>
                <a:lnTo>
                  <a:pt x="15271" y="1306"/>
                </a:lnTo>
                <a:close/>
              </a:path>
            </a:pathLst>
          </a:custGeom>
          <a:solidFill>
            <a:srgbClr val="ABAF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19" name="contour_11017"/>
          <p:cNvSpPr/>
          <p:nvPr/>
        </p:nvSpPr>
        <p:spPr>
          <a:xfrm>
            <a:off x="739174" y="5954289"/>
            <a:ext cx="658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33" y="639"/>
                </a:lnTo>
                <a:lnTo>
                  <a:pt x="5946" y="1182"/>
                </a:lnTo>
                <a:lnTo>
                  <a:pt x="8208" y="1654"/>
                </a:lnTo>
                <a:lnTo>
                  <a:pt x="10083" y="2077"/>
                </a:lnTo>
                <a:lnTo>
                  <a:pt x="11637" y="2465"/>
                </a:lnTo>
                <a:lnTo>
                  <a:pt x="12938" y="2848"/>
                </a:lnTo>
                <a:lnTo>
                  <a:pt x="14049" y="3246"/>
                </a:lnTo>
                <a:lnTo>
                  <a:pt x="15042" y="3675"/>
                </a:lnTo>
                <a:lnTo>
                  <a:pt x="15979" y="4163"/>
                </a:lnTo>
                <a:lnTo>
                  <a:pt x="16928" y="4727"/>
                </a:lnTo>
                <a:lnTo>
                  <a:pt x="17956" y="5388"/>
                </a:lnTo>
                <a:lnTo>
                  <a:pt x="19128" y="6171"/>
                </a:lnTo>
                <a:lnTo>
                  <a:pt x="19931" y="8063"/>
                </a:lnTo>
                <a:lnTo>
                  <a:pt x="20555" y="9914"/>
                </a:lnTo>
                <a:lnTo>
                  <a:pt x="21014" y="11747"/>
                </a:lnTo>
                <a:lnTo>
                  <a:pt x="21330" y="13589"/>
                </a:lnTo>
                <a:lnTo>
                  <a:pt x="21519" y="15469"/>
                </a:lnTo>
                <a:lnTo>
                  <a:pt x="21600" y="17413"/>
                </a:lnTo>
                <a:lnTo>
                  <a:pt x="21595" y="19449"/>
                </a:lnTo>
                <a:lnTo>
                  <a:pt x="21519" y="21600"/>
                </a:lnTo>
                <a:lnTo>
                  <a:pt x="20029" y="20668"/>
                </a:lnTo>
                <a:lnTo>
                  <a:pt x="18544" y="19730"/>
                </a:lnTo>
                <a:lnTo>
                  <a:pt x="17064" y="18780"/>
                </a:lnTo>
                <a:lnTo>
                  <a:pt x="15589" y="17820"/>
                </a:lnTo>
                <a:lnTo>
                  <a:pt x="14119" y="16851"/>
                </a:lnTo>
                <a:lnTo>
                  <a:pt x="12651" y="15873"/>
                </a:lnTo>
                <a:lnTo>
                  <a:pt x="11187" y="14882"/>
                </a:lnTo>
                <a:lnTo>
                  <a:pt x="9729" y="13880"/>
                </a:lnTo>
                <a:lnTo>
                  <a:pt x="8275" y="12864"/>
                </a:lnTo>
                <a:lnTo>
                  <a:pt x="6826" y="11840"/>
                </a:lnTo>
                <a:lnTo>
                  <a:pt x="5380" y="10800"/>
                </a:lnTo>
                <a:lnTo>
                  <a:pt x="4356" y="10069"/>
                </a:lnTo>
                <a:lnTo>
                  <a:pt x="3323" y="9331"/>
                </a:lnTo>
                <a:lnTo>
                  <a:pt x="2279" y="8581"/>
                </a:lnTo>
                <a:lnTo>
                  <a:pt x="1148" y="7387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A8AF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0" name="contour_11018"/>
          <p:cNvSpPr/>
          <p:nvPr/>
        </p:nvSpPr>
        <p:spPr>
          <a:xfrm>
            <a:off x="870358" y="5932425"/>
            <a:ext cx="44398" cy="89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28" y="0"/>
                </a:moveTo>
                <a:lnTo>
                  <a:pt x="19487" y="0"/>
                </a:lnTo>
                <a:lnTo>
                  <a:pt x="21274" y="0"/>
                </a:lnTo>
                <a:lnTo>
                  <a:pt x="21313" y="1087"/>
                </a:lnTo>
                <a:lnTo>
                  <a:pt x="21348" y="2173"/>
                </a:lnTo>
                <a:lnTo>
                  <a:pt x="21384" y="3260"/>
                </a:lnTo>
                <a:lnTo>
                  <a:pt x="21416" y="4347"/>
                </a:lnTo>
                <a:lnTo>
                  <a:pt x="21444" y="5434"/>
                </a:lnTo>
                <a:lnTo>
                  <a:pt x="21469" y="6520"/>
                </a:lnTo>
                <a:lnTo>
                  <a:pt x="21494" y="7607"/>
                </a:lnTo>
                <a:lnTo>
                  <a:pt x="21540" y="8680"/>
                </a:lnTo>
                <a:lnTo>
                  <a:pt x="21586" y="9768"/>
                </a:lnTo>
                <a:lnTo>
                  <a:pt x="21600" y="10976"/>
                </a:lnTo>
                <a:lnTo>
                  <a:pt x="21593" y="12162"/>
                </a:lnTo>
                <a:lnTo>
                  <a:pt x="21533" y="13330"/>
                </a:lnTo>
                <a:lnTo>
                  <a:pt x="21401" y="14482"/>
                </a:lnTo>
                <a:lnTo>
                  <a:pt x="21171" y="15618"/>
                </a:lnTo>
                <a:lnTo>
                  <a:pt x="20820" y="16743"/>
                </a:lnTo>
                <a:lnTo>
                  <a:pt x="20324" y="17858"/>
                </a:lnTo>
                <a:lnTo>
                  <a:pt x="19661" y="18966"/>
                </a:lnTo>
                <a:lnTo>
                  <a:pt x="18802" y="20069"/>
                </a:lnTo>
                <a:lnTo>
                  <a:pt x="17728" y="21170"/>
                </a:lnTo>
                <a:lnTo>
                  <a:pt x="15211" y="21466"/>
                </a:lnTo>
                <a:lnTo>
                  <a:pt x="13427" y="21598"/>
                </a:lnTo>
                <a:lnTo>
                  <a:pt x="11520" y="21600"/>
                </a:lnTo>
                <a:lnTo>
                  <a:pt x="8644" y="21501"/>
                </a:lnTo>
                <a:lnTo>
                  <a:pt x="7428" y="21464"/>
                </a:lnTo>
                <a:lnTo>
                  <a:pt x="3755" y="21355"/>
                </a:lnTo>
                <a:lnTo>
                  <a:pt x="1890" y="21263"/>
                </a:lnTo>
                <a:lnTo>
                  <a:pt x="0" y="21170"/>
                </a:lnTo>
                <a:lnTo>
                  <a:pt x="1479" y="20427"/>
                </a:lnTo>
                <a:lnTo>
                  <a:pt x="2978" y="19674"/>
                </a:lnTo>
                <a:lnTo>
                  <a:pt x="4872" y="18592"/>
                </a:lnTo>
                <a:lnTo>
                  <a:pt x="6591" y="17523"/>
                </a:lnTo>
                <a:lnTo>
                  <a:pt x="8151" y="16465"/>
                </a:lnTo>
                <a:lnTo>
                  <a:pt x="9555" y="15411"/>
                </a:lnTo>
                <a:lnTo>
                  <a:pt x="10818" y="14358"/>
                </a:lnTo>
                <a:lnTo>
                  <a:pt x="11938" y="13300"/>
                </a:lnTo>
                <a:lnTo>
                  <a:pt x="12934" y="12232"/>
                </a:lnTo>
                <a:lnTo>
                  <a:pt x="13810" y="11151"/>
                </a:lnTo>
                <a:lnTo>
                  <a:pt x="14573" y="10050"/>
                </a:lnTo>
                <a:lnTo>
                  <a:pt x="15236" y="8926"/>
                </a:lnTo>
                <a:lnTo>
                  <a:pt x="15803" y="7773"/>
                </a:lnTo>
                <a:lnTo>
                  <a:pt x="16289" y="6587"/>
                </a:lnTo>
                <a:lnTo>
                  <a:pt x="16696" y="5365"/>
                </a:lnTo>
                <a:lnTo>
                  <a:pt x="17033" y="4100"/>
                </a:lnTo>
                <a:lnTo>
                  <a:pt x="17313" y="2786"/>
                </a:lnTo>
                <a:lnTo>
                  <a:pt x="17540" y="1422"/>
                </a:lnTo>
                <a:lnTo>
                  <a:pt x="17728" y="0"/>
                </a:lnTo>
                <a:close/>
              </a:path>
            </a:pathLst>
          </a:custGeom>
          <a:solidFill>
            <a:srgbClr val="896F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1" name="contour_11019"/>
          <p:cNvSpPr/>
          <p:nvPr/>
        </p:nvSpPr>
        <p:spPr>
          <a:xfrm>
            <a:off x="4893329" y="5939713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49" y="570"/>
                </a:lnTo>
                <a:lnTo>
                  <a:pt x="4938" y="1145"/>
                </a:lnTo>
                <a:lnTo>
                  <a:pt x="6327" y="1719"/>
                </a:lnTo>
                <a:lnTo>
                  <a:pt x="7716" y="2298"/>
                </a:lnTo>
                <a:lnTo>
                  <a:pt x="9104" y="2881"/>
                </a:lnTo>
                <a:lnTo>
                  <a:pt x="10493" y="3465"/>
                </a:lnTo>
                <a:lnTo>
                  <a:pt x="11880" y="4052"/>
                </a:lnTo>
                <a:lnTo>
                  <a:pt x="13275" y="4618"/>
                </a:lnTo>
                <a:lnTo>
                  <a:pt x="14690" y="5188"/>
                </a:lnTo>
                <a:lnTo>
                  <a:pt x="16010" y="5754"/>
                </a:lnTo>
                <a:lnTo>
                  <a:pt x="17347" y="6329"/>
                </a:lnTo>
                <a:lnTo>
                  <a:pt x="18572" y="6839"/>
                </a:lnTo>
                <a:lnTo>
                  <a:pt x="19816" y="7357"/>
                </a:lnTo>
                <a:lnTo>
                  <a:pt x="20701" y="7992"/>
                </a:lnTo>
                <a:lnTo>
                  <a:pt x="21600" y="8640"/>
                </a:lnTo>
                <a:lnTo>
                  <a:pt x="21600" y="10783"/>
                </a:lnTo>
                <a:lnTo>
                  <a:pt x="21600" y="12960"/>
                </a:lnTo>
                <a:lnTo>
                  <a:pt x="20410" y="13716"/>
                </a:lnTo>
                <a:lnTo>
                  <a:pt x="19522" y="14213"/>
                </a:lnTo>
                <a:lnTo>
                  <a:pt x="18492" y="14658"/>
                </a:lnTo>
                <a:lnTo>
                  <a:pt x="16874" y="15271"/>
                </a:lnTo>
                <a:lnTo>
                  <a:pt x="16140" y="15556"/>
                </a:lnTo>
                <a:lnTo>
                  <a:pt x="13921" y="16412"/>
                </a:lnTo>
                <a:lnTo>
                  <a:pt x="12889" y="16788"/>
                </a:lnTo>
                <a:lnTo>
                  <a:pt x="11852" y="17168"/>
                </a:lnTo>
                <a:lnTo>
                  <a:pt x="10800" y="17548"/>
                </a:lnTo>
                <a:lnTo>
                  <a:pt x="9768" y="17941"/>
                </a:lnTo>
                <a:lnTo>
                  <a:pt x="8731" y="18338"/>
                </a:lnTo>
                <a:lnTo>
                  <a:pt x="7679" y="18740"/>
                </a:lnTo>
                <a:lnTo>
                  <a:pt x="6400" y="19224"/>
                </a:lnTo>
                <a:lnTo>
                  <a:pt x="5119" y="19704"/>
                </a:lnTo>
                <a:lnTo>
                  <a:pt x="3840" y="20183"/>
                </a:lnTo>
                <a:lnTo>
                  <a:pt x="2560" y="20654"/>
                </a:lnTo>
                <a:lnTo>
                  <a:pt x="1281" y="21129"/>
                </a:lnTo>
                <a:lnTo>
                  <a:pt x="0" y="21600"/>
                </a:lnTo>
                <a:lnTo>
                  <a:pt x="268" y="18926"/>
                </a:lnTo>
                <a:lnTo>
                  <a:pt x="536" y="16252"/>
                </a:lnTo>
                <a:lnTo>
                  <a:pt x="804" y="13569"/>
                </a:lnTo>
                <a:lnTo>
                  <a:pt x="1071" y="10882"/>
                </a:lnTo>
                <a:lnTo>
                  <a:pt x="1341" y="8182"/>
                </a:lnTo>
                <a:lnTo>
                  <a:pt x="1614" y="5469"/>
                </a:lnTo>
                <a:lnTo>
                  <a:pt x="1886" y="2743"/>
                </a:lnTo>
                <a:lnTo>
                  <a:pt x="2160" y="0"/>
                </a:lnTo>
                <a:close/>
              </a:path>
            </a:pathLst>
          </a:custGeom>
          <a:solidFill>
            <a:srgbClr val="D4D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2" name="contour_11020"/>
          <p:cNvSpPr/>
          <p:nvPr/>
        </p:nvSpPr>
        <p:spPr>
          <a:xfrm>
            <a:off x="935950" y="5947154"/>
            <a:ext cx="58304" cy="36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45" y="9"/>
                </a:moveTo>
                <a:lnTo>
                  <a:pt x="13586" y="768"/>
                </a:lnTo>
                <a:lnTo>
                  <a:pt x="15358" y="1536"/>
                </a:lnTo>
                <a:lnTo>
                  <a:pt x="17131" y="2260"/>
                </a:lnTo>
                <a:lnTo>
                  <a:pt x="18932" y="2993"/>
                </a:lnTo>
                <a:lnTo>
                  <a:pt x="19594" y="3306"/>
                </a:lnTo>
                <a:lnTo>
                  <a:pt x="21600" y="4247"/>
                </a:lnTo>
                <a:lnTo>
                  <a:pt x="21155" y="7115"/>
                </a:lnTo>
                <a:lnTo>
                  <a:pt x="20706" y="9982"/>
                </a:lnTo>
                <a:lnTo>
                  <a:pt x="20258" y="12858"/>
                </a:lnTo>
                <a:lnTo>
                  <a:pt x="19810" y="15752"/>
                </a:lnTo>
                <a:lnTo>
                  <a:pt x="19356" y="18667"/>
                </a:lnTo>
                <a:lnTo>
                  <a:pt x="18900" y="21600"/>
                </a:lnTo>
                <a:lnTo>
                  <a:pt x="17199" y="20429"/>
                </a:lnTo>
                <a:lnTo>
                  <a:pt x="15495" y="19257"/>
                </a:lnTo>
                <a:lnTo>
                  <a:pt x="13792" y="18086"/>
                </a:lnTo>
                <a:lnTo>
                  <a:pt x="12085" y="16910"/>
                </a:lnTo>
                <a:lnTo>
                  <a:pt x="10376" y="15735"/>
                </a:lnTo>
                <a:lnTo>
                  <a:pt x="8662" y="14555"/>
                </a:lnTo>
                <a:lnTo>
                  <a:pt x="6944" y="13370"/>
                </a:lnTo>
                <a:lnTo>
                  <a:pt x="5219" y="12182"/>
                </a:lnTo>
                <a:lnTo>
                  <a:pt x="3486" y="10989"/>
                </a:lnTo>
                <a:lnTo>
                  <a:pt x="1747" y="9791"/>
                </a:lnTo>
                <a:lnTo>
                  <a:pt x="0" y="8585"/>
                </a:lnTo>
                <a:lnTo>
                  <a:pt x="3011" y="5375"/>
                </a:lnTo>
                <a:lnTo>
                  <a:pt x="5235" y="3076"/>
                </a:lnTo>
                <a:lnTo>
                  <a:pt x="6882" y="1536"/>
                </a:lnTo>
                <a:lnTo>
                  <a:pt x="8159" y="612"/>
                </a:lnTo>
                <a:lnTo>
                  <a:pt x="9275" y="147"/>
                </a:lnTo>
                <a:lnTo>
                  <a:pt x="10433" y="0"/>
                </a:lnTo>
                <a:lnTo>
                  <a:pt x="11845" y="9"/>
                </a:lnTo>
                <a:close/>
              </a:path>
            </a:pathLst>
          </a:custGeom>
          <a:solidFill>
            <a:srgbClr val="9399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3" name="contour_11021"/>
          <p:cNvSpPr/>
          <p:nvPr/>
        </p:nvSpPr>
        <p:spPr>
          <a:xfrm>
            <a:off x="10825747" y="5930603"/>
            <a:ext cx="58304" cy="38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85" y="0"/>
                </a:moveTo>
                <a:lnTo>
                  <a:pt x="11445" y="53"/>
                </a:lnTo>
                <a:lnTo>
                  <a:pt x="12887" y="177"/>
                </a:lnTo>
                <a:lnTo>
                  <a:pt x="14256" y="469"/>
                </a:lnTo>
                <a:lnTo>
                  <a:pt x="16200" y="1029"/>
                </a:lnTo>
                <a:lnTo>
                  <a:pt x="17704" y="3658"/>
                </a:lnTo>
                <a:lnTo>
                  <a:pt x="18765" y="5600"/>
                </a:lnTo>
                <a:lnTo>
                  <a:pt x="19534" y="7200"/>
                </a:lnTo>
                <a:lnTo>
                  <a:pt x="20164" y="8800"/>
                </a:lnTo>
                <a:lnTo>
                  <a:pt x="20803" y="10742"/>
                </a:lnTo>
                <a:lnTo>
                  <a:pt x="21600" y="13371"/>
                </a:lnTo>
                <a:lnTo>
                  <a:pt x="20917" y="13297"/>
                </a:lnTo>
                <a:lnTo>
                  <a:pt x="18838" y="13083"/>
                </a:lnTo>
                <a:lnTo>
                  <a:pt x="15544" y="12890"/>
                </a:lnTo>
                <a:lnTo>
                  <a:pt x="13014" y="12804"/>
                </a:lnTo>
                <a:lnTo>
                  <a:pt x="11084" y="12882"/>
                </a:lnTo>
                <a:lnTo>
                  <a:pt x="9585" y="13170"/>
                </a:lnTo>
                <a:lnTo>
                  <a:pt x="8351" y="13725"/>
                </a:lnTo>
                <a:lnTo>
                  <a:pt x="7214" y="14593"/>
                </a:lnTo>
                <a:lnTo>
                  <a:pt x="6005" y="15832"/>
                </a:lnTo>
                <a:lnTo>
                  <a:pt x="4560" y="17486"/>
                </a:lnTo>
                <a:lnTo>
                  <a:pt x="3637" y="19526"/>
                </a:lnTo>
                <a:lnTo>
                  <a:pt x="2700" y="21600"/>
                </a:lnTo>
                <a:lnTo>
                  <a:pt x="2184" y="18946"/>
                </a:lnTo>
                <a:lnTo>
                  <a:pt x="1679" y="16288"/>
                </a:lnTo>
                <a:lnTo>
                  <a:pt x="1185" y="13627"/>
                </a:lnTo>
                <a:lnTo>
                  <a:pt x="972" y="12516"/>
                </a:lnTo>
                <a:lnTo>
                  <a:pt x="329" y="9146"/>
                </a:lnTo>
                <a:lnTo>
                  <a:pt x="167" y="7159"/>
                </a:lnTo>
                <a:lnTo>
                  <a:pt x="0" y="5143"/>
                </a:lnTo>
                <a:lnTo>
                  <a:pt x="1528" y="3012"/>
                </a:lnTo>
                <a:lnTo>
                  <a:pt x="2865" y="1605"/>
                </a:lnTo>
                <a:lnTo>
                  <a:pt x="4161" y="757"/>
                </a:lnTo>
                <a:lnTo>
                  <a:pt x="5565" y="317"/>
                </a:lnTo>
                <a:lnTo>
                  <a:pt x="7225" y="115"/>
                </a:lnTo>
                <a:lnTo>
                  <a:pt x="9285" y="0"/>
                </a:lnTo>
                <a:close/>
              </a:path>
            </a:pathLst>
          </a:custGeom>
          <a:solidFill>
            <a:srgbClr val="E3E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4" name="contour_11022"/>
          <p:cNvSpPr/>
          <p:nvPr/>
        </p:nvSpPr>
        <p:spPr>
          <a:xfrm>
            <a:off x="4448762" y="5939567"/>
            <a:ext cx="51016" cy="36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53" y="0"/>
                </a:moveTo>
                <a:lnTo>
                  <a:pt x="8751" y="473"/>
                </a:lnTo>
                <a:lnTo>
                  <a:pt x="10760" y="990"/>
                </a:lnTo>
                <a:lnTo>
                  <a:pt x="12710" y="1592"/>
                </a:lnTo>
                <a:lnTo>
                  <a:pt x="14632" y="2332"/>
                </a:lnTo>
                <a:lnTo>
                  <a:pt x="16558" y="3249"/>
                </a:lnTo>
                <a:lnTo>
                  <a:pt x="18514" y="4389"/>
                </a:lnTo>
                <a:lnTo>
                  <a:pt x="19560" y="7250"/>
                </a:lnTo>
                <a:lnTo>
                  <a:pt x="20298" y="9944"/>
                </a:lnTo>
                <a:lnTo>
                  <a:pt x="20795" y="12603"/>
                </a:lnTo>
                <a:lnTo>
                  <a:pt x="21128" y="15348"/>
                </a:lnTo>
                <a:lnTo>
                  <a:pt x="21375" y="18304"/>
                </a:lnTo>
                <a:lnTo>
                  <a:pt x="21600" y="21600"/>
                </a:lnTo>
                <a:lnTo>
                  <a:pt x="19135" y="20950"/>
                </a:lnTo>
                <a:lnTo>
                  <a:pt x="16885" y="20227"/>
                </a:lnTo>
                <a:lnTo>
                  <a:pt x="14830" y="19414"/>
                </a:lnTo>
                <a:lnTo>
                  <a:pt x="12932" y="18485"/>
                </a:lnTo>
                <a:lnTo>
                  <a:pt x="11167" y="17422"/>
                </a:lnTo>
                <a:lnTo>
                  <a:pt x="9504" y="16204"/>
                </a:lnTo>
                <a:lnTo>
                  <a:pt x="7912" y="14806"/>
                </a:lnTo>
                <a:lnTo>
                  <a:pt x="6363" y="13205"/>
                </a:lnTo>
                <a:lnTo>
                  <a:pt x="4826" y="11389"/>
                </a:lnTo>
                <a:lnTo>
                  <a:pt x="3274" y="9328"/>
                </a:lnTo>
                <a:lnTo>
                  <a:pt x="1676" y="7001"/>
                </a:lnTo>
                <a:lnTo>
                  <a:pt x="0" y="4389"/>
                </a:lnTo>
                <a:lnTo>
                  <a:pt x="1839" y="1902"/>
                </a:lnTo>
                <a:lnTo>
                  <a:pt x="3147" y="615"/>
                </a:lnTo>
                <a:lnTo>
                  <a:pt x="4542" y="120"/>
                </a:lnTo>
                <a:lnTo>
                  <a:pt x="6653" y="0"/>
                </a:lnTo>
                <a:close/>
              </a:path>
            </a:pathLst>
          </a:custGeom>
          <a:solidFill>
            <a:srgbClr val="3133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5" name="contour_11023"/>
          <p:cNvSpPr/>
          <p:nvPr/>
        </p:nvSpPr>
        <p:spPr>
          <a:xfrm>
            <a:off x="1314925" y="5917849"/>
            <a:ext cx="51016" cy="37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748"/>
                </a:lnTo>
                <a:lnTo>
                  <a:pt x="3888" y="1496"/>
                </a:lnTo>
                <a:lnTo>
                  <a:pt x="5835" y="2244"/>
                </a:lnTo>
                <a:lnTo>
                  <a:pt x="7785" y="2995"/>
                </a:lnTo>
                <a:lnTo>
                  <a:pt x="9742" y="3747"/>
                </a:lnTo>
                <a:lnTo>
                  <a:pt x="11698" y="4499"/>
                </a:lnTo>
                <a:lnTo>
                  <a:pt x="13664" y="5256"/>
                </a:lnTo>
                <a:lnTo>
                  <a:pt x="15635" y="6016"/>
                </a:lnTo>
                <a:lnTo>
                  <a:pt x="17613" y="6776"/>
                </a:lnTo>
                <a:lnTo>
                  <a:pt x="19604" y="7541"/>
                </a:lnTo>
                <a:lnTo>
                  <a:pt x="21600" y="8309"/>
                </a:lnTo>
                <a:lnTo>
                  <a:pt x="19135" y="12277"/>
                </a:lnTo>
                <a:lnTo>
                  <a:pt x="17218" y="15277"/>
                </a:lnTo>
                <a:lnTo>
                  <a:pt x="15706" y="17458"/>
                </a:lnTo>
                <a:lnTo>
                  <a:pt x="14444" y="18983"/>
                </a:lnTo>
                <a:lnTo>
                  <a:pt x="13290" y="20000"/>
                </a:lnTo>
                <a:lnTo>
                  <a:pt x="12093" y="20674"/>
                </a:lnTo>
                <a:lnTo>
                  <a:pt x="10704" y="21155"/>
                </a:lnTo>
                <a:lnTo>
                  <a:pt x="8979" y="21600"/>
                </a:lnTo>
                <a:lnTo>
                  <a:pt x="7282" y="21571"/>
                </a:lnTo>
                <a:lnTo>
                  <a:pt x="5965" y="21513"/>
                </a:lnTo>
                <a:lnTo>
                  <a:pt x="4601" y="21388"/>
                </a:lnTo>
                <a:lnTo>
                  <a:pt x="2756" y="21155"/>
                </a:lnTo>
                <a:lnTo>
                  <a:pt x="0" y="20773"/>
                </a:lnTo>
                <a:lnTo>
                  <a:pt x="0" y="17836"/>
                </a:lnTo>
                <a:lnTo>
                  <a:pt x="0" y="14894"/>
                </a:lnTo>
                <a:lnTo>
                  <a:pt x="0" y="11945"/>
                </a:lnTo>
                <a:lnTo>
                  <a:pt x="0" y="8982"/>
                </a:lnTo>
                <a:lnTo>
                  <a:pt x="0" y="6008"/>
                </a:lnTo>
                <a:lnTo>
                  <a:pt x="0" y="3016"/>
                </a:lnTo>
                <a:lnTo>
                  <a:pt x="0" y="0"/>
                </a:lnTo>
                <a:close/>
              </a:path>
            </a:pathLst>
          </a:custGeom>
          <a:solidFill>
            <a:srgbClr val="2323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6" name="contour_11024"/>
          <p:cNvSpPr/>
          <p:nvPr/>
        </p:nvSpPr>
        <p:spPr>
          <a:xfrm>
            <a:off x="1846949" y="5917849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02"/>
                </a:lnTo>
                <a:lnTo>
                  <a:pt x="6860" y="608"/>
                </a:lnTo>
                <a:lnTo>
                  <a:pt x="8618" y="1029"/>
                </a:lnTo>
                <a:lnTo>
                  <a:pt x="11340" y="1678"/>
                </a:lnTo>
                <a:lnTo>
                  <a:pt x="15509" y="2675"/>
                </a:lnTo>
                <a:lnTo>
                  <a:pt x="21600" y="4134"/>
                </a:lnTo>
                <a:lnTo>
                  <a:pt x="20948" y="9066"/>
                </a:lnTo>
                <a:lnTo>
                  <a:pt x="20425" y="12514"/>
                </a:lnTo>
                <a:lnTo>
                  <a:pt x="19920" y="14940"/>
                </a:lnTo>
                <a:lnTo>
                  <a:pt x="19306" y="16805"/>
                </a:lnTo>
                <a:lnTo>
                  <a:pt x="18468" y="18557"/>
                </a:lnTo>
                <a:lnTo>
                  <a:pt x="17280" y="20670"/>
                </a:lnTo>
                <a:lnTo>
                  <a:pt x="14282" y="21302"/>
                </a:lnTo>
                <a:lnTo>
                  <a:pt x="11478" y="21588"/>
                </a:lnTo>
                <a:lnTo>
                  <a:pt x="8761" y="21600"/>
                </a:lnTo>
                <a:lnTo>
                  <a:pt x="6018" y="21402"/>
                </a:lnTo>
                <a:lnTo>
                  <a:pt x="3132" y="21067"/>
                </a:lnTo>
                <a:lnTo>
                  <a:pt x="0" y="20670"/>
                </a:lnTo>
                <a:lnTo>
                  <a:pt x="536" y="18111"/>
                </a:lnTo>
                <a:lnTo>
                  <a:pt x="1071" y="15552"/>
                </a:lnTo>
                <a:lnTo>
                  <a:pt x="1607" y="12985"/>
                </a:lnTo>
                <a:lnTo>
                  <a:pt x="2143" y="10413"/>
                </a:lnTo>
                <a:lnTo>
                  <a:pt x="2683" y="7830"/>
                </a:lnTo>
                <a:lnTo>
                  <a:pt x="3227" y="5234"/>
                </a:lnTo>
                <a:lnTo>
                  <a:pt x="3771" y="2625"/>
                </a:lnTo>
                <a:lnTo>
                  <a:pt x="4320" y="0"/>
                </a:lnTo>
                <a:close/>
              </a:path>
            </a:pathLst>
          </a:custGeom>
          <a:solidFill>
            <a:srgbClr val="262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7" name="contour_11025"/>
          <p:cNvSpPr/>
          <p:nvPr/>
        </p:nvSpPr>
        <p:spPr>
          <a:xfrm>
            <a:off x="8034453" y="5903273"/>
            <a:ext cx="65592" cy="456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072" y="759"/>
                </a:lnTo>
                <a:lnTo>
                  <a:pt x="20542" y="1521"/>
                </a:lnTo>
                <a:lnTo>
                  <a:pt x="19810" y="2573"/>
                </a:lnTo>
                <a:lnTo>
                  <a:pt x="18674" y="4204"/>
                </a:lnTo>
                <a:lnTo>
                  <a:pt x="16939" y="6698"/>
                </a:lnTo>
                <a:lnTo>
                  <a:pt x="14400" y="10346"/>
                </a:lnTo>
                <a:lnTo>
                  <a:pt x="14400" y="12626"/>
                </a:lnTo>
                <a:lnTo>
                  <a:pt x="14400" y="14920"/>
                </a:lnTo>
                <a:lnTo>
                  <a:pt x="14400" y="17244"/>
                </a:lnTo>
                <a:lnTo>
                  <a:pt x="15826" y="18510"/>
                </a:lnTo>
                <a:lnTo>
                  <a:pt x="16800" y="19293"/>
                </a:lnTo>
                <a:lnTo>
                  <a:pt x="17774" y="19910"/>
                </a:lnTo>
                <a:lnTo>
                  <a:pt x="19200" y="20693"/>
                </a:lnTo>
                <a:lnTo>
                  <a:pt x="16440" y="21196"/>
                </a:lnTo>
                <a:lnTo>
                  <a:pt x="14501" y="21497"/>
                </a:lnTo>
                <a:lnTo>
                  <a:pt x="13114" y="21600"/>
                </a:lnTo>
                <a:lnTo>
                  <a:pt x="12012" y="21497"/>
                </a:lnTo>
                <a:lnTo>
                  <a:pt x="10930" y="21196"/>
                </a:lnTo>
                <a:lnTo>
                  <a:pt x="9600" y="20693"/>
                </a:lnTo>
                <a:lnTo>
                  <a:pt x="8940" y="17510"/>
                </a:lnTo>
                <a:lnTo>
                  <a:pt x="8532" y="15389"/>
                </a:lnTo>
                <a:lnTo>
                  <a:pt x="8302" y="13854"/>
                </a:lnTo>
                <a:lnTo>
                  <a:pt x="8179" y="12416"/>
                </a:lnTo>
                <a:lnTo>
                  <a:pt x="8090" y="10588"/>
                </a:lnTo>
                <a:lnTo>
                  <a:pt x="7740" y="9201"/>
                </a:lnTo>
                <a:lnTo>
                  <a:pt x="7356" y="8081"/>
                </a:lnTo>
                <a:lnTo>
                  <a:pt x="6799" y="7043"/>
                </a:lnTo>
                <a:lnTo>
                  <a:pt x="5926" y="5901"/>
                </a:lnTo>
                <a:lnTo>
                  <a:pt x="4596" y="4470"/>
                </a:lnTo>
                <a:lnTo>
                  <a:pt x="2669" y="2566"/>
                </a:lnTo>
                <a:lnTo>
                  <a:pt x="0" y="0"/>
                </a:lnTo>
                <a:close/>
              </a:path>
            </a:pathLst>
          </a:custGeom>
          <a:solidFill>
            <a:srgbClr val="BFA5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8" name="contour_11026"/>
          <p:cNvSpPr/>
          <p:nvPr/>
        </p:nvSpPr>
        <p:spPr>
          <a:xfrm>
            <a:off x="7078517" y="5917849"/>
            <a:ext cx="3036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178" y="21600"/>
                </a:lnTo>
                <a:lnTo>
                  <a:pt x="14751" y="21600"/>
                </a:lnTo>
                <a:lnTo>
                  <a:pt x="11308" y="21600"/>
                </a:lnTo>
                <a:lnTo>
                  <a:pt x="7850" y="21600"/>
                </a:lnTo>
                <a:lnTo>
                  <a:pt x="4371" y="21600"/>
                </a:lnTo>
                <a:lnTo>
                  <a:pt x="861" y="21600"/>
                </a:lnTo>
                <a:lnTo>
                  <a:pt x="503" y="19369"/>
                </a:lnTo>
                <a:lnTo>
                  <a:pt x="223" y="17160"/>
                </a:lnTo>
                <a:lnTo>
                  <a:pt x="47" y="14969"/>
                </a:lnTo>
                <a:lnTo>
                  <a:pt x="0" y="12784"/>
                </a:lnTo>
                <a:lnTo>
                  <a:pt x="99" y="10596"/>
                </a:lnTo>
                <a:lnTo>
                  <a:pt x="378" y="8396"/>
                </a:lnTo>
                <a:lnTo>
                  <a:pt x="861" y="6171"/>
                </a:lnTo>
                <a:lnTo>
                  <a:pt x="5092" y="3885"/>
                </a:lnTo>
                <a:lnTo>
                  <a:pt x="8296" y="2249"/>
                </a:lnTo>
                <a:lnTo>
                  <a:pt x="10836" y="1151"/>
                </a:lnTo>
                <a:lnTo>
                  <a:pt x="13071" y="484"/>
                </a:lnTo>
                <a:lnTo>
                  <a:pt x="15373" y="145"/>
                </a:lnTo>
                <a:lnTo>
                  <a:pt x="18090" y="19"/>
                </a:lnTo>
                <a:lnTo>
                  <a:pt x="21600" y="0"/>
                </a:lnTo>
                <a:close/>
              </a:path>
            </a:pathLst>
          </a:custGeom>
          <a:solidFill>
            <a:srgbClr val="F0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29" name="contour_11027"/>
          <p:cNvSpPr/>
          <p:nvPr/>
        </p:nvSpPr>
        <p:spPr>
          <a:xfrm>
            <a:off x="4922481" y="5895985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32"/>
                </a:lnTo>
                <a:lnTo>
                  <a:pt x="2341" y="446"/>
                </a:lnTo>
                <a:lnTo>
                  <a:pt x="3646" y="699"/>
                </a:lnTo>
                <a:lnTo>
                  <a:pt x="5374" y="1029"/>
                </a:lnTo>
                <a:lnTo>
                  <a:pt x="7780" y="1488"/>
                </a:lnTo>
                <a:lnTo>
                  <a:pt x="11115" y="2129"/>
                </a:lnTo>
                <a:lnTo>
                  <a:pt x="15638" y="2993"/>
                </a:lnTo>
                <a:lnTo>
                  <a:pt x="21600" y="4134"/>
                </a:lnTo>
                <a:lnTo>
                  <a:pt x="20948" y="9066"/>
                </a:lnTo>
                <a:lnTo>
                  <a:pt x="20425" y="12514"/>
                </a:lnTo>
                <a:lnTo>
                  <a:pt x="19920" y="14940"/>
                </a:lnTo>
                <a:lnTo>
                  <a:pt x="19306" y="16805"/>
                </a:lnTo>
                <a:lnTo>
                  <a:pt x="18468" y="18557"/>
                </a:lnTo>
                <a:lnTo>
                  <a:pt x="17280" y="20670"/>
                </a:lnTo>
                <a:lnTo>
                  <a:pt x="14282" y="21302"/>
                </a:lnTo>
                <a:lnTo>
                  <a:pt x="11478" y="21588"/>
                </a:lnTo>
                <a:lnTo>
                  <a:pt x="8761" y="21600"/>
                </a:lnTo>
                <a:lnTo>
                  <a:pt x="6018" y="21402"/>
                </a:lnTo>
                <a:lnTo>
                  <a:pt x="3132" y="21067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D4D9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0" name="contour_11028"/>
          <p:cNvSpPr/>
          <p:nvPr/>
        </p:nvSpPr>
        <p:spPr>
          <a:xfrm>
            <a:off x="3836570" y="5880957"/>
            <a:ext cx="36440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8" y="0"/>
                </a:moveTo>
                <a:lnTo>
                  <a:pt x="17440" y="85"/>
                </a:lnTo>
                <a:lnTo>
                  <a:pt x="19509" y="175"/>
                </a:lnTo>
                <a:lnTo>
                  <a:pt x="21600" y="265"/>
                </a:lnTo>
                <a:lnTo>
                  <a:pt x="21600" y="3281"/>
                </a:lnTo>
                <a:lnTo>
                  <a:pt x="21600" y="6302"/>
                </a:lnTo>
                <a:lnTo>
                  <a:pt x="21600" y="9332"/>
                </a:lnTo>
                <a:lnTo>
                  <a:pt x="21600" y="12370"/>
                </a:lnTo>
                <a:lnTo>
                  <a:pt x="21600" y="15426"/>
                </a:lnTo>
                <a:lnTo>
                  <a:pt x="21600" y="1850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4" y="21600"/>
                </a:lnTo>
                <a:lnTo>
                  <a:pt x="6251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460" y="15293"/>
                </a:lnTo>
                <a:lnTo>
                  <a:pt x="2683" y="10378"/>
                </a:lnTo>
                <a:lnTo>
                  <a:pt x="3802" y="6678"/>
                </a:lnTo>
                <a:lnTo>
                  <a:pt x="4942" y="4011"/>
                </a:lnTo>
                <a:lnTo>
                  <a:pt x="6229" y="2202"/>
                </a:lnTo>
                <a:lnTo>
                  <a:pt x="7789" y="1075"/>
                </a:lnTo>
                <a:lnTo>
                  <a:pt x="9755" y="452"/>
                </a:lnTo>
                <a:lnTo>
                  <a:pt x="12243" y="149"/>
                </a:lnTo>
                <a:lnTo>
                  <a:pt x="15388" y="0"/>
                </a:lnTo>
                <a:close/>
              </a:path>
            </a:pathLst>
          </a:custGeom>
          <a:solidFill>
            <a:srgbClr val="7D7E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1" name="contour_11029"/>
          <p:cNvSpPr/>
          <p:nvPr/>
        </p:nvSpPr>
        <p:spPr>
          <a:xfrm>
            <a:off x="10862194" y="5889973"/>
            <a:ext cx="65592" cy="351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65" y="1683"/>
                </a:moveTo>
                <a:lnTo>
                  <a:pt x="13282" y="2941"/>
                </a:lnTo>
                <a:lnTo>
                  <a:pt x="14738" y="4333"/>
                </a:lnTo>
                <a:lnTo>
                  <a:pt x="16150" y="5847"/>
                </a:lnTo>
                <a:lnTo>
                  <a:pt x="17527" y="7454"/>
                </a:lnTo>
                <a:lnTo>
                  <a:pt x="18886" y="9132"/>
                </a:lnTo>
                <a:lnTo>
                  <a:pt x="20239" y="10874"/>
                </a:lnTo>
                <a:lnTo>
                  <a:pt x="21600" y="12647"/>
                </a:lnTo>
                <a:lnTo>
                  <a:pt x="20090" y="13752"/>
                </a:lnTo>
                <a:lnTo>
                  <a:pt x="18590" y="14827"/>
                </a:lnTo>
                <a:lnTo>
                  <a:pt x="17095" y="15865"/>
                </a:lnTo>
                <a:lnTo>
                  <a:pt x="15602" y="16850"/>
                </a:lnTo>
                <a:lnTo>
                  <a:pt x="14105" y="17781"/>
                </a:lnTo>
                <a:lnTo>
                  <a:pt x="12600" y="18641"/>
                </a:lnTo>
                <a:lnTo>
                  <a:pt x="11081" y="19424"/>
                </a:lnTo>
                <a:lnTo>
                  <a:pt x="9547" y="20118"/>
                </a:lnTo>
                <a:lnTo>
                  <a:pt x="7992" y="20718"/>
                </a:lnTo>
                <a:lnTo>
                  <a:pt x="6410" y="21215"/>
                </a:lnTo>
                <a:lnTo>
                  <a:pt x="4800" y="21600"/>
                </a:lnTo>
                <a:lnTo>
                  <a:pt x="3578" y="19447"/>
                </a:lnTo>
                <a:lnTo>
                  <a:pt x="2604" y="17190"/>
                </a:lnTo>
                <a:lnTo>
                  <a:pt x="1834" y="14818"/>
                </a:lnTo>
                <a:lnTo>
                  <a:pt x="1229" y="12297"/>
                </a:lnTo>
                <a:lnTo>
                  <a:pt x="749" y="9620"/>
                </a:lnTo>
                <a:lnTo>
                  <a:pt x="353" y="6755"/>
                </a:lnTo>
                <a:lnTo>
                  <a:pt x="0" y="3693"/>
                </a:lnTo>
                <a:lnTo>
                  <a:pt x="1766" y="1947"/>
                </a:lnTo>
                <a:lnTo>
                  <a:pt x="3374" y="788"/>
                </a:lnTo>
                <a:lnTo>
                  <a:pt x="4903" y="161"/>
                </a:lnTo>
                <a:lnTo>
                  <a:pt x="6430" y="0"/>
                </a:lnTo>
                <a:lnTo>
                  <a:pt x="8030" y="242"/>
                </a:lnTo>
                <a:lnTo>
                  <a:pt x="9782" y="824"/>
                </a:lnTo>
                <a:lnTo>
                  <a:pt x="11765" y="1683"/>
                </a:lnTo>
                <a:close/>
              </a:path>
            </a:pathLst>
          </a:custGeom>
          <a:solidFill>
            <a:srgbClr val="ACAF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2" name="contour_11030"/>
          <p:cNvSpPr/>
          <p:nvPr/>
        </p:nvSpPr>
        <p:spPr>
          <a:xfrm>
            <a:off x="4200970" y="5881409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8" y="451"/>
                </a:lnTo>
                <a:lnTo>
                  <a:pt x="4579" y="802"/>
                </a:lnTo>
                <a:lnTo>
                  <a:pt x="6221" y="1166"/>
                </a:lnTo>
                <a:lnTo>
                  <a:pt x="8122" y="1661"/>
                </a:lnTo>
                <a:lnTo>
                  <a:pt x="10800" y="2400"/>
                </a:lnTo>
                <a:lnTo>
                  <a:pt x="10800" y="3986"/>
                </a:lnTo>
                <a:lnTo>
                  <a:pt x="10800" y="5582"/>
                </a:lnTo>
                <a:lnTo>
                  <a:pt x="10800" y="7200"/>
                </a:lnTo>
                <a:lnTo>
                  <a:pt x="12658" y="7894"/>
                </a:lnTo>
                <a:lnTo>
                  <a:pt x="14530" y="8592"/>
                </a:lnTo>
                <a:lnTo>
                  <a:pt x="16423" y="9300"/>
                </a:lnTo>
                <a:lnTo>
                  <a:pt x="18133" y="10190"/>
                </a:lnTo>
                <a:lnTo>
                  <a:pt x="19854" y="11090"/>
                </a:lnTo>
                <a:lnTo>
                  <a:pt x="21600" y="12000"/>
                </a:lnTo>
                <a:lnTo>
                  <a:pt x="21420" y="13726"/>
                </a:lnTo>
                <a:lnTo>
                  <a:pt x="21031" y="15329"/>
                </a:lnTo>
                <a:lnTo>
                  <a:pt x="20462" y="16860"/>
                </a:lnTo>
                <a:lnTo>
                  <a:pt x="19750" y="18382"/>
                </a:lnTo>
                <a:lnTo>
                  <a:pt x="18918" y="19942"/>
                </a:lnTo>
                <a:lnTo>
                  <a:pt x="18000" y="21600"/>
                </a:lnTo>
                <a:lnTo>
                  <a:pt x="15545" y="20693"/>
                </a:lnTo>
                <a:lnTo>
                  <a:pt x="13396" y="19834"/>
                </a:lnTo>
                <a:lnTo>
                  <a:pt x="11509" y="18967"/>
                </a:lnTo>
                <a:lnTo>
                  <a:pt x="9846" y="18041"/>
                </a:lnTo>
                <a:lnTo>
                  <a:pt x="8359" y="16999"/>
                </a:lnTo>
                <a:lnTo>
                  <a:pt x="7013" y="15790"/>
                </a:lnTo>
                <a:lnTo>
                  <a:pt x="5767" y="14359"/>
                </a:lnTo>
                <a:lnTo>
                  <a:pt x="4572" y="12655"/>
                </a:lnTo>
                <a:lnTo>
                  <a:pt x="4028" y="11150"/>
                </a:lnTo>
                <a:lnTo>
                  <a:pt x="3481" y="9636"/>
                </a:lnTo>
                <a:lnTo>
                  <a:pt x="2923" y="8100"/>
                </a:lnTo>
                <a:lnTo>
                  <a:pt x="2354" y="6583"/>
                </a:lnTo>
                <a:lnTo>
                  <a:pt x="1778" y="5054"/>
                </a:lnTo>
                <a:lnTo>
                  <a:pt x="1195" y="3506"/>
                </a:lnTo>
                <a:lnTo>
                  <a:pt x="799" y="2347"/>
                </a:lnTo>
                <a:lnTo>
                  <a:pt x="403" y="1183"/>
                </a:lnTo>
                <a:lnTo>
                  <a:pt x="0" y="0"/>
                </a:lnTo>
                <a:close/>
              </a:path>
            </a:pathLst>
          </a:custGeom>
          <a:solidFill>
            <a:srgbClr val="25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3" name="contour_11031"/>
          <p:cNvSpPr/>
          <p:nvPr/>
        </p:nvSpPr>
        <p:spPr>
          <a:xfrm>
            <a:off x="1641850" y="5888697"/>
            <a:ext cx="81203" cy="36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5" y="0"/>
                </a:moveTo>
                <a:lnTo>
                  <a:pt x="618" y="2140"/>
                </a:lnTo>
                <a:lnTo>
                  <a:pt x="967" y="4315"/>
                </a:lnTo>
                <a:lnTo>
                  <a:pt x="1586" y="6507"/>
                </a:lnTo>
                <a:lnTo>
                  <a:pt x="2214" y="8734"/>
                </a:lnTo>
                <a:lnTo>
                  <a:pt x="3408" y="9306"/>
                </a:lnTo>
                <a:lnTo>
                  <a:pt x="4267" y="9586"/>
                </a:lnTo>
                <a:lnTo>
                  <a:pt x="5207" y="9651"/>
                </a:lnTo>
                <a:lnTo>
                  <a:pt x="6644" y="9586"/>
                </a:lnTo>
                <a:lnTo>
                  <a:pt x="7299" y="9564"/>
                </a:lnTo>
                <a:lnTo>
                  <a:pt x="9276" y="9503"/>
                </a:lnTo>
                <a:lnTo>
                  <a:pt x="10641" y="9389"/>
                </a:lnTo>
                <a:lnTo>
                  <a:pt x="12027" y="9280"/>
                </a:lnTo>
                <a:lnTo>
                  <a:pt x="12944" y="9241"/>
                </a:lnTo>
                <a:lnTo>
                  <a:pt x="13867" y="9202"/>
                </a:lnTo>
                <a:lnTo>
                  <a:pt x="14803" y="9162"/>
                </a:lnTo>
                <a:lnTo>
                  <a:pt x="16162" y="9097"/>
                </a:lnTo>
                <a:lnTo>
                  <a:pt x="17521" y="9018"/>
                </a:lnTo>
                <a:lnTo>
                  <a:pt x="18882" y="8931"/>
                </a:lnTo>
                <a:lnTo>
                  <a:pt x="20241" y="8839"/>
                </a:lnTo>
                <a:lnTo>
                  <a:pt x="21600" y="8734"/>
                </a:lnTo>
                <a:lnTo>
                  <a:pt x="21600" y="10900"/>
                </a:lnTo>
                <a:lnTo>
                  <a:pt x="21600" y="13101"/>
                </a:lnTo>
                <a:lnTo>
                  <a:pt x="20388" y="13905"/>
                </a:lnTo>
                <a:lnTo>
                  <a:pt x="19183" y="14669"/>
                </a:lnTo>
                <a:lnTo>
                  <a:pt x="17981" y="15394"/>
                </a:lnTo>
                <a:lnTo>
                  <a:pt x="16775" y="16093"/>
                </a:lnTo>
                <a:lnTo>
                  <a:pt x="15567" y="16757"/>
                </a:lnTo>
                <a:lnTo>
                  <a:pt x="14348" y="17399"/>
                </a:lnTo>
                <a:lnTo>
                  <a:pt x="13119" y="18015"/>
                </a:lnTo>
                <a:lnTo>
                  <a:pt x="11917" y="18665"/>
                </a:lnTo>
                <a:lnTo>
                  <a:pt x="10695" y="19329"/>
                </a:lnTo>
                <a:lnTo>
                  <a:pt x="10112" y="19622"/>
                </a:lnTo>
                <a:lnTo>
                  <a:pt x="8348" y="20504"/>
                </a:lnTo>
                <a:lnTo>
                  <a:pt x="7279" y="21050"/>
                </a:lnTo>
                <a:lnTo>
                  <a:pt x="6194" y="21600"/>
                </a:lnTo>
                <a:lnTo>
                  <a:pt x="4808" y="21583"/>
                </a:lnTo>
                <a:lnTo>
                  <a:pt x="3621" y="21172"/>
                </a:lnTo>
                <a:lnTo>
                  <a:pt x="2536" y="20355"/>
                </a:lnTo>
                <a:lnTo>
                  <a:pt x="1454" y="19124"/>
                </a:lnTo>
                <a:lnTo>
                  <a:pt x="275" y="17469"/>
                </a:lnTo>
                <a:lnTo>
                  <a:pt x="78" y="14525"/>
                </a:lnTo>
                <a:lnTo>
                  <a:pt x="0" y="11647"/>
                </a:lnTo>
                <a:lnTo>
                  <a:pt x="10" y="8795"/>
                </a:lnTo>
                <a:lnTo>
                  <a:pt x="78" y="5931"/>
                </a:lnTo>
                <a:lnTo>
                  <a:pt x="176" y="3013"/>
                </a:lnTo>
                <a:lnTo>
                  <a:pt x="275" y="0"/>
                </a:lnTo>
                <a:close/>
              </a:path>
            </a:pathLst>
          </a:custGeom>
          <a:solidFill>
            <a:srgbClr val="B5BB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4" name="contour_11032"/>
          <p:cNvSpPr/>
          <p:nvPr/>
        </p:nvSpPr>
        <p:spPr>
          <a:xfrm>
            <a:off x="10650842" y="5881409"/>
            <a:ext cx="2915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305"/>
                </a:lnTo>
                <a:lnTo>
                  <a:pt x="2684" y="598"/>
                </a:lnTo>
                <a:lnTo>
                  <a:pt x="4320" y="960"/>
                </a:lnTo>
                <a:lnTo>
                  <a:pt x="6647" y="1478"/>
                </a:lnTo>
                <a:lnTo>
                  <a:pt x="10055" y="2234"/>
                </a:lnTo>
                <a:lnTo>
                  <a:pt x="14909" y="3314"/>
                </a:lnTo>
                <a:lnTo>
                  <a:pt x="21600" y="4800"/>
                </a:lnTo>
                <a:lnTo>
                  <a:pt x="21330" y="6852"/>
                </a:lnTo>
                <a:lnTo>
                  <a:pt x="20839" y="8633"/>
                </a:lnTo>
                <a:lnTo>
                  <a:pt x="20099" y="10190"/>
                </a:lnTo>
                <a:lnTo>
                  <a:pt x="19105" y="11566"/>
                </a:lnTo>
                <a:lnTo>
                  <a:pt x="17836" y="12809"/>
                </a:lnTo>
                <a:lnTo>
                  <a:pt x="16281" y="13963"/>
                </a:lnTo>
                <a:lnTo>
                  <a:pt x="14418" y="15074"/>
                </a:lnTo>
                <a:lnTo>
                  <a:pt x="12236" y="16190"/>
                </a:lnTo>
                <a:lnTo>
                  <a:pt x="9720" y="17354"/>
                </a:lnTo>
                <a:lnTo>
                  <a:pt x="6853" y="18614"/>
                </a:lnTo>
                <a:lnTo>
                  <a:pt x="3618" y="20014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F0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5" name="contour_11033"/>
          <p:cNvSpPr/>
          <p:nvPr/>
        </p:nvSpPr>
        <p:spPr>
          <a:xfrm>
            <a:off x="7888694" y="5874121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21125" y="19767"/>
                </a:lnTo>
                <a:lnTo>
                  <a:pt x="20647" y="17928"/>
                </a:lnTo>
                <a:lnTo>
                  <a:pt x="20170" y="16083"/>
                </a:lnTo>
                <a:lnTo>
                  <a:pt x="19687" y="14222"/>
                </a:lnTo>
                <a:lnTo>
                  <a:pt x="19200" y="12343"/>
                </a:lnTo>
                <a:lnTo>
                  <a:pt x="17506" y="11769"/>
                </a:lnTo>
                <a:lnTo>
                  <a:pt x="15902" y="11297"/>
                </a:lnTo>
                <a:lnTo>
                  <a:pt x="14345" y="10917"/>
                </a:lnTo>
                <a:lnTo>
                  <a:pt x="12782" y="10615"/>
                </a:lnTo>
                <a:lnTo>
                  <a:pt x="11167" y="10387"/>
                </a:lnTo>
                <a:lnTo>
                  <a:pt x="9451" y="10220"/>
                </a:lnTo>
                <a:lnTo>
                  <a:pt x="8088" y="10063"/>
                </a:lnTo>
                <a:lnTo>
                  <a:pt x="6708" y="9902"/>
                </a:lnTo>
                <a:lnTo>
                  <a:pt x="5033" y="9720"/>
                </a:lnTo>
                <a:lnTo>
                  <a:pt x="3355" y="9556"/>
                </a:lnTo>
                <a:lnTo>
                  <a:pt x="1678" y="9402"/>
                </a:lnTo>
                <a:lnTo>
                  <a:pt x="0" y="9257"/>
                </a:lnTo>
                <a:lnTo>
                  <a:pt x="0" y="7727"/>
                </a:lnTo>
                <a:lnTo>
                  <a:pt x="0" y="6171"/>
                </a:lnTo>
                <a:lnTo>
                  <a:pt x="1445" y="5354"/>
                </a:lnTo>
                <a:lnTo>
                  <a:pt x="2518" y="4774"/>
                </a:lnTo>
                <a:lnTo>
                  <a:pt x="3542" y="4274"/>
                </a:lnTo>
                <a:lnTo>
                  <a:pt x="4846" y="3700"/>
                </a:lnTo>
                <a:lnTo>
                  <a:pt x="6749" y="2894"/>
                </a:lnTo>
                <a:lnTo>
                  <a:pt x="8004" y="2348"/>
                </a:lnTo>
                <a:lnTo>
                  <a:pt x="9269" y="1799"/>
                </a:lnTo>
                <a:lnTo>
                  <a:pt x="10548" y="1240"/>
                </a:lnTo>
                <a:lnTo>
                  <a:pt x="11995" y="781"/>
                </a:lnTo>
                <a:lnTo>
                  <a:pt x="13164" y="454"/>
                </a:lnTo>
                <a:lnTo>
                  <a:pt x="14249" y="231"/>
                </a:lnTo>
                <a:lnTo>
                  <a:pt x="15439" y="99"/>
                </a:lnTo>
                <a:lnTo>
                  <a:pt x="16934" y="28"/>
                </a:lnTo>
                <a:lnTo>
                  <a:pt x="18924" y="3"/>
                </a:lnTo>
                <a:lnTo>
                  <a:pt x="21600" y="0"/>
                </a:lnTo>
                <a:close/>
              </a:path>
            </a:pathLst>
          </a:custGeom>
          <a:solidFill>
            <a:srgbClr val="D7DB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6" name="contour_11034"/>
          <p:cNvSpPr/>
          <p:nvPr/>
        </p:nvSpPr>
        <p:spPr>
          <a:xfrm>
            <a:off x="986966" y="5864727"/>
            <a:ext cx="36440" cy="40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9"/>
                </a:moveTo>
                <a:lnTo>
                  <a:pt x="7348" y="360"/>
                </a:lnTo>
                <a:lnTo>
                  <a:pt x="10122" y="15"/>
                </a:lnTo>
                <a:lnTo>
                  <a:pt x="12787" y="0"/>
                </a:lnTo>
                <a:lnTo>
                  <a:pt x="15492" y="236"/>
                </a:lnTo>
                <a:lnTo>
                  <a:pt x="18382" y="635"/>
                </a:lnTo>
                <a:lnTo>
                  <a:pt x="21600" y="1119"/>
                </a:lnTo>
                <a:lnTo>
                  <a:pt x="21384" y="3648"/>
                </a:lnTo>
                <a:lnTo>
                  <a:pt x="21129" y="6130"/>
                </a:lnTo>
                <a:lnTo>
                  <a:pt x="20805" y="8577"/>
                </a:lnTo>
                <a:lnTo>
                  <a:pt x="20390" y="10997"/>
                </a:lnTo>
                <a:lnTo>
                  <a:pt x="19855" y="13391"/>
                </a:lnTo>
                <a:lnTo>
                  <a:pt x="19176" y="15764"/>
                </a:lnTo>
                <a:lnTo>
                  <a:pt x="18325" y="18126"/>
                </a:lnTo>
                <a:lnTo>
                  <a:pt x="17280" y="20481"/>
                </a:lnTo>
                <a:lnTo>
                  <a:pt x="14252" y="21240"/>
                </a:lnTo>
                <a:lnTo>
                  <a:pt x="11478" y="21585"/>
                </a:lnTo>
                <a:lnTo>
                  <a:pt x="8813" y="21600"/>
                </a:lnTo>
                <a:lnTo>
                  <a:pt x="6108" y="21364"/>
                </a:lnTo>
                <a:lnTo>
                  <a:pt x="3218" y="20965"/>
                </a:lnTo>
                <a:lnTo>
                  <a:pt x="0" y="20481"/>
                </a:lnTo>
                <a:lnTo>
                  <a:pt x="216" y="17952"/>
                </a:lnTo>
                <a:lnTo>
                  <a:pt x="471" y="15470"/>
                </a:lnTo>
                <a:lnTo>
                  <a:pt x="795" y="13023"/>
                </a:lnTo>
                <a:lnTo>
                  <a:pt x="1210" y="10603"/>
                </a:lnTo>
                <a:lnTo>
                  <a:pt x="1745" y="8209"/>
                </a:lnTo>
                <a:lnTo>
                  <a:pt x="2424" y="5836"/>
                </a:lnTo>
                <a:lnTo>
                  <a:pt x="3275" y="3474"/>
                </a:lnTo>
                <a:lnTo>
                  <a:pt x="4320" y="1119"/>
                </a:lnTo>
                <a:close/>
              </a:path>
            </a:pathLst>
          </a:custGeom>
          <a:solidFill>
            <a:srgbClr val="8180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7" name="contour_11035"/>
          <p:cNvSpPr/>
          <p:nvPr/>
        </p:nvSpPr>
        <p:spPr>
          <a:xfrm>
            <a:off x="1685192" y="5809652"/>
            <a:ext cx="37861" cy="442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10"/>
                </a:moveTo>
                <a:lnTo>
                  <a:pt x="20764" y="5330"/>
                </a:lnTo>
                <a:lnTo>
                  <a:pt x="19908" y="7621"/>
                </a:lnTo>
                <a:lnTo>
                  <a:pt x="19006" y="9884"/>
                </a:lnTo>
                <a:lnTo>
                  <a:pt x="18045" y="12122"/>
                </a:lnTo>
                <a:lnTo>
                  <a:pt x="17010" y="14331"/>
                </a:lnTo>
                <a:lnTo>
                  <a:pt x="15883" y="16516"/>
                </a:lnTo>
                <a:lnTo>
                  <a:pt x="14648" y="18672"/>
                </a:lnTo>
                <a:lnTo>
                  <a:pt x="13284" y="20799"/>
                </a:lnTo>
                <a:lnTo>
                  <a:pt x="9941" y="21333"/>
                </a:lnTo>
                <a:lnTo>
                  <a:pt x="7621" y="21600"/>
                </a:lnTo>
                <a:lnTo>
                  <a:pt x="5725" y="21600"/>
                </a:lnTo>
                <a:lnTo>
                  <a:pt x="3655" y="21333"/>
                </a:lnTo>
                <a:lnTo>
                  <a:pt x="811" y="20799"/>
                </a:lnTo>
                <a:lnTo>
                  <a:pt x="653" y="18633"/>
                </a:lnTo>
                <a:lnTo>
                  <a:pt x="516" y="16462"/>
                </a:lnTo>
                <a:lnTo>
                  <a:pt x="395" y="14296"/>
                </a:lnTo>
                <a:lnTo>
                  <a:pt x="291" y="12125"/>
                </a:lnTo>
                <a:lnTo>
                  <a:pt x="146" y="9706"/>
                </a:lnTo>
                <a:lnTo>
                  <a:pt x="0" y="7247"/>
                </a:lnTo>
                <a:lnTo>
                  <a:pt x="528" y="4760"/>
                </a:lnTo>
                <a:lnTo>
                  <a:pt x="1181" y="3234"/>
                </a:lnTo>
                <a:lnTo>
                  <a:pt x="2387" y="2042"/>
                </a:lnTo>
                <a:lnTo>
                  <a:pt x="4578" y="562"/>
                </a:lnTo>
                <a:lnTo>
                  <a:pt x="7696" y="36"/>
                </a:lnTo>
                <a:lnTo>
                  <a:pt x="10544" y="0"/>
                </a:lnTo>
                <a:lnTo>
                  <a:pt x="13239" y="370"/>
                </a:lnTo>
                <a:lnTo>
                  <a:pt x="15900" y="1057"/>
                </a:lnTo>
                <a:lnTo>
                  <a:pt x="18648" y="1964"/>
                </a:lnTo>
                <a:lnTo>
                  <a:pt x="21600" y="3010"/>
                </a:lnTo>
                <a:close/>
              </a:path>
            </a:pathLst>
          </a:custGeom>
          <a:solidFill>
            <a:srgbClr val="997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8" name="contour_11036"/>
          <p:cNvSpPr/>
          <p:nvPr/>
        </p:nvSpPr>
        <p:spPr>
          <a:xfrm>
            <a:off x="1628309" y="5815817"/>
            <a:ext cx="52116" cy="44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03" y="0"/>
                </a:moveTo>
                <a:lnTo>
                  <a:pt x="17099" y="0"/>
                </a:lnTo>
                <a:lnTo>
                  <a:pt x="19108" y="0"/>
                </a:lnTo>
                <a:lnTo>
                  <a:pt x="21144" y="0"/>
                </a:lnTo>
                <a:lnTo>
                  <a:pt x="21349" y="2486"/>
                </a:lnTo>
                <a:lnTo>
                  <a:pt x="21512" y="4835"/>
                </a:lnTo>
                <a:lnTo>
                  <a:pt x="21600" y="7106"/>
                </a:lnTo>
                <a:lnTo>
                  <a:pt x="21585" y="9363"/>
                </a:lnTo>
                <a:lnTo>
                  <a:pt x="21443" y="11676"/>
                </a:lnTo>
                <a:lnTo>
                  <a:pt x="21144" y="14106"/>
                </a:lnTo>
                <a:lnTo>
                  <a:pt x="19332" y="16081"/>
                </a:lnTo>
                <a:lnTo>
                  <a:pt x="17571" y="17703"/>
                </a:lnTo>
                <a:lnTo>
                  <a:pt x="15813" y="18997"/>
                </a:lnTo>
                <a:lnTo>
                  <a:pt x="14009" y="19995"/>
                </a:lnTo>
                <a:lnTo>
                  <a:pt x="12121" y="20725"/>
                </a:lnTo>
                <a:lnTo>
                  <a:pt x="10101" y="21216"/>
                </a:lnTo>
                <a:lnTo>
                  <a:pt x="7899" y="21498"/>
                </a:lnTo>
                <a:lnTo>
                  <a:pt x="5473" y="21600"/>
                </a:lnTo>
                <a:lnTo>
                  <a:pt x="3664" y="21455"/>
                </a:lnTo>
                <a:lnTo>
                  <a:pt x="1846" y="21307"/>
                </a:lnTo>
                <a:lnTo>
                  <a:pt x="0" y="21159"/>
                </a:lnTo>
                <a:lnTo>
                  <a:pt x="477" y="18641"/>
                </a:lnTo>
                <a:lnTo>
                  <a:pt x="873" y="16832"/>
                </a:lnTo>
                <a:lnTo>
                  <a:pt x="1332" y="15224"/>
                </a:lnTo>
                <a:lnTo>
                  <a:pt x="2000" y="13309"/>
                </a:lnTo>
                <a:lnTo>
                  <a:pt x="3021" y="10580"/>
                </a:lnTo>
                <a:lnTo>
                  <a:pt x="5268" y="9599"/>
                </a:lnTo>
                <a:lnTo>
                  <a:pt x="6863" y="8926"/>
                </a:lnTo>
                <a:lnTo>
                  <a:pt x="8240" y="8390"/>
                </a:lnTo>
                <a:lnTo>
                  <a:pt x="9835" y="7822"/>
                </a:lnTo>
                <a:lnTo>
                  <a:pt x="12082" y="7053"/>
                </a:lnTo>
                <a:lnTo>
                  <a:pt x="12865" y="5304"/>
                </a:lnTo>
                <a:lnTo>
                  <a:pt x="13632" y="3548"/>
                </a:lnTo>
                <a:lnTo>
                  <a:pt x="14378" y="1781"/>
                </a:lnTo>
                <a:lnTo>
                  <a:pt x="15103" y="0"/>
                </a:lnTo>
                <a:close/>
              </a:path>
            </a:pathLst>
          </a:custGeom>
          <a:solidFill>
            <a:srgbClr val="2322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39" name="contour_11037"/>
          <p:cNvSpPr/>
          <p:nvPr/>
        </p:nvSpPr>
        <p:spPr>
          <a:xfrm>
            <a:off x="5634795" y="5793953"/>
            <a:ext cx="4563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31" y="2145"/>
                </a:lnTo>
                <a:lnTo>
                  <a:pt x="20441" y="4261"/>
                </a:lnTo>
                <a:lnTo>
                  <a:pt x="19813" y="6357"/>
                </a:lnTo>
                <a:lnTo>
                  <a:pt x="19141" y="8427"/>
                </a:lnTo>
                <a:lnTo>
                  <a:pt x="18409" y="10479"/>
                </a:lnTo>
                <a:lnTo>
                  <a:pt x="17613" y="12513"/>
                </a:lnTo>
                <a:lnTo>
                  <a:pt x="16736" y="14528"/>
                </a:lnTo>
                <a:lnTo>
                  <a:pt x="15771" y="16527"/>
                </a:lnTo>
                <a:lnTo>
                  <a:pt x="14701" y="18514"/>
                </a:lnTo>
                <a:lnTo>
                  <a:pt x="12380" y="19644"/>
                </a:lnTo>
                <a:lnTo>
                  <a:pt x="10245" y="20421"/>
                </a:lnTo>
                <a:lnTo>
                  <a:pt x="8161" y="20927"/>
                </a:lnTo>
                <a:lnTo>
                  <a:pt x="5998" y="21239"/>
                </a:lnTo>
                <a:lnTo>
                  <a:pt x="3622" y="21436"/>
                </a:lnTo>
                <a:lnTo>
                  <a:pt x="904" y="21600"/>
                </a:lnTo>
                <a:lnTo>
                  <a:pt x="404" y="18295"/>
                </a:lnTo>
                <a:lnTo>
                  <a:pt x="100" y="15944"/>
                </a:lnTo>
                <a:lnTo>
                  <a:pt x="0" y="14210"/>
                </a:lnTo>
                <a:lnTo>
                  <a:pt x="100" y="12744"/>
                </a:lnTo>
                <a:lnTo>
                  <a:pt x="404" y="11207"/>
                </a:lnTo>
                <a:lnTo>
                  <a:pt x="904" y="9257"/>
                </a:lnTo>
                <a:lnTo>
                  <a:pt x="2711" y="7492"/>
                </a:lnTo>
                <a:lnTo>
                  <a:pt x="4505" y="5915"/>
                </a:lnTo>
                <a:lnTo>
                  <a:pt x="6309" y="4524"/>
                </a:lnTo>
                <a:lnTo>
                  <a:pt x="8154" y="3323"/>
                </a:lnTo>
                <a:lnTo>
                  <a:pt x="10065" y="2305"/>
                </a:lnTo>
                <a:lnTo>
                  <a:pt x="12069" y="1475"/>
                </a:lnTo>
                <a:lnTo>
                  <a:pt x="14198" y="827"/>
                </a:lnTo>
                <a:lnTo>
                  <a:pt x="16478" y="367"/>
                </a:lnTo>
                <a:lnTo>
                  <a:pt x="18937" y="93"/>
                </a:lnTo>
                <a:lnTo>
                  <a:pt x="21600" y="0"/>
                </a:lnTo>
                <a:close/>
              </a:path>
            </a:pathLst>
          </a:custGeom>
          <a:solidFill>
            <a:srgbClr val="9895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0" name="contour_11038"/>
          <p:cNvSpPr/>
          <p:nvPr/>
        </p:nvSpPr>
        <p:spPr>
          <a:xfrm>
            <a:off x="1489837" y="5772089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24" y="1690"/>
                </a:lnTo>
                <a:lnTo>
                  <a:pt x="20822" y="3378"/>
                </a:lnTo>
                <a:lnTo>
                  <a:pt x="20408" y="5065"/>
                </a:lnTo>
                <a:lnTo>
                  <a:pt x="19980" y="6750"/>
                </a:lnTo>
                <a:lnTo>
                  <a:pt x="19526" y="8635"/>
                </a:lnTo>
                <a:lnTo>
                  <a:pt x="19068" y="10546"/>
                </a:lnTo>
                <a:lnTo>
                  <a:pt x="18179" y="12012"/>
                </a:lnTo>
                <a:lnTo>
                  <a:pt x="17280" y="13500"/>
                </a:lnTo>
                <a:lnTo>
                  <a:pt x="14424" y="13500"/>
                </a:lnTo>
                <a:lnTo>
                  <a:pt x="11552" y="13500"/>
                </a:lnTo>
                <a:lnTo>
                  <a:pt x="8640" y="13500"/>
                </a:lnTo>
                <a:lnTo>
                  <a:pt x="9495" y="15104"/>
                </a:lnTo>
                <a:lnTo>
                  <a:pt x="10355" y="16713"/>
                </a:lnTo>
                <a:lnTo>
                  <a:pt x="11215" y="18328"/>
                </a:lnTo>
                <a:lnTo>
                  <a:pt x="12083" y="19956"/>
                </a:lnTo>
                <a:lnTo>
                  <a:pt x="12960" y="21600"/>
                </a:lnTo>
                <a:lnTo>
                  <a:pt x="10394" y="21065"/>
                </a:lnTo>
                <a:lnTo>
                  <a:pt x="7819" y="20528"/>
                </a:lnTo>
                <a:lnTo>
                  <a:pt x="5236" y="19991"/>
                </a:lnTo>
                <a:lnTo>
                  <a:pt x="2631" y="19448"/>
                </a:lnTo>
                <a:lnTo>
                  <a:pt x="0" y="18900"/>
                </a:lnTo>
                <a:lnTo>
                  <a:pt x="773" y="15590"/>
                </a:lnTo>
                <a:lnTo>
                  <a:pt x="1426" y="12909"/>
                </a:lnTo>
                <a:lnTo>
                  <a:pt x="2009" y="10757"/>
                </a:lnTo>
                <a:lnTo>
                  <a:pt x="2575" y="9029"/>
                </a:lnTo>
                <a:lnTo>
                  <a:pt x="3167" y="7622"/>
                </a:lnTo>
                <a:lnTo>
                  <a:pt x="3845" y="6437"/>
                </a:lnTo>
                <a:lnTo>
                  <a:pt x="4653" y="5370"/>
                </a:lnTo>
                <a:lnTo>
                  <a:pt x="5646" y="4320"/>
                </a:lnTo>
                <a:lnTo>
                  <a:pt x="6869" y="3183"/>
                </a:lnTo>
                <a:lnTo>
                  <a:pt x="8372" y="1858"/>
                </a:lnTo>
                <a:lnTo>
                  <a:pt x="10679" y="950"/>
                </a:lnTo>
                <a:lnTo>
                  <a:pt x="12524" y="402"/>
                </a:lnTo>
                <a:lnTo>
                  <a:pt x="14532" y="119"/>
                </a:lnTo>
                <a:lnTo>
                  <a:pt x="17349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5C5E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1" name="contour_11039"/>
          <p:cNvSpPr/>
          <p:nvPr/>
        </p:nvSpPr>
        <p:spPr>
          <a:xfrm>
            <a:off x="4630961" y="5764087"/>
            <a:ext cx="44340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8"/>
                </a:moveTo>
                <a:lnTo>
                  <a:pt x="2162" y="240"/>
                </a:lnTo>
                <a:lnTo>
                  <a:pt x="4328" y="192"/>
                </a:lnTo>
                <a:lnTo>
                  <a:pt x="6490" y="149"/>
                </a:lnTo>
                <a:lnTo>
                  <a:pt x="8656" y="110"/>
                </a:lnTo>
                <a:lnTo>
                  <a:pt x="11070" y="55"/>
                </a:lnTo>
                <a:lnTo>
                  <a:pt x="13523" y="0"/>
                </a:lnTo>
                <a:lnTo>
                  <a:pt x="16022" y="219"/>
                </a:lnTo>
                <a:lnTo>
                  <a:pt x="17666" y="642"/>
                </a:lnTo>
                <a:lnTo>
                  <a:pt x="19182" y="1576"/>
                </a:lnTo>
                <a:lnTo>
                  <a:pt x="21302" y="3341"/>
                </a:lnTo>
                <a:lnTo>
                  <a:pt x="21472" y="5475"/>
                </a:lnTo>
                <a:lnTo>
                  <a:pt x="21568" y="7027"/>
                </a:lnTo>
                <a:lnTo>
                  <a:pt x="21600" y="8445"/>
                </a:lnTo>
                <a:lnTo>
                  <a:pt x="21582" y="10173"/>
                </a:lnTo>
                <a:lnTo>
                  <a:pt x="21522" y="12659"/>
                </a:lnTo>
                <a:lnTo>
                  <a:pt x="21490" y="14330"/>
                </a:lnTo>
                <a:lnTo>
                  <a:pt x="21458" y="16010"/>
                </a:lnTo>
                <a:lnTo>
                  <a:pt x="21426" y="17714"/>
                </a:lnTo>
                <a:lnTo>
                  <a:pt x="21366" y="19643"/>
                </a:lnTo>
                <a:lnTo>
                  <a:pt x="21302" y="21600"/>
                </a:lnTo>
                <a:lnTo>
                  <a:pt x="20780" y="20279"/>
                </a:lnTo>
                <a:lnTo>
                  <a:pt x="20247" y="18937"/>
                </a:lnTo>
                <a:lnTo>
                  <a:pt x="19243" y="16862"/>
                </a:lnTo>
                <a:lnTo>
                  <a:pt x="18202" y="14914"/>
                </a:lnTo>
                <a:lnTo>
                  <a:pt x="17063" y="13052"/>
                </a:lnTo>
                <a:lnTo>
                  <a:pt x="15753" y="11235"/>
                </a:lnTo>
                <a:lnTo>
                  <a:pt x="14201" y="9428"/>
                </a:lnTo>
                <a:lnTo>
                  <a:pt x="11720" y="8980"/>
                </a:lnTo>
                <a:lnTo>
                  <a:pt x="9415" y="8773"/>
                </a:lnTo>
                <a:lnTo>
                  <a:pt x="7189" y="8758"/>
                </a:lnTo>
                <a:lnTo>
                  <a:pt x="4946" y="8892"/>
                </a:lnTo>
                <a:lnTo>
                  <a:pt x="2585" y="9129"/>
                </a:lnTo>
                <a:lnTo>
                  <a:pt x="0" y="9428"/>
                </a:lnTo>
                <a:lnTo>
                  <a:pt x="0" y="7620"/>
                </a:lnTo>
                <a:lnTo>
                  <a:pt x="0" y="5806"/>
                </a:lnTo>
                <a:lnTo>
                  <a:pt x="0" y="3986"/>
                </a:lnTo>
                <a:lnTo>
                  <a:pt x="0" y="2151"/>
                </a:lnTo>
                <a:lnTo>
                  <a:pt x="0" y="298"/>
                </a:lnTo>
                <a:close/>
              </a:path>
            </a:pathLst>
          </a:custGeom>
          <a:solidFill>
            <a:srgbClr val="BEB3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2" name="contour_11040"/>
          <p:cNvSpPr/>
          <p:nvPr/>
        </p:nvSpPr>
        <p:spPr>
          <a:xfrm>
            <a:off x="578838" y="5750225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4" y="0"/>
                </a:lnTo>
                <a:lnTo>
                  <a:pt x="6437" y="0"/>
                </a:lnTo>
                <a:lnTo>
                  <a:pt x="8608" y="0"/>
                </a:lnTo>
                <a:lnTo>
                  <a:pt x="10800" y="0"/>
                </a:lnTo>
                <a:lnTo>
                  <a:pt x="10800" y="1785"/>
                </a:lnTo>
                <a:lnTo>
                  <a:pt x="10800" y="3580"/>
                </a:lnTo>
                <a:lnTo>
                  <a:pt x="10800" y="5400"/>
                </a:lnTo>
                <a:lnTo>
                  <a:pt x="13180" y="5400"/>
                </a:lnTo>
                <a:lnTo>
                  <a:pt x="15574" y="5400"/>
                </a:lnTo>
                <a:lnTo>
                  <a:pt x="18000" y="5400"/>
                </a:lnTo>
                <a:lnTo>
                  <a:pt x="18396" y="7182"/>
                </a:lnTo>
                <a:lnTo>
                  <a:pt x="18792" y="8967"/>
                </a:lnTo>
                <a:lnTo>
                  <a:pt x="19188" y="10751"/>
                </a:lnTo>
                <a:lnTo>
                  <a:pt x="19588" y="12541"/>
                </a:lnTo>
                <a:lnTo>
                  <a:pt x="19987" y="14337"/>
                </a:lnTo>
                <a:lnTo>
                  <a:pt x="20387" y="16141"/>
                </a:lnTo>
                <a:lnTo>
                  <a:pt x="20790" y="17950"/>
                </a:lnTo>
                <a:lnTo>
                  <a:pt x="21193" y="19769"/>
                </a:lnTo>
                <a:lnTo>
                  <a:pt x="21600" y="21600"/>
                </a:lnTo>
                <a:lnTo>
                  <a:pt x="20707" y="20263"/>
                </a:lnTo>
                <a:lnTo>
                  <a:pt x="19814" y="18922"/>
                </a:lnTo>
                <a:lnTo>
                  <a:pt x="18911" y="17569"/>
                </a:lnTo>
                <a:lnTo>
                  <a:pt x="18000" y="16200"/>
                </a:lnTo>
                <a:lnTo>
                  <a:pt x="16290" y="15922"/>
                </a:lnTo>
                <a:lnTo>
                  <a:pt x="14569" y="15641"/>
                </a:lnTo>
                <a:lnTo>
                  <a:pt x="12823" y="15358"/>
                </a:lnTo>
                <a:lnTo>
                  <a:pt x="9878" y="14269"/>
                </a:lnTo>
                <a:lnTo>
                  <a:pt x="7783" y="13206"/>
                </a:lnTo>
                <a:lnTo>
                  <a:pt x="6293" y="12034"/>
                </a:lnTo>
                <a:lnTo>
                  <a:pt x="5148" y="10624"/>
                </a:lnTo>
                <a:lnTo>
                  <a:pt x="4111" y="8851"/>
                </a:lnTo>
                <a:lnTo>
                  <a:pt x="2923" y="6583"/>
                </a:lnTo>
                <a:lnTo>
                  <a:pt x="2171" y="4944"/>
                </a:lnTo>
                <a:lnTo>
                  <a:pt x="1429" y="3299"/>
                </a:lnTo>
                <a:lnTo>
                  <a:pt x="702" y="1652"/>
                </a:lnTo>
                <a:lnTo>
                  <a:pt x="0" y="0"/>
                </a:lnTo>
                <a:close/>
              </a:path>
            </a:pathLst>
          </a:custGeom>
          <a:solidFill>
            <a:srgbClr val="BFB9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3" name="contour_11041"/>
          <p:cNvSpPr/>
          <p:nvPr/>
        </p:nvSpPr>
        <p:spPr>
          <a:xfrm>
            <a:off x="7546158" y="5735649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1785"/>
                </a:lnTo>
                <a:lnTo>
                  <a:pt x="8640" y="3580"/>
                </a:lnTo>
                <a:lnTo>
                  <a:pt x="8640" y="5400"/>
                </a:lnTo>
                <a:lnTo>
                  <a:pt x="11206" y="5400"/>
                </a:lnTo>
                <a:lnTo>
                  <a:pt x="13781" y="5400"/>
                </a:lnTo>
                <a:lnTo>
                  <a:pt x="16364" y="5400"/>
                </a:lnTo>
                <a:lnTo>
                  <a:pt x="18969" y="5400"/>
                </a:lnTo>
                <a:lnTo>
                  <a:pt x="21600" y="5400"/>
                </a:lnTo>
                <a:lnTo>
                  <a:pt x="21600" y="7185"/>
                </a:lnTo>
                <a:lnTo>
                  <a:pt x="21600" y="8980"/>
                </a:lnTo>
                <a:lnTo>
                  <a:pt x="21600" y="10800"/>
                </a:lnTo>
                <a:lnTo>
                  <a:pt x="19034" y="10800"/>
                </a:lnTo>
                <a:lnTo>
                  <a:pt x="16459" y="10800"/>
                </a:lnTo>
                <a:lnTo>
                  <a:pt x="13876" y="10800"/>
                </a:lnTo>
                <a:lnTo>
                  <a:pt x="11271" y="10800"/>
                </a:lnTo>
                <a:lnTo>
                  <a:pt x="8640" y="10800"/>
                </a:lnTo>
                <a:lnTo>
                  <a:pt x="8640" y="12582"/>
                </a:lnTo>
                <a:lnTo>
                  <a:pt x="8640" y="14367"/>
                </a:lnTo>
                <a:lnTo>
                  <a:pt x="8640" y="16160"/>
                </a:lnTo>
                <a:lnTo>
                  <a:pt x="8640" y="17960"/>
                </a:lnTo>
                <a:lnTo>
                  <a:pt x="8640" y="19772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A2A1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4" name="contour_11042"/>
          <p:cNvSpPr/>
          <p:nvPr/>
        </p:nvSpPr>
        <p:spPr>
          <a:xfrm>
            <a:off x="5155697" y="5728361"/>
            <a:ext cx="94744" cy="444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2" y="0"/>
                </a:moveTo>
                <a:lnTo>
                  <a:pt x="2324" y="1743"/>
                </a:lnTo>
                <a:lnTo>
                  <a:pt x="2991" y="3493"/>
                </a:lnTo>
                <a:lnTo>
                  <a:pt x="3667" y="5272"/>
                </a:lnTo>
                <a:lnTo>
                  <a:pt x="4571" y="7093"/>
                </a:lnTo>
                <a:lnTo>
                  <a:pt x="5422" y="8552"/>
                </a:lnTo>
                <a:lnTo>
                  <a:pt x="6262" y="9682"/>
                </a:lnTo>
                <a:lnTo>
                  <a:pt x="7138" y="10522"/>
                </a:lnTo>
                <a:lnTo>
                  <a:pt x="8090" y="11110"/>
                </a:lnTo>
                <a:lnTo>
                  <a:pt x="9165" y="11478"/>
                </a:lnTo>
                <a:lnTo>
                  <a:pt x="10405" y="11666"/>
                </a:lnTo>
                <a:lnTo>
                  <a:pt x="11413" y="11602"/>
                </a:lnTo>
                <a:lnTo>
                  <a:pt x="12420" y="11521"/>
                </a:lnTo>
                <a:lnTo>
                  <a:pt x="13429" y="11418"/>
                </a:lnTo>
                <a:lnTo>
                  <a:pt x="14435" y="11294"/>
                </a:lnTo>
                <a:lnTo>
                  <a:pt x="15474" y="11220"/>
                </a:lnTo>
                <a:lnTo>
                  <a:pt x="16527" y="11145"/>
                </a:lnTo>
                <a:lnTo>
                  <a:pt x="17543" y="11064"/>
                </a:lnTo>
                <a:lnTo>
                  <a:pt x="18558" y="10968"/>
                </a:lnTo>
                <a:lnTo>
                  <a:pt x="19571" y="10862"/>
                </a:lnTo>
                <a:lnTo>
                  <a:pt x="20586" y="10749"/>
                </a:lnTo>
                <a:lnTo>
                  <a:pt x="21600" y="10628"/>
                </a:lnTo>
                <a:lnTo>
                  <a:pt x="21600" y="12970"/>
                </a:lnTo>
                <a:lnTo>
                  <a:pt x="21600" y="15326"/>
                </a:lnTo>
                <a:lnTo>
                  <a:pt x="21600" y="17714"/>
                </a:lnTo>
                <a:lnTo>
                  <a:pt x="20430" y="18093"/>
                </a:lnTo>
                <a:lnTo>
                  <a:pt x="19259" y="18458"/>
                </a:lnTo>
                <a:lnTo>
                  <a:pt x="18088" y="18812"/>
                </a:lnTo>
                <a:lnTo>
                  <a:pt x="16914" y="19156"/>
                </a:lnTo>
                <a:lnTo>
                  <a:pt x="15743" y="19492"/>
                </a:lnTo>
                <a:lnTo>
                  <a:pt x="14570" y="19825"/>
                </a:lnTo>
                <a:lnTo>
                  <a:pt x="13395" y="20151"/>
                </a:lnTo>
                <a:lnTo>
                  <a:pt x="12616" y="20406"/>
                </a:lnTo>
                <a:lnTo>
                  <a:pt x="11832" y="20668"/>
                </a:lnTo>
                <a:lnTo>
                  <a:pt x="11038" y="20930"/>
                </a:lnTo>
                <a:lnTo>
                  <a:pt x="10002" y="21193"/>
                </a:lnTo>
                <a:lnTo>
                  <a:pt x="8997" y="21412"/>
                </a:lnTo>
                <a:lnTo>
                  <a:pt x="8009" y="21557"/>
                </a:lnTo>
                <a:lnTo>
                  <a:pt x="7020" y="21600"/>
                </a:lnTo>
                <a:lnTo>
                  <a:pt x="6018" y="21508"/>
                </a:lnTo>
                <a:lnTo>
                  <a:pt x="4985" y="21256"/>
                </a:lnTo>
                <a:lnTo>
                  <a:pt x="4420" y="18656"/>
                </a:lnTo>
                <a:lnTo>
                  <a:pt x="4051" y="16800"/>
                </a:lnTo>
                <a:lnTo>
                  <a:pt x="3798" y="15184"/>
                </a:lnTo>
                <a:lnTo>
                  <a:pt x="3582" y="13299"/>
                </a:lnTo>
                <a:lnTo>
                  <a:pt x="3323" y="10628"/>
                </a:lnTo>
                <a:lnTo>
                  <a:pt x="2225" y="10628"/>
                </a:lnTo>
                <a:lnTo>
                  <a:pt x="1120" y="10628"/>
                </a:lnTo>
                <a:lnTo>
                  <a:pt x="0" y="10628"/>
                </a:lnTo>
                <a:lnTo>
                  <a:pt x="329" y="8524"/>
                </a:lnTo>
                <a:lnTo>
                  <a:pt x="660" y="6412"/>
                </a:lnTo>
                <a:lnTo>
                  <a:pt x="990" y="4294"/>
                </a:lnTo>
                <a:lnTo>
                  <a:pt x="1324" y="2158"/>
                </a:lnTo>
                <a:lnTo>
                  <a:pt x="1662" y="0"/>
                </a:lnTo>
                <a:close/>
              </a:path>
            </a:pathLst>
          </a:custGeom>
          <a:solidFill>
            <a:srgbClr val="C7C8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5" name="contour_11043"/>
          <p:cNvSpPr/>
          <p:nvPr/>
        </p:nvSpPr>
        <p:spPr>
          <a:xfrm>
            <a:off x="4405034" y="5749001"/>
            <a:ext cx="43728" cy="376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702"/>
                </a:moveTo>
                <a:lnTo>
                  <a:pt x="6192" y="305"/>
                </a:lnTo>
                <a:lnTo>
                  <a:pt x="8759" y="79"/>
                </a:lnTo>
                <a:lnTo>
                  <a:pt x="11315" y="0"/>
                </a:lnTo>
                <a:lnTo>
                  <a:pt x="13864" y="46"/>
                </a:lnTo>
                <a:lnTo>
                  <a:pt x="16423" y="192"/>
                </a:lnTo>
                <a:lnTo>
                  <a:pt x="18997" y="418"/>
                </a:lnTo>
                <a:lnTo>
                  <a:pt x="21600" y="702"/>
                </a:lnTo>
                <a:lnTo>
                  <a:pt x="21060" y="5485"/>
                </a:lnTo>
                <a:lnTo>
                  <a:pt x="20628" y="8847"/>
                </a:lnTo>
                <a:lnTo>
                  <a:pt x="20207" y="11257"/>
                </a:lnTo>
                <a:lnTo>
                  <a:pt x="19696" y="13179"/>
                </a:lnTo>
                <a:lnTo>
                  <a:pt x="18994" y="15075"/>
                </a:lnTo>
                <a:lnTo>
                  <a:pt x="18000" y="17410"/>
                </a:lnTo>
                <a:lnTo>
                  <a:pt x="15685" y="18881"/>
                </a:lnTo>
                <a:lnTo>
                  <a:pt x="13399" y="20017"/>
                </a:lnTo>
                <a:lnTo>
                  <a:pt x="11092" y="20831"/>
                </a:lnTo>
                <a:lnTo>
                  <a:pt x="8723" y="21354"/>
                </a:lnTo>
                <a:lnTo>
                  <a:pt x="6239" y="21600"/>
                </a:lnTo>
                <a:lnTo>
                  <a:pt x="3600" y="21587"/>
                </a:lnTo>
                <a:lnTo>
                  <a:pt x="1901" y="19695"/>
                </a:lnTo>
                <a:lnTo>
                  <a:pt x="958" y="18196"/>
                </a:lnTo>
                <a:lnTo>
                  <a:pt x="436" y="16299"/>
                </a:lnTo>
                <a:lnTo>
                  <a:pt x="0" y="13233"/>
                </a:lnTo>
                <a:lnTo>
                  <a:pt x="245" y="9875"/>
                </a:lnTo>
                <a:lnTo>
                  <a:pt x="554" y="7544"/>
                </a:lnTo>
                <a:lnTo>
                  <a:pt x="1102" y="5639"/>
                </a:lnTo>
                <a:lnTo>
                  <a:pt x="2059" y="3559"/>
                </a:lnTo>
                <a:lnTo>
                  <a:pt x="3600" y="702"/>
                </a:lnTo>
                <a:close/>
              </a:path>
            </a:pathLst>
          </a:custGeom>
          <a:solidFill>
            <a:srgbClr val="ED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6" name="contour_11044"/>
          <p:cNvSpPr/>
          <p:nvPr/>
        </p:nvSpPr>
        <p:spPr>
          <a:xfrm>
            <a:off x="10679994" y="5735649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086" y="335"/>
                </a:lnTo>
                <a:lnTo>
                  <a:pt x="12571" y="670"/>
                </a:lnTo>
                <a:lnTo>
                  <a:pt x="14062" y="1004"/>
                </a:lnTo>
                <a:lnTo>
                  <a:pt x="15554" y="1339"/>
                </a:lnTo>
                <a:lnTo>
                  <a:pt x="17054" y="1677"/>
                </a:lnTo>
                <a:lnTo>
                  <a:pt x="18562" y="2017"/>
                </a:lnTo>
                <a:lnTo>
                  <a:pt x="20076" y="2357"/>
                </a:lnTo>
                <a:lnTo>
                  <a:pt x="21600" y="2700"/>
                </a:lnTo>
                <a:lnTo>
                  <a:pt x="20486" y="3537"/>
                </a:lnTo>
                <a:lnTo>
                  <a:pt x="19368" y="4374"/>
                </a:lnTo>
                <a:lnTo>
                  <a:pt x="18240" y="5219"/>
                </a:lnTo>
                <a:lnTo>
                  <a:pt x="17100" y="6075"/>
                </a:lnTo>
                <a:lnTo>
                  <a:pt x="15598" y="7403"/>
                </a:lnTo>
                <a:lnTo>
                  <a:pt x="14268" y="8737"/>
                </a:lnTo>
                <a:lnTo>
                  <a:pt x="13090" y="10095"/>
                </a:lnTo>
                <a:lnTo>
                  <a:pt x="12041" y="11491"/>
                </a:lnTo>
                <a:lnTo>
                  <a:pt x="11095" y="12941"/>
                </a:lnTo>
                <a:lnTo>
                  <a:pt x="10236" y="14467"/>
                </a:lnTo>
                <a:lnTo>
                  <a:pt x="9439" y="16076"/>
                </a:lnTo>
                <a:lnTo>
                  <a:pt x="8683" y="17790"/>
                </a:lnTo>
                <a:lnTo>
                  <a:pt x="7944" y="19626"/>
                </a:lnTo>
                <a:lnTo>
                  <a:pt x="7200" y="21600"/>
                </a:lnTo>
                <a:lnTo>
                  <a:pt x="6182" y="20072"/>
                </a:lnTo>
                <a:lnTo>
                  <a:pt x="5162" y="18544"/>
                </a:lnTo>
                <a:lnTo>
                  <a:pt x="4140" y="17010"/>
                </a:lnTo>
                <a:lnTo>
                  <a:pt x="3113" y="15471"/>
                </a:lnTo>
                <a:lnTo>
                  <a:pt x="2083" y="13924"/>
                </a:lnTo>
                <a:lnTo>
                  <a:pt x="1044" y="12369"/>
                </a:lnTo>
                <a:lnTo>
                  <a:pt x="0" y="10800"/>
                </a:lnTo>
                <a:lnTo>
                  <a:pt x="1586" y="10522"/>
                </a:lnTo>
                <a:lnTo>
                  <a:pt x="3182" y="10241"/>
                </a:lnTo>
                <a:lnTo>
                  <a:pt x="4800" y="9958"/>
                </a:lnTo>
                <a:lnTo>
                  <a:pt x="6751" y="9410"/>
                </a:lnTo>
                <a:lnTo>
                  <a:pt x="7997" y="8929"/>
                </a:lnTo>
                <a:lnTo>
                  <a:pt x="9600" y="8100"/>
                </a:lnTo>
                <a:lnTo>
                  <a:pt x="9888" y="6010"/>
                </a:lnTo>
                <a:lnTo>
                  <a:pt x="10032" y="4544"/>
                </a:lnTo>
                <a:lnTo>
                  <a:pt x="10032" y="3313"/>
                </a:lnTo>
                <a:lnTo>
                  <a:pt x="9888" y="1928"/>
                </a:lnTo>
                <a:lnTo>
                  <a:pt x="9600" y="0"/>
                </a:lnTo>
                <a:close/>
              </a:path>
            </a:pathLst>
          </a:custGeom>
          <a:solidFill>
            <a:srgbClr val="A4A5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7" name="contour_11045"/>
          <p:cNvSpPr/>
          <p:nvPr/>
        </p:nvSpPr>
        <p:spPr>
          <a:xfrm>
            <a:off x="927240" y="5728361"/>
            <a:ext cx="5243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90" y="0"/>
                </a:moveTo>
                <a:lnTo>
                  <a:pt x="10060" y="451"/>
                </a:lnTo>
                <a:lnTo>
                  <a:pt x="12501" y="792"/>
                </a:lnTo>
                <a:lnTo>
                  <a:pt x="14239" y="1092"/>
                </a:lnTo>
                <a:lnTo>
                  <a:pt x="15614" y="1416"/>
                </a:lnTo>
                <a:lnTo>
                  <a:pt x="16956" y="1829"/>
                </a:lnTo>
                <a:lnTo>
                  <a:pt x="18598" y="2400"/>
                </a:lnTo>
                <a:lnTo>
                  <a:pt x="19703" y="4258"/>
                </a:lnTo>
                <a:lnTo>
                  <a:pt x="20411" y="5561"/>
                </a:lnTo>
                <a:lnTo>
                  <a:pt x="20867" y="6655"/>
                </a:lnTo>
                <a:lnTo>
                  <a:pt x="21216" y="7886"/>
                </a:lnTo>
                <a:lnTo>
                  <a:pt x="21600" y="9600"/>
                </a:lnTo>
                <a:lnTo>
                  <a:pt x="20645" y="9646"/>
                </a:lnTo>
                <a:lnTo>
                  <a:pt x="17766" y="9787"/>
                </a:lnTo>
                <a:lnTo>
                  <a:pt x="15653" y="9972"/>
                </a:lnTo>
                <a:lnTo>
                  <a:pt x="13596" y="10176"/>
                </a:lnTo>
                <a:lnTo>
                  <a:pt x="11582" y="10416"/>
                </a:lnTo>
                <a:lnTo>
                  <a:pt x="9589" y="10704"/>
                </a:lnTo>
                <a:lnTo>
                  <a:pt x="7604" y="11054"/>
                </a:lnTo>
                <a:lnTo>
                  <a:pt x="5608" y="11482"/>
                </a:lnTo>
                <a:lnTo>
                  <a:pt x="3587" y="12000"/>
                </a:lnTo>
                <a:lnTo>
                  <a:pt x="2441" y="13594"/>
                </a:lnTo>
                <a:lnTo>
                  <a:pt x="1669" y="15070"/>
                </a:lnTo>
                <a:lnTo>
                  <a:pt x="1186" y="16522"/>
                </a:lnTo>
                <a:lnTo>
                  <a:pt x="904" y="18036"/>
                </a:lnTo>
                <a:lnTo>
                  <a:pt x="733" y="19699"/>
                </a:lnTo>
                <a:lnTo>
                  <a:pt x="585" y="21600"/>
                </a:lnTo>
                <a:lnTo>
                  <a:pt x="471" y="20138"/>
                </a:lnTo>
                <a:lnTo>
                  <a:pt x="372" y="18674"/>
                </a:lnTo>
                <a:lnTo>
                  <a:pt x="285" y="17213"/>
                </a:lnTo>
                <a:lnTo>
                  <a:pt x="210" y="15749"/>
                </a:lnTo>
                <a:lnTo>
                  <a:pt x="105" y="14117"/>
                </a:lnTo>
                <a:lnTo>
                  <a:pt x="0" y="12458"/>
                </a:lnTo>
                <a:lnTo>
                  <a:pt x="291" y="11040"/>
                </a:lnTo>
                <a:lnTo>
                  <a:pt x="585" y="9600"/>
                </a:lnTo>
                <a:lnTo>
                  <a:pt x="2369" y="8803"/>
                </a:lnTo>
                <a:lnTo>
                  <a:pt x="3587" y="8287"/>
                </a:lnTo>
                <a:lnTo>
                  <a:pt x="4806" y="7829"/>
                </a:lnTo>
                <a:lnTo>
                  <a:pt x="6590" y="7200"/>
                </a:lnTo>
                <a:lnTo>
                  <a:pt x="6770" y="5342"/>
                </a:lnTo>
                <a:lnTo>
                  <a:pt x="6860" y="4039"/>
                </a:lnTo>
                <a:lnTo>
                  <a:pt x="6860" y="2945"/>
                </a:lnTo>
                <a:lnTo>
                  <a:pt x="6770" y="1714"/>
                </a:lnTo>
                <a:lnTo>
                  <a:pt x="6590" y="0"/>
                </a:lnTo>
                <a:close/>
              </a:path>
            </a:pathLst>
          </a:custGeom>
          <a:solidFill>
            <a:srgbClr val="3C36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8" name="contour_11046"/>
          <p:cNvSpPr/>
          <p:nvPr/>
        </p:nvSpPr>
        <p:spPr>
          <a:xfrm>
            <a:off x="1371094" y="5706497"/>
            <a:ext cx="4586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6" y="0"/>
                </a:moveTo>
                <a:lnTo>
                  <a:pt x="2283" y="1786"/>
                </a:lnTo>
                <a:lnTo>
                  <a:pt x="3580" y="3600"/>
                </a:lnTo>
                <a:lnTo>
                  <a:pt x="5811" y="5267"/>
                </a:lnTo>
                <a:lnTo>
                  <a:pt x="7912" y="6426"/>
                </a:lnTo>
                <a:lnTo>
                  <a:pt x="9950" y="7160"/>
                </a:lnTo>
                <a:lnTo>
                  <a:pt x="11993" y="7549"/>
                </a:lnTo>
                <a:lnTo>
                  <a:pt x="14114" y="7668"/>
                </a:lnTo>
                <a:lnTo>
                  <a:pt x="16376" y="7596"/>
                </a:lnTo>
                <a:lnTo>
                  <a:pt x="18847" y="7412"/>
                </a:lnTo>
                <a:lnTo>
                  <a:pt x="21600" y="7200"/>
                </a:lnTo>
                <a:lnTo>
                  <a:pt x="21034" y="9576"/>
                </a:lnTo>
                <a:lnTo>
                  <a:pt x="20467" y="11956"/>
                </a:lnTo>
                <a:lnTo>
                  <a:pt x="19898" y="14346"/>
                </a:lnTo>
                <a:lnTo>
                  <a:pt x="19324" y="16747"/>
                </a:lnTo>
                <a:lnTo>
                  <a:pt x="18748" y="19163"/>
                </a:lnTo>
                <a:lnTo>
                  <a:pt x="18168" y="21600"/>
                </a:lnTo>
                <a:lnTo>
                  <a:pt x="15892" y="21492"/>
                </a:lnTo>
                <a:lnTo>
                  <a:pt x="13675" y="21341"/>
                </a:lnTo>
                <a:lnTo>
                  <a:pt x="11502" y="21114"/>
                </a:lnTo>
                <a:lnTo>
                  <a:pt x="9364" y="20794"/>
                </a:lnTo>
                <a:lnTo>
                  <a:pt x="7256" y="20347"/>
                </a:lnTo>
                <a:lnTo>
                  <a:pt x="5166" y="19750"/>
                </a:lnTo>
                <a:lnTo>
                  <a:pt x="3086" y="18979"/>
                </a:lnTo>
                <a:lnTo>
                  <a:pt x="1006" y="18000"/>
                </a:lnTo>
                <a:lnTo>
                  <a:pt x="432" y="15390"/>
                </a:lnTo>
                <a:lnTo>
                  <a:pt x="110" y="12830"/>
                </a:lnTo>
                <a:lnTo>
                  <a:pt x="0" y="10300"/>
                </a:lnTo>
                <a:lnTo>
                  <a:pt x="69" y="7772"/>
                </a:lnTo>
                <a:lnTo>
                  <a:pt x="281" y="5231"/>
                </a:lnTo>
                <a:lnTo>
                  <a:pt x="608" y="2646"/>
                </a:lnTo>
                <a:lnTo>
                  <a:pt x="1006" y="0"/>
                </a:lnTo>
                <a:close/>
              </a:path>
            </a:pathLst>
          </a:custGeom>
          <a:solidFill>
            <a:srgbClr val="6550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49" name="contour_11047"/>
          <p:cNvSpPr/>
          <p:nvPr/>
        </p:nvSpPr>
        <p:spPr>
          <a:xfrm>
            <a:off x="1198317" y="572107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90" y="359"/>
                </a:lnTo>
                <a:lnTo>
                  <a:pt x="2743" y="989"/>
                </a:lnTo>
                <a:lnTo>
                  <a:pt x="6750" y="2428"/>
                </a:lnTo>
                <a:lnTo>
                  <a:pt x="10217" y="3465"/>
                </a:lnTo>
                <a:lnTo>
                  <a:pt x="12586" y="3979"/>
                </a:lnTo>
                <a:lnTo>
                  <a:pt x="14432" y="3979"/>
                </a:lnTo>
                <a:lnTo>
                  <a:pt x="16340" y="3465"/>
                </a:lnTo>
                <a:lnTo>
                  <a:pt x="18900" y="2428"/>
                </a:lnTo>
                <a:lnTo>
                  <a:pt x="20239" y="1223"/>
                </a:lnTo>
                <a:lnTo>
                  <a:pt x="21600" y="0"/>
                </a:lnTo>
                <a:lnTo>
                  <a:pt x="21186" y="4994"/>
                </a:lnTo>
                <a:lnTo>
                  <a:pt x="20833" y="8506"/>
                </a:lnTo>
                <a:lnTo>
                  <a:pt x="20437" y="11007"/>
                </a:lnTo>
                <a:lnTo>
                  <a:pt x="19901" y="12986"/>
                </a:lnTo>
                <a:lnTo>
                  <a:pt x="19120" y="14917"/>
                </a:lnTo>
                <a:lnTo>
                  <a:pt x="18000" y="17280"/>
                </a:lnTo>
                <a:lnTo>
                  <a:pt x="15746" y="18304"/>
                </a:lnTo>
                <a:lnTo>
                  <a:pt x="13550" y="19120"/>
                </a:lnTo>
                <a:lnTo>
                  <a:pt x="11380" y="19764"/>
                </a:lnTo>
                <a:lnTo>
                  <a:pt x="9212" y="20269"/>
                </a:lnTo>
                <a:lnTo>
                  <a:pt x="7020" y="20671"/>
                </a:lnTo>
                <a:lnTo>
                  <a:pt x="4770" y="21004"/>
                </a:lnTo>
                <a:lnTo>
                  <a:pt x="2441" y="21302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7E69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0" name="contour_11048"/>
          <p:cNvSpPr/>
          <p:nvPr/>
        </p:nvSpPr>
        <p:spPr>
          <a:xfrm>
            <a:off x="8209365" y="5699209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302" y="2038"/>
                </a:lnTo>
                <a:lnTo>
                  <a:pt x="17175" y="4075"/>
                </a:lnTo>
                <a:lnTo>
                  <a:pt x="18051" y="6120"/>
                </a:lnTo>
                <a:lnTo>
                  <a:pt x="18931" y="8172"/>
                </a:lnTo>
                <a:lnTo>
                  <a:pt x="19816" y="10235"/>
                </a:lnTo>
                <a:lnTo>
                  <a:pt x="20705" y="12308"/>
                </a:lnTo>
                <a:lnTo>
                  <a:pt x="21600" y="14400"/>
                </a:lnTo>
                <a:lnTo>
                  <a:pt x="19560" y="14400"/>
                </a:lnTo>
                <a:lnTo>
                  <a:pt x="17508" y="14400"/>
                </a:lnTo>
                <a:lnTo>
                  <a:pt x="15429" y="14400"/>
                </a:lnTo>
                <a:lnTo>
                  <a:pt x="15429" y="16780"/>
                </a:lnTo>
                <a:lnTo>
                  <a:pt x="15429" y="19174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879" y="10901"/>
                </a:lnTo>
                <a:lnTo>
                  <a:pt x="2432" y="11074"/>
                </a:lnTo>
                <a:lnTo>
                  <a:pt x="5980" y="11477"/>
                </a:lnTo>
                <a:lnTo>
                  <a:pt x="8489" y="11477"/>
                </a:lnTo>
                <a:lnTo>
                  <a:pt x="10140" y="11304"/>
                </a:lnTo>
                <a:lnTo>
                  <a:pt x="12343" y="10800"/>
                </a:lnTo>
                <a:lnTo>
                  <a:pt x="13478" y="8122"/>
                </a:lnTo>
                <a:lnTo>
                  <a:pt x="14207" y="6221"/>
                </a:lnTo>
                <a:lnTo>
                  <a:pt x="14676" y="4579"/>
                </a:lnTo>
                <a:lnTo>
                  <a:pt x="15034" y="2678"/>
                </a:lnTo>
                <a:lnTo>
                  <a:pt x="15429" y="0"/>
                </a:lnTo>
                <a:close/>
              </a:path>
            </a:pathLst>
          </a:custGeom>
          <a:solidFill>
            <a:srgbClr val="3E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1" name="contour_11049"/>
          <p:cNvSpPr/>
          <p:nvPr/>
        </p:nvSpPr>
        <p:spPr>
          <a:xfrm>
            <a:off x="6773631" y="5684633"/>
            <a:ext cx="4582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78" y="0"/>
                </a:moveTo>
                <a:lnTo>
                  <a:pt x="18882" y="0"/>
                </a:lnTo>
                <a:lnTo>
                  <a:pt x="20614" y="0"/>
                </a:lnTo>
                <a:lnTo>
                  <a:pt x="20968" y="3013"/>
                </a:lnTo>
                <a:lnTo>
                  <a:pt x="21246" y="5543"/>
                </a:lnTo>
                <a:lnTo>
                  <a:pt x="21452" y="7649"/>
                </a:lnTo>
                <a:lnTo>
                  <a:pt x="21573" y="9392"/>
                </a:lnTo>
                <a:lnTo>
                  <a:pt x="21600" y="10832"/>
                </a:lnTo>
                <a:lnTo>
                  <a:pt x="21528" y="12036"/>
                </a:lnTo>
                <a:lnTo>
                  <a:pt x="21356" y="13059"/>
                </a:lnTo>
                <a:lnTo>
                  <a:pt x="21071" y="13964"/>
                </a:lnTo>
                <a:lnTo>
                  <a:pt x="20666" y="14815"/>
                </a:lnTo>
                <a:lnTo>
                  <a:pt x="20140" y="15671"/>
                </a:lnTo>
                <a:lnTo>
                  <a:pt x="19480" y="16593"/>
                </a:lnTo>
                <a:lnTo>
                  <a:pt x="18683" y="17643"/>
                </a:lnTo>
                <a:lnTo>
                  <a:pt x="17378" y="18537"/>
                </a:lnTo>
                <a:lnTo>
                  <a:pt x="16292" y="19189"/>
                </a:lnTo>
                <a:lnTo>
                  <a:pt x="15017" y="19792"/>
                </a:lnTo>
                <a:lnTo>
                  <a:pt x="13159" y="20531"/>
                </a:lnTo>
                <a:lnTo>
                  <a:pt x="10307" y="21600"/>
                </a:lnTo>
                <a:lnTo>
                  <a:pt x="7442" y="21259"/>
                </a:lnTo>
                <a:lnTo>
                  <a:pt x="5473" y="20976"/>
                </a:lnTo>
                <a:lnTo>
                  <a:pt x="3906" y="20647"/>
                </a:lnTo>
                <a:lnTo>
                  <a:pt x="2247" y="20170"/>
                </a:lnTo>
                <a:lnTo>
                  <a:pt x="0" y="19440"/>
                </a:lnTo>
                <a:lnTo>
                  <a:pt x="804" y="18131"/>
                </a:lnTo>
                <a:lnTo>
                  <a:pt x="1635" y="16848"/>
                </a:lnTo>
                <a:lnTo>
                  <a:pt x="2515" y="15589"/>
                </a:lnTo>
                <a:lnTo>
                  <a:pt x="3456" y="14355"/>
                </a:lnTo>
                <a:lnTo>
                  <a:pt x="4487" y="13146"/>
                </a:lnTo>
                <a:lnTo>
                  <a:pt x="5617" y="11960"/>
                </a:lnTo>
                <a:lnTo>
                  <a:pt x="6871" y="10800"/>
                </a:lnTo>
                <a:lnTo>
                  <a:pt x="9634" y="10541"/>
                </a:lnTo>
                <a:lnTo>
                  <a:pt x="11551" y="10411"/>
                </a:lnTo>
                <a:lnTo>
                  <a:pt x="13117" y="10411"/>
                </a:lnTo>
                <a:lnTo>
                  <a:pt x="14828" y="10541"/>
                </a:lnTo>
                <a:lnTo>
                  <a:pt x="17178" y="10800"/>
                </a:lnTo>
                <a:lnTo>
                  <a:pt x="17178" y="9273"/>
                </a:lnTo>
                <a:lnTo>
                  <a:pt x="17178" y="7744"/>
                </a:lnTo>
                <a:lnTo>
                  <a:pt x="17178" y="6210"/>
                </a:lnTo>
                <a:lnTo>
                  <a:pt x="17178" y="4670"/>
                </a:lnTo>
                <a:lnTo>
                  <a:pt x="17178" y="3123"/>
                </a:lnTo>
                <a:lnTo>
                  <a:pt x="17178" y="1568"/>
                </a:lnTo>
                <a:lnTo>
                  <a:pt x="17178" y="0"/>
                </a:lnTo>
                <a:close/>
              </a:path>
            </a:pathLst>
          </a:custGeom>
          <a:solidFill>
            <a:srgbClr val="4C45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2" name="contour_11050"/>
          <p:cNvSpPr/>
          <p:nvPr/>
        </p:nvSpPr>
        <p:spPr>
          <a:xfrm>
            <a:off x="1577293" y="570649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875" y="2354"/>
                </a:lnTo>
                <a:lnTo>
                  <a:pt x="19400" y="4079"/>
                </a:lnTo>
                <a:lnTo>
                  <a:pt x="19789" y="6012"/>
                </a:lnTo>
                <a:lnTo>
                  <a:pt x="20250" y="9000"/>
                </a:lnTo>
                <a:lnTo>
                  <a:pt x="20657" y="11513"/>
                </a:lnTo>
                <a:lnTo>
                  <a:pt x="21067" y="14062"/>
                </a:lnTo>
                <a:lnTo>
                  <a:pt x="21197" y="15041"/>
                </a:lnTo>
                <a:lnTo>
                  <a:pt x="21600" y="18000"/>
                </a:lnTo>
                <a:lnTo>
                  <a:pt x="17665" y="19307"/>
                </a:lnTo>
                <a:lnTo>
                  <a:pt x="14879" y="20196"/>
                </a:lnTo>
                <a:lnTo>
                  <a:pt x="12838" y="20768"/>
                </a:lnTo>
                <a:lnTo>
                  <a:pt x="11146" y="21128"/>
                </a:lnTo>
                <a:lnTo>
                  <a:pt x="9400" y="21373"/>
                </a:lnTo>
                <a:lnTo>
                  <a:pt x="7200" y="21600"/>
                </a:lnTo>
                <a:lnTo>
                  <a:pt x="4432" y="19969"/>
                </a:lnTo>
                <a:lnTo>
                  <a:pt x="2758" y="18677"/>
                </a:lnTo>
                <a:lnTo>
                  <a:pt x="1505" y="17042"/>
                </a:lnTo>
                <a:lnTo>
                  <a:pt x="0" y="14400"/>
                </a:lnTo>
                <a:lnTo>
                  <a:pt x="504" y="11545"/>
                </a:lnTo>
                <a:lnTo>
                  <a:pt x="1112" y="9061"/>
                </a:lnTo>
                <a:lnTo>
                  <a:pt x="1944" y="6862"/>
                </a:lnTo>
                <a:lnTo>
                  <a:pt x="3121" y="4864"/>
                </a:lnTo>
                <a:lnTo>
                  <a:pt x="4759" y="2977"/>
                </a:lnTo>
                <a:lnTo>
                  <a:pt x="6977" y="1123"/>
                </a:lnTo>
                <a:lnTo>
                  <a:pt x="8899" y="576"/>
                </a:lnTo>
                <a:lnTo>
                  <a:pt x="10436" y="241"/>
                </a:lnTo>
                <a:lnTo>
                  <a:pt x="12110" y="72"/>
                </a:lnTo>
                <a:lnTo>
                  <a:pt x="14458" y="7"/>
                </a:lnTo>
                <a:lnTo>
                  <a:pt x="18000" y="0"/>
                </a:lnTo>
                <a:close/>
              </a:path>
            </a:pathLst>
          </a:custGeom>
          <a:solidFill>
            <a:srgbClr val="1E1D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3" name="contour_11051"/>
          <p:cNvSpPr/>
          <p:nvPr/>
        </p:nvSpPr>
        <p:spPr>
          <a:xfrm>
            <a:off x="7400398" y="5690610"/>
            <a:ext cx="58304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7166" y="210"/>
                </a:lnTo>
                <a:lnTo>
                  <a:pt x="8470" y="0"/>
                </a:lnTo>
                <a:lnTo>
                  <a:pt x="9701" y="0"/>
                </a:lnTo>
                <a:lnTo>
                  <a:pt x="11248" y="210"/>
                </a:lnTo>
                <a:lnTo>
                  <a:pt x="13500" y="629"/>
                </a:lnTo>
                <a:lnTo>
                  <a:pt x="14828" y="2478"/>
                </a:lnTo>
                <a:lnTo>
                  <a:pt x="16079" y="4383"/>
                </a:lnTo>
                <a:lnTo>
                  <a:pt x="17264" y="6337"/>
                </a:lnTo>
                <a:lnTo>
                  <a:pt x="18395" y="8343"/>
                </a:lnTo>
                <a:lnTo>
                  <a:pt x="19489" y="10391"/>
                </a:lnTo>
                <a:lnTo>
                  <a:pt x="20552" y="12481"/>
                </a:lnTo>
                <a:lnTo>
                  <a:pt x="21600" y="14610"/>
                </a:lnTo>
                <a:lnTo>
                  <a:pt x="20056" y="15284"/>
                </a:lnTo>
                <a:lnTo>
                  <a:pt x="18511" y="15948"/>
                </a:lnTo>
                <a:lnTo>
                  <a:pt x="16967" y="16605"/>
                </a:lnTo>
                <a:lnTo>
                  <a:pt x="15420" y="17256"/>
                </a:lnTo>
                <a:lnTo>
                  <a:pt x="13870" y="17902"/>
                </a:lnTo>
                <a:lnTo>
                  <a:pt x="12317" y="18542"/>
                </a:lnTo>
                <a:lnTo>
                  <a:pt x="11656" y="18839"/>
                </a:lnTo>
                <a:lnTo>
                  <a:pt x="9655" y="19730"/>
                </a:lnTo>
                <a:lnTo>
                  <a:pt x="8108" y="20335"/>
                </a:lnTo>
                <a:lnTo>
                  <a:pt x="6869" y="20733"/>
                </a:lnTo>
                <a:lnTo>
                  <a:pt x="5284" y="21097"/>
                </a:lnTo>
                <a:lnTo>
                  <a:pt x="2700" y="21600"/>
                </a:lnTo>
                <a:lnTo>
                  <a:pt x="1561" y="19632"/>
                </a:lnTo>
                <a:lnTo>
                  <a:pt x="899" y="18248"/>
                </a:lnTo>
                <a:lnTo>
                  <a:pt x="462" y="16794"/>
                </a:lnTo>
                <a:lnTo>
                  <a:pt x="0" y="14610"/>
                </a:lnTo>
                <a:lnTo>
                  <a:pt x="1785" y="14610"/>
                </a:lnTo>
                <a:lnTo>
                  <a:pt x="3580" y="14610"/>
                </a:lnTo>
                <a:lnTo>
                  <a:pt x="5400" y="14610"/>
                </a:lnTo>
                <a:lnTo>
                  <a:pt x="5400" y="12303"/>
                </a:lnTo>
                <a:lnTo>
                  <a:pt x="5400" y="9993"/>
                </a:lnTo>
                <a:lnTo>
                  <a:pt x="5400" y="7672"/>
                </a:lnTo>
                <a:lnTo>
                  <a:pt x="5400" y="5341"/>
                </a:lnTo>
                <a:lnTo>
                  <a:pt x="5400" y="2995"/>
                </a:lnTo>
                <a:lnTo>
                  <a:pt x="5400" y="629"/>
                </a:lnTo>
                <a:close/>
              </a:path>
            </a:pathLst>
          </a:custGeom>
          <a:solidFill>
            <a:srgbClr val="1D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4" name="contour_11052"/>
          <p:cNvSpPr/>
          <p:nvPr/>
        </p:nvSpPr>
        <p:spPr>
          <a:xfrm>
            <a:off x="5563824" y="5697701"/>
            <a:ext cx="65592" cy="296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098"/>
                </a:moveTo>
                <a:lnTo>
                  <a:pt x="4001" y="504"/>
                </a:lnTo>
                <a:lnTo>
                  <a:pt x="5167" y="154"/>
                </a:lnTo>
                <a:lnTo>
                  <a:pt x="6238" y="5"/>
                </a:lnTo>
                <a:lnTo>
                  <a:pt x="7553" y="0"/>
                </a:lnTo>
                <a:lnTo>
                  <a:pt x="9451" y="101"/>
                </a:lnTo>
                <a:lnTo>
                  <a:pt x="10711" y="138"/>
                </a:lnTo>
                <a:lnTo>
                  <a:pt x="11978" y="170"/>
                </a:lnTo>
                <a:lnTo>
                  <a:pt x="13265" y="207"/>
                </a:lnTo>
                <a:lnTo>
                  <a:pt x="14885" y="647"/>
                </a:lnTo>
                <a:lnTo>
                  <a:pt x="16342" y="1173"/>
                </a:lnTo>
                <a:lnTo>
                  <a:pt x="17688" y="1894"/>
                </a:lnTo>
                <a:lnTo>
                  <a:pt x="18977" y="2934"/>
                </a:lnTo>
                <a:lnTo>
                  <a:pt x="20263" y="4399"/>
                </a:lnTo>
                <a:lnTo>
                  <a:pt x="21600" y="6404"/>
                </a:lnTo>
                <a:lnTo>
                  <a:pt x="21600" y="9911"/>
                </a:lnTo>
                <a:lnTo>
                  <a:pt x="21600" y="13440"/>
                </a:lnTo>
                <a:lnTo>
                  <a:pt x="21600" y="17016"/>
                </a:lnTo>
                <a:lnTo>
                  <a:pt x="19927" y="18836"/>
                </a:lnTo>
                <a:lnTo>
                  <a:pt x="18403" y="20183"/>
                </a:lnTo>
                <a:lnTo>
                  <a:pt x="16958" y="21085"/>
                </a:lnTo>
                <a:lnTo>
                  <a:pt x="15521" y="21552"/>
                </a:lnTo>
                <a:lnTo>
                  <a:pt x="14021" y="21600"/>
                </a:lnTo>
                <a:lnTo>
                  <a:pt x="12386" y="21250"/>
                </a:lnTo>
                <a:lnTo>
                  <a:pt x="10548" y="20518"/>
                </a:lnTo>
                <a:lnTo>
                  <a:pt x="9293" y="19472"/>
                </a:lnTo>
                <a:lnTo>
                  <a:pt x="8028" y="18417"/>
                </a:lnTo>
                <a:lnTo>
                  <a:pt x="6749" y="17345"/>
                </a:lnTo>
                <a:lnTo>
                  <a:pt x="5477" y="16315"/>
                </a:lnTo>
                <a:lnTo>
                  <a:pt x="4195" y="15270"/>
                </a:lnTo>
                <a:lnTo>
                  <a:pt x="2897" y="14220"/>
                </a:lnTo>
                <a:lnTo>
                  <a:pt x="1459" y="12973"/>
                </a:lnTo>
                <a:lnTo>
                  <a:pt x="0" y="11710"/>
                </a:lnTo>
                <a:lnTo>
                  <a:pt x="463" y="8595"/>
                </a:lnTo>
                <a:lnTo>
                  <a:pt x="869" y="6452"/>
                </a:lnTo>
                <a:lnTo>
                  <a:pt x="1440" y="4287"/>
                </a:lnTo>
                <a:lnTo>
                  <a:pt x="2400" y="1098"/>
                </a:lnTo>
                <a:close/>
              </a:path>
            </a:pathLst>
          </a:custGeom>
          <a:solidFill>
            <a:srgbClr val="1C1C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5" name="contour_11053"/>
          <p:cNvSpPr/>
          <p:nvPr/>
        </p:nvSpPr>
        <p:spPr>
          <a:xfrm>
            <a:off x="8180213" y="5604465"/>
            <a:ext cx="51016" cy="583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230" y="1812"/>
                </a:lnTo>
                <a:lnTo>
                  <a:pt x="20844" y="3595"/>
                </a:lnTo>
                <a:lnTo>
                  <a:pt x="20437" y="5351"/>
                </a:lnTo>
                <a:lnTo>
                  <a:pt x="19999" y="7088"/>
                </a:lnTo>
                <a:lnTo>
                  <a:pt x="19523" y="8803"/>
                </a:lnTo>
                <a:lnTo>
                  <a:pt x="19002" y="10502"/>
                </a:lnTo>
                <a:lnTo>
                  <a:pt x="18425" y="12190"/>
                </a:lnTo>
                <a:lnTo>
                  <a:pt x="17789" y="13870"/>
                </a:lnTo>
                <a:lnTo>
                  <a:pt x="17083" y="15543"/>
                </a:lnTo>
                <a:lnTo>
                  <a:pt x="16299" y="17209"/>
                </a:lnTo>
                <a:lnTo>
                  <a:pt x="15429" y="18879"/>
                </a:lnTo>
                <a:lnTo>
                  <a:pt x="13534" y="19707"/>
                </a:lnTo>
                <a:lnTo>
                  <a:pt x="11673" y="20359"/>
                </a:lnTo>
                <a:lnTo>
                  <a:pt x="9825" y="20850"/>
                </a:lnTo>
                <a:lnTo>
                  <a:pt x="7967" y="21201"/>
                </a:lnTo>
                <a:lnTo>
                  <a:pt x="6076" y="21433"/>
                </a:lnTo>
                <a:lnTo>
                  <a:pt x="4132" y="21557"/>
                </a:lnTo>
                <a:lnTo>
                  <a:pt x="2114" y="21600"/>
                </a:lnTo>
                <a:lnTo>
                  <a:pt x="0" y="21576"/>
                </a:lnTo>
                <a:lnTo>
                  <a:pt x="580" y="19650"/>
                </a:lnTo>
                <a:lnTo>
                  <a:pt x="1031" y="18267"/>
                </a:lnTo>
                <a:lnTo>
                  <a:pt x="1500" y="17037"/>
                </a:lnTo>
                <a:lnTo>
                  <a:pt x="2135" y="15572"/>
                </a:lnTo>
                <a:lnTo>
                  <a:pt x="3086" y="13485"/>
                </a:lnTo>
                <a:lnTo>
                  <a:pt x="4582" y="12856"/>
                </a:lnTo>
                <a:lnTo>
                  <a:pt x="6100" y="12220"/>
                </a:lnTo>
                <a:lnTo>
                  <a:pt x="7949" y="11198"/>
                </a:lnTo>
                <a:lnTo>
                  <a:pt x="9390" y="10030"/>
                </a:lnTo>
                <a:lnTo>
                  <a:pt x="10513" y="8725"/>
                </a:lnTo>
                <a:lnTo>
                  <a:pt x="11414" y="7287"/>
                </a:lnTo>
                <a:lnTo>
                  <a:pt x="12182" y="5728"/>
                </a:lnTo>
                <a:lnTo>
                  <a:pt x="12914" y="4051"/>
                </a:lnTo>
                <a:lnTo>
                  <a:pt x="13694" y="2265"/>
                </a:lnTo>
                <a:lnTo>
                  <a:pt x="14123" y="1702"/>
                </a:lnTo>
                <a:lnTo>
                  <a:pt x="15429" y="0"/>
                </a:lnTo>
                <a:close/>
              </a:path>
            </a:pathLst>
          </a:custGeom>
          <a:solidFill>
            <a:srgbClr val="8C8E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6" name="contour_11054"/>
          <p:cNvSpPr/>
          <p:nvPr/>
        </p:nvSpPr>
        <p:spPr>
          <a:xfrm>
            <a:off x="2029148" y="561904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373"/>
                </a:lnTo>
                <a:lnTo>
                  <a:pt x="8104" y="783"/>
                </a:lnTo>
                <a:lnTo>
                  <a:pt x="10354" y="1220"/>
                </a:lnTo>
                <a:lnTo>
                  <a:pt x="12600" y="1685"/>
                </a:lnTo>
                <a:lnTo>
                  <a:pt x="15113" y="2160"/>
                </a:lnTo>
                <a:lnTo>
                  <a:pt x="17662" y="2635"/>
                </a:lnTo>
                <a:lnTo>
                  <a:pt x="19616" y="4007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C5AF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7" name="contour_11055"/>
          <p:cNvSpPr/>
          <p:nvPr/>
        </p:nvSpPr>
        <p:spPr>
          <a:xfrm>
            <a:off x="8559837" y="5590509"/>
            <a:ext cx="43079" cy="649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48" y="703"/>
                </a:moveTo>
                <a:lnTo>
                  <a:pt x="17010" y="1202"/>
                </a:lnTo>
                <a:lnTo>
                  <a:pt x="19291" y="1708"/>
                </a:lnTo>
                <a:lnTo>
                  <a:pt x="21600" y="2217"/>
                </a:lnTo>
                <a:lnTo>
                  <a:pt x="20734" y="3833"/>
                </a:lnTo>
                <a:lnTo>
                  <a:pt x="19861" y="5449"/>
                </a:lnTo>
                <a:lnTo>
                  <a:pt x="18987" y="7065"/>
                </a:lnTo>
                <a:lnTo>
                  <a:pt x="18110" y="8681"/>
                </a:lnTo>
                <a:lnTo>
                  <a:pt x="17230" y="10295"/>
                </a:lnTo>
                <a:lnTo>
                  <a:pt x="16349" y="11908"/>
                </a:lnTo>
                <a:lnTo>
                  <a:pt x="15607" y="13299"/>
                </a:lnTo>
                <a:lnTo>
                  <a:pt x="14854" y="14709"/>
                </a:lnTo>
                <a:lnTo>
                  <a:pt x="14065" y="16102"/>
                </a:lnTo>
                <a:lnTo>
                  <a:pt x="13243" y="17486"/>
                </a:lnTo>
                <a:lnTo>
                  <a:pt x="12391" y="18862"/>
                </a:lnTo>
                <a:lnTo>
                  <a:pt x="11522" y="20233"/>
                </a:lnTo>
                <a:lnTo>
                  <a:pt x="10637" y="21600"/>
                </a:lnTo>
                <a:lnTo>
                  <a:pt x="8825" y="21600"/>
                </a:lnTo>
                <a:lnTo>
                  <a:pt x="6983" y="21600"/>
                </a:lnTo>
                <a:lnTo>
                  <a:pt x="6154" y="20238"/>
                </a:lnTo>
                <a:lnTo>
                  <a:pt x="5375" y="18891"/>
                </a:lnTo>
                <a:lnTo>
                  <a:pt x="4644" y="17544"/>
                </a:lnTo>
                <a:lnTo>
                  <a:pt x="3950" y="16192"/>
                </a:lnTo>
                <a:lnTo>
                  <a:pt x="3285" y="14821"/>
                </a:lnTo>
                <a:lnTo>
                  <a:pt x="2646" y="13423"/>
                </a:lnTo>
                <a:lnTo>
                  <a:pt x="1915" y="11904"/>
                </a:lnTo>
                <a:lnTo>
                  <a:pt x="1177" y="10375"/>
                </a:lnTo>
                <a:lnTo>
                  <a:pt x="431" y="8824"/>
                </a:lnTo>
                <a:lnTo>
                  <a:pt x="84" y="6757"/>
                </a:lnTo>
                <a:lnTo>
                  <a:pt x="0" y="5345"/>
                </a:lnTo>
                <a:lnTo>
                  <a:pt x="274" y="4233"/>
                </a:lnTo>
                <a:lnTo>
                  <a:pt x="990" y="3075"/>
                </a:lnTo>
                <a:lnTo>
                  <a:pt x="2229" y="1517"/>
                </a:lnTo>
                <a:lnTo>
                  <a:pt x="5079" y="574"/>
                </a:lnTo>
                <a:lnTo>
                  <a:pt x="7323" y="92"/>
                </a:lnTo>
                <a:lnTo>
                  <a:pt x="9395" y="0"/>
                </a:lnTo>
                <a:lnTo>
                  <a:pt x="11726" y="228"/>
                </a:lnTo>
                <a:lnTo>
                  <a:pt x="14748" y="703"/>
                </a:lnTo>
                <a:close/>
              </a:path>
            </a:pathLst>
          </a:custGeom>
          <a:solidFill>
            <a:srgbClr val="DEDF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8" name="contour_11056"/>
          <p:cNvSpPr/>
          <p:nvPr/>
        </p:nvSpPr>
        <p:spPr>
          <a:xfrm>
            <a:off x="6932225" y="5589889"/>
            <a:ext cx="3052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90" y="0"/>
                </a:moveTo>
                <a:lnTo>
                  <a:pt x="9799" y="0"/>
                </a:lnTo>
                <a:lnTo>
                  <a:pt x="13229" y="0"/>
                </a:lnTo>
                <a:lnTo>
                  <a:pt x="16705" y="0"/>
                </a:lnTo>
                <a:lnTo>
                  <a:pt x="18062" y="1892"/>
                </a:lnTo>
                <a:lnTo>
                  <a:pt x="18887" y="3283"/>
                </a:lnTo>
                <a:lnTo>
                  <a:pt x="19506" y="4866"/>
                </a:lnTo>
                <a:lnTo>
                  <a:pt x="20254" y="7329"/>
                </a:lnTo>
                <a:lnTo>
                  <a:pt x="20919" y="9374"/>
                </a:lnTo>
                <a:lnTo>
                  <a:pt x="21600" y="11451"/>
                </a:lnTo>
                <a:lnTo>
                  <a:pt x="21569" y="13836"/>
                </a:lnTo>
                <a:lnTo>
                  <a:pt x="21105" y="15857"/>
                </a:lnTo>
                <a:lnTo>
                  <a:pt x="20166" y="17700"/>
                </a:lnTo>
                <a:lnTo>
                  <a:pt x="18712" y="19551"/>
                </a:lnTo>
                <a:lnTo>
                  <a:pt x="16705" y="21600"/>
                </a:lnTo>
                <a:lnTo>
                  <a:pt x="12868" y="21298"/>
                </a:lnTo>
                <a:lnTo>
                  <a:pt x="10145" y="20986"/>
                </a:lnTo>
                <a:lnTo>
                  <a:pt x="7793" y="20517"/>
                </a:lnTo>
                <a:lnTo>
                  <a:pt x="5070" y="19742"/>
                </a:lnTo>
                <a:lnTo>
                  <a:pt x="1233" y="18514"/>
                </a:lnTo>
                <a:lnTo>
                  <a:pt x="588" y="16293"/>
                </a:lnTo>
                <a:lnTo>
                  <a:pt x="186" y="14089"/>
                </a:lnTo>
                <a:lnTo>
                  <a:pt x="0" y="11899"/>
                </a:lnTo>
                <a:lnTo>
                  <a:pt x="26" y="9714"/>
                </a:lnTo>
                <a:lnTo>
                  <a:pt x="248" y="7523"/>
                </a:lnTo>
                <a:lnTo>
                  <a:pt x="655" y="5317"/>
                </a:lnTo>
                <a:lnTo>
                  <a:pt x="1233" y="3086"/>
                </a:lnTo>
                <a:lnTo>
                  <a:pt x="3791" y="1555"/>
                </a:lnTo>
                <a:lnTo>
                  <a:pt x="6390" y="0"/>
                </a:lnTo>
                <a:close/>
              </a:path>
            </a:pathLst>
          </a:custGeom>
          <a:solidFill>
            <a:srgbClr val="F0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59" name="contour_11057"/>
          <p:cNvSpPr/>
          <p:nvPr/>
        </p:nvSpPr>
        <p:spPr>
          <a:xfrm>
            <a:off x="10701858" y="5582601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0"/>
                </a:lnTo>
                <a:lnTo>
                  <a:pt x="3170" y="0"/>
                </a:lnTo>
                <a:lnTo>
                  <a:pt x="4764" y="0"/>
                </a:lnTo>
                <a:lnTo>
                  <a:pt x="6365" y="0"/>
                </a:lnTo>
                <a:lnTo>
                  <a:pt x="7975" y="0"/>
                </a:lnTo>
                <a:lnTo>
                  <a:pt x="9600" y="0"/>
                </a:lnTo>
                <a:lnTo>
                  <a:pt x="9600" y="2856"/>
                </a:lnTo>
                <a:lnTo>
                  <a:pt x="9600" y="5728"/>
                </a:lnTo>
                <a:lnTo>
                  <a:pt x="9600" y="8640"/>
                </a:lnTo>
                <a:lnTo>
                  <a:pt x="11086" y="8104"/>
                </a:lnTo>
                <a:lnTo>
                  <a:pt x="12571" y="7569"/>
                </a:lnTo>
                <a:lnTo>
                  <a:pt x="14062" y="7033"/>
                </a:lnTo>
                <a:lnTo>
                  <a:pt x="15554" y="6497"/>
                </a:lnTo>
                <a:lnTo>
                  <a:pt x="17054" y="5957"/>
                </a:lnTo>
                <a:lnTo>
                  <a:pt x="18562" y="5413"/>
                </a:lnTo>
                <a:lnTo>
                  <a:pt x="20076" y="4869"/>
                </a:lnTo>
                <a:lnTo>
                  <a:pt x="21600" y="4320"/>
                </a:lnTo>
                <a:lnTo>
                  <a:pt x="21600" y="7171"/>
                </a:lnTo>
                <a:lnTo>
                  <a:pt x="21600" y="10027"/>
                </a:lnTo>
                <a:lnTo>
                  <a:pt x="21600" y="12895"/>
                </a:lnTo>
                <a:lnTo>
                  <a:pt x="21600" y="15777"/>
                </a:lnTo>
                <a:lnTo>
                  <a:pt x="21600" y="18675"/>
                </a:lnTo>
                <a:lnTo>
                  <a:pt x="21600" y="21600"/>
                </a:lnTo>
                <a:lnTo>
                  <a:pt x="19577" y="21233"/>
                </a:lnTo>
                <a:lnTo>
                  <a:pt x="17693" y="20745"/>
                </a:lnTo>
                <a:lnTo>
                  <a:pt x="15931" y="20123"/>
                </a:lnTo>
                <a:lnTo>
                  <a:pt x="14280" y="19349"/>
                </a:lnTo>
                <a:lnTo>
                  <a:pt x="12720" y="18416"/>
                </a:lnTo>
                <a:lnTo>
                  <a:pt x="11237" y="17310"/>
                </a:lnTo>
                <a:lnTo>
                  <a:pt x="9814" y="16019"/>
                </a:lnTo>
                <a:lnTo>
                  <a:pt x="8438" y="14528"/>
                </a:lnTo>
                <a:lnTo>
                  <a:pt x="7090" y="12826"/>
                </a:lnTo>
                <a:lnTo>
                  <a:pt x="5755" y="10895"/>
                </a:lnTo>
                <a:lnTo>
                  <a:pt x="4421" y="8731"/>
                </a:lnTo>
                <a:lnTo>
                  <a:pt x="3065" y="6312"/>
                </a:lnTo>
                <a:lnTo>
                  <a:pt x="1678" y="3629"/>
                </a:lnTo>
                <a:lnTo>
                  <a:pt x="845" y="1827"/>
                </a:lnTo>
                <a:lnTo>
                  <a:pt x="0" y="0"/>
                </a:lnTo>
                <a:close/>
              </a:path>
            </a:pathLst>
          </a:custGeom>
          <a:solidFill>
            <a:srgbClr val="5F5A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0" name="contour_11058"/>
          <p:cNvSpPr/>
          <p:nvPr/>
        </p:nvSpPr>
        <p:spPr>
          <a:xfrm>
            <a:off x="9776283" y="5580452"/>
            <a:ext cx="72880" cy="313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60" y="126"/>
                </a:moveTo>
                <a:lnTo>
                  <a:pt x="16034" y="966"/>
                </a:lnTo>
                <a:lnTo>
                  <a:pt x="17127" y="1740"/>
                </a:lnTo>
                <a:lnTo>
                  <a:pt x="17993" y="2897"/>
                </a:lnTo>
                <a:lnTo>
                  <a:pt x="19086" y="4878"/>
                </a:lnTo>
                <a:lnTo>
                  <a:pt x="19779" y="7398"/>
                </a:lnTo>
                <a:lnTo>
                  <a:pt x="20272" y="9455"/>
                </a:lnTo>
                <a:lnTo>
                  <a:pt x="20801" y="12145"/>
                </a:lnTo>
                <a:lnTo>
                  <a:pt x="21600" y="16571"/>
                </a:lnTo>
                <a:lnTo>
                  <a:pt x="20630" y="18231"/>
                </a:lnTo>
                <a:lnTo>
                  <a:pt x="19857" y="19307"/>
                </a:lnTo>
                <a:lnTo>
                  <a:pt x="18874" y="20272"/>
                </a:lnTo>
                <a:lnTo>
                  <a:pt x="17280" y="21600"/>
                </a:lnTo>
                <a:lnTo>
                  <a:pt x="15755" y="20956"/>
                </a:lnTo>
                <a:lnTo>
                  <a:pt x="14262" y="20262"/>
                </a:lnTo>
                <a:lnTo>
                  <a:pt x="12792" y="19518"/>
                </a:lnTo>
                <a:lnTo>
                  <a:pt x="11325" y="18713"/>
                </a:lnTo>
                <a:lnTo>
                  <a:pt x="9856" y="17838"/>
                </a:lnTo>
                <a:lnTo>
                  <a:pt x="8370" y="16883"/>
                </a:lnTo>
                <a:lnTo>
                  <a:pt x="7160" y="16128"/>
                </a:lnTo>
                <a:lnTo>
                  <a:pt x="5934" y="15359"/>
                </a:lnTo>
                <a:lnTo>
                  <a:pt x="4447" y="14423"/>
                </a:lnTo>
                <a:lnTo>
                  <a:pt x="2964" y="13473"/>
                </a:lnTo>
                <a:lnTo>
                  <a:pt x="1482" y="12512"/>
                </a:lnTo>
                <a:lnTo>
                  <a:pt x="0" y="11542"/>
                </a:lnTo>
                <a:lnTo>
                  <a:pt x="1272" y="8268"/>
                </a:lnTo>
                <a:lnTo>
                  <a:pt x="2519" y="5668"/>
                </a:lnTo>
                <a:lnTo>
                  <a:pt x="3761" y="3661"/>
                </a:lnTo>
                <a:lnTo>
                  <a:pt x="5022" y="2178"/>
                </a:lnTo>
                <a:lnTo>
                  <a:pt x="6324" y="1142"/>
                </a:lnTo>
                <a:lnTo>
                  <a:pt x="7692" y="483"/>
                </a:lnTo>
                <a:lnTo>
                  <a:pt x="9145" y="126"/>
                </a:lnTo>
                <a:lnTo>
                  <a:pt x="10709" y="0"/>
                </a:lnTo>
                <a:lnTo>
                  <a:pt x="12407" y="25"/>
                </a:lnTo>
                <a:lnTo>
                  <a:pt x="14260" y="126"/>
                </a:lnTo>
                <a:close/>
              </a:path>
            </a:pathLst>
          </a:custGeom>
          <a:solidFill>
            <a:srgbClr val="F5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1" name="contour_11059"/>
          <p:cNvSpPr/>
          <p:nvPr/>
        </p:nvSpPr>
        <p:spPr>
          <a:xfrm>
            <a:off x="4186394" y="5589175"/>
            <a:ext cx="109320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15"/>
                </a:moveTo>
                <a:lnTo>
                  <a:pt x="953" y="352"/>
                </a:lnTo>
                <a:lnTo>
                  <a:pt x="1908" y="292"/>
                </a:lnTo>
                <a:lnTo>
                  <a:pt x="2861" y="242"/>
                </a:lnTo>
                <a:lnTo>
                  <a:pt x="3816" y="195"/>
                </a:lnTo>
                <a:lnTo>
                  <a:pt x="4769" y="153"/>
                </a:lnTo>
                <a:lnTo>
                  <a:pt x="5656" y="102"/>
                </a:lnTo>
                <a:lnTo>
                  <a:pt x="6549" y="51"/>
                </a:lnTo>
                <a:lnTo>
                  <a:pt x="7453" y="0"/>
                </a:lnTo>
                <a:lnTo>
                  <a:pt x="8531" y="254"/>
                </a:lnTo>
                <a:lnTo>
                  <a:pt x="9543" y="665"/>
                </a:lnTo>
                <a:lnTo>
                  <a:pt x="10512" y="1216"/>
                </a:lnTo>
                <a:lnTo>
                  <a:pt x="11460" y="1898"/>
                </a:lnTo>
                <a:lnTo>
                  <a:pt x="12408" y="2707"/>
                </a:lnTo>
                <a:lnTo>
                  <a:pt x="13382" y="3627"/>
                </a:lnTo>
                <a:lnTo>
                  <a:pt x="14400" y="4652"/>
                </a:lnTo>
                <a:lnTo>
                  <a:pt x="15584" y="4889"/>
                </a:lnTo>
                <a:lnTo>
                  <a:pt x="16381" y="4995"/>
                </a:lnTo>
                <a:lnTo>
                  <a:pt x="17156" y="4995"/>
                </a:lnTo>
                <a:lnTo>
                  <a:pt x="18271" y="4915"/>
                </a:lnTo>
                <a:lnTo>
                  <a:pt x="19215" y="4856"/>
                </a:lnTo>
                <a:lnTo>
                  <a:pt x="20177" y="4800"/>
                </a:lnTo>
                <a:lnTo>
                  <a:pt x="20883" y="4728"/>
                </a:lnTo>
                <a:lnTo>
                  <a:pt x="21600" y="4652"/>
                </a:lnTo>
                <a:lnTo>
                  <a:pt x="20678" y="5089"/>
                </a:lnTo>
                <a:lnTo>
                  <a:pt x="19750" y="5529"/>
                </a:lnTo>
                <a:lnTo>
                  <a:pt x="18809" y="5974"/>
                </a:lnTo>
                <a:lnTo>
                  <a:pt x="17868" y="6652"/>
                </a:lnTo>
                <a:lnTo>
                  <a:pt x="17245" y="7182"/>
                </a:lnTo>
                <a:lnTo>
                  <a:pt x="16662" y="7838"/>
                </a:lnTo>
                <a:lnTo>
                  <a:pt x="15840" y="8889"/>
                </a:lnTo>
                <a:lnTo>
                  <a:pt x="15310" y="12169"/>
                </a:lnTo>
                <a:lnTo>
                  <a:pt x="14970" y="14469"/>
                </a:lnTo>
                <a:lnTo>
                  <a:pt x="14751" y="16401"/>
                </a:lnTo>
                <a:lnTo>
                  <a:pt x="14584" y="18575"/>
                </a:lnTo>
                <a:lnTo>
                  <a:pt x="14400" y="21600"/>
                </a:lnTo>
                <a:lnTo>
                  <a:pt x="14162" y="20948"/>
                </a:lnTo>
                <a:lnTo>
                  <a:pt x="13444" y="18969"/>
                </a:lnTo>
                <a:lnTo>
                  <a:pt x="12551" y="16850"/>
                </a:lnTo>
                <a:lnTo>
                  <a:pt x="11664" y="14961"/>
                </a:lnTo>
                <a:lnTo>
                  <a:pt x="10780" y="13291"/>
                </a:lnTo>
                <a:lnTo>
                  <a:pt x="9893" y="11825"/>
                </a:lnTo>
                <a:lnTo>
                  <a:pt x="8999" y="10542"/>
                </a:lnTo>
                <a:lnTo>
                  <a:pt x="8094" y="9427"/>
                </a:lnTo>
                <a:lnTo>
                  <a:pt x="7176" y="8461"/>
                </a:lnTo>
                <a:lnTo>
                  <a:pt x="6238" y="7635"/>
                </a:lnTo>
                <a:lnTo>
                  <a:pt x="5279" y="6932"/>
                </a:lnTo>
                <a:lnTo>
                  <a:pt x="4293" y="6330"/>
                </a:lnTo>
                <a:lnTo>
                  <a:pt x="3275" y="5817"/>
                </a:lnTo>
                <a:lnTo>
                  <a:pt x="2223" y="5381"/>
                </a:lnTo>
                <a:lnTo>
                  <a:pt x="1133" y="4995"/>
                </a:lnTo>
                <a:lnTo>
                  <a:pt x="0" y="4652"/>
                </a:lnTo>
                <a:lnTo>
                  <a:pt x="0" y="2551"/>
                </a:lnTo>
                <a:lnTo>
                  <a:pt x="0" y="415"/>
                </a:lnTo>
                <a:close/>
              </a:path>
            </a:pathLst>
          </a:custGeom>
          <a:solidFill>
            <a:srgbClr val="E8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2" name="contour_11060"/>
          <p:cNvSpPr/>
          <p:nvPr/>
        </p:nvSpPr>
        <p:spPr>
          <a:xfrm>
            <a:off x="3858434" y="5568026"/>
            <a:ext cx="72880" cy="37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2532" y="2470"/>
                </a:lnTo>
                <a:lnTo>
                  <a:pt x="12102" y="4949"/>
                </a:lnTo>
                <a:lnTo>
                  <a:pt x="11673" y="7436"/>
                </a:lnTo>
                <a:lnTo>
                  <a:pt x="11238" y="9943"/>
                </a:lnTo>
                <a:lnTo>
                  <a:pt x="10800" y="12476"/>
                </a:lnTo>
                <a:lnTo>
                  <a:pt x="11973" y="12854"/>
                </a:lnTo>
                <a:lnTo>
                  <a:pt x="13163" y="13241"/>
                </a:lnTo>
                <a:lnTo>
                  <a:pt x="14167" y="13586"/>
                </a:lnTo>
                <a:lnTo>
                  <a:pt x="15176" y="13940"/>
                </a:lnTo>
                <a:lnTo>
                  <a:pt x="16200" y="14297"/>
                </a:lnTo>
                <a:lnTo>
                  <a:pt x="17708" y="14805"/>
                </a:lnTo>
                <a:lnTo>
                  <a:pt x="19237" y="15320"/>
                </a:lnTo>
                <a:lnTo>
                  <a:pt x="20410" y="15973"/>
                </a:lnTo>
                <a:lnTo>
                  <a:pt x="21600" y="16635"/>
                </a:lnTo>
                <a:lnTo>
                  <a:pt x="21600" y="18697"/>
                </a:lnTo>
                <a:lnTo>
                  <a:pt x="21600" y="20793"/>
                </a:lnTo>
                <a:lnTo>
                  <a:pt x="18382" y="21097"/>
                </a:lnTo>
                <a:lnTo>
                  <a:pt x="15645" y="21338"/>
                </a:lnTo>
                <a:lnTo>
                  <a:pt x="13338" y="21509"/>
                </a:lnTo>
                <a:lnTo>
                  <a:pt x="11409" y="21600"/>
                </a:lnTo>
                <a:lnTo>
                  <a:pt x="9802" y="21600"/>
                </a:lnTo>
                <a:lnTo>
                  <a:pt x="8467" y="21500"/>
                </a:lnTo>
                <a:lnTo>
                  <a:pt x="7353" y="21292"/>
                </a:lnTo>
                <a:lnTo>
                  <a:pt x="6402" y="20960"/>
                </a:lnTo>
                <a:lnTo>
                  <a:pt x="5564" y="20498"/>
                </a:lnTo>
                <a:lnTo>
                  <a:pt x="4789" y="19899"/>
                </a:lnTo>
                <a:lnTo>
                  <a:pt x="4020" y="19146"/>
                </a:lnTo>
                <a:lnTo>
                  <a:pt x="3205" y="18236"/>
                </a:lnTo>
                <a:lnTo>
                  <a:pt x="2294" y="17154"/>
                </a:lnTo>
                <a:lnTo>
                  <a:pt x="1175" y="14805"/>
                </a:lnTo>
                <a:lnTo>
                  <a:pt x="495" y="12954"/>
                </a:lnTo>
                <a:lnTo>
                  <a:pt x="147" y="10979"/>
                </a:lnTo>
                <a:lnTo>
                  <a:pt x="17" y="8255"/>
                </a:lnTo>
                <a:lnTo>
                  <a:pt x="0" y="4159"/>
                </a:lnTo>
                <a:lnTo>
                  <a:pt x="1510" y="3227"/>
                </a:lnTo>
                <a:lnTo>
                  <a:pt x="2948" y="2429"/>
                </a:lnTo>
                <a:lnTo>
                  <a:pt x="4337" y="1751"/>
                </a:lnTo>
                <a:lnTo>
                  <a:pt x="5702" y="1194"/>
                </a:lnTo>
                <a:lnTo>
                  <a:pt x="7065" y="749"/>
                </a:lnTo>
                <a:lnTo>
                  <a:pt x="8450" y="412"/>
                </a:lnTo>
                <a:lnTo>
                  <a:pt x="9878" y="179"/>
                </a:lnTo>
                <a:lnTo>
                  <a:pt x="11375" y="46"/>
                </a:lnTo>
                <a:lnTo>
                  <a:pt x="12960" y="0"/>
                </a:lnTo>
                <a:close/>
              </a:path>
            </a:pathLst>
          </a:custGeom>
          <a:solidFill>
            <a:srgbClr val="7869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3" name="contour_11061"/>
          <p:cNvSpPr/>
          <p:nvPr/>
        </p:nvSpPr>
        <p:spPr>
          <a:xfrm>
            <a:off x="3770978" y="5575313"/>
            <a:ext cx="58304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200" y="2780"/>
                </a:lnTo>
                <a:lnTo>
                  <a:pt x="16200" y="5578"/>
                </a:lnTo>
                <a:lnTo>
                  <a:pt x="16200" y="8413"/>
                </a:lnTo>
                <a:lnTo>
                  <a:pt x="17804" y="9957"/>
                </a:lnTo>
                <a:lnTo>
                  <a:pt x="18900" y="10911"/>
                </a:lnTo>
                <a:lnTo>
                  <a:pt x="19996" y="11664"/>
                </a:lnTo>
                <a:lnTo>
                  <a:pt x="21600" y="12619"/>
                </a:lnTo>
                <a:lnTo>
                  <a:pt x="18379" y="14836"/>
                </a:lnTo>
                <a:lnTo>
                  <a:pt x="15665" y="16683"/>
                </a:lnTo>
                <a:lnTo>
                  <a:pt x="13384" y="18184"/>
                </a:lnTo>
                <a:lnTo>
                  <a:pt x="11464" y="19371"/>
                </a:lnTo>
                <a:lnTo>
                  <a:pt x="9825" y="20271"/>
                </a:lnTo>
                <a:lnTo>
                  <a:pt x="8397" y="20914"/>
                </a:lnTo>
                <a:lnTo>
                  <a:pt x="7101" y="21331"/>
                </a:lnTo>
                <a:lnTo>
                  <a:pt x="5864" y="21550"/>
                </a:lnTo>
                <a:lnTo>
                  <a:pt x="4609" y="21600"/>
                </a:lnTo>
                <a:lnTo>
                  <a:pt x="3264" y="21512"/>
                </a:lnTo>
                <a:lnTo>
                  <a:pt x="1752" y="21314"/>
                </a:lnTo>
                <a:lnTo>
                  <a:pt x="0" y="21032"/>
                </a:lnTo>
                <a:lnTo>
                  <a:pt x="499" y="16237"/>
                </a:lnTo>
                <a:lnTo>
                  <a:pt x="880" y="12859"/>
                </a:lnTo>
                <a:lnTo>
                  <a:pt x="1218" y="10436"/>
                </a:lnTo>
                <a:lnTo>
                  <a:pt x="1582" y="8497"/>
                </a:lnTo>
                <a:lnTo>
                  <a:pt x="2052" y="6579"/>
                </a:lnTo>
                <a:lnTo>
                  <a:pt x="2700" y="4206"/>
                </a:lnTo>
                <a:lnTo>
                  <a:pt x="4452" y="2890"/>
                </a:lnTo>
                <a:lnTo>
                  <a:pt x="6091" y="1876"/>
                </a:lnTo>
                <a:lnTo>
                  <a:pt x="7657" y="1136"/>
                </a:lnTo>
                <a:lnTo>
                  <a:pt x="9207" y="618"/>
                </a:lnTo>
                <a:lnTo>
                  <a:pt x="10787" y="286"/>
                </a:lnTo>
                <a:lnTo>
                  <a:pt x="12447" y="101"/>
                </a:lnTo>
                <a:lnTo>
                  <a:pt x="14234" y="17"/>
                </a:lnTo>
                <a:lnTo>
                  <a:pt x="16200" y="0"/>
                </a:lnTo>
                <a:close/>
              </a:path>
            </a:pathLst>
          </a:custGeom>
          <a:solidFill>
            <a:srgbClr val="DDD6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4" name="contour_11062"/>
          <p:cNvSpPr/>
          <p:nvPr/>
        </p:nvSpPr>
        <p:spPr>
          <a:xfrm>
            <a:off x="5316033" y="5531586"/>
            <a:ext cx="36440" cy="45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51"/>
                </a:lnTo>
                <a:lnTo>
                  <a:pt x="6860" y="505"/>
                </a:lnTo>
                <a:lnTo>
                  <a:pt x="8618" y="855"/>
                </a:lnTo>
                <a:lnTo>
                  <a:pt x="11340" y="1394"/>
                </a:lnTo>
                <a:lnTo>
                  <a:pt x="15509" y="2222"/>
                </a:lnTo>
                <a:lnTo>
                  <a:pt x="21600" y="3435"/>
                </a:lnTo>
                <a:lnTo>
                  <a:pt x="21384" y="5677"/>
                </a:lnTo>
                <a:lnTo>
                  <a:pt x="21129" y="7879"/>
                </a:lnTo>
                <a:lnTo>
                  <a:pt x="20805" y="10050"/>
                </a:lnTo>
                <a:lnTo>
                  <a:pt x="20390" y="12196"/>
                </a:lnTo>
                <a:lnTo>
                  <a:pt x="19855" y="14319"/>
                </a:lnTo>
                <a:lnTo>
                  <a:pt x="19176" y="16424"/>
                </a:lnTo>
                <a:lnTo>
                  <a:pt x="18325" y="18519"/>
                </a:lnTo>
                <a:lnTo>
                  <a:pt x="17280" y="20607"/>
                </a:lnTo>
                <a:lnTo>
                  <a:pt x="14252" y="21281"/>
                </a:lnTo>
                <a:lnTo>
                  <a:pt x="11478" y="21586"/>
                </a:lnTo>
                <a:lnTo>
                  <a:pt x="8813" y="21600"/>
                </a:lnTo>
                <a:lnTo>
                  <a:pt x="6108" y="21390"/>
                </a:lnTo>
                <a:lnTo>
                  <a:pt x="3218" y="21037"/>
                </a:lnTo>
                <a:lnTo>
                  <a:pt x="0" y="20607"/>
                </a:lnTo>
                <a:lnTo>
                  <a:pt x="475" y="18341"/>
                </a:lnTo>
                <a:lnTo>
                  <a:pt x="950" y="16070"/>
                </a:lnTo>
                <a:lnTo>
                  <a:pt x="1426" y="13800"/>
                </a:lnTo>
                <a:lnTo>
                  <a:pt x="1905" y="11523"/>
                </a:lnTo>
                <a:lnTo>
                  <a:pt x="2385" y="9239"/>
                </a:lnTo>
                <a:lnTo>
                  <a:pt x="2864" y="6945"/>
                </a:lnTo>
                <a:lnTo>
                  <a:pt x="3348" y="4644"/>
                </a:lnTo>
                <a:lnTo>
                  <a:pt x="3832" y="2329"/>
                </a:lnTo>
                <a:lnTo>
                  <a:pt x="4320" y="0"/>
                </a:lnTo>
                <a:close/>
              </a:path>
            </a:pathLst>
          </a:custGeom>
          <a:solidFill>
            <a:srgbClr val="6A70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5" name="contour_11063"/>
          <p:cNvSpPr/>
          <p:nvPr/>
        </p:nvSpPr>
        <p:spPr>
          <a:xfrm>
            <a:off x="1839661" y="5560738"/>
            <a:ext cx="36440" cy="46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252"/>
                </a:lnTo>
                <a:lnTo>
                  <a:pt x="21600" y="4508"/>
                </a:lnTo>
                <a:lnTo>
                  <a:pt x="21600" y="6763"/>
                </a:lnTo>
                <a:lnTo>
                  <a:pt x="21600" y="9026"/>
                </a:lnTo>
                <a:lnTo>
                  <a:pt x="21600" y="11295"/>
                </a:lnTo>
                <a:lnTo>
                  <a:pt x="21600" y="13574"/>
                </a:lnTo>
                <a:lnTo>
                  <a:pt x="21600" y="15860"/>
                </a:lnTo>
                <a:lnTo>
                  <a:pt x="21600" y="18160"/>
                </a:lnTo>
                <a:lnTo>
                  <a:pt x="21600" y="20474"/>
                </a:lnTo>
                <a:lnTo>
                  <a:pt x="16606" y="21098"/>
                </a:lnTo>
                <a:lnTo>
                  <a:pt x="13094" y="21474"/>
                </a:lnTo>
                <a:lnTo>
                  <a:pt x="10593" y="21600"/>
                </a:lnTo>
                <a:lnTo>
                  <a:pt x="8614" y="21474"/>
                </a:lnTo>
                <a:lnTo>
                  <a:pt x="6683" y="21098"/>
                </a:lnTo>
                <a:lnTo>
                  <a:pt x="4320" y="20474"/>
                </a:lnTo>
                <a:lnTo>
                  <a:pt x="3275" y="18399"/>
                </a:lnTo>
                <a:lnTo>
                  <a:pt x="2424" y="16318"/>
                </a:lnTo>
                <a:lnTo>
                  <a:pt x="1745" y="14226"/>
                </a:lnTo>
                <a:lnTo>
                  <a:pt x="1210" y="12117"/>
                </a:lnTo>
                <a:lnTo>
                  <a:pt x="795" y="9984"/>
                </a:lnTo>
                <a:lnTo>
                  <a:pt x="471" y="7828"/>
                </a:lnTo>
                <a:lnTo>
                  <a:pt x="216" y="5641"/>
                </a:lnTo>
                <a:lnTo>
                  <a:pt x="0" y="3412"/>
                </a:lnTo>
                <a:lnTo>
                  <a:pt x="2786" y="2842"/>
                </a:lnTo>
                <a:lnTo>
                  <a:pt x="5577" y="2273"/>
                </a:lnTo>
                <a:lnTo>
                  <a:pt x="8372" y="1706"/>
                </a:lnTo>
                <a:lnTo>
                  <a:pt x="10705" y="1228"/>
                </a:lnTo>
                <a:lnTo>
                  <a:pt x="13077" y="747"/>
                </a:lnTo>
                <a:lnTo>
                  <a:pt x="16196" y="222"/>
                </a:lnTo>
                <a:lnTo>
                  <a:pt x="18403" y="27"/>
                </a:lnTo>
                <a:lnTo>
                  <a:pt x="21600" y="0"/>
                </a:lnTo>
                <a:close/>
              </a:path>
            </a:pathLst>
          </a:custGeom>
          <a:solidFill>
            <a:srgbClr val="D0C8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6" name="contour_11064"/>
          <p:cNvSpPr/>
          <p:nvPr/>
        </p:nvSpPr>
        <p:spPr>
          <a:xfrm>
            <a:off x="1103573" y="5538874"/>
            <a:ext cx="4431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7" y="330"/>
                </a:lnTo>
                <a:lnTo>
                  <a:pt x="4330" y="667"/>
                </a:lnTo>
                <a:lnTo>
                  <a:pt x="6497" y="1006"/>
                </a:lnTo>
                <a:lnTo>
                  <a:pt x="8660" y="1352"/>
                </a:lnTo>
                <a:lnTo>
                  <a:pt x="11075" y="1728"/>
                </a:lnTo>
                <a:lnTo>
                  <a:pt x="13530" y="2111"/>
                </a:lnTo>
                <a:lnTo>
                  <a:pt x="16030" y="2722"/>
                </a:lnTo>
                <a:lnTo>
                  <a:pt x="17675" y="3351"/>
                </a:lnTo>
                <a:lnTo>
                  <a:pt x="19192" y="4372"/>
                </a:lnTo>
                <a:lnTo>
                  <a:pt x="21312" y="6171"/>
                </a:lnTo>
                <a:lnTo>
                  <a:pt x="21511" y="8362"/>
                </a:lnTo>
                <a:lnTo>
                  <a:pt x="21600" y="9914"/>
                </a:lnTo>
                <a:lnTo>
                  <a:pt x="21600" y="11575"/>
                </a:lnTo>
                <a:lnTo>
                  <a:pt x="21533" y="14077"/>
                </a:lnTo>
                <a:lnTo>
                  <a:pt x="21483" y="16191"/>
                </a:lnTo>
                <a:lnTo>
                  <a:pt x="21437" y="18332"/>
                </a:lnTo>
                <a:lnTo>
                  <a:pt x="21376" y="19955"/>
                </a:lnTo>
                <a:lnTo>
                  <a:pt x="21312" y="21600"/>
                </a:lnTo>
                <a:lnTo>
                  <a:pt x="18542" y="21041"/>
                </a:lnTo>
                <a:lnTo>
                  <a:pt x="16180" y="20458"/>
                </a:lnTo>
                <a:lnTo>
                  <a:pt x="14134" y="19767"/>
                </a:lnTo>
                <a:lnTo>
                  <a:pt x="12315" y="18878"/>
                </a:lnTo>
                <a:lnTo>
                  <a:pt x="10628" y="17706"/>
                </a:lnTo>
                <a:lnTo>
                  <a:pt x="8980" y="16163"/>
                </a:lnTo>
                <a:lnTo>
                  <a:pt x="7285" y="14163"/>
                </a:lnTo>
                <a:lnTo>
                  <a:pt x="6419" y="12479"/>
                </a:lnTo>
                <a:lnTo>
                  <a:pt x="5545" y="10785"/>
                </a:lnTo>
                <a:lnTo>
                  <a:pt x="4660" y="9066"/>
                </a:lnTo>
                <a:lnTo>
                  <a:pt x="3769" y="7372"/>
                </a:lnTo>
                <a:lnTo>
                  <a:pt x="2870" y="5668"/>
                </a:lnTo>
                <a:lnTo>
                  <a:pt x="1957" y="3940"/>
                </a:lnTo>
                <a:lnTo>
                  <a:pt x="1471" y="2962"/>
                </a:lnTo>
                <a:lnTo>
                  <a:pt x="0" y="0"/>
                </a:lnTo>
                <a:close/>
              </a:path>
            </a:pathLst>
          </a:custGeom>
          <a:solidFill>
            <a:srgbClr val="6F4F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7" name="contour_11065"/>
          <p:cNvSpPr/>
          <p:nvPr/>
        </p:nvSpPr>
        <p:spPr>
          <a:xfrm>
            <a:off x="7116166" y="5554659"/>
            <a:ext cx="36440" cy="49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860"/>
                </a:moveTo>
                <a:lnTo>
                  <a:pt x="17621" y="1444"/>
                </a:lnTo>
                <a:lnTo>
                  <a:pt x="19600" y="2035"/>
                </a:lnTo>
                <a:lnTo>
                  <a:pt x="21600" y="2636"/>
                </a:lnTo>
                <a:lnTo>
                  <a:pt x="21125" y="4722"/>
                </a:lnTo>
                <a:lnTo>
                  <a:pt x="20650" y="6811"/>
                </a:lnTo>
                <a:lnTo>
                  <a:pt x="20174" y="8900"/>
                </a:lnTo>
                <a:lnTo>
                  <a:pt x="19695" y="10999"/>
                </a:lnTo>
                <a:lnTo>
                  <a:pt x="19215" y="13101"/>
                </a:lnTo>
                <a:lnTo>
                  <a:pt x="18736" y="15209"/>
                </a:lnTo>
                <a:lnTo>
                  <a:pt x="18252" y="17327"/>
                </a:lnTo>
                <a:lnTo>
                  <a:pt x="17768" y="19457"/>
                </a:lnTo>
                <a:lnTo>
                  <a:pt x="17280" y="21600"/>
                </a:lnTo>
                <a:lnTo>
                  <a:pt x="14429" y="21078"/>
                </a:lnTo>
                <a:lnTo>
                  <a:pt x="11573" y="20554"/>
                </a:lnTo>
                <a:lnTo>
                  <a:pt x="8705" y="20032"/>
                </a:lnTo>
                <a:lnTo>
                  <a:pt x="5823" y="19504"/>
                </a:lnTo>
                <a:lnTo>
                  <a:pt x="2925" y="18973"/>
                </a:lnTo>
                <a:lnTo>
                  <a:pt x="0" y="18439"/>
                </a:lnTo>
                <a:lnTo>
                  <a:pt x="2856" y="18439"/>
                </a:lnTo>
                <a:lnTo>
                  <a:pt x="5728" y="18439"/>
                </a:lnTo>
                <a:lnTo>
                  <a:pt x="8640" y="18439"/>
                </a:lnTo>
                <a:lnTo>
                  <a:pt x="7569" y="16483"/>
                </a:lnTo>
                <a:lnTo>
                  <a:pt x="6502" y="14526"/>
                </a:lnTo>
                <a:lnTo>
                  <a:pt x="5426" y="12564"/>
                </a:lnTo>
                <a:lnTo>
                  <a:pt x="4355" y="10598"/>
                </a:lnTo>
                <a:lnTo>
                  <a:pt x="3275" y="8622"/>
                </a:lnTo>
                <a:lnTo>
                  <a:pt x="2190" y="6637"/>
                </a:lnTo>
                <a:lnTo>
                  <a:pt x="1097" y="4643"/>
                </a:lnTo>
                <a:lnTo>
                  <a:pt x="0" y="2636"/>
                </a:lnTo>
                <a:lnTo>
                  <a:pt x="3672" y="1309"/>
                </a:lnTo>
                <a:lnTo>
                  <a:pt x="6342" y="461"/>
                </a:lnTo>
                <a:lnTo>
                  <a:pt x="8437" y="41"/>
                </a:lnTo>
                <a:lnTo>
                  <a:pt x="10398" y="0"/>
                </a:lnTo>
                <a:lnTo>
                  <a:pt x="12662" y="291"/>
                </a:lnTo>
                <a:lnTo>
                  <a:pt x="15660" y="860"/>
                </a:lnTo>
                <a:close/>
              </a:path>
            </a:pathLst>
          </a:custGeom>
          <a:solidFill>
            <a:srgbClr val="3A3C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8" name="contour_11066"/>
          <p:cNvSpPr/>
          <p:nvPr/>
        </p:nvSpPr>
        <p:spPr>
          <a:xfrm>
            <a:off x="5031801" y="5517010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600" y="2037"/>
                </a:lnTo>
                <a:lnTo>
                  <a:pt x="21600" y="4076"/>
                </a:lnTo>
                <a:lnTo>
                  <a:pt x="21600" y="6116"/>
                </a:lnTo>
                <a:lnTo>
                  <a:pt x="21600" y="8162"/>
                </a:lnTo>
                <a:lnTo>
                  <a:pt x="21600" y="10214"/>
                </a:lnTo>
                <a:lnTo>
                  <a:pt x="21600" y="12275"/>
                </a:lnTo>
                <a:lnTo>
                  <a:pt x="21600" y="14342"/>
                </a:lnTo>
                <a:lnTo>
                  <a:pt x="21600" y="16422"/>
                </a:lnTo>
                <a:lnTo>
                  <a:pt x="21600" y="18514"/>
                </a:lnTo>
                <a:lnTo>
                  <a:pt x="20832" y="18625"/>
                </a:lnTo>
                <a:lnTo>
                  <a:pt x="20129" y="18724"/>
                </a:lnTo>
                <a:lnTo>
                  <a:pt x="19438" y="18823"/>
                </a:lnTo>
                <a:lnTo>
                  <a:pt x="18694" y="18931"/>
                </a:lnTo>
                <a:lnTo>
                  <a:pt x="17842" y="19051"/>
                </a:lnTo>
                <a:lnTo>
                  <a:pt x="16819" y="19196"/>
                </a:lnTo>
                <a:lnTo>
                  <a:pt x="15571" y="19375"/>
                </a:lnTo>
                <a:lnTo>
                  <a:pt x="14035" y="19594"/>
                </a:lnTo>
                <a:lnTo>
                  <a:pt x="12156" y="19863"/>
                </a:lnTo>
                <a:lnTo>
                  <a:pt x="9871" y="20190"/>
                </a:lnTo>
                <a:lnTo>
                  <a:pt x="7123" y="20582"/>
                </a:lnTo>
                <a:lnTo>
                  <a:pt x="3852" y="21051"/>
                </a:lnTo>
                <a:lnTo>
                  <a:pt x="0" y="21600"/>
                </a:lnTo>
                <a:lnTo>
                  <a:pt x="0" y="20069"/>
                </a:lnTo>
                <a:lnTo>
                  <a:pt x="0" y="18514"/>
                </a:lnTo>
                <a:lnTo>
                  <a:pt x="1697" y="18514"/>
                </a:lnTo>
                <a:lnTo>
                  <a:pt x="3396" y="18514"/>
                </a:lnTo>
                <a:lnTo>
                  <a:pt x="5100" y="18514"/>
                </a:lnTo>
                <a:lnTo>
                  <a:pt x="6811" y="18514"/>
                </a:lnTo>
                <a:lnTo>
                  <a:pt x="8530" y="18514"/>
                </a:lnTo>
                <a:lnTo>
                  <a:pt x="10258" y="18514"/>
                </a:lnTo>
                <a:lnTo>
                  <a:pt x="12000" y="18514"/>
                </a:lnTo>
                <a:lnTo>
                  <a:pt x="12000" y="16475"/>
                </a:lnTo>
                <a:lnTo>
                  <a:pt x="12000" y="14423"/>
                </a:lnTo>
                <a:lnTo>
                  <a:pt x="12000" y="12343"/>
                </a:lnTo>
                <a:lnTo>
                  <a:pt x="13586" y="12343"/>
                </a:lnTo>
                <a:lnTo>
                  <a:pt x="15182" y="12343"/>
                </a:lnTo>
                <a:lnTo>
                  <a:pt x="16800" y="12343"/>
                </a:lnTo>
                <a:lnTo>
                  <a:pt x="16800" y="10306"/>
                </a:lnTo>
                <a:lnTo>
                  <a:pt x="16800" y="8267"/>
                </a:lnTo>
                <a:lnTo>
                  <a:pt x="16800" y="6218"/>
                </a:lnTo>
                <a:lnTo>
                  <a:pt x="16800" y="4160"/>
                </a:lnTo>
                <a:lnTo>
                  <a:pt x="16800" y="2089"/>
                </a:lnTo>
                <a:lnTo>
                  <a:pt x="16800" y="0"/>
                </a:lnTo>
                <a:close/>
              </a:path>
            </a:pathLst>
          </a:custGeom>
          <a:solidFill>
            <a:srgbClr val="9579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69" name="contour_11067"/>
          <p:cNvSpPr/>
          <p:nvPr/>
        </p:nvSpPr>
        <p:spPr>
          <a:xfrm>
            <a:off x="8333261" y="5531586"/>
            <a:ext cx="36061" cy="44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62" y="0"/>
                </a:moveTo>
                <a:lnTo>
                  <a:pt x="18998" y="4151"/>
                </a:lnTo>
                <a:lnTo>
                  <a:pt x="20138" y="7342"/>
                </a:lnTo>
                <a:lnTo>
                  <a:pt x="20923" y="9793"/>
                </a:lnTo>
                <a:lnTo>
                  <a:pt x="21399" y="11719"/>
                </a:lnTo>
                <a:lnTo>
                  <a:pt x="21600" y="13337"/>
                </a:lnTo>
                <a:lnTo>
                  <a:pt x="21578" y="14864"/>
                </a:lnTo>
                <a:lnTo>
                  <a:pt x="21364" y="16518"/>
                </a:lnTo>
                <a:lnTo>
                  <a:pt x="21006" y="18514"/>
                </a:lnTo>
                <a:lnTo>
                  <a:pt x="18553" y="20119"/>
                </a:lnTo>
                <a:lnTo>
                  <a:pt x="16379" y="21039"/>
                </a:lnTo>
                <a:lnTo>
                  <a:pt x="14174" y="21462"/>
                </a:lnTo>
                <a:lnTo>
                  <a:pt x="11638" y="21586"/>
                </a:lnTo>
                <a:lnTo>
                  <a:pt x="8460" y="21600"/>
                </a:lnTo>
                <a:lnTo>
                  <a:pt x="5666" y="21455"/>
                </a:lnTo>
                <a:lnTo>
                  <a:pt x="2851" y="21307"/>
                </a:lnTo>
                <a:lnTo>
                  <a:pt x="0" y="21159"/>
                </a:lnTo>
                <a:lnTo>
                  <a:pt x="314" y="18892"/>
                </a:lnTo>
                <a:lnTo>
                  <a:pt x="664" y="16652"/>
                </a:lnTo>
                <a:lnTo>
                  <a:pt x="1061" y="14431"/>
                </a:lnTo>
                <a:lnTo>
                  <a:pt x="1528" y="12226"/>
                </a:lnTo>
                <a:lnTo>
                  <a:pt x="2074" y="10040"/>
                </a:lnTo>
                <a:lnTo>
                  <a:pt x="2720" y="7861"/>
                </a:lnTo>
                <a:lnTo>
                  <a:pt x="3479" y="5692"/>
                </a:lnTo>
                <a:lnTo>
                  <a:pt x="4365" y="3527"/>
                </a:lnTo>
                <a:lnTo>
                  <a:pt x="7744" y="2123"/>
                </a:lnTo>
                <a:lnTo>
                  <a:pt x="10115" y="1238"/>
                </a:lnTo>
                <a:lnTo>
                  <a:pt x="12105" y="702"/>
                </a:lnTo>
                <a:lnTo>
                  <a:pt x="14345" y="346"/>
                </a:lnTo>
                <a:lnTo>
                  <a:pt x="17462" y="0"/>
                </a:lnTo>
                <a:close/>
              </a:path>
            </a:pathLst>
          </a:custGeom>
          <a:solidFill>
            <a:srgbClr val="4648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0" name="contour_11068"/>
          <p:cNvSpPr/>
          <p:nvPr/>
        </p:nvSpPr>
        <p:spPr>
          <a:xfrm>
            <a:off x="8202077" y="5524298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31" y="3040"/>
                </a:lnTo>
                <a:lnTo>
                  <a:pt x="20758" y="5181"/>
                </a:lnTo>
                <a:lnTo>
                  <a:pt x="20397" y="6731"/>
                </a:lnTo>
                <a:lnTo>
                  <a:pt x="19958" y="7984"/>
                </a:lnTo>
                <a:lnTo>
                  <a:pt x="19360" y="9239"/>
                </a:lnTo>
                <a:lnTo>
                  <a:pt x="18514" y="10800"/>
                </a:lnTo>
                <a:lnTo>
                  <a:pt x="16629" y="11831"/>
                </a:lnTo>
                <a:lnTo>
                  <a:pt x="14750" y="12720"/>
                </a:lnTo>
                <a:lnTo>
                  <a:pt x="12837" y="13500"/>
                </a:lnTo>
                <a:lnTo>
                  <a:pt x="10852" y="14205"/>
                </a:lnTo>
                <a:lnTo>
                  <a:pt x="8763" y="14872"/>
                </a:lnTo>
                <a:lnTo>
                  <a:pt x="7477" y="15530"/>
                </a:lnTo>
                <a:lnTo>
                  <a:pt x="6171" y="16200"/>
                </a:lnTo>
                <a:lnTo>
                  <a:pt x="6171" y="17985"/>
                </a:lnTo>
                <a:lnTo>
                  <a:pt x="6171" y="19780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407" y="19454"/>
                </a:lnTo>
                <a:lnTo>
                  <a:pt x="907" y="17474"/>
                </a:lnTo>
                <a:lnTo>
                  <a:pt x="1500" y="15644"/>
                </a:lnTo>
                <a:lnTo>
                  <a:pt x="2197" y="13937"/>
                </a:lnTo>
                <a:lnTo>
                  <a:pt x="3002" y="12331"/>
                </a:lnTo>
                <a:lnTo>
                  <a:pt x="3922" y="10803"/>
                </a:lnTo>
                <a:lnTo>
                  <a:pt x="4965" y="9331"/>
                </a:lnTo>
                <a:lnTo>
                  <a:pt x="6137" y="7889"/>
                </a:lnTo>
                <a:lnTo>
                  <a:pt x="7443" y="6456"/>
                </a:lnTo>
                <a:lnTo>
                  <a:pt x="8890" y="5011"/>
                </a:lnTo>
                <a:lnTo>
                  <a:pt x="10485" y="3526"/>
                </a:lnTo>
                <a:lnTo>
                  <a:pt x="12235" y="1982"/>
                </a:lnTo>
                <a:lnTo>
                  <a:pt x="13843" y="1015"/>
                </a:lnTo>
                <a:lnTo>
                  <a:pt x="15132" y="429"/>
                </a:lnTo>
                <a:lnTo>
                  <a:pt x="16558" y="127"/>
                </a:lnTo>
                <a:lnTo>
                  <a:pt x="18564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D4D6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1" name="contour_11069"/>
          <p:cNvSpPr/>
          <p:nvPr/>
        </p:nvSpPr>
        <p:spPr>
          <a:xfrm>
            <a:off x="6961923" y="5538874"/>
            <a:ext cx="3763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18835" y="6171"/>
                </a:lnTo>
                <a:lnTo>
                  <a:pt x="16054" y="6171"/>
                </a:lnTo>
                <a:lnTo>
                  <a:pt x="13234" y="6171"/>
                </a:lnTo>
                <a:lnTo>
                  <a:pt x="13925" y="8208"/>
                </a:lnTo>
                <a:lnTo>
                  <a:pt x="14615" y="10248"/>
                </a:lnTo>
                <a:lnTo>
                  <a:pt x="15309" y="12297"/>
                </a:lnTo>
                <a:lnTo>
                  <a:pt x="16008" y="14355"/>
                </a:lnTo>
                <a:lnTo>
                  <a:pt x="16710" y="16425"/>
                </a:lnTo>
                <a:lnTo>
                  <a:pt x="17417" y="18514"/>
                </a:lnTo>
                <a:lnTo>
                  <a:pt x="14657" y="19023"/>
                </a:lnTo>
                <a:lnTo>
                  <a:pt x="11892" y="19533"/>
                </a:lnTo>
                <a:lnTo>
                  <a:pt x="9114" y="20045"/>
                </a:lnTo>
                <a:lnTo>
                  <a:pt x="6324" y="20560"/>
                </a:lnTo>
                <a:lnTo>
                  <a:pt x="3518" y="21079"/>
                </a:lnTo>
                <a:lnTo>
                  <a:pt x="686" y="21600"/>
                </a:lnTo>
                <a:lnTo>
                  <a:pt x="397" y="19369"/>
                </a:lnTo>
                <a:lnTo>
                  <a:pt x="176" y="17163"/>
                </a:lnTo>
                <a:lnTo>
                  <a:pt x="38" y="14972"/>
                </a:lnTo>
                <a:lnTo>
                  <a:pt x="0" y="12787"/>
                </a:lnTo>
                <a:lnTo>
                  <a:pt x="84" y="10599"/>
                </a:lnTo>
                <a:lnTo>
                  <a:pt x="305" y="8396"/>
                </a:lnTo>
                <a:lnTo>
                  <a:pt x="686" y="6171"/>
                </a:lnTo>
                <a:lnTo>
                  <a:pt x="3284" y="4416"/>
                </a:lnTo>
                <a:lnTo>
                  <a:pt x="5626" y="3015"/>
                </a:lnTo>
                <a:lnTo>
                  <a:pt x="7847" y="1938"/>
                </a:lnTo>
                <a:lnTo>
                  <a:pt x="10076" y="1139"/>
                </a:lnTo>
                <a:lnTo>
                  <a:pt x="12435" y="583"/>
                </a:lnTo>
                <a:lnTo>
                  <a:pt x="15058" y="235"/>
                </a:lnTo>
                <a:lnTo>
                  <a:pt x="18070" y="52"/>
                </a:lnTo>
                <a:lnTo>
                  <a:pt x="21600" y="0"/>
                </a:lnTo>
                <a:close/>
              </a:path>
            </a:pathLst>
          </a:custGeom>
          <a:solidFill>
            <a:srgbClr val="EF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2" name="contour_11070"/>
          <p:cNvSpPr/>
          <p:nvPr/>
        </p:nvSpPr>
        <p:spPr>
          <a:xfrm>
            <a:off x="5213228" y="5509722"/>
            <a:ext cx="3721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8" y="0"/>
                </a:moveTo>
                <a:lnTo>
                  <a:pt x="3422" y="384"/>
                </a:lnTo>
                <a:lnTo>
                  <a:pt x="5567" y="701"/>
                </a:lnTo>
                <a:lnTo>
                  <a:pt x="7496" y="1066"/>
                </a:lnTo>
                <a:lnTo>
                  <a:pt x="9819" y="1594"/>
                </a:lnTo>
                <a:lnTo>
                  <a:pt x="13139" y="2400"/>
                </a:lnTo>
                <a:lnTo>
                  <a:pt x="14700" y="3905"/>
                </a:lnTo>
                <a:lnTo>
                  <a:pt x="16096" y="5422"/>
                </a:lnTo>
                <a:lnTo>
                  <a:pt x="17327" y="6960"/>
                </a:lnTo>
                <a:lnTo>
                  <a:pt x="18402" y="8518"/>
                </a:lnTo>
                <a:lnTo>
                  <a:pt x="19324" y="10106"/>
                </a:lnTo>
                <a:lnTo>
                  <a:pt x="20098" y="11722"/>
                </a:lnTo>
                <a:lnTo>
                  <a:pt x="20733" y="13375"/>
                </a:lnTo>
                <a:lnTo>
                  <a:pt x="21232" y="15065"/>
                </a:lnTo>
                <a:lnTo>
                  <a:pt x="21600" y="16800"/>
                </a:lnTo>
                <a:lnTo>
                  <a:pt x="19117" y="18197"/>
                </a:lnTo>
                <a:lnTo>
                  <a:pt x="17251" y="19178"/>
                </a:lnTo>
                <a:lnTo>
                  <a:pt x="15652" y="19874"/>
                </a:lnTo>
                <a:lnTo>
                  <a:pt x="13960" y="20422"/>
                </a:lnTo>
                <a:lnTo>
                  <a:pt x="11832" y="20952"/>
                </a:lnTo>
                <a:lnTo>
                  <a:pt x="8909" y="21600"/>
                </a:lnTo>
                <a:lnTo>
                  <a:pt x="9082" y="20064"/>
                </a:lnTo>
                <a:lnTo>
                  <a:pt x="9260" y="18516"/>
                </a:lnTo>
                <a:lnTo>
                  <a:pt x="9438" y="16949"/>
                </a:lnTo>
                <a:lnTo>
                  <a:pt x="9442" y="14971"/>
                </a:lnTo>
                <a:lnTo>
                  <a:pt x="9302" y="13690"/>
                </a:lnTo>
                <a:lnTo>
                  <a:pt x="8909" y="12000"/>
                </a:lnTo>
                <a:lnTo>
                  <a:pt x="6811" y="11405"/>
                </a:lnTo>
                <a:lnTo>
                  <a:pt x="4679" y="10800"/>
                </a:lnTo>
                <a:lnTo>
                  <a:pt x="2580" y="10205"/>
                </a:lnTo>
                <a:lnTo>
                  <a:pt x="448" y="9600"/>
                </a:lnTo>
                <a:lnTo>
                  <a:pt x="135" y="7978"/>
                </a:lnTo>
                <a:lnTo>
                  <a:pt x="0" y="6391"/>
                </a:lnTo>
                <a:lnTo>
                  <a:pt x="0" y="4819"/>
                </a:lnTo>
                <a:lnTo>
                  <a:pt x="97" y="3245"/>
                </a:lnTo>
                <a:lnTo>
                  <a:pt x="258" y="1644"/>
                </a:lnTo>
                <a:lnTo>
                  <a:pt x="448" y="0"/>
                </a:lnTo>
                <a:close/>
              </a:path>
            </a:pathLst>
          </a:custGeom>
          <a:solidFill>
            <a:srgbClr val="6C68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3" name="contour_11071"/>
          <p:cNvSpPr/>
          <p:nvPr/>
        </p:nvSpPr>
        <p:spPr>
          <a:xfrm>
            <a:off x="1329501" y="5530660"/>
            <a:ext cx="58304" cy="519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85"/>
                </a:moveTo>
                <a:lnTo>
                  <a:pt x="3834" y="200"/>
                </a:lnTo>
                <a:lnTo>
                  <a:pt x="6993" y="67"/>
                </a:lnTo>
                <a:lnTo>
                  <a:pt x="9561" y="0"/>
                </a:lnTo>
                <a:lnTo>
                  <a:pt x="11629" y="9"/>
                </a:lnTo>
                <a:lnTo>
                  <a:pt x="13284" y="112"/>
                </a:lnTo>
                <a:lnTo>
                  <a:pt x="14612" y="321"/>
                </a:lnTo>
                <a:lnTo>
                  <a:pt x="15700" y="652"/>
                </a:lnTo>
                <a:lnTo>
                  <a:pt x="16640" y="1112"/>
                </a:lnTo>
                <a:lnTo>
                  <a:pt x="17515" y="1721"/>
                </a:lnTo>
                <a:lnTo>
                  <a:pt x="18414" y="2494"/>
                </a:lnTo>
                <a:lnTo>
                  <a:pt x="19426" y="3440"/>
                </a:lnTo>
                <a:lnTo>
                  <a:pt x="20506" y="4931"/>
                </a:lnTo>
                <a:lnTo>
                  <a:pt x="21600" y="6446"/>
                </a:lnTo>
                <a:lnTo>
                  <a:pt x="20228" y="6946"/>
                </a:lnTo>
                <a:lnTo>
                  <a:pt x="18838" y="7453"/>
                </a:lnTo>
                <a:lnTo>
                  <a:pt x="16737" y="8310"/>
                </a:lnTo>
                <a:lnTo>
                  <a:pt x="14807" y="9156"/>
                </a:lnTo>
                <a:lnTo>
                  <a:pt x="13038" y="10020"/>
                </a:lnTo>
                <a:lnTo>
                  <a:pt x="11410" y="10935"/>
                </a:lnTo>
                <a:lnTo>
                  <a:pt x="9909" y="11938"/>
                </a:lnTo>
                <a:lnTo>
                  <a:pt x="8519" y="13059"/>
                </a:lnTo>
                <a:lnTo>
                  <a:pt x="7225" y="14329"/>
                </a:lnTo>
                <a:lnTo>
                  <a:pt x="6013" y="15787"/>
                </a:lnTo>
                <a:lnTo>
                  <a:pt x="4863" y="17463"/>
                </a:lnTo>
                <a:lnTo>
                  <a:pt x="3764" y="19391"/>
                </a:lnTo>
                <a:lnTo>
                  <a:pt x="2700" y="21600"/>
                </a:lnTo>
                <a:lnTo>
                  <a:pt x="2433" y="19500"/>
                </a:lnTo>
                <a:lnTo>
                  <a:pt x="2165" y="17396"/>
                </a:lnTo>
                <a:lnTo>
                  <a:pt x="1898" y="15293"/>
                </a:lnTo>
                <a:lnTo>
                  <a:pt x="1628" y="13187"/>
                </a:lnTo>
                <a:lnTo>
                  <a:pt x="1361" y="11071"/>
                </a:lnTo>
                <a:lnTo>
                  <a:pt x="1091" y="8953"/>
                </a:lnTo>
                <a:lnTo>
                  <a:pt x="821" y="6825"/>
                </a:lnTo>
                <a:lnTo>
                  <a:pt x="548" y="4689"/>
                </a:lnTo>
                <a:lnTo>
                  <a:pt x="275" y="2543"/>
                </a:lnTo>
                <a:lnTo>
                  <a:pt x="0" y="385"/>
                </a:lnTo>
                <a:close/>
              </a:path>
            </a:pathLst>
          </a:custGeom>
          <a:solidFill>
            <a:srgbClr val="786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4" name="contour_11072"/>
          <p:cNvSpPr/>
          <p:nvPr/>
        </p:nvSpPr>
        <p:spPr>
          <a:xfrm>
            <a:off x="1169165" y="5506362"/>
            <a:ext cx="80168" cy="32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416"/>
                </a:moveTo>
                <a:lnTo>
                  <a:pt x="11996" y="281"/>
                </a:lnTo>
                <a:lnTo>
                  <a:pt x="13200" y="140"/>
                </a:lnTo>
                <a:lnTo>
                  <a:pt x="14421" y="0"/>
                </a:lnTo>
                <a:lnTo>
                  <a:pt x="15495" y="736"/>
                </a:lnTo>
                <a:lnTo>
                  <a:pt x="16577" y="1477"/>
                </a:lnTo>
                <a:lnTo>
                  <a:pt x="17673" y="2232"/>
                </a:lnTo>
                <a:lnTo>
                  <a:pt x="18228" y="4973"/>
                </a:lnTo>
                <a:lnTo>
                  <a:pt x="18784" y="7713"/>
                </a:lnTo>
                <a:lnTo>
                  <a:pt x="19342" y="10463"/>
                </a:lnTo>
                <a:lnTo>
                  <a:pt x="19901" y="13223"/>
                </a:lnTo>
                <a:lnTo>
                  <a:pt x="20465" y="15998"/>
                </a:lnTo>
                <a:lnTo>
                  <a:pt x="21031" y="18787"/>
                </a:lnTo>
                <a:lnTo>
                  <a:pt x="21600" y="21600"/>
                </a:lnTo>
                <a:lnTo>
                  <a:pt x="20263" y="21000"/>
                </a:lnTo>
                <a:lnTo>
                  <a:pt x="18927" y="20399"/>
                </a:lnTo>
                <a:lnTo>
                  <a:pt x="17588" y="19804"/>
                </a:lnTo>
                <a:lnTo>
                  <a:pt x="16251" y="19203"/>
                </a:lnTo>
                <a:lnTo>
                  <a:pt x="14912" y="18603"/>
                </a:lnTo>
                <a:lnTo>
                  <a:pt x="13569" y="17998"/>
                </a:lnTo>
                <a:lnTo>
                  <a:pt x="12226" y="17397"/>
                </a:lnTo>
                <a:lnTo>
                  <a:pt x="10881" y="16797"/>
                </a:lnTo>
                <a:lnTo>
                  <a:pt x="9533" y="16192"/>
                </a:lnTo>
                <a:lnTo>
                  <a:pt x="8182" y="15586"/>
                </a:lnTo>
                <a:lnTo>
                  <a:pt x="6828" y="14976"/>
                </a:lnTo>
                <a:lnTo>
                  <a:pt x="5471" y="14371"/>
                </a:lnTo>
                <a:lnTo>
                  <a:pt x="4110" y="13761"/>
                </a:lnTo>
                <a:lnTo>
                  <a:pt x="2745" y="13146"/>
                </a:lnTo>
                <a:lnTo>
                  <a:pt x="1375" y="12531"/>
                </a:lnTo>
                <a:lnTo>
                  <a:pt x="0" y="11916"/>
                </a:lnTo>
                <a:lnTo>
                  <a:pt x="1318" y="8725"/>
                </a:lnTo>
                <a:lnTo>
                  <a:pt x="2441" y="6203"/>
                </a:lnTo>
                <a:lnTo>
                  <a:pt x="3438" y="4266"/>
                </a:lnTo>
                <a:lnTo>
                  <a:pt x="4381" y="2833"/>
                </a:lnTo>
                <a:lnTo>
                  <a:pt x="5343" y="1825"/>
                </a:lnTo>
                <a:lnTo>
                  <a:pt x="6394" y="1162"/>
                </a:lnTo>
                <a:lnTo>
                  <a:pt x="7605" y="760"/>
                </a:lnTo>
                <a:lnTo>
                  <a:pt x="9050" y="537"/>
                </a:lnTo>
                <a:lnTo>
                  <a:pt x="10800" y="416"/>
                </a:lnTo>
                <a:close/>
              </a:path>
            </a:pathLst>
          </a:custGeom>
          <a:solidFill>
            <a:srgbClr val="E1D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5" name="contour_11073"/>
          <p:cNvSpPr/>
          <p:nvPr/>
        </p:nvSpPr>
        <p:spPr>
          <a:xfrm>
            <a:off x="10526946" y="5495940"/>
            <a:ext cx="51016" cy="429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59" y="1650"/>
                </a:moveTo>
                <a:lnTo>
                  <a:pt x="14176" y="3249"/>
                </a:lnTo>
                <a:lnTo>
                  <a:pt x="15814" y="4873"/>
                </a:lnTo>
                <a:lnTo>
                  <a:pt x="17453" y="6457"/>
                </a:lnTo>
                <a:lnTo>
                  <a:pt x="19116" y="8067"/>
                </a:lnTo>
                <a:lnTo>
                  <a:pt x="20350" y="9321"/>
                </a:lnTo>
                <a:lnTo>
                  <a:pt x="21600" y="10600"/>
                </a:lnTo>
                <a:lnTo>
                  <a:pt x="20264" y="12782"/>
                </a:lnTo>
                <a:lnTo>
                  <a:pt x="18909" y="14831"/>
                </a:lnTo>
                <a:lnTo>
                  <a:pt x="17484" y="16749"/>
                </a:lnTo>
                <a:lnTo>
                  <a:pt x="15947" y="18516"/>
                </a:lnTo>
                <a:lnTo>
                  <a:pt x="14250" y="20137"/>
                </a:lnTo>
                <a:lnTo>
                  <a:pt x="12343" y="21600"/>
                </a:lnTo>
                <a:lnTo>
                  <a:pt x="10371" y="20966"/>
                </a:lnTo>
                <a:lnTo>
                  <a:pt x="8510" y="20166"/>
                </a:lnTo>
                <a:lnTo>
                  <a:pt x="6736" y="19220"/>
                </a:lnTo>
                <a:lnTo>
                  <a:pt x="5020" y="18142"/>
                </a:lnTo>
                <a:lnTo>
                  <a:pt x="3345" y="16947"/>
                </a:lnTo>
                <a:lnTo>
                  <a:pt x="1679" y="15649"/>
                </a:lnTo>
                <a:lnTo>
                  <a:pt x="0" y="14267"/>
                </a:lnTo>
                <a:lnTo>
                  <a:pt x="966" y="9933"/>
                </a:lnTo>
                <a:lnTo>
                  <a:pt x="1719" y="6934"/>
                </a:lnTo>
                <a:lnTo>
                  <a:pt x="2422" y="4891"/>
                </a:lnTo>
                <a:lnTo>
                  <a:pt x="3243" y="3428"/>
                </a:lnTo>
                <a:lnTo>
                  <a:pt x="4342" y="2174"/>
                </a:lnTo>
                <a:lnTo>
                  <a:pt x="5881" y="748"/>
                </a:lnTo>
                <a:lnTo>
                  <a:pt x="7884" y="114"/>
                </a:lnTo>
                <a:lnTo>
                  <a:pt x="9248" y="0"/>
                </a:lnTo>
                <a:lnTo>
                  <a:pt x="10599" y="480"/>
                </a:lnTo>
                <a:lnTo>
                  <a:pt x="12559" y="1650"/>
                </a:lnTo>
                <a:close/>
              </a:path>
            </a:pathLst>
          </a:custGeom>
          <a:solidFill>
            <a:srgbClr val="5151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6" name="contour_11074"/>
          <p:cNvSpPr/>
          <p:nvPr/>
        </p:nvSpPr>
        <p:spPr>
          <a:xfrm>
            <a:off x="8435293" y="550243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216"/>
                </a:lnTo>
                <a:lnTo>
                  <a:pt x="4872" y="419"/>
                </a:lnTo>
                <a:lnTo>
                  <a:pt x="5807" y="635"/>
                </a:lnTo>
                <a:lnTo>
                  <a:pt x="6974" y="907"/>
                </a:lnTo>
                <a:lnTo>
                  <a:pt x="8523" y="1270"/>
                </a:lnTo>
                <a:lnTo>
                  <a:pt x="10609" y="1754"/>
                </a:lnTo>
                <a:lnTo>
                  <a:pt x="13380" y="2402"/>
                </a:lnTo>
                <a:lnTo>
                  <a:pt x="16993" y="3244"/>
                </a:lnTo>
                <a:lnTo>
                  <a:pt x="21600" y="4320"/>
                </a:lnTo>
                <a:lnTo>
                  <a:pt x="20727" y="6765"/>
                </a:lnTo>
                <a:lnTo>
                  <a:pt x="19853" y="9210"/>
                </a:lnTo>
                <a:lnTo>
                  <a:pt x="18977" y="11664"/>
                </a:lnTo>
                <a:lnTo>
                  <a:pt x="18098" y="14126"/>
                </a:lnTo>
                <a:lnTo>
                  <a:pt x="17212" y="16602"/>
                </a:lnTo>
                <a:lnTo>
                  <a:pt x="16323" y="19090"/>
                </a:lnTo>
                <a:lnTo>
                  <a:pt x="15429" y="21600"/>
                </a:lnTo>
                <a:lnTo>
                  <a:pt x="14565" y="21116"/>
                </a:lnTo>
                <a:lnTo>
                  <a:pt x="13756" y="20663"/>
                </a:lnTo>
                <a:lnTo>
                  <a:pt x="12824" y="20144"/>
                </a:lnTo>
                <a:lnTo>
                  <a:pt x="11590" y="19453"/>
                </a:lnTo>
                <a:lnTo>
                  <a:pt x="9871" y="18490"/>
                </a:lnTo>
                <a:lnTo>
                  <a:pt x="7489" y="17155"/>
                </a:lnTo>
                <a:lnTo>
                  <a:pt x="4258" y="15345"/>
                </a:lnTo>
                <a:lnTo>
                  <a:pt x="0" y="12960"/>
                </a:lnTo>
                <a:lnTo>
                  <a:pt x="611" y="10394"/>
                </a:lnTo>
                <a:lnTo>
                  <a:pt x="1225" y="7819"/>
                </a:lnTo>
                <a:lnTo>
                  <a:pt x="1839" y="5236"/>
                </a:lnTo>
                <a:lnTo>
                  <a:pt x="2459" y="2631"/>
                </a:lnTo>
                <a:lnTo>
                  <a:pt x="3086" y="0"/>
                </a:lnTo>
                <a:close/>
              </a:path>
            </a:pathLst>
          </a:custGeom>
          <a:solidFill>
            <a:srgbClr val="A99B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7" name="contour_11075"/>
          <p:cNvSpPr/>
          <p:nvPr/>
        </p:nvSpPr>
        <p:spPr>
          <a:xfrm>
            <a:off x="8311397" y="5480570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0652" y="1140"/>
                </a:lnTo>
                <a:lnTo>
                  <a:pt x="10501" y="2287"/>
                </a:lnTo>
                <a:lnTo>
                  <a:pt x="10350" y="3451"/>
                </a:lnTo>
                <a:lnTo>
                  <a:pt x="10418" y="4001"/>
                </a:lnTo>
                <a:lnTo>
                  <a:pt x="10534" y="4973"/>
                </a:lnTo>
                <a:lnTo>
                  <a:pt x="10800" y="7200"/>
                </a:lnTo>
                <a:lnTo>
                  <a:pt x="12812" y="7997"/>
                </a:lnTo>
                <a:lnTo>
                  <a:pt x="14234" y="8513"/>
                </a:lnTo>
                <a:lnTo>
                  <a:pt x="15736" y="8971"/>
                </a:lnTo>
                <a:lnTo>
                  <a:pt x="18000" y="9600"/>
                </a:lnTo>
                <a:lnTo>
                  <a:pt x="19321" y="11110"/>
                </a:lnTo>
                <a:lnTo>
                  <a:pt x="20138" y="12113"/>
                </a:lnTo>
                <a:lnTo>
                  <a:pt x="20783" y="13058"/>
                </a:lnTo>
                <a:lnTo>
                  <a:pt x="21600" y="14400"/>
                </a:lnTo>
                <a:lnTo>
                  <a:pt x="19890" y="14698"/>
                </a:lnTo>
                <a:lnTo>
                  <a:pt x="18169" y="14995"/>
                </a:lnTo>
                <a:lnTo>
                  <a:pt x="16423" y="15300"/>
                </a:lnTo>
                <a:lnTo>
                  <a:pt x="13702" y="16090"/>
                </a:lnTo>
                <a:lnTo>
                  <a:pt x="11786" y="16824"/>
                </a:lnTo>
                <a:lnTo>
                  <a:pt x="10429" y="17626"/>
                </a:lnTo>
                <a:lnTo>
                  <a:pt x="9382" y="18610"/>
                </a:lnTo>
                <a:lnTo>
                  <a:pt x="8388" y="19894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274" y="19956"/>
                </a:lnTo>
                <a:lnTo>
                  <a:pt x="547" y="18310"/>
                </a:lnTo>
                <a:lnTo>
                  <a:pt x="824" y="16663"/>
                </a:lnTo>
                <a:lnTo>
                  <a:pt x="1098" y="15014"/>
                </a:lnTo>
                <a:lnTo>
                  <a:pt x="1372" y="13363"/>
                </a:lnTo>
                <a:lnTo>
                  <a:pt x="1649" y="11710"/>
                </a:lnTo>
                <a:lnTo>
                  <a:pt x="1926" y="10051"/>
                </a:lnTo>
                <a:lnTo>
                  <a:pt x="2203" y="8390"/>
                </a:lnTo>
                <a:lnTo>
                  <a:pt x="2480" y="6725"/>
                </a:lnTo>
                <a:lnTo>
                  <a:pt x="2758" y="5052"/>
                </a:lnTo>
                <a:lnTo>
                  <a:pt x="3038" y="3374"/>
                </a:lnTo>
                <a:lnTo>
                  <a:pt x="3319" y="1692"/>
                </a:lnTo>
                <a:lnTo>
                  <a:pt x="3600" y="0"/>
                </a:lnTo>
                <a:close/>
              </a:path>
            </a:pathLst>
          </a:custGeom>
          <a:solidFill>
            <a:srgbClr val="5052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8" name="contour_11076"/>
          <p:cNvSpPr/>
          <p:nvPr/>
        </p:nvSpPr>
        <p:spPr>
          <a:xfrm>
            <a:off x="6576855" y="550972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125" y="2376"/>
                </a:lnTo>
                <a:lnTo>
                  <a:pt x="20650" y="4756"/>
                </a:lnTo>
                <a:lnTo>
                  <a:pt x="20174" y="7135"/>
                </a:lnTo>
                <a:lnTo>
                  <a:pt x="19695" y="9522"/>
                </a:lnTo>
                <a:lnTo>
                  <a:pt x="19215" y="11916"/>
                </a:lnTo>
                <a:lnTo>
                  <a:pt x="18736" y="14321"/>
                </a:lnTo>
                <a:lnTo>
                  <a:pt x="18252" y="16733"/>
                </a:lnTo>
                <a:lnTo>
                  <a:pt x="17768" y="19159"/>
                </a:lnTo>
                <a:lnTo>
                  <a:pt x="17280" y="21600"/>
                </a:lnTo>
                <a:lnTo>
                  <a:pt x="14714" y="21600"/>
                </a:lnTo>
                <a:lnTo>
                  <a:pt x="12139" y="21600"/>
                </a:lnTo>
                <a:lnTo>
                  <a:pt x="9556" y="21600"/>
                </a:lnTo>
                <a:lnTo>
                  <a:pt x="6951" y="21600"/>
                </a:lnTo>
                <a:lnTo>
                  <a:pt x="4320" y="21600"/>
                </a:lnTo>
                <a:lnTo>
                  <a:pt x="3845" y="19224"/>
                </a:lnTo>
                <a:lnTo>
                  <a:pt x="3370" y="16844"/>
                </a:lnTo>
                <a:lnTo>
                  <a:pt x="2894" y="14465"/>
                </a:lnTo>
                <a:lnTo>
                  <a:pt x="2415" y="12078"/>
                </a:lnTo>
                <a:lnTo>
                  <a:pt x="1935" y="9684"/>
                </a:lnTo>
                <a:lnTo>
                  <a:pt x="1456" y="7279"/>
                </a:lnTo>
                <a:lnTo>
                  <a:pt x="972" y="4867"/>
                </a:lnTo>
                <a:lnTo>
                  <a:pt x="488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4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79" name="contour_11077"/>
          <p:cNvSpPr/>
          <p:nvPr/>
        </p:nvSpPr>
        <p:spPr>
          <a:xfrm>
            <a:off x="9929331" y="5493010"/>
            <a:ext cx="58304" cy="261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65"/>
                </a:moveTo>
                <a:lnTo>
                  <a:pt x="1855" y="1488"/>
                </a:lnTo>
                <a:lnTo>
                  <a:pt x="3710" y="1241"/>
                </a:lnTo>
                <a:lnTo>
                  <a:pt x="5567" y="1018"/>
                </a:lnTo>
                <a:lnTo>
                  <a:pt x="7425" y="819"/>
                </a:lnTo>
                <a:lnTo>
                  <a:pt x="9283" y="632"/>
                </a:lnTo>
                <a:lnTo>
                  <a:pt x="10049" y="542"/>
                </a:lnTo>
                <a:lnTo>
                  <a:pt x="11402" y="379"/>
                </a:lnTo>
                <a:lnTo>
                  <a:pt x="14502" y="0"/>
                </a:lnTo>
                <a:lnTo>
                  <a:pt x="15954" y="584"/>
                </a:lnTo>
                <a:lnTo>
                  <a:pt x="17418" y="1169"/>
                </a:lnTo>
                <a:lnTo>
                  <a:pt x="18900" y="1765"/>
                </a:lnTo>
                <a:lnTo>
                  <a:pt x="19859" y="6282"/>
                </a:lnTo>
                <a:lnTo>
                  <a:pt x="20480" y="9481"/>
                </a:lnTo>
                <a:lnTo>
                  <a:pt x="20890" y="12228"/>
                </a:lnTo>
                <a:lnTo>
                  <a:pt x="21219" y="15390"/>
                </a:lnTo>
                <a:lnTo>
                  <a:pt x="21600" y="19835"/>
                </a:lnTo>
                <a:lnTo>
                  <a:pt x="19745" y="20112"/>
                </a:lnTo>
                <a:lnTo>
                  <a:pt x="17890" y="20359"/>
                </a:lnTo>
                <a:lnTo>
                  <a:pt x="16033" y="20582"/>
                </a:lnTo>
                <a:lnTo>
                  <a:pt x="14175" y="20781"/>
                </a:lnTo>
                <a:lnTo>
                  <a:pt x="12317" y="20968"/>
                </a:lnTo>
                <a:lnTo>
                  <a:pt x="11551" y="21058"/>
                </a:lnTo>
                <a:lnTo>
                  <a:pt x="10198" y="21221"/>
                </a:lnTo>
                <a:lnTo>
                  <a:pt x="7098" y="21600"/>
                </a:lnTo>
                <a:lnTo>
                  <a:pt x="5646" y="21016"/>
                </a:lnTo>
                <a:lnTo>
                  <a:pt x="4182" y="20431"/>
                </a:lnTo>
                <a:lnTo>
                  <a:pt x="2700" y="19835"/>
                </a:lnTo>
                <a:lnTo>
                  <a:pt x="1741" y="15318"/>
                </a:lnTo>
                <a:lnTo>
                  <a:pt x="1120" y="12119"/>
                </a:lnTo>
                <a:lnTo>
                  <a:pt x="710" y="9372"/>
                </a:lnTo>
                <a:lnTo>
                  <a:pt x="381" y="6210"/>
                </a:lnTo>
                <a:lnTo>
                  <a:pt x="0" y="1765"/>
                </a:lnTo>
                <a:close/>
              </a:path>
            </a:pathLst>
          </a:custGeom>
          <a:solidFill>
            <a:srgbClr val="454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0" name="contour_11078"/>
          <p:cNvSpPr/>
          <p:nvPr/>
        </p:nvSpPr>
        <p:spPr>
          <a:xfrm>
            <a:off x="6999559" y="5473282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43" y="240"/>
                </a:lnTo>
                <a:lnTo>
                  <a:pt x="9681" y="473"/>
                </a:lnTo>
                <a:lnTo>
                  <a:pt x="11651" y="801"/>
                </a:lnTo>
                <a:lnTo>
                  <a:pt x="13975" y="1328"/>
                </a:lnTo>
                <a:lnTo>
                  <a:pt x="17280" y="2160"/>
                </a:lnTo>
                <a:lnTo>
                  <a:pt x="18170" y="3540"/>
                </a:lnTo>
                <a:lnTo>
                  <a:pt x="18840" y="4925"/>
                </a:lnTo>
                <a:lnTo>
                  <a:pt x="19328" y="6318"/>
                </a:lnTo>
                <a:lnTo>
                  <a:pt x="19673" y="7720"/>
                </a:lnTo>
                <a:lnTo>
                  <a:pt x="19915" y="9137"/>
                </a:lnTo>
                <a:lnTo>
                  <a:pt x="20097" y="10567"/>
                </a:lnTo>
                <a:lnTo>
                  <a:pt x="20252" y="12014"/>
                </a:lnTo>
                <a:lnTo>
                  <a:pt x="20472" y="13394"/>
                </a:lnTo>
                <a:lnTo>
                  <a:pt x="20697" y="14796"/>
                </a:lnTo>
                <a:lnTo>
                  <a:pt x="20904" y="16157"/>
                </a:lnTo>
                <a:lnTo>
                  <a:pt x="21095" y="17515"/>
                </a:lnTo>
                <a:lnTo>
                  <a:pt x="21272" y="18876"/>
                </a:lnTo>
                <a:lnTo>
                  <a:pt x="21436" y="20239"/>
                </a:lnTo>
                <a:lnTo>
                  <a:pt x="21600" y="21600"/>
                </a:lnTo>
                <a:lnTo>
                  <a:pt x="19034" y="21172"/>
                </a:lnTo>
                <a:lnTo>
                  <a:pt x="16459" y="20742"/>
                </a:lnTo>
                <a:lnTo>
                  <a:pt x="13876" y="20313"/>
                </a:lnTo>
                <a:lnTo>
                  <a:pt x="11271" y="19878"/>
                </a:lnTo>
                <a:lnTo>
                  <a:pt x="8640" y="19440"/>
                </a:lnTo>
                <a:lnTo>
                  <a:pt x="11496" y="19440"/>
                </a:lnTo>
                <a:lnTo>
                  <a:pt x="14368" y="19440"/>
                </a:lnTo>
                <a:lnTo>
                  <a:pt x="17280" y="19440"/>
                </a:lnTo>
                <a:lnTo>
                  <a:pt x="16805" y="18014"/>
                </a:lnTo>
                <a:lnTo>
                  <a:pt x="16330" y="16587"/>
                </a:lnTo>
                <a:lnTo>
                  <a:pt x="15854" y="15159"/>
                </a:lnTo>
                <a:lnTo>
                  <a:pt x="15375" y="13727"/>
                </a:lnTo>
                <a:lnTo>
                  <a:pt x="14895" y="12290"/>
                </a:lnTo>
                <a:lnTo>
                  <a:pt x="14416" y="10848"/>
                </a:lnTo>
                <a:lnTo>
                  <a:pt x="13932" y="9400"/>
                </a:lnTo>
                <a:lnTo>
                  <a:pt x="13448" y="7944"/>
                </a:lnTo>
                <a:lnTo>
                  <a:pt x="12960" y="6480"/>
                </a:lnTo>
                <a:lnTo>
                  <a:pt x="10104" y="6480"/>
                </a:lnTo>
                <a:lnTo>
                  <a:pt x="7232" y="6480"/>
                </a:lnTo>
                <a:lnTo>
                  <a:pt x="4320" y="6480"/>
                </a:lnTo>
                <a:lnTo>
                  <a:pt x="3249" y="7549"/>
                </a:lnTo>
                <a:lnTo>
                  <a:pt x="2177" y="8623"/>
                </a:lnTo>
                <a:lnTo>
                  <a:pt x="1093" y="9705"/>
                </a:lnTo>
                <a:lnTo>
                  <a:pt x="0" y="10800"/>
                </a:lnTo>
                <a:lnTo>
                  <a:pt x="536" y="9463"/>
                </a:lnTo>
                <a:lnTo>
                  <a:pt x="1071" y="8126"/>
                </a:lnTo>
                <a:lnTo>
                  <a:pt x="1607" y="6785"/>
                </a:lnTo>
                <a:lnTo>
                  <a:pt x="2143" y="5441"/>
                </a:lnTo>
                <a:lnTo>
                  <a:pt x="2683" y="4091"/>
                </a:lnTo>
                <a:lnTo>
                  <a:pt x="3227" y="2735"/>
                </a:lnTo>
                <a:lnTo>
                  <a:pt x="3771" y="1372"/>
                </a:lnTo>
                <a:lnTo>
                  <a:pt x="4320" y="0"/>
                </a:lnTo>
                <a:close/>
              </a:path>
            </a:pathLst>
          </a:custGeom>
          <a:solidFill>
            <a:srgbClr val="5A54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1" name="contour_11079"/>
          <p:cNvSpPr/>
          <p:nvPr/>
        </p:nvSpPr>
        <p:spPr>
          <a:xfrm>
            <a:off x="11793118" y="5414978"/>
            <a:ext cx="23803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86" y="0"/>
                </a:moveTo>
                <a:lnTo>
                  <a:pt x="18267" y="0"/>
                </a:lnTo>
                <a:lnTo>
                  <a:pt x="21600" y="0"/>
                </a:lnTo>
                <a:lnTo>
                  <a:pt x="21216" y="1258"/>
                </a:lnTo>
                <a:lnTo>
                  <a:pt x="20833" y="2516"/>
                </a:lnTo>
                <a:lnTo>
                  <a:pt x="20443" y="3775"/>
                </a:lnTo>
                <a:lnTo>
                  <a:pt x="20059" y="5035"/>
                </a:lnTo>
                <a:lnTo>
                  <a:pt x="19675" y="6295"/>
                </a:lnTo>
                <a:lnTo>
                  <a:pt x="19285" y="7556"/>
                </a:lnTo>
                <a:lnTo>
                  <a:pt x="18902" y="8820"/>
                </a:lnTo>
                <a:lnTo>
                  <a:pt x="18511" y="10085"/>
                </a:lnTo>
                <a:lnTo>
                  <a:pt x="18121" y="11353"/>
                </a:lnTo>
                <a:lnTo>
                  <a:pt x="17738" y="12623"/>
                </a:lnTo>
                <a:lnTo>
                  <a:pt x="17347" y="13896"/>
                </a:lnTo>
                <a:lnTo>
                  <a:pt x="16957" y="15170"/>
                </a:lnTo>
                <a:lnTo>
                  <a:pt x="16560" y="16448"/>
                </a:lnTo>
                <a:lnTo>
                  <a:pt x="16170" y="17732"/>
                </a:lnTo>
                <a:lnTo>
                  <a:pt x="15780" y="19017"/>
                </a:lnTo>
                <a:lnTo>
                  <a:pt x="15383" y="20306"/>
                </a:lnTo>
                <a:lnTo>
                  <a:pt x="14986" y="21600"/>
                </a:lnTo>
                <a:lnTo>
                  <a:pt x="9405" y="20072"/>
                </a:lnTo>
                <a:lnTo>
                  <a:pt x="5615" y="18976"/>
                </a:lnTo>
                <a:lnTo>
                  <a:pt x="3194" y="18142"/>
                </a:lnTo>
                <a:lnTo>
                  <a:pt x="1726" y="17404"/>
                </a:lnTo>
                <a:lnTo>
                  <a:pt x="800" y="16592"/>
                </a:lnTo>
                <a:lnTo>
                  <a:pt x="0" y="15539"/>
                </a:lnTo>
                <a:lnTo>
                  <a:pt x="93" y="14152"/>
                </a:lnTo>
                <a:lnTo>
                  <a:pt x="284" y="12825"/>
                </a:lnTo>
                <a:lnTo>
                  <a:pt x="589" y="11552"/>
                </a:lnTo>
                <a:lnTo>
                  <a:pt x="1032" y="10327"/>
                </a:lnTo>
                <a:lnTo>
                  <a:pt x="1634" y="9139"/>
                </a:lnTo>
                <a:lnTo>
                  <a:pt x="2421" y="7981"/>
                </a:lnTo>
                <a:lnTo>
                  <a:pt x="3419" y="6844"/>
                </a:lnTo>
                <a:lnTo>
                  <a:pt x="4643" y="5719"/>
                </a:lnTo>
                <a:lnTo>
                  <a:pt x="6118" y="4599"/>
                </a:lnTo>
                <a:lnTo>
                  <a:pt x="7864" y="3476"/>
                </a:lnTo>
                <a:lnTo>
                  <a:pt x="9914" y="2340"/>
                </a:lnTo>
                <a:lnTo>
                  <a:pt x="12281" y="1184"/>
                </a:lnTo>
                <a:lnTo>
                  <a:pt x="14986" y="0"/>
                </a:lnTo>
                <a:close/>
              </a:path>
            </a:pathLst>
          </a:custGeom>
          <a:solidFill>
            <a:srgbClr val="BED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2" name="contour_11080"/>
          <p:cNvSpPr/>
          <p:nvPr/>
        </p:nvSpPr>
        <p:spPr>
          <a:xfrm>
            <a:off x="5746024" y="5464572"/>
            <a:ext cx="58144" cy="45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80"/>
                </a:moveTo>
                <a:lnTo>
                  <a:pt x="1557" y="572"/>
                </a:lnTo>
                <a:lnTo>
                  <a:pt x="3114" y="478"/>
                </a:lnTo>
                <a:lnTo>
                  <a:pt x="4670" y="391"/>
                </a:lnTo>
                <a:lnTo>
                  <a:pt x="6227" y="314"/>
                </a:lnTo>
                <a:lnTo>
                  <a:pt x="7784" y="244"/>
                </a:lnTo>
                <a:lnTo>
                  <a:pt x="9230" y="164"/>
                </a:lnTo>
                <a:lnTo>
                  <a:pt x="10686" y="84"/>
                </a:lnTo>
                <a:lnTo>
                  <a:pt x="12162" y="0"/>
                </a:lnTo>
                <a:lnTo>
                  <a:pt x="14182" y="356"/>
                </a:lnTo>
                <a:lnTo>
                  <a:pt x="15573" y="729"/>
                </a:lnTo>
                <a:lnTo>
                  <a:pt x="16697" y="1297"/>
                </a:lnTo>
                <a:lnTo>
                  <a:pt x="17902" y="2235"/>
                </a:lnTo>
                <a:lnTo>
                  <a:pt x="19545" y="3731"/>
                </a:lnTo>
                <a:lnTo>
                  <a:pt x="20766" y="6056"/>
                </a:lnTo>
                <a:lnTo>
                  <a:pt x="21386" y="7629"/>
                </a:lnTo>
                <a:lnTo>
                  <a:pt x="21600" y="9166"/>
                </a:lnTo>
                <a:lnTo>
                  <a:pt x="21597" y="11384"/>
                </a:lnTo>
                <a:lnTo>
                  <a:pt x="21069" y="13427"/>
                </a:lnTo>
                <a:lnTo>
                  <a:pt x="20539" y="15470"/>
                </a:lnTo>
                <a:lnTo>
                  <a:pt x="20011" y="17514"/>
                </a:lnTo>
                <a:lnTo>
                  <a:pt x="19480" y="19557"/>
                </a:lnTo>
                <a:lnTo>
                  <a:pt x="18952" y="21600"/>
                </a:lnTo>
                <a:lnTo>
                  <a:pt x="18730" y="19871"/>
                </a:lnTo>
                <a:lnTo>
                  <a:pt x="18503" y="18134"/>
                </a:lnTo>
                <a:lnTo>
                  <a:pt x="18275" y="16370"/>
                </a:lnTo>
                <a:lnTo>
                  <a:pt x="17604" y="14641"/>
                </a:lnTo>
                <a:lnTo>
                  <a:pt x="16930" y="12904"/>
                </a:lnTo>
                <a:lnTo>
                  <a:pt x="16245" y="11140"/>
                </a:lnTo>
                <a:lnTo>
                  <a:pt x="14390" y="10749"/>
                </a:lnTo>
                <a:lnTo>
                  <a:pt x="12614" y="10575"/>
                </a:lnTo>
                <a:lnTo>
                  <a:pt x="10876" y="10572"/>
                </a:lnTo>
                <a:lnTo>
                  <a:pt x="9127" y="10694"/>
                </a:lnTo>
                <a:lnTo>
                  <a:pt x="7321" y="10899"/>
                </a:lnTo>
                <a:lnTo>
                  <a:pt x="5415" y="11140"/>
                </a:lnTo>
                <a:lnTo>
                  <a:pt x="5415" y="8835"/>
                </a:lnTo>
                <a:lnTo>
                  <a:pt x="5415" y="6517"/>
                </a:lnTo>
                <a:lnTo>
                  <a:pt x="5415" y="4167"/>
                </a:lnTo>
                <a:lnTo>
                  <a:pt x="3807" y="2887"/>
                </a:lnTo>
                <a:lnTo>
                  <a:pt x="2707" y="2095"/>
                </a:lnTo>
                <a:lnTo>
                  <a:pt x="1608" y="1471"/>
                </a:lnTo>
                <a:lnTo>
                  <a:pt x="0" y="680"/>
                </a:lnTo>
                <a:close/>
              </a:path>
            </a:pathLst>
          </a:custGeom>
          <a:solidFill>
            <a:srgbClr val="C9B5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3" name="contour_11081"/>
          <p:cNvSpPr/>
          <p:nvPr/>
        </p:nvSpPr>
        <p:spPr>
          <a:xfrm>
            <a:off x="8704949" y="5465994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103"/>
                </a:lnTo>
                <a:lnTo>
                  <a:pt x="8604" y="346"/>
                </a:lnTo>
                <a:lnTo>
                  <a:pt x="11005" y="729"/>
                </a:lnTo>
                <a:lnTo>
                  <a:pt x="13356" y="1250"/>
                </a:lnTo>
                <a:lnTo>
                  <a:pt x="15682" y="1906"/>
                </a:lnTo>
                <a:lnTo>
                  <a:pt x="18000" y="2700"/>
                </a:lnTo>
                <a:lnTo>
                  <a:pt x="19325" y="4790"/>
                </a:lnTo>
                <a:lnTo>
                  <a:pt x="20174" y="6256"/>
                </a:lnTo>
                <a:lnTo>
                  <a:pt x="20722" y="7487"/>
                </a:lnTo>
                <a:lnTo>
                  <a:pt x="21139" y="8872"/>
                </a:lnTo>
                <a:lnTo>
                  <a:pt x="21600" y="10800"/>
                </a:lnTo>
                <a:lnTo>
                  <a:pt x="19141" y="10465"/>
                </a:lnTo>
                <a:lnTo>
                  <a:pt x="16650" y="10125"/>
                </a:lnTo>
                <a:lnTo>
                  <a:pt x="14717" y="10346"/>
                </a:lnTo>
                <a:lnTo>
                  <a:pt x="12773" y="10573"/>
                </a:lnTo>
                <a:lnTo>
                  <a:pt x="10800" y="10800"/>
                </a:lnTo>
                <a:lnTo>
                  <a:pt x="9486" y="12250"/>
                </a:lnTo>
                <a:lnTo>
                  <a:pt x="8302" y="13732"/>
                </a:lnTo>
                <a:lnTo>
                  <a:pt x="7222" y="15244"/>
                </a:lnTo>
                <a:lnTo>
                  <a:pt x="6235" y="16786"/>
                </a:lnTo>
                <a:lnTo>
                  <a:pt x="5314" y="18360"/>
                </a:lnTo>
                <a:lnTo>
                  <a:pt x="4442" y="19964"/>
                </a:lnTo>
                <a:lnTo>
                  <a:pt x="3600" y="21600"/>
                </a:lnTo>
                <a:lnTo>
                  <a:pt x="3186" y="19745"/>
                </a:lnTo>
                <a:lnTo>
                  <a:pt x="2776" y="17890"/>
                </a:lnTo>
                <a:lnTo>
                  <a:pt x="2372" y="16033"/>
                </a:lnTo>
                <a:lnTo>
                  <a:pt x="1973" y="14175"/>
                </a:lnTo>
                <a:lnTo>
                  <a:pt x="1577" y="12317"/>
                </a:lnTo>
                <a:lnTo>
                  <a:pt x="1408" y="11551"/>
                </a:lnTo>
                <a:lnTo>
                  <a:pt x="1112" y="10198"/>
                </a:lnTo>
                <a:lnTo>
                  <a:pt x="436" y="7098"/>
                </a:lnTo>
                <a:lnTo>
                  <a:pt x="292" y="5646"/>
                </a:lnTo>
                <a:lnTo>
                  <a:pt x="148" y="4182"/>
                </a:lnTo>
                <a:lnTo>
                  <a:pt x="0" y="2700"/>
                </a:lnTo>
                <a:lnTo>
                  <a:pt x="1786" y="1361"/>
                </a:lnTo>
                <a:lnTo>
                  <a:pt x="3600" y="0"/>
                </a:lnTo>
                <a:close/>
              </a:path>
            </a:pathLst>
          </a:custGeom>
          <a:solidFill>
            <a:srgbClr val="EF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4" name="contour_11082"/>
          <p:cNvSpPr/>
          <p:nvPr/>
        </p:nvSpPr>
        <p:spPr>
          <a:xfrm>
            <a:off x="4018180" y="5444130"/>
            <a:ext cx="51606" cy="377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7" y="0"/>
                </a:moveTo>
                <a:lnTo>
                  <a:pt x="2404" y="0"/>
                </a:lnTo>
                <a:lnTo>
                  <a:pt x="4563" y="0"/>
                </a:lnTo>
                <a:lnTo>
                  <a:pt x="6729" y="0"/>
                </a:lnTo>
                <a:lnTo>
                  <a:pt x="8904" y="0"/>
                </a:lnTo>
                <a:lnTo>
                  <a:pt x="11088" y="0"/>
                </a:lnTo>
                <a:lnTo>
                  <a:pt x="13285" y="0"/>
                </a:lnTo>
                <a:lnTo>
                  <a:pt x="15499" y="0"/>
                </a:lnTo>
                <a:lnTo>
                  <a:pt x="14996" y="2754"/>
                </a:lnTo>
                <a:lnTo>
                  <a:pt x="14493" y="5513"/>
                </a:lnTo>
                <a:lnTo>
                  <a:pt x="13986" y="8284"/>
                </a:lnTo>
                <a:lnTo>
                  <a:pt x="13477" y="11067"/>
                </a:lnTo>
                <a:lnTo>
                  <a:pt x="12964" y="13867"/>
                </a:lnTo>
                <a:lnTo>
                  <a:pt x="12449" y="16692"/>
                </a:lnTo>
                <a:lnTo>
                  <a:pt x="14261" y="17519"/>
                </a:lnTo>
                <a:lnTo>
                  <a:pt x="16079" y="18349"/>
                </a:lnTo>
                <a:lnTo>
                  <a:pt x="17903" y="19180"/>
                </a:lnTo>
                <a:lnTo>
                  <a:pt x="19742" y="20018"/>
                </a:lnTo>
                <a:lnTo>
                  <a:pt x="21600" y="20866"/>
                </a:lnTo>
                <a:lnTo>
                  <a:pt x="17506" y="21241"/>
                </a:lnTo>
                <a:lnTo>
                  <a:pt x="14270" y="21496"/>
                </a:lnTo>
                <a:lnTo>
                  <a:pt x="11735" y="21600"/>
                </a:lnTo>
                <a:lnTo>
                  <a:pt x="9740" y="21525"/>
                </a:lnTo>
                <a:lnTo>
                  <a:pt x="8129" y="21241"/>
                </a:lnTo>
                <a:lnTo>
                  <a:pt x="6741" y="20719"/>
                </a:lnTo>
                <a:lnTo>
                  <a:pt x="5421" y="19939"/>
                </a:lnTo>
                <a:lnTo>
                  <a:pt x="4008" y="18867"/>
                </a:lnTo>
                <a:lnTo>
                  <a:pt x="2346" y="17477"/>
                </a:lnTo>
                <a:lnTo>
                  <a:pt x="1245" y="14518"/>
                </a:lnTo>
                <a:lnTo>
                  <a:pt x="531" y="11756"/>
                </a:lnTo>
                <a:lnTo>
                  <a:pt x="134" y="9056"/>
                </a:lnTo>
                <a:lnTo>
                  <a:pt x="0" y="6289"/>
                </a:lnTo>
                <a:lnTo>
                  <a:pt x="58" y="3313"/>
                </a:lnTo>
                <a:lnTo>
                  <a:pt x="247" y="0"/>
                </a:lnTo>
                <a:close/>
              </a:path>
            </a:pathLst>
          </a:custGeom>
          <a:solidFill>
            <a:srgbClr val="8372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5" name="contour_11083"/>
          <p:cNvSpPr/>
          <p:nvPr/>
        </p:nvSpPr>
        <p:spPr>
          <a:xfrm>
            <a:off x="10308307" y="5429554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72" y="2088"/>
                </a:lnTo>
                <a:lnTo>
                  <a:pt x="16282" y="4147"/>
                </a:lnTo>
                <a:lnTo>
                  <a:pt x="17131" y="6192"/>
                </a:lnTo>
                <a:lnTo>
                  <a:pt x="17923" y="8244"/>
                </a:lnTo>
                <a:lnTo>
                  <a:pt x="18660" y="10318"/>
                </a:lnTo>
                <a:lnTo>
                  <a:pt x="19344" y="12431"/>
                </a:lnTo>
                <a:lnTo>
                  <a:pt x="19980" y="14598"/>
                </a:lnTo>
                <a:lnTo>
                  <a:pt x="20566" y="16837"/>
                </a:lnTo>
                <a:lnTo>
                  <a:pt x="21103" y="19166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4" y="21600"/>
                </a:lnTo>
                <a:lnTo>
                  <a:pt x="17309" y="21600"/>
                </a:lnTo>
                <a:lnTo>
                  <a:pt x="15862" y="21600"/>
                </a:lnTo>
                <a:lnTo>
                  <a:pt x="14400" y="21600"/>
                </a:lnTo>
                <a:lnTo>
                  <a:pt x="14400" y="19462"/>
                </a:lnTo>
                <a:lnTo>
                  <a:pt x="14400" y="17316"/>
                </a:lnTo>
                <a:lnTo>
                  <a:pt x="14400" y="15163"/>
                </a:lnTo>
                <a:lnTo>
                  <a:pt x="14400" y="12992"/>
                </a:lnTo>
                <a:lnTo>
                  <a:pt x="14400" y="10800"/>
                </a:lnTo>
                <a:lnTo>
                  <a:pt x="13937" y="11329"/>
                </a:lnTo>
                <a:lnTo>
                  <a:pt x="13121" y="12262"/>
                </a:lnTo>
                <a:lnTo>
                  <a:pt x="11251" y="14400"/>
                </a:lnTo>
                <a:lnTo>
                  <a:pt x="9528" y="15840"/>
                </a:lnTo>
                <a:lnTo>
                  <a:pt x="7992" y="16909"/>
                </a:lnTo>
                <a:lnTo>
                  <a:pt x="6554" y="17644"/>
                </a:lnTo>
                <a:lnTo>
                  <a:pt x="5124" y="18083"/>
                </a:lnTo>
                <a:lnTo>
                  <a:pt x="3614" y="18263"/>
                </a:lnTo>
                <a:lnTo>
                  <a:pt x="1937" y="18220"/>
                </a:lnTo>
                <a:lnTo>
                  <a:pt x="0" y="18000"/>
                </a:lnTo>
                <a:lnTo>
                  <a:pt x="235" y="15322"/>
                </a:lnTo>
                <a:lnTo>
                  <a:pt x="478" y="13421"/>
                </a:lnTo>
                <a:lnTo>
                  <a:pt x="842" y="11779"/>
                </a:lnTo>
                <a:lnTo>
                  <a:pt x="1445" y="9878"/>
                </a:lnTo>
                <a:lnTo>
                  <a:pt x="2400" y="7200"/>
                </a:lnTo>
                <a:lnTo>
                  <a:pt x="4126" y="6844"/>
                </a:lnTo>
                <a:lnTo>
                  <a:pt x="5837" y="6646"/>
                </a:lnTo>
                <a:lnTo>
                  <a:pt x="7541" y="6577"/>
                </a:lnTo>
                <a:lnTo>
                  <a:pt x="9242" y="6620"/>
                </a:lnTo>
                <a:lnTo>
                  <a:pt x="10949" y="6754"/>
                </a:lnTo>
                <a:lnTo>
                  <a:pt x="12665" y="6955"/>
                </a:lnTo>
                <a:lnTo>
                  <a:pt x="14400" y="7200"/>
                </a:lnTo>
                <a:lnTo>
                  <a:pt x="14400" y="4820"/>
                </a:lnTo>
                <a:lnTo>
                  <a:pt x="14400" y="2426"/>
                </a:lnTo>
                <a:lnTo>
                  <a:pt x="14400" y="0"/>
                </a:lnTo>
                <a:close/>
              </a:path>
            </a:pathLst>
          </a:custGeom>
          <a:solidFill>
            <a:srgbClr val="7B7D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6" name="contour_11084"/>
          <p:cNvSpPr/>
          <p:nvPr/>
        </p:nvSpPr>
        <p:spPr>
          <a:xfrm>
            <a:off x="1132725" y="541497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EEE1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7" name="contour_11085"/>
          <p:cNvSpPr/>
          <p:nvPr/>
        </p:nvSpPr>
        <p:spPr>
          <a:xfrm>
            <a:off x="10126107" y="5407690"/>
            <a:ext cx="38546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67" y="203"/>
                </a:lnTo>
                <a:lnTo>
                  <a:pt x="5285" y="442"/>
                </a:lnTo>
                <a:lnTo>
                  <a:pt x="7866" y="746"/>
                </a:lnTo>
                <a:lnTo>
                  <a:pt x="10418" y="1135"/>
                </a:lnTo>
                <a:lnTo>
                  <a:pt x="12942" y="1637"/>
                </a:lnTo>
                <a:lnTo>
                  <a:pt x="15445" y="2273"/>
                </a:lnTo>
                <a:lnTo>
                  <a:pt x="17937" y="3072"/>
                </a:lnTo>
                <a:lnTo>
                  <a:pt x="20420" y="4053"/>
                </a:lnTo>
                <a:lnTo>
                  <a:pt x="21220" y="6893"/>
                </a:lnTo>
                <a:lnTo>
                  <a:pt x="21584" y="9495"/>
                </a:lnTo>
                <a:lnTo>
                  <a:pt x="21600" y="11995"/>
                </a:lnTo>
                <a:lnTo>
                  <a:pt x="21351" y="14532"/>
                </a:lnTo>
                <a:lnTo>
                  <a:pt x="20930" y="17244"/>
                </a:lnTo>
                <a:lnTo>
                  <a:pt x="20420" y="20263"/>
                </a:lnTo>
                <a:lnTo>
                  <a:pt x="15699" y="21004"/>
                </a:lnTo>
                <a:lnTo>
                  <a:pt x="12378" y="21450"/>
                </a:lnTo>
                <a:lnTo>
                  <a:pt x="10014" y="21600"/>
                </a:lnTo>
                <a:lnTo>
                  <a:pt x="8143" y="21450"/>
                </a:lnTo>
                <a:lnTo>
                  <a:pt x="6318" y="21004"/>
                </a:lnTo>
                <a:lnTo>
                  <a:pt x="4084" y="20263"/>
                </a:lnTo>
                <a:lnTo>
                  <a:pt x="3096" y="17799"/>
                </a:lnTo>
                <a:lnTo>
                  <a:pt x="2291" y="15327"/>
                </a:lnTo>
                <a:lnTo>
                  <a:pt x="1650" y="12842"/>
                </a:lnTo>
                <a:lnTo>
                  <a:pt x="1144" y="10338"/>
                </a:lnTo>
                <a:lnTo>
                  <a:pt x="751" y="7805"/>
                </a:lnTo>
                <a:lnTo>
                  <a:pt x="445" y="5244"/>
                </a:lnTo>
                <a:lnTo>
                  <a:pt x="204" y="2646"/>
                </a:lnTo>
                <a:lnTo>
                  <a:pt x="0" y="0"/>
                </a:lnTo>
                <a:close/>
              </a:path>
            </a:pathLst>
          </a:custGeom>
          <a:solidFill>
            <a:srgbClr val="C2C7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8" name="contour_11086"/>
          <p:cNvSpPr/>
          <p:nvPr/>
        </p:nvSpPr>
        <p:spPr>
          <a:xfrm>
            <a:off x="7167182" y="5407690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5035" y="378"/>
                </a:lnTo>
                <a:lnTo>
                  <a:pt x="6138" y="794"/>
                </a:lnTo>
                <a:lnTo>
                  <a:pt x="7244" y="1231"/>
                </a:lnTo>
                <a:lnTo>
                  <a:pt x="8345" y="1685"/>
                </a:lnTo>
                <a:lnTo>
                  <a:pt x="9579" y="2160"/>
                </a:lnTo>
                <a:lnTo>
                  <a:pt x="10831" y="2635"/>
                </a:lnTo>
                <a:lnTo>
                  <a:pt x="11629" y="3402"/>
                </a:lnTo>
                <a:lnTo>
                  <a:pt x="12316" y="4115"/>
                </a:lnTo>
                <a:lnTo>
                  <a:pt x="12958" y="4887"/>
                </a:lnTo>
                <a:lnTo>
                  <a:pt x="13618" y="5837"/>
                </a:lnTo>
                <a:lnTo>
                  <a:pt x="14362" y="7079"/>
                </a:lnTo>
                <a:lnTo>
                  <a:pt x="15255" y="8721"/>
                </a:lnTo>
                <a:lnTo>
                  <a:pt x="16361" y="10881"/>
                </a:lnTo>
                <a:lnTo>
                  <a:pt x="17743" y="13673"/>
                </a:lnTo>
                <a:lnTo>
                  <a:pt x="19469" y="17204"/>
                </a:lnTo>
                <a:lnTo>
                  <a:pt x="21600" y="21600"/>
                </a:lnTo>
                <a:lnTo>
                  <a:pt x="20263" y="21265"/>
                </a:lnTo>
                <a:lnTo>
                  <a:pt x="18927" y="20930"/>
                </a:lnTo>
                <a:lnTo>
                  <a:pt x="17588" y="20596"/>
                </a:lnTo>
                <a:lnTo>
                  <a:pt x="16251" y="20261"/>
                </a:lnTo>
                <a:lnTo>
                  <a:pt x="14912" y="19926"/>
                </a:lnTo>
                <a:lnTo>
                  <a:pt x="13569" y="19591"/>
                </a:lnTo>
                <a:lnTo>
                  <a:pt x="12226" y="19256"/>
                </a:lnTo>
                <a:lnTo>
                  <a:pt x="10881" y="18922"/>
                </a:lnTo>
                <a:lnTo>
                  <a:pt x="9533" y="18581"/>
                </a:lnTo>
                <a:lnTo>
                  <a:pt x="8182" y="18247"/>
                </a:lnTo>
                <a:lnTo>
                  <a:pt x="6828" y="17906"/>
                </a:lnTo>
                <a:lnTo>
                  <a:pt x="5471" y="17566"/>
                </a:lnTo>
                <a:lnTo>
                  <a:pt x="4110" y="17226"/>
                </a:lnTo>
                <a:lnTo>
                  <a:pt x="2745" y="16886"/>
                </a:lnTo>
                <a:lnTo>
                  <a:pt x="1375" y="16546"/>
                </a:lnTo>
                <a:lnTo>
                  <a:pt x="0" y="16200"/>
                </a:lnTo>
                <a:lnTo>
                  <a:pt x="972" y="14861"/>
                </a:lnTo>
                <a:lnTo>
                  <a:pt x="1948" y="13522"/>
                </a:lnTo>
                <a:lnTo>
                  <a:pt x="2932" y="12166"/>
                </a:lnTo>
                <a:lnTo>
                  <a:pt x="3927" y="10800"/>
                </a:lnTo>
                <a:lnTo>
                  <a:pt x="3927" y="7231"/>
                </a:lnTo>
                <a:lnTo>
                  <a:pt x="3927" y="3640"/>
                </a:lnTo>
                <a:lnTo>
                  <a:pt x="3927" y="0"/>
                </a:lnTo>
                <a:close/>
              </a:path>
            </a:pathLst>
          </a:custGeom>
          <a:solidFill>
            <a:srgbClr val="A0A2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89" name="contour_11087"/>
          <p:cNvSpPr/>
          <p:nvPr/>
        </p:nvSpPr>
        <p:spPr>
          <a:xfrm>
            <a:off x="4477913" y="5393114"/>
            <a:ext cx="4396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81" y="0"/>
                </a:moveTo>
                <a:lnTo>
                  <a:pt x="5733" y="858"/>
                </a:lnTo>
                <a:lnTo>
                  <a:pt x="7849" y="1728"/>
                </a:lnTo>
                <a:lnTo>
                  <a:pt x="9926" y="2623"/>
                </a:lnTo>
                <a:lnTo>
                  <a:pt x="11960" y="3558"/>
                </a:lnTo>
                <a:lnTo>
                  <a:pt x="13955" y="4542"/>
                </a:lnTo>
                <a:lnTo>
                  <a:pt x="15906" y="5594"/>
                </a:lnTo>
                <a:lnTo>
                  <a:pt x="17811" y="6721"/>
                </a:lnTo>
                <a:lnTo>
                  <a:pt x="19673" y="7936"/>
                </a:lnTo>
                <a:lnTo>
                  <a:pt x="21485" y="9257"/>
                </a:lnTo>
                <a:lnTo>
                  <a:pt x="21600" y="11605"/>
                </a:lnTo>
                <a:lnTo>
                  <a:pt x="21374" y="13654"/>
                </a:lnTo>
                <a:lnTo>
                  <a:pt x="20852" y="15540"/>
                </a:lnTo>
                <a:lnTo>
                  <a:pt x="20071" y="17403"/>
                </a:lnTo>
                <a:lnTo>
                  <a:pt x="19075" y="19375"/>
                </a:lnTo>
                <a:lnTo>
                  <a:pt x="17905" y="21600"/>
                </a:lnTo>
                <a:lnTo>
                  <a:pt x="17460" y="20165"/>
                </a:lnTo>
                <a:lnTo>
                  <a:pt x="17009" y="18706"/>
                </a:lnTo>
                <a:lnTo>
                  <a:pt x="15337" y="16975"/>
                </a:lnTo>
                <a:lnTo>
                  <a:pt x="13543" y="15666"/>
                </a:lnTo>
                <a:lnTo>
                  <a:pt x="11624" y="14700"/>
                </a:lnTo>
                <a:lnTo>
                  <a:pt x="9575" y="14003"/>
                </a:lnTo>
                <a:lnTo>
                  <a:pt x="7395" y="13497"/>
                </a:lnTo>
                <a:lnTo>
                  <a:pt x="5074" y="13102"/>
                </a:lnTo>
                <a:lnTo>
                  <a:pt x="2610" y="12744"/>
                </a:lnTo>
                <a:lnTo>
                  <a:pt x="0" y="12343"/>
                </a:lnTo>
                <a:lnTo>
                  <a:pt x="591" y="10306"/>
                </a:lnTo>
                <a:lnTo>
                  <a:pt x="1182" y="8267"/>
                </a:lnTo>
                <a:lnTo>
                  <a:pt x="1776" y="6218"/>
                </a:lnTo>
                <a:lnTo>
                  <a:pt x="2374" y="4160"/>
                </a:lnTo>
                <a:lnTo>
                  <a:pt x="2976" y="2089"/>
                </a:lnTo>
                <a:lnTo>
                  <a:pt x="3581" y="0"/>
                </a:lnTo>
                <a:close/>
              </a:path>
            </a:pathLst>
          </a:custGeom>
          <a:solidFill>
            <a:srgbClr val="2C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0" name="contour_11088"/>
          <p:cNvSpPr/>
          <p:nvPr/>
        </p:nvSpPr>
        <p:spPr>
          <a:xfrm>
            <a:off x="4667270" y="5357628"/>
            <a:ext cx="58435" cy="440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99" y="271"/>
                </a:moveTo>
                <a:lnTo>
                  <a:pt x="10937" y="986"/>
                </a:lnTo>
                <a:lnTo>
                  <a:pt x="12387" y="1707"/>
                </a:lnTo>
                <a:lnTo>
                  <a:pt x="13855" y="2432"/>
                </a:lnTo>
                <a:lnTo>
                  <a:pt x="15307" y="3121"/>
                </a:lnTo>
                <a:lnTo>
                  <a:pt x="16772" y="3814"/>
                </a:lnTo>
                <a:lnTo>
                  <a:pt x="18254" y="4514"/>
                </a:lnTo>
                <a:lnTo>
                  <a:pt x="19914" y="5585"/>
                </a:lnTo>
                <a:lnTo>
                  <a:pt x="21600" y="6674"/>
                </a:lnTo>
                <a:lnTo>
                  <a:pt x="21600" y="8445"/>
                </a:lnTo>
                <a:lnTo>
                  <a:pt x="21600" y="10245"/>
                </a:lnTo>
                <a:lnTo>
                  <a:pt x="19695" y="10245"/>
                </a:lnTo>
                <a:lnTo>
                  <a:pt x="17785" y="10245"/>
                </a:lnTo>
                <a:lnTo>
                  <a:pt x="15873" y="10245"/>
                </a:lnTo>
                <a:lnTo>
                  <a:pt x="13955" y="10245"/>
                </a:lnTo>
                <a:lnTo>
                  <a:pt x="12026" y="10245"/>
                </a:lnTo>
                <a:lnTo>
                  <a:pt x="10083" y="10245"/>
                </a:lnTo>
                <a:lnTo>
                  <a:pt x="8130" y="10245"/>
                </a:lnTo>
                <a:lnTo>
                  <a:pt x="8664" y="12366"/>
                </a:lnTo>
                <a:lnTo>
                  <a:pt x="9197" y="14494"/>
                </a:lnTo>
                <a:lnTo>
                  <a:pt x="9736" y="16633"/>
                </a:lnTo>
                <a:lnTo>
                  <a:pt x="10277" y="18783"/>
                </a:lnTo>
                <a:lnTo>
                  <a:pt x="10824" y="20957"/>
                </a:lnTo>
                <a:lnTo>
                  <a:pt x="8901" y="21386"/>
                </a:lnTo>
                <a:lnTo>
                  <a:pt x="7519" y="21600"/>
                </a:lnTo>
                <a:lnTo>
                  <a:pt x="6290" y="21600"/>
                </a:lnTo>
                <a:lnTo>
                  <a:pt x="4828" y="21386"/>
                </a:lnTo>
                <a:lnTo>
                  <a:pt x="2742" y="20957"/>
                </a:lnTo>
                <a:lnTo>
                  <a:pt x="1805" y="18686"/>
                </a:lnTo>
                <a:lnTo>
                  <a:pt x="1059" y="16408"/>
                </a:lnTo>
                <a:lnTo>
                  <a:pt x="509" y="14094"/>
                </a:lnTo>
                <a:lnTo>
                  <a:pt x="154" y="11719"/>
                </a:lnTo>
                <a:lnTo>
                  <a:pt x="0" y="9256"/>
                </a:lnTo>
                <a:lnTo>
                  <a:pt x="48" y="6674"/>
                </a:lnTo>
                <a:lnTo>
                  <a:pt x="1401" y="4099"/>
                </a:lnTo>
                <a:lnTo>
                  <a:pt x="2619" y="2196"/>
                </a:lnTo>
                <a:lnTo>
                  <a:pt x="3866" y="911"/>
                </a:lnTo>
                <a:lnTo>
                  <a:pt x="5315" y="196"/>
                </a:lnTo>
                <a:lnTo>
                  <a:pt x="7136" y="0"/>
                </a:lnTo>
                <a:lnTo>
                  <a:pt x="9499" y="271"/>
                </a:lnTo>
                <a:close/>
              </a:path>
            </a:pathLst>
          </a:custGeom>
          <a:solidFill>
            <a:srgbClr val="3E3A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1" name="contour_11089"/>
          <p:cNvSpPr/>
          <p:nvPr/>
        </p:nvSpPr>
        <p:spPr>
          <a:xfrm>
            <a:off x="1380517" y="5357133"/>
            <a:ext cx="37285" cy="432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16" y="2274"/>
                </a:moveTo>
                <a:lnTo>
                  <a:pt x="19109" y="4719"/>
                </a:lnTo>
                <a:lnTo>
                  <a:pt x="20295" y="7022"/>
                </a:lnTo>
                <a:lnTo>
                  <a:pt x="21055" y="9245"/>
                </a:lnTo>
                <a:lnTo>
                  <a:pt x="21465" y="11460"/>
                </a:lnTo>
                <a:lnTo>
                  <a:pt x="21600" y="13734"/>
                </a:lnTo>
                <a:lnTo>
                  <a:pt x="21537" y="16135"/>
                </a:lnTo>
                <a:lnTo>
                  <a:pt x="21347" y="18733"/>
                </a:lnTo>
                <a:lnTo>
                  <a:pt x="21110" y="21600"/>
                </a:lnTo>
                <a:lnTo>
                  <a:pt x="18497" y="21149"/>
                </a:lnTo>
                <a:lnTo>
                  <a:pt x="15883" y="20698"/>
                </a:lnTo>
                <a:lnTo>
                  <a:pt x="13261" y="20247"/>
                </a:lnTo>
                <a:lnTo>
                  <a:pt x="10635" y="19795"/>
                </a:lnTo>
                <a:lnTo>
                  <a:pt x="7997" y="19341"/>
                </a:lnTo>
                <a:lnTo>
                  <a:pt x="5345" y="18882"/>
                </a:lnTo>
                <a:lnTo>
                  <a:pt x="2681" y="18424"/>
                </a:lnTo>
                <a:lnTo>
                  <a:pt x="0" y="17962"/>
                </a:lnTo>
                <a:lnTo>
                  <a:pt x="1018" y="13458"/>
                </a:lnTo>
                <a:lnTo>
                  <a:pt x="1849" y="10023"/>
                </a:lnTo>
                <a:lnTo>
                  <a:pt x="2580" y="7451"/>
                </a:lnTo>
                <a:lnTo>
                  <a:pt x="3314" y="5534"/>
                </a:lnTo>
                <a:lnTo>
                  <a:pt x="4146" y="4057"/>
                </a:lnTo>
                <a:lnTo>
                  <a:pt x="5168" y="2820"/>
                </a:lnTo>
                <a:lnTo>
                  <a:pt x="6481" y="1612"/>
                </a:lnTo>
                <a:lnTo>
                  <a:pt x="8178" y="226"/>
                </a:lnTo>
                <a:lnTo>
                  <a:pt x="10846" y="0"/>
                </a:lnTo>
                <a:lnTo>
                  <a:pt x="12700" y="138"/>
                </a:lnTo>
                <a:lnTo>
                  <a:pt x="14600" y="833"/>
                </a:lnTo>
                <a:lnTo>
                  <a:pt x="17416" y="2274"/>
                </a:lnTo>
                <a:close/>
              </a:path>
            </a:pathLst>
          </a:custGeom>
          <a:solidFill>
            <a:srgbClr val="9294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2" name="contour_11090"/>
          <p:cNvSpPr/>
          <p:nvPr/>
        </p:nvSpPr>
        <p:spPr>
          <a:xfrm>
            <a:off x="637142" y="5334810"/>
            <a:ext cx="30843" cy="656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12" y="0"/>
                </a:moveTo>
                <a:lnTo>
                  <a:pt x="17843" y="0"/>
                </a:lnTo>
                <a:lnTo>
                  <a:pt x="20416" y="0"/>
                </a:lnTo>
                <a:lnTo>
                  <a:pt x="20691" y="1619"/>
                </a:lnTo>
                <a:lnTo>
                  <a:pt x="20947" y="3228"/>
                </a:lnTo>
                <a:lnTo>
                  <a:pt x="21171" y="4827"/>
                </a:lnTo>
                <a:lnTo>
                  <a:pt x="21360" y="6425"/>
                </a:lnTo>
                <a:lnTo>
                  <a:pt x="21498" y="8015"/>
                </a:lnTo>
                <a:lnTo>
                  <a:pt x="21585" y="9605"/>
                </a:lnTo>
                <a:lnTo>
                  <a:pt x="21600" y="11192"/>
                </a:lnTo>
                <a:lnTo>
                  <a:pt x="21549" y="12780"/>
                </a:lnTo>
                <a:lnTo>
                  <a:pt x="21411" y="14372"/>
                </a:lnTo>
                <a:lnTo>
                  <a:pt x="21181" y="15969"/>
                </a:lnTo>
                <a:lnTo>
                  <a:pt x="20855" y="17574"/>
                </a:lnTo>
                <a:lnTo>
                  <a:pt x="20416" y="19185"/>
                </a:lnTo>
                <a:lnTo>
                  <a:pt x="17119" y="20334"/>
                </a:lnTo>
                <a:lnTo>
                  <a:pt x="14102" y="21048"/>
                </a:lnTo>
                <a:lnTo>
                  <a:pt x="11122" y="21432"/>
                </a:lnTo>
                <a:lnTo>
                  <a:pt x="7937" y="21583"/>
                </a:lnTo>
                <a:lnTo>
                  <a:pt x="4313" y="21600"/>
                </a:lnTo>
                <a:lnTo>
                  <a:pt x="0" y="21583"/>
                </a:lnTo>
                <a:lnTo>
                  <a:pt x="587" y="19890"/>
                </a:lnTo>
                <a:lnTo>
                  <a:pt x="1220" y="18235"/>
                </a:lnTo>
                <a:lnTo>
                  <a:pt x="1904" y="16617"/>
                </a:lnTo>
                <a:lnTo>
                  <a:pt x="2654" y="15029"/>
                </a:lnTo>
                <a:lnTo>
                  <a:pt x="3466" y="13470"/>
                </a:lnTo>
                <a:lnTo>
                  <a:pt x="4359" y="11933"/>
                </a:lnTo>
                <a:lnTo>
                  <a:pt x="5339" y="10417"/>
                </a:lnTo>
                <a:lnTo>
                  <a:pt x="6416" y="8914"/>
                </a:lnTo>
                <a:lnTo>
                  <a:pt x="7590" y="7425"/>
                </a:lnTo>
                <a:lnTo>
                  <a:pt x="8881" y="5940"/>
                </a:lnTo>
                <a:lnTo>
                  <a:pt x="10284" y="4461"/>
                </a:lnTo>
                <a:lnTo>
                  <a:pt x="11821" y="2981"/>
                </a:lnTo>
                <a:lnTo>
                  <a:pt x="13495" y="1494"/>
                </a:lnTo>
                <a:lnTo>
                  <a:pt x="15312" y="0"/>
                </a:lnTo>
                <a:close/>
              </a:path>
            </a:pathLst>
          </a:custGeom>
          <a:solidFill>
            <a:srgbClr val="2D2E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3" name="contour_11091"/>
          <p:cNvSpPr/>
          <p:nvPr/>
        </p:nvSpPr>
        <p:spPr>
          <a:xfrm>
            <a:off x="4645537" y="5349386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25"/>
                </a:lnTo>
                <a:lnTo>
                  <a:pt x="6860" y="454"/>
                </a:lnTo>
                <a:lnTo>
                  <a:pt x="8618" y="768"/>
                </a:lnTo>
                <a:lnTo>
                  <a:pt x="11340" y="1253"/>
                </a:lnTo>
                <a:lnTo>
                  <a:pt x="15509" y="1996"/>
                </a:lnTo>
                <a:lnTo>
                  <a:pt x="21600" y="3086"/>
                </a:lnTo>
                <a:lnTo>
                  <a:pt x="21125" y="5122"/>
                </a:lnTo>
                <a:lnTo>
                  <a:pt x="20650" y="7162"/>
                </a:lnTo>
                <a:lnTo>
                  <a:pt x="20174" y="9202"/>
                </a:lnTo>
                <a:lnTo>
                  <a:pt x="19695" y="11247"/>
                </a:lnTo>
                <a:lnTo>
                  <a:pt x="19215" y="13299"/>
                </a:lnTo>
                <a:lnTo>
                  <a:pt x="18736" y="15361"/>
                </a:lnTo>
                <a:lnTo>
                  <a:pt x="18252" y="17428"/>
                </a:lnTo>
                <a:lnTo>
                  <a:pt x="17768" y="19508"/>
                </a:lnTo>
                <a:lnTo>
                  <a:pt x="17280" y="21600"/>
                </a:lnTo>
                <a:lnTo>
                  <a:pt x="14429" y="21600"/>
                </a:lnTo>
                <a:lnTo>
                  <a:pt x="11573" y="21600"/>
                </a:lnTo>
                <a:lnTo>
                  <a:pt x="8705" y="21600"/>
                </a:lnTo>
                <a:lnTo>
                  <a:pt x="5823" y="21600"/>
                </a:lnTo>
                <a:lnTo>
                  <a:pt x="2925" y="21600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211E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4" name="contour_11092"/>
          <p:cNvSpPr/>
          <p:nvPr/>
        </p:nvSpPr>
        <p:spPr>
          <a:xfrm>
            <a:off x="4477913" y="5342098"/>
            <a:ext cx="58304" cy="510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696" y="1550"/>
                </a:lnTo>
                <a:lnTo>
                  <a:pt x="12277" y="2687"/>
                </a:lnTo>
                <a:lnTo>
                  <a:pt x="12793" y="3975"/>
                </a:lnTo>
                <a:lnTo>
                  <a:pt x="13500" y="5972"/>
                </a:lnTo>
                <a:lnTo>
                  <a:pt x="14315" y="8228"/>
                </a:lnTo>
                <a:lnTo>
                  <a:pt x="15101" y="10034"/>
                </a:lnTo>
                <a:lnTo>
                  <a:pt x="16035" y="11544"/>
                </a:lnTo>
                <a:lnTo>
                  <a:pt x="17296" y="12906"/>
                </a:lnTo>
                <a:lnTo>
                  <a:pt x="19067" y="14265"/>
                </a:lnTo>
                <a:lnTo>
                  <a:pt x="20326" y="14832"/>
                </a:lnTo>
                <a:lnTo>
                  <a:pt x="21600" y="15409"/>
                </a:lnTo>
                <a:lnTo>
                  <a:pt x="21179" y="17347"/>
                </a:lnTo>
                <a:lnTo>
                  <a:pt x="20758" y="18635"/>
                </a:lnTo>
                <a:lnTo>
                  <a:pt x="20083" y="19850"/>
                </a:lnTo>
                <a:lnTo>
                  <a:pt x="18900" y="21572"/>
                </a:lnTo>
                <a:lnTo>
                  <a:pt x="16926" y="21600"/>
                </a:lnTo>
                <a:lnTo>
                  <a:pt x="15063" y="21424"/>
                </a:lnTo>
                <a:lnTo>
                  <a:pt x="13279" y="21036"/>
                </a:lnTo>
                <a:lnTo>
                  <a:pt x="11545" y="20423"/>
                </a:lnTo>
                <a:lnTo>
                  <a:pt x="9831" y="19575"/>
                </a:lnTo>
                <a:lnTo>
                  <a:pt x="8100" y="18491"/>
                </a:lnTo>
                <a:lnTo>
                  <a:pt x="7447" y="16611"/>
                </a:lnTo>
                <a:lnTo>
                  <a:pt x="6947" y="14768"/>
                </a:lnTo>
                <a:lnTo>
                  <a:pt x="6564" y="12913"/>
                </a:lnTo>
                <a:lnTo>
                  <a:pt x="6253" y="11005"/>
                </a:lnTo>
                <a:lnTo>
                  <a:pt x="5981" y="9005"/>
                </a:lnTo>
                <a:lnTo>
                  <a:pt x="5465" y="6919"/>
                </a:lnTo>
                <a:lnTo>
                  <a:pt x="4571" y="5584"/>
                </a:lnTo>
                <a:lnTo>
                  <a:pt x="2533" y="3852"/>
                </a:lnTo>
                <a:lnTo>
                  <a:pt x="1274" y="3470"/>
                </a:lnTo>
                <a:lnTo>
                  <a:pt x="0" y="3082"/>
                </a:lnTo>
                <a:lnTo>
                  <a:pt x="1895" y="1911"/>
                </a:lnTo>
                <a:lnTo>
                  <a:pt x="3523" y="1076"/>
                </a:lnTo>
                <a:lnTo>
                  <a:pt x="5057" y="521"/>
                </a:lnTo>
                <a:lnTo>
                  <a:pt x="6666" y="194"/>
                </a:lnTo>
                <a:lnTo>
                  <a:pt x="8524" y="40"/>
                </a:lnTo>
                <a:lnTo>
                  <a:pt x="10800" y="0"/>
                </a:lnTo>
                <a:close/>
              </a:path>
            </a:pathLst>
          </a:custGeom>
          <a:solidFill>
            <a:srgbClr val="3434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5" name="contour_11093"/>
          <p:cNvSpPr/>
          <p:nvPr/>
        </p:nvSpPr>
        <p:spPr>
          <a:xfrm>
            <a:off x="9789912" y="5342098"/>
            <a:ext cx="59251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86" y="0"/>
                </a:moveTo>
                <a:lnTo>
                  <a:pt x="17902" y="1792"/>
                </a:lnTo>
                <a:lnTo>
                  <a:pt x="19031" y="3179"/>
                </a:lnTo>
                <a:lnTo>
                  <a:pt x="19817" y="4457"/>
                </a:lnTo>
                <a:lnTo>
                  <a:pt x="20407" y="5918"/>
                </a:lnTo>
                <a:lnTo>
                  <a:pt x="20954" y="7855"/>
                </a:lnTo>
                <a:lnTo>
                  <a:pt x="21600" y="10562"/>
                </a:lnTo>
                <a:lnTo>
                  <a:pt x="21340" y="13499"/>
                </a:lnTo>
                <a:lnTo>
                  <a:pt x="21071" y="15516"/>
                </a:lnTo>
                <a:lnTo>
                  <a:pt x="20667" y="17122"/>
                </a:lnTo>
                <a:lnTo>
                  <a:pt x="20001" y="18822"/>
                </a:lnTo>
                <a:lnTo>
                  <a:pt x="18943" y="21125"/>
                </a:lnTo>
                <a:lnTo>
                  <a:pt x="16887" y="21442"/>
                </a:lnTo>
                <a:lnTo>
                  <a:pt x="15444" y="21600"/>
                </a:lnTo>
                <a:lnTo>
                  <a:pt x="14233" y="21600"/>
                </a:lnTo>
                <a:lnTo>
                  <a:pt x="12870" y="21442"/>
                </a:lnTo>
                <a:lnTo>
                  <a:pt x="10973" y="21125"/>
                </a:lnTo>
                <a:lnTo>
                  <a:pt x="10973" y="19033"/>
                </a:lnTo>
                <a:lnTo>
                  <a:pt x="10973" y="16935"/>
                </a:lnTo>
                <a:lnTo>
                  <a:pt x="10973" y="14830"/>
                </a:lnTo>
                <a:lnTo>
                  <a:pt x="10973" y="12707"/>
                </a:lnTo>
                <a:lnTo>
                  <a:pt x="10973" y="10562"/>
                </a:lnTo>
                <a:lnTo>
                  <a:pt x="9076" y="10351"/>
                </a:lnTo>
                <a:lnTo>
                  <a:pt x="7713" y="10245"/>
                </a:lnTo>
                <a:lnTo>
                  <a:pt x="6501" y="10245"/>
                </a:lnTo>
                <a:lnTo>
                  <a:pt x="5059" y="10351"/>
                </a:lnTo>
                <a:lnTo>
                  <a:pt x="3002" y="10562"/>
                </a:lnTo>
                <a:lnTo>
                  <a:pt x="1932" y="12654"/>
                </a:lnTo>
                <a:lnTo>
                  <a:pt x="1299" y="14083"/>
                </a:lnTo>
                <a:lnTo>
                  <a:pt x="853" y="15513"/>
                </a:lnTo>
                <a:lnTo>
                  <a:pt x="345" y="17604"/>
                </a:lnTo>
                <a:lnTo>
                  <a:pt x="117" y="15129"/>
                </a:lnTo>
                <a:lnTo>
                  <a:pt x="0" y="13344"/>
                </a:lnTo>
                <a:lnTo>
                  <a:pt x="0" y="11738"/>
                </a:lnTo>
                <a:lnTo>
                  <a:pt x="117" y="9805"/>
                </a:lnTo>
                <a:lnTo>
                  <a:pt x="345" y="7042"/>
                </a:lnTo>
                <a:lnTo>
                  <a:pt x="1985" y="5679"/>
                </a:lnTo>
                <a:lnTo>
                  <a:pt x="3653" y="4489"/>
                </a:lnTo>
                <a:lnTo>
                  <a:pt x="5351" y="3461"/>
                </a:lnTo>
                <a:lnTo>
                  <a:pt x="7080" y="2577"/>
                </a:lnTo>
                <a:lnTo>
                  <a:pt x="8847" y="1834"/>
                </a:lnTo>
                <a:lnTo>
                  <a:pt x="10646" y="1215"/>
                </a:lnTo>
                <a:lnTo>
                  <a:pt x="12487" y="711"/>
                </a:lnTo>
                <a:lnTo>
                  <a:pt x="14365" y="310"/>
                </a:lnTo>
                <a:lnTo>
                  <a:pt x="16286" y="0"/>
                </a:lnTo>
                <a:close/>
              </a:path>
            </a:pathLst>
          </a:custGeom>
          <a:solidFill>
            <a:srgbClr val="A9AB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6" name="contour_11094"/>
          <p:cNvSpPr/>
          <p:nvPr/>
        </p:nvSpPr>
        <p:spPr>
          <a:xfrm>
            <a:off x="11525401" y="5355639"/>
            <a:ext cx="58304" cy="457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9"/>
                </a:moveTo>
                <a:lnTo>
                  <a:pt x="20571" y="2223"/>
                </a:lnTo>
                <a:lnTo>
                  <a:pt x="19537" y="3950"/>
                </a:lnTo>
                <a:lnTo>
                  <a:pt x="18498" y="5671"/>
                </a:lnTo>
                <a:lnTo>
                  <a:pt x="17455" y="7388"/>
                </a:lnTo>
                <a:lnTo>
                  <a:pt x="16408" y="9102"/>
                </a:lnTo>
                <a:lnTo>
                  <a:pt x="15358" y="10812"/>
                </a:lnTo>
                <a:lnTo>
                  <a:pt x="14923" y="11555"/>
                </a:lnTo>
                <a:lnTo>
                  <a:pt x="13611" y="13796"/>
                </a:lnTo>
                <a:lnTo>
                  <a:pt x="12720" y="15210"/>
                </a:lnTo>
                <a:lnTo>
                  <a:pt x="11985" y="16301"/>
                </a:lnTo>
                <a:lnTo>
                  <a:pt x="11148" y="17416"/>
                </a:lnTo>
                <a:lnTo>
                  <a:pt x="9941" y="18909"/>
                </a:lnTo>
                <a:lnTo>
                  <a:pt x="8100" y="21135"/>
                </a:lnTo>
                <a:lnTo>
                  <a:pt x="5872" y="21445"/>
                </a:lnTo>
                <a:lnTo>
                  <a:pt x="4339" y="21600"/>
                </a:lnTo>
                <a:lnTo>
                  <a:pt x="3108" y="21600"/>
                </a:lnTo>
                <a:lnTo>
                  <a:pt x="1790" y="21445"/>
                </a:lnTo>
                <a:lnTo>
                  <a:pt x="0" y="21135"/>
                </a:lnTo>
                <a:lnTo>
                  <a:pt x="394" y="18665"/>
                </a:lnTo>
                <a:lnTo>
                  <a:pt x="794" y="16297"/>
                </a:lnTo>
                <a:lnTo>
                  <a:pt x="1228" y="14012"/>
                </a:lnTo>
                <a:lnTo>
                  <a:pt x="1720" y="11786"/>
                </a:lnTo>
                <a:lnTo>
                  <a:pt x="2290" y="9601"/>
                </a:lnTo>
                <a:lnTo>
                  <a:pt x="2965" y="7433"/>
                </a:lnTo>
                <a:lnTo>
                  <a:pt x="3769" y="5261"/>
                </a:lnTo>
                <a:lnTo>
                  <a:pt x="4725" y="3069"/>
                </a:lnTo>
                <a:lnTo>
                  <a:pt x="6510" y="1889"/>
                </a:lnTo>
                <a:lnTo>
                  <a:pt x="8308" y="1036"/>
                </a:lnTo>
                <a:lnTo>
                  <a:pt x="10125" y="468"/>
                </a:lnTo>
                <a:lnTo>
                  <a:pt x="11961" y="138"/>
                </a:lnTo>
                <a:lnTo>
                  <a:pt x="13821" y="0"/>
                </a:lnTo>
                <a:lnTo>
                  <a:pt x="15714" y="14"/>
                </a:lnTo>
                <a:lnTo>
                  <a:pt x="17636" y="127"/>
                </a:lnTo>
                <a:lnTo>
                  <a:pt x="19597" y="303"/>
                </a:lnTo>
                <a:lnTo>
                  <a:pt x="21600" y="489"/>
                </a:lnTo>
                <a:close/>
              </a:path>
            </a:pathLst>
          </a:custGeom>
          <a:solidFill>
            <a:srgbClr val="F1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7" name="contour_11095"/>
          <p:cNvSpPr/>
          <p:nvPr/>
        </p:nvSpPr>
        <p:spPr>
          <a:xfrm>
            <a:off x="9951195" y="5334810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9739" y="241"/>
                </a:lnTo>
                <a:lnTo>
                  <a:pt x="12247" y="475"/>
                </a:lnTo>
                <a:lnTo>
                  <a:pt x="14034" y="793"/>
                </a:lnTo>
                <a:lnTo>
                  <a:pt x="15447" y="1277"/>
                </a:lnTo>
                <a:lnTo>
                  <a:pt x="16826" y="2012"/>
                </a:lnTo>
                <a:lnTo>
                  <a:pt x="18514" y="3086"/>
                </a:lnTo>
                <a:lnTo>
                  <a:pt x="19165" y="5113"/>
                </a:lnTo>
                <a:lnTo>
                  <a:pt x="19712" y="7137"/>
                </a:lnTo>
                <a:lnTo>
                  <a:pt x="20168" y="9165"/>
                </a:lnTo>
                <a:lnTo>
                  <a:pt x="20545" y="11201"/>
                </a:lnTo>
                <a:lnTo>
                  <a:pt x="20850" y="13247"/>
                </a:lnTo>
                <a:lnTo>
                  <a:pt x="21097" y="15305"/>
                </a:lnTo>
                <a:lnTo>
                  <a:pt x="21298" y="17382"/>
                </a:lnTo>
                <a:lnTo>
                  <a:pt x="21461" y="19477"/>
                </a:lnTo>
                <a:lnTo>
                  <a:pt x="21600" y="21600"/>
                </a:lnTo>
                <a:lnTo>
                  <a:pt x="19560" y="21600"/>
                </a:lnTo>
                <a:lnTo>
                  <a:pt x="17508" y="21600"/>
                </a:lnTo>
                <a:lnTo>
                  <a:pt x="15429" y="21600"/>
                </a:lnTo>
                <a:lnTo>
                  <a:pt x="14386" y="20066"/>
                </a:lnTo>
                <a:lnTo>
                  <a:pt x="13352" y="18527"/>
                </a:lnTo>
                <a:lnTo>
                  <a:pt x="12321" y="16987"/>
                </a:lnTo>
                <a:lnTo>
                  <a:pt x="11297" y="15441"/>
                </a:lnTo>
                <a:lnTo>
                  <a:pt x="10275" y="13895"/>
                </a:lnTo>
                <a:lnTo>
                  <a:pt x="9257" y="12343"/>
                </a:lnTo>
                <a:lnTo>
                  <a:pt x="7773" y="11186"/>
                </a:lnTo>
                <a:lnTo>
                  <a:pt x="6273" y="10106"/>
                </a:lnTo>
                <a:lnTo>
                  <a:pt x="4755" y="9084"/>
                </a:lnTo>
                <a:lnTo>
                  <a:pt x="3209" y="8103"/>
                </a:lnTo>
                <a:lnTo>
                  <a:pt x="1626" y="7137"/>
                </a:lnTo>
                <a:lnTo>
                  <a:pt x="0" y="6171"/>
                </a:lnTo>
                <a:lnTo>
                  <a:pt x="2040" y="6171"/>
                </a:lnTo>
                <a:lnTo>
                  <a:pt x="4092" y="6171"/>
                </a:lnTo>
                <a:lnTo>
                  <a:pt x="6171" y="6171"/>
                </a:lnTo>
                <a:lnTo>
                  <a:pt x="6171" y="4132"/>
                </a:lnTo>
                <a:lnTo>
                  <a:pt x="6171" y="2080"/>
                </a:lnTo>
                <a:lnTo>
                  <a:pt x="6171" y="0"/>
                </a:lnTo>
                <a:close/>
              </a:path>
            </a:pathLst>
          </a:custGeom>
          <a:solidFill>
            <a:srgbClr val="4A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8" name="contour_11096"/>
          <p:cNvSpPr/>
          <p:nvPr/>
        </p:nvSpPr>
        <p:spPr>
          <a:xfrm>
            <a:off x="3967754" y="5335269"/>
            <a:ext cx="36440" cy="432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09"/>
                </a:moveTo>
                <a:lnTo>
                  <a:pt x="21064" y="5661"/>
                </a:lnTo>
                <a:lnTo>
                  <a:pt x="20529" y="7913"/>
                </a:lnTo>
                <a:lnTo>
                  <a:pt x="19993" y="10172"/>
                </a:lnTo>
                <a:lnTo>
                  <a:pt x="19457" y="12435"/>
                </a:lnTo>
                <a:lnTo>
                  <a:pt x="18917" y="14709"/>
                </a:lnTo>
                <a:lnTo>
                  <a:pt x="18373" y="16994"/>
                </a:lnTo>
                <a:lnTo>
                  <a:pt x="17829" y="19290"/>
                </a:lnTo>
                <a:lnTo>
                  <a:pt x="17280" y="21600"/>
                </a:lnTo>
                <a:lnTo>
                  <a:pt x="14196" y="21134"/>
                </a:lnTo>
                <a:lnTo>
                  <a:pt x="11979" y="20712"/>
                </a:lnTo>
                <a:lnTo>
                  <a:pt x="10009" y="20159"/>
                </a:lnTo>
                <a:lnTo>
                  <a:pt x="7664" y="19301"/>
                </a:lnTo>
                <a:lnTo>
                  <a:pt x="4320" y="17962"/>
                </a:lnTo>
                <a:lnTo>
                  <a:pt x="2951" y="15608"/>
                </a:lnTo>
                <a:lnTo>
                  <a:pt x="1858" y="13276"/>
                </a:lnTo>
                <a:lnTo>
                  <a:pt x="1020" y="10926"/>
                </a:lnTo>
                <a:lnTo>
                  <a:pt x="441" y="8521"/>
                </a:lnTo>
                <a:lnTo>
                  <a:pt x="104" y="6028"/>
                </a:lnTo>
                <a:lnTo>
                  <a:pt x="0" y="3409"/>
                </a:lnTo>
                <a:lnTo>
                  <a:pt x="2860" y="1361"/>
                </a:lnTo>
                <a:lnTo>
                  <a:pt x="5772" y="280"/>
                </a:lnTo>
                <a:lnTo>
                  <a:pt x="8748" y="0"/>
                </a:lnTo>
                <a:lnTo>
                  <a:pt x="11807" y="342"/>
                </a:lnTo>
                <a:lnTo>
                  <a:pt x="14956" y="1139"/>
                </a:lnTo>
                <a:lnTo>
                  <a:pt x="18217" y="2219"/>
                </a:lnTo>
                <a:lnTo>
                  <a:pt x="21600" y="3409"/>
                </a:lnTo>
                <a:close/>
              </a:path>
            </a:pathLst>
          </a:custGeom>
          <a:solidFill>
            <a:srgbClr val="DFDD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099" name="contour_11097"/>
          <p:cNvSpPr/>
          <p:nvPr/>
        </p:nvSpPr>
        <p:spPr>
          <a:xfrm>
            <a:off x="9615947" y="5335801"/>
            <a:ext cx="65592" cy="427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4796"/>
                </a:moveTo>
                <a:lnTo>
                  <a:pt x="14674" y="5610"/>
                </a:lnTo>
                <a:lnTo>
                  <a:pt x="15862" y="6442"/>
                </a:lnTo>
                <a:lnTo>
                  <a:pt x="17299" y="7455"/>
                </a:lnTo>
                <a:lnTo>
                  <a:pt x="18734" y="8479"/>
                </a:lnTo>
                <a:lnTo>
                  <a:pt x="20170" y="9511"/>
                </a:lnTo>
                <a:lnTo>
                  <a:pt x="21600" y="10550"/>
                </a:lnTo>
                <a:lnTo>
                  <a:pt x="20261" y="11990"/>
                </a:lnTo>
                <a:lnTo>
                  <a:pt x="18953" y="13367"/>
                </a:lnTo>
                <a:lnTo>
                  <a:pt x="17654" y="14671"/>
                </a:lnTo>
                <a:lnTo>
                  <a:pt x="16349" y="15883"/>
                </a:lnTo>
                <a:lnTo>
                  <a:pt x="15024" y="16996"/>
                </a:lnTo>
                <a:lnTo>
                  <a:pt x="13658" y="17998"/>
                </a:lnTo>
                <a:lnTo>
                  <a:pt x="12235" y="18878"/>
                </a:lnTo>
                <a:lnTo>
                  <a:pt x="10738" y="19622"/>
                </a:lnTo>
                <a:lnTo>
                  <a:pt x="9151" y="20219"/>
                </a:lnTo>
                <a:lnTo>
                  <a:pt x="7714" y="20675"/>
                </a:lnTo>
                <a:lnTo>
                  <a:pt x="6266" y="21132"/>
                </a:lnTo>
                <a:lnTo>
                  <a:pt x="4800" y="21600"/>
                </a:lnTo>
                <a:lnTo>
                  <a:pt x="4800" y="19408"/>
                </a:lnTo>
                <a:lnTo>
                  <a:pt x="4800" y="17217"/>
                </a:lnTo>
                <a:lnTo>
                  <a:pt x="4800" y="15010"/>
                </a:lnTo>
                <a:lnTo>
                  <a:pt x="4800" y="12789"/>
                </a:lnTo>
                <a:lnTo>
                  <a:pt x="4800" y="10550"/>
                </a:lnTo>
                <a:lnTo>
                  <a:pt x="3214" y="10550"/>
                </a:lnTo>
                <a:lnTo>
                  <a:pt x="1618" y="10550"/>
                </a:lnTo>
                <a:lnTo>
                  <a:pt x="0" y="10550"/>
                </a:lnTo>
                <a:lnTo>
                  <a:pt x="0" y="8115"/>
                </a:lnTo>
                <a:lnTo>
                  <a:pt x="0" y="5665"/>
                </a:lnTo>
                <a:lnTo>
                  <a:pt x="0" y="3183"/>
                </a:lnTo>
                <a:lnTo>
                  <a:pt x="1663" y="1297"/>
                </a:lnTo>
                <a:lnTo>
                  <a:pt x="3322" y="280"/>
                </a:lnTo>
                <a:lnTo>
                  <a:pt x="4980" y="0"/>
                </a:lnTo>
                <a:lnTo>
                  <a:pt x="6643" y="317"/>
                </a:lnTo>
                <a:lnTo>
                  <a:pt x="8321" y="1094"/>
                </a:lnTo>
                <a:lnTo>
                  <a:pt x="10020" y="2192"/>
                </a:lnTo>
                <a:lnTo>
                  <a:pt x="11743" y="3470"/>
                </a:lnTo>
                <a:lnTo>
                  <a:pt x="13500" y="4796"/>
                </a:lnTo>
                <a:close/>
              </a:path>
            </a:pathLst>
          </a:custGeom>
          <a:solidFill>
            <a:srgbClr val="ECEF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0" name="contour_11098"/>
          <p:cNvSpPr/>
          <p:nvPr/>
        </p:nvSpPr>
        <p:spPr>
          <a:xfrm>
            <a:off x="8653933" y="5289872"/>
            <a:ext cx="43728" cy="44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582"/>
                </a:moveTo>
                <a:lnTo>
                  <a:pt x="6228" y="235"/>
                </a:lnTo>
                <a:lnTo>
                  <a:pt x="8780" y="49"/>
                </a:lnTo>
                <a:lnTo>
                  <a:pt x="11293" y="0"/>
                </a:lnTo>
                <a:lnTo>
                  <a:pt x="13799" y="60"/>
                </a:lnTo>
                <a:lnTo>
                  <a:pt x="16330" y="193"/>
                </a:lnTo>
                <a:lnTo>
                  <a:pt x="18918" y="378"/>
                </a:lnTo>
                <a:lnTo>
                  <a:pt x="21600" y="582"/>
                </a:lnTo>
                <a:lnTo>
                  <a:pt x="20808" y="2894"/>
                </a:lnTo>
                <a:lnTo>
                  <a:pt x="20016" y="5209"/>
                </a:lnTo>
                <a:lnTo>
                  <a:pt x="19220" y="7525"/>
                </a:lnTo>
                <a:lnTo>
                  <a:pt x="18425" y="9847"/>
                </a:lnTo>
                <a:lnTo>
                  <a:pt x="17629" y="12177"/>
                </a:lnTo>
                <a:lnTo>
                  <a:pt x="16826" y="14517"/>
                </a:lnTo>
                <a:lnTo>
                  <a:pt x="16024" y="16864"/>
                </a:lnTo>
                <a:lnTo>
                  <a:pt x="15214" y="19225"/>
                </a:lnTo>
                <a:lnTo>
                  <a:pt x="14400" y="21600"/>
                </a:lnTo>
                <a:lnTo>
                  <a:pt x="13507" y="19866"/>
                </a:lnTo>
                <a:lnTo>
                  <a:pt x="12614" y="18125"/>
                </a:lnTo>
                <a:lnTo>
                  <a:pt x="11711" y="16370"/>
                </a:lnTo>
                <a:lnTo>
                  <a:pt x="10800" y="14594"/>
                </a:lnTo>
                <a:lnTo>
                  <a:pt x="8014" y="13515"/>
                </a:lnTo>
                <a:lnTo>
                  <a:pt x="6059" y="12793"/>
                </a:lnTo>
                <a:lnTo>
                  <a:pt x="4417" y="12261"/>
                </a:lnTo>
                <a:lnTo>
                  <a:pt x="2570" y="11749"/>
                </a:lnTo>
                <a:lnTo>
                  <a:pt x="0" y="11091"/>
                </a:lnTo>
                <a:lnTo>
                  <a:pt x="353" y="8484"/>
                </a:lnTo>
                <a:lnTo>
                  <a:pt x="716" y="6635"/>
                </a:lnTo>
                <a:lnTo>
                  <a:pt x="1264" y="5037"/>
                </a:lnTo>
                <a:lnTo>
                  <a:pt x="2167" y="3188"/>
                </a:lnTo>
                <a:lnTo>
                  <a:pt x="3600" y="582"/>
                </a:lnTo>
                <a:close/>
              </a:path>
            </a:pathLst>
          </a:custGeom>
          <a:solidFill>
            <a:srgbClr val="D8E0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1" name="contour_11099"/>
          <p:cNvSpPr/>
          <p:nvPr/>
        </p:nvSpPr>
        <p:spPr>
          <a:xfrm>
            <a:off x="3931314" y="529108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792"/>
                </a:lnTo>
                <a:lnTo>
                  <a:pt x="4756" y="1584"/>
                </a:lnTo>
                <a:lnTo>
                  <a:pt x="7135" y="2380"/>
                </a:lnTo>
                <a:lnTo>
                  <a:pt x="9522" y="3175"/>
                </a:lnTo>
                <a:lnTo>
                  <a:pt x="11916" y="3971"/>
                </a:lnTo>
                <a:lnTo>
                  <a:pt x="14321" y="4774"/>
                </a:lnTo>
                <a:lnTo>
                  <a:pt x="16733" y="5576"/>
                </a:lnTo>
                <a:lnTo>
                  <a:pt x="19159" y="6386"/>
                </a:lnTo>
                <a:lnTo>
                  <a:pt x="21600" y="7200"/>
                </a:lnTo>
                <a:lnTo>
                  <a:pt x="20887" y="9338"/>
                </a:lnTo>
                <a:lnTo>
                  <a:pt x="20171" y="11484"/>
                </a:lnTo>
                <a:lnTo>
                  <a:pt x="19454" y="13637"/>
                </a:lnTo>
                <a:lnTo>
                  <a:pt x="18731" y="15808"/>
                </a:lnTo>
                <a:lnTo>
                  <a:pt x="18000" y="18000"/>
                </a:lnTo>
                <a:lnTo>
                  <a:pt x="15786" y="18853"/>
                </a:lnTo>
                <a:lnTo>
                  <a:pt x="13590" y="19523"/>
                </a:lnTo>
                <a:lnTo>
                  <a:pt x="11405" y="20045"/>
                </a:lnTo>
                <a:lnTo>
                  <a:pt x="9205" y="20448"/>
                </a:lnTo>
                <a:lnTo>
                  <a:pt x="6980" y="20768"/>
                </a:lnTo>
                <a:lnTo>
                  <a:pt x="4716" y="21046"/>
                </a:lnTo>
                <a:lnTo>
                  <a:pt x="2394" y="2131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B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2" name="contour_11100"/>
          <p:cNvSpPr/>
          <p:nvPr/>
        </p:nvSpPr>
        <p:spPr>
          <a:xfrm>
            <a:off x="1817797" y="5283794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20832" y="18130"/>
                </a:lnTo>
                <a:lnTo>
                  <a:pt x="20129" y="18245"/>
                </a:lnTo>
                <a:lnTo>
                  <a:pt x="19438" y="18360"/>
                </a:lnTo>
                <a:lnTo>
                  <a:pt x="18694" y="18486"/>
                </a:lnTo>
                <a:lnTo>
                  <a:pt x="17842" y="18626"/>
                </a:lnTo>
                <a:lnTo>
                  <a:pt x="16819" y="18796"/>
                </a:lnTo>
                <a:lnTo>
                  <a:pt x="15571" y="19004"/>
                </a:lnTo>
                <a:lnTo>
                  <a:pt x="14035" y="19260"/>
                </a:lnTo>
                <a:lnTo>
                  <a:pt x="12156" y="19573"/>
                </a:lnTo>
                <a:lnTo>
                  <a:pt x="9871" y="19955"/>
                </a:lnTo>
                <a:lnTo>
                  <a:pt x="7123" y="20412"/>
                </a:lnTo>
                <a:lnTo>
                  <a:pt x="3852" y="20959"/>
                </a:lnTo>
                <a:lnTo>
                  <a:pt x="0" y="21600"/>
                </a:lnTo>
                <a:lnTo>
                  <a:pt x="1078" y="20430"/>
                </a:lnTo>
                <a:lnTo>
                  <a:pt x="2158" y="19256"/>
                </a:lnTo>
                <a:lnTo>
                  <a:pt x="3247" y="18072"/>
                </a:lnTo>
                <a:lnTo>
                  <a:pt x="4349" y="16877"/>
                </a:lnTo>
                <a:lnTo>
                  <a:pt x="5590" y="15469"/>
                </a:lnTo>
                <a:lnTo>
                  <a:pt x="6797" y="14044"/>
                </a:lnTo>
                <a:lnTo>
                  <a:pt x="7970" y="12600"/>
                </a:lnTo>
                <a:lnTo>
                  <a:pt x="9118" y="11120"/>
                </a:lnTo>
                <a:lnTo>
                  <a:pt x="10241" y="9605"/>
                </a:lnTo>
                <a:lnTo>
                  <a:pt x="11342" y="8035"/>
                </a:lnTo>
                <a:lnTo>
                  <a:pt x="12427" y="6412"/>
                </a:lnTo>
                <a:lnTo>
                  <a:pt x="13500" y="4723"/>
                </a:lnTo>
                <a:lnTo>
                  <a:pt x="14914" y="2732"/>
                </a:lnTo>
                <a:lnTo>
                  <a:pt x="16001" y="1400"/>
                </a:lnTo>
                <a:lnTo>
                  <a:pt x="16987" y="590"/>
                </a:lnTo>
                <a:lnTo>
                  <a:pt x="18101" y="176"/>
                </a:lnTo>
                <a:lnTo>
                  <a:pt x="19562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8E7A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3" name="contour_11101"/>
          <p:cNvSpPr/>
          <p:nvPr/>
        </p:nvSpPr>
        <p:spPr>
          <a:xfrm>
            <a:off x="6984983" y="5252368"/>
            <a:ext cx="65592" cy="46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688" y="527"/>
                </a:lnTo>
                <a:lnTo>
                  <a:pt x="19200" y="1068"/>
                </a:lnTo>
                <a:lnTo>
                  <a:pt x="20004" y="3271"/>
                </a:lnTo>
                <a:lnTo>
                  <a:pt x="20630" y="5458"/>
                </a:lnTo>
                <a:lnTo>
                  <a:pt x="21091" y="7662"/>
                </a:lnTo>
                <a:lnTo>
                  <a:pt x="21401" y="9921"/>
                </a:lnTo>
                <a:lnTo>
                  <a:pt x="21566" y="12271"/>
                </a:lnTo>
                <a:lnTo>
                  <a:pt x="21600" y="14756"/>
                </a:lnTo>
                <a:lnTo>
                  <a:pt x="20258" y="17268"/>
                </a:lnTo>
                <a:lnTo>
                  <a:pt x="19313" y="18818"/>
                </a:lnTo>
                <a:lnTo>
                  <a:pt x="18310" y="20046"/>
                </a:lnTo>
                <a:lnTo>
                  <a:pt x="16800" y="21600"/>
                </a:lnTo>
                <a:lnTo>
                  <a:pt x="16433" y="19968"/>
                </a:lnTo>
                <a:lnTo>
                  <a:pt x="16058" y="18311"/>
                </a:lnTo>
                <a:lnTo>
                  <a:pt x="15046" y="16234"/>
                </a:lnTo>
                <a:lnTo>
                  <a:pt x="14184" y="15023"/>
                </a:lnTo>
                <a:lnTo>
                  <a:pt x="12998" y="14212"/>
                </a:lnTo>
                <a:lnTo>
                  <a:pt x="11016" y="13339"/>
                </a:lnTo>
                <a:lnTo>
                  <a:pt x="9706" y="13100"/>
                </a:lnTo>
                <a:lnTo>
                  <a:pt x="8388" y="12860"/>
                </a:lnTo>
                <a:lnTo>
                  <a:pt x="7051" y="12617"/>
                </a:lnTo>
                <a:lnTo>
                  <a:pt x="5734" y="12360"/>
                </a:lnTo>
                <a:lnTo>
                  <a:pt x="4409" y="12104"/>
                </a:lnTo>
                <a:lnTo>
                  <a:pt x="3065" y="11844"/>
                </a:lnTo>
                <a:lnTo>
                  <a:pt x="1543" y="11590"/>
                </a:lnTo>
                <a:lnTo>
                  <a:pt x="0" y="11334"/>
                </a:lnTo>
                <a:lnTo>
                  <a:pt x="0" y="9072"/>
                </a:lnTo>
                <a:lnTo>
                  <a:pt x="0" y="6796"/>
                </a:lnTo>
                <a:lnTo>
                  <a:pt x="0" y="4490"/>
                </a:lnTo>
                <a:lnTo>
                  <a:pt x="1529" y="3672"/>
                </a:lnTo>
                <a:lnTo>
                  <a:pt x="3101" y="3001"/>
                </a:lnTo>
                <a:lnTo>
                  <a:pt x="4704" y="2454"/>
                </a:lnTo>
                <a:lnTo>
                  <a:pt x="6334" y="2005"/>
                </a:lnTo>
                <a:lnTo>
                  <a:pt x="7980" y="1629"/>
                </a:lnTo>
                <a:lnTo>
                  <a:pt x="9636" y="1304"/>
                </a:lnTo>
                <a:lnTo>
                  <a:pt x="11294" y="999"/>
                </a:lnTo>
                <a:lnTo>
                  <a:pt x="12946" y="698"/>
                </a:lnTo>
                <a:lnTo>
                  <a:pt x="14585" y="373"/>
                </a:lnTo>
                <a:lnTo>
                  <a:pt x="16200" y="0"/>
                </a:lnTo>
                <a:close/>
              </a:path>
            </a:pathLst>
          </a:custGeom>
          <a:solidFill>
            <a:srgbClr val="A398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4" name="contour_11102"/>
          <p:cNvSpPr/>
          <p:nvPr/>
        </p:nvSpPr>
        <p:spPr>
          <a:xfrm>
            <a:off x="2787099" y="5232778"/>
            <a:ext cx="3142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09" y="0"/>
                </a:moveTo>
                <a:lnTo>
                  <a:pt x="9713" y="1793"/>
                </a:lnTo>
                <a:lnTo>
                  <a:pt x="13275" y="3197"/>
                </a:lnTo>
                <a:lnTo>
                  <a:pt x="15884" y="4339"/>
                </a:lnTo>
                <a:lnTo>
                  <a:pt x="17733" y="5333"/>
                </a:lnTo>
                <a:lnTo>
                  <a:pt x="19020" y="6302"/>
                </a:lnTo>
                <a:lnTo>
                  <a:pt x="19927" y="7368"/>
                </a:lnTo>
                <a:lnTo>
                  <a:pt x="20653" y="8650"/>
                </a:lnTo>
                <a:lnTo>
                  <a:pt x="21390" y="10265"/>
                </a:lnTo>
                <a:lnTo>
                  <a:pt x="21545" y="12773"/>
                </a:lnTo>
                <a:lnTo>
                  <a:pt x="21600" y="14542"/>
                </a:lnTo>
                <a:lnTo>
                  <a:pt x="21515" y="15821"/>
                </a:lnTo>
                <a:lnTo>
                  <a:pt x="21249" y="16858"/>
                </a:lnTo>
                <a:lnTo>
                  <a:pt x="20768" y="17902"/>
                </a:lnTo>
                <a:lnTo>
                  <a:pt x="20037" y="19200"/>
                </a:lnTo>
                <a:lnTo>
                  <a:pt x="17357" y="20280"/>
                </a:lnTo>
                <a:lnTo>
                  <a:pt x="15424" y="20892"/>
                </a:lnTo>
                <a:lnTo>
                  <a:pt x="13290" y="21257"/>
                </a:lnTo>
                <a:lnTo>
                  <a:pt x="10019" y="21600"/>
                </a:lnTo>
                <a:lnTo>
                  <a:pt x="6627" y="20566"/>
                </a:lnTo>
                <a:lnTo>
                  <a:pt x="4453" y="19721"/>
                </a:lnTo>
                <a:lnTo>
                  <a:pt x="2555" y="18614"/>
                </a:lnTo>
                <a:lnTo>
                  <a:pt x="0" y="16800"/>
                </a:lnTo>
                <a:lnTo>
                  <a:pt x="55" y="15034"/>
                </a:lnTo>
                <a:lnTo>
                  <a:pt x="145" y="13714"/>
                </a:lnTo>
                <a:lnTo>
                  <a:pt x="321" y="12605"/>
                </a:lnTo>
                <a:lnTo>
                  <a:pt x="631" y="11460"/>
                </a:lnTo>
                <a:lnTo>
                  <a:pt x="1137" y="10039"/>
                </a:lnTo>
                <a:lnTo>
                  <a:pt x="1878" y="8100"/>
                </a:lnTo>
                <a:lnTo>
                  <a:pt x="2435" y="6583"/>
                </a:lnTo>
                <a:lnTo>
                  <a:pt x="2996" y="5054"/>
                </a:lnTo>
                <a:lnTo>
                  <a:pt x="3562" y="3506"/>
                </a:lnTo>
                <a:lnTo>
                  <a:pt x="4037" y="2347"/>
                </a:lnTo>
                <a:lnTo>
                  <a:pt x="4523" y="1183"/>
                </a:lnTo>
                <a:lnTo>
                  <a:pt x="5009" y="0"/>
                </a:lnTo>
                <a:close/>
              </a:path>
            </a:pathLst>
          </a:custGeom>
          <a:solidFill>
            <a:srgbClr val="D4DD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5" name="contour_11103"/>
          <p:cNvSpPr/>
          <p:nvPr/>
        </p:nvSpPr>
        <p:spPr>
          <a:xfrm>
            <a:off x="5358580" y="5210914"/>
            <a:ext cx="4490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" y="0"/>
                </a:moveTo>
                <a:lnTo>
                  <a:pt x="3029" y="511"/>
                </a:lnTo>
                <a:lnTo>
                  <a:pt x="5205" y="1001"/>
                </a:lnTo>
                <a:lnTo>
                  <a:pt x="7182" y="1517"/>
                </a:lnTo>
                <a:lnTo>
                  <a:pt x="9030" y="2107"/>
                </a:lnTo>
                <a:lnTo>
                  <a:pt x="10832" y="2820"/>
                </a:lnTo>
                <a:lnTo>
                  <a:pt x="12658" y="3701"/>
                </a:lnTo>
                <a:lnTo>
                  <a:pt x="14589" y="4800"/>
                </a:lnTo>
                <a:lnTo>
                  <a:pt x="15473" y="6295"/>
                </a:lnTo>
                <a:lnTo>
                  <a:pt x="16289" y="7793"/>
                </a:lnTo>
                <a:lnTo>
                  <a:pt x="17043" y="9293"/>
                </a:lnTo>
                <a:lnTo>
                  <a:pt x="17744" y="10798"/>
                </a:lnTo>
                <a:lnTo>
                  <a:pt x="18396" y="12310"/>
                </a:lnTo>
                <a:lnTo>
                  <a:pt x="19006" y="13829"/>
                </a:lnTo>
                <a:lnTo>
                  <a:pt x="19577" y="15358"/>
                </a:lnTo>
                <a:lnTo>
                  <a:pt x="20117" y="16898"/>
                </a:lnTo>
                <a:lnTo>
                  <a:pt x="20629" y="18451"/>
                </a:lnTo>
                <a:lnTo>
                  <a:pt x="21123" y="20018"/>
                </a:lnTo>
                <a:lnTo>
                  <a:pt x="21600" y="21600"/>
                </a:lnTo>
                <a:lnTo>
                  <a:pt x="19283" y="21600"/>
                </a:lnTo>
                <a:lnTo>
                  <a:pt x="16952" y="21600"/>
                </a:lnTo>
                <a:lnTo>
                  <a:pt x="14589" y="21600"/>
                </a:lnTo>
                <a:lnTo>
                  <a:pt x="14109" y="20136"/>
                </a:lnTo>
                <a:lnTo>
                  <a:pt x="13636" y="18670"/>
                </a:lnTo>
                <a:lnTo>
                  <a:pt x="13177" y="17203"/>
                </a:lnTo>
                <a:lnTo>
                  <a:pt x="12735" y="15732"/>
                </a:lnTo>
                <a:lnTo>
                  <a:pt x="12318" y="14258"/>
                </a:lnTo>
                <a:lnTo>
                  <a:pt x="11708" y="13138"/>
                </a:lnTo>
                <a:lnTo>
                  <a:pt x="11084" y="12000"/>
                </a:lnTo>
                <a:lnTo>
                  <a:pt x="9275" y="11604"/>
                </a:lnTo>
                <a:lnTo>
                  <a:pt x="7452" y="11206"/>
                </a:lnTo>
                <a:lnTo>
                  <a:pt x="5609" y="10800"/>
                </a:lnTo>
                <a:lnTo>
                  <a:pt x="3944" y="10404"/>
                </a:lnTo>
                <a:lnTo>
                  <a:pt x="2268" y="10006"/>
                </a:lnTo>
                <a:lnTo>
                  <a:pt x="568" y="9600"/>
                </a:lnTo>
                <a:lnTo>
                  <a:pt x="179" y="7956"/>
                </a:lnTo>
                <a:lnTo>
                  <a:pt x="4" y="6384"/>
                </a:lnTo>
                <a:lnTo>
                  <a:pt x="0" y="4838"/>
                </a:lnTo>
                <a:lnTo>
                  <a:pt x="119" y="3288"/>
                </a:lnTo>
                <a:lnTo>
                  <a:pt x="326" y="1687"/>
                </a:lnTo>
                <a:lnTo>
                  <a:pt x="568" y="0"/>
                </a:lnTo>
                <a:close/>
              </a:path>
            </a:pathLst>
          </a:custGeom>
          <a:solidFill>
            <a:srgbClr val="C3B4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6" name="contour_11104"/>
          <p:cNvSpPr/>
          <p:nvPr/>
        </p:nvSpPr>
        <p:spPr>
          <a:xfrm>
            <a:off x="9994916" y="5187680"/>
            <a:ext cx="57400" cy="378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31" y="0"/>
                </a:moveTo>
                <a:lnTo>
                  <a:pt x="11573" y="112"/>
                </a:lnTo>
                <a:lnTo>
                  <a:pt x="13403" y="333"/>
                </a:lnTo>
                <a:lnTo>
                  <a:pt x="15048" y="762"/>
                </a:lnTo>
                <a:lnTo>
                  <a:pt x="16644" y="1482"/>
                </a:lnTo>
                <a:lnTo>
                  <a:pt x="18328" y="2586"/>
                </a:lnTo>
                <a:lnTo>
                  <a:pt x="20231" y="4163"/>
                </a:lnTo>
                <a:lnTo>
                  <a:pt x="21202" y="7132"/>
                </a:lnTo>
                <a:lnTo>
                  <a:pt x="21600" y="9339"/>
                </a:lnTo>
                <a:lnTo>
                  <a:pt x="21482" y="11887"/>
                </a:lnTo>
                <a:lnTo>
                  <a:pt x="20917" y="15875"/>
                </a:lnTo>
                <a:lnTo>
                  <a:pt x="20349" y="17765"/>
                </a:lnTo>
                <a:lnTo>
                  <a:pt x="19776" y="19672"/>
                </a:lnTo>
                <a:lnTo>
                  <a:pt x="19198" y="21600"/>
                </a:lnTo>
                <a:lnTo>
                  <a:pt x="19198" y="18852"/>
                </a:lnTo>
                <a:lnTo>
                  <a:pt x="19198" y="16079"/>
                </a:lnTo>
                <a:lnTo>
                  <a:pt x="19198" y="13273"/>
                </a:lnTo>
                <a:lnTo>
                  <a:pt x="17558" y="14218"/>
                </a:lnTo>
                <a:lnTo>
                  <a:pt x="15904" y="15172"/>
                </a:lnTo>
                <a:lnTo>
                  <a:pt x="14231" y="16138"/>
                </a:lnTo>
                <a:lnTo>
                  <a:pt x="12443" y="16833"/>
                </a:lnTo>
                <a:lnTo>
                  <a:pt x="11222" y="17199"/>
                </a:lnTo>
                <a:lnTo>
                  <a:pt x="10005" y="17362"/>
                </a:lnTo>
                <a:lnTo>
                  <a:pt x="8228" y="17437"/>
                </a:lnTo>
                <a:lnTo>
                  <a:pt x="6596" y="15688"/>
                </a:lnTo>
                <a:lnTo>
                  <a:pt x="5109" y="13806"/>
                </a:lnTo>
                <a:lnTo>
                  <a:pt x="3741" y="11787"/>
                </a:lnTo>
                <a:lnTo>
                  <a:pt x="2452" y="9638"/>
                </a:lnTo>
                <a:lnTo>
                  <a:pt x="1218" y="7357"/>
                </a:lnTo>
                <a:lnTo>
                  <a:pt x="0" y="4946"/>
                </a:lnTo>
                <a:lnTo>
                  <a:pt x="1558" y="2790"/>
                </a:lnTo>
                <a:lnTo>
                  <a:pt x="2915" y="1382"/>
                </a:lnTo>
                <a:lnTo>
                  <a:pt x="4226" y="570"/>
                </a:lnTo>
                <a:lnTo>
                  <a:pt x="5647" y="179"/>
                </a:lnTo>
                <a:lnTo>
                  <a:pt x="7328" y="46"/>
                </a:lnTo>
                <a:lnTo>
                  <a:pt x="9431" y="0"/>
                </a:lnTo>
                <a:close/>
              </a:path>
            </a:pathLst>
          </a:custGeom>
          <a:solidFill>
            <a:srgbClr val="DDC3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7" name="contour_11105"/>
          <p:cNvSpPr/>
          <p:nvPr/>
        </p:nvSpPr>
        <p:spPr>
          <a:xfrm>
            <a:off x="3676234" y="5189050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78" y="297"/>
                </a:lnTo>
                <a:lnTo>
                  <a:pt x="2555" y="621"/>
                </a:lnTo>
                <a:lnTo>
                  <a:pt x="3831" y="961"/>
                </a:lnTo>
                <a:lnTo>
                  <a:pt x="5107" y="1318"/>
                </a:lnTo>
                <a:lnTo>
                  <a:pt x="6382" y="1685"/>
                </a:lnTo>
                <a:lnTo>
                  <a:pt x="7568" y="2003"/>
                </a:lnTo>
                <a:lnTo>
                  <a:pt x="8762" y="2317"/>
                </a:lnTo>
                <a:lnTo>
                  <a:pt x="9971" y="2635"/>
                </a:lnTo>
                <a:lnTo>
                  <a:pt x="11002" y="3402"/>
                </a:lnTo>
                <a:lnTo>
                  <a:pt x="11876" y="4115"/>
                </a:lnTo>
                <a:lnTo>
                  <a:pt x="12663" y="4887"/>
                </a:lnTo>
                <a:lnTo>
                  <a:pt x="13433" y="5837"/>
                </a:lnTo>
                <a:lnTo>
                  <a:pt x="14256" y="7079"/>
                </a:lnTo>
                <a:lnTo>
                  <a:pt x="15201" y="8721"/>
                </a:lnTo>
                <a:lnTo>
                  <a:pt x="16337" y="10881"/>
                </a:lnTo>
                <a:lnTo>
                  <a:pt x="17738" y="13673"/>
                </a:lnTo>
                <a:lnTo>
                  <a:pt x="19467" y="17204"/>
                </a:lnTo>
                <a:lnTo>
                  <a:pt x="21600" y="21600"/>
                </a:lnTo>
                <a:lnTo>
                  <a:pt x="20263" y="21265"/>
                </a:lnTo>
                <a:lnTo>
                  <a:pt x="18927" y="20930"/>
                </a:lnTo>
                <a:lnTo>
                  <a:pt x="17588" y="20596"/>
                </a:lnTo>
                <a:lnTo>
                  <a:pt x="16251" y="20261"/>
                </a:lnTo>
                <a:lnTo>
                  <a:pt x="14912" y="19926"/>
                </a:lnTo>
                <a:lnTo>
                  <a:pt x="13569" y="19591"/>
                </a:lnTo>
                <a:lnTo>
                  <a:pt x="12226" y="19256"/>
                </a:lnTo>
                <a:lnTo>
                  <a:pt x="10881" y="18922"/>
                </a:lnTo>
                <a:lnTo>
                  <a:pt x="9533" y="18581"/>
                </a:lnTo>
                <a:lnTo>
                  <a:pt x="8182" y="18247"/>
                </a:lnTo>
                <a:lnTo>
                  <a:pt x="6828" y="17906"/>
                </a:lnTo>
                <a:lnTo>
                  <a:pt x="5471" y="17566"/>
                </a:lnTo>
                <a:lnTo>
                  <a:pt x="4110" y="17226"/>
                </a:lnTo>
                <a:lnTo>
                  <a:pt x="2745" y="16886"/>
                </a:lnTo>
                <a:lnTo>
                  <a:pt x="1375" y="16546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EE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8" name="contour_11106"/>
          <p:cNvSpPr/>
          <p:nvPr/>
        </p:nvSpPr>
        <p:spPr>
          <a:xfrm>
            <a:off x="4281138" y="5181762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6" y="916"/>
                </a:lnTo>
                <a:lnTo>
                  <a:pt x="3055" y="1832"/>
                </a:lnTo>
                <a:lnTo>
                  <a:pt x="4584" y="2752"/>
                </a:lnTo>
                <a:lnTo>
                  <a:pt x="6115" y="3668"/>
                </a:lnTo>
                <a:lnTo>
                  <a:pt x="7646" y="4588"/>
                </a:lnTo>
                <a:lnTo>
                  <a:pt x="9182" y="5508"/>
                </a:lnTo>
                <a:lnTo>
                  <a:pt x="10718" y="6432"/>
                </a:lnTo>
                <a:lnTo>
                  <a:pt x="12259" y="7357"/>
                </a:lnTo>
                <a:lnTo>
                  <a:pt x="13805" y="8281"/>
                </a:lnTo>
                <a:lnTo>
                  <a:pt x="15353" y="9210"/>
                </a:lnTo>
                <a:lnTo>
                  <a:pt x="16906" y="10143"/>
                </a:lnTo>
                <a:lnTo>
                  <a:pt x="18466" y="11081"/>
                </a:lnTo>
                <a:lnTo>
                  <a:pt x="20030" y="12018"/>
                </a:lnTo>
                <a:lnTo>
                  <a:pt x="21600" y="12960"/>
                </a:lnTo>
                <a:lnTo>
                  <a:pt x="21005" y="15098"/>
                </a:lnTo>
                <a:lnTo>
                  <a:pt x="20410" y="17245"/>
                </a:lnTo>
                <a:lnTo>
                  <a:pt x="19807" y="19410"/>
                </a:lnTo>
                <a:lnTo>
                  <a:pt x="19200" y="21600"/>
                </a:lnTo>
                <a:lnTo>
                  <a:pt x="17510" y="21527"/>
                </a:lnTo>
                <a:lnTo>
                  <a:pt x="15883" y="21380"/>
                </a:lnTo>
                <a:lnTo>
                  <a:pt x="14292" y="21155"/>
                </a:lnTo>
                <a:lnTo>
                  <a:pt x="12708" y="20848"/>
                </a:lnTo>
                <a:lnTo>
                  <a:pt x="11105" y="20460"/>
                </a:lnTo>
                <a:lnTo>
                  <a:pt x="9451" y="19980"/>
                </a:lnTo>
                <a:lnTo>
                  <a:pt x="8088" y="19613"/>
                </a:lnTo>
                <a:lnTo>
                  <a:pt x="6708" y="19237"/>
                </a:lnTo>
                <a:lnTo>
                  <a:pt x="5030" y="18766"/>
                </a:lnTo>
                <a:lnTo>
                  <a:pt x="3353" y="18282"/>
                </a:lnTo>
                <a:lnTo>
                  <a:pt x="1675" y="17785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7A7C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09" name="contour_11107"/>
          <p:cNvSpPr/>
          <p:nvPr/>
        </p:nvSpPr>
        <p:spPr>
          <a:xfrm>
            <a:off x="1721413" y="5145322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2088" y="242"/>
                </a:lnTo>
                <a:lnTo>
                  <a:pt x="3171" y="467"/>
                </a:lnTo>
                <a:lnTo>
                  <a:pt x="4419" y="730"/>
                </a:lnTo>
                <a:lnTo>
                  <a:pt x="6073" y="1076"/>
                </a:lnTo>
                <a:lnTo>
                  <a:pt x="8375" y="1555"/>
                </a:lnTo>
                <a:lnTo>
                  <a:pt x="11567" y="2225"/>
                </a:lnTo>
                <a:lnTo>
                  <a:pt x="15895" y="3128"/>
                </a:lnTo>
                <a:lnTo>
                  <a:pt x="21600" y="4320"/>
                </a:lnTo>
                <a:lnTo>
                  <a:pt x="20918" y="7171"/>
                </a:lnTo>
                <a:lnTo>
                  <a:pt x="20236" y="10027"/>
                </a:lnTo>
                <a:lnTo>
                  <a:pt x="19550" y="12895"/>
                </a:lnTo>
                <a:lnTo>
                  <a:pt x="18859" y="15777"/>
                </a:lnTo>
                <a:lnTo>
                  <a:pt x="18165" y="18675"/>
                </a:lnTo>
                <a:lnTo>
                  <a:pt x="17466" y="21600"/>
                </a:lnTo>
                <a:lnTo>
                  <a:pt x="12534" y="20948"/>
                </a:lnTo>
                <a:lnTo>
                  <a:pt x="9086" y="20425"/>
                </a:lnTo>
                <a:lnTo>
                  <a:pt x="6660" y="19920"/>
                </a:lnTo>
                <a:lnTo>
                  <a:pt x="4795" y="19306"/>
                </a:lnTo>
                <a:lnTo>
                  <a:pt x="3043" y="18468"/>
                </a:lnTo>
                <a:lnTo>
                  <a:pt x="930" y="17280"/>
                </a:lnTo>
                <a:lnTo>
                  <a:pt x="298" y="14282"/>
                </a:lnTo>
                <a:lnTo>
                  <a:pt x="12" y="11478"/>
                </a:lnTo>
                <a:lnTo>
                  <a:pt x="0" y="8761"/>
                </a:lnTo>
                <a:lnTo>
                  <a:pt x="198" y="6018"/>
                </a:lnTo>
                <a:lnTo>
                  <a:pt x="533" y="3132"/>
                </a:lnTo>
                <a:lnTo>
                  <a:pt x="930" y="0"/>
                </a:lnTo>
                <a:close/>
              </a:path>
            </a:pathLst>
          </a:custGeom>
          <a:solidFill>
            <a:srgbClr val="F1E4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0" name="contour_11108"/>
          <p:cNvSpPr/>
          <p:nvPr/>
        </p:nvSpPr>
        <p:spPr>
          <a:xfrm>
            <a:off x="5235551" y="5152610"/>
            <a:ext cx="2932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1" y="0"/>
                </a:moveTo>
                <a:lnTo>
                  <a:pt x="3420" y="0"/>
                </a:lnTo>
                <a:lnTo>
                  <a:pt x="6620" y="0"/>
                </a:lnTo>
                <a:lnTo>
                  <a:pt x="9831" y="0"/>
                </a:lnTo>
                <a:lnTo>
                  <a:pt x="13068" y="0"/>
                </a:lnTo>
                <a:lnTo>
                  <a:pt x="16338" y="0"/>
                </a:lnTo>
                <a:lnTo>
                  <a:pt x="17042" y="1618"/>
                </a:lnTo>
                <a:lnTo>
                  <a:pt x="17729" y="3235"/>
                </a:lnTo>
                <a:lnTo>
                  <a:pt x="18395" y="4855"/>
                </a:lnTo>
                <a:lnTo>
                  <a:pt x="19050" y="6478"/>
                </a:lnTo>
                <a:lnTo>
                  <a:pt x="19694" y="8100"/>
                </a:lnTo>
                <a:lnTo>
                  <a:pt x="20317" y="9605"/>
                </a:lnTo>
                <a:lnTo>
                  <a:pt x="20945" y="11119"/>
                </a:lnTo>
                <a:lnTo>
                  <a:pt x="21584" y="12655"/>
                </a:lnTo>
                <a:lnTo>
                  <a:pt x="21600" y="14702"/>
                </a:lnTo>
                <a:lnTo>
                  <a:pt x="21348" y="16092"/>
                </a:lnTo>
                <a:lnTo>
                  <a:pt x="20564" y="17172"/>
                </a:lnTo>
                <a:lnTo>
                  <a:pt x="19023" y="18274"/>
                </a:lnTo>
                <a:lnTo>
                  <a:pt x="16462" y="19745"/>
                </a:lnTo>
                <a:lnTo>
                  <a:pt x="13740" y="20666"/>
                </a:lnTo>
                <a:lnTo>
                  <a:pt x="10969" y="21600"/>
                </a:lnTo>
                <a:lnTo>
                  <a:pt x="9251" y="19896"/>
                </a:lnTo>
                <a:lnTo>
                  <a:pt x="7656" y="18242"/>
                </a:lnTo>
                <a:lnTo>
                  <a:pt x="6191" y="16625"/>
                </a:lnTo>
                <a:lnTo>
                  <a:pt x="4864" y="15034"/>
                </a:lnTo>
                <a:lnTo>
                  <a:pt x="3683" y="13457"/>
                </a:lnTo>
                <a:lnTo>
                  <a:pt x="2652" y="11882"/>
                </a:lnTo>
                <a:lnTo>
                  <a:pt x="1777" y="10301"/>
                </a:lnTo>
                <a:lnTo>
                  <a:pt x="1068" y="8700"/>
                </a:lnTo>
                <a:lnTo>
                  <a:pt x="532" y="7066"/>
                </a:lnTo>
                <a:lnTo>
                  <a:pt x="172" y="5393"/>
                </a:lnTo>
                <a:lnTo>
                  <a:pt x="0" y="3662"/>
                </a:lnTo>
                <a:lnTo>
                  <a:pt x="16" y="1870"/>
                </a:lnTo>
                <a:lnTo>
                  <a:pt x="231" y="0"/>
                </a:lnTo>
                <a:close/>
              </a:path>
            </a:pathLst>
          </a:custGeom>
          <a:solidFill>
            <a:srgbClr val="E0D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1" name="contour_11109"/>
          <p:cNvSpPr/>
          <p:nvPr/>
        </p:nvSpPr>
        <p:spPr>
          <a:xfrm>
            <a:off x="3719962" y="5145446"/>
            <a:ext cx="51016" cy="58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73" y="16"/>
                </a:moveTo>
                <a:lnTo>
                  <a:pt x="10269" y="249"/>
                </a:lnTo>
                <a:lnTo>
                  <a:pt x="11136" y="503"/>
                </a:lnTo>
                <a:lnTo>
                  <a:pt x="12513" y="906"/>
                </a:lnTo>
                <a:lnTo>
                  <a:pt x="14827" y="1583"/>
                </a:lnTo>
                <a:lnTo>
                  <a:pt x="18514" y="2660"/>
                </a:lnTo>
                <a:lnTo>
                  <a:pt x="17049" y="3331"/>
                </a:lnTo>
                <a:lnTo>
                  <a:pt x="15574" y="4007"/>
                </a:lnTo>
                <a:lnTo>
                  <a:pt x="14077" y="4689"/>
                </a:lnTo>
                <a:lnTo>
                  <a:pt x="12102" y="5936"/>
                </a:lnTo>
                <a:lnTo>
                  <a:pt x="10575" y="7186"/>
                </a:lnTo>
                <a:lnTo>
                  <a:pt x="9402" y="8518"/>
                </a:lnTo>
                <a:lnTo>
                  <a:pt x="8495" y="10014"/>
                </a:lnTo>
                <a:lnTo>
                  <a:pt x="7770" y="11756"/>
                </a:lnTo>
                <a:lnTo>
                  <a:pt x="7134" y="13821"/>
                </a:lnTo>
                <a:lnTo>
                  <a:pt x="6816" y="15496"/>
                </a:lnTo>
                <a:lnTo>
                  <a:pt x="6495" y="17184"/>
                </a:lnTo>
                <a:lnTo>
                  <a:pt x="6171" y="18894"/>
                </a:lnTo>
                <a:lnTo>
                  <a:pt x="8356" y="18894"/>
                </a:lnTo>
                <a:lnTo>
                  <a:pt x="10541" y="18894"/>
                </a:lnTo>
                <a:lnTo>
                  <a:pt x="12732" y="18894"/>
                </a:lnTo>
                <a:lnTo>
                  <a:pt x="14929" y="18894"/>
                </a:lnTo>
                <a:lnTo>
                  <a:pt x="17138" y="18894"/>
                </a:lnTo>
                <a:lnTo>
                  <a:pt x="19363" y="18894"/>
                </a:lnTo>
                <a:lnTo>
                  <a:pt x="21600" y="18894"/>
                </a:lnTo>
                <a:lnTo>
                  <a:pt x="21600" y="20239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7" y="21600"/>
                </a:lnTo>
                <a:lnTo>
                  <a:pt x="15484" y="21600"/>
                </a:lnTo>
                <a:lnTo>
                  <a:pt x="13438" y="21600"/>
                </a:lnTo>
                <a:lnTo>
                  <a:pt x="11386" y="21600"/>
                </a:lnTo>
                <a:lnTo>
                  <a:pt x="9328" y="21600"/>
                </a:lnTo>
                <a:lnTo>
                  <a:pt x="7258" y="21600"/>
                </a:lnTo>
                <a:lnTo>
                  <a:pt x="5178" y="21600"/>
                </a:lnTo>
                <a:lnTo>
                  <a:pt x="3086" y="21600"/>
                </a:lnTo>
                <a:lnTo>
                  <a:pt x="2188" y="17977"/>
                </a:lnTo>
                <a:lnTo>
                  <a:pt x="1490" y="15120"/>
                </a:lnTo>
                <a:lnTo>
                  <a:pt x="963" y="12896"/>
                </a:lnTo>
                <a:lnTo>
                  <a:pt x="583" y="11172"/>
                </a:lnTo>
                <a:lnTo>
                  <a:pt x="324" y="9811"/>
                </a:lnTo>
                <a:lnTo>
                  <a:pt x="164" y="8685"/>
                </a:lnTo>
                <a:lnTo>
                  <a:pt x="71" y="7660"/>
                </a:lnTo>
                <a:lnTo>
                  <a:pt x="25" y="6597"/>
                </a:lnTo>
                <a:lnTo>
                  <a:pt x="0" y="5366"/>
                </a:lnTo>
                <a:lnTo>
                  <a:pt x="1836" y="3071"/>
                </a:lnTo>
                <a:lnTo>
                  <a:pt x="3218" y="1537"/>
                </a:lnTo>
                <a:lnTo>
                  <a:pt x="4409" y="611"/>
                </a:lnTo>
                <a:lnTo>
                  <a:pt x="5675" y="149"/>
                </a:lnTo>
                <a:lnTo>
                  <a:pt x="7273" y="0"/>
                </a:lnTo>
                <a:lnTo>
                  <a:pt x="9473" y="16"/>
                </a:lnTo>
                <a:close/>
              </a:path>
            </a:pathLst>
          </a:custGeom>
          <a:solidFill>
            <a:srgbClr val="5F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2" name="contour_11110"/>
          <p:cNvSpPr/>
          <p:nvPr/>
        </p:nvSpPr>
        <p:spPr>
          <a:xfrm>
            <a:off x="2677780" y="5124231"/>
            <a:ext cx="51016" cy="42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3276"/>
                </a:moveTo>
                <a:lnTo>
                  <a:pt x="17589" y="5581"/>
                </a:lnTo>
                <a:lnTo>
                  <a:pt x="18949" y="7113"/>
                </a:lnTo>
                <a:lnTo>
                  <a:pt x="20094" y="8557"/>
                </a:lnTo>
                <a:lnTo>
                  <a:pt x="21600" y="10606"/>
                </a:lnTo>
                <a:lnTo>
                  <a:pt x="19853" y="12160"/>
                </a:lnTo>
                <a:lnTo>
                  <a:pt x="18107" y="13717"/>
                </a:lnTo>
                <a:lnTo>
                  <a:pt x="16354" y="15278"/>
                </a:lnTo>
                <a:lnTo>
                  <a:pt x="14595" y="16847"/>
                </a:lnTo>
                <a:lnTo>
                  <a:pt x="12827" y="18419"/>
                </a:lnTo>
                <a:lnTo>
                  <a:pt x="11050" y="20006"/>
                </a:lnTo>
                <a:lnTo>
                  <a:pt x="9257" y="21600"/>
                </a:lnTo>
                <a:lnTo>
                  <a:pt x="9257" y="19178"/>
                </a:lnTo>
                <a:lnTo>
                  <a:pt x="9257" y="16741"/>
                </a:lnTo>
                <a:lnTo>
                  <a:pt x="9257" y="14271"/>
                </a:lnTo>
                <a:lnTo>
                  <a:pt x="7727" y="13666"/>
                </a:lnTo>
                <a:lnTo>
                  <a:pt x="6190" y="13057"/>
                </a:lnTo>
                <a:lnTo>
                  <a:pt x="4629" y="12438"/>
                </a:lnTo>
                <a:lnTo>
                  <a:pt x="3098" y="11833"/>
                </a:lnTo>
                <a:lnTo>
                  <a:pt x="1561" y="11225"/>
                </a:lnTo>
                <a:lnTo>
                  <a:pt x="0" y="10606"/>
                </a:lnTo>
                <a:lnTo>
                  <a:pt x="0" y="8183"/>
                </a:lnTo>
                <a:lnTo>
                  <a:pt x="0" y="5746"/>
                </a:lnTo>
                <a:lnTo>
                  <a:pt x="0" y="3276"/>
                </a:lnTo>
                <a:lnTo>
                  <a:pt x="2228" y="1415"/>
                </a:lnTo>
                <a:lnTo>
                  <a:pt x="4357" y="359"/>
                </a:lnTo>
                <a:lnTo>
                  <a:pt x="6446" y="0"/>
                </a:lnTo>
                <a:lnTo>
                  <a:pt x="8544" y="224"/>
                </a:lnTo>
                <a:lnTo>
                  <a:pt x="10704" y="920"/>
                </a:lnTo>
                <a:lnTo>
                  <a:pt x="12982" y="1975"/>
                </a:lnTo>
                <a:lnTo>
                  <a:pt x="15429" y="3276"/>
                </a:lnTo>
                <a:close/>
              </a:path>
            </a:pathLst>
          </a:custGeom>
          <a:solidFill>
            <a:srgbClr val="CDD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3" name="contour_11111"/>
          <p:cNvSpPr/>
          <p:nvPr/>
        </p:nvSpPr>
        <p:spPr>
          <a:xfrm>
            <a:off x="8528761" y="5101594"/>
            <a:ext cx="3208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86" y="0"/>
                </a:moveTo>
                <a:lnTo>
                  <a:pt x="20947" y="2253"/>
                </a:lnTo>
                <a:lnTo>
                  <a:pt x="21306" y="4462"/>
                </a:lnTo>
                <a:lnTo>
                  <a:pt x="21536" y="6644"/>
                </a:lnTo>
                <a:lnTo>
                  <a:pt x="21600" y="8816"/>
                </a:lnTo>
                <a:lnTo>
                  <a:pt x="21472" y="10994"/>
                </a:lnTo>
                <a:lnTo>
                  <a:pt x="21109" y="13191"/>
                </a:lnTo>
                <a:lnTo>
                  <a:pt x="20486" y="15429"/>
                </a:lnTo>
                <a:lnTo>
                  <a:pt x="17930" y="16718"/>
                </a:lnTo>
                <a:lnTo>
                  <a:pt x="15314" y="17826"/>
                </a:lnTo>
                <a:lnTo>
                  <a:pt x="12630" y="18780"/>
                </a:lnTo>
                <a:lnTo>
                  <a:pt x="9858" y="19604"/>
                </a:lnTo>
                <a:lnTo>
                  <a:pt x="6982" y="20329"/>
                </a:lnTo>
                <a:lnTo>
                  <a:pt x="3989" y="20986"/>
                </a:lnTo>
                <a:lnTo>
                  <a:pt x="859" y="21600"/>
                </a:lnTo>
                <a:lnTo>
                  <a:pt x="412" y="17428"/>
                </a:lnTo>
                <a:lnTo>
                  <a:pt x="113" y="14133"/>
                </a:lnTo>
                <a:lnTo>
                  <a:pt x="0" y="11553"/>
                </a:lnTo>
                <a:lnTo>
                  <a:pt x="103" y="9529"/>
                </a:lnTo>
                <a:lnTo>
                  <a:pt x="466" y="7899"/>
                </a:lnTo>
                <a:lnTo>
                  <a:pt x="1114" y="6505"/>
                </a:lnTo>
                <a:lnTo>
                  <a:pt x="2085" y="5184"/>
                </a:lnTo>
                <a:lnTo>
                  <a:pt x="3420" y="3777"/>
                </a:lnTo>
                <a:lnTo>
                  <a:pt x="5152" y="2123"/>
                </a:lnTo>
                <a:lnTo>
                  <a:pt x="7925" y="1086"/>
                </a:lnTo>
                <a:lnTo>
                  <a:pt x="10108" y="460"/>
                </a:lnTo>
                <a:lnTo>
                  <a:pt x="12439" y="136"/>
                </a:lnTo>
                <a:lnTo>
                  <a:pt x="15653" y="19"/>
                </a:lnTo>
                <a:lnTo>
                  <a:pt x="20486" y="0"/>
                </a:lnTo>
                <a:close/>
              </a:path>
            </a:pathLst>
          </a:custGeom>
          <a:solidFill>
            <a:srgbClr val="D8DC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4" name="contour_11112"/>
          <p:cNvSpPr/>
          <p:nvPr/>
        </p:nvSpPr>
        <p:spPr>
          <a:xfrm>
            <a:off x="4259274" y="5128924"/>
            <a:ext cx="87456" cy="30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71"/>
                </a:moveTo>
                <a:lnTo>
                  <a:pt x="21600" y="3791"/>
                </a:lnTo>
                <a:lnTo>
                  <a:pt x="21600" y="6353"/>
                </a:lnTo>
                <a:lnTo>
                  <a:pt x="20327" y="6353"/>
                </a:lnTo>
                <a:lnTo>
                  <a:pt x="19053" y="6353"/>
                </a:lnTo>
                <a:lnTo>
                  <a:pt x="17775" y="6353"/>
                </a:lnTo>
                <a:lnTo>
                  <a:pt x="16492" y="6353"/>
                </a:lnTo>
                <a:lnTo>
                  <a:pt x="15203" y="6353"/>
                </a:lnTo>
                <a:lnTo>
                  <a:pt x="13907" y="6353"/>
                </a:lnTo>
                <a:lnTo>
                  <a:pt x="12600" y="6353"/>
                </a:lnTo>
                <a:lnTo>
                  <a:pt x="12600" y="9712"/>
                </a:lnTo>
                <a:lnTo>
                  <a:pt x="12600" y="13092"/>
                </a:lnTo>
                <a:lnTo>
                  <a:pt x="12600" y="16518"/>
                </a:lnTo>
                <a:lnTo>
                  <a:pt x="11353" y="17021"/>
                </a:lnTo>
                <a:lnTo>
                  <a:pt x="10103" y="17524"/>
                </a:lnTo>
                <a:lnTo>
                  <a:pt x="8854" y="18027"/>
                </a:lnTo>
                <a:lnTo>
                  <a:pt x="7603" y="18535"/>
                </a:lnTo>
                <a:lnTo>
                  <a:pt x="6347" y="19038"/>
                </a:lnTo>
                <a:lnTo>
                  <a:pt x="5089" y="19547"/>
                </a:lnTo>
                <a:lnTo>
                  <a:pt x="3825" y="20055"/>
                </a:lnTo>
                <a:lnTo>
                  <a:pt x="2556" y="20568"/>
                </a:lnTo>
                <a:lnTo>
                  <a:pt x="1282" y="21082"/>
                </a:lnTo>
                <a:lnTo>
                  <a:pt x="0" y="21600"/>
                </a:lnTo>
                <a:lnTo>
                  <a:pt x="0" y="18581"/>
                </a:lnTo>
                <a:lnTo>
                  <a:pt x="0" y="15552"/>
                </a:lnTo>
                <a:lnTo>
                  <a:pt x="0" y="12513"/>
                </a:lnTo>
                <a:lnTo>
                  <a:pt x="0" y="9448"/>
                </a:lnTo>
                <a:lnTo>
                  <a:pt x="0" y="6353"/>
                </a:lnTo>
                <a:lnTo>
                  <a:pt x="1040" y="4782"/>
                </a:lnTo>
                <a:lnTo>
                  <a:pt x="2153" y="3481"/>
                </a:lnTo>
                <a:lnTo>
                  <a:pt x="3330" y="2424"/>
                </a:lnTo>
                <a:lnTo>
                  <a:pt x="4561" y="1586"/>
                </a:lnTo>
                <a:lnTo>
                  <a:pt x="5837" y="950"/>
                </a:lnTo>
                <a:lnTo>
                  <a:pt x="7151" y="498"/>
                </a:lnTo>
                <a:lnTo>
                  <a:pt x="8494" y="203"/>
                </a:lnTo>
                <a:lnTo>
                  <a:pt x="9859" y="41"/>
                </a:lnTo>
                <a:lnTo>
                  <a:pt x="11232" y="0"/>
                </a:lnTo>
                <a:lnTo>
                  <a:pt x="12609" y="51"/>
                </a:lnTo>
                <a:lnTo>
                  <a:pt x="13981" y="178"/>
                </a:lnTo>
                <a:lnTo>
                  <a:pt x="15338" y="351"/>
                </a:lnTo>
                <a:lnTo>
                  <a:pt x="16672" y="559"/>
                </a:lnTo>
                <a:lnTo>
                  <a:pt x="17973" y="778"/>
                </a:lnTo>
                <a:lnTo>
                  <a:pt x="19235" y="981"/>
                </a:lnTo>
                <a:lnTo>
                  <a:pt x="20446" y="1154"/>
                </a:lnTo>
                <a:lnTo>
                  <a:pt x="21600" y="1271"/>
                </a:lnTo>
                <a:close/>
              </a:path>
            </a:pathLst>
          </a:custGeom>
          <a:solidFill>
            <a:srgbClr val="6D6A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5" name="contour_11113"/>
          <p:cNvSpPr/>
          <p:nvPr/>
        </p:nvSpPr>
        <p:spPr>
          <a:xfrm>
            <a:off x="571550" y="5123458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7584" y="2016"/>
                </a:lnTo>
                <a:lnTo>
                  <a:pt x="9922" y="3719"/>
                </a:lnTo>
                <a:lnTo>
                  <a:pt x="11870" y="5155"/>
                </a:lnTo>
                <a:lnTo>
                  <a:pt x="13490" y="6376"/>
                </a:lnTo>
                <a:lnTo>
                  <a:pt x="14842" y="7434"/>
                </a:lnTo>
                <a:lnTo>
                  <a:pt x="15977" y="8374"/>
                </a:lnTo>
                <a:lnTo>
                  <a:pt x="16961" y="9252"/>
                </a:lnTo>
                <a:lnTo>
                  <a:pt x="17846" y="10112"/>
                </a:lnTo>
                <a:lnTo>
                  <a:pt x="18696" y="11005"/>
                </a:lnTo>
                <a:lnTo>
                  <a:pt x="19565" y="11984"/>
                </a:lnTo>
                <a:lnTo>
                  <a:pt x="20513" y="131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4" y="21600"/>
                </a:lnTo>
                <a:lnTo>
                  <a:pt x="17309" y="21600"/>
                </a:lnTo>
                <a:lnTo>
                  <a:pt x="15862" y="21600"/>
                </a:lnTo>
                <a:lnTo>
                  <a:pt x="14400" y="21600"/>
                </a:lnTo>
                <a:lnTo>
                  <a:pt x="14400" y="19220"/>
                </a:lnTo>
                <a:lnTo>
                  <a:pt x="14400" y="16826"/>
                </a:lnTo>
                <a:lnTo>
                  <a:pt x="14400" y="14400"/>
                </a:lnTo>
                <a:lnTo>
                  <a:pt x="12816" y="14400"/>
                </a:lnTo>
                <a:lnTo>
                  <a:pt x="11230" y="14400"/>
                </a:lnTo>
                <a:lnTo>
                  <a:pt x="9643" y="14400"/>
                </a:lnTo>
                <a:lnTo>
                  <a:pt x="8052" y="14400"/>
                </a:lnTo>
                <a:lnTo>
                  <a:pt x="6456" y="14400"/>
                </a:lnTo>
                <a:lnTo>
                  <a:pt x="4853" y="14400"/>
                </a:lnTo>
                <a:lnTo>
                  <a:pt x="3245" y="14400"/>
                </a:lnTo>
                <a:lnTo>
                  <a:pt x="1627" y="14400"/>
                </a:lnTo>
                <a:lnTo>
                  <a:pt x="0" y="14400"/>
                </a:lnTo>
                <a:lnTo>
                  <a:pt x="679" y="12362"/>
                </a:lnTo>
                <a:lnTo>
                  <a:pt x="1358" y="10325"/>
                </a:lnTo>
                <a:lnTo>
                  <a:pt x="2040" y="8280"/>
                </a:lnTo>
                <a:lnTo>
                  <a:pt x="2724" y="6228"/>
                </a:lnTo>
                <a:lnTo>
                  <a:pt x="3413" y="4165"/>
                </a:lnTo>
                <a:lnTo>
                  <a:pt x="4104" y="2092"/>
                </a:lnTo>
                <a:lnTo>
                  <a:pt x="4800" y="0"/>
                </a:lnTo>
                <a:close/>
              </a:path>
            </a:pathLst>
          </a:custGeom>
          <a:solidFill>
            <a:srgbClr val="2726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6" name="contour_11114"/>
          <p:cNvSpPr/>
          <p:nvPr/>
        </p:nvSpPr>
        <p:spPr>
          <a:xfrm>
            <a:off x="8398853" y="5116170"/>
            <a:ext cx="51016" cy="358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20844" y="5516"/>
                </a:lnTo>
                <a:lnTo>
                  <a:pt x="20233" y="9706"/>
                </a:lnTo>
                <a:lnTo>
                  <a:pt x="19696" y="12816"/>
                </a:lnTo>
                <a:lnTo>
                  <a:pt x="19162" y="15087"/>
                </a:lnTo>
                <a:lnTo>
                  <a:pt x="18570" y="16760"/>
                </a:lnTo>
                <a:lnTo>
                  <a:pt x="17842" y="18073"/>
                </a:lnTo>
                <a:lnTo>
                  <a:pt x="16916" y="19268"/>
                </a:lnTo>
                <a:lnTo>
                  <a:pt x="15719" y="20590"/>
                </a:lnTo>
                <a:lnTo>
                  <a:pt x="13716" y="21358"/>
                </a:lnTo>
                <a:lnTo>
                  <a:pt x="12352" y="21600"/>
                </a:lnTo>
                <a:lnTo>
                  <a:pt x="11004" y="21310"/>
                </a:lnTo>
                <a:lnTo>
                  <a:pt x="9041" y="20467"/>
                </a:lnTo>
                <a:lnTo>
                  <a:pt x="7427" y="19167"/>
                </a:lnTo>
                <a:lnTo>
                  <a:pt x="5786" y="17840"/>
                </a:lnTo>
                <a:lnTo>
                  <a:pt x="4965" y="17199"/>
                </a:lnTo>
                <a:lnTo>
                  <a:pt x="2484" y="15254"/>
                </a:lnTo>
                <a:lnTo>
                  <a:pt x="1253" y="14221"/>
                </a:lnTo>
                <a:lnTo>
                  <a:pt x="0" y="13176"/>
                </a:lnTo>
                <a:lnTo>
                  <a:pt x="2040" y="13176"/>
                </a:lnTo>
                <a:lnTo>
                  <a:pt x="4092" y="13176"/>
                </a:lnTo>
                <a:lnTo>
                  <a:pt x="6171" y="13176"/>
                </a:lnTo>
                <a:lnTo>
                  <a:pt x="6171" y="10567"/>
                </a:lnTo>
                <a:lnTo>
                  <a:pt x="6171" y="7950"/>
                </a:lnTo>
                <a:lnTo>
                  <a:pt x="6171" y="5323"/>
                </a:lnTo>
                <a:lnTo>
                  <a:pt x="6171" y="2675"/>
                </a:lnTo>
                <a:lnTo>
                  <a:pt x="6171" y="0"/>
                </a:lnTo>
                <a:close/>
              </a:path>
            </a:pathLst>
          </a:custGeom>
          <a:solidFill>
            <a:srgbClr val="ED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7" name="contour_11115"/>
          <p:cNvSpPr/>
          <p:nvPr/>
        </p:nvSpPr>
        <p:spPr>
          <a:xfrm>
            <a:off x="2559124" y="5065154"/>
            <a:ext cx="3120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8" y="0"/>
                </a:moveTo>
                <a:lnTo>
                  <a:pt x="2054" y="1318"/>
                </a:lnTo>
                <a:lnTo>
                  <a:pt x="2689" y="2637"/>
                </a:lnTo>
                <a:lnTo>
                  <a:pt x="3320" y="3955"/>
                </a:lnTo>
                <a:lnTo>
                  <a:pt x="3956" y="5275"/>
                </a:lnTo>
                <a:lnTo>
                  <a:pt x="4591" y="6592"/>
                </a:lnTo>
                <a:lnTo>
                  <a:pt x="5797" y="7802"/>
                </a:lnTo>
                <a:lnTo>
                  <a:pt x="7215" y="8586"/>
                </a:lnTo>
                <a:lnTo>
                  <a:pt x="9758" y="9292"/>
                </a:lnTo>
                <a:lnTo>
                  <a:pt x="14344" y="10260"/>
                </a:lnTo>
                <a:lnTo>
                  <a:pt x="16741" y="10437"/>
                </a:lnTo>
                <a:lnTo>
                  <a:pt x="19153" y="10619"/>
                </a:lnTo>
                <a:lnTo>
                  <a:pt x="21600" y="10800"/>
                </a:lnTo>
                <a:lnTo>
                  <a:pt x="20974" y="12137"/>
                </a:lnTo>
                <a:lnTo>
                  <a:pt x="20349" y="13474"/>
                </a:lnTo>
                <a:lnTo>
                  <a:pt x="19723" y="14815"/>
                </a:lnTo>
                <a:lnTo>
                  <a:pt x="19097" y="16159"/>
                </a:lnTo>
                <a:lnTo>
                  <a:pt x="18467" y="17509"/>
                </a:lnTo>
                <a:lnTo>
                  <a:pt x="17831" y="18865"/>
                </a:lnTo>
                <a:lnTo>
                  <a:pt x="17195" y="20228"/>
                </a:lnTo>
                <a:lnTo>
                  <a:pt x="16554" y="21600"/>
                </a:lnTo>
                <a:lnTo>
                  <a:pt x="12831" y="21360"/>
                </a:lnTo>
                <a:lnTo>
                  <a:pt x="10182" y="21127"/>
                </a:lnTo>
                <a:lnTo>
                  <a:pt x="7881" y="20799"/>
                </a:lnTo>
                <a:lnTo>
                  <a:pt x="5202" y="20272"/>
                </a:lnTo>
                <a:lnTo>
                  <a:pt x="1418" y="19440"/>
                </a:lnTo>
                <a:lnTo>
                  <a:pt x="696" y="18038"/>
                </a:lnTo>
                <a:lnTo>
                  <a:pt x="252" y="16641"/>
                </a:lnTo>
                <a:lnTo>
                  <a:pt x="35" y="15243"/>
                </a:lnTo>
                <a:lnTo>
                  <a:pt x="0" y="13843"/>
                </a:lnTo>
                <a:lnTo>
                  <a:pt x="96" y="12437"/>
                </a:lnTo>
                <a:lnTo>
                  <a:pt x="267" y="11020"/>
                </a:lnTo>
                <a:lnTo>
                  <a:pt x="469" y="9586"/>
                </a:lnTo>
                <a:lnTo>
                  <a:pt x="575" y="8206"/>
                </a:lnTo>
                <a:lnTo>
                  <a:pt x="681" y="6804"/>
                </a:lnTo>
                <a:lnTo>
                  <a:pt x="797" y="5443"/>
                </a:lnTo>
                <a:lnTo>
                  <a:pt x="933" y="4082"/>
                </a:lnTo>
                <a:lnTo>
                  <a:pt x="1085" y="2722"/>
                </a:lnTo>
                <a:lnTo>
                  <a:pt x="1246" y="1361"/>
                </a:lnTo>
                <a:lnTo>
                  <a:pt x="1418" y="0"/>
                </a:lnTo>
                <a:close/>
              </a:path>
            </a:pathLst>
          </a:custGeom>
          <a:solidFill>
            <a:srgbClr val="7065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8" name="contour_11116"/>
          <p:cNvSpPr/>
          <p:nvPr/>
        </p:nvSpPr>
        <p:spPr>
          <a:xfrm>
            <a:off x="5359760" y="5079730"/>
            <a:ext cx="51016" cy="356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221"/>
                </a:lnTo>
                <a:lnTo>
                  <a:pt x="4872" y="428"/>
                </a:lnTo>
                <a:lnTo>
                  <a:pt x="5807" y="649"/>
                </a:lnTo>
                <a:lnTo>
                  <a:pt x="6974" y="927"/>
                </a:lnTo>
                <a:lnTo>
                  <a:pt x="8523" y="1298"/>
                </a:lnTo>
                <a:lnTo>
                  <a:pt x="10609" y="1793"/>
                </a:lnTo>
                <a:lnTo>
                  <a:pt x="13380" y="2455"/>
                </a:lnTo>
                <a:lnTo>
                  <a:pt x="16993" y="3316"/>
                </a:lnTo>
                <a:lnTo>
                  <a:pt x="21600" y="4415"/>
                </a:lnTo>
                <a:lnTo>
                  <a:pt x="21600" y="7038"/>
                </a:lnTo>
                <a:lnTo>
                  <a:pt x="21600" y="9670"/>
                </a:lnTo>
                <a:lnTo>
                  <a:pt x="21600" y="12310"/>
                </a:lnTo>
                <a:lnTo>
                  <a:pt x="21600" y="14973"/>
                </a:lnTo>
                <a:lnTo>
                  <a:pt x="21600" y="17661"/>
                </a:lnTo>
                <a:lnTo>
                  <a:pt x="19536" y="19255"/>
                </a:lnTo>
                <a:lnTo>
                  <a:pt x="17576" y="20412"/>
                </a:lnTo>
                <a:lnTo>
                  <a:pt x="15675" y="21163"/>
                </a:lnTo>
                <a:lnTo>
                  <a:pt x="13796" y="21547"/>
                </a:lnTo>
                <a:lnTo>
                  <a:pt x="11889" y="21600"/>
                </a:lnTo>
                <a:lnTo>
                  <a:pt x="9914" y="21362"/>
                </a:lnTo>
                <a:lnTo>
                  <a:pt x="7828" y="20863"/>
                </a:lnTo>
                <a:lnTo>
                  <a:pt x="5591" y="20143"/>
                </a:lnTo>
                <a:lnTo>
                  <a:pt x="3743" y="19326"/>
                </a:lnTo>
                <a:lnTo>
                  <a:pt x="1885" y="18496"/>
                </a:lnTo>
                <a:lnTo>
                  <a:pt x="0" y="17661"/>
                </a:lnTo>
                <a:lnTo>
                  <a:pt x="509" y="14747"/>
                </a:lnTo>
                <a:lnTo>
                  <a:pt x="1018" y="11829"/>
                </a:lnTo>
                <a:lnTo>
                  <a:pt x="1531" y="8897"/>
                </a:lnTo>
                <a:lnTo>
                  <a:pt x="2046" y="5952"/>
                </a:lnTo>
                <a:lnTo>
                  <a:pt x="2564" y="2989"/>
                </a:lnTo>
                <a:lnTo>
                  <a:pt x="3086" y="0"/>
                </a:lnTo>
                <a:close/>
              </a:path>
            </a:pathLst>
          </a:custGeom>
          <a:solidFill>
            <a:srgbClr val="F3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19" name="contour_11117"/>
          <p:cNvSpPr/>
          <p:nvPr/>
        </p:nvSpPr>
        <p:spPr>
          <a:xfrm>
            <a:off x="1642885" y="507973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205" y="5577"/>
                </a:lnTo>
                <a:lnTo>
                  <a:pt x="19131" y="9828"/>
                </a:lnTo>
                <a:lnTo>
                  <a:pt x="18308" y="13003"/>
                </a:lnTo>
                <a:lnTo>
                  <a:pt x="17666" y="15353"/>
                </a:lnTo>
                <a:lnTo>
                  <a:pt x="17129" y="17137"/>
                </a:lnTo>
                <a:lnTo>
                  <a:pt x="16623" y="18606"/>
                </a:lnTo>
                <a:lnTo>
                  <a:pt x="16083" y="20006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8051" y="19332"/>
                </a:lnTo>
                <a:lnTo>
                  <a:pt x="6918" y="17021"/>
                </a:lnTo>
                <a:lnTo>
                  <a:pt x="5847" y="14675"/>
                </a:lnTo>
                <a:lnTo>
                  <a:pt x="4826" y="12290"/>
                </a:lnTo>
                <a:lnTo>
                  <a:pt x="3842" y="9880"/>
                </a:lnTo>
                <a:lnTo>
                  <a:pt x="2879" y="7439"/>
                </a:lnTo>
                <a:lnTo>
                  <a:pt x="1925" y="4977"/>
                </a:lnTo>
                <a:lnTo>
                  <a:pt x="972" y="2497"/>
                </a:lnTo>
                <a:lnTo>
                  <a:pt x="0" y="0"/>
                </a:lnTo>
                <a:close/>
              </a:path>
            </a:pathLst>
          </a:custGeom>
          <a:solidFill>
            <a:srgbClr val="4033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0" name="contour_11118"/>
          <p:cNvSpPr/>
          <p:nvPr/>
        </p:nvSpPr>
        <p:spPr>
          <a:xfrm>
            <a:off x="11357777" y="5063755"/>
            <a:ext cx="36440" cy="524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77"/>
                </a:moveTo>
                <a:lnTo>
                  <a:pt x="4838" y="255"/>
                </a:lnTo>
                <a:lnTo>
                  <a:pt x="8256" y="63"/>
                </a:lnTo>
                <a:lnTo>
                  <a:pt x="10727" y="0"/>
                </a:lnTo>
                <a:lnTo>
                  <a:pt x="12735" y="63"/>
                </a:lnTo>
                <a:lnTo>
                  <a:pt x="14757" y="255"/>
                </a:lnTo>
                <a:lnTo>
                  <a:pt x="17280" y="577"/>
                </a:lnTo>
                <a:lnTo>
                  <a:pt x="19388" y="2451"/>
                </a:lnTo>
                <a:lnTo>
                  <a:pt x="20667" y="3856"/>
                </a:lnTo>
                <a:lnTo>
                  <a:pt x="21324" y="5226"/>
                </a:lnTo>
                <a:lnTo>
                  <a:pt x="21565" y="6992"/>
                </a:lnTo>
                <a:lnTo>
                  <a:pt x="21600" y="9587"/>
                </a:lnTo>
                <a:lnTo>
                  <a:pt x="19708" y="11299"/>
                </a:lnTo>
                <a:lnTo>
                  <a:pt x="17742" y="12935"/>
                </a:lnTo>
                <a:lnTo>
                  <a:pt x="15703" y="14509"/>
                </a:lnTo>
                <a:lnTo>
                  <a:pt x="13586" y="16023"/>
                </a:lnTo>
                <a:lnTo>
                  <a:pt x="11392" y="17482"/>
                </a:lnTo>
                <a:lnTo>
                  <a:pt x="9115" y="18894"/>
                </a:lnTo>
                <a:lnTo>
                  <a:pt x="6761" y="20267"/>
                </a:lnTo>
                <a:lnTo>
                  <a:pt x="4320" y="21600"/>
                </a:lnTo>
                <a:lnTo>
                  <a:pt x="2177" y="21600"/>
                </a:lnTo>
                <a:lnTo>
                  <a:pt x="0" y="21600"/>
                </a:lnTo>
                <a:lnTo>
                  <a:pt x="0" y="19519"/>
                </a:lnTo>
                <a:lnTo>
                  <a:pt x="0" y="17434"/>
                </a:lnTo>
                <a:lnTo>
                  <a:pt x="0" y="15350"/>
                </a:lnTo>
                <a:lnTo>
                  <a:pt x="0" y="13263"/>
                </a:lnTo>
                <a:lnTo>
                  <a:pt x="0" y="11166"/>
                </a:lnTo>
                <a:lnTo>
                  <a:pt x="0" y="9067"/>
                </a:lnTo>
                <a:lnTo>
                  <a:pt x="0" y="6959"/>
                </a:lnTo>
                <a:lnTo>
                  <a:pt x="0" y="4841"/>
                </a:lnTo>
                <a:lnTo>
                  <a:pt x="0" y="2715"/>
                </a:lnTo>
                <a:lnTo>
                  <a:pt x="0" y="577"/>
                </a:lnTo>
                <a:close/>
              </a:path>
            </a:pathLst>
          </a:custGeom>
          <a:solidFill>
            <a:srgbClr val="EBE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1" name="contour_11119"/>
          <p:cNvSpPr/>
          <p:nvPr/>
        </p:nvSpPr>
        <p:spPr>
          <a:xfrm>
            <a:off x="3734538" y="5065154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1785"/>
                </a:lnTo>
                <a:lnTo>
                  <a:pt x="21600" y="3580"/>
                </a:lnTo>
                <a:lnTo>
                  <a:pt x="21600" y="5400"/>
                </a:lnTo>
                <a:lnTo>
                  <a:pt x="19220" y="5400"/>
                </a:lnTo>
                <a:lnTo>
                  <a:pt x="16826" y="5400"/>
                </a:lnTo>
                <a:lnTo>
                  <a:pt x="14400" y="5400"/>
                </a:lnTo>
                <a:lnTo>
                  <a:pt x="14400" y="7182"/>
                </a:lnTo>
                <a:lnTo>
                  <a:pt x="14400" y="8967"/>
                </a:lnTo>
                <a:lnTo>
                  <a:pt x="14400" y="10751"/>
                </a:lnTo>
                <a:lnTo>
                  <a:pt x="14400" y="12541"/>
                </a:lnTo>
                <a:lnTo>
                  <a:pt x="14400" y="14337"/>
                </a:lnTo>
                <a:lnTo>
                  <a:pt x="14400" y="16141"/>
                </a:lnTo>
                <a:lnTo>
                  <a:pt x="14400" y="17950"/>
                </a:lnTo>
                <a:lnTo>
                  <a:pt x="14400" y="19769"/>
                </a:lnTo>
                <a:lnTo>
                  <a:pt x="14400" y="21600"/>
                </a:lnTo>
                <a:lnTo>
                  <a:pt x="12913" y="20031"/>
                </a:lnTo>
                <a:lnTo>
                  <a:pt x="11520" y="18455"/>
                </a:lnTo>
                <a:lnTo>
                  <a:pt x="10210" y="16870"/>
                </a:lnTo>
                <a:lnTo>
                  <a:pt x="8982" y="15271"/>
                </a:lnTo>
                <a:lnTo>
                  <a:pt x="7823" y="13659"/>
                </a:lnTo>
                <a:lnTo>
                  <a:pt x="6721" y="12031"/>
                </a:lnTo>
                <a:lnTo>
                  <a:pt x="5674" y="10387"/>
                </a:lnTo>
                <a:lnTo>
                  <a:pt x="4669" y="8721"/>
                </a:lnTo>
                <a:lnTo>
                  <a:pt x="3701" y="7031"/>
                </a:lnTo>
                <a:lnTo>
                  <a:pt x="2758" y="5316"/>
                </a:lnTo>
                <a:lnTo>
                  <a:pt x="1832" y="3575"/>
                </a:lnTo>
                <a:lnTo>
                  <a:pt x="914" y="1804"/>
                </a:lnTo>
                <a:lnTo>
                  <a:pt x="0" y="0"/>
                </a:lnTo>
                <a:close/>
              </a:path>
            </a:pathLst>
          </a:custGeom>
          <a:solidFill>
            <a:srgbClr val="7C86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2" name="contour_11120"/>
          <p:cNvSpPr/>
          <p:nvPr/>
        </p:nvSpPr>
        <p:spPr>
          <a:xfrm>
            <a:off x="4835025" y="5043290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381" y="580"/>
                </a:lnTo>
                <a:lnTo>
                  <a:pt x="7011" y="1031"/>
                </a:lnTo>
                <a:lnTo>
                  <a:pt x="8418" y="1500"/>
                </a:lnTo>
                <a:lnTo>
                  <a:pt x="10047" y="2135"/>
                </a:lnTo>
                <a:lnTo>
                  <a:pt x="12343" y="3086"/>
                </a:lnTo>
                <a:lnTo>
                  <a:pt x="12343" y="5125"/>
                </a:lnTo>
                <a:lnTo>
                  <a:pt x="12343" y="7177"/>
                </a:lnTo>
                <a:lnTo>
                  <a:pt x="12343" y="9257"/>
                </a:lnTo>
                <a:lnTo>
                  <a:pt x="14639" y="10208"/>
                </a:lnTo>
                <a:lnTo>
                  <a:pt x="16268" y="10843"/>
                </a:lnTo>
                <a:lnTo>
                  <a:pt x="17675" y="11312"/>
                </a:lnTo>
                <a:lnTo>
                  <a:pt x="19304" y="11763"/>
                </a:lnTo>
                <a:lnTo>
                  <a:pt x="21600" y="12343"/>
                </a:lnTo>
                <a:lnTo>
                  <a:pt x="21146" y="13022"/>
                </a:lnTo>
                <a:lnTo>
                  <a:pt x="20693" y="13704"/>
                </a:lnTo>
                <a:lnTo>
                  <a:pt x="20066" y="14645"/>
                </a:lnTo>
                <a:lnTo>
                  <a:pt x="19091" y="16104"/>
                </a:lnTo>
                <a:lnTo>
                  <a:pt x="17604" y="18335"/>
                </a:lnTo>
                <a:lnTo>
                  <a:pt x="15429" y="21600"/>
                </a:lnTo>
                <a:lnTo>
                  <a:pt x="14818" y="19767"/>
                </a:lnTo>
                <a:lnTo>
                  <a:pt x="14204" y="17928"/>
                </a:lnTo>
                <a:lnTo>
                  <a:pt x="13589" y="16083"/>
                </a:lnTo>
                <a:lnTo>
                  <a:pt x="12969" y="14222"/>
                </a:lnTo>
                <a:lnTo>
                  <a:pt x="12343" y="12343"/>
                </a:lnTo>
                <a:lnTo>
                  <a:pt x="10306" y="12852"/>
                </a:lnTo>
                <a:lnTo>
                  <a:pt x="8267" y="13361"/>
                </a:lnTo>
                <a:lnTo>
                  <a:pt x="6218" y="13873"/>
                </a:lnTo>
                <a:lnTo>
                  <a:pt x="4160" y="14389"/>
                </a:lnTo>
                <a:lnTo>
                  <a:pt x="2089" y="14907"/>
                </a:lnTo>
                <a:lnTo>
                  <a:pt x="0" y="15429"/>
                </a:lnTo>
                <a:lnTo>
                  <a:pt x="383" y="13519"/>
                </a:lnTo>
                <a:lnTo>
                  <a:pt x="765" y="11608"/>
                </a:lnTo>
                <a:lnTo>
                  <a:pt x="1148" y="9692"/>
                </a:lnTo>
                <a:lnTo>
                  <a:pt x="1531" y="7773"/>
                </a:lnTo>
                <a:lnTo>
                  <a:pt x="1916" y="5844"/>
                </a:lnTo>
                <a:lnTo>
                  <a:pt x="2305" y="3907"/>
                </a:lnTo>
                <a:lnTo>
                  <a:pt x="2694" y="1959"/>
                </a:lnTo>
                <a:lnTo>
                  <a:pt x="3086" y="0"/>
                </a:lnTo>
                <a:close/>
              </a:path>
            </a:pathLst>
          </a:custGeom>
          <a:solidFill>
            <a:srgbClr val="4544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3" name="contour_11121"/>
          <p:cNvSpPr/>
          <p:nvPr/>
        </p:nvSpPr>
        <p:spPr>
          <a:xfrm>
            <a:off x="1307637" y="5028714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998" y="1283"/>
                </a:lnTo>
                <a:lnTo>
                  <a:pt x="7832" y="2573"/>
                </a:lnTo>
                <a:lnTo>
                  <a:pt x="8677" y="3883"/>
                </a:lnTo>
                <a:lnTo>
                  <a:pt x="10377" y="5686"/>
                </a:lnTo>
                <a:lnTo>
                  <a:pt x="11957" y="7047"/>
                </a:lnTo>
                <a:lnTo>
                  <a:pt x="13519" y="8068"/>
                </a:lnTo>
                <a:lnTo>
                  <a:pt x="15163" y="8848"/>
                </a:lnTo>
                <a:lnTo>
                  <a:pt x="16993" y="9496"/>
                </a:lnTo>
                <a:lnTo>
                  <a:pt x="19104" y="10112"/>
                </a:lnTo>
                <a:lnTo>
                  <a:pt x="21600" y="10800"/>
                </a:lnTo>
                <a:lnTo>
                  <a:pt x="21600" y="12585"/>
                </a:lnTo>
                <a:lnTo>
                  <a:pt x="21600" y="14380"/>
                </a:lnTo>
                <a:lnTo>
                  <a:pt x="21600" y="16200"/>
                </a:lnTo>
                <a:lnTo>
                  <a:pt x="19582" y="17045"/>
                </a:lnTo>
                <a:lnTo>
                  <a:pt x="18092" y="17626"/>
                </a:lnTo>
                <a:lnTo>
                  <a:pt x="16684" y="18087"/>
                </a:lnTo>
                <a:lnTo>
                  <a:pt x="14916" y="18576"/>
                </a:lnTo>
                <a:lnTo>
                  <a:pt x="12343" y="19238"/>
                </a:lnTo>
                <a:lnTo>
                  <a:pt x="10621" y="19691"/>
                </a:lnTo>
                <a:lnTo>
                  <a:pt x="8890" y="20147"/>
                </a:lnTo>
                <a:lnTo>
                  <a:pt x="7134" y="20609"/>
                </a:lnTo>
                <a:lnTo>
                  <a:pt x="5125" y="21101"/>
                </a:lnTo>
                <a:lnTo>
                  <a:pt x="3086" y="21600"/>
                </a:lnTo>
                <a:lnTo>
                  <a:pt x="3086" y="19815"/>
                </a:lnTo>
                <a:lnTo>
                  <a:pt x="3086" y="18020"/>
                </a:lnTo>
                <a:lnTo>
                  <a:pt x="3086" y="16200"/>
                </a:lnTo>
                <a:lnTo>
                  <a:pt x="5125" y="16200"/>
                </a:lnTo>
                <a:lnTo>
                  <a:pt x="7177" y="16200"/>
                </a:lnTo>
                <a:lnTo>
                  <a:pt x="9257" y="16200"/>
                </a:lnTo>
                <a:lnTo>
                  <a:pt x="9257" y="14415"/>
                </a:lnTo>
                <a:lnTo>
                  <a:pt x="9257" y="12620"/>
                </a:lnTo>
                <a:lnTo>
                  <a:pt x="9257" y="10800"/>
                </a:lnTo>
                <a:lnTo>
                  <a:pt x="6961" y="9968"/>
                </a:lnTo>
                <a:lnTo>
                  <a:pt x="5332" y="9412"/>
                </a:lnTo>
                <a:lnTo>
                  <a:pt x="3925" y="9002"/>
                </a:lnTo>
                <a:lnTo>
                  <a:pt x="2296" y="8608"/>
                </a:lnTo>
                <a:lnTo>
                  <a:pt x="0" y="8100"/>
                </a:lnTo>
                <a:lnTo>
                  <a:pt x="768" y="7849"/>
                </a:lnTo>
                <a:lnTo>
                  <a:pt x="3086" y="7088"/>
                </a:lnTo>
                <a:lnTo>
                  <a:pt x="4616" y="6251"/>
                </a:lnTo>
                <a:lnTo>
                  <a:pt x="6171" y="5400"/>
                </a:lnTo>
                <a:lnTo>
                  <a:pt x="6171" y="3615"/>
                </a:lnTo>
                <a:lnTo>
                  <a:pt x="6171" y="1820"/>
                </a:lnTo>
                <a:lnTo>
                  <a:pt x="6171" y="0"/>
                </a:lnTo>
                <a:close/>
              </a:path>
            </a:pathLst>
          </a:custGeom>
          <a:solidFill>
            <a:srgbClr val="716C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4" name="contour_11122"/>
          <p:cNvSpPr/>
          <p:nvPr/>
        </p:nvSpPr>
        <p:spPr>
          <a:xfrm>
            <a:off x="7509718" y="5014138"/>
            <a:ext cx="51016" cy="59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08" y="0"/>
                </a:lnTo>
                <a:lnTo>
                  <a:pt x="10248" y="0"/>
                </a:lnTo>
                <a:lnTo>
                  <a:pt x="12297" y="0"/>
                </a:lnTo>
                <a:lnTo>
                  <a:pt x="14355" y="0"/>
                </a:lnTo>
                <a:lnTo>
                  <a:pt x="16425" y="0"/>
                </a:lnTo>
                <a:lnTo>
                  <a:pt x="18514" y="0"/>
                </a:lnTo>
                <a:lnTo>
                  <a:pt x="18462" y="1629"/>
                </a:lnTo>
                <a:lnTo>
                  <a:pt x="18406" y="3284"/>
                </a:lnTo>
                <a:lnTo>
                  <a:pt x="18379" y="4712"/>
                </a:lnTo>
                <a:lnTo>
                  <a:pt x="18351" y="6148"/>
                </a:lnTo>
                <a:lnTo>
                  <a:pt x="18323" y="7602"/>
                </a:lnTo>
                <a:lnTo>
                  <a:pt x="18286" y="9014"/>
                </a:lnTo>
                <a:lnTo>
                  <a:pt x="18249" y="10436"/>
                </a:lnTo>
                <a:lnTo>
                  <a:pt x="18212" y="11877"/>
                </a:lnTo>
                <a:lnTo>
                  <a:pt x="18403" y="13686"/>
                </a:lnTo>
                <a:lnTo>
                  <a:pt x="18699" y="15283"/>
                </a:lnTo>
                <a:lnTo>
                  <a:pt x="19135" y="16745"/>
                </a:lnTo>
                <a:lnTo>
                  <a:pt x="19742" y="18157"/>
                </a:lnTo>
                <a:lnTo>
                  <a:pt x="20551" y="19598"/>
                </a:lnTo>
                <a:lnTo>
                  <a:pt x="21600" y="21153"/>
                </a:lnTo>
                <a:lnTo>
                  <a:pt x="19369" y="21336"/>
                </a:lnTo>
                <a:lnTo>
                  <a:pt x="17160" y="21481"/>
                </a:lnTo>
                <a:lnTo>
                  <a:pt x="14969" y="21574"/>
                </a:lnTo>
                <a:lnTo>
                  <a:pt x="12784" y="21600"/>
                </a:lnTo>
                <a:lnTo>
                  <a:pt x="10596" y="21547"/>
                </a:lnTo>
                <a:lnTo>
                  <a:pt x="8396" y="21404"/>
                </a:lnTo>
                <a:lnTo>
                  <a:pt x="6171" y="21153"/>
                </a:lnTo>
                <a:lnTo>
                  <a:pt x="4456" y="19464"/>
                </a:lnTo>
                <a:lnTo>
                  <a:pt x="3243" y="18215"/>
                </a:lnTo>
                <a:lnTo>
                  <a:pt x="2364" y="17187"/>
                </a:lnTo>
                <a:lnTo>
                  <a:pt x="1645" y="16158"/>
                </a:lnTo>
                <a:lnTo>
                  <a:pt x="913" y="14910"/>
                </a:lnTo>
                <a:lnTo>
                  <a:pt x="0" y="13221"/>
                </a:lnTo>
                <a:lnTo>
                  <a:pt x="2037" y="13221"/>
                </a:lnTo>
                <a:lnTo>
                  <a:pt x="4076" y="13221"/>
                </a:lnTo>
                <a:lnTo>
                  <a:pt x="6125" y="13221"/>
                </a:lnTo>
                <a:lnTo>
                  <a:pt x="8183" y="13221"/>
                </a:lnTo>
                <a:lnTo>
                  <a:pt x="10254" y="13221"/>
                </a:lnTo>
                <a:lnTo>
                  <a:pt x="12343" y="13221"/>
                </a:lnTo>
                <a:lnTo>
                  <a:pt x="11578" y="11584"/>
                </a:lnTo>
                <a:lnTo>
                  <a:pt x="10815" y="9947"/>
                </a:lnTo>
                <a:lnTo>
                  <a:pt x="10047" y="8305"/>
                </a:lnTo>
                <a:lnTo>
                  <a:pt x="9279" y="6661"/>
                </a:lnTo>
                <a:lnTo>
                  <a:pt x="8510" y="5008"/>
                </a:lnTo>
                <a:lnTo>
                  <a:pt x="7736" y="3347"/>
                </a:lnTo>
                <a:lnTo>
                  <a:pt x="6955" y="1679"/>
                </a:lnTo>
                <a:lnTo>
                  <a:pt x="6171" y="0"/>
                </a:lnTo>
                <a:close/>
              </a:path>
            </a:pathLst>
          </a:custGeom>
          <a:solidFill>
            <a:srgbClr val="E6EE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5" name="contour_11123"/>
          <p:cNvSpPr/>
          <p:nvPr/>
        </p:nvSpPr>
        <p:spPr>
          <a:xfrm>
            <a:off x="542398" y="5021426"/>
            <a:ext cx="72880" cy="442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07" y="669"/>
                </a:lnTo>
                <a:lnTo>
                  <a:pt x="2748" y="1188"/>
                </a:lnTo>
                <a:lnTo>
                  <a:pt x="3732" y="1729"/>
                </a:lnTo>
                <a:lnTo>
                  <a:pt x="4873" y="2462"/>
                </a:lnTo>
                <a:lnTo>
                  <a:pt x="6480" y="3557"/>
                </a:lnTo>
                <a:lnTo>
                  <a:pt x="6480" y="5909"/>
                </a:lnTo>
                <a:lnTo>
                  <a:pt x="6480" y="8274"/>
                </a:lnTo>
                <a:lnTo>
                  <a:pt x="6480" y="10672"/>
                </a:lnTo>
                <a:lnTo>
                  <a:pt x="7977" y="11024"/>
                </a:lnTo>
                <a:lnTo>
                  <a:pt x="9476" y="11376"/>
                </a:lnTo>
                <a:lnTo>
                  <a:pt x="10975" y="11728"/>
                </a:lnTo>
                <a:lnTo>
                  <a:pt x="12476" y="12084"/>
                </a:lnTo>
                <a:lnTo>
                  <a:pt x="13984" y="12436"/>
                </a:lnTo>
                <a:lnTo>
                  <a:pt x="15494" y="12792"/>
                </a:lnTo>
                <a:lnTo>
                  <a:pt x="17010" y="13148"/>
                </a:lnTo>
                <a:lnTo>
                  <a:pt x="18533" y="13507"/>
                </a:lnTo>
                <a:lnTo>
                  <a:pt x="20062" y="13866"/>
                </a:lnTo>
                <a:lnTo>
                  <a:pt x="21600" y="14229"/>
                </a:lnTo>
                <a:lnTo>
                  <a:pt x="21064" y="15990"/>
                </a:lnTo>
                <a:lnTo>
                  <a:pt x="20529" y="17758"/>
                </a:lnTo>
                <a:lnTo>
                  <a:pt x="19986" y="19540"/>
                </a:lnTo>
                <a:lnTo>
                  <a:pt x="19440" y="21344"/>
                </a:lnTo>
                <a:lnTo>
                  <a:pt x="17861" y="21536"/>
                </a:lnTo>
                <a:lnTo>
                  <a:pt x="16308" y="21600"/>
                </a:lnTo>
                <a:lnTo>
                  <a:pt x="14774" y="21536"/>
                </a:lnTo>
                <a:lnTo>
                  <a:pt x="13258" y="21351"/>
                </a:lnTo>
                <a:lnTo>
                  <a:pt x="11757" y="21045"/>
                </a:lnTo>
                <a:lnTo>
                  <a:pt x="10264" y="20622"/>
                </a:lnTo>
                <a:lnTo>
                  <a:pt x="8776" y="20081"/>
                </a:lnTo>
                <a:lnTo>
                  <a:pt x="7294" y="19426"/>
                </a:lnTo>
                <a:lnTo>
                  <a:pt x="5808" y="18662"/>
                </a:lnTo>
                <a:lnTo>
                  <a:pt x="4320" y="17787"/>
                </a:lnTo>
                <a:lnTo>
                  <a:pt x="3426" y="15706"/>
                </a:lnTo>
                <a:lnTo>
                  <a:pt x="2663" y="13625"/>
                </a:lnTo>
                <a:lnTo>
                  <a:pt x="2020" y="11519"/>
                </a:lnTo>
                <a:lnTo>
                  <a:pt x="1475" y="9370"/>
                </a:lnTo>
                <a:lnTo>
                  <a:pt x="1017" y="7164"/>
                </a:lnTo>
                <a:lnTo>
                  <a:pt x="629" y="4881"/>
                </a:lnTo>
                <a:lnTo>
                  <a:pt x="296" y="2497"/>
                </a:lnTo>
                <a:lnTo>
                  <a:pt x="0" y="0"/>
                </a:lnTo>
                <a:close/>
              </a:path>
            </a:pathLst>
          </a:custGeom>
          <a:solidFill>
            <a:srgbClr val="CCD0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6" name="contour_11124"/>
          <p:cNvSpPr/>
          <p:nvPr/>
        </p:nvSpPr>
        <p:spPr>
          <a:xfrm>
            <a:off x="3710568" y="5006850"/>
            <a:ext cx="406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9" y="0"/>
                </a:moveTo>
                <a:lnTo>
                  <a:pt x="3648" y="216"/>
                </a:lnTo>
                <a:lnTo>
                  <a:pt x="6130" y="471"/>
                </a:lnTo>
                <a:lnTo>
                  <a:pt x="8577" y="795"/>
                </a:lnTo>
                <a:lnTo>
                  <a:pt x="10997" y="1210"/>
                </a:lnTo>
                <a:lnTo>
                  <a:pt x="13391" y="1745"/>
                </a:lnTo>
                <a:lnTo>
                  <a:pt x="15764" y="2424"/>
                </a:lnTo>
                <a:lnTo>
                  <a:pt x="18126" y="3275"/>
                </a:lnTo>
                <a:lnTo>
                  <a:pt x="20481" y="4320"/>
                </a:lnTo>
                <a:lnTo>
                  <a:pt x="21240" y="7348"/>
                </a:lnTo>
                <a:lnTo>
                  <a:pt x="21585" y="10122"/>
                </a:lnTo>
                <a:lnTo>
                  <a:pt x="21600" y="12787"/>
                </a:lnTo>
                <a:lnTo>
                  <a:pt x="21364" y="15492"/>
                </a:lnTo>
                <a:lnTo>
                  <a:pt x="20965" y="18382"/>
                </a:lnTo>
                <a:lnTo>
                  <a:pt x="20481" y="21600"/>
                </a:lnTo>
                <a:lnTo>
                  <a:pt x="17952" y="21384"/>
                </a:lnTo>
                <a:lnTo>
                  <a:pt x="15470" y="21129"/>
                </a:lnTo>
                <a:lnTo>
                  <a:pt x="13023" y="20805"/>
                </a:lnTo>
                <a:lnTo>
                  <a:pt x="10603" y="20390"/>
                </a:lnTo>
                <a:lnTo>
                  <a:pt x="8209" y="19855"/>
                </a:lnTo>
                <a:lnTo>
                  <a:pt x="5836" y="19176"/>
                </a:lnTo>
                <a:lnTo>
                  <a:pt x="3474" y="18325"/>
                </a:lnTo>
                <a:lnTo>
                  <a:pt x="1119" y="17280"/>
                </a:lnTo>
                <a:lnTo>
                  <a:pt x="360" y="14252"/>
                </a:lnTo>
                <a:lnTo>
                  <a:pt x="15" y="11478"/>
                </a:lnTo>
                <a:lnTo>
                  <a:pt x="0" y="8813"/>
                </a:lnTo>
                <a:lnTo>
                  <a:pt x="236" y="6108"/>
                </a:lnTo>
                <a:lnTo>
                  <a:pt x="635" y="3218"/>
                </a:lnTo>
                <a:lnTo>
                  <a:pt x="1119" y="0"/>
                </a:lnTo>
                <a:close/>
              </a:path>
            </a:pathLst>
          </a:custGeom>
          <a:solidFill>
            <a:srgbClr val="A0A0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7" name="contour_11125"/>
          <p:cNvSpPr/>
          <p:nvPr/>
        </p:nvSpPr>
        <p:spPr>
          <a:xfrm>
            <a:off x="7721070" y="4999562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77" y="251"/>
                </a:lnTo>
                <a:lnTo>
                  <a:pt x="3151" y="510"/>
                </a:lnTo>
                <a:lnTo>
                  <a:pt x="4726" y="778"/>
                </a:lnTo>
                <a:lnTo>
                  <a:pt x="6300" y="1050"/>
                </a:lnTo>
                <a:lnTo>
                  <a:pt x="7877" y="1331"/>
                </a:lnTo>
                <a:lnTo>
                  <a:pt x="9451" y="1620"/>
                </a:lnTo>
                <a:lnTo>
                  <a:pt x="10798" y="1823"/>
                </a:lnTo>
                <a:lnTo>
                  <a:pt x="12163" y="2026"/>
                </a:lnTo>
                <a:lnTo>
                  <a:pt x="13469" y="2285"/>
                </a:lnTo>
                <a:lnTo>
                  <a:pt x="14486" y="2536"/>
                </a:lnTo>
                <a:lnTo>
                  <a:pt x="15557" y="2886"/>
                </a:lnTo>
                <a:lnTo>
                  <a:pt x="17016" y="3443"/>
                </a:lnTo>
                <a:lnTo>
                  <a:pt x="19200" y="4320"/>
                </a:lnTo>
                <a:lnTo>
                  <a:pt x="20256" y="6981"/>
                </a:lnTo>
                <a:lnTo>
                  <a:pt x="20856" y="8765"/>
                </a:lnTo>
                <a:lnTo>
                  <a:pt x="21230" y="10489"/>
                </a:lnTo>
                <a:lnTo>
                  <a:pt x="21600" y="12960"/>
                </a:lnTo>
                <a:lnTo>
                  <a:pt x="20465" y="12809"/>
                </a:lnTo>
                <a:lnTo>
                  <a:pt x="19313" y="12658"/>
                </a:lnTo>
                <a:lnTo>
                  <a:pt x="17405" y="12571"/>
                </a:lnTo>
                <a:lnTo>
                  <a:pt x="15612" y="12610"/>
                </a:lnTo>
                <a:lnTo>
                  <a:pt x="13920" y="12783"/>
                </a:lnTo>
                <a:lnTo>
                  <a:pt x="12305" y="13098"/>
                </a:lnTo>
                <a:lnTo>
                  <a:pt x="10752" y="13565"/>
                </a:lnTo>
                <a:lnTo>
                  <a:pt x="9242" y="14187"/>
                </a:lnTo>
                <a:lnTo>
                  <a:pt x="7754" y="14973"/>
                </a:lnTo>
                <a:lnTo>
                  <a:pt x="6271" y="15928"/>
                </a:lnTo>
                <a:lnTo>
                  <a:pt x="4774" y="17064"/>
                </a:lnTo>
                <a:lnTo>
                  <a:pt x="3240" y="18382"/>
                </a:lnTo>
                <a:lnTo>
                  <a:pt x="1656" y="19889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A29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8" name="contour_11126"/>
          <p:cNvSpPr/>
          <p:nvPr/>
        </p:nvSpPr>
        <p:spPr>
          <a:xfrm>
            <a:off x="8624781" y="4956177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77" y="400"/>
                </a:moveTo>
                <a:lnTo>
                  <a:pt x="8768" y="594"/>
                </a:lnTo>
                <a:lnTo>
                  <a:pt x="10555" y="1188"/>
                </a:lnTo>
                <a:lnTo>
                  <a:pt x="11165" y="1420"/>
                </a:lnTo>
                <a:lnTo>
                  <a:pt x="13009" y="2106"/>
                </a:lnTo>
                <a:lnTo>
                  <a:pt x="14250" y="2533"/>
                </a:lnTo>
                <a:lnTo>
                  <a:pt x="15509" y="2965"/>
                </a:lnTo>
                <a:lnTo>
                  <a:pt x="16728" y="3386"/>
                </a:lnTo>
                <a:lnTo>
                  <a:pt x="17948" y="3818"/>
                </a:lnTo>
                <a:lnTo>
                  <a:pt x="19165" y="4255"/>
                </a:lnTo>
                <a:lnTo>
                  <a:pt x="20383" y="4698"/>
                </a:lnTo>
                <a:lnTo>
                  <a:pt x="21600" y="5146"/>
                </a:lnTo>
                <a:lnTo>
                  <a:pt x="20581" y="8127"/>
                </a:lnTo>
                <a:lnTo>
                  <a:pt x="19589" y="10703"/>
                </a:lnTo>
                <a:lnTo>
                  <a:pt x="18609" y="12922"/>
                </a:lnTo>
                <a:lnTo>
                  <a:pt x="17620" y="14823"/>
                </a:lnTo>
                <a:lnTo>
                  <a:pt x="16603" y="16438"/>
                </a:lnTo>
                <a:lnTo>
                  <a:pt x="15538" y="17804"/>
                </a:lnTo>
                <a:lnTo>
                  <a:pt x="14407" y="18970"/>
                </a:lnTo>
                <a:lnTo>
                  <a:pt x="13190" y="19964"/>
                </a:lnTo>
                <a:lnTo>
                  <a:pt x="11870" y="20828"/>
                </a:lnTo>
                <a:lnTo>
                  <a:pt x="10425" y="21600"/>
                </a:lnTo>
                <a:lnTo>
                  <a:pt x="8976" y="21195"/>
                </a:lnTo>
                <a:lnTo>
                  <a:pt x="7639" y="20320"/>
                </a:lnTo>
                <a:lnTo>
                  <a:pt x="6399" y="19013"/>
                </a:lnTo>
                <a:lnTo>
                  <a:pt x="5237" y="17339"/>
                </a:lnTo>
                <a:lnTo>
                  <a:pt x="4135" y="15341"/>
                </a:lnTo>
                <a:lnTo>
                  <a:pt x="3079" y="13073"/>
                </a:lnTo>
                <a:lnTo>
                  <a:pt x="2048" y="10584"/>
                </a:lnTo>
                <a:lnTo>
                  <a:pt x="1029" y="7927"/>
                </a:lnTo>
                <a:lnTo>
                  <a:pt x="0" y="5146"/>
                </a:lnTo>
                <a:lnTo>
                  <a:pt x="1400" y="3051"/>
                </a:lnTo>
                <a:lnTo>
                  <a:pt x="2682" y="1517"/>
                </a:lnTo>
                <a:lnTo>
                  <a:pt x="3925" y="524"/>
                </a:lnTo>
                <a:lnTo>
                  <a:pt x="5204" y="32"/>
                </a:lnTo>
                <a:lnTo>
                  <a:pt x="6596" y="0"/>
                </a:lnTo>
                <a:lnTo>
                  <a:pt x="8177" y="400"/>
                </a:lnTo>
                <a:close/>
              </a:path>
            </a:pathLst>
          </a:custGeom>
          <a:solidFill>
            <a:srgbClr val="DFE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29" name="contour_11127"/>
          <p:cNvSpPr/>
          <p:nvPr/>
        </p:nvSpPr>
        <p:spPr>
          <a:xfrm>
            <a:off x="11255746" y="494854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320"/>
                </a:lnTo>
                <a:lnTo>
                  <a:pt x="7236" y="590"/>
                </a:lnTo>
                <a:lnTo>
                  <a:pt x="9644" y="857"/>
                </a:lnTo>
                <a:lnTo>
                  <a:pt x="11524" y="1163"/>
                </a:lnTo>
                <a:lnTo>
                  <a:pt x="13090" y="1548"/>
                </a:lnTo>
                <a:lnTo>
                  <a:pt x="14551" y="2052"/>
                </a:lnTo>
                <a:lnTo>
                  <a:pt x="16117" y="2725"/>
                </a:lnTo>
                <a:lnTo>
                  <a:pt x="18000" y="3600"/>
                </a:lnTo>
                <a:lnTo>
                  <a:pt x="18936" y="5796"/>
                </a:lnTo>
                <a:lnTo>
                  <a:pt x="19692" y="7988"/>
                </a:lnTo>
                <a:lnTo>
                  <a:pt x="20286" y="10181"/>
                </a:lnTo>
                <a:lnTo>
                  <a:pt x="20740" y="12388"/>
                </a:lnTo>
                <a:lnTo>
                  <a:pt x="21074" y="14620"/>
                </a:lnTo>
                <a:lnTo>
                  <a:pt x="21316" y="16895"/>
                </a:lnTo>
                <a:lnTo>
                  <a:pt x="21485" y="19217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4400" y="19462"/>
                </a:lnTo>
                <a:lnTo>
                  <a:pt x="14400" y="17316"/>
                </a:lnTo>
                <a:lnTo>
                  <a:pt x="14400" y="15163"/>
                </a:lnTo>
                <a:lnTo>
                  <a:pt x="14400" y="12992"/>
                </a:lnTo>
                <a:lnTo>
                  <a:pt x="14400" y="10800"/>
                </a:lnTo>
                <a:lnTo>
                  <a:pt x="11830" y="10584"/>
                </a:lnTo>
                <a:lnTo>
                  <a:pt x="9983" y="10476"/>
                </a:lnTo>
                <a:lnTo>
                  <a:pt x="8341" y="10476"/>
                </a:lnTo>
                <a:lnTo>
                  <a:pt x="6386" y="10584"/>
                </a:lnTo>
                <a:lnTo>
                  <a:pt x="3600" y="10800"/>
                </a:lnTo>
                <a:lnTo>
                  <a:pt x="2707" y="12582"/>
                </a:lnTo>
                <a:lnTo>
                  <a:pt x="1814" y="14371"/>
                </a:lnTo>
                <a:lnTo>
                  <a:pt x="911" y="16175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C4C7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0" name="contour_11128"/>
          <p:cNvSpPr/>
          <p:nvPr/>
        </p:nvSpPr>
        <p:spPr>
          <a:xfrm>
            <a:off x="10134197" y="4970410"/>
            <a:ext cx="6479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2" y="0"/>
                </a:moveTo>
                <a:lnTo>
                  <a:pt x="3560" y="673"/>
                </a:lnTo>
                <a:lnTo>
                  <a:pt x="4957" y="1346"/>
                </a:lnTo>
                <a:lnTo>
                  <a:pt x="6354" y="2023"/>
                </a:lnTo>
                <a:lnTo>
                  <a:pt x="7751" y="2700"/>
                </a:lnTo>
                <a:lnTo>
                  <a:pt x="9148" y="3377"/>
                </a:lnTo>
                <a:lnTo>
                  <a:pt x="10445" y="4003"/>
                </a:lnTo>
                <a:lnTo>
                  <a:pt x="11752" y="4633"/>
                </a:lnTo>
                <a:lnTo>
                  <a:pt x="13077" y="5274"/>
                </a:lnTo>
                <a:lnTo>
                  <a:pt x="14556" y="6077"/>
                </a:lnTo>
                <a:lnTo>
                  <a:pt x="16000" y="6912"/>
                </a:lnTo>
                <a:lnTo>
                  <a:pt x="17416" y="7790"/>
                </a:lnTo>
                <a:lnTo>
                  <a:pt x="18816" y="8726"/>
                </a:lnTo>
                <a:lnTo>
                  <a:pt x="20205" y="9724"/>
                </a:lnTo>
                <a:lnTo>
                  <a:pt x="21600" y="10800"/>
                </a:lnTo>
                <a:lnTo>
                  <a:pt x="21119" y="12938"/>
                </a:lnTo>
                <a:lnTo>
                  <a:pt x="20635" y="15084"/>
                </a:lnTo>
                <a:lnTo>
                  <a:pt x="20152" y="17237"/>
                </a:lnTo>
                <a:lnTo>
                  <a:pt x="19664" y="19408"/>
                </a:lnTo>
                <a:lnTo>
                  <a:pt x="19170" y="21600"/>
                </a:lnTo>
                <a:lnTo>
                  <a:pt x="17834" y="20412"/>
                </a:lnTo>
                <a:lnTo>
                  <a:pt x="16495" y="19224"/>
                </a:lnTo>
                <a:lnTo>
                  <a:pt x="15156" y="18032"/>
                </a:lnTo>
                <a:lnTo>
                  <a:pt x="13815" y="16837"/>
                </a:lnTo>
                <a:lnTo>
                  <a:pt x="12467" y="15642"/>
                </a:lnTo>
                <a:lnTo>
                  <a:pt x="11116" y="14440"/>
                </a:lnTo>
                <a:lnTo>
                  <a:pt x="9758" y="13234"/>
                </a:lnTo>
                <a:lnTo>
                  <a:pt x="8395" y="12020"/>
                </a:lnTo>
                <a:lnTo>
                  <a:pt x="7022" y="10800"/>
                </a:lnTo>
                <a:lnTo>
                  <a:pt x="7022" y="13180"/>
                </a:lnTo>
                <a:lnTo>
                  <a:pt x="7022" y="15574"/>
                </a:lnTo>
                <a:lnTo>
                  <a:pt x="7022" y="18000"/>
                </a:lnTo>
                <a:lnTo>
                  <a:pt x="5382" y="16967"/>
                </a:lnTo>
                <a:lnTo>
                  <a:pt x="3987" y="15898"/>
                </a:lnTo>
                <a:lnTo>
                  <a:pt x="2760" y="14645"/>
                </a:lnTo>
                <a:lnTo>
                  <a:pt x="1621" y="13068"/>
                </a:lnTo>
                <a:lnTo>
                  <a:pt x="491" y="11023"/>
                </a:lnTo>
                <a:lnTo>
                  <a:pt x="0" y="8190"/>
                </a:lnTo>
                <a:lnTo>
                  <a:pt x="107" y="6203"/>
                </a:lnTo>
                <a:lnTo>
                  <a:pt x="899" y="3362"/>
                </a:lnTo>
                <a:lnTo>
                  <a:pt x="1526" y="1692"/>
                </a:lnTo>
                <a:lnTo>
                  <a:pt x="2162" y="0"/>
                </a:lnTo>
                <a:close/>
              </a:path>
            </a:pathLst>
          </a:custGeom>
          <a:solidFill>
            <a:srgbClr val="F2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1" name="contour_11129"/>
          <p:cNvSpPr/>
          <p:nvPr/>
        </p:nvSpPr>
        <p:spPr>
          <a:xfrm>
            <a:off x="5053665" y="4963122"/>
            <a:ext cx="3080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0" y="1117"/>
                </a:lnTo>
                <a:lnTo>
                  <a:pt x="9295" y="1975"/>
                </a:lnTo>
                <a:lnTo>
                  <a:pt x="12192" y="2681"/>
                </a:lnTo>
                <a:lnTo>
                  <a:pt x="14395" y="3348"/>
                </a:lnTo>
                <a:lnTo>
                  <a:pt x="16270" y="4079"/>
                </a:lnTo>
                <a:lnTo>
                  <a:pt x="18166" y="4983"/>
                </a:lnTo>
                <a:lnTo>
                  <a:pt x="20440" y="6171"/>
                </a:lnTo>
                <a:lnTo>
                  <a:pt x="21089" y="8409"/>
                </a:lnTo>
                <a:lnTo>
                  <a:pt x="21467" y="10606"/>
                </a:lnTo>
                <a:lnTo>
                  <a:pt x="21600" y="12784"/>
                </a:lnTo>
                <a:lnTo>
                  <a:pt x="21534" y="14956"/>
                </a:lnTo>
                <a:lnTo>
                  <a:pt x="21293" y="17138"/>
                </a:lnTo>
                <a:lnTo>
                  <a:pt x="20920" y="19347"/>
                </a:lnTo>
                <a:lnTo>
                  <a:pt x="20440" y="21600"/>
                </a:lnTo>
                <a:lnTo>
                  <a:pt x="17067" y="21600"/>
                </a:lnTo>
                <a:lnTo>
                  <a:pt x="13690" y="21600"/>
                </a:lnTo>
                <a:lnTo>
                  <a:pt x="10297" y="21600"/>
                </a:lnTo>
                <a:lnTo>
                  <a:pt x="6888" y="21600"/>
                </a:lnTo>
                <a:lnTo>
                  <a:pt x="3459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3833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2" name="contour_11130"/>
          <p:cNvSpPr/>
          <p:nvPr/>
        </p:nvSpPr>
        <p:spPr>
          <a:xfrm>
            <a:off x="5811616" y="4946921"/>
            <a:ext cx="58304" cy="307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41"/>
                </a:moveTo>
                <a:lnTo>
                  <a:pt x="1974" y="650"/>
                </a:lnTo>
                <a:lnTo>
                  <a:pt x="3904" y="281"/>
                </a:lnTo>
                <a:lnTo>
                  <a:pt x="5810" y="51"/>
                </a:lnTo>
                <a:lnTo>
                  <a:pt x="7709" y="0"/>
                </a:lnTo>
                <a:lnTo>
                  <a:pt x="9612" y="143"/>
                </a:lnTo>
                <a:lnTo>
                  <a:pt x="11537" y="517"/>
                </a:lnTo>
                <a:lnTo>
                  <a:pt x="13500" y="1141"/>
                </a:lnTo>
                <a:lnTo>
                  <a:pt x="14942" y="3739"/>
                </a:lnTo>
                <a:lnTo>
                  <a:pt x="16254" y="6434"/>
                </a:lnTo>
                <a:lnTo>
                  <a:pt x="17456" y="9232"/>
                </a:lnTo>
                <a:lnTo>
                  <a:pt x="18571" y="12143"/>
                </a:lnTo>
                <a:lnTo>
                  <a:pt x="19621" y="15166"/>
                </a:lnTo>
                <a:lnTo>
                  <a:pt x="20623" y="18316"/>
                </a:lnTo>
                <a:lnTo>
                  <a:pt x="21600" y="21600"/>
                </a:lnTo>
                <a:lnTo>
                  <a:pt x="19742" y="21319"/>
                </a:lnTo>
                <a:lnTo>
                  <a:pt x="17885" y="21017"/>
                </a:lnTo>
                <a:lnTo>
                  <a:pt x="16027" y="20695"/>
                </a:lnTo>
                <a:lnTo>
                  <a:pt x="14172" y="20357"/>
                </a:lnTo>
                <a:lnTo>
                  <a:pt x="12317" y="20004"/>
                </a:lnTo>
                <a:lnTo>
                  <a:pt x="10592" y="19702"/>
                </a:lnTo>
                <a:lnTo>
                  <a:pt x="8856" y="19406"/>
                </a:lnTo>
                <a:lnTo>
                  <a:pt x="7098" y="19104"/>
                </a:lnTo>
                <a:lnTo>
                  <a:pt x="5646" y="18240"/>
                </a:lnTo>
                <a:lnTo>
                  <a:pt x="4182" y="17370"/>
                </a:lnTo>
                <a:lnTo>
                  <a:pt x="2700" y="16485"/>
                </a:lnTo>
                <a:lnTo>
                  <a:pt x="1741" y="12572"/>
                </a:lnTo>
                <a:lnTo>
                  <a:pt x="1120" y="9821"/>
                </a:lnTo>
                <a:lnTo>
                  <a:pt x="710" y="7488"/>
                </a:lnTo>
                <a:lnTo>
                  <a:pt x="381" y="4839"/>
                </a:lnTo>
                <a:lnTo>
                  <a:pt x="0" y="1141"/>
                </a:lnTo>
                <a:close/>
              </a:path>
            </a:pathLst>
          </a:custGeom>
          <a:solidFill>
            <a:srgbClr val="979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3" name="contour_11131"/>
          <p:cNvSpPr/>
          <p:nvPr/>
        </p:nvSpPr>
        <p:spPr>
          <a:xfrm>
            <a:off x="1256621" y="4940996"/>
            <a:ext cx="80168" cy="512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50"/>
                </a:moveTo>
                <a:lnTo>
                  <a:pt x="20693" y="6815"/>
                </a:lnTo>
                <a:lnTo>
                  <a:pt x="19774" y="7389"/>
                </a:lnTo>
                <a:lnTo>
                  <a:pt x="18472" y="8743"/>
                </a:lnTo>
                <a:lnTo>
                  <a:pt x="17512" y="10112"/>
                </a:lnTo>
                <a:lnTo>
                  <a:pt x="16769" y="11632"/>
                </a:lnTo>
                <a:lnTo>
                  <a:pt x="16127" y="13434"/>
                </a:lnTo>
                <a:lnTo>
                  <a:pt x="15464" y="15650"/>
                </a:lnTo>
                <a:lnTo>
                  <a:pt x="14969" y="17324"/>
                </a:lnTo>
                <a:lnTo>
                  <a:pt x="14466" y="19021"/>
                </a:lnTo>
                <a:lnTo>
                  <a:pt x="14109" y="20301"/>
                </a:lnTo>
                <a:lnTo>
                  <a:pt x="13745" y="21600"/>
                </a:lnTo>
                <a:lnTo>
                  <a:pt x="13200" y="19500"/>
                </a:lnTo>
                <a:lnTo>
                  <a:pt x="12825" y="17971"/>
                </a:lnTo>
                <a:lnTo>
                  <a:pt x="12526" y="16571"/>
                </a:lnTo>
                <a:lnTo>
                  <a:pt x="12210" y="14858"/>
                </a:lnTo>
                <a:lnTo>
                  <a:pt x="11782" y="12390"/>
                </a:lnTo>
                <a:lnTo>
                  <a:pt x="12269" y="10871"/>
                </a:lnTo>
                <a:lnTo>
                  <a:pt x="12756" y="9345"/>
                </a:lnTo>
                <a:lnTo>
                  <a:pt x="13249" y="7807"/>
                </a:lnTo>
                <a:lnTo>
                  <a:pt x="13745" y="6250"/>
                </a:lnTo>
                <a:lnTo>
                  <a:pt x="12385" y="6250"/>
                </a:lnTo>
                <a:lnTo>
                  <a:pt x="11022" y="6250"/>
                </a:lnTo>
                <a:lnTo>
                  <a:pt x="9659" y="6250"/>
                </a:lnTo>
                <a:lnTo>
                  <a:pt x="8294" y="6250"/>
                </a:lnTo>
                <a:lnTo>
                  <a:pt x="6924" y="6250"/>
                </a:lnTo>
                <a:lnTo>
                  <a:pt x="5551" y="6250"/>
                </a:lnTo>
                <a:lnTo>
                  <a:pt x="4173" y="6250"/>
                </a:lnTo>
                <a:lnTo>
                  <a:pt x="2788" y="6250"/>
                </a:lnTo>
                <a:lnTo>
                  <a:pt x="1398" y="6250"/>
                </a:lnTo>
                <a:lnTo>
                  <a:pt x="0" y="6250"/>
                </a:lnTo>
                <a:lnTo>
                  <a:pt x="0" y="4728"/>
                </a:lnTo>
                <a:lnTo>
                  <a:pt x="0" y="3180"/>
                </a:lnTo>
                <a:lnTo>
                  <a:pt x="2525" y="2364"/>
                </a:lnTo>
                <a:lnTo>
                  <a:pt x="4744" y="1658"/>
                </a:lnTo>
                <a:lnTo>
                  <a:pt x="6692" y="1071"/>
                </a:lnTo>
                <a:lnTo>
                  <a:pt x="8398" y="608"/>
                </a:lnTo>
                <a:lnTo>
                  <a:pt x="9895" y="273"/>
                </a:lnTo>
                <a:lnTo>
                  <a:pt x="11214" y="68"/>
                </a:lnTo>
                <a:lnTo>
                  <a:pt x="12389" y="0"/>
                </a:lnTo>
                <a:lnTo>
                  <a:pt x="13449" y="71"/>
                </a:lnTo>
                <a:lnTo>
                  <a:pt x="14425" y="289"/>
                </a:lnTo>
                <a:lnTo>
                  <a:pt x="15350" y="657"/>
                </a:lnTo>
                <a:lnTo>
                  <a:pt x="16255" y="1176"/>
                </a:lnTo>
                <a:lnTo>
                  <a:pt x="17174" y="1857"/>
                </a:lnTo>
                <a:lnTo>
                  <a:pt x="18136" y="2698"/>
                </a:lnTo>
                <a:lnTo>
                  <a:pt x="19173" y="3708"/>
                </a:lnTo>
                <a:lnTo>
                  <a:pt x="20318" y="4890"/>
                </a:lnTo>
                <a:lnTo>
                  <a:pt x="21600" y="6250"/>
                </a:lnTo>
                <a:close/>
              </a:path>
            </a:pathLst>
          </a:custGeom>
          <a:solidFill>
            <a:srgbClr val="DAD5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4" name="contour_11132"/>
          <p:cNvSpPr/>
          <p:nvPr/>
        </p:nvSpPr>
        <p:spPr>
          <a:xfrm>
            <a:off x="5126545" y="4924066"/>
            <a:ext cx="72880" cy="40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17" y="716"/>
                </a:moveTo>
                <a:lnTo>
                  <a:pt x="20602" y="1056"/>
                </a:lnTo>
                <a:lnTo>
                  <a:pt x="21600" y="1404"/>
                </a:lnTo>
                <a:lnTo>
                  <a:pt x="21600" y="3990"/>
                </a:lnTo>
                <a:lnTo>
                  <a:pt x="21600" y="6591"/>
                </a:lnTo>
                <a:lnTo>
                  <a:pt x="21600" y="9228"/>
                </a:lnTo>
                <a:lnTo>
                  <a:pt x="20235" y="10198"/>
                </a:lnTo>
                <a:lnTo>
                  <a:pt x="19151" y="10706"/>
                </a:lnTo>
                <a:lnTo>
                  <a:pt x="17414" y="11183"/>
                </a:lnTo>
                <a:lnTo>
                  <a:pt x="15682" y="11664"/>
                </a:lnTo>
                <a:lnTo>
                  <a:pt x="14526" y="12169"/>
                </a:lnTo>
                <a:lnTo>
                  <a:pt x="12960" y="13139"/>
                </a:lnTo>
                <a:lnTo>
                  <a:pt x="12457" y="15126"/>
                </a:lnTo>
                <a:lnTo>
                  <a:pt x="11947" y="17141"/>
                </a:lnTo>
                <a:lnTo>
                  <a:pt x="11379" y="19038"/>
                </a:lnTo>
                <a:lnTo>
                  <a:pt x="10800" y="20962"/>
                </a:lnTo>
                <a:lnTo>
                  <a:pt x="9266" y="21401"/>
                </a:lnTo>
                <a:lnTo>
                  <a:pt x="8178" y="21596"/>
                </a:lnTo>
                <a:lnTo>
                  <a:pt x="7018" y="21600"/>
                </a:lnTo>
                <a:lnTo>
                  <a:pt x="5264" y="21451"/>
                </a:lnTo>
                <a:lnTo>
                  <a:pt x="3786" y="21346"/>
                </a:lnTo>
                <a:lnTo>
                  <a:pt x="2287" y="21236"/>
                </a:lnTo>
                <a:lnTo>
                  <a:pt x="1151" y="21103"/>
                </a:lnTo>
                <a:lnTo>
                  <a:pt x="0" y="20962"/>
                </a:lnTo>
                <a:lnTo>
                  <a:pt x="1916" y="16836"/>
                </a:lnTo>
                <a:lnTo>
                  <a:pt x="3594" y="13260"/>
                </a:lnTo>
                <a:lnTo>
                  <a:pt x="5067" y="10205"/>
                </a:lnTo>
                <a:lnTo>
                  <a:pt x="6374" y="7628"/>
                </a:lnTo>
                <a:lnTo>
                  <a:pt x="7547" y="5496"/>
                </a:lnTo>
                <a:lnTo>
                  <a:pt x="8623" y="3771"/>
                </a:lnTo>
                <a:lnTo>
                  <a:pt x="9634" y="2421"/>
                </a:lnTo>
                <a:lnTo>
                  <a:pt x="10616" y="1408"/>
                </a:lnTo>
                <a:lnTo>
                  <a:pt x="11604" y="696"/>
                </a:lnTo>
                <a:lnTo>
                  <a:pt x="12634" y="246"/>
                </a:lnTo>
                <a:lnTo>
                  <a:pt x="13740" y="27"/>
                </a:lnTo>
                <a:lnTo>
                  <a:pt x="14956" y="0"/>
                </a:lnTo>
                <a:lnTo>
                  <a:pt x="16317" y="129"/>
                </a:lnTo>
                <a:lnTo>
                  <a:pt x="17859" y="379"/>
                </a:lnTo>
                <a:lnTo>
                  <a:pt x="19617" y="716"/>
                </a:lnTo>
                <a:close/>
              </a:path>
            </a:pathLst>
          </a:custGeom>
          <a:solidFill>
            <a:srgbClr val="9382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5" name="contour_11133"/>
          <p:cNvSpPr/>
          <p:nvPr/>
        </p:nvSpPr>
        <p:spPr>
          <a:xfrm>
            <a:off x="7895982" y="4912106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9834" y="12490"/>
                </a:lnTo>
                <a:lnTo>
                  <a:pt x="18530" y="13651"/>
                </a:lnTo>
                <a:lnTo>
                  <a:pt x="17299" y="14575"/>
                </a:lnTo>
                <a:lnTo>
                  <a:pt x="15752" y="15552"/>
                </a:lnTo>
                <a:lnTo>
                  <a:pt x="13500" y="16875"/>
                </a:lnTo>
                <a:lnTo>
                  <a:pt x="12830" y="17280"/>
                </a:lnTo>
                <a:lnTo>
                  <a:pt x="11651" y="17993"/>
                </a:lnTo>
                <a:lnTo>
                  <a:pt x="8942" y="19618"/>
                </a:lnTo>
                <a:lnTo>
                  <a:pt x="7185" y="20601"/>
                </a:lnTo>
                <a:lnTo>
                  <a:pt x="5400" y="21600"/>
                </a:lnTo>
                <a:lnTo>
                  <a:pt x="4636" y="18544"/>
                </a:lnTo>
                <a:lnTo>
                  <a:pt x="3872" y="15487"/>
                </a:lnTo>
                <a:lnTo>
                  <a:pt x="3105" y="12420"/>
                </a:lnTo>
                <a:lnTo>
                  <a:pt x="2336" y="9342"/>
                </a:lnTo>
                <a:lnTo>
                  <a:pt x="1561" y="6248"/>
                </a:lnTo>
                <a:lnTo>
                  <a:pt x="783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3231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6" name="contour_11134"/>
          <p:cNvSpPr/>
          <p:nvPr/>
        </p:nvSpPr>
        <p:spPr>
          <a:xfrm>
            <a:off x="5549248" y="4898128"/>
            <a:ext cx="58304" cy="431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75" y="854"/>
                </a:moveTo>
                <a:lnTo>
                  <a:pt x="17960" y="2562"/>
                </a:lnTo>
                <a:lnTo>
                  <a:pt x="19116" y="4285"/>
                </a:lnTo>
                <a:lnTo>
                  <a:pt x="20042" y="6139"/>
                </a:lnTo>
                <a:lnTo>
                  <a:pt x="20839" y="8227"/>
                </a:lnTo>
                <a:lnTo>
                  <a:pt x="21600" y="10650"/>
                </a:lnTo>
                <a:lnTo>
                  <a:pt x="20183" y="10920"/>
                </a:lnTo>
                <a:lnTo>
                  <a:pt x="18743" y="11191"/>
                </a:lnTo>
                <a:lnTo>
                  <a:pt x="16894" y="11603"/>
                </a:lnTo>
                <a:lnTo>
                  <a:pt x="15020" y="12019"/>
                </a:lnTo>
                <a:lnTo>
                  <a:pt x="13181" y="12402"/>
                </a:lnTo>
                <a:lnTo>
                  <a:pt x="11318" y="12789"/>
                </a:lnTo>
                <a:lnTo>
                  <a:pt x="9725" y="13585"/>
                </a:lnTo>
                <a:lnTo>
                  <a:pt x="8621" y="14443"/>
                </a:lnTo>
                <a:lnTo>
                  <a:pt x="7722" y="15782"/>
                </a:lnTo>
                <a:lnTo>
                  <a:pt x="6742" y="18027"/>
                </a:lnTo>
                <a:lnTo>
                  <a:pt x="5400" y="21600"/>
                </a:lnTo>
                <a:lnTo>
                  <a:pt x="4636" y="19538"/>
                </a:lnTo>
                <a:lnTo>
                  <a:pt x="3869" y="17468"/>
                </a:lnTo>
                <a:lnTo>
                  <a:pt x="3102" y="15395"/>
                </a:lnTo>
                <a:lnTo>
                  <a:pt x="2333" y="13315"/>
                </a:lnTo>
                <a:lnTo>
                  <a:pt x="1561" y="11223"/>
                </a:lnTo>
                <a:lnTo>
                  <a:pt x="783" y="9121"/>
                </a:lnTo>
                <a:lnTo>
                  <a:pt x="0" y="7000"/>
                </a:lnTo>
                <a:lnTo>
                  <a:pt x="1596" y="6015"/>
                </a:lnTo>
                <a:lnTo>
                  <a:pt x="3199" y="5040"/>
                </a:lnTo>
                <a:lnTo>
                  <a:pt x="4803" y="4077"/>
                </a:lnTo>
                <a:lnTo>
                  <a:pt x="6412" y="3121"/>
                </a:lnTo>
                <a:lnTo>
                  <a:pt x="7603" y="2402"/>
                </a:lnTo>
                <a:lnTo>
                  <a:pt x="8802" y="1675"/>
                </a:lnTo>
                <a:lnTo>
                  <a:pt x="10020" y="938"/>
                </a:lnTo>
                <a:lnTo>
                  <a:pt x="12077" y="241"/>
                </a:lnTo>
                <a:lnTo>
                  <a:pt x="13435" y="0"/>
                </a:lnTo>
                <a:lnTo>
                  <a:pt x="14699" y="208"/>
                </a:lnTo>
                <a:lnTo>
                  <a:pt x="16475" y="854"/>
                </a:lnTo>
                <a:close/>
              </a:path>
            </a:pathLst>
          </a:custGeom>
          <a:solidFill>
            <a:srgbClr val="E5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7" name="contour_11135"/>
          <p:cNvSpPr/>
          <p:nvPr/>
        </p:nvSpPr>
        <p:spPr>
          <a:xfrm>
            <a:off x="10511656" y="4875666"/>
            <a:ext cx="51730" cy="454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" y="0"/>
                </a:moveTo>
                <a:lnTo>
                  <a:pt x="423" y="1717"/>
                </a:lnTo>
                <a:lnTo>
                  <a:pt x="551" y="3441"/>
                </a:lnTo>
                <a:lnTo>
                  <a:pt x="679" y="5193"/>
                </a:lnTo>
                <a:lnTo>
                  <a:pt x="1558" y="6910"/>
                </a:lnTo>
                <a:lnTo>
                  <a:pt x="2444" y="8634"/>
                </a:lnTo>
                <a:lnTo>
                  <a:pt x="3341" y="10386"/>
                </a:lnTo>
                <a:lnTo>
                  <a:pt x="5380" y="10667"/>
                </a:lnTo>
                <a:lnTo>
                  <a:pt x="7410" y="10854"/>
                </a:lnTo>
                <a:lnTo>
                  <a:pt x="9434" y="10958"/>
                </a:lnTo>
                <a:lnTo>
                  <a:pt x="11451" y="10985"/>
                </a:lnTo>
                <a:lnTo>
                  <a:pt x="13472" y="10951"/>
                </a:lnTo>
                <a:lnTo>
                  <a:pt x="15492" y="10864"/>
                </a:lnTo>
                <a:lnTo>
                  <a:pt x="17519" y="10732"/>
                </a:lnTo>
                <a:lnTo>
                  <a:pt x="19552" y="10570"/>
                </a:lnTo>
                <a:lnTo>
                  <a:pt x="21600" y="10386"/>
                </a:lnTo>
                <a:lnTo>
                  <a:pt x="21302" y="12962"/>
                </a:lnTo>
                <a:lnTo>
                  <a:pt x="20994" y="14790"/>
                </a:lnTo>
                <a:lnTo>
                  <a:pt x="20532" y="16369"/>
                </a:lnTo>
                <a:lnTo>
                  <a:pt x="19768" y="18197"/>
                </a:lnTo>
                <a:lnTo>
                  <a:pt x="18557" y="20773"/>
                </a:lnTo>
                <a:lnTo>
                  <a:pt x="16366" y="21205"/>
                </a:lnTo>
                <a:lnTo>
                  <a:pt x="14193" y="21475"/>
                </a:lnTo>
                <a:lnTo>
                  <a:pt x="12032" y="21600"/>
                </a:lnTo>
                <a:lnTo>
                  <a:pt x="9878" y="21583"/>
                </a:lnTo>
                <a:lnTo>
                  <a:pt x="7717" y="21434"/>
                </a:lnTo>
                <a:lnTo>
                  <a:pt x="5542" y="21160"/>
                </a:lnTo>
                <a:lnTo>
                  <a:pt x="3341" y="20773"/>
                </a:lnTo>
                <a:lnTo>
                  <a:pt x="1576" y="18706"/>
                </a:lnTo>
                <a:lnTo>
                  <a:pt x="642" y="17227"/>
                </a:lnTo>
                <a:lnTo>
                  <a:pt x="219" y="15624"/>
                </a:lnTo>
                <a:lnTo>
                  <a:pt x="0" y="13187"/>
                </a:lnTo>
                <a:lnTo>
                  <a:pt x="55" y="10829"/>
                </a:lnTo>
                <a:lnTo>
                  <a:pt x="110" y="8441"/>
                </a:lnTo>
                <a:lnTo>
                  <a:pt x="149" y="6069"/>
                </a:lnTo>
                <a:lnTo>
                  <a:pt x="192" y="3666"/>
                </a:lnTo>
                <a:lnTo>
                  <a:pt x="243" y="1845"/>
                </a:lnTo>
                <a:lnTo>
                  <a:pt x="298" y="0"/>
                </a:lnTo>
                <a:close/>
              </a:path>
            </a:pathLst>
          </a:custGeom>
          <a:solidFill>
            <a:srgbClr val="3E3C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8" name="contour_11136"/>
          <p:cNvSpPr/>
          <p:nvPr/>
        </p:nvSpPr>
        <p:spPr>
          <a:xfrm>
            <a:off x="7990018" y="4861564"/>
            <a:ext cx="44435" cy="375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18"/>
                </a:moveTo>
                <a:lnTo>
                  <a:pt x="20831" y="6520"/>
                </a:lnTo>
                <a:lnTo>
                  <a:pt x="20023" y="9042"/>
                </a:lnTo>
                <a:lnTo>
                  <a:pt x="19156" y="11493"/>
                </a:lnTo>
                <a:lnTo>
                  <a:pt x="18195" y="13873"/>
                </a:lnTo>
                <a:lnTo>
                  <a:pt x="17118" y="16195"/>
                </a:lnTo>
                <a:lnTo>
                  <a:pt x="15903" y="18462"/>
                </a:lnTo>
                <a:lnTo>
                  <a:pt x="14515" y="20678"/>
                </a:lnTo>
                <a:lnTo>
                  <a:pt x="12038" y="21294"/>
                </a:lnTo>
                <a:lnTo>
                  <a:pt x="9739" y="21579"/>
                </a:lnTo>
                <a:lnTo>
                  <a:pt x="7518" y="21600"/>
                </a:lnTo>
                <a:lnTo>
                  <a:pt x="5279" y="21416"/>
                </a:lnTo>
                <a:lnTo>
                  <a:pt x="2923" y="21089"/>
                </a:lnTo>
                <a:lnTo>
                  <a:pt x="344" y="20678"/>
                </a:lnTo>
                <a:lnTo>
                  <a:pt x="191" y="17808"/>
                </a:lnTo>
                <a:lnTo>
                  <a:pt x="71" y="15013"/>
                </a:lnTo>
                <a:lnTo>
                  <a:pt x="0" y="12264"/>
                </a:lnTo>
                <a:lnTo>
                  <a:pt x="7" y="9524"/>
                </a:lnTo>
                <a:lnTo>
                  <a:pt x="113" y="6754"/>
                </a:lnTo>
                <a:lnTo>
                  <a:pt x="344" y="3918"/>
                </a:lnTo>
                <a:lnTo>
                  <a:pt x="2374" y="1865"/>
                </a:lnTo>
                <a:lnTo>
                  <a:pt x="4552" y="608"/>
                </a:lnTo>
                <a:lnTo>
                  <a:pt x="6848" y="25"/>
                </a:lnTo>
                <a:lnTo>
                  <a:pt x="9239" y="0"/>
                </a:lnTo>
                <a:lnTo>
                  <a:pt x="11695" y="402"/>
                </a:lnTo>
                <a:lnTo>
                  <a:pt x="14185" y="1119"/>
                </a:lnTo>
                <a:lnTo>
                  <a:pt x="16686" y="2024"/>
                </a:lnTo>
                <a:lnTo>
                  <a:pt x="19166" y="3000"/>
                </a:lnTo>
                <a:lnTo>
                  <a:pt x="21600" y="3918"/>
                </a:lnTo>
                <a:close/>
              </a:path>
            </a:pathLst>
          </a:custGeom>
          <a:solidFill>
            <a:srgbClr val="E5E7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39" name="contour_11137"/>
          <p:cNvSpPr/>
          <p:nvPr/>
        </p:nvSpPr>
        <p:spPr>
          <a:xfrm>
            <a:off x="1934404" y="4877036"/>
            <a:ext cx="94744" cy="350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45"/>
                </a:moveTo>
                <a:lnTo>
                  <a:pt x="20827" y="4341"/>
                </a:lnTo>
                <a:lnTo>
                  <a:pt x="20041" y="5045"/>
                </a:lnTo>
                <a:lnTo>
                  <a:pt x="18981" y="7249"/>
                </a:lnTo>
                <a:lnTo>
                  <a:pt x="18217" y="9593"/>
                </a:lnTo>
                <a:lnTo>
                  <a:pt x="17674" y="12138"/>
                </a:lnTo>
                <a:lnTo>
                  <a:pt x="17277" y="14943"/>
                </a:lnTo>
                <a:lnTo>
                  <a:pt x="16949" y="18076"/>
                </a:lnTo>
                <a:lnTo>
                  <a:pt x="16615" y="21600"/>
                </a:lnTo>
                <a:lnTo>
                  <a:pt x="16615" y="18633"/>
                </a:lnTo>
                <a:lnTo>
                  <a:pt x="16615" y="15648"/>
                </a:lnTo>
                <a:lnTo>
                  <a:pt x="16615" y="12622"/>
                </a:lnTo>
                <a:lnTo>
                  <a:pt x="15441" y="12622"/>
                </a:lnTo>
                <a:lnTo>
                  <a:pt x="14264" y="12622"/>
                </a:lnTo>
                <a:lnTo>
                  <a:pt x="13090" y="12622"/>
                </a:lnTo>
                <a:lnTo>
                  <a:pt x="11912" y="12622"/>
                </a:lnTo>
                <a:lnTo>
                  <a:pt x="10734" y="12622"/>
                </a:lnTo>
                <a:lnTo>
                  <a:pt x="9552" y="12622"/>
                </a:lnTo>
                <a:lnTo>
                  <a:pt x="8371" y="12622"/>
                </a:lnTo>
                <a:lnTo>
                  <a:pt x="7184" y="12622"/>
                </a:lnTo>
                <a:lnTo>
                  <a:pt x="5996" y="12622"/>
                </a:lnTo>
                <a:lnTo>
                  <a:pt x="4805" y="12622"/>
                </a:lnTo>
                <a:lnTo>
                  <a:pt x="3611" y="12622"/>
                </a:lnTo>
                <a:lnTo>
                  <a:pt x="2411" y="12622"/>
                </a:lnTo>
                <a:lnTo>
                  <a:pt x="1208" y="12622"/>
                </a:lnTo>
                <a:lnTo>
                  <a:pt x="0" y="12622"/>
                </a:lnTo>
                <a:lnTo>
                  <a:pt x="0" y="10396"/>
                </a:lnTo>
                <a:lnTo>
                  <a:pt x="0" y="8134"/>
                </a:lnTo>
                <a:lnTo>
                  <a:pt x="1009" y="7303"/>
                </a:lnTo>
                <a:lnTo>
                  <a:pt x="2012" y="6513"/>
                </a:lnTo>
                <a:lnTo>
                  <a:pt x="3012" y="5768"/>
                </a:lnTo>
                <a:lnTo>
                  <a:pt x="4014" y="5054"/>
                </a:lnTo>
                <a:lnTo>
                  <a:pt x="5021" y="4372"/>
                </a:lnTo>
                <a:lnTo>
                  <a:pt x="6036" y="3717"/>
                </a:lnTo>
                <a:lnTo>
                  <a:pt x="7062" y="3084"/>
                </a:lnTo>
                <a:lnTo>
                  <a:pt x="8050" y="2415"/>
                </a:lnTo>
                <a:lnTo>
                  <a:pt x="9054" y="1733"/>
                </a:lnTo>
                <a:lnTo>
                  <a:pt x="10310" y="1032"/>
                </a:lnTo>
                <a:lnTo>
                  <a:pt x="11503" y="512"/>
                </a:lnTo>
                <a:lnTo>
                  <a:pt x="12646" y="171"/>
                </a:lnTo>
                <a:lnTo>
                  <a:pt x="13753" y="0"/>
                </a:lnTo>
                <a:lnTo>
                  <a:pt x="14834" y="9"/>
                </a:lnTo>
                <a:lnTo>
                  <a:pt x="15908" y="189"/>
                </a:lnTo>
                <a:lnTo>
                  <a:pt x="16984" y="543"/>
                </a:lnTo>
                <a:lnTo>
                  <a:pt x="18078" y="1064"/>
                </a:lnTo>
                <a:lnTo>
                  <a:pt x="19202" y="1760"/>
                </a:lnTo>
                <a:lnTo>
                  <a:pt x="20372" y="2617"/>
                </a:lnTo>
                <a:lnTo>
                  <a:pt x="21600" y="3645"/>
                </a:lnTo>
                <a:close/>
              </a:path>
            </a:pathLst>
          </a:custGeom>
          <a:solidFill>
            <a:srgbClr val="CDD0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0" name="contour_11138"/>
          <p:cNvSpPr/>
          <p:nvPr/>
        </p:nvSpPr>
        <p:spPr>
          <a:xfrm>
            <a:off x="7298366" y="4839226"/>
            <a:ext cx="443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6" y="559"/>
                </a:lnTo>
                <a:lnTo>
                  <a:pt x="4331" y="1121"/>
                </a:lnTo>
                <a:lnTo>
                  <a:pt x="6493" y="1685"/>
                </a:lnTo>
                <a:lnTo>
                  <a:pt x="8656" y="2251"/>
                </a:lnTo>
                <a:lnTo>
                  <a:pt x="10264" y="2669"/>
                </a:lnTo>
                <a:lnTo>
                  <a:pt x="11879" y="3089"/>
                </a:lnTo>
                <a:lnTo>
                  <a:pt x="13523" y="3516"/>
                </a:lnTo>
                <a:lnTo>
                  <a:pt x="16022" y="4296"/>
                </a:lnTo>
                <a:lnTo>
                  <a:pt x="17666" y="4939"/>
                </a:lnTo>
                <a:lnTo>
                  <a:pt x="19182" y="5794"/>
                </a:lnTo>
                <a:lnTo>
                  <a:pt x="21302" y="7200"/>
                </a:lnTo>
                <a:lnTo>
                  <a:pt x="21472" y="8882"/>
                </a:lnTo>
                <a:lnTo>
                  <a:pt x="21568" y="10106"/>
                </a:lnTo>
                <a:lnTo>
                  <a:pt x="21600" y="11225"/>
                </a:lnTo>
                <a:lnTo>
                  <a:pt x="21582" y="12588"/>
                </a:lnTo>
                <a:lnTo>
                  <a:pt x="21522" y="14549"/>
                </a:lnTo>
                <a:lnTo>
                  <a:pt x="21490" y="15866"/>
                </a:lnTo>
                <a:lnTo>
                  <a:pt x="21458" y="17191"/>
                </a:lnTo>
                <a:lnTo>
                  <a:pt x="21426" y="18535"/>
                </a:lnTo>
                <a:lnTo>
                  <a:pt x="21394" y="19296"/>
                </a:lnTo>
                <a:lnTo>
                  <a:pt x="21302" y="21600"/>
                </a:lnTo>
                <a:lnTo>
                  <a:pt x="19303" y="20345"/>
                </a:lnTo>
                <a:lnTo>
                  <a:pt x="17507" y="19157"/>
                </a:lnTo>
                <a:lnTo>
                  <a:pt x="15888" y="18010"/>
                </a:lnTo>
                <a:lnTo>
                  <a:pt x="14432" y="16882"/>
                </a:lnTo>
                <a:lnTo>
                  <a:pt x="13115" y="15742"/>
                </a:lnTo>
                <a:lnTo>
                  <a:pt x="11922" y="14563"/>
                </a:lnTo>
                <a:lnTo>
                  <a:pt x="10832" y="13322"/>
                </a:lnTo>
                <a:lnTo>
                  <a:pt x="9824" y="11993"/>
                </a:lnTo>
                <a:lnTo>
                  <a:pt x="8879" y="10546"/>
                </a:lnTo>
                <a:lnTo>
                  <a:pt x="7978" y="8957"/>
                </a:lnTo>
                <a:lnTo>
                  <a:pt x="7101" y="7200"/>
                </a:lnTo>
                <a:lnTo>
                  <a:pt x="5340" y="6578"/>
                </a:lnTo>
                <a:lnTo>
                  <a:pt x="3572" y="5969"/>
                </a:lnTo>
                <a:lnTo>
                  <a:pt x="1793" y="5376"/>
                </a:lnTo>
                <a:lnTo>
                  <a:pt x="0" y="4800"/>
                </a:lnTo>
                <a:lnTo>
                  <a:pt x="0" y="3214"/>
                </a:lnTo>
                <a:lnTo>
                  <a:pt x="0" y="1618"/>
                </a:lnTo>
                <a:lnTo>
                  <a:pt x="0" y="0"/>
                </a:lnTo>
                <a:close/>
              </a:path>
            </a:pathLst>
          </a:custGeom>
          <a:solidFill>
            <a:srgbClr val="E0E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1" name="contour_11139"/>
          <p:cNvSpPr/>
          <p:nvPr/>
        </p:nvSpPr>
        <p:spPr>
          <a:xfrm>
            <a:off x="1220181" y="4853802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702" y="0"/>
                </a:lnTo>
                <a:lnTo>
                  <a:pt x="9257" y="0"/>
                </a:lnTo>
                <a:lnTo>
                  <a:pt x="9115" y="1186"/>
                </a:lnTo>
                <a:lnTo>
                  <a:pt x="8970" y="2381"/>
                </a:lnTo>
                <a:lnTo>
                  <a:pt x="8822" y="3590"/>
                </a:lnTo>
                <a:lnTo>
                  <a:pt x="8708" y="5285"/>
                </a:lnTo>
                <a:lnTo>
                  <a:pt x="8618" y="6946"/>
                </a:lnTo>
                <a:lnTo>
                  <a:pt x="8563" y="8585"/>
                </a:lnTo>
                <a:lnTo>
                  <a:pt x="8560" y="10212"/>
                </a:lnTo>
                <a:lnTo>
                  <a:pt x="8615" y="11839"/>
                </a:lnTo>
                <a:lnTo>
                  <a:pt x="8742" y="13471"/>
                </a:lnTo>
                <a:lnTo>
                  <a:pt x="8952" y="15122"/>
                </a:lnTo>
                <a:lnTo>
                  <a:pt x="9257" y="16800"/>
                </a:lnTo>
                <a:lnTo>
                  <a:pt x="11263" y="17854"/>
                </a:lnTo>
                <a:lnTo>
                  <a:pt x="13117" y="18523"/>
                </a:lnTo>
                <a:lnTo>
                  <a:pt x="14953" y="18905"/>
                </a:lnTo>
                <a:lnTo>
                  <a:pt x="16894" y="19085"/>
                </a:lnTo>
                <a:lnTo>
                  <a:pt x="19067" y="19152"/>
                </a:lnTo>
                <a:lnTo>
                  <a:pt x="21600" y="19200"/>
                </a:lnTo>
                <a:lnTo>
                  <a:pt x="19462" y="19438"/>
                </a:lnTo>
                <a:lnTo>
                  <a:pt x="17320" y="19675"/>
                </a:lnTo>
                <a:lnTo>
                  <a:pt x="15179" y="19913"/>
                </a:lnTo>
                <a:lnTo>
                  <a:pt x="13034" y="20153"/>
                </a:lnTo>
                <a:lnTo>
                  <a:pt x="10880" y="20390"/>
                </a:lnTo>
                <a:lnTo>
                  <a:pt x="8723" y="20630"/>
                </a:lnTo>
                <a:lnTo>
                  <a:pt x="6557" y="20870"/>
                </a:lnTo>
                <a:lnTo>
                  <a:pt x="4382" y="21113"/>
                </a:lnTo>
                <a:lnTo>
                  <a:pt x="2197" y="21355"/>
                </a:lnTo>
                <a:lnTo>
                  <a:pt x="0" y="21600"/>
                </a:lnTo>
                <a:lnTo>
                  <a:pt x="642" y="17760"/>
                </a:lnTo>
                <a:lnTo>
                  <a:pt x="1191" y="14501"/>
                </a:lnTo>
                <a:lnTo>
                  <a:pt x="1672" y="11760"/>
                </a:lnTo>
                <a:lnTo>
                  <a:pt x="2095" y="9482"/>
                </a:lnTo>
                <a:lnTo>
                  <a:pt x="2478" y="7606"/>
                </a:lnTo>
                <a:lnTo>
                  <a:pt x="2842" y="6072"/>
                </a:lnTo>
                <a:lnTo>
                  <a:pt x="3197" y="4824"/>
                </a:lnTo>
                <a:lnTo>
                  <a:pt x="3567" y="3802"/>
                </a:lnTo>
                <a:lnTo>
                  <a:pt x="3962" y="2945"/>
                </a:lnTo>
                <a:lnTo>
                  <a:pt x="4403" y="2194"/>
                </a:lnTo>
                <a:lnTo>
                  <a:pt x="4909" y="1493"/>
                </a:lnTo>
                <a:lnTo>
                  <a:pt x="5493" y="782"/>
                </a:lnTo>
                <a:lnTo>
                  <a:pt x="6171" y="0"/>
                </a:lnTo>
                <a:close/>
              </a:path>
            </a:pathLst>
          </a:custGeom>
          <a:solidFill>
            <a:srgbClr val="DAB2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2" name="contour_11140"/>
          <p:cNvSpPr/>
          <p:nvPr/>
        </p:nvSpPr>
        <p:spPr>
          <a:xfrm>
            <a:off x="7400398" y="4845093"/>
            <a:ext cx="43262" cy="412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45"/>
                </a:moveTo>
                <a:lnTo>
                  <a:pt x="2216" y="600"/>
                </a:lnTo>
                <a:lnTo>
                  <a:pt x="4436" y="474"/>
                </a:lnTo>
                <a:lnTo>
                  <a:pt x="6652" y="363"/>
                </a:lnTo>
                <a:lnTo>
                  <a:pt x="8871" y="267"/>
                </a:lnTo>
                <a:lnTo>
                  <a:pt x="11346" y="134"/>
                </a:lnTo>
                <a:lnTo>
                  <a:pt x="13860" y="0"/>
                </a:lnTo>
                <a:lnTo>
                  <a:pt x="16404" y="485"/>
                </a:lnTo>
                <a:lnTo>
                  <a:pt x="17958" y="1085"/>
                </a:lnTo>
                <a:lnTo>
                  <a:pt x="19158" y="2193"/>
                </a:lnTo>
                <a:lnTo>
                  <a:pt x="20639" y="4206"/>
                </a:lnTo>
                <a:lnTo>
                  <a:pt x="21320" y="6720"/>
                </a:lnTo>
                <a:lnTo>
                  <a:pt x="21600" y="8638"/>
                </a:lnTo>
                <a:lnTo>
                  <a:pt x="21527" y="10938"/>
                </a:lnTo>
                <a:lnTo>
                  <a:pt x="21149" y="14594"/>
                </a:lnTo>
                <a:lnTo>
                  <a:pt x="19388" y="17654"/>
                </a:lnTo>
                <a:lnTo>
                  <a:pt x="18143" y="19365"/>
                </a:lnTo>
                <a:lnTo>
                  <a:pt x="16819" y="20355"/>
                </a:lnTo>
                <a:lnTo>
                  <a:pt x="14825" y="21249"/>
                </a:lnTo>
                <a:lnTo>
                  <a:pt x="12325" y="21524"/>
                </a:lnTo>
                <a:lnTo>
                  <a:pt x="10130" y="21600"/>
                </a:lnTo>
                <a:lnTo>
                  <a:pt x="8064" y="21398"/>
                </a:lnTo>
                <a:lnTo>
                  <a:pt x="5957" y="20840"/>
                </a:lnTo>
                <a:lnTo>
                  <a:pt x="3639" y="19846"/>
                </a:lnTo>
                <a:lnTo>
                  <a:pt x="2769" y="17516"/>
                </a:lnTo>
                <a:lnTo>
                  <a:pt x="2060" y="15182"/>
                </a:lnTo>
                <a:lnTo>
                  <a:pt x="1488" y="12840"/>
                </a:lnTo>
                <a:lnTo>
                  <a:pt x="1033" y="10483"/>
                </a:lnTo>
                <a:lnTo>
                  <a:pt x="680" y="8099"/>
                </a:lnTo>
                <a:lnTo>
                  <a:pt x="404" y="5688"/>
                </a:lnTo>
                <a:lnTo>
                  <a:pt x="182" y="3240"/>
                </a:lnTo>
                <a:lnTo>
                  <a:pt x="0" y="745"/>
                </a:lnTo>
                <a:close/>
              </a:path>
            </a:pathLst>
          </a:custGeom>
          <a:solidFill>
            <a:srgbClr val="F5F6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3" name="contour_11141"/>
          <p:cNvSpPr/>
          <p:nvPr/>
        </p:nvSpPr>
        <p:spPr>
          <a:xfrm>
            <a:off x="10534234" y="484651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961" y="2791"/>
                </a:lnTo>
                <a:lnTo>
                  <a:pt x="19696" y="5599"/>
                </a:lnTo>
                <a:lnTo>
                  <a:pt x="20264" y="8441"/>
                </a:lnTo>
                <a:lnTo>
                  <a:pt x="20732" y="11331"/>
                </a:lnTo>
                <a:lnTo>
                  <a:pt x="21157" y="14273"/>
                </a:lnTo>
                <a:lnTo>
                  <a:pt x="21600" y="17280"/>
                </a:lnTo>
                <a:lnTo>
                  <a:pt x="19224" y="17755"/>
                </a:lnTo>
                <a:lnTo>
                  <a:pt x="16844" y="18230"/>
                </a:lnTo>
                <a:lnTo>
                  <a:pt x="14465" y="18706"/>
                </a:lnTo>
                <a:lnTo>
                  <a:pt x="12078" y="19185"/>
                </a:lnTo>
                <a:lnTo>
                  <a:pt x="9684" y="19665"/>
                </a:lnTo>
                <a:lnTo>
                  <a:pt x="7279" y="20144"/>
                </a:lnTo>
                <a:lnTo>
                  <a:pt x="4867" y="20628"/>
                </a:lnTo>
                <a:lnTo>
                  <a:pt x="2441" y="21112"/>
                </a:lnTo>
                <a:lnTo>
                  <a:pt x="0" y="21600"/>
                </a:lnTo>
                <a:lnTo>
                  <a:pt x="878" y="16191"/>
                </a:lnTo>
                <a:lnTo>
                  <a:pt x="1595" y="12079"/>
                </a:lnTo>
                <a:lnTo>
                  <a:pt x="2225" y="9016"/>
                </a:lnTo>
                <a:lnTo>
                  <a:pt x="2851" y="6769"/>
                </a:lnTo>
                <a:lnTo>
                  <a:pt x="3560" y="5089"/>
                </a:lnTo>
                <a:lnTo>
                  <a:pt x="4428" y="3741"/>
                </a:lnTo>
                <a:lnTo>
                  <a:pt x="5540" y="2488"/>
                </a:lnTo>
                <a:lnTo>
                  <a:pt x="6977" y="1080"/>
                </a:lnTo>
                <a:lnTo>
                  <a:pt x="8899" y="553"/>
                </a:lnTo>
                <a:lnTo>
                  <a:pt x="10436" y="233"/>
                </a:lnTo>
                <a:lnTo>
                  <a:pt x="12110" y="69"/>
                </a:lnTo>
                <a:lnTo>
                  <a:pt x="14458" y="9"/>
                </a:lnTo>
                <a:lnTo>
                  <a:pt x="18000" y="0"/>
                </a:lnTo>
                <a:close/>
              </a:path>
            </a:pathLst>
          </a:custGeom>
          <a:solidFill>
            <a:srgbClr val="B3B6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4" name="contour_11142"/>
          <p:cNvSpPr/>
          <p:nvPr/>
        </p:nvSpPr>
        <p:spPr>
          <a:xfrm>
            <a:off x="11394217" y="4824650"/>
            <a:ext cx="94744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46" y="0"/>
                </a:moveTo>
                <a:lnTo>
                  <a:pt x="6922" y="705"/>
                </a:lnTo>
                <a:lnTo>
                  <a:pt x="7405" y="1947"/>
                </a:lnTo>
                <a:lnTo>
                  <a:pt x="8515" y="4793"/>
                </a:lnTo>
                <a:lnTo>
                  <a:pt x="9501" y="6674"/>
                </a:lnTo>
                <a:lnTo>
                  <a:pt x="10514" y="8273"/>
                </a:lnTo>
                <a:lnTo>
                  <a:pt x="11554" y="9622"/>
                </a:lnTo>
                <a:lnTo>
                  <a:pt x="12619" y="10746"/>
                </a:lnTo>
                <a:lnTo>
                  <a:pt x="13703" y="11687"/>
                </a:lnTo>
                <a:lnTo>
                  <a:pt x="14804" y="12458"/>
                </a:lnTo>
                <a:lnTo>
                  <a:pt x="15921" y="13097"/>
                </a:lnTo>
                <a:lnTo>
                  <a:pt x="17047" y="13639"/>
                </a:lnTo>
                <a:lnTo>
                  <a:pt x="18181" y="14099"/>
                </a:lnTo>
                <a:lnTo>
                  <a:pt x="19320" y="14518"/>
                </a:lnTo>
                <a:lnTo>
                  <a:pt x="20460" y="14916"/>
                </a:lnTo>
                <a:lnTo>
                  <a:pt x="21600" y="15330"/>
                </a:lnTo>
                <a:lnTo>
                  <a:pt x="21600" y="17865"/>
                </a:lnTo>
                <a:lnTo>
                  <a:pt x="21600" y="20440"/>
                </a:lnTo>
                <a:lnTo>
                  <a:pt x="20503" y="20537"/>
                </a:lnTo>
                <a:lnTo>
                  <a:pt x="19408" y="20624"/>
                </a:lnTo>
                <a:lnTo>
                  <a:pt x="18312" y="20701"/>
                </a:lnTo>
                <a:lnTo>
                  <a:pt x="17215" y="20777"/>
                </a:lnTo>
                <a:lnTo>
                  <a:pt x="16119" y="20844"/>
                </a:lnTo>
                <a:lnTo>
                  <a:pt x="15024" y="20910"/>
                </a:lnTo>
                <a:lnTo>
                  <a:pt x="13927" y="20966"/>
                </a:lnTo>
                <a:lnTo>
                  <a:pt x="12830" y="21023"/>
                </a:lnTo>
                <a:lnTo>
                  <a:pt x="11734" y="21079"/>
                </a:lnTo>
                <a:lnTo>
                  <a:pt x="11317" y="21115"/>
                </a:lnTo>
                <a:lnTo>
                  <a:pt x="10582" y="21181"/>
                </a:lnTo>
                <a:lnTo>
                  <a:pt x="8896" y="21339"/>
                </a:lnTo>
                <a:lnTo>
                  <a:pt x="8497" y="21355"/>
                </a:lnTo>
                <a:lnTo>
                  <a:pt x="7794" y="21380"/>
                </a:lnTo>
                <a:lnTo>
                  <a:pt x="6186" y="21436"/>
                </a:lnTo>
                <a:lnTo>
                  <a:pt x="5358" y="21493"/>
                </a:lnTo>
                <a:lnTo>
                  <a:pt x="4524" y="21544"/>
                </a:lnTo>
                <a:lnTo>
                  <a:pt x="3680" y="21600"/>
                </a:lnTo>
                <a:lnTo>
                  <a:pt x="2678" y="21023"/>
                </a:lnTo>
                <a:lnTo>
                  <a:pt x="1662" y="20440"/>
                </a:lnTo>
                <a:lnTo>
                  <a:pt x="1010" y="17369"/>
                </a:lnTo>
                <a:lnTo>
                  <a:pt x="618" y="15284"/>
                </a:lnTo>
                <a:lnTo>
                  <a:pt x="334" y="13220"/>
                </a:lnTo>
                <a:lnTo>
                  <a:pt x="0" y="10220"/>
                </a:lnTo>
                <a:lnTo>
                  <a:pt x="1097" y="10220"/>
                </a:lnTo>
                <a:lnTo>
                  <a:pt x="2195" y="10220"/>
                </a:lnTo>
                <a:lnTo>
                  <a:pt x="3298" y="10220"/>
                </a:lnTo>
                <a:lnTo>
                  <a:pt x="4406" y="10220"/>
                </a:lnTo>
                <a:lnTo>
                  <a:pt x="5521" y="10220"/>
                </a:lnTo>
                <a:lnTo>
                  <a:pt x="6646" y="10220"/>
                </a:lnTo>
                <a:lnTo>
                  <a:pt x="6646" y="6842"/>
                </a:lnTo>
                <a:lnTo>
                  <a:pt x="6646" y="3444"/>
                </a:lnTo>
                <a:lnTo>
                  <a:pt x="6646" y="0"/>
                </a:lnTo>
                <a:close/>
              </a:path>
            </a:pathLst>
          </a:custGeom>
          <a:solidFill>
            <a:srgbClr val="828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5" name="contour_11143"/>
          <p:cNvSpPr/>
          <p:nvPr/>
        </p:nvSpPr>
        <p:spPr>
          <a:xfrm>
            <a:off x="4667401" y="4802786"/>
            <a:ext cx="3851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66" y="1264"/>
                </a:lnTo>
                <a:lnTo>
                  <a:pt x="8421" y="2254"/>
                </a:lnTo>
                <a:lnTo>
                  <a:pt x="11205" y="3056"/>
                </a:lnTo>
                <a:lnTo>
                  <a:pt x="13355" y="3755"/>
                </a:lnTo>
                <a:lnTo>
                  <a:pt x="15117" y="4432"/>
                </a:lnTo>
                <a:lnTo>
                  <a:pt x="16723" y="5177"/>
                </a:lnTo>
                <a:lnTo>
                  <a:pt x="18420" y="6073"/>
                </a:lnTo>
                <a:lnTo>
                  <a:pt x="20439" y="7200"/>
                </a:lnTo>
                <a:lnTo>
                  <a:pt x="21208" y="9752"/>
                </a:lnTo>
                <a:lnTo>
                  <a:pt x="21571" y="12064"/>
                </a:lnTo>
                <a:lnTo>
                  <a:pt x="21600" y="14270"/>
                </a:lnTo>
                <a:lnTo>
                  <a:pt x="21367" y="16506"/>
                </a:lnTo>
                <a:lnTo>
                  <a:pt x="20958" y="18904"/>
                </a:lnTo>
                <a:lnTo>
                  <a:pt x="20439" y="21600"/>
                </a:lnTo>
                <a:lnTo>
                  <a:pt x="17741" y="21600"/>
                </a:lnTo>
                <a:lnTo>
                  <a:pt x="15039" y="21600"/>
                </a:lnTo>
                <a:lnTo>
                  <a:pt x="12325" y="21600"/>
                </a:lnTo>
                <a:lnTo>
                  <a:pt x="9598" y="21600"/>
                </a:lnTo>
                <a:lnTo>
                  <a:pt x="6855" y="21600"/>
                </a:lnTo>
                <a:lnTo>
                  <a:pt x="4088" y="21600"/>
                </a:lnTo>
                <a:lnTo>
                  <a:pt x="3638" y="19224"/>
                </a:lnTo>
                <a:lnTo>
                  <a:pt x="3188" y="16844"/>
                </a:lnTo>
                <a:lnTo>
                  <a:pt x="2739" y="14465"/>
                </a:lnTo>
                <a:lnTo>
                  <a:pt x="2285" y="12078"/>
                </a:lnTo>
                <a:lnTo>
                  <a:pt x="1831" y="9684"/>
                </a:lnTo>
                <a:lnTo>
                  <a:pt x="1378" y="7279"/>
                </a:lnTo>
                <a:lnTo>
                  <a:pt x="920" y="4867"/>
                </a:lnTo>
                <a:lnTo>
                  <a:pt x="462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CC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6" name="contour_11144"/>
          <p:cNvSpPr/>
          <p:nvPr/>
        </p:nvSpPr>
        <p:spPr>
          <a:xfrm>
            <a:off x="462842" y="4810074"/>
            <a:ext cx="358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25" y="0"/>
                </a:moveTo>
                <a:lnTo>
                  <a:pt x="7162" y="461"/>
                </a:lnTo>
                <a:lnTo>
                  <a:pt x="9416" y="878"/>
                </a:lnTo>
                <a:lnTo>
                  <a:pt x="11420" y="1426"/>
                </a:lnTo>
                <a:lnTo>
                  <a:pt x="13805" y="2275"/>
                </a:lnTo>
                <a:lnTo>
                  <a:pt x="17206" y="3600"/>
                </a:lnTo>
                <a:lnTo>
                  <a:pt x="18362" y="5976"/>
                </a:lnTo>
                <a:lnTo>
                  <a:pt x="19267" y="8309"/>
                </a:lnTo>
                <a:lnTo>
                  <a:pt x="19987" y="10631"/>
                </a:lnTo>
                <a:lnTo>
                  <a:pt x="20576" y="12996"/>
                </a:lnTo>
                <a:lnTo>
                  <a:pt x="21095" y="15437"/>
                </a:lnTo>
                <a:lnTo>
                  <a:pt x="21600" y="18000"/>
                </a:lnTo>
                <a:lnTo>
                  <a:pt x="18700" y="18594"/>
                </a:lnTo>
                <a:lnTo>
                  <a:pt x="15796" y="19188"/>
                </a:lnTo>
                <a:lnTo>
                  <a:pt x="12878" y="19786"/>
                </a:lnTo>
                <a:lnTo>
                  <a:pt x="9948" y="20387"/>
                </a:lnTo>
                <a:lnTo>
                  <a:pt x="6999" y="20992"/>
                </a:lnTo>
                <a:lnTo>
                  <a:pt x="4025" y="21600"/>
                </a:lnTo>
                <a:lnTo>
                  <a:pt x="2421" y="17201"/>
                </a:lnTo>
                <a:lnTo>
                  <a:pt x="1248" y="13828"/>
                </a:lnTo>
                <a:lnTo>
                  <a:pt x="470" y="11257"/>
                </a:lnTo>
                <a:lnTo>
                  <a:pt x="66" y="9270"/>
                </a:lnTo>
                <a:lnTo>
                  <a:pt x="0" y="7639"/>
                </a:lnTo>
                <a:lnTo>
                  <a:pt x="246" y="6149"/>
                </a:lnTo>
                <a:lnTo>
                  <a:pt x="773" y="4576"/>
                </a:lnTo>
                <a:lnTo>
                  <a:pt x="1555" y="2700"/>
                </a:lnTo>
                <a:lnTo>
                  <a:pt x="2781" y="1361"/>
                </a:lnTo>
                <a:lnTo>
                  <a:pt x="4025" y="0"/>
                </a:lnTo>
                <a:close/>
              </a:path>
            </a:pathLst>
          </a:custGeom>
          <a:solidFill>
            <a:srgbClr val="D9DA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7" name="contour_11145"/>
          <p:cNvSpPr/>
          <p:nvPr/>
        </p:nvSpPr>
        <p:spPr>
          <a:xfrm>
            <a:off x="1868813" y="4794515"/>
            <a:ext cx="38575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62" y="475"/>
                </a:moveTo>
                <a:lnTo>
                  <a:pt x="11345" y="158"/>
                </a:lnTo>
                <a:lnTo>
                  <a:pt x="13569" y="0"/>
                </a:lnTo>
                <a:lnTo>
                  <a:pt x="15430" y="0"/>
                </a:lnTo>
                <a:lnTo>
                  <a:pt x="17515" y="158"/>
                </a:lnTo>
                <a:lnTo>
                  <a:pt x="20404" y="475"/>
                </a:lnTo>
                <a:lnTo>
                  <a:pt x="20878" y="3063"/>
                </a:lnTo>
                <a:lnTo>
                  <a:pt x="21265" y="5591"/>
                </a:lnTo>
                <a:lnTo>
                  <a:pt x="21518" y="8077"/>
                </a:lnTo>
                <a:lnTo>
                  <a:pt x="21600" y="10548"/>
                </a:lnTo>
                <a:lnTo>
                  <a:pt x="21469" y="13023"/>
                </a:lnTo>
                <a:lnTo>
                  <a:pt x="21086" y="15527"/>
                </a:lnTo>
                <a:lnTo>
                  <a:pt x="20404" y="18079"/>
                </a:lnTo>
                <a:lnTo>
                  <a:pt x="17931" y="19037"/>
                </a:lnTo>
                <a:lnTo>
                  <a:pt x="15458" y="19790"/>
                </a:lnTo>
                <a:lnTo>
                  <a:pt x="12973" y="20375"/>
                </a:lnTo>
                <a:lnTo>
                  <a:pt x="10467" y="20811"/>
                </a:lnTo>
                <a:lnTo>
                  <a:pt x="7925" y="21125"/>
                </a:lnTo>
                <a:lnTo>
                  <a:pt x="5342" y="21347"/>
                </a:lnTo>
                <a:lnTo>
                  <a:pt x="2706" y="21494"/>
                </a:lnTo>
                <a:lnTo>
                  <a:pt x="0" y="21600"/>
                </a:lnTo>
                <a:lnTo>
                  <a:pt x="633" y="19480"/>
                </a:lnTo>
                <a:lnTo>
                  <a:pt x="1281" y="17364"/>
                </a:lnTo>
                <a:lnTo>
                  <a:pt x="1947" y="15252"/>
                </a:lnTo>
                <a:lnTo>
                  <a:pt x="2624" y="13143"/>
                </a:lnTo>
                <a:lnTo>
                  <a:pt x="3314" y="11038"/>
                </a:lnTo>
                <a:lnTo>
                  <a:pt x="3591" y="10164"/>
                </a:lnTo>
                <a:lnTo>
                  <a:pt x="4073" y="8626"/>
                </a:lnTo>
                <a:lnTo>
                  <a:pt x="5183" y="5095"/>
                </a:lnTo>
                <a:lnTo>
                  <a:pt x="6166" y="3570"/>
                </a:lnTo>
                <a:lnTo>
                  <a:pt x="7158" y="2031"/>
                </a:lnTo>
                <a:lnTo>
                  <a:pt x="8162" y="475"/>
                </a:lnTo>
                <a:close/>
              </a:path>
            </a:pathLst>
          </a:custGeom>
          <a:solidFill>
            <a:srgbClr val="23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8" name="contour_11146"/>
          <p:cNvSpPr/>
          <p:nvPr/>
        </p:nvSpPr>
        <p:spPr>
          <a:xfrm>
            <a:off x="7087014" y="4788210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746" y="448"/>
                </a:lnTo>
                <a:lnTo>
                  <a:pt x="7171" y="891"/>
                </a:lnTo>
                <a:lnTo>
                  <a:pt x="8599" y="1339"/>
                </a:lnTo>
                <a:lnTo>
                  <a:pt x="10029" y="1782"/>
                </a:lnTo>
                <a:lnTo>
                  <a:pt x="11461" y="2230"/>
                </a:lnTo>
                <a:lnTo>
                  <a:pt x="12895" y="2678"/>
                </a:lnTo>
                <a:lnTo>
                  <a:pt x="14334" y="3127"/>
                </a:lnTo>
                <a:lnTo>
                  <a:pt x="15777" y="3580"/>
                </a:lnTo>
                <a:lnTo>
                  <a:pt x="17224" y="4034"/>
                </a:lnTo>
                <a:lnTo>
                  <a:pt x="18675" y="4487"/>
                </a:lnTo>
                <a:lnTo>
                  <a:pt x="20136" y="4941"/>
                </a:lnTo>
                <a:lnTo>
                  <a:pt x="21600" y="5400"/>
                </a:lnTo>
                <a:lnTo>
                  <a:pt x="20250" y="6032"/>
                </a:lnTo>
                <a:lnTo>
                  <a:pt x="18900" y="6664"/>
                </a:lnTo>
                <a:lnTo>
                  <a:pt x="17550" y="7301"/>
                </a:lnTo>
                <a:lnTo>
                  <a:pt x="16200" y="7933"/>
                </a:lnTo>
                <a:lnTo>
                  <a:pt x="14850" y="8564"/>
                </a:lnTo>
                <a:lnTo>
                  <a:pt x="14381" y="9121"/>
                </a:lnTo>
                <a:lnTo>
                  <a:pt x="12960" y="10800"/>
                </a:lnTo>
                <a:lnTo>
                  <a:pt x="12960" y="14369"/>
                </a:lnTo>
                <a:lnTo>
                  <a:pt x="12960" y="17960"/>
                </a:lnTo>
                <a:lnTo>
                  <a:pt x="12960" y="21600"/>
                </a:lnTo>
                <a:lnTo>
                  <a:pt x="12308" y="21330"/>
                </a:lnTo>
                <a:lnTo>
                  <a:pt x="11709" y="21076"/>
                </a:lnTo>
                <a:lnTo>
                  <a:pt x="11055" y="20806"/>
                </a:lnTo>
                <a:lnTo>
                  <a:pt x="10238" y="20466"/>
                </a:lnTo>
                <a:lnTo>
                  <a:pt x="9154" y="20012"/>
                </a:lnTo>
                <a:lnTo>
                  <a:pt x="7694" y="19408"/>
                </a:lnTo>
                <a:lnTo>
                  <a:pt x="5754" y="18598"/>
                </a:lnTo>
                <a:lnTo>
                  <a:pt x="3225" y="17545"/>
                </a:lnTo>
                <a:lnTo>
                  <a:pt x="0" y="16200"/>
                </a:lnTo>
                <a:lnTo>
                  <a:pt x="1069" y="14861"/>
                </a:lnTo>
                <a:lnTo>
                  <a:pt x="2143" y="13522"/>
                </a:lnTo>
                <a:lnTo>
                  <a:pt x="3225" y="12166"/>
                </a:lnTo>
                <a:lnTo>
                  <a:pt x="4320" y="10800"/>
                </a:lnTo>
                <a:lnTo>
                  <a:pt x="4320" y="7231"/>
                </a:lnTo>
                <a:lnTo>
                  <a:pt x="4320" y="3640"/>
                </a:lnTo>
                <a:lnTo>
                  <a:pt x="4320" y="0"/>
                </a:lnTo>
                <a:close/>
              </a:path>
            </a:pathLst>
          </a:custGeom>
          <a:solidFill>
            <a:srgbClr val="DCDF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49" name="contour_11147"/>
          <p:cNvSpPr/>
          <p:nvPr/>
        </p:nvSpPr>
        <p:spPr>
          <a:xfrm>
            <a:off x="7261926" y="4795498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9818" y="2380"/>
                </a:lnTo>
                <a:lnTo>
                  <a:pt x="9818" y="4774"/>
                </a:lnTo>
                <a:lnTo>
                  <a:pt x="9818" y="7200"/>
                </a:lnTo>
                <a:lnTo>
                  <a:pt x="10849" y="6948"/>
                </a:lnTo>
                <a:lnTo>
                  <a:pt x="11898" y="6692"/>
                </a:lnTo>
                <a:lnTo>
                  <a:pt x="12571" y="6595"/>
                </a:lnTo>
                <a:lnTo>
                  <a:pt x="14606" y="6300"/>
                </a:lnTo>
                <a:lnTo>
                  <a:pt x="15275" y="6174"/>
                </a:lnTo>
                <a:lnTo>
                  <a:pt x="17298" y="5792"/>
                </a:lnTo>
                <a:lnTo>
                  <a:pt x="18458" y="6491"/>
                </a:lnTo>
                <a:lnTo>
                  <a:pt x="19636" y="7200"/>
                </a:lnTo>
                <a:lnTo>
                  <a:pt x="20127" y="9544"/>
                </a:lnTo>
                <a:lnTo>
                  <a:pt x="20534" y="11898"/>
                </a:lnTo>
                <a:lnTo>
                  <a:pt x="20870" y="14278"/>
                </a:lnTo>
                <a:lnTo>
                  <a:pt x="21150" y="16682"/>
                </a:lnTo>
                <a:lnTo>
                  <a:pt x="21388" y="19120"/>
                </a:lnTo>
                <a:lnTo>
                  <a:pt x="21600" y="21600"/>
                </a:lnTo>
                <a:lnTo>
                  <a:pt x="20371" y="20902"/>
                </a:lnTo>
                <a:lnTo>
                  <a:pt x="19143" y="20203"/>
                </a:lnTo>
                <a:lnTo>
                  <a:pt x="17914" y="19498"/>
                </a:lnTo>
                <a:lnTo>
                  <a:pt x="16689" y="18788"/>
                </a:lnTo>
                <a:lnTo>
                  <a:pt x="15462" y="18079"/>
                </a:lnTo>
                <a:lnTo>
                  <a:pt x="14234" y="17366"/>
                </a:lnTo>
                <a:lnTo>
                  <a:pt x="13009" y="16650"/>
                </a:lnTo>
                <a:lnTo>
                  <a:pt x="11792" y="15966"/>
                </a:lnTo>
                <a:lnTo>
                  <a:pt x="10555" y="15271"/>
                </a:lnTo>
                <a:lnTo>
                  <a:pt x="9123" y="14407"/>
                </a:lnTo>
                <a:lnTo>
                  <a:pt x="7780" y="13540"/>
                </a:lnTo>
                <a:lnTo>
                  <a:pt x="6513" y="12618"/>
                </a:lnTo>
                <a:lnTo>
                  <a:pt x="5314" y="11606"/>
                </a:lnTo>
                <a:lnTo>
                  <a:pt x="4173" y="10454"/>
                </a:lnTo>
                <a:lnTo>
                  <a:pt x="3079" y="9122"/>
                </a:lnTo>
                <a:lnTo>
                  <a:pt x="2026" y="7564"/>
                </a:lnTo>
                <a:lnTo>
                  <a:pt x="1003" y="5738"/>
                </a:lnTo>
                <a:lnTo>
                  <a:pt x="0" y="3600"/>
                </a:lnTo>
                <a:lnTo>
                  <a:pt x="1284" y="2765"/>
                </a:lnTo>
                <a:lnTo>
                  <a:pt x="2494" y="2038"/>
                </a:lnTo>
                <a:lnTo>
                  <a:pt x="3658" y="1418"/>
                </a:lnTo>
                <a:lnTo>
                  <a:pt x="4805" y="911"/>
                </a:lnTo>
                <a:lnTo>
                  <a:pt x="5964" y="515"/>
                </a:lnTo>
                <a:lnTo>
                  <a:pt x="7167" y="230"/>
                </a:lnTo>
                <a:lnTo>
                  <a:pt x="8442" y="58"/>
                </a:lnTo>
                <a:lnTo>
                  <a:pt x="9818" y="0"/>
                </a:lnTo>
                <a:close/>
              </a:path>
            </a:pathLst>
          </a:custGeom>
          <a:solidFill>
            <a:srgbClr val="878A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0" name="contour_11148"/>
          <p:cNvSpPr/>
          <p:nvPr/>
        </p:nvSpPr>
        <p:spPr>
          <a:xfrm>
            <a:off x="5155697" y="478821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56" y="4028"/>
                </a:lnTo>
                <a:lnTo>
                  <a:pt x="20621" y="6872"/>
                </a:lnTo>
                <a:lnTo>
                  <a:pt x="20200" y="8932"/>
                </a:lnTo>
                <a:lnTo>
                  <a:pt x="19688" y="10609"/>
                </a:lnTo>
                <a:lnTo>
                  <a:pt x="18990" y="12298"/>
                </a:lnTo>
                <a:lnTo>
                  <a:pt x="18000" y="14400"/>
                </a:lnTo>
                <a:lnTo>
                  <a:pt x="16067" y="15750"/>
                </a:lnTo>
                <a:lnTo>
                  <a:pt x="14101" y="16960"/>
                </a:lnTo>
                <a:lnTo>
                  <a:pt x="12103" y="18047"/>
                </a:lnTo>
                <a:lnTo>
                  <a:pt x="10058" y="19037"/>
                </a:lnTo>
                <a:lnTo>
                  <a:pt x="7963" y="19944"/>
                </a:lnTo>
                <a:lnTo>
                  <a:pt x="5814" y="20794"/>
                </a:lnTo>
                <a:lnTo>
                  <a:pt x="3600" y="21600"/>
                </a:lnTo>
                <a:lnTo>
                  <a:pt x="2574" y="19231"/>
                </a:lnTo>
                <a:lnTo>
                  <a:pt x="1670" y="16909"/>
                </a:lnTo>
                <a:lnTo>
                  <a:pt x="925" y="14591"/>
                </a:lnTo>
                <a:lnTo>
                  <a:pt x="374" y="12229"/>
                </a:lnTo>
                <a:lnTo>
                  <a:pt x="54" y="9781"/>
                </a:lnTo>
                <a:lnTo>
                  <a:pt x="0" y="7200"/>
                </a:lnTo>
                <a:lnTo>
                  <a:pt x="2120" y="5393"/>
                </a:lnTo>
                <a:lnTo>
                  <a:pt x="4291" y="3902"/>
                </a:lnTo>
                <a:lnTo>
                  <a:pt x="6527" y="2700"/>
                </a:lnTo>
                <a:lnTo>
                  <a:pt x="8827" y="1760"/>
                </a:lnTo>
                <a:lnTo>
                  <a:pt x="11203" y="1051"/>
                </a:lnTo>
                <a:lnTo>
                  <a:pt x="13662" y="551"/>
                </a:lnTo>
                <a:lnTo>
                  <a:pt x="16207" y="227"/>
                </a:lnTo>
                <a:lnTo>
                  <a:pt x="18853" y="50"/>
                </a:lnTo>
                <a:lnTo>
                  <a:pt x="21600" y="0"/>
                </a:lnTo>
                <a:close/>
              </a:path>
            </a:pathLst>
          </a:custGeom>
          <a:solidFill>
            <a:srgbClr val="B9A9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1" name="contour_11149"/>
          <p:cNvSpPr/>
          <p:nvPr/>
        </p:nvSpPr>
        <p:spPr>
          <a:xfrm>
            <a:off x="2131180" y="4773634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7988" y="765"/>
                </a:lnTo>
                <a:lnTo>
                  <a:pt x="19183" y="1531"/>
                </a:lnTo>
                <a:lnTo>
                  <a:pt x="20383" y="2305"/>
                </a:lnTo>
                <a:lnTo>
                  <a:pt x="21600" y="3086"/>
                </a:lnTo>
                <a:lnTo>
                  <a:pt x="21072" y="5122"/>
                </a:lnTo>
                <a:lnTo>
                  <a:pt x="20544" y="7162"/>
                </a:lnTo>
                <a:lnTo>
                  <a:pt x="20014" y="9202"/>
                </a:lnTo>
                <a:lnTo>
                  <a:pt x="19483" y="11247"/>
                </a:lnTo>
                <a:lnTo>
                  <a:pt x="18953" y="13299"/>
                </a:lnTo>
                <a:lnTo>
                  <a:pt x="18418" y="15361"/>
                </a:lnTo>
                <a:lnTo>
                  <a:pt x="17882" y="17428"/>
                </a:lnTo>
                <a:lnTo>
                  <a:pt x="17342" y="19508"/>
                </a:lnTo>
                <a:lnTo>
                  <a:pt x="16800" y="21600"/>
                </a:lnTo>
                <a:lnTo>
                  <a:pt x="16325" y="19767"/>
                </a:lnTo>
                <a:lnTo>
                  <a:pt x="15847" y="17928"/>
                </a:lnTo>
                <a:lnTo>
                  <a:pt x="15370" y="16083"/>
                </a:lnTo>
                <a:lnTo>
                  <a:pt x="14887" y="14222"/>
                </a:lnTo>
                <a:lnTo>
                  <a:pt x="14400" y="12343"/>
                </a:lnTo>
                <a:lnTo>
                  <a:pt x="12816" y="12682"/>
                </a:lnTo>
                <a:lnTo>
                  <a:pt x="11230" y="13022"/>
                </a:lnTo>
                <a:lnTo>
                  <a:pt x="9643" y="13361"/>
                </a:lnTo>
                <a:lnTo>
                  <a:pt x="8052" y="13704"/>
                </a:lnTo>
                <a:lnTo>
                  <a:pt x="6456" y="14046"/>
                </a:lnTo>
                <a:lnTo>
                  <a:pt x="4853" y="14389"/>
                </a:lnTo>
                <a:lnTo>
                  <a:pt x="3245" y="14734"/>
                </a:lnTo>
                <a:lnTo>
                  <a:pt x="1627" y="15080"/>
                </a:lnTo>
                <a:lnTo>
                  <a:pt x="0" y="15429"/>
                </a:lnTo>
                <a:lnTo>
                  <a:pt x="1027" y="12871"/>
                </a:lnTo>
                <a:lnTo>
                  <a:pt x="1910" y="10967"/>
                </a:lnTo>
                <a:lnTo>
                  <a:pt x="2767" y="9569"/>
                </a:lnTo>
                <a:lnTo>
                  <a:pt x="3720" y="8523"/>
                </a:lnTo>
                <a:lnTo>
                  <a:pt x="4896" y="7677"/>
                </a:lnTo>
                <a:lnTo>
                  <a:pt x="6415" y="6881"/>
                </a:lnTo>
                <a:lnTo>
                  <a:pt x="8400" y="5980"/>
                </a:lnTo>
                <a:lnTo>
                  <a:pt x="10848" y="4863"/>
                </a:lnTo>
                <a:lnTo>
                  <a:pt x="12566" y="4015"/>
                </a:lnTo>
                <a:lnTo>
                  <a:pt x="13788" y="3271"/>
                </a:lnTo>
                <a:lnTo>
                  <a:pt x="14746" y="2462"/>
                </a:lnTo>
                <a:lnTo>
                  <a:pt x="15672" y="1429"/>
                </a:lnTo>
                <a:lnTo>
                  <a:pt x="16800" y="0"/>
                </a:lnTo>
                <a:close/>
              </a:path>
            </a:pathLst>
          </a:custGeom>
          <a:solidFill>
            <a:srgbClr val="5654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2" name="contour_11150"/>
          <p:cNvSpPr/>
          <p:nvPr/>
        </p:nvSpPr>
        <p:spPr>
          <a:xfrm>
            <a:off x="5017225" y="4744482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631" y="2835"/>
                </a:lnTo>
                <a:lnTo>
                  <a:pt x="6043" y="4936"/>
                </a:lnTo>
                <a:lnTo>
                  <a:pt x="7055" y="6496"/>
                </a:lnTo>
                <a:lnTo>
                  <a:pt x="7781" y="7717"/>
                </a:lnTo>
                <a:lnTo>
                  <a:pt x="8346" y="8791"/>
                </a:lnTo>
                <a:lnTo>
                  <a:pt x="8861" y="9922"/>
                </a:lnTo>
                <a:lnTo>
                  <a:pt x="9450" y="11308"/>
                </a:lnTo>
                <a:lnTo>
                  <a:pt x="10120" y="12396"/>
                </a:lnTo>
                <a:lnTo>
                  <a:pt x="10800" y="13500"/>
                </a:lnTo>
                <a:lnTo>
                  <a:pt x="12585" y="13500"/>
                </a:lnTo>
                <a:lnTo>
                  <a:pt x="14380" y="13500"/>
                </a:lnTo>
                <a:lnTo>
                  <a:pt x="16200" y="13500"/>
                </a:lnTo>
                <a:lnTo>
                  <a:pt x="16200" y="15285"/>
                </a:lnTo>
                <a:lnTo>
                  <a:pt x="16200" y="17080"/>
                </a:lnTo>
                <a:lnTo>
                  <a:pt x="16200" y="18900"/>
                </a:lnTo>
                <a:lnTo>
                  <a:pt x="17537" y="19570"/>
                </a:lnTo>
                <a:lnTo>
                  <a:pt x="18878" y="20239"/>
                </a:lnTo>
                <a:lnTo>
                  <a:pt x="20231" y="20917"/>
                </a:lnTo>
                <a:lnTo>
                  <a:pt x="21600" y="21600"/>
                </a:lnTo>
                <a:lnTo>
                  <a:pt x="19729" y="21333"/>
                </a:lnTo>
                <a:lnTo>
                  <a:pt x="17855" y="21065"/>
                </a:lnTo>
                <a:lnTo>
                  <a:pt x="15981" y="20798"/>
                </a:lnTo>
                <a:lnTo>
                  <a:pt x="14105" y="20528"/>
                </a:lnTo>
                <a:lnTo>
                  <a:pt x="12220" y="20261"/>
                </a:lnTo>
                <a:lnTo>
                  <a:pt x="10333" y="19991"/>
                </a:lnTo>
                <a:lnTo>
                  <a:pt x="8438" y="19721"/>
                </a:lnTo>
                <a:lnTo>
                  <a:pt x="6534" y="19448"/>
                </a:lnTo>
                <a:lnTo>
                  <a:pt x="4622" y="19175"/>
                </a:lnTo>
                <a:lnTo>
                  <a:pt x="2700" y="18900"/>
                </a:lnTo>
                <a:lnTo>
                  <a:pt x="3235" y="17296"/>
                </a:lnTo>
                <a:lnTo>
                  <a:pt x="3772" y="15687"/>
                </a:lnTo>
                <a:lnTo>
                  <a:pt x="4309" y="14072"/>
                </a:lnTo>
                <a:lnTo>
                  <a:pt x="4852" y="12444"/>
                </a:lnTo>
                <a:lnTo>
                  <a:pt x="5400" y="10800"/>
                </a:lnTo>
                <a:lnTo>
                  <a:pt x="3615" y="10800"/>
                </a:lnTo>
                <a:lnTo>
                  <a:pt x="1820" y="10800"/>
                </a:lnTo>
                <a:lnTo>
                  <a:pt x="0" y="10800"/>
                </a:lnTo>
                <a:lnTo>
                  <a:pt x="445" y="9018"/>
                </a:lnTo>
                <a:lnTo>
                  <a:pt x="891" y="7233"/>
                </a:lnTo>
                <a:lnTo>
                  <a:pt x="1339" y="5440"/>
                </a:lnTo>
                <a:lnTo>
                  <a:pt x="1790" y="3640"/>
                </a:lnTo>
                <a:lnTo>
                  <a:pt x="2244" y="1828"/>
                </a:lnTo>
                <a:lnTo>
                  <a:pt x="2700" y="0"/>
                </a:lnTo>
                <a:close/>
              </a:path>
            </a:pathLst>
          </a:custGeom>
          <a:solidFill>
            <a:srgbClr val="E1D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3" name="contour_11151"/>
          <p:cNvSpPr/>
          <p:nvPr/>
        </p:nvSpPr>
        <p:spPr>
          <a:xfrm>
            <a:off x="2793943" y="4744482"/>
            <a:ext cx="3047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5" y="0"/>
                </a:moveTo>
                <a:lnTo>
                  <a:pt x="3988" y="717"/>
                </a:lnTo>
                <a:lnTo>
                  <a:pt x="7067" y="1475"/>
                </a:lnTo>
                <a:lnTo>
                  <a:pt x="9666" y="2303"/>
                </a:lnTo>
                <a:lnTo>
                  <a:pt x="11877" y="3216"/>
                </a:lnTo>
                <a:lnTo>
                  <a:pt x="13814" y="4244"/>
                </a:lnTo>
                <a:lnTo>
                  <a:pt x="15587" y="5406"/>
                </a:lnTo>
                <a:lnTo>
                  <a:pt x="17291" y="6728"/>
                </a:lnTo>
                <a:lnTo>
                  <a:pt x="19043" y="8234"/>
                </a:lnTo>
                <a:lnTo>
                  <a:pt x="20014" y="9707"/>
                </a:lnTo>
                <a:lnTo>
                  <a:pt x="20727" y="11176"/>
                </a:lnTo>
                <a:lnTo>
                  <a:pt x="21207" y="12647"/>
                </a:lnTo>
                <a:lnTo>
                  <a:pt x="21492" y="14120"/>
                </a:lnTo>
                <a:lnTo>
                  <a:pt x="21600" y="15597"/>
                </a:lnTo>
                <a:lnTo>
                  <a:pt x="21579" y="17081"/>
                </a:lnTo>
                <a:lnTo>
                  <a:pt x="21445" y="18576"/>
                </a:lnTo>
                <a:lnTo>
                  <a:pt x="21233" y="20082"/>
                </a:lnTo>
                <a:lnTo>
                  <a:pt x="20980" y="21600"/>
                </a:lnTo>
                <a:lnTo>
                  <a:pt x="17565" y="21600"/>
                </a:lnTo>
                <a:lnTo>
                  <a:pt x="14130" y="21600"/>
                </a:lnTo>
                <a:lnTo>
                  <a:pt x="10648" y="21600"/>
                </a:lnTo>
                <a:lnTo>
                  <a:pt x="8984" y="20248"/>
                </a:lnTo>
                <a:lnTo>
                  <a:pt x="7476" y="18878"/>
                </a:lnTo>
                <a:lnTo>
                  <a:pt x="6106" y="17496"/>
                </a:lnTo>
                <a:lnTo>
                  <a:pt x="4882" y="16098"/>
                </a:lnTo>
                <a:lnTo>
                  <a:pt x="3802" y="14688"/>
                </a:lnTo>
                <a:lnTo>
                  <a:pt x="2862" y="13265"/>
                </a:lnTo>
                <a:lnTo>
                  <a:pt x="2056" y="11828"/>
                </a:lnTo>
                <a:lnTo>
                  <a:pt x="1390" y="10383"/>
                </a:lnTo>
                <a:lnTo>
                  <a:pt x="852" y="8925"/>
                </a:lnTo>
                <a:lnTo>
                  <a:pt x="449" y="7458"/>
                </a:lnTo>
                <a:lnTo>
                  <a:pt x="170" y="5981"/>
                </a:lnTo>
                <a:lnTo>
                  <a:pt x="21" y="4497"/>
                </a:lnTo>
                <a:lnTo>
                  <a:pt x="0" y="3005"/>
                </a:lnTo>
                <a:lnTo>
                  <a:pt x="98" y="1506"/>
                </a:lnTo>
                <a:lnTo>
                  <a:pt x="315" y="0"/>
                </a:lnTo>
                <a:close/>
              </a:path>
            </a:pathLst>
          </a:custGeom>
          <a:solidFill>
            <a:srgbClr val="9EBC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4" name="contour_11152"/>
          <p:cNvSpPr/>
          <p:nvPr/>
        </p:nvSpPr>
        <p:spPr>
          <a:xfrm>
            <a:off x="1212893" y="476634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851"/>
                </a:lnTo>
                <a:lnTo>
                  <a:pt x="21600" y="5707"/>
                </a:lnTo>
                <a:lnTo>
                  <a:pt x="21600" y="8575"/>
                </a:lnTo>
                <a:lnTo>
                  <a:pt x="21600" y="11457"/>
                </a:lnTo>
                <a:lnTo>
                  <a:pt x="21600" y="14355"/>
                </a:lnTo>
                <a:lnTo>
                  <a:pt x="21600" y="17280"/>
                </a:lnTo>
                <a:lnTo>
                  <a:pt x="19462" y="17708"/>
                </a:lnTo>
                <a:lnTo>
                  <a:pt x="17320" y="18135"/>
                </a:lnTo>
                <a:lnTo>
                  <a:pt x="15179" y="18563"/>
                </a:lnTo>
                <a:lnTo>
                  <a:pt x="13034" y="18995"/>
                </a:lnTo>
                <a:lnTo>
                  <a:pt x="10880" y="19423"/>
                </a:lnTo>
                <a:lnTo>
                  <a:pt x="8723" y="19855"/>
                </a:lnTo>
                <a:lnTo>
                  <a:pt x="6557" y="20287"/>
                </a:lnTo>
                <a:lnTo>
                  <a:pt x="4382" y="20723"/>
                </a:lnTo>
                <a:lnTo>
                  <a:pt x="2197" y="21159"/>
                </a:lnTo>
                <a:lnTo>
                  <a:pt x="0" y="21600"/>
                </a:lnTo>
                <a:lnTo>
                  <a:pt x="1311" y="16127"/>
                </a:lnTo>
                <a:lnTo>
                  <a:pt x="2274" y="12364"/>
                </a:lnTo>
                <a:lnTo>
                  <a:pt x="3049" y="9867"/>
                </a:lnTo>
                <a:lnTo>
                  <a:pt x="3795" y="8186"/>
                </a:lnTo>
                <a:lnTo>
                  <a:pt x="4681" y="6873"/>
                </a:lnTo>
                <a:lnTo>
                  <a:pt x="5869" y="5486"/>
                </a:lnTo>
                <a:lnTo>
                  <a:pt x="6665" y="4994"/>
                </a:lnTo>
                <a:lnTo>
                  <a:pt x="9066" y="3508"/>
                </a:lnTo>
                <a:lnTo>
                  <a:pt x="10640" y="2480"/>
                </a:lnTo>
                <a:lnTo>
                  <a:pt x="12235" y="1434"/>
                </a:lnTo>
                <a:lnTo>
                  <a:pt x="13843" y="734"/>
                </a:lnTo>
                <a:lnTo>
                  <a:pt x="15132" y="311"/>
                </a:lnTo>
                <a:lnTo>
                  <a:pt x="16558" y="91"/>
                </a:lnTo>
                <a:lnTo>
                  <a:pt x="18564" y="13"/>
                </a:lnTo>
                <a:lnTo>
                  <a:pt x="21600" y="0"/>
                </a:lnTo>
                <a:close/>
              </a:path>
            </a:pathLst>
          </a:custGeom>
          <a:solidFill>
            <a:srgbClr val="2627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5" name="contour_11153"/>
          <p:cNvSpPr/>
          <p:nvPr/>
        </p:nvSpPr>
        <p:spPr>
          <a:xfrm>
            <a:off x="826630" y="4780922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4" y="0"/>
                </a:moveTo>
                <a:lnTo>
                  <a:pt x="9066" y="652"/>
                </a:lnTo>
                <a:lnTo>
                  <a:pt x="12514" y="1175"/>
                </a:lnTo>
                <a:lnTo>
                  <a:pt x="14940" y="1680"/>
                </a:lnTo>
                <a:lnTo>
                  <a:pt x="16805" y="2294"/>
                </a:lnTo>
                <a:lnTo>
                  <a:pt x="18557" y="3132"/>
                </a:lnTo>
                <a:lnTo>
                  <a:pt x="20670" y="4320"/>
                </a:lnTo>
                <a:lnTo>
                  <a:pt x="21302" y="7318"/>
                </a:lnTo>
                <a:lnTo>
                  <a:pt x="21588" y="10122"/>
                </a:lnTo>
                <a:lnTo>
                  <a:pt x="21600" y="12839"/>
                </a:lnTo>
                <a:lnTo>
                  <a:pt x="21402" y="15582"/>
                </a:lnTo>
                <a:lnTo>
                  <a:pt x="21067" y="18468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513" y="18926"/>
                </a:lnTo>
                <a:lnTo>
                  <a:pt x="1025" y="16252"/>
                </a:lnTo>
                <a:lnTo>
                  <a:pt x="1538" y="13569"/>
                </a:lnTo>
                <a:lnTo>
                  <a:pt x="2050" y="10882"/>
                </a:lnTo>
                <a:lnTo>
                  <a:pt x="2567" y="8182"/>
                </a:lnTo>
                <a:lnTo>
                  <a:pt x="3088" y="5469"/>
                </a:lnTo>
                <a:lnTo>
                  <a:pt x="3609" y="2743"/>
                </a:lnTo>
                <a:lnTo>
                  <a:pt x="4134" y="0"/>
                </a:lnTo>
                <a:close/>
              </a:path>
            </a:pathLst>
          </a:custGeom>
          <a:solidFill>
            <a:srgbClr val="9D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6" name="contour_11154"/>
          <p:cNvSpPr/>
          <p:nvPr/>
        </p:nvSpPr>
        <p:spPr>
          <a:xfrm>
            <a:off x="2772523" y="4751770"/>
            <a:ext cx="3644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679" y="1251"/>
                </a:lnTo>
                <a:lnTo>
                  <a:pt x="12450" y="2462"/>
                </a:lnTo>
                <a:lnTo>
                  <a:pt x="13984" y="3652"/>
                </a:lnTo>
                <a:lnTo>
                  <a:pt x="15293" y="4833"/>
                </a:lnTo>
                <a:lnTo>
                  <a:pt x="16399" y="6019"/>
                </a:lnTo>
                <a:lnTo>
                  <a:pt x="17328" y="7228"/>
                </a:lnTo>
                <a:lnTo>
                  <a:pt x="18092" y="8473"/>
                </a:lnTo>
                <a:lnTo>
                  <a:pt x="18723" y="9769"/>
                </a:lnTo>
                <a:lnTo>
                  <a:pt x="19233" y="11132"/>
                </a:lnTo>
                <a:lnTo>
                  <a:pt x="19643" y="12575"/>
                </a:lnTo>
                <a:lnTo>
                  <a:pt x="19980" y="14115"/>
                </a:lnTo>
                <a:lnTo>
                  <a:pt x="20231" y="15201"/>
                </a:lnTo>
                <a:lnTo>
                  <a:pt x="20485" y="16304"/>
                </a:lnTo>
                <a:lnTo>
                  <a:pt x="20784" y="17628"/>
                </a:lnTo>
                <a:lnTo>
                  <a:pt x="21064" y="18951"/>
                </a:lnTo>
                <a:lnTo>
                  <a:pt x="21336" y="20275"/>
                </a:lnTo>
                <a:lnTo>
                  <a:pt x="21600" y="21600"/>
                </a:lnTo>
                <a:lnTo>
                  <a:pt x="19060" y="20604"/>
                </a:lnTo>
                <a:lnTo>
                  <a:pt x="16757" y="19597"/>
                </a:lnTo>
                <a:lnTo>
                  <a:pt x="14671" y="18574"/>
                </a:lnTo>
                <a:lnTo>
                  <a:pt x="12787" y="17533"/>
                </a:lnTo>
                <a:lnTo>
                  <a:pt x="11081" y="16469"/>
                </a:lnTo>
                <a:lnTo>
                  <a:pt x="9539" y="15381"/>
                </a:lnTo>
                <a:lnTo>
                  <a:pt x="8143" y="14264"/>
                </a:lnTo>
                <a:lnTo>
                  <a:pt x="6873" y="13117"/>
                </a:lnTo>
                <a:lnTo>
                  <a:pt x="5711" y="11933"/>
                </a:lnTo>
                <a:lnTo>
                  <a:pt x="4640" y="10714"/>
                </a:lnTo>
                <a:lnTo>
                  <a:pt x="3642" y="9451"/>
                </a:lnTo>
                <a:lnTo>
                  <a:pt x="2696" y="8145"/>
                </a:lnTo>
                <a:lnTo>
                  <a:pt x="1784" y="6790"/>
                </a:lnTo>
                <a:lnTo>
                  <a:pt x="894" y="5386"/>
                </a:lnTo>
                <a:lnTo>
                  <a:pt x="0" y="3927"/>
                </a:lnTo>
                <a:lnTo>
                  <a:pt x="2856" y="3927"/>
                </a:lnTo>
                <a:lnTo>
                  <a:pt x="5728" y="3927"/>
                </a:lnTo>
                <a:lnTo>
                  <a:pt x="8640" y="3927"/>
                </a:lnTo>
                <a:lnTo>
                  <a:pt x="8640" y="2629"/>
                </a:lnTo>
                <a:lnTo>
                  <a:pt x="8640" y="1323"/>
                </a:lnTo>
                <a:lnTo>
                  <a:pt x="8640" y="0"/>
                </a:lnTo>
                <a:close/>
              </a:path>
            </a:pathLst>
          </a:custGeom>
          <a:solidFill>
            <a:srgbClr val="DEE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7" name="contour_11155"/>
          <p:cNvSpPr/>
          <p:nvPr/>
        </p:nvSpPr>
        <p:spPr>
          <a:xfrm>
            <a:off x="761038" y="477363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173"/>
                </a:lnTo>
                <a:lnTo>
                  <a:pt x="2341" y="333"/>
                </a:lnTo>
                <a:lnTo>
                  <a:pt x="3646" y="521"/>
                </a:lnTo>
                <a:lnTo>
                  <a:pt x="5374" y="768"/>
                </a:lnTo>
                <a:lnTo>
                  <a:pt x="7780" y="1111"/>
                </a:lnTo>
                <a:lnTo>
                  <a:pt x="11115" y="1589"/>
                </a:lnTo>
                <a:lnTo>
                  <a:pt x="15638" y="2234"/>
                </a:lnTo>
                <a:lnTo>
                  <a:pt x="21600" y="3086"/>
                </a:lnTo>
                <a:lnTo>
                  <a:pt x="20732" y="6773"/>
                </a:lnTo>
                <a:lnTo>
                  <a:pt x="20019" y="9587"/>
                </a:lnTo>
                <a:lnTo>
                  <a:pt x="19375" y="11695"/>
                </a:lnTo>
                <a:lnTo>
                  <a:pt x="18710" y="13269"/>
                </a:lnTo>
                <a:lnTo>
                  <a:pt x="17941" y="14478"/>
                </a:lnTo>
                <a:lnTo>
                  <a:pt x="16973" y="15493"/>
                </a:lnTo>
                <a:lnTo>
                  <a:pt x="15725" y="16484"/>
                </a:lnTo>
                <a:lnTo>
                  <a:pt x="14109" y="17623"/>
                </a:lnTo>
                <a:lnTo>
                  <a:pt x="11945" y="18619"/>
                </a:lnTo>
                <a:lnTo>
                  <a:pt x="10204" y="19366"/>
                </a:lnTo>
                <a:lnTo>
                  <a:pt x="7966" y="20236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24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8" name="contour_11156"/>
          <p:cNvSpPr/>
          <p:nvPr/>
        </p:nvSpPr>
        <p:spPr>
          <a:xfrm>
            <a:off x="1394182" y="4759204"/>
            <a:ext cx="59215" cy="581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60" y="2590"/>
                </a:moveTo>
                <a:lnTo>
                  <a:pt x="19994" y="3278"/>
                </a:lnTo>
                <a:lnTo>
                  <a:pt x="21600" y="5359"/>
                </a:lnTo>
                <a:lnTo>
                  <a:pt x="19845" y="5359"/>
                </a:lnTo>
                <a:lnTo>
                  <a:pt x="18088" y="5359"/>
                </a:lnTo>
                <a:lnTo>
                  <a:pt x="16323" y="5359"/>
                </a:lnTo>
                <a:lnTo>
                  <a:pt x="14550" y="5359"/>
                </a:lnTo>
                <a:lnTo>
                  <a:pt x="12766" y="5359"/>
                </a:lnTo>
                <a:lnTo>
                  <a:pt x="10966" y="5359"/>
                </a:lnTo>
                <a:lnTo>
                  <a:pt x="10966" y="7146"/>
                </a:lnTo>
                <a:lnTo>
                  <a:pt x="10966" y="8932"/>
                </a:lnTo>
                <a:lnTo>
                  <a:pt x="10966" y="10724"/>
                </a:lnTo>
                <a:lnTo>
                  <a:pt x="10966" y="12519"/>
                </a:lnTo>
                <a:lnTo>
                  <a:pt x="10966" y="14319"/>
                </a:lnTo>
                <a:lnTo>
                  <a:pt x="10966" y="16124"/>
                </a:lnTo>
                <a:lnTo>
                  <a:pt x="10966" y="17940"/>
                </a:lnTo>
                <a:lnTo>
                  <a:pt x="10966" y="19765"/>
                </a:lnTo>
                <a:lnTo>
                  <a:pt x="10966" y="21600"/>
                </a:lnTo>
                <a:lnTo>
                  <a:pt x="8106" y="18955"/>
                </a:lnTo>
                <a:lnTo>
                  <a:pt x="5814" y="16804"/>
                </a:lnTo>
                <a:lnTo>
                  <a:pt x="4022" y="15052"/>
                </a:lnTo>
                <a:lnTo>
                  <a:pt x="2666" y="13612"/>
                </a:lnTo>
                <a:lnTo>
                  <a:pt x="1680" y="12389"/>
                </a:lnTo>
                <a:lnTo>
                  <a:pt x="1000" y="11293"/>
                </a:lnTo>
                <a:lnTo>
                  <a:pt x="556" y="10232"/>
                </a:lnTo>
                <a:lnTo>
                  <a:pt x="287" y="9114"/>
                </a:lnTo>
                <a:lnTo>
                  <a:pt x="122" y="7850"/>
                </a:lnTo>
                <a:lnTo>
                  <a:pt x="0" y="6345"/>
                </a:lnTo>
                <a:lnTo>
                  <a:pt x="165" y="4512"/>
                </a:lnTo>
                <a:lnTo>
                  <a:pt x="332" y="2653"/>
                </a:lnTo>
                <a:lnTo>
                  <a:pt x="1858" y="2295"/>
                </a:lnTo>
                <a:lnTo>
                  <a:pt x="3384" y="1952"/>
                </a:lnTo>
                <a:lnTo>
                  <a:pt x="4913" y="1613"/>
                </a:lnTo>
                <a:lnTo>
                  <a:pt x="6444" y="1283"/>
                </a:lnTo>
                <a:lnTo>
                  <a:pt x="7975" y="961"/>
                </a:lnTo>
                <a:lnTo>
                  <a:pt x="9395" y="644"/>
                </a:lnTo>
                <a:lnTo>
                  <a:pt x="10825" y="330"/>
                </a:lnTo>
                <a:lnTo>
                  <a:pt x="12274" y="11"/>
                </a:lnTo>
                <a:lnTo>
                  <a:pt x="14257" y="0"/>
                </a:lnTo>
                <a:lnTo>
                  <a:pt x="15621" y="127"/>
                </a:lnTo>
                <a:lnTo>
                  <a:pt x="16714" y="520"/>
                </a:lnTo>
                <a:lnTo>
                  <a:pt x="17878" y="1299"/>
                </a:lnTo>
                <a:lnTo>
                  <a:pt x="19460" y="2590"/>
                </a:lnTo>
                <a:close/>
              </a:path>
            </a:pathLst>
          </a:custGeom>
          <a:solidFill>
            <a:srgbClr val="6263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59" name="contour_11157"/>
          <p:cNvSpPr/>
          <p:nvPr/>
        </p:nvSpPr>
        <p:spPr>
          <a:xfrm>
            <a:off x="4725705" y="4708043"/>
            <a:ext cx="4168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881" y="0"/>
                </a:moveTo>
                <a:lnTo>
                  <a:pt x="19863" y="1605"/>
                </a:lnTo>
                <a:lnTo>
                  <a:pt x="20614" y="3145"/>
                </a:lnTo>
                <a:lnTo>
                  <a:pt x="21143" y="4631"/>
                </a:lnTo>
                <a:lnTo>
                  <a:pt x="21468" y="6072"/>
                </a:lnTo>
                <a:lnTo>
                  <a:pt x="21600" y="7476"/>
                </a:lnTo>
                <a:lnTo>
                  <a:pt x="21547" y="8854"/>
                </a:lnTo>
                <a:lnTo>
                  <a:pt x="21332" y="10215"/>
                </a:lnTo>
                <a:lnTo>
                  <a:pt x="20958" y="11567"/>
                </a:lnTo>
                <a:lnTo>
                  <a:pt x="20444" y="12921"/>
                </a:lnTo>
                <a:lnTo>
                  <a:pt x="19803" y="14286"/>
                </a:lnTo>
                <a:lnTo>
                  <a:pt x="19043" y="15671"/>
                </a:lnTo>
                <a:lnTo>
                  <a:pt x="18179" y="17086"/>
                </a:lnTo>
                <a:lnTo>
                  <a:pt x="17227" y="18539"/>
                </a:lnTo>
                <a:lnTo>
                  <a:pt x="16200" y="20040"/>
                </a:lnTo>
                <a:lnTo>
                  <a:pt x="15105" y="21600"/>
                </a:lnTo>
                <a:lnTo>
                  <a:pt x="12613" y="21244"/>
                </a:lnTo>
                <a:lnTo>
                  <a:pt x="10117" y="20887"/>
                </a:lnTo>
                <a:lnTo>
                  <a:pt x="7609" y="20529"/>
                </a:lnTo>
                <a:lnTo>
                  <a:pt x="5090" y="20168"/>
                </a:lnTo>
                <a:lnTo>
                  <a:pt x="2557" y="19805"/>
                </a:lnTo>
                <a:lnTo>
                  <a:pt x="0" y="19440"/>
                </a:lnTo>
                <a:lnTo>
                  <a:pt x="1748" y="19101"/>
                </a:lnTo>
                <a:lnTo>
                  <a:pt x="3527" y="18757"/>
                </a:lnTo>
                <a:lnTo>
                  <a:pt x="5963" y="17708"/>
                </a:lnTo>
                <a:lnTo>
                  <a:pt x="7719" y="16617"/>
                </a:lnTo>
                <a:lnTo>
                  <a:pt x="8976" y="15435"/>
                </a:lnTo>
                <a:lnTo>
                  <a:pt x="9916" y="14124"/>
                </a:lnTo>
                <a:lnTo>
                  <a:pt x="10717" y="12638"/>
                </a:lnTo>
                <a:lnTo>
                  <a:pt x="11563" y="10934"/>
                </a:lnTo>
                <a:lnTo>
                  <a:pt x="12314" y="9504"/>
                </a:lnTo>
                <a:lnTo>
                  <a:pt x="13077" y="8098"/>
                </a:lnTo>
                <a:lnTo>
                  <a:pt x="13870" y="6715"/>
                </a:lnTo>
                <a:lnTo>
                  <a:pt x="14708" y="5348"/>
                </a:lnTo>
                <a:lnTo>
                  <a:pt x="15615" y="3996"/>
                </a:lnTo>
                <a:lnTo>
                  <a:pt x="16597" y="2657"/>
                </a:lnTo>
                <a:lnTo>
                  <a:pt x="17680" y="1326"/>
                </a:lnTo>
                <a:lnTo>
                  <a:pt x="18881" y="0"/>
                </a:lnTo>
                <a:close/>
              </a:path>
            </a:pathLst>
          </a:custGeom>
          <a:solidFill>
            <a:srgbClr val="7766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0" name="contour_11158"/>
          <p:cNvSpPr/>
          <p:nvPr/>
        </p:nvSpPr>
        <p:spPr>
          <a:xfrm>
            <a:off x="10374591" y="4722618"/>
            <a:ext cx="3526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31" y="0"/>
                </a:moveTo>
                <a:lnTo>
                  <a:pt x="19042" y="3252"/>
                </a:lnTo>
                <a:lnTo>
                  <a:pt x="20261" y="5844"/>
                </a:lnTo>
                <a:lnTo>
                  <a:pt x="21087" y="7921"/>
                </a:lnTo>
                <a:lnTo>
                  <a:pt x="21533" y="9627"/>
                </a:lnTo>
                <a:lnTo>
                  <a:pt x="21600" y="11112"/>
                </a:lnTo>
                <a:lnTo>
                  <a:pt x="21305" y="12522"/>
                </a:lnTo>
                <a:lnTo>
                  <a:pt x="20645" y="13997"/>
                </a:lnTo>
                <a:lnTo>
                  <a:pt x="19631" y="15691"/>
                </a:lnTo>
                <a:lnTo>
                  <a:pt x="18270" y="17743"/>
                </a:lnTo>
                <a:lnTo>
                  <a:pt x="16520" y="19017"/>
                </a:lnTo>
                <a:lnTo>
                  <a:pt x="14753" y="20301"/>
                </a:lnTo>
                <a:lnTo>
                  <a:pt x="12967" y="21600"/>
                </a:lnTo>
                <a:lnTo>
                  <a:pt x="10017" y="21600"/>
                </a:lnTo>
                <a:lnTo>
                  <a:pt x="7048" y="21600"/>
                </a:lnTo>
                <a:lnTo>
                  <a:pt x="4040" y="21600"/>
                </a:lnTo>
                <a:lnTo>
                  <a:pt x="2937" y="19492"/>
                </a:lnTo>
                <a:lnTo>
                  <a:pt x="1960" y="17499"/>
                </a:lnTo>
                <a:lnTo>
                  <a:pt x="1138" y="15580"/>
                </a:lnTo>
                <a:lnTo>
                  <a:pt x="518" y="13691"/>
                </a:lnTo>
                <a:lnTo>
                  <a:pt x="125" y="11791"/>
                </a:lnTo>
                <a:lnTo>
                  <a:pt x="0" y="9834"/>
                </a:lnTo>
                <a:lnTo>
                  <a:pt x="179" y="7782"/>
                </a:lnTo>
                <a:lnTo>
                  <a:pt x="692" y="5591"/>
                </a:lnTo>
                <a:lnTo>
                  <a:pt x="3134" y="4011"/>
                </a:lnTo>
                <a:lnTo>
                  <a:pt x="5669" y="2811"/>
                </a:lnTo>
                <a:lnTo>
                  <a:pt x="8334" y="1901"/>
                </a:lnTo>
                <a:lnTo>
                  <a:pt x="11164" y="1191"/>
                </a:lnTo>
                <a:lnTo>
                  <a:pt x="14181" y="586"/>
                </a:lnTo>
                <a:lnTo>
                  <a:pt x="17431" y="0"/>
                </a:lnTo>
                <a:close/>
              </a:path>
            </a:pathLst>
          </a:custGeom>
          <a:solidFill>
            <a:srgbClr val="5050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1" name="contour_11159"/>
          <p:cNvSpPr/>
          <p:nvPr/>
        </p:nvSpPr>
        <p:spPr>
          <a:xfrm>
            <a:off x="4273850" y="473719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22"/>
                </a:lnTo>
                <a:lnTo>
                  <a:pt x="7967" y="277"/>
                </a:lnTo>
                <a:lnTo>
                  <a:pt x="9904" y="576"/>
                </a:lnTo>
                <a:lnTo>
                  <a:pt x="12823" y="1123"/>
                </a:lnTo>
                <a:lnTo>
                  <a:pt x="15289" y="1552"/>
                </a:lnTo>
                <a:lnTo>
                  <a:pt x="17788" y="1984"/>
                </a:lnTo>
                <a:lnTo>
                  <a:pt x="19681" y="2786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9454" y="11563"/>
                </a:lnTo>
                <a:lnTo>
                  <a:pt x="17302" y="12305"/>
                </a:lnTo>
                <a:lnTo>
                  <a:pt x="15142" y="13025"/>
                </a:lnTo>
                <a:lnTo>
                  <a:pt x="12974" y="13723"/>
                </a:lnTo>
                <a:lnTo>
                  <a:pt x="10800" y="14400"/>
                </a:lnTo>
                <a:lnTo>
                  <a:pt x="8284" y="16664"/>
                </a:lnTo>
                <a:lnTo>
                  <a:pt x="6692" y="18169"/>
                </a:lnTo>
                <a:lnTo>
                  <a:pt x="5357" y="19588"/>
                </a:lnTo>
                <a:lnTo>
                  <a:pt x="3600" y="21600"/>
                </a:lnTo>
                <a:lnTo>
                  <a:pt x="3082" y="19408"/>
                </a:lnTo>
                <a:lnTo>
                  <a:pt x="2574" y="17215"/>
                </a:lnTo>
                <a:lnTo>
                  <a:pt x="2070" y="15019"/>
                </a:lnTo>
                <a:lnTo>
                  <a:pt x="1577" y="12823"/>
                </a:lnTo>
                <a:lnTo>
                  <a:pt x="1292" y="11596"/>
                </a:lnTo>
                <a:lnTo>
                  <a:pt x="436" y="7888"/>
                </a:lnTo>
                <a:lnTo>
                  <a:pt x="220" y="5760"/>
                </a:lnTo>
                <a:lnTo>
                  <a:pt x="0" y="3600"/>
                </a:lnTo>
                <a:lnTo>
                  <a:pt x="1786" y="1814"/>
                </a:lnTo>
                <a:lnTo>
                  <a:pt x="3600" y="0"/>
                </a:lnTo>
                <a:close/>
              </a:path>
            </a:pathLst>
          </a:custGeom>
          <a:solidFill>
            <a:srgbClr val="EAD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2" name="contour_11160"/>
          <p:cNvSpPr/>
          <p:nvPr/>
        </p:nvSpPr>
        <p:spPr>
          <a:xfrm>
            <a:off x="490726" y="4729906"/>
            <a:ext cx="5896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" y="0"/>
                </a:moveTo>
                <a:lnTo>
                  <a:pt x="1212" y="781"/>
                </a:lnTo>
                <a:lnTo>
                  <a:pt x="2200" y="1577"/>
                </a:lnTo>
                <a:lnTo>
                  <a:pt x="4026" y="2884"/>
                </a:lnTo>
                <a:lnTo>
                  <a:pt x="5767" y="4003"/>
                </a:lnTo>
                <a:lnTo>
                  <a:pt x="7447" y="4946"/>
                </a:lnTo>
                <a:lnTo>
                  <a:pt x="9091" y="5724"/>
                </a:lnTo>
                <a:lnTo>
                  <a:pt x="10723" y="6343"/>
                </a:lnTo>
                <a:lnTo>
                  <a:pt x="12367" y="6815"/>
                </a:lnTo>
                <a:lnTo>
                  <a:pt x="14044" y="7139"/>
                </a:lnTo>
                <a:lnTo>
                  <a:pt x="15785" y="7333"/>
                </a:lnTo>
                <a:lnTo>
                  <a:pt x="17606" y="7402"/>
                </a:lnTo>
                <a:lnTo>
                  <a:pt x="19536" y="7355"/>
                </a:lnTo>
                <a:lnTo>
                  <a:pt x="21600" y="7200"/>
                </a:lnTo>
                <a:lnTo>
                  <a:pt x="20844" y="9238"/>
                </a:lnTo>
                <a:lnTo>
                  <a:pt x="20089" y="11275"/>
                </a:lnTo>
                <a:lnTo>
                  <a:pt x="19331" y="13320"/>
                </a:lnTo>
                <a:lnTo>
                  <a:pt x="18570" y="15372"/>
                </a:lnTo>
                <a:lnTo>
                  <a:pt x="17803" y="17435"/>
                </a:lnTo>
                <a:lnTo>
                  <a:pt x="17034" y="19508"/>
                </a:lnTo>
                <a:lnTo>
                  <a:pt x="16260" y="21600"/>
                </a:lnTo>
                <a:lnTo>
                  <a:pt x="14736" y="20570"/>
                </a:lnTo>
                <a:lnTo>
                  <a:pt x="13208" y="19541"/>
                </a:lnTo>
                <a:lnTo>
                  <a:pt x="11684" y="18515"/>
                </a:lnTo>
                <a:lnTo>
                  <a:pt x="10157" y="17485"/>
                </a:lnTo>
                <a:lnTo>
                  <a:pt x="8632" y="16459"/>
                </a:lnTo>
                <a:lnTo>
                  <a:pt x="7105" y="15430"/>
                </a:lnTo>
                <a:lnTo>
                  <a:pt x="5580" y="14400"/>
                </a:lnTo>
                <a:lnTo>
                  <a:pt x="4090" y="13561"/>
                </a:lnTo>
                <a:lnTo>
                  <a:pt x="2577" y="12712"/>
                </a:lnTo>
                <a:lnTo>
                  <a:pt x="1418" y="11765"/>
                </a:lnTo>
                <a:lnTo>
                  <a:pt x="240" y="10800"/>
                </a:lnTo>
                <a:lnTo>
                  <a:pt x="80" y="8014"/>
                </a:lnTo>
                <a:lnTo>
                  <a:pt x="0" y="6059"/>
                </a:lnTo>
                <a:lnTo>
                  <a:pt x="0" y="4417"/>
                </a:lnTo>
                <a:lnTo>
                  <a:pt x="80" y="2570"/>
                </a:lnTo>
                <a:lnTo>
                  <a:pt x="240" y="0"/>
                </a:lnTo>
                <a:close/>
              </a:path>
            </a:pathLst>
          </a:custGeom>
          <a:solidFill>
            <a:srgbClr val="30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3" name="contour_11161"/>
          <p:cNvSpPr/>
          <p:nvPr/>
        </p:nvSpPr>
        <p:spPr>
          <a:xfrm>
            <a:off x="578838" y="471533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820" y="20059"/>
                </a:lnTo>
                <a:lnTo>
                  <a:pt x="15037" y="18900"/>
                </a:lnTo>
                <a:lnTo>
                  <a:pt x="12992" y="17996"/>
                </a:lnTo>
                <a:lnTo>
                  <a:pt x="11437" y="17219"/>
                </a:lnTo>
                <a:lnTo>
                  <a:pt x="10123" y="16445"/>
                </a:lnTo>
                <a:lnTo>
                  <a:pt x="8795" y="15548"/>
                </a:lnTo>
                <a:lnTo>
                  <a:pt x="7200" y="14400"/>
                </a:lnTo>
                <a:lnTo>
                  <a:pt x="6984" y="11614"/>
                </a:lnTo>
                <a:lnTo>
                  <a:pt x="6876" y="9659"/>
                </a:lnTo>
                <a:lnTo>
                  <a:pt x="6876" y="8017"/>
                </a:lnTo>
                <a:lnTo>
                  <a:pt x="6984" y="6170"/>
                </a:lnTo>
                <a:lnTo>
                  <a:pt x="7200" y="3600"/>
                </a:lnTo>
                <a:lnTo>
                  <a:pt x="5418" y="2707"/>
                </a:lnTo>
                <a:lnTo>
                  <a:pt x="3625" y="1814"/>
                </a:lnTo>
                <a:lnTo>
                  <a:pt x="1825" y="911"/>
                </a:lnTo>
                <a:lnTo>
                  <a:pt x="0" y="0"/>
                </a:lnTo>
                <a:close/>
              </a:path>
            </a:pathLst>
          </a:custGeom>
          <a:solidFill>
            <a:srgbClr val="595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4" name="contour_11162"/>
          <p:cNvSpPr/>
          <p:nvPr/>
        </p:nvSpPr>
        <p:spPr>
          <a:xfrm>
            <a:off x="4507065" y="4707059"/>
            <a:ext cx="72880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409"/>
                </a:moveTo>
                <a:lnTo>
                  <a:pt x="16792" y="136"/>
                </a:lnTo>
                <a:lnTo>
                  <a:pt x="17965" y="0"/>
                </a:lnTo>
                <a:lnTo>
                  <a:pt x="18950" y="0"/>
                </a:lnTo>
                <a:lnTo>
                  <a:pt x="20058" y="136"/>
                </a:lnTo>
                <a:lnTo>
                  <a:pt x="21600" y="409"/>
                </a:lnTo>
                <a:lnTo>
                  <a:pt x="21600" y="2410"/>
                </a:lnTo>
                <a:lnTo>
                  <a:pt x="21600" y="4423"/>
                </a:lnTo>
                <a:lnTo>
                  <a:pt x="21600" y="6463"/>
                </a:lnTo>
                <a:lnTo>
                  <a:pt x="20172" y="6463"/>
                </a:lnTo>
                <a:lnTo>
                  <a:pt x="18736" y="6463"/>
                </a:lnTo>
                <a:lnTo>
                  <a:pt x="17280" y="6463"/>
                </a:lnTo>
                <a:lnTo>
                  <a:pt x="17280" y="8464"/>
                </a:lnTo>
                <a:lnTo>
                  <a:pt x="17280" y="10478"/>
                </a:lnTo>
                <a:lnTo>
                  <a:pt x="17280" y="12518"/>
                </a:lnTo>
                <a:lnTo>
                  <a:pt x="16196" y="13817"/>
                </a:lnTo>
                <a:lnTo>
                  <a:pt x="15083" y="15031"/>
                </a:lnTo>
                <a:lnTo>
                  <a:pt x="13941" y="16163"/>
                </a:lnTo>
                <a:lnTo>
                  <a:pt x="12770" y="17222"/>
                </a:lnTo>
                <a:lnTo>
                  <a:pt x="11569" y="18209"/>
                </a:lnTo>
                <a:lnTo>
                  <a:pt x="10340" y="19136"/>
                </a:lnTo>
                <a:lnTo>
                  <a:pt x="9081" y="20008"/>
                </a:lnTo>
                <a:lnTo>
                  <a:pt x="7795" y="20825"/>
                </a:lnTo>
                <a:lnTo>
                  <a:pt x="6480" y="21600"/>
                </a:lnTo>
                <a:lnTo>
                  <a:pt x="4549" y="21122"/>
                </a:lnTo>
                <a:lnTo>
                  <a:pt x="3246" y="20725"/>
                </a:lnTo>
                <a:lnTo>
                  <a:pt x="2262" y="20265"/>
                </a:lnTo>
                <a:lnTo>
                  <a:pt x="1283" y="19596"/>
                </a:lnTo>
                <a:lnTo>
                  <a:pt x="0" y="18573"/>
                </a:lnTo>
                <a:lnTo>
                  <a:pt x="469" y="18461"/>
                </a:lnTo>
                <a:lnTo>
                  <a:pt x="1890" y="18125"/>
                </a:lnTo>
                <a:lnTo>
                  <a:pt x="3095" y="17783"/>
                </a:lnTo>
                <a:lnTo>
                  <a:pt x="4320" y="17437"/>
                </a:lnTo>
                <a:lnTo>
                  <a:pt x="4925" y="17277"/>
                </a:lnTo>
                <a:lnTo>
                  <a:pt x="6750" y="16799"/>
                </a:lnTo>
                <a:lnTo>
                  <a:pt x="7687" y="16175"/>
                </a:lnTo>
                <a:lnTo>
                  <a:pt x="8640" y="15545"/>
                </a:lnTo>
                <a:lnTo>
                  <a:pt x="8640" y="13544"/>
                </a:lnTo>
                <a:lnTo>
                  <a:pt x="8640" y="11531"/>
                </a:lnTo>
                <a:lnTo>
                  <a:pt x="8640" y="9491"/>
                </a:lnTo>
                <a:lnTo>
                  <a:pt x="10068" y="9491"/>
                </a:lnTo>
                <a:lnTo>
                  <a:pt x="11504" y="9491"/>
                </a:lnTo>
                <a:lnTo>
                  <a:pt x="12960" y="9491"/>
                </a:lnTo>
                <a:lnTo>
                  <a:pt x="13271" y="7989"/>
                </a:lnTo>
                <a:lnTo>
                  <a:pt x="13586" y="6482"/>
                </a:lnTo>
                <a:lnTo>
                  <a:pt x="13906" y="4950"/>
                </a:lnTo>
                <a:lnTo>
                  <a:pt x="14306" y="3448"/>
                </a:lnTo>
                <a:lnTo>
                  <a:pt x="14712" y="1941"/>
                </a:lnTo>
                <a:lnTo>
                  <a:pt x="15120" y="409"/>
                </a:lnTo>
                <a:close/>
              </a:path>
            </a:pathLst>
          </a:custGeom>
          <a:solidFill>
            <a:srgbClr val="E5D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5" name="contour_11163"/>
          <p:cNvSpPr/>
          <p:nvPr/>
        </p:nvSpPr>
        <p:spPr>
          <a:xfrm>
            <a:off x="1467973" y="4729906"/>
            <a:ext cx="43728" cy="39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302"/>
                </a:lnTo>
                <a:lnTo>
                  <a:pt x="7970" y="584"/>
                </a:lnTo>
                <a:lnTo>
                  <a:pt x="9904" y="1020"/>
                </a:lnTo>
                <a:lnTo>
                  <a:pt x="12823" y="1765"/>
                </a:lnTo>
                <a:lnTo>
                  <a:pt x="15289" y="2382"/>
                </a:lnTo>
                <a:lnTo>
                  <a:pt x="17788" y="3006"/>
                </a:lnTo>
                <a:lnTo>
                  <a:pt x="19681" y="3514"/>
                </a:lnTo>
                <a:lnTo>
                  <a:pt x="21600" y="4030"/>
                </a:lnTo>
                <a:lnTo>
                  <a:pt x="20754" y="6472"/>
                </a:lnTo>
                <a:lnTo>
                  <a:pt x="19876" y="8862"/>
                </a:lnTo>
                <a:lnTo>
                  <a:pt x="18950" y="11203"/>
                </a:lnTo>
                <a:lnTo>
                  <a:pt x="17957" y="13500"/>
                </a:lnTo>
                <a:lnTo>
                  <a:pt x="16877" y="15757"/>
                </a:lnTo>
                <a:lnTo>
                  <a:pt x="15700" y="17973"/>
                </a:lnTo>
                <a:lnTo>
                  <a:pt x="14400" y="20149"/>
                </a:lnTo>
                <a:lnTo>
                  <a:pt x="11614" y="21116"/>
                </a:lnTo>
                <a:lnTo>
                  <a:pt x="9659" y="21600"/>
                </a:lnTo>
                <a:lnTo>
                  <a:pt x="8017" y="21600"/>
                </a:lnTo>
                <a:lnTo>
                  <a:pt x="6170" y="21116"/>
                </a:lnTo>
                <a:lnTo>
                  <a:pt x="3600" y="20149"/>
                </a:lnTo>
                <a:lnTo>
                  <a:pt x="2509" y="17562"/>
                </a:lnTo>
                <a:lnTo>
                  <a:pt x="1624" y="14963"/>
                </a:lnTo>
                <a:lnTo>
                  <a:pt x="936" y="12331"/>
                </a:lnTo>
                <a:lnTo>
                  <a:pt x="439" y="9647"/>
                </a:lnTo>
                <a:lnTo>
                  <a:pt x="130" y="6887"/>
                </a:lnTo>
                <a:lnTo>
                  <a:pt x="0" y="4030"/>
                </a:lnTo>
                <a:lnTo>
                  <a:pt x="1786" y="2031"/>
                </a:lnTo>
                <a:lnTo>
                  <a:pt x="3600" y="0"/>
                </a:lnTo>
                <a:close/>
              </a:path>
            </a:pathLst>
          </a:custGeom>
          <a:solidFill>
            <a:srgbClr val="2A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6" name="contour_11164"/>
          <p:cNvSpPr/>
          <p:nvPr/>
        </p:nvSpPr>
        <p:spPr>
          <a:xfrm>
            <a:off x="3712674" y="4701097"/>
            <a:ext cx="80168" cy="28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197"/>
                </a:moveTo>
                <a:lnTo>
                  <a:pt x="21250" y="8316"/>
                </a:lnTo>
                <a:lnTo>
                  <a:pt x="20928" y="10492"/>
                </a:lnTo>
                <a:lnTo>
                  <a:pt x="20453" y="12744"/>
                </a:lnTo>
                <a:lnTo>
                  <a:pt x="19636" y="16103"/>
                </a:lnTo>
                <a:lnTo>
                  <a:pt x="18148" y="17216"/>
                </a:lnTo>
                <a:lnTo>
                  <a:pt x="17058" y="17946"/>
                </a:lnTo>
                <a:lnTo>
                  <a:pt x="16051" y="18464"/>
                </a:lnTo>
                <a:lnTo>
                  <a:pt x="14808" y="18933"/>
                </a:lnTo>
                <a:lnTo>
                  <a:pt x="13009" y="19511"/>
                </a:lnTo>
                <a:lnTo>
                  <a:pt x="12479" y="19691"/>
                </a:lnTo>
                <a:lnTo>
                  <a:pt x="11544" y="20013"/>
                </a:lnTo>
                <a:lnTo>
                  <a:pt x="9404" y="20749"/>
                </a:lnTo>
                <a:lnTo>
                  <a:pt x="8055" y="21033"/>
                </a:lnTo>
                <a:lnTo>
                  <a:pt x="6712" y="21256"/>
                </a:lnTo>
                <a:lnTo>
                  <a:pt x="5374" y="21425"/>
                </a:lnTo>
                <a:lnTo>
                  <a:pt x="4035" y="21535"/>
                </a:lnTo>
                <a:lnTo>
                  <a:pt x="2696" y="21595"/>
                </a:lnTo>
                <a:lnTo>
                  <a:pt x="1351" y="21600"/>
                </a:lnTo>
                <a:lnTo>
                  <a:pt x="0" y="21556"/>
                </a:lnTo>
                <a:lnTo>
                  <a:pt x="992" y="18328"/>
                </a:lnTo>
                <a:lnTo>
                  <a:pt x="1954" y="15427"/>
                </a:lnTo>
                <a:lnTo>
                  <a:pt x="2904" y="12831"/>
                </a:lnTo>
                <a:lnTo>
                  <a:pt x="3855" y="10530"/>
                </a:lnTo>
                <a:lnTo>
                  <a:pt x="4823" y="8491"/>
                </a:lnTo>
                <a:lnTo>
                  <a:pt x="5822" y="6696"/>
                </a:lnTo>
                <a:lnTo>
                  <a:pt x="6869" y="5137"/>
                </a:lnTo>
                <a:lnTo>
                  <a:pt x="7978" y="3779"/>
                </a:lnTo>
                <a:lnTo>
                  <a:pt x="9164" y="2612"/>
                </a:lnTo>
                <a:lnTo>
                  <a:pt x="10443" y="1609"/>
                </a:lnTo>
                <a:lnTo>
                  <a:pt x="11829" y="753"/>
                </a:lnTo>
                <a:lnTo>
                  <a:pt x="13339" y="22"/>
                </a:lnTo>
                <a:lnTo>
                  <a:pt x="14627" y="0"/>
                </a:lnTo>
                <a:lnTo>
                  <a:pt x="15845" y="245"/>
                </a:lnTo>
                <a:lnTo>
                  <a:pt x="17013" y="747"/>
                </a:lnTo>
                <a:lnTo>
                  <a:pt x="18154" y="1500"/>
                </a:lnTo>
                <a:lnTo>
                  <a:pt x="19283" y="2498"/>
                </a:lnTo>
                <a:lnTo>
                  <a:pt x="20426" y="3735"/>
                </a:lnTo>
                <a:lnTo>
                  <a:pt x="21600" y="5197"/>
                </a:lnTo>
                <a:close/>
              </a:path>
            </a:pathLst>
          </a:custGeom>
          <a:solidFill>
            <a:srgbClr val="E9E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7" name="contour_11165"/>
          <p:cNvSpPr/>
          <p:nvPr/>
        </p:nvSpPr>
        <p:spPr>
          <a:xfrm>
            <a:off x="6802783" y="4698510"/>
            <a:ext cx="72880" cy="386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27" y="28"/>
                </a:moveTo>
                <a:lnTo>
                  <a:pt x="8402" y="0"/>
                </a:lnTo>
                <a:lnTo>
                  <a:pt x="10724" y="0"/>
                </a:lnTo>
                <a:lnTo>
                  <a:pt x="12578" y="49"/>
                </a:lnTo>
                <a:lnTo>
                  <a:pt x="14044" y="175"/>
                </a:lnTo>
                <a:lnTo>
                  <a:pt x="15209" y="395"/>
                </a:lnTo>
                <a:lnTo>
                  <a:pt x="16152" y="737"/>
                </a:lnTo>
                <a:lnTo>
                  <a:pt x="16958" y="1213"/>
                </a:lnTo>
                <a:lnTo>
                  <a:pt x="17712" y="1856"/>
                </a:lnTo>
                <a:lnTo>
                  <a:pt x="18494" y="2682"/>
                </a:lnTo>
                <a:lnTo>
                  <a:pt x="19390" y="3715"/>
                </a:lnTo>
                <a:lnTo>
                  <a:pt x="20136" y="5632"/>
                </a:lnTo>
                <a:lnTo>
                  <a:pt x="20615" y="7284"/>
                </a:lnTo>
                <a:lnTo>
                  <a:pt x="21034" y="9591"/>
                </a:lnTo>
                <a:lnTo>
                  <a:pt x="21600" y="13461"/>
                </a:lnTo>
                <a:lnTo>
                  <a:pt x="20468" y="16306"/>
                </a:lnTo>
                <a:lnTo>
                  <a:pt x="19641" y="18100"/>
                </a:lnTo>
                <a:lnTo>
                  <a:pt x="18714" y="19614"/>
                </a:lnTo>
                <a:lnTo>
                  <a:pt x="17280" y="21600"/>
                </a:lnTo>
                <a:lnTo>
                  <a:pt x="17081" y="19602"/>
                </a:lnTo>
                <a:lnTo>
                  <a:pt x="16883" y="17584"/>
                </a:lnTo>
                <a:lnTo>
                  <a:pt x="16682" y="15541"/>
                </a:lnTo>
                <a:lnTo>
                  <a:pt x="16165" y="13510"/>
                </a:lnTo>
                <a:lnTo>
                  <a:pt x="15645" y="11467"/>
                </a:lnTo>
                <a:lnTo>
                  <a:pt x="15120" y="9392"/>
                </a:lnTo>
                <a:lnTo>
                  <a:pt x="13368" y="8814"/>
                </a:lnTo>
                <a:lnTo>
                  <a:pt x="12094" y="8485"/>
                </a:lnTo>
                <a:lnTo>
                  <a:pt x="10923" y="8371"/>
                </a:lnTo>
                <a:lnTo>
                  <a:pt x="9491" y="8428"/>
                </a:lnTo>
                <a:lnTo>
                  <a:pt x="7426" y="8627"/>
                </a:lnTo>
                <a:lnTo>
                  <a:pt x="6039" y="8737"/>
                </a:lnTo>
                <a:lnTo>
                  <a:pt x="4646" y="8851"/>
                </a:lnTo>
                <a:lnTo>
                  <a:pt x="3234" y="8961"/>
                </a:lnTo>
                <a:lnTo>
                  <a:pt x="2164" y="9103"/>
                </a:lnTo>
                <a:lnTo>
                  <a:pt x="1089" y="9250"/>
                </a:lnTo>
                <a:lnTo>
                  <a:pt x="0" y="9392"/>
                </a:lnTo>
                <a:lnTo>
                  <a:pt x="616" y="5872"/>
                </a:lnTo>
                <a:lnTo>
                  <a:pt x="1292" y="3487"/>
                </a:lnTo>
                <a:lnTo>
                  <a:pt x="2212" y="1925"/>
                </a:lnTo>
                <a:lnTo>
                  <a:pt x="3562" y="875"/>
                </a:lnTo>
                <a:lnTo>
                  <a:pt x="5527" y="28"/>
                </a:lnTo>
                <a:close/>
              </a:path>
            </a:pathLst>
          </a:custGeom>
          <a:solidFill>
            <a:srgbClr val="E6EA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8" name="contour_11166"/>
          <p:cNvSpPr/>
          <p:nvPr/>
        </p:nvSpPr>
        <p:spPr>
          <a:xfrm>
            <a:off x="4864177" y="470804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2343" y="2380"/>
                </a:lnTo>
                <a:lnTo>
                  <a:pt x="12343" y="4774"/>
                </a:lnTo>
                <a:lnTo>
                  <a:pt x="12343" y="7200"/>
                </a:lnTo>
                <a:lnTo>
                  <a:pt x="14383" y="7200"/>
                </a:lnTo>
                <a:lnTo>
                  <a:pt x="16435" y="7200"/>
                </a:lnTo>
                <a:lnTo>
                  <a:pt x="18514" y="7200"/>
                </a:lnTo>
                <a:lnTo>
                  <a:pt x="19465" y="9878"/>
                </a:lnTo>
                <a:lnTo>
                  <a:pt x="20100" y="11779"/>
                </a:lnTo>
                <a:lnTo>
                  <a:pt x="20569" y="13421"/>
                </a:lnTo>
                <a:lnTo>
                  <a:pt x="21020" y="15322"/>
                </a:lnTo>
                <a:lnTo>
                  <a:pt x="21600" y="18000"/>
                </a:lnTo>
                <a:lnTo>
                  <a:pt x="19644" y="17485"/>
                </a:lnTo>
                <a:lnTo>
                  <a:pt x="17660" y="16960"/>
                </a:lnTo>
                <a:lnTo>
                  <a:pt x="15965" y="16560"/>
                </a:lnTo>
                <a:lnTo>
                  <a:pt x="14262" y="16157"/>
                </a:lnTo>
                <a:lnTo>
                  <a:pt x="12534" y="15750"/>
                </a:lnTo>
                <a:lnTo>
                  <a:pt x="11784" y="15563"/>
                </a:lnTo>
                <a:lnTo>
                  <a:pt x="10464" y="15235"/>
                </a:lnTo>
                <a:lnTo>
                  <a:pt x="7437" y="14483"/>
                </a:lnTo>
                <a:lnTo>
                  <a:pt x="6353" y="14465"/>
                </a:lnTo>
                <a:lnTo>
                  <a:pt x="3086" y="14400"/>
                </a:lnTo>
                <a:lnTo>
                  <a:pt x="2320" y="16182"/>
                </a:lnTo>
                <a:lnTo>
                  <a:pt x="1555" y="17971"/>
                </a:lnTo>
                <a:lnTo>
                  <a:pt x="781" y="19775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F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69" name="contour_11167"/>
          <p:cNvSpPr/>
          <p:nvPr/>
        </p:nvSpPr>
        <p:spPr>
          <a:xfrm>
            <a:off x="7655478" y="4686179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335"/>
                </a:lnTo>
                <a:lnTo>
                  <a:pt x="2673" y="670"/>
                </a:lnTo>
                <a:lnTo>
                  <a:pt x="4012" y="1004"/>
                </a:lnTo>
                <a:lnTo>
                  <a:pt x="5349" y="1339"/>
                </a:lnTo>
                <a:lnTo>
                  <a:pt x="6688" y="1674"/>
                </a:lnTo>
                <a:lnTo>
                  <a:pt x="8031" y="2009"/>
                </a:lnTo>
                <a:lnTo>
                  <a:pt x="9374" y="2344"/>
                </a:lnTo>
                <a:lnTo>
                  <a:pt x="10719" y="2678"/>
                </a:lnTo>
                <a:lnTo>
                  <a:pt x="12067" y="3019"/>
                </a:lnTo>
                <a:lnTo>
                  <a:pt x="13418" y="3353"/>
                </a:lnTo>
                <a:lnTo>
                  <a:pt x="14772" y="3694"/>
                </a:lnTo>
                <a:lnTo>
                  <a:pt x="16129" y="4034"/>
                </a:lnTo>
                <a:lnTo>
                  <a:pt x="17490" y="4374"/>
                </a:lnTo>
                <a:lnTo>
                  <a:pt x="18855" y="4714"/>
                </a:lnTo>
                <a:lnTo>
                  <a:pt x="20225" y="5054"/>
                </a:lnTo>
                <a:lnTo>
                  <a:pt x="21600" y="5400"/>
                </a:lnTo>
                <a:lnTo>
                  <a:pt x="21211" y="8608"/>
                </a:lnTo>
                <a:lnTo>
                  <a:pt x="20820" y="11826"/>
                </a:lnTo>
                <a:lnTo>
                  <a:pt x="20430" y="15055"/>
                </a:lnTo>
                <a:lnTo>
                  <a:pt x="20035" y="18311"/>
                </a:lnTo>
                <a:lnTo>
                  <a:pt x="19636" y="21600"/>
                </a:lnTo>
                <a:lnTo>
                  <a:pt x="18389" y="20947"/>
                </a:lnTo>
                <a:lnTo>
                  <a:pt x="17145" y="20282"/>
                </a:lnTo>
                <a:lnTo>
                  <a:pt x="15898" y="19613"/>
                </a:lnTo>
                <a:lnTo>
                  <a:pt x="14655" y="18938"/>
                </a:lnTo>
                <a:lnTo>
                  <a:pt x="13410" y="18257"/>
                </a:lnTo>
                <a:lnTo>
                  <a:pt x="12165" y="17566"/>
                </a:lnTo>
                <a:lnTo>
                  <a:pt x="10922" y="16875"/>
                </a:lnTo>
                <a:lnTo>
                  <a:pt x="10299" y="16556"/>
                </a:lnTo>
                <a:lnTo>
                  <a:pt x="8418" y="15590"/>
                </a:lnTo>
                <a:lnTo>
                  <a:pt x="7228" y="14909"/>
                </a:lnTo>
                <a:lnTo>
                  <a:pt x="6021" y="14218"/>
                </a:lnTo>
                <a:lnTo>
                  <a:pt x="4923" y="13619"/>
                </a:lnTo>
                <a:lnTo>
                  <a:pt x="3809" y="13019"/>
                </a:lnTo>
                <a:lnTo>
                  <a:pt x="2892" y="11848"/>
                </a:lnTo>
                <a:lnTo>
                  <a:pt x="2237" y="10589"/>
                </a:lnTo>
                <a:lnTo>
                  <a:pt x="1657" y="8608"/>
                </a:lnTo>
                <a:lnTo>
                  <a:pt x="974" y="5287"/>
                </a:lnTo>
                <a:lnTo>
                  <a:pt x="0" y="0"/>
                </a:lnTo>
                <a:close/>
              </a:path>
            </a:pathLst>
          </a:custGeom>
          <a:solidFill>
            <a:srgbClr val="EA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0" name="contour_11168"/>
          <p:cNvSpPr/>
          <p:nvPr/>
        </p:nvSpPr>
        <p:spPr>
          <a:xfrm>
            <a:off x="5796960" y="4657027"/>
            <a:ext cx="29232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" y="0"/>
                </a:moveTo>
                <a:lnTo>
                  <a:pt x="2493" y="1129"/>
                </a:lnTo>
                <a:lnTo>
                  <a:pt x="4680" y="2241"/>
                </a:lnTo>
                <a:lnTo>
                  <a:pt x="6651" y="3348"/>
                </a:lnTo>
                <a:lnTo>
                  <a:pt x="8417" y="4453"/>
                </a:lnTo>
                <a:lnTo>
                  <a:pt x="10006" y="5569"/>
                </a:lnTo>
                <a:lnTo>
                  <a:pt x="11433" y="6703"/>
                </a:lnTo>
                <a:lnTo>
                  <a:pt x="12720" y="7862"/>
                </a:lnTo>
                <a:lnTo>
                  <a:pt x="13888" y="9058"/>
                </a:lnTo>
                <a:lnTo>
                  <a:pt x="14960" y="10296"/>
                </a:lnTo>
                <a:lnTo>
                  <a:pt x="15951" y="11587"/>
                </a:lnTo>
                <a:lnTo>
                  <a:pt x="16888" y="12938"/>
                </a:lnTo>
                <a:lnTo>
                  <a:pt x="17588" y="13934"/>
                </a:lnTo>
                <a:lnTo>
                  <a:pt x="18299" y="14945"/>
                </a:lnTo>
                <a:lnTo>
                  <a:pt x="19139" y="16159"/>
                </a:lnTo>
                <a:lnTo>
                  <a:pt x="19968" y="17372"/>
                </a:lnTo>
                <a:lnTo>
                  <a:pt x="20787" y="18585"/>
                </a:lnTo>
                <a:lnTo>
                  <a:pt x="21600" y="19800"/>
                </a:lnTo>
                <a:lnTo>
                  <a:pt x="18401" y="20156"/>
                </a:lnTo>
                <a:lnTo>
                  <a:pt x="15192" y="20515"/>
                </a:lnTo>
                <a:lnTo>
                  <a:pt x="11971" y="20873"/>
                </a:lnTo>
                <a:lnTo>
                  <a:pt x="8724" y="21235"/>
                </a:lnTo>
                <a:lnTo>
                  <a:pt x="5444" y="21600"/>
                </a:lnTo>
                <a:lnTo>
                  <a:pt x="4987" y="20475"/>
                </a:lnTo>
                <a:lnTo>
                  <a:pt x="4534" y="19350"/>
                </a:lnTo>
                <a:lnTo>
                  <a:pt x="4087" y="18225"/>
                </a:lnTo>
                <a:lnTo>
                  <a:pt x="3640" y="17100"/>
                </a:lnTo>
                <a:lnTo>
                  <a:pt x="3193" y="15975"/>
                </a:lnTo>
                <a:lnTo>
                  <a:pt x="2752" y="14850"/>
                </a:lnTo>
                <a:lnTo>
                  <a:pt x="2364" y="13909"/>
                </a:lnTo>
                <a:lnTo>
                  <a:pt x="1971" y="12951"/>
                </a:lnTo>
                <a:lnTo>
                  <a:pt x="1540" y="11767"/>
                </a:lnTo>
                <a:lnTo>
                  <a:pt x="1169" y="10589"/>
                </a:lnTo>
                <a:lnTo>
                  <a:pt x="856" y="9414"/>
                </a:lnTo>
                <a:lnTo>
                  <a:pt x="592" y="8244"/>
                </a:lnTo>
                <a:lnTo>
                  <a:pt x="382" y="7074"/>
                </a:lnTo>
                <a:lnTo>
                  <a:pt x="221" y="5904"/>
                </a:lnTo>
                <a:lnTo>
                  <a:pt x="102" y="4732"/>
                </a:lnTo>
                <a:lnTo>
                  <a:pt x="32" y="3559"/>
                </a:lnTo>
                <a:lnTo>
                  <a:pt x="0" y="2378"/>
                </a:lnTo>
                <a:lnTo>
                  <a:pt x="11" y="1193"/>
                </a:lnTo>
                <a:lnTo>
                  <a:pt x="59" y="0"/>
                </a:lnTo>
                <a:close/>
              </a:path>
            </a:pathLst>
          </a:custGeom>
          <a:solidFill>
            <a:srgbClr val="F3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1" name="contour_11169"/>
          <p:cNvSpPr/>
          <p:nvPr/>
        </p:nvSpPr>
        <p:spPr>
          <a:xfrm>
            <a:off x="3479371" y="4693467"/>
            <a:ext cx="2923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32" y="0"/>
                </a:moveTo>
                <a:lnTo>
                  <a:pt x="14391" y="0"/>
                </a:lnTo>
                <a:lnTo>
                  <a:pt x="17971" y="0"/>
                </a:lnTo>
                <a:lnTo>
                  <a:pt x="21600" y="0"/>
                </a:lnTo>
                <a:lnTo>
                  <a:pt x="20889" y="1426"/>
                </a:lnTo>
                <a:lnTo>
                  <a:pt x="20179" y="2851"/>
                </a:lnTo>
                <a:lnTo>
                  <a:pt x="19468" y="4279"/>
                </a:lnTo>
                <a:lnTo>
                  <a:pt x="18757" y="5707"/>
                </a:lnTo>
                <a:lnTo>
                  <a:pt x="18041" y="7137"/>
                </a:lnTo>
                <a:lnTo>
                  <a:pt x="17331" y="8567"/>
                </a:lnTo>
                <a:lnTo>
                  <a:pt x="16615" y="10001"/>
                </a:lnTo>
                <a:lnTo>
                  <a:pt x="15899" y="11437"/>
                </a:lnTo>
                <a:lnTo>
                  <a:pt x="15182" y="12878"/>
                </a:lnTo>
                <a:lnTo>
                  <a:pt x="14461" y="14321"/>
                </a:lnTo>
                <a:lnTo>
                  <a:pt x="13740" y="15766"/>
                </a:lnTo>
                <a:lnTo>
                  <a:pt x="13018" y="17217"/>
                </a:lnTo>
                <a:lnTo>
                  <a:pt x="12291" y="18673"/>
                </a:lnTo>
                <a:lnTo>
                  <a:pt x="11565" y="20133"/>
                </a:lnTo>
                <a:lnTo>
                  <a:pt x="10832" y="21600"/>
                </a:lnTo>
                <a:lnTo>
                  <a:pt x="6294" y="19764"/>
                </a:lnTo>
                <a:lnTo>
                  <a:pt x="3252" y="18425"/>
                </a:lnTo>
                <a:lnTo>
                  <a:pt x="1400" y="17364"/>
                </a:lnTo>
                <a:lnTo>
                  <a:pt x="447" y="16358"/>
                </a:lnTo>
                <a:lnTo>
                  <a:pt x="75" y="15187"/>
                </a:lnTo>
                <a:lnTo>
                  <a:pt x="0" y="13627"/>
                </a:lnTo>
                <a:lnTo>
                  <a:pt x="258" y="13033"/>
                </a:lnTo>
                <a:lnTo>
                  <a:pt x="711" y="11986"/>
                </a:lnTo>
                <a:lnTo>
                  <a:pt x="1744" y="9586"/>
                </a:lnTo>
                <a:lnTo>
                  <a:pt x="2283" y="8245"/>
                </a:lnTo>
                <a:lnTo>
                  <a:pt x="2821" y="6895"/>
                </a:lnTo>
                <a:lnTo>
                  <a:pt x="3365" y="5527"/>
                </a:lnTo>
                <a:lnTo>
                  <a:pt x="4426" y="3866"/>
                </a:lnTo>
                <a:lnTo>
                  <a:pt x="5341" y="2750"/>
                </a:lnTo>
                <a:lnTo>
                  <a:pt x="6477" y="1909"/>
                </a:lnTo>
                <a:lnTo>
                  <a:pt x="8189" y="1080"/>
                </a:lnTo>
                <a:lnTo>
                  <a:pt x="10832" y="0"/>
                </a:lnTo>
                <a:close/>
              </a:path>
            </a:pathLst>
          </a:custGeom>
          <a:solidFill>
            <a:srgbClr val="B7C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2" name="contour_11170"/>
          <p:cNvSpPr/>
          <p:nvPr/>
        </p:nvSpPr>
        <p:spPr>
          <a:xfrm>
            <a:off x="2153044" y="4684240"/>
            <a:ext cx="51016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56"/>
                </a:lnTo>
                <a:lnTo>
                  <a:pt x="11485" y="152"/>
                </a:lnTo>
                <a:lnTo>
                  <a:pt x="13506" y="294"/>
                </a:lnTo>
                <a:lnTo>
                  <a:pt x="15527" y="481"/>
                </a:lnTo>
                <a:lnTo>
                  <a:pt x="17548" y="719"/>
                </a:lnTo>
                <a:lnTo>
                  <a:pt x="19570" y="1008"/>
                </a:lnTo>
                <a:lnTo>
                  <a:pt x="21600" y="1347"/>
                </a:lnTo>
                <a:lnTo>
                  <a:pt x="21390" y="4962"/>
                </a:lnTo>
                <a:lnTo>
                  <a:pt x="21125" y="7559"/>
                </a:lnTo>
                <a:lnTo>
                  <a:pt x="20656" y="9868"/>
                </a:lnTo>
                <a:lnTo>
                  <a:pt x="19835" y="12618"/>
                </a:lnTo>
                <a:lnTo>
                  <a:pt x="18514" y="16537"/>
                </a:lnTo>
                <a:lnTo>
                  <a:pt x="16484" y="17473"/>
                </a:lnTo>
                <a:lnTo>
                  <a:pt x="14450" y="18284"/>
                </a:lnTo>
                <a:lnTo>
                  <a:pt x="12414" y="18982"/>
                </a:lnTo>
                <a:lnTo>
                  <a:pt x="10368" y="19580"/>
                </a:lnTo>
                <a:lnTo>
                  <a:pt x="8316" y="20101"/>
                </a:lnTo>
                <a:lnTo>
                  <a:pt x="6255" y="20547"/>
                </a:lnTo>
                <a:lnTo>
                  <a:pt x="4184" y="20937"/>
                </a:lnTo>
                <a:lnTo>
                  <a:pt x="2101" y="21286"/>
                </a:lnTo>
                <a:lnTo>
                  <a:pt x="0" y="21600"/>
                </a:lnTo>
                <a:lnTo>
                  <a:pt x="62" y="14441"/>
                </a:lnTo>
                <a:lnTo>
                  <a:pt x="238" y="9266"/>
                </a:lnTo>
                <a:lnTo>
                  <a:pt x="660" y="5701"/>
                </a:lnTo>
                <a:lnTo>
                  <a:pt x="1463" y="3372"/>
                </a:lnTo>
                <a:lnTo>
                  <a:pt x="2768" y="1899"/>
                </a:lnTo>
                <a:lnTo>
                  <a:pt x="4706" y="901"/>
                </a:lnTo>
                <a:lnTo>
                  <a:pt x="7412" y="0"/>
                </a:lnTo>
                <a:close/>
              </a:path>
            </a:pathLst>
          </a:custGeom>
          <a:solidFill>
            <a:srgbClr val="19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3" name="contour_11171"/>
          <p:cNvSpPr/>
          <p:nvPr/>
        </p:nvSpPr>
        <p:spPr>
          <a:xfrm>
            <a:off x="434652" y="4657027"/>
            <a:ext cx="2680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50" y="0"/>
                </a:moveTo>
                <a:lnTo>
                  <a:pt x="18147" y="1422"/>
                </a:lnTo>
                <a:lnTo>
                  <a:pt x="19580" y="2712"/>
                </a:lnTo>
                <a:lnTo>
                  <a:pt x="20637" y="3910"/>
                </a:lnTo>
                <a:lnTo>
                  <a:pt x="21312" y="5054"/>
                </a:lnTo>
                <a:lnTo>
                  <a:pt x="21600" y="6189"/>
                </a:lnTo>
                <a:lnTo>
                  <a:pt x="21488" y="7354"/>
                </a:lnTo>
                <a:lnTo>
                  <a:pt x="20972" y="8589"/>
                </a:lnTo>
                <a:lnTo>
                  <a:pt x="20044" y="9936"/>
                </a:lnTo>
                <a:lnTo>
                  <a:pt x="18687" y="11436"/>
                </a:lnTo>
                <a:lnTo>
                  <a:pt x="17049" y="12726"/>
                </a:lnTo>
                <a:lnTo>
                  <a:pt x="15369" y="14011"/>
                </a:lnTo>
                <a:lnTo>
                  <a:pt x="13654" y="15287"/>
                </a:lnTo>
                <a:lnTo>
                  <a:pt x="11898" y="16557"/>
                </a:lnTo>
                <a:lnTo>
                  <a:pt x="10113" y="17824"/>
                </a:lnTo>
                <a:lnTo>
                  <a:pt x="8298" y="19085"/>
                </a:lnTo>
                <a:lnTo>
                  <a:pt x="6460" y="20343"/>
                </a:lnTo>
                <a:lnTo>
                  <a:pt x="4604" y="21600"/>
                </a:lnTo>
                <a:lnTo>
                  <a:pt x="2872" y="20161"/>
                </a:lnTo>
                <a:lnTo>
                  <a:pt x="1568" y="18823"/>
                </a:lnTo>
                <a:lnTo>
                  <a:pt x="669" y="17561"/>
                </a:lnTo>
                <a:lnTo>
                  <a:pt x="153" y="16347"/>
                </a:lnTo>
                <a:lnTo>
                  <a:pt x="0" y="15155"/>
                </a:lnTo>
                <a:lnTo>
                  <a:pt x="182" y="13958"/>
                </a:lnTo>
                <a:lnTo>
                  <a:pt x="687" y="12730"/>
                </a:lnTo>
                <a:lnTo>
                  <a:pt x="1480" y="11444"/>
                </a:lnTo>
                <a:lnTo>
                  <a:pt x="2549" y="10073"/>
                </a:lnTo>
                <a:lnTo>
                  <a:pt x="3870" y="8591"/>
                </a:lnTo>
                <a:lnTo>
                  <a:pt x="4945" y="7389"/>
                </a:lnTo>
                <a:lnTo>
                  <a:pt x="6031" y="6180"/>
                </a:lnTo>
                <a:lnTo>
                  <a:pt x="7130" y="4954"/>
                </a:lnTo>
                <a:lnTo>
                  <a:pt x="8809" y="3480"/>
                </a:lnTo>
                <a:lnTo>
                  <a:pt x="10131" y="2484"/>
                </a:lnTo>
                <a:lnTo>
                  <a:pt x="11534" y="1730"/>
                </a:lnTo>
                <a:lnTo>
                  <a:pt x="13454" y="982"/>
                </a:lnTo>
                <a:lnTo>
                  <a:pt x="16350" y="0"/>
                </a:lnTo>
                <a:close/>
              </a:path>
            </a:pathLst>
          </a:custGeom>
          <a:solidFill>
            <a:srgbClr val="94B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4" name="contour_11172"/>
          <p:cNvSpPr/>
          <p:nvPr/>
        </p:nvSpPr>
        <p:spPr>
          <a:xfrm>
            <a:off x="8838290" y="4657027"/>
            <a:ext cx="27425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41" y="0"/>
                </a:moveTo>
                <a:lnTo>
                  <a:pt x="6888" y="0"/>
                </a:lnTo>
                <a:lnTo>
                  <a:pt x="9781" y="0"/>
                </a:lnTo>
                <a:lnTo>
                  <a:pt x="10958" y="1092"/>
                </a:lnTo>
                <a:lnTo>
                  <a:pt x="11991" y="2195"/>
                </a:lnTo>
                <a:lnTo>
                  <a:pt x="12904" y="3306"/>
                </a:lnTo>
                <a:lnTo>
                  <a:pt x="13725" y="4426"/>
                </a:lnTo>
                <a:lnTo>
                  <a:pt x="14482" y="5551"/>
                </a:lnTo>
                <a:lnTo>
                  <a:pt x="15194" y="6678"/>
                </a:lnTo>
                <a:lnTo>
                  <a:pt x="15889" y="7806"/>
                </a:lnTo>
                <a:lnTo>
                  <a:pt x="16600" y="8931"/>
                </a:lnTo>
                <a:lnTo>
                  <a:pt x="16870" y="9306"/>
                </a:lnTo>
                <a:lnTo>
                  <a:pt x="17358" y="9969"/>
                </a:lnTo>
                <a:lnTo>
                  <a:pt x="18472" y="11488"/>
                </a:lnTo>
                <a:lnTo>
                  <a:pt x="18707" y="11850"/>
                </a:lnTo>
                <a:lnTo>
                  <a:pt x="19120" y="12490"/>
                </a:lnTo>
                <a:lnTo>
                  <a:pt x="20073" y="13954"/>
                </a:lnTo>
                <a:lnTo>
                  <a:pt x="20831" y="15080"/>
                </a:lnTo>
                <a:lnTo>
                  <a:pt x="21600" y="16222"/>
                </a:lnTo>
                <a:lnTo>
                  <a:pt x="21313" y="17440"/>
                </a:lnTo>
                <a:lnTo>
                  <a:pt x="20595" y="18262"/>
                </a:lnTo>
                <a:lnTo>
                  <a:pt x="18879" y="19060"/>
                </a:lnTo>
                <a:lnTo>
                  <a:pt x="15596" y="20209"/>
                </a:lnTo>
                <a:lnTo>
                  <a:pt x="12709" y="20899"/>
                </a:lnTo>
                <a:lnTo>
                  <a:pt x="9781" y="21600"/>
                </a:lnTo>
                <a:lnTo>
                  <a:pt x="8019" y="20402"/>
                </a:lnTo>
                <a:lnTo>
                  <a:pt x="6446" y="19232"/>
                </a:lnTo>
                <a:lnTo>
                  <a:pt x="5057" y="18088"/>
                </a:lnTo>
                <a:lnTo>
                  <a:pt x="3846" y="16963"/>
                </a:lnTo>
                <a:lnTo>
                  <a:pt x="2807" y="15854"/>
                </a:lnTo>
                <a:lnTo>
                  <a:pt x="1940" y="14761"/>
                </a:lnTo>
                <a:lnTo>
                  <a:pt x="1240" y="13676"/>
                </a:lnTo>
                <a:lnTo>
                  <a:pt x="700" y="12596"/>
                </a:lnTo>
                <a:lnTo>
                  <a:pt x="316" y="11519"/>
                </a:lnTo>
                <a:lnTo>
                  <a:pt x="86" y="10439"/>
                </a:lnTo>
                <a:lnTo>
                  <a:pt x="0" y="9353"/>
                </a:lnTo>
                <a:lnTo>
                  <a:pt x="57" y="8258"/>
                </a:lnTo>
                <a:lnTo>
                  <a:pt x="247" y="7150"/>
                </a:lnTo>
                <a:lnTo>
                  <a:pt x="574" y="6023"/>
                </a:lnTo>
                <a:lnTo>
                  <a:pt x="1033" y="4877"/>
                </a:lnTo>
                <a:lnTo>
                  <a:pt x="1607" y="3704"/>
                </a:lnTo>
                <a:lnTo>
                  <a:pt x="2308" y="2504"/>
                </a:lnTo>
                <a:lnTo>
                  <a:pt x="3117" y="1269"/>
                </a:lnTo>
                <a:lnTo>
                  <a:pt x="4041" y="0"/>
                </a:lnTo>
                <a:close/>
              </a:path>
            </a:pathLst>
          </a:custGeom>
          <a:solidFill>
            <a:srgbClr val="EF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5" name="contour_11173"/>
          <p:cNvSpPr/>
          <p:nvPr/>
        </p:nvSpPr>
        <p:spPr>
          <a:xfrm>
            <a:off x="6504186" y="4627875"/>
            <a:ext cx="35347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85" y="0"/>
                </a:moveTo>
                <a:lnTo>
                  <a:pt x="19195" y="1246"/>
                </a:lnTo>
                <a:lnTo>
                  <a:pt x="20389" y="2421"/>
                </a:lnTo>
                <a:lnTo>
                  <a:pt x="21213" y="3575"/>
                </a:lnTo>
                <a:lnTo>
                  <a:pt x="21600" y="4754"/>
                </a:lnTo>
                <a:lnTo>
                  <a:pt x="21493" y="6001"/>
                </a:lnTo>
                <a:lnTo>
                  <a:pt x="20838" y="7364"/>
                </a:lnTo>
                <a:lnTo>
                  <a:pt x="19694" y="8460"/>
                </a:lnTo>
                <a:lnTo>
                  <a:pt x="18514" y="9545"/>
                </a:lnTo>
                <a:lnTo>
                  <a:pt x="17307" y="10625"/>
                </a:lnTo>
                <a:lnTo>
                  <a:pt x="16069" y="11698"/>
                </a:lnTo>
                <a:lnTo>
                  <a:pt x="14799" y="12769"/>
                </a:lnTo>
                <a:lnTo>
                  <a:pt x="13508" y="13838"/>
                </a:lnTo>
                <a:lnTo>
                  <a:pt x="12203" y="14963"/>
                </a:lnTo>
                <a:lnTo>
                  <a:pt x="10876" y="16105"/>
                </a:lnTo>
                <a:lnTo>
                  <a:pt x="9584" y="17208"/>
                </a:lnTo>
                <a:lnTo>
                  <a:pt x="8284" y="18308"/>
                </a:lnTo>
                <a:lnTo>
                  <a:pt x="6974" y="19408"/>
                </a:lnTo>
                <a:lnTo>
                  <a:pt x="5652" y="20504"/>
                </a:lnTo>
                <a:lnTo>
                  <a:pt x="4324" y="21600"/>
                </a:lnTo>
                <a:lnTo>
                  <a:pt x="2806" y="19539"/>
                </a:lnTo>
                <a:lnTo>
                  <a:pt x="1617" y="17861"/>
                </a:lnTo>
                <a:lnTo>
                  <a:pt x="757" y="16497"/>
                </a:lnTo>
                <a:lnTo>
                  <a:pt x="223" y="15377"/>
                </a:lnTo>
                <a:lnTo>
                  <a:pt x="0" y="14429"/>
                </a:lnTo>
                <a:lnTo>
                  <a:pt x="94" y="13583"/>
                </a:lnTo>
                <a:lnTo>
                  <a:pt x="494" y="12766"/>
                </a:lnTo>
                <a:lnTo>
                  <a:pt x="1198" y="11909"/>
                </a:lnTo>
                <a:lnTo>
                  <a:pt x="2196" y="10939"/>
                </a:lnTo>
                <a:lnTo>
                  <a:pt x="3487" y="9788"/>
                </a:lnTo>
                <a:lnTo>
                  <a:pt x="4756" y="8656"/>
                </a:lnTo>
                <a:lnTo>
                  <a:pt x="6048" y="7510"/>
                </a:lnTo>
                <a:lnTo>
                  <a:pt x="7549" y="6379"/>
                </a:lnTo>
                <a:lnTo>
                  <a:pt x="9094" y="5278"/>
                </a:lnTo>
                <a:lnTo>
                  <a:pt x="10689" y="4196"/>
                </a:lnTo>
                <a:lnTo>
                  <a:pt x="12336" y="3134"/>
                </a:lnTo>
                <a:lnTo>
                  <a:pt x="14047" y="2083"/>
                </a:lnTo>
                <a:lnTo>
                  <a:pt x="15828" y="1040"/>
                </a:lnTo>
                <a:lnTo>
                  <a:pt x="17685" y="0"/>
                </a:lnTo>
                <a:close/>
              </a:path>
            </a:pathLst>
          </a:custGeom>
          <a:solidFill>
            <a:srgbClr val="AFC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6" name="contour_11174"/>
          <p:cNvSpPr/>
          <p:nvPr/>
        </p:nvSpPr>
        <p:spPr>
          <a:xfrm>
            <a:off x="5775176" y="4649739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78" y="416"/>
                </a:lnTo>
                <a:lnTo>
                  <a:pt x="10892" y="834"/>
                </a:lnTo>
                <a:lnTo>
                  <a:pt x="13063" y="1512"/>
                </a:lnTo>
                <a:lnTo>
                  <a:pt x="16200" y="2700"/>
                </a:lnTo>
                <a:lnTo>
                  <a:pt x="17302" y="4593"/>
                </a:lnTo>
                <a:lnTo>
                  <a:pt x="18025" y="5970"/>
                </a:lnTo>
                <a:lnTo>
                  <a:pt x="18538" y="7228"/>
                </a:lnTo>
                <a:lnTo>
                  <a:pt x="19003" y="8762"/>
                </a:lnTo>
                <a:lnTo>
                  <a:pt x="19575" y="10967"/>
                </a:lnTo>
                <a:lnTo>
                  <a:pt x="19980" y="12450"/>
                </a:lnTo>
                <a:lnTo>
                  <a:pt x="20390" y="13940"/>
                </a:lnTo>
                <a:lnTo>
                  <a:pt x="20801" y="15452"/>
                </a:lnTo>
                <a:lnTo>
                  <a:pt x="21200" y="17164"/>
                </a:lnTo>
                <a:lnTo>
                  <a:pt x="21600" y="18900"/>
                </a:lnTo>
                <a:lnTo>
                  <a:pt x="18392" y="19435"/>
                </a:lnTo>
                <a:lnTo>
                  <a:pt x="15174" y="19972"/>
                </a:lnTo>
                <a:lnTo>
                  <a:pt x="11945" y="20509"/>
                </a:lnTo>
                <a:lnTo>
                  <a:pt x="8689" y="21052"/>
                </a:lnTo>
                <a:lnTo>
                  <a:pt x="5400" y="21600"/>
                </a:lnTo>
                <a:lnTo>
                  <a:pt x="4779" y="19745"/>
                </a:lnTo>
                <a:lnTo>
                  <a:pt x="4163" y="17890"/>
                </a:lnTo>
                <a:lnTo>
                  <a:pt x="3559" y="16033"/>
                </a:lnTo>
                <a:lnTo>
                  <a:pt x="2959" y="14175"/>
                </a:lnTo>
                <a:lnTo>
                  <a:pt x="2365" y="12317"/>
                </a:lnTo>
                <a:lnTo>
                  <a:pt x="2111" y="11551"/>
                </a:lnTo>
                <a:lnTo>
                  <a:pt x="1669" y="10198"/>
                </a:lnTo>
                <a:lnTo>
                  <a:pt x="653" y="7098"/>
                </a:lnTo>
                <a:lnTo>
                  <a:pt x="437" y="5646"/>
                </a:lnTo>
                <a:lnTo>
                  <a:pt x="221" y="4182"/>
                </a:lnTo>
                <a:lnTo>
                  <a:pt x="0" y="2700"/>
                </a:lnTo>
                <a:lnTo>
                  <a:pt x="2678" y="1361"/>
                </a:lnTo>
                <a:lnTo>
                  <a:pt x="5400" y="0"/>
                </a:lnTo>
                <a:close/>
              </a:path>
            </a:pathLst>
          </a:custGeom>
          <a:solidFill>
            <a:srgbClr val="FC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7" name="contour_11175"/>
          <p:cNvSpPr/>
          <p:nvPr/>
        </p:nvSpPr>
        <p:spPr>
          <a:xfrm>
            <a:off x="7057862" y="466431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2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8" name="contour_11176"/>
          <p:cNvSpPr/>
          <p:nvPr/>
        </p:nvSpPr>
        <p:spPr>
          <a:xfrm>
            <a:off x="10089667" y="4642451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297"/>
                </a:lnTo>
                <a:lnTo>
                  <a:pt x="3715" y="616"/>
                </a:lnTo>
                <a:lnTo>
                  <a:pt x="5573" y="956"/>
                </a:lnTo>
                <a:lnTo>
                  <a:pt x="7428" y="1312"/>
                </a:lnTo>
                <a:lnTo>
                  <a:pt x="9283" y="1685"/>
                </a:lnTo>
                <a:lnTo>
                  <a:pt x="11008" y="2003"/>
                </a:lnTo>
                <a:lnTo>
                  <a:pt x="12744" y="2317"/>
                </a:lnTo>
                <a:lnTo>
                  <a:pt x="14502" y="2635"/>
                </a:lnTo>
                <a:lnTo>
                  <a:pt x="15954" y="3548"/>
                </a:lnTo>
                <a:lnTo>
                  <a:pt x="17418" y="4466"/>
                </a:lnTo>
                <a:lnTo>
                  <a:pt x="18900" y="5400"/>
                </a:lnTo>
                <a:lnTo>
                  <a:pt x="19859" y="9531"/>
                </a:lnTo>
                <a:lnTo>
                  <a:pt x="20480" y="12436"/>
                </a:lnTo>
                <a:lnTo>
                  <a:pt x="20890" y="14899"/>
                </a:lnTo>
                <a:lnTo>
                  <a:pt x="21219" y="17696"/>
                </a:lnTo>
                <a:lnTo>
                  <a:pt x="21600" y="21600"/>
                </a:lnTo>
                <a:lnTo>
                  <a:pt x="19742" y="21303"/>
                </a:lnTo>
                <a:lnTo>
                  <a:pt x="17885" y="20984"/>
                </a:lnTo>
                <a:lnTo>
                  <a:pt x="16027" y="20644"/>
                </a:lnTo>
                <a:lnTo>
                  <a:pt x="14172" y="20288"/>
                </a:lnTo>
                <a:lnTo>
                  <a:pt x="12317" y="19915"/>
                </a:lnTo>
                <a:lnTo>
                  <a:pt x="10592" y="19597"/>
                </a:lnTo>
                <a:lnTo>
                  <a:pt x="8856" y="19283"/>
                </a:lnTo>
                <a:lnTo>
                  <a:pt x="7098" y="18965"/>
                </a:lnTo>
                <a:lnTo>
                  <a:pt x="5646" y="18052"/>
                </a:lnTo>
                <a:lnTo>
                  <a:pt x="4182" y="17134"/>
                </a:lnTo>
                <a:lnTo>
                  <a:pt x="2700" y="16200"/>
                </a:lnTo>
                <a:lnTo>
                  <a:pt x="1741" y="12069"/>
                </a:lnTo>
                <a:lnTo>
                  <a:pt x="1120" y="9164"/>
                </a:lnTo>
                <a:lnTo>
                  <a:pt x="710" y="6701"/>
                </a:lnTo>
                <a:lnTo>
                  <a:pt x="381" y="3904"/>
                </a:lnTo>
                <a:lnTo>
                  <a:pt x="0" y="0"/>
                </a:lnTo>
                <a:close/>
              </a:path>
            </a:pathLst>
          </a:custGeom>
          <a:solidFill>
            <a:srgbClr val="DDE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79" name="contour_11177"/>
          <p:cNvSpPr/>
          <p:nvPr/>
        </p:nvSpPr>
        <p:spPr>
          <a:xfrm>
            <a:off x="1459315" y="4627875"/>
            <a:ext cx="5238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5" y="0"/>
                </a:moveTo>
                <a:lnTo>
                  <a:pt x="2407" y="913"/>
                </a:lnTo>
                <a:lnTo>
                  <a:pt x="4231" y="1839"/>
                </a:lnTo>
                <a:lnTo>
                  <a:pt x="6034" y="2780"/>
                </a:lnTo>
                <a:lnTo>
                  <a:pt x="7816" y="3740"/>
                </a:lnTo>
                <a:lnTo>
                  <a:pt x="9586" y="4718"/>
                </a:lnTo>
                <a:lnTo>
                  <a:pt x="11338" y="5718"/>
                </a:lnTo>
                <a:lnTo>
                  <a:pt x="13078" y="6745"/>
                </a:lnTo>
                <a:lnTo>
                  <a:pt x="14803" y="7801"/>
                </a:lnTo>
                <a:lnTo>
                  <a:pt x="16516" y="8884"/>
                </a:lnTo>
                <a:lnTo>
                  <a:pt x="18219" y="10001"/>
                </a:lnTo>
                <a:lnTo>
                  <a:pt x="19914" y="11152"/>
                </a:lnTo>
                <a:lnTo>
                  <a:pt x="21600" y="12343"/>
                </a:lnTo>
                <a:lnTo>
                  <a:pt x="20173" y="12725"/>
                </a:lnTo>
                <a:lnTo>
                  <a:pt x="18736" y="13108"/>
                </a:lnTo>
                <a:lnTo>
                  <a:pt x="17279" y="13500"/>
                </a:lnTo>
                <a:lnTo>
                  <a:pt x="14538" y="14666"/>
                </a:lnTo>
                <a:lnTo>
                  <a:pt x="12946" y="15589"/>
                </a:lnTo>
                <a:lnTo>
                  <a:pt x="11900" y="16752"/>
                </a:lnTo>
                <a:lnTo>
                  <a:pt x="10788" y="18635"/>
                </a:lnTo>
                <a:lnTo>
                  <a:pt x="10190" y="20107"/>
                </a:lnTo>
                <a:lnTo>
                  <a:pt x="9580" y="21600"/>
                </a:lnTo>
                <a:lnTo>
                  <a:pt x="7185" y="18709"/>
                </a:lnTo>
                <a:lnTo>
                  <a:pt x="5262" y="16348"/>
                </a:lnTo>
                <a:lnTo>
                  <a:pt x="3753" y="14416"/>
                </a:lnTo>
                <a:lnTo>
                  <a:pt x="2602" y="12803"/>
                </a:lnTo>
                <a:lnTo>
                  <a:pt x="1755" y="11399"/>
                </a:lnTo>
                <a:lnTo>
                  <a:pt x="1148" y="10106"/>
                </a:lnTo>
                <a:lnTo>
                  <a:pt x="727" y="8810"/>
                </a:lnTo>
                <a:lnTo>
                  <a:pt x="433" y="7406"/>
                </a:lnTo>
                <a:lnTo>
                  <a:pt x="210" y="5792"/>
                </a:lnTo>
                <a:lnTo>
                  <a:pt x="0" y="3857"/>
                </a:lnTo>
                <a:lnTo>
                  <a:pt x="279" y="1944"/>
                </a:lnTo>
                <a:lnTo>
                  <a:pt x="565" y="0"/>
                </a:lnTo>
                <a:close/>
              </a:path>
            </a:pathLst>
          </a:custGeom>
          <a:solidFill>
            <a:srgbClr val="2B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0" name="contour_11178"/>
          <p:cNvSpPr/>
          <p:nvPr/>
        </p:nvSpPr>
        <p:spPr>
          <a:xfrm>
            <a:off x="2145210" y="4613299"/>
            <a:ext cx="2969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8" y="0"/>
                </a:moveTo>
                <a:lnTo>
                  <a:pt x="8847" y="0"/>
                </a:lnTo>
                <a:lnTo>
                  <a:pt x="12006" y="0"/>
                </a:lnTo>
                <a:lnTo>
                  <a:pt x="15176" y="0"/>
                </a:lnTo>
                <a:lnTo>
                  <a:pt x="18372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5934" y="19934"/>
                </a:lnTo>
                <a:lnTo>
                  <a:pt x="11767" y="18673"/>
                </a:lnTo>
                <a:lnTo>
                  <a:pt x="8725" y="17677"/>
                </a:lnTo>
                <a:lnTo>
                  <a:pt x="6440" y="16805"/>
                </a:lnTo>
                <a:lnTo>
                  <a:pt x="4537" y="15911"/>
                </a:lnTo>
                <a:lnTo>
                  <a:pt x="2645" y="14855"/>
                </a:lnTo>
                <a:lnTo>
                  <a:pt x="398" y="13500"/>
                </a:lnTo>
                <a:lnTo>
                  <a:pt x="85" y="11669"/>
                </a:lnTo>
                <a:lnTo>
                  <a:pt x="0" y="9893"/>
                </a:lnTo>
                <a:lnTo>
                  <a:pt x="159" y="8159"/>
                </a:lnTo>
                <a:lnTo>
                  <a:pt x="599" y="6466"/>
                </a:lnTo>
                <a:lnTo>
                  <a:pt x="1341" y="4811"/>
                </a:lnTo>
                <a:lnTo>
                  <a:pt x="2422" y="3183"/>
                </a:lnTo>
                <a:lnTo>
                  <a:pt x="3864" y="1582"/>
                </a:lnTo>
                <a:lnTo>
                  <a:pt x="5698" y="0"/>
                </a:lnTo>
                <a:close/>
              </a:path>
            </a:pathLst>
          </a:custGeom>
          <a:solidFill>
            <a:srgbClr val="6F70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1" name="contour_11179"/>
          <p:cNvSpPr/>
          <p:nvPr/>
        </p:nvSpPr>
        <p:spPr>
          <a:xfrm>
            <a:off x="1482549" y="4606032"/>
            <a:ext cx="72880" cy="31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34"/>
                </a:moveTo>
                <a:lnTo>
                  <a:pt x="21360" y="8760"/>
                </a:lnTo>
                <a:lnTo>
                  <a:pt x="21127" y="11411"/>
                </a:lnTo>
                <a:lnTo>
                  <a:pt x="20799" y="13713"/>
                </a:lnTo>
                <a:lnTo>
                  <a:pt x="20272" y="16394"/>
                </a:lnTo>
                <a:lnTo>
                  <a:pt x="19440" y="20181"/>
                </a:lnTo>
                <a:lnTo>
                  <a:pt x="18038" y="20903"/>
                </a:lnTo>
                <a:lnTo>
                  <a:pt x="16641" y="21348"/>
                </a:lnTo>
                <a:lnTo>
                  <a:pt x="15243" y="21565"/>
                </a:lnTo>
                <a:lnTo>
                  <a:pt x="13843" y="21600"/>
                </a:lnTo>
                <a:lnTo>
                  <a:pt x="12437" y="21504"/>
                </a:lnTo>
                <a:lnTo>
                  <a:pt x="11020" y="21332"/>
                </a:lnTo>
                <a:lnTo>
                  <a:pt x="9586" y="21130"/>
                </a:lnTo>
                <a:lnTo>
                  <a:pt x="8206" y="21024"/>
                </a:lnTo>
                <a:lnTo>
                  <a:pt x="6804" y="20918"/>
                </a:lnTo>
                <a:lnTo>
                  <a:pt x="5443" y="20802"/>
                </a:lnTo>
                <a:lnTo>
                  <a:pt x="4082" y="20666"/>
                </a:lnTo>
                <a:lnTo>
                  <a:pt x="2722" y="20514"/>
                </a:lnTo>
                <a:lnTo>
                  <a:pt x="1361" y="20353"/>
                </a:lnTo>
                <a:lnTo>
                  <a:pt x="0" y="20181"/>
                </a:lnTo>
                <a:lnTo>
                  <a:pt x="17" y="15203"/>
                </a:lnTo>
                <a:lnTo>
                  <a:pt x="147" y="11881"/>
                </a:lnTo>
                <a:lnTo>
                  <a:pt x="495" y="9432"/>
                </a:lnTo>
                <a:lnTo>
                  <a:pt x="1175" y="7094"/>
                </a:lnTo>
                <a:lnTo>
                  <a:pt x="2294" y="4085"/>
                </a:lnTo>
                <a:lnTo>
                  <a:pt x="3629" y="2429"/>
                </a:lnTo>
                <a:lnTo>
                  <a:pt x="5024" y="1242"/>
                </a:lnTo>
                <a:lnTo>
                  <a:pt x="6467" y="475"/>
                </a:lnTo>
                <a:lnTo>
                  <a:pt x="7953" y="76"/>
                </a:lnTo>
                <a:lnTo>
                  <a:pt x="9467" y="0"/>
                </a:lnTo>
                <a:lnTo>
                  <a:pt x="11005" y="197"/>
                </a:lnTo>
                <a:lnTo>
                  <a:pt x="12556" y="611"/>
                </a:lnTo>
                <a:lnTo>
                  <a:pt x="14109" y="1202"/>
                </a:lnTo>
                <a:lnTo>
                  <a:pt x="15656" y="1919"/>
                </a:lnTo>
                <a:lnTo>
                  <a:pt x="17187" y="2706"/>
                </a:lnTo>
                <a:lnTo>
                  <a:pt x="18695" y="3524"/>
                </a:lnTo>
                <a:lnTo>
                  <a:pt x="20170" y="4317"/>
                </a:lnTo>
                <a:lnTo>
                  <a:pt x="21600" y="5034"/>
                </a:lnTo>
                <a:close/>
              </a:path>
            </a:pathLst>
          </a:custGeom>
          <a:solidFill>
            <a:srgbClr val="6060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2" name="contour_11180"/>
          <p:cNvSpPr/>
          <p:nvPr/>
        </p:nvSpPr>
        <p:spPr>
          <a:xfrm>
            <a:off x="8522749" y="4569571"/>
            <a:ext cx="2901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52" y="0"/>
                </a:moveTo>
                <a:lnTo>
                  <a:pt x="13885" y="2421"/>
                </a:lnTo>
                <a:lnTo>
                  <a:pt x="16353" y="4432"/>
                </a:lnTo>
                <a:lnTo>
                  <a:pt x="18296" y="6102"/>
                </a:lnTo>
                <a:lnTo>
                  <a:pt x="19750" y="7502"/>
                </a:lnTo>
                <a:lnTo>
                  <a:pt x="20759" y="8700"/>
                </a:lnTo>
                <a:lnTo>
                  <a:pt x="21361" y="9772"/>
                </a:lnTo>
                <a:lnTo>
                  <a:pt x="21600" y="10783"/>
                </a:lnTo>
                <a:lnTo>
                  <a:pt x="21508" y="11809"/>
                </a:lnTo>
                <a:lnTo>
                  <a:pt x="21128" y="12915"/>
                </a:lnTo>
                <a:lnTo>
                  <a:pt x="20504" y="14176"/>
                </a:lnTo>
                <a:lnTo>
                  <a:pt x="19668" y="15660"/>
                </a:lnTo>
                <a:lnTo>
                  <a:pt x="19066" y="16788"/>
                </a:lnTo>
                <a:lnTo>
                  <a:pt x="18458" y="17919"/>
                </a:lnTo>
                <a:lnTo>
                  <a:pt x="17845" y="19068"/>
                </a:lnTo>
                <a:lnTo>
                  <a:pt x="17069" y="20326"/>
                </a:lnTo>
                <a:lnTo>
                  <a:pt x="16277" y="21600"/>
                </a:lnTo>
                <a:lnTo>
                  <a:pt x="13054" y="21600"/>
                </a:lnTo>
                <a:lnTo>
                  <a:pt x="9821" y="21600"/>
                </a:lnTo>
                <a:lnTo>
                  <a:pt x="6576" y="21600"/>
                </a:lnTo>
                <a:lnTo>
                  <a:pt x="3304" y="21600"/>
                </a:lnTo>
                <a:lnTo>
                  <a:pt x="0" y="21600"/>
                </a:lnTo>
                <a:lnTo>
                  <a:pt x="716" y="20174"/>
                </a:lnTo>
                <a:lnTo>
                  <a:pt x="1432" y="18749"/>
                </a:lnTo>
                <a:lnTo>
                  <a:pt x="2149" y="17321"/>
                </a:lnTo>
                <a:lnTo>
                  <a:pt x="2865" y="15893"/>
                </a:lnTo>
                <a:lnTo>
                  <a:pt x="3586" y="14463"/>
                </a:lnTo>
                <a:lnTo>
                  <a:pt x="4303" y="13033"/>
                </a:lnTo>
                <a:lnTo>
                  <a:pt x="5024" y="11599"/>
                </a:lnTo>
                <a:lnTo>
                  <a:pt x="5746" y="10163"/>
                </a:lnTo>
                <a:lnTo>
                  <a:pt x="6468" y="8722"/>
                </a:lnTo>
                <a:lnTo>
                  <a:pt x="7195" y="7279"/>
                </a:lnTo>
                <a:lnTo>
                  <a:pt x="7922" y="5834"/>
                </a:lnTo>
                <a:lnTo>
                  <a:pt x="8649" y="4383"/>
                </a:lnTo>
                <a:lnTo>
                  <a:pt x="9381" y="2927"/>
                </a:lnTo>
                <a:lnTo>
                  <a:pt x="10114" y="1467"/>
                </a:lnTo>
                <a:lnTo>
                  <a:pt x="10852" y="0"/>
                </a:lnTo>
                <a:close/>
              </a:path>
            </a:pathLst>
          </a:custGeom>
          <a:solidFill>
            <a:srgbClr val="ED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3" name="contour_11181"/>
          <p:cNvSpPr/>
          <p:nvPr/>
        </p:nvSpPr>
        <p:spPr>
          <a:xfrm>
            <a:off x="9798147" y="4562902"/>
            <a:ext cx="44989" cy="649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96" y="4640"/>
                </a:moveTo>
                <a:lnTo>
                  <a:pt x="16736" y="4901"/>
                </a:lnTo>
                <a:lnTo>
                  <a:pt x="15756" y="5243"/>
                </a:lnTo>
                <a:lnTo>
                  <a:pt x="13895" y="5888"/>
                </a:lnTo>
                <a:lnTo>
                  <a:pt x="10497" y="7063"/>
                </a:lnTo>
                <a:lnTo>
                  <a:pt x="12233" y="7213"/>
                </a:lnTo>
                <a:lnTo>
                  <a:pt x="13975" y="7366"/>
                </a:lnTo>
                <a:lnTo>
                  <a:pt x="15746" y="7518"/>
                </a:lnTo>
                <a:lnTo>
                  <a:pt x="17482" y="8168"/>
                </a:lnTo>
                <a:lnTo>
                  <a:pt x="19224" y="8822"/>
                </a:lnTo>
                <a:lnTo>
                  <a:pt x="20995" y="9486"/>
                </a:lnTo>
                <a:lnTo>
                  <a:pt x="21341" y="11228"/>
                </a:lnTo>
                <a:lnTo>
                  <a:pt x="21534" y="12955"/>
                </a:lnTo>
                <a:lnTo>
                  <a:pt x="21600" y="14675"/>
                </a:lnTo>
                <a:lnTo>
                  <a:pt x="21558" y="16393"/>
                </a:lnTo>
                <a:lnTo>
                  <a:pt x="21429" y="18116"/>
                </a:lnTo>
                <a:lnTo>
                  <a:pt x="21233" y="19848"/>
                </a:lnTo>
                <a:lnTo>
                  <a:pt x="20995" y="21600"/>
                </a:lnTo>
                <a:lnTo>
                  <a:pt x="18682" y="21600"/>
                </a:lnTo>
                <a:lnTo>
                  <a:pt x="16355" y="21600"/>
                </a:lnTo>
                <a:lnTo>
                  <a:pt x="13996" y="21600"/>
                </a:lnTo>
                <a:lnTo>
                  <a:pt x="13996" y="20001"/>
                </a:lnTo>
                <a:lnTo>
                  <a:pt x="13996" y="18399"/>
                </a:lnTo>
                <a:lnTo>
                  <a:pt x="13996" y="16791"/>
                </a:lnTo>
                <a:lnTo>
                  <a:pt x="13996" y="15175"/>
                </a:lnTo>
                <a:lnTo>
                  <a:pt x="13996" y="13549"/>
                </a:lnTo>
                <a:lnTo>
                  <a:pt x="13996" y="11908"/>
                </a:lnTo>
                <a:lnTo>
                  <a:pt x="12334" y="12107"/>
                </a:lnTo>
                <a:lnTo>
                  <a:pt x="10662" y="12311"/>
                </a:lnTo>
                <a:lnTo>
                  <a:pt x="8965" y="12514"/>
                </a:lnTo>
                <a:lnTo>
                  <a:pt x="7159" y="12316"/>
                </a:lnTo>
                <a:lnTo>
                  <a:pt x="5343" y="12112"/>
                </a:lnTo>
                <a:lnTo>
                  <a:pt x="3499" y="11908"/>
                </a:lnTo>
                <a:lnTo>
                  <a:pt x="2337" y="10355"/>
                </a:lnTo>
                <a:lnTo>
                  <a:pt x="1435" y="8807"/>
                </a:lnTo>
                <a:lnTo>
                  <a:pt x="766" y="7240"/>
                </a:lnTo>
                <a:lnTo>
                  <a:pt x="322" y="5633"/>
                </a:lnTo>
                <a:lnTo>
                  <a:pt x="70" y="3966"/>
                </a:lnTo>
                <a:lnTo>
                  <a:pt x="0" y="2217"/>
                </a:lnTo>
                <a:lnTo>
                  <a:pt x="2243" y="790"/>
                </a:lnTo>
                <a:lnTo>
                  <a:pt x="4447" y="90"/>
                </a:lnTo>
                <a:lnTo>
                  <a:pt x="6627" y="0"/>
                </a:lnTo>
                <a:lnTo>
                  <a:pt x="8786" y="407"/>
                </a:lnTo>
                <a:lnTo>
                  <a:pt x="10945" y="1190"/>
                </a:lnTo>
                <a:lnTo>
                  <a:pt x="13108" y="2234"/>
                </a:lnTo>
                <a:lnTo>
                  <a:pt x="15288" y="3424"/>
                </a:lnTo>
                <a:lnTo>
                  <a:pt x="17496" y="4640"/>
                </a:lnTo>
                <a:close/>
              </a:path>
            </a:pathLst>
          </a:custGeom>
          <a:solidFill>
            <a:srgbClr val="979C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4" name="contour_11182"/>
          <p:cNvSpPr/>
          <p:nvPr/>
        </p:nvSpPr>
        <p:spPr>
          <a:xfrm>
            <a:off x="5622128" y="4579322"/>
            <a:ext cx="80168" cy="339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700"/>
                </a:moveTo>
                <a:lnTo>
                  <a:pt x="20422" y="9090"/>
                </a:lnTo>
                <a:lnTo>
                  <a:pt x="19244" y="10480"/>
                </a:lnTo>
                <a:lnTo>
                  <a:pt x="18065" y="11870"/>
                </a:lnTo>
                <a:lnTo>
                  <a:pt x="16887" y="13260"/>
                </a:lnTo>
                <a:lnTo>
                  <a:pt x="15709" y="14650"/>
                </a:lnTo>
                <a:lnTo>
                  <a:pt x="14531" y="16040"/>
                </a:lnTo>
                <a:lnTo>
                  <a:pt x="13353" y="17430"/>
                </a:lnTo>
                <a:lnTo>
                  <a:pt x="12175" y="18820"/>
                </a:lnTo>
                <a:lnTo>
                  <a:pt x="10996" y="20210"/>
                </a:lnTo>
                <a:lnTo>
                  <a:pt x="9818" y="21600"/>
                </a:lnTo>
                <a:lnTo>
                  <a:pt x="9818" y="18537"/>
                </a:lnTo>
                <a:lnTo>
                  <a:pt x="9818" y="15456"/>
                </a:lnTo>
                <a:lnTo>
                  <a:pt x="9818" y="12334"/>
                </a:lnTo>
                <a:lnTo>
                  <a:pt x="8534" y="11208"/>
                </a:lnTo>
                <a:lnTo>
                  <a:pt x="7593" y="10531"/>
                </a:lnTo>
                <a:lnTo>
                  <a:pt x="6539" y="10031"/>
                </a:lnTo>
                <a:lnTo>
                  <a:pt x="4909" y="9438"/>
                </a:lnTo>
                <a:lnTo>
                  <a:pt x="3538" y="8914"/>
                </a:lnTo>
                <a:lnTo>
                  <a:pt x="2148" y="8386"/>
                </a:lnTo>
                <a:lnTo>
                  <a:pt x="1082" y="8043"/>
                </a:lnTo>
                <a:lnTo>
                  <a:pt x="0" y="7700"/>
                </a:lnTo>
                <a:lnTo>
                  <a:pt x="1412" y="5481"/>
                </a:lnTo>
                <a:lnTo>
                  <a:pt x="2784" y="3674"/>
                </a:lnTo>
                <a:lnTo>
                  <a:pt x="4124" y="2261"/>
                </a:lnTo>
                <a:lnTo>
                  <a:pt x="5437" y="1214"/>
                </a:lnTo>
                <a:lnTo>
                  <a:pt x="6731" y="505"/>
                </a:lnTo>
                <a:lnTo>
                  <a:pt x="8012" y="107"/>
                </a:lnTo>
                <a:lnTo>
                  <a:pt x="9286" y="0"/>
                </a:lnTo>
                <a:lnTo>
                  <a:pt x="10562" y="153"/>
                </a:lnTo>
                <a:lnTo>
                  <a:pt x="11845" y="537"/>
                </a:lnTo>
                <a:lnTo>
                  <a:pt x="13143" y="1140"/>
                </a:lnTo>
                <a:lnTo>
                  <a:pt x="14460" y="1923"/>
                </a:lnTo>
                <a:lnTo>
                  <a:pt x="15805" y="2863"/>
                </a:lnTo>
                <a:lnTo>
                  <a:pt x="17186" y="3938"/>
                </a:lnTo>
                <a:lnTo>
                  <a:pt x="18607" y="5120"/>
                </a:lnTo>
                <a:lnTo>
                  <a:pt x="20076" y="6380"/>
                </a:lnTo>
                <a:lnTo>
                  <a:pt x="21600" y="7700"/>
                </a:lnTo>
                <a:close/>
              </a:path>
            </a:pathLst>
          </a:custGeom>
          <a:solidFill>
            <a:srgbClr val="F5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5" name="contour_11183"/>
          <p:cNvSpPr/>
          <p:nvPr/>
        </p:nvSpPr>
        <p:spPr>
          <a:xfrm>
            <a:off x="4913881" y="4576859"/>
            <a:ext cx="81480" cy="299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8" y="0"/>
                </a:moveTo>
                <a:lnTo>
                  <a:pt x="1714" y="0"/>
                </a:lnTo>
                <a:lnTo>
                  <a:pt x="3082" y="0"/>
                </a:lnTo>
                <a:lnTo>
                  <a:pt x="4453" y="0"/>
                </a:lnTo>
                <a:lnTo>
                  <a:pt x="5831" y="0"/>
                </a:lnTo>
                <a:lnTo>
                  <a:pt x="7214" y="0"/>
                </a:lnTo>
                <a:lnTo>
                  <a:pt x="8605" y="0"/>
                </a:lnTo>
                <a:lnTo>
                  <a:pt x="10008" y="0"/>
                </a:lnTo>
                <a:lnTo>
                  <a:pt x="10008" y="3126"/>
                </a:lnTo>
                <a:lnTo>
                  <a:pt x="10008" y="6263"/>
                </a:lnTo>
                <a:lnTo>
                  <a:pt x="10008" y="9411"/>
                </a:lnTo>
                <a:lnTo>
                  <a:pt x="10008" y="12584"/>
                </a:lnTo>
                <a:lnTo>
                  <a:pt x="10008" y="15789"/>
                </a:lnTo>
                <a:lnTo>
                  <a:pt x="11022" y="15037"/>
                </a:lnTo>
                <a:lnTo>
                  <a:pt x="12054" y="14268"/>
                </a:lnTo>
                <a:lnTo>
                  <a:pt x="13375" y="13389"/>
                </a:lnTo>
                <a:lnTo>
                  <a:pt x="14718" y="12500"/>
                </a:lnTo>
                <a:lnTo>
                  <a:pt x="16032" y="11584"/>
                </a:lnTo>
                <a:lnTo>
                  <a:pt x="17367" y="10647"/>
                </a:lnTo>
                <a:lnTo>
                  <a:pt x="18509" y="10589"/>
                </a:lnTo>
                <a:lnTo>
                  <a:pt x="19668" y="10526"/>
                </a:lnTo>
                <a:lnTo>
                  <a:pt x="20416" y="13584"/>
                </a:lnTo>
                <a:lnTo>
                  <a:pt x="20866" y="15700"/>
                </a:lnTo>
                <a:lnTo>
                  <a:pt x="21200" y="17858"/>
                </a:lnTo>
                <a:lnTo>
                  <a:pt x="21600" y="21053"/>
                </a:lnTo>
                <a:lnTo>
                  <a:pt x="18793" y="21242"/>
                </a:lnTo>
                <a:lnTo>
                  <a:pt x="16326" y="21405"/>
                </a:lnTo>
                <a:lnTo>
                  <a:pt x="14173" y="21521"/>
                </a:lnTo>
                <a:lnTo>
                  <a:pt x="12299" y="21589"/>
                </a:lnTo>
                <a:lnTo>
                  <a:pt x="10674" y="21600"/>
                </a:lnTo>
                <a:lnTo>
                  <a:pt x="9268" y="21547"/>
                </a:lnTo>
                <a:lnTo>
                  <a:pt x="8049" y="21426"/>
                </a:lnTo>
                <a:lnTo>
                  <a:pt x="6984" y="21221"/>
                </a:lnTo>
                <a:lnTo>
                  <a:pt x="6045" y="20926"/>
                </a:lnTo>
                <a:lnTo>
                  <a:pt x="5201" y="20542"/>
                </a:lnTo>
                <a:lnTo>
                  <a:pt x="4417" y="20053"/>
                </a:lnTo>
                <a:lnTo>
                  <a:pt x="3665" y="19453"/>
                </a:lnTo>
                <a:lnTo>
                  <a:pt x="2913" y="18732"/>
                </a:lnTo>
                <a:lnTo>
                  <a:pt x="2131" y="17889"/>
                </a:lnTo>
                <a:lnTo>
                  <a:pt x="1287" y="16911"/>
                </a:lnTo>
                <a:lnTo>
                  <a:pt x="348" y="15789"/>
                </a:lnTo>
                <a:lnTo>
                  <a:pt x="116" y="11716"/>
                </a:lnTo>
                <a:lnTo>
                  <a:pt x="0" y="8858"/>
                </a:lnTo>
                <a:lnTo>
                  <a:pt x="0" y="6458"/>
                </a:lnTo>
                <a:lnTo>
                  <a:pt x="116" y="3758"/>
                </a:lnTo>
                <a:lnTo>
                  <a:pt x="348" y="0"/>
                </a:lnTo>
                <a:close/>
              </a:path>
            </a:pathLst>
          </a:custGeom>
          <a:solidFill>
            <a:srgbClr val="6461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6" name="contour_11184"/>
          <p:cNvSpPr/>
          <p:nvPr/>
        </p:nvSpPr>
        <p:spPr>
          <a:xfrm>
            <a:off x="8136485" y="4576859"/>
            <a:ext cx="51016" cy="357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32" y="4973"/>
                </a:lnTo>
                <a:lnTo>
                  <a:pt x="20600" y="8474"/>
                </a:lnTo>
                <a:lnTo>
                  <a:pt x="20221" y="11003"/>
                </a:lnTo>
                <a:lnTo>
                  <a:pt x="19801" y="13042"/>
                </a:lnTo>
                <a:lnTo>
                  <a:pt x="19261" y="15086"/>
                </a:lnTo>
                <a:lnTo>
                  <a:pt x="18514" y="17618"/>
                </a:lnTo>
                <a:lnTo>
                  <a:pt x="16317" y="19327"/>
                </a:lnTo>
                <a:lnTo>
                  <a:pt x="14342" y="20525"/>
                </a:lnTo>
                <a:lnTo>
                  <a:pt x="12485" y="21265"/>
                </a:lnTo>
                <a:lnTo>
                  <a:pt x="10633" y="21600"/>
                </a:lnTo>
                <a:lnTo>
                  <a:pt x="8680" y="21574"/>
                </a:lnTo>
                <a:lnTo>
                  <a:pt x="6523" y="21239"/>
                </a:lnTo>
                <a:lnTo>
                  <a:pt x="4048" y="20649"/>
                </a:lnTo>
                <a:lnTo>
                  <a:pt x="2712" y="19649"/>
                </a:lnTo>
                <a:lnTo>
                  <a:pt x="1364" y="18640"/>
                </a:lnTo>
                <a:lnTo>
                  <a:pt x="0" y="17618"/>
                </a:lnTo>
                <a:lnTo>
                  <a:pt x="0" y="14707"/>
                </a:lnTo>
                <a:lnTo>
                  <a:pt x="0" y="11778"/>
                </a:lnTo>
                <a:lnTo>
                  <a:pt x="0" y="8809"/>
                </a:lnTo>
                <a:lnTo>
                  <a:pt x="1892" y="7162"/>
                </a:lnTo>
                <a:lnTo>
                  <a:pt x="3283" y="6100"/>
                </a:lnTo>
                <a:lnTo>
                  <a:pt x="4866" y="5149"/>
                </a:lnTo>
                <a:lnTo>
                  <a:pt x="7329" y="3854"/>
                </a:lnTo>
                <a:lnTo>
                  <a:pt x="8689" y="3114"/>
                </a:lnTo>
                <a:lnTo>
                  <a:pt x="10063" y="2370"/>
                </a:lnTo>
                <a:lnTo>
                  <a:pt x="11451" y="1616"/>
                </a:lnTo>
                <a:lnTo>
                  <a:pt x="13441" y="828"/>
                </a:lnTo>
                <a:lnTo>
                  <a:pt x="14966" y="348"/>
                </a:lnTo>
                <a:lnTo>
                  <a:pt x="16509" y="101"/>
                </a:lnTo>
                <a:lnTo>
                  <a:pt x="18557" y="13"/>
                </a:lnTo>
                <a:lnTo>
                  <a:pt x="21600" y="0"/>
                </a:lnTo>
                <a:close/>
              </a:path>
            </a:pathLst>
          </a:custGeom>
          <a:solidFill>
            <a:srgbClr val="36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7" name="contour_11185"/>
          <p:cNvSpPr/>
          <p:nvPr/>
        </p:nvSpPr>
        <p:spPr>
          <a:xfrm>
            <a:off x="4543505" y="4562013"/>
            <a:ext cx="72880" cy="43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0" y="3263"/>
                </a:moveTo>
                <a:lnTo>
                  <a:pt x="19250" y="4590"/>
                </a:lnTo>
                <a:lnTo>
                  <a:pt x="20416" y="5932"/>
                </a:lnTo>
                <a:lnTo>
                  <a:pt x="21600" y="7288"/>
                </a:lnTo>
                <a:lnTo>
                  <a:pt x="21168" y="7617"/>
                </a:lnTo>
                <a:lnTo>
                  <a:pt x="19861" y="8601"/>
                </a:lnTo>
                <a:lnTo>
                  <a:pt x="18410" y="9764"/>
                </a:lnTo>
                <a:lnTo>
                  <a:pt x="17023" y="10927"/>
                </a:lnTo>
                <a:lnTo>
                  <a:pt x="15697" y="12126"/>
                </a:lnTo>
                <a:lnTo>
                  <a:pt x="14422" y="13385"/>
                </a:lnTo>
                <a:lnTo>
                  <a:pt x="13198" y="14730"/>
                </a:lnTo>
                <a:lnTo>
                  <a:pt x="12012" y="16201"/>
                </a:lnTo>
                <a:lnTo>
                  <a:pt x="10860" y="17815"/>
                </a:lnTo>
                <a:lnTo>
                  <a:pt x="9739" y="19604"/>
                </a:lnTo>
                <a:lnTo>
                  <a:pt x="8640" y="21600"/>
                </a:lnTo>
                <a:lnTo>
                  <a:pt x="8418" y="19900"/>
                </a:lnTo>
                <a:lnTo>
                  <a:pt x="8193" y="18190"/>
                </a:lnTo>
                <a:lnTo>
                  <a:pt x="7964" y="16459"/>
                </a:lnTo>
                <a:lnTo>
                  <a:pt x="7474" y="14609"/>
                </a:lnTo>
                <a:lnTo>
                  <a:pt x="6981" y="12752"/>
                </a:lnTo>
                <a:lnTo>
                  <a:pt x="6480" y="10866"/>
                </a:lnTo>
                <a:lnTo>
                  <a:pt x="4828" y="9811"/>
                </a:lnTo>
                <a:lnTo>
                  <a:pt x="3666" y="9095"/>
                </a:lnTo>
                <a:lnTo>
                  <a:pt x="2681" y="8551"/>
                </a:lnTo>
                <a:lnTo>
                  <a:pt x="1562" y="8007"/>
                </a:lnTo>
                <a:lnTo>
                  <a:pt x="0" y="7288"/>
                </a:lnTo>
                <a:lnTo>
                  <a:pt x="2853" y="5245"/>
                </a:lnTo>
                <a:lnTo>
                  <a:pt x="5253" y="3560"/>
                </a:lnTo>
                <a:lnTo>
                  <a:pt x="7260" y="2218"/>
                </a:lnTo>
                <a:lnTo>
                  <a:pt x="8940" y="1206"/>
                </a:lnTo>
                <a:lnTo>
                  <a:pt x="10353" y="504"/>
                </a:lnTo>
                <a:lnTo>
                  <a:pt x="11565" y="107"/>
                </a:lnTo>
                <a:lnTo>
                  <a:pt x="12636" y="0"/>
                </a:lnTo>
                <a:lnTo>
                  <a:pt x="13630" y="161"/>
                </a:lnTo>
                <a:lnTo>
                  <a:pt x="14610" y="583"/>
                </a:lnTo>
                <a:lnTo>
                  <a:pt x="15638" y="1249"/>
                </a:lnTo>
                <a:lnTo>
                  <a:pt x="16777" y="2147"/>
                </a:lnTo>
                <a:lnTo>
                  <a:pt x="18090" y="3263"/>
                </a:lnTo>
                <a:close/>
              </a:path>
            </a:pathLst>
          </a:custGeom>
          <a:solidFill>
            <a:srgbClr val="AA98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8" name="contour_11186"/>
          <p:cNvSpPr/>
          <p:nvPr/>
        </p:nvSpPr>
        <p:spPr>
          <a:xfrm>
            <a:off x="8027165" y="4540419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727" y="508"/>
                </a:lnTo>
                <a:lnTo>
                  <a:pt x="17868" y="902"/>
                </a:lnTo>
                <a:lnTo>
                  <a:pt x="18852" y="1312"/>
                </a:lnTo>
                <a:lnTo>
                  <a:pt x="19993" y="1868"/>
                </a:lnTo>
                <a:lnTo>
                  <a:pt x="21600" y="2700"/>
                </a:lnTo>
                <a:lnTo>
                  <a:pt x="21600" y="4485"/>
                </a:lnTo>
                <a:lnTo>
                  <a:pt x="21600" y="6280"/>
                </a:lnTo>
                <a:lnTo>
                  <a:pt x="21600" y="8100"/>
                </a:lnTo>
                <a:lnTo>
                  <a:pt x="20300" y="8802"/>
                </a:lnTo>
                <a:lnTo>
                  <a:pt x="19334" y="9285"/>
                </a:lnTo>
                <a:lnTo>
                  <a:pt x="18412" y="9671"/>
                </a:lnTo>
                <a:lnTo>
                  <a:pt x="17239" y="10079"/>
                </a:lnTo>
                <a:lnTo>
                  <a:pt x="15526" y="10633"/>
                </a:lnTo>
                <a:lnTo>
                  <a:pt x="13904" y="11264"/>
                </a:lnTo>
                <a:lnTo>
                  <a:pt x="12418" y="11920"/>
                </a:lnTo>
                <a:lnTo>
                  <a:pt x="11053" y="12617"/>
                </a:lnTo>
                <a:lnTo>
                  <a:pt x="9789" y="13370"/>
                </a:lnTo>
                <a:lnTo>
                  <a:pt x="8605" y="14194"/>
                </a:lnTo>
                <a:lnTo>
                  <a:pt x="7484" y="15109"/>
                </a:lnTo>
                <a:lnTo>
                  <a:pt x="6409" y="16130"/>
                </a:lnTo>
                <a:lnTo>
                  <a:pt x="5357" y="17272"/>
                </a:lnTo>
                <a:lnTo>
                  <a:pt x="4309" y="18554"/>
                </a:lnTo>
                <a:lnTo>
                  <a:pt x="3251" y="19991"/>
                </a:lnTo>
                <a:lnTo>
                  <a:pt x="2160" y="21600"/>
                </a:lnTo>
                <a:lnTo>
                  <a:pt x="1732" y="19996"/>
                </a:lnTo>
                <a:lnTo>
                  <a:pt x="1302" y="18387"/>
                </a:lnTo>
                <a:lnTo>
                  <a:pt x="873" y="16772"/>
                </a:lnTo>
                <a:lnTo>
                  <a:pt x="438" y="15144"/>
                </a:lnTo>
                <a:lnTo>
                  <a:pt x="0" y="13500"/>
                </a:lnTo>
                <a:lnTo>
                  <a:pt x="1071" y="13165"/>
                </a:lnTo>
                <a:lnTo>
                  <a:pt x="2147" y="12830"/>
                </a:lnTo>
                <a:lnTo>
                  <a:pt x="3240" y="12488"/>
                </a:lnTo>
                <a:lnTo>
                  <a:pt x="3715" y="12239"/>
                </a:lnTo>
                <a:lnTo>
                  <a:pt x="4555" y="11802"/>
                </a:lnTo>
                <a:lnTo>
                  <a:pt x="6480" y="10800"/>
                </a:lnTo>
                <a:lnTo>
                  <a:pt x="6480" y="9015"/>
                </a:lnTo>
                <a:lnTo>
                  <a:pt x="6480" y="7220"/>
                </a:lnTo>
                <a:lnTo>
                  <a:pt x="6480" y="5400"/>
                </a:lnTo>
                <a:lnTo>
                  <a:pt x="7906" y="5400"/>
                </a:lnTo>
                <a:lnTo>
                  <a:pt x="9333" y="5400"/>
                </a:lnTo>
                <a:lnTo>
                  <a:pt x="10768" y="5400"/>
                </a:lnTo>
                <a:lnTo>
                  <a:pt x="12208" y="5400"/>
                </a:lnTo>
                <a:lnTo>
                  <a:pt x="13658" y="5400"/>
                </a:lnTo>
                <a:lnTo>
                  <a:pt x="15120" y="5400"/>
                </a:lnTo>
                <a:lnTo>
                  <a:pt x="15120" y="3615"/>
                </a:lnTo>
                <a:lnTo>
                  <a:pt x="15120" y="1820"/>
                </a:lnTo>
                <a:lnTo>
                  <a:pt x="15120" y="0"/>
                </a:lnTo>
                <a:close/>
              </a:path>
            </a:pathLst>
          </a:custGeom>
          <a:solidFill>
            <a:srgbClr val="7F83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89" name="contour_11187"/>
          <p:cNvSpPr/>
          <p:nvPr/>
        </p:nvSpPr>
        <p:spPr>
          <a:xfrm>
            <a:off x="4740281" y="453313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725" y="2143"/>
                </a:lnTo>
                <a:lnTo>
                  <a:pt x="13108" y="4294"/>
                </a:lnTo>
                <a:lnTo>
                  <a:pt x="13500" y="6480"/>
                </a:lnTo>
                <a:lnTo>
                  <a:pt x="13784" y="7430"/>
                </a:lnTo>
                <a:lnTo>
                  <a:pt x="14284" y="9111"/>
                </a:lnTo>
                <a:lnTo>
                  <a:pt x="15429" y="12960"/>
                </a:lnTo>
                <a:lnTo>
                  <a:pt x="17468" y="12960"/>
                </a:lnTo>
                <a:lnTo>
                  <a:pt x="19520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580" y="16606"/>
                </a:lnTo>
                <a:lnTo>
                  <a:pt x="1018" y="13094"/>
                </a:lnTo>
                <a:lnTo>
                  <a:pt x="1404" y="10593"/>
                </a:lnTo>
                <a:lnTo>
                  <a:pt x="1821" y="8614"/>
                </a:lnTo>
                <a:lnTo>
                  <a:pt x="2351" y="6683"/>
                </a:lnTo>
                <a:lnTo>
                  <a:pt x="3086" y="4320"/>
                </a:lnTo>
                <a:lnTo>
                  <a:pt x="5474" y="2730"/>
                </a:lnTo>
                <a:lnTo>
                  <a:pt x="7150" y="1711"/>
                </a:lnTo>
                <a:lnTo>
                  <a:pt x="8557" y="1054"/>
                </a:lnTo>
                <a:lnTo>
                  <a:pt x="10140" y="553"/>
                </a:lnTo>
                <a:lnTo>
                  <a:pt x="12343" y="0"/>
                </a:lnTo>
                <a:close/>
              </a:path>
            </a:pathLst>
          </a:custGeom>
          <a:solidFill>
            <a:srgbClr val="33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0" name="contour_11188"/>
          <p:cNvSpPr/>
          <p:nvPr/>
        </p:nvSpPr>
        <p:spPr>
          <a:xfrm>
            <a:off x="10505082" y="452584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027" y="2020"/>
                </a:lnTo>
                <a:lnTo>
                  <a:pt x="17215" y="3550"/>
                </a:lnTo>
                <a:lnTo>
                  <a:pt x="18166" y="4892"/>
                </a:lnTo>
                <a:lnTo>
                  <a:pt x="19084" y="6350"/>
                </a:lnTo>
                <a:lnTo>
                  <a:pt x="20160" y="8219"/>
                </a:lnTo>
                <a:lnTo>
                  <a:pt x="21600" y="10800"/>
                </a:lnTo>
                <a:lnTo>
                  <a:pt x="20923" y="13802"/>
                </a:lnTo>
                <a:lnTo>
                  <a:pt x="20398" y="15865"/>
                </a:lnTo>
                <a:lnTo>
                  <a:pt x="19850" y="17507"/>
                </a:lnTo>
                <a:lnTo>
                  <a:pt x="19109" y="19246"/>
                </a:lnTo>
                <a:lnTo>
                  <a:pt x="18000" y="21600"/>
                </a:lnTo>
                <a:lnTo>
                  <a:pt x="13838" y="20923"/>
                </a:lnTo>
                <a:lnTo>
                  <a:pt x="10912" y="20412"/>
                </a:lnTo>
                <a:lnTo>
                  <a:pt x="8827" y="19962"/>
                </a:lnTo>
                <a:lnTo>
                  <a:pt x="7178" y="19476"/>
                </a:lnTo>
                <a:lnTo>
                  <a:pt x="5569" y="18857"/>
                </a:lnTo>
                <a:lnTo>
                  <a:pt x="3600" y="18000"/>
                </a:lnTo>
                <a:lnTo>
                  <a:pt x="2275" y="15214"/>
                </a:lnTo>
                <a:lnTo>
                  <a:pt x="1426" y="13259"/>
                </a:lnTo>
                <a:lnTo>
                  <a:pt x="878" y="11617"/>
                </a:lnTo>
                <a:lnTo>
                  <a:pt x="461" y="9770"/>
                </a:lnTo>
                <a:lnTo>
                  <a:pt x="0" y="7200"/>
                </a:lnTo>
                <a:lnTo>
                  <a:pt x="2038" y="6181"/>
                </a:lnTo>
                <a:lnTo>
                  <a:pt x="4075" y="5162"/>
                </a:lnTo>
                <a:lnTo>
                  <a:pt x="6120" y="4140"/>
                </a:lnTo>
                <a:lnTo>
                  <a:pt x="8172" y="3114"/>
                </a:lnTo>
                <a:lnTo>
                  <a:pt x="10235" y="2081"/>
                </a:lnTo>
                <a:lnTo>
                  <a:pt x="12308" y="1044"/>
                </a:lnTo>
                <a:lnTo>
                  <a:pt x="14400" y="0"/>
                </a:lnTo>
                <a:close/>
              </a:path>
            </a:pathLst>
          </a:custGeom>
          <a:solidFill>
            <a:srgbClr val="4E4D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1" name="contour_11189"/>
          <p:cNvSpPr/>
          <p:nvPr/>
        </p:nvSpPr>
        <p:spPr>
          <a:xfrm>
            <a:off x="4463964" y="4525843"/>
            <a:ext cx="51373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01" y="0"/>
                </a:moveTo>
                <a:lnTo>
                  <a:pt x="4645" y="670"/>
                </a:lnTo>
                <a:lnTo>
                  <a:pt x="6487" y="1356"/>
                </a:lnTo>
                <a:lnTo>
                  <a:pt x="8326" y="2061"/>
                </a:lnTo>
                <a:lnTo>
                  <a:pt x="10161" y="2778"/>
                </a:lnTo>
                <a:lnTo>
                  <a:pt x="11994" y="3508"/>
                </a:lnTo>
                <a:lnTo>
                  <a:pt x="13703" y="4160"/>
                </a:lnTo>
                <a:lnTo>
                  <a:pt x="15422" y="4817"/>
                </a:lnTo>
                <a:lnTo>
                  <a:pt x="17166" y="5486"/>
                </a:lnTo>
                <a:lnTo>
                  <a:pt x="18493" y="6528"/>
                </a:lnTo>
                <a:lnTo>
                  <a:pt x="19832" y="7577"/>
                </a:lnTo>
                <a:lnTo>
                  <a:pt x="21186" y="8640"/>
                </a:lnTo>
                <a:lnTo>
                  <a:pt x="21462" y="12010"/>
                </a:lnTo>
                <a:lnTo>
                  <a:pt x="21600" y="14364"/>
                </a:lnTo>
                <a:lnTo>
                  <a:pt x="21600" y="16334"/>
                </a:lnTo>
                <a:lnTo>
                  <a:pt x="21462" y="18541"/>
                </a:lnTo>
                <a:lnTo>
                  <a:pt x="21186" y="21600"/>
                </a:lnTo>
                <a:lnTo>
                  <a:pt x="19385" y="21298"/>
                </a:lnTo>
                <a:lnTo>
                  <a:pt x="17583" y="20982"/>
                </a:lnTo>
                <a:lnTo>
                  <a:pt x="15784" y="20658"/>
                </a:lnTo>
                <a:lnTo>
                  <a:pt x="13982" y="20321"/>
                </a:lnTo>
                <a:lnTo>
                  <a:pt x="12184" y="19980"/>
                </a:lnTo>
                <a:lnTo>
                  <a:pt x="10510" y="19678"/>
                </a:lnTo>
                <a:lnTo>
                  <a:pt x="8828" y="19375"/>
                </a:lnTo>
                <a:lnTo>
                  <a:pt x="7121" y="19068"/>
                </a:lnTo>
                <a:lnTo>
                  <a:pt x="4587" y="17971"/>
                </a:lnTo>
                <a:lnTo>
                  <a:pt x="3052" y="17012"/>
                </a:lnTo>
                <a:lnTo>
                  <a:pt x="1894" y="15643"/>
                </a:lnTo>
                <a:lnTo>
                  <a:pt x="490" y="13332"/>
                </a:lnTo>
                <a:lnTo>
                  <a:pt x="77" y="10545"/>
                </a:lnTo>
                <a:lnTo>
                  <a:pt x="0" y="8618"/>
                </a:lnTo>
                <a:lnTo>
                  <a:pt x="316" y="6661"/>
                </a:lnTo>
                <a:lnTo>
                  <a:pt x="1079" y="3780"/>
                </a:lnTo>
                <a:lnTo>
                  <a:pt x="1934" y="1905"/>
                </a:lnTo>
                <a:lnTo>
                  <a:pt x="2801" y="0"/>
                </a:lnTo>
                <a:close/>
              </a:path>
            </a:pathLst>
          </a:custGeom>
          <a:solidFill>
            <a:srgbClr val="3E3E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2" name="contour_11190"/>
          <p:cNvSpPr/>
          <p:nvPr/>
        </p:nvSpPr>
        <p:spPr>
          <a:xfrm>
            <a:off x="542398" y="4518205"/>
            <a:ext cx="38364" cy="44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17" y="171"/>
                </a:moveTo>
                <a:lnTo>
                  <a:pt x="21120" y="4168"/>
                </a:lnTo>
                <a:lnTo>
                  <a:pt x="21481" y="6989"/>
                </a:lnTo>
                <a:lnTo>
                  <a:pt x="21600" y="9032"/>
                </a:lnTo>
                <a:lnTo>
                  <a:pt x="21481" y="10696"/>
                </a:lnTo>
                <a:lnTo>
                  <a:pt x="21120" y="12371"/>
                </a:lnTo>
                <a:lnTo>
                  <a:pt x="20517" y="14457"/>
                </a:lnTo>
                <a:lnTo>
                  <a:pt x="18346" y="15857"/>
                </a:lnTo>
                <a:lnTo>
                  <a:pt x="16126" y="17082"/>
                </a:lnTo>
                <a:lnTo>
                  <a:pt x="13853" y="18168"/>
                </a:lnTo>
                <a:lnTo>
                  <a:pt x="11522" y="19136"/>
                </a:lnTo>
                <a:lnTo>
                  <a:pt x="9122" y="20011"/>
                </a:lnTo>
                <a:lnTo>
                  <a:pt x="6652" y="20825"/>
                </a:lnTo>
                <a:lnTo>
                  <a:pt x="4103" y="21600"/>
                </a:lnTo>
                <a:lnTo>
                  <a:pt x="3434" y="19429"/>
                </a:lnTo>
                <a:lnTo>
                  <a:pt x="2786" y="17254"/>
                </a:lnTo>
                <a:lnTo>
                  <a:pt x="2158" y="15075"/>
                </a:lnTo>
                <a:lnTo>
                  <a:pt x="1539" y="12893"/>
                </a:lnTo>
                <a:lnTo>
                  <a:pt x="825" y="10464"/>
                </a:lnTo>
                <a:lnTo>
                  <a:pt x="94" y="7996"/>
                </a:lnTo>
                <a:lnTo>
                  <a:pt x="49" y="5886"/>
                </a:lnTo>
                <a:lnTo>
                  <a:pt x="0" y="3743"/>
                </a:lnTo>
                <a:lnTo>
                  <a:pt x="2425" y="2357"/>
                </a:lnTo>
                <a:lnTo>
                  <a:pt x="4838" y="1350"/>
                </a:lnTo>
                <a:lnTo>
                  <a:pt x="7263" y="664"/>
                </a:lnTo>
                <a:lnTo>
                  <a:pt x="9729" y="246"/>
                </a:lnTo>
                <a:lnTo>
                  <a:pt x="12261" y="43"/>
                </a:lnTo>
                <a:lnTo>
                  <a:pt x="14883" y="0"/>
                </a:lnTo>
                <a:lnTo>
                  <a:pt x="17628" y="61"/>
                </a:lnTo>
                <a:lnTo>
                  <a:pt x="20517" y="171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3" name="contour_11191"/>
          <p:cNvSpPr/>
          <p:nvPr/>
        </p:nvSpPr>
        <p:spPr>
          <a:xfrm>
            <a:off x="7021423" y="4490044"/>
            <a:ext cx="51016" cy="576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77" y="358"/>
                </a:moveTo>
                <a:lnTo>
                  <a:pt x="16256" y="1433"/>
                </a:lnTo>
                <a:lnTo>
                  <a:pt x="17660" y="2312"/>
                </a:lnTo>
                <a:lnTo>
                  <a:pt x="18573" y="3314"/>
                </a:lnTo>
                <a:lnTo>
                  <a:pt x="19289" y="4750"/>
                </a:lnTo>
                <a:lnTo>
                  <a:pt x="20091" y="6937"/>
                </a:lnTo>
                <a:lnTo>
                  <a:pt x="20273" y="8679"/>
                </a:lnTo>
                <a:lnTo>
                  <a:pt x="20452" y="10437"/>
                </a:lnTo>
                <a:lnTo>
                  <a:pt x="20637" y="12217"/>
                </a:lnTo>
                <a:lnTo>
                  <a:pt x="20838" y="13967"/>
                </a:lnTo>
                <a:lnTo>
                  <a:pt x="21041" y="15728"/>
                </a:lnTo>
                <a:lnTo>
                  <a:pt x="21248" y="17516"/>
                </a:lnTo>
                <a:lnTo>
                  <a:pt x="21365" y="18865"/>
                </a:lnTo>
                <a:lnTo>
                  <a:pt x="21483" y="20224"/>
                </a:lnTo>
                <a:lnTo>
                  <a:pt x="21600" y="21600"/>
                </a:lnTo>
                <a:lnTo>
                  <a:pt x="19693" y="21261"/>
                </a:lnTo>
                <a:lnTo>
                  <a:pt x="17780" y="20923"/>
                </a:lnTo>
                <a:lnTo>
                  <a:pt x="15867" y="20584"/>
                </a:lnTo>
                <a:lnTo>
                  <a:pt x="13944" y="20246"/>
                </a:lnTo>
                <a:lnTo>
                  <a:pt x="12019" y="19905"/>
                </a:lnTo>
                <a:lnTo>
                  <a:pt x="10081" y="19561"/>
                </a:lnTo>
                <a:lnTo>
                  <a:pt x="8134" y="19217"/>
                </a:lnTo>
                <a:lnTo>
                  <a:pt x="6171" y="18870"/>
                </a:lnTo>
                <a:lnTo>
                  <a:pt x="7702" y="18589"/>
                </a:lnTo>
                <a:lnTo>
                  <a:pt x="9242" y="18305"/>
                </a:lnTo>
                <a:lnTo>
                  <a:pt x="10800" y="18018"/>
                </a:lnTo>
                <a:lnTo>
                  <a:pt x="11482" y="17740"/>
                </a:lnTo>
                <a:lnTo>
                  <a:pt x="12682" y="17254"/>
                </a:lnTo>
                <a:lnTo>
                  <a:pt x="15429" y="16140"/>
                </a:lnTo>
                <a:lnTo>
                  <a:pt x="16169" y="14109"/>
                </a:lnTo>
                <a:lnTo>
                  <a:pt x="16543" y="12667"/>
                </a:lnTo>
                <a:lnTo>
                  <a:pt x="16543" y="11422"/>
                </a:lnTo>
                <a:lnTo>
                  <a:pt x="16169" y="9981"/>
                </a:lnTo>
                <a:lnTo>
                  <a:pt x="15429" y="7950"/>
                </a:lnTo>
                <a:lnTo>
                  <a:pt x="13540" y="7377"/>
                </a:lnTo>
                <a:lnTo>
                  <a:pt x="11642" y="6893"/>
                </a:lnTo>
                <a:lnTo>
                  <a:pt x="9739" y="6487"/>
                </a:lnTo>
                <a:lnTo>
                  <a:pt x="7825" y="6148"/>
                </a:lnTo>
                <a:lnTo>
                  <a:pt x="5897" y="5861"/>
                </a:lnTo>
                <a:lnTo>
                  <a:pt x="3950" y="5618"/>
                </a:lnTo>
                <a:lnTo>
                  <a:pt x="1987" y="5408"/>
                </a:lnTo>
                <a:lnTo>
                  <a:pt x="0" y="5220"/>
                </a:lnTo>
                <a:lnTo>
                  <a:pt x="2931" y="3137"/>
                </a:lnTo>
                <a:lnTo>
                  <a:pt x="5144" y="1657"/>
                </a:lnTo>
                <a:lnTo>
                  <a:pt x="6887" y="699"/>
                </a:lnTo>
                <a:lnTo>
                  <a:pt x="8405" y="175"/>
                </a:lnTo>
                <a:lnTo>
                  <a:pt x="9945" y="0"/>
                </a:lnTo>
                <a:lnTo>
                  <a:pt x="11753" y="87"/>
                </a:lnTo>
                <a:lnTo>
                  <a:pt x="14077" y="358"/>
                </a:lnTo>
                <a:close/>
              </a:path>
            </a:pathLst>
          </a:custGeom>
          <a:solidFill>
            <a:srgbClr val="6C6A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4" name="contour_11192"/>
          <p:cNvSpPr/>
          <p:nvPr/>
        </p:nvSpPr>
        <p:spPr>
          <a:xfrm>
            <a:off x="7922554" y="4444793"/>
            <a:ext cx="39020" cy="664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91" y="2508"/>
                </a:moveTo>
                <a:lnTo>
                  <a:pt x="21092" y="3756"/>
                </a:lnTo>
                <a:lnTo>
                  <a:pt x="21600" y="5023"/>
                </a:lnTo>
                <a:lnTo>
                  <a:pt x="19534" y="5425"/>
                </a:lnTo>
                <a:lnTo>
                  <a:pt x="17441" y="5835"/>
                </a:lnTo>
                <a:lnTo>
                  <a:pt x="15500" y="6607"/>
                </a:lnTo>
                <a:lnTo>
                  <a:pt x="13531" y="7391"/>
                </a:lnTo>
                <a:lnTo>
                  <a:pt x="13777" y="9023"/>
                </a:lnTo>
                <a:lnTo>
                  <a:pt x="14068" y="10185"/>
                </a:lnTo>
                <a:lnTo>
                  <a:pt x="14596" y="11429"/>
                </a:lnTo>
                <a:lnTo>
                  <a:pt x="15548" y="13311"/>
                </a:lnTo>
                <a:lnTo>
                  <a:pt x="16501" y="15194"/>
                </a:lnTo>
                <a:lnTo>
                  <a:pt x="17029" y="16437"/>
                </a:lnTo>
                <a:lnTo>
                  <a:pt x="17320" y="17598"/>
                </a:lnTo>
                <a:lnTo>
                  <a:pt x="17566" y="19232"/>
                </a:lnTo>
                <a:lnTo>
                  <a:pt x="15524" y="20309"/>
                </a:lnTo>
                <a:lnTo>
                  <a:pt x="14003" y="20916"/>
                </a:lnTo>
                <a:lnTo>
                  <a:pt x="12244" y="21271"/>
                </a:lnTo>
                <a:lnTo>
                  <a:pt x="9497" y="21600"/>
                </a:lnTo>
                <a:lnTo>
                  <a:pt x="6826" y="20449"/>
                </a:lnTo>
                <a:lnTo>
                  <a:pt x="4744" y="19329"/>
                </a:lnTo>
                <a:lnTo>
                  <a:pt x="3139" y="18150"/>
                </a:lnTo>
                <a:lnTo>
                  <a:pt x="1900" y="16823"/>
                </a:lnTo>
                <a:lnTo>
                  <a:pt x="916" y="15263"/>
                </a:lnTo>
                <a:lnTo>
                  <a:pt x="73" y="13378"/>
                </a:lnTo>
                <a:lnTo>
                  <a:pt x="16" y="11784"/>
                </a:lnTo>
                <a:lnTo>
                  <a:pt x="0" y="10240"/>
                </a:lnTo>
                <a:lnTo>
                  <a:pt x="52" y="8727"/>
                </a:lnTo>
                <a:lnTo>
                  <a:pt x="194" y="7228"/>
                </a:lnTo>
                <a:lnTo>
                  <a:pt x="452" y="5729"/>
                </a:lnTo>
                <a:lnTo>
                  <a:pt x="855" y="4208"/>
                </a:lnTo>
                <a:lnTo>
                  <a:pt x="1428" y="2655"/>
                </a:lnTo>
                <a:lnTo>
                  <a:pt x="3804" y="1665"/>
                </a:lnTo>
                <a:lnTo>
                  <a:pt x="6039" y="978"/>
                </a:lnTo>
                <a:lnTo>
                  <a:pt x="8311" y="521"/>
                </a:lnTo>
                <a:lnTo>
                  <a:pt x="10808" y="218"/>
                </a:lnTo>
                <a:lnTo>
                  <a:pt x="13705" y="0"/>
                </a:lnTo>
                <a:lnTo>
                  <a:pt x="16533" y="282"/>
                </a:lnTo>
                <a:lnTo>
                  <a:pt x="18320" y="933"/>
                </a:lnTo>
                <a:lnTo>
                  <a:pt x="20591" y="2508"/>
                </a:lnTo>
                <a:close/>
              </a:path>
            </a:pathLst>
          </a:custGeom>
          <a:solidFill>
            <a:srgbClr val="F1F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5" name="contour_11193"/>
          <p:cNvSpPr/>
          <p:nvPr/>
        </p:nvSpPr>
        <p:spPr>
          <a:xfrm>
            <a:off x="5600264" y="4473260"/>
            <a:ext cx="58304" cy="380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70" y="0"/>
                </a:moveTo>
                <a:lnTo>
                  <a:pt x="10573" y="485"/>
                </a:lnTo>
                <a:lnTo>
                  <a:pt x="12328" y="1015"/>
                </a:lnTo>
                <a:lnTo>
                  <a:pt x="13983" y="1661"/>
                </a:lnTo>
                <a:lnTo>
                  <a:pt x="15595" y="2498"/>
                </a:lnTo>
                <a:lnTo>
                  <a:pt x="17218" y="3595"/>
                </a:lnTo>
                <a:lnTo>
                  <a:pt x="18900" y="5032"/>
                </a:lnTo>
                <a:lnTo>
                  <a:pt x="19435" y="7493"/>
                </a:lnTo>
                <a:lnTo>
                  <a:pt x="19972" y="9961"/>
                </a:lnTo>
                <a:lnTo>
                  <a:pt x="20509" y="12442"/>
                </a:lnTo>
                <a:lnTo>
                  <a:pt x="21052" y="14940"/>
                </a:lnTo>
                <a:lnTo>
                  <a:pt x="21600" y="17458"/>
                </a:lnTo>
                <a:lnTo>
                  <a:pt x="19818" y="17802"/>
                </a:lnTo>
                <a:lnTo>
                  <a:pt x="18036" y="18142"/>
                </a:lnTo>
                <a:lnTo>
                  <a:pt x="16251" y="18485"/>
                </a:lnTo>
                <a:lnTo>
                  <a:pt x="14464" y="18829"/>
                </a:lnTo>
                <a:lnTo>
                  <a:pt x="12674" y="19169"/>
                </a:lnTo>
                <a:lnTo>
                  <a:pt x="10881" y="19512"/>
                </a:lnTo>
                <a:lnTo>
                  <a:pt x="9083" y="19860"/>
                </a:lnTo>
                <a:lnTo>
                  <a:pt x="7279" y="20204"/>
                </a:lnTo>
                <a:lnTo>
                  <a:pt x="5470" y="20552"/>
                </a:lnTo>
                <a:lnTo>
                  <a:pt x="3656" y="20900"/>
                </a:lnTo>
                <a:lnTo>
                  <a:pt x="1831" y="21248"/>
                </a:lnTo>
                <a:lnTo>
                  <a:pt x="0" y="21600"/>
                </a:lnTo>
                <a:lnTo>
                  <a:pt x="1058" y="15586"/>
                </a:lnTo>
                <a:lnTo>
                  <a:pt x="1928" y="10889"/>
                </a:lnTo>
                <a:lnTo>
                  <a:pt x="2678" y="7335"/>
                </a:lnTo>
                <a:lnTo>
                  <a:pt x="3378" y="4742"/>
                </a:lnTo>
                <a:lnTo>
                  <a:pt x="4104" y="2932"/>
                </a:lnTo>
                <a:lnTo>
                  <a:pt x="4925" y="1735"/>
                </a:lnTo>
                <a:lnTo>
                  <a:pt x="5910" y="965"/>
                </a:lnTo>
                <a:lnTo>
                  <a:pt x="7136" y="443"/>
                </a:lnTo>
                <a:lnTo>
                  <a:pt x="8670" y="0"/>
                </a:lnTo>
                <a:close/>
              </a:path>
            </a:pathLst>
          </a:custGeom>
          <a:solidFill>
            <a:srgbClr val="F6F7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6" name="contour_11194"/>
          <p:cNvSpPr/>
          <p:nvPr/>
        </p:nvSpPr>
        <p:spPr>
          <a:xfrm>
            <a:off x="4098938" y="4445675"/>
            <a:ext cx="72880" cy="35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51" y="533"/>
                </a:lnTo>
                <a:lnTo>
                  <a:pt x="4940" y="1075"/>
                </a:lnTo>
                <a:lnTo>
                  <a:pt x="6329" y="1621"/>
                </a:lnTo>
                <a:lnTo>
                  <a:pt x="7718" y="2181"/>
                </a:lnTo>
                <a:lnTo>
                  <a:pt x="9107" y="2745"/>
                </a:lnTo>
                <a:lnTo>
                  <a:pt x="10493" y="3314"/>
                </a:lnTo>
                <a:lnTo>
                  <a:pt x="11880" y="3886"/>
                </a:lnTo>
                <a:lnTo>
                  <a:pt x="12580" y="4149"/>
                </a:lnTo>
                <a:lnTo>
                  <a:pt x="14690" y="4944"/>
                </a:lnTo>
                <a:lnTo>
                  <a:pt x="16010" y="5503"/>
                </a:lnTo>
                <a:lnTo>
                  <a:pt x="17347" y="6072"/>
                </a:lnTo>
                <a:lnTo>
                  <a:pt x="17963" y="6321"/>
                </a:lnTo>
                <a:lnTo>
                  <a:pt x="19816" y="7058"/>
                </a:lnTo>
                <a:lnTo>
                  <a:pt x="20259" y="7511"/>
                </a:lnTo>
                <a:lnTo>
                  <a:pt x="21600" y="8883"/>
                </a:lnTo>
                <a:lnTo>
                  <a:pt x="21600" y="11819"/>
                </a:lnTo>
                <a:lnTo>
                  <a:pt x="21600" y="14773"/>
                </a:lnTo>
                <a:lnTo>
                  <a:pt x="21600" y="17767"/>
                </a:lnTo>
                <a:lnTo>
                  <a:pt x="20028" y="19370"/>
                </a:lnTo>
                <a:lnTo>
                  <a:pt x="18595" y="20521"/>
                </a:lnTo>
                <a:lnTo>
                  <a:pt x="17235" y="21254"/>
                </a:lnTo>
                <a:lnTo>
                  <a:pt x="15882" y="21600"/>
                </a:lnTo>
                <a:lnTo>
                  <a:pt x="14468" y="21600"/>
                </a:lnTo>
                <a:lnTo>
                  <a:pt x="12923" y="21285"/>
                </a:lnTo>
                <a:lnTo>
                  <a:pt x="11180" y="20698"/>
                </a:lnTo>
                <a:lnTo>
                  <a:pt x="9850" y="19823"/>
                </a:lnTo>
                <a:lnTo>
                  <a:pt x="8510" y="18939"/>
                </a:lnTo>
                <a:lnTo>
                  <a:pt x="7154" y="18042"/>
                </a:lnTo>
                <a:lnTo>
                  <a:pt x="5808" y="17181"/>
                </a:lnTo>
                <a:lnTo>
                  <a:pt x="4454" y="16305"/>
                </a:lnTo>
                <a:lnTo>
                  <a:pt x="3080" y="15426"/>
                </a:lnTo>
                <a:lnTo>
                  <a:pt x="2063" y="14733"/>
                </a:lnTo>
                <a:lnTo>
                  <a:pt x="1039" y="14036"/>
                </a:lnTo>
                <a:lnTo>
                  <a:pt x="0" y="13325"/>
                </a:lnTo>
                <a:lnTo>
                  <a:pt x="428" y="10687"/>
                </a:lnTo>
                <a:lnTo>
                  <a:pt x="858" y="8039"/>
                </a:lnTo>
                <a:lnTo>
                  <a:pt x="1287" y="5383"/>
                </a:lnTo>
                <a:lnTo>
                  <a:pt x="1722" y="2705"/>
                </a:lnTo>
                <a:lnTo>
                  <a:pt x="2160" y="0"/>
                </a:lnTo>
                <a:close/>
              </a:path>
            </a:pathLst>
          </a:custGeom>
          <a:solidFill>
            <a:srgbClr val="EE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7" name="contour_11195"/>
          <p:cNvSpPr/>
          <p:nvPr/>
        </p:nvSpPr>
        <p:spPr>
          <a:xfrm>
            <a:off x="9900179" y="4452963"/>
            <a:ext cx="87456" cy="37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247" y="0"/>
                </a:lnTo>
                <a:lnTo>
                  <a:pt x="11497" y="0"/>
                </a:lnTo>
                <a:lnTo>
                  <a:pt x="12746" y="0"/>
                </a:lnTo>
                <a:lnTo>
                  <a:pt x="13997" y="0"/>
                </a:lnTo>
                <a:lnTo>
                  <a:pt x="15253" y="0"/>
                </a:lnTo>
                <a:lnTo>
                  <a:pt x="16511" y="0"/>
                </a:lnTo>
                <a:lnTo>
                  <a:pt x="17775" y="0"/>
                </a:lnTo>
                <a:lnTo>
                  <a:pt x="19044" y="0"/>
                </a:lnTo>
                <a:lnTo>
                  <a:pt x="20318" y="0"/>
                </a:lnTo>
                <a:lnTo>
                  <a:pt x="21600" y="0"/>
                </a:lnTo>
                <a:lnTo>
                  <a:pt x="21600" y="2770"/>
                </a:lnTo>
                <a:lnTo>
                  <a:pt x="21600" y="5557"/>
                </a:lnTo>
                <a:lnTo>
                  <a:pt x="21600" y="8382"/>
                </a:lnTo>
                <a:lnTo>
                  <a:pt x="20524" y="9245"/>
                </a:lnTo>
                <a:lnTo>
                  <a:pt x="19445" y="10096"/>
                </a:lnTo>
                <a:lnTo>
                  <a:pt x="18365" y="10934"/>
                </a:lnTo>
                <a:lnTo>
                  <a:pt x="17284" y="11760"/>
                </a:lnTo>
                <a:lnTo>
                  <a:pt x="16200" y="12573"/>
                </a:lnTo>
                <a:lnTo>
                  <a:pt x="15894" y="14702"/>
                </a:lnTo>
                <a:lnTo>
                  <a:pt x="15581" y="16860"/>
                </a:lnTo>
                <a:lnTo>
                  <a:pt x="15287" y="17883"/>
                </a:lnTo>
                <a:lnTo>
                  <a:pt x="14400" y="20955"/>
                </a:lnTo>
                <a:lnTo>
                  <a:pt x="13145" y="21231"/>
                </a:lnTo>
                <a:lnTo>
                  <a:pt x="11932" y="21428"/>
                </a:lnTo>
                <a:lnTo>
                  <a:pt x="10739" y="21554"/>
                </a:lnTo>
                <a:lnTo>
                  <a:pt x="9545" y="21600"/>
                </a:lnTo>
                <a:lnTo>
                  <a:pt x="8336" y="21575"/>
                </a:lnTo>
                <a:lnTo>
                  <a:pt x="7088" y="21478"/>
                </a:lnTo>
                <a:lnTo>
                  <a:pt x="6575" y="21449"/>
                </a:lnTo>
                <a:lnTo>
                  <a:pt x="5031" y="21365"/>
                </a:lnTo>
                <a:lnTo>
                  <a:pt x="3773" y="21281"/>
                </a:lnTo>
                <a:lnTo>
                  <a:pt x="2515" y="21181"/>
                </a:lnTo>
                <a:lnTo>
                  <a:pt x="1256" y="21072"/>
                </a:lnTo>
                <a:lnTo>
                  <a:pt x="0" y="20955"/>
                </a:lnTo>
                <a:lnTo>
                  <a:pt x="0" y="18876"/>
                </a:lnTo>
                <a:lnTo>
                  <a:pt x="0" y="16764"/>
                </a:lnTo>
                <a:lnTo>
                  <a:pt x="1168" y="16278"/>
                </a:lnTo>
                <a:lnTo>
                  <a:pt x="2335" y="15858"/>
                </a:lnTo>
                <a:lnTo>
                  <a:pt x="3505" y="15494"/>
                </a:lnTo>
                <a:lnTo>
                  <a:pt x="4676" y="15163"/>
                </a:lnTo>
                <a:lnTo>
                  <a:pt x="5852" y="14861"/>
                </a:lnTo>
                <a:lnTo>
                  <a:pt x="7031" y="14572"/>
                </a:lnTo>
                <a:lnTo>
                  <a:pt x="7520" y="14073"/>
                </a:lnTo>
                <a:lnTo>
                  <a:pt x="9000" y="12573"/>
                </a:lnTo>
                <a:lnTo>
                  <a:pt x="9000" y="10083"/>
                </a:lnTo>
                <a:lnTo>
                  <a:pt x="9000" y="7586"/>
                </a:lnTo>
                <a:lnTo>
                  <a:pt x="9000" y="5079"/>
                </a:lnTo>
                <a:lnTo>
                  <a:pt x="9000" y="2552"/>
                </a:lnTo>
                <a:lnTo>
                  <a:pt x="9000" y="0"/>
                </a:lnTo>
                <a:close/>
              </a:path>
            </a:pathLst>
          </a:custGeom>
          <a:solidFill>
            <a:srgbClr val="E2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8" name="contour_11196"/>
          <p:cNvSpPr/>
          <p:nvPr/>
        </p:nvSpPr>
        <p:spPr>
          <a:xfrm>
            <a:off x="4703841" y="4438387"/>
            <a:ext cx="72880" cy="353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68" y="2073"/>
                </a:lnTo>
                <a:lnTo>
                  <a:pt x="11340" y="4183"/>
                </a:lnTo>
                <a:lnTo>
                  <a:pt x="12349" y="6684"/>
                </a:lnTo>
                <a:lnTo>
                  <a:pt x="13431" y="8575"/>
                </a:lnTo>
                <a:lnTo>
                  <a:pt x="14589" y="9971"/>
                </a:lnTo>
                <a:lnTo>
                  <a:pt x="15824" y="10978"/>
                </a:lnTo>
                <a:lnTo>
                  <a:pt x="17140" y="11710"/>
                </a:lnTo>
                <a:lnTo>
                  <a:pt x="18539" y="12280"/>
                </a:lnTo>
                <a:lnTo>
                  <a:pt x="20025" y="12798"/>
                </a:lnTo>
                <a:lnTo>
                  <a:pt x="21600" y="13377"/>
                </a:lnTo>
                <a:lnTo>
                  <a:pt x="20103" y="15335"/>
                </a:lnTo>
                <a:lnTo>
                  <a:pt x="18706" y="17016"/>
                </a:lnTo>
                <a:lnTo>
                  <a:pt x="17377" y="18425"/>
                </a:lnTo>
                <a:lnTo>
                  <a:pt x="16092" y="19567"/>
                </a:lnTo>
                <a:lnTo>
                  <a:pt x="14820" y="20450"/>
                </a:lnTo>
                <a:lnTo>
                  <a:pt x="13535" y="21078"/>
                </a:lnTo>
                <a:lnTo>
                  <a:pt x="12208" y="21462"/>
                </a:lnTo>
                <a:lnTo>
                  <a:pt x="10815" y="21600"/>
                </a:lnTo>
                <a:lnTo>
                  <a:pt x="9323" y="21502"/>
                </a:lnTo>
                <a:lnTo>
                  <a:pt x="7707" y="21176"/>
                </a:lnTo>
                <a:lnTo>
                  <a:pt x="5940" y="20623"/>
                </a:lnTo>
                <a:lnTo>
                  <a:pt x="4452" y="19959"/>
                </a:lnTo>
                <a:lnTo>
                  <a:pt x="2966" y="19277"/>
                </a:lnTo>
                <a:lnTo>
                  <a:pt x="1482" y="18572"/>
                </a:lnTo>
                <a:lnTo>
                  <a:pt x="0" y="17836"/>
                </a:lnTo>
                <a:lnTo>
                  <a:pt x="0" y="14889"/>
                </a:lnTo>
                <a:lnTo>
                  <a:pt x="0" y="11924"/>
                </a:lnTo>
                <a:lnTo>
                  <a:pt x="0" y="8918"/>
                </a:lnTo>
                <a:lnTo>
                  <a:pt x="1527" y="8918"/>
                </a:lnTo>
                <a:lnTo>
                  <a:pt x="3056" y="8918"/>
                </a:lnTo>
                <a:lnTo>
                  <a:pt x="4590" y="8918"/>
                </a:lnTo>
                <a:lnTo>
                  <a:pt x="6130" y="8918"/>
                </a:lnTo>
                <a:lnTo>
                  <a:pt x="7677" y="8918"/>
                </a:lnTo>
                <a:lnTo>
                  <a:pt x="9232" y="8918"/>
                </a:lnTo>
                <a:lnTo>
                  <a:pt x="10800" y="8918"/>
                </a:lnTo>
                <a:lnTo>
                  <a:pt x="10800" y="5971"/>
                </a:lnTo>
                <a:lnTo>
                  <a:pt x="10800" y="3005"/>
                </a:lnTo>
                <a:lnTo>
                  <a:pt x="10800" y="0"/>
                </a:lnTo>
                <a:close/>
              </a:path>
            </a:pathLst>
          </a:custGeom>
          <a:solidFill>
            <a:srgbClr val="2B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199" name="contour_11197"/>
          <p:cNvSpPr/>
          <p:nvPr/>
        </p:nvSpPr>
        <p:spPr>
          <a:xfrm>
            <a:off x="7486200" y="4423811"/>
            <a:ext cx="3080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0" y="0"/>
                </a:moveTo>
                <a:lnTo>
                  <a:pt x="4195" y="0"/>
                </a:lnTo>
                <a:lnTo>
                  <a:pt x="7241" y="0"/>
                </a:lnTo>
                <a:lnTo>
                  <a:pt x="10297" y="0"/>
                </a:lnTo>
                <a:lnTo>
                  <a:pt x="13378" y="0"/>
                </a:lnTo>
                <a:lnTo>
                  <a:pt x="16490" y="0"/>
                </a:lnTo>
                <a:lnTo>
                  <a:pt x="16996" y="2138"/>
                </a:lnTo>
                <a:lnTo>
                  <a:pt x="17502" y="4280"/>
                </a:lnTo>
                <a:lnTo>
                  <a:pt x="18008" y="6421"/>
                </a:lnTo>
                <a:lnTo>
                  <a:pt x="18519" y="8566"/>
                </a:lnTo>
                <a:lnTo>
                  <a:pt x="19025" y="10720"/>
                </a:lnTo>
                <a:lnTo>
                  <a:pt x="19536" y="12877"/>
                </a:lnTo>
                <a:lnTo>
                  <a:pt x="20047" y="15043"/>
                </a:lnTo>
                <a:lnTo>
                  <a:pt x="20563" y="17218"/>
                </a:lnTo>
                <a:lnTo>
                  <a:pt x="21079" y="19403"/>
                </a:lnTo>
                <a:lnTo>
                  <a:pt x="21600" y="21600"/>
                </a:lnTo>
                <a:lnTo>
                  <a:pt x="16250" y="20483"/>
                </a:lnTo>
                <a:lnTo>
                  <a:pt x="12305" y="19625"/>
                </a:lnTo>
                <a:lnTo>
                  <a:pt x="9408" y="18919"/>
                </a:lnTo>
                <a:lnTo>
                  <a:pt x="7205" y="18252"/>
                </a:lnTo>
                <a:lnTo>
                  <a:pt x="5330" y="17521"/>
                </a:lnTo>
                <a:lnTo>
                  <a:pt x="3434" y="16617"/>
                </a:lnTo>
                <a:lnTo>
                  <a:pt x="1160" y="15429"/>
                </a:lnTo>
                <a:lnTo>
                  <a:pt x="511" y="13191"/>
                </a:lnTo>
                <a:lnTo>
                  <a:pt x="133" y="10994"/>
                </a:lnTo>
                <a:lnTo>
                  <a:pt x="0" y="8816"/>
                </a:lnTo>
                <a:lnTo>
                  <a:pt x="66" y="6644"/>
                </a:lnTo>
                <a:lnTo>
                  <a:pt x="307" y="4462"/>
                </a:lnTo>
                <a:lnTo>
                  <a:pt x="680" y="2253"/>
                </a:lnTo>
                <a:lnTo>
                  <a:pt x="1160" y="0"/>
                </a:lnTo>
                <a:close/>
              </a:path>
            </a:pathLst>
          </a:custGeom>
          <a:solidFill>
            <a:srgbClr val="2C28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0" name="contour_11198"/>
          <p:cNvSpPr/>
          <p:nvPr/>
        </p:nvSpPr>
        <p:spPr>
          <a:xfrm>
            <a:off x="5418064" y="4444013"/>
            <a:ext cx="58304" cy="30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5"/>
                </a:moveTo>
                <a:lnTo>
                  <a:pt x="1831" y="792"/>
                </a:lnTo>
                <a:lnTo>
                  <a:pt x="3640" y="470"/>
                </a:lnTo>
                <a:lnTo>
                  <a:pt x="5435" y="220"/>
                </a:lnTo>
                <a:lnTo>
                  <a:pt x="7220" y="56"/>
                </a:lnTo>
                <a:lnTo>
                  <a:pt x="9002" y="0"/>
                </a:lnTo>
                <a:lnTo>
                  <a:pt x="10787" y="66"/>
                </a:lnTo>
                <a:lnTo>
                  <a:pt x="12577" y="271"/>
                </a:lnTo>
                <a:lnTo>
                  <a:pt x="14380" y="628"/>
                </a:lnTo>
                <a:lnTo>
                  <a:pt x="16200" y="1165"/>
                </a:lnTo>
                <a:lnTo>
                  <a:pt x="17402" y="3791"/>
                </a:lnTo>
                <a:lnTo>
                  <a:pt x="18411" y="6473"/>
                </a:lnTo>
                <a:lnTo>
                  <a:pt x="19259" y="9226"/>
                </a:lnTo>
                <a:lnTo>
                  <a:pt x="19972" y="12093"/>
                </a:lnTo>
                <a:lnTo>
                  <a:pt x="20582" y="15091"/>
                </a:lnTo>
                <a:lnTo>
                  <a:pt x="21114" y="18249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0" y="21600"/>
                </a:lnTo>
                <a:lnTo>
                  <a:pt x="14440" y="21600"/>
                </a:lnTo>
                <a:lnTo>
                  <a:pt x="12628" y="21600"/>
                </a:lnTo>
                <a:lnTo>
                  <a:pt x="10800" y="21600"/>
                </a:lnTo>
                <a:lnTo>
                  <a:pt x="10800" y="18223"/>
                </a:lnTo>
                <a:lnTo>
                  <a:pt x="10800" y="14826"/>
                </a:lnTo>
                <a:lnTo>
                  <a:pt x="10800" y="11382"/>
                </a:lnTo>
                <a:lnTo>
                  <a:pt x="9026" y="9988"/>
                </a:lnTo>
                <a:lnTo>
                  <a:pt x="7625" y="9242"/>
                </a:lnTo>
                <a:lnTo>
                  <a:pt x="5400" y="8511"/>
                </a:lnTo>
                <a:lnTo>
                  <a:pt x="3175" y="7776"/>
                </a:lnTo>
                <a:lnTo>
                  <a:pt x="1774" y="7193"/>
                </a:lnTo>
                <a:lnTo>
                  <a:pt x="0" y="6274"/>
                </a:lnTo>
                <a:lnTo>
                  <a:pt x="0" y="3740"/>
                </a:lnTo>
                <a:lnTo>
                  <a:pt x="0" y="1165"/>
                </a:lnTo>
                <a:close/>
              </a:path>
            </a:pathLst>
          </a:custGeom>
          <a:solidFill>
            <a:srgbClr val="736C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1" name="contour_11199"/>
          <p:cNvSpPr/>
          <p:nvPr/>
        </p:nvSpPr>
        <p:spPr>
          <a:xfrm>
            <a:off x="8674579" y="4358219"/>
            <a:ext cx="3036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6" y="0"/>
                </a:moveTo>
                <a:lnTo>
                  <a:pt x="3836" y="1075"/>
                </a:lnTo>
                <a:lnTo>
                  <a:pt x="6702" y="2158"/>
                </a:lnTo>
                <a:lnTo>
                  <a:pt x="9465" y="3264"/>
                </a:lnTo>
                <a:lnTo>
                  <a:pt x="12114" y="4406"/>
                </a:lnTo>
                <a:lnTo>
                  <a:pt x="14659" y="5597"/>
                </a:lnTo>
                <a:lnTo>
                  <a:pt x="17085" y="6850"/>
                </a:lnTo>
                <a:lnTo>
                  <a:pt x="19402" y="8179"/>
                </a:lnTo>
                <a:lnTo>
                  <a:pt x="21600" y="9600"/>
                </a:lnTo>
                <a:lnTo>
                  <a:pt x="21595" y="11198"/>
                </a:lnTo>
                <a:lnTo>
                  <a:pt x="21377" y="12739"/>
                </a:lnTo>
                <a:lnTo>
                  <a:pt x="20957" y="14239"/>
                </a:lnTo>
                <a:lnTo>
                  <a:pt x="20351" y="15713"/>
                </a:lnTo>
                <a:lnTo>
                  <a:pt x="19584" y="17172"/>
                </a:lnTo>
                <a:lnTo>
                  <a:pt x="18656" y="18629"/>
                </a:lnTo>
                <a:lnTo>
                  <a:pt x="17598" y="20100"/>
                </a:lnTo>
                <a:lnTo>
                  <a:pt x="16416" y="21600"/>
                </a:lnTo>
                <a:lnTo>
                  <a:pt x="13187" y="20467"/>
                </a:lnTo>
                <a:lnTo>
                  <a:pt x="10326" y="19409"/>
                </a:lnTo>
                <a:lnTo>
                  <a:pt x="7744" y="18348"/>
                </a:lnTo>
                <a:lnTo>
                  <a:pt x="5365" y="17208"/>
                </a:lnTo>
                <a:lnTo>
                  <a:pt x="3095" y="15919"/>
                </a:lnTo>
                <a:lnTo>
                  <a:pt x="866" y="14400"/>
                </a:lnTo>
                <a:lnTo>
                  <a:pt x="477" y="12787"/>
                </a:lnTo>
                <a:lnTo>
                  <a:pt x="213" y="11184"/>
                </a:lnTo>
                <a:lnTo>
                  <a:pt x="57" y="9590"/>
                </a:lnTo>
                <a:lnTo>
                  <a:pt x="0" y="7999"/>
                </a:lnTo>
                <a:lnTo>
                  <a:pt x="41" y="6410"/>
                </a:lnTo>
                <a:lnTo>
                  <a:pt x="156" y="4819"/>
                </a:lnTo>
                <a:lnTo>
                  <a:pt x="337" y="3223"/>
                </a:lnTo>
                <a:lnTo>
                  <a:pt x="581" y="1618"/>
                </a:lnTo>
                <a:lnTo>
                  <a:pt x="866" y="0"/>
                </a:lnTo>
                <a:close/>
              </a:path>
            </a:pathLst>
          </a:custGeom>
          <a:solidFill>
            <a:srgbClr val="E5E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2" name="contour_11200"/>
          <p:cNvSpPr/>
          <p:nvPr/>
        </p:nvSpPr>
        <p:spPr>
          <a:xfrm>
            <a:off x="8034184" y="4336355"/>
            <a:ext cx="2942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99" y="0"/>
                </a:moveTo>
                <a:lnTo>
                  <a:pt x="12188" y="1222"/>
                </a:lnTo>
                <a:lnTo>
                  <a:pt x="13285" y="2351"/>
                </a:lnTo>
                <a:lnTo>
                  <a:pt x="14163" y="3411"/>
                </a:lnTo>
                <a:lnTo>
                  <a:pt x="14773" y="4423"/>
                </a:lnTo>
                <a:lnTo>
                  <a:pt x="15083" y="5412"/>
                </a:lnTo>
                <a:lnTo>
                  <a:pt x="15062" y="6401"/>
                </a:lnTo>
                <a:lnTo>
                  <a:pt x="14666" y="7410"/>
                </a:lnTo>
                <a:lnTo>
                  <a:pt x="13863" y="8466"/>
                </a:lnTo>
                <a:lnTo>
                  <a:pt x="12622" y="9587"/>
                </a:lnTo>
                <a:lnTo>
                  <a:pt x="10899" y="10800"/>
                </a:lnTo>
                <a:lnTo>
                  <a:pt x="13617" y="11036"/>
                </a:lnTo>
                <a:lnTo>
                  <a:pt x="16373" y="11277"/>
                </a:lnTo>
                <a:lnTo>
                  <a:pt x="18968" y="11806"/>
                </a:lnTo>
                <a:lnTo>
                  <a:pt x="21600" y="12343"/>
                </a:lnTo>
                <a:lnTo>
                  <a:pt x="21525" y="13424"/>
                </a:lnTo>
                <a:lnTo>
                  <a:pt x="21381" y="14211"/>
                </a:lnTo>
                <a:lnTo>
                  <a:pt x="21076" y="14930"/>
                </a:lnTo>
                <a:lnTo>
                  <a:pt x="20514" y="15807"/>
                </a:lnTo>
                <a:lnTo>
                  <a:pt x="19594" y="17067"/>
                </a:lnTo>
                <a:lnTo>
                  <a:pt x="19000" y="17914"/>
                </a:lnTo>
                <a:lnTo>
                  <a:pt x="18400" y="18766"/>
                </a:lnTo>
                <a:lnTo>
                  <a:pt x="17796" y="19630"/>
                </a:lnTo>
                <a:lnTo>
                  <a:pt x="17031" y="20608"/>
                </a:lnTo>
                <a:lnTo>
                  <a:pt x="16249" y="21600"/>
                </a:lnTo>
                <a:lnTo>
                  <a:pt x="12622" y="19645"/>
                </a:lnTo>
                <a:lnTo>
                  <a:pt x="9524" y="17957"/>
                </a:lnTo>
                <a:lnTo>
                  <a:pt x="6918" y="16505"/>
                </a:lnTo>
                <a:lnTo>
                  <a:pt x="4778" y="15256"/>
                </a:lnTo>
                <a:lnTo>
                  <a:pt x="3077" y="14177"/>
                </a:lnTo>
                <a:lnTo>
                  <a:pt x="1776" y="13236"/>
                </a:lnTo>
                <a:lnTo>
                  <a:pt x="851" y="12401"/>
                </a:lnTo>
                <a:lnTo>
                  <a:pt x="268" y="11641"/>
                </a:lnTo>
                <a:lnTo>
                  <a:pt x="0" y="10922"/>
                </a:lnTo>
                <a:lnTo>
                  <a:pt x="11" y="10211"/>
                </a:lnTo>
                <a:lnTo>
                  <a:pt x="273" y="9476"/>
                </a:lnTo>
                <a:lnTo>
                  <a:pt x="760" y="8686"/>
                </a:lnTo>
                <a:lnTo>
                  <a:pt x="1434" y="7808"/>
                </a:lnTo>
                <a:lnTo>
                  <a:pt x="2269" y="6810"/>
                </a:lnTo>
                <a:lnTo>
                  <a:pt x="3414" y="5826"/>
                </a:lnTo>
                <a:lnTo>
                  <a:pt x="4585" y="4846"/>
                </a:lnTo>
                <a:lnTo>
                  <a:pt x="5784" y="3871"/>
                </a:lnTo>
                <a:lnTo>
                  <a:pt x="7015" y="2899"/>
                </a:lnTo>
                <a:lnTo>
                  <a:pt x="8272" y="1932"/>
                </a:lnTo>
                <a:lnTo>
                  <a:pt x="9567" y="964"/>
                </a:lnTo>
                <a:lnTo>
                  <a:pt x="10899" y="0"/>
                </a:lnTo>
                <a:close/>
              </a:path>
            </a:pathLst>
          </a:custGeom>
          <a:solidFill>
            <a:srgbClr val="E3E6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3" name="contour_11201"/>
          <p:cNvSpPr/>
          <p:nvPr/>
        </p:nvSpPr>
        <p:spPr>
          <a:xfrm>
            <a:off x="5665856" y="4364399"/>
            <a:ext cx="51016" cy="66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59"/>
                </a:moveTo>
                <a:lnTo>
                  <a:pt x="2080" y="120"/>
                </a:lnTo>
                <a:lnTo>
                  <a:pt x="3604" y="0"/>
                </a:lnTo>
                <a:lnTo>
                  <a:pt x="5011" y="0"/>
                </a:lnTo>
                <a:lnTo>
                  <a:pt x="6745" y="120"/>
                </a:lnTo>
                <a:lnTo>
                  <a:pt x="9257" y="359"/>
                </a:lnTo>
                <a:lnTo>
                  <a:pt x="10683" y="1680"/>
                </a:lnTo>
                <a:lnTo>
                  <a:pt x="11966" y="2950"/>
                </a:lnTo>
                <a:lnTo>
                  <a:pt x="13145" y="4208"/>
                </a:lnTo>
                <a:lnTo>
                  <a:pt x="14250" y="5497"/>
                </a:lnTo>
                <a:lnTo>
                  <a:pt x="15321" y="6854"/>
                </a:lnTo>
                <a:lnTo>
                  <a:pt x="16391" y="8324"/>
                </a:lnTo>
                <a:lnTo>
                  <a:pt x="16845" y="8888"/>
                </a:lnTo>
                <a:lnTo>
                  <a:pt x="18206" y="10592"/>
                </a:lnTo>
                <a:lnTo>
                  <a:pt x="19011" y="11704"/>
                </a:lnTo>
                <a:lnTo>
                  <a:pt x="19591" y="12587"/>
                </a:lnTo>
                <a:lnTo>
                  <a:pt x="20107" y="13542"/>
                </a:lnTo>
                <a:lnTo>
                  <a:pt x="20724" y="14874"/>
                </a:lnTo>
                <a:lnTo>
                  <a:pt x="21600" y="16880"/>
                </a:lnTo>
                <a:lnTo>
                  <a:pt x="19949" y="18581"/>
                </a:lnTo>
                <a:lnTo>
                  <a:pt x="18758" y="19641"/>
                </a:lnTo>
                <a:lnTo>
                  <a:pt x="17444" y="20500"/>
                </a:lnTo>
                <a:lnTo>
                  <a:pt x="15429" y="21600"/>
                </a:lnTo>
                <a:lnTo>
                  <a:pt x="14136" y="20276"/>
                </a:lnTo>
                <a:lnTo>
                  <a:pt x="12846" y="18952"/>
                </a:lnTo>
                <a:lnTo>
                  <a:pt x="11559" y="17626"/>
                </a:lnTo>
                <a:lnTo>
                  <a:pt x="10275" y="16297"/>
                </a:lnTo>
                <a:lnTo>
                  <a:pt x="8995" y="14966"/>
                </a:lnTo>
                <a:lnTo>
                  <a:pt x="7714" y="13635"/>
                </a:lnTo>
                <a:lnTo>
                  <a:pt x="6607" y="12509"/>
                </a:lnTo>
                <a:lnTo>
                  <a:pt x="5483" y="11366"/>
                </a:lnTo>
                <a:lnTo>
                  <a:pt x="4437" y="10269"/>
                </a:lnTo>
                <a:lnTo>
                  <a:pt x="3376" y="9155"/>
                </a:lnTo>
                <a:lnTo>
                  <a:pt x="2404" y="8152"/>
                </a:lnTo>
                <a:lnTo>
                  <a:pt x="1416" y="7132"/>
                </a:lnTo>
                <a:lnTo>
                  <a:pt x="725" y="6092"/>
                </a:lnTo>
                <a:lnTo>
                  <a:pt x="305" y="5221"/>
                </a:lnTo>
                <a:lnTo>
                  <a:pt x="89" y="4192"/>
                </a:lnTo>
                <a:lnTo>
                  <a:pt x="12" y="2679"/>
                </a:lnTo>
                <a:lnTo>
                  <a:pt x="0" y="359"/>
                </a:lnTo>
                <a:close/>
              </a:path>
            </a:pathLst>
          </a:custGeom>
          <a:solidFill>
            <a:srgbClr val="F2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4" name="contour_11202"/>
          <p:cNvSpPr/>
          <p:nvPr/>
        </p:nvSpPr>
        <p:spPr>
          <a:xfrm>
            <a:off x="5002649" y="4358219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67E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5" name="contour_11203"/>
          <p:cNvSpPr/>
          <p:nvPr/>
        </p:nvSpPr>
        <p:spPr>
          <a:xfrm>
            <a:off x="4281028" y="4343643"/>
            <a:ext cx="51402" cy="397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08" y="0"/>
                </a:moveTo>
                <a:lnTo>
                  <a:pt x="4624" y="1961"/>
                </a:lnTo>
                <a:lnTo>
                  <a:pt x="6143" y="3925"/>
                </a:lnTo>
                <a:lnTo>
                  <a:pt x="7669" y="5898"/>
                </a:lnTo>
                <a:lnTo>
                  <a:pt x="9200" y="7879"/>
                </a:lnTo>
                <a:lnTo>
                  <a:pt x="10740" y="9871"/>
                </a:lnTo>
                <a:lnTo>
                  <a:pt x="12296" y="11883"/>
                </a:lnTo>
                <a:lnTo>
                  <a:pt x="12902" y="9530"/>
                </a:lnTo>
                <a:lnTo>
                  <a:pt x="13512" y="7170"/>
                </a:lnTo>
                <a:lnTo>
                  <a:pt x="14121" y="4801"/>
                </a:lnTo>
                <a:lnTo>
                  <a:pt x="14737" y="2412"/>
                </a:lnTo>
                <a:lnTo>
                  <a:pt x="15359" y="0"/>
                </a:lnTo>
                <a:lnTo>
                  <a:pt x="17285" y="618"/>
                </a:lnTo>
                <a:lnTo>
                  <a:pt x="18565" y="1236"/>
                </a:lnTo>
                <a:lnTo>
                  <a:pt x="19772" y="2226"/>
                </a:lnTo>
                <a:lnTo>
                  <a:pt x="21484" y="3961"/>
                </a:lnTo>
                <a:lnTo>
                  <a:pt x="21600" y="6924"/>
                </a:lnTo>
                <a:lnTo>
                  <a:pt x="21499" y="9685"/>
                </a:lnTo>
                <a:lnTo>
                  <a:pt x="21159" y="12299"/>
                </a:lnTo>
                <a:lnTo>
                  <a:pt x="20550" y="14819"/>
                </a:lnTo>
                <a:lnTo>
                  <a:pt x="19646" y="17302"/>
                </a:lnTo>
                <a:lnTo>
                  <a:pt x="18421" y="19806"/>
                </a:lnTo>
                <a:lnTo>
                  <a:pt x="16155" y="20701"/>
                </a:lnTo>
                <a:lnTo>
                  <a:pt x="13968" y="21299"/>
                </a:lnTo>
                <a:lnTo>
                  <a:pt x="11827" y="21600"/>
                </a:lnTo>
                <a:lnTo>
                  <a:pt x="9702" y="21600"/>
                </a:lnTo>
                <a:lnTo>
                  <a:pt x="7561" y="21303"/>
                </a:lnTo>
                <a:lnTo>
                  <a:pt x="5375" y="20705"/>
                </a:lnTo>
                <a:lnTo>
                  <a:pt x="3108" y="19806"/>
                </a:lnTo>
                <a:lnTo>
                  <a:pt x="1960" y="17310"/>
                </a:lnTo>
                <a:lnTo>
                  <a:pt x="1099" y="14807"/>
                </a:lnTo>
                <a:lnTo>
                  <a:pt x="502" y="12256"/>
                </a:lnTo>
                <a:lnTo>
                  <a:pt x="144" y="9626"/>
                </a:lnTo>
                <a:lnTo>
                  <a:pt x="0" y="6873"/>
                </a:lnTo>
                <a:lnTo>
                  <a:pt x="46" y="3961"/>
                </a:lnTo>
                <a:lnTo>
                  <a:pt x="1565" y="1996"/>
                </a:lnTo>
                <a:lnTo>
                  <a:pt x="3108" y="0"/>
                </a:lnTo>
                <a:close/>
              </a:path>
            </a:pathLst>
          </a:custGeom>
          <a:solidFill>
            <a:srgbClr val="2A29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6" name="contour_11204"/>
          <p:cNvSpPr/>
          <p:nvPr/>
        </p:nvSpPr>
        <p:spPr>
          <a:xfrm>
            <a:off x="3836570" y="4336355"/>
            <a:ext cx="42693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49" y="0"/>
                </a:moveTo>
                <a:lnTo>
                  <a:pt x="16198" y="1950"/>
                </a:lnTo>
                <a:lnTo>
                  <a:pt x="17522" y="3799"/>
                </a:lnTo>
                <a:lnTo>
                  <a:pt x="18698" y="5591"/>
                </a:lnTo>
                <a:lnTo>
                  <a:pt x="19705" y="7369"/>
                </a:lnTo>
                <a:lnTo>
                  <a:pt x="20520" y="9167"/>
                </a:lnTo>
                <a:lnTo>
                  <a:pt x="21121" y="11029"/>
                </a:lnTo>
                <a:lnTo>
                  <a:pt x="21489" y="12996"/>
                </a:lnTo>
                <a:lnTo>
                  <a:pt x="21600" y="15109"/>
                </a:lnTo>
                <a:lnTo>
                  <a:pt x="21430" y="17407"/>
                </a:lnTo>
                <a:lnTo>
                  <a:pt x="20442" y="18657"/>
                </a:lnTo>
                <a:lnTo>
                  <a:pt x="19447" y="19917"/>
                </a:lnTo>
                <a:lnTo>
                  <a:pt x="18436" y="21191"/>
                </a:lnTo>
                <a:lnTo>
                  <a:pt x="15582" y="21464"/>
                </a:lnTo>
                <a:lnTo>
                  <a:pt x="13580" y="21600"/>
                </a:lnTo>
                <a:lnTo>
                  <a:pt x="11899" y="21600"/>
                </a:lnTo>
                <a:lnTo>
                  <a:pt x="10007" y="21464"/>
                </a:lnTo>
                <a:lnTo>
                  <a:pt x="7375" y="21191"/>
                </a:lnTo>
                <a:lnTo>
                  <a:pt x="7375" y="19190"/>
                </a:lnTo>
                <a:lnTo>
                  <a:pt x="7375" y="17177"/>
                </a:lnTo>
                <a:lnTo>
                  <a:pt x="7375" y="15137"/>
                </a:lnTo>
                <a:lnTo>
                  <a:pt x="4937" y="15137"/>
                </a:lnTo>
                <a:lnTo>
                  <a:pt x="2485" y="15137"/>
                </a:lnTo>
                <a:lnTo>
                  <a:pt x="0" y="15137"/>
                </a:lnTo>
                <a:lnTo>
                  <a:pt x="693" y="12884"/>
                </a:lnTo>
                <a:lnTo>
                  <a:pt x="1232" y="11286"/>
                </a:lnTo>
                <a:lnTo>
                  <a:pt x="1792" y="9905"/>
                </a:lnTo>
                <a:lnTo>
                  <a:pt x="2552" y="8307"/>
                </a:lnTo>
                <a:lnTo>
                  <a:pt x="3687" y="6055"/>
                </a:lnTo>
                <a:lnTo>
                  <a:pt x="6125" y="6055"/>
                </a:lnTo>
                <a:lnTo>
                  <a:pt x="8577" y="6055"/>
                </a:lnTo>
                <a:lnTo>
                  <a:pt x="11062" y="6055"/>
                </a:lnTo>
                <a:lnTo>
                  <a:pt x="12415" y="4256"/>
                </a:lnTo>
                <a:lnTo>
                  <a:pt x="13252" y="3027"/>
                </a:lnTo>
                <a:lnTo>
                  <a:pt x="13912" y="1798"/>
                </a:lnTo>
                <a:lnTo>
                  <a:pt x="14749" y="0"/>
                </a:lnTo>
                <a:close/>
              </a:path>
            </a:pathLst>
          </a:custGeom>
          <a:solidFill>
            <a:srgbClr val="F8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7" name="contour_11205"/>
          <p:cNvSpPr/>
          <p:nvPr/>
        </p:nvSpPr>
        <p:spPr>
          <a:xfrm>
            <a:off x="7291078" y="4321779"/>
            <a:ext cx="87456" cy="35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90" y="312"/>
                </a:lnTo>
                <a:lnTo>
                  <a:pt x="2740" y="660"/>
                </a:lnTo>
                <a:lnTo>
                  <a:pt x="4057" y="1062"/>
                </a:lnTo>
                <a:lnTo>
                  <a:pt x="5341" y="1517"/>
                </a:lnTo>
                <a:lnTo>
                  <a:pt x="6595" y="2035"/>
                </a:lnTo>
                <a:lnTo>
                  <a:pt x="7825" y="2624"/>
                </a:lnTo>
                <a:lnTo>
                  <a:pt x="9031" y="3289"/>
                </a:lnTo>
                <a:lnTo>
                  <a:pt x="10215" y="4039"/>
                </a:lnTo>
                <a:lnTo>
                  <a:pt x="11383" y="4882"/>
                </a:lnTo>
                <a:lnTo>
                  <a:pt x="12537" y="5828"/>
                </a:lnTo>
                <a:lnTo>
                  <a:pt x="13680" y="6877"/>
                </a:lnTo>
                <a:lnTo>
                  <a:pt x="14814" y="8042"/>
                </a:lnTo>
                <a:lnTo>
                  <a:pt x="15941" y="9332"/>
                </a:lnTo>
                <a:lnTo>
                  <a:pt x="17066" y="10746"/>
                </a:lnTo>
                <a:lnTo>
                  <a:pt x="18193" y="12300"/>
                </a:lnTo>
                <a:lnTo>
                  <a:pt x="19321" y="13995"/>
                </a:lnTo>
                <a:lnTo>
                  <a:pt x="20455" y="15843"/>
                </a:lnTo>
                <a:lnTo>
                  <a:pt x="21600" y="17851"/>
                </a:lnTo>
                <a:lnTo>
                  <a:pt x="20308" y="19172"/>
                </a:lnTo>
                <a:lnTo>
                  <a:pt x="19134" y="20221"/>
                </a:lnTo>
                <a:lnTo>
                  <a:pt x="18027" y="20984"/>
                </a:lnTo>
                <a:lnTo>
                  <a:pt x="16931" y="21448"/>
                </a:lnTo>
                <a:lnTo>
                  <a:pt x="15790" y="21600"/>
                </a:lnTo>
                <a:lnTo>
                  <a:pt x="14551" y="21430"/>
                </a:lnTo>
                <a:lnTo>
                  <a:pt x="13162" y="20922"/>
                </a:lnTo>
                <a:lnTo>
                  <a:pt x="12382" y="19909"/>
                </a:lnTo>
                <a:lnTo>
                  <a:pt x="11596" y="18887"/>
                </a:lnTo>
                <a:lnTo>
                  <a:pt x="10800" y="17851"/>
                </a:lnTo>
                <a:lnTo>
                  <a:pt x="10800" y="14901"/>
                </a:lnTo>
                <a:lnTo>
                  <a:pt x="10800" y="11934"/>
                </a:lnTo>
                <a:lnTo>
                  <a:pt x="10800" y="8926"/>
                </a:lnTo>
                <a:lnTo>
                  <a:pt x="9855" y="9082"/>
                </a:lnTo>
                <a:lnTo>
                  <a:pt x="8894" y="9238"/>
                </a:lnTo>
                <a:lnTo>
                  <a:pt x="7663" y="9359"/>
                </a:lnTo>
                <a:lnTo>
                  <a:pt x="6412" y="9483"/>
                </a:lnTo>
                <a:lnTo>
                  <a:pt x="5188" y="9640"/>
                </a:lnTo>
                <a:lnTo>
                  <a:pt x="3944" y="9796"/>
                </a:lnTo>
                <a:lnTo>
                  <a:pt x="2880" y="9363"/>
                </a:lnTo>
                <a:lnTo>
                  <a:pt x="1800" y="8926"/>
                </a:lnTo>
                <a:lnTo>
                  <a:pt x="1103" y="6257"/>
                </a:lnTo>
                <a:lnTo>
                  <a:pt x="684" y="4436"/>
                </a:lnTo>
                <a:lnTo>
                  <a:pt x="373" y="2629"/>
                </a:lnTo>
                <a:lnTo>
                  <a:pt x="0" y="0"/>
                </a:lnTo>
                <a:close/>
              </a:path>
            </a:pathLst>
          </a:custGeom>
          <a:solidFill>
            <a:srgbClr val="CCD0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8" name="contour_11206"/>
          <p:cNvSpPr/>
          <p:nvPr/>
        </p:nvSpPr>
        <p:spPr>
          <a:xfrm>
            <a:off x="9694053" y="4307203"/>
            <a:ext cx="3850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0" y="2106"/>
                </a:lnTo>
                <a:lnTo>
                  <a:pt x="20382" y="4061"/>
                </a:lnTo>
                <a:lnTo>
                  <a:pt x="19564" y="5881"/>
                </a:lnTo>
                <a:lnTo>
                  <a:pt x="18611" y="7579"/>
                </a:lnTo>
                <a:lnTo>
                  <a:pt x="17516" y="9172"/>
                </a:lnTo>
                <a:lnTo>
                  <a:pt x="16277" y="10681"/>
                </a:lnTo>
                <a:lnTo>
                  <a:pt x="14899" y="12120"/>
                </a:lnTo>
                <a:lnTo>
                  <a:pt x="13378" y="13503"/>
                </a:lnTo>
                <a:lnTo>
                  <a:pt x="11710" y="14850"/>
                </a:lnTo>
                <a:lnTo>
                  <a:pt x="9894" y="16176"/>
                </a:lnTo>
                <a:lnTo>
                  <a:pt x="7932" y="17499"/>
                </a:lnTo>
                <a:lnTo>
                  <a:pt x="5826" y="18833"/>
                </a:lnTo>
                <a:lnTo>
                  <a:pt x="3565" y="20193"/>
                </a:lnTo>
                <a:lnTo>
                  <a:pt x="1157" y="21600"/>
                </a:lnTo>
                <a:lnTo>
                  <a:pt x="613" y="18185"/>
                </a:lnTo>
                <a:lnTo>
                  <a:pt x="225" y="15485"/>
                </a:lnTo>
                <a:lnTo>
                  <a:pt x="12" y="13365"/>
                </a:lnTo>
                <a:lnTo>
                  <a:pt x="0" y="11694"/>
                </a:lnTo>
                <a:lnTo>
                  <a:pt x="204" y="10338"/>
                </a:lnTo>
                <a:lnTo>
                  <a:pt x="646" y="9164"/>
                </a:lnTo>
                <a:lnTo>
                  <a:pt x="1345" y="8038"/>
                </a:lnTo>
                <a:lnTo>
                  <a:pt x="2326" y="6828"/>
                </a:lnTo>
                <a:lnTo>
                  <a:pt x="3602" y="5400"/>
                </a:lnTo>
                <a:lnTo>
                  <a:pt x="6100" y="3712"/>
                </a:lnTo>
                <a:lnTo>
                  <a:pt x="8267" y="2400"/>
                </a:lnTo>
                <a:lnTo>
                  <a:pt x="10311" y="1423"/>
                </a:lnTo>
                <a:lnTo>
                  <a:pt x="12454" y="737"/>
                </a:lnTo>
                <a:lnTo>
                  <a:pt x="14907" y="300"/>
                </a:lnTo>
                <a:lnTo>
                  <a:pt x="17883" y="67"/>
                </a:lnTo>
                <a:lnTo>
                  <a:pt x="21600" y="0"/>
                </a:lnTo>
                <a:close/>
              </a:path>
            </a:pathLst>
          </a:custGeom>
          <a:solidFill>
            <a:srgbClr val="B9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09" name="contour_11207"/>
          <p:cNvSpPr/>
          <p:nvPr/>
        </p:nvSpPr>
        <p:spPr>
          <a:xfrm>
            <a:off x="1095608" y="4314491"/>
            <a:ext cx="4440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0" y="0"/>
                </a:moveTo>
                <a:lnTo>
                  <a:pt x="3052" y="1223"/>
                </a:lnTo>
                <a:lnTo>
                  <a:pt x="5360" y="2395"/>
                </a:lnTo>
                <a:lnTo>
                  <a:pt x="7313" y="3564"/>
                </a:lnTo>
                <a:lnTo>
                  <a:pt x="8958" y="4784"/>
                </a:lnTo>
                <a:lnTo>
                  <a:pt x="10355" y="6110"/>
                </a:lnTo>
                <a:lnTo>
                  <a:pt x="11553" y="7592"/>
                </a:lnTo>
                <a:lnTo>
                  <a:pt x="12610" y="9283"/>
                </a:lnTo>
                <a:lnTo>
                  <a:pt x="13578" y="11235"/>
                </a:lnTo>
                <a:lnTo>
                  <a:pt x="14510" y="13500"/>
                </a:lnTo>
                <a:lnTo>
                  <a:pt x="16740" y="15387"/>
                </a:lnTo>
                <a:lnTo>
                  <a:pt x="18222" y="16581"/>
                </a:lnTo>
                <a:lnTo>
                  <a:pt x="19618" y="17582"/>
                </a:lnTo>
                <a:lnTo>
                  <a:pt x="21600" y="18900"/>
                </a:lnTo>
                <a:lnTo>
                  <a:pt x="19445" y="19340"/>
                </a:lnTo>
                <a:lnTo>
                  <a:pt x="17286" y="19767"/>
                </a:lnTo>
                <a:lnTo>
                  <a:pt x="15123" y="20180"/>
                </a:lnTo>
                <a:lnTo>
                  <a:pt x="12957" y="20588"/>
                </a:lnTo>
                <a:lnTo>
                  <a:pt x="10547" y="21057"/>
                </a:lnTo>
                <a:lnTo>
                  <a:pt x="8097" y="21538"/>
                </a:lnTo>
                <a:lnTo>
                  <a:pt x="6002" y="21568"/>
                </a:lnTo>
                <a:lnTo>
                  <a:pt x="3875" y="21600"/>
                </a:lnTo>
                <a:lnTo>
                  <a:pt x="2407" y="20039"/>
                </a:lnTo>
                <a:lnTo>
                  <a:pt x="1354" y="18430"/>
                </a:lnTo>
                <a:lnTo>
                  <a:pt x="656" y="16775"/>
                </a:lnTo>
                <a:lnTo>
                  <a:pt x="238" y="15071"/>
                </a:lnTo>
                <a:lnTo>
                  <a:pt x="43" y="13319"/>
                </a:lnTo>
                <a:lnTo>
                  <a:pt x="0" y="11518"/>
                </a:lnTo>
                <a:lnTo>
                  <a:pt x="43" y="9666"/>
                </a:lnTo>
                <a:lnTo>
                  <a:pt x="110" y="7762"/>
                </a:lnTo>
                <a:lnTo>
                  <a:pt x="142" y="6305"/>
                </a:lnTo>
                <a:lnTo>
                  <a:pt x="174" y="4838"/>
                </a:lnTo>
                <a:lnTo>
                  <a:pt x="206" y="3353"/>
                </a:lnTo>
                <a:lnTo>
                  <a:pt x="266" y="1688"/>
                </a:lnTo>
                <a:lnTo>
                  <a:pt x="330" y="0"/>
                </a:lnTo>
                <a:close/>
              </a:path>
            </a:pathLst>
          </a:custGeom>
          <a:solidFill>
            <a:srgbClr val="F6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0" name="contour_11208"/>
          <p:cNvSpPr/>
          <p:nvPr/>
        </p:nvSpPr>
        <p:spPr>
          <a:xfrm>
            <a:off x="7968861" y="4299915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435" y="2138"/>
                </a:lnTo>
                <a:lnTo>
                  <a:pt x="19972" y="4284"/>
                </a:lnTo>
                <a:lnTo>
                  <a:pt x="20509" y="6437"/>
                </a:lnTo>
                <a:lnTo>
                  <a:pt x="21052" y="8608"/>
                </a:lnTo>
                <a:lnTo>
                  <a:pt x="21600" y="10800"/>
                </a:lnTo>
                <a:lnTo>
                  <a:pt x="19815" y="10800"/>
                </a:lnTo>
                <a:lnTo>
                  <a:pt x="18020" y="10800"/>
                </a:lnTo>
                <a:lnTo>
                  <a:pt x="16200" y="10800"/>
                </a:lnTo>
                <a:lnTo>
                  <a:pt x="16200" y="13180"/>
                </a:lnTo>
                <a:lnTo>
                  <a:pt x="16200" y="15574"/>
                </a:lnTo>
                <a:lnTo>
                  <a:pt x="16200" y="18000"/>
                </a:lnTo>
                <a:lnTo>
                  <a:pt x="14418" y="18396"/>
                </a:lnTo>
                <a:lnTo>
                  <a:pt x="12633" y="18792"/>
                </a:lnTo>
                <a:lnTo>
                  <a:pt x="10849" y="19188"/>
                </a:lnTo>
                <a:lnTo>
                  <a:pt x="9059" y="19588"/>
                </a:lnTo>
                <a:lnTo>
                  <a:pt x="7263" y="19987"/>
                </a:lnTo>
                <a:lnTo>
                  <a:pt x="5459" y="20387"/>
                </a:lnTo>
                <a:lnTo>
                  <a:pt x="3650" y="20790"/>
                </a:lnTo>
                <a:lnTo>
                  <a:pt x="1831" y="2119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54"/>
                </a:lnTo>
                <a:lnTo>
                  <a:pt x="0" y="12053"/>
                </a:lnTo>
                <a:lnTo>
                  <a:pt x="0" y="9637"/>
                </a:lnTo>
                <a:lnTo>
                  <a:pt x="0" y="7200"/>
                </a:lnTo>
                <a:lnTo>
                  <a:pt x="859" y="7038"/>
                </a:lnTo>
                <a:lnTo>
                  <a:pt x="3448" y="6538"/>
                </a:lnTo>
                <a:lnTo>
                  <a:pt x="4930" y="6239"/>
                </a:lnTo>
                <a:lnTo>
                  <a:pt x="6421" y="5933"/>
                </a:lnTo>
                <a:lnTo>
                  <a:pt x="7933" y="5623"/>
                </a:lnTo>
                <a:lnTo>
                  <a:pt x="9407" y="5332"/>
                </a:lnTo>
                <a:lnTo>
                  <a:pt x="10889" y="5036"/>
                </a:lnTo>
                <a:lnTo>
                  <a:pt x="12393" y="4738"/>
                </a:lnTo>
                <a:lnTo>
                  <a:pt x="14637" y="4025"/>
                </a:lnTo>
                <a:lnTo>
                  <a:pt x="16062" y="3290"/>
                </a:lnTo>
                <a:lnTo>
                  <a:pt x="17280" y="2099"/>
                </a:lnTo>
                <a:lnTo>
                  <a:pt x="18900" y="0"/>
                </a:lnTo>
                <a:close/>
              </a:path>
            </a:pathLst>
          </a:custGeom>
          <a:solidFill>
            <a:srgbClr val="F9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1" name="contour_11209"/>
          <p:cNvSpPr/>
          <p:nvPr/>
        </p:nvSpPr>
        <p:spPr>
          <a:xfrm>
            <a:off x="4026058" y="429991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9246" y="14312"/>
                </a:lnTo>
                <a:lnTo>
                  <a:pt x="17507" y="15241"/>
                </a:lnTo>
                <a:lnTo>
                  <a:pt x="15865" y="15980"/>
                </a:lnTo>
                <a:lnTo>
                  <a:pt x="13802" y="16762"/>
                </a:lnTo>
                <a:lnTo>
                  <a:pt x="10800" y="17820"/>
                </a:lnTo>
                <a:lnTo>
                  <a:pt x="8791" y="18546"/>
                </a:lnTo>
                <a:lnTo>
                  <a:pt x="6772" y="19276"/>
                </a:lnTo>
                <a:lnTo>
                  <a:pt x="4723" y="20015"/>
                </a:lnTo>
                <a:lnTo>
                  <a:pt x="2380" y="2080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946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2" name="contour_11210"/>
          <p:cNvSpPr/>
          <p:nvPr/>
        </p:nvSpPr>
        <p:spPr>
          <a:xfrm>
            <a:off x="637142" y="4313777"/>
            <a:ext cx="43728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03" y="0"/>
                </a:moveTo>
                <a:lnTo>
                  <a:pt x="12881" y="71"/>
                </a:lnTo>
                <a:lnTo>
                  <a:pt x="15059" y="142"/>
                </a:lnTo>
                <a:lnTo>
                  <a:pt x="17240" y="209"/>
                </a:lnTo>
                <a:lnTo>
                  <a:pt x="19418" y="280"/>
                </a:lnTo>
                <a:lnTo>
                  <a:pt x="21600" y="347"/>
                </a:lnTo>
                <a:lnTo>
                  <a:pt x="20624" y="2869"/>
                </a:lnTo>
                <a:lnTo>
                  <a:pt x="19638" y="5221"/>
                </a:lnTo>
                <a:lnTo>
                  <a:pt x="18598" y="7410"/>
                </a:lnTo>
                <a:lnTo>
                  <a:pt x="17467" y="9447"/>
                </a:lnTo>
                <a:lnTo>
                  <a:pt x="16214" y="11338"/>
                </a:lnTo>
                <a:lnTo>
                  <a:pt x="14796" y="13095"/>
                </a:lnTo>
                <a:lnTo>
                  <a:pt x="13176" y="14725"/>
                </a:lnTo>
                <a:lnTo>
                  <a:pt x="11322" y="16237"/>
                </a:lnTo>
                <a:lnTo>
                  <a:pt x="9191" y="17640"/>
                </a:lnTo>
                <a:lnTo>
                  <a:pt x="6750" y="18943"/>
                </a:lnTo>
                <a:lnTo>
                  <a:pt x="4511" y="19861"/>
                </a:lnTo>
                <a:lnTo>
                  <a:pt x="2264" y="20753"/>
                </a:lnTo>
                <a:lnTo>
                  <a:pt x="0" y="21600"/>
                </a:lnTo>
                <a:lnTo>
                  <a:pt x="382" y="19439"/>
                </a:lnTo>
                <a:lnTo>
                  <a:pt x="774" y="17282"/>
                </a:lnTo>
                <a:lnTo>
                  <a:pt x="1174" y="15121"/>
                </a:lnTo>
                <a:lnTo>
                  <a:pt x="1577" y="12964"/>
                </a:lnTo>
                <a:lnTo>
                  <a:pt x="2016" y="10556"/>
                </a:lnTo>
                <a:lnTo>
                  <a:pt x="2462" y="8108"/>
                </a:lnTo>
                <a:lnTo>
                  <a:pt x="3312" y="5356"/>
                </a:lnTo>
                <a:lnTo>
                  <a:pt x="4349" y="3206"/>
                </a:lnTo>
                <a:lnTo>
                  <a:pt x="5782" y="1622"/>
                </a:lnTo>
                <a:lnTo>
                  <a:pt x="7830" y="567"/>
                </a:lnTo>
                <a:lnTo>
                  <a:pt x="10703" y="0"/>
                </a:lnTo>
                <a:close/>
              </a:path>
            </a:pathLst>
          </a:custGeom>
          <a:solidFill>
            <a:srgbClr val="A9C1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3" name="contour_11211"/>
          <p:cNvSpPr/>
          <p:nvPr/>
        </p:nvSpPr>
        <p:spPr>
          <a:xfrm>
            <a:off x="4630961" y="4270763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3895" y="1728"/>
                </a:lnTo>
                <a:lnTo>
                  <a:pt x="4198" y="3469"/>
                </a:lnTo>
                <a:lnTo>
                  <a:pt x="4500" y="5233"/>
                </a:lnTo>
                <a:lnTo>
                  <a:pt x="5072" y="6998"/>
                </a:lnTo>
                <a:lnTo>
                  <a:pt x="5544" y="8165"/>
                </a:lnTo>
                <a:lnTo>
                  <a:pt x="6170" y="9258"/>
                </a:lnTo>
                <a:lnTo>
                  <a:pt x="7200" y="10800"/>
                </a:lnTo>
                <a:lnTo>
                  <a:pt x="9583" y="11615"/>
                </a:lnTo>
                <a:lnTo>
                  <a:pt x="11876" y="12215"/>
                </a:lnTo>
                <a:lnTo>
                  <a:pt x="14152" y="12652"/>
                </a:lnTo>
                <a:lnTo>
                  <a:pt x="16484" y="12979"/>
                </a:lnTo>
                <a:lnTo>
                  <a:pt x="18940" y="13243"/>
                </a:lnTo>
                <a:lnTo>
                  <a:pt x="21600" y="13500"/>
                </a:lnTo>
                <a:lnTo>
                  <a:pt x="18475" y="16176"/>
                </a:lnTo>
                <a:lnTo>
                  <a:pt x="16279" y="18020"/>
                </a:lnTo>
                <a:lnTo>
                  <a:pt x="14713" y="19259"/>
                </a:lnTo>
                <a:lnTo>
                  <a:pt x="13478" y="20120"/>
                </a:lnTo>
                <a:lnTo>
                  <a:pt x="12272" y="20825"/>
                </a:lnTo>
                <a:lnTo>
                  <a:pt x="10800" y="21600"/>
                </a:lnTo>
                <a:lnTo>
                  <a:pt x="8662" y="21600"/>
                </a:lnTo>
                <a:lnTo>
                  <a:pt x="6516" y="21600"/>
                </a:lnTo>
                <a:lnTo>
                  <a:pt x="4363" y="21600"/>
                </a:lnTo>
                <a:lnTo>
                  <a:pt x="2192" y="21600"/>
                </a:lnTo>
                <a:lnTo>
                  <a:pt x="0" y="21600"/>
                </a:lnTo>
                <a:lnTo>
                  <a:pt x="299" y="19818"/>
                </a:lnTo>
                <a:lnTo>
                  <a:pt x="594" y="18036"/>
                </a:lnTo>
                <a:lnTo>
                  <a:pt x="893" y="16251"/>
                </a:lnTo>
                <a:lnTo>
                  <a:pt x="1188" y="14464"/>
                </a:lnTo>
                <a:lnTo>
                  <a:pt x="1487" y="12674"/>
                </a:lnTo>
                <a:lnTo>
                  <a:pt x="1786" y="10881"/>
                </a:lnTo>
                <a:lnTo>
                  <a:pt x="2084" y="9083"/>
                </a:lnTo>
                <a:lnTo>
                  <a:pt x="2387" y="7279"/>
                </a:lnTo>
                <a:lnTo>
                  <a:pt x="2689" y="5470"/>
                </a:lnTo>
                <a:lnTo>
                  <a:pt x="2992" y="3656"/>
                </a:lnTo>
                <a:lnTo>
                  <a:pt x="3294" y="1831"/>
                </a:lnTo>
                <a:lnTo>
                  <a:pt x="3600" y="0"/>
                </a:lnTo>
                <a:close/>
              </a:path>
            </a:pathLst>
          </a:custGeom>
          <a:solidFill>
            <a:srgbClr val="927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4" name="contour_11212"/>
          <p:cNvSpPr/>
          <p:nvPr/>
        </p:nvSpPr>
        <p:spPr>
          <a:xfrm>
            <a:off x="4244698" y="4270763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3956" y="2138"/>
                </a:lnTo>
                <a:lnTo>
                  <a:pt x="4315" y="4284"/>
                </a:lnTo>
                <a:lnTo>
                  <a:pt x="4673" y="6437"/>
                </a:lnTo>
                <a:lnTo>
                  <a:pt x="5035" y="8608"/>
                </a:lnTo>
                <a:lnTo>
                  <a:pt x="5400" y="10800"/>
                </a:lnTo>
                <a:lnTo>
                  <a:pt x="6633" y="10253"/>
                </a:lnTo>
                <a:lnTo>
                  <a:pt x="7868" y="9702"/>
                </a:lnTo>
                <a:lnTo>
                  <a:pt x="9103" y="9155"/>
                </a:lnTo>
                <a:lnTo>
                  <a:pt x="10339" y="8604"/>
                </a:lnTo>
                <a:lnTo>
                  <a:pt x="11578" y="8053"/>
                </a:lnTo>
                <a:lnTo>
                  <a:pt x="12818" y="7502"/>
                </a:lnTo>
                <a:lnTo>
                  <a:pt x="14062" y="6952"/>
                </a:lnTo>
                <a:lnTo>
                  <a:pt x="15307" y="6397"/>
                </a:lnTo>
                <a:lnTo>
                  <a:pt x="16556" y="5843"/>
                </a:lnTo>
                <a:lnTo>
                  <a:pt x="17811" y="5285"/>
                </a:lnTo>
                <a:lnTo>
                  <a:pt x="19069" y="4723"/>
                </a:lnTo>
                <a:lnTo>
                  <a:pt x="20331" y="4165"/>
                </a:lnTo>
                <a:lnTo>
                  <a:pt x="21600" y="3600"/>
                </a:lnTo>
                <a:lnTo>
                  <a:pt x="21154" y="5382"/>
                </a:lnTo>
                <a:lnTo>
                  <a:pt x="20707" y="7171"/>
                </a:lnTo>
                <a:lnTo>
                  <a:pt x="20255" y="8975"/>
                </a:lnTo>
                <a:lnTo>
                  <a:pt x="19800" y="10800"/>
                </a:lnTo>
                <a:lnTo>
                  <a:pt x="18585" y="11282"/>
                </a:lnTo>
                <a:lnTo>
                  <a:pt x="17375" y="11686"/>
                </a:lnTo>
                <a:lnTo>
                  <a:pt x="16166" y="12020"/>
                </a:lnTo>
                <a:lnTo>
                  <a:pt x="14956" y="12305"/>
                </a:lnTo>
                <a:lnTo>
                  <a:pt x="13745" y="12546"/>
                </a:lnTo>
                <a:lnTo>
                  <a:pt x="12528" y="12762"/>
                </a:lnTo>
                <a:lnTo>
                  <a:pt x="11302" y="12964"/>
                </a:lnTo>
                <a:lnTo>
                  <a:pt x="10069" y="13162"/>
                </a:lnTo>
                <a:lnTo>
                  <a:pt x="9121" y="13572"/>
                </a:lnTo>
                <a:lnTo>
                  <a:pt x="8167" y="13982"/>
                </a:lnTo>
                <a:lnTo>
                  <a:pt x="7200" y="14400"/>
                </a:lnTo>
                <a:lnTo>
                  <a:pt x="6754" y="16182"/>
                </a:lnTo>
                <a:lnTo>
                  <a:pt x="6307" y="17971"/>
                </a:lnTo>
                <a:lnTo>
                  <a:pt x="5855" y="19775"/>
                </a:lnTo>
                <a:lnTo>
                  <a:pt x="5400" y="21600"/>
                </a:lnTo>
                <a:lnTo>
                  <a:pt x="4637" y="19562"/>
                </a:lnTo>
                <a:lnTo>
                  <a:pt x="3872" y="17525"/>
                </a:lnTo>
                <a:lnTo>
                  <a:pt x="3105" y="15480"/>
                </a:lnTo>
                <a:lnTo>
                  <a:pt x="2335" y="13428"/>
                </a:lnTo>
                <a:lnTo>
                  <a:pt x="1562" y="11365"/>
                </a:lnTo>
                <a:lnTo>
                  <a:pt x="783" y="9292"/>
                </a:lnTo>
                <a:lnTo>
                  <a:pt x="0" y="7200"/>
                </a:lnTo>
                <a:lnTo>
                  <a:pt x="1190" y="7200"/>
                </a:lnTo>
                <a:lnTo>
                  <a:pt x="2387" y="7200"/>
                </a:lnTo>
                <a:lnTo>
                  <a:pt x="3600" y="7200"/>
                </a:lnTo>
                <a:lnTo>
                  <a:pt x="3600" y="4820"/>
                </a:lnTo>
                <a:lnTo>
                  <a:pt x="3600" y="2426"/>
                </a:lnTo>
                <a:lnTo>
                  <a:pt x="3600" y="0"/>
                </a:lnTo>
                <a:close/>
              </a:path>
            </a:pathLst>
          </a:custGeom>
          <a:solidFill>
            <a:srgbClr val="3732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5" name="contour_11213"/>
          <p:cNvSpPr/>
          <p:nvPr/>
        </p:nvSpPr>
        <p:spPr>
          <a:xfrm>
            <a:off x="5396200" y="424889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7755" y="2376"/>
                </a:lnTo>
                <a:lnTo>
                  <a:pt x="18230" y="4756"/>
                </a:lnTo>
                <a:lnTo>
                  <a:pt x="18706" y="7135"/>
                </a:lnTo>
                <a:lnTo>
                  <a:pt x="19185" y="9522"/>
                </a:lnTo>
                <a:lnTo>
                  <a:pt x="19665" y="11916"/>
                </a:lnTo>
                <a:lnTo>
                  <a:pt x="20144" y="14321"/>
                </a:lnTo>
                <a:lnTo>
                  <a:pt x="20628" y="16733"/>
                </a:lnTo>
                <a:lnTo>
                  <a:pt x="21112" y="1915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132" y="16369"/>
                </a:lnTo>
                <a:lnTo>
                  <a:pt x="2056" y="12262"/>
                </a:lnTo>
                <a:lnTo>
                  <a:pt x="2838" y="9101"/>
                </a:lnTo>
                <a:lnTo>
                  <a:pt x="3560" y="6703"/>
                </a:lnTo>
                <a:lnTo>
                  <a:pt x="4281" y="4896"/>
                </a:lnTo>
                <a:lnTo>
                  <a:pt x="5080" y="3499"/>
                </a:lnTo>
                <a:lnTo>
                  <a:pt x="6026" y="2336"/>
                </a:lnTo>
                <a:lnTo>
                  <a:pt x="7188" y="1231"/>
                </a:lnTo>
                <a:lnTo>
                  <a:pt x="8640" y="0"/>
                </a:lnTo>
                <a:close/>
              </a:path>
            </a:pathLst>
          </a:custGeom>
          <a:solidFill>
            <a:srgbClr val="A22D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6" name="contour_11214"/>
          <p:cNvSpPr/>
          <p:nvPr/>
        </p:nvSpPr>
        <p:spPr>
          <a:xfrm>
            <a:off x="5228577" y="4263475"/>
            <a:ext cx="383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01" y="0"/>
                </a:lnTo>
                <a:lnTo>
                  <a:pt x="5806" y="0"/>
                </a:lnTo>
                <a:lnTo>
                  <a:pt x="8720" y="0"/>
                </a:lnTo>
                <a:lnTo>
                  <a:pt x="11645" y="0"/>
                </a:lnTo>
                <a:lnTo>
                  <a:pt x="14583" y="0"/>
                </a:lnTo>
                <a:lnTo>
                  <a:pt x="17538" y="0"/>
                </a:lnTo>
                <a:lnTo>
                  <a:pt x="20517" y="0"/>
                </a:lnTo>
                <a:lnTo>
                  <a:pt x="21120" y="4994"/>
                </a:lnTo>
                <a:lnTo>
                  <a:pt x="21481" y="8506"/>
                </a:lnTo>
                <a:lnTo>
                  <a:pt x="21600" y="11007"/>
                </a:lnTo>
                <a:lnTo>
                  <a:pt x="21481" y="12986"/>
                </a:lnTo>
                <a:lnTo>
                  <a:pt x="21120" y="14917"/>
                </a:lnTo>
                <a:lnTo>
                  <a:pt x="20517" y="17280"/>
                </a:lnTo>
                <a:lnTo>
                  <a:pt x="17825" y="18649"/>
                </a:lnTo>
                <a:lnTo>
                  <a:pt x="15223" y="19630"/>
                </a:lnTo>
                <a:lnTo>
                  <a:pt x="12630" y="20321"/>
                </a:lnTo>
                <a:lnTo>
                  <a:pt x="9967" y="20818"/>
                </a:lnTo>
                <a:lnTo>
                  <a:pt x="7148" y="21211"/>
                </a:lnTo>
                <a:lnTo>
                  <a:pt x="4103" y="21600"/>
                </a:lnTo>
                <a:lnTo>
                  <a:pt x="3595" y="18926"/>
                </a:lnTo>
                <a:lnTo>
                  <a:pt x="3086" y="16252"/>
                </a:lnTo>
                <a:lnTo>
                  <a:pt x="2577" y="13569"/>
                </a:lnTo>
                <a:lnTo>
                  <a:pt x="2068" y="10882"/>
                </a:lnTo>
                <a:lnTo>
                  <a:pt x="1555" y="8182"/>
                </a:lnTo>
                <a:lnTo>
                  <a:pt x="1038" y="5469"/>
                </a:lnTo>
                <a:lnTo>
                  <a:pt x="521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F0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7" name="contour_11215"/>
          <p:cNvSpPr/>
          <p:nvPr/>
        </p:nvSpPr>
        <p:spPr>
          <a:xfrm>
            <a:off x="8471733" y="423432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80"/>
                </a:lnTo>
                <a:lnTo>
                  <a:pt x="2084" y="349"/>
                </a:lnTo>
                <a:lnTo>
                  <a:pt x="3175" y="529"/>
                </a:lnTo>
                <a:lnTo>
                  <a:pt x="4536" y="756"/>
                </a:lnTo>
                <a:lnTo>
                  <a:pt x="6343" y="1058"/>
                </a:lnTo>
                <a:lnTo>
                  <a:pt x="8777" y="1462"/>
                </a:lnTo>
                <a:lnTo>
                  <a:pt x="12010" y="2002"/>
                </a:lnTo>
                <a:lnTo>
                  <a:pt x="16225" y="2704"/>
                </a:lnTo>
                <a:lnTo>
                  <a:pt x="21600" y="3600"/>
                </a:lnTo>
                <a:lnTo>
                  <a:pt x="21154" y="5828"/>
                </a:lnTo>
                <a:lnTo>
                  <a:pt x="20707" y="8057"/>
                </a:lnTo>
                <a:lnTo>
                  <a:pt x="20261" y="10292"/>
                </a:lnTo>
                <a:lnTo>
                  <a:pt x="19814" y="12532"/>
                </a:lnTo>
                <a:lnTo>
                  <a:pt x="19364" y="14782"/>
                </a:lnTo>
                <a:lnTo>
                  <a:pt x="18911" y="17042"/>
                </a:lnTo>
                <a:lnTo>
                  <a:pt x="18457" y="19314"/>
                </a:lnTo>
                <a:lnTo>
                  <a:pt x="18000" y="21600"/>
                </a:lnTo>
                <a:lnTo>
                  <a:pt x="13554" y="19872"/>
                </a:lnTo>
                <a:lnTo>
                  <a:pt x="10181" y="18500"/>
                </a:lnTo>
                <a:lnTo>
                  <a:pt x="7690" y="17366"/>
                </a:lnTo>
                <a:lnTo>
                  <a:pt x="5893" y="16337"/>
                </a:lnTo>
                <a:lnTo>
                  <a:pt x="4597" y="15282"/>
                </a:lnTo>
                <a:lnTo>
                  <a:pt x="3618" y="14080"/>
                </a:lnTo>
                <a:lnTo>
                  <a:pt x="2765" y="12600"/>
                </a:lnTo>
                <a:lnTo>
                  <a:pt x="1843" y="10717"/>
                </a:lnTo>
                <a:lnTo>
                  <a:pt x="1375" y="8726"/>
                </a:lnTo>
                <a:lnTo>
                  <a:pt x="1048" y="7175"/>
                </a:lnTo>
                <a:lnTo>
                  <a:pt x="767" y="5548"/>
                </a:lnTo>
                <a:lnTo>
                  <a:pt x="446" y="3326"/>
                </a:lnTo>
                <a:lnTo>
                  <a:pt x="0" y="0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8" name="contour_11216"/>
          <p:cNvSpPr/>
          <p:nvPr/>
        </p:nvSpPr>
        <p:spPr>
          <a:xfrm>
            <a:off x="2240500" y="4212015"/>
            <a:ext cx="58304" cy="36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0"/>
                </a:moveTo>
                <a:lnTo>
                  <a:pt x="21065" y="2795"/>
                </a:lnTo>
                <a:lnTo>
                  <a:pt x="20528" y="5339"/>
                </a:lnTo>
                <a:lnTo>
                  <a:pt x="19991" y="7891"/>
                </a:lnTo>
                <a:lnTo>
                  <a:pt x="19448" y="10465"/>
                </a:lnTo>
                <a:lnTo>
                  <a:pt x="18900" y="13064"/>
                </a:lnTo>
                <a:lnTo>
                  <a:pt x="17563" y="12006"/>
                </a:lnTo>
                <a:lnTo>
                  <a:pt x="16219" y="10947"/>
                </a:lnTo>
                <a:lnTo>
                  <a:pt x="14869" y="9876"/>
                </a:lnTo>
                <a:lnTo>
                  <a:pt x="13500" y="8796"/>
                </a:lnTo>
                <a:lnTo>
                  <a:pt x="13500" y="11331"/>
                </a:lnTo>
                <a:lnTo>
                  <a:pt x="13500" y="13875"/>
                </a:lnTo>
                <a:lnTo>
                  <a:pt x="13500" y="16427"/>
                </a:lnTo>
                <a:lnTo>
                  <a:pt x="13500" y="19001"/>
                </a:lnTo>
                <a:lnTo>
                  <a:pt x="13500" y="21600"/>
                </a:lnTo>
                <a:lnTo>
                  <a:pt x="11810" y="21229"/>
                </a:lnTo>
                <a:lnTo>
                  <a:pt x="10122" y="20832"/>
                </a:lnTo>
                <a:lnTo>
                  <a:pt x="8435" y="20422"/>
                </a:lnTo>
                <a:lnTo>
                  <a:pt x="6750" y="20000"/>
                </a:lnTo>
                <a:lnTo>
                  <a:pt x="4865" y="19551"/>
                </a:lnTo>
                <a:lnTo>
                  <a:pt x="2954" y="19099"/>
                </a:lnTo>
                <a:lnTo>
                  <a:pt x="1488" y="18220"/>
                </a:lnTo>
                <a:lnTo>
                  <a:pt x="0" y="17332"/>
                </a:lnTo>
                <a:lnTo>
                  <a:pt x="0" y="14511"/>
                </a:lnTo>
                <a:lnTo>
                  <a:pt x="0" y="11673"/>
                </a:lnTo>
                <a:lnTo>
                  <a:pt x="0" y="8796"/>
                </a:lnTo>
                <a:lnTo>
                  <a:pt x="1631" y="7238"/>
                </a:lnTo>
                <a:lnTo>
                  <a:pt x="3305" y="5817"/>
                </a:lnTo>
                <a:lnTo>
                  <a:pt x="5019" y="4541"/>
                </a:lnTo>
                <a:lnTo>
                  <a:pt x="6769" y="3410"/>
                </a:lnTo>
                <a:lnTo>
                  <a:pt x="8551" y="2433"/>
                </a:lnTo>
                <a:lnTo>
                  <a:pt x="10360" y="1613"/>
                </a:lnTo>
                <a:lnTo>
                  <a:pt x="12193" y="956"/>
                </a:lnTo>
                <a:lnTo>
                  <a:pt x="14048" y="465"/>
                </a:lnTo>
                <a:lnTo>
                  <a:pt x="15922" y="145"/>
                </a:lnTo>
                <a:lnTo>
                  <a:pt x="17807" y="0"/>
                </a:lnTo>
                <a:lnTo>
                  <a:pt x="19699" y="38"/>
                </a:lnTo>
                <a:lnTo>
                  <a:pt x="21600" y="260"/>
                </a:lnTo>
                <a:close/>
              </a:path>
            </a:pathLst>
          </a:custGeom>
          <a:solidFill>
            <a:srgbClr val="A690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19" name="contour_11217"/>
          <p:cNvSpPr/>
          <p:nvPr/>
        </p:nvSpPr>
        <p:spPr>
          <a:xfrm>
            <a:off x="10075091" y="4205171"/>
            <a:ext cx="65592" cy="381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3" y="285"/>
                </a:lnTo>
                <a:lnTo>
                  <a:pt x="3072" y="599"/>
                </a:lnTo>
                <a:lnTo>
                  <a:pt x="4586" y="959"/>
                </a:lnTo>
                <a:lnTo>
                  <a:pt x="6089" y="1388"/>
                </a:lnTo>
                <a:lnTo>
                  <a:pt x="7579" y="1901"/>
                </a:lnTo>
                <a:lnTo>
                  <a:pt x="9060" y="2516"/>
                </a:lnTo>
                <a:lnTo>
                  <a:pt x="10534" y="3252"/>
                </a:lnTo>
                <a:lnTo>
                  <a:pt x="12000" y="4132"/>
                </a:lnTo>
                <a:lnTo>
                  <a:pt x="12360" y="7329"/>
                </a:lnTo>
                <a:lnTo>
                  <a:pt x="12540" y="9573"/>
                </a:lnTo>
                <a:lnTo>
                  <a:pt x="12540" y="11457"/>
                </a:lnTo>
                <a:lnTo>
                  <a:pt x="12360" y="13576"/>
                </a:lnTo>
                <a:lnTo>
                  <a:pt x="12000" y="16526"/>
                </a:lnTo>
                <a:lnTo>
                  <a:pt x="13714" y="16774"/>
                </a:lnTo>
                <a:lnTo>
                  <a:pt x="14945" y="16898"/>
                </a:lnTo>
                <a:lnTo>
                  <a:pt x="16039" y="16898"/>
                </a:lnTo>
                <a:lnTo>
                  <a:pt x="17342" y="16774"/>
                </a:lnTo>
                <a:lnTo>
                  <a:pt x="19200" y="16526"/>
                </a:lnTo>
                <a:lnTo>
                  <a:pt x="20167" y="14072"/>
                </a:lnTo>
                <a:lnTo>
                  <a:pt x="20738" y="12395"/>
                </a:lnTo>
                <a:lnTo>
                  <a:pt x="21142" y="10717"/>
                </a:lnTo>
                <a:lnTo>
                  <a:pt x="21600" y="8263"/>
                </a:lnTo>
                <a:lnTo>
                  <a:pt x="21600" y="10717"/>
                </a:lnTo>
                <a:lnTo>
                  <a:pt x="21600" y="13180"/>
                </a:lnTo>
                <a:lnTo>
                  <a:pt x="21600" y="15650"/>
                </a:lnTo>
                <a:lnTo>
                  <a:pt x="21600" y="18142"/>
                </a:lnTo>
                <a:lnTo>
                  <a:pt x="21600" y="20658"/>
                </a:lnTo>
                <a:lnTo>
                  <a:pt x="19973" y="20960"/>
                </a:lnTo>
                <a:lnTo>
                  <a:pt x="18365" y="21220"/>
                </a:lnTo>
                <a:lnTo>
                  <a:pt x="16769" y="21422"/>
                </a:lnTo>
                <a:lnTo>
                  <a:pt x="15182" y="21555"/>
                </a:lnTo>
                <a:lnTo>
                  <a:pt x="13598" y="21600"/>
                </a:lnTo>
                <a:lnTo>
                  <a:pt x="12012" y="21546"/>
                </a:lnTo>
                <a:lnTo>
                  <a:pt x="10421" y="21381"/>
                </a:lnTo>
                <a:lnTo>
                  <a:pt x="8818" y="21092"/>
                </a:lnTo>
                <a:lnTo>
                  <a:pt x="7200" y="20658"/>
                </a:lnTo>
                <a:lnTo>
                  <a:pt x="6132" y="18534"/>
                </a:lnTo>
                <a:lnTo>
                  <a:pt x="5234" y="16365"/>
                </a:lnTo>
                <a:lnTo>
                  <a:pt x="4481" y="14138"/>
                </a:lnTo>
                <a:lnTo>
                  <a:pt x="3847" y="11821"/>
                </a:lnTo>
                <a:lnTo>
                  <a:pt x="3305" y="9395"/>
                </a:lnTo>
                <a:lnTo>
                  <a:pt x="2832" y="6842"/>
                </a:lnTo>
                <a:lnTo>
                  <a:pt x="2400" y="4132"/>
                </a:lnTo>
                <a:lnTo>
                  <a:pt x="1805" y="6177"/>
                </a:lnTo>
                <a:lnTo>
                  <a:pt x="1210" y="8230"/>
                </a:lnTo>
                <a:lnTo>
                  <a:pt x="607" y="10300"/>
                </a:lnTo>
                <a:lnTo>
                  <a:pt x="0" y="12395"/>
                </a:lnTo>
                <a:lnTo>
                  <a:pt x="0" y="9941"/>
                </a:lnTo>
                <a:lnTo>
                  <a:pt x="0" y="7478"/>
                </a:lnTo>
                <a:lnTo>
                  <a:pt x="0" y="5007"/>
                </a:lnTo>
                <a:lnTo>
                  <a:pt x="0" y="2516"/>
                </a:lnTo>
                <a:lnTo>
                  <a:pt x="0" y="0"/>
                </a:lnTo>
                <a:close/>
              </a:path>
            </a:pathLst>
          </a:custGeom>
          <a:solidFill>
            <a:srgbClr val="C053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0" name="contour_11218"/>
          <p:cNvSpPr/>
          <p:nvPr/>
        </p:nvSpPr>
        <p:spPr>
          <a:xfrm>
            <a:off x="1316055" y="4168731"/>
            <a:ext cx="4259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23" y="0"/>
                </a:moveTo>
                <a:lnTo>
                  <a:pt x="5484" y="773"/>
                </a:lnTo>
                <a:lnTo>
                  <a:pt x="7228" y="1378"/>
                </a:lnTo>
                <a:lnTo>
                  <a:pt x="8666" y="1949"/>
                </a:lnTo>
                <a:lnTo>
                  <a:pt x="10103" y="2623"/>
                </a:lnTo>
                <a:lnTo>
                  <a:pt x="11848" y="3528"/>
                </a:lnTo>
                <a:lnTo>
                  <a:pt x="14209" y="4800"/>
                </a:lnTo>
                <a:lnTo>
                  <a:pt x="14534" y="6564"/>
                </a:lnTo>
                <a:lnTo>
                  <a:pt x="14593" y="7848"/>
                </a:lnTo>
                <a:lnTo>
                  <a:pt x="14438" y="9749"/>
                </a:lnTo>
                <a:lnTo>
                  <a:pt x="14364" y="11285"/>
                </a:lnTo>
                <a:lnTo>
                  <a:pt x="14287" y="12833"/>
                </a:lnTo>
                <a:lnTo>
                  <a:pt x="14209" y="14400"/>
                </a:lnTo>
                <a:lnTo>
                  <a:pt x="16038" y="14995"/>
                </a:lnTo>
                <a:lnTo>
                  <a:pt x="17879" y="15590"/>
                </a:lnTo>
                <a:lnTo>
                  <a:pt x="19726" y="16193"/>
                </a:lnTo>
                <a:lnTo>
                  <a:pt x="21600" y="16800"/>
                </a:lnTo>
                <a:lnTo>
                  <a:pt x="19313" y="17395"/>
                </a:lnTo>
                <a:lnTo>
                  <a:pt x="17025" y="17988"/>
                </a:lnTo>
                <a:lnTo>
                  <a:pt x="14730" y="18586"/>
                </a:lnTo>
                <a:lnTo>
                  <a:pt x="12432" y="19181"/>
                </a:lnTo>
                <a:lnTo>
                  <a:pt x="10122" y="19781"/>
                </a:lnTo>
                <a:lnTo>
                  <a:pt x="7801" y="20383"/>
                </a:lnTo>
                <a:lnTo>
                  <a:pt x="5469" y="20990"/>
                </a:lnTo>
                <a:lnTo>
                  <a:pt x="3123" y="21600"/>
                </a:lnTo>
                <a:lnTo>
                  <a:pt x="1981" y="19930"/>
                </a:lnTo>
                <a:lnTo>
                  <a:pt x="1123" y="18274"/>
                </a:lnTo>
                <a:lnTo>
                  <a:pt x="525" y="16632"/>
                </a:lnTo>
                <a:lnTo>
                  <a:pt x="159" y="14998"/>
                </a:lnTo>
                <a:lnTo>
                  <a:pt x="0" y="13366"/>
                </a:lnTo>
                <a:lnTo>
                  <a:pt x="26" y="11736"/>
                </a:lnTo>
                <a:lnTo>
                  <a:pt x="207" y="10102"/>
                </a:lnTo>
                <a:lnTo>
                  <a:pt x="517" y="8460"/>
                </a:lnTo>
                <a:lnTo>
                  <a:pt x="931" y="6806"/>
                </a:lnTo>
                <a:lnTo>
                  <a:pt x="1426" y="5136"/>
                </a:lnTo>
                <a:lnTo>
                  <a:pt x="1973" y="3449"/>
                </a:lnTo>
                <a:lnTo>
                  <a:pt x="2546" y="1738"/>
                </a:lnTo>
                <a:lnTo>
                  <a:pt x="3123" y="0"/>
                </a:lnTo>
                <a:close/>
              </a:path>
            </a:pathLst>
          </a:custGeom>
          <a:solidFill>
            <a:srgbClr val="E6E1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1" name="contour_11219"/>
          <p:cNvSpPr/>
          <p:nvPr/>
        </p:nvSpPr>
        <p:spPr>
          <a:xfrm>
            <a:off x="7385822" y="4183307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611"/>
                </a:lnTo>
                <a:lnTo>
                  <a:pt x="6426" y="1225"/>
                </a:lnTo>
                <a:lnTo>
                  <a:pt x="9655" y="1839"/>
                </a:lnTo>
                <a:lnTo>
                  <a:pt x="12911" y="2459"/>
                </a:lnTo>
                <a:lnTo>
                  <a:pt x="16200" y="3086"/>
                </a:lnTo>
                <a:lnTo>
                  <a:pt x="17555" y="5249"/>
                </a:lnTo>
                <a:lnTo>
                  <a:pt x="18430" y="6823"/>
                </a:lnTo>
                <a:lnTo>
                  <a:pt x="18992" y="8260"/>
                </a:lnTo>
                <a:lnTo>
                  <a:pt x="19429" y="10013"/>
                </a:lnTo>
                <a:lnTo>
                  <a:pt x="19915" y="12534"/>
                </a:lnTo>
                <a:lnTo>
                  <a:pt x="20266" y="14228"/>
                </a:lnTo>
                <a:lnTo>
                  <a:pt x="20628" y="15932"/>
                </a:lnTo>
                <a:lnTo>
                  <a:pt x="20990" y="17660"/>
                </a:lnTo>
                <a:lnTo>
                  <a:pt x="21292" y="19616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4865" y="19462"/>
                </a:lnTo>
                <a:lnTo>
                  <a:pt x="4331" y="17320"/>
                </a:lnTo>
                <a:lnTo>
                  <a:pt x="3796" y="15179"/>
                </a:lnTo>
                <a:lnTo>
                  <a:pt x="3256" y="13034"/>
                </a:lnTo>
                <a:lnTo>
                  <a:pt x="2722" y="10880"/>
                </a:lnTo>
                <a:lnTo>
                  <a:pt x="2182" y="8723"/>
                </a:lnTo>
                <a:lnTo>
                  <a:pt x="1642" y="6557"/>
                </a:lnTo>
                <a:lnTo>
                  <a:pt x="1096" y="4382"/>
                </a:lnTo>
                <a:lnTo>
                  <a:pt x="55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CFCA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2" name="contour_11220"/>
          <p:cNvSpPr/>
          <p:nvPr/>
        </p:nvSpPr>
        <p:spPr>
          <a:xfrm>
            <a:off x="1271197" y="4125003"/>
            <a:ext cx="377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9145" y="580"/>
                </a:lnTo>
                <a:lnTo>
                  <a:pt x="12622" y="1018"/>
                </a:lnTo>
                <a:lnTo>
                  <a:pt x="15070" y="1404"/>
                </a:lnTo>
                <a:lnTo>
                  <a:pt x="16951" y="1821"/>
                </a:lnTo>
                <a:lnTo>
                  <a:pt x="18719" y="2351"/>
                </a:lnTo>
                <a:lnTo>
                  <a:pt x="20849" y="3086"/>
                </a:lnTo>
                <a:lnTo>
                  <a:pt x="21350" y="5474"/>
                </a:lnTo>
                <a:lnTo>
                  <a:pt x="21600" y="7150"/>
                </a:lnTo>
                <a:lnTo>
                  <a:pt x="21600" y="8557"/>
                </a:lnTo>
                <a:lnTo>
                  <a:pt x="21350" y="10140"/>
                </a:lnTo>
                <a:lnTo>
                  <a:pt x="20849" y="12343"/>
                </a:lnTo>
                <a:lnTo>
                  <a:pt x="18373" y="11732"/>
                </a:lnTo>
                <a:lnTo>
                  <a:pt x="15887" y="11118"/>
                </a:lnTo>
                <a:lnTo>
                  <a:pt x="13394" y="10504"/>
                </a:lnTo>
                <a:lnTo>
                  <a:pt x="10879" y="9884"/>
                </a:lnTo>
                <a:lnTo>
                  <a:pt x="8340" y="9257"/>
                </a:lnTo>
                <a:lnTo>
                  <a:pt x="8340" y="11294"/>
                </a:lnTo>
                <a:lnTo>
                  <a:pt x="8340" y="13333"/>
                </a:lnTo>
                <a:lnTo>
                  <a:pt x="8340" y="15382"/>
                </a:lnTo>
                <a:lnTo>
                  <a:pt x="8340" y="17440"/>
                </a:lnTo>
                <a:lnTo>
                  <a:pt x="8340" y="19511"/>
                </a:lnTo>
                <a:lnTo>
                  <a:pt x="8340" y="21600"/>
                </a:lnTo>
                <a:lnTo>
                  <a:pt x="5583" y="21600"/>
                </a:lnTo>
                <a:lnTo>
                  <a:pt x="2811" y="21600"/>
                </a:lnTo>
                <a:lnTo>
                  <a:pt x="0" y="21600"/>
                </a:lnTo>
                <a:lnTo>
                  <a:pt x="413" y="19462"/>
                </a:lnTo>
                <a:lnTo>
                  <a:pt x="826" y="17320"/>
                </a:lnTo>
                <a:lnTo>
                  <a:pt x="1238" y="15179"/>
                </a:lnTo>
                <a:lnTo>
                  <a:pt x="1655" y="13034"/>
                </a:lnTo>
                <a:lnTo>
                  <a:pt x="2068" y="10880"/>
                </a:lnTo>
                <a:lnTo>
                  <a:pt x="2485" y="8723"/>
                </a:lnTo>
                <a:lnTo>
                  <a:pt x="2902" y="6557"/>
                </a:lnTo>
                <a:lnTo>
                  <a:pt x="3323" y="4382"/>
                </a:lnTo>
                <a:lnTo>
                  <a:pt x="3745" y="2197"/>
                </a:lnTo>
                <a:lnTo>
                  <a:pt x="4170" y="0"/>
                </a:lnTo>
                <a:close/>
              </a:path>
            </a:pathLst>
          </a:custGeom>
          <a:solidFill>
            <a:srgbClr val="BF30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3" name="contour_11221"/>
          <p:cNvSpPr/>
          <p:nvPr/>
        </p:nvSpPr>
        <p:spPr>
          <a:xfrm>
            <a:off x="11051682" y="3971955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16" y="341"/>
                </a:lnTo>
                <a:lnTo>
                  <a:pt x="6461" y="652"/>
                </a:lnTo>
                <a:lnTo>
                  <a:pt x="8899" y="959"/>
                </a:lnTo>
                <a:lnTo>
                  <a:pt x="10901" y="1296"/>
                </a:lnTo>
                <a:lnTo>
                  <a:pt x="12526" y="1685"/>
                </a:lnTo>
                <a:lnTo>
                  <a:pt x="13843" y="2160"/>
                </a:lnTo>
                <a:lnTo>
                  <a:pt x="14921" y="2752"/>
                </a:lnTo>
                <a:lnTo>
                  <a:pt x="15821" y="3486"/>
                </a:lnTo>
                <a:lnTo>
                  <a:pt x="16613" y="4393"/>
                </a:lnTo>
                <a:lnTo>
                  <a:pt x="17359" y="5508"/>
                </a:lnTo>
                <a:lnTo>
                  <a:pt x="18127" y="6852"/>
                </a:lnTo>
                <a:lnTo>
                  <a:pt x="18984" y="8454"/>
                </a:lnTo>
                <a:lnTo>
                  <a:pt x="19644" y="11046"/>
                </a:lnTo>
                <a:lnTo>
                  <a:pt x="20234" y="13612"/>
                </a:lnTo>
                <a:lnTo>
                  <a:pt x="20755" y="16196"/>
                </a:lnTo>
                <a:lnTo>
                  <a:pt x="21209" y="18840"/>
                </a:lnTo>
                <a:lnTo>
                  <a:pt x="21600" y="21600"/>
                </a:lnTo>
                <a:lnTo>
                  <a:pt x="19978" y="20926"/>
                </a:lnTo>
                <a:lnTo>
                  <a:pt x="18355" y="20239"/>
                </a:lnTo>
                <a:lnTo>
                  <a:pt x="16735" y="19531"/>
                </a:lnTo>
                <a:lnTo>
                  <a:pt x="15118" y="18818"/>
                </a:lnTo>
                <a:lnTo>
                  <a:pt x="13500" y="18092"/>
                </a:lnTo>
                <a:lnTo>
                  <a:pt x="11995" y="17440"/>
                </a:lnTo>
                <a:lnTo>
                  <a:pt x="10481" y="16783"/>
                </a:lnTo>
                <a:lnTo>
                  <a:pt x="8945" y="16114"/>
                </a:lnTo>
                <a:lnTo>
                  <a:pt x="7241" y="14679"/>
                </a:lnTo>
                <a:lnTo>
                  <a:pt x="5810" y="13185"/>
                </a:lnTo>
                <a:lnTo>
                  <a:pt x="4601" y="11569"/>
                </a:lnTo>
                <a:lnTo>
                  <a:pt x="3559" y="9785"/>
                </a:lnTo>
                <a:lnTo>
                  <a:pt x="2633" y="7789"/>
                </a:lnTo>
                <a:lnTo>
                  <a:pt x="1766" y="5525"/>
                </a:lnTo>
                <a:lnTo>
                  <a:pt x="907" y="2946"/>
                </a:lnTo>
                <a:lnTo>
                  <a:pt x="0" y="0"/>
                </a:lnTo>
                <a:close/>
              </a:path>
            </a:pathLst>
          </a:custGeom>
          <a:solidFill>
            <a:srgbClr val="BDD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4" name="contour_11222"/>
          <p:cNvSpPr/>
          <p:nvPr/>
        </p:nvSpPr>
        <p:spPr>
          <a:xfrm>
            <a:off x="7334806" y="3927710"/>
            <a:ext cx="80168" cy="223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96" y="63"/>
                </a:moveTo>
                <a:lnTo>
                  <a:pt x="16320" y="127"/>
                </a:lnTo>
                <a:lnTo>
                  <a:pt x="17551" y="190"/>
                </a:lnTo>
                <a:lnTo>
                  <a:pt x="18800" y="253"/>
                </a:lnTo>
                <a:lnTo>
                  <a:pt x="19497" y="309"/>
                </a:lnTo>
                <a:lnTo>
                  <a:pt x="21600" y="499"/>
                </a:lnTo>
                <a:lnTo>
                  <a:pt x="21174" y="4572"/>
                </a:lnTo>
                <a:lnTo>
                  <a:pt x="20828" y="7399"/>
                </a:lnTo>
                <a:lnTo>
                  <a:pt x="20377" y="10290"/>
                </a:lnTo>
                <a:lnTo>
                  <a:pt x="19636" y="14566"/>
                </a:lnTo>
                <a:lnTo>
                  <a:pt x="18427" y="15868"/>
                </a:lnTo>
                <a:lnTo>
                  <a:pt x="17557" y="16613"/>
                </a:lnTo>
                <a:lnTo>
                  <a:pt x="16605" y="17056"/>
                </a:lnTo>
                <a:lnTo>
                  <a:pt x="15149" y="17478"/>
                </a:lnTo>
                <a:lnTo>
                  <a:pt x="13826" y="17886"/>
                </a:lnTo>
                <a:lnTo>
                  <a:pt x="12483" y="18308"/>
                </a:lnTo>
                <a:lnTo>
                  <a:pt x="11100" y="18632"/>
                </a:lnTo>
                <a:lnTo>
                  <a:pt x="9696" y="18962"/>
                </a:lnTo>
                <a:lnTo>
                  <a:pt x="8768" y="19237"/>
                </a:lnTo>
                <a:lnTo>
                  <a:pt x="7831" y="19511"/>
                </a:lnTo>
                <a:lnTo>
                  <a:pt x="6883" y="19785"/>
                </a:lnTo>
                <a:lnTo>
                  <a:pt x="5508" y="20179"/>
                </a:lnTo>
                <a:lnTo>
                  <a:pt x="4131" y="20552"/>
                </a:lnTo>
                <a:lnTo>
                  <a:pt x="2755" y="20918"/>
                </a:lnTo>
                <a:lnTo>
                  <a:pt x="1377" y="21262"/>
                </a:lnTo>
                <a:lnTo>
                  <a:pt x="0" y="21600"/>
                </a:lnTo>
                <a:lnTo>
                  <a:pt x="821" y="14960"/>
                </a:lnTo>
                <a:lnTo>
                  <a:pt x="1471" y="10684"/>
                </a:lnTo>
                <a:lnTo>
                  <a:pt x="2168" y="7885"/>
                </a:lnTo>
                <a:lnTo>
                  <a:pt x="3130" y="5669"/>
                </a:lnTo>
                <a:lnTo>
                  <a:pt x="4579" y="3165"/>
                </a:lnTo>
                <a:lnTo>
                  <a:pt x="5918" y="2173"/>
                </a:lnTo>
                <a:lnTo>
                  <a:pt x="7228" y="1400"/>
                </a:lnTo>
                <a:lnTo>
                  <a:pt x="8520" y="823"/>
                </a:lnTo>
                <a:lnTo>
                  <a:pt x="9804" y="415"/>
                </a:lnTo>
                <a:lnTo>
                  <a:pt x="11095" y="155"/>
                </a:lnTo>
                <a:lnTo>
                  <a:pt x="12398" y="21"/>
                </a:lnTo>
                <a:lnTo>
                  <a:pt x="13728" y="0"/>
                </a:lnTo>
                <a:lnTo>
                  <a:pt x="15096" y="63"/>
                </a:lnTo>
                <a:close/>
              </a:path>
            </a:pathLst>
          </a:custGeom>
          <a:solidFill>
            <a:srgbClr val="BBD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5" name="contour_11223"/>
          <p:cNvSpPr/>
          <p:nvPr/>
        </p:nvSpPr>
        <p:spPr>
          <a:xfrm>
            <a:off x="1715765" y="3695012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063" y="1367"/>
                </a:lnTo>
                <a:lnTo>
                  <a:pt x="16543" y="2756"/>
                </a:lnTo>
                <a:lnTo>
                  <a:pt x="17936" y="4203"/>
                </a:lnTo>
                <a:lnTo>
                  <a:pt x="19246" y="5746"/>
                </a:lnTo>
                <a:lnTo>
                  <a:pt x="20466" y="7418"/>
                </a:lnTo>
                <a:lnTo>
                  <a:pt x="21600" y="9257"/>
                </a:lnTo>
                <a:lnTo>
                  <a:pt x="21473" y="11500"/>
                </a:lnTo>
                <a:lnTo>
                  <a:pt x="21192" y="13556"/>
                </a:lnTo>
                <a:lnTo>
                  <a:pt x="20776" y="15512"/>
                </a:lnTo>
                <a:lnTo>
                  <a:pt x="20245" y="17450"/>
                </a:lnTo>
                <a:lnTo>
                  <a:pt x="19613" y="19449"/>
                </a:lnTo>
                <a:lnTo>
                  <a:pt x="18900" y="21600"/>
                </a:lnTo>
                <a:lnTo>
                  <a:pt x="17199" y="21045"/>
                </a:lnTo>
                <a:lnTo>
                  <a:pt x="15498" y="20489"/>
                </a:lnTo>
                <a:lnTo>
                  <a:pt x="13794" y="19934"/>
                </a:lnTo>
                <a:lnTo>
                  <a:pt x="12088" y="19375"/>
                </a:lnTo>
                <a:lnTo>
                  <a:pt x="10376" y="18817"/>
                </a:lnTo>
                <a:lnTo>
                  <a:pt x="8664" y="18258"/>
                </a:lnTo>
                <a:lnTo>
                  <a:pt x="6944" y="17697"/>
                </a:lnTo>
                <a:lnTo>
                  <a:pt x="5219" y="17132"/>
                </a:lnTo>
                <a:lnTo>
                  <a:pt x="3488" y="16567"/>
                </a:lnTo>
                <a:lnTo>
                  <a:pt x="1747" y="15999"/>
                </a:lnTo>
                <a:lnTo>
                  <a:pt x="0" y="15429"/>
                </a:lnTo>
                <a:lnTo>
                  <a:pt x="1728" y="14602"/>
                </a:lnTo>
                <a:lnTo>
                  <a:pt x="3469" y="13768"/>
                </a:lnTo>
                <a:lnTo>
                  <a:pt x="5233" y="12923"/>
                </a:lnTo>
                <a:lnTo>
                  <a:pt x="7217" y="11775"/>
                </a:lnTo>
                <a:lnTo>
                  <a:pt x="8726" y="10763"/>
                </a:lnTo>
                <a:lnTo>
                  <a:pt x="9898" y="9692"/>
                </a:lnTo>
                <a:lnTo>
                  <a:pt x="10878" y="8375"/>
                </a:lnTo>
                <a:lnTo>
                  <a:pt x="11804" y="6622"/>
                </a:lnTo>
                <a:lnTo>
                  <a:pt x="12825" y="4243"/>
                </a:lnTo>
                <a:lnTo>
                  <a:pt x="13160" y="2135"/>
                </a:lnTo>
                <a:lnTo>
                  <a:pt x="13500" y="0"/>
                </a:lnTo>
                <a:close/>
              </a:path>
            </a:pathLst>
          </a:custGeom>
          <a:solidFill>
            <a:srgbClr val="E9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6" name="contour_11224"/>
          <p:cNvSpPr/>
          <p:nvPr/>
        </p:nvSpPr>
        <p:spPr>
          <a:xfrm>
            <a:off x="10694570" y="3636708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29" y="1367"/>
                </a:lnTo>
                <a:lnTo>
                  <a:pt x="15820" y="2756"/>
                </a:lnTo>
                <a:lnTo>
                  <a:pt x="17413" y="4203"/>
                </a:lnTo>
                <a:lnTo>
                  <a:pt x="18909" y="5746"/>
                </a:lnTo>
                <a:lnTo>
                  <a:pt x="20304" y="7418"/>
                </a:lnTo>
                <a:lnTo>
                  <a:pt x="21600" y="9257"/>
                </a:lnTo>
                <a:lnTo>
                  <a:pt x="21455" y="11500"/>
                </a:lnTo>
                <a:lnTo>
                  <a:pt x="21134" y="13556"/>
                </a:lnTo>
                <a:lnTo>
                  <a:pt x="20659" y="15512"/>
                </a:lnTo>
                <a:lnTo>
                  <a:pt x="20051" y="17450"/>
                </a:lnTo>
                <a:lnTo>
                  <a:pt x="19329" y="19449"/>
                </a:lnTo>
                <a:lnTo>
                  <a:pt x="18514" y="21600"/>
                </a:lnTo>
                <a:lnTo>
                  <a:pt x="16848" y="20489"/>
                </a:lnTo>
                <a:lnTo>
                  <a:pt x="15182" y="19378"/>
                </a:lnTo>
                <a:lnTo>
                  <a:pt x="13512" y="18264"/>
                </a:lnTo>
                <a:lnTo>
                  <a:pt x="11840" y="17150"/>
                </a:lnTo>
                <a:lnTo>
                  <a:pt x="10164" y="16033"/>
                </a:lnTo>
                <a:lnTo>
                  <a:pt x="8486" y="14916"/>
                </a:lnTo>
                <a:lnTo>
                  <a:pt x="6804" y="13793"/>
                </a:lnTo>
                <a:lnTo>
                  <a:pt x="5113" y="12667"/>
                </a:lnTo>
                <a:lnTo>
                  <a:pt x="3416" y="11534"/>
                </a:lnTo>
                <a:lnTo>
                  <a:pt x="1713" y="10399"/>
                </a:lnTo>
                <a:lnTo>
                  <a:pt x="0" y="9257"/>
                </a:lnTo>
                <a:lnTo>
                  <a:pt x="1929" y="8896"/>
                </a:lnTo>
                <a:lnTo>
                  <a:pt x="3857" y="8535"/>
                </a:lnTo>
                <a:lnTo>
                  <a:pt x="5786" y="8171"/>
                </a:lnTo>
                <a:lnTo>
                  <a:pt x="7714" y="7810"/>
                </a:lnTo>
                <a:lnTo>
                  <a:pt x="9643" y="7449"/>
                </a:lnTo>
                <a:lnTo>
                  <a:pt x="10985" y="6816"/>
                </a:lnTo>
                <a:lnTo>
                  <a:pt x="12343" y="6171"/>
                </a:lnTo>
                <a:lnTo>
                  <a:pt x="12343" y="4132"/>
                </a:lnTo>
                <a:lnTo>
                  <a:pt x="12343" y="2080"/>
                </a:lnTo>
                <a:lnTo>
                  <a:pt x="12343" y="0"/>
                </a:lnTo>
                <a:close/>
              </a:path>
            </a:pathLst>
          </a:custGeom>
          <a:solidFill>
            <a:srgbClr val="B8D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7" name="contour_11225"/>
          <p:cNvSpPr/>
          <p:nvPr/>
        </p:nvSpPr>
        <p:spPr>
          <a:xfrm>
            <a:off x="7495142" y="3607556"/>
            <a:ext cx="10203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69" y="0"/>
                </a:lnTo>
                <a:lnTo>
                  <a:pt x="2138" y="0"/>
                </a:lnTo>
                <a:lnTo>
                  <a:pt x="3208" y="0"/>
                </a:lnTo>
                <a:lnTo>
                  <a:pt x="4278" y="0"/>
                </a:lnTo>
                <a:lnTo>
                  <a:pt x="5349" y="0"/>
                </a:lnTo>
                <a:lnTo>
                  <a:pt x="6421" y="0"/>
                </a:lnTo>
                <a:lnTo>
                  <a:pt x="7494" y="0"/>
                </a:lnTo>
                <a:lnTo>
                  <a:pt x="8567" y="0"/>
                </a:lnTo>
                <a:lnTo>
                  <a:pt x="9643" y="0"/>
                </a:lnTo>
                <a:lnTo>
                  <a:pt x="10718" y="0"/>
                </a:lnTo>
                <a:lnTo>
                  <a:pt x="11797" y="0"/>
                </a:lnTo>
                <a:lnTo>
                  <a:pt x="12877" y="0"/>
                </a:lnTo>
                <a:lnTo>
                  <a:pt x="13958" y="0"/>
                </a:lnTo>
                <a:lnTo>
                  <a:pt x="15043" y="0"/>
                </a:lnTo>
                <a:lnTo>
                  <a:pt x="16129" y="0"/>
                </a:lnTo>
                <a:lnTo>
                  <a:pt x="17218" y="0"/>
                </a:lnTo>
                <a:lnTo>
                  <a:pt x="18309" y="0"/>
                </a:lnTo>
                <a:lnTo>
                  <a:pt x="19403" y="0"/>
                </a:lnTo>
                <a:lnTo>
                  <a:pt x="20500" y="0"/>
                </a:lnTo>
                <a:lnTo>
                  <a:pt x="21600" y="0"/>
                </a:lnTo>
                <a:lnTo>
                  <a:pt x="21295" y="4277"/>
                </a:lnTo>
                <a:lnTo>
                  <a:pt x="20987" y="8568"/>
                </a:lnTo>
                <a:lnTo>
                  <a:pt x="20680" y="12874"/>
                </a:lnTo>
                <a:lnTo>
                  <a:pt x="20370" y="17215"/>
                </a:lnTo>
                <a:lnTo>
                  <a:pt x="20057" y="21600"/>
                </a:lnTo>
                <a:lnTo>
                  <a:pt x="19013" y="20851"/>
                </a:lnTo>
                <a:lnTo>
                  <a:pt x="17967" y="20102"/>
                </a:lnTo>
                <a:lnTo>
                  <a:pt x="16921" y="19346"/>
                </a:lnTo>
                <a:lnTo>
                  <a:pt x="15874" y="18598"/>
                </a:lnTo>
                <a:lnTo>
                  <a:pt x="14828" y="17849"/>
                </a:lnTo>
                <a:lnTo>
                  <a:pt x="13781" y="17093"/>
                </a:lnTo>
                <a:lnTo>
                  <a:pt x="12732" y="16344"/>
                </a:lnTo>
                <a:lnTo>
                  <a:pt x="11681" y="15588"/>
                </a:lnTo>
                <a:lnTo>
                  <a:pt x="10630" y="14832"/>
                </a:lnTo>
                <a:lnTo>
                  <a:pt x="9577" y="14076"/>
                </a:lnTo>
                <a:lnTo>
                  <a:pt x="8523" y="13320"/>
                </a:lnTo>
                <a:lnTo>
                  <a:pt x="7466" y="12557"/>
                </a:lnTo>
                <a:lnTo>
                  <a:pt x="6407" y="11801"/>
                </a:lnTo>
                <a:lnTo>
                  <a:pt x="5346" y="11038"/>
                </a:lnTo>
                <a:lnTo>
                  <a:pt x="4283" y="10274"/>
                </a:lnTo>
                <a:lnTo>
                  <a:pt x="3215" y="9511"/>
                </a:lnTo>
                <a:lnTo>
                  <a:pt x="2148" y="8741"/>
                </a:lnTo>
                <a:lnTo>
                  <a:pt x="1075" y="7970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ADC4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8" name="contour_11226"/>
          <p:cNvSpPr/>
          <p:nvPr/>
        </p:nvSpPr>
        <p:spPr>
          <a:xfrm>
            <a:off x="6904815" y="3592980"/>
            <a:ext cx="94744" cy="225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7" y="0"/>
                </a:lnTo>
                <a:lnTo>
                  <a:pt x="2193" y="0"/>
                </a:lnTo>
                <a:lnTo>
                  <a:pt x="3292" y="0"/>
                </a:lnTo>
                <a:lnTo>
                  <a:pt x="4391" y="0"/>
                </a:lnTo>
                <a:lnTo>
                  <a:pt x="5493" y="0"/>
                </a:lnTo>
                <a:lnTo>
                  <a:pt x="6596" y="0"/>
                </a:lnTo>
                <a:lnTo>
                  <a:pt x="7703" y="0"/>
                </a:lnTo>
                <a:lnTo>
                  <a:pt x="8813" y="0"/>
                </a:lnTo>
                <a:lnTo>
                  <a:pt x="9926" y="0"/>
                </a:lnTo>
                <a:lnTo>
                  <a:pt x="11043" y="0"/>
                </a:lnTo>
                <a:lnTo>
                  <a:pt x="12166" y="0"/>
                </a:lnTo>
                <a:lnTo>
                  <a:pt x="13292" y="0"/>
                </a:lnTo>
                <a:lnTo>
                  <a:pt x="13292" y="4622"/>
                </a:lnTo>
                <a:lnTo>
                  <a:pt x="13292" y="9272"/>
                </a:lnTo>
                <a:lnTo>
                  <a:pt x="13292" y="13985"/>
                </a:lnTo>
                <a:lnTo>
                  <a:pt x="14467" y="13985"/>
                </a:lnTo>
                <a:lnTo>
                  <a:pt x="15643" y="13985"/>
                </a:lnTo>
                <a:lnTo>
                  <a:pt x="16823" y="13985"/>
                </a:lnTo>
                <a:lnTo>
                  <a:pt x="18008" y="13985"/>
                </a:lnTo>
                <a:lnTo>
                  <a:pt x="19197" y="13985"/>
                </a:lnTo>
                <a:lnTo>
                  <a:pt x="20394" y="13985"/>
                </a:lnTo>
                <a:lnTo>
                  <a:pt x="21600" y="13985"/>
                </a:lnTo>
                <a:lnTo>
                  <a:pt x="21600" y="17453"/>
                </a:lnTo>
                <a:lnTo>
                  <a:pt x="21600" y="20978"/>
                </a:lnTo>
                <a:lnTo>
                  <a:pt x="20399" y="21222"/>
                </a:lnTo>
                <a:lnTo>
                  <a:pt x="19206" y="21418"/>
                </a:lnTo>
                <a:lnTo>
                  <a:pt x="18024" y="21544"/>
                </a:lnTo>
                <a:lnTo>
                  <a:pt x="16853" y="21600"/>
                </a:lnTo>
                <a:lnTo>
                  <a:pt x="15690" y="21572"/>
                </a:lnTo>
                <a:lnTo>
                  <a:pt x="14533" y="21453"/>
                </a:lnTo>
                <a:lnTo>
                  <a:pt x="13387" y="21229"/>
                </a:lnTo>
                <a:lnTo>
                  <a:pt x="12246" y="20887"/>
                </a:lnTo>
                <a:lnTo>
                  <a:pt x="11112" y="20432"/>
                </a:lnTo>
                <a:lnTo>
                  <a:pt x="9984" y="19838"/>
                </a:lnTo>
                <a:lnTo>
                  <a:pt x="8861" y="19111"/>
                </a:lnTo>
                <a:lnTo>
                  <a:pt x="7743" y="18223"/>
                </a:lnTo>
                <a:lnTo>
                  <a:pt x="6630" y="17181"/>
                </a:lnTo>
                <a:lnTo>
                  <a:pt x="5520" y="15964"/>
                </a:lnTo>
                <a:lnTo>
                  <a:pt x="4411" y="14572"/>
                </a:lnTo>
                <a:lnTo>
                  <a:pt x="3306" y="12985"/>
                </a:lnTo>
                <a:lnTo>
                  <a:pt x="2203" y="11202"/>
                </a:lnTo>
                <a:lnTo>
                  <a:pt x="1102" y="9209"/>
                </a:lnTo>
                <a:lnTo>
                  <a:pt x="0" y="6993"/>
                </a:lnTo>
                <a:lnTo>
                  <a:pt x="0" y="3524"/>
                </a:lnTo>
                <a:lnTo>
                  <a:pt x="0" y="0"/>
                </a:lnTo>
                <a:close/>
              </a:path>
            </a:pathLst>
          </a:custGeom>
          <a:solidFill>
            <a:srgbClr val="ECE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29" name="contour_11227"/>
          <p:cNvSpPr/>
          <p:nvPr/>
        </p:nvSpPr>
        <p:spPr>
          <a:xfrm>
            <a:off x="11379641" y="3549266"/>
            <a:ext cx="87456" cy="29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92"/>
                </a:moveTo>
                <a:lnTo>
                  <a:pt x="21600" y="8963"/>
                </a:lnTo>
                <a:lnTo>
                  <a:pt x="21600" y="12556"/>
                </a:lnTo>
                <a:lnTo>
                  <a:pt x="21600" y="16197"/>
                </a:lnTo>
                <a:lnTo>
                  <a:pt x="21004" y="16349"/>
                </a:lnTo>
                <a:lnTo>
                  <a:pt x="20455" y="16484"/>
                </a:lnTo>
                <a:lnTo>
                  <a:pt x="19928" y="16613"/>
                </a:lnTo>
                <a:lnTo>
                  <a:pt x="19395" y="16748"/>
                </a:lnTo>
                <a:lnTo>
                  <a:pt x="18830" y="16889"/>
                </a:lnTo>
                <a:lnTo>
                  <a:pt x="18209" y="17046"/>
                </a:lnTo>
                <a:lnTo>
                  <a:pt x="17501" y="17224"/>
                </a:lnTo>
                <a:lnTo>
                  <a:pt x="16686" y="17429"/>
                </a:lnTo>
                <a:lnTo>
                  <a:pt x="15732" y="17667"/>
                </a:lnTo>
                <a:lnTo>
                  <a:pt x="14614" y="17942"/>
                </a:lnTo>
                <a:lnTo>
                  <a:pt x="13306" y="18272"/>
                </a:lnTo>
                <a:lnTo>
                  <a:pt x="11783" y="18650"/>
                </a:lnTo>
                <a:lnTo>
                  <a:pt x="10017" y="19093"/>
                </a:lnTo>
                <a:lnTo>
                  <a:pt x="7983" y="19601"/>
                </a:lnTo>
                <a:lnTo>
                  <a:pt x="5652" y="20184"/>
                </a:lnTo>
                <a:lnTo>
                  <a:pt x="3001" y="20849"/>
                </a:lnTo>
                <a:lnTo>
                  <a:pt x="0" y="21600"/>
                </a:lnTo>
                <a:lnTo>
                  <a:pt x="891" y="16311"/>
                </a:lnTo>
                <a:lnTo>
                  <a:pt x="1516" y="12983"/>
                </a:lnTo>
                <a:lnTo>
                  <a:pt x="2038" y="10989"/>
                </a:lnTo>
                <a:lnTo>
                  <a:pt x="2623" y="9698"/>
                </a:lnTo>
                <a:lnTo>
                  <a:pt x="3434" y="8488"/>
                </a:lnTo>
                <a:lnTo>
                  <a:pt x="4406" y="7845"/>
                </a:lnTo>
                <a:lnTo>
                  <a:pt x="5393" y="7186"/>
                </a:lnTo>
                <a:lnTo>
                  <a:pt x="6458" y="6467"/>
                </a:lnTo>
                <a:lnTo>
                  <a:pt x="7540" y="5738"/>
                </a:lnTo>
                <a:lnTo>
                  <a:pt x="8656" y="5062"/>
                </a:lnTo>
                <a:lnTo>
                  <a:pt x="9788" y="4376"/>
                </a:lnTo>
                <a:lnTo>
                  <a:pt x="10892" y="3609"/>
                </a:lnTo>
                <a:lnTo>
                  <a:pt x="12013" y="2826"/>
                </a:lnTo>
                <a:lnTo>
                  <a:pt x="14179" y="1453"/>
                </a:lnTo>
                <a:lnTo>
                  <a:pt x="15844" y="502"/>
                </a:lnTo>
                <a:lnTo>
                  <a:pt x="17120" y="11"/>
                </a:lnTo>
                <a:lnTo>
                  <a:pt x="18121" y="0"/>
                </a:lnTo>
                <a:lnTo>
                  <a:pt x="18956" y="502"/>
                </a:lnTo>
                <a:lnTo>
                  <a:pt x="19739" y="1545"/>
                </a:lnTo>
                <a:lnTo>
                  <a:pt x="20583" y="3166"/>
                </a:lnTo>
                <a:lnTo>
                  <a:pt x="21600" y="5392"/>
                </a:lnTo>
                <a:close/>
              </a:path>
            </a:pathLst>
          </a:custGeom>
          <a:solidFill>
            <a:srgbClr val="8DAB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0" name="contour_11228"/>
          <p:cNvSpPr/>
          <p:nvPr/>
        </p:nvSpPr>
        <p:spPr>
          <a:xfrm>
            <a:off x="9637811" y="3490948"/>
            <a:ext cx="65592" cy="380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104" y="682"/>
                </a:lnTo>
                <a:lnTo>
                  <a:pt x="5314" y="1257"/>
                </a:lnTo>
                <a:lnTo>
                  <a:pt x="6602" y="2043"/>
                </a:lnTo>
                <a:lnTo>
                  <a:pt x="8549" y="3357"/>
                </a:lnTo>
                <a:lnTo>
                  <a:pt x="9643" y="4069"/>
                </a:lnTo>
                <a:lnTo>
                  <a:pt x="10745" y="4784"/>
                </a:lnTo>
                <a:lnTo>
                  <a:pt x="11858" y="5508"/>
                </a:lnTo>
                <a:lnTo>
                  <a:pt x="13121" y="6876"/>
                </a:lnTo>
                <a:lnTo>
                  <a:pt x="14400" y="8270"/>
                </a:lnTo>
                <a:lnTo>
                  <a:pt x="14400" y="11003"/>
                </a:lnTo>
                <a:lnTo>
                  <a:pt x="14400" y="13752"/>
                </a:lnTo>
                <a:lnTo>
                  <a:pt x="14400" y="16539"/>
                </a:lnTo>
                <a:lnTo>
                  <a:pt x="16186" y="17813"/>
                </a:lnTo>
                <a:lnTo>
                  <a:pt x="17453" y="18664"/>
                </a:lnTo>
                <a:lnTo>
                  <a:pt x="18547" y="19293"/>
                </a:lnTo>
                <a:lnTo>
                  <a:pt x="19814" y="19896"/>
                </a:lnTo>
                <a:lnTo>
                  <a:pt x="21600" y="20674"/>
                </a:lnTo>
                <a:lnTo>
                  <a:pt x="19898" y="20947"/>
                </a:lnTo>
                <a:lnTo>
                  <a:pt x="18209" y="21182"/>
                </a:lnTo>
                <a:lnTo>
                  <a:pt x="16531" y="21377"/>
                </a:lnTo>
                <a:lnTo>
                  <a:pt x="14858" y="21517"/>
                </a:lnTo>
                <a:lnTo>
                  <a:pt x="13190" y="21596"/>
                </a:lnTo>
                <a:lnTo>
                  <a:pt x="11525" y="21600"/>
                </a:lnTo>
                <a:lnTo>
                  <a:pt x="9854" y="21517"/>
                </a:lnTo>
                <a:lnTo>
                  <a:pt x="8179" y="21344"/>
                </a:lnTo>
                <a:lnTo>
                  <a:pt x="6494" y="21067"/>
                </a:lnTo>
                <a:lnTo>
                  <a:pt x="4800" y="20674"/>
                </a:lnTo>
                <a:lnTo>
                  <a:pt x="3605" y="18644"/>
                </a:lnTo>
                <a:lnTo>
                  <a:pt x="2597" y="16560"/>
                </a:lnTo>
                <a:lnTo>
                  <a:pt x="1766" y="14393"/>
                </a:lnTo>
                <a:lnTo>
                  <a:pt x="1102" y="12102"/>
                </a:lnTo>
                <a:lnTo>
                  <a:pt x="595" y="9655"/>
                </a:lnTo>
                <a:lnTo>
                  <a:pt x="230" y="7008"/>
                </a:lnTo>
                <a:lnTo>
                  <a:pt x="0" y="4135"/>
                </a:lnTo>
                <a:lnTo>
                  <a:pt x="1190" y="2084"/>
                </a:lnTo>
                <a:lnTo>
                  <a:pt x="2400" y="0"/>
                </a:lnTo>
                <a:close/>
              </a:path>
            </a:pathLst>
          </a:custGeom>
          <a:solidFill>
            <a:srgbClr val="E9E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1" name="contour_11229"/>
          <p:cNvSpPr/>
          <p:nvPr/>
        </p:nvSpPr>
        <p:spPr>
          <a:xfrm>
            <a:off x="3829282" y="3490948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280" y="761"/>
                </a:lnTo>
                <a:lnTo>
                  <a:pt x="5856" y="1539"/>
                </a:lnTo>
                <a:lnTo>
                  <a:pt x="7430" y="2322"/>
                </a:lnTo>
                <a:lnTo>
                  <a:pt x="9005" y="3116"/>
                </a:lnTo>
                <a:lnTo>
                  <a:pt x="10576" y="3915"/>
                </a:lnTo>
                <a:lnTo>
                  <a:pt x="12150" y="4725"/>
                </a:lnTo>
                <a:lnTo>
                  <a:pt x="13505" y="5362"/>
                </a:lnTo>
                <a:lnTo>
                  <a:pt x="14882" y="6010"/>
                </a:lnTo>
                <a:lnTo>
                  <a:pt x="16440" y="6858"/>
                </a:lnTo>
                <a:lnTo>
                  <a:pt x="17661" y="7636"/>
                </a:lnTo>
                <a:lnTo>
                  <a:pt x="19170" y="8802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445" y="18036"/>
                </a:lnTo>
                <a:lnTo>
                  <a:pt x="891" y="14467"/>
                </a:lnTo>
                <a:lnTo>
                  <a:pt x="1339" y="10881"/>
                </a:lnTo>
                <a:lnTo>
                  <a:pt x="1790" y="7279"/>
                </a:lnTo>
                <a:lnTo>
                  <a:pt x="2244" y="3656"/>
                </a:lnTo>
                <a:lnTo>
                  <a:pt x="2700" y="0"/>
                </a:lnTo>
                <a:close/>
              </a:path>
            </a:pathLst>
          </a:custGeom>
          <a:solidFill>
            <a:srgbClr val="4150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2" name="contour_11230"/>
          <p:cNvSpPr/>
          <p:nvPr/>
        </p:nvSpPr>
        <p:spPr>
          <a:xfrm>
            <a:off x="5643992" y="3455922"/>
            <a:ext cx="65592" cy="35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22"/>
                </a:moveTo>
                <a:lnTo>
                  <a:pt x="20158" y="5946"/>
                </a:lnTo>
                <a:lnTo>
                  <a:pt x="18734" y="8076"/>
                </a:lnTo>
                <a:lnTo>
                  <a:pt x="17328" y="10018"/>
                </a:lnTo>
                <a:lnTo>
                  <a:pt x="15922" y="11784"/>
                </a:lnTo>
                <a:lnTo>
                  <a:pt x="14510" y="13380"/>
                </a:lnTo>
                <a:lnTo>
                  <a:pt x="13085" y="14818"/>
                </a:lnTo>
                <a:lnTo>
                  <a:pt x="11635" y="16103"/>
                </a:lnTo>
                <a:lnTo>
                  <a:pt x="10150" y="17245"/>
                </a:lnTo>
                <a:lnTo>
                  <a:pt x="8621" y="18252"/>
                </a:lnTo>
                <a:lnTo>
                  <a:pt x="7039" y="19137"/>
                </a:lnTo>
                <a:lnTo>
                  <a:pt x="5398" y="19906"/>
                </a:lnTo>
                <a:lnTo>
                  <a:pt x="3682" y="20566"/>
                </a:lnTo>
                <a:lnTo>
                  <a:pt x="1886" y="21128"/>
                </a:lnTo>
                <a:lnTo>
                  <a:pt x="0" y="21600"/>
                </a:lnTo>
                <a:lnTo>
                  <a:pt x="1265" y="19649"/>
                </a:lnTo>
                <a:lnTo>
                  <a:pt x="2549" y="17667"/>
                </a:lnTo>
                <a:lnTo>
                  <a:pt x="2880" y="16921"/>
                </a:lnTo>
                <a:lnTo>
                  <a:pt x="3463" y="15613"/>
                </a:lnTo>
                <a:lnTo>
                  <a:pt x="4800" y="12611"/>
                </a:lnTo>
                <a:lnTo>
                  <a:pt x="4255" y="9627"/>
                </a:lnTo>
                <a:lnTo>
                  <a:pt x="3826" y="7694"/>
                </a:lnTo>
                <a:lnTo>
                  <a:pt x="3281" y="5973"/>
                </a:lnTo>
                <a:lnTo>
                  <a:pt x="2400" y="3622"/>
                </a:lnTo>
                <a:lnTo>
                  <a:pt x="4087" y="2279"/>
                </a:lnTo>
                <a:lnTo>
                  <a:pt x="5719" y="1272"/>
                </a:lnTo>
                <a:lnTo>
                  <a:pt x="7308" y="575"/>
                </a:lnTo>
                <a:lnTo>
                  <a:pt x="8866" y="162"/>
                </a:lnTo>
                <a:lnTo>
                  <a:pt x="10404" y="0"/>
                </a:lnTo>
                <a:lnTo>
                  <a:pt x="11935" y="67"/>
                </a:lnTo>
                <a:lnTo>
                  <a:pt x="13469" y="328"/>
                </a:lnTo>
                <a:lnTo>
                  <a:pt x="15019" y="764"/>
                </a:lnTo>
                <a:lnTo>
                  <a:pt x="16594" y="1335"/>
                </a:lnTo>
                <a:lnTo>
                  <a:pt x="18209" y="2022"/>
                </a:lnTo>
                <a:lnTo>
                  <a:pt x="19874" y="2796"/>
                </a:lnTo>
                <a:lnTo>
                  <a:pt x="21600" y="3622"/>
                </a:lnTo>
                <a:close/>
              </a:path>
            </a:pathLst>
          </a:custGeom>
          <a:solidFill>
            <a:srgbClr val="8694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3" name="contour_11231"/>
          <p:cNvSpPr/>
          <p:nvPr/>
        </p:nvSpPr>
        <p:spPr>
          <a:xfrm>
            <a:off x="11598281" y="3454508"/>
            <a:ext cx="72880" cy="44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403" y="700"/>
                </a:lnTo>
                <a:lnTo>
                  <a:pt x="17690" y="1404"/>
                </a:lnTo>
                <a:lnTo>
                  <a:pt x="18982" y="2107"/>
                </a:lnTo>
                <a:lnTo>
                  <a:pt x="20285" y="2818"/>
                </a:lnTo>
                <a:lnTo>
                  <a:pt x="21600" y="3536"/>
                </a:lnTo>
                <a:lnTo>
                  <a:pt x="19241" y="7252"/>
                </a:lnTo>
                <a:lnTo>
                  <a:pt x="17230" y="10402"/>
                </a:lnTo>
                <a:lnTo>
                  <a:pt x="15526" y="13033"/>
                </a:lnTo>
                <a:lnTo>
                  <a:pt x="14085" y="15190"/>
                </a:lnTo>
                <a:lnTo>
                  <a:pt x="12863" y="16929"/>
                </a:lnTo>
                <a:lnTo>
                  <a:pt x="11820" y="18294"/>
                </a:lnTo>
                <a:lnTo>
                  <a:pt x="10910" y="19341"/>
                </a:lnTo>
                <a:lnTo>
                  <a:pt x="10092" y="20111"/>
                </a:lnTo>
                <a:lnTo>
                  <a:pt x="9320" y="20659"/>
                </a:lnTo>
                <a:lnTo>
                  <a:pt x="8554" y="21031"/>
                </a:lnTo>
                <a:lnTo>
                  <a:pt x="7750" y="21282"/>
                </a:lnTo>
                <a:lnTo>
                  <a:pt x="6864" y="21451"/>
                </a:lnTo>
                <a:lnTo>
                  <a:pt x="5856" y="21600"/>
                </a:lnTo>
                <a:lnTo>
                  <a:pt x="4683" y="21066"/>
                </a:lnTo>
                <a:lnTo>
                  <a:pt x="3793" y="20592"/>
                </a:lnTo>
                <a:lnTo>
                  <a:pt x="2903" y="19998"/>
                </a:lnTo>
                <a:lnTo>
                  <a:pt x="1732" y="19090"/>
                </a:lnTo>
                <a:lnTo>
                  <a:pt x="0" y="17679"/>
                </a:lnTo>
                <a:lnTo>
                  <a:pt x="2024" y="14861"/>
                </a:lnTo>
                <a:lnTo>
                  <a:pt x="3676" y="12598"/>
                </a:lnTo>
                <a:lnTo>
                  <a:pt x="5028" y="10823"/>
                </a:lnTo>
                <a:lnTo>
                  <a:pt x="6158" y="9469"/>
                </a:lnTo>
                <a:lnTo>
                  <a:pt x="7139" y="8472"/>
                </a:lnTo>
                <a:lnTo>
                  <a:pt x="8046" y="7757"/>
                </a:lnTo>
                <a:lnTo>
                  <a:pt x="8953" y="7262"/>
                </a:lnTo>
                <a:lnTo>
                  <a:pt x="9936" y="6916"/>
                </a:lnTo>
                <a:lnTo>
                  <a:pt x="11066" y="6654"/>
                </a:lnTo>
                <a:lnTo>
                  <a:pt x="12420" y="6407"/>
                </a:lnTo>
                <a:lnTo>
                  <a:pt x="13759" y="6736"/>
                </a:lnTo>
                <a:lnTo>
                  <a:pt x="15120" y="7072"/>
                </a:lnTo>
                <a:lnTo>
                  <a:pt x="15120" y="4734"/>
                </a:lnTo>
                <a:lnTo>
                  <a:pt x="15120" y="2383"/>
                </a:lnTo>
                <a:lnTo>
                  <a:pt x="15120" y="0"/>
                </a:lnTo>
                <a:close/>
              </a:path>
            </a:pathLst>
          </a:custGeom>
          <a:solidFill>
            <a:srgbClr val="B1C8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4" name="contour_11232"/>
          <p:cNvSpPr/>
          <p:nvPr/>
        </p:nvSpPr>
        <p:spPr>
          <a:xfrm>
            <a:off x="7087014" y="3432644"/>
            <a:ext cx="5200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09" y="0"/>
                </a:moveTo>
                <a:lnTo>
                  <a:pt x="14362" y="427"/>
                </a:lnTo>
                <a:lnTo>
                  <a:pt x="15960" y="780"/>
                </a:lnTo>
                <a:lnTo>
                  <a:pt x="17341" y="1191"/>
                </a:lnTo>
                <a:lnTo>
                  <a:pt x="18939" y="1787"/>
                </a:lnTo>
                <a:lnTo>
                  <a:pt x="21191" y="2700"/>
                </a:lnTo>
                <a:lnTo>
                  <a:pt x="21464" y="4790"/>
                </a:lnTo>
                <a:lnTo>
                  <a:pt x="21600" y="6256"/>
                </a:lnTo>
                <a:lnTo>
                  <a:pt x="21600" y="7487"/>
                </a:lnTo>
                <a:lnTo>
                  <a:pt x="21464" y="8872"/>
                </a:lnTo>
                <a:lnTo>
                  <a:pt x="21191" y="10800"/>
                </a:lnTo>
                <a:lnTo>
                  <a:pt x="19602" y="10611"/>
                </a:lnTo>
                <a:lnTo>
                  <a:pt x="17985" y="10419"/>
                </a:lnTo>
                <a:lnTo>
                  <a:pt x="15918" y="10284"/>
                </a:lnTo>
                <a:lnTo>
                  <a:pt x="13932" y="10198"/>
                </a:lnTo>
                <a:lnTo>
                  <a:pt x="11991" y="10184"/>
                </a:lnTo>
                <a:lnTo>
                  <a:pt x="10057" y="10263"/>
                </a:lnTo>
                <a:lnTo>
                  <a:pt x="8092" y="10460"/>
                </a:lnTo>
                <a:lnTo>
                  <a:pt x="6055" y="10800"/>
                </a:lnTo>
                <a:lnTo>
                  <a:pt x="4974" y="12568"/>
                </a:lnTo>
                <a:lnTo>
                  <a:pt x="4235" y="14251"/>
                </a:lnTo>
                <a:lnTo>
                  <a:pt x="3754" y="15922"/>
                </a:lnTo>
                <a:lnTo>
                  <a:pt x="3448" y="17655"/>
                </a:lnTo>
                <a:lnTo>
                  <a:pt x="3233" y="19524"/>
                </a:lnTo>
                <a:lnTo>
                  <a:pt x="3027" y="21600"/>
                </a:lnTo>
                <a:lnTo>
                  <a:pt x="2652" y="19929"/>
                </a:lnTo>
                <a:lnTo>
                  <a:pt x="2277" y="18257"/>
                </a:lnTo>
                <a:lnTo>
                  <a:pt x="1901" y="16581"/>
                </a:lnTo>
                <a:lnTo>
                  <a:pt x="1526" y="14901"/>
                </a:lnTo>
                <a:lnTo>
                  <a:pt x="1147" y="13214"/>
                </a:lnTo>
                <a:lnTo>
                  <a:pt x="766" y="11518"/>
                </a:lnTo>
                <a:lnTo>
                  <a:pt x="384" y="9814"/>
                </a:lnTo>
                <a:lnTo>
                  <a:pt x="0" y="8100"/>
                </a:lnTo>
                <a:lnTo>
                  <a:pt x="1438" y="7765"/>
                </a:lnTo>
                <a:lnTo>
                  <a:pt x="2885" y="7428"/>
                </a:lnTo>
                <a:lnTo>
                  <a:pt x="4353" y="7088"/>
                </a:lnTo>
                <a:lnTo>
                  <a:pt x="7120" y="6067"/>
                </a:lnTo>
                <a:lnTo>
                  <a:pt x="8752" y="5251"/>
                </a:lnTo>
                <a:lnTo>
                  <a:pt x="9887" y="4217"/>
                </a:lnTo>
                <a:lnTo>
                  <a:pt x="11165" y="2533"/>
                </a:lnTo>
                <a:lnTo>
                  <a:pt x="11634" y="1274"/>
                </a:lnTo>
                <a:lnTo>
                  <a:pt x="12109" y="0"/>
                </a:lnTo>
                <a:close/>
              </a:path>
            </a:pathLst>
          </a:custGeom>
          <a:solidFill>
            <a:srgbClr val="C2D5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5" name="contour_11233"/>
          <p:cNvSpPr/>
          <p:nvPr/>
        </p:nvSpPr>
        <p:spPr>
          <a:xfrm>
            <a:off x="10672706" y="3431099"/>
            <a:ext cx="58304" cy="325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1026"/>
                </a:moveTo>
                <a:lnTo>
                  <a:pt x="19894" y="4483"/>
                </a:lnTo>
                <a:lnTo>
                  <a:pt x="20531" y="6966"/>
                </a:lnTo>
                <a:lnTo>
                  <a:pt x="20941" y="9173"/>
                </a:lnTo>
                <a:lnTo>
                  <a:pt x="21254" y="11802"/>
                </a:lnTo>
                <a:lnTo>
                  <a:pt x="21600" y="15549"/>
                </a:lnTo>
                <a:lnTo>
                  <a:pt x="20074" y="18056"/>
                </a:lnTo>
                <a:lnTo>
                  <a:pt x="18738" y="19712"/>
                </a:lnTo>
                <a:lnTo>
                  <a:pt x="17439" y="20709"/>
                </a:lnTo>
                <a:lnTo>
                  <a:pt x="16035" y="21227"/>
                </a:lnTo>
                <a:lnTo>
                  <a:pt x="14378" y="21464"/>
                </a:lnTo>
                <a:lnTo>
                  <a:pt x="12317" y="21600"/>
                </a:lnTo>
                <a:lnTo>
                  <a:pt x="10157" y="21537"/>
                </a:lnTo>
                <a:lnTo>
                  <a:pt x="8716" y="21392"/>
                </a:lnTo>
                <a:lnTo>
                  <a:pt x="7347" y="21048"/>
                </a:lnTo>
                <a:lnTo>
                  <a:pt x="5400" y="20390"/>
                </a:lnTo>
                <a:lnTo>
                  <a:pt x="3899" y="17296"/>
                </a:lnTo>
                <a:lnTo>
                  <a:pt x="2838" y="15012"/>
                </a:lnTo>
                <a:lnTo>
                  <a:pt x="2068" y="13128"/>
                </a:lnTo>
                <a:lnTo>
                  <a:pt x="1439" y="11245"/>
                </a:lnTo>
                <a:lnTo>
                  <a:pt x="799" y="8960"/>
                </a:lnTo>
                <a:lnTo>
                  <a:pt x="0" y="5867"/>
                </a:lnTo>
                <a:lnTo>
                  <a:pt x="3667" y="4057"/>
                </a:lnTo>
                <a:lnTo>
                  <a:pt x="6637" y="2624"/>
                </a:lnTo>
                <a:lnTo>
                  <a:pt x="9023" y="1530"/>
                </a:lnTo>
                <a:lnTo>
                  <a:pt x="10938" y="745"/>
                </a:lnTo>
                <a:lnTo>
                  <a:pt x="12496" y="252"/>
                </a:lnTo>
                <a:lnTo>
                  <a:pt x="13811" y="10"/>
                </a:lnTo>
                <a:lnTo>
                  <a:pt x="14996" y="0"/>
                </a:lnTo>
                <a:lnTo>
                  <a:pt x="16162" y="184"/>
                </a:lnTo>
                <a:lnTo>
                  <a:pt x="17426" y="532"/>
                </a:lnTo>
                <a:lnTo>
                  <a:pt x="18900" y="1026"/>
                </a:lnTo>
                <a:close/>
              </a:path>
            </a:pathLst>
          </a:custGeom>
          <a:solidFill>
            <a:srgbClr val="DC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6" name="contour_11234"/>
          <p:cNvSpPr/>
          <p:nvPr/>
        </p:nvSpPr>
        <p:spPr>
          <a:xfrm>
            <a:off x="5592976" y="3403492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3" y="310"/>
                </a:lnTo>
                <a:lnTo>
                  <a:pt x="3105" y="623"/>
                </a:lnTo>
                <a:lnTo>
                  <a:pt x="4658" y="936"/>
                </a:lnTo>
                <a:lnTo>
                  <a:pt x="6210" y="1256"/>
                </a:lnTo>
                <a:lnTo>
                  <a:pt x="7762" y="1577"/>
                </a:lnTo>
                <a:lnTo>
                  <a:pt x="8405" y="1706"/>
                </a:lnTo>
                <a:lnTo>
                  <a:pt x="9536" y="1937"/>
                </a:lnTo>
                <a:lnTo>
                  <a:pt x="12128" y="2462"/>
                </a:lnTo>
                <a:lnTo>
                  <a:pt x="14931" y="3254"/>
                </a:lnTo>
                <a:lnTo>
                  <a:pt x="16894" y="3870"/>
                </a:lnTo>
                <a:lnTo>
                  <a:pt x="18279" y="4442"/>
                </a:lnTo>
                <a:lnTo>
                  <a:pt x="19351" y="5101"/>
                </a:lnTo>
                <a:lnTo>
                  <a:pt x="20369" y="5976"/>
                </a:lnTo>
                <a:lnTo>
                  <a:pt x="21600" y="7200"/>
                </a:lnTo>
                <a:lnTo>
                  <a:pt x="21522" y="9810"/>
                </a:lnTo>
                <a:lnTo>
                  <a:pt x="21260" y="11736"/>
                </a:lnTo>
                <a:lnTo>
                  <a:pt x="20588" y="14623"/>
                </a:lnTo>
                <a:lnTo>
                  <a:pt x="20137" y="16585"/>
                </a:lnTo>
                <a:lnTo>
                  <a:pt x="19680" y="18576"/>
                </a:lnTo>
                <a:lnTo>
                  <a:pt x="19294" y="20077"/>
                </a:lnTo>
                <a:lnTo>
                  <a:pt x="18900" y="21600"/>
                </a:lnTo>
                <a:lnTo>
                  <a:pt x="16751" y="20808"/>
                </a:lnTo>
                <a:lnTo>
                  <a:pt x="14850" y="19930"/>
                </a:lnTo>
                <a:lnTo>
                  <a:pt x="13152" y="18932"/>
                </a:lnTo>
                <a:lnTo>
                  <a:pt x="11618" y="17791"/>
                </a:lnTo>
                <a:lnTo>
                  <a:pt x="10203" y="16470"/>
                </a:lnTo>
                <a:lnTo>
                  <a:pt x="8864" y="14936"/>
                </a:lnTo>
                <a:lnTo>
                  <a:pt x="7563" y="13165"/>
                </a:lnTo>
                <a:lnTo>
                  <a:pt x="6253" y="11124"/>
                </a:lnTo>
                <a:lnTo>
                  <a:pt x="4892" y="8777"/>
                </a:lnTo>
                <a:lnTo>
                  <a:pt x="3964" y="7135"/>
                </a:lnTo>
                <a:lnTo>
                  <a:pt x="3027" y="5483"/>
                </a:lnTo>
                <a:lnTo>
                  <a:pt x="2079" y="3812"/>
                </a:lnTo>
                <a:lnTo>
                  <a:pt x="1561" y="2862"/>
                </a:lnTo>
                <a:lnTo>
                  <a:pt x="0" y="0"/>
                </a:lnTo>
                <a:close/>
              </a:path>
            </a:pathLst>
          </a:custGeom>
          <a:solidFill>
            <a:srgbClr val="9AAB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7" name="contour_11235"/>
          <p:cNvSpPr/>
          <p:nvPr/>
        </p:nvSpPr>
        <p:spPr>
          <a:xfrm>
            <a:off x="8143773" y="3388916"/>
            <a:ext cx="5724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49" y="0"/>
                </a:moveTo>
                <a:lnTo>
                  <a:pt x="20280" y="1796"/>
                </a:lnTo>
                <a:lnTo>
                  <a:pt x="21006" y="3264"/>
                </a:lnTo>
                <a:lnTo>
                  <a:pt x="21441" y="4603"/>
                </a:lnTo>
                <a:lnTo>
                  <a:pt x="21600" y="6008"/>
                </a:lnTo>
                <a:lnTo>
                  <a:pt x="21493" y="7671"/>
                </a:lnTo>
                <a:lnTo>
                  <a:pt x="21141" y="9788"/>
                </a:lnTo>
                <a:lnTo>
                  <a:pt x="20517" y="11013"/>
                </a:lnTo>
                <a:lnTo>
                  <a:pt x="19887" y="12250"/>
                </a:lnTo>
                <a:lnTo>
                  <a:pt x="19249" y="13500"/>
                </a:lnTo>
                <a:lnTo>
                  <a:pt x="17431" y="13500"/>
                </a:lnTo>
                <a:lnTo>
                  <a:pt x="15603" y="13500"/>
                </a:lnTo>
                <a:lnTo>
                  <a:pt x="13749" y="13500"/>
                </a:lnTo>
                <a:lnTo>
                  <a:pt x="12385" y="12161"/>
                </a:lnTo>
                <a:lnTo>
                  <a:pt x="10999" y="10800"/>
                </a:lnTo>
                <a:lnTo>
                  <a:pt x="10546" y="12582"/>
                </a:lnTo>
                <a:lnTo>
                  <a:pt x="10092" y="14367"/>
                </a:lnTo>
                <a:lnTo>
                  <a:pt x="9635" y="16160"/>
                </a:lnTo>
                <a:lnTo>
                  <a:pt x="9176" y="17960"/>
                </a:lnTo>
                <a:lnTo>
                  <a:pt x="8714" y="19772"/>
                </a:lnTo>
                <a:lnTo>
                  <a:pt x="8250" y="21600"/>
                </a:lnTo>
                <a:lnTo>
                  <a:pt x="6671" y="20399"/>
                </a:lnTo>
                <a:lnTo>
                  <a:pt x="5167" y="19178"/>
                </a:lnTo>
                <a:lnTo>
                  <a:pt x="3743" y="17909"/>
                </a:lnTo>
                <a:lnTo>
                  <a:pt x="2403" y="16562"/>
                </a:lnTo>
                <a:lnTo>
                  <a:pt x="1155" y="15101"/>
                </a:lnTo>
                <a:lnTo>
                  <a:pt x="0" y="13500"/>
                </a:lnTo>
                <a:lnTo>
                  <a:pt x="654" y="11580"/>
                </a:lnTo>
                <a:lnTo>
                  <a:pt x="1276" y="10071"/>
                </a:lnTo>
                <a:lnTo>
                  <a:pt x="1966" y="8837"/>
                </a:lnTo>
                <a:lnTo>
                  <a:pt x="2830" y="7741"/>
                </a:lnTo>
                <a:lnTo>
                  <a:pt x="3974" y="6639"/>
                </a:lnTo>
                <a:lnTo>
                  <a:pt x="5500" y="5400"/>
                </a:lnTo>
                <a:lnTo>
                  <a:pt x="7177" y="4598"/>
                </a:lnTo>
                <a:lnTo>
                  <a:pt x="8863" y="3839"/>
                </a:lnTo>
                <a:lnTo>
                  <a:pt x="10559" y="3121"/>
                </a:lnTo>
                <a:lnTo>
                  <a:pt x="12267" y="2441"/>
                </a:lnTo>
                <a:lnTo>
                  <a:pt x="13988" y="1793"/>
                </a:lnTo>
                <a:lnTo>
                  <a:pt x="15726" y="1172"/>
                </a:lnTo>
                <a:lnTo>
                  <a:pt x="17478" y="575"/>
                </a:lnTo>
                <a:lnTo>
                  <a:pt x="19249" y="0"/>
                </a:lnTo>
                <a:close/>
              </a:path>
            </a:pathLst>
          </a:custGeom>
          <a:solidFill>
            <a:srgbClr val="A5B6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8" name="contour_11236"/>
          <p:cNvSpPr/>
          <p:nvPr/>
        </p:nvSpPr>
        <p:spPr>
          <a:xfrm>
            <a:off x="5111969" y="3349182"/>
            <a:ext cx="43728" cy="383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19" y="189"/>
                </a:moveTo>
                <a:lnTo>
                  <a:pt x="9360" y="0"/>
                </a:lnTo>
                <a:lnTo>
                  <a:pt x="11545" y="8"/>
                </a:lnTo>
                <a:lnTo>
                  <a:pt x="13619" y="271"/>
                </a:lnTo>
                <a:lnTo>
                  <a:pt x="15721" y="866"/>
                </a:lnTo>
                <a:lnTo>
                  <a:pt x="18000" y="1855"/>
                </a:lnTo>
                <a:lnTo>
                  <a:pt x="19094" y="4494"/>
                </a:lnTo>
                <a:lnTo>
                  <a:pt x="19933" y="7141"/>
                </a:lnTo>
                <a:lnTo>
                  <a:pt x="20556" y="9821"/>
                </a:lnTo>
                <a:lnTo>
                  <a:pt x="21010" y="12555"/>
                </a:lnTo>
                <a:lnTo>
                  <a:pt x="21344" y="15366"/>
                </a:lnTo>
                <a:lnTo>
                  <a:pt x="21600" y="18272"/>
                </a:lnTo>
                <a:lnTo>
                  <a:pt x="18958" y="19523"/>
                </a:lnTo>
                <a:lnTo>
                  <a:pt x="16603" y="20508"/>
                </a:lnTo>
                <a:lnTo>
                  <a:pt x="14414" y="21194"/>
                </a:lnTo>
                <a:lnTo>
                  <a:pt x="12258" y="21567"/>
                </a:lnTo>
                <a:lnTo>
                  <a:pt x="10012" y="21600"/>
                </a:lnTo>
                <a:lnTo>
                  <a:pt x="7542" y="21280"/>
                </a:lnTo>
                <a:lnTo>
                  <a:pt x="4727" y="20582"/>
                </a:lnTo>
                <a:lnTo>
                  <a:pt x="3164" y="19819"/>
                </a:lnTo>
                <a:lnTo>
                  <a:pt x="1591" y="19051"/>
                </a:lnTo>
                <a:lnTo>
                  <a:pt x="0" y="18272"/>
                </a:lnTo>
                <a:lnTo>
                  <a:pt x="457" y="12632"/>
                </a:lnTo>
                <a:lnTo>
                  <a:pt x="889" y="8541"/>
                </a:lnTo>
                <a:lnTo>
                  <a:pt x="1418" y="5676"/>
                </a:lnTo>
                <a:lnTo>
                  <a:pt x="2167" y="3727"/>
                </a:lnTo>
                <a:lnTo>
                  <a:pt x="3251" y="2372"/>
                </a:lnTo>
                <a:lnTo>
                  <a:pt x="4795" y="1297"/>
                </a:lnTo>
                <a:lnTo>
                  <a:pt x="6919" y="189"/>
                </a:lnTo>
                <a:close/>
              </a:path>
            </a:pathLst>
          </a:custGeom>
          <a:solidFill>
            <a:srgbClr val="C14E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39" name="contour_11237"/>
          <p:cNvSpPr/>
          <p:nvPr/>
        </p:nvSpPr>
        <p:spPr>
          <a:xfrm>
            <a:off x="7114512" y="3301460"/>
            <a:ext cx="3249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0" y="0"/>
                </a:moveTo>
                <a:lnTo>
                  <a:pt x="4675" y="52"/>
                </a:lnTo>
                <a:lnTo>
                  <a:pt x="8041" y="213"/>
                </a:lnTo>
                <a:lnTo>
                  <a:pt x="11253" y="534"/>
                </a:lnTo>
                <a:lnTo>
                  <a:pt x="14363" y="1080"/>
                </a:lnTo>
                <a:lnTo>
                  <a:pt x="17420" y="1910"/>
                </a:lnTo>
                <a:lnTo>
                  <a:pt x="20476" y="3086"/>
                </a:lnTo>
                <a:lnTo>
                  <a:pt x="21004" y="5162"/>
                </a:lnTo>
                <a:lnTo>
                  <a:pt x="21353" y="7221"/>
                </a:lnTo>
                <a:lnTo>
                  <a:pt x="21547" y="9266"/>
                </a:lnTo>
                <a:lnTo>
                  <a:pt x="21600" y="11306"/>
                </a:lnTo>
                <a:lnTo>
                  <a:pt x="21537" y="13346"/>
                </a:lnTo>
                <a:lnTo>
                  <a:pt x="21372" y="15388"/>
                </a:lnTo>
                <a:lnTo>
                  <a:pt x="21130" y="17444"/>
                </a:lnTo>
                <a:lnTo>
                  <a:pt x="20825" y="19511"/>
                </a:lnTo>
                <a:lnTo>
                  <a:pt x="20476" y="21600"/>
                </a:lnTo>
                <a:lnTo>
                  <a:pt x="17386" y="20986"/>
                </a:lnTo>
                <a:lnTo>
                  <a:pt x="14431" y="20329"/>
                </a:lnTo>
                <a:lnTo>
                  <a:pt x="11592" y="19604"/>
                </a:lnTo>
                <a:lnTo>
                  <a:pt x="8855" y="18780"/>
                </a:lnTo>
                <a:lnTo>
                  <a:pt x="6205" y="17826"/>
                </a:lnTo>
                <a:lnTo>
                  <a:pt x="3623" y="16718"/>
                </a:lnTo>
                <a:lnTo>
                  <a:pt x="1100" y="15429"/>
                </a:lnTo>
                <a:lnTo>
                  <a:pt x="484" y="13191"/>
                </a:lnTo>
                <a:lnTo>
                  <a:pt x="126" y="10994"/>
                </a:lnTo>
                <a:lnTo>
                  <a:pt x="0" y="8816"/>
                </a:lnTo>
                <a:lnTo>
                  <a:pt x="63" y="6644"/>
                </a:lnTo>
                <a:lnTo>
                  <a:pt x="291" y="4462"/>
                </a:lnTo>
                <a:lnTo>
                  <a:pt x="644" y="2253"/>
                </a:lnTo>
                <a:lnTo>
                  <a:pt x="1100" y="0"/>
                </a:lnTo>
                <a:close/>
              </a:path>
            </a:pathLst>
          </a:custGeom>
          <a:solidFill>
            <a:srgbClr val="A8C1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0" name="contour_11238"/>
          <p:cNvSpPr/>
          <p:nvPr/>
        </p:nvSpPr>
        <p:spPr>
          <a:xfrm>
            <a:off x="4120802" y="3301460"/>
            <a:ext cx="80168" cy="22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19257" y="6133"/>
                </a:lnTo>
                <a:lnTo>
                  <a:pt x="17412" y="10920"/>
                </a:lnTo>
                <a:lnTo>
                  <a:pt x="15970" y="14533"/>
                </a:lnTo>
                <a:lnTo>
                  <a:pt x="14849" y="17156"/>
                </a:lnTo>
                <a:lnTo>
                  <a:pt x="13959" y="18963"/>
                </a:lnTo>
                <a:lnTo>
                  <a:pt x="13213" y="20137"/>
                </a:lnTo>
                <a:lnTo>
                  <a:pt x="12526" y="20845"/>
                </a:lnTo>
                <a:lnTo>
                  <a:pt x="11805" y="21277"/>
                </a:lnTo>
                <a:lnTo>
                  <a:pt x="10969" y="21600"/>
                </a:lnTo>
                <a:lnTo>
                  <a:pt x="9789" y="20467"/>
                </a:lnTo>
                <a:lnTo>
                  <a:pt x="8591" y="19313"/>
                </a:lnTo>
                <a:lnTo>
                  <a:pt x="7992" y="18818"/>
                </a:lnTo>
                <a:lnTo>
                  <a:pt x="6182" y="17307"/>
                </a:lnTo>
                <a:lnTo>
                  <a:pt x="5213" y="15742"/>
                </a:lnTo>
                <a:lnTo>
                  <a:pt x="4450" y="14286"/>
                </a:lnTo>
                <a:lnTo>
                  <a:pt x="3719" y="12466"/>
                </a:lnTo>
                <a:lnTo>
                  <a:pt x="2847" y="9801"/>
                </a:lnTo>
                <a:lnTo>
                  <a:pt x="1665" y="5803"/>
                </a:lnTo>
                <a:lnTo>
                  <a:pt x="0" y="0"/>
                </a:lnTo>
                <a:close/>
              </a:path>
            </a:pathLst>
          </a:custGeom>
          <a:solidFill>
            <a:srgbClr val="B4C4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1" name="contour_11239"/>
          <p:cNvSpPr/>
          <p:nvPr/>
        </p:nvSpPr>
        <p:spPr>
          <a:xfrm>
            <a:off x="10505082" y="327230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608" y="484"/>
                </a:lnTo>
                <a:lnTo>
                  <a:pt x="5551" y="937"/>
                </a:lnTo>
                <a:lnTo>
                  <a:pt x="6638" y="1456"/>
                </a:lnTo>
                <a:lnTo>
                  <a:pt x="8078" y="2151"/>
                </a:lnTo>
                <a:lnTo>
                  <a:pt x="10084" y="3110"/>
                </a:lnTo>
                <a:lnTo>
                  <a:pt x="12863" y="4445"/>
                </a:lnTo>
                <a:lnTo>
                  <a:pt x="16632" y="6255"/>
                </a:lnTo>
                <a:lnTo>
                  <a:pt x="21600" y="8640"/>
                </a:lnTo>
                <a:lnTo>
                  <a:pt x="20887" y="11206"/>
                </a:lnTo>
                <a:lnTo>
                  <a:pt x="20171" y="13781"/>
                </a:lnTo>
                <a:lnTo>
                  <a:pt x="19454" y="16364"/>
                </a:lnTo>
                <a:lnTo>
                  <a:pt x="18731" y="18969"/>
                </a:lnTo>
                <a:lnTo>
                  <a:pt x="18000" y="21600"/>
                </a:lnTo>
                <a:lnTo>
                  <a:pt x="15772" y="21064"/>
                </a:lnTo>
                <a:lnTo>
                  <a:pt x="13543" y="20529"/>
                </a:lnTo>
                <a:lnTo>
                  <a:pt x="11308" y="19993"/>
                </a:lnTo>
                <a:lnTo>
                  <a:pt x="9068" y="19457"/>
                </a:lnTo>
                <a:lnTo>
                  <a:pt x="6818" y="18917"/>
                </a:lnTo>
                <a:lnTo>
                  <a:pt x="4558" y="18373"/>
                </a:lnTo>
                <a:lnTo>
                  <a:pt x="2286" y="17829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B2A2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2" name="contour_11240"/>
          <p:cNvSpPr/>
          <p:nvPr/>
        </p:nvSpPr>
        <p:spPr>
          <a:xfrm>
            <a:off x="5031801" y="3286884"/>
            <a:ext cx="94744" cy="231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9449" y="339"/>
                </a:lnTo>
                <a:lnTo>
                  <a:pt x="10576" y="733"/>
                </a:lnTo>
                <a:lnTo>
                  <a:pt x="11694" y="1194"/>
                </a:lnTo>
                <a:lnTo>
                  <a:pt x="12809" y="1717"/>
                </a:lnTo>
                <a:lnTo>
                  <a:pt x="13929" y="2307"/>
                </a:lnTo>
                <a:lnTo>
                  <a:pt x="15057" y="2972"/>
                </a:lnTo>
                <a:lnTo>
                  <a:pt x="16001" y="3502"/>
                </a:lnTo>
                <a:lnTo>
                  <a:pt x="16956" y="4044"/>
                </a:lnTo>
                <a:lnTo>
                  <a:pt x="18117" y="4716"/>
                </a:lnTo>
                <a:lnTo>
                  <a:pt x="19279" y="5395"/>
                </a:lnTo>
                <a:lnTo>
                  <a:pt x="20440" y="6087"/>
                </a:lnTo>
                <a:lnTo>
                  <a:pt x="21600" y="6786"/>
                </a:lnTo>
                <a:lnTo>
                  <a:pt x="20942" y="10783"/>
                </a:lnTo>
                <a:lnTo>
                  <a:pt x="20377" y="13531"/>
                </a:lnTo>
                <a:lnTo>
                  <a:pt x="19593" y="16300"/>
                </a:lnTo>
                <a:lnTo>
                  <a:pt x="18277" y="20358"/>
                </a:lnTo>
                <a:lnTo>
                  <a:pt x="17109" y="20915"/>
                </a:lnTo>
                <a:lnTo>
                  <a:pt x="15942" y="21295"/>
                </a:lnTo>
                <a:lnTo>
                  <a:pt x="14778" y="21512"/>
                </a:lnTo>
                <a:lnTo>
                  <a:pt x="13611" y="21600"/>
                </a:lnTo>
                <a:lnTo>
                  <a:pt x="12447" y="21586"/>
                </a:lnTo>
                <a:lnTo>
                  <a:pt x="11279" y="21498"/>
                </a:lnTo>
                <a:lnTo>
                  <a:pt x="10107" y="21362"/>
                </a:lnTo>
                <a:lnTo>
                  <a:pt x="8931" y="21206"/>
                </a:lnTo>
                <a:lnTo>
                  <a:pt x="8073" y="21145"/>
                </a:lnTo>
                <a:lnTo>
                  <a:pt x="7209" y="21084"/>
                </a:lnTo>
                <a:lnTo>
                  <a:pt x="6334" y="21023"/>
                </a:lnTo>
                <a:lnTo>
                  <a:pt x="5279" y="20935"/>
                </a:lnTo>
                <a:lnTo>
                  <a:pt x="4222" y="20840"/>
                </a:lnTo>
                <a:lnTo>
                  <a:pt x="3167" y="20731"/>
                </a:lnTo>
                <a:lnTo>
                  <a:pt x="2112" y="20616"/>
                </a:lnTo>
                <a:lnTo>
                  <a:pt x="1055" y="20494"/>
                </a:lnTo>
                <a:lnTo>
                  <a:pt x="0" y="20358"/>
                </a:lnTo>
                <a:lnTo>
                  <a:pt x="693" y="19001"/>
                </a:lnTo>
                <a:lnTo>
                  <a:pt x="1396" y="17630"/>
                </a:lnTo>
                <a:lnTo>
                  <a:pt x="2301" y="15825"/>
                </a:lnTo>
                <a:lnTo>
                  <a:pt x="3220" y="13993"/>
                </a:lnTo>
                <a:lnTo>
                  <a:pt x="4117" y="12215"/>
                </a:lnTo>
                <a:lnTo>
                  <a:pt x="5029" y="10417"/>
                </a:lnTo>
                <a:lnTo>
                  <a:pt x="5990" y="8211"/>
                </a:lnTo>
                <a:lnTo>
                  <a:pt x="6651" y="6392"/>
                </a:lnTo>
                <a:lnTo>
                  <a:pt x="7322" y="3977"/>
                </a:lnTo>
                <a:lnTo>
                  <a:pt x="8308" y="0"/>
                </a:lnTo>
                <a:close/>
              </a:path>
            </a:pathLst>
          </a:custGeom>
          <a:solidFill>
            <a:srgbClr val="BCCA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3" name="contour_11241"/>
          <p:cNvSpPr/>
          <p:nvPr/>
        </p:nvSpPr>
        <p:spPr>
          <a:xfrm>
            <a:off x="6722615" y="3272563"/>
            <a:ext cx="94744" cy="235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46" y="574"/>
                </a:moveTo>
                <a:lnTo>
                  <a:pt x="8009" y="720"/>
                </a:lnTo>
                <a:lnTo>
                  <a:pt x="8648" y="967"/>
                </a:lnTo>
                <a:lnTo>
                  <a:pt x="10112" y="1548"/>
                </a:lnTo>
                <a:lnTo>
                  <a:pt x="10956" y="1928"/>
                </a:lnTo>
                <a:lnTo>
                  <a:pt x="11807" y="2301"/>
                </a:lnTo>
                <a:lnTo>
                  <a:pt x="12669" y="2682"/>
                </a:lnTo>
                <a:lnTo>
                  <a:pt x="13050" y="2842"/>
                </a:lnTo>
                <a:lnTo>
                  <a:pt x="13724" y="3115"/>
                </a:lnTo>
                <a:lnTo>
                  <a:pt x="15266" y="3742"/>
                </a:lnTo>
                <a:lnTo>
                  <a:pt x="16321" y="4176"/>
                </a:lnTo>
                <a:lnTo>
                  <a:pt x="17378" y="4616"/>
                </a:lnTo>
                <a:lnTo>
                  <a:pt x="18433" y="5063"/>
                </a:lnTo>
                <a:lnTo>
                  <a:pt x="19488" y="5517"/>
                </a:lnTo>
                <a:lnTo>
                  <a:pt x="20543" y="5977"/>
                </a:lnTo>
                <a:lnTo>
                  <a:pt x="21600" y="6437"/>
                </a:lnTo>
                <a:lnTo>
                  <a:pt x="21236" y="10333"/>
                </a:lnTo>
                <a:lnTo>
                  <a:pt x="20942" y="13021"/>
                </a:lnTo>
                <a:lnTo>
                  <a:pt x="20562" y="15756"/>
                </a:lnTo>
                <a:lnTo>
                  <a:pt x="19938" y="19779"/>
                </a:lnTo>
                <a:lnTo>
                  <a:pt x="18947" y="20779"/>
                </a:lnTo>
                <a:lnTo>
                  <a:pt x="18234" y="21300"/>
                </a:lnTo>
                <a:lnTo>
                  <a:pt x="17453" y="21500"/>
                </a:lnTo>
                <a:lnTo>
                  <a:pt x="16260" y="21553"/>
                </a:lnTo>
                <a:lnTo>
                  <a:pt x="15162" y="21580"/>
                </a:lnTo>
                <a:lnTo>
                  <a:pt x="14050" y="21600"/>
                </a:lnTo>
                <a:lnTo>
                  <a:pt x="12900" y="21527"/>
                </a:lnTo>
                <a:lnTo>
                  <a:pt x="11735" y="21447"/>
                </a:lnTo>
                <a:lnTo>
                  <a:pt x="10596" y="21527"/>
                </a:lnTo>
                <a:lnTo>
                  <a:pt x="9441" y="21600"/>
                </a:lnTo>
                <a:lnTo>
                  <a:pt x="7597" y="21540"/>
                </a:lnTo>
                <a:lnTo>
                  <a:pt x="6176" y="21393"/>
                </a:lnTo>
                <a:lnTo>
                  <a:pt x="5084" y="21060"/>
                </a:lnTo>
                <a:lnTo>
                  <a:pt x="4224" y="20433"/>
                </a:lnTo>
                <a:lnTo>
                  <a:pt x="3496" y="19412"/>
                </a:lnTo>
                <a:lnTo>
                  <a:pt x="2803" y="17904"/>
                </a:lnTo>
                <a:lnTo>
                  <a:pt x="2049" y="15796"/>
                </a:lnTo>
                <a:lnTo>
                  <a:pt x="1136" y="13001"/>
                </a:lnTo>
                <a:lnTo>
                  <a:pt x="852" y="11374"/>
                </a:lnTo>
                <a:lnTo>
                  <a:pt x="0" y="6437"/>
                </a:lnTo>
                <a:lnTo>
                  <a:pt x="1117" y="3949"/>
                </a:lnTo>
                <a:lnTo>
                  <a:pt x="2158" y="2141"/>
                </a:lnTo>
                <a:lnTo>
                  <a:pt x="3164" y="927"/>
                </a:lnTo>
                <a:lnTo>
                  <a:pt x="4174" y="233"/>
                </a:lnTo>
                <a:lnTo>
                  <a:pt x="5231" y="0"/>
                </a:lnTo>
                <a:lnTo>
                  <a:pt x="6374" y="133"/>
                </a:lnTo>
                <a:lnTo>
                  <a:pt x="7646" y="574"/>
                </a:lnTo>
                <a:close/>
              </a:path>
            </a:pathLst>
          </a:custGeom>
          <a:solidFill>
            <a:srgbClr val="98AF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4" name="contour_11242"/>
          <p:cNvSpPr/>
          <p:nvPr/>
        </p:nvSpPr>
        <p:spPr>
          <a:xfrm>
            <a:off x="2342532" y="3250444"/>
            <a:ext cx="65592" cy="380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818"/>
                </a:lnTo>
                <a:lnTo>
                  <a:pt x="17256" y="1641"/>
                </a:lnTo>
                <a:lnTo>
                  <a:pt x="18691" y="2463"/>
                </a:lnTo>
                <a:lnTo>
                  <a:pt x="20138" y="3294"/>
                </a:lnTo>
                <a:lnTo>
                  <a:pt x="21600" y="4133"/>
                </a:lnTo>
                <a:lnTo>
                  <a:pt x="21216" y="6919"/>
                </a:lnTo>
                <a:lnTo>
                  <a:pt x="20779" y="9510"/>
                </a:lnTo>
                <a:lnTo>
                  <a:pt x="20263" y="11937"/>
                </a:lnTo>
                <a:lnTo>
                  <a:pt x="19637" y="14235"/>
                </a:lnTo>
                <a:lnTo>
                  <a:pt x="18869" y="16434"/>
                </a:lnTo>
                <a:lnTo>
                  <a:pt x="17933" y="18566"/>
                </a:lnTo>
                <a:lnTo>
                  <a:pt x="16800" y="20666"/>
                </a:lnTo>
                <a:lnTo>
                  <a:pt x="15106" y="21063"/>
                </a:lnTo>
                <a:lnTo>
                  <a:pt x="13423" y="21344"/>
                </a:lnTo>
                <a:lnTo>
                  <a:pt x="11748" y="21521"/>
                </a:lnTo>
                <a:lnTo>
                  <a:pt x="10078" y="21600"/>
                </a:lnTo>
                <a:lnTo>
                  <a:pt x="8410" y="21596"/>
                </a:lnTo>
                <a:lnTo>
                  <a:pt x="6742" y="21517"/>
                </a:lnTo>
                <a:lnTo>
                  <a:pt x="5069" y="21373"/>
                </a:lnTo>
                <a:lnTo>
                  <a:pt x="3391" y="21178"/>
                </a:lnTo>
                <a:lnTo>
                  <a:pt x="1702" y="20939"/>
                </a:lnTo>
                <a:lnTo>
                  <a:pt x="0" y="20666"/>
                </a:lnTo>
                <a:lnTo>
                  <a:pt x="1488" y="20327"/>
                </a:lnTo>
                <a:lnTo>
                  <a:pt x="2983" y="19980"/>
                </a:lnTo>
                <a:lnTo>
                  <a:pt x="4500" y="19633"/>
                </a:lnTo>
                <a:lnTo>
                  <a:pt x="6298" y="18835"/>
                </a:lnTo>
                <a:lnTo>
                  <a:pt x="7747" y="17946"/>
                </a:lnTo>
                <a:lnTo>
                  <a:pt x="8978" y="16752"/>
                </a:lnTo>
                <a:lnTo>
                  <a:pt x="10121" y="15032"/>
                </a:lnTo>
                <a:lnTo>
                  <a:pt x="11306" y="12577"/>
                </a:lnTo>
                <a:lnTo>
                  <a:pt x="11993" y="10097"/>
                </a:lnTo>
                <a:lnTo>
                  <a:pt x="12646" y="7613"/>
                </a:lnTo>
                <a:lnTo>
                  <a:pt x="13265" y="5109"/>
                </a:lnTo>
                <a:lnTo>
                  <a:pt x="13848" y="2579"/>
                </a:lnTo>
                <a:lnTo>
                  <a:pt x="14400" y="0"/>
                </a:lnTo>
                <a:close/>
              </a:path>
            </a:pathLst>
          </a:custGeom>
          <a:solidFill>
            <a:srgbClr val="52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5" name="contour_11243"/>
          <p:cNvSpPr/>
          <p:nvPr/>
        </p:nvSpPr>
        <p:spPr>
          <a:xfrm>
            <a:off x="10184411" y="3262746"/>
            <a:ext cx="51016" cy="38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86" y="0"/>
                </a:moveTo>
                <a:lnTo>
                  <a:pt x="14565" y="186"/>
                </a:lnTo>
                <a:lnTo>
                  <a:pt x="15765" y="514"/>
                </a:lnTo>
                <a:lnTo>
                  <a:pt x="18514" y="1264"/>
                </a:lnTo>
                <a:lnTo>
                  <a:pt x="19351" y="3881"/>
                </a:lnTo>
                <a:lnTo>
                  <a:pt x="20017" y="6522"/>
                </a:lnTo>
                <a:lnTo>
                  <a:pt x="20545" y="9188"/>
                </a:lnTo>
                <a:lnTo>
                  <a:pt x="20964" y="11898"/>
                </a:lnTo>
                <a:lnTo>
                  <a:pt x="21307" y="14653"/>
                </a:lnTo>
                <a:lnTo>
                  <a:pt x="21600" y="17468"/>
                </a:lnTo>
                <a:lnTo>
                  <a:pt x="19391" y="18250"/>
                </a:lnTo>
                <a:lnTo>
                  <a:pt x="17237" y="18975"/>
                </a:lnTo>
                <a:lnTo>
                  <a:pt x="15117" y="19631"/>
                </a:lnTo>
                <a:lnTo>
                  <a:pt x="13022" y="20211"/>
                </a:lnTo>
                <a:lnTo>
                  <a:pt x="10930" y="20701"/>
                </a:lnTo>
                <a:lnTo>
                  <a:pt x="8828" y="21094"/>
                </a:lnTo>
                <a:lnTo>
                  <a:pt x="6699" y="21381"/>
                </a:lnTo>
                <a:lnTo>
                  <a:pt x="4530" y="21551"/>
                </a:lnTo>
                <a:lnTo>
                  <a:pt x="2302" y="21600"/>
                </a:lnTo>
                <a:lnTo>
                  <a:pt x="0" y="21519"/>
                </a:lnTo>
                <a:lnTo>
                  <a:pt x="719" y="19554"/>
                </a:lnTo>
                <a:lnTo>
                  <a:pt x="1441" y="17589"/>
                </a:lnTo>
                <a:lnTo>
                  <a:pt x="2166" y="15629"/>
                </a:lnTo>
                <a:lnTo>
                  <a:pt x="2894" y="13668"/>
                </a:lnTo>
                <a:lnTo>
                  <a:pt x="3703" y="11481"/>
                </a:lnTo>
                <a:lnTo>
                  <a:pt x="4521" y="9257"/>
                </a:lnTo>
                <a:lnTo>
                  <a:pt x="5743" y="6522"/>
                </a:lnTo>
                <a:lnTo>
                  <a:pt x="6915" y="4428"/>
                </a:lnTo>
                <a:lnTo>
                  <a:pt x="8174" y="2852"/>
                </a:lnTo>
                <a:lnTo>
                  <a:pt x="9661" y="1673"/>
                </a:lnTo>
                <a:lnTo>
                  <a:pt x="11519" y="762"/>
                </a:lnTo>
                <a:lnTo>
                  <a:pt x="13886" y="0"/>
                </a:lnTo>
                <a:close/>
              </a:path>
            </a:pathLst>
          </a:custGeom>
          <a:solidFill>
            <a:srgbClr val="C9E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6" name="contour_11244"/>
          <p:cNvSpPr/>
          <p:nvPr/>
        </p:nvSpPr>
        <p:spPr>
          <a:xfrm>
            <a:off x="5578400" y="3257521"/>
            <a:ext cx="36440" cy="80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7"/>
                </a:moveTo>
                <a:lnTo>
                  <a:pt x="20969" y="1394"/>
                </a:lnTo>
                <a:lnTo>
                  <a:pt x="20269" y="2716"/>
                </a:lnTo>
                <a:lnTo>
                  <a:pt x="19505" y="4027"/>
                </a:lnTo>
                <a:lnTo>
                  <a:pt x="18675" y="5323"/>
                </a:lnTo>
                <a:lnTo>
                  <a:pt x="17790" y="6610"/>
                </a:lnTo>
                <a:lnTo>
                  <a:pt x="16852" y="7885"/>
                </a:lnTo>
                <a:lnTo>
                  <a:pt x="15867" y="9152"/>
                </a:lnTo>
                <a:lnTo>
                  <a:pt x="14835" y="10413"/>
                </a:lnTo>
                <a:lnTo>
                  <a:pt x="13768" y="11667"/>
                </a:lnTo>
                <a:lnTo>
                  <a:pt x="12662" y="12914"/>
                </a:lnTo>
                <a:lnTo>
                  <a:pt x="11526" y="14158"/>
                </a:lnTo>
                <a:lnTo>
                  <a:pt x="10364" y="15399"/>
                </a:lnTo>
                <a:lnTo>
                  <a:pt x="9180" y="16639"/>
                </a:lnTo>
                <a:lnTo>
                  <a:pt x="7983" y="17877"/>
                </a:lnTo>
                <a:lnTo>
                  <a:pt x="6769" y="19117"/>
                </a:lnTo>
                <a:lnTo>
                  <a:pt x="5547" y="20356"/>
                </a:lnTo>
                <a:lnTo>
                  <a:pt x="4320" y="21600"/>
                </a:lnTo>
                <a:lnTo>
                  <a:pt x="2981" y="20082"/>
                </a:lnTo>
                <a:lnTo>
                  <a:pt x="1987" y="18696"/>
                </a:lnTo>
                <a:lnTo>
                  <a:pt x="1335" y="17405"/>
                </a:lnTo>
                <a:lnTo>
                  <a:pt x="1007" y="16171"/>
                </a:lnTo>
                <a:lnTo>
                  <a:pt x="1007" y="14953"/>
                </a:lnTo>
                <a:lnTo>
                  <a:pt x="1318" y="13713"/>
                </a:lnTo>
                <a:lnTo>
                  <a:pt x="1931" y="12415"/>
                </a:lnTo>
                <a:lnTo>
                  <a:pt x="2847" y="11016"/>
                </a:lnTo>
                <a:lnTo>
                  <a:pt x="4052" y="9481"/>
                </a:lnTo>
                <a:lnTo>
                  <a:pt x="4890" y="8443"/>
                </a:lnTo>
                <a:lnTo>
                  <a:pt x="5741" y="7397"/>
                </a:lnTo>
                <a:lnTo>
                  <a:pt x="6597" y="6338"/>
                </a:lnTo>
                <a:lnTo>
                  <a:pt x="7612" y="5164"/>
                </a:lnTo>
                <a:lnTo>
                  <a:pt x="8640" y="3974"/>
                </a:lnTo>
                <a:lnTo>
                  <a:pt x="6502" y="3488"/>
                </a:lnTo>
                <a:lnTo>
                  <a:pt x="4355" y="3002"/>
                </a:lnTo>
                <a:lnTo>
                  <a:pt x="2190" y="2511"/>
                </a:lnTo>
                <a:lnTo>
                  <a:pt x="0" y="2015"/>
                </a:lnTo>
                <a:lnTo>
                  <a:pt x="2687" y="1336"/>
                </a:lnTo>
                <a:lnTo>
                  <a:pt x="5275" y="819"/>
                </a:lnTo>
                <a:lnTo>
                  <a:pt x="7815" y="448"/>
                </a:lnTo>
                <a:lnTo>
                  <a:pt x="10359" y="202"/>
                </a:lnTo>
                <a:lnTo>
                  <a:pt x="12956" y="59"/>
                </a:lnTo>
                <a:lnTo>
                  <a:pt x="15660" y="0"/>
                </a:lnTo>
                <a:lnTo>
                  <a:pt x="18524" y="6"/>
                </a:lnTo>
                <a:lnTo>
                  <a:pt x="21600" y="57"/>
                </a:lnTo>
                <a:close/>
              </a:path>
            </a:pathLst>
          </a:custGeom>
          <a:solidFill>
            <a:srgbClr val="A2A3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7" name="contour_11245"/>
          <p:cNvSpPr/>
          <p:nvPr/>
        </p:nvSpPr>
        <p:spPr>
          <a:xfrm>
            <a:off x="7254638" y="3204778"/>
            <a:ext cx="51016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56"/>
                </a:lnTo>
                <a:lnTo>
                  <a:pt x="11485" y="152"/>
                </a:lnTo>
                <a:lnTo>
                  <a:pt x="13506" y="294"/>
                </a:lnTo>
                <a:lnTo>
                  <a:pt x="15527" y="481"/>
                </a:lnTo>
                <a:lnTo>
                  <a:pt x="17548" y="719"/>
                </a:lnTo>
                <a:lnTo>
                  <a:pt x="19570" y="1008"/>
                </a:lnTo>
                <a:lnTo>
                  <a:pt x="21600" y="1347"/>
                </a:lnTo>
                <a:lnTo>
                  <a:pt x="21600" y="4694"/>
                </a:lnTo>
                <a:lnTo>
                  <a:pt x="21600" y="8041"/>
                </a:lnTo>
                <a:lnTo>
                  <a:pt x="21600" y="11397"/>
                </a:lnTo>
                <a:lnTo>
                  <a:pt x="21600" y="14775"/>
                </a:lnTo>
                <a:lnTo>
                  <a:pt x="21600" y="18177"/>
                </a:lnTo>
                <a:lnTo>
                  <a:pt x="21600" y="21600"/>
                </a:lnTo>
                <a:lnTo>
                  <a:pt x="20816" y="21281"/>
                </a:lnTo>
                <a:lnTo>
                  <a:pt x="18440" y="20314"/>
                </a:lnTo>
                <a:lnTo>
                  <a:pt x="17403" y="19929"/>
                </a:lnTo>
                <a:lnTo>
                  <a:pt x="14271" y="18749"/>
                </a:lnTo>
                <a:lnTo>
                  <a:pt x="13247" y="18354"/>
                </a:lnTo>
                <a:lnTo>
                  <a:pt x="10149" y="17149"/>
                </a:lnTo>
                <a:lnTo>
                  <a:pt x="7733" y="16972"/>
                </a:lnTo>
                <a:lnTo>
                  <a:pt x="5721" y="17296"/>
                </a:lnTo>
                <a:lnTo>
                  <a:pt x="3903" y="18157"/>
                </a:lnTo>
                <a:lnTo>
                  <a:pt x="2067" y="19580"/>
                </a:lnTo>
                <a:lnTo>
                  <a:pt x="0" y="21600"/>
                </a:lnTo>
                <a:lnTo>
                  <a:pt x="62" y="14441"/>
                </a:lnTo>
                <a:lnTo>
                  <a:pt x="238" y="9266"/>
                </a:lnTo>
                <a:lnTo>
                  <a:pt x="660" y="5701"/>
                </a:lnTo>
                <a:lnTo>
                  <a:pt x="1463" y="3372"/>
                </a:lnTo>
                <a:lnTo>
                  <a:pt x="2768" y="1899"/>
                </a:lnTo>
                <a:lnTo>
                  <a:pt x="4706" y="901"/>
                </a:lnTo>
                <a:lnTo>
                  <a:pt x="7412" y="0"/>
                </a:lnTo>
                <a:close/>
              </a:path>
            </a:pathLst>
          </a:custGeom>
          <a:solidFill>
            <a:srgbClr val="8A93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8" name="contour_11246"/>
          <p:cNvSpPr/>
          <p:nvPr/>
        </p:nvSpPr>
        <p:spPr>
          <a:xfrm>
            <a:off x="10752874" y="3185122"/>
            <a:ext cx="72880" cy="36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91"/>
                </a:moveTo>
                <a:lnTo>
                  <a:pt x="21600" y="7068"/>
                </a:lnTo>
                <a:lnTo>
                  <a:pt x="21600" y="9962"/>
                </a:lnTo>
                <a:lnTo>
                  <a:pt x="21600" y="12896"/>
                </a:lnTo>
                <a:lnTo>
                  <a:pt x="20174" y="12534"/>
                </a:lnTo>
                <a:lnTo>
                  <a:pt x="18749" y="12177"/>
                </a:lnTo>
                <a:lnTo>
                  <a:pt x="17321" y="11816"/>
                </a:lnTo>
                <a:lnTo>
                  <a:pt x="15891" y="11459"/>
                </a:lnTo>
                <a:lnTo>
                  <a:pt x="14459" y="11098"/>
                </a:lnTo>
                <a:lnTo>
                  <a:pt x="13025" y="10737"/>
                </a:lnTo>
                <a:lnTo>
                  <a:pt x="11586" y="10376"/>
                </a:lnTo>
                <a:lnTo>
                  <a:pt x="10143" y="10010"/>
                </a:lnTo>
                <a:lnTo>
                  <a:pt x="8696" y="9644"/>
                </a:lnTo>
                <a:lnTo>
                  <a:pt x="7245" y="9279"/>
                </a:lnTo>
                <a:lnTo>
                  <a:pt x="5784" y="8913"/>
                </a:lnTo>
                <a:lnTo>
                  <a:pt x="4320" y="8543"/>
                </a:lnTo>
                <a:lnTo>
                  <a:pt x="4320" y="11129"/>
                </a:lnTo>
                <a:lnTo>
                  <a:pt x="4320" y="13723"/>
                </a:lnTo>
                <a:lnTo>
                  <a:pt x="4320" y="16325"/>
                </a:lnTo>
                <a:lnTo>
                  <a:pt x="4320" y="18950"/>
                </a:lnTo>
                <a:lnTo>
                  <a:pt x="4320" y="21600"/>
                </a:lnTo>
                <a:lnTo>
                  <a:pt x="2892" y="21600"/>
                </a:lnTo>
                <a:lnTo>
                  <a:pt x="1456" y="21600"/>
                </a:lnTo>
                <a:lnTo>
                  <a:pt x="0" y="21600"/>
                </a:lnTo>
                <a:lnTo>
                  <a:pt x="253" y="18510"/>
                </a:lnTo>
                <a:lnTo>
                  <a:pt x="518" y="15563"/>
                </a:lnTo>
                <a:lnTo>
                  <a:pt x="819" y="12713"/>
                </a:lnTo>
                <a:lnTo>
                  <a:pt x="1175" y="9901"/>
                </a:lnTo>
                <a:lnTo>
                  <a:pt x="1616" y="7081"/>
                </a:lnTo>
                <a:lnTo>
                  <a:pt x="2160" y="4191"/>
                </a:lnTo>
                <a:lnTo>
                  <a:pt x="3512" y="2594"/>
                </a:lnTo>
                <a:lnTo>
                  <a:pt x="4912" y="1414"/>
                </a:lnTo>
                <a:lnTo>
                  <a:pt x="6355" y="618"/>
                </a:lnTo>
                <a:lnTo>
                  <a:pt x="7834" y="161"/>
                </a:lnTo>
                <a:lnTo>
                  <a:pt x="9342" y="0"/>
                </a:lnTo>
                <a:lnTo>
                  <a:pt x="10873" y="87"/>
                </a:lnTo>
                <a:lnTo>
                  <a:pt x="12418" y="387"/>
                </a:lnTo>
                <a:lnTo>
                  <a:pt x="13969" y="853"/>
                </a:lnTo>
                <a:lnTo>
                  <a:pt x="15522" y="1441"/>
                </a:lnTo>
                <a:lnTo>
                  <a:pt x="17068" y="2115"/>
                </a:lnTo>
                <a:lnTo>
                  <a:pt x="18602" y="2825"/>
                </a:lnTo>
                <a:lnTo>
                  <a:pt x="20114" y="3530"/>
                </a:lnTo>
                <a:lnTo>
                  <a:pt x="21600" y="4191"/>
                </a:lnTo>
                <a:close/>
              </a:path>
            </a:pathLst>
          </a:custGeom>
          <a:solidFill>
            <a:srgbClr val="6E7F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49" name="contour_11247"/>
          <p:cNvSpPr/>
          <p:nvPr/>
        </p:nvSpPr>
        <p:spPr>
          <a:xfrm>
            <a:off x="8420717" y="3164577"/>
            <a:ext cx="51016" cy="494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91"/>
                </a:moveTo>
                <a:lnTo>
                  <a:pt x="21261" y="4593"/>
                </a:lnTo>
                <a:lnTo>
                  <a:pt x="20921" y="6698"/>
                </a:lnTo>
                <a:lnTo>
                  <a:pt x="20582" y="8803"/>
                </a:lnTo>
                <a:lnTo>
                  <a:pt x="20239" y="10915"/>
                </a:lnTo>
                <a:lnTo>
                  <a:pt x="19897" y="13033"/>
                </a:lnTo>
                <a:lnTo>
                  <a:pt x="19554" y="15160"/>
                </a:lnTo>
                <a:lnTo>
                  <a:pt x="19209" y="17294"/>
                </a:lnTo>
                <a:lnTo>
                  <a:pt x="18863" y="19441"/>
                </a:lnTo>
                <a:lnTo>
                  <a:pt x="18514" y="21600"/>
                </a:lnTo>
                <a:lnTo>
                  <a:pt x="16971" y="20008"/>
                </a:lnTo>
                <a:lnTo>
                  <a:pt x="15429" y="18415"/>
                </a:lnTo>
                <a:lnTo>
                  <a:pt x="13886" y="16823"/>
                </a:lnTo>
                <a:lnTo>
                  <a:pt x="12343" y="15230"/>
                </a:lnTo>
                <a:lnTo>
                  <a:pt x="10800" y="13638"/>
                </a:lnTo>
                <a:lnTo>
                  <a:pt x="9257" y="12045"/>
                </a:lnTo>
                <a:lnTo>
                  <a:pt x="7714" y="10453"/>
                </a:lnTo>
                <a:lnTo>
                  <a:pt x="6171" y="8860"/>
                </a:lnTo>
                <a:lnTo>
                  <a:pt x="4629" y="7268"/>
                </a:lnTo>
                <a:lnTo>
                  <a:pt x="3086" y="5675"/>
                </a:lnTo>
                <a:lnTo>
                  <a:pt x="1543" y="4083"/>
                </a:lnTo>
                <a:lnTo>
                  <a:pt x="0" y="2491"/>
                </a:lnTo>
                <a:lnTo>
                  <a:pt x="2425" y="1465"/>
                </a:lnTo>
                <a:lnTo>
                  <a:pt x="4669" y="726"/>
                </a:lnTo>
                <a:lnTo>
                  <a:pt x="6779" y="248"/>
                </a:lnTo>
                <a:lnTo>
                  <a:pt x="8797" y="13"/>
                </a:lnTo>
                <a:lnTo>
                  <a:pt x="10775" y="0"/>
                </a:lnTo>
                <a:lnTo>
                  <a:pt x="12753" y="185"/>
                </a:lnTo>
                <a:lnTo>
                  <a:pt x="14777" y="548"/>
                </a:lnTo>
                <a:lnTo>
                  <a:pt x="16897" y="1070"/>
                </a:lnTo>
                <a:lnTo>
                  <a:pt x="19156" y="1723"/>
                </a:lnTo>
                <a:lnTo>
                  <a:pt x="21600" y="2491"/>
                </a:lnTo>
                <a:close/>
              </a:path>
            </a:pathLst>
          </a:custGeom>
          <a:solidFill>
            <a:srgbClr val="B3C0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0" name="contour_11248"/>
          <p:cNvSpPr/>
          <p:nvPr/>
        </p:nvSpPr>
        <p:spPr>
          <a:xfrm>
            <a:off x="7151790" y="3177564"/>
            <a:ext cx="687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7" y="0"/>
                </a:moveTo>
                <a:lnTo>
                  <a:pt x="1732" y="396"/>
                </a:lnTo>
                <a:lnTo>
                  <a:pt x="3208" y="799"/>
                </a:lnTo>
                <a:lnTo>
                  <a:pt x="4681" y="1210"/>
                </a:lnTo>
                <a:lnTo>
                  <a:pt x="6152" y="1631"/>
                </a:lnTo>
                <a:lnTo>
                  <a:pt x="7625" y="2056"/>
                </a:lnTo>
                <a:lnTo>
                  <a:pt x="9096" y="2488"/>
                </a:lnTo>
                <a:lnTo>
                  <a:pt x="10567" y="2923"/>
                </a:lnTo>
                <a:lnTo>
                  <a:pt x="12048" y="3305"/>
                </a:lnTo>
                <a:lnTo>
                  <a:pt x="13548" y="3690"/>
                </a:lnTo>
                <a:lnTo>
                  <a:pt x="15097" y="4190"/>
                </a:lnTo>
                <a:lnTo>
                  <a:pt x="16577" y="4730"/>
                </a:lnTo>
                <a:lnTo>
                  <a:pt x="18019" y="5375"/>
                </a:lnTo>
                <a:lnTo>
                  <a:pt x="19444" y="6178"/>
                </a:lnTo>
                <a:lnTo>
                  <a:pt x="20878" y="7200"/>
                </a:lnTo>
                <a:lnTo>
                  <a:pt x="21359" y="9932"/>
                </a:lnTo>
                <a:lnTo>
                  <a:pt x="21600" y="11858"/>
                </a:lnTo>
                <a:lnTo>
                  <a:pt x="21600" y="13500"/>
                </a:lnTo>
                <a:lnTo>
                  <a:pt x="21359" y="15376"/>
                </a:lnTo>
                <a:lnTo>
                  <a:pt x="20878" y="18000"/>
                </a:lnTo>
                <a:lnTo>
                  <a:pt x="19380" y="19076"/>
                </a:lnTo>
                <a:lnTo>
                  <a:pt x="18282" y="19692"/>
                </a:lnTo>
                <a:lnTo>
                  <a:pt x="17052" y="20081"/>
                </a:lnTo>
                <a:lnTo>
                  <a:pt x="15150" y="20477"/>
                </a:lnTo>
                <a:lnTo>
                  <a:pt x="13551" y="20830"/>
                </a:lnTo>
                <a:lnTo>
                  <a:pt x="11928" y="21193"/>
                </a:lnTo>
                <a:lnTo>
                  <a:pt x="10684" y="21395"/>
                </a:lnTo>
                <a:lnTo>
                  <a:pt x="9422" y="21600"/>
                </a:lnTo>
                <a:lnTo>
                  <a:pt x="9990" y="19818"/>
                </a:lnTo>
                <a:lnTo>
                  <a:pt x="10558" y="18025"/>
                </a:lnTo>
                <a:lnTo>
                  <a:pt x="11133" y="16225"/>
                </a:lnTo>
                <a:lnTo>
                  <a:pt x="11713" y="14400"/>
                </a:lnTo>
                <a:lnTo>
                  <a:pt x="11090" y="14299"/>
                </a:lnTo>
                <a:lnTo>
                  <a:pt x="9206" y="13993"/>
                </a:lnTo>
                <a:lnTo>
                  <a:pt x="8404" y="13813"/>
                </a:lnTo>
                <a:lnTo>
                  <a:pt x="5985" y="13277"/>
                </a:lnTo>
                <a:lnTo>
                  <a:pt x="4386" y="12960"/>
                </a:lnTo>
                <a:lnTo>
                  <a:pt x="2763" y="12643"/>
                </a:lnTo>
                <a:lnTo>
                  <a:pt x="1519" y="11729"/>
                </a:lnTo>
                <a:lnTo>
                  <a:pt x="257" y="10800"/>
                </a:lnTo>
                <a:lnTo>
                  <a:pt x="85" y="8046"/>
                </a:lnTo>
                <a:lnTo>
                  <a:pt x="0" y="6109"/>
                </a:lnTo>
                <a:lnTo>
                  <a:pt x="0" y="4468"/>
                </a:lnTo>
                <a:lnTo>
                  <a:pt x="85" y="2603"/>
                </a:lnTo>
                <a:lnTo>
                  <a:pt x="257" y="0"/>
                </a:lnTo>
                <a:close/>
              </a:path>
            </a:pathLst>
          </a:custGeom>
          <a:solidFill>
            <a:srgbClr val="BDC9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1" name="contour_11249"/>
          <p:cNvSpPr/>
          <p:nvPr/>
        </p:nvSpPr>
        <p:spPr>
          <a:xfrm>
            <a:off x="4186394" y="3146532"/>
            <a:ext cx="38109" cy="458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1" y="0"/>
                </a:moveTo>
                <a:lnTo>
                  <a:pt x="10385" y="21"/>
                </a:lnTo>
                <a:lnTo>
                  <a:pt x="12182" y="76"/>
                </a:lnTo>
                <a:lnTo>
                  <a:pt x="14090" y="213"/>
                </a:lnTo>
                <a:lnTo>
                  <a:pt x="16713" y="467"/>
                </a:lnTo>
                <a:lnTo>
                  <a:pt x="20654" y="886"/>
                </a:lnTo>
                <a:lnTo>
                  <a:pt x="21030" y="3390"/>
                </a:lnTo>
                <a:lnTo>
                  <a:pt x="21336" y="5850"/>
                </a:lnTo>
                <a:lnTo>
                  <a:pt x="21538" y="8282"/>
                </a:lnTo>
                <a:lnTo>
                  <a:pt x="21600" y="10704"/>
                </a:lnTo>
                <a:lnTo>
                  <a:pt x="21497" y="13132"/>
                </a:lnTo>
                <a:lnTo>
                  <a:pt x="21191" y="15578"/>
                </a:lnTo>
                <a:lnTo>
                  <a:pt x="20654" y="18062"/>
                </a:lnTo>
                <a:lnTo>
                  <a:pt x="18052" y="19453"/>
                </a:lnTo>
                <a:lnTo>
                  <a:pt x="15466" y="20460"/>
                </a:lnTo>
                <a:lnTo>
                  <a:pt x="12834" y="21123"/>
                </a:lnTo>
                <a:lnTo>
                  <a:pt x="10104" y="21490"/>
                </a:lnTo>
                <a:lnTo>
                  <a:pt x="7225" y="21600"/>
                </a:lnTo>
                <a:lnTo>
                  <a:pt x="4131" y="21497"/>
                </a:lnTo>
                <a:lnTo>
                  <a:pt x="2181" y="20061"/>
                </a:lnTo>
                <a:lnTo>
                  <a:pt x="1099" y="18866"/>
                </a:lnTo>
                <a:lnTo>
                  <a:pt x="500" y="17268"/>
                </a:lnTo>
                <a:lnTo>
                  <a:pt x="0" y="14627"/>
                </a:lnTo>
                <a:lnTo>
                  <a:pt x="198" y="9835"/>
                </a:lnTo>
                <a:lnTo>
                  <a:pt x="479" y="6372"/>
                </a:lnTo>
                <a:lnTo>
                  <a:pt x="987" y="3978"/>
                </a:lnTo>
                <a:lnTo>
                  <a:pt x="1859" y="2401"/>
                </a:lnTo>
                <a:lnTo>
                  <a:pt x="3243" y="1384"/>
                </a:lnTo>
                <a:lnTo>
                  <a:pt x="5275" y="666"/>
                </a:lnTo>
                <a:lnTo>
                  <a:pt x="8101" y="0"/>
                </a:lnTo>
                <a:close/>
              </a:path>
            </a:pathLst>
          </a:custGeom>
          <a:solidFill>
            <a:srgbClr val="686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2" name="contour_11250"/>
          <p:cNvSpPr/>
          <p:nvPr/>
        </p:nvSpPr>
        <p:spPr>
          <a:xfrm>
            <a:off x="7611750" y="3153565"/>
            <a:ext cx="58304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855" y="1620"/>
                </a:lnTo>
                <a:lnTo>
                  <a:pt x="3710" y="1351"/>
                </a:lnTo>
                <a:lnTo>
                  <a:pt x="5567" y="1109"/>
                </a:lnTo>
                <a:lnTo>
                  <a:pt x="7425" y="892"/>
                </a:lnTo>
                <a:lnTo>
                  <a:pt x="9283" y="689"/>
                </a:lnTo>
                <a:lnTo>
                  <a:pt x="10049" y="590"/>
                </a:lnTo>
                <a:lnTo>
                  <a:pt x="11402" y="413"/>
                </a:lnTo>
                <a:lnTo>
                  <a:pt x="14502" y="0"/>
                </a:lnTo>
                <a:lnTo>
                  <a:pt x="15954" y="636"/>
                </a:lnTo>
                <a:lnTo>
                  <a:pt x="17418" y="1273"/>
                </a:lnTo>
                <a:lnTo>
                  <a:pt x="18900" y="1922"/>
                </a:lnTo>
                <a:lnTo>
                  <a:pt x="19435" y="5818"/>
                </a:lnTo>
                <a:lnTo>
                  <a:pt x="19972" y="9728"/>
                </a:lnTo>
                <a:lnTo>
                  <a:pt x="20509" y="13650"/>
                </a:lnTo>
                <a:lnTo>
                  <a:pt x="21052" y="17605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7704"/>
                </a:lnTo>
                <a:lnTo>
                  <a:pt x="0" y="13794"/>
                </a:lnTo>
                <a:lnTo>
                  <a:pt x="0" y="9872"/>
                </a:lnTo>
                <a:lnTo>
                  <a:pt x="0" y="5917"/>
                </a:lnTo>
                <a:lnTo>
                  <a:pt x="0" y="1922"/>
                </a:lnTo>
                <a:close/>
              </a:path>
            </a:pathLst>
          </a:custGeom>
          <a:solidFill>
            <a:srgbClr val="B4C9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3" name="contour_11251"/>
          <p:cNvSpPr/>
          <p:nvPr/>
        </p:nvSpPr>
        <p:spPr>
          <a:xfrm>
            <a:off x="4128090" y="311926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98" y="1527"/>
                </a:lnTo>
                <a:lnTo>
                  <a:pt x="17245" y="3064"/>
                </a:lnTo>
                <a:lnTo>
                  <a:pt x="19410" y="4607"/>
                </a:lnTo>
                <a:lnTo>
                  <a:pt x="21600" y="6171"/>
                </a:lnTo>
                <a:lnTo>
                  <a:pt x="21518" y="8535"/>
                </a:lnTo>
                <a:lnTo>
                  <a:pt x="21324" y="10167"/>
                </a:lnTo>
                <a:lnTo>
                  <a:pt x="20861" y="11824"/>
                </a:lnTo>
                <a:lnTo>
                  <a:pt x="19980" y="14271"/>
                </a:lnTo>
                <a:lnTo>
                  <a:pt x="19259" y="16342"/>
                </a:lnTo>
                <a:lnTo>
                  <a:pt x="18528" y="18443"/>
                </a:lnTo>
                <a:lnTo>
                  <a:pt x="17911" y="20008"/>
                </a:lnTo>
                <a:lnTo>
                  <a:pt x="17280" y="21600"/>
                </a:lnTo>
                <a:lnTo>
                  <a:pt x="14429" y="21091"/>
                </a:lnTo>
                <a:lnTo>
                  <a:pt x="11573" y="20582"/>
                </a:lnTo>
                <a:lnTo>
                  <a:pt x="8705" y="20069"/>
                </a:lnTo>
                <a:lnTo>
                  <a:pt x="5823" y="19554"/>
                </a:lnTo>
                <a:lnTo>
                  <a:pt x="2925" y="19036"/>
                </a:lnTo>
                <a:lnTo>
                  <a:pt x="0" y="18514"/>
                </a:lnTo>
                <a:lnTo>
                  <a:pt x="1283" y="16681"/>
                </a:lnTo>
                <a:lnTo>
                  <a:pt x="2566" y="14848"/>
                </a:lnTo>
                <a:lnTo>
                  <a:pt x="3853" y="13009"/>
                </a:lnTo>
                <a:lnTo>
                  <a:pt x="5141" y="11170"/>
                </a:lnTo>
                <a:lnTo>
                  <a:pt x="6432" y="9325"/>
                </a:lnTo>
                <a:lnTo>
                  <a:pt x="7724" y="7477"/>
                </a:lnTo>
                <a:lnTo>
                  <a:pt x="9024" y="5619"/>
                </a:lnTo>
                <a:lnTo>
                  <a:pt x="10329" y="3755"/>
                </a:lnTo>
                <a:lnTo>
                  <a:pt x="11642" y="1882"/>
                </a:lnTo>
                <a:lnTo>
                  <a:pt x="12960" y="0"/>
                </a:lnTo>
                <a:close/>
              </a:path>
            </a:pathLst>
          </a:custGeom>
          <a:solidFill>
            <a:srgbClr val="6757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4" name="contour_11252"/>
          <p:cNvSpPr/>
          <p:nvPr/>
        </p:nvSpPr>
        <p:spPr>
          <a:xfrm>
            <a:off x="396230" y="3127744"/>
            <a:ext cx="51424" cy="291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907"/>
                </a:moveTo>
                <a:lnTo>
                  <a:pt x="21021" y="13085"/>
                </a:lnTo>
                <a:lnTo>
                  <a:pt x="20507" y="15271"/>
                </a:lnTo>
                <a:lnTo>
                  <a:pt x="19776" y="17472"/>
                </a:lnTo>
                <a:lnTo>
                  <a:pt x="18539" y="20699"/>
                </a:lnTo>
                <a:lnTo>
                  <a:pt x="16393" y="21211"/>
                </a:lnTo>
                <a:lnTo>
                  <a:pt x="14832" y="21497"/>
                </a:lnTo>
                <a:lnTo>
                  <a:pt x="13405" y="21600"/>
                </a:lnTo>
                <a:lnTo>
                  <a:pt x="11666" y="21551"/>
                </a:lnTo>
                <a:lnTo>
                  <a:pt x="9165" y="21373"/>
                </a:lnTo>
                <a:lnTo>
                  <a:pt x="7485" y="21276"/>
                </a:lnTo>
                <a:lnTo>
                  <a:pt x="5795" y="21179"/>
                </a:lnTo>
                <a:lnTo>
                  <a:pt x="4081" y="21077"/>
                </a:lnTo>
                <a:lnTo>
                  <a:pt x="3110" y="20985"/>
                </a:lnTo>
                <a:lnTo>
                  <a:pt x="171" y="20699"/>
                </a:lnTo>
                <a:lnTo>
                  <a:pt x="58" y="16814"/>
                </a:lnTo>
                <a:lnTo>
                  <a:pt x="0" y="14035"/>
                </a:lnTo>
                <a:lnTo>
                  <a:pt x="0" y="11574"/>
                </a:lnTo>
                <a:lnTo>
                  <a:pt x="58" y="8655"/>
                </a:lnTo>
                <a:lnTo>
                  <a:pt x="171" y="4511"/>
                </a:lnTo>
                <a:lnTo>
                  <a:pt x="2565" y="2158"/>
                </a:lnTo>
                <a:lnTo>
                  <a:pt x="4834" y="685"/>
                </a:lnTo>
                <a:lnTo>
                  <a:pt x="7007" y="0"/>
                </a:lnTo>
                <a:lnTo>
                  <a:pt x="9107" y="16"/>
                </a:lnTo>
                <a:lnTo>
                  <a:pt x="11161" y="648"/>
                </a:lnTo>
                <a:lnTo>
                  <a:pt x="13191" y="1802"/>
                </a:lnTo>
                <a:lnTo>
                  <a:pt x="15227" y="3394"/>
                </a:lnTo>
                <a:lnTo>
                  <a:pt x="17290" y="5337"/>
                </a:lnTo>
                <a:lnTo>
                  <a:pt x="19405" y="7533"/>
                </a:lnTo>
                <a:lnTo>
                  <a:pt x="21600" y="9907"/>
                </a:lnTo>
                <a:close/>
              </a:path>
            </a:pathLst>
          </a:custGeom>
          <a:solidFill>
            <a:srgbClr val="F9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5" name="contour_11253"/>
          <p:cNvSpPr/>
          <p:nvPr/>
        </p:nvSpPr>
        <p:spPr>
          <a:xfrm>
            <a:off x="8151061" y="3090108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591" y="570"/>
                </a:lnTo>
                <a:lnTo>
                  <a:pt x="17366" y="1042"/>
                </a:lnTo>
                <a:lnTo>
                  <a:pt x="19099" y="1669"/>
                </a:lnTo>
                <a:lnTo>
                  <a:pt x="21600" y="2700"/>
                </a:lnTo>
                <a:lnTo>
                  <a:pt x="21427" y="4506"/>
                </a:lnTo>
                <a:lnTo>
                  <a:pt x="21172" y="5794"/>
                </a:lnTo>
                <a:lnTo>
                  <a:pt x="20658" y="7179"/>
                </a:lnTo>
                <a:lnTo>
                  <a:pt x="19708" y="9283"/>
                </a:lnTo>
                <a:lnTo>
                  <a:pt x="18723" y="11510"/>
                </a:lnTo>
                <a:lnTo>
                  <a:pt x="18088" y="13271"/>
                </a:lnTo>
                <a:lnTo>
                  <a:pt x="17842" y="14747"/>
                </a:lnTo>
                <a:lnTo>
                  <a:pt x="18032" y="16130"/>
                </a:lnTo>
                <a:lnTo>
                  <a:pt x="18693" y="17607"/>
                </a:lnTo>
                <a:lnTo>
                  <a:pt x="19868" y="19370"/>
                </a:lnTo>
                <a:lnTo>
                  <a:pt x="21600" y="21600"/>
                </a:lnTo>
                <a:lnTo>
                  <a:pt x="18926" y="21265"/>
                </a:lnTo>
                <a:lnTo>
                  <a:pt x="16252" y="20930"/>
                </a:lnTo>
                <a:lnTo>
                  <a:pt x="13569" y="20596"/>
                </a:lnTo>
                <a:lnTo>
                  <a:pt x="10882" y="20261"/>
                </a:lnTo>
                <a:lnTo>
                  <a:pt x="8182" y="19923"/>
                </a:lnTo>
                <a:lnTo>
                  <a:pt x="5469" y="19583"/>
                </a:lnTo>
                <a:lnTo>
                  <a:pt x="2743" y="19243"/>
                </a:lnTo>
                <a:lnTo>
                  <a:pt x="0" y="18900"/>
                </a:lnTo>
                <a:lnTo>
                  <a:pt x="700" y="16883"/>
                </a:lnTo>
                <a:lnTo>
                  <a:pt x="1443" y="14977"/>
                </a:lnTo>
                <a:lnTo>
                  <a:pt x="2246" y="13162"/>
                </a:lnTo>
                <a:lnTo>
                  <a:pt x="3123" y="11426"/>
                </a:lnTo>
                <a:lnTo>
                  <a:pt x="4100" y="9747"/>
                </a:lnTo>
                <a:lnTo>
                  <a:pt x="5184" y="8113"/>
                </a:lnTo>
                <a:lnTo>
                  <a:pt x="6407" y="6504"/>
                </a:lnTo>
                <a:lnTo>
                  <a:pt x="7776" y="4906"/>
                </a:lnTo>
                <a:lnTo>
                  <a:pt x="9310" y="3299"/>
                </a:lnTo>
                <a:lnTo>
                  <a:pt x="11033" y="1671"/>
                </a:lnTo>
                <a:lnTo>
                  <a:pt x="12960" y="0"/>
                </a:lnTo>
                <a:close/>
              </a:path>
            </a:pathLst>
          </a:custGeom>
          <a:solidFill>
            <a:srgbClr val="8C94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6" name="contour_11254"/>
          <p:cNvSpPr/>
          <p:nvPr/>
        </p:nvSpPr>
        <p:spPr>
          <a:xfrm>
            <a:off x="11240579" y="3090108"/>
            <a:ext cx="58894" cy="458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7" y="0"/>
                </a:moveTo>
                <a:lnTo>
                  <a:pt x="462" y="1690"/>
                </a:lnTo>
                <a:lnTo>
                  <a:pt x="708" y="3386"/>
                </a:lnTo>
                <a:lnTo>
                  <a:pt x="957" y="5110"/>
                </a:lnTo>
                <a:lnTo>
                  <a:pt x="1596" y="6827"/>
                </a:lnTo>
                <a:lnTo>
                  <a:pt x="2237" y="8551"/>
                </a:lnTo>
                <a:lnTo>
                  <a:pt x="2889" y="10302"/>
                </a:lnTo>
                <a:lnTo>
                  <a:pt x="5055" y="10790"/>
                </a:lnTo>
                <a:lnTo>
                  <a:pt x="6634" y="11068"/>
                </a:lnTo>
                <a:lnTo>
                  <a:pt x="8080" y="11167"/>
                </a:lnTo>
                <a:lnTo>
                  <a:pt x="9855" y="11116"/>
                </a:lnTo>
                <a:lnTo>
                  <a:pt x="12410" y="10948"/>
                </a:lnTo>
                <a:lnTo>
                  <a:pt x="14126" y="10852"/>
                </a:lnTo>
                <a:lnTo>
                  <a:pt x="15853" y="10759"/>
                </a:lnTo>
                <a:lnTo>
                  <a:pt x="17601" y="10663"/>
                </a:lnTo>
                <a:lnTo>
                  <a:pt x="18189" y="10611"/>
                </a:lnTo>
                <a:lnTo>
                  <a:pt x="19226" y="10518"/>
                </a:lnTo>
                <a:lnTo>
                  <a:pt x="21600" y="10302"/>
                </a:lnTo>
                <a:lnTo>
                  <a:pt x="21178" y="12830"/>
                </a:lnTo>
                <a:lnTo>
                  <a:pt x="20828" y="14629"/>
                </a:lnTo>
                <a:lnTo>
                  <a:pt x="20421" y="16195"/>
                </a:lnTo>
                <a:lnTo>
                  <a:pt x="19831" y="18022"/>
                </a:lnTo>
                <a:lnTo>
                  <a:pt x="18927" y="20604"/>
                </a:lnTo>
                <a:lnTo>
                  <a:pt x="17099" y="21150"/>
                </a:lnTo>
                <a:lnTo>
                  <a:pt x="15768" y="21470"/>
                </a:lnTo>
                <a:lnTo>
                  <a:pt x="14549" y="21600"/>
                </a:lnTo>
                <a:lnTo>
                  <a:pt x="13057" y="21583"/>
                </a:lnTo>
                <a:lnTo>
                  <a:pt x="10908" y="21463"/>
                </a:lnTo>
                <a:lnTo>
                  <a:pt x="9473" y="21411"/>
                </a:lnTo>
                <a:lnTo>
                  <a:pt x="8030" y="21356"/>
                </a:lnTo>
                <a:lnTo>
                  <a:pt x="6565" y="21301"/>
                </a:lnTo>
                <a:lnTo>
                  <a:pt x="4397" y="20845"/>
                </a:lnTo>
                <a:lnTo>
                  <a:pt x="3015" y="20261"/>
                </a:lnTo>
                <a:lnTo>
                  <a:pt x="1820" y="19165"/>
                </a:lnTo>
                <a:lnTo>
                  <a:pt x="217" y="17170"/>
                </a:lnTo>
                <a:lnTo>
                  <a:pt x="67" y="14732"/>
                </a:lnTo>
                <a:lnTo>
                  <a:pt x="0" y="13001"/>
                </a:lnTo>
                <a:lnTo>
                  <a:pt x="0" y="11157"/>
                </a:lnTo>
                <a:lnTo>
                  <a:pt x="51" y="8372"/>
                </a:lnTo>
                <a:lnTo>
                  <a:pt x="86" y="6020"/>
                </a:lnTo>
                <a:lnTo>
                  <a:pt x="123" y="3637"/>
                </a:lnTo>
                <a:lnTo>
                  <a:pt x="168" y="1830"/>
                </a:lnTo>
                <a:lnTo>
                  <a:pt x="217" y="0"/>
                </a:lnTo>
                <a:close/>
              </a:path>
            </a:pathLst>
          </a:custGeom>
          <a:solidFill>
            <a:srgbClr val="722A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7" name="contour_11255"/>
          <p:cNvSpPr/>
          <p:nvPr/>
        </p:nvSpPr>
        <p:spPr>
          <a:xfrm>
            <a:off x="4973497" y="3104684"/>
            <a:ext cx="102032" cy="318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447" y="0"/>
                </a:lnTo>
                <a:lnTo>
                  <a:pt x="17467" y="0"/>
                </a:lnTo>
                <a:lnTo>
                  <a:pt x="18491" y="0"/>
                </a:lnTo>
                <a:lnTo>
                  <a:pt x="19520" y="0"/>
                </a:lnTo>
                <a:lnTo>
                  <a:pt x="20555" y="0"/>
                </a:lnTo>
                <a:lnTo>
                  <a:pt x="21600" y="0"/>
                </a:lnTo>
                <a:lnTo>
                  <a:pt x="21322" y="3237"/>
                </a:lnTo>
                <a:lnTo>
                  <a:pt x="21014" y="6281"/>
                </a:lnTo>
                <a:lnTo>
                  <a:pt x="20660" y="9167"/>
                </a:lnTo>
                <a:lnTo>
                  <a:pt x="20248" y="11929"/>
                </a:lnTo>
                <a:lnTo>
                  <a:pt x="19762" y="14593"/>
                </a:lnTo>
                <a:lnTo>
                  <a:pt x="19190" y="17197"/>
                </a:lnTo>
                <a:lnTo>
                  <a:pt x="18514" y="19767"/>
                </a:lnTo>
                <a:lnTo>
                  <a:pt x="17464" y="20513"/>
                </a:lnTo>
                <a:lnTo>
                  <a:pt x="16419" y="21042"/>
                </a:lnTo>
                <a:lnTo>
                  <a:pt x="15379" y="21378"/>
                </a:lnTo>
                <a:lnTo>
                  <a:pt x="14338" y="21556"/>
                </a:lnTo>
                <a:lnTo>
                  <a:pt x="13296" y="21600"/>
                </a:lnTo>
                <a:lnTo>
                  <a:pt x="12250" y="21536"/>
                </a:lnTo>
                <a:lnTo>
                  <a:pt x="11198" y="21397"/>
                </a:lnTo>
                <a:lnTo>
                  <a:pt x="10137" y="21210"/>
                </a:lnTo>
                <a:lnTo>
                  <a:pt x="9064" y="21002"/>
                </a:lnTo>
                <a:lnTo>
                  <a:pt x="8194" y="20913"/>
                </a:lnTo>
                <a:lnTo>
                  <a:pt x="7318" y="20824"/>
                </a:lnTo>
                <a:lnTo>
                  <a:pt x="6431" y="20730"/>
                </a:lnTo>
                <a:lnTo>
                  <a:pt x="5358" y="20607"/>
                </a:lnTo>
                <a:lnTo>
                  <a:pt x="4286" y="20468"/>
                </a:lnTo>
                <a:lnTo>
                  <a:pt x="3214" y="20315"/>
                </a:lnTo>
                <a:lnTo>
                  <a:pt x="2143" y="20147"/>
                </a:lnTo>
                <a:lnTo>
                  <a:pt x="1071" y="19964"/>
                </a:lnTo>
                <a:lnTo>
                  <a:pt x="0" y="19767"/>
                </a:lnTo>
                <a:lnTo>
                  <a:pt x="0" y="17316"/>
                </a:lnTo>
                <a:lnTo>
                  <a:pt x="0" y="14825"/>
                </a:lnTo>
                <a:lnTo>
                  <a:pt x="1018" y="14499"/>
                </a:lnTo>
                <a:lnTo>
                  <a:pt x="2037" y="14173"/>
                </a:lnTo>
                <a:lnTo>
                  <a:pt x="3056" y="13847"/>
                </a:lnTo>
                <a:lnTo>
                  <a:pt x="4076" y="13520"/>
                </a:lnTo>
                <a:lnTo>
                  <a:pt x="5098" y="13194"/>
                </a:lnTo>
                <a:lnTo>
                  <a:pt x="6119" y="12863"/>
                </a:lnTo>
                <a:lnTo>
                  <a:pt x="7143" y="12537"/>
                </a:lnTo>
                <a:lnTo>
                  <a:pt x="8169" y="12206"/>
                </a:lnTo>
                <a:lnTo>
                  <a:pt x="9199" y="11880"/>
                </a:lnTo>
                <a:lnTo>
                  <a:pt x="10229" y="11549"/>
                </a:lnTo>
                <a:lnTo>
                  <a:pt x="11261" y="11218"/>
                </a:lnTo>
                <a:lnTo>
                  <a:pt x="12298" y="10886"/>
                </a:lnTo>
                <a:lnTo>
                  <a:pt x="13338" y="10550"/>
                </a:lnTo>
                <a:lnTo>
                  <a:pt x="14381" y="10219"/>
                </a:lnTo>
                <a:lnTo>
                  <a:pt x="15429" y="9883"/>
                </a:lnTo>
                <a:lnTo>
                  <a:pt x="15429" y="6617"/>
                </a:lnTo>
                <a:lnTo>
                  <a:pt x="15429" y="3331"/>
                </a:lnTo>
                <a:lnTo>
                  <a:pt x="15429" y="0"/>
                </a:lnTo>
                <a:close/>
              </a:path>
            </a:pathLst>
          </a:custGeom>
          <a:solidFill>
            <a:srgbClr val="D2DB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8" name="contour_11256"/>
          <p:cNvSpPr/>
          <p:nvPr/>
        </p:nvSpPr>
        <p:spPr>
          <a:xfrm>
            <a:off x="10964226" y="3053668"/>
            <a:ext cx="72880" cy="52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425" y="1602"/>
                </a:lnTo>
                <a:lnTo>
                  <a:pt x="19239" y="2827"/>
                </a:lnTo>
                <a:lnTo>
                  <a:pt x="19846" y="3928"/>
                </a:lnTo>
                <a:lnTo>
                  <a:pt x="20360" y="5156"/>
                </a:lnTo>
                <a:lnTo>
                  <a:pt x="20904" y="6758"/>
                </a:lnTo>
                <a:lnTo>
                  <a:pt x="21600" y="8983"/>
                </a:lnTo>
                <a:lnTo>
                  <a:pt x="20809" y="10968"/>
                </a:lnTo>
                <a:lnTo>
                  <a:pt x="19943" y="12767"/>
                </a:lnTo>
                <a:lnTo>
                  <a:pt x="18999" y="14402"/>
                </a:lnTo>
                <a:lnTo>
                  <a:pt x="17971" y="15899"/>
                </a:lnTo>
                <a:lnTo>
                  <a:pt x="16859" y="17279"/>
                </a:lnTo>
                <a:lnTo>
                  <a:pt x="15654" y="18567"/>
                </a:lnTo>
                <a:lnTo>
                  <a:pt x="14355" y="19786"/>
                </a:lnTo>
                <a:lnTo>
                  <a:pt x="12960" y="20959"/>
                </a:lnTo>
                <a:lnTo>
                  <a:pt x="11496" y="21238"/>
                </a:lnTo>
                <a:lnTo>
                  <a:pt x="10050" y="21435"/>
                </a:lnTo>
                <a:lnTo>
                  <a:pt x="8618" y="21552"/>
                </a:lnTo>
                <a:lnTo>
                  <a:pt x="7195" y="21600"/>
                </a:lnTo>
                <a:lnTo>
                  <a:pt x="5774" y="21582"/>
                </a:lnTo>
                <a:lnTo>
                  <a:pt x="4348" y="21501"/>
                </a:lnTo>
                <a:lnTo>
                  <a:pt x="2914" y="21366"/>
                </a:lnTo>
                <a:lnTo>
                  <a:pt x="1467" y="21184"/>
                </a:lnTo>
                <a:lnTo>
                  <a:pt x="0" y="20959"/>
                </a:lnTo>
                <a:lnTo>
                  <a:pt x="1274" y="19938"/>
                </a:lnTo>
                <a:lnTo>
                  <a:pt x="2566" y="18899"/>
                </a:lnTo>
                <a:lnTo>
                  <a:pt x="3750" y="17773"/>
                </a:lnTo>
                <a:lnTo>
                  <a:pt x="4903" y="16591"/>
                </a:lnTo>
                <a:lnTo>
                  <a:pt x="6026" y="15357"/>
                </a:lnTo>
                <a:lnTo>
                  <a:pt x="7124" y="14079"/>
                </a:lnTo>
                <a:lnTo>
                  <a:pt x="8197" y="12761"/>
                </a:lnTo>
                <a:lnTo>
                  <a:pt x="9251" y="11408"/>
                </a:lnTo>
                <a:lnTo>
                  <a:pt x="10286" y="10028"/>
                </a:lnTo>
                <a:lnTo>
                  <a:pt x="11308" y="8620"/>
                </a:lnTo>
                <a:lnTo>
                  <a:pt x="12316" y="7198"/>
                </a:lnTo>
                <a:lnTo>
                  <a:pt x="13316" y="5764"/>
                </a:lnTo>
                <a:lnTo>
                  <a:pt x="14308" y="4321"/>
                </a:lnTo>
                <a:lnTo>
                  <a:pt x="15299" y="2874"/>
                </a:lnTo>
                <a:lnTo>
                  <a:pt x="16289" y="1431"/>
                </a:lnTo>
                <a:lnTo>
                  <a:pt x="17280" y="0"/>
                </a:lnTo>
                <a:close/>
              </a:path>
            </a:pathLst>
          </a:custGeom>
          <a:solidFill>
            <a:srgbClr val="D1E0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59" name="contour_11257"/>
          <p:cNvSpPr/>
          <p:nvPr/>
        </p:nvSpPr>
        <p:spPr>
          <a:xfrm>
            <a:off x="10592429" y="3051416"/>
            <a:ext cx="72989" cy="314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43" y="40"/>
                </a:moveTo>
                <a:lnTo>
                  <a:pt x="8618" y="0"/>
                </a:lnTo>
                <a:lnTo>
                  <a:pt x="11153" y="0"/>
                </a:lnTo>
                <a:lnTo>
                  <a:pt x="13221" y="65"/>
                </a:lnTo>
                <a:lnTo>
                  <a:pt x="14892" y="231"/>
                </a:lnTo>
                <a:lnTo>
                  <a:pt x="16240" y="521"/>
                </a:lnTo>
                <a:lnTo>
                  <a:pt x="17338" y="967"/>
                </a:lnTo>
                <a:lnTo>
                  <a:pt x="18257" y="1594"/>
                </a:lnTo>
                <a:lnTo>
                  <a:pt x="19072" y="2441"/>
                </a:lnTo>
                <a:lnTo>
                  <a:pt x="19851" y="3534"/>
                </a:lnTo>
                <a:lnTo>
                  <a:pt x="20670" y="4897"/>
                </a:lnTo>
                <a:lnTo>
                  <a:pt x="21600" y="6562"/>
                </a:lnTo>
                <a:lnTo>
                  <a:pt x="21600" y="9875"/>
                </a:lnTo>
                <a:lnTo>
                  <a:pt x="21600" y="13209"/>
                </a:lnTo>
                <a:lnTo>
                  <a:pt x="21600" y="16587"/>
                </a:lnTo>
                <a:lnTo>
                  <a:pt x="21067" y="16562"/>
                </a:lnTo>
                <a:lnTo>
                  <a:pt x="20129" y="16517"/>
                </a:lnTo>
                <a:lnTo>
                  <a:pt x="17979" y="16412"/>
                </a:lnTo>
                <a:lnTo>
                  <a:pt x="16795" y="16377"/>
                </a:lnTo>
                <a:lnTo>
                  <a:pt x="15611" y="16342"/>
                </a:lnTo>
                <a:lnTo>
                  <a:pt x="14427" y="16307"/>
                </a:lnTo>
                <a:lnTo>
                  <a:pt x="13243" y="16271"/>
                </a:lnTo>
                <a:lnTo>
                  <a:pt x="12061" y="16211"/>
                </a:lnTo>
                <a:lnTo>
                  <a:pt x="10859" y="16146"/>
                </a:lnTo>
                <a:lnTo>
                  <a:pt x="9347" y="16131"/>
                </a:lnTo>
                <a:lnTo>
                  <a:pt x="7911" y="16196"/>
                </a:lnTo>
                <a:lnTo>
                  <a:pt x="6537" y="16397"/>
                </a:lnTo>
                <a:lnTo>
                  <a:pt x="5206" y="16793"/>
                </a:lnTo>
                <a:lnTo>
                  <a:pt x="3906" y="17454"/>
                </a:lnTo>
                <a:lnTo>
                  <a:pt x="2620" y="18437"/>
                </a:lnTo>
                <a:lnTo>
                  <a:pt x="1335" y="19795"/>
                </a:lnTo>
                <a:lnTo>
                  <a:pt x="32" y="21600"/>
                </a:lnTo>
                <a:lnTo>
                  <a:pt x="0" y="17389"/>
                </a:lnTo>
                <a:lnTo>
                  <a:pt x="63" y="13600"/>
                </a:lnTo>
                <a:lnTo>
                  <a:pt x="274" y="10241"/>
                </a:lnTo>
                <a:lnTo>
                  <a:pt x="690" y="7314"/>
                </a:lnTo>
                <a:lnTo>
                  <a:pt x="1370" y="4827"/>
                </a:lnTo>
                <a:lnTo>
                  <a:pt x="2366" y="2782"/>
                </a:lnTo>
                <a:lnTo>
                  <a:pt x="3740" y="1183"/>
                </a:lnTo>
                <a:lnTo>
                  <a:pt x="5543" y="40"/>
                </a:lnTo>
                <a:close/>
              </a:path>
            </a:pathLst>
          </a:custGeom>
          <a:solidFill>
            <a:srgbClr val="6976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0" name="contour_11258"/>
          <p:cNvSpPr/>
          <p:nvPr/>
        </p:nvSpPr>
        <p:spPr>
          <a:xfrm>
            <a:off x="7291078" y="3024516"/>
            <a:ext cx="6594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98" y="0"/>
                </a:moveTo>
                <a:lnTo>
                  <a:pt x="20230" y="3289"/>
                </a:lnTo>
                <a:lnTo>
                  <a:pt x="20979" y="5628"/>
                </a:lnTo>
                <a:lnTo>
                  <a:pt x="21414" y="7359"/>
                </a:lnTo>
                <a:lnTo>
                  <a:pt x="21600" y="8828"/>
                </a:lnTo>
                <a:lnTo>
                  <a:pt x="21600" y="10374"/>
                </a:lnTo>
                <a:lnTo>
                  <a:pt x="21485" y="12343"/>
                </a:lnTo>
                <a:lnTo>
                  <a:pt x="20342" y="13883"/>
                </a:lnTo>
                <a:lnTo>
                  <a:pt x="19170" y="15271"/>
                </a:lnTo>
                <a:lnTo>
                  <a:pt x="17962" y="16515"/>
                </a:lnTo>
                <a:lnTo>
                  <a:pt x="16713" y="17629"/>
                </a:lnTo>
                <a:lnTo>
                  <a:pt x="15412" y="18619"/>
                </a:lnTo>
                <a:lnTo>
                  <a:pt x="14051" y="19502"/>
                </a:lnTo>
                <a:lnTo>
                  <a:pt x="12626" y="20285"/>
                </a:lnTo>
                <a:lnTo>
                  <a:pt x="11129" y="20980"/>
                </a:lnTo>
                <a:lnTo>
                  <a:pt x="9549" y="21600"/>
                </a:lnTo>
                <a:lnTo>
                  <a:pt x="7985" y="21088"/>
                </a:lnTo>
                <a:lnTo>
                  <a:pt x="6529" y="20455"/>
                </a:lnTo>
                <a:lnTo>
                  <a:pt x="5156" y="19696"/>
                </a:lnTo>
                <a:lnTo>
                  <a:pt x="3844" y="18811"/>
                </a:lnTo>
                <a:lnTo>
                  <a:pt x="2562" y="17808"/>
                </a:lnTo>
                <a:lnTo>
                  <a:pt x="1289" y="16678"/>
                </a:lnTo>
                <a:lnTo>
                  <a:pt x="0" y="15429"/>
                </a:lnTo>
                <a:lnTo>
                  <a:pt x="2848" y="13802"/>
                </a:lnTo>
                <a:lnTo>
                  <a:pt x="5247" y="12448"/>
                </a:lnTo>
                <a:lnTo>
                  <a:pt x="7264" y="11346"/>
                </a:lnTo>
                <a:lnTo>
                  <a:pt x="8962" y="10476"/>
                </a:lnTo>
                <a:lnTo>
                  <a:pt x="10411" y="9816"/>
                </a:lnTo>
                <a:lnTo>
                  <a:pt x="11674" y="9344"/>
                </a:lnTo>
                <a:lnTo>
                  <a:pt x="12820" y="9038"/>
                </a:lnTo>
                <a:lnTo>
                  <a:pt x="13913" y="8878"/>
                </a:lnTo>
                <a:lnTo>
                  <a:pt x="15023" y="8841"/>
                </a:lnTo>
                <a:lnTo>
                  <a:pt x="16212" y="8905"/>
                </a:lnTo>
                <a:lnTo>
                  <a:pt x="17549" y="9050"/>
                </a:lnTo>
                <a:lnTo>
                  <a:pt x="19098" y="9257"/>
                </a:lnTo>
                <a:lnTo>
                  <a:pt x="19098" y="7424"/>
                </a:lnTo>
                <a:lnTo>
                  <a:pt x="19098" y="5585"/>
                </a:lnTo>
                <a:lnTo>
                  <a:pt x="19098" y="3740"/>
                </a:lnTo>
                <a:lnTo>
                  <a:pt x="19098" y="1879"/>
                </a:lnTo>
                <a:lnTo>
                  <a:pt x="19098" y="0"/>
                </a:lnTo>
                <a:close/>
              </a:path>
            </a:pathLst>
          </a:custGeom>
          <a:solidFill>
            <a:srgbClr val="D1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1" name="contour_11259"/>
          <p:cNvSpPr/>
          <p:nvPr/>
        </p:nvSpPr>
        <p:spPr>
          <a:xfrm>
            <a:off x="5257729" y="2988077"/>
            <a:ext cx="5722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22" y="1654"/>
                </a:lnTo>
                <a:lnTo>
                  <a:pt x="4880" y="3083"/>
                </a:lnTo>
                <a:lnTo>
                  <a:pt x="6822" y="4315"/>
                </a:lnTo>
                <a:lnTo>
                  <a:pt x="8484" y="5375"/>
                </a:lnTo>
                <a:lnTo>
                  <a:pt x="9911" y="6295"/>
                </a:lnTo>
                <a:lnTo>
                  <a:pt x="11141" y="7101"/>
                </a:lnTo>
                <a:lnTo>
                  <a:pt x="12217" y="7821"/>
                </a:lnTo>
                <a:lnTo>
                  <a:pt x="13182" y="8483"/>
                </a:lnTo>
                <a:lnTo>
                  <a:pt x="14074" y="9117"/>
                </a:lnTo>
                <a:lnTo>
                  <a:pt x="14937" y="9751"/>
                </a:lnTo>
                <a:lnTo>
                  <a:pt x="15809" y="10409"/>
                </a:lnTo>
                <a:lnTo>
                  <a:pt x="16736" y="11122"/>
                </a:lnTo>
                <a:lnTo>
                  <a:pt x="17757" y="11918"/>
                </a:lnTo>
                <a:lnTo>
                  <a:pt x="18912" y="12825"/>
                </a:lnTo>
                <a:lnTo>
                  <a:pt x="19925" y="13613"/>
                </a:lnTo>
                <a:lnTo>
                  <a:pt x="20954" y="14414"/>
                </a:lnTo>
                <a:lnTo>
                  <a:pt x="21504" y="15716"/>
                </a:lnTo>
                <a:lnTo>
                  <a:pt x="21600" y="16913"/>
                </a:lnTo>
                <a:lnTo>
                  <a:pt x="21330" y="18052"/>
                </a:lnTo>
                <a:lnTo>
                  <a:pt x="20791" y="19181"/>
                </a:lnTo>
                <a:lnTo>
                  <a:pt x="20068" y="20349"/>
                </a:lnTo>
                <a:lnTo>
                  <a:pt x="19256" y="21600"/>
                </a:lnTo>
                <a:lnTo>
                  <a:pt x="18150" y="20569"/>
                </a:lnTo>
                <a:lnTo>
                  <a:pt x="17045" y="19535"/>
                </a:lnTo>
                <a:lnTo>
                  <a:pt x="15944" y="18499"/>
                </a:lnTo>
                <a:lnTo>
                  <a:pt x="14849" y="17462"/>
                </a:lnTo>
                <a:lnTo>
                  <a:pt x="13754" y="16425"/>
                </a:lnTo>
                <a:lnTo>
                  <a:pt x="12734" y="15464"/>
                </a:lnTo>
                <a:lnTo>
                  <a:pt x="11702" y="14495"/>
                </a:lnTo>
                <a:lnTo>
                  <a:pt x="10660" y="13514"/>
                </a:lnTo>
                <a:lnTo>
                  <a:pt x="9645" y="12353"/>
                </a:lnTo>
                <a:lnTo>
                  <a:pt x="8965" y="11471"/>
                </a:lnTo>
                <a:lnTo>
                  <a:pt x="8553" y="10688"/>
                </a:lnTo>
                <a:lnTo>
                  <a:pt x="8341" y="9833"/>
                </a:lnTo>
                <a:lnTo>
                  <a:pt x="8264" y="8730"/>
                </a:lnTo>
                <a:lnTo>
                  <a:pt x="8253" y="7200"/>
                </a:lnTo>
                <a:lnTo>
                  <a:pt x="6619" y="7200"/>
                </a:lnTo>
                <a:lnTo>
                  <a:pt x="4979" y="7200"/>
                </a:lnTo>
                <a:lnTo>
                  <a:pt x="3334" y="7200"/>
                </a:lnTo>
                <a:lnTo>
                  <a:pt x="1675" y="7200"/>
                </a:lnTo>
                <a:lnTo>
                  <a:pt x="0" y="7200"/>
                </a:lnTo>
                <a:lnTo>
                  <a:pt x="0" y="6012"/>
                </a:lnTo>
                <a:lnTo>
                  <a:pt x="0" y="4822"/>
                </a:lnTo>
                <a:lnTo>
                  <a:pt x="0" y="3627"/>
                </a:lnTo>
                <a:lnTo>
                  <a:pt x="0" y="2426"/>
                </a:lnTo>
                <a:lnTo>
                  <a:pt x="0" y="1219"/>
                </a:lnTo>
                <a:lnTo>
                  <a:pt x="0" y="0"/>
                </a:lnTo>
                <a:close/>
              </a:path>
            </a:pathLst>
          </a:custGeom>
          <a:solidFill>
            <a:srgbClr val="CDDF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2" name="contour_11260"/>
          <p:cNvSpPr/>
          <p:nvPr/>
        </p:nvSpPr>
        <p:spPr>
          <a:xfrm>
            <a:off x="7021423" y="3031804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982" y="1188"/>
                </a:lnTo>
                <a:lnTo>
                  <a:pt x="10768" y="2378"/>
                </a:lnTo>
                <a:lnTo>
                  <a:pt x="12553" y="3569"/>
                </a:lnTo>
                <a:lnTo>
                  <a:pt x="14346" y="4764"/>
                </a:lnTo>
                <a:lnTo>
                  <a:pt x="16146" y="5964"/>
                </a:lnTo>
                <a:lnTo>
                  <a:pt x="17953" y="7169"/>
                </a:lnTo>
                <a:lnTo>
                  <a:pt x="19771" y="8381"/>
                </a:lnTo>
                <a:lnTo>
                  <a:pt x="21600" y="9600"/>
                </a:lnTo>
                <a:lnTo>
                  <a:pt x="18644" y="11834"/>
                </a:lnTo>
                <a:lnTo>
                  <a:pt x="16549" y="13390"/>
                </a:lnTo>
                <a:lnTo>
                  <a:pt x="15019" y="14462"/>
                </a:lnTo>
                <a:lnTo>
                  <a:pt x="13748" y="15257"/>
                </a:lnTo>
                <a:lnTo>
                  <a:pt x="12442" y="15970"/>
                </a:lnTo>
                <a:lnTo>
                  <a:pt x="10800" y="16800"/>
                </a:lnTo>
                <a:lnTo>
                  <a:pt x="8284" y="16342"/>
                </a:lnTo>
                <a:lnTo>
                  <a:pt x="6692" y="15938"/>
                </a:lnTo>
                <a:lnTo>
                  <a:pt x="5357" y="15367"/>
                </a:lnTo>
                <a:lnTo>
                  <a:pt x="3600" y="14400"/>
                </a:lnTo>
                <a:lnTo>
                  <a:pt x="2887" y="15826"/>
                </a:lnTo>
                <a:lnTo>
                  <a:pt x="2171" y="17256"/>
                </a:lnTo>
                <a:lnTo>
                  <a:pt x="1454" y="18691"/>
                </a:lnTo>
                <a:lnTo>
                  <a:pt x="731" y="20138"/>
                </a:lnTo>
                <a:lnTo>
                  <a:pt x="0" y="21600"/>
                </a:lnTo>
                <a:lnTo>
                  <a:pt x="490" y="19925"/>
                </a:lnTo>
                <a:lnTo>
                  <a:pt x="986" y="18254"/>
                </a:lnTo>
                <a:lnTo>
                  <a:pt x="1490" y="16586"/>
                </a:lnTo>
                <a:lnTo>
                  <a:pt x="2005" y="14918"/>
                </a:lnTo>
                <a:lnTo>
                  <a:pt x="2534" y="13255"/>
                </a:lnTo>
                <a:lnTo>
                  <a:pt x="3071" y="11592"/>
                </a:lnTo>
                <a:lnTo>
                  <a:pt x="3618" y="9931"/>
                </a:lnTo>
                <a:lnTo>
                  <a:pt x="4180" y="8273"/>
                </a:lnTo>
                <a:lnTo>
                  <a:pt x="4756" y="6617"/>
                </a:lnTo>
                <a:lnTo>
                  <a:pt x="5346" y="4961"/>
                </a:lnTo>
                <a:lnTo>
                  <a:pt x="5947" y="3305"/>
                </a:lnTo>
                <a:lnTo>
                  <a:pt x="6566" y="1654"/>
                </a:lnTo>
                <a:lnTo>
                  <a:pt x="7200" y="0"/>
                </a:lnTo>
                <a:close/>
              </a:path>
            </a:pathLst>
          </a:custGeom>
          <a:solidFill>
            <a:srgbClr val="CBD8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3" name="contour_11261"/>
          <p:cNvSpPr/>
          <p:nvPr/>
        </p:nvSpPr>
        <p:spPr>
          <a:xfrm>
            <a:off x="8238517" y="3002652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367" y="1318"/>
                </a:lnTo>
                <a:lnTo>
                  <a:pt x="14028" y="2319"/>
                </a:lnTo>
                <a:lnTo>
                  <a:pt x="14620" y="3510"/>
                </a:lnTo>
                <a:lnTo>
                  <a:pt x="15429" y="5400"/>
                </a:lnTo>
                <a:lnTo>
                  <a:pt x="14756" y="7571"/>
                </a:lnTo>
                <a:lnTo>
                  <a:pt x="14259" y="9077"/>
                </a:lnTo>
                <a:lnTo>
                  <a:pt x="13790" y="10309"/>
                </a:lnTo>
                <a:lnTo>
                  <a:pt x="13201" y="11653"/>
                </a:lnTo>
                <a:lnTo>
                  <a:pt x="12343" y="13500"/>
                </a:lnTo>
                <a:lnTo>
                  <a:pt x="14176" y="14035"/>
                </a:lnTo>
                <a:lnTo>
                  <a:pt x="16015" y="14572"/>
                </a:lnTo>
                <a:lnTo>
                  <a:pt x="17860" y="15109"/>
                </a:lnTo>
                <a:lnTo>
                  <a:pt x="19721" y="15652"/>
                </a:lnTo>
                <a:lnTo>
                  <a:pt x="21600" y="16200"/>
                </a:lnTo>
                <a:lnTo>
                  <a:pt x="19625" y="16089"/>
                </a:lnTo>
                <a:lnTo>
                  <a:pt x="17635" y="15976"/>
                </a:lnTo>
                <a:lnTo>
                  <a:pt x="15620" y="15862"/>
                </a:lnTo>
                <a:lnTo>
                  <a:pt x="13096" y="15860"/>
                </a:lnTo>
                <a:lnTo>
                  <a:pt x="11445" y="15949"/>
                </a:lnTo>
                <a:lnTo>
                  <a:pt x="9257" y="16200"/>
                </a:lnTo>
                <a:lnTo>
                  <a:pt x="8125" y="17804"/>
                </a:lnTo>
                <a:lnTo>
                  <a:pt x="7424" y="18900"/>
                </a:lnTo>
                <a:lnTo>
                  <a:pt x="6872" y="19996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417" y="17631"/>
                </a:lnTo>
                <a:lnTo>
                  <a:pt x="775" y="14429"/>
                </a:lnTo>
                <a:lnTo>
                  <a:pt x="1105" y="11883"/>
                </a:lnTo>
                <a:lnTo>
                  <a:pt x="1441" y="9882"/>
                </a:lnTo>
                <a:lnTo>
                  <a:pt x="1811" y="8316"/>
                </a:lnTo>
                <a:lnTo>
                  <a:pt x="2253" y="7074"/>
                </a:lnTo>
                <a:lnTo>
                  <a:pt x="2796" y="6045"/>
                </a:lnTo>
                <a:lnTo>
                  <a:pt x="3471" y="5116"/>
                </a:lnTo>
                <a:lnTo>
                  <a:pt x="4311" y="4180"/>
                </a:lnTo>
                <a:lnTo>
                  <a:pt x="5351" y="3121"/>
                </a:lnTo>
                <a:lnTo>
                  <a:pt x="6897" y="2265"/>
                </a:lnTo>
                <a:lnTo>
                  <a:pt x="8140" y="1655"/>
                </a:lnTo>
                <a:lnTo>
                  <a:pt x="9739" y="999"/>
                </a:lnTo>
                <a:lnTo>
                  <a:pt x="12343" y="0"/>
                </a:lnTo>
                <a:close/>
              </a:path>
            </a:pathLst>
          </a:custGeom>
          <a:solidFill>
            <a:srgbClr val="BEC6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4" name="contour_11262"/>
          <p:cNvSpPr/>
          <p:nvPr/>
        </p:nvSpPr>
        <p:spPr>
          <a:xfrm>
            <a:off x="9863739" y="3002652"/>
            <a:ext cx="4520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48" y="0"/>
                </a:moveTo>
                <a:lnTo>
                  <a:pt x="13039" y="569"/>
                </a:lnTo>
                <a:lnTo>
                  <a:pt x="14878" y="1040"/>
                </a:lnTo>
                <a:lnTo>
                  <a:pt x="16466" y="1588"/>
                </a:lnTo>
                <a:lnTo>
                  <a:pt x="18305" y="2383"/>
                </a:lnTo>
                <a:lnTo>
                  <a:pt x="20896" y="3600"/>
                </a:lnTo>
                <a:lnTo>
                  <a:pt x="21367" y="6224"/>
                </a:lnTo>
                <a:lnTo>
                  <a:pt x="21600" y="8100"/>
                </a:lnTo>
                <a:lnTo>
                  <a:pt x="21600" y="9742"/>
                </a:lnTo>
                <a:lnTo>
                  <a:pt x="21367" y="11668"/>
                </a:lnTo>
                <a:lnTo>
                  <a:pt x="20896" y="14400"/>
                </a:lnTo>
                <a:lnTo>
                  <a:pt x="18619" y="15696"/>
                </a:lnTo>
                <a:lnTo>
                  <a:pt x="16937" y="16567"/>
                </a:lnTo>
                <a:lnTo>
                  <a:pt x="15348" y="17215"/>
                </a:lnTo>
                <a:lnTo>
                  <a:pt x="13353" y="17852"/>
                </a:lnTo>
                <a:lnTo>
                  <a:pt x="10448" y="18677"/>
                </a:lnTo>
                <a:lnTo>
                  <a:pt x="8505" y="19246"/>
                </a:lnTo>
                <a:lnTo>
                  <a:pt x="6551" y="19822"/>
                </a:lnTo>
                <a:lnTo>
                  <a:pt x="4569" y="20405"/>
                </a:lnTo>
                <a:lnTo>
                  <a:pt x="3434" y="20704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54"/>
                </a:lnTo>
                <a:lnTo>
                  <a:pt x="0" y="12053"/>
                </a:lnTo>
                <a:lnTo>
                  <a:pt x="0" y="9637"/>
                </a:lnTo>
                <a:lnTo>
                  <a:pt x="0" y="7200"/>
                </a:lnTo>
                <a:lnTo>
                  <a:pt x="2069" y="7200"/>
                </a:lnTo>
                <a:lnTo>
                  <a:pt x="4144" y="7200"/>
                </a:lnTo>
                <a:lnTo>
                  <a:pt x="6227" y="7200"/>
                </a:lnTo>
                <a:lnTo>
                  <a:pt x="8327" y="7200"/>
                </a:lnTo>
                <a:lnTo>
                  <a:pt x="10448" y="7200"/>
                </a:lnTo>
                <a:lnTo>
                  <a:pt x="10448" y="4820"/>
                </a:lnTo>
                <a:lnTo>
                  <a:pt x="10448" y="2426"/>
                </a:lnTo>
                <a:lnTo>
                  <a:pt x="10448" y="0"/>
                </a:lnTo>
                <a:close/>
              </a:path>
            </a:pathLst>
          </a:custGeom>
          <a:solidFill>
            <a:srgbClr val="B6AF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5" name="contour_11263"/>
          <p:cNvSpPr/>
          <p:nvPr/>
        </p:nvSpPr>
        <p:spPr>
          <a:xfrm>
            <a:off x="10177123" y="2981284"/>
            <a:ext cx="72880" cy="50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93" y="2175"/>
                </a:moveTo>
                <a:lnTo>
                  <a:pt x="16671" y="3783"/>
                </a:lnTo>
                <a:lnTo>
                  <a:pt x="17712" y="5409"/>
                </a:lnTo>
                <a:lnTo>
                  <a:pt x="18723" y="7058"/>
                </a:lnTo>
                <a:lnTo>
                  <a:pt x="19704" y="8743"/>
                </a:lnTo>
                <a:lnTo>
                  <a:pt x="20663" y="10470"/>
                </a:lnTo>
                <a:lnTo>
                  <a:pt x="21600" y="12252"/>
                </a:lnTo>
                <a:lnTo>
                  <a:pt x="20531" y="13794"/>
                </a:lnTo>
                <a:lnTo>
                  <a:pt x="19459" y="15340"/>
                </a:lnTo>
                <a:lnTo>
                  <a:pt x="18384" y="16889"/>
                </a:lnTo>
                <a:lnTo>
                  <a:pt x="17304" y="18450"/>
                </a:lnTo>
                <a:lnTo>
                  <a:pt x="16215" y="20017"/>
                </a:lnTo>
                <a:lnTo>
                  <a:pt x="15120" y="21600"/>
                </a:lnTo>
                <a:lnTo>
                  <a:pt x="15081" y="20911"/>
                </a:lnTo>
                <a:lnTo>
                  <a:pt x="15010" y="19702"/>
                </a:lnTo>
                <a:lnTo>
                  <a:pt x="14850" y="16926"/>
                </a:lnTo>
                <a:lnTo>
                  <a:pt x="14571" y="16237"/>
                </a:lnTo>
                <a:lnTo>
                  <a:pt x="14081" y="15028"/>
                </a:lnTo>
                <a:lnTo>
                  <a:pt x="12960" y="12252"/>
                </a:lnTo>
                <a:lnTo>
                  <a:pt x="11511" y="12000"/>
                </a:lnTo>
                <a:lnTo>
                  <a:pt x="10070" y="11831"/>
                </a:lnTo>
                <a:lnTo>
                  <a:pt x="8636" y="11738"/>
                </a:lnTo>
                <a:lnTo>
                  <a:pt x="7201" y="11713"/>
                </a:lnTo>
                <a:lnTo>
                  <a:pt x="5769" y="11744"/>
                </a:lnTo>
                <a:lnTo>
                  <a:pt x="4335" y="11822"/>
                </a:lnTo>
                <a:lnTo>
                  <a:pt x="2897" y="11937"/>
                </a:lnTo>
                <a:lnTo>
                  <a:pt x="1452" y="12084"/>
                </a:lnTo>
                <a:lnTo>
                  <a:pt x="0" y="12252"/>
                </a:lnTo>
                <a:lnTo>
                  <a:pt x="683" y="9993"/>
                </a:lnTo>
                <a:lnTo>
                  <a:pt x="1426" y="8111"/>
                </a:lnTo>
                <a:lnTo>
                  <a:pt x="2257" y="6528"/>
                </a:lnTo>
                <a:lnTo>
                  <a:pt x="3214" y="5173"/>
                </a:lnTo>
                <a:lnTo>
                  <a:pt x="4326" y="3970"/>
                </a:lnTo>
                <a:lnTo>
                  <a:pt x="5629" y="2848"/>
                </a:lnTo>
                <a:lnTo>
                  <a:pt x="7156" y="1736"/>
                </a:lnTo>
                <a:lnTo>
                  <a:pt x="8843" y="829"/>
                </a:lnTo>
                <a:lnTo>
                  <a:pt x="10241" y="227"/>
                </a:lnTo>
                <a:lnTo>
                  <a:pt x="11483" y="0"/>
                </a:lnTo>
                <a:lnTo>
                  <a:pt x="12699" y="206"/>
                </a:lnTo>
                <a:lnTo>
                  <a:pt x="14025" y="907"/>
                </a:lnTo>
                <a:lnTo>
                  <a:pt x="15593" y="2175"/>
                </a:lnTo>
                <a:close/>
              </a:path>
            </a:pathLst>
          </a:custGeom>
          <a:solidFill>
            <a:srgbClr val="8089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6" name="contour_11264"/>
          <p:cNvSpPr/>
          <p:nvPr/>
        </p:nvSpPr>
        <p:spPr>
          <a:xfrm>
            <a:off x="4149954" y="2937061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338" y="428"/>
                </a:lnTo>
                <a:lnTo>
                  <a:pt x="11484" y="858"/>
                </a:lnTo>
                <a:lnTo>
                  <a:pt x="13637" y="1287"/>
                </a:lnTo>
                <a:lnTo>
                  <a:pt x="15808" y="1722"/>
                </a:lnTo>
                <a:lnTo>
                  <a:pt x="18000" y="2160"/>
                </a:lnTo>
                <a:lnTo>
                  <a:pt x="17485" y="3529"/>
                </a:lnTo>
                <a:lnTo>
                  <a:pt x="16960" y="4918"/>
                </a:lnTo>
                <a:lnTo>
                  <a:pt x="16560" y="6104"/>
                </a:lnTo>
                <a:lnTo>
                  <a:pt x="16157" y="7296"/>
                </a:lnTo>
                <a:lnTo>
                  <a:pt x="15750" y="8506"/>
                </a:lnTo>
                <a:lnTo>
                  <a:pt x="15563" y="9031"/>
                </a:lnTo>
                <a:lnTo>
                  <a:pt x="15235" y="9955"/>
                </a:lnTo>
                <a:lnTo>
                  <a:pt x="14483" y="12074"/>
                </a:lnTo>
                <a:lnTo>
                  <a:pt x="14443" y="13586"/>
                </a:lnTo>
                <a:lnTo>
                  <a:pt x="14400" y="15120"/>
                </a:lnTo>
                <a:lnTo>
                  <a:pt x="16182" y="15656"/>
                </a:lnTo>
                <a:lnTo>
                  <a:pt x="17971" y="16191"/>
                </a:lnTo>
                <a:lnTo>
                  <a:pt x="19775" y="16734"/>
                </a:lnTo>
                <a:lnTo>
                  <a:pt x="21600" y="17280"/>
                </a:lnTo>
                <a:lnTo>
                  <a:pt x="19372" y="17816"/>
                </a:lnTo>
                <a:lnTo>
                  <a:pt x="17143" y="18349"/>
                </a:lnTo>
                <a:lnTo>
                  <a:pt x="14908" y="18887"/>
                </a:lnTo>
                <a:lnTo>
                  <a:pt x="12668" y="19425"/>
                </a:lnTo>
                <a:lnTo>
                  <a:pt x="10418" y="19963"/>
                </a:lnTo>
                <a:lnTo>
                  <a:pt x="8158" y="20505"/>
                </a:lnTo>
                <a:lnTo>
                  <a:pt x="5886" y="21051"/>
                </a:lnTo>
                <a:lnTo>
                  <a:pt x="3600" y="21600"/>
                </a:lnTo>
                <a:lnTo>
                  <a:pt x="3006" y="20174"/>
                </a:lnTo>
                <a:lnTo>
                  <a:pt x="2412" y="18747"/>
                </a:lnTo>
                <a:lnTo>
                  <a:pt x="1814" y="17312"/>
                </a:lnTo>
                <a:lnTo>
                  <a:pt x="1213" y="15872"/>
                </a:lnTo>
                <a:lnTo>
                  <a:pt x="608" y="14422"/>
                </a:lnTo>
                <a:lnTo>
                  <a:pt x="0" y="12960"/>
                </a:lnTo>
                <a:lnTo>
                  <a:pt x="2380" y="12960"/>
                </a:lnTo>
                <a:lnTo>
                  <a:pt x="4774" y="12960"/>
                </a:lnTo>
                <a:lnTo>
                  <a:pt x="7200" y="12960"/>
                </a:lnTo>
                <a:lnTo>
                  <a:pt x="7200" y="11534"/>
                </a:lnTo>
                <a:lnTo>
                  <a:pt x="7200" y="10107"/>
                </a:lnTo>
                <a:lnTo>
                  <a:pt x="7200" y="8679"/>
                </a:lnTo>
                <a:lnTo>
                  <a:pt x="7200" y="7247"/>
                </a:lnTo>
                <a:lnTo>
                  <a:pt x="7200" y="5810"/>
                </a:lnTo>
                <a:lnTo>
                  <a:pt x="7200" y="4368"/>
                </a:lnTo>
                <a:lnTo>
                  <a:pt x="7200" y="2920"/>
                </a:lnTo>
                <a:lnTo>
                  <a:pt x="7200" y="1464"/>
                </a:lnTo>
                <a:lnTo>
                  <a:pt x="7200" y="0"/>
                </a:lnTo>
                <a:close/>
              </a:path>
            </a:pathLst>
          </a:custGeom>
          <a:solidFill>
            <a:srgbClr val="5454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7" name="contour_11265"/>
          <p:cNvSpPr/>
          <p:nvPr/>
        </p:nvSpPr>
        <p:spPr>
          <a:xfrm>
            <a:off x="8435293" y="293706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6" y="896"/>
                </a:lnTo>
                <a:lnTo>
                  <a:pt x="8032" y="1541"/>
                </a:lnTo>
                <a:lnTo>
                  <a:pt x="10238" y="2034"/>
                </a:lnTo>
                <a:lnTo>
                  <a:pt x="11768" y="2473"/>
                </a:lnTo>
                <a:lnTo>
                  <a:pt x="13021" y="2963"/>
                </a:lnTo>
                <a:lnTo>
                  <a:pt x="14400" y="3600"/>
                </a:lnTo>
                <a:lnTo>
                  <a:pt x="14400" y="5980"/>
                </a:lnTo>
                <a:lnTo>
                  <a:pt x="14400" y="8374"/>
                </a:lnTo>
                <a:lnTo>
                  <a:pt x="14400" y="10800"/>
                </a:lnTo>
                <a:lnTo>
                  <a:pt x="16780" y="10800"/>
                </a:lnTo>
                <a:lnTo>
                  <a:pt x="19174" y="10800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4400" y="19220"/>
                </a:lnTo>
                <a:lnTo>
                  <a:pt x="14400" y="16826"/>
                </a:lnTo>
                <a:lnTo>
                  <a:pt x="14400" y="14400"/>
                </a:lnTo>
                <a:lnTo>
                  <a:pt x="12262" y="15113"/>
                </a:lnTo>
                <a:lnTo>
                  <a:pt x="10116" y="15829"/>
                </a:lnTo>
                <a:lnTo>
                  <a:pt x="7963" y="16546"/>
                </a:lnTo>
                <a:lnTo>
                  <a:pt x="5792" y="17269"/>
                </a:lnTo>
                <a:lnTo>
                  <a:pt x="3600" y="18000"/>
                </a:lnTo>
                <a:lnTo>
                  <a:pt x="3154" y="15772"/>
                </a:lnTo>
                <a:lnTo>
                  <a:pt x="2707" y="13543"/>
                </a:lnTo>
                <a:lnTo>
                  <a:pt x="2261" y="11308"/>
                </a:lnTo>
                <a:lnTo>
                  <a:pt x="1814" y="9068"/>
                </a:lnTo>
                <a:lnTo>
                  <a:pt x="1364" y="6818"/>
                </a:lnTo>
                <a:lnTo>
                  <a:pt x="911" y="4558"/>
                </a:lnTo>
                <a:lnTo>
                  <a:pt x="457" y="2286"/>
                </a:lnTo>
                <a:lnTo>
                  <a:pt x="0" y="0"/>
                </a:lnTo>
                <a:close/>
              </a:path>
            </a:pathLst>
          </a:custGeom>
          <a:solidFill>
            <a:srgbClr val="CED7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8" name="contour_11266"/>
          <p:cNvSpPr/>
          <p:nvPr/>
        </p:nvSpPr>
        <p:spPr>
          <a:xfrm>
            <a:off x="2189484" y="2879434"/>
            <a:ext cx="58304" cy="722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38" y="615"/>
                </a:moveTo>
                <a:lnTo>
                  <a:pt x="18212" y="1064"/>
                </a:lnTo>
                <a:lnTo>
                  <a:pt x="19894" y="1520"/>
                </a:lnTo>
                <a:lnTo>
                  <a:pt x="21600" y="1978"/>
                </a:lnTo>
                <a:lnTo>
                  <a:pt x="20428" y="2261"/>
                </a:lnTo>
                <a:lnTo>
                  <a:pt x="19238" y="2549"/>
                </a:lnTo>
                <a:lnTo>
                  <a:pt x="17645" y="3050"/>
                </a:lnTo>
                <a:lnTo>
                  <a:pt x="16170" y="3558"/>
                </a:lnTo>
                <a:lnTo>
                  <a:pt x="14777" y="4110"/>
                </a:lnTo>
                <a:lnTo>
                  <a:pt x="13441" y="4736"/>
                </a:lnTo>
                <a:lnTo>
                  <a:pt x="12126" y="5468"/>
                </a:lnTo>
                <a:lnTo>
                  <a:pt x="10800" y="6338"/>
                </a:lnTo>
                <a:lnTo>
                  <a:pt x="10611" y="7866"/>
                </a:lnTo>
                <a:lnTo>
                  <a:pt x="10546" y="8943"/>
                </a:lnTo>
                <a:lnTo>
                  <a:pt x="10611" y="10079"/>
                </a:lnTo>
                <a:lnTo>
                  <a:pt x="10800" y="11789"/>
                </a:lnTo>
                <a:lnTo>
                  <a:pt x="10989" y="13498"/>
                </a:lnTo>
                <a:lnTo>
                  <a:pt x="11054" y="14634"/>
                </a:lnTo>
                <a:lnTo>
                  <a:pt x="10989" y="15711"/>
                </a:lnTo>
                <a:lnTo>
                  <a:pt x="10800" y="17239"/>
                </a:lnTo>
                <a:lnTo>
                  <a:pt x="9396" y="18153"/>
                </a:lnTo>
                <a:lnTo>
                  <a:pt x="7960" y="18938"/>
                </a:lnTo>
                <a:lnTo>
                  <a:pt x="6480" y="19609"/>
                </a:lnTo>
                <a:lnTo>
                  <a:pt x="4952" y="20192"/>
                </a:lnTo>
                <a:lnTo>
                  <a:pt x="3370" y="20704"/>
                </a:lnTo>
                <a:lnTo>
                  <a:pt x="1720" y="21166"/>
                </a:lnTo>
                <a:lnTo>
                  <a:pt x="0" y="21600"/>
                </a:lnTo>
                <a:lnTo>
                  <a:pt x="891" y="20745"/>
                </a:lnTo>
                <a:lnTo>
                  <a:pt x="1790" y="19884"/>
                </a:lnTo>
                <a:lnTo>
                  <a:pt x="2700" y="19012"/>
                </a:lnTo>
                <a:lnTo>
                  <a:pt x="3739" y="17656"/>
                </a:lnTo>
                <a:lnTo>
                  <a:pt x="4496" y="16372"/>
                </a:lnTo>
                <a:lnTo>
                  <a:pt x="5009" y="15118"/>
                </a:lnTo>
                <a:lnTo>
                  <a:pt x="5314" y="13847"/>
                </a:lnTo>
                <a:lnTo>
                  <a:pt x="5454" y="12510"/>
                </a:lnTo>
                <a:lnTo>
                  <a:pt x="5470" y="11069"/>
                </a:lnTo>
                <a:lnTo>
                  <a:pt x="5400" y="9471"/>
                </a:lnTo>
                <a:lnTo>
                  <a:pt x="5338" y="7810"/>
                </a:lnTo>
                <a:lnTo>
                  <a:pt x="5354" y="6417"/>
                </a:lnTo>
                <a:lnTo>
                  <a:pt x="5513" y="5178"/>
                </a:lnTo>
                <a:lnTo>
                  <a:pt x="5870" y="3968"/>
                </a:lnTo>
                <a:lnTo>
                  <a:pt x="6488" y="2669"/>
                </a:lnTo>
                <a:lnTo>
                  <a:pt x="7425" y="1160"/>
                </a:lnTo>
                <a:lnTo>
                  <a:pt x="9482" y="416"/>
                </a:lnTo>
                <a:lnTo>
                  <a:pt x="11135" y="50"/>
                </a:lnTo>
                <a:lnTo>
                  <a:pt x="12671" y="0"/>
                </a:lnTo>
                <a:lnTo>
                  <a:pt x="14375" y="209"/>
                </a:lnTo>
                <a:lnTo>
                  <a:pt x="16538" y="615"/>
                </a:lnTo>
                <a:close/>
              </a:path>
            </a:pathLst>
          </a:custGeom>
          <a:solidFill>
            <a:srgbClr val="F1F0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69" name="contour_11267"/>
          <p:cNvSpPr/>
          <p:nvPr/>
        </p:nvSpPr>
        <p:spPr>
          <a:xfrm>
            <a:off x="5186226" y="2893333"/>
            <a:ext cx="4235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15" y="0"/>
                </a:moveTo>
                <a:lnTo>
                  <a:pt x="5341" y="313"/>
                </a:lnTo>
                <a:lnTo>
                  <a:pt x="7665" y="648"/>
                </a:lnTo>
                <a:lnTo>
                  <a:pt x="9988" y="994"/>
                </a:lnTo>
                <a:lnTo>
                  <a:pt x="12307" y="1350"/>
                </a:lnTo>
                <a:lnTo>
                  <a:pt x="14902" y="1728"/>
                </a:lnTo>
                <a:lnTo>
                  <a:pt x="17534" y="2110"/>
                </a:lnTo>
                <a:lnTo>
                  <a:pt x="19552" y="2848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9574" y="12319"/>
                </a:lnTo>
                <a:lnTo>
                  <a:pt x="18076" y="13381"/>
                </a:lnTo>
                <a:lnTo>
                  <a:pt x="16664" y="14270"/>
                </a:lnTo>
                <a:lnTo>
                  <a:pt x="14891" y="15268"/>
                </a:lnTo>
                <a:lnTo>
                  <a:pt x="12307" y="16650"/>
                </a:lnTo>
                <a:lnTo>
                  <a:pt x="10579" y="17590"/>
                </a:lnTo>
                <a:lnTo>
                  <a:pt x="8843" y="18533"/>
                </a:lnTo>
                <a:lnTo>
                  <a:pt x="7081" y="19490"/>
                </a:lnTo>
                <a:lnTo>
                  <a:pt x="5063" y="20538"/>
                </a:lnTo>
                <a:lnTo>
                  <a:pt x="3015" y="21600"/>
                </a:lnTo>
                <a:lnTo>
                  <a:pt x="1877" y="18958"/>
                </a:lnTo>
                <a:lnTo>
                  <a:pt x="989" y="16603"/>
                </a:lnTo>
                <a:lnTo>
                  <a:pt x="368" y="14414"/>
                </a:lnTo>
                <a:lnTo>
                  <a:pt x="30" y="12258"/>
                </a:lnTo>
                <a:lnTo>
                  <a:pt x="0" y="10008"/>
                </a:lnTo>
                <a:lnTo>
                  <a:pt x="290" y="7538"/>
                </a:lnTo>
                <a:lnTo>
                  <a:pt x="926" y="4723"/>
                </a:lnTo>
                <a:lnTo>
                  <a:pt x="1963" y="2380"/>
                </a:lnTo>
                <a:lnTo>
                  <a:pt x="3015" y="0"/>
                </a:lnTo>
                <a:close/>
              </a:path>
            </a:pathLst>
          </a:custGeom>
          <a:solidFill>
            <a:srgbClr val="2423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0" name="contour_11268"/>
          <p:cNvSpPr/>
          <p:nvPr/>
        </p:nvSpPr>
        <p:spPr>
          <a:xfrm>
            <a:off x="10563386" y="2842317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875" y="855"/>
                </a:lnTo>
                <a:lnTo>
                  <a:pt x="18046" y="1715"/>
                </a:lnTo>
                <a:lnTo>
                  <a:pt x="19220" y="2575"/>
                </a:lnTo>
                <a:lnTo>
                  <a:pt x="20404" y="3443"/>
                </a:lnTo>
                <a:lnTo>
                  <a:pt x="21600" y="4320"/>
                </a:lnTo>
                <a:lnTo>
                  <a:pt x="20302" y="4320"/>
                </a:lnTo>
                <a:lnTo>
                  <a:pt x="18996" y="4320"/>
                </a:lnTo>
                <a:lnTo>
                  <a:pt x="17673" y="4320"/>
                </a:lnTo>
                <a:lnTo>
                  <a:pt x="17673" y="7176"/>
                </a:lnTo>
                <a:lnTo>
                  <a:pt x="17673" y="10048"/>
                </a:lnTo>
                <a:lnTo>
                  <a:pt x="17673" y="12960"/>
                </a:lnTo>
                <a:lnTo>
                  <a:pt x="16447" y="14243"/>
                </a:lnTo>
                <a:lnTo>
                  <a:pt x="15446" y="14956"/>
                </a:lnTo>
                <a:lnTo>
                  <a:pt x="13806" y="15695"/>
                </a:lnTo>
                <a:lnTo>
                  <a:pt x="12607" y="16239"/>
                </a:lnTo>
                <a:lnTo>
                  <a:pt x="11391" y="16792"/>
                </a:lnTo>
                <a:lnTo>
                  <a:pt x="10755" y="17047"/>
                </a:lnTo>
                <a:lnTo>
                  <a:pt x="8836" y="17820"/>
                </a:lnTo>
                <a:lnTo>
                  <a:pt x="7568" y="18382"/>
                </a:lnTo>
                <a:lnTo>
                  <a:pt x="6282" y="18952"/>
                </a:lnTo>
                <a:lnTo>
                  <a:pt x="5027" y="19500"/>
                </a:lnTo>
                <a:lnTo>
                  <a:pt x="3770" y="20036"/>
                </a:lnTo>
                <a:lnTo>
                  <a:pt x="2515" y="20568"/>
                </a:lnTo>
                <a:lnTo>
                  <a:pt x="1259" y="21086"/>
                </a:lnTo>
                <a:lnTo>
                  <a:pt x="0" y="21600"/>
                </a:lnTo>
                <a:lnTo>
                  <a:pt x="0" y="18749"/>
                </a:lnTo>
                <a:lnTo>
                  <a:pt x="0" y="15893"/>
                </a:lnTo>
                <a:lnTo>
                  <a:pt x="0" y="13025"/>
                </a:lnTo>
                <a:lnTo>
                  <a:pt x="0" y="10143"/>
                </a:lnTo>
                <a:lnTo>
                  <a:pt x="0" y="7245"/>
                </a:lnTo>
                <a:lnTo>
                  <a:pt x="0" y="4320"/>
                </a:lnTo>
                <a:lnTo>
                  <a:pt x="1296" y="4679"/>
                </a:lnTo>
                <a:lnTo>
                  <a:pt x="2592" y="5033"/>
                </a:lnTo>
                <a:lnTo>
                  <a:pt x="3890" y="5391"/>
                </a:lnTo>
                <a:lnTo>
                  <a:pt x="5190" y="5746"/>
                </a:lnTo>
                <a:lnTo>
                  <a:pt x="6492" y="6104"/>
                </a:lnTo>
                <a:lnTo>
                  <a:pt x="7796" y="6463"/>
                </a:lnTo>
                <a:lnTo>
                  <a:pt x="9103" y="6821"/>
                </a:lnTo>
                <a:lnTo>
                  <a:pt x="10415" y="7184"/>
                </a:lnTo>
                <a:lnTo>
                  <a:pt x="11731" y="7547"/>
                </a:lnTo>
                <a:lnTo>
                  <a:pt x="13050" y="7910"/>
                </a:lnTo>
                <a:lnTo>
                  <a:pt x="14378" y="8273"/>
                </a:lnTo>
                <a:lnTo>
                  <a:pt x="15709" y="8640"/>
                </a:lnTo>
                <a:lnTo>
                  <a:pt x="15709" y="5784"/>
                </a:lnTo>
                <a:lnTo>
                  <a:pt x="15709" y="2912"/>
                </a:lnTo>
                <a:lnTo>
                  <a:pt x="15709" y="0"/>
                </a:lnTo>
                <a:close/>
              </a:path>
            </a:pathLst>
          </a:custGeom>
          <a:solidFill>
            <a:srgbClr val="C9D7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1" name="contour_11269"/>
          <p:cNvSpPr/>
          <p:nvPr/>
        </p:nvSpPr>
        <p:spPr>
          <a:xfrm>
            <a:off x="10177123" y="2864181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618" y="2195"/>
                </a:lnTo>
                <a:lnTo>
                  <a:pt x="4918" y="4419"/>
                </a:lnTo>
                <a:lnTo>
                  <a:pt x="5307" y="5473"/>
                </a:lnTo>
                <a:lnTo>
                  <a:pt x="6480" y="8640"/>
                </a:lnTo>
                <a:lnTo>
                  <a:pt x="7981" y="8592"/>
                </a:lnTo>
                <a:lnTo>
                  <a:pt x="9111" y="8515"/>
                </a:lnTo>
                <a:lnTo>
                  <a:pt x="10081" y="8364"/>
                </a:lnTo>
                <a:lnTo>
                  <a:pt x="11105" y="8096"/>
                </a:lnTo>
                <a:lnTo>
                  <a:pt x="12398" y="7659"/>
                </a:lnTo>
                <a:lnTo>
                  <a:pt x="14174" y="7020"/>
                </a:lnTo>
                <a:lnTo>
                  <a:pt x="15561" y="6540"/>
                </a:lnTo>
                <a:lnTo>
                  <a:pt x="16956" y="6057"/>
                </a:lnTo>
                <a:lnTo>
                  <a:pt x="18369" y="5568"/>
                </a:lnTo>
                <a:lnTo>
                  <a:pt x="19436" y="5158"/>
                </a:lnTo>
                <a:lnTo>
                  <a:pt x="20511" y="4739"/>
                </a:lnTo>
                <a:lnTo>
                  <a:pt x="21600" y="4320"/>
                </a:lnTo>
                <a:lnTo>
                  <a:pt x="21172" y="6886"/>
                </a:lnTo>
                <a:lnTo>
                  <a:pt x="20742" y="9461"/>
                </a:lnTo>
                <a:lnTo>
                  <a:pt x="20313" y="12044"/>
                </a:lnTo>
                <a:lnTo>
                  <a:pt x="19878" y="14649"/>
                </a:lnTo>
                <a:lnTo>
                  <a:pt x="19440" y="17280"/>
                </a:lnTo>
                <a:lnTo>
                  <a:pt x="18014" y="16567"/>
                </a:lnTo>
                <a:lnTo>
                  <a:pt x="16587" y="15854"/>
                </a:lnTo>
                <a:lnTo>
                  <a:pt x="15152" y="15137"/>
                </a:lnTo>
                <a:lnTo>
                  <a:pt x="13712" y="14416"/>
                </a:lnTo>
                <a:lnTo>
                  <a:pt x="12262" y="13690"/>
                </a:lnTo>
                <a:lnTo>
                  <a:pt x="10800" y="12960"/>
                </a:lnTo>
                <a:lnTo>
                  <a:pt x="10800" y="15816"/>
                </a:lnTo>
                <a:lnTo>
                  <a:pt x="10800" y="18688"/>
                </a:lnTo>
                <a:lnTo>
                  <a:pt x="10800" y="21600"/>
                </a:lnTo>
                <a:lnTo>
                  <a:pt x="9273" y="21600"/>
                </a:lnTo>
                <a:lnTo>
                  <a:pt x="7744" y="21600"/>
                </a:lnTo>
                <a:lnTo>
                  <a:pt x="6210" y="21600"/>
                </a:lnTo>
                <a:lnTo>
                  <a:pt x="4670" y="21600"/>
                </a:lnTo>
                <a:lnTo>
                  <a:pt x="3123" y="21600"/>
                </a:lnTo>
                <a:lnTo>
                  <a:pt x="1568" y="21600"/>
                </a:lnTo>
                <a:lnTo>
                  <a:pt x="0" y="21600"/>
                </a:lnTo>
                <a:lnTo>
                  <a:pt x="1069" y="20529"/>
                </a:lnTo>
                <a:lnTo>
                  <a:pt x="2145" y="19457"/>
                </a:lnTo>
                <a:lnTo>
                  <a:pt x="3225" y="18373"/>
                </a:lnTo>
                <a:lnTo>
                  <a:pt x="4320" y="17280"/>
                </a:lnTo>
                <a:lnTo>
                  <a:pt x="4612" y="14148"/>
                </a:lnTo>
                <a:lnTo>
                  <a:pt x="4681" y="11837"/>
                </a:lnTo>
                <a:lnTo>
                  <a:pt x="4590" y="8372"/>
                </a:lnTo>
                <a:lnTo>
                  <a:pt x="4549" y="7141"/>
                </a:lnTo>
                <a:lnTo>
                  <a:pt x="4480" y="4968"/>
                </a:lnTo>
                <a:lnTo>
                  <a:pt x="4320" y="0"/>
                </a:lnTo>
                <a:close/>
              </a:path>
            </a:pathLst>
          </a:custGeom>
          <a:solidFill>
            <a:srgbClr val="E1E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2" name="contour_11270"/>
          <p:cNvSpPr/>
          <p:nvPr/>
        </p:nvSpPr>
        <p:spPr>
          <a:xfrm>
            <a:off x="5658568" y="2813165"/>
            <a:ext cx="4262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68" y="0"/>
                </a:moveTo>
                <a:lnTo>
                  <a:pt x="19450" y="1363"/>
                </a:lnTo>
                <a:lnTo>
                  <a:pt x="20289" y="2630"/>
                </a:lnTo>
                <a:lnTo>
                  <a:pt x="20950" y="3825"/>
                </a:lnTo>
                <a:lnTo>
                  <a:pt x="21397" y="4979"/>
                </a:lnTo>
                <a:lnTo>
                  <a:pt x="21600" y="6116"/>
                </a:lnTo>
                <a:lnTo>
                  <a:pt x="21526" y="7267"/>
                </a:lnTo>
                <a:lnTo>
                  <a:pt x="21138" y="8455"/>
                </a:lnTo>
                <a:lnTo>
                  <a:pt x="20403" y="9707"/>
                </a:lnTo>
                <a:lnTo>
                  <a:pt x="19292" y="11054"/>
                </a:lnTo>
                <a:lnTo>
                  <a:pt x="18243" y="12010"/>
                </a:lnTo>
                <a:lnTo>
                  <a:pt x="17182" y="12960"/>
                </a:lnTo>
                <a:lnTo>
                  <a:pt x="16100" y="13909"/>
                </a:lnTo>
                <a:lnTo>
                  <a:pt x="15003" y="14850"/>
                </a:lnTo>
                <a:lnTo>
                  <a:pt x="14460" y="15343"/>
                </a:lnTo>
                <a:lnTo>
                  <a:pt x="12820" y="16834"/>
                </a:lnTo>
                <a:lnTo>
                  <a:pt x="11749" y="17791"/>
                </a:lnTo>
                <a:lnTo>
                  <a:pt x="10671" y="18747"/>
                </a:lnTo>
                <a:lnTo>
                  <a:pt x="9581" y="19699"/>
                </a:lnTo>
                <a:lnTo>
                  <a:pt x="8488" y="20650"/>
                </a:lnTo>
                <a:lnTo>
                  <a:pt x="7387" y="21600"/>
                </a:lnTo>
                <a:lnTo>
                  <a:pt x="6342" y="20581"/>
                </a:lnTo>
                <a:lnTo>
                  <a:pt x="5297" y="19562"/>
                </a:lnTo>
                <a:lnTo>
                  <a:pt x="4248" y="18540"/>
                </a:lnTo>
                <a:lnTo>
                  <a:pt x="3195" y="17514"/>
                </a:lnTo>
                <a:lnTo>
                  <a:pt x="2135" y="16483"/>
                </a:lnTo>
                <a:lnTo>
                  <a:pt x="1071" y="15446"/>
                </a:lnTo>
                <a:lnTo>
                  <a:pt x="0" y="14400"/>
                </a:lnTo>
                <a:lnTo>
                  <a:pt x="1740" y="14234"/>
                </a:lnTo>
                <a:lnTo>
                  <a:pt x="3490" y="14069"/>
                </a:lnTo>
                <a:lnTo>
                  <a:pt x="5267" y="13901"/>
                </a:lnTo>
                <a:lnTo>
                  <a:pt x="8126" y="13243"/>
                </a:lnTo>
                <a:lnTo>
                  <a:pt x="9998" y="12694"/>
                </a:lnTo>
                <a:lnTo>
                  <a:pt x="11291" y="12049"/>
                </a:lnTo>
                <a:lnTo>
                  <a:pt x="12414" y="11110"/>
                </a:lnTo>
                <a:lnTo>
                  <a:pt x="13777" y="9668"/>
                </a:lnTo>
                <a:lnTo>
                  <a:pt x="14028" y="9157"/>
                </a:lnTo>
                <a:lnTo>
                  <a:pt x="14464" y="8255"/>
                </a:lnTo>
                <a:lnTo>
                  <a:pt x="15469" y="6188"/>
                </a:lnTo>
                <a:lnTo>
                  <a:pt x="16052" y="5033"/>
                </a:lnTo>
                <a:lnTo>
                  <a:pt x="16643" y="3870"/>
                </a:lnTo>
                <a:lnTo>
                  <a:pt x="17242" y="2693"/>
                </a:lnTo>
                <a:lnTo>
                  <a:pt x="17648" y="1804"/>
                </a:lnTo>
                <a:lnTo>
                  <a:pt x="18054" y="907"/>
                </a:lnTo>
                <a:lnTo>
                  <a:pt x="18468" y="0"/>
                </a:lnTo>
                <a:close/>
              </a:path>
            </a:pathLst>
          </a:custGeom>
          <a:solidFill>
            <a:srgbClr val="BBC3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3" name="contour_11271"/>
          <p:cNvSpPr/>
          <p:nvPr/>
        </p:nvSpPr>
        <p:spPr>
          <a:xfrm>
            <a:off x="1876101" y="2827741"/>
            <a:ext cx="43728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7" y="645"/>
                </a:lnTo>
                <a:lnTo>
                  <a:pt x="8111" y="1302"/>
                </a:lnTo>
                <a:lnTo>
                  <a:pt x="10357" y="1971"/>
                </a:lnTo>
                <a:lnTo>
                  <a:pt x="12600" y="2649"/>
                </a:lnTo>
                <a:lnTo>
                  <a:pt x="13345" y="2867"/>
                </a:lnTo>
                <a:lnTo>
                  <a:pt x="14656" y="3254"/>
                </a:lnTo>
                <a:lnTo>
                  <a:pt x="17662" y="4138"/>
                </a:lnTo>
                <a:lnTo>
                  <a:pt x="19616" y="5089"/>
                </a:lnTo>
                <a:lnTo>
                  <a:pt x="21600" y="6055"/>
                </a:lnTo>
                <a:lnTo>
                  <a:pt x="21600" y="8056"/>
                </a:lnTo>
                <a:lnTo>
                  <a:pt x="21600" y="10069"/>
                </a:lnTo>
                <a:lnTo>
                  <a:pt x="21600" y="12109"/>
                </a:lnTo>
                <a:lnTo>
                  <a:pt x="19220" y="12109"/>
                </a:lnTo>
                <a:lnTo>
                  <a:pt x="16826" y="12109"/>
                </a:lnTo>
                <a:lnTo>
                  <a:pt x="14400" y="12109"/>
                </a:lnTo>
                <a:lnTo>
                  <a:pt x="13882" y="13611"/>
                </a:lnTo>
                <a:lnTo>
                  <a:pt x="13356" y="15118"/>
                </a:lnTo>
                <a:lnTo>
                  <a:pt x="12823" y="16650"/>
                </a:lnTo>
                <a:lnTo>
                  <a:pt x="12157" y="18152"/>
                </a:lnTo>
                <a:lnTo>
                  <a:pt x="11480" y="19659"/>
                </a:lnTo>
                <a:lnTo>
                  <a:pt x="10800" y="21191"/>
                </a:lnTo>
                <a:lnTo>
                  <a:pt x="8014" y="21464"/>
                </a:lnTo>
                <a:lnTo>
                  <a:pt x="6059" y="21600"/>
                </a:lnTo>
                <a:lnTo>
                  <a:pt x="4417" y="21600"/>
                </a:lnTo>
                <a:lnTo>
                  <a:pt x="2570" y="21464"/>
                </a:lnTo>
                <a:lnTo>
                  <a:pt x="0" y="21191"/>
                </a:lnTo>
                <a:lnTo>
                  <a:pt x="0" y="19393"/>
                </a:lnTo>
                <a:lnTo>
                  <a:pt x="0" y="17589"/>
                </a:lnTo>
                <a:lnTo>
                  <a:pt x="0" y="15778"/>
                </a:lnTo>
                <a:lnTo>
                  <a:pt x="0" y="13953"/>
                </a:lnTo>
                <a:lnTo>
                  <a:pt x="0" y="12109"/>
                </a:lnTo>
                <a:lnTo>
                  <a:pt x="2380" y="12109"/>
                </a:lnTo>
                <a:lnTo>
                  <a:pt x="4774" y="12109"/>
                </a:lnTo>
                <a:lnTo>
                  <a:pt x="7200" y="12109"/>
                </a:lnTo>
                <a:lnTo>
                  <a:pt x="6606" y="10111"/>
                </a:lnTo>
                <a:lnTo>
                  <a:pt x="6012" y="8110"/>
                </a:lnTo>
                <a:lnTo>
                  <a:pt x="5414" y="6100"/>
                </a:lnTo>
                <a:lnTo>
                  <a:pt x="4813" y="4081"/>
                </a:lnTo>
                <a:lnTo>
                  <a:pt x="4208" y="2050"/>
                </a:lnTo>
                <a:lnTo>
                  <a:pt x="3600" y="0"/>
                </a:lnTo>
                <a:close/>
              </a:path>
            </a:pathLst>
          </a:custGeom>
          <a:solidFill>
            <a:srgbClr val="3836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4" name="contour_11272"/>
          <p:cNvSpPr/>
          <p:nvPr/>
        </p:nvSpPr>
        <p:spPr>
          <a:xfrm>
            <a:off x="10045939" y="2827741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58" y="162"/>
                </a:lnTo>
                <a:lnTo>
                  <a:pt x="6391" y="353"/>
                </a:lnTo>
                <a:lnTo>
                  <a:pt x="8208" y="587"/>
                </a:lnTo>
                <a:lnTo>
                  <a:pt x="10009" y="875"/>
                </a:lnTo>
                <a:lnTo>
                  <a:pt x="11799" y="1231"/>
                </a:lnTo>
                <a:lnTo>
                  <a:pt x="13581" y="1670"/>
                </a:lnTo>
                <a:lnTo>
                  <a:pt x="15355" y="2203"/>
                </a:lnTo>
                <a:lnTo>
                  <a:pt x="17126" y="2840"/>
                </a:lnTo>
                <a:lnTo>
                  <a:pt x="18900" y="3600"/>
                </a:lnTo>
                <a:lnTo>
                  <a:pt x="19931" y="5990"/>
                </a:lnTo>
                <a:lnTo>
                  <a:pt x="20625" y="8204"/>
                </a:lnTo>
                <a:lnTo>
                  <a:pt x="21060" y="10382"/>
                </a:lnTo>
                <a:lnTo>
                  <a:pt x="21314" y="12654"/>
                </a:lnTo>
                <a:lnTo>
                  <a:pt x="21468" y="15149"/>
                </a:lnTo>
                <a:lnTo>
                  <a:pt x="21600" y="18000"/>
                </a:lnTo>
                <a:lnTo>
                  <a:pt x="19996" y="18713"/>
                </a:lnTo>
                <a:lnTo>
                  <a:pt x="18387" y="19429"/>
                </a:lnTo>
                <a:lnTo>
                  <a:pt x="16772" y="20146"/>
                </a:lnTo>
                <a:lnTo>
                  <a:pt x="15144" y="20869"/>
                </a:lnTo>
                <a:lnTo>
                  <a:pt x="13500" y="21600"/>
                </a:lnTo>
                <a:lnTo>
                  <a:pt x="13165" y="19926"/>
                </a:lnTo>
                <a:lnTo>
                  <a:pt x="12825" y="18223"/>
                </a:lnTo>
                <a:lnTo>
                  <a:pt x="11564" y="16204"/>
                </a:lnTo>
                <a:lnTo>
                  <a:pt x="10211" y="14677"/>
                </a:lnTo>
                <a:lnTo>
                  <a:pt x="8764" y="13550"/>
                </a:lnTo>
                <a:lnTo>
                  <a:pt x="7220" y="12737"/>
                </a:lnTo>
                <a:lnTo>
                  <a:pt x="5576" y="12146"/>
                </a:lnTo>
                <a:lnTo>
                  <a:pt x="3826" y="11686"/>
                </a:lnTo>
                <a:lnTo>
                  <a:pt x="1968" y="11268"/>
                </a:lnTo>
                <a:lnTo>
                  <a:pt x="0" y="10800"/>
                </a:lnTo>
                <a:lnTo>
                  <a:pt x="535" y="8662"/>
                </a:lnTo>
                <a:lnTo>
                  <a:pt x="1072" y="6516"/>
                </a:lnTo>
                <a:lnTo>
                  <a:pt x="1609" y="4363"/>
                </a:lnTo>
                <a:lnTo>
                  <a:pt x="2152" y="2192"/>
                </a:lnTo>
                <a:lnTo>
                  <a:pt x="2700" y="0"/>
                </a:lnTo>
                <a:close/>
              </a:path>
            </a:pathLst>
          </a:custGeom>
          <a:solidFill>
            <a:srgbClr val="D5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5" name="contour_11273"/>
          <p:cNvSpPr/>
          <p:nvPr/>
        </p:nvSpPr>
        <p:spPr>
          <a:xfrm>
            <a:off x="2291516" y="2827741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4" y="160"/>
                </a:lnTo>
                <a:lnTo>
                  <a:pt x="1473" y="445"/>
                </a:lnTo>
                <a:lnTo>
                  <a:pt x="3629" y="1097"/>
                </a:lnTo>
                <a:lnTo>
                  <a:pt x="4812" y="1430"/>
                </a:lnTo>
                <a:lnTo>
                  <a:pt x="5998" y="1763"/>
                </a:lnTo>
                <a:lnTo>
                  <a:pt x="7184" y="2095"/>
                </a:lnTo>
                <a:lnTo>
                  <a:pt x="8370" y="2428"/>
                </a:lnTo>
                <a:lnTo>
                  <a:pt x="9556" y="2795"/>
                </a:lnTo>
                <a:lnTo>
                  <a:pt x="10757" y="3162"/>
                </a:lnTo>
                <a:lnTo>
                  <a:pt x="12401" y="3577"/>
                </a:lnTo>
                <a:lnTo>
                  <a:pt x="13826" y="3836"/>
                </a:lnTo>
                <a:lnTo>
                  <a:pt x="15103" y="3897"/>
                </a:lnTo>
                <a:lnTo>
                  <a:pt x="16295" y="3724"/>
                </a:lnTo>
                <a:lnTo>
                  <a:pt x="17474" y="3283"/>
                </a:lnTo>
                <a:lnTo>
                  <a:pt x="18708" y="2540"/>
                </a:lnTo>
                <a:lnTo>
                  <a:pt x="20060" y="1456"/>
                </a:lnTo>
                <a:lnTo>
                  <a:pt x="21600" y="0"/>
                </a:lnTo>
                <a:lnTo>
                  <a:pt x="20989" y="2445"/>
                </a:lnTo>
                <a:lnTo>
                  <a:pt x="20377" y="4890"/>
                </a:lnTo>
                <a:lnTo>
                  <a:pt x="19764" y="7344"/>
                </a:lnTo>
                <a:lnTo>
                  <a:pt x="19148" y="9806"/>
                </a:lnTo>
                <a:lnTo>
                  <a:pt x="18528" y="12282"/>
                </a:lnTo>
                <a:lnTo>
                  <a:pt x="17906" y="14770"/>
                </a:lnTo>
                <a:lnTo>
                  <a:pt x="17280" y="17280"/>
                </a:lnTo>
                <a:lnTo>
                  <a:pt x="15997" y="16425"/>
                </a:lnTo>
                <a:lnTo>
                  <a:pt x="14710" y="15565"/>
                </a:lnTo>
                <a:lnTo>
                  <a:pt x="13418" y="14705"/>
                </a:lnTo>
                <a:lnTo>
                  <a:pt x="12115" y="13837"/>
                </a:lnTo>
                <a:lnTo>
                  <a:pt x="10800" y="12960"/>
                </a:lnTo>
                <a:lnTo>
                  <a:pt x="10264" y="15098"/>
                </a:lnTo>
                <a:lnTo>
                  <a:pt x="9729" y="17250"/>
                </a:lnTo>
                <a:lnTo>
                  <a:pt x="9186" y="19410"/>
                </a:lnTo>
                <a:lnTo>
                  <a:pt x="8640" y="21600"/>
                </a:lnTo>
                <a:lnTo>
                  <a:pt x="7098" y="21047"/>
                </a:lnTo>
                <a:lnTo>
                  <a:pt x="5990" y="20546"/>
                </a:lnTo>
                <a:lnTo>
                  <a:pt x="5005" y="19889"/>
                </a:lnTo>
                <a:lnTo>
                  <a:pt x="3832" y="18870"/>
                </a:lnTo>
                <a:lnTo>
                  <a:pt x="2160" y="17280"/>
                </a:lnTo>
                <a:lnTo>
                  <a:pt x="1592" y="14429"/>
                </a:lnTo>
                <a:lnTo>
                  <a:pt x="1147" y="11629"/>
                </a:lnTo>
                <a:lnTo>
                  <a:pt x="793" y="8839"/>
                </a:lnTo>
                <a:lnTo>
                  <a:pt x="503" y="6005"/>
                </a:lnTo>
                <a:lnTo>
                  <a:pt x="248" y="3076"/>
                </a:lnTo>
                <a:lnTo>
                  <a:pt x="0" y="0"/>
                </a:lnTo>
                <a:close/>
              </a:path>
            </a:pathLst>
          </a:custGeom>
          <a:solidFill>
            <a:srgbClr val="EFED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6" name="contour_11274"/>
          <p:cNvSpPr/>
          <p:nvPr/>
        </p:nvSpPr>
        <p:spPr>
          <a:xfrm>
            <a:off x="4164530" y="2783801"/>
            <a:ext cx="51016" cy="585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78"/>
                </a:moveTo>
                <a:lnTo>
                  <a:pt x="15429" y="1854"/>
                </a:lnTo>
                <a:lnTo>
                  <a:pt x="15429" y="3632"/>
                </a:lnTo>
                <a:lnTo>
                  <a:pt x="15429" y="5418"/>
                </a:lnTo>
                <a:lnTo>
                  <a:pt x="15429" y="7213"/>
                </a:lnTo>
                <a:lnTo>
                  <a:pt x="15429" y="9018"/>
                </a:lnTo>
                <a:lnTo>
                  <a:pt x="15429" y="10839"/>
                </a:lnTo>
                <a:lnTo>
                  <a:pt x="13389" y="10839"/>
                </a:lnTo>
                <a:lnTo>
                  <a:pt x="11337" y="10839"/>
                </a:lnTo>
                <a:lnTo>
                  <a:pt x="9257" y="10839"/>
                </a:lnTo>
                <a:lnTo>
                  <a:pt x="9257" y="12617"/>
                </a:lnTo>
                <a:lnTo>
                  <a:pt x="9257" y="14406"/>
                </a:lnTo>
                <a:lnTo>
                  <a:pt x="9257" y="16220"/>
                </a:lnTo>
                <a:lnTo>
                  <a:pt x="11284" y="17024"/>
                </a:lnTo>
                <a:lnTo>
                  <a:pt x="12886" y="17460"/>
                </a:lnTo>
                <a:lnTo>
                  <a:pt x="15429" y="17901"/>
                </a:lnTo>
                <a:lnTo>
                  <a:pt x="17468" y="18234"/>
                </a:lnTo>
                <a:lnTo>
                  <a:pt x="19520" y="18571"/>
                </a:lnTo>
                <a:lnTo>
                  <a:pt x="21600" y="18910"/>
                </a:lnTo>
                <a:lnTo>
                  <a:pt x="19690" y="19243"/>
                </a:lnTo>
                <a:lnTo>
                  <a:pt x="17780" y="19577"/>
                </a:lnTo>
                <a:lnTo>
                  <a:pt x="15864" y="19911"/>
                </a:lnTo>
                <a:lnTo>
                  <a:pt x="13944" y="20244"/>
                </a:lnTo>
                <a:lnTo>
                  <a:pt x="12016" y="20580"/>
                </a:lnTo>
                <a:lnTo>
                  <a:pt x="10078" y="20919"/>
                </a:lnTo>
                <a:lnTo>
                  <a:pt x="8131" y="21258"/>
                </a:lnTo>
                <a:lnTo>
                  <a:pt x="6171" y="21600"/>
                </a:lnTo>
                <a:lnTo>
                  <a:pt x="6279" y="19894"/>
                </a:lnTo>
                <a:lnTo>
                  <a:pt x="6387" y="18165"/>
                </a:lnTo>
                <a:lnTo>
                  <a:pt x="6443" y="16688"/>
                </a:lnTo>
                <a:lnTo>
                  <a:pt x="6499" y="15203"/>
                </a:lnTo>
                <a:lnTo>
                  <a:pt x="6557" y="13696"/>
                </a:lnTo>
                <a:lnTo>
                  <a:pt x="6628" y="12227"/>
                </a:lnTo>
                <a:lnTo>
                  <a:pt x="6699" y="10750"/>
                </a:lnTo>
                <a:lnTo>
                  <a:pt x="6773" y="9252"/>
                </a:lnTo>
                <a:lnTo>
                  <a:pt x="6474" y="7369"/>
                </a:lnTo>
                <a:lnTo>
                  <a:pt x="6171" y="5459"/>
                </a:lnTo>
                <a:lnTo>
                  <a:pt x="4326" y="4372"/>
                </a:lnTo>
                <a:lnTo>
                  <a:pt x="3067" y="3729"/>
                </a:lnTo>
                <a:lnTo>
                  <a:pt x="1817" y="3277"/>
                </a:lnTo>
                <a:lnTo>
                  <a:pt x="0" y="2768"/>
                </a:lnTo>
                <a:lnTo>
                  <a:pt x="1919" y="1835"/>
                </a:lnTo>
                <a:lnTo>
                  <a:pt x="3768" y="1125"/>
                </a:lnTo>
                <a:lnTo>
                  <a:pt x="5582" y="616"/>
                </a:lnTo>
                <a:lnTo>
                  <a:pt x="7400" y="277"/>
                </a:lnTo>
                <a:lnTo>
                  <a:pt x="9254" y="81"/>
                </a:lnTo>
                <a:lnTo>
                  <a:pt x="11186" y="0"/>
                </a:lnTo>
                <a:lnTo>
                  <a:pt x="13232" y="8"/>
                </a:lnTo>
                <a:lnTo>
                  <a:pt x="15429" y="78"/>
                </a:lnTo>
                <a:close/>
              </a:path>
            </a:pathLst>
          </a:custGeom>
          <a:solidFill>
            <a:srgbClr val="C0C5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7" name="contour_11275"/>
          <p:cNvSpPr/>
          <p:nvPr/>
        </p:nvSpPr>
        <p:spPr>
          <a:xfrm>
            <a:off x="1424245" y="2798589"/>
            <a:ext cx="1020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48" y="812"/>
                </a:lnTo>
                <a:lnTo>
                  <a:pt x="1963" y="1443"/>
                </a:lnTo>
                <a:lnTo>
                  <a:pt x="2666" y="2100"/>
                </a:lnTo>
                <a:lnTo>
                  <a:pt x="3481" y="2989"/>
                </a:lnTo>
                <a:lnTo>
                  <a:pt x="4629" y="4320"/>
                </a:lnTo>
                <a:lnTo>
                  <a:pt x="4629" y="7176"/>
                </a:lnTo>
                <a:lnTo>
                  <a:pt x="4629" y="10048"/>
                </a:lnTo>
                <a:lnTo>
                  <a:pt x="4629" y="12960"/>
                </a:lnTo>
                <a:lnTo>
                  <a:pt x="5716" y="13064"/>
                </a:lnTo>
                <a:lnTo>
                  <a:pt x="6806" y="13154"/>
                </a:lnTo>
                <a:lnTo>
                  <a:pt x="7893" y="13236"/>
                </a:lnTo>
                <a:lnTo>
                  <a:pt x="8981" y="13310"/>
                </a:lnTo>
                <a:lnTo>
                  <a:pt x="10070" y="13379"/>
                </a:lnTo>
                <a:lnTo>
                  <a:pt x="11158" y="13440"/>
                </a:lnTo>
                <a:lnTo>
                  <a:pt x="12247" y="13500"/>
                </a:lnTo>
                <a:lnTo>
                  <a:pt x="13333" y="13612"/>
                </a:lnTo>
                <a:lnTo>
                  <a:pt x="14437" y="13720"/>
                </a:lnTo>
                <a:lnTo>
                  <a:pt x="15476" y="13759"/>
                </a:lnTo>
                <a:lnTo>
                  <a:pt x="16532" y="13802"/>
                </a:lnTo>
                <a:lnTo>
                  <a:pt x="17491" y="13872"/>
                </a:lnTo>
                <a:lnTo>
                  <a:pt x="18466" y="13941"/>
                </a:lnTo>
                <a:lnTo>
                  <a:pt x="19255" y="13452"/>
                </a:lnTo>
                <a:lnTo>
                  <a:pt x="20057" y="12960"/>
                </a:lnTo>
                <a:lnTo>
                  <a:pt x="20639" y="10364"/>
                </a:lnTo>
                <a:lnTo>
                  <a:pt x="20994" y="8601"/>
                </a:lnTo>
                <a:lnTo>
                  <a:pt x="21267" y="6856"/>
                </a:lnTo>
                <a:lnTo>
                  <a:pt x="21600" y="4320"/>
                </a:lnTo>
                <a:lnTo>
                  <a:pt x="21345" y="7171"/>
                </a:lnTo>
                <a:lnTo>
                  <a:pt x="21091" y="10027"/>
                </a:lnTo>
                <a:lnTo>
                  <a:pt x="20835" y="12895"/>
                </a:lnTo>
                <a:lnTo>
                  <a:pt x="20577" y="15777"/>
                </a:lnTo>
                <a:lnTo>
                  <a:pt x="20318" y="18675"/>
                </a:lnTo>
                <a:lnTo>
                  <a:pt x="20057" y="21600"/>
                </a:lnTo>
                <a:lnTo>
                  <a:pt x="19019" y="21509"/>
                </a:lnTo>
                <a:lnTo>
                  <a:pt x="17982" y="21397"/>
                </a:lnTo>
                <a:lnTo>
                  <a:pt x="16945" y="21276"/>
                </a:lnTo>
                <a:lnTo>
                  <a:pt x="15910" y="21142"/>
                </a:lnTo>
                <a:lnTo>
                  <a:pt x="14873" y="21000"/>
                </a:lnTo>
                <a:lnTo>
                  <a:pt x="13838" y="20844"/>
                </a:lnTo>
                <a:lnTo>
                  <a:pt x="12801" y="20684"/>
                </a:lnTo>
                <a:lnTo>
                  <a:pt x="11764" y="20520"/>
                </a:lnTo>
                <a:lnTo>
                  <a:pt x="10979" y="20460"/>
                </a:lnTo>
                <a:lnTo>
                  <a:pt x="10191" y="20399"/>
                </a:lnTo>
                <a:lnTo>
                  <a:pt x="9390" y="20334"/>
                </a:lnTo>
                <a:lnTo>
                  <a:pt x="8285" y="20110"/>
                </a:lnTo>
                <a:lnTo>
                  <a:pt x="7225" y="19829"/>
                </a:lnTo>
                <a:lnTo>
                  <a:pt x="6191" y="19449"/>
                </a:lnTo>
                <a:lnTo>
                  <a:pt x="5169" y="18922"/>
                </a:lnTo>
                <a:lnTo>
                  <a:pt x="4139" y="18213"/>
                </a:lnTo>
                <a:lnTo>
                  <a:pt x="3086" y="17280"/>
                </a:lnTo>
                <a:lnTo>
                  <a:pt x="2444" y="15003"/>
                </a:lnTo>
                <a:lnTo>
                  <a:pt x="1888" y="12701"/>
                </a:lnTo>
                <a:lnTo>
                  <a:pt x="1407" y="10351"/>
                </a:lnTo>
                <a:lnTo>
                  <a:pt x="991" y="7927"/>
                </a:lnTo>
                <a:lnTo>
                  <a:pt x="625" y="5413"/>
                </a:lnTo>
                <a:lnTo>
                  <a:pt x="298" y="2778"/>
                </a:lnTo>
                <a:lnTo>
                  <a:pt x="0" y="0"/>
                </a:lnTo>
                <a:close/>
              </a:path>
            </a:pathLst>
          </a:custGeom>
          <a:solidFill>
            <a:srgbClr val="59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8" name="contour_11276"/>
          <p:cNvSpPr/>
          <p:nvPr/>
        </p:nvSpPr>
        <p:spPr>
          <a:xfrm>
            <a:off x="10728314" y="2754861"/>
            <a:ext cx="3184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14" y="0"/>
                </a:moveTo>
                <a:lnTo>
                  <a:pt x="14996" y="1509"/>
                </a:lnTo>
                <a:lnTo>
                  <a:pt x="17122" y="2576"/>
                </a:lnTo>
                <a:lnTo>
                  <a:pt x="19015" y="3702"/>
                </a:lnTo>
                <a:lnTo>
                  <a:pt x="21600" y="5400"/>
                </a:lnTo>
                <a:lnTo>
                  <a:pt x="18333" y="5400"/>
                </a:lnTo>
                <a:lnTo>
                  <a:pt x="15046" y="5400"/>
                </a:lnTo>
                <a:lnTo>
                  <a:pt x="11714" y="5400"/>
                </a:lnTo>
                <a:lnTo>
                  <a:pt x="11714" y="7004"/>
                </a:lnTo>
                <a:lnTo>
                  <a:pt x="11714" y="8613"/>
                </a:lnTo>
                <a:lnTo>
                  <a:pt x="11714" y="10228"/>
                </a:lnTo>
                <a:lnTo>
                  <a:pt x="11714" y="11856"/>
                </a:lnTo>
                <a:lnTo>
                  <a:pt x="11714" y="13500"/>
                </a:lnTo>
                <a:lnTo>
                  <a:pt x="14982" y="13500"/>
                </a:lnTo>
                <a:lnTo>
                  <a:pt x="18269" y="13500"/>
                </a:lnTo>
                <a:lnTo>
                  <a:pt x="21600" y="13500"/>
                </a:lnTo>
                <a:lnTo>
                  <a:pt x="21600" y="15104"/>
                </a:lnTo>
                <a:lnTo>
                  <a:pt x="21600" y="16713"/>
                </a:lnTo>
                <a:lnTo>
                  <a:pt x="21600" y="18328"/>
                </a:lnTo>
                <a:lnTo>
                  <a:pt x="21600" y="19956"/>
                </a:lnTo>
                <a:lnTo>
                  <a:pt x="21600" y="21600"/>
                </a:lnTo>
                <a:lnTo>
                  <a:pt x="17952" y="21551"/>
                </a:lnTo>
                <a:lnTo>
                  <a:pt x="14522" y="21408"/>
                </a:lnTo>
                <a:lnTo>
                  <a:pt x="11250" y="21125"/>
                </a:lnTo>
                <a:lnTo>
                  <a:pt x="8081" y="20644"/>
                </a:lnTo>
                <a:lnTo>
                  <a:pt x="4963" y="19921"/>
                </a:lnTo>
                <a:lnTo>
                  <a:pt x="1829" y="18900"/>
                </a:lnTo>
                <a:lnTo>
                  <a:pt x="1097" y="17077"/>
                </a:lnTo>
                <a:lnTo>
                  <a:pt x="549" y="15271"/>
                </a:lnTo>
                <a:lnTo>
                  <a:pt x="183" y="13478"/>
                </a:lnTo>
                <a:lnTo>
                  <a:pt x="0" y="11691"/>
                </a:lnTo>
                <a:lnTo>
                  <a:pt x="0" y="9909"/>
                </a:lnTo>
                <a:lnTo>
                  <a:pt x="188" y="8122"/>
                </a:lnTo>
                <a:lnTo>
                  <a:pt x="554" y="6329"/>
                </a:lnTo>
                <a:lnTo>
                  <a:pt x="1097" y="4523"/>
                </a:lnTo>
                <a:lnTo>
                  <a:pt x="1829" y="2700"/>
                </a:lnTo>
                <a:lnTo>
                  <a:pt x="4631" y="1525"/>
                </a:lnTo>
                <a:lnTo>
                  <a:pt x="6599" y="850"/>
                </a:lnTo>
                <a:lnTo>
                  <a:pt x="8650" y="429"/>
                </a:lnTo>
                <a:lnTo>
                  <a:pt x="11714" y="0"/>
                </a:lnTo>
                <a:close/>
              </a:path>
            </a:pathLst>
          </a:custGeom>
          <a:solidFill>
            <a:srgbClr val="9A9E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79" name="contour_11277"/>
          <p:cNvSpPr/>
          <p:nvPr/>
        </p:nvSpPr>
        <p:spPr>
          <a:xfrm>
            <a:off x="775614" y="2762149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69" y="580"/>
                </a:lnTo>
                <a:lnTo>
                  <a:pt x="2931" y="1188"/>
                </a:lnTo>
                <a:lnTo>
                  <a:pt x="4389" y="1818"/>
                </a:lnTo>
                <a:lnTo>
                  <a:pt x="5838" y="2473"/>
                </a:lnTo>
                <a:lnTo>
                  <a:pt x="7286" y="3150"/>
                </a:lnTo>
                <a:lnTo>
                  <a:pt x="8726" y="3848"/>
                </a:lnTo>
                <a:lnTo>
                  <a:pt x="10165" y="4565"/>
                </a:lnTo>
                <a:lnTo>
                  <a:pt x="11599" y="5299"/>
                </a:lnTo>
                <a:lnTo>
                  <a:pt x="13031" y="6048"/>
                </a:lnTo>
                <a:lnTo>
                  <a:pt x="14461" y="6811"/>
                </a:lnTo>
                <a:lnTo>
                  <a:pt x="15889" y="7589"/>
                </a:lnTo>
                <a:lnTo>
                  <a:pt x="17317" y="8377"/>
                </a:lnTo>
                <a:lnTo>
                  <a:pt x="18744" y="9176"/>
                </a:lnTo>
                <a:lnTo>
                  <a:pt x="20172" y="9986"/>
                </a:lnTo>
                <a:lnTo>
                  <a:pt x="21600" y="10800"/>
                </a:lnTo>
                <a:lnTo>
                  <a:pt x="20593" y="12161"/>
                </a:lnTo>
                <a:lnTo>
                  <a:pt x="19583" y="13514"/>
                </a:lnTo>
                <a:lnTo>
                  <a:pt x="18567" y="14861"/>
                </a:lnTo>
                <a:lnTo>
                  <a:pt x="17550" y="16200"/>
                </a:lnTo>
                <a:lnTo>
                  <a:pt x="16420" y="17708"/>
                </a:lnTo>
                <a:lnTo>
                  <a:pt x="15271" y="19238"/>
                </a:lnTo>
                <a:lnTo>
                  <a:pt x="14109" y="20390"/>
                </a:lnTo>
                <a:lnTo>
                  <a:pt x="13182" y="21089"/>
                </a:lnTo>
                <a:lnTo>
                  <a:pt x="12174" y="21449"/>
                </a:lnTo>
                <a:lnTo>
                  <a:pt x="10768" y="21582"/>
                </a:lnTo>
                <a:lnTo>
                  <a:pt x="8640" y="21600"/>
                </a:lnTo>
                <a:lnTo>
                  <a:pt x="7268" y="19865"/>
                </a:lnTo>
                <a:lnTo>
                  <a:pt x="6333" y="18583"/>
                </a:lnTo>
                <a:lnTo>
                  <a:pt x="5404" y="17122"/>
                </a:lnTo>
                <a:lnTo>
                  <a:pt x="4050" y="14850"/>
                </a:lnTo>
                <a:lnTo>
                  <a:pt x="3288" y="13597"/>
                </a:lnTo>
                <a:lnTo>
                  <a:pt x="2519" y="12334"/>
                </a:lnTo>
                <a:lnTo>
                  <a:pt x="1739" y="11052"/>
                </a:lnTo>
                <a:lnTo>
                  <a:pt x="890" y="9115"/>
                </a:lnTo>
                <a:lnTo>
                  <a:pt x="376" y="7571"/>
                </a:lnTo>
                <a:lnTo>
                  <a:pt x="112" y="5890"/>
                </a:lnTo>
                <a:lnTo>
                  <a:pt x="13" y="3546"/>
                </a:lnTo>
                <a:lnTo>
                  <a:pt x="0" y="0"/>
                </a:lnTo>
                <a:close/>
              </a:path>
            </a:pathLst>
          </a:custGeom>
          <a:solidFill>
            <a:srgbClr val="EB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0" name="contour_11278"/>
          <p:cNvSpPr/>
          <p:nvPr/>
        </p:nvSpPr>
        <p:spPr>
          <a:xfrm>
            <a:off x="10884058" y="2711847"/>
            <a:ext cx="51016" cy="43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20" y="1255"/>
                </a:moveTo>
                <a:lnTo>
                  <a:pt x="20301" y="2273"/>
                </a:lnTo>
                <a:lnTo>
                  <a:pt x="21600" y="3301"/>
                </a:lnTo>
                <a:lnTo>
                  <a:pt x="21205" y="5804"/>
                </a:lnTo>
                <a:lnTo>
                  <a:pt x="20847" y="7627"/>
                </a:lnTo>
                <a:lnTo>
                  <a:pt x="20378" y="9296"/>
                </a:lnTo>
                <a:lnTo>
                  <a:pt x="19650" y="11338"/>
                </a:lnTo>
                <a:lnTo>
                  <a:pt x="18514" y="14280"/>
                </a:lnTo>
                <a:lnTo>
                  <a:pt x="16811" y="15572"/>
                </a:lnTo>
                <a:lnTo>
                  <a:pt x="15108" y="16732"/>
                </a:lnTo>
                <a:lnTo>
                  <a:pt x="13389" y="17797"/>
                </a:lnTo>
                <a:lnTo>
                  <a:pt x="11649" y="18789"/>
                </a:lnTo>
                <a:lnTo>
                  <a:pt x="9874" y="19734"/>
                </a:lnTo>
                <a:lnTo>
                  <a:pt x="8051" y="20663"/>
                </a:lnTo>
                <a:lnTo>
                  <a:pt x="6171" y="21600"/>
                </a:lnTo>
                <a:lnTo>
                  <a:pt x="5298" y="19532"/>
                </a:lnTo>
                <a:lnTo>
                  <a:pt x="4425" y="17457"/>
                </a:lnTo>
                <a:lnTo>
                  <a:pt x="3549" y="15378"/>
                </a:lnTo>
                <a:lnTo>
                  <a:pt x="2669" y="13292"/>
                </a:lnTo>
                <a:lnTo>
                  <a:pt x="1784" y="11195"/>
                </a:lnTo>
                <a:lnTo>
                  <a:pt x="895" y="9087"/>
                </a:lnTo>
                <a:lnTo>
                  <a:pt x="0" y="6961"/>
                </a:lnTo>
                <a:lnTo>
                  <a:pt x="1824" y="5973"/>
                </a:lnTo>
                <a:lnTo>
                  <a:pt x="3657" y="4996"/>
                </a:lnTo>
                <a:lnTo>
                  <a:pt x="5489" y="4029"/>
                </a:lnTo>
                <a:lnTo>
                  <a:pt x="7329" y="3071"/>
                </a:lnTo>
                <a:lnTo>
                  <a:pt x="8692" y="2350"/>
                </a:lnTo>
                <a:lnTo>
                  <a:pt x="10063" y="1621"/>
                </a:lnTo>
                <a:lnTo>
                  <a:pt x="11451" y="882"/>
                </a:lnTo>
                <a:lnTo>
                  <a:pt x="13805" y="190"/>
                </a:lnTo>
                <a:lnTo>
                  <a:pt x="15379" y="0"/>
                </a:lnTo>
                <a:lnTo>
                  <a:pt x="16882" y="344"/>
                </a:lnTo>
                <a:lnTo>
                  <a:pt x="19020" y="1255"/>
                </a:lnTo>
                <a:close/>
              </a:path>
            </a:pathLst>
          </a:custGeom>
          <a:solidFill>
            <a:srgbClr val="7B7E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1" name="contour_11279"/>
          <p:cNvSpPr/>
          <p:nvPr/>
        </p:nvSpPr>
        <p:spPr>
          <a:xfrm>
            <a:off x="5549248" y="2708713"/>
            <a:ext cx="43728" cy="38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9"/>
                </a:lnTo>
                <a:lnTo>
                  <a:pt x="14425" y="146"/>
                </a:lnTo>
                <a:lnTo>
                  <a:pt x="16056" y="348"/>
                </a:lnTo>
                <a:lnTo>
                  <a:pt x="18277" y="729"/>
                </a:lnTo>
                <a:lnTo>
                  <a:pt x="21600" y="1345"/>
                </a:lnTo>
                <a:lnTo>
                  <a:pt x="21186" y="6028"/>
                </a:lnTo>
                <a:lnTo>
                  <a:pt x="20833" y="9321"/>
                </a:lnTo>
                <a:lnTo>
                  <a:pt x="20437" y="11667"/>
                </a:lnTo>
                <a:lnTo>
                  <a:pt x="19897" y="13522"/>
                </a:lnTo>
                <a:lnTo>
                  <a:pt x="19120" y="15333"/>
                </a:lnTo>
                <a:lnTo>
                  <a:pt x="18000" y="17549"/>
                </a:lnTo>
                <a:lnTo>
                  <a:pt x="15797" y="18489"/>
                </a:lnTo>
                <a:lnTo>
                  <a:pt x="13597" y="19263"/>
                </a:lnTo>
                <a:lnTo>
                  <a:pt x="11387" y="19895"/>
                </a:lnTo>
                <a:lnTo>
                  <a:pt x="9166" y="20405"/>
                </a:lnTo>
                <a:lnTo>
                  <a:pt x="6923" y="20810"/>
                </a:lnTo>
                <a:lnTo>
                  <a:pt x="4651" y="21130"/>
                </a:lnTo>
                <a:lnTo>
                  <a:pt x="2347" y="21385"/>
                </a:lnTo>
                <a:lnTo>
                  <a:pt x="0" y="21600"/>
                </a:lnTo>
                <a:lnTo>
                  <a:pt x="1397" y="15844"/>
                </a:lnTo>
                <a:lnTo>
                  <a:pt x="2538" y="11343"/>
                </a:lnTo>
                <a:lnTo>
                  <a:pt x="3514" y="7916"/>
                </a:lnTo>
                <a:lnTo>
                  <a:pt x="4410" y="5388"/>
                </a:lnTo>
                <a:lnTo>
                  <a:pt x="5321" y="3581"/>
                </a:lnTo>
                <a:lnTo>
                  <a:pt x="6332" y="2313"/>
                </a:lnTo>
                <a:lnTo>
                  <a:pt x="7538" y="1414"/>
                </a:lnTo>
                <a:lnTo>
                  <a:pt x="9025" y="705"/>
                </a:lnTo>
                <a:lnTo>
                  <a:pt x="10883" y="0"/>
                </a:lnTo>
                <a:close/>
              </a:path>
            </a:pathLst>
          </a:custGeom>
          <a:solidFill>
            <a:srgbClr val="C1C6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2" name="contour_11280"/>
          <p:cNvSpPr/>
          <p:nvPr/>
        </p:nvSpPr>
        <p:spPr>
          <a:xfrm>
            <a:off x="4179106" y="2723573"/>
            <a:ext cx="43728" cy="45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06"/>
                </a:moveTo>
                <a:lnTo>
                  <a:pt x="2646" y="608"/>
                </a:lnTo>
                <a:lnTo>
                  <a:pt x="5231" y="281"/>
                </a:lnTo>
                <a:lnTo>
                  <a:pt x="7772" y="69"/>
                </a:lnTo>
                <a:lnTo>
                  <a:pt x="10300" y="0"/>
                </a:lnTo>
                <a:lnTo>
                  <a:pt x="12830" y="110"/>
                </a:lnTo>
                <a:lnTo>
                  <a:pt x="15390" y="432"/>
                </a:lnTo>
                <a:lnTo>
                  <a:pt x="18000" y="1006"/>
                </a:lnTo>
                <a:lnTo>
                  <a:pt x="19008" y="3147"/>
                </a:lnTo>
                <a:lnTo>
                  <a:pt x="19778" y="5217"/>
                </a:lnTo>
                <a:lnTo>
                  <a:pt x="20344" y="7253"/>
                </a:lnTo>
                <a:lnTo>
                  <a:pt x="20750" y="9285"/>
                </a:lnTo>
                <a:lnTo>
                  <a:pt x="21035" y="11358"/>
                </a:lnTo>
                <a:lnTo>
                  <a:pt x="21247" y="13503"/>
                </a:lnTo>
                <a:lnTo>
                  <a:pt x="21420" y="15762"/>
                </a:lnTo>
                <a:lnTo>
                  <a:pt x="21600" y="18168"/>
                </a:lnTo>
                <a:lnTo>
                  <a:pt x="19372" y="18593"/>
                </a:lnTo>
                <a:lnTo>
                  <a:pt x="17143" y="19019"/>
                </a:lnTo>
                <a:lnTo>
                  <a:pt x="14908" y="19444"/>
                </a:lnTo>
                <a:lnTo>
                  <a:pt x="12668" y="19870"/>
                </a:lnTo>
                <a:lnTo>
                  <a:pt x="10418" y="20299"/>
                </a:lnTo>
                <a:lnTo>
                  <a:pt x="8158" y="20732"/>
                </a:lnTo>
                <a:lnTo>
                  <a:pt x="5886" y="21164"/>
                </a:lnTo>
                <a:lnTo>
                  <a:pt x="3600" y="21600"/>
                </a:lnTo>
                <a:lnTo>
                  <a:pt x="4187" y="19420"/>
                </a:lnTo>
                <a:lnTo>
                  <a:pt x="4774" y="17241"/>
                </a:lnTo>
                <a:lnTo>
                  <a:pt x="5360" y="15065"/>
                </a:lnTo>
                <a:lnTo>
                  <a:pt x="5944" y="12885"/>
                </a:lnTo>
                <a:lnTo>
                  <a:pt x="6530" y="10706"/>
                </a:lnTo>
                <a:lnTo>
                  <a:pt x="7117" y="8526"/>
                </a:lnTo>
                <a:lnTo>
                  <a:pt x="7135" y="7510"/>
                </a:lnTo>
                <a:lnTo>
                  <a:pt x="7200" y="4438"/>
                </a:lnTo>
                <a:lnTo>
                  <a:pt x="5108" y="3110"/>
                </a:lnTo>
                <a:lnTo>
                  <a:pt x="3661" y="2310"/>
                </a:lnTo>
                <a:lnTo>
                  <a:pt x="2185" y="1716"/>
                </a:lnTo>
                <a:lnTo>
                  <a:pt x="0" y="1006"/>
                </a:lnTo>
                <a:close/>
              </a:path>
            </a:pathLst>
          </a:custGeom>
          <a:solidFill>
            <a:srgbClr val="AA24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3" name="contour_11281"/>
          <p:cNvSpPr/>
          <p:nvPr/>
        </p:nvSpPr>
        <p:spPr>
          <a:xfrm>
            <a:off x="8135960" y="2689269"/>
            <a:ext cx="5882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72" y="0"/>
                </a:moveTo>
                <a:lnTo>
                  <a:pt x="14148" y="937"/>
                </a:lnTo>
                <a:lnTo>
                  <a:pt x="14734" y="1887"/>
                </a:lnTo>
                <a:lnTo>
                  <a:pt x="15812" y="3146"/>
                </a:lnTo>
                <a:lnTo>
                  <a:pt x="16939" y="4061"/>
                </a:lnTo>
                <a:lnTo>
                  <a:pt x="18210" y="4748"/>
                </a:lnTo>
                <a:lnTo>
                  <a:pt x="19730" y="5319"/>
                </a:lnTo>
                <a:lnTo>
                  <a:pt x="21600" y="5891"/>
                </a:lnTo>
                <a:lnTo>
                  <a:pt x="20837" y="5909"/>
                </a:lnTo>
                <a:lnTo>
                  <a:pt x="19491" y="5940"/>
                </a:lnTo>
                <a:lnTo>
                  <a:pt x="16414" y="6013"/>
                </a:lnTo>
                <a:lnTo>
                  <a:pt x="14664" y="6317"/>
                </a:lnTo>
                <a:lnTo>
                  <a:pt x="13508" y="6612"/>
                </a:lnTo>
                <a:lnTo>
                  <a:pt x="12424" y="7065"/>
                </a:lnTo>
                <a:lnTo>
                  <a:pt x="10896" y="7855"/>
                </a:lnTo>
                <a:lnTo>
                  <a:pt x="10380" y="9213"/>
                </a:lnTo>
                <a:lnTo>
                  <a:pt x="9938" y="10572"/>
                </a:lnTo>
                <a:lnTo>
                  <a:pt x="9564" y="11931"/>
                </a:lnTo>
                <a:lnTo>
                  <a:pt x="9251" y="13294"/>
                </a:lnTo>
                <a:lnTo>
                  <a:pt x="8988" y="14661"/>
                </a:lnTo>
                <a:lnTo>
                  <a:pt x="8772" y="16031"/>
                </a:lnTo>
                <a:lnTo>
                  <a:pt x="8595" y="17410"/>
                </a:lnTo>
                <a:lnTo>
                  <a:pt x="8448" y="18796"/>
                </a:lnTo>
                <a:lnTo>
                  <a:pt x="8327" y="20192"/>
                </a:lnTo>
                <a:lnTo>
                  <a:pt x="8220" y="21600"/>
                </a:lnTo>
                <a:lnTo>
                  <a:pt x="6358" y="21046"/>
                </a:lnTo>
                <a:lnTo>
                  <a:pt x="4833" y="20473"/>
                </a:lnTo>
                <a:lnTo>
                  <a:pt x="3548" y="19784"/>
                </a:lnTo>
                <a:lnTo>
                  <a:pt x="2403" y="18873"/>
                </a:lnTo>
                <a:lnTo>
                  <a:pt x="1290" y="17641"/>
                </a:lnTo>
                <a:lnTo>
                  <a:pt x="789" y="16271"/>
                </a:lnTo>
                <a:lnTo>
                  <a:pt x="399" y="14998"/>
                </a:lnTo>
                <a:lnTo>
                  <a:pt x="131" y="13771"/>
                </a:lnTo>
                <a:lnTo>
                  <a:pt x="0" y="12536"/>
                </a:lnTo>
                <a:lnTo>
                  <a:pt x="16" y="11236"/>
                </a:lnTo>
                <a:lnTo>
                  <a:pt x="193" y="9818"/>
                </a:lnTo>
                <a:lnTo>
                  <a:pt x="1362" y="8691"/>
                </a:lnTo>
                <a:lnTo>
                  <a:pt x="2574" y="7609"/>
                </a:lnTo>
                <a:lnTo>
                  <a:pt x="3824" y="6570"/>
                </a:lnTo>
                <a:lnTo>
                  <a:pt x="5111" y="5565"/>
                </a:lnTo>
                <a:lnTo>
                  <a:pt x="6436" y="4591"/>
                </a:lnTo>
                <a:lnTo>
                  <a:pt x="7798" y="3643"/>
                </a:lnTo>
                <a:lnTo>
                  <a:pt x="9194" y="2716"/>
                </a:lnTo>
                <a:lnTo>
                  <a:pt x="10621" y="1803"/>
                </a:lnTo>
                <a:lnTo>
                  <a:pt x="12082" y="899"/>
                </a:lnTo>
                <a:lnTo>
                  <a:pt x="13572" y="0"/>
                </a:lnTo>
                <a:close/>
              </a:path>
            </a:pathLst>
          </a:custGeom>
          <a:solidFill>
            <a:srgbClr val="D9DA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4" name="contour_11282"/>
          <p:cNvSpPr/>
          <p:nvPr/>
        </p:nvSpPr>
        <p:spPr>
          <a:xfrm>
            <a:off x="790190" y="2696557"/>
            <a:ext cx="3853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515"/>
                </a:lnTo>
                <a:lnTo>
                  <a:pt x="5453" y="1065"/>
                </a:lnTo>
                <a:lnTo>
                  <a:pt x="8075" y="1663"/>
                </a:lnTo>
                <a:lnTo>
                  <a:pt x="10637" y="2339"/>
                </a:lnTo>
                <a:lnTo>
                  <a:pt x="13145" y="3104"/>
                </a:lnTo>
                <a:lnTo>
                  <a:pt x="15608" y="3987"/>
                </a:lnTo>
                <a:lnTo>
                  <a:pt x="18034" y="5002"/>
                </a:lnTo>
                <a:lnTo>
                  <a:pt x="20424" y="6171"/>
                </a:lnTo>
                <a:lnTo>
                  <a:pt x="21081" y="8421"/>
                </a:lnTo>
                <a:lnTo>
                  <a:pt x="21461" y="10618"/>
                </a:lnTo>
                <a:lnTo>
                  <a:pt x="21600" y="12784"/>
                </a:lnTo>
                <a:lnTo>
                  <a:pt x="21531" y="14941"/>
                </a:lnTo>
                <a:lnTo>
                  <a:pt x="21290" y="17113"/>
                </a:lnTo>
                <a:lnTo>
                  <a:pt x="20910" y="19326"/>
                </a:lnTo>
                <a:lnTo>
                  <a:pt x="20424" y="21600"/>
                </a:lnTo>
                <a:lnTo>
                  <a:pt x="15702" y="21359"/>
                </a:lnTo>
                <a:lnTo>
                  <a:pt x="12381" y="21125"/>
                </a:lnTo>
                <a:lnTo>
                  <a:pt x="10016" y="20807"/>
                </a:lnTo>
                <a:lnTo>
                  <a:pt x="8145" y="20323"/>
                </a:lnTo>
                <a:lnTo>
                  <a:pt x="6319" y="19588"/>
                </a:lnTo>
                <a:lnTo>
                  <a:pt x="4085" y="18514"/>
                </a:lnTo>
                <a:lnTo>
                  <a:pt x="3223" y="16487"/>
                </a:lnTo>
                <a:lnTo>
                  <a:pt x="2500" y="14463"/>
                </a:lnTo>
                <a:lnTo>
                  <a:pt x="1895" y="12435"/>
                </a:lnTo>
                <a:lnTo>
                  <a:pt x="1397" y="10399"/>
                </a:lnTo>
                <a:lnTo>
                  <a:pt x="993" y="8353"/>
                </a:lnTo>
                <a:lnTo>
                  <a:pt x="666" y="6295"/>
                </a:lnTo>
                <a:lnTo>
                  <a:pt x="400" y="4218"/>
                </a:lnTo>
                <a:lnTo>
                  <a:pt x="184" y="2123"/>
                </a:lnTo>
                <a:lnTo>
                  <a:pt x="0" y="0"/>
                </a:lnTo>
                <a:close/>
              </a:path>
            </a:pathLst>
          </a:custGeom>
          <a:solidFill>
            <a:srgbClr val="818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5" name="contour_11283"/>
          <p:cNvSpPr/>
          <p:nvPr/>
        </p:nvSpPr>
        <p:spPr>
          <a:xfrm>
            <a:off x="5425352" y="2702147"/>
            <a:ext cx="43728" cy="32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27"/>
                </a:moveTo>
                <a:lnTo>
                  <a:pt x="6199" y="484"/>
                </a:lnTo>
                <a:lnTo>
                  <a:pt x="8762" y="126"/>
                </a:lnTo>
                <a:lnTo>
                  <a:pt x="11308" y="0"/>
                </a:lnTo>
                <a:lnTo>
                  <a:pt x="13849" y="82"/>
                </a:lnTo>
                <a:lnTo>
                  <a:pt x="16398" y="319"/>
                </a:lnTo>
                <a:lnTo>
                  <a:pt x="18979" y="682"/>
                </a:lnTo>
                <a:lnTo>
                  <a:pt x="21600" y="1127"/>
                </a:lnTo>
                <a:lnTo>
                  <a:pt x="21442" y="4624"/>
                </a:lnTo>
                <a:lnTo>
                  <a:pt x="21186" y="7961"/>
                </a:lnTo>
                <a:lnTo>
                  <a:pt x="20772" y="11177"/>
                </a:lnTo>
                <a:lnTo>
                  <a:pt x="20146" y="14311"/>
                </a:lnTo>
                <a:lnTo>
                  <a:pt x="19242" y="17397"/>
                </a:lnTo>
                <a:lnTo>
                  <a:pt x="18000" y="20473"/>
                </a:lnTo>
                <a:lnTo>
                  <a:pt x="15401" y="21116"/>
                </a:lnTo>
                <a:lnTo>
                  <a:pt x="12838" y="21474"/>
                </a:lnTo>
                <a:lnTo>
                  <a:pt x="10292" y="21600"/>
                </a:lnTo>
                <a:lnTo>
                  <a:pt x="7751" y="21518"/>
                </a:lnTo>
                <a:lnTo>
                  <a:pt x="5202" y="21281"/>
                </a:lnTo>
                <a:lnTo>
                  <a:pt x="2621" y="20918"/>
                </a:lnTo>
                <a:lnTo>
                  <a:pt x="0" y="20473"/>
                </a:lnTo>
                <a:lnTo>
                  <a:pt x="158" y="16976"/>
                </a:lnTo>
                <a:lnTo>
                  <a:pt x="414" y="13639"/>
                </a:lnTo>
                <a:lnTo>
                  <a:pt x="828" y="10423"/>
                </a:lnTo>
                <a:lnTo>
                  <a:pt x="1454" y="7289"/>
                </a:lnTo>
                <a:lnTo>
                  <a:pt x="2358" y="4203"/>
                </a:lnTo>
                <a:lnTo>
                  <a:pt x="3600" y="1127"/>
                </a:lnTo>
                <a:close/>
              </a:path>
            </a:pathLst>
          </a:custGeom>
          <a:solidFill>
            <a:srgbClr val="D5D8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6" name="contour_11284"/>
          <p:cNvSpPr/>
          <p:nvPr/>
        </p:nvSpPr>
        <p:spPr>
          <a:xfrm>
            <a:off x="1963556" y="2660117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885" y="0"/>
                </a:lnTo>
                <a:lnTo>
                  <a:pt x="11680" y="0"/>
                </a:lnTo>
                <a:lnTo>
                  <a:pt x="13500" y="0"/>
                </a:lnTo>
                <a:lnTo>
                  <a:pt x="13357" y="1522"/>
                </a:lnTo>
                <a:lnTo>
                  <a:pt x="13216" y="3065"/>
                </a:lnTo>
                <a:lnTo>
                  <a:pt x="13130" y="4714"/>
                </a:lnTo>
                <a:lnTo>
                  <a:pt x="13071" y="6338"/>
                </a:lnTo>
                <a:lnTo>
                  <a:pt x="13044" y="7944"/>
                </a:lnTo>
                <a:lnTo>
                  <a:pt x="13060" y="9545"/>
                </a:lnTo>
                <a:lnTo>
                  <a:pt x="13136" y="11146"/>
                </a:lnTo>
                <a:lnTo>
                  <a:pt x="13279" y="12761"/>
                </a:lnTo>
                <a:lnTo>
                  <a:pt x="13500" y="14400"/>
                </a:lnTo>
                <a:lnTo>
                  <a:pt x="15509" y="15427"/>
                </a:lnTo>
                <a:lnTo>
                  <a:pt x="16934" y="16066"/>
                </a:lnTo>
                <a:lnTo>
                  <a:pt x="18166" y="16430"/>
                </a:lnTo>
                <a:lnTo>
                  <a:pt x="19591" y="16637"/>
                </a:lnTo>
                <a:lnTo>
                  <a:pt x="21600" y="16800"/>
                </a:lnTo>
                <a:lnTo>
                  <a:pt x="19680" y="18408"/>
                </a:lnTo>
                <a:lnTo>
                  <a:pt x="18287" y="19514"/>
                </a:lnTo>
                <a:lnTo>
                  <a:pt x="17199" y="20254"/>
                </a:lnTo>
                <a:lnTo>
                  <a:pt x="16187" y="20758"/>
                </a:lnTo>
                <a:lnTo>
                  <a:pt x="15028" y="21163"/>
                </a:lnTo>
                <a:lnTo>
                  <a:pt x="13500" y="21600"/>
                </a:lnTo>
                <a:lnTo>
                  <a:pt x="11715" y="21182"/>
                </a:lnTo>
                <a:lnTo>
                  <a:pt x="9974" y="20702"/>
                </a:lnTo>
                <a:lnTo>
                  <a:pt x="8267" y="20162"/>
                </a:lnTo>
                <a:lnTo>
                  <a:pt x="6591" y="19570"/>
                </a:lnTo>
                <a:lnTo>
                  <a:pt x="4933" y="18934"/>
                </a:lnTo>
                <a:lnTo>
                  <a:pt x="3289" y="18254"/>
                </a:lnTo>
                <a:lnTo>
                  <a:pt x="1647" y="17542"/>
                </a:lnTo>
                <a:lnTo>
                  <a:pt x="0" y="16800"/>
                </a:lnTo>
                <a:lnTo>
                  <a:pt x="1782" y="16404"/>
                </a:lnTo>
                <a:lnTo>
                  <a:pt x="3567" y="16008"/>
                </a:lnTo>
                <a:lnTo>
                  <a:pt x="5360" y="15610"/>
                </a:lnTo>
                <a:lnTo>
                  <a:pt x="7160" y="15209"/>
                </a:lnTo>
                <a:lnTo>
                  <a:pt x="8972" y="14806"/>
                </a:lnTo>
                <a:lnTo>
                  <a:pt x="10800" y="14400"/>
                </a:lnTo>
                <a:lnTo>
                  <a:pt x="10503" y="12816"/>
                </a:lnTo>
                <a:lnTo>
                  <a:pt x="10206" y="11230"/>
                </a:lnTo>
                <a:lnTo>
                  <a:pt x="9909" y="9643"/>
                </a:lnTo>
                <a:lnTo>
                  <a:pt x="9609" y="8052"/>
                </a:lnTo>
                <a:lnTo>
                  <a:pt x="9310" y="6456"/>
                </a:lnTo>
                <a:lnTo>
                  <a:pt x="9010" y="4853"/>
                </a:lnTo>
                <a:lnTo>
                  <a:pt x="8708" y="3245"/>
                </a:lnTo>
                <a:lnTo>
                  <a:pt x="8405" y="1627"/>
                </a:lnTo>
                <a:lnTo>
                  <a:pt x="8100" y="0"/>
                </a:lnTo>
                <a:close/>
              </a:path>
            </a:pathLst>
          </a:custGeom>
          <a:solidFill>
            <a:srgbClr val="06060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7" name="contour_11285"/>
          <p:cNvSpPr/>
          <p:nvPr/>
        </p:nvSpPr>
        <p:spPr>
          <a:xfrm>
            <a:off x="1861525" y="2674248"/>
            <a:ext cx="65592" cy="30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5"/>
                </a:moveTo>
                <a:lnTo>
                  <a:pt x="21600" y="3726"/>
                </a:lnTo>
                <a:lnTo>
                  <a:pt x="21600" y="7157"/>
                </a:lnTo>
                <a:lnTo>
                  <a:pt x="21600" y="10635"/>
                </a:lnTo>
                <a:lnTo>
                  <a:pt x="20302" y="13308"/>
                </a:lnTo>
                <a:lnTo>
                  <a:pt x="19092" y="15511"/>
                </a:lnTo>
                <a:lnTo>
                  <a:pt x="17918" y="17291"/>
                </a:lnTo>
                <a:lnTo>
                  <a:pt x="16726" y="18705"/>
                </a:lnTo>
                <a:lnTo>
                  <a:pt x="15463" y="19794"/>
                </a:lnTo>
                <a:lnTo>
                  <a:pt x="14076" y="20604"/>
                </a:lnTo>
                <a:lnTo>
                  <a:pt x="12511" y="21192"/>
                </a:lnTo>
                <a:lnTo>
                  <a:pt x="10716" y="21600"/>
                </a:lnTo>
                <a:lnTo>
                  <a:pt x="9180" y="21590"/>
                </a:lnTo>
                <a:lnTo>
                  <a:pt x="7649" y="21548"/>
                </a:lnTo>
                <a:lnTo>
                  <a:pt x="6120" y="21486"/>
                </a:lnTo>
                <a:lnTo>
                  <a:pt x="4591" y="21399"/>
                </a:lnTo>
                <a:lnTo>
                  <a:pt x="3062" y="21280"/>
                </a:lnTo>
                <a:lnTo>
                  <a:pt x="1531" y="21130"/>
                </a:lnTo>
                <a:lnTo>
                  <a:pt x="0" y="20955"/>
                </a:lnTo>
                <a:lnTo>
                  <a:pt x="0" y="17544"/>
                </a:lnTo>
                <a:lnTo>
                  <a:pt x="0" y="14113"/>
                </a:lnTo>
                <a:lnTo>
                  <a:pt x="0" y="10635"/>
                </a:lnTo>
                <a:lnTo>
                  <a:pt x="1538" y="8586"/>
                </a:lnTo>
                <a:lnTo>
                  <a:pt x="3098" y="6780"/>
                </a:lnTo>
                <a:lnTo>
                  <a:pt x="4680" y="5222"/>
                </a:lnTo>
                <a:lnTo>
                  <a:pt x="6281" y="3886"/>
                </a:lnTo>
                <a:lnTo>
                  <a:pt x="7906" y="2766"/>
                </a:lnTo>
                <a:lnTo>
                  <a:pt x="9550" y="1852"/>
                </a:lnTo>
                <a:lnTo>
                  <a:pt x="11213" y="1135"/>
                </a:lnTo>
                <a:lnTo>
                  <a:pt x="12898" y="604"/>
                </a:lnTo>
                <a:lnTo>
                  <a:pt x="14599" y="243"/>
                </a:lnTo>
                <a:lnTo>
                  <a:pt x="16322" y="46"/>
                </a:lnTo>
                <a:lnTo>
                  <a:pt x="18062" y="0"/>
                </a:lnTo>
                <a:lnTo>
                  <a:pt x="19822" y="93"/>
                </a:lnTo>
                <a:lnTo>
                  <a:pt x="21600" y="315"/>
                </a:lnTo>
                <a:close/>
              </a:path>
            </a:pathLst>
          </a:custGeom>
          <a:solidFill>
            <a:srgbClr val="29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8" name="contour_11286"/>
          <p:cNvSpPr/>
          <p:nvPr/>
        </p:nvSpPr>
        <p:spPr>
          <a:xfrm>
            <a:off x="5512808" y="2645541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08" y="543"/>
                </a:lnTo>
                <a:lnTo>
                  <a:pt x="2799" y="1099"/>
                </a:lnTo>
                <a:lnTo>
                  <a:pt x="4173" y="1685"/>
                </a:lnTo>
                <a:lnTo>
                  <a:pt x="5532" y="2309"/>
                </a:lnTo>
                <a:lnTo>
                  <a:pt x="6873" y="2981"/>
                </a:lnTo>
                <a:lnTo>
                  <a:pt x="8199" y="3712"/>
                </a:lnTo>
                <a:lnTo>
                  <a:pt x="9508" y="4514"/>
                </a:lnTo>
                <a:lnTo>
                  <a:pt x="10800" y="5400"/>
                </a:lnTo>
                <a:lnTo>
                  <a:pt x="11124" y="7571"/>
                </a:lnTo>
                <a:lnTo>
                  <a:pt x="11286" y="9077"/>
                </a:lnTo>
                <a:lnTo>
                  <a:pt x="11286" y="10309"/>
                </a:lnTo>
                <a:lnTo>
                  <a:pt x="11124" y="11653"/>
                </a:lnTo>
                <a:lnTo>
                  <a:pt x="10800" y="13500"/>
                </a:lnTo>
                <a:lnTo>
                  <a:pt x="12083" y="13500"/>
                </a:lnTo>
                <a:lnTo>
                  <a:pt x="13370" y="13500"/>
                </a:lnTo>
                <a:lnTo>
                  <a:pt x="14662" y="13500"/>
                </a:lnTo>
                <a:lnTo>
                  <a:pt x="15965" y="13500"/>
                </a:lnTo>
                <a:lnTo>
                  <a:pt x="17280" y="13500"/>
                </a:lnTo>
                <a:lnTo>
                  <a:pt x="17280" y="15285"/>
                </a:lnTo>
                <a:lnTo>
                  <a:pt x="17280" y="17080"/>
                </a:lnTo>
                <a:lnTo>
                  <a:pt x="17280" y="18900"/>
                </a:lnTo>
                <a:lnTo>
                  <a:pt x="18563" y="19891"/>
                </a:lnTo>
                <a:lnTo>
                  <a:pt x="19440" y="20504"/>
                </a:lnTo>
                <a:lnTo>
                  <a:pt x="20317" y="20987"/>
                </a:lnTo>
                <a:lnTo>
                  <a:pt x="21600" y="21600"/>
                </a:lnTo>
                <a:lnTo>
                  <a:pt x="20317" y="21600"/>
                </a:lnTo>
                <a:lnTo>
                  <a:pt x="19030" y="21600"/>
                </a:lnTo>
                <a:lnTo>
                  <a:pt x="17738" y="21600"/>
                </a:lnTo>
                <a:lnTo>
                  <a:pt x="16435" y="21600"/>
                </a:lnTo>
                <a:lnTo>
                  <a:pt x="15120" y="21600"/>
                </a:lnTo>
                <a:lnTo>
                  <a:pt x="15120" y="19815"/>
                </a:lnTo>
                <a:lnTo>
                  <a:pt x="15120" y="18020"/>
                </a:lnTo>
                <a:lnTo>
                  <a:pt x="15120" y="16200"/>
                </a:lnTo>
                <a:lnTo>
                  <a:pt x="13796" y="15825"/>
                </a:lnTo>
                <a:lnTo>
                  <a:pt x="12822" y="15614"/>
                </a:lnTo>
                <a:lnTo>
                  <a:pt x="11714" y="15485"/>
                </a:lnTo>
                <a:lnTo>
                  <a:pt x="9990" y="15358"/>
                </a:lnTo>
                <a:lnTo>
                  <a:pt x="8225" y="15017"/>
                </a:lnTo>
                <a:lnTo>
                  <a:pt x="7048" y="14712"/>
                </a:lnTo>
                <a:lnTo>
                  <a:pt x="5923" y="14264"/>
                </a:lnTo>
                <a:lnTo>
                  <a:pt x="4320" y="13500"/>
                </a:lnTo>
                <a:lnTo>
                  <a:pt x="3529" y="11904"/>
                </a:lnTo>
                <a:lnTo>
                  <a:pt x="2834" y="10295"/>
                </a:lnTo>
                <a:lnTo>
                  <a:pt x="2220" y="8662"/>
                </a:lnTo>
                <a:lnTo>
                  <a:pt x="1680" y="7004"/>
                </a:lnTo>
                <a:lnTo>
                  <a:pt x="1201" y="5314"/>
                </a:lnTo>
                <a:lnTo>
                  <a:pt x="769" y="3586"/>
                </a:lnTo>
                <a:lnTo>
                  <a:pt x="372" y="1817"/>
                </a:lnTo>
                <a:lnTo>
                  <a:pt x="0" y="0"/>
                </a:lnTo>
                <a:close/>
              </a:path>
            </a:pathLst>
          </a:custGeom>
          <a:solidFill>
            <a:srgbClr val="35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89" name="contour_11287"/>
          <p:cNvSpPr/>
          <p:nvPr/>
        </p:nvSpPr>
        <p:spPr>
          <a:xfrm>
            <a:off x="10905922" y="2652829"/>
            <a:ext cx="5200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98" y="0"/>
                </a:lnTo>
                <a:lnTo>
                  <a:pt x="3999" y="0"/>
                </a:lnTo>
                <a:lnTo>
                  <a:pt x="6009" y="0"/>
                </a:lnTo>
                <a:lnTo>
                  <a:pt x="8028" y="0"/>
                </a:lnTo>
                <a:lnTo>
                  <a:pt x="10060" y="0"/>
                </a:lnTo>
                <a:lnTo>
                  <a:pt x="12109" y="0"/>
                </a:lnTo>
                <a:lnTo>
                  <a:pt x="12109" y="2380"/>
                </a:lnTo>
                <a:lnTo>
                  <a:pt x="12109" y="4774"/>
                </a:lnTo>
                <a:lnTo>
                  <a:pt x="12109" y="7200"/>
                </a:lnTo>
                <a:lnTo>
                  <a:pt x="12775" y="7430"/>
                </a:lnTo>
                <a:lnTo>
                  <a:pt x="13953" y="7841"/>
                </a:lnTo>
                <a:lnTo>
                  <a:pt x="16650" y="8777"/>
                </a:lnTo>
                <a:lnTo>
                  <a:pt x="18152" y="9443"/>
                </a:lnTo>
                <a:lnTo>
                  <a:pt x="19659" y="10120"/>
                </a:lnTo>
                <a:lnTo>
                  <a:pt x="21191" y="10800"/>
                </a:lnTo>
                <a:lnTo>
                  <a:pt x="21464" y="13586"/>
                </a:lnTo>
                <a:lnTo>
                  <a:pt x="21600" y="15541"/>
                </a:lnTo>
                <a:lnTo>
                  <a:pt x="21600" y="17183"/>
                </a:lnTo>
                <a:lnTo>
                  <a:pt x="21464" y="19030"/>
                </a:lnTo>
                <a:lnTo>
                  <a:pt x="21191" y="21600"/>
                </a:lnTo>
                <a:lnTo>
                  <a:pt x="19087" y="21258"/>
                </a:lnTo>
                <a:lnTo>
                  <a:pt x="17029" y="20862"/>
                </a:lnTo>
                <a:lnTo>
                  <a:pt x="15003" y="20376"/>
                </a:lnTo>
                <a:lnTo>
                  <a:pt x="13008" y="19760"/>
                </a:lnTo>
                <a:lnTo>
                  <a:pt x="11038" y="18983"/>
                </a:lnTo>
                <a:lnTo>
                  <a:pt x="9082" y="18000"/>
                </a:lnTo>
                <a:lnTo>
                  <a:pt x="8719" y="15214"/>
                </a:lnTo>
                <a:lnTo>
                  <a:pt x="8537" y="13259"/>
                </a:lnTo>
                <a:lnTo>
                  <a:pt x="8537" y="11617"/>
                </a:lnTo>
                <a:lnTo>
                  <a:pt x="8719" y="9770"/>
                </a:lnTo>
                <a:lnTo>
                  <a:pt x="9082" y="7200"/>
                </a:lnTo>
                <a:lnTo>
                  <a:pt x="7284" y="7200"/>
                </a:lnTo>
                <a:lnTo>
                  <a:pt x="5479" y="7200"/>
                </a:lnTo>
                <a:lnTo>
                  <a:pt x="3669" y="7200"/>
                </a:lnTo>
                <a:lnTo>
                  <a:pt x="1844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0" name="contour_11288"/>
          <p:cNvSpPr/>
          <p:nvPr/>
        </p:nvSpPr>
        <p:spPr>
          <a:xfrm>
            <a:off x="2225924" y="2638253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13" y="907"/>
                </a:lnTo>
                <a:lnTo>
                  <a:pt x="8464" y="1819"/>
                </a:lnTo>
                <a:lnTo>
                  <a:pt x="10638" y="2762"/>
                </a:lnTo>
                <a:lnTo>
                  <a:pt x="12636" y="3770"/>
                </a:lnTo>
                <a:lnTo>
                  <a:pt x="14450" y="4877"/>
                </a:lnTo>
                <a:lnTo>
                  <a:pt x="16074" y="6108"/>
                </a:lnTo>
                <a:lnTo>
                  <a:pt x="17503" y="7500"/>
                </a:lnTo>
                <a:lnTo>
                  <a:pt x="18734" y="9082"/>
                </a:lnTo>
                <a:lnTo>
                  <a:pt x="19757" y="10884"/>
                </a:lnTo>
                <a:lnTo>
                  <a:pt x="20110" y="12415"/>
                </a:lnTo>
                <a:lnTo>
                  <a:pt x="20434" y="13942"/>
                </a:lnTo>
                <a:lnTo>
                  <a:pt x="20729" y="15466"/>
                </a:lnTo>
                <a:lnTo>
                  <a:pt x="20995" y="16992"/>
                </a:lnTo>
                <a:lnTo>
                  <a:pt x="21229" y="18521"/>
                </a:lnTo>
                <a:lnTo>
                  <a:pt x="21431" y="20057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3172" y="20412"/>
                </a:lnTo>
                <a:lnTo>
                  <a:pt x="11956" y="19219"/>
                </a:lnTo>
                <a:lnTo>
                  <a:pt x="10750" y="18022"/>
                </a:lnTo>
                <a:lnTo>
                  <a:pt x="9554" y="16819"/>
                </a:lnTo>
                <a:lnTo>
                  <a:pt x="8374" y="15612"/>
                </a:lnTo>
                <a:lnTo>
                  <a:pt x="7200" y="14400"/>
                </a:lnTo>
                <a:lnTo>
                  <a:pt x="5260" y="13879"/>
                </a:lnTo>
                <a:lnTo>
                  <a:pt x="3290" y="13349"/>
                </a:lnTo>
                <a:lnTo>
                  <a:pt x="1656" y="12679"/>
                </a:lnTo>
                <a:lnTo>
                  <a:pt x="0" y="12000"/>
                </a:lnTo>
                <a:lnTo>
                  <a:pt x="68" y="10296"/>
                </a:lnTo>
                <a:lnTo>
                  <a:pt x="230" y="9086"/>
                </a:lnTo>
                <a:lnTo>
                  <a:pt x="616" y="7798"/>
                </a:lnTo>
                <a:lnTo>
                  <a:pt x="1350" y="5851"/>
                </a:lnTo>
                <a:lnTo>
                  <a:pt x="1951" y="4207"/>
                </a:lnTo>
                <a:lnTo>
                  <a:pt x="2560" y="2542"/>
                </a:lnTo>
                <a:lnTo>
                  <a:pt x="3074" y="1279"/>
                </a:lnTo>
                <a:lnTo>
                  <a:pt x="3600" y="0"/>
                </a:lnTo>
                <a:close/>
              </a:path>
            </a:pathLst>
          </a:custGeom>
          <a:solidFill>
            <a:srgbClr val="5E59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1" name="contour_11289"/>
          <p:cNvSpPr/>
          <p:nvPr/>
        </p:nvSpPr>
        <p:spPr>
          <a:xfrm>
            <a:off x="2131180" y="2637269"/>
            <a:ext cx="43728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409"/>
                </a:moveTo>
                <a:lnTo>
                  <a:pt x="13586" y="136"/>
                </a:lnTo>
                <a:lnTo>
                  <a:pt x="15541" y="0"/>
                </a:lnTo>
                <a:lnTo>
                  <a:pt x="17183" y="0"/>
                </a:lnTo>
                <a:lnTo>
                  <a:pt x="19030" y="136"/>
                </a:lnTo>
                <a:lnTo>
                  <a:pt x="21600" y="409"/>
                </a:lnTo>
                <a:lnTo>
                  <a:pt x="21600" y="2407"/>
                </a:lnTo>
                <a:lnTo>
                  <a:pt x="21600" y="4408"/>
                </a:lnTo>
                <a:lnTo>
                  <a:pt x="21600" y="6418"/>
                </a:lnTo>
                <a:lnTo>
                  <a:pt x="21600" y="8437"/>
                </a:lnTo>
                <a:lnTo>
                  <a:pt x="21600" y="10469"/>
                </a:lnTo>
                <a:lnTo>
                  <a:pt x="21600" y="12518"/>
                </a:lnTo>
                <a:lnTo>
                  <a:pt x="20574" y="12433"/>
                </a:lnTo>
                <a:lnTo>
                  <a:pt x="18763" y="12288"/>
                </a:lnTo>
                <a:lnTo>
                  <a:pt x="14623" y="11949"/>
                </a:lnTo>
                <a:lnTo>
                  <a:pt x="11696" y="11949"/>
                </a:lnTo>
                <a:lnTo>
                  <a:pt x="9770" y="12094"/>
                </a:lnTo>
                <a:lnTo>
                  <a:pt x="7200" y="12518"/>
                </a:lnTo>
                <a:lnTo>
                  <a:pt x="5875" y="14770"/>
                </a:lnTo>
                <a:lnTo>
                  <a:pt x="5026" y="16369"/>
                </a:lnTo>
                <a:lnTo>
                  <a:pt x="4478" y="17749"/>
                </a:lnTo>
                <a:lnTo>
                  <a:pt x="4061" y="19348"/>
                </a:lnTo>
                <a:lnTo>
                  <a:pt x="3600" y="21600"/>
                </a:lnTo>
                <a:lnTo>
                  <a:pt x="3006" y="19602"/>
                </a:lnTo>
                <a:lnTo>
                  <a:pt x="2412" y="17601"/>
                </a:lnTo>
                <a:lnTo>
                  <a:pt x="1814" y="15591"/>
                </a:lnTo>
                <a:lnTo>
                  <a:pt x="1213" y="13572"/>
                </a:lnTo>
                <a:lnTo>
                  <a:pt x="608" y="11540"/>
                </a:lnTo>
                <a:lnTo>
                  <a:pt x="0" y="9491"/>
                </a:lnTo>
                <a:lnTo>
                  <a:pt x="2380" y="9491"/>
                </a:lnTo>
                <a:lnTo>
                  <a:pt x="4774" y="9491"/>
                </a:lnTo>
                <a:lnTo>
                  <a:pt x="7200" y="9491"/>
                </a:lnTo>
                <a:lnTo>
                  <a:pt x="7430" y="8822"/>
                </a:lnTo>
                <a:lnTo>
                  <a:pt x="7841" y="7644"/>
                </a:lnTo>
                <a:lnTo>
                  <a:pt x="8777" y="4950"/>
                </a:lnTo>
                <a:lnTo>
                  <a:pt x="9443" y="3448"/>
                </a:lnTo>
                <a:lnTo>
                  <a:pt x="10120" y="1941"/>
                </a:lnTo>
                <a:lnTo>
                  <a:pt x="10800" y="409"/>
                </a:lnTo>
                <a:close/>
              </a:path>
            </a:pathLst>
          </a:custGeom>
          <a:solidFill>
            <a:srgbClr val="3131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2" name="contour_11290"/>
          <p:cNvSpPr/>
          <p:nvPr/>
        </p:nvSpPr>
        <p:spPr>
          <a:xfrm>
            <a:off x="7983430" y="2592703"/>
            <a:ext cx="51016" cy="601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55" y="0"/>
                </a:moveTo>
                <a:lnTo>
                  <a:pt x="18561" y="162"/>
                </a:lnTo>
                <a:lnTo>
                  <a:pt x="21600" y="655"/>
                </a:lnTo>
                <a:lnTo>
                  <a:pt x="20653" y="2571"/>
                </a:lnTo>
                <a:lnTo>
                  <a:pt x="19641" y="4367"/>
                </a:lnTo>
                <a:lnTo>
                  <a:pt x="18564" y="6051"/>
                </a:lnTo>
                <a:lnTo>
                  <a:pt x="17419" y="7632"/>
                </a:lnTo>
                <a:lnTo>
                  <a:pt x="16206" y="9127"/>
                </a:lnTo>
                <a:lnTo>
                  <a:pt x="14923" y="10541"/>
                </a:lnTo>
                <a:lnTo>
                  <a:pt x="13571" y="11889"/>
                </a:lnTo>
                <a:lnTo>
                  <a:pt x="12145" y="13180"/>
                </a:lnTo>
                <a:lnTo>
                  <a:pt x="10646" y="14429"/>
                </a:lnTo>
                <a:lnTo>
                  <a:pt x="9069" y="15641"/>
                </a:lnTo>
                <a:lnTo>
                  <a:pt x="7415" y="16832"/>
                </a:lnTo>
                <a:lnTo>
                  <a:pt x="5684" y="18013"/>
                </a:lnTo>
                <a:lnTo>
                  <a:pt x="3873" y="19194"/>
                </a:lnTo>
                <a:lnTo>
                  <a:pt x="1978" y="20385"/>
                </a:lnTo>
                <a:lnTo>
                  <a:pt x="0" y="21600"/>
                </a:lnTo>
                <a:lnTo>
                  <a:pt x="404" y="19778"/>
                </a:lnTo>
                <a:lnTo>
                  <a:pt x="867" y="17919"/>
                </a:lnTo>
                <a:lnTo>
                  <a:pt x="1401" y="16047"/>
                </a:lnTo>
                <a:lnTo>
                  <a:pt x="2015" y="14180"/>
                </a:lnTo>
                <a:lnTo>
                  <a:pt x="2722" y="12339"/>
                </a:lnTo>
                <a:lnTo>
                  <a:pt x="3536" y="10549"/>
                </a:lnTo>
                <a:lnTo>
                  <a:pt x="4465" y="8823"/>
                </a:lnTo>
                <a:lnTo>
                  <a:pt x="5527" y="7190"/>
                </a:lnTo>
                <a:lnTo>
                  <a:pt x="6727" y="5666"/>
                </a:lnTo>
                <a:lnTo>
                  <a:pt x="8081" y="4273"/>
                </a:lnTo>
                <a:lnTo>
                  <a:pt x="9600" y="3032"/>
                </a:lnTo>
                <a:lnTo>
                  <a:pt x="11294" y="1964"/>
                </a:lnTo>
                <a:lnTo>
                  <a:pt x="13176" y="1089"/>
                </a:lnTo>
                <a:lnTo>
                  <a:pt x="15259" y="427"/>
                </a:lnTo>
                <a:lnTo>
                  <a:pt x="17555" y="0"/>
                </a:lnTo>
                <a:close/>
              </a:path>
            </a:pathLst>
          </a:custGeom>
          <a:solidFill>
            <a:srgbClr val="E5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3" name="contour_11291"/>
          <p:cNvSpPr/>
          <p:nvPr/>
        </p:nvSpPr>
        <p:spPr>
          <a:xfrm>
            <a:off x="4463338" y="2605909"/>
            <a:ext cx="51016" cy="469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29" y="0"/>
                </a:moveTo>
                <a:lnTo>
                  <a:pt x="9668" y="866"/>
                </a:lnTo>
                <a:lnTo>
                  <a:pt x="11704" y="1969"/>
                </a:lnTo>
                <a:lnTo>
                  <a:pt x="13481" y="3298"/>
                </a:lnTo>
                <a:lnTo>
                  <a:pt x="15055" y="4831"/>
                </a:lnTo>
                <a:lnTo>
                  <a:pt x="16472" y="6549"/>
                </a:lnTo>
                <a:lnTo>
                  <a:pt x="17786" y="8431"/>
                </a:lnTo>
                <a:lnTo>
                  <a:pt x="19045" y="10464"/>
                </a:lnTo>
                <a:lnTo>
                  <a:pt x="20301" y="12622"/>
                </a:lnTo>
                <a:lnTo>
                  <a:pt x="21600" y="14890"/>
                </a:lnTo>
                <a:lnTo>
                  <a:pt x="19921" y="16155"/>
                </a:lnTo>
                <a:lnTo>
                  <a:pt x="18252" y="17336"/>
                </a:lnTo>
                <a:lnTo>
                  <a:pt x="16573" y="18423"/>
                </a:lnTo>
                <a:lnTo>
                  <a:pt x="14861" y="19406"/>
                </a:lnTo>
                <a:lnTo>
                  <a:pt x="13087" y="20271"/>
                </a:lnTo>
                <a:lnTo>
                  <a:pt x="11226" y="21006"/>
                </a:lnTo>
                <a:lnTo>
                  <a:pt x="9257" y="21600"/>
                </a:lnTo>
                <a:lnTo>
                  <a:pt x="7147" y="20426"/>
                </a:lnTo>
                <a:lnTo>
                  <a:pt x="5332" y="19084"/>
                </a:lnTo>
                <a:lnTo>
                  <a:pt x="3758" y="17544"/>
                </a:lnTo>
                <a:lnTo>
                  <a:pt x="2379" y="15789"/>
                </a:lnTo>
                <a:lnTo>
                  <a:pt x="1142" y="13793"/>
                </a:lnTo>
                <a:lnTo>
                  <a:pt x="0" y="11535"/>
                </a:lnTo>
                <a:lnTo>
                  <a:pt x="272" y="8408"/>
                </a:lnTo>
                <a:lnTo>
                  <a:pt x="719" y="5925"/>
                </a:lnTo>
                <a:lnTo>
                  <a:pt x="1490" y="3966"/>
                </a:lnTo>
                <a:lnTo>
                  <a:pt x="2746" y="2406"/>
                </a:lnTo>
                <a:lnTo>
                  <a:pt x="4641" y="1124"/>
                </a:lnTo>
                <a:lnTo>
                  <a:pt x="7329" y="0"/>
                </a:lnTo>
                <a:close/>
              </a:path>
            </a:pathLst>
          </a:custGeom>
          <a:solidFill>
            <a:srgbClr val="2829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4" name="contour_11292"/>
          <p:cNvSpPr/>
          <p:nvPr/>
        </p:nvSpPr>
        <p:spPr>
          <a:xfrm>
            <a:off x="8260381" y="2600392"/>
            <a:ext cx="65592" cy="299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26"/>
                </a:moveTo>
                <a:lnTo>
                  <a:pt x="1620" y="863"/>
                </a:lnTo>
                <a:lnTo>
                  <a:pt x="3240" y="721"/>
                </a:lnTo>
                <a:lnTo>
                  <a:pt x="4860" y="589"/>
                </a:lnTo>
                <a:lnTo>
                  <a:pt x="6480" y="474"/>
                </a:lnTo>
                <a:lnTo>
                  <a:pt x="8100" y="368"/>
                </a:lnTo>
                <a:lnTo>
                  <a:pt x="9605" y="247"/>
                </a:lnTo>
                <a:lnTo>
                  <a:pt x="11119" y="126"/>
                </a:lnTo>
                <a:lnTo>
                  <a:pt x="12655" y="0"/>
                </a:lnTo>
                <a:lnTo>
                  <a:pt x="14702" y="542"/>
                </a:lnTo>
                <a:lnTo>
                  <a:pt x="16092" y="1142"/>
                </a:lnTo>
                <a:lnTo>
                  <a:pt x="17172" y="2105"/>
                </a:lnTo>
                <a:lnTo>
                  <a:pt x="18274" y="3737"/>
                </a:lnTo>
                <a:lnTo>
                  <a:pt x="19745" y="6332"/>
                </a:lnTo>
                <a:lnTo>
                  <a:pt x="20666" y="8921"/>
                </a:lnTo>
                <a:lnTo>
                  <a:pt x="21600" y="11553"/>
                </a:lnTo>
                <a:lnTo>
                  <a:pt x="19166" y="14816"/>
                </a:lnTo>
                <a:lnTo>
                  <a:pt x="17220" y="17347"/>
                </a:lnTo>
                <a:lnTo>
                  <a:pt x="15653" y="19211"/>
                </a:lnTo>
                <a:lnTo>
                  <a:pt x="14350" y="20495"/>
                </a:lnTo>
                <a:lnTo>
                  <a:pt x="13195" y="21263"/>
                </a:lnTo>
                <a:lnTo>
                  <a:pt x="12077" y="21600"/>
                </a:lnTo>
                <a:lnTo>
                  <a:pt x="10879" y="21579"/>
                </a:lnTo>
                <a:lnTo>
                  <a:pt x="9492" y="21274"/>
                </a:lnTo>
                <a:lnTo>
                  <a:pt x="7800" y="20763"/>
                </a:lnTo>
                <a:lnTo>
                  <a:pt x="6809" y="19458"/>
                </a:lnTo>
                <a:lnTo>
                  <a:pt x="5810" y="18147"/>
                </a:lnTo>
                <a:lnTo>
                  <a:pt x="4800" y="16816"/>
                </a:lnTo>
                <a:lnTo>
                  <a:pt x="4800" y="13337"/>
                </a:lnTo>
                <a:lnTo>
                  <a:pt x="4800" y="9837"/>
                </a:lnTo>
                <a:lnTo>
                  <a:pt x="4800" y="6289"/>
                </a:lnTo>
                <a:lnTo>
                  <a:pt x="3374" y="4358"/>
                </a:lnTo>
                <a:lnTo>
                  <a:pt x="2400" y="3163"/>
                </a:lnTo>
                <a:lnTo>
                  <a:pt x="1426" y="2221"/>
                </a:lnTo>
                <a:lnTo>
                  <a:pt x="0" y="1026"/>
                </a:lnTo>
                <a:close/>
              </a:path>
            </a:pathLst>
          </a:custGeom>
          <a:solidFill>
            <a:srgbClr val="ED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5" name="contour_11293"/>
          <p:cNvSpPr/>
          <p:nvPr/>
        </p:nvSpPr>
        <p:spPr>
          <a:xfrm>
            <a:off x="10410339" y="2579949"/>
            <a:ext cx="51016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5854" y="1438"/>
                </a:lnTo>
                <a:lnTo>
                  <a:pt x="5533" y="2885"/>
                </a:lnTo>
                <a:lnTo>
                  <a:pt x="5209" y="4353"/>
                </a:lnTo>
                <a:lnTo>
                  <a:pt x="5351" y="5047"/>
                </a:lnTo>
                <a:lnTo>
                  <a:pt x="5597" y="6273"/>
                </a:lnTo>
                <a:lnTo>
                  <a:pt x="6171" y="9082"/>
                </a:lnTo>
                <a:lnTo>
                  <a:pt x="8057" y="9727"/>
                </a:lnTo>
                <a:lnTo>
                  <a:pt x="9951" y="10266"/>
                </a:lnTo>
                <a:lnTo>
                  <a:pt x="11855" y="10717"/>
                </a:lnTo>
                <a:lnTo>
                  <a:pt x="13772" y="11092"/>
                </a:lnTo>
                <a:lnTo>
                  <a:pt x="15703" y="11407"/>
                </a:lnTo>
                <a:lnTo>
                  <a:pt x="17650" y="11670"/>
                </a:lnTo>
                <a:lnTo>
                  <a:pt x="19616" y="11900"/>
                </a:lnTo>
                <a:lnTo>
                  <a:pt x="21600" y="12109"/>
                </a:lnTo>
                <a:lnTo>
                  <a:pt x="21112" y="14362"/>
                </a:lnTo>
                <a:lnTo>
                  <a:pt x="20708" y="15960"/>
                </a:lnTo>
                <a:lnTo>
                  <a:pt x="20239" y="17341"/>
                </a:lnTo>
                <a:lnTo>
                  <a:pt x="19557" y="18939"/>
                </a:lnTo>
                <a:lnTo>
                  <a:pt x="18514" y="21191"/>
                </a:lnTo>
                <a:lnTo>
                  <a:pt x="16126" y="21464"/>
                </a:lnTo>
                <a:lnTo>
                  <a:pt x="14450" y="21600"/>
                </a:lnTo>
                <a:lnTo>
                  <a:pt x="13043" y="21600"/>
                </a:lnTo>
                <a:lnTo>
                  <a:pt x="11460" y="21464"/>
                </a:lnTo>
                <a:lnTo>
                  <a:pt x="9257" y="21191"/>
                </a:lnTo>
                <a:lnTo>
                  <a:pt x="9257" y="19393"/>
                </a:lnTo>
                <a:lnTo>
                  <a:pt x="9257" y="17589"/>
                </a:lnTo>
                <a:lnTo>
                  <a:pt x="9257" y="15778"/>
                </a:lnTo>
                <a:lnTo>
                  <a:pt x="9257" y="13953"/>
                </a:lnTo>
                <a:lnTo>
                  <a:pt x="9257" y="12109"/>
                </a:lnTo>
                <a:lnTo>
                  <a:pt x="7424" y="12709"/>
                </a:lnTo>
                <a:lnTo>
                  <a:pt x="5585" y="13311"/>
                </a:lnTo>
                <a:lnTo>
                  <a:pt x="3740" y="13914"/>
                </a:lnTo>
                <a:lnTo>
                  <a:pt x="1879" y="14522"/>
                </a:lnTo>
                <a:lnTo>
                  <a:pt x="0" y="15137"/>
                </a:lnTo>
                <a:lnTo>
                  <a:pt x="0" y="12996"/>
                </a:lnTo>
                <a:lnTo>
                  <a:pt x="0" y="10853"/>
                </a:lnTo>
                <a:lnTo>
                  <a:pt x="0" y="8704"/>
                </a:lnTo>
                <a:lnTo>
                  <a:pt x="0" y="6545"/>
                </a:lnTo>
                <a:lnTo>
                  <a:pt x="0" y="4378"/>
                </a:lnTo>
                <a:lnTo>
                  <a:pt x="0" y="2198"/>
                </a:lnTo>
                <a:lnTo>
                  <a:pt x="0" y="0"/>
                </a:lnTo>
                <a:close/>
              </a:path>
            </a:pathLst>
          </a:custGeom>
          <a:solidFill>
            <a:srgbClr val="C58F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6" name="contour_11294"/>
          <p:cNvSpPr/>
          <p:nvPr/>
        </p:nvSpPr>
        <p:spPr>
          <a:xfrm>
            <a:off x="7931715" y="2594525"/>
            <a:ext cx="4574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4" y="0"/>
                </a:moveTo>
                <a:lnTo>
                  <a:pt x="1015" y="1604"/>
                </a:lnTo>
                <a:lnTo>
                  <a:pt x="1700" y="3213"/>
                </a:lnTo>
                <a:lnTo>
                  <a:pt x="2385" y="4828"/>
                </a:lnTo>
                <a:lnTo>
                  <a:pt x="3076" y="6456"/>
                </a:lnTo>
                <a:lnTo>
                  <a:pt x="3775" y="8100"/>
                </a:lnTo>
                <a:lnTo>
                  <a:pt x="5905" y="7765"/>
                </a:lnTo>
                <a:lnTo>
                  <a:pt x="8035" y="7430"/>
                </a:lnTo>
                <a:lnTo>
                  <a:pt x="10172" y="7096"/>
                </a:lnTo>
                <a:lnTo>
                  <a:pt x="12312" y="6761"/>
                </a:lnTo>
                <a:lnTo>
                  <a:pt x="14463" y="6423"/>
                </a:lnTo>
                <a:lnTo>
                  <a:pt x="16624" y="6083"/>
                </a:lnTo>
                <a:lnTo>
                  <a:pt x="18795" y="5743"/>
                </a:lnTo>
                <a:lnTo>
                  <a:pt x="20981" y="5400"/>
                </a:lnTo>
                <a:lnTo>
                  <a:pt x="21394" y="7166"/>
                </a:lnTo>
                <a:lnTo>
                  <a:pt x="21600" y="8470"/>
                </a:lnTo>
                <a:lnTo>
                  <a:pt x="21600" y="9701"/>
                </a:lnTo>
                <a:lnTo>
                  <a:pt x="21394" y="11248"/>
                </a:lnTo>
                <a:lnTo>
                  <a:pt x="20981" y="13500"/>
                </a:lnTo>
                <a:lnTo>
                  <a:pt x="19160" y="14828"/>
                </a:lnTo>
                <a:lnTo>
                  <a:pt x="17285" y="16078"/>
                </a:lnTo>
                <a:lnTo>
                  <a:pt x="15361" y="17264"/>
                </a:lnTo>
                <a:lnTo>
                  <a:pt x="13386" y="18395"/>
                </a:lnTo>
                <a:lnTo>
                  <a:pt x="11370" y="19489"/>
                </a:lnTo>
                <a:lnTo>
                  <a:pt x="9312" y="20552"/>
                </a:lnTo>
                <a:lnTo>
                  <a:pt x="7216" y="21600"/>
                </a:lnTo>
                <a:lnTo>
                  <a:pt x="5475" y="19867"/>
                </a:lnTo>
                <a:lnTo>
                  <a:pt x="4019" y="18179"/>
                </a:lnTo>
                <a:lnTo>
                  <a:pt x="2832" y="16521"/>
                </a:lnTo>
                <a:lnTo>
                  <a:pt x="1886" y="14874"/>
                </a:lnTo>
                <a:lnTo>
                  <a:pt x="1160" y="13219"/>
                </a:lnTo>
                <a:lnTo>
                  <a:pt x="630" y="11542"/>
                </a:lnTo>
                <a:lnTo>
                  <a:pt x="275" y="9825"/>
                </a:lnTo>
                <a:lnTo>
                  <a:pt x="72" y="8049"/>
                </a:lnTo>
                <a:lnTo>
                  <a:pt x="0" y="6194"/>
                </a:lnTo>
                <a:lnTo>
                  <a:pt x="34" y="4247"/>
                </a:lnTo>
                <a:lnTo>
                  <a:pt x="151" y="2187"/>
                </a:lnTo>
                <a:lnTo>
                  <a:pt x="334" y="0"/>
                </a:lnTo>
                <a:close/>
              </a:path>
            </a:pathLst>
          </a:custGeom>
          <a:solidFill>
            <a:srgbClr val="D7E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7" name="contour_11295"/>
          <p:cNvSpPr/>
          <p:nvPr/>
        </p:nvSpPr>
        <p:spPr>
          <a:xfrm>
            <a:off x="10993378" y="2574046"/>
            <a:ext cx="51016" cy="38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3087"/>
                </a:moveTo>
                <a:lnTo>
                  <a:pt x="15651" y="3888"/>
                </a:lnTo>
                <a:lnTo>
                  <a:pt x="17036" y="4701"/>
                </a:lnTo>
                <a:lnTo>
                  <a:pt x="18443" y="5519"/>
                </a:lnTo>
                <a:lnTo>
                  <a:pt x="19227" y="6006"/>
                </a:lnTo>
                <a:lnTo>
                  <a:pt x="21600" y="7471"/>
                </a:lnTo>
                <a:lnTo>
                  <a:pt x="21205" y="10538"/>
                </a:lnTo>
                <a:lnTo>
                  <a:pt x="20847" y="12721"/>
                </a:lnTo>
                <a:lnTo>
                  <a:pt x="20378" y="14604"/>
                </a:lnTo>
                <a:lnTo>
                  <a:pt x="19650" y="16779"/>
                </a:lnTo>
                <a:lnTo>
                  <a:pt x="18514" y="19854"/>
                </a:lnTo>
                <a:lnTo>
                  <a:pt x="15247" y="20824"/>
                </a:lnTo>
                <a:lnTo>
                  <a:pt x="12920" y="21406"/>
                </a:lnTo>
                <a:lnTo>
                  <a:pt x="11192" y="21600"/>
                </a:lnTo>
                <a:lnTo>
                  <a:pt x="9717" y="21406"/>
                </a:lnTo>
                <a:lnTo>
                  <a:pt x="8159" y="20824"/>
                </a:lnTo>
                <a:lnTo>
                  <a:pt x="6171" y="19854"/>
                </a:lnTo>
                <a:lnTo>
                  <a:pt x="4974" y="17658"/>
                </a:lnTo>
                <a:lnTo>
                  <a:pt x="3916" y="15421"/>
                </a:lnTo>
                <a:lnTo>
                  <a:pt x="2981" y="13138"/>
                </a:lnTo>
                <a:lnTo>
                  <a:pt x="2141" y="10794"/>
                </a:lnTo>
                <a:lnTo>
                  <a:pt x="1379" y="8387"/>
                </a:lnTo>
                <a:lnTo>
                  <a:pt x="673" y="5907"/>
                </a:lnTo>
                <a:lnTo>
                  <a:pt x="0" y="3343"/>
                </a:lnTo>
                <a:lnTo>
                  <a:pt x="2246" y="1556"/>
                </a:lnTo>
                <a:lnTo>
                  <a:pt x="4237" y="462"/>
                </a:lnTo>
                <a:lnTo>
                  <a:pt x="6085" y="0"/>
                </a:lnTo>
                <a:lnTo>
                  <a:pt x="7903" y="95"/>
                </a:lnTo>
                <a:lnTo>
                  <a:pt x="9797" y="685"/>
                </a:lnTo>
                <a:lnTo>
                  <a:pt x="11883" y="1705"/>
                </a:lnTo>
                <a:lnTo>
                  <a:pt x="14271" y="3087"/>
                </a:lnTo>
                <a:close/>
              </a:path>
            </a:pathLst>
          </a:custGeom>
          <a:solidFill>
            <a:srgbClr val="9E99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8" name="contour_11296"/>
          <p:cNvSpPr/>
          <p:nvPr/>
        </p:nvSpPr>
        <p:spPr>
          <a:xfrm>
            <a:off x="7225486" y="2543509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0"/>
                </a:lnTo>
                <a:lnTo>
                  <a:pt x="14367" y="0"/>
                </a:lnTo>
                <a:lnTo>
                  <a:pt x="16160" y="0"/>
                </a:lnTo>
                <a:lnTo>
                  <a:pt x="17960" y="0"/>
                </a:lnTo>
                <a:lnTo>
                  <a:pt x="19772" y="0"/>
                </a:lnTo>
                <a:lnTo>
                  <a:pt x="21600" y="0"/>
                </a:lnTo>
                <a:lnTo>
                  <a:pt x="20758" y="3737"/>
                </a:lnTo>
                <a:lnTo>
                  <a:pt x="20050" y="6755"/>
                </a:lnTo>
                <a:lnTo>
                  <a:pt x="19421" y="9161"/>
                </a:lnTo>
                <a:lnTo>
                  <a:pt x="18819" y="11062"/>
                </a:lnTo>
                <a:lnTo>
                  <a:pt x="18193" y="12562"/>
                </a:lnTo>
                <a:lnTo>
                  <a:pt x="17488" y="13772"/>
                </a:lnTo>
                <a:lnTo>
                  <a:pt x="16651" y="14793"/>
                </a:lnTo>
                <a:lnTo>
                  <a:pt x="15633" y="15740"/>
                </a:lnTo>
                <a:lnTo>
                  <a:pt x="14378" y="16715"/>
                </a:lnTo>
                <a:lnTo>
                  <a:pt x="12836" y="17826"/>
                </a:lnTo>
                <a:lnTo>
                  <a:pt x="11162" y="18551"/>
                </a:lnTo>
                <a:lnTo>
                  <a:pt x="9493" y="19239"/>
                </a:lnTo>
                <a:lnTo>
                  <a:pt x="7816" y="19887"/>
                </a:lnTo>
                <a:lnTo>
                  <a:pt x="6132" y="20498"/>
                </a:lnTo>
                <a:lnTo>
                  <a:pt x="4428" y="21069"/>
                </a:lnTo>
                <a:lnTo>
                  <a:pt x="2700" y="21600"/>
                </a:lnTo>
                <a:lnTo>
                  <a:pt x="2030" y="20073"/>
                </a:lnTo>
                <a:lnTo>
                  <a:pt x="1361" y="18536"/>
                </a:lnTo>
                <a:lnTo>
                  <a:pt x="683" y="16993"/>
                </a:lnTo>
                <a:lnTo>
                  <a:pt x="0" y="15429"/>
                </a:lnTo>
                <a:lnTo>
                  <a:pt x="586" y="15370"/>
                </a:lnTo>
                <a:lnTo>
                  <a:pt x="2362" y="15188"/>
                </a:lnTo>
                <a:lnTo>
                  <a:pt x="4188" y="14848"/>
                </a:lnTo>
                <a:lnTo>
                  <a:pt x="5889" y="14457"/>
                </a:lnTo>
                <a:lnTo>
                  <a:pt x="7525" y="13947"/>
                </a:lnTo>
                <a:lnTo>
                  <a:pt x="9142" y="13265"/>
                </a:lnTo>
                <a:lnTo>
                  <a:pt x="10800" y="12343"/>
                </a:lnTo>
                <a:lnTo>
                  <a:pt x="11213" y="10201"/>
                </a:lnTo>
                <a:lnTo>
                  <a:pt x="11399" y="8199"/>
                </a:lnTo>
                <a:lnTo>
                  <a:pt x="11408" y="6258"/>
                </a:lnTo>
                <a:lnTo>
                  <a:pt x="11278" y="4298"/>
                </a:lnTo>
                <a:lnTo>
                  <a:pt x="11059" y="2237"/>
                </a:lnTo>
                <a:lnTo>
                  <a:pt x="10800" y="0"/>
                </a:lnTo>
                <a:close/>
              </a:path>
            </a:pathLst>
          </a:custGeom>
          <a:solidFill>
            <a:srgbClr val="777A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299" name="contour_11297"/>
          <p:cNvSpPr/>
          <p:nvPr/>
        </p:nvSpPr>
        <p:spPr>
          <a:xfrm>
            <a:off x="1693901" y="2565373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2851"/>
                </a:lnTo>
                <a:lnTo>
                  <a:pt x="21600" y="5707"/>
                </a:lnTo>
                <a:lnTo>
                  <a:pt x="21600" y="8575"/>
                </a:lnTo>
                <a:lnTo>
                  <a:pt x="21600" y="11457"/>
                </a:lnTo>
                <a:lnTo>
                  <a:pt x="21600" y="14355"/>
                </a:lnTo>
                <a:lnTo>
                  <a:pt x="21600" y="17280"/>
                </a:lnTo>
                <a:lnTo>
                  <a:pt x="19826" y="19155"/>
                </a:lnTo>
                <a:lnTo>
                  <a:pt x="18425" y="19993"/>
                </a:lnTo>
                <a:lnTo>
                  <a:pt x="16200" y="20520"/>
                </a:lnTo>
                <a:lnTo>
                  <a:pt x="14693" y="20887"/>
                </a:lnTo>
                <a:lnTo>
                  <a:pt x="13162" y="21263"/>
                </a:lnTo>
                <a:lnTo>
                  <a:pt x="11991" y="21432"/>
                </a:lnTo>
                <a:lnTo>
                  <a:pt x="10800" y="21600"/>
                </a:lnTo>
                <a:lnTo>
                  <a:pt x="11135" y="18649"/>
                </a:lnTo>
                <a:lnTo>
                  <a:pt x="11475" y="15660"/>
                </a:lnTo>
                <a:lnTo>
                  <a:pt x="11375" y="14628"/>
                </a:lnTo>
                <a:lnTo>
                  <a:pt x="11202" y="12809"/>
                </a:lnTo>
                <a:lnTo>
                  <a:pt x="10800" y="8640"/>
                </a:lnTo>
                <a:lnTo>
                  <a:pt x="9326" y="7042"/>
                </a:lnTo>
                <a:lnTo>
                  <a:pt x="7849" y="5633"/>
                </a:lnTo>
                <a:lnTo>
                  <a:pt x="6358" y="4380"/>
                </a:lnTo>
                <a:lnTo>
                  <a:pt x="4838" y="3231"/>
                </a:lnTo>
                <a:lnTo>
                  <a:pt x="3281" y="2147"/>
                </a:lnTo>
                <a:lnTo>
                  <a:pt x="1671" y="1084"/>
                </a:lnTo>
                <a:lnTo>
                  <a:pt x="0" y="0"/>
                </a:lnTo>
                <a:close/>
              </a:path>
            </a:pathLst>
          </a:custGeom>
          <a:solidFill>
            <a:srgbClr val="E7DE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0" name="contour_11298"/>
          <p:cNvSpPr/>
          <p:nvPr/>
        </p:nvSpPr>
        <p:spPr>
          <a:xfrm>
            <a:off x="10009499" y="2542467"/>
            <a:ext cx="72880" cy="38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2"/>
                </a:moveTo>
                <a:lnTo>
                  <a:pt x="1726" y="313"/>
                </a:lnTo>
                <a:lnTo>
                  <a:pt x="3376" y="114"/>
                </a:lnTo>
                <a:lnTo>
                  <a:pt x="4959" y="4"/>
                </a:lnTo>
                <a:lnTo>
                  <a:pt x="6482" y="0"/>
                </a:lnTo>
                <a:lnTo>
                  <a:pt x="7955" y="118"/>
                </a:lnTo>
                <a:lnTo>
                  <a:pt x="9387" y="370"/>
                </a:lnTo>
                <a:lnTo>
                  <a:pt x="10785" y="777"/>
                </a:lnTo>
                <a:lnTo>
                  <a:pt x="12161" y="1355"/>
                </a:lnTo>
                <a:lnTo>
                  <a:pt x="13519" y="2119"/>
                </a:lnTo>
                <a:lnTo>
                  <a:pt x="14869" y="3087"/>
                </a:lnTo>
                <a:lnTo>
                  <a:pt x="16224" y="4275"/>
                </a:lnTo>
                <a:lnTo>
                  <a:pt x="17587" y="5699"/>
                </a:lnTo>
                <a:lnTo>
                  <a:pt x="18967" y="7375"/>
                </a:lnTo>
                <a:lnTo>
                  <a:pt x="20377" y="9319"/>
                </a:lnTo>
                <a:lnTo>
                  <a:pt x="20680" y="10182"/>
                </a:lnTo>
                <a:lnTo>
                  <a:pt x="21600" y="12785"/>
                </a:lnTo>
                <a:lnTo>
                  <a:pt x="21235" y="15417"/>
                </a:lnTo>
                <a:lnTo>
                  <a:pt x="20887" y="17138"/>
                </a:lnTo>
                <a:lnTo>
                  <a:pt x="20358" y="18720"/>
                </a:lnTo>
                <a:lnTo>
                  <a:pt x="19440" y="20921"/>
                </a:lnTo>
                <a:lnTo>
                  <a:pt x="17874" y="21470"/>
                </a:lnTo>
                <a:lnTo>
                  <a:pt x="16718" y="21600"/>
                </a:lnTo>
                <a:lnTo>
                  <a:pt x="14986" y="21429"/>
                </a:lnTo>
                <a:lnTo>
                  <a:pt x="13604" y="21262"/>
                </a:lnTo>
                <a:lnTo>
                  <a:pt x="12210" y="21092"/>
                </a:lnTo>
                <a:lnTo>
                  <a:pt x="10800" y="20921"/>
                </a:lnTo>
                <a:lnTo>
                  <a:pt x="10800" y="18236"/>
                </a:lnTo>
                <a:lnTo>
                  <a:pt x="10800" y="15547"/>
                </a:lnTo>
                <a:lnTo>
                  <a:pt x="10800" y="12846"/>
                </a:lnTo>
                <a:lnTo>
                  <a:pt x="10800" y="10133"/>
                </a:lnTo>
                <a:lnTo>
                  <a:pt x="10800" y="7403"/>
                </a:lnTo>
                <a:lnTo>
                  <a:pt x="10800" y="4649"/>
                </a:lnTo>
                <a:lnTo>
                  <a:pt x="9273" y="4649"/>
                </a:lnTo>
                <a:lnTo>
                  <a:pt x="7744" y="4649"/>
                </a:lnTo>
                <a:lnTo>
                  <a:pt x="6210" y="4649"/>
                </a:lnTo>
                <a:lnTo>
                  <a:pt x="4670" y="4649"/>
                </a:lnTo>
                <a:lnTo>
                  <a:pt x="3123" y="4649"/>
                </a:lnTo>
                <a:lnTo>
                  <a:pt x="1568" y="4649"/>
                </a:lnTo>
                <a:lnTo>
                  <a:pt x="0" y="4649"/>
                </a:lnTo>
                <a:lnTo>
                  <a:pt x="0" y="2632"/>
                </a:lnTo>
                <a:lnTo>
                  <a:pt x="0" y="582"/>
                </a:lnTo>
                <a:close/>
              </a:path>
            </a:pathLst>
          </a:custGeom>
          <a:solidFill>
            <a:srgbClr val="BAB1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1" name="contour_11299"/>
          <p:cNvSpPr/>
          <p:nvPr/>
        </p:nvSpPr>
        <p:spPr>
          <a:xfrm>
            <a:off x="8770540" y="2521645"/>
            <a:ext cx="2186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1337"/>
                </a:lnTo>
                <a:lnTo>
                  <a:pt x="21600" y="2673"/>
                </a:lnTo>
                <a:lnTo>
                  <a:pt x="21600" y="4012"/>
                </a:lnTo>
                <a:lnTo>
                  <a:pt x="21600" y="5349"/>
                </a:lnTo>
                <a:lnTo>
                  <a:pt x="21600" y="6688"/>
                </a:lnTo>
                <a:lnTo>
                  <a:pt x="21600" y="8031"/>
                </a:lnTo>
                <a:lnTo>
                  <a:pt x="21600" y="9374"/>
                </a:lnTo>
                <a:lnTo>
                  <a:pt x="21600" y="10719"/>
                </a:lnTo>
                <a:lnTo>
                  <a:pt x="21600" y="12067"/>
                </a:lnTo>
                <a:lnTo>
                  <a:pt x="21600" y="13418"/>
                </a:lnTo>
                <a:lnTo>
                  <a:pt x="21600" y="14772"/>
                </a:lnTo>
                <a:lnTo>
                  <a:pt x="21600" y="16129"/>
                </a:lnTo>
                <a:lnTo>
                  <a:pt x="21600" y="17490"/>
                </a:lnTo>
                <a:lnTo>
                  <a:pt x="21600" y="18855"/>
                </a:lnTo>
                <a:lnTo>
                  <a:pt x="21600" y="20225"/>
                </a:lnTo>
                <a:lnTo>
                  <a:pt x="21600" y="21600"/>
                </a:lnTo>
                <a:lnTo>
                  <a:pt x="18029" y="21600"/>
                </a:lnTo>
                <a:lnTo>
                  <a:pt x="14400" y="21600"/>
                </a:lnTo>
                <a:lnTo>
                  <a:pt x="13291" y="20331"/>
                </a:lnTo>
                <a:lnTo>
                  <a:pt x="12326" y="19059"/>
                </a:lnTo>
                <a:lnTo>
                  <a:pt x="11470" y="17785"/>
                </a:lnTo>
                <a:lnTo>
                  <a:pt x="10692" y="16504"/>
                </a:lnTo>
                <a:lnTo>
                  <a:pt x="9950" y="15220"/>
                </a:lnTo>
                <a:lnTo>
                  <a:pt x="9223" y="13930"/>
                </a:lnTo>
                <a:lnTo>
                  <a:pt x="8719" y="13396"/>
                </a:lnTo>
                <a:lnTo>
                  <a:pt x="7200" y="11782"/>
                </a:lnTo>
                <a:lnTo>
                  <a:pt x="3629" y="11782"/>
                </a:lnTo>
                <a:lnTo>
                  <a:pt x="0" y="11782"/>
                </a:lnTo>
                <a:lnTo>
                  <a:pt x="0" y="10486"/>
                </a:lnTo>
                <a:lnTo>
                  <a:pt x="0" y="9188"/>
                </a:lnTo>
                <a:lnTo>
                  <a:pt x="0" y="7890"/>
                </a:lnTo>
                <a:lnTo>
                  <a:pt x="0" y="6588"/>
                </a:lnTo>
                <a:lnTo>
                  <a:pt x="0" y="5282"/>
                </a:lnTo>
                <a:lnTo>
                  <a:pt x="0" y="3970"/>
                </a:lnTo>
                <a:lnTo>
                  <a:pt x="0" y="2655"/>
                </a:lnTo>
                <a:lnTo>
                  <a:pt x="0" y="1331"/>
                </a:lnTo>
                <a:lnTo>
                  <a:pt x="0" y="0"/>
                </a:lnTo>
                <a:close/>
              </a:path>
            </a:pathLst>
          </a:custGeom>
          <a:solidFill>
            <a:srgbClr val="BACE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2" name="contour_11300"/>
          <p:cNvSpPr/>
          <p:nvPr/>
        </p:nvSpPr>
        <p:spPr>
          <a:xfrm>
            <a:off x="3792842" y="2521645"/>
            <a:ext cx="50673" cy="647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33" y="0"/>
                </a:moveTo>
                <a:lnTo>
                  <a:pt x="17714" y="2663"/>
                </a:lnTo>
                <a:lnTo>
                  <a:pt x="19338" y="4716"/>
                </a:lnTo>
                <a:lnTo>
                  <a:pt x="20475" y="6309"/>
                </a:lnTo>
                <a:lnTo>
                  <a:pt x="21187" y="7585"/>
                </a:lnTo>
                <a:lnTo>
                  <a:pt x="21541" y="8690"/>
                </a:lnTo>
                <a:lnTo>
                  <a:pt x="21600" y="9771"/>
                </a:lnTo>
                <a:lnTo>
                  <a:pt x="21432" y="10971"/>
                </a:lnTo>
                <a:lnTo>
                  <a:pt x="21103" y="12441"/>
                </a:lnTo>
                <a:lnTo>
                  <a:pt x="20016" y="14229"/>
                </a:lnTo>
                <a:lnTo>
                  <a:pt x="18925" y="15772"/>
                </a:lnTo>
                <a:lnTo>
                  <a:pt x="17760" y="17110"/>
                </a:lnTo>
                <a:lnTo>
                  <a:pt x="16443" y="18296"/>
                </a:lnTo>
                <a:lnTo>
                  <a:pt x="14908" y="19377"/>
                </a:lnTo>
                <a:lnTo>
                  <a:pt x="13076" y="20397"/>
                </a:lnTo>
                <a:lnTo>
                  <a:pt x="10873" y="21408"/>
                </a:lnTo>
                <a:lnTo>
                  <a:pt x="8624" y="21583"/>
                </a:lnTo>
                <a:lnTo>
                  <a:pt x="6747" y="21600"/>
                </a:lnTo>
                <a:lnTo>
                  <a:pt x="5095" y="21428"/>
                </a:lnTo>
                <a:lnTo>
                  <a:pt x="3517" y="21029"/>
                </a:lnTo>
                <a:lnTo>
                  <a:pt x="1867" y="20378"/>
                </a:lnTo>
                <a:lnTo>
                  <a:pt x="0" y="19435"/>
                </a:lnTo>
                <a:lnTo>
                  <a:pt x="615" y="17992"/>
                </a:lnTo>
                <a:lnTo>
                  <a:pt x="1233" y="16544"/>
                </a:lnTo>
                <a:lnTo>
                  <a:pt x="1852" y="15092"/>
                </a:lnTo>
                <a:lnTo>
                  <a:pt x="2476" y="13627"/>
                </a:lnTo>
                <a:lnTo>
                  <a:pt x="3107" y="12147"/>
                </a:lnTo>
                <a:lnTo>
                  <a:pt x="4020" y="12324"/>
                </a:lnTo>
                <a:lnTo>
                  <a:pt x="4933" y="12504"/>
                </a:lnTo>
                <a:lnTo>
                  <a:pt x="6198" y="12752"/>
                </a:lnTo>
                <a:lnTo>
                  <a:pt x="8155" y="13133"/>
                </a:lnTo>
                <a:lnTo>
                  <a:pt x="11153" y="13719"/>
                </a:lnTo>
                <a:lnTo>
                  <a:pt x="15533" y="14577"/>
                </a:lnTo>
                <a:lnTo>
                  <a:pt x="15533" y="12973"/>
                </a:lnTo>
                <a:lnTo>
                  <a:pt x="15533" y="11367"/>
                </a:lnTo>
                <a:lnTo>
                  <a:pt x="15533" y="9761"/>
                </a:lnTo>
                <a:lnTo>
                  <a:pt x="15533" y="8151"/>
                </a:lnTo>
                <a:lnTo>
                  <a:pt x="15533" y="6535"/>
                </a:lnTo>
                <a:lnTo>
                  <a:pt x="15533" y="4912"/>
                </a:lnTo>
                <a:lnTo>
                  <a:pt x="15533" y="3285"/>
                </a:lnTo>
                <a:lnTo>
                  <a:pt x="15533" y="1647"/>
                </a:lnTo>
                <a:lnTo>
                  <a:pt x="15533" y="0"/>
                </a:lnTo>
                <a:close/>
              </a:path>
            </a:pathLst>
          </a:custGeom>
          <a:solidFill>
            <a:srgbClr val="6626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3" name="contour_11301"/>
          <p:cNvSpPr/>
          <p:nvPr/>
        </p:nvSpPr>
        <p:spPr>
          <a:xfrm>
            <a:off x="1110861" y="250706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29" y="1367"/>
                </a:lnTo>
                <a:lnTo>
                  <a:pt x="15820" y="2756"/>
                </a:lnTo>
                <a:lnTo>
                  <a:pt x="17413" y="4203"/>
                </a:lnTo>
                <a:lnTo>
                  <a:pt x="18909" y="5746"/>
                </a:lnTo>
                <a:lnTo>
                  <a:pt x="20304" y="7418"/>
                </a:lnTo>
                <a:lnTo>
                  <a:pt x="21600" y="9257"/>
                </a:lnTo>
                <a:lnTo>
                  <a:pt x="21455" y="11500"/>
                </a:lnTo>
                <a:lnTo>
                  <a:pt x="21134" y="13556"/>
                </a:lnTo>
                <a:lnTo>
                  <a:pt x="20659" y="15512"/>
                </a:lnTo>
                <a:lnTo>
                  <a:pt x="20051" y="17450"/>
                </a:lnTo>
                <a:lnTo>
                  <a:pt x="19329" y="19449"/>
                </a:lnTo>
                <a:lnTo>
                  <a:pt x="18514" y="21600"/>
                </a:lnTo>
                <a:lnTo>
                  <a:pt x="17582" y="21446"/>
                </a:lnTo>
                <a:lnTo>
                  <a:pt x="16728" y="21301"/>
                </a:lnTo>
                <a:lnTo>
                  <a:pt x="15793" y="21146"/>
                </a:lnTo>
                <a:lnTo>
                  <a:pt x="14626" y="20952"/>
                </a:lnTo>
                <a:lnTo>
                  <a:pt x="13077" y="20693"/>
                </a:lnTo>
                <a:lnTo>
                  <a:pt x="10991" y="20347"/>
                </a:lnTo>
                <a:lnTo>
                  <a:pt x="8220" y="19884"/>
                </a:lnTo>
                <a:lnTo>
                  <a:pt x="4607" y="19283"/>
                </a:lnTo>
                <a:lnTo>
                  <a:pt x="0" y="18514"/>
                </a:lnTo>
                <a:lnTo>
                  <a:pt x="1466" y="17178"/>
                </a:lnTo>
                <a:lnTo>
                  <a:pt x="2941" y="15830"/>
                </a:lnTo>
                <a:lnTo>
                  <a:pt x="4437" y="14466"/>
                </a:lnTo>
                <a:lnTo>
                  <a:pt x="5999" y="12827"/>
                </a:lnTo>
                <a:lnTo>
                  <a:pt x="7350" y="11210"/>
                </a:lnTo>
                <a:lnTo>
                  <a:pt x="8513" y="9578"/>
                </a:lnTo>
                <a:lnTo>
                  <a:pt x="9513" y="7896"/>
                </a:lnTo>
                <a:lnTo>
                  <a:pt x="10371" y="6134"/>
                </a:lnTo>
                <a:lnTo>
                  <a:pt x="11115" y="4252"/>
                </a:lnTo>
                <a:lnTo>
                  <a:pt x="11763" y="2219"/>
                </a:lnTo>
                <a:lnTo>
                  <a:pt x="12343" y="0"/>
                </a:lnTo>
                <a:close/>
              </a:path>
            </a:pathLst>
          </a:custGeom>
          <a:solidFill>
            <a:srgbClr val="33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4" name="contour_11302"/>
          <p:cNvSpPr/>
          <p:nvPr/>
        </p:nvSpPr>
        <p:spPr>
          <a:xfrm>
            <a:off x="8049029" y="2521645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92" y="3011"/>
                </a:lnTo>
                <a:lnTo>
                  <a:pt x="21028" y="5138"/>
                </a:lnTo>
                <a:lnTo>
                  <a:pt x="20731" y="6680"/>
                </a:lnTo>
                <a:lnTo>
                  <a:pt x="20326" y="7938"/>
                </a:lnTo>
                <a:lnTo>
                  <a:pt x="19742" y="9210"/>
                </a:lnTo>
                <a:lnTo>
                  <a:pt x="18900" y="10800"/>
                </a:lnTo>
                <a:lnTo>
                  <a:pt x="17239" y="11696"/>
                </a:lnTo>
                <a:lnTo>
                  <a:pt x="15579" y="12485"/>
                </a:lnTo>
                <a:lnTo>
                  <a:pt x="13905" y="13187"/>
                </a:lnTo>
                <a:lnTo>
                  <a:pt x="12204" y="13827"/>
                </a:lnTo>
                <a:lnTo>
                  <a:pt x="10462" y="14429"/>
                </a:lnTo>
                <a:lnTo>
                  <a:pt x="8670" y="15017"/>
                </a:lnTo>
                <a:lnTo>
                  <a:pt x="6853" y="15768"/>
                </a:lnTo>
                <a:lnTo>
                  <a:pt x="5257" y="16629"/>
                </a:lnTo>
                <a:lnTo>
                  <a:pt x="3829" y="17620"/>
                </a:lnTo>
                <a:lnTo>
                  <a:pt x="2514" y="18765"/>
                </a:lnTo>
                <a:lnTo>
                  <a:pt x="1255" y="20083"/>
                </a:lnTo>
                <a:lnTo>
                  <a:pt x="0" y="21600"/>
                </a:lnTo>
                <a:lnTo>
                  <a:pt x="300" y="19289"/>
                </a:lnTo>
                <a:lnTo>
                  <a:pt x="689" y="17218"/>
                </a:lnTo>
                <a:lnTo>
                  <a:pt x="1183" y="15352"/>
                </a:lnTo>
                <a:lnTo>
                  <a:pt x="1804" y="13651"/>
                </a:lnTo>
                <a:lnTo>
                  <a:pt x="2573" y="12077"/>
                </a:lnTo>
                <a:lnTo>
                  <a:pt x="3507" y="10589"/>
                </a:lnTo>
                <a:lnTo>
                  <a:pt x="4625" y="9150"/>
                </a:lnTo>
                <a:lnTo>
                  <a:pt x="5948" y="7717"/>
                </a:lnTo>
                <a:lnTo>
                  <a:pt x="7493" y="6256"/>
                </a:lnTo>
                <a:lnTo>
                  <a:pt x="9283" y="4725"/>
                </a:lnTo>
                <a:lnTo>
                  <a:pt x="11146" y="3291"/>
                </a:lnTo>
                <a:lnTo>
                  <a:pt x="12730" y="2163"/>
                </a:lnTo>
                <a:lnTo>
                  <a:pt x="14180" y="1304"/>
                </a:lnTo>
                <a:lnTo>
                  <a:pt x="15647" y="688"/>
                </a:lnTo>
                <a:lnTo>
                  <a:pt x="17272" y="286"/>
                </a:lnTo>
                <a:lnTo>
                  <a:pt x="19208" y="67"/>
                </a:lnTo>
                <a:lnTo>
                  <a:pt x="21600" y="0"/>
                </a:lnTo>
                <a:close/>
              </a:path>
            </a:pathLst>
          </a:custGeom>
          <a:solidFill>
            <a:srgbClr val="CCD2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5" name="contour_11303"/>
          <p:cNvSpPr/>
          <p:nvPr/>
        </p:nvSpPr>
        <p:spPr>
          <a:xfrm>
            <a:off x="2131180" y="2492493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56" y="883"/>
                </a:lnTo>
                <a:lnTo>
                  <a:pt x="4115" y="1765"/>
                </a:lnTo>
                <a:lnTo>
                  <a:pt x="6170" y="2644"/>
                </a:lnTo>
                <a:lnTo>
                  <a:pt x="8230" y="3527"/>
                </a:lnTo>
                <a:lnTo>
                  <a:pt x="10285" y="4406"/>
                </a:lnTo>
                <a:lnTo>
                  <a:pt x="12344" y="5289"/>
                </a:lnTo>
                <a:lnTo>
                  <a:pt x="14400" y="6171"/>
                </a:lnTo>
                <a:lnTo>
                  <a:pt x="16466" y="6841"/>
                </a:lnTo>
                <a:lnTo>
                  <a:pt x="18562" y="7523"/>
                </a:lnTo>
                <a:lnTo>
                  <a:pt x="20070" y="8384"/>
                </a:lnTo>
                <a:lnTo>
                  <a:pt x="21600" y="9257"/>
                </a:lnTo>
                <a:lnTo>
                  <a:pt x="21496" y="11494"/>
                </a:lnTo>
                <a:lnTo>
                  <a:pt x="21146" y="13145"/>
                </a:lnTo>
                <a:lnTo>
                  <a:pt x="20250" y="15620"/>
                </a:lnTo>
                <a:lnTo>
                  <a:pt x="19649" y="17302"/>
                </a:lnTo>
                <a:lnTo>
                  <a:pt x="19040" y="19008"/>
                </a:lnTo>
                <a:lnTo>
                  <a:pt x="18526" y="20295"/>
                </a:lnTo>
                <a:lnTo>
                  <a:pt x="18000" y="21600"/>
                </a:lnTo>
                <a:lnTo>
                  <a:pt x="15728" y="20964"/>
                </a:lnTo>
                <a:lnTo>
                  <a:pt x="13547" y="20282"/>
                </a:lnTo>
                <a:lnTo>
                  <a:pt x="11452" y="19533"/>
                </a:lnTo>
                <a:lnTo>
                  <a:pt x="9421" y="18696"/>
                </a:lnTo>
                <a:lnTo>
                  <a:pt x="7445" y="17749"/>
                </a:lnTo>
                <a:lnTo>
                  <a:pt x="5508" y="16666"/>
                </a:lnTo>
                <a:lnTo>
                  <a:pt x="3600" y="15429"/>
                </a:lnTo>
                <a:lnTo>
                  <a:pt x="2801" y="13531"/>
                </a:lnTo>
                <a:lnTo>
                  <a:pt x="2128" y="11639"/>
                </a:lnTo>
                <a:lnTo>
                  <a:pt x="1570" y="9745"/>
                </a:lnTo>
                <a:lnTo>
                  <a:pt x="1112" y="7841"/>
                </a:lnTo>
                <a:lnTo>
                  <a:pt x="738" y="5921"/>
                </a:lnTo>
                <a:lnTo>
                  <a:pt x="439" y="3981"/>
                </a:lnTo>
                <a:lnTo>
                  <a:pt x="198" y="2009"/>
                </a:lnTo>
                <a:lnTo>
                  <a:pt x="0" y="0"/>
                </a:lnTo>
                <a:close/>
              </a:path>
            </a:pathLst>
          </a:custGeom>
          <a:solidFill>
            <a:srgbClr val="373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6" name="contour_11304"/>
          <p:cNvSpPr/>
          <p:nvPr/>
        </p:nvSpPr>
        <p:spPr>
          <a:xfrm>
            <a:off x="4142666" y="2492493"/>
            <a:ext cx="6670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41" y="0"/>
                </a:moveTo>
                <a:lnTo>
                  <a:pt x="21480" y="2080"/>
                </a:lnTo>
                <a:lnTo>
                  <a:pt x="21600" y="3604"/>
                </a:lnTo>
                <a:lnTo>
                  <a:pt x="21600" y="5011"/>
                </a:lnTo>
                <a:lnTo>
                  <a:pt x="21480" y="6745"/>
                </a:lnTo>
                <a:lnTo>
                  <a:pt x="21241" y="9257"/>
                </a:lnTo>
                <a:lnTo>
                  <a:pt x="19920" y="10683"/>
                </a:lnTo>
                <a:lnTo>
                  <a:pt x="18650" y="11966"/>
                </a:lnTo>
                <a:lnTo>
                  <a:pt x="17392" y="13145"/>
                </a:lnTo>
                <a:lnTo>
                  <a:pt x="16103" y="14250"/>
                </a:lnTo>
                <a:lnTo>
                  <a:pt x="14746" y="15321"/>
                </a:lnTo>
                <a:lnTo>
                  <a:pt x="13276" y="16391"/>
                </a:lnTo>
                <a:lnTo>
                  <a:pt x="12712" y="16845"/>
                </a:lnTo>
                <a:lnTo>
                  <a:pt x="11008" y="18206"/>
                </a:lnTo>
                <a:lnTo>
                  <a:pt x="9896" y="19011"/>
                </a:lnTo>
                <a:lnTo>
                  <a:pt x="9013" y="19591"/>
                </a:lnTo>
                <a:lnTo>
                  <a:pt x="8058" y="20107"/>
                </a:lnTo>
                <a:lnTo>
                  <a:pt x="6726" y="20724"/>
                </a:lnTo>
                <a:lnTo>
                  <a:pt x="4720" y="21600"/>
                </a:lnTo>
                <a:lnTo>
                  <a:pt x="3019" y="19949"/>
                </a:lnTo>
                <a:lnTo>
                  <a:pt x="1959" y="18758"/>
                </a:lnTo>
                <a:lnTo>
                  <a:pt x="1100" y="17444"/>
                </a:lnTo>
                <a:lnTo>
                  <a:pt x="0" y="15429"/>
                </a:lnTo>
                <a:lnTo>
                  <a:pt x="1326" y="14432"/>
                </a:lnTo>
                <a:lnTo>
                  <a:pt x="2655" y="13435"/>
                </a:lnTo>
                <a:lnTo>
                  <a:pt x="3984" y="12439"/>
                </a:lnTo>
                <a:lnTo>
                  <a:pt x="5310" y="11442"/>
                </a:lnTo>
                <a:lnTo>
                  <a:pt x="6637" y="10445"/>
                </a:lnTo>
                <a:lnTo>
                  <a:pt x="7965" y="9448"/>
                </a:lnTo>
                <a:lnTo>
                  <a:pt x="9091" y="8603"/>
                </a:lnTo>
                <a:lnTo>
                  <a:pt x="10234" y="7745"/>
                </a:lnTo>
                <a:lnTo>
                  <a:pt x="11593" y="6730"/>
                </a:lnTo>
                <a:lnTo>
                  <a:pt x="12952" y="5721"/>
                </a:lnTo>
                <a:lnTo>
                  <a:pt x="14314" y="4724"/>
                </a:lnTo>
                <a:lnTo>
                  <a:pt x="15683" y="3740"/>
                </a:lnTo>
                <a:lnTo>
                  <a:pt x="17059" y="2774"/>
                </a:lnTo>
                <a:lnTo>
                  <a:pt x="18442" y="1827"/>
                </a:lnTo>
                <a:lnTo>
                  <a:pt x="19835" y="901"/>
                </a:lnTo>
                <a:lnTo>
                  <a:pt x="21241" y="0"/>
                </a:lnTo>
                <a:close/>
              </a:path>
            </a:pathLst>
          </a:custGeom>
          <a:solidFill>
            <a:srgbClr val="DFE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7" name="contour_11305"/>
          <p:cNvSpPr/>
          <p:nvPr/>
        </p:nvSpPr>
        <p:spPr>
          <a:xfrm>
            <a:off x="3667576" y="2492493"/>
            <a:ext cx="5238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5" y="0"/>
                </a:moveTo>
                <a:lnTo>
                  <a:pt x="2689" y="0"/>
                </a:lnTo>
                <a:lnTo>
                  <a:pt x="4817" y="0"/>
                </a:lnTo>
                <a:lnTo>
                  <a:pt x="6951" y="0"/>
                </a:lnTo>
                <a:lnTo>
                  <a:pt x="9093" y="0"/>
                </a:lnTo>
                <a:lnTo>
                  <a:pt x="11245" y="0"/>
                </a:lnTo>
                <a:lnTo>
                  <a:pt x="13408" y="0"/>
                </a:lnTo>
                <a:lnTo>
                  <a:pt x="15590" y="0"/>
                </a:lnTo>
                <a:lnTo>
                  <a:pt x="15590" y="2380"/>
                </a:lnTo>
                <a:lnTo>
                  <a:pt x="15590" y="4774"/>
                </a:lnTo>
                <a:lnTo>
                  <a:pt x="15590" y="7200"/>
                </a:lnTo>
                <a:lnTo>
                  <a:pt x="17077" y="8093"/>
                </a:lnTo>
                <a:lnTo>
                  <a:pt x="18574" y="8986"/>
                </a:lnTo>
                <a:lnTo>
                  <a:pt x="20076" y="9889"/>
                </a:lnTo>
                <a:lnTo>
                  <a:pt x="21600" y="10800"/>
                </a:lnTo>
                <a:lnTo>
                  <a:pt x="19899" y="12326"/>
                </a:lnTo>
                <a:lnTo>
                  <a:pt x="18198" y="13856"/>
                </a:lnTo>
                <a:lnTo>
                  <a:pt x="16491" y="15390"/>
                </a:lnTo>
                <a:lnTo>
                  <a:pt x="14779" y="16931"/>
                </a:lnTo>
                <a:lnTo>
                  <a:pt x="13057" y="18475"/>
                </a:lnTo>
                <a:lnTo>
                  <a:pt x="11326" y="20034"/>
                </a:lnTo>
                <a:lnTo>
                  <a:pt x="9580" y="21600"/>
                </a:lnTo>
                <a:lnTo>
                  <a:pt x="6647" y="18515"/>
                </a:lnTo>
                <a:lnTo>
                  <a:pt x="4438" y="16103"/>
                </a:lnTo>
                <a:lnTo>
                  <a:pt x="2834" y="14166"/>
                </a:lnTo>
                <a:lnTo>
                  <a:pt x="1725" y="12510"/>
                </a:lnTo>
                <a:lnTo>
                  <a:pt x="1001" y="10937"/>
                </a:lnTo>
                <a:lnTo>
                  <a:pt x="544" y="9245"/>
                </a:lnTo>
                <a:lnTo>
                  <a:pt x="249" y="7240"/>
                </a:lnTo>
                <a:lnTo>
                  <a:pt x="0" y="4723"/>
                </a:lnTo>
                <a:lnTo>
                  <a:pt x="279" y="2380"/>
                </a:lnTo>
                <a:lnTo>
                  <a:pt x="565" y="0"/>
                </a:lnTo>
                <a:close/>
              </a:path>
            </a:pathLst>
          </a:custGeom>
          <a:solidFill>
            <a:srgbClr val="8C41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8" name="contour_11306"/>
          <p:cNvSpPr/>
          <p:nvPr/>
        </p:nvSpPr>
        <p:spPr>
          <a:xfrm>
            <a:off x="11233882" y="2477917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131" y="467"/>
                </a:lnTo>
                <a:lnTo>
                  <a:pt x="20526" y="1076"/>
                </a:lnTo>
                <a:lnTo>
                  <a:pt x="19377" y="2225"/>
                </a:lnTo>
                <a:lnTo>
                  <a:pt x="17280" y="4320"/>
                </a:lnTo>
                <a:lnTo>
                  <a:pt x="16988" y="7452"/>
                </a:lnTo>
                <a:lnTo>
                  <a:pt x="16919" y="9763"/>
                </a:lnTo>
                <a:lnTo>
                  <a:pt x="17010" y="13228"/>
                </a:lnTo>
                <a:lnTo>
                  <a:pt x="17051" y="14459"/>
                </a:lnTo>
                <a:lnTo>
                  <a:pt x="17120" y="16632"/>
                </a:lnTo>
                <a:lnTo>
                  <a:pt x="17280" y="21600"/>
                </a:lnTo>
                <a:lnTo>
                  <a:pt x="15852" y="21600"/>
                </a:lnTo>
                <a:lnTo>
                  <a:pt x="14416" y="21600"/>
                </a:lnTo>
                <a:lnTo>
                  <a:pt x="12960" y="21600"/>
                </a:lnTo>
                <a:lnTo>
                  <a:pt x="12960" y="19034"/>
                </a:lnTo>
                <a:lnTo>
                  <a:pt x="12960" y="16459"/>
                </a:lnTo>
                <a:lnTo>
                  <a:pt x="12960" y="13876"/>
                </a:lnTo>
                <a:lnTo>
                  <a:pt x="12960" y="11271"/>
                </a:lnTo>
                <a:lnTo>
                  <a:pt x="12960" y="8640"/>
                </a:lnTo>
                <a:lnTo>
                  <a:pt x="11534" y="8640"/>
                </a:lnTo>
                <a:lnTo>
                  <a:pt x="10107" y="8640"/>
                </a:lnTo>
                <a:lnTo>
                  <a:pt x="8679" y="8640"/>
                </a:lnTo>
                <a:lnTo>
                  <a:pt x="7247" y="8640"/>
                </a:lnTo>
                <a:lnTo>
                  <a:pt x="5810" y="8640"/>
                </a:lnTo>
                <a:lnTo>
                  <a:pt x="4368" y="8640"/>
                </a:lnTo>
                <a:lnTo>
                  <a:pt x="2920" y="8640"/>
                </a:lnTo>
                <a:lnTo>
                  <a:pt x="1464" y="864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ACA5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09" name="contour_11307"/>
          <p:cNvSpPr/>
          <p:nvPr/>
        </p:nvSpPr>
        <p:spPr>
          <a:xfrm>
            <a:off x="7363958" y="2441477"/>
            <a:ext cx="51016" cy="672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0708" y="1307"/>
                </a:lnTo>
                <a:lnTo>
                  <a:pt x="19810" y="2620"/>
                </a:lnTo>
                <a:lnTo>
                  <a:pt x="18900" y="3952"/>
                </a:lnTo>
                <a:lnTo>
                  <a:pt x="17950" y="5404"/>
                </a:lnTo>
                <a:lnTo>
                  <a:pt x="17061" y="6858"/>
                </a:lnTo>
                <a:lnTo>
                  <a:pt x="16222" y="8317"/>
                </a:lnTo>
                <a:lnTo>
                  <a:pt x="15425" y="9785"/>
                </a:lnTo>
                <a:lnTo>
                  <a:pt x="14669" y="11265"/>
                </a:lnTo>
                <a:lnTo>
                  <a:pt x="13938" y="12759"/>
                </a:lnTo>
                <a:lnTo>
                  <a:pt x="13228" y="14271"/>
                </a:lnTo>
                <a:lnTo>
                  <a:pt x="12534" y="15805"/>
                </a:lnTo>
                <a:lnTo>
                  <a:pt x="11636" y="17568"/>
                </a:lnTo>
                <a:lnTo>
                  <a:pt x="10994" y="18706"/>
                </a:lnTo>
                <a:lnTo>
                  <a:pt x="10303" y="19710"/>
                </a:lnTo>
                <a:lnTo>
                  <a:pt x="9257" y="21073"/>
                </a:lnTo>
                <a:lnTo>
                  <a:pt x="6776" y="21424"/>
                </a:lnTo>
                <a:lnTo>
                  <a:pt x="5054" y="21600"/>
                </a:lnTo>
                <a:lnTo>
                  <a:pt x="3647" y="21600"/>
                </a:lnTo>
                <a:lnTo>
                  <a:pt x="2111" y="21424"/>
                </a:lnTo>
                <a:lnTo>
                  <a:pt x="0" y="21073"/>
                </a:lnTo>
                <a:lnTo>
                  <a:pt x="0" y="19682"/>
                </a:lnTo>
                <a:lnTo>
                  <a:pt x="0" y="18287"/>
                </a:lnTo>
                <a:lnTo>
                  <a:pt x="0" y="16887"/>
                </a:lnTo>
                <a:lnTo>
                  <a:pt x="0" y="15475"/>
                </a:lnTo>
                <a:lnTo>
                  <a:pt x="0" y="14049"/>
                </a:lnTo>
                <a:lnTo>
                  <a:pt x="2040" y="14049"/>
                </a:lnTo>
                <a:lnTo>
                  <a:pt x="4092" y="14049"/>
                </a:lnTo>
                <a:lnTo>
                  <a:pt x="6171" y="14049"/>
                </a:lnTo>
                <a:lnTo>
                  <a:pt x="7261" y="12564"/>
                </a:lnTo>
                <a:lnTo>
                  <a:pt x="7964" y="11476"/>
                </a:lnTo>
                <a:lnTo>
                  <a:pt x="8591" y="10246"/>
                </a:lnTo>
                <a:lnTo>
                  <a:pt x="9448" y="8340"/>
                </a:lnTo>
                <a:lnTo>
                  <a:pt x="10575" y="5884"/>
                </a:lnTo>
                <a:lnTo>
                  <a:pt x="11429" y="4161"/>
                </a:lnTo>
                <a:lnTo>
                  <a:pt x="12176" y="2943"/>
                </a:lnTo>
                <a:lnTo>
                  <a:pt x="12979" y="2000"/>
                </a:lnTo>
                <a:lnTo>
                  <a:pt x="14009" y="1096"/>
                </a:lnTo>
                <a:lnTo>
                  <a:pt x="15429" y="0"/>
                </a:lnTo>
                <a:close/>
              </a:path>
            </a:pathLst>
          </a:custGeom>
          <a:solidFill>
            <a:srgbClr val="C9CC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0" name="contour_11308"/>
          <p:cNvSpPr/>
          <p:nvPr/>
        </p:nvSpPr>
        <p:spPr>
          <a:xfrm>
            <a:off x="11314050" y="2477917"/>
            <a:ext cx="51606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53" y="0"/>
                </a:moveTo>
                <a:lnTo>
                  <a:pt x="21518" y="2984"/>
                </a:lnTo>
                <a:lnTo>
                  <a:pt x="21600" y="5138"/>
                </a:lnTo>
                <a:lnTo>
                  <a:pt x="21600" y="7060"/>
                </a:lnTo>
                <a:lnTo>
                  <a:pt x="21518" y="9356"/>
                </a:lnTo>
                <a:lnTo>
                  <a:pt x="21353" y="12644"/>
                </a:lnTo>
                <a:lnTo>
                  <a:pt x="19693" y="14595"/>
                </a:lnTo>
                <a:lnTo>
                  <a:pt x="17940" y="16252"/>
                </a:lnTo>
                <a:lnTo>
                  <a:pt x="16100" y="17634"/>
                </a:lnTo>
                <a:lnTo>
                  <a:pt x="14184" y="18768"/>
                </a:lnTo>
                <a:lnTo>
                  <a:pt x="12205" y="19682"/>
                </a:lnTo>
                <a:lnTo>
                  <a:pt x="10167" y="20399"/>
                </a:lnTo>
                <a:lnTo>
                  <a:pt x="8081" y="20938"/>
                </a:lnTo>
                <a:lnTo>
                  <a:pt x="5961" y="21330"/>
                </a:lnTo>
                <a:lnTo>
                  <a:pt x="3813" y="21600"/>
                </a:lnTo>
                <a:lnTo>
                  <a:pt x="1922" y="21339"/>
                </a:lnTo>
                <a:lnTo>
                  <a:pt x="0" y="21073"/>
                </a:lnTo>
                <a:lnTo>
                  <a:pt x="238" y="16201"/>
                </a:lnTo>
                <a:lnTo>
                  <a:pt x="470" y="12775"/>
                </a:lnTo>
                <a:lnTo>
                  <a:pt x="784" y="10334"/>
                </a:lnTo>
                <a:lnTo>
                  <a:pt x="1263" y="8404"/>
                </a:lnTo>
                <a:lnTo>
                  <a:pt x="1989" y="6520"/>
                </a:lnTo>
                <a:lnTo>
                  <a:pt x="3050" y="4215"/>
                </a:lnTo>
                <a:lnTo>
                  <a:pt x="5055" y="3325"/>
                </a:lnTo>
                <a:lnTo>
                  <a:pt x="7056" y="2579"/>
                </a:lnTo>
                <a:lnTo>
                  <a:pt x="9060" y="1956"/>
                </a:lnTo>
                <a:lnTo>
                  <a:pt x="11073" y="1441"/>
                </a:lnTo>
                <a:lnTo>
                  <a:pt x="13095" y="1024"/>
                </a:lnTo>
                <a:lnTo>
                  <a:pt x="15130" y="687"/>
                </a:lnTo>
                <a:lnTo>
                  <a:pt x="17183" y="413"/>
                </a:lnTo>
                <a:lnTo>
                  <a:pt x="19254" y="190"/>
                </a:lnTo>
                <a:lnTo>
                  <a:pt x="21353" y="0"/>
                </a:lnTo>
                <a:close/>
              </a:path>
            </a:pathLst>
          </a:custGeom>
          <a:solidFill>
            <a:srgbClr val="D4DD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1" name="contour_11309"/>
          <p:cNvSpPr/>
          <p:nvPr/>
        </p:nvSpPr>
        <p:spPr>
          <a:xfrm>
            <a:off x="9280700" y="2470629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1337"/>
                </a:lnTo>
                <a:lnTo>
                  <a:pt x="2678" y="2681"/>
                </a:lnTo>
                <a:lnTo>
                  <a:pt x="4034" y="4031"/>
                </a:lnTo>
                <a:lnTo>
                  <a:pt x="5400" y="5400"/>
                </a:lnTo>
                <a:lnTo>
                  <a:pt x="9580" y="5562"/>
                </a:lnTo>
                <a:lnTo>
                  <a:pt x="12512" y="5643"/>
                </a:lnTo>
                <a:lnTo>
                  <a:pt x="14974" y="5643"/>
                </a:lnTo>
                <a:lnTo>
                  <a:pt x="17744" y="5562"/>
                </a:lnTo>
                <a:lnTo>
                  <a:pt x="21600" y="5400"/>
                </a:lnTo>
                <a:lnTo>
                  <a:pt x="21227" y="7047"/>
                </a:lnTo>
                <a:lnTo>
                  <a:pt x="20817" y="8694"/>
                </a:lnTo>
                <a:lnTo>
                  <a:pt x="20380" y="10338"/>
                </a:lnTo>
                <a:lnTo>
                  <a:pt x="19915" y="11983"/>
                </a:lnTo>
                <a:lnTo>
                  <a:pt x="19672" y="12903"/>
                </a:lnTo>
                <a:lnTo>
                  <a:pt x="18965" y="15684"/>
                </a:lnTo>
                <a:lnTo>
                  <a:pt x="17593" y="17280"/>
                </a:lnTo>
                <a:lnTo>
                  <a:pt x="16200" y="18900"/>
                </a:lnTo>
                <a:lnTo>
                  <a:pt x="12992" y="19435"/>
                </a:lnTo>
                <a:lnTo>
                  <a:pt x="9774" y="19972"/>
                </a:lnTo>
                <a:lnTo>
                  <a:pt x="6545" y="20509"/>
                </a:lnTo>
                <a:lnTo>
                  <a:pt x="3289" y="21052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7E9F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2" name="contour_11310"/>
          <p:cNvSpPr/>
          <p:nvPr/>
        </p:nvSpPr>
        <p:spPr>
          <a:xfrm>
            <a:off x="2051012" y="2456053"/>
            <a:ext cx="65592" cy="32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365"/>
                </a:lnTo>
                <a:lnTo>
                  <a:pt x="3290" y="730"/>
                </a:lnTo>
                <a:lnTo>
                  <a:pt x="4937" y="1100"/>
                </a:lnTo>
                <a:lnTo>
                  <a:pt x="6586" y="1465"/>
                </a:lnTo>
                <a:lnTo>
                  <a:pt x="8237" y="1830"/>
                </a:lnTo>
                <a:lnTo>
                  <a:pt x="9890" y="2200"/>
                </a:lnTo>
                <a:lnTo>
                  <a:pt x="11549" y="2570"/>
                </a:lnTo>
                <a:lnTo>
                  <a:pt x="13210" y="2940"/>
                </a:lnTo>
                <a:lnTo>
                  <a:pt x="14875" y="3310"/>
                </a:lnTo>
                <a:lnTo>
                  <a:pt x="16548" y="3680"/>
                </a:lnTo>
                <a:lnTo>
                  <a:pt x="18226" y="4055"/>
                </a:lnTo>
                <a:lnTo>
                  <a:pt x="19908" y="4430"/>
                </a:lnTo>
                <a:lnTo>
                  <a:pt x="21600" y="4804"/>
                </a:lnTo>
                <a:lnTo>
                  <a:pt x="19814" y="10147"/>
                </a:lnTo>
                <a:lnTo>
                  <a:pt x="18480" y="14014"/>
                </a:lnTo>
                <a:lnTo>
                  <a:pt x="17465" y="16690"/>
                </a:lnTo>
                <a:lnTo>
                  <a:pt x="16632" y="18472"/>
                </a:lnTo>
                <a:lnTo>
                  <a:pt x="15845" y="19640"/>
                </a:lnTo>
                <a:lnTo>
                  <a:pt x="14971" y="20490"/>
                </a:lnTo>
                <a:lnTo>
                  <a:pt x="13874" y="21302"/>
                </a:lnTo>
                <a:lnTo>
                  <a:pt x="13111" y="21307"/>
                </a:lnTo>
                <a:lnTo>
                  <a:pt x="10800" y="21321"/>
                </a:lnTo>
                <a:lnTo>
                  <a:pt x="10037" y="21389"/>
                </a:lnTo>
                <a:lnTo>
                  <a:pt x="7726" y="21600"/>
                </a:lnTo>
                <a:lnTo>
                  <a:pt x="6751" y="20774"/>
                </a:lnTo>
                <a:lnTo>
                  <a:pt x="5959" y="19923"/>
                </a:lnTo>
                <a:lnTo>
                  <a:pt x="5261" y="18785"/>
                </a:lnTo>
                <a:lnTo>
                  <a:pt x="4565" y="17113"/>
                </a:lnTo>
                <a:lnTo>
                  <a:pt x="3782" y="14653"/>
                </a:lnTo>
                <a:lnTo>
                  <a:pt x="2820" y="11146"/>
                </a:lnTo>
                <a:lnTo>
                  <a:pt x="1591" y="6346"/>
                </a:lnTo>
                <a:lnTo>
                  <a:pt x="0" y="0"/>
                </a:lnTo>
                <a:close/>
              </a:path>
            </a:pathLst>
          </a:custGeom>
          <a:solidFill>
            <a:srgbClr val="AB88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3" name="contour_11311"/>
          <p:cNvSpPr/>
          <p:nvPr/>
        </p:nvSpPr>
        <p:spPr>
          <a:xfrm>
            <a:off x="3894874" y="2404782"/>
            <a:ext cx="43728" cy="43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12" y="0"/>
                </a:moveTo>
                <a:lnTo>
                  <a:pt x="13122" y="608"/>
                </a:lnTo>
                <a:lnTo>
                  <a:pt x="15275" y="1271"/>
                </a:lnTo>
                <a:lnTo>
                  <a:pt x="17392" y="2004"/>
                </a:lnTo>
                <a:lnTo>
                  <a:pt x="19494" y="2810"/>
                </a:lnTo>
                <a:lnTo>
                  <a:pt x="21600" y="3704"/>
                </a:lnTo>
                <a:lnTo>
                  <a:pt x="20938" y="7760"/>
                </a:lnTo>
                <a:lnTo>
                  <a:pt x="20430" y="10616"/>
                </a:lnTo>
                <a:lnTo>
                  <a:pt x="19984" y="12674"/>
                </a:lnTo>
                <a:lnTo>
                  <a:pt x="19498" y="14327"/>
                </a:lnTo>
                <a:lnTo>
                  <a:pt x="18871" y="15977"/>
                </a:lnTo>
                <a:lnTo>
                  <a:pt x="18000" y="18021"/>
                </a:lnTo>
                <a:lnTo>
                  <a:pt x="15430" y="19553"/>
                </a:lnTo>
                <a:lnTo>
                  <a:pt x="13583" y="20505"/>
                </a:lnTo>
                <a:lnTo>
                  <a:pt x="11941" y="21049"/>
                </a:lnTo>
                <a:lnTo>
                  <a:pt x="9986" y="21357"/>
                </a:lnTo>
                <a:lnTo>
                  <a:pt x="7200" y="21600"/>
                </a:lnTo>
                <a:lnTo>
                  <a:pt x="4428" y="20104"/>
                </a:lnTo>
                <a:lnTo>
                  <a:pt x="2754" y="18862"/>
                </a:lnTo>
                <a:lnTo>
                  <a:pt x="1505" y="17198"/>
                </a:lnTo>
                <a:lnTo>
                  <a:pt x="0" y="14442"/>
                </a:lnTo>
                <a:lnTo>
                  <a:pt x="486" y="11933"/>
                </a:lnTo>
                <a:lnTo>
                  <a:pt x="1116" y="9431"/>
                </a:lnTo>
                <a:lnTo>
                  <a:pt x="1944" y="7033"/>
                </a:lnTo>
                <a:lnTo>
                  <a:pt x="3024" y="4835"/>
                </a:lnTo>
                <a:lnTo>
                  <a:pt x="4410" y="2938"/>
                </a:lnTo>
                <a:lnTo>
                  <a:pt x="6149" y="1435"/>
                </a:lnTo>
                <a:lnTo>
                  <a:pt x="8298" y="422"/>
                </a:lnTo>
                <a:lnTo>
                  <a:pt x="10912" y="0"/>
                </a:lnTo>
                <a:close/>
              </a:path>
            </a:pathLst>
          </a:custGeom>
          <a:solidFill>
            <a:srgbClr val="CBB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4" name="contour_11312"/>
          <p:cNvSpPr/>
          <p:nvPr/>
        </p:nvSpPr>
        <p:spPr>
          <a:xfrm>
            <a:off x="1658088" y="2434189"/>
            <a:ext cx="3712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76" y="0"/>
                </a:moveTo>
                <a:lnTo>
                  <a:pt x="6445" y="722"/>
                </a:lnTo>
                <a:lnTo>
                  <a:pt x="8964" y="1469"/>
                </a:lnTo>
                <a:lnTo>
                  <a:pt x="11436" y="2259"/>
                </a:lnTo>
                <a:lnTo>
                  <a:pt x="13857" y="3104"/>
                </a:lnTo>
                <a:lnTo>
                  <a:pt x="16232" y="4030"/>
                </a:lnTo>
                <a:lnTo>
                  <a:pt x="18560" y="5045"/>
                </a:lnTo>
                <a:lnTo>
                  <a:pt x="20837" y="6171"/>
                </a:lnTo>
                <a:lnTo>
                  <a:pt x="21346" y="8652"/>
                </a:lnTo>
                <a:lnTo>
                  <a:pt x="21600" y="10374"/>
                </a:lnTo>
                <a:lnTo>
                  <a:pt x="21600" y="11781"/>
                </a:lnTo>
                <a:lnTo>
                  <a:pt x="21346" y="13318"/>
                </a:lnTo>
                <a:lnTo>
                  <a:pt x="20837" y="15429"/>
                </a:lnTo>
                <a:lnTo>
                  <a:pt x="18823" y="15302"/>
                </a:lnTo>
                <a:lnTo>
                  <a:pt x="16796" y="15172"/>
                </a:lnTo>
                <a:lnTo>
                  <a:pt x="14739" y="15043"/>
                </a:lnTo>
                <a:lnTo>
                  <a:pt x="13768" y="15101"/>
                </a:lnTo>
                <a:lnTo>
                  <a:pt x="12051" y="15200"/>
                </a:lnTo>
                <a:lnTo>
                  <a:pt x="8116" y="15429"/>
                </a:lnTo>
                <a:lnTo>
                  <a:pt x="6623" y="17274"/>
                </a:lnTo>
                <a:lnTo>
                  <a:pt x="5686" y="18533"/>
                </a:lnTo>
                <a:lnTo>
                  <a:pt x="4902" y="19783"/>
                </a:lnTo>
                <a:lnTo>
                  <a:pt x="3876" y="21600"/>
                </a:lnTo>
                <a:lnTo>
                  <a:pt x="3261" y="19770"/>
                </a:lnTo>
                <a:lnTo>
                  <a:pt x="2659" y="17940"/>
                </a:lnTo>
                <a:lnTo>
                  <a:pt x="2073" y="16107"/>
                </a:lnTo>
                <a:lnTo>
                  <a:pt x="1493" y="14271"/>
                </a:lnTo>
                <a:lnTo>
                  <a:pt x="827" y="12226"/>
                </a:lnTo>
                <a:lnTo>
                  <a:pt x="148" y="10149"/>
                </a:lnTo>
                <a:lnTo>
                  <a:pt x="0" y="7733"/>
                </a:lnTo>
                <a:lnTo>
                  <a:pt x="271" y="5721"/>
                </a:lnTo>
                <a:lnTo>
                  <a:pt x="992" y="3903"/>
                </a:lnTo>
                <a:lnTo>
                  <a:pt x="2184" y="2067"/>
                </a:lnTo>
                <a:lnTo>
                  <a:pt x="3876" y="0"/>
                </a:lnTo>
                <a:close/>
              </a:path>
            </a:pathLst>
          </a:custGeom>
          <a:solidFill>
            <a:srgbClr val="06060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5" name="contour_11313"/>
          <p:cNvSpPr/>
          <p:nvPr/>
        </p:nvSpPr>
        <p:spPr>
          <a:xfrm>
            <a:off x="1526277" y="2412325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03" y="1282"/>
                </a:lnTo>
                <a:lnTo>
                  <a:pt x="2011" y="2567"/>
                </a:lnTo>
                <a:lnTo>
                  <a:pt x="3024" y="3866"/>
                </a:lnTo>
                <a:lnTo>
                  <a:pt x="4051" y="5177"/>
                </a:lnTo>
                <a:lnTo>
                  <a:pt x="5513" y="6761"/>
                </a:lnTo>
                <a:lnTo>
                  <a:pt x="6946" y="8114"/>
                </a:lnTo>
                <a:lnTo>
                  <a:pt x="8366" y="9263"/>
                </a:lnTo>
                <a:lnTo>
                  <a:pt x="9792" y="10224"/>
                </a:lnTo>
                <a:lnTo>
                  <a:pt x="11234" y="11020"/>
                </a:lnTo>
                <a:lnTo>
                  <a:pt x="12715" y="11675"/>
                </a:lnTo>
                <a:lnTo>
                  <a:pt x="14246" y="12208"/>
                </a:lnTo>
                <a:lnTo>
                  <a:pt x="15847" y="12640"/>
                </a:lnTo>
                <a:lnTo>
                  <a:pt x="17530" y="12992"/>
                </a:lnTo>
                <a:lnTo>
                  <a:pt x="19313" y="13288"/>
                </a:lnTo>
                <a:lnTo>
                  <a:pt x="20448" y="13838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20016" y="21600"/>
                </a:lnTo>
                <a:lnTo>
                  <a:pt x="18432" y="21600"/>
                </a:lnTo>
                <a:lnTo>
                  <a:pt x="16846" y="21600"/>
                </a:lnTo>
                <a:lnTo>
                  <a:pt x="15257" y="21600"/>
                </a:lnTo>
                <a:lnTo>
                  <a:pt x="13666" y="21600"/>
                </a:lnTo>
                <a:lnTo>
                  <a:pt x="12072" y="21600"/>
                </a:lnTo>
                <a:lnTo>
                  <a:pt x="10474" y="21600"/>
                </a:lnTo>
                <a:lnTo>
                  <a:pt x="8870" y="21600"/>
                </a:lnTo>
                <a:lnTo>
                  <a:pt x="7262" y="21600"/>
                </a:lnTo>
                <a:lnTo>
                  <a:pt x="5650" y="21600"/>
                </a:lnTo>
                <a:lnTo>
                  <a:pt x="4027" y="21600"/>
                </a:lnTo>
                <a:lnTo>
                  <a:pt x="2400" y="21600"/>
                </a:lnTo>
                <a:lnTo>
                  <a:pt x="2136" y="19224"/>
                </a:lnTo>
                <a:lnTo>
                  <a:pt x="1872" y="16844"/>
                </a:lnTo>
                <a:lnTo>
                  <a:pt x="1608" y="14465"/>
                </a:lnTo>
                <a:lnTo>
                  <a:pt x="1342" y="12078"/>
                </a:lnTo>
                <a:lnTo>
                  <a:pt x="1075" y="9684"/>
                </a:lnTo>
                <a:lnTo>
                  <a:pt x="809" y="7279"/>
                </a:lnTo>
                <a:lnTo>
                  <a:pt x="540" y="4867"/>
                </a:lnTo>
                <a:lnTo>
                  <a:pt x="271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25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6" name="contour_11314"/>
          <p:cNvSpPr/>
          <p:nvPr/>
        </p:nvSpPr>
        <p:spPr>
          <a:xfrm>
            <a:off x="7706494" y="2397749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345" y="1242"/>
                </a:lnTo>
                <a:lnTo>
                  <a:pt x="17405" y="2484"/>
                </a:lnTo>
                <a:lnTo>
                  <a:pt x="17457" y="3726"/>
                </a:lnTo>
                <a:lnTo>
                  <a:pt x="17505" y="4968"/>
                </a:lnTo>
                <a:lnTo>
                  <a:pt x="17548" y="6210"/>
                </a:lnTo>
                <a:lnTo>
                  <a:pt x="17600" y="7363"/>
                </a:lnTo>
                <a:lnTo>
                  <a:pt x="17652" y="8526"/>
                </a:lnTo>
                <a:lnTo>
                  <a:pt x="17703" y="9703"/>
                </a:lnTo>
                <a:lnTo>
                  <a:pt x="17436" y="11180"/>
                </a:lnTo>
                <a:lnTo>
                  <a:pt x="17021" y="12485"/>
                </a:lnTo>
                <a:lnTo>
                  <a:pt x="16412" y="13679"/>
                </a:lnTo>
                <a:lnTo>
                  <a:pt x="15561" y="14833"/>
                </a:lnTo>
                <a:lnTo>
                  <a:pt x="14429" y="16010"/>
                </a:lnTo>
                <a:lnTo>
                  <a:pt x="12960" y="17280"/>
                </a:lnTo>
                <a:lnTo>
                  <a:pt x="15816" y="17280"/>
                </a:lnTo>
                <a:lnTo>
                  <a:pt x="18688" y="17280"/>
                </a:lnTo>
                <a:lnTo>
                  <a:pt x="21600" y="17280"/>
                </a:lnTo>
                <a:lnTo>
                  <a:pt x="21600" y="18708"/>
                </a:lnTo>
                <a:lnTo>
                  <a:pt x="21600" y="20144"/>
                </a:lnTo>
                <a:lnTo>
                  <a:pt x="21600" y="21600"/>
                </a:lnTo>
                <a:lnTo>
                  <a:pt x="16606" y="21274"/>
                </a:lnTo>
                <a:lnTo>
                  <a:pt x="13094" y="21012"/>
                </a:lnTo>
                <a:lnTo>
                  <a:pt x="10593" y="20760"/>
                </a:lnTo>
                <a:lnTo>
                  <a:pt x="8614" y="20453"/>
                </a:lnTo>
                <a:lnTo>
                  <a:pt x="6683" y="20034"/>
                </a:lnTo>
                <a:lnTo>
                  <a:pt x="4320" y="19440"/>
                </a:lnTo>
                <a:lnTo>
                  <a:pt x="3015" y="18010"/>
                </a:lnTo>
                <a:lnTo>
                  <a:pt x="2056" y="16634"/>
                </a:lnTo>
                <a:lnTo>
                  <a:pt x="1356" y="15269"/>
                </a:lnTo>
                <a:lnTo>
                  <a:pt x="834" y="13869"/>
                </a:lnTo>
                <a:lnTo>
                  <a:pt x="410" y="12396"/>
                </a:lnTo>
                <a:lnTo>
                  <a:pt x="0" y="10800"/>
                </a:lnTo>
                <a:lnTo>
                  <a:pt x="2566" y="10800"/>
                </a:lnTo>
                <a:lnTo>
                  <a:pt x="5141" y="10800"/>
                </a:lnTo>
                <a:lnTo>
                  <a:pt x="7724" y="10800"/>
                </a:lnTo>
                <a:lnTo>
                  <a:pt x="10329" y="10800"/>
                </a:lnTo>
                <a:lnTo>
                  <a:pt x="12960" y="10800"/>
                </a:lnTo>
                <a:lnTo>
                  <a:pt x="12960" y="9273"/>
                </a:lnTo>
                <a:lnTo>
                  <a:pt x="12960" y="7744"/>
                </a:lnTo>
                <a:lnTo>
                  <a:pt x="12960" y="6210"/>
                </a:lnTo>
                <a:lnTo>
                  <a:pt x="12960" y="4670"/>
                </a:lnTo>
                <a:lnTo>
                  <a:pt x="12960" y="3123"/>
                </a:lnTo>
                <a:lnTo>
                  <a:pt x="12960" y="1568"/>
                </a:lnTo>
                <a:lnTo>
                  <a:pt x="12960" y="0"/>
                </a:lnTo>
                <a:close/>
              </a:path>
            </a:pathLst>
          </a:custGeom>
          <a:solidFill>
            <a:srgbClr val="EF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7" name="contour_11315"/>
          <p:cNvSpPr/>
          <p:nvPr/>
        </p:nvSpPr>
        <p:spPr>
          <a:xfrm>
            <a:off x="4667401" y="2405037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594" y="2037"/>
                </a:lnTo>
                <a:lnTo>
                  <a:pt x="19188" y="4076"/>
                </a:lnTo>
                <a:lnTo>
                  <a:pt x="19786" y="6125"/>
                </a:lnTo>
                <a:lnTo>
                  <a:pt x="20387" y="8183"/>
                </a:lnTo>
                <a:lnTo>
                  <a:pt x="20992" y="10254"/>
                </a:lnTo>
                <a:lnTo>
                  <a:pt x="21600" y="12343"/>
                </a:lnTo>
                <a:lnTo>
                  <a:pt x="19220" y="12343"/>
                </a:lnTo>
                <a:lnTo>
                  <a:pt x="16826" y="12343"/>
                </a:lnTo>
                <a:lnTo>
                  <a:pt x="14400" y="12343"/>
                </a:lnTo>
                <a:lnTo>
                  <a:pt x="15113" y="14176"/>
                </a:lnTo>
                <a:lnTo>
                  <a:pt x="15829" y="16015"/>
                </a:lnTo>
                <a:lnTo>
                  <a:pt x="16546" y="17860"/>
                </a:lnTo>
                <a:lnTo>
                  <a:pt x="17269" y="19721"/>
                </a:lnTo>
                <a:lnTo>
                  <a:pt x="18000" y="21600"/>
                </a:lnTo>
                <a:lnTo>
                  <a:pt x="15862" y="21600"/>
                </a:lnTo>
                <a:lnTo>
                  <a:pt x="13716" y="21600"/>
                </a:lnTo>
                <a:lnTo>
                  <a:pt x="11563" y="21600"/>
                </a:lnTo>
                <a:lnTo>
                  <a:pt x="9392" y="21600"/>
                </a:lnTo>
                <a:lnTo>
                  <a:pt x="7200" y="21600"/>
                </a:lnTo>
                <a:lnTo>
                  <a:pt x="7200" y="19560"/>
                </a:lnTo>
                <a:lnTo>
                  <a:pt x="7200" y="17508"/>
                </a:lnTo>
                <a:lnTo>
                  <a:pt x="7200" y="15429"/>
                </a:lnTo>
                <a:lnTo>
                  <a:pt x="4820" y="15429"/>
                </a:lnTo>
                <a:lnTo>
                  <a:pt x="2426" y="15429"/>
                </a:lnTo>
                <a:lnTo>
                  <a:pt x="0" y="15429"/>
                </a:lnTo>
                <a:lnTo>
                  <a:pt x="0" y="13389"/>
                </a:lnTo>
                <a:lnTo>
                  <a:pt x="0" y="11337"/>
                </a:lnTo>
                <a:lnTo>
                  <a:pt x="0" y="9257"/>
                </a:lnTo>
                <a:lnTo>
                  <a:pt x="1962" y="7955"/>
                </a:lnTo>
                <a:lnTo>
                  <a:pt x="3413" y="7045"/>
                </a:lnTo>
                <a:lnTo>
                  <a:pt x="4781" y="6283"/>
                </a:lnTo>
                <a:lnTo>
                  <a:pt x="6498" y="5428"/>
                </a:lnTo>
                <a:lnTo>
                  <a:pt x="9000" y="4243"/>
                </a:lnTo>
                <a:lnTo>
                  <a:pt x="10674" y="3437"/>
                </a:lnTo>
                <a:lnTo>
                  <a:pt x="12355" y="2629"/>
                </a:lnTo>
                <a:lnTo>
                  <a:pt x="14062" y="1808"/>
                </a:lnTo>
                <a:lnTo>
                  <a:pt x="15041" y="1358"/>
                </a:lnTo>
                <a:lnTo>
                  <a:pt x="18000" y="0"/>
                </a:lnTo>
                <a:close/>
              </a:path>
            </a:pathLst>
          </a:custGeom>
          <a:solidFill>
            <a:srgbClr val="7C9F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8" name="contour_11316"/>
          <p:cNvSpPr/>
          <p:nvPr/>
        </p:nvSpPr>
        <p:spPr>
          <a:xfrm>
            <a:off x="4295714" y="2419613"/>
            <a:ext cx="670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14" y="648"/>
                </a:lnTo>
                <a:lnTo>
                  <a:pt x="3026" y="1307"/>
                </a:lnTo>
                <a:lnTo>
                  <a:pt x="4535" y="1976"/>
                </a:lnTo>
                <a:lnTo>
                  <a:pt x="6044" y="2653"/>
                </a:lnTo>
                <a:lnTo>
                  <a:pt x="7551" y="3337"/>
                </a:lnTo>
                <a:lnTo>
                  <a:pt x="9056" y="4028"/>
                </a:lnTo>
                <a:lnTo>
                  <a:pt x="10563" y="4723"/>
                </a:lnTo>
                <a:lnTo>
                  <a:pt x="12079" y="5364"/>
                </a:lnTo>
                <a:lnTo>
                  <a:pt x="13617" y="6012"/>
                </a:lnTo>
                <a:lnTo>
                  <a:pt x="15213" y="6782"/>
                </a:lnTo>
                <a:lnTo>
                  <a:pt x="16741" y="7585"/>
                </a:lnTo>
                <a:lnTo>
                  <a:pt x="18222" y="8482"/>
                </a:lnTo>
                <a:lnTo>
                  <a:pt x="19678" y="9533"/>
                </a:lnTo>
                <a:lnTo>
                  <a:pt x="21126" y="10800"/>
                </a:lnTo>
                <a:lnTo>
                  <a:pt x="21443" y="13658"/>
                </a:lnTo>
                <a:lnTo>
                  <a:pt x="21600" y="15653"/>
                </a:lnTo>
                <a:lnTo>
                  <a:pt x="21600" y="17294"/>
                </a:lnTo>
                <a:lnTo>
                  <a:pt x="21443" y="19102"/>
                </a:lnTo>
                <a:lnTo>
                  <a:pt x="21126" y="21600"/>
                </a:lnTo>
                <a:lnTo>
                  <a:pt x="20206" y="20412"/>
                </a:lnTo>
                <a:lnTo>
                  <a:pt x="19276" y="19213"/>
                </a:lnTo>
                <a:lnTo>
                  <a:pt x="18337" y="18000"/>
                </a:lnTo>
                <a:lnTo>
                  <a:pt x="16882" y="16628"/>
                </a:lnTo>
                <a:lnTo>
                  <a:pt x="15450" y="15642"/>
                </a:lnTo>
                <a:lnTo>
                  <a:pt x="14032" y="14990"/>
                </a:lnTo>
                <a:lnTo>
                  <a:pt x="12610" y="14634"/>
                </a:lnTo>
                <a:lnTo>
                  <a:pt x="11166" y="14519"/>
                </a:lnTo>
                <a:lnTo>
                  <a:pt x="9690" y="14602"/>
                </a:lnTo>
                <a:lnTo>
                  <a:pt x="8162" y="14832"/>
                </a:lnTo>
                <a:lnTo>
                  <a:pt x="6570" y="15163"/>
                </a:lnTo>
                <a:lnTo>
                  <a:pt x="4897" y="15552"/>
                </a:lnTo>
                <a:lnTo>
                  <a:pt x="3631" y="14980"/>
                </a:lnTo>
                <a:lnTo>
                  <a:pt x="2347" y="14400"/>
                </a:lnTo>
                <a:lnTo>
                  <a:pt x="1772" y="12056"/>
                </a:lnTo>
                <a:lnTo>
                  <a:pt x="1293" y="9695"/>
                </a:lnTo>
                <a:lnTo>
                  <a:pt x="892" y="7315"/>
                </a:lnTo>
                <a:lnTo>
                  <a:pt x="554" y="4910"/>
                </a:lnTo>
                <a:lnTo>
                  <a:pt x="263" y="2473"/>
                </a:lnTo>
                <a:lnTo>
                  <a:pt x="0" y="0"/>
                </a:lnTo>
                <a:close/>
              </a:path>
            </a:pathLst>
          </a:custGeom>
          <a:solidFill>
            <a:srgbClr val="9493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19" name="contour_11317"/>
          <p:cNvSpPr/>
          <p:nvPr/>
        </p:nvSpPr>
        <p:spPr>
          <a:xfrm>
            <a:off x="10417627" y="2399506"/>
            <a:ext cx="58304" cy="34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984"/>
                </a:moveTo>
                <a:lnTo>
                  <a:pt x="21090" y="10580"/>
                </a:lnTo>
                <a:lnTo>
                  <a:pt x="20636" y="12391"/>
                </a:lnTo>
                <a:lnTo>
                  <a:pt x="19991" y="14265"/>
                </a:lnTo>
                <a:lnTo>
                  <a:pt x="18900" y="17061"/>
                </a:lnTo>
                <a:lnTo>
                  <a:pt x="17007" y="17987"/>
                </a:lnTo>
                <a:lnTo>
                  <a:pt x="15630" y="18595"/>
                </a:lnTo>
                <a:lnTo>
                  <a:pt x="14372" y="19027"/>
                </a:lnTo>
                <a:lnTo>
                  <a:pt x="12839" y="19417"/>
                </a:lnTo>
                <a:lnTo>
                  <a:pt x="10633" y="19898"/>
                </a:lnTo>
                <a:lnTo>
                  <a:pt x="9150" y="20238"/>
                </a:lnTo>
                <a:lnTo>
                  <a:pt x="7660" y="20583"/>
                </a:lnTo>
                <a:lnTo>
                  <a:pt x="6148" y="20928"/>
                </a:lnTo>
                <a:lnTo>
                  <a:pt x="5292" y="21096"/>
                </a:lnTo>
                <a:lnTo>
                  <a:pt x="2700" y="21600"/>
                </a:lnTo>
                <a:lnTo>
                  <a:pt x="2255" y="18604"/>
                </a:lnTo>
                <a:lnTo>
                  <a:pt x="1809" y="15604"/>
                </a:lnTo>
                <a:lnTo>
                  <a:pt x="1361" y="12591"/>
                </a:lnTo>
                <a:lnTo>
                  <a:pt x="910" y="9563"/>
                </a:lnTo>
                <a:lnTo>
                  <a:pt x="456" y="6518"/>
                </a:lnTo>
                <a:lnTo>
                  <a:pt x="0" y="3445"/>
                </a:lnTo>
                <a:lnTo>
                  <a:pt x="2006" y="1884"/>
                </a:lnTo>
                <a:lnTo>
                  <a:pt x="3918" y="822"/>
                </a:lnTo>
                <a:lnTo>
                  <a:pt x="5756" y="204"/>
                </a:lnTo>
                <a:lnTo>
                  <a:pt x="7533" y="0"/>
                </a:lnTo>
                <a:lnTo>
                  <a:pt x="9269" y="159"/>
                </a:lnTo>
                <a:lnTo>
                  <a:pt x="10978" y="645"/>
                </a:lnTo>
                <a:lnTo>
                  <a:pt x="12676" y="1412"/>
                </a:lnTo>
                <a:lnTo>
                  <a:pt x="14383" y="2419"/>
                </a:lnTo>
                <a:lnTo>
                  <a:pt x="16111" y="3622"/>
                </a:lnTo>
                <a:lnTo>
                  <a:pt x="17879" y="4974"/>
                </a:lnTo>
                <a:lnTo>
                  <a:pt x="19702" y="6445"/>
                </a:lnTo>
                <a:lnTo>
                  <a:pt x="21600" y="7984"/>
                </a:lnTo>
                <a:close/>
              </a:path>
            </a:pathLst>
          </a:custGeom>
          <a:solidFill>
            <a:srgbClr val="E5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0" name="contour_11318"/>
          <p:cNvSpPr/>
          <p:nvPr/>
        </p:nvSpPr>
        <p:spPr>
          <a:xfrm>
            <a:off x="8622536" y="2332157"/>
            <a:ext cx="3868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23" y="0"/>
                </a:moveTo>
                <a:lnTo>
                  <a:pt x="7337" y="972"/>
                </a:lnTo>
                <a:lnTo>
                  <a:pt x="9355" y="1946"/>
                </a:lnTo>
                <a:lnTo>
                  <a:pt x="11382" y="2924"/>
                </a:lnTo>
                <a:lnTo>
                  <a:pt x="13417" y="3906"/>
                </a:lnTo>
                <a:lnTo>
                  <a:pt x="15463" y="4893"/>
                </a:lnTo>
                <a:lnTo>
                  <a:pt x="17531" y="5891"/>
                </a:lnTo>
                <a:lnTo>
                  <a:pt x="15113" y="5891"/>
                </a:lnTo>
                <a:lnTo>
                  <a:pt x="12688" y="5891"/>
                </a:lnTo>
                <a:lnTo>
                  <a:pt x="10255" y="5891"/>
                </a:lnTo>
                <a:lnTo>
                  <a:pt x="7801" y="5891"/>
                </a:lnTo>
                <a:lnTo>
                  <a:pt x="5323" y="5891"/>
                </a:lnTo>
                <a:lnTo>
                  <a:pt x="4724" y="8088"/>
                </a:lnTo>
                <a:lnTo>
                  <a:pt x="4366" y="9639"/>
                </a:lnTo>
                <a:lnTo>
                  <a:pt x="4248" y="10763"/>
                </a:lnTo>
                <a:lnTo>
                  <a:pt x="4366" y="11678"/>
                </a:lnTo>
                <a:lnTo>
                  <a:pt x="4724" y="12599"/>
                </a:lnTo>
                <a:lnTo>
                  <a:pt x="5323" y="13745"/>
                </a:lnTo>
                <a:lnTo>
                  <a:pt x="7475" y="14515"/>
                </a:lnTo>
                <a:lnTo>
                  <a:pt x="9677" y="15189"/>
                </a:lnTo>
                <a:lnTo>
                  <a:pt x="11931" y="15786"/>
                </a:lnTo>
                <a:lnTo>
                  <a:pt x="14243" y="16318"/>
                </a:lnTo>
                <a:lnTo>
                  <a:pt x="16623" y="16799"/>
                </a:lnTo>
                <a:lnTo>
                  <a:pt x="19073" y="17247"/>
                </a:lnTo>
                <a:lnTo>
                  <a:pt x="21600" y="17673"/>
                </a:lnTo>
                <a:lnTo>
                  <a:pt x="19614" y="18977"/>
                </a:lnTo>
                <a:lnTo>
                  <a:pt x="18104" y="19821"/>
                </a:lnTo>
                <a:lnTo>
                  <a:pt x="16306" y="20573"/>
                </a:lnTo>
                <a:lnTo>
                  <a:pt x="13461" y="21600"/>
                </a:lnTo>
                <a:lnTo>
                  <a:pt x="9819" y="21117"/>
                </a:lnTo>
                <a:lnTo>
                  <a:pt x="7272" y="20710"/>
                </a:lnTo>
                <a:lnTo>
                  <a:pt x="5481" y="20271"/>
                </a:lnTo>
                <a:lnTo>
                  <a:pt x="4106" y="19691"/>
                </a:lnTo>
                <a:lnTo>
                  <a:pt x="2812" y="18863"/>
                </a:lnTo>
                <a:lnTo>
                  <a:pt x="1253" y="17673"/>
                </a:lnTo>
                <a:lnTo>
                  <a:pt x="875" y="16292"/>
                </a:lnTo>
                <a:lnTo>
                  <a:pt x="541" y="14898"/>
                </a:lnTo>
                <a:lnTo>
                  <a:pt x="269" y="13496"/>
                </a:lnTo>
                <a:lnTo>
                  <a:pt x="85" y="12088"/>
                </a:lnTo>
                <a:lnTo>
                  <a:pt x="0" y="10682"/>
                </a:lnTo>
                <a:lnTo>
                  <a:pt x="37" y="9280"/>
                </a:lnTo>
                <a:lnTo>
                  <a:pt x="216" y="7888"/>
                </a:lnTo>
                <a:lnTo>
                  <a:pt x="553" y="6509"/>
                </a:lnTo>
                <a:lnTo>
                  <a:pt x="1074" y="5151"/>
                </a:lnTo>
                <a:lnTo>
                  <a:pt x="1791" y="3815"/>
                </a:lnTo>
                <a:lnTo>
                  <a:pt x="2722" y="2510"/>
                </a:lnTo>
                <a:lnTo>
                  <a:pt x="3894" y="1235"/>
                </a:lnTo>
                <a:lnTo>
                  <a:pt x="5323" y="0"/>
                </a:lnTo>
                <a:close/>
              </a:path>
            </a:pathLst>
          </a:custGeom>
          <a:solidFill>
            <a:srgbClr val="CED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1" name="contour_11319"/>
          <p:cNvSpPr/>
          <p:nvPr/>
        </p:nvSpPr>
        <p:spPr>
          <a:xfrm>
            <a:off x="10782026" y="2374318"/>
            <a:ext cx="65592" cy="380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891"/>
                </a:moveTo>
                <a:lnTo>
                  <a:pt x="18732" y="2912"/>
                </a:lnTo>
                <a:lnTo>
                  <a:pt x="19874" y="4448"/>
                </a:lnTo>
                <a:lnTo>
                  <a:pt x="20681" y="6275"/>
                </a:lnTo>
                <a:lnTo>
                  <a:pt x="21600" y="9174"/>
                </a:lnTo>
                <a:lnTo>
                  <a:pt x="21149" y="12504"/>
                </a:lnTo>
                <a:lnTo>
                  <a:pt x="20798" y="14816"/>
                </a:lnTo>
                <a:lnTo>
                  <a:pt x="20434" y="16704"/>
                </a:lnTo>
                <a:lnTo>
                  <a:pt x="19939" y="18767"/>
                </a:lnTo>
                <a:lnTo>
                  <a:pt x="19200" y="21600"/>
                </a:lnTo>
                <a:lnTo>
                  <a:pt x="19200" y="18862"/>
                </a:lnTo>
                <a:lnTo>
                  <a:pt x="19200" y="16108"/>
                </a:lnTo>
                <a:lnTo>
                  <a:pt x="19200" y="13316"/>
                </a:lnTo>
                <a:lnTo>
                  <a:pt x="17616" y="13316"/>
                </a:lnTo>
                <a:lnTo>
                  <a:pt x="16032" y="13316"/>
                </a:lnTo>
                <a:lnTo>
                  <a:pt x="14446" y="13316"/>
                </a:lnTo>
                <a:lnTo>
                  <a:pt x="12857" y="13316"/>
                </a:lnTo>
                <a:lnTo>
                  <a:pt x="11266" y="13316"/>
                </a:lnTo>
                <a:lnTo>
                  <a:pt x="9672" y="13316"/>
                </a:lnTo>
                <a:lnTo>
                  <a:pt x="8074" y="13316"/>
                </a:lnTo>
                <a:lnTo>
                  <a:pt x="6470" y="13316"/>
                </a:lnTo>
                <a:lnTo>
                  <a:pt x="4862" y="13316"/>
                </a:lnTo>
                <a:lnTo>
                  <a:pt x="3250" y="13316"/>
                </a:lnTo>
                <a:lnTo>
                  <a:pt x="1627" y="13316"/>
                </a:lnTo>
                <a:lnTo>
                  <a:pt x="0" y="13316"/>
                </a:lnTo>
                <a:lnTo>
                  <a:pt x="0" y="10578"/>
                </a:lnTo>
                <a:lnTo>
                  <a:pt x="0" y="7824"/>
                </a:lnTo>
                <a:lnTo>
                  <a:pt x="0" y="5032"/>
                </a:lnTo>
                <a:lnTo>
                  <a:pt x="1507" y="3384"/>
                </a:lnTo>
                <a:lnTo>
                  <a:pt x="3077" y="2108"/>
                </a:lnTo>
                <a:lnTo>
                  <a:pt x="4702" y="1168"/>
                </a:lnTo>
                <a:lnTo>
                  <a:pt x="6367" y="530"/>
                </a:lnTo>
                <a:lnTo>
                  <a:pt x="8071" y="153"/>
                </a:lnTo>
                <a:lnTo>
                  <a:pt x="9799" y="0"/>
                </a:lnTo>
                <a:lnTo>
                  <a:pt x="11546" y="37"/>
                </a:lnTo>
                <a:lnTo>
                  <a:pt x="13301" y="220"/>
                </a:lnTo>
                <a:lnTo>
                  <a:pt x="15055" y="518"/>
                </a:lnTo>
                <a:lnTo>
                  <a:pt x="16800" y="891"/>
                </a:lnTo>
                <a:close/>
              </a:path>
            </a:pathLst>
          </a:custGeom>
          <a:solidFill>
            <a:srgbClr val="C5BB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2" name="contour_11320"/>
          <p:cNvSpPr/>
          <p:nvPr/>
        </p:nvSpPr>
        <p:spPr>
          <a:xfrm>
            <a:off x="4383170" y="2339445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3" y="729"/>
                </a:lnTo>
                <a:lnTo>
                  <a:pt x="4954" y="1472"/>
                </a:lnTo>
                <a:lnTo>
                  <a:pt x="7178" y="2252"/>
                </a:lnTo>
                <a:lnTo>
                  <a:pt x="9248" y="3097"/>
                </a:lnTo>
                <a:lnTo>
                  <a:pt x="11171" y="4039"/>
                </a:lnTo>
                <a:lnTo>
                  <a:pt x="12956" y="5103"/>
                </a:lnTo>
                <a:lnTo>
                  <a:pt x="14612" y="6315"/>
                </a:lnTo>
                <a:lnTo>
                  <a:pt x="16150" y="7709"/>
                </a:lnTo>
                <a:lnTo>
                  <a:pt x="17575" y="9307"/>
                </a:lnTo>
                <a:lnTo>
                  <a:pt x="18900" y="11138"/>
                </a:lnTo>
                <a:lnTo>
                  <a:pt x="19793" y="12812"/>
                </a:lnTo>
                <a:lnTo>
                  <a:pt x="20689" y="14494"/>
                </a:lnTo>
                <a:lnTo>
                  <a:pt x="21600" y="16200"/>
                </a:lnTo>
                <a:lnTo>
                  <a:pt x="19372" y="16870"/>
                </a:lnTo>
                <a:lnTo>
                  <a:pt x="17143" y="17537"/>
                </a:lnTo>
                <a:lnTo>
                  <a:pt x="14908" y="18209"/>
                </a:lnTo>
                <a:lnTo>
                  <a:pt x="12668" y="18881"/>
                </a:lnTo>
                <a:lnTo>
                  <a:pt x="10418" y="19553"/>
                </a:lnTo>
                <a:lnTo>
                  <a:pt x="8158" y="20231"/>
                </a:lnTo>
                <a:lnTo>
                  <a:pt x="5886" y="20914"/>
                </a:lnTo>
                <a:lnTo>
                  <a:pt x="3600" y="21600"/>
                </a:lnTo>
                <a:lnTo>
                  <a:pt x="3996" y="19818"/>
                </a:lnTo>
                <a:lnTo>
                  <a:pt x="4392" y="18033"/>
                </a:lnTo>
                <a:lnTo>
                  <a:pt x="4788" y="16249"/>
                </a:lnTo>
                <a:lnTo>
                  <a:pt x="5188" y="14459"/>
                </a:lnTo>
                <a:lnTo>
                  <a:pt x="5587" y="12663"/>
                </a:lnTo>
                <a:lnTo>
                  <a:pt x="5987" y="10859"/>
                </a:lnTo>
                <a:lnTo>
                  <a:pt x="6390" y="9050"/>
                </a:lnTo>
                <a:lnTo>
                  <a:pt x="6793" y="7231"/>
                </a:lnTo>
                <a:lnTo>
                  <a:pt x="7200" y="5400"/>
                </a:lnTo>
                <a:lnTo>
                  <a:pt x="4820" y="5400"/>
                </a:lnTo>
                <a:lnTo>
                  <a:pt x="2426" y="5400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18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3" name="contour_11321"/>
          <p:cNvSpPr/>
          <p:nvPr/>
        </p:nvSpPr>
        <p:spPr>
          <a:xfrm>
            <a:off x="3287981" y="2361309"/>
            <a:ext cx="3114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54" y="1438"/>
                </a:lnTo>
                <a:lnTo>
                  <a:pt x="20493" y="2897"/>
                </a:lnTo>
                <a:lnTo>
                  <a:pt x="20023" y="4171"/>
                </a:lnTo>
                <a:lnTo>
                  <a:pt x="19553" y="5450"/>
                </a:lnTo>
                <a:lnTo>
                  <a:pt x="19073" y="6749"/>
                </a:lnTo>
                <a:lnTo>
                  <a:pt x="18602" y="8004"/>
                </a:lnTo>
                <a:lnTo>
                  <a:pt x="18127" y="9269"/>
                </a:lnTo>
                <a:lnTo>
                  <a:pt x="17652" y="10548"/>
                </a:lnTo>
                <a:lnTo>
                  <a:pt x="17243" y="12139"/>
                </a:lnTo>
                <a:lnTo>
                  <a:pt x="16929" y="13716"/>
                </a:lnTo>
                <a:lnTo>
                  <a:pt x="16702" y="15281"/>
                </a:lnTo>
                <a:lnTo>
                  <a:pt x="16560" y="16846"/>
                </a:lnTo>
                <a:lnTo>
                  <a:pt x="16494" y="18415"/>
                </a:lnTo>
                <a:lnTo>
                  <a:pt x="16489" y="19997"/>
                </a:lnTo>
                <a:lnTo>
                  <a:pt x="16545" y="21600"/>
                </a:lnTo>
                <a:lnTo>
                  <a:pt x="13315" y="20890"/>
                </a:lnTo>
                <a:lnTo>
                  <a:pt x="10929" y="20321"/>
                </a:lnTo>
                <a:lnTo>
                  <a:pt x="8963" y="19762"/>
                </a:lnTo>
                <a:lnTo>
                  <a:pt x="6996" y="19078"/>
                </a:lnTo>
                <a:lnTo>
                  <a:pt x="4610" y="18134"/>
                </a:lnTo>
                <a:lnTo>
                  <a:pt x="1380" y="16800"/>
                </a:lnTo>
                <a:lnTo>
                  <a:pt x="657" y="15050"/>
                </a:lnTo>
                <a:lnTo>
                  <a:pt x="202" y="13337"/>
                </a:lnTo>
                <a:lnTo>
                  <a:pt x="0" y="11647"/>
                </a:lnTo>
                <a:lnTo>
                  <a:pt x="30" y="9965"/>
                </a:lnTo>
                <a:lnTo>
                  <a:pt x="278" y="8273"/>
                </a:lnTo>
                <a:lnTo>
                  <a:pt x="733" y="6557"/>
                </a:lnTo>
                <a:lnTo>
                  <a:pt x="1380" y="4800"/>
                </a:lnTo>
                <a:lnTo>
                  <a:pt x="3913" y="3084"/>
                </a:lnTo>
                <a:lnTo>
                  <a:pt x="6137" y="1834"/>
                </a:lnTo>
                <a:lnTo>
                  <a:pt x="8310" y="977"/>
                </a:lnTo>
                <a:lnTo>
                  <a:pt x="10691" y="439"/>
                </a:lnTo>
                <a:lnTo>
                  <a:pt x="13527" y="146"/>
                </a:lnTo>
                <a:lnTo>
                  <a:pt x="17081" y="24"/>
                </a:lnTo>
                <a:lnTo>
                  <a:pt x="21600" y="0"/>
                </a:lnTo>
                <a:close/>
              </a:path>
            </a:pathLst>
          </a:custGeom>
          <a:solidFill>
            <a:srgbClr val="6C94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4" name="contour_11322"/>
          <p:cNvSpPr/>
          <p:nvPr/>
        </p:nvSpPr>
        <p:spPr>
          <a:xfrm>
            <a:off x="4022684" y="2317581"/>
            <a:ext cx="3981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92" y="0"/>
                </a:moveTo>
                <a:lnTo>
                  <a:pt x="14610" y="2018"/>
                </a:lnTo>
                <a:lnTo>
                  <a:pt x="15408" y="3919"/>
                </a:lnTo>
                <a:lnTo>
                  <a:pt x="16088" y="5749"/>
                </a:lnTo>
                <a:lnTo>
                  <a:pt x="16646" y="7551"/>
                </a:lnTo>
                <a:lnTo>
                  <a:pt x="17081" y="9371"/>
                </a:lnTo>
                <a:lnTo>
                  <a:pt x="17393" y="11263"/>
                </a:lnTo>
                <a:lnTo>
                  <a:pt x="17583" y="13265"/>
                </a:lnTo>
                <a:lnTo>
                  <a:pt x="17646" y="15429"/>
                </a:lnTo>
                <a:lnTo>
                  <a:pt x="18820" y="17477"/>
                </a:lnTo>
                <a:lnTo>
                  <a:pt x="19623" y="18804"/>
                </a:lnTo>
                <a:lnTo>
                  <a:pt x="20426" y="19986"/>
                </a:lnTo>
                <a:lnTo>
                  <a:pt x="21600" y="21600"/>
                </a:lnTo>
                <a:lnTo>
                  <a:pt x="18979" y="21507"/>
                </a:lnTo>
                <a:lnTo>
                  <a:pt x="16424" y="21372"/>
                </a:lnTo>
                <a:lnTo>
                  <a:pt x="13922" y="21174"/>
                </a:lnTo>
                <a:lnTo>
                  <a:pt x="11466" y="20896"/>
                </a:lnTo>
                <a:lnTo>
                  <a:pt x="9039" y="20511"/>
                </a:lnTo>
                <a:lnTo>
                  <a:pt x="6631" y="20002"/>
                </a:lnTo>
                <a:lnTo>
                  <a:pt x="4235" y="19341"/>
                </a:lnTo>
                <a:lnTo>
                  <a:pt x="1831" y="18514"/>
                </a:lnTo>
                <a:lnTo>
                  <a:pt x="878" y="16246"/>
                </a:lnTo>
                <a:lnTo>
                  <a:pt x="273" y="14049"/>
                </a:lnTo>
                <a:lnTo>
                  <a:pt x="0" y="11895"/>
                </a:lnTo>
                <a:lnTo>
                  <a:pt x="36" y="9751"/>
                </a:lnTo>
                <a:lnTo>
                  <a:pt x="368" y="7588"/>
                </a:lnTo>
                <a:lnTo>
                  <a:pt x="973" y="5375"/>
                </a:lnTo>
                <a:lnTo>
                  <a:pt x="1831" y="3086"/>
                </a:lnTo>
                <a:lnTo>
                  <a:pt x="4772" y="1858"/>
                </a:lnTo>
                <a:lnTo>
                  <a:pt x="6860" y="1083"/>
                </a:lnTo>
                <a:lnTo>
                  <a:pt x="8663" y="614"/>
                </a:lnTo>
                <a:lnTo>
                  <a:pt x="10751" y="302"/>
                </a:lnTo>
                <a:lnTo>
                  <a:pt x="13692" y="0"/>
                </a:lnTo>
                <a:close/>
              </a:path>
            </a:pathLst>
          </a:custGeom>
          <a:solidFill>
            <a:srgbClr val="55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5" name="contour_11323"/>
          <p:cNvSpPr/>
          <p:nvPr/>
        </p:nvSpPr>
        <p:spPr>
          <a:xfrm>
            <a:off x="8646645" y="2317581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0085" y="5344"/>
                </a:lnTo>
                <a:lnTo>
                  <a:pt x="18857" y="9539"/>
                </a:lnTo>
                <a:lnTo>
                  <a:pt x="17825" y="12757"/>
                </a:lnTo>
                <a:lnTo>
                  <a:pt x="16902" y="15185"/>
                </a:lnTo>
                <a:lnTo>
                  <a:pt x="15997" y="16991"/>
                </a:lnTo>
                <a:lnTo>
                  <a:pt x="15026" y="18356"/>
                </a:lnTo>
                <a:lnTo>
                  <a:pt x="13894" y="19462"/>
                </a:lnTo>
                <a:lnTo>
                  <a:pt x="12514" y="20485"/>
                </a:lnTo>
                <a:lnTo>
                  <a:pt x="10800" y="21600"/>
                </a:lnTo>
                <a:lnTo>
                  <a:pt x="10800" y="19034"/>
                </a:lnTo>
                <a:lnTo>
                  <a:pt x="10800" y="16459"/>
                </a:lnTo>
                <a:lnTo>
                  <a:pt x="10800" y="13876"/>
                </a:lnTo>
                <a:lnTo>
                  <a:pt x="10800" y="11271"/>
                </a:lnTo>
                <a:lnTo>
                  <a:pt x="10800" y="8640"/>
                </a:lnTo>
                <a:lnTo>
                  <a:pt x="9018" y="8640"/>
                </a:lnTo>
                <a:lnTo>
                  <a:pt x="7233" y="8640"/>
                </a:lnTo>
                <a:lnTo>
                  <a:pt x="5441" y="8640"/>
                </a:lnTo>
                <a:lnTo>
                  <a:pt x="3640" y="8640"/>
                </a:lnTo>
                <a:lnTo>
                  <a:pt x="1828" y="864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D0DB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6" name="contour_11324"/>
          <p:cNvSpPr/>
          <p:nvPr/>
        </p:nvSpPr>
        <p:spPr>
          <a:xfrm>
            <a:off x="10315595" y="2321881"/>
            <a:ext cx="72880" cy="24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2597"/>
                </a:moveTo>
                <a:lnTo>
                  <a:pt x="3696" y="1679"/>
                </a:lnTo>
                <a:lnTo>
                  <a:pt x="5117" y="994"/>
                </a:lnTo>
                <a:lnTo>
                  <a:pt x="6482" y="519"/>
                </a:lnTo>
                <a:lnTo>
                  <a:pt x="7847" y="241"/>
                </a:lnTo>
                <a:lnTo>
                  <a:pt x="9266" y="152"/>
                </a:lnTo>
                <a:lnTo>
                  <a:pt x="10800" y="222"/>
                </a:lnTo>
                <a:lnTo>
                  <a:pt x="11997" y="114"/>
                </a:lnTo>
                <a:lnTo>
                  <a:pt x="13213" y="0"/>
                </a:lnTo>
                <a:lnTo>
                  <a:pt x="14373" y="57"/>
                </a:lnTo>
                <a:lnTo>
                  <a:pt x="15278" y="222"/>
                </a:lnTo>
                <a:lnTo>
                  <a:pt x="16224" y="614"/>
                </a:lnTo>
                <a:lnTo>
                  <a:pt x="17511" y="1368"/>
                </a:lnTo>
                <a:lnTo>
                  <a:pt x="19440" y="2597"/>
                </a:lnTo>
                <a:lnTo>
                  <a:pt x="19868" y="6360"/>
                </a:lnTo>
                <a:lnTo>
                  <a:pt x="20298" y="10135"/>
                </a:lnTo>
                <a:lnTo>
                  <a:pt x="20727" y="13923"/>
                </a:lnTo>
                <a:lnTo>
                  <a:pt x="21162" y="17742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428" y="17837"/>
                </a:lnTo>
                <a:lnTo>
                  <a:pt x="858" y="14062"/>
                </a:lnTo>
                <a:lnTo>
                  <a:pt x="1287" y="10274"/>
                </a:lnTo>
                <a:lnTo>
                  <a:pt x="1722" y="6455"/>
                </a:lnTo>
                <a:lnTo>
                  <a:pt x="2160" y="2597"/>
                </a:lnTo>
                <a:close/>
              </a:path>
            </a:pathLst>
          </a:custGeom>
          <a:solidFill>
            <a:srgbClr val="DACF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7" name="contour_11325"/>
          <p:cNvSpPr/>
          <p:nvPr/>
        </p:nvSpPr>
        <p:spPr>
          <a:xfrm>
            <a:off x="5607530" y="2295717"/>
            <a:ext cx="5832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7" y="0"/>
                </a:moveTo>
                <a:lnTo>
                  <a:pt x="4491" y="0"/>
                </a:lnTo>
                <a:lnTo>
                  <a:pt x="6286" y="0"/>
                </a:lnTo>
                <a:lnTo>
                  <a:pt x="8105" y="0"/>
                </a:lnTo>
                <a:lnTo>
                  <a:pt x="7660" y="2376"/>
                </a:lnTo>
                <a:lnTo>
                  <a:pt x="7214" y="4756"/>
                </a:lnTo>
                <a:lnTo>
                  <a:pt x="6766" y="7146"/>
                </a:lnTo>
                <a:lnTo>
                  <a:pt x="6316" y="9547"/>
                </a:lnTo>
                <a:lnTo>
                  <a:pt x="5862" y="11963"/>
                </a:lnTo>
                <a:lnTo>
                  <a:pt x="5406" y="14400"/>
                </a:lnTo>
                <a:lnTo>
                  <a:pt x="7187" y="14400"/>
                </a:lnTo>
                <a:lnTo>
                  <a:pt x="8971" y="14400"/>
                </a:lnTo>
                <a:lnTo>
                  <a:pt x="10764" y="14400"/>
                </a:lnTo>
                <a:lnTo>
                  <a:pt x="12564" y="14400"/>
                </a:lnTo>
                <a:lnTo>
                  <a:pt x="14375" y="14400"/>
                </a:lnTo>
                <a:lnTo>
                  <a:pt x="16202" y="14400"/>
                </a:lnTo>
                <a:lnTo>
                  <a:pt x="16202" y="12262"/>
                </a:lnTo>
                <a:lnTo>
                  <a:pt x="16202" y="10116"/>
                </a:lnTo>
                <a:lnTo>
                  <a:pt x="16202" y="7963"/>
                </a:lnTo>
                <a:lnTo>
                  <a:pt x="16202" y="5792"/>
                </a:lnTo>
                <a:lnTo>
                  <a:pt x="16202" y="3600"/>
                </a:lnTo>
                <a:lnTo>
                  <a:pt x="17986" y="3600"/>
                </a:lnTo>
                <a:lnTo>
                  <a:pt x="19781" y="3600"/>
                </a:lnTo>
                <a:lnTo>
                  <a:pt x="21600" y="3600"/>
                </a:lnTo>
                <a:lnTo>
                  <a:pt x="21600" y="6145"/>
                </a:lnTo>
                <a:lnTo>
                  <a:pt x="21600" y="8694"/>
                </a:lnTo>
                <a:lnTo>
                  <a:pt x="21600" y="11250"/>
                </a:lnTo>
                <a:lnTo>
                  <a:pt x="21600" y="13817"/>
                </a:lnTo>
                <a:lnTo>
                  <a:pt x="21600" y="16394"/>
                </a:lnTo>
                <a:lnTo>
                  <a:pt x="21600" y="18986"/>
                </a:lnTo>
                <a:lnTo>
                  <a:pt x="21600" y="21600"/>
                </a:lnTo>
                <a:lnTo>
                  <a:pt x="19665" y="21456"/>
                </a:lnTo>
                <a:lnTo>
                  <a:pt x="17746" y="21290"/>
                </a:lnTo>
                <a:lnTo>
                  <a:pt x="15840" y="21092"/>
                </a:lnTo>
                <a:lnTo>
                  <a:pt x="13948" y="20851"/>
                </a:lnTo>
                <a:lnTo>
                  <a:pt x="12062" y="20560"/>
                </a:lnTo>
                <a:lnTo>
                  <a:pt x="10186" y="20207"/>
                </a:lnTo>
                <a:lnTo>
                  <a:pt x="8313" y="19782"/>
                </a:lnTo>
                <a:lnTo>
                  <a:pt x="6442" y="19282"/>
                </a:lnTo>
                <a:lnTo>
                  <a:pt x="4575" y="18691"/>
                </a:lnTo>
                <a:lnTo>
                  <a:pt x="2707" y="18000"/>
                </a:lnTo>
                <a:lnTo>
                  <a:pt x="1460" y="15620"/>
                </a:lnTo>
                <a:lnTo>
                  <a:pt x="669" y="13486"/>
                </a:lnTo>
                <a:lnTo>
                  <a:pt x="229" y="11405"/>
                </a:lnTo>
                <a:lnTo>
                  <a:pt x="38" y="9191"/>
                </a:lnTo>
                <a:lnTo>
                  <a:pt x="0" y="6653"/>
                </a:lnTo>
                <a:lnTo>
                  <a:pt x="8" y="3600"/>
                </a:lnTo>
                <a:lnTo>
                  <a:pt x="1347" y="1814"/>
                </a:lnTo>
                <a:lnTo>
                  <a:pt x="2707" y="0"/>
                </a:lnTo>
                <a:close/>
              </a:path>
            </a:pathLst>
          </a:custGeom>
          <a:solidFill>
            <a:srgbClr val="9F8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8" name="contour_11326"/>
          <p:cNvSpPr/>
          <p:nvPr/>
        </p:nvSpPr>
        <p:spPr>
          <a:xfrm>
            <a:off x="10599826" y="230300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26" y="37"/>
                </a:lnTo>
                <a:lnTo>
                  <a:pt x="4766" y="127"/>
                </a:lnTo>
                <a:lnTo>
                  <a:pt x="7042" y="296"/>
                </a:lnTo>
                <a:lnTo>
                  <a:pt x="9266" y="562"/>
                </a:lnTo>
                <a:lnTo>
                  <a:pt x="11459" y="953"/>
                </a:lnTo>
                <a:lnTo>
                  <a:pt x="13633" y="1487"/>
                </a:lnTo>
                <a:lnTo>
                  <a:pt x="15808" y="2191"/>
                </a:lnTo>
                <a:lnTo>
                  <a:pt x="18000" y="3086"/>
                </a:lnTo>
                <a:lnTo>
                  <a:pt x="18853" y="5110"/>
                </a:lnTo>
                <a:lnTo>
                  <a:pt x="19559" y="7125"/>
                </a:lnTo>
                <a:lnTo>
                  <a:pt x="20124" y="9143"/>
                </a:lnTo>
                <a:lnTo>
                  <a:pt x="20574" y="11170"/>
                </a:lnTo>
                <a:lnTo>
                  <a:pt x="20920" y="13207"/>
                </a:lnTo>
                <a:lnTo>
                  <a:pt x="21179" y="15262"/>
                </a:lnTo>
                <a:lnTo>
                  <a:pt x="21366" y="17342"/>
                </a:lnTo>
                <a:lnTo>
                  <a:pt x="21503" y="19452"/>
                </a:lnTo>
                <a:lnTo>
                  <a:pt x="21600" y="21600"/>
                </a:lnTo>
                <a:lnTo>
                  <a:pt x="19051" y="21384"/>
                </a:lnTo>
                <a:lnTo>
                  <a:pt x="16585" y="21103"/>
                </a:lnTo>
                <a:lnTo>
                  <a:pt x="14180" y="20721"/>
                </a:lnTo>
                <a:lnTo>
                  <a:pt x="11826" y="20190"/>
                </a:lnTo>
                <a:lnTo>
                  <a:pt x="9508" y="19468"/>
                </a:lnTo>
                <a:lnTo>
                  <a:pt x="7200" y="18514"/>
                </a:lnTo>
                <a:lnTo>
                  <a:pt x="6649" y="16373"/>
                </a:lnTo>
                <a:lnTo>
                  <a:pt x="6401" y="14370"/>
                </a:lnTo>
                <a:lnTo>
                  <a:pt x="6390" y="12429"/>
                </a:lnTo>
                <a:lnTo>
                  <a:pt x="6563" y="10470"/>
                </a:lnTo>
                <a:lnTo>
                  <a:pt x="6854" y="8409"/>
                </a:lnTo>
                <a:lnTo>
                  <a:pt x="7200" y="6171"/>
                </a:lnTo>
                <a:lnTo>
                  <a:pt x="4820" y="6171"/>
                </a:lnTo>
                <a:lnTo>
                  <a:pt x="2426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C7C9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29" name="contour_11327"/>
          <p:cNvSpPr/>
          <p:nvPr/>
        </p:nvSpPr>
        <p:spPr>
          <a:xfrm>
            <a:off x="8311397" y="230300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850" y="31"/>
                </a:lnTo>
                <a:lnTo>
                  <a:pt x="12247" y="302"/>
                </a:lnTo>
                <a:lnTo>
                  <a:pt x="14504" y="778"/>
                </a:lnTo>
                <a:lnTo>
                  <a:pt x="16740" y="1426"/>
                </a:lnTo>
                <a:lnTo>
                  <a:pt x="19066" y="2206"/>
                </a:lnTo>
                <a:lnTo>
                  <a:pt x="21600" y="3086"/>
                </a:lnTo>
                <a:lnTo>
                  <a:pt x="21204" y="5122"/>
                </a:lnTo>
                <a:lnTo>
                  <a:pt x="20808" y="7162"/>
                </a:lnTo>
                <a:lnTo>
                  <a:pt x="20412" y="9202"/>
                </a:lnTo>
                <a:lnTo>
                  <a:pt x="20012" y="11247"/>
                </a:lnTo>
                <a:lnTo>
                  <a:pt x="19613" y="13299"/>
                </a:lnTo>
                <a:lnTo>
                  <a:pt x="19213" y="15361"/>
                </a:lnTo>
                <a:lnTo>
                  <a:pt x="18810" y="17428"/>
                </a:lnTo>
                <a:lnTo>
                  <a:pt x="18407" y="19508"/>
                </a:lnTo>
                <a:lnTo>
                  <a:pt x="18000" y="21600"/>
                </a:lnTo>
                <a:lnTo>
                  <a:pt x="17705" y="20069"/>
                </a:lnTo>
                <a:lnTo>
                  <a:pt x="17402" y="18533"/>
                </a:lnTo>
                <a:lnTo>
                  <a:pt x="17100" y="16971"/>
                </a:lnTo>
                <a:lnTo>
                  <a:pt x="16207" y="15441"/>
                </a:lnTo>
                <a:lnTo>
                  <a:pt x="15311" y="13904"/>
                </a:lnTo>
                <a:lnTo>
                  <a:pt x="14400" y="12343"/>
                </a:lnTo>
                <a:lnTo>
                  <a:pt x="11934" y="11997"/>
                </a:lnTo>
                <a:lnTo>
                  <a:pt x="9572" y="11843"/>
                </a:lnTo>
                <a:lnTo>
                  <a:pt x="7261" y="11840"/>
                </a:lnTo>
                <a:lnTo>
                  <a:pt x="4936" y="11948"/>
                </a:lnTo>
                <a:lnTo>
                  <a:pt x="2534" y="12130"/>
                </a:lnTo>
                <a:lnTo>
                  <a:pt x="0" y="12343"/>
                </a:lnTo>
                <a:lnTo>
                  <a:pt x="752" y="10408"/>
                </a:lnTo>
                <a:lnTo>
                  <a:pt x="1544" y="8535"/>
                </a:lnTo>
                <a:lnTo>
                  <a:pt x="2401" y="6718"/>
                </a:lnTo>
                <a:lnTo>
                  <a:pt x="3362" y="4959"/>
                </a:lnTo>
                <a:lnTo>
                  <a:pt x="4457" y="3252"/>
                </a:lnTo>
                <a:lnTo>
                  <a:pt x="5728" y="1601"/>
                </a:lnTo>
                <a:lnTo>
                  <a:pt x="7200" y="0"/>
                </a:lnTo>
                <a:close/>
              </a:path>
            </a:pathLst>
          </a:custGeom>
          <a:solidFill>
            <a:srgbClr val="C6B7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0" name="contour_11328"/>
          <p:cNvSpPr/>
          <p:nvPr/>
        </p:nvSpPr>
        <p:spPr>
          <a:xfrm>
            <a:off x="1577293" y="228842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414"/>
                </a:lnTo>
                <a:lnTo>
                  <a:pt x="8506" y="767"/>
                </a:lnTo>
                <a:lnTo>
                  <a:pt x="11007" y="1163"/>
                </a:lnTo>
                <a:lnTo>
                  <a:pt x="12986" y="1699"/>
                </a:lnTo>
                <a:lnTo>
                  <a:pt x="14917" y="2480"/>
                </a:lnTo>
                <a:lnTo>
                  <a:pt x="17280" y="3600"/>
                </a:lnTo>
                <a:lnTo>
                  <a:pt x="18282" y="5803"/>
                </a:lnTo>
                <a:lnTo>
                  <a:pt x="19107" y="8006"/>
                </a:lnTo>
                <a:lnTo>
                  <a:pt x="19781" y="10213"/>
                </a:lnTo>
                <a:lnTo>
                  <a:pt x="20326" y="12434"/>
                </a:lnTo>
                <a:lnTo>
                  <a:pt x="20758" y="14677"/>
                </a:lnTo>
                <a:lnTo>
                  <a:pt x="21099" y="16949"/>
                </a:lnTo>
                <a:lnTo>
                  <a:pt x="21371" y="19253"/>
                </a:lnTo>
                <a:lnTo>
                  <a:pt x="21600" y="21600"/>
                </a:lnTo>
                <a:lnTo>
                  <a:pt x="18749" y="21600"/>
                </a:lnTo>
                <a:lnTo>
                  <a:pt x="15893" y="21600"/>
                </a:lnTo>
                <a:lnTo>
                  <a:pt x="13025" y="21600"/>
                </a:lnTo>
                <a:lnTo>
                  <a:pt x="10143" y="21600"/>
                </a:lnTo>
                <a:lnTo>
                  <a:pt x="7245" y="21600"/>
                </a:lnTo>
                <a:lnTo>
                  <a:pt x="4320" y="21600"/>
                </a:lnTo>
                <a:lnTo>
                  <a:pt x="3845" y="19224"/>
                </a:lnTo>
                <a:lnTo>
                  <a:pt x="3370" y="16844"/>
                </a:lnTo>
                <a:lnTo>
                  <a:pt x="2894" y="14465"/>
                </a:lnTo>
                <a:lnTo>
                  <a:pt x="2415" y="12078"/>
                </a:lnTo>
                <a:lnTo>
                  <a:pt x="1935" y="9684"/>
                </a:lnTo>
                <a:lnTo>
                  <a:pt x="1456" y="7279"/>
                </a:lnTo>
                <a:lnTo>
                  <a:pt x="972" y="4867"/>
                </a:lnTo>
                <a:lnTo>
                  <a:pt x="488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C8E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1" name="contour_11329"/>
          <p:cNvSpPr/>
          <p:nvPr/>
        </p:nvSpPr>
        <p:spPr>
          <a:xfrm>
            <a:off x="2386260" y="2288830"/>
            <a:ext cx="65592" cy="287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174"/>
                </a:moveTo>
                <a:lnTo>
                  <a:pt x="21600" y="8793"/>
                </a:lnTo>
                <a:lnTo>
                  <a:pt x="21600" y="12434"/>
                </a:lnTo>
                <a:lnTo>
                  <a:pt x="21600" y="16125"/>
                </a:lnTo>
                <a:lnTo>
                  <a:pt x="20832" y="16322"/>
                </a:lnTo>
                <a:lnTo>
                  <a:pt x="20129" y="16497"/>
                </a:lnTo>
                <a:lnTo>
                  <a:pt x="19438" y="16672"/>
                </a:lnTo>
                <a:lnTo>
                  <a:pt x="18694" y="16864"/>
                </a:lnTo>
                <a:lnTo>
                  <a:pt x="17842" y="17077"/>
                </a:lnTo>
                <a:lnTo>
                  <a:pt x="16819" y="17335"/>
                </a:lnTo>
                <a:lnTo>
                  <a:pt x="15571" y="17652"/>
                </a:lnTo>
                <a:lnTo>
                  <a:pt x="14035" y="18041"/>
                </a:lnTo>
                <a:lnTo>
                  <a:pt x="12156" y="18517"/>
                </a:lnTo>
                <a:lnTo>
                  <a:pt x="9871" y="19098"/>
                </a:lnTo>
                <a:lnTo>
                  <a:pt x="7123" y="19793"/>
                </a:lnTo>
                <a:lnTo>
                  <a:pt x="3852" y="20625"/>
                </a:lnTo>
                <a:lnTo>
                  <a:pt x="0" y="21600"/>
                </a:lnTo>
                <a:lnTo>
                  <a:pt x="22" y="16201"/>
                </a:lnTo>
                <a:lnTo>
                  <a:pt x="173" y="12599"/>
                </a:lnTo>
                <a:lnTo>
                  <a:pt x="583" y="9943"/>
                </a:lnTo>
                <a:lnTo>
                  <a:pt x="1382" y="7408"/>
                </a:lnTo>
                <a:lnTo>
                  <a:pt x="2700" y="4145"/>
                </a:lnTo>
                <a:lnTo>
                  <a:pt x="4169" y="2371"/>
                </a:lnTo>
                <a:lnTo>
                  <a:pt x="5681" y="1128"/>
                </a:lnTo>
                <a:lnTo>
                  <a:pt x="7224" y="356"/>
                </a:lnTo>
                <a:lnTo>
                  <a:pt x="8796" y="0"/>
                </a:lnTo>
                <a:lnTo>
                  <a:pt x="10387" y="0"/>
                </a:lnTo>
                <a:lnTo>
                  <a:pt x="11995" y="301"/>
                </a:lnTo>
                <a:lnTo>
                  <a:pt x="13610" y="843"/>
                </a:lnTo>
                <a:lnTo>
                  <a:pt x="15230" y="1571"/>
                </a:lnTo>
                <a:lnTo>
                  <a:pt x="16843" y="2426"/>
                </a:lnTo>
                <a:lnTo>
                  <a:pt x="18449" y="3351"/>
                </a:lnTo>
                <a:lnTo>
                  <a:pt x="20035" y="4287"/>
                </a:lnTo>
                <a:lnTo>
                  <a:pt x="21600" y="5174"/>
                </a:lnTo>
                <a:close/>
              </a:path>
            </a:pathLst>
          </a:custGeom>
          <a:solidFill>
            <a:srgbClr val="7577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2" name="contour_11330"/>
          <p:cNvSpPr/>
          <p:nvPr/>
        </p:nvSpPr>
        <p:spPr>
          <a:xfrm>
            <a:off x="2327956" y="2303005"/>
            <a:ext cx="44442" cy="44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26" y="0"/>
                </a:moveTo>
                <a:lnTo>
                  <a:pt x="12730" y="0"/>
                </a:lnTo>
                <a:lnTo>
                  <a:pt x="14842" y="0"/>
                </a:lnTo>
                <a:lnTo>
                  <a:pt x="16960" y="0"/>
                </a:lnTo>
                <a:lnTo>
                  <a:pt x="19096" y="0"/>
                </a:lnTo>
                <a:lnTo>
                  <a:pt x="21253" y="0"/>
                </a:lnTo>
                <a:lnTo>
                  <a:pt x="21320" y="2163"/>
                </a:lnTo>
                <a:lnTo>
                  <a:pt x="21377" y="4330"/>
                </a:lnTo>
                <a:lnTo>
                  <a:pt x="21426" y="6493"/>
                </a:lnTo>
                <a:lnTo>
                  <a:pt x="21472" y="8660"/>
                </a:lnTo>
                <a:lnTo>
                  <a:pt x="21536" y="11075"/>
                </a:lnTo>
                <a:lnTo>
                  <a:pt x="21600" y="13530"/>
                </a:lnTo>
                <a:lnTo>
                  <a:pt x="21345" y="16030"/>
                </a:lnTo>
                <a:lnTo>
                  <a:pt x="20853" y="17675"/>
                </a:lnTo>
                <a:lnTo>
                  <a:pt x="19765" y="19192"/>
                </a:lnTo>
                <a:lnTo>
                  <a:pt x="17711" y="21312"/>
                </a:lnTo>
                <a:lnTo>
                  <a:pt x="15196" y="21511"/>
                </a:lnTo>
                <a:lnTo>
                  <a:pt x="13411" y="21600"/>
                </a:lnTo>
                <a:lnTo>
                  <a:pt x="11508" y="21600"/>
                </a:lnTo>
                <a:lnTo>
                  <a:pt x="8636" y="21533"/>
                </a:lnTo>
                <a:lnTo>
                  <a:pt x="7421" y="21511"/>
                </a:lnTo>
                <a:lnTo>
                  <a:pt x="3751" y="21437"/>
                </a:lnTo>
                <a:lnTo>
                  <a:pt x="1888" y="21376"/>
                </a:lnTo>
                <a:lnTo>
                  <a:pt x="0" y="21312"/>
                </a:lnTo>
                <a:lnTo>
                  <a:pt x="804" y="19202"/>
                </a:lnTo>
                <a:lnTo>
                  <a:pt x="1438" y="17760"/>
                </a:lnTo>
                <a:lnTo>
                  <a:pt x="2242" y="16318"/>
                </a:lnTo>
                <a:lnTo>
                  <a:pt x="3542" y="14208"/>
                </a:lnTo>
                <a:lnTo>
                  <a:pt x="5884" y="14208"/>
                </a:lnTo>
                <a:lnTo>
                  <a:pt x="8239" y="14208"/>
                </a:lnTo>
                <a:lnTo>
                  <a:pt x="10626" y="14208"/>
                </a:lnTo>
                <a:lnTo>
                  <a:pt x="10626" y="11864"/>
                </a:lnTo>
                <a:lnTo>
                  <a:pt x="10626" y="9516"/>
                </a:lnTo>
                <a:lnTo>
                  <a:pt x="10626" y="7157"/>
                </a:lnTo>
                <a:lnTo>
                  <a:pt x="10626" y="4788"/>
                </a:lnTo>
                <a:lnTo>
                  <a:pt x="10626" y="2405"/>
                </a:lnTo>
                <a:lnTo>
                  <a:pt x="10626" y="0"/>
                </a:lnTo>
                <a:close/>
              </a:path>
            </a:pathLst>
          </a:custGeom>
          <a:solidFill>
            <a:srgbClr val="3E3E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3" name="contour_11331"/>
          <p:cNvSpPr/>
          <p:nvPr/>
        </p:nvSpPr>
        <p:spPr>
          <a:xfrm>
            <a:off x="5461792" y="2259277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0404" y="1782"/>
                </a:lnTo>
                <a:lnTo>
                  <a:pt x="10008" y="3567"/>
                </a:lnTo>
                <a:lnTo>
                  <a:pt x="9612" y="5351"/>
                </a:lnTo>
                <a:lnTo>
                  <a:pt x="9212" y="7141"/>
                </a:lnTo>
                <a:lnTo>
                  <a:pt x="8813" y="8937"/>
                </a:lnTo>
                <a:lnTo>
                  <a:pt x="8413" y="10741"/>
                </a:lnTo>
                <a:lnTo>
                  <a:pt x="8010" y="12550"/>
                </a:lnTo>
                <a:lnTo>
                  <a:pt x="7607" y="14369"/>
                </a:lnTo>
                <a:lnTo>
                  <a:pt x="7200" y="16200"/>
                </a:lnTo>
                <a:lnTo>
                  <a:pt x="9576" y="16646"/>
                </a:lnTo>
                <a:lnTo>
                  <a:pt x="11956" y="17091"/>
                </a:lnTo>
                <a:lnTo>
                  <a:pt x="14346" y="17539"/>
                </a:lnTo>
                <a:lnTo>
                  <a:pt x="16747" y="17990"/>
                </a:lnTo>
                <a:lnTo>
                  <a:pt x="19163" y="18444"/>
                </a:lnTo>
                <a:lnTo>
                  <a:pt x="21600" y="18900"/>
                </a:lnTo>
                <a:lnTo>
                  <a:pt x="19372" y="19235"/>
                </a:lnTo>
                <a:lnTo>
                  <a:pt x="17143" y="19570"/>
                </a:lnTo>
                <a:lnTo>
                  <a:pt x="14908" y="19904"/>
                </a:lnTo>
                <a:lnTo>
                  <a:pt x="12668" y="20239"/>
                </a:lnTo>
                <a:lnTo>
                  <a:pt x="10418" y="20577"/>
                </a:lnTo>
                <a:lnTo>
                  <a:pt x="8158" y="20917"/>
                </a:lnTo>
                <a:lnTo>
                  <a:pt x="5886" y="21257"/>
                </a:lnTo>
                <a:lnTo>
                  <a:pt x="3600" y="21600"/>
                </a:lnTo>
                <a:lnTo>
                  <a:pt x="3186" y="19745"/>
                </a:lnTo>
                <a:lnTo>
                  <a:pt x="2776" y="17890"/>
                </a:lnTo>
                <a:lnTo>
                  <a:pt x="2372" y="16033"/>
                </a:lnTo>
                <a:lnTo>
                  <a:pt x="1973" y="14175"/>
                </a:lnTo>
                <a:lnTo>
                  <a:pt x="1577" y="12317"/>
                </a:lnTo>
                <a:lnTo>
                  <a:pt x="1408" y="11551"/>
                </a:lnTo>
                <a:lnTo>
                  <a:pt x="1112" y="10198"/>
                </a:lnTo>
                <a:lnTo>
                  <a:pt x="436" y="7098"/>
                </a:lnTo>
                <a:lnTo>
                  <a:pt x="292" y="5646"/>
                </a:lnTo>
                <a:lnTo>
                  <a:pt x="148" y="4182"/>
                </a:lnTo>
                <a:lnTo>
                  <a:pt x="0" y="2700"/>
                </a:lnTo>
                <a:lnTo>
                  <a:pt x="1786" y="1361"/>
                </a:lnTo>
                <a:lnTo>
                  <a:pt x="3600" y="0"/>
                </a:lnTo>
                <a:close/>
              </a:path>
            </a:pathLst>
          </a:custGeom>
          <a:solidFill>
            <a:srgbClr val="5152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4" name="contour_11332"/>
          <p:cNvSpPr/>
          <p:nvPr/>
        </p:nvSpPr>
        <p:spPr>
          <a:xfrm>
            <a:off x="761038" y="2251989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7" y="0"/>
                </a:lnTo>
                <a:lnTo>
                  <a:pt x="13856" y="0"/>
                </a:lnTo>
                <a:lnTo>
                  <a:pt x="15390" y="0"/>
                </a:lnTo>
                <a:lnTo>
                  <a:pt x="16930" y="0"/>
                </a:lnTo>
                <a:lnTo>
                  <a:pt x="18477" y="0"/>
                </a:lnTo>
                <a:lnTo>
                  <a:pt x="20032" y="0"/>
                </a:lnTo>
                <a:lnTo>
                  <a:pt x="21600" y="0"/>
                </a:lnTo>
                <a:lnTo>
                  <a:pt x="20174" y="509"/>
                </a:lnTo>
                <a:lnTo>
                  <a:pt x="18747" y="1018"/>
                </a:lnTo>
                <a:lnTo>
                  <a:pt x="17312" y="1531"/>
                </a:lnTo>
                <a:lnTo>
                  <a:pt x="15872" y="2046"/>
                </a:lnTo>
                <a:lnTo>
                  <a:pt x="14422" y="2564"/>
                </a:lnTo>
                <a:lnTo>
                  <a:pt x="12960" y="3086"/>
                </a:lnTo>
                <a:lnTo>
                  <a:pt x="13198" y="5122"/>
                </a:lnTo>
                <a:lnTo>
                  <a:pt x="13435" y="7162"/>
                </a:lnTo>
                <a:lnTo>
                  <a:pt x="13673" y="9202"/>
                </a:lnTo>
                <a:lnTo>
                  <a:pt x="13913" y="11247"/>
                </a:lnTo>
                <a:lnTo>
                  <a:pt x="14152" y="13299"/>
                </a:lnTo>
                <a:lnTo>
                  <a:pt x="14392" y="15361"/>
                </a:lnTo>
                <a:lnTo>
                  <a:pt x="14634" y="17428"/>
                </a:lnTo>
                <a:lnTo>
                  <a:pt x="14876" y="19508"/>
                </a:lnTo>
                <a:lnTo>
                  <a:pt x="15120" y="21600"/>
                </a:lnTo>
                <a:lnTo>
                  <a:pt x="13623" y="21295"/>
                </a:lnTo>
                <a:lnTo>
                  <a:pt x="12124" y="20989"/>
                </a:lnTo>
                <a:lnTo>
                  <a:pt x="10625" y="20684"/>
                </a:lnTo>
                <a:lnTo>
                  <a:pt x="9124" y="20375"/>
                </a:lnTo>
                <a:lnTo>
                  <a:pt x="7616" y="20069"/>
                </a:lnTo>
                <a:lnTo>
                  <a:pt x="6106" y="19761"/>
                </a:lnTo>
                <a:lnTo>
                  <a:pt x="4590" y="19452"/>
                </a:lnTo>
                <a:lnTo>
                  <a:pt x="3067" y="19141"/>
                </a:lnTo>
                <a:lnTo>
                  <a:pt x="1538" y="18829"/>
                </a:lnTo>
                <a:lnTo>
                  <a:pt x="0" y="18514"/>
                </a:lnTo>
                <a:lnTo>
                  <a:pt x="536" y="16987"/>
                </a:lnTo>
                <a:lnTo>
                  <a:pt x="1071" y="15450"/>
                </a:lnTo>
                <a:lnTo>
                  <a:pt x="1614" y="13907"/>
                </a:lnTo>
                <a:lnTo>
                  <a:pt x="2160" y="12343"/>
                </a:lnTo>
                <a:lnTo>
                  <a:pt x="3229" y="13108"/>
                </a:lnTo>
                <a:lnTo>
                  <a:pt x="4305" y="13873"/>
                </a:lnTo>
                <a:lnTo>
                  <a:pt x="5385" y="14648"/>
                </a:lnTo>
                <a:lnTo>
                  <a:pt x="6480" y="15429"/>
                </a:lnTo>
                <a:lnTo>
                  <a:pt x="6480" y="13389"/>
                </a:lnTo>
                <a:lnTo>
                  <a:pt x="6480" y="11337"/>
                </a:lnTo>
                <a:lnTo>
                  <a:pt x="6480" y="9257"/>
                </a:lnTo>
                <a:lnTo>
                  <a:pt x="7908" y="9257"/>
                </a:lnTo>
                <a:lnTo>
                  <a:pt x="9344" y="9257"/>
                </a:lnTo>
                <a:lnTo>
                  <a:pt x="10800" y="9257"/>
                </a:lnTo>
                <a:lnTo>
                  <a:pt x="10800" y="7424"/>
                </a:lnTo>
                <a:lnTo>
                  <a:pt x="10800" y="5585"/>
                </a:lnTo>
                <a:lnTo>
                  <a:pt x="10800" y="3740"/>
                </a:lnTo>
                <a:lnTo>
                  <a:pt x="10800" y="1879"/>
                </a:lnTo>
                <a:lnTo>
                  <a:pt x="10800" y="0"/>
                </a:lnTo>
                <a:close/>
              </a:path>
            </a:pathLst>
          </a:custGeom>
          <a:solidFill>
            <a:srgbClr val="2A2A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5" name="contour_11333"/>
          <p:cNvSpPr/>
          <p:nvPr/>
        </p:nvSpPr>
        <p:spPr>
          <a:xfrm>
            <a:off x="8566477" y="2215549"/>
            <a:ext cx="2915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0"/>
                </a:lnTo>
                <a:lnTo>
                  <a:pt x="16200" y="0"/>
                </a:lnTo>
                <a:lnTo>
                  <a:pt x="16535" y="1337"/>
                </a:lnTo>
                <a:lnTo>
                  <a:pt x="16870" y="2673"/>
                </a:lnTo>
                <a:lnTo>
                  <a:pt x="17204" y="4012"/>
                </a:lnTo>
                <a:lnTo>
                  <a:pt x="17539" y="5349"/>
                </a:lnTo>
                <a:lnTo>
                  <a:pt x="17874" y="6688"/>
                </a:lnTo>
                <a:lnTo>
                  <a:pt x="18209" y="8031"/>
                </a:lnTo>
                <a:lnTo>
                  <a:pt x="18544" y="9374"/>
                </a:lnTo>
                <a:lnTo>
                  <a:pt x="18878" y="10719"/>
                </a:lnTo>
                <a:lnTo>
                  <a:pt x="19219" y="12067"/>
                </a:lnTo>
                <a:lnTo>
                  <a:pt x="19553" y="13418"/>
                </a:lnTo>
                <a:lnTo>
                  <a:pt x="19894" y="14772"/>
                </a:lnTo>
                <a:lnTo>
                  <a:pt x="20234" y="16129"/>
                </a:lnTo>
                <a:lnTo>
                  <a:pt x="20574" y="17490"/>
                </a:lnTo>
                <a:lnTo>
                  <a:pt x="20914" y="18855"/>
                </a:lnTo>
                <a:lnTo>
                  <a:pt x="21254" y="20225"/>
                </a:lnTo>
                <a:lnTo>
                  <a:pt x="21600" y="21600"/>
                </a:lnTo>
                <a:lnTo>
                  <a:pt x="16265" y="20170"/>
                </a:lnTo>
                <a:lnTo>
                  <a:pt x="12193" y="19051"/>
                </a:lnTo>
                <a:lnTo>
                  <a:pt x="9126" y="18154"/>
                </a:lnTo>
                <a:lnTo>
                  <a:pt x="6809" y="17384"/>
                </a:lnTo>
                <a:lnTo>
                  <a:pt x="4990" y="16650"/>
                </a:lnTo>
                <a:lnTo>
                  <a:pt x="3418" y="15860"/>
                </a:lnTo>
                <a:lnTo>
                  <a:pt x="1841" y="14924"/>
                </a:lnTo>
                <a:lnTo>
                  <a:pt x="0" y="13745"/>
                </a:lnTo>
                <a:lnTo>
                  <a:pt x="362" y="12406"/>
                </a:lnTo>
                <a:lnTo>
                  <a:pt x="848" y="11098"/>
                </a:lnTo>
                <a:lnTo>
                  <a:pt x="1463" y="9818"/>
                </a:lnTo>
                <a:lnTo>
                  <a:pt x="2203" y="8558"/>
                </a:lnTo>
                <a:lnTo>
                  <a:pt x="3067" y="7315"/>
                </a:lnTo>
                <a:lnTo>
                  <a:pt x="4055" y="6087"/>
                </a:lnTo>
                <a:lnTo>
                  <a:pt x="5168" y="4868"/>
                </a:lnTo>
                <a:lnTo>
                  <a:pt x="6399" y="3654"/>
                </a:lnTo>
                <a:lnTo>
                  <a:pt x="7749" y="2441"/>
                </a:lnTo>
                <a:lnTo>
                  <a:pt x="9218" y="1223"/>
                </a:lnTo>
                <a:lnTo>
                  <a:pt x="10800" y="0"/>
                </a:lnTo>
                <a:close/>
              </a:path>
            </a:pathLst>
          </a:custGeom>
          <a:solidFill>
            <a:srgbClr val="D3E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6" name="contour_11334"/>
          <p:cNvSpPr/>
          <p:nvPr/>
        </p:nvSpPr>
        <p:spPr>
          <a:xfrm>
            <a:off x="6963119" y="2244701"/>
            <a:ext cx="43728" cy="448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487"/>
                </a:lnTo>
                <a:lnTo>
                  <a:pt x="11275" y="2977"/>
                </a:lnTo>
                <a:lnTo>
                  <a:pt x="13320" y="4472"/>
                </a:lnTo>
                <a:lnTo>
                  <a:pt x="15372" y="5973"/>
                </a:lnTo>
                <a:lnTo>
                  <a:pt x="17435" y="7477"/>
                </a:lnTo>
                <a:lnTo>
                  <a:pt x="19508" y="8996"/>
                </a:lnTo>
                <a:lnTo>
                  <a:pt x="21600" y="10521"/>
                </a:lnTo>
                <a:lnTo>
                  <a:pt x="20441" y="12762"/>
                </a:lnTo>
                <a:lnTo>
                  <a:pt x="19534" y="14418"/>
                </a:lnTo>
                <a:lnTo>
                  <a:pt x="18677" y="15782"/>
                </a:lnTo>
                <a:lnTo>
                  <a:pt x="17665" y="17146"/>
                </a:lnTo>
                <a:lnTo>
                  <a:pt x="16308" y="18801"/>
                </a:lnTo>
                <a:lnTo>
                  <a:pt x="14400" y="21042"/>
                </a:lnTo>
                <a:lnTo>
                  <a:pt x="11920" y="21414"/>
                </a:lnTo>
                <a:lnTo>
                  <a:pt x="9562" y="21589"/>
                </a:lnTo>
                <a:lnTo>
                  <a:pt x="7258" y="21600"/>
                </a:lnTo>
                <a:lnTo>
                  <a:pt x="4939" y="21488"/>
                </a:lnTo>
                <a:lnTo>
                  <a:pt x="2542" y="21288"/>
                </a:lnTo>
                <a:lnTo>
                  <a:pt x="0" y="21042"/>
                </a:lnTo>
                <a:lnTo>
                  <a:pt x="0" y="18728"/>
                </a:lnTo>
                <a:lnTo>
                  <a:pt x="0" y="16410"/>
                </a:lnTo>
                <a:lnTo>
                  <a:pt x="0" y="14081"/>
                </a:lnTo>
                <a:lnTo>
                  <a:pt x="0" y="11742"/>
                </a:lnTo>
                <a:lnTo>
                  <a:pt x="0" y="9388"/>
                </a:lnTo>
                <a:lnTo>
                  <a:pt x="0" y="7014"/>
                </a:lnTo>
                <a:lnTo>
                  <a:pt x="2380" y="7014"/>
                </a:lnTo>
                <a:lnTo>
                  <a:pt x="4774" y="7014"/>
                </a:lnTo>
                <a:lnTo>
                  <a:pt x="7200" y="7014"/>
                </a:lnTo>
                <a:lnTo>
                  <a:pt x="7200" y="4696"/>
                </a:lnTo>
                <a:lnTo>
                  <a:pt x="7200" y="2364"/>
                </a:lnTo>
                <a:lnTo>
                  <a:pt x="7200" y="0"/>
                </a:lnTo>
                <a:close/>
              </a:path>
            </a:pathLst>
          </a:custGeom>
          <a:solidFill>
            <a:srgbClr val="DC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7" name="contour_11335"/>
          <p:cNvSpPr/>
          <p:nvPr/>
        </p:nvSpPr>
        <p:spPr>
          <a:xfrm>
            <a:off x="4594521" y="2251989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726" y="142"/>
                </a:lnTo>
                <a:lnTo>
                  <a:pt x="4882" y="389"/>
                </a:lnTo>
                <a:lnTo>
                  <a:pt x="6614" y="963"/>
                </a:lnTo>
                <a:lnTo>
                  <a:pt x="7791" y="1330"/>
                </a:lnTo>
                <a:lnTo>
                  <a:pt x="8986" y="1700"/>
                </a:lnTo>
                <a:lnTo>
                  <a:pt x="9886" y="2388"/>
                </a:lnTo>
                <a:lnTo>
                  <a:pt x="10800" y="3086"/>
                </a:lnTo>
                <a:lnTo>
                  <a:pt x="10800" y="5125"/>
                </a:lnTo>
                <a:lnTo>
                  <a:pt x="10800" y="7177"/>
                </a:lnTo>
                <a:lnTo>
                  <a:pt x="10800" y="9257"/>
                </a:lnTo>
                <a:lnTo>
                  <a:pt x="12228" y="9257"/>
                </a:lnTo>
                <a:lnTo>
                  <a:pt x="13664" y="9257"/>
                </a:lnTo>
                <a:lnTo>
                  <a:pt x="15120" y="9257"/>
                </a:lnTo>
                <a:lnTo>
                  <a:pt x="15120" y="11297"/>
                </a:lnTo>
                <a:lnTo>
                  <a:pt x="15120" y="13349"/>
                </a:lnTo>
                <a:lnTo>
                  <a:pt x="15120" y="15429"/>
                </a:lnTo>
                <a:lnTo>
                  <a:pt x="16727" y="16379"/>
                </a:lnTo>
                <a:lnTo>
                  <a:pt x="17868" y="17015"/>
                </a:lnTo>
                <a:lnTo>
                  <a:pt x="18852" y="17484"/>
                </a:lnTo>
                <a:lnTo>
                  <a:pt x="19993" y="17934"/>
                </a:lnTo>
                <a:lnTo>
                  <a:pt x="21600" y="18514"/>
                </a:lnTo>
                <a:lnTo>
                  <a:pt x="20475" y="19520"/>
                </a:lnTo>
                <a:lnTo>
                  <a:pt x="19650" y="20174"/>
                </a:lnTo>
                <a:lnTo>
                  <a:pt x="18719" y="20773"/>
                </a:lnTo>
                <a:lnTo>
                  <a:pt x="17280" y="21600"/>
                </a:lnTo>
                <a:lnTo>
                  <a:pt x="15954" y="21091"/>
                </a:lnTo>
                <a:lnTo>
                  <a:pt x="15047" y="20662"/>
                </a:lnTo>
                <a:lnTo>
                  <a:pt x="14144" y="20076"/>
                </a:lnTo>
                <a:lnTo>
                  <a:pt x="12826" y="19094"/>
                </a:lnTo>
                <a:lnTo>
                  <a:pt x="11716" y="18298"/>
                </a:lnTo>
                <a:lnTo>
                  <a:pt x="10588" y="17490"/>
                </a:lnTo>
                <a:lnTo>
                  <a:pt x="9398" y="16052"/>
                </a:lnTo>
                <a:lnTo>
                  <a:pt x="8502" y="14589"/>
                </a:lnTo>
                <a:lnTo>
                  <a:pt x="7791" y="13025"/>
                </a:lnTo>
                <a:lnTo>
                  <a:pt x="7154" y="11272"/>
                </a:lnTo>
                <a:lnTo>
                  <a:pt x="6480" y="9257"/>
                </a:lnTo>
                <a:lnTo>
                  <a:pt x="5044" y="7782"/>
                </a:lnTo>
                <a:lnTo>
                  <a:pt x="3992" y="6715"/>
                </a:lnTo>
                <a:lnTo>
                  <a:pt x="3138" y="5881"/>
                </a:lnTo>
                <a:lnTo>
                  <a:pt x="2311" y="5113"/>
                </a:lnTo>
                <a:lnTo>
                  <a:pt x="1324" y="4240"/>
                </a:lnTo>
                <a:lnTo>
                  <a:pt x="0" y="3086"/>
                </a:lnTo>
                <a:lnTo>
                  <a:pt x="1071" y="1555"/>
                </a:lnTo>
                <a:lnTo>
                  <a:pt x="2160" y="0"/>
                </a:lnTo>
                <a:close/>
              </a:path>
            </a:pathLst>
          </a:custGeom>
          <a:solidFill>
            <a:srgbClr val="446A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8" name="contour_11336"/>
          <p:cNvSpPr/>
          <p:nvPr/>
        </p:nvSpPr>
        <p:spPr>
          <a:xfrm>
            <a:off x="1067133" y="2263971"/>
            <a:ext cx="72880" cy="39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1436"/>
                </a:moveTo>
                <a:lnTo>
                  <a:pt x="3631" y="657"/>
                </a:lnTo>
                <a:lnTo>
                  <a:pt x="5126" y="190"/>
                </a:lnTo>
                <a:lnTo>
                  <a:pt x="6638" y="0"/>
                </a:lnTo>
                <a:lnTo>
                  <a:pt x="8158" y="65"/>
                </a:lnTo>
                <a:lnTo>
                  <a:pt x="9677" y="355"/>
                </a:lnTo>
                <a:lnTo>
                  <a:pt x="11189" y="851"/>
                </a:lnTo>
                <a:lnTo>
                  <a:pt x="12684" y="1520"/>
                </a:lnTo>
                <a:lnTo>
                  <a:pt x="14154" y="2339"/>
                </a:lnTo>
                <a:lnTo>
                  <a:pt x="15593" y="3279"/>
                </a:lnTo>
                <a:lnTo>
                  <a:pt x="16816" y="4444"/>
                </a:lnTo>
                <a:lnTo>
                  <a:pt x="18025" y="5662"/>
                </a:lnTo>
                <a:lnTo>
                  <a:pt x="19224" y="6916"/>
                </a:lnTo>
                <a:lnTo>
                  <a:pt x="20416" y="8199"/>
                </a:lnTo>
                <a:lnTo>
                  <a:pt x="21600" y="9501"/>
                </a:lnTo>
                <a:lnTo>
                  <a:pt x="21172" y="11897"/>
                </a:lnTo>
                <a:lnTo>
                  <a:pt x="20742" y="14301"/>
                </a:lnTo>
                <a:lnTo>
                  <a:pt x="20313" y="16712"/>
                </a:lnTo>
                <a:lnTo>
                  <a:pt x="19878" y="19144"/>
                </a:lnTo>
                <a:lnTo>
                  <a:pt x="19440" y="21600"/>
                </a:lnTo>
                <a:lnTo>
                  <a:pt x="19440" y="18934"/>
                </a:lnTo>
                <a:lnTo>
                  <a:pt x="19440" y="16252"/>
                </a:lnTo>
                <a:lnTo>
                  <a:pt x="19440" y="13534"/>
                </a:lnTo>
                <a:lnTo>
                  <a:pt x="17960" y="13534"/>
                </a:lnTo>
                <a:lnTo>
                  <a:pt x="16479" y="13534"/>
                </a:lnTo>
                <a:lnTo>
                  <a:pt x="14997" y="13534"/>
                </a:lnTo>
                <a:lnTo>
                  <a:pt x="13513" y="13534"/>
                </a:lnTo>
                <a:lnTo>
                  <a:pt x="12027" y="13534"/>
                </a:lnTo>
                <a:lnTo>
                  <a:pt x="10539" y="13534"/>
                </a:lnTo>
                <a:lnTo>
                  <a:pt x="9046" y="13534"/>
                </a:lnTo>
                <a:lnTo>
                  <a:pt x="7551" y="13534"/>
                </a:lnTo>
                <a:lnTo>
                  <a:pt x="6052" y="13534"/>
                </a:lnTo>
                <a:lnTo>
                  <a:pt x="4547" y="13534"/>
                </a:lnTo>
                <a:lnTo>
                  <a:pt x="3037" y="13534"/>
                </a:lnTo>
                <a:lnTo>
                  <a:pt x="1523" y="13534"/>
                </a:lnTo>
                <a:lnTo>
                  <a:pt x="0" y="13534"/>
                </a:lnTo>
                <a:lnTo>
                  <a:pt x="428" y="11139"/>
                </a:lnTo>
                <a:lnTo>
                  <a:pt x="858" y="8735"/>
                </a:lnTo>
                <a:lnTo>
                  <a:pt x="1287" y="6324"/>
                </a:lnTo>
                <a:lnTo>
                  <a:pt x="1722" y="3892"/>
                </a:lnTo>
                <a:lnTo>
                  <a:pt x="2160" y="1436"/>
                </a:lnTo>
                <a:close/>
              </a:path>
            </a:pathLst>
          </a:custGeom>
          <a:solidFill>
            <a:srgbClr val="6361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39" name="contour_11337"/>
          <p:cNvSpPr/>
          <p:nvPr/>
        </p:nvSpPr>
        <p:spPr>
          <a:xfrm>
            <a:off x="804766" y="2237413"/>
            <a:ext cx="4447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59" y="0"/>
                </a:moveTo>
                <a:lnTo>
                  <a:pt x="16262" y="1631"/>
                </a:lnTo>
                <a:lnTo>
                  <a:pt x="17699" y="2923"/>
                </a:lnTo>
                <a:lnTo>
                  <a:pt x="19136" y="4558"/>
                </a:lnTo>
                <a:lnTo>
                  <a:pt x="21239" y="7200"/>
                </a:lnTo>
                <a:lnTo>
                  <a:pt x="21483" y="9641"/>
                </a:lnTo>
                <a:lnTo>
                  <a:pt x="21593" y="12020"/>
                </a:lnTo>
                <a:lnTo>
                  <a:pt x="21600" y="14371"/>
                </a:lnTo>
                <a:lnTo>
                  <a:pt x="21526" y="16729"/>
                </a:lnTo>
                <a:lnTo>
                  <a:pt x="21398" y="19127"/>
                </a:lnTo>
                <a:lnTo>
                  <a:pt x="21239" y="21600"/>
                </a:lnTo>
                <a:lnTo>
                  <a:pt x="18903" y="21600"/>
                </a:lnTo>
                <a:lnTo>
                  <a:pt x="16563" y="21600"/>
                </a:lnTo>
                <a:lnTo>
                  <a:pt x="14223" y="21600"/>
                </a:lnTo>
                <a:lnTo>
                  <a:pt x="11876" y="21600"/>
                </a:lnTo>
                <a:lnTo>
                  <a:pt x="9522" y="21600"/>
                </a:lnTo>
                <a:lnTo>
                  <a:pt x="7158" y="21600"/>
                </a:lnTo>
                <a:lnTo>
                  <a:pt x="4786" y="21600"/>
                </a:lnTo>
                <a:lnTo>
                  <a:pt x="2400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2336" y="10800"/>
                </a:lnTo>
                <a:lnTo>
                  <a:pt x="4676" y="10800"/>
                </a:lnTo>
                <a:lnTo>
                  <a:pt x="7027" y="10800"/>
                </a:lnTo>
                <a:lnTo>
                  <a:pt x="9388" y="10800"/>
                </a:lnTo>
                <a:lnTo>
                  <a:pt x="11763" y="10800"/>
                </a:lnTo>
                <a:lnTo>
                  <a:pt x="14159" y="10800"/>
                </a:lnTo>
                <a:lnTo>
                  <a:pt x="14159" y="8662"/>
                </a:lnTo>
                <a:lnTo>
                  <a:pt x="14159" y="6516"/>
                </a:lnTo>
                <a:lnTo>
                  <a:pt x="14159" y="4363"/>
                </a:lnTo>
                <a:lnTo>
                  <a:pt x="14159" y="2192"/>
                </a:lnTo>
                <a:lnTo>
                  <a:pt x="14159" y="0"/>
                </a:lnTo>
                <a:close/>
              </a:path>
            </a:pathLst>
          </a:custGeom>
          <a:solidFill>
            <a:srgbClr val="09070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0" name="contour_11338"/>
          <p:cNvSpPr/>
          <p:nvPr/>
        </p:nvSpPr>
        <p:spPr>
          <a:xfrm>
            <a:off x="1059845" y="2230125"/>
            <a:ext cx="72880" cy="511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979" y="643"/>
                </a:lnTo>
                <a:lnTo>
                  <a:pt x="11517" y="2585"/>
                </a:lnTo>
                <a:lnTo>
                  <a:pt x="12461" y="5631"/>
                </a:lnTo>
                <a:lnTo>
                  <a:pt x="13221" y="7957"/>
                </a:lnTo>
                <a:lnTo>
                  <a:pt x="13882" y="9698"/>
                </a:lnTo>
                <a:lnTo>
                  <a:pt x="14530" y="11000"/>
                </a:lnTo>
                <a:lnTo>
                  <a:pt x="15245" y="12000"/>
                </a:lnTo>
                <a:lnTo>
                  <a:pt x="16111" y="12843"/>
                </a:lnTo>
                <a:lnTo>
                  <a:pt x="17211" y="13668"/>
                </a:lnTo>
                <a:lnTo>
                  <a:pt x="18630" y="14615"/>
                </a:lnTo>
                <a:lnTo>
                  <a:pt x="20103" y="14997"/>
                </a:lnTo>
                <a:lnTo>
                  <a:pt x="21600" y="15385"/>
                </a:lnTo>
                <a:lnTo>
                  <a:pt x="21116" y="17237"/>
                </a:lnTo>
                <a:lnTo>
                  <a:pt x="20730" y="18495"/>
                </a:lnTo>
                <a:lnTo>
                  <a:pt x="20237" y="19738"/>
                </a:lnTo>
                <a:lnTo>
                  <a:pt x="19440" y="21538"/>
                </a:lnTo>
                <a:lnTo>
                  <a:pt x="17922" y="21600"/>
                </a:lnTo>
                <a:lnTo>
                  <a:pt x="16764" y="21406"/>
                </a:lnTo>
                <a:lnTo>
                  <a:pt x="14977" y="20794"/>
                </a:lnTo>
                <a:lnTo>
                  <a:pt x="13668" y="20345"/>
                </a:lnTo>
                <a:lnTo>
                  <a:pt x="12340" y="19892"/>
                </a:lnTo>
                <a:lnTo>
                  <a:pt x="10973" y="19372"/>
                </a:lnTo>
                <a:lnTo>
                  <a:pt x="9586" y="18846"/>
                </a:lnTo>
                <a:lnTo>
                  <a:pt x="8206" y="18363"/>
                </a:lnTo>
                <a:lnTo>
                  <a:pt x="6804" y="17874"/>
                </a:lnTo>
                <a:lnTo>
                  <a:pt x="5441" y="17388"/>
                </a:lnTo>
                <a:lnTo>
                  <a:pt x="4080" y="16895"/>
                </a:lnTo>
                <a:lnTo>
                  <a:pt x="2719" y="16394"/>
                </a:lnTo>
                <a:lnTo>
                  <a:pt x="1359" y="15892"/>
                </a:lnTo>
                <a:lnTo>
                  <a:pt x="0" y="15385"/>
                </a:lnTo>
                <a:lnTo>
                  <a:pt x="1393" y="15009"/>
                </a:lnTo>
                <a:lnTo>
                  <a:pt x="2797" y="14628"/>
                </a:lnTo>
                <a:lnTo>
                  <a:pt x="4218" y="14243"/>
                </a:lnTo>
                <a:lnTo>
                  <a:pt x="6296" y="13480"/>
                </a:lnTo>
                <a:lnTo>
                  <a:pt x="7633" y="12843"/>
                </a:lnTo>
                <a:lnTo>
                  <a:pt x="8506" y="12092"/>
                </a:lnTo>
                <a:lnTo>
                  <a:pt x="9189" y="10997"/>
                </a:lnTo>
                <a:lnTo>
                  <a:pt x="9955" y="9314"/>
                </a:lnTo>
                <a:lnTo>
                  <a:pt x="10107" y="7652"/>
                </a:lnTo>
                <a:lnTo>
                  <a:pt x="10260" y="5963"/>
                </a:lnTo>
                <a:lnTo>
                  <a:pt x="10439" y="3994"/>
                </a:lnTo>
                <a:lnTo>
                  <a:pt x="10619" y="2009"/>
                </a:lnTo>
                <a:lnTo>
                  <a:pt x="10800" y="0"/>
                </a:lnTo>
                <a:close/>
              </a:path>
            </a:pathLst>
          </a:custGeom>
          <a:solidFill>
            <a:srgbClr val="7F7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1" name="contour_11339"/>
          <p:cNvSpPr/>
          <p:nvPr/>
        </p:nvSpPr>
        <p:spPr>
          <a:xfrm>
            <a:off x="8646645" y="2244701"/>
            <a:ext cx="4533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45" y="0"/>
                </a:moveTo>
                <a:lnTo>
                  <a:pt x="10581" y="1418"/>
                </a:lnTo>
                <a:lnTo>
                  <a:pt x="13262" y="2498"/>
                </a:lnTo>
                <a:lnTo>
                  <a:pt x="15231" y="3362"/>
                </a:lnTo>
                <a:lnTo>
                  <a:pt x="16728" y="4140"/>
                </a:lnTo>
                <a:lnTo>
                  <a:pt x="18002" y="4954"/>
                </a:lnTo>
                <a:lnTo>
                  <a:pt x="19291" y="5933"/>
                </a:lnTo>
                <a:lnTo>
                  <a:pt x="20836" y="7200"/>
                </a:lnTo>
                <a:lnTo>
                  <a:pt x="21346" y="9716"/>
                </a:lnTo>
                <a:lnTo>
                  <a:pt x="21583" y="12053"/>
                </a:lnTo>
                <a:lnTo>
                  <a:pt x="21600" y="14306"/>
                </a:lnTo>
                <a:lnTo>
                  <a:pt x="21447" y="16585"/>
                </a:lnTo>
                <a:lnTo>
                  <a:pt x="21176" y="18979"/>
                </a:lnTo>
                <a:lnTo>
                  <a:pt x="20836" y="21600"/>
                </a:lnTo>
                <a:lnTo>
                  <a:pt x="18773" y="21600"/>
                </a:lnTo>
                <a:lnTo>
                  <a:pt x="16704" y="21600"/>
                </a:lnTo>
                <a:lnTo>
                  <a:pt x="14627" y="21600"/>
                </a:lnTo>
                <a:lnTo>
                  <a:pt x="12533" y="21600"/>
                </a:lnTo>
                <a:lnTo>
                  <a:pt x="10418" y="21600"/>
                </a:lnTo>
                <a:lnTo>
                  <a:pt x="10418" y="19462"/>
                </a:lnTo>
                <a:lnTo>
                  <a:pt x="10418" y="17316"/>
                </a:lnTo>
                <a:lnTo>
                  <a:pt x="10418" y="15163"/>
                </a:lnTo>
                <a:lnTo>
                  <a:pt x="10418" y="12992"/>
                </a:lnTo>
                <a:lnTo>
                  <a:pt x="10418" y="10800"/>
                </a:lnTo>
                <a:lnTo>
                  <a:pt x="8355" y="11513"/>
                </a:lnTo>
                <a:lnTo>
                  <a:pt x="6286" y="12229"/>
                </a:lnTo>
                <a:lnTo>
                  <a:pt x="4209" y="12946"/>
                </a:lnTo>
                <a:lnTo>
                  <a:pt x="2115" y="13669"/>
                </a:lnTo>
                <a:lnTo>
                  <a:pt x="0" y="14400"/>
                </a:lnTo>
                <a:lnTo>
                  <a:pt x="983" y="12362"/>
                </a:lnTo>
                <a:lnTo>
                  <a:pt x="1966" y="10325"/>
                </a:lnTo>
                <a:lnTo>
                  <a:pt x="2952" y="8280"/>
                </a:lnTo>
                <a:lnTo>
                  <a:pt x="3941" y="6228"/>
                </a:lnTo>
                <a:lnTo>
                  <a:pt x="4938" y="4165"/>
                </a:lnTo>
                <a:lnTo>
                  <a:pt x="5938" y="2092"/>
                </a:lnTo>
                <a:lnTo>
                  <a:pt x="6945" y="0"/>
                </a:lnTo>
                <a:close/>
              </a:path>
            </a:pathLst>
          </a:custGeom>
          <a:solidFill>
            <a:srgbClr val="C883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2" name="contour_11340"/>
          <p:cNvSpPr/>
          <p:nvPr/>
        </p:nvSpPr>
        <p:spPr>
          <a:xfrm>
            <a:off x="4747569" y="223012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C7E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3" name="contour_11341"/>
          <p:cNvSpPr/>
          <p:nvPr/>
        </p:nvSpPr>
        <p:spPr>
          <a:xfrm>
            <a:off x="586126" y="2207737"/>
            <a:ext cx="65592" cy="30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4"/>
                </a:moveTo>
                <a:lnTo>
                  <a:pt x="21257" y="4118"/>
                </a:lnTo>
                <a:lnTo>
                  <a:pt x="20962" y="6796"/>
                </a:lnTo>
                <a:lnTo>
                  <a:pt x="20597" y="9167"/>
                </a:lnTo>
                <a:lnTo>
                  <a:pt x="20047" y="11980"/>
                </a:lnTo>
                <a:lnTo>
                  <a:pt x="19200" y="15974"/>
                </a:lnTo>
                <a:lnTo>
                  <a:pt x="17568" y="17253"/>
                </a:lnTo>
                <a:lnTo>
                  <a:pt x="16339" y="18147"/>
                </a:lnTo>
                <a:lnTo>
                  <a:pt x="15281" y="18771"/>
                </a:lnTo>
                <a:lnTo>
                  <a:pt x="14160" y="19244"/>
                </a:lnTo>
                <a:lnTo>
                  <a:pt x="12744" y="19676"/>
                </a:lnTo>
                <a:lnTo>
                  <a:pt x="10800" y="20196"/>
                </a:lnTo>
                <a:lnTo>
                  <a:pt x="9288" y="20659"/>
                </a:lnTo>
                <a:lnTo>
                  <a:pt x="7766" y="21127"/>
                </a:lnTo>
                <a:lnTo>
                  <a:pt x="6226" y="21600"/>
                </a:lnTo>
                <a:lnTo>
                  <a:pt x="4961" y="21460"/>
                </a:lnTo>
                <a:lnTo>
                  <a:pt x="3689" y="21319"/>
                </a:lnTo>
                <a:lnTo>
                  <a:pt x="2400" y="21174"/>
                </a:lnTo>
                <a:lnTo>
                  <a:pt x="1392" y="18121"/>
                </a:lnTo>
                <a:lnTo>
                  <a:pt x="806" y="16021"/>
                </a:lnTo>
                <a:lnTo>
                  <a:pt x="418" y="13899"/>
                </a:lnTo>
                <a:lnTo>
                  <a:pt x="0" y="10774"/>
                </a:lnTo>
                <a:lnTo>
                  <a:pt x="1702" y="8678"/>
                </a:lnTo>
                <a:lnTo>
                  <a:pt x="3341" y="6838"/>
                </a:lnTo>
                <a:lnTo>
                  <a:pt x="4934" y="5241"/>
                </a:lnTo>
                <a:lnTo>
                  <a:pt x="6494" y="3879"/>
                </a:lnTo>
                <a:lnTo>
                  <a:pt x="8040" y="2740"/>
                </a:lnTo>
                <a:lnTo>
                  <a:pt x="9586" y="1815"/>
                </a:lnTo>
                <a:lnTo>
                  <a:pt x="11143" y="1092"/>
                </a:lnTo>
                <a:lnTo>
                  <a:pt x="12727" y="562"/>
                </a:lnTo>
                <a:lnTo>
                  <a:pt x="14357" y="208"/>
                </a:lnTo>
                <a:lnTo>
                  <a:pt x="16042" y="26"/>
                </a:lnTo>
                <a:lnTo>
                  <a:pt x="17803" y="0"/>
                </a:lnTo>
                <a:lnTo>
                  <a:pt x="19649" y="120"/>
                </a:lnTo>
                <a:lnTo>
                  <a:pt x="21600" y="374"/>
                </a:lnTo>
                <a:close/>
              </a:path>
            </a:pathLst>
          </a:custGeom>
          <a:solidFill>
            <a:srgbClr val="EFEE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4" name="contour_11342"/>
          <p:cNvSpPr/>
          <p:nvPr/>
        </p:nvSpPr>
        <p:spPr>
          <a:xfrm>
            <a:off x="2408124" y="217910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21" y="16701"/>
                </a:lnTo>
                <a:lnTo>
                  <a:pt x="3121" y="12848"/>
                </a:lnTo>
                <a:lnTo>
                  <a:pt x="4306" y="9880"/>
                </a:lnTo>
                <a:lnTo>
                  <a:pt x="5382" y="7620"/>
                </a:lnTo>
                <a:lnTo>
                  <a:pt x="6455" y="5901"/>
                </a:lnTo>
                <a:lnTo>
                  <a:pt x="7628" y="4558"/>
                </a:lnTo>
                <a:lnTo>
                  <a:pt x="9014" y="3421"/>
                </a:lnTo>
                <a:lnTo>
                  <a:pt x="10710" y="2316"/>
                </a:lnTo>
                <a:lnTo>
                  <a:pt x="12823" y="1080"/>
                </a:lnTo>
                <a:lnTo>
                  <a:pt x="15872" y="454"/>
                </a:lnTo>
                <a:lnTo>
                  <a:pt x="17802" y="134"/>
                </a:lnTo>
                <a:lnTo>
                  <a:pt x="19436" y="17"/>
                </a:lnTo>
                <a:lnTo>
                  <a:pt x="21600" y="0"/>
                </a:lnTo>
                <a:close/>
              </a:path>
            </a:pathLst>
          </a:custGeom>
          <a:solidFill>
            <a:srgbClr val="3F3D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5" name="contour_11343"/>
          <p:cNvSpPr/>
          <p:nvPr/>
        </p:nvSpPr>
        <p:spPr>
          <a:xfrm>
            <a:off x="1526277" y="2176683"/>
            <a:ext cx="58304" cy="315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1660"/>
                </a:moveTo>
                <a:lnTo>
                  <a:pt x="19853" y="4935"/>
                </a:lnTo>
                <a:lnTo>
                  <a:pt x="20509" y="8046"/>
                </a:lnTo>
                <a:lnTo>
                  <a:pt x="20941" y="11127"/>
                </a:lnTo>
                <a:lnTo>
                  <a:pt x="21217" y="14322"/>
                </a:lnTo>
                <a:lnTo>
                  <a:pt x="21414" y="17767"/>
                </a:lnTo>
                <a:lnTo>
                  <a:pt x="21600" y="21600"/>
                </a:lnTo>
                <a:lnTo>
                  <a:pt x="19818" y="21186"/>
                </a:lnTo>
                <a:lnTo>
                  <a:pt x="18036" y="20777"/>
                </a:lnTo>
                <a:lnTo>
                  <a:pt x="16251" y="20364"/>
                </a:lnTo>
                <a:lnTo>
                  <a:pt x="14464" y="19955"/>
                </a:lnTo>
                <a:lnTo>
                  <a:pt x="12674" y="19541"/>
                </a:lnTo>
                <a:lnTo>
                  <a:pt x="10881" y="19127"/>
                </a:lnTo>
                <a:lnTo>
                  <a:pt x="9083" y="18714"/>
                </a:lnTo>
                <a:lnTo>
                  <a:pt x="7279" y="18295"/>
                </a:lnTo>
                <a:lnTo>
                  <a:pt x="5470" y="17876"/>
                </a:lnTo>
                <a:lnTo>
                  <a:pt x="3656" y="17457"/>
                </a:lnTo>
                <a:lnTo>
                  <a:pt x="1831" y="17039"/>
                </a:lnTo>
                <a:lnTo>
                  <a:pt x="0" y="16615"/>
                </a:lnTo>
                <a:lnTo>
                  <a:pt x="0" y="13320"/>
                </a:lnTo>
                <a:lnTo>
                  <a:pt x="0" y="10005"/>
                </a:lnTo>
                <a:lnTo>
                  <a:pt x="0" y="6645"/>
                </a:lnTo>
                <a:lnTo>
                  <a:pt x="1663" y="4686"/>
                </a:lnTo>
                <a:lnTo>
                  <a:pt x="3424" y="3081"/>
                </a:lnTo>
                <a:lnTo>
                  <a:pt x="5262" y="1825"/>
                </a:lnTo>
                <a:lnTo>
                  <a:pt x="7163" y="902"/>
                </a:lnTo>
                <a:lnTo>
                  <a:pt x="9110" y="294"/>
                </a:lnTo>
                <a:lnTo>
                  <a:pt x="11081" y="0"/>
                </a:lnTo>
                <a:lnTo>
                  <a:pt x="13063" y="0"/>
                </a:lnTo>
                <a:lnTo>
                  <a:pt x="15039" y="289"/>
                </a:lnTo>
                <a:lnTo>
                  <a:pt x="16991" y="842"/>
                </a:lnTo>
                <a:lnTo>
                  <a:pt x="18900" y="1660"/>
                </a:lnTo>
                <a:close/>
              </a:path>
            </a:pathLst>
          </a:custGeom>
          <a:solidFill>
            <a:srgbClr val="1D1C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6" name="contour_11344"/>
          <p:cNvSpPr/>
          <p:nvPr/>
        </p:nvSpPr>
        <p:spPr>
          <a:xfrm>
            <a:off x="10315587" y="2172638"/>
            <a:ext cx="72880" cy="28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88" y="4239"/>
                </a:moveTo>
                <a:lnTo>
                  <a:pt x="10934" y="5750"/>
                </a:lnTo>
                <a:lnTo>
                  <a:pt x="12264" y="7206"/>
                </a:lnTo>
                <a:lnTo>
                  <a:pt x="13591" y="8600"/>
                </a:lnTo>
                <a:lnTo>
                  <a:pt x="14923" y="9944"/>
                </a:lnTo>
                <a:lnTo>
                  <a:pt x="16269" y="11228"/>
                </a:lnTo>
                <a:lnTo>
                  <a:pt x="17636" y="12450"/>
                </a:lnTo>
                <a:lnTo>
                  <a:pt x="19036" y="13617"/>
                </a:lnTo>
                <a:lnTo>
                  <a:pt x="20310" y="14822"/>
                </a:lnTo>
                <a:lnTo>
                  <a:pt x="21600" y="16044"/>
                </a:lnTo>
                <a:lnTo>
                  <a:pt x="21600" y="18800"/>
                </a:lnTo>
                <a:lnTo>
                  <a:pt x="21600" y="21600"/>
                </a:lnTo>
                <a:lnTo>
                  <a:pt x="20075" y="21600"/>
                </a:lnTo>
                <a:lnTo>
                  <a:pt x="18546" y="21600"/>
                </a:lnTo>
                <a:lnTo>
                  <a:pt x="17019" y="21600"/>
                </a:lnTo>
                <a:lnTo>
                  <a:pt x="15487" y="21600"/>
                </a:lnTo>
                <a:lnTo>
                  <a:pt x="13956" y="21600"/>
                </a:lnTo>
                <a:lnTo>
                  <a:pt x="12422" y="21600"/>
                </a:lnTo>
                <a:lnTo>
                  <a:pt x="10884" y="21600"/>
                </a:lnTo>
                <a:lnTo>
                  <a:pt x="9342" y="21600"/>
                </a:lnTo>
                <a:lnTo>
                  <a:pt x="7798" y="21600"/>
                </a:lnTo>
                <a:lnTo>
                  <a:pt x="6249" y="21600"/>
                </a:lnTo>
                <a:lnTo>
                  <a:pt x="4696" y="21600"/>
                </a:lnTo>
                <a:lnTo>
                  <a:pt x="3136" y="21600"/>
                </a:lnTo>
                <a:lnTo>
                  <a:pt x="1572" y="21600"/>
                </a:lnTo>
                <a:lnTo>
                  <a:pt x="0" y="21600"/>
                </a:lnTo>
                <a:lnTo>
                  <a:pt x="0" y="18300"/>
                </a:lnTo>
                <a:lnTo>
                  <a:pt x="0" y="14989"/>
                </a:lnTo>
                <a:lnTo>
                  <a:pt x="0" y="11667"/>
                </a:lnTo>
                <a:lnTo>
                  <a:pt x="0" y="8317"/>
                </a:lnTo>
                <a:lnTo>
                  <a:pt x="0" y="4933"/>
                </a:lnTo>
                <a:lnTo>
                  <a:pt x="1406" y="2233"/>
                </a:lnTo>
                <a:lnTo>
                  <a:pt x="2719" y="639"/>
                </a:lnTo>
                <a:lnTo>
                  <a:pt x="3990" y="0"/>
                </a:lnTo>
                <a:lnTo>
                  <a:pt x="5264" y="189"/>
                </a:lnTo>
                <a:lnTo>
                  <a:pt x="6590" y="1050"/>
                </a:lnTo>
                <a:lnTo>
                  <a:pt x="8016" y="2444"/>
                </a:lnTo>
                <a:lnTo>
                  <a:pt x="9588" y="4239"/>
                </a:lnTo>
                <a:close/>
              </a:path>
            </a:pathLst>
          </a:custGeom>
          <a:solidFill>
            <a:srgbClr val="D9DD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7" name="contour_11345"/>
          <p:cNvSpPr/>
          <p:nvPr/>
        </p:nvSpPr>
        <p:spPr>
          <a:xfrm>
            <a:off x="10060515" y="2170123"/>
            <a:ext cx="43728" cy="32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27"/>
                </a:moveTo>
                <a:lnTo>
                  <a:pt x="2621" y="682"/>
                </a:lnTo>
                <a:lnTo>
                  <a:pt x="5202" y="319"/>
                </a:lnTo>
                <a:lnTo>
                  <a:pt x="7751" y="82"/>
                </a:lnTo>
                <a:lnTo>
                  <a:pt x="10292" y="0"/>
                </a:lnTo>
                <a:lnTo>
                  <a:pt x="12838" y="126"/>
                </a:lnTo>
                <a:lnTo>
                  <a:pt x="15401" y="484"/>
                </a:lnTo>
                <a:lnTo>
                  <a:pt x="18000" y="1127"/>
                </a:lnTo>
                <a:lnTo>
                  <a:pt x="19242" y="4203"/>
                </a:lnTo>
                <a:lnTo>
                  <a:pt x="20146" y="7289"/>
                </a:lnTo>
                <a:lnTo>
                  <a:pt x="20772" y="10423"/>
                </a:lnTo>
                <a:lnTo>
                  <a:pt x="21186" y="13639"/>
                </a:lnTo>
                <a:lnTo>
                  <a:pt x="21442" y="16976"/>
                </a:lnTo>
                <a:lnTo>
                  <a:pt x="21600" y="20473"/>
                </a:lnTo>
                <a:lnTo>
                  <a:pt x="18979" y="20918"/>
                </a:lnTo>
                <a:lnTo>
                  <a:pt x="16398" y="21281"/>
                </a:lnTo>
                <a:lnTo>
                  <a:pt x="13849" y="21518"/>
                </a:lnTo>
                <a:lnTo>
                  <a:pt x="11308" y="21600"/>
                </a:lnTo>
                <a:lnTo>
                  <a:pt x="8762" y="21474"/>
                </a:lnTo>
                <a:lnTo>
                  <a:pt x="6199" y="21116"/>
                </a:lnTo>
                <a:lnTo>
                  <a:pt x="3600" y="20473"/>
                </a:lnTo>
                <a:lnTo>
                  <a:pt x="2358" y="17397"/>
                </a:lnTo>
                <a:lnTo>
                  <a:pt x="1454" y="14311"/>
                </a:lnTo>
                <a:lnTo>
                  <a:pt x="828" y="11177"/>
                </a:lnTo>
                <a:lnTo>
                  <a:pt x="414" y="7961"/>
                </a:lnTo>
                <a:lnTo>
                  <a:pt x="158" y="4624"/>
                </a:lnTo>
                <a:lnTo>
                  <a:pt x="0" y="1127"/>
                </a:lnTo>
                <a:close/>
              </a:path>
            </a:pathLst>
          </a:custGeom>
          <a:solidFill>
            <a:srgbClr val="D1D5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8" name="contour_11346"/>
          <p:cNvSpPr/>
          <p:nvPr/>
        </p:nvSpPr>
        <p:spPr>
          <a:xfrm>
            <a:off x="3763690" y="216453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8396" y="2376"/>
                </a:lnTo>
                <a:lnTo>
                  <a:pt x="18792" y="4756"/>
                </a:lnTo>
                <a:lnTo>
                  <a:pt x="19188" y="7135"/>
                </a:lnTo>
                <a:lnTo>
                  <a:pt x="19588" y="9522"/>
                </a:lnTo>
                <a:lnTo>
                  <a:pt x="19987" y="11916"/>
                </a:lnTo>
                <a:lnTo>
                  <a:pt x="20387" y="14321"/>
                </a:lnTo>
                <a:lnTo>
                  <a:pt x="20790" y="16733"/>
                </a:lnTo>
                <a:lnTo>
                  <a:pt x="21193" y="1915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030" y="19544"/>
                </a:lnTo>
                <a:lnTo>
                  <a:pt x="2059" y="17485"/>
                </a:lnTo>
                <a:lnTo>
                  <a:pt x="3085" y="15430"/>
                </a:lnTo>
                <a:lnTo>
                  <a:pt x="4115" y="13370"/>
                </a:lnTo>
                <a:lnTo>
                  <a:pt x="5141" y="11315"/>
                </a:lnTo>
                <a:lnTo>
                  <a:pt x="6170" y="9256"/>
                </a:lnTo>
                <a:lnTo>
                  <a:pt x="7200" y="7200"/>
                </a:lnTo>
                <a:lnTo>
                  <a:pt x="7988" y="5177"/>
                </a:lnTo>
                <a:lnTo>
                  <a:pt x="8788" y="3121"/>
                </a:lnTo>
                <a:lnTo>
                  <a:pt x="9788" y="1573"/>
                </a:lnTo>
                <a:lnTo>
                  <a:pt x="10800" y="0"/>
                </a:lnTo>
                <a:close/>
              </a:path>
            </a:pathLst>
          </a:custGeom>
          <a:solidFill>
            <a:srgbClr val="5C4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49" name="contour_11347"/>
          <p:cNvSpPr/>
          <p:nvPr/>
        </p:nvSpPr>
        <p:spPr>
          <a:xfrm>
            <a:off x="2168181" y="2157012"/>
            <a:ext cx="72319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9" y="166"/>
                </a:moveTo>
                <a:lnTo>
                  <a:pt x="3539" y="0"/>
                </a:lnTo>
                <a:lnTo>
                  <a:pt x="4706" y="280"/>
                </a:lnTo>
                <a:lnTo>
                  <a:pt x="6506" y="1239"/>
                </a:lnTo>
                <a:lnTo>
                  <a:pt x="7168" y="1597"/>
                </a:lnTo>
                <a:lnTo>
                  <a:pt x="9164" y="2685"/>
                </a:lnTo>
                <a:lnTo>
                  <a:pt x="10542" y="3525"/>
                </a:lnTo>
                <a:lnTo>
                  <a:pt x="11940" y="4375"/>
                </a:lnTo>
                <a:lnTo>
                  <a:pt x="13330" y="5127"/>
                </a:lnTo>
                <a:lnTo>
                  <a:pt x="14743" y="5889"/>
                </a:lnTo>
                <a:lnTo>
                  <a:pt x="17192" y="7288"/>
                </a:lnTo>
                <a:lnTo>
                  <a:pt x="18775" y="8232"/>
                </a:lnTo>
                <a:lnTo>
                  <a:pt x="19817" y="8937"/>
                </a:lnTo>
                <a:lnTo>
                  <a:pt x="20649" y="9631"/>
                </a:lnTo>
                <a:lnTo>
                  <a:pt x="21600" y="10533"/>
                </a:lnTo>
                <a:lnTo>
                  <a:pt x="21600" y="13104"/>
                </a:lnTo>
                <a:lnTo>
                  <a:pt x="21600" y="15717"/>
                </a:lnTo>
                <a:lnTo>
                  <a:pt x="20222" y="16204"/>
                </a:lnTo>
                <a:lnTo>
                  <a:pt x="18842" y="16681"/>
                </a:lnTo>
                <a:lnTo>
                  <a:pt x="17462" y="17147"/>
                </a:lnTo>
                <a:lnTo>
                  <a:pt x="16084" y="17609"/>
                </a:lnTo>
                <a:lnTo>
                  <a:pt x="14702" y="18065"/>
                </a:lnTo>
                <a:lnTo>
                  <a:pt x="13322" y="18516"/>
                </a:lnTo>
                <a:lnTo>
                  <a:pt x="11940" y="18956"/>
                </a:lnTo>
                <a:lnTo>
                  <a:pt x="10564" y="19459"/>
                </a:lnTo>
                <a:lnTo>
                  <a:pt x="9164" y="19967"/>
                </a:lnTo>
                <a:lnTo>
                  <a:pt x="7845" y="20371"/>
                </a:lnTo>
                <a:lnTo>
                  <a:pt x="6506" y="20781"/>
                </a:lnTo>
                <a:lnTo>
                  <a:pt x="5290" y="21185"/>
                </a:lnTo>
                <a:lnTo>
                  <a:pt x="4055" y="21600"/>
                </a:lnTo>
                <a:lnTo>
                  <a:pt x="2560" y="20942"/>
                </a:lnTo>
                <a:lnTo>
                  <a:pt x="1639" y="19584"/>
                </a:lnTo>
                <a:lnTo>
                  <a:pt x="503" y="16370"/>
                </a:lnTo>
                <a:lnTo>
                  <a:pt x="126" y="12902"/>
                </a:lnTo>
                <a:lnTo>
                  <a:pt x="0" y="10523"/>
                </a:lnTo>
                <a:lnTo>
                  <a:pt x="126" y="8138"/>
                </a:lnTo>
                <a:lnTo>
                  <a:pt x="503" y="4634"/>
                </a:lnTo>
                <a:lnTo>
                  <a:pt x="1252" y="2416"/>
                </a:lnTo>
                <a:lnTo>
                  <a:pt x="2009" y="166"/>
                </a:lnTo>
                <a:close/>
              </a:path>
            </a:pathLst>
          </a:custGeom>
          <a:solidFill>
            <a:srgbClr val="5550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0" name="contour_11348"/>
          <p:cNvSpPr/>
          <p:nvPr/>
        </p:nvSpPr>
        <p:spPr>
          <a:xfrm>
            <a:off x="8638883" y="2091654"/>
            <a:ext cx="5149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" y="0"/>
                </a:moveTo>
                <a:lnTo>
                  <a:pt x="3250" y="2144"/>
                </a:lnTo>
                <a:lnTo>
                  <a:pt x="5998" y="4081"/>
                </a:lnTo>
                <a:lnTo>
                  <a:pt x="8457" y="5821"/>
                </a:lnTo>
                <a:lnTo>
                  <a:pt x="10643" y="7387"/>
                </a:lnTo>
                <a:lnTo>
                  <a:pt x="12572" y="8791"/>
                </a:lnTo>
                <a:lnTo>
                  <a:pt x="14259" y="10051"/>
                </a:lnTo>
                <a:lnTo>
                  <a:pt x="15724" y="11183"/>
                </a:lnTo>
                <a:lnTo>
                  <a:pt x="16977" y="12204"/>
                </a:lnTo>
                <a:lnTo>
                  <a:pt x="18038" y="13127"/>
                </a:lnTo>
                <a:lnTo>
                  <a:pt x="18925" y="13972"/>
                </a:lnTo>
                <a:lnTo>
                  <a:pt x="19649" y="14753"/>
                </a:lnTo>
                <a:lnTo>
                  <a:pt x="20230" y="15487"/>
                </a:lnTo>
                <a:lnTo>
                  <a:pt x="20683" y="16189"/>
                </a:lnTo>
                <a:lnTo>
                  <a:pt x="21022" y="16879"/>
                </a:lnTo>
                <a:lnTo>
                  <a:pt x="21267" y="17566"/>
                </a:lnTo>
                <a:lnTo>
                  <a:pt x="21429" y="18274"/>
                </a:lnTo>
                <a:lnTo>
                  <a:pt x="21527" y="19013"/>
                </a:lnTo>
                <a:lnTo>
                  <a:pt x="21579" y="19804"/>
                </a:lnTo>
                <a:lnTo>
                  <a:pt x="21597" y="20660"/>
                </a:lnTo>
                <a:lnTo>
                  <a:pt x="21600" y="21600"/>
                </a:lnTo>
                <a:lnTo>
                  <a:pt x="19579" y="21600"/>
                </a:lnTo>
                <a:lnTo>
                  <a:pt x="17546" y="21600"/>
                </a:lnTo>
                <a:lnTo>
                  <a:pt x="15485" y="21600"/>
                </a:lnTo>
                <a:lnTo>
                  <a:pt x="14244" y="20759"/>
                </a:lnTo>
                <a:lnTo>
                  <a:pt x="13419" y="20129"/>
                </a:lnTo>
                <a:lnTo>
                  <a:pt x="12642" y="19397"/>
                </a:lnTo>
                <a:lnTo>
                  <a:pt x="11544" y="18247"/>
                </a:lnTo>
                <a:lnTo>
                  <a:pt x="11037" y="17714"/>
                </a:lnTo>
                <a:lnTo>
                  <a:pt x="9514" y="16105"/>
                </a:lnTo>
                <a:lnTo>
                  <a:pt x="8493" y="14980"/>
                </a:lnTo>
                <a:lnTo>
                  <a:pt x="7460" y="13838"/>
                </a:lnTo>
                <a:lnTo>
                  <a:pt x="6405" y="12744"/>
                </a:lnTo>
                <a:lnTo>
                  <a:pt x="5335" y="11633"/>
                </a:lnTo>
                <a:lnTo>
                  <a:pt x="4262" y="10462"/>
                </a:lnTo>
                <a:lnTo>
                  <a:pt x="3281" y="9335"/>
                </a:lnTo>
                <a:lnTo>
                  <a:pt x="2400" y="8240"/>
                </a:lnTo>
                <a:lnTo>
                  <a:pt x="1639" y="7159"/>
                </a:lnTo>
                <a:lnTo>
                  <a:pt x="1006" y="6075"/>
                </a:lnTo>
                <a:lnTo>
                  <a:pt x="511" y="4970"/>
                </a:lnTo>
                <a:lnTo>
                  <a:pt x="171" y="3825"/>
                </a:lnTo>
                <a:lnTo>
                  <a:pt x="0" y="2628"/>
                </a:lnTo>
                <a:lnTo>
                  <a:pt x="3" y="1359"/>
                </a:lnTo>
                <a:lnTo>
                  <a:pt x="199" y="0"/>
                </a:lnTo>
                <a:close/>
              </a:path>
            </a:pathLst>
          </a:custGeom>
          <a:solidFill>
            <a:srgbClr val="DCEC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1" name="contour_11349"/>
          <p:cNvSpPr/>
          <p:nvPr/>
        </p:nvSpPr>
        <p:spPr>
          <a:xfrm>
            <a:off x="5468045" y="2113518"/>
            <a:ext cx="73915" cy="435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2" y="0"/>
                </a:moveTo>
                <a:lnTo>
                  <a:pt x="434" y="1718"/>
                </a:lnTo>
                <a:lnTo>
                  <a:pt x="569" y="3447"/>
                </a:lnTo>
                <a:lnTo>
                  <a:pt x="703" y="5202"/>
                </a:lnTo>
                <a:lnTo>
                  <a:pt x="1742" y="8494"/>
                </a:lnTo>
                <a:lnTo>
                  <a:pt x="2530" y="10339"/>
                </a:lnTo>
                <a:lnTo>
                  <a:pt x="3465" y="11410"/>
                </a:lnTo>
                <a:lnTo>
                  <a:pt x="4945" y="12379"/>
                </a:lnTo>
                <a:lnTo>
                  <a:pt x="6298" y="12806"/>
                </a:lnTo>
                <a:lnTo>
                  <a:pt x="7648" y="13204"/>
                </a:lnTo>
                <a:lnTo>
                  <a:pt x="9000" y="13569"/>
                </a:lnTo>
                <a:lnTo>
                  <a:pt x="10355" y="13902"/>
                </a:lnTo>
                <a:lnTo>
                  <a:pt x="11714" y="14202"/>
                </a:lnTo>
                <a:lnTo>
                  <a:pt x="13081" y="14470"/>
                </a:lnTo>
                <a:lnTo>
                  <a:pt x="13081" y="12079"/>
                </a:lnTo>
                <a:lnTo>
                  <a:pt x="13081" y="9673"/>
                </a:lnTo>
                <a:lnTo>
                  <a:pt x="13081" y="7235"/>
                </a:lnTo>
                <a:lnTo>
                  <a:pt x="14286" y="8259"/>
                </a:lnTo>
                <a:lnTo>
                  <a:pt x="15492" y="9282"/>
                </a:lnTo>
                <a:lnTo>
                  <a:pt x="16702" y="10310"/>
                </a:lnTo>
                <a:lnTo>
                  <a:pt x="17916" y="11341"/>
                </a:lnTo>
                <a:lnTo>
                  <a:pt x="19136" y="12379"/>
                </a:lnTo>
                <a:lnTo>
                  <a:pt x="20363" y="13421"/>
                </a:lnTo>
                <a:lnTo>
                  <a:pt x="21600" y="14470"/>
                </a:lnTo>
                <a:lnTo>
                  <a:pt x="19796" y="17190"/>
                </a:lnTo>
                <a:lnTo>
                  <a:pt x="18429" y="19133"/>
                </a:lnTo>
                <a:lnTo>
                  <a:pt x="17336" y="20424"/>
                </a:lnTo>
                <a:lnTo>
                  <a:pt x="16361" y="21184"/>
                </a:lnTo>
                <a:lnTo>
                  <a:pt x="15347" y="21535"/>
                </a:lnTo>
                <a:lnTo>
                  <a:pt x="14133" y="21600"/>
                </a:lnTo>
                <a:lnTo>
                  <a:pt x="12566" y="21506"/>
                </a:lnTo>
                <a:lnTo>
                  <a:pt x="9974" y="20641"/>
                </a:lnTo>
                <a:lnTo>
                  <a:pt x="7925" y="19932"/>
                </a:lnTo>
                <a:lnTo>
                  <a:pt x="6317" y="19325"/>
                </a:lnTo>
                <a:lnTo>
                  <a:pt x="5052" y="18753"/>
                </a:lnTo>
                <a:lnTo>
                  <a:pt x="4025" y="18163"/>
                </a:lnTo>
                <a:lnTo>
                  <a:pt x="3137" y="17498"/>
                </a:lnTo>
                <a:lnTo>
                  <a:pt x="2289" y="16702"/>
                </a:lnTo>
                <a:lnTo>
                  <a:pt x="1378" y="15711"/>
                </a:lnTo>
                <a:lnTo>
                  <a:pt x="302" y="14470"/>
                </a:lnTo>
                <a:lnTo>
                  <a:pt x="85" y="12032"/>
                </a:lnTo>
                <a:lnTo>
                  <a:pt x="0" y="9648"/>
                </a:lnTo>
                <a:lnTo>
                  <a:pt x="11" y="7286"/>
                </a:lnTo>
                <a:lnTo>
                  <a:pt x="85" y="4913"/>
                </a:lnTo>
                <a:lnTo>
                  <a:pt x="194" y="2496"/>
                </a:lnTo>
                <a:lnTo>
                  <a:pt x="302" y="0"/>
                </a:lnTo>
                <a:close/>
              </a:path>
            </a:pathLst>
          </a:custGeom>
          <a:solidFill>
            <a:srgbClr val="525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2" name="contour_11350"/>
          <p:cNvSpPr/>
          <p:nvPr/>
        </p:nvSpPr>
        <p:spPr>
          <a:xfrm>
            <a:off x="10752874" y="2098942"/>
            <a:ext cx="80168" cy="364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997" y="535"/>
                </a:lnTo>
                <a:lnTo>
                  <a:pt x="14213" y="1071"/>
                </a:lnTo>
                <a:lnTo>
                  <a:pt x="15432" y="1606"/>
                </a:lnTo>
                <a:lnTo>
                  <a:pt x="16654" y="2141"/>
                </a:lnTo>
                <a:lnTo>
                  <a:pt x="17881" y="2681"/>
                </a:lnTo>
                <a:lnTo>
                  <a:pt x="19114" y="3224"/>
                </a:lnTo>
                <a:lnTo>
                  <a:pt x="20353" y="3768"/>
                </a:lnTo>
                <a:lnTo>
                  <a:pt x="21600" y="4317"/>
                </a:lnTo>
                <a:lnTo>
                  <a:pt x="20567" y="8978"/>
                </a:lnTo>
                <a:lnTo>
                  <a:pt x="19768" y="12401"/>
                </a:lnTo>
                <a:lnTo>
                  <a:pt x="19104" y="14896"/>
                </a:lnTo>
                <a:lnTo>
                  <a:pt x="18468" y="16757"/>
                </a:lnTo>
                <a:lnTo>
                  <a:pt x="17759" y="18294"/>
                </a:lnTo>
                <a:lnTo>
                  <a:pt x="16874" y="19800"/>
                </a:lnTo>
                <a:lnTo>
                  <a:pt x="15709" y="21583"/>
                </a:lnTo>
                <a:lnTo>
                  <a:pt x="14362" y="21600"/>
                </a:lnTo>
                <a:lnTo>
                  <a:pt x="13031" y="21531"/>
                </a:lnTo>
                <a:lnTo>
                  <a:pt x="11711" y="21376"/>
                </a:lnTo>
                <a:lnTo>
                  <a:pt x="10401" y="21142"/>
                </a:lnTo>
                <a:lnTo>
                  <a:pt x="9099" y="20840"/>
                </a:lnTo>
                <a:lnTo>
                  <a:pt x="7802" y="20473"/>
                </a:lnTo>
                <a:lnTo>
                  <a:pt x="6507" y="20046"/>
                </a:lnTo>
                <a:lnTo>
                  <a:pt x="5215" y="19567"/>
                </a:lnTo>
                <a:lnTo>
                  <a:pt x="3919" y="19045"/>
                </a:lnTo>
                <a:lnTo>
                  <a:pt x="2619" y="18483"/>
                </a:lnTo>
                <a:lnTo>
                  <a:pt x="1314" y="17888"/>
                </a:lnTo>
                <a:lnTo>
                  <a:pt x="0" y="17266"/>
                </a:lnTo>
                <a:lnTo>
                  <a:pt x="0" y="15125"/>
                </a:lnTo>
                <a:lnTo>
                  <a:pt x="0" y="12950"/>
                </a:lnTo>
                <a:lnTo>
                  <a:pt x="1296" y="12950"/>
                </a:lnTo>
                <a:lnTo>
                  <a:pt x="2594" y="12950"/>
                </a:lnTo>
                <a:lnTo>
                  <a:pt x="3892" y="12950"/>
                </a:lnTo>
                <a:lnTo>
                  <a:pt x="5194" y="12950"/>
                </a:lnTo>
                <a:lnTo>
                  <a:pt x="6500" y="12950"/>
                </a:lnTo>
                <a:lnTo>
                  <a:pt x="7811" y="12950"/>
                </a:lnTo>
                <a:lnTo>
                  <a:pt x="9127" y="12950"/>
                </a:lnTo>
                <a:lnTo>
                  <a:pt x="10450" y="12950"/>
                </a:lnTo>
                <a:lnTo>
                  <a:pt x="11782" y="12950"/>
                </a:lnTo>
                <a:lnTo>
                  <a:pt x="11782" y="10386"/>
                </a:lnTo>
                <a:lnTo>
                  <a:pt x="11782" y="7813"/>
                </a:lnTo>
                <a:lnTo>
                  <a:pt x="11782" y="5232"/>
                </a:lnTo>
                <a:lnTo>
                  <a:pt x="11782" y="2629"/>
                </a:lnTo>
                <a:lnTo>
                  <a:pt x="11782" y="0"/>
                </a:lnTo>
                <a:close/>
              </a:path>
            </a:pathLst>
          </a:custGeom>
          <a:solidFill>
            <a:srgbClr val="EE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3" name="contour_11351"/>
          <p:cNvSpPr/>
          <p:nvPr/>
        </p:nvSpPr>
        <p:spPr>
          <a:xfrm>
            <a:off x="6795495" y="2069790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616" y="1207"/>
                </a:lnTo>
                <a:lnTo>
                  <a:pt x="7470" y="2414"/>
                </a:lnTo>
                <a:lnTo>
                  <a:pt x="9173" y="3626"/>
                </a:lnTo>
                <a:lnTo>
                  <a:pt x="10739" y="4850"/>
                </a:lnTo>
                <a:lnTo>
                  <a:pt x="12179" y="6094"/>
                </a:lnTo>
                <a:lnTo>
                  <a:pt x="13511" y="7363"/>
                </a:lnTo>
                <a:lnTo>
                  <a:pt x="14738" y="8664"/>
                </a:lnTo>
                <a:lnTo>
                  <a:pt x="15880" y="10001"/>
                </a:lnTo>
                <a:lnTo>
                  <a:pt x="16949" y="11386"/>
                </a:lnTo>
                <a:lnTo>
                  <a:pt x="17953" y="12821"/>
                </a:lnTo>
                <a:lnTo>
                  <a:pt x="18907" y="14311"/>
                </a:lnTo>
                <a:lnTo>
                  <a:pt x="19825" y="15869"/>
                </a:lnTo>
                <a:lnTo>
                  <a:pt x="20718" y="17496"/>
                </a:lnTo>
                <a:lnTo>
                  <a:pt x="21600" y="19200"/>
                </a:lnTo>
                <a:lnTo>
                  <a:pt x="19462" y="19675"/>
                </a:lnTo>
                <a:lnTo>
                  <a:pt x="17316" y="20153"/>
                </a:lnTo>
                <a:lnTo>
                  <a:pt x="15163" y="20630"/>
                </a:lnTo>
                <a:lnTo>
                  <a:pt x="12992" y="21113"/>
                </a:lnTo>
                <a:lnTo>
                  <a:pt x="10800" y="21600"/>
                </a:lnTo>
                <a:lnTo>
                  <a:pt x="10404" y="20016"/>
                </a:lnTo>
                <a:lnTo>
                  <a:pt x="10008" y="18430"/>
                </a:lnTo>
                <a:lnTo>
                  <a:pt x="9612" y="16843"/>
                </a:lnTo>
                <a:lnTo>
                  <a:pt x="9212" y="15252"/>
                </a:lnTo>
                <a:lnTo>
                  <a:pt x="8813" y="13656"/>
                </a:lnTo>
                <a:lnTo>
                  <a:pt x="8413" y="12053"/>
                </a:lnTo>
                <a:lnTo>
                  <a:pt x="8010" y="10445"/>
                </a:lnTo>
                <a:lnTo>
                  <a:pt x="7607" y="8827"/>
                </a:lnTo>
                <a:lnTo>
                  <a:pt x="7200" y="7200"/>
                </a:lnTo>
                <a:lnTo>
                  <a:pt x="4820" y="7200"/>
                </a:lnTo>
                <a:lnTo>
                  <a:pt x="2426" y="7200"/>
                </a:lnTo>
                <a:lnTo>
                  <a:pt x="0" y="7200"/>
                </a:lnTo>
                <a:lnTo>
                  <a:pt x="713" y="5774"/>
                </a:lnTo>
                <a:lnTo>
                  <a:pt x="1429" y="4344"/>
                </a:lnTo>
                <a:lnTo>
                  <a:pt x="2146" y="2909"/>
                </a:lnTo>
                <a:lnTo>
                  <a:pt x="2869" y="1462"/>
                </a:lnTo>
                <a:lnTo>
                  <a:pt x="3600" y="0"/>
                </a:lnTo>
                <a:close/>
              </a:path>
            </a:pathLst>
          </a:custGeom>
          <a:solidFill>
            <a:srgbClr val="CBD6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4" name="contour_11352"/>
          <p:cNvSpPr/>
          <p:nvPr/>
        </p:nvSpPr>
        <p:spPr>
          <a:xfrm>
            <a:off x="3858434" y="2077078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679"/>
                </a:lnTo>
                <a:lnTo>
                  <a:pt x="4756" y="1358"/>
                </a:lnTo>
                <a:lnTo>
                  <a:pt x="7135" y="2040"/>
                </a:lnTo>
                <a:lnTo>
                  <a:pt x="9522" y="2722"/>
                </a:lnTo>
                <a:lnTo>
                  <a:pt x="11916" y="3404"/>
                </a:lnTo>
                <a:lnTo>
                  <a:pt x="14321" y="4092"/>
                </a:lnTo>
                <a:lnTo>
                  <a:pt x="16733" y="4780"/>
                </a:lnTo>
                <a:lnTo>
                  <a:pt x="19159" y="5474"/>
                </a:lnTo>
                <a:lnTo>
                  <a:pt x="21600" y="6171"/>
                </a:lnTo>
                <a:lnTo>
                  <a:pt x="20887" y="8004"/>
                </a:lnTo>
                <a:lnTo>
                  <a:pt x="20171" y="9843"/>
                </a:lnTo>
                <a:lnTo>
                  <a:pt x="19454" y="11689"/>
                </a:lnTo>
                <a:lnTo>
                  <a:pt x="18731" y="13549"/>
                </a:lnTo>
                <a:lnTo>
                  <a:pt x="18000" y="15429"/>
                </a:lnTo>
                <a:lnTo>
                  <a:pt x="15620" y="15429"/>
                </a:lnTo>
                <a:lnTo>
                  <a:pt x="13226" y="15429"/>
                </a:lnTo>
                <a:lnTo>
                  <a:pt x="10800" y="15429"/>
                </a:lnTo>
                <a:lnTo>
                  <a:pt x="10800" y="17468"/>
                </a:lnTo>
                <a:lnTo>
                  <a:pt x="10800" y="19520"/>
                </a:lnTo>
                <a:lnTo>
                  <a:pt x="10800" y="21600"/>
                </a:lnTo>
                <a:lnTo>
                  <a:pt x="8662" y="20989"/>
                </a:lnTo>
                <a:lnTo>
                  <a:pt x="6516" y="20375"/>
                </a:lnTo>
                <a:lnTo>
                  <a:pt x="4363" y="19761"/>
                </a:lnTo>
                <a:lnTo>
                  <a:pt x="2192" y="19141"/>
                </a:lnTo>
                <a:lnTo>
                  <a:pt x="0" y="18514"/>
                </a:lnTo>
                <a:lnTo>
                  <a:pt x="634" y="16706"/>
                </a:lnTo>
                <a:lnTo>
                  <a:pt x="1267" y="14898"/>
                </a:lnTo>
                <a:lnTo>
                  <a:pt x="1897" y="13090"/>
                </a:lnTo>
                <a:lnTo>
                  <a:pt x="2531" y="11281"/>
                </a:lnTo>
                <a:lnTo>
                  <a:pt x="3164" y="9473"/>
                </a:lnTo>
                <a:lnTo>
                  <a:pt x="3348" y="7813"/>
                </a:lnTo>
                <a:lnTo>
                  <a:pt x="3276" y="6489"/>
                </a:lnTo>
                <a:lnTo>
                  <a:pt x="2794" y="5048"/>
                </a:lnTo>
                <a:lnTo>
                  <a:pt x="1753" y="3039"/>
                </a:lnTo>
                <a:lnTo>
                  <a:pt x="0" y="0"/>
                </a:lnTo>
                <a:close/>
              </a:path>
            </a:pathLst>
          </a:custGeom>
          <a:solidFill>
            <a:srgbClr val="BEBA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5" name="contour_11353"/>
          <p:cNvSpPr/>
          <p:nvPr/>
        </p:nvSpPr>
        <p:spPr>
          <a:xfrm>
            <a:off x="2408124" y="2047926"/>
            <a:ext cx="366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83" y="0"/>
                </a:moveTo>
                <a:lnTo>
                  <a:pt x="10708" y="891"/>
                </a:lnTo>
                <a:lnTo>
                  <a:pt x="12836" y="1785"/>
                </a:lnTo>
                <a:lnTo>
                  <a:pt x="14974" y="2681"/>
                </a:lnTo>
                <a:lnTo>
                  <a:pt x="17119" y="3580"/>
                </a:lnTo>
                <a:lnTo>
                  <a:pt x="19278" y="4487"/>
                </a:lnTo>
                <a:lnTo>
                  <a:pt x="21458" y="5400"/>
                </a:lnTo>
                <a:lnTo>
                  <a:pt x="21600" y="7422"/>
                </a:lnTo>
                <a:lnTo>
                  <a:pt x="21600" y="8872"/>
                </a:lnTo>
                <a:lnTo>
                  <a:pt x="21398" y="10155"/>
                </a:lnTo>
                <a:lnTo>
                  <a:pt x="20926" y="11675"/>
                </a:lnTo>
                <a:lnTo>
                  <a:pt x="20119" y="13838"/>
                </a:lnTo>
                <a:lnTo>
                  <a:pt x="19892" y="14486"/>
                </a:lnTo>
                <a:lnTo>
                  <a:pt x="19484" y="15628"/>
                </a:lnTo>
                <a:lnTo>
                  <a:pt x="18557" y="18247"/>
                </a:lnTo>
                <a:lnTo>
                  <a:pt x="17866" y="19912"/>
                </a:lnTo>
                <a:lnTo>
                  <a:pt x="17167" y="21600"/>
                </a:lnTo>
                <a:lnTo>
                  <a:pt x="14334" y="21154"/>
                </a:lnTo>
                <a:lnTo>
                  <a:pt x="11497" y="20709"/>
                </a:lnTo>
                <a:lnTo>
                  <a:pt x="8648" y="20261"/>
                </a:lnTo>
                <a:lnTo>
                  <a:pt x="5785" y="19810"/>
                </a:lnTo>
                <a:lnTo>
                  <a:pt x="2905" y="19356"/>
                </a:lnTo>
                <a:lnTo>
                  <a:pt x="0" y="18900"/>
                </a:lnTo>
                <a:lnTo>
                  <a:pt x="773" y="17199"/>
                </a:lnTo>
                <a:lnTo>
                  <a:pt x="1545" y="15498"/>
                </a:lnTo>
                <a:lnTo>
                  <a:pt x="2318" y="13794"/>
                </a:lnTo>
                <a:lnTo>
                  <a:pt x="3094" y="12088"/>
                </a:lnTo>
                <a:lnTo>
                  <a:pt x="3871" y="10376"/>
                </a:lnTo>
                <a:lnTo>
                  <a:pt x="4648" y="8664"/>
                </a:lnTo>
                <a:lnTo>
                  <a:pt x="5429" y="6944"/>
                </a:lnTo>
                <a:lnTo>
                  <a:pt x="6214" y="5219"/>
                </a:lnTo>
                <a:lnTo>
                  <a:pt x="7000" y="3488"/>
                </a:lnTo>
                <a:lnTo>
                  <a:pt x="7789" y="1747"/>
                </a:lnTo>
                <a:lnTo>
                  <a:pt x="8583" y="0"/>
                </a:lnTo>
                <a:close/>
              </a:path>
            </a:pathLst>
          </a:custGeom>
          <a:solidFill>
            <a:srgbClr val="716C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6" name="contour_11354"/>
          <p:cNvSpPr/>
          <p:nvPr/>
        </p:nvSpPr>
        <p:spPr>
          <a:xfrm>
            <a:off x="4398547" y="2047926"/>
            <a:ext cx="6479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2" y="0"/>
                </a:moveTo>
                <a:lnTo>
                  <a:pt x="3785" y="972"/>
                </a:lnTo>
                <a:lnTo>
                  <a:pt x="5409" y="1953"/>
                </a:lnTo>
                <a:lnTo>
                  <a:pt x="7029" y="2938"/>
                </a:lnTo>
                <a:lnTo>
                  <a:pt x="8647" y="3931"/>
                </a:lnTo>
                <a:lnTo>
                  <a:pt x="10263" y="4933"/>
                </a:lnTo>
                <a:lnTo>
                  <a:pt x="11881" y="5940"/>
                </a:lnTo>
                <a:lnTo>
                  <a:pt x="13276" y="6761"/>
                </a:lnTo>
                <a:lnTo>
                  <a:pt x="14690" y="7595"/>
                </a:lnTo>
                <a:lnTo>
                  <a:pt x="16021" y="8446"/>
                </a:lnTo>
                <a:lnTo>
                  <a:pt x="17047" y="9150"/>
                </a:lnTo>
                <a:lnTo>
                  <a:pt x="18096" y="9966"/>
                </a:lnTo>
                <a:lnTo>
                  <a:pt x="19503" y="1115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004" y="21349"/>
                </a:lnTo>
                <a:lnTo>
                  <a:pt x="18410" y="21090"/>
                </a:lnTo>
                <a:lnTo>
                  <a:pt x="16816" y="20822"/>
                </a:lnTo>
                <a:lnTo>
                  <a:pt x="15222" y="20550"/>
                </a:lnTo>
                <a:lnTo>
                  <a:pt x="13626" y="20269"/>
                </a:lnTo>
                <a:lnTo>
                  <a:pt x="12032" y="19980"/>
                </a:lnTo>
                <a:lnTo>
                  <a:pt x="10669" y="19777"/>
                </a:lnTo>
                <a:lnTo>
                  <a:pt x="9286" y="19574"/>
                </a:lnTo>
                <a:lnTo>
                  <a:pt x="6490" y="19017"/>
                </a:lnTo>
                <a:lnTo>
                  <a:pt x="4544" y="18494"/>
                </a:lnTo>
                <a:lnTo>
                  <a:pt x="3190" y="17842"/>
                </a:lnTo>
                <a:lnTo>
                  <a:pt x="2182" y="16878"/>
                </a:lnTo>
                <a:lnTo>
                  <a:pt x="1263" y="15431"/>
                </a:lnTo>
                <a:lnTo>
                  <a:pt x="180" y="13332"/>
                </a:lnTo>
                <a:lnTo>
                  <a:pt x="0" y="10161"/>
                </a:lnTo>
                <a:lnTo>
                  <a:pt x="119" y="7521"/>
                </a:lnTo>
                <a:lnTo>
                  <a:pt x="530" y="5132"/>
                </a:lnTo>
                <a:lnTo>
                  <a:pt x="1215" y="2722"/>
                </a:lnTo>
                <a:lnTo>
                  <a:pt x="2162" y="0"/>
                </a:lnTo>
                <a:close/>
              </a:path>
            </a:pathLst>
          </a:custGeom>
          <a:solidFill>
            <a:srgbClr val="A3D8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7" name="contour_11355"/>
          <p:cNvSpPr/>
          <p:nvPr/>
        </p:nvSpPr>
        <p:spPr>
          <a:xfrm>
            <a:off x="607990" y="2024240"/>
            <a:ext cx="51016" cy="327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69" y="72"/>
                </a:lnTo>
                <a:lnTo>
                  <a:pt x="14892" y="221"/>
                </a:lnTo>
                <a:lnTo>
                  <a:pt x="16401" y="562"/>
                </a:lnTo>
                <a:lnTo>
                  <a:pt x="18514" y="1200"/>
                </a:lnTo>
                <a:lnTo>
                  <a:pt x="19835" y="4627"/>
                </a:lnTo>
                <a:lnTo>
                  <a:pt x="20656" y="7090"/>
                </a:lnTo>
                <a:lnTo>
                  <a:pt x="21125" y="9278"/>
                </a:lnTo>
                <a:lnTo>
                  <a:pt x="21390" y="11885"/>
                </a:lnTo>
                <a:lnTo>
                  <a:pt x="21600" y="15600"/>
                </a:lnTo>
                <a:lnTo>
                  <a:pt x="19835" y="18101"/>
                </a:lnTo>
                <a:lnTo>
                  <a:pt x="18277" y="19752"/>
                </a:lnTo>
                <a:lnTo>
                  <a:pt x="16755" y="20736"/>
                </a:lnTo>
                <a:lnTo>
                  <a:pt x="15114" y="21245"/>
                </a:lnTo>
                <a:lnTo>
                  <a:pt x="13182" y="21470"/>
                </a:lnTo>
                <a:lnTo>
                  <a:pt x="10800" y="21600"/>
                </a:lnTo>
                <a:lnTo>
                  <a:pt x="8331" y="21528"/>
                </a:lnTo>
                <a:lnTo>
                  <a:pt x="6708" y="21379"/>
                </a:lnTo>
                <a:lnTo>
                  <a:pt x="5199" y="21038"/>
                </a:lnTo>
                <a:lnTo>
                  <a:pt x="3086" y="20400"/>
                </a:lnTo>
                <a:lnTo>
                  <a:pt x="1765" y="16973"/>
                </a:lnTo>
                <a:lnTo>
                  <a:pt x="944" y="14510"/>
                </a:lnTo>
                <a:lnTo>
                  <a:pt x="475" y="12322"/>
                </a:lnTo>
                <a:lnTo>
                  <a:pt x="210" y="9715"/>
                </a:lnTo>
                <a:lnTo>
                  <a:pt x="0" y="6000"/>
                </a:lnTo>
                <a:lnTo>
                  <a:pt x="1765" y="3499"/>
                </a:lnTo>
                <a:lnTo>
                  <a:pt x="3323" y="1848"/>
                </a:lnTo>
                <a:lnTo>
                  <a:pt x="4845" y="864"/>
                </a:lnTo>
                <a:lnTo>
                  <a:pt x="6486" y="355"/>
                </a:lnTo>
                <a:lnTo>
                  <a:pt x="8418" y="130"/>
                </a:lnTo>
                <a:lnTo>
                  <a:pt x="10800" y="0"/>
                </a:lnTo>
                <a:close/>
              </a:path>
            </a:pathLst>
          </a:custGeom>
          <a:solidFill>
            <a:srgbClr val="F1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8" name="contour_11356"/>
          <p:cNvSpPr/>
          <p:nvPr/>
        </p:nvSpPr>
        <p:spPr>
          <a:xfrm>
            <a:off x="301894" y="1975046"/>
            <a:ext cx="73208" cy="521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53" y="0"/>
                </a:moveTo>
                <a:lnTo>
                  <a:pt x="20351" y="3724"/>
                </a:lnTo>
                <a:lnTo>
                  <a:pt x="21043" y="6480"/>
                </a:lnTo>
                <a:lnTo>
                  <a:pt x="21452" y="8532"/>
                </a:lnTo>
                <a:lnTo>
                  <a:pt x="21600" y="10138"/>
                </a:lnTo>
                <a:lnTo>
                  <a:pt x="21516" y="11559"/>
                </a:lnTo>
                <a:lnTo>
                  <a:pt x="21222" y="13056"/>
                </a:lnTo>
                <a:lnTo>
                  <a:pt x="20740" y="14891"/>
                </a:lnTo>
                <a:lnTo>
                  <a:pt x="19718" y="16590"/>
                </a:lnTo>
                <a:lnTo>
                  <a:pt x="18729" y="17966"/>
                </a:lnTo>
                <a:lnTo>
                  <a:pt x="17680" y="19119"/>
                </a:lnTo>
                <a:lnTo>
                  <a:pt x="16484" y="20139"/>
                </a:lnTo>
                <a:lnTo>
                  <a:pt x="15052" y="21126"/>
                </a:lnTo>
                <a:lnTo>
                  <a:pt x="13536" y="21319"/>
                </a:lnTo>
                <a:lnTo>
                  <a:pt x="12029" y="21461"/>
                </a:lnTo>
                <a:lnTo>
                  <a:pt x="10526" y="21552"/>
                </a:lnTo>
                <a:lnTo>
                  <a:pt x="9027" y="21597"/>
                </a:lnTo>
                <a:lnTo>
                  <a:pt x="7530" y="21600"/>
                </a:lnTo>
                <a:lnTo>
                  <a:pt x="6032" y="21567"/>
                </a:lnTo>
                <a:lnTo>
                  <a:pt x="4531" y="21497"/>
                </a:lnTo>
                <a:lnTo>
                  <a:pt x="3028" y="21398"/>
                </a:lnTo>
                <a:lnTo>
                  <a:pt x="1518" y="21274"/>
                </a:lnTo>
                <a:lnTo>
                  <a:pt x="0" y="21126"/>
                </a:lnTo>
                <a:lnTo>
                  <a:pt x="0" y="19629"/>
                </a:lnTo>
                <a:lnTo>
                  <a:pt x="0" y="18108"/>
                </a:lnTo>
                <a:lnTo>
                  <a:pt x="568" y="18187"/>
                </a:lnTo>
                <a:lnTo>
                  <a:pt x="2277" y="18425"/>
                </a:lnTo>
                <a:lnTo>
                  <a:pt x="3722" y="18537"/>
                </a:lnTo>
                <a:lnTo>
                  <a:pt x="5135" y="18606"/>
                </a:lnTo>
                <a:lnTo>
                  <a:pt x="6526" y="18621"/>
                </a:lnTo>
                <a:lnTo>
                  <a:pt x="7915" y="18555"/>
                </a:lnTo>
                <a:lnTo>
                  <a:pt x="9320" y="18389"/>
                </a:lnTo>
                <a:lnTo>
                  <a:pt x="10752" y="18108"/>
                </a:lnTo>
                <a:lnTo>
                  <a:pt x="11478" y="15863"/>
                </a:lnTo>
                <a:lnTo>
                  <a:pt x="11954" y="14269"/>
                </a:lnTo>
                <a:lnTo>
                  <a:pt x="12280" y="12893"/>
                </a:lnTo>
                <a:lnTo>
                  <a:pt x="12562" y="11299"/>
                </a:lnTo>
                <a:lnTo>
                  <a:pt x="12902" y="9054"/>
                </a:lnTo>
                <a:lnTo>
                  <a:pt x="14323" y="9054"/>
                </a:lnTo>
                <a:lnTo>
                  <a:pt x="15753" y="9054"/>
                </a:lnTo>
                <a:lnTo>
                  <a:pt x="17203" y="9054"/>
                </a:lnTo>
                <a:lnTo>
                  <a:pt x="17865" y="6809"/>
                </a:lnTo>
                <a:lnTo>
                  <a:pt x="18308" y="5215"/>
                </a:lnTo>
                <a:lnTo>
                  <a:pt x="18635" y="3839"/>
                </a:lnTo>
                <a:lnTo>
                  <a:pt x="18949" y="2245"/>
                </a:lnTo>
                <a:lnTo>
                  <a:pt x="19353" y="0"/>
                </a:lnTo>
                <a:close/>
              </a:path>
            </a:pathLst>
          </a:custGeom>
          <a:solidFill>
            <a:srgbClr val="FA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59" name="contour_11357"/>
          <p:cNvSpPr/>
          <p:nvPr/>
        </p:nvSpPr>
        <p:spPr>
          <a:xfrm>
            <a:off x="5082817" y="1990256"/>
            <a:ext cx="72880" cy="35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71" y="1112"/>
                </a:moveTo>
                <a:lnTo>
                  <a:pt x="16403" y="2414"/>
                </a:lnTo>
                <a:lnTo>
                  <a:pt x="17550" y="3741"/>
                </a:lnTo>
                <a:lnTo>
                  <a:pt x="18697" y="5025"/>
                </a:lnTo>
                <a:lnTo>
                  <a:pt x="19861" y="6335"/>
                </a:lnTo>
                <a:lnTo>
                  <a:pt x="20725" y="7364"/>
                </a:lnTo>
                <a:lnTo>
                  <a:pt x="21600" y="8411"/>
                </a:lnTo>
                <a:lnTo>
                  <a:pt x="20293" y="8925"/>
                </a:lnTo>
                <a:lnTo>
                  <a:pt x="18984" y="9439"/>
                </a:lnTo>
                <a:lnTo>
                  <a:pt x="17675" y="9954"/>
                </a:lnTo>
                <a:lnTo>
                  <a:pt x="16368" y="10472"/>
                </a:lnTo>
                <a:lnTo>
                  <a:pt x="15060" y="10987"/>
                </a:lnTo>
                <a:lnTo>
                  <a:pt x="13545" y="12442"/>
                </a:lnTo>
                <a:lnTo>
                  <a:pt x="12738" y="14122"/>
                </a:lnTo>
                <a:lnTo>
                  <a:pt x="11947" y="17480"/>
                </a:lnTo>
                <a:lnTo>
                  <a:pt x="11379" y="19525"/>
                </a:lnTo>
                <a:lnTo>
                  <a:pt x="10800" y="21600"/>
                </a:lnTo>
                <a:lnTo>
                  <a:pt x="9266" y="21516"/>
                </a:lnTo>
                <a:lnTo>
                  <a:pt x="8178" y="21319"/>
                </a:lnTo>
                <a:lnTo>
                  <a:pt x="7018" y="20848"/>
                </a:lnTo>
                <a:lnTo>
                  <a:pt x="5264" y="19951"/>
                </a:lnTo>
                <a:lnTo>
                  <a:pt x="3786" y="19217"/>
                </a:lnTo>
                <a:lnTo>
                  <a:pt x="2285" y="18474"/>
                </a:lnTo>
                <a:lnTo>
                  <a:pt x="1719" y="18158"/>
                </a:lnTo>
                <a:lnTo>
                  <a:pt x="0" y="17204"/>
                </a:lnTo>
                <a:lnTo>
                  <a:pt x="1011" y="15616"/>
                </a:lnTo>
                <a:lnTo>
                  <a:pt x="2024" y="14038"/>
                </a:lnTo>
                <a:lnTo>
                  <a:pt x="3037" y="12460"/>
                </a:lnTo>
                <a:lnTo>
                  <a:pt x="4050" y="10886"/>
                </a:lnTo>
                <a:lnTo>
                  <a:pt x="5182" y="9118"/>
                </a:lnTo>
                <a:lnTo>
                  <a:pt x="6327" y="7329"/>
                </a:lnTo>
                <a:lnTo>
                  <a:pt x="8474" y="4273"/>
                </a:lnTo>
                <a:lnTo>
                  <a:pt x="10068" y="2119"/>
                </a:lnTo>
                <a:lnTo>
                  <a:pt x="11271" y="765"/>
                </a:lnTo>
                <a:lnTo>
                  <a:pt x="12234" y="92"/>
                </a:lnTo>
                <a:lnTo>
                  <a:pt x="13120" y="0"/>
                </a:lnTo>
                <a:lnTo>
                  <a:pt x="14079" y="374"/>
                </a:lnTo>
                <a:lnTo>
                  <a:pt x="15271" y="1112"/>
                </a:lnTo>
                <a:close/>
              </a:path>
            </a:pathLst>
          </a:custGeom>
          <a:solidFill>
            <a:srgbClr val="ABD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0" name="contour_11358"/>
          <p:cNvSpPr/>
          <p:nvPr/>
        </p:nvSpPr>
        <p:spPr>
          <a:xfrm>
            <a:off x="9885603" y="1973224"/>
            <a:ext cx="36440" cy="528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750" y="110"/>
                </a:lnTo>
                <a:lnTo>
                  <a:pt x="13431" y="301"/>
                </a:lnTo>
                <a:lnTo>
                  <a:pt x="17280" y="745"/>
                </a:lnTo>
                <a:lnTo>
                  <a:pt x="18740" y="2961"/>
                </a:lnTo>
                <a:lnTo>
                  <a:pt x="19695" y="4535"/>
                </a:lnTo>
                <a:lnTo>
                  <a:pt x="20352" y="5893"/>
                </a:lnTo>
                <a:lnTo>
                  <a:pt x="20917" y="7466"/>
                </a:lnTo>
                <a:lnTo>
                  <a:pt x="21600" y="9683"/>
                </a:lnTo>
                <a:lnTo>
                  <a:pt x="18744" y="9683"/>
                </a:lnTo>
                <a:lnTo>
                  <a:pt x="15872" y="9683"/>
                </a:lnTo>
                <a:lnTo>
                  <a:pt x="12960" y="9683"/>
                </a:lnTo>
                <a:lnTo>
                  <a:pt x="12701" y="11810"/>
                </a:lnTo>
                <a:lnTo>
                  <a:pt x="12571" y="13338"/>
                </a:lnTo>
                <a:lnTo>
                  <a:pt x="12571" y="14697"/>
                </a:lnTo>
                <a:lnTo>
                  <a:pt x="12701" y="16315"/>
                </a:lnTo>
                <a:lnTo>
                  <a:pt x="12960" y="18621"/>
                </a:lnTo>
                <a:lnTo>
                  <a:pt x="15526" y="19821"/>
                </a:lnTo>
                <a:lnTo>
                  <a:pt x="17280" y="20530"/>
                </a:lnTo>
                <a:lnTo>
                  <a:pt x="19034" y="21031"/>
                </a:lnTo>
                <a:lnTo>
                  <a:pt x="21600" y="21600"/>
                </a:lnTo>
                <a:lnTo>
                  <a:pt x="16636" y="21260"/>
                </a:lnTo>
                <a:lnTo>
                  <a:pt x="13146" y="20968"/>
                </a:lnTo>
                <a:lnTo>
                  <a:pt x="10649" y="20641"/>
                </a:lnTo>
                <a:lnTo>
                  <a:pt x="8666" y="20194"/>
                </a:lnTo>
                <a:lnTo>
                  <a:pt x="6718" y="19550"/>
                </a:lnTo>
                <a:lnTo>
                  <a:pt x="4320" y="18621"/>
                </a:lnTo>
                <a:lnTo>
                  <a:pt x="3210" y="16809"/>
                </a:lnTo>
                <a:lnTo>
                  <a:pt x="2272" y="15001"/>
                </a:lnTo>
                <a:lnTo>
                  <a:pt x="1512" y="13183"/>
                </a:lnTo>
                <a:lnTo>
                  <a:pt x="907" y="11351"/>
                </a:lnTo>
                <a:lnTo>
                  <a:pt x="467" y="9498"/>
                </a:lnTo>
                <a:lnTo>
                  <a:pt x="168" y="7612"/>
                </a:lnTo>
                <a:lnTo>
                  <a:pt x="17" y="5690"/>
                </a:lnTo>
                <a:lnTo>
                  <a:pt x="0" y="3724"/>
                </a:lnTo>
                <a:lnTo>
                  <a:pt x="2601" y="1990"/>
                </a:lnTo>
                <a:lnTo>
                  <a:pt x="4588" y="1025"/>
                </a:lnTo>
                <a:lnTo>
                  <a:pt x="6985" y="477"/>
                </a:lnTo>
                <a:lnTo>
                  <a:pt x="10800" y="0"/>
                </a:lnTo>
                <a:close/>
              </a:path>
            </a:pathLst>
          </a:custGeom>
          <a:solidFill>
            <a:srgbClr val="BCB2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1" name="contour_11359"/>
          <p:cNvSpPr/>
          <p:nvPr/>
        </p:nvSpPr>
        <p:spPr>
          <a:xfrm>
            <a:off x="5141121" y="1967758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21005" y="19818"/>
                </a:lnTo>
                <a:lnTo>
                  <a:pt x="20410" y="18025"/>
                </a:lnTo>
                <a:lnTo>
                  <a:pt x="19807" y="16225"/>
                </a:lnTo>
                <a:lnTo>
                  <a:pt x="19200" y="14400"/>
                </a:lnTo>
                <a:lnTo>
                  <a:pt x="18024" y="15246"/>
                </a:lnTo>
                <a:lnTo>
                  <a:pt x="16829" y="16103"/>
                </a:lnTo>
                <a:lnTo>
                  <a:pt x="15780" y="16801"/>
                </a:lnTo>
                <a:lnTo>
                  <a:pt x="14722" y="17510"/>
                </a:lnTo>
                <a:lnTo>
                  <a:pt x="13651" y="18223"/>
                </a:lnTo>
                <a:lnTo>
                  <a:pt x="13190" y="18540"/>
                </a:lnTo>
                <a:lnTo>
                  <a:pt x="12382" y="19098"/>
                </a:lnTo>
                <a:lnTo>
                  <a:pt x="10529" y="20376"/>
                </a:lnTo>
                <a:lnTo>
                  <a:pt x="8820" y="20866"/>
                </a:lnTo>
                <a:lnTo>
                  <a:pt x="7282" y="21020"/>
                </a:lnTo>
                <a:lnTo>
                  <a:pt x="5854" y="20876"/>
                </a:lnTo>
                <a:lnTo>
                  <a:pt x="4471" y="20470"/>
                </a:lnTo>
                <a:lnTo>
                  <a:pt x="3077" y="19832"/>
                </a:lnTo>
                <a:lnTo>
                  <a:pt x="1606" y="18997"/>
                </a:lnTo>
                <a:lnTo>
                  <a:pt x="0" y="18000"/>
                </a:lnTo>
                <a:lnTo>
                  <a:pt x="1013" y="17003"/>
                </a:lnTo>
                <a:lnTo>
                  <a:pt x="2033" y="15995"/>
                </a:lnTo>
                <a:lnTo>
                  <a:pt x="3065" y="14976"/>
                </a:lnTo>
                <a:lnTo>
                  <a:pt x="4382" y="13673"/>
                </a:lnTo>
                <a:lnTo>
                  <a:pt x="5707" y="12355"/>
                </a:lnTo>
                <a:lnTo>
                  <a:pt x="7051" y="11023"/>
                </a:lnTo>
                <a:lnTo>
                  <a:pt x="8362" y="9727"/>
                </a:lnTo>
                <a:lnTo>
                  <a:pt x="9679" y="8424"/>
                </a:lnTo>
                <a:lnTo>
                  <a:pt x="11016" y="7103"/>
                </a:lnTo>
                <a:lnTo>
                  <a:pt x="12686" y="5364"/>
                </a:lnTo>
                <a:lnTo>
                  <a:pt x="13822" y="4126"/>
                </a:lnTo>
                <a:lnTo>
                  <a:pt x="14702" y="3046"/>
                </a:lnTo>
                <a:lnTo>
                  <a:pt x="15602" y="1786"/>
                </a:lnTo>
                <a:lnTo>
                  <a:pt x="16800" y="0"/>
                </a:lnTo>
                <a:close/>
              </a:path>
            </a:pathLst>
          </a:custGeom>
          <a:solidFill>
            <a:srgbClr val="B6B8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2" name="contour_11360"/>
          <p:cNvSpPr/>
          <p:nvPr/>
        </p:nvSpPr>
        <p:spPr>
          <a:xfrm>
            <a:off x="4711129" y="1989622"/>
            <a:ext cx="65592" cy="23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3" y="0"/>
                </a:lnTo>
                <a:lnTo>
                  <a:pt x="8129" y="0"/>
                </a:lnTo>
                <a:lnTo>
                  <a:pt x="9794" y="0"/>
                </a:lnTo>
                <a:lnTo>
                  <a:pt x="11462" y="0"/>
                </a:lnTo>
                <a:lnTo>
                  <a:pt x="13138" y="0"/>
                </a:lnTo>
                <a:lnTo>
                  <a:pt x="14815" y="0"/>
                </a:lnTo>
                <a:lnTo>
                  <a:pt x="16500" y="0"/>
                </a:lnTo>
                <a:lnTo>
                  <a:pt x="18192" y="0"/>
                </a:lnTo>
                <a:lnTo>
                  <a:pt x="19891" y="0"/>
                </a:lnTo>
                <a:lnTo>
                  <a:pt x="21600" y="0"/>
                </a:lnTo>
                <a:lnTo>
                  <a:pt x="21125" y="3965"/>
                </a:lnTo>
                <a:lnTo>
                  <a:pt x="20647" y="7943"/>
                </a:lnTo>
                <a:lnTo>
                  <a:pt x="20170" y="11935"/>
                </a:lnTo>
                <a:lnTo>
                  <a:pt x="19687" y="15960"/>
                </a:lnTo>
                <a:lnTo>
                  <a:pt x="19200" y="20025"/>
                </a:lnTo>
                <a:lnTo>
                  <a:pt x="17477" y="20712"/>
                </a:lnTo>
                <a:lnTo>
                  <a:pt x="15866" y="21200"/>
                </a:lnTo>
                <a:lnTo>
                  <a:pt x="14311" y="21493"/>
                </a:lnTo>
                <a:lnTo>
                  <a:pt x="12758" y="21600"/>
                </a:lnTo>
                <a:lnTo>
                  <a:pt x="11158" y="21527"/>
                </a:lnTo>
                <a:lnTo>
                  <a:pt x="9451" y="21280"/>
                </a:lnTo>
                <a:lnTo>
                  <a:pt x="8767" y="21213"/>
                </a:lnTo>
                <a:lnTo>
                  <a:pt x="6708" y="20999"/>
                </a:lnTo>
                <a:lnTo>
                  <a:pt x="5030" y="20799"/>
                </a:lnTo>
                <a:lnTo>
                  <a:pt x="3353" y="20565"/>
                </a:lnTo>
                <a:lnTo>
                  <a:pt x="1675" y="20305"/>
                </a:lnTo>
                <a:lnTo>
                  <a:pt x="0" y="20025"/>
                </a:lnTo>
                <a:lnTo>
                  <a:pt x="598" y="19404"/>
                </a:lnTo>
                <a:lnTo>
                  <a:pt x="2400" y="17522"/>
                </a:lnTo>
                <a:lnTo>
                  <a:pt x="3590" y="15452"/>
                </a:lnTo>
                <a:lnTo>
                  <a:pt x="4800" y="13350"/>
                </a:lnTo>
                <a:lnTo>
                  <a:pt x="4800" y="8938"/>
                </a:lnTo>
                <a:lnTo>
                  <a:pt x="4800" y="4499"/>
                </a:lnTo>
                <a:lnTo>
                  <a:pt x="4800" y="0"/>
                </a:lnTo>
                <a:close/>
              </a:path>
            </a:pathLst>
          </a:custGeom>
          <a:solidFill>
            <a:srgbClr val="6BB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3" name="contour_11361"/>
          <p:cNvSpPr/>
          <p:nvPr/>
        </p:nvSpPr>
        <p:spPr>
          <a:xfrm>
            <a:off x="265454" y="1975046"/>
            <a:ext cx="72880" cy="375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4" y="462"/>
                </a:lnTo>
                <a:lnTo>
                  <a:pt x="2743" y="936"/>
                </a:lnTo>
                <a:lnTo>
                  <a:pt x="4113" y="1414"/>
                </a:lnTo>
                <a:lnTo>
                  <a:pt x="5482" y="1901"/>
                </a:lnTo>
                <a:lnTo>
                  <a:pt x="6849" y="2396"/>
                </a:lnTo>
                <a:lnTo>
                  <a:pt x="8219" y="2899"/>
                </a:lnTo>
                <a:lnTo>
                  <a:pt x="9586" y="3407"/>
                </a:lnTo>
                <a:lnTo>
                  <a:pt x="10951" y="3852"/>
                </a:lnTo>
                <a:lnTo>
                  <a:pt x="12340" y="4301"/>
                </a:lnTo>
                <a:lnTo>
                  <a:pt x="13828" y="4901"/>
                </a:lnTo>
                <a:lnTo>
                  <a:pt x="15260" y="5551"/>
                </a:lnTo>
                <a:lnTo>
                  <a:pt x="16658" y="6310"/>
                </a:lnTo>
                <a:lnTo>
                  <a:pt x="18045" y="7238"/>
                </a:lnTo>
                <a:lnTo>
                  <a:pt x="19440" y="8392"/>
                </a:lnTo>
                <a:lnTo>
                  <a:pt x="20272" y="11664"/>
                </a:lnTo>
                <a:lnTo>
                  <a:pt x="20799" y="13951"/>
                </a:lnTo>
                <a:lnTo>
                  <a:pt x="21127" y="15864"/>
                </a:lnTo>
                <a:lnTo>
                  <a:pt x="21360" y="18008"/>
                </a:lnTo>
                <a:lnTo>
                  <a:pt x="21600" y="20979"/>
                </a:lnTo>
                <a:lnTo>
                  <a:pt x="19889" y="21256"/>
                </a:lnTo>
                <a:lnTo>
                  <a:pt x="18252" y="21466"/>
                </a:lnTo>
                <a:lnTo>
                  <a:pt x="16682" y="21587"/>
                </a:lnTo>
                <a:lnTo>
                  <a:pt x="15168" y="21600"/>
                </a:lnTo>
                <a:lnTo>
                  <a:pt x="13705" y="21495"/>
                </a:lnTo>
                <a:lnTo>
                  <a:pt x="12284" y="21243"/>
                </a:lnTo>
                <a:lnTo>
                  <a:pt x="10897" y="20832"/>
                </a:lnTo>
                <a:lnTo>
                  <a:pt x="9536" y="20245"/>
                </a:lnTo>
                <a:lnTo>
                  <a:pt x="8191" y="19460"/>
                </a:lnTo>
                <a:lnTo>
                  <a:pt x="6854" y="18462"/>
                </a:lnTo>
                <a:lnTo>
                  <a:pt x="5519" y="17232"/>
                </a:lnTo>
                <a:lnTo>
                  <a:pt x="4175" y="15751"/>
                </a:lnTo>
                <a:lnTo>
                  <a:pt x="2817" y="14001"/>
                </a:lnTo>
                <a:lnTo>
                  <a:pt x="1434" y="11966"/>
                </a:lnTo>
                <a:lnTo>
                  <a:pt x="734" y="10154"/>
                </a:lnTo>
                <a:lnTo>
                  <a:pt x="309" y="8627"/>
                </a:lnTo>
                <a:lnTo>
                  <a:pt x="91" y="6810"/>
                </a:lnTo>
                <a:lnTo>
                  <a:pt x="11" y="4124"/>
                </a:lnTo>
                <a:lnTo>
                  <a:pt x="0" y="0"/>
                </a:lnTo>
                <a:close/>
              </a:path>
            </a:pathLst>
          </a:custGeom>
          <a:solidFill>
            <a:srgbClr val="7C72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4" name="contour_11362"/>
          <p:cNvSpPr/>
          <p:nvPr/>
        </p:nvSpPr>
        <p:spPr>
          <a:xfrm>
            <a:off x="5205066" y="1945894"/>
            <a:ext cx="4537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31" y="0"/>
                </a:moveTo>
                <a:lnTo>
                  <a:pt x="19237" y="1555"/>
                </a:lnTo>
                <a:lnTo>
                  <a:pt x="19973" y="2710"/>
                </a:lnTo>
                <a:lnTo>
                  <a:pt x="20500" y="3804"/>
                </a:lnTo>
                <a:lnTo>
                  <a:pt x="20986" y="5184"/>
                </a:lnTo>
                <a:lnTo>
                  <a:pt x="21600" y="7200"/>
                </a:lnTo>
                <a:lnTo>
                  <a:pt x="20316" y="8640"/>
                </a:lnTo>
                <a:lnTo>
                  <a:pt x="19054" y="9965"/>
                </a:lnTo>
                <a:lnTo>
                  <a:pt x="17770" y="11210"/>
                </a:lnTo>
                <a:lnTo>
                  <a:pt x="16424" y="12415"/>
                </a:lnTo>
                <a:lnTo>
                  <a:pt x="14967" y="13615"/>
                </a:lnTo>
                <a:lnTo>
                  <a:pt x="13360" y="14851"/>
                </a:lnTo>
                <a:lnTo>
                  <a:pt x="12136" y="15835"/>
                </a:lnTo>
                <a:lnTo>
                  <a:pt x="10894" y="16834"/>
                </a:lnTo>
                <a:lnTo>
                  <a:pt x="9287" y="18058"/>
                </a:lnTo>
                <a:lnTo>
                  <a:pt x="7636" y="19258"/>
                </a:lnTo>
                <a:lnTo>
                  <a:pt x="5953" y="20434"/>
                </a:lnTo>
                <a:lnTo>
                  <a:pt x="4253" y="21600"/>
                </a:lnTo>
                <a:lnTo>
                  <a:pt x="2533" y="21600"/>
                </a:lnTo>
                <a:lnTo>
                  <a:pt x="784" y="21600"/>
                </a:lnTo>
                <a:lnTo>
                  <a:pt x="531" y="19973"/>
                </a:lnTo>
                <a:lnTo>
                  <a:pt x="312" y="18365"/>
                </a:lnTo>
                <a:lnTo>
                  <a:pt x="146" y="16769"/>
                </a:lnTo>
                <a:lnTo>
                  <a:pt x="38" y="15182"/>
                </a:lnTo>
                <a:lnTo>
                  <a:pt x="0" y="13598"/>
                </a:lnTo>
                <a:lnTo>
                  <a:pt x="45" y="12012"/>
                </a:lnTo>
                <a:lnTo>
                  <a:pt x="180" y="10421"/>
                </a:lnTo>
                <a:lnTo>
                  <a:pt x="423" y="8818"/>
                </a:lnTo>
                <a:lnTo>
                  <a:pt x="784" y="7200"/>
                </a:lnTo>
                <a:lnTo>
                  <a:pt x="2751" y="6034"/>
                </a:lnTo>
                <a:lnTo>
                  <a:pt x="4677" y="5124"/>
                </a:lnTo>
                <a:lnTo>
                  <a:pt x="6672" y="4397"/>
                </a:lnTo>
                <a:lnTo>
                  <a:pt x="8840" y="3773"/>
                </a:lnTo>
                <a:lnTo>
                  <a:pt x="11286" y="3178"/>
                </a:lnTo>
                <a:lnTo>
                  <a:pt x="13291" y="2690"/>
                </a:lnTo>
                <a:lnTo>
                  <a:pt x="14672" y="2198"/>
                </a:lnTo>
                <a:lnTo>
                  <a:pt x="16073" y="1399"/>
                </a:lnTo>
                <a:lnTo>
                  <a:pt x="18131" y="0"/>
                </a:lnTo>
                <a:close/>
              </a:path>
            </a:pathLst>
          </a:custGeom>
          <a:solidFill>
            <a:srgbClr val="D9EC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5" name="contour_11363"/>
          <p:cNvSpPr/>
          <p:nvPr/>
        </p:nvSpPr>
        <p:spPr>
          <a:xfrm>
            <a:off x="4281138" y="1945894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54" y="1676"/>
                </a:lnTo>
                <a:lnTo>
                  <a:pt x="5872" y="3126"/>
                </a:lnTo>
                <a:lnTo>
                  <a:pt x="8200" y="4391"/>
                </a:lnTo>
                <a:lnTo>
                  <a:pt x="10184" y="5496"/>
                </a:lnTo>
                <a:lnTo>
                  <a:pt x="11875" y="6483"/>
                </a:lnTo>
                <a:lnTo>
                  <a:pt x="13316" y="7378"/>
                </a:lnTo>
                <a:lnTo>
                  <a:pt x="14558" y="8220"/>
                </a:lnTo>
                <a:lnTo>
                  <a:pt x="15646" y="9044"/>
                </a:lnTo>
                <a:lnTo>
                  <a:pt x="16629" y="9877"/>
                </a:lnTo>
                <a:lnTo>
                  <a:pt x="17553" y="10760"/>
                </a:lnTo>
                <a:lnTo>
                  <a:pt x="18463" y="11723"/>
                </a:lnTo>
                <a:lnTo>
                  <a:pt x="19410" y="12800"/>
                </a:lnTo>
                <a:lnTo>
                  <a:pt x="20439" y="14021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19454" y="21193"/>
                </a:lnTo>
                <a:lnTo>
                  <a:pt x="17474" y="20693"/>
                </a:lnTo>
                <a:lnTo>
                  <a:pt x="15644" y="20100"/>
                </a:lnTo>
                <a:lnTo>
                  <a:pt x="13937" y="19403"/>
                </a:lnTo>
                <a:lnTo>
                  <a:pt x="12331" y="18598"/>
                </a:lnTo>
                <a:lnTo>
                  <a:pt x="10803" y="17678"/>
                </a:lnTo>
                <a:lnTo>
                  <a:pt x="9331" y="16635"/>
                </a:lnTo>
                <a:lnTo>
                  <a:pt x="7889" y="15463"/>
                </a:lnTo>
                <a:lnTo>
                  <a:pt x="6456" y="14157"/>
                </a:lnTo>
                <a:lnTo>
                  <a:pt x="5011" y="12710"/>
                </a:lnTo>
                <a:lnTo>
                  <a:pt x="3526" y="11115"/>
                </a:lnTo>
                <a:lnTo>
                  <a:pt x="1982" y="9365"/>
                </a:lnTo>
                <a:lnTo>
                  <a:pt x="1015" y="7757"/>
                </a:lnTo>
                <a:lnTo>
                  <a:pt x="429" y="6468"/>
                </a:lnTo>
                <a:lnTo>
                  <a:pt x="127" y="5042"/>
                </a:lnTo>
                <a:lnTo>
                  <a:pt x="16" y="3036"/>
                </a:lnTo>
                <a:lnTo>
                  <a:pt x="0" y="0"/>
                </a:lnTo>
                <a:close/>
              </a:path>
            </a:pathLst>
          </a:custGeom>
          <a:solidFill>
            <a:srgbClr val="88CC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6" name="contour_11364"/>
          <p:cNvSpPr/>
          <p:nvPr/>
        </p:nvSpPr>
        <p:spPr>
          <a:xfrm>
            <a:off x="8245805" y="194589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28" y="652"/>
                </a:lnTo>
                <a:lnTo>
                  <a:pt x="6872" y="1175"/>
                </a:lnTo>
                <a:lnTo>
                  <a:pt x="8935" y="1680"/>
                </a:lnTo>
                <a:lnTo>
                  <a:pt x="10609" y="2294"/>
                </a:lnTo>
                <a:lnTo>
                  <a:pt x="12298" y="3132"/>
                </a:lnTo>
                <a:lnTo>
                  <a:pt x="14400" y="4320"/>
                </a:lnTo>
                <a:lnTo>
                  <a:pt x="15775" y="6692"/>
                </a:lnTo>
                <a:lnTo>
                  <a:pt x="16967" y="9037"/>
                </a:lnTo>
                <a:lnTo>
                  <a:pt x="18018" y="11396"/>
                </a:lnTo>
                <a:lnTo>
                  <a:pt x="18965" y="13794"/>
                </a:lnTo>
                <a:lnTo>
                  <a:pt x="19850" y="16273"/>
                </a:lnTo>
                <a:lnTo>
                  <a:pt x="20714" y="18865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D3E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7" name="contour_11365"/>
          <p:cNvSpPr/>
          <p:nvPr/>
        </p:nvSpPr>
        <p:spPr>
          <a:xfrm>
            <a:off x="10322883" y="1938606"/>
            <a:ext cx="43728" cy="522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97"/>
                </a:lnTo>
                <a:lnTo>
                  <a:pt x="4284" y="1197"/>
                </a:lnTo>
                <a:lnTo>
                  <a:pt x="6437" y="1797"/>
                </a:lnTo>
                <a:lnTo>
                  <a:pt x="8608" y="2403"/>
                </a:lnTo>
                <a:lnTo>
                  <a:pt x="10800" y="3015"/>
                </a:lnTo>
                <a:lnTo>
                  <a:pt x="10271" y="3679"/>
                </a:lnTo>
                <a:lnTo>
                  <a:pt x="9742" y="4345"/>
                </a:lnTo>
                <a:lnTo>
                  <a:pt x="9011" y="5265"/>
                </a:lnTo>
                <a:lnTo>
                  <a:pt x="7873" y="6691"/>
                </a:lnTo>
                <a:lnTo>
                  <a:pt x="6138" y="8872"/>
                </a:lnTo>
                <a:lnTo>
                  <a:pt x="3600" y="12062"/>
                </a:lnTo>
                <a:lnTo>
                  <a:pt x="6145" y="12062"/>
                </a:lnTo>
                <a:lnTo>
                  <a:pt x="8694" y="12062"/>
                </a:lnTo>
                <a:lnTo>
                  <a:pt x="11250" y="12062"/>
                </a:lnTo>
                <a:lnTo>
                  <a:pt x="13817" y="12062"/>
                </a:lnTo>
                <a:lnTo>
                  <a:pt x="16394" y="12062"/>
                </a:lnTo>
                <a:lnTo>
                  <a:pt x="18986" y="12062"/>
                </a:lnTo>
                <a:lnTo>
                  <a:pt x="21600" y="12062"/>
                </a:lnTo>
                <a:lnTo>
                  <a:pt x="21139" y="14306"/>
                </a:lnTo>
                <a:lnTo>
                  <a:pt x="20722" y="15898"/>
                </a:lnTo>
                <a:lnTo>
                  <a:pt x="20174" y="17273"/>
                </a:lnTo>
                <a:lnTo>
                  <a:pt x="19325" y="18865"/>
                </a:lnTo>
                <a:lnTo>
                  <a:pt x="18000" y="21108"/>
                </a:lnTo>
                <a:lnTo>
                  <a:pt x="15534" y="21446"/>
                </a:lnTo>
                <a:lnTo>
                  <a:pt x="13172" y="21597"/>
                </a:lnTo>
                <a:lnTo>
                  <a:pt x="10861" y="21600"/>
                </a:lnTo>
                <a:lnTo>
                  <a:pt x="8536" y="21494"/>
                </a:lnTo>
                <a:lnTo>
                  <a:pt x="6134" y="21317"/>
                </a:lnTo>
                <a:lnTo>
                  <a:pt x="3600" y="21108"/>
                </a:lnTo>
                <a:lnTo>
                  <a:pt x="3244" y="19019"/>
                </a:lnTo>
                <a:lnTo>
                  <a:pt x="2887" y="16926"/>
                </a:lnTo>
                <a:lnTo>
                  <a:pt x="2531" y="14833"/>
                </a:lnTo>
                <a:lnTo>
                  <a:pt x="2171" y="12737"/>
                </a:lnTo>
                <a:lnTo>
                  <a:pt x="1814" y="10633"/>
                </a:lnTo>
                <a:lnTo>
                  <a:pt x="1454" y="8525"/>
                </a:lnTo>
                <a:lnTo>
                  <a:pt x="1094" y="6408"/>
                </a:lnTo>
                <a:lnTo>
                  <a:pt x="731" y="4282"/>
                </a:lnTo>
                <a:lnTo>
                  <a:pt x="367" y="2147"/>
                </a:lnTo>
                <a:lnTo>
                  <a:pt x="0" y="0"/>
                </a:lnTo>
                <a:close/>
              </a:path>
            </a:pathLst>
          </a:custGeom>
          <a:solidFill>
            <a:srgbClr val="762C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8" name="contour_11366"/>
          <p:cNvSpPr/>
          <p:nvPr/>
        </p:nvSpPr>
        <p:spPr>
          <a:xfrm>
            <a:off x="1890677" y="1954341"/>
            <a:ext cx="87456" cy="352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52"/>
                </a:moveTo>
                <a:lnTo>
                  <a:pt x="21303" y="6697"/>
                </a:lnTo>
                <a:lnTo>
                  <a:pt x="21006" y="9647"/>
                </a:lnTo>
                <a:lnTo>
                  <a:pt x="20707" y="12609"/>
                </a:lnTo>
                <a:lnTo>
                  <a:pt x="20407" y="15585"/>
                </a:lnTo>
                <a:lnTo>
                  <a:pt x="20104" y="18579"/>
                </a:lnTo>
                <a:lnTo>
                  <a:pt x="19800" y="21600"/>
                </a:lnTo>
                <a:lnTo>
                  <a:pt x="19064" y="20186"/>
                </a:lnTo>
                <a:lnTo>
                  <a:pt x="18322" y="18758"/>
                </a:lnTo>
                <a:lnTo>
                  <a:pt x="17572" y="17312"/>
                </a:lnTo>
                <a:lnTo>
                  <a:pt x="16436" y="15594"/>
                </a:lnTo>
                <a:lnTo>
                  <a:pt x="15304" y="14193"/>
                </a:lnTo>
                <a:lnTo>
                  <a:pt x="14170" y="13064"/>
                </a:lnTo>
                <a:lnTo>
                  <a:pt x="13023" y="12172"/>
                </a:lnTo>
                <a:lnTo>
                  <a:pt x="11858" y="11476"/>
                </a:lnTo>
                <a:lnTo>
                  <a:pt x="10669" y="10941"/>
                </a:lnTo>
                <a:lnTo>
                  <a:pt x="9445" y="10521"/>
                </a:lnTo>
                <a:lnTo>
                  <a:pt x="8177" y="10182"/>
                </a:lnTo>
                <a:lnTo>
                  <a:pt x="6862" y="9888"/>
                </a:lnTo>
                <a:lnTo>
                  <a:pt x="5866" y="9629"/>
                </a:lnTo>
                <a:lnTo>
                  <a:pt x="4855" y="9366"/>
                </a:lnTo>
                <a:lnTo>
                  <a:pt x="3641" y="9058"/>
                </a:lnTo>
                <a:lnTo>
                  <a:pt x="2428" y="8768"/>
                </a:lnTo>
                <a:lnTo>
                  <a:pt x="1215" y="8487"/>
                </a:lnTo>
                <a:lnTo>
                  <a:pt x="0" y="8214"/>
                </a:lnTo>
                <a:lnTo>
                  <a:pt x="1242" y="6193"/>
                </a:lnTo>
                <a:lnTo>
                  <a:pt x="2475" y="4498"/>
                </a:lnTo>
                <a:lnTo>
                  <a:pt x="3701" y="3110"/>
                </a:lnTo>
                <a:lnTo>
                  <a:pt x="4921" y="2008"/>
                </a:lnTo>
                <a:lnTo>
                  <a:pt x="6142" y="1165"/>
                </a:lnTo>
                <a:lnTo>
                  <a:pt x="7362" y="567"/>
                </a:lnTo>
                <a:lnTo>
                  <a:pt x="8584" y="183"/>
                </a:lnTo>
                <a:lnTo>
                  <a:pt x="9815" y="4"/>
                </a:lnTo>
                <a:lnTo>
                  <a:pt x="11054" y="0"/>
                </a:lnTo>
                <a:lnTo>
                  <a:pt x="12303" y="147"/>
                </a:lnTo>
                <a:lnTo>
                  <a:pt x="13568" y="433"/>
                </a:lnTo>
                <a:lnTo>
                  <a:pt x="14848" y="830"/>
                </a:lnTo>
                <a:lnTo>
                  <a:pt x="16150" y="1321"/>
                </a:lnTo>
                <a:lnTo>
                  <a:pt x="17473" y="1878"/>
                </a:lnTo>
                <a:lnTo>
                  <a:pt x="18819" y="2481"/>
                </a:lnTo>
                <a:lnTo>
                  <a:pt x="20194" y="3114"/>
                </a:lnTo>
                <a:lnTo>
                  <a:pt x="21600" y="3752"/>
                </a:lnTo>
                <a:close/>
              </a:path>
            </a:pathLst>
          </a:custGeom>
          <a:solidFill>
            <a:srgbClr val="6565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69" name="contour_11367"/>
          <p:cNvSpPr/>
          <p:nvPr/>
        </p:nvSpPr>
        <p:spPr>
          <a:xfrm>
            <a:off x="1664749" y="1945180"/>
            <a:ext cx="58304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16" y="0"/>
                </a:moveTo>
                <a:lnTo>
                  <a:pt x="13154" y="76"/>
                </a:lnTo>
                <a:lnTo>
                  <a:pt x="15017" y="148"/>
                </a:lnTo>
                <a:lnTo>
                  <a:pt x="15733" y="178"/>
                </a:lnTo>
                <a:lnTo>
                  <a:pt x="16656" y="216"/>
                </a:lnTo>
                <a:lnTo>
                  <a:pt x="18406" y="288"/>
                </a:lnTo>
                <a:lnTo>
                  <a:pt x="21600" y="415"/>
                </a:lnTo>
                <a:lnTo>
                  <a:pt x="21600" y="3415"/>
                </a:lnTo>
                <a:lnTo>
                  <a:pt x="21600" y="6415"/>
                </a:lnTo>
                <a:lnTo>
                  <a:pt x="21600" y="9423"/>
                </a:lnTo>
                <a:lnTo>
                  <a:pt x="21600" y="12440"/>
                </a:lnTo>
                <a:lnTo>
                  <a:pt x="21600" y="15473"/>
                </a:lnTo>
                <a:lnTo>
                  <a:pt x="21600" y="1852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20" y="21600"/>
                </a:lnTo>
                <a:lnTo>
                  <a:pt x="16200" y="21600"/>
                </a:lnTo>
                <a:lnTo>
                  <a:pt x="16200" y="19083"/>
                </a:lnTo>
                <a:lnTo>
                  <a:pt x="16200" y="16558"/>
                </a:lnTo>
                <a:lnTo>
                  <a:pt x="16200" y="14024"/>
                </a:lnTo>
                <a:lnTo>
                  <a:pt x="16200" y="11469"/>
                </a:lnTo>
                <a:lnTo>
                  <a:pt x="16200" y="8889"/>
                </a:lnTo>
                <a:lnTo>
                  <a:pt x="14596" y="10148"/>
                </a:lnTo>
                <a:lnTo>
                  <a:pt x="12992" y="11410"/>
                </a:lnTo>
                <a:lnTo>
                  <a:pt x="11386" y="12668"/>
                </a:lnTo>
                <a:lnTo>
                  <a:pt x="9777" y="13931"/>
                </a:lnTo>
                <a:lnTo>
                  <a:pt x="8162" y="15198"/>
                </a:lnTo>
                <a:lnTo>
                  <a:pt x="6542" y="16469"/>
                </a:lnTo>
                <a:lnTo>
                  <a:pt x="4919" y="17744"/>
                </a:lnTo>
                <a:lnTo>
                  <a:pt x="3289" y="19024"/>
                </a:lnTo>
                <a:lnTo>
                  <a:pt x="1650" y="20308"/>
                </a:lnTo>
                <a:lnTo>
                  <a:pt x="0" y="21600"/>
                </a:lnTo>
                <a:lnTo>
                  <a:pt x="1758" y="15914"/>
                </a:lnTo>
                <a:lnTo>
                  <a:pt x="3197" y="11359"/>
                </a:lnTo>
                <a:lnTo>
                  <a:pt x="4379" y="7804"/>
                </a:lnTo>
                <a:lnTo>
                  <a:pt x="5381" y="5114"/>
                </a:lnTo>
                <a:lnTo>
                  <a:pt x="6267" y="3169"/>
                </a:lnTo>
                <a:lnTo>
                  <a:pt x="7101" y="1830"/>
                </a:lnTo>
                <a:lnTo>
                  <a:pt x="7957" y="979"/>
                </a:lnTo>
                <a:lnTo>
                  <a:pt x="8899" y="475"/>
                </a:lnTo>
                <a:lnTo>
                  <a:pt x="9995" y="191"/>
                </a:lnTo>
                <a:lnTo>
                  <a:pt x="11316" y="0"/>
                </a:lnTo>
                <a:close/>
              </a:path>
            </a:pathLst>
          </a:custGeom>
          <a:solidFill>
            <a:srgbClr val="706F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0" name="contour_11368"/>
          <p:cNvSpPr/>
          <p:nvPr/>
        </p:nvSpPr>
        <p:spPr>
          <a:xfrm>
            <a:off x="11233882" y="1938606"/>
            <a:ext cx="72880" cy="501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18" y="276"/>
                </a:lnTo>
                <a:lnTo>
                  <a:pt x="2635" y="566"/>
                </a:lnTo>
                <a:lnTo>
                  <a:pt x="3951" y="867"/>
                </a:lnTo>
                <a:lnTo>
                  <a:pt x="5266" y="1178"/>
                </a:lnTo>
                <a:lnTo>
                  <a:pt x="6003" y="1345"/>
                </a:lnTo>
                <a:lnTo>
                  <a:pt x="8227" y="1841"/>
                </a:lnTo>
                <a:lnTo>
                  <a:pt x="9739" y="2639"/>
                </a:lnTo>
                <a:lnTo>
                  <a:pt x="10673" y="3337"/>
                </a:lnTo>
                <a:lnTo>
                  <a:pt x="11418" y="4333"/>
                </a:lnTo>
                <a:lnTo>
                  <a:pt x="12362" y="6013"/>
                </a:lnTo>
                <a:lnTo>
                  <a:pt x="12636" y="7729"/>
                </a:lnTo>
                <a:lnTo>
                  <a:pt x="12692" y="9089"/>
                </a:lnTo>
                <a:lnTo>
                  <a:pt x="12455" y="10563"/>
                </a:lnTo>
                <a:lnTo>
                  <a:pt x="11850" y="12614"/>
                </a:lnTo>
                <a:lnTo>
                  <a:pt x="10800" y="15709"/>
                </a:lnTo>
                <a:lnTo>
                  <a:pt x="12137" y="16099"/>
                </a:lnTo>
                <a:lnTo>
                  <a:pt x="13474" y="16488"/>
                </a:lnTo>
                <a:lnTo>
                  <a:pt x="14815" y="16878"/>
                </a:lnTo>
                <a:lnTo>
                  <a:pt x="16159" y="17267"/>
                </a:lnTo>
                <a:lnTo>
                  <a:pt x="17509" y="17660"/>
                </a:lnTo>
                <a:lnTo>
                  <a:pt x="18865" y="18056"/>
                </a:lnTo>
                <a:lnTo>
                  <a:pt x="20228" y="18452"/>
                </a:lnTo>
                <a:lnTo>
                  <a:pt x="21600" y="18851"/>
                </a:lnTo>
                <a:lnTo>
                  <a:pt x="20179" y="19709"/>
                </a:lnTo>
                <a:lnTo>
                  <a:pt x="18846" y="20425"/>
                </a:lnTo>
                <a:lnTo>
                  <a:pt x="17561" y="20984"/>
                </a:lnTo>
                <a:lnTo>
                  <a:pt x="16278" y="21377"/>
                </a:lnTo>
                <a:lnTo>
                  <a:pt x="14956" y="21587"/>
                </a:lnTo>
                <a:lnTo>
                  <a:pt x="13550" y="21600"/>
                </a:lnTo>
                <a:lnTo>
                  <a:pt x="12014" y="21402"/>
                </a:lnTo>
                <a:lnTo>
                  <a:pt x="10718" y="20368"/>
                </a:lnTo>
                <a:lnTo>
                  <a:pt x="9465" y="19266"/>
                </a:lnTo>
                <a:lnTo>
                  <a:pt x="8256" y="18094"/>
                </a:lnTo>
                <a:lnTo>
                  <a:pt x="7089" y="16853"/>
                </a:lnTo>
                <a:lnTo>
                  <a:pt x="5964" y="15543"/>
                </a:lnTo>
                <a:lnTo>
                  <a:pt x="4877" y="14166"/>
                </a:lnTo>
                <a:lnTo>
                  <a:pt x="3830" y="12721"/>
                </a:lnTo>
                <a:lnTo>
                  <a:pt x="2819" y="11210"/>
                </a:lnTo>
                <a:lnTo>
                  <a:pt x="1845" y="9633"/>
                </a:lnTo>
                <a:lnTo>
                  <a:pt x="905" y="7990"/>
                </a:lnTo>
                <a:lnTo>
                  <a:pt x="0" y="6284"/>
                </a:lnTo>
                <a:lnTo>
                  <a:pt x="0" y="4207"/>
                </a:lnTo>
                <a:lnTo>
                  <a:pt x="0" y="2118"/>
                </a:lnTo>
                <a:lnTo>
                  <a:pt x="0" y="0"/>
                </a:lnTo>
                <a:close/>
              </a:path>
            </a:pathLst>
          </a:custGeom>
          <a:solidFill>
            <a:srgbClr val="C9C3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1" name="contour_11369"/>
          <p:cNvSpPr/>
          <p:nvPr/>
        </p:nvSpPr>
        <p:spPr>
          <a:xfrm>
            <a:off x="5053665" y="1924030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824" y="508"/>
                </a:lnTo>
                <a:lnTo>
                  <a:pt x="16546" y="902"/>
                </a:lnTo>
                <a:lnTo>
                  <a:pt x="17953" y="1312"/>
                </a:lnTo>
                <a:lnTo>
                  <a:pt x="19489" y="1868"/>
                </a:lnTo>
                <a:lnTo>
                  <a:pt x="21600" y="2700"/>
                </a:lnTo>
                <a:lnTo>
                  <a:pt x="20387" y="4282"/>
                </a:lnTo>
                <a:lnTo>
                  <a:pt x="19172" y="5862"/>
                </a:lnTo>
                <a:lnTo>
                  <a:pt x="17953" y="7436"/>
                </a:lnTo>
                <a:lnTo>
                  <a:pt x="16731" y="9010"/>
                </a:lnTo>
                <a:lnTo>
                  <a:pt x="15503" y="10581"/>
                </a:lnTo>
                <a:lnTo>
                  <a:pt x="14271" y="12150"/>
                </a:lnTo>
                <a:lnTo>
                  <a:pt x="13244" y="13505"/>
                </a:lnTo>
                <a:lnTo>
                  <a:pt x="12198" y="14882"/>
                </a:lnTo>
                <a:lnTo>
                  <a:pt x="11689" y="15525"/>
                </a:lnTo>
                <a:lnTo>
                  <a:pt x="10149" y="17466"/>
                </a:lnTo>
                <a:lnTo>
                  <a:pt x="9226" y="18657"/>
                </a:lnTo>
                <a:lnTo>
                  <a:pt x="8288" y="19864"/>
                </a:lnTo>
                <a:lnTo>
                  <a:pt x="6968" y="20868"/>
                </a:lnTo>
                <a:lnTo>
                  <a:pt x="5665" y="21384"/>
                </a:lnTo>
                <a:lnTo>
                  <a:pt x="3601" y="21573"/>
                </a:lnTo>
                <a:lnTo>
                  <a:pt x="0" y="21600"/>
                </a:lnTo>
                <a:lnTo>
                  <a:pt x="531" y="20045"/>
                </a:lnTo>
                <a:lnTo>
                  <a:pt x="1065" y="18490"/>
                </a:lnTo>
                <a:lnTo>
                  <a:pt x="1605" y="16940"/>
                </a:lnTo>
                <a:lnTo>
                  <a:pt x="2151" y="15387"/>
                </a:lnTo>
                <a:lnTo>
                  <a:pt x="2700" y="13838"/>
                </a:lnTo>
                <a:lnTo>
                  <a:pt x="3200" y="12396"/>
                </a:lnTo>
                <a:lnTo>
                  <a:pt x="3706" y="10943"/>
                </a:lnTo>
                <a:lnTo>
                  <a:pt x="4218" y="9472"/>
                </a:lnTo>
                <a:lnTo>
                  <a:pt x="5095" y="7700"/>
                </a:lnTo>
                <a:lnTo>
                  <a:pt x="5955" y="6132"/>
                </a:lnTo>
                <a:lnTo>
                  <a:pt x="6866" y="4730"/>
                </a:lnTo>
                <a:lnTo>
                  <a:pt x="7893" y="3453"/>
                </a:lnTo>
                <a:lnTo>
                  <a:pt x="9106" y="2268"/>
                </a:lnTo>
                <a:lnTo>
                  <a:pt x="10565" y="1129"/>
                </a:lnTo>
                <a:lnTo>
                  <a:pt x="12343" y="0"/>
                </a:lnTo>
                <a:close/>
              </a:path>
            </a:pathLst>
          </a:custGeom>
          <a:solidFill>
            <a:srgbClr val="C9E5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2" name="contour_11370"/>
          <p:cNvSpPr/>
          <p:nvPr/>
        </p:nvSpPr>
        <p:spPr>
          <a:xfrm>
            <a:off x="4375882" y="1930523"/>
            <a:ext cx="65592" cy="44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4" y="0"/>
                </a:moveTo>
                <a:lnTo>
                  <a:pt x="12451" y="435"/>
                </a:lnTo>
                <a:lnTo>
                  <a:pt x="13997" y="905"/>
                </a:lnTo>
                <a:lnTo>
                  <a:pt x="15528" y="1414"/>
                </a:lnTo>
                <a:lnTo>
                  <a:pt x="17050" y="1966"/>
                </a:lnTo>
                <a:lnTo>
                  <a:pt x="18566" y="2563"/>
                </a:lnTo>
                <a:lnTo>
                  <a:pt x="20081" y="3214"/>
                </a:lnTo>
                <a:lnTo>
                  <a:pt x="21600" y="3921"/>
                </a:lnTo>
                <a:lnTo>
                  <a:pt x="20162" y="4869"/>
                </a:lnTo>
                <a:lnTo>
                  <a:pt x="18718" y="5827"/>
                </a:lnTo>
                <a:lnTo>
                  <a:pt x="17249" y="6796"/>
                </a:lnTo>
                <a:lnTo>
                  <a:pt x="15694" y="7973"/>
                </a:lnTo>
                <a:lnTo>
                  <a:pt x="14268" y="9193"/>
                </a:lnTo>
                <a:lnTo>
                  <a:pt x="12941" y="10484"/>
                </a:lnTo>
                <a:lnTo>
                  <a:pt x="11686" y="11873"/>
                </a:lnTo>
                <a:lnTo>
                  <a:pt x="10481" y="13397"/>
                </a:lnTo>
                <a:lnTo>
                  <a:pt x="9293" y="15080"/>
                </a:lnTo>
                <a:lnTo>
                  <a:pt x="8100" y="16961"/>
                </a:lnTo>
                <a:lnTo>
                  <a:pt x="7010" y="18492"/>
                </a:lnTo>
                <a:lnTo>
                  <a:pt x="5911" y="20034"/>
                </a:lnTo>
                <a:lnTo>
                  <a:pt x="4800" y="21600"/>
                </a:lnTo>
                <a:lnTo>
                  <a:pt x="3259" y="20713"/>
                </a:lnTo>
                <a:lnTo>
                  <a:pt x="2246" y="20048"/>
                </a:lnTo>
                <a:lnTo>
                  <a:pt x="1310" y="19277"/>
                </a:lnTo>
                <a:lnTo>
                  <a:pt x="0" y="18064"/>
                </a:lnTo>
                <a:lnTo>
                  <a:pt x="1270" y="13344"/>
                </a:lnTo>
                <a:lnTo>
                  <a:pt x="2326" y="9561"/>
                </a:lnTo>
                <a:lnTo>
                  <a:pt x="3230" y="6608"/>
                </a:lnTo>
                <a:lnTo>
                  <a:pt x="4054" y="4370"/>
                </a:lnTo>
                <a:lnTo>
                  <a:pt x="4858" y="2747"/>
                </a:lnTo>
                <a:lnTo>
                  <a:pt x="5707" y="1626"/>
                </a:lnTo>
                <a:lnTo>
                  <a:pt x="6670" y="898"/>
                </a:lnTo>
                <a:lnTo>
                  <a:pt x="7810" y="456"/>
                </a:lnTo>
                <a:lnTo>
                  <a:pt x="9194" y="194"/>
                </a:lnTo>
                <a:lnTo>
                  <a:pt x="10884" y="0"/>
                </a:lnTo>
                <a:close/>
              </a:path>
            </a:pathLst>
          </a:custGeom>
          <a:solidFill>
            <a:srgbClr val="DD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3" name="contour_11371"/>
          <p:cNvSpPr/>
          <p:nvPr/>
        </p:nvSpPr>
        <p:spPr>
          <a:xfrm>
            <a:off x="5184849" y="1887590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810" y="1279"/>
                </a:lnTo>
                <a:lnTo>
                  <a:pt x="20396" y="2206"/>
                </a:lnTo>
                <a:lnTo>
                  <a:pt x="20909" y="3230"/>
                </a:lnTo>
                <a:lnTo>
                  <a:pt x="21600" y="4800"/>
                </a:lnTo>
                <a:lnTo>
                  <a:pt x="20755" y="6346"/>
                </a:lnTo>
                <a:lnTo>
                  <a:pt x="19953" y="7421"/>
                </a:lnTo>
                <a:lnTo>
                  <a:pt x="18509" y="8945"/>
                </a:lnTo>
                <a:lnTo>
                  <a:pt x="17434" y="10061"/>
                </a:lnTo>
                <a:lnTo>
                  <a:pt x="16343" y="11194"/>
                </a:lnTo>
                <a:lnTo>
                  <a:pt x="15185" y="12338"/>
                </a:lnTo>
                <a:lnTo>
                  <a:pt x="14008" y="13500"/>
                </a:lnTo>
                <a:lnTo>
                  <a:pt x="12895" y="14674"/>
                </a:lnTo>
                <a:lnTo>
                  <a:pt x="11764" y="15862"/>
                </a:lnTo>
                <a:lnTo>
                  <a:pt x="9707" y="17945"/>
                </a:lnTo>
                <a:lnTo>
                  <a:pt x="8346" y="19286"/>
                </a:lnTo>
                <a:lnTo>
                  <a:pt x="7379" y="20158"/>
                </a:lnTo>
                <a:lnTo>
                  <a:pt x="6499" y="20837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815" y="19925"/>
                </a:lnTo>
                <a:lnTo>
                  <a:pt x="1685" y="18319"/>
                </a:lnTo>
                <a:lnTo>
                  <a:pt x="2608" y="16783"/>
                </a:lnTo>
                <a:lnTo>
                  <a:pt x="3588" y="15305"/>
                </a:lnTo>
                <a:lnTo>
                  <a:pt x="4617" y="13882"/>
                </a:lnTo>
                <a:lnTo>
                  <a:pt x="5697" y="12506"/>
                </a:lnTo>
                <a:lnTo>
                  <a:pt x="6823" y="11172"/>
                </a:lnTo>
                <a:lnTo>
                  <a:pt x="7997" y="9874"/>
                </a:lnTo>
                <a:lnTo>
                  <a:pt x="9218" y="8604"/>
                </a:lnTo>
                <a:lnTo>
                  <a:pt x="10481" y="7356"/>
                </a:lnTo>
                <a:lnTo>
                  <a:pt x="11788" y="6125"/>
                </a:lnTo>
                <a:lnTo>
                  <a:pt x="13136" y="4906"/>
                </a:lnTo>
                <a:lnTo>
                  <a:pt x="14521" y="3689"/>
                </a:lnTo>
                <a:lnTo>
                  <a:pt x="15946" y="2470"/>
                </a:lnTo>
                <a:lnTo>
                  <a:pt x="17404" y="1243"/>
                </a:lnTo>
                <a:lnTo>
                  <a:pt x="18900" y="0"/>
                </a:lnTo>
                <a:close/>
              </a:path>
            </a:pathLst>
          </a:custGeom>
          <a:solidFill>
            <a:srgbClr val="A4E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4" name="contour_11372"/>
          <p:cNvSpPr/>
          <p:nvPr/>
        </p:nvSpPr>
        <p:spPr>
          <a:xfrm>
            <a:off x="1693901" y="1901714"/>
            <a:ext cx="43728" cy="46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23" y="0"/>
                </a:moveTo>
                <a:lnTo>
                  <a:pt x="18133" y="67"/>
                </a:lnTo>
                <a:lnTo>
                  <a:pt x="19858" y="138"/>
                </a:lnTo>
                <a:lnTo>
                  <a:pt x="21600" y="209"/>
                </a:lnTo>
                <a:lnTo>
                  <a:pt x="21024" y="2557"/>
                </a:lnTo>
                <a:lnTo>
                  <a:pt x="20423" y="4874"/>
                </a:lnTo>
                <a:lnTo>
                  <a:pt x="19786" y="7169"/>
                </a:lnTo>
                <a:lnTo>
                  <a:pt x="19098" y="9436"/>
                </a:lnTo>
                <a:lnTo>
                  <a:pt x="18346" y="11676"/>
                </a:lnTo>
                <a:lnTo>
                  <a:pt x="17514" y="13896"/>
                </a:lnTo>
                <a:lnTo>
                  <a:pt x="16589" y="16089"/>
                </a:lnTo>
                <a:lnTo>
                  <a:pt x="15556" y="18265"/>
                </a:lnTo>
                <a:lnTo>
                  <a:pt x="14400" y="20421"/>
                </a:lnTo>
                <a:lnTo>
                  <a:pt x="11826" y="21199"/>
                </a:lnTo>
                <a:lnTo>
                  <a:pt x="9536" y="21566"/>
                </a:lnTo>
                <a:lnTo>
                  <a:pt x="7369" y="21600"/>
                </a:lnTo>
                <a:lnTo>
                  <a:pt x="5166" y="21368"/>
                </a:lnTo>
                <a:lnTo>
                  <a:pt x="2765" y="20950"/>
                </a:lnTo>
                <a:lnTo>
                  <a:pt x="0" y="20421"/>
                </a:lnTo>
                <a:lnTo>
                  <a:pt x="839" y="18366"/>
                </a:lnTo>
                <a:lnTo>
                  <a:pt x="1681" y="16315"/>
                </a:lnTo>
                <a:lnTo>
                  <a:pt x="2527" y="14263"/>
                </a:lnTo>
                <a:lnTo>
                  <a:pt x="3377" y="12208"/>
                </a:lnTo>
                <a:lnTo>
                  <a:pt x="4003" y="10685"/>
                </a:lnTo>
                <a:lnTo>
                  <a:pt x="4633" y="9149"/>
                </a:lnTo>
                <a:lnTo>
                  <a:pt x="5270" y="7593"/>
                </a:lnTo>
                <a:lnTo>
                  <a:pt x="6599" y="4979"/>
                </a:lnTo>
                <a:lnTo>
                  <a:pt x="7852" y="3032"/>
                </a:lnTo>
                <a:lnTo>
                  <a:pt x="9252" y="1661"/>
                </a:lnTo>
                <a:lnTo>
                  <a:pt x="11005" y="761"/>
                </a:lnTo>
                <a:lnTo>
                  <a:pt x="13324" y="239"/>
                </a:lnTo>
                <a:lnTo>
                  <a:pt x="16423" y="0"/>
                </a:lnTo>
                <a:close/>
              </a:path>
            </a:pathLst>
          </a:custGeom>
          <a:solidFill>
            <a:srgbClr val="A7A9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5" name="contour_11373"/>
          <p:cNvSpPr/>
          <p:nvPr/>
        </p:nvSpPr>
        <p:spPr>
          <a:xfrm>
            <a:off x="7619038" y="1880302"/>
            <a:ext cx="58304" cy="51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66" y="2108"/>
                </a:lnTo>
                <a:lnTo>
                  <a:pt x="13292" y="4046"/>
                </a:lnTo>
                <a:lnTo>
                  <a:pt x="14194" y="5874"/>
                </a:lnTo>
                <a:lnTo>
                  <a:pt x="14899" y="7665"/>
                </a:lnTo>
                <a:lnTo>
                  <a:pt x="15425" y="9478"/>
                </a:lnTo>
                <a:lnTo>
                  <a:pt x="15798" y="11382"/>
                </a:lnTo>
                <a:lnTo>
                  <a:pt x="16035" y="13441"/>
                </a:lnTo>
                <a:lnTo>
                  <a:pt x="16162" y="15717"/>
                </a:lnTo>
                <a:lnTo>
                  <a:pt x="16200" y="18279"/>
                </a:lnTo>
                <a:lnTo>
                  <a:pt x="17804" y="19507"/>
                </a:lnTo>
                <a:lnTo>
                  <a:pt x="18900" y="20232"/>
                </a:lnTo>
                <a:lnTo>
                  <a:pt x="19996" y="20744"/>
                </a:lnTo>
                <a:lnTo>
                  <a:pt x="21600" y="21326"/>
                </a:lnTo>
                <a:lnTo>
                  <a:pt x="19753" y="21509"/>
                </a:lnTo>
                <a:lnTo>
                  <a:pt x="18409" y="21600"/>
                </a:lnTo>
                <a:lnTo>
                  <a:pt x="17177" y="21600"/>
                </a:lnTo>
                <a:lnTo>
                  <a:pt x="15671" y="21509"/>
                </a:lnTo>
                <a:lnTo>
                  <a:pt x="13500" y="21326"/>
                </a:lnTo>
                <a:lnTo>
                  <a:pt x="12118" y="19839"/>
                </a:lnTo>
                <a:lnTo>
                  <a:pt x="10757" y="18328"/>
                </a:lnTo>
                <a:lnTo>
                  <a:pt x="9418" y="16793"/>
                </a:lnTo>
                <a:lnTo>
                  <a:pt x="8100" y="15233"/>
                </a:lnTo>
                <a:lnTo>
                  <a:pt x="6650" y="14730"/>
                </a:lnTo>
                <a:lnTo>
                  <a:pt x="5192" y="14224"/>
                </a:lnTo>
                <a:lnTo>
                  <a:pt x="3712" y="13709"/>
                </a:lnTo>
                <a:lnTo>
                  <a:pt x="2487" y="13207"/>
                </a:lnTo>
                <a:lnTo>
                  <a:pt x="1250" y="12701"/>
                </a:lnTo>
                <a:lnTo>
                  <a:pt x="0" y="12186"/>
                </a:lnTo>
                <a:lnTo>
                  <a:pt x="0" y="10172"/>
                </a:lnTo>
                <a:lnTo>
                  <a:pt x="0" y="8146"/>
                </a:lnTo>
                <a:lnTo>
                  <a:pt x="0" y="6093"/>
                </a:lnTo>
                <a:lnTo>
                  <a:pt x="1412" y="4954"/>
                </a:lnTo>
                <a:lnTo>
                  <a:pt x="2446" y="4219"/>
                </a:lnTo>
                <a:lnTo>
                  <a:pt x="3607" y="3561"/>
                </a:lnTo>
                <a:lnTo>
                  <a:pt x="5400" y="2666"/>
                </a:lnTo>
                <a:lnTo>
                  <a:pt x="6907" y="1898"/>
                </a:lnTo>
                <a:lnTo>
                  <a:pt x="8438" y="1118"/>
                </a:lnTo>
                <a:lnTo>
                  <a:pt x="9612" y="564"/>
                </a:lnTo>
                <a:lnTo>
                  <a:pt x="10800" y="0"/>
                </a:lnTo>
                <a:close/>
              </a:path>
            </a:pathLst>
          </a:custGeom>
          <a:solidFill>
            <a:srgbClr val="6B65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6" name="contour_11374"/>
          <p:cNvSpPr/>
          <p:nvPr/>
        </p:nvSpPr>
        <p:spPr>
          <a:xfrm>
            <a:off x="7400398" y="186572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948" y="4994"/>
                </a:lnTo>
                <a:lnTo>
                  <a:pt x="20425" y="8506"/>
                </a:lnTo>
                <a:lnTo>
                  <a:pt x="19920" y="11007"/>
                </a:lnTo>
                <a:lnTo>
                  <a:pt x="19306" y="12986"/>
                </a:lnTo>
                <a:lnTo>
                  <a:pt x="18468" y="14917"/>
                </a:lnTo>
                <a:lnTo>
                  <a:pt x="17280" y="17280"/>
                </a:lnTo>
                <a:lnTo>
                  <a:pt x="14420" y="18585"/>
                </a:lnTo>
                <a:lnTo>
                  <a:pt x="11668" y="19544"/>
                </a:lnTo>
                <a:lnTo>
                  <a:pt x="8938" y="20244"/>
                </a:lnTo>
                <a:lnTo>
                  <a:pt x="6139" y="20766"/>
                </a:lnTo>
                <a:lnTo>
                  <a:pt x="3192" y="2119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524B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7" name="contour_11375"/>
          <p:cNvSpPr/>
          <p:nvPr/>
        </p:nvSpPr>
        <p:spPr>
          <a:xfrm>
            <a:off x="9768995" y="1865726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141" y="1367"/>
                </a:lnTo>
                <a:lnTo>
                  <a:pt x="13509" y="2756"/>
                </a:lnTo>
                <a:lnTo>
                  <a:pt x="15738" y="4203"/>
                </a:lnTo>
                <a:lnTo>
                  <a:pt x="17833" y="5746"/>
                </a:lnTo>
                <a:lnTo>
                  <a:pt x="19786" y="7418"/>
                </a:lnTo>
                <a:lnTo>
                  <a:pt x="21600" y="9257"/>
                </a:lnTo>
                <a:lnTo>
                  <a:pt x="21397" y="11500"/>
                </a:lnTo>
                <a:lnTo>
                  <a:pt x="20948" y="13556"/>
                </a:lnTo>
                <a:lnTo>
                  <a:pt x="20282" y="15512"/>
                </a:lnTo>
                <a:lnTo>
                  <a:pt x="19431" y="17450"/>
                </a:lnTo>
                <a:lnTo>
                  <a:pt x="18420" y="19449"/>
                </a:lnTo>
                <a:lnTo>
                  <a:pt x="17280" y="21600"/>
                </a:lnTo>
                <a:lnTo>
                  <a:pt x="14196" y="21205"/>
                </a:lnTo>
                <a:lnTo>
                  <a:pt x="11979" y="20847"/>
                </a:lnTo>
                <a:lnTo>
                  <a:pt x="10009" y="20378"/>
                </a:lnTo>
                <a:lnTo>
                  <a:pt x="7664" y="19650"/>
                </a:lnTo>
                <a:lnTo>
                  <a:pt x="4320" y="18514"/>
                </a:lnTo>
                <a:lnTo>
                  <a:pt x="2907" y="16524"/>
                </a:lnTo>
                <a:lnTo>
                  <a:pt x="1788" y="14549"/>
                </a:lnTo>
                <a:lnTo>
                  <a:pt x="950" y="12559"/>
                </a:lnTo>
                <a:lnTo>
                  <a:pt x="380" y="10522"/>
                </a:lnTo>
                <a:lnTo>
                  <a:pt x="69" y="8402"/>
                </a:lnTo>
                <a:lnTo>
                  <a:pt x="0" y="6171"/>
                </a:lnTo>
                <a:lnTo>
                  <a:pt x="2415" y="3907"/>
                </a:lnTo>
                <a:lnTo>
                  <a:pt x="4121" y="2506"/>
                </a:lnTo>
                <a:lnTo>
                  <a:pt x="5923" y="1398"/>
                </a:lnTo>
                <a:lnTo>
                  <a:pt x="8640" y="0"/>
                </a:lnTo>
                <a:close/>
              </a:path>
            </a:pathLst>
          </a:custGeom>
          <a:solidFill>
            <a:srgbClr val="D7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8" name="contour_11376"/>
          <p:cNvSpPr/>
          <p:nvPr/>
        </p:nvSpPr>
        <p:spPr>
          <a:xfrm>
            <a:off x="4171818" y="1843862"/>
            <a:ext cx="36819" cy="45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51" y="0"/>
                </a:moveTo>
                <a:lnTo>
                  <a:pt x="11394" y="1118"/>
                </a:lnTo>
                <a:lnTo>
                  <a:pt x="13476" y="1994"/>
                </a:lnTo>
                <a:lnTo>
                  <a:pt x="15165" y="2820"/>
                </a:lnTo>
                <a:lnTo>
                  <a:pt x="16803" y="3796"/>
                </a:lnTo>
                <a:lnTo>
                  <a:pt x="18757" y="5106"/>
                </a:lnTo>
                <a:lnTo>
                  <a:pt x="21378" y="6946"/>
                </a:lnTo>
                <a:lnTo>
                  <a:pt x="21600" y="9544"/>
                </a:lnTo>
                <a:lnTo>
                  <a:pt x="21485" y="11965"/>
                </a:lnTo>
                <a:lnTo>
                  <a:pt x="21001" y="14261"/>
                </a:lnTo>
                <a:lnTo>
                  <a:pt x="20129" y="16474"/>
                </a:lnTo>
                <a:lnTo>
                  <a:pt x="18838" y="18651"/>
                </a:lnTo>
                <a:lnTo>
                  <a:pt x="17102" y="20839"/>
                </a:lnTo>
                <a:lnTo>
                  <a:pt x="14126" y="21353"/>
                </a:lnTo>
                <a:lnTo>
                  <a:pt x="11356" y="21590"/>
                </a:lnTo>
                <a:lnTo>
                  <a:pt x="8671" y="21600"/>
                </a:lnTo>
                <a:lnTo>
                  <a:pt x="5960" y="21444"/>
                </a:lnTo>
                <a:lnTo>
                  <a:pt x="3108" y="21169"/>
                </a:lnTo>
                <a:lnTo>
                  <a:pt x="0" y="20839"/>
                </a:lnTo>
                <a:lnTo>
                  <a:pt x="0" y="18547"/>
                </a:lnTo>
                <a:lnTo>
                  <a:pt x="0" y="16251"/>
                </a:lnTo>
                <a:lnTo>
                  <a:pt x="0" y="13945"/>
                </a:lnTo>
                <a:lnTo>
                  <a:pt x="0" y="11628"/>
                </a:lnTo>
                <a:lnTo>
                  <a:pt x="0" y="9298"/>
                </a:lnTo>
                <a:lnTo>
                  <a:pt x="0" y="6946"/>
                </a:lnTo>
                <a:lnTo>
                  <a:pt x="2826" y="6946"/>
                </a:lnTo>
                <a:lnTo>
                  <a:pt x="5669" y="6946"/>
                </a:lnTo>
                <a:lnTo>
                  <a:pt x="8551" y="6946"/>
                </a:lnTo>
                <a:lnTo>
                  <a:pt x="8551" y="4651"/>
                </a:lnTo>
                <a:lnTo>
                  <a:pt x="8551" y="2341"/>
                </a:lnTo>
                <a:lnTo>
                  <a:pt x="8551" y="0"/>
                </a:lnTo>
                <a:close/>
              </a:path>
            </a:pathLst>
          </a:custGeom>
          <a:solidFill>
            <a:srgbClr val="DC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79" name="contour_11377"/>
          <p:cNvSpPr/>
          <p:nvPr/>
        </p:nvSpPr>
        <p:spPr>
          <a:xfrm>
            <a:off x="1774069" y="1843862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20011" y="2462"/>
                </a:lnTo>
                <a:lnTo>
                  <a:pt x="20542" y="4255"/>
                </a:lnTo>
                <a:lnTo>
                  <a:pt x="20906" y="5897"/>
                </a:lnTo>
                <a:lnTo>
                  <a:pt x="21221" y="7906"/>
                </a:lnTo>
                <a:lnTo>
                  <a:pt x="21600" y="10800"/>
                </a:lnTo>
                <a:lnTo>
                  <a:pt x="20347" y="12604"/>
                </a:lnTo>
                <a:lnTo>
                  <a:pt x="19030" y="14159"/>
                </a:lnTo>
                <a:lnTo>
                  <a:pt x="17650" y="15494"/>
                </a:lnTo>
                <a:lnTo>
                  <a:pt x="16212" y="16628"/>
                </a:lnTo>
                <a:lnTo>
                  <a:pt x="14726" y="17582"/>
                </a:lnTo>
                <a:lnTo>
                  <a:pt x="13193" y="18378"/>
                </a:lnTo>
                <a:lnTo>
                  <a:pt x="11623" y="19037"/>
                </a:lnTo>
                <a:lnTo>
                  <a:pt x="10018" y="19577"/>
                </a:lnTo>
                <a:lnTo>
                  <a:pt x="8386" y="20027"/>
                </a:lnTo>
                <a:lnTo>
                  <a:pt x="6732" y="20401"/>
                </a:lnTo>
                <a:lnTo>
                  <a:pt x="5059" y="20725"/>
                </a:lnTo>
                <a:lnTo>
                  <a:pt x="3377" y="21017"/>
                </a:lnTo>
                <a:lnTo>
                  <a:pt x="1687" y="21301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1584" y="10800"/>
                </a:lnTo>
                <a:lnTo>
                  <a:pt x="3170" y="10800"/>
                </a:lnTo>
                <a:lnTo>
                  <a:pt x="4757" y="10800"/>
                </a:lnTo>
                <a:lnTo>
                  <a:pt x="6348" y="10800"/>
                </a:lnTo>
                <a:lnTo>
                  <a:pt x="7944" y="10800"/>
                </a:lnTo>
                <a:lnTo>
                  <a:pt x="9547" y="10800"/>
                </a:lnTo>
                <a:lnTo>
                  <a:pt x="11155" y="10800"/>
                </a:lnTo>
                <a:lnTo>
                  <a:pt x="12773" y="10800"/>
                </a:lnTo>
                <a:lnTo>
                  <a:pt x="14400" y="10800"/>
                </a:lnTo>
                <a:lnTo>
                  <a:pt x="14400" y="8420"/>
                </a:lnTo>
                <a:lnTo>
                  <a:pt x="14400" y="6026"/>
                </a:lnTo>
                <a:lnTo>
                  <a:pt x="14400" y="3600"/>
                </a:lnTo>
                <a:lnTo>
                  <a:pt x="15826" y="2279"/>
                </a:lnTo>
                <a:lnTo>
                  <a:pt x="16800" y="1462"/>
                </a:lnTo>
                <a:lnTo>
                  <a:pt x="17774" y="817"/>
                </a:lnTo>
                <a:lnTo>
                  <a:pt x="19200" y="0"/>
                </a:lnTo>
                <a:close/>
              </a:path>
            </a:pathLst>
          </a:custGeom>
          <a:solidFill>
            <a:srgbClr val="6A6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0" name="contour_11378"/>
          <p:cNvSpPr/>
          <p:nvPr/>
        </p:nvSpPr>
        <p:spPr>
          <a:xfrm>
            <a:off x="4718417" y="1843862"/>
            <a:ext cx="87456" cy="23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58" y="554"/>
                </a:lnTo>
                <a:lnTo>
                  <a:pt x="1921" y="1115"/>
                </a:lnTo>
                <a:lnTo>
                  <a:pt x="2896" y="1675"/>
                </a:lnTo>
                <a:lnTo>
                  <a:pt x="5243" y="2942"/>
                </a:lnTo>
                <a:lnTo>
                  <a:pt x="7290" y="4023"/>
                </a:lnTo>
                <a:lnTo>
                  <a:pt x="9067" y="4920"/>
                </a:lnTo>
                <a:lnTo>
                  <a:pt x="10611" y="5626"/>
                </a:lnTo>
                <a:lnTo>
                  <a:pt x="11952" y="6140"/>
                </a:lnTo>
                <a:lnTo>
                  <a:pt x="13126" y="6457"/>
                </a:lnTo>
                <a:lnTo>
                  <a:pt x="14164" y="6576"/>
                </a:lnTo>
                <a:lnTo>
                  <a:pt x="15100" y="6490"/>
                </a:lnTo>
                <a:lnTo>
                  <a:pt x="15968" y="6200"/>
                </a:lnTo>
                <a:lnTo>
                  <a:pt x="16801" y="5705"/>
                </a:lnTo>
                <a:lnTo>
                  <a:pt x="17631" y="4999"/>
                </a:lnTo>
                <a:lnTo>
                  <a:pt x="18493" y="4076"/>
                </a:lnTo>
                <a:lnTo>
                  <a:pt x="19420" y="2935"/>
                </a:lnTo>
                <a:lnTo>
                  <a:pt x="20444" y="1583"/>
                </a:lnTo>
                <a:lnTo>
                  <a:pt x="21600" y="0"/>
                </a:lnTo>
                <a:lnTo>
                  <a:pt x="21600" y="3918"/>
                </a:lnTo>
                <a:lnTo>
                  <a:pt x="21600" y="7849"/>
                </a:lnTo>
                <a:lnTo>
                  <a:pt x="21600" y="11793"/>
                </a:lnTo>
                <a:lnTo>
                  <a:pt x="21600" y="15770"/>
                </a:lnTo>
                <a:lnTo>
                  <a:pt x="21600" y="19786"/>
                </a:lnTo>
                <a:lnTo>
                  <a:pt x="20376" y="19991"/>
                </a:lnTo>
                <a:lnTo>
                  <a:pt x="19154" y="20175"/>
                </a:lnTo>
                <a:lnTo>
                  <a:pt x="17930" y="20347"/>
                </a:lnTo>
                <a:lnTo>
                  <a:pt x="16708" y="20505"/>
                </a:lnTo>
                <a:lnTo>
                  <a:pt x="15484" y="20644"/>
                </a:lnTo>
                <a:lnTo>
                  <a:pt x="14260" y="20782"/>
                </a:lnTo>
                <a:lnTo>
                  <a:pt x="13036" y="20907"/>
                </a:lnTo>
                <a:lnTo>
                  <a:pt x="11812" y="21026"/>
                </a:lnTo>
                <a:lnTo>
                  <a:pt x="11398" y="21099"/>
                </a:lnTo>
                <a:lnTo>
                  <a:pt x="10669" y="21231"/>
                </a:lnTo>
                <a:lnTo>
                  <a:pt x="8996" y="21527"/>
                </a:lnTo>
                <a:lnTo>
                  <a:pt x="7762" y="21600"/>
                </a:lnTo>
                <a:lnTo>
                  <a:pt x="6561" y="21600"/>
                </a:lnTo>
                <a:lnTo>
                  <a:pt x="5377" y="21475"/>
                </a:lnTo>
                <a:lnTo>
                  <a:pt x="4198" y="21165"/>
                </a:lnTo>
                <a:lnTo>
                  <a:pt x="3010" y="20624"/>
                </a:lnTo>
                <a:lnTo>
                  <a:pt x="1800" y="19786"/>
                </a:lnTo>
                <a:lnTo>
                  <a:pt x="1053" y="14840"/>
                </a:lnTo>
                <a:lnTo>
                  <a:pt x="585" y="11338"/>
                </a:lnTo>
                <a:lnTo>
                  <a:pt x="311" y="8330"/>
                </a:lnTo>
                <a:lnTo>
                  <a:pt x="146" y="4867"/>
                </a:lnTo>
                <a:lnTo>
                  <a:pt x="0" y="0"/>
                </a:lnTo>
                <a:close/>
              </a:path>
            </a:pathLst>
          </a:custGeom>
          <a:solidFill>
            <a:srgbClr val="A4CC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1" name="contour_11379"/>
          <p:cNvSpPr/>
          <p:nvPr/>
        </p:nvSpPr>
        <p:spPr>
          <a:xfrm>
            <a:off x="3727250" y="1800134"/>
            <a:ext cx="58304" cy="547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100" y="1897"/>
                </a:lnTo>
                <a:lnTo>
                  <a:pt x="8100" y="3796"/>
                </a:lnTo>
                <a:lnTo>
                  <a:pt x="8100" y="5696"/>
                </a:lnTo>
                <a:lnTo>
                  <a:pt x="8100" y="7601"/>
                </a:lnTo>
                <a:lnTo>
                  <a:pt x="8100" y="9513"/>
                </a:lnTo>
                <a:lnTo>
                  <a:pt x="8100" y="11432"/>
                </a:lnTo>
                <a:lnTo>
                  <a:pt x="8100" y="13358"/>
                </a:lnTo>
                <a:lnTo>
                  <a:pt x="8100" y="15295"/>
                </a:lnTo>
                <a:lnTo>
                  <a:pt x="8100" y="17243"/>
                </a:lnTo>
                <a:lnTo>
                  <a:pt x="9771" y="16530"/>
                </a:lnTo>
                <a:lnTo>
                  <a:pt x="11443" y="15821"/>
                </a:lnTo>
                <a:lnTo>
                  <a:pt x="13119" y="15105"/>
                </a:lnTo>
                <a:lnTo>
                  <a:pt x="14799" y="14389"/>
                </a:lnTo>
                <a:lnTo>
                  <a:pt x="16486" y="13674"/>
                </a:lnTo>
                <a:lnTo>
                  <a:pt x="18182" y="12953"/>
                </a:lnTo>
                <a:lnTo>
                  <a:pt x="19886" y="12225"/>
                </a:lnTo>
                <a:lnTo>
                  <a:pt x="21600" y="11495"/>
                </a:lnTo>
                <a:lnTo>
                  <a:pt x="21335" y="13634"/>
                </a:lnTo>
                <a:lnTo>
                  <a:pt x="21063" y="15151"/>
                </a:lnTo>
                <a:lnTo>
                  <a:pt x="20652" y="16462"/>
                </a:lnTo>
                <a:lnTo>
                  <a:pt x="19975" y="17979"/>
                </a:lnTo>
                <a:lnTo>
                  <a:pt x="18900" y="20117"/>
                </a:lnTo>
                <a:lnTo>
                  <a:pt x="16878" y="20827"/>
                </a:lnTo>
                <a:lnTo>
                  <a:pt x="14942" y="21318"/>
                </a:lnTo>
                <a:lnTo>
                  <a:pt x="13063" y="21580"/>
                </a:lnTo>
                <a:lnTo>
                  <a:pt x="11202" y="21600"/>
                </a:lnTo>
                <a:lnTo>
                  <a:pt x="9329" y="21370"/>
                </a:lnTo>
                <a:lnTo>
                  <a:pt x="7406" y="20879"/>
                </a:lnTo>
                <a:lnTo>
                  <a:pt x="5400" y="20117"/>
                </a:lnTo>
                <a:lnTo>
                  <a:pt x="4412" y="18309"/>
                </a:lnTo>
                <a:lnTo>
                  <a:pt x="3534" y="16485"/>
                </a:lnTo>
                <a:lnTo>
                  <a:pt x="2762" y="14642"/>
                </a:lnTo>
                <a:lnTo>
                  <a:pt x="2087" y="12774"/>
                </a:lnTo>
                <a:lnTo>
                  <a:pt x="1504" y="10878"/>
                </a:lnTo>
                <a:lnTo>
                  <a:pt x="1010" y="8943"/>
                </a:lnTo>
                <a:lnTo>
                  <a:pt x="599" y="6969"/>
                </a:lnTo>
                <a:lnTo>
                  <a:pt x="265" y="4949"/>
                </a:lnTo>
                <a:lnTo>
                  <a:pt x="0" y="2874"/>
                </a:lnTo>
                <a:lnTo>
                  <a:pt x="1339" y="1448"/>
                </a:lnTo>
                <a:lnTo>
                  <a:pt x="2700" y="0"/>
                </a:lnTo>
                <a:close/>
              </a:path>
            </a:pathLst>
          </a:custGeom>
          <a:solidFill>
            <a:srgbClr val="8C7A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2" name="contour_11380"/>
          <p:cNvSpPr/>
          <p:nvPr/>
        </p:nvSpPr>
        <p:spPr>
          <a:xfrm>
            <a:off x="1037982" y="1808639"/>
            <a:ext cx="65592" cy="436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51" y="299"/>
                </a:moveTo>
                <a:lnTo>
                  <a:pt x="19490" y="1193"/>
                </a:lnTo>
                <a:lnTo>
                  <a:pt x="20537" y="2090"/>
                </a:lnTo>
                <a:lnTo>
                  <a:pt x="21600" y="3001"/>
                </a:lnTo>
                <a:lnTo>
                  <a:pt x="21600" y="5383"/>
                </a:lnTo>
                <a:lnTo>
                  <a:pt x="21600" y="7779"/>
                </a:lnTo>
                <a:lnTo>
                  <a:pt x="21600" y="10207"/>
                </a:lnTo>
                <a:lnTo>
                  <a:pt x="20165" y="10950"/>
                </a:lnTo>
                <a:lnTo>
                  <a:pt x="18727" y="11681"/>
                </a:lnTo>
                <a:lnTo>
                  <a:pt x="17287" y="12402"/>
                </a:lnTo>
                <a:lnTo>
                  <a:pt x="15845" y="13111"/>
                </a:lnTo>
                <a:lnTo>
                  <a:pt x="14400" y="13810"/>
                </a:lnTo>
                <a:lnTo>
                  <a:pt x="13879" y="15641"/>
                </a:lnTo>
                <a:lnTo>
                  <a:pt x="13349" y="17496"/>
                </a:lnTo>
                <a:lnTo>
                  <a:pt x="12679" y="19244"/>
                </a:lnTo>
                <a:lnTo>
                  <a:pt x="12000" y="21016"/>
                </a:lnTo>
                <a:lnTo>
                  <a:pt x="10296" y="21420"/>
                </a:lnTo>
                <a:lnTo>
                  <a:pt x="9086" y="21600"/>
                </a:lnTo>
                <a:lnTo>
                  <a:pt x="7798" y="21600"/>
                </a:lnTo>
                <a:lnTo>
                  <a:pt x="5851" y="21467"/>
                </a:lnTo>
                <a:lnTo>
                  <a:pt x="4207" y="21369"/>
                </a:lnTo>
                <a:lnTo>
                  <a:pt x="2542" y="21269"/>
                </a:lnTo>
                <a:lnTo>
                  <a:pt x="1279" y="21142"/>
                </a:lnTo>
                <a:lnTo>
                  <a:pt x="0" y="21016"/>
                </a:lnTo>
                <a:lnTo>
                  <a:pt x="545" y="18876"/>
                </a:lnTo>
                <a:lnTo>
                  <a:pt x="974" y="17413"/>
                </a:lnTo>
                <a:lnTo>
                  <a:pt x="1519" y="15950"/>
                </a:lnTo>
                <a:lnTo>
                  <a:pt x="2400" y="13810"/>
                </a:lnTo>
                <a:lnTo>
                  <a:pt x="3984" y="13810"/>
                </a:lnTo>
                <a:lnTo>
                  <a:pt x="5580" y="13810"/>
                </a:lnTo>
                <a:lnTo>
                  <a:pt x="7200" y="13810"/>
                </a:lnTo>
                <a:lnTo>
                  <a:pt x="7200" y="11429"/>
                </a:lnTo>
                <a:lnTo>
                  <a:pt x="7200" y="9033"/>
                </a:lnTo>
                <a:lnTo>
                  <a:pt x="7200" y="6604"/>
                </a:lnTo>
                <a:lnTo>
                  <a:pt x="8606" y="4727"/>
                </a:lnTo>
                <a:lnTo>
                  <a:pt x="9878" y="3163"/>
                </a:lnTo>
                <a:lnTo>
                  <a:pt x="11086" y="1910"/>
                </a:lnTo>
                <a:lnTo>
                  <a:pt x="12290" y="966"/>
                </a:lnTo>
                <a:lnTo>
                  <a:pt x="13562" y="335"/>
                </a:lnTo>
                <a:lnTo>
                  <a:pt x="14966" y="11"/>
                </a:lnTo>
                <a:lnTo>
                  <a:pt x="16574" y="0"/>
                </a:lnTo>
                <a:lnTo>
                  <a:pt x="18451" y="299"/>
                </a:lnTo>
                <a:close/>
              </a:path>
            </a:pathLst>
          </a:custGeom>
          <a:solidFill>
            <a:srgbClr val="8485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3" name="contour_11381"/>
          <p:cNvSpPr/>
          <p:nvPr/>
        </p:nvSpPr>
        <p:spPr>
          <a:xfrm>
            <a:off x="702734" y="1829286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628" y="1944"/>
                </a:lnTo>
                <a:lnTo>
                  <a:pt x="19656" y="3888"/>
                </a:lnTo>
                <a:lnTo>
                  <a:pt x="18680" y="5835"/>
                </a:lnTo>
                <a:lnTo>
                  <a:pt x="17708" y="7785"/>
                </a:lnTo>
                <a:lnTo>
                  <a:pt x="16729" y="9742"/>
                </a:lnTo>
                <a:lnTo>
                  <a:pt x="15750" y="11698"/>
                </a:lnTo>
                <a:lnTo>
                  <a:pt x="14767" y="13664"/>
                </a:lnTo>
                <a:lnTo>
                  <a:pt x="13781" y="15635"/>
                </a:lnTo>
                <a:lnTo>
                  <a:pt x="12794" y="17613"/>
                </a:lnTo>
                <a:lnTo>
                  <a:pt x="11797" y="19604"/>
                </a:lnTo>
                <a:lnTo>
                  <a:pt x="10800" y="21600"/>
                </a:lnTo>
                <a:lnTo>
                  <a:pt x="9018" y="20835"/>
                </a:lnTo>
                <a:lnTo>
                  <a:pt x="7225" y="20069"/>
                </a:lnTo>
                <a:lnTo>
                  <a:pt x="5425" y="19295"/>
                </a:lnTo>
                <a:lnTo>
                  <a:pt x="3600" y="18514"/>
                </a:lnTo>
                <a:lnTo>
                  <a:pt x="2956" y="16478"/>
                </a:lnTo>
                <a:lnTo>
                  <a:pt x="2412" y="14444"/>
                </a:lnTo>
                <a:lnTo>
                  <a:pt x="1948" y="12408"/>
                </a:lnTo>
                <a:lnTo>
                  <a:pt x="1548" y="10368"/>
                </a:lnTo>
                <a:lnTo>
                  <a:pt x="1202" y="8319"/>
                </a:lnTo>
                <a:lnTo>
                  <a:pt x="889" y="6261"/>
                </a:lnTo>
                <a:lnTo>
                  <a:pt x="594" y="4190"/>
                </a:lnTo>
                <a:lnTo>
                  <a:pt x="302" y="2104"/>
                </a:lnTo>
                <a:lnTo>
                  <a:pt x="0" y="0"/>
                </a:lnTo>
                <a:close/>
              </a:path>
            </a:pathLst>
          </a:custGeom>
          <a:solidFill>
            <a:srgbClr val="D7C4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4" name="contour_11382"/>
          <p:cNvSpPr/>
          <p:nvPr/>
        </p:nvSpPr>
        <p:spPr>
          <a:xfrm>
            <a:off x="10614402" y="1821867"/>
            <a:ext cx="65592" cy="21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29"/>
                </a:moveTo>
                <a:lnTo>
                  <a:pt x="4147" y="0"/>
                </a:lnTo>
                <a:lnTo>
                  <a:pt x="5770" y="57"/>
                </a:lnTo>
                <a:lnTo>
                  <a:pt x="7327" y="315"/>
                </a:lnTo>
                <a:lnTo>
                  <a:pt x="8870" y="780"/>
                </a:lnTo>
                <a:lnTo>
                  <a:pt x="10459" y="1460"/>
                </a:lnTo>
                <a:lnTo>
                  <a:pt x="12149" y="2362"/>
                </a:lnTo>
                <a:lnTo>
                  <a:pt x="13512" y="3027"/>
                </a:lnTo>
                <a:lnTo>
                  <a:pt x="14892" y="3693"/>
                </a:lnTo>
                <a:lnTo>
                  <a:pt x="16572" y="4545"/>
                </a:lnTo>
                <a:lnTo>
                  <a:pt x="18250" y="5432"/>
                </a:lnTo>
                <a:lnTo>
                  <a:pt x="19925" y="6348"/>
                </a:lnTo>
                <a:lnTo>
                  <a:pt x="21600" y="7286"/>
                </a:lnTo>
                <a:lnTo>
                  <a:pt x="21600" y="12017"/>
                </a:lnTo>
                <a:lnTo>
                  <a:pt x="21600" y="16776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475" y="17349"/>
                </a:lnTo>
                <a:lnTo>
                  <a:pt x="953" y="13083"/>
                </a:lnTo>
                <a:lnTo>
                  <a:pt x="1430" y="8803"/>
                </a:lnTo>
                <a:lnTo>
                  <a:pt x="1913" y="4487"/>
                </a:lnTo>
                <a:lnTo>
                  <a:pt x="2400" y="129"/>
                </a:lnTo>
                <a:close/>
              </a:path>
            </a:pathLst>
          </a:custGeom>
          <a:solidFill>
            <a:srgbClr val="DDCF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5" name="contour_11383"/>
          <p:cNvSpPr/>
          <p:nvPr/>
        </p:nvSpPr>
        <p:spPr>
          <a:xfrm>
            <a:off x="5308745" y="1810964"/>
            <a:ext cx="51016" cy="40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19" y="286"/>
                </a:moveTo>
                <a:lnTo>
                  <a:pt x="8804" y="74"/>
                </a:lnTo>
                <a:lnTo>
                  <a:pt x="10797" y="0"/>
                </a:lnTo>
                <a:lnTo>
                  <a:pt x="12685" y="106"/>
                </a:lnTo>
                <a:lnTo>
                  <a:pt x="14546" y="447"/>
                </a:lnTo>
                <a:lnTo>
                  <a:pt x="16459" y="1066"/>
                </a:lnTo>
                <a:lnTo>
                  <a:pt x="18514" y="2013"/>
                </a:lnTo>
                <a:lnTo>
                  <a:pt x="19341" y="4395"/>
                </a:lnTo>
                <a:lnTo>
                  <a:pt x="19999" y="6773"/>
                </a:lnTo>
                <a:lnTo>
                  <a:pt x="20508" y="9155"/>
                </a:lnTo>
                <a:lnTo>
                  <a:pt x="20893" y="11560"/>
                </a:lnTo>
                <a:lnTo>
                  <a:pt x="21174" y="13993"/>
                </a:lnTo>
                <a:lnTo>
                  <a:pt x="21369" y="16472"/>
                </a:lnTo>
                <a:lnTo>
                  <a:pt x="21504" y="19003"/>
                </a:lnTo>
                <a:lnTo>
                  <a:pt x="21600" y="21600"/>
                </a:lnTo>
                <a:lnTo>
                  <a:pt x="21128" y="19610"/>
                </a:lnTo>
                <a:lnTo>
                  <a:pt x="20650" y="17593"/>
                </a:lnTo>
                <a:lnTo>
                  <a:pt x="19591" y="15693"/>
                </a:lnTo>
                <a:lnTo>
                  <a:pt x="18514" y="13765"/>
                </a:lnTo>
                <a:lnTo>
                  <a:pt x="16348" y="13820"/>
                </a:lnTo>
                <a:lnTo>
                  <a:pt x="14774" y="13926"/>
                </a:lnTo>
                <a:lnTo>
                  <a:pt x="13340" y="14149"/>
                </a:lnTo>
                <a:lnTo>
                  <a:pt x="11587" y="14561"/>
                </a:lnTo>
                <a:lnTo>
                  <a:pt x="9066" y="15234"/>
                </a:lnTo>
                <a:lnTo>
                  <a:pt x="7372" y="15669"/>
                </a:lnTo>
                <a:lnTo>
                  <a:pt x="5668" y="16104"/>
                </a:lnTo>
                <a:lnTo>
                  <a:pt x="3944" y="16551"/>
                </a:lnTo>
                <a:lnTo>
                  <a:pt x="1984" y="17111"/>
                </a:lnTo>
                <a:lnTo>
                  <a:pt x="0" y="17683"/>
                </a:lnTo>
                <a:lnTo>
                  <a:pt x="222" y="12328"/>
                </a:lnTo>
                <a:lnTo>
                  <a:pt x="494" y="8442"/>
                </a:lnTo>
                <a:lnTo>
                  <a:pt x="929" y="5708"/>
                </a:lnTo>
                <a:lnTo>
                  <a:pt x="1645" y="3831"/>
                </a:lnTo>
                <a:lnTo>
                  <a:pt x="2752" y="2507"/>
                </a:lnTo>
                <a:lnTo>
                  <a:pt x="4372" y="1426"/>
                </a:lnTo>
                <a:lnTo>
                  <a:pt x="6619" y="286"/>
                </a:lnTo>
                <a:close/>
              </a:path>
            </a:pathLst>
          </a:custGeom>
          <a:solidFill>
            <a:srgbClr val="C2D5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6" name="contour_11384"/>
          <p:cNvSpPr/>
          <p:nvPr/>
        </p:nvSpPr>
        <p:spPr>
          <a:xfrm>
            <a:off x="3783652" y="1792948"/>
            <a:ext cx="45360" cy="375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41" y="3085"/>
                </a:moveTo>
                <a:lnTo>
                  <a:pt x="20507" y="5697"/>
                </a:lnTo>
                <a:lnTo>
                  <a:pt x="21201" y="7629"/>
                </a:lnTo>
                <a:lnTo>
                  <a:pt x="21531" y="9461"/>
                </a:lnTo>
                <a:lnTo>
                  <a:pt x="21600" y="11770"/>
                </a:lnTo>
                <a:lnTo>
                  <a:pt x="21513" y="15136"/>
                </a:lnTo>
                <a:lnTo>
                  <a:pt x="20437" y="17039"/>
                </a:lnTo>
                <a:lnTo>
                  <a:pt x="19355" y="18955"/>
                </a:lnTo>
                <a:lnTo>
                  <a:pt x="18258" y="20900"/>
                </a:lnTo>
                <a:lnTo>
                  <a:pt x="15759" y="21298"/>
                </a:lnTo>
                <a:lnTo>
                  <a:pt x="13285" y="21525"/>
                </a:lnTo>
                <a:lnTo>
                  <a:pt x="10821" y="21600"/>
                </a:lnTo>
                <a:lnTo>
                  <a:pt x="8364" y="21558"/>
                </a:lnTo>
                <a:lnTo>
                  <a:pt x="5896" y="21407"/>
                </a:lnTo>
                <a:lnTo>
                  <a:pt x="3415" y="21181"/>
                </a:lnTo>
                <a:lnTo>
                  <a:pt x="906" y="20900"/>
                </a:lnTo>
                <a:lnTo>
                  <a:pt x="403" y="16113"/>
                </a:lnTo>
                <a:lnTo>
                  <a:pt x="101" y="12743"/>
                </a:lnTo>
                <a:lnTo>
                  <a:pt x="0" y="10324"/>
                </a:lnTo>
                <a:lnTo>
                  <a:pt x="101" y="8396"/>
                </a:lnTo>
                <a:lnTo>
                  <a:pt x="403" y="6485"/>
                </a:lnTo>
                <a:lnTo>
                  <a:pt x="906" y="4133"/>
                </a:lnTo>
                <a:lnTo>
                  <a:pt x="3231" y="2427"/>
                </a:lnTo>
                <a:lnTo>
                  <a:pt x="5518" y="1165"/>
                </a:lnTo>
                <a:lnTo>
                  <a:pt x="7784" y="356"/>
                </a:lnTo>
                <a:lnTo>
                  <a:pt x="10043" y="0"/>
                </a:lnTo>
                <a:lnTo>
                  <a:pt x="12313" y="92"/>
                </a:lnTo>
                <a:lnTo>
                  <a:pt x="14611" y="637"/>
                </a:lnTo>
                <a:lnTo>
                  <a:pt x="16946" y="1635"/>
                </a:lnTo>
                <a:lnTo>
                  <a:pt x="19341" y="3085"/>
                </a:lnTo>
                <a:close/>
              </a:path>
            </a:pathLst>
          </a:custGeom>
          <a:solidFill>
            <a:srgbClr val="8270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7" name="contour_11385"/>
          <p:cNvSpPr/>
          <p:nvPr/>
        </p:nvSpPr>
        <p:spPr>
          <a:xfrm>
            <a:off x="11044394" y="1792263"/>
            <a:ext cx="58304" cy="44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284"/>
                </a:moveTo>
                <a:lnTo>
                  <a:pt x="7225" y="32"/>
                </a:lnTo>
                <a:lnTo>
                  <a:pt x="8986" y="0"/>
                </a:lnTo>
                <a:lnTo>
                  <a:pt x="10692" y="174"/>
                </a:lnTo>
                <a:lnTo>
                  <a:pt x="12358" y="551"/>
                </a:lnTo>
                <a:lnTo>
                  <a:pt x="13997" y="1112"/>
                </a:lnTo>
                <a:lnTo>
                  <a:pt x="15625" y="1854"/>
                </a:lnTo>
                <a:lnTo>
                  <a:pt x="17256" y="2768"/>
                </a:lnTo>
                <a:lnTo>
                  <a:pt x="18900" y="3837"/>
                </a:lnTo>
                <a:lnTo>
                  <a:pt x="19570" y="5595"/>
                </a:lnTo>
                <a:lnTo>
                  <a:pt x="20239" y="7365"/>
                </a:lnTo>
                <a:lnTo>
                  <a:pt x="20917" y="9141"/>
                </a:lnTo>
                <a:lnTo>
                  <a:pt x="21600" y="10942"/>
                </a:lnTo>
                <a:lnTo>
                  <a:pt x="19691" y="10942"/>
                </a:lnTo>
                <a:lnTo>
                  <a:pt x="17780" y="10942"/>
                </a:lnTo>
                <a:lnTo>
                  <a:pt x="15862" y="10942"/>
                </a:lnTo>
                <a:lnTo>
                  <a:pt x="13937" y="10942"/>
                </a:lnTo>
                <a:lnTo>
                  <a:pt x="12004" y="10942"/>
                </a:lnTo>
                <a:lnTo>
                  <a:pt x="10060" y="10942"/>
                </a:lnTo>
                <a:lnTo>
                  <a:pt x="8100" y="10942"/>
                </a:lnTo>
                <a:lnTo>
                  <a:pt x="8100" y="13052"/>
                </a:lnTo>
                <a:lnTo>
                  <a:pt x="8100" y="15170"/>
                </a:lnTo>
                <a:lnTo>
                  <a:pt x="8100" y="17294"/>
                </a:lnTo>
                <a:lnTo>
                  <a:pt x="8100" y="19436"/>
                </a:lnTo>
                <a:lnTo>
                  <a:pt x="8100" y="21600"/>
                </a:lnTo>
                <a:lnTo>
                  <a:pt x="6496" y="20897"/>
                </a:lnTo>
                <a:lnTo>
                  <a:pt x="4887" y="20190"/>
                </a:lnTo>
                <a:lnTo>
                  <a:pt x="3272" y="19483"/>
                </a:lnTo>
                <a:lnTo>
                  <a:pt x="1644" y="18769"/>
                </a:lnTo>
                <a:lnTo>
                  <a:pt x="0" y="18047"/>
                </a:lnTo>
                <a:lnTo>
                  <a:pt x="437" y="15632"/>
                </a:lnTo>
                <a:lnTo>
                  <a:pt x="902" y="13283"/>
                </a:lnTo>
                <a:lnTo>
                  <a:pt x="1412" y="10992"/>
                </a:lnTo>
                <a:lnTo>
                  <a:pt x="1993" y="8761"/>
                </a:lnTo>
                <a:lnTo>
                  <a:pt x="2659" y="6576"/>
                </a:lnTo>
                <a:lnTo>
                  <a:pt x="3437" y="4441"/>
                </a:lnTo>
                <a:lnTo>
                  <a:pt x="4344" y="2345"/>
                </a:lnTo>
                <a:lnTo>
                  <a:pt x="5400" y="284"/>
                </a:lnTo>
                <a:close/>
              </a:path>
            </a:pathLst>
          </a:custGeom>
          <a:solidFill>
            <a:srgbClr val="D4D8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8" name="contour_11386"/>
          <p:cNvSpPr/>
          <p:nvPr/>
        </p:nvSpPr>
        <p:spPr>
          <a:xfrm>
            <a:off x="3928333" y="1770982"/>
            <a:ext cx="3213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2" y="0"/>
                </a:moveTo>
                <a:lnTo>
                  <a:pt x="14232" y="0"/>
                </a:lnTo>
                <a:lnTo>
                  <a:pt x="16701" y="0"/>
                </a:lnTo>
                <a:lnTo>
                  <a:pt x="17073" y="1644"/>
                </a:lnTo>
                <a:lnTo>
                  <a:pt x="17446" y="3290"/>
                </a:lnTo>
                <a:lnTo>
                  <a:pt x="17823" y="4937"/>
                </a:lnTo>
                <a:lnTo>
                  <a:pt x="18195" y="6586"/>
                </a:lnTo>
                <a:lnTo>
                  <a:pt x="18567" y="8237"/>
                </a:lnTo>
                <a:lnTo>
                  <a:pt x="18945" y="9890"/>
                </a:lnTo>
                <a:lnTo>
                  <a:pt x="19322" y="11549"/>
                </a:lnTo>
                <a:lnTo>
                  <a:pt x="19699" y="13210"/>
                </a:lnTo>
                <a:lnTo>
                  <a:pt x="20076" y="14875"/>
                </a:lnTo>
                <a:lnTo>
                  <a:pt x="20454" y="16548"/>
                </a:lnTo>
                <a:lnTo>
                  <a:pt x="20836" y="18226"/>
                </a:lnTo>
                <a:lnTo>
                  <a:pt x="21218" y="19908"/>
                </a:lnTo>
                <a:lnTo>
                  <a:pt x="21600" y="21600"/>
                </a:lnTo>
                <a:lnTo>
                  <a:pt x="18367" y="21204"/>
                </a:lnTo>
                <a:lnTo>
                  <a:pt x="15128" y="20808"/>
                </a:lnTo>
                <a:lnTo>
                  <a:pt x="11875" y="20410"/>
                </a:lnTo>
                <a:lnTo>
                  <a:pt x="8608" y="20009"/>
                </a:lnTo>
                <a:lnTo>
                  <a:pt x="5320" y="19606"/>
                </a:lnTo>
                <a:lnTo>
                  <a:pt x="2004" y="19200"/>
                </a:lnTo>
                <a:lnTo>
                  <a:pt x="828" y="17508"/>
                </a:lnTo>
                <a:lnTo>
                  <a:pt x="191" y="15816"/>
                </a:lnTo>
                <a:lnTo>
                  <a:pt x="0" y="14122"/>
                </a:lnTo>
                <a:lnTo>
                  <a:pt x="171" y="12420"/>
                </a:lnTo>
                <a:lnTo>
                  <a:pt x="622" y="10702"/>
                </a:lnTo>
                <a:lnTo>
                  <a:pt x="1259" y="8964"/>
                </a:lnTo>
                <a:lnTo>
                  <a:pt x="2004" y="7200"/>
                </a:lnTo>
                <a:lnTo>
                  <a:pt x="3331" y="5786"/>
                </a:lnTo>
                <a:lnTo>
                  <a:pt x="4703" y="4541"/>
                </a:lnTo>
                <a:lnTo>
                  <a:pt x="6178" y="3401"/>
                </a:lnTo>
                <a:lnTo>
                  <a:pt x="7814" y="2306"/>
                </a:lnTo>
                <a:lnTo>
                  <a:pt x="9666" y="1195"/>
                </a:lnTo>
                <a:lnTo>
                  <a:pt x="11802" y="0"/>
                </a:lnTo>
                <a:close/>
              </a:path>
            </a:pathLst>
          </a:custGeom>
          <a:solidFill>
            <a:srgbClr val="D8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89" name="contour_11387"/>
          <p:cNvSpPr/>
          <p:nvPr/>
        </p:nvSpPr>
        <p:spPr>
          <a:xfrm>
            <a:off x="10381187" y="1756406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0"/>
                </a:lnTo>
                <a:lnTo>
                  <a:pt x="3170" y="0"/>
                </a:lnTo>
                <a:lnTo>
                  <a:pt x="4764" y="0"/>
                </a:lnTo>
                <a:lnTo>
                  <a:pt x="6365" y="0"/>
                </a:lnTo>
                <a:lnTo>
                  <a:pt x="7975" y="0"/>
                </a:lnTo>
                <a:lnTo>
                  <a:pt x="9600" y="0"/>
                </a:lnTo>
                <a:lnTo>
                  <a:pt x="9600" y="2138"/>
                </a:lnTo>
                <a:lnTo>
                  <a:pt x="9600" y="4284"/>
                </a:lnTo>
                <a:lnTo>
                  <a:pt x="9600" y="6437"/>
                </a:lnTo>
                <a:lnTo>
                  <a:pt x="9600" y="8608"/>
                </a:lnTo>
                <a:lnTo>
                  <a:pt x="9600" y="10800"/>
                </a:lnTo>
                <a:lnTo>
                  <a:pt x="11297" y="10800"/>
                </a:lnTo>
                <a:lnTo>
                  <a:pt x="12996" y="10800"/>
                </a:lnTo>
                <a:lnTo>
                  <a:pt x="14700" y="10800"/>
                </a:lnTo>
                <a:lnTo>
                  <a:pt x="16411" y="10800"/>
                </a:lnTo>
                <a:lnTo>
                  <a:pt x="18130" y="10800"/>
                </a:lnTo>
                <a:lnTo>
                  <a:pt x="19858" y="10800"/>
                </a:lnTo>
                <a:lnTo>
                  <a:pt x="21600" y="10800"/>
                </a:lnTo>
                <a:lnTo>
                  <a:pt x="21005" y="12582"/>
                </a:lnTo>
                <a:lnTo>
                  <a:pt x="20410" y="14375"/>
                </a:lnTo>
                <a:lnTo>
                  <a:pt x="19807" y="16175"/>
                </a:lnTo>
                <a:lnTo>
                  <a:pt x="19200" y="18000"/>
                </a:lnTo>
                <a:lnTo>
                  <a:pt x="17518" y="18734"/>
                </a:lnTo>
                <a:lnTo>
                  <a:pt x="16294" y="19217"/>
                </a:lnTo>
                <a:lnTo>
                  <a:pt x="15175" y="19559"/>
                </a:lnTo>
                <a:lnTo>
                  <a:pt x="13812" y="19868"/>
                </a:lnTo>
                <a:lnTo>
                  <a:pt x="11851" y="20250"/>
                </a:lnTo>
                <a:lnTo>
                  <a:pt x="10534" y="20520"/>
                </a:lnTo>
                <a:lnTo>
                  <a:pt x="9209" y="20794"/>
                </a:lnTo>
                <a:lnTo>
                  <a:pt x="7865" y="21067"/>
                </a:lnTo>
                <a:lnTo>
                  <a:pt x="7104" y="21197"/>
                </a:lnTo>
                <a:lnTo>
                  <a:pt x="4800" y="21600"/>
                </a:lnTo>
                <a:lnTo>
                  <a:pt x="4884" y="19710"/>
                </a:lnTo>
                <a:lnTo>
                  <a:pt x="4968" y="17788"/>
                </a:lnTo>
                <a:lnTo>
                  <a:pt x="5033" y="15325"/>
                </a:lnTo>
                <a:lnTo>
                  <a:pt x="5100" y="12823"/>
                </a:lnTo>
                <a:lnTo>
                  <a:pt x="5184" y="10375"/>
                </a:lnTo>
                <a:lnTo>
                  <a:pt x="5268" y="7888"/>
                </a:lnTo>
                <a:lnTo>
                  <a:pt x="5035" y="5760"/>
                </a:lnTo>
                <a:lnTo>
                  <a:pt x="4800" y="3600"/>
                </a:lnTo>
                <a:lnTo>
                  <a:pt x="3365" y="2207"/>
                </a:lnTo>
                <a:lnTo>
                  <a:pt x="2386" y="1368"/>
                </a:lnTo>
                <a:lnTo>
                  <a:pt x="1414" y="745"/>
                </a:lnTo>
                <a:lnTo>
                  <a:pt x="0" y="0"/>
                </a:lnTo>
                <a:close/>
              </a:path>
            </a:pathLst>
          </a:custGeom>
          <a:solidFill>
            <a:srgbClr val="B49E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0" name="contour_11388"/>
          <p:cNvSpPr/>
          <p:nvPr/>
        </p:nvSpPr>
        <p:spPr>
          <a:xfrm>
            <a:off x="4294941" y="1756406"/>
            <a:ext cx="5178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2" y="0"/>
                </a:moveTo>
                <a:lnTo>
                  <a:pt x="2559" y="638"/>
                </a:lnTo>
                <a:lnTo>
                  <a:pt x="4417" y="1343"/>
                </a:lnTo>
                <a:lnTo>
                  <a:pt x="5982" y="2133"/>
                </a:lnTo>
                <a:lnTo>
                  <a:pt x="7338" y="3034"/>
                </a:lnTo>
                <a:lnTo>
                  <a:pt x="8563" y="4069"/>
                </a:lnTo>
                <a:lnTo>
                  <a:pt x="9742" y="5259"/>
                </a:lnTo>
                <a:lnTo>
                  <a:pt x="10961" y="6627"/>
                </a:lnTo>
                <a:lnTo>
                  <a:pt x="11943" y="7745"/>
                </a:lnTo>
                <a:lnTo>
                  <a:pt x="12934" y="8840"/>
                </a:lnTo>
                <a:lnTo>
                  <a:pt x="13940" y="9916"/>
                </a:lnTo>
                <a:lnTo>
                  <a:pt x="14970" y="10977"/>
                </a:lnTo>
                <a:lnTo>
                  <a:pt x="16034" y="12023"/>
                </a:lnTo>
                <a:lnTo>
                  <a:pt x="17141" y="13056"/>
                </a:lnTo>
                <a:lnTo>
                  <a:pt x="18296" y="14081"/>
                </a:lnTo>
                <a:lnTo>
                  <a:pt x="19509" y="15096"/>
                </a:lnTo>
                <a:lnTo>
                  <a:pt x="20199" y="15947"/>
                </a:lnTo>
                <a:lnTo>
                  <a:pt x="20895" y="16805"/>
                </a:lnTo>
                <a:lnTo>
                  <a:pt x="21600" y="17673"/>
                </a:lnTo>
                <a:lnTo>
                  <a:pt x="20010" y="19047"/>
                </a:lnTo>
                <a:lnTo>
                  <a:pt x="18846" y="19913"/>
                </a:lnTo>
                <a:lnTo>
                  <a:pt x="17539" y="20642"/>
                </a:lnTo>
                <a:lnTo>
                  <a:pt x="15521" y="21600"/>
                </a:lnTo>
                <a:lnTo>
                  <a:pt x="14372" y="20685"/>
                </a:lnTo>
                <a:lnTo>
                  <a:pt x="13229" y="19766"/>
                </a:lnTo>
                <a:lnTo>
                  <a:pt x="12092" y="18843"/>
                </a:lnTo>
                <a:lnTo>
                  <a:pt x="10961" y="17918"/>
                </a:lnTo>
                <a:lnTo>
                  <a:pt x="9687" y="16891"/>
                </a:lnTo>
                <a:lnTo>
                  <a:pt x="8396" y="15847"/>
                </a:lnTo>
                <a:lnTo>
                  <a:pt x="7423" y="14790"/>
                </a:lnTo>
                <a:lnTo>
                  <a:pt x="6833" y="13948"/>
                </a:lnTo>
                <a:lnTo>
                  <a:pt x="6529" y="13031"/>
                </a:lnTo>
                <a:lnTo>
                  <a:pt x="6417" y="11752"/>
                </a:lnTo>
                <a:lnTo>
                  <a:pt x="6402" y="9818"/>
                </a:lnTo>
                <a:lnTo>
                  <a:pt x="4894" y="9453"/>
                </a:lnTo>
                <a:lnTo>
                  <a:pt x="3362" y="9082"/>
                </a:lnTo>
                <a:lnTo>
                  <a:pt x="1854" y="8473"/>
                </a:lnTo>
                <a:lnTo>
                  <a:pt x="322" y="7855"/>
                </a:lnTo>
                <a:lnTo>
                  <a:pt x="100" y="6527"/>
                </a:lnTo>
                <a:lnTo>
                  <a:pt x="3" y="5229"/>
                </a:lnTo>
                <a:lnTo>
                  <a:pt x="0" y="3943"/>
                </a:lnTo>
                <a:lnTo>
                  <a:pt x="70" y="2655"/>
                </a:lnTo>
                <a:lnTo>
                  <a:pt x="185" y="1345"/>
                </a:lnTo>
                <a:lnTo>
                  <a:pt x="322" y="0"/>
                </a:lnTo>
                <a:close/>
              </a:path>
            </a:pathLst>
          </a:custGeom>
          <a:solidFill>
            <a:srgbClr val="D7F6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1" name="contour_11389"/>
          <p:cNvSpPr/>
          <p:nvPr/>
        </p:nvSpPr>
        <p:spPr>
          <a:xfrm>
            <a:off x="1781357" y="1770982"/>
            <a:ext cx="65592" cy="36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4" y="0"/>
                </a:lnTo>
                <a:lnTo>
                  <a:pt x="10370" y="0"/>
                </a:lnTo>
                <a:lnTo>
                  <a:pt x="11957" y="0"/>
                </a:lnTo>
                <a:lnTo>
                  <a:pt x="13548" y="0"/>
                </a:lnTo>
                <a:lnTo>
                  <a:pt x="15144" y="0"/>
                </a:lnTo>
                <a:lnTo>
                  <a:pt x="16747" y="0"/>
                </a:lnTo>
                <a:lnTo>
                  <a:pt x="18355" y="0"/>
                </a:lnTo>
                <a:lnTo>
                  <a:pt x="19973" y="0"/>
                </a:lnTo>
                <a:lnTo>
                  <a:pt x="21600" y="0"/>
                </a:lnTo>
                <a:lnTo>
                  <a:pt x="20669" y="2655"/>
                </a:lnTo>
                <a:lnTo>
                  <a:pt x="19728" y="5250"/>
                </a:lnTo>
                <a:lnTo>
                  <a:pt x="18770" y="7776"/>
                </a:lnTo>
                <a:lnTo>
                  <a:pt x="17779" y="10237"/>
                </a:lnTo>
                <a:lnTo>
                  <a:pt x="16747" y="12630"/>
                </a:lnTo>
                <a:lnTo>
                  <a:pt x="15665" y="14950"/>
                </a:lnTo>
                <a:lnTo>
                  <a:pt x="14520" y="17201"/>
                </a:lnTo>
                <a:lnTo>
                  <a:pt x="13301" y="19379"/>
                </a:lnTo>
                <a:lnTo>
                  <a:pt x="12000" y="21480"/>
                </a:lnTo>
                <a:lnTo>
                  <a:pt x="10378" y="21600"/>
                </a:lnTo>
                <a:lnTo>
                  <a:pt x="8827" y="21501"/>
                </a:lnTo>
                <a:lnTo>
                  <a:pt x="7330" y="21196"/>
                </a:lnTo>
                <a:lnTo>
                  <a:pt x="5866" y="20702"/>
                </a:lnTo>
                <a:lnTo>
                  <a:pt x="4418" y="20036"/>
                </a:lnTo>
                <a:lnTo>
                  <a:pt x="2971" y="19220"/>
                </a:lnTo>
                <a:lnTo>
                  <a:pt x="1505" y="18262"/>
                </a:lnTo>
                <a:lnTo>
                  <a:pt x="0" y="17184"/>
                </a:lnTo>
                <a:lnTo>
                  <a:pt x="1190" y="16741"/>
                </a:lnTo>
                <a:lnTo>
                  <a:pt x="2386" y="16295"/>
                </a:lnTo>
                <a:lnTo>
                  <a:pt x="3600" y="15843"/>
                </a:lnTo>
                <a:lnTo>
                  <a:pt x="4790" y="14868"/>
                </a:lnTo>
                <a:lnTo>
                  <a:pt x="5986" y="13884"/>
                </a:lnTo>
                <a:lnTo>
                  <a:pt x="7200" y="12888"/>
                </a:lnTo>
                <a:lnTo>
                  <a:pt x="7200" y="10336"/>
                </a:lnTo>
                <a:lnTo>
                  <a:pt x="7200" y="7776"/>
                </a:lnTo>
                <a:lnTo>
                  <a:pt x="7200" y="5207"/>
                </a:lnTo>
                <a:lnTo>
                  <a:pt x="7200" y="2616"/>
                </a:lnTo>
                <a:lnTo>
                  <a:pt x="7200" y="0"/>
                </a:lnTo>
                <a:close/>
              </a:path>
            </a:pathLst>
          </a:custGeom>
          <a:solidFill>
            <a:srgbClr val="8182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2" name="contour_11390"/>
          <p:cNvSpPr/>
          <p:nvPr/>
        </p:nvSpPr>
        <p:spPr>
          <a:xfrm>
            <a:off x="4630961" y="1705390"/>
            <a:ext cx="2476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76" y="535"/>
                </a:lnTo>
                <a:lnTo>
                  <a:pt x="7564" y="1072"/>
                </a:lnTo>
                <a:lnTo>
                  <a:pt x="11366" y="1609"/>
                </a:lnTo>
                <a:lnTo>
                  <a:pt x="15199" y="2152"/>
                </a:lnTo>
                <a:lnTo>
                  <a:pt x="19070" y="2700"/>
                </a:lnTo>
                <a:lnTo>
                  <a:pt x="20303" y="4547"/>
                </a:lnTo>
                <a:lnTo>
                  <a:pt x="21047" y="5891"/>
                </a:lnTo>
                <a:lnTo>
                  <a:pt x="21409" y="7123"/>
                </a:lnTo>
                <a:lnTo>
                  <a:pt x="21505" y="8629"/>
                </a:lnTo>
                <a:lnTo>
                  <a:pt x="21454" y="10800"/>
                </a:lnTo>
                <a:lnTo>
                  <a:pt x="21505" y="12250"/>
                </a:lnTo>
                <a:lnTo>
                  <a:pt x="21549" y="13708"/>
                </a:lnTo>
                <a:lnTo>
                  <a:pt x="21600" y="15188"/>
                </a:lnTo>
                <a:lnTo>
                  <a:pt x="20767" y="16413"/>
                </a:lnTo>
                <a:lnTo>
                  <a:pt x="19922" y="17647"/>
                </a:lnTo>
                <a:lnTo>
                  <a:pt x="19070" y="18900"/>
                </a:lnTo>
                <a:lnTo>
                  <a:pt x="15294" y="19435"/>
                </a:lnTo>
                <a:lnTo>
                  <a:pt x="11506" y="19972"/>
                </a:lnTo>
                <a:lnTo>
                  <a:pt x="7704" y="20509"/>
                </a:lnTo>
                <a:lnTo>
                  <a:pt x="3871" y="21052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749D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3" name="contour_11391"/>
          <p:cNvSpPr/>
          <p:nvPr/>
        </p:nvSpPr>
        <p:spPr>
          <a:xfrm>
            <a:off x="10672706" y="1690814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16" y="179"/>
                </a:lnTo>
                <a:lnTo>
                  <a:pt x="4530" y="398"/>
                </a:lnTo>
                <a:lnTo>
                  <a:pt x="6458" y="728"/>
                </a:lnTo>
                <a:lnTo>
                  <a:pt x="8325" y="1237"/>
                </a:lnTo>
                <a:lnTo>
                  <a:pt x="10245" y="2003"/>
                </a:lnTo>
                <a:lnTo>
                  <a:pt x="12343" y="3086"/>
                </a:lnTo>
                <a:lnTo>
                  <a:pt x="13475" y="4848"/>
                </a:lnTo>
                <a:lnTo>
                  <a:pt x="14549" y="6631"/>
                </a:lnTo>
                <a:lnTo>
                  <a:pt x="15561" y="8433"/>
                </a:lnTo>
                <a:lnTo>
                  <a:pt x="16527" y="10257"/>
                </a:lnTo>
                <a:lnTo>
                  <a:pt x="17447" y="12099"/>
                </a:lnTo>
                <a:lnTo>
                  <a:pt x="18329" y="13960"/>
                </a:lnTo>
                <a:lnTo>
                  <a:pt x="19178" y="15839"/>
                </a:lnTo>
                <a:lnTo>
                  <a:pt x="20005" y="17740"/>
                </a:lnTo>
                <a:lnTo>
                  <a:pt x="20807" y="19659"/>
                </a:lnTo>
                <a:lnTo>
                  <a:pt x="21600" y="21600"/>
                </a:lnTo>
                <a:lnTo>
                  <a:pt x="20668" y="21446"/>
                </a:lnTo>
                <a:lnTo>
                  <a:pt x="19813" y="21301"/>
                </a:lnTo>
                <a:lnTo>
                  <a:pt x="18878" y="21146"/>
                </a:lnTo>
                <a:lnTo>
                  <a:pt x="17712" y="20952"/>
                </a:lnTo>
                <a:lnTo>
                  <a:pt x="16163" y="20693"/>
                </a:lnTo>
                <a:lnTo>
                  <a:pt x="14077" y="20347"/>
                </a:lnTo>
                <a:lnTo>
                  <a:pt x="11306" y="19884"/>
                </a:lnTo>
                <a:lnTo>
                  <a:pt x="7693" y="19283"/>
                </a:lnTo>
                <a:lnTo>
                  <a:pt x="3086" y="18514"/>
                </a:lnTo>
                <a:lnTo>
                  <a:pt x="4613" y="17749"/>
                </a:lnTo>
                <a:lnTo>
                  <a:pt x="6150" y="16984"/>
                </a:lnTo>
                <a:lnTo>
                  <a:pt x="7693" y="16209"/>
                </a:lnTo>
                <a:lnTo>
                  <a:pt x="9257" y="15429"/>
                </a:lnTo>
                <a:lnTo>
                  <a:pt x="8251" y="14531"/>
                </a:lnTo>
                <a:lnTo>
                  <a:pt x="7233" y="13620"/>
                </a:lnTo>
                <a:lnTo>
                  <a:pt x="5940" y="12414"/>
                </a:lnTo>
                <a:lnTo>
                  <a:pt x="4629" y="11186"/>
                </a:lnTo>
                <a:lnTo>
                  <a:pt x="3981" y="10590"/>
                </a:lnTo>
                <a:lnTo>
                  <a:pt x="2024" y="8800"/>
                </a:lnTo>
                <a:lnTo>
                  <a:pt x="1037" y="7467"/>
                </a:lnTo>
                <a:lnTo>
                  <a:pt x="438" y="6344"/>
                </a:lnTo>
                <a:lnTo>
                  <a:pt x="130" y="5008"/>
                </a:lnTo>
                <a:lnTo>
                  <a:pt x="15" y="3033"/>
                </a:lnTo>
                <a:lnTo>
                  <a:pt x="0" y="0"/>
                </a:lnTo>
                <a:close/>
              </a:path>
            </a:pathLst>
          </a:custGeom>
          <a:solidFill>
            <a:srgbClr val="5152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4" name="contour_11392"/>
          <p:cNvSpPr/>
          <p:nvPr/>
        </p:nvSpPr>
        <p:spPr>
          <a:xfrm>
            <a:off x="672401" y="1726190"/>
            <a:ext cx="59485" cy="52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1"/>
                </a:moveTo>
                <a:lnTo>
                  <a:pt x="21052" y="2222"/>
                </a:lnTo>
                <a:lnTo>
                  <a:pt x="20594" y="3446"/>
                </a:lnTo>
                <a:lnTo>
                  <a:pt x="19978" y="4679"/>
                </a:lnTo>
                <a:lnTo>
                  <a:pt x="18954" y="6487"/>
                </a:lnTo>
                <a:lnTo>
                  <a:pt x="17048" y="6765"/>
                </a:lnTo>
                <a:lnTo>
                  <a:pt x="15169" y="6901"/>
                </a:lnTo>
                <a:lnTo>
                  <a:pt x="13301" y="6925"/>
                </a:lnTo>
                <a:lnTo>
                  <a:pt x="11435" y="6864"/>
                </a:lnTo>
                <a:lnTo>
                  <a:pt x="9559" y="6753"/>
                </a:lnTo>
                <a:lnTo>
                  <a:pt x="7659" y="6617"/>
                </a:lnTo>
                <a:lnTo>
                  <a:pt x="5722" y="6487"/>
                </a:lnTo>
                <a:lnTo>
                  <a:pt x="6050" y="8358"/>
                </a:lnTo>
                <a:lnTo>
                  <a:pt x="6378" y="10229"/>
                </a:lnTo>
                <a:lnTo>
                  <a:pt x="6706" y="12106"/>
                </a:lnTo>
                <a:lnTo>
                  <a:pt x="7034" y="13986"/>
                </a:lnTo>
                <a:lnTo>
                  <a:pt x="7365" y="15875"/>
                </a:lnTo>
                <a:lnTo>
                  <a:pt x="7698" y="17773"/>
                </a:lnTo>
                <a:lnTo>
                  <a:pt x="8032" y="19681"/>
                </a:lnTo>
                <a:lnTo>
                  <a:pt x="8368" y="21600"/>
                </a:lnTo>
                <a:lnTo>
                  <a:pt x="6796" y="21600"/>
                </a:lnTo>
                <a:lnTo>
                  <a:pt x="5219" y="21600"/>
                </a:lnTo>
                <a:lnTo>
                  <a:pt x="3636" y="21600"/>
                </a:lnTo>
                <a:lnTo>
                  <a:pt x="2040" y="21600"/>
                </a:lnTo>
                <a:lnTo>
                  <a:pt x="429" y="21600"/>
                </a:lnTo>
                <a:lnTo>
                  <a:pt x="288" y="19566"/>
                </a:lnTo>
                <a:lnTo>
                  <a:pt x="172" y="17547"/>
                </a:lnTo>
                <a:lnTo>
                  <a:pt x="79" y="15534"/>
                </a:lnTo>
                <a:lnTo>
                  <a:pt x="21" y="13529"/>
                </a:lnTo>
                <a:lnTo>
                  <a:pt x="0" y="11525"/>
                </a:lnTo>
                <a:lnTo>
                  <a:pt x="26" y="9521"/>
                </a:lnTo>
                <a:lnTo>
                  <a:pt x="101" y="7511"/>
                </a:lnTo>
                <a:lnTo>
                  <a:pt x="233" y="5492"/>
                </a:lnTo>
                <a:lnTo>
                  <a:pt x="429" y="3464"/>
                </a:lnTo>
                <a:lnTo>
                  <a:pt x="1913" y="2391"/>
                </a:lnTo>
                <a:lnTo>
                  <a:pt x="3499" y="1551"/>
                </a:lnTo>
                <a:lnTo>
                  <a:pt x="5171" y="925"/>
                </a:lnTo>
                <a:lnTo>
                  <a:pt x="6915" y="481"/>
                </a:lnTo>
                <a:lnTo>
                  <a:pt x="8715" y="196"/>
                </a:lnTo>
                <a:lnTo>
                  <a:pt x="10557" y="45"/>
                </a:lnTo>
                <a:lnTo>
                  <a:pt x="12422" y="0"/>
                </a:lnTo>
                <a:lnTo>
                  <a:pt x="14299" y="33"/>
                </a:lnTo>
                <a:lnTo>
                  <a:pt x="16172" y="118"/>
                </a:lnTo>
                <a:lnTo>
                  <a:pt x="18022" y="233"/>
                </a:lnTo>
                <a:lnTo>
                  <a:pt x="19837" y="351"/>
                </a:lnTo>
                <a:lnTo>
                  <a:pt x="21600" y="441"/>
                </a:lnTo>
                <a:close/>
              </a:path>
            </a:pathLst>
          </a:custGeom>
          <a:solidFill>
            <a:srgbClr val="72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5" name="contour_11393"/>
          <p:cNvSpPr/>
          <p:nvPr/>
        </p:nvSpPr>
        <p:spPr>
          <a:xfrm>
            <a:off x="4824771" y="1684218"/>
            <a:ext cx="68558" cy="50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31"/>
                </a:moveTo>
                <a:lnTo>
                  <a:pt x="20936" y="4695"/>
                </a:lnTo>
                <a:lnTo>
                  <a:pt x="20303" y="6366"/>
                </a:lnTo>
                <a:lnTo>
                  <a:pt x="19646" y="7899"/>
                </a:lnTo>
                <a:lnTo>
                  <a:pt x="18913" y="9344"/>
                </a:lnTo>
                <a:lnTo>
                  <a:pt x="18052" y="10767"/>
                </a:lnTo>
                <a:lnTo>
                  <a:pt x="17008" y="12215"/>
                </a:lnTo>
                <a:lnTo>
                  <a:pt x="15552" y="12763"/>
                </a:lnTo>
                <a:lnTo>
                  <a:pt x="14103" y="13223"/>
                </a:lnTo>
                <a:lnTo>
                  <a:pt x="12654" y="13617"/>
                </a:lnTo>
                <a:lnTo>
                  <a:pt x="11196" y="13958"/>
                </a:lnTo>
                <a:lnTo>
                  <a:pt x="9722" y="14268"/>
                </a:lnTo>
                <a:lnTo>
                  <a:pt x="8227" y="14562"/>
                </a:lnTo>
                <a:lnTo>
                  <a:pt x="6611" y="15165"/>
                </a:lnTo>
                <a:lnTo>
                  <a:pt x="5238" y="15969"/>
                </a:lnTo>
                <a:lnTo>
                  <a:pt x="4050" y="16995"/>
                </a:lnTo>
                <a:lnTo>
                  <a:pt x="2978" y="18262"/>
                </a:lnTo>
                <a:lnTo>
                  <a:pt x="1961" y="19789"/>
                </a:lnTo>
                <a:lnTo>
                  <a:pt x="935" y="21600"/>
                </a:lnTo>
                <a:lnTo>
                  <a:pt x="544" y="19248"/>
                </a:lnTo>
                <a:lnTo>
                  <a:pt x="241" y="17002"/>
                </a:lnTo>
                <a:lnTo>
                  <a:pt x="51" y="14815"/>
                </a:lnTo>
                <a:lnTo>
                  <a:pt x="0" y="12657"/>
                </a:lnTo>
                <a:lnTo>
                  <a:pt x="113" y="10486"/>
                </a:lnTo>
                <a:lnTo>
                  <a:pt x="416" y="8268"/>
                </a:lnTo>
                <a:lnTo>
                  <a:pt x="935" y="5959"/>
                </a:lnTo>
                <a:lnTo>
                  <a:pt x="2388" y="4911"/>
                </a:lnTo>
                <a:lnTo>
                  <a:pt x="3906" y="3891"/>
                </a:lnTo>
                <a:lnTo>
                  <a:pt x="5474" y="2931"/>
                </a:lnTo>
                <a:lnTo>
                  <a:pt x="7086" y="2058"/>
                </a:lnTo>
                <a:lnTo>
                  <a:pt x="8725" y="1301"/>
                </a:lnTo>
                <a:lnTo>
                  <a:pt x="10386" y="688"/>
                </a:lnTo>
                <a:lnTo>
                  <a:pt x="12053" y="250"/>
                </a:lnTo>
                <a:lnTo>
                  <a:pt x="13715" y="9"/>
                </a:lnTo>
                <a:lnTo>
                  <a:pt x="15366" y="0"/>
                </a:lnTo>
                <a:lnTo>
                  <a:pt x="16989" y="250"/>
                </a:lnTo>
                <a:lnTo>
                  <a:pt x="18578" y="785"/>
                </a:lnTo>
                <a:lnTo>
                  <a:pt x="20119" y="1636"/>
                </a:lnTo>
                <a:lnTo>
                  <a:pt x="21600" y="2831"/>
                </a:lnTo>
                <a:close/>
              </a:path>
            </a:pathLst>
          </a:custGeom>
          <a:solidFill>
            <a:srgbClr val="D3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6" name="contour_11394"/>
          <p:cNvSpPr/>
          <p:nvPr/>
        </p:nvSpPr>
        <p:spPr>
          <a:xfrm>
            <a:off x="8442581" y="1683526"/>
            <a:ext cx="43262" cy="45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55" y="0"/>
                </a:moveTo>
                <a:lnTo>
                  <a:pt x="17001" y="2911"/>
                </a:lnTo>
                <a:lnTo>
                  <a:pt x="18831" y="5194"/>
                </a:lnTo>
                <a:lnTo>
                  <a:pt x="20123" y="7037"/>
                </a:lnTo>
                <a:lnTo>
                  <a:pt x="20963" y="8629"/>
                </a:lnTo>
                <a:lnTo>
                  <a:pt x="21429" y="10168"/>
                </a:lnTo>
                <a:lnTo>
                  <a:pt x="21600" y="11840"/>
                </a:lnTo>
                <a:lnTo>
                  <a:pt x="21556" y="13844"/>
                </a:lnTo>
                <a:lnTo>
                  <a:pt x="21378" y="16364"/>
                </a:lnTo>
                <a:lnTo>
                  <a:pt x="19486" y="19020"/>
                </a:lnTo>
                <a:lnTo>
                  <a:pt x="18169" y="20452"/>
                </a:lnTo>
                <a:lnTo>
                  <a:pt x="16815" y="21150"/>
                </a:lnTo>
                <a:lnTo>
                  <a:pt x="14810" y="21600"/>
                </a:lnTo>
                <a:lnTo>
                  <a:pt x="12558" y="21572"/>
                </a:lnTo>
                <a:lnTo>
                  <a:pt x="10327" y="21485"/>
                </a:lnTo>
                <a:lnTo>
                  <a:pt x="8104" y="21349"/>
                </a:lnTo>
                <a:lnTo>
                  <a:pt x="5880" y="21167"/>
                </a:lnTo>
                <a:lnTo>
                  <a:pt x="3639" y="20944"/>
                </a:lnTo>
                <a:lnTo>
                  <a:pt x="1834" y="20944"/>
                </a:lnTo>
                <a:lnTo>
                  <a:pt x="0" y="20944"/>
                </a:lnTo>
                <a:lnTo>
                  <a:pt x="0" y="18476"/>
                </a:lnTo>
                <a:lnTo>
                  <a:pt x="0" y="16005"/>
                </a:lnTo>
                <a:lnTo>
                  <a:pt x="0" y="13526"/>
                </a:lnTo>
                <a:lnTo>
                  <a:pt x="0" y="11037"/>
                </a:lnTo>
                <a:lnTo>
                  <a:pt x="0" y="8538"/>
                </a:lnTo>
                <a:lnTo>
                  <a:pt x="0" y="6025"/>
                </a:lnTo>
                <a:lnTo>
                  <a:pt x="0" y="3491"/>
                </a:lnTo>
                <a:lnTo>
                  <a:pt x="2402" y="4067"/>
                </a:lnTo>
                <a:lnTo>
                  <a:pt x="4807" y="4643"/>
                </a:lnTo>
                <a:lnTo>
                  <a:pt x="7223" y="5222"/>
                </a:lnTo>
                <a:lnTo>
                  <a:pt x="9650" y="5805"/>
                </a:lnTo>
                <a:lnTo>
                  <a:pt x="12092" y="6391"/>
                </a:lnTo>
                <a:lnTo>
                  <a:pt x="14555" y="6981"/>
                </a:lnTo>
                <a:lnTo>
                  <a:pt x="14555" y="4674"/>
                </a:lnTo>
                <a:lnTo>
                  <a:pt x="14555" y="2353"/>
                </a:lnTo>
                <a:lnTo>
                  <a:pt x="14555" y="0"/>
                </a:lnTo>
                <a:close/>
              </a:path>
            </a:pathLst>
          </a:custGeom>
          <a:solidFill>
            <a:srgbClr val="746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7" name="contour_11395"/>
          <p:cNvSpPr/>
          <p:nvPr/>
        </p:nvSpPr>
        <p:spPr>
          <a:xfrm>
            <a:off x="5658568" y="1647086"/>
            <a:ext cx="24510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23" y="0"/>
                </a:moveTo>
                <a:lnTo>
                  <a:pt x="10411" y="1683"/>
                </a:lnTo>
                <a:lnTo>
                  <a:pt x="13610" y="3065"/>
                </a:lnTo>
                <a:lnTo>
                  <a:pt x="16096" y="4217"/>
                </a:lnTo>
                <a:lnTo>
                  <a:pt x="17971" y="5211"/>
                </a:lnTo>
                <a:lnTo>
                  <a:pt x="19320" y="6118"/>
                </a:lnTo>
                <a:lnTo>
                  <a:pt x="20232" y="7007"/>
                </a:lnTo>
                <a:lnTo>
                  <a:pt x="20791" y="7951"/>
                </a:lnTo>
                <a:lnTo>
                  <a:pt x="21093" y="9018"/>
                </a:lnTo>
                <a:lnTo>
                  <a:pt x="21221" y="10282"/>
                </a:lnTo>
                <a:lnTo>
                  <a:pt x="21272" y="11812"/>
                </a:lnTo>
                <a:lnTo>
                  <a:pt x="21382" y="12892"/>
                </a:lnTo>
                <a:lnTo>
                  <a:pt x="21491" y="13981"/>
                </a:lnTo>
                <a:lnTo>
                  <a:pt x="21600" y="15082"/>
                </a:lnTo>
                <a:lnTo>
                  <a:pt x="20682" y="16173"/>
                </a:lnTo>
                <a:lnTo>
                  <a:pt x="19667" y="17021"/>
                </a:lnTo>
                <a:lnTo>
                  <a:pt x="18189" y="17739"/>
                </a:lnTo>
                <a:lnTo>
                  <a:pt x="15858" y="18443"/>
                </a:lnTo>
                <a:lnTo>
                  <a:pt x="12300" y="19244"/>
                </a:lnTo>
                <a:lnTo>
                  <a:pt x="7142" y="20259"/>
                </a:lnTo>
                <a:lnTo>
                  <a:pt x="0" y="21600"/>
                </a:lnTo>
                <a:lnTo>
                  <a:pt x="373" y="20342"/>
                </a:lnTo>
                <a:lnTo>
                  <a:pt x="745" y="19084"/>
                </a:lnTo>
                <a:lnTo>
                  <a:pt x="1124" y="17825"/>
                </a:lnTo>
                <a:lnTo>
                  <a:pt x="1497" y="16565"/>
                </a:lnTo>
                <a:lnTo>
                  <a:pt x="1869" y="15305"/>
                </a:lnTo>
                <a:lnTo>
                  <a:pt x="2248" y="14044"/>
                </a:lnTo>
                <a:lnTo>
                  <a:pt x="2621" y="12780"/>
                </a:lnTo>
                <a:lnTo>
                  <a:pt x="2999" y="11515"/>
                </a:lnTo>
                <a:lnTo>
                  <a:pt x="3378" y="10247"/>
                </a:lnTo>
                <a:lnTo>
                  <a:pt x="3751" y="8977"/>
                </a:lnTo>
                <a:lnTo>
                  <a:pt x="4130" y="7704"/>
                </a:lnTo>
                <a:lnTo>
                  <a:pt x="4509" y="6430"/>
                </a:lnTo>
                <a:lnTo>
                  <a:pt x="4894" y="5152"/>
                </a:lnTo>
                <a:lnTo>
                  <a:pt x="5273" y="3868"/>
                </a:lnTo>
                <a:lnTo>
                  <a:pt x="5652" y="2583"/>
                </a:lnTo>
                <a:lnTo>
                  <a:pt x="6037" y="1294"/>
                </a:lnTo>
                <a:lnTo>
                  <a:pt x="6423" y="0"/>
                </a:lnTo>
                <a:close/>
              </a:path>
            </a:pathLst>
          </a:custGeom>
          <a:solidFill>
            <a:srgbClr val="CAD1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8" name="contour_11396"/>
          <p:cNvSpPr/>
          <p:nvPr/>
        </p:nvSpPr>
        <p:spPr>
          <a:xfrm>
            <a:off x="8238517" y="1633698"/>
            <a:ext cx="36440" cy="454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734"/>
                </a:moveTo>
                <a:lnTo>
                  <a:pt x="17621" y="1446"/>
                </a:lnTo>
                <a:lnTo>
                  <a:pt x="19600" y="2166"/>
                </a:lnTo>
                <a:lnTo>
                  <a:pt x="21600" y="2896"/>
                </a:lnTo>
                <a:lnTo>
                  <a:pt x="21298" y="5125"/>
                </a:lnTo>
                <a:lnTo>
                  <a:pt x="20965" y="7326"/>
                </a:lnTo>
                <a:lnTo>
                  <a:pt x="20580" y="9506"/>
                </a:lnTo>
                <a:lnTo>
                  <a:pt x="20131" y="11669"/>
                </a:lnTo>
                <a:lnTo>
                  <a:pt x="19591" y="13817"/>
                </a:lnTo>
                <a:lnTo>
                  <a:pt x="18948" y="15953"/>
                </a:lnTo>
                <a:lnTo>
                  <a:pt x="18183" y="18077"/>
                </a:lnTo>
                <a:lnTo>
                  <a:pt x="17280" y="20199"/>
                </a:lnTo>
                <a:lnTo>
                  <a:pt x="14066" y="21133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133"/>
                </a:lnTo>
                <a:lnTo>
                  <a:pt x="4320" y="20199"/>
                </a:lnTo>
                <a:lnTo>
                  <a:pt x="2864" y="17970"/>
                </a:lnTo>
                <a:lnTo>
                  <a:pt x="1741" y="15762"/>
                </a:lnTo>
                <a:lnTo>
                  <a:pt x="924" y="13534"/>
                </a:lnTo>
                <a:lnTo>
                  <a:pt x="384" y="11250"/>
                </a:lnTo>
                <a:lnTo>
                  <a:pt x="82" y="8869"/>
                </a:lnTo>
                <a:lnTo>
                  <a:pt x="0" y="6357"/>
                </a:lnTo>
                <a:lnTo>
                  <a:pt x="2130" y="3575"/>
                </a:lnTo>
                <a:lnTo>
                  <a:pt x="4078" y="1644"/>
                </a:lnTo>
                <a:lnTo>
                  <a:pt x="6130" y="481"/>
                </a:lnTo>
                <a:lnTo>
                  <a:pt x="8558" y="0"/>
                </a:lnTo>
                <a:lnTo>
                  <a:pt x="11642" y="114"/>
                </a:lnTo>
                <a:lnTo>
                  <a:pt x="15660" y="734"/>
                </a:lnTo>
                <a:close/>
              </a:path>
            </a:pathLst>
          </a:custGeom>
          <a:solidFill>
            <a:srgbClr val="F7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399" name="contour_11397"/>
          <p:cNvSpPr/>
          <p:nvPr/>
        </p:nvSpPr>
        <p:spPr>
          <a:xfrm>
            <a:off x="5680432" y="1610646"/>
            <a:ext cx="29159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99" y="0"/>
                </a:moveTo>
                <a:lnTo>
                  <a:pt x="8508" y="770"/>
                </a:lnTo>
                <a:lnTo>
                  <a:pt x="11121" y="1551"/>
                </a:lnTo>
                <a:lnTo>
                  <a:pt x="13275" y="2347"/>
                </a:lnTo>
                <a:lnTo>
                  <a:pt x="15041" y="3167"/>
                </a:lnTo>
                <a:lnTo>
                  <a:pt x="16455" y="4022"/>
                </a:lnTo>
                <a:lnTo>
                  <a:pt x="17583" y="4917"/>
                </a:lnTo>
                <a:lnTo>
                  <a:pt x="18469" y="5861"/>
                </a:lnTo>
                <a:lnTo>
                  <a:pt x="19176" y="6863"/>
                </a:lnTo>
                <a:lnTo>
                  <a:pt x="19748" y="7927"/>
                </a:lnTo>
                <a:lnTo>
                  <a:pt x="20245" y="9064"/>
                </a:lnTo>
                <a:lnTo>
                  <a:pt x="20693" y="9851"/>
                </a:lnTo>
                <a:lnTo>
                  <a:pt x="21152" y="10649"/>
                </a:lnTo>
                <a:lnTo>
                  <a:pt x="21524" y="11809"/>
                </a:lnTo>
                <a:lnTo>
                  <a:pt x="21600" y="12903"/>
                </a:lnTo>
                <a:lnTo>
                  <a:pt x="21389" y="13943"/>
                </a:lnTo>
                <a:lnTo>
                  <a:pt x="20904" y="14938"/>
                </a:lnTo>
                <a:lnTo>
                  <a:pt x="20153" y="15901"/>
                </a:lnTo>
                <a:lnTo>
                  <a:pt x="19154" y="16842"/>
                </a:lnTo>
                <a:lnTo>
                  <a:pt x="17913" y="17772"/>
                </a:lnTo>
                <a:lnTo>
                  <a:pt x="16444" y="18701"/>
                </a:lnTo>
                <a:lnTo>
                  <a:pt x="14765" y="19642"/>
                </a:lnTo>
                <a:lnTo>
                  <a:pt x="12876" y="20605"/>
                </a:lnTo>
                <a:lnTo>
                  <a:pt x="10797" y="21600"/>
                </a:lnTo>
                <a:lnTo>
                  <a:pt x="10468" y="20668"/>
                </a:lnTo>
                <a:lnTo>
                  <a:pt x="10139" y="19730"/>
                </a:lnTo>
                <a:lnTo>
                  <a:pt x="9804" y="18780"/>
                </a:lnTo>
                <a:lnTo>
                  <a:pt x="9464" y="17846"/>
                </a:lnTo>
                <a:lnTo>
                  <a:pt x="9118" y="16911"/>
                </a:lnTo>
                <a:lnTo>
                  <a:pt x="8778" y="15976"/>
                </a:lnTo>
                <a:lnTo>
                  <a:pt x="8433" y="15043"/>
                </a:lnTo>
                <a:lnTo>
                  <a:pt x="8114" y="14125"/>
                </a:lnTo>
                <a:lnTo>
                  <a:pt x="7790" y="13193"/>
                </a:lnTo>
                <a:lnTo>
                  <a:pt x="7391" y="12176"/>
                </a:lnTo>
                <a:lnTo>
                  <a:pt x="6959" y="11172"/>
                </a:lnTo>
                <a:lnTo>
                  <a:pt x="6478" y="10175"/>
                </a:lnTo>
                <a:lnTo>
                  <a:pt x="5939" y="9186"/>
                </a:lnTo>
                <a:lnTo>
                  <a:pt x="5345" y="8203"/>
                </a:lnTo>
                <a:lnTo>
                  <a:pt x="4675" y="7221"/>
                </a:lnTo>
                <a:lnTo>
                  <a:pt x="3930" y="6239"/>
                </a:lnTo>
                <a:lnTo>
                  <a:pt x="3099" y="5255"/>
                </a:lnTo>
                <a:lnTo>
                  <a:pt x="2170" y="4268"/>
                </a:lnTo>
                <a:lnTo>
                  <a:pt x="1458" y="3367"/>
                </a:lnTo>
                <a:lnTo>
                  <a:pt x="734" y="2461"/>
                </a:lnTo>
                <a:lnTo>
                  <a:pt x="0" y="1543"/>
                </a:lnTo>
                <a:lnTo>
                  <a:pt x="2678" y="778"/>
                </a:lnTo>
                <a:lnTo>
                  <a:pt x="5399" y="0"/>
                </a:lnTo>
                <a:close/>
              </a:path>
            </a:pathLst>
          </a:custGeom>
          <a:solidFill>
            <a:srgbClr val="C2CA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0" name="contour_11398"/>
          <p:cNvSpPr/>
          <p:nvPr/>
        </p:nvSpPr>
        <p:spPr>
          <a:xfrm>
            <a:off x="1271197" y="158878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873"/>
                </a:lnTo>
                <a:lnTo>
                  <a:pt x="11275" y="1747"/>
                </a:lnTo>
                <a:lnTo>
                  <a:pt x="13320" y="2623"/>
                </a:lnTo>
                <a:lnTo>
                  <a:pt x="15372" y="3502"/>
                </a:lnTo>
                <a:lnTo>
                  <a:pt x="17435" y="4388"/>
                </a:lnTo>
                <a:lnTo>
                  <a:pt x="19508" y="5277"/>
                </a:lnTo>
                <a:lnTo>
                  <a:pt x="21600" y="6171"/>
                </a:lnTo>
                <a:lnTo>
                  <a:pt x="21247" y="8282"/>
                </a:lnTo>
                <a:lnTo>
                  <a:pt x="20884" y="9819"/>
                </a:lnTo>
                <a:lnTo>
                  <a:pt x="20336" y="11226"/>
                </a:lnTo>
                <a:lnTo>
                  <a:pt x="19433" y="12948"/>
                </a:lnTo>
                <a:lnTo>
                  <a:pt x="18000" y="15429"/>
                </a:lnTo>
                <a:lnTo>
                  <a:pt x="15804" y="16407"/>
                </a:lnTo>
                <a:lnTo>
                  <a:pt x="13612" y="17295"/>
                </a:lnTo>
                <a:lnTo>
                  <a:pt x="11412" y="18107"/>
                </a:lnTo>
                <a:lnTo>
                  <a:pt x="9194" y="18860"/>
                </a:lnTo>
                <a:lnTo>
                  <a:pt x="6955" y="19570"/>
                </a:lnTo>
                <a:lnTo>
                  <a:pt x="4684" y="20252"/>
                </a:lnTo>
                <a:lnTo>
                  <a:pt x="2365" y="20924"/>
                </a:lnTo>
                <a:lnTo>
                  <a:pt x="0" y="21600"/>
                </a:lnTo>
                <a:lnTo>
                  <a:pt x="648" y="19656"/>
                </a:lnTo>
                <a:lnTo>
                  <a:pt x="1296" y="17712"/>
                </a:lnTo>
                <a:lnTo>
                  <a:pt x="1944" y="15765"/>
                </a:lnTo>
                <a:lnTo>
                  <a:pt x="2596" y="13815"/>
                </a:lnTo>
                <a:lnTo>
                  <a:pt x="3247" y="11858"/>
                </a:lnTo>
                <a:lnTo>
                  <a:pt x="3899" y="9902"/>
                </a:lnTo>
                <a:lnTo>
                  <a:pt x="4554" y="7936"/>
                </a:lnTo>
                <a:lnTo>
                  <a:pt x="5213" y="5965"/>
                </a:lnTo>
                <a:lnTo>
                  <a:pt x="5872" y="3987"/>
                </a:lnTo>
                <a:lnTo>
                  <a:pt x="6534" y="1996"/>
                </a:lnTo>
                <a:lnTo>
                  <a:pt x="7200" y="0"/>
                </a:lnTo>
                <a:close/>
              </a:path>
            </a:pathLst>
          </a:custGeom>
          <a:solidFill>
            <a:srgbClr val="29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1" name="contour_11399"/>
          <p:cNvSpPr/>
          <p:nvPr/>
        </p:nvSpPr>
        <p:spPr>
          <a:xfrm>
            <a:off x="11231047" y="1559630"/>
            <a:ext cx="3145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61" y="0"/>
                </a:moveTo>
                <a:lnTo>
                  <a:pt x="18948" y="1410"/>
                </a:lnTo>
                <a:lnTo>
                  <a:pt x="20324" y="2821"/>
                </a:lnTo>
                <a:lnTo>
                  <a:pt x="21170" y="4240"/>
                </a:lnTo>
                <a:lnTo>
                  <a:pt x="21565" y="5672"/>
                </a:lnTo>
                <a:lnTo>
                  <a:pt x="21600" y="7124"/>
                </a:lnTo>
                <a:lnTo>
                  <a:pt x="21360" y="8599"/>
                </a:lnTo>
                <a:lnTo>
                  <a:pt x="20914" y="10104"/>
                </a:lnTo>
                <a:lnTo>
                  <a:pt x="20359" y="11647"/>
                </a:lnTo>
                <a:lnTo>
                  <a:pt x="19773" y="13230"/>
                </a:lnTo>
                <a:lnTo>
                  <a:pt x="19383" y="14440"/>
                </a:lnTo>
                <a:lnTo>
                  <a:pt x="18983" y="15669"/>
                </a:lnTo>
                <a:lnTo>
                  <a:pt x="18492" y="17153"/>
                </a:lnTo>
                <a:lnTo>
                  <a:pt x="17987" y="18634"/>
                </a:lnTo>
                <a:lnTo>
                  <a:pt x="17476" y="20118"/>
                </a:lnTo>
                <a:lnTo>
                  <a:pt x="16961" y="21600"/>
                </a:lnTo>
                <a:lnTo>
                  <a:pt x="13292" y="21250"/>
                </a:lnTo>
                <a:lnTo>
                  <a:pt x="10680" y="20965"/>
                </a:lnTo>
                <a:lnTo>
                  <a:pt x="8398" y="20637"/>
                </a:lnTo>
                <a:lnTo>
                  <a:pt x="5725" y="20161"/>
                </a:lnTo>
                <a:lnTo>
                  <a:pt x="1947" y="19440"/>
                </a:lnTo>
                <a:lnTo>
                  <a:pt x="1071" y="17997"/>
                </a:lnTo>
                <a:lnTo>
                  <a:pt x="470" y="16563"/>
                </a:lnTo>
                <a:lnTo>
                  <a:pt x="120" y="15133"/>
                </a:lnTo>
                <a:lnTo>
                  <a:pt x="0" y="13703"/>
                </a:lnTo>
                <a:lnTo>
                  <a:pt x="80" y="12273"/>
                </a:lnTo>
                <a:lnTo>
                  <a:pt x="340" y="10839"/>
                </a:lnTo>
                <a:lnTo>
                  <a:pt x="756" y="9396"/>
                </a:lnTo>
                <a:lnTo>
                  <a:pt x="1296" y="7944"/>
                </a:lnTo>
                <a:lnTo>
                  <a:pt x="1947" y="6480"/>
                </a:lnTo>
                <a:lnTo>
                  <a:pt x="4124" y="5121"/>
                </a:lnTo>
                <a:lnTo>
                  <a:pt x="6316" y="3961"/>
                </a:lnTo>
                <a:lnTo>
                  <a:pt x="8613" y="2935"/>
                </a:lnTo>
                <a:lnTo>
                  <a:pt x="11095" y="1976"/>
                </a:lnTo>
                <a:lnTo>
                  <a:pt x="13853" y="1020"/>
                </a:lnTo>
                <a:lnTo>
                  <a:pt x="16961" y="0"/>
                </a:lnTo>
                <a:close/>
              </a:path>
            </a:pathLst>
          </a:custGeom>
          <a:solidFill>
            <a:srgbClr val="E9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2" name="contour_11400"/>
          <p:cNvSpPr/>
          <p:nvPr/>
        </p:nvSpPr>
        <p:spPr>
          <a:xfrm>
            <a:off x="8405208" y="1602841"/>
            <a:ext cx="39778" cy="369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94" y="302"/>
                </a:moveTo>
                <a:lnTo>
                  <a:pt x="21018" y="5226"/>
                </a:lnTo>
                <a:lnTo>
                  <a:pt x="21454" y="8689"/>
                </a:lnTo>
                <a:lnTo>
                  <a:pt x="21600" y="11156"/>
                </a:lnTo>
                <a:lnTo>
                  <a:pt x="21454" y="13107"/>
                </a:lnTo>
                <a:lnTo>
                  <a:pt x="21018" y="15011"/>
                </a:lnTo>
                <a:lnTo>
                  <a:pt x="20294" y="17340"/>
                </a:lnTo>
                <a:lnTo>
                  <a:pt x="17888" y="18371"/>
                </a:lnTo>
                <a:lnTo>
                  <a:pt x="15474" y="19210"/>
                </a:lnTo>
                <a:lnTo>
                  <a:pt x="13048" y="19879"/>
                </a:lnTo>
                <a:lnTo>
                  <a:pt x="10602" y="20407"/>
                </a:lnTo>
                <a:lnTo>
                  <a:pt x="8129" y="20816"/>
                </a:lnTo>
                <a:lnTo>
                  <a:pt x="5628" y="21136"/>
                </a:lnTo>
                <a:lnTo>
                  <a:pt x="3091" y="21387"/>
                </a:lnTo>
                <a:lnTo>
                  <a:pt x="507" y="21600"/>
                </a:lnTo>
                <a:lnTo>
                  <a:pt x="226" y="16821"/>
                </a:lnTo>
                <a:lnTo>
                  <a:pt x="55" y="13447"/>
                </a:lnTo>
                <a:lnTo>
                  <a:pt x="0" y="11007"/>
                </a:lnTo>
                <a:lnTo>
                  <a:pt x="55" y="9030"/>
                </a:lnTo>
                <a:lnTo>
                  <a:pt x="226" y="7037"/>
                </a:lnTo>
                <a:lnTo>
                  <a:pt x="507" y="4562"/>
                </a:lnTo>
                <a:lnTo>
                  <a:pt x="2683" y="2743"/>
                </a:lnTo>
                <a:lnTo>
                  <a:pt x="4955" y="1461"/>
                </a:lnTo>
                <a:lnTo>
                  <a:pt x="7309" y="635"/>
                </a:lnTo>
                <a:lnTo>
                  <a:pt x="9747" y="179"/>
                </a:lnTo>
                <a:lnTo>
                  <a:pt x="12268" y="0"/>
                </a:lnTo>
                <a:lnTo>
                  <a:pt x="14868" y="21"/>
                </a:lnTo>
                <a:lnTo>
                  <a:pt x="17544" y="149"/>
                </a:lnTo>
                <a:lnTo>
                  <a:pt x="20294" y="302"/>
                </a:lnTo>
                <a:close/>
              </a:path>
            </a:pathLst>
          </a:custGeom>
          <a:solidFill>
            <a:srgbClr val="E5E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3" name="contour_11401"/>
          <p:cNvSpPr/>
          <p:nvPr/>
        </p:nvSpPr>
        <p:spPr>
          <a:xfrm>
            <a:off x="5789504" y="1559630"/>
            <a:ext cx="22112" cy="10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61" y="0"/>
                </a:moveTo>
                <a:lnTo>
                  <a:pt x="10793" y="761"/>
                </a:lnTo>
                <a:lnTo>
                  <a:pt x="13641" y="1447"/>
                </a:lnTo>
                <a:lnTo>
                  <a:pt x="16018" y="2120"/>
                </a:lnTo>
                <a:lnTo>
                  <a:pt x="18055" y="2834"/>
                </a:lnTo>
                <a:lnTo>
                  <a:pt x="19877" y="3652"/>
                </a:lnTo>
                <a:lnTo>
                  <a:pt x="21600" y="4629"/>
                </a:lnTo>
                <a:lnTo>
                  <a:pt x="21465" y="5786"/>
                </a:lnTo>
                <a:lnTo>
                  <a:pt x="21187" y="6926"/>
                </a:lnTo>
                <a:lnTo>
                  <a:pt x="20760" y="8051"/>
                </a:lnTo>
                <a:lnTo>
                  <a:pt x="20183" y="9158"/>
                </a:lnTo>
                <a:lnTo>
                  <a:pt x="19457" y="10252"/>
                </a:lnTo>
                <a:lnTo>
                  <a:pt x="18574" y="11331"/>
                </a:lnTo>
                <a:lnTo>
                  <a:pt x="17521" y="12398"/>
                </a:lnTo>
                <a:lnTo>
                  <a:pt x="16310" y="13454"/>
                </a:lnTo>
                <a:lnTo>
                  <a:pt x="14929" y="14498"/>
                </a:lnTo>
                <a:lnTo>
                  <a:pt x="13377" y="15533"/>
                </a:lnTo>
                <a:lnTo>
                  <a:pt x="11647" y="16561"/>
                </a:lnTo>
                <a:lnTo>
                  <a:pt x="9739" y="17579"/>
                </a:lnTo>
                <a:lnTo>
                  <a:pt x="7653" y="18593"/>
                </a:lnTo>
                <a:lnTo>
                  <a:pt x="5375" y="19599"/>
                </a:lnTo>
                <a:lnTo>
                  <a:pt x="2905" y="20602"/>
                </a:lnTo>
                <a:lnTo>
                  <a:pt x="242" y="21600"/>
                </a:lnTo>
                <a:lnTo>
                  <a:pt x="135" y="20495"/>
                </a:lnTo>
                <a:lnTo>
                  <a:pt x="64" y="19397"/>
                </a:lnTo>
                <a:lnTo>
                  <a:pt x="14" y="18304"/>
                </a:lnTo>
                <a:lnTo>
                  <a:pt x="0" y="17217"/>
                </a:lnTo>
                <a:lnTo>
                  <a:pt x="28" y="16132"/>
                </a:lnTo>
                <a:lnTo>
                  <a:pt x="93" y="15052"/>
                </a:lnTo>
                <a:lnTo>
                  <a:pt x="206" y="13975"/>
                </a:lnTo>
                <a:lnTo>
                  <a:pt x="363" y="12901"/>
                </a:lnTo>
                <a:lnTo>
                  <a:pt x="577" y="11828"/>
                </a:lnTo>
                <a:lnTo>
                  <a:pt x="847" y="10757"/>
                </a:lnTo>
                <a:lnTo>
                  <a:pt x="1168" y="9688"/>
                </a:lnTo>
                <a:lnTo>
                  <a:pt x="1559" y="8617"/>
                </a:lnTo>
                <a:lnTo>
                  <a:pt x="2015" y="7548"/>
                </a:lnTo>
                <a:lnTo>
                  <a:pt x="2542" y="6475"/>
                </a:lnTo>
                <a:lnTo>
                  <a:pt x="3140" y="5403"/>
                </a:lnTo>
                <a:lnTo>
                  <a:pt x="3816" y="4329"/>
                </a:lnTo>
                <a:lnTo>
                  <a:pt x="4571" y="3252"/>
                </a:lnTo>
                <a:lnTo>
                  <a:pt x="5411" y="2172"/>
                </a:lnTo>
                <a:lnTo>
                  <a:pt x="6343" y="1088"/>
                </a:lnTo>
                <a:lnTo>
                  <a:pt x="7361" y="0"/>
                </a:lnTo>
                <a:close/>
              </a:path>
            </a:pathLst>
          </a:custGeom>
          <a:solidFill>
            <a:srgbClr val="A8B1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4" name="contour_11402"/>
          <p:cNvSpPr/>
          <p:nvPr/>
        </p:nvSpPr>
        <p:spPr>
          <a:xfrm>
            <a:off x="1803221" y="1579993"/>
            <a:ext cx="72880" cy="306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58"/>
                </a:moveTo>
                <a:lnTo>
                  <a:pt x="21116" y="4083"/>
                </a:lnTo>
                <a:lnTo>
                  <a:pt x="20730" y="6163"/>
                </a:lnTo>
                <a:lnTo>
                  <a:pt x="20237" y="8258"/>
                </a:lnTo>
                <a:lnTo>
                  <a:pt x="19440" y="11329"/>
                </a:lnTo>
                <a:lnTo>
                  <a:pt x="17874" y="12022"/>
                </a:lnTo>
                <a:lnTo>
                  <a:pt x="16718" y="12187"/>
                </a:lnTo>
                <a:lnTo>
                  <a:pt x="14986" y="11971"/>
                </a:lnTo>
                <a:lnTo>
                  <a:pt x="13604" y="11760"/>
                </a:lnTo>
                <a:lnTo>
                  <a:pt x="12210" y="11545"/>
                </a:lnTo>
                <a:lnTo>
                  <a:pt x="10800" y="11329"/>
                </a:lnTo>
                <a:lnTo>
                  <a:pt x="10800" y="14724"/>
                </a:lnTo>
                <a:lnTo>
                  <a:pt x="10800" y="18139"/>
                </a:lnTo>
                <a:lnTo>
                  <a:pt x="10800" y="21600"/>
                </a:lnTo>
                <a:lnTo>
                  <a:pt x="9463" y="20963"/>
                </a:lnTo>
                <a:lnTo>
                  <a:pt x="8126" y="20326"/>
                </a:lnTo>
                <a:lnTo>
                  <a:pt x="6785" y="19690"/>
                </a:lnTo>
                <a:lnTo>
                  <a:pt x="5441" y="19053"/>
                </a:lnTo>
                <a:lnTo>
                  <a:pt x="4091" y="18411"/>
                </a:lnTo>
                <a:lnTo>
                  <a:pt x="2735" y="17764"/>
                </a:lnTo>
                <a:lnTo>
                  <a:pt x="1372" y="17117"/>
                </a:lnTo>
                <a:lnTo>
                  <a:pt x="0" y="16464"/>
                </a:lnTo>
                <a:lnTo>
                  <a:pt x="1166" y="12864"/>
                </a:lnTo>
                <a:lnTo>
                  <a:pt x="2352" y="9804"/>
                </a:lnTo>
                <a:lnTo>
                  <a:pt x="3562" y="7241"/>
                </a:lnTo>
                <a:lnTo>
                  <a:pt x="4802" y="5146"/>
                </a:lnTo>
                <a:lnTo>
                  <a:pt x="6074" y="3466"/>
                </a:lnTo>
                <a:lnTo>
                  <a:pt x="7385" y="2172"/>
                </a:lnTo>
                <a:lnTo>
                  <a:pt x="8737" y="1217"/>
                </a:lnTo>
                <a:lnTo>
                  <a:pt x="10137" y="560"/>
                </a:lnTo>
                <a:lnTo>
                  <a:pt x="11586" y="169"/>
                </a:lnTo>
                <a:lnTo>
                  <a:pt x="13092" y="0"/>
                </a:lnTo>
                <a:lnTo>
                  <a:pt x="14656" y="5"/>
                </a:lnTo>
                <a:lnTo>
                  <a:pt x="16284" y="159"/>
                </a:lnTo>
                <a:lnTo>
                  <a:pt x="17982" y="411"/>
                </a:lnTo>
                <a:lnTo>
                  <a:pt x="19753" y="724"/>
                </a:lnTo>
                <a:lnTo>
                  <a:pt x="21600" y="1058"/>
                </a:lnTo>
                <a:close/>
              </a:path>
            </a:pathLst>
          </a:custGeom>
          <a:solidFill>
            <a:srgbClr val="CFB6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5" name="contour_11403"/>
          <p:cNvSpPr/>
          <p:nvPr/>
        </p:nvSpPr>
        <p:spPr>
          <a:xfrm>
            <a:off x="1575325" y="1567516"/>
            <a:ext cx="45696" cy="36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79"/>
                </a:moveTo>
                <a:lnTo>
                  <a:pt x="20877" y="6697"/>
                </a:lnTo>
                <a:lnTo>
                  <a:pt x="20119" y="9328"/>
                </a:lnTo>
                <a:lnTo>
                  <a:pt x="19295" y="11873"/>
                </a:lnTo>
                <a:lnTo>
                  <a:pt x="18372" y="14339"/>
                </a:lnTo>
                <a:lnTo>
                  <a:pt x="17321" y="16736"/>
                </a:lnTo>
                <a:lnTo>
                  <a:pt x="16112" y="19060"/>
                </a:lnTo>
                <a:lnTo>
                  <a:pt x="14710" y="21318"/>
                </a:lnTo>
                <a:lnTo>
                  <a:pt x="12137" y="21600"/>
                </a:lnTo>
                <a:lnTo>
                  <a:pt x="9746" y="21474"/>
                </a:lnTo>
                <a:lnTo>
                  <a:pt x="7486" y="20941"/>
                </a:lnTo>
                <a:lnTo>
                  <a:pt x="5295" y="20009"/>
                </a:lnTo>
                <a:lnTo>
                  <a:pt x="3131" y="18691"/>
                </a:lnTo>
                <a:lnTo>
                  <a:pt x="930" y="16984"/>
                </a:lnTo>
                <a:lnTo>
                  <a:pt x="310" y="13758"/>
                </a:lnTo>
                <a:lnTo>
                  <a:pt x="0" y="11470"/>
                </a:lnTo>
                <a:lnTo>
                  <a:pt x="0" y="9493"/>
                </a:lnTo>
                <a:lnTo>
                  <a:pt x="310" y="7204"/>
                </a:lnTo>
                <a:lnTo>
                  <a:pt x="930" y="3979"/>
                </a:lnTo>
                <a:lnTo>
                  <a:pt x="2980" y="1912"/>
                </a:lnTo>
                <a:lnTo>
                  <a:pt x="5130" y="637"/>
                </a:lnTo>
                <a:lnTo>
                  <a:pt x="7362" y="39"/>
                </a:lnTo>
                <a:lnTo>
                  <a:pt x="9663" y="0"/>
                </a:lnTo>
                <a:lnTo>
                  <a:pt x="12016" y="394"/>
                </a:lnTo>
                <a:lnTo>
                  <a:pt x="14400" y="1110"/>
                </a:lnTo>
                <a:lnTo>
                  <a:pt x="16805" y="2029"/>
                </a:lnTo>
                <a:lnTo>
                  <a:pt x="19209" y="3021"/>
                </a:lnTo>
                <a:lnTo>
                  <a:pt x="21600" y="3979"/>
                </a:lnTo>
                <a:close/>
              </a:path>
            </a:pathLst>
          </a:custGeom>
          <a:solidFill>
            <a:srgbClr val="6361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6" name="contour_11404"/>
          <p:cNvSpPr/>
          <p:nvPr/>
        </p:nvSpPr>
        <p:spPr>
          <a:xfrm>
            <a:off x="1526277" y="1552342"/>
            <a:ext cx="377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8536" y="2477"/>
                </a:lnTo>
                <a:lnTo>
                  <a:pt x="11755" y="4331"/>
                </a:lnTo>
                <a:lnTo>
                  <a:pt x="14119" y="5742"/>
                </a:lnTo>
                <a:lnTo>
                  <a:pt x="15916" y="6908"/>
                </a:lnTo>
                <a:lnTo>
                  <a:pt x="17447" y="8014"/>
                </a:lnTo>
                <a:lnTo>
                  <a:pt x="18994" y="9248"/>
                </a:lnTo>
                <a:lnTo>
                  <a:pt x="20849" y="10800"/>
                </a:lnTo>
                <a:lnTo>
                  <a:pt x="21350" y="13802"/>
                </a:lnTo>
                <a:lnTo>
                  <a:pt x="21600" y="15865"/>
                </a:lnTo>
                <a:lnTo>
                  <a:pt x="21600" y="17507"/>
                </a:lnTo>
                <a:lnTo>
                  <a:pt x="21350" y="19246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459" y="19224"/>
                </a:lnTo>
                <a:lnTo>
                  <a:pt x="917" y="16844"/>
                </a:lnTo>
                <a:lnTo>
                  <a:pt x="1376" y="14465"/>
                </a:lnTo>
                <a:lnTo>
                  <a:pt x="1839" y="12078"/>
                </a:lnTo>
                <a:lnTo>
                  <a:pt x="2302" y="9684"/>
                </a:lnTo>
                <a:lnTo>
                  <a:pt x="2765" y="7279"/>
                </a:lnTo>
                <a:lnTo>
                  <a:pt x="3232" y="4867"/>
                </a:lnTo>
                <a:lnTo>
                  <a:pt x="3699" y="2441"/>
                </a:lnTo>
                <a:lnTo>
                  <a:pt x="4170" y="0"/>
                </a:lnTo>
                <a:close/>
              </a:path>
            </a:pathLst>
          </a:custGeom>
          <a:solidFill>
            <a:srgbClr val="3534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7" name="contour_11405"/>
          <p:cNvSpPr/>
          <p:nvPr/>
        </p:nvSpPr>
        <p:spPr>
          <a:xfrm>
            <a:off x="11284898" y="1542970"/>
            <a:ext cx="72880" cy="38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8"/>
                </a:moveTo>
                <a:lnTo>
                  <a:pt x="3037" y="747"/>
                </a:lnTo>
                <a:lnTo>
                  <a:pt x="5586" y="408"/>
                </a:lnTo>
                <a:lnTo>
                  <a:pt x="7707" y="167"/>
                </a:lnTo>
                <a:lnTo>
                  <a:pt x="9461" y="29"/>
                </a:lnTo>
                <a:lnTo>
                  <a:pt x="10908" y="0"/>
                </a:lnTo>
                <a:lnTo>
                  <a:pt x="12113" y="90"/>
                </a:lnTo>
                <a:lnTo>
                  <a:pt x="13135" y="306"/>
                </a:lnTo>
                <a:lnTo>
                  <a:pt x="14034" y="661"/>
                </a:lnTo>
                <a:lnTo>
                  <a:pt x="14874" y="1160"/>
                </a:lnTo>
                <a:lnTo>
                  <a:pt x="15714" y="1813"/>
                </a:lnTo>
                <a:lnTo>
                  <a:pt x="16617" y="2625"/>
                </a:lnTo>
                <a:lnTo>
                  <a:pt x="17643" y="3610"/>
                </a:lnTo>
                <a:lnTo>
                  <a:pt x="18537" y="5210"/>
                </a:lnTo>
                <a:lnTo>
                  <a:pt x="19189" y="6521"/>
                </a:lnTo>
                <a:lnTo>
                  <a:pt x="19792" y="8011"/>
                </a:lnTo>
                <a:lnTo>
                  <a:pt x="20531" y="10155"/>
                </a:lnTo>
                <a:lnTo>
                  <a:pt x="21600" y="13417"/>
                </a:lnTo>
                <a:lnTo>
                  <a:pt x="21533" y="15949"/>
                </a:lnTo>
                <a:lnTo>
                  <a:pt x="21466" y="18521"/>
                </a:lnTo>
                <a:lnTo>
                  <a:pt x="19963" y="20677"/>
                </a:lnTo>
                <a:lnTo>
                  <a:pt x="18896" y="21473"/>
                </a:lnTo>
                <a:lnTo>
                  <a:pt x="17347" y="21600"/>
                </a:lnTo>
                <a:lnTo>
                  <a:pt x="15926" y="21086"/>
                </a:lnTo>
                <a:lnTo>
                  <a:pt x="14602" y="20485"/>
                </a:lnTo>
                <a:lnTo>
                  <a:pt x="13334" y="19730"/>
                </a:lnTo>
                <a:lnTo>
                  <a:pt x="12081" y="18758"/>
                </a:lnTo>
                <a:lnTo>
                  <a:pt x="10800" y="17500"/>
                </a:lnTo>
                <a:lnTo>
                  <a:pt x="10541" y="14340"/>
                </a:lnTo>
                <a:lnTo>
                  <a:pt x="10411" y="12123"/>
                </a:lnTo>
                <a:lnTo>
                  <a:pt x="10411" y="10261"/>
                </a:lnTo>
                <a:lnTo>
                  <a:pt x="10541" y="8166"/>
                </a:lnTo>
                <a:lnTo>
                  <a:pt x="10800" y="5251"/>
                </a:lnTo>
                <a:lnTo>
                  <a:pt x="9273" y="5251"/>
                </a:lnTo>
                <a:lnTo>
                  <a:pt x="7744" y="5251"/>
                </a:lnTo>
                <a:lnTo>
                  <a:pt x="6210" y="5251"/>
                </a:lnTo>
                <a:lnTo>
                  <a:pt x="4670" y="5251"/>
                </a:lnTo>
                <a:lnTo>
                  <a:pt x="3123" y="5251"/>
                </a:lnTo>
                <a:lnTo>
                  <a:pt x="1568" y="5251"/>
                </a:lnTo>
                <a:lnTo>
                  <a:pt x="0" y="5251"/>
                </a:lnTo>
                <a:lnTo>
                  <a:pt x="0" y="3226"/>
                </a:lnTo>
                <a:lnTo>
                  <a:pt x="0" y="1168"/>
                </a:lnTo>
                <a:close/>
              </a:path>
            </a:pathLst>
          </a:custGeom>
          <a:solidFill>
            <a:srgbClr val="B7A9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8" name="contour_11406"/>
          <p:cNvSpPr/>
          <p:nvPr/>
        </p:nvSpPr>
        <p:spPr>
          <a:xfrm>
            <a:off x="1322213" y="1515902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403" y="713"/>
                </a:lnTo>
                <a:lnTo>
                  <a:pt x="17690" y="1429"/>
                </a:lnTo>
                <a:lnTo>
                  <a:pt x="18982" y="2146"/>
                </a:lnTo>
                <a:lnTo>
                  <a:pt x="20285" y="2869"/>
                </a:lnTo>
                <a:lnTo>
                  <a:pt x="21600" y="3600"/>
                </a:lnTo>
                <a:lnTo>
                  <a:pt x="21263" y="5738"/>
                </a:lnTo>
                <a:lnTo>
                  <a:pt x="20926" y="7200"/>
                </a:lnTo>
                <a:lnTo>
                  <a:pt x="20386" y="8662"/>
                </a:lnTo>
                <a:lnTo>
                  <a:pt x="19440" y="10800"/>
                </a:lnTo>
                <a:lnTo>
                  <a:pt x="17952" y="10858"/>
                </a:lnTo>
                <a:lnTo>
                  <a:pt x="16833" y="10800"/>
                </a:lnTo>
                <a:lnTo>
                  <a:pt x="15120" y="10577"/>
                </a:lnTo>
                <a:lnTo>
                  <a:pt x="13396" y="10426"/>
                </a:lnTo>
                <a:lnTo>
                  <a:pt x="12275" y="10483"/>
                </a:lnTo>
                <a:lnTo>
                  <a:pt x="10800" y="10800"/>
                </a:lnTo>
                <a:lnTo>
                  <a:pt x="10135" y="13478"/>
                </a:lnTo>
                <a:lnTo>
                  <a:pt x="9690" y="15379"/>
                </a:lnTo>
                <a:lnTo>
                  <a:pt x="9361" y="17021"/>
                </a:lnTo>
                <a:lnTo>
                  <a:pt x="9046" y="18922"/>
                </a:lnTo>
                <a:lnTo>
                  <a:pt x="8640" y="21600"/>
                </a:lnTo>
                <a:lnTo>
                  <a:pt x="7212" y="21600"/>
                </a:lnTo>
                <a:lnTo>
                  <a:pt x="5776" y="21600"/>
                </a:lnTo>
                <a:lnTo>
                  <a:pt x="4320" y="21600"/>
                </a:lnTo>
                <a:lnTo>
                  <a:pt x="4409" y="19890"/>
                </a:lnTo>
                <a:lnTo>
                  <a:pt x="4499" y="18169"/>
                </a:lnTo>
                <a:lnTo>
                  <a:pt x="4590" y="16423"/>
                </a:lnTo>
                <a:lnTo>
                  <a:pt x="4501" y="14566"/>
                </a:lnTo>
                <a:lnTo>
                  <a:pt x="4411" y="12697"/>
                </a:lnTo>
                <a:lnTo>
                  <a:pt x="4320" y="10800"/>
                </a:lnTo>
                <a:lnTo>
                  <a:pt x="3251" y="9907"/>
                </a:lnTo>
                <a:lnTo>
                  <a:pt x="2175" y="9014"/>
                </a:lnTo>
                <a:lnTo>
                  <a:pt x="1095" y="8111"/>
                </a:lnTo>
                <a:lnTo>
                  <a:pt x="0" y="7200"/>
                </a:lnTo>
                <a:lnTo>
                  <a:pt x="1497" y="7200"/>
                </a:lnTo>
                <a:lnTo>
                  <a:pt x="2996" y="7200"/>
                </a:lnTo>
                <a:lnTo>
                  <a:pt x="4495" y="7200"/>
                </a:lnTo>
                <a:lnTo>
                  <a:pt x="5996" y="7200"/>
                </a:lnTo>
                <a:lnTo>
                  <a:pt x="7504" y="7200"/>
                </a:lnTo>
                <a:lnTo>
                  <a:pt x="9014" y="7200"/>
                </a:lnTo>
                <a:lnTo>
                  <a:pt x="10530" y="7200"/>
                </a:lnTo>
                <a:lnTo>
                  <a:pt x="12053" y="7200"/>
                </a:lnTo>
                <a:lnTo>
                  <a:pt x="13582" y="7200"/>
                </a:lnTo>
                <a:lnTo>
                  <a:pt x="15120" y="7200"/>
                </a:lnTo>
                <a:lnTo>
                  <a:pt x="15120" y="4820"/>
                </a:lnTo>
                <a:lnTo>
                  <a:pt x="15120" y="2426"/>
                </a:lnTo>
                <a:lnTo>
                  <a:pt x="15120" y="0"/>
                </a:lnTo>
                <a:close/>
              </a:path>
            </a:pathLst>
          </a:custGeom>
          <a:solidFill>
            <a:srgbClr val="B7A5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09" name="contour_11407"/>
          <p:cNvSpPr/>
          <p:nvPr/>
        </p:nvSpPr>
        <p:spPr>
          <a:xfrm>
            <a:off x="3741826" y="1501326"/>
            <a:ext cx="2915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427" y="1117"/>
                </a:lnTo>
                <a:lnTo>
                  <a:pt x="21244" y="2233"/>
                </a:lnTo>
                <a:lnTo>
                  <a:pt x="21044" y="3350"/>
                </a:lnTo>
                <a:lnTo>
                  <a:pt x="20833" y="4466"/>
                </a:lnTo>
                <a:lnTo>
                  <a:pt x="20612" y="5583"/>
                </a:lnTo>
                <a:lnTo>
                  <a:pt x="20385" y="6699"/>
                </a:lnTo>
                <a:lnTo>
                  <a:pt x="20153" y="7814"/>
                </a:lnTo>
                <a:lnTo>
                  <a:pt x="19915" y="8931"/>
                </a:lnTo>
                <a:lnTo>
                  <a:pt x="19791" y="9776"/>
                </a:lnTo>
                <a:lnTo>
                  <a:pt x="19667" y="10626"/>
                </a:lnTo>
                <a:lnTo>
                  <a:pt x="19543" y="11488"/>
                </a:lnTo>
                <a:lnTo>
                  <a:pt x="19057" y="13517"/>
                </a:lnTo>
                <a:lnTo>
                  <a:pt x="18619" y="15065"/>
                </a:lnTo>
                <a:lnTo>
                  <a:pt x="18149" y="16228"/>
                </a:lnTo>
                <a:lnTo>
                  <a:pt x="17561" y="17102"/>
                </a:lnTo>
                <a:lnTo>
                  <a:pt x="16772" y="17782"/>
                </a:lnTo>
                <a:lnTo>
                  <a:pt x="15698" y="18362"/>
                </a:lnTo>
                <a:lnTo>
                  <a:pt x="14256" y="18937"/>
                </a:lnTo>
                <a:lnTo>
                  <a:pt x="12355" y="19603"/>
                </a:lnTo>
                <a:lnTo>
                  <a:pt x="9639" y="20151"/>
                </a:lnTo>
                <a:lnTo>
                  <a:pt x="7447" y="20543"/>
                </a:lnTo>
                <a:lnTo>
                  <a:pt x="4617" y="20964"/>
                </a:lnTo>
                <a:lnTo>
                  <a:pt x="0" y="21600"/>
                </a:lnTo>
                <a:lnTo>
                  <a:pt x="0" y="20425"/>
                </a:lnTo>
                <a:lnTo>
                  <a:pt x="0" y="19249"/>
                </a:lnTo>
                <a:lnTo>
                  <a:pt x="0" y="18069"/>
                </a:lnTo>
                <a:lnTo>
                  <a:pt x="0" y="16885"/>
                </a:lnTo>
                <a:lnTo>
                  <a:pt x="0" y="15695"/>
                </a:lnTo>
                <a:lnTo>
                  <a:pt x="0" y="14499"/>
                </a:lnTo>
                <a:lnTo>
                  <a:pt x="0" y="13292"/>
                </a:lnTo>
                <a:lnTo>
                  <a:pt x="3569" y="13292"/>
                </a:lnTo>
                <a:lnTo>
                  <a:pt x="7160" y="13292"/>
                </a:lnTo>
                <a:lnTo>
                  <a:pt x="10800" y="13292"/>
                </a:lnTo>
                <a:lnTo>
                  <a:pt x="10800" y="12196"/>
                </a:lnTo>
                <a:lnTo>
                  <a:pt x="10800" y="11099"/>
                </a:lnTo>
                <a:lnTo>
                  <a:pt x="10800" y="10001"/>
                </a:lnTo>
                <a:lnTo>
                  <a:pt x="10800" y="8901"/>
                </a:lnTo>
                <a:lnTo>
                  <a:pt x="10800" y="7799"/>
                </a:lnTo>
                <a:lnTo>
                  <a:pt x="10800" y="6696"/>
                </a:lnTo>
                <a:lnTo>
                  <a:pt x="10800" y="5589"/>
                </a:lnTo>
                <a:lnTo>
                  <a:pt x="10800" y="4480"/>
                </a:lnTo>
                <a:lnTo>
                  <a:pt x="10800" y="3366"/>
                </a:lnTo>
                <a:lnTo>
                  <a:pt x="10800" y="2250"/>
                </a:lnTo>
                <a:lnTo>
                  <a:pt x="10800" y="1127"/>
                </a:lnTo>
                <a:lnTo>
                  <a:pt x="10800" y="0"/>
                </a:lnTo>
                <a:close/>
              </a:path>
            </a:pathLst>
          </a:custGeom>
          <a:solidFill>
            <a:srgbClr val="C9D2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0" name="contour_11408"/>
          <p:cNvSpPr/>
          <p:nvPr/>
        </p:nvSpPr>
        <p:spPr>
          <a:xfrm>
            <a:off x="7238867" y="1479462"/>
            <a:ext cx="4076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3" y="0"/>
                </a:moveTo>
                <a:lnTo>
                  <a:pt x="3236" y="27"/>
                </a:lnTo>
                <a:lnTo>
                  <a:pt x="5749" y="97"/>
                </a:lnTo>
                <a:lnTo>
                  <a:pt x="8197" y="235"/>
                </a:lnTo>
                <a:lnTo>
                  <a:pt x="10591" y="459"/>
                </a:lnTo>
                <a:lnTo>
                  <a:pt x="12947" y="796"/>
                </a:lnTo>
                <a:lnTo>
                  <a:pt x="15279" y="1266"/>
                </a:lnTo>
                <a:lnTo>
                  <a:pt x="17604" y="1893"/>
                </a:lnTo>
                <a:lnTo>
                  <a:pt x="19940" y="2700"/>
                </a:lnTo>
                <a:lnTo>
                  <a:pt x="20623" y="4528"/>
                </a:lnTo>
                <a:lnTo>
                  <a:pt x="21125" y="6331"/>
                </a:lnTo>
                <a:lnTo>
                  <a:pt x="21449" y="8122"/>
                </a:lnTo>
                <a:lnTo>
                  <a:pt x="21600" y="9901"/>
                </a:lnTo>
                <a:lnTo>
                  <a:pt x="21585" y="11680"/>
                </a:lnTo>
                <a:lnTo>
                  <a:pt x="21407" y="13462"/>
                </a:lnTo>
                <a:lnTo>
                  <a:pt x="21071" y="15255"/>
                </a:lnTo>
                <a:lnTo>
                  <a:pt x="20581" y="17067"/>
                </a:lnTo>
                <a:lnTo>
                  <a:pt x="19940" y="18900"/>
                </a:lnTo>
                <a:lnTo>
                  <a:pt x="17588" y="19988"/>
                </a:lnTo>
                <a:lnTo>
                  <a:pt x="16001" y="20631"/>
                </a:lnTo>
                <a:lnTo>
                  <a:pt x="14453" y="21084"/>
                </a:lnTo>
                <a:lnTo>
                  <a:pt x="12217" y="21600"/>
                </a:lnTo>
                <a:lnTo>
                  <a:pt x="12456" y="20318"/>
                </a:lnTo>
                <a:lnTo>
                  <a:pt x="12700" y="19027"/>
                </a:lnTo>
                <a:lnTo>
                  <a:pt x="12943" y="17717"/>
                </a:lnTo>
                <a:lnTo>
                  <a:pt x="12704" y="16324"/>
                </a:lnTo>
                <a:lnTo>
                  <a:pt x="12460" y="14923"/>
                </a:lnTo>
                <a:lnTo>
                  <a:pt x="12217" y="13500"/>
                </a:lnTo>
                <a:lnTo>
                  <a:pt x="10302" y="13111"/>
                </a:lnTo>
                <a:lnTo>
                  <a:pt x="8379" y="12717"/>
                </a:lnTo>
                <a:lnTo>
                  <a:pt x="6425" y="12317"/>
                </a:lnTo>
                <a:lnTo>
                  <a:pt x="4510" y="11818"/>
                </a:lnTo>
                <a:lnTo>
                  <a:pt x="2587" y="11310"/>
                </a:lnTo>
                <a:lnTo>
                  <a:pt x="633" y="10800"/>
                </a:lnTo>
                <a:lnTo>
                  <a:pt x="197" y="8953"/>
                </a:lnTo>
                <a:lnTo>
                  <a:pt x="4" y="7182"/>
                </a:lnTo>
                <a:lnTo>
                  <a:pt x="0" y="5446"/>
                </a:lnTo>
                <a:lnTo>
                  <a:pt x="135" y="3702"/>
                </a:lnTo>
                <a:lnTo>
                  <a:pt x="363" y="1901"/>
                </a:lnTo>
                <a:lnTo>
                  <a:pt x="633" y="0"/>
                </a:lnTo>
                <a:close/>
              </a:path>
            </a:pathLst>
          </a:custGeom>
          <a:solidFill>
            <a:srgbClr val="EE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1" name="contour_11409"/>
          <p:cNvSpPr/>
          <p:nvPr/>
        </p:nvSpPr>
        <p:spPr>
          <a:xfrm>
            <a:off x="2102028" y="1470994"/>
            <a:ext cx="65592" cy="31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16"/>
                </a:moveTo>
                <a:lnTo>
                  <a:pt x="21600" y="4147"/>
                </a:lnTo>
                <a:lnTo>
                  <a:pt x="21600" y="7497"/>
                </a:lnTo>
                <a:lnTo>
                  <a:pt x="21600" y="10893"/>
                </a:lnTo>
                <a:lnTo>
                  <a:pt x="20302" y="13503"/>
                </a:lnTo>
                <a:lnTo>
                  <a:pt x="19092" y="15655"/>
                </a:lnTo>
                <a:lnTo>
                  <a:pt x="17918" y="17393"/>
                </a:lnTo>
                <a:lnTo>
                  <a:pt x="16726" y="18773"/>
                </a:lnTo>
                <a:lnTo>
                  <a:pt x="15463" y="19837"/>
                </a:lnTo>
                <a:lnTo>
                  <a:pt x="14076" y="20628"/>
                </a:lnTo>
                <a:lnTo>
                  <a:pt x="12511" y="21202"/>
                </a:lnTo>
                <a:lnTo>
                  <a:pt x="10716" y="21600"/>
                </a:lnTo>
                <a:lnTo>
                  <a:pt x="9180" y="21590"/>
                </a:lnTo>
                <a:lnTo>
                  <a:pt x="7649" y="21550"/>
                </a:lnTo>
                <a:lnTo>
                  <a:pt x="6120" y="21489"/>
                </a:lnTo>
                <a:lnTo>
                  <a:pt x="4591" y="21403"/>
                </a:lnTo>
                <a:lnTo>
                  <a:pt x="3062" y="21288"/>
                </a:lnTo>
                <a:lnTo>
                  <a:pt x="1531" y="21141"/>
                </a:lnTo>
                <a:lnTo>
                  <a:pt x="0" y="20970"/>
                </a:lnTo>
                <a:lnTo>
                  <a:pt x="1375" y="17448"/>
                </a:lnTo>
                <a:lnTo>
                  <a:pt x="2705" y="14259"/>
                </a:lnTo>
                <a:lnTo>
                  <a:pt x="4006" y="11402"/>
                </a:lnTo>
                <a:lnTo>
                  <a:pt x="5297" y="8873"/>
                </a:lnTo>
                <a:lnTo>
                  <a:pt x="6598" y="6666"/>
                </a:lnTo>
                <a:lnTo>
                  <a:pt x="7922" y="4776"/>
                </a:lnTo>
                <a:lnTo>
                  <a:pt x="9290" y="3210"/>
                </a:lnTo>
                <a:lnTo>
                  <a:pt x="10721" y="1955"/>
                </a:lnTo>
                <a:lnTo>
                  <a:pt x="12230" y="1008"/>
                </a:lnTo>
                <a:lnTo>
                  <a:pt x="13836" y="368"/>
                </a:lnTo>
                <a:lnTo>
                  <a:pt x="15559" y="30"/>
                </a:lnTo>
                <a:lnTo>
                  <a:pt x="17417" y="0"/>
                </a:lnTo>
                <a:lnTo>
                  <a:pt x="19423" y="262"/>
                </a:lnTo>
                <a:lnTo>
                  <a:pt x="21600" y="816"/>
                </a:lnTo>
                <a:close/>
              </a:path>
            </a:pathLst>
          </a:custGeom>
          <a:solidFill>
            <a:srgbClr val="5611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2" name="contour_11410"/>
          <p:cNvSpPr/>
          <p:nvPr/>
        </p:nvSpPr>
        <p:spPr>
          <a:xfrm>
            <a:off x="7662766" y="1457598"/>
            <a:ext cx="29269" cy="590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57" y="0"/>
                </a:moveTo>
                <a:lnTo>
                  <a:pt x="13586" y="1594"/>
                </a:lnTo>
                <a:lnTo>
                  <a:pt x="15985" y="3060"/>
                </a:lnTo>
                <a:lnTo>
                  <a:pt x="17964" y="4486"/>
                </a:lnTo>
                <a:lnTo>
                  <a:pt x="19513" y="5960"/>
                </a:lnTo>
                <a:lnTo>
                  <a:pt x="20637" y="7559"/>
                </a:lnTo>
                <a:lnTo>
                  <a:pt x="21331" y="9377"/>
                </a:lnTo>
                <a:lnTo>
                  <a:pt x="21600" y="11493"/>
                </a:lnTo>
                <a:lnTo>
                  <a:pt x="20707" y="14449"/>
                </a:lnTo>
                <a:lnTo>
                  <a:pt x="20008" y="16515"/>
                </a:lnTo>
                <a:lnTo>
                  <a:pt x="19357" y="17962"/>
                </a:lnTo>
                <a:lnTo>
                  <a:pt x="18593" y="19063"/>
                </a:lnTo>
                <a:lnTo>
                  <a:pt x="17572" y="20091"/>
                </a:lnTo>
                <a:lnTo>
                  <a:pt x="16135" y="21323"/>
                </a:lnTo>
                <a:lnTo>
                  <a:pt x="12005" y="21509"/>
                </a:lnTo>
                <a:lnTo>
                  <a:pt x="9095" y="21600"/>
                </a:lnTo>
                <a:lnTo>
                  <a:pt x="6642" y="21600"/>
                </a:lnTo>
                <a:lnTo>
                  <a:pt x="3873" y="21509"/>
                </a:lnTo>
                <a:lnTo>
                  <a:pt x="0" y="21323"/>
                </a:lnTo>
                <a:lnTo>
                  <a:pt x="463" y="19790"/>
                </a:lnTo>
                <a:lnTo>
                  <a:pt x="930" y="18258"/>
                </a:lnTo>
                <a:lnTo>
                  <a:pt x="1398" y="16725"/>
                </a:lnTo>
                <a:lnTo>
                  <a:pt x="1877" y="15192"/>
                </a:lnTo>
                <a:lnTo>
                  <a:pt x="2356" y="13660"/>
                </a:lnTo>
                <a:lnTo>
                  <a:pt x="2549" y="13026"/>
                </a:lnTo>
                <a:lnTo>
                  <a:pt x="2894" y="11909"/>
                </a:lnTo>
                <a:lnTo>
                  <a:pt x="3679" y="9350"/>
                </a:lnTo>
                <a:lnTo>
                  <a:pt x="4475" y="7631"/>
                </a:lnTo>
                <a:lnTo>
                  <a:pt x="5373" y="6032"/>
                </a:lnTo>
                <a:lnTo>
                  <a:pt x="6411" y="4510"/>
                </a:lnTo>
                <a:lnTo>
                  <a:pt x="7627" y="3025"/>
                </a:lnTo>
                <a:lnTo>
                  <a:pt x="9063" y="1538"/>
                </a:lnTo>
                <a:lnTo>
                  <a:pt x="10757" y="0"/>
                </a:lnTo>
                <a:close/>
              </a:path>
            </a:pathLst>
          </a:custGeom>
          <a:solidFill>
            <a:srgbClr val="ED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3" name="contour_11411"/>
          <p:cNvSpPr/>
          <p:nvPr/>
        </p:nvSpPr>
        <p:spPr>
          <a:xfrm>
            <a:off x="5009937" y="1443022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356"/>
                </a:lnTo>
                <a:lnTo>
                  <a:pt x="2851" y="713"/>
                </a:lnTo>
                <a:lnTo>
                  <a:pt x="4279" y="1069"/>
                </a:lnTo>
                <a:lnTo>
                  <a:pt x="5707" y="1426"/>
                </a:lnTo>
                <a:lnTo>
                  <a:pt x="7137" y="1782"/>
                </a:lnTo>
                <a:lnTo>
                  <a:pt x="8567" y="2144"/>
                </a:lnTo>
                <a:lnTo>
                  <a:pt x="10001" y="2500"/>
                </a:lnTo>
                <a:lnTo>
                  <a:pt x="11437" y="2862"/>
                </a:lnTo>
                <a:lnTo>
                  <a:pt x="12878" y="3218"/>
                </a:lnTo>
                <a:lnTo>
                  <a:pt x="14321" y="3580"/>
                </a:lnTo>
                <a:lnTo>
                  <a:pt x="15766" y="3942"/>
                </a:lnTo>
                <a:lnTo>
                  <a:pt x="17217" y="4304"/>
                </a:lnTo>
                <a:lnTo>
                  <a:pt x="18673" y="4671"/>
                </a:lnTo>
                <a:lnTo>
                  <a:pt x="20133" y="5033"/>
                </a:lnTo>
                <a:lnTo>
                  <a:pt x="21600" y="5400"/>
                </a:lnTo>
                <a:lnTo>
                  <a:pt x="21064" y="8073"/>
                </a:lnTo>
                <a:lnTo>
                  <a:pt x="20529" y="10762"/>
                </a:lnTo>
                <a:lnTo>
                  <a:pt x="19986" y="13462"/>
                </a:lnTo>
                <a:lnTo>
                  <a:pt x="19440" y="16200"/>
                </a:lnTo>
                <a:lnTo>
                  <a:pt x="17952" y="16994"/>
                </a:lnTo>
                <a:lnTo>
                  <a:pt x="16500" y="17685"/>
                </a:lnTo>
                <a:lnTo>
                  <a:pt x="15066" y="18284"/>
                </a:lnTo>
                <a:lnTo>
                  <a:pt x="13630" y="18792"/>
                </a:lnTo>
                <a:lnTo>
                  <a:pt x="12169" y="19224"/>
                </a:lnTo>
                <a:lnTo>
                  <a:pt x="10666" y="19575"/>
                </a:lnTo>
                <a:lnTo>
                  <a:pt x="9439" y="19888"/>
                </a:lnTo>
                <a:lnTo>
                  <a:pt x="8197" y="20207"/>
                </a:lnTo>
                <a:lnTo>
                  <a:pt x="6690" y="20579"/>
                </a:lnTo>
                <a:lnTo>
                  <a:pt x="5180" y="20930"/>
                </a:lnTo>
                <a:lnTo>
                  <a:pt x="3670" y="21271"/>
                </a:lnTo>
                <a:lnTo>
                  <a:pt x="2160" y="21600"/>
                </a:lnTo>
                <a:lnTo>
                  <a:pt x="1804" y="18036"/>
                </a:lnTo>
                <a:lnTo>
                  <a:pt x="1447" y="14467"/>
                </a:lnTo>
                <a:lnTo>
                  <a:pt x="1089" y="10881"/>
                </a:lnTo>
                <a:lnTo>
                  <a:pt x="728" y="7279"/>
                </a:lnTo>
                <a:lnTo>
                  <a:pt x="365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4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4" name="contour_11412"/>
          <p:cNvSpPr/>
          <p:nvPr/>
        </p:nvSpPr>
        <p:spPr>
          <a:xfrm>
            <a:off x="10067803" y="1428446"/>
            <a:ext cx="87456" cy="31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5" y="606"/>
                </a:lnTo>
                <a:lnTo>
                  <a:pt x="2430" y="1227"/>
                </a:lnTo>
                <a:lnTo>
                  <a:pt x="3647" y="1868"/>
                </a:lnTo>
                <a:lnTo>
                  <a:pt x="4864" y="2530"/>
                </a:lnTo>
                <a:lnTo>
                  <a:pt x="6079" y="3211"/>
                </a:lnTo>
                <a:lnTo>
                  <a:pt x="7294" y="3923"/>
                </a:lnTo>
                <a:lnTo>
                  <a:pt x="8507" y="4660"/>
                </a:lnTo>
                <a:lnTo>
                  <a:pt x="9718" y="5423"/>
                </a:lnTo>
                <a:lnTo>
                  <a:pt x="10928" y="6220"/>
                </a:lnTo>
                <a:lnTo>
                  <a:pt x="12132" y="7054"/>
                </a:lnTo>
                <a:lnTo>
                  <a:pt x="13334" y="7917"/>
                </a:lnTo>
                <a:lnTo>
                  <a:pt x="14531" y="8821"/>
                </a:lnTo>
                <a:lnTo>
                  <a:pt x="15725" y="9765"/>
                </a:lnTo>
                <a:lnTo>
                  <a:pt x="16913" y="10750"/>
                </a:lnTo>
                <a:lnTo>
                  <a:pt x="18095" y="11780"/>
                </a:lnTo>
                <a:lnTo>
                  <a:pt x="19271" y="12855"/>
                </a:lnTo>
                <a:lnTo>
                  <a:pt x="20439" y="13976"/>
                </a:lnTo>
                <a:lnTo>
                  <a:pt x="21600" y="15147"/>
                </a:lnTo>
                <a:lnTo>
                  <a:pt x="21600" y="17652"/>
                </a:lnTo>
                <a:lnTo>
                  <a:pt x="21600" y="20196"/>
                </a:lnTo>
                <a:lnTo>
                  <a:pt x="20491" y="20363"/>
                </a:lnTo>
                <a:lnTo>
                  <a:pt x="19382" y="20519"/>
                </a:lnTo>
                <a:lnTo>
                  <a:pt x="18274" y="20666"/>
                </a:lnTo>
                <a:lnTo>
                  <a:pt x="17165" y="20802"/>
                </a:lnTo>
                <a:lnTo>
                  <a:pt x="16056" y="20923"/>
                </a:lnTo>
                <a:lnTo>
                  <a:pt x="14947" y="21040"/>
                </a:lnTo>
                <a:lnTo>
                  <a:pt x="13838" y="21146"/>
                </a:lnTo>
                <a:lnTo>
                  <a:pt x="13289" y="21242"/>
                </a:lnTo>
                <a:lnTo>
                  <a:pt x="11633" y="21529"/>
                </a:lnTo>
                <a:lnTo>
                  <a:pt x="10355" y="21600"/>
                </a:lnTo>
                <a:lnTo>
                  <a:pt x="9158" y="21575"/>
                </a:lnTo>
                <a:lnTo>
                  <a:pt x="8024" y="21368"/>
                </a:lnTo>
                <a:lnTo>
                  <a:pt x="6930" y="20888"/>
                </a:lnTo>
                <a:lnTo>
                  <a:pt x="5854" y="20045"/>
                </a:lnTo>
                <a:lnTo>
                  <a:pt x="4774" y="18757"/>
                </a:lnTo>
                <a:lnTo>
                  <a:pt x="3668" y="16935"/>
                </a:lnTo>
                <a:lnTo>
                  <a:pt x="2921" y="14895"/>
                </a:lnTo>
                <a:lnTo>
                  <a:pt x="2356" y="13254"/>
                </a:lnTo>
                <a:lnTo>
                  <a:pt x="1798" y="11446"/>
                </a:lnTo>
                <a:lnTo>
                  <a:pt x="1073" y="8902"/>
                </a:lnTo>
                <a:lnTo>
                  <a:pt x="0" y="5049"/>
                </a:lnTo>
                <a:lnTo>
                  <a:pt x="0" y="2545"/>
                </a:lnTo>
                <a:lnTo>
                  <a:pt x="0" y="0"/>
                </a:lnTo>
                <a:close/>
              </a:path>
            </a:pathLst>
          </a:custGeom>
          <a:solidFill>
            <a:srgbClr val="D3E3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5" name="contour_11413"/>
          <p:cNvSpPr/>
          <p:nvPr/>
        </p:nvSpPr>
        <p:spPr>
          <a:xfrm>
            <a:off x="5352472" y="1384718"/>
            <a:ext cx="80168" cy="23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3916"/>
                </a:lnTo>
                <a:lnTo>
                  <a:pt x="21600" y="7846"/>
                </a:lnTo>
                <a:lnTo>
                  <a:pt x="21600" y="11789"/>
                </a:lnTo>
                <a:lnTo>
                  <a:pt x="21600" y="15765"/>
                </a:lnTo>
                <a:lnTo>
                  <a:pt x="21600" y="19780"/>
                </a:lnTo>
                <a:lnTo>
                  <a:pt x="20351" y="20037"/>
                </a:lnTo>
                <a:lnTo>
                  <a:pt x="19104" y="20275"/>
                </a:lnTo>
                <a:lnTo>
                  <a:pt x="17857" y="20486"/>
                </a:lnTo>
                <a:lnTo>
                  <a:pt x="16610" y="20684"/>
                </a:lnTo>
                <a:lnTo>
                  <a:pt x="15363" y="20855"/>
                </a:lnTo>
                <a:lnTo>
                  <a:pt x="14115" y="21020"/>
                </a:lnTo>
                <a:lnTo>
                  <a:pt x="13062" y="21270"/>
                </a:lnTo>
                <a:lnTo>
                  <a:pt x="11992" y="21521"/>
                </a:lnTo>
                <a:lnTo>
                  <a:pt x="10939" y="21600"/>
                </a:lnTo>
                <a:lnTo>
                  <a:pt x="10097" y="21547"/>
                </a:lnTo>
                <a:lnTo>
                  <a:pt x="9170" y="21284"/>
                </a:lnTo>
                <a:lnTo>
                  <a:pt x="7864" y="20723"/>
                </a:lnTo>
                <a:lnTo>
                  <a:pt x="5891" y="19780"/>
                </a:lnTo>
                <a:lnTo>
                  <a:pt x="4919" y="16516"/>
                </a:lnTo>
                <a:lnTo>
                  <a:pt x="3945" y="13246"/>
                </a:lnTo>
                <a:lnTo>
                  <a:pt x="2967" y="9963"/>
                </a:lnTo>
                <a:lnTo>
                  <a:pt x="1985" y="6666"/>
                </a:lnTo>
                <a:lnTo>
                  <a:pt x="998" y="3349"/>
                </a:lnTo>
                <a:lnTo>
                  <a:pt x="0" y="0"/>
                </a:lnTo>
                <a:close/>
              </a:path>
            </a:pathLst>
          </a:custGeom>
          <a:solidFill>
            <a:srgbClr val="6F81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6" name="contour_11414"/>
          <p:cNvSpPr/>
          <p:nvPr/>
        </p:nvSpPr>
        <p:spPr>
          <a:xfrm>
            <a:off x="8005301" y="1319126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251"/>
                </a:lnTo>
                <a:lnTo>
                  <a:pt x="2516" y="501"/>
                </a:lnTo>
                <a:lnTo>
                  <a:pt x="3775" y="756"/>
                </a:lnTo>
                <a:lnTo>
                  <a:pt x="5035" y="1007"/>
                </a:lnTo>
                <a:lnTo>
                  <a:pt x="6295" y="1257"/>
                </a:lnTo>
                <a:lnTo>
                  <a:pt x="7556" y="1512"/>
                </a:lnTo>
                <a:lnTo>
                  <a:pt x="8820" y="1763"/>
                </a:lnTo>
                <a:lnTo>
                  <a:pt x="10085" y="2017"/>
                </a:lnTo>
                <a:lnTo>
                  <a:pt x="11353" y="2272"/>
                </a:lnTo>
                <a:lnTo>
                  <a:pt x="12623" y="2523"/>
                </a:lnTo>
                <a:lnTo>
                  <a:pt x="13896" y="2778"/>
                </a:lnTo>
                <a:lnTo>
                  <a:pt x="15170" y="3033"/>
                </a:lnTo>
                <a:lnTo>
                  <a:pt x="16448" y="3292"/>
                </a:lnTo>
                <a:lnTo>
                  <a:pt x="17732" y="3547"/>
                </a:lnTo>
                <a:lnTo>
                  <a:pt x="19017" y="3802"/>
                </a:lnTo>
                <a:lnTo>
                  <a:pt x="20306" y="4061"/>
                </a:lnTo>
                <a:lnTo>
                  <a:pt x="21600" y="4320"/>
                </a:lnTo>
                <a:lnTo>
                  <a:pt x="21600" y="6463"/>
                </a:lnTo>
                <a:lnTo>
                  <a:pt x="21600" y="8640"/>
                </a:lnTo>
                <a:lnTo>
                  <a:pt x="20353" y="8640"/>
                </a:lnTo>
                <a:lnTo>
                  <a:pt x="19103" y="8640"/>
                </a:lnTo>
                <a:lnTo>
                  <a:pt x="17854" y="8640"/>
                </a:lnTo>
                <a:lnTo>
                  <a:pt x="16603" y="8640"/>
                </a:lnTo>
                <a:lnTo>
                  <a:pt x="15347" y="8640"/>
                </a:lnTo>
                <a:lnTo>
                  <a:pt x="14089" y="8640"/>
                </a:lnTo>
                <a:lnTo>
                  <a:pt x="12825" y="8640"/>
                </a:lnTo>
                <a:lnTo>
                  <a:pt x="11556" y="8640"/>
                </a:lnTo>
                <a:lnTo>
                  <a:pt x="10282" y="8640"/>
                </a:lnTo>
                <a:lnTo>
                  <a:pt x="9000" y="8640"/>
                </a:lnTo>
                <a:lnTo>
                  <a:pt x="9000" y="11206"/>
                </a:lnTo>
                <a:lnTo>
                  <a:pt x="9000" y="13781"/>
                </a:lnTo>
                <a:lnTo>
                  <a:pt x="9000" y="16364"/>
                </a:lnTo>
                <a:lnTo>
                  <a:pt x="9000" y="18969"/>
                </a:lnTo>
                <a:lnTo>
                  <a:pt x="9000" y="21600"/>
                </a:lnTo>
                <a:lnTo>
                  <a:pt x="7812" y="20887"/>
                </a:lnTo>
                <a:lnTo>
                  <a:pt x="6622" y="20174"/>
                </a:lnTo>
                <a:lnTo>
                  <a:pt x="5427" y="19457"/>
                </a:lnTo>
                <a:lnTo>
                  <a:pt x="4226" y="18736"/>
                </a:lnTo>
                <a:lnTo>
                  <a:pt x="3019" y="18010"/>
                </a:lnTo>
                <a:lnTo>
                  <a:pt x="1800" y="17280"/>
                </a:lnTo>
                <a:lnTo>
                  <a:pt x="2691" y="15142"/>
                </a:lnTo>
                <a:lnTo>
                  <a:pt x="3587" y="12990"/>
                </a:lnTo>
                <a:lnTo>
                  <a:pt x="4487" y="10830"/>
                </a:lnTo>
                <a:lnTo>
                  <a:pt x="5400" y="8640"/>
                </a:lnTo>
                <a:lnTo>
                  <a:pt x="4509" y="7214"/>
                </a:lnTo>
                <a:lnTo>
                  <a:pt x="3616" y="5784"/>
                </a:lnTo>
                <a:lnTo>
                  <a:pt x="2720" y="4350"/>
                </a:lnTo>
                <a:lnTo>
                  <a:pt x="1820" y="2912"/>
                </a:lnTo>
                <a:lnTo>
                  <a:pt x="914" y="1460"/>
                </a:lnTo>
                <a:lnTo>
                  <a:pt x="0" y="0"/>
                </a:lnTo>
                <a:close/>
              </a:path>
            </a:pathLst>
          </a:custGeom>
          <a:solidFill>
            <a:srgbClr val="D7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7" name="contour_11415"/>
          <p:cNvSpPr/>
          <p:nvPr/>
        </p:nvSpPr>
        <p:spPr>
          <a:xfrm>
            <a:off x="4849601" y="1304550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4998" y="1782"/>
                </a:lnTo>
                <a:lnTo>
                  <a:pt x="15588" y="3564"/>
                </a:lnTo>
                <a:lnTo>
                  <a:pt x="16186" y="5349"/>
                </a:lnTo>
                <a:lnTo>
                  <a:pt x="16776" y="7136"/>
                </a:lnTo>
                <a:lnTo>
                  <a:pt x="17374" y="8926"/>
                </a:lnTo>
                <a:lnTo>
                  <a:pt x="17971" y="10719"/>
                </a:lnTo>
                <a:lnTo>
                  <a:pt x="18569" y="12517"/>
                </a:lnTo>
                <a:lnTo>
                  <a:pt x="19174" y="14321"/>
                </a:lnTo>
                <a:lnTo>
                  <a:pt x="19778" y="16130"/>
                </a:lnTo>
                <a:lnTo>
                  <a:pt x="20383" y="17944"/>
                </a:lnTo>
                <a:lnTo>
                  <a:pt x="20988" y="1976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878E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8" name="contour_11416"/>
          <p:cNvSpPr/>
          <p:nvPr/>
        </p:nvSpPr>
        <p:spPr>
          <a:xfrm>
            <a:off x="5155697" y="1266012"/>
            <a:ext cx="87456" cy="258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51"/>
                </a:moveTo>
                <a:lnTo>
                  <a:pt x="1253" y="1539"/>
                </a:lnTo>
                <a:lnTo>
                  <a:pt x="2507" y="1344"/>
                </a:lnTo>
                <a:lnTo>
                  <a:pt x="3760" y="1174"/>
                </a:lnTo>
                <a:lnTo>
                  <a:pt x="5013" y="1016"/>
                </a:lnTo>
                <a:lnTo>
                  <a:pt x="6268" y="870"/>
                </a:lnTo>
                <a:lnTo>
                  <a:pt x="7520" y="736"/>
                </a:lnTo>
                <a:lnTo>
                  <a:pt x="8775" y="608"/>
                </a:lnTo>
                <a:lnTo>
                  <a:pt x="9400" y="493"/>
                </a:lnTo>
                <a:lnTo>
                  <a:pt x="11286" y="146"/>
                </a:lnTo>
                <a:lnTo>
                  <a:pt x="13525" y="0"/>
                </a:lnTo>
                <a:lnTo>
                  <a:pt x="15169" y="6"/>
                </a:lnTo>
                <a:lnTo>
                  <a:pt x="16355" y="274"/>
                </a:lnTo>
                <a:lnTo>
                  <a:pt x="17228" y="894"/>
                </a:lnTo>
                <a:lnTo>
                  <a:pt x="17928" y="1970"/>
                </a:lnTo>
                <a:lnTo>
                  <a:pt x="18599" y="3600"/>
                </a:lnTo>
                <a:lnTo>
                  <a:pt x="19381" y="5893"/>
                </a:lnTo>
                <a:lnTo>
                  <a:pt x="19975" y="8957"/>
                </a:lnTo>
                <a:lnTo>
                  <a:pt x="20405" y="11445"/>
                </a:lnTo>
                <a:lnTo>
                  <a:pt x="20876" y="14686"/>
                </a:lnTo>
                <a:lnTo>
                  <a:pt x="21600" y="19995"/>
                </a:lnTo>
                <a:lnTo>
                  <a:pt x="20475" y="20232"/>
                </a:lnTo>
                <a:lnTo>
                  <a:pt x="19350" y="20451"/>
                </a:lnTo>
                <a:lnTo>
                  <a:pt x="18227" y="20645"/>
                </a:lnTo>
                <a:lnTo>
                  <a:pt x="17102" y="20828"/>
                </a:lnTo>
                <a:lnTo>
                  <a:pt x="15977" y="20986"/>
                </a:lnTo>
                <a:lnTo>
                  <a:pt x="14850" y="21138"/>
                </a:lnTo>
                <a:lnTo>
                  <a:pt x="13909" y="21369"/>
                </a:lnTo>
                <a:lnTo>
                  <a:pt x="12951" y="21600"/>
                </a:lnTo>
                <a:lnTo>
                  <a:pt x="11579" y="21564"/>
                </a:lnTo>
                <a:lnTo>
                  <a:pt x="10303" y="21186"/>
                </a:lnTo>
                <a:lnTo>
                  <a:pt x="9110" y="20493"/>
                </a:lnTo>
                <a:lnTo>
                  <a:pt x="7987" y="19484"/>
                </a:lnTo>
                <a:lnTo>
                  <a:pt x="6921" y="18182"/>
                </a:lnTo>
                <a:lnTo>
                  <a:pt x="5899" y="16589"/>
                </a:lnTo>
                <a:lnTo>
                  <a:pt x="4910" y="14728"/>
                </a:lnTo>
                <a:lnTo>
                  <a:pt x="3940" y="12600"/>
                </a:lnTo>
                <a:lnTo>
                  <a:pt x="2977" y="10228"/>
                </a:lnTo>
                <a:lnTo>
                  <a:pt x="2007" y="7626"/>
                </a:lnTo>
                <a:lnTo>
                  <a:pt x="1019" y="4792"/>
                </a:lnTo>
                <a:lnTo>
                  <a:pt x="0" y="1751"/>
                </a:lnTo>
                <a:close/>
              </a:path>
            </a:pathLst>
          </a:custGeom>
          <a:solidFill>
            <a:srgbClr val="F3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19" name="contour_11417"/>
          <p:cNvSpPr/>
          <p:nvPr/>
        </p:nvSpPr>
        <p:spPr>
          <a:xfrm>
            <a:off x="5447216" y="1260823"/>
            <a:ext cx="72880" cy="284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277"/>
                </a:lnTo>
                <a:lnTo>
                  <a:pt x="2741" y="559"/>
                </a:lnTo>
                <a:lnTo>
                  <a:pt x="4110" y="847"/>
                </a:lnTo>
                <a:lnTo>
                  <a:pt x="5480" y="1145"/>
                </a:lnTo>
                <a:lnTo>
                  <a:pt x="6847" y="1450"/>
                </a:lnTo>
                <a:lnTo>
                  <a:pt x="8217" y="1759"/>
                </a:lnTo>
                <a:lnTo>
                  <a:pt x="9586" y="2075"/>
                </a:lnTo>
                <a:lnTo>
                  <a:pt x="10271" y="2202"/>
                </a:lnTo>
                <a:lnTo>
                  <a:pt x="12340" y="2595"/>
                </a:lnTo>
                <a:lnTo>
                  <a:pt x="12995" y="2755"/>
                </a:lnTo>
                <a:lnTo>
                  <a:pt x="14977" y="3242"/>
                </a:lnTo>
                <a:lnTo>
                  <a:pt x="16183" y="3502"/>
                </a:lnTo>
                <a:lnTo>
                  <a:pt x="17410" y="3768"/>
                </a:lnTo>
                <a:lnTo>
                  <a:pt x="18889" y="5217"/>
                </a:lnTo>
                <a:lnTo>
                  <a:pt x="19768" y="7148"/>
                </a:lnTo>
                <a:lnTo>
                  <a:pt x="20799" y="11209"/>
                </a:lnTo>
                <a:lnTo>
                  <a:pt x="21196" y="13882"/>
                </a:lnTo>
                <a:lnTo>
                  <a:pt x="21600" y="16598"/>
                </a:lnTo>
                <a:lnTo>
                  <a:pt x="20148" y="17882"/>
                </a:lnTo>
                <a:lnTo>
                  <a:pt x="18740" y="19038"/>
                </a:lnTo>
                <a:lnTo>
                  <a:pt x="17366" y="20029"/>
                </a:lnTo>
                <a:lnTo>
                  <a:pt x="16012" y="20809"/>
                </a:lnTo>
                <a:lnTo>
                  <a:pt x="14666" y="21351"/>
                </a:lnTo>
                <a:lnTo>
                  <a:pt x="13319" y="21600"/>
                </a:lnTo>
                <a:lnTo>
                  <a:pt x="11958" y="21534"/>
                </a:lnTo>
                <a:lnTo>
                  <a:pt x="10573" y="21102"/>
                </a:lnTo>
                <a:lnTo>
                  <a:pt x="9150" y="20272"/>
                </a:lnTo>
                <a:lnTo>
                  <a:pt x="7679" y="19000"/>
                </a:lnTo>
                <a:lnTo>
                  <a:pt x="6519" y="17229"/>
                </a:lnTo>
                <a:lnTo>
                  <a:pt x="5383" y="15448"/>
                </a:lnTo>
                <a:lnTo>
                  <a:pt x="4266" y="13633"/>
                </a:lnTo>
                <a:lnTo>
                  <a:pt x="3173" y="11757"/>
                </a:lnTo>
                <a:lnTo>
                  <a:pt x="2097" y="9799"/>
                </a:lnTo>
                <a:lnTo>
                  <a:pt x="1041" y="7729"/>
                </a:lnTo>
                <a:lnTo>
                  <a:pt x="0" y="5533"/>
                </a:lnTo>
                <a:lnTo>
                  <a:pt x="0" y="2789"/>
                </a:lnTo>
                <a:lnTo>
                  <a:pt x="0" y="0"/>
                </a:lnTo>
                <a:close/>
              </a:path>
            </a:pathLst>
          </a:custGeom>
          <a:solidFill>
            <a:srgbClr val="DEE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0" name="contour_11418"/>
          <p:cNvSpPr/>
          <p:nvPr/>
        </p:nvSpPr>
        <p:spPr>
          <a:xfrm>
            <a:off x="4652111" y="1158791"/>
            <a:ext cx="23861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41" y="0"/>
                </a:moveTo>
                <a:lnTo>
                  <a:pt x="17114" y="0"/>
                </a:lnTo>
                <a:lnTo>
                  <a:pt x="20439" y="0"/>
                </a:lnTo>
                <a:lnTo>
                  <a:pt x="20610" y="1176"/>
                </a:lnTo>
                <a:lnTo>
                  <a:pt x="20769" y="2354"/>
                </a:lnTo>
                <a:lnTo>
                  <a:pt x="20914" y="3531"/>
                </a:lnTo>
                <a:lnTo>
                  <a:pt x="21039" y="4707"/>
                </a:lnTo>
                <a:lnTo>
                  <a:pt x="21158" y="5884"/>
                </a:lnTo>
                <a:lnTo>
                  <a:pt x="21264" y="7062"/>
                </a:lnTo>
                <a:lnTo>
                  <a:pt x="21428" y="8050"/>
                </a:lnTo>
                <a:lnTo>
                  <a:pt x="21600" y="9054"/>
                </a:lnTo>
                <a:lnTo>
                  <a:pt x="21580" y="10282"/>
                </a:lnTo>
                <a:lnTo>
                  <a:pt x="21356" y="11438"/>
                </a:lnTo>
                <a:lnTo>
                  <a:pt x="20920" y="12536"/>
                </a:lnTo>
                <a:lnTo>
                  <a:pt x="20274" y="13585"/>
                </a:lnTo>
                <a:lnTo>
                  <a:pt x="19416" y="14598"/>
                </a:lnTo>
                <a:lnTo>
                  <a:pt x="18341" y="15585"/>
                </a:lnTo>
                <a:lnTo>
                  <a:pt x="17054" y="16559"/>
                </a:lnTo>
                <a:lnTo>
                  <a:pt x="15537" y="17528"/>
                </a:lnTo>
                <a:lnTo>
                  <a:pt x="13808" y="18506"/>
                </a:lnTo>
                <a:lnTo>
                  <a:pt x="11849" y="19503"/>
                </a:lnTo>
                <a:lnTo>
                  <a:pt x="9659" y="20530"/>
                </a:lnTo>
                <a:lnTo>
                  <a:pt x="7244" y="21600"/>
                </a:lnTo>
                <a:lnTo>
                  <a:pt x="3417" y="20603"/>
                </a:lnTo>
                <a:lnTo>
                  <a:pt x="1392" y="19854"/>
                </a:lnTo>
                <a:lnTo>
                  <a:pt x="475" y="18976"/>
                </a:lnTo>
                <a:lnTo>
                  <a:pt x="0" y="17596"/>
                </a:lnTo>
                <a:lnTo>
                  <a:pt x="79" y="16688"/>
                </a:lnTo>
                <a:lnTo>
                  <a:pt x="158" y="15776"/>
                </a:lnTo>
                <a:lnTo>
                  <a:pt x="238" y="14851"/>
                </a:lnTo>
                <a:lnTo>
                  <a:pt x="297" y="13939"/>
                </a:lnTo>
                <a:lnTo>
                  <a:pt x="356" y="13021"/>
                </a:lnTo>
                <a:lnTo>
                  <a:pt x="416" y="12091"/>
                </a:lnTo>
                <a:lnTo>
                  <a:pt x="528" y="11038"/>
                </a:lnTo>
                <a:lnTo>
                  <a:pt x="647" y="9969"/>
                </a:lnTo>
                <a:lnTo>
                  <a:pt x="5007" y="9969"/>
                </a:lnTo>
                <a:lnTo>
                  <a:pt x="9395" y="9969"/>
                </a:lnTo>
                <a:lnTo>
                  <a:pt x="13841" y="9969"/>
                </a:lnTo>
                <a:lnTo>
                  <a:pt x="13841" y="8873"/>
                </a:lnTo>
                <a:lnTo>
                  <a:pt x="13841" y="7774"/>
                </a:lnTo>
                <a:lnTo>
                  <a:pt x="13841" y="6676"/>
                </a:lnTo>
                <a:lnTo>
                  <a:pt x="13841" y="5574"/>
                </a:lnTo>
                <a:lnTo>
                  <a:pt x="13841" y="4470"/>
                </a:lnTo>
                <a:lnTo>
                  <a:pt x="13841" y="3360"/>
                </a:lnTo>
                <a:lnTo>
                  <a:pt x="13841" y="2246"/>
                </a:lnTo>
                <a:lnTo>
                  <a:pt x="13841" y="1127"/>
                </a:lnTo>
                <a:lnTo>
                  <a:pt x="13841" y="0"/>
                </a:lnTo>
                <a:close/>
              </a:path>
            </a:pathLst>
          </a:custGeom>
          <a:solidFill>
            <a:srgbClr val="E7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1" name="contour_11419"/>
          <p:cNvSpPr/>
          <p:nvPr/>
        </p:nvSpPr>
        <p:spPr>
          <a:xfrm>
            <a:off x="4630961" y="104947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835" y="2674"/>
                </a:lnTo>
                <a:lnTo>
                  <a:pt x="20073" y="5348"/>
                </a:lnTo>
                <a:lnTo>
                  <a:pt x="19304" y="8031"/>
                </a:lnTo>
                <a:lnTo>
                  <a:pt x="18539" y="10718"/>
                </a:lnTo>
                <a:lnTo>
                  <a:pt x="17768" y="13418"/>
                </a:lnTo>
                <a:lnTo>
                  <a:pt x="16993" y="16131"/>
                </a:lnTo>
                <a:lnTo>
                  <a:pt x="16212" y="18857"/>
                </a:lnTo>
                <a:lnTo>
                  <a:pt x="15429" y="21600"/>
                </a:lnTo>
                <a:lnTo>
                  <a:pt x="11960" y="19561"/>
                </a:lnTo>
                <a:lnTo>
                  <a:pt x="9421" y="18040"/>
                </a:lnTo>
                <a:lnTo>
                  <a:pt x="7594" y="16891"/>
                </a:lnTo>
                <a:lnTo>
                  <a:pt x="6264" y="15958"/>
                </a:lnTo>
                <a:lnTo>
                  <a:pt x="5212" y="15094"/>
                </a:lnTo>
                <a:lnTo>
                  <a:pt x="4224" y="14144"/>
                </a:lnTo>
                <a:lnTo>
                  <a:pt x="3086" y="12960"/>
                </a:lnTo>
                <a:lnTo>
                  <a:pt x="2475" y="10394"/>
                </a:lnTo>
                <a:lnTo>
                  <a:pt x="1861" y="7819"/>
                </a:lnTo>
                <a:lnTo>
                  <a:pt x="1247" y="5236"/>
                </a:lnTo>
                <a:lnTo>
                  <a:pt x="626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F1F1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2" name="contour_11420"/>
          <p:cNvSpPr/>
          <p:nvPr/>
        </p:nvSpPr>
        <p:spPr>
          <a:xfrm>
            <a:off x="9637811" y="916961"/>
            <a:ext cx="87456" cy="44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74" y="2801"/>
                </a:moveTo>
                <a:lnTo>
                  <a:pt x="20831" y="3499"/>
                </a:lnTo>
                <a:lnTo>
                  <a:pt x="21600" y="4207"/>
                </a:lnTo>
                <a:lnTo>
                  <a:pt x="20623" y="5175"/>
                </a:lnTo>
                <a:lnTo>
                  <a:pt x="19643" y="6139"/>
                </a:lnTo>
                <a:lnTo>
                  <a:pt x="18666" y="7100"/>
                </a:lnTo>
                <a:lnTo>
                  <a:pt x="17687" y="8061"/>
                </a:lnTo>
                <a:lnTo>
                  <a:pt x="16706" y="9015"/>
                </a:lnTo>
                <a:lnTo>
                  <a:pt x="15687" y="10047"/>
                </a:lnTo>
                <a:lnTo>
                  <a:pt x="14672" y="11094"/>
                </a:lnTo>
                <a:lnTo>
                  <a:pt x="13658" y="12151"/>
                </a:lnTo>
                <a:lnTo>
                  <a:pt x="12650" y="13218"/>
                </a:lnTo>
                <a:lnTo>
                  <a:pt x="11642" y="14297"/>
                </a:lnTo>
                <a:lnTo>
                  <a:pt x="11221" y="14745"/>
                </a:lnTo>
                <a:lnTo>
                  <a:pt x="10478" y="15532"/>
                </a:lnTo>
                <a:lnTo>
                  <a:pt x="8775" y="17329"/>
                </a:lnTo>
                <a:lnTo>
                  <a:pt x="7879" y="18301"/>
                </a:lnTo>
                <a:lnTo>
                  <a:pt x="6975" y="19276"/>
                </a:lnTo>
                <a:lnTo>
                  <a:pt x="6061" y="20262"/>
                </a:lnTo>
                <a:lnTo>
                  <a:pt x="4606" y="21248"/>
                </a:lnTo>
                <a:lnTo>
                  <a:pt x="3643" y="21600"/>
                </a:lnTo>
                <a:lnTo>
                  <a:pt x="2743" y="21347"/>
                </a:lnTo>
                <a:lnTo>
                  <a:pt x="1476" y="20514"/>
                </a:lnTo>
                <a:lnTo>
                  <a:pt x="743" y="19486"/>
                </a:lnTo>
                <a:lnTo>
                  <a:pt x="0" y="18443"/>
                </a:lnTo>
                <a:lnTo>
                  <a:pt x="2095" y="14998"/>
                </a:lnTo>
                <a:lnTo>
                  <a:pt x="3955" y="11962"/>
                </a:lnTo>
                <a:lnTo>
                  <a:pt x="5600" y="9318"/>
                </a:lnTo>
                <a:lnTo>
                  <a:pt x="7058" y="7047"/>
                </a:lnTo>
                <a:lnTo>
                  <a:pt x="8352" y="5132"/>
                </a:lnTo>
                <a:lnTo>
                  <a:pt x="9508" y="3552"/>
                </a:lnTo>
                <a:lnTo>
                  <a:pt x="10550" y="2285"/>
                </a:lnTo>
                <a:lnTo>
                  <a:pt x="11502" y="1317"/>
                </a:lnTo>
                <a:lnTo>
                  <a:pt x="12388" y="626"/>
                </a:lnTo>
                <a:lnTo>
                  <a:pt x="13234" y="192"/>
                </a:lnTo>
                <a:lnTo>
                  <a:pt x="14063" y="0"/>
                </a:lnTo>
                <a:lnTo>
                  <a:pt x="14902" y="28"/>
                </a:lnTo>
                <a:lnTo>
                  <a:pt x="15773" y="256"/>
                </a:lnTo>
                <a:lnTo>
                  <a:pt x="16700" y="669"/>
                </a:lnTo>
                <a:lnTo>
                  <a:pt x="17710" y="1242"/>
                </a:lnTo>
                <a:lnTo>
                  <a:pt x="18826" y="1961"/>
                </a:lnTo>
                <a:lnTo>
                  <a:pt x="20074" y="2801"/>
                </a:lnTo>
                <a:close/>
              </a:path>
            </a:pathLst>
          </a:custGeom>
          <a:solidFill>
            <a:srgbClr val="D7DC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3" name="contour_11421"/>
          <p:cNvSpPr/>
          <p:nvPr/>
        </p:nvSpPr>
        <p:spPr>
          <a:xfrm>
            <a:off x="4536217" y="692359"/>
            <a:ext cx="52641" cy="462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74" y="748"/>
                </a:lnTo>
                <a:lnTo>
                  <a:pt x="3950" y="1496"/>
                </a:lnTo>
                <a:lnTo>
                  <a:pt x="5927" y="2248"/>
                </a:lnTo>
                <a:lnTo>
                  <a:pt x="7910" y="2999"/>
                </a:lnTo>
                <a:lnTo>
                  <a:pt x="9898" y="3751"/>
                </a:lnTo>
                <a:lnTo>
                  <a:pt x="11896" y="4509"/>
                </a:lnTo>
                <a:lnTo>
                  <a:pt x="13900" y="5267"/>
                </a:lnTo>
                <a:lnTo>
                  <a:pt x="15915" y="6032"/>
                </a:lnTo>
                <a:lnTo>
                  <a:pt x="17943" y="6801"/>
                </a:lnTo>
                <a:lnTo>
                  <a:pt x="18684" y="5118"/>
                </a:lnTo>
                <a:lnTo>
                  <a:pt x="19426" y="3424"/>
                </a:lnTo>
                <a:lnTo>
                  <a:pt x="20177" y="1724"/>
                </a:lnTo>
                <a:lnTo>
                  <a:pt x="20933" y="0"/>
                </a:lnTo>
                <a:lnTo>
                  <a:pt x="21205" y="2479"/>
                </a:lnTo>
                <a:lnTo>
                  <a:pt x="21421" y="4914"/>
                </a:lnTo>
                <a:lnTo>
                  <a:pt x="21558" y="7321"/>
                </a:lnTo>
                <a:lnTo>
                  <a:pt x="21600" y="9715"/>
                </a:lnTo>
                <a:lnTo>
                  <a:pt x="21522" y="12116"/>
                </a:lnTo>
                <a:lnTo>
                  <a:pt x="21307" y="14541"/>
                </a:lnTo>
                <a:lnTo>
                  <a:pt x="20933" y="17003"/>
                </a:lnTo>
                <a:lnTo>
                  <a:pt x="19303" y="18638"/>
                </a:lnTo>
                <a:lnTo>
                  <a:pt x="17766" y="19805"/>
                </a:lnTo>
                <a:lnTo>
                  <a:pt x="16172" y="20607"/>
                </a:lnTo>
                <a:lnTo>
                  <a:pt x="14375" y="21168"/>
                </a:lnTo>
                <a:lnTo>
                  <a:pt x="12231" y="21600"/>
                </a:lnTo>
                <a:lnTo>
                  <a:pt x="10302" y="20838"/>
                </a:lnTo>
                <a:lnTo>
                  <a:pt x="9028" y="20005"/>
                </a:lnTo>
                <a:lnTo>
                  <a:pt x="7844" y="18574"/>
                </a:lnTo>
                <a:lnTo>
                  <a:pt x="6178" y="16020"/>
                </a:lnTo>
                <a:lnTo>
                  <a:pt x="5329" y="14044"/>
                </a:lnTo>
                <a:lnTo>
                  <a:pt x="4504" y="12065"/>
                </a:lnTo>
                <a:lnTo>
                  <a:pt x="3702" y="10082"/>
                </a:lnTo>
                <a:lnTo>
                  <a:pt x="2922" y="8093"/>
                </a:lnTo>
                <a:lnTo>
                  <a:pt x="2162" y="6090"/>
                </a:lnTo>
                <a:lnTo>
                  <a:pt x="1420" y="4077"/>
                </a:lnTo>
                <a:lnTo>
                  <a:pt x="700" y="2047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4" name="contour_11422"/>
          <p:cNvSpPr/>
          <p:nvPr/>
        </p:nvSpPr>
        <p:spPr>
          <a:xfrm>
            <a:off x="4485201" y="510159"/>
            <a:ext cx="5086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14" y="186"/>
                </a:lnTo>
                <a:lnTo>
                  <a:pt x="4599" y="397"/>
                </a:lnTo>
                <a:lnTo>
                  <a:pt x="6602" y="676"/>
                </a:lnTo>
                <a:lnTo>
                  <a:pt x="8462" y="1058"/>
                </a:lnTo>
                <a:lnTo>
                  <a:pt x="10223" y="1583"/>
                </a:lnTo>
                <a:lnTo>
                  <a:pt x="11934" y="2292"/>
                </a:lnTo>
                <a:lnTo>
                  <a:pt x="13640" y="3218"/>
                </a:lnTo>
                <a:lnTo>
                  <a:pt x="15379" y="4404"/>
                </a:lnTo>
                <a:lnTo>
                  <a:pt x="17481" y="6629"/>
                </a:lnTo>
                <a:lnTo>
                  <a:pt x="19059" y="8355"/>
                </a:lnTo>
                <a:lnTo>
                  <a:pt x="20182" y="9714"/>
                </a:lnTo>
                <a:lnTo>
                  <a:pt x="20925" y="10837"/>
                </a:lnTo>
                <a:lnTo>
                  <a:pt x="21362" y="11854"/>
                </a:lnTo>
                <a:lnTo>
                  <a:pt x="21563" y="12900"/>
                </a:lnTo>
                <a:lnTo>
                  <a:pt x="21600" y="14103"/>
                </a:lnTo>
                <a:lnTo>
                  <a:pt x="21544" y="15593"/>
                </a:lnTo>
                <a:lnTo>
                  <a:pt x="21114" y="16775"/>
                </a:lnTo>
                <a:lnTo>
                  <a:pt x="20746" y="17677"/>
                </a:lnTo>
                <a:lnTo>
                  <a:pt x="20294" y="18591"/>
                </a:lnTo>
                <a:lnTo>
                  <a:pt x="19616" y="19803"/>
                </a:lnTo>
                <a:lnTo>
                  <a:pt x="18570" y="21600"/>
                </a:lnTo>
                <a:lnTo>
                  <a:pt x="17326" y="20362"/>
                </a:lnTo>
                <a:lnTo>
                  <a:pt x="16082" y="19122"/>
                </a:lnTo>
                <a:lnTo>
                  <a:pt x="14844" y="17878"/>
                </a:lnTo>
                <a:lnTo>
                  <a:pt x="13612" y="16634"/>
                </a:lnTo>
                <a:lnTo>
                  <a:pt x="12380" y="15390"/>
                </a:lnTo>
                <a:lnTo>
                  <a:pt x="11232" y="14237"/>
                </a:lnTo>
                <a:lnTo>
                  <a:pt x="10071" y="13074"/>
                </a:lnTo>
                <a:lnTo>
                  <a:pt x="8898" y="11897"/>
                </a:lnTo>
                <a:lnTo>
                  <a:pt x="7756" y="10504"/>
                </a:lnTo>
                <a:lnTo>
                  <a:pt x="6992" y="9446"/>
                </a:lnTo>
                <a:lnTo>
                  <a:pt x="6527" y="8508"/>
                </a:lnTo>
                <a:lnTo>
                  <a:pt x="6289" y="7480"/>
                </a:lnTo>
                <a:lnTo>
                  <a:pt x="6202" y="6156"/>
                </a:lnTo>
                <a:lnTo>
                  <a:pt x="6190" y="4320"/>
                </a:lnTo>
                <a:lnTo>
                  <a:pt x="4144" y="4320"/>
                </a:lnTo>
                <a:lnTo>
                  <a:pt x="2086" y="4320"/>
                </a:lnTo>
                <a:lnTo>
                  <a:pt x="0" y="4320"/>
                </a:lnTo>
                <a:lnTo>
                  <a:pt x="0" y="2892"/>
                </a:lnTo>
                <a:lnTo>
                  <a:pt x="0" y="1456"/>
                </a:lnTo>
                <a:lnTo>
                  <a:pt x="0" y="0"/>
                </a:lnTo>
                <a:close/>
              </a:path>
            </a:pathLst>
          </a:custGeom>
          <a:solidFill>
            <a:srgbClr val="8B8B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5" name="contour_11423"/>
          <p:cNvSpPr/>
          <p:nvPr/>
        </p:nvSpPr>
        <p:spPr>
          <a:xfrm>
            <a:off x="7917845" y="6325977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DD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6" name="contour_11424"/>
          <p:cNvSpPr/>
          <p:nvPr/>
        </p:nvSpPr>
        <p:spPr>
          <a:xfrm>
            <a:off x="1365941" y="6297430"/>
            <a:ext cx="80168" cy="21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5" y="2142"/>
                </a:moveTo>
                <a:lnTo>
                  <a:pt x="15201" y="2766"/>
                </a:lnTo>
                <a:lnTo>
                  <a:pt x="16304" y="3404"/>
                </a:lnTo>
                <a:lnTo>
                  <a:pt x="17630" y="4197"/>
                </a:lnTo>
                <a:lnTo>
                  <a:pt x="18955" y="5018"/>
                </a:lnTo>
                <a:lnTo>
                  <a:pt x="20277" y="5862"/>
                </a:lnTo>
                <a:lnTo>
                  <a:pt x="21600" y="6728"/>
                </a:lnTo>
                <a:lnTo>
                  <a:pt x="20754" y="11182"/>
                </a:lnTo>
                <a:lnTo>
                  <a:pt x="20062" y="14190"/>
                </a:lnTo>
                <a:lnTo>
                  <a:pt x="19157" y="17139"/>
                </a:lnTo>
                <a:lnTo>
                  <a:pt x="17673" y="21402"/>
                </a:lnTo>
                <a:lnTo>
                  <a:pt x="16357" y="21600"/>
                </a:lnTo>
                <a:lnTo>
                  <a:pt x="15055" y="21527"/>
                </a:lnTo>
                <a:lnTo>
                  <a:pt x="13761" y="21226"/>
                </a:lnTo>
                <a:lnTo>
                  <a:pt x="12473" y="20742"/>
                </a:lnTo>
                <a:lnTo>
                  <a:pt x="11185" y="20118"/>
                </a:lnTo>
                <a:lnTo>
                  <a:pt x="9893" y="19406"/>
                </a:lnTo>
                <a:lnTo>
                  <a:pt x="8591" y="18651"/>
                </a:lnTo>
                <a:lnTo>
                  <a:pt x="7350" y="18027"/>
                </a:lnTo>
                <a:lnTo>
                  <a:pt x="6089" y="17389"/>
                </a:lnTo>
                <a:lnTo>
                  <a:pt x="4872" y="16758"/>
                </a:lnTo>
                <a:lnTo>
                  <a:pt x="3652" y="16105"/>
                </a:lnTo>
                <a:lnTo>
                  <a:pt x="2435" y="15437"/>
                </a:lnTo>
                <a:lnTo>
                  <a:pt x="1215" y="14755"/>
                </a:lnTo>
                <a:lnTo>
                  <a:pt x="0" y="14065"/>
                </a:lnTo>
                <a:lnTo>
                  <a:pt x="1306" y="10235"/>
                </a:lnTo>
                <a:lnTo>
                  <a:pt x="2537" y="7087"/>
                </a:lnTo>
                <a:lnTo>
                  <a:pt x="3713" y="4571"/>
                </a:lnTo>
                <a:lnTo>
                  <a:pt x="4864" y="2649"/>
                </a:lnTo>
                <a:lnTo>
                  <a:pt x="6007" y="1277"/>
                </a:lnTo>
                <a:lnTo>
                  <a:pt x="7171" y="404"/>
                </a:lnTo>
                <a:lnTo>
                  <a:pt x="8377" y="0"/>
                </a:lnTo>
                <a:lnTo>
                  <a:pt x="9651" y="15"/>
                </a:lnTo>
                <a:lnTo>
                  <a:pt x="11016" y="404"/>
                </a:lnTo>
                <a:lnTo>
                  <a:pt x="12495" y="1130"/>
                </a:lnTo>
                <a:lnTo>
                  <a:pt x="14115" y="2142"/>
                </a:lnTo>
                <a:close/>
              </a:path>
            </a:pathLst>
          </a:custGeom>
          <a:solidFill>
            <a:srgbClr val="E6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7" name="contour_11425"/>
          <p:cNvSpPr/>
          <p:nvPr/>
        </p:nvSpPr>
        <p:spPr>
          <a:xfrm>
            <a:off x="8151061" y="6238426"/>
            <a:ext cx="58304" cy="365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2361"/>
                </a:moveTo>
                <a:lnTo>
                  <a:pt x="17391" y="4386"/>
                </a:lnTo>
                <a:lnTo>
                  <a:pt x="18517" y="6429"/>
                </a:lnTo>
                <a:lnTo>
                  <a:pt x="19589" y="8523"/>
                </a:lnTo>
                <a:lnTo>
                  <a:pt x="20612" y="10699"/>
                </a:lnTo>
                <a:lnTo>
                  <a:pt x="21600" y="12982"/>
                </a:lnTo>
                <a:lnTo>
                  <a:pt x="19834" y="14206"/>
                </a:lnTo>
                <a:lnTo>
                  <a:pt x="18074" y="15387"/>
                </a:lnTo>
                <a:lnTo>
                  <a:pt x="16313" y="16524"/>
                </a:lnTo>
                <a:lnTo>
                  <a:pt x="14545" y="17597"/>
                </a:lnTo>
                <a:lnTo>
                  <a:pt x="12766" y="18597"/>
                </a:lnTo>
                <a:lnTo>
                  <a:pt x="10967" y="19510"/>
                </a:lnTo>
                <a:lnTo>
                  <a:pt x="9145" y="20320"/>
                </a:lnTo>
                <a:lnTo>
                  <a:pt x="7293" y="21023"/>
                </a:lnTo>
                <a:lnTo>
                  <a:pt x="5400" y="21600"/>
                </a:lnTo>
                <a:lnTo>
                  <a:pt x="3829" y="19071"/>
                </a:lnTo>
                <a:lnTo>
                  <a:pt x="2724" y="17171"/>
                </a:lnTo>
                <a:lnTo>
                  <a:pt x="1941" y="15542"/>
                </a:lnTo>
                <a:lnTo>
                  <a:pt x="1326" y="13823"/>
                </a:lnTo>
                <a:lnTo>
                  <a:pt x="729" y="11651"/>
                </a:lnTo>
                <a:lnTo>
                  <a:pt x="0" y="8674"/>
                </a:lnTo>
                <a:lnTo>
                  <a:pt x="3472" y="5640"/>
                </a:lnTo>
                <a:lnTo>
                  <a:pt x="6213" y="3313"/>
                </a:lnTo>
                <a:lnTo>
                  <a:pt x="8359" y="1637"/>
                </a:lnTo>
                <a:lnTo>
                  <a:pt x="10044" y="560"/>
                </a:lnTo>
                <a:lnTo>
                  <a:pt x="11399" y="30"/>
                </a:lnTo>
                <a:lnTo>
                  <a:pt x="12560" y="0"/>
                </a:lnTo>
                <a:lnTo>
                  <a:pt x="13657" y="409"/>
                </a:lnTo>
                <a:lnTo>
                  <a:pt x="14826" y="1215"/>
                </a:lnTo>
                <a:lnTo>
                  <a:pt x="16200" y="2361"/>
                </a:lnTo>
                <a:close/>
              </a:path>
            </a:pathLst>
          </a:custGeom>
          <a:solidFill>
            <a:srgbClr val="C0D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8" name="contour_11426"/>
          <p:cNvSpPr/>
          <p:nvPr/>
        </p:nvSpPr>
        <p:spPr>
          <a:xfrm>
            <a:off x="1125437" y="6240110"/>
            <a:ext cx="65592" cy="275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177"/>
                </a:moveTo>
                <a:lnTo>
                  <a:pt x="21600" y="13953"/>
                </a:lnTo>
                <a:lnTo>
                  <a:pt x="21600" y="17751"/>
                </a:lnTo>
                <a:lnTo>
                  <a:pt x="21600" y="21600"/>
                </a:lnTo>
                <a:lnTo>
                  <a:pt x="19980" y="21200"/>
                </a:lnTo>
                <a:lnTo>
                  <a:pt x="18358" y="20783"/>
                </a:lnTo>
                <a:lnTo>
                  <a:pt x="16738" y="20355"/>
                </a:lnTo>
                <a:lnTo>
                  <a:pt x="15120" y="19909"/>
                </a:lnTo>
                <a:lnTo>
                  <a:pt x="13500" y="19458"/>
                </a:lnTo>
                <a:lnTo>
                  <a:pt x="11995" y="19058"/>
                </a:lnTo>
                <a:lnTo>
                  <a:pt x="10481" y="18659"/>
                </a:lnTo>
                <a:lnTo>
                  <a:pt x="8945" y="18253"/>
                </a:lnTo>
                <a:lnTo>
                  <a:pt x="7183" y="17122"/>
                </a:lnTo>
                <a:lnTo>
                  <a:pt x="5705" y="15872"/>
                </a:lnTo>
                <a:lnTo>
                  <a:pt x="4435" y="14404"/>
                </a:lnTo>
                <a:lnTo>
                  <a:pt x="3302" y="12622"/>
                </a:lnTo>
                <a:lnTo>
                  <a:pt x="2234" y="10440"/>
                </a:lnTo>
                <a:lnTo>
                  <a:pt x="1157" y="7750"/>
                </a:lnTo>
                <a:lnTo>
                  <a:pt x="0" y="4466"/>
                </a:lnTo>
                <a:lnTo>
                  <a:pt x="1817" y="2981"/>
                </a:lnTo>
                <a:lnTo>
                  <a:pt x="3583" y="1782"/>
                </a:lnTo>
                <a:lnTo>
                  <a:pt x="5306" y="880"/>
                </a:lnTo>
                <a:lnTo>
                  <a:pt x="6994" y="280"/>
                </a:lnTo>
                <a:lnTo>
                  <a:pt x="8650" y="0"/>
                </a:lnTo>
                <a:lnTo>
                  <a:pt x="10284" y="40"/>
                </a:lnTo>
                <a:lnTo>
                  <a:pt x="11902" y="411"/>
                </a:lnTo>
                <a:lnTo>
                  <a:pt x="13507" y="1125"/>
                </a:lnTo>
                <a:lnTo>
                  <a:pt x="15108" y="2193"/>
                </a:lnTo>
                <a:lnTo>
                  <a:pt x="16711" y="3621"/>
                </a:lnTo>
                <a:lnTo>
                  <a:pt x="18324" y="5426"/>
                </a:lnTo>
                <a:lnTo>
                  <a:pt x="19951" y="7607"/>
                </a:lnTo>
                <a:lnTo>
                  <a:pt x="21600" y="10177"/>
                </a:lnTo>
                <a:close/>
              </a:path>
            </a:pathLst>
          </a:custGeom>
          <a:solidFill>
            <a:srgbClr val="A7BF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29" name="contour_11427"/>
          <p:cNvSpPr/>
          <p:nvPr/>
        </p:nvSpPr>
        <p:spPr>
          <a:xfrm>
            <a:off x="11233882" y="6173344"/>
            <a:ext cx="51016" cy="433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927"/>
                </a:moveTo>
                <a:lnTo>
                  <a:pt x="14453" y="2072"/>
                </a:lnTo>
                <a:lnTo>
                  <a:pt x="16265" y="3271"/>
                </a:lnTo>
                <a:lnTo>
                  <a:pt x="18055" y="4510"/>
                </a:lnTo>
                <a:lnTo>
                  <a:pt x="19832" y="5779"/>
                </a:lnTo>
                <a:lnTo>
                  <a:pt x="21600" y="7062"/>
                </a:lnTo>
                <a:lnTo>
                  <a:pt x="19903" y="8665"/>
                </a:lnTo>
                <a:lnTo>
                  <a:pt x="18203" y="10264"/>
                </a:lnTo>
                <a:lnTo>
                  <a:pt x="16502" y="11867"/>
                </a:lnTo>
                <a:lnTo>
                  <a:pt x="14796" y="13473"/>
                </a:lnTo>
                <a:lnTo>
                  <a:pt x="13087" y="15083"/>
                </a:lnTo>
                <a:lnTo>
                  <a:pt x="11371" y="16701"/>
                </a:lnTo>
                <a:lnTo>
                  <a:pt x="9646" y="18325"/>
                </a:lnTo>
                <a:lnTo>
                  <a:pt x="7915" y="19957"/>
                </a:lnTo>
                <a:lnTo>
                  <a:pt x="6171" y="21600"/>
                </a:lnTo>
                <a:lnTo>
                  <a:pt x="5298" y="19543"/>
                </a:lnTo>
                <a:lnTo>
                  <a:pt x="4425" y="17486"/>
                </a:lnTo>
                <a:lnTo>
                  <a:pt x="3549" y="15421"/>
                </a:lnTo>
                <a:lnTo>
                  <a:pt x="2669" y="13350"/>
                </a:lnTo>
                <a:lnTo>
                  <a:pt x="1784" y="11267"/>
                </a:lnTo>
                <a:lnTo>
                  <a:pt x="895" y="9174"/>
                </a:lnTo>
                <a:lnTo>
                  <a:pt x="0" y="7062"/>
                </a:lnTo>
                <a:lnTo>
                  <a:pt x="2768" y="4147"/>
                </a:lnTo>
                <a:lnTo>
                  <a:pt x="4848" y="2093"/>
                </a:lnTo>
                <a:lnTo>
                  <a:pt x="6455" y="785"/>
                </a:lnTo>
                <a:lnTo>
                  <a:pt x="7819" y="124"/>
                </a:lnTo>
                <a:lnTo>
                  <a:pt x="9152" y="0"/>
                </a:lnTo>
                <a:lnTo>
                  <a:pt x="10680" y="302"/>
                </a:lnTo>
                <a:lnTo>
                  <a:pt x="12621" y="927"/>
                </a:lnTo>
                <a:close/>
              </a:path>
            </a:pathLst>
          </a:custGeom>
          <a:solidFill>
            <a:srgbClr val="C6D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0" name="contour_11428"/>
          <p:cNvSpPr/>
          <p:nvPr/>
        </p:nvSpPr>
        <p:spPr>
          <a:xfrm>
            <a:off x="1890677" y="6141940"/>
            <a:ext cx="65592" cy="38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1036"/>
                </a:moveTo>
                <a:lnTo>
                  <a:pt x="8882" y="452"/>
                </a:lnTo>
                <a:lnTo>
                  <a:pt x="10106" y="119"/>
                </a:lnTo>
                <a:lnTo>
                  <a:pt x="11225" y="0"/>
                </a:lnTo>
                <a:lnTo>
                  <a:pt x="12588" y="62"/>
                </a:lnTo>
                <a:lnTo>
                  <a:pt x="14549" y="263"/>
                </a:lnTo>
                <a:lnTo>
                  <a:pt x="15866" y="378"/>
                </a:lnTo>
                <a:lnTo>
                  <a:pt x="17191" y="489"/>
                </a:lnTo>
                <a:lnTo>
                  <a:pt x="18535" y="605"/>
                </a:lnTo>
                <a:lnTo>
                  <a:pt x="20057" y="818"/>
                </a:lnTo>
                <a:lnTo>
                  <a:pt x="21600" y="1036"/>
                </a:lnTo>
                <a:lnTo>
                  <a:pt x="21600" y="3755"/>
                </a:lnTo>
                <a:lnTo>
                  <a:pt x="21600" y="6490"/>
                </a:lnTo>
                <a:lnTo>
                  <a:pt x="21600" y="9262"/>
                </a:lnTo>
                <a:lnTo>
                  <a:pt x="19937" y="9669"/>
                </a:lnTo>
                <a:lnTo>
                  <a:pt x="18271" y="10076"/>
                </a:lnTo>
                <a:lnTo>
                  <a:pt x="16606" y="10483"/>
                </a:lnTo>
                <a:lnTo>
                  <a:pt x="14938" y="10895"/>
                </a:lnTo>
                <a:lnTo>
                  <a:pt x="13262" y="11302"/>
                </a:lnTo>
                <a:lnTo>
                  <a:pt x="11585" y="11713"/>
                </a:lnTo>
                <a:lnTo>
                  <a:pt x="9900" y="12124"/>
                </a:lnTo>
                <a:lnTo>
                  <a:pt x="8208" y="12540"/>
                </a:lnTo>
                <a:lnTo>
                  <a:pt x="6509" y="12955"/>
                </a:lnTo>
                <a:lnTo>
                  <a:pt x="4800" y="13375"/>
                </a:lnTo>
                <a:lnTo>
                  <a:pt x="5275" y="10932"/>
                </a:lnTo>
                <a:lnTo>
                  <a:pt x="5753" y="8480"/>
                </a:lnTo>
                <a:lnTo>
                  <a:pt x="6230" y="6021"/>
                </a:lnTo>
                <a:lnTo>
                  <a:pt x="6713" y="3541"/>
                </a:lnTo>
                <a:lnTo>
                  <a:pt x="7200" y="1036"/>
                </a:lnTo>
                <a:lnTo>
                  <a:pt x="0" y="13375"/>
                </a:lnTo>
                <a:lnTo>
                  <a:pt x="1586" y="13375"/>
                </a:lnTo>
                <a:lnTo>
                  <a:pt x="3182" y="13375"/>
                </a:lnTo>
                <a:lnTo>
                  <a:pt x="4800" y="13375"/>
                </a:lnTo>
                <a:lnTo>
                  <a:pt x="4800" y="16093"/>
                </a:lnTo>
                <a:lnTo>
                  <a:pt x="4800" y="18828"/>
                </a:lnTo>
                <a:lnTo>
                  <a:pt x="4800" y="21600"/>
                </a:lnTo>
                <a:lnTo>
                  <a:pt x="3214" y="21600"/>
                </a:lnTo>
                <a:lnTo>
                  <a:pt x="1618" y="21600"/>
                </a:lnTo>
                <a:lnTo>
                  <a:pt x="0" y="21600"/>
                </a:lnTo>
                <a:lnTo>
                  <a:pt x="0" y="18881"/>
                </a:lnTo>
                <a:lnTo>
                  <a:pt x="0" y="16147"/>
                </a:lnTo>
                <a:lnTo>
                  <a:pt x="0" y="13375"/>
                </a:lnTo>
                <a:lnTo>
                  <a:pt x="7200" y="1036"/>
                </a:lnTo>
                <a:close/>
              </a:path>
            </a:pathLst>
          </a:custGeom>
          <a:solidFill>
            <a:srgbClr val="E2E7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1" name="contour_11429"/>
          <p:cNvSpPr/>
          <p:nvPr/>
        </p:nvSpPr>
        <p:spPr>
          <a:xfrm>
            <a:off x="4703841" y="6100049"/>
            <a:ext cx="4294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61" y="0"/>
                </a:moveTo>
                <a:lnTo>
                  <a:pt x="16971" y="3178"/>
                </a:lnTo>
                <a:lnTo>
                  <a:pt x="18752" y="5712"/>
                </a:lnTo>
                <a:lnTo>
                  <a:pt x="20057" y="7751"/>
                </a:lnTo>
                <a:lnTo>
                  <a:pt x="20937" y="9442"/>
                </a:lnTo>
                <a:lnTo>
                  <a:pt x="21435" y="10927"/>
                </a:lnTo>
                <a:lnTo>
                  <a:pt x="21600" y="12352"/>
                </a:lnTo>
                <a:lnTo>
                  <a:pt x="21490" y="13867"/>
                </a:lnTo>
                <a:lnTo>
                  <a:pt x="21145" y="15614"/>
                </a:lnTo>
                <a:lnTo>
                  <a:pt x="20618" y="17743"/>
                </a:lnTo>
                <a:lnTo>
                  <a:pt x="20050" y="18703"/>
                </a:lnTo>
                <a:lnTo>
                  <a:pt x="18327" y="21600"/>
                </a:lnTo>
                <a:lnTo>
                  <a:pt x="16032" y="21332"/>
                </a:lnTo>
                <a:lnTo>
                  <a:pt x="13741" y="21045"/>
                </a:lnTo>
                <a:lnTo>
                  <a:pt x="11451" y="20748"/>
                </a:lnTo>
                <a:lnTo>
                  <a:pt x="9163" y="20443"/>
                </a:lnTo>
                <a:lnTo>
                  <a:pt x="6605" y="20119"/>
                </a:lnTo>
                <a:lnTo>
                  <a:pt x="4010" y="19792"/>
                </a:lnTo>
                <a:lnTo>
                  <a:pt x="2020" y="19156"/>
                </a:lnTo>
                <a:lnTo>
                  <a:pt x="0" y="18514"/>
                </a:lnTo>
                <a:lnTo>
                  <a:pt x="0" y="16475"/>
                </a:lnTo>
                <a:lnTo>
                  <a:pt x="0" y="14423"/>
                </a:lnTo>
                <a:lnTo>
                  <a:pt x="0" y="12343"/>
                </a:lnTo>
                <a:lnTo>
                  <a:pt x="2423" y="12343"/>
                </a:lnTo>
                <a:lnTo>
                  <a:pt x="4860" y="12343"/>
                </a:lnTo>
                <a:lnTo>
                  <a:pt x="7331" y="12343"/>
                </a:lnTo>
                <a:lnTo>
                  <a:pt x="7331" y="10303"/>
                </a:lnTo>
                <a:lnTo>
                  <a:pt x="7331" y="8251"/>
                </a:lnTo>
                <a:lnTo>
                  <a:pt x="7331" y="6171"/>
                </a:lnTo>
                <a:lnTo>
                  <a:pt x="9754" y="6171"/>
                </a:lnTo>
                <a:lnTo>
                  <a:pt x="12191" y="6171"/>
                </a:lnTo>
                <a:lnTo>
                  <a:pt x="14661" y="6171"/>
                </a:lnTo>
                <a:lnTo>
                  <a:pt x="14661" y="4132"/>
                </a:lnTo>
                <a:lnTo>
                  <a:pt x="14661" y="2080"/>
                </a:lnTo>
                <a:lnTo>
                  <a:pt x="14661" y="0"/>
                </a:lnTo>
                <a:close/>
              </a:path>
            </a:pathLst>
          </a:custGeom>
          <a:solidFill>
            <a:srgbClr val="C2C4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2" name="contour_11430"/>
          <p:cNvSpPr/>
          <p:nvPr/>
        </p:nvSpPr>
        <p:spPr>
          <a:xfrm>
            <a:off x="5294169" y="6092761"/>
            <a:ext cx="6597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03" y="0"/>
                </a:moveTo>
                <a:lnTo>
                  <a:pt x="17887" y="0"/>
                </a:lnTo>
                <a:lnTo>
                  <a:pt x="19090" y="0"/>
                </a:lnTo>
                <a:lnTo>
                  <a:pt x="19598" y="1388"/>
                </a:lnTo>
                <a:lnTo>
                  <a:pt x="20063" y="2753"/>
                </a:lnTo>
                <a:lnTo>
                  <a:pt x="20478" y="4104"/>
                </a:lnTo>
                <a:lnTo>
                  <a:pt x="20841" y="5447"/>
                </a:lnTo>
                <a:lnTo>
                  <a:pt x="21139" y="6788"/>
                </a:lnTo>
                <a:lnTo>
                  <a:pt x="21371" y="8137"/>
                </a:lnTo>
                <a:lnTo>
                  <a:pt x="21526" y="9500"/>
                </a:lnTo>
                <a:lnTo>
                  <a:pt x="21600" y="10882"/>
                </a:lnTo>
                <a:lnTo>
                  <a:pt x="21586" y="12296"/>
                </a:lnTo>
                <a:lnTo>
                  <a:pt x="21476" y="13745"/>
                </a:lnTo>
                <a:lnTo>
                  <a:pt x="20393" y="14792"/>
                </a:lnTo>
                <a:lnTo>
                  <a:pt x="19283" y="15770"/>
                </a:lnTo>
                <a:lnTo>
                  <a:pt x="18140" y="16681"/>
                </a:lnTo>
                <a:lnTo>
                  <a:pt x="16961" y="17525"/>
                </a:lnTo>
                <a:lnTo>
                  <a:pt x="15737" y="18301"/>
                </a:lnTo>
                <a:lnTo>
                  <a:pt x="14463" y="19014"/>
                </a:lnTo>
                <a:lnTo>
                  <a:pt x="13134" y="19660"/>
                </a:lnTo>
                <a:lnTo>
                  <a:pt x="11745" y="20241"/>
                </a:lnTo>
                <a:lnTo>
                  <a:pt x="10289" y="20758"/>
                </a:lnTo>
                <a:lnTo>
                  <a:pt x="8762" y="21211"/>
                </a:lnTo>
                <a:lnTo>
                  <a:pt x="7159" y="21600"/>
                </a:lnTo>
                <a:lnTo>
                  <a:pt x="5433" y="20838"/>
                </a:lnTo>
                <a:lnTo>
                  <a:pt x="4185" y="20263"/>
                </a:lnTo>
                <a:lnTo>
                  <a:pt x="3217" y="19768"/>
                </a:lnTo>
                <a:lnTo>
                  <a:pt x="2329" y="19246"/>
                </a:lnTo>
                <a:lnTo>
                  <a:pt x="1322" y="18582"/>
                </a:lnTo>
                <a:lnTo>
                  <a:pt x="0" y="17673"/>
                </a:lnTo>
                <a:lnTo>
                  <a:pt x="1212" y="17486"/>
                </a:lnTo>
                <a:lnTo>
                  <a:pt x="2441" y="17298"/>
                </a:lnTo>
                <a:lnTo>
                  <a:pt x="3983" y="16934"/>
                </a:lnTo>
                <a:lnTo>
                  <a:pt x="5412" y="16555"/>
                </a:lnTo>
                <a:lnTo>
                  <a:pt x="6758" y="16141"/>
                </a:lnTo>
                <a:lnTo>
                  <a:pt x="8053" y="15674"/>
                </a:lnTo>
                <a:lnTo>
                  <a:pt x="9325" y="15132"/>
                </a:lnTo>
                <a:lnTo>
                  <a:pt x="10609" y="14496"/>
                </a:lnTo>
                <a:lnTo>
                  <a:pt x="11931" y="13745"/>
                </a:lnTo>
                <a:lnTo>
                  <a:pt x="12540" y="12550"/>
                </a:lnTo>
                <a:lnTo>
                  <a:pt x="13091" y="11362"/>
                </a:lnTo>
                <a:lnTo>
                  <a:pt x="13589" y="10179"/>
                </a:lnTo>
                <a:lnTo>
                  <a:pt x="14040" y="8993"/>
                </a:lnTo>
                <a:lnTo>
                  <a:pt x="14453" y="7803"/>
                </a:lnTo>
                <a:lnTo>
                  <a:pt x="14833" y="6600"/>
                </a:lnTo>
                <a:lnTo>
                  <a:pt x="15188" y="5380"/>
                </a:lnTo>
                <a:lnTo>
                  <a:pt x="15525" y="4137"/>
                </a:lnTo>
                <a:lnTo>
                  <a:pt x="15847" y="2869"/>
                </a:lnTo>
                <a:lnTo>
                  <a:pt x="16128" y="1920"/>
                </a:lnTo>
                <a:lnTo>
                  <a:pt x="16415" y="968"/>
                </a:lnTo>
                <a:lnTo>
                  <a:pt x="16703" y="0"/>
                </a:lnTo>
                <a:close/>
              </a:path>
            </a:pathLst>
          </a:custGeom>
          <a:solidFill>
            <a:srgbClr val="E0E5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3" name="contour_11431"/>
          <p:cNvSpPr/>
          <p:nvPr/>
        </p:nvSpPr>
        <p:spPr>
          <a:xfrm>
            <a:off x="10723722" y="6025034"/>
            <a:ext cx="72880" cy="260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1" y="0"/>
                </a:moveTo>
                <a:lnTo>
                  <a:pt x="9701" y="109"/>
                </a:lnTo>
                <a:lnTo>
                  <a:pt x="10878" y="248"/>
                </a:lnTo>
                <a:lnTo>
                  <a:pt x="12055" y="423"/>
                </a:lnTo>
                <a:lnTo>
                  <a:pt x="13230" y="635"/>
                </a:lnTo>
                <a:lnTo>
                  <a:pt x="14440" y="761"/>
                </a:lnTo>
                <a:lnTo>
                  <a:pt x="15669" y="882"/>
                </a:lnTo>
                <a:lnTo>
                  <a:pt x="17153" y="1064"/>
                </a:lnTo>
                <a:lnTo>
                  <a:pt x="18636" y="1281"/>
                </a:lnTo>
                <a:lnTo>
                  <a:pt x="20118" y="1517"/>
                </a:lnTo>
                <a:lnTo>
                  <a:pt x="21600" y="1771"/>
                </a:lnTo>
                <a:lnTo>
                  <a:pt x="21360" y="6231"/>
                </a:lnTo>
                <a:lnTo>
                  <a:pt x="21129" y="9404"/>
                </a:lnTo>
                <a:lnTo>
                  <a:pt x="20801" y="12160"/>
                </a:lnTo>
                <a:lnTo>
                  <a:pt x="20272" y="15369"/>
                </a:lnTo>
                <a:lnTo>
                  <a:pt x="19440" y="19902"/>
                </a:lnTo>
                <a:lnTo>
                  <a:pt x="18038" y="20766"/>
                </a:lnTo>
                <a:lnTo>
                  <a:pt x="16641" y="21298"/>
                </a:lnTo>
                <a:lnTo>
                  <a:pt x="15243" y="21558"/>
                </a:lnTo>
                <a:lnTo>
                  <a:pt x="13846" y="21600"/>
                </a:lnTo>
                <a:lnTo>
                  <a:pt x="12437" y="21485"/>
                </a:lnTo>
                <a:lnTo>
                  <a:pt x="11020" y="21280"/>
                </a:lnTo>
                <a:lnTo>
                  <a:pt x="9584" y="21032"/>
                </a:lnTo>
                <a:lnTo>
                  <a:pt x="8206" y="20911"/>
                </a:lnTo>
                <a:lnTo>
                  <a:pt x="6804" y="20784"/>
                </a:lnTo>
                <a:lnTo>
                  <a:pt x="5443" y="20645"/>
                </a:lnTo>
                <a:lnTo>
                  <a:pt x="4082" y="20482"/>
                </a:lnTo>
                <a:lnTo>
                  <a:pt x="2722" y="20301"/>
                </a:lnTo>
                <a:lnTo>
                  <a:pt x="1361" y="20107"/>
                </a:lnTo>
                <a:lnTo>
                  <a:pt x="0" y="19902"/>
                </a:lnTo>
                <a:lnTo>
                  <a:pt x="821" y="15357"/>
                </a:lnTo>
                <a:lnTo>
                  <a:pt x="1570" y="11555"/>
                </a:lnTo>
                <a:lnTo>
                  <a:pt x="2318" y="8413"/>
                </a:lnTo>
                <a:lnTo>
                  <a:pt x="3136" y="5856"/>
                </a:lnTo>
                <a:lnTo>
                  <a:pt x="4093" y="3814"/>
                </a:lnTo>
                <a:lnTo>
                  <a:pt x="5264" y="2206"/>
                </a:lnTo>
                <a:lnTo>
                  <a:pt x="6715" y="961"/>
                </a:lnTo>
                <a:lnTo>
                  <a:pt x="8521" y="0"/>
                </a:lnTo>
                <a:close/>
              </a:path>
            </a:pathLst>
          </a:custGeom>
          <a:solidFill>
            <a:srgbClr val="EBE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4" name="contour_11432"/>
          <p:cNvSpPr/>
          <p:nvPr/>
        </p:nvSpPr>
        <p:spPr>
          <a:xfrm>
            <a:off x="4405034" y="597615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688" y="19876"/>
                </a:lnTo>
                <a:lnTo>
                  <a:pt x="12830" y="18472"/>
                </a:lnTo>
                <a:lnTo>
                  <a:pt x="9854" y="17276"/>
                </a:lnTo>
                <a:lnTo>
                  <a:pt x="7590" y="16189"/>
                </a:lnTo>
                <a:lnTo>
                  <a:pt x="5875" y="15095"/>
                </a:lnTo>
                <a:lnTo>
                  <a:pt x="4532" y="13892"/>
                </a:lnTo>
                <a:lnTo>
                  <a:pt x="3400" y="12474"/>
                </a:lnTo>
                <a:lnTo>
                  <a:pt x="2307" y="10728"/>
                </a:lnTo>
                <a:lnTo>
                  <a:pt x="1080" y="8550"/>
                </a:lnTo>
                <a:lnTo>
                  <a:pt x="544" y="6091"/>
                </a:lnTo>
                <a:lnTo>
                  <a:pt x="0" y="3600"/>
                </a:lnTo>
                <a:lnTo>
                  <a:pt x="2825" y="2765"/>
                </a:lnTo>
                <a:lnTo>
                  <a:pt x="5486" y="2038"/>
                </a:lnTo>
                <a:lnTo>
                  <a:pt x="8048" y="1418"/>
                </a:lnTo>
                <a:lnTo>
                  <a:pt x="10571" y="911"/>
                </a:lnTo>
                <a:lnTo>
                  <a:pt x="13120" y="515"/>
                </a:lnTo>
                <a:lnTo>
                  <a:pt x="15768" y="230"/>
                </a:lnTo>
                <a:lnTo>
                  <a:pt x="18572" y="58"/>
                </a:lnTo>
                <a:lnTo>
                  <a:pt x="21600" y="0"/>
                </a:lnTo>
                <a:close/>
              </a:path>
            </a:pathLst>
          </a:custGeom>
          <a:solidFill>
            <a:srgbClr val="1F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5" name="contour_11433"/>
          <p:cNvSpPr/>
          <p:nvPr/>
        </p:nvSpPr>
        <p:spPr>
          <a:xfrm>
            <a:off x="7189046" y="5959471"/>
            <a:ext cx="3644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80"/>
                </a:moveTo>
                <a:lnTo>
                  <a:pt x="7348" y="380"/>
                </a:lnTo>
                <a:lnTo>
                  <a:pt x="10122" y="16"/>
                </a:lnTo>
                <a:lnTo>
                  <a:pt x="12787" y="0"/>
                </a:lnTo>
                <a:lnTo>
                  <a:pt x="15492" y="249"/>
                </a:lnTo>
                <a:lnTo>
                  <a:pt x="18382" y="670"/>
                </a:lnTo>
                <a:lnTo>
                  <a:pt x="21600" y="1180"/>
                </a:lnTo>
                <a:lnTo>
                  <a:pt x="20948" y="5901"/>
                </a:lnTo>
                <a:lnTo>
                  <a:pt x="20425" y="9222"/>
                </a:lnTo>
                <a:lnTo>
                  <a:pt x="19920" y="11586"/>
                </a:lnTo>
                <a:lnTo>
                  <a:pt x="19306" y="13457"/>
                </a:lnTo>
                <a:lnTo>
                  <a:pt x="18468" y="15282"/>
                </a:lnTo>
                <a:lnTo>
                  <a:pt x="17280" y="17516"/>
                </a:lnTo>
                <a:lnTo>
                  <a:pt x="14420" y="18749"/>
                </a:lnTo>
                <a:lnTo>
                  <a:pt x="11668" y="19656"/>
                </a:lnTo>
                <a:lnTo>
                  <a:pt x="8938" y="20318"/>
                </a:lnTo>
                <a:lnTo>
                  <a:pt x="6139" y="20812"/>
                </a:lnTo>
                <a:lnTo>
                  <a:pt x="3192" y="21212"/>
                </a:lnTo>
                <a:lnTo>
                  <a:pt x="0" y="21600"/>
                </a:lnTo>
                <a:lnTo>
                  <a:pt x="216" y="18933"/>
                </a:lnTo>
                <a:lnTo>
                  <a:pt x="471" y="16315"/>
                </a:lnTo>
                <a:lnTo>
                  <a:pt x="795" y="13734"/>
                </a:lnTo>
                <a:lnTo>
                  <a:pt x="1210" y="11182"/>
                </a:lnTo>
                <a:lnTo>
                  <a:pt x="1745" y="8658"/>
                </a:lnTo>
                <a:lnTo>
                  <a:pt x="2424" y="6155"/>
                </a:lnTo>
                <a:lnTo>
                  <a:pt x="3275" y="3663"/>
                </a:lnTo>
                <a:lnTo>
                  <a:pt x="4320" y="1180"/>
                </a:lnTo>
                <a:close/>
              </a:path>
            </a:pathLst>
          </a:custGeom>
          <a:solidFill>
            <a:srgbClr val="443B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6" name="contour_11434"/>
          <p:cNvSpPr/>
          <p:nvPr/>
        </p:nvSpPr>
        <p:spPr>
          <a:xfrm>
            <a:off x="4055210" y="5954289"/>
            <a:ext cx="36440" cy="461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0"/>
                </a:lnTo>
                <a:lnTo>
                  <a:pt x="9461" y="0"/>
                </a:lnTo>
                <a:lnTo>
                  <a:pt x="12044" y="0"/>
                </a:lnTo>
                <a:lnTo>
                  <a:pt x="14649" y="0"/>
                </a:lnTo>
                <a:lnTo>
                  <a:pt x="17280" y="0"/>
                </a:lnTo>
                <a:lnTo>
                  <a:pt x="17755" y="2253"/>
                </a:lnTo>
                <a:lnTo>
                  <a:pt x="18230" y="4509"/>
                </a:lnTo>
                <a:lnTo>
                  <a:pt x="18706" y="6765"/>
                </a:lnTo>
                <a:lnTo>
                  <a:pt x="19185" y="9028"/>
                </a:lnTo>
                <a:lnTo>
                  <a:pt x="19665" y="11298"/>
                </a:lnTo>
                <a:lnTo>
                  <a:pt x="20144" y="13579"/>
                </a:lnTo>
                <a:lnTo>
                  <a:pt x="20628" y="15865"/>
                </a:lnTo>
                <a:lnTo>
                  <a:pt x="21112" y="18166"/>
                </a:lnTo>
                <a:lnTo>
                  <a:pt x="21600" y="20480"/>
                </a:lnTo>
                <a:lnTo>
                  <a:pt x="16628" y="21105"/>
                </a:lnTo>
                <a:lnTo>
                  <a:pt x="13137" y="21477"/>
                </a:lnTo>
                <a:lnTo>
                  <a:pt x="10636" y="21600"/>
                </a:lnTo>
                <a:lnTo>
                  <a:pt x="8653" y="21477"/>
                </a:lnTo>
                <a:lnTo>
                  <a:pt x="6709" y="21105"/>
                </a:lnTo>
                <a:lnTo>
                  <a:pt x="4320" y="20480"/>
                </a:lnTo>
                <a:lnTo>
                  <a:pt x="3162" y="18419"/>
                </a:lnTo>
                <a:lnTo>
                  <a:pt x="2203" y="16354"/>
                </a:lnTo>
                <a:lnTo>
                  <a:pt x="1439" y="14271"/>
                </a:lnTo>
                <a:lnTo>
                  <a:pt x="847" y="12169"/>
                </a:lnTo>
                <a:lnTo>
                  <a:pt x="423" y="10039"/>
                </a:lnTo>
                <a:lnTo>
                  <a:pt x="147" y="7875"/>
                </a:lnTo>
                <a:lnTo>
                  <a:pt x="13" y="5670"/>
                </a:lnTo>
                <a:lnTo>
                  <a:pt x="0" y="3413"/>
                </a:lnTo>
                <a:lnTo>
                  <a:pt x="2143" y="1720"/>
                </a:lnTo>
                <a:lnTo>
                  <a:pt x="4320" y="0"/>
                </a:lnTo>
                <a:close/>
              </a:path>
            </a:pathLst>
          </a:custGeom>
          <a:solidFill>
            <a:srgbClr val="6D6D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7" name="contour_11435"/>
          <p:cNvSpPr/>
          <p:nvPr/>
        </p:nvSpPr>
        <p:spPr>
          <a:xfrm>
            <a:off x="2488292" y="5953925"/>
            <a:ext cx="51016" cy="586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4"/>
                </a:moveTo>
                <a:lnTo>
                  <a:pt x="20650" y="2098"/>
                </a:lnTo>
                <a:lnTo>
                  <a:pt x="19637" y="3939"/>
                </a:lnTo>
                <a:lnTo>
                  <a:pt x="18561" y="5664"/>
                </a:lnTo>
                <a:lnTo>
                  <a:pt x="17416" y="7285"/>
                </a:lnTo>
                <a:lnTo>
                  <a:pt x="16203" y="8817"/>
                </a:lnTo>
                <a:lnTo>
                  <a:pt x="14919" y="10266"/>
                </a:lnTo>
                <a:lnTo>
                  <a:pt x="13568" y="11648"/>
                </a:lnTo>
                <a:lnTo>
                  <a:pt x="12142" y="12971"/>
                </a:lnTo>
                <a:lnTo>
                  <a:pt x="10643" y="14251"/>
                </a:lnTo>
                <a:lnTo>
                  <a:pt x="9066" y="15493"/>
                </a:lnTo>
                <a:lnTo>
                  <a:pt x="7412" y="16714"/>
                </a:lnTo>
                <a:lnTo>
                  <a:pt x="5681" y="17924"/>
                </a:lnTo>
                <a:lnTo>
                  <a:pt x="3869" y="19134"/>
                </a:lnTo>
                <a:lnTo>
                  <a:pt x="1978" y="20355"/>
                </a:lnTo>
                <a:lnTo>
                  <a:pt x="0" y="21600"/>
                </a:lnTo>
                <a:lnTo>
                  <a:pt x="531" y="20054"/>
                </a:lnTo>
                <a:lnTo>
                  <a:pt x="1065" y="18509"/>
                </a:lnTo>
                <a:lnTo>
                  <a:pt x="1605" y="16969"/>
                </a:lnTo>
                <a:lnTo>
                  <a:pt x="2151" y="15426"/>
                </a:lnTo>
                <a:lnTo>
                  <a:pt x="2700" y="13886"/>
                </a:lnTo>
                <a:lnTo>
                  <a:pt x="3200" y="12453"/>
                </a:lnTo>
                <a:lnTo>
                  <a:pt x="3706" y="11009"/>
                </a:lnTo>
                <a:lnTo>
                  <a:pt x="4218" y="9547"/>
                </a:lnTo>
                <a:lnTo>
                  <a:pt x="5363" y="7355"/>
                </a:lnTo>
                <a:lnTo>
                  <a:pt x="6548" y="5479"/>
                </a:lnTo>
                <a:lnTo>
                  <a:pt x="7807" y="3907"/>
                </a:lnTo>
                <a:lnTo>
                  <a:pt x="9174" y="2622"/>
                </a:lnTo>
                <a:lnTo>
                  <a:pt x="10683" y="1607"/>
                </a:lnTo>
                <a:lnTo>
                  <a:pt x="12371" y="853"/>
                </a:lnTo>
                <a:lnTo>
                  <a:pt x="14271" y="343"/>
                </a:lnTo>
                <a:lnTo>
                  <a:pt x="16422" y="64"/>
                </a:lnTo>
                <a:lnTo>
                  <a:pt x="18851" y="0"/>
                </a:lnTo>
                <a:lnTo>
                  <a:pt x="21600" y="134"/>
                </a:lnTo>
                <a:close/>
              </a:path>
            </a:pathLst>
          </a:custGeom>
          <a:solidFill>
            <a:srgbClr val="9EB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8" name="contour_11436"/>
          <p:cNvSpPr/>
          <p:nvPr/>
        </p:nvSpPr>
        <p:spPr>
          <a:xfrm>
            <a:off x="4106226" y="5947001"/>
            <a:ext cx="3805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7" y="0"/>
                </a:moveTo>
                <a:lnTo>
                  <a:pt x="6777" y="614"/>
                </a:lnTo>
                <a:lnTo>
                  <a:pt x="9300" y="1271"/>
                </a:lnTo>
                <a:lnTo>
                  <a:pt x="11725" y="1996"/>
                </a:lnTo>
                <a:lnTo>
                  <a:pt x="14062" y="2820"/>
                </a:lnTo>
                <a:lnTo>
                  <a:pt x="16325" y="3774"/>
                </a:lnTo>
                <a:lnTo>
                  <a:pt x="18530" y="4882"/>
                </a:lnTo>
                <a:lnTo>
                  <a:pt x="20686" y="6171"/>
                </a:lnTo>
                <a:lnTo>
                  <a:pt x="21224" y="8461"/>
                </a:lnTo>
                <a:lnTo>
                  <a:pt x="21513" y="10643"/>
                </a:lnTo>
                <a:lnTo>
                  <a:pt x="21600" y="12763"/>
                </a:lnTo>
                <a:lnTo>
                  <a:pt x="21517" y="14870"/>
                </a:lnTo>
                <a:lnTo>
                  <a:pt x="21310" y="17015"/>
                </a:lnTo>
                <a:lnTo>
                  <a:pt x="21021" y="19239"/>
                </a:lnTo>
                <a:lnTo>
                  <a:pt x="20686" y="21600"/>
                </a:lnTo>
                <a:lnTo>
                  <a:pt x="17761" y="21600"/>
                </a:lnTo>
                <a:lnTo>
                  <a:pt x="14832" y="21600"/>
                </a:lnTo>
                <a:lnTo>
                  <a:pt x="11894" y="21600"/>
                </a:lnTo>
                <a:lnTo>
                  <a:pt x="8944" y="21600"/>
                </a:lnTo>
                <a:lnTo>
                  <a:pt x="5982" y="21600"/>
                </a:lnTo>
                <a:lnTo>
                  <a:pt x="3004" y="21600"/>
                </a:lnTo>
                <a:lnTo>
                  <a:pt x="0" y="21600"/>
                </a:lnTo>
                <a:lnTo>
                  <a:pt x="2457" y="20989"/>
                </a:lnTo>
                <a:lnTo>
                  <a:pt x="4923" y="20375"/>
                </a:lnTo>
                <a:lnTo>
                  <a:pt x="7397" y="19761"/>
                </a:lnTo>
                <a:lnTo>
                  <a:pt x="9892" y="19141"/>
                </a:lnTo>
                <a:lnTo>
                  <a:pt x="12411" y="18514"/>
                </a:lnTo>
                <a:lnTo>
                  <a:pt x="11046" y="17178"/>
                </a:lnTo>
                <a:lnTo>
                  <a:pt x="9668" y="15830"/>
                </a:lnTo>
                <a:lnTo>
                  <a:pt x="8274" y="14466"/>
                </a:lnTo>
                <a:lnTo>
                  <a:pt x="6619" y="12250"/>
                </a:lnTo>
                <a:lnTo>
                  <a:pt x="5391" y="10275"/>
                </a:lnTo>
                <a:lnTo>
                  <a:pt x="4547" y="8427"/>
                </a:lnTo>
                <a:lnTo>
                  <a:pt x="4042" y="6588"/>
                </a:lnTo>
                <a:lnTo>
                  <a:pt x="3835" y="4647"/>
                </a:lnTo>
                <a:lnTo>
                  <a:pt x="3885" y="2490"/>
                </a:lnTo>
                <a:lnTo>
                  <a:pt x="4137" y="0"/>
                </a:lnTo>
                <a:close/>
              </a:path>
            </a:pathLst>
          </a:custGeom>
          <a:solidFill>
            <a:srgbClr val="3F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39" name="contour_11437"/>
          <p:cNvSpPr/>
          <p:nvPr/>
        </p:nvSpPr>
        <p:spPr>
          <a:xfrm>
            <a:off x="10891346" y="5932425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15" y="1374"/>
                </a:lnTo>
                <a:lnTo>
                  <a:pt x="14965" y="2695"/>
                </a:lnTo>
                <a:lnTo>
                  <a:pt x="16438" y="4061"/>
                </a:lnTo>
                <a:lnTo>
                  <a:pt x="17622" y="5578"/>
                </a:lnTo>
                <a:lnTo>
                  <a:pt x="18612" y="7347"/>
                </a:lnTo>
                <a:lnTo>
                  <a:pt x="19490" y="9472"/>
                </a:lnTo>
                <a:lnTo>
                  <a:pt x="19742" y="10913"/>
                </a:lnTo>
                <a:lnTo>
                  <a:pt x="19994" y="12366"/>
                </a:lnTo>
                <a:lnTo>
                  <a:pt x="20250" y="13838"/>
                </a:lnTo>
                <a:lnTo>
                  <a:pt x="20520" y="15295"/>
                </a:lnTo>
                <a:lnTo>
                  <a:pt x="20794" y="16762"/>
                </a:lnTo>
                <a:lnTo>
                  <a:pt x="21067" y="18247"/>
                </a:lnTo>
                <a:lnTo>
                  <a:pt x="21200" y="19081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3882" y="20374"/>
                </a:lnTo>
                <a:lnTo>
                  <a:pt x="13356" y="19138"/>
                </a:lnTo>
                <a:lnTo>
                  <a:pt x="12823" y="17888"/>
                </a:lnTo>
                <a:lnTo>
                  <a:pt x="11794" y="15981"/>
                </a:lnTo>
                <a:lnTo>
                  <a:pt x="10634" y="14432"/>
                </a:lnTo>
                <a:lnTo>
                  <a:pt x="9335" y="13154"/>
                </a:lnTo>
                <a:lnTo>
                  <a:pt x="7870" y="12074"/>
                </a:lnTo>
                <a:lnTo>
                  <a:pt x="6221" y="11108"/>
                </a:lnTo>
                <a:lnTo>
                  <a:pt x="4374" y="10176"/>
                </a:lnTo>
                <a:lnTo>
                  <a:pt x="2304" y="9199"/>
                </a:lnTo>
                <a:lnTo>
                  <a:pt x="0" y="8100"/>
                </a:lnTo>
                <a:lnTo>
                  <a:pt x="0" y="6315"/>
                </a:lnTo>
                <a:lnTo>
                  <a:pt x="0" y="4520"/>
                </a:lnTo>
                <a:lnTo>
                  <a:pt x="0" y="2700"/>
                </a:lnTo>
                <a:lnTo>
                  <a:pt x="2462" y="1706"/>
                </a:lnTo>
                <a:lnTo>
                  <a:pt x="4255" y="1069"/>
                </a:lnTo>
                <a:lnTo>
                  <a:pt x="5897" y="659"/>
                </a:lnTo>
                <a:lnTo>
                  <a:pt x="7906" y="346"/>
                </a:lnTo>
                <a:lnTo>
                  <a:pt x="10800" y="0"/>
                </a:lnTo>
                <a:close/>
              </a:path>
            </a:pathLst>
          </a:custGeom>
          <a:solidFill>
            <a:srgbClr val="8588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0" name="contour_11438"/>
          <p:cNvSpPr/>
          <p:nvPr/>
        </p:nvSpPr>
        <p:spPr>
          <a:xfrm>
            <a:off x="921374" y="5925181"/>
            <a:ext cx="65592" cy="29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13"/>
                </a:moveTo>
                <a:lnTo>
                  <a:pt x="20318" y="8114"/>
                </a:lnTo>
                <a:lnTo>
                  <a:pt x="19054" y="10776"/>
                </a:lnTo>
                <a:lnTo>
                  <a:pt x="17782" y="13251"/>
                </a:lnTo>
                <a:lnTo>
                  <a:pt x="16478" y="15490"/>
                </a:lnTo>
                <a:lnTo>
                  <a:pt x="15122" y="17452"/>
                </a:lnTo>
                <a:lnTo>
                  <a:pt x="13690" y="19093"/>
                </a:lnTo>
                <a:lnTo>
                  <a:pt x="12154" y="20360"/>
                </a:lnTo>
                <a:lnTo>
                  <a:pt x="10495" y="21210"/>
                </a:lnTo>
                <a:lnTo>
                  <a:pt x="8690" y="21600"/>
                </a:lnTo>
                <a:lnTo>
                  <a:pt x="6173" y="20627"/>
                </a:lnTo>
                <a:lnTo>
                  <a:pt x="4406" y="19884"/>
                </a:lnTo>
                <a:lnTo>
                  <a:pt x="3146" y="19200"/>
                </a:lnTo>
                <a:lnTo>
                  <a:pt x="2153" y="18430"/>
                </a:lnTo>
                <a:lnTo>
                  <a:pt x="1183" y="17415"/>
                </a:lnTo>
                <a:lnTo>
                  <a:pt x="0" y="16004"/>
                </a:lnTo>
                <a:lnTo>
                  <a:pt x="0" y="12470"/>
                </a:lnTo>
                <a:lnTo>
                  <a:pt x="0" y="8916"/>
                </a:lnTo>
                <a:lnTo>
                  <a:pt x="0" y="5313"/>
                </a:lnTo>
                <a:lnTo>
                  <a:pt x="3250" y="3795"/>
                </a:lnTo>
                <a:lnTo>
                  <a:pt x="6017" y="2528"/>
                </a:lnTo>
                <a:lnTo>
                  <a:pt x="8362" y="1518"/>
                </a:lnTo>
                <a:lnTo>
                  <a:pt x="10346" y="759"/>
                </a:lnTo>
                <a:lnTo>
                  <a:pt x="12024" y="251"/>
                </a:lnTo>
                <a:lnTo>
                  <a:pt x="13459" y="0"/>
                </a:lnTo>
                <a:lnTo>
                  <a:pt x="14707" y="0"/>
                </a:lnTo>
                <a:lnTo>
                  <a:pt x="15830" y="251"/>
                </a:lnTo>
                <a:lnTo>
                  <a:pt x="16884" y="759"/>
                </a:lnTo>
                <a:lnTo>
                  <a:pt x="17928" y="1518"/>
                </a:lnTo>
                <a:lnTo>
                  <a:pt x="19022" y="2528"/>
                </a:lnTo>
                <a:lnTo>
                  <a:pt x="20227" y="3795"/>
                </a:lnTo>
                <a:lnTo>
                  <a:pt x="21600" y="5313"/>
                </a:lnTo>
                <a:close/>
              </a:path>
            </a:pathLst>
          </a:custGeom>
          <a:solidFill>
            <a:srgbClr val="2120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1" name="contour_11439"/>
          <p:cNvSpPr/>
          <p:nvPr/>
        </p:nvSpPr>
        <p:spPr>
          <a:xfrm>
            <a:off x="2204060" y="5914453"/>
            <a:ext cx="87456" cy="32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35"/>
                </a:moveTo>
                <a:lnTo>
                  <a:pt x="11284" y="102"/>
                </a:lnTo>
                <a:lnTo>
                  <a:pt x="12744" y="0"/>
                </a:lnTo>
                <a:lnTo>
                  <a:pt x="13689" y="92"/>
                </a:lnTo>
                <a:lnTo>
                  <a:pt x="14434" y="256"/>
                </a:lnTo>
                <a:lnTo>
                  <a:pt x="15233" y="600"/>
                </a:lnTo>
                <a:lnTo>
                  <a:pt x="16339" y="1228"/>
                </a:lnTo>
                <a:lnTo>
                  <a:pt x="18000" y="2254"/>
                </a:lnTo>
                <a:lnTo>
                  <a:pt x="18954" y="5402"/>
                </a:lnTo>
                <a:lnTo>
                  <a:pt x="19633" y="7719"/>
                </a:lnTo>
                <a:lnTo>
                  <a:pt x="20138" y="9610"/>
                </a:lnTo>
                <a:lnTo>
                  <a:pt x="20567" y="11477"/>
                </a:lnTo>
                <a:lnTo>
                  <a:pt x="21020" y="13731"/>
                </a:lnTo>
                <a:lnTo>
                  <a:pt x="21600" y="16763"/>
                </a:lnTo>
                <a:lnTo>
                  <a:pt x="20642" y="16304"/>
                </a:lnTo>
                <a:lnTo>
                  <a:pt x="19679" y="15835"/>
                </a:lnTo>
                <a:lnTo>
                  <a:pt x="18704" y="15366"/>
                </a:lnTo>
                <a:lnTo>
                  <a:pt x="16357" y="14340"/>
                </a:lnTo>
                <a:lnTo>
                  <a:pt x="14310" y="13475"/>
                </a:lnTo>
                <a:lnTo>
                  <a:pt x="12533" y="12783"/>
                </a:lnTo>
                <a:lnTo>
                  <a:pt x="10989" y="12265"/>
                </a:lnTo>
                <a:lnTo>
                  <a:pt x="9648" y="11937"/>
                </a:lnTo>
                <a:lnTo>
                  <a:pt x="8474" y="11816"/>
                </a:lnTo>
                <a:lnTo>
                  <a:pt x="7436" y="11903"/>
                </a:lnTo>
                <a:lnTo>
                  <a:pt x="6500" y="12212"/>
                </a:lnTo>
                <a:lnTo>
                  <a:pt x="5632" y="12764"/>
                </a:lnTo>
                <a:lnTo>
                  <a:pt x="4799" y="13557"/>
                </a:lnTo>
                <a:lnTo>
                  <a:pt x="3969" y="14606"/>
                </a:lnTo>
                <a:lnTo>
                  <a:pt x="3107" y="15927"/>
                </a:lnTo>
                <a:lnTo>
                  <a:pt x="2180" y="17523"/>
                </a:lnTo>
                <a:lnTo>
                  <a:pt x="1156" y="19414"/>
                </a:lnTo>
                <a:lnTo>
                  <a:pt x="0" y="21600"/>
                </a:lnTo>
                <a:lnTo>
                  <a:pt x="374" y="17092"/>
                </a:lnTo>
                <a:lnTo>
                  <a:pt x="853" y="13242"/>
                </a:lnTo>
                <a:lnTo>
                  <a:pt x="1444" y="10002"/>
                </a:lnTo>
                <a:lnTo>
                  <a:pt x="2149" y="7323"/>
                </a:lnTo>
                <a:lnTo>
                  <a:pt x="2977" y="5156"/>
                </a:lnTo>
                <a:lnTo>
                  <a:pt x="3931" y="3453"/>
                </a:lnTo>
                <a:lnTo>
                  <a:pt x="5018" y="2162"/>
                </a:lnTo>
                <a:lnTo>
                  <a:pt x="6244" y="1233"/>
                </a:lnTo>
                <a:lnTo>
                  <a:pt x="7612" y="619"/>
                </a:lnTo>
                <a:lnTo>
                  <a:pt x="9130" y="271"/>
                </a:lnTo>
                <a:lnTo>
                  <a:pt x="10800" y="135"/>
                </a:lnTo>
                <a:close/>
              </a:path>
            </a:pathLst>
          </a:custGeom>
          <a:solidFill>
            <a:srgbClr val="AE90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2" name="contour_11440"/>
          <p:cNvSpPr/>
          <p:nvPr/>
        </p:nvSpPr>
        <p:spPr>
          <a:xfrm>
            <a:off x="1613733" y="5881409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8" y="0"/>
                </a:lnTo>
                <a:lnTo>
                  <a:pt x="12343" y="0"/>
                </a:lnTo>
                <a:lnTo>
                  <a:pt x="12179" y="1417"/>
                </a:lnTo>
                <a:lnTo>
                  <a:pt x="12019" y="2859"/>
                </a:lnTo>
                <a:lnTo>
                  <a:pt x="11905" y="4674"/>
                </a:lnTo>
                <a:lnTo>
                  <a:pt x="11834" y="6448"/>
                </a:lnTo>
                <a:lnTo>
                  <a:pt x="11821" y="8194"/>
                </a:lnTo>
                <a:lnTo>
                  <a:pt x="11886" y="9939"/>
                </a:lnTo>
                <a:lnTo>
                  <a:pt x="12056" y="11702"/>
                </a:lnTo>
                <a:lnTo>
                  <a:pt x="12343" y="13500"/>
                </a:lnTo>
                <a:lnTo>
                  <a:pt x="14639" y="14413"/>
                </a:lnTo>
                <a:lnTo>
                  <a:pt x="16268" y="15009"/>
                </a:lnTo>
                <a:lnTo>
                  <a:pt x="17675" y="15420"/>
                </a:lnTo>
                <a:lnTo>
                  <a:pt x="19304" y="15773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19462" y="21333"/>
                </a:lnTo>
                <a:lnTo>
                  <a:pt x="17320" y="21065"/>
                </a:lnTo>
                <a:lnTo>
                  <a:pt x="15179" y="20798"/>
                </a:lnTo>
                <a:lnTo>
                  <a:pt x="13034" y="20528"/>
                </a:lnTo>
                <a:lnTo>
                  <a:pt x="10880" y="20261"/>
                </a:lnTo>
                <a:lnTo>
                  <a:pt x="8723" y="19991"/>
                </a:lnTo>
                <a:lnTo>
                  <a:pt x="6557" y="19721"/>
                </a:lnTo>
                <a:lnTo>
                  <a:pt x="4382" y="19448"/>
                </a:lnTo>
                <a:lnTo>
                  <a:pt x="2197" y="19175"/>
                </a:lnTo>
                <a:lnTo>
                  <a:pt x="0" y="18900"/>
                </a:lnTo>
                <a:lnTo>
                  <a:pt x="0" y="17115"/>
                </a:lnTo>
                <a:lnTo>
                  <a:pt x="0" y="15320"/>
                </a:lnTo>
                <a:lnTo>
                  <a:pt x="0" y="13500"/>
                </a:lnTo>
                <a:lnTo>
                  <a:pt x="1833" y="13500"/>
                </a:lnTo>
                <a:lnTo>
                  <a:pt x="3672" y="13500"/>
                </a:lnTo>
                <a:lnTo>
                  <a:pt x="5517" y="13500"/>
                </a:lnTo>
                <a:lnTo>
                  <a:pt x="7378" y="13500"/>
                </a:lnTo>
                <a:lnTo>
                  <a:pt x="9257" y="13500"/>
                </a:lnTo>
                <a:lnTo>
                  <a:pt x="9257" y="11591"/>
                </a:lnTo>
                <a:lnTo>
                  <a:pt x="9257" y="9680"/>
                </a:lnTo>
                <a:lnTo>
                  <a:pt x="9257" y="7762"/>
                </a:lnTo>
                <a:lnTo>
                  <a:pt x="9257" y="5837"/>
                </a:lnTo>
                <a:lnTo>
                  <a:pt x="9257" y="3904"/>
                </a:lnTo>
                <a:lnTo>
                  <a:pt x="9257" y="1960"/>
                </a:lnTo>
                <a:lnTo>
                  <a:pt x="9257" y="0"/>
                </a:lnTo>
                <a:close/>
              </a:path>
            </a:pathLst>
          </a:custGeom>
          <a:solidFill>
            <a:srgbClr val="525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3" name="contour_11441"/>
          <p:cNvSpPr/>
          <p:nvPr/>
        </p:nvSpPr>
        <p:spPr>
          <a:xfrm>
            <a:off x="1540853" y="5874121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16" y="0"/>
                </a:lnTo>
                <a:lnTo>
                  <a:pt x="6838" y="0"/>
                </a:lnTo>
                <a:lnTo>
                  <a:pt x="10275" y="0"/>
                </a:lnTo>
                <a:lnTo>
                  <a:pt x="13727" y="0"/>
                </a:lnTo>
                <a:lnTo>
                  <a:pt x="17200" y="0"/>
                </a:lnTo>
                <a:lnTo>
                  <a:pt x="20705" y="0"/>
                </a:lnTo>
                <a:lnTo>
                  <a:pt x="21057" y="2603"/>
                </a:lnTo>
                <a:lnTo>
                  <a:pt x="21346" y="5177"/>
                </a:lnTo>
                <a:lnTo>
                  <a:pt x="21538" y="7736"/>
                </a:lnTo>
                <a:lnTo>
                  <a:pt x="21600" y="10289"/>
                </a:lnTo>
                <a:lnTo>
                  <a:pt x="21502" y="12845"/>
                </a:lnTo>
                <a:lnTo>
                  <a:pt x="21217" y="15412"/>
                </a:lnTo>
                <a:lnTo>
                  <a:pt x="20705" y="18000"/>
                </a:lnTo>
                <a:lnTo>
                  <a:pt x="16853" y="19433"/>
                </a:lnTo>
                <a:lnTo>
                  <a:pt x="14120" y="20336"/>
                </a:lnTo>
                <a:lnTo>
                  <a:pt x="11760" y="20884"/>
                </a:lnTo>
                <a:lnTo>
                  <a:pt x="9027" y="21247"/>
                </a:lnTo>
                <a:lnTo>
                  <a:pt x="5176" y="21600"/>
                </a:lnTo>
                <a:lnTo>
                  <a:pt x="4607" y="19224"/>
                </a:lnTo>
                <a:lnTo>
                  <a:pt x="4037" y="16844"/>
                </a:lnTo>
                <a:lnTo>
                  <a:pt x="3468" y="14465"/>
                </a:lnTo>
                <a:lnTo>
                  <a:pt x="2893" y="12078"/>
                </a:lnTo>
                <a:lnTo>
                  <a:pt x="2319" y="9684"/>
                </a:lnTo>
                <a:lnTo>
                  <a:pt x="1744" y="7279"/>
                </a:lnTo>
                <a:lnTo>
                  <a:pt x="1165" y="4867"/>
                </a:lnTo>
                <a:lnTo>
                  <a:pt x="585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384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4" name="contour_11442"/>
          <p:cNvSpPr/>
          <p:nvPr/>
        </p:nvSpPr>
        <p:spPr>
          <a:xfrm>
            <a:off x="2248568" y="5874121"/>
            <a:ext cx="57524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0" y="0"/>
                </a:moveTo>
                <a:lnTo>
                  <a:pt x="6852" y="1414"/>
                </a:lnTo>
                <a:lnTo>
                  <a:pt x="8522" y="2840"/>
                </a:lnTo>
                <a:lnTo>
                  <a:pt x="10188" y="4274"/>
                </a:lnTo>
                <a:lnTo>
                  <a:pt x="11852" y="5717"/>
                </a:lnTo>
                <a:lnTo>
                  <a:pt x="13092" y="6777"/>
                </a:lnTo>
                <a:lnTo>
                  <a:pt x="14337" y="7846"/>
                </a:lnTo>
                <a:lnTo>
                  <a:pt x="15604" y="8931"/>
                </a:lnTo>
                <a:lnTo>
                  <a:pt x="17117" y="10677"/>
                </a:lnTo>
                <a:lnTo>
                  <a:pt x="18335" y="12345"/>
                </a:lnTo>
                <a:lnTo>
                  <a:pt x="19323" y="14058"/>
                </a:lnTo>
                <a:lnTo>
                  <a:pt x="20152" y="15949"/>
                </a:lnTo>
                <a:lnTo>
                  <a:pt x="20888" y="18149"/>
                </a:lnTo>
                <a:lnTo>
                  <a:pt x="21600" y="20789"/>
                </a:lnTo>
                <a:lnTo>
                  <a:pt x="19720" y="20918"/>
                </a:lnTo>
                <a:lnTo>
                  <a:pt x="17840" y="21030"/>
                </a:lnTo>
                <a:lnTo>
                  <a:pt x="15957" y="21134"/>
                </a:lnTo>
                <a:lnTo>
                  <a:pt x="14074" y="21226"/>
                </a:lnTo>
                <a:lnTo>
                  <a:pt x="12192" y="21309"/>
                </a:lnTo>
                <a:lnTo>
                  <a:pt x="10443" y="21405"/>
                </a:lnTo>
                <a:lnTo>
                  <a:pt x="8683" y="21500"/>
                </a:lnTo>
                <a:lnTo>
                  <a:pt x="6902" y="21600"/>
                </a:lnTo>
                <a:lnTo>
                  <a:pt x="4291" y="21072"/>
                </a:lnTo>
                <a:lnTo>
                  <a:pt x="2734" y="20419"/>
                </a:lnTo>
                <a:lnTo>
                  <a:pt x="1612" y="19213"/>
                </a:lnTo>
                <a:lnTo>
                  <a:pt x="306" y="17022"/>
                </a:lnTo>
                <a:lnTo>
                  <a:pt x="0" y="14286"/>
                </a:lnTo>
                <a:lnTo>
                  <a:pt x="104" y="12199"/>
                </a:lnTo>
                <a:lnTo>
                  <a:pt x="799" y="9696"/>
                </a:lnTo>
                <a:lnTo>
                  <a:pt x="2274" y="5717"/>
                </a:lnTo>
                <a:lnTo>
                  <a:pt x="3235" y="3829"/>
                </a:lnTo>
                <a:lnTo>
                  <a:pt x="4201" y="1925"/>
                </a:lnTo>
                <a:lnTo>
                  <a:pt x="5180" y="0"/>
                </a:lnTo>
                <a:close/>
              </a:path>
            </a:pathLst>
          </a:custGeom>
          <a:solidFill>
            <a:srgbClr val="B2B8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5" name="contour_11443"/>
          <p:cNvSpPr/>
          <p:nvPr/>
        </p:nvSpPr>
        <p:spPr>
          <a:xfrm>
            <a:off x="4980785" y="5873152"/>
            <a:ext cx="65592" cy="228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55"/>
                </a:moveTo>
                <a:lnTo>
                  <a:pt x="11563" y="41"/>
                </a:lnTo>
                <a:lnTo>
                  <a:pt x="13874" y="0"/>
                </a:lnTo>
                <a:lnTo>
                  <a:pt x="15653" y="676"/>
                </a:lnTo>
                <a:lnTo>
                  <a:pt x="17222" y="1613"/>
                </a:lnTo>
                <a:lnTo>
                  <a:pt x="18679" y="2999"/>
                </a:lnTo>
                <a:lnTo>
                  <a:pt x="20107" y="5005"/>
                </a:lnTo>
                <a:lnTo>
                  <a:pt x="21600" y="7811"/>
                </a:lnTo>
                <a:lnTo>
                  <a:pt x="21600" y="12368"/>
                </a:lnTo>
                <a:lnTo>
                  <a:pt x="21600" y="16953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7043"/>
                </a:lnTo>
                <a:lnTo>
                  <a:pt x="0" y="12458"/>
                </a:lnTo>
                <a:lnTo>
                  <a:pt x="0" y="7811"/>
                </a:lnTo>
                <a:lnTo>
                  <a:pt x="1466" y="5095"/>
                </a:lnTo>
                <a:lnTo>
                  <a:pt x="2918" y="3089"/>
                </a:lnTo>
                <a:lnTo>
                  <a:pt x="4382" y="1689"/>
                </a:lnTo>
                <a:lnTo>
                  <a:pt x="5878" y="793"/>
                </a:lnTo>
                <a:lnTo>
                  <a:pt x="7430" y="290"/>
                </a:lnTo>
                <a:lnTo>
                  <a:pt x="9062" y="83"/>
                </a:lnTo>
                <a:lnTo>
                  <a:pt x="10800" y="55"/>
                </a:lnTo>
                <a:close/>
              </a:path>
            </a:pathLst>
          </a:custGeom>
          <a:solidFill>
            <a:srgbClr val="E3E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6" name="contour_11444"/>
          <p:cNvSpPr/>
          <p:nvPr/>
        </p:nvSpPr>
        <p:spPr>
          <a:xfrm>
            <a:off x="5563824" y="5844969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67" y="569"/>
                </a:lnTo>
                <a:lnTo>
                  <a:pt x="4129" y="1148"/>
                </a:lnTo>
                <a:lnTo>
                  <a:pt x="6187" y="1742"/>
                </a:lnTo>
                <a:lnTo>
                  <a:pt x="8239" y="2347"/>
                </a:lnTo>
                <a:lnTo>
                  <a:pt x="10291" y="2966"/>
                </a:lnTo>
                <a:lnTo>
                  <a:pt x="12343" y="3600"/>
                </a:lnTo>
                <a:lnTo>
                  <a:pt x="14163" y="4158"/>
                </a:lnTo>
                <a:lnTo>
                  <a:pt x="16009" y="4723"/>
                </a:lnTo>
                <a:lnTo>
                  <a:pt x="17462" y="6426"/>
                </a:lnTo>
                <a:lnTo>
                  <a:pt x="18579" y="8284"/>
                </a:lnTo>
                <a:lnTo>
                  <a:pt x="19418" y="10274"/>
                </a:lnTo>
                <a:lnTo>
                  <a:pt x="20045" y="12384"/>
                </a:lnTo>
                <a:lnTo>
                  <a:pt x="20517" y="14591"/>
                </a:lnTo>
                <a:lnTo>
                  <a:pt x="20893" y="16873"/>
                </a:lnTo>
                <a:lnTo>
                  <a:pt x="21233" y="19217"/>
                </a:lnTo>
                <a:lnTo>
                  <a:pt x="21600" y="21600"/>
                </a:lnTo>
                <a:lnTo>
                  <a:pt x="19560" y="21600"/>
                </a:lnTo>
                <a:lnTo>
                  <a:pt x="17508" y="21600"/>
                </a:lnTo>
                <a:lnTo>
                  <a:pt x="15429" y="21600"/>
                </a:lnTo>
                <a:lnTo>
                  <a:pt x="15429" y="19220"/>
                </a:lnTo>
                <a:lnTo>
                  <a:pt x="15429" y="16826"/>
                </a:lnTo>
                <a:lnTo>
                  <a:pt x="15429" y="14400"/>
                </a:lnTo>
                <a:lnTo>
                  <a:pt x="13247" y="14400"/>
                </a:lnTo>
                <a:lnTo>
                  <a:pt x="11062" y="14400"/>
                </a:lnTo>
                <a:lnTo>
                  <a:pt x="8871" y="14400"/>
                </a:lnTo>
                <a:lnTo>
                  <a:pt x="6671" y="14400"/>
                </a:lnTo>
                <a:lnTo>
                  <a:pt x="4462" y="14400"/>
                </a:lnTo>
                <a:lnTo>
                  <a:pt x="2240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C4A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7" name="contour_11445"/>
          <p:cNvSpPr/>
          <p:nvPr/>
        </p:nvSpPr>
        <p:spPr>
          <a:xfrm>
            <a:off x="2087452" y="5844940"/>
            <a:ext cx="58304" cy="437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06" y="1489"/>
                </a:moveTo>
                <a:lnTo>
                  <a:pt x="17658" y="2785"/>
                </a:lnTo>
                <a:lnTo>
                  <a:pt x="18708" y="3878"/>
                </a:lnTo>
                <a:lnTo>
                  <a:pt x="19475" y="5375"/>
                </a:lnTo>
                <a:lnTo>
                  <a:pt x="20377" y="7868"/>
                </a:lnTo>
                <a:lnTo>
                  <a:pt x="20687" y="10163"/>
                </a:lnTo>
                <a:lnTo>
                  <a:pt x="20957" y="12437"/>
                </a:lnTo>
                <a:lnTo>
                  <a:pt x="21184" y="14707"/>
                </a:lnTo>
                <a:lnTo>
                  <a:pt x="21368" y="16981"/>
                </a:lnTo>
                <a:lnTo>
                  <a:pt x="21505" y="19276"/>
                </a:lnTo>
                <a:lnTo>
                  <a:pt x="21600" y="21600"/>
                </a:lnTo>
                <a:lnTo>
                  <a:pt x="21352" y="19834"/>
                </a:lnTo>
                <a:lnTo>
                  <a:pt x="21103" y="18053"/>
                </a:lnTo>
                <a:lnTo>
                  <a:pt x="20852" y="16247"/>
                </a:lnTo>
                <a:lnTo>
                  <a:pt x="20207" y="14452"/>
                </a:lnTo>
                <a:lnTo>
                  <a:pt x="19559" y="12642"/>
                </a:lnTo>
                <a:lnTo>
                  <a:pt x="18900" y="10807"/>
                </a:lnTo>
                <a:lnTo>
                  <a:pt x="16710" y="10296"/>
                </a:lnTo>
                <a:lnTo>
                  <a:pt x="15117" y="10005"/>
                </a:lnTo>
                <a:lnTo>
                  <a:pt x="13654" y="9904"/>
                </a:lnTo>
                <a:lnTo>
                  <a:pt x="11864" y="9955"/>
                </a:lnTo>
                <a:lnTo>
                  <a:pt x="9283" y="10131"/>
                </a:lnTo>
                <a:lnTo>
                  <a:pt x="7549" y="10228"/>
                </a:lnTo>
                <a:lnTo>
                  <a:pt x="5805" y="10325"/>
                </a:lnTo>
                <a:lnTo>
                  <a:pt x="4039" y="10426"/>
                </a:lnTo>
                <a:lnTo>
                  <a:pt x="3445" y="10483"/>
                </a:lnTo>
                <a:lnTo>
                  <a:pt x="2398" y="10584"/>
                </a:lnTo>
                <a:lnTo>
                  <a:pt x="0" y="10807"/>
                </a:lnTo>
                <a:lnTo>
                  <a:pt x="0" y="8429"/>
                </a:lnTo>
                <a:lnTo>
                  <a:pt x="0" y="6037"/>
                </a:lnTo>
                <a:lnTo>
                  <a:pt x="0" y="3612"/>
                </a:lnTo>
                <a:lnTo>
                  <a:pt x="1690" y="2137"/>
                </a:lnTo>
                <a:lnTo>
                  <a:pt x="3378" y="1090"/>
                </a:lnTo>
                <a:lnTo>
                  <a:pt x="5073" y="417"/>
                </a:lnTo>
                <a:lnTo>
                  <a:pt x="6782" y="68"/>
                </a:lnTo>
                <a:lnTo>
                  <a:pt x="8518" y="0"/>
                </a:lnTo>
                <a:lnTo>
                  <a:pt x="10290" y="155"/>
                </a:lnTo>
                <a:lnTo>
                  <a:pt x="12104" y="489"/>
                </a:lnTo>
                <a:lnTo>
                  <a:pt x="13973" y="950"/>
                </a:lnTo>
                <a:lnTo>
                  <a:pt x="15906" y="1489"/>
                </a:lnTo>
                <a:close/>
              </a:path>
            </a:pathLst>
          </a:custGeom>
          <a:solidFill>
            <a:srgbClr val="504F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8" name="contour_11446"/>
          <p:cNvSpPr/>
          <p:nvPr/>
        </p:nvSpPr>
        <p:spPr>
          <a:xfrm>
            <a:off x="1934404" y="5823105"/>
            <a:ext cx="60170" cy="443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98" y="0"/>
                </a:moveTo>
                <a:lnTo>
                  <a:pt x="17252" y="554"/>
                </a:lnTo>
                <a:lnTo>
                  <a:pt x="18314" y="1108"/>
                </a:lnTo>
                <a:lnTo>
                  <a:pt x="19376" y="1995"/>
                </a:lnTo>
                <a:lnTo>
                  <a:pt x="20930" y="3550"/>
                </a:lnTo>
                <a:lnTo>
                  <a:pt x="21273" y="5953"/>
                </a:lnTo>
                <a:lnTo>
                  <a:pt x="21503" y="8321"/>
                </a:lnTo>
                <a:lnTo>
                  <a:pt x="21600" y="10670"/>
                </a:lnTo>
                <a:lnTo>
                  <a:pt x="21550" y="13017"/>
                </a:lnTo>
                <a:lnTo>
                  <a:pt x="21333" y="15370"/>
                </a:lnTo>
                <a:lnTo>
                  <a:pt x="20930" y="17749"/>
                </a:lnTo>
                <a:lnTo>
                  <a:pt x="19360" y="19151"/>
                </a:lnTo>
                <a:lnTo>
                  <a:pt x="17785" y="20173"/>
                </a:lnTo>
                <a:lnTo>
                  <a:pt x="16190" y="20872"/>
                </a:lnTo>
                <a:lnTo>
                  <a:pt x="14567" y="21305"/>
                </a:lnTo>
                <a:lnTo>
                  <a:pt x="12898" y="21525"/>
                </a:lnTo>
                <a:lnTo>
                  <a:pt x="11177" y="21600"/>
                </a:lnTo>
                <a:lnTo>
                  <a:pt x="9390" y="21575"/>
                </a:lnTo>
                <a:lnTo>
                  <a:pt x="7522" y="21518"/>
                </a:lnTo>
                <a:lnTo>
                  <a:pt x="6109" y="21486"/>
                </a:lnTo>
                <a:lnTo>
                  <a:pt x="4688" y="21454"/>
                </a:lnTo>
                <a:lnTo>
                  <a:pt x="3249" y="21423"/>
                </a:lnTo>
                <a:lnTo>
                  <a:pt x="1635" y="21362"/>
                </a:lnTo>
                <a:lnTo>
                  <a:pt x="0" y="21298"/>
                </a:lnTo>
                <a:lnTo>
                  <a:pt x="0" y="18952"/>
                </a:lnTo>
                <a:lnTo>
                  <a:pt x="0" y="16591"/>
                </a:lnTo>
                <a:lnTo>
                  <a:pt x="0" y="14199"/>
                </a:lnTo>
                <a:lnTo>
                  <a:pt x="1374" y="14447"/>
                </a:lnTo>
                <a:lnTo>
                  <a:pt x="2771" y="14699"/>
                </a:lnTo>
                <a:lnTo>
                  <a:pt x="4558" y="14877"/>
                </a:lnTo>
                <a:lnTo>
                  <a:pt x="6274" y="14990"/>
                </a:lnTo>
                <a:lnTo>
                  <a:pt x="7951" y="15008"/>
                </a:lnTo>
                <a:lnTo>
                  <a:pt x="9623" y="14905"/>
                </a:lnTo>
                <a:lnTo>
                  <a:pt x="11321" y="14646"/>
                </a:lnTo>
                <a:lnTo>
                  <a:pt x="13081" y="14199"/>
                </a:lnTo>
                <a:lnTo>
                  <a:pt x="13984" y="11941"/>
                </a:lnTo>
                <a:lnTo>
                  <a:pt x="14641" y="9677"/>
                </a:lnTo>
                <a:lnTo>
                  <a:pt x="15096" y="7376"/>
                </a:lnTo>
                <a:lnTo>
                  <a:pt x="15397" y="5016"/>
                </a:lnTo>
                <a:lnTo>
                  <a:pt x="15583" y="2566"/>
                </a:lnTo>
                <a:lnTo>
                  <a:pt x="15698" y="0"/>
                </a:lnTo>
                <a:close/>
              </a:path>
            </a:pathLst>
          </a:custGeom>
          <a:solidFill>
            <a:srgbClr val="3D3C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49" name="contour_11447"/>
          <p:cNvSpPr/>
          <p:nvPr/>
        </p:nvSpPr>
        <p:spPr>
          <a:xfrm>
            <a:off x="1088997" y="5822777"/>
            <a:ext cx="51016" cy="367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3"/>
                </a:moveTo>
                <a:lnTo>
                  <a:pt x="21600" y="3023"/>
                </a:lnTo>
                <a:lnTo>
                  <a:pt x="21600" y="5870"/>
                </a:lnTo>
                <a:lnTo>
                  <a:pt x="21600" y="8756"/>
                </a:lnTo>
                <a:lnTo>
                  <a:pt x="20026" y="10562"/>
                </a:lnTo>
                <a:lnTo>
                  <a:pt x="18857" y="11825"/>
                </a:lnTo>
                <a:lnTo>
                  <a:pt x="17743" y="12883"/>
                </a:lnTo>
                <a:lnTo>
                  <a:pt x="16333" y="14069"/>
                </a:lnTo>
                <a:lnTo>
                  <a:pt x="14271" y="15713"/>
                </a:lnTo>
                <a:lnTo>
                  <a:pt x="12911" y="16830"/>
                </a:lnTo>
                <a:lnTo>
                  <a:pt x="11537" y="17952"/>
                </a:lnTo>
                <a:lnTo>
                  <a:pt x="10149" y="19091"/>
                </a:lnTo>
                <a:lnTo>
                  <a:pt x="8159" y="20316"/>
                </a:lnTo>
                <a:lnTo>
                  <a:pt x="6634" y="21056"/>
                </a:lnTo>
                <a:lnTo>
                  <a:pt x="5091" y="21437"/>
                </a:lnTo>
                <a:lnTo>
                  <a:pt x="3043" y="21579"/>
                </a:lnTo>
                <a:lnTo>
                  <a:pt x="0" y="21600"/>
                </a:lnTo>
                <a:lnTo>
                  <a:pt x="744" y="16300"/>
                </a:lnTo>
                <a:lnTo>
                  <a:pt x="1345" y="12262"/>
                </a:lnTo>
                <a:lnTo>
                  <a:pt x="1867" y="9252"/>
                </a:lnTo>
                <a:lnTo>
                  <a:pt x="2376" y="7030"/>
                </a:lnTo>
                <a:lnTo>
                  <a:pt x="2938" y="5356"/>
                </a:lnTo>
                <a:lnTo>
                  <a:pt x="3616" y="3999"/>
                </a:lnTo>
                <a:lnTo>
                  <a:pt x="4480" y="2714"/>
                </a:lnTo>
                <a:lnTo>
                  <a:pt x="5591" y="1263"/>
                </a:lnTo>
                <a:lnTo>
                  <a:pt x="7606" y="754"/>
                </a:lnTo>
                <a:lnTo>
                  <a:pt x="9600" y="394"/>
                </a:lnTo>
                <a:lnTo>
                  <a:pt x="11578" y="163"/>
                </a:lnTo>
                <a:lnTo>
                  <a:pt x="13552" y="39"/>
                </a:lnTo>
                <a:lnTo>
                  <a:pt x="15533" y="0"/>
                </a:lnTo>
                <a:lnTo>
                  <a:pt x="17527" y="30"/>
                </a:lnTo>
                <a:lnTo>
                  <a:pt x="19548" y="98"/>
                </a:lnTo>
                <a:lnTo>
                  <a:pt x="21600" y="193"/>
                </a:lnTo>
                <a:close/>
              </a:path>
            </a:pathLst>
          </a:custGeom>
          <a:solidFill>
            <a:srgbClr val="1C1D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0" name="contour_11448"/>
          <p:cNvSpPr/>
          <p:nvPr/>
        </p:nvSpPr>
        <p:spPr>
          <a:xfrm>
            <a:off x="10607114" y="5815817"/>
            <a:ext cx="51293" cy="39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45" y="0"/>
                </a:moveTo>
                <a:lnTo>
                  <a:pt x="17276" y="624"/>
                </a:lnTo>
                <a:lnTo>
                  <a:pt x="18555" y="1249"/>
                </a:lnTo>
                <a:lnTo>
                  <a:pt x="19768" y="2249"/>
                </a:lnTo>
                <a:lnTo>
                  <a:pt x="21483" y="4002"/>
                </a:lnTo>
                <a:lnTo>
                  <a:pt x="21600" y="6996"/>
                </a:lnTo>
                <a:lnTo>
                  <a:pt x="21502" y="9785"/>
                </a:lnTo>
                <a:lnTo>
                  <a:pt x="21161" y="12427"/>
                </a:lnTo>
                <a:lnTo>
                  <a:pt x="20550" y="14976"/>
                </a:lnTo>
                <a:lnTo>
                  <a:pt x="19645" y="17486"/>
                </a:lnTo>
                <a:lnTo>
                  <a:pt x="18414" y="20011"/>
                </a:lnTo>
                <a:lnTo>
                  <a:pt x="16162" y="20820"/>
                </a:lnTo>
                <a:lnTo>
                  <a:pt x="13970" y="21348"/>
                </a:lnTo>
                <a:lnTo>
                  <a:pt x="11819" y="21600"/>
                </a:lnTo>
                <a:lnTo>
                  <a:pt x="9680" y="21584"/>
                </a:lnTo>
                <a:lnTo>
                  <a:pt x="7525" y="21312"/>
                </a:lnTo>
                <a:lnTo>
                  <a:pt x="5331" y="20784"/>
                </a:lnTo>
                <a:lnTo>
                  <a:pt x="3069" y="20011"/>
                </a:lnTo>
                <a:lnTo>
                  <a:pt x="1848" y="17033"/>
                </a:lnTo>
                <a:lnTo>
                  <a:pt x="1077" y="14920"/>
                </a:lnTo>
                <a:lnTo>
                  <a:pt x="611" y="13095"/>
                </a:lnTo>
                <a:lnTo>
                  <a:pt x="301" y="10982"/>
                </a:lnTo>
                <a:lnTo>
                  <a:pt x="0" y="8004"/>
                </a:lnTo>
                <a:lnTo>
                  <a:pt x="2170" y="8004"/>
                </a:lnTo>
                <a:lnTo>
                  <a:pt x="4343" y="8004"/>
                </a:lnTo>
                <a:lnTo>
                  <a:pt x="6522" y="8004"/>
                </a:lnTo>
                <a:lnTo>
                  <a:pt x="8710" y="8004"/>
                </a:lnTo>
                <a:lnTo>
                  <a:pt x="10907" y="8004"/>
                </a:lnTo>
                <a:lnTo>
                  <a:pt x="13117" y="8004"/>
                </a:lnTo>
                <a:lnTo>
                  <a:pt x="15345" y="8004"/>
                </a:lnTo>
                <a:lnTo>
                  <a:pt x="15345" y="5359"/>
                </a:lnTo>
                <a:lnTo>
                  <a:pt x="15345" y="2697"/>
                </a:lnTo>
                <a:lnTo>
                  <a:pt x="15345" y="0"/>
                </a:lnTo>
                <a:close/>
              </a:path>
            </a:pathLst>
          </a:custGeom>
          <a:solidFill>
            <a:srgbClr val="E0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1" name="contour_11449"/>
          <p:cNvSpPr/>
          <p:nvPr/>
        </p:nvSpPr>
        <p:spPr>
          <a:xfrm>
            <a:off x="8216653" y="5792131"/>
            <a:ext cx="51016" cy="30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0"/>
                </a:moveTo>
                <a:lnTo>
                  <a:pt x="19656" y="630"/>
                </a:lnTo>
                <a:lnTo>
                  <a:pt x="21600" y="1271"/>
                </a:lnTo>
                <a:lnTo>
                  <a:pt x="21600" y="4625"/>
                </a:lnTo>
                <a:lnTo>
                  <a:pt x="21600" y="7984"/>
                </a:lnTo>
                <a:lnTo>
                  <a:pt x="21600" y="11359"/>
                </a:lnTo>
                <a:lnTo>
                  <a:pt x="21600" y="14749"/>
                </a:lnTo>
                <a:lnTo>
                  <a:pt x="21600" y="18159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2743" y="16619"/>
                </a:lnTo>
                <a:lnTo>
                  <a:pt x="5020" y="12538"/>
                </a:lnTo>
                <a:lnTo>
                  <a:pt x="6912" y="9255"/>
                </a:lnTo>
                <a:lnTo>
                  <a:pt x="8498" y="6668"/>
                </a:lnTo>
                <a:lnTo>
                  <a:pt x="9859" y="4686"/>
                </a:lnTo>
                <a:lnTo>
                  <a:pt x="11072" y="3207"/>
                </a:lnTo>
                <a:lnTo>
                  <a:pt x="12216" y="2140"/>
                </a:lnTo>
                <a:lnTo>
                  <a:pt x="13380" y="1382"/>
                </a:lnTo>
                <a:lnTo>
                  <a:pt x="14632" y="839"/>
                </a:lnTo>
                <a:lnTo>
                  <a:pt x="16061" y="412"/>
                </a:lnTo>
                <a:lnTo>
                  <a:pt x="17743" y="0"/>
                </a:lnTo>
                <a:close/>
              </a:path>
            </a:pathLst>
          </a:custGeom>
          <a:solidFill>
            <a:srgbClr val="E1E3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2" name="contour_11450"/>
          <p:cNvSpPr/>
          <p:nvPr/>
        </p:nvSpPr>
        <p:spPr>
          <a:xfrm>
            <a:off x="7939709" y="5793953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447" y="1527"/>
                </a:lnTo>
                <a:lnTo>
                  <a:pt x="17468" y="3058"/>
                </a:lnTo>
                <a:lnTo>
                  <a:pt x="18493" y="4595"/>
                </a:lnTo>
                <a:lnTo>
                  <a:pt x="19520" y="6137"/>
                </a:lnTo>
                <a:lnTo>
                  <a:pt x="20557" y="7690"/>
                </a:lnTo>
                <a:lnTo>
                  <a:pt x="21600" y="9257"/>
                </a:lnTo>
                <a:lnTo>
                  <a:pt x="20140" y="10501"/>
                </a:lnTo>
                <a:lnTo>
                  <a:pt x="18678" y="11738"/>
                </a:lnTo>
                <a:lnTo>
                  <a:pt x="17212" y="12972"/>
                </a:lnTo>
                <a:lnTo>
                  <a:pt x="15743" y="14200"/>
                </a:lnTo>
                <a:lnTo>
                  <a:pt x="14271" y="15429"/>
                </a:lnTo>
                <a:lnTo>
                  <a:pt x="12911" y="16573"/>
                </a:lnTo>
                <a:lnTo>
                  <a:pt x="11537" y="17731"/>
                </a:lnTo>
                <a:lnTo>
                  <a:pt x="10149" y="18900"/>
                </a:lnTo>
                <a:lnTo>
                  <a:pt x="8159" y="20218"/>
                </a:lnTo>
                <a:lnTo>
                  <a:pt x="6634" y="21017"/>
                </a:lnTo>
                <a:lnTo>
                  <a:pt x="5091" y="21427"/>
                </a:lnTo>
                <a:lnTo>
                  <a:pt x="3043" y="21578"/>
                </a:lnTo>
                <a:lnTo>
                  <a:pt x="0" y="21600"/>
                </a:lnTo>
                <a:lnTo>
                  <a:pt x="500" y="18033"/>
                </a:lnTo>
                <a:lnTo>
                  <a:pt x="932" y="15296"/>
                </a:lnTo>
                <a:lnTo>
                  <a:pt x="1364" y="13213"/>
                </a:lnTo>
                <a:lnTo>
                  <a:pt x="1870" y="11608"/>
                </a:lnTo>
                <a:lnTo>
                  <a:pt x="2521" y="10300"/>
                </a:lnTo>
                <a:lnTo>
                  <a:pt x="3385" y="9112"/>
                </a:lnTo>
                <a:lnTo>
                  <a:pt x="4533" y="7862"/>
                </a:lnTo>
                <a:lnTo>
                  <a:pt x="6039" y="6375"/>
                </a:lnTo>
                <a:lnTo>
                  <a:pt x="7572" y="5255"/>
                </a:lnTo>
                <a:lnTo>
                  <a:pt x="9115" y="4160"/>
                </a:lnTo>
                <a:lnTo>
                  <a:pt x="10667" y="3086"/>
                </a:lnTo>
                <a:lnTo>
                  <a:pt x="12235" y="2037"/>
                </a:lnTo>
                <a:lnTo>
                  <a:pt x="13821" y="1006"/>
                </a:lnTo>
                <a:lnTo>
                  <a:pt x="15429" y="0"/>
                </a:lnTo>
                <a:close/>
              </a:path>
            </a:pathLst>
          </a:custGeom>
          <a:solidFill>
            <a:srgbClr val="4B4D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3" name="contour_11451"/>
          <p:cNvSpPr/>
          <p:nvPr/>
        </p:nvSpPr>
        <p:spPr>
          <a:xfrm>
            <a:off x="7699206" y="577937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223"/>
                </a:lnTo>
                <a:lnTo>
                  <a:pt x="11275" y="2445"/>
                </a:lnTo>
                <a:lnTo>
                  <a:pt x="13320" y="3672"/>
                </a:lnTo>
                <a:lnTo>
                  <a:pt x="15372" y="4903"/>
                </a:lnTo>
                <a:lnTo>
                  <a:pt x="17435" y="6143"/>
                </a:lnTo>
                <a:lnTo>
                  <a:pt x="19508" y="7387"/>
                </a:lnTo>
                <a:lnTo>
                  <a:pt x="21600" y="8640"/>
                </a:lnTo>
                <a:lnTo>
                  <a:pt x="20887" y="11206"/>
                </a:lnTo>
                <a:lnTo>
                  <a:pt x="20171" y="13781"/>
                </a:lnTo>
                <a:lnTo>
                  <a:pt x="19454" y="16364"/>
                </a:lnTo>
                <a:lnTo>
                  <a:pt x="18731" y="18969"/>
                </a:lnTo>
                <a:lnTo>
                  <a:pt x="18000" y="21600"/>
                </a:lnTo>
                <a:lnTo>
                  <a:pt x="15772" y="21064"/>
                </a:lnTo>
                <a:lnTo>
                  <a:pt x="13543" y="20529"/>
                </a:lnTo>
                <a:lnTo>
                  <a:pt x="11308" y="19993"/>
                </a:lnTo>
                <a:lnTo>
                  <a:pt x="9068" y="19457"/>
                </a:lnTo>
                <a:lnTo>
                  <a:pt x="6818" y="18917"/>
                </a:lnTo>
                <a:lnTo>
                  <a:pt x="4558" y="18373"/>
                </a:lnTo>
                <a:lnTo>
                  <a:pt x="2286" y="17829"/>
                </a:lnTo>
                <a:lnTo>
                  <a:pt x="0" y="17280"/>
                </a:lnTo>
                <a:lnTo>
                  <a:pt x="1019" y="14835"/>
                </a:lnTo>
                <a:lnTo>
                  <a:pt x="2038" y="12390"/>
                </a:lnTo>
                <a:lnTo>
                  <a:pt x="3060" y="9936"/>
                </a:lnTo>
                <a:lnTo>
                  <a:pt x="4086" y="7474"/>
                </a:lnTo>
                <a:lnTo>
                  <a:pt x="5119" y="4998"/>
                </a:lnTo>
                <a:lnTo>
                  <a:pt x="6156" y="2510"/>
                </a:lnTo>
                <a:lnTo>
                  <a:pt x="7200" y="0"/>
                </a:lnTo>
                <a:close/>
              </a:path>
            </a:pathLst>
          </a:custGeom>
          <a:solidFill>
            <a:srgbClr val="F4F4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4" name="contour_11452"/>
          <p:cNvSpPr/>
          <p:nvPr/>
        </p:nvSpPr>
        <p:spPr>
          <a:xfrm>
            <a:off x="10534234" y="577208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349"/>
                </a:lnTo>
                <a:lnTo>
                  <a:pt x="9763" y="756"/>
                </a:lnTo>
                <a:lnTo>
                  <a:pt x="13228" y="1577"/>
                </a:lnTo>
                <a:lnTo>
                  <a:pt x="15582" y="2128"/>
                </a:lnTo>
                <a:lnTo>
                  <a:pt x="17971" y="2686"/>
                </a:lnTo>
                <a:lnTo>
                  <a:pt x="19773" y="3139"/>
                </a:lnTo>
                <a:lnTo>
                  <a:pt x="21600" y="3600"/>
                </a:lnTo>
                <a:lnTo>
                  <a:pt x="20680" y="5857"/>
                </a:lnTo>
                <a:lnTo>
                  <a:pt x="19742" y="8111"/>
                </a:lnTo>
                <a:lnTo>
                  <a:pt x="18788" y="10357"/>
                </a:lnTo>
                <a:lnTo>
                  <a:pt x="17820" y="12600"/>
                </a:lnTo>
                <a:lnTo>
                  <a:pt x="17509" y="13345"/>
                </a:lnTo>
                <a:lnTo>
                  <a:pt x="16956" y="14656"/>
                </a:lnTo>
                <a:lnTo>
                  <a:pt x="15695" y="17662"/>
                </a:lnTo>
                <a:lnTo>
                  <a:pt x="14338" y="19616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184" y="19318"/>
                </a:lnTo>
                <a:lnTo>
                  <a:pt x="2493" y="17644"/>
                </a:lnTo>
                <a:lnTo>
                  <a:pt x="1974" y="15754"/>
                </a:lnTo>
                <a:lnTo>
                  <a:pt x="1348" y="12823"/>
                </a:lnTo>
                <a:lnTo>
                  <a:pt x="791" y="10375"/>
                </a:lnTo>
                <a:lnTo>
                  <a:pt x="220" y="7888"/>
                </a:lnTo>
                <a:lnTo>
                  <a:pt x="108" y="5760"/>
                </a:lnTo>
                <a:lnTo>
                  <a:pt x="0" y="3600"/>
                </a:lnTo>
                <a:lnTo>
                  <a:pt x="2143" y="1814"/>
                </a:lnTo>
                <a:lnTo>
                  <a:pt x="4320" y="0"/>
                </a:lnTo>
                <a:close/>
              </a:path>
            </a:pathLst>
          </a:custGeom>
          <a:solidFill>
            <a:srgbClr val="D3D7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5" name="contour_11453"/>
          <p:cNvSpPr/>
          <p:nvPr/>
        </p:nvSpPr>
        <p:spPr>
          <a:xfrm>
            <a:off x="3894874" y="5757513"/>
            <a:ext cx="80168" cy="362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3170" y="0"/>
                </a:lnTo>
                <a:lnTo>
                  <a:pt x="14560" y="0"/>
                </a:lnTo>
                <a:lnTo>
                  <a:pt x="15955" y="0"/>
                </a:lnTo>
                <a:lnTo>
                  <a:pt x="17355" y="0"/>
                </a:lnTo>
                <a:lnTo>
                  <a:pt x="18761" y="0"/>
                </a:lnTo>
                <a:lnTo>
                  <a:pt x="20174" y="0"/>
                </a:lnTo>
                <a:lnTo>
                  <a:pt x="21600" y="0"/>
                </a:lnTo>
                <a:lnTo>
                  <a:pt x="20626" y="539"/>
                </a:lnTo>
                <a:lnTo>
                  <a:pt x="19648" y="1077"/>
                </a:lnTo>
                <a:lnTo>
                  <a:pt x="18655" y="1629"/>
                </a:lnTo>
                <a:lnTo>
                  <a:pt x="17681" y="2524"/>
                </a:lnTo>
                <a:lnTo>
                  <a:pt x="16703" y="3431"/>
                </a:lnTo>
                <a:lnTo>
                  <a:pt x="15709" y="4343"/>
                </a:lnTo>
                <a:lnTo>
                  <a:pt x="15709" y="7214"/>
                </a:lnTo>
                <a:lnTo>
                  <a:pt x="15709" y="10103"/>
                </a:lnTo>
                <a:lnTo>
                  <a:pt x="15709" y="13030"/>
                </a:lnTo>
                <a:lnTo>
                  <a:pt x="14615" y="15050"/>
                </a:lnTo>
                <a:lnTo>
                  <a:pt x="13469" y="16809"/>
                </a:lnTo>
                <a:lnTo>
                  <a:pt x="12269" y="18308"/>
                </a:lnTo>
                <a:lnTo>
                  <a:pt x="11020" y="19533"/>
                </a:lnTo>
                <a:lnTo>
                  <a:pt x="9724" y="20484"/>
                </a:lnTo>
                <a:lnTo>
                  <a:pt x="8385" y="21148"/>
                </a:lnTo>
                <a:lnTo>
                  <a:pt x="7004" y="21522"/>
                </a:lnTo>
                <a:lnTo>
                  <a:pt x="5585" y="21600"/>
                </a:lnTo>
                <a:lnTo>
                  <a:pt x="4509" y="21101"/>
                </a:lnTo>
                <a:lnTo>
                  <a:pt x="3680" y="20631"/>
                </a:lnTo>
                <a:lnTo>
                  <a:pt x="2832" y="19989"/>
                </a:lnTo>
                <a:lnTo>
                  <a:pt x="1695" y="18972"/>
                </a:lnTo>
                <a:lnTo>
                  <a:pt x="0" y="17374"/>
                </a:lnTo>
                <a:lnTo>
                  <a:pt x="0" y="14503"/>
                </a:lnTo>
                <a:lnTo>
                  <a:pt x="0" y="11614"/>
                </a:lnTo>
                <a:lnTo>
                  <a:pt x="0" y="8687"/>
                </a:lnTo>
                <a:lnTo>
                  <a:pt x="1296" y="8209"/>
                </a:lnTo>
                <a:lnTo>
                  <a:pt x="2594" y="7731"/>
                </a:lnTo>
                <a:lnTo>
                  <a:pt x="3892" y="7254"/>
                </a:lnTo>
                <a:lnTo>
                  <a:pt x="5194" y="6771"/>
                </a:lnTo>
                <a:lnTo>
                  <a:pt x="6500" y="6289"/>
                </a:lnTo>
                <a:lnTo>
                  <a:pt x="7811" y="5807"/>
                </a:lnTo>
                <a:lnTo>
                  <a:pt x="9127" y="5321"/>
                </a:lnTo>
                <a:lnTo>
                  <a:pt x="10450" y="4834"/>
                </a:lnTo>
                <a:lnTo>
                  <a:pt x="11782" y="4343"/>
                </a:lnTo>
                <a:lnTo>
                  <a:pt x="11782" y="2189"/>
                </a:lnTo>
                <a:lnTo>
                  <a:pt x="11782" y="0"/>
                </a:lnTo>
                <a:close/>
              </a:path>
            </a:pathLst>
          </a:custGeom>
          <a:solidFill>
            <a:srgbClr val="7872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6" name="contour_11454"/>
          <p:cNvSpPr/>
          <p:nvPr/>
        </p:nvSpPr>
        <p:spPr>
          <a:xfrm>
            <a:off x="8070893" y="5742937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646" y="1515"/>
                </a:lnTo>
                <a:lnTo>
                  <a:pt x="8714" y="2662"/>
                </a:lnTo>
                <a:lnTo>
                  <a:pt x="9547" y="3669"/>
                </a:lnTo>
                <a:lnTo>
                  <a:pt x="10316" y="4763"/>
                </a:lnTo>
                <a:lnTo>
                  <a:pt x="11189" y="6164"/>
                </a:lnTo>
                <a:lnTo>
                  <a:pt x="12343" y="8100"/>
                </a:lnTo>
                <a:lnTo>
                  <a:pt x="11189" y="10036"/>
                </a:lnTo>
                <a:lnTo>
                  <a:pt x="10316" y="11437"/>
                </a:lnTo>
                <a:lnTo>
                  <a:pt x="9547" y="12531"/>
                </a:lnTo>
                <a:lnTo>
                  <a:pt x="8714" y="13538"/>
                </a:lnTo>
                <a:lnTo>
                  <a:pt x="7646" y="14685"/>
                </a:lnTo>
                <a:lnTo>
                  <a:pt x="6171" y="16200"/>
                </a:lnTo>
                <a:lnTo>
                  <a:pt x="8353" y="16200"/>
                </a:lnTo>
                <a:lnTo>
                  <a:pt x="10538" y="16200"/>
                </a:lnTo>
                <a:lnTo>
                  <a:pt x="12729" y="16200"/>
                </a:lnTo>
                <a:lnTo>
                  <a:pt x="14929" y="16200"/>
                </a:lnTo>
                <a:lnTo>
                  <a:pt x="17138" y="16200"/>
                </a:lnTo>
                <a:lnTo>
                  <a:pt x="19360" y="16200"/>
                </a:lnTo>
                <a:lnTo>
                  <a:pt x="21600" y="16200"/>
                </a:lnTo>
                <a:lnTo>
                  <a:pt x="20835" y="17537"/>
                </a:lnTo>
                <a:lnTo>
                  <a:pt x="20069" y="18878"/>
                </a:lnTo>
                <a:lnTo>
                  <a:pt x="19295" y="20231"/>
                </a:lnTo>
                <a:lnTo>
                  <a:pt x="18514" y="21600"/>
                </a:lnTo>
                <a:lnTo>
                  <a:pt x="16478" y="21006"/>
                </a:lnTo>
                <a:lnTo>
                  <a:pt x="14438" y="20412"/>
                </a:lnTo>
                <a:lnTo>
                  <a:pt x="12398" y="19815"/>
                </a:lnTo>
                <a:lnTo>
                  <a:pt x="10353" y="19219"/>
                </a:lnTo>
                <a:lnTo>
                  <a:pt x="8301" y="18622"/>
                </a:lnTo>
                <a:lnTo>
                  <a:pt x="6239" y="18020"/>
                </a:lnTo>
                <a:lnTo>
                  <a:pt x="4172" y="17418"/>
                </a:lnTo>
                <a:lnTo>
                  <a:pt x="2092" y="16810"/>
                </a:lnTo>
                <a:lnTo>
                  <a:pt x="0" y="16200"/>
                </a:lnTo>
                <a:lnTo>
                  <a:pt x="808" y="12277"/>
                </a:lnTo>
                <a:lnTo>
                  <a:pt x="1469" y="9196"/>
                </a:lnTo>
                <a:lnTo>
                  <a:pt x="2027" y="6826"/>
                </a:lnTo>
                <a:lnTo>
                  <a:pt x="2543" y="5027"/>
                </a:lnTo>
                <a:lnTo>
                  <a:pt x="3058" y="3672"/>
                </a:lnTo>
                <a:lnTo>
                  <a:pt x="3629" y="2624"/>
                </a:lnTo>
                <a:lnTo>
                  <a:pt x="4305" y="1752"/>
                </a:lnTo>
                <a:lnTo>
                  <a:pt x="5135" y="923"/>
                </a:lnTo>
                <a:lnTo>
                  <a:pt x="6171" y="0"/>
                </a:lnTo>
                <a:close/>
              </a:path>
            </a:pathLst>
          </a:custGeom>
          <a:solidFill>
            <a:srgbClr val="666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7" name="contour_11455"/>
          <p:cNvSpPr/>
          <p:nvPr/>
        </p:nvSpPr>
        <p:spPr>
          <a:xfrm>
            <a:off x="2174908" y="5757171"/>
            <a:ext cx="58304" cy="36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1"/>
                </a:moveTo>
                <a:lnTo>
                  <a:pt x="21335" y="3129"/>
                </a:lnTo>
                <a:lnTo>
                  <a:pt x="21063" y="5260"/>
                </a:lnTo>
                <a:lnTo>
                  <a:pt x="20652" y="7211"/>
                </a:lnTo>
                <a:lnTo>
                  <a:pt x="19975" y="9600"/>
                </a:lnTo>
                <a:lnTo>
                  <a:pt x="18900" y="13040"/>
                </a:lnTo>
                <a:lnTo>
                  <a:pt x="17272" y="14389"/>
                </a:lnTo>
                <a:lnTo>
                  <a:pt x="15628" y="15630"/>
                </a:lnTo>
                <a:lnTo>
                  <a:pt x="13967" y="16781"/>
                </a:lnTo>
                <a:lnTo>
                  <a:pt x="12288" y="17851"/>
                </a:lnTo>
                <a:lnTo>
                  <a:pt x="10595" y="18852"/>
                </a:lnTo>
                <a:lnTo>
                  <a:pt x="8880" y="19807"/>
                </a:lnTo>
                <a:lnTo>
                  <a:pt x="7150" y="20714"/>
                </a:lnTo>
                <a:lnTo>
                  <a:pt x="5400" y="21600"/>
                </a:lnTo>
                <a:lnTo>
                  <a:pt x="5511" y="19567"/>
                </a:lnTo>
                <a:lnTo>
                  <a:pt x="5624" y="17521"/>
                </a:lnTo>
                <a:lnTo>
                  <a:pt x="5738" y="15446"/>
                </a:lnTo>
                <a:lnTo>
                  <a:pt x="5627" y="13237"/>
                </a:lnTo>
                <a:lnTo>
                  <a:pt x="5513" y="11016"/>
                </a:lnTo>
                <a:lnTo>
                  <a:pt x="5400" y="8761"/>
                </a:lnTo>
                <a:lnTo>
                  <a:pt x="3796" y="7036"/>
                </a:lnTo>
                <a:lnTo>
                  <a:pt x="2700" y="6017"/>
                </a:lnTo>
                <a:lnTo>
                  <a:pt x="1604" y="5298"/>
                </a:lnTo>
                <a:lnTo>
                  <a:pt x="0" y="4481"/>
                </a:lnTo>
                <a:lnTo>
                  <a:pt x="1806" y="3368"/>
                </a:lnTo>
                <a:lnTo>
                  <a:pt x="3591" y="2444"/>
                </a:lnTo>
                <a:lnTo>
                  <a:pt x="5357" y="1699"/>
                </a:lnTo>
                <a:lnTo>
                  <a:pt x="7114" y="1113"/>
                </a:lnTo>
                <a:lnTo>
                  <a:pt x="8870" y="672"/>
                </a:lnTo>
                <a:lnTo>
                  <a:pt x="10625" y="355"/>
                </a:lnTo>
                <a:lnTo>
                  <a:pt x="12393" y="150"/>
                </a:lnTo>
                <a:lnTo>
                  <a:pt x="14175" y="34"/>
                </a:lnTo>
                <a:lnTo>
                  <a:pt x="15981" y="0"/>
                </a:lnTo>
                <a:lnTo>
                  <a:pt x="17817" y="30"/>
                </a:lnTo>
                <a:lnTo>
                  <a:pt x="19686" y="103"/>
                </a:lnTo>
                <a:lnTo>
                  <a:pt x="21600" y="201"/>
                </a:lnTo>
                <a:close/>
              </a:path>
            </a:pathLst>
          </a:custGeom>
          <a:solidFill>
            <a:srgbClr val="3B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8" name="contour_11456"/>
          <p:cNvSpPr/>
          <p:nvPr/>
        </p:nvSpPr>
        <p:spPr>
          <a:xfrm>
            <a:off x="7582598" y="5749511"/>
            <a:ext cx="58304" cy="24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24"/>
                </a:moveTo>
                <a:lnTo>
                  <a:pt x="1553" y="529"/>
                </a:lnTo>
                <a:lnTo>
                  <a:pt x="3105" y="440"/>
                </a:lnTo>
                <a:lnTo>
                  <a:pt x="4657" y="363"/>
                </a:lnTo>
                <a:lnTo>
                  <a:pt x="6210" y="293"/>
                </a:lnTo>
                <a:lnTo>
                  <a:pt x="7762" y="229"/>
                </a:lnTo>
                <a:lnTo>
                  <a:pt x="8405" y="197"/>
                </a:lnTo>
                <a:lnTo>
                  <a:pt x="9536" y="134"/>
                </a:lnTo>
                <a:lnTo>
                  <a:pt x="12128" y="0"/>
                </a:lnTo>
                <a:lnTo>
                  <a:pt x="14002" y="331"/>
                </a:lnTo>
                <a:lnTo>
                  <a:pt x="15660" y="803"/>
                </a:lnTo>
                <a:lnTo>
                  <a:pt x="17175" y="1554"/>
                </a:lnTo>
                <a:lnTo>
                  <a:pt x="18622" y="2745"/>
                </a:lnTo>
                <a:lnTo>
                  <a:pt x="20072" y="4510"/>
                </a:lnTo>
                <a:lnTo>
                  <a:pt x="21600" y="6994"/>
                </a:lnTo>
                <a:lnTo>
                  <a:pt x="21600" y="11204"/>
                </a:lnTo>
                <a:lnTo>
                  <a:pt x="21600" y="15440"/>
                </a:lnTo>
                <a:lnTo>
                  <a:pt x="21600" y="19734"/>
                </a:lnTo>
                <a:lnTo>
                  <a:pt x="19745" y="20027"/>
                </a:lnTo>
                <a:lnTo>
                  <a:pt x="17890" y="20288"/>
                </a:lnTo>
                <a:lnTo>
                  <a:pt x="16033" y="20524"/>
                </a:lnTo>
                <a:lnTo>
                  <a:pt x="14175" y="20734"/>
                </a:lnTo>
                <a:lnTo>
                  <a:pt x="12317" y="20931"/>
                </a:lnTo>
                <a:lnTo>
                  <a:pt x="11551" y="21027"/>
                </a:lnTo>
                <a:lnTo>
                  <a:pt x="10198" y="21199"/>
                </a:lnTo>
                <a:lnTo>
                  <a:pt x="7098" y="21600"/>
                </a:lnTo>
                <a:lnTo>
                  <a:pt x="5646" y="20982"/>
                </a:lnTo>
                <a:lnTo>
                  <a:pt x="4182" y="20364"/>
                </a:lnTo>
                <a:lnTo>
                  <a:pt x="2700" y="19734"/>
                </a:lnTo>
                <a:lnTo>
                  <a:pt x="1741" y="14956"/>
                </a:lnTo>
                <a:lnTo>
                  <a:pt x="1120" y="11574"/>
                </a:lnTo>
                <a:lnTo>
                  <a:pt x="710" y="8669"/>
                </a:lnTo>
                <a:lnTo>
                  <a:pt x="381" y="5325"/>
                </a:lnTo>
                <a:lnTo>
                  <a:pt x="0" y="624"/>
                </a:lnTo>
                <a:close/>
              </a:path>
            </a:pathLst>
          </a:custGeom>
          <a:solidFill>
            <a:srgbClr val="E2E2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59" name="contour_11457"/>
          <p:cNvSpPr/>
          <p:nvPr/>
        </p:nvSpPr>
        <p:spPr>
          <a:xfrm>
            <a:off x="8056317" y="5728361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121"/>
                </a:lnTo>
                <a:lnTo>
                  <a:pt x="2341" y="233"/>
                </a:lnTo>
                <a:lnTo>
                  <a:pt x="3646" y="365"/>
                </a:lnTo>
                <a:lnTo>
                  <a:pt x="5374" y="538"/>
                </a:lnTo>
                <a:lnTo>
                  <a:pt x="7780" y="778"/>
                </a:lnTo>
                <a:lnTo>
                  <a:pt x="11115" y="1112"/>
                </a:lnTo>
                <a:lnTo>
                  <a:pt x="15638" y="1564"/>
                </a:lnTo>
                <a:lnTo>
                  <a:pt x="21600" y="2160"/>
                </a:lnTo>
                <a:lnTo>
                  <a:pt x="20412" y="3551"/>
                </a:lnTo>
                <a:lnTo>
                  <a:pt x="19220" y="4940"/>
                </a:lnTo>
                <a:lnTo>
                  <a:pt x="18027" y="6329"/>
                </a:lnTo>
                <a:lnTo>
                  <a:pt x="16831" y="7718"/>
                </a:lnTo>
                <a:lnTo>
                  <a:pt x="15634" y="9107"/>
                </a:lnTo>
                <a:lnTo>
                  <a:pt x="14433" y="10493"/>
                </a:lnTo>
                <a:lnTo>
                  <a:pt x="13228" y="11880"/>
                </a:lnTo>
                <a:lnTo>
                  <a:pt x="12044" y="13275"/>
                </a:lnTo>
                <a:lnTo>
                  <a:pt x="10843" y="14690"/>
                </a:lnTo>
                <a:lnTo>
                  <a:pt x="9690" y="16010"/>
                </a:lnTo>
                <a:lnTo>
                  <a:pt x="8523" y="17347"/>
                </a:lnTo>
                <a:lnTo>
                  <a:pt x="7465" y="18572"/>
                </a:lnTo>
                <a:lnTo>
                  <a:pt x="6398" y="19816"/>
                </a:lnTo>
                <a:lnTo>
                  <a:pt x="5365" y="20701"/>
                </a:lnTo>
                <a:lnTo>
                  <a:pt x="4320" y="21600"/>
                </a:lnTo>
                <a:lnTo>
                  <a:pt x="2177" y="21600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6"/>
                </a:lnTo>
                <a:lnTo>
                  <a:pt x="0" y="15485"/>
                </a:lnTo>
                <a:lnTo>
                  <a:pt x="0" y="13954"/>
                </a:lnTo>
                <a:lnTo>
                  <a:pt x="0" y="12418"/>
                </a:lnTo>
                <a:lnTo>
                  <a:pt x="0" y="10882"/>
                </a:lnTo>
                <a:lnTo>
                  <a:pt x="0" y="9340"/>
                </a:lnTo>
                <a:lnTo>
                  <a:pt x="0" y="7795"/>
                </a:lnTo>
                <a:lnTo>
                  <a:pt x="0" y="6247"/>
                </a:lnTo>
                <a:lnTo>
                  <a:pt x="0" y="4694"/>
                </a:lnTo>
                <a:lnTo>
                  <a:pt x="0" y="3134"/>
                </a:lnTo>
                <a:lnTo>
                  <a:pt x="0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919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0" name="contour_11458"/>
          <p:cNvSpPr/>
          <p:nvPr/>
        </p:nvSpPr>
        <p:spPr>
          <a:xfrm>
            <a:off x="5549248" y="569920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8558" y="1540"/>
                </a:lnTo>
                <a:lnTo>
                  <a:pt x="11271" y="2697"/>
                </a:lnTo>
                <a:lnTo>
                  <a:pt x="12999" y="3829"/>
                </a:lnTo>
                <a:lnTo>
                  <a:pt x="14291" y="5289"/>
                </a:lnTo>
                <a:lnTo>
                  <a:pt x="15695" y="7437"/>
                </a:lnTo>
                <a:lnTo>
                  <a:pt x="16394" y="9121"/>
                </a:lnTo>
                <a:lnTo>
                  <a:pt x="17103" y="10815"/>
                </a:lnTo>
                <a:lnTo>
                  <a:pt x="17820" y="12534"/>
                </a:lnTo>
                <a:lnTo>
                  <a:pt x="18546" y="14228"/>
                </a:lnTo>
                <a:lnTo>
                  <a:pt x="19276" y="15932"/>
                </a:lnTo>
                <a:lnTo>
                  <a:pt x="20015" y="17660"/>
                </a:lnTo>
                <a:lnTo>
                  <a:pt x="20408" y="1863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3635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1" name="contour_11459"/>
          <p:cNvSpPr/>
          <p:nvPr/>
        </p:nvSpPr>
        <p:spPr>
          <a:xfrm>
            <a:off x="8107333" y="5706497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80"/>
                </a:lnTo>
                <a:lnTo>
                  <a:pt x="21600" y="4774"/>
                </a:lnTo>
                <a:lnTo>
                  <a:pt x="21600" y="7200"/>
                </a:lnTo>
                <a:lnTo>
                  <a:pt x="20400" y="8100"/>
                </a:lnTo>
                <a:lnTo>
                  <a:pt x="19200" y="9000"/>
                </a:lnTo>
                <a:lnTo>
                  <a:pt x="18000" y="9900"/>
                </a:lnTo>
                <a:lnTo>
                  <a:pt x="16800" y="10800"/>
                </a:lnTo>
                <a:lnTo>
                  <a:pt x="15653" y="13194"/>
                </a:lnTo>
                <a:lnTo>
                  <a:pt x="14822" y="14947"/>
                </a:lnTo>
                <a:lnTo>
                  <a:pt x="14174" y="16369"/>
                </a:lnTo>
                <a:lnTo>
                  <a:pt x="13577" y="17748"/>
                </a:lnTo>
                <a:lnTo>
                  <a:pt x="12898" y="19393"/>
                </a:lnTo>
                <a:lnTo>
                  <a:pt x="12000" y="21600"/>
                </a:lnTo>
                <a:lnTo>
                  <a:pt x="10680" y="20412"/>
                </a:lnTo>
                <a:lnTo>
                  <a:pt x="9358" y="19224"/>
                </a:lnTo>
                <a:lnTo>
                  <a:pt x="8035" y="18032"/>
                </a:lnTo>
                <a:lnTo>
                  <a:pt x="6710" y="16837"/>
                </a:lnTo>
                <a:lnTo>
                  <a:pt x="5378" y="15642"/>
                </a:lnTo>
                <a:lnTo>
                  <a:pt x="4044" y="14440"/>
                </a:lnTo>
                <a:lnTo>
                  <a:pt x="2702" y="13234"/>
                </a:lnTo>
                <a:lnTo>
                  <a:pt x="1356" y="12020"/>
                </a:lnTo>
                <a:lnTo>
                  <a:pt x="0" y="10800"/>
                </a:lnTo>
                <a:lnTo>
                  <a:pt x="595" y="9018"/>
                </a:lnTo>
                <a:lnTo>
                  <a:pt x="1190" y="7229"/>
                </a:lnTo>
                <a:lnTo>
                  <a:pt x="1793" y="5425"/>
                </a:lnTo>
                <a:lnTo>
                  <a:pt x="2400" y="3600"/>
                </a:lnTo>
                <a:lnTo>
                  <a:pt x="4001" y="2866"/>
                </a:lnTo>
                <a:lnTo>
                  <a:pt x="5167" y="2383"/>
                </a:lnTo>
                <a:lnTo>
                  <a:pt x="6238" y="2041"/>
                </a:lnTo>
                <a:lnTo>
                  <a:pt x="7553" y="1732"/>
                </a:lnTo>
                <a:lnTo>
                  <a:pt x="9451" y="1350"/>
                </a:lnTo>
                <a:lnTo>
                  <a:pt x="10711" y="1080"/>
                </a:lnTo>
                <a:lnTo>
                  <a:pt x="11978" y="806"/>
                </a:lnTo>
                <a:lnTo>
                  <a:pt x="13265" y="533"/>
                </a:lnTo>
                <a:lnTo>
                  <a:pt x="15029" y="274"/>
                </a:lnTo>
                <a:lnTo>
                  <a:pt x="16344" y="115"/>
                </a:lnTo>
                <a:lnTo>
                  <a:pt x="17611" y="32"/>
                </a:lnTo>
                <a:lnTo>
                  <a:pt x="19229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4143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2" name="contour_11460"/>
          <p:cNvSpPr/>
          <p:nvPr/>
        </p:nvSpPr>
        <p:spPr>
          <a:xfrm>
            <a:off x="7713782" y="5713785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97" y="0"/>
                </a:lnTo>
                <a:lnTo>
                  <a:pt x="3396" y="0"/>
                </a:lnTo>
                <a:lnTo>
                  <a:pt x="5100" y="0"/>
                </a:lnTo>
                <a:lnTo>
                  <a:pt x="6811" y="0"/>
                </a:lnTo>
                <a:lnTo>
                  <a:pt x="8530" y="0"/>
                </a:lnTo>
                <a:lnTo>
                  <a:pt x="10258" y="0"/>
                </a:lnTo>
                <a:lnTo>
                  <a:pt x="12000" y="0"/>
                </a:lnTo>
                <a:lnTo>
                  <a:pt x="12000" y="2856"/>
                </a:lnTo>
                <a:lnTo>
                  <a:pt x="12000" y="5728"/>
                </a:lnTo>
                <a:lnTo>
                  <a:pt x="12000" y="8640"/>
                </a:lnTo>
                <a:lnTo>
                  <a:pt x="13584" y="8640"/>
                </a:lnTo>
                <a:lnTo>
                  <a:pt x="15170" y="8640"/>
                </a:lnTo>
                <a:lnTo>
                  <a:pt x="16764" y="8640"/>
                </a:lnTo>
                <a:lnTo>
                  <a:pt x="18365" y="8640"/>
                </a:lnTo>
                <a:lnTo>
                  <a:pt x="19975" y="8640"/>
                </a:lnTo>
                <a:lnTo>
                  <a:pt x="21600" y="8640"/>
                </a:lnTo>
                <a:lnTo>
                  <a:pt x="21125" y="11206"/>
                </a:lnTo>
                <a:lnTo>
                  <a:pt x="20647" y="13781"/>
                </a:lnTo>
                <a:lnTo>
                  <a:pt x="20170" y="16364"/>
                </a:lnTo>
                <a:lnTo>
                  <a:pt x="19687" y="18969"/>
                </a:lnTo>
                <a:lnTo>
                  <a:pt x="19200" y="21600"/>
                </a:lnTo>
                <a:lnTo>
                  <a:pt x="19200" y="18744"/>
                </a:lnTo>
                <a:lnTo>
                  <a:pt x="19200" y="15872"/>
                </a:lnTo>
                <a:lnTo>
                  <a:pt x="19200" y="12960"/>
                </a:lnTo>
                <a:lnTo>
                  <a:pt x="17616" y="12960"/>
                </a:lnTo>
                <a:lnTo>
                  <a:pt x="16032" y="12960"/>
                </a:lnTo>
                <a:lnTo>
                  <a:pt x="14446" y="12960"/>
                </a:lnTo>
                <a:lnTo>
                  <a:pt x="12857" y="12960"/>
                </a:lnTo>
                <a:lnTo>
                  <a:pt x="11266" y="12960"/>
                </a:lnTo>
                <a:lnTo>
                  <a:pt x="9672" y="12960"/>
                </a:lnTo>
                <a:lnTo>
                  <a:pt x="8074" y="12960"/>
                </a:lnTo>
                <a:lnTo>
                  <a:pt x="6470" y="12960"/>
                </a:lnTo>
                <a:lnTo>
                  <a:pt x="4862" y="12960"/>
                </a:lnTo>
                <a:lnTo>
                  <a:pt x="3250" y="12960"/>
                </a:lnTo>
                <a:lnTo>
                  <a:pt x="1627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ECEB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3" name="contour_11461"/>
          <p:cNvSpPr/>
          <p:nvPr/>
        </p:nvSpPr>
        <p:spPr>
          <a:xfrm>
            <a:off x="3607450" y="5699224"/>
            <a:ext cx="46920" cy="655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84" y="2247"/>
                </a:moveTo>
                <a:lnTo>
                  <a:pt x="20332" y="3512"/>
                </a:lnTo>
                <a:lnTo>
                  <a:pt x="21600" y="4796"/>
                </a:lnTo>
                <a:lnTo>
                  <a:pt x="19936" y="4895"/>
                </a:lnTo>
                <a:lnTo>
                  <a:pt x="18265" y="4996"/>
                </a:lnTo>
                <a:lnTo>
                  <a:pt x="16567" y="5096"/>
                </a:lnTo>
                <a:lnTo>
                  <a:pt x="15826" y="5406"/>
                </a:lnTo>
                <a:lnTo>
                  <a:pt x="14521" y="5949"/>
                </a:lnTo>
                <a:lnTo>
                  <a:pt x="11535" y="7197"/>
                </a:lnTo>
                <a:lnTo>
                  <a:pt x="11263" y="8805"/>
                </a:lnTo>
                <a:lnTo>
                  <a:pt x="11082" y="10406"/>
                </a:lnTo>
                <a:lnTo>
                  <a:pt x="10981" y="12000"/>
                </a:lnTo>
                <a:lnTo>
                  <a:pt x="10954" y="13594"/>
                </a:lnTo>
                <a:lnTo>
                  <a:pt x="10988" y="15186"/>
                </a:lnTo>
                <a:lnTo>
                  <a:pt x="11072" y="16780"/>
                </a:lnTo>
                <a:lnTo>
                  <a:pt x="11199" y="18378"/>
                </a:lnTo>
                <a:lnTo>
                  <a:pt x="11357" y="19984"/>
                </a:lnTo>
                <a:lnTo>
                  <a:pt x="11535" y="21600"/>
                </a:lnTo>
                <a:lnTo>
                  <a:pt x="9864" y="20256"/>
                </a:lnTo>
                <a:lnTo>
                  <a:pt x="8250" y="18919"/>
                </a:lnTo>
                <a:lnTo>
                  <a:pt x="6710" y="17577"/>
                </a:lnTo>
                <a:lnTo>
                  <a:pt x="5271" y="16211"/>
                </a:lnTo>
                <a:lnTo>
                  <a:pt x="3956" y="14811"/>
                </a:lnTo>
                <a:lnTo>
                  <a:pt x="2781" y="13359"/>
                </a:lnTo>
                <a:lnTo>
                  <a:pt x="1778" y="11839"/>
                </a:lnTo>
                <a:lnTo>
                  <a:pt x="963" y="10243"/>
                </a:lnTo>
                <a:lnTo>
                  <a:pt x="366" y="8548"/>
                </a:lnTo>
                <a:lnTo>
                  <a:pt x="0" y="6745"/>
                </a:lnTo>
                <a:lnTo>
                  <a:pt x="892" y="4211"/>
                </a:lnTo>
                <a:lnTo>
                  <a:pt x="1634" y="2775"/>
                </a:lnTo>
                <a:lnTo>
                  <a:pt x="2624" y="1913"/>
                </a:lnTo>
                <a:lnTo>
                  <a:pt x="4261" y="1092"/>
                </a:lnTo>
                <a:lnTo>
                  <a:pt x="6811" y="543"/>
                </a:lnTo>
                <a:lnTo>
                  <a:pt x="9035" y="163"/>
                </a:lnTo>
                <a:lnTo>
                  <a:pt x="11045" y="0"/>
                </a:lnTo>
                <a:lnTo>
                  <a:pt x="12951" y="86"/>
                </a:lnTo>
                <a:lnTo>
                  <a:pt x="14850" y="466"/>
                </a:lnTo>
                <a:lnTo>
                  <a:pt x="16859" y="1171"/>
                </a:lnTo>
                <a:lnTo>
                  <a:pt x="19084" y="2247"/>
                </a:lnTo>
                <a:close/>
              </a:path>
            </a:pathLst>
          </a:custGeom>
          <a:solidFill>
            <a:srgbClr val="6768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4" name="contour_11462"/>
          <p:cNvSpPr/>
          <p:nvPr/>
        </p:nvSpPr>
        <p:spPr>
          <a:xfrm>
            <a:off x="5643992" y="569192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687" y="1570"/>
                </a:lnTo>
                <a:lnTo>
                  <a:pt x="8460" y="2869"/>
                </a:lnTo>
                <a:lnTo>
                  <a:pt x="11452" y="3982"/>
                </a:lnTo>
                <a:lnTo>
                  <a:pt x="13781" y="4982"/>
                </a:lnTo>
                <a:lnTo>
                  <a:pt x="15577" y="5951"/>
                </a:lnTo>
                <a:lnTo>
                  <a:pt x="16960" y="6966"/>
                </a:lnTo>
                <a:lnTo>
                  <a:pt x="18065" y="8104"/>
                </a:lnTo>
                <a:lnTo>
                  <a:pt x="19008" y="9446"/>
                </a:lnTo>
                <a:lnTo>
                  <a:pt x="19919" y="11070"/>
                </a:lnTo>
                <a:lnTo>
                  <a:pt x="20923" y="13050"/>
                </a:lnTo>
                <a:lnTo>
                  <a:pt x="21258" y="15509"/>
                </a:lnTo>
                <a:lnTo>
                  <a:pt x="21600" y="18000"/>
                </a:lnTo>
                <a:lnTo>
                  <a:pt x="19372" y="18446"/>
                </a:lnTo>
                <a:lnTo>
                  <a:pt x="17143" y="18893"/>
                </a:lnTo>
                <a:lnTo>
                  <a:pt x="14908" y="19339"/>
                </a:lnTo>
                <a:lnTo>
                  <a:pt x="12668" y="19786"/>
                </a:lnTo>
                <a:lnTo>
                  <a:pt x="10418" y="20236"/>
                </a:lnTo>
                <a:lnTo>
                  <a:pt x="8158" y="20689"/>
                </a:lnTo>
                <a:lnTo>
                  <a:pt x="5886" y="21143"/>
                </a:lnTo>
                <a:lnTo>
                  <a:pt x="3600" y="21600"/>
                </a:lnTo>
                <a:lnTo>
                  <a:pt x="3204" y="19224"/>
                </a:lnTo>
                <a:lnTo>
                  <a:pt x="2808" y="16844"/>
                </a:lnTo>
                <a:lnTo>
                  <a:pt x="2412" y="14465"/>
                </a:lnTo>
                <a:lnTo>
                  <a:pt x="2012" y="12078"/>
                </a:lnTo>
                <a:lnTo>
                  <a:pt x="1613" y="9684"/>
                </a:lnTo>
                <a:lnTo>
                  <a:pt x="1213" y="7279"/>
                </a:lnTo>
                <a:lnTo>
                  <a:pt x="810" y="4867"/>
                </a:lnTo>
                <a:lnTo>
                  <a:pt x="407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544D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5" name="contour_11463"/>
          <p:cNvSpPr/>
          <p:nvPr/>
        </p:nvSpPr>
        <p:spPr>
          <a:xfrm>
            <a:off x="4955969" y="5707000"/>
            <a:ext cx="46680" cy="359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80" y="521"/>
                </a:moveTo>
                <a:lnTo>
                  <a:pt x="20433" y="2287"/>
                </a:lnTo>
                <a:lnTo>
                  <a:pt x="21600" y="4078"/>
                </a:lnTo>
                <a:lnTo>
                  <a:pt x="21280" y="7092"/>
                </a:lnTo>
                <a:lnTo>
                  <a:pt x="20838" y="10049"/>
                </a:lnTo>
                <a:lnTo>
                  <a:pt x="20295" y="12957"/>
                </a:lnTo>
                <a:lnTo>
                  <a:pt x="19671" y="15835"/>
                </a:lnTo>
                <a:lnTo>
                  <a:pt x="18976" y="18713"/>
                </a:lnTo>
                <a:lnTo>
                  <a:pt x="18228" y="21600"/>
                </a:lnTo>
                <a:lnTo>
                  <a:pt x="16059" y="21293"/>
                </a:lnTo>
                <a:lnTo>
                  <a:pt x="13911" y="20956"/>
                </a:lnTo>
                <a:lnTo>
                  <a:pt x="11786" y="20566"/>
                </a:lnTo>
                <a:lnTo>
                  <a:pt x="9679" y="20111"/>
                </a:lnTo>
                <a:lnTo>
                  <a:pt x="7584" y="19563"/>
                </a:lnTo>
                <a:lnTo>
                  <a:pt x="5504" y="18910"/>
                </a:lnTo>
                <a:lnTo>
                  <a:pt x="3433" y="18135"/>
                </a:lnTo>
                <a:lnTo>
                  <a:pt x="1366" y="17220"/>
                </a:lnTo>
                <a:lnTo>
                  <a:pt x="455" y="13956"/>
                </a:lnTo>
                <a:lnTo>
                  <a:pt x="0" y="11643"/>
                </a:lnTo>
                <a:lnTo>
                  <a:pt x="0" y="9646"/>
                </a:lnTo>
                <a:lnTo>
                  <a:pt x="455" y="7337"/>
                </a:lnTo>
                <a:lnTo>
                  <a:pt x="1366" y="4078"/>
                </a:lnTo>
                <a:lnTo>
                  <a:pt x="3534" y="2711"/>
                </a:lnTo>
                <a:lnTo>
                  <a:pt x="5703" y="1643"/>
                </a:lnTo>
                <a:lnTo>
                  <a:pt x="7881" y="854"/>
                </a:lnTo>
                <a:lnTo>
                  <a:pt x="10080" y="329"/>
                </a:lnTo>
                <a:lnTo>
                  <a:pt x="12309" y="48"/>
                </a:lnTo>
                <a:lnTo>
                  <a:pt x="14579" y="0"/>
                </a:lnTo>
                <a:lnTo>
                  <a:pt x="16899" y="162"/>
                </a:lnTo>
                <a:lnTo>
                  <a:pt x="19280" y="521"/>
                </a:lnTo>
                <a:close/>
              </a:path>
            </a:pathLst>
          </a:custGeom>
          <a:solidFill>
            <a:srgbClr val="D3C1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6" name="contour_11464"/>
          <p:cNvSpPr/>
          <p:nvPr/>
        </p:nvSpPr>
        <p:spPr>
          <a:xfrm>
            <a:off x="7706494" y="566276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43" y="1166"/>
                </a:lnTo>
                <a:lnTo>
                  <a:pt x="6798" y="2346"/>
                </a:lnTo>
                <a:lnTo>
                  <a:pt x="8649" y="3538"/>
                </a:lnTo>
                <a:lnTo>
                  <a:pt x="10498" y="4735"/>
                </a:lnTo>
                <a:lnTo>
                  <a:pt x="12343" y="5940"/>
                </a:lnTo>
                <a:lnTo>
                  <a:pt x="13108" y="6432"/>
                </a:lnTo>
                <a:lnTo>
                  <a:pt x="14457" y="7296"/>
                </a:lnTo>
                <a:lnTo>
                  <a:pt x="17552" y="9279"/>
                </a:lnTo>
                <a:lnTo>
                  <a:pt x="18888" y="10493"/>
                </a:lnTo>
                <a:lnTo>
                  <a:pt x="20236" y="1172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383" y="18926"/>
                </a:lnTo>
                <a:lnTo>
                  <a:pt x="765" y="16252"/>
                </a:lnTo>
                <a:lnTo>
                  <a:pt x="1148" y="13569"/>
                </a:lnTo>
                <a:lnTo>
                  <a:pt x="1531" y="10882"/>
                </a:lnTo>
                <a:lnTo>
                  <a:pt x="1916" y="8182"/>
                </a:lnTo>
                <a:lnTo>
                  <a:pt x="2305" y="5469"/>
                </a:lnTo>
                <a:lnTo>
                  <a:pt x="2694" y="2743"/>
                </a:lnTo>
                <a:lnTo>
                  <a:pt x="3086" y="0"/>
                </a:lnTo>
                <a:close/>
              </a:path>
            </a:pathLst>
          </a:custGeom>
          <a:solidFill>
            <a:srgbClr val="6958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7" name="contour_11465"/>
          <p:cNvSpPr/>
          <p:nvPr/>
        </p:nvSpPr>
        <p:spPr>
          <a:xfrm>
            <a:off x="6598719" y="5691921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14" y="427"/>
                </a:lnTo>
                <a:lnTo>
                  <a:pt x="5495" y="780"/>
                </a:lnTo>
                <a:lnTo>
                  <a:pt x="7465" y="1191"/>
                </a:lnTo>
                <a:lnTo>
                  <a:pt x="9746" y="1787"/>
                </a:lnTo>
                <a:lnTo>
                  <a:pt x="12960" y="2700"/>
                </a:lnTo>
                <a:lnTo>
                  <a:pt x="13349" y="4790"/>
                </a:lnTo>
                <a:lnTo>
                  <a:pt x="13543" y="6256"/>
                </a:lnTo>
                <a:lnTo>
                  <a:pt x="13543" y="7487"/>
                </a:lnTo>
                <a:lnTo>
                  <a:pt x="13349" y="8872"/>
                </a:lnTo>
                <a:lnTo>
                  <a:pt x="12960" y="10800"/>
                </a:lnTo>
                <a:lnTo>
                  <a:pt x="15816" y="10800"/>
                </a:lnTo>
                <a:lnTo>
                  <a:pt x="18688" y="10800"/>
                </a:lnTo>
                <a:lnTo>
                  <a:pt x="21600" y="10800"/>
                </a:lnTo>
                <a:lnTo>
                  <a:pt x="20887" y="12582"/>
                </a:lnTo>
                <a:lnTo>
                  <a:pt x="20174" y="14367"/>
                </a:lnTo>
                <a:lnTo>
                  <a:pt x="19457" y="16160"/>
                </a:lnTo>
                <a:lnTo>
                  <a:pt x="18736" y="17960"/>
                </a:lnTo>
                <a:lnTo>
                  <a:pt x="18010" y="19772"/>
                </a:lnTo>
                <a:lnTo>
                  <a:pt x="17280" y="21600"/>
                </a:lnTo>
                <a:lnTo>
                  <a:pt x="14066" y="21335"/>
                </a:lnTo>
                <a:lnTo>
                  <a:pt x="11785" y="21063"/>
                </a:lnTo>
                <a:lnTo>
                  <a:pt x="9815" y="20652"/>
                </a:lnTo>
                <a:lnTo>
                  <a:pt x="7534" y="19975"/>
                </a:lnTo>
                <a:lnTo>
                  <a:pt x="4320" y="18900"/>
                </a:lnTo>
                <a:lnTo>
                  <a:pt x="3996" y="17183"/>
                </a:lnTo>
                <a:lnTo>
                  <a:pt x="3832" y="15506"/>
                </a:lnTo>
                <a:lnTo>
                  <a:pt x="3806" y="13851"/>
                </a:lnTo>
                <a:lnTo>
                  <a:pt x="3888" y="12190"/>
                </a:lnTo>
                <a:lnTo>
                  <a:pt x="4056" y="10511"/>
                </a:lnTo>
                <a:lnTo>
                  <a:pt x="4285" y="8786"/>
                </a:lnTo>
                <a:lnTo>
                  <a:pt x="4147" y="6742"/>
                </a:lnTo>
                <a:lnTo>
                  <a:pt x="3672" y="4990"/>
                </a:lnTo>
                <a:lnTo>
                  <a:pt x="2838" y="3380"/>
                </a:lnTo>
                <a:lnTo>
                  <a:pt x="1620" y="1766"/>
                </a:lnTo>
                <a:lnTo>
                  <a:pt x="0" y="0"/>
                </a:lnTo>
                <a:close/>
              </a:path>
            </a:pathLst>
          </a:custGeom>
          <a:solidFill>
            <a:srgbClr val="F4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8" name="contour_11466"/>
          <p:cNvSpPr/>
          <p:nvPr/>
        </p:nvSpPr>
        <p:spPr>
          <a:xfrm>
            <a:off x="10563386" y="5655481"/>
            <a:ext cx="2915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99" y="0"/>
                </a:moveTo>
                <a:lnTo>
                  <a:pt x="8967" y="0"/>
                </a:lnTo>
                <a:lnTo>
                  <a:pt x="12557" y="0"/>
                </a:lnTo>
                <a:lnTo>
                  <a:pt x="16196" y="0"/>
                </a:lnTo>
                <a:lnTo>
                  <a:pt x="17243" y="1601"/>
                </a:lnTo>
                <a:lnTo>
                  <a:pt x="18220" y="3182"/>
                </a:lnTo>
                <a:lnTo>
                  <a:pt x="19106" y="4757"/>
                </a:lnTo>
                <a:lnTo>
                  <a:pt x="19883" y="6329"/>
                </a:lnTo>
                <a:lnTo>
                  <a:pt x="20542" y="7903"/>
                </a:lnTo>
                <a:lnTo>
                  <a:pt x="21055" y="9492"/>
                </a:lnTo>
                <a:lnTo>
                  <a:pt x="21416" y="11098"/>
                </a:lnTo>
                <a:lnTo>
                  <a:pt x="21600" y="12732"/>
                </a:lnTo>
                <a:lnTo>
                  <a:pt x="21595" y="14400"/>
                </a:lnTo>
                <a:lnTo>
                  <a:pt x="18884" y="15833"/>
                </a:lnTo>
                <a:lnTo>
                  <a:pt x="16164" y="17033"/>
                </a:lnTo>
                <a:lnTo>
                  <a:pt x="13362" y="18058"/>
                </a:lnTo>
                <a:lnTo>
                  <a:pt x="10414" y="18967"/>
                </a:lnTo>
                <a:lnTo>
                  <a:pt x="7250" y="19822"/>
                </a:lnTo>
                <a:lnTo>
                  <a:pt x="3801" y="20681"/>
                </a:lnTo>
                <a:lnTo>
                  <a:pt x="0" y="21600"/>
                </a:lnTo>
                <a:lnTo>
                  <a:pt x="410" y="19956"/>
                </a:lnTo>
                <a:lnTo>
                  <a:pt x="821" y="18310"/>
                </a:lnTo>
                <a:lnTo>
                  <a:pt x="1236" y="16663"/>
                </a:lnTo>
                <a:lnTo>
                  <a:pt x="1647" y="15014"/>
                </a:lnTo>
                <a:lnTo>
                  <a:pt x="2057" y="13363"/>
                </a:lnTo>
                <a:lnTo>
                  <a:pt x="2473" y="11710"/>
                </a:lnTo>
                <a:lnTo>
                  <a:pt x="2888" y="10051"/>
                </a:lnTo>
                <a:lnTo>
                  <a:pt x="3304" y="8390"/>
                </a:lnTo>
                <a:lnTo>
                  <a:pt x="3720" y="6725"/>
                </a:lnTo>
                <a:lnTo>
                  <a:pt x="4135" y="5052"/>
                </a:lnTo>
                <a:lnTo>
                  <a:pt x="4556" y="3374"/>
                </a:lnTo>
                <a:lnTo>
                  <a:pt x="4978" y="1692"/>
                </a:lnTo>
                <a:lnTo>
                  <a:pt x="5399" y="0"/>
                </a:lnTo>
                <a:close/>
              </a:path>
            </a:pathLst>
          </a:custGeom>
          <a:solidFill>
            <a:srgbClr val="4040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69" name="contour_11467"/>
          <p:cNvSpPr/>
          <p:nvPr/>
        </p:nvSpPr>
        <p:spPr>
          <a:xfrm>
            <a:off x="4186394" y="5669081"/>
            <a:ext cx="65592" cy="374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64"/>
                </a:moveTo>
                <a:lnTo>
                  <a:pt x="20693" y="3433"/>
                </a:lnTo>
                <a:lnTo>
                  <a:pt x="19834" y="5945"/>
                </a:lnTo>
                <a:lnTo>
                  <a:pt x="18967" y="8149"/>
                </a:lnTo>
                <a:lnTo>
                  <a:pt x="18041" y="10093"/>
                </a:lnTo>
                <a:lnTo>
                  <a:pt x="16999" y="11831"/>
                </a:lnTo>
                <a:lnTo>
                  <a:pt x="15790" y="13404"/>
                </a:lnTo>
                <a:lnTo>
                  <a:pt x="14359" y="14860"/>
                </a:lnTo>
                <a:lnTo>
                  <a:pt x="12655" y="16257"/>
                </a:lnTo>
                <a:lnTo>
                  <a:pt x="11986" y="16543"/>
                </a:lnTo>
                <a:lnTo>
                  <a:pt x="10805" y="17039"/>
                </a:lnTo>
                <a:lnTo>
                  <a:pt x="8100" y="18184"/>
                </a:lnTo>
                <a:lnTo>
                  <a:pt x="6583" y="18848"/>
                </a:lnTo>
                <a:lnTo>
                  <a:pt x="5054" y="19522"/>
                </a:lnTo>
                <a:lnTo>
                  <a:pt x="3506" y="20203"/>
                </a:lnTo>
                <a:lnTo>
                  <a:pt x="2990" y="20409"/>
                </a:lnTo>
                <a:lnTo>
                  <a:pt x="2081" y="20771"/>
                </a:lnTo>
                <a:lnTo>
                  <a:pt x="0" y="21600"/>
                </a:lnTo>
                <a:lnTo>
                  <a:pt x="14" y="17464"/>
                </a:lnTo>
                <a:lnTo>
                  <a:pt x="108" y="14772"/>
                </a:lnTo>
                <a:lnTo>
                  <a:pt x="362" y="12950"/>
                </a:lnTo>
                <a:lnTo>
                  <a:pt x="859" y="11418"/>
                </a:lnTo>
                <a:lnTo>
                  <a:pt x="1678" y="9601"/>
                </a:lnTo>
                <a:lnTo>
                  <a:pt x="3185" y="7628"/>
                </a:lnTo>
                <a:lnTo>
                  <a:pt x="4644" y="5911"/>
                </a:lnTo>
                <a:lnTo>
                  <a:pt x="6072" y="4443"/>
                </a:lnTo>
                <a:lnTo>
                  <a:pt x="7478" y="3206"/>
                </a:lnTo>
                <a:lnTo>
                  <a:pt x="8880" y="2188"/>
                </a:lnTo>
                <a:lnTo>
                  <a:pt x="10291" y="1380"/>
                </a:lnTo>
                <a:lnTo>
                  <a:pt x="11726" y="770"/>
                </a:lnTo>
                <a:lnTo>
                  <a:pt x="13198" y="345"/>
                </a:lnTo>
                <a:lnTo>
                  <a:pt x="14719" y="93"/>
                </a:lnTo>
                <a:lnTo>
                  <a:pt x="16308" y="0"/>
                </a:lnTo>
                <a:lnTo>
                  <a:pt x="17974" y="55"/>
                </a:lnTo>
                <a:lnTo>
                  <a:pt x="19733" y="248"/>
                </a:lnTo>
                <a:lnTo>
                  <a:pt x="21600" y="564"/>
                </a:lnTo>
                <a:close/>
              </a:path>
            </a:pathLst>
          </a:custGeom>
          <a:solidFill>
            <a:srgbClr val="664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0" name="contour_11468"/>
          <p:cNvSpPr/>
          <p:nvPr/>
        </p:nvSpPr>
        <p:spPr>
          <a:xfrm>
            <a:off x="586126" y="5671843"/>
            <a:ext cx="58304" cy="34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30"/>
                </a:moveTo>
                <a:lnTo>
                  <a:pt x="20342" y="5715"/>
                </a:lnTo>
                <a:lnTo>
                  <a:pt x="19081" y="7990"/>
                </a:lnTo>
                <a:lnTo>
                  <a:pt x="17812" y="10257"/>
                </a:lnTo>
                <a:lnTo>
                  <a:pt x="16538" y="12515"/>
                </a:lnTo>
                <a:lnTo>
                  <a:pt x="15598" y="14200"/>
                </a:lnTo>
                <a:lnTo>
                  <a:pt x="14650" y="15904"/>
                </a:lnTo>
                <a:lnTo>
                  <a:pt x="13689" y="17625"/>
                </a:lnTo>
                <a:lnTo>
                  <a:pt x="12236" y="19565"/>
                </a:lnTo>
                <a:lnTo>
                  <a:pt x="11078" y="20741"/>
                </a:lnTo>
                <a:lnTo>
                  <a:pt x="9817" y="21346"/>
                </a:lnTo>
                <a:lnTo>
                  <a:pt x="8059" y="21568"/>
                </a:lnTo>
                <a:lnTo>
                  <a:pt x="5400" y="21600"/>
                </a:lnTo>
                <a:lnTo>
                  <a:pt x="4390" y="19224"/>
                </a:lnTo>
                <a:lnTo>
                  <a:pt x="3740" y="17484"/>
                </a:lnTo>
                <a:lnTo>
                  <a:pt x="3156" y="15531"/>
                </a:lnTo>
                <a:lnTo>
                  <a:pt x="2362" y="12515"/>
                </a:lnTo>
                <a:lnTo>
                  <a:pt x="1682" y="9980"/>
                </a:lnTo>
                <a:lnTo>
                  <a:pt x="991" y="7404"/>
                </a:lnTo>
                <a:lnTo>
                  <a:pt x="500" y="5433"/>
                </a:lnTo>
                <a:lnTo>
                  <a:pt x="0" y="3430"/>
                </a:lnTo>
                <a:lnTo>
                  <a:pt x="2038" y="2380"/>
                </a:lnTo>
                <a:lnTo>
                  <a:pt x="3947" y="1526"/>
                </a:lnTo>
                <a:lnTo>
                  <a:pt x="5751" y="859"/>
                </a:lnTo>
                <a:lnTo>
                  <a:pt x="7479" y="382"/>
                </a:lnTo>
                <a:lnTo>
                  <a:pt x="9153" y="95"/>
                </a:lnTo>
                <a:lnTo>
                  <a:pt x="10800" y="0"/>
                </a:lnTo>
                <a:lnTo>
                  <a:pt x="12447" y="95"/>
                </a:lnTo>
                <a:lnTo>
                  <a:pt x="14121" y="382"/>
                </a:lnTo>
                <a:lnTo>
                  <a:pt x="15849" y="859"/>
                </a:lnTo>
                <a:lnTo>
                  <a:pt x="17653" y="1526"/>
                </a:lnTo>
                <a:lnTo>
                  <a:pt x="19562" y="2380"/>
                </a:lnTo>
                <a:lnTo>
                  <a:pt x="21600" y="3430"/>
                </a:lnTo>
                <a:close/>
              </a:path>
            </a:pathLst>
          </a:custGeom>
          <a:solidFill>
            <a:srgbClr val="4A44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1" name="contour_11469"/>
          <p:cNvSpPr/>
          <p:nvPr/>
        </p:nvSpPr>
        <p:spPr>
          <a:xfrm>
            <a:off x="10796602" y="5652559"/>
            <a:ext cx="58304" cy="320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968"/>
                </a:moveTo>
                <a:lnTo>
                  <a:pt x="4547" y="1212"/>
                </a:lnTo>
                <a:lnTo>
                  <a:pt x="6361" y="628"/>
                </a:lnTo>
                <a:lnTo>
                  <a:pt x="8149" y="231"/>
                </a:lnTo>
                <a:lnTo>
                  <a:pt x="9922" y="20"/>
                </a:lnTo>
                <a:lnTo>
                  <a:pt x="11691" y="0"/>
                </a:lnTo>
                <a:lnTo>
                  <a:pt x="13462" y="182"/>
                </a:lnTo>
                <a:lnTo>
                  <a:pt x="15250" y="564"/>
                </a:lnTo>
                <a:lnTo>
                  <a:pt x="17059" y="1158"/>
                </a:lnTo>
                <a:lnTo>
                  <a:pt x="18900" y="1968"/>
                </a:lnTo>
                <a:lnTo>
                  <a:pt x="19918" y="5080"/>
                </a:lnTo>
                <a:lnTo>
                  <a:pt x="20641" y="8182"/>
                </a:lnTo>
                <a:lnTo>
                  <a:pt x="21122" y="11323"/>
                </a:lnTo>
                <a:lnTo>
                  <a:pt x="21408" y="14572"/>
                </a:lnTo>
                <a:lnTo>
                  <a:pt x="21551" y="17978"/>
                </a:lnTo>
                <a:lnTo>
                  <a:pt x="21600" y="21600"/>
                </a:lnTo>
                <a:lnTo>
                  <a:pt x="19996" y="21600"/>
                </a:lnTo>
                <a:lnTo>
                  <a:pt x="18387" y="21600"/>
                </a:lnTo>
                <a:lnTo>
                  <a:pt x="16772" y="21600"/>
                </a:lnTo>
                <a:lnTo>
                  <a:pt x="15144" y="21600"/>
                </a:lnTo>
                <a:lnTo>
                  <a:pt x="13500" y="21600"/>
                </a:lnTo>
                <a:lnTo>
                  <a:pt x="13500" y="18356"/>
                </a:lnTo>
                <a:lnTo>
                  <a:pt x="13500" y="15092"/>
                </a:lnTo>
                <a:lnTo>
                  <a:pt x="13500" y="11784"/>
                </a:lnTo>
                <a:lnTo>
                  <a:pt x="11829" y="12393"/>
                </a:lnTo>
                <a:lnTo>
                  <a:pt x="10157" y="13001"/>
                </a:lnTo>
                <a:lnTo>
                  <a:pt x="8481" y="13610"/>
                </a:lnTo>
                <a:lnTo>
                  <a:pt x="6801" y="14218"/>
                </a:lnTo>
                <a:lnTo>
                  <a:pt x="5114" y="14832"/>
                </a:lnTo>
                <a:lnTo>
                  <a:pt x="3418" y="15450"/>
                </a:lnTo>
                <a:lnTo>
                  <a:pt x="1714" y="16069"/>
                </a:lnTo>
                <a:lnTo>
                  <a:pt x="0" y="16692"/>
                </a:lnTo>
                <a:lnTo>
                  <a:pt x="184" y="13040"/>
                </a:lnTo>
                <a:lnTo>
                  <a:pt x="416" y="10449"/>
                </a:lnTo>
                <a:lnTo>
                  <a:pt x="826" y="8211"/>
                </a:lnTo>
                <a:lnTo>
                  <a:pt x="1544" y="5620"/>
                </a:lnTo>
                <a:lnTo>
                  <a:pt x="2700" y="1968"/>
                </a:lnTo>
                <a:close/>
              </a:path>
            </a:pathLst>
          </a:custGeom>
          <a:solidFill>
            <a:srgbClr val="F0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2" name="contour_11470"/>
          <p:cNvSpPr/>
          <p:nvPr/>
        </p:nvSpPr>
        <p:spPr>
          <a:xfrm>
            <a:off x="5184849" y="5639207"/>
            <a:ext cx="43728" cy="67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545"/>
                </a:moveTo>
                <a:lnTo>
                  <a:pt x="6199" y="234"/>
                </a:lnTo>
                <a:lnTo>
                  <a:pt x="8762" y="61"/>
                </a:lnTo>
                <a:lnTo>
                  <a:pt x="11308" y="0"/>
                </a:lnTo>
                <a:lnTo>
                  <a:pt x="13849" y="40"/>
                </a:lnTo>
                <a:lnTo>
                  <a:pt x="16398" y="154"/>
                </a:lnTo>
                <a:lnTo>
                  <a:pt x="18979" y="330"/>
                </a:lnTo>
                <a:lnTo>
                  <a:pt x="21600" y="545"/>
                </a:lnTo>
                <a:lnTo>
                  <a:pt x="19829" y="1443"/>
                </a:lnTo>
                <a:lnTo>
                  <a:pt x="18029" y="2353"/>
                </a:lnTo>
                <a:lnTo>
                  <a:pt x="16236" y="3949"/>
                </a:lnTo>
                <a:lnTo>
                  <a:pt x="15012" y="5439"/>
                </a:lnTo>
                <a:lnTo>
                  <a:pt x="14263" y="6892"/>
                </a:lnTo>
                <a:lnTo>
                  <a:pt x="13882" y="8378"/>
                </a:lnTo>
                <a:lnTo>
                  <a:pt x="13770" y="9961"/>
                </a:lnTo>
                <a:lnTo>
                  <a:pt x="13828" y="11714"/>
                </a:lnTo>
                <a:lnTo>
                  <a:pt x="13950" y="13704"/>
                </a:lnTo>
                <a:lnTo>
                  <a:pt x="14015" y="15183"/>
                </a:lnTo>
                <a:lnTo>
                  <a:pt x="14080" y="16673"/>
                </a:lnTo>
                <a:lnTo>
                  <a:pt x="14148" y="18182"/>
                </a:lnTo>
                <a:lnTo>
                  <a:pt x="14231" y="19312"/>
                </a:lnTo>
                <a:lnTo>
                  <a:pt x="14314" y="20447"/>
                </a:lnTo>
                <a:lnTo>
                  <a:pt x="14400" y="21600"/>
                </a:lnTo>
                <a:lnTo>
                  <a:pt x="14029" y="20103"/>
                </a:lnTo>
                <a:lnTo>
                  <a:pt x="13655" y="18594"/>
                </a:lnTo>
                <a:lnTo>
                  <a:pt x="13277" y="17066"/>
                </a:lnTo>
                <a:lnTo>
                  <a:pt x="12701" y="15536"/>
                </a:lnTo>
                <a:lnTo>
                  <a:pt x="12251" y="14526"/>
                </a:lnTo>
                <a:lnTo>
                  <a:pt x="11693" y="13578"/>
                </a:lnTo>
                <a:lnTo>
                  <a:pt x="10800" y="12242"/>
                </a:lnTo>
                <a:lnTo>
                  <a:pt x="8014" y="11381"/>
                </a:lnTo>
                <a:lnTo>
                  <a:pt x="6059" y="10829"/>
                </a:lnTo>
                <a:lnTo>
                  <a:pt x="4417" y="10474"/>
                </a:lnTo>
                <a:lnTo>
                  <a:pt x="2570" y="10202"/>
                </a:lnTo>
                <a:lnTo>
                  <a:pt x="0" y="9903"/>
                </a:lnTo>
                <a:lnTo>
                  <a:pt x="158" y="8211"/>
                </a:lnTo>
                <a:lnTo>
                  <a:pt x="414" y="6597"/>
                </a:lnTo>
                <a:lnTo>
                  <a:pt x="828" y="5041"/>
                </a:lnTo>
                <a:lnTo>
                  <a:pt x="1454" y="3526"/>
                </a:lnTo>
                <a:lnTo>
                  <a:pt x="2358" y="2033"/>
                </a:lnTo>
                <a:lnTo>
                  <a:pt x="3600" y="545"/>
                </a:lnTo>
                <a:close/>
              </a:path>
            </a:pathLst>
          </a:custGeom>
          <a:solidFill>
            <a:srgbClr val="5453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3" name="contour_11471"/>
          <p:cNvSpPr/>
          <p:nvPr/>
        </p:nvSpPr>
        <p:spPr>
          <a:xfrm>
            <a:off x="5374336" y="5655481"/>
            <a:ext cx="65592" cy="292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409"/>
                </a:lnTo>
                <a:lnTo>
                  <a:pt x="3290" y="817"/>
                </a:lnTo>
                <a:lnTo>
                  <a:pt x="4937" y="1231"/>
                </a:lnTo>
                <a:lnTo>
                  <a:pt x="6586" y="1640"/>
                </a:lnTo>
                <a:lnTo>
                  <a:pt x="8237" y="2048"/>
                </a:lnTo>
                <a:lnTo>
                  <a:pt x="9890" y="2462"/>
                </a:lnTo>
                <a:lnTo>
                  <a:pt x="11549" y="2876"/>
                </a:lnTo>
                <a:lnTo>
                  <a:pt x="13210" y="3290"/>
                </a:lnTo>
                <a:lnTo>
                  <a:pt x="14875" y="3704"/>
                </a:lnTo>
                <a:lnTo>
                  <a:pt x="16548" y="4118"/>
                </a:lnTo>
                <a:lnTo>
                  <a:pt x="18226" y="4537"/>
                </a:lnTo>
                <a:lnTo>
                  <a:pt x="19908" y="4956"/>
                </a:lnTo>
                <a:lnTo>
                  <a:pt x="21600" y="5376"/>
                </a:lnTo>
                <a:lnTo>
                  <a:pt x="21125" y="8569"/>
                </a:lnTo>
                <a:lnTo>
                  <a:pt x="20647" y="11773"/>
                </a:lnTo>
                <a:lnTo>
                  <a:pt x="20170" y="14988"/>
                </a:lnTo>
                <a:lnTo>
                  <a:pt x="19687" y="18229"/>
                </a:lnTo>
                <a:lnTo>
                  <a:pt x="19200" y="21503"/>
                </a:lnTo>
                <a:lnTo>
                  <a:pt x="17453" y="21600"/>
                </a:lnTo>
                <a:lnTo>
                  <a:pt x="15830" y="21557"/>
                </a:lnTo>
                <a:lnTo>
                  <a:pt x="14273" y="21363"/>
                </a:lnTo>
                <a:lnTo>
                  <a:pt x="12730" y="21014"/>
                </a:lnTo>
                <a:lnTo>
                  <a:pt x="11141" y="20503"/>
                </a:lnTo>
                <a:lnTo>
                  <a:pt x="9451" y="19826"/>
                </a:lnTo>
                <a:lnTo>
                  <a:pt x="8088" y="19326"/>
                </a:lnTo>
                <a:lnTo>
                  <a:pt x="6708" y="18826"/>
                </a:lnTo>
                <a:lnTo>
                  <a:pt x="5028" y="18186"/>
                </a:lnTo>
                <a:lnTo>
                  <a:pt x="3350" y="17520"/>
                </a:lnTo>
                <a:lnTo>
                  <a:pt x="1675" y="16832"/>
                </a:lnTo>
                <a:lnTo>
                  <a:pt x="0" y="16127"/>
                </a:lnTo>
                <a:lnTo>
                  <a:pt x="0" y="12934"/>
                </a:lnTo>
                <a:lnTo>
                  <a:pt x="0" y="9730"/>
                </a:lnTo>
                <a:lnTo>
                  <a:pt x="0" y="6515"/>
                </a:lnTo>
                <a:lnTo>
                  <a:pt x="0" y="3274"/>
                </a:lnTo>
                <a:lnTo>
                  <a:pt x="0" y="0"/>
                </a:lnTo>
                <a:close/>
              </a:path>
            </a:pathLst>
          </a:custGeom>
          <a:solidFill>
            <a:srgbClr val="2B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4" name="contour_11472"/>
          <p:cNvSpPr/>
          <p:nvPr/>
        </p:nvSpPr>
        <p:spPr>
          <a:xfrm>
            <a:off x="10038651" y="5633617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155" y="2219"/>
                </a:lnTo>
                <a:lnTo>
                  <a:pt x="20645" y="4285"/>
                </a:lnTo>
                <a:lnTo>
                  <a:pt x="20049" y="6213"/>
                </a:lnTo>
                <a:lnTo>
                  <a:pt x="19345" y="8019"/>
                </a:lnTo>
                <a:lnTo>
                  <a:pt x="18511" y="9723"/>
                </a:lnTo>
                <a:lnTo>
                  <a:pt x="17518" y="11340"/>
                </a:lnTo>
                <a:lnTo>
                  <a:pt x="16351" y="12884"/>
                </a:lnTo>
                <a:lnTo>
                  <a:pt x="14982" y="14378"/>
                </a:lnTo>
                <a:lnTo>
                  <a:pt x="13388" y="15830"/>
                </a:lnTo>
                <a:lnTo>
                  <a:pt x="11547" y="17264"/>
                </a:lnTo>
                <a:lnTo>
                  <a:pt x="9439" y="18692"/>
                </a:lnTo>
                <a:lnTo>
                  <a:pt x="7037" y="20131"/>
                </a:lnTo>
                <a:lnTo>
                  <a:pt x="4320" y="21600"/>
                </a:lnTo>
                <a:lnTo>
                  <a:pt x="3465" y="19996"/>
                </a:lnTo>
                <a:lnTo>
                  <a:pt x="2605" y="18387"/>
                </a:lnTo>
                <a:lnTo>
                  <a:pt x="1745" y="16772"/>
                </a:lnTo>
                <a:lnTo>
                  <a:pt x="877" y="15144"/>
                </a:lnTo>
                <a:lnTo>
                  <a:pt x="0" y="13500"/>
                </a:lnTo>
                <a:lnTo>
                  <a:pt x="2856" y="13500"/>
                </a:lnTo>
                <a:lnTo>
                  <a:pt x="5728" y="13500"/>
                </a:lnTo>
                <a:lnTo>
                  <a:pt x="8640" y="13500"/>
                </a:lnTo>
                <a:lnTo>
                  <a:pt x="8640" y="11591"/>
                </a:lnTo>
                <a:lnTo>
                  <a:pt x="8640" y="9680"/>
                </a:lnTo>
                <a:lnTo>
                  <a:pt x="8640" y="7762"/>
                </a:lnTo>
                <a:lnTo>
                  <a:pt x="8640" y="5837"/>
                </a:lnTo>
                <a:lnTo>
                  <a:pt x="8640" y="3904"/>
                </a:lnTo>
                <a:lnTo>
                  <a:pt x="8640" y="1960"/>
                </a:lnTo>
                <a:lnTo>
                  <a:pt x="8640" y="0"/>
                </a:lnTo>
                <a:close/>
              </a:path>
            </a:pathLst>
          </a:custGeom>
          <a:solidFill>
            <a:srgbClr val="F4EF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5" name="contour_11473"/>
          <p:cNvSpPr/>
          <p:nvPr/>
        </p:nvSpPr>
        <p:spPr>
          <a:xfrm>
            <a:off x="7407686" y="5619041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467" y="508"/>
                </a:lnTo>
                <a:lnTo>
                  <a:pt x="10096" y="902"/>
                </a:lnTo>
                <a:lnTo>
                  <a:pt x="11504" y="1312"/>
                </a:lnTo>
                <a:lnTo>
                  <a:pt x="13133" y="1868"/>
                </a:lnTo>
                <a:lnTo>
                  <a:pt x="15429" y="2700"/>
                </a:lnTo>
                <a:lnTo>
                  <a:pt x="15429" y="4485"/>
                </a:lnTo>
                <a:lnTo>
                  <a:pt x="15429" y="6280"/>
                </a:lnTo>
                <a:lnTo>
                  <a:pt x="15429" y="8100"/>
                </a:lnTo>
                <a:lnTo>
                  <a:pt x="17261" y="9091"/>
                </a:lnTo>
                <a:lnTo>
                  <a:pt x="18514" y="9704"/>
                </a:lnTo>
                <a:lnTo>
                  <a:pt x="19767" y="10187"/>
                </a:lnTo>
                <a:lnTo>
                  <a:pt x="21600" y="10800"/>
                </a:lnTo>
                <a:lnTo>
                  <a:pt x="19980" y="10951"/>
                </a:lnTo>
                <a:lnTo>
                  <a:pt x="18332" y="11105"/>
                </a:lnTo>
                <a:lnTo>
                  <a:pt x="16234" y="11383"/>
                </a:lnTo>
                <a:lnTo>
                  <a:pt x="14188" y="11683"/>
                </a:lnTo>
                <a:lnTo>
                  <a:pt x="12176" y="12029"/>
                </a:lnTo>
                <a:lnTo>
                  <a:pt x="10180" y="12436"/>
                </a:lnTo>
                <a:lnTo>
                  <a:pt x="8183" y="12919"/>
                </a:lnTo>
                <a:lnTo>
                  <a:pt x="6171" y="13500"/>
                </a:lnTo>
                <a:lnTo>
                  <a:pt x="4943" y="15590"/>
                </a:lnTo>
                <a:lnTo>
                  <a:pt x="4169" y="17056"/>
                </a:lnTo>
                <a:lnTo>
                  <a:pt x="3700" y="18287"/>
                </a:lnTo>
                <a:lnTo>
                  <a:pt x="3388" y="19672"/>
                </a:lnTo>
                <a:lnTo>
                  <a:pt x="3086" y="21600"/>
                </a:lnTo>
                <a:lnTo>
                  <a:pt x="2703" y="19929"/>
                </a:lnTo>
                <a:lnTo>
                  <a:pt x="2320" y="18257"/>
                </a:lnTo>
                <a:lnTo>
                  <a:pt x="1938" y="16581"/>
                </a:lnTo>
                <a:lnTo>
                  <a:pt x="1555" y="14901"/>
                </a:lnTo>
                <a:lnTo>
                  <a:pt x="1169" y="13214"/>
                </a:lnTo>
                <a:lnTo>
                  <a:pt x="781" y="11518"/>
                </a:lnTo>
                <a:lnTo>
                  <a:pt x="392" y="9814"/>
                </a:lnTo>
                <a:lnTo>
                  <a:pt x="0" y="8100"/>
                </a:lnTo>
                <a:lnTo>
                  <a:pt x="2040" y="8100"/>
                </a:lnTo>
                <a:lnTo>
                  <a:pt x="4092" y="8100"/>
                </a:lnTo>
                <a:lnTo>
                  <a:pt x="6171" y="8100"/>
                </a:lnTo>
                <a:lnTo>
                  <a:pt x="6171" y="6496"/>
                </a:lnTo>
                <a:lnTo>
                  <a:pt x="6171" y="4887"/>
                </a:lnTo>
                <a:lnTo>
                  <a:pt x="6171" y="3272"/>
                </a:lnTo>
                <a:lnTo>
                  <a:pt x="6171" y="1644"/>
                </a:lnTo>
                <a:lnTo>
                  <a:pt x="6171" y="0"/>
                </a:lnTo>
                <a:close/>
              </a:path>
            </a:pathLst>
          </a:custGeom>
          <a:solidFill>
            <a:srgbClr val="5B5C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6" name="contour_11474"/>
          <p:cNvSpPr/>
          <p:nvPr/>
        </p:nvSpPr>
        <p:spPr>
          <a:xfrm>
            <a:off x="5569800" y="5604465"/>
            <a:ext cx="4555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2" y="0"/>
                </a:moveTo>
                <a:lnTo>
                  <a:pt x="2875" y="191"/>
                </a:lnTo>
                <a:lnTo>
                  <a:pt x="5086" y="421"/>
                </a:lnTo>
                <a:lnTo>
                  <a:pt x="7263" y="709"/>
                </a:lnTo>
                <a:lnTo>
                  <a:pt x="9416" y="1073"/>
                </a:lnTo>
                <a:lnTo>
                  <a:pt x="11545" y="1526"/>
                </a:lnTo>
                <a:lnTo>
                  <a:pt x="13666" y="2088"/>
                </a:lnTo>
                <a:lnTo>
                  <a:pt x="15781" y="2776"/>
                </a:lnTo>
                <a:lnTo>
                  <a:pt x="17899" y="3600"/>
                </a:lnTo>
                <a:lnTo>
                  <a:pt x="19243" y="5868"/>
                </a:lnTo>
                <a:lnTo>
                  <a:pt x="20301" y="8140"/>
                </a:lnTo>
                <a:lnTo>
                  <a:pt x="21057" y="10454"/>
                </a:lnTo>
                <a:lnTo>
                  <a:pt x="21496" y="12845"/>
                </a:lnTo>
                <a:lnTo>
                  <a:pt x="21600" y="15347"/>
                </a:lnTo>
                <a:lnTo>
                  <a:pt x="21355" y="18000"/>
                </a:lnTo>
                <a:lnTo>
                  <a:pt x="19568" y="19480"/>
                </a:lnTo>
                <a:lnTo>
                  <a:pt x="18255" y="20347"/>
                </a:lnTo>
                <a:lnTo>
                  <a:pt x="16762" y="20941"/>
                </a:lnTo>
                <a:lnTo>
                  <a:pt x="14444" y="21600"/>
                </a:lnTo>
                <a:lnTo>
                  <a:pt x="12153" y="20477"/>
                </a:lnTo>
                <a:lnTo>
                  <a:pt x="9993" y="19199"/>
                </a:lnTo>
                <a:lnTo>
                  <a:pt x="7951" y="17777"/>
                </a:lnTo>
                <a:lnTo>
                  <a:pt x="6012" y="16218"/>
                </a:lnTo>
                <a:lnTo>
                  <a:pt x="4153" y="14530"/>
                </a:lnTo>
                <a:lnTo>
                  <a:pt x="2364" y="12719"/>
                </a:lnTo>
                <a:lnTo>
                  <a:pt x="622" y="10800"/>
                </a:lnTo>
                <a:lnTo>
                  <a:pt x="207" y="7798"/>
                </a:lnTo>
                <a:lnTo>
                  <a:pt x="0" y="5735"/>
                </a:lnTo>
                <a:lnTo>
                  <a:pt x="0" y="4093"/>
                </a:lnTo>
                <a:lnTo>
                  <a:pt x="207" y="2354"/>
                </a:lnTo>
                <a:lnTo>
                  <a:pt x="622" y="0"/>
                </a:lnTo>
                <a:close/>
              </a:path>
            </a:pathLst>
          </a:custGeom>
          <a:solidFill>
            <a:srgbClr val="4443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7" name="contour_11475"/>
          <p:cNvSpPr/>
          <p:nvPr/>
        </p:nvSpPr>
        <p:spPr>
          <a:xfrm>
            <a:off x="8748677" y="5575313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469" y="3342"/>
                </a:lnTo>
                <a:lnTo>
                  <a:pt x="20459" y="5712"/>
                </a:lnTo>
                <a:lnTo>
                  <a:pt x="21067" y="7452"/>
                </a:lnTo>
                <a:lnTo>
                  <a:pt x="21391" y="8912"/>
                </a:lnTo>
                <a:lnTo>
                  <a:pt x="21535" y="10427"/>
                </a:lnTo>
                <a:lnTo>
                  <a:pt x="21600" y="12343"/>
                </a:lnTo>
                <a:lnTo>
                  <a:pt x="20088" y="14182"/>
                </a:lnTo>
                <a:lnTo>
                  <a:pt x="18461" y="15854"/>
                </a:lnTo>
                <a:lnTo>
                  <a:pt x="16715" y="17397"/>
                </a:lnTo>
                <a:lnTo>
                  <a:pt x="14857" y="18844"/>
                </a:lnTo>
                <a:lnTo>
                  <a:pt x="12884" y="20233"/>
                </a:lnTo>
                <a:lnTo>
                  <a:pt x="10800" y="21600"/>
                </a:lnTo>
                <a:lnTo>
                  <a:pt x="10800" y="19560"/>
                </a:lnTo>
                <a:lnTo>
                  <a:pt x="10800" y="17508"/>
                </a:lnTo>
                <a:lnTo>
                  <a:pt x="10800" y="15429"/>
                </a:lnTo>
                <a:lnTo>
                  <a:pt x="8122" y="14478"/>
                </a:lnTo>
                <a:lnTo>
                  <a:pt x="6221" y="13843"/>
                </a:lnTo>
                <a:lnTo>
                  <a:pt x="4579" y="13373"/>
                </a:lnTo>
                <a:lnTo>
                  <a:pt x="2678" y="12923"/>
                </a:lnTo>
                <a:lnTo>
                  <a:pt x="0" y="12343"/>
                </a:lnTo>
                <a:lnTo>
                  <a:pt x="2380" y="12343"/>
                </a:lnTo>
                <a:lnTo>
                  <a:pt x="4774" y="12343"/>
                </a:lnTo>
                <a:lnTo>
                  <a:pt x="7200" y="12343"/>
                </a:lnTo>
                <a:lnTo>
                  <a:pt x="7099" y="11692"/>
                </a:lnTo>
                <a:lnTo>
                  <a:pt x="6926" y="10541"/>
                </a:lnTo>
                <a:lnTo>
                  <a:pt x="6523" y="7906"/>
                </a:lnTo>
                <a:lnTo>
                  <a:pt x="6746" y="6313"/>
                </a:lnTo>
                <a:lnTo>
                  <a:pt x="6973" y="4712"/>
                </a:lnTo>
                <a:lnTo>
                  <a:pt x="7200" y="3086"/>
                </a:lnTo>
                <a:lnTo>
                  <a:pt x="9878" y="2043"/>
                </a:lnTo>
                <a:lnTo>
                  <a:pt x="11779" y="1361"/>
                </a:lnTo>
                <a:lnTo>
                  <a:pt x="13421" y="892"/>
                </a:lnTo>
                <a:lnTo>
                  <a:pt x="15322" y="488"/>
                </a:lnTo>
                <a:lnTo>
                  <a:pt x="18000" y="0"/>
                </a:lnTo>
                <a:close/>
              </a:path>
            </a:pathLst>
          </a:custGeom>
          <a:solidFill>
            <a:srgbClr val="F8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8" name="contour_11476"/>
          <p:cNvSpPr/>
          <p:nvPr/>
        </p:nvSpPr>
        <p:spPr>
          <a:xfrm>
            <a:off x="7990725" y="5560738"/>
            <a:ext cx="3671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65" y="0"/>
                </a:moveTo>
                <a:lnTo>
                  <a:pt x="15429" y="1166"/>
                </a:lnTo>
                <a:lnTo>
                  <a:pt x="17179" y="2057"/>
                </a:lnTo>
                <a:lnTo>
                  <a:pt x="18916" y="3118"/>
                </a:lnTo>
                <a:lnTo>
                  <a:pt x="21441" y="4800"/>
                </a:lnTo>
                <a:lnTo>
                  <a:pt x="21600" y="6482"/>
                </a:lnTo>
                <a:lnTo>
                  <a:pt x="21600" y="8131"/>
                </a:lnTo>
                <a:lnTo>
                  <a:pt x="21437" y="9754"/>
                </a:lnTo>
                <a:lnTo>
                  <a:pt x="21115" y="11352"/>
                </a:lnTo>
                <a:lnTo>
                  <a:pt x="20635" y="12934"/>
                </a:lnTo>
                <a:lnTo>
                  <a:pt x="19996" y="14503"/>
                </a:lnTo>
                <a:lnTo>
                  <a:pt x="19203" y="16068"/>
                </a:lnTo>
                <a:lnTo>
                  <a:pt x="18255" y="17630"/>
                </a:lnTo>
                <a:lnTo>
                  <a:pt x="17153" y="19200"/>
                </a:lnTo>
                <a:lnTo>
                  <a:pt x="14293" y="20105"/>
                </a:lnTo>
                <a:lnTo>
                  <a:pt x="11651" y="20719"/>
                </a:lnTo>
                <a:lnTo>
                  <a:pt x="9065" y="21106"/>
                </a:lnTo>
                <a:lnTo>
                  <a:pt x="6368" y="21338"/>
                </a:lnTo>
                <a:lnTo>
                  <a:pt x="3401" y="21480"/>
                </a:lnTo>
                <a:lnTo>
                  <a:pt x="0" y="21600"/>
                </a:lnTo>
                <a:lnTo>
                  <a:pt x="0" y="19903"/>
                </a:lnTo>
                <a:lnTo>
                  <a:pt x="0" y="18204"/>
                </a:lnTo>
                <a:lnTo>
                  <a:pt x="0" y="16500"/>
                </a:lnTo>
                <a:lnTo>
                  <a:pt x="0" y="14789"/>
                </a:lnTo>
                <a:lnTo>
                  <a:pt x="0" y="13070"/>
                </a:lnTo>
                <a:lnTo>
                  <a:pt x="0" y="11342"/>
                </a:lnTo>
                <a:lnTo>
                  <a:pt x="0" y="9600"/>
                </a:lnTo>
                <a:lnTo>
                  <a:pt x="2835" y="9600"/>
                </a:lnTo>
                <a:lnTo>
                  <a:pt x="5686" y="9600"/>
                </a:lnTo>
                <a:lnTo>
                  <a:pt x="8577" y="9600"/>
                </a:lnTo>
                <a:lnTo>
                  <a:pt x="9859" y="8023"/>
                </a:lnTo>
                <a:lnTo>
                  <a:pt x="10553" y="6778"/>
                </a:lnTo>
                <a:lnTo>
                  <a:pt x="11257" y="4800"/>
                </a:lnTo>
                <a:lnTo>
                  <a:pt x="11741" y="3461"/>
                </a:lnTo>
                <a:lnTo>
                  <a:pt x="12230" y="2100"/>
                </a:lnTo>
                <a:lnTo>
                  <a:pt x="12547" y="1058"/>
                </a:lnTo>
                <a:lnTo>
                  <a:pt x="12865" y="0"/>
                </a:lnTo>
                <a:close/>
              </a:path>
            </a:pathLst>
          </a:custGeom>
          <a:solidFill>
            <a:srgbClr val="E8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79" name="contour_11477"/>
          <p:cNvSpPr/>
          <p:nvPr/>
        </p:nvSpPr>
        <p:spPr>
          <a:xfrm>
            <a:off x="5316033" y="5582601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77" y="243"/>
                </a:lnTo>
                <a:lnTo>
                  <a:pt x="3154" y="502"/>
                </a:lnTo>
                <a:lnTo>
                  <a:pt x="4728" y="778"/>
                </a:lnTo>
                <a:lnTo>
                  <a:pt x="6302" y="1069"/>
                </a:lnTo>
                <a:lnTo>
                  <a:pt x="7877" y="1372"/>
                </a:lnTo>
                <a:lnTo>
                  <a:pt x="9451" y="1685"/>
                </a:lnTo>
                <a:lnTo>
                  <a:pt x="10126" y="1782"/>
                </a:lnTo>
                <a:lnTo>
                  <a:pt x="12163" y="2057"/>
                </a:lnTo>
                <a:lnTo>
                  <a:pt x="13469" y="2360"/>
                </a:lnTo>
                <a:lnTo>
                  <a:pt x="14486" y="2689"/>
                </a:lnTo>
                <a:lnTo>
                  <a:pt x="15557" y="3197"/>
                </a:lnTo>
                <a:lnTo>
                  <a:pt x="17016" y="4045"/>
                </a:lnTo>
                <a:lnTo>
                  <a:pt x="19200" y="5400"/>
                </a:lnTo>
                <a:lnTo>
                  <a:pt x="20088" y="9531"/>
                </a:lnTo>
                <a:lnTo>
                  <a:pt x="20657" y="12436"/>
                </a:lnTo>
                <a:lnTo>
                  <a:pt x="21022" y="14899"/>
                </a:lnTo>
                <a:lnTo>
                  <a:pt x="21298" y="17696"/>
                </a:lnTo>
                <a:lnTo>
                  <a:pt x="21600" y="21600"/>
                </a:lnTo>
                <a:lnTo>
                  <a:pt x="19980" y="21303"/>
                </a:lnTo>
                <a:lnTo>
                  <a:pt x="18358" y="20984"/>
                </a:lnTo>
                <a:lnTo>
                  <a:pt x="16738" y="20644"/>
                </a:lnTo>
                <a:lnTo>
                  <a:pt x="15120" y="20288"/>
                </a:lnTo>
                <a:lnTo>
                  <a:pt x="13500" y="19915"/>
                </a:lnTo>
                <a:lnTo>
                  <a:pt x="11995" y="19597"/>
                </a:lnTo>
                <a:lnTo>
                  <a:pt x="10481" y="19283"/>
                </a:lnTo>
                <a:lnTo>
                  <a:pt x="8945" y="18965"/>
                </a:lnTo>
                <a:lnTo>
                  <a:pt x="7186" y="17761"/>
                </a:lnTo>
                <a:lnTo>
                  <a:pt x="5918" y="16713"/>
                </a:lnTo>
                <a:lnTo>
                  <a:pt x="4949" y="15503"/>
                </a:lnTo>
                <a:lnTo>
                  <a:pt x="4080" y="13835"/>
                </a:lnTo>
                <a:lnTo>
                  <a:pt x="3115" y="11389"/>
                </a:lnTo>
                <a:lnTo>
                  <a:pt x="1855" y="7868"/>
                </a:lnTo>
                <a:lnTo>
                  <a:pt x="1243" y="5265"/>
                </a:lnTo>
                <a:lnTo>
                  <a:pt x="626" y="2651"/>
                </a:lnTo>
                <a:lnTo>
                  <a:pt x="0" y="0"/>
                </a:lnTo>
                <a:close/>
              </a:path>
            </a:pathLst>
          </a:custGeom>
          <a:solidFill>
            <a:srgbClr val="1816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0" name="contour_11478"/>
          <p:cNvSpPr/>
          <p:nvPr/>
        </p:nvSpPr>
        <p:spPr>
          <a:xfrm>
            <a:off x="5308745" y="5589889"/>
            <a:ext cx="670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14" y="648"/>
                </a:lnTo>
                <a:lnTo>
                  <a:pt x="3026" y="1307"/>
                </a:lnTo>
                <a:lnTo>
                  <a:pt x="4535" y="1976"/>
                </a:lnTo>
                <a:lnTo>
                  <a:pt x="6044" y="2653"/>
                </a:lnTo>
                <a:lnTo>
                  <a:pt x="7551" y="3337"/>
                </a:lnTo>
                <a:lnTo>
                  <a:pt x="9056" y="4028"/>
                </a:lnTo>
                <a:lnTo>
                  <a:pt x="10563" y="4723"/>
                </a:lnTo>
                <a:lnTo>
                  <a:pt x="12079" y="5364"/>
                </a:lnTo>
                <a:lnTo>
                  <a:pt x="13617" y="6012"/>
                </a:lnTo>
                <a:lnTo>
                  <a:pt x="15213" y="6782"/>
                </a:lnTo>
                <a:lnTo>
                  <a:pt x="16741" y="7585"/>
                </a:lnTo>
                <a:lnTo>
                  <a:pt x="18222" y="8482"/>
                </a:lnTo>
                <a:lnTo>
                  <a:pt x="19678" y="9533"/>
                </a:lnTo>
                <a:lnTo>
                  <a:pt x="21126" y="10800"/>
                </a:lnTo>
                <a:lnTo>
                  <a:pt x="21443" y="13658"/>
                </a:lnTo>
                <a:lnTo>
                  <a:pt x="21600" y="15653"/>
                </a:lnTo>
                <a:lnTo>
                  <a:pt x="21600" y="17294"/>
                </a:lnTo>
                <a:lnTo>
                  <a:pt x="21443" y="19102"/>
                </a:lnTo>
                <a:lnTo>
                  <a:pt x="21126" y="21600"/>
                </a:lnTo>
                <a:lnTo>
                  <a:pt x="19574" y="21600"/>
                </a:lnTo>
                <a:lnTo>
                  <a:pt x="18013" y="21600"/>
                </a:lnTo>
                <a:lnTo>
                  <a:pt x="16431" y="21600"/>
                </a:lnTo>
                <a:lnTo>
                  <a:pt x="16431" y="19220"/>
                </a:lnTo>
                <a:lnTo>
                  <a:pt x="16431" y="16826"/>
                </a:lnTo>
                <a:lnTo>
                  <a:pt x="16431" y="14400"/>
                </a:lnTo>
                <a:lnTo>
                  <a:pt x="14992" y="13601"/>
                </a:lnTo>
                <a:lnTo>
                  <a:pt x="13934" y="13122"/>
                </a:lnTo>
                <a:lnTo>
                  <a:pt x="12729" y="12780"/>
                </a:lnTo>
                <a:lnTo>
                  <a:pt x="10856" y="12377"/>
                </a:lnTo>
                <a:lnTo>
                  <a:pt x="8004" y="11743"/>
                </a:lnTo>
                <a:lnTo>
                  <a:pt x="5903" y="11221"/>
                </a:lnTo>
                <a:lnTo>
                  <a:pt x="4361" y="10728"/>
                </a:lnTo>
                <a:lnTo>
                  <a:pt x="3192" y="10170"/>
                </a:lnTo>
                <a:lnTo>
                  <a:pt x="2199" y="9457"/>
                </a:lnTo>
                <a:lnTo>
                  <a:pt x="1199" y="8496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605A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1" name="contour_11479"/>
          <p:cNvSpPr/>
          <p:nvPr/>
        </p:nvSpPr>
        <p:spPr>
          <a:xfrm>
            <a:off x="4550793" y="5560738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595"/>
                </a:lnTo>
                <a:lnTo>
                  <a:pt x="12925" y="1190"/>
                </a:lnTo>
                <a:lnTo>
                  <a:pt x="15090" y="1793"/>
                </a:lnTo>
                <a:lnTo>
                  <a:pt x="17280" y="2400"/>
                </a:lnTo>
                <a:lnTo>
                  <a:pt x="17915" y="4054"/>
                </a:lnTo>
                <a:lnTo>
                  <a:pt x="18468" y="5666"/>
                </a:lnTo>
                <a:lnTo>
                  <a:pt x="18948" y="7260"/>
                </a:lnTo>
                <a:lnTo>
                  <a:pt x="19354" y="8856"/>
                </a:lnTo>
                <a:lnTo>
                  <a:pt x="19699" y="10478"/>
                </a:lnTo>
                <a:lnTo>
                  <a:pt x="19980" y="12149"/>
                </a:lnTo>
                <a:lnTo>
                  <a:pt x="20231" y="13512"/>
                </a:lnTo>
                <a:lnTo>
                  <a:pt x="20485" y="14892"/>
                </a:lnTo>
                <a:lnTo>
                  <a:pt x="20784" y="16567"/>
                </a:lnTo>
                <a:lnTo>
                  <a:pt x="21064" y="18245"/>
                </a:lnTo>
                <a:lnTo>
                  <a:pt x="21336" y="19922"/>
                </a:lnTo>
                <a:lnTo>
                  <a:pt x="21600" y="21600"/>
                </a:lnTo>
                <a:lnTo>
                  <a:pt x="18896" y="21391"/>
                </a:lnTo>
                <a:lnTo>
                  <a:pt x="16196" y="21168"/>
                </a:lnTo>
                <a:lnTo>
                  <a:pt x="13496" y="20938"/>
                </a:lnTo>
                <a:lnTo>
                  <a:pt x="10800" y="20700"/>
                </a:lnTo>
                <a:lnTo>
                  <a:pt x="7785" y="20448"/>
                </a:lnTo>
                <a:lnTo>
                  <a:pt x="4726" y="20194"/>
                </a:lnTo>
                <a:lnTo>
                  <a:pt x="2380" y="19699"/>
                </a:lnTo>
                <a:lnTo>
                  <a:pt x="0" y="19200"/>
                </a:lnTo>
                <a:lnTo>
                  <a:pt x="0" y="17614"/>
                </a:lnTo>
                <a:lnTo>
                  <a:pt x="0" y="16018"/>
                </a:lnTo>
                <a:lnTo>
                  <a:pt x="0" y="14400"/>
                </a:lnTo>
                <a:lnTo>
                  <a:pt x="2856" y="14400"/>
                </a:lnTo>
                <a:lnTo>
                  <a:pt x="5728" y="14400"/>
                </a:lnTo>
                <a:lnTo>
                  <a:pt x="8640" y="14400"/>
                </a:lnTo>
                <a:lnTo>
                  <a:pt x="8640" y="12816"/>
                </a:lnTo>
                <a:lnTo>
                  <a:pt x="8640" y="11230"/>
                </a:lnTo>
                <a:lnTo>
                  <a:pt x="8640" y="9643"/>
                </a:lnTo>
                <a:lnTo>
                  <a:pt x="8640" y="8052"/>
                </a:lnTo>
                <a:lnTo>
                  <a:pt x="8640" y="6456"/>
                </a:lnTo>
                <a:lnTo>
                  <a:pt x="8640" y="4853"/>
                </a:lnTo>
                <a:lnTo>
                  <a:pt x="8640" y="3245"/>
                </a:lnTo>
                <a:lnTo>
                  <a:pt x="8640" y="1627"/>
                </a:lnTo>
                <a:lnTo>
                  <a:pt x="8640" y="0"/>
                </a:lnTo>
                <a:close/>
              </a:path>
            </a:pathLst>
          </a:custGeom>
          <a:solidFill>
            <a:srgbClr val="7867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2" name="contour_11480"/>
          <p:cNvSpPr/>
          <p:nvPr/>
        </p:nvSpPr>
        <p:spPr>
          <a:xfrm>
            <a:off x="7932421" y="5553450"/>
            <a:ext cx="5837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71" y="22"/>
                </a:lnTo>
                <a:lnTo>
                  <a:pt x="3910" y="74"/>
                </a:lnTo>
                <a:lnTo>
                  <a:pt x="5822" y="170"/>
                </a:lnTo>
                <a:lnTo>
                  <a:pt x="7712" y="321"/>
                </a:lnTo>
                <a:lnTo>
                  <a:pt x="9587" y="537"/>
                </a:lnTo>
                <a:lnTo>
                  <a:pt x="11450" y="836"/>
                </a:lnTo>
                <a:lnTo>
                  <a:pt x="13305" y="1225"/>
                </a:lnTo>
                <a:lnTo>
                  <a:pt x="15158" y="1725"/>
                </a:lnTo>
                <a:lnTo>
                  <a:pt x="17013" y="2339"/>
                </a:lnTo>
                <a:lnTo>
                  <a:pt x="18876" y="3086"/>
                </a:lnTo>
                <a:lnTo>
                  <a:pt x="19661" y="5104"/>
                </a:lnTo>
                <a:lnTo>
                  <a:pt x="20284" y="7106"/>
                </a:lnTo>
                <a:lnTo>
                  <a:pt x="20764" y="9100"/>
                </a:lnTo>
                <a:lnTo>
                  <a:pt x="21117" y="11102"/>
                </a:lnTo>
                <a:lnTo>
                  <a:pt x="21360" y="13120"/>
                </a:lnTo>
                <a:lnTo>
                  <a:pt x="21511" y="15166"/>
                </a:lnTo>
                <a:lnTo>
                  <a:pt x="21584" y="17255"/>
                </a:lnTo>
                <a:lnTo>
                  <a:pt x="21600" y="19397"/>
                </a:lnTo>
                <a:lnTo>
                  <a:pt x="21573" y="21600"/>
                </a:lnTo>
                <a:lnTo>
                  <a:pt x="21071" y="20069"/>
                </a:lnTo>
                <a:lnTo>
                  <a:pt x="20562" y="18514"/>
                </a:lnTo>
                <a:lnTo>
                  <a:pt x="20144" y="17746"/>
                </a:lnTo>
                <a:lnTo>
                  <a:pt x="18876" y="15429"/>
                </a:lnTo>
                <a:lnTo>
                  <a:pt x="17094" y="15429"/>
                </a:lnTo>
                <a:lnTo>
                  <a:pt x="15301" y="15429"/>
                </a:lnTo>
                <a:lnTo>
                  <a:pt x="13483" y="15429"/>
                </a:lnTo>
                <a:lnTo>
                  <a:pt x="13483" y="13389"/>
                </a:lnTo>
                <a:lnTo>
                  <a:pt x="13483" y="11337"/>
                </a:lnTo>
                <a:lnTo>
                  <a:pt x="13483" y="9257"/>
                </a:lnTo>
                <a:lnTo>
                  <a:pt x="11881" y="9257"/>
                </a:lnTo>
                <a:lnTo>
                  <a:pt x="10274" y="9257"/>
                </a:lnTo>
                <a:lnTo>
                  <a:pt x="8662" y="9257"/>
                </a:lnTo>
                <a:lnTo>
                  <a:pt x="7036" y="9257"/>
                </a:lnTo>
                <a:lnTo>
                  <a:pt x="5393" y="9257"/>
                </a:lnTo>
                <a:lnTo>
                  <a:pt x="5393" y="7217"/>
                </a:lnTo>
                <a:lnTo>
                  <a:pt x="5393" y="5165"/>
                </a:lnTo>
                <a:lnTo>
                  <a:pt x="5393" y="3086"/>
                </a:lnTo>
                <a:lnTo>
                  <a:pt x="3791" y="1953"/>
                </a:lnTo>
                <a:lnTo>
                  <a:pt x="2697" y="1253"/>
                </a:lnTo>
                <a:lnTo>
                  <a:pt x="1602" y="700"/>
                </a:lnTo>
                <a:lnTo>
                  <a:pt x="0" y="0"/>
                </a:lnTo>
                <a:close/>
              </a:path>
            </a:pathLst>
          </a:custGeom>
          <a:solidFill>
            <a:srgbClr val="DEE4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3" name="contour_11481"/>
          <p:cNvSpPr/>
          <p:nvPr/>
        </p:nvSpPr>
        <p:spPr>
          <a:xfrm>
            <a:off x="4886041" y="5553450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16" y="0"/>
                </a:lnTo>
                <a:lnTo>
                  <a:pt x="6838" y="0"/>
                </a:lnTo>
                <a:lnTo>
                  <a:pt x="10275" y="0"/>
                </a:lnTo>
                <a:lnTo>
                  <a:pt x="13727" y="0"/>
                </a:lnTo>
                <a:lnTo>
                  <a:pt x="17200" y="0"/>
                </a:lnTo>
                <a:lnTo>
                  <a:pt x="20705" y="0"/>
                </a:lnTo>
                <a:lnTo>
                  <a:pt x="21057" y="2603"/>
                </a:lnTo>
                <a:lnTo>
                  <a:pt x="21346" y="5177"/>
                </a:lnTo>
                <a:lnTo>
                  <a:pt x="21538" y="7736"/>
                </a:lnTo>
                <a:lnTo>
                  <a:pt x="21600" y="10289"/>
                </a:lnTo>
                <a:lnTo>
                  <a:pt x="21502" y="12845"/>
                </a:lnTo>
                <a:lnTo>
                  <a:pt x="21217" y="15412"/>
                </a:lnTo>
                <a:lnTo>
                  <a:pt x="20705" y="18000"/>
                </a:lnTo>
                <a:lnTo>
                  <a:pt x="16853" y="19433"/>
                </a:lnTo>
                <a:lnTo>
                  <a:pt x="14120" y="20336"/>
                </a:lnTo>
                <a:lnTo>
                  <a:pt x="11760" y="20884"/>
                </a:lnTo>
                <a:lnTo>
                  <a:pt x="9027" y="21247"/>
                </a:lnTo>
                <a:lnTo>
                  <a:pt x="5176" y="21600"/>
                </a:lnTo>
                <a:lnTo>
                  <a:pt x="4607" y="19224"/>
                </a:lnTo>
                <a:lnTo>
                  <a:pt x="4037" y="16844"/>
                </a:lnTo>
                <a:lnTo>
                  <a:pt x="3468" y="14465"/>
                </a:lnTo>
                <a:lnTo>
                  <a:pt x="2893" y="12078"/>
                </a:lnTo>
                <a:lnTo>
                  <a:pt x="2319" y="9684"/>
                </a:lnTo>
                <a:lnTo>
                  <a:pt x="1744" y="7279"/>
                </a:lnTo>
                <a:lnTo>
                  <a:pt x="1165" y="4867"/>
                </a:lnTo>
                <a:lnTo>
                  <a:pt x="585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04A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4" name="contour_11482"/>
          <p:cNvSpPr/>
          <p:nvPr/>
        </p:nvSpPr>
        <p:spPr>
          <a:xfrm>
            <a:off x="10366611" y="5568026"/>
            <a:ext cx="4425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98" y="32"/>
                </a:lnTo>
                <a:lnTo>
                  <a:pt x="4710" y="113"/>
                </a:lnTo>
                <a:lnTo>
                  <a:pt x="6955" y="265"/>
                </a:lnTo>
                <a:lnTo>
                  <a:pt x="9149" y="502"/>
                </a:lnTo>
                <a:lnTo>
                  <a:pt x="11316" y="845"/>
                </a:lnTo>
                <a:lnTo>
                  <a:pt x="13464" y="1312"/>
                </a:lnTo>
                <a:lnTo>
                  <a:pt x="15613" y="1925"/>
                </a:lnTo>
                <a:lnTo>
                  <a:pt x="17787" y="2700"/>
                </a:lnTo>
                <a:lnTo>
                  <a:pt x="18772" y="4455"/>
                </a:lnTo>
                <a:lnTo>
                  <a:pt x="19615" y="6207"/>
                </a:lnTo>
                <a:lnTo>
                  <a:pt x="20309" y="7960"/>
                </a:lnTo>
                <a:lnTo>
                  <a:pt x="20857" y="9725"/>
                </a:lnTo>
                <a:lnTo>
                  <a:pt x="21255" y="11505"/>
                </a:lnTo>
                <a:lnTo>
                  <a:pt x="21504" y="13306"/>
                </a:lnTo>
                <a:lnTo>
                  <a:pt x="21600" y="15134"/>
                </a:lnTo>
                <a:lnTo>
                  <a:pt x="21550" y="16996"/>
                </a:lnTo>
                <a:lnTo>
                  <a:pt x="21344" y="18900"/>
                </a:lnTo>
                <a:lnTo>
                  <a:pt x="19242" y="19988"/>
                </a:lnTo>
                <a:lnTo>
                  <a:pt x="17797" y="20631"/>
                </a:lnTo>
                <a:lnTo>
                  <a:pt x="16349" y="21084"/>
                </a:lnTo>
                <a:lnTo>
                  <a:pt x="14229" y="21600"/>
                </a:lnTo>
                <a:lnTo>
                  <a:pt x="13863" y="19929"/>
                </a:lnTo>
                <a:lnTo>
                  <a:pt x="13493" y="18244"/>
                </a:lnTo>
                <a:lnTo>
                  <a:pt x="13119" y="16538"/>
                </a:lnTo>
                <a:lnTo>
                  <a:pt x="12387" y="14375"/>
                </a:lnTo>
                <a:lnTo>
                  <a:pt x="11647" y="12755"/>
                </a:lnTo>
                <a:lnTo>
                  <a:pt x="10729" y="11480"/>
                </a:lnTo>
                <a:lnTo>
                  <a:pt x="9452" y="10355"/>
                </a:lnTo>
                <a:lnTo>
                  <a:pt x="7638" y="9180"/>
                </a:lnTo>
                <a:lnTo>
                  <a:pt x="5115" y="7762"/>
                </a:lnTo>
                <a:lnTo>
                  <a:pt x="3426" y="6982"/>
                </a:lnTo>
                <a:lnTo>
                  <a:pt x="1725" y="6196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4D4E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5" name="contour_11483"/>
          <p:cNvSpPr/>
          <p:nvPr/>
        </p:nvSpPr>
        <p:spPr>
          <a:xfrm>
            <a:off x="10490506" y="554616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204" y="2376"/>
                </a:lnTo>
                <a:lnTo>
                  <a:pt x="20808" y="4756"/>
                </a:lnTo>
                <a:lnTo>
                  <a:pt x="20412" y="7135"/>
                </a:lnTo>
                <a:lnTo>
                  <a:pt x="20012" y="9522"/>
                </a:lnTo>
                <a:lnTo>
                  <a:pt x="19613" y="11916"/>
                </a:lnTo>
                <a:lnTo>
                  <a:pt x="19213" y="14321"/>
                </a:lnTo>
                <a:lnTo>
                  <a:pt x="18810" y="16733"/>
                </a:lnTo>
                <a:lnTo>
                  <a:pt x="18407" y="19159"/>
                </a:lnTo>
                <a:lnTo>
                  <a:pt x="18000" y="21600"/>
                </a:lnTo>
                <a:lnTo>
                  <a:pt x="13810" y="19397"/>
                </a:lnTo>
                <a:lnTo>
                  <a:pt x="10512" y="17654"/>
                </a:lnTo>
                <a:lnTo>
                  <a:pt x="7960" y="16279"/>
                </a:lnTo>
                <a:lnTo>
                  <a:pt x="6005" y="15181"/>
                </a:lnTo>
                <a:lnTo>
                  <a:pt x="4496" y="14278"/>
                </a:lnTo>
                <a:lnTo>
                  <a:pt x="3294" y="13478"/>
                </a:lnTo>
                <a:lnTo>
                  <a:pt x="2239" y="12690"/>
                </a:lnTo>
                <a:lnTo>
                  <a:pt x="1192" y="11826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5150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6" name="contour_11484"/>
          <p:cNvSpPr/>
          <p:nvPr/>
        </p:nvSpPr>
        <p:spPr>
          <a:xfrm>
            <a:off x="10153947" y="5546162"/>
            <a:ext cx="377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3699" y="0"/>
                </a:lnTo>
                <a:lnTo>
                  <a:pt x="6651" y="0"/>
                </a:lnTo>
                <a:lnTo>
                  <a:pt x="9612" y="0"/>
                </a:lnTo>
                <a:lnTo>
                  <a:pt x="12585" y="0"/>
                </a:lnTo>
                <a:lnTo>
                  <a:pt x="15570" y="0"/>
                </a:lnTo>
                <a:lnTo>
                  <a:pt x="18573" y="0"/>
                </a:lnTo>
                <a:lnTo>
                  <a:pt x="21600" y="0"/>
                </a:lnTo>
                <a:lnTo>
                  <a:pt x="21083" y="2674"/>
                </a:lnTo>
                <a:lnTo>
                  <a:pt x="20566" y="5348"/>
                </a:lnTo>
                <a:lnTo>
                  <a:pt x="20049" y="8031"/>
                </a:lnTo>
                <a:lnTo>
                  <a:pt x="19532" y="10718"/>
                </a:lnTo>
                <a:lnTo>
                  <a:pt x="19011" y="13418"/>
                </a:lnTo>
                <a:lnTo>
                  <a:pt x="18485" y="16131"/>
                </a:lnTo>
                <a:lnTo>
                  <a:pt x="17960" y="18857"/>
                </a:lnTo>
                <a:lnTo>
                  <a:pt x="17430" y="21600"/>
                </a:lnTo>
                <a:lnTo>
                  <a:pt x="13064" y="19760"/>
                </a:lnTo>
                <a:lnTo>
                  <a:pt x="9845" y="18369"/>
                </a:lnTo>
                <a:lnTo>
                  <a:pt x="7481" y="17284"/>
                </a:lnTo>
                <a:lnTo>
                  <a:pt x="5684" y="16356"/>
                </a:lnTo>
                <a:lnTo>
                  <a:pt x="4153" y="15422"/>
                </a:lnTo>
                <a:lnTo>
                  <a:pt x="2606" y="14342"/>
                </a:lnTo>
                <a:lnTo>
                  <a:pt x="751" y="12960"/>
                </a:lnTo>
                <a:lnTo>
                  <a:pt x="250" y="9487"/>
                </a:lnTo>
                <a:lnTo>
                  <a:pt x="0" y="7076"/>
                </a:lnTo>
                <a:lnTo>
                  <a:pt x="0" y="5106"/>
                </a:lnTo>
                <a:lnTo>
                  <a:pt x="250" y="2955"/>
                </a:lnTo>
                <a:lnTo>
                  <a:pt x="751" y="0"/>
                </a:lnTo>
                <a:close/>
              </a:path>
            </a:pathLst>
          </a:custGeom>
          <a:solidFill>
            <a:srgbClr val="D7DA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7" name="contour_11485"/>
          <p:cNvSpPr/>
          <p:nvPr/>
        </p:nvSpPr>
        <p:spPr>
          <a:xfrm>
            <a:off x="1591869" y="5538874"/>
            <a:ext cx="3827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25" y="0"/>
                </a:moveTo>
                <a:lnTo>
                  <a:pt x="11261" y="381"/>
                </a:lnTo>
                <a:lnTo>
                  <a:pt x="13420" y="710"/>
                </a:lnTo>
                <a:lnTo>
                  <a:pt x="15295" y="1120"/>
                </a:lnTo>
                <a:lnTo>
                  <a:pt x="17479" y="1741"/>
                </a:lnTo>
                <a:lnTo>
                  <a:pt x="20564" y="2700"/>
                </a:lnTo>
                <a:lnTo>
                  <a:pt x="21148" y="4887"/>
                </a:lnTo>
                <a:lnTo>
                  <a:pt x="21481" y="6483"/>
                </a:lnTo>
                <a:lnTo>
                  <a:pt x="21600" y="7943"/>
                </a:lnTo>
                <a:lnTo>
                  <a:pt x="21538" y="9736"/>
                </a:lnTo>
                <a:lnTo>
                  <a:pt x="21337" y="12317"/>
                </a:lnTo>
                <a:lnTo>
                  <a:pt x="21222" y="14051"/>
                </a:lnTo>
                <a:lnTo>
                  <a:pt x="21111" y="15795"/>
                </a:lnTo>
                <a:lnTo>
                  <a:pt x="20995" y="17561"/>
                </a:lnTo>
                <a:lnTo>
                  <a:pt x="20856" y="18895"/>
                </a:lnTo>
                <a:lnTo>
                  <a:pt x="20712" y="20239"/>
                </a:lnTo>
                <a:lnTo>
                  <a:pt x="20564" y="21600"/>
                </a:lnTo>
                <a:lnTo>
                  <a:pt x="18038" y="20547"/>
                </a:lnTo>
                <a:lnTo>
                  <a:pt x="15563" y="19486"/>
                </a:lnTo>
                <a:lnTo>
                  <a:pt x="13140" y="18403"/>
                </a:lnTo>
                <a:lnTo>
                  <a:pt x="10775" y="17291"/>
                </a:lnTo>
                <a:lnTo>
                  <a:pt x="8476" y="16133"/>
                </a:lnTo>
                <a:lnTo>
                  <a:pt x="6239" y="14915"/>
                </a:lnTo>
                <a:lnTo>
                  <a:pt x="4080" y="13630"/>
                </a:lnTo>
                <a:lnTo>
                  <a:pt x="1999" y="12263"/>
                </a:lnTo>
                <a:lnTo>
                  <a:pt x="0" y="10800"/>
                </a:lnTo>
                <a:lnTo>
                  <a:pt x="440" y="8964"/>
                </a:lnTo>
                <a:lnTo>
                  <a:pt x="1164" y="7290"/>
                </a:lnTo>
                <a:lnTo>
                  <a:pt x="2147" y="5738"/>
                </a:lnTo>
                <a:lnTo>
                  <a:pt x="3372" y="4269"/>
                </a:lnTo>
                <a:lnTo>
                  <a:pt x="4808" y="2848"/>
                </a:lnTo>
                <a:lnTo>
                  <a:pt x="6436" y="1439"/>
                </a:lnTo>
                <a:lnTo>
                  <a:pt x="8225" y="0"/>
                </a:lnTo>
                <a:close/>
              </a:path>
            </a:pathLst>
          </a:custGeom>
          <a:solidFill>
            <a:srgbClr val="CCD0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8" name="contour_11486"/>
          <p:cNvSpPr/>
          <p:nvPr/>
        </p:nvSpPr>
        <p:spPr>
          <a:xfrm>
            <a:off x="440563" y="5509722"/>
            <a:ext cx="3624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70" y="0"/>
                </a:moveTo>
                <a:lnTo>
                  <a:pt x="10511" y="1464"/>
                </a:lnTo>
                <a:lnTo>
                  <a:pt x="12309" y="2897"/>
                </a:lnTo>
                <a:lnTo>
                  <a:pt x="13956" y="4310"/>
                </a:lnTo>
                <a:lnTo>
                  <a:pt x="15450" y="5722"/>
                </a:lnTo>
                <a:lnTo>
                  <a:pt x="16792" y="7145"/>
                </a:lnTo>
                <a:lnTo>
                  <a:pt x="17982" y="8597"/>
                </a:lnTo>
                <a:lnTo>
                  <a:pt x="19020" y="10092"/>
                </a:lnTo>
                <a:lnTo>
                  <a:pt x="19902" y="11645"/>
                </a:lnTo>
                <a:lnTo>
                  <a:pt x="20627" y="13270"/>
                </a:lnTo>
                <a:lnTo>
                  <a:pt x="21192" y="14983"/>
                </a:lnTo>
                <a:lnTo>
                  <a:pt x="21600" y="16800"/>
                </a:lnTo>
                <a:lnTo>
                  <a:pt x="18937" y="18072"/>
                </a:lnTo>
                <a:lnTo>
                  <a:pt x="16953" y="18977"/>
                </a:lnTo>
                <a:lnTo>
                  <a:pt x="15289" y="19651"/>
                </a:lnTo>
                <a:lnTo>
                  <a:pt x="13573" y="20222"/>
                </a:lnTo>
                <a:lnTo>
                  <a:pt x="11458" y="20827"/>
                </a:lnTo>
                <a:lnTo>
                  <a:pt x="8570" y="21600"/>
                </a:lnTo>
                <a:lnTo>
                  <a:pt x="6181" y="18454"/>
                </a:lnTo>
                <a:lnTo>
                  <a:pt x="4231" y="15859"/>
                </a:lnTo>
                <a:lnTo>
                  <a:pt x="2697" y="13738"/>
                </a:lnTo>
                <a:lnTo>
                  <a:pt x="1538" y="12012"/>
                </a:lnTo>
                <a:lnTo>
                  <a:pt x="725" y="10608"/>
                </a:lnTo>
                <a:lnTo>
                  <a:pt x="226" y="9449"/>
                </a:lnTo>
                <a:lnTo>
                  <a:pt x="0" y="8458"/>
                </a:lnTo>
                <a:lnTo>
                  <a:pt x="26" y="7558"/>
                </a:lnTo>
                <a:lnTo>
                  <a:pt x="261" y="6672"/>
                </a:lnTo>
                <a:lnTo>
                  <a:pt x="678" y="5726"/>
                </a:lnTo>
                <a:lnTo>
                  <a:pt x="1238" y="4642"/>
                </a:lnTo>
                <a:lnTo>
                  <a:pt x="2728" y="3478"/>
                </a:lnTo>
                <a:lnTo>
                  <a:pt x="3987" y="2606"/>
                </a:lnTo>
                <a:lnTo>
                  <a:pt x="5707" y="1591"/>
                </a:lnTo>
                <a:lnTo>
                  <a:pt x="8570" y="0"/>
                </a:lnTo>
                <a:close/>
              </a:path>
            </a:pathLst>
          </a:custGeom>
          <a:solidFill>
            <a:srgbClr val="B2C7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89" name="contour_11487"/>
          <p:cNvSpPr/>
          <p:nvPr/>
        </p:nvSpPr>
        <p:spPr>
          <a:xfrm>
            <a:off x="5746024" y="5517578"/>
            <a:ext cx="54208" cy="35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22" y="1227"/>
                </a:moveTo>
                <a:lnTo>
                  <a:pt x="19288" y="2985"/>
                </a:lnTo>
                <a:lnTo>
                  <a:pt x="20174" y="4557"/>
                </a:lnTo>
                <a:lnTo>
                  <a:pt x="20825" y="6843"/>
                </a:lnTo>
                <a:lnTo>
                  <a:pt x="21600" y="10727"/>
                </a:lnTo>
                <a:lnTo>
                  <a:pt x="21179" y="12924"/>
                </a:lnTo>
                <a:lnTo>
                  <a:pt x="20755" y="15134"/>
                </a:lnTo>
                <a:lnTo>
                  <a:pt x="20328" y="17370"/>
                </a:lnTo>
                <a:lnTo>
                  <a:pt x="18385" y="18571"/>
                </a:lnTo>
                <a:lnTo>
                  <a:pt x="16431" y="19603"/>
                </a:lnTo>
                <a:lnTo>
                  <a:pt x="14465" y="20444"/>
                </a:lnTo>
                <a:lnTo>
                  <a:pt x="12487" y="21073"/>
                </a:lnTo>
                <a:lnTo>
                  <a:pt x="10498" y="21467"/>
                </a:lnTo>
                <a:lnTo>
                  <a:pt x="8497" y="21600"/>
                </a:lnTo>
                <a:lnTo>
                  <a:pt x="6485" y="21449"/>
                </a:lnTo>
                <a:lnTo>
                  <a:pt x="4461" y="20993"/>
                </a:lnTo>
                <a:lnTo>
                  <a:pt x="2428" y="20205"/>
                </a:lnTo>
                <a:lnTo>
                  <a:pt x="1223" y="18801"/>
                </a:lnTo>
                <a:lnTo>
                  <a:pt x="0" y="17370"/>
                </a:lnTo>
                <a:lnTo>
                  <a:pt x="0" y="14447"/>
                </a:lnTo>
                <a:lnTo>
                  <a:pt x="0" y="11502"/>
                </a:lnTo>
                <a:lnTo>
                  <a:pt x="0" y="8512"/>
                </a:lnTo>
                <a:lnTo>
                  <a:pt x="1780" y="6767"/>
                </a:lnTo>
                <a:lnTo>
                  <a:pt x="3093" y="5638"/>
                </a:lnTo>
                <a:lnTo>
                  <a:pt x="4583" y="4633"/>
                </a:lnTo>
                <a:lnTo>
                  <a:pt x="6897" y="3251"/>
                </a:lnTo>
                <a:lnTo>
                  <a:pt x="8178" y="2458"/>
                </a:lnTo>
                <a:lnTo>
                  <a:pt x="9470" y="1661"/>
                </a:lnTo>
                <a:lnTo>
                  <a:pt x="10777" y="846"/>
                </a:lnTo>
                <a:lnTo>
                  <a:pt x="12993" y="186"/>
                </a:lnTo>
                <a:lnTo>
                  <a:pt x="14465" y="0"/>
                </a:lnTo>
                <a:lnTo>
                  <a:pt x="15853" y="337"/>
                </a:lnTo>
                <a:lnTo>
                  <a:pt x="17822" y="1227"/>
                </a:lnTo>
                <a:close/>
              </a:path>
            </a:pathLst>
          </a:custGeom>
          <a:solidFill>
            <a:srgbClr val="EA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0" name="contour_11488"/>
          <p:cNvSpPr/>
          <p:nvPr/>
        </p:nvSpPr>
        <p:spPr>
          <a:xfrm>
            <a:off x="10249019" y="5509722"/>
            <a:ext cx="3742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" y="0"/>
                </a:moveTo>
                <a:lnTo>
                  <a:pt x="3542" y="0"/>
                </a:lnTo>
                <a:lnTo>
                  <a:pt x="6520" y="0"/>
                </a:lnTo>
                <a:lnTo>
                  <a:pt x="9507" y="0"/>
                </a:lnTo>
                <a:lnTo>
                  <a:pt x="12506" y="0"/>
                </a:lnTo>
                <a:lnTo>
                  <a:pt x="15518" y="0"/>
                </a:lnTo>
                <a:lnTo>
                  <a:pt x="18546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820" y="21600"/>
                </a:lnTo>
                <a:lnTo>
                  <a:pt x="16022" y="21600"/>
                </a:lnTo>
                <a:lnTo>
                  <a:pt x="13187" y="21600"/>
                </a:lnTo>
                <a:lnTo>
                  <a:pt x="13187" y="19220"/>
                </a:lnTo>
                <a:lnTo>
                  <a:pt x="13187" y="16826"/>
                </a:lnTo>
                <a:lnTo>
                  <a:pt x="13187" y="14400"/>
                </a:lnTo>
                <a:lnTo>
                  <a:pt x="12262" y="14170"/>
                </a:lnTo>
                <a:lnTo>
                  <a:pt x="10625" y="13759"/>
                </a:lnTo>
                <a:lnTo>
                  <a:pt x="6878" y="12823"/>
                </a:lnTo>
                <a:lnTo>
                  <a:pt x="4791" y="12157"/>
                </a:lnTo>
                <a:lnTo>
                  <a:pt x="2696" y="11480"/>
                </a:lnTo>
                <a:lnTo>
                  <a:pt x="568" y="10800"/>
                </a:lnTo>
                <a:lnTo>
                  <a:pt x="189" y="8014"/>
                </a:lnTo>
                <a:lnTo>
                  <a:pt x="0" y="6059"/>
                </a:lnTo>
                <a:lnTo>
                  <a:pt x="0" y="4417"/>
                </a:lnTo>
                <a:lnTo>
                  <a:pt x="189" y="2570"/>
                </a:lnTo>
                <a:lnTo>
                  <a:pt x="568" y="0"/>
                </a:lnTo>
                <a:close/>
              </a:path>
            </a:pathLst>
          </a:custGeom>
          <a:solidFill>
            <a:srgbClr val="5252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1" name="contour_11489"/>
          <p:cNvSpPr/>
          <p:nvPr/>
        </p:nvSpPr>
        <p:spPr>
          <a:xfrm>
            <a:off x="965102" y="5509722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8544" y="20836"/>
                </a:lnTo>
                <a:lnTo>
                  <a:pt x="15487" y="20072"/>
                </a:lnTo>
                <a:lnTo>
                  <a:pt x="12420" y="19305"/>
                </a:lnTo>
                <a:lnTo>
                  <a:pt x="9342" y="18536"/>
                </a:lnTo>
                <a:lnTo>
                  <a:pt x="6248" y="17761"/>
                </a:lnTo>
                <a:lnTo>
                  <a:pt x="3137" y="16983"/>
                </a:lnTo>
                <a:lnTo>
                  <a:pt x="0" y="16200"/>
                </a:lnTo>
                <a:lnTo>
                  <a:pt x="918" y="14577"/>
                </a:lnTo>
                <a:lnTo>
                  <a:pt x="1852" y="12955"/>
                </a:lnTo>
                <a:lnTo>
                  <a:pt x="2797" y="11335"/>
                </a:lnTo>
                <a:lnTo>
                  <a:pt x="3758" y="9717"/>
                </a:lnTo>
                <a:lnTo>
                  <a:pt x="4725" y="8100"/>
                </a:lnTo>
                <a:lnTo>
                  <a:pt x="5600" y="6593"/>
                </a:lnTo>
                <a:lnTo>
                  <a:pt x="6485" y="5079"/>
                </a:lnTo>
                <a:lnTo>
                  <a:pt x="7382" y="3542"/>
                </a:lnTo>
                <a:lnTo>
                  <a:pt x="8510" y="2373"/>
                </a:lnTo>
                <a:lnTo>
                  <a:pt x="9650" y="1193"/>
                </a:lnTo>
                <a:lnTo>
                  <a:pt x="10800" y="0"/>
                </a:lnTo>
                <a:close/>
              </a:path>
            </a:pathLst>
          </a:custGeom>
          <a:solidFill>
            <a:srgbClr val="CCCF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2" name="contour_11490"/>
          <p:cNvSpPr/>
          <p:nvPr/>
        </p:nvSpPr>
        <p:spPr>
          <a:xfrm>
            <a:off x="826630" y="5517010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332" y="2674"/>
                </a:lnTo>
                <a:lnTo>
                  <a:pt x="21064" y="5348"/>
                </a:lnTo>
                <a:lnTo>
                  <a:pt x="20796" y="8031"/>
                </a:lnTo>
                <a:lnTo>
                  <a:pt x="20529" y="10718"/>
                </a:lnTo>
                <a:lnTo>
                  <a:pt x="20259" y="13418"/>
                </a:lnTo>
                <a:lnTo>
                  <a:pt x="19986" y="16131"/>
                </a:lnTo>
                <a:lnTo>
                  <a:pt x="19714" y="18857"/>
                </a:lnTo>
                <a:lnTo>
                  <a:pt x="19440" y="21600"/>
                </a:lnTo>
                <a:lnTo>
                  <a:pt x="18904" y="19462"/>
                </a:lnTo>
                <a:lnTo>
                  <a:pt x="18369" y="17315"/>
                </a:lnTo>
                <a:lnTo>
                  <a:pt x="17826" y="15150"/>
                </a:lnTo>
                <a:lnTo>
                  <a:pt x="17280" y="12960"/>
                </a:lnTo>
                <a:lnTo>
                  <a:pt x="15807" y="12036"/>
                </a:lnTo>
                <a:lnTo>
                  <a:pt x="14360" y="11184"/>
                </a:lnTo>
                <a:lnTo>
                  <a:pt x="12919" y="10398"/>
                </a:lnTo>
                <a:lnTo>
                  <a:pt x="11474" y="9672"/>
                </a:lnTo>
                <a:lnTo>
                  <a:pt x="10007" y="8999"/>
                </a:lnTo>
                <a:lnTo>
                  <a:pt x="8506" y="8372"/>
                </a:lnTo>
                <a:lnTo>
                  <a:pt x="7074" y="7763"/>
                </a:lnTo>
                <a:lnTo>
                  <a:pt x="5653" y="7132"/>
                </a:lnTo>
                <a:lnTo>
                  <a:pt x="4240" y="6476"/>
                </a:lnTo>
                <a:lnTo>
                  <a:pt x="2827" y="5789"/>
                </a:lnTo>
                <a:lnTo>
                  <a:pt x="1417" y="5072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BCC1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3" name="contour_11491"/>
          <p:cNvSpPr/>
          <p:nvPr/>
        </p:nvSpPr>
        <p:spPr>
          <a:xfrm>
            <a:off x="10971514" y="5495146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5" y="0"/>
                </a:lnTo>
                <a:lnTo>
                  <a:pt x="7177" y="0"/>
                </a:lnTo>
                <a:lnTo>
                  <a:pt x="9257" y="0"/>
                </a:lnTo>
                <a:lnTo>
                  <a:pt x="9701" y="1466"/>
                </a:lnTo>
                <a:lnTo>
                  <a:pt x="10152" y="2941"/>
                </a:lnTo>
                <a:lnTo>
                  <a:pt x="10609" y="4437"/>
                </a:lnTo>
                <a:lnTo>
                  <a:pt x="11180" y="6029"/>
                </a:lnTo>
                <a:lnTo>
                  <a:pt x="11760" y="7631"/>
                </a:lnTo>
                <a:lnTo>
                  <a:pt x="12343" y="9257"/>
                </a:lnTo>
                <a:lnTo>
                  <a:pt x="14182" y="9911"/>
                </a:lnTo>
                <a:lnTo>
                  <a:pt x="16027" y="10547"/>
                </a:lnTo>
                <a:lnTo>
                  <a:pt x="17879" y="11164"/>
                </a:lnTo>
                <a:lnTo>
                  <a:pt x="19736" y="11763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19573" y="19437"/>
                </a:lnTo>
                <a:lnTo>
                  <a:pt x="17971" y="19937"/>
                </a:lnTo>
                <a:lnTo>
                  <a:pt x="15429" y="20443"/>
                </a:lnTo>
                <a:lnTo>
                  <a:pt x="13707" y="20792"/>
                </a:lnTo>
                <a:lnTo>
                  <a:pt x="11957" y="21143"/>
                </a:lnTo>
                <a:lnTo>
                  <a:pt x="11288" y="21257"/>
                </a:lnTo>
                <a:lnTo>
                  <a:pt x="9257" y="21600"/>
                </a:lnTo>
                <a:lnTo>
                  <a:pt x="9257" y="19767"/>
                </a:lnTo>
                <a:lnTo>
                  <a:pt x="9257" y="17928"/>
                </a:lnTo>
                <a:lnTo>
                  <a:pt x="9257" y="16083"/>
                </a:lnTo>
                <a:lnTo>
                  <a:pt x="9257" y="14222"/>
                </a:lnTo>
                <a:lnTo>
                  <a:pt x="9257" y="12343"/>
                </a:lnTo>
                <a:lnTo>
                  <a:pt x="7424" y="12954"/>
                </a:lnTo>
                <a:lnTo>
                  <a:pt x="5585" y="13568"/>
                </a:lnTo>
                <a:lnTo>
                  <a:pt x="3740" y="14182"/>
                </a:lnTo>
                <a:lnTo>
                  <a:pt x="1879" y="14802"/>
                </a:lnTo>
                <a:lnTo>
                  <a:pt x="0" y="15429"/>
                </a:lnTo>
                <a:lnTo>
                  <a:pt x="268" y="13497"/>
                </a:lnTo>
                <a:lnTo>
                  <a:pt x="555" y="11568"/>
                </a:lnTo>
                <a:lnTo>
                  <a:pt x="852" y="9640"/>
                </a:lnTo>
                <a:lnTo>
                  <a:pt x="1157" y="7714"/>
                </a:lnTo>
                <a:lnTo>
                  <a:pt x="1481" y="5560"/>
                </a:lnTo>
                <a:lnTo>
                  <a:pt x="1808" y="3376"/>
                </a:lnTo>
                <a:lnTo>
                  <a:pt x="2444" y="1700"/>
                </a:lnTo>
                <a:lnTo>
                  <a:pt x="3086" y="0"/>
                </a:lnTo>
                <a:close/>
              </a:path>
            </a:pathLst>
          </a:custGeom>
          <a:solidFill>
            <a:srgbClr val="B4A3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4" name="contour_11492"/>
          <p:cNvSpPr/>
          <p:nvPr/>
        </p:nvSpPr>
        <p:spPr>
          <a:xfrm>
            <a:off x="4097342" y="5458706"/>
            <a:ext cx="59900" cy="72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6" y="0"/>
                </a:moveTo>
                <a:lnTo>
                  <a:pt x="1879" y="0"/>
                </a:lnTo>
                <a:lnTo>
                  <a:pt x="3204" y="0"/>
                </a:lnTo>
                <a:lnTo>
                  <a:pt x="3629" y="1239"/>
                </a:lnTo>
                <a:lnTo>
                  <a:pt x="4037" y="2481"/>
                </a:lnTo>
                <a:lnTo>
                  <a:pt x="4428" y="3729"/>
                </a:lnTo>
                <a:lnTo>
                  <a:pt x="4807" y="4979"/>
                </a:lnTo>
                <a:lnTo>
                  <a:pt x="5175" y="6229"/>
                </a:lnTo>
                <a:lnTo>
                  <a:pt x="6045" y="8543"/>
                </a:lnTo>
                <a:lnTo>
                  <a:pt x="6746" y="10244"/>
                </a:lnTo>
                <a:lnTo>
                  <a:pt x="7390" y="11484"/>
                </a:lnTo>
                <a:lnTo>
                  <a:pt x="8097" y="12411"/>
                </a:lnTo>
                <a:lnTo>
                  <a:pt x="8980" y="13178"/>
                </a:lnTo>
                <a:lnTo>
                  <a:pt x="10150" y="13934"/>
                </a:lnTo>
                <a:lnTo>
                  <a:pt x="11724" y="14829"/>
                </a:lnTo>
                <a:lnTo>
                  <a:pt x="13356" y="15332"/>
                </a:lnTo>
                <a:lnTo>
                  <a:pt x="14980" y="15800"/>
                </a:lnTo>
                <a:lnTo>
                  <a:pt x="16607" y="16235"/>
                </a:lnTo>
                <a:lnTo>
                  <a:pt x="18247" y="16636"/>
                </a:lnTo>
                <a:lnTo>
                  <a:pt x="19908" y="17002"/>
                </a:lnTo>
                <a:lnTo>
                  <a:pt x="21600" y="17334"/>
                </a:lnTo>
                <a:lnTo>
                  <a:pt x="20000" y="18229"/>
                </a:lnTo>
                <a:lnTo>
                  <a:pt x="18417" y="19054"/>
                </a:lnTo>
                <a:lnTo>
                  <a:pt x="16830" y="19795"/>
                </a:lnTo>
                <a:lnTo>
                  <a:pt x="15216" y="20434"/>
                </a:lnTo>
                <a:lnTo>
                  <a:pt x="13556" y="20950"/>
                </a:lnTo>
                <a:lnTo>
                  <a:pt x="11821" y="21329"/>
                </a:lnTo>
                <a:lnTo>
                  <a:pt x="9995" y="21552"/>
                </a:lnTo>
                <a:lnTo>
                  <a:pt x="8050" y="21600"/>
                </a:lnTo>
                <a:lnTo>
                  <a:pt x="6066" y="21039"/>
                </a:lnTo>
                <a:lnTo>
                  <a:pt x="4473" y="20441"/>
                </a:lnTo>
                <a:lnTo>
                  <a:pt x="3127" y="19698"/>
                </a:lnTo>
                <a:lnTo>
                  <a:pt x="1876" y="18699"/>
                </a:lnTo>
                <a:lnTo>
                  <a:pt x="576" y="17334"/>
                </a:lnTo>
                <a:lnTo>
                  <a:pt x="371" y="15873"/>
                </a:lnTo>
                <a:lnTo>
                  <a:pt x="213" y="14422"/>
                </a:lnTo>
                <a:lnTo>
                  <a:pt x="102" y="12979"/>
                </a:lnTo>
                <a:lnTo>
                  <a:pt x="32" y="11540"/>
                </a:lnTo>
                <a:lnTo>
                  <a:pt x="0" y="10106"/>
                </a:lnTo>
                <a:lnTo>
                  <a:pt x="5" y="8673"/>
                </a:lnTo>
                <a:lnTo>
                  <a:pt x="42" y="7239"/>
                </a:lnTo>
                <a:lnTo>
                  <a:pt x="105" y="5805"/>
                </a:lnTo>
                <a:lnTo>
                  <a:pt x="194" y="4364"/>
                </a:lnTo>
                <a:lnTo>
                  <a:pt x="305" y="2919"/>
                </a:lnTo>
                <a:lnTo>
                  <a:pt x="434" y="1465"/>
                </a:lnTo>
                <a:lnTo>
                  <a:pt x="576" y="0"/>
                </a:lnTo>
                <a:close/>
              </a:path>
            </a:pathLst>
          </a:custGeom>
          <a:solidFill>
            <a:srgbClr val="D8DA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5" name="contour_11493"/>
          <p:cNvSpPr/>
          <p:nvPr/>
        </p:nvSpPr>
        <p:spPr>
          <a:xfrm>
            <a:off x="4119162" y="5458706"/>
            <a:ext cx="380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98" y="0"/>
                </a:moveTo>
                <a:lnTo>
                  <a:pt x="11563" y="462"/>
                </a:lnTo>
                <a:lnTo>
                  <a:pt x="13212" y="899"/>
                </a:lnTo>
                <a:lnTo>
                  <a:pt x="14920" y="1561"/>
                </a:lnTo>
                <a:lnTo>
                  <a:pt x="17466" y="2700"/>
                </a:lnTo>
                <a:lnTo>
                  <a:pt x="18189" y="4577"/>
                </a:lnTo>
                <a:lnTo>
                  <a:pt x="18702" y="5989"/>
                </a:lnTo>
                <a:lnTo>
                  <a:pt x="19074" y="7201"/>
                </a:lnTo>
                <a:lnTo>
                  <a:pt x="19372" y="8481"/>
                </a:lnTo>
                <a:lnTo>
                  <a:pt x="19674" y="10098"/>
                </a:lnTo>
                <a:lnTo>
                  <a:pt x="20050" y="12317"/>
                </a:lnTo>
                <a:lnTo>
                  <a:pt x="20360" y="14051"/>
                </a:lnTo>
                <a:lnTo>
                  <a:pt x="20674" y="15795"/>
                </a:lnTo>
                <a:lnTo>
                  <a:pt x="20988" y="17561"/>
                </a:lnTo>
                <a:lnTo>
                  <a:pt x="21075" y="18155"/>
                </a:lnTo>
                <a:lnTo>
                  <a:pt x="21236" y="19202"/>
                </a:lnTo>
                <a:lnTo>
                  <a:pt x="21600" y="21600"/>
                </a:lnTo>
                <a:lnTo>
                  <a:pt x="18942" y="21414"/>
                </a:lnTo>
                <a:lnTo>
                  <a:pt x="16309" y="21209"/>
                </a:lnTo>
                <a:lnTo>
                  <a:pt x="13700" y="20974"/>
                </a:lnTo>
                <a:lnTo>
                  <a:pt x="11112" y="20693"/>
                </a:lnTo>
                <a:lnTo>
                  <a:pt x="8545" y="20358"/>
                </a:lnTo>
                <a:lnTo>
                  <a:pt x="5994" y="19956"/>
                </a:lnTo>
                <a:lnTo>
                  <a:pt x="3456" y="19475"/>
                </a:lnTo>
                <a:lnTo>
                  <a:pt x="930" y="18900"/>
                </a:lnTo>
                <a:lnTo>
                  <a:pt x="310" y="16810"/>
                </a:lnTo>
                <a:lnTo>
                  <a:pt x="0" y="15344"/>
                </a:lnTo>
                <a:lnTo>
                  <a:pt x="0" y="14113"/>
                </a:lnTo>
                <a:lnTo>
                  <a:pt x="310" y="12728"/>
                </a:lnTo>
                <a:lnTo>
                  <a:pt x="930" y="10800"/>
                </a:lnTo>
                <a:lnTo>
                  <a:pt x="3663" y="10800"/>
                </a:lnTo>
                <a:lnTo>
                  <a:pt x="6412" y="10800"/>
                </a:lnTo>
                <a:lnTo>
                  <a:pt x="9198" y="10800"/>
                </a:lnTo>
                <a:lnTo>
                  <a:pt x="9198" y="9018"/>
                </a:lnTo>
                <a:lnTo>
                  <a:pt x="9198" y="7233"/>
                </a:lnTo>
                <a:lnTo>
                  <a:pt x="9198" y="5440"/>
                </a:lnTo>
                <a:lnTo>
                  <a:pt x="9198" y="3640"/>
                </a:lnTo>
                <a:lnTo>
                  <a:pt x="9198" y="1828"/>
                </a:lnTo>
                <a:lnTo>
                  <a:pt x="9198" y="0"/>
                </a:lnTo>
                <a:close/>
              </a:path>
            </a:pathLst>
          </a:custGeom>
          <a:solidFill>
            <a:srgbClr val="7761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6" name="contour_11494"/>
          <p:cNvSpPr/>
          <p:nvPr/>
        </p:nvSpPr>
        <p:spPr>
          <a:xfrm>
            <a:off x="10410339" y="5480970"/>
            <a:ext cx="94744" cy="287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649"/>
                </a:moveTo>
                <a:lnTo>
                  <a:pt x="19732" y="14022"/>
                </a:lnTo>
                <a:lnTo>
                  <a:pt x="18365" y="16470"/>
                </a:lnTo>
                <a:lnTo>
                  <a:pt x="17381" y="18189"/>
                </a:lnTo>
                <a:lnTo>
                  <a:pt x="16665" y="19372"/>
                </a:lnTo>
                <a:lnTo>
                  <a:pt x="16099" y="20204"/>
                </a:lnTo>
                <a:lnTo>
                  <a:pt x="15567" y="20883"/>
                </a:lnTo>
                <a:lnTo>
                  <a:pt x="14954" y="21600"/>
                </a:lnTo>
                <a:lnTo>
                  <a:pt x="14130" y="18884"/>
                </a:lnTo>
                <a:lnTo>
                  <a:pt x="13292" y="16125"/>
                </a:lnTo>
                <a:lnTo>
                  <a:pt x="12164" y="15506"/>
                </a:lnTo>
                <a:lnTo>
                  <a:pt x="11043" y="14937"/>
                </a:lnTo>
                <a:lnTo>
                  <a:pt x="9923" y="14405"/>
                </a:lnTo>
                <a:lnTo>
                  <a:pt x="8803" y="13913"/>
                </a:lnTo>
                <a:lnTo>
                  <a:pt x="7676" y="13458"/>
                </a:lnTo>
                <a:lnTo>
                  <a:pt x="6543" y="13048"/>
                </a:lnTo>
                <a:lnTo>
                  <a:pt x="6070" y="12867"/>
                </a:lnTo>
                <a:lnTo>
                  <a:pt x="4644" y="12330"/>
                </a:lnTo>
                <a:lnTo>
                  <a:pt x="3484" y="11898"/>
                </a:lnTo>
                <a:lnTo>
                  <a:pt x="2323" y="11476"/>
                </a:lnTo>
                <a:lnTo>
                  <a:pt x="1161" y="11060"/>
                </a:lnTo>
                <a:lnTo>
                  <a:pt x="0" y="10649"/>
                </a:lnTo>
                <a:lnTo>
                  <a:pt x="0" y="7934"/>
                </a:lnTo>
                <a:lnTo>
                  <a:pt x="0" y="5174"/>
                </a:lnTo>
                <a:lnTo>
                  <a:pt x="1009" y="4654"/>
                </a:lnTo>
                <a:lnTo>
                  <a:pt x="2015" y="4145"/>
                </a:lnTo>
                <a:lnTo>
                  <a:pt x="3024" y="3652"/>
                </a:lnTo>
                <a:lnTo>
                  <a:pt x="4033" y="3165"/>
                </a:lnTo>
                <a:lnTo>
                  <a:pt x="5041" y="2683"/>
                </a:lnTo>
                <a:lnTo>
                  <a:pt x="6051" y="2217"/>
                </a:lnTo>
                <a:lnTo>
                  <a:pt x="7062" y="1752"/>
                </a:lnTo>
                <a:lnTo>
                  <a:pt x="8050" y="1221"/>
                </a:lnTo>
                <a:lnTo>
                  <a:pt x="9054" y="684"/>
                </a:lnTo>
                <a:lnTo>
                  <a:pt x="10423" y="208"/>
                </a:lnTo>
                <a:lnTo>
                  <a:pt x="11691" y="0"/>
                </a:lnTo>
                <a:lnTo>
                  <a:pt x="12874" y="77"/>
                </a:lnTo>
                <a:lnTo>
                  <a:pt x="13995" y="427"/>
                </a:lnTo>
                <a:lnTo>
                  <a:pt x="15070" y="1051"/>
                </a:lnTo>
                <a:lnTo>
                  <a:pt x="16117" y="1955"/>
                </a:lnTo>
                <a:lnTo>
                  <a:pt x="17155" y="3137"/>
                </a:lnTo>
                <a:lnTo>
                  <a:pt x="18205" y="4594"/>
                </a:lnTo>
                <a:lnTo>
                  <a:pt x="19284" y="6335"/>
                </a:lnTo>
                <a:lnTo>
                  <a:pt x="20409" y="8350"/>
                </a:lnTo>
                <a:lnTo>
                  <a:pt x="21600" y="10649"/>
                </a:lnTo>
                <a:close/>
              </a:path>
            </a:pathLst>
          </a:custGeom>
          <a:solidFill>
            <a:srgbClr val="E2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7" name="contour_11495"/>
          <p:cNvSpPr/>
          <p:nvPr/>
        </p:nvSpPr>
        <p:spPr>
          <a:xfrm>
            <a:off x="877646" y="5422266"/>
            <a:ext cx="58304" cy="722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404" y="1247"/>
                </a:lnTo>
                <a:lnTo>
                  <a:pt x="18284" y="2188"/>
                </a:lnTo>
                <a:lnTo>
                  <a:pt x="18994" y="3008"/>
                </a:lnTo>
                <a:lnTo>
                  <a:pt x="19686" y="3884"/>
                </a:lnTo>
                <a:lnTo>
                  <a:pt x="20504" y="5000"/>
                </a:lnTo>
                <a:lnTo>
                  <a:pt x="21600" y="6539"/>
                </a:lnTo>
                <a:lnTo>
                  <a:pt x="21273" y="8058"/>
                </a:lnTo>
                <a:lnTo>
                  <a:pt x="20801" y="9540"/>
                </a:lnTo>
                <a:lnTo>
                  <a:pt x="20201" y="10987"/>
                </a:lnTo>
                <a:lnTo>
                  <a:pt x="19491" y="12404"/>
                </a:lnTo>
                <a:lnTo>
                  <a:pt x="18684" y="13790"/>
                </a:lnTo>
                <a:lnTo>
                  <a:pt x="17801" y="15155"/>
                </a:lnTo>
                <a:lnTo>
                  <a:pt x="16859" y="16498"/>
                </a:lnTo>
                <a:lnTo>
                  <a:pt x="15873" y="17823"/>
                </a:lnTo>
                <a:lnTo>
                  <a:pt x="14861" y="19133"/>
                </a:lnTo>
                <a:lnTo>
                  <a:pt x="13838" y="20434"/>
                </a:lnTo>
                <a:lnTo>
                  <a:pt x="11891" y="21201"/>
                </a:lnTo>
                <a:lnTo>
                  <a:pt x="10306" y="21565"/>
                </a:lnTo>
                <a:lnTo>
                  <a:pt x="8818" y="21600"/>
                </a:lnTo>
                <a:lnTo>
                  <a:pt x="7160" y="21380"/>
                </a:lnTo>
                <a:lnTo>
                  <a:pt x="5062" y="20979"/>
                </a:lnTo>
                <a:lnTo>
                  <a:pt x="3391" y="20530"/>
                </a:lnTo>
                <a:lnTo>
                  <a:pt x="1706" y="20074"/>
                </a:lnTo>
                <a:lnTo>
                  <a:pt x="0" y="19617"/>
                </a:lnTo>
                <a:lnTo>
                  <a:pt x="1715" y="19440"/>
                </a:lnTo>
                <a:lnTo>
                  <a:pt x="3440" y="19261"/>
                </a:lnTo>
                <a:lnTo>
                  <a:pt x="5189" y="19080"/>
                </a:lnTo>
                <a:lnTo>
                  <a:pt x="7714" y="18555"/>
                </a:lnTo>
                <a:lnTo>
                  <a:pt x="9342" y="18113"/>
                </a:lnTo>
                <a:lnTo>
                  <a:pt x="10406" y="17585"/>
                </a:lnTo>
                <a:lnTo>
                  <a:pt x="11248" y="16811"/>
                </a:lnTo>
                <a:lnTo>
                  <a:pt x="12199" y="15621"/>
                </a:lnTo>
                <a:lnTo>
                  <a:pt x="12695" y="14222"/>
                </a:lnTo>
                <a:lnTo>
                  <a:pt x="13133" y="12829"/>
                </a:lnTo>
                <a:lnTo>
                  <a:pt x="13519" y="11430"/>
                </a:lnTo>
                <a:lnTo>
                  <a:pt x="13865" y="10018"/>
                </a:lnTo>
                <a:lnTo>
                  <a:pt x="14175" y="8583"/>
                </a:lnTo>
                <a:lnTo>
                  <a:pt x="14488" y="7345"/>
                </a:lnTo>
                <a:lnTo>
                  <a:pt x="14807" y="6092"/>
                </a:lnTo>
                <a:lnTo>
                  <a:pt x="15177" y="4573"/>
                </a:lnTo>
                <a:lnTo>
                  <a:pt x="15530" y="3049"/>
                </a:lnTo>
                <a:lnTo>
                  <a:pt x="15868" y="1526"/>
                </a:lnTo>
                <a:lnTo>
                  <a:pt x="16200" y="0"/>
                </a:lnTo>
                <a:close/>
              </a:path>
            </a:pathLst>
          </a:custGeom>
          <a:solidFill>
            <a:srgbClr val="5F53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8" name="contour_11496"/>
          <p:cNvSpPr/>
          <p:nvPr/>
        </p:nvSpPr>
        <p:spPr>
          <a:xfrm>
            <a:off x="10191699" y="5471343"/>
            <a:ext cx="43728" cy="38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1"/>
                </a:lnTo>
                <a:lnTo>
                  <a:pt x="14425" y="119"/>
                </a:lnTo>
                <a:lnTo>
                  <a:pt x="16056" y="283"/>
                </a:lnTo>
                <a:lnTo>
                  <a:pt x="18277" y="591"/>
                </a:lnTo>
                <a:lnTo>
                  <a:pt x="21600" y="1091"/>
                </a:lnTo>
                <a:lnTo>
                  <a:pt x="21600" y="3995"/>
                </a:lnTo>
                <a:lnTo>
                  <a:pt x="21600" y="6899"/>
                </a:lnTo>
                <a:lnTo>
                  <a:pt x="21600" y="9811"/>
                </a:lnTo>
                <a:lnTo>
                  <a:pt x="21600" y="12732"/>
                </a:lnTo>
                <a:lnTo>
                  <a:pt x="21600" y="15669"/>
                </a:lnTo>
                <a:lnTo>
                  <a:pt x="21600" y="18626"/>
                </a:lnTo>
                <a:lnTo>
                  <a:pt x="21600" y="21600"/>
                </a:lnTo>
                <a:lnTo>
                  <a:pt x="20516" y="21395"/>
                </a:lnTo>
                <a:lnTo>
                  <a:pt x="19516" y="21206"/>
                </a:lnTo>
                <a:lnTo>
                  <a:pt x="18425" y="20997"/>
                </a:lnTo>
                <a:lnTo>
                  <a:pt x="17064" y="20739"/>
                </a:lnTo>
                <a:lnTo>
                  <a:pt x="15257" y="20398"/>
                </a:lnTo>
                <a:lnTo>
                  <a:pt x="12827" y="19935"/>
                </a:lnTo>
                <a:lnTo>
                  <a:pt x="9590" y="19319"/>
                </a:lnTo>
                <a:lnTo>
                  <a:pt x="5375" y="18520"/>
                </a:lnTo>
                <a:lnTo>
                  <a:pt x="0" y="17498"/>
                </a:lnTo>
                <a:lnTo>
                  <a:pt x="1732" y="12273"/>
                </a:lnTo>
                <a:lnTo>
                  <a:pt x="3100" y="8327"/>
                </a:lnTo>
                <a:lnTo>
                  <a:pt x="4237" y="5451"/>
                </a:lnTo>
                <a:lnTo>
                  <a:pt x="5267" y="3445"/>
                </a:lnTo>
                <a:lnTo>
                  <a:pt x="6318" y="2104"/>
                </a:lnTo>
                <a:lnTo>
                  <a:pt x="7520" y="1218"/>
                </a:lnTo>
                <a:lnTo>
                  <a:pt x="9000" y="587"/>
                </a:lnTo>
                <a:lnTo>
                  <a:pt x="10883" y="0"/>
                </a:lnTo>
                <a:close/>
              </a:path>
            </a:pathLst>
          </a:custGeom>
          <a:solidFill>
            <a:srgbClr val="DDE5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499" name="contour_11497"/>
          <p:cNvSpPr/>
          <p:nvPr/>
        </p:nvSpPr>
        <p:spPr>
          <a:xfrm>
            <a:off x="7079726" y="5465994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67" y="216"/>
                </a:lnTo>
                <a:lnTo>
                  <a:pt x="5285" y="471"/>
                </a:lnTo>
                <a:lnTo>
                  <a:pt x="7866" y="795"/>
                </a:lnTo>
                <a:lnTo>
                  <a:pt x="10418" y="1210"/>
                </a:lnTo>
                <a:lnTo>
                  <a:pt x="12942" y="1745"/>
                </a:lnTo>
                <a:lnTo>
                  <a:pt x="15445" y="2424"/>
                </a:lnTo>
                <a:lnTo>
                  <a:pt x="17937" y="3275"/>
                </a:lnTo>
                <a:lnTo>
                  <a:pt x="20420" y="4320"/>
                </a:lnTo>
                <a:lnTo>
                  <a:pt x="21220" y="7348"/>
                </a:lnTo>
                <a:lnTo>
                  <a:pt x="21584" y="10122"/>
                </a:lnTo>
                <a:lnTo>
                  <a:pt x="21600" y="12787"/>
                </a:lnTo>
                <a:lnTo>
                  <a:pt x="21351" y="15492"/>
                </a:lnTo>
                <a:lnTo>
                  <a:pt x="20930" y="18382"/>
                </a:lnTo>
                <a:lnTo>
                  <a:pt x="20420" y="21600"/>
                </a:lnTo>
                <a:lnTo>
                  <a:pt x="15699" y="20948"/>
                </a:lnTo>
                <a:lnTo>
                  <a:pt x="12378" y="20425"/>
                </a:lnTo>
                <a:lnTo>
                  <a:pt x="10014" y="19920"/>
                </a:lnTo>
                <a:lnTo>
                  <a:pt x="8143" y="19306"/>
                </a:lnTo>
                <a:lnTo>
                  <a:pt x="6318" y="18468"/>
                </a:lnTo>
                <a:lnTo>
                  <a:pt x="4084" y="17280"/>
                </a:lnTo>
                <a:lnTo>
                  <a:pt x="2851" y="14420"/>
                </a:lnTo>
                <a:lnTo>
                  <a:pt x="1944" y="11668"/>
                </a:lnTo>
                <a:lnTo>
                  <a:pt x="1282" y="8938"/>
                </a:lnTo>
                <a:lnTo>
                  <a:pt x="788" y="6139"/>
                </a:lnTo>
                <a:lnTo>
                  <a:pt x="388" y="3192"/>
                </a:lnTo>
                <a:lnTo>
                  <a:pt x="0" y="0"/>
                </a:lnTo>
                <a:close/>
              </a:path>
            </a:pathLst>
          </a:custGeom>
          <a:solidFill>
            <a:srgbClr val="21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0" name="contour_11498"/>
          <p:cNvSpPr/>
          <p:nvPr/>
        </p:nvSpPr>
        <p:spPr>
          <a:xfrm>
            <a:off x="5578400" y="5422266"/>
            <a:ext cx="36440" cy="74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85" y="1238"/>
                </a:lnTo>
                <a:lnTo>
                  <a:pt x="4454" y="2453"/>
                </a:lnTo>
                <a:lnTo>
                  <a:pt x="6502" y="3648"/>
                </a:lnTo>
                <a:lnTo>
                  <a:pt x="8428" y="4833"/>
                </a:lnTo>
                <a:lnTo>
                  <a:pt x="10234" y="6018"/>
                </a:lnTo>
                <a:lnTo>
                  <a:pt x="11910" y="7208"/>
                </a:lnTo>
                <a:lnTo>
                  <a:pt x="13465" y="8412"/>
                </a:lnTo>
                <a:lnTo>
                  <a:pt x="14895" y="9637"/>
                </a:lnTo>
                <a:lnTo>
                  <a:pt x="16191" y="10890"/>
                </a:lnTo>
                <a:lnTo>
                  <a:pt x="17362" y="12180"/>
                </a:lnTo>
                <a:lnTo>
                  <a:pt x="18403" y="13516"/>
                </a:lnTo>
                <a:lnTo>
                  <a:pt x="19310" y="14903"/>
                </a:lnTo>
                <a:lnTo>
                  <a:pt x="20088" y="16348"/>
                </a:lnTo>
                <a:lnTo>
                  <a:pt x="20727" y="17863"/>
                </a:lnTo>
                <a:lnTo>
                  <a:pt x="21233" y="19452"/>
                </a:lnTo>
                <a:lnTo>
                  <a:pt x="21600" y="21125"/>
                </a:lnTo>
                <a:lnTo>
                  <a:pt x="18541" y="21442"/>
                </a:lnTo>
                <a:lnTo>
                  <a:pt x="16334" y="21600"/>
                </a:lnTo>
                <a:lnTo>
                  <a:pt x="14364" y="21600"/>
                </a:lnTo>
                <a:lnTo>
                  <a:pt x="12010" y="21442"/>
                </a:lnTo>
                <a:lnTo>
                  <a:pt x="8640" y="21125"/>
                </a:lnTo>
                <a:lnTo>
                  <a:pt x="7551" y="19855"/>
                </a:lnTo>
                <a:lnTo>
                  <a:pt x="6648" y="18569"/>
                </a:lnTo>
                <a:lnTo>
                  <a:pt x="5905" y="17267"/>
                </a:lnTo>
                <a:lnTo>
                  <a:pt x="5292" y="15949"/>
                </a:lnTo>
                <a:lnTo>
                  <a:pt x="4774" y="14620"/>
                </a:lnTo>
                <a:lnTo>
                  <a:pt x="4324" y="13277"/>
                </a:lnTo>
                <a:lnTo>
                  <a:pt x="3914" y="11925"/>
                </a:lnTo>
                <a:lnTo>
                  <a:pt x="3508" y="10562"/>
                </a:lnTo>
                <a:lnTo>
                  <a:pt x="3158" y="9553"/>
                </a:lnTo>
                <a:lnTo>
                  <a:pt x="2799" y="8539"/>
                </a:lnTo>
                <a:lnTo>
                  <a:pt x="2436" y="7510"/>
                </a:lnTo>
                <a:lnTo>
                  <a:pt x="2009" y="6259"/>
                </a:lnTo>
                <a:lnTo>
                  <a:pt x="1590" y="5009"/>
                </a:lnTo>
                <a:lnTo>
                  <a:pt x="1179" y="3758"/>
                </a:lnTo>
                <a:lnTo>
                  <a:pt x="778" y="2505"/>
                </a:lnTo>
                <a:lnTo>
                  <a:pt x="384" y="1253"/>
                </a:lnTo>
                <a:lnTo>
                  <a:pt x="0" y="0"/>
                </a:lnTo>
                <a:close/>
              </a:path>
            </a:pathLst>
          </a:custGeom>
          <a:solidFill>
            <a:srgbClr val="7173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1" name="contour_11499"/>
          <p:cNvSpPr/>
          <p:nvPr/>
        </p:nvSpPr>
        <p:spPr>
          <a:xfrm>
            <a:off x="9615947" y="5459857"/>
            <a:ext cx="58304" cy="28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3677"/>
                </a:moveTo>
                <a:lnTo>
                  <a:pt x="15295" y="4644"/>
                </a:lnTo>
                <a:lnTo>
                  <a:pt x="16762" y="5616"/>
                </a:lnTo>
                <a:lnTo>
                  <a:pt x="18247" y="6600"/>
                </a:lnTo>
                <a:lnTo>
                  <a:pt x="19910" y="8461"/>
                </a:lnTo>
                <a:lnTo>
                  <a:pt x="21600" y="10356"/>
                </a:lnTo>
                <a:lnTo>
                  <a:pt x="21600" y="14072"/>
                </a:lnTo>
                <a:lnTo>
                  <a:pt x="21600" y="1781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9" y="21600"/>
                </a:lnTo>
                <a:lnTo>
                  <a:pt x="14459" y="21600"/>
                </a:lnTo>
                <a:lnTo>
                  <a:pt x="12663" y="21600"/>
                </a:lnTo>
                <a:lnTo>
                  <a:pt x="10859" y="21600"/>
                </a:lnTo>
                <a:lnTo>
                  <a:pt x="9050" y="21600"/>
                </a:lnTo>
                <a:lnTo>
                  <a:pt x="7231" y="21600"/>
                </a:lnTo>
                <a:lnTo>
                  <a:pt x="5400" y="21600"/>
                </a:lnTo>
                <a:lnTo>
                  <a:pt x="5400" y="17889"/>
                </a:lnTo>
                <a:lnTo>
                  <a:pt x="5400" y="14145"/>
                </a:lnTo>
                <a:lnTo>
                  <a:pt x="5400" y="10356"/>
                </a:lnTo>
                <a:lnTo>
                  <a:pt x="3796" y="8293"/>
                </a:lnTo>
                <a:lnTo>
                  <a:pt x="2700" y="7016"/>
                </a:lnTo>
                <a:lnTo>
                  <a:pt x="1604" y="6004"/>
                </a:lnTo>
                <a:lnTo>
                  <a:pt x="0" y="4734"/>
                </a:lnTo>
                <a:lnTo>
                  <a:pt x="1825" y="2446"/>
                </a:lnTo>
                <a:lnTo>
                  <a:pt x="3515" y="950"/>
                </a:lnTo>
                <a:lnTo>
                  <a:pt x="5125" y="169"/>
                </a:lnTo>
                <a:lnTo>
                  <a:pt x="6707" y="0"/>
                </a:lnTo>
                <a:lnTo>
                  <a:pt x="8313" y="360"/>
                </a:lnTo>
                <a:lnTo>
                  <a:pt x="10003" y="1153"/>
                </a:lnTo>
                <a:lnTo>
                  <a:pt x="11826" y="2288"/>
                </a:lnTo>
                <a:lnTo>
                  <a:pt x="13838" y="3677"/>
                </a:lnTo>
                <a:close/>
              </a:path>
            </a:pathLst>
          </a:custGeom>
          <a:solidFill>
            <a:srgbClr val="DFCC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2" name="contour_11500"/>
          <p:cNvSpPr/>
          <p:nvPr/>
        </p:nvSpPr>
        <p:spPr>
          <a:xfrm>
            <a:off x="9453564" y="5414978"/>
            <a:ext cx="2391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0" y="0"/>
                </a:moveTo>
                <a:lnTo>
                  <a:pt x="5918" y="1086"/>
                </a:lnTo>
                <a:lnTo>
                  <a:pt x="9138" y="2097"/>
                </a:lnTo>
                <a:lnTo>
                  <a:pt x="11659" y="3102"/>
                </a:lnTo>
                <a:lnTo>
                  <a:pt x="13634" y="4175"/>
                </a:lnTo>
                <a:lnTo>
                  <a:pt x="15201" y="5387"/>
                </a:lnTo>
                <a:lnTo>
                  <a:pt x="16524" y="6813"/>
                </a:lnTo>
                <a:lnTo>
                  <a:pt x="17742" y="8521"/>
                </a:lnTo>
                <a:lnTo>
                  <a:pt x="18124" y="9698"/>
                </a:lnTo>
                <a:lnTo>
                  <a:pt x="18479" y="10876"/>
                </a:lnTo>
                <a:lnTo>
                  <a:pt x="18815" y="12053"/>
                </a:lnTo>
                <a:lnTo>
                  <a:pt x="19131" y="13230"/>
                </a:lnTo>
                <a:lnTo>
                  <a:pt x="19513" y="14440"/>
                </a:lnTo>
                <a:lnTo>
                  <a:pt x="19901" y="15669"/>
                </a:lnTo>
                <a:lnTo>
                  <a:pt x="20356" y="17150"/>
                </a:lnTo>
                <a:lnTo>
                  <a:pt x="20784" y="18632"/>
                </a:lnTo>
                <a:lnTo>
                  <a:pt x="21198" y="20116"/>
                </a:lnTo>
                <a:lnTo>
                  <a:pt x="21600" y="21600"/>
                </a:lnTo>
                <a:lnTo>
                  <a:pt x="16741" y="21360"/>
                </a:lnTo>
                <a:lnTo>
                  <a:pt x="13285" y="21127"/>
                </a:lnTo>
                <a:lnTo>
                  <a:pt x="10283" y="20799"/>
                </a:lnTo>
                <a:lnTo>
                  <a:pt x="6787" y="20272"/>
                </a:lnTo>
                <a:lnTo>
                  <a:pt x="1850" y="19440"/>
                </a:lnTo>
                <a:lnTo>
                  <a:pt x="909" y="18038"/>
                </a:lnTo>
                <a:lnTo>
                  <a:pt x="329" y="16641"/>
                </a:lnTo>
                <a:lnTo>
                  <a:pt x="46" y="15243"/>
                </a:lnTo>
                <a:lnTo>
                  <a:pt x="0" y="13843"/>
                </a:lnTo>
                <a:lnTo>
                  <a:pt x="125" y="12437"/>
                </a:lnTo>
                <a:lnTo>
                  <a:pt x="349" y="11020"/>
                </a:lnTo>
                <a:lnTo>
                  <a:pt x="612" y="9586"/>
                </a:lnTo>
                <a:lnTo>
                  <a:pt x="751" y="8206"/>
                </a:lnTo>
                <a:lnTo>
                  <a:pt x="889" y="6804"/>
                </a:lnTo>
                <a:lnTo>
                  <a:pt x="1040" y="5443"/>
                </a:lnTo>
                <a:lnTo>
                  <a:pt x="1218" y="4082"/>
                </a:lnTo>
                <a:lnTo>
                  <a:pt x="1415" y="2722"/>
                </a:lnTo>
                <a:lnTo>
                  <a:pt x="1626" y="1361"/>
                </a:lnTo>
                <a:lnTo>
                  <a:pt x="1850" y="0"/>
                </a:lnTo>
                <a:close/>
              </a:path>
            </a:pathLst>
          </a:custGeom>
          <a:solidFill>
            <a:srgbClr val="B4CD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3" name="contour_11501"/>
          <p:cNvSpPr/>
          <p:nvPr/>
        </p:nvSpPr>
        <p:spPr>
          <a:xfrm>
            <a:off x="4215546" y="5393114"/>
            <a:ext cx="291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72" y="233"/>
                </a:lnTo>
                <a:lnTo>
                  <a:pt x="2684" y="538"/>
                </a:lnTo>
                <a:lnTo>
                  <a:pt x="5557" y="1112"/>
                </a:lnTo>
                <a:lnTo>
                  <a:pt x="10800" y="2160"/>
                </a:lnTo>
                <a:lnTo>
                  <a:pt x="11405" y="3694"/>
                </a:lnTo>
                <a:lnTo>
                  <a:pt x="11675" y="4780"/>
                </a:lnTo>
                <a:lnTo>
                  <a:pt x="11675" y="5942"/>
                </a:lnTo>
                <a:lnTo>
                  <a:pt x="11475" y="7694"/>
                </a:lnTo>
                <a:lnTo>
                  <a:pt x="11329" y="9174"/>
                </a:lnTo>
                <a:lnTo>
                  <a:pt x="11178" y="10673"/>
                </a:lnTo>
                <a:lnTo>
                  <a:pt x="10989" y="11809"/>
                </a:lnTo>
                <a:lnTo>
                  <a:pt x="10800" y="12960"/>
                </a:lnTo>
                <a:lnTo>
                  <a:pt x="14369" y="12960"/>
                </a:lnTo>
                <a:lnTo>
                  <a:pt x="17960" y="12960"/>
                </a:lnTo>
                <a:lnTo>
                  <a:pt x="21600" y="12960"/>
                </a:lnTo>
                <a:lnTo>
                  <a:pt x="20709" y="14386"/>
                </a:lnTo>
                <a:lnTo>
                  <a:pt x="19818" y="15813"/>
                </a:lnTo>
                <a:lnTo>
                  <a:pt x="18922" y="17248"/>
                </a:lnTo>
                <a:lnTo>
                  <a:pt x="18020" y="18688"/>
                </a:lnTo>
                <a:lnTo>
                  <a:pt x="17113" y="20138"/>
                </a:lnTo>
                <a:lnTo>
                  <a:pt x="16200" y="21600"/>
                </a:lnTo>
                <a:lnTo>
                  <a:pt x="16200" y="20172"/>
                </a:lnTo>
                <a:lnTo>
                  <a:pt x="16200" y="18736"/>
                </a:lnTo>
                <a:lnTo>
                  <a:pt x="16200" y="17280"/>
                </a:lnTo>
                <a:lnTo>
                  <a:pt x="12992" y="17280"/>
                </a:lnTo>
                <a:lnTo>
                  <a:pt x="9774" y="17280"/>
                </a:lnTo>
                <a:lnTo>
                  <a:pt x="6545" y="17280"/>
                </a:lnTo>
                <a:lnTo>
                  <a:pt x="3289" y="17280"/>
                </a:lnTo>
                <a:lnTo>
                  <a:pt x="0" y="17280"/>
                </a:lnTo>
                <a:lnTo>
                  <a:pt x="0" y="15854"/>
                </a:lnTo>
                <a:lnTo>
                  <a:pt x="0" y="14429"/>
                </a:lnTo>
                <a:lnTo>
                  <a:pt x="0" y="13001"/>
                </a:lnTo>
                <a:lnTo>
                  <a:pt x="0" y="11571"/>
                </a:lnTo>
                <a:lnTo>
                  <a:pt x="0" y="10139"/>
                </a:lnTo>
                <a:lnTo>
                  <a:pt x="0" y="8705"/>
                </a:lnTo>
                <a:lnTo>
                  <a:pt x="0" y="7266"/>
                </a:lnTo>
                <a:lnTo>
                  <a:pt x="0" y="5823"/>
                </a:lnTo>
                <a:lnTo>
                  <a:pt x="0" y="4376"/>
                </a:lnTo>
                <a:lnTo>
                  <a:pt x="0" y="2925"/>
                </a:lnTo>
                <a:lnTo>
                  <a:pt x="0" y="1464"/>
                </a:lnTo>
                <a:lnTo>
                  <a:pt x="0" y="0"/>
                </a:lnTo>
                <a:close/>
              </a:path>
            </a:pathLst>
          </a:custGeom>
          <a:solidFill>
            <a:srgbClr val="2827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4" name="contour_11502"/>
          <p:cNvSpPr/>
          <p:nvPr/>
        </p:nvSpPr>
        <p:spPr>
          <a:xfrm>
            <a:off x="4135378" y="5407690"/>
            <a:ext cx="43728" cy="59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28" y="558"/>
                </a:lnTo>
                <a:lnTo>
                  <a:pt x="14389" y="1020"/>
                </a:lnTo>
                <a:lnTo>
                  <a:pt x="15854" y="1633"/>
                </a:lnTo>
                <a:lnTo>
                  <a:pt x="18000" y="2643"/>
                </a:lnTo>
                <a:lnTo>
                  <a:pt x="18328" y="4411"/>
                </a:lnTo>
                <a:lnTo>
                  <a:pt x="18461" y="5669"/>
                </a:lnTo>
                <a:lnTo>
                  <a:pt x="18418" y="7027"/>
                </a:lnTo>
                <a:lnTo>
                  <a:pt x="18223" y="9086"/>
                </a:lnTo>
                <a:lnTo>
                  <a:pt x="18083" y="11081"/>
                </a:lnTo>
                <a:lnTo>
                  <a:pt x="18079" y="12884"/>
                </a:lnTo>
                <a:lnTo>
                  <a:pt x="18259" y="14554"/>
                </a:lnTo>
                <a:lnTo>
                  <a:pt x="18659" y="16156"/>
                </a:lnTo>
                <a:lnTo>
                  <a:pt x="19321" y="17744"/>
                </a:lnTo>
                <a:lnTo>
                  <a:pt x="20290" y="19388"/>
                </a:lnTo>
                <a:lnTo>
                  <a:pt x="21600" y="21143"/>
                </a:lnTo>
                <a:lnTo>
                  <a:pt x="18997" y="21323"/>
                </a:lnTo>
                <a:lnTo>
                  <a:pt x="16423" y="21471"/>
                </a:lnTo>
                <a:lnTo>
                  <a:pt x="13864" y="21568"/>
                </a:lnTo>
                <a:lnTo>
                  <a:pt x="11311" y="21600"/>
                </a:lnTo>
                <a:lnTo>
                  <a:pt x="8755" y="21550"/>
                </a:lnTo>
                <a:lnTo>
                  <a:pt x="6188" y="21404"/>
                </a:lnTo>
                <a:lnTo>
                  <a:pt x="3600" y="21143"/>
                </a:lnTo>
                <a:lnTo>
                  <a:pt x="2167" y="19177"/>
                </a:lnTo>
                <a:lnTo>
                  <a:pt x="1264" y="17781"/>
                </a:lnTo>
                <a:lnTo>
                  <a:pt x="716" y="16576"/>
                </a:lnTo>
                <a:lnTo>
                  <a:pt x="353" y="15181"/>
                </a:lnTo>
                <a:lnTo>
                  <a:pt x="0" y="13214"/>
                </a:lnTo>
                <a:lnTo>
                  <a:pt x="2138" y="13214"/>
                </a:lnTo>
                <a:lnTo>
                  <a:pt x="4284" y="13214"/>
                </a:lnTo>
                <a:lnTo>
                  <a:pt x="6437" y="13214"/>
                </a:lnTo>
                <a:lnTo>
                  <a:pt x="8608" y="13214"/>
                </a:lnTo>
                <a:lnTo>
                  <a:pt x="10800" y="13214"/>
                </a:lnTo>
                <a:lnTo>
                  <a:pt x="10130" y="12014"/>
                </a:lnTo>
                <a:lnTo>
                  <a:pt x="9457" y="10804"/>
                </a:lnTo>
                <a:lnTo>
                  <a:pt x="8777" y="9580"/>
                </a:lnTo>
                <a:lnTo>
                  <a:pt x="7891" y="7048"/>
                </a:lnTo>
                <a:lnTo>
                  <a:pt x="7596" y="5431"/>
                </a:lnTo>
                <a:lnTo>
                  <a:pt x="7891" y="4028"/>
                </a:lnTo>
                <a:lnTo>
                  <a:pt x="8777" y="2146"/>
                </a:lnTo>
                <a:lnTo>
                  <a:pt x="9781" y="1081"/>
                </a:lnTo>
                <a:lnTo>
                  <a:pt x="10800" y="0"/>
                </a:lnTo>
                <a:close/>
              </a:path>
            </a:pathLst>
          </a:custGeom>
          <a:solidFill>
            <a:srgbClr val="2E27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5" name="contour_11503"/>
          <p:cNvSpPr/>
          <p:nvPr/>
        </p:nvSpPr>
        <p:spPr>
          <a:xfrm>
            <a:off x="8282245" y="5414978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29" y="3737"/>
                </a:lnTo>
                <a:lnTo>
                  <a:pt x="19274" y="6755"/>
                </a:lnTo>
                <a:lnTo>
                  <a:pt x="18371" y="9161"/>
                </a:lnTo>
                <a:lnTo>
                  <a:pt x="17546" y="11062"/>
                </a:lnTo>
                <a:lnTo>
                  <a:pt x="16744" y="12562"/>
                </a:lnTo>
                <a:lnTo>
                  <a:pt x="15894" y="13772"/>
                </a:lnTo>
                <a:lnTo>
                  <a:pt x="14929" y="14793"/>
                </a:lnTo>
                <a:lnTo>
                  <a:pt x="13792" y="15740"/>
                </a:lnTo>
                <a:lnTo>
                  <a:pt x="12409" y="16715"/>
                </a:lnTo>
                <a:lnTo>
                  <a:pt x="10717" y="17826"/>
                </a:lnTo>
                <a:lnTo>
                  <a:pt x="8726" y="18650"/>
                </a:lnTo>
                <a:lnTo>
                  <a:pt x="7175" y="19255"/>
                </a:lnTo>
                <a:lnTo>
                  <a:pt x="5548" y="19829"/>
                </a:lnTo>
                <a:lnTo>
                  <a:pt x="3326" y="20551"/>
                </a:lnTo>
                <a:lnTo>
                  <a:pt x="0" y="21600"/>
                </a:lnTo>
                <a:lnTo>
                  <a:pt x="497" y="17792"/>
                </a:lnTo>
                <a:lnTo>
                  <a:pt x="940" y="14710"/>
                </a:lnTo>
                <a:lnTo>
                  <a:pt x="1379" y="12238"/>
                </a:lnTo>
                <a:lnTo>
                  <a:pt x="1865" y="10254"/>
                </a:lnTo>
                <a:lnTo>
                  <a:pt x="2455" y="8646"/>
                </a:lnTo>
                <a:lnTo>
                  <a:pt x="3200" y="7292"/>
                </a:lnTo>
                <a:lnTo>
                  <a:pt x="4151" y="6082"/>
                </a:lnTo>
                <a:lnTo>
                  <a:pt x="5364" y="4894"/>
                </a:lnTo>
                <a:lnTo>
                  <a:pt x="6887" y="3613"/>
                </a:lnTo>
                <a:lnTo>
                  <a:pt x="8777" y="2123"/>
                </a:lnTo>
                <a:lnTo>
                  <a:pt x="11178" y="1228"/>
                </a:lnTo>
                <a:lnTo>
                  <a:pt x="13000" y="629"/>
                </a:lnTo>
                <a:lnTo>
                  <a:pt x="14598" y="265"/>
                </a:lnTo>
                <a:lnTo>
                  <a:pt x="16326" y="77"/>
                </a:lnTo>
                <a:lnTo>
                  <a:pt x="18540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E2E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6" name="contour_11504"/>
          <p:cNvSpPr/>
          <p:nvPr/>
        </p:nvSpPr>
        <p:spPr>
          <a:xfrm>
            <a:off x="411214" y="5371250"/>
            <a:ext cx="2915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6610" y="1644"/>
                </a:lnTo>
                <a:lnTo>
                  <a:pt x="17021" y="3290"/>
                </a:lnTo>
                <a:lnTo>
                  <a:pt x="17437" y="4937"/>
                </a:lnTo>
                <a:lnTo>
                  <a:pt x="17847" y="6586"/>
                </a:lnTo>
                <a:lnTo>
                  <a:pt x="18257" y="8237"/>
                </a:lnTo>
                <a:lnTo>
                  <a:pt x="18673" y="9890"/>
                </a:lnTo>
                <a:lnTo>
                  <a:pt x="19089" y="11549"/>
                </a:lnTo>
                <a:lnTo>
                  <a:pt x="19505" y="13210"/>
                </a:lnTo>
                <a:lnTo>
                  <a:pt x="19921" y="14875"/>
                </a:lnTo>
                <a:lnTo>
                  <a:pt x="20336" y="16548"/>
                </a:lnTo>
                <a:lnTo>
                  <a:pt x="20758" y="18226"/>
                </a:lnTo>
                <a:lnTo>
                  <a:pt x="21179" y="19908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410" y="19956"/>
                </a:lnTo>
                <a:lnTo>
                  <a:pt x="821" y="18310"/>
                </a:lnTo>
                <a:lnTo>
                  <a:pt x="1237" y="16663"/>
                </a:lnTo>
                <a:lnTo>
                  <a:pt x="1647" y="15014"/>
                </a:lnTo>
                <a:lnTo>
                  <a:pt x="2057" y="13363"/>
                </a:lnTo>
                <a:lnTo>
                  <a:pt x="2473" y="11710"/>
                </a:lnTo>
                <a:lnTo>
                  <a:pt x="2889" y="10051"/>
                </a:lnTo>
                <a:lnTo>
                  <a:pt x="3305" y="8390"/>
                </a:lnTo>
                <a:lnTo>
                  <a:pt x="3721" y="6725"/>
                </a:lnTo>
                <a:lnTo>
                  <a:pt x="4136" y="5052"/>
                </a:lnTo>
                <a:lnTo>
                  <a:pt x="4558" y="3374"/>
                </a:lnTo>
                <a:lnTo>
                  <a:pt x="4979" y="1692"/>
                </a:lnTo>
                <a:lnTo>
                  <a:pt x="5400" y="0"/>
                </a:lnTo>
                <a:close/>
              </a:path>
            </a:pathLst>
          </a:custGeom>
          <a:solidFill>
            <a:srgbClr val="9BAD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7" name="contour_11505"/>
          <p:cNvSpPr/>
          <p:nvPr/>
        </p:nvSpPr>
        <p:spPr>
          <a:xfrm>
            <a:off x="4543505" y="5397938"/>
            <a:ext cx="65592" cy="298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785"/>
                </a:moveTo>
                <a:lnTo>
                  <a:pt x="4154" y="850"/>
                </a:lnTo>
                <a:lnTo>
                  <a:pt x="5866" y="264"/>
                </a:lnTo>
                <a:lnTo>
                  <a:pt x="7550" y="0"/>
                </a:lnTo>
                <a:lnTo>
                  <a:pt x="9228" y="42"/>
                </a:lnTo>
                <a:lnTo>
                  <a:pt x="10918" y="370"/>
                </a:lnTo>
                <a:lnTo>
                  <a:pt x="12636" y="956"/>
                </a:lnTo>
                <a:lnTo>
                  <a:pt x="14400" y="1785"/>
                </a:lnTo>
                <a:lnTo>
                  <a:pt x="15847" y="4124"/>
                </a:lnTo>
                <a:lnTo>
                  <a:pt x="17122" y="6500"/>
                </a:lnTo>
                <a:lnTo>
                  <a:pt x="18276" y="8981"/>
                </a:lnTo>
                <a:lnTo>
                  <a:pt x="19368" y="11621"/>
                </a:lnTo>
                <a:lnTo>
                  <a:pt x="20458" y="14483"/>
                </a:lnTo>
                <a:lnTo>
                  <a:pt x="21600" y="17624"/>
                </a:lnTo>
                <a:lnTo>
                  <a:pt x="19800" y="18854"/>
                </a:lnTo>
                <a:lnTo>
                  <a:pt x="18072" y="19842"/>
                </a:lnTo>
                <a:lnTo>
                  <a:pt x="16404" y="20602"/>
                </a:lnTo>
                <a:lnTo>
                  <a:pt x="14782" y="21146"/>
                </a:lnTo>
                <a:lnTo>
                  <a:pt x="13193" y="21473"/>
                </a:lnTo>
                <a:lnTo>
                  <a:pt x="11621" y="21600"/>
                </a:lnTo>
                <a:lnTo>
                  <a:pt x="10054" y="21537"/>
                </a:lnTo>
                <a:lnTo>
                  <a:pt x="8479" y="21294"/>
                </a:lnTo>
                <a:lnTo>
                  <a:pt x="6881" y="20871"/>
                </a:lnTo>
                <a:lnTo>
                  <a:pt x="5249" y="20285"/>
                </a:lnTo>
                <a:lnTo>
                  <a:pt x="3566" y="19541"/>
                </a:lnTo>
                <a:lnTo>
                  <a:pt x="1822" y="18654"/>
                </a:lnTo>
                <a:lnTo>
                  <a:pt x="0" y="17624"/>
                </a:lnTo>
                <a:lnTo>
                  <a:pt x="235" y="13696"/>
                </a:lnTo>
                <a:lnTo>
                  <a:pt x="478" y="10908"/>
                </a:lnTo>
                <a:lnTo>
                  <a:pt x="842" y="8501"/>
                </a:lnTo>
                <a:lnTo>
                  <a:pt x="1445" y="5713"/>
                </a:lnTo>
                <a:lnTo>
                  <a:pt x="2400" y="1785"/>
                </a:lnTo>
                <a:close/>
              </a:path>
            </a:pathLst>
          </a:custGeom>
          <a:solidFill>
            <a:srgbClr val="443F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8" name="contour_11506"/>
          <p:cNvSpPr/>
          <p:nvPr/>
        </p:nvSpPr>
        <p:spPr>
          <a:xfrm>
            <a:off x="4995361" y="5378538"/>
            <a:ext cx="58304" cy="53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845" y="1955"/>
                </a:lnTo>
                <a:lnTo>
                  <a:pt x="6291" y="3912"/>
                </a:lnTo>
                <a:lnTo>
                  <a:pt x="6739" y="5879"/>
                </a:lnTo>
                <a:lnTo>
                  <a:pt x="7190" y="7855"/>
                </a:lnTo>
                <a:lnTo>
                  <a:pt x="7644" y="9842"/>
                </a:lnTo>
                <a:lnTo>
                  <a:pt x="8100" y="11847"/>
                </a:lnTo>
                <a:lnTo>
                  <a:pt x="9771" y="11480"/>
                </a:lnTo>
                <a:lnTo>
                  <a:pt x="11443" y="11112"/>
                </a:lnTo>
                <a:lnTo>
                  <a:pt x="13119" y="10745"/>
                </a:lnTo>
                <a:lnTo>
                  <a:pt x="14799" y="10378"/>
                </a:lnTo>
                <a:lnTo>
                  <a:pt x="16486" y="10008"/>
                </a:lnTo>
                <a:lnTo>
                  <a:pt x="18182" y="9635"/>
                </a:lnTo>
                <a:lnTo>
                  <a:pt x="19886" y="9261"/>
                </a:lnTo>
                <a:lnTo>
                  <a:pt x="21600" y="8885"/>
                </a:lnTo>
                <a:lnTo>
                  <a:pt x="21600" y="10840"/>
                </a:lnTo>
                <a:lnTo>
                  <a:pt x="21600" y="12798"/>
                </a:lnTo>
                <a:lnTo>
                  <a:pt x="21600" y="14764"/>
                </a:lnTo>
                <a:lnTo>
                  <a:pt x="21600" y="16740"/>
                </a:lnTo>
                <a:lnTo>
                  <a:pt x="21600" y="18727"/>
                </a:lnTo>
                <a:lnTo>
                  <a:pt x="21600" y="20732"/>
                </a:lnTo>
                <a:lnTo>
                  <a:pt x="19615" y="21076"/>
                </a:lnTo>
                <a:lnTo>
                  <a:pt x="17680" y="21354"/>
                </a:lnTo>
                <a:lnTo>
                  <a:pt x="15771" y="21538"/>
                </a:lnTo>
                <a:lnTo>
                  <a:pt x="13878" y="21600"/>
                </a:lnTo>
                <a:lnTo>
                  <a:pt x="11977" y="21502"/>
                </a:lnTo>
                <a:lnTo>
                  <a:pt x="10058" y="21224"/>
                </a:lnTo>
                <a:lnTo>
                  <a:pt x="8100" y="20732"/>
                </a:lnTo>
                <a:lnTo>
                  <a:pt x="7414" y="18852"/>
                </a:lnTo>
                <a:lnTo>
                  <a:pt x="6912" y="17030"/>
                </a:lnTo>
                <a:lnTo>
                  <a:pt x="6558" y="15223"/>
                </a:lnTo>
                <a:lnTo>
                  <a:pt x="6318" y="13390"/>
                </a:lnTo>
                <a:lnTo>
                  <a:pt x="6159" y="11480"/>
                </a:lnTo>
                <a:lnTo>
                  <a:pt x="6043" y="9451"/>
                </a:lnTo>
                <a:lnTo>
                  <a:pt x="5724" y="7701"/>
                </a:lnTo>
                <a:lnTo>
                  <a:pt x="5400" y="5923"/>
                </a:lnTo>
                <a:lnTo>
                  <a:pt x="3766" y="4777"/>
                </a:lnTo>
                <a:lnTo>
                  <a:pt x="2660" y="4087"/>
                </a:lnTo>
                <a:lnTo>
                  <a:pt x="1571" y="3575"/>
                </a:lnTo>
                <a:lnTo>
                  <a:pt x="0" y="2962"/>
                </a:lnTo>
                <a:lnTo>
                  <a:pt x="1337" y="2227"/>
                </a:lnTo>
                <a:lnTo>
                  <a:pt x="2678" y="1493"/>
                </a:lnTo>
                <a:lnTo>
                  <a:pt x="4031" y="749"/>
                </a:lnTo>
                <a:lnTo>
                  <a:pt x="5400" y="0"/>
                </a:lnTo>
                <a:close/>
              </a:path>
            </a:pathLst>
          </a:custGeom>
          <a:solidFill>
            <a:srgbClr val="4642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09" name="contour_11507"/>
          <p:cNvSpPr/>
          <p:nvPr/>
        </p:nvSpPr>
        <p:spPr>
          <a:xfrm>
            <a:off x="10286443" y="537125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4400" y="2380"/>
                </a:lnTo>
                <a:lnTo>
                  <a:pt x="14400" y="4774"/>
                </a:lnTo>
                <a:lnTo>
                  <a:pt x="14400" y="7200"/>
                </a:lnTo>
                <a:lnTo>
                  <a:pt x="16538" y="8521"/>
                </a:lnTo>
                <a:lnTo>
                  <a:pt x="18000" y="9338"/>
                </a:lnTo>
                <a:lnTo>
                  <a:pt x="19462" y="9983"/>
                </a:lnTo>
                <a:lnTo>
                  <a:pt x="21600" y="10800"/>
                </a:lnTo>
                <a:lnTo>
                  <a:pt x="19922" y="12161"/>
                </a:lnTo>
                <a:lnTo>
                  <a:pt x="18238" y="13514"/>
                </a:lnTo>
                <a:lnTo>
                  <a:pt x="16546" y="14861"/>
                </a:lnTo>
                <a:lnTo>
                  <a:pt x="14850" y="16200"/>
                </a:lnTo>
                <a:lnTo>
                  <a:pt x="12967" y="17708"/>
                </a:lnTo>
                <a:lnTo>
                  <a:pt x="11052" y="19238"/>
                </a:lnTo>
                <a:lnTo>
                  <a:pt x="9115" y="20390"/>
                </a:lnTo>
                <a:lnTo>
                  <a:pt x="7571" y="21089"/>
                </a:lnTo>
                <a:lnTo>
                  <a:pt x="5890" y="21449"/>
                </a:lnTo>
                <a:lnTo>
                  <a:pt x="3546" y="21582"/>
                </a:lnTo>
                <a:lnTo>
                  <a:pt x="0" y="21600"/>
                </a:lnTo>
                <a:lnTo>
                  <a:pt x="385" y="19404"/>
                </a:lnTo>
                <a:lnTo>
                  <a:pt x="778" y="17212"/>
                </a:lnTo>
                <a:lnTo>
                  <a:pt x="1174" y="15016"/>
                </a:lnTo>
                <a:lnTo>
                  <a:pt x="1577" y="12823"/>
                </a:lnTo>
                <a:lnTo>
                  <a:pt x="2016" y="10375"/>
                </a:lnTo>
                <a:lnTo>
                  <a:pt x="2462" y="7888"/>
                </a:lnTo>
                <a:lnTo>
                  <a:pt x="3175" y="5353"/>
                </a:lnTo>
                <a:lnTo>
                  <a:pt x="3906" y="3686"/>
                </a:lnTo>
                <a:lnTo>
                  <a:pt x="5101" y="2149"/>
                </a:lnTo>
                <a:lnTo>
                  <a:pt x="7200" y="0"/>
                </a:lnTo>
                <a:close/>
              </a:path>
            </a:pathLst>
          </a:custGeom>
          <a:solidFill>
            <a:srgbClr val="5E5C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0" name="contour_11508"/>
          <p:cNvSpPr/>
          <p:nvPr/>
        </p:nvSpPr>
        <p:spPr>
          <a:xfrm>
            <a:off x="8551901" y="5371250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7" y="0"/>
                </a:lnTo>
                <a:lnTo>
                  <a:pt x="5359" y="0"/>
                </a:lnTo>
                <a:lnTo>
                  <a:pt x="7160" y="0"/>
                </a:lnTo>
                <a:lnTo>
                  <a:pt x="8972" y="0"/>
                </a:lnTo>
                <a:lnTo>
                  <a:pt x="10800" y="0"/>
                </a:lnTo>
                <a:lnTo>
                  <a:pt x="10800" y="2856"/>
                </a:lnTo>
                <a:lnTo>
                  <a:pt x="10800" y="5728"/>
                </a:lnTo>
                <a:lnTo>
                  <a:pt x="10800" y="8640"/>
                </a:lnTo>
                <a:lnTo>
                  <a:pt x="12212" y="10256"/>
                </a:lnTo>
                <a:lnTo>
                  <a:pt x="13246" y="11297"/>
                </a:lnTo>
                <a:lnTo>
                  <a:pt x="14407" y="12230"/>
                </a:lnTo>
                <a:lnTo>
                  <a:pt x="16200" y="13500"/>
                </a:lnTo>
                <a:lnTo>
                  <a:pt x="17536" y="14437"/>
                </a:lnTo>
                <a:lnTo>
                  <a:pt x="18881" y="15375"/>
                </a:lnTo>
                <a:lnTo>
                  <a:pt x="20231" y="16321"/>
                </a:lnTo>
                <a:lnTo>
                  <a:pt x="21600" y="17280"/>
                </a:lnTo>
                <a:lnTo>
                  <a:pt x="19729" y="17708"/>
                </a:lnTo>
                <a:lnTo>
                  <a:pt x="17855" y="18135"/>
                </a:lnTo>
                <a:lnTo>
                  <a:pt x="15981" y="18563"/>
                </a:lnTo>
                <a:lnTo>
                  <a:pt x="14105" y="18995"/>
                </a:lnTo>
                <a:lnTo>
                  <a:pt x="12220" y="19423"/>
                </a:lnTo>
                <a:lnTo>
                  <a:pt x="10333" y="19855"/>
                </a:lnTo>
                <a:lnTo>
                  <a:pt x="8438" y="20287"/>
                </a:lnTo>
                <a:lnTo>
                  <a:pt x="6534" y="20723"/>
                </a:lnTo>
                <a:lnTo>
                  <a:pt x="4622" y="21159"/>
                </a:lnTo>
                <a:lnTo>
                  <a:pt x="2700" y="21600"/>
                </a:lnTo>
                <a:lnTo>
                  <a:pt x="2365" y="18926"/>
                </a:lnTo>
                <a:lnTo>
                  <a:pt x="2030" y="16252"/>
                </a:lnTo>
                <a:lnTo>
                  <a:pt x="1696" y="13569"/>
                </a:lnTo>
                <a:lnTo>
                  <a:pt x="1361" y="10882"/>
                </a:lnTo>
                <a:lnTo>
                  <a:pt x="1023" y="8182"/>
                </a:lnTo>
                <a:lnTo>
                  <a:pt x="683" y="5469"/>
                </a:lnTo>
                <a:lnTo>
                  <a:pt x="343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8485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1" name="contour_11509"/>
          <p:cNvSpPr/>
          <p:nvPr/>
        </p:nvSpPr>
        <p:spPr>
          <a:xfrm>
            <a:off x="9461479" y="5349386"/>
            <a:ext cx="23599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1" y="0"/>
                </a:moveTo>
                <a:lnTo>
                  <a:pt x="3442" y="1040"/>
                </a:lnTo>
                <a:lnTo>
                  <a:pt x="5583" y="2080"/>
                </a:lnTo>
                <a:lnTo>
                  <a:pt x="7711" y="3122"/>
                </a:lnTo>
                <a:lnTo>
                  <a:pt x="9499" y="3993"/>
                </a:lnTo>
                <a:lnTo>
                  <a:pt x="11314" y="4878"/>
                </a:lnTo>
                <a:lnTo>
                  <a:pt x="13242" y="5968"/>
                </a:lnTo>
                <a:lnTo>
                  <a:pt x="14929" y="7055"/>
                </a:lnTo>
                <a:lnTo>
                  <a:pt x="16383" y="8142"/>
                </a:lnTo>
                <a:lnTo>
                  <a:pt x="17624" y="9228"/>
                </a:lnTo>
                <a:lnTo>
                  <a:pt x="18665" y="10316"/>
                </a:lnTo>
                <a:lnTo>
                  <a:pt x="19525" y="11408"/>
                </a:lnTo>
                <a:lnTo>
                  <a:pt x="20212" y="12505"/>
                </a:lnTo>
                <a:lnTo>
                  <a:pt x="20746" y="13606"/>
                </a:lnTo>
                <a:lnTo>
                  <a:pt x="21133" y="14716"/>
                </a:lnTo>
                <a:lnTo>
                  <a:pt x="21393" y="15833"/>
                </a:lnTo>
                <a:lnTo>
                  <a:pt x="21547" y="16961"/>
                </a:lnTo>
                <a:lnTo>
                  <a:pt x="21600" y="18101"/>
                </a:lnTo>
                <a:lnTo>
                  <a:pt x="21567" y="19252"/>
                </a:lnTo>
                <a:lnTo>
                  <a:pt x="21467" y="20419"/>
                </a:lnTo>
                <a:lnTo>
                  <a:pt x="21313" y="21600"/>
                </a:lnTo>
                <a:lnTo>
                  <a:pt x="17764" y="20817"/>
                </a:lnTo>
                <a:lnTo>
                  <a:pt x="14456" y="20018"/>
                </a:lnTo>
                <a:lnTo>
                  <a:pt x="11420" y="19192"/>
                </a:lnTo>
                <a:lnTo>
                  <a:pt x="8685" y="18330"/>
                </a:lnTo>
                <a:lnTo>
                  <a:pt x="6277" y="17425"/>
                </a:lnTo>
                <a:lnTo>
                  <a:pt x="4209" y="16466"/>
                </a:lnTo>
                <a:lnTo>
                  <a:pt x="2515" y="15442"/>
                </a:lnTo>
                <a:lnTo>
                  <a:pt x="1221" y="14347"/>
                </a:lnTo>
                <a:lnTo>
                  <a:pt x="354" y="13171"/>
                </a:lnTo>
                <a:lnTo>
                  <a:pt x="173" y="12071"/>
                </a:lnTo>
                <a:lnTo>
                  <a:pt x="60" y="10973"/>
                </a:lnTo>
                <a:lnTo>
                  <a:pt x="7" y="9876"/>
                </a:lnTo>
                <a:lnTo>
                  <a:pt x="0" y="8778"/>
                </a:lnTo>
                <a:lnTo>
                  <a:pt x="40" y="7681"/>
                </a:lnTo>
                <a:lnTo>
                  <a:pt x="127" y="6583"/>
                </a:lnTo>
                <a:lnTo>
                  <a:pt x="253" y="5486"/>
                </a:lnTo>
                <a:lnTo>
                  <a:pt x="414" y="4390"/>
                </a:lnTo>
                <a:lnTo>
                  <a:pt x="607" y="3293"/>
                </a:lnTo>
                <a:lnTo>
                  <a:pt x="821" y="2195"/>
                </a:lnTo>
                <a:lnTo>
                  <a:pt x="1054" y="1098"/>
                </a:lnTo>
                <a:lnTo>
                  <a:pt x="1301" y="0"/>
                </a:lnTo>
                <a:close/>
              </a:path>
            </a:pathLst>
          </a:custGeom>
          <a:solidFill>
            <a:srgbClr val="FC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2" name="contour_11510"/>
          <p:cNvSpPr/>
          <p:nvPr/>
        </p:nvSpPr>
        <p:spPr>
          <a:xfrm>
            <a:off x="6831935" y="5356674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4" y="0"/>
                </a:lnTo>
                <a:lnTo>
                  <a:pt x="10370" y="0"/>
                </a:lnTo>
                <a:lnTo>
                  <a:pt x="11957" y="0"/>
                </a:lnTo>
                <a:lnTo>
                  <a:pt x="13548" y="0"/>
                </a:lnTo>
                <a:lnTo>
                  <a:pt x="15144" y="0"/>
                </a:lnTo>
                <a:lnTo>
                  <a:pt x="16747" y="0"/>
                </a:lnTo>
                <a:lnTo>
                  <a:pt x="18355" y="0"/>
                </a:lnTo>
                <a:lnTo>
                  <a:pt x="19973" y="0"/>
                </a:lnTo>
                <a:lnTo>
                  <a:pt x="21600" y="0"/>
                </a:lnTo>
                <a:lnTo>
                  <a:pt x="20064" y="223"/>
                </a:lnTo>
                <a:lnTo>
                  <a:pt x="18516" y="450"/>
                </a:lnTo>
                <a:lnTo>
                  <a:pt x="16949" y="677"/>
                </a:lnTo>
                <a:lnTo>
                  <a:pt x="15379" y="1242"/>
                </a:lnTo>
                <a:lnTo>
                  <a:pt x="14342" y="1735"/>
                </a:lnTo>
                <a:lnTo>
                  <a:pt x="13370" y="2430"/>
                </a:lnTo>
                <a:lnTo>
                  <a:pt x="12000" y="3600"/>
                </a:lnTo>
                <a:lnTo>
                  <a:pt x="11443" y="5803"/>
                </a:lnTo>
                <a:lnTo>
                  <a:pt x="10985" y="8006"/>
                </a:lnTo>
                <a:lnTo>
                  <a:pt x="10610" y="10213"/>
                </a:lnTo>
                <a:lnTo>
                  <a:pt x="10308" y="12434"/>
                </a:lnTo>
                <a:lnTo>
                  <a:pt x="10068" y="14677"/>
                </a:lnTo>
                <a:lnTo>
                  <a:pt x="9878" y="16949"/>
                </a:lnTo>
                <a:lnTo>
                  <a:pt x="9727" y="19253"/>
                </a:lnTo>
                <a:lnTo>
                  <a:pt x="9600" y="21600"/>
                </a:lnTo>
                <a:lnTo>
                  <a:pt x="7886" y="21031"/>
                </a:lnTo>
                <a:lnTo>
                  <a:pt x="6655" y="20560"/>
                </a:lnTo>
                <a:lnTo>
                  <a:pt x="5561" y="20012"/>
                </a:lnTo>
                <a:lnTo>
                  <a:pt x="4258" y="19217"/>
                </a:lnTo>
                <a:lnTo>
                  <a:pt x="2400" y="18000"/>
                </a:lnTo>
                <a:lnTo>
                  <a:pt x="1589" y="15214"/>
                </a:lnTo>
                <a:lnTo>
                  <a:pt x="1058" y="13259"/>
                </a:lnTo>
                <a:lnTo>
                  <a:pt x="694" y="11617"/>
                </a:lnTo>
                <a:lnTo>
                  <a:pt x="379" y="9770"/>
                </a:lnTo>
                <a:lnTo>
                  <a:pt x="0" y="7200"/>
                </a:lnTo>
                <a:lnTo>
                  <a:pt x="1426" y="7200"/>
                </a:lnTo>
                <a:lnTo>
                  <a:pt x="2856" y="7200"/>
                </a:lnTo>
                <a:lnTo>
                  <a:pt x="4291" y="7200"/>
                </a:lnTo>
                <a:lnTo>
                  <a:pt x="5738" y="7200"/>
                </a:lnTo>
                <a:lnTo>
                  <a:pt x="7200" y="7200"/>
                </a:lnTo>
                <a:lnTo>
                  <a:pt x="7200" y="4820"/>
                </a:lnTo>
                <a:lnTo>
                  <a:pt x="7200" y="2426"/>
                </a:lnTo>
                <a:lnTo>
                  <a:pt x="7200" y="0"/>
                </a:lnTo>
                <a:close/>
              </a:path>
            </a:pathLst>
          </a:custGeom>
          <a:solidFill>
            <a:srgbClr val="413F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3" name="contour_11511"/>
          <p:cNvSpPr/>
          <p:nvPr/>
        </p:nvSpPr>
        <p:spPr>
          <a:xfrm>
            <a:off x="1482549" y="534938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088" y="2477"/>
                </a:lnTo>
                <a:lnTo>
                  <a:pt x="13943" y="4331"/>
                </a:lnTo>
                <a:lnTo>
                  <a:pt x="16024" y="5742"/>
                </a:lnTo>
                <a:lnTo>
                  <a:pt x="17575" y="6908"/>
                </a:lnTo>
                <a:lnTo>
                  <a:pt x="18857" y="8014"/>
                </a:lnTo>
                <a:lnTo>
                  <a:pt x="20113" y="9248"/>
                </a:lnTo>
                <a:lnTo>
                  <a:pt x="21600" y="10800"/>
                </a:lnTo>
                <a:lnTo>
                  <a:pt x="21139" y="13802"/>
                </a:lnTo>
                <a:lnTo>
                  <a:pt x="20722" y="15865"/>
                </a:lnTo>
                <a:lnTo>
                  <a:pt x="20174" y="17507"/>
                </a:lnTo>
                <a:lnTo>
                  <a:pt x="19325" y="19246"/>
                </a:lnTo>
                <a:lnTo>
                  <a:pt x="18000" y="21600"/>
                </a:lnTo>
                <a:lnTo>
                  <a:pt x="15772" y="21154"/>
                </a:lnTo>
                <a:lnTo>
                  <a:pt x="13543" y="20707"/>
                </a:lnTo>
                <a:lnTo>
                  <a:pt x="11308" y="20261"/>
                </a:lnTo>
                <a:lnTo>
                  <a:pt x="9068" y="19814"/>
                </a:lnTo>
                <a:lnTo>
                  <a:pt x="6818" y="19364"/>
                </a:lnTo>
                <a:lnTo>
                  <a:pt x="4558" y="18911"/>
                </a:lnTo>
                <a:lnTo>
                  <a:pt x="2286" y="18457"/>
                </a:lnTo>
                <a:lnTo>
                  <a:pt x="0" y="18000"/>
                </a:lnTo>
                <a:lnTo>
                  <a:pt x="893" y="15772"/>
                </a:lnTo>
                <a:lnTo>
                  <a:pt x="1782" y="13543"/>
                </a:lnTo>
                <a:lnTo>
                  <a:pt x="2678" y="11308"/>
                </a:lnTo>
                <a:lnTo>
                  <a:pt x="3575" y="9068"/>
                </a:lnTo>
                <a:lnTo>
                  <a:pt x="4471" y="6818"/>
                </a:lnTo>
                <a:lnTo>
                  <a:pt x="5375" y="4558"/>
                </a:lnTo>
                <a:lnTo>
                  <a:pt x="6286" y="2286"/>
                </a:lnTo>
                <a:lnTo>
                  <a:pt x="7200" y="0"/>
                </a:lnTo>
                <a:close/>
              </a:path>
            </a:pathLst>
          </a:custGeom>
          <a:solidFill>
            <a:srgbClr val="5658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4" name="contour_11512"/>
          <p:cNvSpPr/>
          <p:nvPr/>
        </p:nvSpPr>
        <p:spPr>
          <a:xfrm>
            <a:off x="761038" y="5312946"/>
            <a:ext cx="2358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65" y="475"/>
                </a:lnTo>
                <a:lnTo>
                  <a:pt x="7943" y="953"/>
                </a:lnTo>
                <a:lnTo>
                  <a:pt x="11935" y="1430"/>
                </a:lnTo>
                <a:lnTo>
                  <a:pt x="15960" y="1913"/>
                </a:lnTo>
                <a:lnTo>
                  <a:pt x="20025" y="2400"/>
                </a:lnTo>
                <a:lnTo>
                  <a:pt x="20712" y="4123"/>
                </a:lnTo>
                <a:lnTo>
                  <a:pt x="21200" y="5734"/>
                </a:lnTo>
                <a:lnTo>
                  <a:pt x="21493" y="7289"/>
                </a:lnTo>
                <a:lnTo>
                  <a:pt x="21600" y="8842"/>
                </a:lnTo>
                <a:lnTo>
                  <a:pt x="21527" y="10442"/>
                </a:lnTo>
                <a:lnTo>
                  <a:pt x="21280" y="12149"/>
                </a:lnTo>
                <a:lnTo>
                  <a:pt x="21139" y="13512"/>
                </a:lnTo>
                <a:lnTo>
                  <a:pt x="20999" y="14892"/>
                </a:lnTo>
                <a:lnTo>
                  <a:pt x="20799" y="16570"/>
                </a:lnTo>
                <a:lnTo>
                  <a:pt x="20565" y="18247"/>
                </a:lnTo>
                <a:lnTo>
                  <a:pt x="20305" y="19925"/>
                </a:lnTo>
                <a:lnTo>
                  <a:pt x="20025" y="21600"/>
                </a:lnTo>
                <a:lnTo>
                  <a:pt x="15613" y="21600"/>
                </a:lnTo>
                <a:lnTo>
                  <a:pt x="11174" y="21600"/>
                </a:lnTo>
                <a:lnTo>
                  <a:pt x="6675" y="21600"/>
                </a:lnTo>
                <a:lnTo>
                  <a:pt x="6168" y="19956"/>
                </a:lnTo>
                <a:lnTo>
                  <a:pt x="5660" y="18310"/>
                </a:lnTo>
                <a:lnTo>
                  <a:pt x="5146" y="16663"/>
                </a:lnTo>
                <a:lnTo>
                  <a:pt x="4639" y="15014"/>
                </a:lnTo>
                <a:lnTo>
                  <a:pt x="4132" y="13363"/>
                </a:lnTo>
                <a:lnTo>
                  <a:pt x="3618" y="11710"/>
                </a:lnTo>
                <a:lnTo>
                  <a:pt x="3104" y="10051"/>
                </a:lnTo>
                <a:lnTo>
                  <a:pt x="2590" y="8390"/>
                </a:lnTo>
                <a:lnTo>
                  <a:pt x="2076" y="6725"/>
                </a:lnTo>
                <a:lnTo>
                  <a:pt x="1562" y="5052"/>
                </a:lnTo>
                <a:lnTo>
                  <a:pt x="1041" y="3374"/>
                </a:lnTo>
                <a:lnTo>
                  <a:pt x="521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3637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5" name="contour_11513"/>
          <p:cNvSpPr/>
          <p:nvPr/>
        </p:nvSpPr>
        <p:spPr>
          <a:xfrm>
            <a:off x="564262" y="534938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872" y="5335"/>
                </a:lnTo>
                <a:lnTo>
                  <a:pt x="18500" y="9383"/>
                </a:lnTo>
                <a:lnTo>
                  <a:pt x="17366" y="12372"/>
                </a:lnTo>
                <a:lnTo>
                  <a:pt x="16337" y="14528"/>
                </a:lnTo>
                <a:lnTo>
                  <a:pt x="15282" y="16083"/>
                </a:lnTo>
                <a:lnTo>
                  <a:pt x="14080" y="17258"/>
                </a:lnTo>
                <a:lnTo>
                  <a:pt x="12600" y="18282"/>
                </a:lnTo>
                <a:lnTo>
                  <a:pt x="10717" y="19388"/>
                </a:lnTo>
                <a:lnTo>
                  <a:pt x="8726" y="19950"/>
                </a:lnTo>
                <a:lnTo>
                  <a:pt x="7175" y="20343"/>
                </a:lnTo>
                <a:lnTo>
                  <a:pt x="5548" y="20680"/>
                </a:lnTo>
                <a:lnTo>
                  <a:pt x="3326" y="21064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A7AC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6" name="contour_11514"/>
          <p:cNvSpPr/>
          <p:nvPr/>
        </p:nvSpPr>
        <p:spPr>
          <a:xfrm>
            <a:off x="8398853" y="5312946"/>
            <a:ext cx="51016" cy="52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280" y="1489"/>
                </a:lnTo>
                <a:lnTo>
                  <a:pt x="20045" y="2984"/>
                </a:lnTo>
                <a:lnTo>
                  <a:pt x="20819" y="4491"/>
                </a:lnTo>
                <a:lnTo>
                  <a:pt x="21600" y="6017"/>
                </a:lnTo>
                <a:lnTo>
                  <a:pt x="20159" y="6570"/>
                </a:lnTo>
                <a:lnTo>
                  <a:pt x="18696" y="7133"/>
                </a:lnTo>
                <a:lnTo>
                  <a:pt x="16681" y="8463"/>
                </a:lnTo>
                <a:lnTo>
                  <a:pt x="15271" y="9783"/>
                </a:lnTo>
                <a:lnTo>
                  <a:pt x="14250" y="11248"/>
                </a:lnTo>
                <a:lnTo>
                  <a:pt x="13411" y="13014"/>
                </a:lnTo>
                <a:lnTo>
                  <a:pt x="12534" y="15228"/>
                </a:lnTo>
                <a:lnTo>
                  <a:pt x="11636" y="17151"/>
                </a:lnTo>
                <a:lnTo>
                  <a:pt x="10994" y="18399"/>
                </a:lnTo>
                <a:lnTo>
                  <a:pt x="10303" y="19521"/>
                </a:lnTo>
                <a:lnTo>
                  <a:pt x="9257" y="21058"/>
                </a:lnTo>
                <a:lnTo>
                  <a:pt x="6776" y="21419"/>
                </a:lnTo>
                <a:lnTo>
                  <a:pt x="5054" y="21600"/>
                </a:lnTo>
                <a:lnTo>
                  <a:pt x="3647" y="21600"/>
                </a:lnTo>
                <a:lnTo>
                  <a:pt x="2111" y="21419"/>
                </a:lnTo>
                <a:lnTo>
                  <a:pt x="0" y="21058"/>
                </a:lnTo>
                <a:lnTo>
                  <a:pt x="253" y="18787"/>
                </a:lnTo>
                <a:lnTo>
                  <a:pt x="534" y="16738"/>
                </a:lnTo>
                <a:lnTo>
                  <a:pt x="904" y="14825"/>
                </a:lnTo>
                <a:lnTo>
                  <a:pt x="1416" y="12960"/>
                </a:lnTo>
                <a:lnTo>
                  <a:pt x="2123" y="11056"/>
                </a:lnTo>
                <a:lnTo>
                  <a:pt x="3086" y="9025"/>
                </a:lnTo>
                <a:lnTo>
                  <a:pt x="4700" y="7825"/>
                </a:lnTo>
                <a:lnTo>
                  <a:pt x="6335" y="6694"/>
                </a:lnTo>
                <a:lnTo>
                  <a:pt x="7998" y="5620"/>
                </a:lnTo>
                <a:lnTo>
                  <a:pt x="9686" y="4597"/>
                </a:lnTo>
                <a:lnTo>
                  <a:pt x="11402" y="3619"/>
                </a:lnTo>
                <a:lnTo>
                  <a:pt x="13139" y="2677"/>
                </a:lnTo>
                <a:lnTo>
                  <a:pt x="14904" y="1763"/>
                </a:lnTo>
                <a:lnTo>
                  <a:pt x="16697" y="875"/>
                </a:lnTo>
                <a:lnTo>
                  <a:pt x="18514" y="0"/>
                </a:lnTo>
                <a:close/>
              </a:path>
            </a:pathLst>
          </a:custGeom>
          <a:solidFill>
            <a:srgbClr val="D1D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7" name="contour_11515"/>
          <p:cNvSpPr/>
          <p:nvPr/>
        </p:nvSpPr>
        <p:spPr>
          <a:xfrm>
            <a:off x="920062" y="5320234"/>
            <a:ext cx="450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2877" y="259"/>
                </a:lnTo>
                <a:lnTo>
                  <a:pt x="5096" y="551"/>
                </a:lnTo>
                <a:lnTo>
                  <a:pt x="7294" y="886"/>
                </a:lnTo>
                <a:lnTo>
                  <a:pt x="9475" y="1278"/>
                </a:lnTo>
                <a:lnTo>
                  <a:pt x="11642" y="1732"/>
                </a:lnTo>
                <a:lnTo>
                  <a:pt x="13802" y="2261"/>
                </a:lnTo>
                <a:lnTo>
                  <a:pt x="15955" y="2880"/>
                </a:lnTo>
                <a:lnTo>
                  <a:pt x="18105" y="3600"/>
                </a:lnTo>
                <a:lnTo>
                  <a:pt x="19706" y="6170"/>
                </a:lnTo>
                <a:lnTo>
                  <a:pt x="20688" y="8017"/>
                </a:lnTo>
                <a:lnTo>
                  <a:pt x="21219" y="9659"/>
                </a:lnTo>
                <a:lnTo>
                  <a:pt x="21467" y="11614"/>
                </a:lnTo>
                <a:lnTo>
                  <a:pt x="21600" y="14400"/>
                </a:lnTo>
                <a:lnTo>
                  <a:pt x="19646" y="16916"/>
                </a:lnTo>
                <a:lnTo>
                  <a:pt x="18269" y="18508"/>
                </a:lnTo>
                <a:lnTo>
                  <a:pt x="16808" y="19843"/>
                </a:lnTo>
                <a:lnTo>
                  <a:pt x="14610" y="21600"/>
                </a:lnTo>
                <a:lnTo>
                  <a:pt x="12481" y="20203"/>
                </a:lnTo>
                <a:lnTo>
                  <a:pt x="10391" y="18785"/>
                </a:lnTo>
                <a:lnTo>
                  <a:pt x="8343" y="17327"/>
                </a:lnTo>
                <a:lnTo>
                  <a:pt x="6337" y="15818"/>
                </a:lnTo>
                <a:lnTo>
                  <a:pt x="4383" y="14238"/>
                </a:lnTo>
                <a:lnTo>
                  <a:pt x="2478" y="12571"/>
                </a:lnTo>
                <a:lnTo>
                  <a:pt x="629" y="10800"/>
                </a:lnTo>
                <a:lnTo>
                  <a:pt x="210" y="7798"/>
                </a:lnTo>
                <a:lnTo>
                  <a:pt x="0" y="5735"/>
                </a:lnTo>
                <a:lnTo>
                  <a:pt x="0" y="4093"/>
                </a:lnTo>
                <a:lnTo>
                  <a:pt x="210" y="2354"/>
                </a:lnTo>
                <a:lnTo>
                  <a:pt x="629" y="0"/>
                </a:lnTo>
                <a:close/>
              </a:path>
            </a:pathLst>
          </a:custGeom>
          <a:solidFill>
            <a:srgbClr val="312E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8" name="contour_11516"/>
          <p:cNvSpPr/>
          <p:nvPr/>
        </p:nvSpPr>
        <p:spPr>
          <a:xfrm>
            <a:off x="9718592" y="5305658"/>
            <a:ext cx="42402" cy="43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01" y="0"/>
                </a:moveTo>
                <a:lnTo>
                  <a:pt x="7050" y="22"/>
                </a:lnTo>
                <a:lnTo>
                  <a:pt x="9434" y="187"/>
                </a:lnTo>
                <a:lnTo>
                  <a:pt x="11064" y="625"/>
                </a:lnTo>
                <a:lnTo>
                  <a:pt x="12452" y="1479"/>
                </a:lnTo>
                <a:lnTo>
                  <a:pt x="14119" y="2890"/>
                </a:lnTo>
                <a:lnTo>
                  <a:pt x="15593" y="4796"/>
                </a:lnTo>
                <a:lnTo>
                  <a:pt x="17093" y="6731"/>
                </a:lnTo>
                <a:lnTo>
                  <a:pt x="18608" y="8608"/>
                </a:lnTo>
                <a:lnTo>
                  <a:pt x="20152" y="10518"/>
                </a:lnTo>
                <a:lnTo>
                  <a:pt x="21184" y="12801"/>
                </a:lnTo>
                <a:lnTo>
                  <a:pt x="21600" y="14392"/>
                </a:lnTo>
                <a:lnTo>
                  <a:pt x="21477" y="16032"/>
                </a:lnTo>
                <a:lnTo>
                  <a:pt x="20876" y="18470"/>
                </a:lnTo>
                <a:lnTo>
                  <a:pt x="20223" y="19234"/>
                </a:lnTo>
                <a:lnTo>
                  <a:pt x="18251" y="21539"/>
                </a:lnTo>
                <a:lnTo>
                  <a:pt x="15600" y="21600"/>
                </a:lnTo>
                <a:lnTo>
                  <a:pt x="13054" y="21349"/>
                </a:lnTo>
                <a:lnTo>
                  <a:pt x="10585" y="20825"/>
                </a:lnTo>
                <a:lnTo>
                  <a:pt x="8171" y="20056"/>
                </a:lnTo>
                <a:lnTo>
                  <a:pt x="5784" y="19087"/>
                </a:lnTo>
                <a:lnTo>
                  <a:pt x="3401" y="17949"/>
                </a:lnTo>
                <a:lnTo>
                  <a:pt x="1934" y="15296"/>
                </a:lnTo>
                <a:lnTo>
                  <a:pt x="872" y="12931"/>
                </a:lnTo>
                <a:lnTo>
                  <a:pt x="226" y="10680"/>
                </a:lnTo>
                <a:lnTo>
                  <a:pt x="0" y="8371"/>
                </a:lnTo>
                <a:lnTo>
                  <a:pt x="204" y="5841"/>
                </a:lnTo>
                <a:lnTo>
                  <a:pt x="846" y="2915"/>
                </a:lnTo>
                <a:lnTo>
                  <a:pt x="2112" y="1468"/>
                </a:lnTo>
                <a:lnTo>
                  <a:pt x="3401" y="0"/>
                </a:lnTo>
                <a:close/>
              </a:path>
            </a:pathLst>
          </a:custGeom>
          <a:solidFill>
            <a:srgbClr val="57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19" name="contour_11517"/>
          <p:cNvSpPr/>
          <p:nvPr/>
        </p:nvSpPr>
        <p:spPr>
          <a:xfrm>
            <a:off x="7312942" y="5312946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1" y="0"/>
                </a:lnTo>
                <a:lnTo>
                  <a:pt x="5707" y="0"/>
                </a:lnTo>
                <a:lnTo>
                  <a:pt x="8575" y="0"/>
                </a:lnTo>
                <a:lnTo>
                  <a:pt x="11457" y="0"/>
                </a:lnTo>
                <a:lnTo>
                  <a:pt x="14355" y="0"/>
                </a:lnTo>
                <a:lnTo>
                  <a:pt x="17280" y="0"/>
                </a:lnTo>
                <a:lnTo>
                  <a:pt x="17708" y="2138"/>
                </a:lnTo>
                <a:lnTo>
                  <a:pt x="18135" y="4280"/>
                </a:lnTo>
                <a:lnTo>
                  <a:pt x="18563" y="6421"/>
                </a:lnTo>
                <a:lnTo>
                  <a:pt x="18995" y="8566"/>
                </a:lnTo>
                <a:lnTo>
                  <a:pt x="19423" y="10720"/>
                </a:lnTo>
                <a:lnTo>
                  <a:pt x="19855" y="12877"/>
                </a:lnTo>
                <a:lnTo>
                  <a:pt x="20287" y="15043"/>
                </a:lnTo>
                <a:lnTo>
                  <a:pt x="20723" y="17218"/>
                </a:lnTo>
                <a:lnTo>
                  <a:pt x="21159" y="19403"/>
                </a:lnTo>
                <a:lnTo>
                  <a:pt x="21600" y="21600"/>
                </a:lnTo>
                <a:lnTo>
                  <a:pt x="16606" y="21359"/>
                </a:lnTo>
                <a:lnTo>
                  <a:pt x="13094" y="21125"/>
                </a:lnTo>
                <a:lnTo>
                  <a:pt x="10593" y="20807"/>
                </a:lnTo>
                <a:lnTo>
                  <a:pt x="8614" y="20323"/>
                </a:lnTo>
                <a:lnTo>
                  <a:pt x="6683" y="19588"/>
                </a:lnTo>
                <a:lnTo>
                  <a:pt x="4320" y="18514"/>
                </a:lnTo>
                <a:lnTo>
                  <a:pt x="3408" y="16487"/>
                </a:lnTo>
                <a:lnTo>
                  <a:pt x="2644" y="14463"/>
                </a:lnTo>
                <a:lnTo>
                  <a:pt x="2004" y="12435"/>
                </a:lnTo>
                <a:lnTo>
                  <a:pt x="1477" y="10399"/>
                </a:lnTo>
                <a:lnTo>
                  <a:pt x="1050" y="8353"/>
                </a:lnTo>
                <a:lnTo>
                  <a:pt x="704" y="6295"/>
                </a:lnTo>
                <a:lnTo>
                  <a:pt x="423" y="4218"/>
                </a:lnTo>
                <a:lnTo>
                  <a:pt x="194" y="2123"/>
                </a:lnTo>
                <a:lnTo>
                  <a:pt x="0" y="0"/>
                </a:lnTo>
                <a:close/>
              </a:path>
            </a:pathLst>
          </a:custGeom>
          <a:solidFill>
            <a:srgbClr val="CDDE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0" name="contour_11518"/>
          <p:cNvSpPr/>
          <p:nvPr/>
        </p:nvSpPr>
        <p:spPr>
          <a:xfrm>
            <a:off x="2306857" y="5283794"/>
            <a:ext cx="5189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17" y="0"/>
                </a:moveTo>
                <a:lnTo>
                  <a:pt x="21372" y="1714"/>
                </a:lnTo>
                <a:lnTo>
                  <a:pt x="21600" y="2945"/>
                </a:lnTo>
                <a:lnTo>
                  <a:pt x="21600" y="4039"/>
                </a:lnTo>
                <a:lnTo>
                  <a:pt x="21372" y="5342"/>
                </a:lnTo>
                <a:lnTo>
                  <a:pt x="20917" y="7200"/>
                </a:lnTo>
                <a:lnTo>
                  <a:pt x="18900" y="7546"/>
                </a:lnTo>
                <a:lnTo>
                  <a:pt x="17438" y="7754"/>
                </a:lnTo>
                <a:lnTo>
                  <a:pt x="15818" y="7913"/>
                </a:lnTo>
                <a:lnTo>
                  <a:pt x="13333" y="8100"/>
                </a:lnTo>
                <a:lnTo>
                  <a:pt x="10849" y="8362"/>
                </a:lnTo>
                <a:lnTo>
                  <a:pt x="9229" y="8604"/>
                </a:lnTo>
                <a:lnTo>
                  <a:pt x="7766" y="8971"/>
                </a:lnTo>
                <a:lnTo>
                  <a:pt x="5749" y="9600"/>
                </a:lnTo>
                <a:lnTo>
                  <a:pt x="5239" y="11340"/>
                </a:lnTo>
                <a:lnTo>
                  <a:pt x="4951" y="13044"/>
                </a:lnTo>
                <a:lnTo>
                  <a:pt x="4854" y="14734"/>
                </a:lnTo>
                <a:lnTo>
                  <a:pt x="4918" y="16418"/>
                </a:lnTo>
                <a:lnTo>
                  <a:pt x="5109" y="18115"/>
                </a:lnTo>
                <a:lnTo>
                  <a:pt x="5394" y="19838"/>
                </a:lnTo>
                <a:lnTo>
                  <a:pt x="5749" y="21600"/>
                </a:lnTo>
                <a:lnTo>
                  <a:pt x="4599" y="20110"/>
                </a:lnTo>
                <a:lnTo>
                  <a:pt x="3534" y="18679"/>
                </a:lnTo>
                <a:lnTo>
                  <a:pt x="2576" y="17280"/>
                </a:lnTo>
                <a:lnTo>
                  <a:pt x="1738" y="15888"/>
                </a:lnTo>
                <a:lnTo>
                  <a:pt x="1044" y="14474"/>
                </a:lnTo>
                <a:lnTo>
                  <a:pt x="510" y="13015"/>
                </a:lnTo>
                <a:lnTo>
                  <a:pt x="155" y="11484"/>
                </a:lnTo>
                <a:lnTo>
                  <a:pt x="0" y="9854"/>
                </a:lnTo>
                <a:lnTo>
                  <a:pt x="61" y="8100"/>
                </a:lnTo>
                <a:lnTo>
                  <a:pt x="1447" y="6545"/>
                </a:lnTo>
                <a:lnTo>
                  <a:pt x="2943" y="5179"/>
                </a:lnTo>
                <a:lnTo>
                  <a:pt x="4541" y="3996"/>
                </a:lnTo>
                <a:lnTo>
                  <a:pt x="6246" y="2986"/>
                </a:lnTo>
                <a:lnTo>
                  <a:pt x="8054" y="2138"/>
                </a:lnTo>
                <a:lnTo>
                  <a:pt x="9960" y="1447"/>
                </a:lnTo>
                <a:lnTo>
                  <a:pt x="11965" y="902"/>
                </a:lnTo>
                <a:lnTo>
                  <a:pt x="14064" y="494"/>
                </a:lnTo>
                <a:lnTo>
                  <a:pt x="16258" y="214"/>
                </a:lnTo>
                <a:lnTo>
                  <a:pt x="18542" y="53"/>
                </a:lnTo>
                <a:lnTo>
                  <a:pt x="20917" y="0"/>
                </a:lnTo>
                <a:close/>
              </a:path>
            </a:pathLst>
          </a:custGeom>
          <a:solidFill>
            <a:srgbClr val="564D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1" name="contour_11519"/>
          <p:cNvSpPr/>
          <p:nvPr/>
        </p:nvSpPr>
        <p:spPr>
          <a:xfrm>
            <a:off x="1533565" y="5276506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091" y="3564"/>
                </a:lnTo>
                <a:lnTo>
                  <a:pt x="20582" y="7133"/>
                </a:lnTo>
                <a:lnTo>
                  <a:pt x="20069" y="10719"/>
                </a:lnTo>
                <a:lnTo>
                  <a:pt x="19554" y="14321"/>
                </a:lnTo>
                <a:lnTo>
                  <a:pt x="19036" y="17944"/>
                </a:lnTo>
                <a:lnTo>
                  <a:pt x="18514" y="21600"/>
                </a:lnTo>
                <a:lnTo>
                  <a:pt x="14065" y="19780"/>
                </a:lnTo>
                <a:lnTo>
                  <a:pt x="10569" y="18322"/>
                </a:lnTo>
                <a:lnTo>
                  <a:pt x="7875" y="17134"/>
                </a:lnTo>
                <a:lnTo>
                  <a:pt x="5829" y="16135"/>
                </a:lnTo>
                <a:lnTo>
                  <a:pt x="4280" y="15233"/>
                </a:lnTo>
                <a:lnTo>
                  <a:pt x="3073" y="14337"/>
                </a:lnTo>
                <a:lnTo>
                  <a:pt x="2061" y="13360"/>
                </a:lnTo>
                <a:lnTo>
                  <a:pt x="1086" y="12209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135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2" name="contour_11520"/>
          <p:cNvSpPr/>
          <p:nvPr/>
        </p:nvSpPr>
        <p:spPr>
          <a:xfrm>
            <a:off x="702078" y="5252674"/>
            <a:ext cx="51672" cy="529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14" y="802"/>
                </a:moveTo>
                <a:lnTo>
                  <a:pt x="11680" y="267"/>
                </a:lnTo>
                <a:lnTo>
                  <a:pt x="13289" y="0"/>
                </a:lnTo>
                <a:lnTo>
                  <a:pt x="14678" y="0"/>
                </a:lnTo>
                <a:lnTo>
                  <a:pt x="16287" y="267"/>
                </a:lnTo>
                <a:lnTo>
                  <a:pt x="18553" y="802"/>
                </a:lnTo>
                <a:lnTo>
                  <a:pt x="19583" y="3013"/>
                </a:lnTo>
                <a:lnTo>
                  <a:pt x="20256" y="4581"/>
                </a:lnTo>
                <a:lnTo>
                  <a:pt x="20720" y="5936"/>
                </a:lnTo>
                <a:lnTo>
                  <a:pt x="21119" y="7505"/>
                </a:lnTo>
                <a:lnTo>
                  <a:pt x="21600" y="9716"/>
                </a:lnTo>
                <a:lnTo>
                  <a:pt x="19790" y="9716"/>
                </a:lnTo>
                <a:lnTo>
                  <a:pt x="17975" y="9716"/>
                </a:lnTo>
                <a:lnTo>
                  <a:pt x="16153" y="9716"/>
                </a:lnTo>
                <a:lnTo>
                  <a:pt x="14316" y="9716"/>
                </a:lnTo>
                <a:lnTo>
                  <a:pt x="12460" y="9716"/>
                </a:lnTo>
                <a:lnTo>
                  <a:pt x="12710" y="11127"/>
                </a:lnTo>
                <a:lnTo>
                  <a:pt x="12966" y="12547"/>
                </a:lnTo>
                <a:lnTo>
                  <a:pt x="13222" y="13988"/>
                </a:lnTo>
                <a:lnTo>
                  <a:pt x="12972" y="15521"/>
                </a:lnTo>
                <a:lnTo>
                  <a:pt x="12716" y="17063"/>
                </a:lnTo>
                <a:lnTo>
                  <a:pt x="12460" y="18629"/>
                </a:lnTo>
                <a:lnTo>
                  <a:pt x="10492" y="19440"/>
                </a:lnTo>
                <a:lnTo>
                  <a:pt x="8509" y="20082"/>
                </a:lnTo>
                <a:lnTo>
                  <a:pt x="6501" y="20590"/>
                </a:lnTo>
                <a:lnTo>
                  <a:pt x="4463" y="20991"/>
                </a:lnTo>
                <a:lnTo>
                  <a:pt x="2392" y="21318"/>
                </a:lnTo>
                <a:lnTo>
                  <a:pt x="274" y="21600"/>
                </a:lnTo>
                <a:lnTo>
                  <a:pt x="91" y="19479"/>
                </a:lnTo>
                <a:lnTo>
                  <a:pt x="0" y="17954"/>
                </a:lnTo>
                <a:lnTo>
                  <a:pt x="0" y="16600"/>
                </a:lnTo>
                <a:lnTo>
                  <a:pt x="91" y="14986"/>
                </a:lnTo>
                <a:lnTo>
                  <a:pt x="274" y="12687"/>
                </a:lnTo>
                <a:lnTo>
                  <a:pt x="1782" y="11914"/>
                </a:lnTo>
                <a:lnTo>
                  <a:pt x="3302" y="11162"/>
                </a:lnTo>
                <a:lnTo>
                  <a:pt x="4832" y="10432"/>
                </a:lnTo>
                <a:lnTo>
                  <a:pt x="6367" y="9716"/>
                </a:lnTo>
                <a:lnTo>
                  <a:pt x="6562" y="9032"/>
                </a:lnTo>
                <a:lnTo>
                  <a:pt x="6910" y="7829"/>
                </a:lnTo>
                <a:lnTo>
                  <a:pt x="7702" y="5075"/>
                </a:lnTo>
                <a:lnTo>
                  <a:pt x="8265" y="3663"/>
                </a:lnTo>
                <a:lnTo>
                  <a:pt x="8838" y="2243"/>
                </a:lnTo>
                <a:lnTo>
                  <a:pt x="9414" y="802"/>
                </a:lnTo>
                <a:close/>
              </a:path>
            </a:pathLst>
          </a:custGeom>
          <a:solidFill>
            <a:srgbClr val="3836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3" name="contour_11521"/>
          <p:cNvSpPr/>
          <p:nvPr/>
        </p:nvSpPr>
        <p:spPr>
          <a:xfrm>
            <a:off x="2007284" y="526193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EFD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4" name="contour_11522"/>
          <p:cNvSpPr/>
          <p:nvPr/>
        </p:nvSpPr>
        <p:spPr>
          <a:xfrm>
            <a:off x="8515461" y="5261777"/>
            <a:ext cx="65592" cy="29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485"/>
                </a:moveTo>
                <a:lnTo>
                  <a:pt x="21600" y="9035"/>
                </a:lnTo>
                <a:lnTo>
                  <a:pt x="21600" y="12608"/>
                </a:lnTo>
                <a:lnTo>
                  <a:pt x="21600" y="16228"/>
                </a:lnTo>
                <a:lnTo>
                  <a:pt x="20832" y="16422"/>
                </a:lnTo>
                <a:lnTo>
                  <a:pt x="20129" y="16593"/>
                </a:lnTo>
                <a:lnTo>
                  <a:pt x="19438" y="16765"/>
                </a:lnTo>
                <a:lnTo>
                  <a:pt x="18694" y="16953"/>
                </a:lnTo>
                <a:lnTo>
                  <a:pt x="17842" y="17163"/>
                </a:lnTo>
                <a:lnTo>
                  <a:pt x="16819" y="17415"/>
                </a:lnTo>
                <a:lnTo>
                  <a:pt x="15571" y="17727"/>
                </a:lnTo>
                <a:lnTo>
                  <a:pt x="14035" y="18108"/>
                </a:lnTo>
                <a:lnTo>
                  <a:pt x="12156" y="18576"/>
                </a:lnTo>
                <a:lnTo>
                  <a:pt x="9871" y="19145"/>
                </a:lnTo>
                <a:lnTo>
                  <a:pt x="7123" y="19827"/>
                </a:lnTo>
                <a:lnTo>
                  <a:pt x="3852" y="20644"/>
                </a:lnTo>
                <a:lnTo>
                  <a:pt x="0" y="21600"/>
                </a:lnTo>
                <a:lnTo>
                  <a:pt x="0" y="18409"/>
                </a:lnTo>
                <a:lnTo>
                  <a:pt x="0" y="15208"/>
                </a:lnTo>
                <a:lnTo>
                  <a:pt x="0" y="11995"/>
                </a:lnTo>
                <a:lnTo>
                  <a:pt x="0" y="8756"/>
                </a:lnTo>
                <a:lnTo>
                  <a:pt x="0" y="5485"/>
                </a:lnTo>
                <a:lnTo>
                  <a:pt x="1543" y="3728"/>
                </a:lnTo>
                <a:lnTo>
                  <a:pt x="3139" y="2331"/>
                </a:lnTo>
                <a:lnTo>
                  <a:pt x="4781" y="1284"/>
                </a:lnTo>
                <a:lnTo>
                  <a:pt x="6458" y="559"/>
                </a:lnTo>
                <a:lnTo>
                  <a:pt x="8162" y="134"/>
                </a:lnTo>
                <a:lnTo>
                  <a:pt x="9881" y="0"/>
                </a:lnTo>
                <a:lnTo>
                  <a:pt x="11609" y="134"/>
                </a:lnTo>
                <a:lnTo>
                  <a:pt x="13332" y="516"/>
                </a:lnTo>
                <a:lnTo>
                  <a:pt x="15046" y="1123"/>
                </a:lnTo>
                <a:lnTo>
                  <a:pt x="16740" y="1945"/>
                </a:lnTo>
                <a:lnTo>
                  <a:pt x="18401" y="2960"/>
                </a:lnTo>
                <a:lnTo>
                  <a:pt x="20026" y="4147"/>
                </a:lnTo>
                <a:lnTo>
                  <a:pt x="21600" y="5485"/>
                </a:lnTo>
                <a:close/>
              </a:path>
            </a:pathLst>
          </a:custGeom>
          <a:solidFill>
            <a:srgbClr val="75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5" name="contour_11523"/>
          <p:cNvSpPr/>
          <p:nvPr/>
        </p:nvSpPr>
        <p:spPr>
          <a:xfrm>
            <a:off x="6875663" y="5247354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8908" y="1674"/>
                </a:lnTo>
                <a:lnTo>
                  <a:pt x="9180" y="3377"/>
                </a:lnTo>
                <a:lnTo>
                  <a:pt x="10245" y="5641"/>
                </a:lnTo>
                <a:lnTo>
                  <a:pt x="11187" y="7024"/>
                </a:lnTo>
                <a:lnTo>
                  <a:pt x="12189" y="7812"/>
                </a:lnTo>
                <a:lnTo>
                  <a:pt x="13440" y="8302"/>
                </a:lnTo>
                <a:lnTo>
                  <a:pt x="15120" y="8777"/>
                </a:lnTo>
                <a:lnTo>
                  <a:pt x="15690" y="8881"/>
                </a:lnTo>
                <a:lnTo>
                  <a:pt x="17414" y="9212"/>
                </a:lnTo>
                <a:lnTo>
                  <a:pt x="18420" y="10001"/>
                </a:lnTo>
                <a:lnTo>
                  <a:pt x="19440" y="10800"/>
                </a:lnTo>
                <a:lnTo>
                  <a:pt x="19868" y="12938"/>
                </a:lnTo>
                <a:lnTo>
                  <a:pt x="20298" y="15084"/>
                </a:lnTo>
                <a:lnTo>
                  <a:pt x="20727" y="17237"/>
                </a:lnTo>
                <a:lnTo>
                  <a:pt x="21162" y="19408"/>
                </a:lnTo>
                <a:lnTo>
                  <a:pt x="21600" y="21600"/>
                </a:lnTo>
                <a:lnTo>
                  <a:pt x="20174" y="21125"/>
                </a:lnTo>
                <a:lnTo>
                  <a:pt x="18749" y="20650"/>
                </a:lnTo>
                <a:lnTo>
                  <a:pt x="17321" y="20174"/>
                </a:lnTo>
                <a:lnTo>
                  <a:pt x="15893" y="19699"/>
                </a:lnTo>
                <a:lnTo>
                  <a:pt x="14463" y="19220"/>
                </a:lnTo>
                <a:lnTo>
                  <a:pt x="13033" y="18745"/>
                </a:lnTo>
                <a:lnTo>
                  <a:pt x="11599" y="18266"/>
                </a:lnTo>
                <a:lnTo>
                  <a:pt x="10163" y="17788"/>
                </a:lnTo>
                <a:lnTo>
                  <a:pt x="8722" y="17309"/>
                </a:lnTo>
                <a:lnTo>
                  <a:pt x="7279" y="16826"/>
                </a:lnTo>
                <a:lnTo>
                  <a:pt x="5834" y="16344"/>
                </a:lnTo>
                <a:lnTo>
                  <a:pt x="4383" y="15862"/>
                </a:lnTo>
                <a:lnTo>
                  <a:pt x="2927" y="15376"/>
                </a:lnTo>
                <a:lnTo>
                  <a:pt x="1467" y="14890"/>
                </a:lnTo>
                <a:lnTo>
                  <a:pt x="0" y="14400"/>
                </a:lnTo>
                <a:lnTo>
                  <a:pt x="1426" y="13806"/>
                </a:lnTo>
                <a:lnTo>
                  <a:pt x="2853" y="13212"/>
                </a:lnTo>
                <a:lnTo>
                  <a:pt x="4288" y="12614"/>
                </a:lnTo>
                <a:lnTo>
                  <a:pt x="5728" y="12013"/>
                </a:lnTo>
                <a:lnTo>
                  <a:pt x="7178" y="11408"/>
                </a:lnTo>
                <a:lnTo>
                  <a:pt x="8640" y="10800"/>
                </a:lnTo>
                <a:lnTo>
                  <a:pt x="8899" y="8014"/>
                </a:lnTo>
                <a:lnTo>
                  <a:pt x="9029" y="6059"/>
                </a:lnTo>
                <a:lnTo>
                  <a:pt x="9029" y="4417"/>
                </a:lnTo>
                <a:lnTo>
                  <a:pt x="8899" y="2570"/>
                </a:lnTo>
                <a:lnTo>
                  <a:pt x="8640" y="0"/>
                </a:lnTo>
                <a:close/>
              </a:path>
            </a:pathLst>
          </a:custGeom>
          <a:solidFill>
            <a:srgbClr val="9C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6" name="contour_11524"/>
          <p:cNvSpPr/>
          <p:nvPr/>
        </p:nvSpPr>
        <p:spPr>
          <a:xfrm>
            <a:off x="8697661" y="5232180"/>
            <a:ext cx="38138" cy="443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38" y="291"/>
                </a:moveTo>
                <a:lnTo>
                  <a:pt x="21018" y="2877"/>
                </a:lnTo>
                <a:lnTo>
                  <a:pt x="21328" y="5423"/>
                </a:lnTo>
                <a:lnTo>
                  <a:pt x="21530" y="7938"/>
                </a:lnTo>
                <a:lnTo>
                  <a:pt x="21600" y="10445"/>
                </a:lnTo>
                <a:lnTo>
                  <a:pt x="21493" y="12956"/>
                </a:lnTo>
                <a:lnTo>
                  <a:pt x="21187" y="15484"/>
                </a:lnTo>
                <a:lnTo>
                  <a:pt x="20638" y="18049"/>
                </a:lnTo>
                <a:lnTo>
                  <a:pt x="18013" y="19274"/>
                </a:lnTo>
                <a:lnTo>
                  <a:pt x="15380" y="20165"/>
                </a:lnTo>
                <a:lnTo>
                  <a:pt x="12705" y="20783"/>
                </a:lnTo>
                <a:lnTo>
                  <a:pt x="9960" y="21192"/>
                </a:lnTo>
                <a:lnTo>
                  <a:pt x="7112" y="21444"/>
                </a:lnTo>
                <a:lnTo>
                  <a:pt x="4128" y="21600"/>
                </a:lnTo>
                <a:lnTo>
                  <a:pt x="2629" y="17722"/>
                </a:lnTo>
                <a:lnTo>
                  <a:pt x="1610" y="14977"/>
                </a:lnTo>
                <a:lnTo>
                  <a:pt x="953" y="12963"/>
                </a:lnTo>
                <a:lnTo>
                  <a:pt x="541" y="11290"/>
                </a:lnTo>
                <a:lnTo>
                  <a:pt x="260" y="9568"/>
                </a:lnTo>
                <a:lnTo>
                  <a:pt x="0" y="7394"/>
                </a:lnTo>
                <a:lnTo>
                  <a:pt x="2014" y="4862"/>
                </a:lnTo>
                <a:lnTo>
                  <a:pt x="4086" y="2948"/>
                </a:lnTo>
                <a:lnTo>
                  <a:pt x="6274" y="1580"/>
                </a:lnTo>
                <a:lnTo>
                  <a:pt x="8619" y="685"/>
                </a:lnTo>
                <a:lnTo>
                  <a:pt x="11178" y="185"/>
                </a:lnTo>
                <a:lnTo>
                  <a:pt x="14001" y="0"/>
                </a:lnTo>
                <a:lnTo>
                  <a:pt x="17138" y="60"/>
                </a:lnTo>
                <a:lnTo>
                  <a:pt x="20638" y="291"/>
                </a:lnTo>
                <a:close/>
              </a:path>
            </a:pathLst>
          </a:custGeom>
          <a:solidFill>
            <a:srgbClr val="BCA0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7" name="contour_11525"/>
          <p:cNvSpPr/>
          <p:nvPr/>
        </p:nvSpPr>
        <p:spPr>
          <a:xfrm>
            <a:off x="2378972" y="5247354"/>
            <a:ext cx="3813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28" y="0"/>
                </a:moveTo>
                <a:lnTo>
                  <a:pt x="9054" y="241"/>
                </a:lnTo>
                <a:lnTo>
                  <a:pt x="12497" y="475"/>
                </a:lnTo>
                <a:lnTo>
                  <a:pt x="14920" y="793"/>
                </a:lnTo>
                <a:lnTo>
                  <a:pt x="16782" y="1277"/>
                </a:lnTo>
                <a:lnTo>
                  <a:pt x="18533" y="2012"/>
                </a:lnTo>
                <a:lnTo>
                  <a:pt x="20642" y="3086"/>
                </a:lnTo>
                <a:lnTo>
                  <a:pt x="21092" y="5162"/>
                </a:lnTo>
                <a:lnTo>
                  <a:pt x="21389" y="7221"/>
                </a:lnTo>
                <a:lnTo>
                  <a:pt x="21555" y="9266"/>
                </a:lnTo>
                <a:lnTo>
                  <a:pt x="21600" y="11306"/>
                </a:lnTo>
                <a:lnTo>
                  <a:pt x="21546" y="13346"/>
                </a:lnTo>
                <a:lnTo>
                  <a:pt x="21406" y="15388"/>
                </a:lnTo>
                <a:lnTo>
                  <a:pt x="21200" y="17444"/>
                </a:lnTo>
                <a:lnTo>
                  <a:pt x="20939" y="19511"/>
                </a:lnTo>
                <a:lnTo>
                  <a:pt x="20642" y="21600"/>
                </a:lnTo>
                <a:lnTo>
                  <a:pt x="18801" y="20128"/>
                </a:lnTo>
                <a:lnTo>
                  <a:pt x="16935" y="18635"/>
                </a:lnTo>
                <a:lnTo>
                  <a:pt x="14685" y="17178"/>
                </a:lnTo>
                <a:lnTo>
                  <a:pt x="12468" y="15993"/>
                </a:lnTo>
                <a:lnTo>
                  <a:pt x="10234" y="15027"/>
                </a:lnTo>
                <a:lnTo>
                  <a:pt x="7927" y="14234"/>
                </a:lnTo>
                <a:lnTo>
                  <a:pt x="5487" y="13556"/>
                </a:lnTo>
                <a:lnTo>
                  <a:pt x="2861" y="12945"/>
                </a:lnTo>
                <a:lnTo>
                  <a:pt x="0" y="12343"/>
                </a:lnTo>
                <a:lnTo>
                  <a:pt x="681" y="10306"/>
                </a:lnTo>
                <a:lnTo>
                  <a:pt x="1362" y="8267"/>
                </a:lnTo>
                <a:lnTo>
                  <a:pt x="2048" y="6218"/>
                </a:lnTo>
                <a:lnTo>
                  <a:pt x="2737" y="4160"/>
                </a:lnTo>
                <a:lnTo>
                  <a:pt x="3431" y="2089"/>
                </a:lnTo>
                <a:lnTo>
                  <a:pt x="4128" y="0"/>
                </a:lnTo>
                <a:close/>
              </a:path>
            </a:pathLst>
          </a:custGeom>
          <a:solidFill>
            <a:srgbClr val="B399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8" name="contour_11526"/>
          <p:cNvSpPr/>
          <p:nvPr/>
        </p:nvSpPr>
        <p:spPr>
          <a:xfrm>
            <a:off x="4419610" y="5196338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297" y="0"/>
                </a:lnTo>
                <a:lnTo>
                  <a:pt x="12996" y="0"/>
                </a:lnTo>
                <a:lnTo>
                  <a:pt x="14700" y="0"/>
                </a:lnTo>
                <a:lnTo>
                  <a:pt x="16411" y="0"/>
                </a:lnTo>
                <a:lnTo>
                  <a:pt x="18130" y="0"/>
                </a:lnTo>
                <a:lnTo>
                  <a:pt x="19858" y="0"/>
                </a:lnTo>
                <a:lnTo>
                  <a:pt x="21600" y="0"/>
                </a:lnTo>
                <a:lnTo>
                  <a:pt x="21094" y="248"/>
                </a:lnTo>
                <a:lnTo>
                  <a:pt x="20198" y="686"/>
                </a:lnTo>
                <a:lnTo>
                  <a:pt x="18149" y="1688"/>
                </a:lnTo>
                <a:lnTo>
                  <a:pt x="16550" y="2959"/>
                </a:lnTo>
                <a:lnTo>
                  <a:pt x="15422" y="4182"/>
                </a:lnTo>
                <a:lnTo>
                  <a:pt x="14614" y="5538"/>
                </a:lnTo>
                <a:lnTo>
                  <a:pt x="13985" y="7204"/>
                </a:lnTo>
                <a:lnTo>
                  <a:pt x="13387" y="9366"/>
                </a:lnTo>
                <a:lnTo>
                  <a:pt x="13145" y="11111"/>
                </a:lnTo>
                <a:lnTo>
                  <a:pt x="12917" y="12855"/>
                </a:lnTo>
                <a:lnTo>
                  <a:pt x="12703" y="14599"/>
                </a:lnTo>
                <a:lnTo>
                  <a:pt x="12504" y="16343"/>
                </a:lnTo>
                <a:lnTo>
                  <a:pt x="12319" y="18090"/>
                </a:lnTo>
                <a:lnTo>
                  <a:pt x="12151" y="19842"/>
                </a:lnTo>
                <a:lnTo>
                  <a:pt x="12000" y="21600"/>
                </a:lnTo>
                <a:lnTo>
                  <a:pt x="10303" y="21600"/>
                </a:lnTo>
                <a:lnTo>
                  <a:pt x="8604" y="21600"/>
                </a:lnTo>
                <a:lnTo>
                  <a:pt x="6900" y="21600"/>
                </a:lnTo>
                <a:lnTo>
                  <a:pt x="5189" y="21600"/>
                </a:lnTo>
                <a:lnTo>
                  <a:pt x="3470" y="21600"/>
                </a:lnTo>
                <a:lnTo>
                  <a:pt x="1742" y="21600"/>
                </a:lnTo>
                <a:lnTo>
                  <a:pt x="0" y="21600"/>
                </a:lnTo>
                <a:lnTo>
                  <a:pt x="1188" y="20930"/>
                </a:lnTo>
                <a:lnTo>
                  <a:pt x="2381" y="20261"/>
                </a:lnTo>
                <a:lnTo>
                  <a:pt x="3583" y="19583"/>
                </a:lnTo>
                <a:lnTo>
                  <a:pt x="4800" y="18900"/>
                </a:lnTo>
                <a:lnTo>
                  <a:pt x="4800" y="17115"/>
                </a:lnTo>
                <a:lnTo>
                  <a:pt x="4800" y="15320"/>
                </a:lnTo>
                <a:lnTo>
                  <a:pt x="4800" y="13500"/>
                </a:lnTo>
                <a:lnTo>
                  <a:pt x="6386" y="13500"/>
                </a:lnTo>
                <a:lnTo>
                  <a:pt x="7982" y="13500"/>
                </a:lnTo>
                <a:lnTo>
                  <a:pt x="9600" y="13500"/>
                </a:lnTo>
                <a:lnTo>
                  <a:pt x="9600" y="11591"/>
                </a:lnTo>
                <a:lnTo>
                  <a:pt x="9600" y="9680"/>
                </a:lnTo>
                <a:lnTo>
                  <a:pt x="9600" y="7762"/>
                </a:lnTo>
                <a:lnTo>
                  <a:pt x="9600" y="5837"/>
                </a:lnTo>
                <a:lnTo>
                  <a:pt x="9600" y="3904"/>
                </a:lnTo>
                <a:lnTo>
                  <a:pt x="9600" y="1960"/>
                </a:lnTo>
                <a:lnTo>
                  <a:pt x="9600" y="0"/>
                </a:lnTo>
                <a:close/>
              </a:path>
            </a:pathLst>
          </a:custGeom>
          <a:solidFill>
            <a:srgbClr val="9882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29" name="contour_11527"/>
          <p:cNvSpPr/>
          <p:nvPr/>
        </p:nvSpPr>
        <p:spPr>
          <a:xfrm>
            <a:off x="4485201" y="5225490"/>
            <a:ext cx="80168" cy="24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401"/>
                </a:lnTo>
                <a:lnTo>
                  <a:pt x="2673" y="802"/>
                </a:lnTo>
                <a:lnTo>
                  <a:pt x="4012" y="1203"/>
                </a:lnTo>
                <a:lnTo>
                  <a:pt x="5349" y="1603"/>
                </a:lnTo>
                <a:lnTo>
                  <a:pt x="6688" y="2004"/>
                </a:lnTo>
                <a:lnTo>
                  <a:pt x="8031" y="2405"/>
                </a:lnTo>
                <a:lnTo>
                  <a:pt x="9374" y="2806"/>
                </a:lnTo>
                <a:lnTo>
                  <a:pt x="10719" y="3207"/>
                </a:lnTo>
                <a:lnTo>
                  <a:pt x="12067" y="3614"/>
                </a:lnTo>
                <a:lnTo>
                  <a:pt x="13418" y="4015"/>
                </a:lnTo>
                <a:lnTo>
                  <a:pt x="14772" y="4422"/>
                </a:lnTo>
                <a:lnTo>
                  <a:pt x="16129" y="4829"/>
                </a:lnTo>
                <a:lnTo>
                  <a:pt x="17490" y="5237"/>
                </a:lnTo>
                <a:lnTo>
                  <a:pt x="18855" y="5644"/>
                </a:lnTo>
                <a:lnTo>
                  <a:pt x="20225" y="6051"/>
                </a:lnTo>
                <a:lnTo>
                  <a:pt x="21600" y="6465"/>
                </a:lnTo>
                <a:lnTo>
                  <a:pt x="21600" y="10739"/>
                </a:lnTo>
                <a:lnTo>
                  <a:pt x="21600" y="15038"/>
                </a:lnTo>
                <a:lnTo>
                  <a:pt x="21600" y="19395"/>
                </a:lnTo>
                <a:lnTo>
                  <a:pt x="20373" y="19609"/>
                </a:lnTo>
                <a:lnTo>
                  <a:pt x="19145" y="19809"/>
                </a:lnTo>
                <a:lnTo>
                  <a:pt x="17920" y="19997"/>
                </a:lnTo>
                <a:lnTo>
                  <a:pt x="16693" y="20165"/>
                </a:lnTo>
                <a:lnTo>
                  <a:pt x="15466" y="20326"/>
                </a:lnTo>
                <a:lnTo>
                  <a:pt x="14238" y="20475"/>
                </a:lnTo>
                <a:lnTo>
                  <a:pt x="13009" y="20611"/>
                </a:lnTo>
                <a:lnTo>
                  <a:pt x="12398" y="20734"/>
                </a:lnTo>
                <a:lnTo>
                  <a:pt x="10555" y="21102"/>
                </a:lnTo>
                <a:lnTo>
                  <a:pt x="9963" y="21147"/>
                </a:lnTo>
                <a:lnTo>
                  <a:pt x="8177" y="21290"/>
                </a:lnTo>
                <a:lnTo>
                  <a:pt x="7635" y="21367"/>
                </a:lnTo>
                <a:lnTo>
                  <a:pt x="5995" y="21600"/>
                </a:lnTo>
                <a:lnTo>
                  <a:pt x="5217" y="20727"/>
                </a:lnTo>
                <a:lnTo>
                  <a:pt x="4589" y="19745"/>
                </a:lnTo>
                <a:lnTo>
                  <a:pt x="4004" y="18277"/>
                </a:lnTo>
                <a:lnTo>
                  <a:pt x="3358" y="15949"/>
                </a:lnTo>
                <a:lnTo>
                  <a:pt x="2545" y="12381"/>
                </a:lnTo>
                <a:lnTo>
                  <a:pt x="1461" y="7189"/>
                </a:lnTo>
                <a:lnTo>
                  <a:pt x="0" y="0"/>
                </a:lnTo>
                <a:close/>
              </a:path>
            </a:pathLst>
          </a:custGeom>
          <a:solidFill>
            <a:srgbClr val="6062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0" name="contour_11528"/>
          <p:cNvSpPr/>
          <p:nvPr/>
        </p:nvSpPr>
        <p:spPr>
          <a:xfrm>
            <a:off x="1110861" y="5218202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487" y="1190"/>
                </a:lnTo>
                <a:lnTo>
                  <a:pt x="17499" y="2380"/>
                </a:lnTo>
                <a:lnTo>
                  <a:pt x="18462" y="3579"/>
                </a:lnTo>
                <a:lnTo>
                  <a:pt x="19363" y="4795"/>
                </a:lnTo>
                <a:lnTo>
                  <a:pt x="20190" y="6037"/>
                </a:lnTo>
                <a:lnTo>
                  <a:pt x="20940" y="7316"/>
                </a:lnTo>
                <a:lnTo>
                  <a:pt x="21600" y="8640"/>
                </a:lnTo>
                <a:lnTo>
                  <a:pt x="20202" y="9923"/>
                </a:lnTo>
                <a:lnTo>
                  <a:pt x="19094" y="10800"/>
                </a:lnTo>
                <a:lnTo>
                  <a:pt x="17693" y="11677"/>
                </a:lnTo>
                <a:lnTo>
                  <a:pt x="15429" y="12960"/>
                </a:lnTo>
                <a:lnTo>
                  <a:pt x="14457" y="14167"/>
                </a:lnTo>
                <a:lnTo>
                  <a:pt x="13528" y="15386"/>
                </a:lnTo>
                <a:lnTo>
                  <a:pt x="12639" y="16610"/>
                </a:lnTo>
                <a:lnTo>
                  <a:pt x="11778" y="17846"/>
                </a:lnTo>
                <a:lnTo>
                  <a:pt x="10933" y="19088"/>
                </a:lnTo>
                <a:lnTo>
                  <a:pt x="10096" y="20341"/>
                </a:lnTo>
                <a:lnTo>
                  <a:pt x="9257" y="21600"/>
                </a:lnTo>
                <a:lnTo>
                  <a:pt x="8239" y="20412"/>
                </a:lnTo>
                <a:lnTo>
                  <a:pt x="7221" y="19222"/>
                </a:lnTo>
                <a:lnTo>
                  <a:pt x="6199" y="18032"/>
                </a:lnTo>
                <a:lnTo>
                  <a:pt x="5175" y="16839"/>
                </a:lnTo>
                <a:lnTo>
                  <a:pt x="4150" y="15641"/>
                </a:lnTo>
                <a:lnTo>
                  <a:pt x="3120" y="14440"/>
                </a:lnTo>
                <a:lnTo>
                  <a:pt x="2086" y="13232"/>
                </a:lnTo>
                <a:lnTo>
                  <a:pt x="1046" y="12020"/>
                </a:lnTo>
                <a:lnTo>
                  <a:pt x="0" y="10800"/>
                </a:lnTo>
                <a:lnTo>
                  <a:pt x="1975" y="11022"/>
                </a:lnTo>
                <a:lnTo>
                  <a:pt x="3965" y="11247"/>
                </a:lnTo>
                <a:lnTo>
                  <a:pt x="5980" y="11474"/>
                </a:lnTo>
                <a:lnTo>
                  <a:pt x="8489" y="11478"/>
                </a:lnTo>
                <a:lnTo>
                  <a:pt x="10140" y="11303"/>
                </a:lnTo>
                <a:lnTo>
                  <a:pt x="12343" y="10800"/>
                </a:lnTo>
                <a:lnTo>
                  <a:pt x="13090" y="9487"/>
                </a:lnTo>
                <a:lnTo>
                  <a:pt x="13697" y="8169"/>
                </a:lnTo>
                <a:lnTo>
                  <a:pt x="14182" y="6845"/>
                </a:lnTo>
                <a:lnTo>
                  <a:pt x="14565" y="5510"/>
                </a:lnTo>
                <a:lnTo>
                  <a:pt x="14861" y="4160"/>
                </a:lnTo>
                <a:lnTo>
                  <a:pt x="15092" y="2795"/>
                </a:lnTo>
                <a:lnTo>
                  <a:pt x="15274" y="1410"/>
                </a:lnTo>
                <a:lnTo>
                  <a:pt x="15429" y="0"/>
                </a:lnTo>
                <a:close/>
              </a:path>
            </a:pathLst>
          </a:custGeom>
          <a:solidFill>
            <a:srgbClr val="5E58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1" name="contour_11529"/>
          <p:cNvSpPr/>
          <p:nvPr/>
        </p:nvSpPr>
        <p:spPr>
          <a:xfrm>
            <a:off x="2218636" y="5203626"/>
            <a:ext cx="58304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100" y="2456"/>
                </a:lnTo>
                <a:lnTo>
                  <a:pt x="8100" y="4919"/>
                </a:lnTo>
                <a:lnTo>
                  <a:pt x="8100" y="7392"/>
                </a:lnTo>
                <a:lnTo>
                  <a:pt x="8100" y="9884"/>
                </a:lnTo>
                <a:lnTo>
                  <a:pt x="8100" y="12402"/>
                </a:lnTo>
                <a:lnTo>
                  <a:pt x="9882" y="11720"/>
                </a:lnTo>
                <a:lnTo>
                  <a:pt x="11667" y="11038"/>
                </a:lnTo>
                <a:lnTo>
                  <a:pt x="13460" y="10351"/>
                </a:lnTo>
                <a:lnTo>
                  <a:pt x="15260" y="9661"/>
                </a:lnTo>
                <a:lnTo>
                  <a:pt x="17072" y="8967"/>
                </a:lnTo>
                <a:lnTo>
                  <a:pt x="18900" y="8268"/>
                </a:lnTo>
                <a:lnTo>
                  <a:pt x="19435" y="10724"/>
                </a:lnTo>
                <a:lnTo>
                  <a:pt x="19972" y="13187"/>
                </a:lnTo>
                <a:lnTo>
                  <a:pt x="20509" y="15659"/>
                </a:lnTo>
                <a:lnTo>
                  <a:pt x="21052" y="18152"/>
                </a:lnTo>
                <a:lnTo>
                  <a:pt x="21600" y="20670"/>
                </a:lnTo>
                <a:lnTo>
                  <a:pt x="19769" y="20972"/>
                </a:lnTo>
                <a:lnTo>
                  <a:pt x="17958" y="21228"/>
                </a:lnTo>
                <a:lnTo>
                  <a:pt x="16165" y="21431"/>
                </a:lnTo>
                <a:lnTo>
                  <a:pt x="14377" y="21559"/>
                </a:lnTo>
                <a:lnTo>
                  <a:pt x="12598" y="21600"/>
                </a:lnTo>
                <a:lnTo>
                  <a:pt x="10813" y="21546"/>
                </a:lnTo>
                <a:lnTo>
                  <a:pt x="9023" y="21385"/>
                </a:lnTo>
                <a:lnTo>
                  <a:pt x="7223" y="21096"/>
                </a:lnTo>
                <a:lnTo>
                  <a:pt x="5400" y="20670"/>
                </a:lnTo>
                <a:lnTo>
                  <a:pt x="4123" y="18607"/>
                </a:lnTo>
                <a:lnTo>
                  <a:pt x="3032" y="16495"/>
                </a:lnTo>
                <a:lnTo>
                  <a:pt x="2117" y="14299"/>
                </a:lnTo>
                <a:lnTo>
                  <a:pt x="1363" y="11993"/>
                </a:lnTo>
                <a:lnTo>
                  <a:pt x="767" y="9549"/>
                </a:lnTo>
                <a:lnTo>
                  <a:pt x="316" y="6941"/>
                </a:lnTo>
                <a:lnTo>
                  <a:pt x="0" y="4134"/>
                </a:lnTo>
                <a:lnTo>
                  <a:pt x="1339" y="2084"/>
                </a:lnTo>
                <a:lnTo>
                  <a:pt x="2700" y="0"/>
                </a:lnTo>
                <a:close/>
              </a:path>
            </a:pathLst>
          </a:custGeom>
          <a:solidFill>
            <a:srgbClr val="897E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2" name="contour_11530"/>
          <p:cNvSpPr/>
          <p:nvPr/>
        </p:nvSpPr>
        <p:spPr>
          <a:xfrm>
            <a:off x="1678173" y="5218202"/>
            <a:ext cx="5331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6" y="0"/>
                </a:moveTo>
                <a:lnTo>
                  <a:pt x="2197" y="557"/>
                </a:lnTo>
                <a:lnTo>
                  <a:pt x="3921" y="1123"/>
                </a:lnTo>
                <a:lnTo>
                  <a:pt x="5642" y="1702"/>
                </a:lnTo>
                <a:lnTo>
                  <a:pt x="7360" y="2294"/>
                </a:lnTo>
                <a:lnTo>
                  <a:pt x="9082" y="2899"/>
                </a:lnTo>
                <a:lnTo>
                  <a:pt x="10800" y="3508"/>
                </a:lnTo>
                <a:lnTo>
                  <a:pt x="11544" y="3741"/>
                </a:lnTo>
                <a:lnTo>
                  <a:pt x="13788" y="4428"/>
                </a:lnTo>
                <a:lnTo>
                  <a:pt x="15491" y="5089"/>
                </a:lnTo>
                <a:lnTo>
                  <a:pt x="16826" y="5750"/>
                </a:lnTo>
                <a:lnTo>
                  <a:pt x="18476" y="6800"/>
                </a:lnTo>
                <a:lnTo>
                  <a:pt x="21134" y="8640"/>
                </a:lnTo>
                <a:lnTo>
                  <a:pt x="21444" y="12010"/>
                </a:lnTo>
                <a:lnTo>
                  <a:pt x="21600" y="14364"/>
                </a:lnTo>
                <a:lnTo>
                  <a:pt x="21600" y="16334"/>
                </a:lnTo>
                <a:lnTo>
                  <a:pt x="21444" y="18541"/>
                </a:lnTo>
                <a:lnTo>
                  <a:pt x="21134" y="21600"/>
                </a:lnTo>
                <a:lnTo>
                  <a:pt x="19403" y="21043"/>
                </a:lnTo>
                <a:lnTo>
                  <a:pt x="17679" y="20477"/>
                </a:lnTo>
                <a:lnTo>
                  <a:pt x="15958" y="19898"/>
                </a:lnTo>
                <a:lnTo>
                  <a:pt x="14240" y="19306"/>
                </a:lnTo>
                <a:lnTo>
                  <a:pt x="12518" y="18701"/>
                </a:lnTo>
                <a:lnTo>
                  <a:pt x="10800" y="18092"/>
                </a:lnTo>
                <a:lnTo>
                  <a:pt x="9318" y="17634"/>
                </a:lnTo>
                <a:lnTo>
                  <a:pt x="7812" y="17172"/>
                </a:lnTo>
                <a:lnTo>
                  <a:pt x="6109" y="16511"/>
                </a:lnTo>
                <a:lnTo>
                  <a:pt x="4774" y="15850"/>
                </a:lnTo>
                <a:lnTo>
                  <a:pt x="3124" y="14800"/>
                </a:lnTo>
                <a:lnTo>
                  <a:pt x="466" y="12960"/>
                </a:lnTo>
                <a:lnTo>
                  <a:pt x="156" y="9590"/>
                </a:lnTo>
                <a:lnTo>
                  <a:pt x="0" y="7236"/>
                </a:lnTo>
                <a:lnTo>
                  <a:pt x="0" y="5266"/>
                </a:lnTo>
                <a:lnTo>
                  <a:pt x="156" y="3059"/>
                </a:lnTo>
                <a:lnTo>
                  <a:pt x="466" y="0"/>
                </a:lnTo>
                <a:close/>
              </a:path>
            </a:pathLst>
          </a:custGeom>
          <a:solidFill>
            <a:srgbClr val="352F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3" name="contour_11531"/>
          <p:cNvSpPr/>
          <p:nvPr/>
        </p:nvSpPr>
        <p:spPr>
          <a:xfrm>
            <a:off x="4864177" y="5216088"/>
            <a:ext cx="65592" cy="239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904"/>
                </a:moveTo>
                <a:lnTo>
                  <a:pt x="4001" y="860"/>
                </a:lnTo>
                <a:lnTo>
                  <a:pt x="5167" y="249"/>
                </a:lnTo>
                <a:lnTo>
                  <a:pt x="6238" y="0"/>
                </a:lnTo>
                <a:lnTo>
                  <a:pt x="7553" y="33"/>
                </a:lnTo>
                <a:lnTo>
                  <a:pt x="9451" y="263"/>
                </a:lnTo>
                <a:lnTo>
                  <a:pt x="10711" y="361"/>
                </a:lnTo>
                <a:lnTo>
                  <a:pt x="11978" y="466"/>
                </a:lnTo>
                <a:lnTo>
                  <a:pt x="13265" y="571"/>
                </a:lnTo>
                <a:lnTo>
                  <a:pt x="14873" y="1208"/>
                </a:lnTo>
                <a:lnTo>
                  <a:pt x="16327" y="1930"/>
                </a:lnTo>
                <a:lnTo>
                  <a:pt x="17681" y="2882"/>
                </a:lnTo>
                <a:lnTo>
                  <a:pt x="18977" y="4195"/>
                </a:lnTo>
                <a:lnTo>
                  <a:pt x="20268" y="6014"/>
                </a:lnTo>
                <a:lnTo>
                  <a:pt x="21600" y="8469"/>
                </a:lnTo>
                <a:lnTo>
                  <a:pt x="21600" y="12809"/>
                </a:lnTo>
                <a:lnTo>
                  <a:pt x="21600" y="17175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475" y="17700"/>
                </a:lnTo>
                <a:lnTo>
                  <a:pt x="953" y="13787"/>
                </a:lnTo>
                <a:lnTo>
                  <a:pt x="1430" y="9861"/>
                </a:lnTo>
                <a:lnTo>
                  <a:pt x="1913" y="5902"/>
                </a:lnTo>
                <a:lnTo>
                  <a:pt x="2400" y="1904"/>
                </a:lnTo>
                <a:close/>
              </a:path>
            </a:pathLst>
          </a:custGeom>
          <a:solidFill>
            <a:srgbClr val="7D6D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4" name="contour_11532"/>
          <p:cNvSpPr/>
          <p:nvPr/>
        </p:nvSpPr>
        <p:spPr>
          <a:xfrm>
            <a:off x="884934" y="5138034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08" y="110"/>
                </a:lnTo>
                <a:lnTo>
                  <a:pt x="1951" y="212"/>
                </a:lnTo>
                <a:lnTo>
                  <a:pt x="3038" y="332"/>
                </a:lnTo>
                <a:lnTo>
                  <a:pt x="4478" y="489"/>
                </a:lnTo>
                <a:lnTo>
                  <a:pt x="6484" y="707"/>
                </a:lnTo>
                <a:lnTo>
                  <a:pt x="9263" y="1011"/>
                </a:lnTo>
                <a:lnTo>
                  <a:pt x="13032" y="1422"/>
                </a:lnTo>
                <a:lnTo>
                  <a:pt x="18000" y="1964"/>
                </a:lnTo>
                <a:lnTo>
                  <a:pt x="17644" y="3324"/>
                </a:lnTo>
                <a:lnTo>
                  <a:pt x="17287" y="4687"/>
                </a:lnTo>
                <a:lnTo>
                  <a:pt x="16931" y="6050"/>
                </a:lnTo>
                <a:lnTo>
                  <a:pt x="16571" y="7415"/>
                </a:lnTo>
                <a:lnTo>
                  <a:pt x="16214" y="8785"/>
                </a:lnTo>
                <a:lnTo>
                  <a:pt x="15854" y="10158"/>
                </a:lnTo>
                <a:lnTo>
                  <a:pt x="15494" y="11536"/>
                </a:lnTo>
                <a:lnTo>
                  <a:pt x="15131" y="12921"/>
                </a:lnTo>
                <a:lnTo>
                  <a:pt x="14767" y="14311"/>
                </a:lnTo>
                <a:lnTo>
                  <a:pt x="14400" y="15709"/>
                </a:lnTo>
                <a:lnTo>
                  <a:pt x="16780" y="15709"/>
                </a:lnTo>
                <a:lnTo>
                  <a:pt x="19174" y="15709"/>
                </a:lnTo>
                <a:lnTo>
                  <a:pt x="21600" y="15709"/>
                </a:lnTo>
                <a:lnTo>
                  <a:pt x="20923" y="17170"/>
                </a:lnTo>
                <a:lnTo>
                  <a:pt x="20398" y="18207"/>
                </a:lnTo>
                <a:lnTo>
                  <a:pt x="19850" y="19102"/>
                </a:lnTo>
                <a:lnTo>
                  <a:pt x="19109" y="20139"/>
                </a:lnTo>
                <a:lnTo>
                  <a:pt x="18000" y="21600"/>
                </a:lnTo>
                <a:lnTo>
                  <a:pt x="15620" y="21600"/>
                </a:lnTo>
                <a:lnTo>
                  <a:pt x="13226" y="21600"/>
                </a:lnTo>
                <a:lnTo>
                  <a:pt x="10800" y="21600"/>
                </a:lnTo>
                <a:lnTo>
                  <a:pt x="10724" y="21052"/>
                </a:lnTo>
                <a:lnTo>
                  <a:pt x="10584" y="20086"/>
                </a:lnTo>
                <a:lnTo>
                  <a:pt x="10267" y="17873"/>
                </a:lnTo>
                <a:lnTo>
                  <a:pt x="10066" y="16658"/>
                </a:lnTo>
                <a:lnTo>
                  <a:pt x="9860" y="15440"/>
                </a:lnTo>
                <a:lnTo>
                  <a:pt x="9655" y="14225"/>
                </a:lnTo>
                <a:lnTo>
                  <a:pt x="9450" y="13009"/>
                </a:lnTo>
                <a:lnTo>
                  <a:pt x="9367" y="12398"/>
                </a:lnTo>
                <a:lnTo>
                  <a:pt x="9112" y="10555"/>
                </a:lnTo>
                <a:lnTo>
                  <a:pt x="8701" y="8302"/>
                </a:lnTo>
                <a:lnTo>
                  <a:pt x="8323" y="6631"/>
                </a:lnTo>
                <a:lnTo>
                  <a:pt x="7877" y="5382"/>
                </a:lnTo>
                <a:lnTo>
                  <a:pt x="7268" y="4393"/>
                </a:lnTo>
                <a:lnTo>
                  <a:pt x="6394" y="3507"/>
                </a:lnTo>
                <a:lnTo>
                  <a:pt x="5159" y="2561"/>
                </a:lnTo>
                <a:lnTo>
                  <a:pt x="3460" y="1396"/>
                </a:lnTo>
                <a:lnTo>
                  <a:pt x="1742" y="703"/>
                </a:lnTo>
                <a:lnTo>
                  <a:pt x="0" y="0"/>
                </a:lnTo>
                <a:close/>
              </a:path>
            </a:pathLst>
          </a:custGeom>
          <a:solidFill>
            <a:srgbClr val="7470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5" name="contour_11533"/>
          <p:cNvSpPr/>
          <p:nvPr/>
        </p:nvSpPr>
        <p:spPr>
          <a:xfrm>
            <a:off x="540255" y="5189050"/>
            <a:ext cx="3129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09" y="0"/>
                </a:moveTo>
                <a:lnTo>
                  <a:pt x="9563" y="370"/>
                </a:lnTo>
                <a:lnTo>
                  <a:pt x="11625" y="772"/>
                </a:lnTo>
                <a:lnTo>
                  <a:pt x="13647" y="1466"/>
                </a:lnTo>
                <a:lnTo>
                  <a:pt x="16570" y="2700"/>
                </a:lnTo>
                <a:lnTo>
                  <a:pt x="17450" y="4577"/>
                </a:lnTo>
                <a:lnTo>
                  <a:pt x="18074" y="5989"/>
                </a:lnTo>
                <a:lnTo>
                  <a:pt x="18527" y="7201"/>
                </a:lnTo>
                <a:lnTo>
                  <a:pt x="18889" y="8481"/>
                </a:lnTo>
                <a:lnTo>
                  <a:pt x="19256" y="10098"/>
                </a:lnTo>
                <a:lnTo>
                  <a:pt x="19714" y="12317"/>
                </a:lnTo>
                <a:lnTo>
                  <a:pt x="20091" y="14051"/>
                </a:lnTo>
                <a:lnTo>
                  <a:pt x="20473" y="15795"/>
                </a:lnTo>
                <a:lnTo>
                  <a:pt x="20856" y="17561"/>
                </a:lnTo>
                <a:lnTo>
                  <a:pt x="21102" y="18895"/>
                </a:lnTo>
                <a:lnTo>
                  <a:pt x="21348" y="20239"/>
                </a:lnTo>
                <a:lnTo>
                  <a:pt x="21600" y="21600"/>
                </a:lnTo>
                <a:lnTo>
                  <a:pt x="18391" y="21063"/>
                </a:lnTo>
                <a:lnTo>
                  <a:pt x="15327" y="20485"/>
                </a:lnTo>
                <a:lnTo>
                  <a:pt x="12385" y="19848"/>
                </a:lnTo>
                <a:lnTo>
                  <a:pt x="9542" y="19124"/>
                </a:lnTo>
                <a:lnTo>
                  <a:pt x="6791" y="18292"/>
                </a:lnTo>
                <a:lnTo>
                  <a:pt x="4110" y="17326"/>
                </a:lnTo>
                <a:lnTo>
                  <a:pt x="1479" y="16200"/>
                </a:lnTo>
                <a:lnTo>
                  <a:pt x="709" y="14240"/>
                </a:lnTo>
                <a:lnTo>
                  <a:pt x="221" y="12315"/>
                </a:lnTo>
                <a:lnTo>
                  <a:pt x="0" y="10409"/>
                </a:lnTo>
                <a:lnTo>
                  <a:pt x="35" y="8508"/>
                </a:lnTo>
                <a:lnTo>
                  <a:pt x="302" y="6599"/>
                </a:lnTo>
                <a:lnTo>
                  <a:pt x="785" y="4668"/>
                </a:lnTo>
                <a:lnTo>
                  <a:pt x="1479" y="2700"/>
                </a:lnTo>
                <a:lnTo>
                  <a:pt x="3974" y="1361"/>
                </a:lnTo>
                <a:lnTo>
                  <a:pt x="6509" y="0"/>
                </a:lnTo>
                <a:close/>
              </a:path>
            </a:pathLst>
          </a:custGeom>
          <a:solidFill>
            <a:srgbClr val="211F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6" name="contour_11534"/>
          <p:cNvSpPr/>
          <p:nvPr/>
        </p:nvSpPr>
        <p:spPr>
          <a:xfrm>
            <a:off x="7939709" y="5195981"/>
            <a:ext cx="51016" cy="31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48"/>
                </a:moveTo>
                <a:lnTo>
                  <a:pt x="20986" y="3470"/>
                </a:lnTo>
                <a:lnTo>
                  <a:pt x="20329" y="6552"/>
                </a:lnTo>
                <a:lnTo>
                  <a:pt x="19604" y="9512"/>
                </a:lnTo>
                <a:lnTo>
                  <a:pt x="18780" y="12366"/>
                </a:lnTo>
                <a:lnTo>
                  <a:pt x="17826" y="15129"/>
                </a:lnTo>
                <a:lnTo>
                  <a:pt x="16718" y="17822"/>
                </a:lnTo>
                <a:lnTo>
                  <a:pt x="15429" y="20453"/>
                </a:lnTo>
                <a:lnTo>
                  <a:pt x="13191" y="21095"/>
                </a:lnTo>
                <a:lnTo>
                  <a:pt x="10994" y="21469"/>
                </a:lnTo>
                <a:lnTo>
                  <a:pt x="8816" y="21600"/>
                </a:lnTo>
                <a:lnTo>
                  <a:pt x="6644" y="21534"/>
                </a:lnTo>
                <a:lnTo>
                  <a:pt x="4462" y="21297"/>
                </a:lnTo>
                <a:lnTo>
                  <a:pt x="2253" y="20928"/>
                </a:lnTo>
                <a:lnTo>
                  <a:pt x="0" y="20453"/>
                </a:lnTo>
                <a:lnTo>
                  <a:pt x="953" y="14548"/>
                </a:lnTo>
                <a:lnTo>
                  <a:pt x="1691" y="10457"/>
                </a:lnTo>
                <a:lnTo>
                  <a:pt x="2367" y="7653"/>
                </a:lnTo>
                <a:lnTo>
                  <a:pt x="3141" y="5627"/>
                </a:lnTo>
                <a:lnTo>
                  <a:pt x="4163" y="3854"/>
                </a:lnTo>
                <a:lnTo>
                  <a:pt x="5591" y="1824"/>
                </a:lnTo>
                <a:lnTo>
                  <a:pt x="7606" y="1071"/>
                </a:lnTo>
                <a:lnTo>
                  <a:pt x="9590" y="551"/>
                </a:lnTo>
                <a:lnTo>
                  <a:pt x="11562" y="217"/>
                </a:lnTo>
                <a:lnTo>
                  <a:pt x="13531" y="45"/>
                </a:lnTo>
                <a:lnTo>
                  <a:pt x="15506" y="0"/>
                </a:lnTo>
                <a:lnTo>
                  <a:pt x="17499" y="35"/>
                </a:lnTo>
                <a:lnTo>
                  <a:pt x="19529" y="131"/>
                </a:lnTo>
                <a:lnTo>
                  <a:pt x="21600" y="248"/>
                </a:lnTo>
                <a:close/>
              </a:path>
            </a:pathLst>
          </a:custGeom>
          <a:solidFill>
            <a:srgbClr val="736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7" name="contour_11535"/>
          <p:cNvSpPr/>
          <p:nvPr/>
        </p:nvSpPr>
        <p:spPr>
          <a:xfrm>
            <a:off x="11357777" y="5181135"/>
            <a:ext cx="58304" cy="24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55"/>
                </a:moveTo>
                <a:lnTo>
                  <a:pt x="15295" y="214"/>
                </a:lnTo>
                <a:lnTo>
                  <a:pt x="16762" y="272"/>
                </a:lnTo>
                <a:lnTo>
                  <a:pt x="18247" y="330"/>
                </a:lnTo>
                <a:lnTo>
                  <a:pt x="19081" y="382"/>
                </a:lnTo>
                <a:lnTo>
                  <a:pt x="21600" y="557"/>
                </a:lnTo>
                <a:lnTo>
                  <a:pt x="21219" y="5334"/>
                </a:lnTo>
                <a:lnTo>
                  <a:pt x="20890" y="8738"/>
                </a:lnTo>
                <a:lnTo>
                  <a:pt x="20480" y="11690"/>
                </a:lnTo>
                <a:lnTo>
                  <a:pt x="19859" y="15121"/>
                </a:lnTo>
                <a:lnTo>
                  <a:pt x="18900" y="19975"/>
                </a:lnTo>
                <a:lnTo>
                  <a:pt x="16713" y="20894"/>
                </a:lnTo>
                <a:lnTo>
                  <a:pt x="15117" y="21412"/>
                </a:lnTo>
                <a:lnTo>
                  <a:pt x="13657" y="21600"/>
                </a:lnTo>
                <a:lnTo>
                  <a:pt x="11864" y="21503"/>
                </a:lnTo>
                <a:lnTo>
                  <a:pt x="9280" y="21192"/>
                </a:lnTo>
                <a:lnTo>
                  <a:pt x="7549" y="21011"/>
                </a:lnTo>
                <a:lnTo>
                  <a:pt x="5805" y="20836"/>
                </a:lnTo>
                <a:lnTo>
                  <a:pt x="4039" y="20661"/>
                </a:lnTo>
                <a:lnTo>
                  <a:pt x="2705" y="20428"/>
                </a:lnTo>
                <a:lnTo>
                  <a:pt x="1361" y="20202"/>
                </a:lnTo>
                <a:lnTo>
                  <a:pt x="0" y="19975"/>
                </a:lnTo>
                <a:lnTo>
                  <a:pt x="0" y="15697"/>
                </a:lnTo>
                <a:lnTo>
                  <a:pt x="0" y="11392"/>
                </a:lnTo>
                <a:lnTo>
                  <a:pt x="0" y="7030"/>
                </a:lnTo>
                <a:lnTo>
                  <a:pt x="1609" y="4447"/>
                </a:lnTo>
                <a:lnTo>
                  <a:pt x="3232" y="2576"/>
                </a:lnTo>
                <a:lnTo>
                  <a:pt x="4879" y="1301"/>
                </a:lnTo>
                <a:lnTo>
                  <a:pt x="6561" y="518"/>
                </a:lnTo>
                <a:lnTo>
                  <a:pt x="8289" y="123"/>
                </a:lnTo>
                <a:lnTo>
                  <a:pt x="10071" y="0"/>
                </a:lnTo>
                <a:lnTo>
                  <a:pt x="11915" y="45"/>
                </a:lnTo>
                <a:lnTo>
                  <a:pt x="13838" y="155"/>
                </a:lnTo>
                <a:close/>
              </a:path>
            </a:pathLst>
          </a:custGeom>
          <a:solidFill>
            <a:srgbClr val="8162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8" name="contour_11536"/>
          <p:cNvSpPr/>
          <p:nvPr/>
        </p:nvSpPr>
        <p:spPr>
          <a:xfrm>
            <a:off x="4929769" y="5187396"/>
            <a:ext cx="51016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0"/>
                </a:moveTo>
                <a:lnTo>
                  <a:pt x="2253" y="680"/>
                </a:lnTo>
                <a:lnTo>
                  <a:pt x="4462" y="307"/>
                </a:lnTo>
                <a:lnTo>
                  <a:pt x="6644" y="66"/>
                </a:lnTo>
                <a:lnTo>
                  <a:pt x="8816" y="0"/>
                </a:lnTo>
                <a:lnTo>
                  <a:pt x="10994" y="133"/>
                </a:lnTo>
                <a:lnTo>
                  <a:pt x="13191" y="511"/>
                </a:lnTo>
                <a:lnTo>
                  <a:pt x="15429" y="1160"/>
                </a:lnTo>
                <a:lnTo>
                  <a:pt x="16718" y="3822"/>
                </a:lnTo>
                <a:lnTo>
                  <a:pt x="17826" y="6546"/>
                </a:lnTo>
                <a:lnTo>
                  <a:pt x="18780" y="9341"/>
                </a:lnTo>
                <a:lnTo>
                  <a:pt x="19604" y="12228"/>
                </a:lnTo>
                <a:lnTo>
                  <a:pt x="20329" y="15223"/>
                </a:lnTo>
                <a:lnTo>
                  <a:pt x="20986" y="18340"/>
                </a:lnTo>
                <a:lnTo>
                  <a:pt x="21600" y="21600"/>
                </a:lnTo>
                <a:lnTo>
                  <a:pt x="19502" y="21278"/>
                </a:lnTo>
                <a:lnTo>
                  <a:pt x="17416" y="20931"/>
                </a:lnTo>
                <a:lnTo>
                  <a:pt x="15345" y="20537"/>
                </a:lnTo>
                <a:lnTo>
                  <a:pt x="13284" y="20087"/>
                </a:lnTo>
                <a:lnTo>
                  <a:pt x="11232" y="19566"/>
                </a:lnTo>
                <a:lnTo>
                  <a:pt x="9186" y="18958"/>
                </a:lnTo>
                <a:lnTo>
                  <a:pt x="7150" y="18253"/>
                </a:lnTo>
                <a:lnTo>
                  <a:pt x="5116" y="17435"/>
                </a:lnTo>
                <a:lnTo>
                  <a:pt x="3086" y="16490"/>
                </a:lnTo>
                <a:lnTo>
                  <a:pt x="1765" y="12535"/>
                </a:lnTo>
                <a:lnTo>
                  <a:pt x="944" y="9760"/>
                </a:lnTo>
                <a:lnTo>
                  <a:pt x="475" y="7430"/>
                </a:lnTo>
                <a:lnTo>
                  <a:pt x="210" y="4809"/>
                </a:lnTo>
                <a:lnTo>
                  <a:pt x="0" y="1160"/>
                </a:lnTo>
                <a:close/>
              </a:path>
            </a:pathLst>
          </a:custGeom>
          <a:solidFill>
            <a:srgbClr val="D1D6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39" name="contour_11537"/>
          <p:cNvSpPr/>
          <p:nvPr/>
        </p:nvSpPr>
        <p:spPr>
          <a:xfrm>
            <a:off x="4004194" y="5167186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42" y="655"/>
                </a:lnTo>
                <a:lnTo>
                  <a:pt x="6949" y="1210"/>
                </a:lnTo>
                <a:lnTo>
                  <a:pt x="9442" y="1710"/>
                </a:lnTo>
                <a:lnTo>
                  <a:pt x="11436" y="2200"/>
                </a:lnTo>
                <a:lnTo>
                  <a:pt x="13049" y="2722"/>
                </a:lnTo>
                <a:lnTo>
                  <a:pt x="14395" y="3326"/>
                </a:lnTo>
                <a:lnTo>
                  <a:pt x="15595" y="4054"/>
                </a:lnTo>
                <a:lnTo>
                  <a:pt x="16765" y="4950"/>
                </a:lnTo>
                <a:lnTo>
                  <a:pt x="18021" y="6059"/>
                </a:lnTo>
                <a:lnTo>
                  <a:pt x="19477" y="7423"/>
                </a:lnTo>
                <a:lnTo>
                  <a:pt x="20529" y="9101"/>
                </a:lnTo>
                <a:lnTo>
                  <a:pt x="21600" y="10800"/>
                </a:lnTo>
                <a:lnTo>
                  <a:pt x="20073" y="12582"/>
                </a:lnTo>
                <a:lnTo>
                  <a:pt x="18542" y="14368"/>
                </a:lnTo>
                <a:lnTo>
                  <a:pt x="17005" y="16160"/>
                </a:lnTo>
                <a:lnTo>
                  <a:pt x="15463" y="17960"/>
                </a:lnTo>
                <a:lnTo>
                  <a:pt x="13910" y="19771"/>
                </a:lnTo>
                <a:lnTo>
                  <a:pt x="12343" y="21600"/>
                </a:lnTo>
                <a:lnTo>
                  <a:pt x="12343" y="19220"/>
                </a:lnTo>
                <a:lnTo>
                  <a:pt x="12343" y="16826"/>
                </a:lnTo>
                <a:lnTo>
                  <a:pt x="12343" y="14400"/>
                </a:lnTo>
                <a:lnTo>
                  <a:pt x="10729" y="13205"/>
                </a:lnTo>
                <a:lnTo>
                  <a:pt x="9547" y="12431"/>
                </a:lnTo>
                <a:lnTo>
                  <a:pt x="8220" y="11743"/>
                </a:lnTo>
                <a:lnTo>
                  <a:pt x="6171" y="10800"/>
                </a:lnTo>
                <a:lnTo>
                  <a:pt x="4123" y="9857"/>
                </a:lnTo>
                <a:lnTo>
                  <a:pt x="2796" y="9169"/>
                </a:lnTo>
                <a:lnTo>
                  <a:pt x="1614" y="8395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8789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0" name="contour_11538"/>
          <p:cNvSpPr/>
          <p:nvPr/>
        </p:nvSpPr>
        <p:spPr>
          <a:xfrm>
            <a:off x="11620145" y="5150671"/>
            <a:ext cx="51016" cy="329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53"/>
                </a:lnTo>
                <a:lnTo>
                  <a:pt x="11485" y="143"/>
                </a:lnTo>
                <a:lnTo>
                  <a:pt x="13506" y="277"/>
                </a:lnTo>
                <a:lnTo>
                  <a:pt x="15527" y="454"/>
                </a:lnTo>
                <a:lnTo>
                  <a:pt x="17548" y="679"/>
                </a:lnTo>
                <a:lnTo>
                  <a:pt x="19570" y="952"/>
                </a:lnTo>
                <a:lnTo>
                  <a:pt x="21600" y="1272"/>
                </a:lnTo>
                <a:lnTo>
                  <a:pt x="18949" y="5940"/>
                </a:lnTo>
                <a:lnTo>
                  <a:pt x="16746" y="9767"/>
                </a:lnTo>
                <a:lnTo>
                  <a:pt x="14907" y="12847"/>
                </a:lnTo>
                <a:lnTo>
                  <a:pt x="13361" y="15272"/>
                </a:lnTo>
                <a:lnTo>
                  <a:pt x="12019" y="17133"/>
                </a:lnTo>
                <a:lnTo>
                  <a:pt x="10806" y="18525"/>
                </a:lnTo>
                <a:lnTo>
                  <a:pt x="9640" y="19534"/>
                </a:lnTo>
                <a:lnTo>
                  <a:pt x="8443" y="20251"/>
                </a:lnTo>
                <a:lnTo>
                  <a:pt x="7134" y="20777"/>
                </a:lnTo>
                <a:lnTo>
                  <a:pt x="5631" y="21198"/>
                </a:lnTo>
                <a:lnTo>
                  <a:pt x="3857" y="21600"/>
                </a:lnTo>
                <a:lnTo>
                  <a:pt x="1944" y="21007"/>
                </a:lnTo>
                <a:lnTo>
                  <a:pt x="0" y="20404"/>
                </a:lnTo>
                <a:lnTo>
                  <a:pt x="62" y="13641"/>
                </a:lnTo>
                <a:lnTo>
                  <a:pt x="238" y="8753"/>
                </a:lnTo>
                <a:lnTo>
                  <a:pt x="660" y="5386"/>
                </a:lnTo>
                <a:lnTo>
                  <a:pt x="1463" y="3185"/>
                </a:lnTo>
                <a:lnTo>
                  <a:pt x="2768" y="1794"/>
                </a:lnTo>
                <a:lnTo>
                  <a:pt x="4706" y="851"/>
                </a:lnTo>
                <a:lnTo>
                  <a:pt x="7412" y="0"/>
                </a:lnTo>
                <a:close/>
              </a:path>
            </a:pathLst>
          </a:custGeom>
          <a:solidFill>
            <a:srgbClr val="F0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1" name="contour_11539"/>
          <p:cNvSpPr/>
          <p:nvPr/>
        </p:nvSpPr>
        <p:spPr>
          <a:xfrm>
            <a:off x="2174908" y="5130746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5" y="893"/>
                </a:lnTo>
                <a:lnTo>
                  <a:pt x="12321" y="1786"/>
                </a:lnTo>
                <a:lnTo>
                  <a:pt x="13864" y="2689"/>
                </a:lnTo>
                <a:lnTo>
                  <a:pt x="15429" y="3600"/>
                </a:lnTo>
                <a:lnTo>
                  <a:pt x="14818" y="5738"/>
                </a:lnTo>
                <a:lnTo>
                  <a:pt x="14204" y="7884"/>
                </a:lnTo>
                <a:lnTo>
                  <a:pt x="13589" y="10037"/>
                </a:lnTo>
                <a:lnTo>
                  <a:pt x="12969" y="12208"/>
                </a:lnTo>
                <a:lnTo>
                  <a:pt x="12343" y="14400"/>
                </a:lnTo>
                <a:lnTo>
                  <a:pt x="14176" y="14400"/>
                </a:lnTo>
                <a:lnTo>
                  <a:pt x="16015" y="14400"/>
                </a:lnTo>
                <a:lnTo>
                  <a:pt x="17860" y="14400"/>
                </a:lnTo>
                <a:lnTo>
                  <a:pt x="19721" y="144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926" y="19440"/>
                </a:lnTo>
                <a:lnTo>
                  <a:pt x="1851" y="17280"/>
                </a:lnTo>
                <a:lnTo>
                  <a:pt x="2777" y="15120"/>
                </a:lnTo>
                <a:lnTo>
                  <a:pt x="3703" y="12960"/>
                </a:lnTo>
                <a:lnTo>
                  <a:pt x="4629" y="10800"/>
                </a:lnTo>
                <a:lnTo>
                  <a:pt x="5554" y="8640"/>
                </a:lnTo>
                <a:lnTo>
                  <a:pt x="6480" y="6480"/>
                </a:lnTo>
                <a:lnTo>
                  <a:pt x="7406" y="4320"/>
                </a:lnTo>
                <a:lnTo>
                  <a:pt x="8331" y="2160"/>
                </a:lnTo>
                <a:lnTo>
                  <a:pt x="9257" y="0"/>
                </a:lnTo>
                <a:close/>
              </a:path>
            </a:pathLst>
          </a:custGeom>
          <a:solidFill>
            <a:srgbClr val="837D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2" name="contour_11540"/>
          <p:cNvSpPr/>
          <p:nvPr/>
        </p:nvSpPr>
        <p:spPr>
          <a:xfrm>
            <a:off x="819342" y="5132495"/>
            <a:ext cx="80168" cy="34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51" y="3095"/>
                </a:moveTo>
                <a:lnTo>
                  <a:pt x="15676" y="5309"/>
                </a:lnTo>
                <a:lnTo>
                  <a:pt x="16579" y="7537"/>
                </a:lnTo>
                <a:lnTo>
                  <a:pt x="17459" y="9788"/>
                </a:lnTo>
                <a:lnTo>
                  <a:pt x="18319" y="12066"/>
                </a:lnTo>
                <a:lnTo>
                  <a:pt x="19161" y="14380"/>
                </a:lnTo>
                <a:lnTo>
                  <a:pt x="19988" y="16735"/>
                </a:lnTo>
                <a:lnTo>
                  <a:pt x="20801" y="19141"/>
                </a:lnTo>
                <a:lnTo>
                  <a:pt x="21600" y="21600"/>
                </a:lnTo>
                <a:lnTo>
                  <a:pt x="21125" y="21428"/>
                </a:lnTo>
                <a:lnTo>
                  <a:pt x="20288" y="21133"/>
                </a:lnTo>
                <a:lnTo>
                  <a:pt x="18372" y="20447"/>
                </a:lnTo>
                <a:lnTo>
                  <a:pt x="17306" y="20098"/>
                </a:lnTo>
                <a:lnTo>
                  <a:pt x="16241" y="19744"/>
                </a:lnTo>
                <a:lnTo>
                  <a:pt x="15177" y="19399"/>
                </a:lnTo>
                <a:lnTo>
                  <a:pt x="14115" y="19050"/>
                </a:lnTo>
                <a:lnTo>
                  <a:pt x="13060" y="18664"/>
                </a:lnTo>
                <a:lnTo>
                  <a:pt x="11994" y="18278"/>
                </a:lnTo>
                <a:lnTo>
                  <a:pt x="10527" y="17870"/>
                </a:lnTo>
                <a:lnTo>
                  <a:pt x="9145" y="17620"/>
                </a:lnTo>
                <a:lnTo>
                  <a:pt x="7825" y="17548"/>
                </a:lnTo>
                <a:lnTo>
                  <a:pt x="6547" y="17661"/>
                </a:lnTo>
                <a:lnTo>
                  <a:pt x="5288" y="17983"/>
                </a:lnTo>
                <a:lnTo>
                  <a:pt x="4023" y="18519"/>
                </a:lnTo>
                <a:lnTo>
                  <a:pt x="2737" y="19295"/>
                </a:lnTo>
                <a:lnTo>
                  <a:pt x="1402" y="20316"/>
                </a:lnTo>
                <a:lnTo>
                  <a:pt x="0" y="21600"/>
                </a:lnTo>
                <a:lnTo>
                  <a:pt x="0" y="18601"/>
                </a:lnTo>
                <a:lnTo>
                  <a:pt x="0" y="15583"/>
                </a:lnTo>
                <a:lnTo>
                  <a:pt x="0" y="12524"/>
                </a:lnTo>
                <a:lnTo>
                  <a:pt x="1204" y="10074"/>
                </a:lnTo>
                <a:lnTo>
                  <a:pt x="2437" y="7746"/>
                </a:lnTo>
                <a:lnTo>
                  <a:pt x="3696" y="5604"/>
                </a:lnTo>
                <a:lnTo>
                  <a:pt x="4982" y="3716"/>
                </a:lnTo>
                <a:lnTo>
                  <a:pt x="6295" y="2146"/>
                </a:lnTo>
                <a:lnTo>
                  <a:pt x="7637" y="957"/>
                </a:lnTo>
                <a:lnTo>
                  <a:pt x="9005" y="222"/>
                </a:lnTo>
                <a:lnTo>
                  <a:pt x="10401" y="0"/>
                </a:lnTo>
                <a:lnTo>
                  <a:pt x="11823" y="363"/>
                </a:lnTo>
                <a:lnTo>
                  <a:pt x="13272" y="1370"/>
                </a:lnTo>
                <a:lnTo>
                  <a:pt x="14751" y="3095"/>
                </a:lnTo>
                <a:close/>
              </a:path>
            </a:pathLst>
          </a:custGeom>
          <a:solidFill>
            <a:srgbClr val="1615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3" name="contour_11541"/>
          <p:cNvSpPr/>
          <p:nvPr/>
        </p:nvSpPr>
        <p:spPr>
          <a:xfrm>
            <a:off x="637149" y="5137582"/>
            <a:ext cx="36440" cy="514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4" y="0"/>
                </a:moveTo>
                <a:lnTo>
                  <a:pt x="17436" y="61"/>
                </a:lnTo>
                <a:lnTo>
                  <a:pt x="19505" y="125"/>
                </a:lnTo>
                <a:lnTo>
                  <a:pt x="21600" y="190"/>
                </a:lnTo>
                <a:lnTo>
                  <a:pt x="21574" y="3193"/>
                </a:lnTo>
                <a:lnTo>
                  <a:pt x="21414" y="5151"/>
                </a:lnTo>
                <a:lnTo>
                  <a:pt x="20987" y="6478"/>
                </a:lnTo>
                <a:lnTo>
                  <a:pt x="20144" y="7592"/>
                </a:lnTo>
                <a:lnTo>
                  <a:pt x="18762" y="8910"/>
                </a:lnTo>
                <a:lnTo>
                  <a:pt x="16952" y="10087"/>
                </a:lnTo>
                <a:lnTo>
                  <a:pt x="15120" y="11277"/>
                </a:lnTo>
                <a:lnTo>
                  <a:pt x="13310" y="12476"/>
                </a:lnTo>
                <a:lnTo>
                  <a:pt x="11470" y="13690"/>
                </a:lnTo>
                <a:lnTo>
                  <a:pt x="10066" y="14580"/>
                </a:lnTo>
                <a:lnTo>
                  <a:pt x="8640" y="15483"/>
                </a:lnTo>
                <a:lnTo>
                  <a:pt x="10778" y="15923"/>
                </a:lnTo>
                <a:lnTo>
                  <a:pt x="12934" y="16370"/>
                </a:lnTo>
                <a:lnTo>
                  <a:pt x="15120" y="16822"/>
                </a:lnTo>
                <a:lnTo>
                  <a:pt x="17258" y="17388"/>
                </a:lnTo>
                <a:lnTo>
                  <a:pt x="19414" y="17960"/>
                </a:lnTo>
                <a:lnTo>
                  <a:pt x="21600" y="18541"/>
                </a:lnTo>
                <a:lnTo>
                  <a:pt x="21600" y="20058"/>
                </a:lnTo>
                <a:lnTo>
                  <a:pt x="21600" y="21600"/>
                </a:lnTo>
                <a:lnTo>
                  <a:pt x="18541" y="21600"/>
                </a:lnTo>
                <a:lnTo>
                  <a:pt x="15483" y="21600"/>
                </a:lnTo>
                <a:lnTo>
                  <a:pt x="12416" y="21600"/>
                </a:lnTo>
                <a:lnTo>
                  <a:pt x="9336" y="21600"/>
                </a:lnTo>
                <a:lnTo>
                  <a:pt x="6242" y="21600"/>
                </a:lnTo>
                <a:lnTo>
                  <a:pt x="3132" y="21600"/>
                </a:lnTo>
                <a:lnTo>
                  <a:pt x="0" y="21600"/>
                </a:lnTo>
                <a:lnTo>
                  <a:pt x="363" y="19802"/>
                </a:lnTo>
                <a:lnTo>
                  <a:pt x="739" y="18006"/>
                </a:lnTo>
                <a:lnTo>
                  <a:pt x="1115" y="16208"/>
                </a:lnTo>
                <a:lnTo>
                  <a:pt x="1499" y="14412"/>
                </a:lnTo>
                <a:lnTo>
                  <a:pt x="1888" y="12614"/>
                </a:lnTo>
                <a:lnTo>
                  <a:pt x="2238" y="10947"/>
                </a:lnTo>
                <a:lnTo>
                  <a:pt x="2588" y="9265"/>
                </a:lnTo>
                <a:lnTo>
                  <a:pt x="2946" y="7561"/>
                </a:lnTo>
                <a:lnTo>
                  <a:pt x="3923" y="4894"/>
                </a:lnTo>
                <a:lnTo>
                  <a:pt x="5050" y="2936"/>
                </a:lnTo>
                <a:lnTo>
                  <a:pt x="6545" y="1578"/>
                </a:lnTo>
                <a:lnTo>
                  <a:pt x="8618" y="713"/>
                </a:lnTo>
                <a:lnTo>
                  <a:pt x="11496" y="220"/>
                </a:lnTo>
                <a:lnTo>
                  <a:pt x="15384" y="0"/>
                </a:lnTo>
                <a:close/>
              </a:path>
            </a:pathLst>
          </a:custGeom>
          <a:solidFill>
            <a:srgbClr val="A59D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4" name="contour_11542"/>
          <p:cNvSpPr/>
          <p:nvPr/>
        </p:nvSpPr>
        <p:spPr>
          <a:xfrm>
            <a:off x="5039089" y="5130746"/>
            <a:ext cx="65592" cy="382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9600" y="2721"/>
                </a:lnTo>
                <a:lnTo>
                  <a:pt x="9600" y="5458"/>
                </a:lnTo>
                <a:lnTo>
                  <a:pt x="9600" y="8232"/>
                </a:lnTo>
                <a:lnTo>
                  <a:pt x="11297" y="8232"/>
                </a:lnTo>
                <a:lnTo>
                  <a:pt x="12996" y="8232"/>
                </a:lnTo>
                <a:lnTo>
                  <a:pt x="14700" y="8232"/>
                </a:lnTo>
                <a:lnTo>
                  <a:pt x="16411" y="8232"/>
                </a:lnTo>
                <a:lnTo>
                  <a:pt x="18130" y="8232"/>
                </a:lnTo>
                <a:lnTo>
                  <a:pt x="19858" y="8232"/>
                </a:lnTo>
                <a:lnTo>
                  <a:pt x="21600" y="8232"/>
                </a:lnTo>
                <a:lnTo>
                  <a:pt x="21600" y="10677"/>
                </a:lnTo>
                <a:lnTo>
                  <a:pt x="21600" y="13130"/>
                </a:lnTo>
                <a:lnTo>
                  <a:pt x="21600" y="15591"/>
                </a:lnTo>
                <a:lnTo>
                  <a:pt x="21600" y="18073"/>
                </a:lnTo>
                <a:lnTo>
                  <a:pt x="21600" y="20579"/>
                </a:lnTo>
                <a:lnTo>
                  <a:pt x="19759" y="21028"/>
                </a:lnTo>
                <a:lnTo>
                  <a:pt x="17988" y="21378"/>
                </a:lnTo>
                <a:lnTo>
                  <a:pt x="16279" y="21588"/>
                </a:lnTo>
                <a:lnTo>
                  <a:pt x="14621" y="21600"/>
                </a:lnTo>
                <a:lnTo>
                  <a:pt x="12998" y="21365"/>
                </a:lnTo>
                <a:lnTo>
                  <a:pt x="11405" y="20830"/>
                </a:lnTo>
                <a:lnTo>
                  <a:pt x="9823" y="19945"/>
                </a:lnTo>
                <a:lnTo>
                  <a:pt x="8249" y="18657"/>
                </a:lnTo>
                <a:lnTo>
                  <a:pt x="6665" y="16912"/>
                </a:lnTo>
                <a:lnTo>
                  <a:pt x="5498" y="14850"/>
                </a:lnTo>
                <a:lnTo>
                  <a:pt x="4356" y="12767"/>
                </a:lnTo>
                <a:lnTo>
                  <a:pt x="3235" y="10660"/>
                </a:lnTo>
                <a:lnTo>
                  <a:pt x="2136" y="8520"/>
                </a:lnTo>
                <a:lnTo>
                  <a:pt x="1058" y="6343"/>
                </a:lnTo>
                <a:lnTo>
                  <a:pt x="0" y="4116"/>
                </a:lnTo>
                <a:lnTo>
                  <a:pt x="1685" y="2552"/>
                </a:lnTo>
                <a:lnTo>
                  <a:pt x="3132" y="1436"/>
                </a:lnTo>
                <a:lnTo>
                  <a:pt x="4495" y="696"/>
                </a:lnTo>
                <a:lnTo>
                  <a:pt x="5926" y="259"/>
                </a:lnTo>
                <a:lnTo>
                  <a:pt x="7577" y="54"/>
                </a:lnTo>
                <a:lnTo>
                  <a:pt x="9600" y="0"/>
                </a:lnTo>
                <a:close/>
              </a:path>
            </a:pathLst>
          </a:custGeom>
          <a:solidFill>
            <a:srgbClr val="807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5" name="contour_11543"/>
          <p:cNvSpPr/>
          <p:nvPr/>
        </p:nvSpPr>
        <p:spPr>
          <a:xfrm>
            <a:off x="3719962" y="5099488"/>
            <a:ext cx="3644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80"/>
                </a:moveTo>
                <a:lnTo>
                  <a:pt x="7348" y="380"/>
                </a:lnTo>
                <a:lnTo>
                  <a:pt x="10122" y="16"/>
                </a:lnTo>
                <a:lnTo>
                  <a:pt x="12787" y="0"/>
                </a:lnTo>
                <a:lnTo>
                  <a:pt x="15492" y="249"/>
                </a:lnTo>
                <a:lnTo>
                  <a:pt x="18382" y="670"/>
                </a:lnTo>
                <a:lnTo>
                  <a:pt x="21600" y="1180"/>
                </a:lnTo>
                <a:lnTo>
                  <a:pt x="20948" y="5901"/>
                </a:lnTo>
                <a:lnTo>
                  <a:pt x="20425" y="9222"/>
                </a:lnTo>
                <a:lnTo>
                  <a:pt x="19920" y="11586"/>
                </a:lnTo>
                <a:lnTo>
                  <a:pt x="19306" y="13457"/>
                </a:lnTo>
                <a:lnTo>
                  <a:pt x="18468" y="15282"/>
                </a:lnTo>
                <a:lnTo>
                  <a:pt x="17280" y="17516"/>
                </a:lnTo>
                <a:lnTo>
                  <a:pt x="14420" y="18749"/>
                </a:lnTo>
                <a:lnTo>
                  <a:pt x="11668" y="19656"/>
                </a:lnTo>
                <a:lnTo>
                  <a:pt x="8938" y="20318"/>
                </a:lnTo>
                <a:lnTo>
                  <a:pt x="6139" y="20812"/>
                </a:lnTo>
                <a:lnTo>
                  <a:pt x="3192" y="21212"/>
                </a:lnTo>
                <a:lnTo>
                  <a:pt x="0" y="21600"/>
                </a:lnTo>
                <a:lnTo>
                  <a:pt x="216" y="18933"/>
                </a:lnTo>
                <a:lnTo>
                  <a:pt x="471" y="16315"/>
                </a:lnTo>
                <a:lnTo>
                  <a:pt x="795" y="13734"/>
                </a:lnTo>
                <a:lnTo>
                  <a:pt x="1210" y="11182"/>
                </a:lnTo>
                <a:lnTo>
                  <a:pt x="1745" y="8658"/>
                </a:lnTo>
                <a:lnTo>
                  <a:pt x="2424" y="6155"/>
                </a:lnTo>
                <a:lnTo>
                  <a:pt x="3275" y="3663"/>
                </a:lnTo>
                <a:lnTo>
                  <a:pt x="4320" y="1180"/>
                </a:lnTo>
                <a:close/>
              </a:path>
            </a:pathLst>
          </a:custGeom>
          <a:solidFill>
            <a:srgbClr val="A8B9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6" name="contour_11544"/>
          <p:cNvSpPr/>
          <p:nvPr/>
        </p:nvSpPr>
        <p:spPr>
          <a:xfrm>
            <a:off x="8471733" y="510159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1" y="0"/>
                </a:lnTo>
                <a:lnTo>
                  <a:pt x="10027" y="0"/>
                </a:lnTo>
                <a:lnTo>
                  <a:pt x="12895" y="0"/>
                </a:lnTo>
                <a:lnTo>
                  <a:pt x="15777" y="0"/>
                </a:lnTo>
                <a:lnTo>
                  <a:pt x="18675" y="0"/>
                </a:lnTo>
                <a:lnTo>
                  <a:pt x="21600" y="0"/>
                </a:lnTo>
                <a:lnTo>
                  <a:pt x="20926" y="1817"/>
                </a:lnTo>
                <a:lnTo>
                  <a:pt x="20239" y="3635"/>
                </a:lnTo>
                <a:lnTo>
                  <a:pt x="19535" y="5446"/>
                </a:lnTo>
                <a:lnTo>
                  <a:pt x="18818" y="7258"/>
                </a:lnTo>
                <a:lnTo>
                  <a:pt x="18092" y="9066"/>
                </a:lnTo>
                <a:lnTo>
                  <a:pt x="17440" y="10751"/>
                </a:lnTo>
                <a:lnTo>
                  <a:pt x="16783" y="12445"/>
                </a:lnTo>
                <a:lnTo>
                  <a:pt x="16114" y="14163"/>
                </a:lnTo>
                <a:lnTo>
                  <a:pt x="14908" y="15783"/>
                </a:lnTo>
                <a:lnTo>
                  <a:pt x="13807" y="16999"/>
                </a:lnTo>
                <a:lnTo>
                  <a:pt x="12528" y="17947"/>
                </a:lnTo>
                <a:lnTo>
                  <a:pt x="10791" y="18749"/>
                </a:lnTo>
                <a:lnTo>
                  <a:pt x="8312" y="19539"/>
                </a:lnTo>
                <a:lnTo>
                  <a:pt x="4808" y="20446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CBD1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7" name="contour_11545"/>
          <p:cNvSpPr/>
          <p:nvPr/>
        </p:nvSpPr>
        <p:spPr>
          <a:xfrm>
            <a:off x="4157242" y="5094306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11" y="0"/>
                </a:lnTo>
                <a:lnTo>
                  <a:pt x="10263" y="0"/>
                </a:lnTo>
                <a:lnTo>
                  <a:pt x="12343" y="0"/>
                </a:lnTo>
                <a:lnTo>
                  <a:pt x="13901" y="1614"/>
                </a:lnTo>
                <a:lnTo>
                  <a:pt x="14941" y="2796"/>
                </a:lnTo>
                <a:lnTo>
                  <a:pt x="15938" y="4123"/>
                </a:lnTo>
                <a:lnTo>
                  <a:pt x="17357" y="6171"/>
                </a:lnTo>
                <a:lnTo>
                  <a:pt x="18564" y="7893"/>
                </a:lnTo>
                <a:lnTo>
                  <a:pt x="19792" y="9643"/>
                </a:lnTo>
                <a:lnTo>
                  <a:pt x="20690" y="10982"/>
                </a:lnTo>
                <a:lnTo>
                  <a:pt x="21600" y="12343"/>
                </a:lnTo>
                <a:lnTo>
                  <a:pt x="19560" y="12343"/>
                </a:lnTo>
                <a:lnTo>
                  <a:pt x="17508" y="12343"/>
                </a:lnTo>
                <a:lnTo>
                  <a:pt x="15429" y="12343"/>
                </a:lnTo>
                <a:lnTo>
                  <a:pt x="14478" y="14639"/>
                </a:lnTo>
                <a:lnTo>
                  <a:pt x="13843" y="16268"/>
                </a:lnTo>
                <a:lnTo>
                  <a:pt x="13373" y="17675"/>
                </a:lnTo>
                <a:lnTo>
                  <a:pt x="12923" y="19304"/>
                </a:lnTo>
                <a:lnTo>
                  <a:pt x="12343" y="21600"/>
                </a:lnTo>
                <a:lnTo>
                  <a:pt x="12343" y="19560"/>
                </a:lnTo>
                <a:lnTo>
                  <a:pt x="12343" y="17508"/>
                </a:lnTo>
                <a:lnTo>
                  <a:pt x="12343" y="15429"/>
                </a:lnTo>
                <a:lnTo>
                  <a:pt x="10316" y="14506"/>
                </a:lnTo>
                <a:lnTo>
                  <a:pt x="8714" y="14006"/>
                </a:lnTo>
                <a:lnTo>
                  <a:pt x="6171" y="13500"/>
                </a:lnTo>
                <a:lnTo>
                  <a:pt x="4450" y="13151"/>
                </a:lnTo>
                <a:lnTo>
                  <a:pt x="2700" y="12800"/>
                </a:lnTo>
                <a:lnTo>
                  <a:pt x="1361" y="12571"/>
                </a:lnTo>
                <a:lnTo>
                  <a:pt x="0" y="12343"/>
                </a:lnTo>
                <a:lnTo>
                  <a:pt x="660" y="10794"/>
                </a:lnTo>
                <a:lnTo>
                  <a:pt x="1330" y="9248"/>
                </a:lnTo>
                <a:lnTo>
                  <a:pt x="2012" y="7708"/>
                </a:lnTo>
                <a:lnTo>
                  <a:pt x="2700" y="6171"/>
                </a:lnTo>
                <a:lnTo>
                  <a:pt x="3453" y="4450"/>
                </a:lnTo>
                <a:lnTo>
                  <a:pt x="4218" y="2700"/>
                </a:lnTo>
                <a:lnTo>
                  <a:pt x="5187" y="1361"/>
                </a:lnTo>
                <a:lnTo>
                  <a:pt x="6171" y="0"/>
                </a:lnTo>
                <a:close/>
              </a:path>
            </a:pathLst>
          </a:custGeom>
          <a:solidFill>
            <a:srgbClr val="4A4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8" name="contour_11546"/>
          <p:cNvSpPr/>
          <p:nvPr/>
        </p:nvSpPr>
        <p:spPr>
          <a:xfrm>
            <a:off x="3770978" y="5087018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1339"/>
                </a:lnTo>
                <a:lnTo>
                  <a:pt x="10260" y="2700"/>
                </a:lnTo>
                <a:lnTo>
                  <a:pt x="11599" y="4039"/>
                </a:lnTo>
                <a:lnTo>
                  <a:pt x="12960" y="5400"/>
                </a:lnTo>
                <a:lnTo>
                  <a:pt x="15816" y="5400"/>
                </a:lnTo>
                <a:lnTo>
                  <a:pt x="18688" y="5400"/>
                </a:lnTo>
                <a:lnTo>
                  <a:pt x="21600" y="5400"/>
                </a:lnTo>
                <a:lnTo>
                  <a:pt x="21600" y="7004"/>
                </a:lnTo>
                <a:lnTo>
                  <a:pt x="21600" y="8613"/>
                </a:lnTo>
                <a:lnTo>
                  <a:pt x="21600" y="10228"/>
                </a:lnTo>
                <a:lnTo>
                  <a:pt x="21600" y="11856"/>
                </a:lnTo>
                <a:lnTo>
                  <a:pt x="21600" y="13500"/>
                </a:lnTo>
                <a:lnTo>
                  <a:pt x="18744" y="13500"/>
                </a:lnTo>
                <a:lnTo>
                  <a:pt x="15872" y="13500"/>
                </a:lnTo>
                <a:lnTo>
                  <a:pt x="12960" y="13500"/>
                </a:lnTo>
                <a:lnTo>
                  <a:pt x="11629" y="15509"/>
                </a:lnTo>
                <a:lnTo>
                  <a:pt x="10740" y="16934"/>
                </a:lnTo>
                <a:lnTo>
                  <a:pt x="10083" y="18166"/>
                </a:lnTo>
                <a:lnTo>
                  <a:pt x="9452" y="19591"/>
                </a:lnTo>
                <a:lnTo>
                  <a:pt x="8640" y="21600"/>
                </a:lnTo>
                <a:lnTo>
                  <a:pt x="5940" y="21138"/>
                </a:lnTo>
                <a:lnTo>
                  <a:pt x="4143" y="20701"/>
                </a:lnTo>
                <a:lnTo>
                  <a:pt x="2432" y="20039"/>
                </a:lnTo>
                <a:lnTo>
                  <a:pt x="0" y="18900"/>
                </a:lnTo>
                <a:lnTo>
                  <a:pt x="445" y="17194"/>
                </a:lnTo>
                <a:lnTo>
                  <a:pt x="946" y="15579"/>
                </a:lnTo>
                <a:lnTo>
                  <a:pt x="1516" y="14016"/>
                </a:lnTo>
                <a:lnTo>
                  <a:pt x="2173" y="12469"/>
                </a:lnTo>
                <a:lnTo>
                  <a:pt x="2920" y="10903"/>
                </a:lnTo>
                <a:lnTo>
                  <a:pt x="3780" y="9283"/>
                </a:lnTo>
                <a:lnTo>
                  <a:pt x="4458" y="7943"/>
                </a:lnTo>
                <a:lnTo>
                  <a:pt x="5145" y="6585"/>
                </a:lnTo>
                <a:lnTo>
                  <a:pt x="6000" y="4936"/>
                </a:lnTo>
                <a:lnTo>
                  <a:pt x="6869" y="3289"/>
                </a:lnTo>
                <a:lnTo>
                  <a:pt x="7750" y="1642"/>
                </a:lnTo>
                <a:lnTo>
                  <a:pt x="8640" y="0"/>
                </a:lnTo>
                <a:close/>
              </a:path>
            </a:pathLst>
          </a:custGeom>
          <a:solidFill>
            <a:srgbClr val="4245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49" name="contour_11547"/>
          <p:cNvSpPr/>
          <p:nvPr/>
        </p:nvSpPr>
        <p:spPr>
          <a:xfrm>
            <a:off x="2080164" y="5094073"/>
            <a:ext cx="51016" cy="36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7"/>
                </a:moveTo>
                <a:lnTo>
                  <a:pt x="21100" y="3039"/>
                </a:lnTo>
                <a:lnTo>
                  <a:pt x="20572" y="5864"/>
                </a:lnTo>
                <a:lnTo>
                  <a:pt x="19992" y="8617"/>
                </a:lnTo>
                <a:lnTo>
                  <a:pt x="19332" y="11306"/>
                </a:lnTo>
                <a:lnTo>
                  <a:pt x="18573" y="13931"/>
                </a:lnTo>
                <a:lnTo>
                  <a:pt x="17684" y="16496"/>
                </a:lnTo>
                <a:lnTo>
                  <a:pt x="16644" y="19009"/>
                </a:lnTo>
                <a:lnTo>
                  <a:pt x="15429" y="21476"/>
                </a:lnTo>
                <a:lnTo>
                  <a:pt x="13370" y="21600"/>
                </a:lnTo>
                <a:lnTo>
                  <a:pt x="11383" y="21485"/>
                </a:lnTo>
                <a:lnTo>
                  <a:pt x="9455" y="21156"/>
                </a:lnTo>
                <a:lnTo>
                  <a:pt x="7560" y="20635"/>
                </a:lnTo>
                <a:lnTo>
                  <a:pt x="5687" y="19957"/>
                </a:lnTo>
                <a:lnTo>
                  <a:pt x="3814" y="19137"/>
                </a:lnTo>
                <a:lnTo>
                  <a:pt x="1925" y="18216"/>
                </a:lnTo>
                <a:lnTo>
                  <a:pt x="0" y="17208"/>
                </a:lnTo>
                <a:lnTo>
                  <a:pt x="488" y="14161"/>
                </a:lnTo>
                <a:lnTo>
                  <a:pt x="892" y="11972"/>
                </a:lnTo>
                <a:lnTo>
                  <a:pt x="1361" y="10025"/>
                </a:lnTo>
                <a:lnTo>
                  <a:pt x="2043" y="7708"/>
                </a:lnTo>
                <a:lnTo>
                  <a:pt x="3086" y="4405"/>
                </a:lnTo>
                <a:lnTo>
                  <a:pt x="5125" y="3116"/>
                </a:lnTo>
                <a:lnTo>
                  <a:pt x="7131" y="2087"/>
                </a:lnTo>
                <a:lnTo>
                  <a:pt x="9115" y="1293"/>
                </a:lnTo>
                <a:lnTo>
                  <a:pt x="11099" y="713"/>
                </a:lnTo>
                <a:lnTo>
                  <a:pt x="13102" y="320"/>
                </a:lnTo>
                <a:lnTo>
                  <a:pt x="15132" y="90"/>
                </a:lnTo>
                <a:lnTo>
                  <a:pt x="17215" y="0"/>
                </a:lnTo>
                <a:lnTo>
                  <a:pt x="19366" y="21"/>
                </a:lnTo>
                <a:lnTo>
                  <a:pt x="21600" y="137"/>
                </a:lnTo>
                <a:close/>
              </a:path>
            </a:pathLst>
          </a:custGeom>
          <a:solidFill>
            <a:srgbClr val="766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0" name="contour_11548"/>
          <p:cNvSpPr/>
          <p:nvPr/>
        </p:nvSpPr>
        <p:spPr>
          <a:xfrm>
            <a:off x="7639204" y="5087018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9" y="0"/>
                </a:moveTo>
                <a:lnTo>
                  <a:pt x="4557" y="0"/>
                </a:lnTo>
                <a:lnTo>
                  <a:pt x="7930" y="0"/>
                </a:lnTo>
                <a:lnTo>
                  <a:pt x="11318" y="0"/>
                </a:lnTo>
                <a:lnTo>
                  <a:pt x="14721" y="0"/>
                </a:lnTo>
                <a:lnTo>
                  <a:pt x="1814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5512" y="21186"/>
                </a:lnTo>
                <a:lnTo>
                  <a:pt x="11257" y="20833"/>
                </a:lnTo>
                <a:lnTo>
                  <a:pt x="8261" y="20437"/>
                </a:lnTo>
                <a:lnTo>
                  <a:pt x="5960" y="19901"/>
                </a:lnTo>
                <a:lnTo>
                  <a:pt x="3796" y="19120"/>
                </a:lnTo>
                <a:lnTo>
                  <a:pt x="1189" y="18000"/>
                </a:lnTo>
                <a:lnTo>
                  <a:pt x="510" y="15401"/>
                </a:lnTo>
                <a:lnTo>
                  <a:pt x="133" y="12838"/>
                </a:lnTo>
                <a:lnTo>
                  <a:pt x="0" y="10292"/>
                </a:lnTo>
                <a:lnTo>
                  <a:pt x="87" y="7751"/>
                </a:lnTo>
                <a:lnTo>
                  <a:pt x="337" y="5202"/>
                </a:lnTo>
                <a:lnTo>
                  <a:pt x="719" y="2621"/>
                </a:lnTo>
                <a:lnTo>
                  <a:pt x="1189" y="0"/>
                </a:lnTo>
                <a:close/>
              </a:path>
            </a:pathLst>
          </a:custGeom>
          <a:solidFill>
            <a:srgbClr val="2927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1" name="contour_11549"/>
          <p:cNvSpPr/>
          <p:nvPr/>
        </p:nvSpPr>
        <p:spPr>
          <a:xfrm>
            <a:off x="3610642" y="507244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786" y="0"/>
                </a:lnTo>
                <a:lnTo>
                  <a:pt x="21600" y="0"/>
                </a:ln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19224" y="18396"/>
                </a:lnTo>
                <a:lnTo>
                  <a:pt x="16844" y="18792"/>
                </a:lnTo>
                <a:lnTo>
                  <a:pt x="14465" y="19188"/>
                </a:lnTo>
                <a:lnTo>
                  <a:pt x="12078" y="19588"/>
                </a:lnTo>
                <a:lnTo>
                  <a:pt x="9684" y="19987"/>
                </a:lnTo>
                <a:lnTo>
                  <a:pt x="7279" y="20387"/>
                </a:lnTo>
                <a:lnTo>
                  <a:pt x="4867" y="20790"/>
                </a:lnTo>
                <a:lnTo>
                  <a:pt x="2441" y="21193"/>
                </a:lnTo>
                <a:lnTo>
                  <a:pt x="0" y="21600"/>
                </a:lnTo>
                <a:lnTo>
                  <a:pt x="446" y="19372"/>
                </a:lnTo>
                <a:lnTo>
                  <a:pt x="893" y="17143"/>
                </a:lnTo>
                <a:lnTo>
                  <a:pt x="1339" y="14908"/>
                </a:lnTo>
                <a:lnTo>
                  <a:pt x="1786" y="12668"/>
                </a:lnTo>
                <a:lnTo>
                  <a:pt x="2236" y="10418"/>
                </a:lnTo>
                <a:lnTo>
                  <a:pt x="2689" y="8158"/>
                </a:lnTo>
                <a:lnTo>
                  <a:pt x="3143" y="5886"/>
                </a:lnTo>
                <a:lnTo>
                  <a:pt x="3600" y="3600"/>
                </a:lnTo>
                <a:lnTo>
                  <a:pt x="5638" y="4619"/>
                </a:lnTo>
                <a:lnTo>
                  <a:pt x="7675" y="5638"/>
                </a:lnTo>
                <a:lnTo>
                  <a:pt x="9720" y="6660"/>
                </a:lnTo>
                <a:lnTo>
                  <a:pt x="11772" y="7686"/>
                </a:lnTo>
                <a:lnTo>
                  <a:pt x="13835" y="8719"/>
                </a:lnTo>
                <a:lnTo>
                  <a:pt x="15908" y="9756"/>
                </a:lnTo>
                <a:lnTo>
                  <a:pt x="18000" y="10800"/>
                </a:lnTo>
                <a:lnTo>
                  <a:pt x="18000" y="8662"/>
                </a:lnTo>
                <a:lnTo>
                  <a:pt x="18000" y="6516"/>
                </a:lnTo>
                <a:lnTo>
                  <a:pt x="18000" y="4363"/>
                </a:lnTo>
                <a:lnTo>
                  <a:pt x="18000" y="2192"/>
                </a:lnTo>
                <a:lnTo>
                  <a:pt x="18000" y="0"/>
                </a:lnTo>
                <a:close/>
              </a:path>
            </a:pathLst>
          </a:custGeom>
          <a:solidFill>
            <a:srgbClr val="5E79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2" name="contour_11550"/>
          <p:cNvSpPr/>
          <p:nvPr/>
        </p:nvSpPr>
        <p:spPr>
          <a:xfrm>
            <a:off x="1897964" y="5079730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36" y="248"/>
                </a:lnTo>
                <a:lnTo>
                  <a:pt x="3456" y="522"/>
                </a:lnTo>
                <a:lnTo>
                  <a:pt x="5160" y="835"/>
                </a:lnTo>
                <a:lnTo>
                  <a:pt x="6850" y="1210"/>
                </a:lnTo>
                <a:lnTo>
                  <a:pt x="8527" y="1656"/>
                </a:lnTo>
                <a:lnTo>
                  <a:pt x="10192" y="2192"/>
                </a:lnTo>
                <a:lnTo>
                  <a:pt x="11850" y="2833"/>
                </a:lnTo>
                <a:lnTo>
                  <a:pt x="13500" y="3600"/>
                </a:lnTo>
                <a:lnTo>
                  <a:pt x="13905" y="6386"/>
                </a:lnTo>
                <a:lnTo>
                  <a:pt x="14108" y="8341"/>
                </a:lnTo>
                <a:lnTo>
                  <a:pt x="14108" y="9983"/>
                </a:lnTo>
                <a:lnTo>
                  <a:pt x="13905" y="11830"/>
                </a:lnTo>
                <a:lnTo>
                  <a:pt x="13500" y="14400"/>
                </a:lnTo>
                <a:lnTo>
                  <a:pt x="15104" y="13687"/>
                </a:lnTo>
                <a:lnTo>
                  <a:pt x="16713" y="12971"/>
                </a:lnTo>
                <a:lnTo>
                  <a:pt x="18328" y="12254"/>
                </a:lnTo>
                <a:lnTo>
                  <a:pt x="19956" y="11531"/>
                </a:lnTo>
                <a:lnTo>
                  <a:pt x="21600" y="10800"/>
                </a:lnTo>
                <a:lnTo>
                  <a:pt x="21065" y="12938"/>
                </a:lnTo>
                <a:lnTo>
                  <a:pt x="20528" y="15084"/>
                </a:lnTo>
                <a:lnTo>
                  <a:pt x="19991" y="17237"/>
                </a:lnTo>
                <a:lnTo>
                  <a:pt x="19448" y="19408"/>
                </a:lnTo>
                <a:lnTo>
                  <a:pt x="18900" y="21600"/>
                </a:lnTo>
                <a:lnTo>
                  <a:pt x="15630" y="20329"/>
                </a:lnTo>
                <a:lnTo>
                  <a:pt x="12990" y="19274"/>
                </a:lnTo>
                <a:lnTo>
                  <a:pt x="10884" y="18371"/>
                </a:lnTo>
                <a:lnTo>
                  <a:pt x="9221" y="17546"/>
                </a:lnTo>
                <a:lnTo>
                  <a:pt x="7908" y="16744"/>
                </a:lnTo>
                <a:lnTo>
                  <a:pt x="6850" y="15894"/>
                </a:lnTo>
                <a:lnTo>
                  <a:pt x="5956" y="14929"/>
                </a:lnTo>
                <a:lnTo>
                  <a:pt x="5127" y="13792"/>
                </a:lnTo>
                <a:lnTo>
                  <a:pt x="4274" y="12409"/>
                </a:lnTo>
                <a:lnTo>
                  <a:pt x="3302" y="10717"/>
                </a:lnTo>
                <a:lnTo>
                  <a:pt x="2581" y="8726"/>
                </a:lnTo>
                <a:lnTo>
                  <a:pt x="2052" y="7175"/>
                </a:lnTo>
                <a:lnTo>
                  <a:pt x="1550" y="5548"/>
                </a:lnTo>
                <a:lnTo>
                  <a:pt x="918" y="3326"/>
                </a:lnTo>
                <a:lnTo>
                  <a:pt x="0" y="0"/>
                </a:lnTo>
                <a:close/>
              </a:path>
            </a:pathLst>
          </a:custGeom>
          <a:solidFill>
            <a:srgbClr val="443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3" name="contour_11551"/>
          <p:cNvSpPr/>
          <p:nvPr/>
        </p:nvSpPr>
        <p:spPr>
          <a:xfrm>
            <a:off x="2014572" y="5072442"/>
            <a:ext cx="72880" cy="29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350"/>
                </a:lnTo>
                <a:lnTo>
                  <a:pt x="2851" y="700"/>
                </a:lnTo>
                <a:lnTo>
                  <a:pt x="4279" y="1050"/>
                </a:lnTo>
                <a:lnTo>
                  <a:pt x="5707" y="1400"/>
                </a:lnTo>
                <a:lnTo>
                  <a:pt x="7137" y="1750"/>
                </a:lnTo>
                <a:lnTo>
                  <a:pt x="8567" y="2105"/>
                </a:lnTo>
                <a:lnTo>
                  <a:pt x="10001" y="2455"/>
                </a:lnTo>
                <a:lnTo>
                  <a:pt x="11437" y="2810"/>
                </a:lnTo>
                <a:lnTo>
                  <a:pt x="12878" y="3160"/>
                </a:lnTo>
                <a:lnTo>
                  <a:pt x="14321" y="3515"/>
                </a:lnTo>
                <a:lnTo>
                  <a:pt x="15766" y="3870"/>
                </a:lnTo>
                <a:lnTo>
                  <a:pt x="17217" y="4226"/>
                </a:lnTo>
                <a:lnTo>
                  <a:pt x="18673" y="4586"/>
                </a:lnTo>
                <a:lnTo>
                  <a:pt x="20133" y="4941"/>
                </a:lnTo>
                <a:lnTo>
                  <a:pt x="21600" y="5302"/>
                </a:lnTo>
                <a:lnTo>
                  <a:pt x="19254" y="9612"/>
                </a:lnTo>
                <a:lnTo>
                  <a:pt x="17353" y="13069"/>
                </a:lnTo>
                <a:lnTo>
                  <a:pt x="15824" y="15763"/>
                </a:lnTo>
                <a:lnTo>
                  <a:pt x="14591" y="17799"/>
                </a:lnTo>
                <a:lnTo>
                  <a:pt x="13580" y="19267"/>
                </a:lnTo>
                <a:lnTo>
                  <a:pt x="12718" y="20275"/>
                </a:lnTo>
                <a:lnTo>
                  <a:pt x="11932" y="20911"/>
                </a:lnTo>
                <a:lnTo>
                  <a:pt x="11146" y="21282"/>
                </a:lnTo>
                <a:lnTo>
                  <a:pt x="10288" y="21478"/>
                </a:lnTo>
                <a:lnTo>
                  <a:pt x="9282" y="21600"/>
                </a:lnTo>
                <a:lnTo>
                  <a:pt x="8178" y="20927"/>
                </a:lnTo>
                <a:lnTo>
                  <a:pt x="7065" y="20243"/>
                </a:lnTo>
                <a:lnTo>
                  <a:pt x="5940" y="19553"/>
                </a:lnTo>
                <a:lnTo>
                  <a:pt x="4812" y="18917"/>
                </a:lnTo>
                <a:lnTo>
                  <a:pt x="3681" y="18276"/>
                </a:lnTo>
                <a:lnTo>
                  <a:pt x="2532" y="17624"/>
                </a:lnTo>
                <a:lnTo>
                  <a:pt x="1274" y="16770"/>
                </a:lnTo>
                <a:lnTo>
                  <a:pt x="0" y="15906"/>
                </a:lnTo>
                <a:lnTo>
                  <a:pt x="0" y="12756"/>
                </a:lnTo>
                <a:lnTo>
                  <a:pt x="0" y="9596"/>
                </a:lnTo>
                <a:lnTo>
                  <a:pt x="0" y="6426"/>
                </a:lnTo>
                <a:lnTo>
                  <a:pt x="0" y="3229"/>
                </a:lnTo>
                <a:lnTo>
                  <a:pt x="0" y="0"/>
                </a:lnTo>
                <a:close/>
              </a:path>
            </a:pathLst>
          </a:custGeom>
          <a:solidFill>
            <a:srgbClr val="473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4" name="contour_11552"/>
          <p:cNvSpPr/>
          <p:nvPr/>
        </p:nvSpPr>
        <p:spPr>
          <a:xfrm>
            <a:off x="1438821" y="5056605"/>
            <a:ext cx="72880" cy="37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0" y="200"/>
                </a:moveTo>
                <a:lnTo>
                  <a:pt x="13837" y="230"/>
                </a:lnTo>
                <a:lnTo>
                  <a:pt x="15669" y="313"/>
                </a:lnTo>
                <a:lnTo>
                  <a:pt x="17153" y="397"/>
                </a:lnTo>
                <a:lnTo>
                  <a:pt x="18634" y="497"/>
                </a:lnTo>
                <a:lnTo>
                  <a:pt x="20118" y="605"/>
                </a:lnTo>
                <a:lnTo>
                  <a:pt x="21600" y="722"/>
                </a:lnTo>
                <a:lnTo>
                  <a:pt x="21131" y="1107"/>
                </a:lnTo>
                <a:lnTo>
                  <a:pt x="19710" y="2255"/>
                </a:lnTo>
                <a:lnTo>
                  <a:pt x="18505" y="3307"/>
                </a:lnTo>
                <a:lnTo>
                  <a:pt x="17280" y="4376"/>
                </a:lnTo>
                <a:lnTo>
                  <a:pt x="16075" y="5395"/>
                </a:lnTo>
                <a:lnTo>
                  <a:pt x="14850" y="6430"/>
                </a:lnTo>
                <a:lnTo>
                  <a:pt x="13913" y="7741"/>
                </a:lnTo>
                <a:lnTo>
                  <a:pt x="12960" y="9073"/>
                </a:lnTo>
                <a:lnTo>
                  <a:pt x="12960" y="11833"/>
                </a:lnTo>
                <a:lnTo>
                  <a:pt x="12960" y="14610"/>
                </a:lnTo>
                <a:lnTo>
                  <a:pt x="12960" y="17424"/>
                </a:lnTo>
                <a:lnTo>
                  <a:pt x="11541" y="18673"/>
                </a:lnTo>
                <a:lnTo>
                  <a:pt x="10420" y="19349"/>
                </a:lnTo>
                <a:lnTo>
                  <a:pt x="8640" y="20034"/>
                </a:lnTo>
                <a:lnTo>
                  <a:pt x="7435" y="20506"/>
                </a:lnTo>
                <a:lnTo>
                  <a:pt x="6210" y="20982"/>
                </a:lnTo>
                <a:lnTo>
                  <a:pt x="5741" y="21137"/>
                </a:lnTo>
                <a:lnTo>
                  <a:pt x="4320" y="21600"/>
                </a:lnTo>
                <a:lnTo>
                  <a:pt x="4320" y="18840"/>
                </a:lnTo>
                <a:lnTo>
                  <a:pt x="4320" y="16063"/>
                </a:lnTo>
                <a:lnTo>
                  <a:pt x="4320" y="13249"/>
                </a:lnTo>
                <a:lnTo>
                  <a:pt x="3037" y="11717"/>
                </a:lnTo>
                <a:lnTo>
                  <a:pt x="2160" y="10769"/>
                </a:lnTo>
                <a:lnTo>
                  <a:pt x="1283" y="10021"/>
                </a:lnTo>
                <a:lnTo>
                  <a:pt x="0" y="9073"/>
                </a:lnTo>
                <a:lnTo>
                  <a:pt x="1119" y="6472"/>
                </a:lnTo>
                <a:lnTo>
                  <a:pt x="2251" y="4405"/>
                </a:lnTo>
                <a:lnTo>
                  <a:pt x="3406" y="2814"/>
                </a:lnTo>
                <a:lnTo>
                  <a:pt x="4599" y="1645"/>
                </a:lnTo>
                <a:lnTo>
                  <a:pt x="5841" y="835"/>
                </a:lnTo>
                <a:lnTo>
                  <a:pt x="7143" y="330"/>
                </a:lnTo>
                <a:lnTo>
                  <a:pt x="8523" y="71"/>
                </a:lnTo>
                <a:lnTo>
                  <a:pt x="9988" y="0"/>
                </a:lnTo>
                <a:lnTo>
                  <a:pt x="11554" y="63"/>
                </a:lnTo>
                <a:lnTo>
                  <a:pt x="13230" y="200"/>
                </a:lnTo>
                <a:close/>
              </a:path>
            </a:pathLst>
          </a:custGeom>
          <a:solidFill>
            <a:srgbClr val="9783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5" name="contour_11553"/>
          <p:cNvSpPr/>
          <p:nvPr/>
        </p:nvSpPr>
        <p:spPr>
          <a:xfrm>
            <a:off x="10905922" y="5034792"/>
            <a:ext cx="87456" cy="44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2"/>
                </a:moveTo>
                <a:lnTo>
                  <a:pt x="1211" y="392"/>
                </a:lnTo>
                <a:lnTo>
                  <a:pt x="2416" y="231"/>
                </a:lnTo>
                <a:lnTo>
                  <a:pt x="3613" y="105"/>
                </a:lnTo>
                <a:lnTo>
                  <a:pt x="4808" y="28"/>
                </a:lnTo>
                <a:lnTo>
                  <a:pt x="6001" y="0"/>
                </a:lnTo>
                <a:lnTo>
                  <a:pt x="7195" y="35"/>
                </a:lnTo>
                <a:lnTo>
                  <a:pt x="8390" y="137"/>
                </a:lnTo>
                <a:lnTo>
                  <a:pt x="9592" y="315"/>
                </a:lnTo>
                <a:lnTo>
                  <a:pt x="10800" y="582"/>
                </a:lnTo>
                <a:lnTo>
                  <a:pt x="11660" y="2638"/>
                </a:lnTo>
                <a:lnTo>
                  <a:pt x="12283" y="4183"/>
                </a:lnTo>
                <a:lnTo>
                  <a:pt x="12769" y="5507"/>
                </a:lnTo>
                <a:lnTo>
                  <a:pt x="13217" y="6908"/>
                </a:lnTo>
                <a:lnTo>
                  <a:pt x="13727" y="8670"/>
                </a:lnTo>
                <a:lnTo>
                  <a:pt x="14400" y="11091"/>
                </a:lnTo>
                <a:lnTo>
                  <a:pt x="15397" y="12285"/>
                </a:lnTo>
                <a:lnTo>
                  <a:pt x="16398" y="13378"/>
                </a:lnTo>
                <a:lnTo>
                  <a:pt x="17406" y="14394"/>
                </a:lnTo>
                <a:lnTo>
                  <a:pt x="18428" y="15354"/>
                </a:lnTo>
                <a:lnTo>
                  <a:pt x="19465" y="16279"/>
                </a:lnTo>
                <a:lnTo>
                  <a:pt x="20520" y="17186"/>
                </a:lnTo>
                <a:lnTo>
                  <a:pt x="21600" y="18097"/>
                </a:lnTo>
                <a:lnTo>
                  <a:pt x="20353" y="18444"/>
                </a:lnTo>
                <a:lnTo>
                  <a:pt x="19103" y="18791"/>
                </a:lnTo>
                <a:lnTo>
                  <a:pt x="17854" y="19137"/>
                </a:lnTo>
                <a:lnTo>
                  <a:pt x="16603" y="19488"/>
                </a:lnTo>
                <a:lnTo>
                  <a:pt x="15347" y="19834"/>
                </a:lnTo>
                <a:lnTo>
                  <a:pt x="14089" y="20185"/>
                </a:lnTo>
                <a:lnTo>
                  <a:pt x="12825" y="20535"/>
                </a:lnTo>
                <a:lnTo>
                  <a:pt x="11556" y="20889"/>
                </a:lnTo>
                <a:lnTo>
                  <a:pt x="10282" y="21243"/>
                </a:lnTo>
                <a:lnTo>
                  <a:pt x="9000" y="21600"/>
                </a:lnTo>
                <a:lnTo>
                  <a:pt x="9000" y="19123"/>
                </a:lnTo>
                <a:lnTo>
                  <a:pt x="9000" y="16643"/>
                </a:lnTo>
                <a:lnTo>
                  <a:pt x="9000" y="14156"/>
                </a:lnTo>
                <a:lnTo>
                  <a:pt x="9000" y="11658"/>
                </a:lnTo>
                <a:lnTo>
                  <a:pt x="9000" y="9150"/>
                </a:lnTo>
                <a:lnTo>
                  <a:pt x="9000" y="6628"/>
                </a:lnTo>
                <a:lnTo>
                  <a:pt x="9000" y="4085"/>
                </a:lnTo>
                <a:lnTo>
                  <a:pt x="7727" y="4085"/>
                </a:lnTo>
                <a:lnTo>
                  <a:pt x="6453" y="4085"/>
                </a:lnTo>
                <a:lnTo>
                  <a:pt x="5175" y="4085"/>
                </a:lnTo>
                <a:lnTo>
                  <a:pt x="3892" y="4085"/>
                </a:lnTo>
                <a:lnTo>
                  <a:pt x="2603" y="4085"/>
                </a:lnTo>
                <a:lnTo>
                  <a:pt x="1307" y="4085"/>
                </a:lnTo>
                <a:lnTo>
                  <a:pt x="0" y="4085"/>
                </a:lnTo>
                <a:lnTo>
                  <a:pt x="0" y="2347"/>
                </a:lnTo>
                <a:lnTo>
                  <a:pt x="0" y="582"/>
                </a:lnTo>
                <a:close/>
              </a:path>
            </a:pathLst>
          </a:custGeom>
          <a:solidFill>
            <a:srgbClr val="8A74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6" name="contour_11554"/>
          <p:cNvSpPr/>
          <p:nvPr/>
        </p:nvSpPr>
        <p:spPr>
          <a:xfrm>
            <a:off x="4033346" y="5043290"/>
            <a:ext cx="43728" cy="307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182" y="5359"/>
                </a:lnTo>
                <a:lnTo>
                  <a:pt x="19102" y="9311"/>
                </a:lnTo>
                <a:lnTo>
                  <a:pt x="18238" y="12213"/>
                </a:lnTo>
                <a:lnTo>
                  <a:pt x="17460" y="14419"/>
                </a:lnTo>
                <a:lnTo>
                  <a:pt x="16646" y="16297"/>
                </a:lnTo>
                <a:lnTo>
                  <a:pt x="15667" y="18196"/>
                </a:lnTo>
                <a:lnTo>
                  <a:pt x="14400" y="20474"/>
                </a:lnTo>
                <a:lnTo>
                  <a:pt x="11884" y="21226"/>
                </a:lnTo>
                <a:lnTo>
                  <a:pt x="9547" y="21574"/>
                </a:lnTo>
                <a:lnTo>
                  <a:pt x="7290" y="21600"/>
                </a:lnTo>
                <a:lnTo>
                  <a:pt x="5015" y="21375"/>
                </a:lnTo>
                <a:lnTo>
                  <a:pt x="2621" y="20976"/>
                </a:lnTo>
                <a:lnTo>
                  <a:pt x="0" y="20474"/>
                </a:lnTo>
                <a:lnTo>
                  <a:pt x="0" y="17096"/>
                </a:lnTo>
                <a:lnTo>
                  <a:pt x="0" y="13712"/>
                </a:lnTo>
                <a:lnTo>
                  <a:pt x="0" y="10314"/>
                </a:lnTo>
                <a:lnTo>
                  <a:pt x="0" y="6900"/>
                </a:lnTo>
                <a:lnTo>
                  <a:pt x="0" y="3465"/>
                </a:lnTo>
                <a:lnTo>
                  <a:pt x="0" y="0"/>
                </a:lnTo>
                <a:close/>
              </a:path>
            </a:pathLst>
          </a:custGeom>
          <a:solidFill>
            <a:srgbClr val="3030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7" name="contour_11555"/>
          <p:cNvSpPr/>
          <p:nvPr/>
        </p:nvSpPr>
        <p:spPr>
          <a:xfrm>
            <a:off x="3975042" y="5034362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930"/>
                </a:moveTo>
                <a:lnTo>
                  <a:pt x="7318" y="298"/>
                </a:lnTo>
                <a:lnTo>
                  <a:pt x="10122" y="12"/>
                </a:lnTo>
                <a:lnTo>
                  <a:pt x="12839" y="0"/>
                </a:lnTo>
                <a:lnTo>
                  <a:pt x="15582" y="198"/>
                </a:lnTo>
                <a:lnTo>
                  <a:pt x="18468" y="533"/>
                </a:lnTo>
                <a:lnTo>
                  <a:pt x="21600" y="930"/>
                </a:lnTo>
                <a:lnTo>
                  <a:pt x="21600" y="3853"/>
                </a:lnTo>
                <a:lnTo>
                  <a:pt x="21600" y="6780"/>
                </a:lnTo>
                <a:lnTo>
                  <a:pt x="21600" y="9715"/>
                </a:lnTo>
                <a:lnTo>
                  <a:pt x="21600" y="12662"/>
                </a:lnTo>
                <a:lnTo>
                  <a:pt x="21600" y="15622"/>
                </a:lnTo>
                <a:lnTo>
                  <a:pt x="21600" y="18599"/>
                </a:lnTo>
                <a:lnTo>
                  <a:pt x="21600" y="21600"/>
                </a:lnTo>
                <a:lnTo>
                  <a:pt x="18926" y="21087"/>
                </a:lnTo>
                <a:lnTo>
                  <a:pt x="16252" y="20575"/>
                </a:lnTo>
                <a:lnTo>
                  <a:pt x="13569" y="20062"/>
                </a:lnTo>
                <a:lnTo>
                  <a:pt x="10882" y="19550"/>
                </a:lnTo>
                <a:lnTo>
                  <a:pt x="8182" y="19033"/>
                </a:lnTo>
                <a:lnTo>
                  <a:pt x="5469" y="18512"/>
                </a:lnTo>
                <a:lnTo>
                  <a:pt x="2743" y="17991"/>
                </a:lnTo>
                <a:lnTo>
                  <a:pt x="0" y="17466"/>
                </a:lnTo>
                <a:lnTo>
                  <a:pt x="652" y="12534"/>
                </a:lnTo>
                <a:lnTo>
                  <a:pt x="1175" y="9086"/>
                </a:lnTo>
                <a:lnTo>
                  <a:pt x="1680" y="6660"/>
                </a:lnTo>
                <a:lnTo>
                  <a:pt x="2294" y="4795"/>
                </a:lnTo>
                <a:lnTo>
                  <a:pt x="3132" y="3043"/>
                </a:lnTo>
                <a:lnTo>
                  <a:pt x="4320" y="930"/>
                </a:lnTo>
                <a:close/>
              </a:path>
            </a:pathLst>
          </a:custGeom>
          <a:solidFill>
            <a:srgbClr val="D2C9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8" name="contour_11556"/>
          <p:cNvSpPr/>
          <p:nvPr/>
        </p:nvSpPr>
        <p:spPr>
          <a:xfrm>
            <a:off x="7968861" y="5013482"/>
            <a:ext cx="38109" cy="51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50" y="0"/>
                </a:moveTo>
                <a:lnTo>
                  <a:pt x="11050" y="323"/>
                </a:lnTo>
                <a:lnTo>
                  <a:pt x="13594" y="716"/>
                </a:lnTo>
                <a:lnTo>
                  <a:pt x="15933" y="1277"/>
                </a:lnTo>
                <a:lnTo>
                  <a:pt x="18233" y="2111"/>
                </a:lnTo>
                <a:lnTo>
                  <a:pt x="20654" y="3321"/>
                </a:lnTo>
                <a:lnTo>
                  <a:pt x="21096" y="5371"/>
                </a:lnTo>
                <a:lnTo>
                  <a:pt x="21389" y="7403"/>
                </a:lnTo>
                <a:lnTo>
                  <a:pt x="21555" y="9423"/>
                </a:lnTo>
                <a:lnTo>
                  <a:pt x="21600" y="11437"/>
                </a:lnTo>
                <a:lnTo>
                  <a:pt x="21550" y="13450"/>
                </a:lnTo>
                <a:lnTo>
                  <a:pt x="21414" y="15467"/>
                </a:lnTo>
                <a:lnTo>
                  <a:pt x="21208" y="17493"/>
                </a:lnTo>
                <a:lnTo>
                  <a:pt x="20947" y="19537"/>
                </a:lnTo>
                <a:lnTo>
                  <a:pt x="20654" y="21600"/>
                </a:lnTo>
                <a:lnTo>
                  <a:pt x="18196" y="21600"/>
                </a:lnTo>
                <a:lnTo>
                  <a:pt x="15738" y="21600"/>
                </a:lnTo>
                <a:lnTo>
                  <a:pt x="13264" y="21600"/>
                </a:lnTo>
                <a:lnTo>
                  <a:pt x="10773" y="21600"/>
                </a:lnTo>
                <a:lnTo>
                  <a:pt x="8262" y="21600"/>
                </a:lnTo>
                <a:lnTo>
                  <a:pt x="8406" y="20001"/>
                </a:lnTo>
                <a:lnTo>
                  <a:pt x="8555" y="18374"/>
                </a:lnTo>
                <a:lnTo>
                  <a:pt x="8666" y="16290"/>
                </a:lnTo>
                <a:lnTo>
                  <a:pt x="8778" y="14173"/>
                </a:lnTo>
                <a:lnTo>
                  <a:pt x="8923" y="12101"/>
                </a:lnTo>
                <a:lnTo>
                  <a:pt x="9071" y="9996"/>
                </a:lnTo>
                <a:lnTo>
                  <a:pt x="8666" y="8195"/>
                </a:lnTo>
                <a:lnTo>
                  <a:pt x="8262" y="6367"/>
                </a:lnTo>
                <a:lnTo>
                  <a:pt x="5791" y="5188"/>
                </a:lnTo>
                <a:lnTo>
                  <a:pt x="4106" y="4478"/>
                </a:lnTo>
                <a:lnTo>
                  <a:pt x="2433" y="3951"/>
                </a:lnTo>
                <a:lnTo>
                  <a:pt x="0" y="3321"/>
                </a:lnTo>
                <a:lnTo>
                  <a:pt x="2450" y="1557"/>
                </a:lnTo>
                <a:lnTo>
                  <a:pt x="4114" y="621"/>
                </a:lnTo>
                <a:lnTo>
                  <a:pt x="5762" y="207"/>
                </a:lnTo>
                <a:lnTo>
                  <a:pt x="8150" y="0"/>
                </a:lnTo>
                <a:close/>
              </a:path>
            </a:pathLst>
          </a:custGeom>
          <a:solidFill>
            <a:srgbClr val="8E8C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59" name="contour_11557"/>
          <p:cNvSpPr/>
          <p:nvPr/>
        </p:nvSpPr>
        <p:spPr>
          <a:xfrm>
            <a:off x="4966209" y="5005210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930"/>
                </a:moveTo>
                <a:lnTo>
                  <a:pt x="7318" y="298"/>
                </a:lnTo>
                <a:lnTo>
                  <a:pt x="10122" y="12"/>
                </a:lnTo>
                <a:lnTo>
                  <a:pt x="12839" y="0"/>
                </a:lnTo>
                <a:lnTo>
                  <a:pt x="15582" y="198"/>
                </a:lnTo>
                <a:lnTo>
                  <a:pt x="18468" y="533"/>
                </a:lnTo>
                <a:lnTo>
                  <a:pt x="21600" y="930"/>
                </a:lnTo>
                <a:lnTo>
                  <a:pt x="21064" y="3489"/>
                </a:lnTo>
                <a:lnTo>
                  <a:pt x="20529" y="6048"/>
                </a:lnTo>
                <a:lnTo>
                  <a:pt x="19993" y="8615"/>
                </a:lnTo>
                <a:lnTo>
                  <a:pt x="19457" y="11187"/>
                </a:lnTo>
                <a:lnTo>
                  <a:pt x="18917" y="13770"/>
                </a:lnTo>
                <a:lnTo>
                  <a:pt x="18373" y="16366"/>
                </a:lnTo>
                <a:lnTo>
                  <a:pt x="17829" y="18975"/>
                </a:lnTo>
                <a:lnTo>
                  <a:pt x="17280" y="21600"/>
                </a:lnTo>
                <a:lnTo>
                  <a:pt x="14429" y="20918"/>
                </a:lnTo>
                <a:lnTo>
                  <a:pt x="11573" y="20236"/>
                </a:lnTo>
                <a:lnTo>
                  <a:pt x="8705" y="19550"/>
                </a:lnTo>
                <a:lnTo>
                  <a:pt x="5823" y="18859"/>
                </a:lnTo>
                <a:lnTo>
                  <a:pt x="2925" y="18165"/>
                </a:lnTo>
                <a:lnTo>
                  <a:pt x="0" y="17466"/>
                </a:lnTo>
                <a:lnTo>
                  <a:pt x="652" y="12534"/>
                </a:lnTo>
                <a:lnTo>
                  <a:pt x="1175" y="9086"/>
                </a:lnTo>
                <a:lnTo>
                  <a:pt x="1680" y="6660"/>
                </a:lnTo>
                <a:lnTo>
                  <a:pt x="2294" y="4795"/>
                </a:lnTo>
                <a:lnTo>
                  <a:pt x="3132" y="3043"/>
                </a:lnTo>
                <a:lnTo>
                  <a:pt x="4320" y="930"/>
                </a:lnTo>
                <a:close/>
              </a:path>
            </a:pathLst>
          </a:custGeom>
          <a:solidFill>
            <a:srgbClr val="797A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0" name="contour_11558"/>
          <p:cNvSpPr/>
          <p:nvPr/>
        </p:nvSpPr>
        <p:spPr>
          <a:xfrm>
            <a:off x="4470625" y="4993214"/>
            <a:ext cx="51016" cy="427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673"/>
                </a:moveTo>
                <a:lnTo>
                  <a:pt x="19656" y="1932"/>
                </a:lnTo>
                <a:lnTo>
                  <a:pt x="21600" y="3204"/>
                </a:lnTo>
                <a:lnTo>
                  <a:pt x="19560" y="3204"/>
                </a:lnTo>
                <a:lnTo>
                  <a:pt x="17508" y="3204"/>
                </a:lnTo>
                <a:lnTo>
                  <a:pt x="15429" y="3204"/>
                </a:lnTo>
                <a:lnTo>
                  <a:pt x="15429" y="5806"/>
                </a:lnTo>
                <a:lnTo>
                  <a:pt x="15429" y="8410"/>
                </a:lnTo>
                <a:lnTo>
                  <a:pt x="15429" y="11023"/>
                </a:lnTo>
                <a:lnTo>
                  <a:pt x="15429" y="13646"/>
                </a:lnTo>
                <a:lnTo>
                  <a:pt x="15429" y="16280"/>
                </a:lnTo>
                <a:lnTo>
                  <a:pt x="15429" y="18929"/>
                </a:lnTo>
                <a:lnTo>
                  <a:pt x="15429" y="21600"/>
                </a:lnTo>
                <a:lnTo>
                  <a:pt x="13596" y="21600"/>
                </a:lnTo>
                <a:lnTo>
                  <a:pt x="11757" y="21600"/>
                </a:lnTo>
                <a:lnTo>
                  <a:pt x="9911" y="21600"/>
                </a:lnTo>
                <a:lnTo>
                  <a:pt x="8051" y="21600"/>
                </a:lnTo>
                <a:lnTo>
                  <a:pt x="6171" y="21600"/>
                </a:lnTo>
                <a:lnTo>
                  <a:pt x="6171" y="19172"/>
                </a:lnTo>
                <a:lnTo>
                  <a:pt x="6171" y="16722"/>
                </a:lnTo>
                <a:lnTo>
                  <a:pt x="6171" y="14242"/>
                </a:lnTo>
                <a:lnTo>
                  <a:pt x="4339" y="12892"/>
                </a:lnTo>
                <a:lnTo>
                  <a:pt x="3086" y="12056"/>
                </a:lnTo>
                <a:lnTo>
                  <a:pt x="1833" y="11394"/>
                </a:lnTo>
                <a:lnTo>
                  <a:pt x="0" y="10563"/>
                </a:lnTo>
                <a:lnTo>
                  <a:pt x="3178" y="7174"/>
                </a:lnTo>
                <a:lnTo>
                  <a:pt x="5712" y="4544"/>
                </a:lnTo>
                <a:lnTo>
                  <a:pt x="7751" y="2597"/>
                </a:lnTo>
                <a:lnTo>
                  <a:pt x="9442" y="1251"/>
                </a:lnTo>
                <a:lnTo>
                  <a:pt x="10927" y="423"/>
                </a:lnTo>
                <a:lnTo>
                  <a:pt x="12352" y="33"/>
                </a:lnTo>
                <a:lnTo>
                  <a:pt x="13867" y="0"/>
                </a:lnTo>
                <a:lnTo>
                  <a:pt x="15614" y="239"/>
                </a:lnTo>
                <a:lnTo>
                  <a:pt x="17743" y="673"/>
                </a:lnTo>
                <a:close/>
              </a:path>
            </a:pathLst>
          </a:custGeom>
          <a:solidFill>
            <a:srgbClr val="988F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1" name="contour_11559"/>
          <p:cNvSpPr/>
          <p:nvPr/>
        </p:nvSpPr>
        <p:spPr>
          <a:xfrm>
            <a:off x="10104243" y="4999562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297"/>
                </a:lnTo>
                <a:lnTo>
                  <a:pt x="3715" y="616"/>
                </a:lnTo>
                <a:lnTo>
                  <a:pt x="5573" y="956"/>
                </a:lnTo>
                <a:lnTo>
                  <a:pt x="7428" y="1312"/>
                </a:lnTo>
                <a:lnTo>
                  <a:pt x="9283" y="1685"/>
                </a:lnTo>
                <a:lnTo>
                  <a:pt x="11008" y="2003"/>
                </a:lnTo>
                <a:lnTo>
                  <a:pt x="12744" y="2317"/>
                </a:lnTo>
                <a:lnTo>
                  <a:pt x="14502" y="2635"/>
                </a:lnTo>
                <a:lnTo>
                  <a:pt x="15954" y="3548"/>
                </a:lnTo>
                <a:lnTo>
                  <a:pt x="17418" y="4466"/>
                </a:lnTo>
                <a:lnTo>
                  <a:pt x="18900" y="5400"/>
                </a:lnTo>
                <a:lnTo>
                  <a:pt x="19859" y="9531"/>
                </a:lnTo>
                <a:lnTo>
                  <a:pt x="20480" y="12436"/>
                </a:lnTo>
                <a:lnTo>
                  <a:pt x="20890" y="14899"/>
                </a:lnTo>
                <a:lnTo>
                  <a:pt x="21219" y="17696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9" y="21600"/>
                </a:lnTo>
                <a:lnTo>
                  <a:pt x="14459" y="21600"/>
                </a:lnTo>
                <a:lnTo>
                  <a:pt x="12663" y="21600"/>
                </a:lnTo>
                <a:lnTo>
                  <a:pt x="10859" y="21600"/>
                </a:lnTo>
                <a:lnTo>
                  <a:pt x="9050" y="21600"/>
                </a:lnTo>
                <a:lnTo>
                  <a:pt x="7231" y="21600"/>
                </a:lnTo>
                <a:lnTo>
                  <a:pt x="5400" y="21600"/>
                </a:lnTo>
                <a:lnTo>
                  <a:pt x="5400" y="18392"/>
                </a:lnTo>
                <a:lnTo>
                  <a:pt x="5400" y="15174"/>
                </a:lnTo>
                <a:lnTo>
                  <a:pt x="5400" y="11945"/>
                </a:lnTo>
                <a:lnTo>
                  <a:pt x="5400" y="8689"/>
                </a:lnTo>
                <a:lnTo>
                  <a:pt x="5400" y="5400"/>
                </a:lnTo>
                <a:lnTo>
                  <a:pt x="3796" y="3224"/>
                </a:lnTo>
                <a:lnTo>
                  <a:pt x="2700" y="1939"/>
                </a:lnTo>
                <a:lnTo>
                  <a:pt x="1604" y="1031"/>
                </a:lnTo>
                <a:lnTo>
                  <a:pt x="0" y="0"/>
                </a:lnTo>
                <a:close/>
              </a:path>
            </a:pathLst>
          </a:custGeom>
          <a:solidFill>
            <a:srgbClr val="D380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2" name="contour_11560"/>
          <p:cNvSpPr/>
          <p:nvPr/>
        </p:nvSpPr>
        <p:spPr>
          <a:xfrm>
            <a:off x="8143773" y="4984986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151"/>
                </a:lnTo>
                <a:lnTo>
                  <a:pt x="2341" y="292"/>
                </a:lnTo>
                <a:lnTo>
                  <a:pt x="3646" y="456"/>
                </a:lnTo>
                <a:lnTo>
                  <a:pt x="5374" y="672"/>
                </a:lnTo>
                <a:lnTo>
                  <a:pt x="7780" y="972"/>
                </a:lnTo>
                <a:lnTo>
                  <a:pt x="11115" y="1390"/>
                </a:lnTo>
                <a:lnTo>
                  <a:pt x="15638" y="1955"/>
                </a:lnTo>
                <a:lnTo>
                  <a:pt x="21600" y="2700"/>
                </a:lnTo>
                <a:lnTo>
                  <a:pt x="20529" y="4037"/>
                </a:lnTo>
                <a:lnTo>
                  <a:pt x="19457" y="5378"/>
                </a:lnTo>
                <a:lnTo>
                  <a:pt x="18373" y="6731"/>
                </a:lnTo>
                <a:lnTo>
                  <a:pt x="17280" y="8100"/>
                </a:lnTo>
                <a:lnTo>
                  <a:pt x="14424" y="8100"/>
                </a:lnTo>
                <a:lnTo>
                  <a:pt x="11552" y="8100"/>
                </a:lnTo>
                <a:lnTo>
                  <a:pt x="8640" y="8100"/>
                </a:lnTo>
                <a:lnTo>
                  <a:pt x="8640" y="10009"/>
                </a:lnTo>
                <a:lnTo>
                  <a:pt x="8640" y="11920"/>
                </a:lnTo>
                <a:lnTo>
                  <a:pt x="8640" y="13838"/>
                </a:lnTo>
                <a:lnTo>
                  <a:pt x="8640" y="15763"/>
                </a:lnTo>
                <a:lnTo>
                  <a:pt x="8640" y="17696"/>
                </a:lnTo>
                <a:lnTo>
                  <a:pt x="8640" y="19640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F1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3" name="contour_11561"/>
          <p:cNvSpPr/>
          <p:nvPr/>
        </p:nvSpPr>
        <p:spPr>
          <a:xfrm>
            <a:off x="6897527" y="5000531"/>
            <a:ext cx="80168" cy="28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5" y="1702"/>
                </a:moveTo>
                <a:lnTo>
                  <a:pt x="15201" y="2138"/>
                </a:lnTo>
                <a:lnTo>
                  <a:pt x="16304" y="2584"/>
                </a:lnTo>
                <a:lnTo>
                  <a:pt x="17628" y="3131"/>
                </a:lnTo>
                <a:lnTo>
                  <a:pt x="18953" y="3689"/>
                </a:lnTo>
                <a:lnTo>
                  <a:pt x="20277" y="4259"/>
                </a:lnTo>
                <a:lnTo>
                  <a:pt x="21600" y="4839"/>
                </a:lnTo>
                <a:lnTo>
                  <a:pt x="20428" y="6675"/>
                </a:lnTo>
                <a:lnTo>
                  <a:pt x="19246" y="8506"/>
                </a:lnTo>
                <a:lnTo>
                  <a:pt x="18048" y="10303"/>
                </a:lnTo>
                <a:lnTo>
                  <a:pt x="16838" y="12045"/>
                </a:lnTo>
                <a:lnTo>
                  <a:pt x="15613" y="13708"/>
                </a:lnTo>
                <a:lnTo>
                  <a:pt x="14374" y="15271"/>
                </a:lnTo>
                <a:lnTo>
                  <a:pt x="13121" y="16716"/>
                </a:lnTo>
                <a:lnTo>
                  <a:pt x="11854" y="18017"/>
                </a:lnTo>
                <a:lnTo>
                  <a:pt x="10570" y="19150"/>
                </a:lnTo>
                <a:lnTo>
                  <a:pt x="9274" y="20099"/>
                </a:lnTo>
                <a:lnTo>
                  <a:pt x="7961" y="20841"/>
                </a:lnTo>
                <a:lnTo>
                  <a:pt x="6631" y="21343"/>
                </a:lnTo>
                <a:lnTo>
                  <a:pt x="5286" y="21600"/>
                </a:lnTo>
                <a:lnTo>
                  <a:pt x="3927" y="21583"/>
                </a:lnTo>
                <a:lnTo>
                  <a:pt x="2835" y="18162"/>
                </a:lnTo>
                <a:lnTo>
                  <a:pt x="2064" y="15611"/>
                </a:lnTo>
                <a:lnTo>
                  <a:pt x="1502" y="13473"/>
                </a:lnTo>
                <a:lnTo>
                  <a:pt x="1045" y="11274"/>
                </a:lnTo>
                <a:lnTo>
                  <a:pt x="579" y="8551"/>
                </a:lnTo>
                <a:lnTo>
                  <a:pt x="0" y="4839"/>
                </a:lnTo>
                <a:lnTo>
                  <a:pt x="1361" y="3315"/>
                </a:lnTo>
                <a:lnTo>
                  <a:pt x="2665" y="2110"/>
                </a:lnTo>
                <a:lnTo>
                  <a:pt x="3925" y="1200"/>
                </a:lnTo>
                <a:lnTo>
                  <a:pt x="5157" y="564"/>
                </a:lnTo>
                <a:lnTo>
                  <a:pt x="6374" y="167"/>
                </a:lnTo>
                <a:lnTo>
                  <a:pt x="7587" y="0"/>
                </a:lnTo>
                <a:lnTo>
                  <a:pt x="8815" y="28"/>
                </a:lnTo>
                <a:lnTo>
                  <a:pt x="10066" y="240"/>
                </a:lnTo>
                <a:lnTo>
                  <a:pt x="11358" y="603"/>
                </a:lnTo>
                <a:lnTo>
                  <a:pt x="12703" y="1100"/>
                </a:lnTo>
                <a:lnTo>
                  <a:pt x="14115" y="1702"/>
                </a:lnTo>
                <a:close/>
              </a:path>
            </a:pathLst>
          </a:custGeom>
          <a:solidFill>
            <a:srgbClr val="E0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4" name="contour_11562"/>
          <p:cNvSpPr/>
          <p:nvPr/>
        </p:nvSpPr>
        <p:spPr>
          <a:xfrm>
            <a:off x="4616385" y="5021426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475"/>
                </a:lnTo>
                <a:lnTo>
                  <a:pt x="16015" y="953"/>
                </a:lnTo>
                <a:lnTo>
                  <a:pt x="17860" y="1430"/>
                </a:lnTo>
                <a:lnTo>
                  <a:pt x="19721" y="1913"/>
                </a:lnTo>
                <a:lnTo>
                  <a:pt x="21600" y="2400"/>
                </a:lnTo>
                <a:lnTo>
                  <a:pt x="21554" y="4015"/>
                </a:lnTo>
                <a:lnTo>
                  <a:pt x="21443" y="5568"/>
                </a:lnTo>
                <a:lnTo>
                  <a:pt x="21245" y="7075"/>
                </a:lnTo>
                <a:lnTo>
                  <a:pt x="20952" y="8551"/>
                </a:lnTo>
                <a:lnTo>
                  <a:pt x="20548" y="10006"/>
                </a:lnTo>
                <a:lnTo>
                  <a:pt x="20017" y="11458"/>
                </a:lnTo>
                <a:lnTo>
                  <a:pt x="19344" y="12917"/>
                </a:lnTo>
                <a:lnTo>
                  <a:pt x="18514" y="14400"/>
                </a:lnTo>
                <a:lnTo>
                  <a:pt x="16771" y="15329"/>
                </a:lnTo>
                <a:lnTo>
                  <a:pt x="15006" y="16193"/>
                </a:lnTo>
                <a:lnTo>
                  <a:pt x="13219" y="17002"/>
                </a:lnTo>
                <a:lnTo>
                  <a:pt x="11408" y="17760"/>
                </a:lnTo>
                <a:lnTo>
                  <a:pt x="9575" y="18475"/>
                </a:lnTo>
                <a:lnTo>
                  <a:pt x="7714" y="19152"/>
                </a:lnTo>
                <a:lnTo>
                  <a:pt x="5829" y="19795"/>
                </a:lnTo>
                <a:lnTo>
                  <a:pt x="3916" y="20414"/>
                </a:lnTo>
                <a:lnTo>
                  <a:pt x="1972" y="21014"/>
                </a:lnTo>
                <a:lnTo>
                  <a:pt x="0" y="21600"/>
                </a:lnTo>
                <a:lnTo>
                  <a:pt x="886" y="20045"/>
                </a:lnTo>
                <a:lnTo>
                  <a:pt x="1787" y="18494"/>
                </a:lnTo>
                <a:lnTo>
                  <a:pt x="2700" y="16949"/>
                </a:lnTo>
                <a:lnTo>
                  <a:pt x="3076" y="16301"/>
                </a:lnTo>
                <a:lnTo>
                  <a:pt x="4218" y="14335"/>
                </a:lnTo>
                <a:lnTo>
                  <a:pt x="5400" y="12967"/>
                </a:lnTo>
                <a:lnTo>
                  <a:pt x="6338" y="12142"/>
                </a:lnTo>
                <a:lnTo>
                  <a:pt x="7523" y="11530"/>
                </a:lnTo>
                <a:lnTo>
                  <a:pt x="9448" y="10800"/>
                </a:lnTo>
                <a:lnTo>
                  <a:pt x="10886" y="10205"/>
                </a:lnTo>
                <a:lnTo>
                  <a:pt x="12343" y="9600"/>
                </a:lnTo>
                <a:lnTo>
                  <a:pt x="12759" y="7860"/>
                </a:lnTo>
                <a:lnTo>
                  <a:pt x="12858" y="6576"/>
                </a:lnTo>
                <a:lnTo>
                  <a:pt x="12729" y="4651"/>
                </a:lnTo>
                <a:lnTo>
                  <a:pt x="12602" y="3115"/>
                </a:lnTo>
                <a:lnTo>
                  <a:pt x="12472" y="1567"/>
                </a:lnTo>
                <a:lnTo>
                  <a:pt x="12343" y="0"/>
                </a:lnTo>
                <a:close/>
              </a:path>
            </a:pathLst>
          </a:custGeom>
          <a:solidFill>
            <a:srgbClr val="6764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5" name="contour_11563"/>
          <p:cNvSpPr/>
          <p:nvPr/>
        </p:nvSpPr>
        <p:spPr>
          <a:xfrm>
            <a:off x="5155697" y="5006398"/>
            <a:ext cx="43728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23" y="0"/>
                </a:moveTo>
                <a:lnTo>
                  <a:pt x="10933" y="85"/>
                </a:lnTo>
                <a:lnTo>
                  <a:pt x="12658" y="175"/>
                </a:lnTo>
                <a:lnTo>
                  <a:pt x="14400" y="265"/>
                </a:lnTo>
                <a:lnTo>
                  <a:pt x="14400" y="3081"/>
                </a:lnTo>
                <a:lnTo>
                  <a:pt x="14400" y="5923"/>
                </a:lnTo>
                <a:lnTo>
                  <a:pt x="14400" y="8799"/>
                </a:lnTo>
                <a:lnTo>
                  <a:pt x="16780" y="8799"/>
                </a:lnTo>
                <a:lnTo>
                  <a:pt x="19174" y="8799"/>
                </a:lnTo>
                <a:lnTo>
                  <a:pt x="21600" y="8799"/>
                </a:lnTo>
                <a:lnTo>
                  <a:pt x="21600" y="11615"/>
                </a:lnTo>
                <a:lnTo>
                  <a:pt x="21600" y="14457"/>
                </a:lnTo>
                <a:lnTo>
                  <a:pt x="21600" y="17333"/>
                </a:lnTo>
                <a:lnTo>
                  <a:pt x="19246" y="18370"/>
                </a:lnTo>
                <a:lnTo>
                  <a:pt x="17521" y="18993"/>
                </a:lnTo>
                <a:lnTo>
                  <a:pt x="15588" y="19454"/>
                </a:lnTo>
                <a:lnTo>
                  <a:pt x="12600" y="20000"/>
                </a:lnTo>
                <a:lnTo>
                  <a:pt x="10087" y="20478"/>
                </a:lnTo>
                <a:lnTo>
                  <a:pt x="7535" y="20964"/>
                </a:lnTo>
                <a:lnTo>
                  <a:pt x="5584" y="21280"/>
                </a:lnTo>
                <a:lnTo>
                  <a:pt x="3600" y="21600"/>
                </a:lnTo>
                <a:lnTo>
                  <a:pt x="2909" y="18848"/>
                </a:lnTo>
                <a:lnTo>
                  <a:pt x="2236" y="16091"/>
                </a:lnTo>
                <a:lnTo>
                  <a:pt x="1577" y="13330"/>
                </a:lnTo>
                <a:lnTo>
                  <a:pt x="1292" y="12174"/>
                </a:lnTo>
                <a:lnTo>
                  <a:pt x="436" y="8679"/>
                </a:lnTo>
                <a:lnTo>
                  <a:pt x="220" y="6623"/>
                </a:lnTo>
                <a:lnTo>
                  <a:pt x="0" y="4532"/>
                </a:lnTo>
                <a:lnTo>
                  <a:pt x="2171" y="2057"/>
                </a:lnTo>
                <a:lnTo>
                  <a:pt x="3856" y="764"/>
                </a:lnTo>
                <a:lnTo>
                  <a:pt x="5918" y="218"/>
                </a:lnTo>
                <a:lnTo>
                  <a:pt x="9223" y="0"/>
                </a:lnTo>
                <a:close/>
              </a:path>
            </a:pathLst>
          </a:custGeom>
          <a:solidFill>
            <a:srgbClr val="312F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6" name="contour_11564"/>
          <p:cNvSpPr/>
          <p:nvPr/>
        </p:nvSpPr>
        <p:spPr>
          <a:xfrm>
            <a:off x="2568460" y="4999562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603" y="1771"/>
                </a:lnTo>
                <a:lnTo>
                  <a:pt x="8016" y="3571"/>
                </a:lnTo>
                <a:lnTo>
                  <a:pt x="8803" y="5371"/>
                </a:lnTo>
                <a:lnTo>
                  <a:pt x="9600" y="7200"/>
                </a:lnTo>
                <a:lnTo>
                  <a:pt x="11304" y="7603"/>
                </a:lnTo>
                <a:lnTo>
                  <a:pt x="12514" y="7783"/>
                </a:lnTo>
                <a:lnTo>
                  <a:pt x="13802" y="7783"/>
                </a:lnTo>
                <a:lnTo>
                  <a:pt x="15749" y="7650"/>
                </a:lnTo>
                <a:lnTo>
                  <a:pt x="17393" y="7553"/>
                </a:lnTo>
                <a:lnTo>
                  <a:pt x="19058" y="7452"/>
                </a:lnTo>
                <a:lnTo>
                  <a:pt x="20321" y="7326"/>
                </a:lnTo>
                <a:lnTo>
                  <a:pt x="21600" y="7200"/>
                </a:lnTo>
                <a:lnTo>
                  <a:pt x="21600" y="8986"/>
                </a:lnTo>
                <a:lnTo>
                  <a:pt x="21600" y="10800"/>
                </a:lnTo>
                <a:lnTo>
                  <a:pt x="19903" y="10800"/>
                </a:lnTo>
                <a:lnTo>
                  <a:pt x="18204" y="10800"/>
                </a:lnTo>
                <a:lnTo>
                  <a:pt x="16500" y="10800"/>
                </a:lnTo>
                <a:lnTo>
                  <a:pt x="14789" y="10800"/>
                </a:lnTo>
                <a:lnTo>
                  <a:pt x="13070" y="10800"/>
                </a:lnTo>
                <a:lnTo>
                  <a:pt x="11342" y="10800"/>
                </a:lnTo>
                <a:lnTo>
                  <a:pt x="9600" y="10800"/>
                </a:lnTo>
                <a:lnTo>
                  <a:pt x="9600" y="12938"/>
                </a:lnTo>
                <a:lnTo>
                  <a:pt x="9600" y="15084"/>
                </a:lnTo>
                <a:lnTo>
                  <a:pt x="9600" y="17237"/>
                </a:lnTo>
                <a:lnTo>
                  <a:pt x="9600" y="19408"/>
                </a:lnTo>
                <a:lnTo>
                  <a:pt x="9600" y="21600"/>
                </a:lnTo>
                <a:lnTo>
                  <a:pt x="8016" y="21600"/>
                </a:lnTo>
                <a:lnTo>
                  <a:pt x="6430" y="21600"/>
                </a:lnTo>
                <a:lnTo>
                  <a:pt x="4836" y="21600"/>
                </a:lnTo>
                <a:lnTo>
                  <a:pt x="3235" y="21600"/>
                </a:lnTo>
                <a:lnTo>
                  <a:pt x="1625" y="21600"/>
                </a:lnTo>
                <a:lnTo>
                  <a:pt x="0" y="21600"/>
                </a:lnTo>
                <a:lnTo>
                  <a:pt x="559" y="19404"/>
                </a:lnTo>
                <a:lnTo>
                  <a:pt x="1121" y="17208"/>
                </a:lnTo>
                <a:lnTo>
                  <a:pt x="1685" y="15016"/>
                </a:lnTo>
                <a:lnTo>
                  <a:pt x="2251" y="12823"/>
                </a:lnTo>
                <a:lnTo>
                  <a:pt x="2669" y="11192"/>
                </a:lnTo>
                <a:lnTo>
                  <a:pt x="3089" y="9554"/>
                </a:lnTo>
                <a:lnTo>
                  <a:pt x="3516" y="7888"/>
                </a:lnTo>
                <a:lnTo>
                  <a:pt x="4296" y="5353"/>
                </a:lnTo>
                <a:lnTo>
                  <a:pt x="4939" y="3686"/>
                </a:lnTo>
                <a:lnTo>
                  <a:pt x="5794" y="2149"/>
                </a:lnTo>
                <a:lnTo>
                  <a:pt x="7200" y="0"/>
                </a:lnTo>
                <a:close/>
              </a:path>
            </a:pathLst>
          </a:custGeom>
          <a:solidFill>
            <a:srgbClr val="D2D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7" name="contour_11565"/>
          <p:cNvSpPr/>
          <p:nvPr/>
        </p:nvSpPr>
        <p:spPr>
          <a:xfrm>
            <a:off x="1088997" y="4999562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356"/>
                </a:lnTo>
                <a:lnTo>
                  <a:pt x="2851" y="713"/>
                </a:lnTo>
                <a:lnTo>
                  <a:pt x="4279" y="1069"/>
                </a:lnTo>
                <a:lnTo>
                  <a:pt x="5707" y="1426"/>
                </a:lnTo>
                <a:lnTo>
                  <a:pt x="7137" y="1782"/>
                </a:lnTo>
                <a:lnTo>
                  <a:pt x="8567" y="2144"/>
                </a:lnTo>
                <a:lnTo>
                  <a:pt x="10001" y="2500"/>
                </a:lnTo>
                <a:lnTo>
                  <a:pt x="11437" y="2862"/>
                </a:lnTo>
                <a:lnTo>
                  <a:pt x="12878" y="3218"/>
                </a:lnTo>
                <a:lnTo>
                  <a:pt x="14321" y="3580"/>
                </a:lnTo>
                <a:lnTo>
                  <a:pt x="15766" y="3942"/>
                </a:lnTo>
                <a:lnTo>
                  <a:pt x="17217" y="4304"/>
                </a:lnTo>
                <a:lnTo>
                  <a:pt x="18673" y="4671"/>
                </a:lnTo>
                <a:lnTo>
                  <a:pt x="20133" y="5033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0202" y="21357"/>
                </a:lnTo>
                <a:lnTo>
                  <a:pt x="18807" y="21098"/>
                </a:lnTo>
                <a:lnTo>
                  <a:pt x="17412" y="20822"/>
                </a:lnTo>
                <a:lnTo>
                  <a:pt x="16019" y="20531"/>
                </a:lnTo>
                <a:lnTo>
                  <a:pt x="14625" y="20228"/>
                </a:lnTo>
                <a:lnTo>
                  <a:pt x="13230" y="19915"/>
                </a:lnTo>
                <a:lnTo>
                  <a:pt x="12044" y="19732"/>
                </a:lnTo>
                <a:lnTo>
                  <a:pt x="10843" y="19543"/>
                </a:lnTo>
                <a:lnTo>
                  <a:pt x="9692" y="19256"/>
                </a:lnTo>
                <a:lnTo>
                  <a:pt x="8521" y="18965"/>
                </a:lnTo>
                <a:lnTo>
                  <a:pt x="7467" y="18749"/>
                </a:lnTo>
                <a:lnTo>
                  <a:pt x="6396" y="18533"/>
                </a:lnTo>
                <a:lnTo>
                  <a:pt x="5614" y="17620"/>
                </a:lnTo>
                <a:lnTo>
                  <a:pt x="4977" y="16670"/>
                </a:lnTo>
                <a:lnTo>
                  <a:pt x="4368" y="15358"/>
                </a:lnTo>
                <a:lnTo>
                  <a:pt x="3676" y="13360"/>
                </a:lnTo>
                <a:lnTo>
                  <a:pt x="2795" y="10352"/>
                </a:lnTo>
                <a:lnTo>
                  <a:pt x="1605" y="6005"/>
                </a:lnTo>
                <a:lnTo>
                  <a:pt x="0" y="0"/>
                </a:lnTo>
                <a:close/>
              </a:path>
            </a:pathLst>
          </a:custGeom>
          <a:solidFill>
            <a:srgbClr val="DFE4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8" name="contour_11566"/>
          <p:cNvSpPr/>
          <p:nvPr/>
        </p:nvSpPr>
        <p:spPr>
          <a:xfrm>
            <a:off x="9127652" y="4999562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600" y="2143"/>
                </a:lnTo>
                <a:lnTo>
                  <a:pt x="21600" y="4320"/>
                </a:lnTo>
                <a:lnTo>
                  <a:pt x="20644" y="4994"/>
                </a:lnTo>
                <a:lnTo>
                  <a:pt x="19928" y="5430"/>
                </a:lnTo>
                <a:lnTo>
                  <a:pt x="19096" y="5810"/>
                </a:lnTo>
                <a:lnTo>
                  <a:pt x="17789" y="6329"/>
                </a:lnTo>
                <a:lnTo>
                  <a:pt x="17190" y="6584"/>
                </a:lnTo>
                <a:lnTo>
                  <a:pt x="15377" y="7348"/>
                </a:lnTo>
                <a:lnTo>
                  <a:pt x="14112" y="7854"/>
                </a:lnTo>
                <a:lnTo>
                  <a:pt x="12847" y="8351"/>
                </a:lnTo>
                <a:lnTo>
                  <a:pt x="11579" y="8847"/>
                </a:lnTo>
                <a:lnTo>
                  <a:pt x="10314" y="9340"/>
                </a:lnTo>
                <a:lnTo>
                  <a:pt x="8055" y="10316"/>
                </a:lnTo>
                <a:lnTo>
                  <a:pt x="6271" y="11159"/>
                </a:lnTo>
                <a:lnTo>
                  <a:pt x="4880" y="11958"/>
                </a:lnTo>
                <a:lnTo>
                  <a:pt x="3794" y="12817"/>
                </a:lnTo>
                <a:lnTo>
                  <a:pt x="2932" y="13846"/>
                </a:lnTo>
                <a:lnTo>
                  <a:pt x="2207" y="15137"/>
                </a:lnTo>
                <a:lnTo>
                  <a:pt x="1532" y="16792"/>
                </a:lnTo>
                <a:lnTo>
                  <a:pt x="824" y="18913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3EE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69" name="contour_11567"/>
          <p:cNvSpPr/>
          <p:nvPr/>
        </p:nvSpPr>
        <p:spPr>
          <a:xfrm>
            <a:off x="5192137" y="496312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173"/>
                </a:lnTo>
                <a:lnTo>
                  <a:pt x="2341" y="333"/>
                </a:lnTo>
                <a:lnTo>
                  <a:pt x="3646" y="521"/>
                </a:lnTo>
                <a:lnTo>
                  <a:pt x="5374" y="768"/>
                </a:lnTo>
                <a:lnTo>
                  <a:pt x="7780" y="1111"/>
                </a:lnTo>
                <a:lnTo>
                  <a:pt x="11115" y="1589"/>
                </a:lnTo>
                <a:lnTo>
                  <a:pt x="15638" y="2234"/>
                </a:lnTo>
                <a:lnTo>
                  <a:pt x="21600" y="3086"/>
                </a:lnTo>
                <a:lnTo>
                  <a:pt x="20364" y="4848"/>
                </a:lnTo>
                <a:lnTo>
                  <a:pt x="19129" y="6613"/>
                </a:lnTo>
                <a:lnTo>
                  <a:pt x="17898" y="8375"/>
                </a:lnTo>
                <a:lnTo>
                  <a:pt x="16662" y="10140"/>
                </a:lnTo>
                <a:lnTo>
                  <a:pt x="15431" y="11902"/>
                </a:lnTo>
                <a:lnTo>
                  <a:pt x="14196" y="13667"/>
                </a:lnTo>
                <a:lnTo>
                  <a:pt x="12960" y="15429"/>
                </a:lnTo>
                <a:lnTo>
                  <a:pt x="12014" y="17163"/>
                </a:lnTo>
                <a:lnTo>
                  <a:pt x="11055" y="18925"/>
                </a:lnTo>
                <a:lnTo>
                  <a:pt x="9854" y="20252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377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0" name="contour_11568"/>
          <p:cNvSpPr/>
          <p:nvPr/>
        </p:nvSpPr>
        <p:spPr>
          <a:xfrm>
            <a:off x="3464883" y="4926682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939" y="2296"/>
                </a:lnTo>
                <a:lnTo>
                  <a:pt x="20434" y="3925"/>
                </a:lnTo>
                <a:lnTo>
                  <a:pt x="20798" y="5332"/>
                </a:lnTo>
                <a:lnTo>
                  <a:pt x="21149" y="6961"/>
                </a:lnTo>
                <a:lnTo>
                  <a:pt x="21600" y="9257"/>
                </a:lnTo>
                <a:lnTo>
                  <a:pt x="20441" y="9371"/>
                </a:lnTo>
                <a:lnTo>
                  <a:pt x="19277" y="9489"/>
                </a:lnTo>
                <a:lnTo>
                  <a:pt x="18094" y="9606"/>
                </a:lnTo>
                <a:lnTo>
                  <a:pt x="14774" y="10053"/>
                </a:lnTo>
                <a:lnTo>
                  <a:pt x="12096" y="10433"/>
                </a:lnTo>
                <a:lnTo>
                  <a:pt x="9967" y="10772"/>
                </a:lnTo>
                <a:lnTo>
                  <a:pt x="8294" y="11105"/>
                </a:lnTo>
                <a:lnTo>
                  <a:pt x="6982" y="11460"/>
                </a:lnTo>
                <a:lnTo>
                  <a:pt x="5940" y="11865"/>
                </a:lnTo>
                <a:lnTo>
                  <a:pt x="5076" y="12355"/>
                </a:lnTo>
                <a:lnTo>
                  <a:pt x="4296" y="12954"/>
                </a:lnTo>
                <a:lnTo>
                  <a:pt x="3506" y="13694"/>
                </a:lnTo>
                <a:lnTo>
                  <a:pt x="2616" y="14608"/>
                </a:lnTo>
                <a:lnTo>
                  <a:pt x="1862" y="16154"/>
                </a:lnTo>
                <a:lnTo>
                  <a:pt x="1339" y="17397"/>
                </a:lnTo>
                <a:lnTo>
                  <a:pt x="799" y="18996"/>
                </a:lnTo>
                <a:lnTo>
                  <a:pt x="0" y="21600"/>
                </a:lnTo>
                <a:lnTo>
                  <a:pt x="84" y="19560"/>
                </a:lnTo>
                <a:lnTo>
                  <a:pt x="206" y="17573"/>
                </a:lnTo>
                <a:lnTo>
                  <a:pt x="379" y="15632"/>
                </a:lnTo>
                <a:lnTo>
                  <a:pt x="617" y="13722"/>
                </a:lnTo>
                <a:lnTo>
                  <a:pt x="924" y="11834"/>
                </a:lnTo>
                <a:lnTo>
                  <a:pt x="1318" y="9951"/>
                </a:lnTo>
                <a:lnTo>
                  <a:pt x="1805" y="8069"/>
                </a:lnTo>
                <a:lnTo>
                  <a:pt x="2400" y="6171"/>
                </a:lnTo>
                <a:lnTo>
                  <a:pt x="3830" y="4965"/>
                </a:lnTo>
                <a:lnTo>
                  <a:pt x="5266" y="3910"/>
                </a:lnTo>
                <a:lnTo>
                  <a:pt x="6710" y="3002"/>
                </a:lnTo>
                <a:lnTo>
                  <a:pt x="8167" y="2231"/>
                </a:lnTo>
                <a:lnTo>
                  <a:pt x="9646" y="1589"/>
                </a:lnTo>
                <a:lnTo>
                  <a:pt x="11148" y="1071"/>
                </a:lnTo>
                <a:lnTo>
                  <a:pt x="12682" y="663"/>
                </a:lnTo>
                <a:lnTo>
                  <a:pt x="14246" y="361"/>
                </a:lnTo>
                <a:lnTo>
                  <a:pt x="15852" y="154"/>
                </a:lnTo>
                <a:lnTo>
                  <a:pt x="17501" y="37"/>
                </a:lnTo>
                <a:lnTo>
                  <a:pt x="19200" y="0"/>
                </a:lnTo>
                <a:close/>
              </a:path>
            </a:pathLst>
          </a:custGeom>
          <a:solidFill>
            <a:srgbClr val="9DAF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1" name="contour_11569"/>
          <p:cNvSpPr/>
          <p:nvPr/>
        </p:nvSpPr>
        <p:spPr>
          <a:xfrm>
            <a:off x="1708477" y="495583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713"/>
                </a:lnTo>
                <a:lnTo>
                  <a:pt x="11956" y="1426"/>
                </a:lnTo>
                <a:lnTo>
                  <a:pt x="14346" y="2143"/>
                </a:lnTo>
                <a:lnTo>
                  <a:pt x="16747" y="2864"/>
                </a:lnTo>
                <a:lnTo>
                  <a:pt x="19163" y="3590"/>
                </a:lnTo>
                <a:lnTo>
                  <a:pt x="21600" y="4320"/>
                </a:lnTo>
                <a:lnTo>
                  <a:pt x="21006" y="7171"/>
                </a:lnTo>
                <a:lnTo>
                  <a:pt x="20412" y="10027"/>
                </a:lnTo>
                <a:lnTo>
                  <a:pt x="19814" y="12895"/>
                </a:lnTo>
                <a:lnTo>
                  <a:pt x="19213" y="15777"/>
                </a:lnTo>
                <a:lnTo>
                  <a:pt x="18608" y="18675"/>
                </a:lnTo>
                <a:lnTo>
                  <a:pt x="18000" y="21600"/>
                </a:lnTo>
                <a:lnTo>
                  <a:pt x="13460" y="20537"/>
                </a:lnTo>
                <a:lnTo>
                  <a:pt x="10008" y="19669"/>
                </a:lnTo>
                <a:lnTo>
                  <a:pt x="7441" y="18887"/>
                </a:lnTo>
                <a:lnTo>
                  <a:pt x="5562" y="18096"/>
                </a:lnTo>
                <a:lnTo>
                  <a:pt x="4169" y="17185"/>
                </a:lnTo>
                <a:lnTo>
                  <a:pt x="3060" y="16049"/>
                </a:lnTo>
                <a:lnTo>
                  <a:pt x="2038" y="14584"/>
                </a:lnTo>
                <a:lnTo>
                  <a:pt x="900" y="12692"/>
                </a:lnTo>
                <a:lnTo>
                  <a:pt x="454" y="10679"/>
                </a:lnTo>
                <a:lnTo>
                  <a:pt x="0" y="8640"/>
                </a:lnTo>
                <a:lnTo>
                  <a:pt x="2380" y="8640"/>
                </a:lnTo>
                <a:lnTo>
                  <a:pt x="4774" y="8640"/>
                </a:lnTo>
                <a:lnTo>
                  <a:pt x="7200" y="8640"/>
                </a:lnTo>
                <a:lnTo>
                  <a:pt x="7200" y="5784"/>
                </a:lnTo>
                <a:lnTo>
                  <a:pt x="7200" y="2912"/>
                </a:lnTo>
                <a:lnTo>
                  <a:pt x="7200" y="0"/>
                </a:lnTo>
                <a:close/>
              </a:path>
            </a:pathLst>
          </a:custGeom>
          <a:solidFill>
            <a:srgbClr val="D9C8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2" name="contour_11570"/>
          <p:cNvSpPr/>
          <p:nvPr/>
        </p:nvSpPr>
        <p:spPr>
          <a:xfrm>
            <a:off x="10789314" y="4926682"/>
            <a:ext cx="65592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1803" y="2661"/>
                </a:lnTo>
                <a:lnTo>
                  <a:pt x="11602" y="5343"/>
                </a:lnTo>
                <a:lnTo>
                  <a:pt x="11400" y="8058"/>
                </a:lnTo>
                <a:lnTo>
                  <a:pt x="11398" y="11438"/>
                </a:lnTo>
                <a:lnTo>
                  <a:pt x="11551" y="13663"/>
                </a:lnTo>
                <a:lnTo>
                  <a:pt x="12000" y="16631"/>
                </a:lnTo>
                <a:lnTo>
                  <a:pt x="13538" y="17916"/>
                </a:lnTo>
                <a:lnTo>
                  <a:pt x="15084" y="18889"/>
                </a:lnTo>
                <a:lnTo>
                  <a:pt x="16654" y="19604"/>
                </a:lnTo>
                <a:lnTo>
                  <a:pt x="18257" y="20120"/>
                </a:lnTo>
                <a:lnTo>
                  <a:pt x="19901" y="20498"/>
                </a:lnTo>
                <a:lnTo>
                  <a:pt x="21600" y="20789"/>
                </a:lnTo>
                <a:lnTo>
                  <a:pt x="19980" y="20918"/>
                </a:lnTo>
                <a:lnTo>
                  <a:pt x="18360" y="21030"/>
                </a:lnTo>
                <a:lnTo>
                  <a:pt x="16740" y="21134"/>
                </a:lnTo>
                <a:lnTo>
                  <a:pt x="15120" y="21226"/>
                </a:lnTo>
                <a:lnTo>
                  <a:pt x="13500" y="21309"/>
                </a:lnTo>
                <a:lnTo>
                  <a:pt x="12830" y="21355"/>
                </a:lnTo>
                <a:lnTo>
                  <a:pt x="11650" y="21430"/>
                </a:lnTo>
                <a:lnTo>
                  <a:pt x="8945" y="21600"/>
                </a:lnTo>
                <a:lnTo>
                  <a:pt x="6898" y="21172"/>
                </a:lnTo>
                <a:lnTo>
                  <a:pt x="5508" y="20698"/>
                </a:lnTo>
                <a:lnTo>
                  <a:pt x="4428" y="19937"/>
                </a:lnTo>
                <a:lnTo>
                  <a:pt x="3326" y="18648"/>
                </a:lnTo>
                <a:lnTo>
                  <a:pt x="1855" y="16598"/>
                </a:lnTo>
                <a:lnTo>
                  <a:pt x="934" y="14552"/>
                </a:lnTo>
                <a:lnTo>
                  <a:pt x="0" y="12474"/>
                </a:lnTo>
                <a:lnTo>
                  <a:pt x="1090" y="10378"/>
                </a:lnTo>
                <a:lnTo>
                  <a:pt x="2191" y="8299"/>
                </a:lnTo>
                <a:lnTo>
                  <a:pt x="3300" y="6237"/>
                </a:lnTo>
                <a:lnTo>
                  <a:pt x="3763" y="5364"/>
                </a:lnTo>
                <a:lnTo>
                  <a:pt x="5155" y="2728"/>
                </a:lnTo>
                <a:lnTo>
                  <a:pt x="6192" y="1397"/>
                </a:lnTo>
                <a:lnTo>
                  <a:pt x="7066" y="590"/>
                </a:lnTo>
                <a:lnTo>
                  <a:pt x="8105" y="175"/>
                </a:lnTo>
                <a:lnTo>
                  <a:pt x="9641" y="21"/>
                </a:lnTo>
                <a:lnTo>
                  <a:pt x="12000" y="0"/>
                </a:lnTo>
                <a:close/>
              </a:path>
            </a:pathLst>
          </a:custGeom>
          <a:solidFill>
            <a:srgbClr val="E8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3" name="contour_11571"/>
          <p:cNvSpPr/>
          <p:nvPr/>
        </p:nvSpPr>
        <p:spPr>
          <a:xfrm>
            <a:off x="4397746" y="494854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887" y="8608"/>
                </a:lnTo>
                <a:lnTo>
                  <a:pt x="20171" y="11826"/>
                </a:lnTo>
                <a:lnTo>
                  <a:pt x="19454" y="15055"/>
                </a:lnTo>
                <a:lnTo>
                  <a:pt x="18731" y="18311"/>
                </a:lnTo>
                <a:lnTo>
                  <a:pt x="18000" y="21600"/>
                </a:lnTo>
                <a:lnTo>
                  <a:pt x="15746" y="21227"/>
                </a:lnTo>
                <a:lnTo>
                  <a:pt x="13496" y="20817"/>
                </a:lnTo>
                <a:lnTo>
                  <a:pt x="11246" y="20380"/>
                </a:lnTo>
                <a:lnTo>
                  <a:pt x="9000" y="19915"/>
                </a:lnTo>
                <a:lnTo>
                  <a:pt x="6487" y="19440"/>
                </a:lnTo>
                <a:lnTo>
                  <a:pt x="3938" y="18965"/>
                </a:lnTo>
                <a:lnTo>
                  <a:pt x="2959" y="18274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4738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4" name="contour_11572"/>
          <p:cNvSpPr/>
          <p:nvPr/>
        </p:nvSpPr>
        <p:spPr>
          <a:xfrm>
            <a:off x="7961573" y="4933970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9560" y="10800"/>
                </a:lnTo>
                <a:lnTo>
                  <a:pt x="17508" y="10800"/>
                </a:lnTo>
                <a:lnTo>
                  <a:pt x="15429" y="10800"/>
                </a:lnTo>
                <a:lnTo>
                  <a:pt x="15429" y="14369"/>
                </a:lnTo>
                <a:lnTo>
                  <a:pt x="15429" y="17960"/>
                </a:lnTo>
                <a:lnTo>
                  <a:pt x="15429" y="21600"/>
                </a:lnTo>
                <a:lnTo>
                  <a:pt x="11479" y="20477"/>
                </a:lnTo>
                <a:lnTo>
                  <a:pt x="8745" y="19645"/>
                </a:lnTo>
                <a:lnTo>
                  <a:pt x="6881" y="18949"/>
                </a:lnTo>
                <a:lnTo>
                  <a:pt x="5545" y="18241"/>
                </a:lnTo>
                <a:lnTo>
                  <a:pt x="4394" y="17377"/>
                </a:lnTo>
                <a:lnTo>
                  <a:pt x="3086" y="16200"/>
                </a:lnTo>
                <a:lnTo>
                  <a:pt x="2475" y="12992"/>
                </a:lnTo>
                <a:lnTo>
                  <a:pt x="1861" y="9774"/>
                </a:lnTo>
                <a:lnTo>
                  <a:pt x="1247" y="6545"/>
                </a:lnTo>
                <a:lnTo>
                  <a:pt x="626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1E1D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5" name="contour_11573"/>
          <p:cNvSpPr/>
          <p:nvPr/>
        </p:nvSpPr>
        <p:spPr>
          <a:xfrm>
            <a:off x="7757510" y="4919394"/>
            <a:ext cx="65905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20" y="0"/>
                </a:moveTo>
                <a:lnTo>
                  <a:pt x="18299" y="0"/>
                </a:lnTo>
                <a:lnTo>
                  <a:pt x="19887" y="0"/>
                </a:lnTo>
                <a:lnTo>
                  <a:pt x="21497" y="0"/>
                </a:lnTo>
                <a:lnTo>
                  <a:pt x="21576" y="2845"/>
                </a:lnTo>
                <a:lnTo>
                  <a:pt x="21600" y="5551"/>
                </a:lnTo>
                <a:lnTo>
                  <a:pt x="21543" y="8147"/>
                </a:lnTo>
                <a:lnTo>
                  <a:pt x="21378" y="10661"/>
                </a:lnTo>
                <a:lnTo>
                  <a:pt x="21077" y="13118"/>
                </a:lnTo>
                <a:lnTo>
                  <a:pt x="20616" y="15543"/>
                </a:lnTo>
                <a:lnTo>
                  <a:pt x="19969" y="17963"/>
                </a:lnTo>
                <a:lnTo>
                  <a:pt x="19109" y="20408"/>
                </a:lnTo>
                <a:lnTo>
                  <a:pt x="17496" y="20849"/>
                </a:lnTo>
                <a:lnTo>
                  <a:pt x="15898" y="21180"/>
                </a:lnTo>
                <a:lnTo>
                  <a:pt x="14308" y="21408"/>
                </a:lnTo>
                <a:lnTo>
                  <a:pt x="12724" y="21547"/>
                </a:lnTo>
                <a:lnTo>
                  <a:pt x="11145" y="21600"/>
                </a:lnTo>
                <a:lnTo>
                  <a:pt x="9569" y="21584"/>
                </a:lnTo>
                <a:lnTo>
                  <a:pt x="7992" y="21498"/>
                </a:lnTo>
                <a:lnTo>
                  <a:pt x="6411" y="21359"/>
                </a:lnTo>
                <a:lnTo>
                  <a:pt x="4825" y="21171"/>
                </a:lnTo>
                <a:lnTo>
                  <a:pt x="3229" y="20943"/>
                </a:lnTo>
                <a:lnTo>
                  <a:pt x="1622" y="20686"/>
                </a:lnTo>
                <a:lnTo>
                  <a:pt x="0" y="20408"/>
                </a:lnTo>
                <a:lnTo>
                  <a:pt x="889" y="17808"/>
                </a:lnTo>
                <a:lnTo>
                  <a:pt x="1565" y="15886"/>
                </a:lnTo>
                <a:lnTo>
                  <a:pt x="2157" y="14298"/>
                </a:lnTo>
                <a:lnTo>
                  <a:pt x="2802" y="12710"/>
                </a:lnTo>
                <a:lnTo>
                  <a:pt x="3631" y="10780"/>
                </a:lnTo>
                <a:lnTo>
                  <a:pt x="4777" y="8163"/>
                </a:lnTo>
                <a:lnTo>
                  <a:pt x="6607" y="7547"/>
                </a:lnTo>
                <a:lnTo>
                  <a:pt x="7885" y="7482"/>
                </a:lnTo>
                <a:lnTo>
                  <a:pt x="9702" y="7910"/>
                </a:lnTo>
                <a:lnTo>
                  <a:pt x="11231" y="7992"/>
                </a:lnTo>
                <a:lnTo>
                  <a:pt x="12772" y="8078"/>
                </a:lnTo>
                <a:lnTo>
                  <a:pt x="14332" y="8163"/>
                </a:lnTo>
                <a:lnTo>
                  <a:pt x="15208" y="5739"/>
                </a:lnTo>
                <a:lnTo>
                  <a:pt x="15750" y="4082"/>
                </a:lnTo>
                <a:lnTo>
                  <a:pt x="16178" y="2424"/>
                </a:lnTo>
                <a:lnTo>
                  <a:pt x="16720" y="0"/>
                </a:lnTo>
                <a:close/>
              </a:path>
            </a:pathLst>
          </a:custGeom>
          <a:solidFill>
            <a:srgbClr val="3E3E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6" name="contour_11574"/>
          <p:cNvSpPr/>
          <p:nvPr/>
        </p:nvSpPr>
        <p:spPr>
          <a:xfrm>
            <a:off x="3821994" y="491939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11"/>
                </a:lnTo>
                <a:lnTo>
                  <a:pt x="4601" y="657"/>
                </a:lnTo>
                <a:lnTo>
                  <a:pt x="6869" y="1050"/>
                </a:lnTo>
                <a:lnTo>
                  <a:pt x="9119" y="1512"/>
                </a:lnTo>
                <a:lnTo>
                  <a:pt x="11351" y="2052"/>
                </a:lnTo>
                <a:lnTo>
                  <a:pt x="13576" y="2691"/>
                </a:lnTo>
                <a:lnTo>
                  <a:pt x="15790" y="3443"/>
                </a:lnTo>
                <a:lnTo>
                  <a:pt x="18000" y="4320"/>
                </a:lnTo>
                <a:lnTo>
                  <a:pt x="19433" y="7664"/>
                </a:lnTo>
                <a:lnTo>
                  <a:pt x="20336" y="10009"/>
                </a:lnTo>
                <a:lnTo>
                  <a:pt x="20884" y="11979"/>
                </a:lnTo>
                <a:lnTo>
                  <a:pt x="21247" y="14196"/>
                </a:lnTo>
                <a:lnTo>
                  <a:pt x="21600" y="17280"/>
                </a:lnTo>
                <a:lnTo>
                  <a:pt x="19224" y="17993"/>
                </a:lnTo>
                <a:lnTo>
                  <a:pt x="16844" y="18706"/>
                </a:lnTo>
                <a:lnTo>
                  <a:pt x="14454" y="19423"/>
                </a:lnTo>
                <a:lnTo>
                  <a:pt x="12053" y="20144"/>
                </a:lnTo>
                <a:lnTo>
                  <a:pt x="9637" y="20870"/>
                </a:lnTo>
                <a:lnTo>
                  <a:pt x="7200" y="21600"/>
                </a:lnTo>
                <a:lnTo>
                  <a:pt x="7200" y="18744"/>
                </a:lnTo>
                <a:lnTo>
                  <a:pt x="7200" y="15872"/>
                </a:lnTo>
                <a:lnTo>
                  <a:pt x="7200" y="12960"/>
                </a:lnTo>
                <a:lnTo>
                  <a:pt x="4820" y="12960"/>
                </a:lnTo>
                <a:lnTo>
                  <a:pt x="2426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8083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7" name="contour_11575"/>
          <p:cNvSpPr/>
          <p:nvPr/>
        </p:nvSpPr>
        <p:spPr>
          <a:xfrm>
            <a:off x="3749114" y="4925808"/>
            <a:ext cx="65592" cy="30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9"/>
                </a:moveTo>
                <a:lnTo>
                  <a:pt x="21600" y="4089"/>
                </a:lnTo>
                <a:lnTo>
                  <a:pt x="21600" y="7555"/>
                </a:lnTo>
                <a:lnTo>
                  <a:pt x="21600" y="11036"/>
                </a:lnTo>
                <a:lnTo>
                  <a:pt x="21600" y="14533"/>
                </a:lnTo>
                <a:lnTo>
                  <a:pt x="21600" y="18051"/>
                </a:lnTo>
                <a:lnTo>
                  <a:pt x="21600" y="21600"/>
                </a:lnTo>
                <a:lnTo>
                  <a:pt x="20014" y="21600"/>
                </a:lnTo>
                <a:lnTo>
                  <a:pt x="18418" y="21600"/>
                </a:lnTo>
                <a:lnTo>
                  <a:pt x="16800" y="21600"/>
                </a:lnTo>
                <a:lnTo>
                  <a:pt x="16800" y="18135"/>
                </a:lnTo>
                <a:lnTo>
                  <a:pt x="16800" y="14648"/>
                </a:lnTo>
                <a:lnTo>
                  <a:pt x="16800" y="11115"/>
                </a:lnTo>
                <a:lnTo>
                  <a:pt x="15137" y="11634"/>
                </a:lnTo>
                <a:lnTo>
                  <a:pt x="13471" y="12153"/>
                </a:lnTo>
                <a:lnTo>
                  <a:pt x="11806" y="12672"/>
                </a:lnTo>
                <a:lnTo>
                  <a:pt x="10138" y="13196"/>
                </a:lnTo>
                <a:lnTo>
                  <a:pt x="8462" y="13715"/>
                </a:lnTo>
                <a:lnTo>
                  <a:pt x="6785" y="14239"/>
                </a:lnTo>
                <a:lnTo>
                  <a:pt x="5100" y="14763"/>
                </a:lnTo>
                <a:lnTo>
                  <a:pt x="3408" y="15293"/>
                </a:lnTo>
                <a:lnTo>
                  <a:pt x="1709" y="15823"/>
                </a:lnTo>
                <a:lnTo>
                  <a:pt x="0" y="16357"/>
                </a:lnTo>
                <a:lnTo>
                  <a:pt x="0" y="12892"/>
                </a:lnTo>
                <a:lnTo>
                  <a:pt x="0" y="9405"/>
                </a:lnTo>
                <a:lnTo>
                  <a:pt x="0" y="5872"/>
                </a:lnTo>
                <a:lnTo>
                  <a:pt x="1526" y="4220"/>
                </a:lnTo>
                <a:lnTo>
                  <a:pt x="3096" y="2899"/>
                </a:lnTo>
                <a:lnTo>
                  <a:pt x="4702" y="1866"/>
                </a:lnTo>
                <a:lnTo>
                  <a:pt x="6338" y="1101"/>
                </a:lnTo>
                <a:lnTo>
                  <a:pt x="8002" y="561"/>
                </a:lnTo>
                <a:lnTo>
                  <a:pt x="9686" y="220"/>
                </a:lnTo>
                <a:lnTo>
                  <a:pt x="11386" y="42"/>
                </a:lnTo>
                <a:lnTo>
                  <a:pt x="13094" y="0"/>
                </a:lnTo>
                <a:lnTo>
                  <a:pt x="14808" y="52"/>
                </a:lnTo>
                <a:lnTo>
                  <a:pt x="16522" y="178"/>
                </a:lnTo>
                <a:lnTo>
                  <a:pt x="18228" y="336"/>
                </a:lnTo>
                <a:lnTo>
                  <a:pt x="19922" y="498"/>
                </a:lnTo>
                <a:lnTo>
                  <a:pt x="21600" y="629"/>
                </a:lnTo>
                <a:close/>
              </a:path>
            </a:pathLst>
          </a:custGeom>
          <a:solidFill>
            <a:srgbClr val="3936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8" name="contour_11576"/>
          <p:cNvSpPr/>
          <p:nvPr/>
        </p:nvSpPr>
        <p:spPr>
          <a:xfrm>
            <a:off x="5673144" y="4919394"/>
            <a:ext cx="51016" cy="356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465" y="3284"/>
                </a:lnTo>
                <a:lnTo>
                  <a:pt x="20100" y="5615"/>
                </a:lnTo>
                <a:lnTo>
                  <a:pt x="20569" y="7628"/>
                </a:lnTo>
                <a:lnTo>
                  <a:pt x="21020" y="9959"/>
                </a:lnTo>
                <a:lnTo>
                  <a:pt x="21600" y="13243"/>
                </a:lnTo>
                <a:lnTo>
                  <a:pt x="18422" y="16025"/>
                </a:lnTo>
                <a:lnTo>
                  <a:pt x="15888" y="18170"/>
                </a:lnTo>
                <a:lnTo>
                  <a:pt x="13849" y="19742"/>
                </a:lnTo>
                <a:lnTo>
                  <a:pt x="12158" y="20801"/>
                </a:lnTo>
                <a:lnTo>
                  <a:pt x="10673" y="21401"/>
                </a:lnTo>
                <a:lnTo>
                  <a:pt x="9248" y="21600"/>
                </a:lnTo>
                <a:lnTo>
                  <a:pt x="7733" y="21468"/>
                </a:lnTo>
                <a:lnTo>
                  <a:pt x="5986" y="21053"/>
                </a:lnTo>
                <a:lnTo>
                  <a:pt x="3857" y="20417"/>
                </a:lnTo>
                <a:lnTo>
                  <a:pt x="1944" y="19048"/>
                </a:lnTo>
                <a:lnTo>
                  <a:pt x="0" y="17658"/>
                </a:lnTo>
                <a:lnTo>
                  <a:pt x="1438" y="15437"/>
                </a:lnTo>
                <a:lnTo>
                  <a:pt x="2879" y="13226"/>
                </a:lnTo>
                <a:lnTo>
                  <a:pt x="4329" y="11023"/>
                </a:lnTo>
                <a:lnTo>
                  <a:pt x="5786" y="8829"/>
                </a:lnTo>
                <a:lnTo>
                  <a:pt x="6264" y="8096"/>
                </a:lnTo>
                <a:lnTo>
                  <a:pt x="7109" y="6812"/>
                </a:lnTo>
                <a:lnTo>
                  <a:pt x="9041" y="3863"/>
                </a:lnTo>
                <a:lnTo>
                  <a:pt x="10701" y="1978"/>
                </a:lnTo>
                <a:lnTo>
                  <a:pt x="12025" y="834"/>
                </a:lnTo>
                <a:lnTo>
                  <a:pt x="13466" y="247"/>
                </a:lnTo>
                <a:lnTo>
                  <a:pt x="15475" y="31"/>
                </a:lnTo>
                <a:lnTo>
                  <a:pt x="18514" y="0"/>
                </a:lnTo>
                <a:close/>
              </a:path>
            </a:pathLst>
          </a:custGeom>
          <a:solidFill>
            <a:srgbClr val="7210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79" name="contour_11577"/>
          <p:cNvSpPr/>
          <p:nvPr/>
        </p:nvSpPr>
        <p:spPr>
          <a:xfrm>
            <a:off x="753750" y="4920495"/>
            <a:ext cx="58304" cy="35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32" y="778"/>
                </a:moveTo>
                <a:lnTo>
                  <a:pt x="20458" y="2246"/>
                </a:lnTo>
                <a:lnTo>
                  <a:pt x="21600" y="3731"/>
                </a:lnTo>
                <a:lnTo>
                  <a:pt x="21600" y="6636"/>
                </a:lnTo>
                <a:lnTo>
                  <a:pt x="21600" y="9558"/>
                </a:lnTo>
                <a:lnTo>
                  <a:pt x="21600" y="12521"/>
                </a:lnTo>
                <a:lnTo>
                  <a:pt x="19996" y="14582"/>
                </a:lnTo>
                <a:lnTo>
                  <a:pt x="18352" y="16326"/>
                </a:lnTo>
                <a:lnTo>
                  <a:pt x="16672" y="17781"/>
                </a:lnTo>
                <a:lnTo>
                  <a:pt x="14955" y="18963"/>
                </a:lnTo>
                <a:lnTo>
                  <a:pt x="13206" y="19895"/>
                </a:lnTo>
                <a:lnTo>
                  <a:pt x="11418" y="20602"/>
                </a:lnTo>
                <a:lnTo>
                  <a:pt x="9596" y="21103"/>
                </a:lnTo>
                <a:lnTo>
                  <a:pt x="7744" y="21420"/>
                </a:lnTo>
                <a:lnTo>
                  <a:pt x="5854" y="21578"/>
                </a:lnTo>
                <a:lnTo>
                  <a:pt x="3934" y="21600"/>
                </a:lnTo>
                <a:lnTo>
                  <a:pt x="1982" y="21503"/>
                </a:lnTo>
                <a:lnTo>
                  <a:pt x="0" y="21310"/>
                </a:lnTo>
                <a:lnTo>
                  <a:pt x="265" y="18304"/>
                </a:lnTo>
                <a:lnTo>
                  <a:pt x="537" y="16115"/>
                </a:lnTo>
                <a:lnTo>
                  <a:pt x="948" y="14111"/>
                </a:lnTo>
                <a:lnTo>
                  <a:pt x="1625" y="11659"/>
                </a:lnTo>
                <a:lnTo>
                  <a:pt x="2700" y="8126"/>
                </a:lnTo>
                <a:lnTo>
                  <a:pt x="4420" y="6438"/>
                </a:lnTo>
                <a:lnTo>
                  <a:pt x="6172" y="4821"/>
                </a:lnTo>
                <a:lnTo>
                  <a:pt x="7951" y="3336"/>
                </a:lnTo>
                <a:lnTo>
                  <a:pt x="9763" y="2048"/>
                </a:lnTo>
                <a:lnTo>
                  <a:pt x="11610" y="1024"/>
                </a:lnTo>
                <a:lnTo>
                  <a:pt x="13487" y="316"/>
                </a:lnTo>
                <a:lnTo>
                  <a:pt x="15401" y="0"/>
                </a:lnTo>
                <a:lnTo>
                  <a:pt x="17347" y="132"/>
                </a:lnTo>
                <a:lnTo>
                  <a:pt x="19332" y="778"/>
                </a:lnTo>
                <a:close/>
              </a:path>
            </a:pathLst>
          </a:custGeom>
          <a:solidFill>
            <a:srgbClr val="E6EB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0" name="contour_11578"/>
          <p:cNvSpPr/>
          <p:nvPr/>
        </p:nvSpPr>
        <p:spPr>
          <a:xfrm>
            <a:off x="10942362" y="4881016"/>
            <a:ext cx="43728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51"/>
                </a:lnTo>
                <a:lnTo>
                  <a:pt x="14425" y="147"/>
                </a:lnTo>
                <a:lnTo>
                  <a:pt x="16056" y="349"/>
                </a:lnTo>
                <a:lnTo>
                  <a:pt x="18277" y="729"/>
                </a:lnTo>
                <a:lnTo>
                  <a:pt x="21600" y="1347"/>
                </a:lnTo>
                <a:lnTo>
                  <a:pt x="21600" y="4694"/>
                </a:lnTo>
                <a:lnTo>
                  <a:pt x="21600" y="8041"/>
                </a:lnTo>
                <a:lnTo>
                  <a:pt x="21600" y="11397"/>
                </a:lnTo>
                <a:lnTo>
                  <a:pt x="21600" y="14775"/>
                </a:lnTo>
                <a:lnTo>
                  <a:pt x="21600" y="1817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8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83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32" y="15149"/>
                </a:lnTo>
                <a:lnTo>
                  <a:pt x="3100" y="10278"/>
                </a:lnTo>
                <a:lnTo>
                  <a:pt x="4237" y="6729"/>
                </a:lnTo>
                <a:lnTo>
                  <a:pt x="5267" y="4253"/>
                </a:lnTo>
                <a:lnTo>
                  <a:pt x="6318" y="2597"/>
                </a:lnTo>
                <a:lnTo>
                  <a:pt x="7520" y="1504"/>
                </a:lnTo>
                <a:lnTo>
                  <a:pt x="9000" y="724"/>
                </a:lnTo>
                <a:lnTo>
                  <a:pt x="10883" y="0"/>
                </a:lnTo>
                <a:close/>
              </a:path>
            </a:pathLst>
          </a:custGeom>
          <a:solidFill>
            <a:srgbClr val="F6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1" name="contour_11579"/>
          <p:cNvSpPr/>
          <p:nvPr/>
        </p:nvSpPr>
        <p:spPr>
          <a:xfrm>
            <a:off x="11590993" y="4890060"/>
            <a:ext cx="6559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131"/>
                </a:moveTo>
                <a:lnTo>
                  <a:pt x="16800" y="3583"/>
                </a:lnTo>
                <a:lnTo>
                  <a:pt x="16800" y="7057"/>
                </a:lnTo>
                <a:lnTo>
                  <a:pt x="16800" y="10578"/>
                </a:lnTo>
                <a:lnTo>
                  <a:pt x="18226" y="12495"/>
                </a:lnTo>
                <a:lnTo>
                  <a:pt x="19200" y="13681"/>
                </a:lnTo>
                <a:lnTo>
                  <a:pt x="20174" y="14616"/>
                </a:lnTo>
                <a:lnTo>
                  <a:pt x="21600" y="15802"/>
                </a:lnTo>
                <a:lnTo>
                  <a:pt x="18170" y="17797"/>
                </a:lnTo>
                <a:lnTo>
                  <a:pt x="15398" y="19364"/>
                </a:lnTo>
                <a:lnTo>
                  <a:pt x="13181" y="20513"/>
                </a:lnTo>
                <a:lnTo>
                  <a:pt x="11417" y="21255"/>
                </a:lnTo>
                <a:lnTo>
                  <a:pt x="10003" y="21600"/>
                </a:lnTo>
                <a:lnTo>
                  <a:pt x="8839" y="21569"/>
                </a:lnTo>
                <a:lnTo>
                  <a:pt x="7822" y="21166"/>
                </a:lnTo>
                <a:lnTo>
                  <a:pt x="6852" y="20409"/>
                </a:lnTo>
                <a:lnTo>
                  <a:pt x="5825" y="19312"/>
                </a:lnTo>
                <a:lnTo>
                  <a:pt x="4642" y="17881"/>
                </a:lnTo>
                <a:lnTo>
                  <a:pt x="3672" y="15687"/>
                </a:lnTo>
                <a:lnTo>
                  <a:pt x="2947" y="13937"/>
                </a:lnTo>
                <a:lnTo>
                  <a:pt x="2242" y="12030"/>
                </a:lnTo>
                <a:lnTo>
                  <a:pt x="1332" y="9371"/>
                </a:lnTo>
                <a:lnTo>
                  <a:pt x="0" y="5354"/>
                </a:lnTo>
                <a:lnTo>
                  <a:pt x="1738" y="3944"/>
                </a:lnTo>
                <a:lnTo>
                  <a:pt x="3418" y="2789"/>
                </a:lnTo>
                <a:lnTo>
                  <a:pt x="5052" y="1870"/>
                </a:lnTo>
                <a:lnTo>
                  <a:pt x="6665" y="1160"/>
                </a:lnTo>
                <a:lnTo>
                  <a:pt x="8268" y="637"/>
                </a:lnTo>
                <a:lnTo>
                  <a:pt x="9883" y="282"/>
                </a:lnTo>
                <a:lnTo>
                  <a:pt x="11527" y="78"/>
                </a:lnTo>
                <a:lnTo>
                  <a:pt x="13214" y="0"/>
                </a:lnTo>
                <a:lnTo>
                  <a:pt x="14966" y="26"/>
                </a:lnTo>
                <a:lnTo>
                  <a:pt x="16800" y="131"/>
                </a:lnTo>
                <a:close/>
              </a:path>
            </a:pathLst>
          </a:custGeom>
          <a:solidFill>
            <a:srgbClr val="F5F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2" name="contour_11580"/>
          <p:cNvSpPr/>
          <p:nvPr/>
        </p:nvSpPr>
        <p:spPr>
          <a:xfrm>
            <a:off x="10526946" y="4868378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3" y="1861"/>
                </a:lnTo>
                <a:lnTo>
                  <a:pt x="691" y="3755"/>
                </a:lnTo>
                <a:lnTo>
                  <a:pt x="1421" y="5465"/>
                </a:lnTo>
                <a:lnTo>
                  <a:pt x="2160" y="7200"/>
                </a:lnTo>
                <a:lnTo>
                  <a:pt x="3562" y="6836"/>
                </a:lnTo>
                <a:lnTo>
                  <a:pt x="4588" y="6527"/>
                </a:lnTo>
                <a:lnTo>
                  <a:pt x="5532" y="6149"/>
                </a:lnTo>
                <a:lnTo>
                  <a:pt x="6692" y="5587"/>
                </a:lnTo>
                <a:lnTo>
                  <a:pt x="8370" y="4723"/>
                </a:lnTo>
                <a:lnTo>
                  <a:pt x="10109" y="4108"/>
                </a:lnTo>
                <a:lnTo>
                  <a:pt x="11329" y="3740"/>
                </a:lnTo>
                <a:lnTo>
                  <a:pt x="12355" y="3571"/>
                </a:lnTo>
                <a:lnTo>
                  <a:pt x="13511" y="3542"/>
                </a:lnTo>
                <a:lnTo>
                  <a:pt x="15120" y="3600"/>
                </a:lnTo>
                <a:lnTo>
                  <a:pt x="16133" y="5368"/>
                </a:lnTo>
                <a:lnTo>
                  <a:pt x="17042" y="7182"/>
                </a:lnTo>
                <a:lnTo>
                  <a:pt x="17861" y="9054"/>
                </a:lnTo>
                <a:lnTo>
                  <a:pt x="18604" y="10984"/>
                </a:lnTo>
                <a:lnTo>
                  <a:pt x="19280" y="12974"/>
                </a:lnTo>
                <a:lnTo>
                  <a:pt x="19907" y="15030"/>
                </a:lnTo>
                <a:lnTo>
                  <a:pt x="20494" y="17147"/>
                </a:lnTo>
                <a:lnTo>
                  <a:pt x="21054" y="19339"/>
                </a:lnTo>
                <a:lnTo>
                  <a:pt x="21600" y="21600"/>
                </a:lnTo>
                <a:lnTo>
                  <a:pt x="20248" y="21287"/>
                </a:lnTo>
                <a:lnTo>
                  <a:pt x="18898" y="20952"/>
                </a:lnTo>
                <a:lnTo>
                  <a:pt x="17548" y="20606"/>
                </a:lnTo>
                <a:lnTo>
                  <a:pt x="16200" y="20250"/>
                </a:lnTo>
                <a:lnTo>
                  <a:pt x="14692" y="19872"/>
                </a:lnTo>
                <a:lnTo>
                  <a:pt x="13163" y="19490"/>
                </a:lnTo>
                <a:lnTo>
                  <a:pt x="11990" y="18749"/>
                </a:lnTo>
                <a:lnTo>
                  <a:pt x="10800" y="18000"/>
                </a:lnTo>
                <a:lnTo>
                  <a:pt x="10800" y="15620"/>
                </a:lnTo>
                <a:lnTo>
                  <a:pt x="10800" y="13226"/>
                </a:lnTo>
                <a:lnTo>
                  <a:pt x="10800" y="10800"/>
                </a:lnTo>
                <a:lnTo>
                  <a:pt x="9273" y="10800"/>
                </a:lnTo>
                <a:lnTo>
                  <a:pt x="7744" y="10800"/>
                </a:lnTo>
                <a:lnTo>
                  <a:pt x="6210" y="10800"/>
                </a:lnTo>
                <a:lnTo>
                  <a:pt x="4670" y="10800"/>
                </a:lnTo>
                <a:lnTo>
                  <a:pt x="3123" y="10800"/>
                </a:lnTo>
                <a:lnTo>
                  <a:pt x="1568" y="1080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9793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3" name="contour_11581"/>
          <p:cNvSpPr/>
          <p:nvPr/>
        </p:nvSpPr>
        <p:spPr>
          <a:xfrm>
            <a:off x="4448762" y="4861090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7323" y="2296"/>
                </a:lnTo>
                <a:lnTo>
                  <a:pt x="16798" y="3925"/>
                </a:lnTo>
                <a:lnTo>
                  <a:pt x="16250" y="5332"/>
                </a:lnTo>
                <a:lnTo>
                  <a:pt x="15509" y="6961"/>
                </a:lnTo>
                <a:lnTo>
                  <a:pt x="14400" y="9257"/>
                </a:lnTo>
                <a:lnTo>
                  <a:pt x="12020" y="9257"/>
                </a:lnTo>
                <a:lnTo>
                  <a:pt x="9626" y="9257"/>
                </a:lnTo>
                <a:lnTo>
                  <a:pt x="7200" y="9257"/>
                </a:lnTo>
                <a:lnTo>
                  <a:pt x="7200" y="11297"/>
                </a:lnTo>
                <a:lnTo>
                  <a:pt x="7200" y="13349"/>
                </a:lnTo>
                <a:lnTo>
                  <a:pt x="7200" y="15429"/>
                </a:lnTo>
                <a:lnTo>
                  <a:pt x="9576" y="14919"/>
                </a:lnTo>
                <a:lnTo>
                  <a:pt x="11956" y="14410"/>
                </a:lnTo>
                <a:lnTo>
                  <a:pt x="14346" y="13898"/>
                </a:lnTo>
                <a:lnTo>
                  <a:pt x="16747" y="13383"/>
                </a:lnTo>
                <a:lnTo>
                  <a:pt x="19163" y="12864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19246" y="19264"/>
                </a:lnTo>
                <a:lnTo>
                  <a:pt x="17521" y="19715"/>
                </a:lnTo>
                <a:lnTo>
                  <a:pt x="15588" y="20048"/>
                </a:lnTo>
                <a:lnTo>
                  <a:pt x="12600" y="20443"/>
                </a:lnTo>
                <a:lnTo>
                  <a:pt x="10087" y="20792"/>
                </a:lnTo>
                <a:lnTo>
                  <a:pt x="7538" y="21143"/>
                </a:lnTo>
                <a:lnTo>
                  <a:pt x="5584" y="21372"/>
                </a:lnTo>
                <a:lnTo>
                  <a:pt x="3600" y="21600"/>
                </a:lnTo>
                <a:lnTo>
                  <a:pt x="2146" y="18295"/>
                </a:lnTo>
                <a:lnTo>
                  <a:pt x="1166" y="15950"/>
                </a:lnTo>
                <a:lnTo>
                  <a:pt x="565" y="14213"/>
                </a:lnTo>
                <a:lnTo>
                  <a:pt x="234" y="12747"/>
                </a:lnTo>
                <a:lnTo>
                  <a:pt x="79" y="11210"/>
                </a:lnTo>
                <a:lnTo>
                  <a:pt x="0" y="9257"/>
                </a:lnTo>
                <a:lnTo>
                  <a:pt x="1512" y="7143"/>
                </a:lnTo>
                <a:lnTo>
                  <a:pt x="3049" y="5338"/>
                </a:lnTo>
                <a:lnTo>
                  <a:pt x="4655" y="3826"/>
                </a:lnTo>
                <a:lnTo>
                  <a:pt x="6372" y="2592"/>
                </a:lnTo>
                <a:lnTo>
                  <a:pt x="8237" y="1614"/>
                </a:lnTo>
                <a:lnTo>
                  <a:pt x="10292" y="886"/>
                </a:lnTo>
                <a:lnTo>
                  <a:pt x="12578" y="383"/>
                </a:lnTo>
                <a:lnTo>
                  <a:pt x="15134" y="93"/>
                </a:lnTo>
                <a:lnTo>
                  <a:pt x="18000" y="0"/>
                </a:lnTo>
                <a:close/>
              </a:path>
            </a:pathLst>
          </a:custGeom>
          <a:solidFill>
            <a:srgbClr val="F2E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4" name="contour_11582"/>
          <p:cNvSpPr/>
          <p:nvPr/>
        </p:nvSpPr>
        <p:spPr>
          <a:xfrm>
            <a:off x="6546989" y="4846514"/>
            <a:ext cx="6630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07" y="0"/>
                </a:moveTo>
                <a:lnTo>
                  <a:pt x="4155" y="626"/>
                </a:lnTo>
                <a:lnTo>
                  <a:pt x="5686" y="1292"/>
                </a:lnTo>
                <a:lnTo>
                  <a:pt x="7203" y="1991"/>
                </a:lnTo>
                <a:lnTo>
                  <a:pt x="8711" y="2722"/>
                </a:lnTo>
                <a:lnTo>
                  <a:pt x="10216" y="3485"/>
                </a:lnTo>
                <a:lnTo>
                  <a:pt x="11719" y="4280"/>
                </a:lnTo>
                <a:lnTo>
                  <a:pt x="13226" y="5098"/>
                </a:lnTo>
                <a:lnTo>
                  <a:pt x="14565" y="5753"/>
                </a:lnTo>
                <a:lnTo>
                  <a:pt x="15639" y="6188"/>
                </a:lnTo>
                <a:lnTo>
                  <a:pt x="17004" y="6606"/>
                </a:lnTo>
                <a:lnTo>
                  <a:pt x="19226" y="7200"/>
                </a:lnTo>
                <a:lnTo>
                  <a:pt x="19815" y="5418"/>
                </a:lnTo>
                <a:lnTo>
                  <a:pt x="20403" y="3629"/>
                </a:lnTo>
                <a:lnTo>
                  <a:pt x="20999" y="1825"/>
                </a:lnTo>
                <a:lnTo>
                  <a:pt x="21600" y="0"/>
                </a:ln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21011" y="16218"/>
                </a:lnTo>
                <a:lnTo>
                  <a:pt x="20422" y="14429"/>
                </a:lnTo>
                <a:lnTo>
                  <a:pt x="19827" y="12625"/>
                </a:lnTo>
                <a:lnTo>
                  <a:pt x="19226" y="10800"/>
                </a:lnTo>
                <a:lnTo>
                  <a:pt x="17642" y="10724"/>
                </a:lnTo>
                <a:lnTo>
                  <a:pt x="16488" y="10735"/>
                </a:lnTo>
                <a:lnTo>
                  <a:pt x="15430" y="10872"/>
                </a:lnTo>
                <a:lnTo>
                  <a:pt x="14129" y="11178"/>
                </a:lnTo>
                <a:lnTo>
                  <a:pt x="12251" y="11700"/>
                </a:lnTo>
                <a:lnTo>
                  <a:pt x="11004" y="12017"/>
                </a:lnTo>
                <a:lnTo>
                  <a:pt x="9751" y="12334"/>
                </a:lnTo>
                <a:lnTo>
                  <a:pt x="8478" y="12658"/>
                </a:lnTo>
                <a:lnTo>
                  <a:pt x="6697" y="13669"/>
                </a:lnTo>
                <a:lnTo>
                  <a:pt x="5192" y="14796"/>
                </a:lnTo>
                <a:lnTo>
                  <a:pt x="3879" y="16099"/>
                </a:lnTo>
                <a:lnTo>
                  <a:pt x="2671" y="17633"/>
                </a:lnTo>
                <a:lnTo>
                  <a:pt x="1484" y="19447"/>
                </a:lnTo>
                <a:lnTo>
                  <a:pt x="233" y="21600"/>
                </a:lnTo>
                <a:lnTo>
                  <a:pt x="188" y="19408"/>
                </a:lnTo>
                <a:lnTo>
                  <a:pt x="150" y="17212"/>
                </a:lnTo>
                <a:lnTo>
                  <a:pt x="116" y="15019"/>
                </a:lnTo>
                <a:lnTo>
                  <a:pt x="85" y="12823"/>
                </a:lnTo>
                <a:lnTo>
                  <a:pt x="43" y="10375"/>
                </a:lnTo>
                <a:lnTo>
                  <a:pt x="0" y="7888"/>
                </a:lnTo>
                <a:lnTo>
                  <a:pt x="171" y="5353"/>
                </a:lnTo>
                <a:lnTo>
                  <a:pt x="501" y="3686"/>
                </a:lnTo>
                <a:lnTo>
                  <a:pt x="1230" y="2149"/>
                </a:lnTo>
                <a:lnTo>
                  <a:pt x="2607" y="0"/>
                </a:lnTo>
                <a:close/>
              </a:path>
            </a:pathLst>
          </a:custGeom>
          <a:solidFill>
            <a:srgbClr val="AEA1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5" name="contour_11583"/>
          <p:cNvSpPr/>
          <p:nvPr/>
        </p:nvSpPr>
        <p:spPr>
          <a:xfrm>
            <a:off x="5621596" y="4810074"/>
            <a:ext cx="6612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" y="0"/>
                </a:moveTo>
                <a:lnTo>
                  <a:pt x="1747" y="0"/>
                </a:lnTo>
                <a:lnTo>
                  <a:pt x="3331" y="0"/>
                </a:lnTo>
                <a:lnTo>
                  <a:pt x="4935" y="0"/>
                </a:lnTo>
                <a:lnTo>
                  <a:pt x="4935" y="1909"/>
                </a:lnTo>
                <a:lnTo>
                  <a:pt x="4935" y="3820"/>
                </a:lnTo>
                <a:lnTo>
                  <a:pt x="4935" y="5738"/>
                </a:lnTo>
                <a:lnTo>
                  <a:pt x="4935" y="7663"/>
                </a:lnTo>
                <a:lnTo>
                  <a:pt x="4935" y="9596"/>
                </a:lnTo>
                <a:lnTo>
                  <a:pt x="4935" y="11540"/>
                </a:lnTo>
                <a:lnTo>
                  <a:pt x="4935" y="13500"/>
                </a:lnTo>
                <a:lnTo>
                  <a:pt x="6585" y="13500"/>
                </a:lnTo>
                <a:lnTo>
                  <a:pt x="8237" y="13500"/>
                </a:lnTo>
                <a:lnTo>
                  <a:pt x="9889" y="13500"/>
                </a:lnTo>
                <a:lnTo>
                  <a:pt x="11544" y="13500"/>
                </a:lnTo>
                <a:lnTo>
                  <a:pt x="13206" y="13500"/>
                </a:lnTo>
                <a:lnTo>
                  <a:pt x="14870" y="13500"/>
                </a:lnTo>
                <a:lnTo>
                  <a:pt x="16541" y="13500"/>
                </a:lnTo>
                <a:lnTo>
                  <a:pt x="18219" y="13500"/>
                </a:lnTo>
                <a:lnTo>
                  <a:pt x="19905" y="13500"/>
                </a:lnTo>
                <a:lnTo>
                  <a:pt x="21600" y="13500"/>
                </a:lnTo>
                <a:lnTo>
                  <a:pt x="21600" y="14839"/>
                </a:lnTo>
                <a:lnTo>
                  <a:pt x="21600" y="16200"/>
                </a:lnTo>
                <a:lnTo>
                  <a:pt x="20424" y="16138"/>
                </a:lnTo>
                <a:lnTo>
                  <a:pt x="19238" y="16076"/>
                </a:lnTo>
                <a:lnTo>
                  <a:pt x="18038" y="16011"/>
                </a:lnTo>
                <a:lnTo>
                  <a:pt x="16512" y="15962"/>
                </a:lnTo>
                <a:lnTo>
                  <a:pt x="14975" y="15914"/>
                </a:lnTo>
                <a:lnTo>
                  <a:pt x="13415" y="15862"/>
                </a:lnTo>
                <a:lnTo>
                  <a:pt x="12739" y="15833"/>
                </a:lnTo>
                <a:lnTo>
                  <a:pt x="11546" y="15784"/>
                </a:lnTo>
                <a:lnTo>
                  <a:pt x="8813" y="15673"/>
                </a:lnTo>
                <a:lnTo>
                  <a:pt x="7533" y="15846"/>
                </a:lnTo>
                <a:lnTo>
                  <a:pt x="6242" y="16022"/>
                </a:lnTo>
                <a:lnTo>
                  <a:pt x="4935" y="16200"/>
                </a:lnTo>
                <a:lnTo>
                  <a:pt x="3931" y="17815"/>
                </a:lnTo>
                <a:lnTo>
                  <a:pt x="3347" y="18916"/>
                </a:lnTo>
                <a:lnTo>
                  <a:pt x="2962" y="20010"/>
                </a:lnTo>
                <a:lnTo>
                  <a:pt x="2554" y="21600"/>
                </a:lnTo>
                <a:lnTo>
                  <a:pt x="1709" y="19883"/>
                </a:lnTo>
                <a:lnTo>
                  <a:pt x="1069" y="18225"/>
                </a:lnTo>
                <a:lnTo>
                  <a:pt x="605" y="16597"/>
                </a:lnTo>
                <a:lnTo>
                  <a:pt x="295" y="14966"/>
                </a:lnTo>
                <a:lnTo>
                  <a:pt x="107" y="13300"/>
                </a:lnTo>
                <a:lnTo>
                  <a:pt x="19" y="11564"/>
                </a:lnTo>
                <a:lnTo>
                  <a:pt x="0" y="9731"/>
                </a:lnTo>
                <a:lnTo>
                  <a:pt x="26" y="7762"/>
                </a:lnTo>
                <a:lnTo>
                  <a:pt x="48" y="6305"/>
                </a:lnTo>
                <a:lnTo>
                  <a:pt x="69" y="4838"/>
                </a:lnTo>
                <a:lnTo>
                  <a:pt x="90" y="3353"/>
                </a:lnTo>
                <a:lnTo>
                  <a:pt x="131" y="1688"/>
                </a:lnTo>
                <a:lnTo>
                  <a:pt x="174" y="0"/>
                </a:lnTo>
                <a:close/>
              </a:path>
            </a:pathLst>
          </a:custGeom>
          <a:solidFill>
            <a:srgbClr val="9C94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6" name="contour_11584"/>
          <p:cNvSpPr/>
          <p:nvPr/>
        </p:nvSpPr>
        <p:spPr>
          <a:xfrm>
            <a:off x="8121909" y="4788210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936" y="1440"/>
                </a:lnTo>
                <a:lnTo>
                  <a:pt x="11232" y="2880"/>
                </a:lnTo>
                <a:lnTo>
                  <a:pt x="12528" y="4320"/>
                </a:lnTo>
                <a:lnTo>
                  <a:pt x="13824" y="5760"/>
                </a:lnTo>
                <a:lnTo>
                  <a:pt x="15120" y="7200"/>
                </a:lnTo>
                <a:lnTo>
                  <a:pt x="16416" y="8640"/>
                </a:lnTo>
                <a:lnTo>
                  <a:pt x="17712" y="10080"/>
                </a:lnTo>
                <a:lnTo>
                  <a:pt x="19008" y="11520"/>
                </a:lnTo>
                <a:lnTo>
                  <a:pt x="20304" y="12960"/>
                </a:lnTo>
                <a:lnTo>
                  <a:pt x="21600" y="14400"/>
                </a:lnTo>
                <a:lnTo>
                  <a:pt x="18744" y="14400"/>
                </a:lnTo>
                <a:lnTo>
                  <a:pt x="15872" y="14400"/>
                </a:lnTo>
                <a:lnTo>
                  <a:pt x="12960" y="14400"/>
                </a:lnTo>
                <a:lnTo>
                  <a:pt x="12960" y="15826"/>
                </a:lnTo>
                <a:lnTo>
                  <a:pt x="12960" y="17256"/>
                </a:lnTo>
                <a:lnTo>
                  <a:pt x="12960" y="18691"/>
                </a:lnTo>
                <a:lnTo>
                  <a:pt x="12960" y="20138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892" y="19937"/>
                </a:lnTo>
                <a:lnTo>
                  <a:pt x="3465" y="18271"/>
                </a:lnTo>
                <a:lnTo>
                  <a:pt x="3037" y="16606"/>
                </a:lnTo>
                <a:lnTo>
                  <a:pt x="2605" y="14938"/>
                </a:lnTo>
                <a:lnTo>
                  <a:pt x="2177" y="13262"/>
                </a:lnTo>
                <a:lnTo>
                  <a:pt x="1745" y="11585"/>
                </a:lnTo>
                <a:lnTo>
                  <a:pt x="1313" y="9900"/>
                </a:lnTo>
                <a:lnTo>
                  <a:pt x="877" y="8208"/>
                </a:lnTo>
                <a:lnTo>
                  <a:pt x="441" y="6509"/>
                </a:lnTo>
                <a:lnTo>
                  <a:pt x="0" y="4800"/>
                </a:lnTo>
                <a:lnTo>
                  <a:pt x="2856" y="4800"/>
                </a:lnTo>
                <a:lnTo>
                  <a:pt x="5728" y="4800"/>
                </a:lnTo>
                <a:lnTo>
                  <a:pt x="8640" y="4800"/>
                </a:lnTo>
                <a:lnTo>
                  <a:pt x="8640" y="3214"/>
                </a:lnTo>
                <a:lnTo>
                  <a:pt x="8640" y="1618"/>
                </a:lnTo>
                <a:lnTo>
                  <a:pt x="8640" y="0"/>
                </a:lnTo>
                <a:close/>
              </a:path>
            </a:pathLst>
          </a:custGeom>
          <a:solidFill>
            <a:srgbClr val="898A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7" name="contour_11585"/>
          <p:cNvSpPr/>
          <p:nvPr/>
        </p:nvSpPr>
        <p:spPr>
          <a:xfrm>
            <a:off x="4521576" y="4795498"/>
            <a:ext cx="36506" cy="52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63" y="0"/>
                </a:moveTo>
                <a:lnTo>
                  <a:pt x="11514" y="0"/>
                </a:lnTo>
                <a:lnTo>
                  <a:pt x="14381" y="0"/>
                </a:lnTo>
                <a:lnTo>
                  <a:pt x="17288" y="0"/>
                </a:lnTo>
                <a:lnTo>
                  <a:pt x="16671" y="1886"/>
                </a:lnTo>
                <a:lnTo>
                  <a:pt x="16042" y="3799"/>
                </a:lnTo>
                <a:lnTo>
                  <a:pt x="15563" y="5433"/>
                </a:lnTo>
                <a:lnTo>
                  <a:pt x="15080" y="7075"/>
                </a:lnTo>
                <a:lnTo>
                  <a:pt x="14593" y="8741"/>
                </a:lnTo>
                <a:lnTo>
                  <a:pt x="14092" y="10366"/>
                </a:lnTo>
                <a:lnTo>
                  <a:pt x="13588" y="11999"/>
                </a:lnTo>
                <a:lnTo>
                  <a:pt x="13075" y="13656"/>
                </a:lnTo>
                <a:lnTo>
                  <a:pt x="13027" y="15739"/>
                </a:lnTo>
                <a:lnTo>
                  <a:pt x="12976" y="17851"/>
                </a:lnTo>
                <a:lnTo>
                  <a:pt x="15481" y="19053"/>
                </a:lnTo>
                <a:lnTo>
                  <a:pt x="17214" y="19764"/>
                </a:lnTo>
                <a:lnTo>
                  <a:pt x="18982" y="20264"/>
                </a:lnTo>
                <a:lnTo>
                  <a:pt x="21600" y="20826"/>
                </a:lnTo>
                <a:lnTo>
                  <a:pt x="16697" y="21255"/>
                </a:lnTo>
                <a:lnTo>
                  <a:pt x="13247" y="21514"/>
                </a:lnTo>
                <a:lnTo>
                  <a:pt x="10763" y="21600"/>
                </a:lnTo>
                <a:lnTo>
                  <a:pt x="8771" y="21514"/>
                </a:lnTo>
                <a:lnTo>
                  <a:pt x="6796" y="21255"/>
                </a:lnTo>
                <a:lnTo>
                  <a:pt x="4351" y="20826"/>
                </a:lnTo>
                <a:lnTo>
                  <a:pt x="2665" y="18955"/>
                </a:lnTo>
                <a:lnTo>
                  <a:pt x="1449" y="17081"/>
                </a:lnTo>
                <a:lnTo>
                  <a:pt x="643" y="15177"/>
                </a:lnTo>
                <a:lnTo>
                  <a:pt x="177" y="13201"/>
                </a:lnTo>
                <a:lnTo>
                  <a:pt x="0" y="11130"/>
                </a:lnTo>
                <a:lnTo>
                  <a:pt x="39" y="8926"/>
                </a:lnTo>
                <a:lnTo>
                  <a:pt x="1539" y="6715"/>
                </a:lnTo>
                <a:lnTo>
                  <a:pt x="2691" y="5123"/>
                </a:lnTo>
                <a:lnTo>
                  <a:pt x="3743" y="3903"/>
                </a:lnTo>
                <a:lnTo>
                  <a:pt x="4929" y="2809"/>
                </a:lnTo>
                <a:lnTo>
                  <a:pt x="6490" y="1592"/>
                </a:lnTo>
                <a:lnTo>
                  <a:pt x="8663" y="0"/>
                </a:lnTo>
                <a:close/>
              </a:path>
            </a:pathLst>
          </a:custGeom>
          <a:solidFill>
            <a:srgbClr val="D3A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8" name="contour_11586"/>
          <p:cNvSpPr/>
          <p:nvPr/>
        </p:nvSpPr>
        <p:spPr>
          <a:xfrm>
            <a:off x="5221289" y="4814943"/>
            <a:ext cx="43728" cy="40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6"/>
                </a:lnTo>
                <a:lnTo>
                  <a:pt x="14425" y="138"/>
                </a:lnTo>
                <a:lnTo>
                  <a:pt x="16056" y="330"/>
                </a:lnTo>
                <a:lnTo>
                  <a:pt x="18277" y="691"/>
                </a:lnTo>
                <a:lnTo>
                  <a:pt x="21600" y="1275"/>
                </a:lnTo>
                <a:lnTo>
                  <a:pt x="21492" y="3821"/>
                </a:lnTo>
                <a:lnTo>
                  <a:pt x="21341" y="6301"/>
                </a:lnTo>
                <a:lnTo>
                  <a:pt x="21114" y="8732"/>
                </a:lnTo>
                <a:lnTo>
                  <a:pt x="20794" y="11124"/>
                </a:lnTo>
                <a:lnTo>
                  <a:pt x="20347" y="13482"/>
                </a:lnTo>
                <a:lnTo>
                  <a:pt x="19753" y="15821"/>
                </a:lnTo>
                <a:lnTo>
                  <a:pt x="18979" y="18148"/>
                </a:lnTo>
                <a:lnTo>
                  <a:pt x="18000" y="20475"/>
                </a:lnTo>
                <a:lnTo>
                  <a:pt x="15390" y="21116"/>
                </a:lnTo>
                <a:lnTo>
                  <a:pt x="12830" y="21477"/>
                </a:lnTo>
                <a:lnTo>
                  <a:pt x="10300" y="21600"/>
                </a:lnTo>
                <a:lnTo>
                  <a:pt x="7772" y="21523"/>
                </a:lnTo>
                <a:lnTo>
                  <a:pt x="5231" y="21285"/>
                </a:lnTo>
                <a:lnTo>
                  <a:pt x="2646" y="20920"/>
                </a:lnTo>
                <a:lnTo>
                  <a:pt x="0" y="20475"/>
                </a:lnTo>
                <a:lnTo>
                  <a:pt x="1397" y="15018"/>
                </a:lnTo>
                <a:lnTo>
                  <a:pt x="2538" y="10752"/>
                </a:lnTo>
                <a:lnTo>
                  <a:pt x="3514" y="7503"/>
                </a:lnTo>
                <a:lnTo>
                  <a:pt x="4410" y="5107"/>
                </a:lnTo>
                <a:lnTo>
                  <a:pt x="5321" y="3395"/>
                </a:lnTo>
                <a:lnTo>
                  <a:pt x="6332" y="2193"/>
                </a:lnTo>
                <a:lnTo>
                  <a:pt x="7538" y="1340"/>
                </a:lnTo>
                <a:lnTo>
                  <a:pt x="9025" y="668"/>
                </a:lnTo>
                <a:lnTo>
                  <a:pt x="10883" y="0"/>
                </a:lnTo>
                <a:close/>
              </a:path>
            </a:pathLst>
          </a:custGeom>
          <a:solidFill>
            <a:srgbClr val="5A4F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89" name="contour_11587"/>
          <p:cNvSpPr/>
          <p:nvPr/>
        </p:nvSpPr>
        <p:spPr>
          <a:xfrm>
            <a:off x="7363958" y="4793800"/>
            <a:ext cx="59616" cy="38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22" y="962"/>
                </a:moveTo>
                <a:lnTo>
                  <a:pt x="9828" y="413"/>
                </a:lnTo>
                <a:lnTo>
                  <a:pt x="11708" y="103"/>
                </a:lnTo>
                <a:lnTo>
                  <a:pt x="13575" y="0"/>
                </a:lnTo>
                <a:lnTo>
                  <a:pt x="15440" y="66"/>
                </a:lnTo>
                <a:lnTo>
                  <a:pt x="17312" y="272"/>
                </a:lnTo>
                <a:lnTo>
                  <a:pt x="19202" y="582"/>
                </a:lnTo>
                <a:lnTo>
                  <a:pt x="21125" y="962"/>
                </a:lnTo>
                <a:lnTo>
                  <a:pt x="21442" y="3785"/>
                </a:lnTo>
                <a:lnTo>
                  <a:pt x="21600" y="5841"/>
                </a:lnTo>
                <a:lnTo>
                  <a:pt x="21600" y="7723"/>
                </a:lnTo>
                <a:lnTo>
                  <a:pt x="21442" y="10026"/>
                </a:lnTo>
                <a:lnTo>
                  <a:pt x="21125" y="13345"/>
                </a:lnTo>
                <a:lnTo>
                  <a:pt x="19762" y="15132"/>
                </a:lnTo>
                <a:lnTo>
                  <a:pt x="18371" y="16672"/>
                </a:lnTo>
                <a:lnTo>
                  <a:pt x="16942" y="17992"/>
                </a:lnTo>
                <a:lnTo>
                  <a:pt x="15461" y="19119"/>
                </a:lnTo>
                <a:lnTo>
                  <a:pt x="13911" y="20077"/>
                </a:lnTo>
                <a:lnTo>
                  <a:pt x="12284" y="20898"/>
                </a:lnTo>
                <a:lnTo>
                  <a:pt x="10562" y="21600"/>
                </a:lnTo>
                <a:lnTo>
                  <a:pt x="8682" y="21253"/>
                </a:lnTo>
                <a:lnTo>
                  <a:pt x="6918" y="20758"/>
                </a:lnTo>
                <a:lnTo>
                  <a:pt x="5218" y="20118"/>
                </a:lnTo>
                <a:lnTo>
                  <a:pt x="3533" y="19355"/>
                </a:lnTo>
                <a:lnTo>
                  <a:pt x="1811" y="18467"/>
                </a:lnTo>
                <a:lnTo>
                  <a:pt x="0" y="17472"/>
                </a:lnTo>
                <a:lnTo>
                  <a:pt x="1745" y="17472"/>
                </a:lnTo>
                <a:lnTo>
                  <a:pt x="3501" y="17472"/>
                </a:lnTo>
                <a:lnTo>
                  <a:pt x="5281" y="17472"/>
                </a:lnTo>
                <a:lnTo>
                  <a:pt x="5730" y="14760"/>
                </a:lnTo>
                <a:lnTo>
                  <a:pt x="5944" y="12618"/>
                </a:lnTo>
                <a:lnTo>
                  <a:pt x="6105" y="9217"/>
                </a:lnTo>
                <a:lnTo>
                  <a:pt x="6530" y="5861"/>
                </a:lnTo>
                <a:lnTo>
                  <a:pt x="7003" y="3719"/>
                </a:lnTo>
                <a:lnTo>
                  <a:pt x="7922" y="962"/>
                </a:lnTo>
                <a:close/>
              </a:path>
            </a:pathLst>
          </a:custGeom>
          <a:solidFill>
            <a:srgbClr val="7477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0" name="contour_11588"/>
          <p:cNvSpPr/>
          <p:nvPr/>
        </p:nvSpPr>
        <p:spPr>
          <a:xfrm>
            <a:off x="1986463" y="4788014"/>
            <a:ext cx="42686" cy="585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36" y="0"/>
                </a:moveTo>
                <a:lnTo>
                  <a:pt x="12908" y="444"/>
                </a:lnTo>
                <a:lnTo>
                  <a:pt x="15117" y="939"/>
                </a:lnTo>
                <a:lnTo>
                  <a:pt x="17285" y="1485"/>
                </a:lnTo>
                <a:lnTo>
                  <a:pt x="19443" y="2091"/>
                </a:lnTo>
                <a:lnTo>
                  <a:pt x="21600" y="2764"/>
                </a:lnTo>
                <a:lnTo>
                  <a:pt x="20767" y="4359"/>
                </a:lnTo>
                <a:lnTo>
                  <a:pt x="20103" y="5454"/>
                </a:lnTo>
                <a:lnTo>
                  <a:pt x="19269" y="6547"/>
                </a:lnTo>
                <a:lnTo>
                  <a:pt x="17912" y="8145"/>
                </a:lnTo>
                <a:lnTo>
                  <a:pt x="15478" y="8145"/>
                </a:lnTo>
                <a:lnTo>
                  <a:pt x="13022" y="8145"/>
                </a:lnTo>
                <a:lnTo>
                  <a:pt x="10536" y="8145"/>
                </a:lnTo>
                <a:lnTo>
                  <a:pt x="9161" y="9905"/>
                </a:lnTo>
                <a:lnTo>
                  <a:pt x="8268" y="11194"/>
                </a:lnTo>
                <a:lnTo>
                  <a:pt x="7475" y="12639"/>
                </a:lnTo>
                <a:lnTo>
                  <a:pt x="6387" y="14873"/>
                </a:lnTo>
                <a:lnTo>
                  <a:pt x="5768" y="16121"/>
                </a:lnTo>
                <a:lnTo>
                  <a:pt x="5145" y="17381"/>
                </a:lnTo>
                <a:lnTo>
                  <a:pt x="4514" y="18659"/>
                </a:lnTo>
                <a:lnTo>
                  <a:pt x="3843" y="20117"/>
                </a:lnTo>
                <a:lnTo>
                  <a:pt x="3161" y="21600"/>
                </a:lnTo>
                <a:lnTo>
                  <a:pt x="2180" y="19544"/>
                </a:lnTo>
                <a:lnTo>
                  <a:pt x="1342" y="17617"/>
                </a:lnTo>
                <a:lnTo>
                  <a:pt x="682" y="15782"/>
                </a:lnTo>
                <a:lnTo>
                  <a:pt x="225" y="14004"/>
                </a:lnTo>
                <a:lnTo>
                  <a:pt x="0" y="12244"/>
                </a:lnTo>
                <a:lnTo>
                  <a:pt x="37" y="10460"/>
                </a:lnTo>
                <a:lnTo>
                  <a:pt x="365" y="8619"/>
                </a:lnTo>
                <a:lnTo>
                  <a:pt x="1010" y="6684"/>
                </a:lnTo>
                <a:lnTo>
                  <a:pt x="2006" y="4615"/>
                </a:lnTo>
                <a:lnTo>
                  <a:pt x="3754" y="2408"/>
                </a:lnTo>
                <a:lnTo>
                  <a:pt x="5075" y="1068"/>
                </a:lnTo>
                <a:lnTo>
                  <a:pt x="6387" y="366"/>
                </a:lnTo>
                <a:lnTo>
                  <a:pt x="8102" y="83"/>
                </a:lnTo>
                <a:lnTo>
                  <a:pt x="10636" y="0"/>
                </a:lnTo>
                <a:close/>
              </a:path>
            </a:pathLst>
          </a:custGeom>
          <a:solidFill>
            <a:srgbClr val="44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1" name="contour_11589"/>
          <p:cNvSpPr/>
          <p:nvPr/>
        </p:nvSpPr>
        <p:spPr>
          <a:xfrm>
            <a:off x="5221289" y="4751770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1337"/>
                </a:lnTo>
                <a:lnTo>
                  <a:pt x="14368" y="2676"/>
                </a:lnTo>
                <a:lnTo>
                  <a:pt x="16160" y="4020"/>
                </a:lnTo>
                <a:lnTo>
                  <a:pt x="17960" y="5370"/>
                </a:lnTo>
                <a:lnTo>
                  <a:pt x="19771" y="6728"/>
                </a:lnTo>
                <a:lnTo>
                  <a:pt x="21600" y="8100"/>
                </a:lnTo>
                <a:lnTo>
                  <a:pt x="19818" y="9437"/>
                </a:lnTo>
                <a:lnTo>
                  <a:pt x="18032" y="10776"/>
                </a:lnTo>
                <a:lnTo>
                  <a:pt x="16247" y="12115"/>
                </a:lnTo>
                <a:lnTo>
                  <a:pt x="14454" y="13460"/>
                </a:lnTo>
                <a:lnTo>
                  <a:pt x="12654" y="14810"/>
                </a:lnTo>
                <a:lnTo>
                  <a:pt x="10847" y="16165"/>
                </a:lnTo>
                <a:lnTo>
                  <a:pt x="9029" y="17528"/>
                </a:lnTo>
                <a:lnTo>
                  <a:pt x="7200" y="18900"/>
                </a:lnTo>
                <a:lnTo>
                  <a:pt x="9576" y="19345"/>
                </a:lnTo>
                <a:lnTo>
                  <a:pt x="11956" y="19791"/>
                </a:lnTo>
                <a:lnTo>
                  <a:pt x="14346" y="20239"/>
                </a:lnTo>
                <a:lnTo>
                  <a:pt x="16747" y="20690"/>
                </a:lnTo>
                <a:lnTo>
                  <a:pt x="19163" y="211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94" y="19634"/>
                </a:lnTo>
                <a:lnTo>
                  <a:pt x="1235" y="17726"/>
                </a:lnTo>
                <a:lnTo>
                  <a:pt x="1926" y="15868"/>
                </a:lnTo>
                <a:lnTo>
                  <a:pt x="2671" y="14051"/>
                </a:lnTo>
                <a:lnTo>
                  <a:pt x="3470" y="12266"/>
                </a:lnTo>
                <a:lnTo>
                  <a:pt x="4327" y="10506"/>
                </a:lnTo>
                <a:lnTo>
                  <a:pt x="5242" y="8764"/>
                </a:lnTo>
                <a:lnTo>
                  <a:pt x="6221" y="7028"/>
                </a:lnTo>
                <a:lnTo>
                  <a:pt x="7261" y="5292"/>
                </a:lnTo>
                <a:lnTo>
                  <a:pt x="8370" y="3548"/>
                </a:lnTo>
                <a:lnTo>
                  <a:pt x="9551" y="1787"/>
                </a:lnTo>
                <a:lnTo>
                  <a:pt x="10800" y="0"/>
                </a:lnTo>
                <a:close/>
              </a:path>
            </a:pathLst>
          </a:custGeom>
          <a:solidFill>
            <a:srgbClr val="988E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2" name="contour_11590"/>
          <p:cNvSpPr/>
          <p:nvPr/>
        </p:nvSpPr>
        <p:spPr>
          <a:xfrm>
            <a:off x="8369701" y="4771696"/>
            <a:ext cx="51016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56"/>
                </a:lnTo>
                <a:lnTo>
                  <a:pt x="11485" y="152"/>
                </a:lnTo>
                <a:lnTo>
                  <a:pt x="13506" y="294"/>
                </a:lnTo>
                <a:lnTo>
                  <a:pt x="15527" y="481"/>
                </a:lnTo>
                <a:lnTo>
                  <a:pt x="17548" y="719"/>
                </a:lnTo>
                <a:lnTo>
                  <a:pt x="19570" y="1008"/>
                </a:lnTo>
                <a:lnTo>
                  <a:pt x="21600" y="1347"/>
                </a:lnTo>
                <a:lnTo>
                  <a:pt x="21390" y="4962"/>
                </a:lnTo>
                <a:lnTo>
                  <a:pt x="21125" y="7559"/>
                </a:lnTo>
                <a:lnTo>
                  <a:pt x="20656" y="9868"/>
                </a:lnTo>
                <a:lnTo>
                  <a:pt x="19835" y="12618"/>
                </a:lnTo>
                <a:lnTo>
                  <a:pt x="18514" y="16537"/>
                </a:lnTo>
                <a:lnTo>
                  <a:pt x="16484" y="17473"/>
                </a:lnTo>
                <a:lnTo>
                  <a:pt x="14450" y="18284"/>
                </a:lnTo>
                <a:lnTo>
                  <a:pt x="12414" y="18982"/>
                </a:lnTo>
                <a:lnTo>
                  <a:pt x="10368" y="19580"/>
                </a:lnTo>
                <a:lnTo>
                  <a:pt x="8316" y="20101"/>
                </a:lnTo>
                <a:lnTo>
                  <a:pt x="6255" y="20547"/>
                </a:lnTo>
                <a:lnTo>
                  <a:pt x="4184" y="20937"/>
                </a:lnTo>
                <a:lnTo>
                  <a:pt x="2101" y="21286"/>
                </a:lnTo>
                <a:lnTo>
                  <a:pt x="0" y="21600"/>
                </a:lnTo>
                <a:lnTo>
                  <a:pt x="62" y="14441"/>
                </a:lnTo>
                <a:lnTo>
                  <a:pt x="238" y="9266"/>
                </a:lnTo>
                <a:lnTo>
                  <a:pt x="660" y="5701"/>
                </a:lnTo>
                <a:lnTo>
                  <a:pt x="1463" y="3372"/>
                </a:lnTo>
                <a:lnTo>
                  <a:pt x="2768" y="1899"/>
                </a:lnTo>
                <a:lnTo>
                  <a:pt x="4706" y="901"/>
                </a:lnTo>
                <a:lnTo>
                  <a:pt x="7412" y="0"/>
                </a:lnTo>
                <a:close/>
              </a:path>
            </a:pathLst>
          </a:custGeom>
          <a:solidFill>
            <a:srgbClr val="8065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3" name="contour_11591"/>
          <p:cNvSpPr/>
          <p:nvPr/>
        </p:nvSpPr>
        <p:spPr>
          <a:xfrm>
            <a:off x="6489399" y="4766346"/>
            <a:ext cx="2949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75" y="0"/>
                </a:moveTo>
                <a:lnTo>
                  <a:pt x="14064" y="421"/>
                </a:lnTo>
                <a:lnTo>
                  <a:pt x="16311" y="842"/>
                </a:lnTo>
                <a:lnTo>
                  <a:pt x="18403" y="1517"/>
                </a:lnTo>
                <a:lnTo>
                  <a:pt x="21349" y="2700"/>
                </a:lnTo>
                <a:lnTo>
                  <a:pt x="21552" y="4547"/>
                </a:lnTo>
                <a:lnTo>
                  <a:pt x="21600" y="5891"/>
                </a:lnTo>
                <a:lnTo>
                  <a:pt x="21445" y="7123"/>
                </a:lnTo>
                <a:lnTo>
                  <a:pt x="21045" y="8629"/>
                </a:lnTo>
                <a:lnTo>
                  <a:pt x="20346" y="10800"/>
                </a:lnTo>
                <a:lnTo>
                  <a:pt x="20164" y="11445"/>
                </a:lnTo>
                <a:lnTo>
                  <a:pt x="19849" y="12582"/>
                </a:lnTo>
                <a:lnTo>
                  <a:pt x="19118" y="15188"/>
                </a:lnTo>
                <a:lnTo>
                  <a:pt x="17538" y="17015"/>
                </a:lnTo>
                <a:lnTo>
                  <a:pt x="16151" y="18217"/>
                </a:lnTo>
                <a:lnTo>
                  <a:pt x="14421" y="19065"/>
                </a:lnTo>
                <a:lnTo>
                  <a:pt x="11801" y="19821"/>
                </a:lnTo>
                <a:lnTo>
                  <a:pt x="7734" y="20758"/>
                </a:lnTo>
                <a:lnTo>
                  <a:pt x="6597" y="20882"/>
                </a:lnTo>
                <a:lnTo>
                  <a:pt x="4590" y="21098"/>
                </a:lnTo>
                <a:lnTo>
                  <a:pt x="0" y="21600"/>
                </a:lnTo>
                <a:lnTo>
                  <a:pt x="454" y="19742"/>
                </a:lnTo>
                <a:lnTo>
                  <a:pt x="918" y="17888"/>
                </a:lnTo>
                <a:lnTo>
                  <a:pt x="1388" y="16030"/>
                </a:lnTo>
                <a:lnTo>
                  <a:pt x="1857" y="14175"/>
                </a:lnTo>
                <a:lnTo>
                  <a:pt x="2338" y="12317"/>
                </a:lnTo>
                <a:lnTo>
                  <a:pt x="2770" y="10592"/>
                </a:lnTo>
                <a:lnTo>
                  <a:pt x="3208" y="8856"/>
                </a:lnTo>
                <a:lnTo>
                  <a:pt x="3651" y="7098"/>
                </a:lnTo>
                <a:lnTo>
                  <a:pt x="4515" y="4930"/>
                </a:lnTo>
                <a:lnTo>
                  <a:pt x="5316" y="3478"/>
                </a:lnTo>
                <a:lnTo>
                  <a:pt x="6383" y="2398"/>
                </a:lnTo>
                <a:lnTo>
                  <a:pt x="8054" y="1353"/>
                </a:lnTo>
                <a:lnTo>
                  <a:pt x="10675" y="0"/>
                </a:ln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4" name="contour_11592"/>
          <p:cNvSpPr/>
          <p:nvPr/>
        </p:nvSpPr>
        <p:spPr>
          <a:xfrm>
            <a:off x="724598" y="4751770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917" y="1116"/>
                </a:lnTo>
                <a:lnTo>
                  <a:pt x="13500" y="2251"/>
                </a:lnTo>
                <a:lnTo>
                  <a:pt x="14818" y="3785"/>
                </a:lnTo>
                <a:lnTo>
                  <a:pt x="16157" y="4913"/>
                </a:lnTo>
                <a:lnTo>
                  <a:pt x="17647" y="5770"/>
                </a:lnTo>
                <a:lnTo>
                  <a:pt x="19418" y="6487"/>
                </a:lnTo>
                <a:lnTo>
                  <a:pt x="21600" y="7200"/>
                </a:lnTo>
                <a:lnTo>
                  <a:pt x="19560" y="7200"/>
                </a:lnTo>
                <a:lnTo>
                  <a:pt x="17508" y="7200"/>
                </a:lnTo>
                <a:lnTo>
                  <a:pt x="15429" y="7200"/>
                </a:lnTo>
                <a:lnTo>
                  <a:pt x="15712" y="7860"/>
                </a:lnTo>
                <a:lnTo>
                  <a:pt x="16212" y="9029"/>
                </a:lnTo>
                <a:lnTo>
                  <a:pt x="17357" y="11700"/>
                </a:lnTo>
                <a:lnTo>
                  <a:pt x="17869" y="13267"/>
                </a:lnTo>
                <a:lnTo>
                  <a:pt x="18163" y="14321"/>
                </a:lnTo>
                <a:lnTo>
                  <a:pt x="18341" y="15338"/>
                </a:lnTo>
                <a:lnTo>
                  <a:pt x="18514" y="16800"/>
                </a:lnTo>
                <a:lnTo>
                  <a:pt x="16789" y="18562"/>
                </a:lnTo>
                <a:lnTo>
                  <a:pt x="15571" y="19651"/>
                </a:lnTo>
                <a:lnTo>
                  <a:pt x="14284" y="20513"/>
                </a:lnTo>
                <a:lnTo>
                  <a:pt x="12343" y="21600"/>
                </a:lnTo>
                <a:lnTo>
                  <a:pt x="12343" y="20014"/>
                </a:lnTo>
                <a:lnTo>
                  <a:pt x="12343" y="18418"/>
                </a:lnTo>
                <a:lnTo>
                  <a:pt x="12343" y="16800"/>
                </a:lnTo>
                <a:lnTo>
                  <a:pt x="10316" y="16082"/>
                </a:lnTo>
                <a:lnTo>
                  <a:pt x="8714" y="15694"/>
                </a:lnTo>
                <a:lnTo>
                  <a:pt x="6171" y="15300"/>
                </a:lnTo>
                <a:lnTo>
                  <a:pt x="4450" y="15029"/>
                </a:lnTo>
                <a:lnTo>
                  <a:pt x="2700" y="14755"/>
                </a:lnTo>
                <a:lnTo>
                  <a:pt x="1361" y="14578"/>
                </a:lnTo>
                <a:lnTo>
                  <a:pt x="0" y="14400"/>
                </a:lnTo>
                <a:lnTo>
                  <a:pt x="2040" y="14400"/>
                </a:lnTo>
                <a:lnTo>
                  <a:pt x="4092" y="14400"/>
                </a:lnTo>
                <a:lnTo>
                  <a:pt x="6171" y="14400"/>
                </a:lnTo>
                <a:lnTo>
                  <a:pt x="6171" y="12814"/>
                </a:lnTo>
                <a:lnTo>
                  <a:pt x="6171" y="11218"/>
                </a:lnTo>
                <a:lnTo>
                  <a:pt x="6171" y="9600"/>
                </a:lnTo>
                <a:lnTo>
                  <a:pt x="8211" y="9600"/>
                </a:lnTo>
                <a:lnTo>
                  <a:pt x="10263" y="9600"/>
                </a:lnTo>
                <a:lnTo>
                  <a:pt x="12343" y="9600"/>
                </a:lnTo>
                <a:lnTo>
                  <a:pt x="12343" y="8016"/>
                </a:lnTo>
                <a:lnTo>
                  <a:pt x="12343" y="6430"/>
                </a:lnTo>
                <a:lnTo>
                  <a:pt x="12343" y="4836"/>
                </a:lnTo>
                <a:lnTo>
                  <a:pt x="12343" y="3235"/>
                </a:lnTo>
                <a:lnTo>
                  <a:pt x="12343" y="1625"/>
                </a:lnTo>
                <a:lnTo>
                  <a:pt x="12343" y="0"/>
                </a:lnTo>
                <a:close/>
              </a:path>
            </a:pathLst>
          </a:custGeom>
          <a:solidFill>
            <a:srgbClr val="504B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5" name="contour_11593"/>
          <p:cNvSpPr/>
          <p:nvPr/>
        </p:nvSpPr>
        <p:spPr>
          <a:xfrm>
            <a:off x="11401505" y="4751770"/>
            <a:ext cx="87456" cy="299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09" y="321"/>
                </a:lnTo>
                <a:lnTo>
                  <a:pt x="2218" y="646"/>
                </a:lnTo>
                <a:lnTo>
                  <a:pt x="3326" y="972"/>
                </a:lnTo>
                <a:lnTo>
                  <a:pt x="4435" y="1298"/>
                </a:lnTo>
                <a:lnTo>
                  <a:pt x="5544" y="1629"/>
                </a:lnTo>
                <a:lnTo>
                  <a:pt x="6653" y="1966"/>
                </a:lnTo>
                <a:lnTo>
                  <a:pt x="7762" y="2302"/>
                </a:lnTo>
                <a:lnTo>
                  <a:pt x="8856" y="2612"/>
                </a:lnTo>
                <a:lnTo>
                  <a:pt x="9967" y="2927"/>
                </a:lnTo>
                <a:lnTo>
                  <a:pt x="12155" y="3605"/>
                </a:lnTo>
                <a:lnTo>
                  <a:pt x="13928" y="4183"/>
                </a:lnTo>
                <a:lnTo>
                  <a:pt x="15359" y="4698"/>
                </a:lnTo>
                <a:lnTo>
                  <a:pt x="16515" y="5203"/>
                </a:lnTo>
                <a:lnTo>
                  <a:pt x="17465" y="5739"/>
                </a:lnTo>
                <a:lnTo>
                  <a:pt x="18283" y="6354"/>
                </a:lnTo>
                <a:lnTo>
                  <a:pt x="19035" y="7095"/>
                </a:lnTo>
                <a:lnTo>
                  <a:pt x="19791" y="8004"/>
                </a:lnTo>
                <a:lnTo>
                  <a:pt x="20624" y="9129"/>
                </a:lnTo>
                <a:lnTo>
                  <a:pt x="21600" y="10511"/>
                </a:lnTo>
                <a:lnTo>
                  <a:pt x="21600" y="13985"/>
                </a:lnTo>
                <a:lnTo>
                  <a:pt x="21600" y="17480"/>
                </a:lnTo>
                <a:lnTo>
                  <a:pt x="21600" y="21022"/>
                </a:lnTo>
                <a:lnTo>
                  <a:pt x="20308" y="21264"/>
                </a:lnTo>
                <a:lnTo>
                  <a:pt x="19021" y="21453"/>
                </a:lnTo>
                <a:lnTo>
                  <a:pt x="17739" y="21568"/>
                </a:lnTo>
                <a:lnTo>
                  <a:pt x="16457" y="21600"/>
                </a:lnTo>
                <a:lnTo>
                  <a:pt x="15176" y="21532"/>
                </a:lnTo>
                <a:lnTo>
                  <a:pt x="13891" y="21348"/>
                </a:lnTo>
                <a:lnTo>
                  <a:pt x="12600" y="21022"/>
                </a:lnTo>
                <a:lnTo>
                  <a:pt x="11678" y="18457"/>
                </a:lnTo>
                <a:lnTo>
                  <a:pt x="10771" y="15851"/>
                </a:lnTo>
                <a:lnTo>
                  <a:pt x="9878" y="13202"/>
                </a:lnTo>
                <a:lnTo>
                  <a:pt x="9000" y="10511"/>
                </a:lnTo>
                <a:lnTo>
                  <a:pt x="7814" y="9660"/>
                </a:lnTo>
                <a:lnTo>
                  <a:pt x="6628" y="8903"/>
                </a:lnTo>
                <a:lnTo>
                  <a:pt x="5441" y="8225"/>
                </a:lnTo>
                <a:lnTo>
                  <a:pt x="4250" y="7620"/>
                </a:lnTo>
                <a:lnTo>
                  <a:pt x="3051" y="7063"/>
                </a:lnTo>
                <a:lnTo>
                  <a:pt x="1841" y="6548"/>
                </a:lnTo>
                <a:lnTo>
                  <a:pt x="929" y="5907"/>
                </a:lnTo>
                <a:lnTo>
                  <a:pt x="0" y="5255"/>
                </a:lnTo>
                <a:lnTo>
                  <a:pt x="0" y="2649"/>
                </a:lnTo>
                <a:lnTo>
                  <a:pt x="0" y="0"/>
                </a:lnTo>
                <a:close/>
              </a:path>
            </a:pathLst>
          </a:custGeom>
          <a:solidFill>
            <a:srgbClr val="4B41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6" name="contour_11594"/>
          <p:cNvSpPr/>
          <p:nvPr/>
        </p:nvSpPr>
        <p:spPr>
          <a:xfrm>
            <a:off x="10519658" y="4759058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007" y="660"/>
                </a:lnTo>
                <a:lnTo>
                  <a:pt x="10811" y="1330"/>
                </a:lnTo>
                <a:lnTo>
                  <a:pt x="12607" y="2012"/>
                </a:lnTo>
                <a:lnTo>
                  <a:pt x="14400" y="2700"/>
                </a:lnTo>
                <a:lnTo>
                  <a:pt x="16409" y="3453"/>
                </a:lnTo>
                <a:lnTo>
                  <a:pt x="18450" y="4218"/>
                </a:lnTo>
                <a:lnTo>
                  <a:pt x="20016" y="5187"/>
                </a:lnTo>
                <a:lnTo>
                  <a:pt x="21600" y="6171"/>
                </a:lnTo>
                <a:lnTo>
                  <a:pt x="21600" y="8211"/>
                </a:lnTo>
                <a:lnTo>
                  <a:pt x="21600" y="10263"/>
                </a:lnTo>
                <a:lnTo>
                  <a:pt x="21600" y="12343"/>
                </a:lnTo>
                <a:lnTo>
                  <a:pt x="19220" y="12343"/>
                </a:lnTo>
                <a:lnTo>
                  <a:pt x="16826" y="12343"/>
                </a:lnTo>
                <a:lnTo>
                  <a:pt x="14400" y="12343"/>
                </a:lnTo>
                <a:lnTo>
                  <a:pt x="14400" y="14383"/>
                </a:lnTo>
                <a:lnTo>
                  <a:pt x="14400" y="16435"/>
                </a:lnTo>
                <a:lnTo>
                  <a:pt x="14400" y="18514"/>
                </a:lnTo>
                <a:lnTo>
                  <a:pt x="11722" y="19465"/>
                </a:lnTo>
                <a:lnTo>
                  <a:pt x="9821" y="20100"/>
                </a:lnTo>
                <a:lnTo>
                  <a:pt x="8179" y="20569"/>
                </a:lnTo>
                <a:lnTo>
                  <a:pt x="6278" y="21020"/>
                </a:lnTo>
                <a:lnTo>
                  <a:pt x="3600" y="21600"/>
                </a:lnTo>
                <a:lnTo>
                  <a:pt x="2887" y="19767"/>
                </a:lnTo>
                <a:lnTo>
                  <a:pt x="2171" y="17928"/>
                </a:lnTo>
                <a:lnTo>
                  <a:pt x="1454" y="16083"/>
                </a:lnTo>
                <a:lnTo>
                  <a:pt x="731" y="14222"/>
                </a:lnTo>
                <a:lnTo>
                  <a:pt x="0" y="12343"/>
                </a:lnTo>
                <a:lnTo>
                  <a:pt x="2380" y="12343"/>
                </a:lnTo>
                <a:lnTo>
                  <a:pt x="4774" y="12343"/>
                </a:lnTo>
                <a:lnTo>
                  <a:pt x="7200" y="12343"/>
                </a:lnTo>
                <a:lnTo>
                  <a:pt x="7200" y="10306"/>
                </a:lnTo>
                <a:lnTo>
                  <a:pt x="7200" y="8267"/>
                </a:lnTo>
                <a:lnTo>
                  <a:pt x="7200" y="6218"/>
                </a:lnTo>
                <a:lnTo>
                  <a:pt x="7200" y="4160"/>
                </a:lnTo>
                <a:lnTo>
                  <a:pt x="7200" y="2089"/>
                </a:lnTo>
                <a:lnTo>
                  <a:pt x="7200" y="0"/>
                </a:lnTo>
                <a:close/>
              </a:path>
            </a:pathLst>
          </a:custGeom>
          <a:solidFill>
            <a:srgbClr val="B0B4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7" name="contour_11595"/>
          <p:cNvSpPr/>
          <p:nvPr/>
        </p:nvSpPr>
        <p:spPr>
          <a:xfrm>
            <a:off x="8318685" y="475177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138" y="8640"/>
                </a:lnTo>
                <a:lnTo>
                  <a:pt x="4284" y="8640"/>
                </a:lnTo>
                <a:lnTo>
                  <a:pt x="6437" y="8640"/>
                </a:lnTo>
                <a:lnTo>
                  <a:pt x="8608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4D4C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8" name="contour_11596"/>
          <p:cNvSpPr/>
          <p:nvPr/>
        </p:nvSpPr>
        <p:spPr>
          <a:xfrm>
            <a:off x="1876101" y="4722618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464" y="1747"/>
                </a:lnTo>
                <a:lnTo>
                  <a:pt x="4228" y="3493"/>
                </a:lnTo>
                <a:lnTo>
                  <a:pt x="4995" y="5246"/>
                </a:lnTo>
                <a:lnTo>
                  <a:pt x="5764" y="7005"/>
                </a:lnTo>
                <a:lnTo>
                  <a:pt x="6539" y="8773"/>
                </a:lnTo>
                <a:lnTo>
                  <a:pt x="7317" y="10550"/>
                </a:lnTo>
                <a:lnTo>
                  <a:pt x="8100" y="12343"/>
                </a:lnTo>
                <a:lnTo>
                  <a:pt x="9585" y="11325"/>
                </a:lnTo>
                <a:lnTo>
                  <a:pt x="11073" y="10306"/>
                </a:lnTo>
                <a:lnTo>
                  <a:pt x="12560" y="9285"/>
                </a:lnTo>
                <a:lnTo>
                  <a:pt x="14051" y="8260"/>
                </a:lnTo>
                <a:lnTo>
                  <a:pt x="15549" y="7236"/>
                </a:lnTo>
                <a:lnTo>
                  <a:pt x="17050" y="6205"/>
                </a:lnTo>
                <a:lnTo>
                  <a:pt x="18560" y="5172"/>
                </a:lnTo>
                <a:lnTo>
                  <a:pt x="20075" y="4132"/>
                </a:lnTo>
                <a:lnTo>
                  <a:pt x="21600" y="3086"/>
                </a:lnTo>
                <a:lnTo>
                  <a:pt x="20185" y="6801"/>
                </a:lnTo>
                <a:lnTo>
                  <a:pt x="18992" y="9862"/>
                </a:lnTo>
                <a:lnTo>
                  <a:pt x="17958" y="12346"/>
                </a:lnTo>
                <a:lnTo>
                  <a:pt x="17021" y="14342"/>
                </a:lnTo>
                <a:lnTo>
                  <a:pt x="16122" y="15932"/>
                </a:lnTo>
                <a:lnTo>
                  <a:pt x="15198" y="17197"/>
                </a:lnTo>
                <a:lnTo>
                  <a:pt x="14191" y="18224"/>
                </a:lnTo>
                <a:lnTo>
                  <a:pt x="13038" y="19091"/>
                </a:lnTo>
                <a:lnTo>
                  <a:pt x="11680" y="19891"/>
                </a:lnTo>
                <a:lnTo>
                  <a:pt x="10055" y="20699"/>
                </a:lnTo>
                <a:lnTo>
                  <a:pt x="8100" y="21600"/>
                </a:lnTo>
                <a:lnTo>
                  <a:pt x="6094" y="20850"/>
                </a:lnTo>
                <a:lnTo>
                  <a:pt x="4649" y="20215"/>
                </a:lnTo>
                <a:lnTo>
                  <a:pt x="3542" y="19526"/>
                </a:lnTo>
                <a:lnTo>
                  <a:pt x="2549" y="18616"/>
                </a:lnTo>
                <a:lnTo>
                  <a:pt x="1445" y="17305"/>
                </a:lnTo>
                <a:lnTo>
                  <a:pt x="0" y="15429"/>
                </a:lnTo>
                <a:lnTo>
                  <a:pt x="95" y="13423"/>
                </a:lnTo>
                <a:lnTo>
                  <a:pt x="278" y="11457"/>
                </a:lnTo>
                <a:lnTo>
                  <a:pt x="537" y="9526"/>
                </a:lnTo>
                <a:lnTo>
                  <a:pt x="864" y="7612"/>
                </a:lnTo>
                <a:lnTo>
                  <a:pt x="1253" y="5715"/>
                </a:lnTo>
                <a:lnTo>
                  <a:pt x="1696" y="3820"/>
                </a:lnTo>
                <a:lnTo>
                  <a:pt x="2179" y="1919"/>
                </a:lnTo>
                <a:lnTo>
                  <a:pt x="2700" y="0"/>
                </a:lnTo>
                <a:close/>
              </a:path>
            </a:pathLst>
          </a:custGeom>
          <a:solidFill>
            <a:srgbClr val="9C96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599" name="contour_11597"/>
          <p:cNvSpPr/>
          <p:nvPr/>
        </p:nvSpPr>
        <p:spPr>
          <a:xfrm>
            <a:off x="11007954" y="472990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88" y="713"/>
                </a:lnTo>
                <a:lnTo>
                  <a:pt x="10753" y="1313"/>
                </a:lnTo>
                <a:lnTo>
                  <a:pt x="12301" y="2134"/>
                </a:lnTo>
                <a:lnTo>
                  <a:pt x="14623" y="3508"/>
                </a:lnTo>
                <a:lnTo>
                  <a:pt x="16585" y="4622"/>
                </a:lnTo>
                <a:lnTo>
                  <a:pt x="18576" y="5754"/>
                </a:lnTo>
                <a:lnTo>
                  <a:pt x="20077" y="7184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9224" y="17755"/>
                </a:lnTo>
                <a:lnTo>
                  <a:pt x="16844" y="18230"/>
                </a:lnTo>
                <a:lnTo>
                  <a:pt x="14465" y="18706"/>
                </a:lnTo>
                <a:lnTo>
                  <a:pt x="12078" y="19185"/>
                </a:lnTo>
                <a:lnTo>
                  <a:pt x="9684" y="19665"/>
                </a:lnTo>
                <a:lnTo>
                  <a:pt x="7279" y="20144"/>
                </a:lnTo>
                <a:lnTo>
                  <a:pt x="4867" y="20628"/>
                </a:lnTo>
                <a:lnTo>
                  <a:pt x="2441" y="21112"/>
                </a:lnTo>
                <a:lnTo>
                  <a:pt x="0" y="21600"/>
                </a:lnTo>
                <a:lnTo>
                  <a:pt x="1048" y="16066"/>
                </a:lnTo>
                <a:lnTo>
                  <a:pt x="1883" y="11845"/>
                </a:lnTo>
                <a:lnTo>
                  <a:pt x="2596" y="8692"/>
                </a:lnTo>
                <a:lnTo>
                  <a:pt x="3262" y="6346"/>
                </a:lnTo>
                <a:lnTo>
                  <a:pt x="3974" y="4558"/>
                </a:lnTo>
                <a:lnTo>
                  <a:pt x="4810" y="3072"/>
                </a:lnTo>
                <a:lnTo>
                  <a:pt x="5857" y="1637"/>
                </a:lnTo>
                <a:lnTo>
                  <a:pt x="7200" y="0"/>
                </a:lnTo>
                <a:close/>
              </a:path>
            </a:pathLst>
          </a:custGeom>
          <a:solidFill>
            <a:srgbClr val="878A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0" name="contour_11598"/>
          <p:cNvSpPr/>
          <p:nvPr/>
        </p:nvSpPr>
        <p:spPr>
          <a:xfrm>
            <a:off x="7254638" y="4715330"/>
            <a:ext cx="58384" cy="38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81" y="0"/>
                </a:moveTo>
                <a:lnTo>
                  <a:pt x="15083" y="818"/>
                </a:lnTo>
                <a:lnTo>
                  <a:pt x="16690" y="1639"/>
                </a:lnTo>
                <a:lnTo>
                  <a:pt x="18302" y="2461"/>
                </a:lnTo>
                <a:lnTo>
                  <a:pt x="19928" y="3291"/>
                </a:lnTo>
                <a:lnTo>
                  <a:pt x="21570" y="4129"/>
                </a:lnTo>
                <a:lnTo>
                  <a:pt x="21600" y="7243"/>
                </a:lnTo>
                <a:lnTo>
                  <a:pt x="21516" y="10133"/>
                </a:lnTo>
                <a:lnTo>
                  <a:pt x="21260" y="12858"/>
                </a:lnTo>
                <a:lnTo>
                  <a:pt x="20772" y="15480"/>
                </a:lnTo>
                <a:lnTo>
                  <a:pt x="19998" y="18057"/>
                </a:lnTo>
                <a:lnTo>
                  <a:pt x="18874" y="20646"/>
                </a:lnTo>
                <a:lnTo>
                  <a:pt x="16973" y="21059"/>
                </a:lnTo>
                <a:lnTo>
                  <a:pt x="15083" y="21344"/>
                </a:lnTo>
                <a:lnTo>
                  <a:pt x="13201" y="21522"/>
                </a:lnTo>
                <a:lnTo>
                  <a:pt x="11324" y="21600"/>
                </a:lnTo>
                <a:lnTo>
                  <a:pt x="9451" y="21588"/>
                </a:lnTo>
                <a:lnTo>
                  <a:pt x="7574" y="21501"/>
                </a:lnTo>
                <a:lnTo>
                  <a:pt x="5695" y="21352"/>
                </a:lnTo>
                <a:lnTo>
                  <a:pt x="3807" y="21154"/>
                </a:lnTo>
                <a:lnTo>
                  <a:pt x="1909" y="20915"/>
                </a:lnTo>
                <a:lnTo>
                  <a:pt x="0" y="20646"/>
                </a:lnTo>
                <a:lnTo>
                  <a:pt x="0" y="17917"/>
                </a:lnTo>
                <a:lnTo>
                  <a:pt x="0" y="15171"/>
                </a:lnTo>
                <a:lnTo>
                  <a:pt x="0" y="12388"/>
                </a:lnTo>
                <a:lnTo>
                  <a:pt x="1906" y="12388"/>
                </a:lnTo>
                <a:lnTo>
                  <a:pt x="3815" y="12388"/>
                </a:lnTo>
                <a:lnTo>
                  <a:pt x="5730" y="12388"/>
                </a:lnTo>
                <a:lnTo>
                  <a:pt x="7652" y="12388"/>
                </a:lnTo>
                <a:lnTo>
                  <a:pt x="9583" y="12388"/>
                </a:lnTo>
                <a:lnTo>
                  <a:pt x="11524" y="12388"/>
                </a:lnTo>
                <a:lnTo>
                  <a:pt x="13481" y="12388"/>
                </a:lnTo>
                <a:lnTo>
                  <a:pt x="13481" y="9935"/>
                </a:lnTo>
                <a:lnTo>
                  <a:pt x="13481" y="7474"/>
                </a:lnTo>
                <a:lnTo>
                  <a:pt x="13481" y="5005"/>
                </a:lnTo>
                <a:lnTo>
                  <a:pt x="13481" y="2515"/>
                </a:lnTo>
                <a:lnTo>
                  <a:pt x="13481" y="0"/>
                </a:lnTo>
                <a:close/>
              </a:path>
            </a:pathLst>
          </a:custGeom>
          <a:solidFill>
            <a:srgbClr val="B4B7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1" name="contour_11599"/>
          <p:cNvSpPr/>
          <p:nvPr/>
        </p:nvSpPr>
        <p:spPr>
          <a:xfrm>
            <a:off x="10607114" y="4708043"/>
            <a:ext cx="4447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59" y="0"/>
                </a:moveTo>
                <a:lnTo>
                  <a:pt x="16262" y="1631"/>
                </a:lnTo>
                <a:lnTo>
                  <a:pt x="17699" y="2923"/>
                </a:lnTo>
                <a:lnTo>
                  <a:pt x="19136" y="4558"/>
                </a:lnTo>
                <a:lnTo>
                  <a:pt x="21239" y="7200"/>
                </a:lnTo>
                <a:lnTo>
                  <a:pt x="21483" y="9641"/>
                </a:lnTo>
                <a:lnTo>
                  <a:pt x="21593" y="12020"/>
                </a:lnTo>
                <a:lnTo>
                  <a:pt x="21600" y="14371"/>
                </a:lnTo>
                <a:lnTo>
                  <a:pt x="21526" y="16729"/>
                </a:lnTo>
                <a:lnTo>
                  <a:pt x="21398" y="19127"/>
                </a:lnTo>
                <a:lnTo>
                  <a:pt x="21239" y="21600"/>
                </a:lnTo>
                <a:lnTo>
                  <a:pt x="18903" y="21600"/>
                </a:lnTo>
                <a:lnTo>
                  <a:pt x="16563" y="21600"/>
                </a:lnTo>
                <a:lnTo>
                  <a:pt x="14223" y="21600"/>
                </a:lnTo>
                <a:lnTo>
                  <a:pt x="11876" y="21600"/>
                </a:lnTo>
                <a:lnTo>
                  <a:pt x="9522" y="21600"/>
                </a:lnTo>
                <a:lnTo>
                  <a:pt x="7158" y="21600"/>
                </a:lnTo>
                <a:lnTo>
                  <a:pt x="4786" y="21600"/>
                </a:lnTo>
                <a:lnTo>
                  <a:pt x="2400" y="21600"/>
                </a:lnTo>
                <a:lnTo>
                  <a:pt x="0" y="21600"/>
                </a:lnTo>
                <a:lnTo>
                  <a:pt x="1752" y="20707"/>
                </a:lnTo>
                <a:lnTo>
                  <a:pt x="3515" y="19814"/>
                </a:lnTo>
                <a:lnTo>
                  <a:pt x="5285" y="18911"/>
                </a:lnTo>
                <a:lnTo>
                  <a:pt x="7080" y="18000"/>
                </a:lnTo>
                <a:lnTo>
                  <a:pt x="8046" y="15484"/>
                </a:lnTo>
                <a:lnTo>
                  <a:pt x="8563" y="13615"/>
                </a:lnTo>
                <a:lnTo>
                  <a:pt x="9069" y="10800"/>
                </a:lnTo>
                <a:lnTo>
                  <a:pt x="9696" y="7420"/>
                </a:lnTo>
                <a:lnTo>
                  <a:pt x="10273" y="5170"/>
                </a:lnTo>
                <a:lnTo>
                  <a:pt x="11044" y="3528"/>
                </a:lnTo>
                <a:lnTo>
                  <a:pt x="12258" y="1976"/>
                </a:lnTo>
                <a:lnTo>
                  <a:pt x="14159" y="0"/>
                </a:lnTo>
                <a:close/>
              </a:path>
            </a:pathLst>
          </a:custGeom>
          <a:solidFill>
            <a:srgbClr val="FD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2" name="contour_11600"/>
          <p:cNvSpPr/>
          <p:nvPr/>
        </p:nvSpPr>
        <p:spPr>
          <a:xfrm>
            <a:off x="2182196" y="4700784"/>
            <a:ext cx="51016" cy="39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4006"/>
                </a:moveTo>
                <a:lnTo>
                  <a:pt x="19866" y="6535"/>
                </a:lnTo>
                <a:lnTo>
                  <a:pt x="20637" y="8216"/>
                </a:lnTo>
                <a:lnTo>
                  <a:pt x="21119" y="9801"/>
                </a:lnTo>
                <a:lnTo>
                  <a:pt x="21600" y="12049"/>
                </a:lnTo>
                <a:lnTo>
                  <a:pt x="19866" y="13738"/>
                </a:lnTo>
                <a:lnTo>
                  <a:pt x="18190" y="15282"/>
                </a:lnTo>
                <a:lnTo>
                  <a:pt x="16539" y="16678"/>
                </a:lnTo>
                <a:lnTo>
                  <a:pt x="14876" y="17932"/>
                </a:lnTo>
                <a:lnTo>
                  <a:pt x="13161" y="19046"/>
                </a:lnTo>
                <a:lnTo>
                  <a:pt x="11355" y="20028"/>
                </a:lnTo>
                <a:lnTo>
                  <a:pt x="9424" y="20880"/>
                </a:lnTo>
                <a:lnTo>
                  <a:pt x="7329" y="21600"/>
                </a:lnTo>
                <a:lnTo>
                  <a:pt x="6273" y="21226"/>
                </a:lnTo>
                <a:lnTo>
                  <a:pt x="3086" y="20092"/>
                </a:lnTo>
                <a:lnTo>
                  <a:pt x="2080" y="17498"/>
                </a:lnTo>
                <a:lnTo>
                  <a:pt x="1293" y="14924"/>
                </a:lnTo>
                <a:lnTo>
                  <a:pt x="704" y="12326"/>
                </a:lnTo>
                <a:lnTo>
                  <a:pt x="302" y="9672"/>
                </a:lnTo>
                <a:lnTo>
                  <a:pt x="74" y="6909"/>
                </a:lnTo>
                <a:lnTo>
                  <a:pt x="0" y="4006"/>
                </a:lnTo>
                <a:lnTo>
                  <a:pt x="1657" y="2031"/>
                </a:lnTo>
                <a:lnTo>
                  <a:pt x="3527" y="768"/>
                </a:lnTo>
                <a:lnTo>
                  <a:pt x="5564" y="121"/>
                </a:lnTo>
                <a:lnTo>
                  <a:pt x="7717" y="0"/>
                </a:lnTo>
                <a:lnTo>
                  <a:pt x="9936" y="314"/>
                </a:lnTo>
                <a:lnTo>
                  <a:pt x="12176" y="961"/>
                </a:lnTo>
                <a:lnTo>
                  <a:pt x="14386" y="1854"/>
                </a:lnTo>
                <a:lnTo>
                  <a:pt x="16515" y="2900"/>
                </a:lnTo>
                <a:lnTo>
                  <a:pt x="18514" y="4006"/>
                </a:lnTo>
                <a:close/>
              </a:path>
            </a:pathLst>
          </a:custGeom>
          <a:solidFill>
            <a:srgbClr val="7575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3" name="contour_11601"/>
          <p:cNvSpPr/>
          <p:nvPr/>
        </p:nvSpPr>
        <p:spPr>
          <a:xfrm>
            <a:off x="10811178" y="4694552"/>
            <a:ext cx="51016" cy="426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49" y="1251"/>
                </a:moveTo>
                <a:lnTo>
                  <a:pt x="10754" y="1698"/>
                </a:lnTo>
                <a:lnTo>
                  <a:pt x="11824" y="2488"/>
                </a:lnTo>
                <a:lnTo>
                  <a:pt x="14271" y="4293"/>
                </a:lnTo>
                <a:lnTo>
                  <a:pt x="15651" y="5272"/>
                </a:lnTo>
                <a:lnTo>
                  <a:pt x="17036" y="6254"/>
                </a:lnTo>
                <a:lnTo>
                  <a:pt x="18443" y="7250"/>
                </a:lnTo>
                <a:lnTo>
                  <a:pt x="20008" y="8875"/>
                </a:lnTo>
                <a:lnTo>
                  <a:pt x="21600" y="10525"/>
                </a:lnTo>
                <a:lnTo>
                  <a:pt x="21600" y="12965"/>
                </a:lnTo>
                <a:lnTo>
                  <a:pt x="21600" y="15420"/>
                </a:lnTo>
                <a:lnTo>
                  <a:pt x="21600" y="17908"/>
                </a:lnTo>
                <a:lnTo>
                  <a:pt x="19582" y="18805"/>
                </a:lnTo>
                <a:lnTo>
                  <a:pt x="18104" y="19344"/>
                </a:lnTo>
                <a:lnTo>
                  <a:pt x="16447" y="19743"/>
                </a:lnTo>
                <a:lnTo>
                  <a:pt x="13886" y="20216"/>
                </a:lnTo>
                <a:lnTo>
                  <a:pt x="11732" y="20629"/>
                </a:lnTo>
                <a:lnTo>
                  <a:pt x="9547" y="21050"/>
                </a:lnTo>
                <a:lnTo>
                  <a:pt x="7872" y="21323"/>
                </a:lnTo>
                <a:lnTo>
                  <a:pt x="6171" y="21600"/>
                </a:lnTo>
                <a:lnTo>
                  <a:pt x="6298" y="19237"/>
                </a:lnTo>
                <a:lnTo>
                  <a:pt x="6428" y="16856"/>
                </a:lnTo>
                <a:lnTo>
                  <a:pt x="6557" y="14446"/>
                </a:lnTo>
                <a:lnTo>
                  <a:pt x="6560" y="11444"/>
                </a:lnTo>
                <a:lnTo>
                  <a:pt x="6458" y="9473"/>
                </a:lnTo>
                <a:lnTo>
                  <a:pt x="6171" y="6833"/>
                </a:lnTo>
                <a:lnTo>
                  <a:pt x="4339" y="5220"/>
                </a:lnTo>
                <a:lnTo>
                  <a:pt x="3086" y="4297"/>
                </a:lnTo>
                <a:lnTo>
                  <a:pt x="1833" y="3721"/>
                </a:lnTo>
                <a:lnTo>
                  <a:pt x="0" y="3142"/>
                </a:lnTo>
                <a:lnTo>
                  <a:pt x="2169" y="1425"/>
                </a:lnTo>
                <a:lnTo>
                  <a:pt x="3965" y="377"/>
                </a:lnTo>
                <a:lnTo>
                  <a:pt x="5690" y="0"/>
                </a:lnTo>
                <a:lnTo>
                  <a:pt x="7649" y="288"/>
                </a:lnTo>
                <a:lnTo>
                  <a:pt x="10149" y="1251"/>
                </a:lnTo>
                <a:close/>
              </a:path>
            </a:pathLst>
          </a:custGeom>
          <a:solidFill>
            <a:srgbClr val="7275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4" name="contour_11602"/>
          <p:cNvSpPr/>
          <p:nvPr/>
        </p:nvSpPr>
        <p:spPr>
          <a:xfrm>
            <a:off x="10490506" y="4684582"/>
            <a:ext cx="45375" cy="453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88" y="0"/>
                </a:moveTo>
                <a:lnTo>
                  <a:pt x="12944" y="403"/>
                </a:lnTo>
                <a:lnTo>
                  <a:pt x="15057" y="920"/>
                </a:lnTo>
                <a:lnTo>
                  <a:pt x="16975" y="1660"/>
                </a:lnTo>
                <a:lnTo>
                  <a:pt x="18845" y="2730"/>
                </a:lnTo>
                <a:lnTo>
                  <a:pt x="20816" y="4234"/>
                </a:lnTo>
                <a:lnTo>
                  <a:pt x="21260" y="6748"/>
                </a:lnTo>
                <a:lnTo>
                  <a:pt x="21513" y="9221"/>
                </a:lnTo>
                <a:lnTo>
                  <a:pt x="21600" y="11674"/>
                </a:lnTo>
                <a:lnTo>
                  <a:pt x="21551" y="14122"/>
                </a:lnTo>
                <a:lnTo>
                  <a:pt x="21385" y="16581"/>
                </a:lnTo>
                <a:lnTo>
                  <a:pt x="21132" y="19068"/>
                </a:lnTo>
                <a:lnTo>
                  <a:pt x="20816" y="21600"/>
                </a:lnTo>
                <a:lnTo>
                  <a:pt x="16667" y="20499"/>
                </a:lnTo>
                <a:lnTo>
                  <a:pt x="13797" y="19624"/>
                </a:lnTo>
                <a:lnTo>
                  <a:pt x="11851" y="18780"/>
                </a:lnTo>
                <a:lnTo>
                  <a:pt x="10477" y="17766"/>
                </a:lnTo>
                <a:lnTo>
                  <a:pt x="9322" y="16383"/>
                </a:lnTo>
                <a:lnTo>
                  <a:pt x="8021" y="14435"/>
                </a:lnTo>
                <a:lnTo>
                  <a:pt x="7487" y="12820"/>
                </a:lnTo>
                <a:lnTo>
                  <a:pt x="6939" y="11180"/>
                </a:lnTo>
                <a:lnTo>
                  <a:pt x="6189" y="11559"/>
                </a:lnTo>
                <a:lnTo>
                  <a:pt x="5214" y="12045"/>
                </a:lnTo>
                <a:lnTo>
                  <a:pt x="3369" y="12969"/>
                </a:lnTo>
                <a:lnTo>
                  <a:pt x="0" y="14654"/>
                </a:lnTo>
                <a:lnTo>
                  <a:pt x="1447" y="10249"/>
                </a:lnTo>
                <a:lnTo>
                  <a:pt x="2609" y="6922"/>
                </a:lnTo>
                <a:lnTo>
                  <a:pt x="3608" y="4501"/>
                </a:lnTo>
                <a:lnTo>
                  <a:pt x="4569" y="2817"/>
                </a:lnTo>
                <a:lnTo>
                  <a:pt x="5617" y="1698"/>
                </a:lnTo>
                <a:lnTo>
                  <a:pt x="6869" y="969"/>
                </a:lnTo>
                <a:lnTo>
                  <a:pt x="8451" y="462"/>
                </a:lnTo>
                <a:lnTo>
                  <a:pt x="10488" y="0"/>
                </a:lnTo>
                <a:close/>
              </a:path>
            </a:pathLst>
          </a:custGeom>
          <a:solidFill>
            <a:srgbClr val="B5B8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5" name="contour_11603"/>
          <p:cNvSpPr/>
          <p:nvPr/>
        </p:nvSpPr>
        <p:spPr>
          <a:xfrm>
            <a:off x="768326" y="4664315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6" y="0"/>
                </a:lnTo>
                <a:lnTo>
                  <a:pt x="14400" y="0"/>
                </a:lnTo>
                <a:lnTo>
                  <a:pt x="15116" y="1439"/>
                </a:lnTo>
                <a:lnTo>
                  <a:pt x="15797" y="2871"/>
                </a:lnTo>
                <a:lnTo>
                  <a:pt x="16445" y="4301"/>
                </a:lnTo>
                <a:lnTo>
                  <a:pt x="17064" y="5737"/>
                </a:lnTo>
                <a:lnTo>
                  <a:pt x="17654" y="7182"/>
                </a:lnTo>
                <a:lnTo>
                  <a:pt x="18223" y="8640"/>
                </a:lnTo>
                <a:lnTo>
                  <a:pt x="18716" y="9880"/>
                </a:lnTo>
                <a:lnTo>
                  <a:pt x="19217" y="11137"/>
                </a:lnTo>
                <a:lnTo>
                  <a:pt x="19699" y="12364"/>
                </a:lnTo>
                <a:lnTo>
                  <a:pt x="20178" y="13593"/>
                </a:lnTo>
                <a:lnTo>
                  <a:pt x="20657" y="14822"/>
                </a:lnTo>
                <a:lnTo>
                  <a:pt x="21128" y="16051"/>
                </a:lnTo>
                <a:lnTo>
                  <a:pt x="21600" y="17280"/>
                </a:lnTo>
                <a:lnTo>
                  <a:pt x="19372" y="17816"/>
                </a:lnTo>
                <a:lnTo>
                  <a:pt x="17143" y="18349"/>
                </a:lnTo>
                <a:lnTo>
                  <a:pt x="14908" y="18887"/>
                </a:lnTo>
                <a:lnTo>
                  <a:pt x="12668" y="19423"/>
                </a:lnTo>
                <a:lnTo>
                  <a:pt x="10418" y="19963"/>
                </a:lnTo>
                <a:lnTo>
                  <a:pt x="8158" y="20505"/>
                </a:lnTo>
                <a:lnTo>
                  <a:pt x="5886" y="21051"/>
                </a:lnTo>
                <a:lnTo>
                  <a:pt x="3600" y="21600"/>
                </a:lnTo>
                <a:lnTo>
                  <a:pt x="3006" y="20174"/>
                </a:lnTo>
                <a:lnTo>
                  <a:pt x="2412" y="18747"/>
                </a:lnTo>
                <a:lnTo>
                  <a:pt x="1814" y="17312"/>
                </a:lnTo>
                <a:lnTo>
                  <a:pt x="1213" y="15872"/>
                </a:lnTo>
                <a:lnTo>
                  <a:pt x="608" y="14422"/>
                </a:lnTo>
                <a:lnTo>
                  <a:pt x="0" y="12960"/>
                </a:lnTo>
                <a:lnTo>
                  <a:pt x="2138" y="12960"/>
                </a:lnTo>
                <a:lnTo>
                  <a:pt x="4284" y="12960"/>
                </a:lnTo>
                <a:lnTo>
                  <a:pt x="6437" y="12960"/>
                </a:lnTo>
                <a:lnTo>
                  <a:pt x="8608" y="12960"/>
                </a:lnTo>
                <a:lnTo>
                  <a:pt x="10800" y="12960"/>
                </a:lnTo>
                <a:lnTo>
                  <a:pt x="10800" y="11534"/>
                </a:lnTo>
                <a:lnTo>
                  <a:pt x="10800" y="10107"/>
                </a:lnTo>
                <a:lnTo>
                  <a:pt x="10800" y="8679"/>
                </a:lnTo>
                <a:lnTo>
                  <a:pt x="10800" y="7247"/>
                </a:lnTo>
                <a:lnTo>
                  <a:pt x="10800" y="5810"/>
                </a:lnTo>
                <a:lnTo>
                  <a:pt x="10800" y="4368"/>
                </a:lnTo>
                <a:lnTo>
                  <a:pt x="10800" y="2920"/>
                </a:lnTo>
                <a:lnTo>
                  <a:pt x="10800" y="1464"/>
                </a:lnTo>
                <a:lnTo>
                  <a:pt x="10800" y="0"/>
                </a:lnTo>
                <a:close/>
              </a:path>
            </a:pathLst>
          </a:custGeom>
          <a:solidFill>
            <a:srgbClr val="4E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6" name="contour_11604"/>
          <p:cNvSpPr/>
          <p:nvPr/>
        </p:nvSpPr>
        <p:spPr>
          <a:xfrm>
            <a:off x="7640902" y="4700755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305"/>
                </a:lnTo>
                <a:lnTo>
                  <a:pt x="6445" y="611"/>
                </a:lnTo>
                <a:lnTo>
                  <a:pt x="8319" y="916"/>
                </a:lnTo>
                <a:lnTo>
                  <a:pt x="10195" y="1225"/>
                </a:lnTo>
                <a:lnTo>
                  <a:pt x="12080" y="1531"/>
                </a:lnTo>
                <a:lnTo>
                  <a:pt x="13967" y="1839"/>
                </a:lnTo>
                <a:lnTo>
                  <a:pt x="15862" y="2148"/>
                </a:lnTo>
                <a:lnTo>
                  <a:pt x="17766" y="2459"/>
                </a:lnTo>
                <a:lnTo>
                  <a:pt x="19678" y="2771"/>
                </a:lnTo>
                <a:lnTo>
                  <a:pt x="21600" y="3086"/>
                </a:lnTo>
                <a:lnTo>
                  <a:pt x="20671" y="6242"/>
                </a:lnTo>
                <a:lnTo>
                  <a:pt x="19896" y="8739"/>
                </a:lnTo>
                <a:lnTo>
                  <a:pt x="19197" y="10695"/>
                </a:lnTo>
                <a:lnTo>
                  <a:pt x="18498" y="12232"/>
                </a:lnTo>
                <a:lnTo>
                  <a:pt x="17720" y="13475"/>
                </a:lnTo>
                <a:lnTo>
                  <a:pt x="16791" y="14543"/>
                </a:lnTo>
                <a:lnTo>
                  <a:pt x="15630" y="15561"/>
                </a:lnTo>
                <a:lnTo>
                  <a:pt x="14164" y="16651"/>
                </a:lnTo>
                <a:lnTo>
                  <a:pt x="12317" y="17934"/>
                </a:lnTo>
                <a:lnTo>
                  <a:pt x="11151" y="18783"/>
                </a:lnTo>
                <a:lnTo>
                  <a:pt x="9976" y="19637"/>
                </a:lnTo>
                <a:lnTo>
                  <a:pt x="8786" y="20505"/>
                </a:lnTo>
                <a:lnTo>
                  <a:pt x="7943" y="20776"/>
                </a:lnTo>
                <a:lnTo>
                  <a:pt x="5400" y="21600"/>
                </a:lnTo>
                <a:lnTo>
                  <a:pt x="3553" y="19897"/>
                </a:lnTo>
                <a:lnTo>
                  <a:pt x="2376" y="18687"/>
                </a:lnTo>
                <a:lnTo>
                  <a:pt x="1361" y="17388"/>
                </a:lnTo>
                <a:lnTo>
                  <a:pt x="0" y="15429"/>
                </a:lnTo>
                <a:lnTo>
                  <a:pt x="1528" y="14555"/>
                </a:lnTo>
                <a:lnTo>
                  <a:pt x="3056" y="13682"/>
                </a:lnTo>
                <a:lnTo>
                  <a:pt x="4590" y="12806"/>
                </a:lnTo>
                <a:lnTo>
                  <a:pt x="6129" y="11926"/>
                </a:lnTo>
                <a:lnTo>
                  <a:pt x="7676" y="11041"/>
                </a:lnTo>
                <a:lnTo>
                  <a:pt x="9231" y="10152"/>
                </a:lnTo>
                <a:lnTo>
                  <a:pt x="10800" y="9257"/>
                </a:lnTo>
                <a:lnTo>
                  <a:pt x="9464" y="7730"/>
                </a:lnTo>
                <a:lnTo>
                  <a:pt x="8124" y="6199"/>
                </a:lnTo>
                <a:lnTo>
                  <a:pt x="6780" y="4663"/>
                </a:lnTo>
                <a:lnTo>
                  <a:pt x="5430" y="3120"/>
                </a:lnTo>
                <a:lnTo>
                  <a:pt x="4072" y="1568"/>
                </a:lnTo>
                <a:lnTo>
                  <a:pt x="2700" y="0"/>
                </a:lnTo>
                <a:close/>
              </a:path>
            </a:pathLst>
          </a:custGeom>
          <a:solidFill>
            <a:srgbClr val="E3E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7" name="contour_11605"/>
          <p:cNvSpPr/>
          <p:nvPr/>
        </p:nvSpPr>
        <p:spPr>
          <a:xfrm>
            <a:off x="10417627" y="4693467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852" y="1136"/>
                </a:lnTo>
                <a:lnTo>
                  <a:pt x="11597" y="2307"/>
                </a:lnTo>
                <a:lnTo>
                  <a:pt x="13333" y="3508"/>
                </a:lnTo>
                <a:lnTo>
                  <a:pt x="14791" y="4488"/>
                </a:lnTo>
                <a:lnTo>
                  <a:pt x="16273" y="5486"/>
                </a:lnTo>
                <a:lnTo>
                  <a:pt x="17393" y="6873"/>
                </a:lnTo>
                <a:lnTo>
                  <a:pt x="18222" y="8186"/>
                </a:lnTo>
                <a:lnTo>
                  <a:pt x="18908" y="9867"/>
                </a:lnTo>
                <a:lnTo>
                  <a:pt x="19602" y="12364"/>
                </a:lnTo>
                <a:lnTo>
                  <a:pt x="20450" y="16127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620" y="12096"/>
                </a:lnTo>
                <a:lnTo>
                  <a:pt x="3240" y="11232"/>
                </a:lnTo>
                <a:lnTo>
                  <a:pt x="4860" y="10368"/>
                </a:lnTo>
                <a:lnTo>
                  <a:pt x="6480" y="9504"/>
                </a:lnTo>
                <a:lnTo>
                  <a:pt x="8100" y="8640"/>
                </a:lnTo>
                <a:lnTo>
                  <a:pt x="8100" y="5784"/>
                </a:lnTo>
                <a:lnTo>
                  <a:pt x="8100" y="2912"/>
                </a:lnTo>
                <a:lnTo>
                  <a:pt x="8100" y="0"/>
                </a:lnTo>
                <a:close/>
              </a:path>
            </a:pathLst>
          </a:custGeom>
          <a:solidFill>
            <a:srgbClr val="B6C1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8" name="contour_11606"/>
          <p:cNvSpPr/>
          <p:nvPr/>
        </p:nvSpPr>
        <p:spPr>
          <a:xfrm>
            <a:off x="4157242" y="4678891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873" y="49"/>
                </a:lnTo>
                <a:lnTo>
                  <a:pt x="7359" y="151"/>
                </a:lnTo>
                <a:lnTo>
                  <a:pt x="8811" y="305"/>
                </a:lnTo>
                <a:lnTo>
                  <a:pt x="10254" y="521"/>
                </a:lnTo>
                <a:lnTo>
                  <a:pt x="11716" y="805"/>
                </a:lnTo>
                <a:lnTo>
                  <a:pt x="13230" y="1157"/>
                </a:lnTo>
                <a:lnTo>
                  <a:pt x="14440" y="1419"/>
                </a:lnTo>
                <a:lnTo>
                  <a:pt x="15669" y="1688"/>
                </a:lnTo>
                <a:lnTo>
                  <a:pt x="17153" y="2021"/>
                </a:lnTo>
                <a:lnTo>
                  <a:pt x="18636" y="2370"/>
                </a:lnTo>
                <a:lnTo>
                  <a:pt x="20118" y="2725"/>
                </a:lnTo>
                <a:lnTo>
                  <a:pt x="21600" y="3086"/>
                </a:lnTo>
                <a:lnTo>
                  <a:pt x="21600" y="4616"/>
                </a:lnTo>
                <a:lnTo>
                  <a:pt x="21600" y="6171"/>
                </a:lnTo>
                <a:lnTo>
                  <a:pt x="20174" y="6171"/>
                </a:lnTo>
                <a:lnTo>
                  <a:pt x="18747" y="6171"/>
                </a:lnTo>
                <a:lnTo>
                  <a:pt x="17319" y="6171"/>
                </a:lnTo>
                <a:lnTo>
                  <a:pt x="15887" y="6171"/>
                </a:lnTo>
                <a:lnTo>
                  <a:pt x="14450" y="6171"/>
                </a:lnTo>
                <a:lnTo>
                  <a:pt x="13008" y="6171"/>
                </a:lnTo>
                <a:lnTo>
                  <a:pt x="11560" y="6171"/>
                </a:lnTo>
                <a:lnTo>
                  <a:pt x="10104" y="6171"/>
                </a:lnTo>
                <a:lnTo>
                  <a:pt x="8640" y="6171"/>
                </a:lnTo>
                <a:lnTo>
                  <a:pt x="8640" y="8353"/>
                </a:lnTo>
                <a:lnTo>
                  <a:pt x="8640" y="10538"/>
                </a:lnTo>
                <a:lnTo>
                  <a:pt x="8640" y="12729"/>
                </a:lnTo>
                <a:lnTo>
                  <a:pt x="8640" y="14929"/>
                </a:lnTo>
                <a:lnTo>
                  <a:pt x="8640" y="17138"/>
                </a:lnTo>
                <a:lnTo>
                  <a:pt x="8640" y="19360"/>
                </a:lnTo>
                <a:lnTo>
                  <a:pt x="8640" y="21600"/>
                </a:lnTo>
                <a:lnTo>
                  <a:pt x="7690" y="19903"/>
                </a:lnTo>
                <a:lnTo>
                  <a:pt x="6739" y="18203"/>
                </a:lnTo>
                <a:lnTo>
                  <a:pt x="5787" y="16502"/>
                </a:lnTo>
                <a:lnTo>
                  <a:pt x="4830" y="14799"/>
                </a:lnTo>
                <a:lnTo>
                  <a:pt x="3873" y="13087"/>
                </a:lnTo>
                <a:lnTo>
                  <a:pt x="2912" y="11371"/>
                </a:lnTo>
                <a:lnTo>
                  <a:pt x="1946" y="9646"/>
                </a:lnTo>
                <a:lnTo>
                  <a:pt x="976" y="7915"/>
                </a:lnTo>
                <a:lnTo>
                  <a:pt x="0" y="6171"/>
                </a:lnTo>
                <a:lnTo>
                  <a:pt x="1069" y="4644"/>
                </a:lnTo>
                <a:lnTo>
                  <a:pt x="2143" y="3110"/>
                </a:lnTo>
                <a:lnTo>
                  <a:pt x="3225" y="1564"/>
                </a:lnTo>
                <a:lnTo>
                  <a:pt x="4320" y="0"/>
                </a:lnTo>
                <a:close/>
              </a:path>
            </a:pathLst>
          </a:custGeom>
          <a:solidFill>
            <a:srgbClr val="E1DB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09" name="contour_11607"/>
          <p:cNvSpPr/>
          <p:nvPr/>
        </p:nvSpPr>
        <p:spPr>
          <a:xfrm>
            <a:off x="1628309" y="468617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5" y="2138"/>
                </a:lnTo>
                <a:lnTo>
                  <a:pt x="12315" y="4281"/>
                </a:lnTo>
                <a:lnTo>
                  <a:pt x="13846" y="6424"/>
                </a:lnTo>
                <a:lnTo>
                  <a:pt x="15382" y="8575"/>
                </a:lnTo>
                <a:lnTo>
                  <a:pt x="16925" y="10735"/>
                </a:lnTo>
                <a:lnTo>
                  <a:pt x="18474" y="12904"/>
                </a:lnTo>
                <a:lnTo>
                  <a:pt x="20032" y="15085"/>
                </a:lnTo>
                <a:lnTo>
                  <a:pt x="21600" y="17280"/>
                </a:lnTo>
                <a:lnTo>
                  <a:pt x="19462" y="17708"/>
                </a:lnTo>
                <a:lnTo>
                  <a:pt x="17320" y="18135"/>
                </a:lnTo>
                <a:lnTo>
                  <a:pt x="15179" y="18563"/>
                </a:lnTo>
                <a:lnTo>
                  <a:pt x="13034" y="18995"/>
                </a:lnTo>
                <a:lnTo>
                  <a:pt x="10880" y="19423"/>
                </a:lnTo>
                <a:lnTo>
                  <a:pt x="8723" y="19855"/>
                </a:lnTo>
                <a:lnTo>
                  <a:pt x="6557" y="20287"/>
                </a:lnTo>
                <a:lnTo>
                  <a:pt x="4382" y="20723"/>
                </a:lnTo>
                <a:lnTo>
                  <a:pt x="2197" y="21159"/>
                </a:lnTo>
                <a:lnTo>
                  <a:pt x="0" y="21600"/>
                </a:lnTo>
                <a:lnTo>
                  <a:pt x="1728" y="16610"/>
                </a:lnTo>
                <a:lnTo>
                  <a:pt x="3101" y="12684"/>
                </a:lnTo>
                <a:lnTo>
                  <a:pt x="4200" y="9638"/>
                </a:lnTo>
                <a:lnTo>
                  <a:pt x="5098" y="7305"/>
                </a:lnTo>
                <a:lnTo>
                  <a:pt x="5872" y="5495"/>
                </a:lnTo>
                <a:lnTo>
                  <a:pt x="6600" y="4039"/>
                </a:lnTo>
                <a:lnTo>
                  <a:pt x="7356" y="2756"/>
                </a:lnTo>
                <a:lnTo>
                  <a:pt x="8217" y="1469"/>
                </a:lnTo>
                <a:lnTo>
                  <a:pt x="9257" y="0"/>
                </a:lnTo>
                <a:close/>
              </a:path>
            </a:pathLst>
          </a:custGeom>
          <a:solidFill>
            <a:srgbClr val="6A6A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0" name="contour_11608"/>
          <p:cNvSpPr/>
          <p:nvPr/>
        </p:nvSpPr>
        <p:spPr>
          <a:xfrm>
            <a:off x="2400836" y="4677980"/>
            <a:ext cx="51016" cy="314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51" y="0"/>
                </a:moveTo>
                <a:lnTo>
                  <a:pt x="7927" y="35"/>
                </a:lnTo>
                <a:lnTo>
                  <a:pt x="9803" y="125"/>
                </a:lnTo>
                <a:lnTo>
                  <a:pt x="11679" y="265"/>
                </a:lnTo>
                <a:lnTo>
                  <a:pt x="13556" y="435"/>
                </a:lnTo>
                <a:lnTo>
                  <a:pt x="15429" y="625"/>
                </a:lnTo>
                <a:lnTo>
                  <a:pt x="15429" y="3930"/>
                </a:lnTo>
                <a:lnTo>
                  <a:pt x="15429" y="7255"/>
                </a:lnTo>
                <a:lnTo>
                  <a:pt x="15429" y="10625"/>
                </a:lnTo>
                <a:lnTo>
                  <a:pt x="17468" y="10625"/>
                </a:lnTo>
                <a:lnTo>
                  <a:pt x="19520" y="10625"/>
                </a:lnTo>
                <a:lnTo>
                  <a:pt x="21600" y="10625"/>
                </a:lnTo>
                <a:lnTo>
                  <a:pt x="21600" y="13930"/>
                </a:lnTo>
                <a:lnTo>
                  <a:pt x="21600" y="17255"/>
                </a:lnTo>
                <a:lnTo>
                  <a:pt x="21600" y="20625"/>
                </a:lnTo>
                <a:lnTo>
                  <a:pt x="19789" y="20780"/>
                </a:lnTo>
                <a:lnTo>
                  <a:pt x="17974" y="20915"/>
                </a:lnTo>
                <a:lnTo>
                  <a:pt x="16163" y="21040"/>
                </a:lnTo>
                <a:lnTo>
                  <a:pt x="14349" y="21150"/>
                </a:lnTo>
                <a:lnTo>
                  <a:pt x="12537" y="21250"/>
                </a:lnTo>
                <a:lnTo>
                  <a:pt x="10852" y="21365"/>
                </a:lnTo>
                <a:lnTo>
                  <a:pt x="9155" y="21480"/>
                </a:lnTo>
                <a:lnTo>
                  <a:pt x="7437" y="21600"/>
                </a:lnTo>
                <a:lnTo>
                  <a:pt x="5280" y="21115"/>
                </a:lnTo>
                <a:lnTo>
                  <a:pt x="3086" y="20625"/>
                </a:lnTo>
                <a:lnTo>
                  <a:pt x="1817" y="17835"/>
                </a:lnTo>
                <a:lnTo>
                  <a:pt x="1074" y="15860"/>
                </a:lnTo>
                <a:lnTo>
                  <a:pt x="565" y="13770"/>
                </a:lnTo>
                <a:lnTo>
                  <a:pt x="0" y="10625"/>
                </a:lnTo>
                <a:lnTo>
                  <a:pt x="475" y="6900"/>
                </a:lnTo>
                <a:lnTo>
                  <a:pt x="1145" y="4110"/>
                </a:lnTo>
                <a:lnTo>
                  <a:pt x="2182" y="2115"/>
                </a:lnTo>
                <a:lnTo>
                  <a:pt x="3761" y="790"/>
                </a:lnTo>
                <a:lnTo>
                  <a:pt x="6051" y="0"/>
                </a:lnTo>
                <a:close/>
              </a:path>
            </a:pathLst>
          </a:custGeom>
          <a:solidFill>
            <a:srgbClr val="E7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1" name="contour_11609"/>
          <p:cNvSpPr/>
          <p:nvPr/>
        </p:nvSpPr>
        <p:spPr>
          <a:xfrm>
            <a:off x="7881406" y="467160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20721" y="10699"/>
                </a:lnTo>
                <a:lnTo>
                  <a:pt x="19168" y="10526"/>
                </a:lnTo>
                <a:lnTo>
                  <a:pt x="15620" y="10123"/>
                </a:lnTo>
                <a:lnTo>
                  <a:pt x="13111" y="10123"/>
                </a:lnTo>
                <a:lnTo>
                  <a:pt x="11460" y="10296"/>
                </a:lnTo>
                <a:lnTo>
                  <a:pt x="9257" y="10800"/>
                </a:lnTo>
                <a:lnTo>
                  <a:pt x="8122" y="13478"/>
                </a:lnTo>
                <a:lnTo>
                  <a:pt x="7393" y="15379"/>
                </a:lnTo>
                <a:lnTo>
                  <a:pt x="6924" y="17021"/>
                </a:lnTo>
                <a:lnTo>
                  <a:pt x="6566" y="18922"/>
                </a:lnTo>
                <a:lnTo>
                  <a:pt x="6171" y="21600"/>
                </a:lnTo>
                <a:lnTo>
                  <a:pt x="4135" y="18317"/>
                </a:lnTo>
                <a:lnTo>
                  <a:pt x="2604" y="15750"/>
                </a:lnTo>
                <a:lnTo>
                  <a:pt x="1506" y="13691"/>
                </a:lnTo>
                <a:lnTo>
                  <a:pt x="771" y="11923"/>
                </a:lnTo>
                <a:lnTo>
                  <a:pt x="324" y="10246"/>
                </a:lnTo>
                <a:lnTo>
                  <a:pt x="96" y="8438"/>
                </a:lnTo>
                <a:lnTo>
                  <a:pt x="12" y="6293"/>
                </a:lnTo>
                <a:lnTo>
                  <a:pt x="0" y="3600"/>
                </a:lnTo>
                <a:lnTo>
                  <a:pt x="1892" y="2725"/>
                </a:lnTo>
                <a:lnTo>
                  <a:pt x="3283" y="2200"/>
                </a:lnTo>
                <a:lnTo>
                  <a:pt x="4866" y="1811"/>
                </a:lnTo>
                <a:lnTo>
                  <a:pt x="7329" y="1350"/>
                </a:lnTo>
                <a:lnTo>
                  <a:pt x="9374" y="943"/>
                </a:lnTo>
                <a:lnTo>
                  <a:pt x="11451" y="533"/>
                </a:lnTo>
                <a:lnTo>
                  <a:pt x="13441" y="274"/>
                </a:lnTo>
                <a:lnTo>
                  <a:pt x="14966" y="115"/>
                </a:lnTo>
                <a:lnTo>
                  <a:pt x="16509" y="32"/>
                </a:lnTo>
                <a:lnTo>
                  <a:pt x="18557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2C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2" name="contour_11610"/>
          <p:cNvSpPr/>
          <p:nvPr/>
        </p:nvSpPr>
        <p:spPr>
          <a:xfrm>
            <a:off x="9599338" y="4649739"/>
            <a:ext cx="4060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2" y="0"/>
                </a:moveTo>
                <a:lnTo>
                  <a:pt x="3691" y="31"/>
                </a:lnTo>
                <a:lnTo>
                  <a:pt x="6219" y="108"/>
                </a:lnTo>
                <a:lnTo>
                  <a:pt x="8681" y="262"/>
                </a:lnTo>
                <a:lnTo>
                  <a:pt x="11085" y="515"/>
                </a:lnTo>
                <a:lnTo>
                  <a:pt x="13450" y="898"/>
                </a:lnTo>
                <a:lnTo>
                  <a:pt x="15792" y="1435"/>
                </a:lnTo>
                <a:lnTo>
                  <a:pt x="18126" y="2157"/>
                </a:lnTo>
                <a:lnTo>
                  <a:pt x="20468" y="3086"/>
                </a:lnTo>
                <a:lnTo>
                  <a:pt x="20999" y="5169"/>
                </a:lnTo>
                <a:lnTo>
                  <a:pt x="21352" y="7227"/>
                </a:lnTo>
                <a:lnTo>
                  <a:pt x="21546" y="9269"/>
                </a:lnTo>
                <a:lnTo>
                  <a:pt x="21600" y="11300"/>
                </a:lnTo>
                <a:lnTo>
                  <a:pt x="21538" y="13330"/>
                </a:lnTo>
                <a:lnTo>
                  <a:pt x="21375" y="15370"/>
                </a:lnTo>
                <a:lnTo>
                  <a:pt x="21127" y="17422"/>
                </a:lnTo>
                <a:lnTo>
                  <a:pt x="20821" y="19496"/>
                </a:lnTo>
                <a:lnTo>
                  <a:pt x="20468" y="21600"/>
                </a:lnTo>
                <a:lnTo>
                  <a:pt x="18161" y="20724"/>
                </a:lnTo>
                <a:lnTo>
                  <a:pt x="15889" y="19832"/>
                </a:lnTo>
                <a:lnTo>
                  <a:pt x="13659" y="18915"/>
                </a:lnTo>
                <a:lnTo>
                  <a:pt x="11465" y="17965"/>
                </a:lnTo>
                <a:lnTo>
                  <a:pt x="9309" y="16971"/>
                </a:lnTo>
                <a:lnTo>
                  <a:pt x="7192" y="15919"/>
                </a:lnTo>
                <a:lnTo>
                  <a:pt x="5118" y="14805"/>
                </a:lnTo>
                <a:lnTo>
                  <a:pt x="3079" y="13617"/>
                </a:lnTo>
                <a:lnTo>
                  <a:pt x="1082" y="12343"/>
                </a:lnTo>
                <a:lnTo>
                  <a:pt x="380" y="10137"/>
                </a:lnTo>
                <a:lnTo>
                  <a:pt x="39" y="8152"/>
                </a:lnTo>
                <a:lnTo>
                  <a:pt x="0" y="6270"/>
                </a:lnTo>
                <a:lnTo>
                  <a:pt x="202" y="4363"/>
                </a:lnTo>
                <a:lnTo>
                  <a:pt x="582" y="2314"/>
                </a:lnTo>
                <a:lnTo>
                  <a:pt x="1082" y="0"/>
                </a:lnTo>
                <a:close/>
              </a:path>
            </a:pathLst>
          </a:custGeom>
          <a:solidFill>
            <a:srgbClr val="FBF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3" name="contour_11611"/>
          <p:cNvSpPr/>
          <p:nvPr/>
        </p:nvSpPr>
        <p:spPr>
          <a:xfrm>
            <a:off x="7254638" y="4657027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359"/>
                </a:lnTo>
                <a:lnTo>
                  <a:pt x="3564" y="713"/>
                </a:lnTo>
                <a:lnTo>
                  <a:pt x="5349" y="1071"/>
                </a:lnTo>
                <a:lnTo>
                  <a:pt x="7136" y="1426"/>
                </a:lnTo>
                <a:lnTo>
                  <a:pt x="8926" y="1784"/>
                </a:lnTo>
                <a:lnTo>
                  <a:pt x="10719" y="2143"/>
                </a:lnTo>
                <a:lnTo>
                  <a:pt x="12517" y="2501"/>
                </a:lnTo>
                <a:lnTo>
                  <a:pt x="14321" y="2864"/>
                </a:lnTo>
                <a:lnTo>
                  <a:pt x="16130" y="3227"/>
                </a:lnTo>
                <a:lnTo>
                  <a:pt x="17944" y="3590"/>
                </a:lnTo>
                <a:lnTo>
                  <a:pt x="19769" y="3953"/>
                </a:lnTo>
                <a:lnTo>
                  <a:pt x="21600" y="4320"/>
                </a:lnTo>
                <a:lnTo>
                  <a:pt x="20228" y="9331"/>
                </a:lnTo>
                <a:lnTo>
                  <a:pt x="19213" y="12990"/>
                </a:lnTo>
                <a:lnTo>
                  <a:pt x="18463" y="15600"/>
                </a:lnTo>
                <a:lnTo>
                  <a:pt x="17879" y="17461"/>
                </a:lnTo>
                <a:lnTo>
                  <a:pt x="17372" y="18883"/>
                </a:lnTo>
                <a:lnTo>
                  <a:pt x="16843" y="20161"/>
                </a:lnTo>
                <a:lnTo>
                  <a:pt x="16200" y="21600"/>
                </a:lnTo>
                <a:lnTo>
                  <a:pt x="14415" y="21600"/>
                </a:lnTo>
                <a:lnTo>
                  <a:pt x="12620" y="21600"/>
                </a:lnTo>
                <a:lnTo>
                  <a:pt x="10800" y="21600"/>
                </a:lnTo>
                <a:lnTo>
                  <a:pt x="10214" y="19591"/>
                </a:lnTo>
                <a:lnTo>
                  <a:pt x="9617" y="17548"/>
                </a:lnTo>
                <a:lnTo>
                  <a:pt x="8675" y="14861"/>
                </a:lnTo>
                <a:lnTo>
                  <a:pt x="7762" y="13262"/>
                </a:lnTo>
                <a:lnTo>
                  <a:pt x="6345" y="12122"/>
                </a:lnTo>
                <a:lnTo>
                  <a:pt x="3883" y="10800"/>
                </a:lnTo>
                <a:lnTo>
                  <a:pt x="2600" y="10087"/>
                </a:lnTo>
                <a:lnTo>
                  <a:pt x="1310" y="937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3536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4" name="contour_11612"/>
          <p:cNvSpPr/>
          <p:nvPr/>
        </p:nvSpPr>
        <p:spPr>
          <a:xfrm>
            <a:off x="6999559" y="4650278"/>
            <a:ext cx="44887" cy="359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42" y="4060"/>
                </a:moveTo>
                <a:lnTo>
                  <a:pt x="21421" y="7068"/>
                </a:lnTo>
                <a:lnTo>
                  <a:pt x="21593" y="9945"/>
                </a:lnTo>
                <a:lnTo>
                  <a:pt x="21600" y="12760"/>
                </a:lnTo>
                <a:lnTo>
                  <a:pt x="21481" y="15588"/>
                </a:lnTo>
                <a:lnTo>
                  <a:pt x="21284" y="18509"/>
                </a:lnTo>
                <a:lnTo>
                  <a:pt x="21042" y="21600"/>
                </a:lnTo>
                <a:lnTo>
                  <a:pt x="19983" y="21381"/>
                </a:lnTo>
                <a:lnTo>
                  <a:pt x="19012" y="21175"/>
                </a:lnTo>
                <a:lnTo>
                  <a:pt x="17949" y="20955"/>
                </a:lnTo>
                <a:lnTo>
                  <a:pt x="16623" y="20679"/>
                </a:lnTo>
                <a:lnTo>
                  <a:pt x="14863" y="20311"/>
                </a:lnTo>
                <a:lnTo>
                  <a:pt x="12492" y="19820"/>
                </a:lnTo>
                <a:lnTo>
                  <a:pt x="9343" y="19162"/>
                </a:lnTo>
                <a:lnTo>
                  <a:pt x="5236" y="18307"/>
                </a:lnTo>
                <a:lnTo>
                  <a:pt x="0" y="17215"/>
                </a:lnTo>
                <a:lnTo>
                  <a:pt x="1084" y="12098"/>
                </a:lnTo>
                <a:lnTo>
                  <a:pt x="1925" y="8537"/>
                </a:lnTo>
                <a:lnTo>
                  <a:pt x="2714" y="6082"/>
                </a:lnTo>
                <a:lnTo>
                  <a:pt x="3633" y="4275"/>
                </a:lnTo>
                <a:lnTo>
                  <a:pt x="4857" y="2657"/>
                </a:lnTo>
                <a:lnTo>
                  <a:pt x="6576" y="772"/>
                </a:lnTo>
                <a:lnTo>
                  <a:pt x="9385" y="158"/>
                </a:lnTo>
                <a:lnTo>
                  <a:pt x="11840" y="0"/>
                </a:lnTo>
                <a:lnTo>
                  <a:pt x="14088" y="307"/>
                </a:lnTo>
                <a:lnTo>
                  <a:pt x="16273" y="1083"/>
                </a:lnTo>
                <a:lnTo>
                  <a:pt x="18542" y="2333"/>
                </a:lnTo>
                <a:lnTo>
                  <a:pt x="21042" y="4060"/>
                </a:lnTo>
                <a:close/>
              </a:path>
            </a:pathLst>
          </a:custGeom>
          <a:solidFill>
            <a:srgbClr val="ADB4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5" name="contour_11613"/>
          <p:cNvSpPr/>
          <p:nvPr/>
        </p:nvSpPr>
        <p:spPr>
          <a:xfrm>
            <a:off x="2196772" y="4657027"/>
            <a:ext cx="65592" cy="419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423" y="2563"/>
                </a:lnTo>
                <a:lnTo>
                  <a:pt x="7651" y="5159"/>
                </a:lnTo>
                <a:lnTo>
                  <a:pt x="8568" y="7692"/>
                </a:lnTo>
                <a:lnTo>
                  <a:pt x="9540" y="9755"/>
                </a:lnTo>
                <a:lnTo>
                  <a:pt x="10582" y="11425"/>
                </a:lnTo>
                <a:lnTo>
                  <a:pt x="11707" y="12775"/>
                </a:lnTo>
                <a:lnTo>
                  <a:pt x="12929" y="13893"/>
                </a:lnTo>
                <a:lnTo>
                  <a:pt x="14261" y="14846"/>
                </a:lnTo>
                <a:lnTo>
                  <a:pt x="15718" y="15717"/>
                </a:lnTo>
                <a:lnTo>
                  <a:pt x="17311" y="16580"/>
                </a:lnTo>
                <a:lnTo>
                  <a:pt x="19058" y="17514"/>
                </a:lnTo>
                <a:lnTo>
                  <a:pt x="20321" y="18133"/>
                </a:lnTo>
                <a:lnTo>
                  <a:pt x="21600" y="18760"/>
                </a:lnTo>
                <a:lnTo>
                  <a:pt x="19759" y="19754"/>
                </a:lnTo>
                <a:lnTo>
                  <a:pt x="18041" y="20527"/>
                </a:lnTo>
                <a:lnTo>
                  <a:pt x="16418" y="21090"/>
                </a:lnTo>
                <a:lnTo>
                  <a:pt x="14870" y="21446"/>
                </a:lnTo>
                <a:lnTo>
                  <a:pt x="13370" y="21600"/>
                </a:lnTo>
                <a:lnTo>
                  <a:pt x="11897" y="21559"/>
                </a:lnTo>
                <a:lnTo>
                  <a:pt x="10428" y="21326"/>
                </a:lnTo>
                <a:lnTo>
                  <a:pt x="8935" y="20910"/>
                </a:lnTo>
                <a:lnTo>
                  <a:pt x="7399" y="20313"/>
                </a:lnTo>
                <a:lnTo>
                  <a:pt x="5796" y="19544"/>
                </a:lnTo>
                <a:lnTo>
                  <a:pt x="4099" y="18610"/>
                </a:lnTo>
                <a:lnTo>
                  <a:pt x="2287" y="17514"/>
                </a:lnTo>
                <a:lnTo>
                  <a:pt x="1152" y="16272"/>
                </a:lnTo>
                <a:lnTo>
                  <a:pt x="0" y="15008"/>
                </a:lnTo>
                <a:lnTo>
                  <a:pt x="0" y="12528"/>
                </a:lnTo>
                <a:lnTo>
                  <a:pt x="0" y="10033"/>
                </a:lnTo>
                <a:lnTo>
                  <a:pt x="0" y="7504"/>
                </a:lnTo>
                <a:lnTo>
                  <a:pt x="1426" y="7504"/>
                </a:lnTo>
                <a:lnTo>
                  <a:pt x="2856" y="7504"/>
                </a:lnTo>
                <a:lnTo>
                  <a:pt x="4291" y="7504"/>
                </a:lnTo>
                <a:lnTo>
                  <a:pt x="5738" y="7504"/>
                </a:lnTo>
                <a:lnTo>
                  <a:pt x="7200" y="7504"/>
                </a:lnTo>
                <a:lnTo>
                  <a:pt x="7200" y="5024"/>
                </a:lnTo>
                <a:lnTo>
                  <a:pt x="7200" y="2529"/>
                </a:lnTo>
                <a:lnTo>
                  <a:pt x="7200" y="0"/>
                </a:lnTo>
                <a:close/>
              </a:path>
            </a:pathLst>
          </a:custGeom>
          <a:solidFill>
            <a:srgbClr val="767A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6" name="contour_11614"/>
          <p:cNvSpPr/>
          <p:nvPr/>
        </p:nvSpPr>
        <p:spPr>
          <a:xfrm>
            <a:off x="4645537" y="4627875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62" y="742"/>
                </a:lnTo>
                <a:lnTo>
                  <a:pt x="9914" y="1339"/>
                </a:lnTo>
                <a:lnTo>
                  <a:pt x="11575" y="2113"/>
                </a:lnTo>
                <a:lnTo>
                  <a:pt x="14077" y="3377"/>
                </a:lnTo>
                <a:lnTo>
                  <a:pt x="15484" y="4075"/>
                </a:lnTo>
                <a:lnTo>
                  <a:pt x="16900" y="4784"/>
                </a:lnTo>
                <a:lnTo>
                  <a:pt x="18332" y="5497"/>
                </a:lnTo>
                <a:lnTo>
                  <a:pt x="19955" y="6343"/>
                </a:lnTo>
                <a:lnTo>
                  <a:pt x="21600" y="7200"/>
                </a:lnTo>
                <a:lnTo>
                  <a:pt x="19894" y="8798"/>
                </a:lnTo>
                <a:lnTo>
                  <a:pt x="18215" y="10343"/>
                </a:lnTo>
                <a:lnTo>
                  <a:pt x="16549" y="11830"/>
                </a:lnTo>
                <a:lnTo>
                  <a:pt x="14882" y="13252"/>
                </a:lnTo>
                <a:lnTo>
                  <a:pt x="13204" y="14602"/>
                </a:lnTo>
                <a:lnTo>
                  <a:pt x="11500" y="15876"/>
                </a:lnTo>
                <a:lnTo>
                  <a:pt x="9757" y="17068"/>
                </a:lnTo>
                <a:lnTo>
                  <a:pt x="7961" y="18173"/>
                </a:lnTo>
                <a:lnTo>
                  <a:pt x="6100" y="19184"/>
                </a:lnTo>
                <a:lnTo>
                  <a:pt x="4163" y="20095"/>
                </a:lnTo>
                <a:lnTo>
                  <a:pt x="2132" y="20905"/>
                </a:lnTo>
                <a:lnTo>
                  <a:pt x="0" y="21600"/>
                </a:lnTo>
                <a:lnTo>
                  <a:pt x="330" y="19404"/>
                </a:lnTo>
                <a:lnTo>
                  <a:pt x="667" y="17212"/>
                </a:lnTo>
                <a:lnTo>
                  <a:pt x="1006" y="15016"/>
                </a:lnTo>
                <a:lnTo>
                  <a:pt x="1352" y="12823"/>
                </a:lnTo>
                <a:lnTo>
                  <a:pt x="1728" y="10375"/>
                </a:lnTo>
                <a:lnTo>
                  <a:pt x="2111" y="7888"/>
                </a:lnTo>
                <a:lnTo>
                  <a:pt x="2722" y="5353"/>
                </a:lnTo>
                <a:lnTo>
                  <a:pt x="3351" y="3686"/>
                </a:lnTo>
                <a:lnTo>
                  <a:pt x="4372" y="2149"/>
                </a:lnTo>
                <a:lnTo>
                  <a:pt x="6171" y="0"/>
                </a:lnTo>
                <a:close/>
              </a:path>
            </a:pathLst>
          </a:custGeom>
          <a:solidFill>
            <a:srgbClr val="6254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7" name="contour_11615"/>
          <p:cNvSpPr/>
          <p:nvPr/>
        </p:nvSpPr>
        <p:spPr>
          <a:xfrm>
            <a:off x="7064167" y="4625739"/>
            <a:ext cx="44712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1196"/>
                </a:moveTo>
                <a:lnTo>
                  <a:pt x="3063" y="722"/>
                </a:lnTo>
                <a:lnTo>
                  <a:pt x="5591" y="335"/>
                </a:lnTo>
                <a:lnTo>
                  <a:pt x="8077" y="82"/>
                </a:lnTo>
                <a:lnTo>
                  <a:pt x="10548" y="0"/>
                </a:lnTo>
                <a:lnTo>
                  <a:pt x="13023" y="131"/>
                </a:lnTo>
                <a:lnTo>
                  <a:pt x="15527" y="514"/>
                </a:lnTo>
                <a:lnTo>
                  <a:pt x="18079" y="1196"/>
                </a:lnTo>
                <a:lnTo>
                  <a:pt x="19037" y="3669"/>
                </a:lnTo>
                <a:lnTo>
                  <a:pt x="19790" y="6142"/>
                </a:lnTo>
                <a:lnTo>
                  <a:pt x="20375" y="8627"/>
                </a:lnTo>
                <a:lnTo>
                  <a:pt x="20811" y="11133"/>
                </a:lnTo>
                <a:lnTo>
                  <a:pt x="21125" y="13675"/>
                </a:lnTo>
                <a:lnTo>
                  <a:pt x="21347" y="16258"/>
                </a:lnTo>
                <a:lnTo>
                  <a:pt x="21494" y="18894"/>
                </a:lnTo>
                <a:lnTo>
                  <a:pt x="21600" y="21600"/>
                </a:lnTo>
                <a:lnTo>
                  <a:pt x="19480" y="20967"/>
                </a:lnTo>
                <a:lnTo>
                  <a:pt x="17364" y="20319"/>
                </a:lnTo>
                <a:lnTo>
                  <a:pt x="15252" y="19653"/>
                </a:lnTo>
                <a:lnTo>
                  <a:pt x="13143" y="18976"/>
                </a:lnTo>
                <a:lnTo>
                  <a:pt x="11038" y="18286"/>
                </a:lnTo>
                <a:lnTo>
                  <a:pt x="9073" y="17670"/>
                </a:lnTo>
                <a:lnTo>
                  <a:pt x="7098" y="17050"/>
                </a:lnTo>
                <a:lnTo>
                  <a:pt x="5095" y="16417"/>
                </a:lnTo>
                <a:lnTo>
                  <a:pt x="4415" y="15981"/>
                </a:lnTo>
                <a:lnTo>
                  <a:pt x="3218" y="15209"/>
                </a:lnTo>
                <a:lnTo>
                  <a:pt x="475" y="13438"/>
                </a:lnTo>
                <a:lnTo>
                  <a:pt x="158" y="10255"/>
                </a:lnTo>
                <a:lnTo>
                  <a:pt x="0" y="8031"/>
                </a:lnTo>
                <a:lnTo>
                  <a:pt x="0" y="6170"/>
                </a:lnTo>
                <a:lnTo>
                  <a:pt x="158" y="4085"/>
                </a:lnTo>
                <a:lnTo>
                  <a:pt x="475" y="1196"/>
                </a:lnTo>
                <a:close/>
              </a:path>
            </a:pathLst>
          </a:custGeom>
          <a:solidFill>
            <a:srgbClr val="A7A8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8" name="contour_11616"/>
          <p:cNvSpPr/>
          <p:nvPr/>
        </p:nvSpPr>
        <p:spPr>
          <a:xfrm>
            <a:off x="6671599" y="4627875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23" y="262"/>
                </a:lnTo>
                <a:lnTo>
                  <a:pt x="3907" y="611"/>
                </a:lnTo>
                <a:lnTo>
                  <a:pt x="5669" y="1055"/>
                </a:lnTo>
                <a:lnTo>
                  <a:pt x="7320" y="1608"/>
                </a:lnTo>
                <a:lnTo>
                  <a:pt x="8880" y="2274"/>
                </a:lnTo>
                <a:lnTo>
                  <a:pt x="10363" y="3064"/>
                </a:lnTo>
                <a:lnTo>
                  <a:pt x="11786" y="3987"/>
                </a:lnTo>
                <a:lnTo>
                  <a:pt x="13162" y="5051"/>
                </a:lnTo>
                <a:lnTo>
                  <a:pt x="14510" y="6267"/>
                </a:lnTo>
                <a:lnTo>
                  <a:pt x="15845" y="7646"/>
                </a:lnTo>
                <a:lnTo>
                  <a:pt x="17179" y="9192"/>
                </a:lnTo>
                <a:lnTo>
                  <a:pt x="18535" y="10920"/>
                </a:lnTo>
                <a:lnTo>
                  <a:pt x="19922" y="12837"/>
                </a:lnTo>
                <a:lnTo>
                  <a:pt x="20755" y="14123"/>
                </a:lnTo>
                <a:lnTo>
                  <a:pt x="21600" y="15429"/>
                </a:lnTo>
                <a:lnTo>
                  <a:pt x="20412" y="16956"/>
                </a:lnTo>
                <a:lnTo>
                  <a:pt x="19219" y="18490"/>
                </a:lnTo>
                <a:lnTo>
                  <a:pt x="18017" y="20036"/>
                </a:lnTo>
                <a:lnTo>
                  <a:pt x="16800" y="21600"/>
                </a:lnTo>
                <a:lnTo>
                  <a:pt x="15590" y="20199"/>
                </a:lnTo>
                <a:lnTo>
                  <a:pt x="14390" y="18783"/>
                </a:lnTo>
                <a:lnTo>
                  <a:pt x="13200" y="17357"/>
                </a:lnTo>
                <a:lnTo>
                  <a:pt x="12194" y="16172"/>
                </a:lnTo>
                <a:lnTo>
                  <a:pt x="11174" y="14972"/>
                </a:lnTo>
                <a:lnTo>
                  <a:pt x="10406" y="13639"/>
                </a:lnTo>
                <a:lnTo>
                  <a:pt x="9941" y="12516"/>
                </a:lnTo>
                <a:lnTo>
                  <a:pt x="9701" y="11180"/>
                </a:lnTo>
                <a:lnTo>
                  <a:pt x="9612" y="9205"/>
                </a:lnTo>
                <a:lnTo>
                  <a:pt x="9600" y="6171"/>
                </a:lnTo>
                <a:lnTo>
                  <a:pt x="8023" y="5329"/>
                </a:lnTo>
                <a:lnTo>
                  <a:pt x="6778" y="4879"/>
                </a:lnTo>
                <a:lnTo>
                  <a:pt x="4800" y="4437"/>
                </a:lnTo>
                <a:lnTo>
                  <a:pt x="2822" y="3993"/>
                </a:lnTo>
                <a:lnTo>
                  <a:pt x="1577" y="3641"/>
                </a:lnTo>
                <a:lnTo>
                  <a:pt x="0" y="3086"/>
                </a:lnTo>
                <a:lnTo>
                  <a:pt x="0" y="1555"/>
                </a:lnTo>
                <a:lnTo>
                  <a:pt x="0" y="0"/>
                </a:lnTo>
                <a:close/>
              </a:path>
            </a:pathLst>
          </a:custGeom>
          <a:solidFill>
            <a:srgbClr val="E0E4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19" name="contour_11617"/>
          <p:cNvSpPr/>
          <p:nvPr/>
        </p:nvSpPr>
        <p:spPr>
          <a:xfrm>
            <a:off x="9900179" y="4606011"/>
            <a:ext cx="65592" cy="23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63" y="0"/>
                </a:lnTo>
                <a:lnTo>
                  <a:pt x="3329" y="0"/>
                </a:lnTo>
                <a:lnTo>
                  <a:pt x="4994" y="0"/>
                </a:lnTo>
                <a:lnTo>
                  <a:pt x="6662" y="0"/>
                </a:lnTo>
                <a:lnTo>
                  <a:pt x="8338" y="0"/>
                </a:lnTo>
                <a:lnTo>
                  <a:pt x="10015" y="0"/>
                </a:lnTo>
                <a:lnTo>
                  <a:pt x="11700" y="0"/>
                </a:lnTo>
                <a:lnTo>
                  <a:pt x="13392" y="0"/>
                </a:lnTo>
                <a:lnTo>
                  <a:pt x="15091" y="0"/>
                </a:lnTo>
                <a:lnTo>
                  <a:pt x="16800" y="0"/>
                </a:lnTo>
                <a:lnTo>
                  <a:pt x="16800" y="4358"/>
                </a:lnTo>
                <a:lnTo>
                  <a:pt x="16800" y="8743"/>
                </a:lnTo>
                <a:lnTo>
                  <a:pt x="16800" y="13187"/>
                </a:lnTo>
                <a:lnTo>
                  <a:pt x="18226" y="15607"/>
                </a:lnTo>
                <a:lnTo>
                  <a:pt x="19200" y="17103"/>
                </a:lnTo>
                <a:lnTo>
                  <a:pt x="20174" y="18284"/>
                </a:lnTo>
                <a:lnTo>
                  <a:pt x="21600" y="19780"/>
                </a:lnTo>
                <a:lnTo>
                  <a:pt x="20023" y="20037"/>
                </a:lnTo>
                <a:lnTo>
                  <a:pt x="18449" y="20268"/>
                </a:lnTo>
                <a:lnTo>
                  <a:pt x="16874" y="20479"/>
                </a:lnTo>
                <a:lnTo>
                  <a:pt x="15300" y="20677"/>
                </a:lnTo>
                <a:lnTo>
                  <a:pt x="13726" y="20855"/>
                </a:lnTo>
                <a:lnTo>
                  <a:pt x="12149" y="21020"/>
                </a:lnTo>
                <a:lnTo>
                  <a:pt x="11474" y="21145"/>
                </a:lnTo>
                <a:lnTo>
                  <a:pt x="9437" y="21521"/>
                </a:lnTo>
                <a:lnTo>
                  <a:pt x="8131" y="21600"/>
                </a:lnTo>
                <a:lnTo>
                  <a:pt x="7114" y="21547"/>
                </a:lnTo>
                <a:lnTo>
                  <a:pt x="6043" y="21284"/>
                </a:lnTo>
                <a:lnTo>
                  <a:pt x="4584" y="20723"/>
                </a:lnTo>
                <a:lnTo>
                  <a:pt x="2400" y="19780"/>
                </a:lnTo>
                <a:lnTo>
                  <a:pt x="1925" y="15864"/>
                </a:lnTo>
                <a:lnTo>
                  <a:pt x="1447" y="11934"/>
                </a:lnTo>
                <a:lnTo>
                  <a:pt x="970" y="7991"/>
                </a:lnTo>
                <a:lnTo>
                  <a:pt x="487" y="4015"/>
                </a:lnTo>
                <a:lnTo>
                  <a:pt x="0" y="0"/>
                </a:lnTo>
                <a:close/>
              </a:path>
            </a:pathLst>
          </a:custGeom>
          <a:solidFill>
            <a:srgbClr val="9AA0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0" name="contour_11618"/>
          <p:cNvSpPr/>
          <p:nvPr/>
        </p:nvSpPr>
        <p:spPr>
          <a:xfrm>
            <a:off x="7895982" y="459143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679"/>
                </a:lnTo>
                <a:lnTo>
                  <a:pt x="4756" y="1358"/>
                </a:lnTo>
                <a:lnTo>
                  <a:pt x="7135" y="2040"/>
                </a:lnTo>
                <a:lnTo>
                  <a:pt x="9522" y="2722"/>
                </a:lnTo>
                <a:lnTo>
                  <a:pt x="11916" y="3404"/>
                </a:lnTo>
                <a:lnTo>
                  <a:pt x="14321" y="4092"/>
                </a:lnTo>
                <a:lnTo>
                  <a:pt x="16733" y="4780"/>
                </a:lnTo>
                <a:lnTo>
                  <a:pt x="19159" y="5474"/>
                </a:lnTo>
                <a:lnTo>
                  <a:pt x="21600" y="6171"/>
                </a:lnTo>
                <a:lnTo>
                  <a:pt x="20887" y="8004"/>
                </a:lnTo>
                <a:lnTo>
                  <a:pt x="20171" y="9843"/>
                </a:lnTo>
                <a:lnTo>
                  <a:pt x="19454" y="11689"/>
                </a:lnTo>
                <a:lnTo>
                  <a:pt x="18731" y="13549"/>
                </a:lnTo>
                <a:lnTo>
                  <a:pt x="18000" y="15429"/>
                </a:lnTo>
                <a:lnTo>
                  <a:pt x="15624" y="14919"/>
                </a:lnTo>
                <a:lnTo>
                  <a:pt x="13244" y="14410"/>
                </a:lnTo>
                <a:lnTo>
                  <a:pt x="10854" y="13898"/>
                </a:lnTo>
                <a:lnTo>
                  <a:pt x="8453" y="13383"/>
                </a:lnTo>
                <a:lnTo>
                  <a:pt x="6037" y="12864"/>
                </a:lnTo>
                <a:lnTo>
                  <a:pt x="3600" y="12343"/>
                </a:lnTo>
                <a:lnTo>
                  <a:pt x="2887" y="14176"/>
                </a:lnTo>
                <a:lnTo>
                  <a:pt x="2171" y="16015"/>
                </a:lnTo>
                <a:lnTo>
                  <a:pt x="1454" y="17860"/>
                </a:lnTo>
                <a:lnTo>
                  <a:pt x="731" y="19721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1" name="contour_11619"/>
          <p:cNvSpPr/>
          <p:nvPr/>
        </p:nvSpPr>
        <p:spPr>
          <a:xfrm>
            <a:off x="6861087" y="4598723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292" y="270"/>
                </a:lnTo>
                <a:lnTo>
                  <a:pt x="9891" y="524"/>
                </a:lnTo>
                <a:lnTo>
                  <a:pt x="10545" y="794"/>
                </a:lnTo>
                <a:lnTo>
                  <a:pt x="11362" y="1134"/>
                </a:lnTo>
                <a:lnTo>
                  <a:pt x="12446" y="1588"/>
                </a:lnTo>
                <a:lnTo>
                  <a:pt x="13906" y="2192"/>
                </a:lnTo>
                <a:lnTo>
                  <a:pt x="15846" y="3002"/>
                </a:lnTo>
                <a:lnTo>
                  <a:pt x="18375" y="4055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0174" y="21244"/>
                </a:lnTo>
                <a:lnTo>
                  <a:pt x="18749" y="20887"/>
                </a:lnTo>
                <a:lnTo>
                  <a:pt x="17321" y="20531"/>
                </a:lnTo>
                <a:lnTo>
                  <a:pt x="15893" y="20174"/>
                </a:lnTo>
                <a:lnTo>
                  <a:pt x="14463" y="19818"/>
                </a:lnTo>
                <a:lnTo>
                  <a:pt x="13033" y="19456"/>
                </a:lnTo>
                <a:lnTo>
                  <a:pt x="11599" y="19100"/>
                </a:lnTo>
                <a:lnTo>
                  <a:pt x="10163" y="18738"/>
                </a:lnTo>
                <a:lnTo>
                  <a:pt x="8722" y="18382"/>
                </a:lnTo>
                <a:lnTo>
                  <a:pt x="7279" y="18020"/>
                </a:lnTo>
                <a:lnTo>
                  <a:pt x="5834" y="17658"/>
                </a:lnTo>
                <a:lnTo>
                  <a:pt x="4383" y="17296"/>
                </a:lnTo>
                <a:lnTo>
                  <a:pt x="2927" y="16929"/>
                </a:lnTo>
                <a:lnTo>
                  <a:pt x="1467" y="16567"/>
                </a:lnTo>
                <a:lnTo>
                  <a:pt x="0" y="16200"/>
                </a:lnTo>
                <a:lnTo>
                  <a:pt x="1426" y="15309"/>
                </a:lnTo>
                <a:lnTo>
                  <a:pt x="2853" y="14418"/>
                </a:lnTo>
                <a:lnTo>
                  <a:pt x="4288" y="13522"/>
                </a:lnTo>
                <a:lnTo>
                  <a:pt x="5728" y="12620"/>
                </a:lnTo>
                <a:lnTo>
                  <a:pt x="7178" y="11713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A3A4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2" name="contour_11620"/>
          <p:cNvSpPr/>
          <p:nvPr/>
        </p:nvSpPr>
        <p:spPr>
          <a:xfrm>
            <a:off x="4105687" y="4554995"/>
            <a:ext cx="3697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5" y="0"/>
                </a:moveTo>
                <a:lnTo>
                  <a:pt x="2426" y="0"/>
                </a:lnTo>
                <a:lnTo>
                  <a:pt x="4572" y="0"/>
                </a:lnTo>
                <a:lnTo>
                  <a:pt x="5104" y="1284"/>
                </a:lnTo>
                <a:lnTo>
                  <a:pt x="5445" y="2225"/>
                </a:lnTo>
                <a:lnTo>
                  <a:pt x="5751" y="3279"/>
                </a:lnTo>
                <a:lnTo>
                  <a:pt x="6168" y="4909"/>
                </a:lnTo>
                <a:lnTo>
                  <a:pt x="6781" y="6517"/>
                </a:lnTo>
                <a:lnTo>
                  <a:pt x="7262" y="7566"/>
                </a:lnTo>
                <a:lnTo>
                  <a:pt x="7863" y="8512"/>
                </a:lnTo>
                <a:lnTo>
                  <a:pt x="8829" y="9818"/>
                </a:lnTo>
                <a:lnTo>
                  <a:pt x="12124" y="10113"/>
                </a:lnTo>
                <a:lnTo>
                  <a:pt x="14435" y="10260"/>
                </a:lnTo>
                <a:lnTo>
                  <a:pt x="16377" y="10260"/>
                </a:lnTo>
                <a:lnTo>
                  <a:pt x="18561" y="10113"/>
                </a:lnTo>
                <a:lnTo>
                  <a:pt x="21600" y="9818"/>
                </a:lnTo>
                <a:lnTo>
                  <a:pt x="20800" y="11279"/>
                </a:lnTo>
                <a:lnTo>
                  <a:pt x="20178" y="12316"/>
                </a:lnTo>
                <a:lnTo>
                  <a:pt x="19531" y="13211"/>
                </a:lnTo>
                <a:lnTo>
                  <a:pt x="18654" y="14248"/>
                </a:lnTo>
                <a:lnTo>
                  <a:pt x="17343" y="15709"/>
                </a:lnTo>
                <a:lnTo>
                  <a:pt x="14529" y="15709"/>
                </a:lnTo>
                <a:lnTo>
                  <a:pt x="11698" y="15709"/>
                </a:lnTo>
                <a:lnTo>
                  <a:pt x="8829" y="15709"/>
                </a:lnTo>
                <a:lnTo>
                  <a:pt x="7518" y="17170"/>
                </a:lnTo>
                <a:lnTo>
                  <a:pt x="6641" y="18207"/>
                </a:lnTo>
                <a:lnTo>
                  <a:pt x="5994" y="19102"/>
                </a:lnTo>
                <a:lnTo>
                  <a:pt x="5372" y="20139"/>
                </a:lnTo>
                <a:lnTo>
                  <a:pt x="4572" y="21600"/>
                </a:lnTo>
                <a:lnTo>
                  <a:pt x="3504" y="20288"/>
                </a:lnTo>
                <a:lnTo>
                  <a:pt x="2610" y="19006"/>
                </a:lnTo>
                <a:lnTo>
                  <a:pt x="1869" y="17747"/>
                </a:lnTo>
                <a:lnTo>
                  <a:pt x="1273" y="16504"/>
                </a:lnTo>
                <a:lnTo>
                  <a:pt x="809" y="15265"/>
                </a:lnTo>
                <a:lnTo>
                  <a:pt x="464" y="14024"/>
                </a:lnTo>
                <a:lnTo>
                  <a:pt x="221" y="12773"/>
                </a:lnTo>
                <a:lnTo>
                  <a:pt x="72" y="11501"/>
                </a:lnTo>
                <a:lnTo>
                  <a:pt x="4" y="10203"/>
                </a:lnTo>
                <a:lnTo>
                  <a:pt x="0" y="8866"/>
                </a:lnTo>
                <a:lnTo>
                  <a:pt x="51" y="7485"/>
                </a:lnTo>
                <a:lnTo>
                  <a:pt x="77" y="6399"/>
                </a:lnTo>
                <a:lnTo>
                  <a:pt x="106" y="5296"/>
                </a:lnTo>
                <a:lnTo>
                  <a:pt x="149" y="3972"/>
                </a:lnTo>
                <a:lnTo>
                  <a:pt x="200" y="2647"/>
                </a:lnTo>
                <a:lnTo>
                  <a:pt x="255" y="1323"/>
                </a:lnTo>
                <a:lnTo>
                  <a:pt x="315" y="0"/>
                </a:lnTo>
                <a:close/>
              </a:path>
            </a:pathLst>
          </a:custGeom>
          <a:solidFill>
            <a:srgbClr val="C7BC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3" name="contour_11621"/>
          <p:cNvSpPr/>
          <p:nvPr/>
        </p:nvSpPr>
        <p:spPr>
          <a:xfrm>
            <a:off x="2269652" y="460601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71" y="2347"/>
                </a:lnTo>
                <a:lnTo>
                  <a:pt x="21099" y="4651"/>
                </a:lnTo>
                <a:lnTo>
                  <a:pt x="20758" y="6923"/>
                </a:lnTo>
                <a:lnTo>
                  <a:pt x="20326" y="9166"/>
                </a:lnTo>
                <a:lnTo>
                  <a:pt x="19781" y="11387"/>
                </a:lnTo>
                <a:lnTo>
                  <a:pt x="19107" y="13594"/>
                </a:lnTo>
                <a:lnTo>
                  <a:pt x="18282" y="15797"/>
                </a:lnTo>
                <a:lnTo>
                  <a:pt x="17280" y="18000"/>
                </a:lnTo>
                <a:lnTo>
                  <a:pt x="14416" y="19231"/>
                </a:lnTo>
                <a:lnTo>
                  <a:pt x="11707" y="20092"/>
                </a:lnTo>
                <a:lnTo>
                  <a:pt x="9037" y="20668"/>
                </a:lnTo>
                <a:lnTo>
                  <a:pt x="6277" y="21056"/>
                </a:lnTo>
                <a:lnTo>
                  <a:pt x="3309" y="21337"/>
                </a:lnTo>
                <a:lnTo>
                  <a:pt x="0" y="21600"/>
                </a:lnTo>
                <a:lnTo>
                  <a:pt x="1300" y="16229"/>
                </a:lnTo>
                <a:lnTo>
                  <a:pt x="2445" y="11830"/>
                </a:lnTo>
                <a:lnTo>
                  <a:pt x="3521" y="8309"/>
                </a:lnTo>
                <a:lnTo>
                  <a:pt x="4635" y="5566"/>
                </a:lnTo>
                <a:lnTo>
                  <a:pt x="5884" y="3506"/>
                </a:lnTo>
                <a:lnTo>
                  <a:pt x="7361" y="2027"/>
                </a:lnTo>
                <a:lnTo>
                  <a:pt x="9167" y="1040"/>
                </a:lnTo>
                <a:lnTo>
                  <a:pt x="11392" y="439"/>
                </a:lnTo>
                <a:lnTo>
                  <a:pt x="14144" y="130"/>
                </a:lnTo>
                <a:lnTo>
                  <a:pt x="17513" y="18"/>
                </a:lnTo>
                <a:lnTo>
                  <a:pt x="21600" y="0"/>
                </a:lnTo>
                <a:close/>
              </a:path>
            </a:pathLst>
          </a:custGeom>
          <a:solidFill>
            <a:srgbClr val="7F68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4" name="contour_11622"/>
          <p:cNvSpPr/>
          <p:nvPr/>
        </p:nvSpPr>
        <p:spPr>
          <a:xfrm>
            <a:off x="2488292" y="4583695"/>
            <a:ext cx="36440" cy="389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8" y="0"/>
                </a:moveTo>
                <a:lnTo>
                  <a:pt x="17440" y="81"/>
                </a:lnTo>
                <a:lnTo>
                  <a:pt x="19509" y="166"/>
                </a:lnTo>
                <a:lnTo>
                  <a:pt x="21600" y="250"/>
                </a:lnTo>
                <a:lnTo>
                  <a:pt x="21388" y="2882"/>
                </a:lnTo>
                <a:lnTo>
                  <a:pt x="21129" y="5474"/>
                </a:lnTo>
                <a:lnTo>
                  <a:pt x="20805" y="8025"/>
                </a:lnTo>
                <a:lnTo>
                  <a:pt x="20390" y="10544"/>
                </a:lnTo>
                <a:lnTo>
                  <a:pt x="19855" y="13038"/>
                </a:lnTo>
                <a:lnTo>
                  <a:pt x="19176" y="15513"/>
                </a:lnTo>
                <a:lnTo>
                  <a:pt x="18325" y="17975"/>
                </a:lnTo>
                <a:lnTo>
                  <a:pt x="17280" y="20433"/>
                </a:lnTo>
                <a:lnTo>
                  <a:pt x="14256" y="21225"/>
                </a:lnTo>
                <a:lnTo>
                  <a:pt x="11478" y="21584"/>
                </a:lnTo>
                <a:lnTo>
                  <a:pt x="8813" y="21600"/>
                </a:lnTo>
                <a:lnTo>
                  <a:pt x="6108" y="21354"/>
                </a:lnTo>
                <a:lnTo>
                  <a:pt x="3218" y="20938"/>
                </a:lnTo>
                <a:lnTo>
                  <a:pt x="0" y="20433"/>
                </a:lnTo>
                <a:lnTo>
                  <a:pt x="1460" y="14467"/>
                </a:lnTo>
                <a:lnTo>
                  <a:pt x="2683" y="9817"/>
                </a:lnTo>
                <a:lnTo>
                  <a:pt x="3802" y="6317"/>
                </a:lnTo>
                <a:lnTo>
                  <a:pt x="4942" y="3794"/>
                </a:lnTo>
                <a:lnTo>
                  <a:pt x="6229" y="2083"/>
                </a:lnTo>
                <a:lnTo>
                  <a:pt x="7789" y="1017"/>
                </a:lnTo>
                <a:lnTo>
                  <a:pt x="9755" y="428"/>
                </a:lnTo>
                <a:lnTo>
                  <a:pt x="12243" y="141"/>
                </a:lnTo>
                <a:lnTo>
                  <a:pt x="15388" y="0"/>
                </a:lnTo>
                <a:close/>
              </a:path>
            </a:pathLst>
          </a:custGeom>
          <a:solidFill>
            <a:srgbClr val="EEF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5" name="contour_11623"/>
          <p:cNvSpPr/>
          <p:nvPr/>
        </p:nvSpPr>
        <p:spPr>
          <a:xfrm>
            <a:off x="5775176" y="4584147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0"/>
                </a:lnTo>
                <a:lnTo>
                  <a:pt x="6426" y="0"/>
                </a:lnTo>
                <a:lnTo>
                  <a:pt x="9655" y="0"/>
                </a:lnTo>
                <a:lnTo>
                  <a:pt x="12911" y="0"/>
                </a:lnTo>
                <a:lnTo>
                  <a:pt x="16200" y="0"/>
                </a:lnTo>
                <a:lnTo>
                  <a:pt x="16735" y="2138"/>
                </a:lnTo>
                <a:lnTo>
                  <a:pt x="17269" y="4280"/>
                </a:lnTo>
                <a:lnTo>
                  <a:pt x="17804" y="6421"/>
                </a:lnTo>
                <a:lnTo>
                  <a:pt x="18344" y="8566"/>
                </a:lnTo>
                <a:lnTo>
                  <a:pt x="18878" y="10720"/>
                </a:lnTo>
                <a:lnTo>
                  <a:pt x="19418" y="12877"/>
                </a:lnTo>
                <a:lnTo>
                  <a:pt x="19958" y="15043"/>
                </a:lnTo>
                <a:lnTo>
                  <a:pt x="20504" y="17218"/>
                </a:lnTo>
                <a:lnTo>
                  <a:pt x="21049" y="19403"/>
                </a:lnTo>
                <a:lnTo>
                  <a:pt x="21600" y="21600"/>
                </a:lnTo>
                <a:lnTo>
                  <a:pt x="18392" y="20989"/>
                </a:lnTo>
                <a:lnTo>
                  <a:pt x="15174" y="20375"/>
                </a:lnTo>
                <a:lnTo>
                  <a:pt x="11945" y="19761"/>
                </a:lnTo>
                <a:lnTo>
                  <a:pt x="8689" y="19141"/>
                </a:lnTo>
                <a:lnTo>
                  <a:pt x="5400" y="18514"/>
                </a:lnTo>
                <a:lnTo>
                  <a:pt x="4045" y="16351"/>
                </a:lnTo>
                <a:lnTo>
                  <a:pt x="3170" y="14777"/>
                </a:lnTo>
                <a:lnTo>
                  <a:pt x="2608" y="13340"/>
                </a:lnTo>
                <a:lnTo>
                  <a:pt x="2171" y="11587"/>
                </a:lnTo>
                <a:lnTo>
                  <a:pt x="1685" y="9066"/>
                </a:lnTo>
                <a:lnTo>
                  <a:pt x="1334" y="7372"/>
                </a:lnTo>
                <a:lnTo>
                  <a:pt x="972" y="5668"/>
                </a:lnTo>
                <a:lnTo>
                  <a:pt x="610" y="3940"/>
                </a:lnTo>
                <a:lnTo>
                  <a:pt x="459" y="2962"/>
                </a:lnTo>
                <a:lnTo>
                  <a:pt x="0" y="0"/>
                </a:lnTo>
                <a:close/>
              </a:path>
            </a:pathLst>
          </a:custGeom>
          <a:solidFill>
            <a:srgbClr val="C2D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6" name="contour_11624"/>
          <p:cNvSpPr/>
          <p:nvPr/>
        </p:nvSpPr>
        <p:spPr>
          <a:xfrm>
            <a:off x="10454067" y="4576859"/>
            <a:ext cx="58304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203" y="1461"/>
                </a:lnTo>
                <a:lnTo>
                  <a:pt x="20806" y="2929"/>
                </a:lnTo>
                <a:lnTo>
                  <a:pt x="20258" y="4955"/>
                </a:lnTo>
                <a:lnTo>
                  <a:pt x="19405" y="8097"/>
                </a:lnTo>
                <a:lnTo>
                  <a:pt x="18103" y="12899"/>
                </a:lnTo>
                <a:lnTo>
                  <a:pt x="16200" y="19926"/>
                </a:lnTo>
                <a:lnTo>
                  <a:pt x="14178" y="20869"/>
                </a:lnTo>
                <a:lnTo>
                  <a:pt x="12728" y="21407"/>
                </a:lnTo>
                <a:lnTo>
                  <a:pt x="11445" y="21600"/>
                </a:lnTo>
                <a:lnTo>
                  <a:pt x="9925" y="21500"/>
                </a:lnTo>
                <a:lnTo>
                  <a:pt x="7762" y="21175"/>
                </a:lnTo>
                <a:lnTo>
                  <a:pt x="6305" y="20989"/>
                </a:lnTo>
                <a:lnTo>
                  <a:pt x="4838" y="20810"/>
                </a:lnTo>
                <a:lnTo>
                  <a:pt x="3353" y="20624"/>
                </a:lnTo>
                <a:lnTo>
                  <a:pt x="2519" y="20451"/>
                </a:lnTo>
                <a:lnTo>
                  <a:pt x="0" y="19926"/>
                </a:lnTo>
                <a:lnTo>
                  <a:pt x="0" y="15981"/>
                </a:lnTo>
                <a:lnTo>
                  <a:pt x="0" y="12022"/>
                </a:lnTo>
                <a:lnTo>
                  <a:pt x="0" y="8050"/>
                </a:lnTo>
                <a:lnTo>
                  <a:pt x="0" y="4045"/>
                </a:lnTo>
                <a:lnTo>
                  <a:pt x="0" y="0"/>
                </a:lnTo>
                <a:close/>
              </a:path>
            </a:pathLst>
          </a:custGeom>
          <a:solidFill>
            <a:srgbClr val="494A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7" name="contour_11625"/>
          <p:cNvSpPr/>
          <p:nvPr/>
        </p:nvSpPr>
        <p:spPr>
          <a:xfrm>
            <a:off x="571550" y="4569046"/>
            <a:ext cx="65592" cy="306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9"/>
                </a:moveTo>
                <a:lnTo>
                  <a:pt x="20498" y="2443"/>
                </a:lnTo>
                <a:lnTo>
                  <a:pt x="19392" y="4506"/>
                </a:lnTo>
                <a:lnTo>
                  <a:pt x="18281" y="6559"/>
                </a:lnTo>
                <a:lnTo>
                  <a:pt x="17167" y="8596"/>
                </a:lnTo>
                <a:lnTo>
                  <a:pt x="16051" y="10633"/>
                </a:lnTo>
                <a:lnTo>
                  <a:pt x="15019" y="12537"/>
                </a:lnTo>
                <a:lnTo>
                  <a:pt x="13980" y="14462"/>
                </a:lnTo>
                <a:lnTo>
                  <a:pt x="12929" y="16407"/>
                </a:lnTo>
                <a:lnTo>
                  <a:pt x="11357" y="18393"/>
                </a:lnTo>
                <a:lnTo>
                  <a:pt x="9929" y="19865"/>
                </a:lnTo>
                <a:lnTo>
                  <a:pt x="8573" y="20866"/>
                </a:lnTo>
                <a:lnTo>
                  <a:pt x="7217" y="21431"/>
                </a:lnTo>
                <a:lnTo>
                  <a:pt x="5784" y="21600"/>
                </a:lnTo>
                <a:lnTo>
                  <a:pt x="4202" y="21410"/>
                </a:lnTo>
                <a:lnTo>
                  <a:pt x="2400" y="20897"/>
                </a:lnTo>
                <a:lnTo>
                  <a:pt x="1589" y="17079"/>
                </a:lnTo>
                <a:lnTo>
                  <a:pt x="1058" y="14369"/>
                </a:lnTo>
                <a:lnTo>
                  <a:pt x="694" y="12029"/>
                </a:lnTo>
                <a:lnTo>
                  <a:pt x="379" y="9319"/>
                </a:lnTo>
                <a:lnTo>
                  <a:pt x="0" y="5501"/>
                </a:lnTo>
                <a:lnTo>
                  <a:pt x="1627" y="4090"/>
                </a:lnTo>
                <a:lnTo>
                  <a:pt x="3254" y="2930"/>
                </a:lnTo>
                <a:lnTo>
                  <a:pt x="4882" y="2007"/>
                </a:lnTo>
                <a:lnTo>
                  <a:pt x="6514" y="1283"/>
                </a:lnTo>
                <a:lnTo>
                  <a:pt x="8148" y="749"/>
                </a:lnTo>
                <a:lnTo>
                  <a:pt x="9790" y="380"/>
                </a:lnTo>
                <a:lnTo>
                  <a:pt x="11441" y="144"/>
                </a:lnTo>
                <a:lnTo>
                  <a:pt x="13099" y="26"/>
                </a:lnTo>
                <a:lnTo>
                  <a:pt x="14770" y="0"/>
                </a:lnTo>
                <a:lnTo>
                  <a:pt x="16454" y="46"/>
                </a:lnTo>
                <a:lnTo>
                  <a:pt x="18151" y="139"/>
                </a:lnTo>
                <a:lnTo>
                  <a:pt x="19867" y="251"/>
                </a:lnTo>
                <a:lnTo>
                  <a:pt x="21600" y="369"/>
                </a:lnTo>
                <a:close/>
              </a:path>
            </a:pathLst>
          </a:custGeom>
          <a:solidFill>
            <a:srgbClr val="3130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8" name="contour_11626"/>
          <p:cNvSpPr/>
          <p:nvPr/>
        </p:nvSpPr>
        <p:spPr>
          <a:xfrm>
            <a:off x="6970407" y="4561824"/>
            <a:ext cx="43728" cy="30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1"/>
                </a:moveTo>
                <a:lnTo>
                  <a:pt x="21600" y="3687"/>
                </a:lnTo>
                <a:lnTo>
                  <a:pt x="21600" y="7057"/>
                </a:lnTo>
                <a:lnTo>
                  <a:pt x="21600" y="10443"/>
                </a:lnTo>
                <a:lnTo>
                  <a:pt x="21600" y="13844"/>
                </a:lnTo>
                <a:lnTo>
                  <a:pt x="21600" y="17266"/>
                </a:lnTo>
                <a:lnTo>
                  <a:pt x="21600" y="20718"/>
                </a:lnTo>
                <a:lnTo>
                  <a:pt x="18997" y="21065"/>
                </a:lnTo>
                <a:lnTo>
                  <a:pt x="16423" y="21350"/>
                </a:lnTo>
                <a:lnTo>
                  <a:pt x="13864" y="21539"/>
                </a:lnTo>
                <a:lnTo>
                  <a:pt x="11311" y="21600"/>
                </a:lnTo>
                <a:lnTo>
                  <a:pt x="8755" y="21503"/>
                </a:lnTo>
                <a:lnTo>
                  <a:pt x="6188" y="21223"/>
                </a:lnTo>
                <a:lnTo>
                  <a:pt x="3600" y="20718"/>
                </a:lnTo>
                <a:lnTo>
                  <a:pt x="2167" y="16924"/>
                </a:lnTo>
                <a:lnTo>
                  <a:pt x="1264" y="14232"/>
                </a:lnTo>
                <a:lnTo>
                  <a:pt x="716" y="11907"/>
                </a:lnTo>
                <a:lnTo>
                  <a:pt x="353" y="9214"/>
                </a:lnTo>
                <a:lnTo>
                  <a:pt x="0" y="5420"/>
                </a:lnTo>
                <a:lnTo>
                  <a:pt x="2322" y="3488"/>
                </a:lnTo>
                <a:lnTo>
                  <a:pt x="4619" y="2060"/>
                </a:lnTo>
                <a:lnTo>
                  <a:pt x="6908" y="1066"/>
                </a:lnTo>
                <a:lnTo>
                  <a:pt x="9216" y="439"/>
                </a:lnTo>
                <a:lnTo>
                  <a:pt x="11552" y="107"/>
                </a:lnTo>
                <a:lnTo>
                  <a:pt x="13939" y="0"/>
                </a:lnTo>
                <a:lnTo>
                  <a:pt x="16398" y="46"/>
                </a:lnTo>
                <a:lnTo>
                  <a:pt x="18943" y="178"/>
                </a:lnTo>
                <a:lnTo>
                  <a:pt x="21600" y="321"/>
                </a:lnTo>
                <a:close/>
              </a:path>
            </a:pathLst>
          </a:custGeom>
          <a:solidFill>
            <a:srgbClr val="1818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29" name="contour_11627"/>
          <p:cNvSpPr/>
          <p:nvPr/>
        </p:nvSpPr>
        <p:spPr>
          <a:xfrm>
            <a:off x="1342678" y="4562283"/>
            <a:ext cx="4512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0" y="0"/>
                </a:moveTo>
                <a:lnTo>
                  <a:pt x="1723" y="135"/>
                </a:lnTo>
                <a:lnTo>
                  <a:pt x="2690" y="262"/>
                </a:lnTo>
                <a:lnTo>
                  <a:pt x="3747" y="397"/>
                </a:lnTo>
                <a:lnTo>
                  <a:pt x="5065" y="567"/>
                </a:lnTo>
                <a:lnTo>
                  <a:pt x="6816" y="794"/>
                </a:lnTo>
                <a:lnTo>
                  <a:pt x="9174" y="1096"/>
                </a:lnTo>
                <a:lnTo>
                  <a:pt x="12307" y="1501"/>
                </a:lnTo>
                <a:lnTo>
                  <a:pt x="16392" y="2028"/>
                </a:lnTo>
                <a:lnTo>
                  <a:pt x="21600" y="2700"/>
                </a:lnTo>
                <a:lnTo>
                  <a:pt x="19873" y="4037"/>
                </a:lnTo>
                <a:lnTo>
                  <a:pt x="18136" y="5378"/>
                </a:lnTo>
                <a:lnTo>
                  <a:pt x="16392" y="6731"/>
                </a:lnTo>
                <a:lnTo>
                  <a:pt x="14623" y="8100"/>
                </a:lnTo>
                <a:lnTo>
                  <a:pt x="13776" y="10168"/>
                </a:lnTo>
                <a:lnTo>
                  <a:pt x="13266" y="11596"/>
                </a:lnTo>
                <a:lnTo>
                  <a:pt x="12890" y="13046"/>
                </a:lnTo>
                <a:lnTo>
                  <a:pt x="12443" y="15188"/>
                </a:lnTo>
                <a:lnTo>
                  <a:pt x="12049" y="16999"/>
                </a:lnTo>
                <a:lnTo>
                  <a:pt x="11651" y="18838"/>
                </a:lnTo>
                <a:lnTo>
                  <a:pt x="11393" y="20207"/>
                </a:lnTo>
                <a:lnTo>
                  <a:pt x="11135" y="21600"/>
                </a:lnTo>
                <a:lnTo>
                  <a:pt x="8093" y="18959"/>
                </a:lnTo>
                <a:lnTo>
                  <a:pt x="5662" y="16799"/>
                </a:lnTo>
                <a:lnTo>
                  <a:pt x="3767" y="15023"/>
                </a:lnTo>
                <a:lnTo>
                  <a:pt x="2344" y="13524"/>
                </a:lnTo>
                <a:lnTo>
                  <a:pt x="1333" y="12201"/>
                </a:lnTo>
                <a:lnTo>
                  <a:pt x="656" y="10959"/>
                </a:lnTo>
                <a:lnTo>
                  <a:pt x="251" y="9690"/>
                </a:lnTo>
                <a:lnTo>
                  <a:pt x="56" y="8294"/>
                </a:lnTo>
                <a:lnTo>
                  <a:pt x="0" y="6674"/>
                </a:lnTo>
                <a:lnTo>
                  <a:pt x="14" y="4725"/>
                </a:lnTo>
                <a:lnTo>
                  <a:pt x="230" y="3164"/>
                </a:lnTo>
                <a:lnTo>
                  <a:pt x="450" y="1593"/>
                </a:lnTo>
                <a:lnTo>
                  <a:pt x="670" y="0"/>
                </a:lnTo>
                <a:close/>
              </a:path>
            </a:pathLst>
          </a:custGeom>
          <a:solidFill>
            <a:srgbClr val="898B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0" name="contour_11628"/>
          <p:cNvSpPr/>
          <p:nvPr/>
        </p:nvSpPr>
        <p:spPr>
          <a:xfrm>
            <a:off x="986747" y="4533131"/>
            <a:ext cx="5123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65" y="0"/>
                </a:moveTo>
                <a:lnTo>
                  <a:pt x="4667" y="1022"/>
                </a:lnTo>
                <a:lnTo>
                  <a:pt x="6167" y="2048"/>
                </a:lnTo>
                <a:lnTo>
                  <a:pt x="7663" y="3074"/>
                </a:lnTo>
                <a:lnTo>
                  <a:pt x="9159" y="4102"/>
                </a:lnTo>
                <a:lnTo>
                  <a:pt x="10656" y="5130"/>
                </a:lnTo>
                <a:lnTo>
                  <a:pt x="12047" y="6083"/>
                </a:lnTo>
                <a:lnTo>
                  <a:pt x="13445" y="7044"/>
                </a:lnTo>
                <a:lnTo>
                  <a:pt x="14868" y="8016"/>
                </a:lnTo>
                <a:lnTo>
                  <a:pt x="17182" y="9785"/>
                </a:lnTo>
                <a:lnTo>
                  <a:pt x="18770" y="11057"/>
                </a:lnTo>
                <a:lnTo>
                  <a:pt x="19818" y="12031"/>
                </a:lnTo>
                <a:lnTo>
                  <a:pt x="20515" y="12900"/>
                </a:lnTo>
                <a:lnTo>
                  <a:pt x="21047" y="13865"/>
                </a:lnTo>
                <a:lnTo>
                  <a:pt x="21600" y="15120"/>
                </a:lnTo>
                <a:lnTo>
                  <a:pt x="20371" y="16613"/>
                </a:lnTo>
                <a:lnTo>
                  <a:pt x="19452" y="17699"/>
                </a:lnTo>
                <a:lnTo>
                  <a:pt x="18672" y="18563"/>
                </a:lnTo>
                <a:lnTo>
                  <a:pt x="17858" y="19380"/>
                </a:lnTo>
                <a:lnTo>
                  <a:pt x="16844" y="20332"/>
                </a:lnTo>
                <a:lnTo>
                  <a:pt x="15455" y="21600"/>
                </a:lnTo>
                <a:lnTo>
                  <a:pt x="15931" y="20125"/>
                </a:lnTo>
                <a:lnTo>
                  <a:pt x="16414" y="18630"/>
                </a:lnTo>
                <a:lnTo>
                  <a:pt x="16097" y="17470"/>
                </a:lnTo>
                <a:lnTo>
                  <a:pt x="15778" y="16304"/>
                </a:lnTo>
                <a:lnTo>
                  <a:pt x="15455" y="15120"/>
                </a:lnTo>
                <a:lnTo>
                  <a:pt x="13347" y="14522"/>
                </a:lnTo>
                <a:lnTo>
                  <a:pt x="11826" y="14124"/>
                </a:lnTo>
                <a:lnTo>
                  <a:pt x="10149" y="13753"/>
                </a:lnTo>
                <a:lnTo>
                  <a:pt x="7583" y="13230"/>
                </a:lnTo>
                <a:lnTo>
                  <a:pt x="5060" y="12642"/>
                </a:lnTo>
                <a:lnTo>
                  <a:pt x="3441" y="12193"/>
                </a:lnTo>
                <a:lnTo>
                  <a:pt x="2019" y="11655"/>
                </a:lnTo>
                <a:lnTo>
                  <a:pt x="92" y="10800"/>
                </a:lnTo>
                <a:lnTo>
                  <a:pt x="0" y="9359"/>
                </a:lnTo>
                <a:lnTo>
                  <a:pt x="83" y="7970"/>
                </a:lnTo>
                <a:lnTo>
                  <a:pt x="323" y="6618"/>
                </a:lnTo>
                <a:lnTo>
                  <a:pt x="694" y="5294"/>
                </a:lnTo>
                <a:lnTo>
                  <a:pt x="1186" y="3981"/>
                </a:lnTo>
                <a:lnTo>
                  <a:pt x="1773" y="2670"/>
                </a:lnTo>
                <a:lnTo>
                  <a:pt x="2440" y="1346"/>
                </a:lnTo>
                <a:lnTo>
                  <a:pt x="3165" y="0"/>
                </a:lnTo>
                <a:close/>
              </a:path>
            </a:pathLst>
          </a:custGeom>
          <a:solidFill>
            <a:srgbClr val="7977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1" name="contour_11629"/>
          <p:cNvSpPr/>
          <p:nvPr/>
        </p:nvSpPr>
        <p:spPr>
          <a:xfrm>
            <a:off x="7187625" y="4547707"/>
            <a:ext cx="74301" cy="357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" y="0"/>
                </a:moveTo>
                <a:lnTo>
                  <a:pt x="1462" y="2178"/>
                </a:lnTo>
                <a:lnTo>
                  <a:pt x="2515" y="4366"/>
                </a:lnTo>
                <a:lnTo>
                  <a:pt x="3576" y="6571"/>
                </a:lnTo>
                <a:lnTo>
                  <a:pt x="4651" y="8802"/>
                </a:lnTo>
                <a:lnTo>
                  <a:pt x="5701" y="6619"/>
                </a:lnTo>
                <a:lnTo>
                  <a:pt x="6769" y="4401"/>
                </a:lnTo>
                <a:lnTo>
                  <a:pt x="8485" y="4190"/>
                </a:lnTo>
                <a:lnTo>
                  <a:pt x="9737" y="4071"/>
                </a:lnTo>
                <a:lnTo>
                  <a:pt x="10884" y="4031"/>
                </a:lnTo>
                <a:lnTo>
                  <a:pt x="12290" y="4053"/>
                </a:lnTo>
                <a:lnTo>
                  <a:pt x="14316" y="4128"/>
                </a:lnTo>
                <a:lnTo>
                  <a:pt x="14922" y="4146"/>
                </a:lnTo>
                <a:lnTo>
                  <a:pt x="15988" y="4177"/>
                </a:lnTo>
                <a:lnTo>
                  <a:pt x="18430" y="4247"/>
                </a:lnTo>
                <a:lnTo>
                  <a:pt x="18897" y="4269"/>
                </a:lnTo>
                <a:lnTo>
                  <a:pt x="19719" y="4309"/>
                </a:lnTo>
                <a:lnTo>
                  <a:pt x="21600" y="4401"/>
                </a:lnTo>
                <a:lnTo>
                  <a:pt x="20392" y="5655"/>
                </a:lnTo>
                <a:lnTo>
                  <a:pt x="19187" y="6905"/>
                </a:lnTo>
                <a:lnTo>
                  <a:pt x="17977" y="8155"/>
                </a:lnTo>
                <a:lnTo>
                  <a:pt x="16767" y="9400"/>
                </a:lnTo>
                <a:lnTo>
                  <a:pt x="15558" y="10642"/>
                </a:lnTo>
                <a:lnTo>
                  <a:pt x="14365" y="11918"/>
                </a:lnTo>
                <a:lnTo>
                  <a:pt x="13178" y="13216"/>
                </a:lnTo>
                <a:lnTo>
                  <a:pt x="11998" y="14545"/>
                </a:lnTo>
                <a:lnTo>
                  <a:pt x="10824" y="15901"/>
                </a:lnTo>
                <a:lnTo>
                  <a:pt x="9731" y="17155"/>
                </a:lnTo>
                <a:lnTo>
                  <a:pt x="8623" y="18431"/>
                </a:lnTo>
                <a:lnTo>
                  <a:pt x="7629" y="19615"/>
                </a:lnTo>
                <a:lnTo>
                  <a:pt x="6621" y="20817"/>
                </a:lnTo>
                <a:lnTo>
                  <a:pt x="5146" y="21600"/>
                </a:lnTo>
                <a:lnTo>
                  <a:pt x="4028" y="21543"/>
                </a:lnTo>
                <a:lnTo>
                  <a:pt x="2301" y="20597"/>
                </a:lnTo>
                <a:lnTo>
                  <a:pt x="958" y="18330"/>
                </a:lnTo>
                <a:lnTo>
                  <a:pt x="360" y="16446"/>
                </a:lnTo>
                <a:lnTo>
                  <a:pt x="0" y="13322"/>
                </a:lnTo>
                <a:lnTo>
                  <a:pt x="83" y="10659"/>
                </a:lnTo>
                <a:lnTo>
                  <a:pt x="165" y="7992"/>
                </a:lnTo>
                <a:lnTo>
                  <a:pt x="248" y="5330"/>
                </a:lnTo>
                <a:lnTo>
                  <a:pt x="331" y="2663"/>
                </a:lnTo>
                <a:lnTo>
                  <a:pt x="413" y="0"/>
                </a:lnTo>
                <a:close/>
              </a:path>
            </a:pathLst>
          </a:custGeom>
          <a:solidFill>
            <a:srgbClr val="E7E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2" name="contour_11630"/>
          <p:cNvSpPr/>
          <p:nvPr/>
        </p:nvSpPr>
        <p:spPr>
          <a:xfrm>
            <a:off x="10359323" y="4533131"/>
            <a:ext cx="8745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01" y="853"/>
                </a:lnTo>
                <a:lnTo>
                  <a:pt x="2401" y="1706"/>
                </a:lnTo>
                <a:lnTo>
                  <a:pt x="3602" y="2565"/>
                </a:lnTo>
                <a:lnTo>
                  <a:pt x="4802" y="3429"/>
                </a:lnTo>
                <a:lnTo>
                  <a:pt x="6001" y="4293"/>
                </a:lnTo>
                <a:lnTo>
                  <a:pt x="7202" y="5157"/>
                </a:lnTo>
                <a:lnTo>
                  <a:pt x="8401" y="6026"/>
                </a:lnTo>
                <a:lnTo>
                  <a:pt x="9601" y="6896"/>
                </a:lnTo>
                <a:lnTo>
                  <a:pt x="10800" y="7765"/>
                </a:lnTo>
                <a:lnTo>
                  <a:pt x="11831" y="8489"/>
                </a:lnTo>
                <a:lnTo>
                  <a:pt x="12870" y="9223"/>
                </a:lnTo>
                <a:lnTo>
                  <a:pt x="13921" y="9968"/>
                </a:lnTo>
                <a:lnTo>
                  <a:pt x="14897" y="10681"/>
                </a:lnTo>
                <a:lnTo>
                  <a:pt x="15880" y="11399"/>
                </a:lnTo>
                <a:lnTo>
                  <a:pt x="16875" y="12128"/>
                </a:lnTo>
                <a:lnTo>
                  <a:pt x="17278" y="12420"/>
                </a:lnTo>
                <a:lnTo>
                  <a:pt x="17989" y="12928"/>
                </a:lnTo>
                <a:lnTo>
                  <a:pt x="19616" y="14099"/>
                </a:lnTo>
                <a:lnTo>
                  <a:pt x="20110" y="14623"/>
                </a:lnTo>
                <a:lnTo>
                  <a:pt x="21600" y="16200"/>
                </a:lnTo>
                <a:lnTo>
                  <a:pt x="21600" y="18878"/>
                </a:lnTo>
                <a:lnTo>
                  <a:pt x="21600" y="21600"/>
                </a:lnTo>
                <a:lnTo>
                  <a:pt x="20329" y="21600"/>
                </a:lnTo>
                <a:lnTo>
                  <a:pt x="19058" y="21600"/>
                </a:lnTo>
                <a:lnTo>
                  <a:pt x="17788" y="21600"/>
                </a:lnTo>
                <a:lnTo>
                  <a:pt x="16517" y="21600"/>
                </a:lnTo>
                <a:lnTo>
                  <a:pt x="15248" y="21600"/>
                </a:lnTo>
                <a:lnTo>
                  <a:pt x="13977" y="21600"/>
                </a:lnTo>
                <a:lnTo>
                  <a:pt x="12706" y="21600"/>
                </a:lnTo>
                <a:lnTo>
                  <a:pt x="11435" y="21600"/>
                </a:lnTo>
                <a:lnTo>
                  <a:pt x="10165" y="21600"/>
                </a:lnTo>
                <a:lnTo>
                  <a:pt x="8894" y="21600"/>
                </a:lnTo>
                <a:lnTo>
                  <a:pt x="7623" y="21600"/>
                </a:lnTo>
                <a:lnTo>
                  <a:pt x="6352" y="21600"/>
                </a:lnTo>
                <a:lnTo>
                  <a:pt x="5083" y="21600"/>
                </a:lnTo>
                <a:lnTo>
                  <a:pt x="3812" y="21600"/>
                </a:lnTo>
                <a:lnTo>
                  <a:pt x="2542" y="21600"/>
                </a:lnTo>
                <a:lnTo>
                  <a:pt x="127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7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3" name="contour_11631"/>
          <p:cNvSpPr/>
          <p:nvPr/>
        </p:nvSpPr>
        <p:spPr>
          <a:xfrm>
            <a:off x="1817797" y="4555170"/>
            <a:ext cx="80168" cy="286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77" y="534"/>
                </a:moveTo>
                <a:lnTo>
                  <a:pt x="8768" y="732"/>
                </a:lnTo>
                <a:lnTo>
                  <a:pt x="10555" y="1337"/>
                </a:lnTo>
                <a:lnTo>
                  <a:pt x="11165" y="1574"/>
                </a:lnTo>
                <a:lnTo>
                  <a:pt x="13009" y="2272"/>
                </a:lnTo>
                <a:lnTo>
                  <a:pt x="14250" y="2707"/>
                </a:lnTo>
                <a:lnTo>
                  <a:pt x="15509" y="3147"/>
                </a:lnTo>
                <a:lnTo>
                  <a:pt x="16728" y="3576"/>
                </a:lnTo>
                <a:lnTo>
                  <a:pt x="17948" y="4016"/>
                </a:lnTo>
                <a:lnTo>
                  <a:pt x="19165" y="4462"/>
                </a:lnTo>
                <a:lnTo>
                  <a:pt x="20383" y="4913"/>
                </a:lnTo>
                <a:lnTo>
                  <a:pt x="21600" y="5370"/>
                </a:lnTo>
                <a:lnTo>
                  <a:pt x="21600" y="8099"/>
                </a:lnTo>
                <a:lnTo>
                  <a:pt x="21600" y="10872"/>
                </a:lnTo>
                <a:lnTo>
                  <a:pt x="20373" y="11884"/>
                </a:lnTo>
                <a:lnTo>
                  <a:pt x="19151" y="12841"/>
                </a:lnTo>
                <a:lnTo>
                  <a:pt x="17934" y="13760"/>
                </a:lnTo>
                <a:lnTo>
                  <a:pt x="16713" y="14640"/>
                </a:lnTo>
                <a:lnTo>
                  <a:pt x="15489" y="15477"/>
                </a:lnTo>
                <a:lnTo>
                  <a:pt x="14254" y="16285"/>
                </a:lnTo>
                <a:lnTo>
                  <a:pt x="13009" y="17061"/>
                </a:lnTo>
                <a:lnTo>
                  <a:pt x="11792" y="17881"/>
                </a:lnTo>
                <a:lnTo>
                  <a:pt x="10555" y="18717"/>
                </a:lnTo>
                <a:lnTo>
                  <a:pt x="9963" y="19086"/>
                </a:lnTo>
                <a:lnTo>
                  <a:pt x="8177" y="20197"/>
                </a:lnTo>
                <a:lnTo>
                  <a:pt x="7095" y="20885"/>
                </a:lnTo>
                <a:lnTo>
                  <a:pt x="5995" y="21578"/>
                </a:lnTo>
                <a:lnTo>
                  <a:pt x="4569" y="21600"/>
                </a:lnTo>
                <a:lnTo>
                  <a:pt x="3360" y="21165"/>
                </a:lnTo>
                <a:lnTo>
                  <a:pt x="2264" y="20203"/>
                </a:lnTo>
                <a:lnTo>
                  <a:pt x="1178" y="18629"/>
                </a:lnTo>
                <a:lnTo>
                  <a:pt x="0" y="16373"/>
                </a:lnTo>
                <a:lnTo>
                  <a:pt x="0" y="12737"/>
                </a:lnTo>
                <a:lnTo>
                  <a:pt x="0" y="9078"/>
                </a:lnTo>
                <a:lnTo>
                  <a:pt x="0" y="5370"/>
                </a:lnTo>
                <a:lnTo>
                  <a:pt x="1335" y="2965"/>
                </a:lnTo>
                <a:lnTo>
                  <a:pt x="2610" y="1337"/>
                </a:lnTo>
                <a:lnTo>
                  <a:pt x="3880" y="380"/>
                </a:lnTo>
                <a:lnTo>
                  <a:pt x="5196" y="0"/>
                </a:lnTo>
                <a:lnTo>
                  <a:pt x="6610" y="83"/>
                </a:lnTo>
                <a:lnTo>
                  <a:pt x="8177" y="534"/>
                </a:lnTo>
                <a:close/>
              </a:path>
            </a:pathLst>
          </a:custGeom>
          <a:solidFill>
            <a:srgbClr val="E4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4" name="contour_11632"/>
          <p:cNvSpPr/>
          <p:nvPr/>
        </p:nvSpPr>
        <p:spPr>
          <a:xfrm>
            <a:off x="11510825" y="4547707"/>
            <a:ext cx="51016" cy="30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098" y="119"/>
                </a:lnTo>
                <a:lnTo>
                  <a:pt x="7072" y="388"/>
                </a:lnTo>
                <a:lnTo>
                  <a:pt x="9023" y="808"/>
                </a:lnTo>
                <a:lnTo>
                  <a:pt x="10945" y="1373"/>
                </a:lnTo>
                <a:lnTo>
                  <a:pt x="12852" y="2093"/>
                </a:lnTo>
                <a:lnTo>
                  <a:pt x="14747" y="2968"/>
                </a:lnTo>
                <a:lnTo>
                  <a:pt x="16632" y="3994"/>
                </a:lnTo>
                <a:lnTo>
                  <a:pt x="18514" y="5180"/>
                </a:lnTo>
                <a:lnTo>
                  <a:pt x="19742" y="9189"/>
                </a:lnTo>
                <a:lnTo>
                  <a:pt x="20517" y="12002"/>
                </a:lnTo>
                <a:lnTo>
                  <a:pt x="20986" y="14364"/>
                </a:lnTo>
                <a:lnTo>
                  <a:pt x="21298" y="17021"/>
                </a:lnTo>
                <a:lnTo>
                  <a:pt x="21600" y="20719"/>
                </a:lnTo>
                <a:lnTo>
                  <a:pt x="19523" y="20994"/>
                </a:lnTo>
                <a:lnTo>
                  <a:pt x="17459" y="21237"/>
                </a:lnTo>
                <a:lnTo>
                  <a:pt x="15404" y="21424"/>
                </a:lnTo>
                <a:lnTo>
                  <a:pt x="13358" y="21553"/>
                </a:lnTo>
                <a:lnTo>
                  <a:pt x="11312" y="21600"/>
                </a:lnTo>
                <a:lnTo>
                  <a:pt x="9263" y="21559"/>
                </a:lnTo>
                <a:lnTo>
                  <a:pt x="7214" y="21403"/>
                </a:lnTo>
                <a:lnTo>
                  <a:pt x="5156" y="21129"/>
                </a:lnTo>
                <a:lnTo>
                  <a:pt x="3086" y="20719"/>
                </a:lnTo>
                <a:lnTo>
                  <a:pt x="1672" y="17021"/>
                </a:lnTo>
                <a:lnTo>
                  <a:pt x="805" y="14364"/>
                </a:lnTo>
                <a:lnTo>
                  <a:pt x="336" y="12002"/>
                </a:lnTo>
                <a:lnTo>
                  <a:pt x="117" y="9189"/>
                </a:lnTo>
                <a:lnTo>
                  <a:pt x="0" y="5180"/>
                </a:lnTo>
                <a:lnTo>
                  <a:pt x="1531" y="2611"/>
                </a:lnTo>
                <a:lnTo>
                  <a:pt x="3086" y="0"/>
                </a:lnTo>
                <a:close/>
              </a:path>
            </a:pathLst>
          </a:custGeom>
          <a:solidFill>
            <a:srgbClr val="E2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5" name="contour_11633"/>
          <p:cNvSpPr/>
          <p:nvPr/>
        </p:nvSpPr>
        <p:spPr>
          <a:xfrm>
            <a:off x="8777398" y="4503979"/>
            <a:ext cx="44158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" y="0"/>
                </a:moveTo>
                <a:lnTo>
                  <a:pt x="2125" y="930"/>
                </a:lnTo>
                <a:lnTo>
                  <a:pt x="3911" y="1861"/>
                </a:lnTo>
                <a:lnTo>
                  <a:pt x="5576" y="2793"/>
                </a:lnTo>
                <a:lnTo>
                  <a:pt x="7123" y="3725"/>
                </a:lnTo>
                <a:lnTo>
                  <a:pt x="8559" y="4664"/>
                </a:lnTo>
                <a:lnTo>
                  <a:pt x="9896" y="5606"/>
                </a:lnTo>
                <a:lnTo>
                  <a:pt x="11133" y="6558"/>
                </a:lnTo>
                <a:lnTo>
                  <a:pt x="12278" y="7517"/>
                </a:lnTo>
                <a:lnTo>
                  <a:pt x="13336" y="8489"/>
                </a:lnTo>
                <a:lnTo>
                  <a:pt x="14317" y="9472"/>
                </a:lnTo>
                <a:lnTo>
                  <a:pt x="15222" y="10469"/>
                </a:lnTo>
                <a:lnTo>
                  <a:pt x="16064" y="11483"/>
                </a:lnTo>
                <a:lnTo>
                  <a:pt x="16841" y="12515"/>
                </a:lnTo>
                <a:lnTo>
                  <a:pt x="17564" y="13565"/>
                </a:lnTo>
                <a:lnTo>
                  <a:pt x="18238" y="14636"/>
                </a:lnTo>
                <a:lnTo>
                  <a:pt x="18869" y="15730"/>
                </a:lnTo>
                <a:lnTo>
                  <a:pt x="19465" y="16850"/>
                </a:lnTo>
                <a:lnTo>
                  <a:pt x="20028" y="17993"/>
                </a:lnTo>
                <a:lnTo>
                  <a:pt x="20570" y="19166"/>
                </a:lnTo>
                <a:lnTo>
                  <a:pt x="21090" y="20367"/>
                </a:lnTo>
                <a:lnTo>
                  <a:pt x="21600" y="21600"/>
                </a:lnTo>
                <a:lnTo>
                  <a:pt x="19625" y="20816"/>
                </a:lnTo>
                <a:lnTo>
                  <a:pt x="17771" y="20005"/>
                </a:lnTo>
                <a:lnTo>
                  <a:pt x="16032" y="19166"/>
                </a:lnTo>
                <a:lnTo>
                  <a:pt x="14402" y="18300"/>
                </a:lnTo>
                <a:lnTo>
                  <a:pt x="12877" y="17408"/>
                </a:lnTo>
                <a:lnTo>
                  <a:pt x="11443" y="16491"/>
                </a:lnTo>
                <a:lnTo>
                  <a:pt x="10103" y="15550"/>
                </a:lnTo>
                <a:lnTo>
                  <a:pt x="8848" y="14587"/>
                </a:lnTo>
                <a:lnTo>
                  <a:pt x="7668" y="13600"/>
                </a:lnTo>
                <a:lnTo>
                  <a:pt x="6556" y="12591"/>
                </a:lnTo>
                <a:lnTo>
                  <a:pt x="5511" y="11561"/>
                </a:lnTo>
                <a:lnTo>
                  <a:pt x="4520" y="10511"/>
                </a:lnTo>
                <a:lnTo>
                  <a:pt x="3583" y="9443"/>
                </a:lnTo>
                <a:lnTo>
                  <a:pt x="2688" y="8354"/>
                </a:lnTo>
                <a:lnTo>
                  <a:pt x="1832" y="7248"/>
                </a:lnTo>
                <a:lnTo>
                  <a:pt x="1009" y="6124"/>
                </a:lnTo>
                <a:lnTo>
                  <a:pt x="210" y="4985"/>
                </a:lnTo>
                <a:lnTo>
                  <a:pt x="71" y="3574"/>
                </a:lnTo>
                <a:lnTo>
                  <a:pt x="0" y="2609"/>
                </a:lnTo>
                <a:lnTo>
                  <a:pt x="0" y="1851"/>
                </a:lnTo>
                <a:lnTo>
                  <a:pt x="71" y="1062"/>
                </a:lnTo>
                <a:lnTo>
                  <a:pt x="210" y="0"/>
                </a:lnTo>
                <a:close/>
              </a:path>
            </a:pathLst>
          </a:custGeom>
          <a:solidFill>
            <a:srgbClr val="F3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6" name="contour_11634"/>
          <p:cNvSpPr/>
          <p:nvPr/>
        </p:nvSpPr>
        <p:spPr>
          <a:xfrm>
            <a:off x="1140013" y="4525048"/>
            <a:ext cx="51016" cy="38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0"/>
                </a:moveTo>
                <a:lnTo>
                  <a:pt x="14318" y="611"/>
                </a:lnTo>
                <a:lnTo>
                  <a:pt x="15635" y="1149"/>
                </a:lnTo>
                <a:lnTo>
                  <a:pt x="16999" y="1832"/>
                </a:lnTo>
                <a:lnTo>
                  <a:pt x="18844" y="2871"/>
                </a:lnTo>
                <a:lnTo>
                  <a:pt x="21600" y="4485"/>
                </a:lnTo>
                <a:lnTo>
                  <a:pt x="21548" y="7470"/>
                </a:lnTo>
                <a:lnTo>
                  <a:pt x="21390" y="10280"/>
                </a:lnTo>
                <a:lnTo>
                  <a:pt x="21066" y="12962"/>
                </a:lnTo>
                <a:lnTo>
                  <a:pt x="20520" y="15554"/>
                </a:lnTo>
                <a:lnTo>
                  <a:pt x="19690" y="18106"/>
                </a:lnTo>
                <a:lnTo>
                  <a:pt x="18514" y="20662"/>
                </a:lnTo>
                <a:lnTo>
                  <a:pt x="16438" y="21099"/>
                </a:lnTo>
                <a:lnTo>
                  <a:pt x="14379" y="21394"/>
                </a:lnTo>
                <a:lnTo>
                  <a:pt x="12334" y="21556"/>
                </a:lnTo>
                <a:lnTo>
                  <a:pt x="10294" y="21600"/>
                </a:lnTo>
                <a:lnTo>
                  <a:pt x="8254" y="21547"/>
                </a:lnTo>
                <a:lnTo>
                  <a:pt x="6212" y="21410"/>
                </a:lnTo>
                <a:lnTo>
                  <a:pt x="4156" y="21208"/>
                </a:lnTo>
                <a:lnTo>
                  <a:pt x="2089" y="20953"/>
                </a:lnTo>
                <a:lnTo>
                  <a:pt x="0" y="20662"/>
                </a:lnTo>
                <a:lnTo>
                  <a:pt x="1885" y="15263"/>
                </a:lnTo>
                <a:lnTo>
                  <a:pt x="3431" y="10935"/>
                </a:lnTo>
                <a:lnTo>
                  <a:pt x="4712" y="7559"/>
                </a:lnTo>
                <a:lnTo>
                  <a:pt x="5804" y="4999"/>
                </a:lnTo>
                <a:lnTo>
                  <a:pt x="6782" y="3142"/>
                </a:lnTo>
                <a:lnTo>
                  <a:pt x="7724" y="1860"/>
                </a:lnTo>
                <a:lnTo>
                  <a:pt x="8702" y="1027"/>
                </a:lnTo>
                <a:lnTo>
                  <a:pt x="9791" y="522"/>
                </a:lnTo>
                <a:lnTo>
                  <a:pt x="11075" y="222"/>
                </a:lnTo>
                <a:lnTo>
                  <a:pt x="12621" y="0"/>
                </a:lnTo>
                <a:close/>
              </a:path>
            </a:pathLst>
          </a:custGeom>
          <a:solidFill>
            <a:srgbClr val="7E79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7" name="contour_11635"/>
          <p:cNvSpPr/>
          <p:nvPr/>
        </p:nvSpPr>
        <p:spPr>
          <a:xfrm>
            <a:off x="4157242" y="4525843"/>
            <a:ext cx="5837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74" y="223"/>
                </a:lnTo>
                <a:lnTo>
                  <a:pt x="3695" y="461"/>
                </a:lnTo>
                <a:lnTo>
                  <a:pt x="5472" y="725"/>
                </a:lnTo>
                <a:lnTo>
                  <a:pt x="7209" y="1022"/>
                </a:lnTo>
                <a:lnTo>
                  <a:pt x="8916" y="1366"/>
                </a:lnTo>
                <a:lnTo>
                  <a:pt x="10599" y="1757"/>
                </a:lnTo>
                <a:lnTo>
                  <a:pt x="12263" y="2210"/>
                </a:lnTo>
                <a:lnTo>
                  <a:pt x="13916" y="2734"/>
                </a:lnTo>
                <a:lnTo>
                  <a:pt x="15567" y="3331"/>
                </a:lnTo>
                <a:lnTo>
                  <a:pt x="17217" y="4018"/>
                </a:lnTo>
                <a:lnTo>
                  <a:pt x="18879" y="4800"/>
                </a:lnTo>
                <a:lnTo>
                  <a:pt x="19577" y="6466"/>
                </a:lnTo>
                <a:lnTo>
                  <a:pt x="20149" y="8114"/>
                </a:lnTo>
                <a:lnTo>
                  <a:pt x="20610" y="9758"/>
                </a:lnTo>
                <a:lnTo>
                  <a:pt x="20966" y="11400"/>
                </a:lnTo>
                <a:lnTo>
                  <a:pt x="21231" y="13049"/>
                </a:lnTo>
                <a:lnTo>
                  <a:pt x="21414" y="14710"/>
                </a:lnTo>
                <a:lnTo>
                  <a:pt x="21530" y="16387"/>
                </a:lnTo>
                <a:lnTo>
                  <a:pt x="21589" y="18091"/>
                </a:lnTo>
                <a:lnTo>
                  <a:pt x="21600" y="19826"/>
                </a:lnTo>
                <a:lnTo>
                  <a:pt x="21576" y="21600"/>
                </a:lnTo>
                <a:lnTo>
                  <a:pt x="21303" y="20940"/>
                </a:lnTo>
                <a:lnTo>
                  <a:pt x="20823" y="19771"/>
                </a:lnTo>
                <a:lnTo>
                  <a:pt x="19720" y="17100"/>
                </a:lnTo>
                <a:lnTo>
                  <a:pt x="18838" y="15542"/>
                </a:lnTo>
                <a:lnTo>
                  <a:pt x="17989" y="14258"/>
                </a:lnTo>
                <a:lnTo>
                  <a:pt x="17072" y="13183"/>
                </a:lnTo>
                <a:lnTo>
                  <a:pt x="15988" y="12250"/>
                </a:lnTo>
                <a:lnTo>
                  <a:pt x="14636" y="11393"/>
                </a:lnTo>
                <a:lnTo>
                  <a:pt x="12916" y="10548"/>
                </a:lnTo>
                <a:lnTo>
                  <a:pt x="11130" y="10025"/>
                </a:lnTo>
                <a:lnTo>
                  <a:pt x="9337" y="9528"/>
                </a:lnTo>
                <a:lnTo>
                  <a:pt x="7533" y="9058"/>
                </a:lnTo>
                <a:lnTo>
                  <a:pt x="5720" y="8616"/>
                </a:lnTo>
                <a:lnTo>
                  <a:pt x="3946" y="7740"/>
                </a:lnTo>
                <a:lnTo>
                  <a:pt x="2856" y="6910"/>
                </a:lnTo>
                <a:lnTo>
                  <a:pt x="2001" y="5645"/>
                </a:lnTo>
                <a:lnTo>
                  <a:pt x="939" y="3458"/>
                </a:lnTo>
                <a:lnTo>
                  <a:pt x="628" y="2316"/>
                </a:lnTo>
                <a:lnTo>
                  <a:pt x="316" y="1166"/>
                </a:lnTo>
                <a:lnTo>
                  <a:pt x="0" y="0"/>
                </a:lnTo>
                <a:close/>
              </a:path>
            </a:pathLst>
          </a:custGeom>
          <a:solidFill>
            <a:srgbClr val="7E6F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8" name="contour_11636"/>
          <p:cNvSpPr/>
          <p:nvPr/>
        </p:nvSpPr>
        <p:spPr>
          <a:xfrm>
            <a:off x="9725267" y="4518555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20410" y="12101"/>
                </a:lnTo>
                <a:lnTo>
                  <a:pt x="19522" y="12890"/>
                </a:lnTo>
                <a:lnTo>
                  <a:pt x="18492" y="13489"/>
                </a:lnTo>
                <a:lnTo>
                  <a:pt x="16874" y="14218"/>
                </a:lnTo>
                <a:lnTo>
                  <a:pt x="16140" y="14558"/>
                </a:lnTo>
                <a:lnTo>
                  <a:pt x="13921" y="15590"/>
                </a:lnTo>
                <a:lnTo>
                  <a:pt x="13463" y="15779"/>
                </a:lnTo>
                <a:lnTo>
                  <a:pt x="12653" y="16114"/>
                </a:lnTo>
                <a:lnTo>
                  <a:pt x="10800" y="16875"/>
                </a:lnTo>
                <a:lnTo>
                  <a:pt x="9768" y="17339"/>
                </a:lnTo>
                <a:lnTo>
                  <a:pt x="8731" y="17815"/>
                </a:lnTo>
                <a:lnTo>
                  <a:pt x="7679" y="18290"/>
                </a:lnTo>
                <a:lnTo>
                  <a:pt x="6400" y="18862"/>
                </a:lnTo>
                <a:lnTo>
                  <a:pt x="5121" y="19424"/>
                </a:lnTo>
                <a:lnTo>
                  <a:pt x="3843" y="19980"/>
                </a:lnTo>
                <a:lnTo>
                  <a:pt x="2562" y="20525"/>
                </a:lnTo>
                <a:lnTo>
                  <a:pt x="1281" y="21065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E70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39" name="contour_11637"/>
          <p:cNvSpPr/>
          <p:nvPr/>
        </p:nvSpPr>
        <p:spPr>
          <a:xfrm>
            <a:off x="8172925" y="451126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19" y="467"/>
                </a:lnTo>
                <a:lnTo>
                  <a:pt x="19811" y="1076"/>
                </a:lnTo>
                <a:lnTo>
                  <a:pt x="17896" y="2225"/>
                </a:lnTo>
                <a:lnTo>
                  <a:pt x="14400" y="4320"/>
                </a:lnTo>
                <a:lnTo>
                  <a:pt x="13914" y="7452"/>
                </a:lnTo>
                <a:lnTo>
                  <a:pt x="13799" y="9763"/>
                </a:lnTo>
                <a:lnTo>
                  <a:pt x="13950" y="13228"/>
                </a:lnTo>
                <a:lnTo>
                  <a:pt x="14098" y="15993"/>
                </a:lnTo>
                <a:lnTo>
                  <a:pt x="14249" y="18779"/>
                </a:lnTo>
                <a:lnTo>
                  <a:pt x="14400" y="21600"/>
                </a:lnTo>
                <a:lnTo>
                  <a:pt x="12024" y="21600"/>
                </a:lnTo>
                <a:lnTo>
                  <a:pt x="9644" y="21600"/>
                </a:lnTo>
                <a:lnTo>
                  <a:pt x="7254" y="21600"/>
                </a:lnTo>
                <a:lnTo>
                  <a:pt x="4853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DD7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0" name="contour_11638"/>
          <p:cNvSpPr/>
          <p:nvPr/>
        </p:nvSpPr>
        <p:spPr>
          <a:xfrm>
            <a:off x="1941692" y="4518555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100" y="2380"/>
                </a:lnTo>
                <a:lnTo>
                  <a:pt x="8100" y="4774"/>
                </a:lnTo>
                <a:lnTo>
                  <a:pt x="8100" y="7200"/>
                </a:lnTo>
                <a:lnTo>
                  <a:pt x="10009" y="7200"/>
                </a:lnTo>
                <a:lnTo>
                  <a:pt x="11921" y="7200"/>
                </a:lnTo>
                <a:lnTo>
                  <a:pt x="13838" y="7200"/>
                </a:lnTo>
                <a:lnTo>
                  <a:pt x="15763" y="7200"/>
                </a:lnTo>
                <a:lnTo>
                  <a:pt x="17696" y="7200"/>
                </a:lnTo>
                <a:lnTo>
                  <a:pt x="19640" y="7200"/>
                </a:lnTo>
                <a:lnTo>
                  <a:pt x="21600" y="7200"/>
                </a:lnTo>
                <a:lnTo>
                  <a:pt x="21600" y="9338"/>
                </a:lnTo>
                <a:lnTo>
                  <a:pt x="21600" y="11484"/>
                </a:lnTo>
                <a:lnTo>
                  <a:pt x="21600" y="13637"/>
                </a:lnTo>
                <a:lnTo>
                  <a:pt x="21600" y="15808"/>
                </a:lnTo>
                <a:lnTo>
                  <a:pt x="21600" y="18000"/>
                </a:lnTo>
                <a:lnTo>
                  <a:pt x="19815" y="18000"/>
                </a:lnTo>
                <a:lnTo>
                  <a:pt x="18020" y="18000"/>
                </a:lnTo>
                <a:lnTo>
                  <a:pt x="16200" y="18000"/>
                </a:lnTo>
                <a:lnTo>
                  <a:pt x="16200" y="15620"/>
                </a:lnTo>
                <a:lnTo>
                  <a:pt x="16200" y="13226"/>
                </a:lnTo>
                <a:lnTo>
                  <a:pt x="16200" y="10800"/>
                </a:lnTo>
                <a:lnTo>
                  <a:pt x="14553" y="11117"/>
                </a:lnTo>
                <a:lnTo>
                  <a:pt x="12906" y="11448"/>
                </a:lnTo>
                <a:lnTo>
                  <a:pt x="11262" y="11794"/>
                </a:lnTo>
                <a:lnTo>
                  <a:pt x="9617" y="12150"/>
                </a:lnTo>
                <a:lnTo>
                  <a:pt x="7781" y="12528"/>
                </a:lnTo>
                <a:lnTo>
                  <a:pt x="5916" y="12910"/>
                </a:lnTo>
                <a:lnTo>
                  <a:pt x="4325" y="13694"/>
                </a:lnTo>
                <a:lnTo>
                  <a:pt x="3221" y="14540"/>
                </a:lnTo>
                <a:lnTo>
                  <a:pt x="2322" y="15862"/>
                </a:lnTo>
                <a:lnTo>
                  <a:pt x="1345" y="18076"/>
                </a:lnTo>
                <a:lnTo>
                  <a:pt x="0" y="21600"/>
                </a:lnTo>
                <a:lnTo>
                  <a:pt x="297" y="19224"/>
                </a:lnTo>
                <a:lnTo>
                  <a:pt x="594" y="16844"/>
                </a:lnTo>
                <a:lnTo>
                  <a:pt x="891" y="14465"/>
                </a:lnTo>
                <a:lnTo>
                  <a:pt x="1191" y="12078"/>
                </a:lnTo>
                <a:lnTo>
                  <a:pt x="1490" y="9684"/>
                </a:lnTo>
                <a:lnTo>
                  <a:pt x="1790" y="7279"/>
                </a:lnTo>
                <a:lnTo>
                  <a:pt x="2092" y="4867"/>
                </a:lnTo>
                <a:lnTo>
                  <a:pt x="2395" y="2441"/>
                </a:lnTo>
                <a:lnTo>
                  <a:pt x="2700" y="0"/>
                </a:lnTo>
                <a:close/>
              </a:path>
            </a:pathLst>
          </a:custGeom>
          <a:solidFill>
            <a:srgbClr val="C4B3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1" name="contour_11639"/>
          <p:cNvSpPr/>
          <p:nvPr/>
        </p:nvSpPr>
        <p:spPr>
          <a:xfrm>
            <a:off x="1210474" y="4503979"/>
            <a:ext cx="6121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11" y="0"/>
                </a:moveTo>
                <a:lnTo>
                  <a:pt x="15624" y="427"/>
                </a:lnTo>
                <a:lnTo>
                  <a:pt x="16982" y="780"/>
                </a:lnTo>
                <a:lnTo>
                  <a:pt x="18154" y="1191"/>
                </a:lnTo>
                <a:lnTo>
                  <a:pt x="19512" y="1787"/>
                </a:lnTo>
                <a:lnTo>
                  <a:pt x="21425" y="2700"/>
                </a:lnTo>
                <a:lnTo>
                  <a:pt x="21541" y="4765"/>
                </a:lnTo>
                <a:lnTo>
                  <a:pt x="21600" y="6218"/>
                </a:lnTo>
                <a:lnTo>
                  <a:pt x="21600" y="7449"/>
                </a:lnTo>
                <a:lnTo>
                  <a:pt x="21541" y="8848"/>
                </a:lnTo>
                <a:lnTo>
                  <a:pt x="21425" y="10800"/>
                </a:lnTo>
                <a:lnTo>
                  <a:pt x="20155" y="10900"/>
                </a:lnTo>
                <a:lnTo>
                  <a:pt x="18874" y="11003"/>
                </a:lnTo>
                <a:lnTo>
                  <a:pt x="17578" y="11105"/>
                </a:lnTo>
                <a:lnTo>
                  <a:pt x="16845" y="11183"/>
                </a:lnTo>
                <a:lnTo>
                  <a:pt x="15549" y="11324"/>
                </a:lnTo>
                <a:lnTo>
                  <a:pt x="12585" y="11642"/>
                </a:lnTo>
                <a:lnTo>
                  <a:pt x="10941" y="11802"/>
                </a:lnTo>
                <a:lnTo>
                  <a:pt x="9288" y="11958"/>
                </a:lnTo>
                <a:lnTo>
                  <a:pt x="7614" y="12118"/>
                </a:lnTo>
                <a:lnTo>
                  <a:pt x="6231" y="12574"/>
                </a:lnTo>
                <a:lnTo>
                  <a:pt x="4837" y="13033"/>
                </a:lnTo>
                <a:lnTo>
                  <a:pt x="3425" y="13500"/>
                </a:lnTo>
                <a:lnTo>
                  <a:pt x="2512" y="15565"/>
                </a:lnTo>
                <a:lnTo>
                  <a:pt x="1921" y="17018"/>
                </a:lnTo>
                <a:lnTo>
                  <a:pt x="1530" y="18249"/>
                </a:lnTo>
                <a:lnTo>
                  <a:pt x="1216" y="19648"/>
                </a:lnTo>
                <a:lnTo>
                  <a:pt x="854" y="21600"/>
                </a:lnTo>
                <a:lnTo>
                  <a:pt x="381" y="18465"/>
                </a:lnTo>
                <a:lnTo>
                  <a:pt x="95" y="16267"/>
                </a:lnTo>
                <a:lnTo>
                  <a:pt x="0" y="14699"/>
                </a:lnTo>
                <a:lnTo>
                  <a:pt x="95" y="13465"/>
                </a:lnTo>
                <a:lnTo>
                  <a:pt x="381" y="12266"/>
                </a:lnTo>
                <a:lnTo>
                  <a:pt x="854" y="10800"/>
                </a:lnTo>
                <a:lnTo>
                  <a:pt x="2507" y="10268"/>
                </a:lnTo>
                <a:lnTo>
                  <a:pt x="4150" y="9852"/>
                </a:lnTo>
                <a:lnTo>
                  <a:pt x="5788" y="9534"/>
                </a:lnTo>
                <a:lnTo>
                  <a:pt x="7444" y="9277"/>
                </a:lnTo>
                <a:lnTo>
                  <a:pt x="9126" y="9061"/>
                </a:lnTo>
                <a:lnTo>
                  <a:pt x="10849" y="8859"/>
                </a:lnTo>
                <a:lnTo>
                  <a:pt x="12268" y="8483"/>
                </a:lnTo>
                <a:lnTo>
                  <a:pt x="13711" y="8100"/>
                </a:lnTo>
                <a:lnTo>
                  <a:pt x="14097" y="6010"/>
                </a:lnTo>
                <a:lnTo>
                  <a:pt x="14289" y="4544"/>
                </a:lnTo>
                <a:lnTo>
                  <a:pt x="14289" y="3313"/>
                </a:lnTo>
                <a:lnTo>
                  <a:pt x="14097" y="1928"/>
                </a:lnTo>
                <a:lnTo>
                  <a:pt x="13711" y="0"/>
                </a:lnTo>
                <a:close/>
              </a:path>
            </a:pathLst>
          </a:custGeom>
          <a:solidFill>
            <a:srgbClr val="675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2" name="contour_11640"/>
          <p:cNvSpPr/>
          <p:nvPr/>
        </p:nvSpPr>
        <p:spPr>
          <a:xfrm>
            <a:off x="6598719" y="4489403"/>
            <a:ext cx="4555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4" y="0"/>
                </a:moveTo>
                <a:lnTo>
                  <a:pt x="15262" y="1493"/>
                </a:lnTo>
                <a:lnTo>
                  <a:pt x="16575" y="2919"/>
                </a:lnTo>
                <a:lnTo>
                  <a:pt x="17760" y="4317"/>
                </a:lnTo>
                <a:lnTo>
                  <a:pt x="18811" y="5729"/>
                </a:lnTo>
                <a:lnTo>
                  <a:pt x="19723" y="7187"/>
                </a:lnTo>
                <a:lnTo>
                  <a:pt x="20494" y="8735"/>
                </a:lnTo>
                <a:lnTo>
                  <a:pt x="21123" y="10403"/>
                </a:lnTo>
                <a:lnTo>
                  <a:pt x="21600" y="12234"/>
                </a:lnTo>
                <a:lnTo>
                  <a:pt x="21317" y="13546"/>
                </a:lnTo>
                <a:lnTo>
                  <a:pt x="21026" y="14863"/>
                </a:lnTo>
                <a:lnTo>
                  <a:pt x="20736" y="16200"/>
                </a:lnTo>
                <a:lnTo>
                  <a:pt x="18476" y="17172"/>
                </a:lnTo>
                <a:lnTo>
                  <a:pt x="16807" y="17825"/>
                </a:lnTo>
                <a:lnTo>
                  <a:pt x="15231" y="18311"/>
                </a:lnTo>
                <a:lnTo>
                  <a:pt x="13250" y="18789"/>
                </a:lnTo>
                <a:lnTo>
                  <a:pt x="10368" y="19408"/>
                </a:lnTo>
                <a:lnTo>
                  <a:pt x="8440" y="19834"/>
                </a:lnTo>
                <a:lnTo>
                  <a:pt x="6501" y="20266"/>
                </a:lnTo>
                <a:lnTo>
                  <a:pt x="4534" y="20704"/>
                </a:lnTo>
                <a:lnTo>
                  <a:pt x="3408" y="20928"/>
                </a:lnTo>
                <a:lnTo>
                  <a:pt x="0" y="21600"/>
                </a:lnTo>
                <a:lnTo>
                  <a:pt x="1064" y="19939"/>
                </a:lnTo>
                <a:lnTo>
                  <a:pt x="2125" y="18276"/>
                </a:lnTo>
                <a:lnTo>
                  <a:pt x="3190" y="16616"/>
                </a:lnTo>
                <a:lnTo>
                  <a:pt x="4254" y="14953"/>
                </a:lnTo>
                <a:lnTo>
                  <a:pt x="5315" y="13292"/>
                </a:lnTo>
                <a:lnTo>
                  <a:pt x="6380" y="11632"/>
                </a:lnTo>
                <a:lnTo>
                  <a:pt x="7444" y="9968"/>
                </a:lnTo>
                <a:lnTo>
                  <a:pt x="8509" y="8308"/>
                </a:lnTo>
                <a:lnTo>
                  <a:pt x="9570" y="6647"/>
                </a:lnTo>
                <a:lnTo>
                  <a:pt x="10634" y="4984"/>
                </a:lnTo>
                <a:lnTo>
                  <a:pt x="11699" y="3324"/>
                </a:lnTo>
                <a:lnTo>
                  <a:pt x="12760" y="1661"/>
                </a:lnTo>
                <a:lnTo>
                  <a:pt x="13824" y="0"/>
                </a:ln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3" name="contour_11641"/>
          <p:cNvSpPr/>
          <p:nvPr/>
        </p:nvSpPr>
        <p:spPr>
          <a:xfrm>
            <a:off x="1037982" y="4496691"/>
            <a:ext cx="51016" cy="458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474" y="440"/>
                </a:lnTo>
                <a:lnTo>
                  <a:pt x="7150" y="839"/>
                </a:lnTo>
                <a:lnTo>
                  <a:pt x="8557" y="1361"/>
                </a:lnTo>
                <a:lnTo>
                  <a:pt x="10140" y="2172"/>
                </a:lnTo>
                <a:lnTo>
                  <a:pt x="12343" y="3437"/>
                </a:lnTo>
                <a:lnTo>
                  <a:pt x="12621" y="6097"/>
                </a:lnTo>
                <a:lnTo>
                  <a:pt x="12759" y="7963"/>
                </a:lnTo>
                <a:lnTo>
                  <a:pt x="12759" y="9530"/>
                </a:lnTo>
                <a:lnTo>
                  <a:pt x="12621" y="11293"/>
                </a:lnTo>
                <a:lnTo>
                  <a:pt x="12343" y="13747"/>
                </a:lnTo>
                <a:lnTo>
                  <a:pt x="14176" y="13747"/>
                </a:lnTo>
                <a:lnTo>
                  <a:pt x="16015" y="13747"/>
                </a:lnTo>
                <a:lnTo>
                  <a:pt x="17860" y="13747"/>
                </a:lnTo>
                <a:lnTo>
                  <a:pt x="19721" y="13747"/>
                </a:lnTo>
                <a:lnTo>
                  <a:pt x="21600" y="13747"/>
                </a:lnTo>
                <a:lnTo>
                  <a:pt x="21600" y="16019"/>
                </a:lnTo>
                <a:lnTo>
                  <a:pt x="21600" y="18304"/>
                </a:lnTo>
                <a:lnTo>
                  <a:pt x="21600" y="20621"/>
                </a:lnTo>
                <a:lnTo>
                  <a:pt x="19326" y="21026"/>
                </a:lnTo>
                <a:lnTo>
                  <a:pt x="17116" y="21346"/>
                </a:lnTo>
                <a:lnTo>
                  <a:pt x="14941" y="21545"/>
                </a:lnTo>
                <a:lnTo>
                  <a:pt x="12784" y="21600"/>
                </a:lnTo>
                <a:lnTo>
                  <a:pt x="10618" y="21483"/>
                </a:lnTo>
                <a:lnTo>
                  <a:pt x="8421" y="21167"/>
                </a:lnTo>
                <a:lnTo>
                  <a:pt x="6171" y="20621"/>
                </a:lnTo>
                <a:lnTo>
                  <a:pt x="4922" y="18644"/>
                </a:lnTo>
                <a:lnTo>
                  <a:pt x="3823" y="16637"/>
                </a:lnTo>
                <a:lnTo>
                  <a:pt x="2873" y="14592"/>
                </a:lnTo>
                <a:lnTo>
                  <a:pt x="2058" y="12496"/>
                </a:lnTo>
                <a:lnTo>
                  <a:pt x="1370" y="10345"/>
                </a:lnTo>
                <a:lnTo>
                  <a:pt x="805" y="8124"/>
                </a:lnTo>
                <a:lnTo>
                  <a:pt x="349" y="5825"/>
                </a:lnTo>
                <a:lnTo>
                  <a:pt x="0" y="3437"/>
                </a:lnTo>
                <a:lnTo>
                  <a:pt x="1531" y="1732"/>
                </a:lnTo>
                <a:lnTo>
                  <a:pt x="3086" y="0"/>
                </a:lnTo>
                <a:close/>
              </a:path>
            </a:pathLst>
          </a:custGeom>
          <a:solidFill>
            <a:srgbClr val="F1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4" name="contour_11642"/>
          <p:cNvSpPr/>
          <p:nvPr/>
        </p:nvSpPr>
        <p:spPr>
          <a:xfrm>
            <a:off x="10228139" y="4490066"/>
            <a:ext cx="51016" cy="284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5023"/>
                </a:moveTo>
                <a:lnTo>
                  <a:pt x="19125" y="8305"/>
                </a:lnTo>
                <a:lnTo>
                  <a:pt x="19739" y="11598"/>
                </a:lnTo>
                <a:lnTo>
                  <a:pt x="20353" y="14903"/>
                </a:lnTo>
                <a:lnTo>
                  <a:pt x="20974" y="1823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318"/>
                </a:lnTo>
                <a:lnTo>
                  <a:pt x="0" y="15024"/>
                </a:lnTo>
                <a:lnTo>
                  <a:pt x="0" y="11720"/>
                </a:lnTo>
                <a:lnTo>
                  <a:pt x="0" y="8388"/>
                </a:lnTo>
                <a:lnTo>
                  <a:pt x="0" y="5023"/>
                </a:lnTo>
                <a:lnTo>
                  <a:pt x="2191" y="2984"/>
                </a:lnTo>
                <a:lnTo>
                  <a:pt x="4280" y="1475"/>
                </a:lnTo>
                <a:lnTo>
                  <a:pt x="6295" y="481"/>
                </a:lnTo>
                <a:lnTo>
                  <a:pt x="8270" y="0"/>
                </a:lnTo>
                <a:lnTo>
                  <a:pt x="10229" y="22"/>
                </a:lnTo>
                <a:lnTo>
                  <a:pt x="12204" y="547"/>
                </a:lnTo>
                <a:lnTo>
                  <a:pt x="14222" y="1558"/>
                </a:lnTo>
                <a:lnTo>
                  <a:pt x="16317" y="3050"/>
                </a:lnTo>
                <a:lnTo>
                  <a:pt x="18514" y="5023"/>
                </a:lnTo>
                <a:close/>
              </a:path>
            </a:pathLst>
          </a:custGeom>
          <a:solidFill>
            <a:srgbClr val="EC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5" name="contour_11643"/>
          <p:cNvSpPr/>
          <p:nvPr/>
        </p:nvSpPr>
        <p:spPr>
          <a:xfrm>
            <a:off x="7493721" y="4482115"/>
            <a:ext cx="74301" cy="51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" y="0"/>
                </a:moveTo>
                <a:lnTo>
                  <a:pt x="1814" y="0"/>
                </a:lnTo>
                <a:lnTo>
                  <a:pt x="3223" y="0"/>
                </a:lnTo>
                <a:lnTo>
                  <a:pt x="4651" y="0"/>
                </a:lnTo>
                <a:lnTo>
                  <a:pt x="4651" y="2023"/>
                </a:lnTo>
                <a:lnTo>
                  <a:pt x="4651" y="4049"/>
                </a:lnTo>
                <a:lnTo>
                  <a:pt x="4651" y="6084"/>
                </a:lnTo>
                <a:lnTo>
                  <a:pt x="4651" y="8129"/>
                </a:lnTo>
                <a:lnTo>
                  <a:pt x="4651" y="10185"/>
                </a:lnTo>
                <a:lnTo>
                  <a:pt x="4651" y="12261"/>
                </a:lnTo>
                <a:lnTo>
                  <a:pt x="6049" y="12515"/>
                </a:lnTo>
                <a:lnTo>
                  <a:pt x="7447" y="12766"/>
                </a:lnTo>
                <a:lnTo>
                  <a:pt x="8848" y="13021"/>
                </a:lnTo>
                <a:lnTo>
                  <a:pt x="10250" y="13272"/>
                </a:lnTo>
                <a:lnTo>
                  <a:pt x="11655" y="13526"/>
                </a:lnTo>
                <a:lnTo>
                  <a:pt x="13062" y="13781"/>
                </a:lnTo>
                <a:lnTo>
                  <a:pt x="14473" y="14035"/>
                </a:lnTo>
                <a:lnTo>
                  <a:pt x="15888" y="14293"/>
                </a:lnTo>
                <a:lnTo>
                  <a:pt x="17308" y="14550"/>
                </a:lnTo>
                <a:lnTo>
                  <a:pt x="18731" y="14808"/>
                </a:lnTo>
                <a:lnTo>
                  <a:pt x="20164" y="15065"/>
                </a:lnTo>
                <a:lnTo>
                  <a:pt x="21600" y="15326"/>
                </a:lnTo>
                <a:lnTo>
                  <a:pt x="21600" y="16846"/>
                </a:lnTo>
                <a:lnTo>
                  <a:pt x="21600" y="18391"/>
                </a:lnTo>
                <a:lnTo>
                  <a:pt x="20233" y="18768"/>
                </a:lnTo>
                <a:lnTo>
                  <a:pt x="18867" y="19130"/>
                </a:lnTo>
                <a:lnTo>
                  <a:pt x="17500" y="19485"/>
                </a:lnTo>
                <a:lnTo>
                  <a:pt x="16132" y="19831"/>
                </a:lnTo>
                <a:lnTo>
                  <a:pt x="14763" y="20169"/>
                </a:lnTo>
                <a:lnTo>
                  <a:pt x="13390" y="20500"/>
                </a:lnTo>
                <a:lnTo>
                  <a:pt x="12227" y="20834"/>
                </a:lnTo>
                <a:lnTo>
                  <a:pt x="11049" y="21174"/>
                </a:lnTo>
                <a:lnTo>
                  <a:pt x="9905" y="21419"/>
                </a:lnTo>
                <a:lnTo>
                  <a:pt x="9000" y="21557"/>
                </a:lnTo>
                <a:lnTo>
                  <a:pt x="8028" y="21600"/>
                </a:lnTo>
                <a:lnTo>
                  <a:pt x="6680" y="21563"/>
                </a:lnTo>
                <a:lnTo>
                  <a:pt x="4651" y="21456"/>
                </a:lnTo>
                <a:lnTo>
                  <a:pt x="3583" y="19730"/>
                </a:lnTo>
                <a:lnTo>
                  <a:pt x="2670" y="18084"/>
                </a:lnTo>
                <a:lnTo>
                  <a:pt x="1898" y="16451"/>
                </a:lnTo>
                <a:lnTo>
                  <a:pt x="1258" y="14762"/>
                </a:lnTo>
                <a:lnTo>
                  <a:pt x="737" y="12947"/>
                </a:lnTo>
                <a:lnTo>
                  <a:pt x="322" y="10943"/>
                </a:lnTo>
                <a:lnTo>
                  <a:pt x="0" y="8680"/>
                </a:lnTo>
                <a:lnTo>
                  <a:pt x="104" y="6510"/>
                </a:lnTo>
                <a:lnTo>
                  <a:pt x="206" y="4340"/>
                </a:lnTo>
                <a:lnTo>
                  <a:pt x="309" y="2170"/>
                </a:lnTo>
                <a:lnTo>
                  <a:pt x="413" y="0"/>
                </a:lnTo>
                <a:close/>
              </a:path>
            </a:pathLst>
          </a:custGeom>
          <a:solidFill>
            <a:srgbClr val="DADF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6" name="contour_11644"/>
          <p:cNvSpPr/>
          <p:nvPr/>
        </p:nvSpPr>
        <p:spPr>
          <a:xfrm>
            <a:off x="600702" y="448940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536"/>
                </a:lnTo>
                <a:lnTo>
                  <a:pt x="8057" y="1071"/>
                </a:lnTo>
                <a:lnTo>
                  <a:pt x="10292" y="1607"/>
                </a:lnTo>
                <a:lnTo>
                  <a:pt x="12532" y="2143"/>
                </a:lnTo>
                <a:lnTo>
                  <a:pt x="14782" y="2683"/>
                </a:lnTo>
                <a:lnTo>
                  <a:pt x="17042" y="3227"/>
                </a:lnTo>
                <a:lnTo>
                  <a:pt x="19314" y="3771"/>
                </a:lnTo>
                <a:lnTo>
                  <a:pt x="21600" y="4320"/>
                </a:lnTo>
                <a:lnTo>
                  <a:pt x="19123" y="8986"/>
                </a:lnTo>
                <a:lnTo>
                  <a:pt x="17269" y="12411"/>
                </a:lnTo>
                <a:lnTo>
                  <a:pt x="15858" y="14908"/>
                </a:lnTo>
                <a:lnTo>
                  <a:pt x="14692" y="16770"/>
                </a:lnTo>
                <a:lnTo>
                  <a:pt x="13586" y="18308"/>
                </a:lnTo>
                <a:lnTo>
                  <a:pt x="12352" y="19816"/>
                </a:lnTo>
                <a:lnTo>
                  <a:pt x="10800" y="21600"/>
                </a:lnTo>
                <a:lnTo>
                  <a:pt x="7798" y="21047"/>
                </a:lnTo>
                <a:lnTo>
                  <a:pt x="5735" y="20546"/>
                </a:lnTo>
                <a:lnTo>
                  <a:pt x="4093" y="19889"/>
                </a:lnTo>
                <a:lnTo>
                  <a:pt x="2354" y="18870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EC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7" name="contour_11645"/>
          <p:cNvSpPr/>
          <p:nvPr/>
        </p:nvSpPr>
        <p:spPr>
          <a:xfrm>
            <a:off x="4827737" y="4451542"/>
            <a:ext cx="51016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04"/>
                </a:moveTo>
                <a:lnTo>
                  <a:pt x="1811" y="844"/>
                </a:lnTo>
                <a:lnTo>
                  <a:pt x="3626" y="705"/>
                </a:lnTo>
                <a:lnTo>
                  <a:pt x="5437" y="577"/>
                </a:lnTo>
                <a:lnTo>
                  <a:pt x="7251" y="463"/>
                </a:lnTo>
                <a:lnTo>
                  <a:pt x="9066" y="360"/>
                </a:lnTo>
                <a:lnTo>
                  <a:pt x="10751" y="242"/>
                </a:lnTo>
                <a:lnTo>
                  <a:pt x="12445" y="124"/>
                </a:lnTo>
                <a:lnTo>
                  <a:pt x="14163" y="0"/>
                </a:lnTo>
                <a:lnTo>
                  <a:pt x="15247" y="247"/>
                </a:lnTo>
                <a:lnTo>
                  <a:pt x="18514" y="1004"/>
                </a:lnTo>
                <a:lnTo>
                  <a:pt x="19280" y="3553"/>
                </a:lnTo>
                <a:lnTo>
                  <a:pt x="20045" y="6112"/>
                </a:lnTo>
                <a:lnTo>
                  <a:pt x="20819" y="8691"/>
                </a:lnTo>
                <a:lnTo>
                  <a:pt x="21600" y="11302"/>
                </a:lnTo>
                <a:lnTo>
                  <a:pt x="19656" y="12229"/>
                </a:lnTo>
                <a:lnTo>
                  <a:pt x="17712" y="13156"/>
                </a:lnTo>
                <a:lnTo>
                  <a:pt x="15765" y="14082"/>
                </a:lnTo>
                <a:lnTo>
                  <a:pt x="13815" y="15014"/>
                </a:lnTo>
                <a:lnTo>
                  <a:pt x="11858" y="15946"/>
                </a:lnTo>
                <a:lnTo>
                  <a:pt x="9902" y="16878"/>
                </a:lnTo>
                <a:lnTo>
                  <a:pt x="7936" y="17815"/>
                </a:lnTo>
                <a:lnTo>
                  <a:pt x="5965" y="18758"/>
                </a:lnTo>
                <a:lnTo>
                  <a:pt x="3987" y="19700"/>
                </a:lnTo>
                <a:lnTo>
                  <a:pt x="1996" y="20647"/>
                </a:lnTo>
                <a:lnTo>
                  <a:pt x="0" y="21600"/>
                </a:lnTo>
                <a:lnTo>
                  <a:pt x="0" y="18202"/>
                </a:lnTo>
                <a:lnTo>
                  <a:pt x="0" y="14798"/>
                </a:lnTo>
                <a:lnTo>
                  <a:pt x="0" y="11379"/>
                </a:lnTo>
                <a:lnTo>
                  <a:pt x="0" y="7945"/>
                </a:lnTo>
                <a:lnTo>
                  <a:pt x="0" y="4490"/>
                </a:lnTo>
                <a:lnTo>
                  <a:pt x="0" y="1004"/>
                </a:lnTo>
                <a:close/>
              </a:path>
            </a:pathLst>
          </a:custGeom>
          <a:solidFill>
            <a:srgbClr val="4E4E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8" name="contour_11646"/>
          <p:cNvSpPr/>
          <p:nvPr/>
        </p:nvSpPr>
        <p:spPr>
          <a:xfrm>
            <a:off x="10461355" y="443109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49" name="contour_11647"/>
          <p:cNvSpPr/>
          <p:nvPr/>
        </p:nvSpPr>
        <p:spPr>
          <a:xfrm>
            <a:off x="4689265" y="4401386"/>
            <a:ext cx="43728" cy="380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9"/>
                </a:moveTo>
                <a:lnTo>
                  <a:pt x="21600" y="3244"/>
                </a:lnTo>
                <a:lnTo>
                  <a:pt x="21600" y="6174"/>
                </a:lnTo>
                <a:lnTo>
                  <a:pt x="21600" y="9112"/>
                </a:lnTo>
                <a:lnTo>
                  <a:pt x="21600" y="12062"/>
                </a:lnTo>
                <a:lnTo>
                  <a:pt x="21600" y="15025"/>
                </a:lnTo>
                <a:lnTo>
                  <a:pt x="21600" y="18004"/>
                </a:lnTo>
                <a:lnTo>
                  <a:pt x="21600" y="21008"/>
                </a:lnTo>
                <a:lnTo>
                  <a:pt x="16510" y="21306"/>
                </a:lnTo>
                <a:lnTo>
                  <a:pt x="12784" y="21501"/>
                </a:lnTo>
                <a:lnTo>
                  <a:pt x="10109" y="21600"/>
                </a:lnTo>
                <a:lnTo>
                  <a:pt x="8168" y="21600"/>
                </a:lnTo>
                <a:lnTo>
                  <a:pt x="6646" y="21501"/>
                </a:lnTo>
                <a:lnTo>
                  <a:pt x="5227" y="21306"/>
                </a:lnTo>
                <a:lnTo>
                  <a:pt x="3600" y="21008"/>
                </a:lnTo>
                <a:lnTo>
                  <a:pt x="2048" y="18770"/>
                </a:lnTo>
                <a:lnTo>
                  <a:pt x="1159" y="17164"/>
                </a:lnTo>
                <a:lnTo>
                  <a:pt x="587" y="15410"/>
                </a:lnTo>
                <a:lnTo>
                  <a:pt x="0" y="12732"/>
                </a:lnTo>
                <a:lnTo>
                  <a:pt x="1487" y="9861"/>
                </a:lnTo>
                <a:lnTo>
                  <a:pt x="3118" y="7370"/>
                </a:lnTo>
                <a:lnTo>
                  <a:pt x="4892" y="5247"/>
                </a:lnTo>
                <a:lnTo>
                  <a:pt x="6815" y="3492"/>
                </a:lnTo>
                <a:lnTo>
                  <a:pt x="8885" y="2094"/>
                </a:lnTo>
                <a:lnTo>
                  <a:pt x="11110" y="1055"/>
                </a:lnTo>
                <a:lnTo>
                  <a:pt x="13493" y="360"/>
                </a:lnTo>
                <a:lnTo>
                  <a:pt x="16034" y="12"/>
                </a:lnTo>
                <a:lnTo>
                  <a:pt x="18734" y="0"/>
                </a:lnTo>
                <a:lnTo>
                  <a:pt x="21600" y="319"/>
                </a:lnTo>
                <a:close/>
              </a:path>
            </a:pathLst>
          </a:custGeom>
          <a:solidFill>
            <a:srgbClr val="6E53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0" name="contour_11648"/>
          <p:cNvSpPr/>
          <p:nvPr/>
        </p:nvSpPr>
        <p:spPr>
          <a:xfrm>
            <a:off x="921374" y="4416523"/>
            <a:ext cx="109320" cy="233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7" y="491"/>
                </a:lnTo>
                <a:lnTo>
                  <a:pt x="960" y="1360"/>
                </a:lnTo>
                <a:lnTo>
                  <a:pt x="2363" y="3339"/>
                </a:lnTo>
                <a:lnTo>
                  <a:pt x="3334" y="4375"/>
                </a:lnTo>
                <a:lnTo>
                  <a:pt x="4301" y="5223"/>
                </a:lnTo>
                <a:lnTo>
                  <a:pt x="5268" y="5896"/>
                </a:lnTo>
                <a:lnTo>
                  <a:pt x="6232" y="6415"/>
                </a:lnTo>
                <a:lnTo>
                  <a:pt x="7199" y="6805"/>
                </a:lnTo>
                <a:lnTo>
                  <a:pt x="8165" y="7068"/>
                </a:lnTo>
                <a:lnTo>
                  <a:pt x="9134" y="7236"/>
                </a:lnTo>
                <a:lnTo>
                  <a:pt x="10106" y="7317"/>
                </a:lnTo>
                <a:lnTo>
                  <a:pt x="11081" y="7330"/>
                </a:lnTo>
                <a:lnTo>
                  <a:pt x="12061" y="7296"/>
                </a:lnTo>
                <a:lnTo>
                  <a:pt x="13048" y="7229"/>
                </a:lnTo>
                <a:lnTo>
                  <a:pt x="14040" y="7148"/>
                </a:lnTo>
                <a:lnTo>
                  <a:pt x="14770" y="7121"/>
                </a:lnTo>
                <a:lnTo>
                  <a:pt x="15506" y="7088"/>
                </a:lnTo>
                <a:lnTo>
                  <a:pt x="16250" y="7061"/>
                </a:lnTo>
                <a:lnTo>
                  <a:pt x="17142" y="7021"/>
                </a:lnTo>
                <a:lnTo>
                  <a:pt x="18035" y="6973"/>
                </a:lnTo>
                <a:lnTo>
                  <a:pt x="18926" y="6920"/>
                </a:lnTo>
                <a:lnTo>
                  <a:pt x="19817" y="6859"/>
                </a:lnTo>
                <a:lnTo>
                  <a:pt x="20709" y="6798"/>
                </a:lnTo>
                <a:lnTo>
                  <a:pt x="21600" y="6731"/>
                </a:lnTo>
                <a:lnTo>
                  <a:pt x="21334" y="10682"/>
                </a:lnTo>
                <a:lnTo>
                  <a:pt x="21095" y="13402"/>
                </a:lnTo>
                <a:lnTo>
                  <a:pt x="20748" y="16148"/>
                </a:lnTo>
                <a:lnTo>
                  <a:pt x="20160" y="20193"/>
                </a:lnTo>
                <a:lnTo>
                  <a:pt x="19156" y="20940"/>
                </a:lnTo>
                <a:lnTo>
                  <a:pt x="18418" y="21378"/>
                </a:lnTo>
                <a:lnTo>
                  <a:pt x="17726" y="21580"/>
                </a:lnTo>
                <a:lnTo>
                  <a:pt x="16864" y="21600"/>
                </a:lnTo>
                <a:lnTo>
                  <a:pt x="15610" y="21506"/>
                </a:lnTo>
                <a:lnTo>
                  <a:pt x="15206" y="21486"/>
                </a:lnTo>
                <a:lnTo>
                  <a:pt x="14496" y="21452"/>
                </a:lnTo>
                <a:lnTo>
                  <a:pt x="12868" y="21378"/>
                </a:lnTo>
                <a:lnTo>
                  <a:pt x="11917" y="21263"/>
                </a:lnTo>
                <a:lnTo>
                  <a:pt x="10960" y="21149"/>
                </a:lnTo>
                <a:lnTo>
                  <a:pt x="9991" y="21035"/>
                </a:lnTo>
                <a:lnTo>
                  <a:pt x="9026" y="20967"/>
                </a:lnTo>
                <a:lnTo>
                  <a:pt x="8061" y="20907"/>
                </a:lnTo>
                <a:lnTo>
                  <a:pt x="7096" y="20853"/>
                </a:lnTo>
                <a:lnTo>
                  <a:pt x="6083" y="20779"/>
                </a:lnTo>
                <a:lnTo>
                  <a:pt x="5069" y="20698"/>
                </a:lnTo>
                <a:lnTo>
                  <a:pt x="4055" y="20611"/>
                </a:lnTo>
                <a:lnTo>
                  <a:pt x="3041" y="20516"/>
                </a:lnTo>
                <a:lnTo>
                  <a:pt x="2028" y="20415"/>
                </a:lnTo>
                <a:lnTo>
                  <a:pt x="1014" y="20308"/>
                </a:lnTo>
                <a:lnTo>
                  <a:pt x="0" y="20193"/>
                </a:lnTo>
                <a:lnTo>
                  <a:pt x="0" y="16195"/>
                </a:lnTo>
                <a:lnTo>
                  <a:pt x="0" y="12183"/>
                </a:lnTo>
                <a:lnTo>
                  <a:pt x="0" y="8158"/>
                </a:lnTo>
                <a:lnTo>
                  <a:pt x="0" y="4099"/>
                </a:lnTo>
                <a:lnTo>
                  <a:pt x="0" y="0"/>
                </a:lnTo>
                <a:close/>
              </a:path>
            </a:pathLst>
          </a:custGeom>
          <a:solidFill>
            <a:srgbClr val="CED0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1" name="contour_11649"/>
          <p:cNvSpPr/>
          <p:nvPr/>
        </p:nvSpPr>
        <p:spPr>
          <a:xfrm>
            <a:off x="9615947" y="4409235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535"/>
                </a:lnTo>
                <a:lnTo>
                  <a:pt x="13781" y="1072"/>
                </a:lnTo>
                <a:lnTo>
                  <a:pt x="16364" y="1609"/>
                </a:lnTo>
                <a:lnTo>
                  <a:pt x="18969" y="2152"/>
                </a:lnTo>
                <a:lnTo>
                  <a:pt x="21600" y="2700"/>
                </a:lnTo>
                <a:lnTo>
                  <a:pt x="19846" y="6070"/>
                </a:lnTo>
                <a:lnTo>
                  <a:pt x="18369" y="8845"/>
                </a:lnTo>
                <a:lnTo>
                  <a:pt x="17099" y="11102"/>
                </a:lnTo>
                <a:lnTo>
                  <a:pt x="15967" y="12919"/>
                </a:lnTo>
                <a:lnTo>
                  <a:pt x="14900" y="14372"/>
                </a:lnTo>
                <a:lnTo>
                  <a:pt x="13833" y="15538"/>
                </a:lnTo>
                <a:lnTo>
                  <a:pt x="12684" y="16492"/>
                </a:lnTo>
                <a:lnTo>
                  <a:pt x="11392" y="17312"/>
                </a:lnTo>
                <a:lnTo>
                  <a:pt x="9884" y="18077"/>
                </a:lnTo>
                <a:lnTo>
                  <a:pt x="8091" y="18862"/>
                </a:lnTo>
                <a:lnTo>
                  <a:pt x="5940" y="19742"/>
                </a:lnTo>
                <a:lnTo>
                  <a:pt x="3979" y="20355"/>
                </a:lnTo>
                <a:lnTo>
                  <a:pt x="2000" y="20974"/>
                </a:lnTo>
                <a:lnTo>
                  <a:pt x="0" y="21600"/>
                </a:lnTo>
                <a:lnTo>
                  <a:pt x="372" y="20047"/>
                </a:lnTo>
                <a:lnTo>
                  <a:pt x="747" y="18495"/>
                </a:lnTo>
                <a:lnTo>
                  <a:pt x="1123" y="16942"/>
                </a:lnTo>
                <a:lnTo>
                  <a:pt x="1508" y="15390"/>
                </a:lnTo>
                <a:lnTo>
                  <a:pt x="1892" y="13838"/>
                </a:lnTo>
                <a:lnTo>
                  <a:pt x="2048" y="13195"/>
                </a:lnTo>
                <a:lnTo>
                  <a:pt x="2324" y="12064"/>
                </a:lnTo>
                <a:lnTo>
                  <a:pt x="2955" y="9472"/>
                </a:lnTo>
                <a:lnTo>
                  <a:pt x="3594" y="7730"/>
                </a:lnTo>
                <a:lnTo>
                  <a:pt x="4316" y="6110"/>
                </a:lnTo>
                <a:lnTo>
                  <a:pt x="5149" y="4568"/>
                </a:lnTo>
                <a:lnTo>
                  <a:pt x="6126" y="3064"/>
                </a:lnTo>
                <a:lnTo>
                  <a:pt x="7279" y="1558"/>
                </a:lnTo>
                <a:lnTo>
                  <a:pt x="8640" y="0"/>
                </a:lnTo>
                <a:close/>
              </a:path>
            </a:pathLst>
          </a:custGeom>
          <a:solidFill>
            <a:srgbClr val="BDD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2" name="contour_11650"/>
          <p:cNvSpPr/>
          <p:nvPr/>
        </p:nvSpPr>
        <p:spPr>
          <a:xfrm>
            <a:off x="1672037" y="4372795"/>
            <a:ext cx="4434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50" y="0"/>
                </a:moveTo>
                <a:lnTo>
                  <a:pt x="5964" y="500"/>
                </a:lnTo>
                <a:lnTo>
                  <a:pt x="8313" y="1028"/>
                </a:lnTo>
                <a:lnTo>
                  <a:pt x="10603" y="1611"/>
                </a:lnTo>
                <a:lnTo>
                  <a:pt x="12832" y="2271"/>
                </a:lnTo>
                <a:lnTo>
                  <a:pt x="15015" y="3033"/>
                </a:lnTo>
                <a:lnTo>
                  <a:pt x="17149" y="3922"/>
                </a:lnTo>
                <a:lnTo>
                  <a:pt x="19243" y="4959"/>
                </a:lnTo>
                <a:lnTo>
                  <a:pt x="21298" y="6171"/>
                </a:lnTo>
                <a:lnTo>
                  <a:pt x="21550" y="8254"/>
                </a:lnTo>
                <a:lnTo>
                  <a:pt x="21600" y="10269"/>
                </a:lnTo>
                <a:lnTo>
                  <a:pt x="21451" y="12232"/>
                </a:lnTo>
                <a:lnTo>
                  <a:pt x="21103" y="14151"/>
                </a:lnTo>
                <a:lnTo>
                  <a:pt x="20560" y="16036"/>
                </a:lnTo>
                <a:lnTo>
                  <a:pt x="19818" y="17897"/>
                </a:lnTo>
                <a:lnTo>
                  <a:pt x="18881" y="19749"/>
                </a:lnTo>
                <a:lnTo>
                  <a:pt x="17749" y="21600"/>
                </a:lnTo>
                <a:lnTo>
                  <a:pt x="15402" y="21600"/>
                </a:lnTo>
                <a:lnTo>
                  <a:pt x="13042" y="21600"/>
                </a:lnTo>
                <a:lnTo>
                  <a:pt x="10649" y="21600"/>
                </a:lnTo>
                <a:lnTo>
                  <a:pt x="10869" y="20134"/>
                </a:lnTo>
                <a:lnTo>
                  <a:pt x="11093" y="18659"/>
                </a:lnTo>
                <a:lnTo>
                  <a:pt x="11316" y="17163"/>
                </a:lnTo>
                <a:lnTo>
                  <a:pt x="11096" y="15571"/>
                </a:lnTo>
                <a:lnTo>
                  <a:pt x="10873" y="13969"/>
                </a:lnTo>
                <a:lnTo>
                  <a:pt x="10649" y="12343"/>
                </a:lnTo>
                <a:lnTo>
                  <a:pt x="8008" y="11300"/>
                </a:lnTo>
                <a:lnTo>
                  <a:pt x="6134" y="10618"/>
                </a:lnTo>
                <a:lnTo>
                  <a:pt x="4515" y="10149"/>
                </a:lnTo>
                <a:lnTo>
                  <a:pt x="2641" y="9745"/>
                </a:lnTo>
                <a:lnTo>
                  <a:pt x="0" y="9257"/>
                </a:lnTo>
                <a:lnTo>
                  <a:pt x="703" y="7424"/>
                </a:lnTo>
                <a:lnTo>
                  <a:pt x="1409" y="5585"/>
                </a:lnTo>
                <a:lnTo>
                  <a:pt x="2116" y="3740"/>
                </a:lnTo>
                <a:lnTo>
                  <a:pt x="2829" y="1879"/>
                </a:lnTo>
                <a:lnTo>
                  <a:pt x="3550" y="0"/>
                </a:lnTo>
                <a:close/>
              </a:path>
            </a:pathLst>
          </a:custGeom>
          <a:solidFill>
            <a:srgbClr val="CCC7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3" name="contour_11651"/>
          <p:cNvSpPr/>
          <p:nvPr/>
        </p:nvSpPr>
        <p:spPr>
          <a:xfrm>
            <a:off x="4638249" y="4366629"/>
            <a:ext cx="51016" cy="35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71"/>
                </a:moveTo>
                <a:lnTo>
                  <a:pt x="21091" y="6713"/>
                </a:lnTo>
                <a:lnTo>
                  <a:pt x="20582" y="9659"/>
                </a:lnTo>
                <a:lnTo>
                  <a:pt x="20069" y="12619"/>
                </a:lnTo>
                <a:lnTo>
                  <a:pt x="19554" y="15592"/>
                </a:lnTo>
                <a:lnTo>
                  <a:pt x="19036" y="18582"/>
                </a:lnTo>
                <a:lnTo>
                  <a:pt x="18514" y="21600"/>
                </a:lnTo>
                <a:lnTo>
                  <a:pt x="16660" y="20842"/>
                </a:lnTo>
                <a:lnTo>
                  <a:pt x="14805" y="20071"/>
                </a:lnTo>
                <a:lnTo>
                  <a:pt x="12954" y="19291"/>
                </a:lnTo>
                <a:lnTo>
                  <a:pt x="11105" y="18498"/>
                </a:lnTo>
                <a:lnTo>
                  <a:pt x="9257" y="17700"/>
                </a:lnTo>
                <a:lnTo>
                  <a:pt x="8492" y="17379"/>
                </a:lnTo>
                <a:lnTo>
                  <a:pt x="7143" y="16808"/>
                </a:lnTo>
                <a:lnTo>
                  <a:pt x="4048" y="15507"/>
                </a:lnTo>
                <a:lnTo>
                  <a:pt x="2712" y="14575"/>
                </a:lnTo>
                <a:lnTo>
                  <a:pt x="1364" y="13635"/>
                </a:lnTo>
                <a:lnTo>
                  <a:pt x="0" y="12685"/>
                </a:lnTo>
                <a:lnTo>
                  <a:pt x="0" y="9739"/>
                </a:lnTo>
                <a:lnTo>
                  <a:pt x="0" y="6775"/>
                </a:lnTo>
                <a:lnTo>
                  <a:pt x="0" y="3771"/>
                </a:lnTo>
                <a:lnTo>
                  <a:pt x="2308" y="2144"/>
                </a:lnTo>
                <a:lnTo>
                  <a:pt x="4505" y="1003"/>
                </a:lnTo>
                <a:lnTo>
                  <a:pt x="6619" y="303"/>
                </a:lnTo>
                <a:lnTo>
                  <a:pt x="8677" y="0"/>
                </a:lnTo>
                <a:lnTo>
                  <a:pt x="10711" y="40"/>
                </a:lnTo>
                <a:lnTo>
                  <a:pt x="12756" y="379"/>
                </a:lnTo>
                <a:lnTo>
                  <a:pt x="14836" y="972"/>
                </a:lnTo>
                <a:lnTo>
                  <a:pt x="16984" y="1765"/>
                </a:lnTo>
                <a:lnTo>
                  <a:pt x="19227" y="2714"/>
                </a:lnTo>
                <a:lnTo>
                  <a:pt x="21600" y="3771"/>
                </a:lnTo>
                <a:close/>
              </a:path>
            </a:pathLst>
          </a:custGeom>
          <a:solidFill>
            <a:srgbClr val="363A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4" name="contour_11652"/>
          <p:cNvSpPr/>
          <p:nvPr/>
        </p:nvSpPr>
        <p:spPr>
          <a:xfrm>
            <a:off x="6963119" y="4343643"/>
            <a:ext cx="51016" cy="295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19600" y="5678"/>
                </a:lnTo>
                <a:lnTo>
                  <a:pt x="18095" y="9855"/>
                </a:lnTo>
                <a:lnTo>
                  <a:pt x="16925" y="12910"/>
                </a:lnTo>
                <a:lnTo>
                  <a:pt x="15925" y="15204"/>
                </a:lnTo>
                <a:lnTo>
                  <a:pt x="14938" y="17119"/>
                </a:lnTo>
                <a:lnTo>
                  <a:pt x="13796" y="19019"/>
                </a:lnTo>
                <a:lnTo>
                  <a:pt x="12343" y="21286"/>
                </a:lnTo>
                <a:lnTo>
                  <a:pt x="10204" y="21600"/>
                </a:lnTo>
                <a:lnTo>
                  <a:pt x="8254" y="21515"/>
                </a:lnTo>
                <a:lnTo>
                  <a:pt x="6375" y="21089"/>
                </a:lnTo>
                <a:lnTo>
                  <a:pt x="4456" y="20376"/>
                </a:lnTo>
                <a:lnTo>
                  <a:pt x="2376" y="19434"/>
                </a:lnTo>
                <a:lnTo>
                  <a:pt x="1197" y="17715"/>
                </a:lnTo>
                <a:lnTo>
                  <a:pt x="0" y="15965"/>
                </a:lnTo>
                <a:lnTo>
                  <a:pt x="0" y="12804"/>
                </a:lnTo>
                <a:lnTo>
                  <a:pt x="0" y="9632"/>
                </a:lnTo>
                <a:lnTo>
                  <a:pt x="0" y="6450"/>
                </a:lnTo>
                <a:lnTo>
                  <a:pt x="0" y="3241"/>
                </a:lnTo>
                <a:lnTo>
                  <a:pt x="0" y="0"/>
                </a:lnTo>
                <a:close/>
              </a:path>
            </a:pathLst>
          </a:custGeom>
          <a:solidFill>
            <a:srgbClr val="F4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5" name="contour_11653"/>
          <p:cNvSpPr/>
          <p:nvPr/>
        </p:nvSpPr>
        <p:spPr>
          <a:xfrm>
            <a:off x="10381179" y="4322632"/>
            <a:ext cx="58304" cy="35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60" y="863"/>
                </a:moveTo>
                <a:lnTo>
                  <a:pt x="16929" y="1584"/>
                </a:lnTo>
                <a:lnTo>
                  <a:pt x="18492" y="2322"/>
                </a:lnTo>
                <a:lnTo>
                  <a:pt x="20050" y="3096"/>
                </a:lnTo>
                <a:lnTo>
                  <a:pt x="21600" y="3906"/>
                </a:lnTo>
                <a:lnTo>
                  <a:pt x="21338" y="7064"/>
                </a:lnTo>
                <a:lnTo>
                  <a:pt x="21065" y="9334"/>
                </a:lnTo>
                <a:lnTo>
                  <a:pt x="20655" y="11351"/>
                </a:lnTo>
                <a:lnTo>
                  <a:pt x="19977" y="13753"/>
                </a:lnTo>
                <a:lnTo>
                  <a:pt x="18900" y="17176"/>
                </a:lnTo>
                <a:lnTo>
                  <a:pt x="17248" y="18300"/>
                </a:lnTo>
                <a:lnTo>
                  <a:pt x="15603" y="19247"/>
                </a:lnTo>
                <a:lnTo>
                  <a:pt x="13959" y="20021"/>
                </a:lnTo>
                <a:lnTo>
                  <a:pt x="12307" y="20640"/>
                </a:lnTo>
                <a:lnTo>
                  <a:pt x="10635" y="21096"/>
                </a:lnTo>
                <a:lnTo>
                  <a:pt x="8934" y="21405"/>
                </a:lnTo>
                <a:lnTo>
                  <a:pt x="7193" y="21573"/>
                </a:lnTo>
                <a:lnTo>
                  <a:pt x="5400" y="21600"/>
                </a:lnTo>
                <a:lnTo>
                  <a:pt x="3324" y="19132"/>
                </a:lnTo>
                <a:lnTo>
                  <a:pt x="2068" y="17384"/>
                </a:lnTo>
                <a:lnTo>
                  <a:pt x="1131" y="15535"/>
                </a:lnTo>
                <a:lnTo>
                  <a:pt x="0" y="12753"/>
                </a:lnTo>
                <a:lnTo>
                  <a:pt x="1550" y="9466"/>
                </a:lnTo>
                <a:lnTo>
                  <a:pt x="2970" y="6657"/>
                </a:lnTo>
                <a:lnTo>
                  <a:pt x="4331" y="4335"/>
                </a:lnTo>
                <a:lnTo>
                  <a:pt x="5708" y="2504"/>
                </a:lnTo>
                <a:lnTo>
                  <a:pt x="7174" y="1168"/>
                </a:lnTo>
                <a:lnTo>
                  <a:pt x="8799" y="332"/>
                </a:lnTo>
                <a:lnTo>
                  <a:pt x="10657" y="0"/>
                </a:lnTo>
                <a:lnTo>
                  <a:pt x="12820" y="177"/>
                </a:lnTo>
                <a:lnTo>
                  <a:pt x="15360" y="863"/>
                </a:lnTo>
                <a:close/>
              </a:path>
            </a:pathLst>
          </a:custGeom>
          <a:solidFill>
            <a:srgbClr val="F0F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6" name="contour_11654"/>
          <p:cNvSpPr/>
          <p:nvPr/>
        </p:nvSpPr>
        <p:spPr>
          <a:xfrm>
            <a:off x="5410776" y="4299915"/>
            <a:ext cx="65592" cy="287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4" y="0"/>
                </a:lnTo>
                <a:lnTo>
                  <a:pt x="15170" y="0"/>
                </a:lnTo>
                <a:lnTo>
                  <a:pt x="16764" y="0"/>
                </a:lnTo>
                <a:lnTo>
                  <a:pt x="18365" y="0"/>
                </a:lnTo>
                <a:lnTo>
                  <a:pt x="19975" y="0"/>
                </a:lnTo>
                <a:lnTo>
                  <a:pt x="21600" y="0"/>
                </a:lnTo>
                <a:lnTo>
                  <a:pt x="21578" y="5408"/>
                </a:lnTo>
                <a:lnTo>
                  <a:pt x="21427" y="9017"/>
                </a:lnTo>
                <a:lnTo>
                  <a:pt x="21017" y="11678"/>
                </a:lnTo>
                <a:lnTo>
                  <a:pt x="20218" y="14217"/>
                </a:lnTo>
                <a:lnTo>
                  <a:pt x="18900" y="17486"/>
                </a:lnTo>
                <a:lnTo>
                  <a:pt x="17357" y="19346"/>
                </a:lnTo>
                <a:lnTo>
                  <a:pt x="15804" y="20602"/>
                </a:lnTo>
                <a:lnTo>
                  <a:pt x="14239" y="21326"/>
                </a:lnTo>
                <a:lnTo>
                  <a:pt x="12662" y="21600"/>
                </a:lnTo>
                <a:lnTo>
                  <a:pt x="11071" y="21501"/>
                </a:lnTo>
                <a:lnTo>
                  <a:pt x="9468" y="21101"/>
                </a:lnTo>
                <a:lnTo>
                  <a:pt x="7848" y="20476"/>
                </a:lnTo>
                <a:lnTo>
                  <a:pt x="6214" y="19708"/>
                </a:lnTo>
                <a:lnTo>
                  <a:pt x="4565" y="18868"/>
                </a:lnTo>
                <a:lnTo>
                  <a:pt x="2897" y="18040"/>
                </a:lnTo>
                <a:lnTo>
                  <a:pt x="1459" y="17256"/>
                </a:lnTo>
                <a:lnTo>
                  <a:pt x="0" y="16455"/>
                </a:lnTo>
                <a:lnTo>
                  <a:pt x="0" y="12829"/>
                </a:lnTo>
                <a:lnTo>
                  <a:pt x="0" y="9182"/>
                </a:lnTo>
                <a:lnTo>
                  <a:pt x="0" y="5485"/>
                </a:lnTo>
                <a:lnTo>
                  <a:pt x="672" y="5792"/>
                </a:lnTo>
                <a:lnTo>
                  <a:pt x="1301" y="6077"/>
                </a:lnTo>
                <a:lnTo>
                  <a:pt x="2026" y="6412"/>
                </a:lnTo>
                <a:lnTo>
                  <a:pt x="2986" y="6851"/>
                </a:lnTo>
                <a:lnTo>
                  <a:pt x="4322" y="7460"/>
                </a:lnTo>
                <a:lnTo>
                  <a:pt x="6175" y="8310"/>
                </a:lnTo>
                <a:lnTo>
                  <a:pt x="8688" y="9456"/>
                </a:lnTo>
                <a:lnTo>
                  <a:pt x="12000" y="10970"/>
                </a:lnTo>
                <a:lnTo>
                  <a:pt x="12000" y="7344"/>
                </a:lnTo>
                <a:lnTo>
                  <a:pt x="12000" y="3697"/>
                </a:lnTo>
                <a:lnTo>
                  <a:pt x="12000" y="0"/>
                </a:lnTo>
                <a:close/>
              </a:path>
            </a:pathLst>
          </a:custGeom>
          <a:solidFill>
            <a:srgbClr val="5E1F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7" name="contour_11655"/>
          <p:cNvSpPr/>
          <p:nvPr/>
        </p:nvSpPr>
        <p:spPr>
          <a:xfrm>
            <a:off x="10344747" y="4291752"/>
            <a:ext cx="65592" cy="30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9"/>
                </a:moveTo>
                <a:lnTo>
                  <a:pt x="21204" y="4089"/>
                </a:lnTo>
                <a:lnTo>
                  <a:pt x="20808" y="7555"/>
                </a:lnTo>
                <a:lnTo>
                  <a:pt x="20410" y="11036"/>
                </a:lnTo>
                <a:lnTo>
                  <a:pt x="20009" y="14533"/>
                </a:lnTo>
                <a:lnTo>
                  <a:pt x="19606" y="18051"/>
                </a:lnTo>
                <a:lnTo>
                  <a:pt x="19200" y="21600"/>
                </a:lnTo>
                <a:lnTo>
                  <a:pt x="19200" y="18135"/>
                </a:lnTo>
                <a:lnTo>
                  <a:pt x="19200" y="14648"/>
                </a:lnTo>
                <a:lnTo>
                  <a:pt x="19200" y="11115"/>
                </a:lnTo>
                <a:lnTo>
                  <a:pt x="17616" y="11550"/>
                </a:lnTo>
                <a:lnTo>
                  <a:pt x="16032" y="11980"/>
                </a:lnTo>
                <a:lnTo>
                  <a:pt x="14446" y="12415"/>
                </a:lnTo>
                <a:lnTo>
                  <a:pt x="12857" y="12845"/>
                </a:lnTo>
                <a:lnTo>
                  <a:pt x="11266" y="13280"/>
                </a:lnTo>
                <a:lnTo>
                  <a:pt x="9672" y="13715"/>
                </a:lnTo>
                <a:lnTo>
                  <a:pt x="8074" y="14150"/>
                </a:lnTo>
                <a:lnTo>
                  <a:pt x="6470" y="14590"/>
                </a:lnTo>
                <a:lnTo>
                  <a:pt x="4862" y="15031"/>
                </a:lnTo>
                <a:lnTo>
                  <a:pt x="3250" y="15471"/>
                </a:lnTo>
                <a:lnTo>
                  <a:pt x="1627" y="15912"/>
                </a:lnTo>
                <a:lnTo>
                  <a:pt x="0" y="16357"/>
                </a:lnTo>
                <a:lnTo>
                  <a:pt x="0" y="12892"/>
                </a:lnTo>
                <a:lnTo>
                  <a:pt x="0" y="9405"/>
                </a:lnTo>
                <a:lnTo>
                  <a:pt x="0" y="5872"/>
                </a:lnTo>
                <a:lnTo>
                  <a:pt x="1526" y="4220"/>
                </a:lnTo>
                <a:lnTo>
                  <a:pt x="3096" y="2899"/>
                </a:lnTo>
                <a:lnTo>
                  <a:pt x="4702" y="1866"/>
                </a:lnTo>
                <a:lnTo>
                  <a:pt x="6338" y="1101"/>
                </a:lnTo>
                <a:lnTo>
                  <a:pt x="8002" y="561"/>
                </a:lnTo>
                <a:lnTo>
                  <a:pt x="9686" y="220"/>
                </a:lnTo>
                <a:lnTo>
                  <a:pt x="11386" y="42"/>
                </a:lnTo>
                <a:lnTo>
                  <a:pt x="13094" y="0"/>
                </a:lnTo>
                <a:lnTo>
                  <a:pt x="14808" y="52"/>
                </a:lnTo>
                <a:lnTo>
                  <a:pt x="16522" y="178"/>
                </a:lnTo>
                <a:lnTo>
                  <a:pt x="18228" y="336"/>
                </a:lnTo>
                <a:lnTo>
                  <a:pt x="19922" y="498"/>
                </a:lnTo>
                <a:lnTo>
                  <a:pt x="21600" y="629"/>
                </a:lnTo>
                <a:close/>
              </a:path>
            </a:pathLst>
          </a:custGeom>
          <a:solidFill>
            <a:srgbClr val="816D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8" name="contour_11656"/>
          <p:cNvSpPr/>
          <p:nvPr/>
        </p:nvSpPr>
        <p:spPr>
          <a:xfrm>
            <a:off x="7903269" y="4241611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4312" y="1766"/>
                </a:lnTo>
                <a:lnTo>
                  <a:pt x="15241" y="3070"/>
                </a:lnTo>
                <a:lnTo>
                  <a:pt x="15980" y="4301"/>
                </a:lnTo>
                <a:lnTo>
                  <a:pt x="16762" y="5848"/>
                </a:lnTo>
                <a:lnTo>
                  <a:pt x="17820" y="8100"/>
                </a:lnTo>
                <a:lnTo>
                  <a:pt x="18546" y="9607"/>
                </a:lnTo>
                <a:lnTo>
                  <a:pt x="19276" y="11121"/>
                </a:lnTo>
                <a:lnTo>
                  <a:pt x="20015" y="12658"/>
                </a:lnTo>
                <a:lnTo>
                  <a:pt x="20801" y="14415"/>
                </a:lnTo>
                <a:lnTo>
                  <a:pt x="21600" y="16200"/>
                </a:lnTo>
                <a:lnTo>
                  <a:pt x="20503" y="16543"/>
                </a:lnTo>
                <a:lnTo>
                  <a:pt x="19453" y="16872"/>
                </a:lnTo>
                <a:lnTo>
                  <a:pt x="18144" y="17280"/>
                </a:lnTo>
                <a:lnTo>
                  <a:pt x="16282" y="17863"/>
                </a:lnTo>
                <a:lnTo>
                  <a:pt x="13556" y="18714"/>
                </a:lnTo>
                <a:lnTo>
                  <a:pt x="9672" y="19929"/>
                </a:lnTo>
                <a:lnTo>
                  <a:pt x="4320" y="21600"/>
                </a:lnTo>
                <a:lnTo>
                  <a:pt x="3823" y="19745"/>
                </a:lnTo>
                <a:lnTo>
                  <a:pt x="3331" y="17890"/>
                </a:lnTo>
                <a:lnTo>
                  <a:pt x="2847" y="16033"/>
                </a:lnTo>
                <a:lnTo>
                  <a:pt x="2367" y="14175"/>
                </a:lnTo>
                <a:lnTo>
                  <a:pt x="1892" y="12317"/>
                </a:lnTo>
                <a:lnTo>
                  <a:pt x="1689" y="11551"/>
                </a:lnTo>
                <a:lnTo>
                  <a:pt x="1335" y="10198"/>
                </a:lnTo>
                <a:lnTo>
                  <a:pt x="523" y="7098"/>
                </a:lnTo>
                <a:lnTo>
                  <a:pt x="350" y="5646"/>
                </a:lnTo>
                <a:lnTo>
                  <a:pt x="177" y="4182"/>
                </a:lnTo>
                <a:lnTo>
                  <a:pt x="0" y="2700"/>
                </a:lnTo>
                <a:lnTo>
                  <a:pt x="2143" y="1361"/>
                </a:lnTo>
                <a:lnTo>
                  <a:pt x="4320" y="0"/>
                </a:lnTo>
                <a:close/>
              </a:path>
            </a:pathLst>
          </a:custGeom>
          <a:solidFill>
            <a:srgbClr val="E9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59" name="contour_11657"/>
          <p:cNvSpPr/>
          <p:nvPr/>
        </p:nvSpPr>
        <p:spPr>
          <a:xfrm>
            <a:off x="6875663" y="4241611"/>
            <a:ext cx="58304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1133"/>
                </a:lnTo>
                <a:lnTo>
                  <a:pt x="8967" y="2266"/>
                </a:lnTo>
                <a:lnTo>
                  <a:pt x="10751" y="3403"/>
                </a:lnTo>
                <a:lnTo>
                  <a:pt x="12541" y="4541"/>
                </a:lnTo>
                <a:lnTo>
                  <a:pt x="14337" y="5679"/>
                </a:lnTo>
                <a:lnTo>
                  <a:pt x="16141" y="6828"/>
                </a:lnTo>
                <a:lnTo>
                  <a:pt x="17950" y="7976"/>
                </a:lnTo>
                <a:lnTo>
                  <a:pt x="19769" y="9134"/>
                </a:lnTo>
                <a:lnTo>
                  <a:pt x="21600" y="10298"/>
                </a:lnTo>
                <a:lnTo>
                  <a:pt x="19305" y="14639"/>
                </a:lnTo>
                <a:lnTo>
                  <a:pt x="17650" y="17584"/>
                </a:lnTo>
                <a:lnTo>
                  <a:pt x="16367" y="19432"/>
                </a:lnTo>
                <a:lnTo>
                  <a:pt x="15193" y="20514"/>
                </a:lnTo>
                <a:lnTo>
                  <a:pt x="13870" y="21131"/>
                </a:lnTo>
                <a:lnTo>
                  <a:pt x="12128" y="21600"/>
                </a:lnTo>
                <a:lnTo>
                  <a:pt x="11486" y="21549"/>
                </a:lnTo>
                <a:lnTo>
                  <a:pt x="10355" y="21456"/>
                </a:lnTo>
                <a:lnTo>
                  <a:pt x="7762" y="21240"/>
                </a:lnTo>
                <a:lnTo>
                  <a:pt x="6305" y="21147"/>
                </a:lnTo>
                <a:lnTo>
                  <a:pt x="4838" y="21054"/>
                </a:lnTo>
                <a:lnTo>
                  <a:pt x="3353" y="20956"/>
                </a:lnTo>
                <a:lnTo>
                  <a:pt x="2519" y="20869"/>
                </a:lnTo>
                <a:lnTo>
                  <a:pt x="0" y="20596"/>
                </a:lnTo>
                <a:lnTo>
                  <a:pt x="764" y="17682"/>
                </a:lnTo>
                <a:lnTo>
                  <a:pt x="1528" y="14767"/>
                </a:lnTo>
                <a:lnTo>
                  <a:pt x="2295" y="11843"/>
                </a:lnTo>
                <a:lnTo>
                  <a:pt x="3064" y="8908"/>
                </a:lnTo>
                <a:lnTo>
                  <a:pt x="3839" y="5957"/>
                </a:lnTo>
                <a:lnTo>
                  <a:pt x="4617" y="2992"/>
                </a:lnTo>
                <a:lnTo>
                  <a:pt x="5400" y="0"/>
                </a:lnTo>
                <a:close/>
              </a:path>
            </a:pathLst>
          </a:custGeom>
          <a:solidFill>
            <a:srgbClr val="D4D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0" name="contour_11658"/>
          <p:cNvSpPr/>
          <p:nvPr/>
        </p:nvSpPr>
        <p:spPr>
          <a:xfrm>
            <a:off x="1023406" y="4241611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140" y="124"/>
                </a:lnTo>
                <a:lnTo>
                  <a:pt x="5424" y="340"/>
                </a:lnTo>
                <a:lnTo>
                  <a:pt x="7349" y="842"/>
                </a:lnTo>
                <a:lnTo>
                  <a:pt x="8657" y="1164"/>
                </a:lnTo>
                <a:lnTo>
                  <a:pt x="9984" y="1488"/>
                </a:lnTo>
                <a:lnTo>
                  <a:pt x="10985" y="2090"/>
                </a:lnTo>
                <a:lnTo>
                  <a:pt x="12000" y="2700"/>
                </a:lnTo>
                <a:lnTo>
                  <a:pt x="12000" y="4485"/>
                </a:lnTo>
                <a:lnTo>
                  <a:pt x="12000" y="6280"/>
                </a:lnTo>
                <a:lnTo>
                  <a:pt x="12000" y="8100"/>
                </a:lnTo>
                <a:lnTo>
                  <a:pt x="13586" y="8100"/>
                </a:lnTo>
                <a:lnTo>
                  <a:pt x="15182" y="8100"/>
                </a:lnTo>
                <a:lnTo>
                  <a:pt x="16800" y="8100"/>
                </a:lnTo>
                <a:lnTo>
                  <a:pt x="16800" y="9885"/>
                </a:lnTo>
                <a:lnTo>
                  <a:pt x="16800" y="11680"/>
                </a:lnTo>
                <a:lnTo>
                  <a:pt x="16800" y="13500"/>
                </a:lnTo>
                <a:lnTo>
                  <a:pt x="18386" y="13500"/>
                </a:lnTo>
                <a:lnTo>
                  <a:pt x="19982" y="13500"/>
                </a:lnTo>
                <a:lnTo>
                  <a:pt x="21600" y="13500"/>
                </a:lnTo>
                <a:lnTo>
                  <a:pt x="21125" y="15104"/>
                </a:lnTo>
                <a:lnTo>
                  <a:pt x="20647" y="16713"/>
                </a:lnTo>
                <a:lnTo>
                  <a:pt x="20170" y="18328"/>
                </a:lnTo>
                <a:lnTo>
                  <a:pt x="19687" y="19956"/>
                </a:lnTo>
                <a:lnTo>
                  <a:pt x="19200" y="21600"/>
                </a:lnTo>
                <a:lnTo>
                  <a:pt x="18050" y="20534"/>
                </a:lnTo>
                <a:lnTo>
                  <a:pt x="16898" y="19464"/>
                </a:lnTo>
                <a:lnTo>
                  <a:pt x="15749" y="18398"/>
                </a:lnTo>
                <a:lnTo>
                  <a:pt x="14599" y="17329"/>
                </a:lnTo>
                <a:lnTo>
                  <a:pt x="13450" y="16257"/>
                </a:lnTo>
                <a:lnTo>
                  <a:pt x="12300" y="15188"/>
                </a:lnTo>
                <a:lnTo>
                  <a:pt x="11328" y="14288"/>
                </a:lnTo>
                <a:lnTo>
                  <a:pt x="10342" y="13373"/>
                </a:lnTo>
                <a:lnTo>
                  <a:pt x="9139" y="12242"/>
                </a:lnTo>
                <a:lnTo>
                  <a:pt x="7949" y="11102"/>
                </a:lnTo>
                <a:lnTo>
                  <a:pt x="6775" y="9952"/>
                </a:lnTo>
                <a:lnTo>
                  <a:pt x="5611" y="8788"/>
                </a:lnTo>
                <a:lnTo>
                  <a:pt x="4464" y="7609"/>
                </a:lnTo>
                <a:lnTo>
                  <a:pt x="3326" y="6412"/>
                </a:lnTo>
                <a:lnTo>
                  <a:pt x="2206" y="5197"/>
                </a:lnTo>
                <a:lnTo>
                  <a:pt x="1097" y="3961"/>
                </a:lnTo>
                <a:lnTo>
                  <a:pt x="0" y="2700"/>
                </a:lnTo>
                <a:lnTo>
                  <a:pt x="1190" y="1361"/>
                </a:lnTo>
                <a:lnTo>
                  <a:pt x="2400" y="0"/>
                </a:lnTo>
                <a:close/>
              </a:path>
            </a:pathLst>
          </a:custGeom>
          <a:solidFill>
            <a:srgbClr val="EF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1" name="contour_11659"/>
          <p:cNvSpPr/>
          <p:nvPr/>
        </p:nvSpPr>
        <p:spPr>
          <a:xfrm>
            <a:off x="10045939" y="4183307"/>
            <a:ext cx="2901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52" y="0"/>
                </a:moveTo>
                <a:lnTo>
                  <a:pt x="13657" y="2034"/>
                </a:lnTo>
                <a:lnTo>
                  <a:pt x="15979" y="3753"/>
                </a:lnTo>
                <a:lnTo>
                  <a:pt x="17856" y="5208"/>
                </a:lnTo>
                <a:lnTo>
                  <a:pt x="19316" y="6454"/>
                </a:lnTo>
                <a:lnTo>
                  <a:pt x="20390" y="7544"/>
                </a:lnTo>
                <a:lnTo>
                  <a:pt x="21112" y="8530"/>
                </a:lnTo>
                <a:lnTo>
                  <a:pt x="21502" y="9465"/>
                </a:lnTo>
                <a:lnTo>
                  <a:pt x="21600" y="10399"/>
                </a:lnTo>
                <a:lnTo>
                  <a:pt x="21437" y="11391"/>
                </a:lnTo>
                <a:lnTo>
                  <a:pt x="21041" y="12489"/>
                </a:lnTo>
                <a:lnTo>
                  <a:pt x="20439" y="13747"/>
                </a:lnTo>
                <a:lnTo>
                  <a:pt x="19668" y="15218"/>
                </a:lnTo>
                <a:lnTo>
                  <a:pt x="19066" y="16424"/>
                </a:lnTo>
                <a:lnTo>
                  <a:pt x="18458" y="17639"/>
                </a:lnTo>
                <a:lnTo>
                  <a:pt x="17845" y="18869"/>
                </a:lnTo>
                <a:lnTo>
                  <a:pt x="17069" y="20223"/>
                </a:lnTo>
                <a:lnTo>
                  <a:pt x="16277" y="21600"/>
                </a:lnTo>
                <a:lnTo>
                  <a:pt x="13054" y="21211"/>
                </a:lnTo>
                <a:lnTo>
                  <a:pt x="9821" y="20820"/>
                </a:lnTo>
                <a:lnTo>
                  <a:pt x="6576" y="20430"/>
                </a:lnTo>
                <a:lnTo>
                  <a:pt x="3304" y="20035"/>
                </a:lnTo>
                <a:lnTo>
                  <a:pt x="0" y="19636"/>
                </a:lnTo>
                <a:lnTo>
                  <a:pt x="716" y="18340"/>
                </a:lnTo>
                <a:lnTo>
                  <a:pt x="1432" y="17044"/>
                </a:lnTo>
                <a:lnTo>
                  <a:pt x="2149" y="15746"/>
                </a:lnTo>
                <a:lnTo>
                  <a:pt x="2865" y="14448"/>
                </a:lnTo>
                <a:lnTo>
                  <a:pt x="3586" y="13149"/>
                </a:lnTo>
                <a:lnTo>
                  <a:pt x="4303" y="11849"/>
                </a:lnTo>
                <a:lnTo>
                  <a:pt x="5024" y="10545"/>
                </a:lnTo>
                <a:lnTo>
                  <a:pt x="5746" y="9239"/>
                </a:lnTo>
                <a:lnTo>
                  <a:pt x="6468" y="7929"/>
                </a:lnTo>
                <a:lnTo>
                  <a:pt x="7195" y="6617"/>
                </a:lnTo>
                <a:lnTo>
                  <a:pt x="7922" y="5304"/>
                </a:lnTo>
                <a:lnTo>
                  <a:pt x="8649" y="3984"/>
                </a:lnTo>
                <a:lnTo>
                  <a:pt x="9381" y="2661"/>
                </a:lnTo>
                <a:lnTo>
                  <a:pt x="10114" y="1333"/>
                </a:lnTo>
                <a:lnTo>
                  <a:pt x="10852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2" name="contour_11660"/>
          <p:cNvSpPr/>
          <p:nvPr/>
        </p:nvSpPr>
        <p:spPr>
          <a:xfrm>
            <a:off x="4383170" y="4223777"/>
            <a:ext cx="80168" cy="61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27" y="23"/>
                </a:moveTo>
                <a:lnTo>
                  <a:pt x="18865" y="317"/>
                </a:lnTo>
                <a:lnTo>
                  <a:pt x="19778" y="529"/>
                </a:lnTo>
                <a:lnTo>
                  <a:pt x="20559" y="772"/>
                </a:lnTo>
                <a:lnTo>
                  <a:pt x="21600" y="1143"/>
                </a:lnTo>
                <a:lnTo>
                  <a:pt x="20817" y="1611"/>
                </a:lnTo>
                <a:lnTo>
                  <a:pt x="20019" y="2081"/>
                </a:lnTo>
                <a:lnTo>
                  <a:pt x="17730" y="3501"/>
                </a:lnTo>
                <a:lnTo>
                  <a:pt x="15925" y="4646"/>
                </a:lnTo>
                <a:lnTo>
                  <a:pt x="14521" y="5590"/>
                </a:lnTo>
                <a:lnTo>
                  <a:pt x="13433" y="6413"/>
                </a:lnTo>
                <a:lnTo>
                  <a:pt x="12579" y="7191"/>
                </a:lnTo>
                <a:lnTo>
                  <a:pt x="11876" y="7999"/>
                </a:lnTo>
                <a:lnTo>
                  <a:pt x="11236" y="8914"/>
                </a:lnTo>
                <a:lnTo>
                  <a:pt x="10578" y="10014"/>
                </a:lnTo>
                <a:lnTo>
                  <a:pt x="9818" y="11372"/>
                </a:lnTo>
                <a:lnTo>
                  <a:pt x="9408" y="13067"/>
                </a:lnTo>
                <a:lnTo>
                  <a:pt x="9041" y="14752"/>
                </a:lnTo>
                <a:lnTo>
                  <a:pt x="8713" y="16437"/>
                </a:lnTo>
                <a:lnTo>
                  <a:pt x="8410" y="18135"/>
                </a:lnTo>
                <a:lnTo>
                  <a:pt x="8127" y="19853"/>
                </a:lnTo>
                <a:lnTo>
                  <a:pt x="7855" y="21600"/>
                </a:lnTo>
                <a:lnTo>
                  <a:pt x="6559" y="21178"/>
                </a:lnTo>
                <a:lnTo>
                  <a:pt x="5261" y="20756"/>
                </a:lnTo>
                <a:lnTo>
                  <a:pt x="3957" y="20332"/>
                </a:lnTo>
                <a:lnTo>
                  <a:pt x="2647" y="19905"/>
                </a:lnTo>
                <a:lnTo>
                  <a:pt x="1329" y="19478"/>
                </a:lnTo>
                <a:lnTo>
                  <a:pt x="0" y="19043"/>
                </a:lnTo>
                <a:lnTo>
                  <a:pt x="1820" y="15854"/>
                </a:lnTo>
                <a:lnTo>
                  <a:pt x="3434" y="13039"/>
                </a:lnTo>
                <a:lnTo>
                  <a:pt x="4864" y="10574"/>
                </a:lnTo>
                <a:lnTo>
                  <a:pt x="6130" y="8438"/>
                </a:lnTo>
                <a:lnTo>
                  <a:pt x="7256" y="6608"/>
                </a:lnTo>
                <a:lnTo>
                  <a:pt x="8259" y="5061"/>
                </a:lnTo>
                <a:lnTo>
                  <a:pt x="9164" y="3772"/>
                </a:lnTo>
                <a:lnTo>
                  <a:pt x="9991" y="2721"/>
                </a:lnTo>
                <a:lnTo>
                  <a:pt x="10761" y="1879"/>
                </a:lnTo>
                <a:lnTo>
                  <a:pt x="11495" y="1230"/>
                </a:lnTo>
                <a:lnTo>
                  <a:pt x="12214" y="744"/>
                </a:lnTo>
                <a:lnTo>
                  <a:pt x="12942" y="404"/>
                </a:lnTo>
                <a:lnTo>
                  <a:pt x="13696" y="182"/>
                </a:lnTo>
                <a:lnTo>
                  <a:pt x="14501" y="56"/>
                </a:lnTo>
                <a:lnTo>
                  <a:pt x="15377" y="3"/>
                </a:lnTo>
                <a:lnTo>
                  <a:pt x="16345" y="0"/>
                </a:lnTo>
                <a:lnTo>
                  <a:pt x="17427" y="23"/>
                </a:lnTo>
                <a:close/>
              </a:path>
            </a:pathLst>
          </a:custGeom>
          <a:solidFill>
            <a:srgbClr val="987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3" name="contour_11661"/>
          <p:cNvSpPr/>
          <p:nvPr/>
        </p:nvSpPr>
        <p:spPr>
          <a:xfrm>
            <a:off x="7414974" y="4212459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359"/>
                </a:lnTo>
                <a:lnTo>
                  <a:pt x="3564" y="713"/>
                </a:lnTo>
                <a:lnTo>
                  <a:pt x="5349" y="1071"/>
                </a:lnTo>
                <a:lnTo>
                  <a:pt x="7136" y="1426"/>
                </a:lnTo>
                <a:lnTo>
                  <a:pt x="8926" y="1784"/>
                </a:lnTo>
                <a:lnTo>
                  <a:pt x="10719" y="2143"/>
                </a:lnTo>
                <a:lnTo>
                  <a:pt x="12517" y="2501"/>
                </a:lnTo>
                <a:lnTo>
                  <a:pt x="14321" y="2864"/>
                </a:lnTo>
                <a:lnTo>
                  <a:pt x="16130" y="3227"/>
                </a:lnTo>
                <a:lnTo>
                  <a:pt x="17944" y="3590"/>
                </a:lnTo>
                <a:lnTo>
                  <a:pt x="19769" y="3953"/>
                </a:lnTo>
                <a:lnTo>
                  <a:pt x="21600" y="4320"/>
                </a:lnTo>
                <a:lnTo>
                  <a:pt x="21155" y="7171"/>
                </a:lnTo>
                <a:lnTo>
                  <a:pt x="20709" y="10027"/>
                </a:lnTo>
                <a:lnTo>
                  <a:pt x="20261" y="12895"/>
                </a:lnTo>
                <a:lnTo>
                  <a:pt x="19810" y="15777"/>
                </a:lnTo>
                <a:lnTo>
                  <a:pt x="19356" y="18675"/>
                </a:lnTo>
                <a:lnTo>
                  <a:pt x="18900" y="21600"/>
                </a:lnTo>
                <a:lnTo>
                  <a:pt x="17318" y="21043"/>
                </a:lnTo>
                <a:lnTo>
                  <a:pt x="15741" y="20477"/>
                </a:lnTo>
                <a:lnTo>
                  <a:pt x="14167" y="19898"/>
                </a:lnTo>
                <a:lnTo>
                  <a:pt x="12595" y="19306"/>
                </a:lnTo>
                <a:lnTo>
                  <a:pt x="11021" y="18701"/>
                </a:lnTo>
                <a:lnTo>
                  <a:pt x="9450" y="18092"/>
                </a:lnTo>
                <a:lnTo>
                  <a:pt x="8095" y="17634"/>
                </a:lnTo>
                <a:lnTo>
                  <a:pt x="6718" y="17172"/>
                </a:lnTo>
                <a:lnTo>
                  <a:pt x="5160" y="16511"/>
                </a:lnTo>
                <a:lnTo>
                  <a:pt x="3939" y="15850"/>
                </a:lnTo>
                <a:lnTo>
                  <a:pt x="2430" y="1480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F7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4" name="contour_11662"/>
          <p:cNvSpPr/>
          <p:nvPr/>
        </p:nvSpPr>
        <p:spPr>
          <a:xfrm>
            <a:off x="4405034" y="4197883"/>
            <a:ext cx="7318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08" y="0"/>
                </a:moveTo>
                <a:lnTo>
                  <a:pt x="18561" y="481"/>
                </a:lnTo>
                <a:lnTo>
                  <a:pt x="19460" y="963"/>
                </a:lnTo>
                <a:lnTo>
                  <a:pt x="20307" y="1734"/>
                </a:lnTo>
                <a:lnTo>
                  <a:pt x="21510" y="3086"/>
                </a:lnTo>
                <a:lnTo>
                  <a:pt x="21570" y="5452"/>
                </a:lnTo>
                <a:lnTo>
                  <a:pt x="21600" y="7116"/>
                </a:lnTo>
                <a:lnTo>
                  <a:pt x="21600" y="8523"/>
                </a:lnTo>
                <a:lnTo>
                  <a:pt x="21570" y="10118"/>
                </a:lnTo>
                <a:lnTo>
                  <a:pt x="21510" y="12343"/>
                </a:lnTo>
                <a:lnTo>
                  <a:pt x="20497" y="12494"/>
                </a:lnTo>
                <a:lnTo>
                  <a:pt x="19477" y="12645"/>
                </a:lnTo>
                <a:lnTo>
                  <a:pt x="18442" y="12800"/>
                </a:lnTo>
                <a:lnTo>
                  <a:pt x="15601" y="13293"/>
                </a:lnTo>
                <a:lnTo>
                  <a:pt x="13181" y="13728"/>
                </a:lnTo>
                <a:lnTo>
                  <a:pt x="11131" y="14129"/>
                </a:lnTo>
                <a:lnTo>
                  <a:pt x="9404" y="14521"/>
                </a:lnTo>
                <a:lnTo>
                  <a:pt x="7948" y="14929"/>
                </a:lnTo>
                <a:lnTo>
                  <a:pt x="6711" y="15373"/>
                </a:lnTo>
                <a:lnTo>
                  <a:pt x="5646" y="15882"/>
                </a:lnTo>
                <a:lnTo>
                  <a:pt x="4700" y="16478"/>
                </a:lnTo>
                <a:lnTo>
                  <a:pt x="3822" y="17184"/>
                </a:lnTo>
                <a:lnTo>
                  <a:pt x="2964" y="18027"/>
                </a:lnTo>
                <a:lnTo>
                  <a:pt x="2076" y="19027"/>
                </a:lnTo>
                <a:lnTo>
                  <a:pt x="1103" y="20208"/>
                </a:lnTo>
                <a:lnTo>
                  <a:pt x="0" y="21600"/>
                </a:lnTo>
                <a:lnTo>
                  <a:pt x="951" y="17900"/>
                </a:lnTo>
                <a:lnTo>
                  <a:pt x="1716" y="15080"/>
                </a:lnTo>
                <a:lnTo>
                  <a:pt x="2375" y="12972"/>
                </a:lnTo>
                <a:lnTo>
                  <a:pt x="3007" y="11405"/>
                </a:lnTo>
                <a:lnTo>
                  <a:pt x="3695" y="10211"/>
                </a:lnTo>
                <a:lnTo>
                  <a:pt x="4521" y="9220"/>
                </a:lnTo>
                <a:lnTo>
                  <a:pt x="5565" y="8264"/>
                </a:lnTo>
                <a:lnTo>
                  <a:pt x="6907" y="7171"/>
                </a:lnTo>
                <a:lnTo>
                  <a:pt x="8331" y="6412"/>
                </a:lnTo>
                <a:lnTo>
                  <a:pt x="9763" y="5681"/>
                </a:lnTo>
                <a:lnTo>
                  <a:pt x="11200" y="4980"/>
                </a:lnTo>
                <a:lnTo>
                  <a:pt x="12646" y="4305"/>
                </a:lnTo>
                <a:lnTo>
                  <a:pt x="14074" y="3552"/>
                </a:lnTo>
                <a:lnTo>
                  <a:pt x="15024" y="2851"/>
                </a:lnTo>
                <a:lnTo>
                  <a:pt x="15926" y="1802"/>
                </a:lnTo>
                <a:lnTo>
                  <a:pt x="17208" y="0"/>
                </a:lnTo>
                <a:close/>
              </a:path>
            </a:pathLst>
          </a:custGeom>
          <a:solidFill>
            <a:srgbClr val="B18E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5" name="contour_11663"/>
          <p:cNvSpPr/>
          <p:nvPr/>
        </p:nvSpPr>
        <p:spPr>
          <a:xfrm>
            <a:off x="2364396" y="4176019"/>
            <a:ext cx="58304" cy="453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529" y="2201"/>
                </a:lnTo>
                <a:lnTo>
                  <a:pt x="8780" y="3815"/>
                </a:lnTo>
                <a:lnTo>
                  <a:pt x="8942" y="5637"/>
                </a:lnTo>
                <a:lnTo>
                  <a:pt x="9112" y="8462"/>
                </a:lnTo>
                <a:lnTo>
                  <a:pt x="9453" y="11298"/>
                </a:lnTo>
                <a:lnTo>
                  <a:pt x="9742" y="13172"/>
                </a:lnTo>
                <a:lnTo>
                  <a:pt x="10138" y="14911"/>
                </a:lnTo>
                <a:lnTo>
                  <a:pt x="10800" y="17355"/>
                </a:lnTo>
                <a:lnTo>
                  <a:pt x="12587" y="18546"/>
                </a:lnTo>
                <a:lnTo>
                  <a:pt x="14278" y="19375"/>
                </a:lnTo>
                <a:lnTo>
                  <a:pt x="15949" y="19934"/>
                </a:lnTo>
                <a:lnTo>
                  <a:pt x="17677" y="20305"/>
                </a:lnTo>
                <a:lnTo>
                  <a:pt x="19535" y="20573"/>
                </a:lnTo>
                <a:lnTo>
                  <a:pt x="21600" y="20826"/>
                </a:lnTo>
                <a:lnTo>
                  <a:pt x="19769" y="21079"/>
                </a:lnTo>
                <a:lnTo>
                  <a:pt x="17960" y="21295"/>
                </a:lnTo>
                <a:lnTo>
                  <a:pt x="16165" y="21458"/>
                </a:lnTo>
                <a:lnTo>
                  <a:pt x="14380" y="21565"/>
                </a:lnTo>
                <a:lnTo>
                  <a:pt x="12598" y="21600"/>
                </a:lnTo>
                <a:lnTo>
                  <a:pt x="10816" y="21555"/>
                </a:lnTo>
                <a:lnTo>
                  <a:pt x="9026" y="21420"/>
                </a:lnTo>
                <a:lnTo>
                  <a:pt x="7223" y="21180"/>
                </a:lnTo>
                <a:lnTo>
                  <a:pt x="5400" y="20826"/>
                </a:lnTo>
                <a:lnTo>
                  <a:pt x="4085" y="19108"/>
                </a:lnTo>
                <a:lnTo>
                  <a:pt x="2973" y="17345"/>
                </a:lnTo>
                <a:lnTo>
                  <a:pt x="2052" y="15512"/>
                </a:lnTo>
                <a:lnTo>
                  <a:pt x="1310" y="13582"/>
                </a:lnTo>
                <a:lnTo>
                  <a:pt x="726" y="11527"/>
                </a:lnTo>
                <a:lnTo>
                  <a:pt x="297" y="9323"/>
                </a:lnTo>
                <a:lnTo>
                  <a:pt x="0" y="6942"/>
                </a:lnTo>
                <a:lnTo>
                  <a:pt x="559" y="4620"/>
                </a:lnTo>
                <a:lnTo>
                  <a:pt x="1026" y="3124"/>
                </a:lnTo>
                <a:lnTo>
                  <a:pt x="1655" y="1801"/>
                </a:lnTo>
                <a:lnTo>
                  <a:pt x="2700" y="0"/>
                </a:lnTo>
                <a:close/>
              </a:path>
            </a:pathLst>
          </a:custGeom>
          <a:solidFill>
            <a:srgbClr val="FAFB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6" name="contour_11664"/>
          <p:cNvSpPr/>
          <p:nvPr/>
        </p:nvSpPr>
        <p:spPr>
          <a:xfrm>
            <a:off x="7305654" y="4167048"/>
            <a:ext cx="58304" cy="45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17" y="149"/>
                </a:moveTo>
                <a:lnTo>
                  <a:pt x="13203" y="114"/>
                </a:lnTo>
                <a:lnTo>
                  <a:pt x="15873" y="0"/>
                </a:lnTo>
                <a:lnTo>
                  <a:pt x="17374" y="399"/>
                </a:lnTo>
                <a:lnTo>
                  <a:pt x="18900" y="801"/>
                </a:lnTo>
                <a:lnTo>
                  <a:pt x="19934" y="2881"/>
                </a:lnTo>
                <a:lnTo>
                  <a:pt x="20561" y="4299"/>
                </a:lnTo>
                <a:lnTo>
                  <a:pt x="21030" y="5699"/>
                </a:lnTo>
                <a:lnTo>
                  <a:pt x="21600" y="7734"/>
                </a:lnTo>
                <a:lnTo>
                  <a:pt x="20914" y="8049"/>
                </a:lnTo>
                <a:lnTo>
                  <a:pt x="18835" y="9006"/>
                </a:lnTo>
                <a:lnTo>
                  <a:pt x="15590" y="10576"/>
                </a:lnTo>
                <a:lnTo>
                  <a:pt x="12965" y="11876"/>
                </a:lnTo>
                <a:lnTo>
                  <a:pt x="10865" y="12982"/>
                </a:lnTo>
                <a:lnTo>
                  <a:pt x="9191" y="13967"/>
                </a:lnTo>
                <a:lnTo>
                  <a:pt x="7849" y="14910"/>
                </a:lnTo>
                <a:lnTo>
                  <a:pt x="6739" y="15880"/>
                </a:lnTo>
                <a:lnTo>
                  <a:pt x="5767" y="16962"/>
                </a:lnTo>
                <a:lnTo>
                  <a:pt x="4833" y="18224"/>
                </a:lnTo>
                <a:lnTo>
                  <a:pt x="3845" y="19745"/>
                </a:lnTo>
                <a:lnTo>
                  <a:pt x="2700" y="21600"/>
                </a:lnTo>
                <a:lnTo>
                  <a:pt x="2260" y="19492"/>
                </a:lnTo>
                <a:lnTo>
                  <a:pt x="1833" y="17381"/>
                </a:lnTo>
                <a:lnTo>
                  <a:pt x="1417" y="15267"/>
                </a:lnTo>
                <a:lnTo>
                  <a:pt x="1012" y="13149"/>
                </a:lnTo>
                <a:lnTo>
                  <a:pt x="540" y="10791"/>
                </a:lnTo>
                <a:lnTo>
                  <a:pt x="65" y="8399"/>
                </a:lnTo>
                <a:lnTo>
                  <a:pt x="32" y="6351"/>
                </a:lnTo>
                <a:lnTo>
                  <a:pt x="0" y="4267"/>
                </a:lnTo>
                <a:lnTo>
                  <a:pt x="1620" y="2839"/>
                </a:lnTo>
                <a:lnTo>
                  <a:pt x="3264" y="1796"/>
                </a:lnTo>
                <a:lnTo>
                  <a:pt x="4952" y="1071"/>
                </a:lnTo>
                <a:lnTo>
                  <a:pt x="6688" y="603"/>
                </a:lnTo>
                <a:lnTo>
                  <a:pt x="8489" y="336"/>
                </a:lnTo>
                <a:lnTo>
                  <a:pt x="10360" y="208"/>
                </a:lnTo>
                <a:lnTo>
                  <a:pt x="12317" y="149"/>
                </a:lnTo>
                <a:close/>
              </a:path>
            </a:pathLst>
          </a:custGeom>
          <a:solidFill>
            <a:srgbClr val="F2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7" name="contour_11665"/>
          <p:cNvSpPr/>
          <p:nvPr/>
        </p:nvSpPr>
        <p:spPr>
          <a:xfrm>
            <a:off x="7640902" y="4064863"/>
            <a:ext cx="58304" cy="255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553"/>
                </a:moveTo>
                <a:lnTo>
                  <a:pt x="4887" y="678"/>
                </a:lnTo>
                <a:lnTo>
                  <a:pt x="6483" y="179"/>
                </a:lnTo>
                <a:lnTo>
                  <a:pt x="7943" y="0"/>
                </a:lnTo>
                <a:lnTo>
                  <a:pt x="9736" y="92"/>
                </a:lnTo>
                <a:lnTo>
                  <a:pt x="12317" y="395"/>
                </a:lnTo>
                <a:lnTo>
                  <a:pt x="14051" y="567"/>
                </a:lnTo>
                <a:lnTo>
                  <a:pt x="15795" y="734"/>
                </a:lnTo>
                <a:lnTo>
                  <a:pt x="17561" y="906"/>
                </a:lnTo>
                <a:lnTo>
                  <a:pt x="18895" y="1116"/>
                </a:lnTo>
                <a:lnTo>
                  <a:pt x="20239" y="1332"/>
                </a:lnTo>
                <a:lnTo>
                  <a:pt x="21600" y="1553"/>
                </a:lnTo>
                <a:lnTo>
                  <a:pt x="21219" y="6103"/>
                </a:lnTo>
                <a:lnTo>
                  <a:pt x="20890" y="9339"/>
                </a:lnTo>
                <a:lnTo>
                  <a:pt x="20480" y="12150"/>
                </a:lnTo>
                <a:lnTo>
                  <a:pt x="19859" y="15423"/>
                </a:lnTo>
                <a:lnTo>
                  <a:pt x="18900" y="20047"/>
                </a:lnTo>
                <a:lnTo>
                  <a:pt x="16713" y="20922"/>
                </a:lnTo>
                <a:lnTo>
                  <a:pt x="15117" y="21421"/>
                </a:lnTo>
                <a:lnTo>
                  <a:pt x="13657" y="21600"/>
                </a:lnTo>
                <a:lnTo>
                  <a:pt x="11864" y="21508"/>
                </a:lnTo>
                <a:lnTo>
                  <a:pt x="9283" y="21205"/>
                </a:lnTo>
                <a:lnTo>
                  <a:pt x="7549" y="21033"/>
                </a:lnTo>
                <a:lnTo>
                  <a:pt x="5805" y="20866"/>
                </a:lnTo>
                <a:lnTo>
                  <a:pt x="4039" y="20694"/>
                </a:lnTo>
                <a:lnTo>
                  <a:pt x="2705" y="20484"/>
                </a:lnTo>
                <a:lnTo>
                  <a:pt x="1361" y="20268"/>
                </a:lnTo>
                <a:lnTo>
                  <a:pt x="0" y="20047"/>
                </a:lnTo>
                <a:lnTo>
                  <a:pt x="381" y="15497"/>
                </a:lnTo>
                <a:lnTo>
                  <a:pt x="710" y="12261"/>
                </a:lnTo>
                <a:lnTo>
                  <a:pt x="1120" y="9450"/>
                </a:lnTo>
                <a:lnTo>
                  <a:pt x="1741" y="6177"/>
                </a:lnTo>
                <a:lnTo>
                  <a:pt x="2700" y="1553"/>
                </a:lnTo>
                <a:close/>
              </a:path>
            </a:pathLst>
          </a:custGeom>
          <a:solidFill>
            <a:srgbClr val="C84C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8" name="contour_11666"/>
          <p:cNvSpPr/>
          <p:nvPr/>
        </p:nvSpPr>
        <p:spPr>
          <a:xfrm>
            <a:off x="4783812" y="4022971"/>
            <a:ext cx="3663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13" y="0"/>
                </a:moveTo>
                <a:lnTo>
                  <a:pt x="4653" y="1042"/>
                </a:lnTo>
                <a:lnTo>
                  <a:pt x="4898" y="2100"/>
                </a:lnTo>
                <a:lnTo>
                  <a:pt x="5423" y="3679"/>
                </a:lnTo>
                <a:lnTo>
                  <a:pt x="6003" y="5191"/>
                </a:lnTo>
                <a:lnTo>
                  <a:pt x="6703" y="6665"/>
                </a:lnTo>
                <a:lnTo>
                  <a:pt x="7584" y="8124"/>
                </a:lnTo>
                <a:lnTo>
                  <a:pt x="8710" y="9600"/>
                </a:lnTo>
                <a:lnTo>
                  <a:pt x="12035" y="9888"/>
                </a:lnTo>
                <a:lnTo>
                  <a:pt x="14368" y="10032"/>
                </a:lnTo>
                <a:lnTo>
                  <a:pt x="16328" y="10032"/>
                </a:lnTo>
                <a:lnTo>
                  <a:pt x="18532" y="9888"/>
                </a:lnTo>
                <a:lnTo>
                  <a:pt x="21600" y="9600"/>
                </a:lnTo>
                <a:lnTo>
                  <a:pt x="21600" y="11026"/>
                </a:lnTo>
                <a:lnTo>
                  <a:pt x="21600" y="12456"/>
                </a:lnTo>
                <a:lnTo>
                  <a:pt x="21600" y="13891"/>
                </a:lnTo>
                <a:lnTo>
                  <a:pt x="21600" y="15338"/>
                </a:lnTo>
                <a:lnTo>
                  <a:pt x="21600" y="16800"/>
                </a:lnTo>
                <a:lnTo>
                  <a:pt x="18760" y="16800"/>
                </a:lnTo>
                <a:lnTo>
                  <a:pt x="15902" y="16800"/>
                </a:lnTo>
                <a:lnTo>
                  <a:pt x="13006" y="16800"/>
                </a:lnTo>
                <a:lnTo>
                  <a:pt x="11429" y="18226"/>
                </a:lnTo>
                <a:lnTo>
                  <a:pt x="10454" y="19200"/>
                </a:lnTo>
                <a:lnTo>
                  <a:pt x="9685" y="20174"/>
                </a:lnTo>
                <a:lnTo>
                  <a:pt x="8710" y="21600"/>
                </a:lnTo>
                <a:lnTo>
                  <a:pt x="6239" y="18806"/>
                </a:lnTo>
                <a:lnTo>
                  <a:pt x="4228" y="16490"/>
                </a:lnTo>
                <a:lnTo>
                  <a:pt x="2647" y="14573"/>
                </a:lnTo>
                <a:lnTo>
                  <a:pt x="1465" y="12974"/>
                </a:lnTo>
                <a:lnTo>
                  <a:pt x="653" y="11614"/>
                </a:lnTo>
                <a:lnTo>
                  <a:pt x="176" y="10414"/>
                </a:lnTo>
                <a:lnTo>
                  <a:pt x="0" y="9295"/>
                </a:lnTo>
                <a:lnTo>
                  <a:pt x="103" y="8179"/>
                </a:lnTo>
                <a:lnTo>
                  <a:pt x="443" y="6986"/>
                </a:lnTo>
                <a:lnTo>
                  <a:pt x="997" y="5635"/>
                </a:lnTo>
                <a:lnTo>
                  <a:pt x="1727" y="4051"/>
                </a:lnTo>
                <a:lnTo>
                  <a:pt x="2612" y="2712"/>
                </a:lnTo>
                <a:lnTo>
                  <a:pt x="3510" y="1366"/>
                </a:lnTo>
                <a:lnTo>
                  <a:pt x="4413" y="0"/>
                </a:lnTo>
                <a:close/>
              </a:path>
            </a:pathLst>
          </a:custGeom>
          <a:solidFill>
            <a:srgbClr val="E8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69" name="contour_11667"/>
          <p:cNvSpPr/>
          <p:nvPr/>
        </p:nvSpPr>
        <p:spPr>
          <a:xfrm>
            <a:off x="11153714" y="4008395"/>
            <a:ext cx="5216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68" y="557"/>
                </a:lnTo>
                <a:lnTo>
                  <a:pt x="3531" y="1123"/>
                </a:lnTo>
                <a:lnTo>
                  <a:pt x="5290" y="1702"/>
                </a:lnTo>
                <a:lnTo>
                  <a:pt x="7046" y="2294"/>
                </a:lnTo>
                <a:lnTo>
                  <a:pt x="8805" y="2899"/>
                </a:lnTo>
                <a:lnTo>
                  <a:pt x="10562" y="3508"/>
                </a:lnTo>
                <a:lnTo>
                  <a:pt x="11322" y="3741"/>
                </a:lnTo>
                <a:lnTo>
                  <a:pt x="13615" y="4428"/>
                </a:lnTo>
                <a:lnTo>
                  <a:pt x="15357" y="5089"/>
                </a:lnTo>
                <a:lnTo>
                  <a:pt x="16721" y="5750"/>
                </a:lnTo>
                <a:lnTo>
                  <a:pt x="18407" y="6800"/>
                </a:lnTo>
                <a:lnTo>
                  <a:pt x="21123" y="8640"/>
                </a:lnTo>
                <a:lnTo>
                  <a:pt x="21440" y="12010"/>
                </a:lnTo>
                <a:lnTo>
                  <a:pt x="21600" y="14364"/>
                </a:lnTo>
                <a:lnTo>
                  <a:pt x="21600" y="16334"/>
                </a:lnTo>
                <a:lnTo>
                  <a:pt x="21440" y="18541"/>
                </a:lnTo>
                <a:lnTo>
                  <a:pt x="21123" y="21600"/>
                </a:lnTo>
                <a:lnTo>
                  <a:pt x="19159" y="21362"/>
                </a:lnTo>
                <a:lnTo>
                  <a:pt x="17231" y="21073"/>
                </a:lnTo>
                <a:lnTo>
                  <a:pt x="15332" y="20714"/>
                </a:lnTo>
                <a:lnTo>
                  <a:pt x="13455" y="20265"/>
                </a:lnTo>
                <a:lnTo>
                  <a:pt x="11594" y="19716"/>
                </a:lnTo>
                <a:lnTo>
                  <a:pt x="9741" y="19047"/>
                </a:lnTo>
                <a:lnTo>
                  <a:pt x="7891" y="18239"/>
                </a:lnTo>
                <a:lnTo>
                  <a:pt x="6035" y="17280"/>
                </a:lnTo>
                <a:lnTo>
                  <a:pt x="4825" y="14990"/>
                </a:lnTo>
                <a:lnTo>
                  <a:pt x="3766" y="12666"/>
                </a:lnTo>
                <a:lnTo>
                  <a:pt x="2840" y="10295"/>
                </a:lnTo>
                <a:lnTo>
                  <a:pt x="2022" y="7858"/>
                </a:lnTo>
                <a:lnTo>
                  <a:pt x="1289" y="5344"/>
                </a:lnTo>
                <a:lnTo>
                  <a:pt x="622" y="2726"/>
                </a:lnTo>
                <a:lnTo>
                  <a:pt x="0" y="0"/>
                </a:lnTo>
                <a:close/>
              </a:path>
            </a:pathLst>
          </a:custGeom>
          <a:solidFill>
            <a:srgbClr val="C4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0" name="contour_11668"/>
          <p:cNvSpPr/>
          <p:nvPr/>
        </p:nvSpPr>
        <p:spPr>
          <a:xfrm>
            <a:off x="2145756" y="400110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4" y="297"/>
                </a:lnTo>
                <a:lnTo>
                  <a:pt x="3629" y="616"/>
                </a:lnTo>
                <a:lnTo>
                  <a:pt x="5443" y="956"/>
                </a:lnTo>
                <a:lnTo>
                  <a:pt x="7255" y="1312"/>
                </a:lnTo>
                <a:lnTo>
                  <a:pt x="9066" y="1685"/>
                </a:lnTo>
                <a:lnTo>
                  <a:pt x="10751" y="2003"/>
                </a:lnTo>
                <a:lnTo>
                  <a:pt x="12445" y="2317"/>
                </a:lnTo>
                <a:lnTo>
                  <a:pt x="14163" y="2635"/>
                </a:lnTo>
                <a:lnTo>
                  <a:pt x="15601" y="3548"/>
                </a:lnTo>
                <a:lnTo>
                  <a:pt x="17049" y="4466"/>
                </a:lnTo>
                <a:lnTo>
                  <a:pt x="18514" y="5400"/>
                </a:lnTo>
                <a:lnTo>
                  <a:pt x="19125" y="8608"/>
                </a:lnTo>
                <a:lnTo>
                  <a:pt x="19739" y="11826"/>
                </a:lnTo>
                <a:lnTo>
                  <a:pt x="20353" y="15055"/>
                </a:lnTo>
                <a:lnTo>
                  <a:pt x="20974" y="18311"/>
                </a:lnTo>
                <a:lnTo>
                  <a:pt x="21600" y="21600"/>
                </a:lnTo>
                <a:lnTo>
                  <a:pt x="19462" y="21065"/>
                </a:lnTo>
                <a:lnTo>
                  <a:pt x="17320" y="20531"/>
                </a:lnTo>
                <a:lnTo>
                  <a:pt x="15179" y="19996"/>
                </a:lnTo>
                <a:lnTo>
                  <a:pt x="13034" y="19456"/>
                </a:lnTo>
                <a:lnTo>
                  <a:pt x="10880" y="18922"/>
                </a:lnTo>
                <a:lnTo>
                  <a:pt x="8723" y="18382"/>
                </a:lnTo>
                <a:lnTo>
                  <a:pt x="6557" y="17842"/>
                </a:lnTo>
                <a:lnTo>
                  <a:pt x="4382" y="17296"/>
                </a:lnTo>
                <a:lnTo>
                  <a:pt x="2197" y="16751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A9C3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1" name="contour_11669"/>
          <p:cNvSpPr/>
          <p:nvPr/>
        </p:nvSpPr>
        <p:spPr>
          <a:xfrm>
            <a:off x="1147301" y="3986182"/>
            <a:ext cx="65592" cy="297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4"/>
                </a:moveTo>
                <a:lnTo>
                  <a:pt x="20525" y="3283"/>
                </a:lnTo>
                <a:lnTo>
                  <a:pt x="19440" y="6201"/>
                </a:lnTo>
                <a:lnTo>
                  <a:pt x="18331" y="9013"/>
                </a:lnTo>
                <a:lnTo>
                  <a:pt x="17189" y="11715"/>
                </a:lnTo>
                <a:lnTo>
                  <a:pt x="15998" y="14300"/>
                </a:lnTo>
                <a:lnTo>
                  <a:pt x="14746" y="16779"/>
                </a:lnTo>
                <a:lnTo>
                  <a:pt x="13416" y="19147"/>
                </a:lnTo>
                <a:lnTo>
                  <a:pt x="12000" y="21399"/>
                </a:lnTo>
                <a:lnTo>
                  <a:pt x="10385" y="21600"/>
                </a:lnTo>
                <a:lnTo>
                  <a:pt x="8818" y="21595"/>
                </a:lnTo>
                <a:lnTo>
                  <a:pt x="7289" y="21367"/>
                </a:lnTo>
                <a:lnTo>
                  <a:pt x="5794" y="20892"/>
                </a:lnTo>
                <a:lnTo>
                  <a:pt x="4325" y="20146"/>
                </a:lnTo>
                <a:lnTo>
                  <a:pt x="2873" y="19115"/>
                </a:lnTo>
                <a:lnTo>
                  <a:pt x="1433" y="17778"/>
                </a:lnTo>
                <a:lnTo>
                  <a:pt x="0" y="16113"/>
                </a:lnTo>
                <a:lnTo>
                  <a:pt x="0" y="12619"/>
                </a:lnTo>
                <a:lnTo>
                  <a:pt x="0" y="9103"/>
                </a:lnTo>
                <a:lnTo>
                  <a:pt x="0" y="5540"/>
                </a:lnTo>
                <a:lnTo>
                  <a:pt x="1649" y="4293"/>
                </a:lnTo>
                <a:lnTo>
                  <a:pt x="3290" y="3235"/>
                </a:lnTo>
                <a:lnTo>
                  <a:pt x="4925" y="2352"/>
                </a:lnTo>
                <a:lnTo>
                  <a:pt x="6559" y="1639"/>
                </a:lnTo>
                <a:lnTo>
                  <a:pt x="8191" y="1073"/>
                </a:lnTo>
                <a:lnTo>
                  <a:pt x="9828" y="645"/>
                </a:lnTo>
                <a:lnTo>
                  <a:pt x="11470" y="333"/>
                </a:lnTo>
                <a:lnTo>
                  <a:pt x="13121" y="132"/>
                </a:lnTo>
                <a:lnTo>
                  <a:pt x="14782" y="26"/>
                </a:lnTo>
                <a:lnTo>
                  <a:pt x="16459" y="0"/>
                </a:lnTo>
                <a:lnTo>
                  <a:pt x="18151" y="37"/>
                </a:lnTo>
                <a:lnTo>
                  <a:pt x="19865" y="127"/>
                </a:lnTo>
                <a:lnTo>
                  <a:pt x="21600" y="254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2" name="contour_11670"/>
          <p:cNvSpPr/>
          <p:nvPr/>
        </p:nvSpPr>
        <p:spPr>
          <a:xfrm>
            <a:off x="10526946" y="3899075"/>
            <a:ext cx="80168" cy="226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113" y="3442"/>
                </a:lnTo>
                <a:lnTo>
                  <a:pt x="20626" y="6899"/>
                </a:lnTo>
                <a:lnTo>
                  <a:pt x="20133" y="10383"/>
                </a:lnTo>
                <a:lnTo>
                  <a:pt x="19636" y="13909"/>
                </a:lnTo>
                <a:lnTo>
                  <a:pt x="18319" y="15216"/>
                </a:lnTo>
                <a:lnTo>
                  <a:pt x="17044" y="16350"/>
                </a:lnTo>
                <a:lnTo>
                  <a:pt x="15792" y="17330"/>
                </a:lnTo>
                <a:lnTo>
                  <a:pt x="14533" y="18185"/>
                </a:lnTo>
                <a:lnTo>
                  <a:pt x="13245" y="18916"/>
                </a:lnTo>
                <a:lnTo>
                  <a:pt x="11904" y="19555"/>
                </a:lnTo>
                <a:lnTo>
                  <a:pt x="10841" y="20223"/>
                </a:lnTo>
                <a:lnTo>
                  <a:pt x="9761" y="20905"/>
                </a:lnTo>
                <a:lnTo>
                  <a:pt x="8715" y="21371"/>
                </a:lnTo>
                <a:lnTo>
                  <a:pt x="7888" y="21600"/>
                </a:lnTo>
                <a:lnTo>
                  <a:pt x="7000" y="21593"/>
                </a:lnTo>
                <a:lnTo>
                  <a:pt x="5775" y="21350"/>
                </a:lnTo>
                <a:lnTo>
                  <a:pt x="3927" y="20863"/>
                </a:lnTo>
                <a:lnTo>
                  <a:pt x="3279" y="17420"/>
                </a:lnTo>
                <a:lnTo>
                  <a:pt x="2629" y="13971"/>
                </a:lnTo>
                <a:lnTo>
                  <a:pt x="1977" y="10508"/>
                </a:lnTo>
                <a:lnTo>
                  <a:pt x="1323" y="7031"/>
                </a:lnTo>
                <a:lnTo>
                  <a:pt x="664" y="3533"/>
                </a:lnTo>
                <a:lnTo>
                  <a:pt x="0" y="0"/>
                </a:lnTo>
                <a:close/>
              </a:path>
            </a:pathLst>
          </a:custGeom>
          <a:solidFill>
            <a:srgbClr val="C0D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3" name="contour_11671"/>
          <p:cNvSpPr/>
          <p:nvPr/>
        </p:nvSpPr>
        <p:spPr>
          <a:xfrm>
            <a:off x="10614402" y="3657726"/>
            <a:ext cx="65592" cy="44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410"/>
                </a:moveTo>
                <a:lnTo>
                  <a:pt x="19464" y="2741"/>
                </a:lnTo>
                <a:lnTo>
                  <a:pt x="19728" y="5075"/>
                </a:lnTo>
                <a:lnTo>
                  <a:pt x="19992" y="7410"/>
                </a:lnTo>
                <a:lnTo>
                  <a:pt x="20258" y="9751"/>
                </a:lnTo>
                <a:lnTo>
                  <a:pt x="20525" y="12100"/>
                </a:lnTo>
                <a:lnTo>
                  <a:pt x="20791" y="14459"/>
                </a:lnTo>
                <a:lnTo>
                  <a:pt x="21060" y="16825"/>
                </a:lnTo>
                <a:lnTo>
                  <a:pt x="21329" y="19205"/>
                </a:lnTo>
                <a:lnTo>
                  <a:pt x="21600" y="21600"/>
                </a:lnTo>
                <a:lnTo>
                  <a:pt x="20582" y="19601"/>
                </a:lnTo>
                <a:lnTo>
                  <a:pt x="19562" y="17602"/>
                </a:lnTo>
                <a:lnTo>
                  <a:pt x="18540" y="15596"/>
                </a:lnTo>
                <a:lnTo>
                  <a:pt x="17513" y="13583"/>
                </a:lnTo>
                <a:lnTo>
                  <a:pt x="16483" y="11559"/>
                </a:lnTo>
                <a:lnTo>
                  <a:pt x="15444" y="9525"/>
                </a:lnTo>
                <a:lnTo>
                  <a:pt x="14400" y="7473"/>
                </a:lnTo>
                <a:lnTo>
                  <a:pt x="13210" y="9225"/>
                </a:lnTo>
                <a:lnTo>
                  <a:pt x="12000" y="11005"/>
                </a:lnTo>
                <a:lnTo>
                  <a:pt x="10296" y="11203"/>
                </a:lnTo>
                <a:lnTo>
                  <a:pt x="9086" y="11291"/>
                </a:lnTo>
                <a:lnTo>
                  <a:pt x="7798" y="11291"/>
                </a:lnTo>
                <a:lnTo>
                  <a:pt x="5851" y="11224"/>
                </a:lnTo>
                <a:lnTo>
                  <a:pt x="5028" y="11203"/>
                </a:lnTo>
                <a:lnTo>
                  <a:pt x="2542" y="11128"/>
                </a:lnTo>
                <a:lnTo>
                  <a:pt x="1279" y="11068"/>
                </a:lnTo>
                <a:lnTo>
                  <a:pt x="0" y="11005"/>
                </a:lnTo>
                <a:lnTo>
                  <a:pt x="1464" y="8416"/>
                </a:lnTo>
                <a:lnTo>
                  <a:pt x="2854" y="6241"/>
                </a:lnTo>
                <a:lnTo>
                  <a:pt x="4198" y="4450"/>
                </a:lnTo>
                <a:lnTo>
                  <a:pt x="5527" y="3009"/>
                </a:lnTo>
                <a:lnTo>
                  <a:pt x="6871" y="1893"/>
                </a:lnTo>
                <a:lnTo>
                  <a:pt x="8261" y="1063"/>
                </a:lnTo>
                <a:lnTo>
                  <a:pt x="9725" y="494"/>
                </a:lnTo>
                <a:lnTo>
                  <a:pt x="11292" y="148"/>
                </a:lnTo>
                <a:lnTo>
                  <a:pt x="12994" y="0"/>
                </a:lnTo>
                <a:lnTo>
                  <a:pt x="14858" y="14"/>
                </a:lnTo>
                <a:lnTo>
                  <a:pt x="16918" y="162"/>
                </a:lnTo>
                <a:lnTo>
                  <a:pt x="19200" y="410"/>
                </a:lnTo>
                <a:close/>
              </a:path>
            </a:pathLst>
          </a:custGeom>
          <a:solidFill>
            <a:srgbClr val="98C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4" name="contour_11672"/>
          <p:cNvSpPr/>
          <p:nvPr/>
        </p:nvSpPr>
        <p:spPr>
          <a:xfrm>
            <a:off x="7575310" y="3643996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276" y="3564"/>
                </a:lnTo>
                <a:lnTo>
                  <a:pt x="20952" y="7133"/>
                </a:lnTo>
                <a:lnTo>
                  <a:pt x="20626" y="10719"/>
                </a:lnTo>
                <a:lnTo>
                  <a:pt x="20298" y="14321"/>
                </a:lnTo>
                <a:lnTo>
                  <a:pt x="19968" y="17944"/>
                </a:lnTo>
                <a:lnTo>
                  <a:pt x="19636" y="21600"/>
                </a:lnTo>
                <a:lnTo>
                  <a:pt x="19636" y="18392"/>
                </a:lnTo>
                <a:lnTo>
                  <a:pt x="19636" y="15174"/>
                </a:lnTo>
                <a:lnTo>
                  <a:pt x="19636" y="11945"/>
                </a:lnTo>
                <a:lnTo>
                  <a:pt x="19636" y="8689"/>
                </a:lnTo>
                <a:lnTo>
                  <a:pt x="19636" y="5400"/>
                </a:lnTo>
                <a:lnTo>
                  <a:pt x="18340" y="6113"/>
                </a:lnTo>
                <a:lnTo>
                  <a:pt x="17044" y="6826"/>
                </a:lnTo>
                <a:lnTo>
                  <a:pt x="15746" y="7538"/>
                </a:lnTo>
                <a:lnTo>
                  <a:pt x="14448" y="8251"/>
                </a:lnTo>
                <a:lnTo>
                  <a:pt x="13149" y="8969"/>
                </a:lnTo>
                <a:lnTo>
                  <a:pt x="11849" y="9682"/>
                </a:lnTo>
                <a:lnTo>
                  <a:pt x="10545" y="10400"/>
                </a:lnTo>
                <a:lnTo>
                  <a:pt x="9239" y="11119"/>
                </a:lnTo>
                <a:lnTo>
                  <a:pt x="7929" y="11837"/>
                </a:lnTo>
                <a:lnTo>
                  <a:pt x="6617" y="12560"/>
                </a:lnTo>
                <a:lnTo>
                  <a:pt x="5304" y="13284"/>
                </a:lnTo>
                <a:lnTo>
                  <a:pt x="3984" y="14008"/>
                </a:lnTo>
                <a:lnTo>
                  <a:pt x="2661" y="14737"/>
                </a:lnTo>
                <a:lnTo>
                  <a:pt x="1333" y="15466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C0D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5" name="contour_11673"/>
          <p:cNvSpPr/>
          <p:nvPr/>
        </p:nvSpPr>
        <p:spPr>
          <a:xfrm>
            <a:off x="1628309" y="3598132"/>
            <a:ext cx="58304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550" y="1620"/>
                </a:lnTo>
                <a:lnTo>
                  <a:pt x="3102" y="1351"/>
                </a:lnTo>
                <a:lnTo>
                  <a:pt x="4655" y="1109"/>
                </a:lnTo>
                <a:lnTo>
                  <a:pt x="6210" y="892"/>
                </a:lnTo>
                <a:lnTo>
                  <a:pt x="7762" y="689"/>
                </a:lnTo>
                <a:lnTo>
                  <a:pt x="9204" y="466"/>
                </a:lnTo>
                <a:lnTo>
                  <a:pt x="10657" y="236"/>
                </a:lnTo>
                <a:lnTo>
                  <a:pt x="12128" y="0"/>
                </a:lnTo>
                <a:lnTo>
                  <a:pt x="13473" y="636"/>
                </a:lnTo>
                <a:lnTo>
                  <a:pt x="14828" y="1273"/>
                </a:lnTo>
                <a:lnTo>
                  <a:pt x="16200" y="1922"/>
                </a:lnTo>
                <a:lnTo>
                  <a:pt x="17091" y="5169"/>
                </a:lnTo>
                <a:lnTo>
                  <a:pt x="17985" y="8422"/>
                </a:lnTo>
                <a:lnTo>
                  <a:pt x="18881" y="11689"/>
                </a:lnTo>
                <a:lnTo>
                  <a:pt x="19780" y="14968"/>
                </a:lnTo>
                <a:lnTo>
                  <a:pt x="20687" y="1826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7704"/>
                </a:lnTo>
                <a:lnTo>
                  <a:pt x="0" y="13794"/>
                </a:lnTo>
                <a:lnTo>
                  <a:pt x="0" y="9872"/>
                </a:lnTo>
                <a:lnTo>
                  <a:pt x="0" y="5917"/>
                </a:lnTo>
                <a:lnTo>
                  <a:pt x="0" y="1922"/>
                </a:lnTo>
                <a:close/>
              </a:path>
            </a:pathLst>
          </a:custGeom>
          <a:solidFill>
            <a:srgbClr val="A4C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6" name="contour_11674"/>
          <p:cNvSpPr/>
          <p:nvPr/>
        </p:nvSpPr>
        <p:spPr>
          <a:xfrm>
            <a:off x="7640902" y="3520100"/>
            <a:ext cx="43305" cy="507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76" y="0"/>
                </a:moveTo>
                <a:lnTo>
                  <a:pt x="19470" y="3219"/>
                </a:lnTo>
                <a:lnTo>
                  <a:pt x="20448" y="5787"/>
                </a:lnTo>
                <a:lnTo>
                  <a:pt x="21124" y="7855"/>
                </a:lnTo>
                <a:lnTo>
                  <a:pt x="21505" y="9567"/>
                </a:lnTo>
                <a:lnTo>
                  <a:pt x="21600" y="11074"/>
                </a:lnTo>
                <a:lnTo>
                  <a:pt x="21418" y="12526"/>
                </a:lnTo>
                <a:lnTo>
                  <a:pt x="20971" y="14070"/>
                </a:lnTo>
                <a:lnTo>
                  <a:pt x="20262" y="15853"/>
                </a:lnTo>
                <a:lnTo>
                  <a:pt x="19310" y="18024"/>
                </a:lnTo>
                <a:lnTo>
                  <a:pt x="16493" y="20152"/>
                </a:lnTo>
                <a:lnTo>
                  <a:pt x="14671" y="21234"/>
                </a:lnTo>
                <a:lnTo>
                  <a:pt x="13039" y="21600"/>
                </a:lnTo>
                <a:lnTo>
                  <a:pt x="10807" y="21588"/>
                </a:lnTo>
                <a:lnTo>
                  <a:pt x="8804" y="21157"/>
                </a:lnTo>
                <a:lnTo>
                  <a:pt x="7241" y="20787"/>
                </a:lnTo>
                <a:lnTo>
                  <a:pt x="5598" y="20335"/>
                </a:lnTo>
                <a:lnTo>
                  <a:pt x="3359" y="19656"/>
                </a:lnTo>
                <a:lnTo>
                  <a:pt x="0" y="18607"/>
                </a:lnTo>
                <a:lnTo>
                  <a:pt x="1636" y="16933"/>
                </a:lnTo>
                <a:lnTo>
                  <a:pt x="3272" y="15258"/>
                </a:lnTo>
                <a:lnTo>
                  <a:pt x="4911" y="13580"/>
                </a:lnTo>
                <a:lnTo>
                  <a:pt x="6551" y="11899"/>
                </a:lnTo>
                <a:lnTo>
                  <a:pt x="8197" y="10215"/>
                </a:lnTo>
                <a:lnTo>
                  <a:pt x="9844" y="8528"/>
                </a:lnTo>
                <a:lnTo>
                  <a:pt x="11498" y="6838"/>
                </a:lnTo>
                <a:lnTo>
                  <a:pt x="13156" y="5139"/>
                </a:lnTo>
                <a:lnTo>
                  <a:pt x="14820" y="3433"/>
                </a:lnTo>
                <a:lnTo>
                  <a:pt x="16496" y="1721"/>
                </a:lnTo>
                <a:lnTo>
                  <a:pt x="18176" y="0"/>
                </a:lnTo>
                <a:close/>
              </a:path>
            </a:pathLst>
          </a:custGeom>
          <a:solidFill>
            <a:srgbClr val="C6E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7" name="contour_11675"/>
          <p:cNvSpPr/>
          <p:nvPr/>
        </p:nvSpPr>
        <p:spPr>
          <a:xfrm>
            <a:off x="8406141" y="3485628"/>
            <a:ext cx="72880" cy="277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090" y="6922"/>
                </a:moveTo>
                <a:lnTo>
                  <a:pt x="20840" y="8350"/>
                </a:lnTo>
                <a:lnTo>
                  <a:pt x="21600" y="9800"/>
                </a:lnTo>
                <a:lnTo>
                  <a:pt x="20153" y="12026"/>
                </a:lnTo>
                <a:lnTo>
                  <a:pt x="18740" y="13969"/>
                </a:lnTo>
                <a:lnTo>
                  <a:pt x="17353" y="15652"/>
                </a:lnTo>
                <a:lnTo>
                  <a:pt x="15988" y="17091"/>
                </a:lnTo>
                <a:lnTo>
                  <a:pt x="14632" y="18297"/>
                </a:lnTo>
                <a:lnTo>
                  <a:pt x="13280" y="19289"/>
                </a:lnTo>
                <a:lnTo>
                  <a:pt x="11925" y="20082"/>
                </a:lnTo>
                <a:lnTo>
                  <a:pt x="10556" y="20688"/>
                </a:lnTo>
                <a:lnTo>
                  <a:pt x="9169" y="21130"/>
                </a:lnTo>
                <a:lnTo>
                  <a:pt x="7754" y="21419"/>
                </a:lnTo>
                <a:lnTo>
                  <a:pt x="6305" y="21572"/>
                </a:lnTo>
                <a:lnTo>
                  <a:pt x="4812" y="21600"/>
                </a:lnTo>
                <a:lnTo>
                  <a:pt x="3268" y="21532"/>
                </a:lnTo>
                <a:lnTo>
                  <a:pt x="1668" y="21368"/>
                </a:lnTo>
                <a:lnTo>
                  <a:pt x="0" y="21130"/>
                </a:lnTo>
                <a:lnTo>
                  <a:pt x="635" y="17125"/>
                </a:lnTo>
                <a:lnTo>
                  <a:pt x="1296" y="13828"/>
                </a:lnTo>
                <a:lnTo>
                  <a:pt x="2087" y="11007"/>
                </a:lnTo>
                <a:lnTo>
                  <a:pt x="3097" y="8418"/>
                </a:lnTo>
                <a:lnTo>
                  <a:pt x="4430" y="5818"/>
                </a:lnTo>
                <a:lnTo>
                  <a:pt x="6098" y="3988"/>
                </a:lnTo>
                <a:lnTo>
                  <a:pt x="7636" y="2470"/>
                </a:lnTo>
                <a:lnTo>
                  <a:pt x="9074" y="1286"/>
                </a:lnTo>
                <a:lnTo>
                  <a:pt x="10437" y="465"/>
                </a:lnTo>
                <a:lnTo>
                  <a:pt x="11753" y="28"/>
                </a:lnTo>
                <a:lnTo>
                  <a:pt x="13044" y="0"/>
                </a:lnTo>
                <a:lnTo>
                  <a:pt x="14340" y="414"/>
                </a:lnTo>
                <a:lnTo>
                  <a:pt x="15666" y="1286"/>
                </a:lnTo>
                <a:lnTo>
                  <a:pt x="17049" y="2645"/>
                </a:lnTo>
                <a:lnTo>
                  <a:pt x="18516" y="4515"/>
                </a:lnTo>
                <a:lnTo>
                  <a:pt x="20090" y="6922"/>
                </a:lnTo>
                <a:close/>
              </a:path>
            </a:pathLst>
          </a:custGeom>
          <a:solidFill>
            <a:srgbClr val="C4D5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8" name="contour_11676"/>
          <p:cNvSpPr/>
          <p:nvPr/>
        </p:nvSpPr>
        <p:spPr>
          <a:xfrm>
            <a:off x="6562279" y="346908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7625" y="1757"/>
                </a:lnTo>
                <a:lnTo>
                  <a:pt x="9020" y="3506"/>
                </a:lnTo>
                <a:lnTo>
                  <a:pt x="10371" y="5267"/>
                </a:lnTo>
                <a:lnTo>
                  <a:pt x="11686" y="7056"/>
                </a:lnTo>
                <a:lnTo>
                  <a:pt x="12982" y="8896"/>
                </a:lnTo>
                <a:lnTo>
                  <a:pt x="14271" y="10800"/>
                </a:lnTo>
                <a:lnTo>
                  <a:pt x="15336" y="12348"/>
                </a:lnTo>
                <a:lnTo>
                  <a:pt x="16416" y="13921"/>
                </a:lnTo>
                <a:lnTo>
                  <a:pt x="17721" y="15833"/>
                </a:lnTo>
                <a:lnTo>
                  <a:pt x="19020" y="17752"/>
                </a:lnTo>
                <a:lnTo>
                  <a:pt x="20313" y="19674"/>
                </a:lnTo>
                <a:lnTo>
                  <a:pt x="21600" y="21600"/>
                </a:lnTo>
                <a:lnTo>
                  <a:pt x="19462" y="21244"/>
                </a:lnTo>
                <a:lnTo>
                  <a:pt x="17320" y="20887"/>
                </a:lnTo>
                <a:lnTo>
                  <a:pt x="15179" y="20531"/>
                </a:lnTo>
                <a:lnTo>
                  <a:pt x="13034" y="20171"/>
                </a:lnTo>
                <a:lnTo>
                  <a:pt x="10880" y="19814"/>
                </a:lnTo>
                <a:lnTo>
                  <a:pt x="8723" y="19454"/>
                </a:lnTo>
                <a:lnTo>
                  <a:pt x="6557" y="19094"/>
                </a:lnTo>
                <a:lnTo>
                  <a:pt x="4382" y="18731"/>
                </a:lnTo>
                <a:lnTo>
                  <a:pt x="2197" y="18367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EFEF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79" name="contour_11677"/>
          <p:cNvSpPr/>
          <p:nvPr/>
        </p:nvSpPr>
        <p:spPr>
          <a:xfrm>
            <a:off x="4281138" y="3474980"/>
            <a:ext cx="80168" cy="244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30"/>
                </a:moveTo>
                <a:lnTo>
                  <a:pt x="1227" y="1088"/>
                </a:lnTo>
                <a:lnTo>
                  <a:pt x="2455" y="953"/>
                </a:lnTo>
                <a:lnTo>
                  <a:pt x="3682" y="831"/>
                </a:lnTo>
                <a:lnTo>
                  <a:pt x="4909" y="715"/>
                </a:lnTo>
                <a:lnTo>
                  <a:pt x="6136" y="612"/>
                </a:lnTo>
                <a:lnTo>
                  <a:pt x="7364" y="515"/>
                </a:lnTo>
                <a:lnTo>
                  <a:pt x="8591" y="425"/>
                </a:lnTo>
                <a:lnTo>
                  <a:pt x="9202" y="348"/>
                </a:lnTo>
                <a:lnTo>
                  <a:pt x="11045" y="97"/>
                </a:lnTo>
                <a:lnTo>
                  <a:pt x="13298" y="0"/>
                </a:lnTo>
                <a:lnTo>
                  <a:pt x="14969" y="77"/>
                </a:lnTo>
                <a:lnTo>
                  <a:pt x="16218" y="457"/>
                </a:lnTo>
                <a:lnTo>
                  <a:pt x="17207" y="1282"/>
                </a:lnTo>
                <a:lnTo>
                  <a:pt x="18093" y="2679"/>
                </a:lnTo>
                <a:lnTo>
                  <a:pt x="19039" y="4779"/>
                </a:lnTo>
                <a:lnTo>
                  <a:pt x="20204" y="7722"/>
                </a:lnTo>
                <a:lnTo>
                  <a:pt x="20551" y="9312"/>
                </a:lnTo>
                <a:lnTo>
                  <a:pt x="21600" y="14110"/>
                </a:lnTo>
                <a:lnTo>
                  <a:pt x="20353" y="14902"/>
                </a:lnTo>
                <a:lnTo>
                  <a:pt x="19108" y="15669"/>
                </a:lnTo>
                <a:lnTo>
                  <a:pt x="17861" y="16416"/>
                </a:lnTo>
                <a:lnTo>
                  <a:pt x="16614" y="17143"/>
                </a:lnTo>
                <a:lnTo>
                  <a:pt x="15365" y="17845"/>
                </a:lnTo>
                <a:lnTo>
                  <a:pt x="14115" y="18541"/>
                </a:lnTo>
                <a:lnTo>
                  <a:pt x="13062" y="19243"/>
                </a:lnTo>
                <a:lnTo>
                  <a:pt x="11992" y="19958"/>
                </a:lnTo>
                <a:lnTo>
                  <a:pt x="9789" y="21046"/>
                </a:lnTo>
                <a:lnTo>
                  <a:pt x="8234" y="21600"/>
                </a:lnTo>
                <a:lnTo>
                  <a:pt x="7102" y="21503"/>
                </a:lnTo>
                <a:lnTo>
                  <a:pt x="6178" y="20666"/>
                </a:lnTo>
                <a:lnTo>
                  <a:pt x="5237" y="18985"/>
                </a:lnTo>
                <a:lnTo>
                  <a:pt x="4063" y="16364"/>
                </a:lnTo>
                <a:lnTo>
                  <a:pt x="3248" y="13679"/>
                </a:lnTo>
                <a:lnTo>
                  <a:pt x="2627" y="11547"/>
                </a:lnTo>
                <a:lnTo>
                  <a:pt x="2011" y="9248"/>
                </a:lnTo>
                <a:lnTo>
                  <a:pt x="1200" y="6047"/>
                </a:lnTo>
                <a:lnTo>
                  <a:pt x="0" y="1230"/>
                </a:lnTo>
                <a:close/>
              </a:path>
            </a:pathLst>
          </a:custGeom>
          <a:solidFill>
            <a:srgbClr val="D5E2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0" name="contour_11678"/>
          <p:cNvSpPr/>
          <p:nvPr/>
        </p:nvSpPr>
        <p:spPr>
          <a:xfrm>
            <a:off x="4718417" y="3454508"/>
            <a:ext cx="5439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71" y="0"/>
                </a:moveTo>
                <a:lnTo>
                  <a:pt x="16385" y="0"/>
                </a:lnTo>
                <a:lnTo>
                  <a:pt x="18309" y="0"/>
                </a:lnTo>
                <a:lnTo>
                  <a:pt x="20260" y="0"/>
                </a:lnTo>
                <a:lnTo>
                  <a:pt x="21004" y="4028"/>
                </a:lnTo>
                <a:lnTo>
                  <a:pt x="21449" y="6872"/>
                </a:lnTo>
                <a:lnTo>
                  <a:pt x="21600" y="8932"/>
                </a:lnTo>
                <a:lnTo>
                  <a:pt x="21449" y="10609"/>
                </a:lnTo>
                <a:lnTo>
                  <a:pt x="21004" y="12298"/>
                </a:lnTo>
                <a:lnTo>
                  <a:pt x="20260" y="14400"/>
                </a:lnTo>
                <a:lnTo>
                  <a:pt x="18471" y="15368"/>
                </a:lnTo>
                <a:lnTo>
                  <a:pt x="16677" y="16247"/>
                </a:lnTo>
                <a:lnTo>
                  <a:pt x="14871" y="17046"/>
                </a:lnTo>
                <a:lnTo>
                  <a:pt x="13059" y="17777"/>
                </a:lnTo>
                <a:lnTo>
                  <a:pt x="11233" y="18443"/>
                </a:lnTo>
                <a:lnTo>
                  <a:pt x="9398" y="19055"/>
                </a:lnTo>
                <a:lnTo>
                  <a:pt x="7548" y="19624"/>
                </a:lnTo>
                <a:lnTo>
                  <a:pt x="5684" y="20153"/>
                </a:lnTo>
                <a:lnTo>
                  <a:pt x="3806" y="20653"/>
                </a:lnTo>
                <a:lnTo>
                  <a:pt x="1910" y="21132"/>
                </a:lnTo>
                <a:lnTo>
                  <a:pt x="0" y="21600"/>
                </a:lnTo>
                <a:lnTo>
                  <a:pt x="203" y="19051"/>
                </a:lnTo>
                <a:lnTo>
                  <a:pt x="466" y="16585"/>
                </a:lnTo>
                <a:lnTo>
                  <a:pt x="825" y="14180"/>
                </a:lnTo>
                <a:lnTo>
                  <a:pt x="1323" y="11826"/>
                </a:lnTo>
                <a:lnTo>
                  <a:pt x="2000" y="9508"/>
                </a:lnTo>
                <a:lnTo>
                  <a:pt x="2894" y="7200"/>
                </a:lnTo>
                <a:lnTo>
                  <a:pt x="4903" y="6649"/>
                </a:lnTo>
                <a:lnTo>
                  <a:pt x="6781" y="6401"/>
                </a:lnTo>
                <a:lnTo>
                  <a:pt x="8602" y="6390"/>
                </a:lnTo>
                <a:lnTo>
                  <a:pt x="10440" y="6563"/>
                </a:lnTo>
                <a:lnTo>
                  <a:pt x="12373" y="6854"/>
                </a:lnTo>
                <a:lnTo>
                  <a:pt x="14471" y="7200"/>
                </a:lnTo>
                <a:lnTo>
                  <a:pt x="14471" y="4820"/>
                </a:lnTo>
                <a:lnTo>
                  <a:pt x="14471" y="2426"/>
                </a:lnTo>
                <a:lnTo>
                  <a:pt x="14471" y="0"/>
                </a:lnTo>
                <a:close/>
              </a:path>
            </a:pathLst>
          </a:custGeom>
          <a:solidFill>
            <a:srgbClr val="9FAE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1" name="contour_11679"/>
          <p:cNvSpPr/>
          <p:nvPr/>
        </p:nvSpPr>
        <p:spPr>
          <a:xfrm>
            <a:off x="8384277" y="3447220"/>
            <a:ext cx="5399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92" y="0"/>
                </a:moveTo>
                <a:lnTo>
                  <a:pt x="18938" y="0"/>
                </a:lnTo>
                <a:lnTo>
                  <a:pt x="20408" y="0"/>
                </a:lnTo>
                <a:lnTo>
                  <a:pt x="20792" y="1879"/>
                </a:lnTo>
                <a:lnTo>
                  <a:pt x="21122" y="3704"/>
                </a:lnTo>
                <a:lnTo>
                  <a:pt x="21378" y="5495"/>
                </a:lnTo>
                <a:lnTo>
                  <a:pt x="21545" y="7260"/>
                </a:lnTo>
                <a:lnTo>
                  <a:pt x="21600" y="9015"/>
                </a:lnTo>
                <a:lnTo>
                  <a:pt x="21533" y="10773"/>
                </a:lnTo>
                <a:lnTo>
                  <a:pt x="21323" y="12547"/>
                </a:lnTo>
                <a:lnTo>
                  <a:pt x="20953" y="14353"/>
                </a:lnTo>
                <a:lnTo>
                  <a:pt x="20408" y="16200"/>
                </a:lnTo>
                <a:lnTo>
                  <a:pt x="18620" y="17042"/>
                </a:lnTo>
                <a:lnTo>
                  <a:pt x="16830" y="17788"/>
                </a:lnTo>
                <a:lnTo>
                  <a:pt x="15035" y="18444"/>
                </a:lnTo>
                <a:lnTo>
                  <a:pt x="13230" y="19019"/>
                </a:lnTo>
                <a:lnTo>
                  <a:pt x="11408" y="19526"/>
                </a:lnTo>
                <a:lnTo>
                  <a:pt x="9571" y="19969"/>
                </a:lnTo>
                <a:lnTo>
                  <a:pt x="7714" y="20363"/>
                </a:lnTo>
                <a:lnTo>
                  <a:pt x="5831" y="20712"/>
                </a:lnTo>
                <a:lnTo>
                  <a:pt x="3921" y="21030"/>
                </a:lnTo>
                <a:lnTo>
                  <a:pt x="1977" y="21322"/>
                </a:lnTo>
                <a:lnTo>
                  <a:pt x="0" y="21600"/>
                </a:lnTo>
                <a:lnTo>
                  <a:pt x="1020" y="20720"/>
                </a:lnTo>
                <a:lnTo>
                  <a:pt x="2047" y="19832"/>
                </a:lnTo>
                <a:lnTo>
                  <a:pt x="3087" y="18932"/>
                </a:lnTo>
                <a:lnTo>
                  <a:pt x="4417" y="17752"/>
                </a:lnTo>
                <a:lnTo>
                  <a:pt x="5752" y="16562"/>
                </a:lnTo>
                <a:lnTo>
                  <a:pt x="7108" y="15358"/>
                </a:lnTo>
                <a:lnTo>
                  <a:pt x="8428" y="14197"/>
                </a:lnTo>
                <a:lnTo>
                  <a:pt x="9755" y="13027"/>
                </a:lnTo>
                <a:lnTo>
                  <a:pt x="11105" y="11845"/>
                </a:lnTo>
                <a:lnTo>
                  <a:pt x="12519" y="10211"/>
                </a:lnTo>
                <a:lnTo>
                  <a:pt x="13682" y="8635"/>
                </a:lnTo>
                <a:lnTo>
                  <a:pt x="14644" y="7074"/>
                </a:lnTo>
                <a:lnTo>
                  <a:pt x="15454" y="5476"/>
                </a:lnTo>
                <a:lnTo>
                  <a:pt x="16166" y="3793"/>
                </a:lnTo>
                <a:lnTo>
                  <a:pt x="16828" y="1985"/>
                </a:lnTo>
                <a:lnTo>
                  <a:pt x="17492" y="0"/>
                </a:lnTo>
                <a:close/>
              </a:path>
            </a:pathLst>
          </a:custGeom>
          <a:solidFill>
            <a:srgbClr val="B4C7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2" name="contour_11680"/>
          <p:cNvSpPr/>
          <p:nvPr/>
        </p:nvSpPr>
        <p:spPr>
          <a:xfrm>
            <a:off x="7099521" y="3461796"/>
            <a:ext cx="3851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1" y="0"/>
                </a:moveTo>
                <a:lnTo>
                  <a:pt x="4051" y="0"/>
                </a:lnTo>
                <a:lnTo>
                  <a:pt x="6945" y="0"/>
                </a:lnTo>
                <a:lnTo>
                  <a:pt x="9848" y="0"/>
                </a:lnTo>
                <a:lnTo>
                  <a:pt x="12762" y="0"/>
                </a:lnTo>
                <a:lnTo>
                  <a:pt x="15689" y="0"/>
                </a:lnTo>
                <a:lnTo>
                  <a:pt x="18632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834" y="20336"/>
                </a:lnTo>
                <a:lnTo>
                  <a:pt x="13179" y="19346"/>
                </a:lnTo>
                <a:lnTo>
                  <a:pt x="10395" y="18544"/>
                </a:lnTo>
                <a:lnTo>
                  <a:pt x="8245" y="17845"/>
                </a:lnTo>
                <a:lnTo>
                  <a:pt x="6483" y="17168"/>
                </a:lnTo>
                <a:lnTo>
                  <a:pt x="4877" y="16423"/>
                </a:lnTo>
                <a:lnTo>
                  <a:pt x="3180" y="15527"/>
                </a:lnTo>
                <a:lnTo>
                  <a:pt x="1161" y="14400"/>
                </a:lnTo>
                <a:lnTo>
                  <a:pt x="392" y="11848"/>
                </a:lnTo>
                <a:lnTo>
                  <a:pt x="29" y="9536"/>
                </a:lnTo>
                <a:lnTo>
                  <a:pt x="0" y="7330"/>
                </a:lnTo>
                <a:lnTo>
                  <a:pt x="233" y="5094"/>
                </a:lnTo>
                <a:lnTo>
                  <a:pt x="642" y="2696"/>
                </a:lnTo>
                <a:lnTo>
                  <a:pt x="1161" y="0"/>
                </a:lnTo>
                <a:close/>
              </a:path>
            </a:pathLst>
          </a:custGeom>
          <a:solidFill>
            <a:srgbClr val="CDDD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3" name="contour_11681"/>
          <p:cNvSpPr/>
          <p:nvPr/>
        </p:nvSpPr>
        <p:spPr>
          <a:xfrm>
            <a:off x="8646645" y="3441994"/>
            <a:ext cx="72880" cy="285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55"/>
                </a:moveTo>
                <a:lnTo>
                  <a:pt x="20505" y="6674"/>
                </a:lnTo>
                <a:lnTo>
                  <a:pt x="19427" y="9217"/>
                </a:lnTo>
                <a:lnTo>
                  <a:pt x="18351" y="11567"/>
                </a:lnTo>
                <a:lnTo>
                  <a:pt x="17263" y="13718"/>
                </a:lnTo>
                <a:lnTo>
                  <a:pt x="16142" y="15648"/>
                </a:lnTo>
                <a:lnTo>
                  <a:pt x="14973" y="17353"/>
                </a:lnTo>
                <a:lnTo>
                  <a:pt x="13742" y="18815"/>
                </a:lnTo>
                <a:lnTo>
                  <a:pt x="12429" y="20017"/>
                </a:lnTo>
                <a:lnTo>
                  <a:pt x="11020" y="20949"/>
                </a:lnTo>
                <a:lnTo>
                  <a:pt x="9500" y="21600"/>
                </a:lnTo>
                <a:lnTo>
                  <a:pt x="8137" y="21561"/>
                </a:lnTo>
                <a:lnTo>
                  <a:pt x="6778" y="21484"/>
                </a:lnTo>
                <a:lnTo>
                  <a:pt x="5422" y="21374"/>
                </a:lnTo>
                <a:lnTo>
                  <a:pt x="4067" y="21225"/>
                </a:lnTo>
                <a:lnTo>
                  <a:pt x="2715" y="21026"/>
                </a:lnTo>
                <a:lnTo>
                  <a:pt x="1359" y="20789"/>
                </a:lnTo>
                <a:lnTo>
                  <a:pt x="0" y="20502"/>
                </a:lnTo>
                <a:lnTo>
                  <a:pt x="1011" y="18517"/>
                </a:lnTo>
                <a:lnTo>
                  <a:pt x="2022" y="16531"/>
                </a:lnTo>
                <a:lnTo>
                  <a:pt x="3037" y="14551"/>
                </a:lnTo>
                <a:lnTo>
                  <a:pt x="4050" y="12571"/>
                </a:lnTo>
                <a:lnTo>
                  <a:pt x="5180" y="10359"/>
                </a:lnTo>
                <a:lnTo>
                  <a:pt x="6329" y="8114"/>
                </a:lnTo>
                <a:lnTo>
                  <a:pt x="8029" y="5229"/>
                </a:lnTo>
                <a:lnTo>
                  <a:pt x="9558" y="3028"/>
                </a:lnTo>
                <a:lnTo>
                  <a:pt x="10968" y="1451"/>
                </a:lnTo>
                <a:lnTo>
                  <a:pt x="12306" y="458"/>
                </a:lnTo>
                <a:lnTo>
                  <a:pt x="13623" y="0"/>
                </a:lnTo>
                <a:lnTo>
                  <a:pt x="14967" y="22"/>
                </a:lnTo>
                <a:lnTo>
                  <a:pt x="16386" y="474"/>
                </a:lnTo>
                <a:lnTo>
                  <a:pt x="17932" y="1318"/>
                </a:lnTo>
                <a:lnTo>
                  <a:pt x="19654" y="2493"/>
                </a:lnTo>
                <a:lnTo>
                  <a:pt x="21600" y="3955"/>
                </a:lnTo>
                <a:close/>
              </a:path>
            </a:pathLst>
          </a:custGeom>
          <a:solidFill>
            <a:srgbClr val="A9B8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4" name="contour_11682"/>
          <p:cNvSpPr/>
          <p:nvPr/>
        </p:nvSpPr>
        <p:spPr>
          <a:xfrm>
            <a:off x="8697661" y="3397640"/>
            <a:ext cx="65592" cy="43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78" y="552"/>
                </a:moveTo>
                <a:lnTo>
                  <a:pt x="19510" y="1337"/>
                </a:lnTo>
                <a:lnTo>
                  <a:pt x="20549" y="2130"/>
                </a:lnTo>
                <a:lnTo>
                  <a:pt x="21600" y="2933"/>
                </a:lnTo>
                <a:lnTo>
                  <a:pt x="19306" y="7065"/>
                </a:lnTo>
                <a:lnTo>
                  <a:pt x="17374" y="10513"/>
                </a:lnTo>
                <a:lnTo>
                  <a:pt x="15754" y="13344"/>
                </a:lnTo>
                <a:lnTo>
                  <a:pt x="14395" y="15616"/>
                </a:lnTo>
                <a:lnTo>
                  <a:pt x="13243" y="17399"/>
                </a:lnTo>
                <a:lnTo>
                  <a:pt x="12250" y="18758"/>
                </a:lnTo>
                <a:lnTo>
                  <a:pt x="11359" y="19755"/>
                </a:lnTo>
                <a:lnTo>
                  <a:pt x="10522" y="20457"/>
                </a:lnTo>
                <a:lnTo>
                  <a:pt x="9686" y="20928"/>
                </a:lnTo>
                <a:lnTo>
                  <a:pt x="8798" y="21231"/>
                </a:lnTo>
                <a:lnTo>
                  <a:pt x="7810" y="21432"/>
                </a:lnTo>
                <a:lnTo>
                  <a:pt x="6665" y="21600"/>
                </a:lnTo>
                <a:lnTo>
                  <a:pt x="5357" y="21045"/>
                </a:lnTo>
                <a:lnTo>
                  <a:pt x="4356" y="20559"/>
                </a:lnTo>
                <a:lnTo>
                  <a:pt x="3343" y="19942"/>
                </a:lnTo>
                <a:lnTo>
                  <a:pt x="1997" y="19003"/>
                </a:lnTo>
                <a:lnTo>
                  <a:pt x="0" y="17545"/>
                </a:lnTo>
                <a:lnTo>
                  <a:pt x="1116" y="15967"/>
                </a:lnTo>
                <a:lnTo>
                  <a:pt x="2234" y="14396"/>
                </a:lnTo>
                <a:lnTo>
                  <a:pt x="3355" y="12833"/>
                </a:lnTo>
                <a:lnTo>
                  <a:pt x="4483" y="11280"/>
                </a:lnTo>
                <a:lnTo>
                  <a:pt x="5614" y="9732"/>
                </a:lnTo>
                <a:lnTo>
                  <a:pt x="6749" y="8186"/>
                </a:lnTo>
                <a:lnTo>
                  <a:pt x="7692" y="6827"/>
                </a:lnTo>
                <a:lnTo>
                  <a:pt x="8647" y="5454"/>
                </a:lnTo>
                <a:lnTo>
                  <a:pt x="10090" y="3562"/>
                </a:lnTo>
                <a:lnTo>
                  <a:pt x="11342" y="2079"/>
                </a:lnTo>
                <a:lnTo>
                  <a:pt x="12514" y="990"/>
                </a:lnTo>
                <a:lnTo>
                  <a:pt x="13709" y="300"/>
                </a:lnTo>
                <a:lnTo>
                  <a:pt x="15031" y="0"/>
                </a:lnTo>
                <a:lnTo>
                  <a:pt x="16584" y="84"/>
                </a:lnTo>
                <a:lnTo>
                  <a:pt x="18478" y="552"/>
                </a:lnTo>
                <a:close/>
              </a:path>
            </a:pathLst>
          </a:custGeom>
          <a:solidFill>
            <a:srgbClr val="CAD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5" name="contour_11683"/>
          <p:cNvSpPr/>
          <p:nvPr/>
        </p:nvSpPr>
        <p:spPr>
          <a:xfrm>
            <a:off x="7065150" y="3372926"/>
            <a:ext cx="80168" cy="45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55" y="677"/>
                </a:moveTo>
                <a:lnTo>
                  <a:pt x="10297" y="338"/>
                </a:lnTo>
                <a:lnTo>
                  <a:pt x="12108" y="112"/>
                </a:lnTo>
                <a:lnTo>
                  <a:pt x="13457" y="0"/>
                </a:lnTo>
                <a:lnTo>
                  <a:pt x="14515" y="0"/>
                </a:lnTo>
                <a:lnTo>
                  <a:pt x="15456" y="112"/>
                </a:lnTo>
                <a:lnTo>
                  <a:pt x="16451" y="338"/>
                </a:lnTo>
                <a:lnTo>
                  <a:pt x="17673" y="677"/>
                </a:lnTo>
                <a:lnTo>
                  <a:pt x="18765" y="2905"/>
                </a:lnTo>
                <a:lnTo>
                  <a:pt x="19536" y="4551"/>
                </a:lnTo>
                <a:lnTo>
                  <a:pt x="20096" y="5907"/>
                </a:lnTo>
                <a:lnTo>
                  <a:pt x="20553" y="7264"/>
                </a:lnTo>
                <a:lnTo>
                  <a:pt x="21019" y="8910"/>
                </a:lnTo>
                <a:lnTo>
                  <a:pt x="21600" y="11138"/>
                </a:lnTo>
                <a:lnTo>
                  <a:pt x="21007" y="10964"/>
                </a:lnTo>
                <a:lnTo>
                  <a:pt x="20463" y="10800"/>
                </a:lnTo>
                <a:lnTo>
                  <a:pt x="19868" y="10626"/>
                </a:lnTo>
                <a:lnTo>
                  <a:pt x="19126" y="10406"/>
                </a:lnTo>
                <a:lnTo>
                  <a:pt x="18140" y="10113"/>
                </a:lnTo>
                <a:lnTo>
                  <a:pt x="16813" y="9722"/>
                </a:lnTo>
                <a:lnTo>
                  <a:pt x="15049" y="9199"/>
                </a:lnTo>
                <a:lnTo>
                  <a:pt x="12750" y="8519"/>
                </a:lnTo>
                <a:lnTo>
                  <a:pt x="9818" y="7651"/>
                </a:lnTo>
                <a:lnTo>
                  <a:pt x="9818" y="9953"/>
                </a:lnTo>
                <a:lnTo>
                  <a:pt x="9818" y="12258"/>
                </a:lnTo>
                <a:lnTo>
                  <a:pt x="9818" y="14573"/>
                </a:lnTo>
                <a:lnTo>
                  <a:pt x="9818" y="16899"/>
                </a:lnTo>
                <a:lnTo>
                  <a:pt x="9818" y="19239"/>
                </a:lnTo>
                <a:lnTo>
                  <a:pt x="9818" y="21600"/>
                </a:lnTo>
                <a:lnTo>
                  <a:pt x="8603" y="21168"/>
                </a:lnTo>
                <a:lnTo>
                  <a:pt x="7387" y="20735"/>
                </a:lnTo>
                <a:lnTo>
                  <a:pt x="6168" y="20303"/>
                </a:lnTo>
                <a:lnTo>
                  <a:pt x="4946" y="19870"/>
                </a:lnTo>
                <a:lnTo>
                  <a:pt x="3719" y="19434"/>
                </a:lnTo>
                <a:lnTo>
                  <a:pt x="2486" y="18995"/>
                </a:lnTo>
                <a:lnTo>
                  <a:pt x="1247" y="18556"/>
                </a:lnTo>
                <a:lnTo>
                  <a:pt x="0" y="18113"/>
                </a:lnTo>
                <a:lnTo>
                  <a:pt x="972" y="17248"/>
                </a:lnTo>
                <a:lnTo>
                  <a:pt x="1948" y="16383"/>
                </a:lnTo>
                <a:lnTo>
                  <a:pt x="2932" y="15508"/>
                </a:lnTo>
                <a:lnTo>
                  <a:pt x="3927" y="14626"/>
                </a:lnTo>
                <a:lnTo>
                  <a:pt x="4899" y="15490"/>
                </a:lnTo>
                <a:lnTo>
                  <a:pt x="5875" y="16355"/>
                </a:lnTo>
                <a:lnTo>
                  <a:pt x="6859" y="17230"/>
                </a:lnTo>
                <a:lnTo>
                  <a:pt x="7855" y="18113"/>
                </a:lnTo>
                <a:lnTo>
                  <a:pt x="7855" y="15647"/>
                </a:lnTo>
                <a:lnTo>
                  <a:pt x="7855" y="13178"/>
                </a:lnTo>
                <a:lnTo>
                  <a:pt x="7855" y="10702"/>
                </a:lnTo>
                <a:lnTo>
                  <a:pt x="7855" y="8216"/>
                </a:lnTo>
                <a:lnTo>
                  <a:pt x="7855" y="5719"/>
                </a:lnTo>
                <a:lnTo>
                  <a:pt x="7855" y="3208"/>
                </a:lnTo>
                <a:lnTo>
                  <a:pt x="7855" y="677"/>
                </a:lnTo>
                <a:close/>
              </a:path>
            </a:pathLst>
          </a:custGeom>
          <a:solidFill>
            <a:srgbClr val="CDE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6" name="contour_11684"/>
          <p:cNvSpPr/>
          <p:nvPr/>
        </p:nvSpPr>
        <p:spPr>
          <a:xfrm>
            <a:off x="6627915" y="3367052"/>
            <a:ext cx="2910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76" y="0"/>
                </a:moveTo>
                <a:lnTo>
                  <a:pt x="9399" y="451"/>
                </a:lnTo>
                <a:lnTo>
                  <a:pt x="12255" y="802"/>
                </a:lnTo>
                <a:lnTo>
                  <a:pt x="14721" y="1166"/>
                </a:lnTo>
                <a:lnTo>
                  <a:pt x="17576" y="1661"/>
                </a:lnTo>
                <a:lnTo>
                  <a:pt x="21600" y="2400"/>
                </a:lnTo>
                <a:lnTo>
                  <a:pt x="21600" y="3986"/>
                </a:lnTo>
                <a:lnTo>
                  <a:pt x="21600" y="5582"/>
                </a:lnTo>
                <a:lnTo>
                  <a:pt x="21600" y="7200"/>
                </a:lnTo>
                <a:lnTo>
                  <a:pt x="18025" y="7200"/>
                </a:lnTo>
                <a:lnTo>
                  <a:pt x="14429" y="7200"/>
                </a:lnTo>
                <a:lnTo>
                  <a:pt x="10784" y="7200"/>
                </a:lnTo>
                <a:lnTo>
                  <a:pt x="11379" y="8784"/>
                </a:lnTo>
                <a:lnTo>
                  <a:pt x="11974" y="10370"/>
                </a:lnTo>
                <a:lnTo>
                  <a:pt x="12568" y="11957"/>
                </a:lnTo>
                <a:lnTo>
                  <a:pt x="13169" y="13548"/>
                </a:lnTo>
                <a:lnTo>
                  <a:pt x="13769" y="15144"/>
                </a:lnTo>
                <a:lnTo>
                  <a:pt x="14369" y="16747"/>
                </a:lnTo>
                <a:lnTo>
                  <a:pt x="14975" y="18355"/>
                </a:lnTo>
                <a:lnTo>
                  <a:pt x="15581" y="19973"/>
                </a:lnTo>
                <a:lnTo>
                  <a:pt x="16192" y="21600"/>
                </a:lnTo>
                <a:lnTo>
                  <a:pt x="12617" y="21600"/>
                </a:lnTo>
                <a:lnTo>
                  <a:pt x="9021" y="21600"/>
                </a:lnTo>
                <a:lnTo>
                  <a:pt x="5376" y="21600"/>
                </a:lnTo>
                <a:lnTo>
                  <a:pt x="3840" y="18350"/>
                </a:lnTo>
                <a:lnTo>
                  <a:pt x="2558" y="15583"/>
                </a:lnTo>
                <a:lnTo>
                  <a:pt x="1536" y="13238"/>
                </a:lnTo>
                <a:lnTo>
                  <a:pt x="768" y="11254"/>
                </a:lnTo>
                <a:lnTo>
                  <a:pt x="254" y="9576"/>
                </a:lnTo>
                <a:lnTo>
                  <a:pt x="0" y="8141"/>
                </a:lnTo>
                <a:lnTo>
                  <a:pt x="0" y="6893"/>
                </a:lnTo>
                <a:lnTo>
                  <a:pt x="254" y="5770"/>
                </a:lnTo>
                <a:lnTo>
                  <a:pt x="768" y="4716"/>
                </a:lnTo>
                <a:lnTo>
                  <a:pt x="1536" y="3672"/>
                </a:lnTo>
                <a:lnTo>
                  <a:pt x="2558" y="2578"/>
                </a:lnTo>
                <a:lnTo>
                  <a:pt x="3840" y="1373"/>
                </a:lnTo>
                <a:lnTo>
                  <a:pt x="5376" y="0"/>
                </a:lnTo>
                <a:close/>
              </a:path>
            </a:pathLst>
          </a:custGeom>
          <a:solidFill>
            <a:srgbClr val="ABB0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7" name="contour_11685"/>
          <p:cNvSpPr/>
          <p:nvPr/>
        </p:nvSpPr>
        <p:spPr>
          <a:xfrm>
            <a:off x="7786137" y="3367052"/>
            <a:ext cx="5154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74" y="0"/>
                </a:moveTo>
                <a:lnTo>
                  <a:pt x="5088" y="562"/>
                </a:lnTo>
                <a:lnTo>
                  <a:pt x="6329" y="1123"/>
                </a:lnTo>
                <a:lnTo>
                  <a:pt x="7569" y="2023"/>
                </a:lnTo>
                <a:lnTo>
                  <a:pt x="9383" y="3600"/>
                </a:lnTo>
                <a:lnTo>
                  <a:pt x="9823" y="5310"/>
                </a:lnTo>
                <a:lnTo>
                  <a:pt x="10269" y="7031"/>
                </a:lnTo>
                <a:lnTo>
                  <a:pt x="10721" y="8777"/>
                </a:lnTo>
                <a:lnTo>
                  <a:pt x="11597" y="11261"/>
                </a:lnTo>
                <a:lnTo>
                  <a:pt x="12571" y="13320"/>
                </a:lnTo>
                <a:lnTo>
                  <a:pt x="13665" y="15044"/>
                </a:lnTo>
                <a:lnTo>
                  <a:pt x="14899" y="16517"/>
                </a:lnTo>
                <a:lnTo>
                  <a:pt x="16289" y="17824"/>
                </a:lnTo>
                <a:lnTo>
                  <a:pt x="17855" y="19048"/>
                </a:lnTo>
                <a:lnTo>
                  <a:pt x="19621" y="20279"/>
                </a:lnTo>
                <a:lnTo>
                  <a:pt x="21600" y="21600"/>
                </a:lnTo>
                <a:lnTo>
                  <a:pt x="19483" y="21600"/>
                </a:lnTo>
                <a:lnTo>
                  <a:pt x="17364" y="21600"/>
                </a:lnTo>
                <a:lnTo>
                  <a:pt x="15244" y="21600"/>
                </a:lnTo>
                <a:lnTo>
                  <a:pt x="13121" y="21600"/>
                </a:lnTo>
                <a:lnTo>
                  <a:pt x="10989" y="21600"/>
                </a:lnTo>
                <a:lnTo>
                  <a:pt x="8854" y="21600"/>
                </a:lnTo>
                <a:lnTo>
                  <a:pt x="6710" y="21600"/>
                </a:lnTo>
                <a:lnTo>
                  <a:pt x="4557" y="21600"/>
                </a:lnTo>
                <a:lnTo>
                  <a:pt x="2395" y="21600"/>
                </a:lnTo>
                <a:lnTo>
                  <a:pt x="220" y="21600"/>
                </a:lnTo>
                <a:lnTo>
                  <a:pt x="110" y="16510"/>
                </a:lnTo>
                <a:lnTo>
                  <a:pt x="37" y="12784"/>
                </a:lnTo>
                <a:lnTo>
                  <a:pt x="0" y="10109"/>
                </a:lnTo>
                <a:lnTo>
                  <a:pt x="0" y="8168"/>
                </a:lnTo>
                <a:lnTo>
                  <a:pt x="37" y="6646"/>
                </a:lnTo>
                <a:lnTo>
                  <a:pt x="110" y="5227"/>
                </a:lnTo>
                <a:lnTo>
                  <a:pt x="220" y="3600"/>
                </a:lnTo>
                <a:lnTo>
                  <a:pt x="1735" y="1814"/>
                </a:lnTo>
                <a:lnTo>
                  <a:pt x="3274" y="0"/>
                </a:lnTo>
                <a:close/>
              </a:path>
            </a:pathLst>
          </a:custGeom>
          <a:solidFill>
            <a:srgbClr val="CAD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8" name="contour_11686"/>
          <p:cNvSpPr/>
          <p:nvPr/>
        </p:nvSpPr>
        <p:spPr>
          <a:xfrm>
            <a:off x="7108878" y="3350443"/>
            <a:ext cx="65592" cy="38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42"/>
                </a:moveTo>
                <a:lnTo>
                  <a:pt x="1774" y="634"/>
                </a:lnTo>
                <a:lnTo>
                  <a:pt x="3492" y="262"/>
                </a:lnTo>
                <a:lnTo>
                  <a:pt x="5174" y="41"/>
                </a:lnTo>
                <a:lnTo>
                  <a:pt x="6845" y="0"/>
                </a:lnTo>
                <a:lnTo>
                  <a:pt x="8525" y="155"/>
                </a:lnTo>
                <a:lnTo>
                  <a:pt x="10236" y="528"/>
                </a:lnTo>
                <a:lnTo>
                  <a:pt x="12000" y="1142"/>
                </a:lnTo>
                <a:lnTo>
                  <a:pt x="13265" y="3187"/>
                </a:lnTo>
                <a:lnTo>
                  <a:pt x="14458" y="5295"/>
                </a:lnTo>
                <a:lnTo>
                  <a:pt x="15593" y="7459"/>
                </a:lnTo>
                <a:lnTo>
                  <a:pt x="16675" y="9677"/>
                </a:lnTo>
                <a:lnTo>
                  <a:pt x="17714" y="11952"/>
                </a:lnTo>
                <a:lnTo>
                  <a:pt x="18718" y="14284"/>
                </a:lnTo>
                <a:lnTo>
                  <a:pt x="19694" y="16670"/>
                </a:lnTo>
                <a:lnTo>
                  <a:pt x="20652" y="19108"/>
                </a:lnTo>
                <a:lnTo>
                  <a:pt x="21600" y="21600"/>
                </a:lnTo>
                <a:lnTo>
                  <a:pt x="19946" y="20958"/>
                </a:lnTo>
                <a:lnTo>
                  <a:pt x="18302" y="20287"/>
                </a:lnTo>
                <a:lnTo>
                  <a:pt x="16668" y="19587"/>
                </a:lnTo>
                <a:lnTo>
                  <a:pt x="15043" y="18850"/>
                </a:lnTo>
                <a:lnTo>
                  <a:pt x="13423" y="18085"/>
                </a:lnTo>
                <a:lnTo>
                  <a:pt x="11813" y="17279"/>
                </a:lnTo>
                <a:lnTo>
                  <a:pt x="10205" y="16440"/>
                </a:lnTo>
                <a:lnTo>
                  <a:pt x="8602" y="15561"/>
                </a:lnTo>
                <a:lnTo>
                  <a:pt x="7001" y="14636"/>
                </a:lnTo>
                <a:lnTo>
                  <a:pt x="5400" y="13670"/>
                </a:lnTo>
                <a:lnTo>
                  <a:pt x="3854" y="12729"/>
                </a:lnTo>
                <a:lnTo>
                  <a:pt x="2287" y="11772"/>
                </a:lnTo>
                <a:lnTo>
                  <a:pt x="1152" y="10557"/>
                </a:lnTo>
                <a:lnTo>
                  <a:pt x="0" y="9325"/>
                </a:lnTo>
                <a:lnTo>
                  <a:pt x="0" y="6620"/>
                </a:lnTo>
                <a:lnTo>
                  <a:pt x="0" y="3899"/>
                </a:lnTo>
                <a:lnTo>
                  <a:pt x="0" y="1142"/>
                </a:lnTo>
                <a:close/>
              </a:path>
            </a:pathLst>
          </a:custGeom>
          <a:solidFill>
            <a:srgbClr val="CBE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89" name="contour_11687"/>
          <p:cNvSpPr/>
          <p:nvPr/>
        </p:nvSpPr>
        <p:spPr>
          <a:xfrm>
            <a:off x="8397869" y="3345523"/>
            <a:ext cx="38342" cy="361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9" y="344"/>
                </a:moveTo>
                <a:lnTo>
                  <a:pt x="19724" y="2882"/>
                </a:lnTo>
                <a:lnTo>
                  <a:pt x="20873" y="5080"/>
                </a:lnTo>
                <a:lnTo>
                  <a:pt x="21415" y="7290"/>
                </a:lnTo>
                <a:lnTo>
                  <a:pt x="21584" y="9863"/>
                </a:lnTo>
                <a:lnTo>
                  <a:pt x="21600" y="13154"/>
                </a:lnTo>
                <a:lnTo>
                  <a:pt x="21428" y="15945"/>
                </a:lnTo>
                <a:lnTo>
                  <a:pt x="21255" y="18753"/>
                </a:lnTo>
                <a:lnTo>
                  <a:pt x="21079" y="21600"/>
                </a:lnTo>
                <a:lnTo>
                  <a:pt x="18176" y="21600"/>
                </a:lnTo>
                <a:lnTo>
                  <a:pt x="15269" y="21600"/>
                </a:lnTo>
                <a:lnTo>
                  <a:pt x="12354" y="21600"/>
                </a:lnTo>
                <a:lnTo>
                  <a:pt x="9431" y="21600"/>
                </a:lnTo>
                <a:lnTo>
                  <a:pt x="6491" y="21600"/>
                </a:lnTo>
                <a:lnTo>
                  <a:pt x="3531" y="21600"/>
                </a:lnTo>
                <a:lnTo>
                  <a:pt x="550" y="21600"/>
                </a:lnTo>
                <a:lnTo>
                  <a:pt x="185" y="18618"/>
                </a:lnTo>
                <a:lnTo>
                  <a:pt x="0" y="16446"/>
                </a:lnTo>
                <a:lnTo>
                  <a:pt x="0" y="14458"/>
                </a:lnTo>
                <a:lnTo>
                  <a:pt x="185" y="12025"/>
                </a:lnTo>
                <a:lnTo>
                  <a:pt x="550" y="8520"/>
                </a:lnTo>
                <a:lnTo>
                  <a:pt x="4048" y="5171"/>
                </a:lnTo>
                <a:lnTo>
                  <a:pt x="6696" y="2790"/>
                </a:lnTo>
                <a:lnTo>
                  <a:pt x="8794" y="1230"/>
                </a:lnTo>
                <a:lnTo>
                  <a:pt x="10650" y="349"/>
                </a:lnTo>
                <a:lnTo>
                  <a:pt x="12559" y="0"/>
                </a:lnTo>
                <a:lnTo>
                  <a:pt x="14826" y="48"/>
                </a:lnTo>
                <a:lnTo>
                  <a:pt x="17749" y="344"/>
                </a:lnTo>
                <a:close/>
              </a:path>
            </a:pathLst>
          </a:custGeom>
          <a:solidFill>
            <a:srgbClr val="9AB1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0" name="contour_11688"/>
          <p:cNvSpPr/>
          <p:nvPr/>
        </p:nvSpPr>
        <p:spPr>
          <a:xfrm>
            <a:off x="6868375" y="3352476"/>
            <a:ext cx="65592" cy="29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65" y="3837"/>
                </a:lnTo>
                <a:lnTo>
                  <a:pt x="21122" y="6594"/>
                </a:lnTo>
                <a:lnTo>
                  <a:pt x="20758" y="9045"/>
                </a:lnTo>
                <a:lnTo>
                  <a:pt x="20155" y="11964"/>
                </a:lnTo>
                <a:lnTo>
                  <a:pt x="19200" y="16123"/>
                </a:lnTo>
                <a:lnTo>
                  <a:pt x="17729" y="17542"/>
                </a:lnTo>
                <a:lnTo>
                  <a:pt x="16270" y="18752"/>
                </a:lnTo>
                <a:lnTo>
                  <a:pt x="14813" y="19757"/>
                </a:lnTo>
                <a:lnTo>
                  <a:pt x="13344" y="20547"/>
                </a:lnTo>
                <a:lnTo>
                  <a:pt x="11861" y="21122"/>
                </a:lnTo>
                <a:lnTo>
                  <a:pt x="10346" y="21476"/>
                </a:lnTo>
                <a:lnTo>
                  <a:pt x="8796" y="21600"/>
                </a:lnTo>
                <a:lnTo>
                  <a:pt x="7200" y="21498"/>
                </a:lnTo>
                <a:lnTo>
                  <a:pt x="5503" y="19235"/>
                </a:lnTo>
                <a:lnTo>
                  <a:pt x="4272" y="17558"/>
                </a:lnTo>
                <a:lnTo>
                  <a:pt x="3305" y="16172"/>
                </a:lnTo>
                <a:lnTo>
                  <a:pt x="2405" y="14774"/>
                </a:lnTo>
                <a:lnTo>
                  <a:pt x="1370" y="13065"/>
                </a:lnTo>
                <a:lnTo>
                  <a:pt x="0" y="10749"/>
                </a:lnTo>
                <a:lnTo>
                  <a:pt x="1620" y="9663"/>
                </a:lnTo>
                <a:lnTo>
                  <a:pt x="3238" y="8588"/>
                </a:lnTo>
                <a:lnTo>
                  <a:pt x="4858" y="7514"/>
                </a:lnTo>
                <a:lnTo>
                  <a:pt x="6480" y="6444"/>
                </a:lnTo>
                <a:lnTo>
                  <a:pt x="8100" y="5374"/>
                </a:lnTo>
                <a:lnTo>
                  <a:pt x="9605" y="4375"/>
                </a:lnTo>
                <a:lnTo>
                  <a:pt x="11119" y="3370"/>
                </a:lnTo>
                <a:lnTo>
                  <a:pt x="12655" y="2354"/>
                </a:lnTo>
                <a:lnTo>
                  <a:pt x="14424" y="1360"/>
                </a:lnTo>
                <a:lnTo>
                  <a:pt x="15749" y="699"/>
                </a:lnTo>
                <a:lnTo>
                  <a:pt x="16882" y="296"/>
                </a:lnTo>
                <a:lnTo>
                  <a:pt x="18070" y="86"/>
                </a:lnTo>
                <a:lnTo>
                  <a:pt x="19558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7477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1" name="contour_11689"/>
          <p:cNvSpPr/>
          <p:nvPr/>
        </p:nvSpPr>
        <p:spPr>
          <a:xfrm>
            <a:off x="5184849" y="3359764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155" y="3564"/>
                </a:lnTo>
                <a:lnTo>
                  <a:pt x="20709" y="7133"/>
                </a:lnTo>
                <a:lnTo>
                  <a:pt x="20261" y="10719"/>
                </a:lnTo>
                <a:lnTo>
                  <a:pt x="19810" y="14321"/>
                </a:lnTo>
                <a:lnTo>
                  <a:pt x="19356" y="17944"/>
                </a:lnTo>
                <a:lnTo>
                  <a:pt x="18900" y="21600"/>
                </a:lnTo>
                <a:lnTo>
                  <a:pt x="15333" y="20255"/>
                </a:lnTo>
                <a:lnTo>
                  <a:pt x="12876" y="19289"/>
                </a:lnTo>
                <a:lnTo>
                  <a:pt x="11221" y="18549"/>
                </a:lnTo>
                <a:lnTo>
                  <a:pt x="10074" y="17890"/>
                </a:lnTo>
                <a:lnTo>
                  <a:pt x="9134" y="17156"/>
                </a:lnTo>
                <a:lnTo>
                  <a:pt x="8100" y="16200"/>
                </a:lnTo>
                <a:lnTo>
                  <a:pt x="8100" y="12631"/>
                </a:lnTo>
                <a:lnTo>
                  <a:pt x="8100" y="9040"/>
                </a:lnTo>
                <a:lnTo>
                  <a:pt x="8100" y="5400"/>
                </a:lnTo>
                <a:lnTo>
                  <a:pt x="6496" y="4331"/>
                </a:lnTo>
                <a:lnTo>
                  <a:pt x="4887" y="3256"/>
                </a:lnTo>
                <a:lnTo>
                  <a:pt x="3272" y="2182"/>
                </a:lnTo>
                <a:lnTo>
                  <a:pt x="1644" y="1096"/>
                </a:lnTo>
                <a:lnTo>
                  <a:pt x="0" y="0"/>
                </a:lnTo>
                <a:close/>
              </a:path>
            </a:pathLst>
          </a:custGeom>
          <a:solidFill>
            <a:srgbClr val="B2BF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2" name="contour_11690"/>
          <p:cNvSpPr/>
          <p:nvPr/>
        </p:nvSpPr>
        <p:spPr>
          <a:xfrm>
            <a:off x="4900617" y="3321721"/>
            <a:ext cx="80168" cy="387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33" y="8765"/>
                </a:moveTo>
                <a:lnTo>
                  <a:pt x="19611" y="11527"/>
                </a:lnTo>
                <a:lnTo>
                  <a:pt x="20290" y="13318"/>
                </a:lnTo>
                <a:lnTo>
                  <a:pt x="20858" y="14927"/>
                </a:lnTo>
                <a:lnTo>
                  <a:pt x="21600" y="17140"/>
                </a:lnTo>
                <a:lnTo>
                  <a:pt x="20428" y="19492"/>
                </a:lnTo>
                <a:lnTo>
                  <a:pt x="19589" y="20743"/>
                </a:lnTo>
                <a:lnTo>
                  <a:pt x="18680" y="21303"/>
                </a:lnTo>
                <a:lnTo>
                  <a:pt x="17296" y="21600"/>
                </a:lnTo>
                <a:lnTo>
                  <a:pt x="15960" y="21527"/>
                </a:lnTo>
                <a:lnTo>
                  <a:pt x="14606" y="21454"/>
                </a:lnTo>
                <a:lnTo>
                  <a:pt x="13930" y="21425"/>
                </a:lnTo>
                <a:lnTo>
                  <a:pt x="11896" y="21348"/>
                </a:lnTo>
                <a:lnTo>
                  <a:pt x="10865" y="21271"/>
                </a:lnTo>
                <a:lnTo>
                  <a:pt x="9818" y="21202"/>
                </a:lnTo>
                <a:lnTo>
                  <a:pt x="10305" y="19187"/>
                </a:lnTo>
                <a:lnTo>
                  <a:pt x="10792" y="17169"/>
                </a:lnTo>
                <a:lnTo>
                  <a:pt x="11283" y="15134"/>
                </a:lnTo>
                <a:lnTo>
                  <a:pt x="11782" y="13079"/>
                </a:lnTo>
                <a:lnTo>
                  <a:pt x="11189" y="12871"/>
                </a:lnTo>
                <a:lnTo>
                  <a:pt x="10643" y="12685"/>
                </a:lnTo>
                <a:lnTo>
                  <a:pt x="10048" y="12477"/>
                </a:lnTo>
                <a:lnTo>
                  <a:pt x="9306" y="12222"/>
                </a:lnTo>
                <a:lnTo>
                  <a:pt x="8320" y="11884"/>
                </a:lnTo>
                <a:lnTo>
                  <a:pt x="6994" y="11425"/>
                </a:lnTo>
                <a:lnTo>
                  <a:pt x="5229" y="10816"/>
                </a:lnTo>
                <a:lnTo>
                  <a:pt x="2930" y="10024"/>
                </a:lnTo>
                <a:lnTo>
                  <a:pt x="0" y="9017"/>
                </a:lnTo>
                <a:lnTo>
                  <a:pt x="0" y="7002"/>
                </a:lnTo>
                <a:lnTo>
                  <a:pt x="0" y="4955"/>
                </a:lnTo>
                <a:lnTo>
                  <a:pt x="2669" y="3530"/>
                </a:lnTo>
                <a:lnTo>
                  <a:pt x="4968" y="2335"/>
                </a:lnTo>
                <a:lnTo>
                  <a:pt x="6941" y="1377"/>
                </a:lnTo>
                <a:lnTo>
                  <a:pt x="8624" y="662"/>
                </a:lnTo>
                <a:lnTo>
                  <a:pt x="10060" y="199"/>
                </a:lnTo>
                <a:lnTo>
                  <a:pt x="11289" y="0"/>
                </a:lnTo>
                <a:lnTo>
                  <a:pt x="12351" y="65"/>
                </a:lnTo>
                <a:lnTo>
                  <a:pt x="13288" y="410"/>
                </a:lnTo>
                <a:lnTo>
                  <a:pt x="14140" y="1040"/>
                </a:lnTo>
                <a:lnTo>
                  <a:pt x="14945" y="1962"/>
                </a:lnTo>
                <a:lnTo>
                  <a:pt x="15748" y="3188"/>
                </a:lnTo>
                <a:lnTo>
                  <a:pt x="16585" y="4724"/>
                </a:lnTo>
                <a:lnTo>
                  <a:pt x="17500" y="6580"/>
                </a:lnTo>
                <a:lnTo>
                  <a:pt x="18533" y="8765"/>
                </a:lnTo>
                <a:close/>
              </a:path>
            </a:pathLst>
          </a:custGeom>
          <a:solidFill>
            <a:srgbClr val="AAB2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3" name="contour_11691"/>
          <p:cNvSpPr/>
          <p:nvPr/>
        </p:nvSpPr>
        <p:spPr>
          <a:xfrm>
            <a:off x="8172925" y="3323324"/>
            <a:ext cx="58304" cy="30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0"/>
                </a:lnTo>
                <a:lnTo>
                  <a:pt x="16713" y="0"/>
                </a:lnTo>
                <a:lnTo>
                  <a:pt x="18328" y="0"/>
                </a:lnTo>
                <a:lnTo>
                  <a:pt x="19956" y="0"/>
                </a:lnTo>
                <a:lnTo>
                  <a:pt x="21600" y="0"/>
                </a:lnTo>
                <a:lnTo>
                  <a:pt x="21114" y="3351"/>
                </a:lnTo>
                <a:lnTo>
                  <a:pt x="20582" y="6509"/>
                </a:lnTo>
                <a:lnTo>
                  <a:pt x="19972" y="9507"/>
                </a:lnTo>
                <a:lnTo>
                  <a:pt x="19259" y="12374"/>
                </a:lnTo>
                <a:lnTo>
                  <a:pt x="18411" y="15127"/>
                </a:lnTo>
                <a:lnTo>
                  <a:pt x="17401" y="17809"/>
                </a:lnTo>
                <a:lnTo>
                  <a:pt x="16200" y="20435"/>
                </a:lnTo>
                <a:lnTo>
                  <a:pt x="14380" y="20972"/>
                </a:lnTo>
                <a:lnTo>
                  <a:pt x="12577" y="21329"/>
                </a:lnTo>
                <a:lnTo>
                  <a:pt x="10786" y="21534"/>
                </a:lnTo>
                <a:lnTo>
                  <a:pt x="9002" y="21600"/>
                </a:lnTo>
                <a:lnTo>
                  <a:pt x="7220" y="21544"/>
                </a:lnTo>
                <a:lnTo>
                  <a:pt x="5435" y="21380"/>
                </a:lnTo>
                <a:lnTo>
                  <a:pt x="3640" y="21130"/>
                </a:lnTo>
                <a:lnTo>
                  <a:pt x="1831" y="20808"/>
                </a:lnTo>
                <a:lnTo>
                  <a:pt x="0" y="20435"/>
                </a:lnTo>
                <a:lnTo>
                  <a:pt x="0" y="17401"/>
                </a:lnTo>
                <a:lnTo>
                  <a:pt x="0" y="14356"/>
                </a:lnTo>
                <a:lnTo>
                  <a:pt x="0" y="11301"/>
                </a:lnTo>
                <a:lnTo>
                  <a:pt x="0" y="8220"/>
                </a:lnTo>
                <a:lnTo>
                  <a:pt x="0" y="5109"/>
                </a:lnTo>
                <a:lnTo>
                  <a:pt x="756" y="5395"/>
                </a:lnTo>
                <a:lnTo>
                  <a:pt x="1463" y="5661"/>
                </a:lnTo>
                <a:lnTo>
                  <a:pt x="2279" y="5972"/>
                </a:lnTo>
                <a:lnTo>
                  <a:pt x="3359" y="6381"/>
                </a:lnTo>
                <a:lnTo>
                  <a:pt x="4863" y="6948"/>
                </a:lnTo>
                <a:lnTo>
                  <a:pt x="6947" y="7740"/>
                </a:lnTo>
                <a:lnTo>
                  <a:pt x="9774" y="8808"/>
                </a:lnTo>
                <a:lnTo>
                  <a:pt x="13500" y="10218"/>
                </a:lnTo>
                <a:lnTo>
                  <a:pt x="13500" y="6841"/>
                </a:lnTo>
                <a:lnTo>
                  <a:pt x="13500" y="3443"/>
                </a:lnTo>
                <a:lnTo>
                  <a:pt x="13500" y="0"/>
                </a:lnTo>
                <a:close/>
              </a:path>
            </a:pathLst>
          </a:custGeom>
          <a:solidFill>
            <a:srgbClr val="54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4" name="contour_11692"/>
          <p:cNvSpPr/>
          <p:nvPr/>
        </p:nvSpPr>
        <p:spPr>
          <a:xfrm>
            <a:off x="5103230" y="3323324"/>
            <a:ext cx="4517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62" y="0"/>
                </a:moveTo>
                <a:lnTo>
                  <a:pt x="10464" y="379"/>
                </a:lnTo>
                <a:lnTo>
                  <a:pt x="12408" y="694"/>
                </a:lnTo>
                <a:lnTo>
                  <a:pt x="13997" y="1058"/>
                </a:lnTo>
                <a:lnTo>
                  <a:pt x="15732" y="1589"/>
                </a:lnTo>
                <a:lnTo>
                  <a:pt x="18116" y="2400"/>
                </a:lnTo>
                <a:lnTo>
                  <a:pt x="17251" y="3588"/>
                </a:lnTo>
                <a:lnTo>
                  <a:pt x="16387" y="4783"/>
                </a:lnTo>
                <a:lnTo>
                  <a:pt x="15513" y="5983"/>
                </a:lnTo>
                <a:lnTo>
                  <a:pt x="14631" y="7200"/>
                </a:lnTo>
                <a:lnTo>
                  <a:pt x="16356" y="7795"/>
                </a:lnTo>
                <a:lnTo>
                  <a:pt x="18088" y="8390"/>
                </a:lnTo>
                <a:lnTo>
                  <a:pt x="19833" y="8993"/>
                </a:lnTo>
                <a:lnTo>
                  <a:pt x="21600" y="9600"/>
                </a:lnTo>
                <a:lnTo>
                  <a:pt x="20642" y="9689"/>
                </a:lnTo>
                <a:lnTo>
                  <a:pt x="18945" y="9842"/>
                </a:lnTo>
                <a:lnTo>
                  <a:pt x="15067" y="10200"/>
                </a:lnTo>
                <a:lnTo>
                  <a:pt x="12457" y="10663"/>
                </a:lnTo>
                <a:lnTo>
                  <a:pt x="10352" y="11179"/>
                </a:lnTo>
                <a:lnTo>
                  <a:pt x="8565" y="11873"/>
                </a:lnTo>
                <a:lnTo>
                  <a:pt x="6906" y="12871"/>
                </a:lnTo>
                <a:lnTo>
                  <a:pt x="5185" y="14297"/>
                </a:lnTo>
                <a:lnTo>
                  <a:pt x="4188" y="15737"/>
                </a:lnTo>
                <a:lnTo>
                  <a:pt x="3241" y="17179"/>
                </a:lnTo>
                <a:lnTo>
                  <a:pt x="2342" y="18634"/>
                </a:lnTo>
                <a:lnTo>
                  <a:pt x="1495" y="20102"/>
                </a:lnTo>
                <a:lnTo>
                  <a:pt x="693" y="21600"/>
                </a:lnTo>
                <a:lnTo>
                  <a:pt x="422" y="18348"/>
                </a:lnTo>
                <a:lnTo>
                  <a:pt x="209" y="15619"/>
                </a:lnTo>
                <a:lnTo>
                  <a:pt x="66" y="13346"/>
                </a:lnTo>
                <a:lnTo>
                  <a:pt x="0" y="11465"/>
                </a:lnTo>
                <a:lnTo>
                  <a:pt x="28" y="9910"/>
                </a:lnTo>
                <a:lnTo>
                  <a:pt x="150" y="8611"/>
                </a:lnTo>
                <a:lnTo>
                  <a:pt x="383" y="7505"/>
                </a:lnTo>
                <a:lnTo>
                  <a:pt x="735" y="6526"/>
                </a:lnTo>
                <a:lnTo>
                  <a:pt x="1216" y="5606"/>
                </a:lnTo>
                <a:lnTo>
                  <a:pt x="1833" y="4682"/>
                </a:lnTo>
                <a:lnTo>
                  <a:pt x="2599" y="3684"/>
                </a:lnTo>
                <a:lnTo>
                  <a:pt x="3523" y="2549"/>
                </a:lnTo>
                <a:lnTo>
                  <a:pt x="4889" y="1706"/>
                </a:lnTo>
                <a:lnTo>
                  <a:pt x="6268" y="859"/>
                </a:lnTo>
                <a:lnTo>
                  <a:pt x="7662" y="0"/>
                </a:lnTo>
                <a:close/>
              </a:path>
            </a:pathLst>
          </a:custGeom>
          <a:solidFill>
            <a:srgbClr val="9B8F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5" name="contour_11693"/>
          <p:cNvSpPr/>
          <p:nvPr/>
        </p:nvSpPr>
        <p:spPr>
          <a:xfrm>
            <a:off x="11620145" y="3328929"/>
            <a:ext cx="58304" cy="45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49"/>
                </a:moveTo>
                <a:lnTo>
                  <a:pt x="12250" y="101"/>
                </a:lnTo>
                <a:lnTo>
                  <a:pt x="13708" y="52"/>
                </a:lnTo>
                <a:lnTo>
                  <a:pt x="15188" y="0"/>
                </a:lnTo>
                <a:lnTo>
                  <a:pt x="16111" y="201"/>
                </a:lnTo>
                <a:lnTo>
                  <a:pt x="18900" y="801"/>
                </a:lnTo>
                <a:lnTo>
                  <a:pt x="19570" y="2520"/>
                </a:lnTo>
                <a:lnTo>
                  <a:pt x="20239" y="4243"/>
                </a:lnTo>
                <a:lnTo>
                  <a:pt x="20917" y="5980"/>
                </a:lnTo>
                <a:lnTo>
                  <a:pt x="21600" y="7734"/>
                </a:lnTo>
                <a:lnTo>
                  <a:pt x="19818" y="7734"/>
                </a:lnTo>
                <a:lnTo>
                  <a:pt x="18033" y="7734"/>
                </a:lnTo>
                <a:lnTo>
                  <a:pt x="16249" y="7734"/>
                </a:lnTo>
                <a:lnTo>
                  <a:pt x="14459" y="7734"/>
                </a:lnTo>
                <a:lnTo>
                  <a:pt x="12663" y="7734"/>
                </a:lnTo>
                <a:lnTo>
                  <a:pt x="10859" y="7734"/>
                </a:lnTo>
                <a:lnTo>
                  <a:pt x="9050" y="7734"/>
                </a:lnTo>
                <a:lnTo>
                  <a:pt x="7231" y="7734"/>
                </a:lnTo>
                <a:lnTo>
                  <a:pt x="5400" y="7734"/>
                </a:lnTo>
                <a:lnTo>
                  <a:pt x="5845" y="10022"/>
                </a:lnTo>
                <a:lnTo>
                  <a:pt x="6291" y="12313"/>
                </a:lnTo>
                <a:lnTo>
                  <a:pt x="6739" y="14615"/>
                </a:lnTo>
                <a:lnTo>
                  <a:pt x="7190" y="16927"/>
                </a:lnTo>
                <a:lnTo>
                  <a:pt x="7644" y="19253"/>
                </a:lnTo>
                <a:lnTo>
                  <a:pt x="8100" y="21600"/>
                </a:lnTo>
                <a:lnTo>
                  <a:pt x="6315" y="21600"/>
                </a:lnTo>
                <a:lnTo>
                  <a:pt x="4520" y="21600"/>
                </a:lnTo>
                <a:lnTo>
                  <a:pt x="2700" y="21600"/>
                </a:lnTo>
                <a:lnTo>
                  <a:pt x="1990" y="19406"/>
                </a:lnTo>
                <a:lnTo>
                  <a:pt x="1558" y="17790"/>
                </a:lnTo>
                <a:lnTo>
                  <a:pt x="1234" y="15970"/>
                </a:lnTo>
                <a:lnTo>
                  <a:pt x="842" y="13149"/>
                </a:lnTo>
                <a:lnTo>
                  <a:pt x="494" y="10791"/>
                </a:lnTo>
                <a:lnTo>
                  <a:pt x="138" y="8399"/>
                </a:lnTo>
                <a:lnTo>
                  <a:pt x="68" y="6351"/>
                </a:lnTo>
                <a:lnTo>
                  <a:pt x="0" y="4267"/>
                </a:lnTo>
                <a:lnTo>
                  <a:pt x="1712" y="2347"/>
                </a:lnTo>
                <a:lnTo>
                  <a:pt x="3291" y="1144"/>
                </a:lnTo>
                <a:lnTo>
                  <a:pt x="4863" y="489"/>
                </a:lnTo>
                <a:lnTo>
                  <a:pt x="6556" y="215"/>
                </a:lnTo>
                <a:lnTo>
                  <a:pt x="8494" y="159"/>
                </a:lnTo>
                <a:lnTo>
                  <a:pt x="10800" y="149"/>
                </a:lnTo>
                <a:close/>
              </a:path>
            </a:pathLst>
          </a:custGeom>
          <a:solidFill>
            <a:srgbClr val="ABC3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6" name="contour_11694"/>
          <p:cNvSpPr/>
          <p:nvPr/>
        </p:nvSpPr>
        <p:spPr>
          <a:xfrm>
            <a:off x="8282245" y="3300746"/>
            <a:ext cx="43728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55"/>
                </a:lnTo>
                <a:lnTo>
                  <a:pt x="12823" y="107"/>
                </a:lnTo>
                <a:lnTo>
                  <a:pt x="14062" y="128"/>
                </a:lnTo>
                <a:lnTo>
                  <a:pt x="17788" y="189"/>
                </a:lnTo>
                <a:lnTo>
                  <a:pt x="19681" y="243"/>
                </a:lnTo>
                <a:lnTo>
                  <a:pt x="21600" y="298"/>
                </a:lnTo>
                <a:lnTo>
                  <a:pt x="20923" y="2562"/>
                </a:lnTo>
                <a:lnTo>
                  <a:pt x="20398" y="4169"/>
                </a:lnTo>
                <a:lnTo>
                  <a:pt x="19850" y="5557"/>
                </a:lnTo>
                <a:lnTo>
                  <a:pt x="19109" y="7163"/>
                </a:lnTo>
                <a:lnTo>
                  <a:pt x="18000" y="9428"/>
                </a:lnTo>
                <a:lnTo>
                  <a:pt x="15624" y="9428"/>
                </a:lnTo>
                <a:lnTo>
                  <a:pt x="13226" y="9428"/>
                </a:lnTo>
                <a:lnTo>
                  <a:pt x="10800" y="9428"/>
                </a:lnTo>
                <a:lnTo>
                  <a:pt x="11394" y="11439"/>
                </a:lnTo>
                <a:lnTo>
                  <a:pt x="11992" y="13451"/>
                </a:lnTo>
                <a:lnTo>
                  <a:pt x="12589" y="15468"/>
                </a:lnTo>
                <a:lnTo>
                  <a:pt x="13187" y="17498"/>
                </a:lnTo>
                <a:lnTo>
                  <a:pt x="13792" y="19540"/>
                </a:lnTo>
                <a:lnTo>
                  <a:pt x="14400" y="21600"/>
                </a:lnTo>
                <a:lnTo>
                  <a:pt x="11830" y="21302"/>
                </a:lnTo>
                <a:lnTo>
                  <a:pt x="9983" y="20994"/>
                </a:lnTo>
                <a:lnTo>
                  <a:pt x="8341" y="20532"/>
                </a:lnTo>
                <a:lnTo>
                  <a:pt x="6386" y="19768"/>
                </a:lnTo>
                <a:lnTo>
                  <a:pt x="3600" y="18557"/>
                </a:lnTo>
                <a:lnTo>
                  <a:pt x="2776" y="16701"/>
                </a:lnTo>
                <a:lnTo>
                  <a:pt x="2063" y="14841"/>
                </a:lnTo>
                <a:lnTo>
                  <a:pt x="1454" y="12973"/>
                </a:lnTo>
                <a:lnTo>
                  <a:pt x="954" y="11092"/>
                </a:lnTo>
                <a:lnTo>
                  <a:pt x="558" y="9193"/>
                </a:lnTo>
                <a:lnTo>
                  <a:pt x="270" y="7273"/>
                </a:lnTo>
                <a:lnTo>
                  <a:pt x="83" y="5325"/>
                </a:lnTo>
                <a:lnTo>
                  <a:pt x="0" y="3341"/>
                </a:lnTo>
                <a:lnTo>
                  <a:pt x="2149" y="1579"/>
                </a:lnTo>
                <a:lnTo>
                  <a:pt x="3686" y="642"/>
                </a:lnTo>
                <a:lnTo>
                  <a:pt x="5353" y="222"/>
                </a:lnTo>
                <a:lnTo>
                  <a:pt x="7888" y="0"/>
                </a:lnTo>
                <a:close/>
              </a:path>
            </a:pathLst>
          </a:custGeom>
          <a:solidFill>
            <a:srgbClr val="909F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7" name="contour_11695"/>
          <p:cNvSpPr/>
          <p:nvPr/>
        </p:nvSpPr>
        <p:spPr>
          <a:xfrm>
            <a:off x="7312942" y="3301846"/>
            <a:ext cx="45608" cy="36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79" y="1851"/>
                </a:moveTo>
                <a:lnTo>
                  <a:pt x="19902" y="3611"/>
                </a:lnTo>
                <a:lnTo>
                  <a:pt x="20868" y="5292"/>
                </a:lnTo>
                <a:lnTo>
                  <a:pt x="21600" y="8331"/>
                </a:lnTo>
                <a:lnTo>
                  <a:pt x="21579" y="10745"/>
                </a:lnTo>
                <a:lnTo>
                  <a:pt x="21521" y="12640"/>
                </a:lnTo>
                <a:lnTo>
                  <a:pt x="21386" y="14658"/>
                </a:lnTo>
                <a:lnTo>
                  <a:pt x="21131" y="17430"/>
                </a:lnTo>
                <a:lnTo>
                  <a:pt x="20709" y="21600"/>
                </a:lnTo>
                <a:lnTo>
                  <a:pt x="16581" y="20722"/>
                </a:lnTo>
                <a:lnTo>
                  <a:pt x="13437" y="20002"/>
                </a:lnTo>
                <a:lnTo>
                  <a:pt x="11076" y="19351"/>
                </a:lnTo>
                <a:lnTo>
                  <a:pt x="9319" y="18679"/>
                </a:lnTo>
                <a:lnTo>
                  <a:pt x="7966" y="17902"/>
                </a:lnTo>
                <a:lnTo>
                  <a:pt x="6831" y="16924"/>
                </a:lnTo>
                <a:lnTo>
                  <a:pt x="5723" y="15662"/>
                </a:lnTo>
                <a:lnTo>
                  <a:pt x="4449" y="14029"/>
                </a:lnTo>
                <a:lnTo>
                  <a:pt x="3331" y="11837"/>
                </a:lnTo>
                <a:lnTo>
                  <a:pt x="2495" y="10077"/>
                </a:lnTo>
                <a:lnTo>
                  <a:pt x="1526" y="7820"/>
                </a:lnTo>
                <a:lnTo>
                  <a:pt x="0" y="4135"/>
                </a:lnTo>
                <a:lnTo>
                  <a:pt x="2192" y="2323"/>
                </a:lnTo>
                <a:lnTo>
                  <a:pt x="4339" y="1074"/>
                </a:lnTo>
                <a:lnTo>
                  <a:pt x="6472" y="319"/>
                </a:lnTo>
                <a:lnTo>
                  <a:pt x="8619" y="0"/>
                </a:lnTo>
                <a:lnTo>
                  <a:pt x="10803" y="57"/>
                </a:lnTo>
                <a:lnTo>
                  <a:pt x="13057" y="424"/>
                </a:lnTo>
                <a:lnTo>
                  <a:pt x="15404" y="1039"/>
                </a:lnTo>
                <a:lnTo>
                  <a:pt x="17879" y="1851"/>
                </a:lnTo>
                <a:close/>
              </a:path>
            </a:pathLst>
          </a:custGeom>
          <a:solidFill>
            <a:srgbClr val="988D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8" name="contour_11696"/>
          <p:cNvSpPr/>
          <p:nvPr/>
        </p:nvSpPr>
        <p:spPr>
          <a:xfrm>
            <a:off x="9994923" y="3278882"/>
            <a:ext cx="80168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98"/>
                </a:moveTo>
                <a:lnTo>
                  <a:pt x="1164" y="240"/>
                </a:lnTo>
                <a:lnTo>
                  <a:pt x="2331" y="192"/>
                </a:lnTo>
                <a:lnTo>
                  <a:pt x="3497" y="149"/>
                </a:lnTo>
                <a:lnTo>
                  <a:pt x="4664" y="110"/>
                </a:lnTo>
                <a:lnTo>
                  <a:pt x="5966" y="55"/>
                </a:lnTo>
                <a:lnTo>
                  <a:pt x="7287" y="0"/>
                </a:lnTo>
                <a:lnTo>
                  <a:pt x="8789" y="228"/>
                </a:lnTo>
                <a:lnTo>
                  <a:pt x="10101" y="590"/>
                </a:lnTo>
                <a:lnTo>
                  <a:pt x="11309" y="1169"/>
                </a:lnTo>
                <a:lnTo>
                  <a:pt x="12495" y="2057"/>
                </a:lnTo>
                <a:lnTo>
                  <a:pt x="13745" y="3341"/>
                </a:lnTo>
                <a:lnTo>
                  <a:pt x="13745" y="5353"/>
                </a:lnTo>
                <a:lnTo>
                  <a:pt x="13745" y="7377"/>
                </a:lnTo>
                <a:lnTo>
                  <a:pt x="13745" y="9428"/>
                </a:lnTo>
                <a:lnTo>
                  <a:pt x="14678" y="9866"/>
                </a:lnTo>
                <a:lnTo>
                  <a:pt x="15617" y="10310"/>
                </a:lnTo>
                <a:lnTo>
                  <a:pt x="16569" y="10760"/>
                </a:lnTo>
                <a:lnTo>
                  <a:pt x="17582" y="11323"/>
                </a:lnTo>
                <a:lnTo>
                  <a:pt x="18602" y="11896"/>
                </a:lnTo>
                <a:lnTo>
                  <a:pt x="19636" y="12471"/>
                </a:lnTo>
                <a:lnTo>
                  <a:pt x="20300" y="14826"/>
                </a:lnTo>
                <a:lnTo>
                  <a:pt x="20734" y="16478"/>
                </a:lnTo>
                <a:lnTo>
                  <a:pt x="21033" y="17866"/>
                </a:lnTo>
                <a:lnTo>
                  <a:pt x="21290" y="19427"/>
                </a:lnTo>
                <a:lnTo>
                  <a:pt x="21600" y="21600"/>
                </a:lnTo>
                <a:lnTo>
                  <a:pt x="20850" y="20991"/>
                </a:lnTo>
                <a:lnTo>
                  <a:pt x="20088" y="20377"/>
                </a:lnTo>
                <a:lnTo>
                  <a:pt x="18871" y="19415"/>
                </a:lnTo>
                <a:lnTo>
                  <a:pt x="17681" y="18499"/>
                </a:lnTo>
                <a:lnTo>
                  <a:pt x="16500" y="17635"/>
                </a:lnTo>
                <a:lnTo>
                  <a:pt x="15320" y="16822"/>
                </a:lnTo>
                <a:lnTo>
                  <a:pt x="14124" y="16068"/>
                </a:lnTo>
                <a:lnTo>
                  <a:pt x="12899" y="15374"/>
                </a:lnTo>
                <a:lnTo>
                  <a:pt x="11633" y="14744"/>
                </a:lnTo>
                <a:lnTo>
                  <a:pt x="10309" y="14181"/>
                </a:lnTo>
                <a:lnTo>
                  <a:pt x="9698" y="13758"/>
                </a:lnTo>
                <a:lnTo>
                  <a:pt x="7855" y="12471"/>
                </a:lnTo>
                <a:lnTo>
                  <a:pt x="7896" y="10961"/>
                </a:lnTo>
                <a:lnTo>
                  <a:pt x="7935" y="9446"/>
                </a:lnTo>
                <a:lnTo>
                  <a:pt x="7976" y="7906"/>
                </a:lnTo>
                <a:lnTo>
                  <a:pt x="7937" y="6397"/>
                </a:lnTo>
                <a:lnTo>
                  <a:pt x="7896" y="4881"/>
                </a:lnTo>
                <a:lnTo>
                  <a:pt x="7855" y="3341"/>
                </a:lnTo>
                <a:lnTo>
                  <a:pt x="6588" y="2508"/>
                </a:lnTo>
                <a:lnTo>
                  <a:pt x="5310" y="1850"/>
                </a:lnTo>
                <a:lnTo>
                  <a:pt x="4016" y="1330"/>
                </a:lnTo>
                <a:lnTo>
                  <a:pt x="2700" y="919"/>
                </a:lnTo>
                <a:lnTo>
                  <a:pt x="1365" y="587"/>
                </a:lnTo>
                <a:lnTo>
                  <a:pt x="0" y="298"/>
                </a:lnTo>
                <a:close/>
              </a:path>
            </a:pathLst>
          </a:custGeom>
          <a:solidFill>
            <a:srgbClr val="BED1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699" name="contour_11697"/>
          <p:cNvSpPr/>
          <p:nvPr/>
        </p:nvSpPr>
        <p:spPr>
          <a:xfrm>
            <a:off x="4966209" y="327230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536"/>
                </a:lnTo>
                <a:lnTo>
                  <a:pt x="8057" y="1071"/>
                </a:lnTo>
                <a:lnTo>
                  <a:pt x="10292" y="1607"/>
                </a:lnTo>
                <a:lnTo>
                  <a:pt x="12532" y="2143"/>
                </a:lnTo>
                <a:lnTo>
                  <a:pt x="14782" y="2683"/>
                </a:lnTo>
                <a:lnTo>
                  <a:pt x="17042" y="3227"/>
                </a:lnTo>
                <a:lnTo>
                  <a:pt x="19314" y="3771"/>
                </a:lnTo>
                <a:lnTo>
                  <a:pt x="21600" y="4320"/>
                </a:lnTo>
                <a:lnTo>
                  <a:pt x="21006" y="7171"/>
                </a:lnTo>
                <a:lnTo>
                  <a:pt x="20412" y="10027"/>
                </a:lnTo>
                <a:lnTo>
                  <a:pt x="19814" y="12895"/>
                </a:lnTo>
                <a:lnTo>
                  <a:pt x="19213" y="15777"/>
                </a:lnTo>
                <a:lnTo>
                  <a:pt x="18608" y="18675"/>
                </a:lnTo>
                <a:lnTo>
                  <a:pt x="18000" y="21600"/>
                </a:lnTo>
                <a:lnTo>
                  <a:pt x="15772" y="21064"/>
                </a:lnTo>
                <a:lnTo>
                  <a:pt x="13543" y="20529"/>
                </a:lnTo>
                <a:lnTo>
                  <a:pt x="11308" y="19993"/>
                </a:lnTo>
                <a:lnTo>
                  <a:pt x="9068" y="19457"/>
                </a:lnTo>
                <a:lnTo>
                  <a:pt x="6818" y="18917"/>
                </a:lnTo>
                <a:lnTo>
                  <a:pt x="4558" y="18373"/>
                </a:lnTo>
                <a:lnTo>
                  <a:pt x="2286" y="17829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B4B9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0" name="contour_11698"/>
          <p:cNvSpPr/>
          <p:nvPr/>
        </p:nvSpPr>
        <p:spPr>
          <a:xfrm>
            <a:off x="3778266" y="3259321"/>
            <a:ext cx="51016" cy="348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32"/>
                </a:moveTo>
                <a:lnTo>
                  <a:pt x="21298" y="6757"/>
                </a:lnTo>
                <a:lnTo>
                  <a:pt x="20986" y="9075"/>
                </a:lnTo>
                <a:lnTo>
                  <a:pt x="20517" y="11134"/>
                </a:lnTo>
                <a:lnTo>
                  <a:pt x="19742" y="13587"/>
                </a:lnTo>
                <a:lnTo>
                  <a:pt x="18514" y="17083"/>
                </a:lnTo>
                <a:lnTo>
                  <a:pt x="16620" y="18000"/>
                </a:lnTo>
                <a:lnTo>
                  <a:pt x="14722" y="18786"/>
                </a:lnTo>
                <a:lnTo>
                  <a:pt x="12815" y="19454"/>
                </a:lnTo>
                <a:lnTo>
                  <a:pt x="10902" y="20019"/>
                </a:lnTo>
                <a:lnTo>
                  <a:pt x="8973" y="20502"/>
                </a:lnTo>
                <a:lnTo>
                  <a:pt x="7029" y="20913"/>
                </a:lnTo>
                <a:lnTo>
                  <a:pt x="5070" y="21275"/>
                </a:lnTo>
                <a:lnTo>
                  <a:pt x="3086" y="21600"/>
                </a:lnTo>
                <a:lnTo>
                  <a:pt x="2577" y="18619"/>
                </a:lnTo>
                <a:lnTo>
                  <a:pt x="2067" y="15633"/>
                </a:lnTo>
                <a:lnTo>
                  <a:pt x="1555" y="12634"/>
                </a:lnTo>
                <a:lnTo>
                  <a:pt x="1040" y="9621"/>
                </a:lnTo>
                <a:lnTo>
                  <a:pt x="521" y="6590"/>
                </a:lnTo>
                <a:lnTo>
                  <a:pt x="0" y="3532"/>
                </a:lnTo>
                <a:lnTo>
                  <a:pt x="2444" y="2444"/>
                </a:lnTo>
                <a:lnTo>
                  <a:pt x="4703" y="1518"/>
                </a:lnTo>
                <a:lnTo>
                  <a:pt x="6823" y="777"/>
                </a:lnTo>
                <a:lnTo>
                  <a:pt x="8847" y="262"/>
                </a:lnTo>
                <a:lnTo>
                  <a:pt x="10825" y="0"/>
                </a:lnTo>
                <a:lnTo>
                  <a:pt x="12803" y="18"/>
                </a:lnTo>
                <a:lnTo>
                  <a:pt x="14821" y="352"/>
                </a:lnTo>
                <a:lnTo>
                  <a:pt x="16931" y="1030"/>
                </a:lnTo>
                <a:lnTo>
                  <a:pt x="19175" y="2078"/>
                </a:lnTo>
                <a:lnTo>
                  <a:pt x="21600" y="3532"/>
                </a:lnTo>
                <a:close/>
              </a:path>
            </a:pathLst>
          </a:custGeom>
          <a:solidFill>
            <a:srgbClr val="967B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1" name="contour_11699"/>
          <p:cNvSpPr/>
          <p:nvPr/>
        </p:nvSpPr>
        <p:spPr>
          <a:xfrm>
            <a:off x="4390458" y="3277585"/>
            <a:ext cx="72880" cy="45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50"/>
                </a:moveTo>
                <a:lnTo>
                  <a:pt x="1369" y="836"/>
                </a:lnTo>
                <a:lnTo>
                  <a:pt x="2739" y="730"/>
                </a:lnTo>
                <a:lnTo>
                  <a:pt x="4106" y="630"/>
                </a:lnTo>
                <a:lnTo>
                  <a:pt x="5476" y="540"/>
                </a:lnTo>
                <a:lnTo>
                  <a:pt x="6845" y="454"/>
                </a:lnTo>
                <a:lnTo>
                  <a:pt x="8214" y="375"/>
                </a:lnTo>
                <a:lnTo>
                  <a:pt x="9586" y="303"/>
                </a:lnTo>
                <a:lnTo>
                  <a:pt x="10271" y="237"/>
                </a:lnTo>
                <a:lnTo>
                  <a:pt x="12340" y="41"/>
                </a:lnTo>
                <a:lnTo>
                  <a:pt x="13813" y="0"/>
                </a:lnTo>
                <a:lnTo>
                  <a:pt x="15226" y="21"/>
                </a:lnTo>
                <a:lnTo>
                  <a:pt x="16613" y="155"/>
                </a:lnTo>
                <a:lnTo>
                  <a:pt x="18006" y="447"/>
                </a:lnTo>
                <a:lnTo>
                  <a:pt x="19440" y="950"/>
                </a:lnTo>
                <a:lnTo>
                  <a:pt x="20272" y="3531"/>
                </a:lnTo>
                <a:lnTo>
                  <a:pt x="20799" y="5359"/>
                </a:lnTo>
                <a:lnTo>
                  <a:pt x="21127" y="6928"/>
                </a:lnTo>
                <a:lnTo>
                  <a:pt x="21360" y="8735"/>
                </a:lnTo>
                <a:lnTo>
                  <a:pt x="21600" y="11275"/>
                </a:lnTo>
                <a:lnTo>
                  <a:pt x="20172" y="11275"/>
                </a:lnTo>
                <a:lnTo>
                  <a:pt x="18736" y="11275"/>
                </a:lnTo>
                <a:lnTo>
                  <a:pt x="17280" y="11275"/>
                </a:lnTo>
                <a:lnTo>
                  <a:pt x="16615" y="13836"/>
                </a:lnTo>
                <a:lnTo>
                  <a:pt x="16170" y="15653"/>
                </a:lnTo>
                <a:lnTo>
                  <a:pt x="15841" y="17222"/>
                </a:lnTo>
                <a:lnTo>
                  <a:pt x="15526" y="19039"/>
                </a:lnTo>
                <a:lnTo>
                  <a:pt x="15120" y="21600"/>
                </a:lnTo>
                <a:lnTo>
                  <a:pt x="14839" y="20165"/>
                </a:lnTo>
                <a:lnTo>
                  <a:pt x="14554" y="18709"/>
                </a:lnTo>
                <a:lnTo>
                  <a:pt x="14046" y="16689"/>
                </a:lnTo>
                <a:lnTo>
                  <a:pt x="13526" y="14803"/>
                </a:lnTo>
                <a:lnTo>
                  <a:pt x="12966" y="13010"/>
                </a:lnTo>
                <a:lnTo>
                  <a:pt x="12344" y="11278"/>
                </a:lnTo>
                <a:lnTo>
                  <a:pt x="11629" y="9564"/>
                </a:lnTo>
                <a:lnTo>
                  <a:pt x="10800" y="7833"/>
                </a:lnTo>
                <a:lnTo>
                  <a:pt x="9368" y="7073"/>
                </a:lnTo>
                <a:lnTo>
                  <a:pt x="7964" y="6460"/>
                </a:lnTo>
                <a:lnTo>
                  <a:pt x="6566" y="5971"/>
                </a:lnTo>
                <a:lnTo>
                  <a:pt x="5156" y="5579"/>
                </a:lnTo>
                <a:lnTo>
                  <a:pt x="3711" y="5262"/>
                </a:lnTo>
                <a:lnTo>
                  <a:pt x="2210" y="4997"/>
                </a:lnTo>
                <a:lnTo>
                  <a:pt x="1115" y="4698"/>
                </a:lnTo>
                <a:lnTo>
                  <a:pt x="0" y="4392"/>
                </a:lnTo>
                <a:lnTo>
                  <a:pt x="0" y="2685"/>
                </a:lnTo>
                <a:lnTo>
                  <a:pt x="0" y="950"/>
                </a:lnTo>
                <a:close/>
              </a:path>
            </a:pathLst>
          </a:custGeom>
          <a:solidFill>
            <a:srgbClr val="B2BA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2" name="contour_11700"/>
          <p:cNvSpPr/>
          <p:nvPr/>
        </p:nvSpPr>
        <p:spPr>
          <a:xfrm>
            <a:off x="6715327" y="3236692"/>
            <a:ext cx="51016" cy="356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20"/>
                </a:moveTo>
                <a:lnTo>
                  <a:pt x="20832" y="4265"/>
                </a:lnTo>
                <a:lnTo>
                  <a:pt x="18514" y="5299"/>
                </a:lnTo>
                <a:lnTo>
                  <a:pt x="16984" y="6807"/>
                </a:lnTo>
                <a:lnTo>
                  <a:pt x="15429" y="8340"/>
                </a:lnTo>
                <a:lnTo>
                  <a:pt x="15243" y="11761"/>
                </a:lnTo>
                <a:lnTo>
                  <a:pt x="15151" y="14161"/>
                </a:lnTo>
                <a:lnTo>
                  <a:pt x="15151" y="16177"/>
                </a:lnTo>
                <a:lnTo>
                  <a:pt x="15243" y="18444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741" y="16164"/>
                </a:lnTo>
                <a:lnTo>
                  <a:pt x="1336" y="12018"/>
                </a:lnTo>
                <a:lnTo>
                  <a:pt x="1858" y="8919"/>
                </a:lnTo>
                <a:lnTo>
                  <a:pt x="2364" y="6608"/>
                </a:lnTo>
                <a:lnTo>
                  <a:pt x="2928" y="4849"/>
                </a:lnTo>
                <a:lnTo>
                  <a:pt x="3607" y="3377"/>
                </a:lnTo>
                <a:lnTo>
                  <a:pt x="4474" y="1958"/>
                </a:lnTo>
                <a:lnTo>
                  <a:pt x="5591" y="331"/>
                </a:lnTo>
                <a:lnTo>
                  <a:pt x="7714" y="9"/>
                </a:lnTo>
                <a:lnTo>
                  <a:pt x="9751" y="0"/>
                </a:lnTo>
                <a:lnTo>
                  <a:pt x="11729" y="256"/>
                </a:lnTo>
                <a:lnTo>
                  <a:pt x="13673" y="734"/>
                </a:lnTo>
                <a:lnTo>
                  <a:pt x="15604" y="1383"/>
                </a:lnTo>
                <a:lnTo>
                  <a:pt x="17555" y="2161"/>
                </a:lnTo>
                <a:lnTo>
                  <a:pt x="19545" y="3023"/>
                </a:lnTo>
                <a:lnTo>
                  <a:pt x="21600" y="3920"/>
                </a:lnTo>
                <a:close/>
              </a:path>
            </a:pathLst>
          </a:custGeom>
          <a:solidFill>
            <a:srgbClr val="B1C5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3" name="contour_11701"/>
          <p:cNvSpPr/>
          <p:nvPr/>
        </p:nvSpPr>
        <p:spPr>
          <a:xfrm>
            <a:off x="5418480" y="3249023"/>
            <a:ext cx="57889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4" y="0"/>
                </a:moveTo>
                <a:lnTo>
                  <a:pt x="8732" y="96"/>
                </a:lnTo>
                <a:lnTo>
                  <a:pt x="10480" y="191"/>
                </a:lnTo>
                <a:lnTo>
                  <a:pt x="12254" y="291"/>
                </a:lnTo>
                <a:lnTo>
                  <a:pt x="13029" y="324"/>
                </a:lnTo>
                <a:lnTo>
                  <a:pt x="14396" y="383"/>
                </a:lnTo>
                <a:lnTo>
                  <a:pt x="17532" y="520"/>
                </a:lnTo>
                <a:lnTo>
                  <a:pt x="18875" y="615"/>
                </a:lnTo>
                <a:lnTo>
                  <a:pt x="20229" y="711"/>
                </a:lnTo>
                <a:lnTo>
                  <a:pt x="21600" y="811"/>
                </a:lnTo>
                <a:lnTo>
                  <a:pt x="21600" y="3555"/>
                </a:lnTo>
                <a:lnTo>
                  <a:pt x="21600" y="6324"/>
                </a:lnTo>
                <a:lnTo>
                  <a:pt x="21600" y="9126"/>
                </a:lnTo>
                <a:lnTo>
                  <a:pt x="20735" y="9280"/>
                </a:lnTo>
                <a:lnTo>
                  <a:pt x="18127" y="9746"/>
                </a:lnTo>
                <a:lnTo>
                  <a:pt x="17464" y="9883"/>
                </a:lnTo>
                <a:lnTo>
                  <a:pt x="16292" y="10124"/>
                </a:lnTo>
                <a:lnTo>
                  <a:pt x="13613" y="10686"/>
                </a:lnTo>
                <a:lnTo>
                  <a:pt x="12128" y="10977"/>
                </a:lnTo>
                <a:lnTo>
                  <a:pt x="10633" y="11268"/>
                </a:lnTo>
                <a:lnTo>
                  <a:pt x="9118" y="11563"/>
                </a:lnTo>
                <a:lnTo>
                  <a:pt x="6872" y="12623"/>
                </a:lnTo>
                <a:lnTo>
                  <a:pt x="5528" y="13609"/>
                </a:lnTo>
                <a:lnTo>
                  <a:pt x="4550" y="15081"/>
                </a:lnTo>
                <a:lnTo>
                  <a:pt x="3405" y="17604"/>
                </a:lnTo>
                <a:lnTo>
                  <a:pt x="2989" y="19588"/>
                </a:lnTo>
                <a:lnTo>
                  <a:pt x="2564" y="21600"/>
                </a:lnTo>
                <a:lnTo>
                  <a:pt x="1330" y="16939"/>
                </a:lnTo>
                <a:lnTo>
                  <a:pt x="528" y="13642"/>
                </a:lnTo>
                <a:lnTo>
                  <a:pt x="103" y="11230"/>
                </a:lnTo>
                <a:lnTo>
                  <a:pt x="0" y="9230"/>
                </a:lnTo>
                <a:lnTo>
                  <a:pt x="158" y="7172"/>
                </a:lnTo>
                <a:lnTo>
                  <a:pt x="525" y="4582"/>
                </a:lnTo>
                <a:lnTo>
                  <a:pt x="1773" y="2387"/>
                </a:lnTo>
                <a:lnTo>
                  <a:pt x="2864" y="1181"/>
                </a:lnTo>
                <a:lnTo>
                  <a:pt x="4400" y="528"/>
                </a:lnTo>
                <a:lnTo>
                  <a:pt x="6994" y="0"/>
                </a:lnTo>
                <a:close/>
              </a:path>
            </a:pathLst>
          </a:custGeom>
          <a:solidFill>
            <a:srgbClr val="CDE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4" name="contour_11702"/>
          <p:cNvSpPr/>
          <p:nvPr/>
        </p:nvSpPr>
        <p:spPr>
          <a:xfrm>
            <a:off x="5767888" y="3221292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1834" y="2376"/>
                </a:lnTo>
                <a:lnTo>
                  <a:pt x="11325" y="4756"/>
                </a:lnTo>
                <a:lnTo>
                  <a:pt x="10812" y="7146"/>
                </a:lnTo>
                <a:lnTo>
                  <a:pt x="10297" y="9547"/>
                </a:lnTo>
                <a:lnTo>
                  <a:pt x="9779" y="11963"/>
                </a:lnTo>
                <a:lnTo>
                  <a:pt x="9257" y="14400"/>
                </a:lnTo>
                <a:lnTo>
                  <a:pt x="11294" y="14994"/>
                </a:lnTo>
                <a:lnTo>
                  <a:pt x="13333" y="15588"/>
                </a:lnTo>
                <a:lnTo>
                  <a:pt x="15382" y="16186"/>
                </a:lnTo>
                <a:lnTo>
                  <a:pt x="17440" y="16787"/>
                </a:lnTo>
                <a:lnTo>
                  <a:pt x="19511" y="17392"/>
                </a:lnTo>
                <a:lnTo>
                  <a:pt x="21600" y="18000"/>
                </a:lnTo>
                <a:lnTo>
                  <a:pt x="19690" y="18446"/>
                </a:lnTo>
                <a:lnTo>
                  <a:pt x="17780" y="18893"/>
                </a:lnTo>
                <a:lnTo>
                  <a:pt x="15864" y="19339"/>
                </a:lnTo>
                <a:lnTo>
                  <a:pt x="13944" y="19786"/>
                </a:lnTo>
                <a:lnTo>
                  <a:pt x="12016" y="20236"/>
                </a:lnTo>
                <a:lnTo>
                  <a:pt x="10078" y="20689"/>
                </a:lnTo>
                <a:lnTo>
                  <a:pt x="8131" y="21143"/>
                </a:lnTo>
                <a:lnTo>
                  <a:pt x="6171" y="21600"/>
                </a:lnTo>
                <a:lnTo>
                  <a:pt x="5493" y="19224"/>
                </a:lnTo>
                <a:lnTo>
                  <a:pt x="4814" y="16844"/>
                </a:lnTo>
                <a:lnTo>
                  <a:pt x="4132" y="14465"/>
                </a:lnTo>
                <a:lnTo>
                  <a:pt x="3450" y="12078"/>
                </a:lnTo>
                <a:lnTo>
                  <a:pt x="2768" y="9684"/>
                </a:lnTo>
                <a:lnTo>
                  <a:pt x="2080" y="7279"/>
                </a:lnTo>
                <a:lnTo>
                  <a:pt x="1392" y="4867"/>
                </a:lnTo>
                <a:lnTo>
                  <a:pt x="697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A2B5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5" name="contour_11703"/>
          <p:cNvSpPr/>
          <p:nvPr/>
        </p:nvSpPr>
        <p:spPr>
          <a:xfrm>
            <a:off x="5104681" y="3221292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464" y="2640"/>
                </a:lnTo>
                <a:lnTo>
                  <a:pt x="19926" y="5292"/>
                </a:lnTo>
                <a:lnTo>
                  <a:pt x="20301" y="7953"/>
                </a:lnTo>
                <a:lnTo>
                  <a:pt x="20612" y="10636"/>
                </a:lnTo>
                <a:lnTo>
                  <a:pt x="20876" y="13340"/>
                </a:lnTo>
                <a:lnTo>
                  <a:pt x="21117" y="16066"/>
                </a:lnTo>
                <a:lnTo>
                  <a:pt x="21352" y="18818"/>
                </a:lnTo>
                <a:lnTo>
                  <a:pt x="21600" y="21600"/>
                </a:lnTo>
                <a:lnTo>
                  <a:pt x="20785" y="21384"/>
                </a:lnTo>
                <a:lnTo>
                  <a:pt x="20037" y="21181"/>
                </a:lnTo>
                <a:lnTo>
                  <a:pt x="19219" y="20965"/>
                </a:lnTo>
                <a:lnTo>
                  <a:pt x="18198" y="20693"/>
                </a:lnTo>
                <a:lnTo>
                  <a:pt x="16843" y="20330"/>
                </a:lnTo>
                <a:lnTo>
                  <a:pt x="15017" y="19846"/>
                </a:lnTo>
                <a:lnTo>
                  <a:pt x="12593" y="19198"/>
                </a:lnTo>
                <a:lnTo>
                  <a:pt x="9431" y="18356"/>
                </a:lnTo>
                <a:lnTo>
                  <a:pt x="5400" y="17280"/>
                </a:lnTo>
                <a:lnTo>
                  <a:pt x="5400" y="14424"/>
                </a:lnTo>
                <a:lnTo>
                  <a:pt x="5400" y="11552"/>
                </a:lnTo>
                <a:lnTo>
                  <a:pt x="5400" y="8640"/>
                </a:lnTo>
                <a:lnTo>
                  <a:pt x="3796" y="7055"/>
                </a:lnTo>
                <a:lnTo>
                  <a:pt x="2700" y="6074"/>
                </a:lnTo>
                <a:lnTo>
                  <a:pt x="1604" y="5301"/>
                </a:lnTo>
                <a:lnTo>
                  <a:pt x="0" y="4320"/>
                </a:lnTo>
                <a:lnTo>
                  <a:pt x="1601" y="3776"/>
                </a:lnTo>
                <a:lnTo>
                  <a:pt x="3205" y="3231"/>
                </a:lnTo>
                <a:lnTo>
                  <a:pt x="4809" y="2696"/>
                </a:lnTo>
                <a:lnTo>
                  <a:pt x="6412" y="2160"/>
                </a:lnTo>
                <a:lnTo>
                  <a:pt x="8203" y="1555"/>
                </a:lnTo>
                <a:lnTo>
                  <a:pt x="10020" y="946"/>
                </a:lnTo>
                <a:lnTo>
                  <a:pt x="11761" y="484"/>
                </a:lnTo>
                <a:lnTo>
                  <a:pt x="13095" y="203"/>
                </a:lnTo>
                <a:lnTo>
                  <a:pt x="14445" y="60"/>
                </a:lnTo>
                <a:lnTo>
                  <a:pt x="16238" y="9"/>
                </a:lnTo>
                <a:lnTo>
                  <a:pt x="18900" y="0"/>
                </a:lnTo>
                <a:close/>
              </a:path>
            </a:pathLst>
          </a:custGeom>
          <a:solidFill>
            <a:srgbClr val="EB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6" name="contour_11704"/>
          <p:cNvSpPr/>
          <p:nvPr/>
        </p:nvSpPr>
        <p:spPr>
          <a:xfrm>
            <a:off x="11525401" y="3211913"/>
            <a:ext cx="65592" cy="260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35"/>
                </a:moveTo>
                <a:lnTo>
                  <a:pt x="3516" y="1100"/>
                </a:lnTo>
                <a:lnTo>
                  <a:pt x="6461" y="592"/>
                </a:lnTo>
                <a:lnTo>
                  <a:pt x="8899" y="236"/>
                </a:lnTo>
                <a:lnTo>
                  <a:pt x="10901" y="30"/>
                </a:lnTo>
                <a:lnTo>
                  <a:pt x="12526" y="0"/>
                </a:lnTo>
                <a:lnTo>
                  <a:pt x="13843" y="151"/>
                </a:lnTo>
                <a:lnTo>
                  <a:pt x="14921" y="508"/>
                </a:lnTo>
                <a:lnTo>
                  <a:pt x="15821" y="1076"/>
                </a:lnTo>
                <a:lnTo>
                  <a:pt x="16613" y="1874"/>
                </a:lnTo>
                <a:lnTo>
                  <a:pt x="17359" y="2913"/>
                </a:lnTo>
                <a:lnTo>
                  <a:pt x="18127" y="4206"/>
                </a:lnTo>
                <a:lnTo>
                  <a:pt x="18984" y="5772"/>
                </a:lnTo>
                <a:lnTo>
                  <a:pt x="19738" y="8818"/>
                </a:lnTo>
                <a:lnTo>
                  <a:pt x="20261" y="11308"/>
                </a:lnTo>
                <a:lnTo>
                  <a:pt x="20801" y="14547"/>
                </a:lnTo>
                <a:lnTo>
                  <a:pt x="21600" y="19865"/>
                </a:lnTo>
                <a:lnTo>
                  <a:pt x="18084" y="20500"/>
                </a:lnTo>
                <a:lnTo>
                  <a:pt x="15139" y="21008"/>
                </a:lnTo>
                <a:lnTo>
                  <a:pt x="12701" y="21364"/>
                </a:lnTo>
                <a:lnTo>
                  <a:pt x="10699" y="21570"/>
                </a:lnTo>
                <a:lnTo>
                  <a:pt x="9074" y="21600"/>
                </a:lnTo>
                <a:lnTo>
                  <a:pt x="7757" y="21449"/>
                </a:lnTo>
                <a:lnTo>
                  <a:pt x="6679" y="21092"/>
                </a:lnTo>
                <a:lnTo>
                  <a:pt x="5779" y="20524"/>
                </a:lnTo>
                <a:lnTo>
                  <a:pt x="4987" y="19726"/>
                </a:lnTo>
                <a:lnTo>
                  <a:pt x="4241" y="18687"/>
                </a:lnTo>
                <a:lnTo>
                  <a:pt x="3473" y="17394"/>
                </a:lnTo>
                <a:lnTo>
                  <a:pt x="2616" y="15828"/>
                </a:lnTo>
                <a:lnTo>
                  <a:pt x="1862" y="12782"/>
                </a:lnTo>
                <a:lnTo>
                  <a:pt x="1339" y="10292"/>
                </a:lnTo>
                <a:lnTo>
                  <a:pt x="799" y="7053"/>
                </a:lnTo>
                <a:lnTo>
                  <a:pt x="0" y="1735"/>
                </a:lnTo>
                <a:close/>
              </a:path>
            </a:pathLst>
          </a:custGeom>
          <a:solidFill>
            <a:srgbClr val="AEC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7" name="contour_11705"/>
          <p:cNvSpPr/>
          <p:nvPr/>
        </p:nvSpPr>
        <p:spPr>
          <a:xfrm>
            <a:off x="3821994" y="3214004"/>
            <a:ext cx="947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92" y="0"/>
                </a:moveTo>
                <a:lnTo>
                  <a:pt x="13292" y="3569"/>
                </a:lnTo>
                <a:lnTo>
                  <a:pt x="13292" y="7160"/>
                </a:lnTo>
                <a:lnTo>
                  <a:pt x="13292" y="10800"/>
                </a:lnTo>
                <a:lnTo>
                  <a:pt x="14467" y="10800"/>
                </a:lnTo>
                <a:lnTo>
                  <a:pt x="15643" y="10800"/>
                </a:lnTo>
                <a:lnTo>
                  <a:pt x="16823" y="10800"/>
                </a:lnTo>
                <a:lnTo>
                  <a:pt x="18008" y="10800"/>
                </a:lnTo>
                <a:lnTo>
                  <a:pt x="19197" y="10800"/>
                </a:lnTo>
                <a:lnTo>
                  <a:pt x="20394" y="10800"/>
                </a:lnTo>
                <a:lnTo>
                  <a:pt x="21600" y="10800"/>
                </a:lnTo>
                <a:lnTo>
                  <a:pt x="21600" y="13478"/>
                </a:lnTo>
                <a:lnTo>
                  <a:pt x="21600" y="16200"/>
                </a:lnTo>
                <a:lnTo>
                  <a:pt x="20503" y="16556"/>
                </a:lnTo>
                <a:lnTo>
                  <a:pt x="19407" y="16913"/>
                </a:lnTo>
                <a:lnTo>
                  <a:pt x="18308" y="17269"/>
                </a:lnTo>
                <a:lnTo>
                  <a:pt x="17210" y="17626"/>
                </a:lnTo>
                <a:lnTo>
                  <a:pt x="16110" y="17982"/>
                </a:lnTo>
                <a:lnTo>
                  <a:pt x="15010" y="18344"/>
                </a:lnTo>
                <a:lnTo>
                  <a:pt x="13907" y="18700"/>
                </a:lnTo>
                <a:lnTo>
                  <a:pt x="12802" y="19062"/>
                </a:lnTo>
                <a:lnTo>
                  <a:pt x="11694" y="19418"/>
                </a:lnTo>
                <a:lnTo>
                  <a:pt x="10584" y="19780"/>
                </a:lnTo>
                <a:lnTo>
                  <a:pt x="9472" y="20142"/>
                </a:lnTo>
                <a:lnTo>
                  <a:pt x="8356" y="20504"/>
                </a:lnTo>
                <a:lnTo>
                  <a:pt x="7236" y="20871"/>
                </a:lnTo>
                <a:lnTo>
                  <a:pt x="6113" y="21233"/>
                </a:lnTo>
                <a:lnTo>
                  <a:pt x="4985" y="21600"/>
                </a:lnTo>
                <a:lnTo>
                  <a:pt x="4985" y="18031"/>
                </a:lnTo>
                <a:lnTo>
                  <a:pt x="4985" y="14440"/>
                </a:lnTo>
                <a:lnTo>
                  <a:pt x="4985" y="10800"/>
                </a:lnTo>
                <a:lnTo>
                  <a:pt x="3748" y="9137"/>
                </a:lnTo>
                <a:lnTo>
                  <a:pt x="2871" y="8024"/>
                </a:lnTo>
                <a:lnTo>
                  <a:pt x="2113" y="7204"/>
                </a:lnTo>
                <a:lnTo>
                  <a:pt x="1236" y="6415"/>
                </a:lnTo>
                <a:lnTo>
                  <a:pt x="0" y="5400"/>
                </a:lnTo>
                <a:lnTo>
                  <a:pt x="955" y="4855"/>
                </a:lnTo>
                <a:lnTo>
                  <a:pt x="1911" y="4315"/>
                </a:lnTo>
                <a:lnTo>
                  <a:pt x="2866" y="3775"/>
                </a:lnTo>
                <a:lnTo>
                  <a:pt x="3822" y="3235"/>
                </a:lnTo>
                <a:lnTo>
                  <a:pt x="4777" y="2700"/>
                </a:lnTo>
                <a:lnTo>
                  <a:pt x="5664" y="2198"/>
                </a:lnTo>
                <a:lnTo>
                  <a:pt x="6558" y="1690"/>
                </a:lnTo>
                <a:lnTo>
                  <a:pt x="7464" y="1183"/>
                </a:lnTo>
                <a:lnTo>
                  <a:pt x="8713" y="605"/>
                </a:lnTo>
                <a:lnTo>
                  <a:pt x="9640" y="254"/>
                </a:lnTo>
                <a:lnTo>
                  <a:pt x="10526" y="76"/>
                </a:lnTo>
                <a:lnTo>
                  <a:pt x="11651" y="11"/>
                </a:lnTo>
                <a:lnTo>
                  <a:pt x="13292" y="0"/>
                </a:lnTo>
                <a:close/>
              </a:path>
            </a:pathLst>
          </a:custGeom>
          <a:solidFill>
            <a:srgbClr val="B2C3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8" name="contour_11706"/>
          <p:cNvSpPr/>
          <p:nvPr/>
        </p:nvSpPr>
        <p:spPr>
          <a:xfrm>
            <a:off x="2268938" y="3206716"/>
            <a:ext cx="2986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9867" y="673"/>
                </a:lnTo>
                <a:lnTo>
                  <a:pt x="12729" y="1169"/>
                </a:lnTo>
                <a:lnTo>
                  <a:pt x="15133" y="1639"/>
                </a:lnTo>
                <a:lnTo>
                  <a:pt x="17837" y="2228"/>
                </a:lnTo>
                <a:lnTo>
                  <a:pt x="21600" y="3086"/>
                </a:lnTo>
                <a:lnTo>
                  <a:pt x="21020" y="5122"/>
                </a:lnTo>
                <a:lnTo>
                  <a:pt x="20440" y="7162"/>
                </a:lnTo>
                <a:lnTo>
                  <a:pt x="19861" y="9202"/>
                </a:lnTo>
                <a:lnTo>
                  <a:pt x="19276" y="11247"/>
                </a:lnTo>
                <a:lnTo>
                  <a:pt x="18690" y="13299"/>
                </a:lnTo>
                <a:lnTo>
                  <a:pt x="18105" y="15361"/>
                </a:lnTo>
                <a:lnTo>
                  <a:pt x="17515" y="17428"/>
                </a:lnTo>
                <a:lnTo>
                  <a:pt x="16925" y="19508"/>
                </a:lnTo>
                <a:lnTo>
                  <a:pt x="16329" y="21600"/>
                </a:lnTo>
                <a:lnTo>
                  <a:pt x="13198" y="21600"/>
                </a:lnTo>
                <a:lnTo>
                  <a:pt x="10057" y="21600"/>
                </a:lnTo>
                <a:lnTo>
                  <a:pt x="6905" y="21600"/>
                </a:lnTo>
                <a:lnTo>
                  <a:pt x="3727" y="21600"/>
                </a:lnTo>
                <a:lnTo>
                  <a:pt x="517" y="21600"/>
                </a:lnTo>
                <a:lnTo>
                  <a:pt x="437" y="19789"/>
                </a:lnTo>
                <a:lnTo>
                  <a:pt x="364" y="17974"/>
                </a:lnTo>
                <a:lnTo>
                  <a:pt x="300" y="16163"/>
                </a:lnTo>
                <a:lnTo>
                  <a:pt x="242" y="14349"/>
                </a:lnTo>
                <a:lnTo>
                  <a:pt x="190" y="12534"/>
                </a:lnTo>
                <a:lnTo>
                  <a:pt x="127" y="10849"/>
                </a:lnTo>
                <a:lnTo>
                  <a:pt x="63" y="9155"/>
                </a:lnTo>
                <a:lnTo>
                  <a:pt x="0" y="7437"/>
                </a:lnTo>
                <a:lnTo>
                  <a:pt x="380" y="4872"/>
                </a:lnTo>
                <a:lnTo>
                  <a:pt x="1112" y="3243"/>
                </a:lnTo>
                <a:lnTo>
                  <a:pt x="2730" y="1851"/>
                </a:lnTo>
                <a:lnTo>
                  <a:pt x="5787" y="0"/>
                </a:lnTo>
                <a:close/>
              </a:path>
            </a:pathLst>
          </a:custGeom>
          <a:solidFill>
            <a:srgbClr val="FA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09" name="contour_11707"/>
          <p:cNvSpPr/>
          <p:nvPr/>
        </p:nvSpPr>
        <p:spPr>
          <a:xfrm>
            <a:off x="5505520" y="3162522"/>
            <a:ext cx="80168" cy="237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061"/>
                </a:moveTo>
                <a:lnTo>
                  <a:pt x="21600" y="11447"/>
                </a:lnTo>
                <a:lnTo>
                  <a:pt x="21600" y="15860"/>
                </a:lnTo>
                <a:lnTo>
                  <a:pt x="21600" y="20333"/>
                </a:lnTo>
                <a:lnTo>
                  <a:pt x="20373" y="20479"/>
                </a:lnTo>
                <a:lnTo>
                  <a:pt x="19145" y="20618"/>
                </a:lnTo>
                <a:lnTo>
                  <a:pt x="17918" y="20744"/>
                </a:lnTo>
                <a:lnTo>
                  <a:pt x="16691" y="20863"/>
                </a:lnTo>
                <a:lnTo>
                  <a:pt x="15464" y="20970"/>
                </a:lnTo>
                <a:lnTo>
                  <a:pt x="14236" y="21069"/>
                </a:lnTo>
                <a:lnTo>
                  <a:pt x="13009" y="21162"/>
                </a:lnTo>
                <a:lnTo>
                  <a:pt x="11792" y="21335"/>
                </a:lnTo>
                <a:lnTo>
                  <a:pt x="10555" y="21500"/>
                </a:lnTo>
                <a:lnTo>
                  <a:pt x="8302" y="21600"/>
                </a:lnTo>
                <a:lnTo>
                  <a:pt x="6631" y="21520"/>
                </a:lnTo>
                <a:lnTo>
                  <a:pt x="5382" y="21129"/>
                </a:lnTo>
                <a:lnTo>
                  <a:pt x="4393" y="20279"/>
                </a:lnTo>
                <a:lnTo>
                  <a:pt x="3507" y="18839"/>
                </a:lnTo>
                <a:lnTo>
                  <a:pt x="2561" y="16676"/>
                </a:lnTo>
                <a:lnTo>
                  <a:pt x="1396" y="13644"/>
                </a:lnTo>
                <a:lnTo>
                  <a:pt x="703" y="10379"/>
                </a:lnTo>
                <a:lnTo>
                  <a:pt x="0" y="7061"/>
                </a:lnTo>
                <a:lnTo>
                  <a:pt x="2688" y="5408"/>
                </a:lnTo>
                <a:lnTo>
                  <a:pt x="5050" y="3968"/>
                </a:lnTo>
                <a:lnTo>
                  <a:pt x="7118" y="2754"/>
                </a:lnTo>
                <a:lnTo>
                  <a:pt x="8925" y="1765"/>
                </a:lnTo>
                <a:lnTo>
                  <a:pt x="10498" y="989"/>
                </a:lnTo>
                <a:lnTo>
                  <a:pt x="11872" y="438"/>
                </a:lnTo>
                <a:lnTo>
                  <a:pt x="13080" y="106"/>
                </a:lnTo>
                <a:lnTo>
                  <a:pt x="14150" y="0"/>
                </a:lnTo>
                <a:lnTo>
                  <a:pt x="15114" y="106"/>
                </a:lnTo>
                <a:lnTo>
                  <a:pt x="16008" y="438"/>
                </a:lnTo>
                <a:lnTo>
                  <a:pt x="16858" y="989"/>
                </a:lnTo>
                <a:lnTo>
                  <a:pt x="17700" y="1765"/>
                </a:lnTo>
                <a:lnTo>
                  <a:pt x="18562" y="2754"/>
                </a:lnTo>
                <a:lnTo>
                  <a:pt x="19479" y="3968"/>
                </a:lnTo>
                <a:lnTo>
                  <a:pt x="20481" y="5408"/>
                </a:lnTo>
                <a:lnTo>
                  <a:pt x="21600" y="7061"/>
                </a:lnTo>
                <a:close/>
              </a:path>
            </a:pathLst>
          </a:custGeom>
          <a:solidFill>
            <a:srgbClr val="A4B9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0" name="contour_11708"/>
          <p:cNvSpPr/>
          <p:nvPr/>
        </p:nvSpPr>
        <p:spPr>
          <a:xfrm>
            <a:off x="10796602" y="3161764"/>
            <a:ext cx="65592" cy="449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88"/>
                </a:moveTo>
                <a:lnTo>
                  <a:pt x="20599" y="1548"/>
                </a:lnTo>
                <a:lnTo>
                  <a:pt x="19584" y="2518"/>
                </a:lnTo>
                <a:lnTo>
                  <a:pt x="18014" y="4125"/>
                </a:lnTo>
                <a:lnTo>
                  <a:pt x="16577" y="5663"/>
                </a:lnTo>
                <a:lnTo>
                  <a:pt x="15269" y="7186"/>
                </a:lnTo>
                <a:lnTo>
                  <a:pt x="14090" y="8741"/>
                </a:lnTo>
                <a:lnTo>
                  <a:pt x="13037" y="10380"/>
                </a:lnTo>
                <a:lnTo>
                  <a:pt x="12108" y="12155"/>
                </a:lnTo>
                <a:lnTo>
                  <a:pt x="11302" y="14113"/>
                </a:lnTo>
                <a:lnTo>
                  <a:pt x="10615" y="16305"/>
                </a:lnTo>
                <a:lnTo>
                  <a:pt x="10049" y="18784"/>
                </a:lnTo>
                <a:lnTo>
                  <a:pt x="9600" y="21600"/>
                </a:lnTo>
                <a:lnTo>
                  <a:pt x="9600" y="19285"/>
                </a:lnTo>
                <a:lnTo>
                  <a:pt x="9600" y="16956"/>
                </a:lnTo>
                <a:lnTo>
                  <a:pt x="9600" y="14596"/>
                </a:lnTo>
                <a:lnTo>
                  <a:pt x="8023" y="13549"/>
                </a:lnTo>
                <a:lnTo>
                  <a:pt x="6778" y="12982"/>
                </a:lnTo>
                <a:lnTo>
                  <a:pt x="4800" y="12407"/>
                </a:lnTo>
                <a:lnTo>
                  <a:pt x="3461" y="12012"/>
                </a:lnTo>
                <a:lnTo>
                  <a:pt x="2100" y="11612"/>
                </a:lnTo>
                <a:lnTo>
                  <a:pt x="1056" y="11353"/>
                </a:lnTo>
                <a:lnTo>
                  <a:pt x="0" y="11094"/>
                </a:lnTo>
                <a:lnTo>
                  <a:pt x="1322" y="8688"/>
                </a:lnTo>
                <a:lnTo>
                  <a:pt x="2630" y="6636"/>
                </a:lnTo>
                <a:lnTo>
                  <a:pt x="3938" y="4913"/>
                </a:lnTo>
                <a:lnTo>
                  <a:pt x="5258" y="3498"/>
                </a:lnTo>
                <a:lnTo>
                  <a:pt x="6598" y="2360"/>
                </a:lnTo>
                <a:lnTo>
                  <a:pt x="7973" y="1478"/>
                </a:lnTo>
                <a:lnTo>
                  <a:pt x="9394" y="826"/>
                </a:lnTo>
                <a:lnTo>
                  <a:pt x="10870" y="378"/>
                </a:lnTo>
                <a:lnTo>
                  <a:pt x="12418" y="112"/>
                </a:lnTo>
                <a:lnTo>
                  <a:pt x="14045" y="0"/>
                </a:lnTo>
                <a:lnTo>
                  <a:pt x="15766" y="14"/>
                </a:lnTo>
                <a:lnTo>
                  <a:pt x="17590" y="137"/>
                </a:lnTo>
                <a:lnTo>
                  <a:pt x="19531" y="336"/>
                </a:lnTo>
                <a:lnTo>
                  <a:pt x="21600" y="588"/>
                </a:lnTo>
                <a:close/>
              </a:path>
            </a:pathLst>
          </a:custGeom>
          <a:solidFill>
            <a:srgbClr val="BEC7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1" name="contour_11709"/>
          <p:cNvSpPr/>
          <p:nvPr/>
        </p:nvSpPr>
        <p:spPr>
          <a:xfrm>
            <a:off x="8114621" y="3141124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71" y="937"/>
                </a:lnTo>
                <a:lnTo>
                  <a:pt x="11451" y="1875"/>
                </a:lnTo>
                <a:lnTo>
                  <a:pt x="13141" y="2821"/>
                </a:lnTo>
                <a:lnTo>
                  <a:pt x="14850" y="3780"/>
                </a:lnTo>
                <a:lnTo>
                  <a:pt x="15409" y="4091"/>
                </a:lnTo>
                <a:lnTo>
                  <a:pt x="16392" y="4644"/>
                </a:lnTo>
                <a:lnTo>
                  <a:pt x="18646" y="5905"/>
                </a:lnTo>
                <a:lnTo>
                  <a:pt x="20112" y="726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9818" y="17639"/>
                </a:lnTo>
                <a:lnTo>
                  <a:pt x="18036" y="17993"/>
                </a:lnTo>
                <a:lnTo>
                  <a:pt x="16251" y="18351"/>
                </a:lnTo>
                <a:lnTo>
                  <a:pt x="14464" y="18706"/>
                </a:lnTo>
                <a:lnTo>
                  <a:pt x="12674" y="19064"/>
                </a:lnTo>
                <a:lnTo>
                  <a:pt x="10881" y="19423"/>
                </a:lnTo>
                <a:lnTo>
                  <a:pt x="9083" y="19781"/>
                </a:lnTo>
                <a:lnTo>
                  <a:pt x="7279" y="20144"/>
                </a:lnTo>
                <a:lnTo>
                  <a:pt x="5470" y="20507"/>
                </a:lnTo>
                <a:lnTo>
                  <a:pt x="3656" y="20870"/>
                </a:lnTo>
                <a:lnTo>
                  <a:pt x="1831" y="21233"/>
                </a:lnTo>
                <a:lnTo>
                  <a:pt x="0" y="21600"/>
                </a:lnTo>
                <a:lnTo>
                  <a:pt x="891" y="19224"/>
                </a:lnTo>
                <a:lnTo>
                  <a:pt x="1782" y="16844"/>
                </a:lnTo>
                <a:lnTo>
                  <a:pt x="2676" y="14463"/>
                </a:lnTo>
                <a:lnTo>
                  <a:pt x="3572" y="12079"/>
                </a:lnTo>
                <a:lnTo>
                  <a:pt x="4468" y="9681"/>
                </a:lnTo>
                <a:lnTo>
                  <a:pt x="5370" y="7279"/>
                </a:lnTo>
                <a:lnTo>
                  <a:pt x="6275" y="4864"/>
                </a:lnTo>
                <a:lnTo>
                  <a:pt x="7185" y="2441"/>
                </a:lnTo>
                <a:lnTo>
                  <a:pt x="8100" y="0"/>
                </a:lnTo>
                <a:close/>
              </a:path>
            </a:pathLst>
          </a:custGeom>
          <a:solidFill>
            <a:srgbClr val="B1C1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2" name="contour_11710"/>
          <p:cNvSpPr/>
          <p:nvPr/>
        </p:nvSpPr>
        <p:spPr>
          <a:xfrm>
            <a:off x="5228577" y="3155700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77" y="418"/>
                </a:lnTo>
                <a:lnTo>
                  <a:pt x="3151" y="850"/>
                </a:lnTo>
                <a:lnTo>
                  <a:pt x="4726" y="1296"/>
                </a:lnTo>
                <a:lnTo>
                  <a:pt x="6300" y="1750"/>
                </a:lnTo>
                <a:lnTo>
                  <a:pt x="7877" y="2218"/>
                </a:lnTo>
                <a:lnTo>
                  <a:pt x="9451" y="2700"/>
                </a:lnTo>
                <a:lnTo>
                  <a:pt x="10798" y="3038"/>
                </a:lnTo>
                <a:lnTo>
                  <a:pt x="12163" y="3377"/>
                </a:lnTo>
                <a:lnTo>
                  <a:pt x="13469" y="3809"/>
                </a:lnTo>
                <a:lnTo>
                  <a:pt x="14486" y="4226"/>
                </a:lnTo>
                <a:lnTo>
                  <a:pt x="15557" y="4810"/>
                </a:lnTo>
                <a:lnTo>
                  <a:pt x="17016" y="5738"/>
                </a:lnTo>
                <a:lnTo>
                  <a:pt x="19200" y="7200"/>
                </a:lnTo>
                <a:lnTo>
                  <a:pt x="19795" y="10764"/>
                </a:lnTo>
                <a:lnTo>
                  <a:pt x="20390" y="14350"/>
                </a:lnTo>
                <a:lnTo>
                  <a:pt x="20993" y="17950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0C4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3" name="contour_11711"/>
          <p:cNvSpPr/>
          <p:nvPr/>
        </p:nvSpPr>
        <p:spPr>
          <a:xfrm>
            <a:off x="7006847" y="3134252"/>
            <a:ext cx="51016" cy="651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616"/>
                </a:moveTo>
                <a:lnTo>
                  <a:pt x="14469" y="1377"/>
                </a:lnTo>
                <a:lnTo>
                  <a:pt x="16283" y="2157"/>
                </a:lnTo>
                <a:lnTo>
                  <a:pt x="18076" y="2968"/>
                </a:lnTo>
                <a:lnTo>
                  <a:pt x="19844" y="3811"/>
                </a:lnTo>
                <a:lnTo>
                  <a:pt x="21600" y="4693"/>
                </a:lnTo>
                <a:lnTo>
                  <a:pt x="20721" y="4782"/>
                </a:lnTo>
                <a:lnTo>
                  <a:pt x="19172" y="4939"/>
                </a:lnTo>
                <a:lnTo>
                  <a:pt x="15623" y="5297"/>
                </a:lnTo>
                <a:lnTo>
                  <a:pt x="13589" y="5693"/>
                </a:lnTo>
                <a:lnTo>
                  <a:pt x="12247" y="6012"/>
                </a:lnTo>
                <a:lnTo>
                  <a:pt x="11004" y="6427"/>
                </a:lnTo>
                <a:lnTo>
                  <a:pt x="9257" y="7108"/>
                </a:lnTo>
                <a:lnTo>
                  <a:pt x="8489" y="8545"/>
                </a:lnTo>
                <a:lnTo>
                  <a:pt x="7915" y="9956"/>
                </a:lnTo>
                <a:lnTo>
                  <a:pt x="7483" y="11376"/>
                </a:lnTo>
                <a:lnTo>
                  <a:pt x="7140" y="12837"/>
                </a:lnTo>
                <a:lnTo>
                  <a:pt x="6835" y="14383"/>
                </a:lnTo>
                <a:lnTo>
                  <a:pt x="6236" y="15960"/>
                </a:lnTo>
                <a:lnTo>
                  <a:pt x="5400" y="17303"/>
                </a:lnTo>
                <a:lnTo>
                  <a:pt x="4345" y="18475"/>
                </a:lnTo>
                <a:lnTo>
                  <a:pt x="3083" y="19540"/>
                </a:lnTo>
                <a:lnTo>
                  <a:pt x="1629" y="20559"/>
                </a:lnTo>
                <a:lnTo>
                  <a:pt x="0" y="21600"/>
                </a:lnTo>
                <a:lnTo>
                  <a:pt x="923" y="18513"/>
                </a:lnTo>
                <a:lnTo>
                  <a:pt x="1666" y="16074"/>
                </a:lnTo>
                <a:lnTo>
                  <a:pt x="2287" y="14163"/>
                </a:lnTo>
                <a:lnTo>
                  <a:pt x="2827" y="12661"/>
                </a:lnTo>
                <a:lnTo>
                  <a:pt x="3345" y="11449"/>
                </a:lnTo>
                <a:lnTo>
                  <a:pt x="3885" y="10405"/>
                </a:lnTo>
                <a:lnTo>
                  <a:pt x="4502" y="9415"/>
                </a:lnTo>
                <a:lnTo>
                  <a:pt x="5249" y="8357"/>
                </a:lnTo>
                <a:lnTo>
                  <a:pt x="6171" y="7108"/>
                </a:lnTo>
                <a:lnTo>
                  <a:pt x="4644" y="6512"/>
                </a:lnTo>
                <a:lnTo>
                  <a:pt x="3107" y="5910"/>
                </a:lnTo>
                <a:lnTo>
                  <a:pt x="1561" y="5304"/>
                </a:lnTo>
                <a:lnTo>
                  <a:pt x="0" y="4693"/>
                </a:lnTo>
                <a:lnTo>
                  <a:pt x="2768" y="2756"/>
                </a:lnTo>
                <a:lnTo>
                  <a:pt x="4848" y="1391"/>
                </a:lnTo>
                <a:lnTo>
                  <a:pt x="6455" y="522"/>
                </a:lnTo>
                <a:lnTo>
                  <a:pt x="7819" y="82"/>
                </a:lnTo>
                <a:lnTo>
                  <a:pt x="9152" y="0"/>
                </a:lnTo>
                <a:lnTo>
                  <a:pt x="10680" y="200"/>
                </a:lnTo>
                <a:lnTo>
                  <a:pt x="12621" y="616"/>
                </a:lnTo>
                <a:close/>
              </a:path>
            </a:pathLst>
          </a:custGeom>
          <a:solidFill>
            <a:srgbClr val="BA73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4" name="contour_11712"/>
          <p:cNvSpPr/>
          <p:nvPr/>
        </p:nvSpPr>
        <p:spPr>
          <a:xfrm>
            <a:off x="10512370" y="3123859"/>
            <a:ext cx="72880" cy="318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24"/>
                </a:moveTo>
                <a:lnTo>
                  <a:pt x="1369" y="1602"/>
                </a:lnTo>
                <a:lnTo>
                  <a:pt x="2739" y="1399"/>
                </a:lnTo>
                <a:lnTo>
                  <a:pt x="4106" y="1211"/>
                </a:lnTo>
                <a:lnTo>
                  <a:pt x="5476" y="1038"/>
                </a:lnTo>
                <a:lnTo>
                  <a:pt x="6843" y="875"/>
                </a:lnTo>
                <a:lnTo>
                  <a:pt x="8214" y="727"/>
                </a:lnTo>
                <a:lnTo>
                  <a:pt x="9586" y="588"/>
                </a:lnTo>
                <a:lnTo>
                  <a:pt x="10951" y="336"/>
                </a:lnTo>
                <a:lnTo>
                  <a:pt x="12340" y="84"/>
                </a:lnTo>
                <a:lnTo>
                  <a:pt x="13848" y="0"/>
                </a:lnTo>
                <a:lnTo>
                  <a:pt x="15258" y="35"/>
                </a:lnTo>
                <a:lnTo>
                  <a:pt x="16626" y="282"/>
                </a:lnTo>
                <a:lnTo>
                  <a:pt x="18001" y="850"/>
                </a:lnTo>
                <a:lnTo>
                  <a:pt x="19440" y="1824"/>
                </a:lnTo>
                <a:lnTo>
                  <a:pt x="20148" y="5087"/>
                </a:lnTo>
                <a:lnTo>
                  <a:pt x="20652" y="8202"/>
                </a:lnTo>
                <a:lnTo>
                  <a:pt x="21000" y="11287"/>
                </a:lnTo>
                <a:lnTo>
                  <a:pt x="21241" y="14471"/>
                </a:lnTo>
                <a:lnTo>
                  <a:pt x="21425" y="17867"/>
                </a:lnTo>
                <a:lnTo>
                  <a:pt x="21600" y="21600"/>
                </a:lnTo>
                <a:lnTo>
                  <a:pt x="20736" y="20379"/>
                </a:lnTo>
                <a:lnTo>
                  <a:pt x="19859" y="19143"/>
                </a:lnTo>
                <a:lnTo>
                  <a:pt x="18401" y="17195"/>
                </a:lnTo>
                <a:lnTo>
                  <a:pt x="17021" y="15519"/>
                </a:lnTo>
                <a:lnTo>
                  <a:pt x="15686" y="14154"/>
                </a:lnTo>
                <a:lnTo>
                  <a:pt x="14355" y="13131"/>
                </a:lnTo>
                <a:lnTo>
                  <a:pt x="12997" y="12498"/>
                </a:lnTo>
                <a:lnTo>
                  <a:pt x="11569" y="12281"/>
                </a:lnTo>
                <a:lnTo>
                  <a:pt x="10040" y="12518"/>
                </a:lnTo>
                <a:lnTo>
                  <a:pt x="8370" y="13255"/>
                </a:lnTo>
                <a:lnTo>
                  <a:pt x="5951" y="15292"/>
                </a:lnTo>
                <a:lnTo>
                  <a:pt x="4253" y="16760"/>
                </a:lnTo>
                <a:lnTo>
                  <a:pt x="3041" y="17892"/>
                </a:lnTo>
                <a:lnTo>
                  <a:pt x="2082" y="18925"/>
                </a:lnTo>
                <a:lnTo>
                  <a:pt x="1147" y="20082"/>
                </a:lnTo>
                <a:lnTo>
                  <a:pt x="0" y="21600"/>
                </a:lnTo>
                <a:lnTo>
                  <a:pt x="0" y="18337"/>
                </a:lnTo>
                <a:lnTo>
                  <a:pt x="0" y="15069"/>
                </a:lnTo>
                <a:lnTo>
                  <a:pt x="0" y="11786"/>
                </a:lnTo>
                <a:lnTo>
                  <a:pt x="0" y="8489"/>
                </a:lnTo>
                <a:lnTo>
                  <a:pt x="0" y="5171"/>
                </a:lnTo>
                <a:lnTo>
                  <a:pt x="0" y="1824"/>
                </a:lnTo>
                <a:close/>
              </a:path>
            </a:pathLst>
          </a:custGeom>
          <a:solidFill>
            <a:srgbClr val="565D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5" name="contour_11713"/>
          <p:cNvSpPr/>
          <p:nvPr/>
        </p:nvSpPr>
        <p:spPr>
          <a:xfrm>
            <a:off x="8537325" y="310468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6" y="1466"/>
                </a:lnTo>
                <a:lnTo>
                  <a:pt x="11693" y="2941"/>
                </a:lnTo>
                <a:lnTo>
                  <a:pt x="12150" y="4437"/>
                </a:lnTo>
                <a:lnTo>
                  <a:pt x="13511" y="7258"/>
                </a:lnTo>
                <a:lnTo>
                  <a:pt x="14598" y="8921"/>
                </a:lnTo>
                <a:lnTo>
                  <a:pt x="15977" y="10078"/>
                </a:lnTo>
                <a:lnTo>
                  <a:pt x="18223" y="11380"/>
                </a:lnTo>
                <a:lnTo>
                  <a:pt x="19901" y="11858"/>
                </a:lnTo>
                <a:lnTo>
                  <a:pt x="21600" y="12343"/>
                </a:lnTo>
                <a:lnTo>
                  <a:pt x="20887" y="14176"/>
                </a:lnTo>
                <a:lnTo>
                  <a:pt x="20171" y="16015"/>
                </a:lnTo>
                <a:lnTo>
                  <a:pt x="19454" y="17860"/>
                </a:lnTo>
                <a:lnTo>
                  <a:pt x="18731" y="19721"/>
                </a:lnTo>
                <a:lnTo>
                  <a:pt x="18000" y="21600"/>
                </a:lnTo>
                <a:lnTo>
                  <a:pt x="16992" y="21254"/>
                </a:lnTo>
                <a:lnTo>
                  <a:pt x="16049" y="20930"/>
                </a:lnTo>
                <a:lnTo>
                  <a:pt x="14962" y="20560"/>
                </a:lnTo>
                <a:lnTo>
                  <a:pt x="13522" y="20063"/>
                </a:lnTo>
                <a:lnTo>
                  <a:pt x="11516" y="19378"/>
                </a:lnTo>
                <a:lnTo>
                  <a:pt x="8737" y="18425"/>
                </a:lnTo>
                <a:lnTo>
                  <a:pt x="4968" y="17132"/>
                </a:lnTo>
                <a:lnTo>
                  <a:pt x="0" y="15429"/>
                </a:lnTo>
                <a:lnTo>
                  <a:pt x="1188" y="13731"/>
                </a:lnTo>
                <a:lnTo>
                  <a:pt x="2376" y="12031"/>
                </a:lnTo>
                <a:lnTo>
                  <a:pt x="3568" y="10331"/>
                </a:lnTo>
                <a:lnTo>
                  <a:pt x="4763" y="8628"/>
                </a:lnTo>
                <a:lnTo>
                  <a:pt x="5958" y="6915"/>
                </a:lnTo>
                <a:lnTo>
                  <a:pt x="7160" y="5199"/>
                </a:lnTo>
                <a:lnTo>
                  <a:pt x="8366" y="3475"/>
                </a:lnTo>
                <a:lnTo>
                  <a:pt x="9580" y="1743"/>
                </a:lnTo>
                <a:lnTo>
                  <a:pt x="10800" y="0"/>
                </a:lnTo>
                <a:close/>
              </a:path>
            </a:pathLst>
          </a:custGeom>
          <a:solidFill>
            <a:srgbClr val="8789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6" name="contour_11714"/>
          <p:cNvSpPr/>
          <p:nvPr/>
        </p:nvSpPr>
        <p:spPr>
          <a:xfrm>
            <a:off x="4361306" y="3090108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9446" y="1782"/>
                </a:lnTo>
                <a:lnTo>
                  <a:pt x="9893" y="3575"/>
                </a:lnTo>
                <a:lnTo>
                  <a:pt x="10345" y="5375"/>
                </a:lnTo>
                <a:lnTo>
                  <a:pt x="10800" y="7200"/>
                </a:lnTo>
                <a:lnTo>
                  <a:pt x="11147" y="6836"/>
                </a:lnTo>
                <a:lnTo>
                  <a:pt x="11759" y="6196"/>
                </a:lnTo>
                <a:lnTo>
                  <a:pt x="13162" y="4723"/>
                </a:lnTo>
                <a:lnTo>
                  <a:pt x="14944" y="4104"/>
                </a:lnTo>
                <a:lnTo>
                  <a:pt x="16024" y="3978"/>
                </a:lnTo>
                <a:lnTo>
                  <a:pt x="16837" y="4424"/>
                </a:lnTo>
                <a:lnTo>
                  <a:pt x="17824" y="5512"/>
                </a:lnTo>
                <a:lnTo>
                  <a:pt x="19220" y="8100"/>
                </a:lnTo>
                <a:lnTo>
                  <a:pt x="20115" y="9857"/>
                </a:lnTo>
                <a:lnTo>
                  <a:pt x="20687" y="11207"/>
                </a:lnTo>
                <a:lnTo>
                  <a:pt x="21123" y="12578"/>
                </a:lnTo>
                <a:lnTo>
                  <a:pt x="21600" y="14400"/>
                </a:lnTo>
                <a:lnTo>
                  <a:pt x="21145" y="16751"/>
                </a:lnTo>
                <a:lnTo>
                  <a:pt x="20804" y="18284"/>
                </a:lnTo>
                <a:lnTo>
                  <a:pt x="20414" y="19674"/>
                </a:lnTo>
                <a:lnTo>
                  <a:pt x="19800" y="21600"/>
                </a:lnTo>
                <a:lnTo>
                  <a:pt x="19404" y="21208"/>
                </a:lnTo>
                <a:lnTo>
                  <a:pt x="18211" y="20023"/>
                </a:lnTo>
                <a:lnTo>
                  <a:pt x="16979" y="18961"/>
                </a:lnTo>
                <a:lnTo>
                  <a:pt x="15772" y="18018"/>
                </a:lnTo>
                <a:lnTo>
                  <a:pt x="14580" y="17197"/>
                </a:lnTo>
                <a:lnTo>
                  <a:pt x="13401" y="16484"/>
                </a:lnTo>
                <a:lnTo>
                  <a:pt x="12231" y="15876"/>
                </a:lnTo>
                <a:lnTo>
                  <a:pt x="11065" y="15368"/>
                </a:lnTo>
                <a:lnTo>
                  <a:pt x="9898" y="14958"/>
                </a:lnTo>
                <a:lnTo>
                  <a:pt x="8726" y="14634"/>
                </a:lnTo>
                <a:lnTo>
                  <a:pt x="7546" y="14396"/>
                </a:lnTo>
                <a:lnTo>
                  <a:pt x="6349" y="14234"/>
                </a:lnTo>
                <a:lnTo>
                  <a:pt x="5135" y="14144"/>
                </a:lnTo>
                <a:lnTo>
                  <a:pt x="3897" y="14123"/>
                </a:lnTo>
                <a:lnTo>
                  <a:pt x="2632" y="14162"/>
                </a:lnTo>
                <a:lnTo>
                  <a:pt x="1334" y="14256"/>
                </a:lnTo>
                <a:lnTo>
                  <a:pt x="0" y="14400"/>
                </a:lnTo>
                <a:lnTo>
                  <a:pt x="0" y="12614"/>
                </a:lnTo>
                <a:lnTo>
                  <a:pt x="0" y="10800"/>
                </a:lnTo>
                <a:lnTo>
                  <a:pt x="1273" y="10800"/>
                </a:lnTo>
                <a:lnTo>
                  <a:pt x="2547" y="10800"/>
                </a:lnTo>
                <a:lnTo>
                  <a:pt x="3825" y="10800"/>
                </a:lnTo>
                <a:lnTo>
                  <a:pt x="5108" y="10800"/>
                </a:lnTo>
                <a:lnTo>
                  <a:pt x="6397" y="10800"/>
                </a:lnTo>
                <a:lnTo>
                  <a:pt x="7693" y="10800"/>
                </a:lnTo>
                <a:lnTo>
                  <a:pt x="9000" y="10800"/>
                </a:lnTo>
                <a:lnTo>
                  <a:pt x="9000" y="8662"/>
                </a:lnTo>
                <a:lnTo>
                  <a:pt x="9000" y="6516"/>
                </a:lnTo>
                <a:lnTo>
                  <a:pt x="9000" y="4363"/>
                </a:lnTo>
                <a:lnTo>
                  <a:pt x="9000" y="2192"/>
                </a:lnTo>
                <a:lnTo>
                  <a:pt x="9000" y="0"/>
                </a:lnTo>
                <a:close/>
              </a:path>
            </a:pathLst>
          </a:custGeom>
          <a:solidFill>
            <a:srgbClr val="5753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7" name="contour_11715"/>
          <p:cNvSpPr/>
          <p:nvPr/>
        </p:nvSpPr>
        <p:spPr>
          <a:xfrm>
            <a:off x="11569129" y="3090538"/>
            <a:ext cx="43728" cy="50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50" y="787"/>
                </a:moveTo>
                <a:lnTo>
                  <a:pt x="12031" y="1319"/>
                </a:lnTo>
                <a:lnTo>
                  <a:pt x="14400" y="2928"/>
                </a:lnTo>
                <a:lnTo>
                  <a:pt x="14400" y="4985"/>
                </a:lnTo>
                <a:lnTo>
                  <a:pt x="14400" y="7055"/>
                </a:lnTo>
                <a:lnTo>
                  <a:pt x="14400" y="9152"/>
                </a:lnTo>
                <a:lnTo>
                  <a:pt x="16538" y="10294"/>
                </a:lnTo>
                <a:lnTo>
                  <a:pt x="18000" y="11001"/>
                </a:lnTo>
                <a:lnTo>
                  <a:pt x="19462" y="11558"/>
                </a:lnTo>
                <a:lnTo>
                  <a:pt x="21600" y="12264"/>
                </a:lnTo>
                <a:lnTo>
                  <a:pt x="20923" y="14583"/>
                </a:lnTo>
                <a:lnTo>
                  <a:pt x="20398" y="16223"/>
                </a:lnTo>
                <a:lnTo>
                  <a:pt x="19850" y="17642"/>
                </a:lnTo>
                <a:lnTo>
                  <a:pt x="19109" y="19288"/>
                </a:lnTo>
                <a:lnTo>
                  <a:pt x="18000" y="21600"/>
                </a:lnTo>
                <a:lnTo>
                  <a:pt x="15620" y="21600"/>
                </a:lnTo>
                <a:lnTo>
                  <a:pt x="13226" y="21600"/>
                </a:lnTo>
                <a:lnTo>
                  <a:pt x="10800" y="21600"/>
                </a:lnTo>
                <a:lnTo>
                  <a:pt x="10800" y="19543"/>
                </a:lnTo>
                <a:lnTo>
                  <a:pt x="10800" y="17474"/>
                </a:lnTo>
                <a:lnTo>
                  <a:pt x="10800" y="15376"/>
                </a:lnTo>
                <a:lnTo>
                  <a:pt x="8420" y="15376"/>
                </a:lnTo>
                <a:lnTo>
                  <a:pt x="6026" y="15376"/>
                </a:lnTo>
                <a:lnTo>
                  <a:pt x="3600" y="15376"/>
                </a:lnTo>
                <a:lnTo>
                  <a:pt x="2444" y="13416"/>
                </a:lnTo>
                <a:lnTo>
                  <a:pt x="1548" y="11415"/>
                </a:lnTo>
                <a:lnTo>
                  <a:pt x="882" y="9370"/>
                </a:lnTo>
                <a:lnTo>
                  <a:pt x="421" y="7276"/>
                </a:lnTo>
                <a:lnTo>
                  <a:pt x="137" y="5132"/>
                </a:lnTo>
                <a:lnTo>
                  <a:pt x="0" y="2928"/>
                </a:lnTo>
                <a:lnTo>
                  <a:pt x="2182" y="1267"/>
                </a:lnTo>
                <a:lnTo>
                  <a:pt x="4140" y="324"/>
                </a:lnTo>
                <a:lnTo>
                  <a:pt x="6131" y="0"/>
                </a:lnTo>
                <a:lnTo>
                  <a:pt x="8413" y="190"/>
                </a:lnTo>
                <a:lnTo>
                  <a:pt x="11250" y="787"/>
                </a:lnTo>
                <a:close/>
              </a:path>
            </a:pathLst>
          </a:custGeom>
          <a:solidFill>
            <a:srgbClr val="BFD4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8" name="contour_11716"/>
          <p:cNvSpPr/>
          <p:nvPr/>
        </p:nvSpPr>
        <p:spPr>
          <a:xfrm>
            <a:off x="7131260" y="3068244"/>
            <a:ext cx="2797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8" y="0"/>
                </a:moveTo>
                <a:lnTo>
                  <a:pt x="8948" y="0"/>
                </a:lnTo>
                <a:lnTo>
                  <a:pt x="12691" y="0"/>
                </a:lnTo>
                <a:lnTo>
                  <a:pt x="16484" y="0"/>
                </a:lnTo>
                <a:lnTo>
                  <a:pt x="18493" y="1893"/>
                </a:lnTo>
                <a:lnTo>
                  <a:pt x="19945" y="3753"/>
                </a:lnTo>
                <a:lnTo>
                  <a:pt x="20908" y="5597"/>
                </a:lnTo>
                <a:lnTo>
                  <a:pt x="21442" y="7430"/>
                </a:lnTo>
                <a:lnTo>
                  <a:pt x="21600" y="9269"/>
                </a:lnTo>
                <a:lnTo>
                  <a:pt x="21454" y="11124"/>
                </a:lnTo>
                <a:lnTo>
                  <a:pt x="21060" y="13006"/>
                </a:lnTo>
                <a:lnTo>
                  <a:pt x="20480" y="14928"/>
                </a:lnTo>
                <a:lnTo>
                  <a:pt x="19777" y="16899"/>
                </a:lnTo>
                <a:lnTo>
                  <a:pt x="19011" y="18932"/>
                </a:lnTo>
                <a:lnTo>
                  <a:pt x="18381" y="19597"/>
                </a:lnTo>
                <a:lnTo>
                  <a:pt x="16484" y="21600"/>
                </a:lnTo>
                <a:lnTo>
                  <a:pt x="12764" y="21600"/>
                </a:lnTo>
                <a:lnTo>
                  <a:pt x="9022" y="21600"/>
                </a:lnTo>
                <a:lnTo>
                  <a:pt x="5228" y="21600"/>
                </a:lnTo>
                <a:lnTo>
                  <a:pt x="4576" y="20050"/>
                </a:lnTo>
                <a:lnTo>
                  <a:pt x="3934" y="18498"/>
                </a:lnTo>
                <a:lnTo>
                  <a:pt x="3304" y="16945"/>
                </a:lnTo>
                <a:lnTo>
                  <a:pt x="2679" y="15393"/>
                </a:lnTo>
                <a:lnTo>
                  <a:pt x="2065" y="13838"/>
                </a:lnTo>
                <a:lnTo>
                  <a:pt x="1475" y="12396"/>
                </a:lnTo>
                <a:lnTo>
                  <a:pt x="884" y="10943"/>
                </a:lnTo>
                <a:lnTo>
                  <a:pt x="281" y="9472"/>
                </a:lnTo>
                <a:lnTo>
                  <a:pt x="11" y="7520"/>
                </a:lnTo>
                <a:lnTo>
                  <a:pt x="0" y="5859"/>
                </a:lnTo>
                <a:lnTo>
                  <a:pt x="383" y="4382"/>
                </a:lnTo>
                <a:lnTo>
                  <a:pt x="1294" y="2984"/>
                </a:lnTo>
                <a:lnTo>
                  <a:pt x="2865" y="1558"/>
                </a:lnTo>
                <a:lnTo>
                  <a:pt x="5228" y="0"/>
                </a:lnTo>
                <a:close/>
              </a:path>
            </a:pathLst>
          </a:custGeom>
          <a:solidFill>
            <a:srgbClr val="D4E6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19" name="contour_11717"/>
          <p:cNvSpPr/>
          <p:nvPr/>
        </p:nvSpPr>
        <p:spPr>
          <a:xfrm>
            <a:off x="4492489" y="3068244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646" y="1107"/>
                </a:lnTo>
                <a:lnTo>
                  <a:pt x="11635" y="2074"/>
                </a:lnTo>
                <a:lnTo>
                  <a:pt x="13258" y="2986"/>
                </a:lnTo>
                <a:lnTo>
                  <a:pt x="14602" y="3953"/>
                </a:lnTo>
                <a:lnTo>
                  <a:pt x="15749" y="5065"/>
                </a:lnTo>
                <a:lnTo>
                  <a:pt x="16790" y="6415"/>
                </a:lnTo>
                <a:lnTo>
                  <a:pt x="17808" y="8111"/>
                </a:lnTo>
                <a:lnTo>
                  <a:pt x="18893" y="10238"/>
                </a:lnTo>
                <a:lnTo>
                  <a:pt x="20126" y="12901"/>
                </a:lnTo>
                <a:lnTo>
                  <a:pt x="21600" y="16200"/>
                </a:lnTo>
                <a:lnTo>
                  <a:pt x="20832" y="16394"/>
                </a:lnTo>
                <a:lnTo>
                  <a:pt x="20129" y="16567"/>
                </a:lnTo>
                <a:lnTo>
                  <a:pt x="19438" y="16740"/>
                </a:lnTo>
                <a:lnTo>
                  <a:pt x="18694" y="16929"/>
                </a:lnTo>
                <a:lnTo>
                  <a:pt x="17842" y="17140"/>
                </a:lnTo>
                <a:lnTo>
                  <a:pt x="16819" y="17393"/>
                </a:lnTo>
                <a:lnTo>
                  <a:pt x="15571" y="17707"/>
                </a:lnTo>
                <a:lnTo>
                  <a:pt x="14035" y="18090"/>
                </a:lnTo>
                <a:lnTo>
                  <a:pt x="12156" y="18560"/>
                </a:lnTo>
                <a:lnTo>
                  <a:pt x="9871" y="19132"/>
                </a:lnTo>
                <a:lnTo>
                  <a:pt x="7123" y="19818"/>
                </a:lnTo>
                <a:lnTo>
                  <a:pt x="3852" y="20639"/>
                </a:lnTo>
                <a:lnTo>
                  <a:pt x="0" y="21600"/>
                </a:lnTo>
                <a:lnTo>
                  <a:pt x="595" y="18927"/>
                </a:lnTo>
                <a:lnTo>
                  <a:pt x="1190" y="16238"/>
                </a:lnTo>
                <a:lnTo>
                  <a:pt x="1793" y="13538"/>
                </a:lnTo>
                <a:lnTo>
                  <a:pt x="2400" y="10800"/>
                </a:lnTo>
                <a:lnTo>
                  <a:pt x="3986" y="10800"/>
                </a:lnTo>
                <a:lnTo>
                  <a:pt x="5582" y="10800"/>
                </a:lnTo>
                <a:lnTo>
                  <a:pt x="7200" y="10800"/>
                </a:lnTo>
                <a:lnTo>
                  <a:pt x="7200" y="7231"/>
                </a:lnTo>
                <a:lnTo>
                  <a:pt x="7200" y="3640"/>
                </a:lnTo>
                <a:lnTo>
                  <a:pt x="7200" y="0"/>
                </a:lnTo>
                <a:close/>
              </a:path>
            </a:pathLst>
          </a:custGeom>
          <a:solidFill>
            <a:srgbClr val="AEA6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0" name="contour_11718"/>
          <p:cNvSpPr/>
          <p:nvPr/>
        </p:nvSpPr>
        <p:spPr>
          <a:xfrm>
            <a:off x="7393110" y="3075729"/>
            <a:ext cx="59944" cy="508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37" y="304"/>
                </a:moveTo>
                <a:lnTo>
                  <a:pt x="16960" y="951"/>
                </a:lnTo>
                <a:lnTo>
                  <a:pt x="18265" y="1450"/>
                </a:lnTo>
                <a:lnTo>
                  <a:pt x="19426" y="2054"/>
                </a:lnTo>
                <a:lnTo>
                  <a:pt x="21009" y="3014"/>
                </a:lnTo>
                <a:lnTo>
                  <a:pt x="21403" y="5412"/>
                </a:lnTo>
                <a:lnTo>
                  <a:pt x="21600" y="7094"/>
                </a:lnTo>
                <a:lnTo>
                  <a:pt x="21600" y="8506"/>
                </a:lnTo>
                <a:lnTo>
                  <a:pt x="21403" y="10095"/>
                </a:lnTo>
                <a:lnTo>
                  <a:pt x="21009" y="12307"/>
                </a:lnTo>
                <a:lnTo>
                  <a:pt x="19273" y="12307"/>
                </a:lnTo>
                <a:lnTo>
                  <a:pt x="17527" y="12307"/>
                </a:lnTo>
                <a:lnTo>
                  <a:pt x="15757" y="12307"/>
                </a:lnTo>
                <a:lnTo>
                  <a:pt x="14948" y="14612"/>
                </a:lnTo>
                <a:lnTo>
                  <a:pt x="14407" y="16247"/>
                </a:lnTo>
                <a:lnTo>
                  <a:pt x="14008" y="17660"/>
                </a:lnTo>
                <a:lnTo>
                  <a:pt x="13624" y="19295"/>
                </a:lnTo>
                <a:lnTo>
                  <a:pt x="13131" y="21600"/>
                </a:lnTo>
                <a:lnTo>
                  <a:pt x="13131" y="19556"/>
                </a:lnTo>
                <a:lnTo>
                  <a:pt x="13131" y="17508"/>
                </a:lnTo>
                <a:lnTo>
                  <a:pt x="13131" y="15451"/>
                </a:lnTo>
                <a:lnTo>
                  <a:pt x="13131" y="13385"/>
                </a:lnTo>
                <a:lnTo>
                  <a:pt x="13131" y="11306"/>
                </a:lnTo>
                <a:lnTo>
                  <a:pt x="13131" y="9209"/>
                </a:lnTo>
                <a:lnTo>
                  <a:pt x="11274" y="9209"/>
                </a:lnTo>
                <a:lnTo>
                  <a:pt x="9415" y="9209"/>
                </a:lnTo>
                <a:lnTo>
                  <a:pt x="7550" y="9209"/>
                </a:lnTo>
                <a:lnTo>
                  <a:pt x="5678" y="9209"/>
                </a:lnTo>
                <a:lnTo>
                  <a:pt x="3797" y="9209"/>
                </a:lnTo>
                <a:lnTo>
                  <a:pt x="1907" y="9209"/>
                </a:lnTo>
                <a:lnTo>
                  <a:pt x="0" y="9209"/>
                </a:lnTo>
                <a:lnTo>
                  <a:pt x="1479" y="6951"/>
                </a:lnTo>
                <a:lnTo>
                  <a:pt x="2852" y="5003"/>
                </a:lnTo>
                <a:lnTo>
                  <a:pt x="4183" y="3370"/>
                </a:lnTo>
                <a:lnTo>
                  <a:pt x="5539" y="2054"/>
                </a:lnTo>
                <a:lnTo>
                  <a:pt x="6983" y="1056"/>
                </a:lnTo>
                <a:lnTo>
                  <a:pt x="8580" y="378"/>
                </a:lnTo>
                <a:lnTo>
                  <a:pt x="10394" y="25"/>
                </a:lnTo>
                <a:lnTo>
                  <a:pt x="12490" y="0"/>
                </a:lnTo>
                <a:lnTo>
                  <a:pt x="14937" y="304"/>
                </a:lnTo>
                <a:close/>
              </a:path>
            </a:pathLst>
          </a:custGeom>
          <a:solidFill>
            <a:srgbClr val="6D72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1" name="contour_11719"/>
          <p:cNvSpPr/>
          <p:nvPr/>
        </p:nvSpPr>
        <p:spPr>
          <a:xfrm>
            <a:off x="8559189" y="303180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536"/>
                </a:lnTo>
                <a:lnTo>
                  <a:pt x="8057" y="1071"/>
                </a:lnTo>
                <a:lnTo>
                  <a:pt x="10292" y="1607"/>
                </a:lnTo>
                <a:lnTo>
                  <a:pt x="12532" y="2143"/>
                </a:lnTo>
                <a:lnTo>
                  <a:pt x="14782" y="2683"/>
                </a:lnTo>
                <a:lnTo>
                  <a:pt x="17042" y="3227"/>
                </a:lnTo>
                <a:lnTo>
                  <a:pt x="19314" y="3771"/>
                </a:lnTo>
                <a:lnTo>
                  <a:pt x="21600" y="4320"/>
                </a:lnTo>
                <a:lnTo>
                  <a:pt x="21006" y="7171"/>
                </a:lnTo>
                <a:lnTo>
                  <a:pt x="20412" y="10027"/>
                </a:lnTo>
                <a:lnTo>
                  <a:pt x="19814" y="12895"/>
                </a:lnTo>
                <a:lnTo>
                  <a:pt x="19213" y="15777"/>
                </a:lnTo>
                <a:lnTo>
                  <a:pt x="18608" y="18675"/>
                </a:lnTo>
                <a:lnTo>
                  <a:pt x="18000" y="21600"/>
                </a:lnTo>
                <a:lnTo>
                  <a:pt x="15772" y="21064"/>
                </a:lnTo>
                <a:lnTo>
                  <a:pt x="13543" y="20529"/>
                </a:lnTo>
                <a:lnTo>
                  <a:pt x="11308" y="19993"/>
                </a:lnTo>
                <a:lnTo>
                  <a:pt x="9068" y="19457"/>
                </a:lnTo>
                <a:lnTo>
                  <a:pt x="6818" y="18917"/>
                </a:lnTo>
                <a:lnTo>
                  <a:pt x="4558" y="18373"/>
                </a:lnTo>
                <a:lnTo>
                  <a:pt x="2286" y="17829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C2CE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2" name="contour_11720"/>
          <p:cNvSpPr/>
          <p:nvPr/>
        </p:nvSpPr>
        <p:spPr>
          <a:xfrm>
            <a:off x="10468642" y="3017228"/>
            <a:ext cx="51016" cy="524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6412" y="1191"/>
                </a:lnTo>
                <a:lnTo>
                  <a:pt x="9029" y="2170"/>
                </a:lnTo>
                <a:lnTo>
                  <a:pt x="11059" y="3013"/>
                </a:lnTo>
                <a:lnTo>
                  <a:pt x="12624" y="3803"/>
                </a:lnTo>
                <a:lnTo>
                  <a:pt x="13843" y="4619"/>
                </a:lnTo>
                <a:lnTo>
                  <a:pt x="14830" y="5540"/>
                </a:lnTo>
                <a:lnTo>
                  <a:pt x="15709" y="6648"/>
                </a:lnTo>
                <a:lnTo>
                  <a:pt x="16601" y="8022"/>
                </a:lnTo>
                <a:lnTo>
                  <a:pt x="17623" y="9742"/>
                </a:lnTo>
                <a:lnTo>
                  <a:pt x="18357" y="11603"/>
                </a:lnTo>
                <a:lnTo>
                  <a:pt x="19064" y="13464"/>
                </a:lnTo>
                <a:lnTo>
                  <a:pt x="19742" y="15330"/>
                </a:lnTo>
                <a:lnTo>
                  <a:pt x="20393" y="17209"/>
                </a:lnTo>
                <a:lnTo>
                  <a:pt x="21011" y="19100"/>
                </a:lnTo>
                <a:lnTo>
                  <a:pt x="21600" y="21009"/>
                </a:lnTo>
                <a:lnTo>
                  <a:pt x="18067" y="21336"/>
                </a:lnTo>
                <a:lnTo>
                  <a:pt x="15583" y="21534"/>
                </a:lnTo>
                <a:lnTo>
                  <a:pt x="13802" y="21600"/>
                </a:lnTo>
                <a:lnTo>
                  <a:pt x="12383" y="21534"/>
                </a:lnTo>
                <a:lnTo>
                  <a:pt x="10982" y="21336"/>
                </a:lnTo>
                <a:lnTo>
                  <a:pt x="9257" y="21009"/>
                </a:lnTo>
                <a:lnTo>
                  <a:pt x="8307" y="18956"/>
                </a:lnTo>
                <a:lnTo>
                  <a:pt x="7671" y="17461"/>
                </a:lnTo>
                <a:lnTo>
                  <a:pt x="7202" y="16093"/>
                </a:lnTo>
                <a:lnTo>
                  <a:pt x="6752" y="14418"/>
                </a:lnTo>
                <a:lnTo>
                  <a:pt x="6171" y="12005"/>
                </a:lnTo>
                <a:lnTo>
                  <a:pt x="5024" y="10952"/>
                </a:lnTo>
                <a:lnTo>
                  <a:pt x="3869" y="9892"/>
                </a:lnTo>
                <a:lnTo>
                  <a:pt x="2700" y="8818"/>
                </a:lnTo>
                <a:lnTo>
                  <a:pt x="1358" y="7419"/>
                </a:lnTo>
                <a:lnTo>
                  <a:pt x="0" y="6003"/>
                </a:lnTo>
                <a:lnTo>
                  <a:pt x="821" y="4121"/>
                </a:lnTo>
                <a:lnTo>
                  <a:pt x="1416" y="2869"/>
                </a:lnTo>
                <a:lnTo>
                  <a:pt x="2074" y="1684"/>
                </a:lnTo>
                <a:lnTo>
                  <a:pt x="3086" y="0"/>
                </a:lnTo>
                <a:close/>
              </a:path>
            </a:pathLst>
          </a:custGeom>
          <a:solidFill>
            <a:srgbClr val="939D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3" name="contour_11721"/>
          <p:cNvSpPr/>
          <p:nvPr/>
        </p:nvSpPr>
        <p:spPr>
          <a:xfrm>
            <a:off x="8158349" y="3024516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6" y="648"/>
                </a:lnTo>
                <a:lnTo>
                  <a:pt x="3089" y="1307"/>
                </a:lnTo>
                <a:lnTo>
                  <a:pt x="4632" y="1971"/>
                </a:lnTo>
                <a:lnTo>
                  <a:pt x="6175" y="2651"/>
                </a:lnTo>
                <a:lnTo>
                  <a:pt x="7718" y="3337"/>
                </a:lnTo>
                <a:lnTo>
                  <a:pt x="9259" y="4028"/>
                </a:lnTo>
                <a:lnTo>
                  <a:pt x="10800" y="4725"/>
                </a:lnTo>
                <a:lnTo>
                  <a:pt x="11578" y="5044"/>
                </a:lnTo>
                <a:lnTo>
                  <a:pt x="13922" y="6010"/>
                </a:lnTo>
                <a:lnTo>
                  <a:pt x="15386" y="6691"/>
                </a:lnTo>
                <a:lnTo>
                  <a:pt x="16874" y="7382"/>
                </a:lnTo>
                <a:lnTo>
                  <a:pt x="17558" y="7684"/>
                </a:lnTo>
                <a:lnTo>
                  <a:pt x="19618" y="8581"/>
                </a:lnTo>
                <a:lnTo>
                  <a:pt x="20110" y="9131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AD0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4" name="contour_11722"/>
          <p:cNvSpPr/>
          <p:nvPr/>
        </p:nvSpPr>
        <p:spPr>
          <a:xfrm>
            <a:off x="4957762" y="3024516"/>
            <a:ext cx="5217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" y="0"/>
                </a:moveTo>
                <a:lnTo>
                  <a:pt x="2571" y="356"/>
                </a:lnTo>
                <a:lnTo>
                  <a:pt x="4665" y="713"/>
                </a:lnTo>
                <a:lnTo>
                  <a:pt x="6758" y="1069"/>
                </a:lnTo>
                <a:lnTo>
                  <a:pt x="8855" y="1429"/>
                </a:lnTo>
                <a:lnTo>
                  <a:pt x="10961" y="1786"/>
                </a:lnTo>
                <a:lnTo>
                  <a:pt x="13070" y="2146"/>
                </a:lnTo>
                <a:lnTo>
                  <a:pt x="15188" y="2506"/>
                </a:lnTo>
                <a:lnTo>
                  <a:pt x="17316" y="2869"/>
                </a:lnTo>
                <a:lnTo>
                  <a:pt x="19452" y="3233"/>
                </a:lnTo>
                <a:lnTo>
                  <a:pt x="21600" y="3600"/>
                </a:lnTo>
                <a:lnTo>
                  <a:pt x="19808" y="4313"/>
                </a:lnTo>
                <a:lnTo>
                  <a:pt x="18010" y="5029"/>
                </a:lnTo>
                <a:lnTo>
                  <a:pt x="16205" y="5746"/>
                </a:lnTo>
                <a:lnTo>
                  <a:pt x="14386" y="6469"/>
                </a:lnTo>
                <a:lnTo>
                  <a:pt x="12548" y="7200"/>
                </a:lnTo>
                <a:lnTo>
                  <a:pt x="11646" y="9288"/>
                </a:lnTo>
                <a:lnTo>
                  <a:pt x="11130" y="10757"/>
                </a:lnTo>
                <a:lnTo>
                  <a:pt x="10805" y="12301"/>
                </a:lnTo>
                <a:lnTo>
                  <a:pt x="10473" y="14623"/>
                </a:lnTo>
                <a:lnTo>
                  <a:pt x="10162" y="16927"/>
                </a:lnTo>
                <a:lnTo>
                  <a:pt x="9848" y="19249"/>
                </a:lnTo>
                <a:lnTo>
                  <a:pt x="9531" y="21600"/>
                </a:lnTo>
                <a:lnTo>
                  <a:pt x="7603" y="20441"/>
                </a:lnTo>
                <a:lnTo>
                  <a:pt x="6179" y="19534"/>
                </a:lnTo>
                <a:lnTo>
                  <a:pt x="5006" y="18677"/>
                </a:lnTo>
                <a:lnTo>
                  <a:pt x="3832" y="17665"/>
                </a:lnTo>
                <a:lnTo>
                  <a:pt x="2408" y="16308"/>
                </a:lnTo>
                <a:lnTo>
                  <a:pt x="480" y="14400"/>
                </a:lnTo>
                <a:lnTo>
                  <a:pt x="160" y="11920"/>
                </a:lnTo>
                <a:lnTo>
                  <a:pt x="9" y="9562"/>
                </a:lnTo>
                <a:lnTo>
                  <a:pt x="0" y="7258"/>
                </a:lnTo>
                <a:lnTo>
                  <a:pt x="97" y="4939"/>
                </a:lnTo>
                <a:lnTo>
                  <a:pt x="269" y="2542"/>
                </a:lnTo>
                <a:lnTo>
                  <a:pt x="480" y="0"/>
                </a:lnTo>
                <a:close/>
              </a:path>
            </a:pathLst>
          </a:custGeom>
          <a:solidFill>
            <a:srgbClr val="31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5" name="contour_11723"/>
          <p:cNvSpPr/>
          <p:nvPr/>
        </p:nvSpPr>
        <p:spPr>
          <a:xfrm>
            <a:off x="10060515" y="3009940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9783" y="12069"/>
                </a:lnTo>
                <a:lnTo>
                  <a:pt x="18006" y="13214"/>
                </a:lnTo>
                <a:lnTo>
                  <a:pt x="16246" y="14251"/>
                </a:lnTo>
                <a:lnTo>
                  <a:pt x="14475" y="15196"/>
                </a:lnTo>
                <a:lnTo>
                  <a:pt x="12668" y="16065"/>
                </a:lnTo>
                <a:lnTo>
                  <a:pt x="10800" y="16875"/>
                </a:lnTo>
                <a:lnTo>
                  <a:pt x="9250" y="17577"/>
                </a:lnTo>
                <a:lnTo>
                  <a:pt x="7679" y="18290"/>
                </a:lnTo>
                <a:lnTo>
                  <a:pt x="6145" y="18970"/>
                </a:lnTo>
                <a:lnTo>
                  <a:pt x="4612" y="19640"/>
                </a:lnTo>
                <a:lnTo>
                  <a:pt x="3075" y="20304"/>
                </a:lnTo>
                <a:lnTo>
                  <a:pt x="1536" y="20952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971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6" name="contour_11724"/>
          <p:cNvSpPr/>
          <p:nvPr/>
        </p:nvSpPr>
        <p:spPr>
          <a:xfrm>
            <a:off x="5716872" y="2980789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274"/>
                </a:lnTo>
                <a:lnTo>
                  <a:pt x="3290" y="547"/>
                </a:lnTo>
                <a:lnTo>
                  <a:pt x="4937" y="824"/>
                </a:lnTo>
                <a:lnTo>
                  <a:pt x="6586" y="1098"/>
                </a:lnTo>
                <a:lnTo>
                  <a:pt x="8237" y="1372"/>
                </a:lnTo>
                <a:lnTo>
                  <a:pt x="9890" y="1649"/>
                </a:lnTo>
                <a:lnTo>
                  <a:pt x="11549" y="1926"/>
                </a:lnTo>
                <a:lnTo>
                  <a:pt x="13210" y="2203"/>
                </a:lnTo>
                <a:lnTo>
                  <a:pt x="14875" y="2480"/>
                </a:lnTo>
                <a:lnTo>
                  <a:pt x="16548" y="2758"/>
                </a:lnTo>
                <a:lnTo>
                  <a:pt x="18226" y="3038"/>
                </a:lnTo>
                <a:lnTo>
                  <a:pt x="19908" y="3319"/>
                </a:lnTo>
                <a:lnTo>
                  <a:pt x="21600" y="3600"/>
                </a:lnTo>
                <a:lnTo>
                  <a:pt x="21302" y="5828"/>
                </a:lnTo>
                <a:lnTo>
                  <a:pt x="21005" y="8057"/>
                </a:lnTo>
                <a:lnTo>
                  <a:pt x="20707" y="10292"/>
                </a:lnTo>
                <a:lnTo>
                  <a:pt x="20410" y="12532"/>
                </a:lnTo>
                <a:lnTo>
                  <a:pt x="20110" y="14782"/>
                </a:lnTo>
                <a:lnTo>
                  <a:pt x="19807" y="17042"/>
                </a:lnTo>
                <a:lnTo>
                  <a:pt x="19505" y="19314"/>
                </a:lnTo>
                <a:lnTo>
                  <a:pt x="19200" y="21600"/>
                </a:lnTo>
                <a:lnTo>
                  <a:pt x="18012" y="20707"/>
                </a:lnTo>
                <a:lnTo>
                  <a:pt x="16819" y="19814"/>
                </a:lnTo>
                <a:lnTo>
                  <a:pt x="15617" y="18911"/>
                </a:lnTo>
                <a:lnTo>
                  <a:pt x="14400" y="18000"/>
                </a:lnTo>
                <a:lnTo>
                  <a:pt x="14400" y="15620"/>
                </a:lnTo>
                <a:lnTo>
                  <a:pt x="14400" y="13226"/>
                </a:lnTo>
                <a:lnTo>
                  <a:pt x="14400" y="10800"/>
                </a:lnTo>
                <a:lnTo>
                  <a:pt x="12830" y="9734"/>
                </a:lnTo>
                <a:lnTo>
                  <a:pt x="11671" y="9004"/>
                </a:lnTo>
                <a:lnTo>
                  <a:pt x="10577" y="8424"/>
                </a:lnTo>
                <a:lnTo>
                  <a:pt x="9202" y="7808"/>
                </a:lnTo>
                <a:lnTo>
                  <a:pt x="7200" y="6977"/>
                </a:lnTo>
                <a:lnTo>
                  <a:pt x="5748" y="6354"/>
                </a:lnTo>
                <a:lnTo>
                  <a:pt x="4303" y="5710"/>
                </a:lnTo>
                <a:lnTo>
                  <a:pt x="2861" y="5040"/>
                </a:lnTo>
                <a:lnTo>
                  <a:pt x="1428" y="4338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9498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7" name="contour_11725"/>
          <p:cNvSpPr/>
          <p:nvPr/>
        </p:nvSpPr>
        <p:spPr>
          <a:xfrm>
            <a:off x="4339442" y="2986655"/>
            <a:ext cx="50200" cy="392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82"/>
                </a:moveTo>
                <a:lnTo>
                  <a:pt x="1841" y="658"/>
                </a:lnTo>
                <a:lnTo>
                  <a:pt x="3685" y="549"/>
                </a:lnTo>
                <a:lnTo>
                  <a:pt x="5525" y="449"/>
                </a:lnTo>
                <a:lnTo>
                  <a:pt x="7369" y="361"/>
                </a:lnTo>
                <a:lnTo>
                  <a:pt x="9213" y="281"/>
                </a:lnTo>
                <a:lnTo>
                  <a:pt x="10925" y="188"/>
                </a:lnTo>
                <a:lnTo>
                  <a:pt x="12647" y="96"/>
                </a:lnTo>
                <a:lnTo>
                  <a:pt x="14394" y="0"/>
                </a:lnTo>
                <a:lnTo>
                  <a:pt x="16987" y="509"/>
                </a:lnTo>
                <a:lnTo>
                  <a:pt x="18549" y="1139"/>
                </a:lnTo>
                <a:lnTo>
                  <a:pt x="19712" y="2302"/>
                </a:lnTo>
                <a:lnTo>
                  <a:pt x="21105" y="4415"/>
                </a:lnTo>
                <a:lnTo>
                  <a:pt x="21562" y="7054"/>
                </a:lnTo>
                <a:lnTo>
                  <a:pt x="21600" y="9068"/>
                </a:lnTo>
                <a:lnTo>
                  <a:pt x="21111" y="11482"/>
                </a:lnTo>
                <a:lnTo>
                  <a:pt x="19991" y="15320"/>
                </a:lnTo>
                <a:lnTo>
                  <a:pt x="17856" y="18019"/>
                </a:lnTo>
                <a:lnTo>
                  <a:pt x="16360" y="19691"/>
                </a:lnTo>
                <a:lnTo>
                  <a:pt x="15109" y="20646"/>
                </a:lnTo>
                <a:lnTo>
                  <a:pt x="13707" y="21183"/>
                </a:lnTo>
                <a:lnTo>
                  <a:pt x="11760" y="21600"/>
                </a:lnTo>
                <a:lnTo>
                  <a:pt x="9787" y="21576"/>
                </a:lnTo>
                <a:lnTo>
                  <a:pt x="7827" y="21512"/>
                </a:lnTo>
                <a:lnTo>
                  <a:pt x="5870" y="21408"/>
                </a:lnTo>
                <a:lnTo>
                  <a:pt x="3920" y="21259"/>
                </a:lnTo>
                <a:lnTo>
                  <a:pt x="1963" y="21071"/>
                </a:lnTo>
                <a:lnTo>
                  <a:pt x="0" y="20834"/>
                </a:lnTo>
                <a:lnTo>
                  <a:pt x="1552" y="19511"/>
                </a:lnTo>
                <a:lnTo>
                  <a:pt x="3108" y="18183"/>
                </a:lnTo>
                <a:lnTo>
                  <a:pt x="4669" y="16852"/>
                </a:lnTo>
                <a:lnTo>
                  <a:pt x="6237" y="15516"/>
                </a:lnTo>
                <a:lnTo>
                  <a:pt x="7815" y="14169"/>
                </a:lnTo>
                <a:lnTo>
                  <a:pt x="9408" y="12813"/>
                </a:lnTo>
                <a:lnTo>
                  <a:pt x="7855" y="10828"/>
                </a:lnTo>
                <a:lnTo>
                  <a:pt x="6300" y="8839"/>
                </a:lnTo>
                <a:lnTo>
                  <a:pt x="4738" y="6842"/>
                </a:lnTo>
                <a:lnTo>
                  <a:pt x="3170" y="4837"/>
                </a:lnTo>
                <a:lnTo>
                  <a:pt x="1593" y="2819"/>
                </a:lnTo>
                <a:lnTo>
                  <a:pt x="0" y="782"/>
                </a:lnTo>
                <a:close/>
              </a:path>
            </a:pathLst>
          </a:custGeom>
          <a:solidFill>
            <a:srgbClr val="8E89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8" name="contour_11726"/>
          <p:cNvSpPr/>
          <p:nvPr/>
        </p:nvSpPr>
        <p:spPr>
          <a:xfrm>
            <a:off x="5796326" y="2966213"/>
            <a:ext cx="247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4" y="0"/>
                </a:moveTo>
                <a:lnTo>
                  <a:pt x="11204" y="0"/>
                </a:lnTo>
                <a:lnTo>
                  <a:pt x="15440" y="0"/>
                </a:lnTo>
                <a:lnTo>
                  <a:pt x="19734" y="0"/>
                </a:lnTo>
                <a:lnTo>
                  <a:pt x="20027" y="1855"/>
                </a:lnTo>
                <a:lnTo>
                  <a:pt x="20288" y="3710"/>
                </a:lnTo>
                <a:lnTo>
                  <a:pt x="20524" y="5567"/>
                </a:lnTo>
                <a:lnTo>
                  <a:pt x="20734" y="7425"/>
                </a:lnTo>
                <a:lnTo>
                  <a:pt x="20931" y="9283"/>
                </a:lnTo>
                <a:lnTo>
                  <a:pt x="21148" y="11008"/>
                </a:lnTo>
                <a:lnTo>
                  <a:pt x="21371" y="12744"/>
                </a:lnTo>
                <a:lnTo>
                  <a:pt x="21600" y="14502"/>
                </a:lnTo>
                <a:lnTo>
                  <a:pt x="20982" y="15954"/>
                </a:lnTo>
                <a:lnTo>
                  <a:pt x="20364" y="17418"/>
                </a:lnTo>
                <a:lnTo>
                  <a:pt x="19734" y="18900"/>
                </a:lnTo>
                <a:lnTo>
                  <a:pt x="14956" y="19859"/>
                </a:lnTo>
                <a:lnTo>
                  <a:pt x="11574" y="20479"/>
                </a:lnTo>
                <a:lnTo>
                  <a:pt x="8669" y="20890"/>
                </a:lnTo>
                <a:lnTo>
                  <a:pt x="5325" y="21219"/>
                </a:lnTo>
                <a:lnTo>
                  <a:pt x="624" y="21600"/>
                </a:lnTo>
                <a:lnTo>
                  <a:pt x="529" y="19742"/>
                </a:lnTo>
                <a:lnTo>
                  <a:pt x="440" y="17888"/>
                </a:lnTo>
                <a:lnTo>
                  <a:pt x="363" y="16030"/>
                </a:lnTo>
                <a:lnTo>
                  <a:pt x="293" y="14175"/>
                </a:lnTo>
                <a:lnTo>
                  <a:pt x="229" y="12317"/>
                </a:lnTo>
                <a:lnTo>
                  <a:pt x="153" y="10592"/>
                </a:lnTo>
                <a:lnTo>
                  <a:pt x="76" y="8856"/>
                </a:lnTo>
                <a:lnTo>
                  <a:pt x="0" y="7098"/>
                </a:lnTo>
                <a:lnTo>
                  <a:pt x="459" y="4514"/>
                </a:lnTo>
                <a:lnTo>
                  <a:pt x="1344" y="2913"/>
                </a:lnTo>
                <a:lnTo>
                  <a:pt x="3300" y="1631"/>
                </a:lnTo>
                <a:lnTo>
                  <a:pt x="6994" y="0"/>
                </a:lnTo>
                <a:close/>
              </a:path>
            </a:pathLst>
          </a:custGeom>
          <a:solidFill>
            <a:srgbClr val="929C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29" name="contour_11727"/>
          <p:cNvSpPr/>
          <p:nvPr/>
        </p:nvSpPr>
        <p:spPr>
          <a:xfrm>
            <a:off x="4179106" y="295163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683"/>
                </a:lnTo>
                <a:lnTo>
                  <a:pt x="15379" y="1248"/>
                </a:lnTo>
                <a:lnTo>
                  <a:pt x="17021" y="1905"/>
                </a:lnTo>
                <a:lnTo>
                  <a:pt x="18922" y="2860"/>
                </a:lnTo>
                <a:lnTo>
                  <a:pt x="21600" y="4320"/>
                </a:lnTo>
                <a:lnTo>
                  <a:pt x="21600" y="6886"/>
                </a:lnTo>
                <a:lnTo>
                  <a:pt x="21600" y="9461"/>
                </a:lnTo>
                <a:lnTo>
                  <a:pt x="21600" y="12044"/>
                </a:lnTo>
                <a:lnTo>
                  <a:pt x="21600" y="14649"/>
                </a:lnTo>
                <a:lnTo>
                  <a:pt x="21600" y="17280"/>
                </a:lnTo>
                <a:lnTo>
                  <a:pt x="19224" y="17755"/>
                </a:lnTo>
                <a:lnTo>
                  <a:pt x="16844" y="18230"/>
                </a:lnTo>
                <a:lnTo>
                  <a:pt x="14465" y="18706"/>
                </a:lnTo>
                <a:lnTo>
                  <a:pt x="12078" y="19185"/>
                </a:lnTo>
                <a:lnTo>
                  <a:pt x="9684" y="19665"/>
                </a:lnTo>
                <a:lnTo>
                  <a:pt x="7279" y="20144"/>
                </a:lnTo>
                <a:lnTo>
                  <a:pt x="4867" y="20628"/>
                </a:lnTo>
                <a:lnTo>
                  <a:pt x="2441" y="21112"/>
                </a:lnTo>
                <a:lnTo>
                  <a:pt x="0" y="21600"/>
                </a:lnTo>
                <a:lnTo>
                  <a:pt x="594" y="18749"/>
                </a:lnTo>
                <a:lnTo>
                  <a:pt x="1188" y="15893"/>
                </a:lnTo>
                <a:lnTo>
                  <a:pt x="1786" y="13025"/>
                </a:lnTo>
                <a:lnTo>
                  <a:pt x="2387" y="10143"/>
                </a:lnTo>
                <a:lnTo>
                  <a:pt x="2992" y="7245"/>
                </a:lnTo>
                <a:lnTo>
                  <a:pt x="3600" y="4320"/>
                </a:lnTo>
                <a:lnTo>
                  <a:pt x="5382" y="5391"/>
                </a:lnTo>
                <a:lnTo>
                  <a:pt x="7171" y="6463"/>
                </a:lnTo>
                <a:lnTo>
                  <a:pt x="8975" y="7547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2525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0" name="contour_11728"/>
          <p:cNvSpPr/>
          <p:nvPr/>
        </p:nvSpPr>
        <p:spPr>
          <a:xfrm>
            <a:off x="4332154" y="2937571"/>
            <a:ext cx="45149" cy="432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69" y="798"/>
                </a:moveTo>
                <a:lnTo>
                  <a:pt x="19644" y="2364"/>
                </a:lnTo>
                <a:lnTo>
                  <a:pt x="20624" y="3606"/>
                </a:lnTo>
                <a:lnTo>
                  <a:pt x="21161" y="5176"/>
                </a:lnTo>
                <a:lnTo>
                  <a:pt x="21600" y="7726"/>
                </a:lnTo>
                <a:lnTo>
                  <a:pt x="21541" y="8971"/>
                </a:lnTo>
                <a:lnTo>
                  <a:pt x="21356" y="12720"/>
                </a:lnTo>
                <a:lnTo>
                  <a:pt x="21262" y="15215"/>
                </a:lnTo>
                <a:lnTo>
                  <a:pt x="21164" y="17743"/>
                </a:lnTo>
                <a:lnTo>
                  <a:pt x="21105" y="18704"/>
                </a:lnTo>
                <a:lnTo>
                  <a:pt x="20920" y="21600"/>
                </a:lnTo>
                <a:lnTo>
                  <a:pt x="18619" y="21600"/>
                </a:lnTo>
                <a:lnTo>
                  <a:pt x="16314" y="21600"/>
                </a:lnTo>
                <a:lnTo>
                  <a:pt x="13999" y="21600"/>
                </a:lnTo>
                <a:lnTo>
                  <a:pt x="11673" y="21600"/>
                </a:lnTo>
                <a:lnTo>
                  <a:pt x="9334" y="21600"/>
                </a:lnTo>
                <a:lnTo>
                  <a:pt x="6973" y="21600"/>
                </a:lnTo>
                <a:lnTo>
                  <a:pt x="6973" y="19192"/>
                </a:lnTo>
                <a:lnTo>
                  <a:pt x="6973" y="16770"/>
                </a:lnTo>
                <a:lnTo>
                  <a:pt x="6973" y="14315"/>
                </a:lnTo>
                <a:lnTo>
                  <a:pt x="4669" y="14315"/>
                </a:lnTo>
                <a:lnTo>
                  <a:pt x="2350" y="14315"/>
                </a:lnTo>
                <a:lnTo>
                  <a:pt x="0" y="14315"/>
                </a:lnTo>
                <a:lnTo>
                  <a:pt x="0" y="11907"/>
                </a:lnTo>
                <a:lnTo>
                  <a:pt x="0" y="9485"/>
                </a:lnTo>
                <a:lnTo>
                  <a:pt x="0" y="7030"/>
                </a:lnTo>
                <a:lnTo>
                  <a:pt x="1681" y="5595"/>
                </a:lnTo>
                <a:lnTo>
                  <a:pt x="2922" y="4666"/>
                </a:lnTo>
                <a:lnTo>
                  <a:pt x="4337" y="3836"/>
                </a:lnTo>
                <a:lnTo>
                  <a:pt x="6538" y="2703"/>
                </a:lnTo>
                <a:lnTo>
                  <a:pt x="8361" y="1723"/>
                </a:lnTo>
                <a:lnTo>
                  <a:pt x="10216" y="725"/>
                </a:lnTo>
                <a:lnTo>
                  <a:pt x="12434" y="175"/>
                </a:lnTo>
                <a:lnTo>
                  <a:pt x="13971" y="0"/>
                </a:lnTo>
                <a:lnTo>
                  <a:pt x="15544" y="204"/>
                </a:lnTo>
                <a:lnTo>
                  <a:pt x="17869" y="798"/>
                </a:lnTo>
                <a:close/>
              </a:path>
            </a:pathLst>
          </a:custGeom>
          <a:solidFill>
            <a:srgbClr val="D6DC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1" name="contour_11729"/>
          <p:cNvSpPr/>
          <p:nvPr/>
        </p:nvSpPr>
        <p:spPr>
          <a:xfrm>
            <a:off x="4266562" y="2942235"/>
            <a:ext cx="58384" cy="38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4"/>
                </a:moveTo>
                <a:lnTo>
                  <a:pt x="1922" y="853"/>
                </a:lnTo>
                <a:lnTo>
                  <a:pt x="3823" y="555"/>
                </a:lnTo>
                <a:lnTo>
                  <a:pt x="5711" y="306"/>
                </a:lnTo>
                <a:lnTo>
                  <a:pt x="7587" y="118"/>
                </a:lnTo>
                <a:lnTo>
                  <a:pt x="9459" y="12"/>
                </a:lnTo>
                <a:lnTo>
                  <a:pt x="11327" y="0"/>
                </a:lnTo>
                <a:lnTo>
                  <a:pt x="13198" y="94"/>
                </a:lnTo>
                <a:lnTo>
                  <a:pt x="15078" y="314"/>
                </a:lnTo>
                <a:lnTo>
                  <a:pt x="16968" y="674"/>
                </a:lnTo>
                <a:lnTo>
                  <a:pt x="18874" y="1184"/>
                </a:lnTo>
                <a:lnTo>
                  <a:pt x="19767" y="3638"/>
                </a:lnTo>
                <a:lnTo>
                  <a:pt x="20446" y="6080"/>
                </a:lnTo>
                <a:lnTo>
                  <a:pt x="20939" y="8526"/>
                </a:lnTo>
                <a:lnTo>
                  <a:pt x="21276" y="11000"/>
                </a:lnTo>
                <a:lnTo>
                  <a:pt x="21481" y="13523"/>
                </a:lnTo>
                <a:lnTo>
                  <a:pt x="21581" y="16116"/>
                </a:lnTo>
                <a:lnTo>
                  <a:pt x="21600" y="18803"/>
                </a:lnTo>
                <a:lnTo>
                  <a:pt x="21570" y="21600"/>
                </a:lnTo>
                <a:lnTo>
                  <a:pt x="19788" y="21600"/>
                </a:lnTo>
                <a:lnTo>
                  <a:pt x="17995" y="21600"/>
                </a:lnTo>
                <a:lnTo>
                  <a:pt x="16178" y="21600"/>
                </a:lnTo>
                <a:lnTo>
                  <a:pt x="16178" y="19175"/>
                </a:lnTo>
                <a:lnTo>
                  <a:pt x="16178" y="16741"/>
                </a:lnTo>
                <a:lnTo>
                  <a:pt x="16178" y="14299"/>
                </a:lnTo>
                <a:lnTo>
                  <a:pt x="16178" y="11837"/>
                </a:lnTo>
                <a:lnTo>
                  <a:pt x="16178" y="9350"/>
                </a:lnTo>
                <a:lnTo>
                  <a:pt x="14576" y="9350"/>
                </a:lnTo>
                <a:lnTo>
                  <a:pt x="12969" y="9350"/>
                </a:lnTo>
                <a:lnTo>
                  <a:pt x="11357" y="9350"/>
                </a:lnTo>
                <a:lnTo>
                  <a:pt x="9731" y="9350"/>
                </a:lnTo>
                <a:lnTo>
                  <a:pt x="8089" y="9350"/>
                </a:lnTo>
                <a:lnTo>
                  <a:pt x="8089" y="12049"/>
                </a:lnTo>
                <a:lnTo>
                  <a:pt x="8089" y="14765"/>
                </a:lnTo>
                <a:lnTo>
                  <a:pt x="8089" y="17517"/>
                </a:lnTo>
                <a:lnTo>
                  <a:pt x="6307" y="17517"/>
                </a:lnTo>
                <a:lnTo>
                  <a:pt x="4514" y="17517"/>
                </a:lnTo>
                <a:lnTo>
                  <a:pt x="2696" y="17517"/>
                </a:lnTo>
                <a:lnTo>
                  <a:pt x="1890" y="14834"/>
                </a:lnTo>
                <a:lnTo>
                  <a:pt x="1453" y="12715"/>
                </a:lnTo>
                <a:lnTo>
                  <a:pt x="1011" y="9350"/>
                </a:lnTo>
                <a:lnTo>
                  <a:pt x="706" y="7072"/>
                </a:lnTo>
                <a:lnTo>
                  <a:pt x="399" y="4757"/>
                </a:lnTo>
                <a:lnTo>
                  <a:pt x="200" y="2985"/>
                </a:lnTo>
                <a:lnTo>
                  <a:pt x="0" y="1184"/>
                </a:lnTo>
                <a:close/>
              </a:path>
            </a:pathLst>
          </a:custGeom>
          <a:solidFill>
            <a:srgbClr val="8885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2" name="contour_11730"/>
          <p:cNvSpPr/>
          <p:nvPr/>
        </p:nvSpPr>
        <p:spPr>
          <a:xfrm>
            <a:off x="4026058" y="2944349"/>
            <a:ext cx="58304" cy="30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18514" y="5168"/>
                </a:lnTo>
                <a:lnTo>
                  <a:pt x="15962" y="9405"/>
                </a:lnTo>
                <a:lnTo>
                  <a:pt x="13862" y="12803"/>
                </a:lnTo>
                <a:lnTo>
                  <a:pt x="12134" y="15468"/>
                </a:lnTo>
                <a:lnTo>
                  <a:pt x="10692" y="17489"/>
                </a:lnTo>
                <a:lnTo>
                  <a:pt x="9463" y="18966"/>
                </a:lnTo>
                <a:lnTo>
                  <a:pt x="8359" y="19992"/>
                </a:lnTo>
                <a:lnTo>
                  <a:pt x="7301" y="20673"/>
                </a:lnTo>
                <a:lnTo>
                  <a:pt x="6210" y="21108"/>
                </a:lnTo>
                <a:lnTo>
                  <a:pt x="5000" y="21380"/>
                </a:lnTo>
                <a:lnTo>
                  <a:pt x="3596" y="21600"/>
                </a:lnTo>
                <a:lnTo>
                  <a:pt x="1812" y="21275"/>
                </a:lnTo>
                <a:lnTo>
                  <a:pt x="0" y="20945"/>
                </a:lnTo>
                <a:lnTo>
                  <a:pt x="0" y="17489"/>
                </a:lnTo>
                <a:lnTo>
                  <a:pt x="0" y="14028"/>
                </a:lnTo>
                <a:lnTo>
                  <a:pt x="0" y="10551"/>
                </a:lnTo>
                <a:lnTo>
                  <a:pt x="0" y="7059"/>
                </a:lnTo>
                <a:lnTo>
                  <a:pt x="0" y="3545"/>
                </a:lnTo>
                <a:lnTo>
                  <a:pt x="0" y="0"/>
                </a:lnTo>
                <a:close/>
              </a:path>
            </a:pathLst>
          </a:custGeom>
          <a:solidFill>
            <a:srgbClr val="D2C6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3" name="contour_11731"/>
          <p:cNvSpPr/>
          <p:nvPr/>
        </p:nvSpPr>
        <p:spPr>
          <a:xfrm>
            <a:off x="11437945" y="2922485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920" y="1901"/>
                </a:lnTo>
                <a:lnTo>
                  <a:pt x="12242" y="3802"/>
                </a:lnTo>
                <a:lnTo>
                  <a:pt x="13565" y="5707"/>
                </a:lnTo>
                <a:lnTo>
                  <a:pt x="14890" y="7620"/>
                </a:lnTo>
                <a:lnTo>
                  <a:pt x="16222" y="9534"/>
                </a:lnTo>
                <a:lnTo>
                  <a:pt x="17556" y="11457"/>
                </a:lnTo>
                <a:lnTo>
                  <a:pt x="18898" y="13388"/>
                </a:lnTo>
                <a:lnTo>
                  <a:pt x="20244" y="15327"/>
                </a:lnTo>
                <a:lnTo>
                  <a:pt x="21600" y="17280"/>
                </a:lnTo>
                <a:lnTo>
                  <a:pt x="20016" y="17639"/>
                </a:lnTo>
                <a:lnTo>
                  <a:pt x="18432" y="17993"/>
                </a:lnTo>
                <a:lnTo>
                  <a:pt x="16846" y="18351"/>
                </a:lnTo>
                <a:lnTo>
                  <a:pt x="15257" y="18706"/>
                </a:lnTo>
                <a:lnTo>
                  <a:pt x="13666" y="19064"/>
                </a:lnTo>
                <a:lnTo>
                  <a:pt x="12072" y="19423"/>
                </a:lnTo>
                <a:lnTo>
                  <a:pt x="10474" y="19781"/>
                </a:lnTo>
                <a:lnTo>
                  <a:pt x="8870" y="20144"/>
                </a:lnTo>
                <a:lnTo>
                  <a:pt x="7262" y="20507"/>
                </a:lnTo>
                <a:lnTo>
                  <a:pt x="5650" y="20870"/>
                </a:lnTo>
                <a:lnTo>
                  <a:pt x="4027" y="21233"/>
                </a:lnTo>
                <a:lnTo>
                  <a:pt x="2400" y="21600"/>
                </a:lnTo>
                <a:lnTo>
                  <a:pt x="2004" y="18749"/>
                </a:lnTo>
                <a:lnTo>
                  <a:pt x="1608" y="15893"/>
                </a:lnTo>
                <a:lnTo>
                  <a:pt x="1210" y="13025"/>
                </a:lnTo>
                <a:lnTo>
                  <a:pt x="809" y="10143"/>
                </a:lnTo>
                <a:lnTo>
                  <a:pt x="406" y="7245"/>
                </a:lnTo>
                <a:lnTo>
                  <a:pt x="0" y="4320"/>
                </a:lnTo>
                <a:lnTo>
                  <a:pt x="1584" y="5033"/>
                </a:lnTo>
                <a:lnTo>
                  <a:pt x="3170" y="5746"/>
                </a:lnTo>
                <a:lnTo>
                  <a:pt x="4764" y="6463"/>
                </a:lnTo>
                <a:lnTo>
                  <a:pt x="6365" y="7184"/>
                </a:lnTo>
                <a:lnTo>
                  <a:pt x="7975" y="7910"/>
                </a:lnTo>
                <a:lnTo>
                  <a:pt x="9600" y="8640"/>
                </a:lnTo>
                <a:lnTo>
                  <a:pt x="9600" y="5784"/>
                </a:lnTo>
                <a:lnTo>
                  <a:pt x="9600" y="2912"/>
                </a:lnTo>
                <a:lnTo>
                  <a:pt x="9600" y="0"/>
                </a:lnTo>
                <a:close/>
              </a:path>
            </a:pathLst>
          </a:custGeom>
          <a:solidFill>
            <a:srgbClr val="9DA0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4" name="contour_11732"/>
          <p:cNvSpPr/>
          <p:nvPr/>
        </p:nvSpPr>
        <p:spPr>
          <a:xfrm>
            <a:off x="4010870" y="2907909"/>
            <a:ext cx="7349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" y="0"/>
                </a:moveTo>
                <a:lnTo>
                  <a:pt x="1611" y="373"/>
                </a:lnTo>
                <a:lnTo>
                  <a:pt x="3040" y="785"/>
                </a:lnTo>
                <a:lnTo>
                  <a:pt x="4464" y="1237"/>
                </a:lnTo>
                <a:lnTo>
                  <a:pt x="5659" y="1585"/>
                </a:lnTo>
                <a:lnTo>
                  <a:pt x="6874" y="1934"/>
                </a:lnTo>
                <a:lnTo>
                  <a:pt x="7339" y="2441"/>
                </a:lnTo>
                <a:lnTo>
                  <a:pt x="8748" y="3963"/>
                </a:lnTo>
                <a:lnTo>
                  <a:pt x="8748" y="6318"/>
                </a:lnTo>
                <a:lnTo>
                  <a:pt x="8748" y="8680"/>
                </a:lnTo>
                <a:lnTo>
                  <a:pt x="8748" y="11050"/>
                </a:lnTo>
                <a:lnTo>
                  <a:pt x="8748" y="13440"/>
                </a:lnTo>
                <a:lnTo>
                  <a:pt x="8748" y="15853"/>
                </a:lnTo>
                <a:lnTo>
                  <a:pt x="10162" y="15853"/>
                </a:lnTo>
                <a:lnTo>
                  <a:pt x="11578" y="15853"/>
                </a:lnTo>
                <a:lnTo>
                  <a:pt x="12993" y="15853"/>
                </a:lnTo>
                <a:lnTo>
                  <a:pt x="14414" y="15853"/>
                </a:lnTo>
                <a:lnTo>
                  <a:pt x="15838" y="15853"/>
                </a:lnTo>
                <a:lnTo>
                  <a:pt x="17269" y="15853"/>
                </a:lnTo>
                <a:lnTo>
                  <a:pt x="18704" y="15853"/>
                </a:lnTo>
                <a:lnTo>
                  <a:pt x="20148" y="15853"/>
                </a:lnTo>
                <a:lnTo>
                  <a:pt x="21600" y="15853"/>
                </a:lnTo>
                <a:lnTo>
                  <a:pt x="21600" y="17819"/>
                </a:lnTo>
                <a:lnTo>
                  <a:pt x="21600" y="19817"/>
                </a:lnTo>
                <a:lnTo>
                  <a:pt x="18565" y="20324"/>
                </a:lnTo>
                <a:lnTo>
                  <a:pt x="15984" y="20748"/>
                </a:lnTo>
                <a:lnTo>
                  <a:pt x="13799" y="21089"/>
                </a:lnTo>
                <a:lnTo>
                  <a:pt x="11961" y="21342"/>
                </a:lnTo>
                <a:lnTo>
                  <a:pt x="10419" y="21513"/>
                </a:lnTo>
                <a:lnTo>
                  <a:pt x="9114" y="21600"/>
                </a:lnTo>
                <a:lnTo>
                  <a:pt x="8000" y="21600"/>
                </a:lnTo>
                <a:lnTo>
                  <a:pt x="7021" y="21513"/>
                </a:lnTo>
                <a:lnTo>
                  <a:pt x="6126" y="21342"/>
                </a:lnTo>
                <a:lnTo>
                  <a:pt x="5261" y="21089"/>
                </a:lnTo>
                <a:lnTo>
                  <a:pt x="4374" y="20748"/>
                </a:lnTo>
                <a:lnTo>
                  <a:pt x="3412" y="20324"/>
                </a:lnTo>
                <a:lnTo>
                  <a:pt x="2322" y="19817"/>
                </a:lnTo>
                <a:lnTo>
                  <a:pt x="1487" y="17454"/>
                </a:lnTo>
                <a:lnTo>
                  <a:pt x="865" y="15120"/>
                </a:lnTo>
                <a:lnTo>
                  <a:pt x="431" y="12786"/>
                </a:lnTo>
                <a:lnTo>
                  <a:pt x="161" y="10416"/>
                </a:lnTo>
                <a:lnTo>
                  <a:pt x="26" y="7986"/>
                </a:lnTo>
                <a:lnTo>
                  <a:pt x="0" y="5457"/>
                </a:lnTo>
                <a:lnTo>
                  <a:pt x="60" y="2810"/>
                </a:lnTo>
                <a:lnTo>
                  <a:pt x="180" y="0"/>
                </a:lnTo>
                <a:close/>
              </a:path>
            </a:pathLst>
          </a:custGeom>
          <a:solidFill>
            <a:srgbClr val="AB99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5" name="contour_11733"/>
          <p:cNvSpPr/>
          <p:nvPr/>
        </p:nvSpPr>
        <p:spPr>
          <a:xfrm>
            <a:off x="4601809" y="291519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41" y="5155"/>
                </a:lnTo>
                <a:lnTo>
                  <a:pt x="19850" y="9198"/>
                </a:lnTo>
                <a:lnTo>
                  <a:pt x="19155" y="12298"/>
                </a:lnTo>
                <a:lnTo>
                  <a:pt x="18490" y="14627"/>
                </a:lnTo>
                <a:lnTo>
                  <a:pt x="17777" y="16348"/>
                </a:lnTo>
                <a:lnTo>
                  <a:pt x="16952" y="17636"/>
                </a:lnTo>
                <a:lnTo>
                  <a:pt x="15941" y="18659"/>
                </a:lnTo>
                <a:lnTo>
                  <a:pt x="14679" y="19588"/>
                </a:lnTo>
                <a:lnTo>
                  <a:pt x="13094" y="20588"/>
                </a:lnTo>
                <a:lnTo>
                  <a:pt x="11988" y="20840"/>
                </a:lnTo>
                <a:lnTo>
                  <a:pt x="8640" y="21600"/>
                </a:lnTo>
                <a:lnTo>
                  <a:pt x="5772" y="19588"/>
                </a:lnTo>
                <a:lnTo>
                  <a:pt x="3914" y="18166"/>
                </a:lnTo>
                <a:lnTo>
                  <a:pt x="2259" y="16664"/>
                </a:lnTo>
                <a:lnTo>
                  <a:pt x="0" y="14400"/>
                </a:lnTo>
                <a:lnTo>
                  <a:pt x="2856" y="14400"/>
                </a:lnTo>
                <a:lnTo>
                  <a:pt x="5728" y="14400"/>
                </a:lnTo>
                <a:lnTo>
                  <a:pt x="8640" y="14400"/>
                </a:lnTo>
                <a:lnTo>
                  <a:pt x="8640" y="12020"/>
                </a:lnTo>
                <a:lnTo>
                  <a:pt x="8640" y="9626"/>
                </a:lnTo>
                <a:lnTo>
                  <a:pt x="8640" y="7200"/>
                </a:lnTo>
                <a:lnTo>
                  <a:pt x="5784" y="7200"/>
                </a:lnTo>
                <a:lnTo>
                  <a:pt x="2912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C5CE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6" name="contour_11734"/>
          <p:cNvSpPr/>
          <p:nvPr/>
        </p:nvSpPr>
        <p:spPr>
          <a:xfrm>
            <a:off x="1672037" y="2922485"/>
            <a:ext cx="65592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4686"/>
                </a:lnTo>
                <a:lnTo>
                  <a:pt x="21600" y="9400"/>
                </a:lnTo>
                <a:lnTo>
                  <a:pt x="21600" y="14178"/>
                </a:lnTo>
                <a:lnTo>
                  <a:pt x="20028" y="15043"/>
                </a:lnTo>
                <a:lnTo>
                  <a:pt x="18454" y="15886"/>
                </a:lnTo>
                <a:lnTo>
                  <a:pt x="16882" y="16709"/>
                </a:lnTo>
                <a:lnTo>
                  <a:pt x="15305" y="17510"/>
                </a:lnTo>
                <a:lnTo>
                  <a:pt x="13728" y="18289"/>
                </a:lnTo>
                <a:lnTo>
                  <a:pt x="12149" y="19055"/>
                </a:lnTo>
                <a:lnTo>
                  <a:pt x="10802" y="19828"/>
                </a:lnTo>
                <a:lnTo>
                  <a:pt x="9437" y="20615"/>
                </a:lnTo>
                <a:lnTo>
                  <a:pt x="8131" y="21182"/>
                </a:lnTo>
                <a:lnTo>
                  <a:pt x="7114" y="21501"/>
                </a:lnTo>
                <a:lnTo>
                  <a:pt x="6043" y="21600"/>
                </a:lnTo>
                <a:lnTo>
                  <a:pt x="4584" y="21515"/>
                </a:lnTo>
                <a:lnTo>
                  <a:pt x="2400" y="21267"/>
                </a:lnTo>
                <a:lnTo>
                  <a:pt x="1925" y="17056"/>
                </a:lnTo>
                <a:lnTo>
                  <a:pt x="1447" y="12831"/>
                </a:lnTo>
                <a:lnTo>
                  <a:pt x="970" y="8592"/>
                </a:lnTo>
                <a:lnTo>
                  <a:pt x="487" y="4317"/>
                </a:lnTo>
                <a:lnTo>
                  <a:pt x="0" y="0"/>
                </a:lnTo>
                <a:close/>
              </a:path>
            </a:pathLst>
          </a:custGeom>
          <a:solidFill>
            <a:srgbClr val="5553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7" name="contour_11735"/>
          <p:cNvSpPr/>
          <p:nvPr/>
        </p:nvSpPr>
        <p:spPr>
          <a:xfrm>
            <a:off x="9980347" y="2894652"/>
            <a:ext cx="80168" cy="278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65" y="6312"/>
                </a:moveTo>
                <a:lnTo>
                  <a:pt x="21080" y="8789"/>
                </a:lnTo>
                <a:lnTo>
                  <a:pt x="21445" y="11204"/>
                </a:lnTo>
                <a:lnTo>
                  <a:pt x="21580" y="15000"/>
                </a:lnTo>
                <a:lnTo>
                  <a:pt x="21600" y="21600"/>
                </a:lnTo>
                <a:lnTo>
                  <a:pt x="20245" y="20887"/>
                </a:lnTo>
                <a:lnTo>
                  <a:pt x="18869" y="20163"/>
                </a:lnTo>
                <a:lnTo>
                  <a:pt x="17410" y="19473"/>
                </a:lnTo>
                <a:lnTo>
                  <a:pt x="15996" y="18840"/>
                </a:lnTo>
                <a:lnTo>
                  <a:pt x="14615" y="18274"/>
                </a:lnTo>
                <a:lnTo>
                  <a:pt x="13266" y="17799"/>
                </a:lnTo>
                <a:lnTo>
                  <a:pt x="11941" y="17420"/>
                </a:lnTo>
                <a:lnTo>
                  <a:pt x="10633" y="17171"/>
                </a:lnTo>
                <a:lnTo>
                  <a:pt x="9335" y="17058"/>
                </a:lnTo>
                <a:lnTo>
                  <a:pt x="8041" y="17098"/>
                </a:lnTo>
                <a:lnTo>
                  <a:pt x="6743" y="17313"/>
                </a:lnTo>
                <a:lnTo>
                  <a:pt x="5439" y="17720"/>
                </a:lnTo>
                <a:lnTo>
                  <a:pt x="4118" y="18337"/>
                </a:lnTo>
                <a:lnTo>
                  <a:pt x="2777" y="19174"/>
                </a:lnTo>
                <a:lnTo>
                  <a:pt x="1406" y="20260"/>
                </a:lnTo>
                <a:lnTo>
                  <a:pt x="0" y="21600"/>
                </a:lnTo>
                <a:lnTo>
                  <a:pt x="0" y="17861"/>
                </a:lnTo>
                <a:lnTo>
                  <a:pt x="0" y="14100"/>
                </a:lnTo>
                <a:lnTo>
                  <a:pt x="0" y="10288"/>
                </a:lnTo>
                <a:lnTo>
                  <a:pt x="1345" y="8393"/>
                </a:lnTo>
                <a:lnTo>
                  <a:pt x="2694" y="6634"/>
                </a:lnTo>
                <a:lnTo>
                  <a:pt x="4049" y="5034"/>
                </a:lnTo>
                <a:lnTo>
                  <a:pt x="5408" y="3614"/>
                </a:lnTo>
                <a:lnTo>
                  <a:pt x="6769" y="2392"/>
                </a:lnTo>
                <a:lnTo>
                  <a:pt x="8131" y="1403"/>
                </a:lnTo>
                <a:lnTo>
                  <a:pt x="9496" y="656"/>
                </a:lnTo>
                <a:lnTo>
                  <a:pt x="10861" y="181"/>
                </a:lnTo>
                <a:lnTo>
                  <a:pt x="12226" y="0"/>
                </a:lnTo>
                <a:lnTo>
                  <a:pt x="13590" y="130"/>
                </a:lnTo>
                <a:lnTo>
                  <a:pt x="14951" y="605"/>
                </a:lnTo>
                <a:lnTo>
                  <a:pt x="16310" y="1437"/>
                </a:lnTo>
                <a:lnTo>
                  <a:pt x="17667" y="2647"/>
                </a:lnTo>
                <a:lnTo>
                  <a:pt x="19018" y="4265"/>
                </a:lnTo>
                <a:lnTo>
                  <a:pt x="20365" y="6312"/>
                </a:lnTo>
                <a:close/>
              </a:path>
            </a:pathLst>
          </a:custGeom>
          <a:solidFill>
            <a:srgbClr val="5259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8" name="contour_11736"/>
          <p:cNvSpPr/>
          <p:nvPr/>
        </p:nvSpPr>
        <p:spPr>
          <a:xfrm>
            <a:off x="4186394" y="2891241"/>
            <a:ext cx="65592" cy="31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46"/>
                </a:moveTo>
                <a:lnTo>
                  <a:pt x="3516" y="917"/>
                </a:lnTo>
                <a:lnTo>
                  <a:pt x="6461" y="494"/>
                </a:lnTo>
                <a:lnTo>
                  <a:pt x="8899" y="197"/>
                </a:lnTo>
                <a:lnTo>
                  <a:pt x="10901" y="25"/>
                </a:lnTo>
                <a:lnTo>
                  <a:pt x="12526" y="0"/>
                </a:lnTo>
                <a:lnTo>
                  <a:pt x="13846" y="126"/>
                </a:lnTo>
                <a:lnTo>
                  <a:pt x="14921" y="423"/>
                </a:lnTo>
                <a:lnTo>
                  <a:pt x="15821" y="897"/>
                </a:lnTo>
                <a:lnTo>
                  <a:pt x="16613" y="1562"/>
                </a:lnTo>
                <a:lnTo>
                  <a:pt x="17359" y="2429"/>
                </a:lnTo>
                <a:lnTo>
                  <a:pt x="18127" y="3507"/>
                </a:lnTo>
                <a:lnTo>
                  <a:pt x="18984" y="4812"/>
                </a:lnTo>
                <a:lnTo>
                  <a:pt x="19738" y="7351"/>
                </a:lnTo>
                <a:lnTo>
                  <a:pt x="20261" y="9427"/>
                </a:lnTo>
                <a:lnTo>
                  <a:pt x="20801" y="12128"/>
                </a:lnTo>
                <a:lnTo>
                  <a:pt x="21600" y="16562"/>
                </a:lnTo>
                <a:lnTo>
                  <a:pt x="20114" y="17186"/>
                </a:lnTo>
                <a:lnTo>
                  <a:pt x="18629" y="17811"/>
                </a:lnTo>
                <a:lnTo>
                  <a:pt x="17138" y="18436"/>
                </a:lnTo>
                <a:lnTo>
                  <a:pt x="15646" y="19061"/>
                </a:lnTo>
                <a:lnTo>
                  <a:pt x="14146" y="19690"/>
                </a:lnTo>
                <a:lnTo>
                  <a:pt x="12638" y="20325"/>
                </a:lnTo>
                <a:lnTo>
                  <a:pt x="11124" y="20960"/>
                </a:lnTo>
                <a:lnTo>
                  <a:pt x="9600" y="21600"/>
                </a:lnTo>
                <a:lnTo>
                  <a:pt x="9600" y="18270"/>
                </a:lnTo>
                <a:lnTo>
                  <a:pt x="9600" y="14919"/>
                </a:lnTo>
                <a:lnTo>
                  <a:pt x="9600" y="11523"/>
                </a:lnTo>
                <a:lnTo>
                  <a:pt x="8016" y="11523"/>
                </a:lnTo>
                <a:lnTo>
                  <a:pt x="6430" y="11523"/>
                </a:lnTo>
                <a:lnTo>
                  <a:pt x="4836" y="11523"/>
                </a:lnTo>
                <a:lnTo>
                  <a:pt x="3235" y="11523"/>
                </a:lnTo>
                <a:lnTo>
                  <a:pt x="1625" y="11523"/>
                </a:lnTo>
                <a:lnTo>
                  <a:pt x="0" y="11523"/>
                </a:lnTo>
                <a:lnTo>
                  <a:pt x="0" y="8193"/>
                </a:lnTo>
                <a:lnTo>
                  <a:pt x="0" y="4842"/>
                </a:lnTo>
                <a:lnTo>
                  <a:pt x="0" y="1446"/>
                </a:lnTo>
                <a:close/>
              </a:path>
            </a:pathLst>
          </a:custGeom>
          <a:solidFill>
            <a:srgbClr val="8F89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39" name="contour_11737"/>
          <p:cNvSpPr/>
          <p:nvPr/>
        </p:nvSpPr>
        <p:spPr>
          <a:xfrm>
            <a:off x="1642885" y="2878341"/>
            <a:ext cx="51016" cy="29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3"/>
                </a:moveTo>
                <a:lnTo>
                  <a:pt x="21600" y="3817"/>
                </a:lnTo>
                <a:lnTo>
                  <a:pt x="21600" y="7337"/>
                </a:lnTo>
                <a:lnTo>
                  <a:pt x="21600" y="10872"/>
                </a:lnTo>
                <a:lnTo>
                  <a:pt x="21600" y="14423"/>
                </a:lnTo>
                <a:lnTo>
                  <a:pt x="21600" y="17996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081"/>
                </a:lnTo>
                <a:lnTo>
                  <a:pt x="0" y="14540"/>
                </a:lnTo>
                <a:lnTo>
                  <a:pt x="0" y="10952"/>
                </a:lnTo>
                <a:lnTo>
                  <a:pt x="1740" y="8662"/>
                </a:lnTo>
                <a:lnTo>
                  <a:pt x="3527" y="6655"/>
                </a:lnTo>
                <a:lnTo>
                  <a:pt x="5363" y="4919"/>
                </a:lnTo>
                <a:lnTo>
                  <a:pt x="7242" y="3461"/>
                </a:lnTo>
                <a:lnTo>
                  <a:pt x="9171" y="2263"/>
                </a:lnTo>
                <a:lnTo>
                  <a:pt x="11139" y="1326"/>
                </a:lnTo>
                <a:lnTo>
                  <a:pt x="13151" y="639"/>
                </a:lnTo>
                <a:lnTo>
                  <a:pt x="15203" y="202"/>
                </a:lnTo>
                <a:lnTo>
                  <a:pt x="17299" y="0"/>
                </a:lnTo>
                <a:lnTo>
                  <a:pt x="19431" y="37"/>
                </a:lnTo>
                <a:lnTo>
                  <a:pt x="21600" y="303"/>
                </a:lnTo>
                <a:close/>
              </a:path>
            </a:pathLst>
          </a:custGeom>
          <a:solidFill>
            <a:srgbClr val="A1A1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0" name="contour_11738"/>
          <p:cNvSpPr/>
          <p:nvPr/>
        </p:nvSpPr>
        <p:spPr>
          <a:xfrm>
            <a:off x="4776721" y="2856893"/>
            <a:ext cx="4379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95" y="0"/>
                </a:moveTo>
                <a:lnTo>
                  <a:pt x="7710" y="540"/>
                </a:lnTo>
                <a:lnTo>
                  <a:pt x="10604" y="972"/>
                </a:lnTo>
                <a:lnTo>
                  <a:pt x="12678" y="1393"/>
                </a:lnTo>
                <a:lnTo>
                  <a:pt x="14332" y="1904"/>
                </a:lnTo>
                <a:lnTo>
                  <a:pt x="15964" y="2606"/>
                </a:lnTo>
                <a:lnTo>
                  <a:pt x="17973" y="3600"/>
                </a:lnTo>
                <a:lnTo>
                  <a:pt x="19238" y="5908"/>
                </a:lnTo>
                <a:lnTo>
                  <a:pt x="20227" y="8194"/>
                </a:lnTo>
                <a:lnTo>
                  <a:pt x="20942" y="10505"/>
                </a:lnTo>
                <a:lnTo>
                  <a:pt x="21395" y="12881"/>
                </a:lnTo>
                <a:lnTo>
                  <a:pt x="21600" y="15365"/>
                </a:lnTo>
                <a:lnTo>
                  <a:pt x="21568" y="18000"/>
                </a:lnTo>
                <a:lnTo>
                  <a:pt x="19558" y="19577"/>
                </a:lnTo>
                <a:lnTo>
                  <a:pt x="18142" y="20477"/>
                </a:lnTo>
                <a:lnTo>
                  <a:pt x="16639" y="21038"/>
                </a:lnTo>
                <a:lnTo>
                  <a:pt x="14378" y="21600"/>
                </a:lnTo>
                <a:lnTo>
                  <a:pt x="14378" y="19220"/>
                </a:lnTo>
                <a:lnTo>
                  <a:pt x="14378" y="16826"/>
                </a:lnTo>
                <a:lnTo>
                  <a:pt x="14378" y="14400"/>
                </a:lnTo>
                <a:lnTo>
                  <a:pt x="12017" y="13324"/>
                </a:lnTo>
                <a:lnTo>
                  <a:pt x="10151" y="12740"/>
                </a:lnTo>
                <a:lnTo>
                  <a:pt x="7189" y="12150"/>
                </a:lnTo>
                <a:lnTo>
                  <a:pt x="5183" y="11743"/>
                </a:lnTo>
                <a:lnTo>
                  <a:pt x="3145" y="11333"/>
                </a:lnTo>
                <a:lnTo>
                  <a:pt x="1585" y="11066"/>
                </a:lnTo>
                <a:lnTo>
                  <a:pt x="0" y="10800"/>
                </a:lnTo>
                <a:lnTo>
                  <a:pt x="712" y="8662"/>
                </a:lnTo>
                <a:lnTo>
                  <a:pt x="1427" y="6516"/>
                </a:lnTo>
                <a:lnTo>
                  <a:pt x="2142" y="4363"/>
                </a:lnTo>
                <a:lnTo>
                  <a:pt x="2865" y="2192"/>
                </a:lnTo>
                <a:lnTo>
                  <a:pt x="3595" y="0"/>
                </a:lnTo>
                <a:close/>
              </a:path>
            </a:pathLst>
          </a:custGeom>
          <a:solidFill>
            <a:srgbClr val="8F87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1" name="contour_11739"/>
          <p:cNvSpPr/>
          <p:nvPr/>
        </p:nvSpPr>
        <p:spPr>
          <a:xfrm>
            <a:off x="3975042" y="286418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594"/>
                </a:lnTo>
                <a:lnTo>
                  <a:pt x="11956" y="1188"/>
                </a:lnTo>
                <a:lnTo>
                  <a:pt x="14346" y="1786"/>
                </a:lnTo>
                <a:lnTo>
                  <a:pt x="16747" y="2387"/>
                </a:lnTo>
                <a:lnTo>
                  <a:pt x="19163" y="2992"/>
                </a:lnTo>
                <a:lnTo>
                  <a:pt x="21600" y="3600"/>
                </a:lnTo>
                <a:lnTo>
                  <a:pt x="21031" y="6278"/>
                </a:lnTo>
                <a:lnTo>
                  <a:pt x="20560" y="8179"/>
                </a:lnTo>
                <a:lnTo>
                  <a:pt x="20012" y="9821"/>
                </a:lnTo>
                <a:lnTo>
                  <a:pt x="19217" y="11722"/>
                </a:lnTo>
                <a:lnTo>
                  <a:pt x="18000" y="14400"/>
                </a:lnTo>
                <a:lnTo>
                  <a:pt x="15214" y="14724"/>
                </a:lnTo>
                <a:lnTo>
                  <a:pt x="13259" y="14886"/>
                </a:lnTo>
                <a:lnTo>
                  <a:pt x="11617" y="14886"/>
                </a:lnTo>
                <a:lnTo>
                  <a:pt x="9770" y="14724"/>
                </a:lnTo>
                <a:lnTo>
                  <a:pt x="7200" y="14400"/>
                </a:lnTo>
                <a:lnTo>
                  <a:pt x="7200" y="16780"/>
                </a:lnTo>
                <a:lnTo>
                  <a:pt x="7200" y="19174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80" y="14465"/>
                </a:lnTo>
                <a:lnTo>
                  <a:pt x="3175" y="12078"/>
                </a:lnTo>
                <a:lnTo>
                  <a:pt x="3971" y="9684"/>
                </a:lnTo>
                <a:lnTo>
                  <a:pt x="4774" y="7279"/>
                </a:lnTo>
                <a:lnTo>
                  <a:pt x="5576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ABA9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2" name="contour_11740"/>
          <p:cNvSpPr/>
          <p:nvPr/>
        </p:nvSpPr>
        <p:spPr>
          <a:xfrm>
            <a:off x="4966209" y="286418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81" y="536"/>
                </a:lnTo>
                <a:lnTo>
                  <a:pt x="9992" y="1071"/>
                </a:lnTo>
                <a:lnTo>
                  <a:pt x="11908" y="1607"/>
                </a:lnTo>
                <a:lnTo>
                  <a:pt x="13827" y="2143"/>
                </a:lnTo>
                <a:lnTo>
                  <a:pt x="15756" y="2683"/>
                </a:lnTo>
                <a:lnTo>
                  <a:pt x="17693" y="3227"/>
                </a:lnTo>
                <a:lnTo>
                  <a:pt x="19641" y="3771"/>
                </a:lnTo>
                <a:lnTo>
                  <a:pt x="21600" y="4320"/>
                </a:lnTo>
                <a:lnTo>
                  <a:pt x="20930" y="4787"/>
                </a:lnTo>
                <a:lnTo>
                  <a:pt x="20066" y="5396"/>
                </a:lnTo>
                <a:lnTo>
                  <a:pt x="18425" y="6545"/>
                </a:lnTo>
                <a:lnTo>
                  <a:pt x="15429" y="8640"/>
                </a:lnTo>
                <a:lnTo>
                  <a:pt x="15243" y="11984"/>
                </a:lnTo>
                <a:lnTo>
                  <a:pt x="15151" y="14329"/>
                </a:lnTo>
                <a:lnTo>
                  <a:pt x="15151" y="16299"/>
                </a:lnTo>
                <a:lnTo>
                  <a:pt x="15243" y="18516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040" y="8640"/>
                </a:lnTo>
                <a:lnTo>
                  <a:pt x="4092" y="8640"/>
                </a:lnTo>
                <a:lnTo>
                  <a:pt x="6171" y="8640"/>
                </a:lnTo>
                <a:lnTo>
                  <a:pt x="6171" y="5784"/>
                </a:lnTo>
                <a:lnTo>
                  <a:pt x="6171" y="2912"/>
                </a:lnTo>
                <a:lnTo>
                  <a:pt x="6171" y="0"/>
                </a:lnTo>
                <a:close/>
              </a:path>
            </a:pathLst>
          </a:custGeom>
          <a:solidFill>
            <a:srgbClr val="A1A2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3" name="contour_11741"/>
          <p:cNvSpPr/>
          <p:nvPr/>
        </p:nvSpPr>
        <p:spPr>
          <a:xfrm>
            <a:off x="4980785" y="2842317"/>
            <a:ext cx="58304" cy="318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0"/>
                </a:lnTo>
                <a:lnTo>
                  <a:pt x="8967" y="0"/>
                </a:lnTo>
                <a:lnTo>
                  <a:pt x="10751" y="0"/>
                </a:lnTo>
                <a:lnTo>
                  <a:pt x="12541" y="0"/>
                </a:lnTo>
                <a:lnTo>
                  <a:pt x="14337" y="0"/>
                </a:lnTo>
                <a:lnTo>
                  <a:pt x="16141" y="0"/>
                </a:lnTo>
                <a:lnTo>
                  <a:pt x="17950" y="0"/>
                </a:lnTo>
                <a:lnTo>
                  <a:pt x="19769" y="0"/>
                </a:lnTo>
                <a:lnTo>
                  <a:pt x="21600" y="0"/>
                </a:lnTo>
                <a:lnTo>
                  <a:pt x="20633" y="5132"/>
                </a:lnTo>
                <a:lnTo>
                  <a:pt x="19888" y="8917"/>
                </a:lnTo>
                <a:lnTo>
                  <a:pt x="19270" y="11703"/>
                </a:lnTo>
                <a:lnTo>
                  <a:pt x="18689" y="13841"/>
                </a:lnTo>
                <a:lnTo>
                  <a:pt x="18044" y="15672"/>
                </a:lnTo>
                <a:lnTo>
                  <a:pt x="17248" y="17537"/>
                </a:lnTo>
                <a:lnTo>
                  <a:pt x="16200" y="19794"/>
                </a:lnTo>
                <a:lnTo>
                  <a:pt x="14234" y="20670"/>
                </a:lnTo>
                <a:lnTo>
                  <a:pt x="12304" y="21268"/>
                </a:lnTo>
                <a:lnTo>
                  <a:pt x="10395" y="21580"/>
                </a:lnTo>
                <a:lnTo>
                  <a:pt x="8491" y="21600"/>
                </a:lnTo>
                <a:lnTo>
                  <a:pt x="6585" y="21318"/>
                </a:lnTo>
                <a:lnTo>
                  <a:pt x="4660" y="20719"/>
                </a:lnTo>
                <a:lnTo>
                  <a:pt x="2700" y="19794"/>
                </a:lnTo>
                <a:lnTo>
                  <a:pt x="1669" y="16790"/>
                </a:lnTo>
                <a:lnTo>
                  <a:pt x="1042" y="14761"/>
                </a:lnTo>
                <a:lnTo>
                  <a:pt x="570" y="12772"/>
                </a:lnTo>
                <a:lnTo>
                  <a:pt x="0" y="9897"/>
                </a:lnTo>
                <a:lnTo>
                  <a:pt x="1785" y="9897"/>
                </a:lnTo>
                <a:lnTo>
                  <a:pt x="3580" y="9897"/>
                </a:lnTo>
                <a:lnTo>
                  <a:pt x="5400" y="9897"/>
                </a:lnTo>
                <a:lnTo>
                  <a:pt x="5400" y="6626"/>
                </a:lnTo>
                <a:lnTo>
                  <a:pt x="5400" y="3335"/>
                </a:lnTo>
                <a:lnTo>
                  <a:pt x="5400" y="0"/>
                </a:lnTo>
                <a:close/>
              </a:path>
            </a:pathLst>
          </a:custGeom>
          <a:solidFill>
            <a:srgbClr val="D8D8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4" name="contour_11742"/>
          <p:cNvSpPr/>
          <p:nvPr/>
        </p:nvSpPr>
        <p:spPr>
          <a:xfrm>
            <a:off x="1183741" y="2842317"/>
            <a:ext cx="45368" cy="303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70" y="0"/>
                </a:moveTo>
                <a:lnTo>
                  <a:pt x="5732" y="109"/>
                </a:lnTo>
                <a:lnTo>
                  <a:pt x="7960" y="357"/>
                </a:lnTo>
                <a:lnTo>
                  <a:pt x="10153" y="756"/>
                </a:lnTo>
                <a:lnTo>
                  <a:pt x="12322" y="1300"/>
                </a:lnTo>
                <a:lnTo>
                  <a:pt x="14469" y="2010"/>
                </a:lnTo>
                <a:lnTo>
                  <a:pt x="16596" y="2890"/>
                </a:lnTo>
                <a:lnTo>
                  <a:pt x="18713" y="3942"/>
                </a:lnTo>
                <a:lnTo>
                  <a:pt x="20819" y="5180"/>
                </a:lnTo>
                <a:lnTo>
                  <a:pt x="21340" y="9189"/>
                </a:lnTo>
                <a:lnTo>
                  <a:pt x="21600" y="12002"/>
                </a:lnTo>
                <a:lnTo>
                  <a:pt x="21600" y="14364"/>
                </a:lnTo>
                <a:lnTo>
                  <a:pt x="21340" y="17021"/>
                </a:lnTo>
                <a:lnTo>
                  <a:pt x="20819" y="20719"/>
                </a:lnTo>
                <a:lnTo>
                  <a:pt x="18311" y="21072"/>
                </a:lnTo>
                <a:lnTo>
                  <a:pt x="15830" y="21357"/>
                </a:lnTo>
                <a:lnTo>
                  <a:pt x="13363" y="21543"/>
                </a:lnTo>
                <a:lnTo>
                  <a:pt x="10902" y="21600"/>
                </a:lnTo>
                <a:lnTo>
                  <a:pt x="8442" y="21507"/>
                </a:lnTo>
                <a:lnTo>
                  <a:pt x="5965" y="21222"/>
                </a:lnTo>
                <a:lnTo>
                  <a:pt x="3470" y="20719"/>
                </a:lnTo>
                <a:lnTo>
                  <a:pt x="1985" y="17021"/>
                </a:lnTo>
                <a:lnTo>
                  <a:pt x="1062" y="14364"/>
                </a:lnTo>
                <a:lnTo>
                  <a:pt x="534" y="12002"/>
                </a:lnTo>
                <a:lnTo>
                  <a:pt x="236" y="9189"/>
                </a:lnTo>
                <a:lnTo>
                  <a:pt x="0" y="5180"/>
                </a:lnTo>
                <a:lnTo>
                  <a:pt x="1721" y="2611"/>
                </a:lnTo>
                <a:lnTo>
                  <a:pt x="3470" y="0"/>
                </a:lnTo>
                <a:close/>
              </a:path>
            </a:pathLst>
          </a:custGeom>
          <a:solidFill>
            <a:srgbClr val="F5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5" name="contour_11743"/>
          <p:cNvSpPr/>
          <p:nvPr/>
        </p:nvSpPr>
        <p:spPr>
          <a:xfrm>
            <a:off x="10860853" y="2805877"/>
            <a:ext cx="52357" cy="356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3" y="0"/>
                </a:moveTo>
                <a:lnTo>
                  <a:pt x="2339" y="0"/>
                </a:lnTo>
                <a:lnTo>
                  <a:pt x="4131" y="0"/>
                </a:lnTo>
                <a:lnTo>
                  <a:pt x="5929" y="0"/>
                </a:lnTo>
                <a:lnTo>
                  <a:pt x="7742" y="0"/>
                </a:lnTo>
                <a:lnTo>
                  <a:pt x="9573" y="0"/>
                </a:lnTo>
                <a:lnTo>
                  <a:pt x="9573" y="2917"/>
                </a:lnTo>
                <a:lnTo>
                  <a:pt x="9573" y="5851"/>
                </a:lnTo>
                <a:lnTo>
                  <a:pt x="9573" y="8825"/>
                </a:lnTo>
                <a:lnTo>
                  <a:pt x="11549" y="10145"/>
                </a:lnTo>
                <a:lnTo>
                  <a:pt x="13109" y="10860"/>
                </a:lnTo>
                <a:lnTo>
                  <a:pt x="15587" y="11583"/>
                </a:lnTo>
                <a:lnTo>
                  <a:pt x="17264" y="12082"/>
                </a:lnTo>
                <a:lnTo>
                  <a:pt x="18969" y="12585"/>
                </a:lnTo>
                <a:lnTo>
                  <a:pt x="20277" y="12911"/>
                </a:lnTo>
                <a:lnTo>
                  <a:pt x="21600" y="13238"/>
                </a:lnTo>
                <a:lnTo>
                  <a:pt x="19676" y="14959"/>
                </a:lnTo>
                <a:lnTo>
                  <a:pt x="17839" y="16530"/>
                </a:lnTo>
                <a:lnTo>
                  <a:pt x="16056" y="17929"/>
                </a:lnTo>
                <a:lnTo>
                  <a:pt x="14285" y="19138"/>
                </a:lnTo>
                <a:lnTo>
                  <a:pt x="12487" y="20131"/>
                </a:lnTo>
                <a:lnTo>
                  <a:pt x="10632" y="20890"/>
                </a:lnTo>
                <a:lnTo>
                  <a:pt x="8674" y="21384"/>
                </a:lnTo>
                <a:lnTo>
                  <a:pt x="6579" y="21600"/>
                </a:lnTo>
                <a:lnTo>
                  <a:pt x="4312" y="21512"/>
                </a:lnTo>
                <a:lnTo>
                  <a:pt x="2129" y="19213"/>
                </a:lnTo>
                <a:lnTo>
                  <a:pt x="953" y="17602"/>
                </a:lnTo>
                <a:lnTo>
                  <a:pt x="379" y="15916"/>
                </a:lnTo>
                <a:lnTo>
                  <a:pt x="0" y="13392"/>
                </a:lnTo>
                <a:lnTo>
                  <a:pt x="0" y="10961"/>
                </a:lnTo>
                <a:lnTo>
                  <a:pt x="27" y="9050"/>
                </a:lnTo>
                <a:lnTo>
                  <a:pt x="111" y="7016"/>
                </a:lnTo>
                <a:lnTo>
                  <a:pt x="277" y="4214"/>
                </a:lnTo>
                <a:lnTo>
                  <a:pt x="553" y="0"/>
                </a:lnTo>
                <a:close/>
              </a:path>
            </a:pathLst>
          </a:custGeom>
          <a:solidFill>
            <a:srgbClr val="DCE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6" name="contour_11744"/>
          <p:cNvSpPr/>
          <p:nvPr/>
        </p:nvSpPr>
        <p:spPr>
          <a:xfrm>
            <a:off x="4040634" y="2820453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04" y="381"/>
                </a:lnTo>
                <a:lnTo>
                  <a:pt x="6701" y="710"/>
                </a:lnTo>
                <a:lnTo>
                  <a:pt x="9164" y="1121"/>
                </a:lnTo>
                <a:lnTo>
                  <a:pt x="12069" y="1741"/>
                </a:lnTo>
                <a:lnTo>
                  <a:pt x="16200" y="2700"/>
                </a:lnTo>
                <a:lnTo>
                  <a:pt x="17372" y="4576"/>
                </a:lnTo>
                <a:lnTo>
                  <a:pt x="18182" y="5989"/>
                </a:lnTo>
                <a:lnTo>
                  <a:pt x="18738" y="7201"/>
                </a:lnTo>
                <a:lnTo>
                  <a:pt x="19143" y="8481"/>
                </a:lnTo>
                <a:lnTo>
                  <a:pt x="19499" y="10098"/>
                </a:lnTo>
                <a:lnTo>
                  <a:pt x="19915" y="12317"/>
                </a:lnTo>
                <a:lnTo>
                  <a:pt x="20266" y="14051"/>
                </a:lnTo>
                <a:lnTo>
                  <a:pt x="20628" y="15795"/>
                </a:lnTo>
                <a:lnTo>
                  <a:pt x="20990" y="17561"/>
                </a:lnTo>
                <a:lnTo>
                  <a:pt x="21190" y="18895"/>
                </a:lnTo>
                <a:lnTo>
                  <a:pt x="21395" y="20239"/>
                </a:lnTo>
                <a:lnTo>
                  <a:pt x="21600" y="21600"/>
                </a:lnTo>
                <a:lnTo>
                  <a:pt x="18036" y="21154"/>
                </a:lnTo>
                <a:lnTo>
                  <a:pt x="14467" y="20709"/>
                </a:lnTo>
                <a:lnTo>
                  <a:pt x="10881" y="20261"/>
                </a:lnTo>
                <a:lnTo>
                  <a:pt x="7279" y="19810"/>
                </a:lnTo>
                <a:lnTo>
                  <a:pt x="3656" y="19356"/>
                </a:lnTo>
                <a:lnTo>
                  <a:pt x="0" y="18900"/>
                </a:lnTo>
                <a:lnTo>
                  <a:pt x="3569" y="18900"/>
                </a:lnTo>
                <a:lnTo>
                  <a:pt x="7160" y="18900"/>
                </a:lnTo>
                <a:lnTo>
                  <a:pt x="10800" y="18900"/>
                </a:lnTo>
                <a:lnTo>
                  <a:pt x="10800" y="17296"/>
                </a:lnTo>
                <a:lnTo>
                  <a:pt x="10800" y="15687"/>
                </a:lnTo>
                <a:lnTo>
                  <a:pt x="10800" y="14072"/>
                </a:lnTo>
                <a:lnTo>
                  <a:pt x="10800" y="12444"/>
                </a:lnTo>
                <a:lnTo>
                  <a:pt x="10800" y="10800"/>
                </a:lnTo>
                <a:lnTo>
                  <a:pt x="7231" y="10800"/>
                </a:lnTo>
                <a:lnTo>
                  <a:pt x="3640" y="10800"/>
                </a:lnTo>
                <a:lnTo>
                  <a:pt x="0" y="10800"/>
                </a:lnTo>
                <a:lnTo>
                  <a:pt x="0" y="9018"/>
                </a:lnTo>
                <a:lnTo>
                  <a:pt x="0" y="7233"/>
                </a:lnTo>
                <a:lnTo>
                  <a:pt x="0" y="5440"/>
                </a:lnTo>
                <a:lnTo>
                  <a:pt x="0" y="3640"/>
                </a:lnTo>
                <a:lnTo>
                  <a:pt x="0" y="1828"/>
                </a:lnTo>
                <a:lnTo>
                  <a:pt x="0" y="0"/>
                </a:lnTo>
                <a:close/>
              </a:path>
            </a:pathLst>
          </a:custGeom>
          <a:solidFill>
            <a:srgbClr val="2C2A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7" name="contour_11745"/>
          <p:cNvSpPr/>
          <p:nvPr/>
        </p:nvSpPr>
        <p:spPr>
          <a:xfrm>
            <a:off x="3967754" y="2805877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246" y="432"/>
                </a:lnTo>
                <a:lnTo>
                  <a:pt x="12842" y="986"/>
                </a:lnTo>
                <a:lnTo>
                  <a:pt x="14393" y="1670"/>
                </a:lnTo>
                <a:lnTo>
                  <a:pt x="15900" y="2488"/>
                </a:lnTo>
                <a:lnTo>
                  <a:pt x="17371" y="3442"/>
                </a:lnTo>
                <a:lnTo>
                  <a:pt x="18809" y="4543"/>
                </a:lnTo>
                <a:lnTo>
                  <a:pt x="20215" y="5792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20114" y="13954"/>
                </a:lnTo>
                <a:lnTo>
                  <a:pt x="18629" y="13507"/>
                </a:lnTo>
                <a:lnTo>
                  <a:pt x="17138" y="13061"/>
                </a:lnTo>
                <a:lnTo>
                  <a:pt x="15646" y="12614"/>
                </a:lnTo>
                <a:lnTo>
                  <a:pt x="14146" y="12164"/>
                </a:lnTo>
                <a:lnTo>
                  <a:pt x="12638" y="11711"/>
                </a:lnTo>
                <a:lnTo>
                  <a:pt x="11124" y="11257"/>
                </a:lnTo>
                <a:lnTo>
                  <a:pt x="9600" y="10800"/>
                </a:lnTo>
                <a:lnTo>
                  <a:pt x="9600" y="12938"/>
                </a:lnTo>
                <a:lnTo>
                  <a:pt x="9600" y="15084"/>
                </a:lnTo>
                <a:lnTo>
                  <a:pt x="9600" y="17237"/>
                </a:lnTo>
                <a:lnTo>
                  <a:pt x="9600" y="19408"/>
                </a:lnTo>
                <a:lnTo>
                  <a:pt x="9600" y="21600"/>
                </a:lnTo>
                <a:lnTo>
                  <a:pt x="8016" y="21006"/>
                </a:lnTo>
                <a:lnTo>
                  <a:pt x="6430" y="20412"/>
                </a:lnTo>
                <a:lnTo>
                  <a:pt x="4836" y="19814"/>
                </a:lnTo>
                <a:lnTo>
                  <a:pt x="3235" y="19213"/>
                </a:lnTo>
                <a:lnTo>
                  <a:pt x="1625" y="18608"/>
                </a:lnTo>
                <a:lnTo>
                  <a:pt x="0" y="18000"/>
                </a:lnTo>
                <a:lnTo>
                  <a:pt x="1042" y="16549"/>
                </a:lnTo>
                <a:lnTo>
                  <a:pt x="2100" y="15077"/>
                </a:lnTo>
                <a:lnTo>
                  <a:pt x="3432" y="12938"/>
                </a:lnTo>
                <a:lnTo>
                  <a:pt x="4342" y="11322"/>
                </a:lnTo>
                <a:lnTo>
                  <a:pt x="5047" y="9713"/>
                </a:lnTo>
                <a:lnTo>
                  <a:pt x="5777" y="7610"/>
                </a:lnTo>
                <a:lnTo>
                  <a:pt x="6749" y="4500"/>
                </a:lnTo>
                <a:lnTo>
                  <a:pt x="7690" y="3013"/>
                </a:lnTo>
                <a:lnTo>
                  <a:pt x="8640" y="1516"/>
                </a:lnTo>
                <a:lnTo>
                  <a:pt x="9600" y="0"/>
                </a:lnTo>
                <a:close/>
              </a:path>
            </a:pathLst>
          </a:custGeom>
          <a:solidFill>
            <a:srgbClr val="7876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8" name="contour_11746"/>
          <p:cNvSpPr/>
          <p:nvPr/>
        </p:nvSpPr>
        <p:spPr>
          <a:xfrm>
            <a:off x="2240500" y="2776725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9694" y="1339"/>
                </a:lnTo>
                <a:lnTo>
                  <a:pt x="9787" y="2700"/>
                </a:lnTo>
                <a:lnTo>
                  <a:pt x="10051" y="4786"/>
                </a:lnTo>
                <a:lnTo>
                  <a:pt x="10356" y="6730"/>
                </a:lnTo>
                <a:lnTo>
                  <a:pt x="10752" y="8600"/>
                </a:lnTo>
                <a:lnTo>
                  <a:pt x="11282" y="10448"/>
                </a:lnTo>
                <a:lnTo>
                  <a:pt x="12000" y="12343"/>
                </a:lnTo>
                <a:lnTo>
                  <a:pt x="13666" y="12815"/>
                </a:lnTo>
                <a:lnTo>
                  <a:pt x="15223" y="13028"/>
                </a:lnTo>
                <a:lnTo>
                  <a:pt x="16733" y="13037"/>
                </a:lnTo>
                <a:lnTo>
                  <a:pt x="18257" y="12889"/>
                </a:lnTo>
                <a:lnTo>
                  <a:pt x="19860" y="12639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20023" y="19437"/>
                </a:lnTo>
                <a:lnTo>
                  <a:pt x="18778" y="19937"/>
                </a:lnTo>
                <a:lnTo>
                  <a:pt x="16800" y="20443"/>
                </a:lnTo>
                <a:lnTo>
                  <a:pt x="15461" y="20792"/>
                </a:lnTo>
                <a:lnTo>
                  <a:pt x="14100" y="21143"/>
                </a:lnTo>
                <a:lnTo>
                  <a:pt x="13058" y="21372"/>
                </a:lnTo>
                <a:lnTo>
                  <a:pt x="12000" y="21600"/>
                </a:lnTo>
                <a:lnTo>
                  <a:pt x="12000" y="19560"/>
                </a:lnTo>
                <a:lnTo>
                  <a:pt x="12000" y="17508"/>
                </a:lnTo>
                <a:lnTo>
                  <a:pt x="12000" y="15429"/>
                </a:lnTo>
                <a:lnTo>
                  <a:pt x="10414" y="15429"/>
                </a:lnTo>
                <a:lnTo>
                  <a:pt x="8818" y="15429"/>
                </a:lnTo>
                <a:lnTo>
                  <a:pt x="7200" y="15429"/>
                </a:lnTo>
                <a:lnTo>
                  <a:pt x="7200" y="13389"/>
                </a:lnTo>
                <a:lnTo>
                  <a:pt x="7200" y="11337"/>
                </a:lnTo>
                <a:lnTo>
                  <a:pt x="7200" y="9257"/>
                </a:lnTo>
                <a:lnTo>
                  <a:pt x="5414" y="8307"/>
                </a:lnTo>
                <a:lnTo>
                  <a:pt x="4147" y="7671"/>
                </a:lnTo>
                <a:lnTo>
                  <a:pt x="3053" y="7202"/>
                </a:lnTo>
                <a:lnTo>
                  <a:pt x="1786" y="6752"/>
                </a:lnTo>
                <a:lnTo>
                  <a:pt x="0" y="6171"/>
                </a:lnTo>
                <a:lnTo>
                  <a:pt x="1584" y="6171"/>
                </a:lnTo>
                <a:lnTo>
                  <a:pt x="3170" y="6171"/>
                </a:lnTo>
                <a:lnTo>
                  <a:pt x="4764" y="6171"/>
                </a:lnTo>
                <a:lnTo>
                  <a:pt x="6365" y="6171"/>
                </a:lnTo>
                <a:lnTo>
                  <a:pt x="7975" y="6171"/>
                </a:lnTo>
                <a:lnTo>
                  <a:pt x="9600" y="6171"/>
                </a:lnTo>
                <a:lnTo>
                  <a:pt x="9600" y="4132"/>
                </a:lnTo>
                <a:lnTo>
                  <a:pt x="9600" y="2080"/>
                </a:lnTo>
                <a:lnTo>
                  <a:pt x="9600" y="0"/>
                </a:lnTo>
                <a:close/>
              </a:path>
            </a:pathLst>
          </a:custGeom>
          <a:solidFill>
            <a:srgbClr val="2E2E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49" name="contour_11747"/>
          <p:cNvSpPr/>
          <p:nvPr/>
        </p:nvSpPr>
        <p:spPr>
          <a:xfrm>
            <a:off x="2094740" y="2785179"/>
            <a:ext cx="43728" cy="42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50" y="562"/>
                </a:moveTo>
                <a:lnTo>
                  <a:pt x="20012" y="1827"/>
                </a:lnTo>
                <a:lnTo>
                  <a:pt x="21600" y="3107"/>
                </a:lnTo>
                <a:lnTo>
                  <a:pt x="21600" y="5552"/>
                </a:lnTo>
                <a:lnTo>
                  <a:pt x="21600" y="8011"/>
                </a:lnTo>
                <a:lnTo>
                  <a:pt x="21600" y="10504"/>
                </a:lnTo>
                <a:lnTo>
                  <a:pt x="19220" y="10504"/>
                </a:lnTo>
                <a:lnTo>
                  <a:pt x="16826" y="10504"/>
                </a:lnTo>
                <a:lnTo>
                  <a:pt x="14400" y="10504"/>
                </a:lnTo>
                <a:lnTo>
                  <a:pt x="14400" y="12705"/>
                </a:lnTo>
                <a:lnTo>
                  <a:pt x="14400" y="14905"/>
                </a:lnTo>
                <a:lnTo>
                  <a:pt x="14400" y="17121"/>
                </a:lnTo>
                <a:lnTo>
                  <a:pt x="14400" y="19351"/>
                </a:lnTo>
                <a:lnTo>
                  <a:pt x="14400" y="21600"/>
                </a:lnTo>
                <a:lnTo>
                  <a:pt x="12024" y="20990"/>
                </a:lnTo>
                <a:lnTo>
                  <a:pt x="9644" y="20379"/>
                </a:lnTo>
                <a:lnTo>
                  <a:pt x="7254" y="19765"/>
                </a:lnTo>
                <a:lnTo>
                  <a:pt x="4853" y="19148"/>
                </a:lnTo>
                <a:lnTo>
                  <a:pt x="2437" y="18526"/>
                </a:lnTo>
                <a:lnTo>
                  <a:pt x="0" y="17901"/>
                </a:lnTo>
                <a:lnTo>
                  <a:pt x="1033" y="15505"/>
                </a:lnTo>
                <a:lnTo>
                  <a:pt x="2084" y="13115"/>
                </a:lnTo>
                <a:lnTo>
                  <a:pt x="3150" y="10733"/>
                </a:lnTo>
                <a:lnTo>
                  <a:pt x="4028" y="8736"/>
                </a:lnTo>
                <a:lnTo>
                  <a:pt x="4921" y="6706"/>
                </a:lnTo>
                <a:lnTo>
                  <a:pt x="6710" y="4183"/>
                </a:lnTo>
                <a:lnTo>
                  <a:pt x="8586" y="2227"/>
                </a:lnTo>
                <a:lnTo>
                  <a:pt x="10624" y="858"/>
                </a:lnTo>
                <a:lnTo>
                  <a:pt x="12899" y="107"/>
                </a:lnTo>
                <a:lnTo>
                  <a:pt x="15484" y="0"/>
                </a:lnTo>
                <a:lnTo>
                  <a:pt x="18450" y="562"/>
                </a:lnTo>
                <a:close/>
              </a:path>
            </a:pathLst>
          </a:custGeom>
          <a:solidFill>
            <a:srgbClr val="2928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0" name="contour_11748"/>
          <p:cNvSpPr/>
          <p:nvPr/>
        </p:nvSpPr>
        <p:spPr>
          <a:xfrm>
            <a:off x="5316033" y="2762149"/>
            <a:ext cx="2944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42" y="1111"/>
                </a:lnTo>
                <a:lnTo>
                  <a:pt x="9961" y="1966"/>
                </a:lnTo>
                <a:lnTo>
                  <a:pt x="13040" y="2672"/>
                </a:lnTo>
                <a:lnTo>
                  <a:pt x="15345" y="3336"/>
                </a:lnTo>
                <a:lnTo>
                  <a:pt x="17259" y="4070"/>
                </a:lnTo>
                <a:lnTo>
                  <a:pt x="19146" y="4980"/>
                </a:lnTo>
                <a:lnTo>
                  <a:pt x="21386" y="6171"/>
                </a:lnTo>
                <a:lnTo>
                  <a:pt x="21600" y="8233"/>
                </a:lnTo>
                <a:lnTo>
                  <a:pt x="21573" y="10238"/>
                </a:lnTo>
                <a:lnTo>
                  <a:pt x="21301" y="12201"/>
                </a:lnTo>
                <a:lnTo>
                  <a:pt x="20777" y="14126"/>
                </a:lnTo>
                <a:lnTo>
                  <a:pt x="19996" y="16021"/>
                </a:lnTo>
                <a:lnTo>
                  <a:pt x="18953" y="17894"/>
                </a:lnTo>
                <a:lnTo>
                  <a:pt x="17633" y="19752"/>
                </a:lnTo>
                <a:lnTo>
                  <a:pt x="16040" y="21600"/>
                </a:lnTo>
                <a:lnTo>
                  <a:pt x="12506" y="21600"/>
                </a:lnTo>
                <a:lnTo>
                  <a:pt x="8950" y="21600"/>
                </a:lnTo>
                <a:lnTo>
                  <a:pt x="5347" y="21600"/>
                </a:lnTo>
                <a:lnTo>
                  <a:pt x="4817" y="19462"/>
                </a:lnTo>
                <a:lnTo>
                  <a:pt x="4288" y="17320"/>
                </a:lnTo>
                <a:lnTo>
                  <a:pt x="3759" y="15179"/>
                </a:lnTo>
                <a:lnTo>
                  <a:pt x="3224" y="13034"/>
                </a:lnTo>
                <a:lnTo>
                  <a:pt x="2695" y="10880"/>
                </a:lnTo>
                <a:lnTo>
                  <a:pt x="2160" y="8723"/>
                </a:lnTo>
                <a:lnTo>
                  <a:pt x="1625" y="6557"/>
                </a:lnTo>
                <a:lnTo>
                  <a:pt x="1085" y="4382"/>
                </a:lnTo>
                <a:lnTo>
                  <a:pt x="545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887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1" name="contour_11749"/>
          <p:cNvSpPr/>
          <p:nvPr/>
        </p:nvSpPr>
        <p:spPr>
          <a:xfrm>
            <a:off x="5286881" y="2738587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89"/>
                </a:moveTo>
                <a:lnTo>
                  <a:pt x="6199" y="510"/>
                </a:lnTo>
                <a:lnTo>
                  <a:pt x="8762" y="133"/>
                </a:lnTo>
                <a:lnTo>
                  <a:pt x="11308" y="0"/>
                </a:lnTo>
                <a:lnTo>
                  <a:pt x="13849" y="87"/>
                </a:lnTo>
                <a:lnTo>
                  <a:pt x="16398" y="337"/>
                </a:lnTo>
                <a:lnTo>
                  <a:pt x="18979" y="719"/>
                </a:lnTo>
                <a:lnTo>
                  <a:pt x="21600" y="1189"/>
                </a:lnTo>
                <a:lnTo>
                  <a:pt x="21600" y="4220"/>
                </a:lnTo>
                <a:lnTo>
                  <a:pt x="21600" y="7261"/>
                </a:lnTo>
                <a:lnTo>
                  <a:pt x="21600" y="10313"/>
                </a:lnTo>
                <a:lnTo>
                  <a:pt x="21600" y="13390"/>
                </a:lnTo>
                <a:lnTo>
                  <a:pt x="21600" y="16497"/>
                </a:lnTo>
                <a:lnTo>
                  <a:pt x="19224" y="17059"/>
                </a:lnTo>
                <a:lnTo>
                  <a:pt x="16844" y="17620"/>
                </a:lnTo>
                <a:lnTo>
                  <a:pt x="14465" y="18181"/>
                </a:lnTo>
                <a:lnTo>
                  <a:pt x="12078" y="18748"/>
                </a:lnTo>
                <a:lnTo>
                  <a:pt x="9684" y="19314"/>
                </a:lnTo>
                <a:lnTo>
                  <a:pt x="7279" y="19880"/>
                </a:lnTo>
                <a:lnTo>
                  <a:pt x="4867" y="20452"/>
                </a:lnTo>
                <a:lnTo>
                  <a:pt x="2441" y="21023"/>
                </a:lnTo>
                <a:lnTo>
                  <a:pt x="0" y="21600"/>
                </a:lnTo>
                <a:lnTo>
                  <a:pt x="414" y="15512"/>
                </a:lnTo>
                <a:lnTo>
                  <a:pt x="767" y="11257"/>
                </a:lnTo>
                <a:lnTo>
                  <a:pt x="1163" y="8261"/>
                </a:lnTo>
                <a:lnTo>
                  <a:pt x="1699" y="5960"/>
                </a:lnTo>
                <a:lnTo>
                  <a:pt x="2480" y="3796"/>
                </a:lnTo>
                <a:lnTo>
                  <a:pt x="3600" y="1189"/>
                </a:lnTo>
                <a:close/>
              </a:path>
            </a:pathLst>
          </a:custGeom>
          <a:solidFill>
            <a:srgbClr val="D8DA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2" name="contour_11750"/>
          <p:cNvSpPr/>
          <p:nvPr/>
        </p:nvSpPr>
        <p:spPr>
          <a:xfrm>
            <a:off x="4833742" y="2740963"/>
            <a:ext cx="45011" cy="50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42" y="882"/>
                </a:moveTo>
                <a:lnTo>
                  <a:pt x="17207" y="1526"/>
                </a:lnTo>
                <a:lnTo>
                  <a:pt x="19390" y="2180"/>
                </a:lnTo>
                <a:lnTo>
                  <a:pt x="21600" y="2836"/>
                </a:lnTo>
                <a:lnTo>
                  <a:pt x="20852" y="4406"/>
                </a:lnTo>
                <a:lnTo>
                  <a:pt x="20093" y="5973"/>
                </a:lnTo>
                <a:lnTo>
                  <a:pt x="19320" y="7534"/>
                </a:lnTo>
                <a:lnTo>
                  <a:pt x="18540" y="9091"/>
                </a:lnTo>
                <a:lnTo>
                  <a:pt x="17686" y="10836"/>
                </a:lnTo>
                <a:lnTo>
                  <a:pt x="16819" y="12609"/>
                </a:lnTo>
                <a:lnTo>
                  <a:pt x="15721" y="13966"/>
                </a:lnTo>
                <a:lnTo>
                  <a:pt x="14605" y="15345"/>
                </a:lnTo>
                <a:lnTo>
                  <a:pt x="12293" y="15345"/>
                </a:lnTo>
                <a:lnTo>
                  <a:pt x="9968" y="15345"/>
                </a:lnTo>
                <a:lnTo>
                  <a:pt x="7610" y="15345"/>
                </a:lnTo>
                <a:lnTo>
                  <a:pt x="5288" y="17203"/>
                </a:lnTo>
                <a:lnTo>
                  <a:pt x="3784" y="18473"/>
                </a:lnTo>
                <a:lnTo>
                  <a:pt x="2445" y="19742"/>
                </a:lnTo>
                <a:lnTo>
                  <a:pt x="616" y="21600"/>
                </a:lnTo>
                <a:lnTo>
                  <a:pt x="304" y="17456"/>
                </a:lnTo>
                <a:lnTo>
                  <a:pt x="91" y="14179"/>
                </a:lnTo>
                <a:lnTo>
                  <a:pt x="0" y="11602"/>
                </a:lnTo>
                <a:lnTo>
                  <a:pt x="56" y="9563"/>
                </a:lnTo>
                <a:lnTo>
                  <a:pt x="276" y="7893"/>
                </a:lnTo>
                <a:lnTo>
                  <a:pt x="682" y="6433"/>
                </a:lnTo>
                <a:lnTo>
                  <a:pt x="1298" y="5019"/>
                </a:lnTo>
                <a:lnTo>
                  <a:pt x="2140" y="3484"/>
                </a:lnTo>
                <a:lnTo>
                  <a:pt x="3239" y="1664"/>
                </a:lnTo>
                <a:lnTo>
                  <a:pt x="5904" y="597"/>
                </a:lnTo>
                <a:lnTo>
                  <a:pt x="8044" y="72"/>
                </a:lnTo>
                <a:lnTo>
                  <a:pt x="10034" y="0"/>
                </a:lnTo>
                <a:lnTo>
                  <a:pt x="12241" y="300"/>
                </a:lnTo>
                <a:lnTo>
                  <a:pt x="15042" y="882"/>
                </a:lnTo>
                <a:close/>
              </a:path>
            </a:pathLst>
          </a:custGeom>
          <a:solidFill>
            <a:srgbClr val="8480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3" name="contour_11751"/>
          <p:cNvSpPr/>
          <p:nvPr/>
        </p:nvSpPr>
        <p:spPr>
          <a:xfrm>
            <a:off x="7939709" y="271842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604" y="1518"/>
                </a:lnTo>
                <a:lnTo>
                  <a:pt x="4135" y="3061"/>
                </a:lnTo>
                <a:lnTo>
                  <a:pt x="4641" y="3836"/>
                </a:lnTo>
                <a:lnTo>
                  <a:pt x="6171" y="6171"/>
                </a:lnTo>
                <a:lnTo>
                  <a:pt x="8362" y="6517"/>
                </a:lnTo>
                <a:lnTo>
                  <a:pt x="9917" y="6671"/>
                </a:lnTo>
                <a:lnTo>
                  <a:pt x="11575" y="6671"/>
                </a:lnTo>
                <a:lnTo>
                  <a:pt x="14077" y="6557"/>
                </a:lnTo>
                <a:lnTo>
                  <a:pt x="16191" y="6474"/>
                </a:lnTo>
                <a:lnTo>
                  <a:pt x="18332" y="6387"/>
                </a:lnTo>
                <a:lnTo>
                  <a:pt x="19955" y="6279"/>
                </a:lnTo>
                <a:lnTo>
                  <a:pt x="21600" y="6171"/>
                </a:lnTo>
                <a:lnTo>
                  <a:pt x="20841" y="10063"/>
                </a:lnTo>
                <a:lnTo>
                  <a:pt x="20221" y="13022"/>
                </a:lnTo>
                <a:lnTo>
                  <a:pt x="19662" y="15222"/>
                </a:lnTo>
                <a:lnTo>
                  <a:pt x="19097" y="16833"/>
                </a:lnTo>
                <a:lnTo>
                  <a:pt x="18446" y="18027"/>
                </a:lnTo>
                <a:lnTo>
                  <a:pt x="17635" y="18977"/>
                </a:lnTo>
                <a:lnTo>
                  <a:pt x="16589" y="19853"/>
                </a:lnTo>
                <a:lnTo>
                  <a:pt x="15237" y="20829"/>
                </a:lnTo>
                <a:lnTo>
                  <a:pt x="13799" y="21211"/>
                </a:lnTo>
                <a:lnTo>
                  <a:pt x="12343" y="21600"/>
                </a:lnTo>
                <a:lnTo>
                  <a:pt x="12343" y="19560"/>
                </a:lnTo>
                <a:lnTo>
                  <a:pt x="12343" y="17508"/>
                </a:lnTo>
                <a:lnTo>
                  <a:pt x="12343" y="15429"/>
                </a:lnTo>
                <a:lnTo>
                  <a:pt x="11673" y="15092"/>
                </a:lnTo>
                <a:lnTo>
                  <a:pt x="9643" y="14077"/>
                </a:lnTo>
                <a:lnTo>
                  <a:pt x="7653" y="12929"/>
                </a:lnTo>
                <a:lnTo>
                  <a:pt x="5980" y="11645"/>
                </a:lnTo>
                <a:lnTo>
                  <a:pt x="4555" y="10229"/>
                </a:lnTo>
                <a:lnTo>
                  <a:pt x="3314" y="8668"/>
                </a:lnTo>
                <a:lnTo>
                  <a:pt x="2185" y="6961"/>
                </a:lnTo>
                <a:lnTo>
                  <a:pt x="1102" y="5101"/>
                </a:lnTo>
                <a:lnTo>
                  <a:pt x="0" y="3086"/>
                </a:lnTo>
                <a:lnTo>
                  <a:pt x="1531" y="1555"/>
                </a:lnTo>
                <a:lnTo>
                  <a:pt x="3086" y="0"/>
                </a:lnTo>
                <a:close/>
              </a:path>
            </a:pathLst>
          </a:custGeom>
          <a:solidFill>
            <a:srgbClr val="8489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4" name="contour_11752"/>
          <p:cNvSpPr/>
          <p:nvPr/>
        </p:nvSpPr>
        <p:spPr>
          <a:xfrm>
            <a:off x="2211348" y="2718056"/>
            <a:ext cx="43728" cy="440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9"/>
                </a:moveTo>
                <a:lnTo>
                  <a:pt x="21341" y="2474"/>
                </a:lnTo>
                <a:lnTo>
                  <a:pt x="21053" y="4741"/>
                </a:lnTo>
                <a:lnTo>
                  <a:pt x="20725" y="6991"/>
                </a:lnTo>
                <a:lnTo>
                  <a:pt x="20340" y="9222"/>
                </a:lnTo>
                <a:lnTo>
                  <a:pt x="19890" y="11436"/>
                </a:lnTo>
                <a:lnTo>
                  <a:pt x="19357" y="13642"/>
                </a:lnTo>
                <a:lnTo>
                  <a:pt x="18731" y="15838"/>
                </a:lnTo>
                <a:lnTo>
                  <a:pt x="18000" y="18030"/>
                </a:lnTo>
                <a:lnTo>
                  <a:pt x="15214" y="19451"/>
                </a:lnTo>
                <a:lnTo>
                  <a:pt x="13259" y="20347"/>
                </a:lnTo>
                <a:lnTo>
                  <a:pt x="11617" y="20890"/>
                </a:lnTo>
                <a:lnTo>
                  <a:pt x="9770" y="21250"/>
                </a:lnTo>
                <a:lnTo>
                  <a:pt x="7200" y="21600"/>
                </a:lnTo>
                <a:lnTo>
                  <a:pt x="7348" y="19904"/>
                </a:lnTo>
                <a:lnTo>
                  <a:pt x="7499" y="18198"/>
                </a:lnTo>
                <a:lnTo>
                  <a:pt x="7650" y="16466"/>
                </a:lnTo>
                <a:lnTo>
                  <a:pt x="7502" y="14624"/>
                </a:lnTo>
                <a:lnTo>
                  <a:pt x="7351" y="12771"/>
                </a:lnTo>
                <a:lnTo>
                  <a:pt x="7200" y="10889"/>
                </a:lnTo>
                <a:lnTo>
                  <a:pt x="5062" y="9450"/>
                </a:lnTo>
                <a:lnTo>
                  <a:pt x="3600" y="8601"/>
                </a:lnTo>
                <a:lnTo>
                  <a:pt x="2138" y="8001"/>
                </a:lnTo>
                <a:lnTo>
                  <a:pt x="0" y="7319"/>
                </a:lnTo>
                <a:lnTo>
                  <a:pt x="2412" y="5545"/>
                </a:lnTo>
                <a:lnTo>
                  <a:pt x="4666" y="4017"/>
                </a:lnTo>
                <a:lnTo>
                  <a:pt x="6833" y="2738"/>
                </a:lnTo>
                <a:lnTo>
                  <a:pt x="8971" y="1703"/>
                </a:lnTo>
                <a:lnTo>
                  <a:pt x="11153" y="910"/>
                </a:lnTo>
                <a:lnTo>
                  <a:pt x="13439" y="364"/>
                </a:lnTo>
                <a:lnTo>
                  <a:pt x="15898" y="61"/>
                </a:lnTo>
                <a:lnTo>
                  <a:pt x="18598" y="0"/>
                </a:lnTo>
                <a:lnTo>
                  <a:pt x="21600" y="179"/>
                </a:lnTo>
                <a:close/>
              </a:path>
            </a:pathLst>
          </a:custGeom>
          <a:solidFill>
            <a:srgbClr val="1E1C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5" name="contour_11753"/>
          <p:cNvSpPr/>
          <p:nvPr/>
        </p:nvSpPr>
        <p:spPr>
          <a:xfrm>
            <a:off x="8049029" y="266740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373"/>
                </a:lnTo>
                <a:lnTo>
                  <a:pt x="8104" y="783"/>
                </a:lnTo>
                <a:lnTo>
                  <a:pt x="10354" y="1220"/>
                </a:lnTo>
                <a:lnTo>
                  <a:pt x="12600" y="1685"/>
                </a:lnTo>
                <a:lnTo>
                  <a:pt x="15113" y="2160"/>
                </a:lnTo>
                <a:lnTo>
                  <a:pt x="17662" y="2635"/>
                </a:lnTo>
                <a:lnTo>
                  <a:pt x="19616" y="4007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3B3C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6" name="contour_11754"/>
          <p:cNvSpPr/>
          <p:nvPr/>
        </p:nvSpPr>
        <p:spPr>
          <a:xfrm>
            <a:off x="4354018" y="2644827"/>
            <a:ext cx="36440" cy="390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81"/>
                </a:lnTo>
                <a:lnTo>
                  <a:pt x="13751" y="161"/>
                </a:lnTo>
                <a:lnTo>
                  <a:pt x="16368" y="238"/>
                </a:lnTo>
                <a:lnTo>
                  <a:pt x="18982" y="318"/>
                </a:lnTo>
                <a:lnTo>
                  <a:pt x="21600" y="395"/>
                </a:lnTo>
                <a:lnTo>
                  <a:pt x="21600" y="3247"/>
                </a:lnTo>
                <a:lnTo>
                  <a:pt x="21600" y="6100"/>
                </a:lnTo>
                <a:lnTo>
                  <a:pt x="21600" y="8961"/>
                </a:lnTo>
                <a:lnTo>
                  <a:pt x="21600" y="11829"/>
                </a:lnTo>
                <a:lnTo>
                  <a:pt x="21600" y="14714"/>
                </a:lnTo>
                <a:lnTo>
                  <a:pt x="21600" y="17619"/>
                </a:lnTo>
                <a:lnTo>
                  <a:pt x="21600" y="20540"/>
                </a:lnTo>
                <a:lnTo>
                  <a:pt x="16632" y="21129"/>
                </a:lnTo>
                <a:lnTo>
                  <a:pt x="13141" y="21483"/>
                </a:lnTo>
                <a:lnTo>
                  <a:pt x="10644" y="21600"/>
                </a:lnTo>
                <a:lnTo>
                  <a:pt x="8662" y="21483"/>
                </a:lnTo>
                <a:lnTo>
                  <a:pt x="6713" y="21129"/>
                </a:lnTo>
                <a:lnTo>
                  <a:pt x="4320" y="20540"/>
                </a:lnTo>
                <a:lnTo>
                  <a:pt x="2834" y="17994"/>
                </a:lnTo>
                <a:lnTo>
                  <a:pt x="1689" y="15423"/>
                </a:lnTo>
                <a:lnTo>
                  <a:pt x="860" y="12800"/>
                </a:lnTo>
                <a:lnTo>
                  <a:pt x="320" y="10113"/>
                </a:lnTo>
                <a:lnTo>
                  <a:pt x="43" y="7329"/>
                </a:lnTo>
                <a:lnTo>
                  <a:pt x="0" y="4424"/>
                </a:lnTo>
                <a:lnTo>
                  <a:pt x="2562" y="2091"/>
                </a:lnTo>
                <a:lnTo>
                  <a:pt x="4303" y="850"/>
                </a:lnTo>
                <a:lnTo>
                  <a:pt x="6026" y="294"/>
                </a:lnTo>
                <a:lnTo>
                  <a:pt x="8523" y="0"/>
                </a:lnTo>
                <a:close/>
              </a:path>
            </a:pathLst>
          </a:custGeom>
          <a:solidFill>
            <a:srgbClr val="B5A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7" name="contour_11755"/>
          <p:cNvSpPr/>
          <p:nvPr/>
        </p:nvSpPr>
        <p:spPr>
          <a:xfrm>
            <a:off x="5192137" y="2638253"/>
            <a:ext cx="80168" cy="443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025" y="1649"/>
                </a:lnTo>
                <a:lnTo>
                  <a:pt x="12273" y="3326"/>
                </a:lnTo>
                <a:lnTo>
                  <a:pt x="13190" y="5315"/>
                </a:lnTo>
                <a:lnTo>
                  <a:pt x="14174" y="6818"/>
                </a:lnTo>
                <a:lnTo>
                  <a:pt x="15226" y="7928"/>
                </a:lnTo>
                <a:lnTo>
                  <a:pt x="16349" y="8729"/>
                </a:lnTo>
                <a:lnTo>
                  <a:pt x="17545" y="9311"/>
                </a:lnTo>
                <a:lnTo>
                  <a:pt x="18818" y="9765"/>
                </a:lnTo>
                <a:lnTo>
                  <a:pt x="20169" y="10176"/>
                </a:lnTo>
                <a:lnTo>
                  <a:pt x="21600" y="10637"/>
                </a:lnTo>
                <a:lnTo>
                  <a:pt x="20999" y="12931"/>
                </a:lnTo>
                <a:lnTo>
                  <a:pt x="20524" y="14622"/>
                </a:lnTo>
                <a:lnTo>
                  <a:pt x="20062" y="16009"/>
                </a:lnTo>
                <a:lnTo>
                  <a:pt x="19505" y="17381"/>
                </a:lnTo>
                <a:lnTo>
                  <a:pt x="18745" y="19037"/>
                </a:lnTo>
                <a:lnTo>
                  <a:pt x="17673" y="21274"/>
                </a:lnTo>
                <a:lnTo>
                  <a:pt x="16349" y="21533"/>
                </a:lnTo>
                <a:lnTo>
                  <a:pt x="15047" y="21600"/>
                </a:lnTo>
                <a:lnTo>
                  <a:pt x="13761" y="21508"/>
                </a:lnTo>
                <a:lnTo>
                  <a:pt x="12479" y="21284"/>
                </a:lnTo>
                <a:lnTo>
                  <a:pt x="11195" y="20965"/>
                </a:lnTo>
                <a:lnTo>
                  <a:pt x="9903" y="20582"/>
                </a:lnTo>
                <a:lnTo>
                  <a:pt x="8591" y="20168"/>
                </a:lnTo>
                <a:lnTo>
                  <a:pt x="7350" y="19838"/>
                </a:lnTo>
                <a:lnTo>
                  <a:pt x="6091" y="19508"/>
                </a:lnTo>
                <a:lnTo>
                  <a:pt x="4872" y="19175"/>
                </a:lnTo>
                <a:lnTo>
                  <a:pt x="3652" y="18827"/>
                </a:lnTo>
                <a:lnTo>
                  <a:pt x="2433" y="18469"/>
                </a:lnTo>
                <a:lnTo>
                  <a:pt x="1215" y="18100"/>
                </a:lnTo>
                <a:lnTo>
                  <a:pt x="0" y="17728"/>
                </a:lnTo>
                <a:lnTo>
                  <a:pt x="0" y="15970"/>
                </a:lnTo>
                <a:lnTo>
                  <a:pt x="0" y="14183"/>
                </a:lnTo>
                <a:lnTo>
                  <a:pt x="1296" y="14183"/>
                </a:lnTo>
                <a:lnTo>
                  <a:pt x="2594" y="14183"/>
                </a:lnTo>
                <a:lnTo>
                  <a:pt x="3892" y="14183"/>
                </a:lnTo>
                <a:lnTo>
                  <a:pt x="5194" y="14183"/>
                </a:lnTo>
                <a:lnTo>
                  <a:pt x="6500" y="14183"/>
                </a:lnTo>
                <a:lnTo>
                  <a:pt x="7811" y="14183"/>
                </a:lnTo>
                <a:lnTo>
                  <a:pt x="9127" y="14183"/>
                </a:lnTo>
                <a:lnTo>
                  <a:pt x="10450" y="14183"/>
                </a:lnTo>
                <a:lnTo>
                  <a:pt x="11782" y="14183"/>
                </a:lnTo>
                <a:lnTo>
                  <a:pt x="11782" y="11842"/>
                </a:lnTo>
                <a:lnTo>
                  <a:pt x="11782" y="9499"/>
                </a:lnTo>
                <a:lnTo>
                  <a:pt x="11782" y="7144"/>
                </a:lnTo>
                <a:lnTo>
                  <a:pt x="11782" y="4780"/>
                </a:lnTo>
                <a:lnTo>
                  <a:pt x="11782" y="2400"/>
                </a:lnTo>
                <a:lnTo>
                  <a:pt x="11782" y="0"/>
                </a:lnTo>
                <a:close/>
              </a:path>
            </a:pathLst>
          </a:custGeom>
          <a:solidFill>
            <a:srgbClr val="5151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8" name="contour_11756"/>
          <p:cNvSpPr/>
          <p:nvPr/>
        </p:nvSpPr>
        <p:spPr>
          <a:xfrm>
            <a:off x="3799678" y="2623677"/>
            <a:ext cx="23599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55" y="0"/>
                </a:moveTo>
                <a:lnTo>
                  <a:pt x="17064" y="0"/>
                </a:lnTo>
                <a:lnTo>
                  <a:pt x="20426" y="0"/>
                </a:lnTo>
                <a:lnTo>
                  <a:pt x="20599" y="1176"/>
                </a:lnTo>
                <a:lnTo>
                  <a:pt x="20759" y="2354"/>
                </a:lnTo>
                <a:lnTo>
                  <a:pt x="20906" y="3531"/>
                </a:lnTo>
                <a:lnTo>
                  <a:pt x="21033" y="4707"/>
                </a:lnTo>
                <a:lnTo>
                  <a:pt x="21153" y="5884"/>
                </a:lnTo>
                <a:lnTo>
                  <a:pt x="21260" y="7062"/>
                </a:lnTo>
                <a:lnTo>
                  <a:pt x="21427" y="8050"/>
                </a:lnTo>
                <a:lnTo>
                  <a:pt x="21600" y="9054"/>
                </a:lnTo>
                <a:lnTo>
                  <a:pt x="21580" y="10282"/>
                </a:lnTo>
                <a:lnTo>
                  <a:pt x="21353" y="11438"/>
                </a:lnTo>
                <a:lnTo>
                  <a:pt x="20913" y="12536"/>
                </a:lnTo>
                <a:lnTo>
                  <a:pt x="20259" y="13585"/>
                </a:lnTo>
                <a:lnTo>
                  <a:pt x="19392" y="14598"/>
                </a:lnTo>
                <a:lnTo>
                  <a:pt x="18305" y="15585"/>
                </a:lnTo>
                <a:lnTo>
                  <a:pt x="17004" y="16559"/>
                </a:lnTo>
                <a:lnTo>
                  <a:pt x="15470" y="17528"/>
                </a:lnTo>
                <a:lnTo>
                  <a:pt x="13722" y="18506"/>
                </a:lnTo>
                <a:lnTo>
                  <a:pt x="11741" y="19503"/>
                </a:lnTo>
                <a:lnTo>
                  <a:pt x="9526" y="20530"/>
                </a:lnTo>
                <a:lnTo>
                  <a:pt x="7084" y="21600"/>
                </a:lnTo>
                <a:lnTo>
                  <a:pt x="5523" y="19482"/>
                </a:lnTo>
                <a:lnTo>
                  <a:pt x="4156" y="17591"/>
                </a:lnTo>
                <a:lnTo>
                  <a:pt x="2968" y="15908"/>
                </a:lnTo>
                <a:lnTo>
                  <a:pt x="1981" y="14409"/>
                </a:lnTo>
                <a:lnTo>
                  <a:pt x="1181" y="13078"/>
                </a:lnTo>
                <a:lnTo>
                  <a:pt x="587" y="11892"/>
                </a:lnTo>
                <a:lnTo>
                  <a:pt x="193" y="10828"/>
                </a:lnTo>
                <a:lnTo>
                  <a:pt x="0" y="9868"/>
                </a:lnTo>
                <a:lnTo>
                  <a:pt x="13" y="8991"/>
                </a:lnTo>
                <a:lnTo>
                  <a:pt x="240" y="8173"/>
                </a:lnTo>
                <a:lnTo>
                  <a:pt x="674" y="7397"/>
                </a:lnTo>
                <a:lnTo>
                  <a:pt x="1327" y="6641"/>
                </a:lnTo>
                <a:lnTo>
                  <a:pt x="2201" y="5884"/>
                </a:lnTo>
                <a:lnTo>
                  <a:pt x="3295" y="5104"/>
                </a:lnTo>
                <a:lnTo>
                  <a:pt x="4616" y="4282"/>
                </a:lnTo>
                <a:lnTo>
                  <a:pt x="6164" y="3396"/>
                </a:lnTo>
                <a:lnTo>
                  <a:pt x="7938" y="2424"/>
                </a:lnTo>
                <a:lnTo>
                  <a:pt x="9953" y="1349"/>
                </a:lnTo>
                <a:lnTo>
                  <a:pt x="11841" y="680"/>
                </a:lnTo>
                <a:lnTo>
                  <a:pt x="13755" y="0"/>
                </a:lnTo>
                <a:close/>
              </a:path>
            </a:pathLst>
          </a:custGeom>
          <a:solidFill>
            <a:srgbClr val="BFC6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59" name="contour_11757"/>
          <p:cNvSpPr/>
          <p:nvPr/>
        </p:nvSpPr>
        <p:spPr>
          <a:xfrm>
            <a:off x="5192137" y="2636314"/>
            <a:ext cx="43728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51"/>
                </a:lnTo>
                <a:lnTo>
                  <a:pt x="14425" y="147"/>
                </a:lnTo>
                <a:lnTo>
                  <a:pt x="16056" y="349"/>
                </a:lnTo>
                <a:lnTo>
                  <a:pt x="18277" y="729"/>
                </a:lnTo>
                <a:lnTo>
                  <a:pt x="21600" y="1347"/>
                </a:lnTo>
                <a:lnTo>
                  <a:pt x="21600" y="4694"/>
                </a:lnTo>
                <a:lnTo>
                  <a:pt x="21600" y="8041"/>
                </a:lnTo>
                <a:lnTo>
                  <a:pt x="21600" y="11397"/>
                </a:lnTo>
                <a:lnTo>
                  <a:pt x="21600" y="14775"/>
                </a:lnTo>
                <a:lnTo>
                  <a:pt x="21600" y="1817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8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83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32" y="15149"/>
                </a:lnTo>
                <a:lnTo>
                  <a:pt x="3100" y="10278"/>
                </a:lnTo>
                <a:lnTo>
                  <a:pt x="4237" y="6729"/>
                </a:lnTo>
                <a:lnTo>
                  <a:pt x="5267" y="4253"/>
                </a:lnTo>
                <a:lnTo>
                  <a:pt x="6318" y="2597"/>
                </a:lnTo>
                <a:lnTo>
                  <a:pt x="7520" y="1504"/>
                </a:lnTo>
                <a:lnTo>
                  <a:pt x="9000" y="724"/>
                </a:lnTo>
                <a:lnTo>
                  <a:pt x="10883" y="0"/>
                </a:lnTo>
                <a:close/>
              </a:path>
            </a:pathLst>
          </a:custGeom>
          <a:solidFill>
            <a:srgbClr val="26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0" name="contour_11758"/>
          <p:cNvSpPr/>
          <p:nvPr/>
        </p:nvSpPr>
        <p:spPr>
          <a:xfrm>
            <a:off x="11109986" y="2622963"/>
            <a:ext cx="4372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76"/>
                </a:lnTo>
                <a:lnTo>
                  <a:pt x="12823" y="148"/>
                </a:lnTo>
                <a:lnTo>
                  <a:pt x="14062" y="178"/>
                </a:lnTo>
                <a:lnTo>
                  <a:pt x="17788" y="263"/>
                </a:lnTo>
                <a:lnTo>
                  <a:pt x="19681" y="339"/>
                </a:lnTo>
                <a:lnTo>
                  <a:pt x="21600" y="415"/>
                </a:lnTo>
                <a:lnTo>
                  <a:pt x="19998" y="5169"/>
                </a:lnTo>
                <a:lnTo>
                  <a:pt x="18680" y="8906"/>
                </a:lnTo>
                <a:lnTo>
                  <a:pt x="17546" y="11791"/>
                </a:lnTo>
                <a:lnTo>
                  <a:pt x="16488" y="13995"/>
                </a:lnTo>
                <a:lnTo>
                  <a:pt x="15397" y="15677"/>
                </a:lnTo>
                <a:lnTo>
                  <a:pt x="14162" y="17007"/>
                </a:lnTo>
                <a:lnTo>
                  <a:pt x="12683" y="18151"/>
                </a:lnTo>
                <a:lnTo>
                  <a:pt x="10850" y="19274"/>
                </a:lnTo>
                <a:lnTo>
                  <a:pt x="8550" y="20541"/>
                </a:lnTo>
                <a:lnTo>
                  <a:pt x="6095" y="21066"/>
                </a:lnTo>
                <a:lnTo>
                  <a:pt x="3600" y="21600"/>
                </a:lnTo>
                <a:lnTo>
                  <a:pt x="2909" y="18871"/>
                </a:lnTo>
                <a:lnTo>
                  <a:pt x="2236" y="16134"/>
                </a:lnTo>
                <a:lnTo>
                  <a:pt x="1573" y="13389"/>
                </a:lnTo>
                <a:lnTo>
                  <a:pt x="1292" y="12241"/>
                </a:lnTo>
                <a:lnTo>
                  <a:pt x="436" y="8770"/>
                </a:lnTo>
                <a:lnTo>
                  <a:pt x="220" y="6728"/>
                </a:lnTo>
                <a:lnTo>
                  <a:pt x="0" y="4652"/>
                </a:lnTo>
                <a:lnTo>
                  <a:pt x="2149" y="2199"/>
                </a:lnTo>
                <a:lnTo>
                  <a:pt x="3686" y="894"/>
                </a:lnTo>
                <a:lnTo>
                  <a:pt x="5353" y="309"/>
                </a:lnTo>
                <a:lnTo>
                  <a:pt x="7888" y="0"/>
                </a:lnTo>
                <a:close/>
              </a:path>
            </a:pathLst>
          </a:custGeom>
          <a:solidFill>
            <a:srgbClr val="D3D6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1" name="contour_11759"/>
          <p:cNvSpPr/>
          <p:nvPr/>
        </p:nvSpPr>
        <p:spPr>
          <a:xfrm>
            <a:off x="4652825" y="261638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485" y="2383"/>
                </a:lnTo>
                <a:lnTo>
                  <a:pt x="21316" y="4705"/>
                </a:lnTo>
                <a:lnTo>
                  <a:pt x="21074" y="6980"/>
                </a:lnTo>
                <a:lnTo>
                  <a:pt x="20740" y="9212"/>
                </a:lnTo>
                <a:lnTo>
                  <a:pt x="20286" y="11419"/>
                </a:lnTo>
                <a:lnTo>
                  <a:pt x="19692" y="13612"/>
                </a:lnTo>
                <a:lnTo>
                  <a:pt x="18936" y="15804"/>
                </a:lnTo>
                <a:lnTo>
                  <a:pt x="18000" y="18000"/>
                </a:lnTo>
                <a:lnTo>
                  <a:pt x="15804" y="18936"/>
                </a:lnTo>
                <a:lnTo>
                  <a:pt x="13612" y="19692"/>
                </a:lnTo>
                <a:lnTo>
                  <a:pt x="11419" y="20286"/>
                </a:lnTo>
                <a:lnTo>
                  <a:pt x="9212" y="20740"/>
                </a:lnTo>
                <a:lnTo>
                  <a:pt x="6980" y="21074"/>
                </a:lnTo>
                <a:lnTo>
                  <a:pt x="4705" y="21316"/>
                </a:lnTo>
                <a:lnTo>
                  <a:pt x="2383" y="21485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54"/>
                </a:lnTo>
                <a:lnTo>
                  <a:pt x="0" y="12053"/>
                </a:lnTo>
                <a:lnTo>
                  <a:pt x="0" y="9637"/>
                </a:lnTo>
                <a:lnTo>
                  <a:pt x="0" y="7200"/>
                </a:lnTo>
                <a:lnTo>
                  <a:pt x="2376" y="7200"/>
                </a:lnTo>
                <a:lnTo>
                  <a:pt x="4756" y="7200"/>
                </a:lnTo>
                <a:lnTo>
                  <a:pt x="7146" y="7200"/>
                </a:lnTo>
                <a:lnTo>
                  <a:pt x="9547" y="7200"/>
                </a:lnTo>
                <a:lnTo>
                  <a:pt x="11963" y="7200"/>
                </a:lnTo>
                <a:lnTo>
                  <a:pt x="14400" y="7200"/>
                </a:lnTo>
                <a:lnTo>
                  <a:pt x="14400" y="4820"/>
                </a:lnTo>
                <a:lnTo>
                  <a:pt x="14400" y="2426"/>
                </a:lnTo>
                <a:lnTo>
                  <a:pt x="14400" y="0"/>
                </a:lnTo>
                <a:close/>
              </a:path>
            </a:pathLst>
          </a:custGeom>
          <a:solidFill>
            <a:srgbClr val="3433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2" name="contour_11760"/>
          <p:cNvSpPr/>
          <p:nvPr/>
        </p:nvSpPr>
        <p:spPr>
          <a:xfrm>
            <a:off x="403926" y="2594525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09"/>
                </a:lnTo>
                <a:lnTo>
                  <a:pt x="7133" y="1018"/>
                </a:lnTo>
                <a:lnTo>
                  <a:pt x="10719" y="1531"/>
                </a:lnTo>
                <a:lnTo>
                  <a:pt x="14321" y="2046"/>
                </a:lnTo>
                <a:lnTo>
                  <a:pt x="17944" y="2564"/>
                </a:lnTo>
                <a:lnTo>
                  <a:pt x="21600" y="3086"/>
                </a:lnTo>
                <a:lnTo>
                  <a:pt x="18031" y="3086"/>
                </a:lnTo>
                <a:lnTo>
                  <a:pt x="14440" y="3086"/>
                </a:lnTo>
                <a:lnTo>
                  <a:pt x="10800" y="3086"/>
                </a:lnTo>
                <a:lnTo>
                  <a:pt x="11988" y="5122"/>
                </a:lnTo>
                <a:lnTo>
                  <a:pt x="13176" y="7162"/>
                </a:lnTo>
                <a:lnTo>
                  <a:pt x="14369" y="9202"/>
                </a:lnTo>
                <a:lnTo>
                  <a:pt x="15563" y="11247"/>
                </a:lnTo>
                <a:lnTo>
                  <a:pt x="16756" y="13299"/>
                </a:lnTo>
                <a:lnTo>
                  <a:pt x="17960" y="15361"/>
                </a:lnTo>
                <a:lnTo>
                  <a:pt x="19165" y="17428"/>
                </a:lnTo>
                <a:lnTo>
                  <a:pt x="20380" y="19508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775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3" name="contour_11761"/>
          <p:cNvSpPr/>
          <p:nvPr/>
        </p:nvSpPr>
        <p:spPr>
          <a:xfrm>
            <a:off x="8296821" y="261638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773" y="3342"/>
                </a:lnTo>
                <a:lnTo>
                  <a:pt x="20622" y="5712"/>
                </a:lnTo>
                <a:lnTo>
                  <a:pt x="21143" y="7455"/>
                </a:lnTo>
                <a:lnTo>
                  <a:pt x="21421" y="8912"/>
                </a:lnTo>
                <a:lnTo>
                  <a:pt x="21544" y="10427"/>
                </a:lnTo>
                <a:lnTo>
                  <a:pt x="21600" y="12343"/>
                </a:lnTo>
                <a:lnTo>
                  <a:pt x="20273" y="14222"/>
                </a:lnTo>
                <a:lnTo>
                  <a:pt x="18891" y="15861"/>
                </a:lnTo>
                <a:lnTo>
                  <a:pt x="17428" y="17342"/>
                </a:lnTo>
                <a:lnTo>
                  <a:pt x="15864" y="18740"/>
                </a:lnTo>
                <a:lnTo>
                  <a:pt x="14176" y="20131"/>
                </a:lnTo>
                <a:lnTo>
                  <a:pt x="12343" y="21600"/>
                </a:lnTo>
                <a:lnTo>
                  <a:pt x="10815" y="20073"/>
                </a:lnTo>
                <a:lnTo>
                  <a:pt x="9285" y="18542"/>
                </a:lnTo>
                <a:lnTo>
                  <a:pt x="7754" y="17012"/>
                </a:lnTo>
                <a:lnTo>
                  <a:pt x="6218" y="15475"/>
                </a:lnTo>
                <a:lnTo>
                  <a:pt x="4675" y="13932"/>
                </a:lnTo>
                <a:lnTo>
                  <a:pt x="3126" y="12383"/>
                </a:lnTo>
                <a:lnTo>
                  <a:pt x="1568" y="10825"/>
                </a:lnTo>
                <a:lnTo>
                  <a:pt x="0" y="9257"/>
                </a:lnTo>
                <a:lnTo>
                  <a:pt x="1833" y="8341"/>
                </a:lnTo>
                <a:lnTo>
                  <a:pt x="3666" y="7424"/>
                </a:lnTo>
                <a:lnTo>
                  <a:pt x="5505" y="6505"/>
                </a:lnTo>
                <a:lnTo>
                  <a:pt x="7344" y="5585"/>
                </a:lnTo>
                <a:lnTo>
                  <a:pt x="9186" y="4663"/>
                </a:lnTo>
                <a:lnTo>
                  <a:pt x="11038" y="3740"/>
                </a:lnTo>
                <a:lnTo>
                  <a:pt x="12895" y="2811"/>
                </a:lnTo>
                <a:lnTo>
                  <a:pt x="14759" y="1879"/>
                </a:lnTo>
                <a:lnTo>
                  <a:pt x="16632" y="941"/>
                </a:lnTo>
                <a:lnTo>
                  <a:pt x="18514" y="0"/>
                </a:lnTo>
                <a:close/>
              </a:path>
            </a:pathLst>
          </a:custGeom>
          <a:solidFill>
            <a:srgbClr val="E4F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4" name="contour_11762"/>
          <p:cNvSpPr/>
          <p:nvPr/>
        </p:nvSpPr>
        <p:spPr>
          <a:xfrm>
            <a:off x="2036436" y="258723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0"/>
                </a:lnTo>
                <a:lnTo>
                  <a:pt x="7162" y="0"/>
                </a:lnTo>
                <a:lnTo>
                  <a:pt x="9202" y="0"/>
                </a:lnTo>
                <a:lnTo>
                  <a:pt x="11247" y="0"/>
                </a:lnTo>
                <a:lnTo>
                  <a:pt x="13299" y="0"/>
                </a:lnTo>
                <a:lnTo>
                  <a:pt x="15361" y="0"/>
                </a:lnTo>
                <a:lnTo>
                  <a:pt x="17428" y="0"/>
                </a:lnTo>
                <a:lnTo>
                  <a:pt x="19508" y="0"/>
                </a:lnTo>
                <a:lnTo>
                  <a:pt x="21600" y="0"/>
                </a:ln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19563" y="12960"/>
                </a:lnTo>
                <a:lnTo>
                  <a:pt x="17524" y="12960"/>
                </a:lnTo>
                <a:lnTo>
                  <a:pt x="15475" y="12960"/>
                </a:lnTo>
                <a:lnTo>
                  <a:pt x="13417" y="12960"/>
                </a:lnTo>
                <a:lnTo>
                  <a:pt x="11346" y="12960"/>
                </a:lnTo>
                <a:lnTo>
                  <a:pt x="9257" y="12960"/>
                </a:lnTo>
                <a:lnTo>
                  <a:pt x="9257" y="15816"/>
                </a:lnTo>
                <a:lnTo>
                  <a:pt x="9257" y="18688"/>
                </a:lnTo>
                <a:lnTo>
                  <a:pt x="9257" y="21600"/>
                </a:lnTo>
                <a:lnTo>
                  <a:pt x="7424" y="20745"/>
                </a:lnTo>
                <a:lnTo>
                  <a:pt x="5585" y="19885"/>
                </a:lnTo>
                <a:lnTo>
                  <a:pt x="3740" y="19025"/>
                </a:lnTo>
                <a:lnTo>
                  <a:pt x="1879" y="18157"/>
                </a:lnTo>
                <a:lnTo>
                  <a:pt x="0" y="17280"/>
                </a:lnTo>
                <a:lnTo>
                  <a:pt x="2040" y="17280"/>
                </a:lnTo>
                <a:lnTo>
                  <a:pt x="4092" y="17280"/>
                </a:lnTo>
                <a:lnTo>
                  <a:pt x="6171" y="17280"/>
                </a:lnTo>
                <a:lnTo>
                  <a:pt x="5662" y="14429"/>
                </a:lnTo>
                <a:lnTo>
                  <a:pt x="5153" y="11573"/>
                </a:lnTo>
                <a:lnTo>
                  <a:pt x="4641" y="8705"/>
                </a:lnTo>
                <a:lnTo>
                  <a:pt x="4126" y="5823"/>
                </a:lnTo>
                <a:lnTo>
                  <a:pt x="3607" y="2925"/>
                </a:lnTo>
                <a:lnTo>
                  <a:pt x="3086" y="0"/>
                </a:lnTo>
                <a:close/>
              </a:path>
            </a:pathLst>
          </a:custGeom>
          <a:solidFill>
            <a:srgbClr val="7472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5" name="contour_11763"/>
          <p:cNvSpPr/>
          <p:nvPr/>
        </p:nvSpPr>
        <p:spPr>
          <a:xfrm>
            <a:off x="768326" y="2587237"/>
            <a:ext cx="65592" cy="29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3" y="537"/>
                </a:lnTo>
                <a:lnTo>
                  <a:pt x="8129" y="1075"/>
                </a:lnTo>
                <a:lnTo>
                  <a:pt x="9794" y="1612"/>
                </a:lnTo>
                <a:lnTo>
                  <a:pt x="11462" y="2155"/>
                </a:lnTo>
                <a:lnTo>
                  <a:pt x="13138" y="2692"/>
                </a:lnTo>
                <a:lnTo>
                  <a:pt x="14815" y="3235"/>
                </a:lnTo>
                <a:lnTo>
                  <a:pt x="16500" y="3777"/>
                </a:lnTo>
                <a:lnTo>
                  <a:pt x="18192" y="4325"/>
                </a:lnTo>
                <a:lnTo>
                  <a:pt x="19891" y="4874"/>
                </a:lnTo>
                <a:lnTo>
                  <a:pt x="21600" y="5427"/>
                </a:lnTo>
                <a:lnTo>
                  <a:pt x="21600" y="9014"/>
                </a:lnTo>
                <a:lnTo>
                  <a:pt x="21600" y="12624"/>
                </a:lnTo>
                <a:lnTo>
                  <a:pt x="21600" y="16281"/>
                </a:lnTo>
                <a:lnTo>
                  <a:pt x="19982" y="16992"/>
                </a:lnTo>
                <a:lnTo>
                  <a:pt x="18365" y="17687"/>
                </a:lnTo>
                <a:lnTo>
                  <a:pt x="16745" y="18360"/>
                </a:lnTo>
                <a:lnTo>
                  <a:pt x="15122" y="19022"/>
                </a:lnTo>
                <a:lnTo>
                  <a:pt x="13500" y="19673"/>
                </a:lnTo>
                <a:lnTo>
                  <a:pt x="11995" y="20303"/>
                </a:lnTo>
                <a:lnTo>
                  <a:pt x="10481" y="20938"/>
                </a:lnTo>
                <a:lnTo>
                  <a:pt x="8945" y="21584"/>
                </a:lnTo>
                <a:lnTo>
                  <a:pt x="6898" y="21600"/>
                </a:lnTo>
                <a:lnTo>
                  <a:pt x="5508" y="21345"/>
                </a:lnTo>
                <a:lnTo>
                  <a:pt x="4428" y="20553"/>
                </a:lnTo>
                <a:lnTo>
                  <a:pt x="3326" y="18995"/>
                </a:lnTo>
                <a:lnTo>
                  <a:pt x="1855" y="16406"/>
                </a:lnTo>
                <a:lnTo>
                  <a:pt x="1394" y="15028"/>
                </a:lnTo>
                <a:lnTo>
                  <a:pt x="0" y="10854"/>
                </a:lnTo>
                <a:lnTo>
                  <a:pt x="1586" y="10854"/>
                </a:lnTo>
                <a:lnTo>
                  <a:pt x="3182" y="10854"/>
                </a:lnTo>
                <a:lnTo>
                  <a:pt x="4800" y="10854"/>
                </a:lnTo>
                <a:lnTo>
                  <a:pt x="4800" y="7267"/>
                </a:lnTo>
                <a:lnTo>
                  <a:pt x="4800" y="3658"/>
                </a:lnTo>
                <a:lnTo>
                  <a:pt x="4800" y="0"/>
                </a:lnTo>
                <a:close/>
              </a:path>
            </a:pathLst>
          </a:custGeom>
          <a:solidFill>
            <a:srgbClr val="5C5D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6" name="contour_11764"/>
          <p:cNvSpPr/>
          <p:nvPr/>
        </p:nvSpPr>
        <p:spPr>
          <a:xfrm>
            <a:off x="666294" y="2572202"/>
            <a:ext cx="43728" cy="30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1"/>
                </a:moveTo>
                <a:lnTo>
                  <a:pt x="21600" y="3687"/>
                </a:lnTo>
                <a:lnTo>
                  <a:pt x="21600" y="7057"/>
                </a:lnTo>
                <a:lnTo>
                  <a:pt x="21600" y="10443"/>
                </a:lnTo>
                <a:lnTo>
                  <a:pt x="21600" y="13844"/>
                </a:lnTo>
                <a:lnTo>
                  <a:pt x="21600" y="17266"/>
                </a:lnTo>
                <a:lnTo>
                  <a:pt x="21600" y="20718"/>
                </a:lnTo>
                <a:lnTo>
                  <a:pt x="18997" y="21065"/>
                </a:lnTo>
                <a:lnTo>
                  <a:pt x="16423" y="21350"/>
                </a:lnTo>
                <a:lnTo>
                  <a:pt x="13864" y="21539"/>
                </a:lnTo>
                <a:lnTo>
                  <a:pt x="11311" y="21600"/>
                </a:lnTo>
                <a:lnTo>
                  <a:pt x="8755" y="21503"/>
                </a:lnTo>
                <a:lnTo>
                  <a:pt x="6188" y="21223"/>
                </a:lnTo>
                <a:lnTo>
                  <a:pt x="3600" y="20718"/>
                </a:lnTo>
                <a:lnTo>
                  <a:pt x="2167" y="16924"/>
                </a:lnTo>
                <a:lnTo>
                  <a:pt x="1264" y="14232"/>
                </a:lnTo>
                <a:lnTo>
                  <a:pt x="716" y="11907"/>
                </a:lnTo>
                <a:lnTo>
                  <a:pt x="353" y="9214"/>
                </a:lnTo>
                <a:lnTo>
                  <a:pt x="0" y="5420"/>
                </a:lnTo>
                <a:lnTo>
                  <a:pt x="2322" y="3488"/>
                </a:lnTo>
                <a:lnTo>
                  <a:pt x="4619" y="2060"/>
                </a:lnTo>
                <a:lnTo>
                  <a:pt x="6908" y="1066"/>
                </a:lnTo>
                <a:lnTo>
                  <a:pt x="9216" y="439"/>
                </a:lnTo>
                <a:lnTo>
                  <a:pt x="11552" y="107"/>
                </a:lnTo>
                <a:lnTo>
                  <a:pt x="13939" y="0"/>
                </a:lnTo>
                <a:lnTo>
                  <a:pt x="16398" y="46"/>
                </a:lnTo>
                <a:lnTo>
                  <a:pt x="18943" y="178"/>
                </a:lnTo>
                <a:lnTo>
                  <a:pt x="21600" y="321"/>
                </a:lnTo>
                <a:close/>
              </a:path>
            </a:pathLst>
          </a:custGeom>
          <a:solidFill>
            <a:srgbClr val="2F2E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7" name="contour_11765"/>
          <p:cNvSpPr/>
          <p:nvPr/>
        </p:nvSpPr>
        <p:spPr>
          <a:xfrm>
            <a:off x="10417627" y="257266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21600" y="7171"/>
                </a:lnTo>
                <a:lnTo>
                  <a:pt x="21600" y="10027"/>
                </a:lnTo>
                <a:lnTo>
                  <a:pt x="21600" y="12895"/>
                </a:lnTo>
                <a:lnTo>
                  <a:pt x="21600" y="15777"/>
                </a:lnTo>
                <a:lnTo>
                  <a:pt x="21600" y="18675"/>
                </a:lnTo>
                <a:lnTo>
                  <a:pt x="21600" y="21600"/>
                </a:lnTo>
                <a:lnTo>
                  <a:pt x="19253" y="21371"/>
                </a:lnTo>
                <a:lnTo>
                  <a:pt x="16949" y="21099"/>
                </a:lnTo>
                <a:lnTo>
                  <a:pt x="14677" y="20758"/>
                </a:lnTo>
                <a:lnTo>
                  <a:pt x="12434" y="20326"/>
                </a:lnTo>
                <a:lnTo>
                  <a:pt x="10213" y="19781"/>
                </a:lnTo>
                <a:lnTo>
                  <a:pt x="8006" y="19107"/>
                </a:lnTo>
                <a:lnTo>
                  <a:pt x="5803" y="18282"/>
                </a:lnTo>
                <a:lnTo>
                  <a:pt x="3600" y="17280"/>
                </a:lnTo>
                <a:lnTo>
                  <a:pt x="2369" y="14416"/>
                </a:lnTo>
                <a:lnTo>
                  <a:pt x="1508" y="11707"/>
                </a:lnTo>
                <a:lnTo>
                  <a:pt x="929" y="9037"/>
                </a:lnTo>
                <a:lnTo>
                  <a:pt x="544" y="6277"/>
                </a:lnTo>
                <a:lnTo>
                  <a:pt x="263" y="3309"/>
                </a:lnTo>
                <a:lnTo>
                  <a:pt x="0" y="0"/>
                </a:lnTo>
                <a:close/>
              </a:path>
            </a:pathLst>
          </a:custGeom>
          <a:solidFill>
            <a:srgbClr val="DCDD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8" name="contour_11766"/>
          <p:cNvSpPr/>
          <p:nvPr/>
        </p:nvSpPr>
        <p:spPr>
          <a:xfrm>
            <a:off x="8245805" y="2542525"/>
            <a:ext cx="36440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475"/>
                </a:moveTo>
                <a:lnTo>
                  <a:pt x="12010" y="158"/>
                </a:lnTo>
                <a:lnTo>
                  <a:pt x="14364" y="0"/>
                </a:lnTo>
                <a:lnTo>
                  <a:pt x="16334" y="0"/>
                </a:lnTo>
                <a:lnTo>
                  <a:pt x="18541" y="158"/>
                </a:lnTo>
                <a:lnTo>
                  <a:pt x="21600" y="475"/>
                </a:lnTo>
                <a:lnTo>
                  <a:pt x="21371" y="2771"/>
                </a:lnTo>
                <a:lnTo>
                  <a:pt x="21099" y="5024"/>
                </a:lnTo>
                <a:lnTo>
                  <a:pt x="20758" y="7246"/>
                </a:lnTo>
                <a:lnTo>
                  <a:pt x="20326" y="9439"/>
                </a:lnTo>
                <a:lnTo>
                  <a:pt x="19781" y="11612"/>
                </a:lnTo>
                <a:lnTo>
                  <a:pt x="19107" y="13770"/>
                </a:lnTo>
                <a:lnTo>
                  <a:pt x="18282" y="15924"/>
                </a:lnTo>
                <a:lnTo>
                  <a:pt x="17280" y="18079"/>
                </a:lnTo>
                <a:lnTo>
                  <a:pt x="14416" y="19283"/>
                </a:lnTo>
                <a:lnTo>
                  <a:pt x="11707" y="20125"/>
                </a:lnTo>
                <a:lnTo>
                  <a:pt x="9037" y="20688"/>
                </a:lnTo>
                <a:lnTo>
                  <a:pt x="6277" y="21068"/>
                </a:lnTo>
                <a:lnTo>
                  <a:pt x="3309" y="21343"/>
                </a:lnTo>
                <a:lnTo>
                  <a:pt x="0" y="21600"/>
                </a:lnTo>
                <a:lnTo>
                  <a:pt x="670" y="19480"/>
                </a:lnTo>
                <a:lnTo>
                  <a:pt x="1356" y="17364"/>
                </a:lnTo>
                <a:lnTo>
                  <a:pt x="2061" y="15252"/>
                </a:lnTo>
                <a:lnTo>
                  <a:pt x="2778" y="13143"/>
                </a:lnTo>
                <a:lnTo>
                  <a:pt x="3508" y="11038"/>
                </a:lnTo>
                <a:lnTo>
                  <a:pt x="3802" y="10164"/>
                </a:lnTo>
                <a:lnTo>
                  <a:pt x="4311" y="8626"/>
                </a:lnTo>
                <a:lnTo>
                  <a:pt x="5486" y="5095"/>
                </a:lnTo>
                <a:lnTo>
                  <a:pt x="6528" y="3570"/>
                </a:lnTo>
                <a:lnTo>
                  <a:pt x="7577" y="2031"/>
                </a:lnTo>
                <a:lnTo>
                  <a:pt x="8640" y="475"/>
                </a:lnTo>
                <a:close/>
              </a:path>
            </a:pathLst>
          </a:custGeom>
          <a:solidFill>
            <a:srgbClr val="EA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69" name="contour_11767"/>
          <p:cNvSpPr/>
          <p:nvPr/>
        </p:nvSpPr>
        <p:spPr>
          <a:xfrm>
            <a:off x="2313380" y="254350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7755" y="2376"/>
                </a:lnTo>
                <a:lnTo>
                  <a:pt x="18230" y="4756"/>
                </a:lnTo>
                <a:lnTo>
                  <a:pt x="18706" y="7135"/>
                </a:lnTo>
                <a:lnTo>
                  <a:pt x="19185" y="9522"/>
                </a:lnTo>
                <a:lnTo>
                  <a:pt x="19665" y="11916"/>
                </a:lnTo>
                <a:lnTo>
                  <a:pt x="20144" y="14321"/>
                </a:lnTo>
                <a:lnTo>
                  <a:pt x="20628" y="16733"/>
                </a:lnTo>
                <a:lnTo>
                  <a:pt x="21112" y="1915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456" y="16409"/>
                </a:lnTo>
                <a:lnTo>
                  <a:pt x="2622" y="12330"/>
                </a:lnTo>
                <a:lnTo>
                  <a:pt x="3573" y="9187"/>
                </a:lnTo>
                <a:lnTo>
                  <a:pt x="4372" y="6800"/>
                </a:lnTo>
                <a:lnTo>
                  <a:pt x="5093" y="4993"/>
                </a:lnTo>
                <a:lnTo>
                  <a:pt x="5810" y="3586"/>
                </a:lnTo>
                <a:lnTo>
                  <a:pt x="6592" y="2405"/>
                </a:lnTo>
                <a:lnTo>
                  <a:pt x="7512" y="1267"/>
                </a:lnTo>
                <a:lnTo>
                  <a:pt x="8640" y="0"/>
                </a:lnTo>
                <a:close/>
              </a:path>
            </a:pathLst>
          </a:custGeom>
          <a:solidFill>
            <a:srgbClr val="1718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0" name="contour_11768"/>
          <p:cNvSpPr/>
          <p:nvPr/>
        </p:nvSpPr>
        <p:spPr>
          <a:xfrm>
            <a:off x="5367048" y="2550797"/>
            <a:ext cx="72880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172" y="3945"/>
                </a:lnTo>
                <a:lnTo>
                  <a:pt x="20742" y="7904"/>
                </a:lnTo>
                <a:lnTo>
                  <a:pt x="20313" y="11876"/>
                </a:lnTo>
                <a:lnTo>
                  <a:pt x="19878" y="15881"/>
                </a:lnTo>
                <a:lnTo>
                  <a:pt x="19440" y="19926"/>
                </a:lnTo>
                <a:lnTo>
                  <a:pt x="17926" y="20869"/>
                </a:lnTo>
                <a:lnTo>
                  <a:pt x="16824" y="21407"/>
                </a:lnTo>
                <a:lnTo>
                  <a:pt x="15818" y="21600"/>
                </a:lnTo>
                <a:lnTo>
                  <a:pt x="14591" y="21500"/>
                </a:lnTo>
                <a:lnTo>
                  <a:pt x="12826" y="21175"/>
                </a:lnTo>
                <a:lnTo>
                  <a:pt x="11640" y="20989"/>
                </a:lnTo>
                <a:lnTo>
                  <a:pt x="10448" y="20810"/>
                </a:lnTo>
                <a:lnTo>
                  <a:pt x="9238" y="20624"/>
                </a:lnTo>
                <a:lnTo>
                  <a:pt x="7869" y="20278"/>
                </a:lnTo>
                <a:lnTo>
                  <a:pt x="6480" y="19926"/>
                </a:lnTo>
                <a:lnTo>
                  <a:pt x="6480" y="15536"/>
                </a:lnTo>
                <a:lnTo>
                  <a:pt x="6480" y="11119"/>
                </a:lnTo>
                <a:lnTo>
                  <a:pt x="6480" y="6642"/>
                </a:lnTo>
                <a:lnTo>
                  <a:pt x="5197" y="7957"/>
                </a:lnTo>
                <a:lnTo>
                  <a:pt x="3910" y="9279"/>
                </a:lnTo>
                <a:lnTo>
                  <a:pt x="2618" y="10601"/>
                </a:lnTo>
                <a:lnTo>
                  <a:pt x="1315" y="11936"/>
                </a:lnTo>
                <a:lnTo>
                  <a:pt x="0" y="13284"/>
                </a:lnTo>
                <a:lnTo>
                  <a:pt x="0" y="8894"/>
                </a:lnTo>
                <a:lnTo>
                  <a:pt x="0" y="4477"/>
                </a:lnTo>
                <a:lnTo>
                  <a:pt x="0" y="0"/>
                </a:lnTo>
                <a:close/>
              </a:path>
            </a:pathLst>
          </a:custGeom>
          <a:solidFill>
            <a:srgbClr val="4B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1" name="contour_11769"/>
          <p:cNvSpPr/>
          <p:nvPr/>
        </p:nvSpPr>
        <p:spPr>
          <a:xfrm>
            <a:off x="1233445" y="2536221"/>
            <a:ext cx="377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3699" y="0"/>
                </a:lnTo>
                <a:lnTo>
                  <a:pt x="6651" y="0"/>
                </a:lnTo>
                <a:lnTo>
                  <a:pt x="9612" y="0"/>
                </a:lnTo>
                <a:lnTo>
                  <a:pt x="12585" y="0"/>
                </a:lnTo>
                <a:lnTo>
                  <a:pt x="15570" y="0"/>
                </a:lnTo>
                <a:lnTo>
                  <a:pt x="18573" y="0"/>
                </a:lnTo>
                <a:lnTo>
                  <a:pt x="21600" y="0"/>
                </a:lnTo>
                <a:lnTo>
                  <a:pt x="21083" y="2674"/>
                </a:lnTo>
                <a:lnTo>
                  <a:pt x="20566" y="5348"/>
                </a:lnTo>
                <a:lnTo>
                  <a:pt x="20049" y="8031"/>
                </a:lnTo>
                <a:lnTo>
                  <a:pt x="19532" y="10718"/>
                </a:lnTo>
                <a:lnTo>
                  <a:pt x="19011" y="13418"/>
                </a:lnTo>
                <a:lnTo>
                  <a:pt x="18485" y="16131"/>
                </a:lnTo>
                <a:lnTo>
                  <a:pt x="17960" y="18857"/>
                </a:lnTo>
                <a:lnTo>
                  <a:pt x="17430" y="21600"/>
                </a:lnTo>
                <a:lnTo>
                  <a:pt x="13064" y="19760"/>
                </a:lnTo>
                <a:lnTo>
                  <a:pt x="9845" y="18369"/>
                </a:lnTo>
                <a:lnTo>
                  <a:pt x="7481" y="17284"/>
                </a:lnTo>
                <a:lnTo>
                  <a:pt x="5684" y="16356"/>
                </a:lnTo>
                <a:lnTo>
                  <a:pt x="4153" y="15422"/>
                </a:lnTo>
                <a:lnTo>
                  <a:pt x="2606" y="14342"/>
                </a:lnTo>
                <a:lnTo>
                  <a:pt x="751" y="12960"/>
                </a:lnTo>
                <a:lnTo>
                  <a:pt x="250" y="9487"/>
                </a:lnTo>
                <a:lnTo>
                  <a:pt x="0" y="7076"/>
                </a:lnTo>
                <a:lnTo>
                  <a:pt x="0" y="5106"/>
                </a:lnTo>
                <a:lnTo>
                  <a:pt x="250" y="2955"/>
                </a:lnTo>
                <a:lnTo>
                  <a:pt x="751" y="0"/>
                </a:lnTo>
                <a:close/>
              </a:path>
            </a:pathLst>
          </a:custGeom>
          <a:solidFill>
            <a:srgbClr val="B5B8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2" name="contour_11770"/>
          <p:cNvSpPr/>
          <p:nvPr/>
        </p:nvSpPr>
        <p:spPr>
          <a:xfrm>
            <a:off x="9936619" y="2541213"/>
            <a:ext cx="51016" cy="387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1280"/>
                </a:moveTo>
                <a:lnTo>
                  <a:pt x="11553" y="427"/>
                </a:lnTo>
                <a:lnTo>
                  <a:pt x="13182" y="0"/>
                </a:lnTo>
                <a:lnTo>
                  <a:pt x="14589" y="0"/>
                </a:lnTo>
                <a:lnTo>
                  <a:pt x="16219" y="427"/>
                </a:lnTo>
                <a:lnTo>
                  <a:pt x="18514" y="1280"/>
                </a:lnTo>
                <a:lnTo>
                  <a:pt x="19344" y="3910"/>
                </a:lnTo>
                <a:lnTo>
                  <a:pt x="20011" y="6559"/>
                </a:lnTo>
                <a:lnTo>
                  <a:pt x="20539" y="9233"/>
                </a:lnTo>
                <a:lnTo>
                  <a:pt x="20961" y="11948"/>
                </a:lnTo>
                <a:lnTo>
                  <a:pt x="21304" y="14712"/>
                </a:lnTo>
                <a:lnTo>
                  <a:pt x="21600" y="17536"/>
                </a:lnTo>
                <a:lnTo>
                  <a:pt x="19684" y="18239"/>
                </a:lnTo>
                <a:lnTo>
                  <a:pt x="17777" y="18906"/>
                </a:lnTo>
                <a:lnTo>
                  <a:pt x="15870" y="19527"/>
                </a:lnTo>
                <a:lnTo>
                  <a:pt x="13960" y="20092"/>
                </a:lnTo>
                <a:lnTo>
                  <a:pt x="12040" y="20596"/>
                </a:lnTo>
                <a:lnTo>
                  <a:pt x="10106" y="21019"/>
                </a:lnTo>
                <a:lnTo>
                  <a:pt x="8152" y="21360"/>
                </a:lnTo>
                <a:lnTo>
                  <a:pt x="6171" y="21600"/>
                </a:lnTo>
                <a:lnTo>
                  <a:pt x="3799" y="19328"/>
                </a:lnTo>
                <a:lnTo>
                  <a:pt x="2364" y="17723"/>
                </a:lnTo>
                <a:lnTo>
                  <a:pt x="1290" y="16028"/>
                </a:lnTo>
                <a:lnTo>
                  <a:pt x="0" y="13472"/>
                </a:lnTo>
                <a:lnTo>
                  <a:pt x="2040" y="13472"/>
                </a:lnTo>
                <a:lnTo>
                  <a:pt x="4092" y="13472"/>
                </a:lnTo>
                <a:lnTo>
                  <a:pt x="6171" y="13472"/>
                </a:lnTo>
                <a:lnTo>
                  <a:pt x="6369" y="12574"/>
                </a:lnTo>
                <a:lnTo>
                  <a:pt x="6721" y="10993"/>
                </a:lnTo>
                <a:lnTo>
                  <a:pt x="7523" y="7376"/>
                </a:lnTo>
                <a:lnTo>
                  <a:pt x="8094" y="5360"/>
                </a:lnTo>
                <a:lnTo>
                  <a:pt x="8674" y="3337"/>
                </a:lnTo>
                <a:lnTo>
                  <a:pt x="9257" y="1280"/>
                </a:lnTo>
                <a:close/>
              </a:path>
            </a:pathLst>
          </a:custGeom>
          <a:solidFill>
            <a:srgbClr val="D5E3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3" name="contour_11771"/>
          <p:cNvSpPr/>
          <p:nvPr/>
        </p:nvSpPr>
        <p:spPr>
          <a:xfrm>
            <a:off x="5367048" y="252164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87" y="340"/>
                </a:lnTo>
                <a:lnTo>
                  <a:pt x="3157" y="1372"/>
                </a:lnTo>
                <a:lnTo>
                  <a:pt x="5227" y="2198"/>
                </a:lnTo>
                <a:lnTo>
                  <a:pt x="7329" y="3035"/>
                </a:lnTo>
                <a:lnTo>
                  <a:pt x="8353" y="3461"/>
                </a:lnTo>
                <a:lnTo>
                  <a:pt x="11451" y="4747"/>
                </a:lnTo>
                <a:lnTo>
                  <a:pt x="13867" y="4936"/>
                </a:lnTo>
                <a:lnTo>
                  <a:pt x="15879" y="4590"/>
                </a:lnTo>
                <a:lnTo>
                  <a:pt x="17697" y="3672"/>
                </a:lnTo>
                <a:lnTo>
                  <a:pt x="19533" y="2155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5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4" name="contour_11772"/>
          <p:cNvSpPr/>
          <p:nvPr/>
        </p:nvSpPr>
        <p:spPr>
          <a:xfrm>
            <a:off x="5141121" y="2514357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535"/>
                </a:lnTo>
                <a:lnTo>
                  <a:pt x="15084" y="1072"/>
                </a:lnTo>
                <a:lnTo>
                  <a:pt x="17237" y="1609"/>
                </a:lnTo>
                <a:lnTo>
                  <a:pt x="19408" y="2152"/>
                </a:lnTo>
                <a:lnTo>
                  <a:pt x="21600" y="2700"/>
                </a:lnTo>
                <a:lnTo>
                  <a:pt x="21006" y="4576"/>
                </a:lnTo>
                <a:lnTo>
                  <a:pt x="20390" y="6429"/>
                </a:lnTo>
                <a:lnTo>
                  <a:pt x="19735" y="8262"/>
                </a:lnTo>
                <a:lnTo>
                  <a:pt x="19033" y="10074"/>
                </a:lnTo>
                <a:lnTo>
                  <a:pt x="18270" y="11869"/>
                </a:lnTo>
                <a:lnTo>
                  <a:pt x="17438" y="13649"/>
                </a:lnTo>
                <a:lnTo>
                  <a:pt x="16524" y="15412"/>
                </a:lnTo>
                <a:lnTo>
                  <a:pt x="15516" y="17161"/>
                </a:lnTo>
                <a:lnTo>
                  <a:pt x="14400" y="18900"/>
                </a:lnTo>
                <a:lnTo>
                  <a:pt x="11977" y="19888"/>
                </a:lnTo>
                <a:lnTo>
                  <a:pt x="9749" y="20569"/>
                </a:lnTo>
                <a:lnTo>
                  <a:pt x="7574" y="21011"/>
                </a:lnTo>
                <a:lnTo>
                  <a:pt x="5317" y="21284"/>
                </a:lnTo>
                <a:lnTo>
                  <a:pt x="2837" y="21457"/>
                </a:lnTo>
                <a:lnTo>
                  <a:pt x="0" y="21600"/>
                </a:lnTo>
                <a:lnTo>
                  <a:pt x="1717" y="21227"/>
                </a:lnTo>
                <a:lnTo>
                  <a:pt x="3460" y="20852"/>
                </a:lnTo>
                <a:lnTo>
                  <a:pt x="5645" y="19656"/>
                </a:lnTo>
                <a:lnTo>
                  <a:pt x="6919" y="18595"/>
                </a:lnTo>
                <a:lnTo>
                  <a:pt x="7769" y="17075"/>
                </a:lnTo>
                <a:lnTo>
                  <a:pt x="8690" y="14502"/>
                </a:lnTo>
                <a:lnTo>
                  <a:pt x="8942" y="12776"/>
                </a:lnTo>
                <a:lnTo>
                  <a:pt x="9194" y="11040"/>
                </a:lnTo>
                <a:lnTo>
                  <a:pt x="9450" y="9283"/>
                </a:lnTo>
                <a:lnTo>
                  <a:pt x="9720" y="7549"/>
                </a:lnTo>
                <a:lnTo>
                  <a:pt x="9994" y="5805"/>
                </a:lnTo>
                <a:lnTo>
                  <a:pt x="10267" y="4039"/>
                </a:lnTo>
                <a:lnTo>
                  <a:pt x="10444" y="2705"/>
                </a:lnTo>
                <a:lnTo>
                  <a:pt x="10620" y="1361"/>
                </a:lnTo>
                <a:lnTo>
                  <a:pt x="10800" y="0"/>
                </a:lnTo>
                <a:close/>
              </a:path>
            </a:pathLst>
          </a:custGeom>
          <a:solidFill>
            <a:srgbClr val="786B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5" name="contour_11773"/>
          <p:cNvSpPr/>
          <p:nvPr/>
        </p:nvSpPr>
        <p:spPr>
          <a:xfrm>
            <a:off x="11080834" y="2507069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084" y="1796"/>
                </a:lnTo>
                <a:lnTo>
                  <a:pt x="19046" y="3564"/>
                </a:lnTo>
                <a:lnTo>
                  <a:pt x="19759" y="5371"/>
                </a:lnTo>
                <a:lnTo>
                  <a:pt x="20297" y="7290"/>
                </a:lnTo>
                <a:lnTo>
                  <a:pt x="20736" y="9385"/>
                </a:lnTo>
                <a:lnTo>
                  <a:pt x="21144" y="11732"/>
                </a:lnTo>
                <a:lnTo>
                  <a:pt x="21600" y="14400"/>
                </a:lnTo>
                <a:lnTo>
                  <a:pt x="20114" y="15293"/>
                </a:lnTo>
                <a:lnTo>
                  <a:pt x="18629" y="16182"/>
                </a:lnTo>
                <a:lnTo>
                  <a:pt x="17138" y="17078"/>
                </a:lnTo>
                <a:lnTo>
                  <a:pt x="15646" y="17975"/>
                </a:lnTo>
                <a:lnTo>
                  <a:pt x="14146" y="18871"/>
                </a:lnTo>
                <a:lnTo>
                  <a:pt x="12638" y="19775"/>
                </a:lnTo>
                <a:lnTo>
                  <a:pt x="11124" y="20686"/>
                </a:lnTo>
                <a:lnTo>
                  <a:pt x="9600" y="21600"/>
                </a:lnTo>
                <a:lnTo>
                  <a:pt x="9005" y="19818"/>
                </a:lnTo>
                <a:lnTo>
                  <a:pt x="8410" y="18025"/>
                </a:lnTo>
                <a:lnTo>
                  <a:pt x="7807" y="16225"/>
                </a:lnTo>
                <a:lnTo>
                  <a:pt x="7200" y="14400"/>
                </a:lnTo>
                <a:lnTo>
                  <a:pt x="5604" y="12679"/>
                </a:lnTo>
                <a:lnTo>
                  <a:pt x="4435" y="11434"/>
                </a:lnTo>
                <a:lnTo>
                  <a:pt x="3490" y="10462"/>
                </a:lnTo>
                <a:lnTo>
                  <a:pt x="2568" y="9565"/>
                </a:lnTo>
                <a:lnTo>
                  <a:pt x="1471" y="8546"/>
                </a:lnTo>
                <a:lnTo>
                  <a:pt x="0" y="7200"/>
                </a:lnTo>
                <a:lnTo>
                  <a:pt x="1510" y="6311"/>
                </a:lnTo>
                <a:lnTo>
                  <a:pt x="3010" y="5443"/>
                </a:lnTo>
                <a:lnTo>
                  <a:pt x="4505" y="4612"/>
                </a:lnTo>
                <a:lnTo>
                  <a:pt x="5998" y="3816"/>
                </a:lnTo>
                <a:lnTo>
                  <a:pt x="7495" y="3071"/>
                </a:lnTo>
                <a:lnTo>
                  <a:pt x="9000" y="2380"/>
                </a:lnTo>
                <a:lnTo>
                  <a:pt x="10517" y="1750"/>
                </a:lnTo>
                <a:lnTo>
                  <a:pt x="12053" y="1192"/>
                </a:lnTo>
                <a:lnTo>
                  <a:pt x="13608" y="706"/>
                </a:lnTo>
                <a:lnTo>
                  <a:pt x="15190" y="306"/>
                </a:lnTo>
                <a:lnTo>
                  <a:pt x="16800" y="0"/>
                </a:lnTo>
                <a:close/>
              </a:path>
            </a:pathLst>
          </a:custGeom>
          <a:solidFill>
            <a:srgbClr val="DADF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6" name="contour_11774"/>
          <p:cNvSpPr/>
          <p:nvPr/>
        </p:nvSpPr>
        <p:spPr>
          <a:xfrm>
            <a:off x="7320230" y="2507069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535"/>
                </a:lnTo>
                <a:lnTo>
                  <a:pt x="16015" y="1072"/>
                </a:lnTo>
                <a:lnTo>
                  <a:pt x="17860" y="1609"/>
                </a:lnTo>
                <a:lnTo>
                  <a:pt x="19721" y="2152"/>
                </a:lnTo>
                <a:lnTo>
                  <a:pt x="21600" y="2700"/>
                </a:lnTo>
                <a:lnTo>
                  <a:pt x="21119" y="4290"/>
                </a:lnTo>
                <a:lnTo>
                  <a:pt x="20628" y="5881"/>
                </a:lnTo>
                <a:lnTo>
                  <a:pt x="20125" y="7465"/>
                </a:lnTo>
                <a:lnTo>
                  <a:pt x="19613" y="9050"/>
                </a:lnTo>
                <a:lnTo>
                  <a:pt x="19094" y="10633"/>
                </a:lnTo>
                <a:lnTo>
                  <a:pt x="18628" y="12107"/>
                </a:lnTo>
                <a:lnTo>
                  <a:pt x="18159" y="13589"/>
                </a:lnTo>
                <a:lnTo>
                  <a:pt x="17681" y="15093"/>
                </a:lnTo>
                <a:lnTo>
                  <a:pt x="16546" y="16967"/>
                </a:lnTo>
                <a:lnTo>
                  <a:pt x="15620" y="18206"/>
                </a:lnTo>
                <a:lnTo>
                  <a:pt x="14574" y="19094"/>
                </a:lnTo>
                <a:lnTo>
                  <a:pt x="13077" y="19907"/>
                </a:lnTo>
                <a:lnTo>
                  <a:pt x="10800" y="20925"/>
                </a:lnTo>
                <a:lnTo>
                  <a:pt x="9269" y="21146"/>
                </a:lnTo>
                <a:lnTo>
                  <a:pt x="7733" y="21373"/>
                </a:lnTo>
                <a:lnTo>
                  <a:pt x="6171" y="21600"/>
                </a:lnTo>
                <a:lnTo>
                  <a:pt x="4015" y="20091"/>
                </a:lnTo>
                <a:lnTo>
                  <a:pt x="2651" y="19024"/>
                </a:lnTo>
                <a:lnTo>
                  <a:pt x="1506" y="17898"/>
                </a:lnTo>
                <a:lnTo>
                  <a:pt x="0" y="16200"/>
                </a:lnTo>
                <a:lnTo>
                  <a:pt x="670" y="16170"/>
                </a:lnTo>
                <a:lnTo>
                  <a:pt x="2700" y="16084"/>
                </a:lnTo>
                <a:lnTo>
                  <a:pt x="4845" y="15822"/>
                </a:lnTo>
                <a:lnTo>
                  <a:pt x="6795" y="15501"/>
                </a:lnTo>
                <a:lnTo>
                  <a:pt x="8631" y="15055"/>
                </a:lnTo>
                <a:lnTo>
                  <a:pt x="10451" y="14410"/>
                </a:lnTo>
                <a:lnTo>
                  <a:pt x="12343" y="13500"/>
                </a:lnTo>
                <a:lnTo>
                  <a:pt x="12753" y="11551"/>
                </a:lnTo>
                <a:lnTo>
                  <a:pt x="12982" y="9628"/>
                </a:lnTo>
                <a:lnTo>
                  <a:pt x="13062" y="7719"/>
                </a:lnTo>
                <a:lnTo>
                  <a:pt x="13009" y="5813"/>
                </a:lnTo>
                <a:lnTo>
                  <a:pt x="12858" y="3901"/>
                </a:lnTo>
                <a:lnTo>
                  <a:pt x="12627" y="1966"/>
                </a:lnTo>
                <a:lnTo>
                  <a:pt x="12343" y="0"/>
                </a:lnTo>
                <a:close/>
              </a:path>
            </a:pathLst>
          </a:custGeom>
          <a:solidFill>
            <a:srgbClr val="4B4B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7" name="contour_11775"/>
          <p:cNvSpPr/>
          <p:nvPr/>
        </p:nvSpPr>
        <p:spPr>
          <a:xfrm>
            <a:off x="3806762" y="2485205"/>
            <a:ext cx="4393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2" y="0"/>
                </a:moveTo>
                <a:lnTo>
                  <a:pt x="4820" y="948"/>
                </a:lnTo>
                <a:lnTo>
                  <a:pt x="8449" y="1735"/>
                </a:lnTo>
                <a:lnTo>
                  <a:pt x="11341" y="2412"/>
                </a:lnTo>
                <a:lnTo>
                  <a:pt x="13620" y="3026"/>
                </a:lnTo>
                <a:lnTo>
                  <a:pt x="15415" y="3624"/>
                </a:lnTo>
                <a:lnTo>
                  <a:pt x="16852" y="4258"/>
                </a:lnTo>
                <a:lnTo>
                  <a:pt x="18063" y="4973"/>
                </a:lnTo>
                <a:lnTo>
                  <a:pt x="19174" y="5818"/>
                </a:lnTo>
                <a:lnTo>
                  <a:pt x="20310" y="6845"/>
                </a:lnTo>
                <a:lnTo>
                  <a:pt x="21600" y="8100"/>
                </a:lnTo>
                <a:lnTo>
                  <a:pt x="21582" y="9842"/>
                </a:lnTo>
                <a:lnTo>
                  <a:pt x="21331" y="11470"/>
                </a:lnTo>
                <a:lnTo>
                  <a:pt x="20865" y="13003"/>
                </a:lnTo>
                <a:lnTo>
                  <a:pt x="20206" y="14467"/>
                </a:lnTo>
                <a:lnTo>
                  <a:pt x="19371" y="15886"/>
                </a:lnTo>
                <a:lnTo>
                  <a:pt x="18382" y="17285"/>
                </a:lnTo>
                <a:lnTo>
                  <a:pt x="17250" y="18686"/>
                </a:lnTo>
                <a:lnTo>
                  <a:pt x="16003" y="20117"/>
                </a:lnTo>
                <a:lnTo>
                  <a:pt x="14656" y="21600"/>
                </a:lnTo>
                <a:lnTo>
                  <a:pt x="14003" y="20340"/>
                </a:lnTo>
                <a:lnTo>
                  <a:pt x="13341" y="19058"/>
                </a:lnTo>
                <a:lnTo>
                  <a:pt x="12739" y="17964"/>
                </a:lnTo>
                <a:lnTo>
                  <a:pt x="12133" y="16865"/>
                </a:lnTo>
                <a:lnTo>
                  <a:pt x="11520" y="15749"/>
                </a:lnTo>
                <a:lnTo>
                  <a:pt x="10940" y="14662"/>
                </a:lnTo>
                <a:lnTo>
                  <a:pt x="10352" y="13570"/>
                </a:lnTo>
                <a:lnTo>
                  <a:pt x="9757" y="12458"/>
                </a:lnTo>
                <a:lnTo>
                  <a:pt x="8238" y="10786"/>
                </a:lnTo>
                <a:lnTo>
                  <a:pt x="6715" y="9617"/>
                </a:lnTo>
                <a:lnTo>
                  <a:pt x="5009" y="8760"/>
                </a:lnTo>
                <a:lnTo>
                  <a:pt x="2938" y="8018"/>
                </a:lnTo>
                <a:lnTo>
                  <a:pt x="322" y="7200"/>
                </a:lnTo>
                <a:lnTo>
                  <a:pt x="107" y="5342"/>
                </a:lnTo>
                <a:lnTo>
                  <a:pt x="0" y="4039"/>
                </a:lnTo>
                <a:lnTo>
                  <a:pt x="0" y="2945"/>
                </a:lnTo>
                <a:lnTo>
                  <a:pt x="107" y="1714"/>
                </a:lnTo>
                <a:lnTo>
                  <a:pt x="322" y="0"/>
                </a:lnTo>
                <a:close/>
              </a:path>
            </a:pathLst>
          </a:custGeom>
          <a:solidFill>
            <a:srgbClr val="ADB0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8" name="contour_11776"/>
          <p:cNvSpPr/>
          <p:nvPr/>
        </p:nvSpPr>
        <p:spPr>
          <a:xfrm>
            <a:off x="1140013" y="2456053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02"/>
                </a:lnTo>
                <a:lnTo>
                  <a:pt x="6860" y="608"/>
                </a:lnTo>
                <a:lnTo>
                  <a:pt x="8618" y="1029"/>
                </a:lnTo>
                <a:lnTo>
                  <a:pt x="11340" y="1678"/>
                </a:lnTo>
                <a:lnTo>
                  <a:pt x="15509" y="2675"/>
                </a:lnTo>
                <a:lnTo>
                  <a:pt x="21600" y="4134"/>
                </a:lnTo>
                <a:lnTo>
                  <a:pt x="20948" y="9066"/>
                </a:lnTo>
                <a:lnTo>
                  <a:pt x="20425" y="12514"/>
                </a:lnTo>
                <a:lnTo>
                  <a:pt x="19920" y="14940"/>
                </a:lnTo>
                <a:lnTo>
                  <a:pt x="19306" y="16805"/>
                </a:lnTo>
                <a:lnTo>
                  <a:pt x="18468" y="18557"/>
                </a:lnTo>
                <a:lnTo>
                  <a:pt x="17280" y="20670"/>
                </a:lnTo>
                <a:lnTo>
                  <a:pt x="14282" y="21302"/>
                </a:lnTo>
                <a:lnTo>
                  <a:pt x="11478" y="21588"/>
                </a:lnTo>
                <a:lnTo>
                  <a:pt x="8761" y="21600"/>
                </a:lnTo>
                <a:lnTo>
                  <a:pt x="6018" y="21402"/>
                </a:lnTo>
                <a:lnTo>
                  <a:pt x="3132" y="21067"/>
                </a:lnTo>
                <a:lnTo>
                  <a:pt x="0" y="20670"/>
                </a:lnTo>
                <a:lnTo>
                  <a:pt x="536" y="18111"/>
                </a:lnTo>
                <a:lnTo>
                  <a:pt x="1071" y="15552"/>
                </a:lnTo>
                <a:lnTo>
                  <a:pt x="1607" y="12985"/>
                </a:lnTo>
                <a:lnTo>
                  <a:pt x="2143" y="10413"/>
                </a:lnTo>
                <a:lnTo>
                  <a:pt x="2683" y="7830"/>
                </a:lnTo>
                <a:lnTo>
                  <a:pt x="3227" y="5234"/>
                </a:lnTo>
                <a:lnTo>
                  <a:pt x="3771" y="2625"/>
                </a:lnTo>
                <a:lnTo>
                  <a:pt x="4320" y="0"/>
                </a:lnTo>
                <a:close/>
              </a:path>
            </a:pathLst>
          </a:custGeom>
          <a:solidFill>
            <a:srgbClr val="F5E1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79" name="contour_11777"/>
          <p:cNvSpPr/>
          <p:nvPr/>
        </p:nvSpPr>
        <p:spPr>
          <a:xfrm>
            <a:off x="5571112" y="2434189"/>
            <a:ext cx="51016" cy="585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83" y="309"/>
                </a:lnTo>
                <a:lnTo>
                  <a:pt x="6100" y="575"/>
                </a:lnTo>
                <a:lnTo>
                  <a:pt x="7890" y="871"/>
                </a:lnTo>
                <a:lnTo>
                  <a:pt x="9300" y="1271"/>
                </a:lnTo>
                <a:lnTo>
                  <a:pt x="10670" y="1852"/>
                </a:lnTo>
                <a:lnTo>
                  <a:pt x="12343" y="2687"/>
                </a:lnTo>
                <a:lnTo>
                  <a:pt x="12994" y="4455"/>
                </a:lnTo>
                <a:lnTo>
                  <a:pt x="13503" y="6186"/>
                </a:lnTo>
                <a:lnTo>
                  <a:pt x="13892" y="7906"/>
                </a:lnTo>
                <a:lnTo>
                  <a:pt x="14185" y="9644"/>
                </a:lnTo>
                <a:lnTo>
                  <a:pt x="14410" y="11426"/>
                </a:lnTo>
                <a:lnTo>
                  <a:pt x="14586" y="13278"/>
                </a:lnTo>
                <a:lnTo>
                  <a:pt x="15003" y="14691"/>
                </a:lnTo>
                <a:lnTo>
                  <a:pt x="15429" y="16123"/>
                </a:lnTo>
                <a:lnTo>
                  <a:pt x="17468" y="16123"/>
                </a:lnTo>
                <a:lnTo>
                  <a:pt x="19520" y="16123"/>
                </a:lnTo>
                <a:lnTo>
                  <a:pt x="21600" y="16123"/>
                </a:lnTo>
                <a:lnTo>
                  <a:pt x="21119" y="17814"/>
                </a:lnTo>
                <a:lnTo>
                  <a:pt x="20637" y="18934"/>
                </a:lnTo>
                <a:lnTo>
                  <a:pt x="19866" y="19996"/>
                </a:lnTo>
                <a:lnTo>
                  <a:pt x="18514" y="21498"/>
                </a:lnTo>
                <a:lnTo>
                  <a:pt x="16209" y="21600"/>
                </a:lnTo>
                <a:lnTo>
                  <a:pt x="14055" y="21519"/>
                </a:lnTo>
                <a:lnTo>
                  <a:pt x="12013" y="21226"/>
                </a:lnTo>
                <a:lnTo>
                  <a:pt x="10044" y="20694"/>
                </a:lnTo>
                <a:lnTo>
                  <a:pt x="8109" y="19899"/>
                </a:lnTo>
                <a:lnTo>
                  <a:pt x="6171" y="18811"/>
                </a:lnTo>
                <a:lnTo>
                  <a:pt x="5770" y="16868"/>
                </a:lnTo>
                <a:lnTo>
                  <a:pt x="5542" y="14954"/>
                </a:lnTo>
                <a:lnTo>
                  <a:pt x="5465" y="13055"/>
                </a:lnTo>
                <a:lnTo>
                  <a:pt x="5511" y="11160"/>
                </a:lnTo>
                <a:lnTo>
                  <a:pt x="5662" y="9258"/>
                </a:lnTo>
                <a:lnTo>
                  <a:pt x="5891" y="7333"/>
                </a:lnTo>
                <a:lnTo>
                  <a:pt x="6171" y="5374"/>
                </a:lnTo>
                <a:lnTo>
                  <a:pt x="4132" y="5374"/>
                </a:lnTo>
                <a:lnTo>
                  <a:pt x="2080" y="5374"/>
                </a:lnTo>
                <a:lnTo>
                  <a:pt x="0" y="5374"/>
                </a:lnTo>
                <a:lnTo>
                  <a:pt x="0" y="3598"/>
                </a:lnTo>
                <a:lnTo>
                  <a:pt x="0" y="1811"/>
                </a:lnTo>
                <a:lnTo>
                  <a:pt x="0" y="0"/>
                </a:lnTo>
                <a:close/>
              </a:path>
            </a:pathLst>
          </a:custGeom>
          <a:solidFill>
            <a:srgbClr val="BEC4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0" name="contour_11778"/>
          <p:cNvSpPr/>
          <p:nvPr/>
        </p:nvSpPr>
        <p:spPr>
          <a:xfrm>
            <a:off x="2459140" y="2434189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6" y="1339"/>
                </a:lnTo>
                <a:lnTo>
                  <a:pt x="11696" y="2684"/>
                </a:lnTo>
                <a:lnTo>
                  <a:pt x="12150" y="4050"/>
                </a:lnTo>
                <a:lnTo>
                  <a:pt x="12892" y="5389"/>
                </a:lnTo>
                <a:lnTo>
                  <a:pt x="13644" y="6734"/>
                </a:lnTo>
                <a:lnTo>
                  <a:pt x="14400" y="8100"/>
                </a:lnTo>
                <a:lnTo>
                  <a:pt x="16780" y="8100"/>
                </a:lnTo>
                <a:lnTo>
                  <a:pt x="19174" y="8100"/>
                </a:lnTo>
                <a:lnTo>
                  <a:pt x="21600" y="8100"/>
                </a:lnTo>
                <a:lnTo>
                  <a:pt x="21600" y="9885"/>
                </a:lnTo>
                <a:lnTo>
                  <a:pt x="21600" y="11680"/>
                </a:lnTo>
                <a:lnTo>
                  <a:pt x="21600" y="13500"/>
                </a:lnTo>
                <a:lnTo>
                  <a:pt x="19890" y="13333"/>
                </a:lnTo>
                <a:lnTo>
                  <a:pt x="18169" y="13162"/>
                </a:lnTo>
                <a:lnTo>
                  <a:pt x="16423" y="12992"/>
                </a:lnTo>
                <a:lnTo>
                  <a:pt x="14566" y="13160"/>
                </a:lnTo>
                <a:lnTo>
                  <a:pt x="12697" y="13330"/>
                </a:lnTo>
                <a:lnTo>
                  <a:pt x="10800" y="13500"/>
                </a:lnTo>
                <a:lnTo>
                  <a:pt x="9583" y="15509"/>
                </a:lnTo>
                <a:lnTo>
                  <a:pt x="8788" y="16934"/>
                </a:lnTo>
                <a:lnTo>
                  <a:pt x="8240" y="18166"/>
                </a:lnTo>
                <a:lnTo>
                  <a:pt x="7769" y="19591"/>
                </a:lnTo>
                <a:lnTo>
                  <a:pt x="7200" y="21600"/>
                </a:lnTo>
                <a:lnTo>
                  <a:pt x="7200" y="19996"/>
                </a:lnTo>
                <a:lnTo>
                  <a:pt x="7200" y="18387"/>
                </a:lnTo>
                <a:lnTo>
                  <a:pt x="7200" y="16772"/>
                </a:lnTo>
                <a:lnTo>
                  <a:pt x="7200" y="15144"/>
                </a:lnTo>
                <a:lnTo>
                  <a:pt x="7200" y="13500"/>
                </a:lnTo>
                <a:lnTo>
                  <a:pt x="4820" y="13500"/>
                </a:lnTo>
                <a:lnTo>
                  <a:pt x="2426" y="13500"/>
                </a:lnTo>
                <a:lnTo>
                  <a:pt x="0" y="13500"/>
                </a:lnTo>
                <a:lnTo>
                  <a:pt x="0" y="11896"/>
                </a:lnTo>
                <a:lnTo>
                  <a:pt x="0" y="10287"/>
                </a:lnTo>
                <a:lnTo>
                  <a:pt x="0" y="8672"/>
                </a:lnTo>
                <a:lnTo>
                  <a:pt x="0" y="7044"/>
                </a:lnTo>
                <a:lnTo>
                  <a:pt x="0" y="5400"/>
                </a:lnTo>
                <a:lnTo>
                  <a:pt x="2138" y="5400"/>
                </a:lnTo>
                <a:lnTo>
                  <a:pt x="4284" y="5400"/>
                </a:lnTo>
                <a:lnTo>
                  <a:pt x="6437" y="5400"/>
                </a:lnTo>
                <a:lnTo>
                  <a:pt x="8608" y="5400"/>
                </a:lnTo>
                <a:lnTo>
                  <a:pt x="10800" y="5400"/>
                </a:lnTo>
                <a:lnTo>
                  <a:pt x="10800" y="3615"/>
                </a:lnTo>
                <a:lnTo>
                  <a:pt x="10800" y="1820"/>
                </a:lnTo>
                <a:lnTo>
                  <a:pt x="10800" y="0"/>
                </a:lnTo>
                <a:close/>
              </a:path>
            </a:pathLst>
          </a:custGeom>
          <a:solidFill>
            <a:srgbClr val="5757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1" name="contour_11779"/>
          <p:cNvSpPr/>
          <p:nvPr/>
        </p:nvSpPr>
        <p:spPr>
          <a:xfrm>
            <a:off x="804766" y="2434189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0"/>
                </a:lnTo>
                <a:lnTo>
                  <a:pt x="3170" y="0"/>
                </a:lnTo>
                <a:lnTo>
                  <a:pt x="4757" y="0"/>
                </a:lnTo>
                <a:lnTo>
                  <a:pt x="6348" y="0"/>
                </a:lnTo>
                <a:lnTo>
                  <a:pt x="7944" y="0"/>
                </a:lnTo>
                <a:lnTo>
                  <a:pt x="9547" y="0"/>
                </a:lnTo>
                <a:lnTo>
                  <a:pt x="11155" y="0"/>
                </a:lnTo>
                <a:lnTo>
                  <a:pt x="12773" y="0"/>
                </a:lnTo>
                <a:lnTo>
                  <a:pt x="14400" y="0"/>
                </a:lnTo>
                <a:lnTo>
                  <a:pt x="14400" y="2856"/>
                </a:lnTo>
                <a:lnTo>
                  <a:pt x="14400" y="5728"/>
                </a:lnTo>
                <a:lnTo>
                  <a:pt x="14400" y="8640"/>
                </a:lnTo>
                <a:lnTo>
                  <a:pt x="16186" y="9971"/>
                </a:lnTo>
                <a:lnTo>
                  <a:pt x="17453" y="10860"/>
                </a:lnTo>
                <a:lnTo>
                  <a:pt x="18547" y="11517"/>
                </a:lnTo>
                <a:lnTo>
                  <a:pt x="19814" y="12148"/>
                </a:lnTo>
                <a:lnTo>
                  <a:pt x="21600" y="12960"/>
                </a:lnTo>
                <a:lnTo>
                  <a:pt x="21005" y="15098"/>
                </a:lnTo>
                <a:lnTo>
                  <a:pt x="20410" y="17250"/>
                </a:lnTo>
                <a:lnTo>
                  <a:pt x="19807" y="19410"/>
                </a:lnTo>
                <a:lnTo>
                  <a:pt x="19200" y="21600"/>
                </a:lnTo>
                <a:lnTo>
                  <a:pt x="17820" y="20792"/>
                </a:lnTo>
                <a:lnTo>
                  <a:pt x="16440" y="19984"/>
                </a:lnTo>
                <a:lnTo>
                  <a:pt x="15060" y="19172"/>
                </a:lnTo>
                <a:lnTo>
                  <a:pt x="13680" y="18360"/>
                </a:lnTo>
                <a:lnTo>
                  <a:pt x="12300" y="17548"/>
                </a:lnTo>
                <a:lnTo>
                  <a:pt x="11729" y="17211"/>
                </a:lnTo>
                <a:lnTo>
                  <a:pt x="10723" y="16623"/>
                </a:lnTo>
                <a:lnTo>
                  <a:pt x="8419" y="15271"/>
                </a:lnTo>
                <a:lnTo>
                  <a:pt x="5726" y="13548"/>
                </a:lnTo>
                <a:lnTo>
                  <a:pt x="3862" y="12316"/>
                </a:lnTo>
                <a:lnTo>
                  <a:pt x="2592" y="11392"/>
                </a:lnTo>
                <a:lnTo>
                  <a:pt x="1680" y="10597"/>
                </a:lnTo>
                <a:lnTo>
                  <a:pt x="893" y="9742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27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2" name="contour_11780"/>
          <p:cNvSpPr/>
          <p:nvPr/>
        </p:nvSpPr>
        <p:spPr>
          <a:xfrm>
            <a:off x="2313380" y="241961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383" y="0"/>
                </a:lnTo>
                <a:lnTo>
                  <a:pt x="16435" y="0"/>
                </a:lnTo>
                <a:lnTo>
                  <a:pt x="18514" y="0"/>
                </a:lnTo>
                <a:lnTo>
                  <a:pt x="19159" y="2640"/>
                </a:lnTo>
                <a:lnTo>
                  <a:pt x="19687" y="5292"/>
                </a:lnTo>
                <a:lnTo>
                  <a:pt x="20116" y="7953"/>
                </a:lnTo>
                <a:lnTo>
                  <a:pt x="20471" y="10636"/>
                </a:lnTo>
                <a:lnTo>
                  <a:pt x="20773" y="13340"/>
                </a:lnTo>
                <a:lnTo>
                  <a:pt x="21048" y="16066"/>
                </a:lnTo>
                <a:lnTo>
                  <a:pt x="21316" y="18818"/>
                </a:lnTo>
                <a:lnTo>
                  <a:pt x="21600" y="21600"/>
                </a:lnTo>
                <a:lnTo>
                  <a:pt x="19462" y="21172"/>
                </a:lnTo>
                <a:lnTo>
                  <a:pt x="17320" y="20745"/>
                </a:lnTo>
                <a:lnTo>
                  <a:pt x="15179" y="20317"/>
                </a:lnTo>
                <a:lnTo>
                  <a:pt x="13034" y="19885"/>
                </a:lnTo>
                <a:lnTo>
                  <a:pt x="10880" y="19457"/>
                </a:lnTo>
                <a:lnTo>
                  <a:pt x="8723" y="19025"/>
                </a:lnTo>
                <a:lnTo>
                  <a:pt x="6557" y="18593"/>
                </a:lnTo>
                <a:lnTo>
                  <a:pt x="4382" y="18157"/>
                </a:lnTo>
                <a:lnTo>
                  <a:pt x="2197" y="17721"/>
                </a:lnTo>
                <a:lnTo>
                  <a:pt x="0" y="17280"/>
                </a:lnTo>
                <a:lnTo>
                  <a:pt x="0" y="14714"/>
                </a:lnTo>
                <a:lnTo>
                  <a:pt x="0" y="12139"/>
                </a:lnTo>
                <a:lnTo>
                  <a:pt x="0" y="9556"/>
                </a:lnTo>
                <a:lnTo>
                  <a:pt x="0" y="6951"/>
                </a:lnTo>
                <a:lnTo>
                  <a:pt x="0" y="4320"/>
                </a:lnTo>
                <a:lnTo>
                  <a:pt x="2037" y="5033"/>
                </a:lnTo>
                <a:lnTo>
                  <a:pt x="4076" y="5746"/>
                </a:lnTo>
                <a:lnTo>
                  <a:pt x="6125" y="6463"/>
                </a:lnTo>
                <a:lnTo>
                  <a:pt x="8183" y="7184"/>
                </a:lnTo>
                <a:lnTo>
                  <a:pt x="10254" y="7910"/>
                </a:lnTo>
                <a:lnTo>
                  <a:pt x="12343" y="8640"/>
                </a:lnTo>
                <a:lnTo>
                  <a:pt x="12343" y="5784"/>
                </a:lnTo>
                <a:lnTo>
                  <a:pt x="12343" y="2912"/>
                </a:lnTo>
                <a:lnTo>
                  <a:pt x="12343" y="0"/>
                </a:lnTo>
                <a:close/>
              </a:path>
            </a:pathLst>
          </a:custGeom>
          <a:solidFill>
            <a:srgbClr val="8586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3" name="contour_11781"/>
          <p:cNvSpPr/>
          <p:nvPr/>
        </p:nvSpPr>
        <p:spPr>
          <a:xfrm>
            <a:off x="3711931" y="2397749"/>
            <a:ext cx="37183" cy="810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" y="0"/>
                </a:moveTo>
                <a:lnTo>
                  <a:pt x="745" y="843"/>
                </a:lnTo>
                <a:lnTo>
                  <a:pt x="1058" y="1699"/>
                </a:lnTo>
                <a:lnTo>
                  <a:pt x="1537" y="2783"/>
                </a:lnTo>
                <a:lnTo>
                  <a:pt x="2019" y="3885"/>
                </a:lnTo>
                <a:lnTo>
                  <a:pt x="2464" y="4968"/>
                </a:lnTo>
                <a:lnTo>
                  <a:pt x="2913" y="6070"/>
                </a:lnTo>
                <a:lnTo>
                  <a:pt x="3781" y="6913"/>
                </a:lnTo>
                <a:lnTo>
                  <a:pt x="4665" y="7769"/>
                </a:lnTo>
                <a:lnTo>
                  <a:pt x="7464" y="7769"/>
                </a:lnTo>
                <a:lnTo>
                  <a:pt x="10279" y="7769"/>
                </a:lnTo>
                <a:lnTo>
                  <a:pt x="13133" y="7769"/>
                </a:lnTo>
                <a:lnTo>
                  <a:pt x="14128" y="8915"/>
                </a:lnTo>
                <a:lnTo>
                  <a:pt x="15025" y="10030"/>
                </a:lnTo>
                <a:lnTo>
                  <a:pt x="15834" y="11131"/>
                </a:lnTo>
                <a:lnTo>
                  <a:pt x="16575" y="12242"/>
                </a:lnTo>
                <a:lnTo>
                  <a:pt x="17256" y="13380"/>
                </a:lnTo>
                <a:lnTo>
                  <a:pt x="17896" y="14567"/>
                </a:lnTo>
                <a:lnTo>
                  <a:pt x="18446" y="15542"/>
                </a:lnTo>
                <a:lnTo>
                  <a:pt x="19005" y="16533"/>
                </a:lnTo>
                <a:lnTo>
                  <a:pt x="19669" y="17739"/>
                </a:lnTo>
                <a:lnTo>
                  <a:pt x="20321" y="18947"/>
                </a:lnTo>
                <a:lnTo>
                  <a:pt x="20965" y="20155"/>
                </a:lnTo>
                <a:lnTo>
                  <a:pt x="21600" y="21365"/>
                </a:lnTo>
                <a:lnTo>
                  <a:pt x="18603" y="21522"/>
                </a:lnTo>
                <a:lnTo>
                  <a:pt x="16439" y="21600"/>
                </a:lnTo>
                <a:lnTo>
                  <a:pt x="14509" y="21600"/>
                </a:lnTo>
                <a:lnTo>
                  <a:pt x="12201" y="21522"/>
                </a:lnTo>
                <a:lnTo>
                  <a:pt x="8899" y="21365"/>
                </a:lnTo>
                <a:lnTo>
                  <a:pt x="7354" y="20178"/>
                </a:lnTo>
                <a:lnTo>
                  <a:pt x="5978" y="18955"/>
                </a:lnTo>
                <a:lnTo>
                  <a:pt x="4771" y="17698"/>
                </a:lnTo>
                <a:lnTo>
                  <a:pt x="3717" y="16412"/>
                </a:lnTo>
                <a:lnTo>
                  <a:pt x="2815" y="15101"/>
                </a:lnTo>
                <a:lnTo>
                  <a:pt x="2053" y="13769"/>
                </a:lnTo>
                <a:lnTo>
                  <a:pt x="1427" y="12417"/>
                </a:lnTo>
                <a:lnTo>
                  <a:pt x="923" y="11050"/>
                </a:lnTo>
                <a:lnTo>
                  <a:pt x="538" y="9671"/>
                </a:lnTo>
                <a:lnTo>
                  <a:pt x="258" y="8286"/>
                </a:lnTo>
                <a:lnTo>
                  <a:pt x="85" y="6895"/>
                </a:lnTo>
                <a:lnTo>
                  <a:pt x="0" y="5502"/>
                </a:lnTo>
                <a:lnTo>
                  <a:pt x="0" y="4114"/>
                </a:lnTo>
                <a:lnTo>
                  <a:pt x="76" y="2733"/>
                </a:lnTo>
                <a:lnTo>
                  <a:pt x="224" y="1360"/>
                </a:lnTo>
                <a:lnTo>
                  <a:pt x="432" y="0"/>
                </a:lnTo>
                <a:close/>
              </a:path>
            </a:pathLst>
          </a:custGeom>
          <a:solidFill>
            <a:srgbClr val="B4BC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4" name="contour_11782"/>
          <p:cNvSpPr/>
          <p:nvPr/>
        </p:nvSpPr>
        <p:spPr>
          <a:xfrm>
            <a:off x="1825085" y="2417922"/>
            <a:ext cx="65643" cy="59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09"/>
                </a:moveTo>
                <a:lnTo>
                  <a:pt x="1619" y="467"/>
                </a:lnTo>
                <a:lnTo>
                  <a:pt x="3228" y="336"/>
                </a:lnTo>
                <a:lnTo>
                  <a:pt x="4827" y="220"/>
                </a:lnTo>
                <a:lnTo>
                  <a:pt x="6425" y="123"/>
                </a:lnTo>
                <a:lnTo>
                  <a:pt x="8015" y="52"/>
                </a:lnTo>
                <a:lnTo>
                  <a:pt x="9605" y="8"/>
                </a:lnTo>
                <a:lnTo>
                  <a:pt x="11192" y="0"/>
                </a:lnTo>
                <a:lnTo>
                  <a:pt x="12780" y="26"/>
                </a:lnTo>
                <a:lnTo>
                  <a:pt x="14372" y="97"/>
                </a:lnTo>
                <a:lnTo>
                  <a:pt x="15969" y="215"/>
                </a:lnTo>
                <a:lnTo>
                  <a:pt x="17574" y="383"/>
                </a:lnTo>
                <a:lnTo>
                  <a:pt x="19185" y="609"/>
                </a:lnTo>
                <a:lnTo>
                  <a:pt x="20334" y="2304"/>
                </a:lnTo>
                <a:lnTo>
                  <a:pt x="21048" y="3855"/>
                </a:lnTo>
                <a:lnTo>
                  <a:pt x="21432" y="5387"/>
                </a:lnTo>
                <a:lnTo>
                  <a:pt x="21583" y="7024"/>
                </a:lnTo>
                <a:lnTo>
                  <a:pt x="21600" y="8887"/>
                </a:lnTo>
                <a:lnTo>
                  <a:pt x="21583" y="11104"/>
                </a:lnTo>
                <a:lnTo>
                  <a:pt x="19998" y="11104"/>
                </a:lnTo>
                <a:lnTo>
                  <a:pt x="18403" y="11104"/>
                </a:lnTo>
                <a:lnTo>
                  <a:pt x="16787" y="11104"/>
                </a:lnTo>
                <a:lnTo>
                  <a:pt x="16070" y="12828"/>
                </a:lnTo>
                <a:lnTo>
                  <a:pt x="15681" y="14190"/>
                </a:lnTo>
                <a:lnTo>
                  <a:pt x="15288" y="16352"/>
                </a:lnTo>
                <a:lnTo>
                  <a:pt x="15017" y="17816"/>
                </a:lnTo>
                <a:lnTo>
                  <a:pt x="14744" y="19304"/>
                </a:lnTo>
                <a:lnTo>
                  <a:pt x="14566" y="20443"/>
                </a:lnTo>
                <a:lnTo>
                  <a:pt x="14389" y="21600"/>
                </a:lnTo>
                <a:lnTo>
                  <a:pt x="13394" y="19769"/>
                </a:lnTo>
                <a:lnTo>
                  <a:pt x="12748" y="18097"/>
                </a:lnTo>
                <a:lnTo>
                  <a:pt x="12398" y="16483"/>
                </a:lnTo>
                <a:lnTo>
                  <a:pt x="12290" y="14822"/>
                </a:lnTo>
                <a:lnTo>
                  <a:pt x="12372" y="13009"/>
                </a:lnTo>
                <a:lnTo>
                  <a:pt x="12590" y="10942"/>
                </a:lnTo>
                <a:lnTo>
                  <a:pt x="12391" y="9262"/>
                </a:lnTo>
                <a:lnTo>
                  <a:pt x="12192" y="7570"/>
                </a:lnTo>
                <a:lnTo>
                  <a:pt x="11991" y="5857"/>
                </a:lnTo>
                <a:lnTo>
                  <a:pt x="10437" y="5240"/>
                </a:lnTo>
                <a:lnTo>
                  <a:pt x="8911" y="4762"/>
                </a:lnTo>
                <a:lnTo>
                  <a:pt x="7391" y="4392"/>
                </a:lnTo>
                <a:lnTo>
                  <a:pt x="5851" y="4106"/>
                </a:lnTo>
                <a:lnTo>
                  <a:pt x="4269" y="3883"/>
                </a:lnTo>
                <a:lnTo>
                  <a:pt x="2624" y="3694"/>
                </a:lnTo>
                <a:lnTo>
                  <a:pt x="1969" y="3579"/>
                </a:lnTo>
                <a:lnTo>
                  <a:pt x="0" y="3233"/>
                </a:lnTo>
                <a:lnTo>
                  <a:pt x="0" y="1931"/>
                </a:lnTo>
                <a:lnTo>
                  <a:pt x="0" y="609"/>
                </a:lnTo>
                <a:close/>
              </a:path>
            </a:pathLst>
          </a:custGeom>
          <a:solidFill>
            <a:srgbClr val="4E49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5" name="contour_11783"/>
          <p:cNvSpPr/>
          <p:nvPr/>
        </p:nvSpPr>
        <p:spPr>
          <a:xfrm>
            <a:off x="1037982" y="2410503"/>
            <a:ext cx="65592" cy="321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22" y="196"/>
                </a:lnTo>
                <a:lnTo>
                  <a:pt x="16742" y="416"/>
                </a:lnTo>
                <a:lnTo>
                  <a:pt x="18362" y="656"/>
                </a:lnTo>
                <a:lnTo>
                  <a:pt x="19982" y="925"/>
                </a:lnTo>
                <a:lnTo>
                  <a:pt x="21600" y="1224"/>
                </a:lnTo>
                <a:lnTo>
                  <a:pt x="21055" y="4132"/>
                </a:lnTo>
                <a:lnTo>
                  <a:pt x="20626" y="6120"/>
                </a:lnTo>
                <a:lnTo>
                  <a:pt x="20081" y="8107"/>
                </a:lnTo>
                <a:lnTo>
                  <a:pt x="19200" y="11015"/>
                </a:lnTo>
                <a:lnTo>
                  <a:pt x="17614" y="11015"/>
                </a:lnTo>
                <a:lnTo>
                  <a:pt x="16018" y="11015"/>
                </a:lnTo>
                <a:lnTo>
                  <a:pt x="14400" y="11015"/>
                </a:lnTo>
                <a:lnTo>
                  <a:pt x="13846" y="13424"/>
                </a:lnTo>
                <a:lnTo>
                  <a:pt x="13284" y="15872"/>
                </a:lnTo>
                <a:lnTo>
                  <a:pt x="12965" y="17101"/>
                </a:lnTo>
                <a:lnTo>
                  <a:pt x="12000" y="20807"/>
                </a:lnTo>
                <a:lnTo>
                  <a:pt x="10296" y="21355"/>
                </a:lnTo>
                <a:lnTo>
                  <a:pt x="9086" y="21600"/>
                </a:lnTo>
                <a:lnTo>
                  <a:pt x="7798" y="21600"/>
                </a:lnTo>
                <a:lnTo>
                  <a:pt x="5849" y="21419"/>
                </a:lnTo>
                <a:lnTo>
                  <a:pt x="4207" y="21287"/>
                </a:lnTo>
                <a:lnTo>
                  <a:pt x="2542" y="21150"/>
                </a:lnTo>
                <a:lnTo>
                  <a:pt x="1279" y="20978"/>
                </a:lnTo>
                <a:lnTo>
                  <a:pt x="0" y="20807"/>
                </a:lnTo>
                <a:lnTo>
                  <a:pt x="595" y="16004"/>
                </a:lnTo>
                <a:lnTo>
                  <a:pt x="1284" y="11970"/>
                </a:lnTo>
                <a:lnTo>
                  <a:pt x="2095" y="8636"/>
                </a:lnTo>
                <a:lnTo>
                  <a:pt x="3055" y="5948"/>
                </a:lnTo>
                <a:lnTo>
                  <a:pt x="4190" y="3848"/>
                </a:lnTo>
                <a:lnTo>
                  <a:pt x="5532" y="2267"/>
                </a:lnTo>
                <a:lnTo>
                  <a:pt x="7104" y="1155"/>
                </a:lnTo>
                <a:lnTo>
                  <a:pt x="8940" y="446"/>
                </a:lnTo>
                <a:lnTo>
                  <a:pt x="11062" y="78"/>
                </a:lnTo>
                <a:lnTo>
                  <a:pt x="13500" y="0"/>
                </a:lnTo>
                <a:close/>
              </a:path>
            </a:pathLst>
          </a:custGeom>
          <a:solidFill>
            <a:srgbClr val="53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6" name="contour_11784"/>
          <p:cNvSpPr/>
          <p:nvPr/>
        </p:nvSpPr>
        <p:spPr>
          <a:xfrm>
            <a:off x="5184849" y="2418899"/>
            <a:ext cx="4536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03" y="0"/>
                </a:moveTo>
                <a:lnTo>
                  <a:pt x="9965" y="76"/>
                </a:lnTo>
                <a:lnTo>
                  <a:pt x="12360" y="148"/>
                </a:lnTo>
                <a:lnTo>
                  <a:pt x="13553" y="178"/>
                </a:lnTo>
                <a:lnTo>
                  <a:pt x="17145" y="263"/>
                </a:lnTo>
                <a:lnTo>
                  <a:pt x="18970" y="339"/>
                </a:lnTo>
                <a:lnTo>
                  <a:pt x="20819" y="415"/>
                </a:lnTo>
                <a:lnTo>
                  <a:pt x="21340" y="3313"/>
                </a:lnTo>
                <a:lnTo>
                  <a:pt x="21600" y="5423"/>
                </a:lnTo>
                <a:lnTo>
                  <a:pt x="21600" y="7355"/>
                </a:lnTo>
                <a:lnTo>
                  <a:pt x="21340" y="9720"/>
                </a:lnTo>
                <a:lnTo>
                  <a:pt x="20819" y="13126"/>
                </a:lnTo>
                <a:lnTo>
                  <a:pt x="18744" y="14516"/>
                </a:lnTo>
                <a:lnTo>
                  <a:pt x="16642" y="15774"/>
                </a:lnTo>
                <a:lnTo>
                  <a:pt x="14511" y="16922"/>
                </a:lnTo>
                <a:lnTo>
                  <a:pt x="12356" y="17977"/>
                </a:lnTo>
                <a:lnTo>
                  <a:pt x="10174" y="18956"/>
                </a:lnTo>
                <a:lnTo>
                  <a:pt x="7967" y="19876"/>
                </a:lnTo>
                <a:lnTo>
                  <a:pt x="5732" y="20753"/>
                </a:lnTo>
                <a:lnTo>
                  <a:pt x="3470" y="21600"/>
                </a:lnTo>
                <a:lnTo>
                  <a:pt x="2804" y="18871"/>
                </a:lnTo>
                <a:lnTo>
                  <a:pt x="2155" y="16134"/>
                </a:lnTo>
                <a:lnTo>
                  <a:pt x="1516" y="13389"/>
                </a:lnTo>
                <a:lnTo>
                  <a:pt x="1246" y="12241"/>
                </a:lnTo>
                <a:lnTo>
                  <a:pt x="420" y="8770"/>
                </a:lnTo>
                <a:lnTo>
                  <a:pt x="212" y="6728"/>
                </a:lnTo>
                <a:lnTo>
                  <a:pt x="0" y="4652"/>
                </a:lnTo>
                <a:lnTo>
                  <a:pt x="2072" y="2199"/>
                </a:lnTo>
                <a:lnTo>
                  <a:pt x="3553" y="894"/>
                </a:lnTo>
                <a:lnTo>
                  <a:pt x="5160" y="309"/>
                </a:lnTo>
                <a:lnTo>
                  <a:pt x="7603" y="0"/>
                </a:lnTo>
                <a:close/>
              </a:path>
            </a:pathLst>
          </a:custGeom>
          <a:solidFill>
            <a:srgbClr val="2929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7" name="contour_11785"/>
          <p:cNvSpPr/>
          <p:nvPr/>
        </p:nvSpPr>
        <p:spPr>
          <a:xfrm>
            <a:off x="1766781" y="2396051"/>
            <a:ext cx="102032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1189"/>
                </a:moveTo>
                <a:lnTo>
                  <a:pt x="2657" y="510"/>
                </a:lnTo>
                <a:lnTo>
                  <a:pt x="3755" y="133"/>
                </a:lnTo>
                <a:lnTo>
                  <a:pt x="4846" y="0"/>
                </a:lnTo>
                <a:lnTo>
                  <a:pt x="5935" y="87"/>
                </a:lnTo>
                <a:lnTo>
                  <a:pt x="7028" y="337"/>
                </a:lnTo>
                <a:lnTo>
                  <a:pt x="8134" y="719"/>
                </a:lnTo>
                <a:lnTo>
                  <a:pt x="9257" y="1189"/>
                </a:lnTo>
                <a:lnTo>
                  <a:pt x="9257" y="3720"/>
                </a:lnTo>
                <a:lnTo>
                  <a:pt x="9257" y="6292"/>
                </a:lnTo>
                <a:lnTo>
                  <a:pt x="10275" y="6715"/>
                </a:lnTo>
                <a:lnTo>
                  <a:pt x="11294" y="7134"/>
                </a:lnTo>
                <a:lnTo>
                  <a:pt x="12314" y="7557"/>
                </a:lnTo>
                <a:lnTo>
                  <a:pt x="13335" y="7976"/>
                </a:lnTo>
                <a:lnTo>
                  <a:pt x="14358" y="8399"/>
                </a:lnTo>
                <a:lnTo>
                  <a:pt x="15382" y="8823"/>
                </a:lnTo>
                <a:lnTo>
                  <a:pt x="16410" y="9246"/>
                </a:lnTo>
                <a:lnTo>
                  <a:pt x="17440" y="9675"/>
                </a:lnTo>
                <a:lnTo>
                  <a:pt x="18474" y="10103"/>
                </a:lnTo>
                <a:lnTo>
                  <a:pt x="19511" y="10532"/>
                </a:lnTo>
                <a:lnTo>
                  <a:pt x="20554" y="10961"/>
                </a:lnTo>
                <a:lnTo>
                  <a:pt x="21600" y="11394"/>
                </a:lnTo>
                <a:lnTo>
                  <a:pt x="21600" y="13925"/>
                </a:lnTo>
                <a:lnTo>
                  <a:pt x="21600" y="16497"/>
                </a:lnTo>
                <a:lnTo>
                  <a:pt x="20781" y="16456"/>
                </a:lnTo>
                <a:lnTo>
                  <a:pt x="19949" y="16416"/>
                </a:lnTo>
                <a:lnTo>
                  <a:pt x="18889" y="16370"/>
                </a:lnTo>
                <a:lnTo>
                  <a:pt x="17831" y="16334"/>
                </a:lnTo>
                <a:lnTo>
                  <a:pt x="16772" y="16298"/>
                </a:lnTo>
                <a:lnTo>
                  <a:pt x="15712" y="16268"/>
                </a:lnTo>
                <a:lnTo>
                  <a:pt x="14654" y="16237"/>
                </a:lnTo>
                <a:lnTo>
                  <a:pt x="13596" y="16206"/>
                </a:lnTo>
                <a:lnTo>
                  <a:pt x="12536" y="16181"/>
                </a:lnTo>
                <a:lnTo>
                  <a:pt x="11678" y="16135"/>
                </a:lnTo>
                <a:lnTo>
                  <a:pt x="10814" y="16094"/>
                </a:lnTo>
                <a:lnTo>
                  <a:pt x="9938" y="16048"/>
                </a:lnTo>
                <a:lnTo>
                  <a:pt x="9111" y="16033"/>
                </a:lnTo>
                <a:lnTo>
                  <a:pt x="8279" y="16018"/>
                </a:lnTo>
                <a:lnTo>
                  <a:pt x="7437" y="15997"/>
                </a:lnTo>
                <a:lnTo>
                  <a:pt x="7099" y="15987"/>
                </a:lnTo>
                <a:lnTo>
                  <a:pt x="6502" y="15967"/>
                </a:lnTo>
                <a:lnTo>
                  <a:pt x="5136" y="15916"/>
                </a:lnTo>
                <a:lnTo>
                  <a:pt x="3968" y="16395"/>
                </a:lnTo>
                <a:lnTo>
                  <a:pt x="2938" y="17155"/>
                </a:lnTo>
                <a:lnTo>
                  <a:pt x="1976" y="18237"/>
                </a:lnTo>
                <a:lnTo>
                  <a:pt x="1020" y="19702"/>
                </a:lnTo>
                <a:lnTo>
                  <a:pt x="0" y="21600"/>
                </a:lnTo>
                <a:lnTo>
                  <a:pt x="68" y="17911"/>
                </a:lnTo>
                <a:lnTo>
                  <a:pt x="177" y="14390"/>
                </a:lnTo>
                <a:lnTo>
                  <a:pt x="355" y="10996"/>
                </a:lnTo>
                <a:lnTo>
                  <a:pt x="623" y="7690"/>
                </a:lnTo>
                <a:lnTo>
                  <a:pt x="1011" y="4434"/>
                </a:lnTo>
                <a:lnTo>
                  <a:pt x="1543" y="1189"/>
                </a:lnTo>
                <a:close/>
              </a:path>
            </a:pathLst>
          </a:custGeom>
          <a:solidFill>
            <a:srgbClr val="5858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8" name="contour_11786"/>
          <p:cNvSpPr/>
          <p:nvPr/>
        </p:nvSpPr>
        <p:spPr>
          <a:xfrm>
            <a:off x="1001542" y="2412325"/>
            <a:ext cx="51016" cy="29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492" y="5677"/>
                </a:lnTo>
                <a:lnTo>
                  <a:pt x="19641" y="9849"/>
                </a:lnTo>
                <a:lnTo>
                  <a:pt x="18937" y="12896"/>
                </a:lnTo>
                <a:lnTo>
                  <a:pt x="18271" y="15181"/>
                </a:lnTo>
                <a:lnTo>
                  <a:pt x="17536" y="17084"/>
                </a:lnTo>
                <a:lnTo>
                  <a:pt x="16626" y="18966"/>
                </a:lnTo>
                <a:lnTo>
                  <a:pt x="15429" y="21202"/>
                </a:lnTo>
                <a:lnTo>
                  <a:pt x="13346" y="21520"/>
                </a:lnTo>
                <a:lnTo>
                  <a:pt x="11318" y="21600"/>
                </a:lnTo>
                <a:lnTo>
                  <a:pt x="9340" y="21420"/>
                </a:lnTo>
                <a:lnTo>
                  <a:pt x="7406" y="20959"/>
                </a:lnTo>
                <a:lnTo>
                  <a:pt x="5511" y="20201"/>
                </a:lnTo>
                <a:lnTo>
                  <a:pt x="3650" y="19114"/>
                </a:lnTo>
                <a:lnTo>
                  <a:pt x="1814" y="17688"/>
                </a:lnTo>
                <a:lnTo>
                  <a:pt x="0" y="15902"/>
                </a:lnTo>
                <a:lnTo>
                  <a:pt x="0" y="12753"/>
                </a:lnTo>
                <a:lnTo>
                  <a:pt x="0" y="9594"/>
                </a:lnTo>
                <a:lnTo>
                  <a:pt x="0" y="6424"/>
                </a:lnTo>
                <a:lnTo>
                  <a:pt x="0" y="3228"/>
                </a:lnTo>
                <a:lnTo>
                  <a:pt x="0" y="0"/>
                </a:lnTo>
                <a:close/>
              </a:path>
            </a:pathLst>
          </a:custGeom>
          <a:solidFill>
            <a:srgbClr val="6B66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89" name="contour_11787"/>
          <p:cNvSpPr/>
          <p:nvPr/>
        </p:nvSpPr>
        <p:spPr>
          <a:xfrm>
            <a:off x="4033346" y="236130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037"/>
                </a:lnTo>
                <a:lnTo>
                  <a:pt x="18706" y="4076"/>
                </a:lnTo>
                <a:lnTo>
                  <a:pt x="19423" y="6125"/>
                </a:lnTo>
                <a:lnTo>
                  <a:pt x="20144" y="8183"/>
                </a:lnTo>
                <a:lnTo>
                  <a:pt x="20870" y="10254"/>
                </a:lnTo>
                <a:lnTo>
                  <a:pt x="21600" y="12343"/>
                </a:lnTo>
                <a:lnTo>
                  <a:pt x="18744" y="12343"/>
                </a:lnTo>
                <a:lnTo>
                  <a:pt x="15872" y="12343"/>
                </a:lnTo>
                <a:lnTo>
                  <a:pt x="12960" y="12343"/>
                </a:lnTo>
                <a:lnTo>
                  <a:pt x="12960" y="14176"/>
                </a:lnTo>
                <a:lnTo>
                  <a:pt x="12960" y="16015"/>
                </a:lnTo>
                <a:lnTo>
                  <a:pt x="12960" y="17860"/>
                </a:lnTo>
                <a:lnTo>
                  <a:pt x="12960" y="19721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0" y="19418"/>
                </a:lnTo>
                <a:lnTo>
                  <a:pt x="0" y="17234"/>
                </a:lnTo>
                <a:lnTo>
                  <a:pt x="0" y="15043"/>
                </a:lnTo>
                <a:lnTo>
                  <a:pt x="0" y="12843"/>
                </a:lnTo>
                <a:lnTo>
                  <a:pt x="0" y="10633"/>
                </a:lnTo>
                <a:lnTo>
                  <a:pt x="0" y="8412"/>
                </a:lnTo>
                <a:lnTo>
                  <a:pt x="0" y="6171"/>
                </a:lnTo>
                <a:lnTo>
                  <a:pt x="2851" y="6171"/>
                </a:lnTo>
                <a:lnTo>
                  <a:pt x="5707" y="6171"/>
                </a:lnTo>
                <a:lnTo>
                  <a:pt x="8575" y="6171"/>
                </a:lnTo>
                <a:lnTo>
                  <a:pt x="11457" y="6171"/>
                </a:lnTo>
                <a:lnTo>
                  <a:pt x="14355" y="6171"/>
                </a:lnTo>
                <a:lnTo>
                  <a:pt x="17280" y="6171"/>
                </a:lnTo>
                <a:lnTo>
                  <a:pt x="17280" y="4132"/>
                </a:lnTo>
                <a:lnTo>
                  <a:pt x="17280" y="2080"/>
                </a:lnTo>
                <a:lnTo>
                  <a:pt x="17280" y="0"/>
                </a:lnTo>
                <a:close/>
              </a:path>
            </a:pathLst>
          </a:custGeom>
          <a:solidFill>
            <a:srgbClr val="1413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0" name="contour_11788"/>
          <p:cNvSpPr/>
          <p:nvPr/>
        </p:nvSpPr>
        <p:spPr>
          <a:xfrm>
            <a:off x="1467973" y="2361309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5" y="0"/>
                </a:lnTo>
                <a:lnTo>
                  <a:pt x="8980" y="0"/>
                </a:lnTo>
                <a:lnTo>
                  <a:pt x="10800" y="0"/>
                </a:lnTo>
                <a:lnTo>
                  <a:pt x="10465" y="1910"/>
                </a:lnTo>
                <a:lnTo>
                  <a:pt x="10130" y="3820"/>
                </a:lnTo>
                <a:lnTo>
                  <a:pt x="9796" y="5736"/>
                </a:lnTo>
                <a:lnTo>
                  <a:pt x="9461" y="7656"/>
                </a:lnTo>
                <a:lnTo>
                  <a:pt x="9123" y="9584"/>
                </a:lnTo>
                <a:lnTo>
                  <a:pt x="8783" y="11522"/>
                </a:lnTo>
                <a:lnTo>
                  <a:pt x="8443" y="13469"/>
                </a:lnTo>
                <a:lnTo>
                  <a:pt x="8100" y="15429"/>
                </a:lnTo>
                <a:lnTo>
                  <a:pt x="10009" y="15429"/>
                </a:lnTo>
                <a:lnTo>
                  <a:pt x="11920" y="15429"/>
                </a:lnTo>
                <a:lnTo>
                  <a:pt x="13838" y="15429"/>
                </a:lnTo>
                <a:lnTo>
                  <a:pt x="15763" y="15429"/>
                </a:lnTo>
                <a:lnTo>
                  <a:pt x="17696" y="15429"/>
                </a:lnTo>
                <a:lnTo>
                  <a:pt x="19640" y="15429"/>
                </a:lnTo>
                <a:lnTo>
                  <a:pt x="21600" y="15429"/>
                </a:lnTo>
                <a:lnTo>
                  <a:pt x="20930" y="16956"/>
                </a:lnTo>
                <a:lnTo>
                  <a:pt x="20261" y="18493"/>
                </a:lnTo>
                <a:lnTo>
                  <a:pt x="19583" y="20036"/>
                </a:lnTo>
                <a:lnTo>
                  <a:pt x="18900" y="21600"/>
                </a:lnTo>
                <a:lnTo>
                  <a:pt x="17194" y="21282"/>
                </a:lnTo>
                <a:lnTo>
                  <a:pt x="15579" y="20924"/>
                </a:lnTo>
                <a:lnTo>
                  <a:pt x="14016" y="20517"/>
                </a:lnTo>
                <a:lnTo>
                  <a:pt x="12469" y="20048"/>
                </a:lnTo>
                <a:lnTo>
                  <a:pt x="10903" y="19514"/>
                </a:lnTo>
                <a:lnTo>
                  <a:pt x="9283" y="18900"/>
                </a:lnTo>
                <a:lnTo>
                  <a:pt x="7943" y="18416"/>
                </a:lnTo>
                <a:lnTo>
                  <a:pt x="6585" y="17925"/>
                </a:lnTo>
                <a:lnTo>
                  <a:pt x="4936" y="17314"/>
                </a:lnTo>
                <a:lnTo>
                  <a:pt x="3289" y="16694"/>
                </a:lnTo>
                <a:lnTo>
                  <a:pt x="1642" y="16064"/>
                </a:lnTo>
                <a:lnTo>
                  <a:pt x="0" y="15429"/>
                </a:lnTo>
                <a:lnTo>
                  <a:pt x="786" y="11476"/>
                </a:lnTo>
                <a:lnTo>
                  <a:pt x="1412" y="8461"/>
                </a:lnTo>
                <a:lnTo>
                  <a:pt x="1947" y="6208"/>
                </a:lnTo>
                <a:lnTo>
                  <a:pt x="2446" y="4533"/>
                </a:lnTo>
                <a:lnTo>
                  <a:pt x="2981" y="3255"/>
                </a:lnTo>
                <a:lnTo>
                  <a:pt x="3607" y="2194"/>
                </a:lnTo>
                <a:lnTo>
                  <a:pt x="4393" y="1169"/>
                </a:lnTo>
                <a:lnTo>
                  <a:pt x="5400" y="0"/>
                </a:lnTo>
                <a:close/>
              </a:path>
            </a:pathLst>
          </a:custGeom>
          <a:solidFill>
            <a:srgbClr val="1212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1" name="contour_11789"/>
          <p:cNvSpPr/>
          <p:nvPr/>
        </p:nvSpPr>
        <p:spPr>
          <a:xfrm>
            <a:off x="724598" y="2354021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369"/>
                </a:lnTo>
                <a:lnTo>
                  <a:pt x="15379" y="656"/>
                </a:lnTo>
                <a:lnTo>
                  <a:pt x="17021" y="954"/>
                </a:lnTo>
                <a:lnTo>
                  <a:pt x="18922" y="1359"/>
                </a:lnTo>
                <a:lnTo>
                  <a:pt x="21600" y="1964"/>
                </a:lnTo>
                <a:lnTo>
                  <a:pt x="21600" y="3262"/>
                </a:lnTo>
                <a:lnTo>
                  <a:pt x="21600" y="4567"/>
                </a:lnTo>
                <a:lnTo>
                  <a:pt x="21600" y="5891"/>
                </a:lnTo>
                <a:lnTo>
                  <a:pt x="19220" y="5891"/>
                </a:lnTo>
                <a:lnTo>
                  <a:pt x="16826" y="5891"/>
                </a:lnTo>
                <a:lnTo>
                  <a:pt x="14400" y="5891"/>
                </a:lnTo>
                <a:lnTo>
                  <a:pt x="14652" y="7101"/>
                </a:lnTo>
                <a:lnTo>
                  <a:pt x="14908" y="8330"/>
                </a:lnTo>
                <a:lnTo>
                  <a:pt x="15062" y="9708"/>
                </a:lnTo>
                <a:lnTo>
                  <a:pt x="15170" y="11047"/>
                </a:lnTo>
                <a:lnTo>
                  <a:pt x="15214" y="12363"/>
                </a:lnTo>
                <a:lnTo>
                  <a:pt x="15174" y="13669"/>
                </a:lnTo>
                <a:lnTo>
                  <a:pt x="15037" y="14981"/>
                </a:lnTo>
                <a:lnTo>
                  <a:pt x="14785" y="16310"/>
                </a:lnTo>
                <a:lnTo>
                  <a:pt x="14400" y="17673"/>
                </a:lnTo>
                <a:lnTo>
                  <a:pt x="12550" y="18547"/>
                </a:lnTo>
                <a:lnTo>
                  <a:pt x="10660" y="19281"/>
                </a:lnTo>
                <a:lnTo>
                  <a:pt x="8719" y="19898"/>
                </a:lnTo>
                <a:lnTo>
                  <a:pt x="6700" y="20416"/>
                </a:lnTo>
                <a:lnTo>
                  <a:pt x="4586" y="20860"/>
                </a:lnTo>
                <a:lnTo>
                  <a:pt x="2362" y="21247"/>
                </a:lnTo>
                <a:lnTo>
                  <a:pt x="0" y="21600"/>
                </a:lnTo>
                <a:lnTo>
                  <a:pt x="1116" y="20587"/>
                </a:lnTo>
                <a:lnTo>
                  <a:pt x="2239" y="19566"/>
                </a:lnTo>
                <a:lnTo>
                  <a:pt x="3377" y="18533"/>
                </a:lnTo>
                <a:lnTo>
                  <a:pt x="4468" y="17282"/>
                </a:lnTo>
                <a:lnTo>
                  <a:pt x="5429" y="16013"/>
                </a:lnTo>
                <a:lnTo>
                  <a:pt x="6268" y="14733"/>
                </a:lnTo>
                <a:lnTo>
                  <a:pt x="6998" y="13439"/>
                </a:lnTo>
                <a:lnTo>
                  <a:pt x="7632" y="12133"/>
                </a:lnTo>
                <a:lnTo>
                  <a:pt x="8176" y="10816"/>
                </a:lnTo>
                <a:lnTo>
                  <a:pt x="8651" y="9488"/>
                </a:lnTo>
                <a:lnTo>
                  <a:pt x="9058" y="8151"/>
                </a:lnTo>
                <a:lnTo>
                  <a:pt x="9414" y="6808"/>
                </a:lnTo>
                <a:lnTo>
                  <a:pt x="9727" y="5455"/>
                </a:lnTo>
                <a:lnTo>
                  <a:pt x="10012" y="4098"/>
                </a:lnTo>
                <a:lnTo>
                  <a:pt x="10278" y="2735"/>
                </a:lnTo>
                <a:lnTo>
                  <a:pt x="10537" y="1369"/>
                </a:lnTo>
                <a:lnTo>
                  <a:pt x="10800" y="0"/>
                </a:lnTo>
                <a:close/>
              </a:path>
            </a:pathLst>
          </a:custGeom>
          <a:solidFill>
            <a:srgbClr val="917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2" name="contour_11790"/>
          <p:cNvSpPr/>
          <p:nvPr/>
        </p:nvSpPr>
        <p:spPr>
          <a:xfrm>
            <a:off x="710022" y="2375885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611"/>
                </a:lnTo>
                <a:lnTo>
                  <a:pt x="13781" y="1225"/>
                </a:lnTo>
                <a:lnTo>
                  <a:pt x="16364" y="1839"/>
                </a:lnTo>
                <a:lnTo>
                  <a:pt x="18969" y="2459"/>
                </a:lnTo>
                <a:lnTo>
                  <a:pt x="21600" y="3086"/>
                </a:lnTo>
                <a:lnTo>
                  <a:pt x="20948" y="6539"/>
                </a:lnTo>
                <a:lnTo>
                  <a:pt x="20425" y="8976"/>
                </a:lnTo>
                <a:lnTo>
                  <a:pt x="19920" y="10741"/>
                </a:lnTo>
                <a:lnTo>
                  <a:pt x="19306" y="12179"/>
                </a:lnTo>
                <a:lnTo>
                  <a:pt x="18468" y="13627"/>
                </a:lnTo>
                <a:lnTo>
                  <a:pt x="17280" y="15429"/>
                </a:lnTo>
                <a:lnTo>
                  <a:pt x="14908" y="16607"/>
                </a:lnTo>
                <a:lnTo>
                  <a:pt x="12563" y="17629"/>
                </a:lnTo>
                <a:lnTo>
                  <a:pt x="10204" y="18530"/>
                </a:lnTo>
                <a:lnTo>
                  <a:pt x="7806" y="19341"/>
                </a:lnTo>
                <a:lnTo>
                  <a:pt x="5327" y="20100"/>
                </a:lnTo>
                <a:lnTo>
                  <a:pt x="2735" y="20841"/>
                </a:lnTo>
                <a:lnTo>
                  <a:pt x="0" y="21600"/>
                </a:lnTo>
                <a:lnTo>
                  <a:pt x="778" y="19656"/>
                </a:lnTo>
                <a:lnTo>
                  <a:pt x="1555" y="17712"/>
                </a:lnTo>
                <a:lnTo>
                  <a:pt x="2333" y="15765"/>
                </a:lnTo>
                <a:lnTo>
                  <a:pt x="3115" y="13815"/>
                </a:lnTo>
                <a:lnTo>
                  <a:pt x="3897" y="11858"/>
                </a:lnTo>
                <a:lnTo>
                  <a:pt x="4679" y="9902"/>
                </a:lnTo>
                <a:lnTo>
                  <a:pt x="5465" y="7936"/>
                </a:lnTo>
                <a:lnTo>
                  <a:pt x="6255" y="5965"/>
                </a:lnTo>
                <a:lnTo>
                  <a:pt x="7046" y="3987"/>
                </a:lnTo>
                <a:lnTo>
                  <a:pt x="7841" y="1996"/>
                </a:lnTo>
                <a:lnTo>
                  <a:pt x="8640" y="0"/>
                </a:lnTo>
                <a:close/>
              </a:path>
            </a:pathLst>
          </a:custGeom>
          <a:solidFill>
            <a:srgbClr val="D9C1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3" name="contour_11791"/>
          <p:cNvSpPr/>
          <p:nvPr/>
        </p:nvSpPr>
        <p:spPr>
          <a:xfrm>
            <a:off x="10658130" y="2352841"/>
            <a:ext cx="72880" cy="449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568"/>
                </a:moveTo>
                <a:lnTo>
                  <a:pt x="12334" y="175"/>
                </a:lnTo>
                <a:lnTo>
                  <a:pt x="13422" y="0"/>
                </a:lnTo>
                <a:lnTo>
                  <a:pt x="14582" y="0"/>
                </a:lnTo>
                <a:lnTo>
                  <a:pt x="16334" y="130"/>
                </a:lnTo>
                <a:lnTo>
                  <a:pt x="17814" y="224"/>
                </a:lnTo>
                <a:lnTo>
                  <a:pt x="19313" y="322"/>
                </a:lnTo>
                <a:lnTo>
                  <a:pt x="20449" y="445"/>
                </a:lnTo>
                <a:lnTo>
                  <a:pt x="21600" y="568"/>
                </a:lnTo>
                <a:lnTo>
                  <a:pt x="20593" y="2331"/>
                </a:lnTo>
                <a:lnTo>
                  <a:pt x="19585" y="4087"/>
                </a:lnTo>
                <a:lnTo>
                  <a:pt x="18570" y="5836"/>
                </a:lnTo>
                <a:lnTo>
                  <a:pt x="17550" y="7579"/>
                </a:lnTo>
                <a:lnTo>
                  <a:pt x="16798" y="8883"/>
                </a:lnTo>
                <a:lnTo>
                  <a:pt x="16040" y="10194"/>
                </a:lnTo>
                <a:lnTo>
                  <a:pt x="15271" y="11522"/>
                </a:lnTo>
                <a:lnTo>
                  <a:pt x="14109" y="13019"/>
                </a:lnTo>
                <a:lnTo>
                  <a:pt x="13182" y="13927"/>
                </a:lnTo>
                <a:lnTo>
                  <a:pt x="12174" y="14393"/>
                </a:lnTo>
                <a:lnTo>
                  <a:pt x="10768" y="14565"/>
                </a:lnTo>
                <a:lnTo>
                  <a:pt x="8640" y="14589"/>
                </a:lnTo>
                <a:lnTo>
                  <a:pt x="8640" y="16906"/>
                </a:lnTo>
                <a:lnTo>
                  <a:pt x="8640" y="19237"/>
                </a:lnTo>
                <a:lnTo>
                  <a:pt x="8640" y="21600"/>
                </a:lnTo>
                <a:lnTo>
                  <a:pt x="7214" y="21022"/>
                </a:lnTo>
                <a:lnTo>
                  <a:pt x="5787" y="20443"/>
                </a:lnTo>
                <a:lnTo>
                  <a:pt x="4352" y="19861"/>
                </a:lnTo>
                <a:lnTo>
                  <a:pt x="2912" y="19276"/>
                </a:lnTo>
                <a:lnTo>
                  <a:pt x="1462" y="18687"/>
                </a:lnTo>
                <a:lnTo>
                  <a:pt x="0" y="18095"/>
                </a:lnTo>
                <a:lnTo>
                  <a:pt x="413" y="16135"/>
                </a:lnTo>
                <a:lnTo>
                  <a:pt x="775" y="14751"/>
                </a:lnTo>
                <a:lnTo>
                  <a:pt x="1290" y="13289"/>
                </a:lnTo>
                <a:lnTo>
                  <a:pt x="2160" y="11084"/>
                </a:lnTo>
                <a:lnTo>
                  <a:pt x="3456" y="10383"/>
                </a:lnTo>
                <a:lnTo>
                  <a:pt x="4752" y="9682"/>
                </a:lnTo>
                <a:lnTo>
                  <a:pt x="6048" y="8981"/>
                </a:lnTo>
                <a:lnTo>
                  <a:pt x="7344" y="8280"/>
                </a:lnTo>
                <a:lnTo>
                  <a:pt x="8640" y="7579"/>
                </a:lnTo>
                <a:lnTo>
                  <a:pt x="9104" y="5798"/>
                </a:lnTo>
                <a:lnTo>
                  <a:pt x="9577" y="3993"/>
                </a:lnTo>
                <a:lnTo>
                  <a:pt x="10184" y="2293"/>
                </a:lnTo>
                <a:lnTo>
                  <a:pt x="10800" y="568"/>
                </a:lnTo>
                <a:close/>
              </a:path>
            </a:pathLst>
          </a:custGeom>
          <a:solidFill>
            <a:srgbClr val="6364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4" name="contour_11792"/>
          <p:cNvSpPr/>
          <p:nvPr/>
        </p:nvSpPr>
        <p:spPr>
          <a:xfrm>
            <a:off x="824524" y="2368597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0"/>
                </a:moveTo>
                <a:lnTo>
                  <a:pt x="4068" y="0"/>
                </a:lnTo>
                <a:lnTo>
                  <a:pt x="6959" y="0"/>
                </a:lnTo>
                <a:lnTo>
                  <a:pt x="9859" y="0"/>
                </a:lnTo>
                <a:lnTo>
                  <a:pt x="12771" y="0"/>
                </a:lnTo>
                <a:lnTo>
                  <a:pt x="15695" y="0"/>
                </a:lnTo>
                <a:lnTo>
                  <a:pt x="1863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933" y="21384"/>
                </a:lnTo>
                <a:lnTo>
                  <a:pt x="16315" y="21129"/>
                </a:lnTo>
                <a:lnTo>
                  <a:pt x="13734" y="20805"/>
                </a:lnTo>
                <a:lnTo>
                  <a:pt x="11182" y="20390"/>
                </a:lnTo>
                <a:lnTo>
                  <a:pt x="8658" y="19855"/>
                </a:lnTo>
                <a:lnTo>
                  <a:pt x="6155" y="19176"/>
                </a:lnTo>
                <a:lnTo>
                  <a:pt x="3663" y="18325"/>
                </a:lnTo>
                <a:lnTo>
                  <a:pt x="1180" y="17280"/>
                </a:lnTo>
                <a:lnTo>
                  <a:pt x="380" y="14252"/>
                </a:lnTo>
                <a:lnTo>
                  <a:pt x="16" y="11478"/>
                </a:lnTo>
                <a:lnTo>
                  <a:pt x="0" y="8813"/>
                </a:lnTo>
                <a:lnTo>
                  <a:pt x="249" y="6108"/>
                </a:lnTo>
                <a:lnTo>
                  <a:pt x="670" y="3218"/>
                </a:lnTo>
                <a:lnTo>
                  <a:pt x="1180" y="0"/>
                </a:lnTo>
                <a:close/>
              </a:path>
            </a:pathLst>
          </a:custGeom>
          <a:solidFill>
            <a:srgbClr val="1B19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5" name="contour_11793"/>
          <p:cNvSpPr/>
          <p:nvPr/>
        </p:nvSpPr>
        <p:spPr>
          <a:xfrm>
            <a:off x="8231229" y="235402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05"/>
                </a:lnTo>
                <a:lnTo>
                  <a:pt x="4280" y="611"/>
                </a:lnTo>
                <a:lnTo>
                  <a:pt x="6421" y="916"/>
                </a:lnTo>
                <a:lnTo>
                  <a:pt x="8566" y="1225"/>
                </a:lnTo>
                <a:lnTo>
                  <a:pt x="10720" y="1531"/>
                </a:lnTo>
                <a:lnTo>
                  <a:pt x="12877" y="1839"/>
                </a:lnTo>
                <a:lnTo>
                  <a:pt x="15043" y="2148"/>
                </a:lnTo>
                <a:lnTo>
                  <a:pt x="17218" y="2459"/>
                </a:lnTo>
                <a:lnTo>
                  <a:pt x="19403" y="2771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19767" y="9257"/>
                </a:lnTo>
                <a:lnTo>
                  <a:pt x="17928" y="9257"/>
                </a:lnTo>
                <a:lnTo>
                  <a:pt x="16083" y="9257"/>
                </a:lnTo>
                <a:lnTo>
                  <a:pt x="14222" y="9257"/>
                </a:lnTo>
                <a:lnTo>
                  <a:pt x="12343" y="9257"/>
                </a:lnTo>
                <a:lnTo>
                  <a:pt x="12343" y="11297"/>
                </a:lnTo>
                <a:lnTo>
                  <a:pt x="12343" y="13349"/>
                </a:lnTo>
                <a:lnTo>
                  <a:pt x="12343" y="15429"/>
                </a:lnTo>
                <a:lnTo>
                  <a:pt x="10303" y="15429"/>
                </a:lnTo>
                <a:lnTo>
                  <a:pt x="8251" y="15429"/>
                </a:lnTo>
                <a:lnTo>
                  <a:pt x="6171" y="15429"/>
                </a:lnTo>
                <a:lnTo>
                  <a:pt x="5406" y="16956"/>
                </a:lnTo>
                <a:lnTo>
                  <a:pt x="4641" y="18493"/>
                </a:lnTo>
                <a:lnTo>
                  <a:pt x="3866" y="20036"/>
                </a:lnTo>
                <a:lnTo>
                  <a:pt x="3086" y="21600"/>
                </a:lnTo>
                <a:lnTo>
                  <a:pt x="2780" y="19462"/>
                </a:lnTo>
                <a:lnTo>
                  <a:pt x="2475" y="17320"/>
                </a:lnTo>
                <a:lnTo>
                  <a:pt x="2169" y="15179"/>
                </a:lnTo>
                <a:lnTo>
                  <a:pt x="1861" y="13034"/>
                </a:lnTo>
                <a:lnTo>
                  <a:pt x="1555" y="10880"/>
                </a:lnTo>
                <a:lnTo>
                  <a:pt x="1247" y="8723"/>
                </a:lnTo>
                <a:lnTo>
                  <a:pt x="938" y="6557"/>
                </a:lnTo>
                <a:lnTo>
                  <a:pt x="626" y="4382"/>
                </a:lnTo>
                <a:lnTo>
                  <a:pt x="315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5A53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6" name="contour_11794"/>
          <p:cNvSpPr/>
          <p:nvPr/>
        </p:nvSpPr>
        <p:spPr>
          <a:xfrm>
            <a:off x="1905252" y="2324869"/>
            <a:ext cx="58304" cy="44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285" y="0"/>
                </a:lnTo>
                <a:lnTo>
                  <a:pt x="17080" y="0"/>
                </a:lnTo>
                <a:lnTo>
                  <a:pt x="18900" y="0"/>
                </a:lnTo>
                <a:lnTo>
                  <a:pt x="19864" y="2211"/>
                </a:lnTo>
                <a:lnTo>
                  <a:pt x="20596" y="4454"/>
                </a:lnTo>
                <a:lnTo>
                  <a:pt x="21117" y="6750"/>
                </a:lnTo>
                <a:lnTo>
                  <a:pt x="21443" y="9116"/>
                </a:lnTo>
                <a:lnTo>
                  <a:pt x="21600" y="11560"/>
                </a:lnTo>
                <a:lnTo>
                  <a:pt x="21600" y="14106"/>
                </a:lnTo>
                <a:lnTo>
                  <a:pt x="20104" y="15961"/>
                </a:lnTo>
                <a:lnTo>
                  <a:pt x="18695" y="17485"/>
                </a:lnTo>
                <a:lnTo>
                  <a:pt x="17312" y="18708"/>
                </a:lnTo>
                <a:lnTo>
                  <a:pt x="15906" y="19675"/>
                </a:lnTo>
                <a:lnTo>
                  <a:pt x="14421" y="20408"/>
                </a:lnTo>
                <a:lnTo>
                  <a:pt x="12801" y="20951"/>
                </a:lnTo>
                <a:lnTo>
                  <a:pt x="10992" y="21339"/>
                </a:lnTo>
                <a:lnTo>
                  <a:pt x="8942" y="21600"/>
                </a:lnTo>
                <a:lnTo>
                  <a:pt x="7185" y="21381"/>
                </a:lnTo>
                <a:lnTo>
                  <a:pt x="5400" y="21159"/>
                </a:lnTo>
                <a:lnTo>
                  <a:pt x="5400" y="18828"/>
                </a:lnTo>
                <a:lnTo>
                  <a:pt x="5400" y="16483"/>
                </a:lnTo>
                <a:lnTo>
                  <a:pt x="5400" y="14106"/>
                </a:lnTo>
                <a:lnTo>
                  <a:pt x="3615" y="14106"/>
                </a:lnTo>
                <a:lnTo>
                  <a:pt x="1820" y="14106"/>
                </a:lnTo>
                <a:lnTo>
                  <a:pt x="0" y="14106"/>
                </a:lnTo>
                <a:lnTo>
                  <a:pt x="0" y="11775"/>
                </a:lnTo>
                <a:lnTo>
                  <a:pt x="0" y="9430"/>
                </a:lnTo>
                <a:lnTo>
                  <a:pt x="0" y="7053"/>
                </a:lnTo>
                <a:lnTo>
                  <a:pt x="815" y="7229"/>
                </a:lnTo>
                <a:lnTo>
                  <a:pt x="1563" y="7395"/>
                </a:lnTo>
                <a:lnTo>
                  <a:pt x="2381" y="7571"/>
                </a:lnTo>
                <a:lnTo>
                  <a:pt x="3402" y="7794"/>
                </a:lnTo>
                <a:lnTo>
                  <a:pt x="4757" y="8090"/>
                </a:lnTo>
                <a:lnTo>
                  <a:pt x="6583" y="8485"/>
                </a:lnTo>
                <a:lnTo>
                  <a:pt x="9007" y="9014"/>
                </a:lnTo>
                <a:lnTo>
                  <a:pt x="12169" y="9701"/>
                </a:lnTo>
                <a:lnTo>
                  <a:pt x="16200" y="10580"/>
                </a:lnTo>
                <a:lnTo>
                  <a:pt x="15665" y="8485"/>
                </a:lnTo>
                <a:lnTo>
                  <a:pt x="15128" y="6383"/>
                </a:lnTo>
                <a:lnTo>
                  <a:pt x="14591" y="4274"/>
                </a:lnTo>
                <a:lnTo>
                  <a:pt x="14048" y="2148"/>
                </a:lnTo>
                <a:lnTo>
                  <a:pt x="13500" y="0"/>
                </a:lnTo>
                <a:close/>
              </a:path>
            </a:pathLst>
          </a:custGeom>
          <a:solidFill>
            <a:srgbClr val="2C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7" name="contour_11795"/>
          <p:cNvSpPr/>
          <p:nvPr/>
        </p:nvSpPr>
        <p:spPr>
          <a:xfrm>
            <a:off x="7203622" y="234673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713"/>
                </a:lnTo>
                <a:lnTo>
                  <a:pt x="13333" y="1426"/>
                </a:lnTo>
                <a:lnTo>
                  <a:pt x="15382" y="2143"/>
                </a:lnTo>
                <a:lnTo>
                  <a:pt x="17440" y="2864"/>
                </a:lnTo>
                <a:lnTo>
                  <a:pt x="19511" y="3590"/>
                </a:lnTo>
                <a:lnTo>
                  <a:pt x="21600" y="4320"/>
                </a:lnTo>
                <a:lnTo>
                  <a:pt x="21298" y="7404"/>
                </a:lnTo>
                <a:lnTo>
                  <a:pt x="20986" y="9621"/>
                </a:lnTo>
                <a:lnTo>
                  <a:pt x="20517" y="11591"/>
                </a:lnTo>
                <a:lnTo>
                  <a:pt x="19742" y="13936"/>
                </a:lnTo>
                <a:lnTo>
                  <a:pt x="18514" y="17280"/>
                </a:lnTo>
                <a:lnTo>
                  <a:pt x="16620" y="18157"/>
                </a:lnTo>
                <a:lnTo>
                  <a:pt x="14722" y="18909"/>
                </a:lnTo>
                <a:lnTo>
                  <a:pt x="12815" y="19548"/>
                </a:lnTo>
                <a:lnTo>
                  <a:pt x="10902" y="20088"/>
                </a:lnTo>
                <a:lnTo>
                  <a:pt x="8973" y="20550"/>
                </a:lnTo>
                <a:lnTo>
                  <a:pt x="7029" y="20943"/>
                </a:lnTo>
                <a:lnTo>
                  <a:pt x="5070" y="21289"/>
                </a:lnTo>
                <a:lnTo>
                  <a:pt x="3086" y="21600"/>
                </a:lnTo>
                <a:lnTo>
                  <a:pt x="2475" y="19034"/>
                </a:lnTo>
                <a:lnTo>
                  <a:pt x="1861" y="16459"/>
                </a:lnTo>
                <a:lnTo>
                  <a:pt x="1247" y="13876"/>
                </a:lnTo>
                <a:lnTo>
                  <a:pt x="626" y="11271"/>
                </a:lnTo>
                <a:lnTo>
                  <a:pt x="0" y="8640"/>
                </a:lnTo>
                <a:lnTo>
                  <a:pt x="1833" y="8640"/>
                </a:lnTo>
                <a:lnTo>
                  <a:pt x="3672" y="8640"/>
                </a:lnTo>
                <a:lnTo>
                  <a:pt x="5517" y="8640"/>
                </a:lnTo>
                <a:lnTo>
                  <a:pt x="7378" y="8640"/>
                </a:lnTo>
                <a:lnTo>
                  <a:pt x="9257" y="8640"/>
                </a:lnTo>
                <a:lnTo>
                  <a:pt x="9257" y="5784"/>
                </a:lnTo>
                <a:lnTo>
                  <a:pt x="9257" y="2912"/>
                </a:lnTo>
                <a:lnTo>
                  <a:pt x="9257" y="0"/>
                </a:lnTo>
                <a:close/>
              </a:path>
            </a:pathLst>
          </a:custGeom>
          <a:solidFill>
            <a:srgbClr val="E0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8" name="contour_11796"/>
          <p:cNvSpPr/>
          <p:nvPr/>
        </p:nvSpPr>
        <p:spPr>
          <a:xfrm>
            <a:off x="1759493" y="2332383"/>
            <a:ext cx="58304" cy="289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273"/>
                </a:moveTo>
                <a:lnTo>
                  <a:pt x="19815" y="5273"/>
                </a:lnTo>
                <a:lnTo>
                  <a:pt x="18020" y="5273"/>
                </a:lnTo>
                <a:lnTo>
                  <a:pt x="16200" y="5273"/>
                </a:lnTo>
                <a:lnTo>
                  <a:pt x="16200" y="8506"/>
                </a:lnTo>
                <a:lnTo>
                  <a:pt x="16200" y="11750"/>
                </a:lnTo>
                <a:lnTo>
                  <a:pt x="16200" y="15004"/>
                </a:lnTo>
                <a:lnTo>
                  <a:pt x="16200" y="18286"/>
                </a:lnTo>
                <a:lnTo>
                  <a:pt x="16200" y="21600"/>
                </a:lnTo>
                <a:lnTo>
                  <a:pt x="14418" y="21600"/>
                </a:lnTo>
                <a:lnTo>
                  <a:pt x="12633" y="21600"/>
                </a:lnTo>
                <a:lnTo>
                  <a:pt x="10849" y="21600"/>
                </a:lnTo>
                <a:lnTo>
                  <a:pt x="9058" y="21600"/>
                </a:lnTo>
                <a:lnTo>
                  <a:pt x="7263" y="21600"/>
                </a:lnTo>
                <a:lnTo>
                  <a:pt x="5459" y="21600"/>
                </a:lnTo>
                <a:lnTo>
                  <a:pt x="3650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367"/>
                </a:lnTo>
                <a:lnTo>
                  <a:pt x="0" y="15124"/>
                </a:lnTo>
                <a:lnTo>
                  <a:pt x="0" y="11869"/>
                </a:lnTo>
                <a:lnTo>
                  <a:pt x="0" y="8588"/>
                </a:lnTo>
                <a:lnTo>
                  <a:pt x="0" y="5273"/>
                </a:lnTo>
                <a:lnTo>
                  <a:pt x="1714" y="3565"/>
                </a:lnTo>
                <a:lnTo>
                  <a:pt x="3475" y="2199"/>
                </a:lnTo>
                <a:lnTo>
                  <a:pt x="5268" y="1176"/>
                </a:lnTo>
                <a:lnTo>
                  <a:pt x="7088" y="473"/>
                </a:lnTo>
                <a:lnTo>
                  <a:pt x="8926" y="82"/>
                </a:lnTo>
                <a:lnTo>
                  <a:pt x="10773" y="0"/>
                </a:lnTo>
                <a:lnTo>
                  <a:pt x="12623" y="207"/>
                </a:lnTo>
                <a:lnTo>
                  <a:pt x="14467" y="697"/>
                </a:lnTo>
                <a:lnTo>
                  <a:pt x="16294" y="1459"/>
                </a:lnTo>
                <a:lnTo>
                  <a:pt x="18098" y="2482"/>
                </a:lnTo>
                <a:lnTo>
                  <a:pt x="19869" y="3761"/>
                </a:lnTo>
                <a:lnTo>
                  <a:pt x="21600" y="5273"/>
                </a:lnTo>
                <a:close/>
              </a:path>
            </a:pathLst>
          </a:custGeom>
          <a:solidFill>
            <a:srgbClr val="2121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799" name="contour_11797"/>
          <p:cNvSpPr/>
          <p:nvPr/>
        </p:nvSpPr>
        <p:spPr>
          <a:xfrm>
            <a:off x="8223941" y="2324869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51" y="621"/>
                </a:lnTo>
                <a:lnTo>
                  <a:pt x="2702" y="1247"/>
                </a:lnTo>
                <a:lnTo>
                  <a:pt x="4051" y="1874"/>
                </a:lnTo>
                <a:lnTo>
                  <a:pt x="5402" y="2506"/>
                </a:lnTo>
                <a:lnTo>
                  <a:pt x="6751" y="3143"/>
                </a:lnTo>
                <a:lnTo>
                  <a:pt x="8100" y="3780"/>
                </a:lnTo>
                <a:lnTo>
                  <a:pt x="9451" y="4423"/>
                </a:lnTo>
                <a:lnTo>
                  <a:pt x="10800" y="5065"/>
                </a:lnTo>
                <a:lnTo>
                  <a:pt x="11259" y="5270"/>
                </a:lnTo>
                <a:lnTo>
                  <a:pt x="12069" y="5643"/>
                </a:lnTo>
                <a:lnTo>
                  <a:pt x="13922" y="6485"/>
                </a:lnTo>
                <a:lnTo>
                  <a:pt x="14898" y="6955"/>
                </a:lnTo>
                <a:lnTo>
                  <a:pt x="15880" y="7430"/>
                </a:lnTo>
                <a:lnTo>
                  <a:pt x="16875" y="7911"/>
                </a:lnTo>
                <a:lnTo>
                  <a:pt x="18236" y="8548"/>
                </a:lnTo>
                <a:lnTo>
                  <a:pt x="19617" y="9196"/>
                </a:lnTo>
                <a:lnTo>
                  <a:pt x="20601" y="9990"/>
                </a:lnTo>
                <a:lnTo>
                  <a:pt x="21600" y="10800"/>
                </a:lnTo>
                <a:lnTo>
                  <a:pt x="21600" y="13478"/>
                </a:lnTo>
                <a:lnTo>
                  <a:pt x="21600" y="16200"/>
                </a:lnTo>
                <a:lnTo>
                  <a:pt x="20263" y="16535"/>
                </a:lnTo>
                <a:lnTo>
                  <a:pt x="18927" y="16870"/>
                </a:lnTo>
                <a:lnTo>
                  <a:pt x="17588" y="17204"/>
                </a:lnTo>
                <a:lnTo>
                  <a:pt x="16251" y="17539"/>
                </a:lnTo>
                <a:lnTo>
                  <a:pt x="14912" y="17874"/>
                </a:lnTo>
                <a:lnTo>
                  <a:pt x="13569" y="18209"/>
                </a:lnTo>
                <a:lnTo>
                  <a:pt x="12226" y="18544"/>
                </a:lnTo>
                <a:lnTo>
                  <a:pt x="10881" y="18878"/>
                </a:lnTo>
                <a:lnTo>
                  <a:pt x="9533" y="19219"/>
                </a:lnTo>
                <a:lnTo>
                  <a:pt x="8182" y="19553"/>
                </a:lnTo>
                <a:lnTo>
                  <a:pt x="6828" y="19894"/>
                </a:lnTo>
                <a:lnTo>
                  <a:pt x="5471" y="20234"/>
                </a:lnTo>
                <a:lnTo>
                  <a:pt x="4110" y="20574"/>
                </a:lnTo>
                <a:lnTo>
                  <a:pt x="2745" y="20914"/>
                </a:lnTo>
                <a:lnTo>
                  <a:pt x="1375" y="2125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F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0" name="contour_11798"/>
          <p:cNvSpPr/>
          <p:nvPr/>
        </p:nvSpPr>
        <p:spPr>
          <a:xfrm>
            <a:off x="1482549" y="2308981"/>
            <a:ext cx="51016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751"/>
                </a:moveTo>
                <a:lnTo>
                  <a:pt x="14731" y="250"/>
                </a:lnTo>
                <a:lnTo>
                  <a:pt x="16407" y="0"/>
                </a:lnTo>
                <a:lnTo>
                  <a:pt x="17814" y="0"/>
                </a:lnTo>
                <a:lnTo>
                  <a:pt x="19397" y="250"/>
                </a:lnTo>
                <a:lnTo>
                  <a:pt x="21600" y="751"/>
                </a:lnTo>
                <a:lnTo>
                  <a:pt x="21600" y="3699"/>
                </a:lnTo>
                <a:lnTo>
                  <a:pt x="21600" y="6651"/>
                </a:lnTo>
                <a:lnTo>
                  <a:pt x="21600" y="9612"/>
                </a:lnTo>
                <a:lnTo>
                  <a:pt x="21600" y="12585"/>
                </a:lnTo>
                <a:lnTo>
                  <a:pt x="21600" y="15570"/>
                </a:lnTo>
                <a:lnTo>
                  <a:pt x="21600" y="18573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833" y="20774"/>
                </a:lnTo>
                <a:lnTo>
                  <a:pt x="3672" y="19945"/>
                </a:lnTo>
                <a:lnTo>
                  <a:pt x="5517" y="19115"/>
                </a:lnTo>
                <a:lnTo>
                  <a:pt x="7378" y="18277"/>
                </a:lnTo>
                <a:lnTo>
                  <a:pt x="9257" y="17430"/>
                </a:lnTo>
                <a:lnTo>
                  <a:pt x="10149" y="14407"/>
                </a:lnTo>
                <a:lnTo>
                  <a:pt x="10550" y="12176"/>
                </a:lnTo>
                <a:lnTo>
                  <a:pt x="10800" y="8832"/>
                </a:lnTo>
                <a:lnTo>
                  <a:pt x="11235" y="5521"/>
                </a:lnTo>
                <a:lnTo>
                  <a:pt x="11636" y="3428"/>
                </a:lnTo>
                <a:lnTo>
                  <a:pt x="12343" y="751"/>
                </a:lnTo>
                <a:close/>
              </a:path>
            </a:pathLst>
          </a:custGeom>
          <a:solidFill>
            <a:srgbClr val="ACAD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1" name="contour_11799"/>
          <p:cNvSpPr/>
          <p:nvPr/>
        </p:nvSpPr>
        <p:spPr>
          <a:xfrm>
            <a:off x="1227469" y="2309987"/>
            <a:ext cx="51016" cy="36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0"/>
                </a:moveTo>
                <a:lnTo>
                  <a:pt x="21600" y="3209"/>
                </a:lnTo>
                <a:lnTo>
                  <a:pt x="21600" y="6242"/>
                </a:lnTo>
                <a:lnTo>
                  <a:pt x="21600" y="9283"/>
                </a:lnTo>
                <a:lnTo>
                  <a:pt x="21600" y="12338"/>
                </a:lnTo>
                <a:lnTo>
                  <a:pt x="21600" y="15405"/>
                </a:lnTo>
                <a:lnTo>
                  <a:pt x="21600" y="18490"/>
                </a:lnTo>
                <a:lnTo>
                  <a:pt x="21600" y="21600"/>
                </a:lnTo>
                <a:lnTo>
                  <a:pt x="19795" y="20996"/>
                </a:lnTo>
                <a:lnTo>
                  <a:pt x="17993" y="20379"/>
                </a:lnTo>
                <a:lnTo>
                  <a:pt x="16194" y="19758"/>
                </a:lnTo>
                <a:lnTo>
                  <a:pt x="14395" y="19128"/>
                </a:lnTo>
                <a:lnTo>
                  <a:pt x="12599" y="18494"/>
                </a:lnTo>
                <a:lnTo>
                  <a:pt x="10800" y="17851"/>
                </a:lnTo>
                <a:lnTo>
                  <a:pt x="9251" y="17346"/>
                </a:lnTo>
                <a:lnTo>
                  <a:pt x="7677" y="16832"/>
                </a:lnTo>
                <a:lnTo>
                  <a:pt x="5897" y="16159"/>
                </a:lnTo>
                <a:lnTo>
                  <a:pt x="4502" y="15542"/>
                </a:lnTo>
                <a:lnTo>
                  <a:pt x="2777" y="14617"/>
                </a:lnTo>
                <a:lnTo>
                  <a:pt x="0" y="13032"/>
                </a:lnTo>
                <a:lnTo>
                  <a:pt x="0" y="10200"/>
                </a:lnTo>
                <a:lnTo>
                  <a:pt x="0" y="7351"/>
                </a:lnTo>
                <a:lnTo>
                  <a:pt x="0" y="4464"/>
                </a:lnTo>
                <a:lnTo>
                  <a:pt x="2135" y="3127"/>
                </a:lnTo>
                <a:lnTo>
                  <a:pt x="4246" y="2073"/>
                </a:lnTo>
                <a:lnTo>
                  <a:pt x="6350" y="1277"/>
                </a:lnTo>
                <a:lnTo>
                  <a:pt x="8449" y="703"/>
                </a:lnTo>
                <a:lnTo>
                  <a:pt x="10559" y="317"/>
                </a:lnTo>
                <a:lnTo>
                  <a:pt x="12688" y="94"/>
                </a:lnTo>
                <a:lnTo>
                  <a:pt x="14845" y="0"/>
                </a:lnTo>
                <a:lnTo>
                  <a:pt x="17045" y="4"/>
                </a:lnTo>
                <a:lnTo>
                  <a:pt x="19292" y="77"/>
                </a:lnTo>
                <a:lnTo>
                  <a:pt x="21600" y="180"/>
                </a:lnTo>
                <a:close/>
              </a:path>
            </a:pathLst>
          </a:custGeom>
          <a:solidFill>
            <a:srgbClr val="1D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2" name="contour_11800"/>
          <p:cNvSpPr/>
          <p:nvPr/>
        </p:nvSpPr>
        <p:spPr>
          <a:xfrm>
            <a:off x="1097094" y="2315614"/>
            <a:ext cx="34968" cy="602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02" y="705"/>
                </a:moveTo>
                <a:lnTo>
                  <a:pt x="7352" y="235"/>
                </a:lnTo>
                <a:lnTo>
                  <a:pt x="9729" y="0"/>
                </a:lnTo>
                <a:lnTo>
                  <a:pt x="11781" y="0"/>
                </a:lnTo>
                <a:lnTo>
                  <a:pt x="14158" y="235"/>
                </a:lnTo>
                <a:lnTo>
                  <a:pt x="17508" y="705"/>
                </a:lnTo>
                <a:lnTo>
                  <a:pt x="19119" y="2372"/>
                </a:lnTo>
                <a:lnTo>
                  <a:pt x="20285" y="3986"/>
                </a:lnTo>
                <a:lnTo>
                  <a:pt x="21055" y="5566"/>
                </a:lnTo>
                <a:lnTo>
                  <a:pt x="21478" y="7136"/>
                </a:lnTo>
                <a:lnTo>
                  <a:pt x="21600" y="8713"/>
                </a:lnTo>
                <a:lnTo>
                  <a:pt x="21469" y="10325"/>
                </a:lnTo>
                <a:lnTo>
                  <a:pt x="21132" y="11988"/>
                </a:lnTo>
                <a:lnTo>
                  <a:pt x="20641" y="13728"/>
                </a:lnTo>
                <a:lnTo>
                  <a:pt x="20038" y="15561"/>
                </a:lnTo>
                <a:lnTo>
                  <a:pt x="19426" y="17074"/>
                </a:lnTo>
                <a:lnTo>
                  <a:pt x="18800" y="18586"/>
                </a:lnTo>
                <a:lnTo>
                  <a:pt x="18165" y="20093"/>
                </a:lnTo>
                <a:lnTo>
                  <a:pt x="17508" y="21600"/>
                </a:lnTo>
                <a:lnTo>
                  <a:pt x="15626" y="20404"/>
                </a:lnTo>
                <a:lnTo>
                  <a:pt x="13758" y="19202"/>
                </a:lnTo>
                <a:lnTo>
                  <a:pt x="11903" y="17993"/>
                </a:lnTo>
                <a:lnTo>
                  <a:pt x="10062" y="16781"/>
                </a:lnTo>
                <a:lnTo>
                  <a:pt x="8225" y="15561"/>
                </a:lnTo>
                <a:lnTo>
                  <a:pt x="6501" y="14438"/>
                </a:lnTo>
                <a:lnTo>
                  <a:pt x="4758" y="13307"/>
                </a:lnTo>
                <a:lnTo>
                  <a:pt x="2998" y="12163"/>
                </a:lnTo>
                <a:lnTo>
                  <a:pt x="1301" y="10361"/>
                </a:lnTo>
                <a:lnTo>
                  <a:pt x="338" y="9047"/>
                </a:lnTo>
                <a:lnTo>
                  <a:pt x="0" y="7843"/>
                </a:lnTo>
                <a:lnTo>
                  <a:pt x="185" y="6370"/>
                </a:lnTo>
                <a:lnTo>
                  <a:pt x="783" y="4244"/>
                </a:lnTo>
                <a:lnTo>
                  <a:pt x="1846" y="3074"/>
                </a:lnTo>
                <a:lnTo>
                  <a:pt x="2917" y="1899"/>
                </a:lnTo>
                <a:lnTo>
                  <a:pt x="4002" y="705"/>
                </a:lnTo>
                <a:close/>
              </a:path>
            </a:pathLst>
          </a:custGeom>
          <a:solidFill>
            <a:srgbClr val="7B7E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3" name="contour_11801"/>
          <p:cNvSpPr/>
          <p:nvPr/>
        </p:nvSpPr>
        <p:spPr>
          <a:xfrm>
            <a:off x="6751767" y="2303005"/>
            <a:ext cx="51016" cy="530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566" y="1741"/>
                </a:lnTo>
                <a:lnTo>
                  <a:pt x="8584" y="3049"/>
                </a:lnTo>
                <a:lnTo>
                  <a:pt x="9402" y="4171"/>
                </a:lnTo>
                <a:lnTo>
                  <a:pt x="10186" y="5357"/>
                </a:lnTo>
                <a:lnTo>
                  <a:pt x="11109" y="6849"/>
                </a:lnTo>
                <a:lnTo>
                  <a:pt x="12343" y="8899"/>
                </a:lnTo>
                <a:lnTo>
                  <a:pt x="11642" y="10975"/>
                </a:lnTo>
                <a:lnTo>
                  <a:pt x="11090" y="12283"/>
                </a:lnTo>
                <a:lnTo>
                  <a:pt x="10390" y="13384"/>
                </a:lnTo>
                <a:lnTo>
                  <a:pt x="9257" y="14831"/>
                </a:lnTo>
                <a:lnTo>
                  <a:pt x="11294" y="14831"/>
                </a:lnTo>
                <a:lnTo>
                  <a:pt x="13333" y="14831"/>
                </a:lnTo>
                <a:lnTo>
                  <a:pt x="15382" y="14831"/>
                </a:lnTo>
                <a:lnTo>
                  <a:pt x="17440" y="14831"/>
                </a:lnTo>
                <a:lnTo>
                  <a:pt x="19511" y="14831"/>
                </a:lnTo>
                <a:lnTo>
                  <a:pt x="21600" y="14831"/>
                </a:lnTo>
                <a:lnTo>
                  <a:pt x="21600" y="16792"/>
                </a:lnTo>
                <a:lnTo>
                  <a:pt x="21600" y="18764"/>
                </a:lnTo>
                <a:lnTo>
                  <a:pt x="21600" y="20764"/>
                </a:lnTo>
                <a:lnTo>
                  <a:pt x="19326" y="21114"/>
                </a:lnTo>
                <a:lnTo>
                  <a:pt x="17116" y="21383"/>
                </a:lnTo>
                <a:lnTo>
                  <a:pt x="14944" y="21556"/>
                </a:lnTo>
                <a:lnTo>
                  <a:pt x="12787" y="21600"/>
                </a:lnTo>
                <a:lnTo>
                  <a:pt x="10621" y="21499"/>
                </a:lnTo>
                <a:lnTo>
                  <a:pt x="8424" y="21226"/>
                </a:lnTo>
                <a:lnTo>
                  <a:pt x="6171" y="20764"/>
                </a:lnTo>
                <a:lnTo>
                  <a:pt x="4835" y="19064"/>
                </a:lnTo>
                <a:lnTo>
                  <a:pt x="3684" y="17349"/>
                </a:lnTo>
                <a:lnTo>
                  <a:pt x="2709" y="15605"/>
                </a:lnTo>
                <a:lnTo>
                  <a:pt x="1898" y="13820"/>
                </a:lnTo>
                <a:lnTo>
                  <a:pt x="1234" y="11972"/>
                </a:lnTo>
                <a:lnTo>
                  <a:pt x="704" y="10053"/>
                </a:lnTo>
                <a:lnTo>
                  <a:pt x="296" y="8044"/>
                </a:lnTo>
                <a:lnTo>
                  <a:pt x="0" y="5932"/>
                </a:lnTo>
                <a:lnTo>
                  <a:pt x="1614" y="3651"/>
                </a:lnTo>
                <a:lnTo>
                  <a:pt x="2796" y="2272"/>
                </a:lnTo>
                <a:lnTo>
                  <a:pt x="4123" y="1240"/>
                </a:lnTo>
                <a:lnTo>
                  <a:pt x="6171" y="0"/>
                </a:lnTo>
                <a:close/>
              </a:path>
            </a:pathLst>
          </a:custGeom>
          <a:solidFill>
            <a:srgbClr val="9787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4" name="contour_11802"/>
          <p:cNvSpPr/>
          <p:nvPr/>
        </p:nvSpPr>
        <p:spPr>
          <a:xfrm>
            <a:off x="10169835" y="2270785"/>
            <a:ext cx="72880" cy="39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1677"/>
                </a:moveTo>
                <a:lnTo>
                  <a:pt x="18088" y="4024"/>
                </a:lnTo>
                <a:lnTo>
                  <a:pt x="18794" y="6391"/>
                </a:lnTo>
                <a:lnTo>
                  <a:pt x="19410" y="8794"/>
                </a:lnTo>
                <a:lnTo>
                  <a:pt x="19950" y="11240"/>
                </a:lnTo>
                <a:lnTo>
                  <a:pt x="20425" y="13735"/>
                </a:lnTo>
                <a:lnTo>
                  <a:pt x="20850" y="16289"/>
                </a:lnTo>
                <a:lnTo>
                  <a:pt x="21237" y="18906"/>
                </a:lnTo>
                <a:lnTo>
                  <a:pt x="21600" y="21600"/>
                </a:lnTo>
                <a:lnTo>
                  <a:pt x="20317" y="21600"/>
                </a:lnTo>
                <a:lnTo>
                  <a:pt x="19030" y="21600"/>
                </a:lnTo>
                <a:lnTo>
                  <a:pt x="17738" y="21600"/>
                </a:lnTo>
                <a:lnTo>
                  <a:pt x="16435" y="21600"/>
                </a:lnTo>
                <a:lnTo>
                  <a:pt x="15120" y="21600"/>
                </a:lnTo>
                <a:lnTo>
                  <a:pt x="15120" y="19233"/>
                </a:lnTo>
                <a:lnTo>
                  <a:pt x="15120" y="16858"/>
                </a:lnTo>
                <a:lnTo>
                  <a:pt x="15120" y="14476"/>
                </a:lnTo>
                <a:lnTo>
                  <a:pt x="15120" y="12073"/>
                </a:lnTo>
                <a:lnTo>
                  <a:pt x="15120" y="9646"/>
                </a:lnTo>
                <a:lnTo>
                  <a:pt x="13623" y="9646"/>
                </a:lnTo>
                <a:lnTo>
                  <a:pt x="12124" y="9646"/>
                </a:lnTo>
                <a:lnTo>
                  <a:pt x="10625" y="9646"/>
                </a:lnTo>
                <a:lnTo>
                  <a:pt x="9124" y="9646"/>
                </a:lnTo>
                <a:lnTo>
                  <a:pt x="7616" y="9646"/>
                </a:lnTo>
                <a:lnTo>
                  <a:pt x="6106" y="9646"/>
                </a:lnTo>
                <a:lnTo>
                  <a:pt x="4590" y="9646"/>
                </a:lnTo>
                <a:lnTo>
                  <a:pt x="3067" y="9646"/>
                </a:lnTo>
                <a:lnTo>
                  <a:pt x="1538" y="9646"/>
                </a:lnTo>
                <a:lnTo>
                  <a:pt x="0" y="9646"/>
                </a:lnTo>
                <a:lnTo>
                  <a:pt x="1281" y="7750"/>
                </a:lnTo>
                <a:lnTo>
                  <a:pt x="2586" y="6017"/>
                </a:lnTo>
                <a:lnTo>
                  <a:pt x="3914" y="4467"/>
                </a:lnTo>
                <a:lnTo>
                  <a:pt x="5268" y="3116"/>
                </a:lnTo>
                <a:lnTo>
                  <a:pt x="6653" y="1984"/>
                </a:lnTo>
                <a:lnTo>
                  <a:pt x="8068" y="1092"/>
                </a:lnTo>
                <a:lnTo>
                  <a:pt x="9513" y="446"/>
                </a:lnTo>
                <a:lnTo>
                  <a:pt x="10992" y="80"/>
                </a:lnTo>
                <a:lnTo>
                  <a:pt x="12506" y="0"/>
                </a:lnTo>
                <a:lnTo>
                  <a:pt x="14057" y="227"/>
                </a:lnTo>
                <a:lnTo>
                  <a:pt x="15649" y="781"/>
                </a:lnTo>
                <a:lnTo>
                  <a:pt x="17280" y="1677"/>
                </a:lnTo>
                <a:close/>
              </a:path>
            </a:pathLst>
          </a:custGeom>
          <a:solidFill>
            <a:srgbClr val="A0A3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5" name="contour_11803"/>
          <p:cNvSpPr/>
          <p:nvPr/>
        </p:nvSpPr>
        <p:spPr>
          <a:xfrm>
            <a:off x="2138468" y="223741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762" y="652"/>
                </a:lnTo>
                <a:lnTo>
                  <a:pt x="10688" y="1175"/>
                </a:lnTo>
                <a:lnTo>
                  <a:pt x="12773" y="1680"/>
                </a:lnTo>
                <a:lnTo>
                  <a:pt x="14422" y="2294"/>
                </a:lnTo>
                <a:lnTo>
                  <a:pt x="16031" y="3132"/>
                </a:lnTo>
                <a:lnTo>
                  <a:pt x="18000" y="4320"/>
                </a:lnTo>
                <a:lnTo>
                  <a:pt x="19087" y="7180"/>
                </a:lnTo>
                <a:lnTo>
                  <a:pt x="19886" y="9932"/>
                </a:lnTo>
                <a:lnTo>
                  <a:pt x="20470" y="12662"/>
                </a:lnTo>
                <a:lnTo>
                  <a:pt x="20905" y="15461"/>
                </a:lnTo>
                <a:lnTo>
                  <a:pt x="21258" y="18408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403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6" name="contour_11804"/>
          <p:cNvSpPr/>
          <p:nvPr/>
        </p:nvSpPr>
        <p:spPr>
          <a:xfrm>
            <a:off x="4957791" y="2222837"/>
            <a:ext cx="5214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8" y="0"/>
                </a:moveTo>
                <a:lnTo>
                  <a:pt x="2409" y="248"/>
                </a:lnTo>
                <a:lnTo>
                  <a:pt x="4332" y="526"/>
                </a:lnTo>
                <a:lnTo>
                  <a:pt x="6237" y="842"/>
                </a:lnTo>
                <a:lnTo>
                  <a:pt x="8124" y="1217"/>
                </a:lnTo>
                <a:lnTo>
                  <a:pt x="9998" y="1667"/>
                </a:lnTo>
                <a:lnTo>
                  <a:pt x="11861" y="2203"/>
                </a:lnTo>
                <a:lnTo>
                  <a:pt x="13715" y="2840"/>
                </a:lnTo>
                <a:lnTo>
                  <a:pt x="15562" y="3600"/>
                </a:lnTo>
                <a:lnTo>
                  <a:pt x="15834" y="6170"/>
                </a:lnTo>
                <a:lnTo>
                  <a:pt x="15970" y="8017"/>
                </a:lnTo>
                <a:lnTo>
                  <a:pt x="15970" y="9659"/>
                </a:lnTo>
                <a:lnTo>
                  <a:pt x="15834" y="11614"/>
                </a:lnTo>
                <a:lnTo>
                  <a:pt x="15562" y="14400"/>
                </a:lnTo>
                <a:lnTo>
                  <a:pt x="17355" y="16920"/>
                </a:lnTo>
                <a:lnTo>
                  <a:pt x="18581" y="18508"/>
                </a:lnTo>
                <a:lnTo>
                  <a:pt x="19807" y="19843"/>
                </a:lnTo>
                <a:lnTo>
                  <a:pt x="21600" y="21600"/>
                </a:lnTo>
                <a:lnTo>
                  <a:pt x="19840" y="21092"/>
                </a:lnTo>
                <a:lnTo>
                  <a:pt x="18080" y="20578"/>
                </a:lnTo>
                <a:lnTo>
                  <a:pt x="16323" y="20056"/>
                </a:lnTo>
                <a:lnTo>
                  <a:pt x="14569" y="19526"/>
                </a:lnTo>
                <a:lnTo>
                  <a:pt x="12815" y="18983"/>
                </a:lnTo>
                <a:lnTo>
                  <a:pt x="11112" y="18497"/>
                </a:lnTo>
                <a:lnTo>
                  <a:pt x="9401" y="18050"/>
                </a:lnTo>
                <a:lnTo>
                  <a:pt x="7686" y="17636"/>
                </a:lnTo>
                <a:lnTo>
                  <a:pt x="5965" y="17248"/>
                </a:lnTo>
                <a:lnTo>
                  <a:pt x="4242" y="16877"/>
                </a:lnTo>
                <a:lnTo>
                  <a:pt x="2370" y="15649"/>
                </a:lnTo>
                <a:lnTo>
                  <a:pt x="468" y="14400"/>
                </a:lnTo>
                <a:lnTo>
                  <a:pt x="154" y="11930"/>
                </a:lnTo>
                <a:lnTo>
                  <a:pt x="9" y="9569"/>
                </a:lnTo>
                <a:lnTo>
                  <a:pt x="0" y="7258"/>
                </a:lnTo>
                <a:lnTo>
                  <a:pt x="97" y="4932"/>
                </a:lnTo>
                <a:lnTo>
                  <a:pt x="263" y="2534"/>
                </a:lnTo>
                <a:lnTo>
                  <a:pt x="468" y="0"/>
                </a:lnTo>
                <a:close/>
              </a:path>
            </a:pathLst>
          </a:custGeom>
          <a:solidFill>
            <a:srgbClr val="C8E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7" name="contour_11805"/>
          <p:cNvSpPr/>
          <p:nvPr/>
        </p:nvSpPr>
        <p:spPr>
          <a:xfrm>
            <a:off x="2275628" y="2171821"/>
            <a:ext cx="39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47" y="0"/>
                </a:moveTo>
                <a:lnTo>
                  <a:pt x="20807" y="2104"/>
                </a:lnTo>
                <a:lnTo>
                  <a:pt x="21118" y="4178"/>
                </a:lnTo>
                <a:lnTo>
                  <a:pt x="21371" y="6230"/>
                </a:lnTo>
                <a:lnTo>
                  <a:pt x="21537" y="8270"/>
                </a:lnTo>
                <a:lnTo>
                  <a:pt x="21600" y="10300"/>
                </a:lnTo>
                <a:lnTo>
                  <a:pt x="21545" y="12331"/>
                </a:lnTo>
                <a:lnTo>
                  <a:pt x="21347" y="14373"/>
                </a:lnTo>
                <a:lnTo>
                  <a:pt x="20988" y="16431"/>
                </a:lnTo>
                <a:lnTo>
                  <a:pt x="20447" y="18514"/>
                </a:lnTo>
                <a:lnTo>
                  <a:pt x="18063" y="19443"/>
                </a:lnTo>
                <a:lnTo>
                  <a:pt x="15687" y="20165"/>
                </a:lnTo>
                <a:lnTo>
                  <a:pt x="13303" y="20702"/>
                </a:lnTo>
                <a:lnTo>
                  <a:pt x="10895" y="21085"/>
                </a:lnTo>
                <a:lnTo>
                  <a:pt x="8447" y="21338"/>
                </a:lnTo>
                <a:lnTo>
                  <a:pt x="5941" y="21492"/>
                </a:lnTo>
                <a:lnTo>
                  <a:pt x="3367" y="21569"/>
                </a:lnTo>
                <a:lnTo>
                  <a:pt x="711" y="21600"/>
                </a:lnTo>
                <a:lnTo>
                  <a:pt x="237" y="19675"/>
                </a:lnTo>
                <a:lnTo>
                  <a:pt x="0" y="18230"/>
                </a:lnTo>
                <a:lnTo>
                  <a:pt x="0" y="16823"/>
                </a:lnTo>
                <a:lnTo>
                  <a:pt x="237" y="15009"/>
                </a:lnTo>
                <a:lnTo>
                  <a:pt x="711" y="12343"/>
                </a:lnTo>
                <a:lnTo>
                  <a:pt x="4409" y="8668"/>
                </a:lnTo>
                <a:lnTo>
                  <a:pt x="7354" y="5807"/>
                </a:lnTo>
                <a:lnTo>
                  <a:pt x="9707" y="3657"/>
                </a:lnTo>
                <a:lnTo>
                  <a:pt x="11625" y="2117"/>
                </a:lnTo>
                <a:lnTo>
                  <a:pt x="13275" y="1083"/>
                </a:lnTo>
                <a:lnTo>
                  <a:pt x="14822" y="457"/>
                </a:lnTo>
                <a:lnTo>
                  <a:pt x="16425" y="136"/>
                </a:lnTo>
                <a:lnTo>
                  <a:pt x="18245" y="15"/>
                </a:lnTo>
                <a:lnTo>
                  <a:pt x="20447" y="0"/>
                </a:lnTo>
                <a:close/>
              </a:path>
            </a:pathLst>
          </a:custGeom>
          <a:solidFill>
            <a:srgbClr val="1616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8" name="contour_11806"/>
          <p:cNvSpPr/>
          <p:nvPr/>
        </p:nvSpPr>
        <p:spPr>
          <a:xfrm>
            <a:off x="7014135" y="2200973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32"/>
                </a:lnTo>
                <a:lnTo>
                  <a:pt x="2341" y="446"/>
                </a:lnTo>
                <a:lnTo>
                  <a:pt x="3646" y="699"/>
                </a:lnTo>
                <a:lnTo>
                  <a:pt x="5374" y="1029"/>
                </a:lnTo>
                <a:lnTo>
                  <a:pt x="7780" y="1488"/>
                </a:lnTo>
                <a:lnTo>
                  <a:pt x="11115" y="2129"/>
                </a:lnTo>
                <a:lnTo>
                  <a:pt x="15638" y="2993"/>
                </a:lnTo>
                <a:lnTo>
                  <a:pt x="21600" y="4134"/>
                </a:lnTo>
                <a:lnTo>
                  <a:pt x="20948" y="9066"/>
                </a:lnTo>
                <a:lnTo>
                  <a:pt x="20425" y="12514"/>
                </a:lnTo>
                <a:lnTo>
                  <a:pt x="19920" y="14940"/>
                </a:lnTo>
                <a:lnTo>
                  <a:pt x="19306" y="16805"/>
                </a:lnTo>
                <a:lnTo>
                  <a:pt x="18468" y="18557"/>
                </a:lnTo>
                <a:lnTo>
                  <a:pt x="17280" y="20670"/>
                </a:lnTo>
                <a:lnTo>
                  <a:pt x="14282" y="21302"/>
                </a:lnTo>
                <a:lnTo>
                  <a:pt x="11478" y="21588"/>
                </a:lnTo>
                <a:lnTo>
                  <a:pt x="8761" y="21600"/>
                </a:lnTo>
                <a:lnTo>
                  <a:pt x="6018" y="21402"/>
                </a:lnTo>
                <a:lnTo>
                  <a:pt x="3132" y="21067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C5B5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09" name="contour_11807"/>
          <p:cNvSpPr/>
          <p:nvPr/>
        </p:nvSpPr>
        <p:spPr>
          <a:xfrm>
            <a:off x="8675797" y="2171821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565" y="1426"/>
                </a:lnTo>
                <a:lnTo>
                  <a:pt x="17850" y="2851"/>
                </a:lnTo>
                <a:lnTo>
                  <a:pt x="18135" y="4279"/>
                </a:lnTo>
                <a:lnTo>
                  <a:pt x="18420" y="5707"/>
                </a:lnTo>
                <a:lnTo>
                  <a:pt x="18706" y="7137"/>
                </a:lnTo>
                <a:lnTo>
                  <a:pt x="18995" y="8567"/>
                </a:lnTo>
                <a:lnTo>
                  <a:pt x="19280" y="10001"/>
                </a:lnTo>
                <a:lnTo>
                  <a:pt x="19570" y="11437"/>
                </a:lnTo>
                <a:lnTo>
                  <a:pt x="19855" y="12878"/>
                </a:lnTo>
                <a:lnTo>
                  <a:pt x="20144" y="14321"/>
                </a:lnTo>
                <a:lnTo>
                  <a:pt x="20434" y="15766"/>
                </a:lnTo>
                <a:lnTo>
                  <a:pt x="20723" y="17217"/>
                </a:lnTo>
                <a:lnTo>
                  <a:pt x="21017" y="18673"/>
                </a:lnTo>
                <a:lnTo>
                  <a:pt x="21306" y="20133"/>
                </a:lnTo>
                <a:lnTo>
                  <a:pt x="21600" y="21600"/>
                </a:lnTo>
                <a:lnTo>
                  <a:pt x="18744" y="21600"/>
                </a:lnTo>
                <a:lnTo>
                  <a:pt x="15872" y="21600"/>
                </a:lnTo>
                <a:lnTo>
                  <a:pt x="12960" y="21600"/>
                </a:lnTo>
                <a:lnTo>
                  <a:pt x="13228" y="20574"/>
                </a:lnTo>
                <a:lnTo>
                  <a:pt x="13500" y="19542"/>
                </a:lnTo>
                <a:lnTo>
                  <a:pt x="13772" y="18494"/>
                </a:lnTo>
                <a:lnTo>
                  <a:pt x="13504" y="17379"/>
                </a:lnTo>
                <a:lnTo>
                  <a:pt x="13232" y="16258"/>
                </a:lnTo>
                <a:lnTo>
                  <a:pt x="12960" y="15120"/>
                </a:lnTo>
                <a:lnTo>
                  <a:pt x="9746" y="14390"/>
                </a:lnTo>
                <a:lnTo>
                  <a:pt x="7465" y="13913"/>
                </a:lnTo>
                <a:lnTo>
                  <a:pt x="5495" y="13584"/>
                </a:lnTo>
                <a:lnTo>
                  <a:pt x="3214" y="13301"/>
                </a:lnTo>
                <a:lnTo>
                  <a:pt x="0" y="12960"/>
                </a:lnTo>
                <a:lnTo>
                  <a:pt x="855" y="11677"/>
                </a:lnTo>
                <a:lnTo>
                  <a:pt x="1715" y="10390"/>
                </a:lnTo>
                <a:lnTo>
                  <a:pt x="2575" y="9098"/>
                </a:lnTo>
                <a:lnTo>
                  <a:pt x="3443" y="7795"/>
                </a:lnTo>
                <a:lnTo>
                  <a:pt x="4320" y="6480"/>
                </a:lnTo>
                <a:lnTo>
                  <a:pt x="6458" y="7016"/>
                </a:lnTo>
                <a:lnTo>
                  <a:pt x="8610" y="7551"/>
                </a:lnTo>
                <a:lnTo>
                  <a:pt x="10770" y="8094"/>
                </a:lnTo>
                <a:lnTo>
                  <a:pt x="12960" y="8640"/>
                </a:lnTo>
                <a:lnTo>
                  <a:pt x="12960" y="7214"/>
                </a:lnTo>
                <a:lnTo>
                  <a:pt x="12960" y="5787"/>
                </a:lnTo>
                <a:lnTo>
                  <a:pt x="12960" y="4352"/>
                </a:lnTo>
                <a:lnTo>
                  <a:pt x="12960" y="2912"/>
                </a:lnTo>
                <a:lnTo>
                  <a:pt x="12960" y="1462"/>
                </a:lnTo>
                <a:lnTo>
                  <a:pt x="12960" y="0"/>
                </a:lnTo>
                <a:close/>
              </a:path>
            </a:pathLst>
          </a:custGeom>
          <a:solidFill>
            <a:srgbClr val="D2E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0" name="contour_11808"/>
          <p:cNvSpPr/>
          <p:nvPr/>
        </p:nvSpPr>
        <p:spPr>
          <a:xfrm>
            <a:off x="2189484" y="2178650"/>
            <a:ext cx="58304" cy="368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269"/>
                </a:moveTo>
                <a:lnTo>
                  <a:pt x="16200" y="3089"/>
                </a:lnTo>
                <a:lnTo>
                  <a:pt x="16200" y="5926"/>
                </a:lnTo>
                <a:lnTo>
                  <a:pt x="16200" y="8801"/>
                </a:lnTo>
                <a:lnTo>
                  <a:pt x="17539" y="9859"/>
                </a:lnTo>
                <a:lnTo>
                  <a:pt x="18900" y="10934"/>
                </a:lnTo>
                <a:lnTo>
                  <a:pt x="20239" y="11992"/>
                </a:lnTo>
                <a:lnTo>
                  <a:pt x="21600" y="13068"/>
                </a:lnTo>
                <a:lnTo>
                  <a:pt x="21600" y="15887"/>
                </a:lnTo>
                <a:lnTo>
                  <a:pt x="21600" y="18725"/>
                </a:lnTo>
                <a:lnTo>
                  <a:pt x="21600" y="21600"/>
                </a:lnTo>
                <a:lnTo>
                  <a:pt x="20045" y="20866"/>
                </a:lnTo>
                <a:lnTo>
                  <a:pt x="18490" y="20128"/>
                </a:lnTo>
                <a:lnTo>
                  <a:pt x="16940" y="19382"/>
                </a:lnTo>
                <a:lnTo>
                  <a:pt x="15387" y="18626"/>
                </a:lnTo>
                <a:lnTo>
                  <a:pt x="13838" y="17867"/>
                </a:lnTo>
                <a:lnTo>
                  <a:pt x="13195" y="17560"/>
                </a:lnTo>
                <a:lnTo>
                  <a:pt x="12064" y="17014"/>
                </a:lnTo>
                <a:lnTo>
                  <a:pt x="9472" y="15768"/>
                </a:lnTo>
                <a:lnTo>
                  <a:pt x="7765" y="14544"/>
                </a:lnTo>
                <a:lnTo>
                  <a:pt x="6259" y="13264"/>
                </a:lnTo>
                <a:lnTo>
                  <a:pt x="4900" y="11881"/>
                </a:lnTo>
                <a:lnTo>
                  <a:pt x="3645" y="10363"/>
                </a:lnTo>
                <a:lnTo>
                  <a:pt x="2441" y="8656"/>
                </a:lnTo>
                <a:lnTo>
                  <a:pt x="1242" y="6728"/>
                </a:lnTo>
                <a:lnTo>
                  <a:pt x="0" y="4535"/>
                </a:lnTo>
                <a:lnTo>
                  <a:pt x="1741" y="2918"/>
                </a:lnTo>
                <a:lnTo>
                  <a:pt x="3464" y="1724"/>
                </a:lnTo>
                <a:lnTo>
                  <a:pt x="5181" y="892"/>
                </a:lnTo>
                <a:lnTo>
                  <a:pt x="6912" y="367"/>
                </a:lnTo>
                <a:lnTo>
                  <a:pt x="8664" y="90"/>
                </a:lnTo>
                <a:lnTo>
                  <a:pt x="10454" y="0"/>
                </a:lnTo>
                <a:lnTo>
                  <a:pt x="12299" y="38"/>
                </a:lnTo>
                <a:lnTo>
                  <a:pt x="14207" y="149"/>
                </a:lnTo>
                <a:lnTo>
                  <a:pt x="16200" y="269"/>
                </a:lnTo>
                <a:close/>
              </a:path>
            </a:pathLst>
          </a:custGeom>
          <a:solidFill>
            <a:srgbClr val="2829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1" name="contour_11809"/>
          <p:cNvSpPr/>
          <p:nvPr/>
        </p:nvSpPr>
        <p:spPr>
          <a:xfrm>
            <a:off x="5549248" y="215724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007" y="660"/>
                </a:lnTo>
                <a:lnTo>
                  <a:pt x="10811" y="1330"/>
                </a:lnTo>
                <a:lnTo>
                  <a:pt x="12607" y="2012"/>
                </a:lnTo>
                <a:lnTo>
                  <a:pt x="14400" y="2700"/>
                </a:lnTo>
                <a:lnTo>
                  <a:pt x="16409" y="3453"/>
                </a:lnTo>
                <a:lnTo>
                  <a:pt x="18450" y="4218"/>
                </a:lnTo>
                <a:lnTo>
                  <a:pt x="20012" y="5187"/>
                </a:lnTo>
                <a:lnTo>
                  <a:pt x="21600" y="6171"/>
                </a:lnTo>
                <a:lnTo>
                  <a:pt x="21600" y="8211"/>
                </a:lnTo>
                <a:lnTo>
                  <a:pt x="21600" y="10263"/>
                </a:lnTo>
                <a:lnTo>
                  <a:pt x="21600" y="12343"/>
                </a:lnTo>
                <a:lnTo>
                  <a:pt x="19454" y="12997"/>
                </a:lnTo>
                <a:lnTo>
                  <a:pt x="17302" y="13633"/>
                </a:lnTo>
                <a:lnTo>
                  <a:pt x="15142" y="14250"/>
                </a:lnTo>
                <a:lnTo>
                  <a:pt x="12974" y="14848"/>
                </a:lnTo>
                <a:lnTo>
                  <a:pt x="10800" y="15429"/>
                </a:lnTo>
                <a:lnTo>
                  <a:pt x="8284" y="17369"/>
                </a:lnTo>
                <a:lnTo>
                  <a:pt x="6692" y="18656"/>
                </a:lnTo>
                <a:lnTo>
                  <a:pt x="5357" y="19875"/>
                </a:lnTo>
                <a:lnTo>
                  <a:pt x="3600" y="21600"/>
                </a:lnTo>
                <a:lnTo>
                  <a:pt x="2491" y="19675"/>
                </a:lnTo>
                <a:lnTo>
                  <a:pt x="1750" y="18230"/>
                </a:lnTo>
                <a:lnTo>
                  <a:pt x="1202" y="16823"/>
                </a:lnTo>
                <a:lnTo>
                  <a:pt x="677" y="15009"/>
                </a:lnTo>
                <a:lnTo>
                  <a:pt x="0" y="12343"/>
                </a:lnTo>
                <a:lnTo>
                  <a:pt x="817" y="10473"/>
                </a:lnTo>
                <a:lnTo>
                  <a:pt x="1714" y="8655"/>
                </a:lnTo>
                <a:lnTo>
                  <a:pt x="2689" y="6881"/>
                </a:lnTo>
                <a:lnTo>
                  <a:pt x="3733" y="5138"/>
                </a:lnTo>
                <a:lnTo>
                  <a:pt x="4835" y="3419"/>
                </a:lnTo>
                <a:lnTo>
                  <a:pt x="5994" y="1709"/>
                </a:lnTo>
                <a:lnTo>
                  <a:pt x="7200" y="0"/>
                </a:lnTo>
                <a:close/>
              </a:path>
            </a:pathLst>
          </a:custGeom>
          <a:solidFill>
            <a:srgbClr val="9D8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2" name="contour_11810"/>
          <p:cNvSpPr/>
          <p:nvPr/>
        </p:nvSpPr>
        <p:spPr>
          <a:xfrm>
            <a:off x="571550" y="2158105"/>
            <a:ext cx="43728" cy="385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1050"/>
                </a:moveTo>
                <a:lnTo>
                  <a:pt x="17078" y="1892"/>
                </a:lnTo>
                <a:lnTo>
                  <a:pt x="19325" y="2745"/>
                </a:lnTo>
                <a:lnTo>
                  <a:pt x="21600" y="3603"/>
                </a:lnTo>
                <a:lnTo>
                  <a:pt x="21344" y="6496"/>
                </a:lnTo>
                <a:lnTo>
                  <a:pt x="21013" y="9294"/>
                </a:lnTo>
                <a:lnTo>
                  <a:pt x="20560" y="12015"/>
                </a:lnTo>
                <a:lnTo>
                  <a:pt x="19937" y="14683"/>
                </a:lnTo>
                <a:lnTo>
                  <a:pt x="19098" y="17318"/>
                </a:lnTo>
                <a:lnTo>
                  <a:pt x="18000" y="19945"/>
                </a:lnTo>
                <a:lnTo>
                  <a:pt x="15520" y="20897"/>
                </a:lnTo>
                <a:lnTo>
                  <a:pt x="13144" y="21445"/>
                </a:lnTo>
                <a:lnTo>
                  <a:pt x="10818" y="21600"/>
                </a:lnTo>
                <a:lnTo>
                  <a:pt x="8489" y="21392"/>
                </a:lnTo>
                <a:lnTo>
                  <a:pt x="6098" y="20832"/>
                </a:lnTo>
                <a:lnTo>
                  <a:pt x="3600" y="19945"/>
                </a:lnTo>
                <a:lnTo>
                  <a:pt x="2059" y="17151"/>
                </a:lnTo>
                <a:lnTo>
                  <a:pt x="1102" y="15116"/>
                </a:lnTo>
                <a:lnTo>
                  <a:pt x="554" y="13253"/>
                </a:lnTo>
                <a:lnTo>
                  <a:pt x="245" y="10974"/>
                </a:lnTo>
                <a:lnTo>
                  <a:pt x="0" y="7689"/>
                </a:lnTo>
                <a:lnTo>
                  <a:pt x="1681" y="4625"/>
                </a:lnTo>
                <a:lnTo>
                  <a:pt x="3370" y="2415"/>
                </a:lnTo>
                <a:lnTo>
                  <a:pt x="5148" y="964"/>
                </a:lnTo>
                <a:lnTo>
                  <a:pt x="7103" y="188"/>
                </a:lnTo>
                <a:lnTo>
                  <a:pt x="9317" y="0"/>
                </a:lnTo>
                <a:lnTo>
                  <a:pt x="11869" y="319"/>
                </a:lnTo>
                <a:lnTo>
                  <a:pt x="14850" y="1050"/>
                </a:lnTo>
                <a:close/>
              </a:path>
            </a:pathLst>
          </a:custGeom>
          <a:solidFill>
            <a:srgbClr val="E9CB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3" name="contour_11811"/>
          <p:cNvSpPr/>
          <p:nvPr/>
        </p:nvSpPr>
        <p:spPr>
          <a:xfrm>
            <a:off x="4507065" y="2149957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184" y="891"/>
                </a:lnTo>
                <a:lnTo>
                  <a:pt x="12770" y="1782"/>
                </a:lnTo>
                <a:lnTo>
                  <a:pt x="14364" y="2678"/>
                </a:lnTo>
                <a:lnTo>
                  <a:pt x="15965" y="3580"/>
                </a:lnTo>
                <a:lnTo>
                  <a:pt x="17575" y="4487"/>
                </a:lnTo>
                <a:lnTo>
                  <a:pt x="19200" y="5400"/>
                </a:lnTo>
                <a:lnTo>
                  <a:pt x="18605" y="8073"/>
                </a:lnTo>
                <a:lnTo>
                  <a:pt x="18010" y="10762"/>
                </a:lnTo>
                <a:lnTo>
                  <a:pt x="17407" y="13462"/>
                </a:lnTo>
                <a:lnTo>
                  <a:pt x="16800" y="16200"/>
                </a:lnTo>
                <a:lnTo>
                  <a:pt x="17988" y="17539"/>
                </a:lnTo>
                <a:lnTo>
                  <a:pt x="19181" y="18878"/>
                </a:lnTo>
                <a:lnTo>
                  <a:pt x="20383" y="20234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1426" y="20531"/>
                </a:lnTo>
                <a:lnTo>
                  <a:pt x="2856" y="19456"/>
                </a:lnTo>
                <a:lnTo>
                  <a:pt x="4291" y="18382"/>
                </a:lnTo>
                <a:lnTo>
                  <a:pt x="5738" y="17296"/>
                </a:lnTo>
                <a:lnTo>
                  <a:pt x="7200" y="16200"/>
                </a:lnTo>
                <a:lnTo>
                  <a:pt x="8011" y="12020"/>
                </a:lnTo>
                <a:lnTo>
                  <a:pt x="8542" y="9088"/>
                </a:lnTo>
                <a:lnTo>
                  <a:pt x="8906" y="6626"/>
                </a:lnTo>
                <a:lnTo>
                  <a:pt x="9221" y="3856"/>
                </a:lnTo>
                <a:lnTo>
                  <a:pt x="9600" y="0"/>
                </a:lnTo>
                <a:close/>
              </a:path>
            </a:pathLst>
          </a:custGeom>
          <a:solidFill>
            <a:srgbClr val="B6D0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4" name="contour_11812"/>
          <p:cNvSpPr/>
          <p:nvPr/>
        </p:nvSpPr>
        <p:spPr>
          <a:xfrm>
            <a:off x="870358" y="2128094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2" y="1339"/>
                </a:lnTo>
                <a:lnTo>
                  <a:pt x="1012" y="2700"/>
                </a:lnTo>
                <a:lnTo>
                  <a:pt x="1850" y="4039"/>
                </a:lnTo>
                <a:lnTo>
                  <a:pt x="2700" y="5400"/>
                </a:lnTo>
                <a:lnTo>
                  <a:pt x="4485" y="5400"/>
                </a:lnTo>
                <a:lnTo>
                  <a:pt x="6280" y="5400"/>
                </a:lnTo>
                <a:lnTo>
                  <a:pt x="8100" y="5400"/>
                </a:lnTo>
                <a:lnTo>
                  <a:pt x="8100" y="7185"/>
                </a:lnTo>
                <a:lnTo>
                  <a:pt x="8100" y="8980"/>
                </a:lnTo>
                <a:lnTo>
                  <a:pt x="8100" y="10800"/>
                </a:lnTo>
                <a:lnTo>
                  <a:pt x="9885" y="10800"/>
                </a:lnTo>
                <a:lnTo>
                  <a:pt x="11680" y="10800"/>
                </a:lnTo>
                <a:lnTo>
                  <a:pt x="13500" y="10800"/>
                </a:lnTo>
                <a:lnTo>
                  <a:pt x="14863" y="12212"/>
                </a:lnTo>
                <a:lnTo>
                  <a:pt x="15773" y="13246"/>
                </a:lnTo>
                <a:lnTo>
                  <a:pt x="16646" y="14407"/>
                </a:lnTo>
                <a:lnTo>
                  <a:pt x="17888" y="16200"/>
                </a:lnTo>
                <a:lnTo>
                  <a:pt x="18943" y="17707"/>
                </a:lnTo>
                <a:lnTo>
                  <a:pt x="20018" y="19238"/>
                </a:lnTo>
                <a:lnTo>
                  <a:pt x="20803" y="20409"/>
                </a:lnTo>
                <a:lnTo>
                  <a:pt x="21600" y="21600"/>
                </a:lnTo>
                <a:lnTo>
                  <a:pt x="19867" y="21406"/>
                </a:lnTo>
                <a:lnTo>
                  <a:pt x="18149" y="21192"/>
                </a:lnTo>
                <a:lnTo>
                  <a:pt x="16448" y="20947"/>
                </a:lnTo>
                <a:lnTo>
                  <a:pt x="14761" y="20660"/>
                </a:lnTo>
                <a:lnTo>
                  <a:pt x="13084" y="20323"/>
                </a:lnTo>
                <a:lnTo>
                  <a:pt x="11418" y="19923"/>
                </a:lnTo>
                <a:lnTo>
                  <a:pt x="9758" y="19453"/>
                </a:lnTo>
                <a:lnTo>
                  <a:pt x="8100" y="18900"/>
                </a:lnTo>
                <a:lnTo>
                  <a:pt x="7187" y="16810"/>
                </a:lnTo>
                <a:lnTo>
                  <a:pt x="6591" y="15344"/>
                </a:lnTo>
                <a:lnTo>
                  <a:pt x="6180" y="14113"/>
                </a:lnTo>
                <a:lnTo>
                  <a:pt x="5827" y="12728"/>
                </a:lnTo>
                <a:lnTo>
                  <a:pt x="5400" y="10800"/>
                </a:lnTo>
                <a:lnTo>
                  <a:pt x="3615" y="10800"/>
                </a:lnTo>
                <a:lnTo>
                  <a:pt x="1820" y="10800"/>
                </a:lnTo>
                <a:lnTo>
                  <a:pt x="0" y="10800"/>
                </a:lnTo>
                <a:lnTo>
                  <a:pt x="0" y="9018"/>
                </a:lnTo>
                <a:lnTo>
                  <a:pt x="0" y="7233"/>
                </a:lnTo>
                <a:lnTo>
                  <a:pt x="0" y="5440"/>
                </a:lnTo>
                <a:lnTo>
                  <a:pt x="0" y="3640"/>
                </a:lnTo>
                <a:lnTo>
                  <a:pt x="0" y="1828"/>
                </a:lnTo>
                <a:lnTo>
                  <a:pt x="0" y="0"/>
                </a:lnTo>
                <a:close/>
              </a:path>
            </a:pathLst>
          </a:custGeom>
          <a:solidFill>
            <a:srgbClr val="1F1F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5" name="contour_11813"/>
          <p:cNvSpPr/>
          <p:nvPr/>
        </p:nvSpPr>
        <p:spPr>
          <a:xfrm>
            <a:off x="10053227" y="2157245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98" y="194"/>
                </a:lnTo>
                <a:lnTo>
                  <a:pt x="2793" y="402"/>
                </a:lnTo>
                <a:lnTo>
                  <a:pt x="4188" y="622"/>
                </a:lnTo>
                <a:lnTo>
                  <a:pt x="5581" y="855"/>
                </a:lnTo>
                <a:lnTo>
                  <a:pt x="6975" y="1097"/>
                </a:lnTo>
                <a:lnTo>
                  <a:pt x="8370" y="1348"/>
                </a:lnTo>
                <a:lnTo>
                  <a:pt x="8964" y="1426"/>
                </a:lnTo>
                <a:lnTo>
                  <a:pt x="10757" y="1646"/>
                </a:lnTo>
                <a:lnTo>
                  <a:pt x="12122" y="1944"/>
                </a:lnTo>
                <a:lnTo>
                  <a:pt x="13429" y="2316"/>
                </a:lnTo>
                <a:lnTo>
                  <a:pt x="14705" y="2804"/>
                </a:lnTo>
                <a:lnTo>
                  <a:pt x="15980" y="3456"/>
                </a:lnTo>
                <a:lnTo>
                  <a:pt x="17280" y="4320"/>
                </a:lnTo>
                <a:lnTo>
                  <a:pt x="18431" y="7158"/>
                </a:lnTo>
                <a:lnTo>
                  <a:pt x="19252" y="9245"/>
                </a:lnTo>
                <a:lnTo>
                  <a:pt x="19859" y="10938"/>
                </a:lnTo>
                <a:lnTo>
                  <a:pt x="20371" y="12606"/>
                </a:lnTo>
                <a:lnTo>
                  <a:pt x="20913" y="14597"/>
                </a:lnTo>
                <a:lnTo>
                  <a:pt x="21600" y="17280"/>
                </a:lnTo>
                <a:lnTo>
                  <a:pt x="20317" y="18135"/>
                </a:lnTo>
                <a:lnTo>
                  <a:pt x="19030" y="18995"/>
                </a:lnTo>
                <a:lnTo>
                  <a:pt x="17738" y="19855"/>
                </a:lnTo>
                <a:lnTo>
                  <a:pt x="16435" y="20723"/>
                </a:lnTo>
                <a:lnTo>
                  <a:pt x="15120" y="21600"/>
                </a:lnTo>
                <a:lnTo>
                  <a:pt x="14954" y="20533"/>
                </a:lnTo>
                <a:lnTo>
                  <a:pt x="14453" y="17315"/>
                </a:lnTo>
                <a:lnTo>
                  <a:pt x="13712" y="15155"/>
                </a:lnTo>
                <a:lnTo>
                  <a:pt x="12960" y="12960"/>
                </a:lnTo>
                <a:lnTo>
                  <a:pt x="11446" y="12550"/>
                </a:lnTo>
                <a:lnTo>
                  <a:pt x="10344" y="12321"/>
                </a:lnTo>
                <a:lnTo>
                  <a:pt x="9338" y="12239"/>
                </a:lnTo>
                <a:lnTo>
                  <a:pt x="8111" y="12277"/>
                </a:lnTo>
                <a:lnTo>
                  <a:pt x="6346" y="12420"/>
                </a:lnTo>
                <a:lnTo>
                  <a:pt x="5819" y="12455"/>
                </a:lnTo>
                <a:lnTo>
                  <a:pt x="4888" y="12515"/>
                </a:lnTo>
                <a:lnTo>
                  <a:pt x="2758" y="12658"/>
                </a:lnTo>
                <a:lnTo>
                  <a:pt x="1389" y="12809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5A5C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6" name="contour_11814"/>
          <p:cNvSpPr/>
          <p:nvPr/>
        </p:nvSpPr>
        <p:spPr>
          <a:xfrm>
            <a:off x="8289533" y="2142670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95" y="868"/>
                </a:lnTo>
                <a:lnTo>
                  <a:pt x="5358" y="1758"/>
                </a:lnTo>
                <a:lnTo>
                  <a:pt x="7987" y="2696"/>
                </a:lnTo>
                <a:lnTo>
                  <a:pt x="10587" y="3694"/>
                </a:lnTo>
                <a:lnTo>
                  <a:pt x="13154" y="4769"/>
                </a:lnTo>
                <a:lnTo>
                  <a:pt x="15693" y="5940"/>
                </a:lnTo>
                <a:lnTo>
                  <a:pt x="18198" y="7223"/>
                </a:lnTo>
                <a:lnTo>
                  <a:pt x="20670" y="8640"/>
                </a:lnTo>
                <a:lnTo>
                  <a:pt x="212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290" y="18645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906C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7" name="contour_11815"/>
          <p:cNvSpPr/>
          <p:nvPr/>
        </p:nvSpPr>
        <p:spPr>
          <a:xfrm>
            <a:off x="4011482" y="2142670"/>
            <a:ext cx="7288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37" y="268"/>
                </a:lnTo>
                <a:lnTo>
                  <a:pt x="13474" y="536"/>
                </a:lnTo>
                <a:lnTo>
                  <a:pt x="14815" y="804"/>
                </a:lnTo>
                <a:lnTo>
                  <a:pt x="16159" y="1071"/>
                </a:lnTo>
                <a:lnTo>
                  <a:pt x="17509" y="1341"/>
                </a:lnTo>
                <a:lnTo>
                  <a:pt x="18865" y="1614"/>
                </a:lnTo>
                <a:lnTo>
                  <a:pt x="20228" y="1886"/>
                </a:lnTo>
                <a:lnTo>
                  <a:pt x="21600" y="2160"/>
                </a:lnTo>
                <a:lnTo>
                  <a:pt x="20578" y="3030"/>
                </a:lnTo>
                <a:lnTo>
                  <a:pt x="19554" y="3897"/>
                </a:lnTo>
                <a:lnTo>
                  <a:pt x="18528" y="4761"/>
                </a:lnTo>
                <a:lnTo>
                  <a:pt x="17500" y="5620"/>
                </a:lnTo>
                <a:lnTo>
                  <a:pt x="16470" y="6480"/>
                </a:lnTo>
                <a:lnTo>
                  <a:pt x="15517" y="7284"/>
                </a:lnTo>
                <a:lnTo>
                  <a:pt x="14556" y="8091"/>
                </a:lnTo>
                <a:lnTo>
                  <a:pt x="13584" y="8910"/>
                </a:lnTo>
                <a:lnTo>
                  <a:pt x="12191" y="9832"/>
                </a:lnTo>
                <a:lnTo>
                  <a:pt x="11124" y="10392"/>
                </a:lnTo>
                <a:lnTo>
                  <a:pt x="10044" y="10679"/>
                </a:lnTo>
                <a:lnTo>
                  <a:pt x="8610" y="10785"/>
                </a:lnTo>
                <a:lnTo>
                  <a:pt x="6480" y="10800"/>
                </a:lnTo>
                <a:lnTo>
                  <a:pt x="5955" y="12213"/>
                </a:lnTo>
                <a:lnTo>
                  <a:pt x="5640" y="13247"/>
                </a:lnTo>
                <a:lnTo>
                  <a:pt x="5406" y="14407"/>
                </a:lnTo>
                <a:lnTo>
                  <a:pt x="5130" y="16200"/>
                </a:lnTo>
                <a:lnTo>
                  <a:pt x="4886" y="17708"/>
                </a:lnTo>
                <a:lnTo>
                  <a:pt x="4640" y="19237"/>
                </a:lnTo>
                <a:lnTo>
                  <a:pt x="4480" y="20410"/>
                </a:lnTo>
                <a:lnTo>
                  <a:pt x="4320" y="21600"/>
                </a:lnTo>
                <a:lnTo>
                  <a:pt x="3709" y="20377"/>
                </a:lnTo>
                <a:lnTo>
                  <a:pt x="3097" y="19155"/>
                </a:lnTo>
                <a:lnTo>
                  <a:pt x="2484" y="17928"/>
                </a:lnTo>
                <a:lnTo>
                  <a:pt x="1868" y="16697"/>
                </a:lnTo>
                <a:lnTo>
                  <a:pt x="1248" y="15459"/>
                </a:lnTo>
                <a:lnTo>
                  <a:pt x="626" y="14215"/>
                </a:lnTo>
                <a:lnTo>
                  <a:pt x="0" y="12960"/>
                </a:lnTo>
                <a:lnTo>
                  <a:pt x="1428" y="12960"/>
                </a:lnTo>
                <a:lnTo>
                  <a:pt x="2864" y="12960"/>
                </a:lnTo>
                <a:lnTo>
                  <a:pt x="4320" y="12960"/>
                </a:lnTo>
                <a:lnTo>
                  <a:pt x="4320" y="11532"/>
                </a:lnTo>
                <a:lnTo>
                  <a:pt x="4320" y="10096"/>
                </a:lnTo>
                <a:lnTo>
                  <a:pt x="4320" y="8640"/>
                </a:lnTo>
                <a:lnTo>
                  <a:pt x="5324" y="8171"/>
                </a:lnTo>
                <a:lnTo>
                  <a:pt x="6346" y="7694"/>
                </a:lnTo>
                <a:lnTo>
                  <a:pt x="7694" y="6940"/>
                </a:lnTo>
                <a:lnTo>
                  <a:pt x="8521" y="6210"/>
                </a:lnTo>
                <a:lnTo>
                  <a:pt x="9174" y="5076"/>
                </a:lnTo>
                <a:lnTo>
                  <a:pt x="9990" y="3106"/>
                </a:lnTo>
                <a:lnTo>
                  <a:pt x="10258" y="2080"/>
                </a:lnTo>
                <a:lnTo>
                  <a:pt x="10526" y="1048"/>
                </a:lnTo>
                <a:lnTo>
                  <a:pt x="10800" y="0"/>
                </a:lnTo>
                <a:close/>
              </a:path>
            </a:pathLst>
          </a:custGeom>
          <a:solidFill>
            <a:srgbClr val="897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8" name="contour_11816"/>
          <p:cNvSpPr/>
          <p:nvPr/>
        </p:nvSpPr>
        <p:spPr>
          <a:xfrm>
            <a:off x="5228577" y="2121891"/>
            <a:ext cx="43728" cy="49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83"/>
                </a:moveTo>
                <a:lnTo>
                  <a:pt x="21139" y="4934"/>
                </a:lnTo>
                <a:lnTo>
                  <a:pt x="20722" y="6552"/>
                </a:lnTo>
                <a:lnTo>
                  <a:pt x="20174" y="7989"/>
                </a:lnTo>
                <a:lnTo>
                  <a:pt x="19325" y="9701"/>
                </a:lnTo>
                <a:lnTo>
                  <a:pt x="18000" y="12142"/>
                </a:lnTo>
                <a:lnTo>
                  <a:pt x="15808" y="12804"/>
                </a:lnTo>
                <a:lnTo>
                  <a:pt x="13651" y="13324"/>
                </a:lnTo>
                <a:lnTo>
                  <a:pt x="11488" y="13731"/>
                </a:lnTo>
                <a:lnTo>
                  <a:pt x="9274" y="14052"/>
                </a:lnTo>
                <a:lnTo>
                  <a:pt x="6977" y="14320"/>
                </a:lnTo>
                <a:lnTo>
                  <a:pt x="4518" y="15124"/>
                </a:lnTo>
                <a:lnTo>
                  <a:pt x="3060" y="16218"/>
                </a:lnTo>
                <a:lnTo>
                  <a:pt x="1350" y="18532"/>
                </a:lnTo>
                <a:lnTo>
                  <a:pt x="680" y="20055"/>
                </a:lnTo>
                <a:lnTo>
                  <a:pt x="0" y="21600"/>
                </a:lnTo>
                <a:lnTo>
                  <a:pt x="252" y="19746"/>
                </a:lnTo>
                <a:lnTo>
                  <a:pt x="515" y="17892"/>
                </a:lnTo>
                <a:lnTo>
                  <a:pt x="785" y="16042"/>
                </a:lnTo>
                <a:lnTo>
                  <a:pt x="1066" y="14188"/>
                </a:lnTo>
                <a:lnTo>
                  <a:pt x="1350" y="12337"/>
                </a:lnTo>
                <a:lnTo>
                  <a:pt x="1602" y="10616"/>
                </a:lnTo>
                <a:lnTo>
                  <a:pt x="1854" y="8885"/>
                </a:lnTo>
                <a:lnTo>
                  <a:pt x="2110" y="7129"/>
                </a:lnTo>
                <a:lnTo>
                  <a:pt x="3024" y="4524"/>
                </a:lnTo>
                <a:lnTo>
                  <a:pt x="3838" y="2954"/>
                </a:lnTo>
                <a:lnTo>
                  <a:pt x="5000" y="1797"/>
                </a:lnTo>
                <a:lnTo>
                  <a:pt x="6977" y="416"/>
                </a:lnTo>
                <a:lnTo>
                  <a:pt x="9644" y="0"/>
                </a:lnTo>
                <a:lnTo>
                  <a:pt x="12096" y="6"/>
                </a:lnTo>
                <a:lnTo>
                  <a:pt x="14425" y="356"/>
                </a:lnTo>
                <a:lnTo>
                  <a:pt x="16722" y="968"/>
                </a:lnTo>
                <a:lnTo>
                  <a:pt x="19084" y="1772"/>
                </a:lnTo>
                <a:lnTo>
                  <a:pt x="21600" y="2683"/>
                </a:lnTo>
                <a:close/>
              </a:path>
            </a:pathLst>
          </a:custGeom>
          <a:solidFill>
            <a:srgbClr val="B7AB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19" name="contour_11817"/>
          <p:cNvSpPr/>
          <p:nvPr/>
        </p:nvSpPr>
        <p:spPr>
          <a:xfrm>
            <a:off x="3836570" y="2106230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6" y="0"/>
                </a:lnTo>
                <a:lnTo>
                  <a:pt x="3182" y="0"/>
                </a:lnTo>
                <a:lnTo>
                  <a:pt x="4800" y="0"/>
                </a:lnTo>
                <a:lnTo>
                  <a:pt x="5321" y="2009"/>
                </a:lnTo>
                <a:lnTo>
                  <a:pt x="5851" y="4052"/>
                </a:lnTo>
                <a:lnTo>
                  <a:pt x="6689" y="6748"/>
                </a:lnTo>
                <a:lnTo>
                  <a:pt x="7500" y="8402"/>
                </a:lnTo>
                <a:lnTo>
                  <a:pt x="8760" y="9707"/>
                </a:lnTo>
                <a:lnTo>
                  <a:pt x="10949" y="11340"/>
                </a:lnTo>
                <a:lnTo>
                  <a:pt x="12089" y="11876"/>
                </a:lnTo>
                <a:lnTo>
                  <a:pt x="13236" y="12416"/>
                </a:lnTo>
                <a:lnTo>
                  <a:pt x="14400" y="12960"/>
                </a:lnTo>
                <a:lnTo>
                  <a:pt x="14400" y="10104"/>
                </a:lnTo>
                <a:lnTo>
                  <a:pt x="14400" y="7232"/>
                </a:lnTo>
                <a:lnTo>
                  <a:pt x="14400" y="4320"/>
                </a:lnTo>
                <a:lnTo>
                  <a:pt x="16186" y="2989"/>
                </a:lnTo>
                <a:lnTo>
                  <a:pt x="17453" y="2100"/>
                </a:lnTo>
                <a:lnTo>
                  <a:pt x="18547" y="1443"/>
                </a:lnTo>
                <a:lnTo>
                  <a:pt x="19814" y="812"/>
                </a:lnTo>
                <a:lnTo>
                  <a:pt x="21600" y="0"/>
                </a:lnTo>
                <a:lnTo>
                  <a:pt x="21151" y="2804"/>
                </a:lnTo>
                <a:lnTo>
                  <a:pt x="20659" y="5456"/>
                </a:lnTo>
                <a:lnTo>
                  <a:pt x="20100" y="7975"/>
                </a:lnTo>
                <a:lnTo>
                  <a:pt x="19457" y="10390"/>
                </a:lnTo>
                <a:lnTo>
                  <a:pt x="18706" y="12727"/>
                </a:lnTo>
                <a:lnTo>
                  <a:pt x="17827" y="15016"/>
                </a:lnTo>
                <a:lnTo>
                  <a:pt x="16800" y="17280"/>
                </a:lnTo>
                <a:lnTo>
                  <a:pt x="15218" y="18157"/>
                </a:lnTo>
                <a:lnTo>
                  <a:pt x="13642" y="18904"/>
                </a:lnTo>
                <a:lnTo>
                  <a:pt x="12062" y="19539"/>
                </a:lnTo>
                <a:lnTo>
                  <a:pt x="10481" y="20066"/>
                </a:lnTo>
                <a:lnTo>
                  <a:pt x="8890" y="20503"/>
                </a:lnTo>
                <a:lnTo>
                  <a:pt x="7291" y="20861"/>
                </a:lnTo>
                <a:lnTo>
                  <a:pt x="5678" y="21155"/>
                </a:lnTo>
                <a:lnTo>
                  <a:pt x="4049" y="21397"/>
                </a:lnTo>
                <a:lnTo>
                  <a:pt x="2400" y="21600"/>
                </a:lnTo>
                <a:lnTo>
                  <a:pt x="2102" y="18926"/>
                </a:lnTo>
                <a:lnTo>
                  <a:pt x="1805" y="16252"/>
                </a:lnTo>
                <a:lnTo>
                  <a:pt x="1507" y="13569"/>
                </a:lnTo>
                <a:lnTo>
                  <a:pt x="1210" y="10882"/>
                </a:lnTo>
                <a:lnTo>
                  <a:pt x="910" y="8182"/>
                </a:lnTo>
                <a:lnTo>
                  <a:pt x="607" y="5469"/>
                </a:lnTo>
                <a:lnTo>
                  <a:pt x="305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948F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0" name="contour_11818"/>
          <p:cNvSpPr/>
          <p:nvPr/>
        </p:nvSpPr>
        <p:spPr>
          <a:xfrm>
            <a:off x="5104681" y="2092309"/>
            <a:ext cx="58304" cy="430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59" y="1056"/>
                </a:moveTo>
                <a:lnTo>
                  <a:pt x="15020" y="2182"/>
                </a:lnTo>
                <a:lnTo>
                  <a:pt x="16200" y="3326"/>
                </a:lnTo>
                <a:lnTo>
                  <a:pt x="16200" y="5139"/>
                </a:lnTo>
                <a:lnTo>
                  <a:pt x="16200" y="6981"/>
                </a:lnTo>
                <a:lnTo>
                  <a:pt x="17985" y="6981"/>
                </a:lnTo>
                <a:lnTo>
                  <a:pt x="19780" y="6981"/>
                </a:lnTo>
                <a:lnTo>
                  <a:pt x="21600" y="6981"/>
                </a:lnTo>
                <a:lnTo>
                  <a:pt x="21600" y="9397"/>
                </a:lnTo>
                <a:lnTo>
                  <a:pt x="21600" y="11827"/>
                </a:lnTo>
                <a:lnTo>
                  <a:pt x="21600" y="14290"/>
                </a:lnTo>
                <a:lnTo>
                  <a:pt x="19815" y="14290"/>
                </a:lnTo>
                <a:lnTo>
                  <a:pt x="18020" y="14290"/>
                </a:lnTo>
                <a:lnTo>
                  <a:pt x="16200" y="14290"/>
                </a:lnTo>
                <a:lnTo>
                  <a:pt x="16200" y="16706"/>
                </a:lnTo>
                <a:lnTo>
                  <a:pt x="16200" y="19137"/>
                </a:lnTo>
                <a:lnTo>
                  <a:pt x="16200" y="21600"/>
                </a:lnTo>
                <a:lnTo>
                  <a:pt x="14396" y="21169"/>
                </a:lnTo>
                <a:lnTo>
                  <a:pt x="12595" y="20712"/>
                </a:lnTo>
                <a:lnTo>
                  <a:pt x="10800" y="20229"/>
                </a:lnTo>
                <a:lnTo>
                  <a:pt x="9293" y="19846"/>
                </a:lnTo>
                <a:lnTo>
                  <a:pt x="7762" y="19458"/>
                </a:lnTo>
                <a:lnTo>
                  <a:pt x="6591" y="18709"/>
                </a:lnTo>
                <a:lnTo>
                  <a:pt x="5400" y="17945"/>
                </a:lnTo>
                <a:lnTo>
                  <a:pt x="5400" y="15529"/>
                </a:lnTo>
                <a:lnTo>
                  <a:pt x="5400" y="13099"/>
                </a:lnTo>
                <a:lnTo>
                  <a:pt x="5400" y="10636"/>
                </a:lnTo>
                <a:lnTo>
                  <a:pt x="3796" y="9294"/>
                </a:lnTo>
                <a:lnTo>
                  <a:pt x="2700" y="8465"/>
                </a:lnTo>
                <a:lnTo>
                  <a:pt x="1604" y="7807"/>
                </a:lnTo>
                <a:lnTo>
                  <a:pt x="0" y="6981"/>
                </a:lnTo>
                <a:lnTo>
                  <a:pt x="1258" y="5990"/>
                </a:lnTo>
                <a:lnTo>
                  <a:pt x="2522" y="5014"/>
                </a:lnTo>
                <a:lnTo>
                  <a:pt x="3791" y="4053"/>
                </a:lnTo>
                <a:lnTo>
                  <a:pt x="5062" y="3099"/>
                </a:lnTo>
                <a:lnTo>
                  <a:pt x="6475" y="2014"/>
                </a:lnTo>
                <a:lnTo>
                  <a:pt x="7911" y="914"/>
                </a:lnTo>
                <a:lnTo>
                  <a:pt x="9628" y="216"/>
                </a:lnTo>
                <a:lnTo>
                  <a:pt x="10822" y="0"/>
                </a:lnTo>
                <a:lnTo>
                  <a:pt x="12045" y="274"/>
                </a:lnTo>
                <a:lnTo>
                  <a:pt x="13859" y="1056"/>
                </a:lnTo>
                <a:close/>
              </a:path>
            </a:pathLst>
          </a:custGeom>
          <a:solidFill>
            <a:srgbClr val="B4E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1" name="contour_11819"/>
          <p:cNvSpPr/>
          <p:nvPr/>
        </p:nvSpPr>
        <p:spPr>
          <a:xfrm>
            <a:off x="892222" y="2053822"/>
            <a:ext cx="80168" cy="234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81"/>
                </a:moveTo>
                <a:lnTo>
                  <a:pt x="1227" y="1134"/>
                </a:lnTo>
                <a:lnTo>
                  <a:pt x="2455" y="993"/>
                </a:lnTo>
                <a:lnTo>
                  <a:pt x="3682" y="865"/>
                </a:lnTo>
                <a:lnTo>
                  <a:pt x="4909" y="745"/>
                </a:lnTo>
                <a:lnTo>
                  <a:pt x="6136" y="637"/>
                </a:lnTo>
                <a:lnTo>
                  <a:pt x="7364" y="537"/>
                </a:lnTo>
                <a:lnTo>
                  <a:pt x="8591" y="443"/>
                </a:lnTo>
                <a:lnTo>
                  <a:pt x="9202" y="362"/>
                </a:lnTo>
                <a:lnTo>
                  <a:pt x="11045" y="101"/>
                </a:lnTo>
                <a:lnTo>
                  <a:pt x="13298" y="0"/>
                </a:lnTo>
                <a:lnTo>
                  <a:pt x="14969" y="80"/>
                </a:lnTo>
                <a:lnTo>
                  <a:pt x="16218" y="476"/>
                </a:lnTo>
                <a:lnTo>
                  <a:pt x="17207" y="1335"/>
                </a:lnTo>
                <a:lnTo>
                  <a:pt x="18093" y="2791"/>
                </a:lnTo>
                <a:lnTo>
                  <a:pt x="19039" y="4977"/>
                </a:lnTo>
                <a:lnTo>
                  <a:pt x="20204" y="8043"/>
                </a:lnTo>
                <a:lnTo>
                  <a:pt x="20551" y="9700"/>
                </a:lnTo>
                <a:lnTo>
                  <a:pt x="21600" y="14697"/>
                </a:lnTo>
                <a:lnTo>
                  <a:pt x="20239" y="15569"/>
                </a:lnTo>
                <a:lnTo>
                  <a:pt x="18886" y="16401"/>
                </a:lnTo>
                <a:lnTo>
                  <a:pt x="17539" y="17179"/>
                </a:lnTo>
                <a:lnTo>
                  <a:pt x="16198" y="17904"/>
                </a:lnTo>
                <a:lnTo>
                  <a:pt x="14859" y="18575"/>
                </a:lnTo>
                <a:lnTo>
                  <a:pt x="13524" y="19185"/>
                </a:lnTo>
                <a:lnTo>
                  <a:pt x="12186" y="19735"/>
                </a:lnTo>
                <a:lnTo>
                  <a:pt x="10851" y="20225"/>
                </a:lnTo>
                <a:lnTo>
                  <a:pt x="9514" y="20641"/>
                </a:lnTo>
                <a:lnTo>
                  <a:pt x="8175" y="20990"/>
                </a:lnTo>
                <a:lnTo>
                  <a:pt x="6830" y="21258"/>
                </a:lnTo>
                <a:lnTo>
                  <a:pt x="5481" y="21452"/>
                </a:lnTo>
                <a:lnTo>
                  <a:pt x="4124" y="21573"/>
                </a:lnTo>
                <a:lnTo>
                  <a:pt x="2759" y="21600"/>
                </a:lnTo>
                <a:lnTo>
                  <a:pt x="1384" y="21546"/>
                </a:lnTo>
                <a:lnTo>
                  <a:pt x="0" y="21405"/>
                </a:lnTo>
                <a:lnTo>
                  <a:pt x="0" y="17421"/>
                </a:lnTo>
                <a:lnTo>
                  <a:pt x="0" y="13423"/>
                </a:lnTo>
                <a:lnTo>
                  <a:pt x="0" y="9411"/>
                </a:lnTo>
                <a:lnTo>
                  <a:pt x="0" y="5366"/>
                </a:lnTo>
                <a:lnTo>
                  <a:pt x="0" y="1281"/>
                </a:lnTo>
                <a:close/>
              </a:path>
            </a:pathLst>
          </a:custGeom>
          <a:solidFill>
            <a:srgbClr val="5A57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2" name="contour_11820"/>
          <p:cNvSpPr/>
          <p:nvPr/>
        </p:nvSpPr>
        <p:spPr>
          <a:xfrm>
            <a:off x="10745586" y="2018774"/>
            <a:ext cx="463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1" y="1490"/>
                </a:lnTo>
                <a:lnTo>
                  <a:pt x="1155" y="3002"/>
                </a:lnTo>
                <a:lnTo>
                  <a:pt x="2513" y="4851"/>
                </a:lnTo>
                <a:lnTo>
                  <a:pt x="3620" y="5894"/>
                </a:lnTo>
                <a:lnTo>
                  <a:pt x="5067" y="6523"/>
                </a:lnTo>
                <a:lnTo>
                  <a:pt x="7441" y="7125"/>
                </a:lnTo>
                <a:lnTo>
                  <a:pt x="8603" y="7224"/>
                </a:lnTo>
                <a:lnTo>
                  <a:pt x="12097" y="7523"/>
                </a:lnTo>
                <a:lnTo>
                  <a:pt x="14801" y="7921"/>
                </a:lnTo>
                <a:lnTo>
                  <a:pt x="16567" y="8236"/>
                </a:lnTo>
                <a:lnTo>
                  <a:pt x="18166" y="8625"/>
                </a:lnTo>
                <a:lnTo>
                  <a:pt x="20377" y="9257"/>
                </a:lnTo>
                <a:lnTo>
                  <a:pt x="21192" y="11553"/>
                </a:lnTo>
                <a:lnTo>
                  <a:pt x="21600" y="13182"/>
                </a:lnTo>
                <a:lnTo>
                  <a:pt x="21600" y="14589"/>
                </a:lnTo>
                <a:lnTo>
                  <a:pt x="21192" y="16219"/>
                </a:lnTo>
                <a:lnTo>
                  <a:pt x="20377" y="18514"/>
                </a:lnTo>
                <a:lnTo>
                  <a:pt x="17851" y="19557"/>
                </a:lnTo>
                <a:lnTo>
                  <a:pt x="16057" y="20239"/>
                </a:lnTo>
                <a:lnTo>
                  <a:pt x="14509" y="20708"/>
                </a:lnTo>
                <a:lnTo>
                  <a:pt x="12715" y="21112"/>
                </a:lnTo>
                <a:lnTo>
                  <a:pt x="10189" y="21600"/>
                </a:lnTo>
                <a:lnTo>
                  <a:pt x="9937" y="20261"/>
                </a:lnTo>
                <a:lnTo>
                  <a:pt x="9686" y="18900"/>
                </a:lnTo>
                <a:lnTo>
                  <a:pt x="9302" y="17178"/>
                </a:lnTo>
                <a:lnTo>
                  <a:pt x="8915" y="15429"/>
                </a:lnTo>
                <a:lnTo>
                  <a:pt x="8558" y="13707"/>
                </a:lnTo>
                <a:lnTo>
                  <a:pt x="8198" y="11957"/>
                </a:lnTo>
                <a:lnTo>
                  <a:pt x="7499" y="10618"/>
                </a:lnTo>
                <a:lnTo>
                  <a:pt x="6792" y="9257"/>
                </a:lnTo>
                <a:lnTo>
                  <a:pt x="4548" y="9257"/>
                </a:lnTo>
                <a:lnTo>
                  <a:pt x="2289" y="9257"/>
                </a:lnTo>
                <a:lnTo>
                  <a:pt x="0" y="9257"/>
                </a:lnTo>
                <a:lnTo>
                  <a:pt x="0" y="7424"/>
                </a:lnTo>
                <a:lnTo>
                  <a:pt x="0" y="5585"/>
                </a:lnTo>
                <a:lnTo>
                  <a:pt x="0" y="3740"/>
                </a:lnTo>
                <a:lnTo>
                  <a:pt x="0" y="1879"/>
                </a:lnTo>
                <a:lnTo>
                  <a:pt x="0" y="0"/>
                </a:lnTo>
                <a:close/>
              </a:path>
            </a:pathLst>
          </a:custGeom>
          <a:solidFill>
            <a:srgbClr val="CA6B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3" name="contour_11821"/>
          <p:cNvSpPr/>
          <p:nvPr/>
        </p:nvSpPr>
        <p:spPr>
          <a:xfrm>
            <a:off x="1803221" y="2047926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3C6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4" name="contour_11822"/>
          <p:cNvSpPr/>
          <p:nvPr/>
        </p:nvSpPr>
        <p:spPr>
          <a:xfrm>
            <a:off x="761038" y="2003214"/>
            <a:ext cx="51016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568"/>
                </a:moveTo>
                <a:lnTo>
                  <a:pt x="14731" y="189"/>
                </a:lnTo>
                <a:lnTo>
                  <a:pt x="16407" y="0"/>
                </a:lnTo>
                <a:lnTo>
                  <a:pt x="17814" y="0"/>
                </a:lnTo>
                <a:lnTo>
                  <a:pt x="19397" y="189"/>
                </a:lnTo>
                <a:lnTo>
                  <a:pt x="21600" y="568"/>
                </a:lnTo>
                <a:lnTo>
                  <a:pt x="21600" y="3344"/>
                </a:lnTo>
                <a:lnTo>
                  <a:pt x="21600" y="6125"/>
                </a:lnTo>
                <a:lnTo>
                  <a:pt x="21600" y="8918"/>
                </a:lnTo>
                <a:lnTo>
                  <a:pt x="21600" y="11723"/>
                </a:lnTo>
                <a:lnTo>
                  <a:pt x="21600" y="14546"/>
                </a:lnTo>
                <a:lnTo>
                  <a:pt x="21600" y="17394"/>
                </a:lnTo>
                <a:lnTo>
                  <a:pt x="19462" y="17810"/>
                </a:lnTo>
                <a:lnTo>
                  <a:pt x="17320" y="18226"/>
                </a:lnTo>
                <a:lnTo>
                  <a:pt x="15179" y="18643"/>
                </a:lnTo>
                <a:lnTo>
                  <a:pt x="13034" y="19064"/>
                </a:lnTo>
                <a:lnTo>
                  <a:pt x="10880" y="19480"/>
                </a:lnTo>
                <a:lnTo>
                  <a:pt x="8723" y="19901"/>
                </a:lnTo>
                <a:lnTo>
                  <a:pt x="6557" y="20321"/>
                </a:lnTo>
                <a:lnTo>
                  <a:pt x="4382" y="20746"/>
                </a:lnTo>
                <a:lnTo>
                  <a:pt x="2197" y="21171"/>
                </a:lnTo>
                <a:lnTo>
                  <a:pt x="0" y="21600"/>
                </a:lnTo>
                <a:lnTo>
                  <a:pt x="0" y="18820"/>
                </a:lnTo>
                <a:lnTo>
                  <a:pt x="0" y="16022"/>
                </a:lnTo>
                <a:lnTo>
                  <a:pt x="0" y="13187"/>
                </a:lnTo>
                <a:lnTo>
                  <a:pt x="1466" y="13448"/>
                </a:lnTo>
                <a:lnTo>
                  <a:pt x="2941" y="13713"/>
                </a:lnTo>
                <a:lnTo>
                  <a:pt x="4437" y="13978"/>
                </a:lnTo>
                <a:lnTo>
                  <a:pt x="5144" y="13860"/>
                </a:lnTo>
                <a:lnTo>
                  <a:pt x="6394" y="13658"/>
                </a:lnTo>
                <a:lnTo>
                  <a:pt x="9257" y="13187"/>
                </a:lnTo>
                <a:lnTo>
                  <a:pt x="9766" y="11101"/>
                </a:lnTo>
                <a:lnTo>
                  <a:pt x="10279" y="9006"/>
                </a:lnTo>
                <a:lnTo>
                  <a:pt x="10800" y="6878"/>
                </a:lnTo>
                <a:lnTo>
                  <a:pt x="11309" y="4791"/>
                </a:lnTo>
                <a:lnTo>
                  <a:pt x="11821" y="2696"/>
                </a:lnTo>
                <a:lnTo>
                  <a:pt x="12343" y="568"/>
                </a:lnTo>
                <a:close/>
              </a:path>
            </a:pathLst>
          </a:custGeom>
          <a:solidFill>
            <a:srgbClr val="8887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5" name="contour_11823"/>
          <p:cNvSpPr/>
          <p:nvPr/>
        </p:nvSpPr>
        <p:spPr>
          <a:xfrm>
            <a:off x="5272305" y="200419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63"/>
                </a:lnTo>
                <a:lnTo>
                  <a:pt x="6860" y="529"/>
                </a:lnTo>
                <a:lnTo>
                  <a:pt x="8618" y="896"/>
                </a:lnTo>
                <a:lnTo>
                  <a:pt x="11340" y="1462"/>
                </a:lnTo>
                <a:lnTo>
                  <a:pt x="15509" y="2329"/>
                </a:lnTo>
                <a:lnTo>
                  <a:pt x="21600" y="3600"/>
                </a:lnTo>
                <a:lnTo>
                  <a:pt x="21064" y="5828"/>
                </a:lnTo>
                <a:lnTo>
                  <a:pt x="20529" y="8057"/>
                </a:lnTo>
                <a:lnTo>
                  <a:pt x="19993" y="10292"/>
                </a:lnTo>
                <a:lnTo>
                  <a:pt x="19457" y="12532"/>
                </a:lnTo>
                <a:lnTo>
                  <a:pt x="18917" y="14782"/>
                </a:lnTo>
                <a:lnTo>
                  <a:pt x="18373" y="17042"/>
                </a:lnTo>
                <a:lnTo>
                  <a:pt x="17829" y="19314"/>
                </a:lnTo>
                <a:lnTo>
                  <a:pt x="17280" y="21600"/>
                </a:lnTo>
                <a:lnTo>
                  <a:pt x="12614" y="20182"/>
                </a:lnTo>
                <a:lnTo>
                  <a:pt x="9189" y="19102"/>
                </a:lnTo>
                <a:lnTo>
                  <a:pt x="6692" y="18238"/>
                </a:lnTo>
                <a:lnTo>
                  <a:pt x="4830" y="17460"/>
                </a:lnTo>
                <a:lnTo>
                  <a:pt x="3292" y="16646"/>
                </a:lnTo>
                <a:lnTo>
                  <a:pt x="1784" y="15667"/>
                </a:lnTo>
                <a:lnTo>
                  <a:pt x="0" y="14400"/>
                </a:lnTo>
                <a:lnTo>
                  <a:pt x="43" y="11750"/>
                </a:lnTo>
                <a:lnTo>
                  <a:pt x="423" y="9353"/>
                </a:lnTo>
                <a:lnTo>
                  <a:pt x="1089" y="7096"/>
                </a:lnTo>
                <a:lnTo>
                  <a:pt x="1996" y="4860"/>
                </a:lnTo>
                <a:lnTo>
                  <a:pt x="3089" y="2534"/>
                </a:lnTo>
                <a:lnTo>
                  <a:pt x="4320" y="0"/>
                </a:lnTo>
                <a:close/>
              </a:path>
            </a:pathLst>
          </a:custGeom>
          <a:solidFill>
            <a:srgbClr val="CDCF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6" name="contour_11824"/>
          <p:cNvSpPr/>
          <p:nvPr/>
        </p:nvSpPr>
        <p:spPr>
          <a:xfrm>
            <a:off x="1599157" y="1967758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423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12" y="19591"/>
                </a:lnTo>
                <a:lnTo>
                  <a:pt x="1443" y="18166"/>
                </a:lnTo>
                <a:lnTo>
                  <a:pt x="2100" y="16934"/>
                </a:lnTo>
                <a:lnTo>
                  <a:pt x="2989" y="15509"/>
                </a:lnTo>
                <a:lnTo>
                  <a:pt x="4320" y="13500"/>
                </a:lnTo>
                <a:lnTo>
                  <a:pt x="7176" y="13500"/>
                </a:lnTo>
                <a:lnTo>
                  <a:pt x="10048" y="13500"/>
                </a:lnTo>
                <a:lnTo>
                  <a:pt x="12960" y="13500"/>
                </a:lnTo>
                <a:lnTo>
                  <a:pt x="13919" y="11734"/>
                </a:lnTo>
                <a:lnTo>
                  <a:pt x="14494" y="10441"/>
                </a:lnTo>
                <a:lnTo>
                  <a:pt x="14904" y="8991"/>
                </a:lnTo>
                <a:lnTo>
                  <a:pt x="15388" y="6750"/>
                </a:lnTo>
                <a:lnTo>
                  <a:pt x="15885" y="4509"/>
                </a:lnTo>
                <a:lnTo>
                  <a:pt x="16248" y="3059"/>
                </a:lnTo>
                <a:lnTo>
                  <a:pt x="16654" y="1766"/>
                </a:lnTo>
                <a:lnTo>
                  <a:pt x="17280" y="0"/>
                </a:lnTo>
                <a:close/>
              </a:path>
            </a:pathLst>
          </a:custGeom>
          <a:solidFill>
            <a:srgbClr val="C7A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7" name="contour_11825"/>
          <p:cNvSpPr/>
          <p:nvPr/>
        </p:nvSpPr>
        <p:spPr>
          <a:xfrm>
            <a:off x="8253093" y="1989622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793"/>
                </a:lnTo>
                <a:lnTo>
                  <a:pt x="3161" y="1592"/>
                </a:lnTo>
                <a:lnTo>
                  <a:pt x="4728" y="2407"/>
                </a:lnTo>
                <a:lnTo>
                  <a:pt x="6290" y="3231"/>
                </a:lnTo>
                <a:lnTo>
                  <a:pt x="7846" y="4067"/>
                </a:lnTo>
                <a:lnTo>
                  <a:pt x="9394" y="4919"/>
                </a:lnTo>
                <a:lnTo>
                  <a:pt x="10934" y="5786"/>
                </a:lnTo>
                <a:lnTo>
                  <a:pt x="12473" y="6668"/>
                </a:lnTo>
                <a:lnTo>
                  <a:pt x="14004" y="7566"/>
                </a:lnTo>
                <a:lnTo>
                  <a:pt x="15530" y="8483"/>
                </a:lnTo>
                <a:lnTo>
                  <a:pt x="17054" y="9418"/>
                </a:lnTo>
                <a:lnTo>
                  <a:pt x="18571" y="10371"/>
                </a:lnTo>
                <a:lnTo>
                  <a:pt x="20088" y="11346"/>
                </a:lnTo>
                <a:lnTo>
                  <a:pt x="21600" y="12343"/>
                </a:lnTo>
                <a:lnTo>
                  <a:pt x="21125" y="14176"/>
                </a:lnTo>
                <a:lnTo>
                  <a:pt x="20647" y="16015"/>
                </a:lnTo>
                <a:lnTo>
                  <a:pt x="20170" y="17860"/>
                </a:lnTo>
                <a:lnTo>
                  <a:pt x="19687" y="19721"/>
                </a:lnTo>
                <a:lnTo>
                  <a:pt x="19200" y="21600"/>
                </a:lnTo>
                <a:lnTo>
                  <a:pt x="17825" y="20310"/>
                </a:lnTo>
                <a:lnTo>
                  <a:pt x="16452" y="19020"/>
                </a:lnTo>
                <a:lnTo>
                  <a:pt x="15079" y="17724"/>
                </a:lnTo>
                <a:lnTo>
                  <a:pt x="13709" y="16428"/>
                </a:lnTo>
                <a:lnTo>
                  <a:pt x="12338" y="15132"/>
                </a:lnTo>
                <a:lnTo>
                  <a:pt x="10970" y="13833"/>
                </a:lnTo>
                <a:lnTo>
                  <a:pt x="9600" y="12534"/>
                </a:lnTo>
                <a:lnTo>
                  <a:pt x="8683" y="11676"/>
                </a:lnTo>
                <a:lnTo>
                  <a:pt x="7759" y="10815"/>
                </a:lnTo>
                <a:lnTo>
                  <a:pt x="6826" y="9939"/>
                </a:lnTo>
                <a:lnTo>
                  <a:pt x="6173" y="9316"/>
                </a:lnTo>
                <a:lnTo>
                  <a:pt x="4200" y="7437"/>
                </a:lnTo>
                <a:lnTo>
                  <a:pt x="2990" y="6295"/>
                </a:lnTo>
                <a:lnTo>
                  <a:pt x="1762" y="5135"/>
                </a:lnTo>
                <a:lnTo>
                  <a:pt x="888" y="4119"/>
                </a:lnTo>
                <a:lnTo>
                  <a:pt x="0" y="3086"/>
                </a:lnTo>
                <a:lnTo>
                  <a:pt x="0" y="1555"/>
                </a:lnTo>
                <a:lnTo>
                  <a:pt x="0" y="0"/>
                </a:lnTo>
                <a:close/>
              </a:path>
            </a:pathLst>
          </a:custGeom>
          <a:solidFill>
            <a:srgbClr val="E9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8" name="contour_11826"/>
          <p:cNvSpPr/>
          <p:nvPr/>
        </p:nvSpPr>
        <p:spPr>
          <a:xfrm>
            <a:off x="11263034" y="1982334"/>
            <a:ext cx="51016" cy="39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4" y="278"/>
                </a:lnTo>
                <a:lnTo>
                  <a:pt x="3629" y="568"/>
                </a:lnTo>
                <a:lnTo>
                  <a:pt x="5440" y="866"/>
                </a:lnTo>
                <a:lnTo>
                  <a:pt x="7255" y="1176"/>
                </a:lnTo>
                <a:lnTo>
                  <a:pt x="9066" y="1490"/>
                </a:lnTo>
                <a:lnTo>
                  <a:pt x="10751" y="1768"/>
                </a:lnTo>
                <a:lnTo>
                  <a:pt x="12445" y="2046"/>
                </a:lnTo>
                <a:lnTo>
                  <a:pt x="14163" y="2328"/>
                </a:lnTo>
                <a:lnTo>
                  <a:pt x="16712" y="3344"/>
                </a:lnTo>
                <a:lnTo>
                  <a:pt x="18237" y="4282"/>
                </a:lnTo>
                <a:lnTo>
                  <a:pt x="19344" y="5688"/>
                </a:lnTo>
                <a:lnTo>
                  <a:pt x="20647" y="8099"/>
                </a:lnTo>
                <a:lnTo>
                  <a:pt x="21119" y="9994"/>
                </a:lnTo>
                <a:lnTo>
                  <a:pt x="21600" y="11916"/>
                </a:lnTo>
                <a:lnTo>
                  <a:pt x="19872" y="13576"/>
                </a:lnTo>
                <a:lnTo>
                  <a:pt x="18193" y="15094"/>
                </a:lnTo>
                <a:lnTo>
                  <a:pt x="16530" y="16484"/>
                </a:lnTo>
                <a:lnTo>
                  <a:pt x="14852" y="17739"/>
                </a:lnTo>
                <a:lnTo>
                  <a:pt x="13124" y="18879"/>
                </a:lnTo>
                <a:lnTo>
                  <a:pt x="11315" y="19896"/>
                </a:lnTo>
                <a:lnTo>
                  <a:pt x="9396" y="20802"/>
                </a:lnTo>
                <a:lnTo>
                  <a:pt x="7329" y="21600"/>
                </a:lnTo>
                <a:lnTo>
                  <a:pt x="5928" y="21024"/>
                </a:lnTo>
                <a:lnTo>
                  <a:pt x="4514" y="20448"/>
                </a:lnTo>
                <a:lnTo>
                  <a:pt x="3086" y="19860"/>
                </a:lnTo>
                <a:lnTo>
                  <a:pt x="2447" y="17425"/>
                </a:lnTo>
                <a:lnTo>
                  <a:pt x="1904" y="14983"/>
                </a:lnTo>
                <a:lnTo>
                  <a:pt x="1444" y="12532"/>
                </a:lnTo>
                <a:lnTo>
                  <a:pt x="1058" y="10065"/>
                </a:lnTo>
                <a:lnTo>
                  <a:pt x="731" y="7583"/>
                </a:lnTo>
                <a:lnTo>
                  <a:pt x="457" y="5080"/>
                </a:lnTo>
                <a:lnTo>
                  <a:pt x="216" y="2554"/>
                </a:lnTo>
                <a:lnTo>
                  <a:pt x="0" y="0"/>
                </a:lnTo>
                <a:close/>
              </a:path>
            </a:pathLst>
          </a:custGeom>
          <a:solidFill>
            <a:srgbClr val="8B80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29" name="contour_11827"/>
          <p:cNvSpPr/>
          <p:nvPr/>
        </p:nvSpPr>
        <p:spPr>
          <a:xfrm>
            <a:off x="5468250" y="1916742"/>
            <a:ext cx="2269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27" y="0"/>
                </a:moveTo>
                <a:lnTo>
                  <a:pt x="11168" y="0"/>
                </a:lnTo>
                <a:lnTo>
                  <a:pt x="14664" y="0"/>
                </a:lnTo>
                <a:lnTo>
                  <a:pt x="15121" y="1426"/>
                </a:lnTo>
                <a:lnTo>
                  <a:pt x="15579" y="2851"/>
                </a:lnTo>
                <a:lnTo>
                  <a:pt x="16037" y="4279"/>
                </a:lnTo>
                <a:lnTo>
                  <a:pt x="16495" y="5707"/>
                </a:lnTo>
                <a:lnTo>
                  <a:pt x="16953" y="7137"/>
                </a:lnTo>
                <a:lnTo>
                  <a:pt x="17417" y="8567"/>
                </a:lnTo>
                <a:lnTo>
                  <a:pt x="17875" y="10001"/>
                </a:lnTo>
                <a:lnTo>
                  <a:pt x="18340" y="11437"/>
                </a:lnTo>
                <a:lnTo>
                  <a:pt x="18798" y="12878"/>
                </a:lnTo>
                <a:lnTo>
                  <a:pt x="19262" y="14321"/>
                </a:lnTo>
                <a:lnTo>
                  <a:pt x="19727" y="15766"/>
                </a:lnTo>
                <a:lnTo>
                  <a:pt x="20192" y="17217"/>
                </a:lnTo>
                <a:lnTo>
                  <a:pt x="20664" y="18673"/>
                </a:lnTo>
                <a:lnTo>
                  <a:pt x="21128" y="20133"/>
                </a:lnTo>
                <a:lnTo>
                  <a:pt x="21600" y="21600"/>
                </a:lnTo>
                <a:lnTo>
                  <a:pt x="17480" y="21600"/>
                </a:lnTo>
                <a:lnTo>
                  <a:pt x="13346" y="21600"/>
                </a:lnTo>
                <a:lnTo>
                  <a:pt x="9198" y="21600"/>
                </a:lnTo>
                <a:lnTo>
                  <a:pt x="5015" y="21600"/>
                </a:lnTo>
                <a:lnTo>
                  <a:pt x="791" y="21600"/>
                </a:lnTo>
                <a:lnTo>
                  <a:pt x="714" y="20231"/>
                </a:lnTo>
                <a:lnTo>
                  <a:pt x="645" y="18861"/>
                </a:lnTo>
                <a:lnTo>
                  <a:pt x="576" y="17492"/>
                </a:lnTo>
                <a:lnTo>
                  <a:pt x="513" y="16122"/>
                </a:lnTo>
                <a:lnTo>
                  <a:pt x="458" y="14753"/>
                </a:lnTo>
                <a:lnTo>
                  <a:pt x="409" y="13383"/>
                </a:lnTo>
                <a:lnTo>
                  <a:pt x="361" y="12014"/>
                </a:lnTo>
                <a:lnTo>
                  <a:pt x="271" y="10649"/>
                </a:lnTo>
                <a:lnTo>
                  <a:pt x="180" y="9260"/>
                </a:lnTo>
                <a:lnTo>
                  <a:pt x="146" y="7951"/>
                </a:lnTo>
                <a:lnTo>
                  <a:pt x="111" y="6623"/>
                </a:lnTo>
                <a:lnTo>
                  <a:pt x="90" y="6018"/>
                </a:lnTo>
                <a:lnTo>
                  <a:pt x="0" y="4190"/>
                </a:lnTo>
                <a:lnTo>
                  <a:pt x="569" y="2983"/>
                </a:lnTo>
                <a:lnTo>
                  <a:pt x="1561" y="2145"/>
                </a:lnTo>
                <a:lnTo>
                  <a:pt x="3704" y="1281"/>
                </a:lnTo>
                <a:lnTo>
                  <a:pt x="7727" y="0"/>
                </a:lnTo>
                <a:close/>
              </a:path>
            </a:pathLst>
          </a:custGeom>
          <a:solidFill>
            <a:srgbClr val="D3D9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0" name="contour_11828"/>
          <p:cNvSpPr/>
          <p:nvPr/>
        </p:nvSpPr>
        <p:spPr>
          <a:xfrm>
            <a:off x="4944345" y="1930837"/>
            <a:ext cx="80168" cy="28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3"/>
                </a:moveTo>
                <a:lnTo>
                  <a:pt x="21600" y="4004"/>
                </a:lnTo>
                <a:lnTo>
                  <a:pt x="21600" y="7666"/>
                </a:lnTo>
                <a:lnTo>
                  <a:pt x="21600" y="11378"/>
                </a:lnTo>
                <a:lnTo>
                  <a:pt x="20396" y="13548"/>
                </a:lnTo>
                <a:lnTo>
                  <a:pt x="19511" y="14953"/>
                </a:lnTo>
                <a:lnTo>
                  <a:pt x="18503" y="16208"/>
                </a:lnTo>
                <a:lnTo>
                  <a:pt x="16936" y="17921"/>
                </a:lnTo>
                <a:lnTo>
                  <a:pt x="16070" y="18907"/>
                </a:lnTo>
                <a:lnTo>
                  <a:pt x="15197" y="19898"/>
                </a:lnTo>
                <a:lnTo>
                  <a:pt x="14313" y="20906"/>
                </a:lnTo>
                <a:lnTo>
                  <a:pt x="12722" y="21600"/>
                </a:lnTo>
                <a:lnTo>
                  <a:pt x="11474" y="21534"/>
                </a:lnTo>
                <a:lnTo>
                  <a:pt x="10374" y="20724"/>
                </a:lnTo>
                <a:lnTo>
                  <a:pt x="9233" y="19171"/>
                </a:lnTo>
                <a:lnTo>
                  <a:pt x="7855" y="16886"/>
                </a:lnTo>
                <a:lnTo>
                  <a:pt x="6818" y="16049"/>
                </a:lnTo>
                <a:lnTo>
                  <a:pt x="5777" y="15250"/>
                </a:lnTo>
                <a:lnTo>
                  <a:pt x="4730" y="14501"/>
                </a:lnTo>
                <a:lnTo>
                  <a:pt x="3682" y="13791"/>
                </a:lnTo>
                <a:lnTo>
                  <a:pt x="3142" y="13433"/>
                </a:lnTo>
                <a:lnTo>
                  <a:pt x="2186" y="12810"/>
                </a:lnTo>
                <a:lnTo>
                  <a:pt x="0" y="11378"/>
                </a:lnTo>
                <a:lnTo>
                  <a:pt x="1371" y="9924"/>
                </a:lnTo>
                <a:lnTo>
                  <a:pt x="2722" y="8547"/>
                </a:lnTo>
                <a:lnTo>
                  <a:pt x="4053" y="7253"/>
                </a:lnTo>
                <a:lnTo>
                  <a:pt x="5373" y="6047"/>
                </a:lnTo>
                <a:lnTo>
                  <a:pt x="6682" y="4940"/>
                </a:lnTo>
                <a:lnTo>
                  <a:pt x="7986" y="3927"/>
                </a:lnTo>
                <a:lnTo>
                  <a:pt x="9288" y="3018"/>
                </a:lnTo>
                <a:lnTo>
                  <a:pt x="10594" y="2219"/>
                </a:lnTo>
                <a:lnTo>
                  <a:pt x="11904" y="1537"/>
                </a:lnTo>
                <a:lnTo>
                  <a:pt x="13227" y="969"/>
                </a:lnTo>
                <a:lnTo>
                  <a:pt x="14562" y="529"/>
                </a:lnTo>
                <a:lnTo>
                  <a:pt x="15917" y="215"/>
                </a:lnTo>
                <a:lnTo>
                  <a:pt x="17294" y="39"/>
                </a:lnTo>
                <a:lnTo>
                  <a:pt x="18698" y="0"/>
                </a:lnTo>
                <a:lnTo>
                  <a:pt x="20131" y="110"/>
                </a:lnTo>
                <a:lnTo>
                  <a:pt x="21600" y="363"/>
                </a:lnTo>
                <a:close/>
              </a:path>
            </a:pathLst>
          </a:custGeom>
          <a:solidFill>
            <a:srgbClr val="8AD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1" name="contour_11829"/>
          <p:cNvSpPr/>
          <p:nvPr/>
        </p:nvSpPr>
        <p:spPr>
          <a:xfrm>
            <a:off x="739174" y="190945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48" y="759"/>
                </a:lnTo>
                <a:lnTo>
                  <a:pt x="9590" y="1379"/>
                </a:lnTo>
                <a:lnTo>
                  <a:pt x="12671" y="1938"/>
                </a:lnTo>
                <a:lnTo>
                  <a:pt x="14926" y="2503"/>
                </a:lnTo>
                <a:lnTo>
                  <a:pt x="16597" y="3154"/>
                </a:lnTo>
                <a:lnTo>
                  <a:pt x="17928" y="3965"/>
                </a:lnTo>
                <a:lnTo>
                  <a:pt x="19155" y="5011"/>
                </a:lnTo>
                <a:lnTo>
                  <a:pt x="20520" y="6363"/>
                </a:lnTo>
                <a:lnTo>
                  <a:pt x="21056" y="7801"/>
                </a:lnTo>
                <a:lnTo>
                  <a:pt x="21600" y="9257"/>
                </a:lnTo>
                <a:lnTo>
                  <a:pt x="18744" y="9257"/>
                </a:lnTo>
                <a:lnTo>
                  <a:pt x="15872" y="9257"/>
                </a:lnTo>
                <a:lnTo>
                  <a:pt x="12960" y="9257"/>
                </a:lnTo>
                <a:lnTo>
                  <a:pt x="11435" y="10871"/>
                </a:lnTo>
                <a:lnTo>
                  <a:pt x="10450" y="12053"/>
                </a:lnTo>
                <a:lnTo>
                  <a:pt x="9573" y="13380"/>
                </a:lnTo>
                <a:lnTo>
                  <a:pt x="8372" y="15429"/>
                </a:lnTo>
                <a:lnTo>
                  <a:pt x="7158" y="17477"/>
                </a:lnTo>
                <a:lnTo>
                  <a:pt x="6333" y="18804"/>
                </a:lnTo>
                <a:lnTo>
                  <a:pt x="5512" y="19986"/>
                </a:lnTo>
                <a:lnTo>
                  <a:pt x="4320" y="21600"/>
                </a:lnTo>
                <a:lnTo>
                  <a:pt x="2177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18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2" name="contour_11830"/>
          <p:cNvSpPr/>
          <p:nvPr/>
        </p:nvSpPr>
        <p:spPr>
          <a:xfrm>
            <a:off x="4171818" y="1887590"/>
            <a:ext cx="80168" cy="38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2" y="0"/>
                </a:moveTo>
                <a:lnTo>
                  <a:pt x="12754" y="2046"/>
                </a:lnTo>
                <a:lnTo>
                  <a:pt x="13726" y="4091"/>
                </a:lnTo>
                <a:lnTo>
                  <a:pt x="14700" y="6141"/>
                </a:lnTo>
                <a:lnTo>
                  <a:pt x="15676" y="8195"/>
                </a:lnTo>
                <a:lnTo>
                  <a:pt x="16654" y="10252"/>
                </a:lnTo>
                <a:lnTo>
                  <a:pt x="17635" y="12319"/>
                </a:lnTo>
                <a:lnTo>
                  <a:pt x="18619" y="14389"/>
                </a:lnTo>
                <a:lnTo>
                  <a:pt x="19609" y="16472"/>
                </a:lnTo>
                <a:lnTo>
                  <a:pt x="20601" y="18559"/>
                </a:lnTo>
                <a:lnTo>
                  <a:pt x="21600" y="20662"/>
                </a:lnTo>
                <a:lnTo>
                  <a:pt x="20216" y="20753"/>
                </a:lnTo>
                <a:lnTo>
                  <a:pt x="18829" y="20840"/>
                </a:lnTo>
                <a:lnTo>
                  <a:pt x="17445" y="20918"/>
                </a:lnTo>
                <a:lnTo>
                  <a:pt x="16061" y="20993"/>
                </a:lnTo>
                <a:lnTo>
                  <a:pt x="14674" y="21059"/>
                </a:lnTo>
                <a:lnTo>
                  <a:pt x="13290" y="21121"/>
                </a:lnTo>
                <a:lnTo>
                  <a:pt x="11904" y="21178"/>
                </a:lnTo>
                <a:lnTo>
                  <a:pt x="11210" y="21228"/>
                </a:lnTo>
                <a:lnTo>
                  <a:pt x="9117" y="21389"/>
                </a:lnTo>
                <a:lnTo>
                  <a:pt x="7794" y="21426"/>
                </a:lnTo>
                <a:lnTo>
                  <a:pt x="6451" y="21468"/>
                </a:lnTo>
                <a:lnTo>
                  <a:pt x="5229" y="21534"/>
                </a:lnTo>
                <a:lnTo>
                  <a:pt x="3988" y="21600"/>
                </a:lnTo>
                <a:lnTo>
                  <a:pt x="2985" y="21133"/>
                </a:lnTo>
                <a:lnTo>
                  <a:pt x="1964" y="20662"/>
                </a:lnTo>
                <a:lnTo>
                  <a:pt x="1477" y="18616"/>
                </a:lnTo>
                <a:lnTo>
                  <a:pt x="990" y="16558"/>
                </a:lnTo>
                <a:lnTo>
                  <a:pt x="497" y="14492"/>
                </a:lnTo>
                <a:lnTo>
                  <a:pt x="0" y="12397"/>
                </a:lnTo>
                <a:lnTo>
                  <a:pt x="1361" y="12806"/>
                </a:lnTo>
                <a:lnTo>
                  <a:pt x="2724" y="13215"/>
                </a:lnTo>
                <a:lnTo>
                  <a:pt x="4086" y="13624"/>
                </a:lnTo>
                <a:lnTo>
                  <a:pt x="5451" y="14038"/>
                </a:lnTo>
                <a:lnTo>
                  <a:pt x="6822" y="14447"/>
                </a:lnTo>
                <a:lnTo>
                  <a:pt x="8194" y="14860"/>
                </a:lnTo>
                <a:lnTo>
                  <a:pt x="9573" y="15273"/>
                </a:lnTo>
                <a:lnTo>
                  <a:pt x="10957" y="15691"/>
                </a:lnTo>
                <a:lnTo>
                  <a:pt x="12347" y="16108"/>
                </a:lnTo>
                <a:lnTo>
                  <a:pt x="13745" y="16530"/>
                </a:lnTo>
                <a:lnTo>
                  <a:pt x="13421" y="13802"/>
                </a:lnTo>
                <a:lnTo>
                  <a:pt x="13097" y="11071"/>
                </a:lnTo>
                <a:lnTo>
                  <a:pt x="12771" y="8327"/>
                </a:lnTo>
                <a:lnTo>
                  <a:pt x="12444" y="5570"/>
                </a:lnTo>
                <a:lnTo>
                  <a:pt x="12114" y="2798"/>
                </a:lnTo>
                <a:lnTo>
                  <a:pt x="11782" y="0"/>
                </a:lnTo>
                <a:close/>
              </a:path>
            </a:pathLst>
          </a:custGeom>
          <a:solidFill>
            <a:srgbClr val="D3EE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3" name="contour_11831"/>
          <p:cNvSpPr/>
          <p:nvPr/>
        </p:nvSpPr>
        <p:spPr>
          <a:xfrm>
            <a:off x="2481004" y="1895228"/>
            <a:ext cx="43728" cy="506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3" y="43"/>
                </a:moveTo>
                <a:lnTo>
                  <a:pt x="15365" y="1501"/>
                </a:lnTo>
                <a:lnTo>
                  <a:pt x="16978" y="2610"/>
                </a:lnTo>
                <a:lnTo>
                  <a:pt x="17993" y="3716"/>
                </a:lnTo>
                <a:lnTo>
                  <a:pt x="18724" y="5173"/>
                </a:lnTo>
                <a:lnTo>
                  <a:pt x="19490" y="7326"/>
                </a:lnTo>
                <a:lnTo>
                  <a:pt x="19868" y="9365"/>
                </a:lnTo>
                <a:lnTo>
                  <a:pt x="20221" y="11397"/>
                </a:lnTo>
                <a:lnTo>
                  <a:pt x="20545" y="13432"/>
                </a:lnTo>
                <a:lnTo>
                  <a:pt x="20848" y="15464"/>
                </a:lnTo>
                <a:lnTo>
                  <a:pt x="21125" y="17502"/>
                </a:lnTo>
                <a:lnTo>
                  <a:pt x="21377" y="19549"/>
                </a:lnTo>
                <a:lnTo>
                  <a:pt x="21600" y="21600"/>
                </a:lnTo>
                <a:lnTo>
                  <a:pt x="19418" y="20873"/>
                </a:lnTo>
                <a:lnTo>
                  <a:pt x="17280" y="20121"/>
                </a:lnTo>
                <a:lnTo>
                  <a:pt x="15181" y="19329"/>
                </a:lnTo>
                <a:lnTo>
                  <a:pt x="13122" y="18474"/>
                </a:lnTo>
                <a:lnTo>
                  <a:pt x="11110" y="17545"/>
                </a:lnTo>
                <a:lnTo>
                  <a:pt x="9133" y="16523"/>
                </a:lnTo>
                <a:lnTo>
                  <a:pt x="7200" y="15386"/>
                </a:lnTo>
                <a:lnTo>
                  <a:pt x="6984" y="12981"/>
                </a:lnTo>
                <a:lnTo>
                  <a:pt x="6876" y="11294"/>
                </a:lnTo>
                <a:lnTo>
                  <a:pt x="6876" y="9877"/>
                </a:lnTo>
                <a:lnTo>
                  <a:pt x="6984" y="8283"/>
                </a:lnTo>
                <a:lnTo>
                  <a:pt x="7200" y="6065"/>
                </a:lnTo>
                <a:lnTo>
                  <a:pt x="5065" y="4816"/>
                </a:lnTo>
                <a:lnTo>
                  <a:pt x="3600" y="4076"/>
                </a:lnTo>
                <a:lnTo>
                  <a:pt x="2138" y="3554"/>
                </a:lnTo>
                <a:lnTo>
                  <a:pt x="0" y="2958"/>
                </a:lnTo>
                <a:lnTo>
                  <a:pt x="2164" y="1768"/>
                </a:lnTo>
                <a:lnTo>
                  <a:pt x="4115" y="929"/>
                </a:lnTo>
                <a:lnTo>
                  <a:pt x="6012" y="391"/>
                </a:lnTo>
                <a:lnTo>
                  <a:pt x="7996" y="99"/>
                </a:lnTo>
                <a:lnTo>
                  <a:pt x="10217" y="0"/>
                </a:lnTo>
                <a:lnTo>
                  <a:pt x="12823" y="43"/>
                </a:lnTo>
                <a:close/>
              </a:path>
            </a:pathLst>
          </a:custGeom>
          <a:solidFill>
            <a:srgbClr val="4746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4" name="contour_11832"/>
          <p:cNvSpPr/>
          <p:nvPr/>
        </p:nvSpPr>
        <p:spPr>
          <a:xfrm>
            <a:off x="8471733" y="1858438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5" y="0"/>
                </a:lnTo>
                <a:lnTo>
                  <a:pt x="3580" y="0"/>
                </a:lnTo>
                <a:lnTo>
                  <a:pt x="5400" y="0"/>
                </a:lnTo>
                <a:lnTo>
                  <a:pt x="5400" y="2037"/>
                </a:lnTo>
                <a:lnTo>
                  <a:pt x="5400" y="4076"/>
                </a:lnTo>
                <a:lnTo>
                  <a:pt x="5400" y="6125"/>
                </a:lnTo>
                <a:lnTo>
                  <a:pt x="5400" y="8183"/>
                </a:lnTo>
                <a:lnTo>
                  <a:pt x="5400" y="10254"/>
                </a:lnTo>
                <a:lnTo>
                  <a:pt x="5400" y="12343"/>
                </a:lnTo>
                <a:lnTo>
                  <a:pt x="7182" y="12343"/>
                </a:lnTo>
                <a:lnTo>
                  <a:pt x="8967" y="12343"/>
                </a:lnTo>
                <a:lnTo>
                  <a:pt x="10751" y="12343"/>
                </a:lnTo>
                <a:lnTo>
                  <a:pt x="12541" y="12343"/>
                </a:lnTo>
                <a:lnTo>
                  <a:pt x="14337" y="12343"/>
                </a:lnTo>
                <a:lnTo>
                  <a:pt x="16141" y="12343"/>
                </a:lnTo>
                <a:lnTo>
                  <a:pt x="17950" y="12343"/>
                </a:lnTo>
                <a:lnTo>
                  <a:pt x="19769" y="12343"/>
                </a:lnTo>
                <a:lnTo>
                  <a:pt x="21600" y="12343"/>
                </a:lnTo>
                <a:lnTo>
                  <a:pt x="21600" y="13873"/>
                </a:lnTo>
                <a:lnTo>
                  <a:pt x="21600" y="15429"/>
                </a:lnTo>
                <a:lnTo>
                  <a:pt x="19802" y="16043"/>
                </a:lnTo>
                <a:lnTo>
                  <a:pt x="18012" y="16626"/>
                </a:lnTo>
                <a:lnTo>
                  <a:pt x="16224" y="17181"/>
                </a:lnTo>
                <a:lnTo>
                  <a:pt x="14429" y="17712"/>
                </a:lnTo>
                <a:lnTo>
                  <a:pt x="12622" y="18218"/>
                </a:lnTo>
                <a:lnTo>
                  <a:pt x="10800" y="18706"/>
                </a:lnTo>
                <a:lnTo>
                  <a:pt x="9250" y="19128"/>
                </a:lnTo>
                <a:lnTo>
                  <a:pt x="7679" y="19557"/>
                </a:lnTo>
                <a:lnTo>
                  <a:pt x="6145" y="19971"/>
                </a:lnTo>
                <a:lnTo>
                  <a:pt x="4609" y="20381"/>
                </a:lnTo>
                <a:lnTo>
                  <a:pt x="3073" y="20792"/>
                </a:lnTo>
                <a:lnTo>
                  <a:pt x="1536" y="21196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D5E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5" name="contour_11833"/>
          <p:cNvSpPr/>
          <p:nvPr/>
        </p:nvSpPr>
        <p:spPr>
          <a:xfrm>
            <a:off x="1198317" y="1880302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713"/>
                </a:lnTo>
                <a:lnTo>
                  <a:pt x="16713" y="1429"/>
                </a:lnTo>
                <a:lnTo>
                  <a:pt x="18328" y="2146"/>
                </a:lnTo>
                <a:lnTo>
                  <a:pt x="19956" y="2869"/>
                </a:lnTo>
                <a:lnTo>
                  <a:pt x="21600" y="3600"/>
                </a:lnTo>
                <a:lnTo>
                  <a:pt x="21095" y="5936"/>
                </a:lnTo>
                <a:lnTo>
                  <a:pt x="20542" y="8147"/>
                </a:lnTo>
                <a:lnTo>
                  <a:pt x="19912" y="10246"/>
                </a:lnTo>
                <a:lnTo>
                  <a:pt x="19189" y="12258"/>
                </a:lnTo>
                <a:lnTo>
                  <a:pt x="18344" y="14206"/>
                </a:lnTo>
                <a:lnTo>
                  <a:pt x="17356" y="16114"/>
                </a:lnTo>
                <a:lnTo>
                  <a:pt x="16200" y="18000"/>
                </a:lnTo>
                <a:lnTo>
                  <a:pt x="14421" y="18731"/>
                </a:lnTo>
                <a:lnTo>
                  <a:pt x="12647" y="19354"/>
                </a:lnTo>
                <a:lnTo>
                  <a:pt x="10870" y="19883"/>
                </a:lnTo>
                <a:lnTo>
                  <a:pt x="9091" y="20322"/>
                </a:lnTo>
                <a:lnTo>
                  <a:pt x="7301" y="20686"/>
                </a:lnTo>
                <a:lnTo>
                  <a:pt x="5503" y="20984"/>
                </a:lnTo>
                <a:lnTo>
                  <a:pt x="3688" y="21229"/>
                </a:lnTo>
                <a:lnTo>
                  <a:pt x="1855" y="21431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358" y="13205"/>
                </a:lnTo>
                <a:lnTo>
                  <a:pt x="2354" y="12434"/>
                </a:lnTo>
                <a:lnTo>
                  <a:pt x="3483" y="11743"/>
                </a:lnTo>
                <a:lnTo>
                  <a:pt x="5233" y="10800"/>
                </a:lnTo>
                <a:lnTo>
                  <a:pt x="7209" y="9713"/>
                </a:lnTo>
                <a:lnTo>
                  <a:pt x="8791" y="8665"/>
                </a:lnTo>
                <a:lnTo>
                  <a:pt x="10114" y="7420"/>
                </a:lnTo>
                <a:lnTo>
                  <a:pt x="11308" y="5738"/>
                </a:lnTo>
                <a:lnTo>
                  <a:pt x="12498" y="3377"/>
                </a:lnTo>
                <a:lnTo>
                  <a:pt x="12995" y="1699"/>
                </a:lnTo>
                <a:lnTo>
                  <a:pt x="13500" y="0"/>
                </a:lnTo>
                <a:close/>
              </a:path>
            </a:pathLst>
          </a:custGeom>
          <a:solidFill>
            <a:srgbClr val="B1B2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6" name="contour_11834"/>
          <p:cNvSpPr/>
          <p:nvPr/>
        </p:nvSpPr>
        <p:spPr>
          <a:xfrm>
            <a:off x="855782" y="1843862"/>
            <a:ext cx="43065" cy="599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77" y="0"/>
                </a:moveTo>
                <a:lnTo>
                  <a:pt x="19118" y="1923"/>
                </a:lnTo>
                <a:lnTo>
                  <a:pt x="19867" y="3764"/>
                </a:lnTo>
                <a:lnTo>
                  <a:pt x="20507" y="5537"/>
                </a:lnTo>
                <a:lnTo>
                  <a:pt x="21019" y="7258"/>
                </a:lnTo>
                <a:lnTo>
                  <a:pt x="21384" y="8944"/>
                </a:lnTo>
                <a:lnTo>
                  <a:pt x="21585" y="10607"/>
                </a:lnTo>
                <a:lnTo>
                  <a:pt x="21600" y="12264"/>
                </a:lnTo>
                <a:lnTo>
                  <a:pt x="21414" y="13932"/>
                </a:lnTo>
                <a:lnTo>
                  <a:pt x="21008" y="15627"/>
                </a:lnTo>
                <a:lnTo>
                  <a:pt x="20361" y="17360"/>
                </a:lnTo>
                <a:lnTo>
                  <a:pt x="19458" y="19152"/>
                </a:lnTo>
                <a:lnTo>
                  <a:pt x="18277" y="21014"/>
                </a:lnTo>
                <a:lnTo>
                  <a:pt x="15631" y="21343"/>
                </a:lnTo>
                <a:lnTo>
                  <a:pt x="13028" y="21532"/>
                </a:lnTo>
                <a:lnTo>
                  <a:pt x="10444" y="21600"/>
                </a:lnTo>
                <a:lnTo>
                  <a:pt x="7867" y="21563"/>
                </a:lnTo>
                <a:lnTo>
                  <a:pt x="5278" y="21442"/>
                </a:lnTo>
                <a:lnTo>
                  <a:pt x="2661" y="21253"/>
                </a:lnTo>
                <a:lnTo>
                  <a:pt x="0" y="21014"/>
                </a:lnTo>
                <a:lnTo>
                  <a:pt x="26" y="18429"/>
                </a:lnTo>
                <a:lnTo>
                  <a:pt x="197" y="16727"/>
                </a:lnTo>
                <a:lnTo>
                  <a:pt x="662" y="15530"/>
                </a:lnTo>
                <a:lnTo>
                  <a:pt x="1572" y="14458"/>
                </a:lnTo>
                <a:lnTo>
                  <a:pt x="3071" y="13134"/>
                </a:lnTo>
                <a:lnTo>
                  <a:pt x="4394" y="12267"/>
                </a:lnTo>
                <a:lnTo>
                  <a:pt x="5732" y="11392"/>
                </a:lnTo>
                <a:lnTo>
                  <a:pt x="7084" y="10507"/>
                </a:lnTo>
                <a:lnTo>
                  <a:pt x="8894" y="9291"/>
                </a:lnTo>
                <a:lnTo>
                  <a:pt x="10572" y="8106"/>
                </a:lnTo>
                <a:lnTo>
                  <a:pt x="12125" y="6922"/>
                </a:lnTo>
                <a:lnTo>
                  <a:pt x="13558" y="5711"/>
                </a:lnTo>
                <a:lnTo>
                  <a:pt x="14881" y="4442"/>
                </a:lnTo>
                <a:lnTo>
                  <a:pt x="16106" y="3089"/>
                </a:lnTo>
                <a:lnTo>
                  <a:pt x="17235" y="1615"/>
                </a:lnTo>
                <a:lnTo>
                  <a:pt x="18277" y="0"/>
                </a:lnTo>
                <a:close/>
              </a:path>
            </a:pathLst>
          </a:custGeom>
          <a:solidFill>
            <a:srgbClr val="A280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7" name="contour_11835"/>
          <p:cNvSpPr/>
          <p:nvPr/>
        </p:nvSpPr>
        <p:spPr>
          <a:xfrm>
            <a:off x="4434186" y="1859188"/>
            <a:ext cx="87456" cy="356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57"/>
                </a:moveTo>
                <a:lnTo>
                  <a:pt x="19611" y="5297"/>
                </a:lnTo>
                <a:lnTo>
                  <a:pt x="18031" y="6338"/>
                </a:lnTo>
                <a:lnTo>
                  <a:pt x="16776" y="7106"/>
                </a:lnTo>
                <a:lnTo>
                  <a:pt x="15763" y="7635"/>
                </a:lnTo>
                <a:lnTo>
                  <a:pt x="14906" y="7957"/>
                </a:lnTo>
                <a:lnTo>
                  <a:pt x="14121" y="8107"/>
                </a:lnTo>
                <a:lnTo>
                  <a:pt x="13325" y="8112"/>
                </a:lnTo>
                <a:lnTo>
                  <a:pt x="12434" y="8001"/>
                </a:lnTo>
                <a:lnTo>
                  <a:pt x="11362" y="7816"/>
                </a:lnTo>
                <a:lnTo>
                  <a:pt x="10775" y="7953"/>
                </a:lnTo>
                <a:lnTo>
                  <a:pt x="9000" y="8367"/>
                </a:lnTo>
                <a:lnTo>
                  <a:pt x="8392" y="11649"/>
                </a:lnTo>
                <a:lnTo>
                  <a:pt x="7994" y="13978"/>
                </a:lnTo>
                <a:lnTo>
                  <a:pt x="7720" y="15989"/>
                </a:lnTo>
                <a:lnTo>
                  <a:pt x="7484" y="18318"/>
                </a:lnTo>
                <a:lnTo>
                  <a:pt x="7200" y="21600"/>
                </a:lnTo>
                <a:lnTo>
                  <a:pt x="6012" y="20872"/>
                </a:lnTo>
                <a:lnTo>
                  <a:pt x="4822" y="20144"/>
                </a:lnTo>
                <a:lnTo>
                  <a:pt x="3627" y="19412"/>
                </a:lnTo>
                <a:lnTo>
                  <a:pt x="2426" y="18676"/>
                </a:lnTo>
                <a:lnTo>
                  <a:pt x="1219" y="17935"/>
                </a:lnTo>
                <a:lnTo>
                  <a:pt x="0" y="17189"/>
                </a:lnTo>
                <a:lnTo>
                  <a:pt x="990" y="13722"/>
                </a:lnTo>
                <a:lnTo>
                  <a:pt x="1989" y="10714"/>
                </a:lnTo>
                <a:lnTo>
                  <a:pt x="3001" y="8138"/>
                </a:lnTo>
                <a:lnTo>
                  <a:pt x="4027" y="5963"/>
                </a:lnTo>
                <a:lnTo>
                  <a:pt x="5072" y="4173"/>
                </a:lnTo>
                <a:lnTo>
                  <a:pt x="6138" y="2739"/>
                </a:lnTo>
                <a:lnTo>
                  <a:pt x="7227" y="1632"/>
                </a:lnTo>
                <a:lnTo>
                  <a:pt x="8343" y="834"/>
                </a:lnTo>
                <a:lnTo>
                  <a:pt x="9488" y="309"/>
                </a:lnTo>
                <a:lnTo>
                  <a:pt x="10667" y="40"/>
                </a:lnTo>
                <a:lnTo>
                  <a:pt x="11880" y="0"/>
                </a:lnTo>
                <a:lnTo>
                  <a:pt x="13131" y="159"/>
                </a:lnTo>
                <a:lnTo>
                  <a:pt x="14423" y="498"/>
                </a:lnTo>
                <a:lnTo>
                  <a:pt x="15759" y="988"/>
                </a:lnTo>
                <a:lnTo>
                  <a:pt x="17143" y="1606"/>
                </a:lnTo>
                <a:lnTo>
                  <a:pt x="18574" y="2320"/>
                </a:lnTo>
                <a:lnTo>
                  <a:pt x="20059" y="3114"/>
                </a:lnTo>
                <a:lnTo>
                  <a:pt x="21600" y="3957"/>
                </a:lnTo>
                <a:close/>
              </a:path>
            </a:pathLst>
          </a:custGeom>
          <a:solidFill>
            <a:srgbClr val="DB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8" name="contour_11836"/>
          <p:cNvSpPr/>
          <p:nvPr/>
        </p:nvSpPr>
        <p:spPr>
          <a:xfrm>
            <a:off x="724598" y="1843862"/>
            <a:ext cx="51016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494" y="194"/>
                </a:lnTo>
                <a:lnTo>
                  <a:pt x="13145" y="531"/>
                </a:lnTo>
                <a:lnTo>
                  <a:pt x="15620" y="1315"/>
                </a:lnTo>
                <a:lnTo>
                  <a:pt x="17302" y="1817"/>
                </a:lnTo>
                <a:lnTo>
                  <a:pt x="19008" y="2322"/>
                </a:lnTo>
                <a:lnTo>
                  <a:pt x="20295" y="3262"/>
                </a:lnTo>
                <a:lnTo>
                  <a:pt x="21600" y="4215"/>
                </a:lnTo>
                <a:lnTo>
                  <a:pt x="21600" y="7001"/>
                </a:lnTo>
                <a:lnTo>
                  <a:pt x="21600" y="9803"/>
                </a:lnTo>
                <a:lnTo>
                  <a:pt x="21600" y="12644"/>
                </a:lnTo>
                <a:lnTo>
                  <a:pt x="19705" y="14861"/>
                </a:lnTo>
                <a:lnTo>
                  <a:pt x="17879" y="16732"/>
                </a:lnTo>
                <a:lnTo>
                  <a:pt x="16070" y="18279"/>
                </a:lnTo>
                <a:lnTo>
                  <a:pt x="14231" y="19514"/>
                </a:lnTo>
                <a:lnTo>
                  <a:pt x="12312" y="20449"/>
                </a:lnTo>
                <a:lnTo>
                  <a:pt x="10266" y="21098"/>
                </a:lnTo>
                <a:lnTo>
                  <a:pt x="8041" y="21478"/>
                </a:lnTo>
                <a:lnTo>
                  <a:pt x="5591" y="21600"/>
                </a:lnTo>
                <a:lnTo>
                  <a:pt x="3743" y="21427"/>
                </a:lnTo>
                <a:lnTo>
                  <a:pt x="1885" y="21250"/>
                </a:lnTo>
                <a:lnTo>
                  <a:pt x="0" y="21073"/>
                </a:lnTo>
                <a:lnTo>
                  <a:pt x="719" y="19029"/>
                </a:lnTo>
                <a:lnTo>
                  <a:pt x="1441" y="16985"/>
                </a:lnTo>
                <a:lnTo>
                  <a:pt x="2166" y="14945"/>
                </a:lnTo>
                <a:lnTo>
                  <a:pt x="2894" y="12905"/>
                </a:lnTo>
                <a:lnTo>
                  <a:pt x="3703" y="10629"/>
                </a:lnTo>
                <a:lnTo>
                  <a:pt x="4521" y="8315"/>
                </a:lnTo>
                <a:lnTo>
                  <a:pt x="5523" y="5879"/>
                </a:lnTo>
                <a:lnTo>
                  <a:pt x="6350" y="4202"/>
                </a:lnTo>
                <a:lnTo>
                  <a:pt x="7449" y="2499"/>
                </a:lnTo>
                <a:lnTo>
                  <a:pt x="9257" y="0"/>
                </a:lnTo>
                <a:close/>
              </a:path>
            </a:pathLst>
          </a:custGeom>
          <a:solidFill>
            <a:srgbClr val="4C3E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39" name="contour_11837"/>
          <p:cNvSpPr/>
          <p:nvPr/>
        </p:nvSpPr>
        <p:spPr>
          <a:xfrm>
            <a:off x="1526277" y="1836574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989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0" name="contour_11838"/>
          <p:cNvSpPr/>
          <p:nvPr/>
        </p:nvSpPr>
        <p:spPr>
          <a:xfrm>
            <a:off x="1285773" y="1821998"/>
            <a:ext cx="65592" cy="36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1068"/>
                </a:lnTo>
                <a:lnTo>
                  <a:pt x="16783" y="2135"/>
                </a:lnTo>
                <a:lnTo>
                  <a:pt x="17983" y="3216"/>
                </a:lnTo>
                <a:lnTo>
                  <a:pt x="19200" y="4305"/>
                </a:lnTo>
                <a:lnTo>
                  <a:pt x="18605" y="6437"/>
                </a:lnTo>
                <a:lnTo>
                  <a:pt x="18010" y="8581"/>
                </a:lnTo>
                <a:lnTo>
                  <a:pt x="17407" y="10733"/>
                </a:lnTo>
                <a:lnTo>
                  <a:pt x="16800" y="12916"/>
                </a:lnTo>
                <a:lnTo>
                  <a:pt x="17988" y="13984"/>
                </a:lnTo>
                <a:lnTo>
                  <a:pt x="19183" y="15052"/>
                </a:lnTo>
                <a:lnTo>
                  <a:pt x="20383" y="16132"/>
                </a:lnTo>
                <a:lnTo>
                  <a:pt x="21600" y="17221"/>
                </a:lnTo>
                <a:lnTo>
                  <a:pt x="19915" y="17897"/>
                </a:lnTo>
                <a:lnTo>
                  <a:pt x="18250" y="18526"/>
                </a:lnTo>
                <a:lnTo>
                  <a:pt x="16598" y="19103"/>
                </a:lnTo>
                <a:lnTo>
                  <a:pt x="14957" y="19628"/>
                </a:lnTo>
                <a:lnTo>
                  <a:pt x="13322" y="20097"/>
                </a:lnTo>
                <a:lnTo>
                  <a:pt x="11690" y="20511"/>
                </a:lnTo>
                <a:lnTo>
                  <a:pt x="10056" y="20864"/>
                </a:lnTo>
                <a:lnTo>
                  <a:pt x="8417" y="21148"/>
                </a:lnTo>
                <a:lnTo>
                  <a:pt x="6768" y="21372"/>
                </a:lnTo>
                <a:lnTo>
                  <a:pt x="5105" y="21523"/>
                </a:lnTo>
                <a:lnTo>
                  <a:pt x="3427" y="21600"/>
                </a:lnTo>
                <a:lnTo>
                  <a:pt x="1726" y="21600"/>
                </a:lnTo>
                <a:lnTo>
                  <a:pt x="0" y="21527"/>
                </a:lnTo>
                <a:lnTo>
                  <a:pt x="0" y="18969"/>
                </a:lnTo>
                <a:lnTo>
                  <a:pt x="0" y="16403"/>
                </a:lnTo>
                <a:lnTo>
                  <a:pt x="0" y="13829"/>
                </a:lnTo>
                <a:lnTo>
                  <a:pt x="0" y="11233"/>
                </a:lnTo>
                <a:lnTo>
                  <a:pt x="0" y="8611"/>
                </a:lnTo>
                <a:lnTo>
                  <a:pt x="725" y="8826"/>
                </a:lnTo>
                <a:lnTo>
                  <a:pt x="1390" y="9028"/>
                </a:lnTo>
                <a:lnTo>
                  <a:pt x="2117" y="9244"/>
                </a:lnTo>
                <a:lnTo>
                  <a:pt x="3024" y="9515"/>
                </a:lnTo>
                <a:lnTo>
                  <a:pt x="4229" y="9876"/>
                </a:lnTo>
                <a:lnTo>
                  <a:pt x="5851" y="10359"/>
                </a:lnTo>
                <a:lnTo>
                  <a:pt x="8006" y="11005"/>
                </a:lnTo>
                <a:lnTo>
                  <a:pt x="10817" y="11844"/>
                </a:lnTo>
                <a:lnTo>
                  <a:pt x="14400" y="12916"/>
                </a:lnTo>
                <a:lnTo>
                  <a:pt x="14400" y="10359"/>
                </a:lnTo>
                <a:lnTo>
                  <a:pt x="14400" y="7793"/>
                </a:lnTo>
                <a:lnTo>
                  <a:pt x="14400" y="5218"/>
                </a:lnTo>
                <a:lnTo>
                  <a:pt x="14400" y="2622"/>
                </a:lnTo>
                <a:lnTo>
                  <a:pt x="14400" y="0"/>
                </a:lnTo>
                <a:close/>
              </a:path>
            </a:pathLst>
          </a:custGeom>
          <a:solidFill>
            <a:srgbClr val="68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1" name="contour_11839"/>
          <p:cNvSpPr/>
          <p:nvPr/>
        </p:nvSpPr>
        <p:spPr>
          <a:xfrm>
            <a:off x="659006" y="1836574"/>
            <a:ext cx="51016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437" y="3401"/>
                </a:lnTo>
                <a:lnTo>
                  <a:pt x="19937" y="6087"/>
                </a:lnTo>
                <a:lnTo>
                  <a:pt x="20443" y="10352"/>
                </a:lnTo>
                <a:lnTo>
                  <a:pt x="20792" y="13241"/>
                </a:lnTo>
                <a:lnTo>
                  <a:pt x="21143" y="16175"/>
                </a:lnTo>
                <a:lnTo>
                  <a:pt x="21254" y="17299"/>
                </a:lnTo>
                <a:lnTo>
                  <a:pt x="21600" y="20705"/>
                </a:lnTo>
                <a:lnTo>
                  <a:pt x="19523" y="20979"/>
                </a:lnTo>
                <a:lnTo>
                  <a:pt x="17462" y="21222"/>
                </a:lnTo>
                <a:lnTo>
                  <a:pt x="15407" y="21419"/>
                </a:lnTo>
                <a:lnTo>
                  <a:pt x="13358" y="21548"/>
                </a:lnTo>
                <a:lnTo>
                  <a:pt x="11309" y="21600"/>
                </a:lnTo>
                <a:lnTo>
                  <a:pt x="9263" y="21559"/>
                </a:lnTo>
                <a:lnTo>
                  <a:pt x="7211" y="21403"/>
                </a:lnTo>
                <a:lnTo>
                  <a:pt x="5153" y="21124"/>
                </a:lnTo>
                <a:lnTo>
                  <a:pt x="3086" y="20705"/>
                </a:lnTo>
                <a:lnTo>
                  <a:pt x="1765" y="16853"/>
                </a:lnTo>
                <a:lnTo>
                  <a:pt x="944" y="14120"/>
                </a:lnTo>
                <a:lnTo>
                  <a:pt x="475" y="11760"/>
                </a:lnTo>
                <a:lnTo>
                  <a:pt x="210" y="9027"/>
                </a:lnTo>
                <a:lnTo>
                  <a:pt x="0" y="5176"/>
                </a:lnTo>
                <a:lnTo>
                  <a:pt x="1910" y="4322"/>
                </a:lnTo>
                <a:lnTo>
                  <a:pt x="3836" y="3463"/>
                </a:lnTo>
                <a:lnTo>
                  <a:pt x="5786" y="2588"/>
                </a:lnTo>
                <a:lnTo>
                  <a:pt x="7400" y="1863"/>
                </a:lnTo>
                <a:lnTo>
                  <a:pt x="9041" y="1134"/>
                </a:lnTo>
                <a:lnTo>
                  <a:pt x="10701" y="580"/>
                </a:lnTo>
                <a:lnTo>
                  <a:pt x="12025" y="243"/>
                </a:lnTo>
                <a:lnTo>
                  <a:pt x="13466" y="72"/>
                </a:lnTo>
                <a:lnTo>
                  <a:pt x="15475" y="10"/>
                </a:lnTo>
                <a:lnTo>
                  <a:pt x="18514" y="0"/>
                </a:lnTo>
                <a:close/>
              </a:path>
            </a:pathLst>
          </a:custGeom>
          <a:solidFill>
            <a:srgbClr val="4B48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2" name="contour_11840"/>
          <p:cNvSpPr/>
          <p:nvPr/>
        </p:nvSpPr>
        <p:spPr>
          <a:xfrm>
            <a:off x="1489837" y="1821998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76" y="0"/>
                </a:moveTo>
                <a:lnTo>
                  <a:pt x="9027" y="353"/>
                </a:lnTo>
                <a:lnTo>
                  <a:pt x="11760" y="716"/>
                </a:lnTo>
                <a:lnTo>
                  <a:pt x="14120" y="1264"/>
                </a:lnTo>
                <a:lnTo>
                  <a:pt x="16853" y="2167"/>
                </a:lnTo>
                <a:lnTo>
                  <a:pt x="20705" y="3600"/>
                </a:lnTo>
                <a:lnTo>
                  <a:pt x="21217" y="6188"/>
                </a:lnTo>
                <a:lnTo>
                  <a:pt x="21502" y="8755"/>
                </a:lnTo>
                <a:lnTo>
                  <a:pt x="21600" y="11311"/>
                </a:lnTo>
                <a:lnTo>
                  <a:pt x="21538" y="13864"/>
                </a:lnTo>
                <a:lnTo>
                  <a:pt x="21346" y="16423"/>
                </a:lnTo>
                <a:lnTo>
                  <a:pt x="21057" y="18997"/>
                </a:lnTo>
                <a:lnTo>
                  <a:pt x="20705" y="21600"/>
                </a:lnTo>
                <a:lnTo>
                  <a:pt x="17288" y="21600"/>
                </a:lnTo>
                <a:lnTo>
                  <a:pt x="13867" y="21600"/>
                </a:lnTo>
                <a:lnTo>
                  <a:pt x="10430" y="21600"/>
                </a:lnTo>
                <a:lnTo>
                  <a:pt x="6977" y="21600"/>
                </a:lnTo>
                <a:lnTo>
                  <a:pt x="3504" y="21600"/>
                </a:lnTo>
                <a:lnTo>
                  <a:pt x="0" y="21600"/>
                </a:lnTo>
                <a:lnTo>
                  <a:pt x="569" y="19224"/>
                </a:lnTo>
                <a:lnTo>
                  <a:pt x="1139" y="16844"/>
                </a:lnTo>
                <a:lnTo>
                  <a:pt x="1708" y="14465"/>
                </a:lnTo>
                <a:lnTo>
                  <a:pt x="2283" y="12078"/>
                </a:lnTo>
                <a:lnTo>
                  <a:pt x="2857" y="9684"/>
                </a:lnTo>
                <a:lnTo>
                  <a:pt x="3432" y="7279"/>
                </a:lnTo>
                <a:lnTo>
                  <a:pt x="4012" y="4867"/>
                </a:lnTo>
                <a:lnTo>
                  <a:pt x="4591" y="2441"/>
                </a:lnTo>
                <a:lnTo>
                  <a:pt x="5176" y="0"/>
                </a:lnTo>
                <a:close/>
              </a:path>
            </a:pathLst>
          </a:custGeom>
          <a:solidFill>
            <a:srgbClr val="44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3" name="contour_11841"/>
          <p:cNvSpPr/>
          <p:nvPr/>
        </p:nvSpPr>
        <p:spPr>
          <a:xfrm>
            <a:off x="7014135" y="1808719"/>
            <a:ext cx="65592" cy="33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3829"/>
                </a:moveTo>
                <a:lnTo>
                  <a:pt x="20083" y="7434"/>
                </a:lnTo>
                <a:lnTo>
                  <a:pt x="20650" y="9964"/>
                </a:lnTo>
                <a:lnTo>
                  <a:pt x="21014" y="12088"/>
                </a:lnTo>
                <a:lnTo>
                  <a:pt x="21293" y="14478"/>
                </a:lnTo>
                <a:lnTo>
                  <a:pt x="21600" y="17804"/>
                </a:lnTo>
                <a:lnTo>
                  <a:pt x="19841" y="19308"/>
                </a:lnTo>
                <a:lnTo>
                  <a:pt x="18293" y="20463"/>
                </a:lnTo>
                <a:lnTo>
                  <a:pt x="16865" y="21237"/>
                </a:lnTo>
                <a:lnTo>
                  <a:pt x="15466" y="21600"/>
                </a:lnTo>
                <a:lnTo>
                  <a:pt x="14006" y="21511"/>
                </a:lnTo>
                <a:lnTo>
                  <a:pt x="12398" y="20943"/>
                </a:lnTo>
                <a:lnTo>
                  <a:pt x="10548" y="19858"/>
                </a:lnTo>
                <a:lnTo>
                  <a:pt x="9293" y="18507"/>
                </a:lnTo>
                <a:lnTo>
                  <a:pt x="8028" y="17142"/>
                </a:lnTo>
                <a:lnTo>
                  <a:pt x="6749" y="15763"/>
                </a:lnTo>
                <a:lnTo>
                  <a:pt x="5477" y="14426"/>
                </a:lnTo>
                <a:lnTo>
                  <a:pt x="4195" y="13076"/>
                </a:lnTo>
                <a:lnTo>
                  <a:pt x="2897" y="11706"/>
                </a:lnTo>
                <a:lnTo>
                  <a:pt x="1459" y="10108"/>
                </a:lnTo>
                <a:lnTo>
                  <a:pt x="0" y="8487"/>
                </a:lnTo>
                <a:lnTo>
                  <a:pt x="1709" y="6414"/>
                </a:lnTo>
                <a:lnTo>
                  <a:pt x="3324" y="4612"/>
                </a:lnTo>
                <a:lnTo>
                  <a:pt x="4870" y="3084"/>
                </a:lnTo>
                <a:lnTo>
                  <a:pt x="6365" y="1849"/>
                </a:lnTo>
                <a:lnTo>
                  <a:pt x="7834" y="913"/>
                </a:lnTo>
                <a:lnTo>
                  <a:pt x="9298" y="293"/>
                </a:lnTo>
                <a:lnTo>
                  <a:pt x="10778" y="0"/>
                </a:lnTo>
                <a:lnTo>
                  <a:pt x="12298" y="42"/>
                </a:lnTo>
                <a:lnTo>
                  <a:pt x="13879" y="438"/>
                </a:lnTo>
                <a:lnTo>
                  <a:pt x="15540" y="1188"/>
                </a:lnTo>
                <a:lnTo>
                  <a:pt x="17306" y="2315"/>
                </a:lnTo>
                <a:lnTo>
                  <a:pt x="19200" y="3829"/>
                </a:lnTo>
                <a:close/>
              </a:path>
            </a:pathLst>
          </a:custGeom>
          <a:solidFill>
            <a:srgbClr val="D1C6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4" name="contour_11842"/>
          <p:cNvSpPr/>
          <p:nvPr/>
        </p:nvSpPr>
        <p:spPr>
          <a:xfrm>
            <a:off x="4106226" y="1814710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06" y="371"/>
                </a:lnTo>
                <a:lnTo>
                  <a:pt x="6021" y="788"/>
                </a:lnTo>
                <a:lnTo>
                  <a:pt x="7584" y="1264"/>
                </a:lnTo>
                <a:lnTo>
                  <a:pt x="9131" y="1811"/>
                </a:lnTo>
                <a:lnTo>
                  <a:pt x="10697" y="2434"/>
                </a:lnTo>
                <a:lnTo>
                  <a:pt x="12317" y="3150"/>
                </a:lnTo>
                <a:lnTo>
                  <a:pt x="13657" y="3715"/>
                </a:lnTo>
                <a:lnTo>
                  <a:pt x="15015" y="4288"/>
                </a:lnTo>
                <a:lnTo>
                  <a:pt x="16664" y="5000"/>
                </a:lnTo>
                <a:lnTo>
                  <a:pt x="18311" y="5724"/>
                </a:lnTo>
                <a:lnTo>
                  <a:pt x="19958" y="6458"/>
                </a:lnTo>
                <a:lnTo>
                  <a:pt x="21600" y="7200"/>
                </a:lnTo>
                <a:lnTo>
                  <a:pt x="20145" y="9338"/>
                </a:lnTo>
                <a:lnTo>
                  <a:pt x="19097" y="10800"/>
                </a:lnTo>
                <a:lnTo>
                  <a:pt x="17952" y="12262"/>
                </a:lnTo>
                <a:lnTo>
                  <a:pt x="16200" y="14400"/>
                </a:lnTo>
                <a:lnTo>
                  <a:pt x="14580" y="14400"/>
                </a:lnTo>
                <a:lnTo>
                  <a:pt x="12960" y="14400"/>
                </a:lnTo>
                <a:lnTo>
                  <a:pt x="11340" y="14400"/>
                </a:lnTo>
                <a:lnTo>
                  <a:pt x="9720" y="14400"/>
                </a:lnTo>
                <a:lnTo>
                  <a:pt x="8100" y="14400"/>
                </a:lnTo>
                <a:lnTo>
                  <a:pt x="7012" y="16538"/>
                </a:lnTo>
                <a:lnTo>
                  <a:pt x="6369" y="18000"/>
                </a:lnTo>
                <a:lnTo>
                  <a:pt x="5916" y="19462"/>
                </a:lnTo>
                <a:lnTo>
                  <a:pt x="5400" y="21600"/>
                </a:lnTo>
                <a:lnTo>
                  <a:pt x="5511" y="19890"/>
                </a:lnTo>
                <a:lnTo>
                  <a:pt x="5624" y="18169"/>
                </a:lnTo>
                <a:lnTo>
                  <a:pt x="5738" y="16423"/>
                </a:lnTo>
                <a:lnTo>
                  <a:pt x="5627" y="14566"/>
                </a:lnTo>
                <a:lnTo>
                  <a:pt x="5513" y="12697"/>
                </a:lnTo>
                <a:lnTo>
                  <a:pt x="5400" y="10800"/>
                </a:lnTo>
                <a:lnTo>
                  <a:pt x="3796" y="9349"/>
                </a:lnTo>
                <a:lnTo>
                  <a:pt x="2700" y="8492"/>
                </a:lnTo>
                <a:lnTo>
                  <a:pt x="1604" y="7888"/>
                </a:lnTo>
                <a:lnTo>
                  <a:pt x="0" y="7200"/>
                </a:lnTo>
                <a:lnTo>
                  <a:pt x="462" y="4950"/>
                </a:lnTo>
                <a:lnTo>
                  <a:pt x="899" y="3452"/>
                </a:lnTo>
                <a:lnTo>
                  <a:pt x="1561" y="2027"/>
                </a:lnTo>
                <a:lnTo>
                  <a:pt x="2700" y="0"/>
                </a:lnTo>
                <a:close/>
              </a:path>
            </a:pathLst>
          </a:custGeom>
          <a:solidFill>
            <a:srgbClr val="C4CC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5" name="contour_11843"/>
          <p:cNvSpPr/>
          <p:nvPr/>
        </p:nvSpPr>
        <p:spPr>
          <a:xfrm>
            <a:off x="1533565" y="179284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4576" y="2354"/>
                </a:lnTo>
                <a:lnTo>
                  <a:pt x="15617" y="4079"/>
                </a:lnTo>
                <a:lnTo>
                  <a:pt x="16550" y="6012"/>
                </a:lnTo>
                <a:lnTo>
                  <a:pt x="17820" y="9000"/>
                </a:lnTo>
                <a:lnTo>
                  <a:pt x="18546" y="10674"/>
                </a:lnTo>
                <a:lnTo>
                  <a:pt x="19276" y="12355"/>
                </a:lnTo>
                <a:lnTo>
                  <a:pt x="20015" y="14062"/>
                </a:lnTo>
                <a:lnTo>
                  <a:pt x="20801" y="16016"/>
                </a:lnTo>
                <a:lnTo>
                  <a:pt x="21600" y="18000"/>
                </a:lnTo>
                <a:lnTo>
                  <a:pt x="18926" y="18446"/>
                </a:lnTo>
                <a:lnTo>
                  <a:pt x="16252" y="18893"/>
                </a:lnTo>
                <a:lnTo>
                  <a:pt x="13569" y="19339"/>
                </a:lnTo>
                <a:lnTo>
                  <a:pt x="10882" y="19786"/>
                </a:lnTo>
                <a:lnTo>
                  <a:pt x="8182" y="20236"/>
                </a:lnTo>
                <a:lnTo>
                  <a:pt x="5469" y="20689"/>
                </a:lnTo>
                <a:lnTo>
                  <a:pt x="2743" y="21143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2F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6" name="contour_11844"/>
          <p:cNvSpPr/>
          <p:nvPr/>
        </p:nvSpPr>
        <p:spPr>
          <a:xfrm>
            <a:off x="8530037" y="1749118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43" y="425"/>
                </a:lnTo>
                <a:lnTo>
                  <a:pt x="2884" y="875"/>
                </a:lnTo>
                <a:lnTo>
                  <a:pt x="4320" y="1350"/>
                </a:lnTo>
                <a:lnTo>
                  <a:pt x="5525" y="1728"/>
                </a:lnTo>
                <a:lnTo>
                  <a:pt x="6750" y="2110"/>
                </a:lnTo>
                <a:lnTo>
                  <a:pt x="7690" y="2851"/>
                </a:lnTo>
                <a:lnTo>
                  <a:pt x="8640" y="3600"/>
                </a:lnTo>
                <a:lnTo>
                  <a:pt x="8640" y="5980"/>
                </a:lnTo>
                <a:lnTo>
                  <a:pt x="8640" y="8374"/>
                </a:lnTo>
                <a:lnTo>
                  <a:pt x="8640" y="10800"/>
                </a:lnTo>
                <a:lnTo>
                  <a:pt x="10066" y="10800"/>
                </a:lnTo>
                <a:lnTo>
                  <a:pt x="11493" y="10800"/>
                </a:lnTo>
                <a:lnTo>
                  <a:pt x="12921" y="10800"/>
                </a:lnTo>
                <a:lnTo>
                  <a:pt x="14353" y="10800"/>
                </a:lnTo>
                <a:lnTo>
                  <a:pt x="15790" y="10800"/>
                </a:lnTo>
                <a:lnTo>
                  <a:pt x="17232" y="10800"/>
                </a:lnTo>
                <a:lnTo>
                  <a:pt x="18680" y="10800"/>
                </a:lnTo>
                <a:lnTo>
                  <a:pt x="20136" y="10800"/>
                </a:lnTo>
                <a:lnTo>
                  <a:pt x="21600" y="10800"/>
                </a:lnTo>
                <a:lnTo>
                  <a:pt x="20531" y="12582"/>
                </a:lnTo>
                <a:lnTo>
                  <a:pt x="19455" y="14375"/>
                </a:lnTo>
                <a:lnTo>
                  <a:pt x="18375" y="16175"/>
                </a:lnTo>
                <a:lnTo>
                  <a:pt x="17280" y="18000"/>
                </a:lnTo>
                <a:lnTo>
                  <a:pt x="15543" y="17323"/>
                </a:lnTo>
                <a:lnTo>
                  <a:pt x="14338" y="16798"/>
                </a:lnTo>
                <a:lnTo>
                  <a:pt x="13353" y="16250"/>
                </a:lnTo>
                <a:lnTo>
                  <a:pt x="12277" y="15509"/>
                </a:lnTo>
                <a:lnTo>
                  <a:pt x="10800" y="14400"/>
                </a:lnTo>
                <a:lnTo>
                  <a:pt x="10800" y="16780"/>
                </a:lnTo>
                <a:lnTo>
                  <a:pt x="10800" y="19174"/>
                </a:lnTo>
                <a:lnTo>
                  <a:pt x="10800" y="21600"/>
                </a:lnTo>
                <a:lnTo>
                  <a:pt x="9323" y="21247"/>
                </a:lnTo>
                <a:lnTo>
                  <a:pt x="8247" y="20884"/>
                </a:lnTo>
                <a:lnTo>
                  <a:pt x="7262" y="20336"/>
                </a:lnTo>
                <a:lnTo>
                  <a:pt x="6057" y="19433"/>
                </a:lnTo>
                <a:lnTo>
                  <a:pt x="4320" y="18000"/>
                </a:lnTo>
                <a:lnTo>
                  <a:pt x="3640" y="15829"/>
                </a:lnTo>
                <a:lnTo>
                  <a:pt x="3013" y="13637"/>
                </a:lnTo>
                <a:lnTo>
                  <a:pt x="2432" y="11423"/>
                </a:lnTo>
                <a:lnTo>
                  <a:pt x="1892" y="9184"/>
                </a:lnTo>
                <a:lnTo>
                  <a:pt x="1387" y="6926"/>
                </a:lnTo>
                <a:lnTo>
                  <a:pt x="905" y="4640"/>
                </a:lnTo>
                <a:lnTo>
                  <a:pt x="447" y="2333"/>
                </a:lnTo>
                <a:lnTo>
                  <a:pt x="0" y="0"/>
                </a:lnTo>
                <a:close/>
              </a:path>
            </a:pathLst>
          </a:custGeom>
          <a:solidFill>
            <a:srgbClr val="8680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7" name="contour_11845"/>
          <p:cNvSpPr/>
          <p:nvPr/>
        </p:nvSpPr>
        <p:spPr>
          <a:xfrm>
            <a:off x="6976499" y="1755422"/>
            <a:ext cx="37635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6" y="409"/>
                </a:moveTo>
                <a:lnTo>
                  <a:pt x="3647" y="136"/>
                </a:lnTo>
                <a:lnTo>
                  <a:pt x="5785" y="0"/>
                </a:lnTo>
                <a:lnTo>
                  <a:pt x="7692" y="0"/>
                </a:lnTo>
                <a:lnTo>
                  <a:pt x="9972" y="136"/>
                </a:lnTo>
                <a:lnTo>
                  <a:pt x="13234" y="409"/>
                </a:lnTo>
                <a:lnTo>
                  <a:pt x="14740" y="2389"/>
                </a:lnTo>
                <a:lnTo>
                  <a:pt x="15752" y="3851"/>
                </a:lnTo>
                <a:lnTo>
                  <a:pt x="16505" y="5231"/>
                </a:lnTo>
                <a:lnTo>
                  <a:pt x="17246" y="6966"/>
                </a:lnTo>
                <a:lnTo>
                  <a:pt x="18204" y="9491"/>
                </a:lnTo>
                <a:lnTo>
                  <a:pt x="18864" y="11180"/>
                </a:lnTo>
                <a:lnTo>
                  <a:pt x="19534" y="12878"/>
                </a:lnTo>
                <a:lnTo>
                  <a:pt x="20211" y="14601"/>
                </a:lnTo>
                <a:lnTo>
                  <a:pt x="20558" y="15588"/>
                </a:lnTo>
                <a:lnTo>
                  <a:pt x="21600" y="18573"/>
                </a:lnTo>
                <a:lnTo>
                  <a:pt x="19358" y="19538"/>
                </a:lnTo>
                <a:lnTo>
                  <a:pt x="17739" y="20174"/>
                </a:lnTo>
                <a:lnTo>
                  <a:pt x="15957" y="20767"/>
                </a:lnTo>
                <a:lnTo>
                  <a:pt x="13234" y="21600"/>
                </a:lnTo>
                <a:lnTo>
                  <a:pt x="10344" y="20783"/>
                </a:lnTo>
                <a:lnTo>
                  <a:pt x="8240" y="20114"/>
                </a:lnTo>
                <a:lnTo>
                  <a:pt x="6567" y="19423"/>
                </a:lnTo>
                <a:lnTo>
                  <a:pt x="4986" y="18545"/>
                </a:lnTo>
                <a:lnTo>
                  <a:pt x="3141" y="17307"/>
                </a:lnTo>
                <a:lnTo>
                  <a:pt x="686" y="15545"/>
                </a:lnTo>
                <a:lnTo>
                  <a:pt x="305" y="13363"/>
                </a:lnTo>
                <a:lnTo>
                  <a:pt x="84" y="11201"/>
                </a:lnTo>
                <a:lnTo>
                  <a:pt x="0" y="9055"/>
                </a:lnTo>
                <a:lnTo>
                  <a:pt x="38" y="6911"/>
                </a:lnTo>
                <a:lnTo>
                  <a:pt x="176" y="4762"/>
                </a:lnTo>
                <a:lnTo>
                  <a:pt x="397" y="2597"/>
                </a:lnTo>
                <a:lnTo>
                  <a:pt x="686" y="409"/>
                </a:lnTo>
                <a:close/>
              </a:path>
            </a:pathLst>
          </a:custGeom>
          <a:solidFill>
            <a:srgbClr val="CFD8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8" name="contour_11846"/>
          <p:cNvSpPr/>
          <p:nvPr/>
        </p:nvSpPr>
        <p:spPr>
          <a:xfrm>
            <a:off x="10752772" y="1761114"/>
            <a:ext cx="65694" cy="317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40" y="89"/>
                </a:moveTo>
                <a:lnTo>
                  <a:pt x="7910" y="30"/>
                </a:lnTo>
                <a:lnTo>
                  <a:pt x="9547" y="0"/>
                </a:lnTo>
                <a:lnTo>
                  <a:pt x="11159" y="25"/>
                </a:lnTo>
                <a:lnTo>
                  <a:pt x="12755" y="129"/>
                </a:lnTo>
                <a:lnTo>
                  <a:pt x="14349" y="332"/>
                </a:lnTo>
                <a:lnTo>
                  <a:pt x="15947" y="655"/>
                </a:lnTo>
                <a:lnTo>
                  <a:pt x="17562" y="1121"/>
                </a:lnTo>
                <a:lnTo>
                  <a:pt x="19204" y="1756"/>
                </a:lnTo>
                <a:lnTo>
                  <a:pt x="19796" y="4212"/>
                </a:lnTo>
                <a:lnTo>
                  <a:pt x="20392" y="6682"/>
                </a:lnTo>
                <a:lnTo>
                  <a:pt x="20994" y="9168"/>
                </a:lnTo>
                <a:lnTo>
                  <a:pt x="21600" y="11678"/>
                </a:lnTo>
                <a:lnTo>
                  <a:pt x="20018" y="11678"/>
                </a:lnTo>
                <a:lnTo>
                  <a:pt x="18435" y="11678"/>
                </a:lnTo>
                <a:lnTo>
                  <a:pt x="16851" y="11678"/>
                </a:lnTo>
                <a:lnTo>
                  <a:pt x="15262" y="11678"/>
                </a:lnTo>
                <a:lnTo>
                  <a:pt x="13668" y="11678"/>
                </a:lnTo>
                <a:lnTo>
                  <a:pt x="12068" y="11678"/>
                </a:lnTo>
                <a:lnTo>
                  <a:pt x="10462" y="11678"/>
                </a:lnTo>
                <a:lnTo>
                  <a:pt x="8847" y="11678"/>
                </a:lnTo>
                <a:lnTo>
                  <a:pt x="7222" y="11678"/>
                </a:lnTo>
                <a:lnTo>
                  <a:pt x="7222" y="14957"/>
                </a:lnTo>
                <a:lnTo>
                  <a:pt x="7222" y="18256"/>
                </a:lnTo>
                <a:lnTo>
                  <a:pt x="7222" y="21600"/>
                </a:lnTo>
                <a:lnTo>
                  <a:pt x="5799" y="21600"/>
                </a:lnTo>
                <a:lnTo>
                  <a:pt x="4371" y="21600"/>
                </a:lnTo>
                <a:lnTo>
                  <a:pt x="2935" y="21600"/>
                </a:lnTo>
                <a:lnTo>
                  <a:pt x="1490" y="21600"/>
                </a:lnTo>
                <a:lnTo>
                  <a:pt x="34" y="21600"/>
                </a:lnTo>
                <a:lnTo>
                  <a:pt x="0" y="17378"/>
                </a:lnTo>
                <a:lnTo>
                  <a:pt x="72" y="13608"/>
                </a:lnTo>
                <a:lnTo>
                  <a:pt x="316" y="10279"/>
                </a:lnTo>
                <a:lnTo>
                  <a:pt x="791" y="7392"/>
                </a:lnTo>
                <a:lnTo>
                  <a:pt x="1558" y="4936"/>
                </a:lnTo>
                <a:lnTo>
                  <a:pt x="2681" y="2902"/>
                </a:lnTo>
                <a:lnTo>
                  <a:pt x="4220" y="1290"/>
                </a:lnTo>
                <a:lnTo>
                  <a:pt x="6240" y="89"/>
                </a:lnTo>
                <a:close/>
              </a:path>
            </a:pathLst>
          </a:custGeom>
          <a:solidFill>
            <a:srgbClr val="DBDE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49" name="contour_11847"/>
          <p:cNvSpPr/>
          <p:nvPr/>
        </p:nvSpPr>
        <p:spPr>
          <a:xfrm>
            <a:off x="2093756" y="1756406"/>
            <a:ext cx="5200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73" y="0"/>
                </a:moveTo>
                <a:lnTo>
                  <a:pt x="19072" y="2376"/>
                </a:lnTo>
                <a:lnTo>
                  <a:pt x="19572" y="4756"/>
                </a:lnTo>
                <a:lnTo>
                  <a:pt x="20074" y="7146"/>
                </a:lnTo>
                <a:lnTo>
                  <a:pt x="20580" y="9547"/>
                </a:lnTo>
                <a:lnTo>
                  <a:pt x="21088" y="11963"/>
                </a:lnTo>
                <a:lnTo>
                  <a:pt x="21600" y="14400"/>
                </a:lnTo>
                <a:lnTo>
                  <a:pt x="19602" y="14400"/>
                </a:lnTo>
                <a:lnTo>
                  <a:pt x="17601" y="14400"/>
                </a:lnTo>
                <a:lnTo>
                  <a:pt x="15591" y="14400"/>
                </a:lnTo>
                <a:lnTo>
                  <a:pt x="13572" y="14400"/>
                </a:lnTo>
                <a:lnTo>
                  <a:pt x="11540" y="14400"/>
                </a:lnTo>
                <a:lnTo>
                  <a:pt x="9491" y="14400"/>
                </a:lnTo>
                <a:lnTo>
                  <a:pt x="9491" y="16780"/>
                </a:lnTo>
                <a:lnTo>
                  <a:pt x="9491" y="19174"/>
                </a:lnTo>
                <a:lnTo>
                  <a:pt x="9491" y="21600"/>
                </a:lnTo>
                <a:lnTo>
                  <a:pt x="7692" y="21600"/>
                </a:lnTo>
                <a:lnTo>
                  <a:pt x="5888" y="21600"/>
                </a:lnTo>
                <a:lnTo>
                  <a:pt x="4078" y="21600"/>
                </a:lnTo>
                <a:lnTo>
                  <a:pt x="2252" y="21600"/>
                </a:lnTo>
                <a:lnTo>
                  <a:pt x="409" y="21600"/>
                </a:lnTo>
                <a:lnTo>
                  <a:pt x="136" y="19102"/>
                </a:lnTo>
                <a:lnTo>
                  <a:pt x="0" y="17294"/>
                </a:lnTo>
                <a:lnTo>
                  <a:pt x="0" y="15653"/>
                </a:lnTo>
                <a:lnTo>
                  <a:pt x="136" y="13658"/>
                </a:lnTo>
                <a:lnTo>
                  <a:pt x="409" y="10800"/>
                </a:lnTo>
                <a:lnTo>
                  <a:pt x="2389" y="9112"/>
                </a:lnTo>
                <a:lnTo>
                  <a:pt x="3851" y="7952"/>
                </a:lnTo>
                <a:lnTo>
                  <a:pt x="5231" y="7027"/>
                </a:lnTo>
                <a:lnTo>
                  <a:pt x="6966" y="6048"/>
                </a:lnTo>
                <a:lnTo>
                  <a:pt x="9491" y="4723"/>
                </a:lnTo>
                <a:lnTo>
                  <a:pt x="11180" y="3820"/>
                </a:lnTo>
                <a:lnTo>
                  <a:pt x="12878" y="2909"/>
                </a:lnTo>
                <a:lnTo>
                  <a:pt x="14601" y="1984"/>
                </a:lnTo>
                <a:lnTo>
                  <a:pt x="16572" y="997"/>
                </a:lnTo>
                <a:lnTo>
                  <a:pt x="18573" y="0"/>
                </a:lnTo>
                <a:close/>
              </a:path>
            </a:pathLst>
          </a:custGeom>
          <a:solidFill>
            <a:srgbClr val="1E1D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0" name="contour_11848"/>
          <p:cNvSpPr/>
          <p:nvPr/>
        </p:nvSpPr>
        <p:spPr>
          <a:xfrm>
            <a:off x="2116604" y="1734542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524" y="802"/>
                </a:lnTo>
                <a:lnTo>
                  <a:pt x="16296" y="1609"/>
                </a:lnTo>
                <a:lnTo>
                  <a:pt x="17786" y="2573"/>
                </a:lnTo>
                <a:lnTo>
                  <a:pt x="19125" y="3842"/>
                </a:lnTo>
                <a:lnTo>
                  <a:pt x="20443" y="5567"/>
                </a:lnTo>
                <a:lnTo>
                  <a:pt x="21017" y="6826"/>
                </a:lnTo>
                <a:lnTo>
                  <a:pt x="21600" y="8100"/>
                </a:lnTo>
                <a:lnTo>
                  <a:pt x="19560" y="8100"/>
                </a:lnTo>
                <a:lnTo>
                  <a:pt x="17508" y="8100"/>
                </a:lnTo>
                <a:lnTo>
                  <a:pt x="15429" y="8100"/>
                </a:lnTo>
                <a:lnTo>
                  <a:pt x="15429" y="10009"/>
                </a:lnTo>
                <a:lnTo>
                  <a:pt x="15429" y="11920"/>
                </a:lnTo>
                <a:lnTo>
                  <a:pt x="15429" y="13838"/>
                </a:lnTo>
                <a:lnTo>
                  <a:pt x="15429" y="15763"/>
                </a:lnTo>
                <a:lnTo>
                  <a:pt x="15429" y="17696"/>
                </a:lnTo>
                <a:lnTo>
                  <a:pt x="15429" y="19640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2037" y="21155"/>
                </a:lnTo>
                <a:lnTo>
                  <a:pt x="4076" y="20709"/>
                </a:lnTo>
                <a:lnTo>
                  <a:pt x="6125" y="20261"/>
                </a:lnTo>
                <a:lnTo>
                  <a:pt x="8183" y="19810"/>
                </a:lnTo>
                <a:lnTo>
                  <a:pt x="10254" y="19356"/>
                </a:lnTo>
                <a:lnTo>
                  <a:pt x="12343" y="18900"/>
                </a:lnTo>
                <a:lnTo>
                  <a:pt x="11732" y="17296"/>
                </a:lnTo>
                <a:lnTo>
                  <a:pt x="11118" y="15687"/>
                </a:lnTo>
                <a:lnTo>
                  <a:pt x="10504" y="14072"/>
                </a:lnTo>
                <a:lnTo>
                  <a:pt x="9884" y="12444"/>
                </a:lnTo>
                <a:lnTo>
                  <a:pt x="9257" y="10800"/>
                </a:lnTo>
                <a:lnTo>
                  <a:pt x="7424" y="11335"/>
                </a:lnTo>
                <a:lnTo>
                  <a:pt x="5585" y="11872"/>
                </a:lnTo>
                <a:lnTo>
                  <a:pt x="3740" y="12409"/>
                </a:lnTo>
                <a:lnTo>
                  <a:pt x="1879" y="12952"/>
                </a:lnTo>
                <a:lnTo>
                  <a:pt x="0" y="13500"/>
                </a:lnTo>
                <a:lnTo>
                  <a:pt x="0" y="11715"/>
                </a:lnTo>
                <a:lnTo>
                  <a:pt x="0" y="9920"/>
                </a:lnTo>
                <a:lnTo>
                  <a:pt x="0" y="8100"/>
                </a:lnTo>
                <a:lnTo>
                  <a:pt x="1907" y="7533"/>
                </a:lnTo>
                <a:lnTo>
                  <a:pt x="3799" y="7120"/>
                </a:lnTo>
                <a:lnTo>
                  <a:pt x="5702" y="6815"/>
                </a:lnTo>
                <a:lnTo>
                  <a:pt x="7643" y="6566"/>
                </a:lnTo>
                <a:lnTo>
                  <a:pt x="9643" y="6329"/>
                </a:lnTo>
                <a:lnTo>
                  <a:pt x="10312" y="6097"/>
                </a:lnTo>
                <a:lnTo>
                  <a:pt x="12343" y="5400"/>
                </a:lnTo>
                <a:lnTo>
                  <a:pt x="12343" y="3615"/>
                </a:lnTo>
                <a:lnTo>
                  <a:pt x="12343" y="1820"/>
                </a:lnTo>
                <a:lnTo>
                  <a:pt x="12343" y="0"/>
                </a:lnTo>
                <a:close/>
              </a:path>
            </a:pathLst>
          </a:custGeom>
          <a:solidFill>
            <a:srgbClr val="4242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1" name="contour_11849"/>
          <p:cNvSpPr/>
          <p:nvPr/>
        </p:nvSpPr>
        <p:spPr>
          <a:xfrm>
            <a:off x="6846511" y="1727254"/>
            <a:ext cx="376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62" y="0"/>
                </a:moveTo>
                <a:lnTo>
                  <a:pt x="11473" y="353"/>
                </a:lnTo>
                <a:lnTo>
                  <a:pt x="13681" y="716"/>
                </a:lnTo>
                <a:lnTo>
                  <a:pt x="15587" y="1264"/>
                </a:lnTo>
                <a:lnTo>
                  <a:pt x="17795" y="2167"/>
                </a:lnTo>
                <a:lnTo>
                  <a:pt x="20906" y="3600"/>
                </a:lnTo>
                <a:lnTo>
                  <a:pt x="21320" y="6228"/>
                </a:lnTo>
                <a:lnTo>
                  <a:pt x="21541" y="8780"/>
                </a:lnTo>
                <a:lnTo>
                  <a:pt x="21600" y="11293"/>
                </a:lnTo>
                <a:lnTo>
                  <a:pt x="21529" y="13799"/>
                </a:lnTo>
                <a:lnTo>
                  <a:pt x="21370" y="16330"/>
                </a:lnTo>
                <a:lnTo>
                  <a:pt x="21148" y="18918"/>
                </a:lnTo>
                <a:lnTo>
                  <a:pt x="20906" y="21600"/>
                </a:lnTo>
                <a:lnTo>
                  <a:pt x="18318" y="21154"/>
                </a:lnTo>
                <a:lnTo>
                  <a:pt x="15730" y="20707"/>
                </a:lnTo>
                <a:lnTo>
                  <a:pt x="13133" y="20261"/>
                </a:lnTo>
                <a:lnTo>
                  <a:pt x="10532" y="19814"/>
                </a:lnTo>
                <a:lnTo>
                  <a:pt x="7919" y="19364"/>
                </a:lnTo>
                <a:lnTo>
                  <a:pt x="5293" y="18911"/>
                </a:lnTo>
                <a:lnTo>
                  <a:pt x="2655" y="18457"/>
                </a:lnTo>
                <a:lnTo>
                  <a:pt x="0" y="18000"/>
                </a:lnTo>
                <a:lnTo>
                  <a:pt x="1037" y="15772"/>
                </a:lnTo>
                <a:lnTo>
                  <a:pt x="2070" y="13543"/>
                </a:lnTo>
                <a:lnTo>
                  <a:pt x="3111" y="11308"/>
                </a:lnTo>
                <a:lnTo>
                  <a:pt x="4148" y="9068"/>
                </a:lnTo>
                <a:lnTo>
                  <a:pt x="5193" y="6818"/>
                </a:lnTo>
                <a:lnTo>
                  <a:pt x="6243" y="4558"/>
                </a:lnTo>
                <a:lnTo>
                  <a:pt x="7300" y="2286"/>
                </a:lnTo>
                <a:lnTo>
                  <a:pt x="8362" y="0"/>
                </a:lnTo>
                <a:close/>
              </a:path>
            </a:pathLst>
          </a:custGeom>
          <a:solidFill>
            <a:srgbClr val="8489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2" name="contour_11850"/>
          <p:cNvSpPr/>
          <p:nvPr/>
        </p:nvSpPr>
        <p:spPr>
          <a:xfrm>
            <a:off x="1081709" y="1728296"/>
            <a:ext cx="58304" cy="281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99"/>
                </a:moveTo>
                <a:lnTo>
                  <a:pt x="21600" y="8501"/>
                </a:lnTo>
                <a:lnTo>
                  <a:pt x="21600" y="12225"/>
                </a:lnTo>
                <a:lnTo>
                  <a:pt x="21600" y="16000"/>
                </a:lnTo>
                <a:lnTo>
                  <a:pt x="19818" y="16465"/>
                </a:lnTo>
                <a:lnTo>
                  <a:pt x="18036" y="16924"/>
                </a:lnTo>
                <a:lnTo>
                  <a:pt x="16251" y="17389"/>
                </a:lnTo>
                <a:lnTo>
                  <a:pt x="14464" y="17848"/>
                </a:lnTo>
                <a:lnTo>
                  <a:pt x="12674" y="18313"/>
                </a:lnTo>
                <a:lnTo>
                  <a:pt x="10881" y="18777"/>
                </a:lnTo>
                <a:lnTo>
                  <a:pt x="9083" y="19242"/>
                </a:lnTo>
                <a:lnTo>
                  <a:pt x="7279" y="19713"/>
                </a:lnTo>
                <a:lnTo>
                  <a:pt x="5470" y="20183"/>
                </a:lnTo>
                <a:lnTo>
                  <a:pt x="3656" y="20654"/>
                </a:lnTo>
                <a:lnTo>
                  <a:pt x="1831" y="21124"/>
                </a:lnTo>
                <a:lnTo>
                  <a:pt x="0" y="21600"/>
                </a:lnTo>
                <a:lnTo>
                  <a:pt x="0" y="17898"/>
                </a:lnTo>
                <a:lnTo>
                  <a:pt x="0" y="14174"/>
                </a:lnTo>
                <a:lnTo>
                  <a:pt x="0" y="10400"/>
                </a:lnTo>
                <a:lnTo>
                  <a:pt x="1693" y="7476"/>
                </a:lnTo>
                <a:lnTo>
                  <a:pt x="3391" y="5063"/>
                </a:lnTo>
                <a:lnTo>
                  <a:pt x="5100" y="3142"/>
                </a:lnTo>
                <a:lnTo>
                  <a:pt x="6823" y="1697"/>
                </a:lnTo>
                <a:lnTo>
                  <a:pt x="8564" y="706"/>
                </a:lnTo>
                <a:lnTo>
                  <a:pt x="10330" y="146"/>
                </a:lnTo>
                <a:lnTo>
                  <a:pt x="12120" y="0"/>
                </a:lnTo>
                <a:lnTo>
                  <a:pt x="13940" y="252"/>
                </a:lnTo>
                <a:lnTo>
                  <a:pt x="15795" y="874"/>
                </a:lnTo>
                <a:lnTo>
                  <a:pt x="17688" y="1854"/>
                </a:lnTo>
                <a:lnTo>
                  <a:pt x="19621" y="3170"/>
                </a:lnTo>
                <a:lnTo>
                  <a:pt x="21600" y="4799"/>
                </a:lnTo>
                <a:close/>
              </a:path>
            </a:pathLst>
          </a:custGeom>
          <a:solidFill>
            <a:srgbClr val="3433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3" name="contour_11851"/>
          <p:cNvSpPr/>
          <p:nvPr/>
        </p:nvSpPr>
        <p:spPr>
          <a:xfrm>
            <a:off x="752802" y="1698102"/>
            <a:ext cx="2281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7" y="0"/>
                </a:moveTo>
                <a:lnTo>
                  <a:pt x="4996" y="0"/>
                </a:lnTo>
                <a:lnTo>
                  <a:pt x="9109" y="0"/>
                </a:lnTo>
                <a:lnTo>
                  <a:pt x="13236" y="0"/>
                </a:lnTo>
                <a:lnTo>
                  <a:pt x="17397" y="0"/>
                </a:lnTo>
                <a:lnTo>
                  <a:pt x="21600" y="0"/>
                </a:lnTo>
                <a:lnTo>
                  <a:pt x="21165" y="629"/>
                </a:lnTo>
                <a:lnTo>
                  <a:pt x="19847" y="2532"/>
                </a:lnTo>
                <a:lnTo>
                  <a:pt x="18874" y="4145"/>
                </a:lnTo>
                <a:lnTo>
                  <a:pt x="18025" y="5692"/>
                </a:lnTo>
                <a:lnTo>
                  <a:pt x="17315" y="7186"/>
                </a:lnTo>
                <a:lnTo>
                  <a:pt x="16769" y="8640"/>
                </a:lnTo>
                <a:lnTo>
                  <a:pt x="16390" y="10059"/>
                </a:lnTo>
                <a:lnTo>
                  <a:pt x="16203" y="11461"/>
                </a:lnTo>
                <a:lnTo>
                  <a:pt x="16224" y="12850"/>
                </a:lnTo>
                <a:lnTo>
                  <a:pt x="16466" y="14241"/>
                </a:lnTo>
                <a:lnTo>
                  <a:pt x="16949" y="15645"/>
                </a:lnTo>
                <a:lnTo>
                  <a:pt x="17687" y="17073"/>
                </a:lnTo>
                <a:lnTo>
                  <a:pt x="18695" y="18533"/>
                </a:lnTo>
                <a:lnTo>
                  <a:pt x="19999" y="20038"/>
                </a:lnTo>
                <a:lnTo>
                  <a:pt x="21600" y="21600"/>
                </a:lnTo>
                <a:lnTo>
                  <a:pt x="17038" y="21600"/>
                </a:lnTo>
                <a:lnTo>
                  <a:pt x="12449" y="21600"/>
                </a:lnTo>
                <a:lnTo>
                  <a:pt x="7798" y="21600"/>
                </a:lnTo>
                <a:lnTo>
                  <a:pt x="4907" y="20315"/>
                </a:lnTo>
                <a:lnTo>
                  <a:pt x="2809" y="18954"/>
                </a:lnTo>
                <a:lnTo>
                  <a:pt x="1387" y="17533"/>
                </a:lnTo>
                <a:lnTo>
                  <a:pt x="524" y="16062"/>
                </a:lnTo>
                <a:lnTo>
                  <a:pt x="97" y="14552"/>
                </a:lnTo>
                <a:lnTo>
                  <a:pt x="0" y="13016"/>
                </a:lnTo>
                <a:lnTo>
                  <a:pt x="110" y="11467"/>
                </a:lnTo>
                <a:lnTo>
                  <a:pt x="304" y="9914"/>
                </a:lnTo>
                <a:lnTo>
                  <a:pt x="469" y="8370"/>
                </a:lnTo>
                <a:lnTo>
                  <a:pt x="518" y="7160"/>
                </a:lnTo>
                <a:lnTo>
                  <a:pt x="559" y="5931"/>
                </a:lnTo>
                <a:lnTo>
                  <a:pt x="628" y="4450"/>
                </a:lnTo>
                <a:lnTo>
                  <a:pt x="711" y="2966"/>
                </a:lnTo>
                <a:lnTo>
                  <a:pt x="801" y="1482"/>
                </a:lnTo>
                <a:lnTo>
                  <a:pt x="897" y="0"/>
                </a:lnTo>
                <a:close/>
              </a:path>
            </a:pathLst>
          </a:custGeom>
          <a:solidFill>
            <a:srgbClr val="B0B0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4" name="contour_11852"/>
          <p:cNvSpPr/>
          <p:nvPr/>
        </p:nvSpPr>
        <p:spPr>
          <a:xfrm>
            <a:off x="6751767" y="1712678"/>
            <a:ext cx="58304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651" y="3763"/>
                </a:lnTo>
                <a:lnTo>
                  <a:pt x="20166" y="6467"/>
                </a:lnTo>
                <a:lnTo>
                  <a:pt x="20577" y="8871"/>
                </a:lnTo>
                <a:lnTo>
                  <a:pt x="21011" y="11733"/>
                </a:lnTo>
                <a:lnTo>
                  <a:pt x="21600" y="15813"/>
                </a:lnTo>
                <a:lnTo>
                  <a:pt x="19969" y="18870"/>
                </a:lnTo>
                <a:lnTo>
                  <a:pt x="18687" y="20488"/>
                </a:lnTo>
                <a:lnTo>
                  <a:pt x="17086" y="21220"/>
                </a:lnTo>
                <a:lnTo>
                  <a:pt x="14502" y="21600"/>
                </a:lnTo>
                <a:lnTo>
                  <a:pt x="12776" y="21537"/>
                </a:lnTo>
                <a:lnTo>
                  <a:pt x="11040" y="21473"/>
                </a:lnTo>
                <a:lnTo>
                  <a:pt x="9283" y="21410"/>
                </a:lnTo>
                <a:lnTo>
                  <a:pt x="8510" y="21389"/>
                </a:lnTo>
                <a:lnTo>
                  <a:pt x="7152" y="21352"/>
                </a:lnTo>
                <a:lnTo>
                  <a:pt x="4039" y="21268"/>
                </a:lnTo>
                <a:lnTo>
                  <a:pt x="3445" y="21242"/>
                </a:lnTo>
                <a:lnTo>
                  <a:pt x="2398" y="21194"/>
                </a:lnTo>
                <a:lnTo>
                  <a:pt x="0" y="21083"/>
                </a:lnTo>
                <a:lnTo>
                  <a:pt x="535" y="17953"/>
                </a:lnTo>
                <a:lnTo>
                  <a:pt x="1072" y="14811"/>
                </a:lnTo>
                <a:lnTo>
                  <a:pt x="1609" y="11659"/>
                </a:lnTo>
                <a:lnTo>
                  <a:pt x="2152" y="8481"/>
                </a:lnTo>
                <a:lnTo>
                  <a:pt x="2700" y="5271"/>
                </a:lnTo>
                <a:lnTo>
                  <a:pt x="3515" y="5534"/>
                </a:lnTo>
                <a:lnTo>
                  <a:pt x="4263" y="5782"/>
                </a:lnTo>
                <a:lnTo>
                  <a:pt x="5081" y="6046"/>
                </a:lnTo>
                <a:lnTo>
                  <a:pt x="6102" y="6378"/>
                </a:lnTo>
                <a:lnTo>
                  <a:pt x="7457" y="6820"/>
                </a:lnTo>
                <a:lnTo>
                  <a:pt x="9283" y="7411"/>
                </a:lnTo>
                <a:lnTo>
                  <a:pt x="11707" y="8201"/>
                </a:lnTo>
                <a:lnTo>
                  <a:pt x="14869" y="9229"/>
                </a:lnTo>
                <a:lnTo>
                  <a:pt x="18900" y="10542"/>
                </a:lnTo>
                <a:lnTo>
                  <a:pt x="18900" y="7058"/>
                </a:lnTo>
                <a:lnTo>
                  <a:pt x="18900" y="3553"/>
                </a:lnTo>
                <a:lnTo>
                  <a:pt x="18900" y="0"/>
                </a:lnTo>
                <a:close/>
              </a:path>
            </a:pathLst>
          </a:custGeom>
          <a:solidFill>
            <a:srgbClr val="D2D1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5" name="contour_11853"/>
          <p:cNvSpPr/>
          <p:nvPr/>
        </p:nvSpPr>
        <p:spPr>
          <a:xfrm>
            <a:off x="2065588" y="1707139"/>
            <a:ext cx="72880" cy="27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111"/>
                </a:moveTo>
                <a:lnTo>
                  <a:pt x="20531" y="12903"/>
                </a:lnTo>
                <a:lnTo>
                  <a:pt x="19574" y="15212"/>
                </a:lnTo>
                <a:lnTo>
                  <a:pt x="18639" y="17136"/>
                </a:lnTo>
                <a:lnTo>
                  <a:pt x="17643" y="18779"/>
                </a:lnTo>
                <a:lnTo>
                  <a:pt x="16498" y="20233"/>
                </a:lnTo>
                <a:lnTo>
                  <a:pt x="15120" y="21600"/>
                </a:lnTo>
                <a:lnTo>
                  <a:pt x="13586" y="21341"/>
                </a:lnTo>
                <a:lnTo>
                  <a:pt x="12059" y="20997"/>
                </a:lnTo>
                <a:lnTo>
                  <a:pt x="10543" y="20566"/>
                </a:lnTo>
                <a:lnTo>
                  <a:pt x="9031" y="20060"/>
                </a:lnTo>
                <a:lnTo>
                  <a:pt x="7523" y="19486"/>
                </a:lnTo>
                <a:lnTo>
                  <a:pt x="6018" y="18848"/>
                </a:lnTo>
                <a:lnTo>
                  <a:pt x="4514" y="18159"/>
                </a:lnTo>
                <a:lnTo>
                  <a:pt x="3013" y="17429"/>
                </a:lnTo>
                <a:lnTo>
                  <a:pt x="1508" y="16654"/>
                </a:lnTo>
                <a:lnTo>
                  <a:pt x="0" y="15855"/>
                </a:lnTo>
                <a:lnTo>
                  <a:pt x="0" y="12058"/>
                </a:lnTo>
                <a:lnTo>
                  <a:pt x="0" y="8238"/>
                </a:lnTo>
                <a:lnTo>
                  <a:pt x="0" y="4366"/>
                </a:lnTo>
                <a:lnTo>
                  <a:pt x="1704" y="3274"/>
                </a:lnTo>
                <a:lnTo>
                  <a:pt x="3324" y="2298"/>
                </a:lnTo>
                <a:lnTo>
                  <a:pt x="4871" y="1471"/>
                </a:lnTo>
                <a:lnTo>
                  <a:pt x="6353" y="810"/>
                </a:lnTo>
                <a:lnTo>
                  <a:pt x="7782" y="327"/>
                </a:lnTo>
                <a:lnTo>
                  <a:pt x="9169" y="52"/>
                </a:lnTo>
                <a:lnTo>
                  <a:pt x="10528" y="0"/>
                </a:lnTo>
                <a:lnTo>
                  <a:pt x="11865" y="195"/>
                </a:lnTo>
                <a:lnTo>
                  <a:pt x="13195" y="655"/>
                </a:lnTo>
                <a:lnTo>
                  <a:pt x="14526" y="1396"/>
                </a:lnTo>
                <a:lnTo>
                  <a:pt x="15872" y="2447"/>
                </a:lnTo>
                <a:lnTo>
                  <a:pt x="17239" y="3826"/>
                </a:lnTo>
                <a:lnTo>
                  <a:pt x="18643" y="5544"/>
                </a:lnTo>
                <a:lnTo>
                  <a:pt x="20092" y="7635"/>
                </a:lnTo>
                <a:lnTo>
                  <a:pt x="21600" y="10111"/>
                </a:lnTo>
                <a:close/>
              </a:path>
            </a:pathLst>
          </a:custGeom>
          <a:solidFill>
            <a:srgbClr val="727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6" name="contour_11854"/>
          <p:cNvSpPr/>
          <p:nvPr/>
        </p:nvSpPr>
        <p:spPr>
          <a:xfrm>
            <a:off x="410959" y="1686259"/>
            <a:ext cx="36695" cy="477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75" y="0"/>
                </a:moveTo>
                <a:lnTo>
                  <a:pt x="13003" y="679"/>
                </a:lnTo>
                <a:lnTo>
                  <a:pt x="15139" y="1364"/>
                </a:lnTo>
                <a:lnTo>
                  <a:pt x="17310" y="2059"/>
                </a:lnTo>
                <a:lnTo>
                  <a:pt x="18207" y="4078"/>
                </a:lnTo>
                <a:lnTo>
                  <a:pt x="18962" y="6104"/>
                </a:lnTo>
                <a:lnTo>
                  <a:pt x="19601" y="8137"/>
                </a:lnTo>
                <a:lnTo>
                  <a:pt x="20137" y="10179"/>
                </a:lnTo>
                <a:lnTo>
                  <a:pt x="20588" y="12238"/>
                </a:lnTo>
                <a:lnTo>
                  <a:pt x="20969" y="14313"/>
                </a:lnTo>
                <a:lnTo>
                  <a:pt x="21300" y="16408"/>
                </a:lnTo>
                <a:lnTo>
                  <a:pt x="21600" y="18530"/>
                </a:lnTo>
                <a:lnTo>
                  <a:pt x="16744" y="20039"/>
                </a:lnTo>
                <a:lnTo>
                  <a:pt x="13307" y="21010"/>
                </a:lnTo>
                <a:lnTo>
                  <a:pt x="10802" y="21511"/>
                </a:lnTo>
                <a:lnTo>
                  <a:pt x="8734" y="21600"/>
                </a:lnTo>
                <a:lnTo>
                  <a:pt x="6615" y="21340"/>
                </a:lnTo>
                <a:lnTo>
                  <a:pt x="3955" y="20793"/>
                </a:lnTo>
                <a:lnTo>
                  <a:pt x="2068" y="19670"/>
                </a:lnTo>
                <a:lnTo>
                  <a:pt x="150" y="18530"/>
                </a:lnTo>
                <a:lnTo>
                  <a:pt x="0" y="15888"/>
                </a:lnTo>
                <a:lnTo>
                  <a:pt x="60" y="13328"/>
                </a:lnTo>
                <a:lnTo>
                  <a:pt x="386" y="10874"/>
                </a:lnTo>
                <a:lnTo>
                  <a:pt x="1034" y="8558"/>
                </a:lnTo>
                <a:lnTo>
                  <a:pt x="2046" y="6404"/>
                </a:lnTo>
                <a:lnTo>
                  <a:pt x="3488" y="4444"/>
                </a:lnTo>
                <a:lnTo>
                  <a:pt x="5405" y="2705"/>
                </a:lnTo>
                <a:lnTo>
                  <a:pt x="7851" y="1216"/>
                </a:lnTo>
                <a:lnTo>
                  <a:pt x="10875" y="0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7" name="contour_11855"/>
          <p:cNvSpPr/>
          <p:nvPr/>
        </p:nvSpPr>
        <p:spPr>
          <a:xfrm>
            <a:off x="1692472" y="1683526"/>
            <a:ext cx="37868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92" y="2667"/>
                </a:lnTo>
                <a:lnTo>
                  <a:pt x="21147" y="5285"/>
                </a:lnTo>
                <a:lnTo>
                  <a:pt x="20835" y="7866"/>
                </a:lnTo>
                <a:lnTo>
                  <a:pt x="20436" y="10418"/>
                </a:lnTo>
                <a:lnTo>
                  <a:pt x="19921" y="12942"/>
                </a:lnTo>
                <a:lnTo>
                  <a:pt x="19268" y="15445"/>
                </a:lnTo>
                <a:lnTo>
                  <a:pt x="18449" y="17937"/>
                </a:lnTo>
                <a:lnTo>
                  <a:pt x="17443" y="20420"/>
                </a:lnTo>
                <a:lnTo>
                  <a:pt x="14529" y="21220"/>
                </a:lnTo>
                <a:lnTo>
                  <a:pt x="11860" y="21584"/>
                </a:lnTo>
                <a:lnTo>
                  <a:pt x="9295" y="21600"/>
                </a:lnTo>
                <a:lnTo>
                  <a:pt x="6693" y="21351"/>
                </a:lnTo>
                <a:lnTo>
                  <a:pt x="3912" y="20930"/>
                </a:lnTo>
                <a:lnTo>
                  <a:pt x="815" y="20420"/>
                </a:lnTo>
                <a:lnTo>
                  <a:pt x="362" y="15756"/>
                </a:lnTo>
                <a:lnTo>
                  <a:pt x="91" y="12476"/>
                </a:lnTo>
                <a:lnTo>
                  <a:pt x="0" y="10120"/>
                </a:lnTo>
                <a:lnTo>
                  <a:pt x="91" y="8237"/>
                </a:lnTo>
                <a:lnTo>
                  <a:pt x="362" y="6379"/>
                </a:lnTo>
                <a:lnTo>
                  <a:pt x="815" y="4084"/>
                </a:lnTo>
                <a:lnTo>
                  <a:pt x="3484" y="2773"/>
                </a:lnTo>
                <a:lnTo>
                  <a:pt x="5994" y="1777"/>
                </a:lnTo>
                <a:lnTo>
                  <a:pt x="8418" y="1050"/>
                </a:lnTo>
                <a:lnTo>
                  <a:pt x="10817" y="555"/>
                </a:lnTo>
                <a:lnTo>
                  <a:pt x="13269" y="249"/>
                </a:lnTo>
                <a:lnTo>
                  <a:pt x="15834" y="82"/>
                </a:lnTo>
                <a:lnTo>
                  <a:pt x="18590" y="12"/>
                </a:lnTo>
                <a:lnTo>
                  <a:pt x="21600" y="0"/>
                </a:lnTo>
                <a:close/>
              </a:path>
            </a:pathLst>
          </a:custGeom>
          <a:solidFill>
            <a:srgbClr val="2A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8" name="contour_11856"/>
          <p:cNvSpPr/>
          <p:nvPr/>
        </p:nvSpPr>
        <p:spPr>
          <a:xfrm>
            <a:off x="10577962" y="1668950"/>
            <a:ext cx="442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70" y="565"/>
                </a:lnTo>
                <a:lnTo>
                  <a:pt x="6932" y="1052"/>
                </a:lnTo>
                <a:lnTo>
                  <a:pt x="9339" y="1521"/>
                </a:lnTo>
                <a:lnTo>
                  <a:pt x="11247" y="2030"/>
                </a:lnTo>
                <a:lnTo>
                  <a:pt x="12813" y="2644"/>
                </a:lnTo>
                <a:lnTo>
                  <a:pt x="14184" y="3419"/>
                </a:lnTo>
                <a:lnTo>
                  <a:pt x="15519" y="4419"/>
                </a:lnTo>
                <a:lnTo>
                  <a:pt x="16972" y="5702"/>
                </a:lnTo>
                <a:lnTo>
                  <a:pt x="18691" y="7329"/>
                </a:lnTo>
                <a:lnTo>
                  <a:pt x="19759" y="9479"/>
                </a:lnTo>
                <a:lnTo>
                  <a:pt x="20560" y="11463"/>
                </a:lnTo>
                <a:lnTo>
                  <a:pt x="21123" y="13358"/>
                </a:lnTo>
                <a:lnTo>
                  <a:pt x="21461" y="15237"/>
                </a:lnTo>
                <a:lnTo>
                  <a:pt x="21600" y="17187"/>
                </a:lnTo>
                <a:lnTo>
                  <a:pt x="21561" y="19283"/>
                </a:lnTo>
                <a:lnTo>
                  <a:pt x="21361" y="21600"/>
                </a:lnTo>
                <a:lnTo>
                  <a:pt x="19012" y="21091"/>
                </a:lnTo>
                <a:lnTo>
                  <a:pt x="16658" y="20582"/>
                </a:lnTo>
                <a:lnTo>
                  <a:pt x="14294" y="20069"/>
                </a:lnTo>
                <a:lnTo>
                  <a:pt x="11920" y="19554"/>
                </a:lnTo>
                <a:lnTo>
                  <a:pt x="9531" y="19036"/>
                </a:lnTo>
                <a:lnTo>
                  <a:pt x="7120" y="18514"/>
                </a:lnTo>
                <a:lnTo>
                  <a:pt x="7825" y="16681"/>
                </a:lnTo>
                <a:lnTo>
                  <a:pt x="8534" y="14842"/>
                </a:lnTo>
                <a:lnTo>
                  <a:pt x="9242" y="12997"/>
                </a:lnTo>
                <a:lnTo>
                  <a:pt x="9958" y="11136"/>
                </a:lnTo>
                <a:lnTo>
                  <a:pt x="10681" y="9257"/>
                </a:lnTo>
                <a:lnTo>
                  <a:pt x="8915" y="8875"/>
                </a:lnTo>
                <a:lnTo>
                  <a:pt x="7142" y="8489"/>
                </a:lnTo>
                <a:lnTo>
                  <a:pt x="5340" y="8100"/>
                </a:lnTo>
                <a:lnTo>
                  <a:pt x="3574" y="7464"/>
                </a:lnTo>
                <a:lnTo>
                  <a:pt x="1801" y="6823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4F4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59" name="contour_11857"/>
          <p:cNvSpPr/>
          <p:nvPr/>
        </p:nvSpPr>
        <p:spPr>
          <a:xfrm>
            <a:off x="761038" y="1683526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9" y="0"/>
                </a:lnTo>
                <a:lnTo>
                  <a:pt x="3821" y="0"/>
                </a:lnTo>
                <a:lnTo>
                  <a:pt x="5738" y="0"/>
                </a:lnTo>
                <a:lnTo>
                  <a:pt x="7663" y="0"/>
                </a:lnTo>
                <a:lnTo>
                  <a:pt x="9596" y="0"/>
                </a:lnTo>
                <a:lnTo>
                  <a:pt x="11540" y="0"/>
                </a:lnTo>
                <a:lnTo>
                  <a:pt x="13500" y="0"/>
                </a:lnTo>
                <a:lnTo>
                  <a:pt x="13500" y="2856"/>
                </a:lnTo>
                <a:lnTo>
                  <a:pt x="13500" y="5728"/>
                </a:lnTo>
                <a:lnTo>
                  <a:pt x="13500" y="8640"/>
                </a:lnTo>
                <a:lnTo>
                  <a:pt x="15104" y="7785"/>
                </a:lnTo>
                <a:lnTo>
                  <a:pt x="16713" y="6925"/>
                </a:lnTo>
                <a:lnTo>
                  <a:pt x="18328" y="6065"/>
                </a:lnTo>
                <a:lnTo>
                  <a:pt x="19956" y="5197"/>
                </a:lnTo>
                <a:lnTo>
                  <a:pt x="21600" y="4320"/>
                </a:lnTo>
                <a:lnTo>
                  <a:pt x="21154" y="7171"/>
                </a:lnTo>
                <a:lnTo>
                  <a:pt x="20709" y="10027"/>
                </a:lnTo>
                <a:lnTo>
                  <a:pt x="20261" y="12895"/>
                </a:lnTo>
                <a:lnTo>
                  <a:pt x="19810" y="15777"/>
                </a:lnTo>
                <a:lnTo>
                  <a:pt x="19356" y="18675"/>
                </a:lnTo>
                <a:lnTo>
                  <a:pt x="18900" y="21600"/>
                </a:lnTo>
                <a:lnTo>
                  <a:pt x="18230" y="19462"/>
                </a:lnTo>
                <a:lnTo>
                  <a:pt x="17561" y="17310"/>
                </a:lnTo>
                <a:lnTo>
                  <a:pt x="16883" y="15150"/>
                </a:lnTo>
                <a:lnTo>
                  <a:pt x="16200" y="12960"/>
                </a:lnTo>
                <a:lnTo>
                  <a:pt x="15514" y="13509"/>
                </a:lnTo>
                <a:lnTo>
                  <a:pt x="14858" y="14036"/>
                </a:lnTo>
                <a:lnTo>
                  <a:pt x="14040" y="14688"/>
                </a:lnTo>
                <a:lnTo>
                  <a:pt x="12876" y="15621"/>
                </a:lnTo>
                <a:lnTo>
                  <a:pt x="11173" y="16982"/>
                </a:lnTo>
                <a:lnTo>
                  <a:pt x="8745" y="18926"/>
                </a:lnTo>
                <a:lnTo>
                  <a:pt x="5400" y="21600"/>
                </a:lnTo>
                <a:lnTo>
                  <a:pt x="5505" y="18986"/>
                </a:lnTo>
                <a:lnTo>
                  <a:pt x="5611" y="16368"/>
                </a:lnTo>
                <a:lnTo>
                  <a:pt x="5716" y="13755"/>
                </a:lnTo>
                <a:lnTo>
                  <a:pt x="5821" y="11137"/>
                </a:lnTo>
                <a:lnTo>
                  <a:pt x="5926" y="8523"/>
                </a:lnTo>
                <a:lnTo>
                  <a:pt x="5665" y="6437"/>
                </a:lnTo>
                <a:lnTo>
                  <a:pt x="5400" y="4320"/>
                </a:lnTo>
                <a:lnTo>
                  <a:pt x="4063" y="3249"/>
                </a:lnTo>
                <a:lnTo>
                  <a:pt x="2719" y="2177"/>
                </a:lnTo>
                <a:lnTo>
                  <a:pt x="1369" y="1093"/>
                </a:lnTo>
                <a:lnTo>
                  <a:pt x="0" y="0"/>
                </a:lnTo>
                <a:close/>
              </a:path>
            </a:pathLst>
          </a:custGeom>
          <a:solidFill>
            <a:srgbClr val="6D6D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0" name="contour_11858"/>
          <p:cNvSpPr/>
          <p:nvPr/>
        </p:nvSpPr>
        <p:spPr>
          <a:xfrm>
            <a:off x="1562717" y="1647086"/>
            <a:ext cx="8745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88" y="0"/>
                </a:lnTo>
                <a:lnTo>
                  <a:pt x="2378" y="0"/>
                </a:lnTo>
                <a:lnTo>
                  <a:pt x="3573" y="0"/>
                </a:lnTo>
                <a:lnTo>
                  <a:pt x="4774" y="0"/>
                </a:lnTo>
                <a:lnTo>
                  <a:pt x="5981" y="0"/>
                </a:lnTo>
                <a:lnTo>
                  <a:pt x="7200" y="0"/>
                </a:lnTo>
                <a:lnTo>
                  <a:pt x="7200" y="3569"/>
                </a:lnTo>
                <a:lnTo>
                  <a:pt x="7200" y="7160"/>
                </a:lnTo>
                <a:lnTo>
                  <a:pt x="7200" y="10800"/>
                </a:lnTo>
                <a:lnTo>
                  <a:pt x="7756" y="10411"/>
                </a:lnTo>
                <a:lnTo>
                  <a:pt x="9436" y="9239"/>
                </a:lnTo>
                <a:lnTo>
                  <a:pt x="10408" y="8640"/>
                </a:lnTo>
                <a:lnTo>
                  <a:pt x="11385" y="8035"/>
                </a:lnTo>
                <a:lnTo>
                  <a:pt x="12375" y="7425"/>
                </a:lnTo>
                <a:lnTo>
                  <a:pt x="13336" y="6799"/>
                </a:lnTo>
                <a:lnTo>
                  <a:pt x="14305" y="6167"/>
                </a:lnTo>
                <a:lnTo>
                  <a:pt x="15286" y="5524"/>
                </a:lnTo>
                <a:lnTo>
                  <a:pt x="16182" y="5486"/>
                </a:lnTo>
                <a:lnTo>
                  <a:pt x="17086" y="5443"/>
                </a:lnTo>
                <a:lnTo>
                  <a:pt x="18000" y="5400"/>
                </a:lnTo>
                <a:lnTo>
                  <a:pt x="18891" y="8073"/>
                </a:lnTo>
                <a:lnTo>
                  <a:pt x="19787" y="10762"/>
                </a:lnTo>
                <a:lnTo>
                  <a:pt x="20687" y="13462"/>
                </a:lnTo>
                <a:lnTo>
                  <a:pt x="21600" y="16200"/>
                </a:lnTo>
                <a:lnTo>
                  <a:pt x="20412" y="16556"/>
                </a:lnTo>
                <a:lnTo>
                  <a:pt x="19224" y="16913"/>
                </a:lnTo>
                <a:lnTo>
                  <a:pt x="18034" y="17269"/>
                </a:lnTo>
                <a:lnTo>
                  <a:pt x="16844" y="17626"/>
                </a:lnTo>
                <a:lnTo>
                  <a:pt x="15653" y="17982"/>
                </a:lnTo>
                <a:lnTo>
                  <a:pt x="14461" y="18344"/>
                </a:lnTo>
                <a:lnTo>
                  <a:pt x="13266" y="18700"/>
                </a:lnTo>
                <a:lnTo>
                  <a:pt x="12069" y="19062"/>
                </a:lnTo>
                <a:lnTo>
                  <a:pt x="10868" y="19418"/>
                </a:lnTo>
                <a:lnTo>
                  <a:pt x="9666" y="19780"/>
                </a:lnTo>
                <a:lnTo>
                  <a:pt x="8462" y="20142"/>
                </a:lnTo>
                <a:lnTo>
                  <a:pt x="7252" y="20504"/>
                </a:lnTo>
                <a:lnTo>
                  <a:pt x="6039" y="20871"/>
                </a:lnTo>
                <a:lnTo>
                  <a:pt x="4822" y="21233"/>
                </a:lnTo>
                <a:lnTo>
                  <a:pt x="3600" y="21600"/>
                </a:lnTo>
                <a:lnTo>
                  <a:pt x="3600" y="18031"/>
                </a:lnTo>
                <a:lnTo>
                  <a:pt x="3600" y="14440"/>
                </a:lnTo>
                <a:lnTo>
                  <a:pt x="3600" y="10800"/>
                </a:lnTo>
                <a:lnTo>
                  <a:pt x="2410" y="10800"/>
                </a:lnTo>
                <a:lnTo>
                  <a:pt x="1213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6A6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1" name="contour_11859"/>
          <p:cNvSpPr/>
          <p:nvPr/>
        </p:nvSpPr>
        <p:spPr>
          <a:xfrm>
            <a:off x="2233212" y="1639485"/>
            <a:ext cx="65592" cy="367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35" y="0"/>
                </a:moveTo>
                <a:lnTo>
                  <a:pt x="16243" y="638"/>
                </a:lnTo>
                <a:lnTo>
                  <a:pt x="17244" y="1191"/>
                </a:lnTo>
                <a:lnTo>
                  <a:pt x="18257" y="1867"/>
                </a:lnTo>
                <a:lnTo>
                  <a:pt x="19603" y="2891"/>
                </a:lnTo>
                <a:lnTo>
                  <a:pt x="21600" y="4467"/>
                </a:lnTo>
                <a:lnTo>
                  <a:pt x="20014" y="4467"/>
                </a:lnTo>
                <a:lnTo>
                  <a:pt x="18418" y="4467"/>
                </a:lnTo>
                <a:lnTo>
                  <a:pt x="16800" y="4467"/>
                </a:lnTo>
                <a:lnTo>
                  <a:pt x="16152" y="6797"/>
                </a:lnTo>
                <a:lnTo>
                  <a:pt x="15732" y="8494"/>
                </a:lnTo>
                <a:lnTo>
                  <a:pt x="15360" y="10387"/>
                </a:lnTo>
                <a:lnTo>
                  <a:pt x="14851" y="13299"/>
                </a:lnTo>
                <a:lnTo>
                  <a:pt x="14158" y="16113"/>
                </a:lnTo>
                <a:lnTo>
                  <a:pt x="13627" y="17916"/>
                </a:lnTo>
                <a:lnTo>
                  <a:pt x="12998" y="19484"/>
                </a:lnTo>
                <a:lnTo>
                  <a:pt x="12000" y="21600"/>
                </a:lnTo>
                <a:lnTo>
                  <a:pt x="10418" y="21596"/>
                </a:lnTo>
                <a:lnTo>
                  <a:pt x="8882" y="21399"/>
                </a:lnTo>
                <a:lnTo>
                  <a:pt x="7380" y="21026"/>
                </a:lnTo>
                <a:lnTo>
                  <a:pt x="5899" y="20504"/>
                </a:lnTo>
                <a:lnTo>
                  <a:pt x="4433" y="19848"/>
                </a:lnTo>
                <a:lnTo>
                  <a:pt x="2966" y="19086"/>
                </a:lnTo>
                <a:lnTo>
                  <a:pt x="1493" y="18233"/>
                </a:lnTo>
                <a:lnTo>
                  <a:pt x="0" y="17317"/>
                </a:lnTo>
                <a:lnTo>
                  <a:pt x="2484" y="13089"/>
                </a:lnTo>
                <a:lnTo>
                  <a:pt x="4543" y="9624"/>
                </a:lnTo>
                <a:lnTo>
                  <a:pt x="6240" y="6849"/>
                </a:lnTo>
                <a:lnTo>
                  <a:pt x="7644" y="4681"/>
                </a:lnTo>
                <a:lnTo>
                  <a:pt x="8825" y="3041"/>
                </a:lnTo>
                <a:lnTo>
                  <a:pt x="9845" y="1859"/>
                </a:lnTo>
                <a:lnTo>
                  <a:pt x="10776" y="1049"/>
                </a:lnTo>
                <a:lnTo>
                  <a:pt x="11683" y="535"/>
                </a:lnTo>
                <a:lnTo>
                  <a:pt x="12634" y="244"/>
                </a:lnTo>
                <a:lnTo>
                  <a:pt x="13694" y="90"/>
                </a:lnTo>
                <a:lnTo>
                  <a:pt x="14935" y="0"/>
                </a:lnTo>
                <a:close/>
              </a:path>
            </a:pathLst>
          </a:custGeom>
          <a:solidFill>
            <a:srgbClr val="DAC3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2" name="contour_11860"/>
          <p:cNvSpPr/>
          <p:nvPr/>
        </p:nvSpPr>
        <p:spPr>
          <a:xfrm>
            <a:off x="1905252" y="1610646"/>
            <a:ext cx="58304" cy="30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24"/>
                </a:lnTo>
                <a:lnTo>
                  <a:pt x="3564" y="843"/>
                </a:lnTo>
                <a:lnTo>
                  <a:pt x="5349" y="1267"/>
                </a:lnTo>
                <a:lnTo>
                  <a:pt x="7136" y="1686"/>
                </a:lnTo>
                <a:lnTo>
                  <a:pt x="8926" y="2110"/>
                </a:lnTo>
                <a:lnTo>
                  <a:pt x="10719" y="2534"/>
                </a:lnTo>
                <a:lnTo>
                  <a:pt x="12517" y="2958"/>
                </a:lnTo>
                <a:lnTo>
                  <a:pt x="14321" y="3387"/>
                </a:lnTo>
                <a:lnTo>
                  <a:pt x="16130" y="3816"/>
                </a:lnTo>
                <a:lnTo>
                  <a:pt x="17944" y="4245"/>
                </a:lnTo>
                <a:lnTo>
                  <a:pt x="19769" y="4675"/>
                </a:lnTo>
                <a:lnTo>
                  <a:pt x="21600" y="5109"/>
                </a:lnTo>
                <a:lnTo>
                  <a:pt x="21600" y="8143"/>
                </a:lnTo>
                <a:lnTo>
                  <a:pt x="21600" y="11188"/>
                </a:lnTo>
                <a:lnTo>
                  <a:pt x="21600" y="14243"/>
                </a:lnTo>
                <a:lnTo>
                  <a:pt x="21600" y="17324"/>
                </a:lnTo>
                <a:lnTo>
                  <a:pt x="21600" y="20435"/>
                </a:lnTo>
                <a:lnTo>
                  <a:pt x="19769" y="20808"/>
                </a:lnTo>
                <a:lnTo>
                  <a:pt x="17960" y="21130"/>
                </a:lnTo>
                <a:lnTo>
                  <a:pt x="16165" y="21380"/>
                </a:lnTo>
                <a:lnTo>
                  <a:pt x="14380" y="21544"/>
                </a:lnTo>
                <a:lnTo>
                  <a:pt x="12598" y="21600"/>
                </a:lnTo>
                <a:lnTo>
                  <a:pt x="10813" y="21534"/>
                </a:lnTo>
                <a:lnTo>
                  <a:pt x="9023" y="21329"/>
                </a:lnTo>
                <a:lnTo>
                  <a:pt x="7220" y="20972"/>
                </a:lnTo>
                <a:lnTo>
                  <a:pt x="5400" y="20435"/>
                </a:lnTo>
                <a:lnTo>
                  <a:pt x="4147" y="17707"/>
                </a:lnTo>
                <a:lnTo>
                  <a:pt x="3151" y="15066"/>
                </a:lnTo>
                <a:lnTo>
                  <a:pt x="2357" y="12419"/>
                </a:lnTo>
                <a:lnTo>
                  <a:pt x="1706" y="9681"/>
                </a:lnTo>
                <a:lnTo>
                  <a:pt x="1134" y="6759"/>
                </a:lnTo>
                <a:lnTo>
                  <a:pt x="586" y="3561"/>
                </a:lnTo>
                <a:lnTo>
                  <a:pt x="0" y="0"/>
                </a:lnTo>
                <a:close/>
              </a:path>
            </a:pathLst>
          </a:custGeom>
          <a:solidFill>
            <a:srgbClr val="6A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3" name="contour_11861"/>
          <p:cNvSpPr/>
          <p:nvPr/>
        </p:nvSpPr>
        <p:spPr>
          <a:xfrm>
            <a:off x="7721070" y="1617934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1152" y="1782"/>
                </a:lnTo>
                <a:lnTo>
                  <a:pt x="20709" y="3564"/>
                </a:lnTo>
                <a:lnTo>
                  <a:pt x="20261" y="5349"/>
                </a:lnTo>
                <a:lnTo>
                  <a:pt x="19818" y="7136"/>
                </a:lnTo>
                <a:lnTo>
                  <a:pt x="19370" y="8926"/>
                </a:lnTo>
                <a:lnTo>
                  <a:pt x="18922" y="10719"/>
                </a:lnTo>
                <a:lnTo>
                  <a:pt x="18473" y="12517"/>
                </a:lnTo>
                <a:lnTo>
                  <a:pt x="18020" y="14321"/>
                </a:lnTo>
                <a:lnTo>
                  <a:pt x="17566" y="16130"/>
                </a:lnTo>
                <a:lnTo>
                  <a:pt x="17113" y="17944"/>
                </a:lnTo>
                <a:lnTo>
                  <a:pt x="16659" y="19769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4779" y="19745"/>
                </a:lnTo>
                <a:lnTo>
                  <a:pt x="4163" y="17890"/>
                </a:lnTo>
                <a:lnTo>
                  <a:pt x="3559" y="16033"/>
                </a:lnTo>
                <a:lnTo>
                  <a:pt x="2959" y="14175"/>
                </a:lnTo>
                <a:lnTo>
                  <a:pt x="2365" y="12317"/>
                </a:lnTo>
                <a:lnTo>
                  <a:pt x="2111" y="11551"/>
                </a:lnTo>
                <a:lnTo>
                  <a:pt x="1669" y="10198"/>
                </a:lnTo>
                <a:lnTo>
                  <a:pt x="653" y="7098"/>
                </a:lnTo>
                <a:lnTo>
                  <a:pt x="437" y="5646"/>
                </a:lnTo>
                <a:lnTo>
                  <a:pt x="221" y="4182"/>
                </a:lnTo>
                <a:lnTo>
                  <a:pt x="0" y="2700"/>
                </a:lnTo>
                <a:lnTo>
                  <a:pt x="2678" y="1361"/>
                </a:lnTo>
                <a:lnTo>
                  <a:pt x="5400" y="0"/>
                </a:lnTo>
                <a:close/>
              </a:path>
            </a:pathLst>
          </a:custGeom>
          <a:solidFill>
            <a:srgbClr val="F6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4" name="contour_11862"/>
          <p:cNvSpPr/>
          <p:nvPr/>
        </p:nvSpPr>
        <p:spPr>
          <a:xfrm>
            <a:off x="4827737" y="1596070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1909"/>
                </a:lnTo>
                <a:lnTo>
                  <a:pt x="21600" y="3820"/>
                </a:lnTo>
                <a:lnTo>
                  <a:pt x="21600" y="5738"/>
                </a:lnTo>
                <a:lnTo>
                  <a:pt x="21600" y="7663"/>
                </a:lnTo>
                <a:lnTo>
                  <a:pt x="21600" y="9596"/>
                </a:lnTo>
                <a:lnTo>
                  <a:pt x="21600" y="11540"/>
                </a:lnTo>
                <a:lnTo>
                  <a:pt x="21600" y="13500"/>
                </a:lnTo>
                <a:lnTo>
                  <a:pt x="19462" y="12609"/>
                </a:lnTo>
                <a:lnTo>
                  <a:pt x="17319" y="11715"/>
                </a:lnTo>
                <a:lnTo>
                  <a:pt x="15168" y="10819"/>
                </a:lnTo>
                <a:lnTo>
                  <a:pt x="13008" y="9920"/>
                </a:lnTo>
                <a:lnTo>
                  <a:pt x="10835" y="9013"/>
                </a:lnTo>
                <a:lnTo>
                  <a:pt x="8640" y="8100"/>
                </a:lnTo>
                <a:lnTo>
                  <a:pt x="8247" y="9566"/>
                </a:lnTo>
                <a:lnTo>
                  <a:pt x="7845" y="11054"/>
                </a:lnTo>
                <a:lnTo>
                  <a:pt x="7487" y="12309"/>
                </a:lnTo>
                <a:lnTo>
                  <a:pt x="7119" y="13570"/>
                </a:lnTo>
                <a:lnTo>
                  <a:pt x="6748" y="14850"/>
                </a:lnTo>
                <a:lnTo>
                  <a:pt x="6221" y="16735"/>
                </a:lnTo>
                <a:lnTo>
                  <a:pt x="5685" y="18646"/>
                </a:lnTo>
                <a:lnTo>
                  <a:pt x="5007" y="20112"/>
                </a:lnTo>
                <a:lnTo>
                  <a:pt x="4320" y="21600"/>
                </a:lnTo>
                <a:lnTo>
                  <a:pt x="2177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DDED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5" name="contour_11863"/>
          <p:cNvSpPr/>
          <p:nvPr/>
        </p:nvSpPr>
        <p:spPr>
          <a:xfrm>
            <a:off x="1176453" y="1545054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" y="0"/>
                </a:moveTo>
                <a:lnTo>
                  <a:pt x="2135" y="1786"/>
                </a:lnTo>
                <a:lnTo>
                  <a:pt x="2475" y="3600"/>
                </a:lnTo>
                <a:lnTo>
                  <a:pt x="3033" y="5386"/>
                </a:lnTo>
                <a:lnTo>
                  <a:pt x="3600" y="7200"/>
                </a:lnTo>
                <a:lnTo>
                  <a:pt x="4790" y="7200"/>
                </a:lnTo>
                <a:lnTo>
                  <a:pt x="5987" y="7200"/>
                </a:lnTo>
                <a:lnTo>
                  <a:pt x="7200" y="7200"/>
                </a:lnTo>
                <a:lnTo>
                  <a:pt x="7200" y="9580"/>
                </a:lnTo>
                <a:lnTo>
                  <a:pt x="7200" y="11974"/>
                </a:lnTo>
                <a:lnTo>
                  <a:pt x="7200" y="14400"/>
                </a:lnTo>
                <a:lnTo>
                  <a:pt x="8388" y="14400"/>
                </a:lnTo>
                <a:lnTo>
                  <a:pt x="9576" y="14400"/>
                </a:lnTo>
                <a:lnTo>
                  <a:pt x="10766" y="14400"/>
                </a:lnTo>
                <a:lnTo>
                  <a:pt x="11957" y="14400"/>
                </a:lnTo>
                <a:lnTo>
                  <a:pt x="13151" y="14400"/>
                </a:lnTo>
                <a:lnTo>
                  <a:pt x="14346" y="14400"/>
                </a:lnTo>
                <a:lnTo>
                  <a:pt x="15545" y="14400"/>
                </a:lnTo>
                <a:lnTo>
                  <a:pt x="16747" y="14400"/>
                </a:lnTo>
                <a:lnTo>
                  <a:pt x="17953" y="14400"/>
                </a:lnTo>
                <a:lnTo>
                  <a:pt x="19163" y="14400"/>
                </a:lnTo>
                <a:lnTo>
                  <a:pt x="20380" y="14400"/>
                </a:lnTo>
                <a:lnTo>
                  <a:pt x="21600" y="14400"/>
                </a:lnTo>
                <a:lnTo>
                  <a:pt x="21600" y="16186"/>
                </a:lnTo>
                <a:lnTo>
                  <a:pt x="21600" y="18000"/>
                </a:lnTo>
                <a:lnTo>
                  <a:pt x="21024" y="18130"/>
                </a:lnTo>
                <a:lnTo>
                  <a:pt x="20497" y="18245"/>
                </a:lnTo>
                <a:lnTo>
                  <a:pt x="19978" y="18360"/>
                </a:lnTo>
                <a:lnTo>
                  <a:pt x="19420" y="18486"/>
                </a:lnTo>
                <a:lnTo>
                  <a:pt x="18781" y="18626"/>
                </a:lnTo>
                <a:lnTo>
                  <a:pt x="18014" y="18796"/>
                </a:lnTo>
                <a:lnTo>
                  <a:pt x="17078" y="19004"/>
                </a:lnTo>
                <a:lnTo>
                  <a:pt x="15926" y="19260"/>
                </a:lnTo>
                <a:lnTo>
                  <a:pt x="14517" y="19573"/>
                </a:lnTo>
                <a:lnTo>
                  <a:pt x="12803" y="19955"/>
                </a:lnTo>
                <a:lnTo>
                  <a:pt x="10742" y="20412"/>
                </a:lnTo>
                <a:lnTo>
                  <a:pt x="8289" y="20959"/>
                </a:lnTo>
                <a:lnTo>
                  <a:pt x="5400" y="21600"/>
                </a:lnTo>
                <a:lnTo>
                  <a:pt x="5400" y="19220"/>
                </a:lnTo>
                <a:lnTo>
                  <a:pt x="5400" y="16826"/>
                </a:lnTo>
                <a:lnTo>
                  <a:pt x="5400" y="14400"/>
                </a:lnTo>
                <a:lnTo>
                  <a:pt x="4331" y="14400"/>
                </a:lnTo>
                <a:lnTo>
                  <a:pt x="3258" y="14400"/>
                </a:lnTo>
                <a:lnTo>
                  <a:pt x="2182" y="14400"/>
                </a:lnTo>
                <a:lnTo>
                  <a:pt x="1096" y="14400"/>
                </a:lnTo>
                <a:lnTo>
                  <a:pt x="0" y="14400"/>
                </a:lnTo>
                <a:lnTo>
                  <a:pt x="297" y="12024"/>
                </a:lnTo>
                <a:lnTo>
                  <a:pt x="594" y="9644"/>
                </a:lnTo>
                <a:lnTo>
                  <a:pt x="893" y="7254"/>
                </a:lnTo>
                <a:lnTo>
                  <a:pt x="1193" y="4853"/>
                </a:lnTo>
                <a:lnTo>
                  <a:pt x="1496" y="2437"/>
                </a:lnTo>
                <a:lnTo>
                  <a:pt x="1800" y="0"/>
                </a:lnTo>
                <a:close/>
              </a:path>
            </a:pathLst>
          </a:custGeom>
          <a:solidFill>
            <a:srgbClr val="6060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6" name="contour_11864"/>
          <p:cNvSpPr/>
          <p:nvPr/>
        </p:nvSpPr>
        <p:spPr>
          <a:xfrm>
            <a:off x="4069174" y="1508614"/>
            <a:ext cx="443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" y="0"/>
                </a:moveTo>
                <a:lnTo>
                  <a:pt x="3288" y="2794"/>
                </a:lnTo>
                <a:lnTo>
                  <a:pt x="5869" y="5208"/>
                </a:lnTo>
                <a:lnTo>
                  <a:pt x="8080" y="7287"/>
                </a:lnTo>
                <a:lnTo>
                  <a:pt x="9973" y="9077"/>
                </a:lnTo>
                <a:lnTo>
                  <a:pt x="11595" y="10630"/>
                </a:lnTo>
                <a:lnTo>
                  <a:pt x="12991" y="11991"/>
                </a:lnTo>
                <a:lnTo>
                  <a:pt x="14205" y="13203"/>
                </a:lnTo>
                <a:lnTo>
                  <a:pt x="15288" y="14321"/>
                </a:lnTo>
                <a:lnTo>
                  <a:pt x="16285" y="15385"/>
                </a:lnTo>
                <a:lnTo>
                  <a:pt x="17240" y="16446"/>
                </a:lnTo>
                <a:lnTo>
                  <a:pt x="18202" y="17550"/>
                </a:lnTo>
                <a:lnTo>
                  <a:pt x="19221" y="18746"/>
                </a:lnTo>
                <a:lnTo>
                  <a:pt x="20336" y="20080"/>
                </a:lnTo>
                <a:lnTo>
                  <a:pt x="21600" y="21600"/>
                </a:lnTo>
                <a:lnTo>
                  <a:pt x="19434" y="21311"/>
                </a:lnTo>
                <a:lnTo>
                  <a:pt x="17272" y="21017"/>
                </a:lnTo>
                <a:lnTo>
                  <a:pt x="15107" y="20720"/>
                </a:lnTo>
                <a:lnTo>
                  <a:pt x="12944" y="20417"/>
                </a:lnTo>
                <a:lnTo>
                  <a:pt x="10530" y="20088"/>
                </a:lnTo>
                <a:lnTo>
                  <a:pt x="8077" y="19753"/>
                </a:lnTo>
                <a:lnTo>
                  <a:pt x="5578" y="19219"/>
                </a:lnTo>
                <a:lnTo>
                  <a:pt x="3934" y="18670"/>
                </a:lnTo>
                <a:lnTo>
                  <a:pt x="2418" y="17774"/>
                </a:lnTo>
                <a:lnTo>
                  <a:pt x="298" y="16200"/>
                </a:lnTo>
                <a:lnTo>
                  <a:pt x="128" y="14307"/>
                </a:lnTo>
                <a:lnTo>
                  <a:pt x="32" y="12930"/>
                </a:lnTo>
                <a:lnTo>
                  <a:pt x="0" y="11672"/>
                </a:lnTo>
                <a:lnTo>
                  <a:pt x="18" y="10138"/>
                </a:lnTo>
                <a:lnTo>
                  <a:pt x="78" y="7933"/>
                </a:lnTo>
                <a:lnTo>
                  <a:pt x="110" y="6450"/>
                </a:lnTo>
                <a:lnTo>
                  <a:pt x="142" y="4960"/>
                </a:lnTo>
                <a:lnTo>
                  <a:pt x="174" y="3448"/>
                </a:lnTo>
                <a:lnTo>
                  <a:pt x="234" y="1736"/>
                </a:lnTo>
                <a:lnTo>
                  <a:pt x="298" y="0"/>
                </a:lnTo>
                <a:close/>
              </a:path>
            </a:pathLst>
          </a:custGeom>
          <a:solidFill>
            <a:srgbClr val="C4C8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7" name="contour_11865"/>
          <p:cNvSpPr/>
          <p:nvPr/>
        </p:nvSpPr>
        <p:spPr>
          <a:xfrm>
            <a:off x="979546" y="1552342"/>
            <a:ext cx="3722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05" y="0"/>
                </a:moveTo>
                <a:lnTo>
                  <a:pt x="7096" y="0"/>
                </a:lnTo>
                <a:lnTo>
                  <a:pt x="9891" y="0"/>
                </a:lnTo>
                <a:lnTo>
                  <a:pt x="12699" y="0"/>
                </a:lnTo>
                <a:lnTo>
                  <a:pt x="15519" y="0"/>
                </a:lnTo>
                <a:lnTo>
                  <a:pt x="18357" y="0"/>
                </a:lnTo>
                <a:lnTo>
                  <a:pt x="21219" y="0"/>
                </a:lnTo>
                <a:lnTo>
                  <a:pt x="21473" y="1714"/>
                </a:lnTo>
                <a:lnTo>
                  <a:pt x="21600" y="2945"/>
                </a:lnTo>
                <a:lnTo>
                  <a:pt x="21600" y="4039"/>
                </a:lnTo>
                <a:lnTo>
                  <a:pt x="21473" y="5342"/>
                </a:lnTo>
                <a:lnTo>
                  <a:pt x="21219" y="7200"/>
                </a:lnTo>
                <a:lnTo>
                  <a:pt x="19122" y="7721"/>
                </a:lnTo>
                <a:lnTo>
                  <a:pt x="16991" y="8251"/>
                </a:lnTo>
                <a:lnTo>
                  <a:pt x="15938" y="8585"/>
                </a:lnTo>
                <a:lnTo>
                  <a:pt x="12762" y="9600"/>
                </a:lnTo>
                <a:lnTo>
                  <a:pt x="12288" y="11304"/>
                </a:lnTo>
                <a:lnTo>
                  <a:pt x="12077" y="12514"/>
                </a:lnTo>
                <a:lnTo>
                  <a:pt x="12077" y="13802"/>
                </a:lnTo>
                <a:lnTo>
                  <a:pt x="12234" y="15749"/>
                </a:lnTo>
                <a:lnTo>
                  <a:pt x="12348" y="17393"/>
                </a:lnTo>
                <a:lnTo>
                  <a:pt x="12466" y="19058"/>
                </a:lnTo>
                <a:lnTo>
                  <a:pt x="12614" y="20321"/>
                </a:lnTo>
                <a:lnTo>
                  <a:pt x="12762" y="21600"/>
                </a:lnTo>
                <a:lnTo>
                  <a:pt x="9574" y="21298"/>
                </a:lnTo>
                <a:lnTo>
                  <a:pt x="7324" y="21022"/>
                </a:lnTo>
                <a:lnTo>
                  <a:pt x="5396" y="20657"/>
                </a:lnTo>
                <a:lnTo>
                  <a:pt x="3180" y="20088"/>
                </a:lnTo>
                <a:lnTo>
                  <a:pt x="76" y="19200"/>
                </a:lnTo>
                <a:lnTo>
                  <a:pt x="0" y="17453"/>
                </a:lnTo>
                <a:lnTo>
                  <a:pt x="34" y="15830"/>
                </a:lnTo>
                <a:lnTo>
                  <a:pt x="186" y="14273"/>
                </a:lnTo>
                <a:lnTo>
                  <a:pt x="461" y="12730"/>
                </a:lnTo>
                <a:lnTo>
                  <a:pt x="863" y="11141"/>
                </a:lnTo>
                <a:lnTo>
                  <a:pt x="1395" y="9451"/>
                </a:lnTo>
                <a:lnTo>
                  <a:pt x="1789" y="8088"/>
                </a:lnTo>
                <a:lnTo>
                  <a:pt x="2182" y="6708"/>
                </a:lnTo>
                <a:lnTo>
                  <a:pt x="2685" y="5028"/>
                </a:lnTo>
                <a:lnTo>
                  <a:pt x="3210" y="3350"/>
                </a:lnTo>
                <a:lnTo>
                  <a:pt x="3751" y="1675"/>
                </a:lnTo>
                <a:lnTo>
                  <a:pt x="4305" y="0"/>
                </a:lnTo>
                <a:close/>
              </a:path>
            </a:pathLst>
          </a:custGeom>
          <a:solidFill>
            <a:srgbClr val="7475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8" name="contour_11866"/>
          <p:cNvSpPr/>
          <p:nvPr/>
        </p:nvSpPr>
        <p:spPr>
          <a:xfrm>
            <a:off x="6708039" y="1392006"/>
            <a:ext cx="24349" cy="116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30" y="0"/>
                </a:moveTo>
                <a:lnTo>
                  <a:pt x="16137" y="0"/>
                </a:lnTo>
                <a:lnTo>
                  <a:pt x="19395" y="0"/>
                </a:lnTo>
                <a:lnTo>
                  <a:pt x="19557" y="927"/>
                </a:lnTo>
                <a:lnTo>
                  <a:pt x="19706" y="1856"/>
                </a:lnTo>
                <a:lnTo>
                  <a:pt x="19848" y="2784"/>
                </a:lnTo>
                <a:lnTo>
                  <a:pt x="19977" y="3711"/>
                </a:lnTo>
                <a:lnTo>
                  <a:pt x="20100" y="4640"/>
                </a:lnTo>
                <a:lnTo>
                  <a:pt x="20210" y="5567"/>
                </a:lnTo>
                <a:lnTo>
                  <a:pt x="20320" y="6496"/>
                </a:lnTo>
                <a:lnTo>
                  <a:pt x="20417" y="7424"/>
                </a:lnTo>
                <a:lnTo>
                  <a:pt x="20514" y="8352"/>
                </a:lnTo>
                <a:lnTo>
                  <a:pt x="20611" y="9281"/>
                </a:lnTo>
                <a:lnTo>
                  <a:pt x="20772" y="10161"/>
                </a:lnTo>
                <a:lnTo>
                  <a:pt x="20934" y="11047"/>
                </a:lnTo>
                <a:lnTo>
                  <a:pt x="21102" y="11945"/>
                </a:lnTo>
                <a:lnTo>
                  <a:pt x="21160" y="12790"/>
                </a:lnTo>
                <a:lnTo>
                  <a:pt x="21225" y="13640"/>
                </a:lnTo>
                <a:lnTo>
                  <a:pt x="21290" y="14502"/>
                </a:lnTo>
                <a:lnTo>
                  <a:pt x="21393" y="15281"/>
                </a:lnTo>
                <a:lnTo>
                  <a:pt x="21497" y="16064"/>
                </a:lnTo>
                <a:lnTo>
                  <a:pt x="21600" y="16859"/>
                </a:lnTo>
                <a:lnTo>
                  <a:pt x="20727" y="17623"/>
                </a:lnTo>
                <a:lnTo>
                  <a:pt x="19745" y="18220"/>
                </a:lnTo>
                <a:lnTo>
                  <a:pt x="18277" y="18731"/>
                </a:lnTo>
                <a:lnTo>
                  <a:pt x="15949" y="19243"/>
                </a:lnTo>
                <a:lnTo>
                  <a:pt x="12381" y="19837"/>
                </a:lnTo>
                <a:lnTo>
                  <a:pt x="7189" y="20594"/>
                </a:lnTo>
                <a:lnTo>
                  <a:pt x="0" y="21600"/>
                </a:lnTo>
                <a:lnTo>
                  <a:pt x="556" y="20670"/>
                </a:lnTo>
                <a:lnTo>
                  <a:pt x="1112" y="19741"/>
                </a:lnTo>
                <a:lnTo>
                  <a:pt x="1668" y="18811"/>
                </a:lnTo>
                <a:lnTo>
                  <a:pt x="2224" y="17879"/>
                </a:lnTo>
                <a:lnTo>
                  <a:pt x="2786" y="16949"/>
                </a:lnTo>
                <a:lnTo>
                  <a:pt x="3342" y="16018"/>
                </a:lnTo>
                <a:lnTo>
                  <a:pt x="3898" y="15086"/>
                </a:lnTo>
                <a:lnTo>
                  <a:pt x="4461" y="14153"/>
                </a:lnTo>
                <a:lnTo>
                  <a:pt x="5017" y="13219"/>
                </a:lnTo>
                <a:lnTo>
                  <a:pt x="5579" y="12285"/>
                </a:lnTo>
                <a:lnTo>
                  <a:pt x="6135" y="11349"/>
                </a:lnTo>
                <a:lnTo>
                  <a:pt x="6698" y="10413"/>
                </a:lnTo>
                <a:lnTo>
                  <a:pt x="7260" y="9474"/>
                </a:lnTo>
                <a:lnTo>
                  <a:pt x="7823" y="8535"/>
                </a:lnTo>
                <a:lnTo>
                  <a:pt x="8385" y="7594"/>
                </a:lnTo>
                <a:lnTo>
                  <a:pt x="8948" y="6651"/>
                </a:lnTo>
                <a:lnTo>
                  <a:pt x="9517" y="5708"/>
                </a:lnTo>
                <a:lnTo>
                  <a:pt x="10079" y="4761"/>
                </a:lnTo>
                <a:lnTo>
                  <a:pt x="10648" y="3814"/>
                </a:lnTo>
                <a:lnTo>
                  <a:pt x="11217" y="2863"/>
                </a:lnTo>
                <a:lnTo>
                  <a:pt x="11786" y="1912"/>
                </a:lnTo>
                <a:lnTo>
                  <a:pt x="12355" y="957"/>
                </a:lnTo>
                <a:lnTo>
                  <a:pt x="12930" y="0"/>
                </a:lnTo>
                <a:close/>
              </a:path>
            </a:pathLst>
          </a:custGeom>
          <a:solidFill>
            <a:srgbClr val="BBC7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69" name="contour_11867"/>
          <p:cNvSpPr/>
          <p:nvPr/>
        </p:nvSpPr>
        <p:spPr>
          <a:xfrm>
            <a:off x="4651404" y="1384718"/>
            <a:ext cx="2328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7584" y="21600"/>
                </a:lnTo>
                <a:lnTo>
                  <a:pt x="13555" y="21600"/>
                </a:lnTo>
                <a:lnTo>
                  <a:pt x="9512" y="21600"/>
                </a:lnTo>
                <a:lnTo>
                  <a:pt x="5435" y="21600"/>
                </a:lnTo>
                <a:lnTo>
                  <a:pt x="1318" y="21600"/>
                </a:lnTo>
                <a:lnTo>
                  <a:pt x="1109" y="19745"/>
                </a:lnTo>
                <a:lnTo>
                  <a:pt x="926" y="17890"/>
                </a:lnTo>
                <a:lnTo>
                  <a:pt x="757" y="16033"/>
                </a:lnTo>
                <a:lnTo>
                  <a:pt x="608" y="14175"/>
                </a:lnTo>
                <a:lnTo>
                  <a:pt x="473" y="12317"/>
                </a:lnTo>
                <a:lnTo>
                  <a:pt x="318" y="10592"/>
                </a:lnTo>
                <a:lnTo>
                  <a:pt x="162" y="8856"/>
                </a:lnTo>
                <a:lnTo>
                  <a:pt x="0" y="7098"/>
                </a:lnTo>
                <a:lnTo>
                  <a:pt x="433" y="5646"/>
                </a:lnTo>
                <a:lnTo>
                  <a:pt x="872" y="4182"/>
                </a:lnTo>
                <a:lnTo>
                  <a:pt x="1318" y="2700"/>
                </a:lnTo>
                <a:lnTo>
                  <a:pt x="5348" y="1569"/>
                </a:lnTo>
                <a:lnTo>
                  <a:pt x="8978" y="791"/>
                </a:lnTo>
                <a:lnTo>
                  <a:pt x="12635" y="313"/>
                </a:lnTo>
                <a:lnTo>
                  <a:pt x="16705" y="68"/>
                </a:lnTo>
                <a:lnTo>
                  <a:pt x="21600" y="0"/>
                </a:lnTo>
                <a:close/>
              </a:path>
            </a:pathLst>
          </a:custGeom>
          <a:solidFill>
            <a:srgbClr val="D7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0" name="contour_11868"/>
          <p:cNvSpPr/>
          <p:nvPr/>
        </p:nvSpPr>
        <p:spPr>
          <a:xfrm>
            <a:off x="5549248" y="1370062"/>
            <a:ext cx="72880" cy="22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6"/>
                </a:moveTo>
                <a:lnTo>
                  <a:pt x="21600" y="4621"/>
                </a:lnTo>
                <a:lnTo>
                  <a:pt x="21600" y="9194"/>
                </a:lnTo>
                <a:lnTo>
                  <a:pt x="21600" y="13829"/>
                </a:lnTo>
                <a:lnTo>
                  <a:pt x="20315" y="16711"/>
                </a:lnTo>
                <a:lnTo>
                  <a:pt x="18954" y="18801"/>
                </a:lnTo>
                <a:lnTo>
                  <a:pt x="17533" y="20218"/>
                </a:lnTo>
                <a:lnTo>
                  <a:pt x="16062" y="21077"/>
                </a:lnTo>
                <a:lnTo>
                  <a:pt x="14552" y="21504"/>
                </a:lnTo>
                <a:lnTo>
                  <a:pt x="13016" y="21600"/>
                </a:lnTo>
                <a:lnTo>
                  <a:pt x="11467" y="21490"/>
                </a:lnTo>
                <a:lnTo>
                  <a:pt x="9914" y="21297"/>
                </a:lnTo>
                <a:lnTo>
                  <a:pt x="8370" y="21132"/>
                </a:lnTo>
                <a:lnTo>
                  <a:pt x="7160" y="21084"/>
                </a:lnTo>
                <a:lnTo>
                  <a:pt x="5931" y="21043"/>
                </a:lnTo>
                <a:lnTo>
                  <a:pt x="4450" y="20974"/>
                </a:lnTo>
                <a:lnTo>
                  <a:pt x="2966" y="20892"/>
                </a:lnTo>
                <a:lnTo>
                  <a:pt x="1482" y="20802"/>
                </a:lnTo>
                <a:lnTo>
                  <a:pt x="0" y="20706"/>
                </a:lnTo>
                <a:lnTo>
                  <a:pt x="0" y="16160"/>
                </a:lnTo>
                <a:lnTo>
                  <a:pt x="0" y="11587"/>
                </a:lnTo>
                <a:lnTo>
                  <a:pt x="0" y="6952"/>
                </a:lnTo>
                <a:lnTo>
                  <a:pt x="1430" y="6258"/>
                </a:lnTo>
                <a:lnTo>
                  <a:pt x="2862" y="5570"/>
                </a:lnTo>
                <a:lnTo>
                  <a:pt x="4292" y="4883"/>
                </a:lnTo>
                <a:lnTo>
                  <a:pt x="5724" y="4195"/>
                </a:lnTo>
                <a:lnTo>
                  <a:pt x="7154" y="3514"/>
                </a:lnTo>
                <a:lnTo>
                  <a:pt x="8484" y="2874"/>
                </a:lnTo>
                <a:lnTo>
                  <a:pt x="9824" y="2228"/>
                </a:lnTo>
                <a:lnTo>
                  <a:pt x="11180" y="1582"/>
                </a:lnTo>
                <a:lnTo>
                  <a:pt x="12681" y="1059"/>
                </a:lnTo>
                <a:lnTo>
                  <a:pt x="14167" y="646"/>
                </a:lnTo>
                <a:lnTo>
                  <a:pt x="15645" y="337"/>
                </a:lnTo>
                <a:lnTo>
                  <a:pt x="17120" y="131"/>
                </a:lnTo>
                <a:lnTo>
                  <a:pt x="18600" y="21"/>
                </a:lnTo>
                <a:lnTo>
                  <a:pt x="20092" y="0"/>
                </a:lnTo>
                <a:lnTo>
                  <a:pt x="21600" y="76"/>
                </a:lnTo>
                <a:close/>
              </a:path>
            </a:pathLst>
          </a:custGeom>
          <a:solidFill>
            <a:srgbClr val="2638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1" name="contour_11869"/>
          <p:cNvSpPr/>
          <p:nvPr/>
        </p:nvSpPr>
        <p:spPr>
          <a:xfrm>
            <a:off x="8187501" y="1362854"/>
            <a:ext cx="109320" cy="34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60" y="0"/>
                </a:moveTo>
                <a:lnTo>
                  <a:pt x="20748" y="2651"/>
                </a:lnTo>
                <a:lnTo>
                  <a:pt x="21095" y="4487"/>
                </a:lnTo>
                <a:lnTo>
                  <a:pt x="21332" y="6368"/>
                </a:lnTo>
                <a:lnTo>
                  <a:pt x="21600" y="9156"/>
                </a:lnTo>
                <a:lnTo>
                  <a:pt x="20553" y="10667"/>
                </a:lnTo>
                <a:lnTo>
                  <a:pt x="19535" y="12091"/>
                </a:lnTo>
                <a:lnTo>
                  <a:pt x="18541" y="13432"/>
                </a:lnTo>
                <a:lnTo>
                  <a:pt x="17568" y="14678"/>
                </a:lnTo>
                <a:lnTo>
                  <a:pt x="16613" y="15836"/>
                </a:lnTo>
                <a:lnTo>
                  <a:pt x="15673" y="16894"/>
                </a:lnTo>
                <a:lnTo>
                  <a:pt x="14744" y="17850"/>
                </a:lnTo>
                <a:lnTo>
                  <a:pt x="13824" y="18711"/>
                </a:lnTo>
                <a:lnTo>
                  <a:pt x="12908" y="19462"/>
                </a:lnTo>
                <a:lnTo>
                  <a:pt x="11995" y="20108"/>
                </a:lnTo>
                <a:lnTo>
                  <a:pt x="11081" y="20639"/>
                </a:lnTo>
                <a:lnTo>
                  <a:pt x="10161" y="21055"/>
                </a:lnTo>
                <a:lnTo>
                  <a:pt x="9233" y="21357"/>
                </a:lnTo>
                <a:lnTo>
                  <a:pt x="8294" y="21540"/>
                </a:lnTo>
                <a:lnTo>
                  <a:pt x="7343" y="21600"/>
                </a:lnTo>
                <a:lnTo>
                  <a:pt x="6372" y="21531"/>
                </a:lnTo>
                <a:lnTo>
                  <a:pt x="5380" y="21334"/>
                </a:lnTo>
                <a:lnTo>
                  <a:pt x="4366" y="21005"/>
                </a:lnTo>
                <a:lnTo>
                  <a:pt x="3324" y="20542"/>
                </a:lnTo>
                <a:lnTo>
                  <a:pt x="2251" y="19943"/>
                </a:lnTo>
                <a:lnTo>
                  <a:pt x="1143" y="19201"/>
                </a:lnTo>
                <a:lnTo>
                  <a:pt x="0" y="18313"/>
                </a:lnTo>
                <a:lnTo>
                  <a:pt x="0" y="16042"/>
                </a:lnTo>
                <a:lnTo>
                  <a:pt x="0" y="13735"/>
                </a:lnTo>
                <a:lnTo>
                  <a:pt x="933" y="12796"/>
                </a:lnTo>
                <a:lnTo>
                  <a:pt x="1871" y="11926"/>
                </a:lnTo>
                <a:lnTo>
                  <a:pt x="2814" y="11125"/>
                </a:lnTo>
                <a:lnTo>
                  <a:pt x="3761" y="10370"/>
                </a:lnTo>
                <a:lnTo>
                  <a:pt x="4712" y="9660"/>
                </a:lnTo>
                <a:lnTo>
                  <a:pt x="5665" y="8978"/>
                </a:lnTo>
                <a:lnTo>
                  <a:pt x="6621" y="8319"/>
                </a:lnTo>
                <a:lnTo>
                  <a:pt x="7577" y="7669"/>
                </a:lnTo>
                <a:lnTo>
                  <a:pt x="8535" y="7018"/>
                </a:lnTo>
                <a:lnTo>
                  <a:pt x="9403" y="6409"/>
                </a:lnTo>
                <a:lnTo>
                  <a:pt x="10270" y="5782"/>
                </a:lnTo>
                <a:lnTo>
                  <a:pt x="11136" y="5146"/>
                </a:lnTo>
                <a:lnTo>
                  <a:pt x="12002" y="4500"/>
                </a:lnTo>
                <a:lnTo>
                  <a:pt x="12868" y="3855"/>
                </a:lnTo>
                <a:lnTo>
                  <a:pt x="13774" y="3228"/>
                </a:lnTo>
                <a:lnTo>
                  <a:pt x="14685" y="2591"/>
                </a:lnTo>
                <a:lnTo>
                  <a:pt x="15610" y="1950"/>
                </a:lnTo>
                <a:lnTo>
                  <a:pt x="16448" y="1355"/>
                </a:lnTo>
                <a:lnTo>
                  <a:pt x="17290" y="755"/>
                </a:lnTo>
                <a:lnTo>
                  <a:pt x="18145" y="147"/>
                </a:lnTo>
                <a:lnTo>
                  <a:pt x="18647" y="110"/>
                </a:lnTo>
                <a:lnTo>
                  <a:pt x="20160" y="0"/>
                </a:lnTo>
                <a:close/>
              </a:path>
            </a:pathLst>
          </a:custGeom>
          <a:solidFill>
            <a:srgbClr val="D1DC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2" name="contour_11870"/>
          <p:cNvSpPr/>
          <p:nvPr/>
        </p:nvSpPr>
        <p:spPr>
          <a:xfrm>
            <a:off x="6795495" y="1362854"/>
            <a:ext cx="8745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313"/>
                </a:lnTo>
                <a:lnTo>
                  <a:pt x="2516" y="626"/>
                </a:lnTo>
                <a:lnTo>
                  <a:pt x="3775" y="945"/>
                </a:lnTo>
                <a:lnTo>
                  <a:pt x="5035" y="1258"/>
                </a:lnTo>
                <a:lnTo>
                  <a:pt x="6295" y="1571"/>
                </a:lnTo>
                <a:lnTo>
                  <a:pt x="7556" y="1890"/>
                </a:lnTo>
                <a:lnTo>
                  <a:pt x="8820" y="2203"/>
                </a:lnTo>
                <a:lnTo>
                  <a:pt x="10085" y="2522"/>
                </a:lnTo>
                <a:lnTo>
                  <a:pt x="11353" y="2840"/>
                </a:lnTo>
                <a:lnTo>
                  <a:pt x="12623" y="3154"/>
                </a:lnTo>
                <a:lnTo>
                  <a:pt x="13896" y="3472"/>
                </a:lnTo>
                <a:lnTo>
                  <a:pt x="15170" y="3791"/>
                </a:lnTo>
                <a:lnTo>
                  <a:pt x="16448" y="4115"/>
                </a:lnTo>
                <a:lnTo>
                  <a:pt x="17732" y="4433"/>
                </a:lnTo>
                <a:lnTo>
                  <a:pt x="19017" y="4752"/>
                </a:lnTo>
                <a:lnTo>
                  <a:pt x="20306" y="5076"/>
                </a:lnTo>
                <a:lnTo>
                  <a:pt x="21600" y="5400"/>
                </a:lnTo>
                <a:lnTo>
                  <a:pt x="21600" y="8078"/>
                </a:lnTo>
                <a:lnTo>
                  <a:pt x="21600" y="10800"/>
                </a:lnTo>
                <a:lnTo>
                  <a:pt x="21076" y="11048"/>
                </a:lnTo>
                <a:lnTo>
                  <a:pt x="19490" y="11794"/>
                </a:lnTo>
                <a:lnTo>
                  <a:pt x="18252" y="12398"/>
                </a:lnTo>
                <a:lnTo>
                  <a:pt x="17017" y="13019"/>
                </a:lnTo>
                <a:lnTo>
                  <a:pt x="15786" y="13657"/>
                </a:lnTo>
                <a:lnTo>
                  <a:pt x="14558" y="14321"/>
                </a:lnTo>
                <a:lnTo>
                  <a:pt x="13334" y="15001"/>
                </a:lnTo>
                <a:lnTo>
                  <a:pt x="12112" y="15709"/>
                </a:lnTo>
                <a:lnTo>
                  <a:pt x="10892" y="16448"/>
                </a:lnTo>
                <a:lnTo>
                  <a:pt x="9673" y="17215"/>
                </a:lnTo>
                <a:lnTo>
                  <a:pt x="8456" y="18014"/>
                </a:lnTo>
                <a:lnTo>
                  <a:pt x="7241" y="18851"/>
                </a:lnTo>
                <a:lnTo>
                  <a:pt x="6028" y="19726"/>
                </a:lnTo>
                <a:lnTo>
                  <a:pt x="4813" y="20644"/>
                </a:lnTo>
                <a:lnTo>
                  <a:pt x="3600" y="21600"/>
                </a:lnTo>
                <a:lnTo>
                  <a:pt x="3674" y="19035"/>
                </a:lnTo>
                <a:lnTo>
                  <a:pt x="3749" y="16454"/>
                </a:lnTo>
                <a:lnTo>
                  <a:pt x="3825" y="13835"/>
                </a:lnTo>
                <a:lnTo>
                  <a:pt x="3751" y="11048"/>
                </a:lnTo>
                <a:lnTo>
                  <a:pt x="3676" y="8246"/>
                </a:lnTo>
                <a:lnTo>
                  <a:pt x="3600" y="5400"/>
                </a:lnTo>
                <a:lnTo>
                  <a:pt x="2709" y="4061"/>
                </a:lnTo>
                <a:lnTo>
                  <a:pt x="1814" y="2722"/>
                </a:lnTo>
                <a:lnTo>
                  <a:pt x="913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7186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3" name="contour_11871"/>
          <p:cNvSpPr/>
          <p:nvPr/>
        </p:nvSpPr>
        <p:spPr>
          <a:xfrm>
            <a:off x="5228577" y="1316991"/>
            <a:ext cx="51016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811" y="1620"/>
                </a:lnTo>
                <a:lnTo>
                  <a:pt x="3623" y="1351"/>
                </a:lnTo>
                <a:lnTo>
                  <a:pt x="5437" y="1109"/>
                </a:lnTo>
                <a:lnTo>
                  <a:pt x="7251" y="892"/>
                </a:lnTo>
                <a:lnTo>
                  <a:pt x="9066" y="689"/>
                </a:lnTo>
                <a:lnTo>
                  <a:pt x="9816" y="590"/>
                </a:lnTo>
                <a:lnTo>
                  <a:pt x="11136" y="413"/>
                </a:lnTo>
                <a:lnTo>
                  <a:pt x="14163" y="0"/>
                </a:lnTo>
                <a:lnTo>
                  <a:pt x="15601" y="636"/>
                </a:lnTo>
                <a:lnTo>
                  <a:pt x="17049" y="1273"/>
                </a:lnTo>
                <a:lnTo>
                  <a:pt x="18514" y="1922"/>
                </a:lnTo>
                <a:lnTo>
                  <a:pt x="19125" y="5818"/>
                </a:lnTo>
                <a:lnTo>
                  <a:pt x="19739" y="9728"/>
                </a:lnTo>
                <a:lnTo>
                  <a:pt x="20353" y="13650"/>
                </a:lnTo>
                <a:lnTo>
                  <a:pt x="20974" y="1760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704"/>
                </a:lnTo>
                <a:lnTo>
                  <a:pt x="0" y="13794"/>
                </a:lnTo>
                <a:lnTo>
                  <a:pt x="0" y="9872"/>
                </a:lnTo>
                <a:lnTo>
                  <a:pt x="0" y="5917"/>
                </a:lnTo>
                <a:lnTo>
                  <a:pt x="0" y="1922"/>
                </a:lnTo>
                <a:close/>
              </a:path>
            </a:pathLst>
          </a:custGeom>
          <a:solidFill>
            <a:srgbClr val="C5CF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4" name="contour_11872"/>
          <p:cNvSpPr/>
          <p:nvPr/>
        </p:nvSpPr>
        <p:spPr>
          <a:xfrm>
            <a:off x="3727250" y="1289260"/>
            <a:ext cx="58304" cy="314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0"/>
                </a:moveTo>
                <a:lnTo>
                  <a:pt x="8824" y="60"/>
                </a:lnTo>
                <a:lnTo>
                  <a:pt x="10560" y="120"/>
                </a:lnTo>
                <a:lnTo>
                  <a:pt x="12320" y="175"/>
                </a:lnTo>
                <a:lnTo>
                  <a:pt x="13090" y="200"/>
                </a:lnTo>
                <a:lnTo>
                  <a:pt x="14448" y="235"/>
                </a:lnTo>
                <a:lnTo>
                  <a:pt x="17561" y="310"/>
                </a:lnTo>
                <a:lnTo>
                  <a:pt x="18155" y="340"/>
                </a:lnTo>
                <a:lnTo>
                  <a:pt x="19202" y="385"/>
                </a:lnTo>
                <a:lnTo>
                  <a:pt x="21600" y="490"/>
                </a:lnTo>
                <a:lnTo>
                  <a:pt x="21014" y="3597"/>
                </a:lnTo>
                <a:lnTo>
                  <a:pt x="20398" y="6608"/>
                </a:lnTo>
                <a:lnTo>
                  <a:pt x="19737" y="9534"/>
                </a:lnTo>
                <a:lnTo>
                  <a:pt x="19005" y="12376"/>
                </a:lnTo>
                <a:lnTo>
                  <a:pt x="18185" y="15147"/>
                </a:lnTo>
                <a:lnTo>
                  <a:pt x="17256" y="17853"/>
                </a:lnTo>
                <a:lnTo>
                  <a:pt x="16200" y="20499"/>
                </a:lnTo>
                <a:lnTo>
                  <a:pt x="14313" y="21235"/>
                </a:lnTo>
                <a:lnTo>
                  <a:pt x="12560" y="21575"/>
                </a:lnTo>
                <a:lnTo>
                  <a:pt x="10867" y="21600"/>
                </a:lnTo>
                <a:lnTo>
                  <a:pt x="9161" y="21380"/>
                </a:lnTo>
                <a:lnTo>
                  <a:pt x="7366" y="20990"/>
                </a:lnTo>
                <a:lnTo>
                  <a:pt x="5400" y="20499"/>
                </a:lnTo>
                <a:lnTo>
                  <a:pt x="5400" y="17198"/>
                </a:lnTo>
                <a:lnTo>
                  <a:pt x="5400" y="13866"/>
                </a:lnTo>
                <a:lnTo>
                  <a:pt x="5400" y="10495"/>
                </a:lnTo>
                <a:lnTo>
                  <a:pt x="3796" y="8659"/>
                </a:lnTo>
                <a:lnTo>
                  <a:pt x="2700" y="7528"/>
                </a:lnTo>
                <a:lnTo>
                  <a:pt x="1604" y="6628"/>
                </a:lnTo>
                <a:lnTo>
                  <a:pt x="0" y="5493"/>
                </a:lnTo>
                <a:lnTo>
                  <a:pt x="1628" y="2596"/>
                </a:lnTo>
                <a:lnTo>
                  <a:pt x="2913" y="1055"/>
                </a:lnTo>
                <a:lnTo>
                  <a:pt x="4514" y="365"/>
                </a:lnTo>
                <a:lnTo>
                  <a:pt x="7098" y="0"/>
                </a:lnTo>
                <a:close/>
              </a:path>
            </a:pathLst>
          </a:custGeom>
          <a:solidFill>
            <a:srgbClr val="969D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5" name="contour_11873"/>
          <p:cNvSpPr/>
          <p:nvPr/>
        </p:nvSpPr>
        <p:spPr>
          <a:xfrm>
            <a:off x="7844966" y="1260823"/>
            <a:ext cx="80168" cy="23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409"/>
                </a:lnTo>
                <a:lnTo>
                  <a:pt x="2673" y="818"/>
                </a:lnTo>
                <a:lnTo>
                  <a:pt x="4012" y="1226"/>
                </a:lnTo>
                <a:lnTo>
                  <a:pt x="5349" y="1635"/>
                </a:lnTo>
                <a:lnTo>
                  <a:pt x="6688" y="2044"/>
                </a:lnTo>
                <a:lnTo>
                  <a:pt x="8031" y="2453"/>
                </a:lnTo>
                <a:lnTo>
                  <a:pt x="9374" y="2862"/>
                </a:lnTo>
                <a:lnTo>
                  <a:pt x="10719" y="3270"/>
                </a:lnTo>
                <a:lnTo>
                  <a:pt x="12067" y="3686"/>
                </a:lnTo>
                <a:lnTo>
                  <a:pt x="13418" y="4095"/>
                </a:lnTo>
                <a:lnTo>
                  <a:pt x="14772" y="4510"/>
                </a:lnTo>
                <a:lnTo>
                  <a:pt x="16129" y="4925"/>
                </a:lnTo>
                <a:lnTo>
                  <a:pt x="17490" y="5341"/>
                </a:lnTo>
                <a:lnTo>
                  <a:pt x="18855" y="5756"/>
                </a:lnTo>
                <a:lnTo>
                  <a:pt x="20225" y="6171"/>
                </a:lnTo>
                <a:lnTo>
                  <a:pt x="21600" y="6593"/>
                </a:lnTo>
                <a:lnTo>
                  <a:pt x="21600" y="10952"/>
                </a:lnTo>
                <a:lnTo>
                  <a:pt x="21600" y="15336"/>
                </a:lnTo>
                <a:lnTo>
                  <a:pt x="21600" y="19780"/>
                </a:lnTo>
                <a:lnTo>
                  <a:pt x="20351" y="20037"/>
                </a:lnTo>
                <a:lnTo>
                  <a:pt x="19104" y="20275"/>
                </a:lnTo>
                <a:lnTo>
                  <a:pt x="17857" y="20486"/>
                </a:lnTo>
                <a:lnTo>
                  <a:pt x="16610" y="20684"/>
                </a:lnTo>
                <a:lnTo>
                  <a:pt x="15363" y="20855"/>
                </a:lnTo>
                <a:lnTo>
                  <a:pt x="14115" y="21020"/>
                </a:lnTo>
                <a:lnTo>
                  <a:pt x="13062" y="21270"/>
                </a:lnTo>
                <a:lnTo>
                  <a:pt x="11992" y="21521"/>
                </a:lnTo>
                <a:lnTo>
                  <a:pt x="10939" y="21600"/>
                </a:lnTo>
                <a:lnTo>
                  <a:pt x="10097" y="21547"/>
                </a:lnTo>
                <a:lnTo>
                  <a:pt x="9170" y="21284"/>
                </a:lnTo>
                <a:lnTo>
                  <a:pt x="7864" y="20723"/>
                </a:lnTo>
                <a:lnTo>
                  <a:pt x="5891" y="19780"/>
                </a:lnTo>
                <a:lnTo>
                  <a:pt x="4919" y="16516"/>
                </a:lnTo>
                <a:lnTo>
                  <a:pt x="3945" y="13246"/>
                </a:lnTo>
                <a:lnTo>
                  <a:pt x="2967" y="9963"/>
                </a:lnTo>
                <a:lnTo>
                  <a:pt x="1985" y="6666"/>
                </a:lnTo>
                <a:lnTo>
                  <a:pt x="998" y="3349"/>
                </a:lnTo>
                <a:lnTo>
                  <a:pt x="0" y="0"/>
                </a:lnTo>
                <a:close/>
              </a:path>
            </a:pathLst>
          </a:custGeom>
          <a:solidFill>
            <a:srgbClr val="E5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6" name="contour_11874"/>
          <p:cNvSpPr/>
          <p:nvPr/>
        </p:nvSpPr>
        <p:spPr>
          <a:xfrm>
            <a:off x="5811616" y="900351"/>
            <a:ext cx="65592" cy="32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416"/>
                </a:moveTo>
                <a:lnTo>
                  <a:pt x="12326" y="208"/>
                </a:lnTo>
                <a:lnTo>
                  <a:pt x="13874" y="0"/>
                </a:lnTo>
                <a:lnTo>
                  <a:pt x="14849" y="775"/>
                </a:lnTo>
                <a:lnTo>
                  <a:pt x="15641" y="1593"/>
                </a:lnTo>
                <a:lnTo>
                  <a:pt x="16339" y="2707"/>
                </a:lnTo>
                <a:lnTo>
                  <a:pt x="17035" y="4372"/>
                </a:lnTo>
                <a:lnTo>
                  <a:pt x="17818" y="6842"/>
                </a:lnTo>
                <a:lnTo>
                  <a:pt x="18780" y="10367"/>
                </a:lnTo>
                <a:lnTo>
                  <a:pt x="20009" y="15204"/>
                </a:lnTo>
                <a:lnTo>
                  <a:pt x="21600" y="21600"/>
                </a:lnTo>
                <a:lnTo>
                  <a:pt x="20832" y="21256"/>
                </a:lnTo>
                <a:lnTo>
                  <a:pt x="20129" y="20941"/>
                </a:lnTo>
                <a:lnTo>
                  <a:pt x="19438" y="20632"/>
                </a:lnTo>
                <a:lnTo>
                  <a:pt x="18694" y="20298"/>
                </a:lnTo>
                <a:lnTo>
                  <a:pt x="17842" y="19915"/>
                </a:lnTo>
                <a:lnTo>
                  <a:pt x="16819" y="19455"/>
                </a:lnTo>
                <a:lnTo>
                  <a:pt x="15571" y="18898"/>
                </a:lnTo>
                <a:lnTo>
                  <a:pt x="14035" y="18211"/>
                </a:lnTo>
                <a:lnTo>
                  <a:pt x="12156" y="17363"/>
                </a:lnTo>
                <a:lnTo>
                  <a:pt x="9871" y="16342"/>
                </a:lnTo>
                <a:lnTo>
                  <a:pt x="7123" y="15107"/>
                </a:lnTo>
                <a:lnTo>
                  <a:pt x="3852" y="13645"/>
                </a:lnTo>
                <a:lnTo>
                  <a:pt x="0" y="11916"/>
                </a:lnTo>
                <a:lnTo>
                  <a:pt x="1838" y="8226"/>
                </a:lnTo>
                <a:lnTo>
                  <a:pt x="3286" y="5452"/>
                </a:lnTo>
                <a:lnTo>
                  <a:pt x="4464" y="3452"/>
                </a:lnTo>
                <a:lnTo>
                  <a:pt x="5503" y="2097"/>
                </a:lnTo>
                <a:lnTo>
                  <a:pt x="6530" y="1249"/>
                </a:lnTo>
                <a:lnTo>
                  <a:pt x="7673" y="780"/>
                </a:lnTo>
                <a:lnTo>
                  <a:pt x="9053" y="547"/>
                </a:lnTo>
                <a:lnTo>
                  <a:pt x="10800" y="416"/>
                </a:lnTo>
                <a:close/>
              </a:path>
            </a:pathLst>
          </a:custGeom>
          <a:solidFill>
            <a:srgbClr val="DDE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7" name="contour_11875"/>
          <p:cNvSpPr/>
          <p:nvPr/>
        </p:nvSpPr>
        <p:spPr>
          <a:xfrm>
            <a:off x="4936343" y="852695"/>
            <a:ext cx="3110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57" y="0"/>
                </a:moveTo>
                <a:lnTo>
                  <a:pt x="9474" y="245"/>
                </a:lnTo>
                <a:lnTo>
                  <a:pt x="12222" y="554"/>
                </a:lnTo>
                <a:lnTo>
                  <a:pt x="14530" y="1102"/>
                </a:lnTo>
                <a:lnTo>
                  <a:pt x="17126" y="2059"/>
                </a:lnTo>
                <a:lnTo>
                  <a:pt x="20740" y="3600"/>
                </a:lnTo>
                <a:lnTo>
                  <a:pt x="21231" y="6188"/>
                </a:lnTo>
                <a:lnTo>
                  <a:pt x="21509" y="8759"/>
                </a:lnTo>
                <a:lnTo>
                  <a:pt x="21600" y="11311"/>
                </a:lnTo>
                <a:lnTo>
                  <a:pt x="21544" y="13864"/>
                </a:lnTo>
                <a:lnTo>
                  <a:pt x="21362" y="16423"/>
                </a:lnTo>
                <a:lnTo>
                  <a:pt x="21084" y="18997"/>
                </a:lnTo>
                <a:lnTo>
                  <a:pt x="20740" y="21600"/>
                </a:lnTo>
                <a:lnTo>
                  <a:pt x="17399" y="21600"/>
                </a:lnTo>
                <a:lnTo>
                  <a:pt x="14054" y="21600"/>
                </a:lnTo>
                <a:lnTo>
                  <a:pt x="10694" y="21600"/>
                </a:lnTo>
                <a:lnTo>
                  <a:pt x="7318" y="21600"/>
                </a:lnTo>
                <a:lnTo>
                  <a:pt x="3922" y="21600"/>
                </a:lnTo>
                <a:lnTo>
                  <a:pt x="496" y="21600"/>
                </a:lnTo>
                <a:lnTo>
                  <a:pt x="400" y="19408"/>
                </a:lnTo>
                <a:lnTo>
                  <a:pt x="319" y="17212"/>
                </a:lnTo>
                <a:lnTo>
                  <a:pt x="248" y="15019"/>
                </a:lnTo>
                <a:lnTo>
                  <a:pt x="182" y="12823"/>
                </a:lnTo>
                <a:lnTo>
                  <a:pt x="91" y="10375"/>
                </a:lnTo>
                <a:lnTo>
                  <a:pt x="0" y="7888"/>
                </a:lnTo>
                <a:lnTo>
                  <a:pt x="364" y="5353"/>
                </a:lnTo>
                <a:lnTo>
                  <a:pt x="1068" y="3686"/>
                </a:lnTo>
                <a:lnTo>
                  <a:pt x="2622" y="2149"/>
                </a:lnTo>
                <a:lnTo>
                  <a:pt x="5557" y="0"/>
                </a:lnTo>
                <a:close/>
              </a:path>
            </a:pathLst>
          </a:custGeom>
          <a:solidFill>
            <a:srgbClr val="F0F1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8" name="contour_11876"/>
          <p:cNvSpPr/>
          <p:nvPr/>
        </p:nvSpPr>
        <p:spPr>
          <a:xfrm>
            <a:off x="1803221" y="6325977"/>
            <a:ext cx="10203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1" y="173"/>
                </a:lnTo>
                <a:lnTo>
                  <a:pt x="984" y="331"/>
                </a:lnTo>
                <a:lnTo>
                  <a:pt x="1436" y="475"/>
                </a:lnTo>
                <a:lnTo>
                  <a:pt x="1884" y="626"/>
                </a:lnTo>
                <a:lnTo>
                  <a:pt x="2342" y="778"/>
                </a:lnTo>
                <a:lnTo>
                  <a:pt x="2828" y="943"/>
                </a:lnTo>
                <a:lnTo>
                  <a:pt x="3359" y="1116"/>
                </a:lnTo>
                <a:lnTo>
                  <a:pt x="3948" y="1318"/>
                </a:lnTo>
                <a:lnTo>
                  <a:pt x="4615" y="1541"/>
                </a:lnTo>
                <a:lnTo>
                  <a:pt x="5372" y="1793"/>
                </a:lnTo>
                <a:lnTo>
                  <a:pt x="6239" y="2081"/>
                </a:lnTo>
                <a:lnTo>
                  <a:pt x="7231" y="2412"/>
                </a:lnTo>
                <a:lnTo>
                  <a:pt x="8364" y="2786"/>
                </a:lnTo>
                <a:lnTo>
                  <a:pt x="9654" y="3218"/>
                </a:lnTo>
                <a:lnTo>
                  <a:pt x="11118" y="3708"/>
                </a:lnTo>
                <a:lnTo>
                  <a:pt x="12770" y="4255"/>
                </a:lnTo>
                <a:lnTo>
                  <a:pt x="14628" y="4874"/>
                </a:lnTo>
                <a:lnTo>
                  <a:pt x="16709" y="5573"/>
                </a:lnTo>
                <a:lnTo>
                  <a:pt x="19027" y="6343"/>
                </a:lnTo>
                <a:lnTo>
                  <a:pt x="21600" y="7200"/>
                </a:lnTo>
                <a:lnTo>
                  <a:pt x="21600" y="10771"/>
                </a:lnTo>
                <a:lnTo>
                  <a:pt x="21600" y="14400"/>
                </a:lnTo>
                <a:lnTo>
                  <a:pt x="20582" y="14875"/>
                </a:lnTo>
                <a:lnTo>
                  <a:pt x="19563" y="15350"/>
                </a:lnTo>
                <a:lnTo>
                  <a:pt x="18544" y="15826"/>
                </a:lnTo>
                <a:lnTo>
                  <a:pt x="17524" y="16301"/>
                </a:lnTo>
                <a:lnTo>
                  <a:pt x="16502" y="16776"/>
                </a:lnTo>
                <a:lnTo>
                  <a:pt x="15481" y="17258"/>
                </a:lnTo>
                <a:lnTo>
                  <a:pt x="14457" y="17734"/>
                </a:lnTo>
                <a:lnTo>
                  <a:pt x="13431" y="18216"/>
                </a:lnTo>
                <a:lnTo>
                  <a:pt x="12401" y="18691"/>
                </a:lnTo>
                <a:lnTo>
                  <a:pt x="11371" y="19174"/>
                </a:lnTo>
                <a:lnTo>
                  <a:pt x="10339" y="19656"/>
                </a:lnTo>
                <a:lnTo>
                  <a:pt x="9302" y="20138"/>
                </a:lnTo>
                <a:lnTo>
                  <a:pt x="8262" y="20628"/>
                </a:lnTo>
                <a:lnTo>
                  <a:pt x="7219" y="21110"/>
                </a:lnTo>
                <a:lnTo>
                  <a:pt x="6171" y="21600"/>
                </a:lnTo>
                <a:lnTo>
                  <a:pt x="6171" y="16841"/>
                </a:lnTo>
                <a:lnTo>
                  <a:pt x="6171" y="12053"/>
                </a:lnTo>
                <a:lnTo>
                  <a:pt x="6171" y="7200"/>
                </a:lnTo>
                <a:lnTo>
                  <a:pt x="5153" y="6012"/>
                </a:lnTo>
                <a:lnTo>
                  <a:pt x="4133" y="4824"/>
                </a:lnTo>
                <a:lnTo>
                  <a:pt x="3109" y="3629"/>
                </a:lnTo>
                <a:lnTo>
                  <a:pt x="2080" y="2426"/>
                </a:lnTo>
                <a:lnTo>
                  <a:pt x="1045" y="1217"/>
                </a:lnTo>
                <a:lnTo>
                  <a:pt x="0" y="0"/>
                </a:lnTo>
                <a:close/>
              </a:path>
            </a:pathLst>
          </a:custGeom>
          <a:solidFill>
            <a:srgbClr val="B3CA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79" name="contour_11877"/>
          <p:cNvSpPr/>
          <p:nvPr/>
        </p:nvSpPr>
        <p:spPr>
          <a:xfrm>
            <a:off x="8107333" y="6261529"/>
            <a:ext cx="58304" cy="280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38"/>
                </a:moveTo>
                <a:lnTo>
                  <a:pt x="19680" y="9971"/>
                </a:lnTo>
                <a:lnTo>
                  <a:pt x="18287" y="13613"/>
                </a:lnTo>
                <a:lnTo>
                  <a:pt x="17199" y="16131"/>
                </a:lnTo>
                <a:lnTo>
                  <a:pt x="16186" y="17986"/>
                </a:lnTo>
                <a:lnTo>
                  <a:pt x="15028" y="19655"/>
                </a:lnTo>
                <a:lnTo>
                  <a:pt x="13500" y="21600"/>
                </a:lnTo>
                <a:lnTo>
                  <a:pt x="11737" y="21437"/>
                </a:lnTo>
                <a:lnTo>
                  <a:pt x="10014" y="21083"/>
                </a:lnTo>
                <a:lnTo>
                  <a:pt x="8324" y="20555"/>
                </a:lnTo>
                <a:lnTo>
                  <a:pt x="6655" y="19880"/>
                </a:lnTo>
                <a:lnTo>
                  <a:pt x="4998" y="19065"/>
                </a:lnTo>
                <a:lnTo>
                  <a:pt x="3343" y="18132"/>
                </a:lnTo>
                <a:lnTo>
                  <a:pt x="1679" y="17098"/>
                </a:lnTo>
                <a:lnTo>
                  <a:pt x="0" y="15979"/>
                </a:lnTo>
                <a:lnTo>
                  <a:pt x="934" y="11646"/>
                </a:lnTo>
                <a:lnTo>
                  <a:pt x="1801" y="8341"/>
                </a:lnTo>
                <a:lnTo>
                  <a:pt x="2824" y="5682"/>
                </a:lnTo>
                <a:lnTo>
                  <a:pt x="4231" y="3316"/>
                </a:lnTo>
                <a:lnTo>
                  <a:pt x="6242" y="871"/>
                </a:lnTo>
                <a:lnTo>
                  <a:pt x="8154" y="275"/>
                </a:lnTo>
                <a:lnTo>
                  <a:pt x="9925" y="0"/>
                </a:lnTo>
                <a:lnTo>
                  <a:pt x="11599" y="22"/>
                </a:lnTo>
                <a:lnTo>
                  <a:pt x="13206" y="309"/>
                </a:lnTo>
                <a:lnTo>
                  <a:pt x="14788" y="832"/>
                </a:lnTo>
                <a:lnTo>
                  <a:pt x="16381" y="1568"/>
                </a:lnTo>
                <a:lnTo>
                  <a:pt x="18022" y="2479"/>
                </a:lnTo>
                <a:lnTo>
                  <a:pt x="19751" y="3547"/>
                </a:lnTo>
                <a:lnTo>
                  <a:pt x="21600" y="4738"/>
                </a:lnTo>
                <a:close/>
              </a:path>
            </a:pathLst>
          </a:custGeom>
          <a:solidFill>
            <a:srgbClr val="BED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0" name="contour_11878"/>
          <p:cNvSpPr/>
          <p:nvPr/>
        </p:nvSpPr>
        <p:spPr>
          <a:xfrm>
            <a:off x="11196130" y="6194793"/>
            <a:ext cx="450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98" y="4994"/>
                </a:lnTo>
                <a:lnTo>
                  <a:pt x="20856" y="8506"/>
                </a:lnTo>
                <a:lnTo>
                  <a:pt x="20471" y="11007"/>
                </a:lnTo>
                <a:lnTo>
                  <a:pt x="19950" y="12986"/>
                </a:lnTo>
                <a:lnTo>
                  <a:pt x="19192" y="14917"/>
                </a:lnTo>
                <a:lnTo>
                  <a:pt x="18105" y="17280"/>
                </a:lnTo>
                <a:lnTo>
                  <a:pt x="15966" y="18282"/>
                </a:lnTo>
                <a:lnTo>
                  <a:pt x="13827" y="19107"/>
                </a:lnTo>
                <a:lnTo>
                  <a:pt x="11684" y="19781"/>
                </a:lnTo>
                <a:lnTo>
                  <a:pt x="9528" y="20326"/>
                </a:lnTo>
                <a:lnTo>
                  <a:pt x="7350" y="20758"/>
                </a:lnTo>
                <a:lnTo>
                  <a:pt x="5145" y="21099"/>
                </a:lnTo>
                <a:lnTo>
                  <a:pt x="2908" y="21371"/>
                </a:lnTo>
                <a:lnTo>
                  <a:pt x="629" y="21600"/>
                </a:lnTo>
                <a:lnTo>
                  <a:pt x="210" y="18645"/>
                </a:lnTo>
                <a:lnTo>
                  <a:pt x="0" y="16494"/>
                </a:lnTo>
                <a:lnTo>
                  <a:pt x="0" y="14524"/>
                </a:lnTo>
                <a:lnTo>
                  <a:pt x="210" y="12113"/>
                </a:lnTo>
                <a:lnTo>
                  <a:pt x="629" y="8640"/>
                </a:lnTo>
                <a:lnTo>
                  <a:pt x="2817" y="6653"/>
                </a:lnTo>
                <a:lnTo>
                  <a:pt x="4981" y="4959"/>
                </a:lnTo>
                <a:lnTo>
                  <a:pt x="7151" y="3547"/>
                </a:lnTo>
                <a:lnTo>
                  <a:pt x="9346" y="2393"/>
                </a:lnTo>
                <a:lnTo>
                  <a:pt x="11597" y="1486"/>
                </a:lnTo>
                <a:lnTo>
                  <a:pt x="13921" y="812"/>
                </a:lnTo>
                <a:lnTo>
                  <a:pt x="16347" y="350"/>
                </a:lnTo>
                <a:lnTo>
                  <a:pt x="18898" y="86"/>
                </a:lnTo>
                <a:lnTo>
                  <a:pt x="21600" y="0"/>
                </a:lnTo>
                <a:close/>
              </a:path>
            </a:pathLst>
          </a:custGeom>
          <a:solidFill>
            <a:srgbClr val="C0D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1" name="contour_11879"/>
          <p:cNvSpPr/>
          <p:nvPr/>
        </p:nvSpPr>
        <p:spPr>
          <a:xfrm>
            <a:off x="4383170" y="6049033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391" y="1421"/>
                </a:lnTo>
                <a:lnTo>
                  <a:pt x="20162" y="2814"/>
                </a:lnTo>
                <a:lnTo>
                  <a:pt x="20801" y="4206"/>
                </a:lnTo>
                <a:lnTo>
                  <a:pt x="21273" y="5625"/>
                </a:lnTo>
                <a:lnTo>
                  <a:pt x="21548" y="7093"/>
                </a:lnTo>
                <a:lnTo>
                  <a:pt x="21600" y="8640"/>
                </a:lnTo>
                <a:lnTo>
                  <a:pt x="19931" y="9467"/>
                </a:lnTo>
                <a:lnTo>
                  <a:pt x="18230" y="10137"/>
                </a:lnTo>
                <a:lnTo>
                  <a:pt x="16478" y="10703"/>
                </a:lnTo>
                <a:lnTo>
                  <a:pt x="14651" y="11217"/>
                </a:lnTo>
                <a:lnTo>
                  <a:pt x="12729" y="11729"/>
                </a:lnTo>
                <a:lnTo>
                  <a:pt x="10825" y="12502"/>
                </a:lnTo>
                <a:lnTo>
                  <a:pt x="9106" y="13388"/>
                </a:lnTo>
                <a:lnTo>
                  <a:pt x="7548" y="14370"/>
                </a:lnTo>
                <a:lnTo>
                  <a:pt x="6119" y="15442"/>
                </a:lnTo>
                <a:lnTo>
                  <a:pt x="4792" y="16584"/>
                </a:lnTo>
                <a:lnTo>
                  <a:pt x="3545" y="17785"/>
                </a:lnTo>
                <a:lnTo>
                  <a:pt x="2351" y="19030"/>
                </a:lnTo>
                <a:lnTo>
                  <a:pt x="1176" y="20306"/>
                </a:lnTo>
                <a:lnTo>
                  <a:pt x="0" y="21600"/>
                </a:lnTo>
                <a:lnTo>
                  <a:pt x="89" y="20097"/>
                </a:lnTo>
                <a:lnTo>
                  <a:pt x="213" y="18621"/>
                </a:lnTo>
                <a:lnTo>
                  <a:pt x="386" y="17168"/>
                </a:lnTo>
                <a:lnTo>
                  <a:pt x="614" y="15731"/>
                </a:lnTo>
                <a:lnTo>
                  <a:pt x="920" y="14306"/>
                </a:lnTo>
                <a:lnTo>
                  <a:pt x="1305" y="12889"/>
                </a:lnTo>
                <a:lnTo>
                  <a:pt x="1787" y="11476"/>
                </a:lnTo>
                <a:lnTo>
                  <a:pt x="2376" y="10061"/>
                </a:lnTo>
                <a:lnTo>
                  <a:pt x="3086" y="8640"/>
                </a:lnTo>
                <a:lnTo>
                  <a:pt x="5064" y="7800"/>
                </a:lnTo>
                <a:lnTo>
                  <a:pt x="6992" y="7106"/>
                </a:lnTo>
                <a:lnTo>
                  <a:pt x="8927" y="6534"/>
                </a:lnTo>
                <a:lnTo>
                  <a:pt x="10911" y="6050"/>
                </a:lnTo>
                <a:lnTo>
                  <a:pt x="13003" y="5627"/>
                </a:lnTo>
                <a:lnTo>
                  <a:pt x="15247" y="5232"/>
                </a:lnTo>
                <a:lnTo>
                  <a:pt x="16061" y="5005"/>
                </a:lnTo>
                <a:lnTo>
                  <a:pt x="18514" y="4320"/>
                </a:lnTo>
                <a:lnTo>
                  <a:pt x="18514" y="2892"/>
                </a:lnTo>
                <a:lnTo>
                  <a:pt x="18514" y="1456"/>
                </a:lnTo>
                <a:lnTo>
                  <a:pt x="18514" y="0"/>
                </a:lnTo>
                <a:close/>
              </a:path>
            </a:pathLst>
          </a:custGeom>
          <a:solidFill>
            <a:srgbClr val="A182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2" name="contour_11880"/>
          <p:cNvSpPr/>
          <p:nvPr/>
        </p:nvSpPr>
        <p:spPr>
          <a:xfrm>
            <a:off x="7349382" y="6070897"/>
            <a:ext cx="72880" cy="24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172" y="3763"/>
                </a:lnTo>
                <a:lnTo>
                  <a:pt x="20742" y="7538"/>
                </a:lnTo>
                <a:lnTo>
                  <a:pt x="20313" y="11326"/>
                </a:lnTo>
                <a:lnTo>
                  <a:pt x="19878" y="15145"/>
                </a:lnTo>
                <a:lnTo>
                  <a:pt x="19440" y="19003"/>
                </a:lnTo>
                <a:lnTo>
                  <a:pt x="17904" y="19921"/>
                </a:lnTo>
                <a:lnTo>
                  <a:pt x="16483" y="20606"/>
                </a:lnTo>
                <a:lnTo>
                  <a:pt x="15118" y="21081"/>
                </a:lnTo>
                <a:lnTo>
                  <a:pt x="13753" y="21359"/>
                </a:lnTo>
                <a:lnTo>
                  <a:pt x="12334" y="21448"/>
                </a:lnTo>
                <a:lnTo>
                  <a:pt x="10800" y="21378"/>
                </a:lnTo>
                <a:lnTo>
                  <a:pt x="10200" y="21435"/>
                </a:lnTo>
                <a:lnTo>
                  <a:pt x="8387" y="21600"/>
                </a:lnTo>
                <a:lnTo>
                  <a:pt x="7227" y="21543"/>
                </a:lnTo>
                <a:lnTo>
                  <a:pt x="6322" y="21378"/>
                </a:lnTo>
                <a:lnTo>
                  <a:pt x="5376" y="20986"/>
                </a:lnTo>
                <a:lnTo>
                  <a:pt x="4089" y="20232"/>
                </a:lnTo>
                <a:lnTo>
                  <a:pt x="2160" y="19003"/>
                </a:lnTo>
                <a:lnTo>
                  <a:pt x="1732" y="15240"/>
                </a:lnTo>
                <a:lnTo>
                  <a:pt x="1302" y="11465"/>
                </a:lnTo>
                <a:lnTo>
                  <a:pt x="873" y="7677"/>
                </a:lnTo>
                <a:lnTo>
                  <a:pt x="438" y="3858"/>
                </a:lnTo>
                <a:lnTo>
                  <a:pt x="0" y="0"/>
                </a:lnTo>
                <a:close/>
              </a:path>
            </a:pathLst>
          </a:custGeom>
          <a:solidFill>
            <a:srgbClr val="AEAD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3" name="contour_11881"/>
          <p:cNvSpPr/>
          <p:nvPr/>
        </p:nvSpPr>
        <p:spPr>
          <a:xfrm>
            <a:off x="3880298" y="6040324"/>
            <a:ext cx="58304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04"/>
                </a:moveTo>
                <a:lnTo>
                  <a:pt x="1553" y="844"/>
                </a:lnTo>
                <a:lnTo>
                  <a:pt x="3105" y="705"/>
                </a:lnTo>
                <a:lnTo>
                  <a:pt x="4658" y="577"/>
                </a:lnTo>
                <a:lnTo>
                  <a:pt x="6210" y="463"/>
                </a:lnTo>
                <a:lnTo>
                  <a:pt x="7762" y="360"/>
                </a:lnTo>
                <a:lnTo>
                  <a:pt x="9204" y="242"/>
                </a:lnTo>
                <a:lnTo>
                  <a:pt x="10657" y="124"/>
                </a:lnTo>
                <a:lnTo>
                  <a:pt x="12128" y="0"/>
                </a:lnTo>
                <a:lnTo>
                  <a:pt x="13870" y="469"/>
                </a:lnTo>
                <a:lnTo>
                  <a:pt x="15193" y="1086"/>
                </a:lnTo>
                <a:lnTo>
                  <a:pt x="16367" y="2168"/>
                </a:lnTo>
                <a:lnTo>
                  <a:pt x="17650" y="4016"/>
                </a:lnTo>
                <a:lnTo>
                  <a:pt x="19305" y="6961"/>
                </a:lnTo>
                <a:lnTo>
                  <a:pt x="21600" y="11302"/>
                </a:lnTo>
                <a:lnTo>
                  <a:pt x="19818" y="12435"/>
                </a:lnTo>
                <a:lnTo>
                  <a:pt x="18033" y="13568"/>
                </a:lnTo>
                <a:lnTo>
                  <a:pt x="16249" y="14706"/>
                </a:lnTo>
                <a:lnTo>
                  <a:pt x="14459" y="15843"/>
                </a:lnTo>
                <a:lnTo>
                  <a:pt x="12663" y="16981"/>
                </a:lnTo>
                <a:lnTo>
                  <a:pt x="10859" y="18130"/>
                </a:lnTo>
                <a:lnTo>
                  <a:pt x="9050" y="19278"/>
                </a:lnTo>
                <a:lnTo>
                  <a:pt x="7231" y="20436"/>
                </a:lnTo>
                <a:lnTo>
                  <a:pt x="5400" y="21600"/>
                </a:lnTo>
                <a:lnTo>
                  <a:pt x="4636" y="18686"/>
                </a:lnTo>
                <a:lnTo>
                  <a:pt x="3872" y="15771"/>
                </a:lnTo>
                <a:lnTo>
                  <a:pt x="3105" y="12847"/>
                </a:lnTo>
                <a:lnTo>
                  <a:pt x="2336" y="9912"/>
                </a:lnTo>
                <a:lnTo>
                  <a:pt x="1561" y="6961"/>
                </a:lnTo>
                <a:lnTo>
                  <a:pt x="783" y="3996"/>
                </a:lnTo>
                <a:lnTo>
                  <a:pt x="0" y="1004"/>
                </a:lnTo>
                <a:close/>
              </a:path>
            </a:pathLst>
          </a:custGeom>
          <a:solidFill>
            <a:srgbClr val="EF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4" name="contour_11882"/>
          <p:cNvSpPr/>
          <p:nvPr/>
        </p:nvSpPr>
        <p:spPr>
          <a:xfrm>
            <a:off x="1635597" y="6021360"/>
            <a:ext cx="58304" cy="29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08"/>
                </a:moveTo>
                <a:lnTo>
                  <a:pt x="19548" y="9470"/>
                </a:lnTo>
                <a:lnTo>
                  <a:pt x="17939" y="13373"/>
                </a:lnTo>
                <a:lnTo>
                  <a:pt x="16637" y="16211"/>
                </a:lnTo>
                <a:lnTo>
                  <a:pt x="15509" y="18195"/>
                </a:lnTo>
                <a:lnTo>
                  <a:pt x="14410" y="19519"/>
                </a:lnTo>
                <a:lnTo>
                  <a:pt x="13211" y="20395"/>
                </a:lnTo>
                <a:lnTo>
                  <a:pt x="11772" y="21022"/>
                </a:lnTo>
                <a:lnTo>
                  <a:pt x="9958" y="21600"/>
                </a:lnTo>
                <a:lnTo>
                  <a:pt x="8286" y="21551"/>
                </a:lnTo>
                <a:lnTo>
                  <a:pt x="6626" y="21454"/>
                </a:lnTo>
                <a:lnTo>
                  <a:pt x="4971" y="21308"/>
                </a:lnTo>
                <a:lnTo>
                  <a:pt x="3318" y="21108"/>
                </a:lnTo>
                <a:lnTo>
                  <a:pt x="1661" y="20849"/>
                </a:lnTo>
                <a:lnTo>
                  <a:pt x="0" y="20524"/>
                </a:lnTo>
                <a:lnTo>
                  <a:pt x="0" y="16951"/>
                </a:lnTo>
                <a:lnTo>
                  <a:pt x="0" y="13357"/>
                </a:lnTo>
                <a:lnTo>
                  <a:pt x="0" y="9714"/>
                </a:lnTo>
                <a:lnTo>
                  <a:pt x="1720" y="6849"/>
                </a:lnTo>
                <a:lnTo>
                  <a:pt x="3429" y="4530"/>
                </a:lnTo>
                <a:lnTo>
                  <a:pt x="5133" y="2724"/>
                </a:lnTo>
                <a:lnTo>
                  <a:pt x="6839" y="1400"/>
                </a:lnTo>
                <a:lnTo>
                  <a:pt x="8559" y="530"/>
                </a:lnTo>
                <a:lnTo>
                  <a:pt x="10298" y="70"/>
                </a:lnTo>
                <a:lnTo>
                  <a:pt x="12064" y="0"/>
                </a:lnTo>
                <a:lnTo>
                  <a:pt x="13867" y="286"/>
                </a:lnTo>
                <a:lnTo>
                  <a:pt x="15714" y="892"/>
                </a:lnTo>
                <a:lnTo>
                  <a:pt x="17615" y="1784"/>
                </a:lnTo>
                <a:lnTo>
                  <a:pt x="19572" y="2935"/>
                </a:lnTo>
                <a:lnTo>
                  <a:pt x="21600" y="4308"/>
                </a:lnTo>
                <a:close/>
              </a:path>
            </a:pathLst>
          </a:custGeom>
          <a:solidFill>
            <a:srgbClr val="B2B6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5" name="contour_11883"/>
          <p:cNvSpPr/>
          <p:nvPr/>
        </p:nvSpPr>
        <p:spPr>
          <a:xfrm>
            <a:off x="3836570" y="6005888"/>
            <a:ext cx="51016" cy="298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77" y="2446"/>
                </a:moveTo>
                <a:lnTo>
                  <a:pt x="17397" y="3972"/>
                </a:lnTo>
                <a:lnTo>
                  <a:pt x="18462" y="5589"/>
                </a:lnTo>
                <a:lnTo>
                  <a:pt x="19449" y="8304"/>
                </a:lnTo>
                <a:lnTo>
                  <a:pt x="20829" y="13116"/>
                </a:lnTo>
                <a:lnTo>
                  <a:pt x="21085" y="15626"/>
                </a:lnTo>
                <a:lnTo>
                  <a:pt x="21341" y="18145"/>
                </a:lnTo>
                <a:lnTo>
                  <a:pt x="21600" y="20707"/>
                </a:lnTo>
                <a:lnTo>
                  <a:pt x="19369" y="21072"/>
                </a:lnTo>
                <a:lnTo>
                  <a:pt x="17163" y="21362"/>
                </a:lnTo>
                <a:lnTo>
                  <a:pt x="14969" y="21547"/>
                </a:lnTo>
                <a:lnTo>
                  <a:pt x="12784" y="21600"/>
                </a:lnTo>
                <a:lnTo>
                  <a:pt x="10596" y="21494"/>
                </a:lnTo>
                <a:lnTo>
                  <a:pt x="8396" y="21204"/>
                </a:lnTo>
                <a:lnTo>
                  <a:pt x="6171" y="20707"/>
                </a:lnTo>
                <a:lnTo>
                  <a:pt x="4456" y="17332"/>
                </a:lnTo>
                <a:lnTo>
                  <a:pt x="3243" y="14838"/>
                </a:lnTo>
                <a:lnTo>
                  <a:pt x="2364" y="12784"/>
                </a:lnTo>
                <a:lnTo>
                  <a:pt x="1642" y="10729"/>
                </a:lnTo>
                <a:lnTo>
                  <a:pt x="913" y="8235"/>
                </a:lnTo>
                <a:lnTo>
                  <a:pt x="0" y="4860"/>
                </a:lnTo>
                <a:lnTo>
                  <a:pt x="1963" y="2668"/>
                </a:lnTo>
                <a:lnTo>
                  <a:pt x="3863" y="1183"/>
                </a:lnTo>
                <a:lnTo>
                  <a:pt x="5739" y="322"/>
                </a:lnTo>
                <a:lnTo>
                  <a:pt x="7619" y="0"/>
                </a:lnTo>
                <a:lnTo>
                  <a:pt x="9529" y="132"/>
                </a:lnTo>
                <a:lnTo>
                  <a:pt x="11507" y="639"/>
                </a:lnTo>
                <a:lnTo>
                  <a:pt x="13580" y="1437"/>
                </a:lnTo>
                <a:lnTo>
                  <a:pt x="15777" y="2446"/>
                </a:lnTo>
                <a:close/>
              </a:path>
            </a:pathLst>
          </a:custGeom>
          <a:solidFill>
            <a:srgbClr val="E3EB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6" name="contour_11884"/>
          <p:cNvSpPr/>
          <p:nvPr/>
        </p:nvSpPr>
        <p:spPr>
          <a:xfrm>
            <a:off x="9761707" y="5990729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7" y="583"/>
                </a:lnTo>
                <a:lnTo>
                  <a:pt x="6304" y="1087"/>
                </a:lnTo>
                <a:lnTo>
                  <a:pt x="8387" y="1591"/>
                </a:lnTo>
                <a:lnTo>
                  <a:pt x="9992" y="2182"/>
                </a:lnTo>
                <a:lnTo>
                  <a:pt x="11300" y="2941"/>
                </a:lnTo>
                <a:lnTo>
                  <a:pt x="12488" y="3949"/>
                </a:lnTo>
                <a:lnTo>
                  <a:pt x="13738" y="5288"/>
                </a:lnTo>
                <a:lnTo>
                  <a:pt x="15225" y="7045"/>
                </a:lnTo>
                <a:lnTo>
                  <a:pt x="16345" y="8834"/>
                </a:lnTo>
                <a:lnTo>
                  <a:pt x="17440" y="10634"/>
                </a:lnTo>
                <a:lnTo>
                  <a:pt x="18514" y="12445"/>
                </a:lnTo>
                <a:lnTo>
                  <a:pt x="19563" y="14274"/>
                </a:lnTo>
                <a:lnTo>
                  <a:pt x="20594" y="16124"/>
                </a:lnTo>
                <a:lnTo>
                  <a:pt x="21600" y="18000"/>
                </a:lnTo>
                <a:lnTo>
                  <a:pt x="19675" y="19325"/>
                </a:lnTo>
                <a:lnTo>
                  <a:pt x="18230" y="20174"/>
                </a:lnTo>
                <a:lnTo>
                  <a:pt x="16823" y="20722"/>
                </a:lnTo>
                <a:lnTo>
                  <a:pt x="15009" y="21139"/>
                </a:lnTo>
                <a:lnTo>
                  <a:pt x="12343" y="21600"/>
                </a:lnTo>
                <a:lnTo>
                  <a:pt x="10538" y="20074"/>
                </a:lnTo>
                <a:lnTo>
                  <a:pt x="8816" y="18479"/>
                </a:lnTo>
                <a:lnTo>
                  <a:pt x="7171" y="16808"/>
                </a:lnTo>
                <a:lnTo>
                  <a:pt x="5607" y="15059"/>
                </a:lnTo>
                <a:lnTo>
                  <a:pt x="4110" y="13230"/>
                </a:lnTo>
                <a:lnTo>
                  <a:pt x="2678" y="11311"/>
                </a:lnTo>
                <a:lnTo>
                  <a:pt x="1311" y="9302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BFD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7" name="contour_11885"/>
          <p:cNvSpPr/>
          <p:nvPr/>
        </p:nvSpPr>
        <p:spPr>
          <a:xfrm>
            <a:off x="3931314" y="598344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5" y="1527"/>
                </a:lnTo>
                <a:lnTo>
                  <a:pt x="1531" y="3061"/>
                </a:lnTo>
                <a:lnTo>
                  <a:pt x="2305" y="4607"/>
                </a:lnTo>
                <a:lnTo>
                  <a:pt x="3086" y="6171"/>
                </a:lnTo>
                <a:lnTo>
                  <a:pt x="5125" y="6171"/>
                </a:lnTo>
                <a:lnTo>
                  <a:pt x="7177" y="6171"/>
                </a:lnTo>
                <a:lnTo>
                  <a:pt x="9257" y="6171"/>
                </a:lnTo>
                <a:lnTo>
                  <a:pt x="9004" y="8146"/>
                </a:lnTo>
                <a:lnTo>
                  <a:pt x="8745" y="10137"/>
                </a:lnTo>
                <a:lnTo>
                  <a:pt x="8486" y="12152"/>
                </a:lnTo>
                <a:lnTo>
                  <a:pt x="8483" y="14660"/>
                </a:lnTo>
                <a:lnTo>
                  <a:pt x="8680" y="16311"/>
                </a:lnTo>
                <a:lnTo>
                  <a:pt x="9257" y="18514"/>
                </a:lnTo>
                <a:lnTo>
                  <a:pt x="11281" y="19492"/>
                </a:lnTo>
                <a:lnTo>
                  <a:pt x="13238" y="20193"/>
                </a:lnTo>
                <a:lnTo>
                  <a:pt x="15188" y="20687"/>
                </a:lnTo>
                <a:lnTo>
                  <a:pt x="17191" y="21041"/>
                </a:lnTo>
                <a:lnTo>
                  <a:pt x="19310" y="21322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D8D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8" name="contour_11886"/>
          <p:cNvSpPr/>
          <p:nvPr/>
        </p:nvSpPr>
        <p:spPr>
          <a:xfrm>
            <a:off x="10556098" y="5985372"/>
            <a:ext cx="87456" cy="26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39"/>
                </a:moveTo>
                <a:lnTo>
                  <a:pt x="21600" y="7267"/>
                </a:lnTo>
                <a:lnTo>
                  <a:pt x="21600" y="10242"/>
                </a:lnTo>
                <a:lnTo>
                  <a:pt x="20439" y="12060"/>
                </a:lnTo>
                <a:lnTo>
                  <a:pt x="19258" y="13814"/>
                </a:lnTo>
                <a:lnTo>
                  <a:pt x="18059" y="15472"/>
                </a:lnTo>
                <a:lnTo>
                  <a:pt x="16846" y="17007"/>
                </a:lnTo>
                <a:lnTo>
                  <a:pt x="15617" y="18377"/>
                </a:lnTo>
                <a:lnTo>
                  <a:pt x="14375" y="19552"/>
                </a:lnTo>
                <a:lnTo>
                  <a:pt x="13122" y="20490"/>
                </a:lnTo>
                <a:lnTo>
                  <a:pt x="11860" y="21169"/>
                </a:lnTo>
                <a:lnTo>
                  <a:pt x="10589" y="21553"/>
                </a:lnTo>
                <a:lnTo>
                  <a:pt x="9313" y="21600"/>
                </a:lnTo>
                <a:lnTo>
                  <a:pt x="8033" y="21287"/>
                </a:lnTo>
                <a:lnTo>
                  <a:pt x="6750" y="20573"/>
                </a:lnTo>
                <a:lnTo>
                  <a:pt x="5517" y="18713"/>
                </a:lnTo>
                <a:lnTo>
                  <a:pt x="4450" y="16830"/>
                </a:lnTo>
                <a:lnTo>
                  <a:pt x="3501" y="14847"/>
                </a:lnTo>
                <a:lnTo>
                  <a:pt x="2628" y="12680"/>
                </a:lnTo>
                <a:lnTo>
                  <a:pt x="1782" y="10260"/>
                </a:lnTo>
                <a:lnTo>
                  <a:pt x="922" y="7503"/>
                </a:lnTo>
                <a:lnTo>
                  <a:pt x="0" y="4339"/>
                </a:lnTo>
                <a:lnTo>
                  <a:pt x="1341" y="3377"/>
                </a:lnTo>
                <a:lnTo>
                  <a:pt x="2657" y="2532"/>
                </a:lnTo>
                <a:lnTo>
                  <a:pt x="3947" y="1806"/>
                </a:lnTo>
                <a:lnTo>
                  <a:pt x="5220" y="1204"/>
                </a:lnTo>
                <a:lnTo>
                  <a:pt x="6476" y="720"/>
                </a:lnTo>
                <a:lnTo>
                  <a:pt x="7720" y="360"/>
                </a:lnTo>
                <a:lnTo>
                  <a:pt x="8957" y="118"/>
                </a:lnTo>
                <a:lnTo>
                  <a:pt x="10186" y="0"/>
                </a:lnTo>
                <a:lnTo>
                  <a:pt x="11414" y="0"/>
                </a:lnTo>
                <a:lnTo>
                  <a:pt x="12643" y="118"/>
                </a:lnTo>
                <a:lnTo>
                  <a:pt x="13880" y="360"/>
                </a:lnTo>
                <a:lnTo>
                  <a:pt x="15124" y="720"/>
                </a:lnTo>
                <a:lnTo>
                  <a:pt x="16380" y="1204"/>
                </a:lnTo>
                <a:lnTo>
                  <a:pt x="17653" y="1806"/>
                </a:lnTo>
                <a:lnTo>
                  <a:pt x="18943" y="2532"/>
                </a:lnTo>
                <a:lnTo>
                  <a:pt x="20259" y="3377"/>
                </a:lnTo>
                <a:lnTo>
                  <a:pt x="21600" y="4339"/>
                </a:lnTo>
                <a:close/>
              </a:path>
            </a:pathLst>
          </a:custGeom>
          <a:solidFill>
            <a:srgbClr val="F9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89" name="contour_11887"/>
          <p:cNvSpPr/>
          <p:nvPr/>
        </p:nvSpPr>
        <p:spPr>
          <a:xfrm>
            <a:off x="10838224" y="5947001"/>
            <a:ext cx="4583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3" y="0"/>
                </a:moveTo>
                <a:lnTo>
                  <a:pt x="2030" y="216"/>
                </a:lnTo>
                <a:lnTo>
                  <a:pt x="2981" y="419"/>
                </a:lnTo>
                <a:lnTo>
                  <a:pt x="4022" y="635"/>
                </a:lnTo>
                <a:lnTo>
                  <a:pt x="5320" y="907"/>
                </a:lnTo>
                <a:lnTo>
                  <a:pt x="7044" y="1270"/>
                </a:lnTo>
                <a:lnTo>
                  <a:pt x="9366" y="1754"/>
                </a:lnTo>
                <a:lnTo>
                  <a:pt x="12450" y="2402"/>
                </a:lnTo>
                <a:lnTo>
                  <a:pt x="16472" y="3244"/>
                </a:lnTo>
                <a:lnTo>
                  <a:pt x="21600" y="4320"/>
                </a:lnTo>
                <a:lnTo>
                  <a:pt x="21033" y="7171"/>
                </a:lnTo>
                <a:lnTo>
                  <a:pt x="20467" y="10027"/>
                </a:lnTo>
                <a:lnTo>
                  <a:pt x="19896" y="12895"/>
                </a:lnTo>
                <a:lnTo>
                  <a:pt x="19323" y="15777"/>
                </a:lnTo>
                <a:lnTo>
                  <a:pt x="18746" y="18675"/>
                </a:lnTo>
                <a:lnTo>
                  <a:pt x="18165" y="21600"/>
                </a:lnTo>
                <a:lnTo>
                  <a:pt x="15923" y="21384"/>
                </a:lnTo>
                <a:lnTo>
                  <a:pt x="13721" y="21129"/>
                </a:lnTo>
                <a:lnTo>
                  <a:pt x="11550" y="20805"/>
                </a:lnTo>
                <a:lnTo>
                  <a:pt x="9404" y="20390"/>
                </a:lnTo>
                <a:lnTo>
                  <a:pt x="7281" y="19855"/>
                </a:lnTo>
                <a:lnTo>
                  <a:pt x="5176" y="19176"/>
                </a:lnTo>
                <a:lnTo>
                  <a:pt x="3081" y="18325"/>
                </a:lnTo>
                <a:lnTo>
                  <a:pt x="993" y="17280"/>
                </a:lnTo>
                <a:lnTo>
                  <a:pt x="319" y="14252"/>
                </a:lnTo>
                <a:lnTo>
                  <a:pt x="14" y="11478"/>
                </a:lnTo>
                <a:lnTo>
                  <a:pt x="0" y="8813"/>
                </a:lnTo>
                <a:lnTo>
                  <a:pt x="210" y="6108"/>
                </a:lnTo>
                <a:lnTo>
                  <a:pt x="563" y="3218"/>
                </a:lnTo>
                <a:lnTo>
                  <a:pt x="993" y="0"/>
                </a:lnTo>
                <a:close/>
              </a:path>
            </a:pathLst>
          </a:custGeom>
          <a:solidFill>
            <a:srgbClr val="F7F8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0" name="contour_11888"/>
          <p:cNvSpPr/>
          <p:nvPr/>
        </p:nvSpPr>
        <p:spPr>
          <a:xfrm>
            <a:off x="1686613" y="594700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3D8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1" name="contour_11889"/>
          <p:cNvSpPr/>
          <p:nvPr/>
        </p:nvSpPr>
        <p:spPr>
          <a:xfrm>
            <a:off x="10999245" y="5947839"/>
            <a:ext cx="45149" cy="50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76"/>
                </a:moveTo>
                <a:lnTo>
                  <a:pt x="20735" y="4329"/>
                </a:lnTo>
                <a:lnTo>
                  <a:pt x="19871" y="5889"/>
                </a:lnTo>
                <a:lnTo>
                  <a:pt x="18995" y="7460"/>
                </a:lnTo>
                <a:lnTo>
                  <a:pt x="18113" y="9051"/>
                </a:lnTo>
                <a:lnTo>
                  <a:pt x="16387" y="8273"/>
                </a:lnTo>
                <a:lnTo>
                  <a:pt x="14651" y="7495"/>
                </a:lnTo>
                <a:lnTo>
                  <a:pt x="12908" y="6707"/>
                </a:lnTo>
                <a:lnTo>
                  <a:pt x="11140" y="5914"/>
                </a:lnTo>
                <a:lnTo>
                  <a:pt x="11715" y="7984"/>
                </a:lnTo>
                <a:lnTo>
                  <a:pt x="12291" y="10058"/>
                </a:lnTo>
                <a:lnTo>
                  <a:pt x="12869" y="12141"/>
                </a:lnTo>
                <a:lnTo>
                  <a:pt x="13452" y="14234"/>
                </a:lnTo>
                <a:lnTo>
                  <a:pt x="14037" y="16339"/>
                </a:lnTo>
                <a:lnTo>
                  <a:pt x="14627" y="18463"/>
                </a:lnTo>
                <a:lnTo>
                  <a:pt x="12325" y="18980"/>
                </a:lnTo>
                <a:lnTo>
                  <a:pt x="10021" y="19498"/>
                </a:lnTo>
                <a:lnTo>
                  <a:pt x="7706" y="20019"/>
                </a:lnTo>
                <a:lnTo>
                  <a:pt x="5380" y="20543"/>
                </a:lnTo>
                <a:lnTo>
                  <a:pt x="3040" y="21070"/>
                </a:lnTo>
                <a:lnTo>
                  <a:pt x="680" y="21600"/>
                </a:lnTo>
                <a:lnTo>
                  <a:pt x="572" y="19758"/>
                </a:lnTo>
                <a:lnTo>
                  <a:pt x="478" y="17914"/>
                </a:lnTo>
                <a:lnTo>
                  <a:pt x="391" y="16072"/>
                </a:lnTo>
                <a:lnTo>
                  <a:pt x="314" y="14227"/>
                </a:lnTo>
                <a:lnTo>
                  <a:pt x="244" y="12383"/>
                </a:lnTo>
                <a:lnTo>
                  <a:pt x="164" y="10670"/>
                </a:lnTo>
                <a:lnTo>
                  <a:pt x="84" y="8947"/>
                </a:lnTo>
                <a:lnTo>
                  <a:pt x="0" y="7200"/>
                </a:lnTo>
                <a:lnTo>
                  <a:pt x="439" y="4609"/>
                </a:lnTo>
                <a:lnTo>
                  <a:pt x="976" y="3046"/>
                </a:lnTo>
                <a:lnTo>
                  <a:pt x="1956" y="1895"/>
                </a:lnTo>
                <a:lnTo>
                  <a:pt x="3731" y="521"/>
                </a:lnTo>
                <a:lnTo>
                  <a:pt x="6133" y="119"/>
                </a:lnTo>
                <a:lnTo>
                  <a:pt x="8406" y="0"/>
                </a:lnTo>
                <a:lnTo>
                  <a:pt x="10593" y="122"/>
                </a:lnTo>
                <a:lnTo>
                  <a:pt x="12730" y="439"/>
                </a:lnTo>
                <a:lnTo>
                  <a:pt x="14857" y="907"/>
                </a:lnTo>
                <a:lnTo>
                  <a:pt x="17018" y="1481"/>
                </a:lnTo>
                <a:lnTo>
                  <a:pt x="19250" y="2118"/>
                </a:lnTo>
                <a:lnTo>
                  <a:pt x="21600" y="2776"/>
                </a:lnTo>
                <a:close/>
              </a:path>
            </a:pathLst>
          </a:custGeom>
          <a:solidFill>
            <a:srgbClr val="9D92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2" name="contour_11890"/>
          <p:cNvSpPr/>
          <p:nvPr/>
        </p:nvSpPr>
        <p:spPr>
          <a:xfrm>
            <a:off x="4011482" y="5945791"/>
            <a:ext cx="43728" cy="376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694"/>
                </a:moveTo>
                <a:lnTo>
                  <a:pt x="6228" y="280"/>
                </a:lnTo>
                <a:lnTo>
                  <a:pt x="8780" y="59"/>
                </a:lnTo>
                <a:lnTo>
                  <a:pt x="11293" y="0"/>
                </a:lnTo>
                <a:lnTo>
                  <a:pt x="13799" y="71"/>
                </a:lnTo>
                <a:lnTo>
                  <a:pt x="16330" y="230"/>
                </a:lnTo>
                <a:lnTo>
                  <a:pt x="18918" y="452"/>
                </a:lnTo>
                <a:lnTo>
                  <a:pt x="21600" y="694"/>
                </a:lnTo>
                <a:lnTo>
                  <a:pt x="20707" y="3282"/>
                </a:lnTo>
                <a:lnTo>
                  <a:pt x="19818" y="5870"/>
                </a:lnTo>
                <a:lnTo>
                  <a:pt x="18922" y="8467"/>
                </a:lnTo>
                <a:lnTo>
                  <a:pt x="18029" y="11068"/>
                </a:lnTo>
                <a:lnTo>
                  <a:pt x="17129" y="13681"/>
                </a:lnTo>
                <a:lnTo>
                  <a:pt x="16225" y="16307"/>
                </a:lnTo>
                <a:lnTo>
                  <a:pt x="15314" y="18945"/>
                </a:lnTo>
                <a:lnTo>
                  <a:pt x="14400" y="21600"/>
                </a:lnTo>
                <a:lnTo>
                  <a:pt x="12362" y="20417"/>
                </a:lnTo>
                <a:lnTo>
                  <a:pt x="10325" y="19233"/>
                </a:lnTo>
                <a:lnTo>
                  <a:pt x="8280" y="18046"/>
                </a:lnTo>
                <a:lnTo>
                  <a:pt x="6228" y="16854"/>
                </a:lnTo>
                <a:lnTo>
                  <a:pt x="4165" y="15654"/>
                </a:lnTo>
                <a:lnTo>
                  <a:pt x="2092" y="14450"/>
                </a:lnTo>
                <a:lnTo>
                  <a:pt x="0" y="13238"/>
                </a:lnTo>
                <a:lnTo>
                  <a:pt x="353" y="10127"/>
                </a:lnTo>
                <a:lnTo>
                  <a:pt x="716" y="7919"/>
                </a:lnTo>
                <a:lnTo>
                  <a:pt x="1264" y="6013"/>
                </a:lnTo>
                <a:lnTo>
                  <a:pt x="2167" y="3805"/>
                </a:lnTo>
                <a:lnTo>
                  <a:pt x="3600" y="694"/>
                </a:lnTo>
                <a:close/>
              </a:path>
            </a:pathLst>
          </a:custGeom>
          <a:solidFill>
            <a:srgbClr val="3B39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3" name="contour_11891"/>
          <p:cNvSpPr/>
          <p:nvPr/>
        </p:nvSpPr>
        <p:spPr>
          <a:xfrm>
            <a:off x="7115314" y="5895985"/>
            <a:ext cx="5186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25" y="0"/>
                </a:moveTo>
                <a:lnTo>
                  <a:pt x="7930" y="0"/>
                </a:lnTo>
                <a:lnTo>
                  <a:pt x="9460" y="0"/>
                </a:lnTo>
                <a:lnTo>
                  <a:pt x="9630" y="1663"/>
                </a:lnTo>
                <a:lnTo>
                  <a:pt x="9803" y="3353"/>
                </a:lnTo>
                <a:lnTo>
                  <a:pt x="10289" y="6853"/>
                </a:lnTo>
                <a:lnTo>
                  <a:pt x="10692" y="9609"/>
                </a:lnTo>
                <a:lnTo>
                  <a:pt x="11059" y="11742"/>
                </a:lnTo>
                <a:lnTo>
                  <a:pt x="11430" y="13379"/>
                </a:lnTo>
                <a:lnTo>
                  <a:pt x="11839" y="14645"/>
                </a:lnTo>
                <a:lnTo>
                  <a:pt x="12334" y="15663"/>
                </a:lnTo>
                <a:lnTo>
                  <a:pt x="12953" y="16559"/>
                </a:lnTo>
                <a:lnTo>
                  <a:pt x="13736" y="17456"/>
                </a:lnTo>
                <a:lnTo>
                  <a:pt x="14723" y="18479"/>
                </a:lnTo>
                <a:lnTo>
                  <a:pt x="16243" y="19335"/>
                </a:lnTo>
                <a:lnTo>
                  <a:pt x="17466" y="19945"/>
                </a:lnTo>
                <a:lnTo>
                  <a:pt x="19038" y="20601"/>
                </a:lnTo>
                <a:lnTo>
                  <a:pt x="21600" y="21600"/>
                </a:lnTo>
                <a:lnTo>
                  <a:pt x="19515" y="21476"/>
                </a:lnTo>
                <a:lnTo>
                  <a:pt x="17451" y="21330"/>
                </a:lnTo>
                <a:lnTo>
                  <a:pt x="15412" y="21149"/>
                </a:lnTo>
                <a:lnTo>
                  <a:pt x="13387" y="20928"/>
                </a:lnTo>
                <a:lnTo>
                  <a:pt x="11378" y="20655"/>
                </a:lnTo>
                <a:lnTo>
                  <a:pt x="9378" y="20326"/>
                </a:lnTo>
                <a:lnTo>
                  <a:pt x="7381" y="19929"/>
                </a:lnTo>
                <a:lnTo>
                  <a:pt x="5387" y="19456"/>
                </a:lnTo>
                <a:lnTo>
                  <a:pt x="3390" y="18900"/>
                </a:lnTo>
                <a:lnTo>
                  <a:pt x="2121" y="17358"/>
                </a:lnTo>
                <a:lnTo>
                  <a:pt x="1244" y="15922"/>
                </a:lnTo>
                <a:lnTo>
                  <a:pt x="662" y="14461"/>
                </a:lnTo>
                <a:lnTo>
                  <a:pt x="276" y="12847"/>
                </a:lnTo>
                <a:lnTo>
                  <a:pt x="0" y="10948"/>
                </a:lnTo>
                <a:lnTo>
                  <a:pt x="358" y="9040"/>
                </a:lnTo>
                <a:lnTo>
                  <a:pt x="920" y="7320"/>
                </a:lnTo>
                <a:lnTo>
                  <a:pt x="1675" y="5748"/>
                </a:lnTo>
                <a:lnTo>
                  <a:pt x="2616" y="4274"/>
                </a:lnTo>
                <a:lnTo>
                  <a:pt x="3727" y="2857"/>
                </a:lnTo>
                <a:lnTo>
                  <a:pt x="4999" y="1447"/>
                </a:lnTo>
                <a:lnTo>
                  <a:pt x="6425" y="0"/>
                </a:lnTo>
                <a:close/>
              </a:path>
            </a:pathLst>
          </a:custGeom>
          <a:solidFill>
            <a:srgbClr val="897A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4" name="contour_11892"/>
          <p:cNvSpPr/>
          <p:nvPr/>
        </p:nvSpPr>
        <p:spPr>
          <a:xfrm>
            <a:off x="10840330" y="589598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639" y="1927"/>
                </a:lnTo>
                <a:lnTo>
                  <a:pt x="10814" y="3504"/>
                </a:lnTo>
                <a:lnTo>
                  <a:pt x="13266" y="4864"/>
                </a:lnTo>
                <a:lnTo>
                  <a:pt x="15138" y="6134"/>
                </a:lnTo>
                <a:lnTo>
                  <a:pt x="16571" y="7448"/>
                </a:lnTo>
                <a:lnTo>
                  <a:pt x="17701" y="8925"/>
                </a:lnTo>
                <a:lnTo>
                  <a:pt x="18673" y="10701"/>
                </a:lnTo>
                <a:lnTo>
                  <a:pt x="19624" y="12904"/>
                </a:lnTo>
                <a:lnTo>
                  <a:pt x="20700" y="15660"/>
                </a:lnTo>
                <a:lnTo>
                  <a:pt x="21146" y="18611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5D5B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5" name="contour_11893"/>
          <p:cNvSpPr/>
          <p:nvPr/>
        </p:nvSpPr>
        <p:spPr>
          <a:xfrm>
            <a:off x="10585250" y="5866301"/>
            <a:ext cx="58304" cy="442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8" y="39"/>
                </a:moveTo>
                <a:lnTo>
                  <a:pt x="16999" y="85"/>
                </a:lnTo>
                <a:lnTo>
                  <a:pt x="18838" y="135"/>
                </a:lnTo>
                <a:lnTo>
                  <a:pt x="19524" y="164"/>
                </a:lnTo>
                <a:lnTo>
                  <a:pt x="21600" y="260"/>
                </a:lnTo>
                <a:lnTo>
                  <a:pt x="21014" y="359"/>
                </a:lnTo>
                <a:lnTo>
                  <a:pt x="19238" y="665"/>
                </a:lnTo>
                <a:lnTo>
                  <a:pt x="17461" y="1095"/>
                </a:lnTo>
                <a:lnTo>
                  <a:pt x="15760" y="1576"/>
                </a:lnTo>
                <a:lnTo>
                  <a:pt x="14102" y="2155"/>
                </a:lnTo>
                <a:lnTo>
                  <a:pt x="12461" y="2885"/>
                </a:lnTo>
                <a:lnTo>
                  <a:pt x="10800" y="3816"/>
                </a:lnTo>
                <a:lnTo>
                  <a:pt x="10476" y="6569"/>
                </a:lnTo>
                <a:lnTo>
                  <a:pt x="10314" y="8501"/>
                </a:lnTo>
                <a:lnTo>
                  <a:pt x="10314" y="10122"/>
                </a:lnTo>
                <a:lnTo>
                  <a:pt x="10476" y="11947"/>
                </a:lnTo>
                <a:lnTo>
                  <a:pt x="10800" y="14487"/>
                </a:lnTo>
                <a:lnTo>
                  <a:pt x="9015" y="14487"/>
                </a:lnTo>
                <a:lnTo>
                  <a:pt x="7220" y="14487"/>
                </a:lnTo>
                <a:lnTo>
                  <a:pt x="5400" y="14487"/>
                </a:lnTo>
                <a:lnTo>
                  <a:pt x="5400" y="16834"/>
                </a:lnTo>
                <a:lnTo>
                  <a:pt x="5400" y="19203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238" y="19427"/>
                </a:lnTo>
                <a:lnTo>
                  <a:pt x="486" y="17261"/>
                </a:lnTo>
                <a:lnTo>
                  <a:pt x="745" y="15095"/>
                </a:lnTo>
                <a:lnTo>
                  <a:pt x="1012" y="12929"/>
                </a:lnTo>
                <a:lnTo>
                  <a:pt x="1296" y="10510"/>
                </a:lnTo>
                <a:lnTo>
                  <a:pt x="1582" y="8056"/>
                </a:lnTo>
                <a:lnTo>
                  <a:pt x="2265" y="5566"/>
                </a:lnTo>
                <a:lnTo>
                  <a:pt x="2857" y="4055"/>
                </a:lnTo>
                <a:lnTo>
                  <a:pt x="3680" y="2895"/>
                </a:lnTo>
                <a:lnTo>
                  <a:pt x="5062" y="1480"/>
                </a:lnTo>
                <a:lnTo>
                  <a:pt x="6782" y="871"/>
                </a:lnTo>
                <a:lnTo>
                  <a:pt x="8438" y="448"/>
                </a:lnTo>
                <a:lnTo>
                  <a:pt x="10068" y="178"/>
                </a:lnTo>
                <a:lnTo>
                  <a:pt x="11710" y="39"/>
                </a:lnTo>
                <a:lnTo>
                  <a:pt x="13403" y="0"/>
                </a:lnTo>
                <a:lnTo>
                  <a:pt x="15188" y="39"/>
                </a:lnTo>
                <a:close/>
              </a:path>
            </a:pathLst>
          </a:custGeom>
          <a:solidFill>
            <a:srgbClr val="DEE1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6" name="contour_11894"/>
          <p:cNvSpPr/>
          <p:nvPr/>
        </p:nvSpPr>
        <p:spPr>
          <a:xfrm>
            <a:off x="7582598" y="585225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63"/>
                </a:lnTo>
                <a:lnTo>
                  <a:pt x="6860" y="529"/>
                </a:lnTo>
                <a:lnTo>
                  <a:pt x="8618" y="896"/>
                </a:lnTo>
                <a:lnTo>
                  <a:pt x="11340" y="1462"/>
                </a:lnTo>
                <a:lnTo>
                  <a:pt x="15509" y="2329"/>
                </a:lnTo>
                <a:lnTo>
                  <a:pt x="21600" y="3600"/>
                </a:lnTo>
                <a:lnTo>
                  <a:pt x="20136" y="5861"/>
                </a:lnTo>
                <a:lnTo>
                  <a:pt x="18658" y="8111"/>
                </a:lnTo>
                <a:lnTo>
                  <a:pt x="17163" y="10357"/>
                </a:lnTo>
                <a:lnTo>
                  <a:pt x="15660" y="12600"/>
                </a:lnTo>
                <a:lnTo>
                  <a:pt x="15168" y="13345"/>
                </a:lnTo>
                <a:lnTo>
                  <a:pt x="14304" y="14656"/>
                </a:lnTo>
                <a:lnTo>
                  <a:pt x="12321" y="17662"/>
                </a:lnTo>
                <a:lnTo>
                  <a:pt x="10493" y="19616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EF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7" name="contour_11895"/>
          <p:cNvSpPr/>
          <p:nvPr/>
        </p:nvSpPr>
        <p:spPr>
          <a:xfrm>
            <a:off x="1371888" y="5852206"/>
            <a:ext cx="30493" cy="656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"/>
                </a:moveTo>
                <a:lnTo>
                  <a:pt x="21151" y="1518"/>
                </a:lnTo>
                <a:lnTo>
                  <a:pt x="20671" y="3017"/>
                </a:lnTo>
                <a:lnTo>
                  <a:pt x="20175" y="4516"/>
                </a:lnTo>
                <a:lnTo>
                  <a:pt x="19664" y="6012"/>
                </a:lnTo>
                <a:lnTo>
                  <a:pt x="19122" y="7686"/>
                </a:lnTo>
                <a:lnTo>
                  <a:pt x="18575" y="9384"/>
                </a:lnTo>
                <a:lnTo>
                  <a:pt x="17511" y="10686"/>
                </a:lnTo>
                <a:lnTo>
                  <a:pt x="16437" y="12007"/>
                </a:lnTo>
                <a:lnTo>
                  <a:pt x="13025" y="12007"/>
                </a:lnTo>
                <a:lnTo>
                  <a:pt x="9592" y="12007"/>
                </a:lnTo>
                <a:lnTo>
                  <a:pt x="6112" y="12007"/>
                </a:lnTo>
                <a:lnTo>
                  <a:pt x="6964" y="13590"/>
                </a:lnTo>
                <a:lnTo>
                  <a:pt x="7816" y="15175"/>
                </a:lnTo>
                <a:lnTo>
                  <a:pt x="8673" y="16768"/>
                </a:lnTo>
                <a:lnTo>
                  <a:pt x="9535" y="18367"/>
                </a:lnTo>
                <a:lnTo>
                  <a:pt x="10402" y="19976"/>
                </a:lnTo>
                <a:lnTo>
                  <a:pt x="11275" y="21600"/>
                </a:lnTo>
                <a:lnTo>
                  <a:pt x="7863" y="21600"/>
                </a:lnTo>
                <a:lnTo>
                  <a:pt x="4429" y="21600"/>
                </a:lnTo>
                <a:lnTo>
                  <a:pt x="950" y="21600"/>
                </a:lnTo>
                <a:lnTo>
                  <a:pt x="816" y="20027"/>
                </a:lnTo>
                <a:lnTo>
                  <a:pt x="692" y="18451"/>
                </a:lnTo>
                <a:lnTo>
                  <a:pt x="583" y="16878"/>
                </a:lnTo>
                <a:lnTo>
                  <a:pt x="480" y="15305"/>
                </a:lnTo>
                <a:lnTo>
                  <a:pt x="387" y="13732"/>
                </a:lnTo>
                <a:lnTo>
                  <a:pt x="305" y="12156"/>
                </a:lnTo>
                <a:lnTo>
                  <a:pt x="176" y="10811"/>
                </a:lnTo>
                <a:lnTo>
                  <a:pt x="41" y="9446"/>
                </a:lnTo>
                <a:lnTo>
                  <a:pt x="0" y="8142"/>
                </a:lnTo>
                <a:lnTo>
                  <a:pt x="31" y="7125"/>
                </a:lnTo>
                <a:lnTo>
                  <a:pt x="165" y="6055"/>
                </a:lnTo>
                <a:lnTo>
                  <a:pt x="459" y="4597"/>
                </a:lnTo>
                <a:lnTo>
                  <a:pt x="950" y="2415"/>
                </a:lnTo>
                <a:lnTo>
                  <a:pt x="4275" y="1264"/>
                </a:lnTo>
                <a:lnTo>
                  <a:pt x="7326" y="547"/>
                </a:lnTo>
                <a:lnTo>
                  <a:pt x="10346" y="163"/>
                </a:lnTo>
                <a:lnTo>
                  <a:pt x="13577" y="14"/>
                </a:lnTo>
                <a:lnTo>
                  <a:pt x="17248" y="0"/>
                </a:lnTo>
                <a:lnTo>
                  <a:pt x="21600" y="17"/>
                </a:lnTo>
                <a:close/>
              </a:path>
            </a:pathLst>
          </a:custGeom>
          <a:solidFill>
            <a:srgbClr val="AFB3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8" name="contour_11896"/>
          <p:cNvSpPr/>
          <p:nvPr/>
        </p:nvSpPr>
        <p:spPr>
          <a:xfrm>
            <a:off x="8012589" y="583039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6" y="2423"/>
                </a:lnTo>
                <a:lnTo>
                  <a:pt x="20498" y="4781"/>
                </a:lnTo>
                <a:lnTo>
                  <a:pt x="19881" y="7081"/>
                </a:lnTo>
                <a:lnTo>
                  <a:pt x="19193" y="9335"/>
                </a:lnTo>
                <a:lnTo>
                  <a:pt x="18419" y="11545"/>
                </a:lnTo>
                <a:lnTo>
                  <a:pt x="17545" y="13720"/>
                </a:lnTo>
                <a:lnTo>
                  <a:pt x="16555" y="15869"/>
                </a:lnTo>
                <a:lnTo>
                  <a:pt x="15429" y="18000"/>
                </a:lnTo>
                <a:lnTo>
                  <a:pt x="13534" y="18900"/>
                </a:lnTo>
                <a:lnTo>
                  <a:pt x="11652" y="19638"/>
                </a:lnTo>
                <a:lnTo>
                  <a:pt x="9772" y="20228"/>
                </a:lnTo>
                <a:lnTo>
                  <a:pt x="7881" y="20689"/>
                </a:lnTo>
                <a:lnTo>
                  <a:pt x="5971" y="21038"/>
                </a:lnTo>
                <a:lnTo>
                  <a:pt x="4030" y="21294"/>
                </a:lnTo>
                <a:lnTo>
                  <a:pt x="2043" y="21478"/>
                </a:lnTo>
                <a:lnTo>
                  <a:pt x="0" y="21600"/>
                </a:lnTo>
                <a:lnTo>
                  <a:pt x="1015" y="18803"/>
                </a:lnTo>
                <a:lnTo>
                  <a:pt x="2061" y="16135"/>
                </a:lnTo>
                <a:lnTo>
                  <a:pt x="3157" y="13612"/>
                </a:lnTo>
                <a:lnTo>
                  <a:pt x="4323" y="11250"/>
                </a:lnTo>
                <a:lnTo>
                  <a:pt x="5582" y="9065"/>
                </a:lnTo>
                <a:lnTo>
                  <a:pt x="6958" y="7078"/>
                </a:lnTo>
                <a:lnTo>
                  <a:pt x="8467" y="5299"/>
                </a:lnTo>
                <a:lnTo>
                  <a:pt x="10137" y="3748"/>
                </a:lnTo>
                <a:lnTo>
                  <a:pt x="11985" y="2444"/>
                </a:lnTo>
                <a:lnTo>
                  <a:pt x="14034" y="1400"/>
                </a:lnTo>
                <a:lnTo>
                  <a:pt x="16305" y="634"/>
                </a:lnTo>
                <a:lnTo>
                  <a:pt x="18820" y="162"/>
                </a:lnTo>
                <a:lnTo>
                  <a:pt x="21600" y="0"/>
                </a:lnTo>
                <a:close/>
              </a:path>
            </a:pathLst>
          </a:custGeom>
          <a:solidFill>
            <a:srgbClr val="D7DA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899" name="contour_11897"/>
          <p:cNvSpPr/>
          <p:nvPr/>
        </p:nvSpPr>
        <p:spPr>
          <a:xfrm>
            <a:off x="3982330" y="5830393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792"/>
                </a:lnTo>
                <a:lnTo>
                  <a:pt x="8967" y="1584"/>
                </a:lnTo>
                <a:lnTo>
                  <a:pt x="10751" y="2380"/>
                </a:lnTo>
                <a:lnTo>
                  <a:pt x="12541" y="3175"/>
                </a:lnTo>
                <a:lnTo>
                  <a:pt x="14337" y="3971"/>
                </a:lnTo>
                <a:lnTo>
                  <a:pt x="16141" y="4774"/>
                </a:lnTo>
                <a:lnTo>
                  <a:pt x="17950" y="5576"/>
                </a:lnTo>
                <a:lnTo>
                  <a:pt x="19769" y="6386"/>
                </a:lnTo>
                <a:lnTo>
                  <a:pt x="21600" y="7200"/>
                </a:lnTo>
                <a:lnTo>
                  <a:pt x="19983" y="8240"/>
                </a:lnTo>
                <a:lnTo>
                  <a:pt x="18357" y="9288"/>
                </a:lnTo>
                <a:lnTo>
                  <a:pt x="16708" y="10350"/>
                </a:lnTo>
                <a:lnTo>
                  <a:pt x="15069" y="11466"/>
                </a:lnTo>
                <a:lnTo>
                  <a:pt x="13460" y="12611"/>
                </a:lnTo>
                <a:lnTo>
                  <a:pt x="11877" y="13792"/>
                </a:lnTo>
                <a:lnTo>
                  <a:pt x="10317" y="15005"/>
                </a:lnTo>
                <a:lnTo>
                  <a:pt x="8775" y="16250"/>
                </a:lnTo>
                <a:lnTo>
                  <a:pt x="7247" y="17532"/>
                </a:lnTo>
                <a:lnTo>
                  <a:pt x="5727" y="18850"/>
                </a:lnTo>
                <a:lnTo>
                  <a:pt x="4212" y="20207"/>
                </a:lnTo>
                <a:lnTo>
                  <a:pt x="2700" y="21600"/>
                </a:lnTo>
                <a:lnTo>
                  <a:pt x="2255" y="19224"/>
                </a:lnTo>
                <a:lnTo>
                  <a:pt x="1809" y="16844"/>
                </a:lnTo>
                <a:lnTo>
                  <a:pt x="1361" y="14454"/>
                </a:lnTo>
                <a:lnTo>
                  <a:pt x="910" y="12053"/>
                </a:lnTo>
                <a:lnTo>
                  <a:pt x="456" y="9637"/>
                </a:lnTo>
                <a:lnTo>
                  <a:pt x="0" y="7200"/>
                </a:lnTo>
                <a:lnTo>
                  <a:pt x="1785" y="7200"/>
                </a:lnTo>
                <a:lnTo>
                  <a:pt x="3580" y="7200"/>
                </a:lnTo>
                <a:lnTo>
                  <a:pt x="5400" y="7200"/>
                </a:lnTo>
                <a:lnTo>
                  <a:pt x="5400" y="4820"/>
                </a:lnTo>
                <a:lnTo>
                  <a:pt x="5400" y="2426"/>
                </a:lnTo>
                <a:lnTo>
                  <a:pt x="5400" y="0"/>
                </a:lnTo>
                <a:close/>
              </a:path>
            </a:pathLst>
          </a:custGeom>
          <a:solidFill>
            <a:srgbClr val="5353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0" name="contour_11898"/>
          <p:cNvSpPr/>
          <p:nvPr/>
        </p:nvSpPr>
        <p:spPr>
          <a:xfrm>
            <a:off x="599718" y="5807545"/>
            <a:ext cx="59288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8" y="475"/>
                </a:moveTo>
                <a:lnTo>
                  <a:pt x="2119" y="158"/>
                </a:lnTo>
                <a:lnTo>
                  <a:pt x="3415" y="0"/>
                </a:lnTo>
                <a:lnTo>
                  <a:pt x="4625" y="0"/>
                </a:lnTo>
                <a:lnTo>
                  <a:pt x="6133" y="158"/>
                </a:lnTo>
                <a:lnTo>
                  <a:pt x="8324" y="475"/>
                </a:lnTo>
                <a:lnTo>
                  <a:pt x="9665" y="2193"/>
                </a:lnTo>
                <a:lnTo>
                  <a:pt x="10913" y="3876"/>
                </a:lnTo>
                <a:lnTo>
                  <a:pt x="12092" y="5563"/>
                </a:lnTo>
                <a:lnTo>
                  <a:pt x="13226" y="7292"/>
                </a:lnTo>
                <a:lnTo>
                  <a:pt x="14341" y="9105"/>
                </a:lnTo>
                <a:lnTo>
                  <a:pt x="15461" y="11038"/>
                </a:lnTo>
                <a:lnTo>
                  <a:pt x="16356" y="12552"/>
                </a:lnTo>
                <a:lnTo>
                  <a:pt x="17269" y="14090"/>
                </a:lnTo>
                <a:lnTo>
                  <a:pt x="18363" y="15956"/>
                </a:lnTo>
                <a:lnTo>
                  <a:pt x="19449" y="17833"/>
                </a:lnTo>
                <a:lnTo>
                  <a:pt x="20527" y="19713"/>
                </a:lnTo>
                <a:lnTo>
                  <a:pt x="21600" y="21600"/>
                </a:lnTo>
                <a:lnTo>
                  <a:pt x="18092" y="20896"/>
                </a:lnTo>
                <a:lnTo>
                  <a:pt x="15148" y="20287"/>
                </a:lnTo>
                <a:lnTo>
                  <a:pt x="12689" y="19727"/>
                </a:lnTo>
                <a:lnTo>
                  <a:pt x="10645" y="19185"/>
                </a:lnTo>
                <a:lnTo>
                  <a:pt x="8943" y="18621"/>
                </a:lnTo>
                <a:lnTo>
                  <a:pt x="7506" y="18002"/>
                </a:lnTo>
                <a:lnTo>
                  <a:pt x="6264" y="17287"/>
                </a:lnTo>
                <a:lnTo>
                  <a:pt x="5138" y="16446"/>
                </a:lnTo>
                <a:lnTo>
                  <a:pt x="4060" y="15435"/>
                </a:lnTo>
                <a:lnTo>
                  <a:pt x="2953" y="14220"/>
                </a:lnTo>
                <a:lnTo>
                  <a:pt x="1744" y="12766"/>
                </a:lnTo>
                <a:lnTo>
                  <a:pt x="358" y="11038"/>
                </a:lnTo>
                <a:lnTo>
                  <a:pt x="119" y="8207"/>
                </a:lnTo>
                <a:lnTo>
                  <a:pt x="0" y="6242"/>
                </a:lnTo>
                <a:lnTo>
                  <a:pt x="0" y="4637"/>
                </a:lnTo>
                <a:lnTo>
                  <a:pt x="119" y="2884"/>
                </a:lnTo>
                <a:lnTo>
                  <a:pt x="358" y="475"/>
                </a:lnTo>
                <a:close/>
              </a:path>
            </a:pathLst>
          </a:custGeom>
          <a:solidFill>
            <a:srgbClr val="9EB5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1" name="contour_11899"/>
          <p:cNvSpPr/>
          <p:nvPr/>
        </p:nvSpPr>
        <p:spPr>
          <a:xfrm>
            <a:off x="5374336" y="5792321"/>
            <a:ext cx="65592" cy="311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34"/>
                </a:moveTo>
                <a:lnTo>
                  <a:pt x="1630" y="754"/>
                </a:lnTo>
                <a:lnTo>
                  <a:pt x="3238" y="440"/>
                </a:lnTo>
                <a:lnTo>
                  <a:pt x="4834" y="197"/>
                </a:lnTo>
                <a:lnTo>
                  <a:pt x="6418" y="46"/>
                </a:lnTo>
                <a:lnTo>
                  <a:pt x="7999" y="0"/>
                </a:lnTo>
                <a:lnTo>
                  <a:pt x="9583" y="71"/>
                </a:lnTo>
                <a:lnTo>
                  <a:pt x="11174" y="273"/>
                </a:lnTo>
                <a:lnTo>
                  <a:pt x="12778" y="622"/>
                </a:lnTo>
                <a:lnTo>
                  <a:pt x="14400" y="1134"/>
                </a:lnTo>
                <a:lnTo>
                  <a:pt x="15734" y="3659"/>
                </a:lnTo>
                <a:lnTo>
                  <a:pt x="16927" y="6281"/>
                </a:lnTo>
                <a:lnTo>
                  <a:pt x="18007" y="9008"/>
                </a:lnTo>
                <a:lnTo>
                  <a:pt x="18991" y="11868"/>
                </a:lnTo>
                <a:lnTo>
                  <a:pt x="19903" y="14874"/>
                </a:lnTo>
                <a:lnTo>
                  <a:pt x="20765" y="18037"/>
                </a:lnTo>
                <a:lnTo>
                  <a:pt x="21600" y="21377"/>
                </a:lnTo>
                <a:lnTo>
                  <a:pt x="19985" y="21524"/>
                </a:lnTo>
                <a:lnTo>
                  <a:pt x="18360" y="21600"/>
                </a:lnTo>
                <a:lnTo>
                  <a:pt x="16733" y="21590"/>
                </a:lnTo>
                <a:lnTo>
                  <a:pt x="15103" y="21494"/>
                </a:lnTo>
                <a:lnTo>
                  <a:pt x="13476" y="21301"/>
                </a:lnTo>
                <a:lnTo>
                  <a:pt x="11851" y="20993"/>
                </a:lnTo>
                <a:lnTo>
                  <a:pt x="10238" y="20568"/>
                </a:lnTo>
                <a:lnTo>
                  <a:pt x="8635" y="20016"/>
                </a:lnTo>
                <a:lnTo>
                  <a:pt x="7046" y="19323"/>
                </a:lnTo>
                <a:lnTo>
                  <a:pt x="5474" y="18482"/>
                </a:lnTo>
                <a:lnTo>
                  <a:pt x="3926" y="17480"/>
                </a:lnTo>
                <a:lnTo>
                  <a:pt x="2400" y="16316"/>
                </a:lnTo>
                <a:lnTo>
                  <a:pt x="1445" y="12399"/>
                </a:lnTo>
                <a:lnTo>
                  <a:pt x="842" y="9651"/>
                </a:lnTo>
                <a:lnTo>
                  <a:pt x="478" y="7343"/>
                </a:lnTo>
                <a:lnTo>
                  <a:pt x="235" y="4747"/>
                </a:lnTo>
                <a:lnTo>
                  <a:pt x="0" y="1134"/>
                </a:lnTo>
                <a:close/>
              </a:path>
            </a:pathLst>
          </a:custGeom>
          <a:solidFill>
            <a:srgbClr val="D1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2" name="contour_11900"/>
          <p:cNvSpPr/>
          <p:nvPr/>
        </p:nvSpPr>
        <p:spPr>
          <a:xfrm>
            <a:off x="10898634" y="577937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3" y="115"/>
                </a:lnTo>
                <a:lnTo>
                  <a:pt x="4705" y="284"/>
                </a:lnTo>
                <a:lnTo>
                  <a:pt x="6980" y="526"/>
                </a:lnTo>
                <a:lnTo>
                  <a:pt x="9212" y="860"/>
                </a:lnTo>
                <a:lnTo>
                  <a:pt x="11419" y="1314"/>
                </a:lnTo>
                <a:lnTo>
                  <a:pt x="13612" y="1908"/>
                </a:lnTo>
                <a:lnTo>
                  <a:pt x="15804" y="2664"/>
                </a:lnTo>
                <a:lnTo>
                  <a:pt x="18000" y="3600"/>
                </a:lnTo>
                <a:lnTo>
                  <a:pt x="18936" y="5796"/>
                </a:lnTo>
                <a:lnTo>
                  <a:pt x="19692" y="7988"/>
                </a:lnTo>
                <a:lnTo>
                  <a:pt x="20286" y="10181"/>
                </a:lnTo>
                <a:lnTo>
                  <a:pt x="20740" y="12388"/>
                </a:lnTo>
                <a:lnTo>
                  <a:pt x="21074" y="14620"/>
                </a:lnTo>
                <a:lnTo>
                  <a:pt x="21316" y="16895"/>
                </a:lnTo>
                <a:lnTo>
                  <a:pt x="21485" y="19217"/>
                </a:lnTo>
                <a:lnTo>
                  <a:pt x="21600" y="21600"/>
                </a:lnTo>
                <a:lnTo>
                  <a:pt x="19433" y="20264"/>
                </a:lnTo>
                <a:lnTo>
                  <a:pt x="17269" y="18922"/>
                </a:lnTo>
                <a:lnTo>
                  <a:pt x="15109" y="17572"/>
                </a:lnTo>
                <a:lnTo>
                  <a:pt x="12953" y="16214"/>
                </a:lnTo>
                <a:lnTo>
                  <a:pt x="10800" y="14850"/>
                </a:lnTo>
                <a:lnTo>
                  <a:pt x="8791" y="13597"/>
                </a:lnTo>
                <a:lnTo>
                  <a:pt x="6772" y="12334"/>
                </a:lnTo>
                <a:lnTo>
                  <a:pt x="4723" y="11052"/>
                </a:lnTo>
                <a:lnTo>
                  <a:pt x="3164" y="9781"/>
                </a:lnTo>
                <a:lnTo>
                  <a:pt x="1591" y="85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4241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3" name="contour_11901"/>
          <p:cNvSpPr/>
          <p:nvPr/>
        </p:nvSpPr>
        <p:spPr>
          <a:xfrm>
            <a:off x="2240500" y="5772089"/>
            <a:ext cx="2814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93" y="341"/>
                </a:lnTo>
                <a:lnTo>
                  <a:pt x="6863" y="624"/>
                </a:lnTo>
                <a:lnTo>
                  <a:pt x="9413" y="953"/>
                </a:lnTo>
                <a:lnTo>
                  <a:pt x="12450" y="1430"/>
                </a:lnTo>
                <a:lnTo>
                  <a:pt x="16779" y="2160"/>
                </a:lnTo>
                <a:lnTo>
                  <a:pt x="18580" y="3672"/>
                </a:lnTo>
                <a:lnTo>
                  <a:pt x="19956" y="5048"/>
                </a:lnTo>
                <a:lnTo>
                  <a:pt x="20918" y="6353"/>
                </a:lnTo>
                <a:lnTo>
                  <a:pt x="21466" y="7646"/>
                </a:lnTo>
                <a:lnTo>
                  <a:pt x="21600" y="8994"/>
                </a:lnTo>
                <a:lnTo>
                  <a:pt x="21332" y="10459"/>
                </a:lnTo>
                <a:lnTo>
                  <a:pt x="20666" y="12107"/>
                </a:lnTo>
                <a:lnTo>
                  <a:pt x="19615" y="13236"/>
                </a:lnTo>
                <a:lnTo>
                  <a:pt x="18552" y="14375"/>
                </a:lnTo>
                <a:lnTo>
                  <a:pt x="17478" y="15526"/>
                </a:lnTo>
                <a:lnTo>
                  <a:pt x="16454" y="16671"/>
                </a:lnTo>
                <a:lnTo>
                  <a:pt x="15420" y="17824"/>
                </a:lnTo>
                <a:lnTo>
                  <a:pt x="14374" y="18993"/>
                </a:lnTo>
                <a:lnTo>
                  <a:pt x="12791" y="20287"/>
                </a:lnTo>
                <a:lnTo>
                  <a:pt x="11186" y="21600"/>
                </a:lnTo>
                <a:lnTo>
                  <a:pt x="8412" y="21600"/>
                </a:lnTo>
                <a:lnTo>
                  <a:pt x="5593" y="21600"/>
                </a:lnTo>
                <a:lnTo>
                  <a:pt x="5688" y="20615"/>
                </a:lnTo>
                <a:lnTo>
                  <a:pt x="5789" y="19617"/>
                </a:lnTo>
                <a:lnTo>
                  <a:pt x="5833" y="18055"/>
                </a:lnTo>
                <a:lnTo>
                  <a:pt x="5789" y="16513"/>
                </a:lnTo>
                <a:lnTo>
                  <a:pt x="5666" y="14986"/>
                </a:lnTo>
                <a:lnTo>
                  <a:pt x="5453" y="13476"/>
                </a:lnTo>
                <a:lnTo>
                  <a:pt x="5162" y="11975"/>
                </a:lnTo>
                <a:lnTo>
                  <a:pt x="4788" y="10482"/>
                </a:lnTo>
                <a:lnTo>
                  <a:pt x="4335" y="8994"/>
                </a:lnTo>
                <a:lnTo>
                  <a:pt x="3803" y="7508"/>
                </a:lnTo>
                <a:lnTo>
                  <a:pt x="3188" y="6020"/>
                </a:lnTo>
                <a:lnTo>
                  <a:pt x="2506" y="4530"/>
                </a:lnTo>
                <a:lnTo>
                  <a:pt x="1745" y="3030"/>
                </a:lnTo>
                <a:lnTo>
                  <a:pt x="906" y="1523"/>
                </a:lnTo>
                <a:lnTo>
                  <a:pt x="0" y="0"/>
                </a:lnTo>
                <a:close/>
              </a:path>
            </a:pathLst>
          </a:custGeom>
          <a:solidFill>
            <a:srgbClr val="4342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4" name="contour_11902"/>
          <p:cNvSpPr/>
          <p:nvPr/>
        </p:nvSpPr>
        <p:spPr>
          <a:xfrm>
            <a:off x="10927786" y="5771273"/>
            <a:ext cx="36440" cy="73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39"/>
                </a:moveTo>
                <a:lnTo>
                  <a:pt x="3059" y="79"/>
                </a:lnTo>
                <a:lnTo>
                  <a:pt x="5266" y="0"/>
                </a:lnTo>
                <a:lnTo>
                  <a:pt x="7236" y="0"/>
                </a:lnTo>
                <a:lnTo>
                  <a:pt x="9590" y="79"/>
                </a:lnTo>
                <a:lnTo>
                  <a:pt x="12960" y="239"/>
                </a:lnTo>
                <a:lnTo>
                  <a:pt x="14813" y="1636"/>
                </a:lnTo>
                <a:lnTo>
                  <a:pt x="15967" y="2659"/>
                </a:lnTo>
                <a:lnTo>
                  <a:pt x="16900" y="3806"/>
                </a:lnTo>
                <a:lnTo>
                  <a:pt x="18092" y="5579"/>
                </a:lnTo>
                <a:lnTo>
                  <a:pt x="18775" y="6573"/>
                </a:lnTo>
                <a:lnTo>
                  <a:pt x="19466" y="7570"/>
                </a:lnTo>
                <a:lnTo>
                  <a:pt x="20166" y="8583"/>
                </a:lnTo>
                <a:lnTo>
                  <a:pt x="20879" y="9743"/>
                </a:lnTo>
                <a:lnTo>
                  <a:pt x="21600" y="10920"/>
                </a:lnTo>
                <a:lnTo>
                  <a:pt x="18744" y="10920"/>
                </a:lnTo>
                <a:lnTo>
                  <a:pt x="15872" y="10920"/>
                </a:lnTo>
                <a:lnTo>
                  <a:pt x="12960" y="10920"/>
                </a:lnTo>
                <a:lnTo>
                  <a:pt x="11910" y="12317"/>
                </a:lnTo>
                <a:lnTo>
                  <a:pt x="11280" y="13340"/>
                </a:lnTo>
                <a:lnTo>
                  <a:pt x="10813" y="14487"/>
                </a:lnTo>
                <a:lnTo>
                  <a:pt x="10260" y="16260"/>
                </a:lnTo>
                <a:lnTo>
                  <a:pt x="9772" y="17751"/>
                </a:lnTo>
                <a:lnTo>
                  <a:pt x="9279" y="19263"/>
                </a:lnTo>
                <a:lnTo>
                  <a:pt x="8960" y="20423"/>
                </a:lnTo>
                <a:lnTo>
                  <a:pt x="8640" y="21600"/>
                </a:lnTo>
                <a:lnTo>
                  <a:pt x="7633" y="20182"/>
                </a:lnTo>
                <a:lnTo>
                  <a:pt x="6718" y="18772"/>
                </a:lnTo>
                <a:lnTo>
                  <a:pt x="5884" y="17366"/>
                </a:lnTo>
                <a:lnTo>
                  <a:pt x="5132" y="15963"/>
                </a:lnTo>
                <a:lnTo>
                  <a:pt x="4450" y="14555"/>
                </a:lnTo>
                <a:lnTo>
                  <a:pt x="3832" y="13141"/>
                </a:lnTo>
                <a:lnTo>
                  <a:pt x="3275" y="11712"/>
                </a:lnTo>
                <a:lnTo>
                  <a:pt x="2769" y="10268"/>
                </a:lnTo>
                <a:lnTo>
                  <a:pt x="2311" y="8805"/>
                </a:lnTo>
                <a:lnTo>
                  <a:pt x="1892" y="7314"/>
                </a:lnTo>
                <a:lnTo>
                  <a:pt x="1529" y="5983"/>
                </a:lnTo>
                <a:lnTo>
                  <a:pt x="1162" y="4644"/>
                </a:lnTo>
                <a:lnTo>
                  <a:pt x="795" y="3285"/>
                </a:lnTo>
                <a:lnTo>
                  <a:pt x="531" y="2279"/>
                </a:lnTo>
                <a:lnTo>
                  <a:pt x="268" y="1267"/>
                </a:lnTo>
                <a:lnTo>
                  <a:pt x="0" y="239"/>
                </a:lnTo>
                <a:close/>
              </a:path>
            </a:pathLst>
          </a:custGeom>
          <a:solidFill>
            <a:srgbClr val="9F93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5" name="contour_11903"/>
          <p:cNvSpPr/>
          <p:nvPr/>
        </p:nvSpPr>
        <p:spPr>
          <a:xfrm>
            <a:off x="1146041" y="5772089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5" y="0"/>
                </a:moveTo>
                <a:lnTo>
                  <a:pt x="4312" y="594"/>
                </a:lnTo>
                <a:lnTo>
                  <a:pt x="7733" y="1188"/>
                </a:lnTo>
                <a:lnTo>
                  <a:pt x="11170" y="1786"/>
                </a:lnTo>
                <a:lnTo>
                  <a:pt x="14623" y="2387"/>
                </a:lnTo>
                <a:lnTo>
                  <a:pt x="18096" y="2992"/>
                </a:lnTo>
                <a:lnTo>
                  <a:pt x="21600" y="3600"/>
                </a:lnTo>
                <a:lnTo>
                  <a:pt x="20958" y="5828"/>
                </a:lnTo>
                <a:lnTo>
                  <a:pt x="20316" y="8057"/>
                </a:lnTo>
                <a:lnTo>
                  <a:pt x="19674" y="10292"/>
                </a:lnTo>
                <a:lnTo>
                  <a:pt x="19033" y="12532"/>
                </a:lnTo>
                <a:lnTo>
                  <a:pt x="18386" y="14782"/>
                </a:lnTo>
                <a:lnTo>
                  <a:pt x="17733" y="17042"/>
                </a:lnTo>
                <a:lnTo>
                  <a:pt x="17081" y="19314"/>
                </a:lnTo>
                <a:lnTo>
                  <a:pt x="16424" y="21600"/>
                </a:lnTo>
                <a:lnTo>
                  <a:pt x="12573" y="21247"/>
                </a:lnTo>
                <a:lnTo>
                  <a:pt x="9840" y="20884"/>
                </a:lnTo>
                <a:lnTo>
                  <a:pt x="7480" y="20336"/>
                </a:lnTo>
                <a:lnTo>
                  <a:pt x="4747" y="19433"/>
                </a:lnTo>
                <a:lnTo>
                  <a:pt x="895" y="18000"/>
                </a:lnTo>
                <a:lnTo>
                  <a:pt x="383" y="15412"/>
                </a:lnTo>
                <a:lnTo>
                  <a:pt x="98" y="12845"/>
                </a:lnTo>
                <a:lnTo>
                  <a:pt x="0" y="10289"/>
                </a:lnTo>
                <a:lnTo>
                  <a:pt x="62" y="7736"/>
                </a:lnTo>
                <a:lnTo>
                  <a:pt x="254" y="5177"/>
                </a:lnTo>
                <a:lnTo>
                  <a:pt x="543" y="2603"/>
                </a:lnTo>
                <a:lnTo>
                  <a:pt x="895" y="0"/>
                </a:lnTo>
                <a:close/>
              </a:path>
            </a:pathLst>
          </a:custGeom>
          <a:solidFill>
            <a:srgbClr val="E9D5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6" name="contour_11904"/>
          <p:cNvSpPr/>
          <p:nvPr/>
        </p:nvSpPr>
        <p:spPr>
          <a:xfrm>
            <a:off x="1125437" y="576480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63" y="389"/>
                </a:lnTo>
                <a:lnTo>
                  <a:pt x="19449" y="896"/>
                </a:lnTo>
                <a:lnTo>
                  <a:pt x="17155" y="1854"/>
                </a:lnTo>
                <a:lnTo>
                  <a:pt x="12960" y="3600"/>
                </a:lnTo>
                <a:lnTo>
                  <a:pt x="12476" y="6156"/>
                </a:lnTo>
                <a:lnTo>
                  <a:pt x="12260" y="7967"/>
                </a:lnTo>
                <a:lnTo>
                  <a:pt x="12260" y="9904"/>
                </a:lnTo>
                <a:lnTo>
                  <a:pt x="12420" y="12823"/>
                </a:lnTo>
                <a:lnTo>
                  <a:pt x="12537" y="15289"/>
                </a:lnTo>
                <a:lnTo>
                  <a:pt x="12658" y="17788"/>
                </a:lnTo>
                <a:lnTo>
                  <a:pt x="12809" y="19681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C79A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7" name="contour_11905"/>
          <p:cNvSpPr/>
          <p:nvPr/>
        </p:nvSpPr>
        <p:spPr>
          <a:xfrm>
            <a:off x="10213563" y="5770457"/>
            <a:ext cx="65592" cy="307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45"/>
                </a:moveTo>
                <a:lnTo>
                  <a:pt x="1630" y="762"/>
                </a:lnTo>
                <a:lnTo>
                  <a:pt x="3238" y="445"/>
                </a:lnTo>
                <a:lnTo>
                  <a:pt x="4834" y="199"/>
                </a:lnTo>
                <a:lnTo>
                  <a:pt x="6418" y="46"/>
                </a:lnTo>
                <a:lnTo>
                  <a:pt x="7999" y="0"/>
                </a:lnTo>
                <a:lnTo>
                  <a:pt x="9583" y="72"/>
                </a:lnTo>
                <a:lnTo>
                  <a:pt x="11174" y="276"/>
                </a:lnTo>
                <a:lnTo>
                  <a:pt x="12778" y="629"/>
                </a:lnTo>
                <a:lnTo>
                  <a:pt x="14400" y="1145"/>
                </a:lnTo>
                <a:lnTo>
                  <a:pt x="15734" y="3697"/>
                </a:lnTo>
                <a:lnTo>
                  <a:pt x="16927" y="6346"/>
                </a:lnTo>
                <a:lnTo>
                  <a:pt x="18007" y="9102"/>
                </a:lnTo>
                <a:lnTo>
                  <a:pt x="18991" y="11991"/>
                </a:lnTo>
                <a:lnTo>
                  <a:pt x="19903" y="15029"/>
                </a:lnTo>
                <a:lnTo>
                  <a:pt x="20765" y="18225"/>
                </a:lnTo>
                <a:lnTo>
                  <a:pt x="21600" y="21600"/>
                </a:lnTo>
                <a:lnTo>
                  <a:pt x="20023" y="21370"/>
                </a:lnTo>
                <a:lnTo>
                  <a:pt x="18446" y="21124"/>
                </a:lnTo>
                <a:lnTo>
                  <a:pt x="16872" y="20864"/>
                </a:lnTo>
                <a:lnTo>
                  <a:pt x="15298" y="20588"/>
                </a:lnTo>
                <a:lnTo>
                  <a:pt x="13723" y="20301"/>
                </a:lnTo>
                <a:lnTo>
                  <a:pt x="12149" y="20005"/>
                </a:lnTo>
                <a:lnTo>
                  <a:pt x="10802" y="19831"/>
                </a:lnTo>
                <a:lnTo>
                  <a:pt x="9437" y="19652"/>
                </a:lnTo>
                <a:lnTo>
                  <a:pt x="8131" y="19365"/>
                </a:lnTo>
                <a:lnTo>
                  <a:pt x="7114" y="19053"/>
                </a:lnTo>
                <a:lnTo>
                  <a:pt x="6043" y="18573"/>
                </a:lnTo>
                <a:lnTo>
                  <a:pt x="4584" y="17770"/>
                </a:lnTo>
                <a:lnTo>
                  <a:pt x="2400" y="16486"/>
                </a:lnTo>
                <a:lnTo>
                  <a:pt x="1512" y="12574"/>
                </a:lnTo>
                <a:lnTo>
                  <a:pt x="943" y="9823"/>
                </a:lnTo>
                <a:lnTo>
                  <a:pt x="578" y="7491"/>
                </a:lnTo>
                <a:lnTo>
                  <a:pt x="302" y="4843"/>
                </a:lnTo>
                <a:lnTo>
                  <a:pt x="0" y="1145"/>
                </a:lnTo>
                <a:close/>
              </a:path>
            </a:pathLst>
          </a:custGeom>
          <a:solidFill>
            <a:srgbClr val="E2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8" name="contour_11906"/>
          <p:cNvSpPr/>
          <p:nvPr/>
        </p:nvSpPr>
        <p:spPr>
          <a:xfrm>
            <a:off x="7509718" y="576480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5746" y="2018"/>
                </a:lnTo>
                <a:lnTo>
                  <a:pt x="16614" y="3496"/>
                </a:lnTo>
                <a:lnTo>
                  <a:pt x="17392" y="5153"/>
                </a:lnTo>
                <a:lnTo>
                  <a:pt x="18450" y="7714"/>
                </a:lnTo>
                <a:lnTo>
                  <a:pt x="19055" y="9149"/>
                </a:lnTo>
                <a:lnTo>
                  <a:pt x="19663" y="10590"/>
                </a:lnTo>
                <a:lnTo>
                  <a:pt x="20279" y="12053"/>
                </a:lnTo>
                <a:lnTo>
                  <a:pt x="20934" y="13728"/>
                </a:lnTo>
                <a:lnTo>
                  <a:pt x="21600" y="15429"/>
                </a:lnTo>
                <a:lnTo>
                  <a:pt x="19224" y="15429"/>
                </a:lnTo>
                <a:lnTo>
                  <a:pt x="16844" y="15429"/>
                </a:lnTo>
                <a:lnTo>
                  <a:pt x="14454" y="15429"/>
                </a:lnTo>
                <a:lnTo>
                  <a:pt x="12053" y="15429"/>
                </a:lnTo>
                <a:lnTo>
                  <a:pt x="9637" y="15429"/>
                </a:lnTo>
                <a:lnTo>
                  <a:pt x="7200" y="15429"/>
                </a:lnTo>
                <a:lnTo>
                  <a:pt x="7200" y="17468"/>
                </a:lnTo>
                <a:lnTo>
                  <a:pt x="7200" y="19520"/>
                </a:lnTo>
                <a:lnTo>
                  <a:pt x="7200" y="21600"/>
                </a:lnTo>
                <a:lnTo>
                  <a:pt x="5418" y="20835"/>
                </a:lnTo>
                <a:lnTo>
                  <a:pt x="3625" y="20069"/>
                </a:lnTo>
                <a:lnTo>
                  <a:pt x="1825" y="19295"/>
                </a:lnTo>
                <a:lnTo>
                  <a:pt x="0" y="18514"/>
                </a:lnTo>
                <a:lnTo>
                  <a:pt x="612" y="16660"/>
                </a:lnTo>
                <a:lnTo>
                  <a:pt x="1235" y="14805"/>
                </a:lnTo>
                <a:lnTo>
                  <a:pt x="1865" y="12954"/>
                </a:lnTo>
                <a:lnTo>
                  <a:pt x="2506" y="11105"/>
                </a:lnTo>
                <a:lnTo>
                  <a:pt x="3150" y="9257"/>
                </a:lnTo>
                <a:lnTo>
                  <a:pt x="3733" y="7535"/>
                </a:lnTo>
                <a:lnTo>
                  <a:pt x="4324" y="5804"/>
                </a:lnTo>
                <a:lnTo>
                  <a:pt x="4921" y="4048"/>
                </a:lnTo>
                <a:lnTo>
                  <a:pt x="5674" y="2712"/>
                </a:lnTo>
                <a:lnTo>
                  <a:pt x="6433" y="1364"/>
                </a:lnTo>
                <a:lnTo>
                  <a:pt x="7200" y="0"/>
                </a:lnTo>
                <a:close/>
              </a:path>
            </a:pathLst>
          </a:custGeom>
          <a:solidFill>
            <a:srgbClr val="3E3B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09" name="contour_11907"/>
          <p:cNvSpPr/>
          <p:nvPr/>
        </p:nvSpPr>
        <p:spPr>
          <a:xfrm>
            <a:off x="7634379" y="5735649"/>
            <a:ext cx="3567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49" y="0"/>
                </a:moveTo>
                <a:lnTo>
                  <a:pt x="6138" y="0"/>
                </a:lnTo>
                <a:lnTo>
                  <a:pt x="8362" y="0"/>
                </a:lnTo>
                <a:lnTo>
                  <a:pt x="8362" y="1697"/>
                </a:lnTo>
                <a:lnTo>
                  <a:pt x="8362" y="3396"/>
                </a:lnTo>
                <a:lnTo>
                  <a:pt x="8362" y="5100"/>
                </a:lnTo>
                <a:lnTo>
                  <a:pt x="8362" y="6811"/>
                </a:lnTo>
                <a:lnTo>
                  <a:pt x="8362" y="8530"/>
                </a:lnTo>
                <a:lnTo>
                  <a:pt x="8362" y="10258"/>
                </a:lnTo>
                <a:lnTo>
                  <a:pt x="8362" y="12000"/>
                </a:lnTo>
                <a:lnTo>
                  <a:pt x="10983" y="12000"/>
                </a:lnTo>
                <a:lnTo>
                  <a:pt x="13613" y="12000"/>
                </a:lnTo>
                <a:lnTo>
                  <a:pt x="16252" y="12000"/>
                </a:lnTo>
                <a:lnTo>
                  <a:pt x="18913" y="12000"/>
                </a:lnTo>
                <a:lnTo>
                  <a:pt x="21600" y="12000"/>
                </a:lnTo>
                <a:lnTo>
                  <a:pt x="20656" y="13205"/>
                </a:lnTo>
                <a:lnTo>
                  <a:pt x="19698" y="14407"/>
                </a:lnTo>
                <a:lnTo>
                  <a:pt x="18723" y="15605"/>
                </a:lnTo>
                <a:lnTo>
                  <a:pt x="17739" y="16800"/>
                </a:lnTo>
                <a:lnTo>
                  <a:pt x="17201" y="17472"/>
                </a:lnTo>
                <a:lnTo>
                  <a:pt x="15568" y="19500"/>
                </a:lnTo>
                <a:lnTo>
                  <a:pt x="14871" y="20021"/>
                </a:lnTo>
                <a:lnTo>
                  <a:pt x="12775" y="21600"/>
                </a:lnTo>
                <a:lnTo>
                  <a:pt x="9858" y="21600"/>
                </a:lnTo>
                <a:lnTo>
                  <a:pt x="6923" y="21600"/>
                </a:lnTo>
                <a:lnTo>
                  <a:pt x="3949" y="21600"/>
                </a:lnTo>
                <a:lnTo>
                  <a:pt x="2784" y="19915"/>
                </a:lnTo>
                <a:lnTo>
                  <a:pt x="1827" y="18247"/>
                </a:lnTo>
                <a:lnTo>
                  <a:pt x="1072" y="16591"/>
                </a:lnTo>
                <a:lnTo>
                  <a:pt x="521" y="14945"/>
                </a:lnTo>
                <a:lnTo>
                  <a:pt x="163" y="13303"/>
                </a:lnTo>
                <a:lnTo>
                  <a:pt x="0" y="11666"/>
                </a:lnTo>
                <a:lnTo>
                  <a:pt x="22" y="10030"/>
                </a:lnTo>
                <a:lnTo>
                  <a:pt x="234" y="8386"/>
                </a:lnTo>
                <a:lnTo>
                  <a:pt x="627" y="6737"/>
                </a:lnTo>
                <a:lnTo>
                  <a:pt x="1200" y="5078"/>
                </a:lnTo>
                <a:lnTo>
                  <a:pt x="1946" y="3403"/>
                </a:lnTo>
                <a:lnTo>
                  <a:pt x="2864" y="1711"/>
                </a:lnTo>
                <a:lnTo>
                  <a:pt x="3949" y="0"/>
                </a:lnTo>
                <a:close/>
              </a:path>
            </a:pathLst>
          </a:custGeom>
          <a:solidFill>
            <a:srgbClr val="A1A1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0" name="contour_11908"/>
          <p:cNvSpPr/>
          <p:nvPr/>
        </p:nvSpPr>
        <p:spPr>
          <a:xfrm>
            <a:off x="3727250" y="5757513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20"/>
                </a:lnTo>
                <a:lnTo>
                  <a:pt x="2084" y="233"/>
                </a:lnTo>
                <a:lnTo>
                  <a:pt x="3175" y="353"/>
                </a:lnTo>
                <a:lnTo>
                  <a:pt x="4536" y="504"/>
                </a:lnTo>
                <a:lnTo>
                  <a:pt x="6343" y="706"/>
                </a:lnTo>
                <a:lnTo>
                  <a:pt x="8777" y="974"/>
                </a:lnTo>
                <a:lnTo>
                  <a:pt x="12010" y="1334"/>
                </a:lnTo>
                <a:lnTo>
                  <a:pt x="16225" y="1802"/>
                </a:lnTo>
                <a:lnTo>
                  <a:pt x="21600" y="2400"/>
                </a:lnTo>
                <a:lnTo>
                  <a:pt x="20819" y="2659"/>
                </a:lnTo>
                <a:lnTo>
                  <a:pt x="19811" y="2998"/>
                </a:lnTo>
                <a:lnTo>
                  <a:pt x="17896" y="3636"/>
                </a:lnTo>
                <a:lnTo>
                  <a:pt x="14400" y="4800"/>
                </a:lnTo>
                <a:lnTo>
                  <a:pt x="14058" y="6744"/>
                </a:lnTo>
                <a:lnTo>
                  <a:pt x="13867" y="8162"/>
                </a:lnTo>
                <a:lnTo>
                  <a:pt x="13799" y="9461"/>
                </a:lnTo>
                <a:lnTo>
                  <a:pt x="13831" y="11054"/>
                </a:lnTo>
                <a:lnTo>
                  <a:pt x="13950" y="13349"/>
                </a:lnTo>
                <a:lnTo>
                  <a:pt x="14015" y="14890"/>
                </a:lnTo>
                <a:lnTo>
                  <a:pt x="14080" y="16440"/>
                </a:lnTo>
                <a:lnTo>
                  <a:pt x="14148" y="18010"/>
                </a:lnTo>
                <a:lnTo>
                  <a:pt x="14231" y="19195"/>
                </a:lnTo>
                <a:lnTo>
                  <a:pt x="14314" y="20390"/>
                </a:lnTo>
                <a:lnTo>
                  <a:pt x="14400" y="21600"/>
                </a:lnTo>
                <a:lnTo>
                  <a:pt x="12416" y="20422"/>
                </a:lnTo>
                <a:lnTo>
                  <a:pt x="10717" y="19248"/>
                </a:lnTo>
                <a:lnTo>
                  <a:pt x="9263" y="18060"/>
                </a:lnTo>
                <a:lnTo>
                  <a:pt x="8024" y="16843"/>
                </a:lnTo>
                <a:lnTo>
                  <a:pt x="6966" y="15586"/>
                </a:lnTo>
                <a:lnTo>
                  <a:pt x="6052" y="14266"/>
                </a:lnTo>
                <a:lnTo>
                  <a:pt x="5249" y="12874"/>
                </a:lnTo>
                <a:lnTo>
                  <a:pt x="4518" y="11393"/>
                </a:lnTo>
                <a:lnTo>
                  <a:pt x="3830" y="9806"/>
                </a:lnTo>
                <a:lnTo>
                  <a:pt x="3150" y="8100"/>
                </a:lnTo>
                <a:lnTo>
                  <a:pt x="2545" y="6583"/>
                </a:lnTo>
                <a:lnTo>
                  <a:pt x="1937" y="5054"/>
                </a:lnTo>
                <a:lnTo>
                  <a:pt x="1321" y="3506"/>
                </a:lnTo>
                <a:lnTo>
                  <a:pt x="886" y="2347"/>
                </a:lnTo>
                <a:lnTo>
                  <a:pt x="446" y="1183"/>
                </a:lnTo>
                <a:lnTo>
                  <a:pt x="0" y="0"/>
                </a:lnTo>
                <a:close/>
              </a:path>
            </a:pathLst>
          </a:custGeom>
          <a:solidFill>
            <a:srgbClr val="4745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1" name="contour_11909"/>
          <p:cNvSpPr/>
          <p:nvPr/>
        </p:nvSpPr>
        <p:spPr>
          <a:xfrm>
            <a:off x="5060953" y="5742485"/>
            <a:ext cx="80168" cy="32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76" y="0"/>
                </a:moveTo>
                <a:lnTo>
                  <a:pt x="19709" y="97"/>
                </a:lnTo>
                <a:lnTo>
                  <a:pt x="20650" y="200"/>
                </a:lnTo>
                <a:lnTo>
                  <a:pt x="21600" y="302"/>
                </a:lnTo>
                <a:lnTo>
                  <a:pt x="21384" y="5957"/>
                </a:lnTo>
                <a:lnTo>
                  <a:pt x="21195" y="9929"/>
                </a:lnTo>
                <a:lnTo>
                  <a:pt x="20981" y="12752"/>
                </a:lnTo>
                <a:lnTo>
                  <a:pt x="20687" y="14976"/>
                </a:lnTo>
                <a:lnTo>
                  <a:pt x="20257" y="17132"/>
                </a:lnTo>
                <a:lnTo>
                  <a:pt x="19636" y="19770"/>
                </a:lnTo>
                <a:lnTo>
                  <a:pt x="18401" y="20607"/>
                </a:lnTo>
                <a:lnTo>
                  <a:pt x="17172" y="21162"/>
                </a:lnTo>
                <a:lnTo>
                  <a:pt x="15945" y="21478"/>
                </a:lnTo>
                <a:lnTo>
                  <a:pt x="14714" y="21600"/>
                </a:lnTo>
                <a:lnTo>
                  <a:pt x="13476" y="21566"/>
                </a:lnTo>
                <a:lnTo>
                  <a:pt x="12231" y="21425"/>
                </a:lnTo>
                <a:lnTo>
                  <a:pt x="10973" y="21216"/>
                </a:lnTo>
                <a:lnTo>
                  <a:pt x="9696" y="20987"/>
                </a:lnTo>
                <a:lnTo>
                  <a:pt x="8768" y="20894"/>
                </a:lnTo>
                <a:lnTo>
                  <a:pt x="7831" y="20807"/>
                </a:lnTo>
                <a:lnTo>
                  <a:pt x="6883" y="20724"/>
                </a:lnTo>
                <a:lnTo>
                  <a:pt x="5506" y="20573"/>
                </a:lnTo>
                <a:lnTo>
                  <a:pt x="4130" y="20403"/>
                </a:lnTo>
                <a:lnTo>
                  <a:pt x="2753" y="20213"/>
                </a:lnTo>
                <a:lnTo>
                  <a:pt x="1377" y="19999"/>
                </a:lnTo>
                <a:lnTo>
                  <a:pt x="0" y="19770"/>
                </a:lnTo>
                <a:lnTo>
                  <a:pt x="0" y="17356"/>
                </a:lnTo>
                <a:lnTo>
                  <a:pt x="0" y="14903"/>
                </a:lnTo>
                <a:lnTo>
                  <a:pt x="1123" y="13993"/>
                </a:lnTo>
                <a:lnTo>
                  <a:pt x="2242" y="13126"/>
                </a:lnTo>
                <a:lnTo>
                  <a:pt x="3358" y="12304"/>
                </a:lnTo>
                <a:lnTo>
                  <a:pt x="4479" y="11515"/>
                </a:lnTo>
                <a:lnTo>
                  <a:pt x="5608" y="10761"/>
                </a:lnTo>
                <a:lnTo>
                  <a:pt x="6751" y="10036"/>
                </a:lnTo>
                <a:lnTo>
                  <a:pt x="8019" y="9097"/>
                </a:lnTo>
                <a:lnTo>
                  <a:pt x="9261" y="7972"/>
                </a:lnTo>
                <a:lnTo>
                  <a:pt x="10476" y="6731"/>
                </a:lnTo>
                <a:lnTo>
                  <a:pt x="11672" y="5432"/>
                </a:lnTo>
                <a:lnTo>
                  <a:pt x="12856" y="4137"/>
                </a:lnTo>
                <a:lnTo>
                  <a:pt x="14030" y="2911"/>
                </a:lnTo>
                <a:lnTo>
                  <a:pt x="15206" y="1820"/>
                </a:lnTo>
                <a:lnTo>
                  <a:pt x="16385" y="930"/>
                </a:lnTo>
                <a:lnTo>
                  <a:pt x="17573" y="302"/>
                </a:lnTo>
                <a:lnTo>
                  <a:pt x="18776" y="0"/>
                </a:lnTo>
                <a:close/>
              </a:path>
            </a:pathLst>
          </a:custGeom>
          <a:solidFill>
            <a:srgbClr val="C9C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2" name="contour_11910"/>
          <p:cNvSpPr/>
          <p:nvPr/>
        </p:nvSpPr>
        <p:spPr>
          <a:xfrm>
            <a:off x="10424915" y="5742937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093" y="1188"/>
                </a:lnTo>
                <a:lnTo>
                  <a:pt x="8986" y="2381"/>
                </a:lnTo>
                <a:lnTo>
                  <a:pt x="9889" y="3583"/>
                </a:lnTo>
                <a:lnTo>
                  <a:pt x="10800" y="4800"/>
                </a:lnTo>
                <a:lnTo>
                  <a:pt x="13586" y="5539"/>
                </a:lnTo>
                <a:lnTo>
                  <a:pt x="15541" y="6034"/>
                </a:lnTo>
                <a:lnTo>
                  <a:pt x="17183" y="6398"/>
                </a:lnTo>
                <a:lnTo>
                  <a:pt x="19030" y="6749"/>
                </a:lnTo>
                <a:lnTo>
                  <a:pt x="21600" y="7200"/>
                </a:lnTo>
                <a:lnTo>
                  <a:pt x="19462" y="7200"/>
                </a:lnTo>
                <a:lnTo>
                  <a:pt x="17316" y="7200"/>
                </a:lnTo>
                <a:lnTo>
                  <a:pt x="15163" y="7200"/>
                </a:lnTo>
                <a:lnTo>
                  <a:pt x="12992" y="7200"/>
                </a:lnTo>
                <a:lnTo>
                  <a:pt x="10800" y="7200"/>
                </a:lnTo>
                <a:lnTo>
                  <a:pt x="10800" y="8786"/>
                </a:lnTo>
                <a:lnTo>
                  <a:pt x="10800" y="10382"/>
                </a:lnTo>
                <a:lnTo>
                  <a:pt x="10800" y="12000"/>
                </a:lnTo>
                <a:lnTo>
                  <a:pt x="13180" y="12000"/>
                </a:lnTo>
                <a:lnTo>
                  <a:pt x="15574" y="12000"/>
                </a:lnTo>
                <a:lnTo>
                  <a:pt x="18000" y="12000"/>
                </a:lnTo>
                <a:lnTo>
                  <a:pt x="16981" y="13358"/>
                </a:lnTo>
                <a:lnTo>
                  <a:pt x="15962" y="14717"/>
                </a:lnTo>
                <a:lnTo>
                  <a:pt x="14940" y="16080"/>
                </a:lnTo>
                <a:lnTo>
                  <a:pt x="13914" y="17448"/>
                </a:lnTo>
                <a:lnTo>
                  <a:pt x="12881" y="18823"/>
                </a:lnTo>
                <a:lnTo>
                  <a:pt x="11844" y="20206"/>
                </a:lnTo>
                <a:lnTo>
                  <a:pt x="10800" y="21600"/>
                </a:lnTo>
                <a:lnTo>
                  <a:pt x="10354" y="20460"/>
                </a:lnTo>
                <a:lnTo>
                  <a:pt x="9907" y="19313"/>
                </a:lnTo>
                <a:lnTo>
                  <a:pt x="9450" y="18149"/>
                </a:lnTo>
                <a:lnTo>
                  <a:pt x="8467" y="16558"/>
                </a:lnTo>
                <a:lnTo>
                  <a:pt x="7600" y="15422"/>
                </a:lnTo>
                <a:lnTo>
                  <a:pt x="6581" y="14568"/>
                </a:lnTo>
                <a:lnTo>
                  <a:pt x="5152" y="13829"/>
                </a:lnTo>
                <a:lnTo>
                  <a:pt x="3042" y="13030"/>
                </a:lnTo>
                <a:lnTo>
                  <a:pt x="0" y="12000"/>
                </a:lnTo>
                <a:lnTo>
                  <a:pt x="893" y="10514"/>
                </a:lnTo>
                <a:lnTo>
                  <a:pt x="1782" y="9029"/>
                </a:lnTo>
                <a:lnTo>
                  <a:pt x="2678" y="7538"/>
                </a:lnTo>
                <a:lnTo>
                  <a:pt x="3575" y="6046"/>
                </a:lnTo>
                <a:lnTo>
                  <a:pt x="4471" y="4546"/>
                </a:lnTo>
                <a:lnTo>
                  <a:pt x="5375" y="3038"/>
                </a:lnTo>
                <a:lnTo>
                  <a:pt x="6286" y="1524"/>
                </a:lnTo>
                <a:lnTo>
                  <a:pt x="7200" y="0"/>
                </a:lnTo>
                <a:close/>
              </a:path>
            </a:pathLst>
          </a:custGeom>
          <a:solidFill>
            <a:srgbClr val="B2B4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3" name="contour_11911"/>
          <p:cNvSpPr/>
          <p:nvPr/>
        </p:nvSpPr>
        <p:spPr>
          <a:xfrm>
            <a:off x="1088997" y="5735496"/>
            <a:ext cx="51016" cy="316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5"/>
                </a:moveTo>
                <a:lnTo>
                  <a:pt x="21304" y="3562"/>
                </a:lnTo>
                <a:lnTo>
                  <a:pt x="20955" y="6949"/>
                </a:lnTo>
                <a:lnTo>
                  <a:pt x="20529" y="10272"/>
                </a:lnTo>
                <a:lnTo>
                  <a:pt x="19999" y="13550"/>
                </a:lnTo>
                <a:lnTo>
                  <a:pt x="19335" y="16798"/>
                </a:lnTo>
                <a:lnTo>
                  <a:pt x="18514" y="20031"/>
                </a:lnTo>
                <a:lnTo>
                  <a:pt x="16404" y="21077"/>
                </a:lnTo>
                <a:lnTo>
                  <a:pt x="14867" y="21600"/>
                </a:lnTo>
                <a:lnTo>
                  <a:pt x="13460" y="21600"/>
                </a:lnTo>
                <a:lnTo>
                  <a:pt x="11738" y="21077"/>
                </a:lnTo>
                <a:lnTo>
                  <a:pt x="9257" y="20031"/>
                </a:lnTo>
                <a:lnTo>
                  <a:pt x="7545" y="17729"/>
                </a:lnTo>
                <a:lnTo>
                  <a:pt x="5943" y="15368"/>
                </a:lnTo>
                <a:lnTo>
                  <a:pt x="4425" y="12942"/>
                </a:lnTo>
                <a:lnTo>
                  <a:pt x="2950" y="10426"/>
                </a:lnTo>
                <a:lnTo>
                  <a:pt x="1487" y="7811"/>
                </a:lnTo>
                <a:lnTo>
                  <a:pt x="0" y="5086"/>
                </a:lnTo>
                <a:lnTo>
                  <a:pt x="2209" y="4120"/>
                </a:lnTo>
                <a:lnTo>
                  <a:pt x="4363" y="3228"/>
                </a:lnTo>
                <a:lnTo>
                  <a:pt x="6483" y="2421"/>
                </a:lnTo>
                <a:lnTo>
                  <a:pt x="8578" y="1714"/>
                </a:lnTo>
                <a:lnTo>
                  <a:pt x="10670" y="1111"/>
                </a:lnTo>
                <a:lnTo>
                  <a:pt x="12772" y="628"/>
                </a:lnTo>
                <a:lnTo>
                  <a:pt x="14901" y="274"/>
                </a:lnTo>
                <a:lnTo>
                  <a:pt x="17070" y="60"/>
                </a:lnTo>
                <a:lnTo>
                  <a:pt x="19298" y="0"/>
                </a:lnTo>
                <a:lnTo>
                  <a:pt x="21600" y="105"/>
                </a:lnTo>
                <a:close/>
              </a:path>
            </a:pathLst>
          </a:custGeom>
          <a:solidFill>
            <a:srgbClr val="685C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4" name="contour_11912"/>
          <p:cNvSpPr/>
          <p:nvPr/>
        </p:nvSpPr>
        <p:spPr>
          <a:xfrm>
            <a:off x="10344747" y="5740802"/>
            <a:ext cx="58304" cy="45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06"/>
                </a:moveTo>
                <a:lnTo>
                  <a:pt x="1855" y="848"/>
                </a:lnTo>
                <a:lnTo>
                  <a:pt x="3710" y="707"/>
                </a:lnTo>
                <a:lnTo>
                  <a:pt x="5567" y="580"/>
                </a:lnTo>
                <a:lnTo>
                  <a:pt x="7425" y="467"/>
                </a:lnTo>
                <a:lnTo>
                  <a:pt x="9283" y="360"/>
                </a:lnTo>
                <a:lnTo>
                  <a:pt x="10049" y="309"/>
                </a:lnTo>
                <a:lnTo>
                  <a:pt x="11402" y="216"/>
                </a:lnTo>
                <a:lnTo>
                  <a:pt x="14502" y="0"/>
                </a:lnTo>
                <a:lnTo>
                  <a:pt x="15954" y="333"/>
                </a:lnTo>
                <a:lnTo>
                  <a:pt x="17418" y="666"/>
                </a:lnTo>
                <a:lnTo>
                  <a:pt x="18900" y="1006"/>
                </a:lnTo>
                <a:lnTo>
                  <a:pt x="19934" y="3405"/>
                </a:lnTo>
                <a:lnTo>
                  <a:pt x="20590" y="5138"/>
                </a:lnTo>
                <a:lnTo>
                  <a:pt x="21001" y="6703"/>
                </a:lnTo>
                <a:lnTo>
                  <a:pt x="21295" y="8595"/>
                </a:lnTo>
                <a:lnTo>
                  <a:pt x="21600" y="11303"/>
                </a:lnTo>
                <a:lnTo>
                  <a:pt x="20520" y="13764"/>
                </a:lnTo>
                <a:lnTo>
                  <a:pt x="19713" y="15545"/>
                </a:lnTo>
                <a:lnTo>
                  <a:pt x="19024" y="16935"/>
                </a:lnTo>
                <a:lnTo>
                  <a:pt x="18311" y="18216"/>
                </a:lnTo>
                <a:lnTo>
                  <a:pt x="17420" y="19674"/>
                </a:lnTo>
                <a:lnTo>
                  <a:pt x="16200" y="21600"/>
                </a:lnTo>
                <a:lnTo>
                  <a:pt x="16124" y="20876"/>
                </a:lnTo>
                <a:lnTo>
                  <a:pt x="15995" y="19595"/>
                </a:lnTo>
                <a:lnTo>
                  <a:pt x="15692" y="16664"/>
                </a:lnTo>
                <a:lnTo>
                  <a:pt x="14969" y="14893"/>
                </a:lnTo>
                <a:lnTo>
                  <a:pt x="14240" y="13112"/>
                </a:lnTo>
                <a:lnTo>
                  <a:pt x="13500" y="11303"/>
                </a:lnTo>
                <a:lnTo>
                  <a:pt x="11732" y="10688"/>
                </a:lnTo>
                <a:lnTo>
                  <a:pt x="9979" y="10184"/>
                </a:lnTo>
                <a:lnTo>
                  <a:pt x="8230" y="9775"/>
                </a:lnTo>
                <a:lnTo>
                  <a:pt x="6472" y="9439"/>
                </a:lnTo>
                <a:lnTo>
                  <a:pt x="4684" y="9164"/>
                </a:lnTo>
                <a:lnTo>
                  <a:pt x="2859" y="8931"/>
                </a:lnTo>
                <a:lnTo>
                  <a:pt x="1439" y="8406"/>
                </a:lnTo>
                <a:lnTo>
                  <a:pt x="0" y="7870"/>
                </a:lnTo>
                <a:lnTo>
                  <a:pt x="0" y="5602"/>
                </a:lnTo>
                <a:lnTo>
                  <a:pt x="0" y="3319"/>
                </a:lnTo>
                <a:lnTo>
                  <a:pt x="0" y="1006"/>
                </a:lnTo>
                <a:close/>
              </a:path>
            </a:pathLst>
          </a:custGeom>
          <a:solidFill>
            <a:srgbClr val="AEB1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5" name="contour_11913"/>
          <p:cNvSpPr/>
          <p:nvPr/>
        </p:nvSpPr>
        <p:spPr>
          <a:xfrm>
            <a:off x="7276502" y="5714660"/>
            <a:ext cx="51016" cy="35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34" y="2514"/>
                </a:moveTo>
                <a:lnTo>
                  <a:pt x="18474" y="3368"/>
                </a:lnTo>
                <a:lnTo>
                  <a:pt x="19425" y="4873"/>
                </a:lnTo>
                <a:lnTo>
                  <a:pt x="21600" y="8321"/>
                </a:lnTo>
                <a:lnTo>
                  <a:pt x="21112" y="11880"/>
                </a:lnTo>
                <a:lnTo>
                  <a:pt x="20708" y="14350"/>
                </a:lnTo>
                <a:lnTo>
                  <a:pt x="20239" y="16368"/>
                </a:lnTo>
                <a:lnTo>
                  <a:pt x="19557" y="18572"/>
                </a:lnTo>
                <a:lnTo>
                  <a:pt x="18514" y="21600"/>
                </a:lnTo>
                <a:lnTo>
                  <a:pt x="16632" y="21210"/>
                </a:lnTo>
                <a:lnTo>
                  <a:pt x="14750" y="20803"/>
                </a:lnTo>
                <a:lnTo>
                  <a:pt x="12871" y="20378"/>
                </a:lnTo>
                <a:lnTo>
                  <a:pt x="10991" y="19940"/>
                </a:lnTo>
                <a:lnTo>
                  <a:pt x="8893" y="19475"/>
                </a:lnTo>
                <a:lnTo>
                  <a:pt x="6764" y="19006"/>
                </a:lnTo>
                <a:lnTo>
                  <a:pt x="4607" y="17873"/>
                </a:lnTo>
                <a:lnTo>
                  <a:pt x="3292" y="16829"/>
                </a:lnTo>
                <a:lnTo>
                  <a:pt x="2283" y="15262"/>
                </a:lnTo>
                <a:lnTo>
                  <a:pt x="1049" y="12575"/>
                </a:lnTo>
                <a:lnTo>
                  <a:pt x="787" y="11517"/>
                </a:lnTo>
                <a:lnTo>
                  <a:pt x="0" y="8321"/>
                </a:lnTo>
                <a:lnTo>
                  <a:pt x="3120" y="5382"/>
                </a:lnTo>
                <a:lnTo>
                  <a:pt x="5613" y="3129"/>
                </a:lnTo>
                <a:lnTo>
                  <a:pt x="7628" y="1514"/>
                </a:lnTo>
                <a:lnTo>
                  <a:pt x="9310" y="487"/>
                </a:lnTo>
                <a:lnTo>
                  <a:pt x="10812" y="0"/>
                </a:lnTo>
                <a:lnTo>
                  <a:pt x="12278" y="9"/>
                </a:lnTo>
                <a:lnTo>
                  <a:pt x="13855" y="460"/>
                </a:lnTo>
                <a:lnTo>
                  <a:pt x="15691" y="1310"/>
                </a:lnTo>
                <a:lnTo>
                  <a:pt x="17934" y="2514"/>
                </a:lnTo>
                <a:close/>
              </a:path>
            </a:pathLst>
          </a:custGeom>
          <a:solidFill>
            <a:srgbClr val="F2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6" name="contour_11914"/>
          <p:cNvSpPr/>
          <p:nvPr/>
        </p:nvSpPr>
        <p:spPr>
          <a:xfrm>
            <a:off x="3778266" y="5721073"/>
            <a:ext cx="65592" cy="31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600" y="3325"/>
                </a:lnTo>
                <a:lnTo>
                  <a:pt x="21600" y="6654"/>
                </a:lnTo>
                <a:lnTo>
                  <a:pt x="21600" y="9999"/>
                </a:lnTo>
                <a:lnTo>
                  <a:pt x="21600" y="13359"/>
                </a:lnTo>
                <a:lnTo>
                  <a:pt x="21600" y="16739"/>
                </a:lnTo>
                <a:lnTo>
                  <a:pt x="21600" y="20149"/>
                </a:lnTo>
                <a:lnTo>
                  <a:pt x="18170" y="20774"/>
                </a:lnTo>
                <a:lnTo>
                  <a:pt x="15398" y="21232"/>
                </a:lnTo>
                <a:lnTo>
                  <a:pt x="13181" y="21519"/>
                </a:lnTo>
                <a:lnTo>
                  <a:pt x="11417" y="21600"/>
                </a:lnTo>
                <a:lnTo>
                  <a:pt x="10003" y="21464"/>
                </a:lnTo>
                <a:lnTo>
                  <a:pt x="8839" y="21091"/>
                </a:lnTo>
                <a:lnTo>
                  <a:pt x="7822" y="20457"/>
                </a:lnTo>
                <a:lnTo>
                  <a:pt x="6852" y="19540"/>
                </a:lnTo>
                <a:lnTo>
                  <a:pt x="5825" y="18321"/>
                </a:lnTo>
                <a:lnTo>
                  <a:pt x="4642" y="16784"/>
                </a:lnTo>
                <a:lnTo>
                  <a:pt x="3672" y="14679"/>
                </a:lnTo>
                <a:lnTo>
                  <a:pt x="2947" y="13016"/>
                </a:lnTo>
                <a:lnTo>
                  <a:pt x="2242" y="11228"/>
                </a:lnTo>
                <a:lnTo>
                  <a:pt x="1332" y="8760"/>
                </a:lnTo>
                <a:lnTo>
                  <a:pt x="0" y="5037"/>
                </a:lnTo>
                <a:lnTo>
                  <a:pt x="1663" y="5536"/>
                </a:lnTo>
                <a:lnTo>
                  <a:pt x="3329" y="6035"/>
                </a:lnTo>
                <a:lnTo>
                  <a:pt x="4994" y="6533"/>
                </a:lnTo>
                <a:lnTo>
                  <a:pt x="6662" y="7037"/>
                </a:lnTo>
                <a:lnTo>
                  <a:pt x="8338" y="7536"/>
                </a:lnTo>
                <a:lnTo>
                  <a:pt x="10015" y="8040"/>
                </a:lnTo>
                <a:lnTo>
                  <a:pt x="11700" y="8543"/>
                </a:lnTo>
                <a:lnTo>
                  <a:pt x="13392" y="9052"/>
                </a:lnTo>
                <a:lnTo>
                  <a:pt x="15091" y="9561"/>
                </a:lnTo>
                <a:lnTo>
                  <a:pt x="16800" y="10075"/>
                </a:lnTo>
                <a:lnTo>
                  <a:pt x="16800" y="6745"/>
                </a:lnTo>
                <a:lnTo>
                  <a:pt x="16800" y="3395"/>
                </a:lnTo>
                <a:lnTo>
                  <a:pt x="16800" y="0"/>
                </a:lnTo>
                <a:close/>
              </a:path>
            </a:pathLst>
          </a:custGeom>
          <a:solidFill>
            <a:srgbClr val="26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7" name="contour_11915"/>
          <p:cNvSpPr/>
          <p:nvPr/>
        </p:nvSpPr>
        <p:spPr>
          <a:xfrm>
            <a:off x="1118149" y="5706497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5" y="378"/>
                </a:lnTo>
                <a:lnTo>
                  <a:pt x="3108" y="772"/>
                </a:lnTo>
                <a:lnTo>
                  <a:pt x="4660" y="1183"/>
                </a:lnTo>
                <a:lnTo>
                  <a:pt x="6213" y="1598"/>
                </a:lnTo>
                <a:lnTo>
                  <a:pt x="7762" y="2025"/>
                </a:lnTo>
                <a:lnTo>
                  <a:pt x="8405" y="2192"/>
                </a:lnTo>
                <a:lnTo>
                  <a:pt x="9536" y="2489"/>
                </a:lnTo>
                <a:lnTo>
                  <a:pt x="12128" y="3164"/>
                </a:lnTo>
                <a:lnTo>
                  <a:pt x="13870" y="4158"/>
                </a:lnTo>
                <a:lnTo>
                  <a:pt x="15193" y="5135"/>
                </a:lnTo>
                <a:lnTo>
                  <a:pt x="16365" y="6469"/>
                </a:lnTo>
                <a:lnTo>
                  <a:pt x="17650" y="8516"/>
                </a:lnTo>
                <a:lnTo>
                  <a:pt x="19305" y="11637"/>
                </a:lnTo>
                <a:lnTo>
                  <a:pt x="21600" y="16200"/>
                </a:lnTo>
                <a:lnTo>
                  <a:pt x="19818" y="16648"/>
                </a:lnTo>
                <a:lnTo>
                  <a:pt x="18036" y="17091"/>
                </a:lnTo>
                <a:lnTo>
                  <a:pt x="16251" y="17539"/>
                </a:lnTo>
                <a:lnTo>
                  <a:pt x="14464" y="17982"/>
                </a:lnTo>
                <a:lnTo>
                  <a:pt x="12674" y="18430"/>
                </a:lnTo>
                <a:lnTo>
                  <a:pt x="10881" y="18878"/>
                </a:lnTo>
                <a:lnTo>
                  <a:pt x="9083" y="19327"/>
                </a:lnTo>
                <a:lnTo>
                  <a:pt x="7279" y="19780"/>
                </a:lnTo>
                <a:lnTo>
                  <a:pt x="5470" y="20234"/>
                </a:lnTo>
                <a:lnTo>
                  <a:pt x="3656" y="20687"/>
                </a:lnTo>
                <a:lnTo>
                  <a:pt x="1831" y="2114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085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8" name="contour_11916"/>
          <p:cNvSpPr/>
          <p:nvPr/>
        </p:nvSpPr>
        <p:spPr>
          <a:xfrm>
            <a:off x="819342" y="569920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1" y="0"/>
                </a:lnTo>
                <a:lnTo>
                  <a:pt x="5707" y="0"/>
                </a:lnTo>
                <a:lnTo>
                  <a:pt x="8575" y="0"/>
                </a:lnTo>
                <a:lnTo>
                  <a:pt x="11457" y="0"/>
                </a:lnTo>
                <a:lnTo>
                  <a:pt x="14355" y="0"/>
                </a:lnTo>
                <a:lnTo>
                  <a:pt x="17280" y="0"/>
                </a:lnTo>
                <a:lnTo>
                  <a:pt x="17755" y="2376"/>
                </a:lnTo>
                <a:lnTo>
                  <a:pt x="18230" y="4756"/>
                </a:lnTo>
                <a:lnTo>
                  <a:pt x="18706" y="7135"/>
                </a:lnTo>
                <a:lnTo>
                  <a:pt x="19185" y="9522"/>
                </a:lnTo>
                <a:lnTo>
                  <a:pt x="19665" y="11916"/>
                </a:lnTo>
                <a:lnTo>
                  <a:pt x="20144" y="14321"/>
                </a:lnTo>
                <a:lnTo>
                  <a:pt x="20628" y="16733"/>
                </a:lnTo>
                <a:lnTo>
                  <a:pt x="21112" y="19159"/>
                </a:lnTo>
                <a:lnTo>
                  <a:pt x="21600" y="21600"/>
                </a:lnTo>
                <a:lnTo>
                  <a:pt x="16265" y="19872"/>
                </a:lnTo>
                <a:lnTo>
                  <a:pt x="12217" y="18500"/>
                </a:lnTo>
                <a:lnTo>
                  <a:pt x="9228" y="17366"/>
                </a:lnTo>
                <a:lnTo>
                  <a:pt x="7072" y="16337"/>
                </a:lnTo>
                <a:lnTo>
                  <a:pt x="5517" y="15282"/>
                </a:lnTo>
                <a:lnTo>
                  <a:pt x="4342" y="14080"/>
                </a:lnTo>
                <a:lnTo>
                  <a:pt x="3318" y="12600"/>
                </a:lnTo>
                <a:lnTo>
                  <a:pt x="2212" y="10717"/>
                </a:lnTo>
                <a:lnTo>
                  <a:pt x="1650" y="8726"/>
                </a:lnTo>
                <a:lnTo>
                  <a:pt x="1257" y="7175"/>
                </a:lnTo>
                <a:lnTo>
                  <a:pt x="920" y="5548"/>
                </a:lnTo>
                <a:lnTo>
                  <a:pt x="536" y="3326"/>
                </a:lnTo>
                <a:lnTo>
                  <a:pt x="0" y="0"/>
                </a:lnTo>
                <a:close/>
              </a:path>
            </a:pathLst>
          </a:custGeom>
          <a:solidFill>
            <a:srgbClr val="1A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19" name="contour_11917"/>
          <p:cNvSpPr/>
          <p:nvPr/>
        </p:nvSpPr>
        <p:spPr>
          <a:xfrm>
            <a:off x="7232774" y="5670057"/>
            <a:ext cx="58304" cy="58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374" y="1425"/>
                </a:lnTo>
                <a:lnTo>
                  <a:pt x="18436" y="2824"/>
                </a:lnTo>
                <a:lnTo>
                  <a:pt x="19372" y="4230"/>
                </a:lnTo>
                <a:lnTo>
                  <a:pt x="20172" y="5685"/>
                </a:lnTo>
                <a:lnTo>
                  <a:pt x="20817" y="7222"/>
                </a:lnTo>
                <a:lnTo>
                  <a:pt x="21298" y="8880"/>
                </a:lnTo>
                <a:lnTo>
                  <a:pt x="21600" y="10696"/>
                </a:lnTo>
                <a:lnTo>
                  <a:pt x="20350" y="12236"/>
                </a:lnTo>
                <a:lnTo>
                  <a:pt x="19043" y="13666"/>
                </a:lnTo>
                <a:lnTo>
                  <a:pt x="17671" y="14998"/>
                </a:lnTo>
                <a:lnTo>
                  <a:pt x="16240" y="16241"/>
                </a:lnTo>
                <a:lnTo>
                  <a:pt x="14745" y="17399"/>
                </a:lnTo>
                <a:lnTo>
                  <a:pt x="13184" y="18485"/>
                </a:lnTo>
                <a:lnTo>
                  <a:pt x="11559" y="19506"/>
                </a:lnTo>
                <a:lnTo>
                  <a:pt x="9863" y="20474"/>
                </a:lnTo>
                <a:lnTo>
                  <a:pt x="8100" y="21391"/>
                </a:lnTo>
                <a:lnTo>
                  <a:pt x="5864" y="21530"/>
                </a:lnTo>
                <a:lnTo>
                  <a:pt x="4323" y="21600"/>
                </a:lnTo>
                <a:lnTo>
                  <a:pt x="3091" y="21600"/>
                </a:lnTo>
                <a:lnTo>
                  <a:pt x="1782" y="21530"/>
                </a:lnTo>
                <a:lnTo>
                  <a:pt x="0" y="21391"/>
                </a:lnTo>
                <a:lnTo>
                  <a:pt x="0" y="19624"/>
                </a:lnTo>
                <a:lnTo>
                  <a:pt x="0" y="17846"/>
                </a:lnTo>
                <a:lnTo>
                  <a:pt x="0" y="16044"/>
                </a:lnTo>
                <a:lnTo>
                  <a:pt x="1636" y="15081"/>
                </a:lnTo>
                <a:lnTo>
                  <a:pt x="2948" y="14474"/>
                </a:lnTo>
                <a:lnTo>
                  <a:pt x="5062" y="13704"/>
                </a:lnTo>
                <a:lnTo>
                  <a:pt x="6912" y="12813"/>
                </a:lnTo>
                <a:lnTo>
                  <a:pt x="8494" y="11867"/>
                </a:lnTo>
                <a:lnTo>
                  <a:pt x="9850" y="10848"/>
                </a:lnTo>
                <a:lnTo>
                  <a:pt x="11016" y="9738"/>
                </a:lnTo>
                <a:lnTo>
                  <a:pt x="12031" y="8516"/>
                </a:lnTo>
                <a:lnTo>
                  <a:pt x="12938" y="7166"/>
                </a:lnTo>
                <a:lnTo>
                  <a:pt x="13775" y="5666"/>
                </a:lnTo>
                <a:lnTo>
                  <a:pt x="14583" y="4003"/>
                </a:lnTo>
                <a:lnTo>
                  <a:pt x="15398" y="2153"/>
                </a:lnTo>
                <a:lnTo>
                  <a:pt x="15795" y="1083"/>
                </a:lnTo>
                <a:lnTo>
                  <a:pt x="16200" y="0"/>
                </a:lnTo>
                <a:close/>
              </a:path>
            </a:pathLst>
          </a:custGeom>
          <a:solidFill>
            <a:srgbClr val="786A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0" name="contour_11918"/>
          <p:cNvSpPr/>
          <p:nvPr/>
        </p:nvSpPr>
        <p:spPr>
          <a:xfrm>
            <a:off x="10650842" y="5684633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703" y="1450"/>
                </a:lnTo>
                <a:lnTo>
                  <a:pt x="17869" y="2881"/>
                </a:lnTo>
                <a:lnTo>
                  <a:pt x="18912" y="4317"/>
                </a:lnTo>
                <a:lnTo>
                  <a:pt x="19820" y="5797"/>
                </a:lnTo>
                <a:lnTo>
                  <a:pt x="20579" y="7349"/>
                </a:lnTo>
                <a:lnTo>
                  <a:pt x="21177" y="9007"/>
                </a:lnTo>
                <a:lnTo>
                  <a:pt x="21600" y="10800"/>
                </a:lnTo>
                <a:lnTo>
                  <a:pt x="20310" y="12404"/>
                </a:lnTo>
                <a:lnTo>
                  <a:pt x="18940" y="13902"/>
                </a:lnTo>
                <a:lnTo>
                  <a:pt x="17490" y="15312"/>
                </a:lnTo>
                <a:lnTo>
                  <a:pt x="15969" y="16651"/>
                </a:lnTo>
                <a:lnTo>
                  <a:pt x="14379" y="17931"/>
                </a:lnTo>
                <a:lnTo>
                  <a:pt x="12729" y="19173"/>
                </a:lnTo>
                <a:lnTo>
                  <a:pt x="11019" y="20390"/>
                </a:lnTo>
                <a:lnTo>
                  <a:pt x="9257" y="21600"/>
                </a:lnTo>
                <a:lnTo>
                  <a:pt x="9257" y="19815"/>
                </a:lnTo>
                <a:lnTo>
                  <a:pt x="9257" y="18020"/>
                </a:lnTo>
                <a:lnTo>
                  <a:pt x="9257" y="16200"/>
                </a:lnTo>
                <a:lnTo>
                  <a:pt x="6961" y="15368"/>
                </a:lnTo>
                <a:lnTo>
                  <a:pt x="5332" y="14812"/>
                </a:lnTo>
                <a:lnTo>
                  <a:pt x="3925" y="14402"/>
                </a:lnTo>
                <a:lnTo>
                  <a:pt x="2296" y="14008"/>
                </a:lnTo>
                <a:lnTo>
                  <a:pt x="0" y="13500"/>
                </a:lnTo>
                <a:lnTo>
                  <a:pt x="1466" y="13721"/>
                </a:lnTo>
                <a:lnTo>
                  <a:pt x="2941" y="13948"/>
                </a:lnTo>
                <a:lnTo>
                  <a:pt x="4437" y="14175"/>
                </a:lnTo>
                <a:lnTo>
                  <a:pt x="6029" y="13954"/>
                </a:lnTo>
                <a:lnTo>
                  <a:pt x="7631" y="13727"/>
                </a:lnTo>
                <a:lnTo>
                  <a:pt x="9257" y="13500"/>
                </a:lnTo>
                <a:lnTo>
                  <a:pt x="10001" y="11888"/>
                </a:lnTo>
                <a:lnTo>
                  <a:pt x="10575" y="10298"/>
                </a:lnTo>
                <a:lnTo>
                  <a:pt x="11019" y="8694"/>
                </a:lnTo>
                <a:lnTo>
                  <a:pt x="11380" y="7047"/>
                </a:lnTo>
                <a:lnTo>
                  <a:pt x="11692" y="5327"/>
                </a:lnTo>
                <a:lnTo>
                  <a:pt x="12118" y="3766"/>
                </a:lnTo>
                <a:lnTo>
                  <a:pt x="12648" y="2692"/>
                </a:lnTo>
                <a:lnTo>
                  <a:pt x="13636" y="1601"/>
                </a:lnTo>
                <a:lnTo>
                  <a:pt x="15429" y="0"/>
                </a:lnTo>
                <a:close/>
              </a:path>
            </a:pathLst>
          </a:custGeom>
          <a:solidFill>
            <a:srgbClr val="CCD0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1" name="contour_11919"/>
          <p:cNvSpPr/>
          <p:nvPr/>
        </p:nvSpPr>
        <p:spPr>
          <a:xfrm>
            <a:off x="8136485" y="565548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302" y="1747"/>
                </a:lnTo>
                <a:lnTo>
                  <a:pt x="17175" y="3493"/>
                </a:lnTo>
                <a:lnTo>
                  <a:pt x="18051" y="5246"/>
                </a:lnTo>
                <a:lnTo>
                  <a:pt x="18931" y="7005"/>
                </a:lnTo>
                <a:lnTo>
                  <a:pt x="19816" y="8773"/>
                </a:lnTo>
                <a:lnTo>
                  <a:pt x="20705" y="10550"/>
                </a:lnTo>
                <a:lnTo>
                  <a:pt x="21600" y="12343"/>
                </a:lnTo>
                <a:lnTo>
                  <a:pt x="20619" y="12457"/>
                </a:lnTo>
                <a:lnTo>
                  <a:pt x="17660" y="12800"/>
                </a:lnTo>
                <a:lnTo>
                  <a:pt x="15965" y="13031"/>
                </a:lnTo>
                <a:lnTo>
                  <a:pt x="14262" y="13265"/>
                </a:lnTo>
                <a:lnTo>
                  <a:pt x="12534" y="13500"/>
                </a:lnTo>
                <a:lnTo>
                  <a:pt x="11784" y="13596"/>
                </a:lnTo>
                <a:lnTo>
                  <a:pt x="10464" y="13765"/>
                </a:lnTo>
                <a:lnTo>
                  <a:pt x="7437" y="14151"/>
                </a:lnTo>
                <a:lnTo>
                  <a:pt x="5999" y="14574"/>
                </a:lnTo>
                <a:lnTo>
                  <a:pt x="4551" y="14997"/>
                </a:lnTo>
                <a:lnTo>
                  <a:pt x="3086" y="15429"/>
                </a:lnTo>
                <a:lnTo>
                  <a:pt x="2320" y="16956"/>
                </a:lnTo>
                <a:lnTo>
                  <a:pt x="1555" y="18490"/>
                </a:lnTo>
                <a:lnTo>
                  <a:pt x="781" y="20036"/>
                </a:lnTo>
                <a:lnTo>
                  <a:pt x="0" y="21600"/>
                </a:lnTo>
                <a:lnTo>
                  <a:pt x="0" y="19418"/>
                </a:lnTo>
                <a:lnTo>
                  <a:pt x="0" y="17234"/>
                </a:lnTo>
                <a:lnTo>
                  <a:pt x="0" y="15043"/>
                </a:lnTo>
                <a:lnTo>
                  <a:pt x="0" y="12843"/>
                </a:lnTo>
                <a:lnTo>
                  <a:pt x="0" y="10633"/>
                </a:lnTo>
                <a:lnTo>
                  <a:pt x="0" y="8412"/>
                </a:lnTo>
                <a:lnTo>
                  <a:pt x="0" y="6171"/>
                </a:lnTo>
                <a:lnTo>
                  <a:pt x="2037" y="6681"/>
                </a:lnTo>
                <a:lnTo>
                  <a:pt x="4076" y="7190"/>
                </a:lnTo>
                <a:lnTo>
                  <a:pt x="6125" y="7702"/>
                </a:lnTo>
                <a:lnTo>
                  <a:pt x="8183" y="8217"/>
                </a:lnTo>
                <a:lnTo>
                  <a:pt x="10254" y="8736"/>
                </a:lnTo>
                <a:lnTo>
                  <a:pt x="12343" y="9257"/>
                </a:lnTo>
                <a:lnTo>
                  <a:pt x="12954" y="7424"/>
                </a:lnTo>
                <a:lnTo>
                  <a:pt x="13568" y="5585"/>
                </a:lnTo>
                <a:lnTo>
                  <a:pt x="14182" y="3740"/>
                </a:lnTo>
                <a:lnTo>
                  <a:pt x="14802" y="1879"/>
                </a:lnTo>
                <a:lnTo>
                  <a:pt x="15429" y="0"/>
                </a:lnTo>
                <a:close/>
              </a:path>
            </a:pathLst>
          </a:custGeom>
          <a:solidFill>
            <a:srgbClr val="6363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2" name="contour_11920"/>
          <p:cNvSpPr/>
          <p:nvPr/>
        </p:nvSpPr>
        <p:spPr>
          <a:xfrm>
            <a:off x="7589886" y="5678089"/>
            <a:ext cx="51016" cy="284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820"/>
                </a:moveTo>
                <a:lnTo>
                  <a:pt x="14602" y="2466"/>
                </a:lnTo>
                <a:lnTo>
                  <a:pt x="16459" y="4128"/>
                </a:lnTo>
                <a:lnTo>
                  <a:pt x="18221" y="5935"/>
                </a:lnTo>
                <a:lnTo>
                  <a:pt x="19924" y="8018"/>
                </a:lnTo>
                <a:lnTo>
                  <a:pt x="21600" y="10517"/>
                </a:lnTo>
                <a:lnTo>
                  <a:pt x="21600" y="14180"/>
                </a:lnTo>
                <a:lnTo>
                  <a:pt x="21600" y="1786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1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31" y="16136"/>
                </a:lnTo>
                <a:lnTo>
                  <a:pt x="247" y="12468"/>
                </a:lnTo>
                <a:lnTo>
                  <a:pt x="833" y="9731"/>
                </a:lnTo>
                <a:lnTo>
                  <a:pt x="1975" y="7060"/>
                </a:lnTo>
                <a:lnTo>
                  <a:pt x="3857" y="3591"/>
                </a:lnTo>
                <a:lnTo>
                  <a:pt x="6520" y="1574"/>
                </a:lnTo>
                <a:lnTo>
                  <a:pt x="8307" y="421"/>
                </a:lnTo>
                <a:lnTo>
                  <a:pt x="9637" y="0"/>
                </a:lnTo>
                <a:lnTo>
                  <a:pt x="10936" y="177"/>
                </a:lnTo>
                <a:lnTo>
                  <a:pt x="12621" y="820"/>
                </a:lnTo>
                <a:close/>
              </a:path>
            </a:pathLst>
          </a:custGeom>
          <a:solidFill>
            <a:srgbClr val="D9DB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3" name="contour_11921"/>
          <p:cNvSpPr/>
          <p:nvPr/>
        </p:nvSpPr>
        <p:spPr>
          <a:xfrm>
            <a:off x="3698098" y="5655481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551" y="0"/>
                </a:lnTo>
                <a:lnTo>
                  <a:pt x="8640" y="0"/>
                </a:lnTo>
                <a:lnTo>
                  <a:pt x="8640" y="2545"/>
                </a:lnTo>
                <a:lnTo>
                  <a:pt x="8640" y="5094"/>
                </a:lnTo>
                <a:lnTo>
                  <a:pt x="8640" y="7650"/>
                </a:lnTo>
                <a:lnTo>
                  <a:pt x="8640" y="10217"/>
                </a:lnTo>
                <a:lnTo>
                  <a:pt x="8640" y="12794"/>
                </a:lnTo>
                <a:lnTo>
                  <a:pt x="8640" y="15386"/>
                </a:lnTo>
                <a:lnTo>
                  <a:pt x="8640" y="18000"/>
                </a:lnTo>
                <a:lnTo>
                  <a:pt x="10066" y="18000"/>
                </a:lnTo>
                <a:lnTo>
                  <a:pt x="11493" y="18000"/>
                </a:lnTo>
                <a:lnTo>
                  <a:pt x="12921" y="18000"/>
                </a:lnTo>
                <a:lnTo>
                  <a:pt x="14353" y="18000"/>
                </a:lnTo>
                <a:lnTo>
                  <a:pt x="15790" y="18000"/>
                </a:lnTo>
                <a:lnTo>
                  <a:pt x="17232" y="18000"/>
                </a:lnTo>
                <a:lnTo>
                  <a:pt x="18680" y="18000"/>
                </a:lnTo>
                <a:lnTo>
                  <a:pt x="20136" y="18000"/>
                </a:lnTo>
                <a:lnTo>
                  <a:pt x="21600" y="18000"/>
                </a:lnTo>
                <a:lnTo>
                  <a:pt x="21600" y="19786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2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428" y="14400"/>
                </a:lnTo>
                <a:lnTo>
                  <a:pt x="2864" y="14400"/>
                </a:lnTo>
                <a:lnTo>
                  <a:pt x="4320" y="14400"/>
                </a:lnTo>
                <a:lnTo>
                  <a:pt x="4910" y="12035"/>
                </a:lnTo>
                <a:lnTo>
                  <a:pt x="5225" y="10166"/>
                </a:lnTo>
                <a:lnTo>
                  <a:pt x="5534" y="7200"/>
                </a:lnTo>
                <a:lnTo>
                  <a:pt x="5845" y="4234"/>
                </a:lnTo>
                <a:lnTo>
                  <a:pt x="6091" y="2365"/>
                </a:lnTo>
                <a:lnTo>
                  <a:pt x="6480" y="0"/>
                </a:lnTo>
                <a:close/>
              </a:path>
            </a:pathLst>
          </a:custGeom>
          <a:solidFill>
            <a:srgbClr val="7F7B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4" name="contour_11922"/>
          <p:cNvSpPr/>
          <p:nvPr/>
        </p:nvSpPr>
        <p:spPr>
          <a:xfrm>
            <a:off x="3550888" y="5655481"/>
            <a:ext cx="233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4" y="0"/>
                </a:moveTo>
                <a:lnTo>
                  <a:pt x="5354" y="0"/>
                </a:lnTo>
                <a:lnTo>
                  <a:pt x="9379" y="0"/>
                </a:lnTo>
                <a:lnTo>
                  <a:pt x="13416" y="0"/>
                </a:lnTo>
                <a:lnTo>
                  <a:pt x="17488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5152" y="19548"/>
                </a:lnTo>
                <a:lnTo>
                  <a:pt x="10277" y="17939"/>
                </a:lnTo>
                <a:lnTo>
                  <a:pt x="6732" y="16637"/>
                </a:lnTo>
                <a:lnTo>
                  <a:pt x="4254" y="15509"/>
                </a:lnTo>
                <a:lnTo>
                  <a:pt x="2600" y="14410"/>
                </a:lnTo>
                <a:lnTo>
                  <a:pt x="1506" y="13211"/>
                </a:lnTo>
                <a:lnTo>
                  <a:pt x="722" y="11772"/>
                </a:lnTo>
                <a:lnTo>
                  <a:pt x="0" y="9958"/>
                </a:lnTo>
                <a:lnTo>
                  <a:pt x="61" y="8286"/>
                </a:lnTo>
                <a:lnTo>
                  <a:pt x="182" y="6626"/>
                </a:lnTo>
                <a:lnTo>
                  <a:pt x="365" y="4971"/>
                </a:lnTo>
                <a:lnTo>
                  <a:pt x="614" y="3318"/>
                </a:lnTo>
                <a:lnTo>
                  <a:pt x="939" y="1661"/>
                </a:lnTo>
                <a:lnTo>
                  <a:pt x="1344" y="0"/>
                </a:lnTo>
                <a:close/>
              </a:path>
            </a:pathLst>
          </a:custGeom>
          <a:solidFill>
            <a:srgbClr val="A3BA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5" name="contour_11923"/>
          <p:cNvSpPr/>
          <p:nvPr/>
        </p:nvSpPr>
        <p:spPr>
          <a:xfrm>
            <a:off x="527822" y="5655481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2"/>
                </a:lnTo>
                <a:lnTo>
                  <a:pt x="8506" y="89"/>
                </a:lnTo>
                <a:lnTo>
                  <a:pt x="11007" y="300"/>
                </a:lnTo>
                <a:lnTo>
                  <a:pt x="12986" y="710"/>
                </a:lnTo>
                <a:lnTo>
                  <a:pt x="14917" y="1390"/>
                </a:lnTo>
                <a:lnTo>
                  <a:pt x="17280" y="2400"/>
                </a:lnTo>
                <a:lnTo>
                  <a:pt x="17993" y="3989"/>
                </a:lnTo>
                <a:lnTo>
                  <a:pt x="18615" y="5575"/>
                </a:lnTo>
                <a:lnTo>
                  <a:pt x="19159" y="7162"/>
                </a:lnTo>
                <a:lnTo>
                  <a:pt x="19626" y="8748"/>
                </a:lnTo>
                <a:lnTo>
                  <a:pt x="20032" y="10337"/>
                </a:lnTo>
                <a:lnTo>
                  <a:pt x="20373" y="11926"/>
                </a:lnTo>
                <a:lnTo>
                  <a:pt x="20667" y="13522"/>
                </a:lnTo>
                <a:lnTo>
                  <a:pt x="20913" y="15120"/>
                </a:lnTo>
                <a:lnTo>
                  <a:pt x="21125" y="16728"/>
                </a:lnTo>
                <a:lnTo>
                  <a:pt x="21306" y="18343"/>
                </a:lnTo>
                <a:lnTo>
                  <a:pt x="21462" y="19966"/>
                </a:lnTo>
                <a:lnTo>
                  <a:pt x="21600" y="21600"/>
                </a:lnTo>
                <a:lnTo>
                  <a:pt x="19440" y="20232"/>
                </a:lnTo>
                <a:lnTo>
                  <a:pt x="17362" y="18898"/>
                </a:lnTo>
                <a:lnTo>
                  <a:pt x="15371" y="17582"/>
                </a:lnTo>
                <a:lnTo>
                  <a:pt x="13470" y="16279"/>
                </a:lnTo>
                <a:lnTo>
                  <a:pt x="11664" y="14978"/>
                </a:lnTo>
                <a:lnTo>
                  <a:pt x="9962" y="13670"/>
                </a:lnTo>
                <a:lnTo>
                  <a:pt x="8364" y="12346"/>
                </a:lnTo>
                <a:lnTo>
                  <a:pt x="6877" y="10994"/>
                </a:lnTo>
                <a:lnTo>
                  <a:pt x="5504" y="9610"/>
                </a:lnTo>
                <a:lnTo>
                  <a:pt x="4255" y="8177"/>
                </a:lnTo>
                <a:lnTo>
                  <a:pt x="3132" y="6689"/>
                </a:lnTo>
                <a:lnTo>
                  <a:pt x="2138" y="5138"/>
                </a:lnTo>
                <a:lnTo>
                  <a:pt x="1283" y="3511"/>
                </a:lnTo>
                <a:lnTo>
                  <a:pt x="570" y="1802"/>
                </a:lnTo>
                <a:lnTo>
                  <a:pt x="0" y="0"/>
                </a:lnTo>
                <a:close/>
              </a:path>
            </a:pathLst>
          </a:custGeom>
          <a:solidFill>
            <a:srgbClr val="3B3C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6" name="contour_11924"/>
          <p:cNvSpPr/>
          <p:nvPr/>
        </p:nvSpPr>
        <p:spPr>
          <a:xfrm>
            <a:off x="5556536" y="5640905"/>
            <a:ext cx="36440" cy="393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24"/>
                </a:lnTo>
                <a:lnTo>
                  <a:pt x="2341" y="432"/>
                </a:lnTo>
                <a:lnTo>
                  <a:pt x="3646" y="675"/>
                </a:lnTo>
                <a:lnTo>
                  <a:pt x="5374" y="995"/>
                </a:lnTo>
                <a:lnTo>
                  <a:pt x="7780" y="1439"/>
                </a:lnTo>
                <a:lnTo>
                  <a:pt x="11115" y="2058"/>
                </a:lnTo>
                <a:lnTo>
                  <a:pt x="15638" y="2893"/>
                </a:lnTo>
                <a:lnTo>
                  <a:pt x="21600" y="3996"/>
                </a:lnTo>
                <a:lnTo>
                  <a:pt x="20801" y="8668"/>
                </a:lnTo>
                <a:lnTo>
                  <a:pt x="20196" y="11945"/>
                </a:lnTo>
                <a:lnTo>
                  <a:pt x="19660" y="14275"/>
                </a:lnTo>
                <a:lnTo>
                  <a:pt x="19077" y="16093"/>
                </a:lnTo>
                <a:lnTo>
                  <a:pt x="18321" y="17847"/>
                </a:lnTo>
                <a:lnTo>
                  <a:pt x="17280" y="19981"/>
                </a:lnTo>
                <a:lnTo>
                  <a:pt x="14066" y="21060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060"/>
                </a:lnTo>
                <a:lnTo>
                  <a:pt x="4320" y="19981"/>
                </a:lnTo>
                <a:lnTo>
                  <a:pt x="3404" y="17496"/>
                </a:lnTo>
                <a:lnTo>
                  <a:pt x="2652" y="15042"/>
                </a:lnTo>
                <a:lnTo>
                  <a:pt x="2030" y="12608"/>
                </a:lnTo>
                <a:lnTo>
                  <a:pt x="1516" y="10167"/>
                </a:lnTo>
                <a:lnTo>
                  <a:pt x="1084" y="7705"/>
                </a:lnTo>
                <a:lnTo>
                  <a:pt x="708" y="5203"/>
                </a:lnTo>
                <a:lnTo>
                  <a:pt x="354" y="2642"/>
                </a:lnTo>
                <a:lnTo>
                  <a:pt x="0" y="0"/>
                </a:lnTo>
                <a:close/>
              </a:path>
            </a:pathLst>
          </a:custGeom>
          <a:solidFill>
            <a:srgbClr val="1A1B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7" name="contour_11925"/>
          <p:cNvSpPr/>
          <p:nvPr/>
        </p:nvSpPr>
        <p:spPr>
          <a:xfrm>
            <a:off x="7276502" y="562632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1514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8" name="contour_11926"/>
          <p:cNvSpPr/>
          <p:nvPr/>
        </p:nvSpPr>
        <p:spPr>
          <a:xfrm>
            <a:off x="1460685" y="5589889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67"/>
                </a:lnTo>
                <a:lnTo>
                  <a:pt x="4601" y="776"/>
                </a:lnTo>
                <a:lnTo>
                  <a:pt x="6869" y="1240"/>
                </a:lnTo>
                <a:lnTo>
                  <a:pt x="9119" y="1786"/>
                </a:lnTo>
                <a:lnTo>
                  <a:pt x="11351" y="2424"/>
                </a:lnTo>
                <a:lnTo>
                  <a:pt x="13576" y="3179"/>
                </a:lnTo>
                <a:lnTo>
                  <a:pt x="15790" y="4067"/>
                </a:lnTo>
                <a:lnTo>
                  <a:pt x="18000" y="5103"/>
                </a:lnTo>
                <a:lnTo>
                  <a:pt x="19433" y="9052"/>
                </a:lnTo>
                <a:lnTo>
                  <a:pt x="20336" y="11823"/>
                </a:lnTo>
                <a:lnTo>
                  <a:pt x="20884" y="14150"/>
                </a:lnTo>
                <a:lnTo>
                  <a:pt x="21247" y="16768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58" y="17166"/>
                </a:lnTo>
                <a:lnTo>
                  <a:pt x="1454" y="13910"/>
                </a:lnTo>
                <a:lnTo>
                  <a:pt x="828" y="10604"/>
                </a:lnTo>
                <a:lnTo>
                  <a:pt x="414" y="7210"/>
                </a:lnTo>
                <a:lnTo>
                  <a:pt x="158" y="3689"/>
                </a:lnTo>
                <a:lnTo>
                  <a:pt x="0" y="0"/>
                </a:lnTo>
                <a:close/>
              </a:path>
            </a:pathLst>
          </a:custGeom>
          <a:solidFill>
            <a:srgbClr val="6958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29" name="contour_11927"/>
          <p:cNvSpPr/>
          <p:nvPr/>
        </p:nvSpPr>
        <p:spPr>
          <a:xfrm>
            <a:off x="1387805" y="5590370"/>
            <a:ext cx="72880" cy="38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96" y="699"/>
                </a:moveTo>
                <a:lnTo>
                  <a:pt x="7452" y="1714"/>
                </a:lnTo>
                <a:lnTo>
                  <a:pt x="8521" y="2746"/>
                </a:lnTo>
                <a:lnTo>
                  <a:pt x="9672" y="3843"/>
                </a:lnTo>
                <a:lnTo>
                  <a:pt x="10841" y="4952"/>
                </a:lnTo>
                <a:lnTo>
                  <a:pt x="12027" y="6142"/>
                </a:lnTo>
                <a:lnTo>
                  <a:pt x="13230" y="7349"/>
                </a:lnTo>
                <a:lnTo>
                  <a:pt x="14440" y="8491"/>
                </a:lnTo>
                <a:lnTo>
                  <a:pt x="15666" y="9652"/>
                </a:lnTo>
                <a:lnTo>
                  <a:pt x="16874" y="10851"/>
                </a:lnTo>
                <a:lnTo>
                  <a:pt x="18068" y="12094"/>
                </a:lnTo>
                <a:lnTo>
                  <a:pt x="19252" y="13369"/>
                </a:lnTo>
                <a:lnTo>
                  <a:pt x="20429" y="14665"/>
                </a:lnTo>
                <a:lnTo>
                  <a:pt x="21600" y="15982"/>
                </a:lnTo>
                <a:lnTo>
                  <a:pt x="21600" y="17997"/>
                </a:lnTo>
                <a:lnTo>
                  <a:pt x="21600" y="20044"/>
                </a:lnTo>
                <a:lnTo>
                  <a:pt x="18850" y="20658"/>
                </a:lnTo>
                <a:lnTo>
                  <a:pt x="16578" y="21133"/>
                </a:lnTo>
                <a:lnTo>
                  <a:pt x="14710" y="21454"/>
                </a:lnTo>
                <a:lnTo>
                  <a:pt x="13176" y="21600"/>
                </a:lnTo>
                <a:lnTo>
                  <a:pt x="11908" y="21559"/>
                </a:lnTo>
                <a:lnTo>
                  <a:pt x="10830" y="21312"/>
                </a:lnTo>
                <a:lnTo>
                  <a:pt x="9878" y="20844"/>
                </a:lnTo>
                <a:lnTo>
                  <a:pt x="8973" y="20138"/>
                </a:lnTo>
                <a:lnTo>
                  <a:pt x="8048" y="19175"/>
                </a:lnTo>
                <a:lnTo>
                  <a:pt x="7033" y="17944"/>
                </a:lnTo>
                <a:lnTo>
                  <a:pt x="5856" y="16429"/>
                </a:lnTo>
                <a:lnTo>
                  <a:pt x="4817" y="14397"/>
                </a:lnTo>
                <a:lnTo>
                  <a:pt x="3806" y="12354"/>
                </a:lnTo>
                <a:lnTo>
                  <a:pt x="2821" y="10282"/>
                </a:lnTo>
                <a:lnTo>
                  <a:pt x="1860" y="8174"/>
                </a:lnTo>
                <a:lnTo>
                  <a:pt x="920" y="6012"/>
                </a:lnTo>
                <a:lnTo>
                  <a:pt x="0" y="3794"/>
                </a:lnTo>
                <a:lnTo>
                  <a:pt x="1834" y="1686"/>
                </a:lnTo>
                <a:lnTo>
                  <a:pt x="3084" y="467"/>
                </a:lnTo>
                <a:lnTo>
                  <a:pt x="4056" y="0"/>
                </a:lnTo>
                <a:lnTo>
                  <a:pt x="5059" y="126"/>
                </a:lnTo>
                <a:lnTo>
                  <a:pt x="6396" y="699"/>
                </a:lnTo>
                <a:close/>
              </a:path>
            </a:pathLst>
          </a:custGeom>
          <a:solidFill>
            <a:srgbClr val="8673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0" name="contour_11928"/>
          <p:cNvSpPr/>
          <p:nvPr/>
        </p:nvSpPr>
        <p:spPr>
          <a:xfrm>
            <a:off x="7837678" y="5575313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20045" y="0"/>
                </a:lnTo>
                <a:lnTo>
                  <a:pt x="21600" y="0"/>
                </a:lnTo>
                <a:lnTo>
                  <a:pt x="21600" y="1909"/>
                </a:lnTo>
                <a:lnTo>
                  <a:pt x="21600" y="3820"/>
                </a:lnTo>
                <a:lnTo>
                  <a:pt x="21600" y="5738"/>
                </a:lnTo>
                <a:lnTo>
                  <a:pt x="21600" y="7663"/>
                </a:lnTo>
                <a:lnTo>
                  <a:pt x="21600" y="9596"/>
                </a:lnTo>
                <a:lnTo>
                  <a:pt x="21600" y="11540"/>
                </a:lnTo>
                <a:lnTo>
                  <a:pt x="21600" y="13500"/>
                </a:lnTo>
                <a:lnTo>
                  <a:pt x="19767" y="12965"/>
                </a:lnTo>
                <a:lnTo>
                  <a:pt x="17928" y="12428"/>
                </a:lnTo>
                <a:lnTo>
                  <a:pt x="16083" y="11891"/>
                </a:lnTo>
                <a:lnTo>
                  <a:pt x="14222" y="11348"/>
                </a:lnTo>
                <a:lnTo>
                  <a:pt x="12343" y="10800"/>
                </a:lnTo>
                <a:lnTo>
                  <a:pt x="11834" y="12582"/>
                </a:lnTo>
                <a:lnTo>
                  <a:pt x="11325" y="14367"/>
                </a:lnTo>
                <a:lnTo>
                  <a:pt x="10812" y="16160"/>
                </a:lnTo>
                <a:lnTo>
                  <a:pt x="10297" y="17960"/>
                </a:lnTo>
                <a:lnTo>
                  <a:pt x="9779" y="19772"/>
                </a:lnTo>
                <a:lnTo>
                  <a:pt x="9257" y="21600"/>
                </a:lnTo>
                <a:lnTo>
                  <a:pt x="8683" y="19756"/>
                </a:lnTo>
                <a:lnTo>
                  <a:pt x="8100" y="17888"/>
                </a:lnTo>
                <a:lnTo>
                  <a:pt x="7369" y="16246"/>
                </a:lnTo>
                <a:lnTo>
                  <a:pt x="6730" y="14974"/>
                </a:lnTo>
                <a:lnTo>
                  <a:pt x="6045" y="13894"/>
                </a:lnTo>
                <a:lnTo>
                  <a:pt x="5172" y="12838"/>
                </a:lnTo>
                <a:lnTo>
                  <a:pt x="3968" y="11634"/>
                </a:lnTo>
                <a:lnTo>
                  <a:pt x="2290" y="10112"/>
                </a:lnTo>
                <a:lnTo>
                  <a:pt x="0" y="8100"/>
                </a:lnTo>
                <a:lnTo>
                  <a:pt x="2037" y="7803"/>
                </a:lnTo>
                <a:lnTo>
                  <a:pt x="4076" y="7506"/>
                </a:lnTo>
                <a:lnTo>
                  <a:pt x="6116" y="7209"/>
                </a:lnTo>
                <a:lnTo>
                  <a:pt x="8162" y="6909"/>
                </a:lnTo>
                <a:lnTo>
                  <a:pt x="10214" y="6610"/>
                </a:lnTo>
                <a:lnTo>
                  <a:pt x="12275" y="6310"/>
                </a:lnTo>
                <a:lnTo>
                  <a:pt x="14342" y="6008"/>
                </a:lnTo>
                <a:lnTo>
                  <a:pt x="16422" y="5705"/>
                </a:lnTo>
                <a:lnTo>
                  <a:pt x="18514" y="5400"/>
                </a:lnTo>
                <a:lnTo>
                  <a:pt x="18514" y="3615"/>
                </a:lnTo>
                <a:lnTo>
                  <a:pt x="18514" y="1820"/>
                </a:lnTo>
                <a:lnTo>
                  <a:pt x="18514" y="0"/>
                </a:lnTo>
                <a:close/>
              </a:path>
            </a:pathLst>
          </a:custGeom>
          <a:solidFill>
            <a:srgbClr val="DAE2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1" name="contour_11929"/>
          <p:cNvSpPr/>
          <p:nvPr/>
        </p:nvSpPr>
        <p:spPr>
          <a:xfrm>
            <a:off x="7414974" y="557531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7755" y="2037"/>
                </a:lnTo>
                <a:lnTo>
                  <a:pt x="18230" y="4076"/>
                </a:lnTo>
                <a:lnTo>
                  <a:pt x="18706" y="6116"/>
                </a:lnTo>
                <a:lnTo>
                  <a:pt x="19185" y="8162"/>
                </a:lnTo>
                <a:lnTo>
                  <a:pt x="19665" y="10214"/>
                </a:lnTo>
                <a:lnTo>
                  <a:pt x="20144" y="12275"/>
                </a:lnTo>
                <a:lnTo>
                  <a:pt x="20628" y="14342"/>
                </a:lnTo>
                <a:lnTo>
                  <a:pt x="21112" y="16422"/>
                </a:lnTo>
                <a:lnTo>
                  <a:pt x="21600" y="18514"/>
                </a:lnTo>
                <a:lnTo>
                  <a:pt x="18645" y="19372"/>
                </a:lnTo>
                <a:lnTo>
                  <a:pt x="16494" y="19961"/>
                </a:lnTo>
                <a:lnTo>
                  <a:pt x="14524" y="20431"/>
                </a:lnTo>
                <a:lnTo>
                  <a:pt x="12113" y="20927"/>
                </a:lnTo>
                <a:lnTo>
                  <a:pt x="8640" y="21600"/>
                </a:lnTo>
                <a:lnTo>
                  <a:pt x="5828" y="20730"/>
                </a:lnTo>
                <a:lnTo>
                  <a:pt x="3987" y="20119"/>
                </a:lnTo>
                <a:lnTo>
                  <a:pt x="2316" y="19477"/>
                </a:lnTo>
                <a:lnTo>
                  <a:pt x="0" y="18514"/>
                </a:lnTo>
                <a:lnTo>
                  <a:pt x="734" y="16660"/>
                </a:lnTo>
                <a:lnTo>
                  <a:pt x="1482" y="14805"/>
                </a:lnTo>
                <a:lnTo>
                  <a:pt x="2238" y="12954"/>
                </a:lnTo>
                <a:lnTo>
                  <a:pt x="3007" y="11105"/>
                </a:lnTo>
                <a:lnTo>
                  <a:pt x="3780" y="9257"/>
                </a:lnTo>
                <a:lnTo>
                  <a:pt x="4480" y="7535"/>
                </a:lnTo>
                <a:lnTo>
                  <a:pt x="5188" y="5804"/>
                </a:lnTo>
                <a:lnTo>
                  <a:pt x="5905" y="4048"/>
                </a:lnTo>
                <a:lnTo>
                  <a:pt x="6808" y="2712"/>
                </a:lnTo>
                <a:lnTo>
                  <a:pt x="7720" y="1364"/>
                </a:lnTo>
                <a:lnTo>
                  <a:pt x="8640" y="0"/>
                </a:lnTo>
                <a:close/>
              </a:path>
            </a:pathLst>
          </a:custGeom>
          <a:solidFill>
            <a:srgbClr val="595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2" name="contour_11930"/>
          <p:cNvSpPr/>
          <p:nvPr/>
        </p:nvSpPr>
        <p:spPr>
          <a:xfrm>
            <a:off x="11292186" y="5597177"/>
            <a:ext cx="65592" cy="24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125" y="3776"/>
                </a:lnTo>
                <a:lnTo>
                  <a:pt x="20647" y="7564"/>
                </a:lnTo>
                <a:lnTo>
                  <a:pt x="20170" y="11366"/>
                </a:lnTo>
                <a:lnTo>
                  <a:pt x="19687" y="15199"/>
                </a:lnTo>
                <a:lnTo>
                  <a:pt x="19200" y="19070"/>
                </a:lnTo>
                <a:lnTo>
                  <a:pt x="17297" y="20303"/>
                </a:lnTo>
                <a:lnTo>
                  <a:pt x="15907" y="21047"/>
                </a:lnTo>
                <a:lnTo>
                  <a:pt x="14630" y="21409"/>
                </a:lnTo>
                <a:lnTo>
                  <a:pt x="13063" y="21505"/>
                </a:lnTo>
                <a:lnTo>
                  <a:pt x="10800" y="21454"/>
                </a:lnTo>
                <a:lnTo>
                  <a:pt x="9288" y="21505"/>
                </a:lnTo>
                <a:lnTo>
                  <a:pt x="7766" y="21549"/>
                </a:lnTo>
                <a:lnTo>
                  <a:pt x="6226" y="21600"/>
                </a:lnTo>
                <a:lnTo>
                  <a:pt x="4961" y="20767"/>
                </a:lnTo>
                <a:lnTo>
                  <a:pt x="3689" y="19922"/>
                </a:lnTo>
                <a:lnTo>
                  <a:pt x="2400" y="19070"/>
                </a:lnTo>
                <a:lnTo>
                  <a:pt x="1925" y="15294"/>
                </a:lnTo>
                <a:lnTo>
                  <a:pt x="1447" y="11506"/>
                </a:lnTo>
                <a:lnTo>
                  <a:pt x="970" y="7704"/>
                </a:lnTo>
                <a:lnTo>
                  <a:pt x="487" y="3871"/>
                </a:lnTo>
                <a:lnTo>
                  <a:pt x="0" y="0"/>
                </a:lnTo>
                <a:close/>
              </a:path>
            </a:pathLst>
          </a:custGeom>
          <a:solidFill>
            <a:srgbClr val="721A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3" name="contour_11931"/>
          <p:cNvSpPr/>
          <p:nvPr/>
        </p:nvSpPr>
        <p:spPr>
          <a:xfrm>
            <a:off x="10293731" y="555345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70" y="2143"/>
                </a:lnTo>
                <a:lnTo>
                  <a:pt x="12150" y="4320"/>
                </a:lnTo>
                <a:lnTo>
                  <a:pt x="13266" y="6463"/>
                </a:lnTo>
                <a:lnTo>
                  <a:pt x="14400" y="8640"/>
                </a:lnTo>
                <a:lnTo>
                  <a:pt x="16780" y="8640"/>
                </a:lnTo>
                <a:lnTo>
                  <a:pt x="19174" y="8640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9246" y="18330"/>
                </a:lnTo>
                <a:lnTo>
                  <a:pt x="17521" y="18960"/>
                </a:lnTo>
                <a:lnTo>
                  <a:pt x="15588" y="19427"/>
                </a:lnTo>
                <a:lnTo>
                  <a:pt x="12600" y="19980"/>
                </a:lnTo>
                <a:lnTo>
                  <a:pt x="10087" y="20468"/>
                </a:lnTo>
                <a:lnTo>
                  <a:pt x="7538" y="20961"/>
                </a:lnTo>
                <a:lnTo>
                  <a:pt x="5584" y="21280"/>
                </a:lnTo>
                <a:lnTo>
                  <a:pt x="3600" y="21600"/>
                </a:lnTo>
                <a:lnTo>
                  <a:pt x="3006" y="18749"/>
                </a:lnTo>
                <a:lnTo>
                  <a:pt x="2412" y="15893"/>
                </a:lnTo>
                <a:lnTo>
                  <a:pt x="1814" y="13025"/>
                </a:lnTo>
                <a:lnTo>
                  <a:pt x="1213" y="10143"/>
                </a:lnTo>
                <a:lnTo>
                  <a:pt x="608" y="7245"/>
                </a:lnTo>
                <a:lnTo>
                  <a:pt x="0" y="4320"/>
                </a:lnTo>
                <a:lnTo>
                  <a:pt x="2138" y="3465"/>
                </a:lnTo>
                <a:lnTo>
                  <a:pt x="4284" y="2605"/>
                </a:lnTo>
                <a:lnTo>
                  <a:pt x="6437" y="1745"/>
                </a:lnTo>
                <a:lnTo>
                  <a:pt x="8608" y="877"/>
                </a:lnTo>
                <a:lnTo>
                  <a:pt x="10800" y="0"/>
                </a:lnTo>
                <a:close/>
              </a:path>
            </a:pathLst>
          </a:custGeom>
          <a:solidFill>
            <a:srgbClr val="7171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4" name="contour_11932"/>
          <p:cNvSpPr/>
          <p:nvPr/>
        </p:nvSpPr>
        <p:spPr>
          <a:xfrm>
            <a:off x="6686175" y="5559098"/>
            <a:ext cx="36440" cy="40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881"/>
                </a:moveTo>
                <a:lnTo>
                  <a:pt x="12113" y="294"/>
                </a:lnTo>
                <a:lnTo>
                  <a:pt x="14524" y="0"/>
                </a:lnTo>
                <a:lnTo>
                  <a:pt x="16494" y="0"/>
                </a:lnTo>
                <a:lnTo>
                  <a:pt x="18645" y="294"/>
                </a:lnTo>
                <a:lnTo>
                  <a:pt x="21600" y="881"/>
                </a:lnTo>
                <a:lnTo>
                  <a:pt x="21384" y="3439"/>
                </a:lnTo>
                <a:lnTo>
                  <a:pt x="21129" y="5950"/>
                </a:lnTo>
                <a:lnTo>
                  <a:pt x="20805" y="8426"/>
                </a:lnTo>
                <a:lnTo>
                  <a:pt x="20390" y="10874"/>
                </a:lnTo>
                <a:lnTo>
                  <a:pt x="19855" y="13295"/>
                </a:lnTo>
                <a:lnTo>
                  <a:pt x="19176" y="15697"/>
                </a:lnTo>
                <a:lnTo>
                  <a:pt x="18325" y="18086"/>
                </a:lnTo>
                <a:lnTo>
                  <a:pt x="17280" y="20468"/>
                </a:lnTo>
                <a:lnTo>
                  <a:pt x="14252" y="21236"/>
                </a:lnTo>
                <a:lnTo>
                  <a:pt x="11478" y="21584"/>
                </a:lnTo>
                <a:lnTo>
                  <a:pt x="8813" y="21600"/>
                </a:lnTo>
                <a:lnTo>
                  <a:pt x="6108" y="21361"/>
                </a:lnTo>
                <a:lnTo>
                  <a:pt x="3218" y="20958"/>
                </a:lnTo>
                <a:lnTo>
                  <a:pt x="0" y="20468"/>
                </a:lnTo>
                <a:lnTo>
                  <a:pt x="868" y="17914"/>
                </a:lnTo>
                <a:lnTo>
                  <a:pt x="1758" y="15391"/>
                </a:lnTo>
                <a:lnTo>
                  <a:pt x="2696" y="12900"/>
                </a:lnTo>
                <a:lnTo>
                  <a:pt x="3694" y="10436"/>
                </a:lnTo>
                <a:lnTo>
                  <a:pt x="4769" y="8003"/>
                </a:lnTo>
                <a:lnTo>
                  <a:pt x="5940" y="5598"/>
                </a:lnTo>
                <a:lnTo>
                  <a:pt x="7223" y="3224"/>
                </a:lnTo>
                <a:lnTo>
                  <a:pt x="8640" y="881"/>
                </a:lnTo>
                <a:close/>
              </a:path>
            </a:pathLst>
          </a:custGeom>
          <a:solidFill>
            <a:srgbClr val="9797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5" name="contour_11933"/>
          <p:cNvSpPr/>
          <p:nvPr/>
        </p:nvSpPr>
        <p:spPr>
          <a:xfrm>
            <a:off x="4988073" y="5538874"/>
            <a:ext cx="3813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4" y="0"/>
                </a:moveTo>
                <a:lnTo>
                  <a:pt x="18561" y="0"/>
                </a:lnTo>
                <a:lnTo>
                  <a:pt x="20642" y="0"/>
                </a:lnTo>
                <a:lnTo>
                  <a:pt x="20939" y="2089"/>
                </a:lnTo>
                <a:lnTo>
                  <a:pt x="21200" y="4156"/>
                </a:lnTo>
                <a:lnTo>
                  <a:pt x="21406" y="6212"/>
                </a:lnTo>
                <a:lnTo>
                  <a:pt x="21546" y="8254"/>
                </a:lnTo>
                <a:lnTo>
                  <a:pt x="21600" y="10294"/>
                </a:lnTo>
                <a:lnTo>
                  <a:pt x="21555" y="12334"/>
                </a:lnTo>
                <a:lnTo>
                  <a:pt x="21389" y="14379"/>
                </a:lnTo>
                <a:lnTo>
                  <a:pt x="21092" y="16438"/>
                </a:lnTo>
                <a:lnTo>
                  <a:pt x="20642" y="18514"/>
                </a:lnTo>
                <a:lnTo>
                  <a:pt x="17946" y="19742"/>
                </a:lnTo>
                <a:lnTo>
                  <a:pt x="15420" y="20548"/>
                </a:lnTo>
                <a:lnTo>
                  <a:pt x="12914" y="21038"/>
                </a:lnTo>
                <a:lnTo>
                  <a:pt x="10292" y="21307"/>
                </a:lnTo>
                <a:lnTo>
                  <a:pt x="7411" y="21461"/>
                </a:lnTo>
                <a:lnTo>
                  <a:pt x="4128" y="21600"/>
                </a:lnTo>
                <a:lnTo>
                  <a:pt x="3447" y="19563"/>
                </a:lnTo>
                <a:lnTo>
                  <a:pt x="2766" y="17524"/>
                </a:lnTo>
                <a:lnTo>
                  <a:pt x="2081" y="15475"/>
                </a:lnTo>
                <a:lnTo>
                  <a:pt x="1391" y="13417"/>
                </a:lnTo>
                <a:lnTo>
                  <a:pt x="698" y="11346"/>
                </a:lnTo>
                <a:lnTo>
                  <a:pt x="0" y="9257"/>
                </a:lnTo>
                <a:lnTo>
                  <a:pt x="1961" y="8875"/>
                </a:lnTo>
                <a:lnTo>
                  <a:pt x="3934" y="8492"/>
                </a:lnTo>
                <a:lnTo>
                  <a:pt x="5937" y="8100"/>
                </a:lnTo>
                <a:lnTo>
                  <a:pt x="9706" y="6934"/>
                </a:lnTo>
                <a:lnTo>
                  <a:pt x="11902" y="6002"/>
                </a:lnTo>
                <a:lnTo>
                  <a:pt x="13372" y="4820"/>
                </a:lnTo>
                <a:lnTo>
                  <a:pt x="14966" y="2894"/>
                </a:lnTo>
                <a:lnTo>
                  <a:pt x="15733" y="1456"/>
                </a:lnTo>
                <a:lnTo>
                  <a:pt x="16514" y="0"/>
                </a:lnTo>
                <a:close/>
              </a:path>
            </a:pathLst>
          </a:custGeom>
          <a:solidFill>
            <a:srgbClr val="8364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6" name="contour_11934"/>
          <p:cNvSpPr/>
          <p:nvPr/>
        </p:nvSpPr>
        <p:spPr>
          <a:xfrm>
            <a:off x="3814706" y="555345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19351" y="4864"/>
                </a:lnTo>
                <a:lnTo>
                  <a:pt x="17505" y="8774"/>
                </a:lnTo>
                <a:lnTo>
                  <a:pt x="15959" y="11854"/>
                </a:lnTo>
                <a:lnTo>
                  <a:pt x="14623" y="14226"/>
                </a:lnTo>
                <a:lnTo>
                  <a:pt x="13398" y="16019"/>
                </a:lnTo>
                <a:lnTo>
                  <a:pt x="12192" y="17345"/>
                </a:lnTo>
                <a:lnTo>
                  <a:pt x="10902" y="18338"/>
                </a:lnTo>
                <a:lnTo>
                  <a:pt x="9436" y="19116"/>
                </a:lnTo>
                <a:lnTo>
                  <a:pt x="7699" y="19803"/>
                </a:lnTo>
                <a:lnTo>
                  <a:pt x="5591" y="20520"/>
                </a:lnTo>
                <a:lnTo>
                  <a:pt x="3743" y="20874"/>
                </a:lnTo>
                <a:lnTo>
                  <a:pt x="1885" y="21237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040" y="8640"/>
                </a:lnTo>
                <a:lnTo>
                  <a:pt x="4092" y="8640"/>
                </a:lnTo>
                <a:lnTo>
                  <a:pt x="6171" y="8640"/>
                </a:lnTo>
                <a:lnTo>
                  <a:pt x="6171" y="5784"/>
                </a:lnTo>
                <a:lnTo>
                  <a:pt x="6171" y="2912"/>
                </a:lnTo>
                <a:lnTo>
                  <a:pt x="6171" y="0"/>
                </a:lnTo>
                <a:close/>
              </a:path>
            </a:pathLst>
          </a:custGeom>
          <a:solidFill>
            <a:srgbClr val="C7BD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7" name="contour_11935"/>
          <p:cNvSpPr/>
          <p:nvPr/>
        </p:nvSpPr>
        <p:spPr>
          <a:xfrm>
            <a:off x="8260381" y="553887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04" y="2376"/>
                </a:lnTo>
                <a:lnTo>
                  <a:pt x="20808" y="4756"/>
                </a:lnTo>
                <a:lnTo>
                  <a:pt x="20412" y="7135"/>
                </a:lnTo>
                <a:lnTo>
                  <a:pt x="20012" y="9522"/>
                </a:lnTo>
                <a:lnTo>
                  <a:pt x="19613" y="11916"/>
                </a:lnTo>
                <a:lnTo>
                  <a:pt x="19213" y="14321"/>
                </a:lnTo>
                <a:lnTo>
                  <a:pt x="18810" y="16733"/>
                </a:lnTo>
                <a:lnTo>
                  <a:pt x="18407" y="19159"/>
                </a:lnTo>
                <a:lnTo>
                  <a:pt x="18000" y="21600"/>
                </a:lnTo>
                <a:lnTo>
                  <a:pt x="15455" y="21600"/>
                </a:lnTo>
                <a:lnTo>
                  <a:pt x="12906" y="21600"/>
                </a:lnTo>
                <a:lnTo>
                  <a:pt x="10350" y="21600"/>
                </a:lnTo>
                <a:lnTo>
                  <a:pt x="7783" y="21600"/>
                </a:lnTo>
                <a:lnTo>
                  <a:pt x="5206" y="21600"/>
                </a:lnTo>
                <a:lnTo>
                  <a:pt x="2614" y="21600"/>
                </a:lnTo>
                <a:lnTo>
                  <a:pt x="0" y="21600"/>
                </a:lnTo>
                <a:lnTo>
                  <a:pt x="22" y="18054"/>
                </a:lnTo>
                <a:lnTo>
                  <a:pt x="187" y="15710"/>
                </a:lnTo>
                <a:lnTo>
                  <a:pt x="626" y="14029"/>
                </a:lnTo>
                <a:lnTo>
                  <a:pt x="1483" y="12485"/>
                </a:lnTo>
                <a:lnTo>
                  <a:pt x="2898" y="10548"/>
                </a:lnTo>
                <a:lnTo>
                  <a:pt x="4169" y="9295"/>
                </a:lnTo>
                <a:lnTo>
                  <a:pt x="5450" y="8032"/>
                </a:lnTo>
                <a:lnTo>
                  <a:pt x="6750" y="6750"/>
                </a:lnTo>
                <a:lnTo>
                  <a:pt x="8003" y="5479"/>
                </a:lnTo>
                <a:lnTo>
                  <a:pt x="9266" y="4198"/>
                </a:lnTo>
                <a:lnTo>
                  <a:pt x="10548" y="2898"/>
                </a:lnTo>
                <a:lnTo>
                  <a:pt x="12485" y="1483"/>
                </a:lnTo>
                <a:lnTo>
                  <a:pt x="14029" y="626"/>
                </a:lnTo>
                <a:lnTo>
                  <a:pt x="15710" y="187"/>
                </a:lnTo>
                <a:lnTo>
                  <a:pt x="18054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CDD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8" name="contour_11936"/>
          <p:cNvSpPr/>
          <p:nvPr/>
        </p:nvSpPr>
        <p:spPr>
          <a:xfrm>
            <a:off x="1293061" y="555345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734"/>
                </a:lnTo>
                <a:lnTo>
                  <a:pt x="4327" y="1482"/>
                </a:lnTo>
                <a:lnTo>
                  <a:pt x="6487" y="2238"/>
                </a:lnTo>
                <a:lnTo>
                  <a:pt x="8644" y="3007"/>
                </a:lnTo>
                <a:lnTo>
                  <a:pt x="10800" y="3780"/>
                </a:lnTo>
                <a:lnTo>
                  <a:pt x="12809" y="4480"/>
                </a:lnTo>
                <a:lnTo>
                  <a:pt x="14828" y="5188"/>
                </a:lnTo>
                <a:lnTo>
                  <a:pt x="16877" y="5905"/>
                </a:lnTo>
                <a:lnTo>
                  <a:pt x="18436" y="6808"/>
                </a:lnTo>
                <a:lnTo>
                  <a:pt x="20009" y="7720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9224" y="17755"/>
                </a:lnTo>
                <a:lnTo>
                  <a:pt x="16844" y="18230"/>
                </a:lnTo>
                <a:lnTo>
                  <a:pt x="14465" y="18706"/>
                </a:lnTo>
                <a:lnTo>
                  <a:pt x="12078" y="19185"/>
                </a:lnTo>
                <a:lnTo>
                  <a:pt x="9684" y="19665"/>
                </a:lnTo>
                <a:lnTo>
                  <a:pt x="7279" y="20144"/>
                </a:lnTo>
                <a:lnTo>
                  <a:pt x="4867" y="20628"/>
                </a:lnTo>
                <a:lnTo>
                  <a:pt x="2441" y="21112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C7A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39" name="contour_11937"/>
          <p:cNvSpPr/>
          <p:nvPr/>
        </p:nvSpPr>
        <p:spPr>
          <a:xfrm>
            <a:off x="10978802" y="5543261"/>
            <a:ext cx="58304" cy="24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2530"/>
                </a:moveTo>
                <a:lnTo>
                  <a:pt x="4547" y="1297"/>
                </a:lnTo>
                <a:lnTo>
                  <a:pt x="5891" y="553"/>
                </a:lnTo>
                <a:lnTo>
                  <a:pt x="7123" y="191"/>
                </a:lnTo>
                <a:lnTo>
                  <a:pt x="8629" y="95"/>
                </a:lnTo>
                <a:lnTo>
                  <a:pt x="10800" y="146"/>
                </a:lnTo>
                <a:lnTo>
                  <a:pt x="11445" y="121"/>
                </a:lnTo>
                <a:lnTo>
                  <a:pt x="12582" y="89"/>
                </a:lnTo>
                <a:lnTo>
                  <a:pt x="15188" y="0"/>
                </a:lnTo>
                <a:lnTo>
                  <a:pt x="16413" y="833"/>
                </a:lnTo>
                <a:lnTo>
                  <a:pt x="17650" y="1678"/>
                </a:lnTo>
                <a:lnTo>
                  <a:pt x="18900" y="2530"/>
                </a:lnTo>
                <a:lnTo>
                  <a:pt x="19435" y="6306"/>
                </a:lnTo>
                <a:lnTo>
                  <a:pt x="19972" y="10094"/>
                </a:lnTo>
                <a:lnTo>
                  <a:pt x="20509" y="13896"/>
                </a:lnTo>
                <a:lnTo>
                  <a:pt x="21052" y="17729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535" y="17824"/>
                </a:lnTo>
                <a:lnTo>
                  <a:pt x="1072" y="14036"/>
                </a:lnTo>
                <a:lnTo>
                  <a:pt x="1609" y="10234"/>
                </a:lnTo>
                <a:lnTo>
                  <a:pt x="2152" y="6401"/>
                </a:lnTo>
                <a:lnTo>
                  <a:pt x="2700" y="2530"/>
                </a:lnTo>
                <a:close/>
              </a:path>
            </a:pathLst>
          </a:custGeom>
          <a:solidFill>
            <a:srgbClr val="CF73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0" name="contour_11938"/>
          <p:cNvSpPr/>
          <p:nvPr/>
        </p:nvSpPr>
        <p:spPr>
          <a:xfrm>
            <a:off x="8508173" y="553887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18031"/>
                </a:lnTo>
                <a:lnTo>
                  <a:pt x="7200" y="14440"/>
                </a:lnTo>
                <a:lnTo>
                  <a:pt x="7200" y="10800"/>
                </a:lnTo>
                <a:lnTo>
                  <a:pt x="4820" y="10800"/>
                </a:lnTo>
                <a:lnTo>
                  <a:pt x="2426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2A29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1" name="contour_11939"/>
          <p:cNvSpPr/>
          <p:nvPr/>
        </p:nvSpPr>
        <p:spPr>
          <a:xfrm>
            <a:off x="5643992" y="5524298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535"/>
                </a:lnTo>
                <a:lnTo>
                  <a:pt x="13781" y="1072"/>
                </a:lnTo>
                <a:lnTo>
                  <a:pt x="16364" y="1609"/>
                </a:lnTo>
                <a:lnTo>
                  <a:pt x="18969" y="2152"/>
                </a:lnTo>
                <a:lnTo>
                  <a:pt x="21600" y="2700"/>
                </a:lnTo>
                <a:lnTo>
                  <a:pt x="18744" y="2700"/>
                </a:lnTo>
                <a:lnTo>
                  <a:pt x="15872" y="2700"/>
                </a:lnTo>
                <a:lnTo>
                  <a:pt x="12960" y="2700"/>
                </a:lnTo>
                <a:lnTo>
                  <a:pt x="13975" y="4072"/>
                </a:lnTo>
                <a:lnTo>
                  <a:pt x="15003" y="5462"/>
                </a:lnTo>
                <a:lnTo>
                  <a:pt x="15841" y="6669"/>
                </a:lnTo>
                <a:lnTo>
                  <a:pt x="16692" y="7881"/>
                </a:lnTo>
                <a:lnTo>
                  <a:pt x="17548" y="9112"/>
                </a:lnTo>
                <a:lnTo>
                  <a:pt x="18403" y="10303"/>
                </a:lnTo>
                <a:lnTo>
                  <a:pt x="19263" y="11505"/>
                </a:lnTo>
                <a:lnTo>
                  <a:pt x="20131" y="12720"/>
                </a:lnTo>
                <a:lnTo>
                  <a:pt x="20952" y="14780"/>
                </a:lnTo>
                <a:lnTo>
                  <a:pt x="21177" y="16157"/>
                </a:lnTo>
                <a:lnTo>
                  <a:pt x="20775" y="17472"/>
                </a:lnTo>
                <a:lnTo>
                  <a:pt x="19695" y="19343"/>
                </a:lnTo>
                <a:lnTo>
                  <a:pt x="18494" y="20463"/>
                </a:lnTo>
                <a:lnTo>
                  <a:pt x="17280" y="21600"/>
                </a:lnTo>
                <a:lnTo>
                  <a:pt x="15111" y="21022"/>
                </a:lnTo>
                <a:lnTo>
                  <a:pt x="12947" y="20436"/>
                </a:lnTo>
                <a:lnTo>
                  <a:pt x="10791" y="19840"/>
                </a:lnTo>
                <a:lnTo>
                  <a:pt x="8640" y="19238"/>
                </a:lnTo>
                <a:lnTo>
                  <a:pt x="6229" y="18579"/>
                </a:lnTo>
                <a:lnTo>
                  <a:pt x="3780" y="17909"/>
                </a:lnTo>
                <a:lnTo>
                  <a:pt x="1905" y="17061"/>
                </a:lnTo>
                <a:lnTo>
                  <a:pt x="0" y="16200"/>
                </a:lnTo>
                <a:lnTo>
                  <a:pt x="0" y="14415"/>
                </a:lnTo>
                <a:lnTo>
                  <a:pt x="0" y="12620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9018"/>
                </a:lnTo>
                <a:lnTo>
                  <a:pt x="8640" y="7233"/>
                </a:lnTo>
                <a:lnTo>
                  <a:pt x="8640" y="5440"/>
                </a:lnTo>
                <a:lnTo>
                  <a:pt x="8640" y="3640"/>
                </a:lnTo>
                <a:lnTo>
                  <a:pt x="8640" y="1828"/>
                </a:lnTo>
                <a:lnTo>
                  <a:pt x="8640" y="0"/>
                </a:lnTo>
                <a:close/>
              </a:path>
            </a:pathLst>
          </a:custGeom>
          <a:solidFill>
            <a:srgbClr val="A5A1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2" name="contour_11940"/>
          <p:cNvSpPr/>
          <p:nvPr/>
        </p:nvSpPr>
        <p:spPr>
          <a:xfrm>
            <a:off x="2029148" y="5543895"/>
            <a:ext cx="51016" cy="387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265"/>
                </a:moveTo>
                <a:lnTo>
                  <a:pt x="5317" y="659"/>
                </a:lnTo>
                <a:lnTo>
                  <a:pt x="7526" y="240"/>
                </a:lnTo>
                <a:lnTo>
                  <a:pt x="9717" y="20"/>
                </a:lnTo>
                <a:lnTo>
                  <a:pt x="11902" y="0"/>
                </a:lnTo>
                <a:lnTo>
                  <a:pt x="14089" y="199"/>
                </a:lnTo>
                <a:lnTo>
                  <a:pt x="16289" y="614"/>
                </a:lnTo>
                <a:lnTo>
                  <a:pt x="18514" y="1265"/>
                </a:lnTo>
                <a:lnTo>
                  <a:pt x="19829" y="3473"/>
                </a:lnTo>
                <a:lnTo>
                  <a:pt x="20591" y="5059"/>
                </a:lnTo>
                <a:lnTo>
                  <a:pt x="21082" y="6780"/>
                </a:lnTo>
                <a:lnTo>
                  <a:pt x="21600" y="9399"/>
                </a:lnTo>
                <a:lnTo>
                  <a:pt x="20526" y="12116"/>
                </a:lnTo>
                <a:lnTo>
                  <a:pt x="19280" y="14519"/>
                </a:lnTo>
                <a:lnTo>
                  <a:pt x="17848" y="16638"/>
                </a:lnTo>
                <a:lnTo>
                  <a:pt x="16222" y="18505"/>
                </a:lnTo>
                <a:lnTo>
                  <a:pt x="14392" y="20148"/>
                </a:lnTo>
                <a:lnTo>
                  <a:pt x="12343" y="21600"/>
                </a:lnTo>
                <a:lnTo>
                  <a:pt x="10374" y="20884"/>
                </a:lnTo>
                <a:lnTo>
                  <a:pt x="8513" y="19998"/>
                </a:lnTo>
                <a:lnTo>
                  <a:pt x="6739" y="18948"/>
                </a:lnTo>
                <a:lnTo>
                  <a:pt x="5024" y="17753"/>
                </a:lnTo>
                <a:lnTo>
                  <a:pt x="3345" y="16431"/>
                </a:lnTo>
                <a:lnTo>
                  <a:pt x="1679" y="14999"/>
                </a:lnTo>
                <a:lnTo>
                  <a:pt x="0" y="13466"/>
                </a:lnTo>
                <a:lnTo>
                  <a:pt x="302" y="10440"/>
                </a:lnTo>
                <a:lnTo>
                  <a:pt x="614" y="8293"/>
                </a:lnTo>
                <a:lnTo>
                  <a:pt x="1083" y="6438"/>
                </a:lnTo>
                <a:lnTo>
                  <a:pt x="1858" y="4291"/>
                </a:lnTo>
                <a:lnTo>
                  <a:pt x="3086" y="1265"/>
                </a:lnTo>
                <a:close/>
              </a:path>
            </a:pathLst>
          </a:custGeom>
          <a:solidFill>
            <a:srgbClr val="D6C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3" name="contour_11941"/>
          <p:cNvSpPr/>
          <p:nvPr/>
        </p:nvSpPr>
        <p:spPr>
          <a:xfrm>
            <a:off x="11270322" y="5524298"/>
            <a:ext cx="65592" cy="303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8" y="368"/>
                </a:lnTo>
                <a:lnTo>
                  <a:pt x="1471" y="705"/>
                </a:lnTo>
                <a:lnTo>
                  <a:pt x="2162" y="1036"/>
                </a:lnTo>
                <a:lnTo>
                  <a:pt x="2906" y="1394"/>
                </a:lnTo>
                <a:lnTo>
                  <a:pt x="3758" y="1803"/>
                </a:lnTo>
                <a:lnTo>
                  <a:pt x="4781" y="2296"/>
                </a:lnTo>
                <a:lnTo>
                  <a:pt x="6029" y="2892"/>
                </a:lnTo>
                <a:lnTo>
                  <a:pt x="7565" y="3628"/>
                </a:lnTo>
                <a:lnTo>
                  <a:pt x="9444" y="4535"/>
                </a:lnTo>
                <a:lnTo>
                  <a:pt x="11729" y="5628"/>
                </a:lnTo>
                <a:lnTo>
                  <a:pt x="14477" y="6950"/>
                </a:lnTo>
                <a:lnTo>
                  <a:pt x="17748" y="8515"/>
                </a:lnTo>
                <a:lnTo>
                  <a:pt x="21600" y="10365"/>
                </a:lnTo>
                <a:lnTo>
                  <a:pt x="18667" y="13526"/>
                </a:lnTo>
                <a:lnTo>
                  <a:pt x="16286" y="16050"/>
                </a:lnTo>
                <a:lnTo>
                  <a:pt x="14359" y="18009"/>
                </a:lnTo>
                <a:lnTo>
                  <a:pt x="12787" y="19465"/>
                </a:lnTo>
                <a:lnTo>
                  <a:pt x="11474" y="20486"/>
                </a:lnTo>
                <a:lnTo>
                  <a:pt x="10325" y="21139"/>
                </a:lnTo>
                <a:lnTo>
                  <a:pt x="9240" y="21486"/>
                </a:lnTo>
                <a:lnTo>
                  <a:pt x="8122" y="21600"/>
                </a:lnTo>
                <a:lnTo>
                  <a:pt x="6874" y="21543"/>
                </a:lnTo>
                <a:lnTo>
                  <a:pt x="5400" y="21377"/>
                </a:lnTo>
                <a:lnTo>
                  <a:pt x="3854" y="21237"/>
                </a:lnTo>
                <a:lnTo>
                  <a:pt x="2287" y="21092"/>
                </a:lnTo>
                <a:lnTo>
                  <a:pt x="1152" y="20911"/>
                </a:lnTo>
                <a:lnTo>
                  <a:pt x="0" y="20729"/>
                </a:lnTo>
                <a:lnTo>
                  <a:pt x="0" y="17309"/>
                </a:lnTo>
                <a:lnTo>
                  <a:pt x="0" y="13883"/>
                </a:lnTo>
                <a:lnTo>
                  <a:pt x="0" y="10442"/>
                </a:lnTo>
                <a:lnTo>
                  <a:pt x="0" y="6986"/>
                </a:lnTo>
                <a:lnTo>
                  <a:pt x="0" y="3508"/>
                </a:lnTo>
                <a:lnTo>
                  <a:pt x="0" y="0"/>
                </a:lnTo>
                <a:close/>
              </a:path>
            </a:pathLst>
          </a:custGeom>
          <a:solidFill>
            <a:srgbClr val="E2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4" name="contour_11942"/>
          <p:cNvSpPr/>
          <p:nvPr/>
        </p:nvSpPr>
        <p:spPr>
          <a:xfrm>
            <a:off x="6692479" y="5516609"/>
            <a:ext cx="44712" cy="368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5"/>
                </a:moveTo>
                <a:lnTo>
                  <a:pt x="21195" y="5175"/>
                </a:lnTo>
                <a:lnTo>
                  <a:pt x="20850" y="8649"/>
                </a:lnTo>
                <a:lnTo>
                  <a:pt x="20463" y="11123"/>
                </a:lnTo>
                <a:lnTo>
                  <a:pt x="19938" y="13080"/>
                </a:lnTo>
                <a:lnTo>
                  <a:pt x="19174" y="14990"/>
                </a:lnTo>
                <a:lnTo>
                  <a:pt x="18079" y="17327"/>
                </a:lnTo>
                <a:lnTo>
                  <a:pt x="15924" y="18318"/>
                </a:lnTo>
                <a:lnTo>
                  <a:pt x="13770" y="19134"/>
                </a:lnTo>
                <a:lnTo>
                  <a:pt x="11612" y="19801"/>
                </a:lnTo>
                <a:lnTo>
                  <a:pt x="9439" y="20339"/>
                </a:lnTo>
                <a:lnTo>
                  <a:pt x="7246" y="20767"/>
                </a:lnTo>
                <a:lnTo>
                  <a:pt x="5024" y="21104"/>
                </a:lnTo>
                <a:lnTo>
                  <a:pt x="2771" y="21374"/>
                </a:lnTo>
                <a:lnTo>
                  <a:pt x="475" y="21600"/>
                </a:lnTo>
                <a:lnTo>
                  <a:pt x="158" y="18677"/>
                </a:lnTo>
                <a:lnTo>
                  <a:pt x="0" y="16549"/>
                </a:lnTo>
                <a:lnTo>
                  <a:pt x="0" y="14601"/>
                </a:lnTo>
                <a:lnTo>
                  <a:pt x="158" y="12216"/>
                </a:lnTo>
                <a:lnTo>
                  <a:pt x="475" y="8781"/>
                </a:lnTo>
                <a:lnTo>
                  <a:pt x="2715" y="6461"/>
                </a:lnTo>
                <a:lnTo>
                  <a:pt x="4862" y="4525"/>
                </a:lnTo>
                <a:lnTo>
                  <a:pt x="6971" y="2965"/>
                </a:lnTo>
                <a:lnTo>
                  <a:pt x="9091" y="1752"/>
                </a:lnTo>
                <a:lnTo>
                  <a:pt x="11274" y="867"/>
                </a:lnTo>
                <a:lnTo>
                  <a:pt x="13566" y="295"/>
                </a:lnTo>
                <a:lnTo>
                  <a:pt x="16016" y="13"/>
                </a:lnTo>
                <a:lnTo>
                  <a:pt x="18678" y="0"/>
                </a:lnTo>
                <a:lnTo>
                  <a:pt x="21600" y="235"/>
                </a:lnTo>
                <a:close/>
              </a:path>
            </a:pathLst>
          </a:custGeom>
          <a:solidFill>
            <a:srgbClr val="DEE5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5" name="contour_11943"/>
          <p:cNvSpPr/>
          <p:nvPr/>
        </p:nvSpPr>
        <p:spPr>
          <a:xfrm>
            <a:off x="5607552" y="5473282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035" y="242"/>
                </a:lnTo>
                <a:lnTo>
                  <a:pt x="7844" y="469"/>
                </a:lnTo>
                <a:lnTo>
                  <a:pt x="8776" y="728"/>
                </a:lnTo>
                <a:lnTo>
                  <a:pt x="10010" y="1074"/>
                </a:lnTo>
                <a:lnTo>
                  <a:pt x="11729" y="1555"/>
                </a:lnTo>
                <a:lnTo>
                  <a:pt x="14111" y="2223"/>
                </a:lnTo>
                <a:lnTo>
                  <a:pt x="17342" y="3128"/>
                </a:lnTo>
                <a:lnTo>
                  <a:pt x="21600" y="4320"/>
                </a:lnTo>
                <a:lnTo>
                  <a:pt x="20721" y="4339"/>
                </a:lnTo>
                <a:lnTo>
                  <a:pt x="19168" y="4374"/>
                </a:lnTo>
                <a:lnTo>
                  <a:pt x="15620" y="4454"/>
                </a:lnTo>
                <a:lnTo>
                  <a:pt x="13602" y="4789"/>
                </a:lnTo>
                <a:lnTo>
                  <a:pt x="12269" y="5113"/>
                </a:lnTo>
                <a:lnTo>
                  <a:pt x="11019" y="5612"/>
                </a:lnTo>
                <a:lnTo>
                  <a:pt x="9257" y="6480"/>
                </a:lnTo>
                <a:lnTo>
                  <a:pt x="8662" y="7975"/>
                </a:lnTo>
                <a:lnTo>
                  <a:pt x="8152" y="9469"/>
                </a:lnTo>
                <a:lnTo>
                  <a:pt x="7720" y="10964"/>
                </a:lnTo>
                <a:lnTo>
                  <a:pt x="7359" y="12463"/>
                </a:lnTo>
                <a:lnTo>
                  <a:pt x="7057" y="13967"/>
                </a:lnTo>
                <a:lnTo>
                  <a:pt x="6807" y="15474"/>
                </a:lnTo>
                <a:lnTo>
                  <a:pt x="6603" y="16991"/>
                </a:lnTo>
                <a:lnTo>
                  <a:pt x="6434" y="18516"/>
                </a:lnTo>
                <a:lnTo>
                  <a:pt x="6295" y="20051"/>
                </a:lnTo>
                <a:lnTo>
                  <a:pt x="6171" y="21600"/>
                </a:lnTo>
                <a:lnTo>
                  <a:pt x="4243" y="20630"/>
                </a:lnTo>
                <a:lnTo>
                  <a:pt x="2959" y="19857"/>
                </a:lnTo>
                <a:lnTo>
                  <a:pt x="1737" y="18876"/>
                </a:lnTo>
                <a:lnTo>
                  <a:pt x="0" y="17280"/>
                </a:lnTo>
                <a:lnTo>
                  <a:pt x="305" y="15708"/>
                </a:lnTo>
                <a:lnTo>
                  <a:pt x="657" y="14213"/>
                </a:lnTo>
                <a:lnTo>
                  <a:pt x="1058" y="12763"/>
                </a:lnTo>
                <a:lnTo>
                  <a:pt x="1527" y="11327"/>
                </a:lnTo>
                <a:lnTo>
                  <a:pt x="2071" y="9873"/>
                </a:lnTo>
                <a:lnTo>
                  <a:pt x="2700" y="8370"/>
                </a:lnTo>
                <a:lnTo>
                  <a:pt x="3184" y="7160"/>
                </a:lnTo>
                <a:lnTo>
                  <a:pt x="3675" y="5931"/>
                </a:lnTo>
                <a:lnTo>
                  <a:pt x="4160" y="4743"/>
                </a:lnTo>
                <a:lnTo>
                  <a:pt x="4653" y="3555"/>
                </a:lnTo>
                <a:lnTo>
                  <a:pt x="5156" y="2370"/>
                </a:lnTo>
                <a:lnTo>
                  <a:pt x="5662" y="1184"/>
                </a:lnTo>
                <a:lnTo>
                  <a:pt x="6171" y="0"/>
                </a:lnTo>
                <a:close/>
              </a:path>
            </a:pathLst>
          </a:custGeom>
          <a:solidFill>
            <a:srgbClr val="4842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6" name="contour_11944"/>
          <p:cNvSpPr/>
          <p:nvPr/>
        </p:nvSpPr>
        <p:spPr>
          <a:xfrm>
            <a:off x="10075091" y="5495146"/>
            <a:ext cx="4514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1" y="0"/>
                </a:lnTo>
                <a:lnTo>
                  <a:pt x="4606" y="0"/>
                </a:lnTo>
                <a:lnTo>
                  <a:pt x="6911" y="0"/>
                </a:lnTo>
                <a:lnTo>
                  <a:pt x="9222" y="0"/>
                </a:lnTo>
                <a:lnTo>
                  <a:pt x="11541" y="0"/>
                </a:lnTo>
                <a:lnTo>
                  <a:pt x="13870" y="0"/>
                </a:lnTo>
                <a:lnTo>
                  <a:pt x="16206" y="0"/>
                </a:lnTo>
                <a:lnTo>
                  <a:pt x="18556" y="0"/>
                </a:lnTo>
                <a:lnTo>
                  <a:pt x="20920" y="0"/>
                </a:lnTo>
                <a:lnTo>
                  <a:pt x="21028" y="1855"/>
                </a:lnTo>
                <a:lnTo>
                  <a:pt x="21122" y="3710"/>
                </a:lnTo>
                <a:lnTo>
                  <a:pt x="21209" y="5567"/>
                </a:lnTo>
                <a:lnTo>
                  <a:pt x="21286" y="7425"/>
                </a:lnTo>
                <a:lnTo>
                  <a:pt x="21356" y="9283"/>
                </a:lnTo>
                <a:lnTo>
                  <a:pt x="21436" y="11008"/>
                </a:lnTo>
                <a:lnTo>
                  <a:pt x="21516" y="12744"/>
                </a:lnTo>
                <a:lnTo>
                  <a:pt x="21600" y="14502"/>
                </a:lnTo>
                <a:lnTo>
                  <a:pt x="21377" y="15954"/>
                </a:lnTo>
                <a:lnTo>
                  <a:pt x="21150" y="17418"/>
                </a:lnTo>
                <a:lnTo>
                  <a:pt x="20920" y="18900"/>
                </a:lnTo>
                <a:lnTo>
                  <a:pt x="18835" y="20039"/>
                </a:lnTo>
                <a:lnTo>
                  <a:pt x="17412" y="20701"/>
                </a:lnTo>
                <a:lnTo>
                  <a:pt x="16000" y="21138"/>
                </a:lnTo>
                <a:lnTo>
                  <a:pt x="13947" y="21600"/>
                </a:lnTo>
                <a:lnTo>
                  <a:pt x="13947" y="19815"/>
                </a:lnTo>
                <a:lnTo>
                  <a:pt x="13947" y="18020"/>
                </a:lnTo>
                <a:lnTo>
                  <a:pt x="13947" y="16200"/>
                </a:lnTo>
                <a:lnTo>
                  <a:pt x="12221" y="15530"/>
                </a:lnTo>
                <a:lnTo>
                  <a:pt x="10484" y="14861"/>
                </a:lnTo>
                <a:lnTo>
                  <a:pt x="8741" y="14183"/>
                </a:lnTo>
                <a:lnTo>
                  <a:pt x="6973" y="13500"/>
                </a:lnTo>
                <a:lnTo>
                  <a:pt x="8452" y="11972"/>
                </a:lnTo>
                <a:lnTo>
                  <a:pt x="9934" y="10444"/>
                </a:lnTo>
                <a:lnTo>
                  <a:pt x="11419" y="8910"/>
                </a:lnTo>
                <a:lnTo>
                  <a:pt x="12911" y="7371"/>
                </a:lnTo>
                <a:lnTo>
                  <a:pt x="14407" y="5824"/>
                </a:lnTo>
                <a:lnTo>
                  <a:pt x="15917" y="4269"/>
                </a:lnTo>
                <a:lnTo>
                  <a:pt x="17433" y="2700"/>
                </a:lnTo>
                <a:lnTo>
                  <a:pt x="14968" y="2700"/>
                </a:lnTo>
                <a:lnTo>
                  <a:pt x="12500" y="2700"/>
                </a:lnTo>
                <a:lnTo>
                  <a:pt x="10024" y="2700"/>
                </a:lnTo>
                <a:lnTo>
                  <a:pt x="7538" y="2700"/>
                </a:lnTo>
                <a:lnTo>
                  <a:pt x="5042" y="2700"/>
                </a:lnTo>
                <a:lnTo>
                  <a:pt x="2531" y="2700"/>
                </a:lnTo>
                <a:lnTo>
                  <a:pt x="0" y="2700"/>
                </a:lnTo>
                <a:lnTo>
                  <a:pt x="0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CFD3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7" name="contour_11945"/>
          <p:cNvSpPr/>
          <p:nvPr/>
        </p:nvSpPr>
        <p:spPr>
          <a:xfrm>
            <a:off x="2276940" y="5487858"/>
            <a:ext cx="72880" cy="353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19868" y="2649"/>
                </a:lnTo>
                <a:lnTo>
                  <a:pt x="20298" y="5306"/>
                </a:lnTo>
                <a:lnTo>
                  <a:pt x="20727" y="7973"/>
                </a:lnTo>
                <a:lnTo>
                  <a:pt x="21162" y="10662"/>
                </a:lnTo>
                <a:lnTo>
                  <a:pt x="21600" y="13377"/>
                </a:lnTo>
                <a:lnTo>
                  <a:pt x="20103" y="15335"/>
                </a:lnTo>
                <a:lnTo>
                  <a:pt x="18706" y="17016"/>
                </a:lnTo>
                <a:lnTo>
                  <a:pt x="17377" y="18425"/>
                </a:lnTo>
                <a:lnTo>
                  <a:pt x="16092" y="19567"/>
                </a:lnTo>
                <a:lnTo>
                  <a:pt x="14820" y="20450"/>
                </a:lnTo>
                <a:lnTo>
                  <a:pt x="13535" y="21078"/>
                </a:lnTo>
                <a:lnTo>
                  <a:pt x="12208" y="21462"/>
                </a:lnTo>
                <a:lnTo>
                  <a:pt x="10815" y="21600"/>
                </a:lnTo>
                <a:lnTo>
                  <a:pt x="9323" y="21502"/>
                </a:lnTo>
                <a:lnTo>
                  <a:pt x="7707" y="21176"/>
                </a:lnTo>
                <a:lnTo>
                  <a:pt x="5940" y="20623"/>
                </a:lnTo>
                <a:lnTo>
                  <a:pt x="4452" y="19959"/>
                </a:lnTo>
                <a:lnTo>
                  <a:pt x="2966" y="19277"/>
                </a:lnTo>
                <a:lnTo>
                  <a:pt x="1482" y="18572"/>
                </a:lnTo>
                <a:lnTo>
                  <a:pt x="0" y="17836"/>
                </a:lnTo>
                <a:lnTo>
                  <a:pt x="0" y="15625"/>
                </a:lnTo>
                <a:lnTo>
                  <a:pt x="0" y="13377"/>
                </a:lnTo>
                <a:lnTo>
                  <a:pt x="1348" y="12098"/>
                </a:lnTo>
                <a:lnTo>
                  <a:pt x="2449" y="11224"/>
                </a:lnTo>
                <a:lnTo>
                  <a:pt x="4253" y="10015"/>
                </a:lnTo>
                <a:lnTo>
                  <a:pt x="5571" y="9132"/>
                </a:lnTo>
                <a:lnTo>
                  <a:pt x="6910" y="8232"/>
                </a:lnTo>
                <a:lnTo>
                  <a:pt x="8305" y="7326"/>
                </a:lnTo>
                <a:lnTo>
                  <a:pt x="9720" y="6412"/>
                </a:lnTo>
                <a:lnTo>
                  <a:pt x="11115" y="5480"/>
                </a:lnTo>
                <a:lnTo>
                  <a:pt x="12530" y="4539"/>
                </a:lnTo>
                <a:lnTo>
                  <a:pt x="13910" y="3621"/>
                </a:lnTo>
                <a:lnTo>
                  <a:pt x="15293" y="2711"/>
                </a:lnTo>
                <a:lnTo>
                  <a:pt x="16673" y="1801"/>
                </a:lnTo>
                <a:lnTo>
                  <a:pt x="18055" y="896"/>
                </a:lnTo>
                <a:lnTo>
                  <a:pt x="19440" y="0"/>
                </a:lnTo>
                <a:close/>
              </a:path>
            </a:pathLst>
          </a:custGeom>
          <a:solidFill>
            <a:srgbClr val="D8E0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8" name="contour_11946"/>
          <p:cNvSpPr/>
          <p:nvPr/>
        </p:nvSpPr>
        <p:spPr>
          <a:xfrm>
            <a:off x="9710684" y="5466919"/>
            <a:ext cx="51016" cy="444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69" y="878"/>
                </a:moveTo>
                <a:lnTo>
                  <a:pt x="15805" y="1608"/>
                </a:lnTo>
                <a:lnTo>
                  <a:pt x="17150" y="2348"/>
                </a:lnTo>
                <a:lnTo>
                  <a:pt x="18514" y="3091"/>
                </a:lnTo>
                <a:lnTo>
                  <a:pt x="17839" y="3870"/>
                </a:lnTo>
                <a:lnTo>
                  <a:pt x="17157" y="4653"/>
                </a:lnTo>
                <a:lnTo>
                  <a:pt x="16215" y="5733"/>
                </a:lnTo>
                <a:lnTo>
                  <a:pt x="14756" y="7408"/>
                </a:lnTo>
                <a:lnTo>
                  <a:pt x="12525" y="9968"/>
                </a:lnTo>
                <a:lnTo>
                  <a:pt x="9257" y="13714"/>
                </a:lnTo>
                <a:lnTo>
                  <a:pt x="11004" y="14716"/>
                </a:lnTo>
                <a:lnTo>
                  <a:pt x="12753" y="15718"/>
                </a:lnTo>
                <a:lnTo>
                  <a:pt x="14506" y="16724"/>
                </a:lnTo>
                <a:lnTo>
                  <a:pt x="16265" y="17733"/>
                </a:lnTo>
                <a:lnTo>
                  <a:pt x="18033" y="18750"/>
                </a:lnTo>
                <a:lnTo>
                  <a:pt x="19810" y="19769"/>
                </a:lnTo>
                <a:lnTo>
                  <a:pt x="21600" y="20796"/>
                </a:lnTo>
                <a:lnTo>
                  <a:pt x="19351" y="21129"/>
                </a:lnTo>
                <a:lnTo>
                  <a:pt x="17141" y="21388"/>
                </a:lnTo>
                <a:lnTo>
                  <a:pt x="14960" y="21554"/>
                </a:lnTo>
                <a:lnTo>
                  <a:pt x="12787" y="21600"/>
                </a:lnTo>
                <a:lnTo>
                  <a:pt x="10609" y="21508"/>
                </a:lnTo>
                <a:lnTo>
                  <a:pt x="8412" y="21246"/>
                </a:lnTo>
                <a:lnTo>
                  <a:pt x="6171" y="20796"/>
                </a:lnTo>
                <a:lnTo>
                  <a:pt x="4882" y="18951"/>
                </a:lnTo>
                <a:lnTo>
                  <a:pt x="3777" y="17064"/>
                </a:lnTo>
                <a:lnTo>
                  <a:pt x="2823" y="15127"/>
                </a:lnTo>
                <a:lnTo>
                  <a:pt x="2000" y="13126"/>
                </a:lnTo>
                <a:lnTo>
                  <a:pt x="1271" y="11051"/>
                </a:lnTo>
                <a:lnTo>
                  <a:pt x="617" y="8891"/>
                </a:lnTo>
                <a:lnTo>
                  <a:pt x="0" y="6632"/>
                </a:lnTo>
                <a:lnTo>
                  <a:pt x="2975" y="3895"/>
                </a:lnTo>
                <a:lnTo>
                  <a:pt x="5221" y="1962"/>
                </a:lnTo>
                <a:lnTo>
                  <a:pt x="7001" y="737"/>
                </a:lnTo>
                <a:lnTo>
                  <a:pt x="8560" y="117"/>
                </a:lnTo>
                <a:lnTo>
                  <a:pt x="10158" y="0"/>
                </a:lnTo>
                <a:lnTo>
                  <a:pt x="12040" y="287"/>
                </a:lnTo>
                <a:lnTo>
                  <a:pt x="14469" y="878"/>
                </a:lnTo>
                <a:close/>
              </a:path>
            </a:pathLst>
          </a:custGeom>
          <a:solidFill>
            <a:srgbClr val="7E80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49" name="contour_11947"/>
          <p:cNvSpPr/>
          <p:nvPr/>
        </p:nvSpPr>
        <p:spPr>
          <a:xfrm>
            <a:off x="5819407" y="5480570"/>
            <a:ext cx="2864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16" y="0"/>
                </a:moveTo>
                <a:lnTo>
                  <a:pt x="6138" y="1071"/>
                </a:lnTo>
                <a:lnTo>
                  <a:pt x="7176" y="2160"/>
                </a:lnTo>
                <a:lnTo>
                  <a:pt x="8880" y="3231"/>
                </a:lnTo>
                <a:lnTo>
                  <a:pt x="10610" y="4320"/>
                </a:lnTo>
                <a:lnTo>
                  <a:pt x="14242" y="4320"/>
                </a:lnTo>
                <a:lnTo>
                  <a:pt x="17897" y="4320"/>
                </a:lnTo>
                <a:lnTo>
                  <a:pt x="21600" y="4320"/>
                </a:lnTo>
                <a:lnTo>
                  <a:pt x="21111" y="5571"/>
                </a:lnTo>
                <a:lnTo>
                  <a:pt x="20600" y="6819"/>
                </a:lnTo>
                <a:lnTo>
                  <a:pt x="20078" y="8068"/>
                </a:lnTo>
                <a:lnTo>
                  <a:pt x="19539" y="9314"/>
                </a:lnTo>
                <a:lnTo>
                  <a:pt x="18963" y="10709"/>
                </a:lnTo>
                <a:lnTo>
                  <a:pt x="18380" y="12124"/>
                </a:lnTo>
                <a:lnTo>
                  <a:pt x="17237" y="13463"/>
                </a:lnTo>
                <a:lnTo>
                  <a:pt x="15929" y="14727"/>
                </a:lnTo>
                <a:lnTo>
                  <a:pt x="14457" y="15926"/>
                </a:lnTo>
                <a:lnTo>
                  <a:pt x="12836" y="17081"/>
                </a:lnTo>
                <a:lnTo>
                  <a:pt x="11077" y="18209"/>
                </a:lnTo>
                <a:lnTo>
                  <a:pt x="9198" y="19328"/>
                </a:lnTo>
                <a:lnTo>
                  <a:pt x="7209" y="20451"/>
                </a:lnTo>
                <a:lnTo>
                  <a:pt x="5116" y="21600"/>
                </a:lnTo>
                <a:lnTo>
                  <a:pt x="4583" y="20205"/>
                </a:lnTo>
                <a:lnTo>
                  <a:pt x="4061" y="18811"/>
                </a:lnTo>
                <a:lnTo>
                  <a:pt x="3544" y="17416"/>
                </a:lnTo>
                <a:lnTo>
                  <a:pt x="3033" y="16021"/>
                </a:lnTo>
                <a:lnTo>
                  <a:pt x="2528" y="14625"/>
                </a:lnTo>
                <a:lnTo>
                  <a:pt x="2028" y="13230"/>
                </a:lnTo>
                <a:lnTo>
                  <a:pt x="1561" y="12044"/>
                </a:lnTo>
                <a:lnTo>
                  <a:pt x="1093" y="10843"/>
                </a:lnTo>
                <a:lnTo>
                  <a:pt x="577" y="9303"/>
                </a:lnTo>
                <a:lnTo>
                  <a:pt x="181" y="7860"/>
                </a:lnTo>
                <a:lnTo>
                  <a:pt x="0" y="6493"/>
                </a:lnTo>
                <a:lnTo>
                  <a:pt x="104" y="5178"/>
                </a:lnTo>
                <a:lnTo>
                  <a:pt x="588" y="3892"/>
                </a:lnTo>
                <a:lnTo>
                  <a:pt x="1528" y="2616"/>
                </a:lnTo>
                <a:lnTo>
                  <a:pt x="3011" y="1326"/>
                </a:lnTo>
                <a:lnTo>
                  <a:pt x="5116" y="0"/>
                </a:lnTo>
                <a:close/>
              </a:path>
            </a:pathLst>
          </a:custGeom>
          <a:solidFill>
            <a:srgbClr val="C1D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0" name="contour_11948"/>
          <p:cNvSpPr/>
          <p:nvPr/>
        </p:nvSpPr>
        <p:spPr>
          <a:xfrm>
            <a:off x="4419610" y="547328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5050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1" name="contour_11949"/>
          <p:cNvSpPr/>
          <p:nvPr/>
        </p:nvSpPr>
        <p:spPr>
          <a:xfrm>
            <a:off x="10177866" y="5465994"/>
            <a:ext cx="6484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80" y="0"/>
                </a:moveTo>
                <a:lnTo>
                  <a:pt x="3857" y="648"/>
                </a:lnTo>
                <a:lnTo>
                  <a:pt x="5078" y="1178"/>
                </a:lnTo>
                <a:lnTo>
                  <a:pt x="6049" y="1726"/>
                </a:lnTo>
                <a:lnTo>
                  <a:pt x="6967" y="2422"/>
                </a:lnTo>
                <a:lnTo>
                  <a:pt x="8037" y="3403"/>
                </a:lnTo>
                <a:lnTo>
                  <a:pt x="9462" y="4800"/>
                </a:lnTo>
                <a:lnTo>
                  <a:pt x="9130" y="6506"/>
                </a:lnTo>
                <a:lnTo>
                  <a:pt x="8729" y="8153"/>
                </a:lnTo>
                <a:lnTo>
                  <a:pt x="8268" y="9756"/>
                </a:lnTo>
                <a:lnTo>
                  <a:pt x="7753" y="11326"/>
                </a:lnTo>
                <a:lnTo>
                  <a:pt x="7190" y="12881"/>
                </a:lnTo>
                <a:lnTo>
                  <a:pt x="6588" y="14429"/>
                </a:lnTo>
                <a:lnTo>
                  <a:pt x="5952" y="15991"/>
                </a:lnTo>
                <a:lnTo>
                  <a:pt x="5290" y="17575"/>
                </a:lnTo>
                <a:lnTo>
                  <a:pt x="4607" y="19200"/>
                </a:lnTo>
                <a:lnTo>
                  <a:pt x="6290" y="19200"/>
                </a:lnTo>
                <a:lnTo>
                  <a:pt x="7974" y="19200"/>
                </a:lnTo>
                <a:lnTo>
                  <a:pt x="9659" y="19200"/>
                </a:lnTo>
                <a:lnTo>
                  <a:pt x="11346" y="19200"/>
                </a:lnTo>
                <a:lnTo>
                  <a:pt x="13041" y="19200"/>
                </a:lnTo>
                <a:lnTo>
                  <a:pt x="14737" y="19200"/>
                </a:lnTo>
                <a:lnTo>
                  <a:pt x="16442" y="19200"/>
                </a:lnTo>
                <a:lnTo>
                  <a:pt x="18153" y="19200"/>
                </a:lnTo>
                <a:lnTo>
                  <a:pt x="19872" y="19200"/>
                </a:lnTo>
                <a:lnTo>
                  <a:pt x="21600" y="19200"/>
                </a:lnTo>
                <a:lnTo>
                  <a:pt x="21600" y="20390"/>
                </a:lnTo>
                <a:lnTo>
                  <a:pt x="21600" y="21600"/>
                </a:lnTo>
                <a:lnTo>
                  <a:pt x="19998" y="21600"/>
                </a:lnTo>
                <a:lnTo>
                  <a:pt x="18396" y="21600"/>
                </a:lnTo>
                <a:lnTo>
                  <a:pt x="16791" y="21600"/>
                </a:lnTo>
                <a:lnTo>
                  <a:pt x="15184" y="21600"/>
                </a:lnTo>
                <a:lnTo>
                  <a:pt x="13575" y="21600"/>
                </a:lnTo>
                <a:lnTo>
                  <a:pt x="11963" y="21600"/>
                </a:lnTo>
                <a:lnTo>
                  <a:pt x="10346" y="21600"/>
                </a:lnTo>
                <a:lnTo>
                  <a:pt x="8724" y="21600"/>
                </a:lnTo>
                <a:lnTo>
                  <a:pt x="7098" y="21600"/>
                </a:lnTo>
                <a:lnTo>
                  <a:pt x="5467" y="21600"/>
                </a:lnTo>
                <a:lnTo>
                  <a:pt x="3826" y="21600"/>
                </a:lnTo>
                <a:lnTo>
                  <a:pt x="2180" y="21600"/>
                </a:lnTo>
                <a:lnTo>
                  <a:pt x="1556" y="17892"/>
                </a:lnTo>
                <a:lnTo>
                  <a:pt x="1037" y="14743"/>
                </a:lnTo>
                <a:lnTo>
                  <a:pt x="621" y="12091"/>
                </a:lnTo>
                <a:lnTo>
                  <a:pt x="311" y="9878"/>
                </a:lnTo>
                <a:lnTo>
                  <a:pt x="102" y="8047"/>
                </a:lnTo>
                <a:lnTo>
                  <a:pt x="0" y="6535"/>
                </a:lnTo>
                <a:lnTo>
                  <a:pt x="0" y="5287"/>
                </a:lnTo>
                <a:lnTo>
                  <a:pt x="102" y="4241"/>
                </a:lnTo>
                <a:lnTo>
                  <a:pt x="311" y="3341"/>
                </a:lnTo>
                <a:lnTo>
                  <a:pt x="621" y="2525"/>
                </a:lnTo>
                <a:lnTo>
                  <a:pt x="1037" y="1735"/>
                </a:lnTo>
                <a:lnTo>
                  <a:pt x="1556" y="914"/>
                </a:lnTo>
                <a:lnTo>
                  <a:pt x="2180" y="0"/>
                </a:lnTo>
                <a:close/>
              </a:path>
            </a:pathLst>
          </a:custGeom>
          <a:solidFill>
            <a:srgbClr val="9092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2" name="contour_11950"/>
          <p:cNvSpPr/>
          <p:nvPr/>
        </p:nvSpPr>
        <p:spPr>
          <a:xfrm>
            <a:off x="4230122" y="5458706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7" y="544"/>
                </a:lnTo>
                <a:lnTo>
                  <a:pt x="988" y="1498"/>
                </a:lnTo>
                <a:lnTo>
                  <a:pt x="2431" y="3683"/>
                </a:lnTo>
                <a:lnTo>
                  <a:pt x="3725" y="5080"/>
                </a:lnTo>
                <a:lnTo>
                  <a:pt x="4982" y="6077"/>
                </a:lnTo>
                <a:lnTo>
                  <a:pt x="6219" y="6725"/>
                </a:lnTo>
                <a:lnTo>
                  <a:pt x="7450" y="7067"/>
                </a:lnTo>
                <a:lnTo>
                  <a:pt x="8693" y="7150"/>
                </a:lnTo>
                <a:lnTo>
                  <a:pt x="9965" y="7024"/>
                </a:lnTo>
                <a:lnTo>
                  <a:pt x="11281" y="6736"/>
                </a:lnTo>
                <a:lnTo>
                  <a:pt x="12660" y="6329"/>
                </a:lnTo>
                <a:lnTo>
                  <a:pt x="14115" y="5850"/>
                </a:lnTo>
                <a:lnTo>
                  <a:pt x="14659" y="5695"/>
                </a:lnTo>
                <a:lnTo>
                  <a:pt x="16304" y="5231"/>
                </a:lnTo>
                <a:lnTo>
                  <a:pt x="17630" y="4842"/>
                </a:lnTo>
                <a:lnTo>
                  <a:pt x="18955" y="4439"/>
                </a:lnTo>
                <a:lnTo>
                  <a:pt x="20277" y="4025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21040" y="10699"/>
                </a:lnTo>
                <a:lnTo>
                  <a:pt x="20053" y="10526"/>
                </a:lnTo>
                <a:lnTo>
                  <a:pt x="17794" y="10123"/>
                </a:lnTo>
                <a:lnTo>
                  <a:pt x="16198" y="10123"/>
                </a:lnTo>
                <a:lnTo>
                  <a:pt x="15147" y="10296"/>
                </a:lnTo>
                <a:lnTo>
                  <a:pt x="13745" y="10800"/>
                </a:lnTo>
                <a:lnTo>
                  <a:pt x="13023" y="13478"/>
                </a:lnTo>
                <a:lnTo>
                  <a:pt x="12559" y="15379"/>
                </a:lnTo>
                <a:lnTo>
                  <a:pt x="12261" y="17021"/>
                </a:lnTo>
                <a:lnTo>
                  <a:pt x="12033" y="18922"/>
                </a:lnTo>
                <a:lnTo>
                  <a:pt x="11782" y="21600"/>
                </a:lnTo>
                <a:lnTo>
                  <a:pt x="11782" y="19220"/>
                </a:lnTo>
                <a:lnTo>
                  <a:pt x="11782" y="16826"/>
                </a:lnTo>
                <a:lnTo>
                  <a:pt x="11782" y="14400"/>
                </a:lnTo>
                <a:lnTo>
                  <a:pt x="10751" y="14652"/>
                </a:lnTo>
                <a:lnTo>
                  <a:pt x="9702" y="14908"/>
                </a:lnTo>
                <a:lnTo>
                  <a:pt x="8361" y="15088"/>
                </a:lnTo>
                <a:lnTo>
                  <a:pt x="7073" y="15203"/>
                </a:lnTo>
                <a:lnTo>
                  <a:pt x="5814" y="15221"/>
                </a:lnTo>
                <a:lnTo>
                  <a:pt x="4560" y="15116"/>
                </a:lnTo>
                <a:lnTo>
                  <a:pt x="3285" y="14854"/>
                </a:lnTo>
                <a:lnTo>
                  <a:pt x="1964" y="14400"/>
                </a:lnTo>
                <a:lnTo>
                  <a:pt x="1286" y="12110"/>
                </a:lnTo>
                <a:lnTo>
                  <a:pt x="793" y="9814"/>
                </a:lnTo>
                <a:lnTo>
                  <a:pt x="452" y="7481"/>
                </a:lnTo>
                <a:lnTo>
                  <a:pt x="226" y="5087"/>
                </a:lnTo>
                <a:lnTo>
                  <a:pt x="86" y="2603"/>
                </a:lnTo>
                <a:lnTo>
                  <a:pt x="0" y="0"/>
                </a:lnTo>
                <a:close/>
              </a:path>
            </a:pathLst>
          </a:custGeom>
          <a:solidFill>
            <a:srgbClr val="736D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3" name="contour_11951"/>
          <p:cNvSpPr/>
          <p:nvPr/>
        </p:nvSpPr>
        <p:spPr>
          <a:xfrm>
            <a:off x="5658568" y="5444793"/>
            <a:ext cx="43728" cy="357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427"/>
                </a:moveTo>
                <a:lnTo>
                  <a:pt x="20239" y="2200"/>
                </a:lnTo>
                <a:lnTo>
                  <a:pt x="21600" y="4000"/>
                </a:lnTo>
                <a:lnTo>
                  <a:pt x="21254" y="7058"/>
                </a:lnTo>
                <a:lnTo>
                  <a:pt x="20783" y="10001"/>
                </a:lnTo>
                <a:lnTo>
                  <a:pt x="20196" y="12879"/>
                </a:lnTo>
                <a:lnTo>
                  <a:pt x="19523" y="15735"/>
                </a:lnTo>
                <a:lnTo>
                  <a:pt x="18785" y="18626"/>
                </a:lnTo>
                <a:lnTo>
                  <a:pt x="18000" y="21600"/>
                </a:lnTo>
                <a:lnTo>
                  <a:pt x="15772" y="21054"/>
                </a:lnTo>
                <a:lnTo>
                  <a:pt x="13543" y="20509"/>
                </a:lnTo>
                <a:lnTo>
                  <a:pt x="11308" y="19963"/>
                </a:lnTo>
                <a:lnTo>
                  <a:pt x="9068" y="19418"/>
                </a:lnTo>
                <a:lnTo>
                  <a:pt x="6818" y="18868"/>
                </a:lnTo>
                <a:lnTo>
                  <a:pt x="4558" y="18313"/>
                </a:lnTo>
                <a:lnTo>
                  <a:pt x="2286" y="17759"/>
                </a:lnTo>
                <a:lnTo>
                  <a:pt x="0" y="17200"/>
                </a:lnTo>
                <a:lnTo>
                  <a:pt x="569" y="14058"/>
                </a:lnTo>
                <a:lnTo>
                  <a:pt x="1040" y="11801"/>
                </a:lnTo>
                <a:lnTo>
                  <a:pt x="1588" y="9795"/>
                </a:lnTo>
                <a:lnTo>
                  <a:pt x="2383" y="7405"/>
                </a:lnTo>
                <a:lnTo>
                  <a:pt x="3600" y="4000"/>
                </a:lnTo>
                <a:lnTo>
                  <a:pt x="5893" y="2609"/>
                </a:lnTo>
                <a:lnTo>
                  <a:pt x="7999" y="1514"/>
                </a:lnTo>
                <a:lnTo>
                  <a:pt x="10008" y="717"/>
                </a:lnTo>
                <a:lnTo>
                  <a:pt x="12010" y="216"/>
                </a:lnTo>
                <a:lnTo>
                  <a:pt x="14101" y="0"/>
                </a:lnTo>
                <a:lnTo>
                  <a:pt x="16366" y="70"/>
                </a:lnTo>
                <a:lnTo>
                  <a:pt x="18900" y="427"/>
                </a:lnTo>
                <a:close/>
              </a:path>
            </a:pathLst>
          </a:custGeom>
          <a:solidFill>
            <a:srgbClr val="3130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4" name="contour_11952"/>
          <p:cNvSpPr/>
          <p:nvPr/>
        </p:nvSpPr>
        <p:spPr>
          <a:xfrm>
            <a:off x="5184849" y="5445157"/>
            <a:ext cx="65592" cy="354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264"/>
                </a:moveTo>
                <a:lnTo>
                  <a:pt x="20460" y="8815"/>
                </a:lnTo>
                <a:lnTo>
                  <a:pt x="19313" y="9366"/>
                </a:lnTo>
                <a:lnTo>
                  <a:pt x="18149" y="9931"/>
                </a:lnTo>
                <a:lnTo>
                  <a:pt x="16910" y="10847"/>
                </a:lnTo>
                <a:lnTo>
                  <a:pt x="15665" y="11776"/>
                </a:lnTo>
                <a:lnTo>
                  <a:pt x="14400" y="12709"/>
                </a:lnTo>
                <a:lnTo>
                  <a:pt x="14138" y="13883"/>
                </a:lnTo>
                <a:lnTo>
                  <a:pt x="13349" y="17430"/>
                </a:lnTo>
                <a:lnTo>
                  <a:pt x="12679" y="19502"/>
                </a:lnTo>
                <a:lnTo>
                  <a:pt x="12000" y="21600"/>
                </a:lnTo>
                <a:lnTo>
                  <a:pt x="10296" y="21516"/>
                </a:lnTo>
                <a:lnTo>
                  <a:pt x="9089" y="21315"/>
                </a:lnTo>
                <a:lnTo>
                  <a:pt x="7798" y="20840"/>
                </a:lnTo>
                <a:lnTo>
                  <a:pt x="5851" y="19933"/>
                </a:lnTo>
                <a:lnTo>
                  <a:pt x="4207" y="19191"/>
                </a:lnTo>
                <a:lnTo>
                  <a:pt x="2542" y="18439"/>
                </a:lnTo>
                <a:lnTo>
                  <a:pt x="1908" y="18119"/>
                </a:lnTo>
                <a:lnTo>
                  <a:pt x="0" y="17155"/>
                </a:lnTo>
                <a:lnTo>
                  <a:pt x="842" y="14439"/>
                </a:lnTo>
                <a:lnTo>
                  <a:pt x="1666" y="11945"/>
                </a:lnTo>
                <a:lnTo>
                  <a:pt x="2501" y="9646"/>
                </a:lnTo>
                <a:lnTo>
                  <a:pt x="3386" y="7517"/>
                </a:lnTo>
                <a:lnTo>
                  <a:pt x="4354" y="5534"/>
                </a:lnTo>
                <a:lnTo>
                  <a:pt x="5438" y="3676"/>
                </a:lnTo>
                <a:lnTo>
                  <a:pt x="6677" y="1907"/>
                </a:lnTo>
                <a:lnTo>
                  <a:pt x="8100" y="209"/>
                </a:lnTo>
                <a:lnTo>
                  <a:pt x="9864" y="0"/>
                </a:lnTo>
                <a:lnTo>
                  <a:pt x="11496" y="142"/>
                </a:lnTo>
                <a:lnTo>
                  <a:pt x="13025" y="605"/>
                </a:lnTo>
                <a:lnTo>
                  <a:pt x="14479" y="1351"/>
                </a:lnTo>
                <a:lnTo>
                  <a:pt x="15886" y="2352"/>
                </a:lnTo>
                <a:lnTo>
                  <a:pt x="17273" y="3579"/>
                </a:lnTo>
                <a:lnTo>
                  <a:pt x="18670" y="4992"/>
                </a:lnTo>
                <a:lnTo>
                  <a:pt x="20102" y="6566"/>
                </a:lnTo>
                <a:lnTo>
                  <a:pt x="21600" y="8264"/>
                </a:lnTo>
                <a:close/>
              </a:path>
            </a:pathLst>
          </a:custGeom>
          <a:solidFill>
            <a:srgbClr val="4A45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5" name="contour_11953"/>
          <p:cNvSpPr/>
          <p:nvPr/>
        </p:nvSpPr>
        <p:spPr>
          <a:xfrm>
            <a:off x="4958921" y="5436842"/>
            <a:ext cx="51730" cy="44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16" y="0"/>
                </a:moveTo>
                <a:lnTo>
                  <a:pt x="17227" y="0"/>
                </a:lnTo>
                <a:lnTo>
                  <a:pt x="19251" y="0"/>
                </a:lnTo>
                <a:lnTo>
                  <a:pt x="21302" y="0"/>
                </a:lnTo>
                <a:lnTo>
                  <a:pt x="21360" y="2162"/>
                </a:lnTo>
                <a:lnTo>
                  <a:pt x="21408" y="4328"/>
                </a:lnTo>
                <a:lnTo>
                  <a:pt x="21451" y="6490"/>
                </a:lnTo>
                <a:lnTo>
                  <a:pt x="21490" y="8656"/>
                </a:lnTo>
                <a:lnTo>
                  <a:pt x="21545" y="11070"/>
                </a:lnTo>
                <a:lnTo>
                  <a:pt x="21600" y="13523"/>
                </a:lnTo>
                <a:lnTo>
                  <a:pt x="21381" y="16022"/>
                </a:lnTo>
                <a:lnTo>
                  <a:pt x="20958" y="17666"/>
                </a:lnTo>
                <a:lnTo>
                  <a:pt x="20024" y="19182"/>
                </a:lnTo>
                <a:lnTo>
                  <a:pt x="18259" y="21302"/>
                </a:lnTo>
                <a:lnTo>
                  <a:pt x="16125" y="21472"/>
                </a:lnTo>
                <a:lnTo>
                  <a:pt x="14573" y="21568"/>
                </a:lnTo>
                <a:lnTo>
                  <a:pt x="13155" y="21600"/>
                </a:lnTo>
                <a:lnTo>
                  <a:pt x="11427" y="21582"/>
                </a:lnTo>
                <a:lnTo>
                  <a:pt x="8941" y="21522"/>
                </a:lnTo>
                <a:lnTo>
                  <a:pt x="7270" y="21490"/>
                </a:lnTo>
                <a:lnTo>
                  <a:pt x="5590" y="21458"/>
                </a:lnTo>
                <a:lnTo>
                  <a:pt x="3886" y="21426"/>
                </a:lnTo>
                <a:lnTo>
                  <a:pt x="1957" y="21366"/>
                </a:lnTo>
                <a:lnTo>
                  <a:pt x="0" y="21302"/>
                </a:lnTo>
                <a:lnTo>
                  <a:pt x="636" y="20815"/>
                </a:lnTo>
                <a:lnTo>
                  <a:pt x="2556" y="19346"/>
                </a:lnTo>
                <a:lnTo>
                  <a:pt x="4601" y="17656"/>
                </a:lnTo>
                <a:lnTo>
                  <a:pt x="6412" y="16054"/>
                </a:lnTo>
                <a:lnTo>
                  <a:pt x="8009" y="14496"/>
                </a:lnTo>
                <a:lnTo>
                  <a:pt x="9421" y="12916"/>
                </a:lnTo>
                <a:lnTo>
                  <a:pt x="10669" y="11265"/>
                </a:lnTo>
                <a:lnTo>
                  <a:pt x="11774" y="9486"/>
                </a:lnTo>
                <a:lnTo>
                  <a:pt x="12757" y="7523"/>
                </a:lnTo>
                <a:lnTo>
                  <a:pt x="13645" y="5325"/>
                </a:lnTo>
                <a:lnTo>
                  <a:pt x="14455" y="2837"/>
                </a:lnTo>
                <a:lnTo>
                  <a:pt x="15216" y="0"/>
                </a:lnTo>
                <a:close/>
              </a:path>
            </a:pathLst>
          </a:custGeom>
          <a:solidFill>
            <a:srgbClr val="7D63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6" name="contour_11954"/>
          <p:cNvSpPr/>
          <p:nvPr/>
        </p:nvSpPr>
        <p:spPr>
          <a:xfrm>
            <a:off x="2233212" y="5422266"/>
            <a:ext cx="43728" cy="662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976" y="1148"/>
                </a:lnTo>
                <a:lnTo>
                  <a:pt x="11153" y="2301"/>
                </a:lnTo>
                <a:lnTo>
                  <a:pt x="11333" y="3474"/>
                </a:lnTo>
                <a:lnTo>
                  <a:pt x="11603" y="4976"/>
                </a:lnTo>
                <a:lnTo>
                  <a:pt x="11876" y="6491"/>
                </a:lnTo>
                <a:lnTo>
                  <a:pt x="12150" y="8024"/>
                </a:lnTo>
                <a:lnTo>
                  <a:pt x="12402" y="9515"/>
                </a:lnTo>
                <a:lnTo>
                  <a:pt x="12654" y="11015"/>
                </a:lnTo>
                <a:lnTo>
                  <a:pt x="12910" y="12537"/>
                </a:lnTo>
                <a:lnTo>
                  <a:pt x="13622" y="14282"/>
                </a:lnTo>
                <a:lnTo>
                  <a:pt x="14411" y="15746"/>
                </a:lnTo>
                <a:lnTo>
                  <a:pt x="15336" y="17004"/>
                </a:lnTo>
                <a:lnTo>
                  <a:pt x="16459" y="18126"/>
                </a:lnTo>
                <a:lnTo>
                  <a:pt x="17834" y="19184"/>
                </a:lnTo>
                <a:lnTo>
                  <a:pt x="19530" y="20252"/>
                </a:lnTo>
                <a:lnTo>
                  <a:pt x="21600" y="21398"/>
                </a:lnTo>
                <a:lnTo>
                  <a:pt x="18781" y="21548"/>
                </a:lnTo>
                <a:lnTo>
                  <a:pt x="16243" y="21600"/>
                </a:lnTo>
                <a:lnTo>
                  <a:pt x="13882" y="21503"/>
                </a:lnTo>
                <a:lnTo>
                  <a:pt x="11585" y="21201"/>
                </a:lnTo>
                <a:lnTo>
                  <a:pt x="9245" y="20639"/>
                </a:lnTo>
                <a:lnTo>
                  <a:pt x="6750" y="19762"/>
                </a:lnTo>
                <a:lnTo>
                  <a:pt x="5425" y="18364"/>
                </a:lnTo>
                <a:lnTo>
                  <a:pt x="4262" y="16954"/>
                </a:lnTo>
                <a:lnTo>
                  <a:pt x="3254" y="15528"/>
                </a:lnTo>
                <a:lnTo>
                  <a:pt x="2398" y="14082"/>
                </a:lnTo>
                <a:lnTo>
                  <a:pt x="1678" y="12611"/>
                </a:lnTo>
                <a:lnTo>
                  <a:pt x="1098" y="11113"/>
                </a:lnTo>
                <a:lnTo>
                  <a:pt x="644" y="9582"/>
                </a:lnTo>
                <a:lnTo>
                  <a:pt x="317" y="8015"/>
                </a:lnTo>
                <a:lnTo>
                  <a:pt x="104" y="6407"/>
                </a:lnTo>
                <a:lnTo>
                  <a:pt x="0" y="4755"/>
                </a:lnTo>
                <a:lnTo>
                  <a:pt x="2048" y="2751"/>
                </a:lnTo>
                <a:lnTo>
                  <a:pt x="3600" y="1410"/>
                </a:lnTo>
                <a:lnTo>
                  <a:pt x="4950" y="594"/>
                </a:lnTo>
                <a:lnTo>
                  <a:pt x="6401" y="176"/>
                </a:lnTo>
                <a:lnTo>
                  <a:pt x="8251" y="21"/>
                </a:lnTo>
                <a:lnTo>
                  <a:pt x="10800" y="0"/>
                </a:lnTo>
                <a:close/>
              </a:path>
            </a:pathLst>
          </a:custGeom>
          <a:solidFill>
            <a:srgbClr val="AA96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7" name="contour_11955"/>
          <p:cNvSpPr/>
          <p:nvPr/>
        </p:nvSpPr>
        <p:spPr>
          <a:xfrm>
            <a:off x="5257634" y="5400402"/>
            <a:ext cx="4382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39" y="0"/>
                </a:moveTo>
                <a:lnTo>
                  <a:pt x="5446" y="1336"/>
                </a:lnTo>
                <a:lnTo>
                  <a:pt x="7246" y="2682"/>
                </a:lnTo>
                <a:lnTo>
                  <a:pt x="9042" y="4032"/>
                </a:lnTo>
                <a:lnTo>
                  <a:pt x="10831" y="5389"/>
                </a:lnTo>
                <a:lnTo>
                  <a:pt x="12619" y="6750"/>
                </a:lnTo>
                <a:lnTo>
                  <a:pt x="13363" y="7308"/>
                </a:lnTo>
                <a:lnTo>
                  <a:pt x="14671" y="8294"/>
                </a:lnTo>
                <a:lnTo>
                  <a:pt x="17670" y="10548"/>
                </a:lnTo>
                <a:lnTo>
                  <a:pt x="18967" y="11819"/>
                </a:lnTo>
                <a:lnTo>
                  <a:pt x="20274" y="131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258" y="21409"/>
                </a:lnTo>
                <a:lnTo>
                  <a:pt x="16959" y="21179"/>
                </a:lnTo>
                <a:lnTo>
                  <a:pt x="14696" y="20891"/>
                </a:lnTo>
                <a:lnTo>
                  <a:pt x="12458" y="20527"/>
                </a:lnTo>
                <a:lnTo>
                  <a:pt x="10241" y="20077"/>
                </a:lnTo>
                <a:lnTo>
                  <a:pt x="8039" y="19516"/>
                </a:lnTo>
                <a:lnTo>
                  <a:pt x="5841" y="18828"/>
                </a:lnTo>
                <a:lnTo>
                  <a:pt x="3639" y="18000"/>
                </a:lnTo>
                <a:lnTo>
                  <a:pt x="2331" y="15714"/>
                </a:lnTo>
                <a:lnTo>
                  <a:pt x="1333" y="13432"/>
                </a:lnTo>
                <a:lnTo>
                  <a:pt x="625" y="11117"/>
                </a:lnTo>
                <a:lnTo>
                  <a:pt x="187" y="8730"/>
                </a:lnTo>
                <a:lnTo>
                  <a:pt x="0" y="6239"/>
                </a:lnTo>
                <a:lnTo>
                  <a:pt x="47" y="3600"/>
                </a:lnTo>
                <a:lnTo>
                  <a:pt x="1828" y="1814"/>
                </a:lnTo>
                <a:lnTo>
                  <a:pt x="3639" y="0"/>
                </a:lnTo>
                <a:close/>
              </a:path>
            </a:pathLst>
          </a:custGeom>
          <a:solidFill>
            <a:srgbClr val="7A6C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8" name="contour_11956"/>
          <p:cNvSpPr/>
          <p:nvPr/>
        </p:nvSpPr>
        <p:spPr>
          <a:xfrm>
            <a:off x="1212893" y="5407690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19033" y="5108"/>
                </a:lnTo>
                <a:lnTo>
                  <a:pt x="17045" y="9023"/>
                </a:lnTo>
                <a:lnTo>
                  <a:pt x="15500" y="11993"/>
                </a:lnTo>
                <a:lnTo>
                  <a:pt x="14244" y="14278"/>
                </a:lnTo>
                <a:lnTo>
                  <a:pt x="13136" y="16130"/>
                </a:lnTo>
                <a:lnTo>
                  <a:pt x="12031" y="17798"/>
                </a:lnTo>
                <a:lnTo>
                  <a:pt x="10788" y="19537"/>
                </a:lnTo>
                <a:lnTo>
                  <a:pt x="9257" y="21600"/>
                </a:lnTo>
                <a:lnTo>
                  <a:pt x="6591" y="21395"/>
                </a:lnTo>
                <a:lnTo>
                  <a:pt x="4777" y="21011"/>
                </a:lnTo>
                <a:lnTo>
                  <a:pt x="3370" y="20191"/>
                </a:lnTo>
                <a:lnTo>
                  <a:pt x="1925" y="18673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2220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59" name="contour_11957"/>
          <p:cNvSpPr/>
          <p:nvPr/>
        </p:nvSpPr>
        <p:spPr>
          <a:xfrm>
            <a:off x="462230" y="5393114"/>
            <a:ext cx="36440" cy="376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69"/>
                </a:lnTo>
                <a:lnTo>
                  <a:pt x="2341" y="908"/>
                </a:lnTo>
                <a:lnTo>
                  <a:pt x="3646" y="1410"/>
                </a:lnTo>
                <a:lnTo>
                  <a:pt x="5374" y="2079"/>
                </a:lnTo>
                <a:lnTo>
                  <a:pt x="7780" y="3012"/>
                </a:lnTo>
                <a:lnTo>
                  <a:pt x="11115" y="4305"/>
                </a:lnTo>
                <a:lnTo>
                  <a:pt x="15638" y="6058"/>
                </a:lnTo>
                <a:lnTo>
                  <a:pt x="21600" y="8367"/>
                </a:lnTo>
                <a:lnTo>
                  <a:pt x="21047" y="11480"/>
                </a:lnTo>
                <a:lnTo>
                  <a:pt x="20546" y="13689"/>
                </a:lnTo>
                <a:lnTo>
                  <a:pt x="19889" y="15597"/>
                </a:lnTo>
                <a:lnTo>
                  <a:pt x="18870" y="17805"/>
                </a:lnTo>
                <a:lnTo>
                  <a:pt x="17280" y="20918"/>
                </a:lnTo>
                <a:lnTo>
                  <a:pt x="14321" y="21387"/>
                </a:lnTo>
                <a:lnTo>
                  <a:pt x="11487" y="21596"/>
                </a:lnTo>
                <a:lnTo>
                  <a:pt x="8713" y="21600"/>
                </a:lnTo>
                <a:lnTo>
                  <a:pt x="5923" y="21454"/>
                </a:lnTo>
                <a:lnTo>
                  <a:pt x="3041" y="21207"/>
                </a:lnTo>
                <a:lnTo>
                  <a:pt x="0" y="20918"/>
                </a:lnTo>
                <a:lnTo>
                  <a:pt x="0" y="17960"/>
                </a:lnTo>
                <a:lnTo>
                  <a:pt x="0" y="14998"/>
                </a:lnTo>
                <a:lnTo>
                  <a:pt x="0" y="12028"/>
                </a:lnTo>
                <a:lnTo>
                  <a:pt x="0" y="9045"/>
                </a:lnTo>
                <a:lnTo>
                  <a:pt x="0" y="6050"/>
                </a:lnTo>
                <a:lnTo>
                  <a:pt x="0" y="3037"/>
                </a:lnTo>
                <a:lnTo>
                  <a:pt x="0" y="0"/>
                </a:lnTo>
                <a:close/>
              </a:path>
            </a:pathLst>
          </a:custGeom>
          <a:solidFill>
            <a:srgbClr val="2626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0" name="contour_11958"/>
          <p:cNvSpPr/>
          <p:nvPr/>
        </p:nvSpPr>
        <p:spPr>
          <a:xfrm>
            <a:off x="2415412" y="5385826"/>
            <a:ext cx="45149" cy="654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33" y="0"/>
                </a:moveTo>
                <a:lnTo>
                  <a:pt x="19163" y="0"/>
                </a:lnTo>
                <a:lnTo>
                  <a:pt x="20920" y="0"/>
                </a:lnTo>
                <a:lnTo>
                  <a:pt x="21028" y="1624"/>
                </a:lnTo>
                <a:lnTo>
                  <a:pt x="21122" y="3248"/>
                </a:lnTo>
                <a:lnTo>
                  <a:pt x="21209" y="4871"/>
                </a:lnTo>
                <a:lnTo>
                  <a:pt x="21286" y="6495"/>
                </a:lnTo>
                <a:lnTo>
                  <a:pt x="21356" y="8119"/>
                </a:lnTo>
                <a:lnTo>
                  <a:pt x="21436" y="9627"/>
                </a:lnTo>
                <a:lnTo>
                  <a:pt x="21516" y="11145"/>
                </a:lnTo>
                <a:lnTo>
                  <a:pt x="21600" y="12685"/>
                </a:lnTo>
                <a:lnTo>
                  <a:pt x="21244" y="14737"/>
                </a:lnTo>
                <a:lnTo>
                  <a:pt x="20871" y="16134"/>
                </a:lnTo>
                <a:lnTo>
                  <a:pt x="20303" y="17222"/>
                </a:lnTo>
                <a:lnTo>
                  <a:pt x="19365" y="18345"/>
                </a:lnTo>
                <a:lnTo>
                  <a:pt x="17869" y="19846"/>
                </a:lnTo>
                <a:lnTo>
                  <a:pt x="15544" y="20888"/>
                </a:lnTo>
                <a:lnTo>
                  <a:pt x="13971" y="21417"/>
                </a:lnTo>
                <a:lnTo>
                  <a:pt x="12434" y="21600"/>
                </a:lnTo>
                <a:lnTo>
                  <a:pt x="10216" y="21595"/>
                </a:lnTo>
                <a:lnTo>
                  <a:pt x="8173" y="21126"/>
                </a:lnTo>
                <a:lnTo>
                  <a:pt x="6130" y="20655"/>
                </a:lnTo>
                <a:lnTo>
                  <a:pt x="4086" y="20185"/>
                </a:lnTo>
                <a:lnTo>
                  <a:pt x="2043" y="19714"/>
                </a:lnTo>
                <a:lnTo>
                  <a:pt x="0" y="19245"/>
                </a:lnTo>
                <a:lnTo>
                  <a:pt x="2305" y="19245"/>
                </a:lnTo>
                <a:lnTo>
                  <a:pt x="4623" y="19245"/>
                </a:lnTo>
                <a:lnTo>
                  <a:pt x="6973" y="19245"/>
                </a:lnTo>
                <a:lnTo>
                  <a:pt x="8389" y="17936"/>
                </a:lnTo>
                <a:lnTo>
                  <a:pt x="9655" y="16560"/>
                </a:lnTo>
                <a:lnTo>
                  <a:pt x="10777" y="15122"/>
                </a:lnTo>
                <a:lnTo>
                  <a:pt x="11775" y="13635"/>
                </a:lnTo>
                <a:lnTo>
                  <a:pt x="12660" y="12107"/>
                </a:lnTo>
                <a:lnTo>
                  <a:pt x="13448" y="10549"/>
                </a:lnTo>
                <a:lnTo>
                  <a:pt x="14156" y="8971"/>
                </a:lnTo>
                <a:lnTo>
                  <a:pt x="14791" y="7380"/>
                </a:lnTo>
                <a:lnTo>
                  <a:pt x="15369" y="5790"/>
                </a:lnTo>
                <a:lnTo>
                  <a:pt x="15906" y="4210"/>
                </a:lnTo>
                <a:lnTo>
                  <a:pt x="16412" y="2819"/>
                </a:lnTo>
                <a:lnTo>
                  <a:pt x="16917" y="1419"/>
                </a:lnTo>
                <a:lnTo>
                  <a:pt x="17433" y="0"/>
                </a:lnTo>
                <a:close/>
              </a:path>
            </a:pathLst>
          </a:custGeom>
          <a:solidFill>
            <a:srgbClr val="9079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1" name="contour_11959"/>
          <p:cNvSpPr/>
          <p:nvPr/>
        </p:nvSpPr>
        <p:spPr>
          <a:xfrm>
            <a:off x="8515461" y="5365084"/>
            <a:ext cx="46920" cy="421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39" y="4369"/>
                </a:moveTo>
                <a:lnTo>
                  <a:pt x="18976" y="5918"/>
                </a:lnTo>
                <a:lnTo>
                  <a:pt x="19966" y="7307"/>
                </a:lnTo>
                <a:lnTo>
                  <a:pt x="20708" y="9316"/>
                </a:lnTo>
                <a:lnTo>
                  <a:pt x="21600" y="12725"/>
                </a:lnTo>
                <a:lnTo>
                  <a:pt x="20848" y="15372"/>
                </a:lnTo>
                <a:lnTo>
                  <a:pt x="20167" y="17146"/>
                </a:lnTo>
                <a:lnTo>
                  <a:pt x="19275" y="18456"/>
                </a:lnTo>
                <a:lnTo>
                  <a:pt x="17889" y="19726"/>
                </a:lnTo>
                <a:lnTo>
                  <a:pt x="15729" y="21361"/>
                </a:lnTo>
                <a:lnTo>
                  <a:pt x="12410" y="21600"/>
                </a:lnTo>
                <a:lnTo>
                  <a:pt x="10411" y="21518"/>
                </a:lnTo>
                <a:lnTo>
                  <a:pt x="8928" y="20965"/>
                </a:lnTo>
                <a:lnTo>
                  <a:pt x="7156" y="19800"/>
                </a:lnTo>
                <a:lnTo>
                  <a:pt x="5526" y="18068"/>
                </a:lnTo>
                <a:lnTo>
                  <a:pt x="4006" y="16354"/>
                </a:lnTo>
                <a:lnTo>
                  <a:pt x="2590" y="14588"/>
                </a:lnTo>
                <a:lnTo>
                  <a:pt x="1258" y="12702"/>
                </a:lnTo>
                <a:lnTo>
                  <a:pt x="0" y="10626"/>
                </a:lnTo>
                <a:lnTo>
                  <a:pt x="0" y="8158"/>
                </a:lnTo>
                <a:lnTo>
                  <a:pt x="0" y="5675"/>
                </a:lnTo>
                <a:lnTo>
                  <a:pt x="0" y="3159"/>
                </a:lnTo>
                <a:lnTo>
                  <a:pt x="2352" y="1430"/>
                </a:lnTo>
                <a:lnTo>
                  <a:pt x="4539" y="403"/>
                </a:lnTo>
                <a:lnTo>
                  <a:pt x="6620" y="0"/>
                </a:lnTo>
                <a:lnTo>
                  <a:pt x="8649" y="138"/>
                </a:lnTo>
                <a:lnTo>
                  <a:pt x="10679" y="724"/>
                </a:lnTo>
                <a:lnTo>
                  <a:pt x="12766" y="1684"/>
                </a:lnTo>
                <a:lnTo>
                  <a:pt x="14970" y="2927"/>
                </a:lnTo>
                <a:lnTo>
                  <a:pt x="17339" y="4369"/>
                </a:lnTo>
                <a:close/>
              </a:path>
            </a:pathLst>
          </a:custGeom>
          <a:solidFill>
            <a:srgbClr val="47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2" name="contour_11960"/>
          <p:cNvSpPr/>
          <p:nvPr/>
        </p:nvSpPr>
        <p:spPr>
          <a:xfrm>
            <a:off x="7495142" y="5363962"/>
            <a:ext cx="72880" cy="45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243" y="790"/>
                </a:lnTo>
                <a:lnTo>
                  <a:pt x="15120" y="1412"/>
                </a:lnTo>
                <a:lnTo>
                  <a:pt x="15997" y="2202"/>
                </a:lnTo>
                <a:lnTo>
                  <a:pt x="17280" y="3479"/>
                </a:lnTo>
                <a:lnTo>
                  <a:pt x="17280" y="5778"/>
                </a:lnTo>
                <a:lnTo>
                  <a:pt x="17280" y="8092"/>
                </a:lnTo>
                <a:lnTo>
                  <a:pt x="17280" y="10436"/>
                </a:lnTo>
                <a:lnTo>
                  <a:pt x="18563" y="11713"/>
                </a:lnTo>
                <a:lnTo>
                  <a:pt x="19440" y="12503"/>
                </a:lnTo>
                <a:lnTo>
                  <a:pt x="20317" y="13126"/>
                </a:lnTo>
                <a:lnTo>
                  <a:pt x="21600" y="13915"/>
                </a:lnTo>
                <a:lnTo>
                  <a:pt x="21116" y="15957"/>
                </a:lnTo>
                <a:lnTo>
                  <a:pt x="20730" y="17363"/>
                </a:lnTo>
                <a:lnTo>
                  <a:pt x="20237" y="18782"/>
                </a:lnTo>
                <a:lnTo>
                  <a:pt x="19440" y="20873"/>
                </a:lnTo>
                <a:lnTo>
                  <a:pt x="17922" y="21426"/>
                </a:lnTo>
                <a:lnTo>
                  <a:pt x="16764" y="21600"/>
                </a:lnTo>
                <a:lnTo>
                  <a:pt x="14977" y="21551"/>
                </a:lnTo>
                <a:lnTo>
                  <a:pt x="13668" y="21520"/>
                </a:lnTo>
                <a:lnTo>
                  <a:pt x="12340" y="21485"/>
                </a:lnTo>
                <a:lnTo>
                  <a:pt x="10973" y="21395"/>
                </a:lnTo>
                <a:lnTo>
                  <a:pt x="9586" y="21308"/>
                </a:lnTo>
                <a:lnTo>
                  <a:pt x="8206" y="21259"/>
                </a:lnTo>
                <a:lnTo>
                  <a:pt x="6804" y="21214"/>
                </a:lnTo>
                <a:lnTo>
                  <a:pt x="5443" y="21158"/>
                </a:lnTo>
                <a:lnTo>
                  <a:pt x="4082" y="21096"/>
                </a:lnTo>
                <a:lnTo>
                  <a:pt x="2722" y="21026"/>
                </a:lnTo>
                <a:lnTo>
                  <a:pt x="1361" y="20949"/>
                </a:lnTo>
                <a:lnTo>
                  <a:pt x="0" y="20873"/>
                </a:lnTo>
                <a:lnTo>
                  <a:pt x="0" y="19147"/>
                </a:lnTo>
                <a:lnTo>
                  <a:pt x="0" y="17394"/>
                </a:lnTo>
                <a:lnTo>
                  <a:pt x="689" y="17234"/>
                </a:lnTo>
                <a:lnTo>
                  <a:pt x="1318" y="17091"/>
                </a:lnTo>
                <a:lnTo>
                  <a:pt x="1981" y="16938"/>
                </a:lnTo>
                <a:lnTo>
                  <a:pt x="2765" y="16757"/>
                </a:lnTo>
                <a:lnTo>
                  <a:pt x="3761" y="16528"/>
                </a:lnTo>
                <a:lnTo>
                  <a:pt x="5063" y="16229"/>
                </a:lnTo>
                <a:lnTo>
                  <a:pt x="6759" y="15839"/>
                </a:lnTo>
                <a:lnTo>
                  <a:pt x="8938" y="15338"/>
                </a:lnTo>
                <a:lnTo>
                  <a:pt x="11696" y="14701"/>
                </a:lnTo>
                <a:lnTo>
                  <a:pt x="15120" y="13915"/>
                </a:lnTo>
                <a:lnTo>
                  <a:pt x="14764" y="11619"/>
                </a:lnTo>
                <a:lnTo>
                  <a:pt x="14407" y="9320"/>
                </a:lnTo>
                <a:lnTo>
                  <a:pt x="14049" y="7010"/>
                </a:lnTo>
                <a:lnTo>
                  <a:pt x="13688" y="4689"/>
                </a:lnTo>
                <a:lnTo>
                  <a:pt x="13325" y="2355"/>
                </a:lnTo>
                <a:lnTo>
                  <a:pt x="12960" y="0"/>
                </a:lnTo>
                <a:close/>
              </a:path>
            </a:pathLst>
          </a:custGeom>
          <a:solidFill>
            <a:srgbClr val="B5D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3" name="contour_11961"/>
          <p:cNvSpPr/>
          <p:nvPr/>
        </p:nvSpPr>
        <p:spPr>
          <a:xfrm>
            <a:off x="5308745" y="537125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47" y="229"/>
                </a:lnTo>
                <a:lnTo>
                  <a:pt x="4651" y="501"/>
                </a:lnTo>
                <a:lnTo>
                  <a:pt x="6923" y="842"/>
                </a:lnTo>
                <a:lnTo>
                  <a:pt x="9166" y="1274"/>
                </a:lnTo>
                <a:lnTo>
                  <a:pt x="11387" y="1819"/>
                </a:lnTo>
                <a:lnTo>
                  <a:pt x="13594" y="2493"/>
                </a:lnTo>
                <a:lnTo>
                  <a:pt x="15797" y="3318"/>
                </a:lnTo>
                <a:lnTo>
                  <a:pt x="18000" y="4320"/>
                </a:lnTo>
                <a:lnTo>
                  <a:pt x="19231" y="7184"/>
                </a:lnTo>
                <a:lnTo>
                  <a:pt x="20092" y="9893"/>
                </a:lnTo>
                <a:lnTo>
                  <a:pt x="20668" y="12563"/>
                </a:lnTo>
                <a:lnTo>
                  <a:pt x="21056" y="15323"/>
                </a:lnTo>
                <a:lnTo>
                  <a:pt x="21337" y="18291"/>
                </a:lnTo>
                <a:lnTo>
                  <a:pt x="21600" y="21600"/>
                </a:lnTo>
                <a:lnTo>
                  <a:pt x="19267" y="20706"/>
                </a:lnTo>
                <a:lnTo>
                  <a:pt x="16960" y="19790"/>
                </a:lnTo>
                <a:lnTo>
                  <a:pt x="14674" y="18827"/>
                </a:lnTo>
                <a:lnTo>
                  <a:pt x="12416" y="17816"/>
                </a:lnTo>
                <a:lnTo>
                  <a:pt x="10177" y="16736"/>
                </a:lnTo>
                <a:lnTo>
                  <a:pt x="7963" y="15574"/>
                </a:lnTo>
                <a:lnTo>
                  <a:pt x="5771" y="14321"/>
                </a:lnTo>
                <a:lnTo>
                  <a:pt x="3600" y="12960"/>
                </a:lnTo>
                <a:lnTo>
                  <a:pt x="2167" y="9487"/>
                </a:lnTo>
                <a:lnTo>
                  <a:pt x="1264" y="7076"/>
                </a:lnTo>
                <a:lnTo>
                  <a:pt x="716" y="5106"/>
                </a:lnTo>
                <a:lnTo>
                  <a:pt x="353" y="2955"/>
                </a:lnTo>
                <a:lnTo>
                  <a:pt x="0" y="0"/>
                </a:lnTo>
                <a:close/>
              </a:path>
            </a:pathLst>
          </a:custGeom>
          <a:solidFill>
            <a:srgbClr val="CDD1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4" name="contour_11962"/>
          <p:cNvSpPr/>
          <p:nvPr/>
        </p:nvSpPr>
        <p:spPr>
          <a:xfrm>
            <a:off x="9674251" y="5355690"/>
            <a:ext cx="36440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409"/>
                </a:moveTo>
                <a:lnTo>
                  <a:pt x="12010" y="136"/>
                </a:lnTo>
                <a:lnTo>
                  <a:pt x="14364" y="0"/>
                </a:lnTo>
                <a:lnTo>
                  <a:pt x="16334" y="0"/>
                </a:lnTo>
                <a:lnTo>
                  <a:pt x="18541" y="136"/>
                </a:lnTo>
                <a:lnTo>
                  <a:pt x="21600" y="409"/>
                </a:lnTo>
                <a:lnTo>
                  <a:pt x="21600" y="2407"/>
                </a:lnTo>
                <a:lnTo>
                  <a:pt x="21600" y="4408"/>
                </a:lnTo>
                <a:lnTo>
                  <a:pt x="21600" y="6418"/>
                </a:lnTo>
                <a:lnTo>
                  <a:pt x="21600" y="8437"/>
                </a:lnTo>
                <a:lnTo>
                  <a:pt x="21600" y="10469"/>
                </a:lnTo>
                <a:lnTo>
                  <a:pt x="21600" y="12518"/>
                </a:lnTo>
                <a:lnTo>
                  <a:pt x="18744" y="12518"/>
                </a:lnTo>
                <a:lnTo>
                  <a:pt x="15872" y="12518"/>
                </a:lnTo>
                <a:lnTo>
                  <a:pt x="12960" y="12518"/>
                </a:lnTo>
                <a:lnTo>
                  <a:pt x="13815" y="14316"/>
                </a:lnTo>
                <a:lnTo>
                  <a:pt x="14675" y="16121"/>
                </a:lnTo>
                <a:lnTo>
                  <a:pt x="15535" y="17931"/>
                </a:lnTo>
                <a:lnTo>
                  <a:pt x="16403" y="19756"/>
                </a:lnTo>
                <a:lnTo>
                  <a:pt x="17280" y="21600"/>
                </a:lnTo>
                <a:lnTo>
                  <a:pt x="14429" y="21100"/>
                </a:lnTo>
                <a:lnTo>
                  <a:pt x="11573" y="20601"/>
                </a:lnTo>
                <a:lnTo>
                  <a:pt x="8705" y="20098"/>
                </a:lnTo>
                <a:lnTo>
                  <a:pt x="5823" y="19593"/>
                </a:lnTo>
                <a:lnTo>
                  <a:pt x="2925" y="19084"/>
                </a:lnTo>
                <a:lnTo>
                  <a:pt x="0" y="18573"/>
                </a:lnTo>
                <a:lnTo>
                  <a:pt x="670" y="16750"/>
                </a:lnTo>
                <a:lnTo>
                  <a:pt x="1356" y="14931"/>
                </a:lnTo>
                <a:lnTo>
                  <a:pt x="2061" y="13114"/>
                </a:lnTo>
                <a:lnTo>
                  <a:pt x="2778" y="11301"/>
                </a:lnTo>
                <a:lnTo>
                  <a:pt x="3508" y="9491"/>
                </a:lnTo>
                <a:lnTo>
                  <a:pt x="3802" y="8740"/>
                </a:lnTo>
                <a:lnTo>
                  <a:pt x="4311" y="7417"/>
                </a:lnTo>
                <a:lnTo>
                  <a:pt x="5486" y="4381"/>
                </a:lnTo>
                <a:lnTo>
                  <a:pt x="6528" y="3070"/>
                </a:lnTo>
                <a:lnTo>
                  <a:pt x="7577" y="1747"/>
                </a:lnTo>
                <a:lnTo>
                  <a:pt x="8640" y="409"/>
                </a:lnTo>
                <a:close/>
              </a:path>
            </a:pathLst>
          </a:custGeom>
          <a:solidFill>
            <a:srgbClr val="7A78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5" name="contour_11963"/>
          <p:cNvSpPr/>
          <p:nvPr/>
        </p:nvSpPr>
        <p:spPr>
          <a:xfrm>
            <a:off x="7145318" y="5335305"/>
            <a:ext cx="43728" cy="50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78" y="1091"/>
                </a:moveTo>
                <a:lnTo>
                  <a:pt x="13147" y="2318"/>
                </a:lnTo>
                <a:lnTo>
                  <a:pt x="15005" y="3527"/>
                </a:lnTo>
                <a:lnTo>
                  <a:pt x="16762" y="4771"/>
                </a:lnTo>
                <a:lnTo>
                  <a:pt x="18436" y="6089"/>
                </a:lnTo>
                <a:lnTo>
                  <a:pt x="20045" y="7528"/>
                </a:lnTo>
                <a:lnTo>
                  <a:pt x="21600" y="9136"/>
                </a:lnTo>
                <a:lnTo>
                  <a:pt x="21557" y="11457"/>
                </a:lnTo>
                <a:lnTo>
                  <a:pt x="21251" y="13530"/>
                </a:lnTo>
                <a:lnTo>
                  <a:pt x="20714" y="15465"/>
                </a:lnTo>
                <a:lnTo>
                  <a:pt x="19976" y="17381"/>
                </a:lnTo>
                <a:lnTo>
                  <a:pt x="19062" y="19388"/>
                </a:lnTo>
                <a:lnTo>
                  <a:pt x="18000" y="21600"/>
                </a:lnTo>
                <a:lnTo>
                  <a:pt x="18000" y="19540"/>
                </a:lnTo>
                <a:lnTo>
                  <a:pt x="18000" y="17468"/>
                </a:lnTo>
                <a:lnTo>
                  <a:pt x="18000" y="15368"/>
                </a:lnTo>
                <a:lnTo>
                  <a:pt x="15815" y="14944"/>
                </a:lnTo>
                <a:lnTo>
                  <a:pt x="13626" y="14524"/>
                </a:lnTo>
                <a:lnTo>
                  <a:pt x="11437" y="14115"/>
                </a:lnTo>
                <a:lnTo>
                  <a:pt x="9245" y="13723"/>
                </a:lnTo>
                <a:lnTo>
                  <a:pt x="7045" y="13349"/>
                </a:lnTo>
                <a:lnTo>
                  <a:pt x="5011" y="12638"/>
                </a:lnTo>
                <a:lnTo>
                  <a:pt x="3694" y="11782"/>
                </a:lnTo>
                <a:lnTo>
                  <a:pt x="2516" y="10214"/>
                </a:lnTo>
                <a:lnTo>
                  <a:pt x="900" y="7385"/>
                </a:lnTo>
                <a:lnTo>
                  <a:pt x="605" y="5905"/>
                </a:lnTo>
                <a:lnTo>
                  <a:pt x="306" y="4415"/>
                </a:lnTo>
                <a:lnTo>
                  <a:pt x="0" y="2904"/>
                </a:lnTo>
                <a:lnTo>
                  <a:pt x="2999" y="1215"/>
                </a:lnTo>
                <a:lnTo>
                  <a:pt x="5080" y="274"/>
                </a:lnTo>
                <a:lnTo>
                  <a:pt x="6779" y="0"/>
                </a:lnTo>
                <a:lnTo>
                  <a:pt x="8633" y="299"/>
                </a:lnTo>
                <a:lnTo>
                  <a:pt x="11178" y="1091"/>
                </a:lnTo>
                <a:close/>
              </a:path>
            </a:pathLst>
          </a:custGeom>
          <a:solidFill>
            <a:srgbClr val="C8B9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6" name="contour_11964"/>
          <p:cNvSpPr/>
          <p:nvPr/>
        </p:nvSpPr>
        <p:spPr>
          <a:xfrm>
            <a:off x="1846949" y="5333170"/>
            <a:ext cx="36440" cy="40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881"/>
                </a:moveTo>
                <a:lnTo>
                  <a:pt x="12113" y="294"/>
                </a:lnTo>
                <a:lnTo>
                  <a:pt x="14524" y="0"/>
                </a:lnTo>
                <a:lnTo>
                  <a:pt x="16494" y="0"/>
                </a:lnTo>
                <a:lnTo>
                  <a:pt x="18645" y="294"/>
                </a:lnTo>
                <a:lnTo>
                  <a:pt x="21600" y="881"/>
                </a:lnTo>
                <a:lnTo>
                  <a:pt x="21384" y="3439"/>
                </a:lnTo>
                <a:lnTo>
                  <a:pt x="21129" y="5950"/>
                </a:lnTo>
                <a:lnTo>
                  <a:pt x="20805" y="8426"/>
                </a:lnTo>
                <a:lnTo>
                  <a:pt x="20390" y="10874"/>
                </a:lnTo>
                <a:lnTo>
                  <a:pt x="19855" y="13295"/>
                </a:lnTo>
                <a:lnTo>
                  <a:pt x="19176" y="15697"/>
                </a:lnTo>
                <a:lnTo>
                  <a:pt x="18325" y="18086"/>
                </a:lnTo>
                <a:lnTo>
                  <a:pt x="17280" y="20468"/>
                </a:lnTo>
                <a:lnTo>
                  <a:pt x="14252" y="21236"/>
                </a:lnTo>
                <a:lnTo>
                  <a:pt x="11478" y="21584"/>
                </a:lnTo>
                <a:lnTo>
                  <a:pt x="8813" y="21600"/>
                </a:lnTo>
                <a:lnTo>
                  <a:pt x="6108" y="21361"/>
                </a:lnTo>
                <a:lnTo>
                  <a:pt x="3218" y="20958"/>
                </a:lnTo>
                <a:lnTo>
                  <a:pt x="0" y="20468"/>
                </a:lnTo>
                <a:lnTo>
                  <a:pt x="868" y="17914"/>
                </a:lnTo>
                <a:lnTo>
                  <a:pt x="1758" y="15391"/>
                </a:lnTo>
                <a:lnTo>
                  <a:pt x="2696" y="12900"/>
                </a:lnTo>
                <a:lnTo>
                  <a:pt x="3694" y="10436"/>
                </a:lnTo>
                <a:lnTo>
                  <a:pt x="4769" y="8003"/>
                </a:lnTo>
                <a:lnTo>
                  <a:pt x="5940" y="5598"/>
                </a:lnTo>
                <a:lnTo>
                  <a:pt x="7223" y="3224"/>
                </a:lnTo>
                <a:lnTo>
                  <a:pt x="8640" y="881"/>
                </a:lnTo>
                <a:close/>
              </a:path>
            </a:pathLst>
          </a:custGeom>
          <a:solidFill>
            <a:srgbClr val="ADAB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7" name="contour_11965"/>
          <p:cNvSpPr/>
          <p:nvPr/>
        </p:nvSpPr>
        <p:spPr>
          <a:xfrm>
            <a:off x="7340935" y="5312946"/>
            <a:ext cx="52175" cy="597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" y="0"/>
                </a:moveTo>
                <a:lnTo>
                  <a:pt x="2637" y="2768"/>
                </a:lnTo>
                <a:lnTo>
                  <a:pt x="4209" y="4808"/>
                </a:lnTo>
                <a:lnTo>
                  <a:pt x="5328" y="6307"/>
                </a:lnTo>
                <a:lnTo>
                  <a:pt x="6122" y="7454"/>
                </a:lnTo>
                <a:lnTo>
                  <a:pt x="6719" y="8434"/>
                </a:lnTo>
                <a:lnTo>
                  <a:pt x="7247" y="9433"/>
                </a:lnTo>
                <a:lnTo>
                  <a:pt x="7836" y="10635"/>
                </a:lnTo>
                <a:lnTo>
                  <a:pt x="9109" y="12285"/>
                </a:lnTo>
                <a:lnTo>
                  <a:pt x="10433" y="13487"/>
                </a:lnTo>
                <a:lnTo>
                  <a:pt x="11912" y="14399"/>
                </a:lnTo>
                <a:lnTo>
                  <a:pt x="13650" y="15177"/>
                </a:lnTo>
                <a:lnTo>
                  <a:pt x="15753" y="15978"/>
                </a:lnTo>
                <a:lnTo>
                  <a:pt x="17708" y="16719"/>
                </a:lnTo>
                <a:lnTo>
                  <a:pt x="18969" y="17222"/>
                </a:lnTo>
                <a:lnTo>
                  <a:pt x="20082" y="17723"/>
                </a:lnTo>
                <a:lnTo>
                  <a:pt x="21600" y="18450"/>
                </a:lnTo>
                <a:lnTo>
                  <a:pt x="21600" y="19758"/>
                </a:lnTo>
                <a:lnTo>
                  <a:pt x="21600" y="21086"/>
                </a:lnTo>
                <a:lnTo>
                  <a:pt x="19811" y="21186"/>
                </a:lnTo>
                <a:lnTo>
                  <a:pt x="18019" y="21273"/>
                </a:lnTo>
                <a:lnTo>
                  <a:pt x="16226" y="21350"/>
                </a:lnTo>
                <a:lnTo>
                  <a:pt x="14434" y="21415"/>
                </a:lnTo>
                <a:lnTo>
                  <a:pt x="12434" y="21508"/>
                </a:lnTo>
                <a:lnTo>
                  <a:pt x="10403" y="21600"/>
                </a:lnTo>
                <a:lnTo>
                  <a:pt x="8101" y="21271"/>
                </a:lnTo>
                <a:lnTo>
                  <a:pt x="6565" y="20883"/>
                </a:lnTo>
                <a:lnTo>
                  <a:pt x="5102" y="20190"/>
                </a:lnTo>
                <a:lnTo>
                  <a:pt x="3026" y="18946"/>
                </a:lnTo>
                <a:lnTo>
                  <a:pt x="1816" y="17301"/>
                </a:lnTo>
                <a:lnTo>
                  <a:pt x="965" y="15783"/>
                </a:lnTo>
                <a:lnTo>
                  <a:pt x="416" y="14320"/>
                </a:lnTo>
                <a:lnTo>
                  <a:pt x="115" y="12839"/>
                </a:lnTo>
                <a:lnTo>
                  <a:pt x="0" y="11270"/>
                </a:lnTo>
                <a:lnTo>
                  <a:pt x="15" y="9541"/>
                </a:lnTo>
                <a:lnTo>
                  <a:pt x="103" y="7578"/>
                </a:lnTo>
                <a:lnTo>
                  <a:pt x="157" y="6154"/>
                </a:lnTo>
                <a:lnTo>
                  <a:pt x="211" y="4723"/>
                </a:lnTo>
                <a:lnTo>
                  <a:pt x="269" y="3274"/>
                </a:lnTo>
                <a:lnTo>
                  <a:pt x="374" y="1647"/>
                </a:lnTo>
                <a:lnTo>
                  <a:pt x="480" y="0"/>
                </a:lnTo>
                <a:close/>
              </a:path>
            </a:pathLst>
          </a:custGeom>
          <a:solidFill>
            <a:srgbClr val="584C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8" name="contour_11966"/>
          <p:cNvSpPr/>
          <p:nvPr/>
        </p:nvSpPr>
        <p:spPr>
          <a:xfrm>
            <a:off x="4776721" y="5334810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125" y="1833"/>
                </a:lnTo>
                <a:lnTo>
                  <a:pt x="19739" y="3672"/>
                </a:lnTo>
                <a:lnTo>
                  <a:pt x="20353" y="5517"/>
                </a:lnTo>
                <a:lnTo>
                  <a:pt x="20974" y="7378"/>
                </a:lnTo>
                <a:lnTo>
                  <a:pt x="21600" y="9257"/>
                </a:lnTo>
                <a:lnTo>
                  <a:pt x="20955" y="9541"/>
                </a:lnTo>
                <a:lnTo>
                  <a:pt x="19008" y="10390"/>
                </a:lnTo>
                <a:lnTo>
                  <a:pt x="18166" y="10781"/>
                </a:lnTo>
                <a:lnTo>
                  <a:pt x="15620" y="11957"/>
                </a:lnTo>
                <a:lnTo>
                  <a:pt x="13954" y="12710"/>
                </a:lnTo>
                <a:lnTo>
                  <a:pt x="12260" y="13475"/>
                </a:lnTo>
                <a:lnTo>
                  <a:pt x="10420" y="14830"/>
                </a:lnTo>
                <a:lnTo>
                  <a:pt x="9038" y="16215"/>
                </a:lnTo>
                <a:lnTo>
                  <a:pt x="7964" y="17737"/>
                </a:lnTo>
                <a:lnTo>
                  <a:pt x="7057" y="19496"/>
                </a:lnTo>
                <a:lnTo>
                  <a:pt x="6171" y="21600"/>
                </a:lnTo>
                <a:lnTo>
                  <a:pt x="4644" y="20073"/>
                </a:lnTo>
                <a:lnTo>
                  <a:pt x="3110" y="18539"/>
                </a:lnTo>
                <a:lnTo>
                  <a:pt x="1564" y="16993"/>
                </a:lnTo>
                <a:lnTo>
                  <a:pt x="0" y="15429"/>
                </a:lnTo>
                <a:lnTo>
                  <a:pt x="2040" y="15429"/>
                </a:lnTo>
                <a:lnTo>
                  <a:pt x="4092" y="15429"/>
                </a:lnTo>
                <a:lnTo>
                  <a:pt x="6171" y="15429"/>
                </a:lnTo>
                <a:lnTo>
                  <a:pt x="5918" y="13454"/>
                </a:lnTo>
                <a:lnTo>
                  <a:pt x="5659" y="11463"/>
                </a:lnTo>
                <a:lnTo>
                  <a:pt x="5400" y="9448"/>
                </a:lnTo>
                <a:lnTo>
                  <a:pt x="5397" y="6940"/>
                </a:lnTo>
                <a:lnTo>
                  <a:pt x="5594" y="5289"/>
                </a:lnTo>
                <a:lnTo>
                  <a:pt x="6171" y="3086"/>
                </a:lnTo>
                <a:lnTo>
                  <a:pt x="8149" y="2132"/>
                </a:lnTo>
                <a:lnTo>
                  <a:pt x="10137" y="1410"/>
                </a:lnTo>
                <a:lnTo>
                  <a:pt x="12155" y="879"/>
                </a:lnTo>
                <a:lnTo>
                  <a:pt x="14216" y="497"/>
                </a:lnTo>
                <a:lnTo>
                  <a:pt x="16330" y="216"/>
                </a:lnTo>
                <a:lnTo>
                  <a:pt x="18514" y="0"/>
                </a:lnTo>
                <a:close/>
              </a:path>
            </a:pathLst>
          </a:custGeom>
          <a:solidFill>
            <a:srgbClr val="38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69" name="contour_11967"/>
          <p:cNvSpPr/>
          <p:nvPr/>
        </p:nvSpPr>
        <p:spPr>
          <a:xfrm>
            <a:off x="1154589" y="5298370"/>
            <a:ext cx="4230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05" y="0"/>
                </a:moveTo>
                <a:lnTo>
                  <a:pt x="19985" y="2902"/>
                </a:lnTo>
                <a:lnTo>
                  <a:pt x="20915" y="5404"/>
                </a:lnTo>
                <a:lnTo>
                  <a:pt x="21436" y="7625"/>
                </a:lnTo>
                <a:lnTo>
                  <a:pt x="21600" y="9680"/>
                </a:lnTo>
                <a:lnTo>
                  <a:pt x="21447" y="11693"/>
                </a:lnTo>
                <a:lnTo>
                  <a:pt x="21027" y="13770"/>
                </a:lnTo>
                <a:lnTo>
                  <a:pt x="20380" y="16038"/>
                </a:lnTo>
                <a:lnTo>
                  <a:pt x="19557" y="18608"/>
                </a:lnTo>
                <a:lnTo>
                  <a:pt x="18605" y="21600"/>
                </a:lnTo>
                <a:lnTo>
                  <a:pt x="14303" y="20923"/>
                </a:lnTo>
                <a:lnTo>
                  <a:pt x="11278" y="20412"/>
                </a:lnTo>
                <a:lnTo>
                  <a:pt x="9124" y="19962"/>
                </a:lnTo>
                <a:lnTo>
                  <a:pt x="7420" y="19476"/>
                </a:lnTo>
                <a:lnTo>
                  <a:pt x="5756" y="18857"/>
                </a:lnTo>
                <a:lnTo>
                  <a:pt x="3721" y="18000"/>
                </a:lnTo>
                <a:lnTo>
                  <a:pt x="2352" y="15214"/>
                </a:lnTo>
                <a:lnTo>
                  <a:pt x="1473" y="13259"/>
                </a:lnTo>
                <a:lnTo>
                  <a:pt x="908" y="11617"/>
                </a:lnTo>
                <a:lnTo>
                  <a:pt x="476" y="9770"/>
                </a:lnTo>
                <a:lnTo>
                  <a:pt x="0" y="7200"/>
                </a:lnTo>
                <a:lnTo>
                  <a:pt x="2303" y="6307"/>
                </a:lnTo>
                <a:lnTo>
                  <a:pt x="4607" y="5418"/>
                </a:lnTo>
                <a:lnTo>
                  <a:pt x="6917" y="4522"/>
                </a:lnTo>
                <a:lnTo>
                  <a:pt x="9232" y="3629"/>
                </a:lnTo>
                <a:lnTo>
                  <a:pt x="11557" y="2729"/>
                </a:lnTo>
                <a:lnTo>
                  <a:pt x="13894" y="1825"/>
                </a:lnTo>
                <a:lnTo>
                  <a:pt x="16242" y="914"/>
                </a:lnTo>
                <a:lnTo>
                  <a:pt x="18605" y="0"/>
                </a:lnTo>
                <a:close/>
              </a:path>
            </a:pathLst>
          </a:custGeom>
          <a:solidFill>
            <a:srgbClr val="A27F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0" name="contour_11968"/>
          <p:cNvSpPr/>
          <p:nvPr/>
        </p:nvSpPr>
        <p:spPr>
          <a:xfrm>
            <a:off x="10111531" y="5276506"/>
            <a:ext cx="4345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12" y="0"/>
                </a:moveTo>
                <a:lnTo>
                  <a:pt x="19800" y="1956"/>
                </a:lnTo>
                <a:lnTo>
                  <a:pt x="20857" y="3777"/>
                </a:lnTo>
                <a:lnTo>
                  <a:pt x="21412" y="5635"/>
                </a:lnTo>
                <a:lnTo>
                  <a:pt x="21600" y="7699"/>
                </a:lnTo>
                <a:lnTo>
                  <a:pt x="21549" y="10149"/>
                </a:lnTo>
                <a:lnTo>
                  <a:pt x="21078" y="12195"/>
                </a:lnTo>
                <a:lnTo>
                  <a:pt x="20604" y="14271"/>
                </a:lnTo>
                <a:lnTo>
                  <a:pt x="20173" y="16342"/>
                </a:lnTo>
                <a:lnTo>
                  <a:pt x="19738" y="18443"/>
                </a:lnTo>
                <a:lnTo>
                  <a:pt x="19332" y="19227"/>
                </a:lnTo>
                <a:lnTo>
                  <a:pt x="18112" y="21600"/>
                </a:lnTo>
                <a:lnTo>
                  <a:pt x="15717" y="21600"/>
                </a:lnTo>
                <a:lnTo>
                  <a:pt x="13308" y="21600"/>
                </a:lnTo>
                <a:lnTo>
                  <a:pt x="10867" y="21600"/>
                </a:lnTo>
                <a:lnTo>
                  <a:pt x="9338" y="19582"/>
                </a:lnTo>
                <a:lnTo>
                  <a:pt x="8270" y="18092"/>
                </a:lnTo>
                <a:lnTo>
                  <a:pt x="7375" y="16684"/>
                </a:lnTo>
                <a:lnTo>
                  <a:pt x="6372" y="14916"/>
                </a:lnTo>
                <a:lnTo>
                  <a:pt x="4981" y="12343"/>
                </a:lnTo>
                <a:lnTo>
                  <a:pt x="4035" y="10621"/>
                </a:lnTo>
                <a:lnTo>
                  <a:pt x="3086" y="8890"/>
                </a:lnTo>
                <a:lnTo>
                  <a:pt x="2123" y="7134"/>
                </a:lnTo>
                <a:lnTo>
                  <a:pt x="1424" y="5798"/>
                </a:lnTo>
                <a:lnTo>
                  <a:pt x="714" y="4450"/>
                </a:lnTo>
                <a:lnTo>
                  <a:pt x="0" y="3086"/>
                </a:lnTo>
                <a:lnTo>
                  <a:pt x="2202" y="2583"/>
                </a:lnTo>
                <a:lnTo>
                  <a:pt x="4408" y="2095"/>
                </a:lnTo>
                <a:lnTo>
                  <a:pt x="6618" y="1623"/>
                </a:lnTo>
                <a:lnTo>
                  <a:pt x="8831" y="1157"/>
                </a:lnTo>
                <a:lnTo>
                  <a:pt x="11294" y="620"/>
                </a:lnTo>
                <a:lnTo>
                  <a:pt x="13797" y="71"/>
                </a:lnTo>
                <a:lnTo>
                  <a:pt x="15938" y="37"/>
                </a:lnTo>
                <a:lnTo>
                  <a:pt x="18112" y="0"/>
                </a:lnTo>
                <a:close/>
              </a:path>
            </a:pathLst>
          </a:custGeom>
          <a:solidFill>
            <a:srgbClr val="5A57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1" name="contour_11969"/>
          <p:cNvSpPr/>
          <p:nvPr/>
        </p:nvSpPr>
        <p:spPr>
          <a:xfrm>
            <a:off x="2153044" y="5284071"/>
            <a:ext cx="43728" cy="36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4188"/>
                </a:moveTo>
                <a:lnTo>
                  <a:pt x="18932" y="7069"/>
                </a:lnTo>
                <a:lnTo>
                  <a:pt x="19674" y="9886"/>
                </a:lnTo>
                <a:lnTo>
                  <a:pt x="20264" y="12698"/>
                </a:lnTo>
                <a:lnTo>
                  <a:pt x="20754" y="15554"/>
                </a:lnTo>
                <a:lnTo>
                  <a:pt x="21182" y="18501"/>
                </a:lnTo>
                <a:lnTo>
                  <a:pt x="21600" y="21600"/>
                </a:lnTo>
                <a:lnTo>
                  <a:pt x="20513" y="21382"/>
                </a:lnTo>
                <a:lnTo>
                  <a:pt x="19516" y="21178"/>
                </a:lnTo>
                <a:lnTo>
                  <a:pt x="18425" y="20960"/>
                </a:lnTo>
                <a:lnTo>
                  <a:pt x="17064" y="20686"/>
                </a:lnTo>
                <a:lnTo>
                  <a:pt x="15257" y="20320"/>
                </a:lnTo>
                <a:lnTo>
                  <a:pt x="12823" y="19833"/>
                </a:lnTo>
                <a:lnTo>
                  <a:pt x="9590" y="19180"/>
                </a:lnTo>
                <a:lnTo>
                  <a:pt x="5375" y="18331"/>
                </a:lnTo>
                <a:lnTo>
                  <a:pt x="0" y="17247"/>
                </a:lnTo>
                <a:lnTo>
                  <a:pt x="0" y="14661"/>
                </a:lnTo>
                <a:lnTo>
                  <a:pt x="0" y="12067"/>
                </a:lnTo>
                <a:lnTo>
                  <a:pt x="0" y="9464"/>
                </a:lnTo>
                <a:lnTo>
                  <a:pt x="0" y="6839"/>
                </a:lnTo>
                <a:lnTo>
                  <a:pt x="0" y="4188"/>
                </a:lnTo>
                <a:lnTo>
                  <a:pt x="2516" y="1872"/>
                </a:lnTo>
                <a:lnTo>
                  <a:pt x="5011" y="509"/>
                </a:lnTo>
                <a:lnTo>
                  <a:pt x="7502" y="0"/>
                </a:lnTo>
                <a:lnTo>
                  <a:pt x="10022" y="222"/>
                </a:lnTo>
                <a:lnTo>
                  <a:pt x="12596" y="1067"/>
                </a:lnTo>
                <a:lnTo>
                  <a:pt x="15246" y="2429"/>
                </a:lnTo>
                <a:lnTo>
                  <a:pt x="18000" y="4188"/>
                </a:lnTo>
                <a:close/>
              </a:path>
            </a:pathLst>
          </a:custGeom>
          <a:solidFill>
            <a:srgbClr val="9480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2" name="contour_11970"/>
          <p:cNvSpPr/>
          <p:nvPr/>
        </p:nvSpPr>
        <p:spPr>
          <a:xfrm>
            <a:off x="8559189" y="5269218"/>
            <a:ext cx="8745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620" y="1717"/>
                </a:lnTo>
                <a:lnTo>
                  <a:pt x="5843" y="3460"/>
                </a:lnTo>
                <a:lnTo>
                  <a:pt x="6532" y="5296"/>
                </a:lnTo>
                <a:lnTo>
                  <a:pt x="7119" y="6487"/>
                </a:lnTo>
                <a:lnTo>
                  <a:pt x="7832" y="7283"/>
                </a:lnTo>
                <a:lnTo>
                  <a:pt x="8892" y="7934"/>
                </a:lnTo>
                <a:lnTo>
                  <a:pt x="10526" y="8690"/>
                </a:lnTo>
                <a:lnTo>
                  <a:pt x="11522" y="8899"/>
                </a:lnTo>
                <a:lnTo>
                  <a:pt x="12517" y="9097"/>
                </a:lnTo>
                <a:lnTo>
                  <a:pt x="13514" y="9281"/>
                </a:lnTo>
                <a:lnTo>
                  <a:pt x="14512" y="9450"/>
                </a:lnTo>
                <a:lnTo>
                  <a:pt x="15534" y="9659"/>
                </a:lnTo>
                <a:lnTo>
                  <a:pt x="16569" y="9871"/>
                </a:lnTo>
                <a:lnTo>
                  <a:pt x="17825" y="10120"/>
                </a:lnTo>
                <a:lnTo>
                  <a:pt x="19084" y="10354"/>
                </a:lnTo>
                <a:lnTo>
                  <a:pt x="20342" y="10580"/>
                </a:lnTo>
                <a:lnTo>
                  <a:pt x="21600" y="10800"/>
                </a:lnTo>
                <a:lnTo>
                  <a:pt x="21600" y="12586"/>
                </a:lnTo>
                <a:lnTo>
                  <a:pt x="21600" y="14400"/>
                </a:lnTo>
                <a:lnTo>
                  <a:pt x="20655" y="14274"/>
                </a:lnTo>
                <a:lnTo>
                  <a:pt x="19694" y="14148"/>
                </a:lnTo>
                <a:lnTo>
                  <a:pt x="18463" y="14051"/>
                </a:lnTo>
                <a:lnTo>
                  <a:pt x="17212" y="13950"/>
                </a:lnTo>
                <a:lnTo>
                  <a:pt x="15988" y="13824"/>
                </a:lnTo>
                <a:lnTo>
                  <a:pt x="14744" y="13698"/>
                </a:lnTo>
                <a:lnTo>
                  <a:pt x="13680" y="14047"/>
                </a:lnTo>
                <a:lnTo>
                  <a:pt x="12600" y="14400"/>
                </a:lnTo>
                <a:lnTo>
                  <a:pt x="11903" y="16553"/>
                </a:lnTo>
                <a:lnTo>
                  <a:pt x="11484" y="18022"/>
                </a:lnTo>
                <a:lnTo>
                  <a:pt x="11173" y="19480"/>
                </a:lnTo>
                <a:lnTo>
                  <a:pt x="10800" y="21600"/>
                </a:lnTo>
                <a:lnTo>
                  <a:pt x="10688" y="19814"/>
                </a:lnTo>
                <a:lnTo>
                  <a:pt x="10575" y="18022"/>
                </a:lnTo>
                <a:lnTo>
                  <a:pt x="10462" y="16200"/>
                </a:lnTo>
                <a:lnTo>
                  <a:pt x="9979" y="14414"/>
                </a:lnTo>
                <a:lnTo>
                  <a:pt x="9493" y="12622"/>
                </a:lnTo>
                <a:lnTo>
                  <a:pt x="9000" y="10800"/>
                </a:lnTo>
                <a:lnTo>
                  <a:pt x="7706" y="10444"/>
                </a:lnTo>
                <a:lnTo>
                  <a:pt x="6422" y="10246"/>
                </a:lnTo>
                <a:lnTo>
                  <a:pt x="5144" y="10177"/>
                </a:lnTo>
                <a:lnTo>
                  <a:pt x="3868" y="10220"/>
                </a:lnTo>
                <a:lnTo>
                  <a:pt x="2588" y="10354"/>
                </a:lnTo>
                <a:lnTo>
                  <a:pt x="1301" y="10555"/>
                </a:lnTo>
                <a:lnTo>
                  <a:pt x="0" y="10800"/>
                </a:lnTo>
                <a:lnTo>
                  <a:pt x="396" y="10602"/>
                </a:lnTo>
                <a:lnTo>
                  <a:pt x="1096" y="10253"/>
                </a:lnTo>
                <a:lnTo>
                  <a:pt x="2700" y="9450"/>
                </a:lnTo>
                <a:lnTo>
                  <a:pt x="3593" y="8708"/>
                </a:lnTo>
                <a:lnTo>
                  <a:pt x="4489" y="7956"/>
                </a:lnTo>
                <a:lnTo>
                  <a:pt x="5400" y="7200"/>
                </a:lnTo>
                <a:lnTo>
                  <a:pt x="5400" y="4820"/>
                </a:lnTo>
                <a:lnTo>
                  <a:pt x="5400" y="2426"/>
                </a:lnTo>
                <a:lnTo>
                  <a:pt x="5400" y="0"/>
                </a:lnTo>
                <a:close/>
              </a:path>
            </a:pathLst>
          </a:custGeom>
          <a:solidFill>
            <a:srgbClr val="54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3" name="contour_11971"/>
          <p:cNvSpPr/>
          <p:nvPr/>
        </p:nvSpPr>
        <p:spPr>
          <a:xfrm>
            <a:off x="1642885" y="5282154"/>
            <a:ext cx="43728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930"/>
                </a:moveTo>
                <a:lnTo>
                  <a:pt x="6386" y="310"/>
                </a:lnTo>
                <a:lnTo>
                  <a:pt x="8341" y="0"/>
                </a:lnTo>
                <a:lnTo>
                  <a:pt x="9983" y="0"/>
                </a:lnTo>
                <a:lnTo>
                  <a:pt x="11830" y="310"/>
                </a:lnTo>
                <a:lnTo>
                  <a:pt x="14400" y="930"/>
                </a:lnTo>
                <a:lnTo>
                  <a:pt x="14252" y="2894"/>
                </a:lnTo>
                <a:lnTo>
                  <a:pt x="14101" y="4870"/>
                </a:lnTo>
                <a:lnTo>
                  <a:pt x="13950" y="6875"/>
                </a:lnTo>
                <a:lnTo>
                  <a:pt x="14018" y="7821"/>
                </a:lnTo>
                <a:lnTo>
                  <a:pt x="14134" y="9496"/>
                </a:lnTo>
                <a:lnTo>
                  <a:pt x="14400" y="13332"/>
                </a:lnTo>
                <a:lnTo>
                  <a:pt x="16182" y="14357"/>
                </a:lnTo>
                <a:lnTo>
                  <a:pt x="17975" y="15383"/>
                </a:lnTo>
                <a:lnTo>
                  <a:pt x="19775" y="16420"/>
                </a:lnTo>
                <a:lnTo>
                  <a:pt x="21600" y="17466"/>
                </a:lnTo>
                <a:lnTo>
                  <a:pt x="19224" y="17921"/>
                </a:lnTo>
                <a:lnTo>
                  <a:pt x="16844" y="18376"/>
                </a:lnTo>
                <a:lnTo>
                  <a:pt x="14465" y="18830"/>
                </a:lnTo>
                <a:lnTo>
                  <a:pt x="12078" y="19289"/>
                </a:lnTo>
                <a:lnTo>
                  <a:pt x="9684" y="19748"/>
                </a:lnTo>
                <a:lnTo>
                  <a:pt x="7279" y="20207"/>
                </a:lnTo>
                <a:lnTo>
                  <a:pt x="4867" y="20670"/>
                </a:lnTo>
                <a:lnTo>
                  <a:pt x="2441" y="21133"/>
                </a:lnTo>
                <a:lnTo>
                  <a:pt x="0" y="21600"/>
                </a:lnTo>
                <a:lnTo>
                  <a:pt x="526" y="16780"/>
                </a:lnTo>
                <a:lnTo>
                  <a:pt x="947" y="13084"/>
                </a:lnTo>
                <a:lnTo>
                  <a:pt x="1303" y="10269"/>
                </a:lnTo>
                <a:lnTo>
                  <a:pt x="1638" y="8094"/>
                </a:lnTo>
                <a:lnTo>
                  <a:pt x="1994" y="6313"/>
                </a:lnTo>
                <a:lnTo>
                  <a:pt x="2408" y="4688"/>
                </a:lnTo>
                <a:lnTo>
                  <a:pt x="2930" y="2972"/>
                </a:lnTo>
                <a:lnTo>
                  <a:pt x="3600" y="930"/>
                </a:lnTo>
                <a:close/>
              </a:path>
            </a:pathLst>
          </a:custGeom>
          <a:solidFill>
            <a:srgbClr val="473E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4" name="contour_11972"/>
          <p:cNvSpPr/>
          <p:nvPr/>
        </p:nvSpPr>
        <p:spPr>
          <a:xfrm>
            <a:off x="7064866" y="5269218"/>
            <a:ext cx="3672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27" y="0"/>
                </a:moveTo>
                <a:lnTo>
                  <a:pt x="14913" y="1342"/>
                </a:lnTo>
                <a:lnTo>
                  <a:pt x="16572" y="2584"/>
                </a:lnTo>
                <a:lnTo>
                  <a:pt x="18034" y="3802"/>
                </a:lnTo>
                <a:lnTo>
                  <a:pt x="19337" y="5076"/>
                </a:lnTo>
                <a:lnTo>
                  <a:pt x="20515" y="6483"/>
                </a:lnTo>
                <a:lnTo>
                  <a:pt x="21600" y="8100"/>
                </a:lnTo>
                <a:lnTo>
                  <a:pt x="21356" y="9839"/>
                </a:lnTo>
                <a:lnTo>
                  <a:pt x="21008" y="11551"/>
                </a:lnTo>
                <a:lnTo>
                  <a:pt x="20571" y="13243"/>
                </a:lnTo>
                <a:lnTo>
                  <a:pt x="20048" y="14920"/>
                </a:lnTo>
                <a:lnTo>
                  <a:pt x="19452" y="16589"/>
                </a:lnTo>
                <a:lnTo>
                  <a:pt x="18792" y="18255"/>
                </a:lnTo>
                <a:lnTo>
                  <a:pt x="18076" y="19923"/>
                </a:lnTo>
                <a:lnTo>
                  <a:pt x="17313" y="21600"/>
                </a:lnTo>
                <a:lnTo>
                  <a:pt x="14557" y="21082"/>
                </a:lnTo>
                <a:lnTo>
                  <a:pt x="11921" y="20525"/>
                </a:lnTo>
                <a:lnTo>
                  <a:pt x="9396" y="19907"/>
                </a:lnTo>
                <a:lnTo>
                  <a:pt x="6970" y="19194"/>
                </a:lnTo>
                <a:lnTo>
                  <a:pt x="4629" y="18360"/>
                </a:lnTo>
                <a:lnTo>
                  <a:pt x="2366" y="17372"/>
                </a:lnTo>
                <a:lnTo>
                  <a:pt x="167" y="16200"/>
                </a:lnTo>
                <a:lnTo>
                  <a:pt x="0" y="14394"/>
                </a:lnTo>
                <a:lnTo>
                  <a:pt x="43" y="12641"/>
                </a:lnTo>
                <a:lnTo>
                  <a:pt x="291" y="10935"/>
                </a:lnTo>
                <a:lnTo>
                  <a:pt x="742" y="9261"/>
                </a:lnTo>
                <a:lnTo>
                  <a:pt x="1389" y="7611"/>
                </a:lnTo>
                <a:lnTo>
                  <a:pt x="2225" y="5975"/>
                </a:lnTo>
                <a:lnTo>
                  <a:pt x="3249" y="4342"/>
                </a:lnTo>
                <a:lnTo>
                  <a:pt x="4454" y="2700"/>
                </a:lnTo>
                <a:lnTo>
                  <a:pt x="7133" y="1669"/>
                </a:lnTo>
                <a:lnTo>
                  <a:pt x="8916" y="1042"/>
                </a:lnTo>
                <a:lnTo>
                  <a:pt x="10614" y="570"/>
                </a:lnTo>
                <a:lnTo>
                  <a:pt x="13027" y="0"/>
                </a:lnTo>
                <a:close/>
              </a:path>
            </a:pathLst>
          </a:custGeom>
          <a:solidFill>
            <a:srgbClr val="DEE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5" name="contour_11973"/>
          <p:cNvSpPr/>
          <p:nvPr/>
        </p:nvSpPr>
        <p:spPr>
          <a:xfrm>
            <a:off x="4164530" y="5247354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535"/>
                </a:lnTo>
                <a:lnTo>
                  <a:pt x="15084" y="1072"/>
                </a:lnTo>
                <a:lnTo>
                  <a:pt x="17237" y="1609"/>
                </a:lnTo>
                <a:lnTo>
                  <a:pt x="19408" y="2152"/>
                </a:lnTo>
                <a:lnTo>
                  <a:pt x="21600" y="2700"/>
                </a:lnTo>
                <a:lnTo>
                  <a:pt x="19220" y="2700"/>
                </a:lnTo>
                <a:lnTo>
                  <a:pt x="16826" y="2700"/>
                </a:lnTo>
                <a:lnTo>
                  <a:pt x="14400" y="2700"/>
                </a:lnTo>
                <a:lnTo>
                  <a:pt x="13928" y="4282"/>
                </a:lnTo>
                <a:lnTo>
                  <a:pt x="13471" y="5867"/>
                </a:lnTo>
                <a:lnTo>
                  <a:pt x="13021" y="7455"/>
                </a:lnTo>
                <a:lnTo>
                  <a:pt x="12582" y="9042"/>
                </a:lnTo>
                <a:lnTo>
                  <a:pt x="12150" y="10633"/>
                </a:lnTo>
                <a:lnTo>
                  <a:pt x="11963" y="11289"/>
                </a:lnTo>
                <a:lnTo>
                  <a:pt x="11635" y="12444"/>
                </a:lnTo>
                <a:lnTo>
                  <a:pt x="10883" y="15093"/>
                </a:lnTo>
                <a:lnTo>
                  <a:pt x="10843" y="16983"/>
                </a:lnTo>
                <a:lnTo>
                  <a:pt x="10800" y="18900"/>
                </a:lnTo>
                <a:lnTo>
                  <a:pt x="12582" y="19570"/>
                </a:lnTo>
                <a:lnTo>
                  <a:pt x="14371" y="20239"/>
                </a:lnTo>
                <a:lnTo>
                  <a:pt x="16175" y="20917"/>
                </a:lnTo>
                <a:lnTo>
                  <a:pt x="18000" y="21600"/>
                </a:lnTo>
                <a:lnTo>
                  <a:pt x="15455" y="21600"/>
                </a:lnTo>
                <a:lnTo>
                  <a:pt x="12906" y="21600"/>
                </a:lnTo>
                <a:lnTo>
                  <a:pt x="10350" y="21600"/>
                </a:lnTo>
                <a:lnTo>
                  <a:pt x="7783" y="21600"/>
                </a:lnTo>
                <a:lnTo>
                  <a:pt x="5206" y="21600"/>
                </a:lnTo>
                <a:lnTo>
                  <a:pt x="2614" y="21600"/>
                </a:lnTo>
                <a:lnTo>
                  <a:pt x="0" y="21600"/>
                </a:lnTo>
                <a:lnTo>
                  <a:pt x="313" y="19910"/>
                </a:lnTo>
                <a:lnTo>
                  <a:pt x="648" y="18222"/>
                </a:lnTo>
                <a:lnTo>
                  <a:pt x="994" y="16535"/>
                </a:lnTo>
                <a:lnTo>
                  <a:pt x="1350" y="14850"/>
                </a:lnTo>
                <a:lnTo>
                  <a:pt x="1728" y="12965"/>
                </a:lnTo>
                <a:lnTo>
                  <a:pt x="2110" y="11054"/>
                </a:lnTo>
                <a:lnTo>
                  <a:pt x="2851" y="9588"/>
                </a:lnTo>
                <a:lnTo>
                  <a:pt x="3600" y="8100"/>
                </a:lnTo>
                <a:lnTo>
                  <a:pt x="5980" y="8100"/>
                </a:lnTo>
                <a:lnTo>
                  <a:pt x="8374" y="8100"/>
                </a:lnTo>
                <a:lnTo>
                  <a:pt x="10800" y="8100"/>
                </a:lnTo>
                <a:lnTo>
                  <a:pt x="10800" y="6496"/>
                </a:lnTo>
                <a:lnTo>
                  <a:pt x="10800" y="4887"/>
                </a:lnTo>
                <a:lnTo>
                  <a:pt x="10800" y="3272"/>
                </a:lnTo>
                <a:lnTo>
                  <a:pt x="10800" y="1644"/>
                </a:lnTo>
                <a:lnTo>
                  <a:pt x="10800" y="0"/>
                </a:lnTo>
                <a:close/>
              </a:path>
            </a:pathLst>
          </a:custGeom>
          <a:solidFill>
            <a:srgbClr val="715E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6" name="contour_11974"/>
          <p:cNvSpPr/>
          <p:nvPr/>
        </p:nvSpPr>
        <p:spPr>
          <a:xfrm>
            <a:off x="1242045" y="5262549"/>
            <a:ext cx="51016" cy="285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48"/>
                </a:moveTo>
                <a:lnTo>
                  <a:pt x="21600" y="8695"/>
                </a:lnTo>
                <a:lnTo>
                  <a:pt x="21600" y="12364"/>
                </a:lnTo>
                <a:lnTo>
                  <a:pt x="21600" y="16083"/>
                </a:lnTo>
                <a:lnTo>
                  <a:pt x="19462" y="16629"/>
                </a:lnTo>
                <a:lnTo>
                  <a:pt x="17320" y="17175"/>
                </a:lnTo>
                <a:lnTo>
                  <a:pt x="15179" y="17721"/>
                </a:lnTo>
                <a:lnTo>
                  <a:pt x="13034" y="18273"/>
                </a:lnTo>
                <a:lnTo>
                  <a:pt x="10880" y="18819"/>
                </a:lnTo>
                <a:lnTo>
                  <a:pt x="8723" y="19371"/>
                </a:lnTo>
                <a:lnTo>
                  <a:pt x="6557" y="19923"/>
                </a:lnTo>
                <a:lnTo>
                  <a:pt x="4382" y="20480"/>
                </a:lnTo>
                <a:lnTo>
                  <a:pt x="2197" y="21037"/>
                </a:lnTo>
                <a:lnTo>
                  <a:pt x="0" y="21600"/>
                </a:lnTo>
                <a:lnTo>
                  <a:pt x="0" y="18323"/>
                </a:lnTo>
                <a:lnTo>
                  <a:pt x="0" y="15034"/>
                </a:lnTo>
                <a:lnTo>
                  <a:pt x="0" y="11735"/>
                </a:lnTo>
                <a:lnTo>
                  <a:pt x="0" y="8408"/>
                </a:lnTo>
                <a:lnTo>
                  <a:pt x="0" y="5048"/>
                </a:lnTo>
                <a:lnTo>
                  <a:pt x="2237" y="2930"/>
                </a:lnTo>
                <a:lnTo>
                  <a:pt x="4409" y="1412"/>
                </a:lnTo>
                <a:lnTo>
                  <a:pt x="6532" y="458"/>
                </a:lnTo>
                <a:lnTo>
                  <a:pt x="8625" y="0"/>
                </a:lnTo>
                <a:lnTo>
                  <a:pt x="10707" y="6"/>
                </a:lnTo>
                <a:lnTo>
                  <a:pt x="12796" y="408"/>
                </a:lnTo>
                <a:lnTo>
                  <a:pt x="14913" y="1170"/>
                </a:lnTo>
                <a:lnTo>
                  <a:pt x="17073" y="2229"/>
                </a:lnTo>
                <a:lnTo>
                  <a:pt x="19295" y="3537"/>
                </a:lnTo>
                <a:lnTo>
                  <a:pt x="21600" y="5048"/>
                </a:lnTo>
                <a:close/>
              </a:path>
            </a:pathLst>
          </a:custGeom>
          <a:solidFill>
            <a:srgbClr val="262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7" name="contour_11975"/>
          <p:cNvSpPr/>
          <p:nvPr/>
        </p:nvSpPr>
        <p:spPr>
          <a:xfrm>
            <a:off x="10111531" y="5245255"/>
            <a:ext cx="57393" cy="385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43" y="1176"/>
                </a:moveTo>
                <a:lnTo>
                  <a:pt x="4795" y="556"/>
                </a:lnTo>
                <a:lnTo>
                  <a:pt x="6816" y="159"/>
                </a:lnTo>
                <a:lnTo>
                  <a:pt x="8816" y="0"/>
                </a:lnTo>
                <a:lnTo>
                  <a:pt x="10785" y="82"/>
                </a:lnTo>
                <a:lnTo>
                  <a:pt x="12730" y="417"/>
                </a:lnTo>
                <a:lnTo>
                  <a:pt x="14644" y="1013"/>
                </a:lnTo>
                <a:lnTo>
                  <a:pt x="16534" y="1887"/>
                </a:lnTo>
                <a:lnTo>
                  <a:pt x="18396" y="3043"/>
                </a:lnTo>
                <a:lnTo>
                  <a:pt x="20229" y="4493"/>
                </a:lnTo>
                <a:lnTo>
                  <a:pt x="21202" y="7402"/>
                </a:lnTo>
                <a:lnTo>
                  <a:pt x="21600" y="9570"/>
                </a:lnTo>
                <a:lnTo>
                  <a:pt x="21482" y="12070"/>
                </a:lnTo>
                <a:lnTo>
                  <a:pt x="20914" y="15984"/>
                </a:lnTo>
                <a:lnTo>
                  <a:pt x="20349" y="17838"/>
                </a:lnTo>
                <a:lnTo>
                  <a:pt x="19779" y="19709"/>
                </a:lnTo>
                <a:lnTo>
                  <a:pt x="19200" y="21600"/>
                </a:lnTo>
                <a:lnTo>
                  <a:pt x="19200" y="18900"/>
                </a:lnTo>
                <a:lnTo>
                  <a:pt x="19200" y="16184"/>
                </a:lnTo>
                <a:lnTo>
                  <a:pt x="19200" y="13431"/>
                </a:lnTo>
                <a:lnTo>
                  <a:pt x="17299" y="13026"/>
                </a:lnTo>
                <a:lnTo>
                  <a:pt x="15396" y="12622"/>
                </a:lnTo>
                <a:lnTo>
                  <a:pt x="13492" y="12217"/>
                </a:lnTo>
                <a:lnTo>
                  <a:pt x="11586" y="11809"/>
                </a:lnTo>
                <a:lnTo>
                  <a:pt x="9671" y="11405"/>
                </a:lnTo>
                <a:lnTo>
                  <a:pt x="7754" y="10996"/>
                </a:lnTo>
                <a:lnTo>
                  <a:pt x="5829" y="10588"/>
                </a:lnTo>
                <a:lnTo>
                  <a:pt x="3895" y="10175"/>
                </a:lnTo>
                <a:lnTo>
                  <a:pt x="1953" y="9762"/>
                </a:lnTo>
                <a:lnTo>
                  <a:pt x="0" y="9346"/>
                </a:lnTo>
                <a:lnTo>
                  <a:pt x="680" y="7324"/>
                </a:lnTo>
                <a:lnTo>
                  <a:pt x="1360" y="5294"/>
                </a:lnTo>
                <a:lnTo>
                  <a:pt x="2049" y="3247"/>
                </a:lnTo>
                <a:lnTo>
                  <a:pt x="2743" y="1176"/>
                </a:lnTo>
                <a:close/>
              </a:path>
            </a:pathLst>
          </a:custGeom>
          <a:solidFill>
            <a:srgbClr val="E5CE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8" name="contour_11976"/>
          <p:cNvSpPr/>
          <p:nvPr/>
        </p:nvSpPr>
        <p:spPr>
          <a:xfrm>
            <a:off x="8333939" y="5240066"/>
            <a:ext cx="36025" cy="45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43" y="0"/>
                </a:moveTo>
                <a:lnTo>
                  <a:pt x="21565" y="2484"/>
                </a:lnTo>
                <a:lnTo>
                  <a:pt x="21600" y="4885"/>
                </a:lnTo>
                <a:lnTo>
                  <a:pt x="21521" y="7221"/>
                </a:lnTo>
                <a:lnTo>
                  <a:pt x="21303" y="9501"/>
                </a:lnTo>
                <a:lnTo>
                  <a:pt x="20910" y="11744"/>
                </a:lnTo>
                <a:lnTo>
                  <a:pt x="20320" y="13966"/>
                </a:lnTo>
                <a:lnTo>
                  <a:pt x="19507" y="16184"/>
                </a:lnTo>
                <a:lnTo>
                  <a:pt x="18432" y="18413"/>
                </a:lnTo>
                <a:lnTo>
                  <a:pt x="17073" y="20670"/>
                </a:lnTo>
                <a:lnTo>
                  <a:pt x="13822" y="21290"/>
                </a:lnTo>
                <a:lnTo>
                  <a:pt x="11514" y="21600"/>
                </a:lnTo>
                <a:lnTo>
                  <a:pt x="9522" y="21600"/>
                </a:lnTo>
                <a:lnTo>
                  <a:pt x="7215" y="21290"/>
                </a:lnTo>
                <a:lnTo>
                  <a:pt x="3963" y="20670"/>
                </a:lnTo>
                <a:lnTo>
                  <a:pt x="2382" y="18241"/>
                </a:lnTo>
                <a:lnTo>
                  <a:pt x="1193" y="15995"/>
                </a:lnTo>
                <a:lnTo>
                  <a:pt x="398" y="13814"/>
                </a:lnTo>
                <a:lnTo>
                  <a:pt x="0" y="11579"/>
                </a:lnTo>
                <a:lnTo>
                  <a:pt x="4" y="9167"/>
                </a:lnTo>
                <a:lnTo>
                  <a:pt x="415" y="6459"/>
                </a:lnTo>
                <a:lnTo>
                  <a:pt x="2648" y="4816"/>
                </a:lnTo>
                <a:lnTo>
                  <a:pt x="4990" y="3545"/>
                </a:lnTo>
                <a:lnTo>
                  <a:pt x="7446" y="2580"/>
                </a:lnTo>
                <a:lnTo>
                  <a:pt x="10011" y="1850"/>
                </a:lnTo>
                <a:lnTo>
                  <a:pt x="12694" y="1295"/>
                </a:lnTo>
                <a:lnTo>
                  <a:pt x="15491" y="847"/>
                </a:lnTo>
                <a:lnTo>
                  <a:pt x="18406" y="438"/>
                </a:lnTo>
                <a:lnTo>
                  <a:pt x="21443" y="0"/>
                </a:lnTo>
                <a:close/>
              </a:path>
            </a:pathLst>
          </a:custGeom>
          <a:solidFill>
            <a:srgbClr val="9A88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79" name="contour_11977"/>
          <p:cNvSpPr/>
          <p:nvPr/>
        </p:nvSpPr>
        <p:spPr>
          <a:xfrm>
            <a:off x="8413429" y="521820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039" y="1574"/>
                </a:lnTo>
                <a:lnTo>
                  <a:pt x="14890" y="3221"/>
                </a:lnTo>
                <a:lnTo>
                  <a:pt x="16394" y="4937"/>
                </a:lnTo>
                <a:lnTo>
                  <a:pt x="17600" y="6730"/>
                </a:lnTo>
                <a:lnTo>
                  <a:pt x="18558" y="8603"/>
                </a:lnTo>
                <a:lnTo>
                  <a:pt x="19307" y="10553"/>
                </a:lnTo>
                <a:lnTo>
                  <a:pt x="19897" y="12587"/>
                </a:lnTo>
                <a:lnTo>
                  <a:pt x="20376" y="14707"/>
                </a:lnTo>
                <a:lnTo>
                  <a:pt x="20786" y="16913"/>
                </a:lnTo>
                <a:lnTo>
                  <a:pt x="21179" y="19209"/>
                </a:lnTo>
                <a:lnTo>
                  <a:pt x="21600" y="21600"/>
                </a:lnTo>
                <a:lnTo>
                  <a:pt x="20513" y="21446"/>
                </a:lnTo>
                <a:lnTo>
                  <a:pt x="19516" y="21301"/>
                </a:lnTo>
                <a:lnTo>
                  <a:pt x="18425" y="21146"/>
                </a:lnTo>
                <a:lnTo>
                  <a:pt x="17064" y="20952"/>
                </a:lnTo>
                <a:lnTo>
                  <a:pt x="15257" y="20693"/>
                </a:lnTo>
                <a:lnTo>
                  <a:pt x="12823" y="20347"/>
                </a:lnTo>
                <a:lnTo>
                  <a:pt x="9590" y="19884"/>
                </a:lnTo>
                <a:lnTo>
                  <a:pt x="5375" y="19283"/>
                </a:lnTo>
                <a:lnTo>
                  <a:pt x="0" y="18514"/>
                </a:lnTo>
                <a:lnTo>
                  <a:pt x="0" y="16475"/>
                </a:lnTo>
                <a:lnTo>
                  <a:pt x="0" y="14423"/>
                </a:lnTo>
                <a:lnTo>
                  <a:pt x="0" y="12343"/>
                </a:lnTo>
                <a:lnTo>
                  <a:pt x="1674" y="11673"/>
                </a:lnTo>
                <a:lnTo>
                  <a:pt x="3377" y="10991"/>
                </a:lnTo>
                <a:lnTo>
                  <a:pt x="5623" y="9914"/>
                </a:lnTo>
                <a:lnTo>
                  <a:pt x="7002" y="8871"/>
                </a:lnTo>
                <a:lnTo>
                  <a:pt x="8089" y="7251"/>
                </a:lnTo>
                <a:lnTo>
                  <a:pt x="9450" y="4437"/>
                </a:lnTo>
                <a:lnTo>
                  <a:pt x="9896" y="2972"/>
                </a:lnTo>
                <a:lnTo>
                  <a:pt x="10343" y="1497"/>
                </a:lnTo>
                <a:lnTo>
                  <a:pt x="10800" y="0"/>
                </a:lnTo>
                <a:close/>
              </a:path>
            </a:pathLst>
          </a:custGeom>
          <a:solidFill>
            <a:srgbClr val="4E4F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0" name="contour_11978"/>
          <p:cNvSpPr/>
          <p:nvPr/>
        </p:nvSpPr>
        <p:spPr>
          <a:xfrm>
            <a:off x="9820011" y="5231357"/>
            <a:ext cx="58304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472" y="0"/>
                </a:moveTo>
                <a:lnTo>
                  <a:pt x="10913" y="96"/>
                </a:lnTo>
                <a:lnTo>
                  <a:pt x="12366" y="191"/>
                </a:lnTo>
                <a:lnTo>
                  <a:pt x="13838" y="291"/>
                </a:lnTo>
                <a:lnTo>
                  <a:pt x="15293" y="366"/>
                </a:lnTo>
                <a:lnTo>
                  <a:pt x="16762" y="441"/>
                </a:lnTo>
                <a:lnTo>
                  <a:pt x="18247" y="520"/>
                </a:lnTo>
                <a:lnTo>
                  <a:pt x="19081" y="590"/>
                </a:lnTo>
                <a:lnTo>
                  <a:pt x="21600" y="811"/>
                </a:lnTo>
                <a:lnTo>
                  <a:pt x="21265" y="3384"/>
                </a:lnTo>
                <a:lnTo>
                  <a:pt x="20930" y="5958"/>
                </a:lnTo>
                <a:lnTo>
                  <a:pt x="20596" y="8540"/>
                </a:lnTo>
                <a:lnTo>
                  <a:pt x="20261" y="11126"/>
                </a:lnTo>
                <a:lnTo>
                  <a:pt x="19923" y="13725"/>
                </a:lnTo>
                <a:lnTo>
                  <a:pt x="19583" y="16332"/>
                </a:lnTo>
                <a:lnTo>
                  <a:pt x="19243" y="18956"/>
                </a:lnTo>
                <a:lnTo>
                  <a:pt x="18900" y="21600"/>
                </a:lnTo>
                <a:lnTo>
                  <a:pt x="17199" y="20477"/>
                </a:lnTo>
                <a:lnTo>
                  <a:pt x="15495" y="19355"/>
                </a:lnTo>
                <a:lnTo>
                  <a:pt x="13792" y="18228"/>
                </a:lnTo>
                <a:lnTo>
                  <a:pt x="12085" y="17101"/>
                </a:lnTo>
                <a:lnTo>
                  <a:pt x="10376" y="15974"/>
                </a:lnTo>
                <a:lnTo>
                  <a:pt x="8662" y="14844"/>
                </a:lnTo>
                <a:lnTo>
                  <a:pt x="6944" y="13708"/>
                </a:lnTo>
                <a:lnTo>
                  <a:pt x="5219" y="12569"/>
                </a:lnTo>
                <a:lnTo>
                  <a:pt x="3486" y="11426"/>
                </a:lnTo>
                <a:lnTo>
                  <a:pt x="1747" y="10278"/>
                </a:lnTo>
                <a:lnTo>
                  <a:pt x="0" y="9126"/>
                </a:lnTo>
                <a:lnTo>
                  <a:pt x="2292" y="5617"/>
                </a:lnTo>
                <a:lnTo>
                  <a:pt x="3950" y="3243"/>
                </a:lnTo>
                <a:lnTo>
                  <a:pt x="5233" y="1746"/>
                </a:lnTo>
                <a:lnTo>
                  <a:pt x="6407" y="877"/>
                </a:lnTo>
                <a:lnTo>
                  <a:pt x="7730" y="378"/>
                </a:lnTo>
                <a:lnTo>
                  <a:pt x="9472" y="0"/>
                </a:lnTo>
                <a:close/>
              </a:path>
            </a:pathLst>
          </a:custGeom>
          <a:solidFill>
            <a:srgbClr val="40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1" name="contour_11979"/>
          <p:cNvSpPr/>
          <p:nvPr/>
        </p:nvSpPr>
        <p:spPr>
          <a:xfrm>
            <a:off x="7268733" y="5203626"/>
            <a:ext cx="4420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35" y="0"/>
                </a:moveTo>
                <a:lnTo>
                  <a:pt x="1834" y="1286"/>
                </a:lnTo>
                <a:lnTo>
                  <a:pt x="3404" y="2566"/>
                </a:lnTo>
                <a:lnTo>
                  <a:pt x="4939" y="3840"/>
                </a:lnTo>
                <a:lnTo>
                  <a:pt x="6445" y="5117"/>
                </a:lnTo>
                <a:lnTo>
                  <a:pt x="7912" y="6396"/>
                </a:lnTo>
                <a:lnTo>
                  <a:pt x="9347" y="7682"/>
                </a:lnTo>
                <a:lnTo>
                  <a:pt x="10747" y="8978"/>
                </a:lnTo>
                <a:lnTo>
                  <a:pt x="12110" y="10286"/>
                </a:lnTo>
                <a:lnTo>
                  <a:pt x="13435" y="11611"/>
                </a:lnTo>
                <a:lnTo>
                  <a:pt x="14724" y="12955"/>
                </a:lnTo>
                <a:lnTo>
                  <a:pt x="15970" y="14321"/>
                </a:lnTo>
                <a:lnTo>
                  <a:pt x="17181" y="15713"/>
                </a:lnTo>
                <a:lnTo>
                  <a:pt x="18349" y="17134"/>
                </a:lnTo>
                <a:lnTo>
                  <a:pt x="19474" y="18586"/>
                </a:lnTo>
                <a:lnTo>
                  <a:pt x="20560" y="20074"/>
                </a:lnTo>
                <a:lnTo>
                  <a:pt x="21600" y="21600"/>
                </a:lnTo>
                <a:lnTo>
                  <a:pt x="17430" y="21221"/>
                </a:lnTo>
                <a:lnTo>
                  <a:pt x="14247" y="20894"/>
                </a:lnTo>
                <a:lnTo>
                  <a:pt x="11854" y="20573"/>
                </a:lnTo>
                <a:lnTo>
                  <a:pt x="10049" y="20206"/>
                </a:lnTo>
                <a:lnTo>
                  <a:pt x="8642" y="19740"/>
                </a:lnTo>
                <a:lnTo>
                  <a:pt x="7431" y="19123"/>
                </a:lnTo>
                <a:lnTo>
                  <a:pt x="6224" y="18310"/>
                </a:lnTo>
                <a:lnTo>
                  <a:pt x="4825" y="17242"/>
                </a:lnTo>
                <a:lnTo>
                  <a:pt x="3646" y="15672"/>
                </a:lnTo>
                <a:lnTo>
                  <a:pt x="2660" y="14141"/>
                </a:lnTo>
                <a:lnTo>
                  <a:pt x="1848" y="12631"/>
                </a:lnTo>
                <a:lnTo>
                  <a:pt x="1200" y="11136"/>
                </a:lnTo>
                <a:lnTo>
                  <a:pt x="709" y="9641"/>
                </a:lnTo>
                <a:lnTo>
                  <a:pt x="353" y="8131"/>
                </a:lnTo>
                <a:lnTo>
                  <a:pt x="125" y="6600"/>
                </a:lnTo>
                <a:lnTo>
                  <a:pt x="14" y="5035"/>
                </a:lnTo>
                <a:lnTo>
                  <a:pt x="0" y="3420"/>
                </a:lnTo>
                <a:lnTo>
                  <a:pt x="78" y="1745"/>
                </a:lnTo>
                <a:lnTo>
                  <a:pt x="235" y="0"/>
                </a:lnTo>
                <a:close/>
              </a:path>
            </a:pathLst>
          </a:custGeom>
          <a:solidFill>
            <a:srgbClr val="CCE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2" name="contour_11980"/>
          <p:cNvSpPr/>
          <p:nvPr/>
        </p:nvSpPr>
        <p:spPr>
          <a:xfrm>
            <a:off x="6759055" y="5208779"/>
            <a:ext cx="43728" cy="406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35"/>
                </a:moveTo>
                <a:lnTo>
                  <a:pt x="6210" y="488"/>
                </a:lnTo>
                <a:lnTo>
                  <a:pt x="8770" y="124"/>
                </a:lnTo>
                <a:lnTo>
                  <a:pt x="11300" y="0"/>
                </a:lnTo>
                <a:lnTo>
                  <a:pt x="13828" y="77"/>
                </a:lnTo>
                <a:lnTo>
                  <a:pt x="16369" y="318"/>
                </a:lnTo>
                <a:lnTo>
                  <a:pt x="18954" y="686"/>
                </a:lnTo>
                <a:lnTo>
                  <a:pt x="21600" y="1135"/>
                </a:lnTo>
                <a:lnTo>
                  <a:pt x="20938" y="3703"/>
                </a:lnTo>
                <a:lnTo>
                  <a:pt x="20246" y="6224"/>
                </a:lnTo>
                <a:lnTo>
                  <a:pt x="19505" y="8703"/>
                </a:lnTo>
                <a:lnTo>
                  <a:pt x="18695" y="11135"/>
                </a:lnTo>
                <a:lnTo>
                  <a:pt x="17802" y="13529"/>
                </a:lnTo>
                <a:lnTo>
                  <a:pt x="16801" y="15887"/>
                </a:lnTo>
                <a:lnTo>
                  <a:pt x="15671" y="18211"/>
                </a:lnTo>
                <a:lnTo>
                  <a:pt x="14400" y="20500"/>
                </a:lnTo>
                <a:lnTo>
                  <a:pt x="11848" y="21228"/>
                </a:lnTo>
                <a:lnTo>
                  <a:pt x="9536" y="21573"/>
                </a:lnTo>
                <a:lnTo>
                  <a:pt x="7330" y="21600"/>
                </a:lnTo>
                <a:lnTo>
                  <a:pt x="5094" y="21379"/>
                </a:lnTo>
                <a:lnTo>
                  <a:pt x="2696" y="20992"/>
                </a:lnTo>
                <a:lnTo>
                  <a:pt x="0" y="20500"/>
                </a:lnTo>
                <a:lnTo>
                  <a:pt x="108" y="17932"/>
                </a:lnTo>
                <a:lnTo>
                  <a:pt x="259" y="15430"/>
                </a:lnTo>
                <a:lnTo>
                  <a:pt x="486" y="12979"/>
                </a:lnTo>
                <a:lnTo>
                  <a:pt x="806" y="10566"/>
                </a:lnTo>
                <a:lnTo>
                  <a:pt x="1253" y="8188"/>
                </a:lnTo>
                <a:lnTo>
                  <a:pt x="1850" y="5829"/>
                </a:lnTo>
                <a:lnTo>
                  <a:pt x="2621" y="3482"/>
                </a:lnTo>
                <a:lnTo>
                  <a:pt x="3600" y="1135"/>
                </a:lnTo>
                <a:close/>
              </a:path>
            </a:pathLst>
          </a:custGeom>
          <a:solidFill>
            <a:srgbClr val="F6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3" name="contour_11981"/>
          <p:cNvSpPr/>
          <p:nvPr/>
        </p:nvSpPr>
        <p:spPr>
          <a:xfrm>
            <a:off x="5316033" y="5210200"/>
            <a:ext cx="4372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03" y="0"/>
                </a:moveTo>
                <a:lnTo>
                  <a:pt x="12881" y="85"/>
                </a:lnTo>
                <a:lnTo>
                  <a:pt x="15059" y="169"/>
                </a:lnTo>
                <a:lnTo>
                  <a:pt x="17240" y="250"/>
                </a:lnTo>
                <a:lnTo>
                  <a:pt x="19418" y="335"/>
                </a:lnTo>
                <a:lnTo>
                  <a:pt x="21600" y="415"/>
                </a:lnTo>
                <a:lnTo>
                  <a:pt x="21186" y="5313"/>
                </a:lnTo>
                <a:lnTo>
                  <a:pt x="20833" y="8754"/>
                </a:lnTo>
                <a:lnTo>
                  <a:pt x="20437" y="11211"/>
                </a:lnTo>
                <a:lnTo>
                  <a:pt x="19897" y="13152"/>
                </a:lnTo>
                <a:lnTo>
                  <a:pt x="19120" y="15045"/>
                </a:lnTo>
                <a:lnTo>
                  <a:pt x="18000" y="17363"/>
                </a:lnTo>
                <a:lnTo>
                  <a:pt x="15797" y="18346"/>
                </a:lnTo>
                <a:lnTo>
                  <a:pt x="13594" y="19155"/>
                </a:lnTo>
                <a:lnTo>
                  <a:pt x="11387" y="19820"/>
                </a:lnTo>
                <a:lnTo>
                  <a:pt x="9162" y="20350"/>
                </a:lnTo>
                <a:lnTo>
                  <a:pt x="6923" y="20774"/>
                </a:lnTo>
                <a:lnTo>
                  <a:pt x="4651" y="21109"/>
                </a:lnTo>
                <a:lnTo>
                  <a:pt x="2347" y="21380"/>
                </a:lnTo>
                <a:lnTo>
                  <a:pt x="0" y="21600"/>
                </a:lnTo>
                <a:lnTo>
                  <a:pt x="1195" y="15406"/>
                </a:lnTo>
                <a:lnTo>
                  <a:pt x="2185" y="10575"/>
                </a:lnTo>
                <a:lnTo>
                  <a:pt x="3056" y="6932"/>
                </a:lnTo>
                <a:lnTo>
                  <a:pt x="3895" y="4292"/>
                </a:lnTo>
                <a:lnTo>
                  <a:pt x="4792" y="2483"/>
                </a:lnTo>
                <a:lnTo>
                  <a:pt x="5832" y="1330"/>
                </a:lnTo>
                <a:lnTo>
                  <a:pt x="7106" y="648"/>
                </a:lnTo>
                <a:lnTo>
                  <a:pt x="8698" y="267"/>
                </a:lnTo>
                <a:lnTo>
                  <a:pt x="10703" y="0"/>
                </a:lnTo>
                <a:close/>
              </a:path>
            </a:pathLst>
          </a:custGeom>
          <a:solidFill>
            <a:srgbClr val="9486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4" name="contour_11982"/>
          <p:cNvSpPr/>
          <p:nvPr/>
        </p:nvSpPr>
        <p:spPr>
          <a:xfrm>
            <a:off x="10060515" y="5201986"/>
            <a:ext cx="43728" cy="45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81"/>
                </a:moveTo>
                <a:lnTo>
                  <a:pt x="2570" y="260"/>
                </a:lnTo>
                <a:lnTo>
                  <a:pt x="4417" y="0"/>
                </a:lnTo>
                <a:lnTo>
                  <a:pt x="6059" y="0"/>
                </a:lnTo>
                <a:lnTo>
                  <a:pt x="8014" y="260"/>
                </a:lnTo>
                <a:lnTo>
                  <a:pt x="10800" y="781"/>
                </a:lnTo>
                <a:lnTo>
                  <a:pt x="11473" y="2974"/>
                </a:lnTo>
                <a:lnTo>
                  <a:pt x="12010" y="5142"/>
                </a:lnTo>
                <a:lnTo>
                  <a:pt x="12438" y="7311"/>
                </a:lnTo>
                <a:lnTo>
                  <a:pt x="12776" y="9497"/>
                </a:lnTo>
                <a:lnTo>
                  <a:pt x="13050" y="11718"/>
                </a:lnTo>
                <a:lnTo>
                  <a:pt x="13288" y="13997"/>
                </a:lnTo>
                <a:lnTo>
                  <a:pt x="13990" y="16423"/>
                </a:lnTo>
                <a:lnTo>
                  <a:pt x="14724" y="17901"/>
                </a:lnTo>
                <a:lnTo>
                  <a:pt x="15941" y="19032"/>
                </a:lnTo>
                <a:lnTo>
                  <a:pt x="18097" y="20420"/>
                </a:lnTo>
                <a:lnTo>
                  <a:pt x="18968" y="20715"/>
                </a:lnTo>
                <a:lnTo>
                  <a:pt x="21600" y="21600"/>
                </a:lnTo>
                <a:lnTo>
                  <a:pt x="19217" y="21489"/>
                </a:lnTo>
                <a:lnTo>
                  <a:pt x="16895" y="21326"/>
                </a:lnTo>
                <a:lnTo>
                  <a:pt x="14620" y="21093"/>
                </a:lnTo>
                <a:lnTo>
                  <a:pt x="12388" y="20771"/>
                </a:lnTo>
                <a:lnTo>
                  <a:pt x="10181" y="20333"/>
                </a:lnTo>
                <a:lnTo>
                  <a:pt x="7988" y="19761"/>
                </a:lnTo>
                <a:lnTo>
                  <a:pt x="5796" y="19032"/>
                </a:lnTo>
                <a:lnTo>
                  <a:pt x="3600" y="18130"/>
                </a:lnTo>
                <a:lnTo>
                  <a:pt x="2664" y="16013"/>
                </a:lnTo>
                <a:lnTo>
                  <a:pt x="1908" y="13900"/>
                </a:lnTo>
                <a:lnTo>
                  <a:pt x="1314" y="11787"/>
                </a:lnTo>
                <a:lnTo>
                  <a:pt x="860" y="9660"/>
                </a:lnTo>
                <a:lnTo>
                  <a:pt x="526" y="7509"/>
                </a:lnTo>
                <a:lnTo>
                  <a:pt x="284" y="5316"/>
                </a:lnTo>
                <a:lnTo>
                  <a:pt x="115" y="3078"/>
                </a:lnTo>
                <a:lnTo>
                  <a:pt x="0" y="781"/>
                </a:lnTo>
                <a:close/>
              </a:path>
            </a:pathLst>
          </a:custGeom>
          <a:solidFill>
            <a:srgbClr val="F9F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5" name="contour_11983"/>
          <p:cNvSpPr/>
          <p:nvPr/>
        </p:nvSpPr>
        <p:spPr>
          <a:xfrm>
            <a:off x="1693901" y="5180450"/>
            <a:ext cx="58304" cy="52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42"/>
                </a:moveTo>
                <a:lnTo>
                  <a:pt x="1766" y="181"/>
                </a:lnTo>
                <a:lnTo>
                  <a:pt x="3070" y="0"/>
                </a:lnTo>
                <a:lnTo>
                  <a:pt x="4301" y="0"/>
                </a:lnTo>
                <a:lnTo>
                  <a:pt x="5848" y="181"/>
                </a:lnTo>
                <a:lnTo>
                  <a:pt x="8100" y="542"/>
                </a:lnTo>
                <a:lnTo>
                  <a:pt x="9499" y="2085"/>
                </a:lnTo>
                <a:lnTo>
                  <a:pt x="10808" y="3676"/>
                </a:lnTo>
                <a:lnTo>
                  <a:pt x="12034" y="5322"/>
                </a:lnTo>
                <a:lnTo>
                  <a:pt x="13181" y="7028"/>
                </a:lnTo>
                <a:lnTo>
                  <a:pt x="14256" y="8802"/>
                </a:lnTo>
                <a:lnTo>
                  <a:pt x="15260" y="10650"/>
                </a:lnTo>
                <a:lnTo>
                  <a:pt x="16200" y="12575"/>
                </a:lnTo>
                <a:lnTo>
                  <a:pt x="16200" y="14563"/>
                </a:lnTo>
                <a:lnTo>
                  <a:pt x="16200" y="16564"/>
                </a:lnTo>
                <a:lnTo>
                  <a:pt x="16200" y="18592"/>
                </a:lnTo>
                <a:lnTo>
                  <a:pt x="17804" y="19696"/>
                </a:lnTo>
                <a:lnTo>
                  <a:pt x="18900" y="20379"/>
                </a:lnTo>
                <a:lnTo>
                  <a:pt x="19996" y="20917"/>
                </a:lnTo>
                <a:lnTo>
                  <a:pt x="21600" y="21600"/>
                </a:lnTo>
                <a:lnTo>
                  <a:pt x="19996" y="21600"/>
                </a:lnTo>
                <a:lnTo>
                  <a:pt x="18387" y="21600"/>
                </a:lnTo>
                <a:lnTo>
                  <a:pt x="16772" y="21600"/>
                </a:lnTo>
                <a:lnTo>
                  <a:pt x="15144" y="21600"/>
                </a:lnTo>
                <a:lnTo>
                  <a:pt x="13500" y="21600"/>
                </a:lnTo>
                <a:lnTo>
                  <a:pt x="13500" y="19611"/>
                </a:lnTo>
                <a:lnTo>
                  <a:pt x="13500" y="17611"/>
                </a:lnTo>
                <a:lnTo>
                  <a:pt x="13500" y="15583"/>
                </a:lnTo>
                <a:lnTo>
                  <a:pt x="11858" y="15228"/>
                </a:lnTo>
                <a:lnTo>
                  <a:pt x="10214" y="14876"/>
                </a:lnTo>
                <a:lnTo>
                  <a:pt x="8573" y="14524"/>
                </a:lnTo>
                <a:lnTo>
                  <a:pt x="6928" y="14178"/>
                </a:lnTo>
                <a:lnTo>
                  <a:pt x="5284" y="13832"/>
                </a:lnTo>
                <a:lnTo>
                  <a:pt x="3415" y="12843"/>
                </a:lnTo>
                <a:lnTo>
                  <a:pt x="2406" y="11775"/>
                </a:lnTo>
                <a:lnTo>
                  <a:pt x="1382" y="9720"/>
                </a:lnTo>
                <a:lnTo>
                  <a:pt x="1031" y="8038"/>
                </a:lnTo>
                <a:lnTo>
                  <a:pt x="786" y="6721"/>
                </a:lnTo>
                <a:lnTo>
                  <a:pt x="575" y="5328"/>
                </a:lnTo>
                <a:lnTo>
                  <a:pt x="335" y="3414"/>
                </a:lnTo>
                <a:lnTo>
                  <a:pt x="0" y="542"/>
                </a:lnTo>
                <a:close/>
              </a:path>
            </a:pathLst>
          </a:custGeom>
          <a:solidFill>
            <a:srgbClr val="9071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6" name="contour_11984"/>
          <p:cNvSpPr/>
          <p:nvPr/>
        </p:nvSpPr>
        <p:spPr>
          <a:xfrm>
            <a:off x="447654" y="5203626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70" y="1401"/>
                </a:lnTo>
                <a:lnTo>
                  <a:pt x="6742" y="2814"/>
                </a:lnTo>
                <a:lnTo>
                  <a:pt x="7425" y="4243"/>
                </a:lnTo>
                <a:lnTo>
                  <a:pt x="8645" y="6153"/>
                </a:lnTo>
                <a:lnTo>
                  <a:pt x="9963" y="7813"/>
                </a:lnTo>
                <a:lnTo>
                  <a:pt x="11375" y="9263"/>
                </a:lnTo>
                <a:lnTo>
                  <a:pt x="12876" y="10535"/>
                </a:lnTo>
                <a:lnTo>
                  <a:pt x="14467" y="11661"/>
                </a:lnTo>
                <a:lnTo>
                  <a:pt x="16135" y="12679"/>
                </a:lnTo>
                <a:lnTo>
                  <a:pt x="17885" y="13623"/>
                </a:lnTo>
                <a:lnTo>
                  <a:pt x="19707" y="14531"/>
                </a:lnTo>
                <a:lnTo>
                  <a:pt x="21600" y="15429"/>
                </a:lnTo>
                <a:lnTo>
                  <a:pt x="19818" y="15429"/>
                </a:lnTo>
                <a:lnTo>
                  <a:pt x="18033" y="15429"/>
                </a:lnTo>
                <a:lnTo>
                  <a:pt x="16241" y="15429"/>
                </a:lnTo>
                <a:lnTo>
                  <a:pt x="14440" y="15429"/>
                </a:lnTo>
                <a:lnTo>
                  <a:pt x="12628" y="15429"/>
                </a:lnTo>
                <a:lnTo>
                  <a:pt x="10800" y="15429"/>
                </a:lnTo>
                <a:lnTo>
                  <a:pt x="10800" y="17468"/>
                </a:lnTo>
                <a:lnTo>
                  <a:pt x="10800" y="19520"/>
                </a:lnTo>
                <a:lnTo>
                  <a:pt x="10800" y="21600"/>
                </a:lnTo>
                <a:lnTo>
                  <a:pt x="8996" y="21236"/>
                </a:lnTo>
                <a:lnTo>
                  <a:pt x="7195" y="20850"/>
                </a:lnTo>
                <a:lnTo>
                  <a:pt x="5400" y="20443"/>
                </a:lnTo>
                <a:lnTo>
                  <a:pt x="3893" y="20119"/>
                </a:lnTo>
                <a:lnTo>
                  <a:pt x="2362" y="19792"/>
                </a:lnTo>
                <a:lnTo>
                  <a:pt x="1191" y="19156"/>
                </a:lnTo>
                <a:lnTo>
                  <a:pt x="0" y="18514"/>
                </a:lnTo>
                <a:lnTo>
                  <a:pt x="0" y="16475"/>
                </a:lnTo>
                <a:lnTo>
                  <a:pt x="0" y="14423"/>
                </a:lnTo>
                <a:lnTo>
                  <a:pt x="0" y="12343"/>
                </a:lnTo>
                <a:lnTo>
                  <a:pt x="1785" y="12343"/>
                </a:lnTo>
                <a:lnTo>
                  <a:pt x="3580" y="12343"/>
                </a:lnTo>
                <a:lnTo>
                  <a:pt x="5400" y="12343"/>
                </a:lnTo>
                <a:lnTo>
                  <a:pt x="5400" y="10306"/>
                </a:lnTo>
                <a:lnTo>
                  <a:pt x="5400" y="8267"/>
                </a:lnTo>
                <a:lnTo>
                  <a:pt x="5400" y="6218"/>
                </a:lnTo>
                <a:lnTo>
                  <a:pt x="5400" y="4160"/>
                </a:lnTo>
                <a:lnTo>
                  <a:pt x="5400" y="2089"/>
                </a:lnTo>
                <a:lnTo>
                  <a:pt x="5400" y="0"/>
                </a:lnTo>
                <a:close/>
              </a:path>
            </a:pathLst>
          </a:custGeom>
          <a:solidFill>
            <a:srgbClr val="52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7" name="contour_11985"/>
          <p:cNvSpPr/>
          <p:nvPr/>
        </p:nvSpPr>
        <p:spPr>
          <a:xfrm>
            <a:off x="2051012" y="5189655"/>
            <a:ext cx="58304" cy="358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028"/>
                </a:moveTo>
                <a:lnTo>
                  <a:pt x="20820" y="6651"/>
                </a:lnTo>
                <a:lnTo>
                  <a:pt x="20075" y="8997"/>
                </a:lnTo>
                <a:lnTo>
                  <a:pt x="19305" y="11145"/>
                </a:lnTo>
                <a:lnTo>
                  <a:pt x="18444" y="13174"/>
                </a:lnTo>
                <a:lnTo>
                  <a:pt x="17431" y="15169"/>
                </a:lnTo>
                <a:lnTo>
                  <a:pt x="16200" y="17207"/>
                </a:lnTo>
                <a:lnTo>
                  <a:pt x="14537" y="18064"/>
                </a:lnTo>
                <a:lnTo>
                  <a:pt x="12874" y="18806"/>
                </a:lnTo>
                <a:lnTo>
                  <a:pt x="11205" y="19447"/>
                </a:lnTo>
                <a:lnTo>
                  <a:pt x="9528" y="20005"/>
                </a:lnTo>
                <a:lnTo>
                  <a:pt x="7843" y="20484"/>
                </a:lnTo>
                <a:lnTo>
                  <a:pt x="6145" y="20902"/>
                </a:lnTo>
                <a:lnTo>
                  <a:pt x="4433" y="21271"/>
                </a:lnTo>
                <a:lnTo>
                  <a:pt x="2700" y="21600"/>
                </a:lnTo>
                <a:lnTo>
                  <a:pt x="2254" y="18701"/>
                </a:lnTo>
                <a:lnTo>
                  <a:pt x="1809" y="15797"/>
                </a:lnTo>
                <a:lnTo>
                  <a:pt x="1361" y="12880"/>
                </a:lnTo>
                <a:lnTo>
                  <a:pt x="910" y="9950"/>
                </a:lnTo>
                <a:lnTo>
                  <a:pt x="456" y="7002"/>
                </a:lnTo>
                <a:lnTo>
                  <a:pt x="0" y="4028"/>
                </a:lnTo>
                <a:lnTo>
                  <a:pt x="1550" y="3519"/>
                </a:lnTo>
                <a:lnTo>
                  <a:pt x="3102" y="3018"/>
                </a:lnTo>
                <a:lnTo>
                  <a:pt x="4655" y="2526"/>
                </a:lnTo>
                <a:lnTo>
                  <a:pt x="6207" y="2038"/>
                </a:lnTo>
                <a:lnTo>
                  <a:pt x="7762" y="1559"/>
                </a:lnTo>
                <a:lnTo>
                  <a:pt x="9204" y="1098"/>
                </a:lnTo>
                <a:lnTo>
                  <a:pt x="10657" y="637"/>
                </a:lnTo>
                <a:lnTo>
                  <a:pt x="12128" y="167"/>
                </a:lnTo>
                <a:lnTo>
                  <a:pt x="14064" y="0"/>
                </a:lnTo>
                <a:lnTo>
                  <a:pt x="15695" y="92"/>
                </a:lnTo>
                <a:lnTo>
                  <a:pt x="17142" y="488"/>
                </a:lnTo>
                <a:lnTo>
                  <a:pt x="18530" y="1239"/>
                </a:lnTo>
                <a:lnTo>
                  <a:pt x="19975" y="2403"/>
                </a:lnTo>
                <a:lnTo>
                  <a:pt x="21600" y="4028"/>
                </a:lnTo>
                <a:close/>
              </a:path>
            </a:pathLst>
          </a:custGeom>
          <a:solidFill>
            <a:srgbClr val="7C71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8" name="contour_11986"/>
          <p:cNvSpPr/>
          <p:nvPr/>
        </p:nvSpPr>
        <p:spPr>
          <a:xfrm>
            <a:off x="1096285" y="5196338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005" y="2228"/>
                </a:lnTo>
                <a:lnTo>
                  <a:pt x="20412" y="4457"/>
                </a:lnTo>
                <a:lnTo>
                  <a:pt x="19814" y="6692"/>
                </a:lnTo>
                <a:lnTo>
                  <a:pt x="19217" y="8932"/>
                </a:lnTo>
                <a:lnTo>
                  <a:pt x="18619" y="11182"/>
                </a:lnTo>
                <a:lnTo>
                  <a:pt x="18017" y="13442"/>
                </a:lnTo>
                <a:lnTo>
                  <a:pt x="17410" y="15714"/>
                </a:lnTo>
                <a:lnTo>
                  <a:pt x="16800" y="18000"/>
                </a:lnTo>
                <a:lnTo>
                  <a:pt x="16651" y="16214"/>
                </a:lnTo>
                <a:lnTo>
                  <a:pt x="16500" y="14422"/>
                </a:lnTo>
                <a:lnTo>
                  <a:pt x="16349" y="12600"/>
                </a:lnTo>
                <a:lnTo>
                  <a:pt x="15706" y="10814"/>
                </a:lnTo>
                <a:lnTo>
                  <a:pt x="15058" y="9022"/>
                </a:lnTo>
                <a:lnTo>
                  <a:pt x="14400" y="7200"/>
                </a:lnTo>
                <a:lnTo>
                  <a:pt x="12631" y="6505"/>
                </a:lnTo>
                <a:lnTo>
                  <a:pt x="10915" y="6026"/>
                </a:lnTo>
                <a:lnTo>
                  <a:pt x="9230" y="5774"/>
                </a:lnTo>
                <a:lnTo>
                  <a:pt x="7555" y="5756"/>
                </a:lnTo>
                <a:lnTo>
                  <a:pt x="5873" y="5983"/>
                </a:lnTo>
                <a:lnTo>
                  <a:pt x="4159" y="6462"/>
                </a:lnTo>
                <a:lnTo>
                  <a:pt x="2400" y="7200"/>
                </a:lnTo>
                <a:lnTo>
                  <a:pt x="1550" y="9569"/>
                </a:lnTo>
                <a:lnTo>
                  <a:pt x="967" y="11812"/>
                </a:lnTo>
                <a:lnTo>
                  <a:pt x="586" y="14036"/>
                </a:lnTo>
                <a:lnTo>
                  <a:pt x="341" y="16340"/>
                </a:lnTo>
                <a:lnTo>
                  <a:pt x="166" y="18828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2724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89" name="contour_11987"/>
          <p:cNvSpPr/>
          <p:nvPr/>
        </p:nvSpPr>
        <p:spPr>
          <a:xfrm>
            <a:off x="877646" y="5145322"/>
            <a:ext cx="3087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99" y="0"/>
                </a:moveTo>
                <a:lnTo>
                  <a:pt x="8862" y="302"/>
                </a:lnTo>
                <a:lnTo>
                  <a:pt x="11539" y="578"/>
                </a:lnTo>
                <a:lnTo>
                  <a:pt x="13865" y="943"/>
                </a:lnTo>
                <a:lnTo>
                  <a:pt x="16572" y="1512"/>
                </a:lnTo>
                <a:lnTo>
                  <a:pt x="20397" y="2400"/>
                </a:lnTo>
                <a:lnTo>
                  <a:pt x="20922" y="4123"/>
                </a:lnTo>
                <a:lnTo>
                  <a:pt x="21294" y="5734"/>
                </a:lnTo>
                <a:lnTo>
                  <a:pt x="21518" y="7289"/>
                </a:lnTo>
                <a:lnTo>
                  <a:pt x="21600" y="8842"/>
                </a:lnTo>
                <a:lnTo>
                  <a:pt x="21544" y="10442"/>
                </a:lnTo>
                <a:lnTo>
                  <a:pt x="21355" y="12149"/>
                </a:lnTo>
                <a:lnTo>
                  <a:pt x="21248" y="13512"/>
                </a:lnTo>
                <a:lnTo>
                  <a:pt x="21141" y="14892"/>
                </a:lnTo>
                <a:lnTo>
                  <a:pt x="20988" y="16570"/>
                </a:lnTo>
                <a:lnTo>
                  <a:pt x="20810" y="18247"/>
                </a:lnTo>
                <a:lnTo>
                  <a:pt x="20611" y="19925"/>
                </a:lnTo>
                <a:lnTo>
                  <a:pt x="20397" y="21600"/>
                </a:lnTo>
                <a:lnTo>
                  <a:pt x="17510" y="20921"/>
                </a:lnTo>
                <a:lnTo>
                  <a:pt x="14624" y="20242"/>
                </a:lnTo>
                <a:lnTo>
                  <a:pt x="11728" y="19560"/>
                </a:lnTo>
                <a:lnTo>
                  <a:pt x="8822" y="18876"/>
                </a:lnTo>
                <a:lnTo>
                  <a:pt x="5900" y="18187"/>
                </a:lnTo>
                <a:lnTo>
                  <a:pt x="2963" y="17496"/>
                </a:lnTo>
                <a:lnTo>
                  <a:pt x="0" y="16800"/>
                </a:lnTo>
                <a:lnTo>
                  <a:pt x="2687" y="15982"/>
                </a:lnTo>
                <a:lnTo>
                  <a:pt x="5415" y="15149"/>
                </a:lnTo>
                <a:lnTo>
                  <a:pt x="8174" y="13282"/>
                </a:lnTo>
                <a:lnTo>
                  <a:pt x="9541" y="12019"/>
                </a:lnTo>
                <a:lnTo>
                  <a:pt x="9928" y="10788"/>
                </a:lnTo>
                <a:lnTo>
                  <a:pt x="9739" y="9010"/>
                </a:lnTo>
                <a:lnTo>
                  <a:pt x="9056" y="7493"/>
                </a:lnTo>
                <a:lnTo>
                  <a:pt x="8342" y="5986"/>
                </a:lnTo>
                <a:lnTo>
                  <a:pt x="7588" y="4483"/>
                </a:lnTo>
                <a:lnTo>
                  <a:pt x="6802" y="2988"/>
                </a:lnTo>
                <a:lnTo>
                  <a:pt x="5971" y="1493"/>
                </a:lnTo>
                <a:lnTo>
                  <a:pt x="5099" y="0"/>
                </a:lnTo>
                <a:close/>
              </a:path>
            </a:pathLst>
          </a:custGeom>
          <a:solidFill>
            <a:srgbClr val="41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0" name="contour_11988"/>
          <p:cNvSpPr/>
          <p:nvPr/>
        </p:nvSpPr>
        <p:spPr>
          <a:xfrm>
            <a:off x="1714686" y="5152610"/>
            <a:ext cx="3751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1" y="0"/>
                </a:moveTo>
                <a:lnTo>
                  <a:pt x="2706" y="1447"/>
                </a:lnTo>
                <a:lnTo>
                  <a:pt x="4502" y="2799"/>
                </a:lnTo>
                <a:lnTo>
                  <a:pt x="6004" y="4100"/>
                </a:lnTo>
                <a:lnTo>
                  <a:pt x="7221" y="5383"/>
                </a:lnTo>
                <a:lnTo>
                  <a:pt x="8152" y="6692"/>
                </a:lnTo>
                <a:lnTo>
                  <a:pt x="8794" y="8063"/>
                </a:lnTo>
                <a:lnTo>
                  <a:pt x="9151" y="9539"/>
                </a:lnTo>
                <a:lnTo>
                  <a:pt x="9222" y="11159"/>
                </a:lnTo>
                <a:lnTo>
                  <a:pt x="9013" y="12960"/>
                </a:lnTo>
                <a:lnTo>
                  <a:pt x="11505" y="12960"/>
                </a:lnTo>
                <a:lnTo>
                  <a:pt x="14006" y="12960"/>
                </a:lnTo>
                <a:lnTo>
                  <a:pt x="16515" y="12960"/>
                </a:lnTo>
                <a:lnTo>
                  <a:pt x="19045" y="12960"/>
                </a:lnTo>
                <a:lnTo>
                  <a:pt x="21600" y="12960"/>
                </a:lnTo>
                <a:lnTo>
                  <a:pt x="21600" y="14386"/>
                </a:lnTo>
                <a:lnTo>
                  <a:pt x="21600" y="15813"/>
                </a:lnTo>
                <a:lnTo>
                  <a:pt x="21600" y="17248"/>
                </a:lnTo>
                <a:lnTo>
                  <a:pt x="21600" y="18688"/>
                </a:lnTo>
                <a:lnTo>
                  <a:pt x="21600" y="20138"/>
                </a:lnTo>
                <a:lnTo>
                  <a:pt x="21600" y="21600"/>
                </a:lnTo>
                <a:lnTo>
                  <a:pt x="17476" y="21589"/>
                </a:lnTo>
                <a:lnTo>
                  <a:pt x="14790" y="21509"/>
                </a:lnTo>
                <a:lnTo>
                  <a:pt x="12973" y="21291"/>
                </a:lnTo>
                <a:lnTo>
                  <a:pt x="11446" y="20866"/>
                </a:lnTo>
                <a:lnTo>
                  <a:pt x="9634" y="20166"/>
                </a:lnTo>
                <a:lnTo>
                  <a:pt x="7599" y="18783"/>
                </a:lnTo>
                <a:lnTo>
                  <a:pt x="5849" y="17425"/>
                </a:lnTo>
                <a:lnTo>
                  <a:pt x="4368" y="16081"/>
                </a:lnTo>
                <a:lnTo>
                  <a:pt x="3138" y="14746"/>
                </a:lnTo>
                <a:lnTo>
                  <a:pt x="2140" y="13409"/>
                </a:lnTo>
                <a:lnTo>
                  <a:pt x="1355" y="12064"/>
                </a:lnTo>
                <a:lnTo>
                  <a:pt x="768" y="10703"/>
                </a:lnTo>
                <a:lnTo>
                  <a:pt x="357" y="9316"/>
                </a:lnTo>
                <a:lnTo>
                  <a:pt x="105" y="7895"/>
                </a:lnTo>
                <a:lnTo>
                  <a:pt x="0" y="6432"/>
                </a:lnTo>
                <a:lnTo>
                  <a:pt x="13" y="4918"/>
                </a:lnTo>
                <a:lnTo>
                  <a:pt x="134" y="3348"/>
                </a:lnTo>
                <a:lnTo>
                  <a:pt x="344" y="1711"/>
                </a:lnTo>
                <a:lnTo>
                  <a:pt x="621" y="0"/>
                </a:lnTo>
                <a:close/>
              </a:path>
            </a:pathLst>
          </a:custGeom>
          <a:solidFill>
            <a:srgbClr val="C79F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1" name="contour_11989"/>
          <p:cNvSpPr/>
          <p:nvPr/>
        </p:nvSpPr>
        <p:spPr>
          <a:xfrm>
            <a:off x="7517006" y="517447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61" y="2376"/>
                </a:lnTo>
                <a:lnTo>
                  <a:pt x="20921" y="4756"/>
                </a:lnTo>
                <a:lnTo>
                  <a:pt x="20582" y="7135"/>
                </a:lnTo>
                <a:lnTo>
                  <a:pt x="20239" y="9522"/>
                </a:lnTo>
                <a:lnTo>
                  <a:pt x="19897" y="11916"/>
                </a:lnTo>
                <a:lnTo>
                  <a:pt x="19554" y="14321"/>
                </a:lnTo>
                <a:lnTo>
                  <a:pt x="19209" y="16733"/>
                </a:lnTo>
                <a:lnTo>
                  <a:pt x="18863" y="19159"/>
                </a:lnTo>
                <a:lnTo>
                  <a:pt x="18514" y="21600"/>
                </a:lnTo>
                <a:lnTo>
                  <a:pt x="17749" y="19818"/>
                </a:lnTo>
                <a:lnTo>
                  <a:pt x="16984" y="18029"/>
                </a:lnTo>
                <a:lnTo>
                  <a:pt x="16209" y="16225"/>
                </a:lnTo>
                <a:lnTo>
                  <a:pt x="15429" y="14400"/>
                </a:lnTo>
                <a:lnTo>
                  <a:pt x="13583" y="13658"/>
                </a:lnTo>
                <a:lnTo>
                  <a:pt x="11735" y="12928"/>
                </a:lnTo>
                <a:lnTo>
                  <a:pt x="9884" y="12208"/>
                </a:lnTo>
                <a:lnTo>
                  <a:pt x="8029" y="11498"/>
                </a:lnTo>
                <a:lnTo>
                  <a:pt x="6171" y="10800"/>
                </a:lnTo>
                <a:lnTo>
                  <a:pt x="4015" y="8536"/>
                </a:lnTo>
                <a:lnTo>
                  <a:pt x="2651" y="7031"/>
                </a:lnTo>
                <a:lnTo>
                  <a:pt x="1506" y="5612"/>
                </a:lnTo>
                <a:lnTo>
                  <a:pt x="0" y="3600"/>
                </a:lnTo>
                <a:lnTo>
                  <a:pt x="2302" y="2880"/>
                </a:lnTo>
                <a:lnTo>
                  <a:pt x="4477" y="2246"/>
                </a:lnTo>
                <a:lnTo>
                  <a:pt x="6563" y="1696"/>
                </a:lnTo>
                <a:lnTo>
                  <a:pt x="8591" y="1231"/>
                </a:lnTo>
                <a:lnTo>
                  <a:pt x="10596" y="842"/>
                </a:lnTo>
                <a:lnTo>
                  <a:pt x="12621" y="533"/>
                </a:lnTo>
                <a:lnTo>
                  <a:pt x="14697" y="295"/>
                </a:lnTo>
                <a:lnTo>
                  <a:pt x="16863" y="130"/>
                </a:lnTo>
                <a:lnTo>
                  <a:pt x="19150" y="32"/>
                </a:lnTo>
                <a:lnTo>
                  <a:pt x="21600" y="0"/>
                </a:lnTo>
                <a:close/>
              </a:path>
            </a:pathLst>
          </a:custGeom>
          <a:solidFill>
            <a:srgbClr val="E7E7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2" name="contour_11990"/>
          <p:cNvSpPr/>
          <p:nvPr/>
        </p:nvSpPr>
        <p:spPr>
          <a:xfrm>
            <a:off x="5184849" y="5159898"/>
            <a:ext cx="2309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100" y="816"/>
                </a:lnTo>
                <a:lnTo>
                  <a:pt x="10360" y="1447"/>
                </a:lnTo>
                <a:lnTo>
                  <a:pt x="13366" y="2028"/>
                </a:lnTo>
                <a:lnTo>
                  <a:pt x="15663" y="2690"/>
                </a:lnTo>
                <a:lnTo>
                  <a:pt x="17838" y="3571"/>
                </a:lnTo>
                <a:lnTo>
                  <a:pt x="20448" y="4800"/>
                </a:lnTo>
                <a:lnTo>
                  <a:pt x="20939" y="6490"/>
                </a:lnTo>
                <a:lnTo>
                  <a:pt x="21286" y="8172"/>
                </a:lnTo>
                <a:lnTo>
                  <a:pt x="21498" y="9847"/>
                </a:lnTo>
                <a:lnTo>
                  <a:pt x="21600" y="11522"/>
                </a:lnTo>
                <a:lnTo>
                  <a:pt x="21593" y="13195"/>
                </a:lnTo>
                <a:lnTo>
                  <a:pt x="21491" y="14868"/>
                </a:lnTo>
                <a:lnTo>
                  <a:pt x="21314" y="16543"/>
                </a:lnTo>
                <a:lnTo>
                  <a:pt x="21075" y="18223"/>
                </a:lnTo>
                <a:lnTo>
                  <a:pt x="20782" y="19908"/>
                </a:lnTo>
                <a:lnTo>
                  <a:pt x="20448" y="21600"/>
                </a:lnTo>
                <a:lnTo>
                  <a:pt x="19180" y="20410"/>
                </a:lnTo>
                <a:lnTo>
                  <a:pt x="17892" y="19200"/>
                </a:lnTo>
                <a:lnTo>
                  <a:pt x="15779" y="18010"/>
                </a:lnTo>
                <a:lnTo>
                  <a:pt x="13632" y="16800"/>
                </a:lnTo>
                <a:lnTo>
                  <a:pt x="9127" y="16800"/>
                </a:lnTo>
                <a:lnTo>
                  <a:pt x="4594" y="16800"/>
                </a:lnTo>
                <a:lnTo>
                  <a:pt x="0" y="16800"/>
                </a:lnTo>
                <a:lnTo>
                  <a:pt x="0" y="15137"/>
                </a:lnTo>
                <a:lnTo>
                  <a:pt x="0" y="13471"/>
                </a:lnTo>
                <a:lnTo>
                  <a:pt x="0" y="11806"/>
                </a:lnTo>
                <a:lnTo>
                  <a:pt x="0" y="10138"/>
                </a:lnTo>
                <a:lnTo>
                  <a:pt x="0" y="8462"/>
                </a:lnTo>
                <a:lnTo>
                  <a:pt x="0" y="6785"/>
                </a:lnTo>
                <a:lnTo>
                  <a:pt x="0" y="5100"/>
                </a:lnTo>
                <a:lnTo>
                  <a:pt x="0" y="3408"/>
                </a:lnTo>
                <a:lnTo>
                  <a:pt x="0" y="1709"/>
                </a:lnTo>
                <a:lnTo>
                  <a:pt x="0" y="0"/>
                </a:lnTo>
                <a:close/>
              </a:path>
            </a:pathLst>
          </a:custGeom>
          <a:solidFill>
            <a:srgbClr val="B3A4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3" name="contour_11991"/>
          <p:cNvSpPr/>
          <p:nvPr/>
        </p:nvSpPr>
        <p:spPr>
          <a:xfrm>
            <a:off x="4375882" y="5159898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463" y="0"/>
                </a:lnTo>
                <a:lnTo>
                  <a:pt x="8129" y="0"/>
                </a:lnTo>
                <a:lnTo>
                  <a:pt x="9794" y="0"/>
                </a:lnTo>
                <a:lnTo>
                  <a:pt x="11462" y="0"/>
                </a:lnTo>
                <a:lnTo>
                  <a:pt x="13138" y="0"/>
                </a:lnTo>
                <a:lnTo>
                  <a:pt x="14815" y="0"/>
                </a:lnTo>
                <a:lnTo>
                  <a:pt x="16500" y="0"/>
                </a:lnTo>
                <a:lnTo>
                  <a:pt x="18192" y="0"/>
                </a:lnTo>
                <a:lnTo>
                  <a:pt x="19891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20832" y="14659"/>
                </a:lnTo>
                <a:lnTo>
                  <a:pt x="20129" y="14890"/>
                </a:lnTo>
                <a:lnTo>
                  <a:pt x="19438" y="15120"/>
                </a:lnTo>
                <a:lnTo>
                  <a:pt x="18694" y="15372"/>
                </a:lnTo>
                <a:lnTo>
                  <a:pt x="17842" y="15653"/>
                </a:lnTo>
                <a:lnTo>
                  <a:pt x="16819" y="15991"/>
                </a:lnTo>
                <a:lnTo>
                  <a:pt x="15571" y="16409"/>
                </a:lnTo>
                <a:lnTo>
                  <a:pt x="14035" y="16920"/>
                </a:lnTo>
                <a:lnTo>
                  <a:pt x="12156" y="17546"/>
                </a:lnTo>
                <a:lnTo>
                  <a:pt x="9871" y="18310"/>
                </a:lnTo>
                <a:lnTo>
                  <a:pt x="7123" y="19224"/>
                </a:lnTo>
                <a:lnTo>
                  <a:pt x="3852" y="20318"/>
                </a:lnTo>
                <a:lnTo>
                  <a:pt x="0" y="21600"/>
                </a:lnTo>
                <a:lnTo>
                  <a:pt x="1188" y="19814"/>
                </a:lnTo>
                <a:lnTo>
                  <a:pt x="2381" y="18029"/>
                </a:lnTo>
                <a:lnTo>
                  <a:pt x="3583" y="16222"/>
                </a:lnTo>
                <a:lnTo>
                  <a:pt x="4800" y="14400"/>
                </a:lnTo>
                <a:lnTo>
                  <a:pt x="4800" y="9641"/>
                </a:lnTo>
                <a:lnTo>
                  <a:pt x="4800" y="4853"/>
                </a:lnTo>
                <a:lnTo>
                  <a:pt x="4800" y="0"/>
                </a:lnTo>
                <a:close/>
              </a:path>
            </a:pathLst>
          </a:custGeom>
          <a:solidFill>
            <a:srgbClr val="817A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4" name="contour_11992"/>
          <p:cNvSpPr/>
          <p:nvPr/>
        </p:nvSpPr>
        <p:spPr>
          <a:xfrm>
            <a:off x="9331716" y="5138034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2339" y="760"/>
                </a:lnTo>
                <a:lnTo>
                  <a:pt x="2655" y="2102"/>
                </a:lnTo>
                <a:lnTo>
                  <a:pt x="3374" y="5177"/>
                </a:lnTo>
                <a:lnTo>
                  <a:pt x="4301" y="7369"/>
                </a:lnTo>
                <a:lnTo>
                  <a:pt x="5190" y="8957"/>
                </a:lnTo>
                <a:lnTo>
                  <a:pt x="6132" y="10094"/>
                </a:lnTo>
                <a:lnTo>
                  <a:pt x="7212" y="10933"/>
                </a:lnTo>
                <a:lnTo>
                  <a:pt x="8517" y="11624"/>
                </a:lnTo>
                <a:lnTo>
                  <a:pt x="10133" y="12319"/>
                </a:lnTo>
                <a:lnTo>
                  <a:pt x="11565" y="12640"/>
                </a:lnTo>
                <a:lnTo>
                  <a:pt x="12997" y="12942"/>
                </a:lnTo>
                <a:lnTo>
                  <a:pt x="14427" y="13230"/>
                </a:lnTo>
                <a:lnTo>
                  <a:pt x="15857" y="13500"/>
                </a:lnTo>
                <a:lnTo>
                  <a:pt x="17289" y="13756"/>
                </a:lnTo>
                <a:lnTo>
                  <a:pt x="18723" y="13990"/>
                </a:lnTo>
                <a:lnTo>
                  <a:pt x="20159" y="14206"/>
                </a:lnTo>
                <a:lnTo>
                  <a:pt x="21600" y="14400"/>
                </a:lnTo>
                <a:lnTo>
                  <a:pt x="21600" y="16186"/>
                </a:lnTo>
                <a:lnTo>
                  <a:pt x="21600" y="18000"/>
                </a:lnTo>
                <a:lnTo>
                  <a:pt x="20174" y="18238"/>
                </a:lnTo>
                <a:lnTo>
                  <a:pt x="18749" y="18475"/>
                </a:lnTo>
                <a:lnTo>
                  <a:pt x="17321" y="18713"/>
                </a:lnTo>
                <a:lnTo>
                  <a:pt x="15893" y="18950"/>
                </a:lnTo>
                <a:lnTo>
                  <a:pt x="14463" y="19188"/>
                </a:lnTo>
                <a:lnTo>
                  <a:pt x="13033" y="19429"/>
                </a:lnTo>
                <a:lnTo>
                  <a:pt x="11599" y="19667"/>
                </a:lnTo>
                <a:lnTo>
                  <a:pt x="10163" y="19908"/>
                </a:lnTo>
                <a:lnTo>
                  <a:pt x="8722" y="20146"/>
                </a:lnTo>
                <a:lnTo>
                  <a:pt x="7279" y="20387"/>
                </a:lnTo>
                <a:lnTo>
                  <a:pt x="5834" y="20628"/>
                </a:lnTo>
                <a:lnTo>
                  <a:pt x="4383" y="20869"/>
                </a:lnTo>
                <a:lnTo>
                  <a:pt x="2927" y="21114"/>
                </a:lnTo>
                <a:lnTo>
                  <a:pt x="1467" y="21355"/>
                </a:lnTo>
                <a:lnTo>
                  <a:pt x="0" y="21600"/>
                </a:lnTo>
                <a:lnTo>
                  <a:pt x="238" y="19224"/>
                </a:lnTo>
                <a:lnTo>
                  <a:pt x="475" y="16844"/>
                </a:lnTo>
                <a:lnTo>
                  <a:pt x="713" y="14465"/>
                </a:lnTo>
                <a:lnTo>
                  <a:pt x="953" y="12078"/>
                </a:lnTo>
                <a:lnTo>
                  <a:pt x="1192" y="9684"/>
                </a:lnTo>
                <a:lnTo>
                  <a:pt x="1432" y="7279"/>
                </a:lnTo>
                <a:lnTo>
                  <a:pt x="1674" y="4867"/>
                </a:lnTo>
                <a:lnTo>
                  <a:pt x="1916" y="2441"/>
                </a:lnTo>
                <a:lnTo>
                  <a:pt x="2160" y="0"/>
                </a:lnTo>
                <a:close/>
              </a:path>
            </a:pathLst>
          </a:custGeom>
          <a:solidFill>
            <a:srgbClr val="D5E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5" name="contour_11993"/>
          <p:cNvSpPr/>
          <p:nvPr/>
        </p:nvSpPr>
        <p:spPr>
          <a:xfrm>
            <a:off x="4179106" y="5145322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5479" y="2095"/>
                </a:lnTo>
                <a:lnTo>
                  <a:pt x="7812" y="3719"/>
                </a:lnTo>
                <a:lnTo>
                  <a:pt x="9518" y="5000"/>
                </a:lnTo>
                <a:lnTo>
                  <a:pt x="10726" y="6062"/>
                </a:lnTo>
                <a:lnTo>
                  <a:pt x="11558" y="7031"/>
                </a:lnTo>
                <a:lnTo>
                  <a:pt x="12142" y="8028"/>
                </a:lnTo>
                <a:lnTo>
                  <a:pt x="12600" y="9176"/>
                </a:lnTo>
                <a:lnTo>
                  <a:pt x="13058" y="10602"/>
                </a:lnTo>
                <a:lnTo>
                  <a:pt x="13577" y="12028"/>
                </a:lnTo>
                <a:lnTo>
                  <a:pt x="14078" y="13183"/>
                </a:lnTo>
                <a:lnTo>
                  <a:pt x="14717" y="14260"/>
                </a:lnTo>
                <a:lnTo>
                  <a:pt x="15638" y="15444"/>
                </a:lnTo>
                <a:lnTo>
                  <a:pt x="16992" y="16934"/>
                </a:lnTo>
                <a:lnTo>
                  <a:pt x="18931" y="18922"/>
                </a:lnTo>
                <a:lnTo>
                  <a:pt x="21600" y="21600"/>
                </a:lnTo>
                <a:lnTo>
                  <a:pt x="19956" y="21326"/>
                </a:lnTo>
                <a:lnTo>
                  <a:pt x="18310" y="21053"/>
                </a:lnTo>
                <a:lnTo>
                  <a:pt x="16663" y="20776"/>
                </a:lnTo>
                <a:lnTo>
                  <a:pt x="15014" y="20502"/>
                </a:lnTo>
                <a:lnTo>
                  <a:pt x="13363" y="20228"/>
                </a:lnTo>
                <a:lnTo>
                  <a:pt x="11710" y="19951"/>
                </a:lnTo>
                <a:lnTo>
                  <a:pt x="10051" y="19674"/>
                </a:lnTo>
                <a:lnTo>
                  <a:pt x="8390" y="19397"/>
                </a:lnTo>
                <a:lnTo>
                  <a:pt x="6725" y="19120"/>
                </a:lnTo>
                <a:lnTo>
                  <a:pt x="5052" y="18842"/>
                </a:lnTo>
                <a:lnTo>
                  <a:pt x="3374" y="18562"/>
                </a:lnTo>
                <a:lnTo>
                  <a:pt x="1692" y="18281"/>
                </a:lnTo>
                <a:lnTo>
                  <a:pt x="0" y="18000"/>
                </a:lnTo>
                <a:lnTo>
                  <a:pt x="298" y="15772"/>
                </a:lnTo>
                <a:lnTo>
                  <a:pt x="595" y="13543"/>
                </a:lnTo>
                <a:lnTo>
                  <a:pt x="893" y="11308"/>
                </a:lnTo>
                <a:lnTo>
                  <a:pt x="1190" y="9068"/>
                </a:lnTo>
                <a:lnTo>
                  <a:pt x="1490" y="6818"/>
                </a:lnTo>
                <a:lnTo>
                  <a:pt x="1793" y="4558"/>
                </a:lnTo>
                <a:lnTo>
                  <a:pt x="2095" y="2286"/>
                </a:lnTo>
                <a:lnTo>
                  <a:pt x="2400" y="0"/>
                </a:lnTo>
                <a:close/>
              </a:path>
            </a:pathLst>
          </a:custGeom>
          <a:solidFill>
            <a:srgbClr val="5D5C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6" name="contour_11994"/>
          <p:cNvSpPr/>
          <p:nvPr/>
        </p:nvSpPr>
        <p:spPr>
          <a:xfrm>
            <a:off x="1714839" y="5094547"/>
            <a:ext cx="38728" cy="361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251" y="3118"/>
                </a:moveTo>
                <a:lnTo>
                  <a:pt x="17982" y="5827"/>
                </a:lnTo>
                <a:lnTo>
                  <a:pt x="19681" y="7832"/>
                </a:lnTo>
                <a:lnTo>
                  <a:pt x="20645" y="9732"/>
                </a:lnTo>
                <a:lnTo>
                  <a:pt x="21185" y="12129"/>
                </a:lnTo>
                <a:lnTo>
                  <a:pt x="21600" y="15621"/>
                </a:lnTo>
                <a:lnTo>
                  <a:pt x="21226" y="18591"/>
                </a:lnTo>
                <a:lnTo>
                  <a:pt x="20840" y="21600"/>
                </a:lnTo>
                <a:lnTo>
                  <a:pt x="17966" y="21600"/>
                </a:lnTo>
                <a:lnTo>
                  <a:pt x="15088" y="21600"/>
                </a:lnTo>
                <a:lnTo>
                  <a:pt x="12202" y="21600"/>
                </a:lnTo>
                <a:lnTo>
                  <a:pt x="9304" y="21600"/>
                </a:lnTo>
                <a:lnTo>
                  <a:pt x="6394" y="21600"/>
                </a:lnTo>
                <a:lnTo>
                  <a:pt x="3467" y="21600"/>
                </a:lnTo>
                <a:lnTo>
                  <a:pt x="516" y="21600"/>
                </a:lnTo>
                <a:lnTo>
                  <a:pt x="228" y="16734"/>
                </a:lnTo>
                <a:lnTo>
                  <a:pt x="57" y="13298"/>
                </a:lnTo>
                <a:lnTo>
                  <a:pt x="0" y="10811"/>
                </a:lnTo>
                <a:lnTo>
                  <a:pt x="57" y="8784"/>
                </a:lnTo>
                <a:lnTo>
                  <a:pt x="228" y="6745"/>
                </a:lnTo>
                <a:lnTo>
                  <a:pt x="516" y="4205"/>
                </a:lnTo>
                <a:lnTo>
                  <a:pt x="3000" y="1709"/>
                </a:lnTo>
                <a:lnTo>
                  <a:pt x="5170" y="365"/>
                </a:lnTo>
                <a:lnTo>
                  <a:pt x="7256" y="0"/>
                </a:lnTo>
                <a:lnTo>
                  <a:pt x="9483" y="452"/>
                </a:lnTo>
                <a:lnTo>
                  <a:pt x="12072" y="1548"/>
                </a:lnTo>
                <a:lnTo>
                  <a:pt x="15251" y="3118"/>
                </a:lnTo>
                <a:close/>
              </a:path>
            </a:pathLst>
          </a:custGeom>
          <a:solidFill>
            <a:srgbClr val="D6BE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7" name="contour_11995"/>
          <p:cNvSpPr/>
          <p:nvPr/>
        </p:nvSpPr>
        <p:spPr>
          <a:xfrm>
            <a:off x="7589106" y="5087135"/>
            <a:ext cx="51796" cy="302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113"/>
                </a:moveTo>
                <a:lnTo>
                  <a:pt x="21393" y="8979"/>
                </a:lnTo>
                <a:lnTo>
                  <a:pt x="21132" y="11722"/>
                </a:lnTo>
                <a:lnTo>
                  <a:pt x="20670" y="14092"/>
                </a:lnTo>
                <a:lnTo>
                  <a:pt x="19862" y="16835"/>
                </a:lnTo>
                <a:lnTo>
                  <a:pt x="18561" y="20701"/>
                </a:lnTo>
                <a:lnTo>
                  <a:pt x="16524" y="21122"/>
                </a:lnTo>
                <a:lnTo>
                  <a:pt x="14497" y="21403"/>
                </a:lnTo>
                <a:lnTo>
                  <a:pt x="12476" y="21558"/>
                </a:lnTo>
                <a:lnTo>
                  <a:pt x="10461" y="21600"/>
                </a:lnTo>
                <a:lnTo>
                  <a:pt x="8443" y="21548"/>
                </a:lnTo>
                <a:lnTo>
                  <a:pt x="6425" y="21418"/>
                </a:lnTo>
                <a:lnTo>
                  <a:pt x="4401" y="21221"/>
                </a:lnTo>
                <a:lnTo>
                  <a:pt x="2371" y="20976"/>
                </a:lnTo>
                <a:lnTo>
                  <a:pt x="325" y="20701"/>
                </a:lnTo>
                <a:lnTo>
                  <a:pt x="109" y="16955"/>
                </a:lnTo>
                <a:lnTo>
                  <a:pt x="0" y="14268"/>
                </a:lnTo>
                <a:lnTo>
                  <a:pt x="0" y="11899"/>
                </a:lnTo>
                <a:lnTo>
                  <a:pt x="109" y="9098"/>
                </a:lnTo>
                <a:lnTo>
                  <a:pt x="325" y="5113"/>
                </a:lnTo>
                <a:lnTo>
                  <a:pt x="2188" y="3455"/>
                </a:lnTo>
                <a:lnTo>
                  <a:pt x="3559" y="2494"/>
                </a:lnTo>
                <a:lnTo>
                  <a:pt x="5118" y="1871"/>
                </a:lnTo>
                <a:lnTo>
                  <a:pt x="7543" y="1216"/>
                </a:lnTo>
                <a:lnTo>
                  <a:pt x="9558" y="613"/>
                </a:lnTo>
                <a:lnTo>
                  <a:pt x="11604" y="0"/>
                </a:lnTo>
                <a:lnTo>
                  <a:pt x="13938" y="135"/>
                </a:lnTo>
                <a:lnTo>
                  <a:pt x="15932" y="670"/>
                </a:lnTo>
                <a:lnTo>
                  <a:pt x="17758" y="1647"/>
                </a:lnTo>
                <a:lnTo>
                  <a:pt x="19591" y="3118"/>
                </a:lnTo>
                <a:lnTo>
                  <a:pt x="21600" y="5113"/>
                </a:lnTo>
                <a:close/>
              </a:path>
            </a:pathLst>
          </a:custGeom>
          <a:solidFill>
            <a:srgbClr val="B3B4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8" name="contour_11996"/>
          <p:cNvSpPr/>
          <p:nvPr/>
        </p:nvSpPr>
        <p:spPr>
          <a:xfrm>
            <a:off x="1584581" y="507244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6567" y="2037"/>
                </a:lnTo>
                <a:lnTo>
                  <a:pt x="15854" y="4076"/>
                </a:lnTo>
                <a:lnTo>
                  <a:pt x="15137" y="6125"/>
                </a:lnTo>
                <a:lnTo>
                  <a:pt x="14416" y="8183"/>
                </a:lnTo>
                <a:lnTo>
                  <a:pt x="13690" y="10254"/>
                </a:lnTo>
                <a:lnTo>
                  <a:pt x="12960" y="12343"/>
                </a:lnTo>
                <a:lnTo>
                  <a:pt x="15816" y="12343"/>
                </a:lnTo>
                <a:lnTo>
                  <a:pt x="18688" y="12343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18775" y="19264"/>
                </a:lnTo>
                <a:lnTo>
                  <a:pt x="16705" y="19715"/>
                </a:lnTo>
                <a:lnTo>
                  <a:pt x="14386" y="20048"/>
                </a:lnTo>
                <a:lnTo>
                  <a:pt x="10800" y="20443"/>
                </a:lnTo>
                <a:lnTo>
                  <a:pt x="7785" y="20792"/>
                </a:lnTo>
                <a:lnTo>
                  <a:pt x="4726" y="21143"/>
                </a:lnTo>
                <a:lnTo>
                  <a:pt x="3551" y="21257"/>
                </a:lnTo>
                <a:lnTo>
                  <a:pt x="0" y="21600"/>
                </a:lnTo>
                <a:lnTo>
                  <a:pt x="0" y="19542"/>
                </a:lnTo>
                <a:lnTo>
                  <a:pt x="0" y="17487"/>
                </a:lnTo>
                <a:lnTo>
                  <a:pt x="0" y="15429"/>
                </a:lnTo>
                <a:lnTo>
                  <a:pt x="0" y="13370"/>
                </a:lnTo>
                <a:lnTo>
                  <a:pt x="0" y="11315"/>
                </a:lnTo>
                <a:lnTo>
                  <a:pt x="0" y="9257"/>
                </a:lnTo>
                <a:lnTo>
                  <a:pt x="0" y="7199"/>
                </a:lnTo>
                <a:lnTo>
                  <a:pt x="0" y="5144"/>
                </a:lnTo>
                <a:lnTo>
                  <a:pt x="0" y="3086"/>
                </a:lnTo>
                <a:lnTo>
                  <a:pt x="2894" y="1753"/>
                </a:lnTo>
                <a:lnTo>
                  <a:pt x="5486" y="873"/>
                </a:lnTo>
                <a:lnTo>
                  <a:pt x="8001" y="349"/>
                </a:lnTo>
                <a:lnTo>
                  <a:pt x="10657" y="93"/>
                </a:lnTo>
                <a:lnTo>
                  <a:pt x="13677" y="6"/>
                </a:lnTo>
                <a:lnTo>
                  <a:pt x="17280" y="0"/>
                </a:lnTo>
                <a:close/>
              </a:path>
            </a:pathLst>
          </a:custGeom>
          <a:solidFill>
            <a:srgbClr val="7D71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1999" name="contour_11997"/>
          <p:cNvSpPr/>
          <p:nvPr/>
        </p:nvSpPr>
        <p:spPr>
          <a:xfrm>
            <a:off x="3975042" y="5072442"/>
            <a:ext cx="58304" cy="535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537" y="729"/>
                </a:lnTo>
                <a:lnTo>
                  <a:pt x="18878" y="1458"/>
                </a:lnTo>
                <a:lnTo>
                  <a:pt x="20231" y="2196"/>
                </a:lnTo>
                <a:lnTo>
                  <a:pt x="21600" y="2940"/>
                </a:lnTo>
                <a:lnTo>
                  <a:pt x="21252" y="5053"/>
                </a:lnTo>
                <a:lnTo>
                  <a:pt x="20879" y="7114"/>
                </a:lnTo>
                <a:lnTo>
                  <a:pt x="20463" y="9133"/>
                </a:lnTo>
                <a:lnTo>
                  <a:pt x="19988" y="11112"/>
                </a:lnTo>
                <a:lnTo>
                  <a:pt x="19440" y="13052"/>
                </a:lnTo>
                <a:lnTo>
                  <a:pt x="18803" y="14965"/>
                </a:lnTo>
                <a:lnTo>
                  <a:pt x="18060" y="16856"/>
                </a:lnTo>
                <a:lnTo>
                  <a:pt x="17199" y="18722"/>
                </a:lnTo>
                <a:lnTo>
                  <a:pt x="16200" y="20577"/>
                </a:lnTo>
                <a:lnTo>
                  <a:pt x="14361" y="21044"/>
                </a:lnTo>
                <a:lnTo>
                  <a:pt x="12555" y="21362"/>
                </a:lnTo>
                <a:lnTo>
                  <a:pt x="10776" y="21541"/>
                </a:lnTo>
                <a:lnTo>
                  <a:pt x="9010" y="21600"/>
                </a:lnTo>
                <a:lnTo>
                  <a:pt x="7244" y="21550"/>
                </a:lnTo>
                <a:lnTo>
                  <a:pt x="5473" y="21409"/>
                </a:lnTo>
                <a:lnTo>
                  <a:pt x="3683" y="21188"/>
                </a:lnTo>
                <a:lnTo>
                  <a:pt x="1860" y="20906"/>
                </a:lnTo>
                <a:lnTo>
                  <a:pt x="0" y="20577"/>
                </a:lnTo>
                <a:lnTo>
                  <a:pt x="1339" y="19727"/>
                </a:lnTo>
                <a:lnTo>
                  <a:pt x="2684" y="18872"/>
                </a:lnTo>
                <a:lnTo>
                  <a:pt x="4050" y="18005"/>
                </a:lnTo>
                <a:lnTo>
                  <a:pt x="5389" y="16914"/>
                </a:lnTo>
                <a:lnTo>
                  <a:pt x="6734" y="15812"/>
                </a:lnTo>
                <a:lnTo>
                  <a:pt x="8100" y="14698"/>
                </a:lnTo>
                <a:lnTo>
                  <a:pt x="8100" y="12755"/>
                </a:lnTo>
                <a:lnTo>
                  <a:pt x="8100" y="10800"/>
                </a:lnTo>
                <a:lnTo>
                  <a:pt x="8100" y="8819"/>
                </a:lnTo>
                <a:lnTo>
                  <a:pt x="9704" y="8819"/>
                </a:lnTo>
                <a:lnTo>
                  <a:pt x="11313" y="8819"/>
                </a:lnTo>
                <a:lnTo>
                  <a:pt x="12928" y="8819"/>
                </a:lnTo>
                <a:lnTo>
                  <a:pt x="14556" y="8819"/>
                </a:lnTo>
                <a:lnTo>
                  <a:pt x="16200" y="8819"/>
                </a:lnTo>
                <a:lnTo>
                  <a:pt x="16200" y="7073"/>
                </a:lnTo>
                <a:lnTo>
                  <a:pt x="16200" y="5321"/>
                </a:lnTo>
                <a:lnTo>
                  <a:pt x="16200" y="3563"/>
                </a:lnTo>
                <a:lnTo>
                  <a:pt x="16200" y="1790"/>
                </a:lnTo>
                <a:lnTo>
                  <a:pt x="16200" y="0"/>
                </a:lnTo>
                <a:close/>
              </a:path>
            </a:pathLst>
          </a:custGeom>
          <a:solidFill>
            <a:srgbClr val="E2C5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0" name="contour_11998"/>
          <p:cNvSpPr/>
          <p:nvPr/>
        </p:nvSpPr>
        <p:spPr>
          <a:xfrm>
            <a:off x="7881406" y="507973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216"/>
                </a:lnTo>
                <a:lnTo>
                  <a:pt x="4872" y="419"/>
                </a:lnTo>
                <a:lnTo>
                  <a:pt x="5807" y="635"/>
                </a:lnTo>
                <a:lnTo>
                  <a:pt x="6974" y="907"/>
                </a:lnTo>
                <a:lnTo>
                  <a:pt x="8523" y="1270"/>
                </a:lnTo>
                <a:lnTo>
                  <a:pt x="10609" y="1754"/>
                </a:lnTo>
                <a:lnTo>
                  <a:pt x="13380" y="2402"/>
                </a:lnTo>
                <a:lnTo>
                  <a:pt x="16993" y="3244"/>
                </a:lnTo>
                <a:lnTo>
                  <a:pt x="21600" y="4320"/>
                </a:lnTo>
                <a:lnTo>
                  <a:pt x="19924" y="6942"/>
                </a:lnTo>
                <a:lnTo>
                  <a:pt x="18326" y="9275"/>
                </a:lnTo>
                <a:lnTo>
                  <a:pt x="16774" y="11349"/>
                </a:lnTo>
                <a:lnTo>
                  <a:pt x="15237" y="13172"/>
                </a:lnTo>
                <a:lnTo>
                  <a:pt x="13688" y="14779"/>
                </a:lnTo>
                <a:lnTo>
                  <a:pt x="12096" y="16183"/>
                </a:lnTo>
                <a:lnTo>
                  <a:pt x="10433" y="17405"/>
                </a:lnTo>
                <a:lnTo>
                  <a:pt x="8668" y="18477"/>
                </a:lnTo>
                <a:lnTo>
                  <a:pt x="6770" y="19405"/>
                </a:lnTo>
                <a:lnTo>
                  <a:pt x="4715" y="20222"/>
                </a:lnTo>
                <a:lnTo>
                  <a:pt x="2465" y="20948"/>
                </a:lnTo>
                <a:lnTo>
                  <a:pt x="0" y="21600"/>
                </a:lnTo>
                <a:lnTo>
                  <a:pt x="383" y="18926"/>
                </a:lnTo>
                <a:lnTo>
                  <a:pt x="765" y="16252"/>
                </a:lnTo>
                <a:lnTo>
                  <a:pt x="1148" y="13569"/>
                </a:lnTo>
                <a:lnTo>
                  <a:pt x="1531" y="10882"/>
                </a:lnTo>
                <a:lnTo>
                  <a:pt x="1916" y="8182"/>
                </a:lnTo>
                <a:lnTo>
                  <a:pt x="2305" y="5469"/>
                </a:lnTo>
                <a:lnTo>
                  <a:pt x="2694" y="2743"/>
                </a:lnTo>
                <a:lnTo>
                  <a:pt x="3086" y="0"/>
                </a:lnTo>
                <a:close/>
              </a:path>
            </a:pathLst>
          </a:custGeom>
          <a:solidFill>
            <a:srgbClr val="50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1" name="contour_11999"/>
          <p:cNvSpPr/>
          <p:nvPr/>
        </p:nvSpPr>
        <p:spPr>
          <a:xfrm>
            <a:off x="6569567" y="5087018"/>
            <a:ext cx="5101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96" y="1426"/>
                </a:lnTo>
                <a:lnTo>
                  <a:pt x="21193" y="2851"/>
                </a:lnTo>
                <a:lnTo>
                  <a:pt x="20989" y="4279"/>
                </a:lnTo>
                <a:lnTo>
                  <a:pt x="20785" y="5707"/>
                </a:lnTo>
                <a:lnTo>
                  <a:pt x="20582" y="7137"/>
                </a:lnTo>
                <a:lnTo>
                  <a:pt x="20375" y="8567"/>
                </a:lnTo>
                <a:lnTo>
                  <a:pt x="20171" y="10001"/>
                </a:lnTo>
                <a:lnTo>
                  <a:pt x="19965" y="11437"/>
                </a:lnTo>
                <a:lnTo>
                  <a:pt x="19761" y="12878"/>
                </a:lnTo>
                <a:lnTo>
                  <a:pt x="19554" y="14321"/>
                </a:lnTo>
                <a:lnTo>
                  <a:pt x="19347" y="15766"/>
                </a:lnTo>
                <a:lnTo>
                  <a:pt x="19141" y="17217"/>
                </a:lnTo>
                <a:lnTo>
                  <a:pt x="18931" y="18673"/>
                </a:lnTo>
                <a:lnTo>
                  <a:pt x="18724" y="20133"/>
                </a:lnTo>
                <a:lnTo>
                  <a:pt x="18514" y="21600"/>
                </a:lnTo>
                <a:lnTo>
                  <a:pt x="16984" y="21600"/>
                </a:lnTo>
                <a:lnTo>
                  <a:pt x="15429" y="21600"/>
                </a:lnTo>
                <a:lnTo>
                  <a:pt x="15348" y="20375"/>
                </a:lnTo>
                <a:lnTo>
                  <a:pt x="15268" y="19144"/>
                </a:lnTo>
                <a:lnTo>
                  <a:pt x="15188" y="17896"/>
                </a:lnTo>
                <a:lnTo>
                  <a:pt x="15024" y="16349"/>
                </a:lnTo>
                <a:lnTo>
                  <a:pt x="14842" y="14820"/>
                </a:lnTo>
                <a:lnTo>
                  <a:pt x="14626" y="13308"/>
                </a:lnTo>
                <a:lnTo>
                  <a:pt x="14376" y="11807"/>
                </a:lnTo>
                <a:lnTo>
                  <a:pt x="14083" y="10312"/>
                </a:lnTo>
                <a:lnTo>
                  <a:pt x="13741" y="8819"/>
                </a:lnTo>
                <a:lnTo>
                  <a:pt x="13340" y="7327"/>
                </a:lnTo>
                <a:lnTo>
                  <a:pt x="12877" y="5828"/>
                </a:lnTo>
                <a:lnTo>
                  <a:pt x="12343" y="4320"/>
                </a:lnTo>
                <a:lnTo>
                  <a:pt x="10303" y="3320"/>
                </a:lnTo>
                <a:lnTo>
                  <a:pt x="8467" y="2685"/>
                </a:lnTo>
                <a:lnTo>
                  <a:pt x="6674" y="2333"/>
                </a:lnTo>
                <a:lnTo>
                  <a:pt x="4774" y="2182"/>
                </a:lnTo>
                <a:lnTo>
                  <a:pt x="2601" y="2151"/>
                </a:lnTo>
                <a:lnTo>
                  <a:pt x="0" y="2160"/>
                </a:lnTo>
                <a:lnTo>
                  <a:pt x="1830" y="1888"/>
                </a:lnTo>
                <a:lnTo>
                  <a:pt x="3663" y="1618"/>
                </a:lnTo>
                <a:lnTo>
                  <a:pt x="5496" y="1348"/>
                </a:lnTo>
                <a:lnTo>
                  <a:pt x="7329" y="1080"/>
                </a:lnTo>
                <a:lnTo>
                  <a:pt x="9374" y="778"/>
                </a:lnTo>
                <a:lnTo>
                  <a:pt x="11451" y="473"/>
                </a:lnTo>
                <a:lnTo>
                  <a:pt x="13441" y="242"/>
                </a:lnTo>
                <a:lnTo>
                  <a:pt x="14966" y="102"/>
                </a:lnTo>
                <a:lnTo>
                  <a:pt x="16509" y="30"/>
                </a:lnTo>
                <a:lnTo>
                  <a:pt x="18557" y="4"/>
                </a:lnTo>
                <a:lnTo>
                  <a:pt x="21600" y="0"/>
                </a:lnTo>
                <a:close/>
              </a:path>
            </a:pathLst>
          </a:custGeom>
          <a:solidFill>
            <a:srgbClr val="7FA1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2" name="contour_12000"/>
          <p:cNvSpPr/>
          <p:nvPr/>
        </p:nvSpPr>
        <p:spPr>
          <a:xfrm>
            <a:off x="4747569" y="5071866"/>
            <a:ext cx="71969" cy="44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66" y="1169"/>
                </a:moveTo>
                <a:lnTo>
                  <a:pt x="13728" y="1873"/>
                </a:lnTo>
                <a:lnTo>
                  <a:pt x="15150" y="2619"/>
                </a:lnTo>
                <a:lnTo>
                  <a:pt x="16486" y="3454"/>
                </a:lnTo>
                <a:lnTo>
                  <a:pt x="17787" y="4424"/>
                </a:lnTo>
                <a:lnTo>
                  <a:pt x="19111" y="5571"/>
                </a:lnTo>
                <a:lnTo>
                  <a:pt x="20506" y="6943"/>
                </a:lnTo>
                <a:lnTo>
                  <a:pt x="21285" y="9345"/>
                </a:lnTo>
                <a:lnTo>
                  <a:pt x="21600" y="11161"/>
                </a:lnTo>
                <a:lnTo>
                  <a:pt x="21506" y="13314"/>
                </a:lnTo>
                <a:lnTo>
                  <a:pt x="21053" y="16714"/>
                </a:lnTo>
                <a:lnTo>
                  <a:pt x="20600" y="18327"/>
                </a:lnTo>
                <a:lnTo>
                  <a:pt x="20148" y="19955"/>
                </a:lnTo>
                <a:lnTo>
                  <a:pt x="19686" y="21600"/>
                </a:lnTo>
                <a:lnTo>
                  <a:pt x="19419" y="19958"/>
                </a:lnTo>
                <a:lnTo>
                  <a:pt x="19148" y="18296"/>
                </a:lnTo>
                <a:lnTo>
                  <a:pt x="18124" y="16313"/>
                </a:lnTo>
                <a:lnTo>
                  <a:pt x="16998" y="14767"/>
                </a:lnTo>
                <a:lnTo>
                  <a:pt x="15777" y="13591"/>
                </a:lnTo>
                <a:lnTo>
                  <a:pt x="14474" y="12699"/>
                </a:lnTo>
                <a:lnTo>
                  <a:pt x="13093" y="12021"/>
                </a:lnTo>
                <a:lnTo>
                  <a:pt x="11652" y="11480"/>
                </a:lnTo>
                <a:lnTo>
                  <a:pt x="10154" y="10997"/>
                </a:lnTo>
                <a:lnTo>
                  <a:pt x="8614" y="10496"/>
                </a:lnTo>
                <a:lnTo>
                  <a:pt x="7371" y="10034"/>
                </a:lnTo>
                <a:lnTo>
                  <a:pt x="6111" y="9565"/>
                </a:lnTo>
                <a:lnTo>
                  <a:pt x="4891" y="9118"/>
                </a:lnTo>
                <a:lnTo>
                  <a:pt x="3670" y="8677"/>
                </a:lnTo>
                <a:lnTo>
                  <a:pt x="2448" y="8243"/>
                </a:lnTo>
                <a:lnTo>
                  <a:pt x="1225" y="7814"/>
                </a:lnTo>
                <a:lnTo>
                  <a:pt x="0" y="7387"/>
                </a:lnTo>
                <a:lnTo>
                  <a:pt x="2019" y="4914"/>
                </a:lnTo>
                <a:lnTo>
                  <a:pt x="3635" y="3006"/>
                </a:lnTo>
                <a:lnTo>
                  <a:pt x="4952" y="1613"/>
                </a:lnTo>
                <a:lnTo>
                  <a:pt x="6070" y="682"/>
                </a:lnTo>
                <a:lnTo>
                  <a:pt x="7087" y="163"/>
                </a:lnTo>
                <a:lnTo>
                  <a:pt x="8106" y="0"/>
                </a:lnTo>
                <a:lnTo>
                  <a:pt x="9226" y="149"/>
                </a:lnTo>
                <a:lnTo>
                  <a:pt x="10545" y="558"/>
                </a:lnTo>
                <a:lnTo>
                  <a:pt x="12166" y="1169"/>
                </a:lnTo>
                <a:close/>
              </a:path>
            </a:pathLst>
          </a:custGeom>
          <a:solidFill>
            <a:srgbClr val="A5A2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3" name="contour_12001"/>
          <p:cNvSpPr/>
          <p:nvPr/>
        </p:nvSpPr>
        <p:spPr>
          <a:xfrm>
            <a:off x="1256621" y="5050578"/>
            <a:ext cx="72880" cy="53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838"/>
                </a:lnTo>
                <a:lnTo>
                  <a:pt x="15405" y="1676"/>
                </a:lnTo>
                <a:lnTo>
                  <a:pt x="16632" y="2517"/>
                </a:lnTo>
                <a:lnTo>
                  <a:pt x="17863" y="3361"/>
                </a:lnTo>
                <a:lnTo>
                  <a:pt x="19101" y="4211"/>
                </a:lnTo>
                <a:lnTo>
                  <a:pt x="20345" y="5064"/>
                </a:lnTo>
                <a:lnTo>
                  <a:pt x="21600" y="5923"/>
                </a:lnTo>
                <a:lnTo>
                  <a:pt x="20574" y="5618"/>
                </a:lnTo>
                <a:lnTo>
                  <a:pt x="19542" y="5310"/>
                </a:lnTo>
                <a:lnTo>
                  <a:pt x="18494" y="4999"/>
                </a:lnTo>
                <a:lnTo>
                  <a:pt x="17379" y="5304"/>
                </a:lnTo>
                <a:lnTo>
                  <a:pt x="16258" y="5612"/>
                </a:lnTo>
                <a:lnTo>
                  <a:pt x="15120" y="5923"/>
                </a:lnTo>
                <a:lnTo>
                  <a:pt x="14852" y="7892"/>
                </a:lnTo>
                <a:lnTo>
                  <a:pt x="14694" y="9319"/>
                </a:lnTo>
                <a:lnTo>
                  <a:pt x="14580" y="10901"/>
                </a:lnTo>
                <a:lnTo>
                  <a:pt x="14446" y="13326"/>
                </a:lnTo>
                <a:lnTo>
                  <a:pt x="14215" y="15751"/>
                </a:lnTo>
                <a:lnTo>
                  <a:pt x="13982" y="17333"/>
                </a:lnTo>
                <a:lnTo>
                  <a:pt x="13610" y="18760"/>
                </a:lnTo>
                <a:lnTo>
                  <a:pt x="12960" y="20729"/>
                </a:lnTo>
                <a:lnTo>
                  <a:pt x="11502" y="21138"/>
                </a:lnTo>
                <a:lnTo>
                  <a:pt x="10061" y="21408"/>
                </a:lnTo>
                <a:lnTo>
                  <a:pt x="8631" y="21559"/>
                </a:lnTo>
                <a:lnTo>
                  <a:pt x="7210" y="21600"/>
                </a:lnTo>
                <a:lnTo>
                  <a:pt x="5787" y="21550"/>
                </a:lnTo>
                <a:lnTo>
                  <a:pt x="4361" y="21422"/>
                </a:lnTo>
                <a:lnTo>
                  <a:pt x="2925" y="21236"/>
                </a:lnTo>
                <a:lnTo>
                  <a:pt x="1473" y="20999"/>
                </a:lnTo>
                <a:lnTo>
                  <a:pt x="0" y="20729"/>
                </a:lnTo>
                <a:lnTo>
                  <a:pt x="594" y="20430"/>
                </a:lnTo>
                <a:lnTo>
                  <a:pt x="1646" y="19903"/>
                </a:lnTo>
                <a:lnTo>
                  <a:pt x="4050" y="18692"/>
                </a:lnTo>
                <a:lnTo>
                  <a:pt x="5514" y="17623"/>
                </a:lnTo>
                <a:lnTo>
                  <a:pt x="6744" y="16518"/>
                </a:lnTo>
                <a:lnTo>
                  <a:pt x="7776" y="15340"/>
                </a:lnTo>
                <a:lnTo>
                  <a:pt x="8649" y="14049"/>
                </a:lnTo>
                <a:lnTo>
                  <a:pt x="9405" y="12609"/>
                </a:lnTo>
                <a:lnTo>
                  <a:pt x="10079" y="10987"/>
                </a:lnTo>
                <a:lnTo>
                  <a:pt x="10711" y="9139"/>
                </a:lnTo>
                <a:lnTo>
                  <a:pt x="11340" y="7033"/>
                </a:lnTo>
                <a:lnTo>
                  <a:pt x="11763" y="5283"/>
                </a:lnTo>
                <a:lnTo>
                  <a:pt x="12176" y="3527"/>
                </a:lnTo>
                <a:lnTo>
                  <a:pt x="12576" y="1768"/>
                </a:lnTo>
                <a:lnTo>
                  <a:pt x="12960" y="0"/>
                </a:lnTo>
                <a:close/>
              </a:path>
            </a:pathLst>
          </a:custGeom>
          <a:solidFill>
            <a:srgbClr val="4D3B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4" name="contour_12002"/>
          <p:cNvSpPr/>
          <p:nvPr/>
        </p:nvSpPr>
        <p:spPr>
          <a:xfrm>
            <a:off x="637142" y="5059010"/>
            <a:ext cx="58304" cy="352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60"/>
                </a:moveTo>
                <a:lnTo>
                  <a:pt x="20836" y="6284"/>
                </a:lnTo>
                <a:lnTo>
                  <a:pt x="20072" y="8809"/>
                </a:lnTo>
                <a:lnTo>
                  <a:pt x="19305" y="11342"/>
                </a:lnTo>
                <a:lnTo>
                  <a:pt x="18535" y="13884"/>
                </a:lnTo>
                <a:lnTo>
                  <a:pt x="17761" y="16440"/>
                </a:lnTo>
                <a:lnTo>
                  <a:pt x="16983" y="19009"/>
                </a:lnTo>
                <a:lnTo>
                  <a:pt x="16200" y="21600"/>
                </a:lnTo>
                <a:lnTo>
                  <a:pt x="14418" y="20619"/>
                </a:lnTo>
                <a:lnTo>
                  <a:pt x="12633" y="19638"/>
                </a:lnTo>
                <a:lnTo>
                  <a:pt x="10849" y="18652"/>
                </a:lnTo>
                <a:lnTo>
                  <a:pt x="9059" y="17666"/>
                </a:lnTo>
                <a:lnTo>
                  <a:pt x="7263" y="16681"/>
                </a:lnTo>
                <a:lnTo>
                  <a:pt x="5459" y="15686"/>
                </a:lnTo>
                <a:lnTo>
                  <a:pt x="3650" y="14691"/>
                </a:lnTo>
                <a:lnTo>
                  <a:pt x="1831" y="13688"/>
                </a:lnTo>
                <a:lnTo>
                  <a:pt x="0" y="12680"/>
                </a:lnTo>
                <a:lnTo>
                  <a:pt x="1345" y="8300"/>
                </a:lnTo>
                <a:lnTo>
                  <a:pt x="2344" y="5490"/>
                </a:lnTo>
                <a:lnTo>
                  <a:pt x="3291" y="3666"/>
                </a:lnTo>
                <a:lnTo>
                  <a:pt x="4493" y="2261"/>
                </a:lnTo>
                <a:lnTo>
                  <a:pt x="6242" y="691"/>
                </a:lnTo>
                <a:lnTo>
                  <a:pt x="8154" y="219"/>
                </a:lnTo>
                <a:lnTo>
                  <a:pt x="9925" y="0"/>
                </a:lnTo>
                <a:lnTo>
                  <a:pt x="11599" y="18"/>
                </a:lnTo>
                <a:lnTo>
                  <a:pt x="13206" y="245"/>
                </a:lnTo>
                <a:lnTo>
                  <a:pt x="14788" y="660"/>
                </a:lnTo>
                <a:lnTo>
                  <a:pt x="16381" y="1244"/>
                </a:lnTo>
                <a:lnTo>
                  <a:pt x="18022" y="1967"/>
                </a:lnTo>
                <a:lnTo>
                  <a:pt x="19750" y="2814"/>
                </a:lnTo>
                <a:lnTo>
                  <a:pt x="21600" y="3760"/>
                </a:lnTo>
                <a:close/>
              </a:path>
            </a:pathLst>
          </a:custGeom>
          <a:solidFill>
            <a:srgbClr val="5B5C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5" name="contour_12003"/>
          <p:cNvSpPr/>
          <p:nvPr/>
        </p:nvSpPr>
        <p:spPr>
          <a:xfrm>
            <a:off x="914086" y="5057866"/>
            <a:ext cx="74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5" y="0"/>
                </a:moveTo>
                <a:lnTo>
                  <a:pt x="21442" y="3059"/>
                </a:lnTo>
                <a:lnTo>
                  <a:pt x="21600" y="5266"/>
                </a:lnTo>
                <a:lnTo>
                  <a:pt x="21600" y="7236"/>
                </a:lnTo>
                <a:lnTo>
                  <a:pt x="21442" y="9590"/>
                </a:lnTo>
                <a:lnTo>
                  <a:pt x="21125" y="12960"/>
                </a:lnTo>
                <a:lnTo>
                  <a:pt x="19855" y="14049"/>
                </a:lnTo>
                <a:lnTo>
                  <a:pt x="18569" y="14952"/>
                </a:lnTo>
                <a:lnTo>
                  <a:pt x="17267" y="15695"/>
                </a:lnTo>
                <a:lnTo>
                  <a:pt x="15949" y="16308"/>
                </a:lnTo>
                <a:lnTo>
                  <a:pt x="14620" y="16826"/>
                </a:lnTo>
                <a:lnTo>
                  <a:pt x="13277" y="17276"/>
                </a:lnTo>
                <a:lnTo>
                  <a:pt x="11925" y="17686"/>
                </a:lnTo>
                <a:lnTo>
                  <a:pt x="10562" y="18092"/>
                </a:lnTo>
                <a:lnTo>
                  <a:pt x="9553" y="18442"/>
                </a:lnTo>
                <a:lnTo>
                  <a:pt x="8539" y="18801"/>
                </a:lnTo>
                <a:lnTo>
                  <a:pt x="7510" y="19164"/>
                </a:lnTo>
                <a:lnTo>
                  <a:pt x="6259" y="19591"/>
                </a:lnTo>
                <a:lnTo>
                  <a:pt x="5009" y="20010"/>
                </a:lnTo>
                <a:lnTo>
                  <a:pt x="3758" y="20421"/>
                </a:lnTo>
                <a:lnTo>
                  <a:pt x="2505" y="20822"/>
                </a:lnTo>
                <a:lnTo>
                  <a:pt x="1253" y="21216"/>
                </a:lnTo>
                <a:lnTo>
                  <a:pt x="0" y="21600"/>
                </a:lnTo>
                <a:lnTo>
                  <a:pt x="727" y="18455"/>
                </a:lnTo>
                <a:lnTo>
                  <a:pt x="1494" y="15885"/>
                </a:lnTo>
                <a:lnTo>
                  <a:pt x="2339" y="13776"/>
                </a:lnTo>
                <a:lnTo>
                  <a:pt x="3306" y="12014"/>
                </a:lnTo>
                <a:lnTo>
                  <a:pt x="4434" y="10472"/>
                </a:lnTo>
                <a:lnTo>
                  <a:pt x="5769" y="9042"/>
                </a:lnTo>
                <a:lnTo>
                  <a:pt x="7349" y="7595"/>
                </a:lnTo>
                <a:lnTo>
                  <a:pt x="8353" y="6774"/>
                </a:lnTo>
                <a:lnTo>
                  <a:pt x="9375" y="5940"/>
                </a:lnTo>
                <a:lnTo>
                  <a:pt x="9872" y="5504"/>
                </a:lnTo>
                <a:lnTo>
                  <a:pt x="11376" y="4186"/>
                </a:lnTo>
                <a:lnTo>
                  <a:pt x="12827" y="3007"/>
                </a:lnTo>
                <a:lnTo>
                  <a:pt x="14175" y="2043"/>
                </a:lnTo>
                <a:lnTo>
                  <a:pt x="15472" y="1279"/>
                </a:lnTo>
                <a:lnTo>
                  <a:pt x="16767" y="704"/>
                </a:lnTo>
                <a:lnTo>
                  <a:pt x="18108" y="307"/>
                </a:lnTo>
                <a:lnTo>
                  <a:pt x="19545" y="73"/>
                </a:lnTo>
                <a:lnTo>
                  <a:pt x="21125" y="0"/>
                </a:lnTo>
                <a:close/>
              </a:path>
            </a:pathLst>
          </a:custGeom>
          <a:solidFill>
            <a:srgbClr val="312E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6" name="contour_12004"/>
          <p:cNvSpPr/>
          <p:nvPr/>
        </p:nvSpPr>
        <p:spPr>
          <a:xfrm>
            <a:off x="8624781" y="5043290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86" y="0"/>
                </a:lnTo>
                <a:lnTo>
                  <a:pt x="7982" y="0"/>
                </a:lnTo>
                <a:lnTo>
                  <a:pt x="9600" y="0"/>
                </a:lnTo>
                <a:lnTo>
                  <a:pt x="9600" y="3208"/>
                </a:lnTo>
                <a:lnTo>
                  <a:pt x="9600" y="6426"/>
                </a:lnTo>
                <a:lnTo>
                  <a:pt x="9600" y="9655"/>
                </a:lnTo>
                <a:lnTo>
                  <a:pt x="9600" y="12911"/>
                </a:lnTo>
                <a:lnTo>
                  <a:pt x="9600" y="16200"/>
                </a:lnTo>
                <a:lnTo>
                  <a:pt x="11314" y="16524"/>
                </a:lnTo>
                <a:lnTo>
                  <a:pt x="12545" y="16686"/>
                </a:lnTo>
                <a:lnTo>
                  <a:pt x="13639" y="16686"/>
                </a:lnTo>
                <a:lnTo>
                  <a:pt x="14942" y="16524"/>
                </a:lnTo>
                <a:lnTo>
                  <a:pt x="16800" y="16200"/>
                </a:lnTo>
                <a:lnTo>
                  <a:pt x="17767" y="12992"/>
                </a:lnTo>
                <a:lnTo>
                  <a:pt x="18338" y="10800"/>
                </a:lnTo>
                <a:lnTo>
                  <a:pt x="18742" y="8608"/>
                </a:lnTo>
                <a:lnTo>
                  <a:pt x="19200" y="5400"/>
                </a:lnTo>
                <a:lnTo>
                  <a:pt x="19675" y="8608"/>
                </a:lnTo>
                <a:lnTo>
                  <a:pt x="20153" y="11826"/>
                </a:lnTo>
                <a:lnTo>
                  <a:pt x="20630" y="15055"/>
                </a:lnTo>
                <a:lnTo>
                  <a:pt x="21113" y="18311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679" y="18544"/>
                </a:lnTo>
                <a:lnTo>
                  <a:pt x="1358" y="15487"/>
                </a:lnTo>
                <a:lnTo>
                  <a:pt x="2040" y="12420"/>
                </a:lnTo>
                <a:lnTo>
                  <a:pt x="2724" y="9342"/>
                </a:lnTo>
                <a:lnTo>
                  <a:pt x="3413" y="6248"/>
                </a:lnTo>
                <a:lnTo>
                  <a:pt x="4104" y="3137"/>
                </a:lnTo>
                <a:lnTo>
                  <a:pt x="4800" y="0"/>
                </a:lnTo>
                <a:close/>
              </a:path>
            </a:pathLst>
          </a:custGeom>
          <a:solidFill>
            <a:srgbClr val="BFA8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7" name="contour_12005"/>
          <p:cNvSpPr/>
          <p:nvPr/>
        </p:nvSpPr>
        <p:spPr>
          <a:xfrm>
            <a:off x="863070" y="5051103"/>
            <a:ext cx="72880" cy="23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0" y="2461"/>
                </a:moveTo>
                <a:lnTo>
                  <a:pt x="14440" y="2985"/>
                </a:lnTo>
                <a:lnTo>
                  <a:pt x="15669" y="3523"/>
                </a:lnTo>
                <a:lnTo>
                  <a:pt x="17153" y="4182"/>
                </a:lnTo>
                <a:lnTo>
                  <a:pt x="18634" y="4854"/>
                </a:lnTo>
                <a:lnTo>
                  <a:pt x="20118" y="5539"/>
                </a:lnTo>
                <a:lnTo>
                  <a:pt x="21600" y="6239"/>
                </a:lnTo>
                <a:lnTo>
                  <a:pt x="20179" y="8793"/>
                </a:lnTo>
                <a:lnTo>
                  <a:pt x="18760" y="11193"/>
                </a:lnTo>
                <a:lnTo>
                  <a:pt x="17338" y="13412"/>
                </a:lnTo>
                <a:lnTo>
                  <a:pt x="15911" y="15429"/>
                </a:lnTo>
                <a:lnTo>
                  <a:pt x="14474" y="17203"/>
                </a:lnTo>
                <a:lnTo>
                  <a:pt x="13023" y="18716"/>
                </a:lnTo>
                <a:lnTo>
                  <a:pt x="11554" y="19939"/>
                </a:lnTo>
                <a:lnTo>
                  <a:pt x="10063" y="20847"/>
                </a:lnTo>
                <a:lnTo>
                  <a:pt x="8549" y="21412"/>
                </a:lnTo>
                <a:lnTo>
                  <a:pt x="7005" y="21600"/>
                </a:lnTo>
                <a:lnTo>
                  <a:pt x="5428" y="21398"/>
                </a:lnTo>
                <a:lnTo>
                  <a:pt x="3815" y="20766"/>
                </a:lnTo>
                <a:lnTo>
                  <a:pt x="2160" y="19684"/>
                </a:lnTo>
                <a:lnTo>
                  <a:pt x="1344" y="15630"/>
                </a:lnTo>
                <a:lnTo>
                  <a:pt x="845" y="12881"/>
                </a:lnTo>
                <a:lnTo>
                  <a:pt x="464" y="10171"/>
                </a:lnTo>
                <a:lnTo>
                  <a:pt x="0" y="6239"/>
                </a:lnTo>
                <a:lnTo>
                  <a:pt x="1410" y="3563"/>
                </a:lnTo>
                <a:lnTo>
                  <a:pt x="2821" y="1721"/>
                </a:lnTo>
                <a:lnTo>
                  <a:pt x="4240" y="585"/>
                </a:lnTo>
                <a:lnTo>
                  <a:pt x="5672" y="47"/>
                </a:lnTo>
                <a:lnTo>
                  <a:pt x="7124" y="0"/>
                </a:lnTo>
                <a:lnTo>
                  <a:pt x="8599" y="329"/>
                </a:lnTo>
                <a:lnTo>
                  <a:pt x="10104" y="928"/>
                </a:lnTo>
                <a:lnTo>
                  <a:pt x="11647" y="1674"/>
                </a:lnTo>
                <a:lnTo>
                  <a:pt x="13230" y="2461"/>
                </a:lnTo>
                <a:close/>
              </a:path>
            </a:pathLst>
          </a:custGeom>
          <a:solidFill>
            <a:srgbClr val="C7CD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8" name="contour_12006"/>
          <p:cNvSpPr/>
          <p:nvPr/>
        </p:nvSpPr>
        <p:spPr>
          <a:xfrm>
            <a:off x="8012589" y="502871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0" y="389"/>
                </a:lnTo>
                <a:lnTo>
                  <a:pt x="1534" y="896"/>
                </a:lnTo>
                <a:lnTo>
                  <a:pt x="3175" y="1854"/>
                </a:lnTo>
                <a:lnTo>
                  <a:pt x="6171" y="3600"/>
                </a:lnTo>
                <a:lnTo>
                  <a:pt x="8535" y="3330"/>
                </a:lnTo>
                <a:lnTo>
                  <a:pt x="10167" y="3078"/>
                </a:lnTo>
                <a:lnTo>
                  <a:pt x="11824" y="2689"/>
                </a:lnTo>
                <a:lnTo>
                  <a:pt x="14271" y="2023"/>
                </a:lnTo>
                <a:lnTo>
                  <a:pt x="15308" y="1750"/>
                </a:lnTo>
                <a:lnTo>
                  <a:pt x="18443" y="914"/>
                </a:lnTo>
                <a:lnTo>
                  <a:pt x="20008" y="461"/>
                </a:lnTo>
                <a:lnTo>
                  <a:pt x="21600" y="0"/>
                </a:lnTo>
                <a:lnTo>
                  <a:pt x="21600" y="2380"/>
                </a:lnTo>
                <a:lnTo>
                  <a:pt x="21600" y="4774"/>
                </a:lnTo>
                <a:lnTo>
                  <a:pt x="21600" y="7200"/>
                </a:lnTo>
                <a:lnTo>
                  <a:pt x="19869" y="8842"/>
                </a:lnTo>
                <a:lnTo>
                  <a:pt x="18557" y="10051"/>
                </a:lnTo>
                <a:lnTo>
                  <a:pt x="17407" y="11045"/>
                </a:lnTo>
                <a:lnTo>
                  <a:pt x="16157" y="12035"/>
                </a:lnTo>
                <a:lnTo>
                  <a:pt x="14555" y="13234"/>
                </a:lnTo>
                <a:lnTo>
                  <a:pt x="12343" y="14850"/>
                </a:lnTo>
                <a:lnTo>
                  <a:pt x="10621" y="16121"/>
                </a:lnTo>
                <a:lnTo>
                  <a:pt x="8890" y="17402"/>
                </a:lnTo>
                <a:lnTo>
                  <a:pt x="7134" y="18702"/>
                </a:lnTo>
                <a:lnTo>
                  <a:pt x="5798" y="19660"/>
                </a:lnTo>
                <a:lnTo>
                  <a:pt x="4450" y="20624"/>
                </a:lnTo>
                <a:lnTo>
                  <a:pt x="3086" y="21600"/>
                </a:lnTo>
                <a:lnTo>
                  <a:pt x="2746" y="19224"/>
                </a:lnTo>
                <a:lnTo>
                  <a:pt x="2407" y="16844"/>
                </a:lnTo>
                <a:lnTo>
                  <a:pt x="2067" y="14465"/>
                </a:lnTo>
                <a:lnTo>
                  <a:pt x="1725" y="12078"/>
                </a:lnTo>
                <a:lnTo>
                  <a:pt x="1382" y="9684"/>
                </a:lnTo>
                <a:lnTo>
                  <a:pt x="1040" y="7279"/>
                </a:lnTo>
                <a:lnTo>
                  <a:pt x="694" y="4867"/>
                </a:lnTo>
                <a:lnTo>
                  <a:pt x="349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2C2C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09" name="contour_12007"/>
          <p:cNvSpPr/>
          <p:nvPr/>
        </p:nvSpPr>
        <p:spPr>
          <a:xfrm>
            <a:off x="2065588" y="5036002"/>
            <a:ext cx="51016" cy="458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567"/>
                </a:lnTo>
                <a:lnTo>
                  <a:pt x="13333" y="1134"/>
                </a:lnTo>
                <a:lnTo>
                  <a:pt x="15382" y="1704"/>
                </a:lnTo>
                <a:lnTo>
                  <a:pt x="17440" y="2277"/>
                </a:lnTo>
                <a:lnTo>
                  <a:pt x="19511" y="2855"/>
                </a:lnTo>
                <a:lnTo>
                  <a:pt x="21600" y="3435"/>
                </a:lnTo>
                <a:lnTo>
                  <a:pt x="21085" y="5761"/>
                </a:lnTo>
                <a:lnTo>
                  <a:pt x="20535" y="8021"/>
                </a:lnTo>
                <a:lnTo>
                  <a:pt x="19937" y="10226"/>
                </a:lnTo>
                <a:lnTo>
                  <a:pt x="19261" y="12380"/>
                </a:lnTo>
                <a:lnTo>
                  <a:pt x="18496" y="14489"/>
                </a:lnTo>
                <a:lnTo>
                  <a:pt x="17613" y="16561"/>
                </a:lnTo>
                <a:lnTo>
                  <a:pt x="16598" y="18601"/>
                </a:lnTo>
                <a:lnTo>
                  <a:pt x="15429" y="20611"/>
                </a:lnTo>
                <a:lnTo>
                  <a:pt x="13179" y="21164"/>
                </a:lnTo>
                <a:lnTo>
                  <a:pt x="10982" y="21483"/>
                </a:lnTo>
                <a:lnTo>
                  <a:pt x="8816" y="21600"/>
                </a:lnTo>
                <a:lnTo>
                  <a:pt x="6659" y="21542"/>
                </a:lnTo>
                <a:lnTo>
                  <a:pt x="4487" y="21339"/>
                </a:lnTo>
                <a:lnTo>
                  <a:pt x="2274" y="21019"/>
                </a:lnTo>
                <a:lnTo>
                  <a:pt x="0" y="20611"/>
                </a:lnTo>
                <a:lnTo>
                  <a:pt x="0" y="18570"/>
                </a:lnTo>
                <a:lnTo>
                  <a:pt x="0" y="16523"/>
                </a:lnTo>
                <a:lnTo>
                  <a:pt x="0" y="14469"/>
                </a:lnTo>
                <a:lnTo>
                  <a:pt x="0" y="12397"/>
                </a:lnTo>
                <a:lnTo>
                  <a:pt x="0" y="10305"/>
                </a:lnTo>
                <a:lnTo>
                  <a:pt x="1747" y="11277"/>
                </a:lnTo>
                <a:lnTo>
                  <a:pt x="3493" y="12250"/>
                </a:lnTo>
                <a:lnTo>
                  <a:pt x="5246" y="13225"/>
                </a:lnTo>
                <a:lnTo>
                  <a:pt x="7005" y="14204"/>
                </a:lnTo>
                <a:lnTo>
                  <a:pt x="8773" y="15190"/>
                </a:lnTo>
                <a:lnTo>
                  <a:pt x="10550" y="16179"/>
                </a:lnTo>
                <a:lnTo>
                  <a:pt x="12343" y="17176"/>
                </a:lnTo>
                <a:lnTo>
                  <a:pt x="11960" y="15049"/>
                </a:lnTo>
                <a:lnTo>
                  <a:pt x="11578" y="12923"/>
                </a:lnTo>
                <a:lnTo>
                  <a:pt x="11195" y="10790"/>
                </a:lnTo>
                <a:lnTo>
                  <a:pt x="10812" y="8653"/>
                </a:lnTo>
                <a:lnTo>
                  <a:pt x="10427" y="6506"/>
                </a:lnTo>
                <a:lnTo>
                  <a:pt x="10038" y="4349"/>
                </a:lnTo>
                <a:lnTo>
                  <a:pt x="9649" y="2181"/>
                </a:lnTo>
                <a:lnTo>
                  <a:pt x="9257" y="0"/>
                </a:lnTo>
                <a:close/>
              </a:path>
            </a:pathLst>
          </a:custGeom>
          <a:solidFill>
            <a:srgbClr val="564F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0" name="contour_12008"/>
          <p:cNvSpPr/>
          <p:nvPr/>
        </p:nvSpPr>
        <p:spPr>
          <a:xfrm>
            <a:off x="7815814" y="5036170"/>
            <a:ext cx="65592" cy="435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1044"/>
                </a:moveTo>
                <a:lnTo>
                  <a:pt x="15571" y="2284"/>
                </a:lnTo>
                <a:lnTo>
                  <a:pt x="16462" y="3332"/>
                </a:lnTo>
                <a:lnTo>
                  <a:pt x="17522" y="4763"/>
                </a:lnTo>
                <a:lnTo>
                  <a:pt x="19200" y="7145"/>
                </a:lnTo>
                <a:lnTo>
                  <a:pt x="18605" y="8933"/>
                </a:lnTo>
                <a:lnTo>
                  <a:pt x="18010" y="10733"/>
                </a:lnTo>
                <a:lnTo>
                  <a:pt x="17407" y="12544"/>
                </a:lnTo>
                <a:lnTo>
                  <a:pt x="16800" y="14372"/>
                </a:lnTo>
                <a:lnTo>
                  <a:pt x="17988" y="15269"/>
                </a:lnTo>
                <a:lnTo>
                  <a:pt x="19183" y="16165"/>
                </a:lnTo>
                <a:lnTo>
                  <a:pt x="20383" y="17072"/>
                </a:lnTo>
                <a:lnTo>
                  <a:pt x="21600" y="17986"/>
                </a:lnTo>
                <a:lnTo>
                  <a:pt x="20114" y="18434"/>
                </a:lnTo>
                <a:lnTo>
                  <a:pt x="18629" y="18882"/>
                </a:lnTo>
                <a:lnTo>
                  <a:pt x="17138" y="19331"/>
                </a:lnTo>
                <a:lnTo>
                  <a:pt x="15646" y="19779"/>
                </a:lnTo>
                <a:lnTo>
                  <a:pt x="14146" y="20230"/>
                </a:lnTo>
                <a:lnTo>
                  <a:pt x="12638" y="20686"/>
                </a:lnTo>
                <a:lnTo>
                  <a:pt x="11124" y="21141"/>
                </a:lnTo>
                <a:lnTo>
                  <a:pt x="9600" y="21600"/>
                </a:lnTo>
                <a:lnTo>
                  <a:pt x="9797" y="19883"/>
                </a:lnTo>
                <a:lnTo>
                  <a:pt x="9998" y="18156"/>
                </a:lnTo>
                <a:lnTo>
                  <a:pt x="10200" y="16403"/>
                </a:lnTo>
                <a:lnTo>
                  <a:pt x="10003" y="14539"/>
                </a:lnTo>
                <a:lnTo>
                  <a:pt x="9802" y="12663"/>
                </a:lnTo>
                <a:lnTo>
                  <a:pt x="9600" y="10758"/>
                </a:lnTo>
                <a:lnTo>
                  <a:pt x="8050" y="9772"/>
                </a:lnTo>
                <a:lnTo>
                  <a:pt x="6487" y="8988"/>
                </a:lnTo>
                <a:lnTo>
                  <a:pt x="4906" y="8373"/>
                </a:lnTo>
                <a:lnTo>
                  <a:pt x="3300" y="7885"/>
                </a:lnTo>
                <a:lnTo>
                  <a:pt x="1668" y="7488"/>
                </a:lnTo>
                <a:lnTo>
                  <a:pt x="0" y="7145"/>
                </a:lnTo>
                <a:lnTo>
                  <a:pt x="3086" y="4767"/>
                </a:lnTo>
                <a:lnTo>
                  <a:pt x="5522" y="2927"/>
                </a:lnTo>
                <a:lnTo>
                  <a:pt x="7430" y="1583"/>
                </a:lnTo>
                <a:lnTo>
                  <a:pt x="8928" y="679"/>
                </a:lnTo>
                <a:lnTo>
                  <a:pt x="10133" y="170"/>
                </a:lnTo>
                <a:lnTo>
                  <a:pt x="11165" y="0"/>
                </a:lnTo>
                <a:lnTo>
                  <a:pt x="12139" y="123"/>
                </a:lnTo>
                <a:lnTo>
                  <a:pt x="13178" y="488"/>
                </a:lnTo>
                <a:lnTo>
                  <a:pt x="14400" y="1044"/>
                </a:lnTo>
                <a:close/>
              </a:path>
            </a:pathLst>
          </a:custGeom>
          <a:solidFill>
            <a:srgbClr val="4D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1" name="contour_12009"/>
          <p:cNvSpPr/>
          <p:nvPr/>
        </p:nvSpPr>
        <p:spPr>
          <a:xfrm>
            <a:off x="4572657" y="5014138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618" y="1261"/>
                </a:lnTo>
                <a:lnTo>
                  <a:pt x="13831" y="2228"/>
                </a:lnTo>
                <a:lnTo>
                  <a:pt x="14994" y="3388"/>
                </a:lnTo>
                <a:lnTo>
                  <a:pt x="16650" y="5233"/>
                </a:lnTo>
                <a:lnTo>
                  <a:pt x="18058" y="6777"/>
                </a:lnTo>
                <a:lnTo>
                  <a:pt x="19490" y="8343"/>
                </a:lnTo>
                <a:lnTo>
                  <a:pt x="20538" y="9563"/>
                </a:lnTo>
                <a:lnTo>
                  <a:pt x="21600" y="10800"/>
                </a:lnTo>
                <a:lnTo>
                  <a:pt x="19937" y="11340"/>
                </a:lnTo>
                <a:lnTo>
                  <a:pt x="18252" y="11885"/>
                </a:lnTo>
                <a:lnTo>
                  <a:pt x="16067" y="12944"/>
                </a:lnTo>
                <a:lnTo>
                  <a:pt x="14209" y="14126"/>
                </a:lnTo>
                <a:lnTo>
                  <a:pt x="12600" y="15425"/>
                </a:lnTo>
                <a:lnTo>
                  <a:pt x="11171" y="16829"/>
                </a:lnTo>
                <a:lnTo>
                  <a:pt x="9842" y="18333"/>
                </a:lnTo>
                <a:lnTo>
                  <a:pt x="8543" y="19926"/>
                </a:lnTo>
                <a:lnTo>
                  <a:pt x="7200" y="21600"/>
                </a:lnTo>
                <a:lnTo>
                  <a:pt x="7200" y="19818"/>
                </a:lnTo>
                <a:lnTo>
                  <a:pt x="7200" y="18033"/>
                </a:lnTo>
                <a:lnTo>
                  <a:pt x="7200" y="16240"/>
                </a:lnTo>
                <a:lnTo>
                  <a:pt x="7200" y="14440"/>
                </a:lnTo>
                <a:lnTo>
                  <a:pt x="7200" y="12628"/>
                </a:lnTo>
                <a:lnTo>
                  <a:pt x="7200" y="10800"/>
                </a:lnTo>
                <a:lnTo>
                  <a:pt x="4820" y="10800"/>
                </a:lnTo>
                <a:lnTo>
                  <a:pt x="2426" y="10800"/>
                </a:lnTo>
                <a:lnTo>
                  <a:pt x="0" y="10800"/>
                </a:lnTo>
                <a:lnTo>
                  <a:pt x="1123" y="7611"/>
                </a:lnTo>
                <a:lnTo>
                  <a:pt x="2005" y="5403"/>
                </a:lnTo>
                <a:lnTo>
                  <a:pt x="2837" y="3891"/>
                </a:lnTo>
                <a:lnTo>
                  <a:pt x="3816" y="2800"/>
                </a:lnTo>
                <a:lnTo>
                  <a:pt x="5130" y="1847"/>
                </a:lnTo>
                <a:lnTo>
                  <a:pt x="6977" y="759"/>
                </a:lnTo>
                <a:lnTo>
                  <a:pt x="8874" y="383"/>
                </a:lnTo>
                <a:lnTo>
                  <a:pt x="10800" y="0"/>
                </a:lnTo>
                <a:close/>
              </a:path>
            </a:pathLst>
          </a:custGeom>
          <a:solidFill>
            <a:srgbClr val="7C78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2" name="contour_12010"/>
          <p:cNvSpPr/>
          <p:nvPr/>
        </p:nvSpPr>
        <p:spPr>
          <a:xfrm>
            <a:off x="4317578" y="5014138"/>
            <a:ext cx="58304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577"/>
                </a:lnTo>
                <a:lnTo>
                  <a:pt x="3564" y="1153"/>
                </a:lnTo>
                <a:lnTo>
                  <a:pt x="5349" y="1730"/>
                </a:lnTo>
                <a:lnTo>
                  <a:pt x="7136" y="2310"/>
                </a:lnTo>
                <a:lnTo>
                  <a:pt x="8926" y="2887"/>
                </a:lnTo>
                <a:lnTo>
                  <a:pt x="10719" y="3467"/>
                </a:lnTo>
                <a:lnTo>
                  <a:pt x="12517" y="4051"/>
                </a:lnTo>
                <a:lnTo>
                  <a:pt x="14321" y="4635"/>
                </a:lnTo>
                <a:lnTo>
                  <a:pt x="16130" y="5218"/>
                </a:lnTo>
                <a:lnTo>
                  <a:pt x="17944" y="5809"/>
                </a:lnTo>
                <a:lnTo>
                  <a:pt x="19769" y="6396"/>
                </a:lnTo>
                <a:lnTo>
                  <a:pt x="21600" y="6990"/>
                </a:lnTo>
                <a:lnTo>
                  <a:pt x="20450" y="10650"/>
                </a:lnTo>
                <a:lnTo>
                  <a:pt x="19580" y="13348"/>
                </a:lnTo>
                <a:lnTo>
                  <a:pt x="18903" y="15330"/>
                </a:lnTo>
                <a:lnTo>
                  <a:pt x="18322" y="16836"/>
                </a:lnTo>
                <a:lnTo>
                  <a:pt x="17739" y="18119"/>
                </a:lnTo>
                <a:lnTo>
                  <a:pt x="17064" y="19416"/>
                </a:lnTo>
                <a:lnTo>
                  <a:pt x="16200" y="20971"/>
                </a:lnTo>
                <a:lnTo>
                  <a:pt x="14029" y="21390"/>
                </a:lnTo>
                <a:lnTo>
                  <a:pt x="12523" y="21600"/>
                </a:lnTo>
                <a:lnTo>
                  <a:pt x="11291" y="21600"/>
                </a:lnTo>
                <a:lnTo>
                  <a:pt x="9947" y="21390"/>
                </a:lnTo>
                <a:lnTo>
                  <a:pt x="8100" y="20971"/>
                </a:lnTo>
                <a:lnTo>
                  <a:pt x="8176" y="19975"/>
                </a:lnTo>
                <a:lnTo>
                  <a:pt x="8305" y="18217"/>
                </a:lnTo>
                <a:lnTo>
                  <a:pt x="8608" y="14197"/>
                </a:lnTo>
                <a:lnTo>
                  <a:pt x="8608" y="11345"/>
                </a:lnTo>
                <a:lnTo>
                  <a:pt x="8478" y="9479"/>
                </a:lnTo>
                <a:lnTo>
                  <a:pt x="8100" y="6990"/>
                </a:lnTo>
                <a:lnTo>
                  <a:pt x="6091" y="5809"/>
                </a:lnTo>
                <a:lnTo>
                  <a:pt x="4666" y="5037"/>
                </a:lnTo>
                <a:lnTo>
                  <a:pt x="3434" y="4505"/>
                </a:lnTo>
                <a:lnTo>
                  <a:pt x="2009" y="4047"/>
                </a:lnTo>
                <a:lnTo>
                  <a:pt x="0" y="3495"/>
                </a:lnTo>
                <a:lnTo>
                  <a:pt x="0" y="1762"/>
                </a:lnTo>
                <a:lnTo>
                  <a:pt x="0" y="0"/>
                </a:lnTo>
                <a:close/>
              </a:path>
            </a:pathLst>
          </a:custGeom>
          <a:solidFill>
            <a:srgbClr val="9392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3" name="contour_12011"/>
          <p:cNvSpPr/>
          <p:nvPr/>
        </p:nvSpPr>
        <p:spPr>
          <a:xfrm>
            <a:off x="2541101" y="5006850"/>
            <a:ext cx="35004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380" y="0"/>
                </a:moveTo>
                <a:lnTo>
                  <a:pt x="21600" y="1305"/>
                </a:lnTo>
                <a:lnTo>
                  <a:pt x="21578" y="2554"/>
                </a:lnTo>
                <a:lnTo>
                  <a:pt x="21339" y="3755"/>
                </a:lnTo>
                <a:lnTo>
                  <a:pt x="20894" y="4918"/>
                </a:lnTo>
                <a:lnTo>
                  <a:pt x="20269" y="6048"/>
                </a:lnTo>
                <a:lnTo>
                  <a:pt x="19482" y="7159"/>
                </a:lnTo>
                <a:lnTo>
                  <a:pt x="18546" y="8255"/>
                </a:lnTo>
                <a:lnTo>
                  <a:pt x="17490" y="9346"/>
                </a:lnTo>
                <a:lnTo>
                  <a:pt x="16325" y="10442"/>
                </a:lnTo>
                <a:lnTo>
                  <a:pt x="15075" y="11551"/>
                </a:lnTo>
                <a:lnTo>
                  <a:pt x="13752" y="12679"/>
                </a:lnTo>
                <a:lnTo>
                  <a:pt x="12385" y="13838"/>
                </a:lnTo>
                <a:lnTo>
                  <a:pt x="11095" y="14963"/>
                </a:lnTo>
                <a:lnTo>
                  <a:pt x="9786" y="16105"/>
                </a:lnTo>
                <a:lnTo>
                  <a:pt x="8518" y="17206"/>
                </a:lnTo>
                <a:lnTo>
                  <a:pt x="7245" y="18306"/>
                </a:lnTo>
                <a:lnTo>
                  <a:pt x="5963" y="19406"/>
                </a:lnTo>
                <a:lnTo>
                  <a:pt x="4682" y="20504"/>
                </a:lnTo>
                <a:lnTo>
                  <a:pt x="3391" y="21600"/>
                </a:lnTo>
                <a:lnTo>
                  <a:pt x="2244" y="20144"/>
                </a:lnTo>
                <a:lnTo>
                  <a:pt x="1322" y="18803"/>
                </a:lnTo>
                <a:lnTo>
                  <a:pt x="634" y="17554"/>
                </a:lnTo>
                <a:lnTo>
                  <a:pt x="189" y="16369"/>
                </a:lnTo>
                <a:lnTo>
                  <a:pt x="0" y="15224"/>
                </a:lnTo>
                <a:lnTo>
                  <a:pt x="72" y="14094"/>
                </a:lnTo>
                <a:lnTo>
                  <a:pt x="423" y="12951"/>
                </a:lnTo>
                <a:lnTo>
                  <a:pt x="1057" y="11774"/>
                </a:lnTo>
                <a:lnTo>
                  <a:pt x="1992" y="10532"/>
                </a:lnTo>
                <a:lnTo>
                  <a:pt x="3233" y="9203"/>
                </a:lnTo>
                <a:lnTo>
                  <a:pt x="4794" y="7762"/>
                </a:lnTo>
                <a:lnTo>
                  <a:pt x="5986" y="6678"/>
                </a:lnTo>
                <a:lnTo>
                  <a:pt x="7182" y="5585"/>
                </a:lnTo>
                <a:lnTo>
                  <a:pt x="8396" y="4478"/>
                </a:lnTo>
                <a:lnTo>
                  <a:pt x="10231" y="3289"/>
                </a:lnTo>
                <a:lnTo>
                  <a:pt x="11922" y="2345"/>
                </a:lnTo>
                <a:lnTo>
                  <a:pt x="13671" y="1597"/>
                </a:lnTo>
                <a:lnTo>
                  <a:pt x="15695" y="990"/>
                </a:lnTo>
                <a:lnTo>
                  <a:pt x="18191" y="475"/>
                </a:lnTo>
                <a:lnTo>
                  <a:pt x="21380" y="0"/>
                </a:lnTo>
                <a:close/>
              </a:path>
            </a:pathLst>
          </a:custGeom>
          <a:solidFill>
            <a:srgbClr val="D9E1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4" name="contour_12012"/>
          <p:cNvSpPr/>
          <p:nvPr/>
        </p:nvSpPr>
        <p:spPr>
          <a:xfrm>
            <a:off x="746462" y="5013424"/>
            <a:ext cx="58304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0"/>
                </a:moveTo>
                <a:lnTo>
                  <a:pt x="8824" y="51"/>
                </a:lnTo>
                <a:lnTo>
                  <a:pt x="10560" y="102"/>
                </a:lnTo>
                <a:lnTo>
                  <a:pt x="12320" y="148"/>
                </a:lnTo>
                <a:lnTo>
                  <a:pt x="13090" y="169"/>
                </a:lnTo>
                <a:lnTo>
                  <a:pt x="14448" y="199"/>
                </a:lnTo>
                <a:lnTo>
                  <a:pt x="17561" y="263"/>
                </a:lnTo>
                <a:lnTo>
                  <a:pt x="18155" y="288"/>
                </a:lnTo>
                <a:lnTo>
                  <a:pt x="19202" y="326"/>
                </a:lnTo>
                <a:lnTo>
                  <a:pt x="21600" y="415"/>
                </a:lnTo>
                <a:lnTo>
                  <a:pt x="21600" y="3216"/>
                </a:lnTo>
                <a:lnTo>
                  <a:pt x="21600" y="6033"/>
                </a:lnTo>
                <a:lnTo>
                  <a:pt x="21600" y="8889"/>
                </a:lnTo>
                <a:lnTo>
                  <a:pt x="19945" y="9741"/>
                </a:lnTo>
                <a:lnTo>
                  <a:pt x="18727" y="10245"/>
                </a:lnTo>
                <a:lnTo>
                  <a:pt x="17342" y="10601"/>
                </a:lnTo>
                <a:lnTo>
                  <a:pt x="15188" y="11008"/>
                </a:lnTo>
                <a:lnTo>
                  <a:pt x="13133" y="11554"/>
                </a:lnTo>
                <a:lnTo>
                  <a:pt x="11297" y="12177"/>
                </a:lnTo>
                <a:lnTo>
                  <a:pt x="9639" y="12944"/>
                </a:lnTo>
                <a:lnTo>
                  <a:pt x="8124" y="13935"/>
                </a:lnTo>
                <a:lnTo>
                  <a:pt x="6709" y="15223"/>
                </a:lnTo>
                <a:lnTo>
                  <a:pt x="5359" y="16880"/>
                </a:lnTo>
                <a:lnTo>
                  <a:pt x="4037" y="18982"/>
                </a:lnTo>
                <a:lnTo>
                  <a:pt x="2700" y="21600"/>
                </a:lnTo>
                <a:lnTo>
                  <a:pt x="2182" y="18871"/>
                </a:lnTo>
                <a:lnTo>
                  <a:pt x="1677" y="16134"/>
                </a:lnTo>
                <a:lnTo>
                  <a:pt x="1183" y="13389"/>
                </a:lnTo>
                <a:lnTo>
                  <a:pt x="969" y="12241"/>
                </a:lnTo>
                <a:lnTo>
                  <a:pt x="327" y="8770"/>
                </a:lnTo>
                <a:lnTo>
                  <a:pt x="165" y="6728"/>
                </a:lnTo>
                <a:lnTo>
                  <a:pt x="0" y="4652"/>
                </a:lnTo>
                <a:lnTo>
                  <a:pt x="1628" y="2199"/>
                </a:lnTo>
                <a:lnTo>
                  <a:pt x="2913" y="894"/>
                </a:lnTo>
                <a:lnTo>
                  <a:pt x="4514" y="309"/>
                </a:lnTo>
                <a:lnTo>
                  <a:pt x="7098" y="0"/>
                </a:lnTo>
                <a:close/>
              </a:path>
            </a:pathLst>
          </a:custGeom>
          <a:solidFill>
            <a:srgbClr val="7061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5" name="contour_12013"/>
          <p:cNvSpPr/>
          <p:nvPr/>
        </p:nvSpPr>
        <p:spPr>
          <a:xfrm>
            <a:off x="11554553" y="496312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58" y="765"/>
                </a:lnTo>
                <a:lnTo>
                  <a:pt x="8610" y="1531"/>
                </a:lnTo>
                <a:lnTo>
                  <a:pt x="10770" y="2305"/>
                </a:lnTo>
                <a:lnTo>
                  <a:pt x="12960" y="3086"/>
                </a:lnTo>
                <a:lnTo>
                  <a:pt x="13172" y="5098"/>
                </a:lnTo>
                <a:lnTo>
                  <a:pt x="13211" y="7066"/>
                </a:lnTo>
                <a:lnTo>
                  <a:pt x="13120" y="9016"/>
                </a:lnTo>
                <a:lnTo>
                  <a:pt x="12934" y="10967"/>
                </a:lnTo>
                <a:lnTo>
                  <a:pt x="12688" y="12935"/>
                </a:lnTo>
                <a:lnTo>
                  <a:pt x="12420" y="14947"/>
                </a:lnTo>
                <a:lnTo>
                  <a:pt x="12688" y="16718"/>
                </a:lnTo>
                <a:lnTo>
                  <a:pt x="12960" y="18514"/>
                </a:lnTo>
                <a:lnTo>
                  <a:pt x="15098" y="19280"/>
                </a:lnTo>
                <a:lnTo>
                  <a:pt x="17250" y="20045"/>
                </a:lnTo>
                <a:lnTo>
                  <a:pt x="19410" y="2081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7270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6" name="contour_12014"/>
          <p:cNvSpPr/>
          <p:nvPr/>
        </p:nvSpPr>
        <p:spPr>
          <a:xfrm>
            <a:off x="10701858" y="499227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20707" y="19462"/>
                </a:lnTo>
                <a:lnTo>
                  <a:pt x="19814" y="17315"/>
                </a:lnTo>
                <a:lnTo>
                  <a:pt x="18911" y="15150"/>
                </a:lnTo>
                <a:lnTo>
                  <a:pt x="18000" y="12960"/>
                </a:lnTo>
                <a:lnTo>
                  <a:pt x="15444" y="12476"/>
                </a:lnTo>
                <a:lnTo>
                  <a:pt x="13630" y="12260"/>
                </a:lnTo>
                <a:lnTo>
                  <a:pt x="11696" y="12260"/>
                </a:lnTo>
                <a:lnTo>
                  <a:pt x="8777" y="12420"/>
                </a:lnTo>
                <a:lnTo>
                  <a:pt x="6311" y="12537"/>
                </a:lnTo>
                <a:lnTo>
                  <a:pt x="3812" y="12658"/>
                </a:lnTo>
                <a:lnTo>
                  <a:pt x="1919" y="12809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E3E6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7" name="contour_12015"/>
          <p:cNvSpPr/>
          <p:nvPr/>
        </p:nvSpPr>
        <p:spPr>
          <a:xfrm>
            <a:off x="8012589" y="4955834"/>
            <a:ext cx="4372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3" y="1382"/>
                </a:lnTo>
                <a:lnTo>
                  <a:pt x="1789" y="2776"/>
                </a:lnTo>
                <a:lnTo>
                  <a:pt x="2700" y="4186"/>
                </a:lnTo>
                <a:lnTo>
                  <a:pt x="3971" y="5705"/>
                </a:lnTo>
                <a:lnTo>
                  <a:pt x="5198" y="6944"/>
                </a:lnTo>
                <a:lnTo>
                  <a:pt x="6613" y="7977"/>
                </a:lnTo>
                <a:lnTo>
                  <a:pt x="8431" y="8869"/>
                </a:lnTo>
                <a:lnTo>
                  <a:pt x="10883" y="9694"/>
                </a:lnTo>
                <a:lnTo>
                  <a:pt x="12874" y="9975"/>
                </a:lnTo>
                <a:lnTo>
                  <a:pt x="14425" y="10171"/>
                </a:lnTo>
                <a:lnTo>
                  <a:pt x="16052" y="10340"/>
                </a:lnTo>
                <a:lnTo>
                  <a:pt x="18274" y="10532"/>
                </a:lnTo>
                <a:lnTo>
                  <a:pt x="21600" y="10800"/>
                </a:lnTo>
                <a:lnTo>
                  <a:pt x="19220" y="10800"/>
                </a:lnTo>
                <a:lnTo>
                  <a:pt x="16826" y="10800"/>
                </a:lnTo>
                <a:lnTo>
                  <a:pt x="14400" y="10800"/>
                </a:lnTo>
                <a:lnTo>
                  <a:pt x="13525" y="12213"/>
                </a:lnTo>
                <a:lnTo>
                  <a:pt x="13000" y="13247"/>
                </a:lnTo>
                <a:lnTo>
                  <a:pt x="12611" y="14407"/>
                </a:lnTo>
                <a:lnTo>
                  <a:pt x="12150" y="16200"/>
                </a:lnTo>
                <a:lnTo>
                  <a:pt x="11743" y="17708"/>
                </a:lnTo>
                <a:lnTo>
                  <a:pt x="11333" y="19237"/>
                </a:lnTo>
                <a:lnTo>
                  <a:pt x="11066" y="20410"/>
                </a:lnTo>
                <a:lnTo>
                  <a:pt x="10800" y="21600"/>
                </a:lnTo>
                <a:lnTo>
                  <a:pt x="10354" y="20529"/>
                </a:lnTo>
                <a:lnTo>
                  <a:pt x="9907" y="19453"/>
                </a:lnTo>
                <a:lnTo>
                  <a:pt x="9450" y="18360"/>
                </a:lnTo>
                <a:lnTo>
                  <a:pt x="8708" y="17289"/>
                </a:lnTo>
                <a:lnTo>
                  <a:pt x="7960" y="16213"/>
                </a:lnTo>
                <a:lnTo>
                  <a:pt x="7200" y="15120"/>
                </a:lnTo>
                <a:lnTo>
                  <a:pt x="4820" y="15120"/>
                </a:lnTo>
                <a:lnTo>
                  <a:pt x="2426" y="15120"/>
                </a:lnTo>
                <a:lnTo>
                  <a:pt x="0" y="15120"/>
                </a:lnTo>
                <a:lnTo>
                  <a:pt x="0" y="13623"/>
                </a:lnTo>
                <a:lnTo>
                  <a:pt x="0" y="12124"/>
                </a:lnTo>
                <a:lnTo>
                  <a:pt x="0" y="10625"/>
                </a:lnTo>
                <a:lnTo>
                  <a:pt x="0" y="9124"/>
                </a:lnTo>
                <a:lnTo>
                  <a:pt x="0" y="7616"/>
                </a:lnTo>
                <a:lnTo>
                  <a:pt x="0" y="6106"/>
                </a:lnTo>
                <a:lnTo>
                  <a:pt x="0" y="4590"/>
                </a:lnTo>
                <a:lnTo>
                  <a:pt x="0" y="3067"/>
                </a:lnTo>
                <a:lnTo>
                  <a:pt x="0" y="1538"/>
                </a:lnTo>
                <a:lnTo>
                  <a:pt x="0" y="0"/>
                </a:lnTo>
                <a:close/>
              </a:path>
            </a:pathLst>
          </a:custGeom>
          <a:solidFill>
            <a:srgbClr val="6668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8" name="contour_12016"/>
          <p:cNvSpPr/>
          <p:nvPr/>
        </p:nvSpPr>
        <p:spPr>
          <a:xfrm>
            <a:off x="1212893" y="4984986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1" y="0"/>
                </a:lnTo>
                <a:lnTo>
                  <a:pt x="10027" y="0"/>
                </a:lnTo>
                <a:lnTo>
                  <a:pt x="12895" y="0"/>
                </a:lnTo>
                <a:lnTo>
                  <a:pt x="15777" y="0"/>
                </a:lnTo>
                <a:lnTo>
                  <a:pt x="18675" y="0"/>
                </a:lnTo>
                <a:lnTo>
                  <a:pt x="21600" y="0"/>
                </a:lnTo>
                <a:lnTo>
                  <a:pt x="20930" y="1610"/>
                </a:lnTo>
                <a:lnTo>
                  <a:pt x="20213" y="3202"/>
                </a:lnTo>
                <a:lnTo>
                  <a:pt x="19457" y="4778"/>
                </a:lnTo>
                <a:lnTo>
                  <a:pt x="18654" y="6341"/>
                </a:lnTo>
                <a:lnTo>
                  <a:pt x="17816" y="7891"/>
                </a:lnTo>
                <a:lnTo>
                  <a:pt x="16934" y="9430"/>
                </a:lnTo>
                <a:lnTo>
                  <a:pt x="16019" y="10961"/>
                </a:lnTo>
                <a:lnTo>
                  <a:pt x="15064" y="12485"/>
                </a:lnTo>
                <a:lnTo>
                  <a:pt x="14075" y="14006"/>
                </a:lnTo>
                <a:lnTo>
                  <a:pt x="13051" y="15523"/>
                </a:lnTo>
                <a:lnTo>
                  <a:pt x="11992" y="17038"/>
                </a:lnTo>
                <a:lnTo>
                  <a:pt x="10904" y="18557"/>
                </a:lnTo>
                <a:lnTo>
                  <a:pt x="9785" y="20076"/>
                </a:lnTo>
                <a:lnTo>
                  <a:pt x="8640" y="21600"/>
                </a:lnTo>
                <a:lnTo>
                  <a:pt x="7214" y="20412"/>
                </a:lnTo>
                <a:lnTo>
                  <a:pt x="5784" y="19222"/>
                </a:lnTo>
                <a:lnTo>
                  <a:pt x="4350" y="18026"/>
                </a:lnTo>
                <a:lnTo>
                  <a:pt x="2912" y="16826"/>
                </a:lnTo>
                <a:lnTo>
                  <a:pt x="1460" y="15619"/>
                </a:lnTo>
                <a:lnTo>
                  <a:pt x="0" y="14400"/>
                </a:lnTo>
                <a:lnTo>
                  <a:pt x="2856" y="14400"/>
                </a:lnTo>
                <a:lnTo>
                  <a:pt x="5728" y="14400"/>
                </a:lnTo>
                <a:lnTo>
                  <a:pt x="8640" y="14400"/>
                </a:lnTo>
                <a:lnTo>
                  <a:pt x="8165" y="12816"/>
                </a:lnTo>
                <a:lnTo>
                  <a:pt x="7690" y="11230"/>
                </a:lnTo>
                <a:lnTo>
                  <a:pt x="7214" y="9643"/>
                </a:lnTo>
                <a:lnTo>
                  <a:pt x="6735" y="8052"/>
                </a:lnTo>
                <a:lnTo>
                  <a:pt x="6255" y="6456"/>
                </a:lnTo>
                <a:lnTo>
                  <a:pt x="5776" y="4853"/>
                </a:lnTo>
                <a:lnTo>
                  <a:pt x="5292" y="3245"/>
                </a:lnTo>
                <a:lnTo>
                  <a:pt x="4808" y="1627"/>
                </a:lnTo>
                <a:lnTo>
                  <a:pt x="4320" y="0"/>
                </a:lnTo>
                <a:close/>
              </a:path>
            </a:pathLst>
          </a:custGeom>
          <a:solidFill>
            <a:srgbClr val="DCD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19" name="contour_12017"/>
          <p:cNvSpPr/>
          <p:nvPr/>
        </p:nvSpPr>
        <p:spPr>
          <a:xfrm>
            <a:off x="9353580" y="4963122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63" y="292"/>
                </a:lnTo>
                <a:lnTo>
                  <a:pt x="19453" y="672"/>
                </a:lnTo>
                <a:lnTo>
                  <a:pt x="17155" y="1390"/>
                </a:lnTo>
                <a:lnTo>
                  <a:pt x="12960" y="2700"/>
                </a:lnTo>
                <a:lnTo>
                  <a:pt x="13008" y="4577"/>
                </a:lnTo>
                <a:lnTo>
                  <a:pt x="13085" y="5989"/>
                </a:lnTo>
                <a:lnTo>
                  <a:pt x="13236" y="7201"/>
                </a:lnTo>
                <a:lnTo>
                  <a:pt x="13504" y="8481"/>
                </a:lnTo>
                <a:lnTo>
                  <a:pt x="13941" y="10098"/>
                </a:lnTo>
                <a:lnTo>
                  <a:pt x="14580" y="12317"/>
                </a:lnTo>
                <a:lnTo>
                  <a:pt x="15060" y="14051"/>
                </a:lnTo>
                <a:lnTo>
                  <a:pt x="15543" y="15795"/>
                </a:lnTo>
                <a:lnTo>
                  <a:pt x="16032" y="17561"/>
                </a:lnTo>
                <a:lnTo>
                  <a:pt x="16442" y="18895"/>
                </a:lnTo>
                <a:lnTo>
                  <a:pt x="16861" y="20239"/>
                </a:lnTo>
                <a:lnTo>
                  <a:pt x="17280" y="21600"/>
                </a:lnTo>
                <a:lnTo>
                  <a:pt x="14714" y="21065"/>
                </a:lnTo>
                <a:lnTo>
                  <a:pt x="12139" y="20528"/>
                </a:lnTo>
                <a:lnTo>
                  <a:pt x="9556" y="19991"/>
                </a:lnTo>
                <a:lnTo>
                  <a:pt x="6951" y="19448"/>
                </a:lnTo>
                <a:lnTo>
                  <a:pt x="4320" y="18900"/>
                </a:lnTo>
                <a:lnTo>
                  <a:pt x="5033" y="17118"/>
                </a:lnTo>
                <a:lnTo>
                  <a:pt x="5746" y="15333"/>
                </a:lnTo>
                <a:lnTo>
                  <a:pt x="6463" y="13540"/>
                </a:lnTo>
                <a:lnTo>
                  <a:pt x="7184" y="11740"/>
                </a:lnTo>
                <a:lnTo>
                  <a:pt x="7910" y="9928"/>
                </a:lnTo>
                <a:lnTo>
                  <a:pt x="8640" y="8100"/>
                </a:lnTo>
                <a:lnTo>
                  <a:pt x="5784" y="8100"/>
                </a:lnTo>
                <a:lnTo>
                  <a:pt x="2912" y="8100"/>
                </a:lnTo>
                <a:lnTo>
                  <a:pt x="0" y="8100"/>
                </a:lnTo>
                <a:lnTo>
                  <a:pt x="0" y="6496"/>
                </a:lnTo>
                <a:lnTo>
                  <a:pt x="0" y="4887"/>
                </a:lnTo>
                <a:lnTo>
                  <a:pt x="0" y="3272"/>
                </a:lnTo>
                <a:lnTo>
                  <a:pt x="0" y="1644"/>
                </a:lnTo>
                <a:lnTo>
                  <a:pt x="0" y="0"/>
                </a:lnTo>
                <a:close/>
              </a:path>
            </a:pathLst>
          </a:custGeom>
          <a:solidFill>
            <a:srgbClr val="C8D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0" name="contour_12018"/>
          <p:cNvSpPr/>
          <p:nvPr/>
        </p:nvSpPr>
        <p:spPr>
          <a:xfrm>
            <a:off x="5636704" y="4941258"/>
            <a:ext cx="65592" cy="299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303" y="142"/>
                </a:lnTo>
                <a:lnTo>
                  <a:pt x="5693" y="300"/>
                </a:lnTo>
                <a:lnTo>
                  <a:pt x="6970" y="547"/>
                </a:lnTo>
                <a:lnTo>
                  <a:pt x="8537" y="967"/>
                </a:lnTo>
                <a:lnTo>
                  <a:pt x="10800" y="1640"/>
                </a:lnTo>
                <a:lnTo>
                  <a:pt x="12312" y="2055"/>
                </a:lnTo>
                <a:lnTo>
                  <a:pt x="13834" y="2475"/>
                </a:lnTo>
                <a:lnTo>
                  <a:pt x="15374" y="2896"/>
                </a:lnTo>
                <a:lnTo>
                  <a:pt x="17614" y="4346"/>
                </a:lnTo>
                <a:lnTo>
                  <a:pt x="18938" y="5644"/>
                </a:lnTo>
                <a:lnTo>
                  <a:pt x="19867" y="7531"/>
                </a:lnTo>
                <a:lnTo>
                  <a:pt x="20926" y="10737"/>
                </a:lnTo>
                <a:lnTo>
                  <a:pt x="21259" y="13233"/>
                </a:lnTo>
                <a:lnTo>
                  <a:pt x="21600" y="15766"/>
                </a:lnTo>
                <a:lnTo>
                  <a:pt x="18110" y="17459"/>
                </a:lnTo>
                <a:lnTo>
                  <a:pt x="15185" y="18851"/>
                </a:lnTo>
                <a:lnTo>
                  <a:pt x="12761" y="19955"/>
                </a:lnTo>
                <a:lnTo>
                  <a:pt x="10771" y="20770"/>
                </a:lnTo>
                <a:lnTo>
                  <a:pt x="9151" y="21311"/>
                </a:lnTo>
                <a:lnTo>
                  <a:pt x="7829" y="21584"/>
                </a:lnTo>
                <a:lnTo>
                  <a:pt x="6744" y="21600"/>
                </a:lnTo>
                <a:lnTo>
                  <a:pt x="5830" y="21364"/>
                </a:lnTo>
                <a:lnTo>
                  <a:pt x="5016" y="20880"/>
                </a:lnTo>
                <a:lnTo>
                  <a:pt x="4238" y="20160"/>
                </a:lnTo>
                <a:lnTo>
                  <a:pt x="3434" y="19214"/>
                </a:lnTo>
                <a:lnTo>
                  <a:pt x="2532" y="18047"/>
                </a:lnTo>
                <a:lnTo>
                  <a:pt x="1742" y="15456"/>
                </a:lnTo>
                <a:lnTo>
                  <a:pt x="1217" y="13260"/>
                </a:lnTo>
                <a:lnTo>
                  <a:pt x="715" y="10259"/>
                </a:lnTo>
                <a:lnTo>
                  <a:pt x="0" y="5255"/>
                </a:lnTo>
                <a:lnTo>
                  <a:pt x="1190" y="2649"/>
                </a:lnTo>
                <a:lnTo>
                  <a:pt x="2400" y="0"/>
                </a:lnTo>
                <a:close/>
              </a:path>
            </a:pathLst>
          </a:custGeom>
          <a:solidFill>
            <a:srgbClr val="642C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1" name="contour_12019"/>
          <p:cNvSpPr/>
          <p:nvPr/>
        </p:nvSpPr>
        <p:spPr>
          <a:xfrm>
            <a:off x="5205073" y="4934648"/>
            <a:ext cx="45368" cy="50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3" y="735"/>
                </a:moveTo>
                <a:lnTo>
                  <a:pt x="13036" y="1779"/>
                </a:lnTo>
                <a:lnTo>
                  <a:pt x="14660" y="2836"/>
                </a:lnTo>
                <a:lnTo>
                  <a:pt x="14830" y="4875"/>
                </a:lnTo>
                <a:lnTo>
                  <a:pt x="14865" y="6871"/>
                </a:lnTo>
                <a:lnTo>
                  <a:pt x="14792" y="8847"/>
                </a:lnTo>
                <a:lnTo>
                  <a:pt x="14639" y="10823"/>
                </a:lnTo>
                <a:lnTo>
                  <a:pt x="14442" y="12819"/>
                </a:lnTo>
                <a:lnTo>
                  <a:pt x="14227" y="14858"/>
                </a:lnTo>
                <a:lnTo>
                  <a:pt x="14442" y="16653"/>
                </a:lnTo>
                <a:lnTo>
                  <a:pt x="14660" y="18473"/>
                </a:lnTo>
                <a:lnTo>
                  <a:pt x="16721" y="19677"/>
                </a:lnTo>
                <a:lnTo>
                  <a:pt x="18130" y="20402"/>
                </a:lnTo>
                <a:lnTo>
                  <a:pt x="19542" y="20946"/>
                </a:lnTo>
                <a:lnTo>
                  <a:pt x="21600" y="21600"/>
                </a:lnTo>
                <a:lnTo>
                  <a:pt x="19539" y="21600"/>
                </a:lnTo>
                <a:lnTo>
                  <a:pt x="17471" y="21600"/>
                </a:lnTo>
                <a:lnTo>
                  <a:pt x="15396" y="21600"/>
                </a:lnTo>
                <a:lnTo>
                  <a:pt x="13304" y="21600"/>
                </a:lnTo>
                <a:lnTo>
                  <a:pt x="11190" y="21600"/>
                </a:lnTo>
                <a:lnTo>
                  <a:pt x="11190" y="19533"/>
                </a:lnTo>
                <a:lnTo>
                  <a:pt x="11190" y="17453"/>
                </a:lnTo>
                <a:lnTo>
                  <a:pt x="11190" y="15345"/>
                </a:lnTo>
                <a:lnTo>
                  <a:pt x="9473" y="14895"/>
                </a:lnTo>
                <a:lnTo>
                  <a:pt x="7741" y="14439"/>
                </a:lnTo>
                <a:lnTo>
                  <a:pt x="5986" y="13976"/>
                </a:lnTo>
                <a:lnTo>
                  <a:pt x="4268" y="13397"/>
                </a:lnTo>
                <a:lnTo>
                  <a:pt x="2536" y="12812"/>
                </a:lnTo>
                <a:lnTo>
                  <a:pt x="781" y="12218"/>
                </a:lnTo>
                <a:lnTo>
                  <a:pt x="260" y="9892"/>
                </a:lnTo>
                <a:lnTo>
                  <a:pt x="0" y="8240"/>
                </a:lnTo>
                <a:lnTo>
                  <a:pt x="0" y="6814"/>
                </a:lnTo>
                <a:lnTo>
                  <a:pt x="260" y="5163"/>
                </a:lnTo>
                <a:lnTo>
                  <a:pt x="781" y="2836"/>
                </a:lnTo>
                <a:lnTo>
                  <a:pt x="2929" y="1313"/>
                </a:lnTo>
                <a:lnTo>
                  <a:pt x="4802" y="382"/>
                </a:lnTo>
                <a:lnTo>
                  <a:pt x="6666" y="0"/>
                </a:lnTo>
                <a:lnTo>
                  <a:pt x="8789" y="131"/>
                </a:lnTo>
                <a:lnTo>
                  <a:pt x="11433" y="735"/>
                </a:lnTo>
                <a:close/>
              </a:path>
            </a:pathLst>
          </a:custGeom>
          <a:solidFill>
            <a:srgbClr val="D3BF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2" name="contour_12020"/>
          <p:cNvSpPr/>
          <p:nvPr/>
        </p:nvSpPr>
        <p:spPr>
          <a:xfrm>
            <a:off x="5235865" y="494125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45" y="0"/>
                </a:lnTo>
                <a:lnTo>
                  <a:pt x="5094" y="0"/>
                </a:lnTo>
                <a:lnTo>
                  <a:pt x="7650" y="0"/>
                </a:lnTo>
                <a:lnTo>
                  <a:pt x="10217" y="0"/>
                </a:lnTo>
                <a:lnTo>
                  <a:pt x="12794" y="0"/>
                </a:lnTo>
                <a:lnTo>
                  <a:pt x="15386" y="0"/>
                </a:lnTo>
                <a:lnTo>
                  <a:pt x="18000" y="0"/>
                </a:lnTo>
                <a:lnTo>
                  <a:pt x="18432" y="3084"/>
                </a:lnTo>
                <a:lnTo>
                  <a:pt x="18648" y="5301"/>
                </a:lnTo>
                <a:lnTo>
                  <a:pt x="18648" y="7271"/>
                </a:lnTo>
                <a:lnTo>
                  <a:pt x="18432" y="9616"/>
                </a:lnTo>
                <a:lnTo>
                  <a:pt x="18000" y="12960"/>
                </a:lnTo>
                <a:lnTo>
                  <a:pt x="15638" y="14157"/>
                </a:lnTo>
                <a:lnTo>
                  <a:pt x="13316" y="15068"/>
                </a:lnTo>
                <a:lnTo>
                  <a:pt x="10994" y="15768"/>
                </a:lnTo>
                <a:lnTo>
                  <a:pt x="8629" y="16321"/>
                </a:lnTo>
                <a:lnTo>
                  <a:pt x="6181" y="16805"/>
                </a:lnTo>
                <a:lnTo>
                  <a:pt x="3600" y="17280"/>
                </a:lnTo>
                <a:lnTo>
                  <a:pt x="6145" y="17280"/>
                </a:lnTo>
                <a:lnTo>
                  <a:pt x="8694" y="17280"/>
                </a:lnTo>
                <a:lnTo>
                  <a:pt x="11250" y="17280"/>
                </a:lnTo>
                <a:lnTo>
                  <a:pt x="13817" y="17280"/>
                </a:lnTo>
                <a:lnTo>
                  <a:pt x="16394" y="17280"/>
                </a:lnTo>
                <a:lnTo>
                  <a:pt x="18986" y="17280"/>
                </a:lnTo>
                <a:lnTo>
                  <a:pt x="21600" y="17280"/>
                </a:lnTo>
                <a:lnTo>
                  <a:pt x="21600" y="19423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CE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3" name="contour_12021"/>
          <p:cNvSpPr/>
          <p:nvPr/>
        </p:nvSpPr>
        <p:spPr>
          <a:xfrm>
            <a:off x="1169165" y="4924277"/>
            <a:ext cx="36440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6"/>
                </a:lnTo>
                <a:lnTo>
                  <a:pt x="8506" y="150"/>
                </a:lnTo>
                <a:lnTo>
                  <a:pt x="11007" y="0"/>
                </a:lnTo>
                <a:lnTo>
                  <a:pt x="12986" y="150"/>
                </a:lnTo>
                <a:lnTo>
                  <a:pt x="14917" y="596"/>
                </a:lnTo>
                <a:lnTo>
                  <a:pt x="17280" y="1337"/>
                </a:lnTo>
                <a:lnTo>
                  <a:pt x="18325" y="3801"/>
                </a:lnTo>
                <a:lnTo>
                  <a:pt x="19176" y="6273"/>
                </a:lnTo>
                <a:lnTo>
                  <a:pt x="19855" y="8758"/>
                </a:lnTo>
                <a:lnTo>
                  <a:pt x="20390" y="11262"/>
                </a:lnTo>
                <a:lnTo>
                  <a:pt x="20805" y="13795"/>
                </a:lnTo>
                <a:lnTo>
                  <a:pt x="21129" y="16356"/>
                </a:lnTo>
                <a:lnTo>
                  <a:pt x="21384" y="18954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8921"/>
                </a:lnTo>
                <a:lnTo>
                  <a:pt x="8640" y="16226"/>
                </a:lnTo>
                <a:lnTo>
                  <a:pt x="8640" y="13495"/>
                </a:lnTo>
                <a:lnTo>
                  <a:pt x="5784" y="13495"/>
                </a:lnTo>
                <a:lnTo>
                  <a:pt x="2912" y="13495"/>
                </a:lnTo>
                <a:lnTo>
                  <a:pt x="0" y="13495"/>
                </a:lnTo>
                <a:lnTo>
                  <a:pt x="0" y="11088"/>
                </a:lnTo>
                <a:lnTo>
                  <a:pt x="0" y="8672"/>
                </a:lnTo>
                <a:lnTo>
                  <a:pt x="0" y="6249"/>
                </a:lnTo>
                <a:lnTo>
                  <a:pt x="0" y="3805"/>
                </a:lnTo>
                <a:lnTo>
                  <a:pt x="0" y="1337"/>
                </a:lnTo>
                <a:close/>
              </a:path>
            </a:pathLst>
          </a:custGeom>
          <a:solidFill>
            <a:srgbClr val="E3E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4" name="contour_12022"/>
          <p:cNvSpPr/>
          <p:nvPr/>
        </p:nvSpPr>
        <p:spPr>
          <a:xfrm>
            <a:off x="7611750" y="490481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2560" y="1912"/>
                </a:lnTo>
                <a:lnTo>
                  <a:pt x="14202" y="3888"/>
                </a:lnTo>
                <a:lnTo>
                  <a:pt x="15746" y="5911"/>
                </a:lnTo>
                <a:lnTo>
                  <a:pt x="17233" y="7985"/>
                </a:lnTo>
                <a:lnTo>
                  <a:pt x="18684" y="10094"/>
                </a:lnTo>
                <a:lnTo>
                  <a:pt x="20128" y="12236"/>
                </a:lnTo>
                <a:lnTo>
                  <a:pt x="21600" y="14400"/>
                </a:lnTo>
                <a:lnTo>
                  <a:pt x="19372" y="15293"/>
                </a:lnTo>
                <a:lnTo>
                  <a:pt x="17143" y="16182"/>
                </a:lnTo>
                <a:lnTo>
                  <a:pt x="14908" y="17078"/>
                </a:lnTo>
                <a:lnTo>
                  <a:pt x="12668" y="17971"/>
                </a:lnTo>
                <a:lnTo>
                  <a:pt x="10418" y="18871"/>
                </a:lnTo>
                <a:lnTo>
                  <a:pt x="8158" y="19775"/>
                </a:lnTo>
                <a:lnTo>
                  <a:pt x="5886" y="20686"/>
                </a:lnTo>
                <a:lnTo>
                  <a:pt x="3600" y="21600"/>
                </a:lnTo>
                <a:lnTo>
                  <a:pt x="2556" y="17064"/>
                </a:lnTo>
                <a:lnTo>
                  <a:pt x="1764" y="13604"/>
                </a:lnTo>
                <a:lnTo>
                  <a:pt x="1184" y="11009"/>
                </a:lnTo>
                <a:lnTo>
                  <a:pt x="778" y="9065"/>
                </a:lnTo>
                <a:lnTo>
                  <a:pt x="497" y="7564"/>
                </a:lnTo>
                <a:lnTo>
                  <a:pt x="302" y="6293"/>
                </a:lnTo>
                <a:lnTo>
                  <a:pt x="151" y="5044"/>
                </a:lnTo>
                <a:lnTo>
                  <a:pt x="0" y="3600"/>
                </a:lnTo>
                <a:lnTo>
                  <a:pt x="1786" y="1814"/>
                </a:lnTo>
                <a:lnTo>
                  <a:pt x="3600" y="0"/>
                </a:lnTo>
                <a:close/>
              </a:path>
            </a:pathLst>
          </a:custGeom>
          <a:solidFill>
            <a:srgbClr val="A08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5" name="contour_12023"/>
          <p:cNvSpPr/>
          <p:nvPr/>
        </p:nvSpPr>
        <p:spPr>
          <a:xfrm>
            <a:off x="1263909" y="4912106"/>
            <a:ext cx="65592" cy="37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41" y="2061"/>
                </a:lnTo>
                <a:lnTo>
                  <a:pt x="20479" y="4121"/>
                </a:lnTo>
                <a:lnTo>
                  <a:pt x="19915" y="6177"/>
                </a:lnTo>
                <a:lnTo>
                  <a:pt x="19349" y="8234"/>
                </a:lnTo>
                <a:lnTo>
                  <a:pt x="18720" y="10528"/>
                </a:lnTo>
                <a:lnTo>
                  <a:pt x="18084" y="12861"/>
                </a:lnTo>
                <a:lnTo>
                  <a:pt x="17304" y="15316"/>
                </a:lnTo>
                <a:lnTo>
                  <a:pt x="16661" y="17007"/>
                </a:lnTo>
                <a:lnTo>
                  <a:pt x="15806" y="18724"/>
                </a:lnTo>
                <a:lnTo>
                  <a:pt x="14400" y="21243"/>
                </a:lnTo>
                <a:lnTo>
                  <a:pt x="12718" y="21447"/>
                </a:lnTo>
                <a:lnTo>
                  <a:pt x="11494" y="21562"/>
                </a:lnTo>
                <a:lnTo>
                  <a:pt x="10375" y="21600"/>
                </a:lnTo>
                <a:lnTo>
                  <a:pt x="9012" y="21579"/>
                </a:lnTo>
                <a:lnTo>
                  <a:pt x="7051" y="21507"/>
                </a:lnTo>
                <a:lnTo>
                  <a:pt x="5734" y="21468"/>
                </a:lnTo>
                <a:lnTo>
                  <a:pt x="4409" y="21430"/>
                </a:lnTo>
                <a:lnTo>
                  <a:pt x="3065" y="21392"/>
                </a:lnTo>
                <a:lnTo>
                  <a:pt x="1543" y="21320"/>
                </a:lnTo>
                <a:lnTo>
                  <a:pt x="0" y="21243"/>
                </a:lnTo>
                <a:lnTo>
                  <a:pt x="1138" y="19595"/>
                </a:lnTo>
                <a:lnTo>
                  <a:pt x="2278" y="17946"/>
                </a:lnTo>
                <a:lnTo>
                  <a:pt x="3418" y="16298"/>
                </a:lnTo>
                <a:lnTo>
                  <a:pt x="4558" y="14654"/>
                </a:lnTo>
                <a:lnTo>
                  <a:pt x="5700" y="13009"/>
                </a:lnTo>
                <a:lnTo>
                  <a:pt x="6758" y="11480"/>
                </a:lnTo>
                <a:lnTo>
                  <a:pt x="7826" y="9942"/>
                </a:lnTo>
                <a:lnTo>
                  <a:pt x="8906" y="8383"/>
                </a:lnTo>
                <a:lnTo>
                  <a:pt x="10546" y="6233"/>
                </a:lnTo>
                <a:lnTo>
                  <a:pt x="12022" y="4444"/>
                </a:lnTo>
                <a:lnTo>
                  <a:pt x="13406" y="2991"/>
                </a:lnTo>
                <a:lnTo>
                  <a:pt x="14774" y="1857"/>
                </a:lnTo>
                <a:lnTo>
                  <a:pt x="16205" y="1011"/>
                </a:lnTo>
                <a:lnTo>
                  <a:pt x="17767" y="433"/>
                </a:lnTo>
                <a:lnTo>
                  <a:pt x="19541" y="106"/>
                </a:lnTo>
                <a:lnTo>
                  <a:pt x="21600" y="0"/>
                </a:lnTo>
                <a:close/>
              </a:path>
            </a:pathLst>
          </a:custGeom>
          <a:solidFill>
            <a:srgbClr val="6C52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6" name="contour_12024"/>
          <p:cNvSpPr/>
          <p:nvPr/>
        </p:nvSpPr>
        <p:spPr>
          <a:xfrm>
            <a:off x="3960466" y="489753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9418" y="12960"/>
                </a:lnTo>
                <a:lnTo>
                  <a:pt x="17234" y="12960"/>
                </a:lnTo>
                <a:lnTo>
                  <a:pt x="15043" y="12960"/>
                </a:lnTo>
                <a:lnTo>
                  <a:pt x="12843" y="12960"/>
                </a:lnTo>
                <a:lnTo>
                  <a:pt x="10633" y="12960"/>
                </a:lnTo>
                <a:lnTo>
                  <a:pt x="8412" y="12960"/>
                </a:lnTo>
                <a:lnTo>
                  <a:pt x="6171" y="12960"/>
                </a:lnTo>
                <a:lnTo>
                  <a:pt x="6171" y="15816"/>
                </a:lnTo>
                <a:lnTo>
                  <a:pt x="6171" y="18688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736C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7" name="contour_12025"/>
          <p:cNvSpPr/>
          <p:nvPr/>
        </p:nvSpPr>
        <p:spPr>
          <a:xfrm>
            <a:off x="4667401" y="4890242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288" y="297"/>
                </a:lnTo>
                <a:lnTo>
                  <a:pt x="5875" y="616"/>
                </a:lnTo>
                <a:lnTo>
                  <a:pt x="7463" y="956"/>
                </a:lnTo>
                <a:lnTo>
                  <a:pt x="9048" y="1312"/>
                </a:lnTo>
                <a:lnTo>
                  <a:pt x="10633" y="1685"/>
                </a:lnTo>
                <a:lnTo>
                  <a:pt x="12107" y="2003"/>
                </a:lnTo>
                <a:lnTo>
                  <a:pt x="13589" y="2317"/>
                </a:lnTo>
                <a:lnTo>
                  <a:pt x="15093" y="2635"/>
                </a:lnTo>
                <a:lnTo>
                  <a:pt x="16351" y="3548"/>
                </a:lnTo>
                <a:lnTo>
                  <a:pt x="17617" y="4466"/>
                </a:lnTo>
                <a:lnTo>
                  <a:pt x="18900" y="5400"/>
                </a:lnTo>
                <a:lnTo>
                  <a:pt x="19435" y="8608"/>
                </a:lnTo>
                <a:lnTo>
                  <a:pt x="19972" y="11826"/>
                </a:lnTo>
                <a:lnTo>
                  <a:pt x="20509" y="15055"/>
                </a:lnTo>
                <a:lnTo>
                  <a:pt x="21052" y="1831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445" y="18036"/>
                </a:lnTo>
                <a:lnTo>
                  <a:pt x="891" y="14467"/>
                </a:lnTo>
                <a:lnTo>
                  <a:pt x="1339" y="10881"/>
                </a:lnTo>
                <a:lnTo>
                  <a:pt x="1790" y="7279"/>
                </a:lnTo>
                <a:lnTo>
                  <a:pt x="2244" y="3656"/>
                </a:lnTo>
                <a:lnTo>
                  <a:pt x="2700" y="0"/>
                </a:lnTo>
                <a:close/>
              </a:path>
            </a:pathLst>
          </a:custGeom>
          <a:solidFill>
            <a:srgbClr val="DFC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8" name="contour_12026"/>
          <p:cNvSpPr/>
          <p:nvPr/>
        </p:nvSpPr>
        <p:spPr>
          <a:xfrm>
            <a:off x="4243058" y="4868378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2088" y="242"/>
                </a:lnTo>
                <a:lnTo>
                  <a:pt x="3171" y="467"/>
                </a:lnTo>
                <a:lnTo>
                  <a:pt x="4419" y="730"/>
                </a:lnTo>
                <a:lnTo>
                  <a:pt x="6073" y="1076"/>
                </a:lnTo>
                <a:lnTo>
                  <a:pt x="8375" y="1555"/>
                </a:lnTo>
                <a:lnTo>
                  <a:pt x="11567" y="2225"/>
                </a:lnTo>
                <a:lnTo>
                  <a:pt x="15895" y="3128"/>
                </a:lnTo>
                <a:lnTo>
                  <a:pt x="21600" y="4320"/>
                </a:lnTo>
                <a:lnTo>
                  <a:pt x="20918" y="7171"/>
                </a:lnTo>
                <a:lnTo>
                  <a:pt x="20236" y="10027"/>
                </a:lnTo>
                <a:lnTo>
                  <a:pt x="19550" y="12895"/>
                </a:lnTo>
                <a:lnTo>
                  <a:pt x="18859" y="15777"/>
                </a:lnTo>
                <a:lnTo>
                  <a:pt x="18165" y="18675"/>
                </a:lnTo>
                <a:lnTo>
                  <a:pt x="17466" y="21600"/>
                </a:lnTo>
                <a:lnTo>
                  <a:pt x="12534" y="20948"/>
                </a:lnTo>
                <a:lnTo>
                  <a:pt x="9086" y="20425"/>
                </a:lnTo>
                <a:lnTo>
                  <a:pt x="6660" y="19920"/>
                </a:lnTo>
                <a:lnTo>
                  <a:pt x="4795" y="19306"/>
                </a:lnTo>
                <a:lnTo>
                  <a:pt x="3043" y="18468"/>
                </a:lnTo>
                <a:lnTo>
                  <a:pt x="930" y="17280"/>
                </a:lnTo>
                <a:lnTo>
                  <a:pt x="298" y="14282"/>
                </a:lnTo>
                <a:lnTo>
                  <a:pt x="12" y="11478"/>
                </a:lnTo>
                <a:lnTo>
                  <a:pt x="0" y="8761"/>
                </a:lnTo>
                <a:lnTo>
                  <a:pt x="198" y="6018"/>
                </a:lnTo>
                <a:lnTo>
                  <a:pt x="533" y="3132"/>
                </a:lnTo>
                <a:lnTo>
                  <a:pt x="930" y="0"/>
                </a:lnTo>
                <a:close/>
              </a:path>
            </a:pathLst>
          </a:custGeom>
          <a:solidFill>
            <a:srgbClr val="968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29" name="contour_12027"/>
          <p:cNvSpPr/>
          <p:nvPr/>
        </p:nvSpPr>
        <p:spPr>
          <a:xfrm>
            <a:off x="10935074" y="4831938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61" y="569"/>
                </a:lnTo>
                <a:lnTo>
                  <a:pt x="2498" y="1040"/>
                </a:lnTo>
                <a:lnTo>
                  <a:pt x="3393" y="1588"/>
                </a:lnTo>
                <a:lnTo>
                  <a:pt x="4430" y="2383"/>
                </a:lnTo>
                <a:lnTo>
                  <a:pt x="5891" y="3600"/>
                </a:lnTo>
                <a:lnTo>
                  <a:pt x="5979" y="6354"/>
                </a:lnTo>
                <a:lnTo>
                  <a:pt x="6024" y="8291"/>
                </a:lnTo>
                <a:lnTo>
                  <a:pt x="6024" y="9932"/>
                </a:lnTo>
                <a:lnTo>
                  <a:pt x="5979" y="11797"/>
                </a:lnTo>
                <a:lnTo>
                  <a:pt x="5891" y="14400"/>
                </a:lnTo>
                <a:lnTo>
                  <a:pt x="7102" y="14274"/>
                </a:lnTo>
                <a:lnTo>
                  <a:pt x="8330" y="14148"/>
                </a:lnTo>
                <a:lnTo>
                  <a:pt x="9390" y="14083"/>
                </a:lnTo>
                <a:lnTo>
                  <a:pt x="10456" y="14018"/>
                </a:lnTo>
                <a:lnTo>
                  <a:pt x="11536" y="13950"/>
                </a:lnTo>
                <a:lnTo>
                  <a:pt x="12004" y="13910"/>
                </a:lnTo>
                <a:lnTo>
                  <a:pt x="12826" y="13846"/>
                </a:lnTo>
                <a:lnTo>
                  <a:pt x="14712" y="13698"/>
                </a:lnTo>
                <a:lnTo>
                  <a:pt x="16312" y="14227"/>
                </a:lnTo>
                <a:lnTo>
                  <a:pt x="17594" y="15001"/>
                </a:lnTo>
                <a:lnTo>
                  <a:pt x="18662" y="16074"/>
                </a:lnTo>
                <a:lnTo>
                  <a:pt x="19617" y="17492"/>
                </a:lnTo>
                <a:lnTo>
                  <a:pt x="20563" y="19318"/>
                </a:lnTo>
                <a:lnTo>
                  <a:pt x="21600" y="21600"/>
                </a:lnTo>
                <a:lnTo>
                  <a:pt x="18869" y="21485"/>
                </a:lnTo>
                <a:lnTo>
                  <a:pt x="16544" y="21380"/>
                </a:lnTo>
                <a:lnTo>
                  <a:pt x="14576" y="21272"/>
                </a:lnTo>
                <a:lnTo>
                  <a:pt x="12917" y="21157"/>
                </a:lnTo>
                <a:lnTo>
                  <a:pt x="11517" y="21020"/>
                </a:lnTo>
                <a:lnTo>
                  <a:pt x="10333" y="20851"/>
                </a:lnTo>
                <a:lnTo>
                  <a:pt x="9310" y="20642"/>
                </a:lnTo>
                <a:lnTo>
                  <a:pt x="8404" y="20387"/>
                </a:lnTo>
                <a:lnTo>
                  <a:pt x="7566" y="20066"/>
                </a:lnTo>
                <a:lnTo>
                  <a:pt x="6749" y="19681"/>
                </a:lnTo>
                <a:lnTo>
                  <a:pt x="5901" y="19213"/>
                </a:lnTo>
                <a:lnTo>
                  <a:pt x="4978" y="18655"/>
                </a:lnTo>
                <a:lnTo>
                  <a:pt x="3927" y="18000"/>
                </a:lnTo>
                <a:lnTo>
                  <a:pt x="3008" y="15930"/>
                </a:lnTo>
                <a:lnTo>
                  <a:pt x="2246" y="13867"/>
                </a:lnTo>
                <a:lnTo>
                  <a:pt x="1628" y="11786"/>
                </a:lnTo>
                <a:lnTo>
                  <a:pt x="1129" y="9652"/>
                </a:lnTo>
                <a:lnTo>
                  <a:pt x="736" y="7438"/>
                </a:lnTo>
                <a:lnTo>
                  <a:pt x="428" y="5108"/>
                </a:lnTo>
                <a:lnTo>
                  <a:pt x="190" y="2639"/>
                </a:lnTo>
                <a:lnTo>
                  <a:pt x="0" y="0"/>
                </a:lnTo>
                <a:close/>
              </a:path>
            </a:pathLst>
          </a:custGeom>
          <a:solidFill>
            <a:srgbClr val="68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0" name="contour_12028"/>
          <p:cNvSpPr/>
          <p:nvPr/>
        </p:nvSpPr>
        <p:spPr>
          <a:xfrm>
            <a:off x="10497794" y="4810074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418"/>
                </a:lnTo>
                <a:lnTo>
                  <a:pt x="0" y="17234"/>
                </a:lnTo>
                <a:lnTo>
                  <a:pt x="0" y="15043"/>
                </a:lnTo>
                <a:lnTo>
                  <a:pt x="0" y="12843"/>
                </a:lnTo>
                <a:lnTo>
                  <a:pt x="0" y="10633"/>
                </a:lnTo>
                <a:lnTo>
                  <a:pt x="0" y="8412"/>
                </a:lnTo>
                <a:lnTo>
                  <a:pt x="0" y="6171"/>
                </a:lnTo>
                <a:lnTo>
                  <a:pt x="3208" y="6782"/>
                </a:lnTo>
                <a:lnTo>
                  <a:pt x="6426" y="7396"/>
                </a:lnTo>
                <a:lnTo>
                  <a:pt x="9655" y="8011"/>
                </a:lnTo>
                <a:lnTo>
                  <a:pt x="12911" y="8631"/>
                </a:lnTo>
                <a:lnTo>
                  <a:pt x="16200" y="9257"/>
                </a:lnTo>
                <a:lnTo>
                  <a:pt x="16200" y="7424"/>
                </a:lnTo>
                <a:lnTo>
                  <a:pt x="16200" y="5585"/>
                </a:lnTo>
                <a:lnTo>
                  <a:pt x="16200" y="3740"/>
                </a:lnTo>
                <a:lnTo>
                  <a:pt x="16200" y="1879"/>
                </a:lnTo>
                <a:lnTo>
                  <a:pt x="16200" y="0"/>
                </a:lnTo>
                <a:close/>
              </a:path>
            </a:pathLst>
          </a:custGeom>
          <a:solidFill>
            <a:srgbClr val="CDD3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1" name="contour_12029"/>
          <p:cNvSpPr/>
          <p:nvPr/>
        </p:nvSpPr>
        <p:spPr>
          <a:xfrm>
            <a:off x="11037106" y="4823288"/>
            <a:ext cx="43728" cy="305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965"/>
                </a:moveTo>
                <a:lnTo>
                  <a:pt x="18983" y="4359"/>
                </a:lnTo>
                <a:lnTo>
                  <a:pt x="19739" y="7687"/>
                </a:lnTo>
                <a:lnTo>
                  <a:pt x="20326" y="11009"/>
                </a:lnTo>
                <a:lnTo>
                  <a:pt x="20794" y="14393"/>
                </a:lnTo>
                <a:lnTo>
                  <a:pt x="21200" y="1790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536"/>
                </a:lnTo>
                <a:lnTo>
                  <a:pt x="0" y="15461"/>
                </a:lnTo>
                <a:lnTo>
                  <a:pt x="0" y="12376"/>
                </a:lnTo>
                <a:lnTo>
                  <a:pt x="0" y="9265"/>
                </a:lnTo>
                <a:lnTo>
                  <a:pt x="0" y="6124"/>
                </a:lnTo>
                <a:lnTo>
                  <a:pt x="2016" y="3983"/>
                </a:lnTo>
                <a:lnTo>
                  <a:pt x="4104" y="2332"/>
                </a:lnTo>
                <a:lnTo>
                  <a:pt x="6268" y="1140"/>
                </a:lnTo>
                <a:lnTo>
                  <a:pt x="8496" y="371"/>
                </a:lnTo>
                <a:lnTo>
                  <a:pt x="10786" y="5"/>
                </a:lnTo>
                <a:lnTo>
                  <a:pt x="13136" y="0"/>
                </a:lnTo>
                <a:lnTo>
                  <a:pt x="15541" y="330"/>
                </a:lnTo>
                <a:lnTo>
                  <a:pt x="18000" y="965"/>
                </a:lnTo>
                <a:close/>
              </a:path>
            </a:pathLst>
          </a:custGeom>
          <a:solidFill>
            <a:srgbClr val="B3B8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2" name="contour_12030"/>
          <p:cNvSpPr/>
          <p:nvPr/>
        </p:nvSpPr>
        <p:spPr>
          <a:xfrm>
            <a:off x="7189046" y="481007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05" y="1771"/>
                </a:lnTo>
                <a:lnTo>
                  <a:pt x="1224" y="3571"/>
                </a:lnTo>
                <a:lnTo>
                  <a:pt x="2405" y="5371"/>
                </a:lnTo>
                <a:lnTo>
                  <a:pt x="3600" y="7200"/>
                </a:lnTo>
                <a:lnTo>
                  <a:pt x="6156" y="7603"/>
                </a:lnTo>
                <a:lnTo>
                  <a:pt x="7967" y="7783"/>
                </a:lnTo>
                <a:lnTo>
                  <a:pt x="9904" y="7783"/>
                </a:lnTo>
                <a:lnTo>
                  <a:pt x="12823" y="7650"/>
                </a:lnTo>
                <a:lnTo>
                  <a:pt x="15289" y="7553"/>
                </a:lnTo>
                <a:lnTo>
                  <a:pt x="17788" y="7452"/>
                </a:lnTo>
                <a:lnTo>
                  <a:pt x="19681" y="7326"/>
                </a:lnTo>
                <a:lnTo>
                  <a:pt x="21600" y="7200"/>
                </a:lnTo>
                <a:lnTo>
                  <a:pt x="21600" y="9576"/>
                </a:lnTo>
                <a:lnTo>
                  <a:pt x="21600" y="11956"/>
                </a:lnTo>
                <a:lnTo>
                  <a:pt x="21600" y="14346"/>
                </a:lnTo>
                <a:lnTo>
                  <a:pt x="21600" y="16747"/>
                </a:lnTo>
                <a:lnTo>
                  <a:pt x="21600" y="19163"/>
                </a:lnTo>
                <a:lnTo>
                  <a:pt x="21600" y="21600"/>
                </a:lnTo>
                <a:lnTo>
                  <a:pt x="19224" y="20916"/>
                </a:lnTo>
                <a:lnTo>
                  <a:pt x="16891" y="20203"/>
                </a:lnTo>
                <a:lnTo>
                  <a:pt x="14598" y="19440"/>
                </a:lnTo>
                <a:lnTo>
                  <a:pt x="12341" y="18616"/>
                </a:lnTo>
                <a:lnTo>
                  <a:pt x="10116" y="17716"/>
                </a:lnTo>
                <a:lnTo>
                  <a:pt x="7920" y="16722"/>
                </a:lnTo>
                <a:lnTo>
                  <a:pt x="5749" y="15624"/>
                </a:lnTo>
                <a:lnTo>
                  <a:pt x="3600" y="14400"/>
                </a:lnTo>
                <a:lnTo>
                  <a:pt x="2426" y="11988"/>
                </a:lnTo>
                <a:lnTo>
                  <a:pt x="1580" y="9720"/>
                </a:lnTo>
                <a:lnTo>
                  <a:pt x="994" y="7495"/>
                </a:lnTo>
                <a:lnTo>
                  <a:pt x="587" y="5202"/>
                </a:lnTo>
                <a:lnTo>
                  <a:pt x="281" y="2740"/>
                </a:lnTo>
                <a:lnTo>
                  <a:pt x="0" y="0"/>
                </a:lnTo>
                <a:close/>
              </a:path>
            </a:pathLst>
          </a:custGeom>
          <a:solidFill>
            <a:srgbClr val="9676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3" name="contour_12031"/>
          <p:cNvSpPr/>
          <p:nvPr/>
        </p:nvSpPr>
        <p:spPr>
          <a:xfrm>
            <a:off x="10986090" y="480278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341" y="2315"/>
                </a:lnTo>
                <a:lnTo>
                  <a:pt x="21049" y="4601"/>
                </a:lnTo>
                <a:lnTo>
                  <a:pt x="20714" y="6865"/>
                </a:lnTo>
                <a:lnTo>
                  <a:pt x="20326" y="9115"/>
                </a:lnTo>
                <a:lnTo>
                  <a:pt x="19872" y="11347"/>
                </a:lnTo>
                <a:lnTo>
                  <a:pt x="19343" y="13568"/>
                </a:lnTo>
                <a:lnTo>
                  <a:pt x="18720" y="15786"/>
                </a:lnTo>
                <a:lnTo>
                  <a:pt x="18000" y="18000"/>
                </a:lnTo>
                <a:lnTo>
                  <a:pt x="15430" y="19541"/>
                </a:lnTo>
                <a:lnTo>
                  <a:pt x="13583" y="20498"/>
                </a:lnTo>
                <a:lnTo>
                  <a:pt x="11941" y="21046"/>
                </a:lnTo>
                <a:lnTo>
                  <a:pt x="9986" y="21355"/>
                </a:lnTo>
                <a:lnTo>
                  <a:pt x="7200" y="21600"/>
                </a:lnTo>
                <a:lnTo>
                  <a:pt x="4684" y="20912"/>
                </a:lnTo>
                <a:lnTo>
                  <a:pt x="3092" y="20308"/>
                </a:lnTo>
                <a:lnTo>
                  <a:pt x="1757" y="19451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2138" y="10800"/>
                </a:lnTo>
                <a:lnTo>
                  <a:pt x="4284" y="10800"/>
                </a:lnTo>
                <a:lnTo>
                  <a:pt x="6437" y="10800"/>
                </a:lnTo>
                <a:lnTo>
                  <a:pt x="8608" y="10800"/>
                </a:lnTo>
                <a:lnTo>
                  <a:pt x="10800" y="10800"/>
                </a:lnTo>
                <a:lnTo>
                  <a:pt x="10800" y="8662"/>
                </a:lnTo>
                <a:lnTo>
                  <a:pt x="10800" y="6516"/>
                </a:lnTo>
                <a:lnTo>
                  <a:pt x="10800" y="4363"/>
                </a:lnTo>
                <a:lnTo>
                  <a:pt x="10800" y="2192"/>
                </a:lnTo>
                <a:lnTo>
                  <a:pt x="10800" y="0"/>
                </a:lnTo>
                <a:close/>
              </a:path>
            </a:pathLst>
          </a:custGeom>
          <a:solidFill>
            <a:srgbClr val="F1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4" name="contour_12032"/>
          <p:cNvSpPr/>
          <p:nvPr/>
        </p:nvSpPr>
        <p:spPr>
          <a:xfrm>
            <a:off x="10242715" y="4815351"/>
            <a:ext cx="65592" cy="258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78"/>
                </a:moveTo>
                <a:lnTo>
                  <a:pt x="1577" y="1441"/>
                </a:lnTo>
                <a:lnTo>
                  <a:pt x="3151" y="1228"/>
                </a:lnTo>
                <a:lnTo>
                  <a:pt x="4726" y="1034"/>
                </a:lnTo>
                <a:lnTo>
                  <a:pt x="6300" y="851"/>
                </a:lnTo>
                <a:lnTo>
                  <a:pt x="7874" y="687"/>
                </a:lnTo>
                <a:lnTo>
                  <a:pt x="9451" y="535"/>
                </a:lnTo>
                <a:lnTo>
                  <a:pt x="10798" y="304"/>
                </a:lnTo>
                <a:lnTo>
                  <a:pt x="12163" y="73"/>
                </a:lnTo>
                <a:lnTo>
                  <a:pt x="13469" y="0"/>
                </a:lnTo>
                <a:lnTo>
                  <a:pt x="14486" y="49"/>
                </a:lnTo>
                <a:lnTo>
                  <a:pt x="15557" y="292"/>
                </a:lnTo>
                <a:lnTo>
                  <a:pt x="17016" y="809"/>
                </a:lnTo>
                <a:lnTo>
                  <a:pt x="19200" y="1678"/>
                </a:lnTo>
                <a:lnTo>
                  <a:pt x="20088" y="6239"/>
                </a:lnTo>
                <a:lnTo>
                  <a:pt x="20657" y="9468"/>
                </a:lnTo>
                <a:lnTo>
                  <a:pt x="21022" y="12241"/>
                </a:lnTo>
                <a:lnTo>
                  <a:pt x="21298" y="15434"/>
                </a:lnTo>
                <a:lnTo>
                  <a:pt x="21600" y="19922"/>
                </a:lnTo>
                <a:lnTo>
                  <a:pt x="20023" y="20159"/>
                </a:lnTo>
                <a:lnTo>
                  <a:pt x="18449" y="20372"/>
                </a:lnTo>
                <a:lnTo>
                  <a:pt x="16874" y="20566"/>
                </a:lnTo>
                <a:lnTo>
                  <a:pt x="15300" y="20749"/>
                </a:lnTo>
                <a:lnTo>
                  <a:pt x="13726" y="20913"/>
                </a:lnTo>
                <a:lnTo>
                  <a:pt x="12149" y="21065"/>
                </a:lnTo>
                <a:lnTo>
                  <a:pt x="11474" y="21180"/>
                </a:lnTo>
                <a:lnTo>
                  <a:pt x="9437" y="21527"/>
                </a:lnTo>
                <a:lnTo>
                  <a:pt x="8131" y="21600"/>
                </a:lnTo>
                <a:lnTo>
                  <a:pt x="7114" y="21551"/>
                </a:lnTo>
                <a:lnTo>
                  <a:pt x="6043" y="21308"/>
                </a:lnTo>
                <a:lnTo>
                  <a:pt x="4584" y="20791"/>
                </a:lnTo>
                <a:lnTo>
                  <a:pt x="2400" y="19922"/>
                </a:lnTo>
                <a:lnTo>
                  <a:pt x="1512" y="15361"/>
                </a:lnTo>
                <a:lnTo>
                  <a:pt x="943" y="12132"/>
                </a:lnTo>
                <a:lnTo>
                  <a:pt x="578" y="9359"/>
                </a:lnTo>
                <a:lnTo>
                  <a:pt x="302" y="6166"/>
                </a:lnTo>
                <a:lnTo>
                  <a:pt x="0" y="1678"/>
                </a:lnTo>
                <a:close/>
              </a:path>
            </a:pathLst>
          </a:custGeom>
          <a:solidFill>
            <a:srgbClr val="D5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5" name="contour_12033"/>
          <p:cNvSpPr/>
          <p:nvPr/>
        </p:nvSpPr>
        <p:spPr>
          <a:xfrm>
            <a:off x="7517006" y="4810074"/>
            <a:ext cx="51016" cy="401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2" y="1990"/>
                </a:lnTo>
                <a:lnTo>
                  <a:pt x="953" y="4008"/>
                </a:lnTo>
                <a:lnTo>
                  <a:pt x="1484" y="4964"/>
                </a:lnTo>
                <a:lnTo>
                  <a:pt x="3086" y="7836"/>
                </a:lnTo>
                <a:lnTo>
                  <a:pt x="5249" y="7781"/>
                </a:lnTo>
                <a:lnTo>
                  <a:pt x="6823" y="7675"/>
                </a:lnTo>
                <a:lnTo>
                  <a:pt x="8260" y="7452"/>
                </a:lnTo>
                <a:lnTo>
                  <a:pt x="10013" y="7041"/>
                </a:lnTo>
                <a:lnTo>
                  <a:pt x="12534" y="6367"/>
                </a:lnTo>
                <a:lnTo>
                  <a:pt x="14228" y="5932"/>
                </a:lnTo>
                <a:lnTo>
                  <a:pt x="15932" y="5493"/>
                </a:lnTo>
                <a:lnTo>
                  <a:pt x="17660" y="5050"/>
                </a:lnTo>
                <a:lnTo>
                  <a:pt x="18638" y="4768"/>
                </a:lnTo>
                <a:lnTo>
                  <a:pt x="21600" y="3918"/>
                </a:lnTo>
                <a:lnTo>
                  <a:pt x="20927" y="6351"/>
                </a:lnTo>
                <a:lnTo>
                  <a:pt x="20221" y="8706"/>
                </a:lnTo>
                <a:lnTo>
                  <a:pt x="19455" y="10986"/>
                </a:lnTo>
                <a:lnTo>
                  <a:pt x="18613" y="13208"/>
                </a:lnTo>
                <a:lnTo>
                  <a:pt x="17675" y="15378"/>
                </a:lnTo>
                <a:lnTo>
                  <a:pt x="16623" y="17502"/>
                </a:lnTo>
                <a:lnTo>
                  <a:pt x="15429" y="19590"/>
                </a:lnTo>
                <a:lnTo>
                  <a:pt x="13444" y="20589"/>
                </a:lnTo>
                <a:lnTo>
                  <a:pt x="11627" y="21224"/>
                </a:lnTo>
                <a:lnTo>
                  <a:pt x="9843" y="21545"/>
                </a:lnTo>
                <a:lnTo>
                  <a:pt x="7952" y="21600"/>
                </a:lnTo>
                <a:lnTo>
                  <a:pt x="5823" y="21443"/>
                </a:lnTo>
                <a:lnTo>
                  <a:pt x="3842" y="19974"/>
                </a:lnTo>
                <a:lnTo>
                  <a:pt x="2749" y="18348"/>
                </a:lnTo>
                <a:lnTo>
                  <a:pt x="1605" y="15167"/>
                </a:lnTo>
                <a:lnTo>
                  <a:pt x="1231" y="12640"/>
                </a:lnTo>
                <a:lnTo>
                  <a:pt x="904" y="10128"/>
                </a:lnTo>
                <a:lnTo>
                  <a:pt x="617" y="7613"/>
                </a:lnTo>
                <a:lnTo>
                  <a:pt x="370" y="5093"/>
                </a:lnTo>
                <a:lnTo>
                  <a:pt x="164" y="2558"/>
                </a:lnTo>
                <a:lnTo>
                  <a:pt x="0" y="0"/>
                </a:lnTo>
                <a:close/>
              </a:path>
            </a:pathLst>
          </a:custGeom>
          <a:solidFill>
            <a:srgbClr val="E9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6" name="contour_12034"/>
          <p:cNvSpPr/>
          <p:nvPr/>
        </p:nvSpPr>
        <p:spPr>
          <a:xfrm>
            <a:off x="7196334" y="4780922"/>
            <a:ext cx="36440" cy="45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680"/>
                </a:lnTo>
                <a:lnTo>
                  <a:pt x="13781" y="1364"/>
                </a:lnTo>
                <a:lnTo>
                  <a:pt x="16364" y="2047"/>
                </a:lnTo>
                <a:lnTo>
                  <a:pt x="18969" y="2737"/>
                </a:lnTo>
                <a:lnTo>
                  <a:pt x="21600" y="3435"/>
                </a:lnTo>
                <a:lnTo>
                  <a:pt x="21384" y="5677"/>
                </a:lnTo>
                <a:lnTo>
                  <a:pt x="21129" y="7879"/>
                </a:lnTo>
                <a:lnTo>
                  <a:pt x="20805" y="10050"/>
                </a:lnTo>
                <a:lnTo>
                  <a:pt x="20390" y="12196"/>
                </a:lnTo>
                <a:lnTo>
                  <a:pt x="19855" y="14319"/>
                </a:lnTo>
                <a:lnTo>
                  <a:pt x="19176" y="16424"/>
                </a:lnTo>
                <a:lnTo>
                  <a:pt x="18325" y="18519"/>
                </a:lnTo>
                <a:lnTo>
                  <a:pt x="17280" y="20607"/>
                </a:lnTo>
                <a:lnTo>
                  <a:pt x="14252" y="21281"/>
                </a:lnTo>
                <a:lnTo>
                  <a:pt x="11478" y="21586"/>
                </a:lnTo>
                <a:lnTo>
                  <a:pt x="8813" y="21600"/>
                </a:lnTo>
                <a:lnTo>
                  <a:pt x="6108" y="21390"/>
                </a:lnTo>
                <a:lnTo>
                  <a:pt x="3218" y="21037"/>
                </a:lnTo>
                <a:lnTo>
                  <a:pt x="0" y="20607"/>
                </a:lnTo>
                <a:lnTo>
                  <a:pt x="0" y="18337"/>
                </a:lnTo>
                <a:lnTo>
                  <a:pt x="0" y="16053"/>
                </a:lnTo>
                <a:lnTo>
                  <a:pt x="0" y="13738"/>
                </a:lnTo>
                <a:lnTo>
                  <a:pt x="2856" y="13738"/>
                </a:lnTo>
                <a:lnTo>
                  <a:pt x="5728" y="13738"/>
                </a:lnTo>
                <a:lnTo>
                  <a:pt x="8640" y="13738"/>
                </a:lnTo>
                <a:lnTo>
                  <a:pt x="8640" y="11471"/>
                </a:lnTo>
                <a:lnTo>
                  <a:pt x="8640" y="9201"/>
                </a:lnTo>
                <a:lnTo>
                  <a:pt x="8640" y="6921"/>
                </a:lnTo>
                <a:lnTo>
                  <a:pt x="8640" y="4630"/>
                </a:lnTo>
                <a:lnTo>
                  <a:pt x="8640" y="2325"/>
                </a:lnTo>
                <a:lnTo>
                  <a:pt x="8640" y="0"/>
                </a:lnTo>
                <a:close/>
              </a:path>
            </a:pathLst>
          </a:custGeom>
          <a:solidFill>
            <a:srgbClr val="ECDC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7" name="contour_12035"/>
          <p:cNvSpPr/>
          <p:nvPr/>
        </p:nvSpPr>
        <p:spPr>
          <a:xfrm>
            <a:off x="8151061" y="475905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4" y="781"/>
                </a:lnTo>
                <a:lnTo>
                  <a:pt x="5361" y="1562"/>
                </a:lnTo>
                <a:lnTo>
                  <a:pt x="8065" y="2351"/>
                </a:lnTo>
                <a:lnTo>
                  <a:pt x="10800" y="3150"/>
                </a:lnTo>
                <a:lnTo>
                  <a:pt x="11694" y="3409"/>
                </a:lnTo>
                <a:lnTo>
                  <a:pt x="13267" y="3870"/>
                </a:lnTo>
                <a:lnTo>
                  <a:pt x="16874" y="4921"/>
                </a:lnTo>
                <a:lnTo>
                  <a:pt x="19220" y="6052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18775" y="15746"/>
                </a:lnTo>
                <a:lnTo>
                  <a:pt x="16705" y="16614"/>
                </a:lnTo>
                <a:lnTo>
                  <a:pt x="14386" y="17392"/>
                </a:lnTo>
                <a:lnTo>
                  <a:pt x="10800" y="18450"/>
                </a:lnTo>
                <a:lnTo>
                  <a:pt x="8126" y="19231"/>
                </a:lnTo>
                <a:lnTo>
                  <a:pt x="5439" y="20012"/>
                </a:lnTo>
                <a:lnTo>
                  <a:pt x="2735" y="20801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1F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8" name="contour_12036"/>
          <p:cNvSpPr/>
          <p:nvPr/>
        </p:nvSpPr>
        <p:spPr>
          <a:xfrm>
            <a:off x="4630961" y="4773634"/>
            <a:ext cx="3765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61" y="0"/>
                </a:moveTo>
                <a:lnTo>
                  <a:pt x="10965" y="1133"/>
                </a:lnTo>
                <a:lnTo>
                  <a:pt x="13273" y="2191"/>
                </a:lnTo>
                <a:lnTo>
                  <a:pt x="15355" y="3252"/>
                </a:lnTo>
                <a:lnTo>
                  <a:pt x="17273" y="4392"/>
                </a:lnTo>
                <a:lnTo>
                  <a:pt x="19104" y="5681"/>
                </a:lnTo>
                <a:lnTo>
                  <a:pt x="20902" y="7200"/>
                </a:lnTo>
                <a:lnTo>
                  <a:pt x="21215" y="8813"/>
                </a:lnTo>
                <a:lnTo>
                  <a:pt x="21429" y="10416"/>
                </a:lnTo>
                <a:lnTo>
                  <a:pt x="21554" y="12010"/>
                </a:lnTo>
                <a:lnTo>
                  <a:pt x="21600" y="13601"/>
                </a:lnTo>
                <a:lnTo>
                  <a:pt x="21567" y="15190"/>
                </a:lnTo>
                <a:lnTo>
                  <a:pt x="21475" y="16781"/>
                </a:lnTo>
                <a:lnTo>
                  <a:pt x="21328" y="18377"/>
                </a:lnTo>
                <a:lnTo>
                  <a:pt x="21132" y="19982"/>
                </a:lnTo>
                <a:lnTo>
                  <a:pt x="20902" y="21600"/>
                </a:lnTo>
                <a:lnTo>
                  <a:pt x="18022" y="20966"/>
                </a:lnTo>
                <a:lnTo>
                  <a:pt x="15735" y="20297"/>
                </a:lnTo>
                <a:lnTo>
                  <a:pt x="13866" y="19517"/>
                </a:lnTo>
                <a:lnTo>
                  <a:pt x="12236" y="18559"/>
                </a:lnTo>
                <a:lnTo>
                  <a:pt x="10668" y="17347"/>
                </a:lnTo>
                <a:lnTo>
                  <a:pt x="8979" y="15816"/>
                </a:lnTo>
                <a:lnTo>
                  <a:pt x="7913" y="14506"/>
                </a:lnTo>
                <a:lnTo>
                  <a:pt x="6839" y="13188"/>
                </a:lnTo>
                <a:lnTo>
                  <a:pt x="5748" y="11851"/>
                </a:lnTo>
                <a:lnTo>
                  <a:pt x="4657" y="10534"/>
                </a:lnTo>
                <a:lnTo>
                  <a:pt x="3562" y="9209"/>
                </a:lnTo>
                <a:lnTo>
                  <a:pt x="2450" y="7865"/>
                </a:lnTo>
                <a:lnTo>
                  <a:pt x="1233" y="6343"/>
                </a:lnTo>
                <a:lnTo>
                  <a:pt x="0" y="4800"/>
                </a:lnTo>
                <a:lnTo>
                  <a:pt x="2763" y="4800"/>
                </a:lnTo>
                <a:lnTo>
                  <a:pt x="5543" y="4800"/>
                </a:lnTo>
                <a:lnTo>
                  <a:pt x="8361" y="4800"/>
                </a:lnTo>
                <a:lnTo>
                  <a:pt x="8361" y="3214"/>
                </a:lnTo>
                <a:lnTo>
                  <a:pt x="8361" y="1618"/>
                </a:lnTo>
                <a:lnTo>
                  <a:pt x="8361" y="0"/>
                </a:lnTo>
                <a:close/>
              </a:path>
            </a:pathLst>
          </a:custGeom>
          <a:solidFill>
            <a:srgbClr val="E5D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39" name="contour_12037"/>
          <p:cNvSpPr/>
          <p:nvPr/>
        </p:nvSpPr>
        <p:spPr>
          <a:xfrm>
            <a:off x="10184411" y="4767826"/>
            <a:ext cx="58304" cy="341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69"/>
                </a:moveTo>
                <a:lnTo>
                  <a:pt x="20363" y="5593"/>
                </a:lnTo>
                <a:lnTo>
                  <a:pt x="19121" y="7504"/>
                </a:lnTo>
                <a:lnTo>
                  <a:pt x="17871" y="9401"/>
                </a:lnTo>
                <a:lnTo>
                  <a:pt x="16618" y="11283"/>
                </a:lnTo>
                <a:lnTo>
                  <a:pt x="15358" y="13162"/>
                </a:lnTo>
                <a:lnTo>
                  <a:pt x="14197" y="14925"/>
                </a:lnTo>
                <a:lnTo>
                  <a:pt x="13028" y="16706"/>
                </a:lnTo>
                <a:lnTo>
                  <a:pt x="11845" y="18506"/>
                </a:lnTo>
                <a:lnTo>
                  <a:pt x="9982" y="20242"/>
                </a:lnTo>
                <a:lnTo>
                  <a:pt x="8621" y="21236"/>
                </a:lnTo>
                <a:lnTo>
                  <a:pt x="7366" y="21600"/>
                </a:lnTo>
                <a:lnTo>
                  <a:pt x="5824" y="21457"/>
                </a:lnTo>
                <a:lnTo>
                  <a:pt x="3596" y="20914"/>
                </a:lnTo>
                <a:lnTo>
                  <a:pt x="2408" y="19782"/>
                </a:lnTo>
                <a:lnTo>
                  <a:pt x="1212" y="18640"/>
                </a:lnTo>
                <a:lnTo>
                  <a:pt x="0" y="17480"/>
                </a:lnTo>
                <a:lnTo>
                  <a:pt x="0" y="14437"/>
                </a:lnTo>
                <a:lnTo>
                  <a:pt x="0" y="11375"/>
                </a:lnTo>
                <a:lnTo>
                  <a:pt x="0" y="8273"/>
                </a:lnTo>
                <a:lnTo>
                  <a:pt x="1720" y="5833"/>
                </a:lnTo>
                <a:lnTo>
                  <a:pt x="3429" y="3858"/>
                </a:lnTo>
                <a:lnTo>
                  <a:pt x="5133" y="2320"/>
                </a:lnTo>
                <a:lnTo>
                  <a:pt x="6839" y="1192"/>
                </a:lnTo>
                <a:lnTo>
                  <a:pt x="8559" y="451"/>
                </a:lnTo>
                <a:lnTo>
                  <a:pt x="10298" y="60"/>
                </a:lnTo>
                <a:lnTo>
                  <a:pt x="12064" y="0"/>
                </a:lnTo>
                <a:lnTo>
                  <a:pt x="13867" y="244"/>
                </a:lnTo>
                <a:lnTo>
                  <a:pt x="15714" y="760"/>
                </a:lnTo>
                <a:lnTo>
                  <a:pt x="17615" y="1519"/>
                </a:lnTo>
                <a:lnTo>
                  <a:pt x="19572" y="2500"/>
                </a:lnTo>
                <a:lnTo>
                  <a:pt x="21600" y="3669"/>
                </a:lnTo>
                <a:close/>
              </a:path>
            </a:pathLst>
          </a:custGeom>
          <a:solidFill>
            <a:srgbClr val="595C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0" name="contour_12038"/>
          <p:cNvSpPr/>
          <p:nvPr/>
        </p:nvSpPr>
        <p:spPr>
          <a:xfrm>
            <a:off x="1941692" y="4759058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804" y="613"/>
                </a:lnTo>
                <a:lnTo>
                  <a:pt x="18900" y="1096"/>
                </a:lnTo>
                <a:lnTo>
                  <a:pt x="19996" y="1709"/>
                </a:lnTo>
                <a:lnTo>
                  <a:pt x="21600" y="2700"/>
                </a:lnTo>
                <a:lnTo>
                  <a:pt x="21600" y="4485"/>
                </a:lnTo>
                <a:lnTo>
                  <a:pt x="21600" y="6280"/>
                </a:lnTo>
                <a:lnTo>
                  <a:pt x="21600" y="8100"/>
                </a:lnTo>
                <a:lnTo>
                  <a:pt x="19818" y="8100"/>
                </a:lnTo>
                <a:lnTo>
                  <a:pt x="18033" y="8100"/>
                </a:lnTo>
                <a:lnTo>
                  <a:pt x="16240" y="8100"/>
                </a:lnTo>
                <a:lnTo>
                  <a:pt x="14440" y="8100"/>
                </a:lnTo>
                <a:lnTo>
                  <a:pt x="12628" y="8100"/>
                </a:lnTo>
                <a:lnTo>
                  <a:pt x="10800" y="8100"/>
                </a:lnTo>
                <a:lnTo>
                  <a:pt x="10800" y="10009"/>
                </a:lnTo>
                <a:lnTo>
                  <a:pt x="10800" y="11920"/>
                </a:lnTo>
                <a:lnTo>
                  <a:pt x="10800" y="13838"/>
                </a:lnTo>
                <a:lnTo>
                  <a:pt x="10800" y="15763"/>
                </a:lnTo>
                <a:lnTo>
                  <a:pt x="10800" y="17696"/>
                </a:lnTo>
                <a:lnTo>
                  <a:pt x="10800" y="19640"/>
                </a:lnTo>
                <a:lnTo>
                  <a:pt x="10800" y="21600"/>
                </a:lnTo>
                <a:lnTo>
                  <a:pt x="9442" y="20342"/>
                </a:lnTo>
                <a:lnTo>
                  <a:pt x="8089" y="19081"/>
                </a:lnTo>
                <a:lnTo>
                  <a:pt x="6742" y="17812"/>
                </a:lnTo>
                <a:lnTo>
                  <a:pt x="5400" y="16538"/>
                </a:lnTo>
                <a:lnTo>
                  <a:pt x="4396" y="15598"/>
                </a:lnTo>
                <a:lnTo>
                  <a:pt x="3386" y="14650"/>
                </a:lnTo>
                <a:lnTo>
                  <a:pt x="2362" y="13689"/>
                </a:lnTo>
                <a:lnTo>
                  <a:pt x="1210" y="12236"/>
                </a:lnTo>
                <a:lnTo>
                  <a:pt x="510" y="11078"/>
                </a:lnTo>
                <a:lnTo>
                  <a:pt x="151" y="9817"/>
                </a:lnTo>
                <a:lnTo>
                  <a:pt x="19" y="8060"/>
                </a:lnTo>
                <a:lnTo>
                  <a:pt x="0" y="5400"/>
                </a:lnTo>
                <a:lnTo>
                  <a:pt x="1782" y="5400"/>
                </a:lnTo>
                <a:lnTo>
                  <a:pt x="3567" y="5400"/>
                </a:lnTo>
                <a:lnTo>
                  <a:pt x="5351" y="5400"/>
                </a:lnTo>
                <a:lnTo>
                  <a:pt x="7141" y="5400"/>
                </a:lnTo>
                <a:lnTo>
                  <a:pt x="8937" y="5400"/>
                </a:lnTo>
                <a:lnTo>
                  <a:pt x="10741" y="5400"/>
                </a:lnTo>
                <a:lnTo>
                  <a:pt x="12550" y="5400"/>
                </a:lnTo>
                <a:lnTo>
                  <a:pt x="14369" y="5400"/>
                </a:lnTo>
                <a:lnTo>
                  <a:pt x="16200" y="5400"/>
                </a:lnTo>
                <a:lnTo>
                  <a:pt x="16200" y="3615"/>
                </a:lnTo>
                <a:lnTo>
                  <a:pt x="16200" y="1820"/>
                </a:lnTo>
                <a:lnTo>
                  <a:pt x="16200" y="0"/>
                </a:lnTo>
                <a:close/>
              </a:path>
            </a:pathLst>
          </a:custGeom>
          <a:solidFill>
            <a:srgbClr val="6362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1" name="contour_12039"/>
          <p:cNvSpPr/>
          <p:nvPr/>
        </p:nvSpPr>
        <p:spPr>
          <a:xfrm>
            <a:off x="4740281" y="4737194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6875" y="535"/>
                </a:lnTo>
                <a:lnTo>
                  <a:pt x="18046" y="1072"/>
                </a:lnTo>
                <a:lnTo>
                  <a:pt x="19220" y="1609"/>
                </a:lnTo>
                <a:lnTo>
                  <a:pt x="20404" y="2152"/>
                </a:lnTo>
                <a:lnTo>
                  <a:pt x="21600" y="2700"/>
                </a:lnTo>
                <a:lnTo>
                  <a:pt x="20447" y="5913"/>
                </a:lnTo>
                <a:lnTo>
                  <a:pt x="19456" y="8640"/>
                </a:lnTo>
                <a:lnTo>
                  <a:pt x="18592" y="10932"/>
                </a:lnTo>
                <a:lnTo>
                  <a:pt x="17824" y="12836"/>
                </a:lnTo>
                <a:lnTo>
                  <a:pt x="17125" y="14399"/>
                </a:lnTo>
                <a:lnTo>
                  <a:pt x="16459" y="15673"/>
                </a:lnTo>
                <a:lnTo>
                  <a:pt x="15799" y="16708"/>
                </a:lnTo>
                <a:lnTo>
                  <a:pt x="15110" y="17547"/>
                </a:lnTo>
                <a:lnTo>
                  <a:pt x="14364" y="18247"/>
                </a:lnTo>
                <a:lnTo>
                  <a:pt x="13526" y="18849"/>
                </a:lnTo>
                <a:lnTo>
                  <a:pt x="12567" y="19405"/>
                </a:lnTo>
                <a:lnTo>
                  <a:pt x="11458" y="19966"/>
                </a:lnTo>
                <a:lnTo>
                  <a:pt x="10164" y="20577"/>
                </a:lnTo>
                <a:lnTo>
                  <a:pt x="8887" y="20798"/>
                </a:lnTo>
                <a:lnTo>
                  <a:pt x="7619" y="20992"/>
                </a:lnTo>
                <a:lnTo>
                  <a:pt x="6354" y="21165"/>
                </a:lnTo>
                <a:lnTo>
                  <a:pt x="5092" y="21311"/>
                </a:lnTo>
                <a:lnTo>
                  <a:pt x="3829" y="21427"/>
                </a:lnTo>
                <a:lnTo>
                  <a:pt x="2561" y="21516"/>
                </a:lnTo>
                <a:lnTo>
                  <a:pt x="1284" y="21573"/>
                </a:lnTo>
                <a:lnTo>
                  <a:pt x="0" y="21600"/>
                </a:lnTo>
                <a:lnTo>
                  <a:pt x="2596" y="19815"/>
                </a:lnTo>
                <a:lnTo>
                  <a:pt x="4573" y="18460"/>
                </a:lnTo>
                <a:lnTo>
                  <a:pt x="6046" y="17461"/>
                </a:lnTo>
                <a:lnTo>
                  <a:pt x="7134" y="16737"/>
                </a:lnTo>
                <a:lnTo>
                  <a:pt x="7949" y="16216"/>
                </a:lnTo>
                <a:lnTo>
                  <a:pt x="8613" y="15822"/>
                </a:lnTo>
                <a:lnTo>
                  <a:pt x="9237" y="15476"/>
                </a:lnTo>
                <a:lnTo>
                  <a:pt x="9940" y="15104"/>
                </a:lnTo>
                <a:lnTo>
                  <a:pt x="11063" y="13964"/>
                </a:lnTo>
                <a:lnTo>
                  <a:pt x="11907" y="12763"/>
                </a:lnTo>
                <a:lnTo>
                  <a:pt x="12550" y="11462"/>
                </a:lnTo>
                <a:lnTo>
                  <a:pt x="13060" y="10025"/>
                </a:lnTo>
                <a:lnTo>
                  <a:pt x="13516" y="8411"/>
                </a:lnTo>
                <a:lnTo>
                  <a:pt x="13991" y="6583"/>
                </a:lnTo>
                <a:lnTo>
                  <a:pt x="14321" y="5351"/>
                </a:lnTo>
                <a:lnTo>
                  <a:pt x="14653" y="4112"/>
                </a:lnTo>
                <a:lnTo>
                  <a:pt x="14988" y="2859"/>
                </a:lnTo>
                <a:lnTo>
                  <a:pt x="15346" y="1439"/>
                </a:lnTo>
                <a:lnTo>
                  <a:pt x="15709" y="0"/>
                </a:lnTo>
                <a:close/>
              </a:path>
            </a:pathLst>
          </a:custGeom>
          <a:solidFill>
            <a:srgbClr val="594C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2" name="contour_12040"/>
          <p:cNvSpPr/>
          <p:nvPr/>
        </p:nvSpPr>
        <p:spPr>
          <a:xfrm>
            <a:off x="10126107" y="475905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400" y="2566"/>
                </a:lnTo>
                <a:lnTo>
                  <a:pt x="14400" y="5141"/>
                </a:lnTo>
                <a:lnTo>
                  <a:pt x="14400" y="7724"/>
                </a:lnTo>
                <a:lnTo>
                  <a:pt x="14400" y="10329"/>
                </a:lnTo>
                <a:lnTo>
                  <a:pt x="14400" y="12960"/>
                </a:lnTo>
                <a:lnTo>
                  <a:pt x="16780" y="12960"/>
                </a:lnTo>
                <a:lnTo>
                  <a:pt x="19174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18744"/>
                </a:lnTo>
                <a:lnTo>
                  <a:pt x="7200" y="15872"/>
                </a:lnTo>
                <a:lnTo>
                  <a:pt x="7200" y="12960"/>
                </a:lnTo>
                <a:lnTo>
                  <a:pt x="4820" y="12960"/>
                </a:lnTo>
                <a:lnTo>
                  <a:pt x="2426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4F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3" name="contour_12041"/>
          <p:cNvSpPr/>
          <p:nvPr/>
        </p:nvSpPr>
        <p:spPr>
          <a:xfrm>
            <a:off x="11516590" y="4744482"/>
            <a:ext cx="81691" cy="530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3" y="0"/>
                </a:moveTo>
                <a:lnTo>
                  <a:pt x="761" y="1238"/>
                </a:lnTo>
                <a:lnTo>
                  <a:pt x="1125" y="2494"/>
                </a:lnTo>
                <a:lnTo>
                  <a:pt x="1873" y="4471"/>
                </a:lnTo>
                <a:lnTo>
                  <a:pt x="2632" y="6309"/>
                </a:lnTo>
                <a:lnTo>
                  <a:pt x="3442" y="7987"/>
                </a:lnTo>
                <a:lnTo>
                  <a:pt x="4342" y="9489"/>
                </a:lnTo>
                <a:lnTo>
                  <a:pt x="5371" y="10793"/>
                </a:lnTo>
                <a:lnTo>
                  <a:pt x="6567" y="11879"/>
                </a:lnTo>
                <a:lnTo>
                  <a:pt x="7970" y="12731"/>
                </a:lnTo>
                <a:lnTo>
                  <a:pt x="9323" y="13103"/>
                </a:lnTo>
                <a:lnTo>
                  <a:pt x="10680" y="13426"/>
                </a:lnTo>
                <a:lnTo>
                  <a:pt x="12036" y="13708"/>
                </a:lnTo>
                <a:lnTo>
                  <a:pt x="13397" y="13949"/>
                </a:lnTo>
                <a:lnTo>
                  <a:pt x="14759" y="14160"/>
                </a:lnTo>
                <a:lnTo>
                  <a:pt x="16123" y="14338"/>
                </a:lnTo>
                <a:lnTo>
                  <a:pt x="17490" y="14489"/>
                </a:lnTo>
                <a:lnTo>
                  <a:pt x="18858" y="14623"/>
                </a:lnTo>
                <a:lnTo>
                  <a:pt x="20228" y="14741"/>
                </a:lnTo>
                <a:lnTo>
                  <a:pt x="21600" y="14845"/>
                </a:lnTo>
                <a:lnTo>
                  <a:pt x="19463" y="16713"/>
                </a:lnTo>
                <a:lnTo>
                  <a:pt x="17690" y="18236"/>
                </a:lnTo>
                <a:lnTo>
                  <a:pt x="16222" y="19439"/>
                </a:lnTo>
                <a:lnTo>
                  <a:pt x="14996" y="20347"/>
                </a:lnTo>
                <a:lnTo>
                  <a:pt x="13952" y="20991"/>
                </a:lnTo>
                <a:lnTo>
                  <a:pt x="13031" y="21398"/>
                </a:lnTo>
                <a:lnTo>
                  <a:pt x="12167" y="21591"/>
                </a:lnTo>
                <a:lnTo>
                  <a:pt x="11306" y="21600"/>
                </a:lnTo>
                <a:lnTo>
                  <a:pt x="10383" y="21452"/>
                </a:lnTo>
                <a:lnTo>
                  <a:pt x="9338" y="21169"/>
                </a:lnTo>
                <a:lnTo>
                  <a:pt x="8111" y="20784"/>
                </a:lnTo>
                <a:lnTo>
                  <a:pt x="6839" y="19765"/>
                </a:lnTo>
                <a:lnTo>
                  <a:pt x="5635" y="18699"/>
                </a:lnTo>
                <a:lnTo>
                  <a:pt x="4490" y="17565"/>
                </a:lnTo>
                <a:lnTo>
                  <a:pt x="3401" y="16339"/>
                </a:lnTo>
                <a:lnTo>
                  <a:pt x="2361" y="14997"/>
                </a:lnTo>
                <a:lnTo>
                  <a:pt x="1362" y="13518"/>
                </a:lnTo>
                <a:lnTo>
                  <a:pt x="403" y="11876"/>
                </a:lnTo>
                <a:lnTo>
                  <a:pt x="143" y="9783"/>
                </a:lnTo>
                <a:lnTo>
                  <a:pt x="15" y="7856"/>
                </a:lnTo>
                <a:lnTo>
                  <a:pt x="0" y="6000"/>
                </a:lnTo>
                <a:lnTo>
                  <a:pt x="73" y="4133"/>
                </a:lnTo>
                <a:lnTo>
                  <a:pt x="214" y="2161"/>
                </a:lnTo>
                <a:lnTo>
                  <a:pt x="403" y="0"/>
                </a:lnTo>
                <a:close/>
              </a:path>
            </a:pathLst>
          </a:custGeom>
          <a:solidFill>
            <a:srgbClr val="F5F3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4" name="contour_12042"/>
          <p:cNvSpPr/>
          <p:nvPr/>
        </p:nvSpPr>
        <p:spPr>
          <a:xfrm>
            <a:off x="10657197" y="4737770"/>
            <a:ext cx="51949" cy="35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39" y="4043"/>
                </a:moveTo>
                <a:lnTo>
                  <a:pt x="14788" y="6215"/>
                </a:lnTo>
                <a:lnTo>
                  <a:pt x="14036" y="8397"/>
                </a:lnTo>
                <a:lnTo>
                  <a:pt x="13276" y="10596"/>
                </a:lnTo>
                <a:lnTo>
                  <a:pt x="12509" y="12821"/>
                </a:lnTo>
                <a:lnTo>
                  <a:pt x="14009" y="14270"/>
                </a:lnTo>
                <a:lnTo>
                  <a:pt x="15512" y="15723"/>
                </a:lnTo>
                <a:lnTo>
                  <a:pt x="17021" y="17176"/>
                </a:lnTo>
                <a:lnTo>
                  <a:pt x="18536" y="18642"/>
                </a:lnTo>
                <a:lnTo>
                  <a:pt x="20061" y="20116"/>
                </a:lnTo>
                <a:lnTo>
                  <a:pt x="21600" y="21600"/>
                </a:lnTo>
                <a:lnTo>
                  <a:pt x="19500" y="21600"/>
                </a:lnTo>
                <a:lnTo>
                  <a:pt x="17397" y="21600"/>
                </a:lnTo>
                <a:lnTo>
                  <a:pt x="15294" y="21600"/>
                </a:lnTo>
                <a:lnTo>
                  <a:pt x="13188" y="21600"/>
                </a:lnTo>
                <a:lnTo>
                  <a:pt x="11073" y="21600"/>
                </a:lnTo>
                <a:lnTo>
                  <a:pt x="8955" y="21600"/>
                </a:lnTo>
                <a:lnTo>
                  <a:pt x="6827" y="21600"/>
                </a:lnTo>
                <a:lnTo>
                  <a:pt x="4691" y="21600"/>
                </a:lnTo>
                <a:lnTo>
                  <a:pt x="2545" y="21600"/>
                </a:lnTo>
                <a:lnTo>
                  <a:pt x="388" y="21600"/>
                </a:lnTo>
                <a:lnTo>
                  <a:pt x="173" y="16680"/>
                </a:lnTo>
                <a:lnTo>
                  <a:pt x="42" y="13208"/>
                </a:lnTo>
                <a:lnTo>
                  <a:pt x="0" y="10692"/>
                </a:lnTo>
                <a:lnTo>
                  <a:pt x="42" y="8656"/>
                </a:lnTo>
                <a:lnTo>
                  <a:pt x="173" y="6602"/>
                </a:lnTo>
                <a:lnTo>
                  <a:pt x="388" y="4043"/>
                </a:lnTo>
                <a:lnTo>
                  <a:pt x="2458" y="1642"/>
                </a:lnTo>
                <a:lnTo>
                  <a:pt x="4509" y="360"/>
                </a:lnTo>
                <a:lnTo>
                  <a:pt x="6573" y="0"/>
                </a:lnTo>
                <a:lnTo>
                  <a:pt x="8679" y="382"/>
                </a:lnTo>
                <a:lnTo>
                  <a:pt x="10858" y="1308"/>
                </a:lnTo>
                <a:lnTo>
                  <a:pt x="13133" y="2594"/>
                </a:lnTo>
                <a:lnTo>
                  <a:pt x="15539" y="4043"/>
                </a:lnTo>
                <a:close/>
              </a:path>
            </a:pathLst>
          </a:custGeom>
          <a:solidFill>
            <a:srgbClr val="6A6A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5" name="contour_12043"/>
          <p:cNvSpPr/>
          <p:nvPr/>
        </p:nvSpPr>
        <p:spPr>
          <a:xfrm>
            <a:off x="4660113" y="4745991"/>
            <a:ext cx="51016" cy="289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19"/>
                </a:moveTo>
                <a:lnTo>
                  <a:pt x="21390" y="8371"/>
                </a:lnTo>
                <a:lnTo>
                  <a:pt x="21125" y="11247"/>
                </a:lnTo>
                <a:lnTo>
                  <a:pt x="20656" y="13730"/>
                </a:lnTo>
                <a:lnTo>
                  <a:pt x="19835" y="16606"/>
                </a:lnTo>
                <a:lnTo>
                  <a:pt x="18514" y="20658"/>
                </a:lnTo>
                <a:lnTo>
                  <a:pt x="16447" y="21099"/>
                </a:lnTo>
                <a:lnTo>
                  <a:pt x="14389" y="21393"/>
                </a:lnTo>
                <a:lnTo>
                  <a:pt x="12337" y="21556"/>
                </a:lnTo>
                <a:lnTo>
                  <a:pt x="10291" y="21600"/>
                </a:lnTo>
                <a:lnTo>
                  <a:pt x="8242" y="21546"/>
                </a:lnTo>
                <a:lnTo>
                  <a:pt x="6193" y="21409"/>
                </a:lnTo>
                <a:lnTo>
                  <a:pt x="4138" y="21202"/>
                </a:lnTo>
                <a:lnTo>
                  <a:pt x="2077" y="20946"/>
                </a:lnTo>
                <a:lnTo>
                  <a:pt x="0" y="20658"/>
                </a:lnTo>
                <a:lnTo>
                  <a:pt x="0" y="17058"/>
                </a:lnTo>
                <a:lnTo>
                  <a:pt x="0" y="13436"/>
                </a:lnTo>
                <a:lnTo>
                  <a:pt x="0" y="9765"/>
                </a:lnTo>
                <a:lnTo>
                  <a:pt x="2240" y="6290"/>
                </a:lnTo>
                <a:lnTo>
                  <a:pt x="4329" y="3638"/>
                </a:lnTo>
                <a:lnTo>
                  <a:pt x="6316" y="1754"/>
                </a:lnTo>
                <a:lnTo>
                  <a:pt x="8254" y="561"/>
                </a:lnTo>
                <a:lnTo>
                  <a:pt x="10189" y="0"/>
                </a:lnTo>
                <a:lnTo>
                  <a:pt x="12170" y="5"/>
                </a:lnTo>
                <a:lnTo>
                  <a:pt x="14253" y="501"/>
                </a:lnTo>
                <a:lnTo>
                  <a:pt x="16487" y="1432"/>
                </a:lnTo>
                <a:lnTo>
                  <a:pt x="18919" y="2729"/>
                </a:lnTo>
                <a:lnTo>
                  <a:pt x="21600" y="4319"/>
                </a:lnTo>
                <a:close/>
              </a:path>
            </a:pathLst>
          </a:custGeom>
          <a:solidFill>
            <a:srgbClr val="9B84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6" name="contour_12044"/>
          <p:cNvSpPr/>
          <p:nvPr/>
        </p:nvSpPr>
        <p:spPr>
          <a:xfrm>
            <a:off x="1963556" y="471533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94"/>
                </a:lnTo>
                <a:lnTo>
                  <a:pt x="7133" y="1188"/>
                </a:lnTo>
                <a:lnTo>
                  <a:pt x="10719" y="1786"/>
                </a:lnTo>
                <a:lnTo>
                  <a:pt x="14321" y="2387"/>
                </a:lnTo>
                <a:lnTo>
                  <a:pt x="17944" y="2992"/>
                </a:lnTo>
                <a:lnTo>
                  <a:pt x="21600" y="3600"/>
                </a:lnTo>
                <a:lnTo>
                  <a:pt x="21227" y="5854"/>
                </a:lnTo>
                <a:lnTo>
                  <a:pt x="20817" y="8104"/>
                </a:lnTo>
                <a:lnTo>
                  <a:pt x="20380" y="10354"/>
                </a:lnTo>
                <a:lnTo>
                  <a:pt x="19915" y="12600"/>
                </a:lnTo>
                <a:lnTo>
                  <a:pt x="19440" y="15113"/>
                </a:lnTo>
                <a:lnTo>
                  <a:pt x="18965" y="17662"/>
                </a:lnTo>
                <a:lnTo>
                  <a:pt x="17593" y="19616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6D6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7" name="contour_12045"/>
          <p:cNvSpPr/>
          <p:nvPr/>
        </p:nvSpPr>
        <p:spPr>
          <a:xfrm>
            <a:off x="8238517" y="470075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256" y="2290"/>
                </a:lnTo>
                <a:lnTo>
                  <a:pt x="16650" y="3937"/>
                </a:lnTo>
                <a:lnTo>
                  <a:pt x="18281" y="5199"/>
                </a:lnTo>
                <a:lnTo>
                  <a:pt x="19451" y="6338"/>
                </a:lnTo>
                <a:lnTo>
                  <a:pt x="20455" y="7603"/>
                </a:lnTo>
                <a:lnTo>
                  <a:pt x="21600" y="9257"/>
                </a:lnTo>
                <a:lnTo>
                  <a:pt x="21121" y="11297"/>
                </a:lnTo>
                <a:lnTo>
                  <a:pt x="20473" y="13222"/>
                </a:lnTo>
                <a:lnTo>
                  <a:pt x="19642" y="15046"/>
                </a:lnTo>
                <a:lnTo>
                  <a:pt x="18630" y="16780"/>
                </a:lnTo>
                <a:lnTo>
                  <a:pt x="17420" y="18443"/>
                </a:lnTo>
                <a:lnTo>
                  <a:pt x="16013" y="20045"/>
                </a:lnTo>
                <a:lnTo>
                  <a:pt x="14400" y="21600"/>
                </a:lnTo>
                <a:lnTo>
                  <a:pt x="12020" y="21600"/>
                </a:lnTo>
                <a:lnTo>
                  <a:pt x="9626" y="21600"/>
                </a:lnTo>
                <a:lnTo>
                  <a:pt x="7200" y="21600"/>
                </a:lnTo>
                <a:lnTo>
                  <a:pt x="7200" y="19560"/>
                </a:lnTo>
                <a:lnTo>
                  <a:pt x="7200" y="17508"/>
                </a:lnTo>
                <a:lnTo>
                  <a:pt x="7200" y="15429"/>
                </a:lnTo>
                <a:lnTo>
                  <a:pt x="5418" y="14663"/>
                </a:lnTo>
                <a:lnTo>
                  <a:pt x="3625" y="13898"/>
                </a:lnTo>
                <a:lnTo>
                  <a:pt x="1825" y="13124"/>
                </a:lnTo>
                <a:lnTo>
                  <a:pt x="0" y="12343"/>
                </a:lnTo>
                <a:lnTo>
                  <a:pt x="1526" y="10596"/>
                </a:lnTo>
                <a:lnTo>
                  <a:pt x="3056" y="8850"/>
                </a:lnTo>
                <a:lnTo>
                  <a:pt x="4590" y="7097"/>
                </a:lnTo>
                <a:lnTo>
                  <a:pt x="6131" y="5338"/>
                </a:lnTo>
                <a:lnTo>
                  <a:pt x="7675" y="3570"/>
                </a:lnTo>
                <a:lnTo>
                  <a:pt x="9234" y="1793"/>
                </a:lnTo>
                <a:lnTo>
                  <a:pt x="10800" y="0"/>
                </a:lnTo>
                <a:close/>
              </a:path>
            </a:pathLst>
          </a:custGeom>
          <a:solidFill>
            <a:srgbClr val="6A6B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8" name="contour_12046"/>
          <p:cNvSpPr/>
          <p:nvPr/>
        </p:nvSpPr>
        <p:spPr>
          <a:xfrm>
            <a:off x="2408124" y="4722618"/>
            <a:ext cx="6559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393"/>
                </a:lnTo>
                <a:lnTo>
                  <a:pt x="3290" y="785"/>
                </a:lnTo>
                <a:lnTo>
                  <a:pt x="4937" y="1183"/>
                </a:lnTo>
                <a:lnTo>
                  <a:pt x="6586" y="1576"/>
                </a:lnTo>
                <a:lnTo>
                  <a:pt x="8237" y="1969"/>
                </a:lnTo>
                <a:lnTo>
                  <a:pt x="9890" y="2367"/>
                </a:lnTo>
                <a:lnTo>
                  <a:pt x="11549" y="2765"/>
                </a:lnTo>
                <a:lnTo>
                  <a:pt x="13210" y="3162"/>
                </a:lnTo>
                <a:lnTo>
                  <a:pt x="14875" y="3560"/>
                </a:lnTo>
                <a:lnTo>
                  <a:pt x="16548" y="3958"/>
                </a:lnTo>
                <a:lnTo>
                  <a:pt x="18226" y="4361"/>
                </a:lnTo>
                <a:lnTo>
                  <a:pt x="19908" y="4764"/>
                </a:lnTo>
                <a:lnTo>
                  <a:pt x="21600" y="5167"/>
                </a:lnTo>
                <a:lnTo>
                  <a:pt x="19217" y="10288"/>
                </a:lnTo>
                <a:lnTo>
                  <a:pt x="17388" y="14143"/>
                </a:lnTo>
                <a:lnTo>
                  <a:pt x="15986" y="16934"/>
                </a:lnTo>
                <a:lnTo>
                  <a:pt x="14894" y="18851"/>
                </a:lnTo>
                <a:lnTo>
                  <a:pt x="13987" y="20081"/>
                </a:lnTo>
                <a:lnTo>
                  <a:pt x="13142" y="20820"/>
                </a:lnTo>
                <a:lnTo>
                  <a:pt x="12240" y="21264"/>
                </a:lnTo>
                <a:lnTo>
                  <a:pt x="11155" y="21600"/>
                </a:lnTo>
                <a:lnTo>
                  <a:pt x="10394" y="21207"/>
                </a:lnTo>
                <a:lnTo>
                  <a:pt x="8100" y="20024"/>
                </a:lnTo>
                <a:lnTo>
                  <a:pt x="6564" y="19362"/>
                </a:lnTo>
                <a:lnTo>
                  <a:pt x="5006" y="18691"/>
                </a:lnTo>
                <a:lnTo>
                  <a:pt x="3898" y="17275"/>
                </a:lnTo>
                <a:lnTo>
                  <a:pt x="3084" y="15874"/>
                </a:lnTo>
                <a:lnTo>
                  <a:pt x="2426" y="13962"/>
                </a:lnTo>
                <a:lnTo>
                  <a:pt x="1786" y="11027"/>
                </a:lnTo>
                <a:lnTo>
                  <a:pt x="1022" y="6547"/>
                </a:lnTo>
                <a:lnTo>
                  <a:pt x="0" y="0"/>
                </a:lnTo>
                <a:close/>
              </a:path>
            </a:pathLst>
          </a:custGeom>
          <a:solidFill>
            <a:srgbClr val="8A88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49" name="contour_12047"/>
          <p:cNvSpPr/>
          <p:nvPr/>
        </p:nvSpPr>
        <p:spPr>
          <a:xfrm>
            <a:off x="10213563" y="4715207"/>
            <a:ext cx="58304" cy="438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"/>
                </a:moveTo>
                <a:lnTo>
                  <a:pt x="21600" y="2434"/>
                </a:lnTo>
                <a:lnTo>
                  <a:pt x="21600" y="4821"/>
                </a:lnTo>
                <a:lnTo>
                  <a:pt x="21600" y="7241"/>
                </a:lnTo>
                <a:lnTo>
                  <a:pt x="19872" y="6946"/>
                </a:lnTo>
                <a:lnTo>
                  <a:pt x="18130" y="6645"/>
                </a:lnTo>
                <a:lnTo>
                  <a:pt x="16367" y="6343"/>
                </a:lnTo>
                <a:lnTo>
                  <a:pt x="14172" y="6340"/>
                </a:lnTo>
                <a:lnTo>
                  <a:pt x="12728" y="6569"/>
                </a:lnTo>
                <a:lnTo>
                  <a:pt x="10800" y="7241"/>
                </a:lnTo>
                <a:lnTo>
                  <a:pt x="9944" y="9596"/>
                </a:lnTo>
                <a:lnTo>
                  <a:pt x="9331" y="11872"/>
                </a:lnTo>
                <a:lnTo>
                  <a:pt x="8899" y="14140"/>
                </a:lnTo>
                <a:lnTo>
                  <a:pt x="8589" y="16470"/>
                </a:lnTo>
                <a:lnTo>
                  <a:pt x="8343" y="18936"/>
                </a:lnTo>
                <a:lnTo>
                  <a:pt x="8100" y="21600"/>
                </a:lnTo>
                <a:lnTo>
                  <a:pt x="7209" y="19626"/>
                </a:lnTo>
                <a:lnTo>
                  <a:pt x="6318" y="17648"/>
                </a:lnTo>
                <a:lnTo>
                  <a:pt x="5424" y="15670"/>
                </a:lnTo>
                <a:lnTo>
                  <a:pt x="4528" y="13688"/>
                </a:lnTo>
                <a:lnTo>
                  <a:pt x="3632" y="11696"/>
                </a:lnTo>
                <a:lnTo>
                  <a:pt x="2730" y="9700"/>
                </a:lnTo>
                <a:lnTo>
                  <a:pt x="1825" y="7693"/>
                </a:lnTo>
                <a:lnTo>
                  <a:pt x="915" y="5679"/>
                </a:lnTo>
                <a:lnTo>
                  <a:pt x="0" y="3651"/>
                </a:lnTo>
                <a:lnTo>
                  <a:pt x="1855" y="2972"/>
                </a:lnTo>
                <a:lnTo>
                  <a:pt x="3669" y="2366"/>
                </a:lnTo>
                <a:lnTo>
                  <a:pt x="5449" y="1831"/>
                </a:lnTo>
                <a:lnTo>
                  <a:pt x="7206" y="1368"/>
                </a:lnTo>
                <a:lnTo>
                  <a:pt x="8951" y="973"/>
                </a:lnTo>
                <a:lnTo>
                  <a:pt x="10689" y="646"/>
                </a:lnTo>
                <a:lnTo>
                  <a:pt x="12436" y="388"/>
                </a:lnTo>
                <a:lnTo>
                  <a:pt x="14199" y="194"/>
                </a:lnTo>
                <a:lnTo>
                  <a:pt x="15987" y="65"/>
                </a:lnTo>
                <a:lnTo>
                  <a:pt x="17809" y="0"/>
                </a:lnTo>
                <a:lnTo>
                  <a:pt x="19678" y="0"/>
                </a:lnTo>
                <a:lnTo>
                  <a:pt x="21600" y="61"/>
                </a:lnTo>
                <a:close/>
              </a:path>
            </a:pathLst>
          </a:custGeom>
          <a:solidFill>
            <a:srgbClr val="7679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0" name="contour_12048"/>
          <p:cNvSpPr/>
          <p:nvPr/>
        </p:nvSpPr>
        <p:spPr>
          <a:xfrm>
            <a:off x="10126107" y="470804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06" y="3564"/>
                </a:lnTo>
                <a:lnTo>
                  <a:pt x="20412" y="7133"/>
                </a:lnTo>
                <a:lnTo>
                  <a:pt x="19814" y="10719"/>
                </a:lnTo>
                <a:lnTo>
                  <a:pt x="19213" y="14321"/>
                </a:lnTo>
                <a:lnTo>
                  <a:pt x="18608" y="17944"/>
                </a:lnTo>
                <a:lnTo>
                  <a:pt x="18000" y="21600"/>
                </a:lnTo>
                <a:lnTo>
                  <a:pt x="13838" y="20585"/>
                </a:lnTo>
                <a:lnTo>
                  <a:pt x="10912" y="19818"/>
                </a:lnTo>
                <a:lnTo>
                  <a:pt x="8827" y="19143"/>
                </a:lnTo>
                <a:lnTo>
                  <a:pt x="7178" y="18414"/>
                </a:lnTo>
                <a:lnTo>
                  <a:pt x="5569" y="17485"/>
                </a:lnTo>
                <a:lnTo>
                  <a:pt x="3600" y="16200"/>
                </a:lnTo>
                <a:lnTo>
                  <a:pt x="2275" y="12020"/>
                </a:lnTo>
                <a:lnTo>
                  <a:pt x="1426" y="9088"/>
                </a:lnTo>
                <a:lnTo>
                  <a:pt x="878" y="6626"/>
                </a:lnTo>
                <a:lnTo>
                  <a:pt x="461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302F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1" name="contour_12049"/>
          <p:cNvSpPr/>
          <p:nvPr/>
        </p:nvSpPr>
        <p:spPr>
          <a:xfrm>
            <a:off x="9943907" y="4700040"/>
            <a:ext cx="58304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07" y="0"/>
                </a:moveTo>
                <a:lnTo>
                  <a:pt x="10681" y="51"/>
                </a:lnTo>
                <a:lnTo>
                  <a:pt x="12166" y="102"/>
                </a:lnTo>
                <a:lnTo>
                  <a:pt x="13667" y="148"/>
                </a:lnTo>
                <a:lnTo>
                  <a:pt x="15150" y="186"/>
                </a:lnTo>
                <a:lnTo>
                  <a:pt x="16640" y="225"/>
                </a:lnTo>
                <a:lnTo>
                  <a:pt x="18149" y="263"/>
                </a:lnTo>
                <a:lnTo>
                  <a:pt x="19864" y="339"/>
                </a:lnTo>
                <a:lnTo>
                  <a:pt x="21600" y="415"/>
                </a:lnTo>
                <a:lnTo>
                  <a:pt x="19138" y="3212"/>
                </a:lnTo>
                <a:lnTo>
                  <a:pt x="17212" y="5317"/>
                </a:lnTo>
                <a:lnTo>
                  <a:pt x="15668" y="6821"/>
                </a:lnTo>
                <a:lnTo>
                  <a:pt x="14345" y="7830"/>
                </a:lnTo>
                <a:lnTo>
                  <a:pt x="13084" y="8444"/>
                </a:lnTo>
                <a:lnTo>
                  <a:pt x="11729" y="8758"/>
                </a:lnTo>
                <a:lnTo>
                  <a:pt x="10120" y="8872"/>
                </a:lnTo>
                <a:lnTo>
                  <a:pt x="8100" y="8889"/>
                </a:lnTo>
                <a:lnTo>
                  <a:pt x="8635" y="11410"/>
                </a:lnTo>
                <a:lnTo>
                  <a:pt x="9172" y="13931"/>
                </a:lnTo>
                <a:lnTo>
                  <a:pt x="9709" y="16469"/>
                </a:lnTo>
                <a:lnTo>
                  <a:pt x="10252" y="19024"/>
                </a:lnTo>
                <a:lnTo>
                  <a:pt x="10800" y="21600"/>
                </a:lnTo>
                <a:lnTo>
                  <a:pt x="9018" y="21600"/>
                </a:lnTo>
                <a:lnTo>
                  <a:pt x="7233" y="21600"/>
                </a:lnTo>
                <a:lnTo>
                  <a:pt x="5441" y="21600"/>
                </a:lnTo>
                <a:lnTo>
                  <a:pt x="3640" y="21600"/>
                </a:lnTo>
                <a:lnTo>
                  <a:pt x="1828" y="21600"/>
                </a:lnTo>
                <a:lnTo>
                  <a:pt x="0" y="21600"/>
                </a:lnTo>
                <a:lnTo>
                  <a:pt x="905" y="15372"/>
                </a:lnTo>
                <a:lnTo>
                  <a:pt x="1663" y="10512"/>
                </a:lnTo>
                <a:lnTo>
                  <a:pt x="2349" y="6851"/>
                </a:lnTo>
                <a:lnTo>
                  <a:pt x="3038" y="4203"/>
                </a:lnTo>
                <a:lnTo>
                  <a:pt x="3810" y="2398"/>
                </a:lnTo>
                <a:lnTo>
                  <a:pt x="4736" y="1250"/>
                </a:lnTo>
                <a:lnTo>
                  <a:pt x="5894" y="589"/>
                </a:lnTo>
                <a:lnTo>
                  <a:pt x="7357" y="229"/>
                </a:lnTo>
                <a:lnTo>
                  <a:pt x="9207" y="0"/>
                </a:lnTo>
                <a:close/>
              </a:path>
            </a:pathLst>
          </a:custGeom>
          <a:solidFill>
            <a:srgbClr val="5758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2" name="contour_12050"/>
          <p:cNvSpPr/>
          <p:nvPr/>
        </p:nvSpPr>
        <p:spPr>
          <a:xfrm>
            <a:off x="520534" y="4708378"/>
            <a:ext cx="65592" cy="361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60"/>
                </a:moveTo>
                <a:lnTo>
                  <a:pt x="21086" y="6348"/>
                </a:lnTo>
                <a:lnTo>
                  <a:pt x="20566" y="8533"/>
                </a:lnTo>
                <a:lnTo>
                  <a:pt x="20035" y="10708"/>
                </a:lnTo>
                <a:lnTo>
                  <a:pt x="19500" y="12880"/>
                </a:lnTo>
                <a:lnTo>
                  <a:pt x="18914" y="15313"/>
                </a:lnTo>
                <a:lnTo>
                  <a:pt x="18319" y="17785"/>
                </a:lnTo>
                <a:lnTo>
                  <a:pt x="17566" y="19677"/>
                </a:lnTo>
                <a:lnTo>
                  <a:pt x="16800" y="21600"/>
                </a:lnTo>
                <a:lnTo>
                  <a:pt x="15214" y="21600"/>
                </a:lnTo>
                <a:lnTo>
                  <a:pt x="13618" y="21600"/>
                </a:lnTo>
                <a:lnTo>
                  <a:pt x="12000" y="21600"/>
                </a:lnTo>
                <a:lnTo>
                  <a:pt x="12000" y="18718"/>
                </a:lnTo>
                <a:lnTo>
                  <a:pt x="12000" y="15818"/>
                </a:lnTo>
                <a:lnTo>
                  <a:pt x="12000" y="12880"/>
                </a:lnTo>
                <a:lnTo>
                  <a:pt x="10303" y="12880"/>
                </a:lnTo>
                <a:lnTo>
                  <a:pt x="8604" y="12880"/>
                </a:lnTo>
                <a:lnTo>
                  <a:pt x="6900" y="12880"/>
                </a:lnTo>
                <a:lnTo>
                  <a:pt x="5189" y="12880"/>
                </a:lnTo>
                <a:lnTo>
                  <a:pt x="3470" y="12880"/>
                </a:lnTo>
                <a:lnTo>
                  <a:pt x="1742" y="12880"/>
                </a:lnTo>
                <a:lnTo>
                  <a:pt x="0" y="12880"/>
                </a:lnTo>
                <a:lnTo>
                  <a:pt x="1198" y="8607"/>
                </a:lnTo>
                <a:lnTo>
                  <a:pt x="2088" y="5917"/>
                </a:lnTo>
                <a:lnTo>
                  <a:pt x="2940" y="4295"/>
                </a:lnTo>
                <a:lnTo>
                  <a:pt x="4027" y="3226"/>
                </a:lnTo>
                <a:lnTo>
                  <a:pt x="5616" y="2202"/>
                </a:lnTo>
                <a:lnTo>
                  <a:pt x="6180" y="2045"/>
                </a:lnTo>
                <a:lnTo>
                  <a:pt x="7174" y="1779"/>
                </a:lnTo>
                <a:lnTo>
                  <a:pt x="9451" y="1160"/>
                </a:lnTo>
                <a:lnTo>
                  <a:pt x="10711" y="785"/>
                </a:lnTo>
                <a:lnTo>
                  <a:pt x="11978" y="405"/>
                </a:lnTo>
                <a:lnTo>
                  <a:pt x="13265" y="22"/>
                </a:lnTo>
                <a:lnTo>
                  <a:pt x="14942" y="0"/>
                </a:lnTo>
                <a:lnTo>
                  <a:pt x="16380" y="205"/>
                </a:lnTo>
                <a:lnTo>
                  <a:pt x="17666" y="676"/>
                </a:lnTo>
                <a:lnTo>
                  <a:pt x="18902" y="1461"/>
                </a:lnTo>
                <a:lnTo>
                  <a:pt x="20182" y="2607"/>
                </a:lnTo>
                <a:lnTo>
                  <a:pt x="21600" y="4160"/>
                </a:lnTo>
                <a:close/>
              </a:path>
            </a:pathLst>
          </a:custGeom>
          <a:solidFill>
            <a:srgbClr val="1718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3" name="contour_12051"/>
          <p:cNvSpPr/>
          <p:nvPr/>
        </p:nvSpPr>
        <p:spPr>
          <a:xfrm>
            <a:off x="6722615" y="4664315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5990" y="0"/>
                </a:lnTo>
                <a:lnTo>
                  <a:pt x="7200" y="0"/>
                </a:lnTo>
                <a:lnTo>
                  <a:pt x="7613" y="1572"/>
                </a:lnTo>
                <a:lnTo>
                  <a:pt x="8006" y="3149"/>
                </a:lnTo>
                <a:lnTo>
                  <a:pt x="8381" y="4726"/>
                </a:lnTo>
                <a:lnTo>
                  <a:pt x="8741" y="6307"/>
                </a:lnTo>
                <a:lnTo>
                  <a:pt x="9091" y="7889"/>
                </a:lnTo>
                <a:lnTo>
                  <a:pt x="9430" y="9475"/>
                </a:lnTo>
                <a:lnTo>
                  <a:pt x="9766" y="11064"/>
                </a:lnTo>
                <a:lnTo>
                  <a:pt x="10097" y="12655"/>
                </a:lnTo>
                <a:lnTo>
                  <a:pt x="10678" y="13896"/>
                </a:lnTo>
                <a:lnTo>
                  <a:pt x="11210" y="14902"/>
                </a:lnTo>
                <a:lnTo>
                  <a:pt x="11791" y="15749"/>
                </a:lnTo>
                <a:lnTo>
                  <a:pt x="12516" y="16510"/>
                </a:lnTo>
                <a:lnTo>
                  <a:pt x="13478" y="17258"/>
                </a:lnTo>
                <a:lnTo>
                  <a:pt x="14774" y="18070"/>
                </a:lnTo>
                <a:lnTo>
                  <a:pt x="16495" y="19013"/>
                </a:lnTo>
                <a:lnTo>
                  <a:pt x="18739" y="20165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317" y="20057"/>
                </a:lnTo>
                <a:lnTo>
                  <a:pt x="636" y="18514"/>
                </a:lnTo>
                <a:lnTo>
                  <a:pt x="955" y="16970"/>
                </a:lnTo>
                <a:lnTo>
                  <a:pt x="1277" y="15427"/>
                </a:lnTo>
                <a:lnTo>
                  <a:pt x="1601" y="13884"/>
                </a:lnTo>
                <a:lnTo>
                  <a:pt x="1925" y="12341"/>
                </a:lnTo>
                <a:lnTo>
                  <a:pt x="2251" y="10800"/>
                </a:lnTo>
                <a:lnTo>
                  <a:pt x="2566" y="9250"/>
                </a:lnTo>
                <a:lnTo>
                  <a:pt x="2882" y="7678"/>
                </a:lnTo>
                <a:lnTo>
                  <a:pt x="3197" y="6211"/>
                </a:lnTo>
                <a:lnTo>
                  <a:pt x="3516" y="4726"/>
                </a:lnTo>
                <a:lnTo>
                  <a:pt x="3799" y="3365"/>
                </a:lnTo>
                <a:lnTo>
                  <a:pt x="4087" y="1982"/>
                </a:lnTo>
                <a:lnTo>
                  <a:pt x="4440" y="998"/>
                </a:lnTo>
                <a:lnTo>
                  <a:pt x="4800" y="0"/>
                </a:lnTo>
                <a:close/>
              </a:path>
            </a:pathLst>
          </a:custGeom>
          <a:solidFill>
            <a:srgbClr val="E0E4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4" name="contour_12052"/>
          <p:cNvSpPr/>
          <p:nvPr/>
        </p:nvSpPr>
        <p:spPr>
          <a:xfrm>
            <a:off x="3996906" y="470075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22"/>
                </a:lnTo>
                <a:lnTo>
                  <a:pt x="7967" y="277"/>
                </a:lnTo>
                <a:lnTo>
                  <a:pt x="9904" y="576"/>
                </a:lnTo>
                <a:lnTo>
                  <a:pt x="12823" y="1123"/>
                </a:lnTo>
                <a:lnTo>
                  <a:pt x="15289" y="1552"/>
                </a:lnTo>
                <a:lnTo>
                  <a:pt x="17788" y="1984"/>
                </a:lnTo>
                <a:lnTo>
                  <a:pt x="19681" y="2786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9462" y="10800"/>
                </a:lnTo>
                <a:lnTo>
                  <a:pt x="17316" y="10800"/>
                </a:lnTo>
                <a:lnTo>
                  <a:pt x="15163" y="10800"/>
                </a:lnTo>
                <a:lnTo>
                  <a:pt x="12992" y="10800"/>
                </a:lnTo>
                <a:lnTo>
                  <a:pt x="10800" y="10800"/>
                </a:lnTo>
                <a:lnTo>
                  <a:pt x="10800" y="12938"/>
                </a:lnTo>
                <a:lnTo>
                  <a:pt x="10800" y="15084"/>
                </a:lnTo>
                <a:lnTo>
                  <a:pt x="10800" y="17237"/>
                </a:lnTo>
                <a:lnTo>
                  <a:pt x="10800" y="19408"/>
                </a:lnTo>
                <a:lnTo>
                  <a:pt x="10800" y="21600"/>
                </a:lnTo>
                <a:lnTo>
                  <a:pt x="8420" y="21600"/>
                </a:lnTo>
                <a:lnTo>
                  <a:pt x="6026" y="21600"/>
                </a:lnTo>
                <a:lnTo>
                  <a:pt x="3600" y="21600"/>
                </a:lnTo>
                <a:lnTo>
                  <a:pt x="2653" y="19318"/>
                </a:lnTo>
                <a:lnTo>
                  <a:pt x="2077" y="17644"/>
                </a:lnTo>
                <a:lnTo>
                  <a:pt x="1645" y="15754"/>
                </a:lnTo>
                <a:lnTo>
                  <a:pt x="1123" y="12823"/>
                </a:lnTo>
                <a:lnTo>
                  <a:pt x="659" y="10375"/>
                </a:lnTo>
                <a:lnTo>
                  <a:pt x="184" y="7888"/>
                </a:lnTo>
                <a:lnTo>
                  <a:pt x="90" y="5760"/>
                </a:lnTo>
                <a:lnTo>
                  <a:pt x="0" y="3600"/>
                </a:lnTo>
                <a:lnTo>
                  <a:pt x="1786" y="1814"/>
                </a:lnTo>
                <a:lnTo>
                  <a:pt x="3600" y="0"/>
                </a:lnTo>
                <a:close/>
              </a:path>
            </a:pathLst>
          </a:custGeom>
          <a:solidFill>
            <a:srgbClr val="A07D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5" name="contour_12053"/>
          <p:cNvSpPr/>
          <p:nvPr/>
        </p:nvSpPr>
        <p:spPr>
          <a:xfrm>
            <a:off x="6999559" y="4686179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55"/>
                </a:lnTo>
                <a:lnTo>
                  <a:pt x="2084" y="495"/>
                </a:lnTo>
                <a:lnTo>
                  <a:pt x="3175" y="750"/>
                </a:lnTo>
                <a:lnTo>
                  <a:pt x="4536" y="1072"/>
                </a:lnTo>
                <a:lnTo>
                  <a:pt x="6343" y="1500"/>
                </a:lnTo>
                <a:lnTo>
                  <a:pt x="8777" y="2072"/>
                </a:lnTo>
                <a:lnTo>
                  <a:pt x="12010" y="2837"/>
                </a:lnTo>
                <a:lnTo>
                  <a:pt x="16225" y="3832"/>
                </a:lnTo>
                <a:lnTo>
                  <a:pt x="21600" y="5103"/>
                </a:lnTo>
                <a:lnTo>
                  <a:pt x="21600" y="8134"/>
                </a:lnTo>
                <a:lnTo>
                  <a:pt x="21600" y="11175"/>
                </a:lnTo>
                <a:lnTo>
                  <a:pt x="21600" y="14227"/>
                </a:lnTo>
                <a:lnTo>
                  <a:pt x="21600" y="17303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15" y="17069"/>
                </a:lnTo>
                <a:lnTo>
                  <a:pt x="1436" y="13890"/>
                </a:lnTo>
                <a:lnTo>
                  <a:pt x="864" y="10731"/>
                </a:lnTo>
                <a:lnTo>
                  <a:pt x="500" y="7455"/>
                </a:lnTo>
                <a:lnTo>
                  <a:pt x="245" y="3924"/>
                </a:lnTo>
                <a:lnTo>
                  <a:pt x="0" y="0"/>
                </a:lnTo>
                <a:close/>
              </a:path>
            </a:pathLst>
          </a:custGeom>
          <a:solidFill>
            <a:srgbClr val="2221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6" name="contour_12054"/>
          <p:cNvSpPr/>
          <p:nvPr/>
        </p:nvSpPr>
        <p:spPr>
          <a:xfrm>
            <a:off x="10089667" y="4662893"/>
            <a:ext cx="43028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5"/>
                </a:moveTo>
                <a:lnTo>
                  <a:pt x="2228" y="471"/>
                </a:lnTo>
                <a:lnTo>
                  <a:pt x="4460" y="372"/>
                </a:lnTo>
                <a:lnTo>
                  <a:pt x="6688" y="285"/>
                </a:lnTo>
                <a:lnTo>
                  <a:pt x="8920" y="210"/>
                </a:lnTo>
                <a:lnTo>
                  <a:pt x="11407" y="105"/>
                </a:lnTo>
                <a:lnTo>
                  <a:pt x="13935" y="0"/>
                </a:lnTo>
                <a:lnTo>
                  <a:pt x="16493" y="378"/>
                </a:lnTo>
                <a:lnTo>
                  <a:pt x="18062" y="829"/>
                </a:lnTo>
                <a:lnTo>
                  <a:pt x="19288" y="1645"/>
                </a:lnTo>
                <a:lnTo>
                  <a:pt x="20810" y="3119"/>
                </a:lnTo>
                <a:lnTo>
                  <a:pt x="21355" y="5155"/>
                </a:lnTo>
                <a:lnTo>
                  <a:pt x="21600" y="7016"/>
                </a:lnTo>
                <a:lnTo>
                  <a:pt x="21582" y="8787"/>
                </a:lnTo>
                <a:lnTo>
                  <a:pt x="21340" y="10561"/>
                </a:lnTo>
                <a:lnTo>
                  <a:pt x="20916" y="12426"/>
                </a:lnTo>
                <a:lnTo>
                  <a:pt x="20349" y="14470"/>
                </a:lnTo>
                <a:lnTo>
                  <a:pt x="19789" y="16484"/>
                </a:lnTo>
                <a:lnTo>
                  <a:pt x="19222" y="18529"/>
                </a:lnTo>
                <a:lnTo>
                  <a:pt x="18991" y="19291"/>
                </a:lnTo>
                <a:lnTo>
                  <a:pt x="18293" y="21600"/>
                </a:lnTo>
                <a:lnTo>
                  <a:pt x="18150" y="20297"/>
                </a:lnTo>
                <a:lnTo>
                  <a:pt x="18007" y="18973"/>
                </a:lnTo>
                <a:lnTo>
                  <a:pt x="17605" y="16944"/>
                </a:lnTo>
                <a:lnTo>
                  <a:pt x="17140" y="15052"/>
                </a:lnTo>
                <a:lnTo>
                  <a:pt x="16537" y="13233"/>
                </a:lnTo>
                <a:lnTo>
                  <a:pt x="15728" y="11435"/>
                </a:lnTo>
                <a:lnTo>
                  <a:pt x="14634" y="9592"/>
                </a:lnTo>
                <a:lnTo>
                  <a:pt x="12095" y="9132"/>
                </a:lnTo>
                <a:lnTo>
                  <a:pt x="9721" y="8925"/>
                </a:lnTo>
                <a:lnTo>
                  <a:pt x="7420" y="8916"/>
                </a:lnTo>
                <a:lnTo>
                  <a:pt x="5096" y="9060"/>
                </a:lnTo>
                <a:lnTo>
                  <a:pt x="2652" y="9303"/>
                </a:lnTo>
                <a:lnTo>
                  <a:pt x="0" y="9592"/>
                </a:lnTo>
                <a:lnTo>
                  <a:pt x="0" y="7808"/>
                </a:lnTo>
                <a:lnTo>
                  <a:pt x="0" y="6019"/>
                </a:lnTo>
                <a:lnTo>
                  <a:pt x="0" y="4224"/>
                </a:lnTo>
                <a:lnTo>
                  <a:pt x="0" y="2414"/>
                </a:lnTo>
                <a:lnTo>
                  <a:pt x="0" y="585"/>
                </a:lnTo>
                <a:close/>
              </a:path>
            </a:pathLst>
          </a:custGeom>
          <a:solidFill>
            <a:srgbClr val="8487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7" name="contour_12055"/>
          <p:cNvSpPr/>
          <p:nvPr/>
        </p:nvSpPr>
        <p:spPr>
          <a:xfrm>
            <a:off x="1147301" y="467160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C9B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8" name="contour_12056"/>
          <p:cNvSpPr/>
          <p:nvPr/>
        </p:nvSpPr>
        <p:spPr>
          <a:xfrm>
            <a:off x="11153714" y="4642451"/>
            <a:ext cx="596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67" y="763"/>
                </a:lnTo>
                <a:lnTo>
                  <a:pt x="3530" y="1537"/>
                </a:lnTo>
                <a:lnTo>
                  <a:pt x="5292" y="2322"/>
                </a:lnTo>
                <a:lnTo>
                  <a:pt x="7050" y="3114"/>
                </a:lnTo>
                <a:lnTo>
                  <a:pt x="8806" y="3917"/>
                </a:lnTo>
                <a:lnTo>
                  <a:pt x="10562" y="4723"/>
                </a:lnTo>
                <a:lnTo>
                  <a:pt x="12078" y="5364"/>
                </a:lnTo>
                <a:lnTo>
                  <a:pt x="13615" y="6012"/>
                </a:lnTo>
                <a:lnTo>
                  <a:pt x="15062" y="6710"/>
                </a:lnTo>
                <a:lnTo>
                  <a:pt x="16176" y="7304"/>
                </a:lnTo>
                <a:lnTo>
                  <a:pt x="17317" y="8035"/>
                </a:lnTo>
                <a:lnTo>
                  <a:pt x="18846" y="9122"/>
                </a:lnTo>
                <a:lnTo>
                  <a:pt x="21125" y="10800"/>
                </a:lnTo>
                <a:lnTo>
                  <a:pt x="21442" y="13658"/>
                </a:lnTo>
                <a:lnTo>
                  <a:pt x="21600" y="15653"/>
                </a:lnTo>
                <a:lnTo>
                  <a:pt x="21600" y="17294"/>
                </a:lnTo>
                <a:lnTo>
                  <a:pt x="21442" y="19102"/>
                </a:lnTo>
                <a:lnTo>
                  <a:pt x="21125" y="21600"/>
                </a:lnTo>
                <a:lnTo>
                  <a:pt x="19556" y="21600"/>
                </a:lnTo>
                <a:lnTo>
                  <a:pt x="17982" y="21600"/>
                </a:lnTo>
                <a:lnTo>
                  <a:pt x="16403" y="21600"/>
                </a:lnTo>
                <a:lnTo>
                  <a:pt x="14811" y="21600"/>
                </a:lnTo>
                <a:lnTo>
                  <a:pt x="13203" y="21600"/>
                </a:lnTo>
                <a:lnTo>
                  <a:pt x="13475" y="19890"/>
                </a:lnTo>
                <a:lnTo>
                  <a:pt x="13750" y="18169"/>
                </a:lnTo>
                <a:lnTo>
                  <a:pt x="14027" y="16423"/>
                </a:lnTo>
                <a:lnTo>
                  <a:pt x="13755" y="14566"/>
                </a:lnTo>
                <a:lnTo>
                  <a:pt x="13480" y="12697"/>
                </a:lnTo>
                <a:lnTo>
                  <a:pt x="13203" y="10800"/>
                </a:lnTo>
                <a:lnTo>
                  <a:pt x="11489" y="10130"/>
                </a:lnTo>
                <a:lnTo>
                  <a:pt x="9794" y="9594"/>
                </a:lnTo>
                <a:lnTo>
                  <a:pt x="8101" y="9169"/>
                </a:lnTo>
                <a:lnTo>
                  <a:pt x="6396" y="8827"/>
                </a:lnTo>
                <a:lnTo>
                  <a:pt x="4663" y="8550"/>
                </a:lnTo>
                <a:lnTo>
                  <a:pt x="2889" y="8312"/>
                </a:lnTo>
                <a:lnTo>
                  <a:pt x="1455" y="7762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ABAC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59" name="contour_12057"/>
          <p:cNvSpPr/>
          <p:nvPr/>
        </p:nvSpPr>
        <p:spPr>
          <a:xfrm>
            <a:off x="4789657" y="4671603"/>
            <a:ext cx="4018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1" y="0"/>
                </a:moveTo>
                <a:lnTo>
                  <a:pt x="3439" y="216"/>
                </a:lnTo>
                <a:lnTo>
                  <a:pt x="5950" y="471"/>
                </a:lnTo>
                <a:lnTo>
                  <a:pt x="8426" y="795"/>
                </a:lnTo>
                <a:lnTo>
                  <a:pt x="10874" y="1210"/>
                </a:lnTo>
                <a:lnTo>
                  <a:pt x="13295" y="1745"/>
                </a:lnTo>
                <a:lnTo>
                  <a:pt x="15697" y="2424"/>
                </a:lnTo>
                <a:lnTo>
                  <a:pt x="18086" y="3275"/>
                </a:lnTo>
                <a:lnTo>
                  <a:pt x="20468" y="4320"/>
                </a:lnTo>
                <a:lnTo>
                  <a:pt x="21236" y="7348"/>
                </a:lnTo>
                <a:lnTo>
                  <a:pt x="21584" y="10122"/>
                </a:lnTo>
                <a:lnTo>
                  <a:pt x="21600" y="12787"/>
                </a:lnTo>
                <a:lnTo>
                  <a:pt x="21361" y="15492"/>
                </a:lnTo>
                <a:lnTo>
                  <a:pt x="20958" y="18382"/>
                </a:lnTo>
                <a:lnTo>
                  <a:pt x="20468" y="21600"/>
                </a:lnTo>
                <a:lnTo>
                  <a:pt x="17914" y="20732"/>
                </a:lnTo>
                <a:lnTo>
                  <a:pt x="15391" y="19842"/>
                </a:lnTo>
                <a:lnTo>
                  <a:pt x="12900" y="18904"/>
                </a:lnTo>
                <a:lnTo>
                  <a:pt x="10436" y="17906"/>
                </a:lnTo>
                <a:lnTo>
                  <a:pt x="8003" y="16831"/>
                </a:lnTo>
                <a:lnTo>
                  <a:pt x="5598" y="15660"/>
                </a:lnTo>
                <a:lnTo>
                  <a:pt x="3224" y="14377"/>
                </a:lnTo>
                <a:lnTo>
                  <a:pt x="881" y="12960"/>
                </a:lnTo>
                <a:lnTo>
                  <a:pt x="294" y="9487"/>
                </a:lnTo>
                <a:lnTo>
                  <a:pt x="0" y="7076"/>
                </a:lnTo>
                <a:lnTo>
                  <a:pt x="0" y="5106"/>
                </a:lnTo>
                <a:lnTo>
                  <a:pt x="294" y="2955"/>
                </a:lnTo>
                <a:lnTo>
                  <a:pt x="881" y="0"/>
                </a:lnTo>
                <a:close/>
              </a:path>
            </a:pathLst>
          </a:custGeom>
          <a:solidFill>
            <a:srgbClr val="887A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0" name="contour_12058"/>
          <p:cNvSpPr/>
          <p:nvPr/>
        </p:nvSpPr>
        <p:spPr>
          <a:xfrm>
            <a:off x="10467003" y="4649739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853" y="0"/>
                </a:lnTo>
                <a:lnTo>
                  <a:pt x="6780" y="0"/>
                </a:lnTo>
                <a:lnTo>
                  <a:pt x="9715" y="0"/>
                </a:lnTo>
                <a:lnTo>
                  <a:pt x="12662" y="0"/>
                </a:lnTo>
                <a:lnTo>
                  <a:pt x="15622" y="0"/>
                </a:lnTo>
                <a:lnTo>
                  <a:pt x="18599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905" y="20732"/>
                </a:lnTo>
                <a:lnTo>
                  <a:pt x="16242" y="19842"/>
                </a:lnTo>
                <a:lnTo>
                  <a:pt x="13613" y="18904"/>
                </a:lnTo>
                <a:lnTo>
                  <a:pt x="11013" y="17906"/>
                </a:lnTo>
                <a:lnTo>
                  <a:pt x="8446" y="16831"/>
                </a:lnTo>
                <a:lnTo>
                  <a:pt x="5907" y="15660"/>
                </a:lnTo>
                <a:lnTo>
                  <a:pt x="3402" y="14377"/>
                </a:lnTo>
                <a:lnTo>
                  <a:pt x="930" y="12960"/>
                </a:lnTo>
                <a:lnTo>
                  <a:pt x="310" y="9487"/>
                </a:lnTo>
                <a:lnTo>
                  <a:pt x="0" y="7076"/>
                </a:lnTo>
                <a:lnTo>
                  <a:pt x="0" y="5106"/>
                </a:lnTo>
                <a:lnTo>
                  <a:pt x="310" y="2955"/>
                </a:lnTo>
                <a:lnTo>
                  <a:pt x="930" y="0"/>
                </a:lnTo>
                <a:close/>
              </a:path>
            </a:pathLst>
          </a:custGeom>
          <a:solidFill>
            <a:srgbClr val="3A3B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1" name="contour_12059"/>
          <p:cNvSpPr/>
          <p:nvPr/>
        </p:nvSpPr>
        <p:spPr>
          <a:xfrm>
            <a:off x="2021860" y="4649498"/>
            <a:ext cx="43728" cy="366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2"/>
                </a:moveTo>
                <a:lnTo>
                  <a:pt x="21600" y="2974"/>
                </a:lnTo>
                <a:lnTo>
                  <a:pt x="21600" y="5811"/>
                </a:lnTo>
                <a:lnTo>
                  <a:pt x="21600" y="8661"/>
                </a:lnTo>
                <a:lnTo>
                  <a:pt x="21600" y="11523"/>
                </a:lnTo>
                <a:lnTo>
                  <a:pt x="21600" y="14403"/>
                </a:lnTo>
                <a:lnTo>
                  <a:pt x="21600" y="17308"/>
                </a:lnTo>
                <a:lnTo>
                  <a:pt x="19224" y="17780"/>
                </a:lnTo>
                <a:lnTo>
                  <a:pt x="16844" y="18252"/>
                </a:lnTo>
                <a:lnTo>
                  <a:pt x="14465" y="18725"/>
                </a:lnTo>
                <a:lnTo>
                  <a:pt x="12078" y="19201"/>
                </a:lnTo>
                <a:lnTo>
                  <a:pt x="9684" y="19677"/>
                </a:lnTo>
                <a:lnTo>
                  <a:pt x="7279" y="20154"/>
                </a:lnTo>
                <a:lnTo>
                  <a:pt x="4867" y="20634"/>
                </a:lnTo>
                <a:lnTo>
                  <a:pt x="2441" y="21115"/>
                </a:lnTo>
                <a:lnTo>
                  <a:pt x="0" y="21600"/>
                </a:lnTo>
                <a:lnTo>
                  <a:pt x="875" y="16253"/>
                </a:lnTo>
                <a:lnTo>
                  <a:pt x="1580" y="12184"/>
                </a:lnTo>
                <a:lnTo>
                  <a:pt x="2200" y="9154"/>
                </a:lnTo>
                <a:lnTo>
                  <a:pt x="2812" y="6922"/>
                </a:lnTo>
                <a:lnTo>
                  <a:pt x="3492" y="5253"/>
                </a:lnTo>
                <a:lnTo>
                  <a:pt x="4324" y="3905"/>
                </a:lnTo>
                <a:lnTo>
                  <a:pt x="5382" y="2635"/>
                </a:lnTo>
                <a:lnTo>
                  <a:pt x="6750" y="1215"/>
                </a:lnTo>
                <a:lnTo>
                  <a:pt x="9245" y="652"/>
                </a:lnTo>
                <a:lnTo>
                  <a:pt x="11696" y="283"/>
                </a:lnTo>
                <a:lnTo>
                  <a:pt x="14137" y="73"/>
                </a:lnTo>
                <a:lnTo>
                  <a:pt x="16582" y="0"/>
                </a:lnTo>
                <a:lnTo>
                  <a:pt x="19062" y="30"/>
                </a:lnTo>
                <a:lnTo>
                  <a:pt x="21600" y="142"/>
                </a:lnTo>
                <a:close/>
              </a:path>
            </a:pathLst>
          </a:custGeom>
          <a:solidFill>
            <a:srgbClr val="605C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2" name="contour_12060"/>
          <p:cNvSpPr/>
          <p:nvPr/>
        </p:nvSpPr>
        <p:spPr>
          <a:xfrm>
            <a:off x="1147301" y="464245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C7D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3" name="contour_12061"/>
          <p:cNvSpPr/>
          <p:nvPr/>
        </p:nvSpPr>
        <p:spPr>
          <a:xfrm>
            <a:off x="5017225" y="4613299"/>
            <a:ext cx="65592" cy="42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6" y="0"/>
                </a:lnTo>
                <a:lnTo>
                  <a:pt x="5582" y="0"/>
                </a:lnTo>
                <a:lnTo>
                  <a:pt x="7200" y="0"/>
                </a:lnTo>
                <a:lnTo>
                  <a:pt x="7507" y="745"/>
                </a:lnTo>
                <a:lnTo>
                  <a:pt x="8052" y="2060"/>
                </a:lnTo>
                <a:lnTo>
                  <a:pt x="9300" y="5068"/>
                </a:lnTo>
                <a:lnTo>
                  <a:pt x="10438" y="7398"/>
                </a:lnTo>
                <a:lnTo>
                  <a:pt x="11599" y="9396"/>
                </a:lnTo>
                <a:lnTo>
                  <a:pt x="12799" y="11121"/>
                </a:lnTo>
                <a:lnTo>
                  <a:pt x="14052" y="12614"/>
                </a:lnTo>
                <a:lnTo>
                  <a:pt x="15370" y="13933"/>
                </a:lnTo>
                <a:lnTo>
                  <a:pt x="16771" y="15120"/>
                </a:lnTo>
                <a:lnTo>
                  <a:pt x="18266" y="16233"/>
                </a:lnTo>
                <a:lnTo>
                  <a:pt x="19872" y="17321"/>
                </a:lnTo>
                <a:lnTo>
                  <a:pt x="21600" y="18430"/>
                </a:lnTo>
                <a:lnTo>
                  <a:pt x="19951" y="19208"/>
                </a:lnTo>
                <a:lnTo>
                  <a:pt x="18403" y="19901"/>
                </a:lnTo>
                <a:lnTo>
                  <a:pt x="16927" y="20494"/>
                </a:lnTo>
                <a:lnTo>
                  <a:pt x="15492" y="20977"/>
                </a:lnTo>
                <a:lnTo>
                  <a:pt x="14064" y="21331"/>
                </a:lnTo>
                <a:lnTo>
                  <a:pt x="12612" y="21541"/>
                </a:lnTo>
                <a:lnTo>
                  <a:pt x="11107" y="21600"/>
                </a:lnTo>
                <a:lnTo>
                  <a:pt x="9514" y="21489"/>
                </a:lnTo>
                <a:lnTo>
                  <a:pt x="7800" y="21195"/>
                </a:lnTo>
                <a:lnTo>
                  <a:pt x="6809" y="20280"/>
                </a:lnTo>
                <a:lnTo>
                  <a:pt x="5810" y="19363"/>
                </a:lnTo>
                <a:lnTo>
                  <a:pt x="4800" y="18430"/>
                </a:lnTo>
                <a:lnTo>
                  <a:pt x="4728" y="15688"/>
                </a:lnTo>
                <a:lnTo>
                  <a:pt x="4692" y="13741"/>
                </a:lnTo>
                <a:lnTo>
                  <a:pt x="4692" y="12061"/>
                </a:lnTo>
                <a:lnTo>
                  <a:pt x="4728" y="10114"/>
                </a:lnTo>
                <a:lnTo>
                  <a:pt x="4800" y="7372"/>
                </a:lnTo>
                <a:lnTo>
                  <a:pt x="3374" y="5887"/>
                </a:lnTo>
                <a:lnTo>
                  <a:pt x="2400" y="5009"/>
                </a:lnTo>
                <a:lnTo>
                  <a:pt x="1426" y="4390"/>
                </a:lnTo>
                <a:lnTo>
                  <a:pt x="0" y="3686"/>
                </a:lnTo>
                <a:lnTo>
                  <a:pt x="1190" y="1858"/>
                </a:lnTo>
                <a:lnTo>
                  <a:pt x="2400" y="0"/>
                </a:lnTo>
                <a:close/>
              </a:path>
            </a:pathLst>
          </a:custGeom>
          <a:solidFill>
            <a:srgbClr val="E7E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4" name="contour_12062"/>
          <p:cNvSpPr/>
          <p:nvPr/>
        </p:nvSpPr>
        <p:spPr>
          <a:xfrm>
            <a:off x="7998013" y="4598723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956" y="1337"/>
                </a:lnTo>
                <a:lnTo>
                  <a:pt x="18493" y="2678"/>
                </a:lnTo>
                <a:lnTo>
                  <a:pt x="20036" y="4031"/>
                </a:lnTo>
                <a:lnTo>
                  <a:pt x="21600" y="5400"/>
                </a:lnTo>
                <a:lnTo>
                  <a:pt x="19560" y="5400"/>
                </a:lnTo>
                <a:lnTo>
                  <a:pt x="17508" y="5400"/>
                </a:lnTo>
                <a:lnTo>
                  <a:pt x="15429" y="5400"/>
                </a:lnTo>
                <a:lnTo>
                  <a:pt x="15682" y="7071"/>
                </a:lnTo>
                <a:lnTo>
                  <a:pt x="15941" y="8756"/>
                </a:lnTo>
                <a:lnTo>
                  <a:pt x="16200" y="10462"/>
                </a:lnTo>
                <a:lnTo>
                  <a:pt x="16203" y="12658"/>
                </a:lnTo>
                <a:lnTo>
                  <a:pt x="16006" y="14145"/>
                </a:lnTo>
                <a:lnTo>
                  <a:pt x="15429" y="16200"/>
                </a:lnTo>
                <a:lnTo>
                  <a:pt x="13796" y="17258"/>
                </a:lnTo>
                <a:lnTo>
                  <a:pt x="12127" y="18185"/>
                </a:lnTo>
                <a:lnTo>
                  <a:pt x="10417" y="19005"/>
                </a:lnTo>
                <a:lnTo>
                  <a:pt x="8665" y="19737"/>
                </a:lnTo>
                <a:lnTo>
                  <a:pt x="6860" y="20398"/>
                </a:lnTo>
                <a:lnTo>
                  <a:pt x="5002" y="21014"/>
                </a:lnTo>
                <a:lnTo>
                  <a:pt x="3086" y="21600"/>
                </a:lnTo>
                <a:lnTo>
                  <a:pt x="2475" y="19996"/>
                </a:lnTo>
                <a:lnTo>
                  <a:pt x="1861" y="18387"/>
                </a:lnTo>
                <a:lnTo>
                  <a:pt x="1247" y="16772"/>
                </a:lnTo>
                <a:lnTo>
                  <a:pt x="626" y="15144"/>
                </a:lnTo>
                <a:lnTo>
                  <a:pt x="0" y="13500"/>
                </a:lnTo>
                <a:lnTo>
                  <a:pt x="645" y="13276"/>
                </a:lnTo>
                <a:lnTo>
                  <a:pt x="2592" y="12604"/>
                </a:lnTo>
                <a:lnTo>
                  <a:pt x="5647" y="11424"/>
                </a:lnTo>
                <a:lnTo>
                  <a:pt x="7980" y="10473"/>
                </a:lnTo>
                <a:lnTo>
                  <a:pt x="9726" y="9647"/>
                </a:lnTo>
                <a:lnTo>
                  <a:pt x="11031" y="8837"/>
                </a:lnTo>
                <a:lnTo>
                  <a:pt x="12034" y="7943"/>
                </a:lnTo>
                <a:lnTo>
                  <a:pt x="12880" y="6861"/>
                </a:lnTo>
                <a:lnTo>
                  <a:pt x="13707" y="5486"/>
                </a:lnTo>
                <a:lnTo>
                  <a:pt x="14657" y="3712"/>
                </a:lnTo>
                <a:lnTo>
                  <a:pt x="15040" y="1868"/>
                </a:lnTo>
                <a:lnTo>
                  <a:pt x="15429" y="0"/>
                </a:lnTo>
                <a:close/>
              </a:path>
            </a:pathLst>
          </a:custGeom>
          <a:solidFill>
            <a:srgbClr val="D9DD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5" name="contour_12063"/>
          <p:cNvSpPr/>
          <p:nvPr/>
        </p:nvSpPr>
        <p:spPr>
          <a:xfrm>
            <a:off x="10626850" y="4591435"/>
            <a:ext cx="385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2" y="0"/>
                </a:moveTo>
                <a:lnTo>
                  <a:pt x="3890" y="0"/>
                </a:lnTo>
                <a:lnTo>
                  <a:pt x="6604" y="0"/>
                </a:lnTo>
                <a:lnTo>
                  <a:pt x="9355" y="0"/>
                </a:lnTo>
                <a:lnTo>
                  <a:pt x="10367" y="1950"/>
                </a:lnTo>
                <a:lnTo>
                  <a:pt x="10894" y="3499"/>
                </a:lnTo>
                <a:lnTo>
                  <a:pt x="11396" y="5980"/>
                </a:lnTo>
                <a:lnTo>
                  <a:pt x="12057" y="8504"/>
                </a:lnTo>
                <a:lnTo>
                  <a:pt x="12584" y="10155"/>
                </a:lnTo>
                <a:lnTo>
                  <a:pt x="13437" y="12343"/>
                </a:lnTo>
                <a:lnTo>
                  <a:pt x="16004" y="13475"/>
                </a:lnTo>
                <a:lnTo>
                  <a:pt x="17706" y="14176"/>
                </a:lnTo>
                <a:lnTo>
                  <a:pt x="19318" y="14728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18853" y="21569"/>
                </a:lnTo>
                <a:lnTo>
                  <a:pt x="16192" y="21492"/>
                </a:lnTo>
                <a:lnTo>
                  <a:pt x="13600" y="21338"/>
                </a:lnTo>
                <a:lnTo>
                  <a:pt x="11069" y="21085"/>
                </a:lnTo>
                <a:lnTo>
                  <a:pt x="8580" y="20702"/>
                </a:lnTo>
                <a:lnTo>
                  <a:pt x="6114" y="20165"/>
                </a:lnTo>
                <a:lnTo>
                  <a:pt x="3657" y="19443"/>
                </a:lnTo>
                <a:lnTo>
                  <a:pt x="1192" y="18514"/>
                </a:lnTo>
                <a:lnTo>
                  <a:pt x="633" y="16431"/>
                </a:lnTo>
                <a:lnTo>
                  <a:pt x="261" y="14373"/>
                </a:lnTo>
                <a:lnTo>
                  <a:pt x="57" y="12331"/>
                </a:lnTo>
                <a:lnTo>
                  <a:pt x="0" y="10300"/>
                </a:lnTo>
                <a:lnTo>
                  <a:pt x="65" y="8270"/>
                </a:lnTo>
                <a:lnTo>
                  <a:pt x="237" y="6230"/>
                </a:lnTo>
                <a:lnTo>
                  <a:pt x="498" y="4178"/>
                </a:lnTo>
                <a:lnTo>
                  <a:pt x="820" y="2104"/>
                </a:lnTo>
                <a:lnTo>
                  <a:pt x="1192" y="0"/>
                </a:lnTo>
                <a:close/>
              </a:path>
            </a:pathLst>
          </a:custGeom>
          <a:solidFill>
            <a:srgbClr val="2D2E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6" name="contour_12064"/>
          <p:cNvSpPr/>
          <p:nvPr/>
        </p:nvSpPr>
        <p:spPr>
          <a:xfrm>
            <a:off x="3712674" y="4589992"/>
            <a:ext cx="51016" cy="524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594"/>
                </a:moveTo>
                <a:lnTo>
                  <a:pt x="19557" y="2827"/>
                </a:lnTo>
                <a:lnTo>
                  <a:pt x="20239" y="4411"/>
                </a:lnTo>
                <a:lnTo>
                  <a:pt x="20708" y="5780"/>
                </a:lnTo>
                <a:lnTo>
                  <a:pt x="21112" y="7364"/>
                </a:lnTo>
                <a:lnTo>
                  <a:pt x="21600" y="9597"/>
                </a:lnTo>
                <a:lnTo>
                  <a:pt x="20545" y="9831"/>
                </a:lnTo>
                <a:lnTo>
                  <a:pt x="17357" y="10533"/>
                </a:lnTo>
                <a:lnTo>
                  <a:pt x="15234" y="11511"/>
                </a:lnTo>
                <a:lnTo>
                  <a:pt x="13457" y="12549"/>
                </a:lnTo>
                <a:lnTo>
                  <a:pt x="11957" y="13681"/>
                </a:lnTo>
                <a:lnTo>
                  <a:pt x="10664" y="14926"/>
                </a:lnTo>
                <a:lnTo>
                  <a:pt x="9507" y="16313"/>
                </a:lnTo>
                <a:lnTo>
                  <a:pt x="8421" y="17870"/>
                </a:lnTo>
                <a:lnTo>
                  <a:pt x="7332" y="19625"/>
                </a:lnTo>
                <a:lnTo>
                  <a:pt x="6171" y="21600"/>
                </a:lnTo>
                <a:lnTo>
                  <a:pt x="5493" y="19619"/>
                </a:lnTo>
                <a:lnTo>
                  <a:pt x="4814" y="17636"/>
                </a:lnTo>
                <a:lnTo>
                  <a:pt x="4132" y="15652"/>
                </a:lnTo>
                <a:lnTo>
                  <a:pt x="3450" y="13663"/>
                </a:lnTo>
                <a:lnTo>
                  <a:pt x="2768" y="11667"/>
                </a:lnTo>
                <a:lnTo>
                  <a:pt x="2080" y="9663"/>
                </a:lnTo>
                <a:lnTo>
                  <a:pt x="1392" y="7652"/>
                </a:lnTo>
                <a:lnTo>
                  <a:pt x="697" y="5630"/>
                </a:lnTo>
                <a:lnTo>
                  <a:pt x="0" y="3595"/>
                </a:lnTo>
                <a:lnTo>
                  <a:pt x="3737" y="2389"/>
                </a:lnTo>
                <a:lnTo>
                  <a:pt x="6699" y="1455"/>
                </a:lnTo>
                <a:lnTo>
                  <a:pt x="9035" y="777"/>
                </a:lnTo>
                <a:lnTo>
                  <a:pt x="10902" y="324"/>
                </a:lnTo>
                <a:lnTo>
                  <a:pt x="12451" y="72"/>
                </a:lnTo>
                <a:lnTo>
                  <a:pt x="13836" y="0"/>
                </a:lnTo>
                <a:lnTo>
                  <a:pt x="15206" y="78"/>
                </a:lnTo>
                <a:lnTo>
                  <a:pt x="16715" y="285"/>
                </a:lnTo>
                <a:lnTo>
                  <a:pt x="18514" y="594"/>
                </a:lnTo>
                <a:close/>
              </a:path>
            </a:pathLst>
          </a:custGeom>
          <a:solidFill>
            <a:srgbClr val="B43F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7" name="contour_12065"/>
          <p:cNvSpPr/>
          <p:nvPr/>
        </p:nvSpPr>
        <p:spPr>
          <a:xfrm>
            <a:off x="1037982" y="4576859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06" y="0"/>
                </a:moveTo>
                <a:lnTo>
                  <a:pt x="13578" y="0"/>
                </a:lnTo>
                <a:lnTo>
                  <a:pt x="16972" y="0"/>
                </a:lnTo>
                <a:lnTo>
                  <a:pt x="20411" y="0"/>
                </a:lnTo>
                <a:lnTo>
                  <a:pt x="20881" y="2621"/>
                </a:lnTo>
                <a:lnTo>
                  <a:pt x="21263" y="5202"/>
                </a:lnTo>
                <a:lnTo>
                  <a:pt x="21513" y="7751"/>
                </a:lnTo>
                <a:lnTo>
                  <a:pt x="21600" y="10292"/>
                </a:lnTo>
                <a:lnTo>
                  <a:pt x="21467" y="12838"/>
                </a:lnTo>
                <a:lnTo>
                  <a:pt x="21090" y="15401"/>
                </a:lnTo>
                <a:lnTo>
                  <a:pt x="20411" y="18000"/>
                </a:lnTo>
                <a:lnTo>
                  <a:pt x="17166" y="19242"/>
                </a:lnTo>
                <a:lnTo>
                  <a:pt x="13910" y="20146"/>
                </a:lnTo>
                <a:lnTo>
                  <a:pt x="10604" y="20772"/>
                </a:lnTo>
                <a:lnTo>
                  <a:pt x="7210" y="21186"/>
                </a:lnTo>
                <a:lnTo>
                  <a:pt x="3689" y="21442"/>
                </a:lnTo>
                <a:lnTo>
                  <a:pt x="0" y="21600"/>
                </a:lnTo>
                <a:lnTo>
                  <a:pt x="546" y="19404"/>
                </a:lnTo>
                <a:lnTo>
                  <a:pt x="1102" y="17212"/>
                </a:lnTo>
                <a:lnTo>
                  <a:pt x="1664" y="15016"/>
                </a:lnTo>
                <a:lnTo>
                  <a:pt x="2235" y="12823"/>
                </a:lnTo>
                <a:lnTo>
                  <a:pt x="2858" y="10375"/>
                </a:lnTo>
                <a:lnTo>
                  <a:pt x="3490" y="7888"/>
                </a:lnTo>
                <a:lnTo>
                  <a:pt x="4501" y="5353"/>
                </a:lnTo>
                <a:lnTo>
                  <a:pt x="5536" y="3686"/>
                </a:lnTo>
                <a:lnTo>
                  <a:pt x="7231" y="2149"/>
                </a:lnTo>
                <a:lnTo>
                  <a:pt x="10206" y="0"/>
                </a:lnTo>
                <a:close/>
              </a:path>
            </a:pathLst>
          </a:custGeom>
          <a:solidFill>
            <a:srgbClr val="D4D4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8" name="contour_12066"/>
          <p:cNvSpPr/>
          <p:nvPr/>
        </p:nvSpPr>
        <p:spPr>
          <a:xfrm>
            <a:off x="1511701" y="4591435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8" y="115"/>
                </a:lnTo>
                <a:lnTo>
                  <a:pt x="7119" y="284"/>
                </a:lnTo>
                <a:lnTo>
                  <a:pt x="9069" y="526"/>
                </a:lnTo>
                <a:lnTo>
                  <a:pt x="10982" y="860"/>
                </a:lnTo>
                <a:lnTo>
                  <a:pt x="12874" y="1314"/>
                </a:lnTo>
                <a:lnTo>
                  <a:pt x="14753" y="1908"/>
                </a:lnTo>
                <a:lnTo>
                  <a:pt x="16632" y="2664"/>
                </a:lnTo>
                <a:lnTo>
                  <a:pt x="18514" y="3600"/>
                </a:lnTo>
                <a:lnTo>
                  <a:pt x="19317" y="5796"/>
                </a:lnTo>
                <a:lnTo>
                  <a:pt x="19965" y="7988"/>
                </a:lnTo>
                <a:lnTo>
                  <a:pt x="20474" y="10181"/>
                </a:lnTo>
                <a:lnTo>
                  <a:pt x="20863" y="12388"/>
                </a:lnTo>
                <a:lnTo>
                  <a:pt x="21149" y="14620"/>
                </a:lnTo>
                <a:lnTo>
                  <a:pt x="21356" y="16895"/>
                </a:lnTo>
                <a:lnTo>
                  <a:pt x="21501" y="19217"/>
                </a:lnTo>
                <a:lnTo>
                  <a:pt x="21600" y="21600"/>
                </a:lnTo>
                <a:lnTo>
                  <a:pt x="20073" y="20707"/>
                </a:lnTo>
                <a:lnTo>
                  <a:pt x="18536" y="19814"/>
                </a:lnTo>
                <a:lnTo>
                  <a:pt x="16993" y="18911"/>
                </a:lnTo>
                <a:lnTo>
                  <a:pt x="15429" y="18000"/>
                </a:lnTo>
                <a:lnTo>
                  <a:pt x="16194" y="16218"/>
                </a:lnTo>
                <a:lnTo>
                  <a:pt x="16959" y="14429"/>
                </a:lnTo>
                <a:lnTo>
                  <a:pt x="17734" y="12625"/>
                </a:lnTo>
                <a:lnTo>
                  <a:pt x="18514" y="10800"/>
                </a:lnTo>
                <a:lnTo>
                  <a:pt x="16478" y="10800"/>
                </a:lnTo>
                <a:lnTo>
                  <a:pt x="14438" y="10800"/>
                </a:lnTo>
                <a:lnTo>
                  <a:pt x="12398" y="10800"/>
                </a:lnTo>
                <a:lnTo>
                  <a:pt x="10353" y="10800"/>
                </a:lnTo>
                <a:lnTo>
                  <a:pt x="8301" y="10800"/>
                </a:lnTo>
                <a:lnTo>
                  <a:pt x="6239" y="10800"/>
                </a:lnTo>
                <a:lnTo>
                  <a:pt x="4172" y="10800"/>
                </a:lnTo>
                <a:lnTo>
                  <a:pt x="2092" y="10800"/>
                </a:lnTo>
                <a:lnTo>
                  <a:pt x="0" y="10800"/>
                </a:lnTo>
                <a:lnTo>
                  <a:pt x="611" y="8662"/>
                </a:lnTo>
                <a:lnTo>
                  <a:pt x="1225" y="6516"/>
                </a:lnTo>
                <a:lnTo>
                  <a:pt x="1839" y="4363"/>
                </a:lnTo>
                <a:lnTo>
                  <a:pt x="2459" y="2192"/>
                </a:lnTo>
                <a:lnTo>
                  <a:pt x="3086" y="0"/>
                </a:lnTo>
                <a:close/>
              </a:path>
            </a:pathLst>
          </a:custGeom>
          <a:solidFill>
            <a:srgbClr val="ACAE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69" name="contour_12067"/>
          <p:cNvSpPr/>
          <p:nvPr/>
        </p:nvSpPr>
        <p:spPr>
          <a:xfrm>
            <a:off x="11066258" y="458414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9220"/>
                </a:lnTo>
                <a:lnTo>
                  <a:pt x="8640" y="16826"/>
                </a:lnTo>
                <a:lnTo>
                  <a:pt x="8640" y="14400"/>
                </a:lnTo>
                <a:lnTo>
                  <a:pt x="6074" y="13079"/>
                </a:lnTo>
                <a:lnTo>
                  <a:pt x="4320" y="12262"/>
                </a:lnTo>
                <a:lnTo>
                  <a:pt x="2566" y="11617"/>
                </a:lnTo>
                <a:lnTo>
                  <a:pt x="0" y="10800"/>
                </a:lnTo>
                <a:lnTo>
                  <a:pt x="1961" y="8986"/>
                </a:lnTo>
                <a:lnTo>
                  <a:pt x="3944" y="7186"/>
                </a:lnTo>
                <a:lnTo>
                  <a:pt x="5940" y="5400"/>
                </a:lnTo>
                <a:lnTo>
                  <a:pt x="6774" y="4644"/>
                </a:lnTo>
                <a:lnTo>
                  <a:pt x="9279" y="2362"/>
                </a:lnTo>
                <a:lnTo>
                  <a:pt x="11146" y="1210"/>
                </a:lnTo>
                <a:lnTo>
                  <a:pt x="12718" y="511"/>
                </a:lnTo>
                <a:lnTo>
                  <a:pt x="14589" y="151"/>
                </a:lnTo>
                <a:lnTo>
                  <a:pt x="17353" y="18"/>
                </a:lnTo>
                <a:lnTo>
                  <a:pt x="21600" y="0"/>
                </a:lnTo>
                <a:close/>
              </a:path>
            </a:pathLst>
          </a:custGeom>
          <a:solidFill>
            <a:srgbClr val="FC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0" name="contour_12068"/>
          <p:cNvSpPr/>
          <p:nvPr/>
        </p:nvSpPr>
        <p:spPr>
          <a:xfrm>
            <a:off x="9862551" y="4569571"/>
            <a:ext cx="376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" y="0"/>
                </a:moveTo>
                <a:lnTo>
                  <a:pt x="1853" y="242"/>
                </a:lnTo>
                <a:lnTo>
                  <a:pt x="2949" y="467"/>
                </a:lnTo>
                <a:lnTo>
                  <a:pt x="4213" y="730"/>
                </a:lnTo>
                <a:lnTo>
                  <a:pt x="5886" y="1076"/>
                </a:lnTo>
                <a:lnTo>
                  <a:pt x="8217" y="1555"/>
                </a:lnTo>
                <a:lnTo>
                  <a:pt x="11446" y="2225"/>
                </a:lnTo>
                <a:lnTo>
                  <a:pt x="15827" y="3128"/>
                </a:lnTo>
                <a:lnTo>
                  <a:pt x="21600" y="4320"/>
                </a:lnTo>
                <a:lnTo>
                  <a:pt x="20416" y="6765"/>
                </a:lnTo>
                <a:lnTo>
                  <a:pt x="19232" y="9210"/>
                </a:lnTo>
                <a:lnTo>
                  <a:pt x="18044" y="11664"/>
                </a:lnTo>
                <a:lnTo>
                  <a:pt x="16852" y="14126"/>
                </a:lnTo>
                <a:lnTo>
                  <a:pt x="15651" y="16602"/>
                </a:lnTo>
                <a:lnTo>
                  <a:pt x="14446" y="19090"/>
                </a:lnTo>
                <a:lnTo>
                  <a:pt x="13233" y="21600"/>
                </a:lnTo>
                <a:lnTo>
                  <a:pt x="10120" y="21047"/>
                </a:lnTo>
                <a:lnTo>
                  <a:pt x="7911" y="20546"/>
                </a:lnTo>
                <a:lnTo>
                  <a:pt x="6003" y="19889"/>
                </a:lnTo>
                <a:lnTo>
                  <a:pt x="3795" y="18870"/>
                </a:lnTo>
                <a:lnTo>
                  <a:pt x="682" y="17280"/>
                </a:lnTo>
                <a:lnTo>
                  <a:pt x="213" y="14321"/>
                </a:lnTo>
                <a:lnTo>
                  <a:pt x="4" y="11487"/>
                </a:lnTo>
                <a:lnTo>
                  <a:pt x="0" y="8713"/>
                </a:lnTo>
                <a:lnTo>
                  <a:pt x="146" y="5923"/>
                </a:lnTo>
                <a:lnTo>
                  <a:pt x="393" y="3041"/>
                </a:lnTo>
                <a:lnTo>
                  <a:pt x="682" y="0"/>
                </a:lnTo>
                <a:close/>
              </a:path>
            </a:pathLst>
          </a:custGeom>
          <a:solidFill>
            <a:srgbClr val="2D2C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1" name="contour_12069"/>
          <p:cNvSpPr/>
          <p:nvPr/>
        </p:nvSpPr>
        <p:spPr>
          <a:xfrm>
            <a:off x="6729903" y="4554995"/>
            <a:ext cx="72880" cy="449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68" y="1844"/>
                </a:lnTo>
                <a:lnTo>
                  <a:pt x="11340" y="3716"/>
                </a:lnTo>
                <a:lnTo>
                  <a:pt x="12144" y="5347"/>
                </a:lnTo>
                <a:lnTo>
                  <a:pt x="12960" y="6998"/>
                </a:lnTo>
                <a:lnTo>
                  <a:pt x="14448" y="6690"/>
                </a:lnTo>
                <a:lnTo>
                  <a:pt x="15906" y="6242"/>
                </a:lnTo>
                <a:lnTo>
                  <a:pt x="17340" y="5672"/>
                </a:lnTo>
                <a:lnTo>
                  <a:pt x="18762" y="5011"/>
                </a:lnTo>
                <a:lnTo>
                  <a:pt x="20179" y="4279"/>
                </a:lnTo>
                <a:lnTo>
                  <a:pt x="21600" y="3499"/>
                </a:lnTo>
                <a:lnTo>
                  <a:pt x="21172" y="5578"/>
                </a:lnTo>
                <a:lnTo>
                  <a:pt x="20742" y="7663"/>
                </a:lnTo>
                <a:lnTo>
                  <a:pt x="20313" y="9756"/>
                </a:lnTo>
                <a:lnTo>
                  <a:pt x="19878" y="11865"/>
                </a:lnTo>
                <a:lnTo>
                  <a:pt x="19440" y="13996"/>
                </a:lnTo>
                <a:lnTo>
                  <a:pt x="18157" y="13304"/>
                </a:lnTo>
                <a:lnTo>
                  <a:pt x="16870" y="12607"/>
                </a:lnTo>
                <a:lnTo>
                  <a:pt x="15578" y="11911"/>
                </a:lnTo>
                <a:lnTo>
                  <a:pt x="14275" y="11208"/>
                </a:lnTo>
                <a:lnTo>
                  <a:pt x="12960" y="10497"/>
                </a:lnTo>
                <a:lnTo>
                  <a:pt x="12826" y="12233"/>
                </a:lnTo>
                <a:lnTo>
                  <a:pt x="12690" y="13975"/>
                </a:lnTo>
                <a:lnTo>
                  <a:pt x="12554" y="15746"/>
                </a:lnTo>
                <a:lnTo>
                  <a:pt x="11975" y="17482"/>
                </a:lnTo>
                <a:lnTo>
                  <a:pt x="11392" y="19224"/>
                </a:lnTo>
                <a:lnTo>
                  <a:pt x="10800" y="20995"/>
                </a:lnTo>
                <a:lnTo>
                  <a:pt x="9247" y="21341"/>
                </a:lnTo>
                <a:lnTo>
                  <a:pt x="7707" y="21534"/>
                </a:lnTo>
                <a:lnTo>
                  <a:pt x="6173" y="21600"/>
                </a:lnTo>
                <a:lnTo>
                  <a:pt x="4642" y="21558"/>
                </a:lnTo>
                <a:lnTo>
                  <a:pt x="3106" y="21429"/>
                </a:lnTo>
                <a:lnTo>
                  <a:pt x="1562" y="21233"/>
                </a:lnTo>
                <a:lnTo>
                  <a:pt x="0" y="20995"/>
                </a:lnTo>
                <a:lnTo>
                  <a:pt x="1071" y="20561"/>
                </a:lnTo>
                <a:lnTo>
                  <a:pt x="2147" y="20127"/>
                </a:lnTo>
                <a:lnTo>
                  <a:pt x="3240" y="19682"/>
                </a:lnTo>
                <a:lnTo>
                  <a:pt x="3715" y="19361"/>
                </a:lnTo>
                <a:lnTo>
                  <a:pt x="4555" y="18794"/>
                </a:lnTo>
                <a:lnTo>
                  <a:pt x="6480" y="17496"/>
                </a:lnTo>
                <a:lnTo>
                  <a:pt x="6480" y="15183"/>
                </a:lnTo>
                <a:lnTo>
                  <a:pt x="6480" y="12856"/>
                </a:lnTo>
                <a:lnTo>
                  <a:pt x="6480" y="10497"/>
                </a:lnTo>
                <a:lnTo>
                  <a:pt x="7908" y="10497"/>
                </a:lnTo>
                <a:lnTo>
                  <a:pt x="9344" y="10497"/>
                </a:lnTo>
                <a:lnTo>
                  <a:pt x="10800" y="10497"/>
                </a:lnTo>
                <a:lnTo>
                  <a:pt x="10800" y="8419"/>
                </a:lnTo>
                <a:lnTo>
                  <a:pt x="10800" y="6333"/>
                </a:lnTo>
                <a:lnTo>
                  <a:pt x="10800" y="4241"/>
                </a:lnTo>
                <a:lnTo>
                  <a:pt x="10800" y="2131"/>
                </a:lnTo>
                <a:lnTo>
                  <a:pt x="10800" y="0"/>
                </a:lnTo>
                <a:close/>
              </a:path>
            </a:pathLst>
          </a:custGeom>
          <a:solidFill>
            <a:srgbClr val="6161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2" name="contour_12070"/>
          <p:cNvSpPr/>
          <p:nvPr/>
        </p:nvSpPr>
        <p:spPr>
          <a:xfrm>
            <a:off x="6554277" y="4533131"/>
            <a:ext cx="2986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8918" y="535"/>
                </a:lnTo>
                <a:lnTo>
                  <a:pt x="12060" y="1072"/>
                </a:lnTo>
                <a:lnTo>
                  <a:pt x="15212" y="1609"/>
                </a:lnTo>
                <a:lnTo>
                  <a:pt x="18390" y="2152"/>
                </a:lnTo>
                <a:lnTo>
                  <a:pt x="21600" y="2700"/>
                </a:lnTo>
                <a:lnTo>
                  <a:pt x="20699" y="4290"/>
                </a:lnTo>
                <a:lnTo>
                  <a:pt x="19787" y="5878"/>
                </a:lnTo>
                <a:lnTo>
                  <a:pt x="18864" y="7465"/>
                </a:lnTo>
                <a:lnTo>
                  <a:pt x="17931" y="9050"/>
                </a:lnTo>
                <a:lnTo>
                  <a:pt x="16988" y="10633"/>
                </a:lnTo>
                <a:lnTo>
                  <a:pt x="16134" y="12107"/>
                </a:lnTo>
                <a:lnTo>
                  <a:pt x="15270" y="13589"/>
                </a:lnTo>
                <a:lnTo>
                  <a:pt x="14395" y="15093"/>
                </a:lnTo>
                <a:lnTo>
                  <a:pt x="12376" y="17323"/>
                </a:lnTo>
                <a:lnTo>
                  <a:pt x="10768" y="18657"/>
                </a:lnTo>
                <a:lnTo>
                  <a:pt x="8729" y="19626"/>
                </a:lnTo>
                <a:lnTo>
                  <a:pt x="5418" y="20766"/>
                </a:lnTo>
                <a:lnTo>
                  <a:pt x="2983" y="21179"/>
                </a:lnTo>
                <a:lnTo>
                  <a:pt x="517" y="21600"/>
                </a:lnTo>
                <a:lnTo>
                  <a:pt x="437" y="20047"/>
                </a:lnTo>
                <a:lnTo>
                  <a:pt x="364" y="18495"/>
                </a:lnTo>
                <a:lnTo>
                  <a:pt x="300" y="16942"/>
                </a:lnTo>
                <a:lnTo>
                  <a:pt x="242" y="15390"/>
                </a:lnTo>
                <a:lnTo>
                  <a:pt x="190" y="13838"/>
                </a:lnTo>
                <a:lnTo>
                  <a:pt x="127" y="12396"/>
                </a:lnTo>
                <a:lnTo>
                  <a:pt x="63" y="10943"/>
                </a:lnTo>
                <a:lnTo>
                  <a:pt x="0" y="9472"/>
                </a:lnTo>
                <a:lnTo>
                  <a:pt x="327" y="7625"/>
                </a:lnTo>
                <a:lnTo>
                  <a:pt x="833" y="5994"/>
                </a:lnTo>
                <a:lnTo>
                  <a:pt x="1576" y="4501"/>
                </a:lnTo>
                <a:lnTo>
                  <a:pt x="2614" y="3059"/>
                </a:lnTo>
                <a:lnTo>
                  <a:pt x="3995" y="1588"/>
                </a:lnTo>
                <a:lnTo>
                  <a:pt x="5787" y="0"/>
                </a:lnTo>
                <a:close/>
              </a:path>
            </a:pathLst>
          </a:custGeom>
          <a:solidFill>
            <a:srgbClr val="B4C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3" name="contour_12071"/>
          <p:cNvSpPr/>
          <p:nvPr/>
        </p:nvSpPr>
        <p:spPr>
          <a:xfrm>
            <a:off x="6606007" y="4547816"/>
            <a:ext cx="65592" cy="436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19" y="29"/>
                </a:moveTo>
                <a:lnTo>
                  <a:pt x="12101" y="451"/>
                </a:lnTo>
                <a:lnTo>
                  <a:pt x="13392" y="873"/>
                </a:lnTo>
                <a:lnTo>
                  <a:pt x="14700" y="1299"/>
                </a:lnTo>
                <a:lnTo>
                  <a:pt x="15994" y="1700"/>
                </a:lnTo>
                <a:lnTo>
                  <a:pt x="17299" y="2104"/>
                </a:lnTo>
                <a:lnTo>
                  <a:pt x="18619" y="2512"/>
                </a:lnTo>
                <a:lnTo>
                  <a:pt x="20098" y="3028"/>
                </a:lnTo>
                <a:lnTo>
                  <a:pt x="21600" y="3555"/>
                </a:lnTo>
                <a:lnTo>
                  <a:pt x="20261" y="4526"/>
                </a:lnTo>
                <a:lnTo>
                  <a:pt x="18914" y="5500"/>
                </a:lnTo>
                <a:lnTo>
                  <a:pt x="17551" y="6485"/>
                </a:lnTo>
                <a:lnTo>
                  <a:pt x="16044" y="7637"/>
                </a:lnTo>
                <a:lnTo>
                  <a:pt x="14549" y="8810"/>
                </a:lnTo>
                <a:lnTo>
                  <a:pt x="13066" y="10011"/>
                </a:lnTo>
                <a:lnTo>
                  <a:pt x="11590" y="11238"/>
                </a:lnTo>
                <a:lnTo>
                  <a:pt x="10123" y="12484"/>
                </a:lnTo>
                <a:lnTo>
                  <a:pt x="8664" y="13747"/>
                </a:lnTo>
                <a:lnTo>
                  <a:pt x="7212" y="15028"/>
                </a:lnTo>
                <a:lnTo>
                  <a:pt x="5765" y="16324"/>
                </a:lnTo>
                <a:lnTo>
                  <a:pt x="4320" y="17630"/>
                </a:lnTo>
                <a:lnTo>
                  <a:pt x="2878" y="18947"/>
                </a:lnTo>
                <a:lnTo>
                  <a:pt x="1438" y="20272"/>
                </a:lnTo>
                <a:lnTo>
                  <a:pt x="0" y="21600"/>
                </a:lnTo>
                <a:lnTo>
                  <a:pt x="725" y="16190"/>
                </a:lnTo>
                <a:lnTo>
                  <a:pt x="1356" y="11762"/>
                </a:lnTo>
                <a:lnTo>
                  <a:pt x="1942" y="8218"/>
                </a:lnTo>
                <a:lnTo>
                  <a:pt x="2530" y="5460"/>
                </a:lnTo>
                <a:lnTo>
                  <a:pt x="3168" y="3392"/>
                </a:lnTo>
                <a:lnTo>
                  <a:pt x="3907" y="1920"/>
                </a:lnTo>
                <a:lnTo>
                  <a:pt x="4798" y="938"/>
                </a:lnTo>
                <a:lnTo>
                  <a:pt x="5885" y="357"/>
                </a:lnTo>
                <a:lnTo>
                  <a:pt x="7217" y="79"/>
                </a:lnTo>
                <a:lnTo>
                  <a:pt x="8846" y="0"/>
                </a:lnTo>
                <a:lnTo>
                  <a:pt x="10819" y="29"/>
                </a:lnTo>
                <a:close/>
              </a:path>
            </a:pathLst>
          </a:custGeom>
          <a:solidFill>
            <a:srgbClr val="F0F3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4" name="contour_12072"/>
          <p:cNvSpPr/>
          <p:nvPr/>
        </p:nvSpPr>
        <p:spPr>
          <a:xfrm>
            <a:off x="6708039" y="4496691"/>
            <a:ext cx="43728" cy="66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3" y="1464"/>
                </a:lnTo>
                <a:lnTo>
                  <a:pt x="1789" y="2939"/>
                </a:lnTo>
                <a:lnTo>
                  <a:pt x="2700" y="4433"/>
                </a:lnTo>
                <a:lnTo>
                  <a:pt x="4025" y="6037"/>
                </a:lnTo>
                <a:lnTo>
                  <a:pt x="5450" y="7436"/>
                </a:lnTo>
                <a:lnTo>
                  <a:pt x="6988" y="8657"/>
                </a:lnTo>
                <a:lnTo>
                  <a:pt x="8644" y="9718"/>
                </a:lnTo>
                <a:lnTo>
                  <a:pt x="10429" y="10650"/>
                </a:lnTo>
                <a:lnTo>
                  <a:pt x="12352" y="11475"/>
                </a:lnTo>
                <a:lnTo>
                  <a:pt x="14422" y="12215"/>
                </a:lnTo>
                <a:lnTo>
                  <a:pt x="16646" y="12899"/>
                </a:lnTo>
                <a:lnTo>
                  <a:pt x="19037" y="13549"/>
                </a:lnTo>
                <a:lnTo>
                  <a:pt x="21600" y="14187"/>
                </a:lnTo>
                <a:lnTo>
                  <a:pt x="21031" y="15946"/>
                </a:lnTo>
                <a:lnTo>
                  <a:pt x="20560" y="17195"/>
                </a:lnTo>
                <a:lnTo>
                  <a:pt x="20012" y="18273"/>
                </a:lnTo>
                <a:lnTo>
                  <a:pt x="19217" y="19522"/>
                </a:lnTo>
                <a:lnTo>
                  <a:pt x="18000" y="21281"/>
                </a:lnTo>
                <a:lnTo>
                  <a:pt x="15214" y="21494"/>
                </a:lnTo>
                <a:lnTo>
                  <a:pt x="13259" y="21600"/>
                </a:lnTo>
                <a:lnTo>
                  <a:pt x="11617" y="21600"/>
                </a:lnTo>
                <a:lnTo>
                  <a:pt x="9770" y="21494"/>
                </a:lnTo>
                <a:lnTo>
                  <a:pt x="7200" y="21281"/>
                </a:lnTo>
                <a:lnTo>
                  <a:pt x="7200" y="19876"/>
                </a:lnTo>
                <a:lnTo>
                  <a:pt x="7200" y="18467"/>
                </a:lnTo>
                <a:lnTo>
                  <a:pt x="7200" y="17053"/>
                </a:lnTo>
                <a:lnTo>
                  <a:pt x="7200" y="15627"/>
                </a:lnTo>
                <a:lnTo>
                  <a:pt x="7200" y="14187"/>
                </a:lnTo>
                <a:lnTo>
                  <a:pt x="4820" y="14187"/>
                </a:lnTo>
                <a:lnTo>
                  <a:pt x="2426" y="14187"/>
                </a:lnTo>
                <a:lnTo>
                  <a:pt x="0" y="14187"/>
                </a:lnTo>
                <a:lnTo>
                  <a:pt x="0" y="12627"/>
                </a:lnTo>
                <a:lnTo>
                  <a:pt x="0" y="11064"/>
                </a:lnTo>
                <a:lnTo>
                  <a:pt x="0" y="9501"/>
                </a:lnTo>
                <a:lnTo>
                  <a:pt x="0" y="7933"/>
                </a:lnTo>
                <a:lnTo>
                  <a:pt x="0" y="6361"/>
                </a:lnTo>
                <a:lnTo>
                  <a:pt x="0" y="4781"/>
                </a:lnTo>
                <a:lnTo>
                  <a:pt x="0" y="3197"/>
                </a:lnTo>
                <a:lnTo>
                  <a:pt x="0" y="1603"/>
                </a:lnTo>
                <a:lnTo>
                  <a:pt x="0" y="0"/>
                </a:lnTo>
                <a:close/>
              </a:path>
            </a:pathLst>
          </a:custGeom>
          <a:solidFill>
            <a:srgbClr val="DB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5" name="contour_12073"/>
          <p:cNvSpPr/>
          <p:nvPr/>
        </p:nvSpPr>
        <p:spPr>
          <a:xfrm>
            <a:off x="4361306" y="4503979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4" y="0"/>
                </a:lnTo>
                <a:lnTo>
                  <a:pt x="6437" y="0"/>
                </a:lnTo>
                <a:lnTo>
                  <a:pt x="8608" y="0"/>
                </a:lnTo>
                <a:lnTo>
                  <a:pt x="10800" y="0"/>
                </a:lnTo>
                <a:lnTo>
                  <a:pt x="10588" y="1867"/>
                </a:lnTo>
                <a:lnTo>
                  <a:pt x="10379" y="3737"/>
                </a:lnTo>
                <a:lnTo>
                  <a:pt x="10166" y="5604"/>
                </a:lnTo>
                <a:lnTo>
                  <a:pt x="9958" y="7474"/>
                </a:lnTo>
                <a:lnTo>
                  <a:pt x="9745" y="9340"/>
                </a:lnTo>
                <a:lnTo>
                  <a:pt x="10267" y="10831"/>
                </a:lnTo>
                <a:lnTo>
                  <a:pt x="10800" y="12343"/>
                </a:lnTo>
                <a:lnTo>
                  <a:pt x="12938" y="12954"/>
                </a:lnTo>
                <a:lnTo>
                  <a:pt x="15084" y="13568"/>
                </a:lnTo>
                <a:lnTo>
                  <a:pt x="17237" y="14182"/>
                </a:lnTo>
                <a:lnTo>
                  <a:pt x="19408" y="14802"/>
                </a:lnTo>
                <a:lnTo>
                  <a:pt x="21600" y="15429"/>
                </a:lnTo>
                <a:lnTo>
                  <a:pt x="19224" y="16107"/>
                </a:lnTo>
                <a:lnTo>
                  <a:pt x="16844" y="16786"/>
                </a:lnTo>
                <a:lnTo>
                  <a:pt x="14465" y="17468"/>
                </a:lnTo>
                <a:lnTo>
                  <a:pt x="12078" y="18150"/>
                </a:lnTo>
                <a:lnTo>
                  <a:pt x="9684" y="18832"/>
                </a:lnTo>
                <a:lnTo>
                  <a:pt x="7279" y="19520"/>
                </a:lnTo>
                <a:lnTo>
                  <a:pt x="4867" y="20208"/>
                </a:lnTo>
                <a:lnTo>
                  <a:pt x="2441" y="20903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7972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6" name="contour_12074"/>
          <p:cNvSpPr/>
          <p:nvPr/>
        </p:nvSpPr>
        <p:spPr>
          <a:xfrm>
            <a:off x="10126107" y="4496691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831" y="1116"/>
                </a:lnTo>
                <a:lnTo>
                  <a:pt x="10414" y="2251"/>
                </a:lnTo>
                <a:lnTo>
                  <a:pt x="11732" y="3785"/>
                </a:lnTo>
                <a:lnTo>
                  <a:pt x="13071" y="4913"/>
                </a:lnTo>
                <a:lnTo>
                  <a:pt x="14561" y="5770"/>
                </a:lnTo>
                <a:lnTo>
                  <a:pt x="16333" y="6487"/>
                </a:lnTo>
                <a:lnTo>
                  <a:pt x="18514" y="7200"/>
                </a:lnTo>
                <a:lnTo>
                  <a:pt x="16475" y="7200"/>
                </a:lnTo>
                <a:lnTo>
                  <a:pt x="14423" y="7200"/>
                </a:lnTo>
                <a:lnTo>
                  <a:pt x="12343" y="7200"/>
                </a:lnTo>
                <a:lnTo>
                  <a:pt x="13259" y="8626"/>
                </a:lnTo>
                <a:lnTo>
                  <a:pt x="14176" y="10051"/>
                </a:lnTo>
                <a:lnTo>
                  <a:pt x="15095" y="11482"/>
                </a:lnTo>
                <a:lnTo>
                  <a:pt x="16015" y="12912"/>
                </a:lnTo>
                <a:lnTo>
                  <a:pt x="16937" y="14345"/>
                </a:lnTo>
                <a:lnTo>
                  <a:pt x="17860" y="15785"/>
                </a:lnTo>
                <a:lnTo>
                  <a:pt x="18789" y="17230"/>
                </a:lnTo>
                <a:lnTo>
                  <a:pt x="19721" y="18679"/>
                </a:lnTo>
                <a:lnTo>
                  <a:pt x="20659" y="20136"/>
                </a:lnTo>
                <a:lnTo>
                  <a:pt x="21600" y="21600"/>
                </a:lnTo>
                <a:lnTo>
                  <a:pt x="19767" y="21125"/>
                </a:lnTo>
                <a:lnTo>
                  <a:pt x="17928" y="20647"/>
                </a:lnTo>
                <a:lnTo>
                  <a:pt x="16083" y="20170"/>
                </a:lnTo>
                <a:lnTo>
                  <a:pt x="14222" y="19687"/>
                </a:lnTo>
                <a:lnTo>
                  <a:pt x="12343" y="19200"/>
                </a:lnTo>
                <a:lnTo>
                  <a:pt x="12343" y="17614"/>
                </a:lnTo>
                <a:lnTo>
                  <a:pt x="12343" y="16018"/>
                </a:lnTo>
                <a:lnTo>
                  <a:pt x="12343" y="14400"/>
                </a:lnTo>
                <a:lnTo>
                  <a:pt x="10303" y="14400"/>
                </a:lnTo>
                <a:lnTo>
                  <a:pt x="8251" y="14400"/>
                </a:lnTo>
                <a:lnTo>
                  <a:pt x="6171" y="14400"/>
                </a:lnTo>
                <a:lnTo>
                  <a:pt x="6298" y="13260"/>
                </a:lnTo>
                <a:lnTo>
                  <a:pt x="6428" y="12113"/>
                </a:lnTo>
                <a:lnTo>
                  <a:pt x="6557" y="10949"/>
                </a:lnTo>
                <a:lnTo>
                  <a:pt x="6431" y="9710"/>
                </a:lnTo>
                <a:lnTo>
                  <a:pt x="6301" y="8465"/>
                </a:lnTo>
                <a:lnTo>
                  <a:pt x="6171" y="7200"/>
                </a:lnTo>
                <a:lnTo>
                  <a:pt x="4339" y="6233"/>
                </a:lnTo>
                <a:lnTo>
                  <a:pt x="3086" y="5662"/>
                </a:lnTo>
                <a:lnTo>
                  <a:pt x="1833" y="5258"/>
                </a:lnTo>
                <a:lnTo>
                  <a:pt x="0" y="4800"/>
                </a:lnTo>
                <a:lnTo>
                  <a:pt x="1833" y="4800"/>
                </a:lnTo>
                <a:lnTo>
                  <a:pt x="3672" y="4800"/>
                </a:lnTo>
                <a:lnTo>
                  <a:pt x="5517" y="4800"/>
                </a:lnTo>
                <a:lnTo>
                  <a:pt x="7378" y="4800"/>
                </a:lnTo>
                <a:lnTo>
                  <a:pt x="9257" y="4800"/>
                </a:lnTo>
                <a:lnTo>
                  <a:pt x="9257" y="3214"/>
                </a:lnTo>
                <a:lnTo>
                  <a:pt x="9257" y="1618"/>
                </a:lnTo>
                <a:lnTo>
                  <a:pt x="9257" y="0"/>
                </a:lnTo>
                <a:close/>
              </a:path>
            </a:pathLst>
          </a:custGeom>
          <a:solidFill>
            <a:srgbClr val="6F70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7" name="contour_12075"/>
          <p:cNvSpPr/>
          <p:nvPr/>
        </p:nvSpPr>
        <p:spPr>
          <a:xfrm>
            <a:off x="1635597" y="4518555"/>
            <a:ext cx="45382" cy="440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75" y="0"/>
                </a:moveTo>
                <a:lnTo>
                  <a:pt x="16168" y="0"/>
                </a:lnTo>
                <a:lnTo>
                  <a:pt x="18475" y="0"/>
                </a:lnTo>
                <a:lnTo>
                  <a:pt x="20813" y="0"/>
                </a:lnTo>
                <a:lnTo>
                  <a:pt x="21128" y="2608"/>
                </a:lnTo>
                <a:lnTo>
                  <a:pt x="21381" y="5169"/>
                </a:lnTo>
                <a:lnTo>
                  <a:pt x="21548" y="7702"/>
                </a:lnTo>
                <a:lnTo>
                  <a:pt x="21600" y="10224"/>
                </a:lnTo>
                <a:lnTo>
                  <a:pt x="21513" y="12753"/>
                </a:lnTo>
                <a:lnTo>
                  <a:pt x="21257" y="15300"/>
                </a:lnTo>
                <a:lnTo>
                  <a:pt x="20813" y="17887"/>
                </a:lnTo>
                <a:lnTo>
                  <a:pt x="18645" y="19375"/>
                </a:lnTo>
                <a:lnTo>
                  <a:pt x="16477" y="20445"/>
                </a:lnTo>
                <a:lnTo>
                  <a:pt x="14267" y="21139"/>
                </a:lnTo>
                <a:lnTo>
                  <a:pt x="11971" y="21507"/>
                </a:lnTo>
                <a:lnTo>
                  <a:pt x="9543" y="21600"/>
                </a:lnTo>
                <a:lnTo>
                  <a:pt x="6938" y="21464"/>
                </a:lnTo>
                <a:lnTo>
                  <a:pt x="4391" y="19464"/>
                </a:lnTo>
                <a:lnTo>
                  <a:pt x="2817" y="18055"/>
                </a:lnTo>
                <a:lnTo>
                  <a:pt x="1571" y="16560"/>
                </a:lnTo>
                <a:lnTo>
                  <a:pt x="0" y="14309"/>
                </a:lnTo>
                <a:lnTo>
                  <a:pt x="1505" y="14109"/>
                </a:lnTo>
                <a:lnTo>
                  <a:pt x="3035" y="13905"/>
                </a:lnTo>
                <a:lnTo>
                  <a:pt x="5318" y="13469"/>
                </a:lnTo>
                <a:lnTo>
                  <a:pt x="7503" y="12986"/>
                </a:lnTo>
                <a:lnTo>
                  <a:pt x="9633" y="12403"/>
                </a:lnTo>
                <a:lnTo>
                  <a:pt x="11742" y="11669"/>
                </a:lnTo>
                <a:lnTo>
                  <a:pt x="13875" y="10732"/>
                </a:lnTo>
                <a:lnTo>
                  <a:pt x="14291" y="7963"/>
                </a:lnTo>
                <a:lnTo>
                  <a:pt x="14499" y="6021"/>
                </a:lnTo>
                <a:lnTo>
                  <a:pt x="14499" y="4389"/>
                </a:lnTo>
                <a:lnTo>
                  <a:pt x="14291" y="2554"/>
                </a:lnTo>
                <a:lnTo>
                  <a:pt x="13875" y="0"/>
                </a:lnTo>
                <a:close/>
              </a:path>
            </a:pathLst>
          </a:custGeom>
          <a:solidFill>
            <a:srgbClr val="F5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8" name="contour_12076"/>
          <p:cNvSpPr/>
          <p:nvPr/>
        </p:nvSpPr>
        <p:spPr>
          <a:xfrm>
            <a:off x="1787005" y="4503979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853" y="0"/>
                </a:lnTo>
                <a:lnTo>
                  <a:pt x="6780" y="0"/>
                </a:lnTo>
                <a:lnTo>
                  <a:pt x="9715" y="0"/>
                </a:lnTo>
                <a:lnTo>
                  <a:pt x="12662" y="0"/>
                </a:lnTo>
                <a:lnTo>
                  <a:pt x="15622" y="0"/>
                </a:lnTo>
                <a:lnTo>
                  <a:pt x="18599" y="0"/>
                </a:lnTo>
                <a:lnTo>
                  <a:pt x="21600" y="0"/>
                </a:lnTo>
                <a:lnTo>
                  <a:pt x="21087" y="2674"/>
                </a:lnTo>
                <a:lnTo>
                  <a:pt x="20575" y="5348"/>
                </a:lnTo>
                <a:lnTo>
                  <a:pt x="20062" y="8031"/>
                </a:lnTo>
                <a:lnTo>
                  <a:pt x="19550" y="10718"/>
                </a:lnTo>
                <a:lnTo>
                  <a:pt x="19033" y="13418"/>
                </a:lnTo>
                <a:lnTo>
                  <a:pt x="18512" y="16131"/>
                </a:lnTo>
                <a:lnTo>
                  <a:pt x="17991" y="18857"/>
                </a:lnTo>
                <a:lnTo>
                  <a:pt x="17466" y="21600"/>
                </a:lnTo>
                <a:lnTo>
                  <a:pt x="12534" y="20948"/>
                </a:lnTo>
                <a:lnTo>
                  <a:pt x="9086" y="20425"/>
                </a:lnTo>
                <a:lnTo>
                  <a:pt x="6660" y="19920"/>
                </a:lnTo>
                <a:lnTo>
                  <a:pt x="4795" y="19306"/>
                </a:lnTo>
                <a:lnTo>
                  <a:pt x="3043" y="18468"/>
                </a:lnTo>
                <a:lnTo>
                  <a:pt x="930" y="17280"/>
                </a:lnTo>
                <a:lnTo>
                  <a:pt x="298" y="14282"/>
                </a:lnTo>
                <a:lnTo>
                  <a:pt x="12" y="11478"/>
                </a:lnTo>
                <a:lnTo>
                  <a:pt x="0" y="8761"/>
                </a:lnTo>
                <a:lnTo>
                  <a:pt x="198" y="6018"/>
                </a:lnTo>
                <a:lnTo>
                  <a:pt x="533" y="3132"/>
                </a:lnTo>
                <a:lnTo>
                  <a:pt x="930" y="0"/>
                </a:lnTo>
                <a:close/>
              </a:path>
            </a:pathLst>
          </a:custGeom>
          <a:solidFill>
            <a:srgbClr val="FA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79" name="contour_12077"/>
          <p:cNvSpPr/>
          <p:nvPr/>
        </p:nvSpPr>
        <p:spPr>
          <a:xfrm>
            <a:off x="9805435" y="4474827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611"/>
                </a:lnTo>
                <a:lnTo>
                  <a:pt x="15084" y="1225"/>
                </a:lnTo>
                <a:lnTo>
                  <a:pt x="17237" y="1839"/>
                </a:lnTo>
                <a:lnTo>
                  <a:pt x="19408" y="2459"/>
                </a:lnTo>
                <a:lnTo>
                  <a:pt x="21600" y="3086"/>
                </a:lnTo>
                <a:lnTo>
                  <a:pt x="21258" y="5227"/>
                </a:lnTo>
                <a:lnTo>
                  <a:pt x="20862" y="7329"/>
                </a:lnTo>
                <a:lnTo>
                  <a:pt x="20376" y="9393"/>
                </a:lnTo>
                <a:lnTo>
                  <a:pt x="19760" y="11426"/>
                </a:lnTo>
                <a:lnTo>
                  <a:pt x="18983" y="13438"/>
                </a:lnTo>
                <a:lnTo>
                  <a:pt x="18000" y="15429"/>
                </a:lnTo>
                <a:lnTo>
                  <a:pt x="15322" y="15614"/>
                </a:lnTo>
                <a:lnTo>
                  <a:pt x="13421" y="15706"/>
                </a:lnTo>
                <a:lnTo>
                  <a:pt x="11779" y="15706"/>
                </a:lnTo>
                <a:lnTo>
                  <a:pt x="9878" y="15614"/>
                </a:lnTo>
                <a:lnTo>
                  <a:pt x="7200" y="15429"/>
                </a:lnTo>
                <a:lnTo>
                  <a:pt x="5749" y="17261"/>
                </a:lnTo>
                <a:lnTo>
                  <a:pt x="4892" y="18514"/>
                </a:lnTo>
                <a:lnTo>
                  <a:pt x="4288" y="19767"/>
                </a:lnTo>
                <a:lnTo>
                  <a:pt x="3600" y="21600"/>
                </a:lnTo>
                <a:lnTo>
                  <a:pt x="2887" y="19767"/>
                </a:lnTo>
                <a:lnTo>
                  <a:pt x="2171" y="17928"/>
                </a:lnTo>
                <a:lnTo>
                  <a:pt x="1454" y="16083"/>
                </a:lnTo>
                <a:lnTo>
                  <a:pt x="731" y="14222"/>
                </a:lnTo>
                <a:lnTo>
                  <a:pt x="0" y="12343"/>
                </a:lnTo>
                <a:lnTo>
                  <a:pt x="2380" y="12343"/>
                </a:lnTo>
                <a:lnTo>
                  <a:pt x="4774" y="12343"/>
                </a:lnTo>
                <a:lnTo>
                  <a:pt x="7200" y="12343"/>
                </a:lnTo>
                <a:lnTo>
                  <a:pt x="8276" y="10316"/>
                </a:lnTo>
                <a:lnTo>
                  <a:pt x="8860" y="8714"/>
                </a:lnTo>
                <a:lnTo>
                  <a:pt x="9450" y="6171"/>
                </a:lnTo>
                <a:lnTo>
                  <a:pt x="9857" y="4450"/>
                </a:lnTo>
                <a:lnTo>
                  <a:pt x="10267" y="2700"/>
                </a:lnTo>
                <a:lnTo>
                  <a:pt x="10534" y="1361"/>
                </a:lnTo>
                <a:lnTo>
                  <a:pt x="10800" y="0"/>
                </a:lnTo>
                <a:close/>
              </a:path>
            </a:pathLst>
          </a:custGeom>
          <a:solidFill>
            <a:srgbClr val="766E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0" name="contour_12078"/>
          <p:cNvSpPr/>
          <p:nvPr/>
        </p:nvSpPr>
        <p:spPr>
          <a:xfrm>
            <a:off x="1460685" y="4474827"/>
            <a:ext cx="65592" cy="29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403"/>
                </a:lnTo>
                <a:lnTo>
                  <a:pt x="3290" y="806"/>
                </a:lnTo>
                <a:lnTo>
                  <a:pt x="4937" y="1214"/>
                </a:lnTo>
                <a:lnTo>
                  <a:pt x="6586" y="1617"/>
                </a:lnTo>
                <a:lnTo>
                  <a:pt x="8237" y="2020"/>
                </a:lnTo>
                <a:lnTo>
                  <a:pt x="9890" y="2428"/>
                </a:lnTo>
                <a:lnTo>
                  <a:pt x="11549" y="2837"/>
                </a:lnTo>
                <a:lnTo>
                  <a:pt x="13210" y="3245"/>
                </a:lnTo>
                <a:lnTo>
                  <a:pt x="14875" y="3653"/>
                </a:lnTo>
                <a:lnTo>
                  <a:pt x="16548" y="4061"/>
                </a:lnTo>
                <a:lnTo>
                  <a:pt x="18226" y="4475"/>
                </a:lnTo>
                <a:lnTo>
                  <a:pt x="19908" y="4888"/>
                </a:lnTo>
                <a:lnTo>
                  <a:pt x="21600" y="5302"/>
                </a:lnTo>
                <a:lnTo>
                  <a:pt x="19217" y="10551"/>
                </a:lnTo>
                <a:lnTo>
                  <a:pt x="17378" y="14506"/>
                </a:lnTo>
                <a:lnTo>
                  <a:pt x="15955" y="17343"/>
                </a:lnTo>
                <a:lnTo>
                  <a:pt x="14818" y="19267"/>
                </a:lnTo>
                <a:lnTo>
                  <a:pt x="13838" y="20465"/>
                </a:lnTo>
                <a:lnTo>
                  <a:pt x="12888" y="21123"/>
                </a:lnTo>
                <a:lnTo>
                  <a:pt x="11834" y="21441"/>
                </a:lnTo>
                <a:lnTo>
                  <a:pt x="10548" y="21600"/>
                </a:lnTo>
                <a:lnTo>
                  <a:pt x="9293" y="20927"/>
                </a:lnTo>
                <a:lnTo>
                  <a:pt x="8028" y="20243"/>
                </a:lnTo>
                <a:lnTo>
                  <a:pt x="6749" y="19553"/>
                </a:lnTo>
                <a:lnTo>
                  <a:pt x="6185" y="19272"/>
                </a:lnTo>
                <a:lnTo>
                  <a:pt x="5184" y="18769"/>
                </a:lnTo>
                <a:lnTo>
                  <a:pt x="2897" y="17624"/>
                </a:lnTo>
                <a:lnTo>
                  <a:pt x="1459" y="16770"/>
                </a:lnTo>
                <a:lnTo>
                  <a:pt x="0" y="15906"/>
                </a:lnTo>
                <a:lnTo>
                  <a:pt x="0" y="12756"/>
                </a:lnTo>
                <a:lnTo>
                  <a:pt x="0" y="9596"/>
                </a:lnTo>
                <a:lnTo>
                  <a:pt x="0" y="6426"/>
                </a:lnTo>
                <a:lnTo>
                  <a:pt x="0" y="3229"/>
                </a:lnTo>
                <a:lnTo>
                  <a:pt x="0" y="0"/>
                </a:lnTo>
                <a:close/>
              </a:path>
            </a:pathLst>
          </a:custGeom>
          <a:solidFill>
            <a:srgbClr val="F8F8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1" name="contour_12079"/>
          <p:cNvSpPr/>
          <p:nvPr/>
        </p:nvSpPr>
        <p:spPr>
          <a:xfrm>
            <a:off x="921374" y="4474827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05" y="403"/>
                </a:lnTo>
                <a:lnTo>
                  <a:pt x="11971" y="781"/>
                </a:lnTo>
                <a:lnTo>
                  <a:pt x="12623" y="1213"/>
                </a:lnTo>
                <a:lnTo>
                  <a:pt x="13487" y="1789"/>
                </a:lnTo>
                <a:lnTo>
                  <a:pt x="14690" y="2592"/>
                </a:lnTo>
                <a:lnTo>
                  <a:pt x="16358" y="3704"/>
                </a:lnTo>
                <a:lnTo>
                  <a:pt x="18619" y="5213"/>
                </a:lnTo>
                <a:lnTo>
                  <a:pt x="21600" y="7200"/>
                </a:lnTo>
                <a:lnTo>
                  <a:pt x="21244" y="9576"/>
                </a:lnTo>
                <a:lnTo>
                  <a:pt x="20887" y="11956"/>
                </a:lnTo>
                <a:lnTo>
                  <a:pt x="20529" y="14346"/>
                </a:lnTo>
                <a:lnTo>
                  <a:pt x="20168" y="16747"/>
                </a:lnTo>
                <a:lnTo>
                  <a:pt x="19805" y="19163"/>
                </a:lnTo>
                <a:lnTo>
                  <a:pt x="19440" y="21600"/>
                </a:lnTo>
                <a:lnTo>
                  <a:pt x="18613" y="19883"/>
                </a:lnTo>
                <a:lnTo>
                  <a:pt x="17770" y="18140"/>
                </a:lnTo>
                <a:lnTo>
                  <a:pt x="16511" y="16517"/>
                </a:lnTo>
                <a:lnTo>
                  <a:pt x="15301" y="15260"/>
                </a:lnTo>
                <a:lnTo>
                  <a:pt x="14113" y="14317"/>
                </a:lnTo>
                <a:lnTo>
                  <a:pt x="12908" y="13626"/>
                </a:lnTo>
                <a:lnTo>
                  <a:pt x="11658" y="13122"/>
                </a:lnTo>
                <a:lnTo>
                  <a:pt x="10325" y="12748"/>
                </a:lnTo>
                <a:lnTo>
                  <a:pt x="8882" y="12445"/>
                </a:lnTo>
                <a:lnTo>
                  <a:pt x="7290" y="12150"/>
                </a:lnTo>
                <a:lnTo>
                  <a:pt x="5925" y="11880"/>
                </a:lnTo>
                <a:lnTo>
                  <a:pt x="4549" y="11606"/>
                </a:lnTo>
                <a:lnTo>
                  <a:pt x="3156" y="11333"/>
                </a:lnTo>
                <a:lnTo>
                  <a:pt x="2112" y="11156"/>
                </a:lnTo>
                <a:lnTo>
                  <a:pt x="1065" y="10980"/>
                </a:lnTo>
                <a:lnTo>
                  <a:pt x="0" y="10800"/>
                </a:lnTo>
                <a:lnTo>
                  <a:pt x="0" y="9014"/>
                </a:lnTo>
                <a:lnTo>
                  <a:pt x="0" y="7200"/>
                </a:lnTo>
                <a:lnTo>
                  <a:pt x="1395" y="6646"/>
                </a:lnTo>
                <a:lnTo>
                  <a:pt x="2795" y="6163"/>
                </a:lnTo>
                <a:lnTo>
                  <a:pt x="4197" y="5735"/>
                </a:lnTo>
                <a:lnTo>
                  <a:pt x="5605" y="5346"/>
                </a:lnTo>
                <a:lnTo>
                  <a:pt x="7018" y="4975"/>
                </a:lnTo>
                <a:lnTo>
                  <a:pt x="8437" y="4612"/>
                </a:lnTo>
                <a:lnTo>
                  <a:pt x="9027" y="4360"/>
                </a:lnTo>
                <a:lnTo>
                  <a:pt x="10800" y="3600"/>
                </a:lnTo>
                <a:lnTo>
                  <a:pt x="10800" y="1814"/>
                </a:lnTo>
                <a:lnTo>
                  <a:pt x="10800" y="0"/>
                </a:lnTo>
                <a:close/>
              </a:path>
            </a:pathLst>
          </a:custGeom>
          <a:solidFill>
            <a:srgbClr val="F1E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2" name="contour_12080"/>
          <p:cNvSpPr/>
          <p:nvPr/>
        </p:nvSpPr>
        <p:spPr>
          <a:xfrm>
            <a:off x="10373899" y="443838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61" y="842"/>
                </a:lnTo>
                <a:lnTo>
                  <a:pt x="8111" y="1706"/>
                </a:lnTo>
                <a:lnTo>
                  <a:pt x="10357" y="2601"/>
                </a:lnTo>
                <a:lnTo>
                  <a:pt x="12600" y="3508"/>
                </a:lnTo>
                <a:lnTo>
                  <a:pt x="13345" y="3802"/>
                </a:lnTo>
                <a:lnTo>
                  <a:pt x="14656" y="4311"/>
                </a:lnTo>
                <a:lnTo>
                  <a:pt x="17662" y="5486"/>
                </a:lnTo>
                <a:lnTo>
                  <a:pt x="19616" y="7050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EF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3" name="contour_12081"/>
          <p:cNvSpPr/>
          <p:nvPr/>
        </p:nvSpPr>
        <p:spPr>
          <a:xfrm>
            <a:off x="5330608" y="4431099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5" y="2138"/>
                </a:lnTo>
                <a:lnTo>
                  <a:pt x="1190" y="4285"/>
                </a:lnTo>
                <a:lnTo>
                  <a:pt x="1793" y="6450"/>
                </a:lnTo>
                <a:lnTo>
                  <a:pt x="2400" y="8640"/>
                </a:lnTo>
                <a:lnTo>
                  <a:pt x="4090" y="8567"/>
                </a:lnTo>
                <a:lnTo>
                  <a:pt x="5717" y="8420"/>
                </a:lnTo>
                <a:lnTo>
                  <a:pt x="7308" y="8195"/>
                </a:lnTo>
                <a:lnTo>
                  <a:pt x="8892" y="7888"/>
                </a:lnTo>
                <a:lnTo>
                  <a:pt x="10495" y="7500"/>
                </a:lnTo>
                <a:lnTo>
                  <a:pt x="12149" y="7020"/>
                </a:lnTo>
                <a:lnTo>
                  <a:pt x="13512" y="6653"/>
                </a:lnTo>
                <a:lnTo>
                  <a:pt x="14892" y="6277"/>
                </a:lnTo>
                <a:lnTo>
                  <a:pt x="16570" y="5806"/>
                </a:lnTo>
                <a:lnTo>
                  <a:pt x="18247" y="5322"/>
                </a:lnTo>
                <a:lnTo>
                  <a:pt x="19925" y="4825"/>
                </a:lnTo>
                <a:lnTo>
                  <a:pt x="21600" y="4320"/>
                </a:lnTo>
                <a:lnTo>
                  <a:pt x="20136" y="6588"/>
                </a:lnTo>
                <a:lnTo>
                  <a:pt x="18703" y="8644"/>
                </a:lnTo>
                <a:lnTo>
                  <a:pt x="17292" y="10511"/>
                </a:lnTo>
                <a:lnTo>
                  <a:pt x="15893" y="12191"/>
                </a:lnTo>
                <a:lnTo>
                  <a:pt x="14491" y="13699"/>
                </a:lnTo>
                <a:lnTo>
                  <a:pt x="13080" y="15051"/>
                </a:lnTo>
                <a:lnTo>
                  <a:pt x="11642" y="16256"/>
                </a:lnTo>
                <a:lnTo>
                  <a:pt x="10174" y="17323"/>
                </a:lnTo>
                <a:lnTo>
                  <a:pt x="8657" y="18274"/>
                </a:lnTo>
                <a:lnTo>
                  <a:pt x="7085" y="19107"/>
                </a:lnTo>
                <a:lnTo>
                  <a:pt x="5443" y="19850"/>
                </a:lnTo>
                <a:lnTo>
                  <a:pt x="3722" y="20503"/>
                </a:lnTo>
                <a:lnTo>
                  <a:pt x="1913" y="21082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B1A1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4" name="contour_12082"/>
          <p:cNvSpPr/>
          <p:nvPr/>
        </p:nvSpPr>
        <p:spPr>
          <a:xfrm>
            <a:off x="7435417" y="4401947"/>
            <a:ext cx="3057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202" y="21600"/>
                </a:lnTo>
                <a:lnTo>
                  <a:pt x="14798" y="21600"/>
                </a:lnTo>
                <a:lnTo>
                  <a:pt x="11379" y="21600"/>
                </a:lnTo>
                <a:lnTo>
                  <a:pt x="7945" y="21600"/>
                </a:lnTo>
                <a:lnTo>
                  <a:pt x="4490" y="21600"/>
                </a:lnTo>
                <a:lnTo>
                  <a:pt x="1004" y="21600"/>
                </a:lnTo>
                <a:lnTo>
                  <a:pt x="808" y="19408"/>
                </a:lnTo>
                <a:lnTo>
                  <a:pt x="638" y="17212"/>
                </a:lnTo>
                <a:lnTo>
                  <a:pt x="489" y="15019"/>
                </a:lnTo>
                <a:lnTo>
                  <a:pt x="360" y="12823"/>
                </a:lnTo>
                <a:lnTo>
                  <a:pt x="180" y="10375"/>
                </a:lnTo>
                <a:lnTo>
                  <a:pt x="0" y="7888"/>
                </a:lnTo>
                <a:lnTo>
                  <a:pt x="875" y="4781"/>
                </a:lnTo>
                <a:lnTo>
                  <a:pt x="2312" y="3056"/>
                </a:lnTo>
                <a:lnTo>
                  <a:pt x="5551" y="1224"/>
                </a:lnTo>
                <a:lnTo>
                  <a:pt x="8439" y="626"/>
                </a:lnTo>
                <a:lnTo>
                  <a:pt x="10720" y="263"/>
                </a:lnTo>
                <a:lnTo>
                  <a:pt x="13161" y="79"/>
                </a:lnTo>
                <a:lnTo>
                  <a:pt x="16528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AA84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5" name="contour_12083"/>
          <p:cNvSpPr/>
          <p:nvPr/>
        </p:nvSpPr>
        <p:spPr>
          <a:xfrm>
            <a:off x="4157242" y="4387371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04" y="210"/>
                </a:lnTo>
                <a:lnTo>
                  <a:pt x="9621" y="475"/>
                </a:lnTo>
                <a:lnTo>
                  <a:pt x="11591" y="944"/>
                </a:lnTo>
                <a:lnTo>
                  <a:pt x="13936" y="1765"/>
                </a:lnTo>
                <a:lnTo>
                  <a:pt x="17280" y="3086"/>
                </a:lnTo>
                <a:lnTo>
                  <a:pt x="18079" y="5116"/>
                </a:lnTo>
                <a:lnTo>
                  <a:pt x="18770" y="7150"/>
                </a:lnTo>
                <a:lnTo>
                  <a:pt x="19367" y="9186"/>
                </a:lnTo>
                <a:lnTo>
                  <a:pt x="19881" y="11232"/>
                </a:lnTo>
                <a:lnTo>
                  <a:pt x="20321" y="13284"/>
                </a:lnTo>
                <a:lnTo>
                  <a:pt x="20701" y="15345"/>
                </a:lnTo>
                <a:lnTo>
                  <a:pt x="21034" y="17416"/>
                </a:lnTo>
                <a:lnTo>
                  <a:pt x="21328" y="19502"/>
                </a:lnTo>
                <a:lnTo>
                  <a:pt x="21600" y="21600"/>
                </a:lnTo>
                <a:lnTo>
                  <a:pt x="18926" y="21217"/>
                </a:lnTo>
                <a:lnTo>
                  <a:pt x="16252" y="20835"/>
                </a:lnTo>
                <a:lnTo>
                  <a:pt x="13569" y="20452"/>
                </a:lnTo>
                <a:lnTo>
                  <a:pt x="10882" y="20069"/>
                </a:lnTo>
                <a:lnTo>
                  <a:pt x="8182" y="19684"/>
                </a:lnTo>
                <a:lnTo>
                  <a:pt x="5469" y="19295"/>
                </a:lnTo>
                <a:lnTo>
                  <a:pt x="2743" y="18906"/>
                </a:lnTo>
                <a:lnTo>
                  <a:pt x="0" y="18514"/>
                </a:lnTo>
                <a:lnTo>
                  <a:pt x="2138" y="17749"/>
                </a:lnTo>
                <a:lnTo>
                  <a:pt x="4285" y="16984"/>
                </a:lnTo>
                <a:lnTo>
                  <a:pt x="6450" y="16209"/>
                </a:lnTo>
                <a:lnTo>
                  <a:pt x="8640" y="15429"/>
                </a:lnTo>
                <a:lnTo>
                  <a:pt x="8558" y="13238"/>
                </a:lnTo>
                <a:lnTo>
                  <a:pt x="8364" y="11686"/>
                </a:lnTo>
                <a:lnTo>
                  <a:pt x="7901" y="10025"/>
                </a:lnTo>
                <a:lnTo>
                  <a:pt x="7020" y="7523"/>
                </a:lnTo>
                <a:lnTo>
                  <a:pt x="6299" y="5409"/>
                </a:lnTo>
                <a:lnTo>
                  <a:pt x="5568" y="3268"/>
                </a:lnTo>
                <a:lnTo>
                  <a:pt x="4951" y="1645"/>
                </a:lnTo>
                <a:lnTo>
                  <a:pt x="4320" y="0"/>
                </a:lnTo>
                <a:close/>
              </a:path>
            </a:pathLst>
          </a:custGeom>
          <a:solidFill>
            <a:srgbClr val="3F3D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6" name="contour_12084"/>
          <p:cNvSpPr/>
          <p:nvPr/>
        </p:nvSpPr>
        <p:spPr>
          <a:xfrm>
            <a:off x="8274957" y="4410569"/>
            <a:ext cx="58304" cy="351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148"/>
                </a:moveTo>
                <a:lnTo>
                  <a:pt x="20318" y="7870"/>
                </a:lnTo>
                <a:lnTo>
                  <a:pt x="19027" y="7587"/>
                </a:lnTo>
                <a:lnTo>
                  <a:pt x="17717" y="7305"/>
                </a:lnTo>
                <a:lnTo>
                  <a:pt x="16324" y="7583"/>
                </a:lnTo>
                <a:lnTo>
                  <a:pt x="14923" y="7865"/>
                </a:lnTo>
                <a:lnTo>
                  <a:pt x="13500" y="8148"/>
                </a:lnTo>
                <a:lnTo>
                  <a:pt x="12587" y="11484"/>
                </a:lnTo>
                <a:lnTo>
                  <a:pt x="11991" y="13851"/>
                </a:lnTo>
                <a:lnTo>
                  <a:pt x="11580" y="15896"/>
                </a:lnTo>
                <a:lnTo>
                  <a:pt x="11227" y="18264"/>
                </a:lnTo>
                <a:lnTo>
                  <a:pt x="10800" y="21600"/>
                </a:lnTo>
                <a:lnTo>
                  <a:pt x="9018" y="20860"/>
                </a:lnTo>
                <a:lnTo>
                  <a:pt x="7233" y="20120"/>
                </a:lnTo>
                <a:lnTo>
                  <a:pt x="5441" y="19376"/>
                </a:lnTo>
                <a:lnTo>
                  <a:pt x="3640" y="18627"/>
                </a:lnTo>
                <a:lnTo>
                  <a:pt x="1828" y="17874"/>
                </a:lnTo>
                <a:lnTo>
                  <a:pt x="0" y="17116"/>
                </a:lnTo>
                <a:lnTo>
                  <a:pt x="427" y="13914"/>
                </a:lnTo>
                <a:lnTo>
                  <a:pt x="780" y="11614"/>
                </a:lnTo>
                <a:lnTo>
                  <a:pt x="1191" y="9569"/>
                </a:lnTo>
                <a:lnTo>
                  <a:pt x="1787" y="7134"/>
                </a:lnTo>
                <a:lnTo>
                  <a:pt x="2700" y="3664"/>
                </a:lnTo>
                <a:lnTo>
                  <a:pt x="4838" y="1762"/>
                </a:lnTo>
                <a:lnTo>
                  <a:pt x="6853" y="565"/>
                </a:lnTo>
                <a:lnTo>
                  <a:pt x="8770" y="0"/>
                </a:lnTo>
                <a:lnTo>
                  <a:pt x="10611" y="4"/>
                </a:lnTo>
                <a:lnTo>
                  <a:pt x="12407" y="507"/>
                </a:lnTo>
                <a:lnTo>
                  <a:pt x="14180" y="1439"/>
                </a:lnTo>
                <a:lnTo>
                  <a:pt x="15962" y="2740"/>
                </a:lnTo>
                <a:lnTo>
                  <a:pt x="17774" y="4336"/>
                </a:lnTo>
                <a:lnTo>
                  <a:pt x="19645" y="6161"/>
                </a:lnTo>
                <a:lnTo>
                  <a:pt x="21600" y="8148"/>
                </a:lnTo>
                <a:close/>
              </a:path>
            </a:pathLst>
          </a:custGeom>
          <a:solidFill>
            <a:srgbClr val="F1F4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7" name="contour_12085"/>
          <p:cNvSpPr/>
          <p:nvPr/>
        </p:nvSpPr>
        <p:spPr>
          <a:xfrm>
            <a:off x="4179106" y="439465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02"/>
                </a:lnTo>
                <a:lnTo>
                  <a:pt x="2341" y="389"/>
                </a:lnTo>
                <a:lnTo>
                  <a:pt x="3646" y="608"/>
                </a:lnTo>
                <a:lnTo>
                  <a:pt x="5374" y="896"/>
                </a:lnTo>
                <a:lnTo>
                  <a:pt x="7780" y="1296"/>
                </a:lnTo>
                <a:lnTo>
                  <a:pt x="11115" y="1854"/>
                </a:lnTo>
                <a:lnTo>
                  <a:pt x="15638" y="2606"/>
                </a:lnTo>
                <a:lnTo>
                  <a:pt x="21600" y="3600"/>
                </a:lnTo>
                <a:lnTo>
                  <a:pt x="20762" y="8248"/>
                </a:lnTo>
                <a:lnTo>
                  <a:pt x="20110" y="11790"/>
                </a:lnTo>
                <a:lnTo>
                  <a:pt x="19591" y="14436"/>
                </a:lnTo>
                <a:lnTo>
                  <a:pt x="19164" y="16394"/>
                </a:lnTo>
                <a:lnTo>
                  <a:pt x="18766" y="17881"/>
                </a:lnTo>
                <a:lnTo>
                  <a:pt x="18356" y="19105"/>
                </a:lnTo>
                <a:lnTo>
                  <a:pt x="17876" y="20272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7288" y="19246"/>
                </a:lnTo>
                <a:lnTo>
                  <a:pt x="6359" y="17507"/>
                </a:lnTo>
                <a:lnTo>
                  <a:pt x="5620" y="15865"/>
                </a:lnTo>
                <a:lnTo>
                  <a:pt x="4838" y="13802"/>
                </a:lnTo>
                <a:lnTo>
                  <a:pt x="3780" y="10800"/>
                </a:lnTo>
                <a:lnTo>
                  <a:pt x="3054" y="8791"/>
                </a:lnTo>
                <a:lnTo>
                  <a:pt x="2324" y="6772"/>
                </a:lnTo>
                <a:lnTo>
                  <a:pt x="1585" y="4723"/>
                </a:lnTo>
                <a:lnTo>
                  <a:pt x="799" y="2380"/>
                </a:lnTo>
                <a:lnTo>
                  <a:pt x="0" y="0"/>
                </a:lnTo>
                <a:close/>
              </a:path>
            </a:pathLst>
          </a:custGeom>
          <a:solidFill>
            <a:srgbClr val="2626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8" name="contour_12086"/>
          <p:cNvSpPr/>
          <p:nvPr/>
        </p:nvSpPr>
        <p:spPr>
          <a:xfrm>
            <a:off x="6729859" y="4329694"/>
            <a:ext cx="36484" cy="503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64" y="122"/>
                </a:moveTo>
                <a:lnTo>
                  <a:pt x="19969" y="1478"/>
                </a:lnTo>
                <a:lnTo>
                  <a:pt x="21600" y="2855"/>
                </a:lnTo>
                <a:lnTo>
                  <a:pt x="21074" y="5070"/>
                </a:lnTo>
                <a:lnTo>
                  <a:pt x="20495" y="7173"/>
                </a:lnTo>
                <a:lnTo>
                  <a:pt x="19852" y="9207"/>
                </a:lnTo>
                <a:lnTo>
                  <a:pt x="19115" y="11222"/>
                </a:lnTo>
                <a:lnTo>
                  <a:pt x="18265" y="13252"/>
                </a:lnTo>
                <a:lnTo>
                  <a:pt x="17285" y="15352"/>
                </a:lnTo>
                <a:lnTo>
                  <a:pt x="16349" y="17289"/>
                </a:lnTo>
                <a:lnTo>
                  <a:pt x="15395" y="19257"/>
                </a:lnTo>
                <a:lnTo>
                  <a:pt x="14191" y="20419"/>
                </a:lnTo>
                <a:lnTo>
                  <a:pt x="12970" y="21600"/>
                </a:lnTo>
                <a:lnTo>
                  <a:pt x="10118" y="21600"/>
                </a:lnTo>
                <a:lnTo>
                  <a:pt x="7249" y="21600"/>
                </a:lnTo>
                <a:lnTo>
                  <a:pt x="4341" y="21600"/>
                </a:lnTo>
                <a:lnTo>
                  <a:pt x="3141" y="19726"/>
                </a:lnTo>
                <a:lnTo>
                  <a:pt x="2157" y="17839"/>
                </a:lnTo>
                <a:lnTo>
                  <a:pt x="1376" y="15933"/>
                </a:lnTo>
                <a:lnTo>
                  <a:pt x="781" y="14005"/>
                </a:lnTo>
                <a:lnTo>
                  <a:pt x="362" y="12053"/>
                </a:lnTo>
                <a:lnTo>
                  <a:pt x="108" y="10066"/>
                </a:lnTo>
                <a:lnTo>
                  <a:pt x="0" y="8041"/>
                </a:lnTo>
                <a:lnTo>
                  <a:pt x="26" y="5980"/>
                </a:lnTo>
                <a:lnTo>
                  <a:pt x="2490" y="4168"/>
                </a:lnTo>
                <a:lnTo>
                  <a:pt x="4759" y="2687"/>
                </a:lnTo>
                <a:lnTo>
                  <a:pt x="6990" y="1534"/>
                </a:lnTo>
                <a:lnTo>
                  <a:pt x="9316" y="703"/>
                </a:lnTo>
                <a:lnTo>
                  <a:pt x="11892" y="194"/>
                </a:lnTo>
                <a:lnTo>
                  <a:pt x="14856" y="0"/>
                </a:lnTo>
                <a:lnTo>
                  <a:pt x="18364" y="122"/>
                </a:lnTo>
                <a:close/>
              </a:path>
            </a:pathLst>
          </a:custGeom>
          <a:solidFill>
            <a:srgbClr val="FD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89" name="contour_12087"/>
          <p:cNvSpPr/>
          <p:nvPr/>
        </p:nvSpPr>
        <p:spPr>
          <a:xfrm>
            <a:off x="8026451" y="4321779"/>
            <a:ext cx="2986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9324" y="794"/>
                </a:lnTo>
                <a:lnTo>
                  <a:pt x="11917" y="1414"/>
                </a:lnTo>
                <a:lnTo>
                  <a:pt x="14005" y="1992"/>
                </a:lnTo>
                <a:lnTo>
                  <a:pt x="16018" y="2659"/>
                </a:lnTo>
                <a:lnTo>
                  <a:pt x="18406" y="3550"/>
                </a:lnTo>
                <a:lnTo>
                  <a:pt x="21600" y="4800"/>
                </a:lnTo>
                <a:lnTo>
                  <a:pt x="20841" y="6461"/>
                </a:lnTo>
                <a:lnTo>
                  <a:pt x="20019" y="7939"/>
                </a:lnTo>
                <a:lnTo>
                  <a:pt x="19075" y="9312"/>
                </a:lnTo>
                <a:lnTo>
                  <a:pt x="17958" y="10649"/>
                </a:lnTo>
                <a:lnTo>
                  <a:pt x="16624" y="12019"/>
                </a:lnTo>
                <a:lnTo>
                  <a:pt x="15011" y="13500"/>
                </a:lnTo>
                <a:lnTo>
                  <a:pt x="13836" y="14674"/>
                </a:lnTo>
                <a:lnTo>
                  <a:pt x="12645" y="15862"/>
                </a:lnTo>
                <a:lnTo>
                  <a:pt x="11227" y="17206"/>
                </a:lnTo>
                <a:lnTo>
                  <a:pt x="10041" y="18252"/>
                </a:lnTo>
                <a:lnTo>
                  <a:pt x="8444" y="19538"/>
                </a:lnTo>
                <a:lnTo>
                  <a:pt x="5787" y="21600"/>
                </a:lnTo>
                <a:lnTo>
                  <a:pt x="3173" y="21600"/>
                </a:lnTo>
                <a:lnTo>
                  <a:pt x="517" y="21600"/>
                </a:lnTo>
                <a:lnTo>
                  <a:pt x="437" y="19980"/>
                </a:lnTo>
                <a:lnTo>
                  <a:pt x="364" y="18360"/>
                </a:lnTo>
                <a:lnTo>
                  <a:pt x="300" y="16740"/>
                </a:lnTo>
                <a:lnTo>
                  <a:pt x="242" y="15120"/>
                </a:lnTo>
                <a:lnTo>
                  <a:pt x="190" y="13500"/>
                </a:lnTo>
                <a:lnTo>
                  <a:pt x="127" y="11995"/>
                </a:lnTo>
                <a:lnTo>
                  <a:pt x="63" y="10481"/>
                </a:lnTo>
                <a:lnTo>
                  <a:pt x="0" y="8945"/>
                </a:lnTo>
                <a:lnTo>
                  <a:pt x="285" y="7176"/>
                </a:lnTo>
                <a:lnTo>
                  <a:pt x="722" y="5630"/>
                </a:lnTo>
                <a:lnTo>
                  <a:pt x="1402" y="4226"/>
                </a:lnTo>
                <a:lnTo>
                  <a:pt x="2414" y="2875"/>
                </a:lnTo>
                <a:lnTo>
                  <a:pt x="3848" y="1495"/>
                </a:lnTo>
                <a:lnTo>
                  <a:pt x="5787" y="0"/>
                </a:lnTo>
                <a:close/>
              </a:path>
            </a:pathLst>
          </a:custGeom>
          <a:solidFill>
            <a:srgbClr val="7F83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0" name="contour_12088"/>
          <p:cNvSpPr/>
          <p:nvPr/>
        </p:nvSpPr>
        <p:spPr>
          <a:xfrm>
            <a:off x="5454504" y="4321779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82" y="0"/>
                </a:lnTo>
                <a:lnTo>
                  <a:pt x="4366" y="0"/>
                </a:lnTo>
                <a:lnTo>
                  <a:pt x="6557" y="0"/>
                </a:lnTo>
                <a:lnTo>
                  <a:pt x="8757" y="0"/>
                </a:lnTo>
                <a:lnTo>
                  <a:pt x="10967" y="0"/>
                </a:lnTo>
                <a:lnTo>
                  <a:pt x="13188" y="0"/>
                </a:lnTo>
                <a:lnTo>
                  <a:pt x="15429" y="0"/>
                </a:lnTo>
                <a:lnTo>
                  <a:pt x="15429" y="3569"/>
                </a:lnTo>
                <a:lnTo>
                  <a:pt x="15429" y="7160"/>
                </a:lnTo>
                <a:lnTo>
                  <a:pt x="15429" y="10800"/>
                </a:lnTo>
                <a:lnTo>
                  <a:pt x="16956" y="12139"/>
                </a:lnTo>
                <a:lnTo>
                  <a:pt x="18490" y="13478"/>
                </a:lnTo>
                <a:lnTo>
                  <a:pt x="20036" y="14834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1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1" name="contour_12089"/>
          <p:cNvSpPr/>
          <p:nvPr/>
        </p:nvSpPr>
        <p:spPr>
          <a:xfrm>
            <a:off x="986966" y="4263475"/>
            <a:ext cx="4765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6" y="0"/>
                </a:moveTo>
                <a:lnTo>
                  <a:pt x="18155" y="0"/>
                </a:lnTo>
                <a:lnTo>
                  <a:pt x="19820" y="0"/>
                </a:lnTo>
                <a:lnTo>
                  <a:pt x="20328" y="2457"/>
                </a:lnTo>
                <a:lnTo>
                  <a:pt x="20751" y="4550"/>
                </a:lnTo>
                <a:lnTo>
                  <a:pt x="21091" y="6325"/>
                </a:lnTo>
                <a:lnTo>
                  <a:pt x="21346" y="7823"/>
                </a:lnTo>
                <a:lnTo>
                  <a:pt x="21514" y="9088"/>
                </a:lnTo>
                <a:lnTo>
                  <a:pt x="21600" y="10168"/>
                </a:lnTo>
                <a:lnTo>
                  <a:pt x="21600" y="11104"/>
                </a:lnTo>
                <a:lnTo>
                  <a:pt x="21514" y="11943"/>
                </a:lnTo>
                <a:lnTo>
                  <a:pt x="21346" y="12726"/>
                </a:lnTo>
                <a:lnTo>
                  <a:pt x="21091" y="13498"/>
                </a:lnTo>
                <a:lnTo>
                  <a:pt x="20751" y="14306"/>
                </a:lnTo>
                <a:lnTo>
                  <a:pt x="20328" y="15192"/>
                </a:lnTo>
                <a:lnTo>
                  <a:pt x="19820" y="16200"/>
                </a:lnTo>
                <a:lnTo>
                  <a:pt x="18039" y="17064"/>
                </a:lnTo>
                <a:lnTo>
                  <a:pt x="16239" y="17827"/>
                </a:lnTo>
                <a:lnTo>
                  <a:pt x="14409" y="18504"/>
                </a:lnTo>
                <a:lnTo>
                  <a:pt x="12539" y="19102"/>
                </a:lnTo>
                <a:lnTo>
                  <a:pt x="10623" y="19631"/>
                </a:lnTo>
                <a:lnTo>
                  <a:pt x="8651" y="20102"/>
                </a:lnTo>
                <a:lnTo>
                  <a:pt x="6610" y="20524"/>
                </a:lnTo>
                <a:lnTo>
                  <a:pt x="4496" y="20907"/>
                </a:lnTo>
                <a:lnTo>
                  <a:pt x="2296" y="21263"/>
                </a:lnTo>
                <a:lnTo>
                  <a:pt x="0" y="21600"/>
                </a:lnTo>
                <a:lnTo>
                  <a:pt x="951" y="20473"/>
                </a:lnTo>
                <a:lnTo>
                  <a:pt x="1916" y="19348"/>
                </a:lnTo>
                <a:lnTo>
                  <a:pt x="2890" y="18225"/>
                </a:lnTo>
                <a:lnTo>
                  <a:pt x="3696" y="17284"/>
                </a:lnTo>
                <a:lnTo>
                  <a:pt x="4516" y="16326"/>
                </a:lnTo>
                <a:lnTo>
                  <a:pt x="5777" y="15187"/>
                </a:lnTo>
                <a:lnTo>
                  <a:pt x="6772" y="14429"/>
                </a:lnTo>
                <a:lnTo>
                  <a:pt x="8010" y="13718"/>
                </a:lnTo>
                <a:lnTo>
                  <a:pt x="10012" y="12712"/>
                </a:lnTo>
                <a:lnTo>
                  <a:pt x="11561" y="11691"/>
                </a:lnTo>
                <a:lnTo>
                  <a:pt x="12721" y="10714"/>
                </a:lnTo>
                <a:lnTo>
                  <a:pt x="13570" y="9742"/>
                </a:lnTo>
                <a:lnTo>
                  <a:pt x="14174" y="8741"/>
                </a:lnTo>
                <a:lnTo>
                  <a:pt x="14614" y="7670"/>
                </a:lnTo>
                <a:lnTo>
                  <a:pt x="14957" y="6494"/>
                </a:lnTo>
                <a:lnTo>
                  <a:pt x="15278" y="5175"/>
                </a:lnTo>
                <a:lnTo>
                  <a:pt x="15387" y="4743"/>
                </a:lnTo>
                <a:lnTo>
                  <a:pt x="15581" y="3982"/>
                </a:lnTo>
                <a:lnTo>
                  <a:pt x="16027" y="2236"/>
                </a:lnTo>
                <a:lnTo>
                  <a:pt x="16272" y="1125"/>
                </a:lnTo>
                <a:lnTo>
                  <a:pt x="16516" y="0"/>
                </a:lnTo>
                <a:close/>
              </a:path>
            </a:pathLst>
          </a:custGeom>
          <a:solidFill>
            <a:srgbClr val="8170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2" name="contour_12090"/>
          <p:cNvSpPr/>
          <p:nvPr/>
        </p:nvSpPr>
        <p:spPr>
          <a:xfrm>
            <a:off x="7240026" y="4299879"/>
            <a:ext cx="37635" cy="383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935" y="4121"/>
                </a:moveTo>
                <a:lnTo>
                  <a:pt x="21387" y="6933"/>
                </a:lnTo>
                <a:lnTo>
                  <a:pt x="21592" y="9623"/>
                </a:lnTo>
                <a:lnTo>
                  <a:pt x="21600" y="12256"/>
                </a:lnTo>
                <a:lnTo>
                  <a:pt x="21458" y="14900"/>
                </a:lnTo>
                <a:lnTo>
                  <a:pt x="21224" y="17631"/>
                </a:lnTo>
                <a:lnTo>
                  <a:pt x="20935" y="20522"/>
                </a:lnTo>
                <a:lnTo>
                  <a:pt x="16133" y="21120"/>
                </a:lnTo>
                <a:lnTo>
                  <a:pt x="12758" y="21477"/>
                </a:lnTo>
                <a:lnTo>
                  <a:pt x="10340" y="21600"/>
                </a:lnTo>
                <a:lnTo>
                  <a:pt x="8416" y="21477"/>
                </a:lnTo>
                <a:lnTo>
                  <a:pt x="6529" y="21120"/>
                </a:lnTo>
                <a:lnTo>
                  <a:pt x="4204" y="20522"/>
                </a:lnTo>
                <a:lnTo>
                  <a:pt x="2664" y="17918"/>
                </a:lnTo>
                <a:lnTo>
                  <a:pt x="1510" y="15323"/>
                </a:lnTo>
                <a:lnTo>
                  <a:pt x="707" y="12690"/>
                </a:lnTo>
                <a:lnTo>
                  <a:pt x="213" y="9972"/>
                </a:lnTo>
                <a:lnTo>
                  <a:pt x="0" y="7134"/>
                </a:lnTo>
                <a:lnTo>
                  <a:pt x="21" y="4121"/>
                </a:lnTo>
                <a:lnTo>
                  <a:pt x="2773" y="1804"/>
                </a:lnTo>
                <a:lnTo>
                  <a:pt x="5638" y="472"/>
                </a:lnTo>
                <a:lnTo>
                  <a:pt x="8600" y="0"/>
                </a:lnTo>
                <a:lnTo>
                  <a:pt x="11628" y="258"/>
                </a:lnTo>
                <a:lnTo>
                  <a:pt x="14711" y="1115"/>
                </a:lnTo>
                <a:lnTo>
                  <a:pt x="17819" y="2448"/>
                </a:lnTo>
                <a:lnTo>
                  <a:pt x="20935" y="4121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3" name="contour_12091"/>
          <p:cNvSpPr/>
          <p:nvPr/>
        </p:nvSpPr>
        <p:spPr>
          <a:xfrm>
            <a:off x="4973497" y="4299915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343" y="1785"/>
                </a:lnTo>
                <a:lnTo>
                  <a:pt x="12343" y="3580"/>
                </a:lnTo>
                <a:lnTo>
                  <a:pt x="12343" y="5400"/>
                </a:lnTo>
                <a:lnTo>
                  <a:pt x="14639" y="6232"/>
                </a:lnTo>
                <a:lnTo>
                  <a:pt x="16268" y="6788"/>
                </a:lnTo>
                <a:lnTo>
                  <a:pt x="17675" y="7198"/>
                </a:lnTo>
                <a:lnTo>
                  <a:pt x="19304" y="7592"/>
                </a:lnTo>
                <a:lnTo>
                  <a:pt x="21600" y="8100"/>
                </a:lnTo>
                <a:lnTo>
                  <a:pt x="20835" y="9771"/>
                </a:lnTo>
                <a:lnTo>
                  <a:pt x="20073" y="11443"/>
                </a:lnTo>
                <a:lnTo>
                  <a:pt x="19304" y="13119"/>
                </a:lnTo>
                <a:lnTo>
                  <a:pt x="18539" y="14799"/>
                </a:lnTo>
                <a:lnTo>
                  <a:pt x="17768" y="16486"/>
                </a:lnTo>
                <a:lnTo>
                  <a:pt x="16993" y="18182"/>
                </a:lnTo>
                <a:lnTo>
                  <a:pt x="16212" y="19886"/>
                </a:lnTo>
                <a:lnTo>
                  <a:pt x="15429" y="21600"/>
                </a:lnTo>
                <a:lnTo>
                  <a:pt x="14602" y="20485"/>
                </a:lnTo>
                <a:lnTo>
                  <a:pt x="13768" y="19362"/>
                </a:lnTo>
                <a:lnTo>
                  <a:pt x="12923" y="18225"/>
                </a:lnTo>
                <a:lnTo>
                  <a:pt x="11695" y="16632"/>
                </a:lnTo>
                <a:lnTo>
                  <a:pt x="10448" y="15050"/>
                </a:lnTo>
                <a:lnTo>
                  <a:pt x="9180" y="13481"/>
                </a:lnTo>
                <a:lnTo>
                  <a:pt x="7899" y="11923"/>
                </a:lnTo>
                <a:lnTo>
                  <a:pt x="6603" y="10373"/>
                </a:lnTo>
                <a:lnTo>
                  <a:pt x="5298" y="8829"/>
                </a:lnTo>
                <a:lnTo>
                  <a:pt x="3981" y="7293"/>
                </a:lnTo>
                <a:lnTo>
                  <a:pt x="2660" y="5759"/>
                </a:lnTo>
                <a:lnTo>
                  <a:pt x="1330" y="4228"/>
                </a:lnTo>
                <a:lnTo>
                  <a:pt x="0" y="2700"/>
                </a:lnTo>
                <a:lnTo>
                  <a:pt x="2166" y="1674"/>
                </a:lnTo>
                <a:lnTo>
                  <a:pt x="4027" y="942"/>
                </a:lnTo>
                <a:lnTo>
                  <a:pt x="5780" y="456"/>
                </a:lnTo>
                <a:lnTo>
                  <a:pt x="7619" y="170"/>
                </a:lnTo>
                <a:lnTo>
                  <a:pt x="9742" y="35"/>
                </a:lnTo>
                <a:lnTo>
                  <a:pt x="12343" y="0"/>
                </a:lnTo>
                <a:close/>
              </a:path>
            </a:pathLst>
          </a:custGeom>
          <a:solidFill>
            <a:srgbClr val="E4E6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4" name="contour_12092"/>
          <p:cNvSpPr/>
          <p:nvPr/>
        </p:nvSpPr>
        <p:spPr>
          <a:xfrm>
            <a:off x="7954293" y="4270450"/>
            <a:ext cx="58304" cy="367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40" y="0"/>
                </a:moveTo>
                <a:lnTo>
                  <a:pt x="13341" y="604"/>
                </a:lnTo>
                <a:lnTo>
                  <a:pt x="15015" y="1251"/>
                </a:lnTo>
                <a:lnTo>
                  <a:pt x="16670" y="1957"/>
                </a:lnTo>
                <a:lnTo>
                  <a:pt x="18314" y="2724"/>
                </a:lnTo>
                <a:lnTo>
                  <a:pt x="19956" y="3555"/>
                </a:lnTo>
                <a:lnTo>
                  <a:pt x="21600" y="4467"/>
                </a:lnTo>
                <a:lnTo>
                  <a:pt x="21028" y="4664"/>
                </a:lnTo>
                <a:lnTo>
                  <a:pt x="20020" y="5011"/>
                </a:lnTo>
                <a:lnTo>
                  <a:pt x="17715" y="5804"/>
                </a:lnTo>
                <a:lnTo>
                  <a:pt x="15644" y="7294"/>
                </a:lnTo>
                <a:lnTo>
                  <a:pt x="14291" y="8541"/>
                </a:lnTo>
                <a:lnTo>
                  <a:pt x="13368" y="10005"/>
                </a:lnTo>
                <a:lnTo>
                  <a:pt x="12582" y="12151"/>
                </a:lnTo>
                <a:lnTo>
                  <a:pt x="11640" y="15441"/>
                </a:lnTo>
                <a:lnTo>
                  <a:pt x="11362" y="17475"/>
                </a:lnTo>
                <a:lnTo>
                  <a:pt x="11084" y="19523"/>
                </a:lnTo>
                <a:lnTo>
                  <a:pt x="10800" y="21600"/>
                </a:lnTo>
                <a:lnTo>
                  <a:pt x="9015" y="20893"/>
                </a:lnTo>
                <a:lnTo>
                  <a:pt x="7231" y="20187"/>
                </a:lnTo>
                <a:lnTo>
                  <a:pt x="5438" y="19476"/>
                </a:lnTo>
                <a:lnTo>
                  <a:pt x="3637" y="18760"/>
                </a:lnTo>
                <a:lnTo>
                  <a:pt x="1825" y="18041"/>
                </a:lnTo>
                <a:lnTo>
                  <a:pt x="0" y="17317"/>
                </a:lnTo>
                <a:lnTo>
                  <a:pt x="1690" y="12254"/>
                </a:lnTo>
                <a:lnTo>
                  <a:pt x="3059" y="8309"/>
                </a:lnTo>
                <a:lnTo>
                  <a:pt x="4201" y="5341"/>
                </a:lnTo>
                <a:lnTo>
                  <a:pt x="5211" y="3200"/>
                </a:lnTo>
                <a:lnTo>
                  <a:pt x="6186" y="1752"/>
                </a:lnTo>
                <a:lnTo>
                  <a:pt x="7220" y="848"/>
                </a:lnTo>
                <a:lnTo>
                  <a:pt x="8411" y="351"/>
                </a:lnTo>
                <a:lnTo>
                  <a:pt x="9852" y="116"/>
                </a:lnTo>
                <a:lnTo>
                  <a:pt x="11640" y="0"/>
                </a:lnTo>
                <a:close/>
              </a:path>
            </a:pathLst>
          </a:custGeom>
          <a:solidFill>
            <a:srgbClr val="4244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5" name="contour_12093"/>
          <p:cNvSpPr/>
          <p:nvPr/>
        </p:nvSpPr>
        <p:spPr>
          <a:xfrm>
            <a:off x="6875663" y="4263475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191" y="2304"/>
                </a:lnTo>
                <a:lnTo>
                  <a:pt x="17101" y="4626"/>
                </a:lnTo>
                <a:lnTo>
                  <a:pt x="17010" y="6977"/>
                </a:lnTo>
                <a:lnTo>
                  <a:pt x="17008" y="9904"/>
                </a:lnTo>
                <a:lnTo>
                  <a:pt x="17079" y="11830"/>
                </a:lnTo>
                <a:lnTo>
                  <a:pt x="17280" y="14400"/>
                </a:lnTo>
                <a:lnTo>
                  <a:pt x="18563" y="15977"/>
                </a:lnTo>
                <a:lnTo>
                  <a:pt x="19440" y="16877"/>
                </a:lnTo>
                <a:lnTo>
                  <a:pt x="20317" y="17438"/>
                </a:lnTo>
                <a:lnTo>
                  <a:pt x="21600" y="18000"/>
                </a:lnTo>
                <a:lnTo>
                  <a:pt x="20174" y="18594"/>
                </a:lnTo>
                <a:lnTo>
                  <a:pt x="18747" y="19188"/>
                </a:lnTo>
                <a:lnTo>
                  <a:pt x="17312" y="19786"/>
                </a:lnTo>
                <a:lnTo>
                  <a:pt x="15872" y="20387"/>
                </a:lnTo>
                <a:lnTo>
                  <a:pt x="14422" y="20992"/>
                </a:lnTo>
                <a:lnTo>
                  <a:pt x="12960" y="21600"/>
                </a:lnTo>
                <a:lnTo>
                  <a:pt x="12960" y="19224"/>
                </a:lnTo>
                <a:lnTo>
                  <a:pt x="12960" y="16844"/>
                </a:lnTo>
                <a:lnTo>
                  <a:pt x="12960" y="14454"/>
                </a:lnTo>
                <a:lnTo>
                  <a:pt x="12960" y="12053"/>
                </a:lnTo>
                <a:lnTo>
                  <a:pt x="12960" y="9637"/>
                </a:lnTo>
                <a:lnTo>
                  <a:pt x="12960" y="7200"/>
                </a:lnTo>
                <a:lnTo>
                  <a:pt x="11534" y="7596"/>
                </a:lnTo>
                <a:lnTo>
                  <a:pt x="10107" y="7992"/>
                </a:lnTo>
                <a:lnTo>
                  <a:pt x="8679" y="8388"/>
                </a:lnTo>
                <a:lnTo>
                  <a:pt x="7247" y="8788"/>
                </a:lnTo>
                <a:lnTo>
                  <a:pt x="5810" y="9187"/>
                </a:lnTo>
                <a:lnTo>
                  <a:pt x="4368" y="9587"/>
                </a:lnTo>
                <a:lnTo>
                  <a:pt x="2920" y="9990"/>
                </a:lnTo>
                <a:lnTo>
                  <a:pt x="1464" y="10393"/>
                </a:lnTo>
                <a:lnTo>
                  <a:pt x="0" y="10800"/>
                </a:lnTo>
                <a:lnTo>
                  <a:pt x="0" y="8420"/>
                </a:lnTo>
                <a:lnTo>
                  <a:pt x="0" y="6026"/>
                </a:lnTo>
                <a:lnTo>
                  <a:pt x="0" y="3600"/>
                </a:lnTo>
                <a:lnTo>
                  <a:pt x="1242" y="3236"/>
                </a:lnTo>
                <a:lnTo>
                  <a:pt x="2484" y="2876"/>
                </a:lnTo>
                <a:lnTo>
                  <a:pt x="3726" y="2516"/>
                </a:lnTo>
                <a:lnTo>
                  <a:pt x="4968" y="2156"/>
                </a:lnTo>
                <a:lnTo>
                  <a:pt x="6210" y="1800"/>
                </a:lnTo>
                <a:lnTo>
                  <a:pt x="7363" y="1465"/>
                </a:lnTo>
                <a:lnTo>
                  <a:pt x="8526" y="1127"/>
                </a:lnTo>
                <a:lnTo>
                  <a:pt x="9703" y="788"/>
                </a:lnTo>
                <a:lnTo>
                  <a:pt x="11327" y="403"/>
                </a:lnTo>
                <a:lnTo>
                  <a:pt x="12532" y="169"/>
                </a:lnTo>
                <a:lnTo>
                  <a:pt x="13684" y="50"/>
                </a:lnTo>
                <a:lnTo>
                  <a:pt x="15146" y="7"/>
                </a:lnTo>
                <a:lnTo>
                  <a:pt x="17280" y="0"/>
                </a:lnTo>
                <a:close/>
              </a:path>
            </a:pathLst>
          </a:custGeom>
          <a:solidFill>
            <a:srgbClr val="C096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6" name="contour_12094"/>
          <p:cNvSpPr/>
          <p:nvPr/>
        </p:nvSpPr>
        <p:spPr>
          <a:xfrm>
            <a:off x="10286443" y="4257521"/>
            <a:ext cx="58304" cy="281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67"/>
                </a:moveTo>
                <a:lnTo>
                  <a:pt x="19062" y="9503"/>
                </a:lnTo>
                <a:lnTo>
                  <a:pt x="17037" y="13349"/>
                </a:lnTo>
                <a:lnTo>
                  <a:pt x="15414" y="16250"/>
                </a:lnTo>
                <a:lnTo>
                  <a:pt x="14078" y="18347"/>
                </a:lnTo>
                <a:lnTo>
                  <a:pt x="12914" y="19766"/>
                </a:lnTo>
                <a:lnTo>
                  <a:pt x="11804" y="20666"/>
                </a:lnTo>
                <a:lnTo>
                  <a:pt x="10641" y="21181"/>
                </a:lnTo>
                <a:lnTo>
                  <a:pt x="9301" y="21443"/>
                </a:lnTo>
                <a:lnTo>
                  <a:pt x="7679" y="21600"/>
                </a:lnTo>
                <a:lnTo>
                  <a:pt x="6199" y="20924"/>
                </a:lnTo>
                <a:lnTo>
                  <a:pt x="5060" y="20281"/>
                </a:lnTo>
                <a:lnTo>
                  <a:pt x="3893" y="19392"/>
                </a:lnTo>
                <a:lnTo>
                  <a:pt x="2330" y="17972"/>
                </a:lnTo>
                <a:lnTo>
                  <a:pt x="0" y="15747"/>
                </a:lnTo>
                <a:lnTo>
                  <a:pt x="0" y="12052"/>
                </a:lnTo>
                <a:lnTo>
                  <a:pt x="0" y="8335"/>
                </a:lnTo>
                <a:lnTo>
                  <a:pt x="0" y="4567"/>
                </a:lnTo>
                <a:lnTo>
                  <a:pt x="1990" y="3058"/>
                </a:lnTo>
                <a:lnTo>
                  <a:pt x="3872" y="1867"/>
                </a:lnTo>
                <a:lnTo>
                  <a:pt x="5670" y="978"/>
                </a:lnTo>
                <a:lnTo>
                  <a:pt x="7406" y="375"/>
                </a:lnTo>
                <a:lnTo>
                  <a:pt x="9099" y="56"/>
                </a:lnTo>
                <a:lnTo>
                  <a:pt x="10770" y="0"/>
                </a:lnTo>
                <a:lnTo>
                  <a:pt x="12444" y="196"/>
                </a:lnTo>
                <a:lnTo>
                  <a:pt x="14143" y="632"/>
                </a:lnTo>
                <a:lnTo>
                  <a:pt x="15884" y="1302"/>
                </a:lnTo>
                <a:lnTo>
                  <a:pt x="17693" y="2191"/>
                </a:lnTo>
                <a:lnTo>
                  <a:pt x="19591" y="3281"/>
                </a:lnTo>
                <a:lnTo>
                  <a:pt x="21600" y="4567"/>
                </a:lnTo>
                <a:close/>
              </a:path>
            </a:pathLst>
          </a:custGeom>
          <a:solidFill>
            <a:srgbClr val="EB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7" name="contour_12095"/>
          <p:cNvSpPr/>
          <p:nvPr/>
        </p:nvSpPr>
        <p:spPr>
          <a:xfrm>
            <a:off x="3953178" y="4183307"/>
            <a:ext cx="377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6697" y="1011"/>
                </a:lnTo>
                <a:lnTo>
                  <a:pt x="9174" y="2056"/>
                </a:lnTo>
                <a:lnTo>
                  <a:pt x="11605" y="3162"/>
                </a:lnTo>
                <a:lnTo>
                  <a:pt x="13986" y="4346"/>
                </a:lnTo>
                <a:lnTo>
                  <a:pt x="16321" y="5642"/>
                </a:lnTo>
                <a:lnTo>
                  <a:pt x="18610" y="7063"/>
                </a:lnTo>
                <a:lnTo>
                  <a:pt x="20849" y="8640"/>
                </a:lnTo>
                <a:lnTo>
                  <a:pt x="2135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50" y="18645"/>
                </a:lnTo>
                <a:lnTo>
                  <a:pt x="20849" y="21600"/>
                </a:lnTo>
                <a:lnTo>
                  <a:pt x="18268" y="21064"/>
                </a:lnTo>
                <a:lnTo>
                  <a:pt x="15687" y="20529"/>
                </a:lnTo>
                <a:lnTo>
                  <a:pt x="13098" y="19993"/>
                </a:lnTo>
                <a:lnTo>
                  <a:pt x="10504" y="19457"/>
                </a:lnTo>
                <a:lnTo>
                  <a:pt x="7898" y="18917"/>
                </a:lnTo>
                <a:lnTo>
                  <a:pt x="5279" y="18373"/>
                </a:lnTo>
                <a:lnTo>
                  <a:pt x="2648" y="17829"/>
                </a:lnTo>
                <a:lnTo>
                  <a:pt x="0" y="17280"/>
                </a:lnTo>
                <a:lnTo>
                  <a:pt x="688" y="14429"/>
                </a:lnTo>
                <a:lnTo>
                  <a:pt x="1376" y="11573"/>
                </a:lnTo>
                <a:lnTo>
                  <a:pt x="2068" y="8705"/>
                </a:lnTo>
                <a:lnTo>
                  <a:pt x="2765" y="5823"/>
                </a:lnTo>
                <a:lnTo>
                  <a:pt x="3465" y="2925"/>
                </a:lnTo>
                <a:lnTo>
                  <a:pt x="4170" y="0"/>
                </a:lnTo>
                <a:close/>
              </a:path>
            </a:pathLst>
          </a:custGeom>
          <a:solidFill>
            <a:srgbClr val="4E4A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8" name="contour_12096"/>
          <p:cNvSpPr/>
          <p:nvPr/>
        </p:nvSpPr>
        <p:spPr>
          <a:xfrm>
            <a:off x="10643554" y="4146867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6" y="0"/>
                </a:lnTo>
                <a:lnTo>
                  <a:pt x="5582" y="0"/>
                </a:lnTo>
                <a:lnTo>
                  <a:pt x="7200" y="0"/>
                </a:lnTo>
                <a:lnTo>
                  <a:pt x="7200" y="3569"/>
                </a:lnTo>
                <a:lnTo>
                  <a:pt x="7200" y="7160"/>
                </a:lnTo>
                <a:lnTo>
                  <a:pt x="7200" y="10800"/>
                </a:lnTo>
                <a:lnTo>
                  <a:pt x="7925" y="11070"/>
                </a:lnTo>
                <a:lnTo>
                  <a:pt x="8590" y="11324"/>
                </a:lnTo>
                <a:lnTo>
                  <a:pt x="9317" y="11594"/>
                </a:lnTo>
                <a:lnTo>
                  <a:pt x="10224" y="11934"/>
                </a:lnTo>
                <a:lnTo>
                  <a:pt x="11429" y="12388"/>
                </a:lnTo>
                <a:lnTo>
                  <a:pt x="13051" y="12992"/>
                </a:lnTo>
                <a:lnTo>
                  <a:pt x="15206" y="13802"/>
                </a:lnTo>
                <a:lnTo>
                  <a:pt x="18017" y="14855"/>
                </a:lnTo>
                <a:lnTo>
                  <a:pt x="21600" y="16200"/>
                </a:lnTo>
                <a:lnTo>
                  <a:pt x="21600" y="18878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396" y="18036"/>
                </a:lnTo>
                <a:lnTo>
                  <a:pt x="792" y="14467"/>
                </a:lnTo>
                <a:lnTo>
                  <a:pt x="1190" y="10881"/>
                </a:lnTo>
                <a:lnTo>
                  <a:pt x="1591" y="7279"/>
                </a:lnTo>
                <a:lnTo>
                  <a:pt x="1994" y="3656"/>
                </a:lnTo>
                <a:lnTo>
                  <a:pt x="2400" y="0"/>
                </a:lnTo>
                <a:close/>
              </a:path>
            </a:pathLst>
          </a:custGeom>
          <a:solidFill>
            <a:srgbClr val="B5AB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099" name="contour_12097"/>
          <p:cNvSpPr/>
          <p:nvPr/>
        </p:nvSpPr>
        <p:spPr>
          <a:xfrm>
            <a:off x="4681977" y="4066699"/>
            <a:ext cx="51016" cy="53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5" y="0"/>
                </a:lnTo>
                <a:lnTo>
                  <a:pt x="7177" y="0"/>
                </a:lnTo>
                <a:lnTo>
                  <a:pt x="9257" y="0"/>
                </a:lnTo>
                <a:lnTo>
                  <a:pt x="9816" y="1818"/>
                </a:lnTo>
                <a:lnTo>
                  <a:pt x="10143" y="3156"/>
                </a:lnTo>
                <a:lnTo>
                  <a:pt x="10365" y="4677"/>
                </a:lnTo>
                <a:lnTo>
                  <a:pt x="10609" y="7044"/>
                </a:lnTo>
                <a:lnTo>
                  <a:pt x="11102" y="10081"/>
                </a:lnTo>
                <a:lnTo>
                  <a:pt x="11516" y="12201"/>
                </a:lnTo>
                <a:lnTo>
                  <a:pt x="11963" y="13687"/>
                </a:lnTo>
                <a:lnTo>
                  <a:pt x="12550" y="14817"/>
                </a:lnTo>
                <a:lnTo>
                  <a:pt x="13386" y="15873"/>
                </a:lnTo>
                <a:lnTo>
                  <a:pt x="14586" y="17133"/>
                </a:lnTo>
                <a:lnTo>
                  <a:pt x="16144" y="18083"/>
                </a:lnTo>
                <a:lnTo>
                  <a:pt x="17394" y="18777"/>
                </a:lnTo>
                <a:lnTo>
                  <a:pt x="18996" y="19557"/>
                </a:lnTo>
                <a:lnTo>
                  <a:pt x="21600" y="20761"/>
                </a:lnTo>
                <a:lnTo>
                  <a:pt x="19326" y="21111"/>
                </a:lnTo>
                <a:lnTo>
                  <a:pt x="17116" y="21383"/>
                </a:lnTo>
                <a:lnTo>
                  <a:pt x="14944" y="21553"/>
                </a:lnTo>
                <a:lnTo>
                  <a:pt x="12784" y="21600"/>
                </a:lnTo>
                <a:lnTo>
                  <a:pt x="10621" y="21499"/>
                </a:lnTo>
                <a:lnTo>
                  <a:pt x="8424" y="21226"/>
                </a:lnTo>
                <a:lnTo>
                  <a:pt x="6171" y="20761"/>
                </a:lnTo>
                <a:lnTo>
                  <a:pt x="4888" y="19061"/>
                </a:lnTo>
                <a:lnTo>
                  <a:pt x="3771" y="17338"/>
                </a:lnTo>
                <a:lnTo>
                  <a:pt x="2811" y="15579"/>
                </a:lnTo>
                <a:lnTo>
                  <a:pt x="1996" y="13776"/>
                </a:lnTo>
                <a:lnTo>
                  <a:pt x="1318" y="11920"/>
                </a:lnTo>
                <a:lnTo>
                  <a:pt x="768" y="10001"/>
                </a:lnTo>
                <a:lnTo>
                  <a:pt x="330" y="8008"/>
                </a:lnTo>
                <a:lnTo>
                  <a:pt x="0" y="5932"/>
                </a:lnTo>
                <a:lnTo>
                  <a:pt x="633" y="3897"/>
                </a:lnTo>
                <a:lnTo>
                  <a:pt x="1163" y="2601"/>
                </a:lnTo>
                <a:lnTo>
                  <a:pt x="1885" y="1486"/>
                </a:lnTo>
                <a:lnTo>
                  <a:pt x="3086" y="0"/>
                </a:lnTo>
                <a:close/>
              </a:path>
            </a:pathLst>
          </a:custGeom>
          <a:solidFill>
            <a:srgbClr val="9383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0" name="contour_12098"/>
          <p:cNvSpPr/>
          <p:nvPr/>
        </p:nvSpPr>
        <p:spPr>
          <a:xfrm>
            <a:off x="4725705" y="4013745"/>
            <a:ext cx="58304" cy="317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62" y="0"/>
                </a:moveTo>
                <a:lnTo>
                  <a:pt x="9655" y="50"/>
                </a:lnTo>
                <a:lnTo>
                  <a:pt x="10819" y="144"/>
                </a:lnTo>
                <a:lnTo>
                  <a:pt x="12042" y="342"/>
                </a:lnTo>
                <a:lnTo>
                  <a:pt x="13708" y="713"/>
                </a:lnTo>
                <a:lnTo>
                  <a:pt x="16200" y="1317"/>
                </a:lnTo>
                <a:lnTo>
                  <a:pt x="16200" y="4589"/>
                </a:lnTo>
                <a:lnTo>
                  <a:pt x="16200" y="7882"/>
                </a:lnTo>
                <a:lnTo>
                  <a:pt x="16200" y="11218"/>
                </a:lnTo>
                <a:lnTo>
                  <a:pt x="17804" y="13040"/>
                </a:lnTo>
                <a:lnTo>
                  <a:pt x="18900" y="14159"/>
                </a:lnTo>
                <a:lnTo>
                  <a:pt x="19999" y="15050"/>
                </a:lnTo>
                <a:lnTo>
                  <a:pt x="21600" y="16169"/>
                </a:lnTo>
                <a:lnTo>
                  <a:pt x="19972" y="19040"/>
                </a:lnTo>
                <a:lnTo>
                  <a:pt x="18689" y="20565"/>
                </a:lnTo>
                <a:lnTo>
                  <a:pt x="17088" y="21248"/>
                </a:lnTo>
                <a:lnTo>
                  <a:pt x="14502" y="21600"/>
                </a:lnTo>
                <a:lnTo>
                  <a:pt x="12776" y="21546"/>
                </a:lnTo>
                <a:lnTo>
                  <a:pt x="11040" y="21486"/>
                </a:lnTo>
                <a:lnTo>
                  <a:pt x="9280" y="21427"/>
                </a:lnTo>
                <a:lnTo>
                  <a:pt x="8510" y="21412"/>
                </a:lnTo>
                <a:lnTo>
                  <a:pt x="7152" y="21377"/>
                </a:lnTo>
                <a:lnTo>
                  <a:pt x="4039" y="21293"/>
                </a:lnTo>
                <a:lnTo>
                  <a:pt x="3445" y="21268"/>
                </a:lnTo>
                <a:lnTo>
                  <a:pt x="2400" y="21224"/>
                </a:lnTo>
                <a:lnTo>
                  <a:pt x="0" y="21120"/>
                </a:lnTo>
                <a:lnTo>
                  <a:pt x="1164" y="14882"/>
                </a:lnTo>
                <a:lnTo>
                  <a:pt x="2095" y="10164"/>
                </a:lnTo>
                <a:lnTo>
                  <a:pt x="2889" y="6723"/>
                </a:lnTo>
                <a:lnTo>
                  <a:pt x="3645" y="4307"/>
                </a:lnTo>
                <a:lnTo>
                  <a:pt x="4452" y="2678"/>
                </a:lnTo>
                <a:lnTo>
                  <a:pt x="5411" y="1584"/>
                </a:lnTo>
                <a:lnTo>
                  <a:pt x="6618" y="772"/>
                </a:lnTo>
                <a:lnTo>
                  <a:pt x="8162" y="0"/>
                </a:lnTo>
                <a:close/>
              </a:path>
            </a:pathLst>
          </a:custGeom>
          <a:solidFill>
            <a:srgbClr val="EF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1" name="contour_12099"/>
          <p:cNvSpPr/>
          <p:nvPr/>
        </p:nvSpPr>
        <p:spPr>
          <a:xfrm>
            <a:off x="8041741" y="3955288"/>
            <a:ext cx="65592" cy="26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34"/>
                </a:moveTo>
                <a:lnTo>
                  <a:pt x="3516" y="1100"/>
                </a:lnTo>
                <a:lnTo>
                  <a:pt x="6461" y="592"/>
                </a:lnTo>
                <a:lnTo>
                  <a:pt x="8899" y="236"/>
                </a:lnTo>
                <a:lnTo>
                  <a:pt x="10901" y="30"/>
                </a:lnTo>
                <a:lnTo>
                  <a:pt x="12526" y="0"/>
                </a:lnTo>
                <a:lnTo>
                  <a:pt x="13843" y="157"/>
                </a:lnTo>
                <a:lnTo>
                  <a:pt x="14921" y="508"/>
                </a:lnTo>
                <a:lnTo>
                  <a:pt x="15821" y="1075"/>
                </a:lnTo>
                <a:lnTo>
                  <a:pt x="16613" y="1873"/>
                </a:lnTo>
                <a:lnTo>
                  <a:pt x="17359" y="2912"/>
                </a:lnTo>
                <a:lnTo>
                  <a:pt x="18127" y="4205"/>
                </a:lnTo>
                <a:lnTo>
                  <a:pt x="18984" y="5770"/>
                </a:lnTo>
                <a:lnTo>
                  <a:pt x="19738" y="8815"/>
                </a:lnTo>
                <a:lnTo>
                  <a:pt x="20261" y="11298"/>
                </a:lnTo>
                <a:lnTo>
                  <a:pt x="20801" y="14543"/>
                </a:lnTo>
                <a:lnTo>
                  <a:pt x="21600" y="19860"/>
                </a:lnTo>
                <a:lnTo>
                  <a:pt x="18170" y="20609"/>
                </a:lnTo>
                <a:lnTo>
                  <a:pt x="15398" y="21159"/>
                </a:lnTo>
                <a:lnTo>
                  <a:pt x="13181" y="21503"/>
                </a:lnTo>
                <a:lnTo>
                  <a:pt x="11417" y="21600"/>
                </a:lnTo>
                <a:lnTo>
                  <a:pt x="10003" y="21437"/>
                </a:lnTo>
                <a:lnTo>
                  <a:pt x="8839" y="20990"/>
                </a:lnTo>
                <a:lnTo>
                  <a:pt x="7822" y="20228"/>
                </a:lnTo>
                <a:lnTo>
                  <a:pt x="6852" y="19129"/>
                </a:lnTo>
                <a:lnTo>
                  <a:pt x="5825" y="17667"/>
                </a:lnTo>
                <a:lnTo>
                  <a:pt x="4642" y="15824"/>
                </a:lnTo>
                <a:lnTo>
                  <a:pt x="3672" y="13298"/>
                </a:lnTo>
                <a:lnTo>
                  <a:pt x="2947" y="11305"/>
                </a:lnTo>
                <a:lnTo>
                  <a:pt x="2242" y="9160"/>
                </a:lnTo>
                <a:lnTo>
                  <a:pt x="1332" y="6199"/>
                </a:lnTo>
                <a:lnTo>
                  <a:pt x="0" y="1734"/>
                </a:lnTo>
                <a:close/>
              </a:path>
            </a:pathLst>
          </a:custGeom>
          <a:solidFill>
            <a:srgbClr val="BDD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2" name="contour_12100"/>
          <p:cNvSpPr/>
          <p:nvPr/>
        </p:nvSpPr>
        <p:spPr>
          <a:xfrm>
            <a:off x="4383170" y="3913651"/>
            <a:ext cx="87456" cy="209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19645" y="6097"/>
                </a:lnTo>
                <a:lnTo>
                  <a:pt x="18058" y="10965"/>
                </a:lnTo>
                <a:lnTo>
                  <a:pt x="16772" y="14745"/>
                </a:lnTo>
                <a:lnTo>
                  <a:pt x="15725" y="17550"/>
                </a:lnTo>
                <a:lnTo>
                  <a:pt x="14850" y="19508"/>
                </a:lnTo>
                <a:lnTo>
                  <a:pt x="14083" y="20753"/>
                </a:lnTo>
                <a:lnTo>
                  <a:pt x="13360" y="21413"/>
                </a:lnTo>
                <a:lnTo>
                  <a:pt x="12614" y="21600"/>
                </a:lnTo>
                <a:lnTo>
                  <a:pt x="11783" y="21450"/>
                </a:lnTo>
                <a:lnTo>
                  <a:pt x="10800" y="21090"/>
                </a:lnTo>
                <a:lnTo>
                  <a:pt x="9698" y="19185"/>
                </a:lnTo>
                <a:lnTo>
                  <a:pt x="8604" y="17212"/>
                </a:lnTo>
                <a:lnTo>
                  <a:pt x="7515" y="15187"/>
                </a:lnTo>
                <a:lnTo>
                  <a:pt x="6431" y="13110"/>
                </a:lnTo>
                <a:lnTo>
                  <a:pt x="5353" y="10988"/>
                </a:lnTo>
                <a:lnTo>
                  <a:pt x="4277" y="8828"/>
                </a:lnTo>
                <a:lnTo>
                  <a:pt x="3206" y="6645"/>
                </a:lnTo>
                <a:lnTo>
                  <a:pt x="2135" y="4440"/>
                </a:lnTo>
                <a:lnTo>
                  <a:pt x="1067" y="2220"/>
                </a:lnTo>
                <a:lnTo>
                  <a:pt x="0" y="0"/>
                </a:lnTo>
                <a:close/>
              </a:path>
            </a:pathLst>
          </a:custGeom>
          <a:solidFill>
            <a:srgbClr val="C4D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3" name="contour_12101"/>
          <p:cNvSpPr/>
          <p:nvPr/>
        </p:nvSpPr>
        <p:spPr>
          <a:xfrm>
            <a:off x="4674689" y="3730869"/>
            <a:ext cx="80168" cy="22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55" y="126"/>
                </a:moveTo>
                <a:lnTo>
                  <a:pt x="17015" y="189"/>
                </a:lnTo>
                <a:lnTo>
                  <a:pt x="18081" y="245"/>
                </a:lnTo>
                <a:lnTo>
                  <a:pt x="19161" y="309"/>
                </a:lnTo>
                <a:lnTo>
                  <a:pt x="19768" y="372"/>
                </a:lnTo>
                <a:lnTo>
                  <a:pt x="21600" y="561"/>
                </a:lnTo>
                <a:lnTo>
                  <a:pt x="21600" y="5190"/>
                </a:lnTo>
                <a:lnTo>
                  <a:pt x="21600" y="9860"/>
                </a:lnTo>
                <a:lnTo>
                  <a:pt x="21600" y="14587"/>
                </a:lnTo>
                <a:lnTo>
                  <a:pt x="20263" y="15022"/>
                </a:lnTo>
                <a:lnTo>
                  <a:pt x="18927" y="15457"/>
                </a:lnTo>
                <a:lnTo>
                  <a:pt x="17588" y="15891"/>
                </a:lnTo>
                <a:lnTo>
                  <a:pt x="16251" y="16326"/>
                </a:lnTo>
                <a:lnTo>
                  <a:pt x="14912" y="16761"/>
                </a:lnTo>
                <a:lnTo>
                  <a:pt x="13569" y="17196"/>
                </a:lnTo>
                <a:lnTo>
                  <a:pt x="12226" y="17631"/>
                </a:lnTo>
                <a:lnTo>
                  <a:pt x="10881" y="18065"/>
                </a:lnTo>
                <a:lnTo>
                  <a:pt x="9533" y="18500"/>
                </a:lnTo>
                <a:lnTo>
                  <a:pt x="8182" y="18942"/>
                </a:lnTo>
                <a:lnTo>
                  <a:pt x="6828" y="19384"/>
                </a:lnTo>
                <a:lnTo>
                  <a:pt x="5471" y="19819"/>
                </a:lnTo>
                <a:lnTo>
                  <a:pt x="4110" y="20261"/>
                </a:lnTo>
                <a:lnTo>
                  <a:pt x="2745" y="20702"/>
                </a:lnTo>
                <a:lnTo>
                  <a:pt x="1375" y="21151"/>
                </a:lnTo>
                <a:lnTo>
                  <a:pt x="0" y="21600"/>
                </a:lnTo>
                <a:lnTo>
                  <a:pt x="1975" y="16901"/>
                </a:lnTo>
                <a:lnTo>
                  <a:pt x="3666" y="12932"/>
                </a:lnTo>
                <a:lnTo>
                  <a:pt x="5115" y="9622"/>
                </a:lnTo>
                <a:lnTo>
                  <a:pt x="6368" y="6915"/>
                </a:lnTo>
                <a:lnTo>
                  <a:pt x="7468" y="4762"/>
                </a:lnTo>
                <a:lnTo>
                  <a:pt x="8457" y="3086"/>
                </a:lnTo>
                <a:lnTo>
                  <a:pt x="9378" y="1844"/>
                </a:lnTo>
                <a:lnTo>
                  <a:pt x="10278" y="975"/>
                </a:lnTo>
                <a:lnTo>
                  <a:pt x="11199" y="414"/>
                </a:lnTo>
                <a:lnTo>
                  <a:pt x="12182" y="112"/>
                </a:lnTo>
                <a:lnTo>
                  <a:pt x="13274" y="0"/>
                </a:lnTo>
                <a:lnTo>
                  <a:pt x="14517" y="21"/>
                </a:lnTo>
                <a:lnTo>
                  <a:pt x="15955" y="126"/>
                </a:lnTo>
                <a:close/>
              </a:path>
            </a:pathLst>
          </a:custGeom>
          <a:solidFill>
            <a:srgbClr val="C0D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4" name="contour_12102"/>
          <p:cNvSpPr/>
          <p:nvPr/>
        </p:nvSpPr>
        <p:spPr>
          <a:xfrm>
            <a:off x="11525401" y="3561692"/>
            <a:ext cx="72880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1" y="0"/>
                </a:moveTo>
                <a:lnTo>
                  <a:pt x="9701" y="118"/>
                </a:lnTo>
                <a:lnTo>
                  <a:pt x="10878" y="269"/>
                </a:lnTo>
                <a:lnTo>
                  <a:pt x="12055" y="459"/>
                </a:lnTo>
                <a:lnTo>
                  <a:pt x="13230" y="689"/>
                </a:lnTo>
                <a:lnTo>
                  <a:pt x="14440" y="826"/>
                </a:lnTo>
                <a:lnTo>
                  <a:pt x="15669" y="958"/>
                </a:lnTo>
                <a:lnTo>
                  <a:pt x="17153" y="1154"/>
                </a:lnTo>
                <a:lnTo>
                  <a:pt x="18636" y="1391"/>
                </a:lnTo>
                <a:lnTo>
                  <a:pt x="20118" y="1646"/>
                </a:lnTo>
                <a:lnTo>
                  <a:pt x="21600" y="1922"/>
                </a:lnTo>
                <a:lnTo>
                  <a:pt x="21116" y="5720"/>
                </a:lnTo>
                <a:lnTo>
                  <a:pt x="20730" y="8357"/>
                </a:lnTo>
                <a:lnTo>
                  <a:pt x="20239" y="11053"/>
                </a:lnTo>
                <a:lnTo>
                  <a:pt x="19440" y="15041"/>
                </a:lnTo>
                <a:lnTo>
                  <a:pt x="17922" y="16536"/>
                </a:lnTo>
                <a:lnTo>
                  <a:pt x="16764" y="17238"/>
                </a:lnTo>
                <a:lnTo>
                  <a:pt x="14975" y="17756"/>
                </a:lnTo>
                <a:lnTo>
                  <a:pt x="13668" y="18137"/>
                </a:lnTo>
                <a:lnTo>
                  <a:pt x="12340" y="18524"/>
                </a:lnTo>
                <a:lnTo>
                  <a:pt x="11655" y="18681"/>
                </a:lnTo>
                <a:lnTo>
                  <a:pt x="9584" y="19140"/>
                </a:lnTo>
                <a:lnTo>
                  <a:pt x="8206" y="19521"/>
                </a:lnTo>
                <a:lnTo>
                  <a:pt x="6804" y="19908"/>
                </a:lnTo>
                <a:lnTo>
                  <a:pt x="5445" y="20268"/>
                </a:lnTo>
                <a:lnTo>
                  <a:pt x="4085" y="20616"/>
                </a:lnTo>
                <a:lnTo>
                  <a:pt x="2724" y="20951"/>
                </a:lnTo>
                <a:lnTo>
                  <a:pt x="1361" y="21279"/>
                </a:lnTo>
                <a:lnTo>
                  <a:pt x="0" y="21600"/>
                </a:lnTo>
                <a:lnTo>
                  <a:pt x="821" y="16667"/>
                </a:lnTo>
                <a:lnTo>
                  <a:pt x="1570" y="12542"/>
                </a:lnTo>
                <a:lnTo>
                  <a:pt x="2318" y="9131"/>
                </a:lnTo>
                <a:lnTo>
                  <a:pt x="3136" y="6356"/>
                </a:lnTo>
                <a:lnTo>
                  <a:pt x="4093" y="4139"/>
                </a:lnTo>
                <a:lnTo>
                  <a:pt x="5264" y="2394"/>
                </a:lnTo>
                <a:lnTo>
                  <a:pt x="6715" y="1043"/>
                </a:lnTo>
                <a:lnTo>
                  <a:pt x="8521" y="0"/>
                </a:lnTo>
                <a:close/>
              </a:path>
            </a:pathLst>
          </a:custGeom>
          <a:solidFill>
            <a:srgbClr val="E2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5" name="contour_12103"/>
          <p:cNvSpPr/>
          <p:nvPr/>
        </p:nvSpPr>
        <p:spPr>
          <a:xfrm>
            <a:off x="4171818" y="3563828"/>
            <a:ext cx="80168" cy="24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398"/>
                </a:lnTo>
                <a:lnTo>
                  <a:pt x="2673" y="796"/>
                </a:lnTo>
                <a:lnTo>
                  <a:pt x="4012" y="1195"/>
                </a:lnTo>
                <a:lnTo>
                  <a:pt x="5349" y="1593"/>
                </a:lnTo>
                <a:lnTo>
                  <a:pt x="6688" y="1991"/>
                </a:lnTo>
                <a:lnTo>
                  <a:pt x="8031" y="2389"/>
                </a:lnTo>
                <a:lnTo>
                  <a:pt x="9374" y="2788"/>
                </a:lnTo>
                <a:lnTo>
                  <a:pt x="10719" y="3186"/>
                </a:lnTo>
                <a:lnTo>
                  <a:pt x="12067" y="3590"/>
                </a:lnTo>
                <a:lnTo>
                  <a:pt x="13418" y="3989"/>
                </a:lnTo>
                <a:lnTo>
                  <a:pt x="14772" y="4393"/>
                </a:lnTo>
                <a:lnTo>
                  <a:pt x="16129" y="4798"/>
                </a:lnTo>
                <a:lnTo>
                  <a:pt x="17490" y="5202"/>
                </a:lnTo>
                <a:lnTo>
                  <a:pt x="18855" y="5607"/>
                </a:lnTo>
                <a:lnTo>
                  <a:pt x="20225" y="6012"/>
                </a:lnTo>
                <a:lnTo>
                  <a:pt x="21600" y="6423"/>
                </a:lnTo>
                <a:lnTo>
                  <a:pt x="19358" y="10084"/>
                </a:lnTo>
                <a:lnTo>
                  <a:pt x="17498" y="13083"/>
                </a:lnTo>
                <a:lnTo>
                  <a:pt x="15957" y="15485"/>
                </a:lnTo>
                <a:lnTo>
                  <a:pt x="14670" y="17355"/>
                </a:lnTo>
                <a:lnTo>
                  <a:pt x="13579" y="18768"/>
                </a:lnTo>
                <a:lnTo>
                  <a:pt x="12612" y="19782"/>
                </a:lnTo>
                <a:lnTo>
                  <a:pt x="11713" y="20470"/>
                </a:lnTo>
                <a:lnTo>
                  <a:pt x="10814" y="20893"/>
                </a:lnTo>
                <a:lnTo>
                  <a:pt x="9852" y="21125"/>
                </a:lnTo>
                <a:lnTo>
                  <a:pt x="8764" y="21227"/>
                </a:lnTo>
                <a:lnTo>
                  <a:pt x="7485" y="21272"/>
                </a:lnTo>
                <a:lnTo>
                  <a:pt x="6484" y="21382"/>
                </a:lnTo>
                <a:lnTo>
                  <a:pt x="5479" y="21491"/>
                </a:lnTo>
                <a:lnTo>
                  <a:pt x="4457" y="21600"/>
                </a:lnTo>
                <a:lnTo>
                  <a:pt x="3837" y="21022"/>
                </a:lnTo>
                <a:lnTo>
                  <a:pt x="1964" y="19269"/>
                </a:lnTo>
                <a:lnTo>
                  <a:pt x="1575" y="15453"/>
                </a:lnTo>
                <a:lnTo>
                  <a:pt x="1184" y="11625"/>
                </a:lnTo>
                <a:lnTo>
                  <a:pt x="793" y="7784"/>
                </a:lnTo>
                <a:lnTo>
                  <a:pt x="399" y="3912"/>
                </a:lnTo>
                <a:lnTo>
                  <a:pt x="0" y="0"/>
                </a:lnTo>
                <a:close/>
              </a:path>
            </a:pathLst>
          </a:custGeom>
          <a:solidFill>
            <a:srgbClr val="8FA2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6" name="contour_12104"/>
          <p:cNvSpPr/>
          <p:nvPr/>
        </p:nvSpPr>
        <p:spPr>
          <a:xfrm>
            <a:off x="5323321" y="3549427"/>
            <a:ext cx="80168" cy="216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77" y="704"/>
                </a:moveTo>
                <a:lnTo>
                  <a:pt x="8768" y="965"/>
                </a:lnTo>
                <a:lnTo>
                  <a:pt x="10555" y="1764"/>
                </a:lnTo>
                <a:lnTo>
                  <a:pt x="11165" y="2076"/>
                </a:lnTo>
                <a:lnTo>
                  <a:pt x="13009" y="2998"/>
                </a:lnTo>
                <a:lnTo>
                  <a:pt x="14250" y="3571"/>
                </a:lnTo>
                <a:lnTo>
                  <a:pt x="15509" y="4152"/>
                </a:lnTo>
                <a:lnTo>
                  <a:pt x="16728" y="4718"/>
                </a:lnTo>
                <a:lnTo>
                  <a:pt x="17948" y="5298"/>
                </a:lnTo>
                <a:lnTo>
                  <a:pt x="19165" y="5886"/>
                </a:lnTo>
                <a:lnTo>
                  <a:pt x="20383" y="6481"/>
                </a:lnTo>
                <a:lnTo>
                  <a:pt x="21600" y="7084"/>
                </a:lnTo>
                <a:lnTo>
                  <a:pt x="21600" y="10684"/>
                </a:lnTo>
                <a:lnTo>
                  <a:pt x="21600" y="14342"/>
                </a:lnTo>
                <a:lnTo>
                  <a:pt x="20263" y="14792"/>
                </a:lnTo>
                <a:lnTo>
                  <a:pt x="18927" y="15242"/>
                </a:lnTo>
                <a:lnTo>
                  <a:pt x="17588" y="15692"/>
                </a:lnTo>
                <a:lnTo>
                  <a:pt x="16251" y="16142"/>
                </a:lnTo>
                <a:lnTo>
                  <a:pt x="14912" y="16592"/>
                </a:lnTo>
                <a:lnTo>
                  <a:pt x="13571" y="17042"/>
                </a:lnTo>
                <a:lnTo>
                  <a:pt x="12226" y="17492"/>
                </a:lnTo>
                <a:lnTo>
                  <a:pt x="10881" y="17942"/>
                </a:lnTo>
                <a:lnTo>
                  <a:pt x="9533" y="18399"/>
                </a:lnTo>
                <a:lnTo>
                  <a:pt x="8182" y="18849"/>
                </a:lnTo>
                <a:lnTo>
                  <a:pt x="6828" y="19306"/>
                </a:lnTo>
                <a:lnTo>
                  <a:pt x="5471" y="19764"/>
                </a:lnTo>
                <a:lnTo>
                  <a:pt x="4110" y="20221"/>
                </a:lnTo>
                <a:lnTo>
                  <a:pt x="2745" y="20678"/>
                </a:lnTo>
                <a:lnTo>
                  <a:pt x="1375" y="21135"/>
                </a:lnTo>
                <a:lnTo>
                  <a:pt x="0" y="21600"/>
                </a:lnTo>
                <a:lnTo>
                  <a:pt x="0" y="16802"/>
                </a:lnTo>
                <a:lnTo>
                  <a:pt x="0" y="11976"/>
                </a:lnTo>
                <a:lnTo>
                  <a:pt x="0" y="7084"/>
                </a:lnTo>
                <a:lnTo>
                  <a:pt x="1335" y="3912"/>
                </a:lnTo>
                <a:lnTo>
                  <a:pt x="2610" y="1764"/>
                </a:lnTo>
                <a:lnTo>
                  <a:pt x="3880" y="501"/>
                </a:lnTo>
                <a:lnTo>
                  <a:pt x="5196" y="0"/>
                </a:lnTo>
                <a:lnTo>
                  <a:pt x="6610" y="109"/>
                </a:lnTo>
                <a:lnTo>
                  <a:pt x="8177" y="704"/>
                </a:lnTo>
                <a:close/>
              </a:path>
            </a:pathLst>
          </a:custGeom>
          <a:solidFill>
            <a:srgbClr val="8094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7" name="contour_12105"/>
          <p:cNvSpPr/>
          <p:nvPr/>
        </p:nvSpPr>
        <p:spPr>
          <a:xfrm>
            <a:off x="7225486" y="3534676"/>
            <a:ext cx="87456" cy="31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65" y="257"/>
                </a:lnTo>
                <a:lnTo>
                  <a:pt x="1085" y="500"/>
                </a:lnTo>
                <a:lnTo>
                  <a:pt x="1586" y="728"/>
                </a:lnTo>
                <a:lnTo>
                  <a:pt x="2084" y="956"/>
                </a:lnTo>
                <a:lnTo>
                  <a:pt x="2608" y="1193"/>
                </a:lnTo>
                <a:lnTo>
                  <a:pt x="3175" y="1456"/>
                </a:lnTo>
                <a:lnTo>
                  <a:pt x="3811" y="1748"/>
                </a:lnTo>
                <a:lnTo>
                  <a:pt x="4536" y="2080"/>
                </a:lnTo>
                <a:lnTo>
                  <a:pt x="5373" y="2466"/>
                </a:lnTo>
                <a:lnTo>
                  <a:pt x="6343" y="2907"/>
                </a:lnTo>
                <a:lnTo>
                  <a:pt x="7470" y="3427"/>
                </a:lnTo>
                <a:lnTo>
                  <a:pt x="8777" y="4026"/>
                </a:lnTo>
                <a:lnTo>
                  <a:pt x="10282" y="4714"/>
                </a:lnTo>
                <a:lnTo>
                  <a:pt x="12011" y="5506"/>
                </a:lnTo>
                <a:lnTo>
                  <a:pt x="13984" y="6413"/>
                </a:lnTo>
                <a:lnTo>
                  <a:pt x="16227" y="7438"/>
                </a:lnTo>
                <a:lnTo>
                  <a:pt x="18758" y="8601"/>
                </a:lnTo>
                <a:lnTo>
                  <a:pt x="21600" y="9904"/>
                </a:lnTo>
                <a:lnTo>
                  <a:pt x="21600" y="12360"/>
                </a:lnTo>
                <a:lnTo>
                  <a:pt x="21600" y="14856"/>
                </a:lnTo>
                <a:lnTo>
                  <a:pt x="20349" y="15445"/>
                </a:lnTo>
                <a:lnTo>
                  <a:pt x="19098" y="16009"/>
                </a:lnTo>
                <a:lnTo>
                  <a:pt x="17845" y="16549"/>
                </a:lnTo>
                <a:lnTo>
                  <a:pt x="16592" y="17074"/>
                </a:lnTo>
                <a:lnTo>
                  <a:pt x="15338" y="17584"/>
                </a:lnTo>
                <a:lnTo>
                  <a:pt x="14081" y="18079"/>
                </a:lnTo>
                <a:lnTo>
                  <a:pt x="12825" y="18569"/>
                </a:lnTo>
                <a:lnTo>
                  <a:pt x="11579" y="19174"/>
                </a:lnTo>
                <a:lnTo>
                  <a:pt x="10314" y="19788"/>
                </a:lnTo>
                <a:lnTo>
                  <a:pt x="9112" y="20218"/>
                </a:lnTo>
                <a:lnTo>
                  <a:pt x="7889" y="20659"/>
                </a:lnTo>
                <a:lnTo>
                  <a:pt x="6784" y="21130"/>
                </a:lnTo>
                <a:lnTo>
                  <a:pt x="5661" y="21600"/>
                </a:lnTo>
                <a:lnTo>
                  <a:pt x="4639" y="20714"/>
                </a:lnTo>
                <a:lnTo>
                  <a:pt x="3600" y="19807"/>
                </a:lnTo>
                <a:lnTo>
                  <a:pt x="3091" y="17005"/>
                </a:lnTo>
                <a:lnTo>
                  <a:pt x="2581" y="14202"/>
                </a:lnTo>
                <a:lnTo>
                  <a:pt x="2070" y="11389"/>
                </a:lnTo>
                <a:lnTo>
                  <a:pt x="1557" y="8567"/>
                </a:lnTo>
                <a:lnTo>
                  <a:pt x="1040" y="5729"/>
                </a:lnTo>
                <a:lnTo>
                  <a:pt x="522" y="2877"/>
                </a:lnTo>
                <a:lnTo>
                  <a:pt x="0" y="0"/>
                </a:lnTo>
                <a:close/>
              </a:path>
            </a:pathLst>
          </a:custGeom>
          <a:solidFill>
            <a:srgbClr val="B7C8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8" name="contour_12106"/>
          <p:cNvSpPr/>
          <p:nvPr/>
        </p:nvSpPr>
        <p:spPr>
          <a:xfrm>
            <a:off x="4732993" y="3520100"/>
            <a:ext cx="3097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81" y="2743"/>
                </a:lnTo>
                <a:lnTo>
                  <a:pt x="9062" y="5020"/>
                </a:lnTo>
                <a:lnTo>
                  <a:pt x="12345" y="6912"/>
                </a:lnTo>
                <a:lnTo>
                  <a:pt x="14932" y="8498"/>
                </a:lnTo>
                <a:lnTo>
                  <a:pt x="16914" y="9859"/>
                </a:lnTo>
                <a:lnTo>
                  <a:pt x="18393" y="11072"/>
                </a:lnTo>
                <a:lnTo>
                  <a:pt x="19460" y="12216"/>
                </a:lnTo>
                <a:lnTo>
                  <a:pt x="20218" y="13380"/>
                </a:lnTo>
                <a:lnTo>
                  <a:pt x="20761" y="14632"/>
                </a:lnTo>
                <a:lnTo>
                  <a:pt x="21188" y="16061"/>
                </a:lnTo>
                <a:lnTo>
                  <a:pt x="21600" y="17743"/>
                </a:lnTo>
                <a:lnTo>
                  <a:pt x="20970" y="19656"/>
                </a:lnTo>
                <a:lnTo>
                  <a:pt x="20329" y="21600"/>
                </a:lnTo>
                <a:lnTo>
                  <a:pt x="16975" y="21600"/>
                </a:lnTo>
                <a:lnTo>
                  <a:pt x="13616" y="21600"/>
                </a:lnTo>
                <a:lnTo>
                  <a:pt x="10241" y="21600"/>
                </a:lnTo>
                <a:lnTo>
                  <a:pt x="6851" y="21600"/>
                </a:lnTo>
                <a:lnTo>
                  <a:pt x="3441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BED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09" name="contour_12107"/>
          <p:cNvSpPr/>
          <p:nvPr/>
        </p:nvSpPr>
        <p:spPr>
          <a:xfrm>
            <a:off x="7195678" y="3534676"/>
            <a:ext cx="51672" cy="28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4" y="0"/>
                </a:moveTo>
                <a:lnTo>
                  <a:pt x="4067" y="1002"/>
                </a:lnTo>
                <a:lnTo>
                  <a:pt x="7135" y="1849"/>
                </a:lnTo>
                <a:lnTo>
                  <a:pt x="9597" y="2614"/>
                </a:lnTo>
                <a:lnTo>
                  <a:pt x="11565" y="3362"/>
                </a:lnTo>
                <a:lnTo>
                  <a:pt x="13158" y="4166"/>
                </a:lnTo>
                <a:lnTo>
                  <a:pt x="14486" y="5085"/>
                </a:lnTo>
                <a:lnTo>
                  <a:pt x="15671" y="6197"/>
                </a:lnTo>
                <a:lnTo>
                  <a:pt x="16826" y="7567"/>
                </a:lnTo>
                <a:lnTo>
                  <a:pt x="18066" y="9262"/>
                </a:lnTo>
                <a:lnTo>
                  <a:pt x="19504" y="11348"/>
                </a:lnTo>
                <a:lnTo>
                  <a:pt x="20543" y="13912"/>
                </a:lnTo>
                <a:lnTo>
                  <a:pt x="21600" y="16510"/>
                </a:lnTo>
                <a:lnTo>
                  <a:pt x="19793" y="17308"/>
                </a:lnTo>
                <a:lnTo>
                  <a:pt x="17987" y="18089"/>
                </a:lnTo>
                <a:lnTo>
                  <a:pt x="16177" y="18848"/>
                </a:lnTo>
                <a:lnTo>
                  <a:pt x="14364" y="19602"/>
                </a:lnTo>
                <a:lnTo>
                  <a:pt x="12345" y="20466"/>
                </a:lnTo>
                <a:lnTo>
                  <a:pt x="10294" y="21347"/>
                </a:lnTo>
                <a:lnTo>
                  <a:pt x="7878" y="21600"/>
                </a:lnTo>
                <a:lnTo>
                  <a:pt x="5871" y="21358"/>
                </a:lnTo>
                <a:lnTo>
                  <a:pt x="4067" y="20516"/>
                </a:lnTo>
                <a:lnTo>
                  <a:pt x="2270" y="18936"/>
                </a:lnTo>
                <a:lnTo>
                  <a:pt x="274" y="16510"/>
                </a:lnTo>
                <a:lnTo>
                  <a:pt x="91" y="12250"/>
                </a:lnTo>
                <a:lnTo>
                  <a:pt x="0" y="9262"/>
                </a:lnTo>
                <a:lnTo>
                  <a:pt x="0" y="6752"/>
                </a:lnTo>
                <a:lnTo>
                  <a:pt x="91" y="3929"/>
                </a:lnTo>
                <a:lnTo>
                  <a:pt x="274" y="0"/>
                </a:lnTo>
                <a:close/>
              </a:path>
            </a:pathLst>
          </a:custGeom>
          <a:solidFill>
            <a:srgbClr val="B2C3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0" name="contour_12108"/>
          <p:cNvSpPr/>
          <p:nvPr/>
        </p:nvSpPr>
        <p:spPr>
          <a:xfrm>
            <a:off x="9776283" y="3520100"/>
            <a:ext cx="80168" cy="23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49" y="381"/>
                </a:lnTo>
                <a:lnTo>
                  <a:pt x="2496" y="782"/>
                </a:lnTo>
                <a:lnTo>
                  <a:pt x="3745" y="1182"/>
                </a:lnTo>
                <a:lnTo>
                  <a:pt x="4992" y="1602"/>
                </a:lnTo>
                <a:lnTo>
                  <a:pt x="6238" y="2029"/>
                </a:lnTo>
                <a:lnTo>
                  <a:pt x="7485" y="2463"/>
                </a:lnTo>
                <a:lnTo>
                  <a:pt x="8538" y="2771"/>
                </a:lnTo>
                <a:lnTo>
                  <a:pt x="9608" y="3080"/>
                </a:lnTo>
                <a:lnTo>
                  <a:pt x="11059" y="3717"/>
                </a:lnTo>
                <a:lnTo>
                  <a:pt x="12402" y="4525"/>
                </a:lnTo>
                <a:lnTo>
                  <a:pt x="13661" y="5523"/>
                </a:lnTo>
                <a:lnTo>
                  <a:pt x="14849" y="6738"/>
                </a:lnTo>
                <a:lnTo>
                  <a:pt x="15990" y="8189"/>
                </a:lnTo>
                <a:lnTo>
                  <a:pt x="17097" y="9897"/>
                </a:lnTo>
                <a:lnTo>
                  <a:pt x="18195" y="11880"/>
                </a:lnTo>
                <a:lnTo>
                  <a:pt x="19299" y="14159"/>
                </a:lnTo>
                <a:lnTo>
                  <a:pt x="20428" y="16760"/>
                </a:lnTo>
                <a:lnTo>
                  <a:pt x="21600" y="19702"/>
                </a:lnTo>
                <a:lnTo>
                  <a:pt x="18592" y="20346"/>
                </a:lnTo>
                <a:lnTo>
                  <a:pt x="16033" y="20864"/>
                </a:lnTo>
                <a:lnTo>
                  <a:pt x="13875" y="21258"/>
                </a:lnTo>
                <a:lnTo>
                  <a:pt x="12070" y="21508"/>
                </a:lnTo>
                <a:lnTo>
                  <a:pt x="10570" y="21600"/>
                </a:lnTo>
                <a:lnTo>
                  <a:pt x="9321" y="21521"/>
                </a:lnTo>
                <a:lnTo>
                  <a:pt x="8277" y="21272"/>
                </a:lnTo>
                <a:lnTo>
                  <a:pt x="7387" y="20825"/>
                </a:lnTo>
                <a:lnTo>
                  <a:pt x="6604" y="20175"/>
                </a:lnTo>
                <a:lnTo>
                  <a:pt x="5875" y="19315"/>
                </a:lnTo>
                <a:lnTo>
                  <a:pt x="5155" y="18224"/>
                </a:lnTo>
                <a:lnTo>
                  <a:pt x="4393" y="16898"/>
                </a:lnTo>
                <a:lnTo>
                  <a:pt x="3537" y="15315"/>
                </a:lnTo>
                <a:lnTo>
                  <a:pt x="2753" y="12570"/>
                </a:lnTo>
                <a:lnTo>
                  <a:pt x="2178" y="10403"/>
                </a:lnTo>
                <a:lnTo>
                  <a:pt x="1640" y="8071"/>
                </a:lnTo>
                <a:lnTo>
                  <a:pt x="97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FBA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1" name="contour_12109"/>
          <p:cNvSpPr/>
          <p:nvPr/>
        </p:nvSpPr>
        <p:spPr>
          <a:xfrm>
            <a:off x="4725705" y="3512812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65" y="2566"/>
                </a:lnTo>
                <a:lnTo>
                  <a:pt x="20528" y="5141"/>
                </a:lnTo>
                <a:lnTo>
                  <a:pt x="19991" y="7724"/>
                </a:lnTo>
                <a:lnTo>
                  <a:pt x="19448" y="10329"/>
                </a:lnTo>
                <a:lnTo>
                  <a:pt x="18900" y="12960"/>
                </a:lnTo>
                <a:lnTo>
                  <a:pt x="17115" y="12960"/>
                </a:lnTo>
                <a:lnTo>
                  <a:pt x="15320" y="12960"/>
                </a:lnTo>
                <a:lnTo>
                  <a:pt x="13500" y="12960"/>
                </a:lnTo>
                <a:lnTo>
                  <a:pt x="12830" y="15098"/>
                </a:lnTo>
                <a:lnTo>
                  <a:pt x="12161" y="17250"/>
                </a:lnTo>
                <a:lnTo>
                  <a:pt x="11483" y="19410"/>
                </a:lnTo>
                <a:lnTo>
                  <a:pt x="10800" y="21600"/>
                </a:lnTo>
                <a:lnTo>
                  <a:pt x="9612" y="19224"/>
                </a:lnTo>
                <a:lnTo>
                  <a:pt x="8424" y="16844"/>
                </a:lnTo>
                <a:lnTo>
                  <a:pt x="7233" y="14463"/>
                </a:lnTo>
                <a:lnTo>
                  <a:pt x="6037" y="12079"/>
                </a:lnTo>
                <a:lnTo>
                  <a:pt x="4841" y="9681"/>
                </a:lnTo>
                <a:lnTo>
                  <a:pt x="3640" y="7279"/>
                </a:lnTo>
                <a:lnTo>
                  <a:pt x="2433" y="4864"/>
                </a:lnTo>
                <a:lnTo>
                  <a:pt x="122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7E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2" name="contour_12110"/>
          <p:cNvSpPr/>
          <p:nvPr/>
        </p:nvSpPr>
        <p:spPr>
          <a:xfrm>
            <a:off x="11350489" y="3513293"/>
            <a:ext cx="72880" cy="286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90" y="2043"/>
                </a:moveTo>
                <a:lnTo>
                  <a:pt x="15908" y="2290"/>
                </a:lnTo>
                <a:lnTo>
                  <a:pt x="16822" y="2729"/>
                </a:lnTo>
                <a:lnTo>
                  <a:pt x="18917" y="3739"/>
                </a:lnTo>
                <a:lnTo>
                  <a:pt x="20248" y="4425"/>
                </a:lnTo>
                <a:lnTo>
                  <a:pt x="21600" y="5128"/>
                </a:lnTo>
                <a:lnTo>
                  <a:pt x="20196" y="7105"/>
                </a:lnTo>
                <a:lnTo>
                  <a:pt x="18803" y="8917"/>
                </a:lnTo>
                <a:lnTo>
                  <a:pt x="17418" y="10564"/>
                </a:lnTo>
                <a:lnTo>
                  <a:pt x="16036" y="12063"/>
                </a:lnTo>
                <a:lnTo>
                  <a:pt x="14653" y="13419"/>
                </a:lnTo>
                <a:lnTo>
                  <a:pt x="13267" y="14649"/>
                </a:lnTo>
                <a:lnTo>
                  <a:pt x="11874" y="15758"/>
                </a:lnTo>
                <a:lnTo>
                  <a:pt x="10467" y="16763"/>
                </a:lnTo>
                <a:lnTo>
                  <a:pt x="9048" y="17663"/>
                </a:lnTo>
                <a:lnTo>
                  <a:pt x="7610" y="18476"/>
                </a:lnTo>
                <a:lnTo>
                  <a:pt x="6147" y="19217"/>
                </a:lnTo>
                <a:lnTo>
                  <a:pt x="4659" y="19887"/>
                </a:lnTo>
                <a:lnTo>
                  <a:pt x="3141" y="20496"/>
                </a:lnTo>
                <a:lnTo>
                  <a:pt x="1590" y="21067"/>
                </a:lnTo>
                <a:lnTo>
                  <a:pt x="0" y="21600"/>
                </a:lnTo>
                <a:lnTo>
                  <a:pt x="538" y="21089"/>
                </a:lnTo>
                <a:lnTo>
                  <a:pt x="2160" y="19541"/>
                </a:lnTo>
                <a:lnTo>
                  <a:pt x="3231" y="17839"/>
                </a:lnTo>
                <a:lnTo>
                  <a:pt x="4320" y="16109"/>
                </a:lnTo>
                <a:lnTo>
                  <a:pt x="4320" y="12480"/>
                </a:lnTo>
                <a:lnTo>
                  <a:pt x="4320" y="8829"/>
                </a:lnTo>
                <a:lnTo>
                  <a:pt x="4320" y="5128"/>
                </a:lnTo>
                <a:lnTo>
                  <a:pt x="5651" y="2778"/>
                </a:lnTo>
                <a:lnTo>
                  <a:pt x="6960" y="1219"/>
                </a:lnTo>
                <a:lnTo>
                  <a:pt x="8264" y="329"/>
                </a:lnTo>
                <a:lnTo>
                  <a:pt x="9586" y="0"/>
                </a:lnTo>
                <a:lnTo>
                  <a:pt x="10940" y="121"/>
                </a:lnTo>
                <a:lnTo>
                  <a:pt x="12347" y="577"/>
                </a:lnTo>
                <a:lnTo>
                  <a:pt x="13824" y="1252"/>
                </a:lnTo>
                <a:lnTo>
                  <a:pt x="15390" y="2043"/>
                </a:lnTo>
                <a:close/>
              </a:path>
            </a:pathLst>
          </a:custGeom>
          <a:solidFill>
            <a:srgbClr val="BFD5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3" name="contour_12111"/>
          <p:cNvSpPr/>
          <p:nvPr/>
        </p:nvSpPr>
        <p:spPr>
          <a:xfrm>
            <a:off x="9674251" y="3496574"/>
            <a:ext cx="58304" cy="30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5"/>
                </a:moveTo>
                <a:lnTo>
                  <a:pt x="1831" y="792"/>
                </a:lnTo>
                <a:lnTo>
                  <a:pt x="3640" y="470"/>
                </a:lnTo>
                <a:lnTo>
                  <a:pt x="5435" y="220"/>
                </a:lnTo>
                <a:lnTo>
                  <a:pt x="7220" y="56"/>
                </a:lnTo>
                <a:lnTo>
                  <a:pt x="9002" y="0"/>
                </a:lnTo>
                <a:lnTo>
                  <a:pt x="10786" y="66"/>
                </a:lnTo>
                <a:lnTo>
                  <a:pt x="12577" y="271"/>
                </a:lnTo>
                <a:lnTo>
                  <a:pt x="14380" y="628"/>
                </a:lnTo>
                <a:lnTo>
                  <a:pt x="16200" y="1165"/>
                </a:lnTo>
                <a:lnTo>
                  <a:pt x="17401" y="3791"/>
                </a:lnTo>
                <a:lnTo>
                  <a:pt x="18411" y="6473"/>
                </a:lnTo>
                <a:lnTo>
                  <a:pt x="19259" y="9226"/>
                </a:lnTo>
                <a:lnTo>
                  <a:pt x="19972" y="12093"/>
                </a:lnTo>
                <a:lnTo>
                  <a:pt x="20582" y="15091"/>
                </a:lnTo>
                <a:lnTo>
                  <a:pt x="21114" y="18249"/>
                </a:lnTo>
                <a:lnTo>
                  <a:pt x="21600" y="21600"/>
                </a:lnTo>
                <a:lnTo>
                  <a:pt x="19742" y="21319"/>
                </a:lnTo>
                <a:lnTo>
                  <a:pt x="17885" y="21018"/>
                </a:lnTo>
                <a:lnTo>
                  <a:pt x="16027" y="20696"/>
                </a:lnTo>
                <a:lnTo>
                  <a:pt x="14172" y="20359"/>
                </a:lnTo>
                <a:lnTo>
                  <a:pt x="12317" y="20006"/>
                </a:lnTo>
                <a:lnTo>
                  <a:pt x="10592" y="19705"/>
                </a:lnTo>
                <a:lnTo>
                  <a:pt x="8856" y="19408"/>
                </a:lnTo>
                <a:lnTo>
                  <a:pt x="7098" y="19107"/>
                </a:lnTo>
                <a:lnTo>
                  <a:pt x="5646" y="18244"/>
                </a:lnTo>
                <a:lnTo>
                  <a:pt x="4182" y="17375"/>
                </a:lnTo>
                <a:lnTo>
                  <a:pt x="2700" y="16491"/>
                </a:lnTo>
                <a:lnTo>
                  <a:pt x="1741" y="12583"/>
                </a:lnTo>
                <a:lnTo>
                  <a:pt x="1120" y="9834"/>
                </a:lnTo>
                <a:lnTo>
                  <a:pt x="710" y="7505"/>
                </a:lnTo>
                <a:lnTo>
                  <a:pt x="381" y="4858"/>
                </a:lnTo>
                <a:lnTo>
                  <a:pt x="0" y="1165"/>
                </a:lnTo>
                <a:close/>
              </a:path>
            </a:pathLst>
          </a:custGeom>
          <a:solidFill>
            <a:srgbClr val="DCE2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4" name="contour_12112"/>
          <p:cNvSpPr/>
          <p:nvPr/>
        </p:nvSpPr>
        <p:spPr>
          <a:xfrm>
            <a:off x="3661658" y="3483660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8" y="730"/>
                </a:lnTo>
                <a:lnTo>
                  <a:pt x="2196" y="1460"/>
                </a:lnTo>
                <a:lnTo>
                  <a:pt x="3294" y="2199"/>
                </a:lnTo>
                <a:lnTo>
                  <a:pt x="4390" y="2942"/>
                </a:lnTo>
                <a:lnTo>
                  <a:pt x="5488" y="3689"/>
                </a:lnTo>
                <a:lnTo>
                  <a:pt x="6584" y="4437"/>
                </a:lnTo>
                <a:lnTo>
                  <a:pt x="7679" y="5188"/>
                </a:lnTo>
                <a:lnTo>
                  <a:pt x="8775" y="5940"/>
                </a:lnTo>
                <a:lnTo>
                  <a:pt x="9605" y="6484"/>
                </a:lnTo>
                <a:lnTo>
                  <a:pt x="10438" y="7037"/>
                </a:lnTo>
                <a:lnTo>
                  <a:pt x="11286" y="7595"/>
                </a:lnTo>
                <a:lnTo>
                  <a:pt x="13336" y="9029"/>
                </a:lnTo>
                <a:lnTo>
                  <a:pt x="14996" y="10230"/>
                </a:lnTo>
                <a:lnTo>
                  <a:pt x="16324" y="11284"/>
                </a:lnTo>
                <a:lnTo>
                  <a:pt x="17386" y="12277"/>
                </a:lnTo>
                <a:lnTo>
                  <a:pt x="18243" y="13288"/>
                </a:lnTo>
                <a:lnTo>
                  <a:pt x="18954" y="14407"/>
                </a:lnTo>
                <a:lnTo>
                  <a:pt x="19584" y="15712"/>
                </a:lnTo>
                <a:lnTo>
                  <a:pt x="20194" y="17289"/>
                </a:lnTo>
                <a:lnTo>
                  <a:pt x="20846" y="19224"/>
                </a:lnTo>
                <a:lnTo>
                  <a:pt x="21600" y="21600"/>
                </a:lnTo>
                <a:lnTo>
                  <a:pt x="20252" y="21319"/>
                </a:lnTo>
                <a:lnTo>
                  <a:pt x="18925" y="21008"/>
                </a:lnTo>
                <a:lnTo>
                  <a:pt x="17617" y="20658"/>
                </a:lnTo>
                <a:lnTo>
                  <a:pt x="16328" y="20265"/>
                </a:lnTo>
                <a:lnTo>
                  <a:pt x="15057" y="19812"/>
                </a:lnTo>
                <a:lnTo>
                  <a:pt x="13804" y="19293"/>
                </a:lnTo>
                <a:lnTo>
                  <a:pt x="12568" y="18697"/>
                </a:lnTo>
                <a:lnTo>
                  <a:pt x="11349" y="18014"/>
                </a:lnTo>
                <a:lnTo>
                  <a:pt x="10148" y="17237"/>
                </a:lnTo>
                <a:lnTo>
                  <a:pt x="8962" y="16356"/>
                </a:lnTo>
                <a:lnTo>
                  <a:pt x="7792" y="15353"/>
                </a:lnTo>
                <a:lnTo>
                  <a:pt x="6637" y="14230"/>
                </a:lnTo>
                <a:lnTo>
                  <a:pt x="5497" y="12973"/>
                </a:lnTo>
                <a:lnTo>
                  <a:pt x="4370" y="11569"/>
                </a:lnTo>
                <a:lnTo>
                  <a:pt x="3258" y="10014"/>
                </a:lnTo>
                <a:lnTo>
                  <a:pt x="2160" y="8294"/>
                </a:lnTo>
                <a:lnTo>
                  <a:pt x="1075" y="6398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C9CA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5" name="contour_12113"/>
          <p:cNvSpPr/>
          <p:nvPr/>
        </p:nvSpPr>
        <p:spPr>
          <a:xfrm>
            <a:off x="6678887" y="3476372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17" y="1058"/>
                </a:lnTo>
                <a:lnTo>
                  <a:pt x="3748" y="2130"/>
                </a:lnTo>
                <a:lnTo>
                  <a:pt x="5500" y="3231"/>
                </a:lnTo>
                <a:lnTo>
                  <a:pt x="7177" y="4376"/>
                </a:lnTo>
                <a:lnTo>
                  <a:pt x="8791" y="5581"/>
                </a:lnTo>
                <a:lnTo>
                  <a:pt x="10349" y="6864"/>
                </a:lnTo>
                <a:lnTo>
                  <a:pt x="11853" y="8234"/>
                </a:lnTo>
                <a:lnTo>
                  <a:pt x="13316" y="9707"/>
                </a:lnTo>
                <a:lnTo>
                  <a:pt x="14745" y="11305"/>
                </a:lnTo>
                <a:lnTo>
                  <a:pt x="16143" y="13033"/>
                </a:lnTo>
                <a:lnTo>
                  <a:pt x="17520" y="14913"/>
                </a:lnTo>
                <a:lnTo>
                  <a:pt x="18884" y="16956"/>
                </a:lnTo>
                <a:lnTo>
                  <a:pt x="20242" y="19181"/>
                </a:lnTo>
                <a:lnTo>
                  <a:pt x="21600" y="21600"/>
                </a:lnTo>
                <a:lnTo>
                  <a:pt x="19664" y="21427"/>
                </a:lnTo>
                <a:lnTo>
                  <a:pt x="17744" y="21233"/>
                </a:lnTo>
                <a:lnTo>
                  <a:pt x="15838" y="20995"/>
                </a:lnTo>
                <a:lnTo>
                  <a:pt x="13943" y="20710"/>
                </a:lnTo>
                <a:lnTo>
                  <a:pt x="12058" y="20360"/>
                </a:lnTo>
                <a:lnTo>
                  <a:pt x="10179" y="19937"/>
                </a:lnTo>
                <a:lnTo>
                  <a:pt x="8305" y="19431"/>
                </a:lnTo>
                <a:lnTo>
                  <a:pt x="6437" y="18827"/>
                </a:lnTo>
                <a:lnTo>
                  <a:pt x="4568" y="18114"/>
                </a:lnTo>
                <a:lnTo>
                  <a:pt x="2700" y="17280"/>
                </a:lnTo>
                <a:lnTo>
                  <a:pt x="1561" y="14416"/>
                </a:lnTo>
                <a:lnTo>
                  <a:pt x="818" y="11802"/>
                </a:lnTo>
                <a:lnTo>
                  <a:pt x="381" y="9245"/>
                </a:lnTo>
                <a:lnTo>
                  <a:pt x="159" y="6553"/>
                </a:lnTo>
                <a:lnTo>
                  <a:pt x="65" y="3534"/>
                </a:lnTo>
                <a:lnTo>
                  <a:pt x="0" y="0"/>
                </a:lnTo>
                <a:close/>
              </a:path>
            </a:pathLst>
          </a:custGeom>
          <a:solidFill>
            <a:srgbClr val="C6C7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6" name="contour_12114"/>
          <p:cNvSpPr/>
          <p:nvPr/>
        </p:nvSpPr>
        <p:spPr>
          <a:xfrm>
            <a:off x="7414974" y="3461796"/>
            <a:ext cx="87456" cy="381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873" y="0"/>
                </a:lnTo>
                <a:lnTo>
                  <a:pt x="15147" y="0"/>
                </a:lnTo>
                <a:lnTo>
                  <a:pt x="16425" y="0"/>
                </a:lnTo>
                <a:lnTo>
                  <a:pt x="17708" y="0"/>
                </a:lnTo>
                <a:lnTo>
                  <a:pt x="18997" y="0"/>
                </a:lnTo>
                <a:lnTo>
                  <a:pt x="20293" y="0"/>
                </a:lnTo>
                <a:lnTo>
                  <a:pt x="21600" y="0"/>
                </a:lnTo>
                <a:lnTo>
                  <a:pt x="21220" y="491"/>
                </a:lnTo>
                <a:lnTo>
                  <a:pt x="20549" y="1361"/>
                </a:lnTo>
                <a:lnTo>
                  <a:pt x="19012" y="3350"/>
                </a:lnTo>
                <a:lnTo>
                  <a:pt x="17635" y="5792"/>
                </a:lnTo>
                <a:lnTo>
                  <a:pt x="16767" y="7603"/>
                </a:lnTo>
                <a:lnTo>
                  <a:pt x="16247" y="9327"/>
                </a:lnTo>
                <a:lnTo>
                  <a:pt x="15905" y="11510"/>
                </a:lnTo>
                <a:lnTo>
                  <a:pt x="15581" y="14694"/>
                </a:lnTo>
                <a:lnTo>
                  <a:pt x="15408" y="15569"/>
                </a:lnTo>
                <a:lnTo>
                  <a:pt x="15102" y="17108"/>
                </a:lnTo>
                <a:lnTo>
                  <a:pt x="14400" y="20626"/>
                </a:lnTo>
                <a:lnTo>
                  <a:pt x="13108" y="21051"/>
                </a:lnTo>
                <a:lnTo>
                  <a:pt x="11900" y="21352"/>
                </a:lnTo>
                <a:lnTo>
                  <a:pt x="10733" y="21534"/>
                </a:lnTo>
                <a:lnTo>
                  <a:pt x="9569" y="21600"/>
                </a:lnTo>
                <a:lnTo>
                  <a:pt x="8368" y="21555"/>
                </a:lnTo>
                <a:lnTo>
                  <a:pt x="7088" y="21402"/>
                </a:lnTo>
                <a:lnTo>
                  <a:pt x="6066" y="21315"/>
                </a:lnTo>
                <a:lnTo>
                  <a:pt x="5031" y="21229"/>
                </a:lnTo>
                <a:lnTo>
                  <a:pt x="3773" y="21105"/>
                </a:lnTo>
                <a:lnTo>
                  <a:pt x="2515" y="20961"/>
                </a:lnTo>
                <a:lnTo>
                  <a:pt x="1256" y="20800"/>
                </a:lnTo>
                <a:lnTo>
                  <a:pt x="0" y="20626"/>
                </a:lnTo>
                <a:lnTo>
                  <a:pt x="0" y="18580"/>
                </a:lnTo>
                <a:lnTo>
                  <a:pt x="0" y="16501"/>
                </a:lnTo>
                <a:lnTo>
                  <a:pt x="574" y="16311"/>
                </a:lnTo>
                <a:lnTo>
                  <a:pt x="1098" y="16142"/>
                </a:lnTo>
                <a:lnTo>
                  <a:pt x="1651" y="15961"/>
                </a:lnTo>
                <a:lnTo>
                  <a:pt x="2304" y="15746"/>
                </a:lnTo>
                <a:lnTo>
                  <a:pt x="3134" y="15474"/>
                </a:lnTo>
                <a:lnTo>
                  <a:pt x="4219" y="15119"/>
                </a:lnTo>
                <a:lnTo>
                  <a:pt x="5632" y="14657"/>
                </a:lnTo>
                <a:lnTo>
                  <a:pt x="7448" y="14063"/>
                </a:lnTo>
                <a:lnTo>
                  <a:pt x="9747" y="13308"/>
                </a:lnTo>
                <a:lnTo>
                  <a:pt x="12600" y="12376"/>
                </a:lnTo>
                <a:lnTo>
                  <a:pt x="12600" y="9925"/>
                </a:lnTo>
                <a:lnTo>
                  <a:pt x="12600" y="7467"/>
                </a:lnTo>
                <a:lnTo>
                  <a:pt x="12600" y="5000"/>
                </a:lnTo>
                <a:lnTo>
                  <a:pt x="12600" y="2512"/>
                </a:lnTo>
                <a:lnTo>
                  <a:pt x="12600" y="0"/>
                </a:lnTo>
                <a:close/>
              </a:path>
            </a:pathLst>
          </a:custGeom>
          <a:solidFill>
            <a:srgbClr val="C6D9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7" name="contour_12115"/>
          <p:cNvSpPr/>
          <p:nvPr/>
        </p:nvSpPr>
        <p:spPr>
          <a:xfrm>
            <a:off x="4419610" y="3461796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511" y="11"/>
                </a:lnTo>
                <a:lnTo>
                  <a:pt x="7975" y="194"/>
                </a:lnTo>
                <a:lnTo>
                  <a:pt x="9298" y="578"/>
                </a:lnTo>
                <a:lnTo>
                  <a:pt x="10589" y="1210"/>
                </a:lnTo>
                <a:lnTo>
                  <a:pt x="11952" y="2128"/>
                </a:lnTo>
                <a:lnTo>
                  <a:pt x="13500" y="3375"/>
                </a:lnTo>
                <a:lnTo>
                  <a:pt x="14088" y="3769"/>
                </a:lnTo>
                <a:lnTo>
                  <a:pt x="15862" y="4957"/>
                </a:lnTo>
                <a:lnTo>
                  <a:pt x="17206" y="5989"/>
                </a:lnTo>
                <a:lnTo>
                  <a:pt x="18252" y="6939"/>
                </a:lnTo>
                <a:lnTo>
                  <a:pt x="19538" y="835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679" y="18544"/>
                </a:lnTo>
                <a:lnTo>
                  <a:pt x="1358" y="15487"/>
                </a:lnTo>
                <a:lnTo>
                  <a:pt x="2040" y="12420"/>
                </a:lnTo>
                <a:lnTo>
                  <a:pt x="2724" y="9342"/>
                </a:lnTo>
                <a:lnTo>
                  <a:pt x="3413" y="6248"/>
                </a:lnTo>
                <a:lnTo>
                  <a:pt x="4104" y="3137"/>
                </a:lnTo>
                <a:lnTo>
                  <a:pt x="4800" y="0"/>
                </a:lnTo>
                <a:close/>
              </a:path>
            </a:pathLst>
          </a:custGeom>
          <a:solidFill>
            <a:srgbClr val="A2B2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8" name="contour_12116"/>
          <p:cNvSpPr/>
          <p:nvPr/>
        </p:nvSpPr>
        <p:spPr>
          <a:xfrm>
            <a:off x="3945890" y="3476372"/>
            <a:ext cx="87456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01" y="834"/>
                </a:lnTo>
                <a:lnTo>
                  <a:pt x="2401" y="1669"/>
                </a:lnTo>
                <a:lnTo>
                  <a:pt x="3602" y="2509"/>
                </a:lnTo>
                <a:lnTo>
                  <a:pt x="4802" y="3354"/>
                </a:lnTo>
                <a:lnTo>
                  <a:pt x="6001" y="4199"/>
                </a:lnTo>
                <a:lnTo>
                  <a:pt x="7202" y="5044"/>
                </a:lnTo>
                <a:lnTo>
                  <a:pt x="8401" y="5894"/>
                </a:lnTo>
                <a:lnTo>
                  <a:pt x="9601" y="6744"/>
                </a:lnTo>
                <a:lnTo>
                  <a:pt x="10800" y="7594"/>
                </a:lnTo>
                <a:lnTo>
                  <a:pt x="11831" y="8302"/>
                </a:lnTo>
                <a:lnTo>
                  <a:pt x="12870" y="9020"/>
                </a:lnTo>
                <a:lnTo>
                  <a:pt x="13921" y="9749"/>
                </a:lnTo>
                <a:lnTo>
                  <a:pt x="14897" y="10446"/>
                </a:lnTo>
                <a:lnTo>
                  <a:pt x="15880" y="11149"/>
                </a:lnTo>
                <a:lnTo>
                  <a:pt x="16875" y="11862"/>
                </a:lnTo>
                <a:lnTo>
                  <a:pt x="17278" y="12147"/>
                </a:lnTo>
                <a:lnTo>
                  <a:pt x="17989" y="12643"/>
                </a:lnTo>
                <a:lnTo>
                  <a:pt x="19616" y="13789"/>
                </a:lnTo>
                <a:lnTo>
                  <a:pt x="20110" y="14301"/>
                </a:lnTo>
                <a:lnTo>
                  <a:pt x="21600" y="15844"/>
                </a:lnTo>
                <a:lnTo>
                  <a:pt x="21600" y="18463"/>
                </a:lnTo>
                <a:lnTo>
                  <a:pt x="21600" y="21125"/>
                </a:lnTo>
                <a:lnTo>
                  <a:pt x="20457" y="21193"/>
                </a:lnTo>
                <a:lnTo>
                  <a:pt x="19312" y="21257"/>
                </a:lnTo>
                <a:lnTo>
                  <a:pt x="18169" y="21315"/>
                </a:lnTo>
                <a:lnTo>
                  <a:pt x="17026" y="21362"/>
                </a:lnTo>
                <a:lnTo>
                  <a:pt x="15881" y="21410"/>
                </a:lnTo>
                <a:lnTo>
                  <a:pt x="14738" y="21452"/>
                </a:lnTo>
                <a:lnTo>
                  <a:pt x="13774" y="21521"/>
                </a:lnTo>
                <a:lnTo>
                  <a:pt x="12793" y="21589"/>
                </a:lnTo>
                <a:lnTo>
                  <a:pt x="11489" y="21600"/>
                </a:lnTo>
                <a:lnTo>
                  <a:pt x="10220" y="21542"/>
                </a:lnTo>
                <a:lnTo>
                  <a:pt x="8978" y="21373"/>
                </a:lnTo>
                <a:lnTo>
                  <a:pt x="7758" y="21056"/>
                </a:lnTo>
                <a:lnTo>
                  <a:pt x="6556" y="20549"/>
                </a:lnTo>
                <a:lnTo>
                  <a:pt x="5364" y="19815"/>
                </a:lnTo>
                <a:lnTo>
                  <a:pt x="4178" y="18812"/>
                </a:lnTo>
                <a:lnTo>
                  <a:pt x="2992" y="17502"/>
                </a:lnTo>
                <a:lnTo>
                  <a:pt x="1800" y="15844"/>
                </a:lnTo>
                <a:lnTo>
                  <a:pt x="1192" y="11756"/>
                </a:lnTo>
                <a:lnTo>
                  <a:pt x="794" y="8888"/>
                </a:lnTo>
                <a:lnTo>
                  <a:pt x="520" y="6480"/>
                </a:lnTo>
                <a:lnTo>
                  <a:pt x="284" y="3771"/>
                </a:lnTo>
                <a:lnTo>
                  <a:pt x="0" y="0"/>
                </a:lnTo>
                <a:close/>
              </a:path>
            </a:pathLst>
          </a:custGeom>
          <a:solidFill>
            <a:srgbClr val="A9B8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19" name="contour_12117"/>
          <p:cNvSpPr/>
          <p:nvPr/>
        </p:nvSpPr>
        <p:spPr>
          <a:xfrm>
            <a:off x="9710691" y="3439932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9" y="745"/>
                </a:lnTo>
                <a:lnTo>
                  <a:pt x="3061" y="1512"/>
                </a:lnTo>
                <a:lnTo>
                  <a:pt x="4538" y="2300"/>
                </a:lnTo>
                <a:lnTo>
                  <a:pt x="5981" y="3121"/>
                </a:lnTo>
                <a:lnTo>
                  <a:pt x="7396" y="3982"/>
                </a:lnTo>
                <a:lnTo>
                  <a:pt x="8780" y="4885"/>
                </a:lnTo>
                <a:lnTo>
                  <a:pt x="10141" y="5846"/>
                </a:lnTo>
                <a:lnTo>
                  <a:pt x="11476" y="6862"/>
                </a:lnTo>
                <a:lnTo>
                  <a:pt x="12792" y="7949"/>
                </a:lnTo>
                <a:lnTo>
                  <a:pt x="14090" y="9104"/>
                </a:lnTo>
                <a:lnTo>
                  <a:pt x="15368" y="10346"/>
                </a:lnTo>
                <a:lnTo>
                  <a:pt x="16634" y="11671"/>
                </a:lnTo>
                <a:lnTo>
                  <a:pt x="17887" y="13093"/>
                </a:lnTo>
                <a:lnTo>
                  <a:pt x="19131" y="14620"/>
                </a:lnTo>
                <a:lnTo>
                  <a:pt x="20369" y="16250"/>
                </a:lnTo>
                <a:lnTo>
                  <a:pt x="21600" y="18000"/>
                </a:lnTo>
                <a:lnTo>
                  <a:pt x="20231" y="19148"/>
                </a:lnTo>
                <a:lnTo>
                  <a:pt x="19211" y="19912"/>
                </a:lnTo>
                <a:lnTo>
                  <a:pt x="18226" y="20459"/>
                </a:lnTo>
                <a:lnTo>
                  <a:pt x="16965" y="20963"/>
                </a:lnTo>
                <a:lnTo>
                  <a:pt x="15120" y="21600"/>
                </a:lnTo>
                <a:lnTo>
                  <a:pt x="13863" y="20653"/>
                </a:lnTo>
                <a:lnTo>
                  <a:pt x="12668" y="19591"/>
                </a:lnTo>
                <a:lnTo>
                  <a:pt x="11524" y="18421"/>
                </a:lnTo>
                <a:lnTo>
                  <a:pt x="10411" y="17168"/>
                </a:lnTo>
                <a:lnTo>
                  <a:pt x="9323" y="15844"/>
                </a:lnTo>
                <a:lnTo>
                  <a:pt x="8240" y="14465"/>
                </a:lnTo>
                <a:lnTo>
                  <a:pt x="7154" y="13050"/>
                </a:lnTo>
                <a:lnTo>
                  <a:pt x="6115" y="11779"/>
                </a:lnTo>
                <a:lnTo>
                  <a:pt x="5059" y="10490"/>
                </a:lnTo>
                <a:lnTo>
                  <a:pt x="4022" y="9166"/>
                </a:lnTo>
                <a:lnTo>
                  <a:pt x="3000" y="7805"/>
                </a:lnTo>
                <a:lnTo>
                  <a:pt x="1992" y="6419"/>
                </a:lnTo>
                <a:lnTo>
                  <a:pt x="991" y="5015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B3CD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0" name="contour_12118"/>
          <p:cNvSpPr/>
          <p:nvPr/>
        </p:nvSpPr>
        <p:spPr>
          <a:xfrm>
            <a:off x="7087014" y="338891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10121" y="899"/>
                </a:lnTo>
                <a:lnTo>
                  <a:pt x="12855" y="1564"/>
                </a:lnTo>
                <a:lnTo>
                  <a:pt x="14719" y="2121"/>
                </a:lnTo>
                <a:lnTo>
                  <a:pt x="16055" y="2687"/>
                </a:lnTo>
                <a:lnTo>
                  <a:pt x="17206" y="3378"/>
                </a:lnTo>
                <a:lnTo>
                  <a:pt x="18514" y="4320"/>
                </a:lnTo>
                <a:lnTo>
                  <a:pt x="19125" y="6886"/>
                </a:lnTo>
                <a:lnTo>
                  <a:pt x="19739" y="9461"/>
                </a:lnTo>
                <a:lnTo>
                  <a:pt x="20353" y="12044"/>
                </a:lnTo>
                <a:lnTo>
                  <a:pt x="20974" y="14649"/>
                </a:lnTo>
                <a:lnTo>
                  <a:pt x="21600" y="17280"/>
                </a:lnTo>
                <a:lnTo>
                  <a:pt x="19462" y="17708"/>
                </a:lnTo>
                <a:lnTo>
                  <a:pt x="17320" y="18135"/>
                </a:lnTo>
                <a:lnTo>
                  <a:pt x="15179" y="18563"/>
                </a:lnTo>
                <a:lnTo>
                  <a:pt x="13034" y="18995"/>
                </a:lnTo>
                <a:lnTo>
                  <a:pt x="10880" y="19423"/>
                </a:lnTo>
                <a:lnTo>
                  <a:pt x="8723" y="19855"/>
                </a:lnTo>
                <a:lnTo>
                  <a:pt x="6557" y="20287"/>
                </a:lnTo>
                <a:lnTo>
                  <a:pt x="4382" y="20723"/>
                </a:lnTo>
                <a:lnTo>
                  <a:pt x="2197" y="21159"/>
                </a:lnTo>
                <a:lnTo>
                  <a:pt x="0" y="21600"/>
                </a:lnTo>
                <a:lnTo>
                  <a:pt x="1527" y="20529"/>
                </a:lnTo>
                <a:lnTo>
                  <a:pt x="3061" y="19457"/>
                </a:lnTo>
                <a:lnTo>
                  <a:pt x="4607" y="18373"/>
                </a:lnTo>
                <a:lnTo>
                  <a:pt x="6171" y="17280"/>
                </a:lnTo>
                <a:lnTo>
                  <a:pt x="6588" y="14148"/>
                </a:lnTo>
                <a:lnTo>
                  <a:pt x="6687" y="11837"/>
                </a:lnTo>
                <a:lnTo>
                  <a:pt x="6557" y="8372"/>
                </a:lnTo>
                <a:lnTo>
                  <a:pt x="6499" y="7141"/>
                </a:lnTo>
                <a:lnTo>
                  <a:pt x="6400" y="4968"/>
                </a:lnTo>
                <a:lnTo>
                  <a:pt x="6171" y="0"/>
                </a:lnTo>
                <a:close/>
              </a:path>
            </a:pathLst>
          </a:custGeom>
          <a:solidFill>
            <a:srgbClr val="C1D9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1" name="contour_12119"/>
          <p:cNvSpPr/>
          <p:nvPr/>
        </p:nvSpPr>
        <p:spPr>
          <a:xfrm>
            <a:off x="6708039" y="339620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7493" y="20795"/>
                </a:lnTo>
                <a:lnTo>
                  <a:pt x="14259" y="20115"/>
                </a:lnTo>
                <a:lnTo>
                  <a:pt x="11753" y="19472"/>
                </a:lnTo>
                <a:lnTo>
                  <a:pt x="9828" y="18803"/>
                </a:lnTo>
                <a:lnTo>
                  <a:pt x="8338" y="18020"/>
                </a:lnTo>
                <a:lnTo>
                  <a:pt x="7134" y="17048"/>
                </a:lnTo>
                <a:lnTo>
                  <a:pt x="6070" y="15811"/>
                </a:lnTo>
                <a:lnTo>
                  <a:pt x="4999" y="14234"/>
                </a:lnTo>
                <a:lnTo>
                  <a:pt x="3774" y="12236"/>
                </a:lnTo>
                <a:lnTo>
                  <a:pt x="2786" y="9531"/>
                </a:lnTo>
                <a:lnTo>
                  <a:pt x="2064" y="7355"/>
                </a:lnTo>
                <a:lnTo>
                  <a:pt x="1253" y="4558"/>
                </a:lnTo>
                <a:lnTo>
                  <a:pt x="0" y="0"/>
                </a:lnTo>
                <a:close/>
              </a:path>
            </a:pathLst>
          </a:custGeom>
          <a:solidFill>
            <a:srgbClr val="8496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2" name="contour_12120"/>
          <p:cNvSpPr/>
          <p:nvPr/>
        </p:nvSpPr>
        <p:spPr>
          <a:xfrm>
            <a:off x="7939709" y="3359764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37" y="292"/>
                </a:lnTo>
                <a:lnTo>
                  <a:pt x="2147" y="672"/>
                </a:lnTo>
                <a:lnTo>
                  <a:pt x="4445" y="1390"/>
                </a:lnTo>
                <a:lnTo>
                  <a:pt x="8640" y="2700"/>
                </a:lnTo>
                <a:lnTo>
                  <a:pt x="7785" y="4304"/>
                </a:lnTo>
                <a:lnTo>
                  <a:pt x="6925" y="5913"/>
                </a:lnTo>
                <a:lnTo>
                  <a:pt x="6065" y="7528"/>
                </a:lnTo>
                <a:lnTo>
                  <a:pt x="5197" y="9156"/>
                </a:lnTo>
                <a:lnTo>
                  <a:pt x="4320" y="10800"/>
                </a:lnTo>
                <a:lnTo>
                  <a:pt x="7176" y="10800"/>
                </a:lnTo>
                <a:lnTo>
                  <a:pt x="10048" y="10800"/>
                </a:lnTo>
                <a:lnTo>
                  <a:pt x="12960" y="10800"/>
                </a:lnTo>
                <a:lnTo>
                  <a:pt x="14524" y="12255"/>
                </a:lnTo>
                <a:lnTo>
                  <a:pt x="15906" y="13740"/>
                </a:lnTo>
                <a:lnTo>
                  <a:pt x="17150" y="15258"/>
                </a:lnTo>
                <a:lnTo>
                  <a:pt x="18300" y="16802"/>
                </a:lnTo>
                <a:lnTo>
                  <a:pt x="19397" y="18374"/>
                </a:lnTo>
                <a:lnTo>
                  <a:pt x="20481" y="1997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C4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3" name="contour_12121"/>
          <p:cNvSpPr/>
          <p:nvPr/>
        </p:nvSpPr>
        <p:spPr>
          <a:xfrm>
            <a:off x="8624781" y="3381628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580"/>
                </a:lnTo>
                <a:lnTo>
                  <a:pt x="8506" y="1018"/>
                </a:lnTo>
                <a:lnTo>
                  <a:pt x="11007" y="1404"/>
                </a:lnTo>
                <a:lnTo>
                  <a:pt x="12986" y="1821"/>
                </a:lnTo>
                <a:lnTo>
                  <a:pt x="14917" y="2351"/>
                </a:lnTo>
                <a:lnTo>
                  <a:pt x="17280" y="3086"/>
                </a:lnTo>
                <a:lnTo>
                  <a:pt x="18870" y="5474"/>
                </a:lnTo>
                <a:lnTo>
                  <a:pt x="19889" y="7150"/>
                </a:lnTo>
                <a:lnTo>
                  <a:pt x="20546" y="8557"/>
                </a:lnTo>
                <a:lnTo>
                  <a:pt x="21047" y="10140"/>
                </a:lnTo>
                <a:lnTo>
                  <a:pt x="21600" y="12343"/>
                </a:lnTo>
                <a:lnTo>
                  <a:pt x="19548" y="12725"/>
                </a:lnTo>
                <a:lnTo>
                  <a:pt x="17483" y="13111"/>
                </a:lnTo>
                <a:lnTo>
                  <a:pt x="15388" y="13500"/>
                </a:lnTo>
                <a:lnTo>
                  <a:pt x="12524" y="14342"/>
                </a:lnTo>
                <a:lnTo>
                  <a:pt x="10480" y="15086"/>
                </a:lnTo>
                <a:lnTo>
                  <a:pt x="8942" y="15959"/>
                </a:lnTo>
                <a:lnTo>
                  <a:pt x="7612" y="17184"/>
                </a:lnTo>
                <a:lnTo>
                  <a:pt x="6173" y="18993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6BB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4" name="contour_12122"/>
          <p:cNvSpPr/>
          <p:nvPr/>
        </p:nvSpPr>
        <p:spPr>
          <a:xfrm>
            <a:off x="8238517" y="3359764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882" y="223"/>
                </a:lnTo>
                <a:lnTo>
                  <a:pt x="10106" y="414"/>
                </a:lnTo>
                <a:lnTo>
                  <a:pt x="11225" y="655"/>
                </a:lnTo>
                <a:lnTo>
                  <a:pt x="12588" y="1015"/>
                </a:lnTo>
                <a:lnTo>
                  <a:pt x="14549" y="1577"/>
                </a:lnTo>
                <a:lnTo>
                  <a:pt x="15866" y="1940"/>
                </a:lnTo>
                <a:lnTo>
                  <a:pt x="17191" y="2311"/>
                </a:lnTo>
                <a:lnTo>
                  <a:pt x="18535" y="2686"/>
                </a:lnTo>
                <a:lnTo>
                  <a:pt x="20057" y="3139"/>
                </a:lnTo>
                <a:lnTo>
                  <a:pt x="21600" y="3600"/>
                </a:lnTo>
                <a:lnTo>
                  <a:pt x="20916" y="3733"/>
                </a:lnTo>
                <a:lnTo>
                  <a:pt x="19709" y="3964"/>
                </a:lnTo>
                <a:lnTo>
                  <a:pt x="16949" y="4500"/>
                </a:lnTo>
                <a:lnTo>
                  <a:pt x="15379" y="5072"/>
                </a:lnTo>
                <a:lnTo>
                  <a:pt x="14342" y="5544"/>
                </a:lnTo>
                <a:lnTo>
                  <a:pt x="13370" y="6170"/>
                </a:lnTo>
                <a:lnTo>
                  <a:pt x="12000" y="7200"/>
                </a:lnTo>
                <a:lnTo>
                  <a:pt x="11275" y="9583"/>
                </a:lnTo>
                <a:lnTo>
                  <a:pt x="10742" y="11876"/>
                </a:lnTo>
                <a:lnTo>
                  <a:pt x="10354" y="14152"/>
                </a:lnTo>
                <a:lnTo>
                  <a:pt x="10063" y="16484"/>
                </a:lnTo>
                <a:lnTo>
                  <a:pt x="9828" y="18940"/>
                </a:lnTo>
                <a:lnTo>
                  <a:pt x="9600" y="21600"/>
                </a:lnTo>
                <a:lnTo>
                  <a:pt x="8016" y="21006"/>
                </a:lnTo>
                <a:lnTo>
                  <a:pt x="6430" y="20412"/>
                </a:lnTo>
                <a:lnTo>
                  <a:pt x="4836" y="19814"/>
                </a:lnTo>
                <a:lnTo>
                  <a:pt x="3235" y="19213"/>
                </a:lnTo>
                <a:lnTo>
                  <a:pt x="1625" y="18608"/>
                </a:lnTo>
                <a:lnTo>
                  <a:pt x="0" y="18000"/>
                </a:lnTo>
                <a:lnTo>
                  <a:pt x="1500" y="17579"/>
                </a:lnTo>
                <a:lnTo>
                  <a:pt x="3000" y="17158"/>
                </a:lnTo>
                <a:lnTo>
                  <a:pt x="4500" y="16733"/>
                </a:lnTo>
                <a:lnTo>
                  <a:pt x="6000" y="16312"/>
                </a:lnTo>
                <a:lnTo>
                  <a:pt x="7500" y="15890"/>
                </a:lnTo>
                <a:lnTo>
                  <a:pt x="8544" y="15152"/>
                </a:lnTo>
                <a:lnTo>
                  <a:pt x="9600" y="14400"/>
                </a:lnTo>
                <a:lnTo>
                  <a:pt x="9600" y="12020"/>
                </a:lnTo>
                <a:lnTo>
                  <a:pt x="9600" y="9626"/>
                </a:lnTo>
                <a:lnTo>
                  <a:pt x="9600" y="7200"/>
                </a:lnTo>
                <a:lnTo>
                  <a:pt x="8174" y="5879"/>
                </a:lnTo>
                <a:lnTo>
                  <a:pt x="7200" y="5062"/>
                </a:lnTo>
                <a:lnTo>
                  <a:pt x="6226" y="4417"/>
                </a:lnTo>
                <a:lnTo>
                  <a:pt x="4800" y="3600"/>
                </a:lnTo>
                <a:lnTo>
                  <a:pt x="5990" y="1814"/>
                </a:lnTo>
                <a:lnTo>
                  <a:pt x="7200" y="0"/>
                </a:lnTo>
                <a:close/>
              </a:path>
            </a:pathLst>
          </a:custGeom>
          <a:solidFill>
            <a:srgbClr val="8A8D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5" name="contour_12123"/>
          <p:cNvSpPr/>
          <p:nvPr/>
        </p:nvSpPr>
        <p:spPr>
          <a:xfrm>
            <a:off x="3610642" y="335247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3" y="115"/>
                </a:lnTo>
                <a:lnTo>
                  <a:pt x="4705" y="284"/>
                </a:lnTo>
                <a:lnTo>
                  <a:pt x="6980" y="526"/>
                </a:lnTo>
                <a:lnTo>
                  <a:pt x="9212" y="860"/>
                </a:lnTo>
                <a:lnTo>
                  <a:pt x="11419" y="1314"/>
                </a:lnTo>
                <a:lnTo>
                  <a:pt x="13612" y="1908"/>
                </a:lnTo>
                <a:lnTo>
                  <a:pt x="15804" y="2664"/>
                </a:lnTo>
                <a:lnTo>
                  <a:pt x="18000" y="3600"/>
                </a:lnTo>
                <a:lnTo>
                  <a:pt x="18936" y="5796"/>
                </a:lnTo>
                <a:lnTo>
                  <a:pt x="19692" y="7988"/>
                </a:lnTo>
                <a:lnTo>
                  <a:pt x="20286" y="10181"/>
                </a:lnTo>
                <a:lnTo>
                  <a:pt x="20740" y="12388"/>
                </a:lnTo>
                <a:lnTo>
                  <a:pt x="21074" y="14620"/>
                </a:lnTo>
                <a:lnTo>
                  <a:pt x="21316" y="16895"/>
                </a:lnTo>
                <a:lnTo>
                  <a:pt x="21485" y="19217"/>
                </a:lnTo>
                <a:lnTo>
                  <a:pt x="21600" y="21600"/>
                </a:lnTo>
                <a:lnTo>
                  <a:pt x="17348" y="19386"/>
                </a:lnTo>
                <a:lnTo>
                  <a:pt x="13853" y="17532"/>
                </a:lnTo>
                <a:lnTo>
                  <a:pt x="11012" y="15970"/>
                </a:lnTo>
                <a:lnTo>
                  <a:pt x="8737" y="14620"/>
                </a:lnTo>
                <a:lnTo>
                  <a:pt x="6934" y="13406"/>
                </a:lnTo>
                <a:lnTo>
                  <a:pt x="5501" y="12254"/>
                </a:lnTo>
                <a:lnTo>
                  <a:pt x="4352" y="11084"/>
                </a:lnTo>
                <a:lnTo>
                  <a:pt x="3388" y="9821"/>
                </a:lnTo>
                <a:lnTo>
                  <a:pt x="2520" y="8392"/>
                </a:lnTo>
                <a:lnTo>
                  <a:pt x="1645" y="6718"/>
                </a:lnTo>
                <a:lnTo>
                  <a:pt x="677" y="4723"/>
                </a:lnTo>
                <a:lnTo>
                  <a:pt x="342" y="2380"/>
                </a:lnTo>
                <a:lnTo>
                  <a:pt x="0" y="0"/>
                </a:lnTo>
                <a:close/>
              </a:path>
            </a:pathLst>
          </a:custGeom>
          <a:solidFill>
            <a:srgbClr val="C0C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6" name="contour_12124"/>
          <p:cNvSpPr/>
          <p:nvPr/>
        </p:nvSpPr>
        <p:spPr>
          <a:xfrm>
            <a:off x="8479021" y="3358452"/>
            <a:ext cx="5830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7571" y="310"/>
                </a:lnTo>
                <a:lnTo>
                  <a:pt x="9077" y="0"/>
                </a:lnTo>
                <a:lnTo>
                  <a:pt x="10309" y="0"/>
                </a:lnTo>
                <a:lnTo>
                  <a:pt x="11653" y="310"/>
                </a:lnTo>
                <a:lnTo>
                  <a:pt x="13500" y="930"/>
                </a:lnTo>
                <a:lnTo>
                  <a:pt x="13500" y="4346"/>
                </a:lnTo>
                <a:lnTo>
                  <a:pt x="13500" y="7782"/>
                </a:lnTo>
                <a:lnTo>
                  <a:pt x="13500" y="11265"/>
                </a:lnTo>
                <a:lnTo>
                  <a:pt x="15104" y="10242"/>
                </a:lnTo>
                <a:lnTo>
                  <a:pt x="16713" y="9214"/>
                </a:lnTo>
                <a:lnTo>
                  <a:pt x="18328" y="8185"/>
                </a:lnTo>
                <a:lnTo>
                  <a:pt x="19956" y="7147"/>
                </a:lnTo>
                <a:lnTo>
                  <a:pt x="21600" y="6098"/>
                </a:lnTo>
                <a:lnTo>
                  <a:pt x="21600" y="9513"/>
                </a:lnTo>
                <a:lnTo>
                  <a:pt x="21600" y="12950"/>
                </a:lnTo>
                <a:lnTo>
                  <a:pt x="21600" y="16433"/>
                </a:lnTo>
                <a:lnTo>
                  <a:pt x="19818" y="16861"/>
                </a:lnTo>
                <a:lnTo>
                  <a:pt x="18036" y="17285"/>
                </a:lnTo>
                <a:lnTo>
                  <a:pt x="16251" y="17714"/>
                </a:lnTo>
                <a:lnTo>
                  <a:pt x="14464" y="18138"/>
                </a:lnTo>
                <a:lnTo>
                  <a:pt x="12674" y="18567"/>
                </a:lnTo>
                <a:lnTo>
                  <a:pt x="10881" y="18996"/>
                </a:lnTo>
                <a:lnTo>
                  <a:pt x="9083" y="19424"/>
                </a:lnTo>
                <a:lnTo>
                  <a:pt x="7279" y="19859"/>
                </a:lnTo>
                <a:lnTo>
                  <a:pt x="5470" y="20293"/>
                </a:lnTo>
                <a:lnTo>
                  <a:pt x="3656" y="20727"/>
                </a:lnTo>
                <a:lnTo>
                  <a:pt x="1831" y="21161"/>
                </a:lnTo>
                <a:lnTo>
                  <a:pt x="0" y="21600"/>
                </a:lnTo>
                <a:lnTo>
                  <a:pt x="1150" y="16190"/>
                </a:lnTo>
                <a:lnTo>
                  <a:pt x="2020" y="12200"/>
                </a:lnTo>
                <a:lnTo>
                  <a:pt x="2697" y="9270"/>
                </a:lnTo>
                <a:lnTo>
                  <a:pt x="3278" y="7043"/>
                </a:lnTo>
                <a:lnTo>
                  <a:pt x="3861" y="5147"/>
                </a:lnTo>
                <a:lnTo>
                  <a:pt x="4536" y="3230"/>
                </a:lnTo>
                <a:lnTo>
                  <a:pt x="5400" y="930"/>
                </a:lnTo>
                <a:close/>
              </a:path>
            </a:pathLst>
          </a:custGeom>
          <a:solidFill>
            <a:srgbClr val="9FB4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7" name="contour_12125"/>
          <p:cNvSpPr/>
          <p:nvPr/>
        </p:nvSpPr>
        <p:spPr>
          <a:xfrm>
            <a:off x="8172925" y="335247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268"/>
                </a:lnTo>
                <a:lnTo>
                  <a:pt x="6823" y="497"/>
                </a:lnTo>
                <a:lnTo>
                  <a:pt x="8260" y="786"/>
                </a:lnTo>
                <a:lnTo>
                  <a:pt x="10013" y="1218"/>
                </a:lnTo>
                <a:lnTo>
                  <a:pt x="12534" y="1892"/>
                </a:lnTo>
                <a:lnTo>
                  <a:pt x="14228" y="2328"/>
                </a:lnTo>
                <a:lnTo>
                  <a:pt x="15932" y="2773"/>
                </a:lnTo>
                <a:lnTo>
                  <a:pt x="17660" y="3223"/>
                </a:lnTo>
                <a:lnTo>
                  <a:pt x="19616" y="3767"/>
                </a:lnTo>
                <a:lnTo>
                  <a:pt x="21600" y="4320"/>
                </a:lnTo>
                <a:lnTo>
                  <a:pt x="21236" y="7206"/>
                </a:lnTo>
                <a:lnTo>
                  <a:pt x="20850" y="10087"/>
                </a:lnTo>
                <a:lnTo>
                  <a:pt x="20443" y="12960"/>
                </a:lnTo>
                <a:lnTo>
                  <a:pt x="20119" y="15371"/>
                </a:lnTo>
                <a:lnTo>
                  <a:pt x="19792" y="17820"/>
                </a:lnTo>
                <a:lnTo>
                  <a:pt x="19156" y="19695"/>
                </a:lnTo>
                <a:lnTo>
                  <a:pt x="18514" y="21600"/>
                </a:lnTo>
                <a:lnTo>
                  <a:pt x="16475" y="21600"/>
                </a:lnTo>
                <a:lnTo>
                  <a:pt x="14423" y="21600"/>
                </a:lnTo>
                <a:lnTo>
                  <a:pt x="12343" y="21600"/>
                </a:lnTo>
                <a:lnTo>
                  <a:pt x="12343" y="18744"/>
                </a:lnTo>
                <a:lnTo>
                  <a:pt x="12343" y="15872"/>
                </a:lnTo>
                <a:lnTo>
                  <a:pt x="12343" y="12960"/>
                </a:lnTo>
                <a:lnTo>
                  <a:pt x="10729" y="11344"/>
                </a:lnTo>
                <a:lnTo>
                  <a:pt x="9547" y="10303"/>
                </a:lnTo>
                <a:lnTo>
                  <a:pt x="8220" y="9370"/>
                </a:lnTo>
                <a:lnTo>
                  <a:pt x="6171" y="8100"/>
                </a:lnTo>
                <a:lnTo>
                  <a:pt x="4450" y="7011"/>
                </a:lnTo>
                <a:lnTo>
                  <a:pt x="2700" y="5905"/>
                </a:lnTo>
                <a:lnTo>
                  <a:pt x="1358" y="5119"/>
                </a:lnTo>
                <a:lnTo>
                  <a:pt x="0" y="4320"/>
                </a:lnTo>
                <a:lnTo>
                  <a:pt x="1531" y="2177"/>
                </a:lnTo>
                <a:lnTo>
                  <a:pt x="3086" y="0"/>
                </a:lnTo>
                <a:close/>
              </a:path>
            </a:pathLst>
          </a:custGeom>
          <a:solidFill>
            <a:srgbClr val="A9B6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8" name="contour_12126"/>
          <p:cNvSpPr/>
          <p:nvPr/>
        </p:nvSpPr>
        <p:spPr>
          <a:xfrm>
            <a:off x="4470625" y="3338746"/>
            <a:ext cx="57641" cy="358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42" y="2510"/>
                </a:moveTo>
                <a:lnTo>
                  <a:pt x="20969" y="5376"/>
                </a:lnTo>
                <a:lnTo>
                  <a:pt x="21439" y="7474"/>
                </a:lnTo>
                <a:lnTo>
                  <a:pt x="21600" y="9418"/>
                </a:lnTo>
                <a:lnTo>
                  <a:pt x="21502" y="11818"/>
                </a:lnTo>
                <a:lnTo>
                  <a:pt x="21199" y="15294"/>
                </a:lnTo>
                <a:lnTo>
                  <a:pt x="20510" y="17326"/>
                </a:lnTo>
                <a:lnTo>
                  <a:pt x="19819" y="19366"/>
                </a:lnTo>
                <a:lnTo>
                  <a:pt x="19117" y="21433"/>
                </a:lnTo>
                <a:lnTo>
                  <a:pt x="17219" y="21561"/>
                </a:lnTo>
                <a:lnTo>
                  <a:pt x="15791" y="21600"/>
                </a:lnTo>
                <a:lnTo>
                  <a:pt x="14565" y="21508"/>
                </a:lnTo>
                <a:lnTo>
                  <a:pt x="13268" y="21245"/>
                </a:lnTo>
                <a:lnTo>
                  <a:pt x="11632" y="20775"/>
                </a:lnTo>
                <a:lnTo>
                  <a:pt x="9387" y="20064"/>
                </a:lnTo>
                <a:lnTo>
                  <a:pt x="8608" y="19827"/>
                </a:lnTo>
                <a:lnTo>
                  <a:pt x="7235" y="19415"/>
                </a:lnTo>
                <a:lnTo>
                  <a:pt x="4086" y="18471"/>
                </a:lnTo>
                <a:lnTo>
                  <a:pt x="2737" y="17997"/>
                </a:lnTo>
                <a:lnTo>
                  <a:pt x="1376" y="17523"/>
                </a:lnTo>
                <a:lnTo>
                  <a:pt x="0" y="17045"/>
                </a:lnTo>
                <a:lnTo>
                  <a:pt x="814" y="13850"/>
                </a:lnTo>
                <a:lnTo>
                  <a:pt x="1663" y="11283"/>
                </a:lnTo>
                <a:lnTo>
                  <a:pt x="2687" y="9124"/>
                </a:lnTo>
                <a:lnTo>
                  <a:pt x="4017" y="7162"/>
                </a:lnTo>
                <a:lnTo>
                  <a:pt x="5793" y="5178"/>
                </a:lnTo>
                <a:lnTo>
                  <a:pt x="8988" y="3063"/>
                </a:lnTo>
                <a:lnTo>
                  <a:pt x="11449" y="1514"/>
                </a:lnTo>
                <a:lnTo>
                  <a:pt x="13339" y="509"/>
                </a:lnTo>
                <a:lnTo>
                  <a:pt x="14827" y="13"/>
                </a:lnTo>
                <a:lnTo>
                  <a:pt x="16083" y="0"/>
                </a:lnTo>
                <a:lnTo>
                  <a:pt x="17277" y="430"/>
                </a:lnTo>
                <a:lnTo>
                  <a:pt x="18574" y="1277"/>
                </a:lnTo>
                <a:lnTo>
                  <a:pt x="20142" y="2510"/>
                </a:lnTo>
                <a:close/>
              </a:path>
            </a:pathLst>
          </a:custGeom>
          <a:solidFill>
            <a:srgbClr val="B0BD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29" name="contour_12127"/>
          <p:cNvSpPr/>
          <p:nvPr/>
        </p:nvSpPr>
        <p:spPr>
          <a:xfrm>
            <a:off x="4098938" y="3294172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6" y="0"/>
                </a:lnTo>
                <a:lnTo>
                  <a:pt x="3600" y="0"/>
                </a:lnTo>
                <a:lnTo>
                  <a:pt x="3938" y="1457"/>
                </a:lnTo>
                <a:lnTo>
                  <a:pt x="4234" y="2918"/>
                </a:lnTo>
                <a:lnTo>
                  <a:pt x="4493" y="4382"/>
                </a:lnTo>
                <a:lnTo>
                  <a:pt x="4723" y="5851"/>
                </a:lnTo>
                <a:lnTo>
                  <a:pt x="5238" y="7824"/>
                </a:lnTo>
                <a:lnTo>
                  <a:pt x="5666" y="9122"/>
                </a:lnTo>
                <a:lnTo>
                  <a:pt x="6242" y="10322"/>
                </a:lnTo>
                <a:lnTo>
                  <a:pt x="7200" y="12000"/>
                </a:lnTo>
                <a:lnTo>
                  <a:pt x="9547" y="12696"/>
                </a:lnTo>
                <a:lnTo>
                  <a:pt x="11858" y="13210"/>
                </a:lnTo>
                <a:lnTo>
                  <a:pt x="14180" y="13589"/>
                </a:lnTo>
                <a:lnTo>
                  <a:pt x="16553" y="13882"/>
                </a:lnTo>
                <a:lnTo>
                  <a:pt x="19012" y="14136"/>
                </a:lnTo>
                <a:lnTo>
                  <a:pt x="21600" y="14400"/>
                </a:lnTo>
                <a:lnTo>
                  <a:pt x="21600" y="15986"/>
                </a:lnTo>
                <a:lnTo>
                  <a:pt x="21600" y="17582"/>
                </a:lnTo>
                <a:lnTo>
                  <a:pt x="21600" y="19200"/>
                </a:lnTo>
                <a:lnTo>
                  <a:pt x="19224" y="19464"/>
                </a:lnTo>
                <a:lnTo>
                  <a:pt x="16844" y="19728"/>
                </a:lnTo>
                <a:lnTo>
                  <a:pt x="14465" y="19992"/>
                </a:lnTo>
                <a:lnTo>
                  <a:pt x="12078" y="20258"/>
                </a:lnTo>
                <a:lnTo>
                  <a:pt x="9684" y="20525"/>
                </a:lnTo>
                <a:lnTo>
                  <a:pt x="7279" y="20791"/>
                </a:lnTo>
                <a:lnTo>
                  <a:pt x="4867" y="21060"/>
                </a:lnTo>
                <a:lnTo>
                  <a:pt x="2441" y="21329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A6B1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0" name="contour_12128"/>
          <p:cNvSpPr/>
          <p:nvPr/>
        </p:nvSpPr>
        <p:spPr>
          <a:xfrm>
            <a:off x="5658568" y="3286884"/>
            <a:ext cx="3557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76" y="0"/>
                </a:moveTo>
                <a:lnTo>
                  <a:pt x="15192" y="1363"/>
                </a:lnTo>
                <a:lnTo>
                  <a:pt x="16838" y="2667"/>
                </a:lnTo>
                <a:lnTo>
                  <a:pt x="18223" y="3925"/>
                </a:lnTo>
                <a:lnTo>
                  <a:pt x="19361" y="5157"/>
                </a:lnTo>
                <a:lnTo>
                  <a:pt x="20250" y="6368"/>
                </a:lnTo>
                <a:lnTo>
                  <a:pt x="20910" y="7580"/>
                </a:lnTo>
                <a:lnTo>
                  <a:pt x="21348" y="8801"/>
                </a:lnTo>
                <a:lnTo>
                  <a:pt x="21578" y="10050"/>
                </a:lnTo>
                <a:lnTo>
                  <a:pt x="21600" y="11336"/>
                </a:lnTo>
                <a:lnTo>
                  <a:pt x="21432" y="12677"/>
                </a:lnTo>
                <a:lnTo>
                  <a:pt x="21082" y="14085"/>
                </a:lnTo>
                <a:lnTo>
                  <a:pt x="20564" y="15574"/>
                </a:lnTo>
                <a:lnTo>
                  <a:pt x="19879" y="17158"/>
                </a:lnTo>
                <a:lnTo>
                  <a:pt x="18759" y="18382"/>
                </a:lnTo>
                <a:lnTo>
                  <a:pt x="17728" y="19210"/>
                </a:lnTo>
                <a:lnTo>
                  <a:pt x="16347" y="19848"/>
                </a:lnTo>
                <a:lnTo>
                  <a:pt x="14179" y="20496"/>
                </a:lnTo>
                <a:lnTo>
                  <a:pt x="10789" y="21355"/>
                </a:lnTo>
                <a:lnTo>
                  <a:pt x="9851" y="21392"/>
                </a:lnTo>
                <a:lnTo>
                  <a:pt x="8200" y="21455"/>
                </a:lnTo>
                <a:lnTo>
                  <a:pt x="4425" y="21600"/>
                </a:lnTo>
                <a:lnTo>
                  <a:pt x="3062" y="20316"/>
                </a:lnTo>
                <a:lnTo>
                  <a:pt x="2151" y="19367"/>
                </a:lnTo>
                <a:lnTo>
                  <a:pt x="1478" y="18472"/>
                </a:lnTo>
                <a:lnTo>
                  <a:pt x="832" y="17347"/>
                </a:lnTo>
                <a:lnTo>
                  <a:pt x="0" y="15709"/>
                </a:lnTo>
                <a:lnTo>
                  <a:pt x="1438" y="14715"/>
                </a:lnTo>
                <a:lnTo>
                  <a:pt x="2890" y="13728"/>
                </a:lnTo>
                <a:lnTo>
                  <a:pt x="4359" y="12744"/>
                </a:lnTo>
                <a:lnTo>
                  <a:pt x="5846" y="11766"/>
                </a:lnTo>
                <a:lnTo>
                  <a:pt x="7342" y="10790"/>
                </a:lnTo>
                <a:lnTo>
                  <a:pt x="8851" y="9818"/>
                </a:lnTo>
                <a:lnTo>
                  <a:pt x="9572" y="8603"/>
                </a:lnTo>
                <a:lnTo>
                  <a:pt x="10236" y="7385"/>
                </a:lnTo>
                <a:lnTo>
                  <a:pt x="10842" y="6164"/>
                </a:lnTo>
                <a:lnTo>
                  <a:pt x="11400" y="4941"/>
                </a:lnTo>
                <a:lnTo>
                  <a:pt x="11913" y="3711"/>
                </a:lnTo>
                <a:lnTo>
                  <a:pt x="12395" y="2480"/>
                </a:lnTo>
                <a:lnTo>
                  <a:pt x="12847" y="1243"/>
                </a:lnTo>
                <a:lnTo>
                  <a:pt x="13276" y="0"/>
                </a:lnTo>
                <a:close/>
              </a:path>
            </a:pathLst>
          </a:custGeom>
          <a:solidFill>
            <a:srgbClr val="7C8F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1" name="contour_12129"/>
          <p:cNvSpPr/>
          <p:nvPr/>
        </p:nvSpPr>
        <p:spPr>
          <a:xfrm>
            <a:off x="5585688" y="3308748"/>
            <a:ext cx="4542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93" y="0"/>
                </a:moveTo>
                <a:lnTo>
                  <a:pt x="21111" y="2621"/>
                </a:lnTo>
                <a:lnTo>
                  <a:pt x="21371" y="5202"/>
                </a:lnTo>
                <a:lnTo>
                  <a:pt x="21541" y="7751"/>
                </a:lnTo>
                <a:lnTo>
                  <a:pt x="21600" y="10292"/>
                </a:lnTo>
                <a:lnTo>
                  <a:pt x="21510" y="12838"/>
                </a:lnTo>
                <a:lnTo>
                  <a:pt x="21253" y="15401"/>
                </a:lnTo>
                <a:lnTo>
                  <a:pt x="20793" y="18000"/>
                </a:lnTo>
                <a:lnTo>
                  <a:pt x="18589" y="19242"/>
                </a:lnTo>
                <a:lnTo>
                  <a:pt x="16378" y="20146"/>
                </a:lnTo>
                <a:lnTo>
                  <a:pt x="14132" y="20772"/>
                </a:lnTo>
                <a:lnTo>
                  <a:pt x="11827" y="21186"/>
                </a:lnTo>
                <a:lnTo>
                  <a:pt x="9436" y="21442"/>
                </a:lnTo>
                <a:lnTo>
                  <a:pt x="6931" y="21600"/>
                </a:lnTo>
                <a:lnTo>
                  <a:pt x="6931" y="19220"/>
                </a:lnTo>
                <a:lnTo>
                  <a:pt x="6931" y="16826"/>
                </a:lnTo>
                <a:lnTo>
                  <a:pt x="6931" y="14400"/>
                </a:lnTo>
                <a:lnTo>
                  <a:pt x="4640" y="14400"/>
                </a:lnTo>
                <a:lnTo>
                  <a:pt x="2336" y="14400"/>
                </a:lnTo>
                <a:lnTo>
                  <a:pt x="0" y="14400"/>
                </a:lnTo>
                <a:lnTo>
                  <a:pt x="0" y="12020"/>
                </a:lnTo>
                <a:lnTo>
                  <a:pt x="0" y="9626"/>
                </a:lnTo>
                <a:lnTo>
                  <a:pt x="0" y="7200"/>
                </a:lnTo>
                <a:lnTo>
                  <a:pt x="2197" y="5854"/>
                </a:lnTo>
                <a:lnTo>
                  <a:pt x="3809" y="4986"/>
                </a:lnTo>
                <a:lnTo>
                  <a:pt x="5628" y="4208"/>
                </a:lnTo>
                <a:lnTo>
                  <a:pt x="8449" y="3150"/>
                </a:lnTo>
                <a:lnTo>
                  <a:pt x="10019" y="2545"/>
                </a:lnTo>
                <a:lnTo>
                  <a:pt x="11595" y="1937"/>
                </a:lnTo>
                <a:lnTo>
                  <a:pt x="13200" y="1321"/>
                </a:lnTo>
                <a:lnTo>
                  <a:pt x="15639" y="558"/>
                </a:lnTo>
                <a:lnTo>
                  <a:pt x="17244" y="166"/>
                </a:lnTo>
                <a:lnTo>
                  <a:pt x="18724" y="22"/>
                </a:lnTo>
                <a:lnTo>
                  <a:pt x="20793" y="0"/>
                </a:lnTo>
                <a:close/>
              </a:path>
            </a:pathLst>
          </a:custGeom>
          <a:solidFill>
            <a:srgbClr val="8745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2" name="contour_12130"/>
          <p:cNvSpPr/>
          <p:nvPr/>
        </p:nvSpPr>
        <p:spPr>
          <a:xfrm>
            <a:off x="1481266" y="3309426"/>
            <a:ext cx="45011" cy="50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42" y="882"/>
                </a:moveTo>
                <a:lnTo>
                  <a:pt x="17211" y="1526"/>
                </a:lnTo>
                <a:lnTo>
                  <a:pt x="19390" y="2180"/>
                </a:lnTo>
                <a:lnTo>
                  <a:pt x="21600" y="2836"/>
                </a:lnTo>
                <a:lnTo>
                  <a:pt x="20184" y="4403"/>
                </a:lnTo>
                <a:lnTo>
                  <a:pt x="18767" y="5970"/>
                </a:lnTo>
                <a:lnTo>
                  <a:pt x="17347" y="7534"/>
                </a:lnTo>
                <a:lnTo>
                  <a:pt x="15924" y="9097"/>
                </a:lnTo>
                <a:lnTo>
                  <a:pt x="14500" y="10658"/>
                </a:lnTo>
                <a:lnTo>
                  <a:pt x="13077" y="12218"/>
                </a:lnTo>
                <a:lnTo>
                  <a:pt x="11863" y="13563"/>
                </a:lnTo>
                <a:lnTo>
                  <a:pt x="10636" y="14930"/>
                </a:lnTo>
                <a:lnTo>
                  <a:pt x="9044" y="16628"/>
                </a:lnTo>
                <a:lnTo>
                  <a:pt x="7422" y="18301"/>
                </a:lnTo>
                <a:lnTo>
                  <a:pt x="5774" y="19955"/>
                </a:lnTo>
                <a:lnTo>
                  <a:pt x="4113" y="21600"/>
                </a:lnTo>
                <a:lnTo>
                  <a:pt x="2378" y="21600"/>
                </a:lnTo>
                <a:lnTo>
                  <a:pt x="616" y="21600"/>
                </a:lnTo>
                <a:lnTo>
                  <a:pt x="304" y="17456"/>
                </a:lnTo>
                <a:lnTo>
                  <a:pt x="91" y="14179"/>
                </a:lnTo>
                <a:lnTo>
                  <a:pt x="0" y="11602"/>
                </a:lnTo>
                <a:lnTo>
                  <a:pt x="56" y="9563"/>
                </a:lnTo>
                <a:lnTo>
                  <a:pt x="276" y="7893"/>
                </a:lnTo>
                <a:lnTo>
                  <a:pt x="682" y="6433"/>
                </a:lnTo>
                <a:lnTo>
                  <a:pt x="1298" y="5019"/>
                </a:lnTo>
                <a:lnTo>
                  <a:pt x="2140" y="3484"/>
                </a:lnTo>
                <a:lnTo>
                  <a:pt x="3239" y="1664"/>
                </a:lnTo>
                <a:lnTo>
                  <a:pt x="5904" y="597"/>
                </a:lnTo>
                <a:lnTo>
                  <a:pt x="8044" y="72"/>
                </a:lnTo>
                <a:lnTo>
                  <a:pt x="10034" y="0"/>
                </a:lnTo>
                <a:lnTo>
                  <a:pt x="12241" y="300"/>
                </a:lnTo>
                <a:lnTo>
                  <a:pt x="15042" y="882"/>
                </a:lnTo>
                <a:close/>
              </a:path>
            </a:pathLst>
          </a:custGeom>
          <a:solidFill>
            <a:srgbClr val="F0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3" name="contour_12131"/>
          <p:cNvSpPr/>
          <p:nvPr/>
        </p:nvSpPr>
        <p:spPr>
          <a:xfrm>
            <a:off x="8158349" y="3279596"/>
            <a:ext cx="3809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2" y="0"/>
                </a:moveTo>
                <a:lnTo>
                  <a:pt x="6769" y="614"/>
                </a:lnTo>
                <a:lnTo>
                  <a:pt x="9290" y="1271"/>
                </a:lnTo>
                <a:lnTo>
                  <a:pt x="11711" y="1996"/>
                </a:lnTo>
                <a:lnTo>
                  <a:pt x="14046" y="2820"/>
                </a:lnTo>
                <a:lnTo>
                  <a:pt x="16306" y="3774"/>
                </a:lnTo>
                <a:lnTo>
                  <a:pt x="18509" y="4882"/>
                </a:lnTo>
                <a:lnTo>
                  <a:pt x="20662" y="6171"/>
                </a:lnTo>
                <a:lnTo>
                  <a:pt x="21187" y="8409"/>
                </a:lnTo>
                <a:lnTo>
                  <a:pt x="21493" y="10606"/>
                </a:lnTo>
                <a:lnTo>
                  <a:pt x="21600" y="12784"/>
                </a:lnTo>
                <a:lnTo>
                  <a:pt x="21546" y="14956"/>
                </a:lnTo>
                <a:lnTo>
                  <a:pt x="21352" y="17138"/>
                </a:lnTo>
                <a:lnTo>
                  <a:pt x="21050" y="19347"/>
                </a:lnTo>
                <a:lnTo>
                  <a:pt x="20662" y="21600"/>
                </a:lnTo>
                <a:lnTo>
                  <a:pt x="16600" y="21581"/>
                </a:lnTo>
                <a:lnTo>
                  <a:pt x="13947" y="21449"/>
                </a:lnTo>
                <a:lnTo>
                  <a:pt x="12133" y="21088"/>
                </a:lnTo>
                <a:lnTo>
                  <a:pt x="10587" y="20384"/>
                </a:lnTo>
                <a:lnTo>
                  <a:pt x="8732" y="19224"/>
                </a:lnTo>
                <a:lnTo>
                  <a:pt x="7091" y="17610"/>
                </a:lnTo>
                <a:lnTo>
                  <a:pt x="5517" y="16012"/>
                </a:lnTo>
                <a:lnTo>
                  <a:pt x="4017" y="14407"/>
                </a:lnTo>
                <a:lnTo>
                  <a:pt x="2595" y="12763"/>
                </a:lnTo>
                <a:lnTo>
                  <a:pt x="1252" y="11056"/>
                </a:lnTo>
                <a:lnTo>
                  <a:pt x="0" y="9257"/>
                </a:lnTo>
                <a:lnTo>
                  <a:pt x="653" y="6591"/>
                </a:lnTo>
                <a:lnTo>
                  <a:pt x="1194" y="4777"/>
                </a:lnTo>
                <a:lnTo>
                  <a:pt x="1822" y="3370"/>
                </a:lnTo>
                <a:lnTo>
                  <a:pt x="2736" y="1925"/>
                </a:lnTo>
                <a:lnTo>
                  <a:pt x="4132" y="0"/>
                </a:lnTo>
                <a:close/>
              </a:path>
            </a:pathLst>
          </a:custGeom>
          <a:solidFill>
            <a:srgbClr val="929E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4" name="contour_12132"/>
          <p:cNvSpPr/>
          <p:nvPr/>
        </p:nvSpPr>
        <p:spPr>
          <a:xfrm>
            <a:off x="5505520" y="3286884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52" y="373"/>
                </a:lnTo>
                <a:lnTo>
                  <a:pt x="13502" y="783"/>
                </a:lnTo>
                <a:lnTo>
                  <a:pt x="14852" y="1220"/>
                </a:lnTo>
                <a:lnTo>
                  <a:pt x="16200" y="1685"/>
                </a:lnTo>
                <a:lnTo>
                  <a:pt x="17708" y="2160"/>
                </a:lnTo>
                <a:lnTo>
                  <a:pt x="19237" y="2635"/>
                </a:lnTo>
                <a:lnTo>
                  <a:pt x="20410" y="4007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2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0" y="18922"/>
                </a:lnTo>
                <a:lnTo>
                  <a:pt x="0" y="16200"/>
                </a:lnTo>
                <a:lnTo>
                  <a:pt x="1426" y="16200"/>
                </a:lnTo>
                <a:lnTo>
                  <a:pt x="2853" y="16200"/>
                </a:lnTo>
                <a:lnTo>
                  <a:pt x="4281" y="16200"/>
                </a:lnTo>
                <a:lnTo>
                  <a:pt x="5713" y="16200"/>
                </a:lnTo>
                <a:lnTo>
                  <a:pt x="7150" y="16200"/>
                </a:lnTo>
                <a:lnTo>
                  <a:pt x="8592" y="16200"/>
                </a:lnTo>
                <a:lnTo>
                  <a:pt x="10040" y="16200"/>
                </a:lnTo>
                <a:lnTo>
                  <a:pt x="11496" y="16200"/>
                </a:lnTo>
                <a:lnTo>
                  <a:pt x="12960" y="16200"/>
                </a:lnTo>
                <a:lnTo>
                  <a:pt x="12532" y="12992"/>
                </a:lnTo>
                <a:lnTo>
                  <a:pt x="12102" y="9774"/>
                </a:lnTo>
                <a:lnTo>
                  <a:pt x="11673" y="6545"/>
                </a:lnTo>
                <a:lnTo>
                  <a:pt x="11238" y="3289"/>
                </a:lnTo>
                <a:lnTo>
                  <a:pt x="10800" y="0"/>
                </a:lnTo>
                <a:close/>
              </a:path>
            </a:pathLst>
          </a:custGeom>
          <a:solidFill>
            <a:srgbClr val="C4E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5" name="contour_12133"/>
          <p:cNvSpPr/>
          <p:nvPr/>
        </p:nvSpPr>
        <p:spPr>
          <a:xfrm>
            <a:off x="9942267" y="3272308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853" y="0"/>
                </a:lnTo>
                <a:lnTo>
                  <a:pt x="6780" y="0"/>
                </a:lnTo>
                <a:lnTo>
                  <a:pt x="9715" y="0"/>
                </a:lnTo>
                <a:lnTo>
                  <a:pt x="12662" y="0"/>
                </a:lnTo>
                <a:lnTo>
                  <a:pt x="15622" y="0"/>
                </a:lnTo>
                <a:lnTo>
                  <a:pt x="1859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7629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6" name="contour_12134"/>
          <p:cNvSpPr/>
          <p:nvPr/>
        </p:nvSpPr>
        <p:spPr>
          <a:xfrm>
            <a:off x="8406141" y="3257732"/>
            <a:ext cx="65592" cy="355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928"/>
                </a:lnTo>
                <a:lnTo>
                  <a:pt x="21600" y="5873"/>
                </a:lnTo>
                <a:lnTo>
                  <a:pt x="21600" y="8858"/>
                </a:lnTo>
                <a:lnTo>
                  <a:pt x="20014" y="8858"/>
                </a:lnTo>
                <a:lnTo>
                  <a:pt x="18418" y="8858"/>
                </a:lnTo>
                <a:lnTo>
                  <a:pt x="16800" y="8858"/>
                </a:lnTo>
                <a:lnTo>
                  <a:pt x="16800" y="11785"/>
                </a:lnTo>
                <a:lnTo>
                  <a:pt x="16800" y="14731"/>
                </a:lnTo>
                <a:lnTo>
                  <a:pt x="16800" y="17716"/>
                </a:lnTo>
                <a:lnTo>
                  <a:pt x="15125" y="18850"/>
                </a:lnTo>
                <a:lnTo>
                  <a:pt x="13577" y="19793"/>
                </a:lnTo>
                <a:lnTo>
                  <a:pt x="12115" y="20546"/>
                </a:lnTo>
                <a:lnTo>
                  <a:pt x="10704" y="21104"/>
                </a:lnTo>
                <a:lnTo>
                  <a:pt x="9302" y="21454"/>
                </a:lnTo>
                <a:lnTo>
                  <a:pt x="7872" y="21600"/>
                </a:lnTo>
                <a:lnTo>
                  <a:pt x="6370" y="21538"/>
                </a:lnTo>
                <a:lnTo>
                  <a:pt x="4759" y="21259"/>
                </a:lnTo>
                <a:lnTo>
                  <a:pt x="3000" y="20763"/>
                </a:lnTo>
                <a:lnTo>
                  <a:pt x="1512" y="19253"/>
                </a:lnTo>
                <a:lnTo>
                  <a:pt x="0" y="17716"/>
                </a:lnTo>
                <a:lnTo>
                  <a:pt x="0" y="14788"/>
                </a:lnTo>
                <a:lnTo>
                  <a:pt x="0" y="11843"/>
                </a:lnTo>
                <a:lnTo>
                  <a:pt x="0" y="8858"/>
                </a:lnTo>
                <a:lnTo>
                  <a:pt x="1747" y="7472"/>
                </a:lnTo>
                <a:lnTo>
                  <a:pt x="3043" y="6519"/>
                </a:lnTo>
                <a:lnTo>
                  <a:pt x="4274" y="5762"/>
                </a:lnTo>
                <a:lnTo>
                  <a:pt x="5830" y="4960"/>
                </a:lnTo>
                <a:lnTo>
                  <a:pt x="8100" y="3875"/>
                </a:lnTo>
                <a:lnTo>
                  <a:pt x="8770" y="3543"/>
                </a:lnTo>
                <a:lnTo>
                  <a:pt x="9950" y="2959"/>
                </a:lnTo>
                <a:lnTo>
                  <a:pt x="12655" y="1625"/>
                </a:lnTo>
                <a:lnTo>
                  <a:pt x="14424" y="939"/>
                </a:lnTo>
                <a:lnTo>
                  <a:pt x="15749" y="483"/>
                </a:lnTo>
                <a:lnTo>
                  <a:pt x="16882" y="204"/>
                </a:lnTo>
                <a:lnTo>
                  <a:pt x="18070" y="62"/>
                </a:lnTo>
                <a:lnTo>
                  <a:pt x="19558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8490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7" name="contour_12135"/>
          <p:cNvSpPr/>
          <p:nvPr/>
        </p:nvSpPr>
        <p:spPr>
          <a:xfrm>
            <a:off x="8223941" y="3243156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2731" y="2743"/>
                </a:lnTo>
                <a:lnTo>
                  <a:pt x="3065" y="5524"/>
                </a:lnTo>
                <a:lnTo>
                  <a:pt x="3926" y="8143"/>
                </a:lnTo>
                <a:lnTo>
                  <a:pt x="4800" y="10800"/>
                </a:lnTo>
                <a:lnTo>
                  <a:pt x="6468" y="10741"/>
                </a:lnTo>
                <a:lnTo>
                  <a:pt x="7723" y="10643"/>
                </a:lnTo>
                <a:lnTo>
                  <a:pt x="8801" y="10454"/>
                </a:lnTo>
                <a:lnTo>
                  <a:pt x="9938" y="10120"/>
                </a:lnTo>
                <a:lnTo>
                  <a:pt x="11376" y="9574"/>
                </a:lnTo>
                <a:lnTo>
                  <a:pt x="13349" y="8775"/>
                </a:lnTo>
                <a:lnTo>
                  <a:pt x="14890" y="8176"/>
                </a:lnTo>
                <a:lnTo>
                  <a:pt x="16440" y="7571"/>
                </a:lnTo>
                <a:lnTo>
                  <a:pt x="18010" y="6961"/>
                </a:lnTo>
                <a:lnTo>
                  <a:pt x="19195" y="6448"/>
                </a:lnTo>
                <a:lnTo>
                  <a:pt x="20390" y="5924"/>
                </a:lnTo>
                <a:lnTo>
                  <a:pt x="21600" y="5400"/>
                </a:lnTo>
                <a:lnTo>
                  <a:pt x="20784" y="10427"/>
                </a:lnTo>
                <a:lnTo>
                  <a:pt x="20153" y="13927"/>
                </a:lnTo>
                <a:lnTo>
                  <a:pt x="19572" y="16340"/>
                </a:lnTo>
                <a:lnTo>
                  <a:pt x="18910" y="18128"/>
                </a:lnTo>
                <a:lnTo>
                  <a:pt x="18029" y="19732"/>
                </a:lnTo>
                <a:lnTo>
                  <a:pt x="16800" y="21600"/>
                </a:lnTo>
                <a:lnTo>
                  <a:pt x="15084" y="21481"/>
                </a:lnTo>
                <a:lnTo>
                  <a:pt x="13382" y="21238"/>
                </a:lnTo>
                <a:lnTo>
                  <a:pt x="11695" y="20882"/>
                </a:lnTo>
                <a:lnTo>
                  <a:pt x="10018" y="20428"/>
                </a:lnTo>
                <a:lnTo>
                  <a:pt x="8345" y="19883"/>
                </a:lnTo>
                <a:lnTo>
                  <a:pt x="6679" y="19256"/>
                </a:lnTo>
                <a:lnTo>
                  <a:pt x="5014" y="18565"/>
                </a:lnTo>
                <a:lnTo>
                  <a:pt x="3346" y="17820"/>
                </a:lnTo>
                <a:lnTo>
                  <a:pt x="1675" y="17026"/>
                </a:lnTo>
                <a:lnTo>
                  <a:pt x="0" y="16200"/>
                </a:lnTo>
                <a:lnTo>
                  <a:pt x="475" y="12992"/>
                </a:lnTo>
                <a:lnTo>
                  <a:pt x="953" y="9774"/>
                </a:lnTo>
                <a:lnTo>
                  <a:pt x="1430" y="6545"/>
                </a:lnTo>
                <a:lnTo>
                  <a:pt x="1913" y="3289"/>
                </a:lnTo>
                <a:lnTo>
                  <a:pt x="2400" y="0"/>
                </a:lnTo>
                <a:close/>
              </a:path>
            </a:pathLst>
          </a:custGeom>
          <a:solidFill>
            <a:srgbClr val="A4B5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8" name="contour_12136"/>
          <p:cNvSpPr/>
          <p:nvPr/>
        </p:nvSpPr>
        <p:spPr>
          <a:xfrm>
            <a:off x="4332154" y="325044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06" y="920"/>
                </a:lnTo>
                <a:lnTo>
                  <a:pt x="10038" y="1858"/>
                </a:lnTo>
                <a:lnTo>
                  <a:pt x="11963" y="2812"/>
                </a:lnTo>
                <a:lnTo>
                  <a:pt x="13886" y="3780"/>
                </a:lnTo>
                <a:lnTo>
                  <a:pt x="14524" y="4091"/>
                </a:lnTo>
                <a:lnTo>
                  <a:pt x="15648" y="4644"/>
                </a:lnTo>
                <a:lnTo>
                  <a:pt x="18224" y="5905"/>
                </a:lnTo>
                <a:lnTo>
                  <a:pt x="19900" y="726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9462" y="17708"/>
                </a:lnTo>
                <a:lnTo>
                  <a:pt x="17320" y="18135"/>
                </a:lnTo>
                <a:lnTo>
                  <a:pt x="15179" y="18563"/>
                </a:lnTo>
                <a:lnTo>
                  <a:pt x="13034" y="18995"/>
                </a:lnTo>
                <a:lnTo>
                  <a:pt x="10880" y="19423"/>
                </a:lnTo>
                <a:lnTo>
                  <a:pt x="8723" y="19855"/>
                </a:lnTo>
                <a:lnTo>
                  <a:pt x="6557" y="20287"/>
                </a:lnTo>
                <a:lnTo>
                  <a:pt x="4382" y="20723"/>
                </a:lnTo>
                <a:lnTo>
                  <a:pt x="2197" y="21159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040" y="12960"/>
                </a:lnTo>
                <a:lnTo>
                  <a:pt x="4092" y="12960"/>
                </a:lnTo>
                <a:lnTo>
                  <a:pt x="6171" y="12960"/>
                </a:lnTo>
                <a:lnTo>
                  <a:pt x="6171" y="10394"/>
                </a:lnTo>
                <a:lnTo>
                  <a:pt x="6171" y="7819"/>
                </a:lnTo>
                <a:lnTo>
                  <a:pt x="6171" y="5236"/>
                </a:lnTo>
                <a:lnTo>
                  <a:pt x="6171" y="2631"/>
                </a:lnTo>
                <a:lnTo>
                  <a:pt x="6171" y="0"/>
                </a:lnTo>
                <a:close/>
              </a:path>
            </a:pathLst>
          </a:custGeom>
          <a:solidFill>
            <a:srgbClr val="3E4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39" name="contour_12137"/>
          <p:cNvSpPr/>
          <p:nvPr/>
        </p:nvSpPr>
        <p:spPr>
          <a:xfrm>
            <a:off x="10337459" y="3241320"/>
            <a:ext cx="58304" cy="308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285"/>
                </a:moveTo>
                <a:lnTo>
                  <a:pt x="4887" y="561"/>
                </a:lnTo>
                <a:lnTo>
                  <a:pt x="6483" y="148"/>
                </a:lnTo>
                <a:lnTo>
                  <a:pt x="7943" y="0"/>
                </a:lnTo>
                <a:lnTo>
                  <a:pt x="9736" y="76"/>
                </a:lnTo>
                <a:lnTo>
                  <a:pt x="12317" y="326"/>
                </a:lnTo>
                <a:lnTo>
                  <a:pt x="14051" y="469"/>
                </a:lnTo>
                <a:lnTo>
                  <a:pt x="15795" y="607"/>
                </a:lnTo>
                <a:lnTo>
                  <a:pt x="17561" y="750"/>
                </a:lnTo>
                <a:lnTo>
                  <a:pt x="18895" y="923"/>
                </a:lnTo>
                <a:lnTo>
                  <a:pt x="20239" y="1101"/>
                </a:lnTo>
                <a:lnTo>
                  <a:pt x="21600" y="1285"/>
                </a:lnTo>
                <a:lnTo>
                  <a:pt x="21128" y="4961"/>
                </a:lnTo>
                <a:lnTo>
                  <a:pt x="20749" y="7598"/>
                </a:lnTo>
                <a:lnTo>
                  <a:pt x="20339" y="9923"/>
                </a:lnTo>
                <a:lnTo>
                  <a:pt x="19767" y="12671"/>
                </a:lnTo>
                <a:lnTo>
                  <a:pt x="18900" y="16582"/>
                </a:lnTo>
                <a:lnTo>
                  <a:pt x="17094" y="18209"/>
                </a:lnTo>
                <a:lnTo>
                  <a:pt x="15806" y="19152"/>
                </a:lnTo>
                <a:lnTo>
                  <a:pt x="14421" y="19764"/>
                </a:lnTo>
                <a:lnTo>
                  <a:pt x="12317" y="20407"/>
                </a:lnTo>
                <a:lnTo>
                  <a:pt x="11440" y="20703"/>
                </a:lnTo>
                <a:lnTo>
                  <a:pt x="8786" y="21600"/>
                </a:lnTo>
                <a:lnTo>
                  <a:pt x="6739" y="21462"/>
                </a:lnTo>
                <a:lnTo>
                  <a:pt x="4987" y="20927"/>
                </a:lnTo>
                <a:lnTo>
                  <a:pt x="3378" y="19953"/>
                </a:lnTo>
                <a:lnTo>
                  <a:pt x="1766" y="18515"/>
                </a:lnTo>
                <a:lnTo>
                  <a:pt x="0" y="16582"/>
                </a:lnTo>
                <a:lnTo>
                  <a:pt x="381" y="12819"/>
                </a:lnTo>
                <a:lnTo>
                  <a:pt x="710" y="10142"/>
                </a:lnTo>
                <a:lnTo>
                  <a:pt x="1120" y="7817"/>
                </a:lnTo>
                <a:lnTo>
                  <a:pt x="1741" y="5109"/>
                </a:lnTo>
                <a:lnTo>
                  <a:pt x="2700" y="1285"/>
                </a:lnTo>
                <a:close/>
              </a:path>
            </a:pathLst>
          </a:custGeom>
          <a:solidFill>
            <a:srgbClr val="C0D7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0" name="contour_12138"/>
          <p:cNvSpPr/>
          <p:nvPr/>
        </p:nvSpPr>
        <p:spPr>
          <a:xfrm>
            <a:off x="5410776" y="3241837"/>
            <a:ext cx="94744" cy="304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5"/>
                </a:moveTo>
                <a:lnTo>
                  <a:pt x="1141" y="811"/>
                </a:lnTo>
                <a:lnTo>
                  <a:pt x="2285" y="703"/>
                </a:lnTo>
                <a:lnTo>
                  <a:pt x="3426" y="604"/>
                </a:lnTo>
                <a:lnTo>
                  <a:pt x="4569" y="517"/>
                </a:lnTo>
                <a:lnTo>
                  <a:pt x="5711" y="434"/>
                </a:lnTo>
                <a:lnTo>
                  <a:pt x="6854" y="362"/>
                </a:lnTo>
                <a:lnTo>
                  <a:pt x="7995" y="289"/>
                </a:lnTo>
                <a:lnTo>
                  <a:pt x="8562" y="227"/>
                </a:lnTo>
                <a:lnTo>
                  <a:pt x="10272" y="26"/>
                </a:lnTo>
                <a:lnTo>
                  <a:pt x="11543" y="0"/>
                </a:lnTo>
                <a:lnTo>
                  <a:pt x="12731" y="72"/>
                </a:lnTo>
                <a:lnTo>
                  <a:pt x="13849" y="274"/>
                </a:lnTo>
                <a:lnTo>
                  <a:pt x="14906" y="646"/>
                </a:lnTo>
                <a:lnTo>
                  <a:pt x="15916" y="1224"/>
                </a:lnTo>
                <a:lnTo>
                  <a:pt x="16888" y="2056"/>
                </a:lnTo>
                <a:lnTo>
                  <a:pt x="17835" y="3172"/>
                </a:lnTo>
                <a:lnTo>
                  <a:pt x="18769" y="4613"/>
                </a:lnTo>
                <a:lnTo>
                  <a:pt x="19699" y="6416"/>
                </a:lnTo>
                <a:lnTo>
                  <a:pt x="20640" y="8622"/>
                </a:lnTo>
                <a:lnTo>
                  <a:pt x="21600" y="11268"/>
                </a:lnTo>
                <a:lnTo>
                  <a:pt x="21600" y="14682"/>
                </a:lnTo>
                <a:lnTo>
                  <a:pt x="21600" y="18118"/>
                </a:lnTo>
                <a:lnTo>
                  <a:pt x="21600" y="21600"/>
                </a:lnTo>
                <a:lnTo>
                  <a:pt x="20503" y="21600"/>
                </a:lnTo>
                <a:lnTo>
                  <a:pt x="19405" y="21600"/>
                </a:lnTo>
                <a:lnTo>
                  <a:pt x="18302" y="21600"/>
                </a:lnTo>
                <a:lnTo>
                  <a:pt x="17194" y="21600"/>
                </a:lnTo>
                <a:lnTo>
                  <a:pt x="16079" y="21600"/>
                </a:lnTo>
                <a:lnTo>
                  <a:pt x="14954" y="21600"/>
                </a:lnTo>
                <a:lnTo>
                  <a:pt x="14954" y="18531"/>
                </a:lnTo>
                <a:lnTo>
                  <a:pt x="14954" y="15452"/>
                </a:lnTo>
                <a:lnTo>
                  <a:pt x="14954" y="12363"/>
                </a:lnTo>
                <a:lnTo>
                  <a:pt x="14954" y="9248"/>
                </a:lnTo>
                <a:lnTo>
                  <a:pt x="14954" y="6101"/>
                </a:lnTo>
                <a:lnTo>
                  <a:pt x="13816" y="6101"/>
                </a:lnTo>
                <a:lnTo>
                  <a:pt x="12676" y="6101"/>
                </a:lnTo>
                <a:lnTo>
                  <a:pt x="11536" y="6101"/>
                </a:lnTo>
                <a:lnTo>
                  <a:pt x="10395" y="6101"/>
                </a:lnTo>
                <a:lnTo>
                  <a:pt x="9251" y="6101"/>
                </a:lnTo>
                <a:lnTo>
                  <a:pt x="8107" y="6101"/>
                </a:lnTo>
                <a:lnTo>
                  <a:pt x="6959" y="6101"/>
                </a:lnTo>
                <a:lnTo>
                  <a:pt x="5809" y="6101"/>
                </a:lnTo>
                <a:lnTo>
                  <a:pt x="4656" y="6101"/>
                </a:lnTo>
                <a:lnTo>
                  <a:pt x="3498" y="6101"/>
                </a:lnTo>
                <a:lnTo>
                  <a:pt x="2336" y="6101"/>
                </a:lnTo>
                <a:lnTo>
                  <a:pt x="1171" y="6101"/>
                </a:lnTo>
                <a:lnTo>
                  <a:pt x="0" y="6101"/>
                </a:lnTo>
                <a:lnTo>
                  <a:pt x="0" y="3539"/>
                </a:lnTo>
                <a:lnTo>
                  <a:pt x="0" y="935"/>
                </a:lnTo>
                <a:close/>
              </a:path>
            </a:pathLst>
          </a:custGeom>
          <a:solidFill>
            <a:srgbClr val="BFE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1" name="contour_12139"/>
          <p:cNvSpPr/>
          <p:nvPr/>
        </p:nvSpPr>
        <p:spPr>
          <a:xfrm>
            <a:off x="2420572" y="3228580"/>
            <a:ext cx="458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2" y="0"/>
                </a:moveTo>
                <a:lnTo>
                  <a:pt x="1569" y="2037"/>
                </a:lnTo>
                <a:lnTo>
                  <a:pt x="2135" y="4076"/>
                </a:lnTo>
                <a:lnTo>
                  <a:pt x="2705" y="6125"/>
                </a:lnTo>
                <a:lnTo>
                  <a:pt x="3278" y="8183"/>
                </a:lnTo>
                <a:lnTo>
                  <a:pt x="3855" y="10254"/>
                </a:lnTo>
                <a:lnTo>
                  <a:pt x="4435" y="12343"/>
                </a:lnTo>
                <a:lnTo>
                  <a:pt x="6560" y="11578"/>
                </a:lnTo>
                <a:lnTo>
                  <a:pt x="8685" y="10815"/>
                </a:lnTo>
                <a:lnTo>
                  <a:pt x="10817" y="10047"/>
                </a:lnTo>
                <a:lnTo>
                  <a:pt x="12952" y="9279"/>
                </a:lnTo>
                <a:lnTo>
                  <a:pt x="15098" y="8510"/>
                </a:lnTo>
                <a:lnTo>
                  <a:pt x="17254" y="7736"/>
                </a:lnTo>
                <a:lnTo>
                  <a:pt x="19420" y="6955"/>
                </a:lnTo>
                <a:lnTo>
                  <a:pt x="21600" y="6171"/>
                </a:lnTo>
                <a:lnTo>
                  <a:pt x="21174" y="8081"/>
                </a:lnTo>
                <a:lnTo>
                  <a:pt x="20749" y="9992"/>
                </a:lnTo>
                <a:lnTo>
                  <a:pt x="20323" y="11908"/>
                </a:lnTo>
                <a:lnTo>
                  <a:pt x="19897" y="13827"/>
                </a:lnTo>
                <a:lnTo>
                  <a:pt x="19468" y="15756"/>
                </a:lnTo>
                <a:lnTo>
                  <a:pt x="19036" y="17693"/>
                </a:lnTo>
                <a:lnTo>
                  <a:pt x="18603" y="19641"/>
                </a:lnTo>
                <a:lnTo>
                  <a:pt x="18167" y="21600"/>
                </a:lnTo>
                <a:lnTo>
                  <a:pt x="14164" y="21415"/>
                </a:lnTo>
                <a:lnTo>
                  <a:pt x="11095" y="21245"/>
                </a:lnTo>
                <a:lnTo>
                  <a:pt x="8757" y="21057"/>
                </a:lnTo>
                <a:lnTo>
                  <a:pt x="6952" y="20807"/>
                </a:lnTo>
                <a:lnTo>
                  <a:pt x="5472" y="20464"/>
                </a:lnTo>
                <a:lnTo>
                  <a:pt x="4123" y="19992"/>
                </a:lnTo>
                <a:lnTo>
                  <a:pt x="2698" y="19354"/>
                </a:lnTo>
                <a:lnTo>
                  <a:pt x="1002" y="18514"/>
                </a:lnTo>
                <a:lnTo>
                  <a:pt x="532" y="16431"/>
                </a:lnTo>
                <a:lnTo>
                  <a:pt x="220" y="14373"/>
                </a:lnTo>
                <a:lnTo>
                  <a:pt x="48" y="12331"/>
                </a:lnTo>
                <a:lnTo>
                  <a:pt x="0" y="10300"/>
                </a:lnTo>
                <a:lnTo>
                  <a:pt x="55" y="8270"/>
                </a:lnTo>
                <a:lnTo>
                  <a:pt x="199" y="6230"/>
                </a:lnTo>
                <a:lnTo>
                  <a:pt x="419" y="4178"/>
                </a:lnTo>
                <a:lnTo>
                  <a:pt x="690" y="2104"/>
                </a:lnTo>
                <a:lnTo>
                  <a:pt x="1002" y="0"/>
                </a:lnTo>
                <a:close/>
              </a:path>
            </a:pathLst>
          </a:custGeom>
          <a:solidFill>
            <a:srgbClr val="9B9B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2" name="contour_12140"/>
          <p:cNvSpPr/>
          <p:nvPr/>
        </p:nvSpPr>
        <p:spPr>
          <a:xfrm>
            <a:off x="10569035" y="3228580"/>
            <a:ext cx="599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1" y="0"/>
                </a:moveTo>
                <a:lnTo>
                  <a:pt x="2327" y="0"/>
                </a:lnTo>
                <a:lnTo>
                  <a:pt x="4073" y="0"/>
                </a:lnTo>
                <a:lnTo>
                  <a:pt x="5843" y="0"/>
                </a:lnTo>
                <a:lnTo>
                  <a:pt x="5843" y="2380"/>
                </a:lnTo>
                <a:lnTo>
                  <a:pt x="5843" y="4774"/>
                </a:lnTo>
                <a:lnTo>
                  <a:pt x="5843" y="7200"/>
                </a:lnTo>
                <a:lnTo>
                  <a:pt x="6636" y="7380"/>
                </a:lnTo>
                <a:lnTo>
                  <a:pt x="7364" y="7549"/>
                </a:lnTo>
                <a:lnTo>
                  <a:pt x="8159" y="7729"/>
                </a:lnTo>
                <a:lnTo>
                  <a:pt x="9152" y="7956"/>
                </a:lnTo>
                <a:lnTo>
                  <a:pt x="10470" y="8258"/>
                </a:lnTo>
                <a:lnTo>
                  <a:pt x="12246" y="8662"/>
                </a:lnTo>
                <a:lnTo>
                  <a:pt x="14604" y="9202"/>
                </a:lnTo>
                <a:lnTo>
                  <a:pt x="17679" y="9904"/>
                </a:lnTo>
                <a:lnTo>
                  <a:pt x="21600" y="10800"/>
                </a:lnTo>
                <a:lnTo>
                  <a:pt x="21106" y="13478"/>
                </a:lnTo>
                <a:lnTo>
                  <a:pt x="20723" y="15379"/>
                </a:lnTo>
                <a:lnTo>
                  <a:pt x="20324" y="17021"/>
                </a:lnTo>
                <a:lnTo>
                  <a:pt x="19783" y="18922"/>
                </a:lnTo>
                <a:lnTo>
                  <a:pt x="18974" y="21600"/>
                </a:lnTo>
                <a:lnTo>
                  <a:pt x="17238" y="21600"/>
                </a:lnTo>
                <a:lnTo>
                  <a:pt x="15492" y="21600"/>
                </a:lnTo>
                <a:lnTo>
                  <a:pt x="13722" y="21600"/>
                </a:lnTo>
                <a:lnTo>
                  <a:pt x="13722" y="19220"/>
                </a:lnTo>
                <a:lnTo>
                  <a:pt x="13722" y="16826"/>
                </a:lnTo>
                <a:lnTo>
                  <a:pt x="13722" y="14400"/>
                </a:lnTo>
                <a:lnTo>
                  <a:pt x="12004" y="13748"/>
                </a:lnTo>
                <a:lnTo>
                  <a:pt x="10746" y="13370"/>
                </a:lnTo>
                <a:lnTo>
                  <a:pt x="9336" y="13108"/>
                </a:lnTo>
                <a:lnTo>
                  <a:pt x="7156" y="12823"/>
                </a:lnTo>
                <a:lnTo>
                  <a:pt x="5005" y="12366"/>
                </a:lnTo>
                <a:lnTo>
                  <a:pt x="3603" y="12002"/>
                </a:lnTo>
                <a:lnTo>
                  <a:pt x="2337" y="11545"/>
                </a:lnTo>
                <a:lnTo>
                  <a:pt x="591" y="10800"/>
                </a:lnTo>
                <a:lnTo>
                  <a:pt x="197" y="8014"/>
                </a:lnTo>
                <a:lnTo>
                  <a:pt x="0" y="6059"/>
                </a:lnTo>
                <a:lnTo>
                  <a:pt x="0" y="4417"/>
                </a:lnTo>
                <a:lnTo>
                  <a:pt x="197" y="2570"/>
                </a:lnTo>
                <a:lnTo>
                  <a:pt x="591" y="0"/>
                </a:lnTo>
                <a:close/>
              </a:path>
            </a:pathLst>
          </a:custGeom>
          <a:solidFill>
            <a:srgbClr val="4F56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3" name="contour_12141"/>
          <p:cNvSpPr/>
          <p:nvPr/>
        </p:nvSpPr>
        <p:spPr>
          <a:xfrm>
            <a:off x="6875663" y="3236889"/>
            <a:ext cx="80168" cy="208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95"/>
                </a:moveTo>
                <a:lnTo>
                  <a:pt x="21600" y="11487"/>
                </a:lnTo>
                <a:lnTo>
                  <a:pt x="21600" y="16510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0" y="17854"/>
                </a:lnTo>
                <a:lnTo>
                  <a:pt x="0" y="14048"/>
                </a:lnTo>
                <a:lnTo>
                  <a:pt x="1345" y="11948"/>
                </a:lnTo>
                <a:lnTo>
                  <a:pt x="2690" y="9916"/>
                </a:lnTo>
                <a:lnTo>
                  <a:pt x="4037" y="7990"/>
                </a:lnTo>
                <a:lnTo>
                  <a:pt x="5382" y="6201"/>
                </a:lnTo>
                <a:lnTo>
                  <a:pt x="6727" y="4569"/>
                </a:lnTo>
                <a:lnTo>
                  <a:pt x="8073" y="3142"/>
                </a:lnTo>
                <a:lnTo>
                  <a:pt x="9420" y="1933"/>
                </a:lnTo>
                <a:lnTo>
                  <a:pt x="10767" y="989"/>
                </a:lnTo>
                <a:lnTo>
                  <a:pt x="12114" y="332"/>
                </a:lnTo>
                <a:lnTo>
                  <a:pt x="13465" y="0"/>
                </a:lnTo>
                <a:lnTo>
                  <a:pt x="14816" y="15"/>
                </a:lnTo>
                <a:lnTo>
                  <a:pt x="16169" y="423"/>
                </a:lnTo>
                <a:lnTo>
                  <a:pt x="17522" y="1239"/>
                </a:lnTo>
                <a:lnTo>
                  <a:pt x="18878" y="2500"/>
                </a:lnTo>
                <a:lnTo>
                  <a:pt x="20239" y="4244"/>
                </a:lnTo>
                <a:lnTo>
                  <a:pt x="21600" y="6495"/>
                </a:lnTo>
                <a:close/>
              </a:path>
            </a:pathLst>
          </a:custGeom>
          <a:solidFill>
            <a:srgbClr val="B2C7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4" name="contour_12142"/>
          <p:cNvSpPr/>
          <p:nvPr/>
        </p:nvSpPr>
        <p:spPr>
          <a:xfrm>
            <a:off x="8158349" y="3221292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302" y="2038"/>
                </a:lnTo>
                <a:lnTo>
                  <a:pt x="17175" y="4075"/>
                </a:lnTo>
                <a:lnTo>
                  <a:pt x="18051" y="6120"/>
                </a:lnTo>
                <a:lnTo>
                  <a:pt x="18931" y="8172"/>
                </a:lnTo>
                <a:lnTo>
                  <a:pt x="19816" y="10235"/>
                </a:lnTo>
                <a:lnTo>
                  <a:pt x="20705" y="12308"/>
                </a:lnTo>
                <a:lnTo>
                  <a:pt x="21600" y="14400"/>
                </a:lnTo>
                <a:lnTo>
                  <a:pt x="19767" y="14400"/>
                </a:lnTo>
                <a:lnTo>
                  <a:pt x="17928" y="14400"/>
                </a:lnTo>
                <a:lnTo>
                  <a:pt x="16083" y="14400"/>
                </a:lnTo>
                <a:lnTo>
                  <a:pt x="14222" y="14400"/>
                </a:lnTo>
                <a:lnTo>
                  <a:pt x="12343" y="14400"/>
                </a:lnTo>
                <a:lnTo>
                  <a:pt x="12343" y="16780"/>
                </a:lnTo>
                <a:lnTo>
                  <a:pt x="12343" y="19174"/>
                </a:lnTo>
                <a:lnTo>
                  <a:pt x="12343" y="21600"/>
                </a:lnTo>
                <a:lnTo>
                  <a:pt x="10306" y="21006"/>
                </a:lnTo>
                <a:lnTo>
                  <a:pt x="8267" y="20412"/>
                </a:lnTo>
                <a:lnTo>
                  <a:pt x="6218" y="19814"/>
                </a:lnTo>
                <a:lnTo>
                  <a:pt x="4160" y="19213"/>
                </a:lnTo>
                <a:lnTo>
                  <a:pt x="2089" y="18608"/>
                </a:lnTo>
                <a:lnTo>
                  <a:pt x="0" y="18000"/>
                </a:lnTo>
                <a:lnTo>
                  <a:pt x="395" y="15322"/>
                </a:lnTo>
                <a:lnTo>
                  <a:pt x="753" y="13421"/>
                </a:lnTo>
                <a:lnTo>
                  <a:pt x="1222" y="11779"/>
                </a:lnTo>
                <a:lnTo>
                  <a:pt x="1950" y="9878"/>
                </a:lnTo>
                <a:lnTo>
                  <a:pt x="3086" y="7200"/>
                </a:lnTo>
                <a:lnTo>
                  <a:pt x="5199" y="6797"/>
                </a:lnTo>
                <a:lnTo>
                  <a:pt x="7224" y="6617"/>
                </a:lnTo>
                <a:lnTo>
                  <a:pt x="9205" y="6613"/>
                </a:lnTo>
                <a:lnTo>
                  <a:pt x="11198" y="6739"/>
                </a:lnTo>
                <a:lnTo>
                  <a:pt x="13256" y="6952"/>
                </a:lnTo>
                <a:lnTo>
                  <a:pt x="15429" y="7200"/>
                </a:lnTo>
                <a:lnTo>
                  <a:pt x="15429" y="4820"/>
                </a:lnTo>
                <a:lnTo>
                  <a:pt x="15429" y="2426"/>
                </a:lnTo>
                <a:lnTo>
                  <a:pt x="15429" y="0"/>
                </a:lnTo>
                <a:close/>
              </a:path>
            </a:pathLst>
          </a:custGeom>
          <a:solidFill>
            <a:srgbClr val="9AA3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5" name="contour_12143"/>
          <p:cNvSpPr/>
          <p:nvPr/>
        </p:nvSpPr>
        <p:spPr>
          <a:xfrm>
            <a:off x="6744479" y="3241108"/>
            <a:ext cx="72880" cy="23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1850"/>
                </a:moveTo>
                <a:lnTo>
                  <a:pt x="3562" y="909"/>
                </a:lnTo>
                <a:lnTo>
                  <a:pt x="4959" y="329"/>
                </a:lnTo>
                <a:lnTo>
                  <a:pt x="6357" y="46"/>
                </a:lnTo>
                <a:lnTo>
                  <a:pt x="7757" y="0"/>
                </a:lnTo>
                <a:lnTo>
                  <a:pt x="9163" y="125"/>
                </a:lnTo>
                <a:lnTo>
                  <a:pt x="10580" y="349"/>
                </a:lnTo>
                <a:lnTo>
                  <a:pt x="12014" y="612"/>
                </a:lnTo>
                <a:lnTo>
                  <a:pt x="13394" y="751"/>
                </a:lnTo>
                <a:lnTo>
                  <a:pt x="14796" y="889"/>
                </a:lnTo>
                <a:lnTo>
                  <a:pt x="16157" y="1040"/>
                </a:lnTo>
                <a:lnTo>
                  <a:pt x="17518" y="1218"/>
                </a:lnTo>
                <a:lnTo>
                  <a:pt x="18878" y="1415"/>
                </a:lnTo>
                <a:lnTo>
                  <a:pt x="20239" y="1626"/>
                </a:lnTo>
                <a:lnTo>
                  <a:pt x="21600" y="1850"/>
                </a:lnTo>
                <a:lnTo>
                  <a:pt x="20310" y="4720"/>
                </a:lnTo>
                <a:lnTo>
                  <a:pt x="19075" y="7261"/>
                </a:lnTo>
                <a:lnTo>
                  <a:pt x="17868" y="9493"/>
                </a:lnTo>
                <a:lnTo>
                  <a:pt x="16677" y="11442"/>
                </a:lnTo>
                <a:lnTo>
                  <a:pt x="15481" y="13127"/>
                </a:lnTo>
                <a:lnTo>
                  <a:pt x="14260" y="14576"/>
                </a:lnTo>
                <a:lnTo>
                  <a:pt x="12997" y="15820"/>
                </a:lnTo>
                <a:lnTo>
                  <a:pt x="11675" y="16867"/>
                </a:lnTo>
                <a:lnTo>
                  <a:pt x="10273" y="17755"/>
                </a:lnTo>
                <a:lnTo>
                  <a:pt x="8772" y="18499"/>
                </a:lnTo>
                <a:lnTo>
                  <a:pt x="7154" y="19131"/>
                </a:lnTo>
                <a:lnTo>
                  <a:pt x="6556" y="19348"/>
                </a:lnTo>
                <a:lnTo>
                  <a:pt x="5499" y="19737"/>
                </a:lnTo>
                <a:lnTo>
                  <a:pt x="3080" y="20626"/>
                </a:lnTo>
                <a:lnTo>
                  <a:pt x="2063" y="20948"/>
                </a:lnTo>
                <a:lnTo>
                  <a:pt x="1039" y="21271"/>
                </a:lnTo>
                <a:lnTo>
                  <a:pt x="0" y="21600"/>
                </a:lnTo>
                <a:lnTo>
                  <a:pt x="240" y="16741"/>
                </a:lnTo>
                <a:lnTo>
                  <a:pt x="473" y="13285"/>
                </a:lnTo>
                <a:lnTo>
                  <a:pt x="801" y="10283"/>
                </a:lnTo>
                <a:lnTo>
                  <a:pt x="1328" y="6787"/>
                </a:lnTo>
                <a:lnTo>
                  <a:pt x="2160" y="1850"/>
                </a:lnTo>
                <a:close/>
              </a:path>
            </a:pathLst>
          </a:custGeom>
          <a:solidFill>
            <a:srgbClr val="C4D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6" name="contour_12144"/>
          <p:cNvSpPr/>
          <p:nvPr/>
        </p:nvSpPr>
        <p:spPr>
          <a:xfrm>
            <a:off x="10774738" y="3214004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0"/>
                </a:lnTo>
                <a:lnTo>
                  <a:pt x="13333" y="0"/>
                </a:lnTo>
                <a:lnTo>
                  <a:pt x="15382" y="0"/>
                </a:lnTo>
                <a:lnTo>
                  <a:pt x="17440" y="0"/>
                </a:lnTo>
                <a:lnTo>
                  <a:pt x="19511" y="0"/>
                </a:lnTo>
                <a:lnTo>
                  <a:pt x="21600" y="0"/>
                </a:lnTo>
                <a:lnTo>
                  <a:pt x="21600" y="1785"/>
                </a:lnTo>
                <a:lnTo>
                  <a:pt x="21600" y="3580"/>
                </a:lnTo>
                <a:lnTo>
                  <a:pt x="21600" y="5400"/>
                </a:lnTo>
                <a:lnTo>
                  <a:pt x="19708" y="6593"/>
                </a:lnTo>
                <a:lnTo>
                  <a:pt x="18317" y="7395"/>
                </a:lnTo>
                <a:lnTo>
                  <a:pt x="16734" y="8170"/>
                </a:lnTo>
                <a:lnTo>
                  <a:pt x="14271" y="9283"/>
                </a:lnTo>
                <a:lnTo>
                  <a:pt x="12260" y="10292"/>
                </a:lnTo>
                <a:lnTo>
                  <a:pt x="10439" y="11281"/>
                </a:lnTo>
                <a:lnTo>
                  <a:pt x="8785" y="12280"/>
                </a:lnTo>
                <a:lnTo>
                  <a:pt x="7273" y="13308"/>
                </a:lnTo>
                <a:lnTo>
                  <a:pt x="5888" y="14396"/>
                </a:lnTo>
                <a:lnTo>
                  <a:pt x="4601" y="15568"/>
                </a:lnTo>
                <a:lnTo>
                  <a:pt x="3388" y="16848"/>
                </a:lnTo>
                <a:lnTo>
                  <a:pt x="2234" y="18263"/>
                </a:lnTo>
                <a:lnTo>
                  <a:pt x="1111" y="19840"/>
                </a:lnTo>
                <a:lnTo>
                  <a:pt x="0" y="21600"/>
                </a:lnTo>
                <a:lnTo>
                  <a:pt x="339" y="19818"/>
                </a:lnTo>
                <a:lnTo>
                  <a:pt x="679" y="18033"/>
                </a:lnTo>
                <a:lnTo>
                  <a:pt x="1018" y="16249"/>
                </a:lnTo>
                <a:lnTo>
                  <a:pt x="1361" y="14459"/>
                </a:lnTo>
                <a:lnTo>
                  <a:pt x="1703" y="12663"/>
                </a:lnTo>
                <a:lnTo>
                  <a:pt x="2046" y="10859"/>
                </a:lnTo>
                <a:lnTo>
                  <a:pt x="2391" y="9050"/>
                </a:lnTo>
                <a:lnTo>
                  <a:pt x="2737" y="7231"/>
                </a:lnTo>
                <a:lnTo>
                  <a:pt x="3086" y="5400"/>
                </a:lnTo>
                <a:lnTo>
                  <a:pt x="5125" y="5400"/>
                </a:lnTo>
                <a:lnTo>
                  <a:pt x="7177" y="5400"/>
                </a:lnTo>
                <a:lnTo>
                  <a:pt x="9257" y="5400"/>
                </a:lnTo>
                <a:lnTo>
                  <a:pt x="9257" y="3615"/>
                </a:lnTo>
                <a:lnTo>
                  <a:pt x="9257" y="1820"/>
                </a:lnTo>
                <a:lnTo>
                  <a:pt x="9257" y="0"/>
                </a:lnTo>
                <a:close/>
              </a:path>
            </a:pathLst>
          </a:custGeom>
          <a:solidFill>
            <a:srgbClr val="BED5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7" name="contour_12145"/>
          <p:cNvSpPr/>
          <p:nvPr/>
        </p:nvSpPr>
        <p:spPr>
          <a:xfrm>
            <a:off x="11241170" y="3206716"/>
            <a:ext cx="58304" cy="314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5" y="351"/>
                </a:lnTo>
                <a:lnTo>
                  <a:pt x="3108" y="716"/>
                </a:lnTo>
                <a:lnTo>
                  <a:pt x="4660" y="1097"/>
                </a:lnTo>
                <a:lnTo>
                  <a:pt x="6213" y="1483"/>
                </a:lnTo>
                <a:lnTo>
                  <a:pt x="7762" y="1878"/>
                </a:lnTo>
                <a:lnTo>
                  <a:pt x="8405" y="2034"/>
                </a:lnTo>
                <a:lnTo>
                  <a:pt x="9536" y="2309"/>
                </a:lnTo>
                <a:lnTo>
                  <a:pt x="12128" y="2935"/>
                </a:lnTo>
                <a:lnTo>
                  <a:pt x="14221" y="4183"/>
                </a:lnTo>
                <a:lnTo>
                  <a:pt x="15960" y="5625"/>
                </a:lnTo>
                <a:lnTo>
                  <a:pt x="17458" y="7344"/>
                </a:lnTo>
                <a:lnTo>
                  <a:pt x="18822" y="9432"/>
                </a:lnTo>
                <a:lnTo>
                  <a:pt x="20166" y="11962"/>
                </a:lnTo>
                <a:lnTo>
                  <a:pt x="21600" y="15028"/>
                </a:lnTo>
                <a:lnTo>
                  <a:pt x="19896" y="17808"/>
                </a:lnTo>
                <a:lnTo>
                  <a:pt x="18314" y="19611"/>
                </a:lnTo>
                <a:lnTo>
                  <a:pt x="16735" y="20663"/>
                </a:lnTo>
                <a:lnTo>
                  <a:pt x="15034" y="21194"/>
                </a:lnTo>
                <a:lnTo>
                  <a:pt x="13095" y="21430"/>
                </a:lnTo>
                <a:lnTo>
                  <a:pt x="10800" y="21600"/>
                </a:lnTo>
                <a:lnTo>
                  <a:pt x="8618" y="21560"/>
                </a:lnTo>
                <a:lnTo>
                  <a:pt x="7106" y="21460"/>
                </a:lnTo>
                <a:lnTo>
                  <a:pt x="5875" y="21224"/>
                </a:lnTo>
                <a:lnTo>
                  <a:pt x="4536" y="20773"/>
                </a:lnTo>
                <a:lnTo>
                  <a:pt x="2700" y="20037"/>
                </a:lnTo>
                <a:lnTo>
                  <a:pt x="1679" y="16866"/>
                </a:lnTo>
                <a:lnTo>
                  <a:pt x="953" y="13705"/>
                </a:lnTo>
                <a:lnTo>
                  <a:pt x="475" y="10489"/>
                </a:lnTo>
                <a:lnTo>
                  <a:pt x="189" y="7173"/>
                </a:lnTo>
                <a:lnTo>
                  <a:pt x="49" y="3697"/>
                </a:lnTo>
                <a:lnTo>
                  <a:pt x="0" y="0"/>
                </a:lnTo>
                <a:close/>
              </a:path>
            </a:pathLst>
          </a:custGeom>
          <a:solidFill>
            <a:srgbClr val="C4D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8" name="contour_12146"/>
          <p:cNvSpPr/>
          <p:nvPr/>
        </p:nvSpPr>
        <p:spPr>
          <a:xfrm>
            <a:off x="10417627" y="3192140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20170" y="2092"/>
                </a:lnTo>
                <a:lnTo>
                  <a:pt x="20743" y="3539"/>
                </a:lnTo>
                <a:lnTo>
                  <a:pt x="21146" y="5015"/>
                </a:lnTo>
                <a:lnTo>
                  <a:pt x="21600" y="7200"/>
                </a:lnTo>
                <a:lnTo>
                  <a:pt x="20251" y="8240"/>
                </a:lnTo>
                <a:lnTo>
                  <a:pt x="18902" y="9277"/>
                </a:lnTo>
                <a:lnTo>
                  <a:pt x="17551" y="10310"/>
                </a:lnTo>
                <a:lnTo>
                  <a:pt x="16202" y="11344"/>
                </a:lnTo>
                <a:lnTo>
                  <a:pt x="14851" y="12377"/>
                </a:lnTo>
                <a:lnTo>
                  <a:pt x="13596" y="13338"/>
                </a:lnTo>
                <a:lnTo>
                  <a:pt x="12331" y="14303"/>
                </a:lnTo>
                <a:lnTo>
                  <a:pt x="11052" y="15286"/>
                </a:lnTo>
                <a:lnTo>
                  <a:pt x="9497" y="16348"/>
                </a:lnTo>
                <a:lnTo>
                  <a:pt x="7942" y="17345"/>
                </a:lnTo>
                <a:lnTo>
                  <a:pt x="6384" y="18284"/>
                </a:lnTo>
                <a:lnTo>
                  <a:pt x="4814" y="19174"/>
                </a:lnTo>
                <a:lnTo>
                  <a:pt x="3233" y="20020"/>
                </a:lnTo>
                <a:lnTo>
                  <a:pt x="1627" y="20826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586" y="14400"/>
                </a:lnTo>
                <a:lnTo>
                  <a:pt x="3182" y="14400"/>
                </a:lnTo>
                <a:lnTo>
                  <a:pt x="4800" y="14400"/>
                </a:lnTo>
                <a:lnTo>
                  <a:pt x="4800" y="12262"/>
                </a:lnTo>
                <a:lnTo>
                  <a:pt x="4800" y="10116"/>
                </a:lnTo>
                <a:lnTo>
                  <a:pt x="4800" y="7963"/>
                </a:lnTo>
                <a:lnTo>
                  <a:pt x="4800" y="5792"/>
                </a:lnTo>
                <a:lnTo>
                  <a:pt x="4800" y="3600"/>
                </a:lnTo>
                <a:lnTo>
                  <a:pt x="6206" y="3128"/>
                </a:lnTo>
                <a:lnTo>
                  <a:pt x="7615" y="2671"/>
                </a:lnTo>
                <a:lnTo>
                  <a:pt x="9026" y="2221"/>
                </a:lnTo>
                <a:lnTo>
                  <a:pt x="10438" y="1782"/>
                </a:lnTo>
                <a:lnTo>
                  <a:pt x="11851" y="1350"/>
                </a:lnTo>
                <a:lnTo>
                  <a:pt x="13162" y="932"/>
                </a:lnTo>
                <a:lnTo>
                  <a:pt x="14479" y="511"/>
                </a:lnTo>
                <a:lnTo>
                  <a:pt x="15816" y="83"/>
                </a:lnTo>
                <a:lnTo>
                  <a:pt x="17496" y="43"/>
                </a:lnTo>
                <a:lnTo>
                  <a:pt x="19200" y="0"/>
                </a:lnTo>
                <a:close/>
              </a:path>
            </a:pathLst>
          </a:custGeom>
          <a:solidFill>
            <a:srgbClr val="6972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49" name="contour_12147"/>
          <p:cNvSpPr/>
          <p:nvPr/>
        </p:nvSpPr>
        <p:spPr>
          <a:xfrm>
            <a:off x="9878315" y="3191091"/>
            <a:ext cx="51016" cy="520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435"/>
                </a:moveTo>
                <a:lnTo>
                  <a:pt x="5156" y="203"/>
                </a:lnTo>
                <a:lnTo>
                  <a:pt x="7211" y="63"/>
                </a:lnTo>
                <a:lnTo>
                  <a:pt x="9254" y="0"/>
                </a:lnTo>
                <a:lnTo>
                  <a:pt x="11294" y="0"/>
                </a:lnTo>
                <a:lnTo>
                  <a:pt x="13333" y="48"/>
                </a:lnTo>
                <a:lnTo>
                  <a:pt x="15379" y="130"/>
                </a:lnTo>
                <a:lnTo>
                  <a:pt x="17434" y="233"/>
                </a:lnTo>
                <a:lnTo>
                  <a:pt x="19505" y="339"/>
                </a:lnTo>
                <a:lnTo>
                  <a:pt x="21600" y="435"/>
                </a:lnTo>
                <a:lnTo>
                  <a:pt x="21600" y="2531"/>
                </a:lnTo>
                <a:lnTo>
                  <a:pt x="21600" y="4629"/>
                </a:lnTo>
                <a:lnTo>
                  <a:pt x="21600" y="6727"/>
                </a:lnTo>
                <a:lnTo>
                  <a:pt x="21600" y="8829"/>
                </a:lnTo>
                <a:lnTo>
                  <a:pt x="21600" y="10939"/>
                </a:lnTo>
                <a:lnTo>
                  <a:pt x="21600" y="13053"/>
                </a:lnTo>
                <a:lnTo>
                  <a:pt x="21600" y="15175"/>
                </a:lnTo>
                <a:lnTo>
                  <a:pt x="21600" y="17307"/>
                </a:lnTo>
                <a:lnTo>
                  <a:pt x="21600" y="19447"/>
                </a:lnTo>
                <a:lnTo>
                  <a:pt x="21600" y="21600"/>
                </a:lnTo>
                <a:lnTo>
                  <a:pt x="19563" y="18843"/>
                </a:lnTo>
                <a:lnTo>
                  <a:pt x="18033" y="16687"/>
                </a:lnTo>
                <a:lnTo>
                  <a:pt x="16934" y="14957"/>
                </a:lnTo>
                <a:lnTo>
                  <a:pt x="16200" y="13473"/>
                </a:lnTo>
                <a:lnTo>
                  <a:pt x="15753" y="12064"/>
                </a:lnTo>
                <a:lnTo>
                  <a:pt x="15524" y="10546"/>
                </a:lnTo>
                <a:lnTo>
                  <a:pt x="15441" y="8744"/>
                </a:lnTo>
                <a:lnTo>
                  <a:pt x="15429" y="6482"/>
                </a:lnTo>
                <a:lnTo>
                  <a:pt x="13247" y="6482"/>
                </a:lnTo>
                <a:lnTo>
                  <a:pt x="11062" y="6482"/>
                </a:lnTo>
                <a:lnTo>
                  <a:pt x="8871" y="6482"/>
                </a:lnTo>
                <a:lnTo>
                  <a:pt x="6671" y="6482"/>
                </a:lnTo>
                <a:lnTo>
                  <a:pt x="4462" y="6482"/>
                </a:lnTo>
                <a:lnTo>
                  <a:pt x="2240" y="6482"/>
                </a:lnTo>
                <a:lnTo>
                  <a:pt x="0" y="6482"/>
                </a:lnTo>
                <a:lnTo>
                  <a:pt x="765" y="4986"/>
                </a:lnTo>
                <a:lnTo>
                  <a:pt x="1531" y="3480"/>
                </a:lnTo>
                <a:lnTo>
                  <a:pt x="2305" y="1968"/>
                </a:lnTo>
                <a:lnTo>
                  <a:pt x="3086" y="435"/>
                </a:lnTo>
                <a:close/>
              </a:path>
            </a:pathLst>
          </a:custGeom>
          <a:solidFill>
            <a:srgbClr val="B0C7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0" name="contour_12148"/>
          <p:cNvSpPr/>
          <p:nvPr/>
        </p:nvSpPr>
        <p:spPr>
          <a:xfrm>
            <a:off x="7378534" y="3175924"/>
            <a:ext cx="36440" cy="32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092"/>
                </a:moveTo>
                <a:lnTo>
                  <a:pt x="7318" y="349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33"/>
                </a:lnTo>
                <a:lnTo>
                  <a:pt x="18468" y="626"/>
                </a:lnTo>
                <a:lnTo>
                  <a:pt x="21600" y="1092"/>
                </a:lnTo>
                <a:lnTo>
                  <a:pt x="21298" y="4529"/>
                </a:lnTo>
                <a:lnTo>
                  <a:pt x="20904" y="7854"/>
                </a:lnTo>
                <a:lnTo>
                  <a:pt x="20369" y="11096"/>
                </a:lnTo>
                <a:lnTo>
                  <a:pt x="19626" y="14271"/>
                </a:lnTo>
                <a:lnTo>
                  <a:pt x="18615" y="17396"/>
                </a:lnTo>
                <a:lnTo>
                  <a:pt x="17280" y="20508"/>
                </a:lnTo>
                <a:lnTo>
                  <a:pt x="14282" y="21251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67"/>
                </a:lnTo>
                <a:lnTo>
                  <a:pt x="3132" y="20974"/>
                </a:lnTo>
                <a:lnTo>
                  <a:pt x="0" y="20508"/>
                </a:lnTo>
                <a:lnTo>
                  <a:pt x="302" y="17071"/>
                </a:lnTo>
                <a:lnTo>
                  <a:pt x="696" y="13746"/>
                </a:lnTo>
                <a:lnTo>
                  <a:pt x="1231" y="10504"/>
                </a:lnTo>
                <a:lnTo>
                  <a:pt x="1974" y="7329"/>
                </a:lnTo>
                <a:lnTo>
                  <a:pt x="2985" y="4204"/>
                </a:lnTo>
                <a:lnTo>
                  <a:pt x="4320" y="1092"/>
                </a:lnTo>
                <a:close/>
              </a:path>
            </a:pathLst>
          </a:custGeom>
          <a:solidFill>
            <a:srgbClr val="3A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1" name="contour_12149"/>
          <p:cNvSpPr/>
          <p:nvPr/>
        </p:nvSpPr>
        <p:spPr>
          <a:xfrm>
            <a:off x="6678887" y="3155700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588" y="765"/>
                </a:lnTo>
                <a:lnTo>
                  <a:pt x="4781" y="1531"/>
                </a:lnTo>
                <a:lnTo>
                  <a:pt x="5983" y="2305"/>
                </a:lnTo>
                <a:lnTo>
                  <a:pt x="7200" y="3086"/>
                </a:lnTo>
                <a:lnTo>
                  <a:pt x="7445" y="5165"/>
                </a:lnTo>
                <a:lnTo>
                  <a:pt x="7541" y="7199"/>
                </a:lnTo>
                <a:lnTo>
                  <a:pt x="7529" y="9214"/>
                </a:lnTo>
                <a:lnTo>
                  <a:pt x="7445" y="11238"/>
                </a:lnTo>
                <a:lnTo>
                  <a:pt x="7322" y="13299"/>
                </a:lnTo>
                <a:lnTo>
                  <a:pt x="7200" y="15429"/>
                </a:lnTo>
                <a:lnTo>
                  <a:pt x="8784" y="15429"/>
                </a:lnTo>
                <a:lnTo>
                  <a:pt x="10370" y="15429"/>
                </a:lnTo>
                <a:lnTo>
                  <a:pt x="11957" y="15429"/>
                </a:lnTo>
                <a:lnTo>
                  <a:pt x="13548" y="15429"/>
                </a:lnTo>
                <a:lnTo>
                  <a:pt x="15144" y="15429"/>
                </a:lnTo>
                <a:lnTo>
                  <a:pt x="16747" y="15429"/>
                </a:lnTo>
                <a:lnTo>
                  <a:pt x="18355" y="15429"/>
                </a:lnTo>
                <a:lnTo>
                  <a:pt x="19973" y="15429"/>
                </a:lnTo>
                <a:lnTo>
                  <a:pt x="21600" y="15429"/>
                </a:lnTo>
                <a:lnTo>
                  <a:pt x="21600" y="16959"/>
                </a:lnTo>
                <a:lnTo>
                  <a:pt x="21600" y="18514"/>
                </a:lnTo>
                <a:lnTo>
                  <a:pt x="20832" y="18625"/>
                </a:lnTo>
                <a:lnTo>
                  <a:pt x="20129" y="18724"/>
                </a:lnTo>
                <a:lnTo>
                  <a:pt x="19438" y="18823"/>
                </a:lnTo>
                <a:lnTo>
                  <a:pt x="18694" y="18931"/>
                </a:lnTo>
                <a:lnTo>
                  <a:pt x="17842" y="19051"/>
                </a:lnTo>
                <a:lnTo>
                  <a:pt x="16819" y="19196"/>
                </a:lnTo>
                <a:lnTo>
                  <a:pt x="15571" y="19375"/>
                </a:lnTo>
                <a:lnTo>
                  <a:pt x="14035" y="19594"/>
                </a:lnTo>
                <a:lnTo>
                  <a:pt x="12156" y="19863"/>
                </a:lnTo>
                <a:lnTo>
                  <a:pt x="9871" y="20190"/>
                </a:lnTo>
                <a:lnTo>
                  <a:pt x="7123" y="20582"/>
                </a:lnTo>
                <a:lnTo>
                  <a:pt x="3852" y="21051"/>
                </a:lnTo>
                <a:lnTo>
                  <a:pt x="0" y="21600"/>
                </a:lnTo>
                <a:lnTo>
                  <a:pt x="238" y="19462"/>
                </a:lnTo>
                <a:lnTo>
                  <a:pt x="475" y="17320"/>
                </a:lnTo>
                <a:lnTo>
                  <a:pt x="713" y="15179"/>
                </a:lnTo>
                <a:lnTo>
                  <a:pt x="953" y="13034"/>
                </a:lnTo>
                <a:lnTo>
                  <a:pt x="1190" y="10880"/>
                </a:lnTo>
                <a:lnTo>
                  <a:pt x="1430" y="8723"/>
                </a:lnTo>
                <a:lnTo>
                  <a:pt x="1670" y="6557"/>
                </a:lnTo>
                <a:lnTo>
                  <a:pt x="1913" y="4382"/>
                </a:lnTo>
                <a:lnTo>
                  <a:pt x="2155" y="2197"/>
                </a:lnTo>
                <a:lnTo>
                  <a:pt x="2400" y="0"/>
                </a:lnTo>
                <a:close/>
              </a:path>
            </a:pathLst>
          </a:custGeom>
          <a:solidFill>
            <a:srgbClr val="9CAE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2" name="contour_12150"/>
          <p:cNvSpPr/>
          <p:nvPr/>
        </p:nvSpPr>
        <p:spPr>
          <a:xfrm>
            <a:off x="4492489" y="3168221"/>
            <a:ext cx="87456" cy="398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1115"/>
                </a:moveTo>
                <a:lnTo>
                  <a:pt x="6568" y="546"/>
                </a:lnTo>
                <a:lnTo>
                  <a:pt x="7733" y="198"/>
                </a:lnTo>
                <a:lnTo>
                  <a:pt x="8896" y="28"/>
                </a:lnTo>
                <a:lnTo>
                  <a:pt x="10062" y="0"/>
                </a:lnTo>
                <a:lnTo>
                  <a:pt x="11236" y="75"/>
                </a:lnTo>
                <a:lnTo>
                  <a:pt x="12416" y="214"/>
                </a:lnTo>
                <a:lnTo>
                  <a:pt x="13612" y="372"/>
                </a:lnTo>
                <a:lnTo>
                  <a:pt x="14762" y="455"/>
                </a:lnTo>
                <a:lnTo>
                  <a:pt x="15930" y="538"/>
                </a:lnTo>
                <a:lnTo>
                  <a:pt x="17064" y="629"/>
                </a:lnTo>
                <a:lnTo>
                  <a:pt x="18198" y="736"/>
                </a:lnTo>
                <a:lnTo>
                  <a:pt x="19332" y="854"/>
                </a:lnTo>
                <a:lnTo>
                  <a:pt x="20466" y="981"/>
                </a:lnTo>
                <a:lnTo>
                  <a:pt x="21600" y="1115"/>
                </a:lnTo>
                <a:lnTo>
                  <a:pt x="21600" y="3077"/>
                </a:lnTo>
                <a:lnTo>
                  <a:pt x="21600" y="5070"/>
                </a:lnTo>
                <a:lnTo>
                  <a:pt x="20579" y="4888"/>
                </a:lnTo>
                <a:lnTo>
                  <a:pt x="19553" y="4702"/>
                </a:lnTo>
                <a:lnTo>
                  <a:pt x="18513" y="4512"/>
                </a:lnTo>
                <a:lnTo>
                  <a:pt x="17233" y="4362"/>
                </a:lnTo>
                <a:lnTo>
                  <a:pt x="15970" y="4243"/>
                </a:lnTo>
                <a:lnTo>
                  <a:pt x="14717" y="4168"/>
                </a:lnTo>
                <a:lnTo>
                  <a:pt x="13469" y="4140"/>
                </a:lnTo>
                <a:lnTo>
                  <a:pt x="12227" y="4172"/>
                </a:lnTo>
                <a:lnTo>
                  <a:pt x="10982" y="4275"/>
                </a:lnTo>
                <a:lnTo>
                  <a:pt x="9733" y="4449"/>
                </a:lnTo>
                <a:lnTo>
                  <a:pt x="8473" y="4714"/>
                </a:lnTo>
                <a:lnTo>
                  <a:pt x="7200" y="5070"/>
                </a:lnTo>
                <a:lnTo>
                  <a:pt x="6502" y="7498"/>
                </a:lnTo>
                <a:lnTo>
                  <a:pt x="6070" y="9744"/>
                </a:lnTo>
                <a:lnTo>
                  <a:pt x="5830" y="12006"/>
                </a:lnTo>
                <a:lnTo>
                  <a:pt x="5717" y="14482"/>
                </a:lnTo>
                <a:lnTo>
                  <a:pt x="5654" y="17365"/>
                </a:lnTo>
                <a:lnTo>
                  <a:pt x="5528" y="19113"/>
                </a:lnTo>
                <a:lnTo>
                  <a:pt x="5400" y="20888"/>
                </a:lnTo>
                <a:lnTo>
                  <a:pt x="4007" y="21363"/>
                </a:lnTo>
                <a:lnTo>
                  <a:pt x="3029" y="21600"/>
                </a:lnTo>
                <a:lnTo>
                  <a:pt x="2209" y="21600"/>
                </a:lnTo>
                <a:lnTo>
                  <a:pt x="1285" y="21363"/>
                </a:lnTo>
                <a:lnTo>
                  <a:pt x="0" y="20888"/>
                </a:lnTo>
                <a:lnTo>
                  <a:pt x="0" y="18274"/>
                </a:lnTo>
                <a:lnTo>
                  <a:pt x="0" y="15644"/>
                </a:lnTo>
                <a:lnTo>
                  <a:pt x="0" y="12979"/>
                </a:lnTo>
                <a:lnTo>
                  <a:pt x="1190" y="12979"/>
                </a:lnTo>
                <a:lnTo>
                  <a:pt x="2387" y="12979"/>
                </a:lnTo>
                <a:lnTo>
                  <a:pt x="3600" y="12979"/>
                </a:lnTo>
                <a:lnTo>
                  <a:pt x="3690" y="12113"/>
                </a:lnTo>
                <a:lnTo>
                  <a:pt x="3848" y="10586"/>
                </a:lnTo>
                <a:lnTo>
                  <a:pt x="4212" y="7095"/>
                </a:lnTo>
                <a:lnTo>
                  <a:pt x="4604" y="5117"/>
                </a:lnTo>
                <a:lnTo>
                  <a:pt x="5000" y="3132"/>
                </a:lnTo>
                <a:lnTo>
                  <a:pt x="5400" y="1115"/>
                </a:lnTo>
                <a:close/>
              </a:path>
            </a:pathLst>
          </a:custGeom>
          <a:solidFill>
            <a:srgbClr val="5A5B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3" name="contour_12151"/>
          <p:cNvSpPr/>
          <p:nvPr/>
        </p:nvSpPr>
        <p:spPr>
          <a:xfrm>
            <a:off x="5359760" y="3155416"/>
            <a:ext cx="43728" cy="367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21" y="2443"/>
                </a:moveTo>
                <a:lnTo>
                  <a:pt x="15664" y="4449"/>
                </a:lnTo>
                <a:lnTo>
                  <a:pt x="17291" y="6430"/>
                </a:lnTo>
                <a:lnTo>
                  <a:pt x="18814" y="8466"/>
                </a:lnTo>
                <a:lnTo>
                  <a:pt x="20250" y="10639"/>
                </a:lnTo>
                <a:lnTo>
                  <a:pt x="21600" y="13027"/>
                </a:lnTo>
                <a:lnTo>
                  <a:pt x="21600" y="15860"/>
                </a:lnTo>
                <a:lnTo>
                  <a:pt x="21600" y="18711"/>
                </a:lnTo>
                <a:lnTo>
                  <a:pt x="21600" y="21600"/>
                </a:lnTo>
                <a:lnTo>
                  <a:pt x="19285" y="21291"/>
                </a:lnTo>
                <a:lnTo>
                  <a:pt x="16999" y="20948"/>
                </a:lnTo>
                <a:lnTo>
                  <a:pt x="14731" y="20558"/>
                </a:lnTo>
                <a:lnTo>
                  <a:pt x="12481" y="20100"/>
                </a:lnTo>
                <a:lnTo>
                  <a:pt x="10249" y="19564"/>
                </a:lnTo>
                <a:lnTo>
                  <a:pt x="8024" y="18929"/>
                </a:lnTo>
                <a:lnTo>
                  <a:pt x="5810" y="18188"/>
                </a:lnTo>
                <a:lnTo>
                  <a:pt x="3600" y="17313"/>
                </a:lnTo>
                <a:lnTo>
                  <a:pt x="2167" y="13996"/>
                </a:lnTo>
                <a:lnTo>
                  <a:pt x="1264" y="11668"/>
                </a:lnTo>
                <a:lnTo>
                  <a:pt x="716" y="9713"/>
                </a:lnTo>
                <a:lnTo>
                  <a:pt x="353" y="7514"/>
                </a:lnTo>
                <a:lnTo>
                  <a:pt x="0" y="4454"/>
                </a:lnTo>
                <a:lnTo>
                  <a:pt x="3812" y="2109"/>
                </a:lnTo>
                <a:lnTo>
                  <a:pt x="6509" y="643"/>
                </a:lnTo>
                <a:lnTo>
                  <a:pt x="8482" y="0"/>
                </a:lnTo>
                <a:lnTo>
                  <a:pt x="10120" y="120"/>
                </a:lnTo>
                <a:lnTo>
                  <a:pt x="11801" y="956"/>
                </a:lnTo>
                <a:lnTo>
                  <a:pt x="13921" y="2443"/>
                </a:lnTo>
                <a:close/>
              </a:path>
            </a:pathLst>
          </a:custGeom>
          <a:solidFill>
            <a:srgbClr val="C1D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4" name="contour_12152"/>
          <p:cNvSpPr/>
          <p:nvPr/>
        </p:nvSpPr>
        <p:spPr>
          <a:xfrm>
            <a:off x="4419610" y="3155700"/>
            <a:ext cx="3084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08" y="0"/>
                </a:moveTo>
                <a:lnTo>
                  <a:pt x="13582" y="0"/>
                </a:lnTo>
                <a:lnTo>
                  <a:pt x="16976" y="0"/>
                </a:lnTo>
                <a:lnTo>
                  <a:pt x="20416" y="0"/>
                </a:lnTo>
                <a:lnTo>
                  <a:pt x="20783" y="2089"/>
                </a:lnTo>
                <a:lnTo>
                  <a:pt x="21105" y="4156"/>
                </a:lnTo>
                <a:lnTo>
                  <a:pt x="21360" y="6212"/>
                </a:lnTo>
                <a:lnTo>
                  <a:pt x="21534" y="8254"/>
                </a:lnTo>
                <a:lnTo>
                  <a:pt x="21600" y="10294"/>
                </a:lnTo>
                <a:lnTo>
                  <a:pt x="21544" y="12334"/>
                </a:lnTo>
                <a:lnTo>
                  <a:pt x="21340" y="14379"/>
                </a:lnTo>
                <a:lnTo>
                  <a:pt x="20972" y="16438"/>
                </a:lnTo>
                <a:lnTo>
                  <a:pt x="20416" y="18514"/>
                </a:lnTo>
                <a:lnTo>
                  <a:pt x="17195" y="19690"/>
                </a:lnTo>
                <a:lnTo>
                  <a:pt x="13975" y="20520"/>
                </a:lnTo>
                <a:lnTo>
                  <a:pt x="10698" y="21066"/>
                </a:lnTo>
                <a:lnTo>
                  <a:pt x="7314" y="21387"/>
                </a:lnTo>
                <a:lnTo>
                  <a:pt x="3767" y="21548"/>
                </a:lnTo>
                <a:lnTo>
                  <a:pt x="0" y="21600"/>
                </a:lnTo>
                <a:lnTo>
                  <a:pt x="827" y="19539"/>
                </a:lnTo>
                <a:lnTo>
                  <a:pt x="1664" y="17481"/>
                </a:lnTo>
                <a:lnTo>
                  <a:pt x="2511" y="15422"/>
                </a:lnTo>
                <a:lnTo>
                  <a:pt x="3369" y="13364"/>
                </a:lnTo>
                <a:lnTo>
                  <a:pt x="4231" y="11312"/>
                </a:lnTo>
                <a:lnTo>
                  <a:pt x="5104" y="9257"/>
                </a:lnTo>
                <a:lnTo>
                  <a:pt x="5839" y="7474"/>
                </a:lnTo>
                <a:lnTo>
                  <a:pt x="6584" y="5678"/>
                </a:lnTo>
                <a:lnTo>
                  <a:pt x="7340" y="3857"/>
                </a:lnTo>
                <a:lnTo>
                  <a:pt x="8764" y="1944"/>
                </a:lnTo>
                <a:lnTo>
                  <a:pt x="10208" y="0"/>
                </a:lnTo>
                <a:close/>
              </a:path>
            </a:pathLst>
          </a:custGeom>
          <a:solidFill>
            <a:srgbClr val="C1B1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5" name="contour_12153"/>
          <p:cNvSpPr/>
          <p:nvPr/>
        </p:nvSpPr>
        <p:spPr>
          <a:xfrm>
            <a:off x="10694570" y="310468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5" y="0"/>
                </a:lnTo>
                <a:lnTo>
                  <a:pt x="7177" y="0"/>
                </a:lnTo>
                <a:lnTo>
                  <a:pt x="9257" y="0"/>
                </a:lnTo>
                <a:lnTo>
                  <a:pt x="9257" y="2380"/>
                </a:lnTo>
                <a:lnTo>
                  <a:pt x="9257" y="4774"/>
                </a:lnTo>
                <a:lnTo>
                  <a:pt x="9257" y="7200"/>
                </a:lnTo>
                <a:lnTo>
                  <a:pt x="11297" y="7200"/>
                </a:lnTo>
                <a:lnTo>
                  <a:pt x="13349" y="7200"/>
                </a:lnTo>
                <a:lnTo>
                  <a:pt x="15429" y="7200"/>
                </a:lnTo>
                <a:lnTo>
                  <a:pt x="15429" y="9580"/>
                </a:lnTo>
                <a:lnTo>
                  <a:pt x="15429" y="11974"/>
                </a:lnTo>
                <a:lnTo>
                  <a:pt x="15429" y="14400"/>
                </a:lnTo>
                <a:lnTo>
                  <a:pt x="17261" y="16790"/>
                </a:lnTo>
                <a:lnTo>
                  <a:pt x="18514" y="18338"/>
                </a:lnTo>
                <a:lnTo>
                  <a:pt x="19767" y="19717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171" y="19220"/>
                </a:lnTo>
                <a:lnTo>
                  <a:pt x="6171" y="16826"/>
                </a:lnTo>
                <a:lnTo>
                  <a:pt x="6171" y="14400"/>
                </a:lnTo>
                <a:lnTo>
                  <a:pt x="4132" y="14400"/>
                </a:lnTo>
                <a:lnTo>
                  <a:pt x="2080" y="14400"/>
                </a:lnTo>
                <a:lnTo>
                  <a:pt x="0" y="14400"/>
                </a:lnTo>
                <a:lnTo>
                  <a:pt x="364" y="11995"/>
                </a:lnTo>
                <a:lnTo>
                  <a:pt x="750" y="9594"/>
                </a:lnTo>
                <a:lnTo>
                  <a:pt x="1157" y="7200"/>
                </a:lnTo>
                <a:lnTo>
                  <a:pt x="1481" y="5191"/>
                </a:lnTo>
                <a:lnTo>
                  <a:pt x="1808" y="3150"/>
                </a:lnTo>
                <a:lnTo>
                  <a:pt x="2444" y="1588"/>
                </a:lnTo>
                <a:lnTo>
                  <a:pt x="3086" y="0"/>
                </a:lnTo>
                <a:close/>
              </a:path>
            </a:pathLst>
          </a:custGeom>
          <a:solidFill>
            <a:srgbClr val="C4D8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6" name="contour_12154"/>
          <p:cNvSpPr/>
          <p:nvPr/>
        </p:nvSpPr>
        <p:spPr>
          <a:xfrm>
            <a:off x="5292951" y="3082820"/>
            <a:ext cx="3068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7" y="0"/>
                </a:moveTo>
                <a:lnTo>
                  <a:pt x="5921" y="2486"/>
                </a:lnTo>
                <a:lnTo>
                  <a:pt x="10071" y="4543"/>
                </a:lnTo>
                <a:lnTo>
                  <a:pt x="13396" y="6240"/>
                </a:lnTo>
                <a:lnTo>
                  <a:pt x="15992" y="7646"/>
                </a:lnTo>
                <a:lnTo>
                  <a:pt x="17957" y="8825"/>
                </a:lnTo>
                <a:lnTo>
                  <a:pt x="19373" y="9847"/>
                </a:lnTo>
                <a:lnTo>
                  <a:pt x="20343" y="10776"/>
                </a:lnTo>
                <a:lnTo>
                  <a:pt x="20959" y="11683"/>
                </a:lnTo>
                <a:lnTo>
                  <a:pt x="21308" y="12634"/>
                </a:lnTo>
                <a:lnTo>
                  <a:pt x="21492" y="13694"/>
                </a:lnTo>
                <a:lnTo>
                  <a:pt x="21600" y="14935"/>
                </a:lnTo>
                <a:lnTo>
                  <a:pt x="20836" y="16243"/>
                </a:lnTo>
                <a:lnTo>
                  <a:pt x="20174" y="17244"/>
                </a:lnTo>
                <a:lnTo>
                  <a:pt x="19363" y="18257"/>
                </a:lnTo>
                <a:lnTo>
                  <a:pt x="18137" y="19603"/>
                </a:lnTo>
                <a:lnTo>
                  <a:pt x="16249" y="21600"/>
                </a:lnTo>
                <a:lnTo>
                  <a:pt x="13052" y="20467"/>
                </a:lnTo>
                <a:lnTo>
                  <a:pt x="10220" y="19409"/>
                </a:lnTo>
                <a:lnTo>
                  <a:pt x="7665" y="18348"/>
                </a:lnTo>
                <a:lnTo>
                  <a:pt x="5310" y="17208"/>
                </a:lnTo>
                <a:lnTo>
                  <a:pt x="3063" y="15919"/>
                </a:lnTo>
                <a:lnTo>
                  <a:pt x="857" y="14400"/>
                </a:lnTo>
                <a:lnTo>
                  <a:pt x="472" y="12787"/>
                </a:lnTo>
                <a:lnTo>
                  <a:pt x="210" y="11184"/>
                </a:lnTo>
                <a:lnTo>
                  <a:pt x="56" y="9590"/>
                </a:lnTo>
                <a:lnTo>
                  <a:pt x="0" y="7999"/>
                </a:lnTo>
                <a:lnTo>
                  <a:pt x="41" y="6410"/>
                </a:lnTo>
                <a:lnTo>
                  <a:pt x="154" y="4819"/>
                </a:lnTo>
                <a:lnTo>
                  <a:pt x="333" y="3223"/>
                </a:lnTo>
                <a:lnTo>
                  <a:pt x="575" y="1618"/>
                </a:lnTo>
                <a:lnTo>
                  <a:pt x="857" y="0"/>
                </a:lnTo>
                <a:close/>
              </a:path>
            </a:pathLst>
          </a:custGeom>
          <a:solidFill>
            <a:srgbClr val="BCD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7" name="contour_12155"/>
          <p:cNvSpPr/>
          <p:nvPr/>
        </p:nvSpPr>
        <p:spPr>
          <a:xfrm>
            <a:off x="8092757" y="3110180"/>
            <a:ext cx="58304" cy="309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1251"/>
                </a:moveTo>
                <a:lnTo>
                  <a:pt x="19618" y="4553"/>
                </a:lnTo>
                <a:lnTo>
                  <a:pt x="20199" y="7870"/>
                </a:lnTo>
                <a:lnTo>
                  <a:pt x="20663" y="11217"/>
                </a:lnTo>
                <a:lnTo>
                  <a:pt x="21036" y="14610"/>
                </a:lnTo>
                <a:lnTo>
                  <a:pt x="21341" y="18070"/>
                </a:lnTo>
                <a:lnTo>
                  <a:pt x="21600" y="21600"/>
                </a:lnTo>
                <a:lnTo>
                  <a:pt x="20045" y="21244"/>
                </a:lnTo>
                <a:lnTo>
                  <a:pt x="18492" y="20873"/>
                </a:lnTo>
                <a:lnTo>
                  <a:pt x="16940" y="20486"/>
                </a:lnTo>
                <a:lnTo>
                  <a:pt x="15387" y="20094"/>
                </a:lnTo>
                <a:lnTo>
                  <a:pt x="13838" y="19692"/>
                </a:lnTo>
                <a:lnTo>
                  <a:pt x="12396" y="19336"/>
                </a:lnTo>
                <a:lnTo>
                  <a:pt x="10943" y="18980"/>
                </a:lnTo>
                <a:lnTo>
                  <a:pt x="9472" y="18619"/>
                </a:lnTo>
                <a:lnTo>
                  <a:pt x="7379" y="17352"/>
                </a:lnTo>
                <a:lnTo>
                  <a:pt x="5640" y="15887"/>
                </a:lnTo>
                <a:lnTo>
                  <a:pt x="4142" y="14142"/>
                </a:lnTo>
                <a:lnTo>
                  <a:pt x="2778" y="12021"/>
                </a:lnTo>
                <a:lnTo>
                  <a:pt x="1434" y="9452"/>
                </a:lnTo>
                <a:lnTo>
                  <a:pt x="0" y="6339"/>
                </a:lnTo>
                <a:lnTo>
                  <a:pt x="3802" y="4370"/>
                </a:lnTo>
                <a:lnTo>
                  <a:pt x="6874" y="2803"/>
                </a:lnTo>
                <a:lnTo>
                  <a:pt x="9334" y="1613"/>
                </a:lnTo>
                <a:lnTo>
                  <a:pt x="11294" y="773"/>
                </a:lnTo>
                <a:lnTo>
                  <a:pt x="12868" y="244"/>
                </a:lnTo>
                <a:lnTo>
                  <a:pt x="14167" y="0"/>
                </a:lnTo>
                <a:lnTo>
                  <a:pt x="15306" y="5"/>
                </a:lnTo>
                <a:lnTo>
                  <a:pt x="16400" y="239"/>
                </a:lnTo>
                <a:lnTo>
                  <a:pt x="17561" y="666"/>
                </a:lnTo>
                <a:lnTo>
                  <a:pt x="18900" y="1251"/>
                </a:lnTo>
                <a:close/>
              </a:path>
            </a:pathLst>
          </a:custGeom>
          <a:solidFill>
            <a:srgbClr val="CDD5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8" name="contour_12156"/>
          <p:cNvSpPr/>
          <p:nvPr/>
        </p:nvSpPr>
        <p:spPr>
          <a:xfrm>
            <a:off x="10570383" y="3075532"/>
            <a:ext cx="3496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91" y="0"/>
                </a:moveTo>
                <a:lnTo>
                  <a:pt x="19385" y="1841"/>
                </a:lnTo>
                <a:lnTo>
                  <a:pt x="20312" y="3559"/>
                </a:lnTo>
                <a:lnTo>
                  <a:pt x="20988" y="5182"/>
                </a:lnTo>
                <a:lnTo>
                  <a:pt x="21415" y="6730"/>
                </a:lnTo>
                <a:lnTo>
                  <a:pt x="21600" y="8230"/>
                </a:lnTo>
                <a:lnTo>
                  <a:pt x="21550" y="9703"/>
                </a:lnTo>
                <a:lnTo>
                  <a:pt x="21271" y="11172"/>
                </a:lnTo>
                <a:lnTo>
                  <a:pt x="20771" y="12665"/>
                </a:lnTo>
                <a:lnTo>
                  <a:pt x="20056" y="14201"/>
                </a:lnTo>
                <a:lnTo>
                  <a:pt x="19132" y="15804"/>
                </a:lnTo>
                <a:lnTo>
                  <a:pt x="18011" y="17501"/>
                </a:lnTo>
                <a:lnTo>
                  <a:pt x="16696" y="19313"/>
                </a:lnTo>
                <a:lnTo>
                  <a:pt x="15206" y="20448"/>
                </a:lnTo>
                <a:lnTo>
                  <a:pt x="13689" y="21600"/>
                </a:lnTo>
                <a:lnTo>
                  <a:pt x="10712" y="21600"/>
                </a:lnTo>
                <a:lnTo>
                  <a:pt x="7718" y="21600"/>
                </a:lnTo>
                <a:lnTo>
                  <a:pt x="4683" y="21600"/>
                </a:lnTo>
                <a:lnTo>
                  <a:pt x="3341" y="20162"/>
                </a:lnTo>
                <a:lnTo>
                  <a:pt x="2233" y="18718"/>
                </a:lnTo>
                <a:lnTo>
                  <a:pt x="1351" y="17261"/>
                </a:lnTo>
                <a:lnTo>
                  <a:pt x="693" y="15787"/>
                </a:lnTo>
                <a:lnTo>
                  <a:pt x="252" y="14290"/>
                </a:lnTo>
                <a:lnTo>
                  <a:pt x="23" y="12763"/>
                </a:lnTo>
                <a:lnTo>
                  <a:pt x="0" y="11201"/>
                </a:lnTo>
                <a:lnTo>
                  <a:pt x="180" y="9600"/>
                </a:lnTo>
                <a:lnTo>
                  <a:pt x="2801" y="8530"/>
                </a:lnTo>
                <a:lnTo>
                  <a:pt x="5399" y="7690"/>
                </a:lnTo>
                <a:lnTo>
                  <a:pt x="8074" y="7015"/>
                </a:lnTo>
                <a:lnTo>
                  <a:pt x="10937" y="6439"/>
                </a:lnTo>
                <a:lnTo>
                  <a:pt x="14094" y="5897"/>
                </a:lnTo>
                <a:lnTo>
                  <a:pt x="16129" y="5352"/>
                </a:lnTo>
                <a:lnTo>
                  <a:pt x="18191" y="4800"/>
                </a:lnTo>
                <a:lnTo>
                  <a:pt x="18191" y="3214"/>
                </a:lnTo>
                <a:lnTo>
                  <a:pt x="18191" y="1618"/>
                </a:lnTo>
                <a:lnTo>
                  <a:pt x="18191" y="0"/>
                </a:lnTo>
                <a:close/>
              </a:path>
            </a:pathLst>
          </a:custGeom>
          <a:solidFill>
            <a:srgbClr val="97A3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59" name="contour_12157"/>
          <p:cNvSpPr/>
          <p:nvPr/>
        </p:nvSpPr>
        <p:spPr>
          <a:xfrm>
            <a:off x="8187501" y="3068244"/>
            <a:ext cx="43728" cy="38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586" y="900"/>
                </a:lnTo>
                <a:lnTo>
                  <a:pt x="15541" y="1564"/>
                </a:lnTo>
                <a:lnTo>
                  <a:pt x="17183" y="2192"/>
                </a:lnTo>
                <a:lnTo>
                  <a:pt x="19030" y="2980"/>
                </a:lnTo>
                <a:lnTo>
                  <a:pt x="21600" y="4128"/>
                </a:lnTo>
                <a:lnTo>
                  <a:pt x="21442" y="7112"/>
                </a:lnTo>
                <a:lnTo>
                  <a:pt x="21186" y="9960"/>
                </a:lnTo>
                <a:lnTo>
                  <a:pt x="20772" y="12705"/>
                </a:lnTo>
                <a:lnTo>
                  <a:pt x="20146" y="15380"/>
                </a:lnTo>
                <a:lnTo>
                  <a:pt x="19242" y="18013"/>
                </a:lnTo>
                <a:lnTo>
                  <a:pt x="18000" y="20638"/>
                </a:lnTo>
                <a:lnTo>
                  <a:pt x="15401" y="21187"/>
                </a:lnTo>
                <a:lnTo>
                  <a:pt x="12838" y="21493"/>
                </a:lnTo>
                <a:lnTo>
                  <a:pt x="10292" y="21600"/>
                </a:lnTo>
                <a:lnTo>
                  <a:pt x="7751" y="21530"/>
                </a:lnTo>
                <a:lnTo>
                  <a:pt x="5202" y="21328"/>
                </a:lnTo>
                <a:lnTo>
                  <a:pt x="2621" y="21018"/>
                </a:lnTo>
                <a:lnTo>
                  <a:pt x="0" y="20638"/>
                </a:lnTo>
                <a:lnTo>
                  <a:pt x="839" y="18636"/>
                </a:lnTo>
                <a:lnTo>
                  <a:pt x="1681" y="16634"/>
                </a:lnTo>
                <a:lnTo>
                  <a:pt x="2527" y="14637"/>
                </a:lnTo>
                <a:lnTo>
                  <a:pt x="3377" y="12639"/>
                </a:lnTo>
                <a:lnTo>
                  <a:pt x="4320" y="10410"/>
                </a:lnTo>
                <a:lnTo>
                  <a:pt x="5274" y="8144"/>
                </a:lnTo>
                <a:lnTo>
                  <a:pt x="6444" y="5758"/>
                </a:lnTo>
                <a:lnTo>
                  <a:pt x="7409" y="4115"/>
                </a:lnTo>
                <a:lnTo>
                  <a:pt x="8690" y="2448"/>
                </a:lnTo>
                <a:lnTo>
                  <a:pt x="10800" y="0"/>
                </a:lnTo>
                <a:close/>
              </a:path>
            </a:pathLst>
          </a:custGeom>
          <a:solidFill>
            <a:srgbClr val="BFD0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0" name="contour_12158"/>
          <p:cNvSpPr/>
          <p:nvPr/>
        </p:nvSpPr>
        <p:spPr>
          <a:xfrm>
            <a:off x="7305654" y="3075532"/>
            <a:ext cx="4423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36" y="0"/>
                </a:moveTo>
                <a:lnTo>
                  <a:pt x="15998" y="765"/>
                </a:lnTo>
                <a:lnTo>
                  <a:pt x="17767" y="1531"/>
                </a:lnTo>
                <a:lnTo>
                  <a:pt x="19550" y="2305"/>
                </a:lnTo>
                <a:lnTo>
                  <a:pt x="21354" y="3086"/>
                </a:lnTo>
                <a:lnTo>
                  <a:pt x="21575" y="5165"/>
                </a:lnTo>
                <a:lnTo>
                  <a:pt x="21600" y="7177"/>
                </a:lnTo>
                <a:lnTo>
                  <a:pt x="21433" y="9137"/>
                </a:lnTo>
                <a:lnTo>
                  <a:pt x="21070" y="11050"/>
                </a:lnTo>
                <a:lnTo>
                  <a:pt x="20525" y="12935"/>
                </a:lnTo>
                <a:lnTo>
                  <a:pt x="19792" y="14799"/>
                </a:lnTo>
                <a:lnTo>
                  <a:pt x="18884" y="16657"/>
                </a:lnTo>
                <a:lnTo>
                  <a:pt x="17795" y="18514"/>
                </a:lnTo>
                <a:lnTo>
                  <a:pt x="15550" y="19338"/>
                </a:lnTo>
                <a:lnTo>
                  <a:pt x="13393" y="19974"/>
                </a:lnTo>
                <a:lnTo>
                  <a:pt x="11282" y="20455"/>
                </a:lnTo>
                <a:lnTo>
                  <a:pt x="9179" y="20810"/>
                </a:lnTo>
                <a:lnTo>
                  <a:pt x="7040" y="21072"/>
                </a:lnTo>
                <a:lnTo>
                  <a:pt x="4823" y="21270"/>
                </a:lnTo>
                <a:lnTo>
                  <a:pt x="2491" y="21436"/>
                </a:lnTo>
                <a:lnTo>
                  <a:pt x="0" y="21600"/>
                </a:lnTo>
                <a:lnTo>
                  <a:pt x="1174" y="19816"/>
                </a:lnTo>
                <a:lnTo>
                  <a:pt x="2349" y="18036"/>
                </a:lnTo>
                <a:lnTo>
                  <a:pt x="3527" y="16249"/>
                </a:lnTo>
                <a:lnTo>
                  <a:pt x="4702" y="14463"/>
                </a:lnTo>
                <a:lnTo>
                  <a:pt x="5883" y="12673"/>
                </a:lnTo>
                <a:lnTo>
                  <a:pt x="7065" y="10880"/>
                </a:lnTo>
                <a:lnTo>
                  <a:pt x="8250" y="9084"/>
                </a:lnTo>
                <a:lnTo>
                  <a:pt x="9439" y="7279"/>
                </a:lnTo>
                <a:lnTo>
                  <a:pt x="10631" y="5471"/>
                </a:lnTo>
                <a:lnTo>
                  <a:pt x="11827" y="3653"/>
                </a:lnTo>
                <a:lnTo>
                  <a:pt x="13030" y="1833"/>
                </a:lnTo>
                <a:lnTo>
                  <a:pt x="14236" y="0"/>
                </a:lnTo>
                <a:close/>
              </a:path>
            </a:pathLst>
          </a:custGeom>
          <a:solidFill>
            <a:srgbClr val="D0DA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1" name="contour_12159"/>
          <p:cNvSpPr/>
          <p:nvPr/>
        </p:nvSpPr>
        <p:spPr>
          <a:xfrm>
            <a:off x="5039089" y="3075430"/>
            <a:ext cx="65592" cy="365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35" y="2064"/>
                </a:moveTo>
                <a:lnTo>
                  <a:pt x="16202" y="3726"/>
                </a:lnTo>
                <a:lnTo>
                  <a:pt x="17393" y="5372"/>
                </a:lnTo>
                <a:lnTo>
                  <a:pt x="18516" y="7061"/>
                </a:lnTo>
                <a:lnTo>
                  <a:pt x="19586" y="8849"/>
                </a:lnTo>
                <a:lnTo>
                  <a:pt x="20609" y="10804"/>
                </a:lnTo>
                <a:lnTo>
                  <a:pt x="21600" y="12984"/>
                </a:lnTo>
                <a:lnTo>
                  <a:pt x="21600" y="15832"/>
                </a:lnTo>
                <a:lnTo>
                  <a:pt x="21600" y="18696"/>
                </a:lnTo>
                <a:lnTo>
                  <a:pt x="21600" y="21600"/>
                </a:lnTo>
                <a:lnTo>
                  <a:pt x="18566" y="20928"/>
                </a:lnTo>
                <a:lnTo>
                  <a:pt x="15950" y="20329"/>
                </a:lnTo>
                <a:lnTo>
                  <a:pt x="13706" y="19778"/>
                </a:lnTo>
                <a:lnTo>
                  <a:pt x="11786" y="19244"/>
                </a:lnTo>
                <a:lnTo>
                  <a:pt x="10142" y="18701"/>
                </a:lnTo>
                <a:lnTo>
                  <a:pt x="8729" y="18115"/>
                </a:lnTo>
                <a:lnTo>
                  <a:pt x="7495" y="17469"/>
                </a:lnTo>
                <a:lnTo>
                  <a:pt x="6398" y="16723"/>
                </a:lnTo>
                <a:lnTo>
                  <a:pt x="5388" y="15853"/>
                </a:lnTo>
                <a:lnTo>
                  <a:pt x="4418" y="14837"/>
                </a:lnTo>
                <a:lnTo>
                  <a:pt x="3442" y="13635"/>
                </a:lnTo>
                <a:lnTo>
                  <a:pt x="2412" y="12226"/>
                </a:lnTo>
                <a:lnTo>
                  <a:pt x="1279" y="10585"/>
                </a:lnTo>
                <a:lnTo>
                  <a:pt x="0" y="8676"/>
                </a:lnTo>
                <a:lnTo>
                  <a:pt x="2940" y="5682"/>
                </a:lnTo>
                <a:lnTo>
                  <a:pt x="5275" y="3377"/>
                </a:lnTo>
                <a:lnTo>
                  <a:pt x="7123" y="1715"/>
                </a:lnTo>
                <a:lnTo>
                  <a:pt x="8611" y="629"/>
                </a:lnTo>
                <a:lnTo>
                  <a:pt x="9862" y="78"/>
                </a:lnTo>
                <a:lnTo>
                  <a:pt x="10997" y="0"/>
                </a:lnTo>
                <a:lnTo>
                  <a:pt x="12137" y="340"/>
                </a:lnTo>
                <a:lnTo>
                  <a:pt x="13409" y="1047"/>
                </a:lnTo>
                <a:lnTo>
                  <a:pt x="14935" y="2064"/>
                </a:lnTo>
                <a:close/>
              </a:path>
            </a:pathLst>
          </a:custGeom>
          <a:solidFill>
            <a:srgbClr val="CFD3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2" name="contour_12160"/>
          <p:cNvSpPr/>
          <p:nvPr/>
        </p:nvSpPr>
        <p:spPr>
          <a:xfrm>
            <a:off x="5447216" y="303909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755" y="2037"/>
                </a:lnTo>
                <a:lnTo>
                  <a:pt x="18230" y="4076"/>
                </a:lnTo>
                <a:lnTo>
                  <a:pt x="18706" y="6116"/>
                </a:lnTo>
                <a:lnTo>
                  <a:pt x="19185" y="8162"/>
                </a:lnTo>
                <a:lnTo>
                  <a:pt x="19665" y="10214"/>
                </a:lnTo>
                <a:lnTo>
                  <a:pt x="20144" y="12275"/>
                </a:lnTo>
                <a:lnTo>
                  <a:pt x="20628" y="14342"/>
                </a:lnTo>
                <a:lnTo>
                  <a:pt x="21112" y="16422"/>
                </a:lnTo>
                <a:lnTo>
                  <a:pt x="21600" y="18514"/>
                </a:lnTo>
                <a:lnTo>
                  <a:pt x="18926" y="18897"/>
                </a:lnTo>
                <a:lnTo>
                  <a:pt x="16252" y="19280"/>
                </a:lnTo>
                <a:lnTo>
                  <a:pt x="13569" y="19662"/>
                </a:lnTo>
                <a:lnTo>
                  <a:pt x="10882" y="20045"/>
                </a:lnTo>
                <a:lnTo>
                  <a:pt x="8182" y="20431"/>
                </a:lnTo>
                <a:lnTo>
                  <a:pt x="5469" y="20819"/>
                </a:lnTo>
                <a:lnTo>
                  <a:pt x="2743" y="21208"/>
                </a:lnTo>
                <a:lnTo>
                  <a:pt x="0" y="21600"/>
                </a:lnTo>
                <a:lnTo>
                  <a:pt x="0" y="19767"/>
                </a:lnTo>
                <a:lnTo>
                  <a:pt x="0" y="17928"/>
                </a:lnTo>
                <a:lnTo>
                  <a:pt x="0" y="16083"/>
                </a:lnTo>
                <a:lnTo>
                  <a:pt x="0" y="14222"/>
                </a:lnTo>
                <a:lnTo>
                  <a:pt x="0" y="12343"/>
                </a:lnTo>
                <a:lnTo>
                  <a:pt x="2856" y="12343"/>
                </a:lnTo>
                <a:lnTo>
                  <a:pt x="5728" y="12343"/>
                </a:lnTo>
                <a:lnTo>
                  <a:pt x="8640" y="12343"/>
                </a:lnTo>
                <a:lnTo>
                  <a:pt x="9819" y="10316"/>
                </a:lnTo>
                <a:lnTo>
                  <a:pt x="10450" y="8714"/>
                </a:lnTo>
                <a:lnTo>
                  <a:pt x="11068" y="6171"/>
                </a:lnTo>
                <a:lnTo>
                  <a:pt x="11690" y="3629"/>
                </a:lnTo>
                <a:lnTo>
                  <a:pt x="12182" y="2027"/>
                </a:lnTo>
                <a:lnTo>
                  <a:pt x="12960" y="0"/>
                </a:lnTo>
                <a:close/>
              </a:path>
            </a:pathLst>
          </a:custGeom>
          <a:solidFill>
            <a:srgbClr val="AEB4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3" name="contour_12161"/>
          <p:cNvSpPr/>
          <p:nvPr/>
        </p:nvSpPr>
        <p:spPr>
          <a:xfrm>
            <a:off x="8398853" y="305366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0"/>
                </a:lnTo>
                <a:lnTo>
                  <a:pt x="7162" y="0"/>
                </a:lnTo>
                <a:lnTo>
                  <a:pt x="9202" y="0"/>
                </a:lnTo>
                <a:lnTo>
                  <a:pt x="11247" y="0"/>
                </a:lnTo>
                <a:lnTo>
                  <a:pt x="13299" y="0"/>
                </a:lnTo>
                <a:lnTo>
                  <a:pt x="15361" y="0"/>
                </a:lnTo>
                <a:lnTo>
                  <a:pt x="17428" y="0"/>
                </a:lnTo>
                <a:lnTo>
                  <a:pt x="19508" y="0"/>
                </a:lnTo>
                <a:lnTo>
                  <a:pt x="21600" y="0"/>
                </a:lnTo>
                <a:lnTo>
                  <a:pt x="20387" y="1807"/>
                </a:lnTo>
                <a:lnTo>
                  <a:pt x="19172" y="3614"/>
                </a:lnTo>
                <a:lnTo>
                  <a:pt x="17950" y="5414"/>
                </a:lnTo>
                <a:lnTo>
                  <a:pt x="16728" y="7214"/>
                </a:lnTo>
                <a:lnTo>
                  <a:pt x="15500" y="9007"/>
                </a:lnTo>
                <a:lnTo>
                  <a:pt x="14271" y="10800"/>
                </a:lnTo>
                <a:lnTo>
                  <a:pt x="13244" y="12348"/>
                </a:lnTo>
                <a:lnTo>
                  <a:pt x="12198" y="13921"/>
                </a:lnTo>
                <a:lnTo>
                  <a:pt x="11167" y="15401"/>
                </a:lnTo>
                <a:lnTo>
                  <a:pt x="10337" y="16542"/>
                </a:lnTo>
                <a:lnTo>
                  <a:pt x="9421" y="17708"/>
                </a:lnTo>
                <a:lnTo>
                  <a:pt x="8128" y="19271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339" y="19224"/>
                </a:lnTo>
                <a:lnTo>
                  <a:pt x="679" y="16844"/>
                </a:lnTo>
                <a:lnTo>
                  <a:pt x="1018" y="14465"/>
                </a:lnTo>
                <a:lnTo>
                  <a:pt x="1361" y="12078"/>
                </a:lnTo>
                <a:lnTo>
                  <a:pt x="1703" y="9684"/>
                </a:lnTo>
                <a:lnTo>
                  <a:pt x="2046" y="7279"/>
                </a:lnTo>
                <a:lnTo>
                  <a:pt x="2391" y="4867"/>
                </a:lnTo>
                <a:lnTo>
                  <a:pt x="2737" y="2441"/>
                </a:lnTo>
                <a:lnTo>
                  <a:pt x="3086" y="0"/>
                </a:lnTo>
                <a:close/>
              </a:path>
            </a:pathLst>
          </a:custGeom>
          <a:solidFill>
            <a:srgbClr val="686D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4" name="contour_12162"/>
          <p:cNvSpPr/>
          <p:nvPr/>
        </p:nvSpPr>
        <p:spPr>
          <a:xfrm>
            <a:off x="8223941" y="3039092"/>
            <a:ext cx="51016" cy="38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395" y="1409"/>
                </a:lnTo>
                <a:lnTo>
                  <a:pt x="15898" y="2490"/>
                </a:lnTo>
                <a:lnTo>
                  <a:pt x="17113" y="3479"/>
                </a:lnTo>
                <a:lnTo>
                  <a:pt x="18298" y="4592"/>
                </a:lnTo>
                <a:lnTo>
                  <a:pt x="19708" y="6058"/>
                </a:lnTo>
                <a:lnTo>
                  <a:pt x="21600" y="8099"/>
                </a:lnTo>
                <a:lnTo>
                  <a:pt x="21575" y="11355"/>
                </a:lnTo>
                <a:lnTo>
                  <a:pt x="21403" y="13614"/>
                </a:lnTo>
                <a:lnTo>
                  <a:pt x="20933" y="15461"/>
                </a:lnTo>
                <a:lnTo>
                  <a:pt x="20020" y="17478"/>
                </a:lnTo>
                <a:lnTo>
                  <a:pt x="18514" y="20247"/>
                </a:lnTo>
                <a:lnTo>
                  <a:pt x="16252" y="20916"/>
                </a:lnTo>
                <a:lnTo>
                  <a:pt x="14046" y="21365"/>
                </a:lnTo>
                <a:lnTo>
                  <a:pt x="11877" y="21596"/>
                </a:lnTo>
                <a:lnTo>
                  <a:pt x="9720" y="21600"/>
                </a:lnTo>
                <a:lnTo>
                  <a:pt x="7548" y="21381"/>
                </a:lnTo>
                <a:lnTo>
                  <a:pt x="5344" y="20932"/>
                </a:lnTo>
                <a:lnTo>
                  <a:pt x="3086" y="20247"/>
                </a:lnTo>
                <a:lnTo>
                  <a:pt x="1858" y="17235"/>
                </a:lnTo>
                <a:lnTo>
                  <a:pt x="1083" y="15097"/>
                </a:lnTo>
                <a:lnTo>
                  <a:pt x="614" y="13250"/>
                </a:lnTo>
                <a:lnTo>
                  <a:pt x="302" y="11112"/>
                </a:lnTo>
                <a:lnTo>
                  <a:pt x="0" y="8099"/>
                </a:lnTo>
                <a:lnTo>
                  <a:pt x="2037" y="8767"/>
                </a:lnTo>
                <a:lnTo>
                  <a:pt x="4076" y="9435"/>
                </a:lnTo>
                <a:lnTo>
                  <a:pt x="6125" y="10108"/>
                </a:lnTo>
                <a:lnTo>
                  <a:pt x="8183" y="10784"/>
                </a:lnTo>
                <a:lnTo>
                  <a:pt x="10254" y="11464"/>
                </a:lnTo>
                <a:lnTo>
                  <a:pt x="12343" y="12148"/>
                </a:lnTo>
                <a:lnTo>
                  <a:pt x="12343" y="9743"/>
                </a:lnTo>
                <a:lnTo>
                  <a:pt x="12343" y="7330"/>
                </a:lnTo>
                <a:lnTo>
                  <a:pt x="12343" y="4908"/>
                </a:lnTo>
                <a:lnTo>
                  <a:pt x="12343" y="2466"/>
                </a:lnTo>
                <a:lnTo>
                  <a:pt x="12343" y="0"/>
                </a:lnTo>
                <a:close/>
              </a:path>
            </a:pathLst>
          </a:custGeom>
          <a:solidFill>
            <a:srgbClr val="5D61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5" name="contour_12163"/>
          <p:cNvSpPr/>
          <p:nvPr/>
        </p:nvSpPr>
        <p:spPr>
          <a:xfrm>
            <a:off x="5474233" y="3039092"/>
            <a:ext cx="4586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6" y="0"/>
                </a:moveTo>
                <a:lnTo>
                  <a:pt x="2283" y="1674"/>
                </a:lnTo>
                <a:lnTo>
                  <a:pt x="3580" y="3377"/>
                </a:lnTo>
                <a:lnTo>
                  <a:pt x="5715" y="5116"/>
                </a:lnTo>
                <a:lnTo>
                  <a:pt x="7798" y="6502"/>
                </a:lnTo>
                <a:lnTo>
                  <a:pt x="9875" y="7589"/>
                </a:lnTo>
                <a:lnTo>
                  <a:pt x="11982" y="8446"/>
                </a:lnTo>
                <a:lnTo>
                  <a:pt x="14165" y="9130"/>
                </a:lnTo>
                <a:lnTo>
                  <a:pt x="16469" y="9709"/>
                </a:lnTo>
                <a:lnTo>
                  <a:pt x="18930" y="10246"/>
                </a:lnTo>
                <a:lnTo>
                  <a:pt x="21600" y="10800"/>
                </a:lnTo>
                <a:lnTo>
                  <a:pt x="20920" y="12938"/>
                </a:lnTo>
                <a:lnTo>
                  <a:pt x="20237" y="15084"/>
                </a:lnTo>
                <a:lnTo>
                  <a:pt x="19554" y="17237"/>
                </a:lnTo>
                <a:lnTo>
                  <a:pt x="18864" y="19408"/>
                </a:lnTo>
                <a:lnTo>
                  <a:pt x="18168" y="21600"/>
                </a:lnTo>
                <a:lnTo>
                  <a:pt x="15892" y="21492"/>
                </a:lnTo>
                <a:lnTo>
                  <a:pt x="13675" y="21341"/>
                </a:lnTo>
                <a:lnTo>
                  <a:pt x="11502" y="21114"/>
                </a:lnTo>
                <a:lnTo>
                  <a:pt x="9364" y="20794"/>
                </a:lnTo>
                <a:lnTo>
                  <a:pt x="7256" y="20347"/>
                </a:lnTo>
                <a:lnTo>
                  <a:pt x="5166" y="19750"/>
                </a:lnTo>
                <a:lnTo>
                  <a:pt x="3086" y="18979"/>
                </a:lnTo>
                <a:lnTo>
                  <a:pt x="1006" y="18000"/>
                </a:lnTo>
                <a:lnTo>
                  <a:pt x="432" y="15390"/>
                </a:lnTo>
                <a:lnTo>
                  <a:pt x="110" y="12830"/>
                </a:lnTo>
                <a:lnTo>
                  <a:pt x="0" y="10300"/>
                </a:lnTo>
                <a:lnTo>
                  <a:pt x="69" y="7772"/>
                </a:lnTo>
                <a:lnTo>
                  <a:pt x="281" y="5231"/>
                </a:lnTo>
                <a:lnTo>
                  <a:pt x="608" y="2646"/>
                </a:lnTo>
                <a:lnTo>
                  <a:pt x="1006" y="0"/>
                </a:lnTo>
                <a:close/>
              </a:path>
            </a:pathLst>
          </a:custGeom>
          <a:solidFill>
            <a:srgbClr val="CAD2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6" name="contour_12164"/>
          <p:cNvSpPr/>
          <p:nvPr/>
        </p:nvSpPr>
        <p:spPr>
          <a:xfrm>
            <a:off x="7917845" y="3029676"/>
            <a:ext cx="51016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92"/>
                </a:moveTo>
                <a:lnTo>
                  <a:pt x="5169" y="633"/>
                </a:lnTo>
                <a:lnTo>
                  <a:pt x="7227" y="261"/>
                </a:lnTo>
                <a:lnTo>
                  <a:pt x="9269" y="57"/>
                </a:lnTo>
                <a:lnTo>
                  <a:pt x="11300" y="0"/>
                </a:lnTo>
                <a:lnTo>
                  <a:pt x="13330" y="65"/>
                </a:lnTo>
                <a:lnTo>
                  <a:pt x="15370" y="237"/>
                </a:lnTo>
                <a:lnTo>
                  <a:pt x="17422" y="498"/>
                </a:lnTo>
                <a:lnTo>
                  <a:pt x="19496" y="820"/>
                </a:lnTo>
                <a:lnTo>
                  <a:pt x="21600" y="1192"/>
                </a:lnTo>
                <a:lnTo>
                  <a:pt x="21205" y="4229"/>
                </a:lnTo>
                <a:lnTo>
                  <a:pt x="20847" y="6384"/>
                </a:lnTo>
                <a:lnTo>
                  <a:pt x="20378" y="8245"/>
                </a:lnTo>
                <a:lnTo>
                  <a:pt x="19650" y="10400"/>
                </a:lnTo>
                <a:lnTo>
                  <a:pt x="18514" y="13437"/>
                </a:lnTo>
                <a:lnTo>
                  <a:pt x="16401" y="13894"/>
                </a:lnTo>
                <a:lnTo>
                  <a:pt x="14376" y="14098"/>
                </a:lnTo>
                <a:lnTo>
                  <a:pt x="12395" y="14102"/>
                </a:lnTo>
                <a:lnTo>
                  <a:pt x="10402" y="13959"/>
                </a:lnTo>
                <a:lnTo>
                  <a:pt x="8344" y="13718"/>
                </a:lnTo>
                <a:lnTo>
                  <a:pt x="6171" y="13437"/>
                </a:lnTo>
                <a:lnTo>
                  <a:pt x="6171" y="16135"/>
                </a:lnTo>
                <a:lnTo>
                  <a:pt x="6171" y="18849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31" y="18853"/>
                </a:lnTo>
                <a:lnTo>
                  <a:pt x="108" y="16192"/>
                </a:lnTo>
                <a:lnTo>
                  <a:pt x="262" y="13600"/>
                </a:lnTo>
                <a:lnTo>
                  <a:pt x="515" y="11069"/>
                </a:lnTo>
                <a:lnTo>
                  <a:pt x="898" y="8580"/>
                </a:lnTo>
                <a:lnTo>
                  <a:pt x="1435" y="6114"/>
                </a:lnTo>
                <a:lnTo>
                  <a:pt x="2157" y="3657"/>
                </a:lnTo>
                <a:lnTo>
                  <a:pt x="3086" y="1192"/>
                </a:lnTo>
                <a:close/>
              </a:path>
            </a:pathLst>
          </a:custGeom>
          <a:solidFill>
            <a:srgbClr val="6152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7" name="contour_12165"/>
          <p:cNvSpPr/>
          <p:nvPr/>
        </p:nvSpPr>
        <p:spPr>
          <a:xfrm>
            <a:off x="10658130" y="3024516"/>
            <a:ext cx="51016" cy="517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75" y="27"/>
                </a:lnTo>
                <a:lnTo>
                  <a:pt x="4301" y="94"/>
                </a:lnTo>
                <a:lnTo>
                  <a:pt x="6384" y="216"/>
                </a:lnTo>
                <a:lnTo>
                  <a:pt x="8436" y="410"/>
                </a:lnTo>
                <a:lnTo>
                  <a:pt x="10464" y="693"/>
                </a:lnTo>
                <a:lnTo>
                  <a:pt x="12479" y="1079"/>
                </a:lnTo>
                <a:lnTo>
                  <a:pt x="14484" y="1590"/>
                </a:lnTo>
                <a:lnTo>
                  <a:pt x="16493" y="2237"/>
                </a:lnTo>
                <a:lnTo>
                  <a:pt x="18514" y="3039"/>
                </a:lnTo>
                <a:lnTo>
                  <a:pt x="19329" y="5030"/>
                </a:lnTo>
                <a:lnTo>
                  <a:pt x="19986" y="7009"/>
                </a:lnTo>
                <a:lnTo>
                  <a:pt x="20505" y="8984"/>
                </a:lnTo>
                <a:lnTo>
                  <a:pt x="20896" y="10969"/>
                </a:lnTo>
                <a:lnTo>
                  <a:pt x="21183" y="12965"/>
                </a:lnTo>
                <a:lnTo>
                  <a:pt x="21381" y="14987"/>
                </a:lnTo>
                <a:lnTo>
                  <a:pt x="21504" y="17038"/>
                </a:lnTo>
                <a:lnTo>
                  <a:pt x="21572" y="19132"/>
                </a:lnTo>
                <a:lnTo>
                  <a:pt x="21600" y="21275"/>
                </a:lnTo>
                <a:lnTo>
                  <a:pt x="19403" y="21491"/>
                </a:lnTo>
                <a:lnTo>
                  <a:pt x="17823" y="21600"/>
                </a:lnTo>
                <a:lnTo>
                  <a:pt x="16416" y="21600"/>
                </a:lnTo>
                <a:lnTo>
                  <a:pt x="14737" y="21491"/>
                </a:lnTo>
                <a:lnTo>
                  <a:pt x="12343" y="21275"/>
                </a:lnTo>
                <a:lnTo>
                  <a:pt x="11146" y="19412"/>
                </a:lnTo>
                <a:lnTo>
                  <a:pt x="10405" y="18041"/>
                </a:lnTo>
                <a:lnTo>
                  <a:pt x="9816" y="16482"/>
                </a:lnTo>
                <a:lnTo>
                  <a:pt x="9066" y="14057"/>
                </a:lnTo>
                <a:lnTo>
                  <a:pt x="8319" y="11832"/>
                </a:lnTo>
                <a:lnTo>
                  <a:pt x="7529" y="9832"/>
                </a:lnTo>
                <a:lnTo>
                  <a:pt x="6656" y="8008"/>
                </a:lnTo>
                <a:lnTo>
                  <a:pt x="5678" y="6319"/>
                </a:lnTo>
                <a:lnTo>
                  <a:pt x="4551" y="4720"/>
                </a:lnTo>
                <a:lnTo>
                  <a:pt x="3252" y="3161"/>
                </a:lnTo>
                <a:lnTo>
                  <a:pt x="1747" y="1605"/>
                </a:lnTo>
                <a:lnTo>
                  <a:pt x="0" y="0"/>
                </a:lnTo>
                <a:close/>
              </a:path>
            </a:pathLst>
          </a:custGeom>
          <a:solidFill>
            <a:srgbClr val="D4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8" name="contour_12166"/>
          <p:cNvSpPr/>
          <p:nvPr/>
        </p:nvSpPr>
        <p:spPr>
          <a:xfrm>
            <a:off x="3814706" y="2951637"/>
            <a:ext cx="2923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70" y="0"/>
                </a:moveTo>
                <a:lnTo>
                  <a:pt x="13441" y="0"/>
                </a:lnTo>
                <a:lnTo>
                  <a:pt x="16156" y="0"/>
                </a:lnTo>
                <a:lnTo>
                  <a:pt x="16699" y="1430"/>
                </a:lnTo>
                <a:lnTo>
                  <a:pt x="17238" y="2862"/>
                </a:lnTo>
                <a:lnTo>
                  <a:pt x="17777" y="4292"/>
                </a:lnTo>
                <a:lnTo>
                  <a:pt x="18315" y="5724"/>
                </a:lnTo>
                <a:lnTo>
                  <a:pt x="18848" y="7154"/>
                </a:lnTo>
                <a:lnTo>
                  <a:pt x="19349" y="8484"/>
                </a:lnTo>
                <a:lnTo>
                  <a:pt x="19855" y="9824"/>
                </a:lnTo>
                <a:lnTo>
                  <a:pt x="20361" y="11180"/>
                </a:lnTo>
                <a:lnTo>
                  <a:pt x="20771" y="12681"/>
                </a:lnTo>
                <a:lnTo>
                  <a:pt x="21094" y="14167"/>
                </a:lnTo>
                <a:lnTo>
                  <a:pt x="21336" y="15645"/>
                </a:lnTo>
                <a:lnTo>
                  <a:pt x="21498" y="17120"/>
                </a:lnTo>
                <a:lnTo>
                  <a:pt x="21584" y="18600"/>
                </a:lnTo>
                <a:lnTo>
                  <a:pt x="21600" y="20092"/>
                </a:lnTo>
                <a:lnTo>
                  <a:pt x="21541" y="21600"/>
                </a:lnTo>
                <a:lnTo>
                  <a:pt x="17987" y="21600"/>
                </a:lnTo>
                <a:lnTo>
                  <a:pt x="14427" y="21600"/>
                </a:lnTo>
                <a:lnTo>
                  <a:pt x="10851" y="21600"/>
                </a:lnTo>
                <a:lnTo>
                  <a:pt x="7259" y="21600"/>
                </a:lnTo>
                <a:lnTo>
                  <a:pt x="3646" y="21600"/>
                </a:lnTo>
                <a:lnTo>
                  <a:pt x="0" y="21600"/>
                </a:lnTo>
                <a:lnTo>
                  <a:pt x="619" y="20250"/>
                </a:lnTo>
                <a:lnTo>
                  <a:pt x="1244" y="18898"/>
                </a:lnTo>
                <a:lnTo>
                  <a:pt x="1869" y="17548"/>
                </a:lnTo>
                <a:lnTo>
                  <a:pt x="2499" y="16198"/>
                </a:lnTo>
                <a:lnTo>
                  <a:pt x="3134" y="14848"/>
                </a:lnTo>
                <a:lnTo>
                  <a:pt x="3770" y="13500"/>
                </a:lnTo>
                <a:lnTo>
                  <a:pt x="4410" y="12150"/>
                </a:lnTo>
                <a:lnTo>
                  <a:pt x="5051" y="10800"/>
                </a:lnTo>
                <a:lnTo>
                  <a:pt x="5520" y="9768"/>
                </a:lnTo>
                <a:lnTo>
                  <a:pt x="5994" y="8731"/>
                </a:lnTo>
                <a:lnTo>
                  <a:pt x="6468" y="7679"/>
                </a:lnTo>
                <a:lnTo>
                  <a:pt x="7173" y="6212"/>
                </a:lnTo>
                <a:lnTo>
                  <a:pt x="7889" y="4726"/>
                </a:lnTo>
                <a:lnTo>
                  <a:pt x="8525" y="3365"/>
                </a:lnTo>
                <a:lnTo>
                  <a:pt x="9171" y="1983"/>
                </a:lnTo>
                <a:lnTo>
                  <a:pt x="9963" y="998"/>
                </a:lnTo>
                <a:lnTo>
                  <a:pt x="10770" y="0"/>
                </a:lnTo>
                <a:close/>
              </a:path>
            </a:pathLst>
          </a:custGeom>
          <a:solidFill>
            <a:srgbClr val="A2A6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69" name="contour_12167"/>
          <p:cNvSpPr/>
          <p:nvPr/>
        </p:nvSpPr>
        <p:spPr>
          <a:xfrm>
            <a:off x="4827737" y="2980789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358" y="1019"/>
                </a:lnTo>
                <a:lnTo>
                  <a:pt x="14717" y="2038"/>
                </a:lnTo>
                <a:lnTo>
                  <a:pt x="16080" y="3060"/>
                </a:lnTo>
                <a:lnTo>
                  <a:pt x="17448" y="4086"/>
                </a:lnTo>
                <a:lnTo>
                  <a:pt x="18823" y="5119"/>
                </a:lnTo>
                <a:lnTo>
                  <a:pt x="20206" y="6156"/>
                </a:lnTo>
                <a:lnTo>
                  <a:pt x="21600" y="7200"/>
                </a:lnTo>
                <a:lnTo>
                  <a:pt x="20916" y="7711"/>
                </a:lnTo>
                <a:lnTo>
                  <a:pt x="20292" y="8179"/>
                </a:lnTo>
                <a:lnTo>
                  <a:pt x="19678" y="8644"/>
                </a:lnTo>
                <a:lnTo>
                  <a:pt x="19015" y="9137"/>
                </a:lnTo>
                <a:lnTo>
                  <a:pt x="18259" y="9706"/>
                </a:lnTo>
                <a:lnTo>
                  <a:pt x="17350" y="10386"/>
                </a:lnTo>
                <a:lnTo>
                  <a:pt x="16241" y="11221"/>
                </a:lnTo>
                <a:lnTo>
                  <a:pt x="14875" y="12244"/>
                </a:lnTo>
                <a:lnTo>
                  <a:pt x="13205" y="13496"/>
                </a:lnTo>
                <a:lnTo>
                  <a:pt x="11174" y="15019"/>
                </a:lnTo>
                <a:lnTo>
                  <a:pt x="8731" y="16852"/>
                </a:lnTo>
                <a:lnTo>
                  <a:pt x="5825" y="19033"/>
                </a:lnTo>
                <a:lnTo>
                  <a:pt x="2400" y="21600"/>
                </a:lnTo>
                <a:lnTo>
                  <a:pt x="1805" y="19818"/>
                </a:lnTo>
                <a:lnTo>
                  <a:pt x="1210" y="18025"/>
                </a:lnTo>
                <a:lnTo>
                  <a:pt x="607" y="16225"/>
                </a:lnTo>
                <a:lnTo>
                  <a:pt x="0" y="14400"/>
                </a:lnTo>
                <a:lnTo>
                  <a:pt x="1027" y="12362"/>
                </a:lnTo>
                <a:lnTo>
                  <a:pt x="1814" y="10922"/>
                </a:lnTo>
                <a:lnTo>
                  <a:pt x="2611" y="9691"/>
                </a:lnTo>
                <a:lnTo>
                  <a:pt x="3674" y="8280"/>
                </a:lnTo>
                <a:lnTo>
                  <a:pt x="5251" y="6300"/>
                </a:lnTo>
                <a:lnTo>
                  <a:pt x="5707" y="5695"/>
                </a:lnTo>
                <a:lnTo>
                  <a:pt x="6511" y="4633"/>
                </a:lnTo>
                <a:lnTo>
                  <a:pt x="8352" y="2192"/>
                </a:lnTo>
                <a:lnTo>
                  <a:pt x="8890" y="1872"/>
                </a:lnTo>
                <a:lnTo>
                  <a:pt x="9835" y="1303"/>
                </a:lnTo>
                <a:lnTo>
                  <a:pt x="12000" y="0"/>
                </a:lnTo>
                <a:close/>
              </a:path>
            </a:pathLst>
          </a:custGeom>
          <a:solidFill>
            <a:srgbClr val="7172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0" name="contour_12168"/>
          <p:cNvSpPr/>
          <p:nvPr/>
        </p:nvSpPr>
        <p:spPr>
          <a:xfrm>
            <a:off x="4040634" y="298078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50" y="2376"/>
                </a:lnTo>
                <a:lnTo>
                  <a:pt x="19699" y="4756"/>
                </a:lnTo>
                <a:lnTo>
                  <a:pt x="18744" y="7135"/>
                </a:lnTo>
                <a:lnTo>
                  <a:pt x="17790" y="9522"/>
                </a:lnTo>
                <a:lnTo>
                  <a:pt x="16835" y="11916"/>
                </a:lnTo>
                <a:lnTo>
                  <a:pt x="15872" y="14321"/>
                </a:lnTo>
                <a:lnTo>
                  <a:pt x="14908" y="16733"/>
                </a:lnTo>
                <a:lnTo>
                  <a:pt x="13936" y="19159"/>
                </a:lnTo>
                <a:lnTo>
                  <a:pt x="12960" y="21600"/>
                </a:lnTo>
                <a:lnTo>
                  <a:pt x="11889" y="19818"/>
                </a:lnTo>
                <a:lnTo>
                  <a:pt x="10817" y="18025"/>
                </a:lnTo>
                <a:lnTo>
                  <a:pt x="9733" y="16225"/>
                </a:lnTo>
                <a:lnTo>
                  <a:pt x="8640" y="14400"/>
                </a:lnTo>
                <a:lnTo>
                  <a:pt x="5784" y="14400"/>
                </a:lnTo>
                <a:lnTo>
                  <a:pt x="2912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3734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1" name="contour_12169"/>
          <p:cNvSpPr/>
          <p:nvPr/>
        </p:nvSpPr>
        <p:spPr>
          <a:xfrm>
            <a:off x="7196334" y="2944349"/>
            <a:ext cx="58304" cy="38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418" y="2623"/>
                </a:lnTo>
                <a:lnTo>
                  <a:pt x="19923" y="5250"/>
                </a:lnTo>
                <a:lnTo>
                  <a:pt x="20417" y="7880"/>
                </a:lnTo>
                <a:lnTo>
                  <a:pt x="20841" y="10076"/>
                </a:lnTo>
                <a:lnTo>
                  <a:pt x="21273" y="12309"/>
                </a:lnTo>
                <a:lnTo>
                  <a:pt x="21435" y="14273"/>
                </a:lnTo>
                <a:lnTo>
                  <a:pt x="21600" y="16265"/>
                </a:lnTo>
                <a:lnTo>
                  <a:pt x="20083" y="18363"/>
                </a:lnTo>
                <a:lnTo>
                  <a:pt x="18743" y="19778"/>
                </a:lnTo>
                <a:lnTo>
                  <a:pt x="17439" y="20657"/>
                </a:lnTo>
                <a:lnTo>
                  <a:pt x="16027" y="21153"/>
                </a:lnTo>
                <a:lnTo>
                  <a:pt x="14369" y="21417"/>
                </a:lnTo>
                <a:lnTo>
                  <a:pt x="12317" y="21600"/>
                </a:lnTo>
                <a:lnTo>
                  <a:pt x="10157" y="21555"/>
                </a:lnTo>
                <a:lnTo>
                  <a:pt x="8718" y="21409"/>
                </a:lnTo>
                <a:lnTo>
                  <a:pt x="7347" y="21039"/>
                </a:lnTo>
                <a:lnTo>
                  <a:pt x="5400" y="20331"/>
                </a:lnTo>
                <a:lnTo>
                  <a:pt x="4274" y="18205"/>
                </a:lnTo>
                <a:lnTo>
                  <a:pt x="3308" y="16037"/>
                </a:lnTo>
                <a:lnTo>
                  <a:pt x="2476" y="13813"/>
                </a:lnTo>
                <a:lnTo>
                  <a:pt x="1752" y="11516"/>
                </a:lnTo>
                <a:lnTo>
                  <a:pt x="1115" y="9137"/>
                </a:lnTo>
                <a:lnTo>
                  <a:pt x="537" y="6661"/>
                </a:lnTo>
                <a:lnTo>
                  <a:pt x="0" y="4066"/>
                </a:lnTo>
                <a:lnTo>
                  <a:pt x="1031" y="5022"/>
                </a:lnTo>
                <a:lnTo>
                  <a:pt x="2079" y="5990"/>
                </a:lnTo>
                <a:lnTo>
                  <a:pt x="3858" y="7494"/>
                </a:lnTo>
                <a:lnTo>
                  <a:pt x="5473" y="8783"/>
                </a:lnTo>
                <a:lnTo>
                  <a:pt x="6993" y="9844"/>
                </a:lnTo>
                <a:lnTo>
                  <a:pt x="8486" y="10662"/>
                </a:lnTo>
                <a:lnTo>
                  <a:pt x="10017" y="11223"/>
                </a:lnTo>
                <a:lnTo>
                  <a:pt x="11656" y="11503"/>
                </a:lnTo>
                <a:lnTo>
                  <a:pt x="13470" y="11495"/>
                </a:lnTo>
                <a:lnTo>
                  <a:pt x="15525" y="11182"/>
                </a:lnTo>
                <a:lnTo>
                  <a:pt x="16640" y="10174"/>
                </a:lnTo>
                <a:lnTo>
                  <a:pt x="17763" y="9161"/>
                </a:lnTo>
                <a:lnTo>
                  <a:pt x="18900" y="8133"/>
                </a:lnTo>
                <a:lnTo>
                  <a:pt x="18900" y="5445"/>
                </a:lnTo>
                <a:lnTo>
                  <a:pt x="18900" y="2741"/>
                </a:lnTo>
                <a:lnTo>
                  <a:pt x="18900" y="0"/>
                </a:lnTo>
                <a:close/>
              </a:path>
            </a:pathLst>
          </a:custGeom>
          <a:solidFill>
            <a:srgbClr val="B0C1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2" name="contour_12170"/>
          <p:cNvSpPr/>
          <p:nvPr/>
        </p:nvSpPr>
        <p:spPr>
          <a:xfrm>
            <a:off x="1759493" y="290790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5" y="0"/>
                </a:lnTo>
                <a:lnTo>
                  <a:pt x="7177" y="0"/>
                </a:lnTo>
                <a:lnTo>
                  <a:pt x="9257" y="0"/>
                </a:lnTo>
                <a:lnTo>
                  <a:pt x="9041" y="1956"/>
                </a:lnTo>
                <a:lnTo>
                  <a:pt x="8822" y="3940"/>
                </a:lnTo>
                <a:lnTo>
                  <a:pt x="8692" y="6088"/>
                </a:lnTo>
                <a:lnTo>
                  <a:pt x="8597" y="8180"/>
                </a:lnTo>
                <a:lnTo>
                  <a:pt x="8554" y="10235"/>
                </a:lnTo>
                <a:lnTo>
                  <a:pt x="8581" y="12272"/>
                </a:lnTo>
                <a:lnTo>
                  <a:pt x="8696" y="14318"/>
                </a:lnTo>
                <a:lnTo>
                  <a:pt x="8915" y="16391"/>
                </a:lnTo>
                <a:lnTo>
                  <a:pt x="9257" y="18514"/>
                </a:lnTo>
                <a:lnTo>
                  <a:pt x="11272" y="19742"/>
                </a:lnTo>
                <a:lnTo>
                  <a:pt x="13161" y="20548"/>
                </a:lnTo>
                <a:lnTo>
                  <a:pt x="15034" y="21038"/>
                </a:lnTo>
                <a:lnTo>
                  <a:pt x="16993" y="21307"/>
                </a:lnTo>
                <a:lnTo>
                  <a:pt x="19147" y="2146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305" y="19462"/>
                </a:lnTo>
                <a:lnTo>
                  <a:pt x="611" y="17320"/>
                </a:lnTo>
                <a:lnTo>
                  <a:pt x="916" y="15179"/>
                </a:lnTo>
                <a:lnTo>
                  <a:pt x="1225" y="13034"/>
                </a:lnTo>
                <a:lnTo>
                  <a:pt x="1531" y="10880"/>
                </a:lnTo>
                <a:lnTo>
                  <a:pt x="1839" y="8723"/>
                </a:lnTo>
                <a:lnTo>
                  <a:pt x="2148" y="6557"/>
                </a:lnTo>
                <a:lnTo>
                  <a:pt x="2459" y="4382"/>
                </a:lnTo>
                <a:lnTo>
                  <a:pt x="2771" y="2197"/>
                </a:lnTo>
                <a:lnTo>
                  <a:pt x="3086" y="0"/>
                </a:lnTo>
                <a:close/>
              </a:path>
            </a:pathLst>
          </a:custGeom>
          <a:solidFill>
            <a:srgbClr val="A990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3" name="contour_12171"/>
          <p:cNvSpPr/>
          <p:nvPr/>
        </p:nvSpPr>
        <p:spPr>
          <a:xfrm>
            <a:off x="6904159" y="2936514"/>
            <a:ext cx="51672" cy="29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64" y="69"/>
                </a:moveTo>
                <a:lnTo>
                  <a:pt x="16409" y="138"/>
                </a:lnTo>
                <a:lnTo>
                  <a:pt x="18483" y="207"/>
                </a:lnTo>
                <a:lnTo>
                  <a:pt x="19257" y="254"/>
                </a:lnTo>
                <a:lnTo>
                  <a:pt x="21600" y="398"/>
                </a:lnTo>
                <a:lnTo>
                  <a:pt x="21241" y="3938"/>
                </a:lnTo>
                <a:lnTo>
                  <a:pt x="20860" y="7474"/>
                </a:lnTo>
                <a:lnTo>
                  <a:pt x="20458" y="10999"/>
                </a:lnTo>
                <a:lnTo>
                  <a:pt x="20138" y="13957"/>
                </a:lnTo>
                <a:lnTo>
                  <a:pt x="19815" y="16962"/>
                </a:lnTo>
                <a:lnTo>
                  <a:pt x="19187" y="19262"/>
                </a:lnTo>
                <a:lnTo>
                  <a:pt x="18553" y="21600"/>
                </a:lnTo>
                <a:lnTo>
                  <a:pt x="16540" y="21600"/>
                </a:lnTo>
                <a:lnTo>
                  <a:pt x="14514" y="21600"/>
                </a:lnTo>
                <a:lnTo>
                  <a:pt x="12460" y="21600"/>
                </a:lnTo>
                <a:lnTo>
                  <a:pt x="12460" y="18096"/>
                </a:lnTo>
                <a:lnTo>
                  <a:pt x="12460" y="14571"/>
                </a:lnTo>
                <a:lnTo>
                  <a:pt x="12460" y="10999"/>
                </a:lnTo>
                <a:lnTo>
                  <a:pt x="11687" y="11672"/>
                </a:lnTo>
                <a:lnTo>
                  <a:pt x="10946" y="12313"/>
                </a:lnTo>
                <a:lnTo>
                  <a:pt x="10023" y="13114"/>
                </a:lnTo>
                <a:lnTo>
                  <a:pt x="8710" y="14259"/>
                </a:lnTo>
                <a:lnTo>
                  <a:pt x="6788" y="15928"/>
                </a:lnTo>
                <a:lnTo>
                  <a:pt x="4049" y="18314"/>
                </a:lnTo>
                <a:lnTo>
                  <a:pt x="274" y="21600"/>
                </a:lnTo>
                <a:lnTo>
                  <a:pt x="91" y="17815"/>
                </a:lnTo>
                <a:lnTo>
                  <a:pt x="0" y="15096"/>
                </a:lnTo>
                <a:lnTo>
                  <a:pt x="0" y="12679"/>
                </a:lnTo>
                <a:lnTo>
                  <a:pt x="91" y="9801"/>
                </a:lnTo>
                <a:lnTo>
                  <a:pt x="274" y="5698"/>
                </a:lnTo>
                <a:lnTo>
                  <a:pt x="2218" y="3594"/>
                </a:lnTo>
                <a:lnTo>
                  <a:pt x="4119" y="2067"/>
                </a:lnTo>
                <a:lnTo>
                  <a:pt x="6017" y="1028"/>
                </a:lnTo>
                <a:lnTo>
                  <a:pt x="7951" y="398"/>
                </a:lnTo>
                <a:lnTo>
                  <a:pt x="9962" y="85"/>
                </a:lnTo>
                <a:lnTo>
                  <a:pt x="12086" y="0"/>
                </a:lnTo>
                <a:lnTo>
                  <a:pt x="14364" y="69"/>
                </a:lnTo>
                <a:close/>
              </a:path>
            </a:pathLst>
          </a:custGeom>
          <a:solidFill>
            <a:srgbClr val="32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4" name="contour_12172"/>
          <p:cNvSpPr/>
          <p:nvPr/>
        </p:nvSpPr>
        <p:spPr>
          <a:xfrm>
            <a:off x="5002212" y="2922485"/>
            <a:ext cx="2958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39" y="0"/>
                </a:moveTo>
                <a:lnTo>
                  <a:pt x="8800" y="0"/>
                </a:lnTo>
                <a:lnTo>
                  <a:pt x="11970" y="0"/>
                </a:lnTo>
                <a:lnTo>
                  <a:pt x="15152" y="0"/>
                </a:lnTo>
                <a:lnTo>
                  <a:pt x="18360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5907" y="20196"/>
                </a:lnTo>
                <a:lnTo>
                  <a:pt x="11720" y="19123"/>
                </a:lnTo>
                <a:lnTo>
                  <a:pt x="8667" y="18263"/>
                </a:lnTo>
                <a:lnTo>
                  <a:pt x="6374" y="17489"/>
                </a:lnTo>
                <a:lnTo>
                  <a:pt x="4464" y="16668"/>
                </a:lnTo>
                <a:lnTo>
                  <a:pt x="2570" y="15682"/>
                </a:lnTo>
                <a:lnTo>
                  <a:pt x="319" y="14400"/>
                </a:lnTo>
                <a:lnTo>
                  <a:pt x="0" y="11945"/>
                </a:lnTo>
                <a:lnTo>
                  <a:pt x="96" y="9691"/>
                </a:lnTo>
                <a:lnTo>
                  <a:pt x="537" y="7513"/>
                </a:lnTo>
                <a:lnTo>
                  <a:pt x="1256" y="5292"/>
                </a:lnTo>
                <a:lnTo>
                  <a:pt x="2171" y="2898"/>
                </a:lnTo>
                <a:lnTo>
                  <a:pt x="3889" y="1462"/>
                </a:lnTo>
                <a:lnTo>
                  <a:pt x="5639" y="0"/>
                </a:lnTo>
                <a:close/>
              </a:path>
            </a:pathLst>
          </a:custGeom>
          <a:solidFill>
            <a:srgbClr val="CAB3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5" name="contour_12173"/>
          <p:cNvSpPr/>
          <p:nvPr/>
        </p:nvSpPr>
        <p:spPr>
          <a:xfrm>
            <a:off x="7130086" y="2929773"/>
            <a:ext cx="58960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" y="0"/>
                </a:moveTo>
                <a:lnTo>
                  <a:pt x="4165" y="712"/>
                </a:lnTo>
                <a:lnTo>
                  <a:pt x="7332" y="1323"/>
                </a:lnTo>
                <a:lnTo>
                  <a:pt x="9849" y="1887"/>
                </a:lnTo>
                <a:lnTo>
                  <a:pt x="11828" y="2461"/>
                </a:lnTo>
                <a:lnTo>
                  <a:pt x="13377" y="3094"/>
                </a:lnTo>
                <a:lnTo>
                  <a:pt x="14605" y="3848"/>
                </a:lnTo>
                <a:lnTo>
                  <a:pt x="15622" y="4775"/>
                </a:lnTo>
                <a:lnTo>
                  <a:pt x="16540" y="5930"/>
                </a:lnTo>
                <a:lnTo>
                  <a:pt x="17467" y="7363"/>
                </a:lnTo>
                <a:lnTo>
                  <a:pt x="18514" y="9140"/>
                </a:lnTo>
                <a:lnTo>
                  <a:pt x="19360" y="11780"/>
                </a:lnTo>
                <a:lnTo>
                  <a:pt x="19963" y="13905"/>
                </a:lnTo>
                <a:lnTo>
                  <a:pt x="20612" y="16635"/>
                </a:lnTo>
                <a:lnTo>
                  <a:pt x="21600" y="21083"/>
                </a:lnTo>
                <a:lnTo>
                  <a:pt x="20065" y="21163"/>
                </a:lnTo>
                <a:lnTo>
                  <a:pt x="18530" y="21236"/>
                </a:lnTo>
                <a:lnTo>
                  <a:pt x="16994" y="21300"/>
                </a:lnTo>
                <a:lnTo>
                  <a:pt x="15459" y="21358"/>
                </a:lnTo>
                <a:lnTo>
                  <a:pt x="13924" y="21410"/>
                </a:lnTo>
                <a:lnTo>
                  <a:pt x="13288" y="21437"/>
                </a:lnTo>
                <a:lnTo>
                  <a:pt x="12170" y="21489"/>
                </a:lnTo>
                <a:lnTo>
                  <a:pt x="9607" y="21600"/>
                </a:lnTo>
                <a:lnTo>
                  <a:pt x="6894" y="21231"/>
                </a:lnTo>
                <a:lnTo>
                  <a:pt x="4990" y="20836"/>
                </a:lnTo>
                <a:lnTo>
                  <a:pt x="3631" y="20261"/>
                </a:lnTo>
                <a:lnTo>
                  <a:pt x="2560" y="19339"/>
                </a:lnTo>
                <a:lnTo>
                  <a:pt x="1517" y="17910"/>
                </a:lnTo>
                <a:lnTo>
                  <a:pt x="240" y="15813"/>
                </a:lnTo>
                <a:lnTo>
                  <a:pt x="80" y="11733"/>
                </a:lnTo>
                <a:lnTo>
                  <a:pt x="0" y="8871"/>
                </a:lnTo>
                <a:lnTo>
                  <a:pt x="0" y="6467"/>
                </a:lnTo>
                <a:lnTo>
                  <a:pt x="80" y="3763"/>
                </a:lnTo>
                <a:lnTo>
                  <a:pt x="240" y="0"/>
                </a:lnTo>
                <a:close/>
              </a:path>
            </a:pathLst>
          </a:custGeom>
          <a:solidFill>
            <a:srgbClr val="DD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6" name="contour_12174"/>
          <p:cNvSpPr/>
          <p:nvPr/>
        </p:nvSpPr>
        <p:spPr>
          <a:xfrm>
            <a:off x="4805873" y="2921406"/>
            <a:ext cx="43728" cy="30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4497" y="1021"/>
                </a:lnTo>
                <a:lnTo>
                  <a:pt x="16862" y="1849"/>
                </a:lnTo>
                <a:lnTo>
                  <a:pt x="18493" y="2755"/>
                </a:lnTo>
                <a:lnTo>
                  <a:pt x="19901" y="4036"/>
                </a:lnTo>
                <a:lnTo>
                  <a:pt x="21600" y="5978"/>
                </a:lnTo>
                <a:lnTo>
                  <a:pt x="21600" y="9071"/>
                </a:lnTo>
                <a:lnTo>
                  <a:pt x="21600" y="12170"/>
                </a:lnTo>
                <a:lnTo>
                  <a:pt x="21600" y="15289"/>
                </a:lnTo>
                <a:lnTo>
                  <a:pt x="21600" y="1842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8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83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06" y="14867"/>
                </a:lnTo>
                <a:lnTo>
                  <a:pt x="3056" y="9790"/>
                </a:lnTo>
                <a:lnTo>
                  <a:pt x="4180" y="6119"/>
                </a:lnTo>
                <a:lnTo>
                  <a:pt x="5206" y="3603"/>
                </a:lnTo>
                <a:lnTo>
                  <a:pt x="6264" y="1984"/>
                </a:lnTo>
                <a:lnTo>
                  <a:pt x="7477" y="1015"/>
                </a:lnTo>
                <a:lnTo>
                  <a:pt x="8975" y="437"/>
                </a:lnTo>
                <a:lnTo>
                  <a:pt x="10883" y="0"/>
                </a:lnTo>
                <a:close/>
              </a:path>
            </a:pathLst>
          </a:custGeom>
          <a:solidFill>
            <a:srgbClr val="C3C5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7" name="contour_12175"/>
          <p:cNvSpPr/>
          <p:nvPr/>
        </p:nvSpPr>
        <p:spPr>
          <a:xfrm>
            <a:off x="8138497" y="2886045"/>
            <a:ext cx="2926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75" y="0"/>
                </a:moveTo>
                <a:lnTo>
                  <a:pt x="12422" y="428"/>
                </a:lnTo>
                <a:lnTo>
                  <a:pt x="14590" y="774"/>
                </a:lnTo>
                <a:lnTo>
                  <a:pt x="16790" y="1225"/>
                </a:lnTo>
                <a:lnTo>
                  <a:pt x="20034" y="1964"/>
                </a:lnTo>
                <a:lnTo>
                  <a:pt x="20831" y="3287"/>
                </a:lnTo>
                <a:lnTo>
                  <a:pt x="21347" y="4628"/>
                </a:lnTo>
                <a:lnTo>
                  <a:pt x="21600" y="5981"/>
                </a:lnTo>
                <a:lnTo>
                  <a:pt x="21600" y="7342"/>
                </a:lnTo>
                <a:lnTo>
                  <a:pt x="21363" y="8707"/>
                </a:lnTo>
                <a:lnTo>
                  <a:pt x="20906" y="10070"/>
                </a:lnTo>
                <a:lnTo>
                  <a:pt x="20244" y="11428"/>
                </a:lnTo>
                <a:lnTo>
                  <a:pt x="19389" y="12777"/>
                </a:lnTo>
                <a:lnTo>
                  <a:pt x="18361" y="14113"/>
                </a:lnTo>
                <a:lnTo>
                  <a:pt x="17167" y="15430"/>
                </a:lnTo>
                <a:lnTo>
                  <a:pt x="15822" y="16726"/>
                </a:lnTo>
                <a:lnTo>
                  <a:pt x="14348" y="17995"/>
                </a:lnTo>
                <a:lnTo>
                  <a:pt x="12756" y="19234"/>
                </a:lnTo>
                <a:lnTo>
                  <a:pt x="11061" y="20436"/>
                </a:lnTo>
                <a:lnTo>
                  <a:pt x="9275" y="21600"/>
                </a:lnTo>
                <a:lnTo>
                  <a:pt x="6606" y="21600"/>
                </a:lnTo>
                <a:lnTo>
                  <a:pt x="3895" y="21600"/>
                </a:lnTo>
                <a:lnTo>
                  <a:pt x="2867" y="20057"/>
                </a:lnTo>
                <a:lnTo>
                  <a:pt x="1980" y="18576"/>
                </a:lnTo>
                <a:lnTo>
                  <a:pt x="1248" y="17148"/>
                </a:lnTo>
                <a:lnTo>
                  <a:pt x="678" y="15764"/>
                </a:lnTo>
                <a:lnTo>
                  <a:pt x="269" y="14421"/>
                </a:lnTo>
                <a:lnTo>
                  <a:pt x="43" y="13107"/>
                </a:lnTo>
                <a:lnTo>
                  <a:pt x="0" y="11817"/>
                </a:lnTo>
                <a:lnTo>
                  <a:pt x="145" y="10541"/>
                </a:lnTo>
                <a:lnTo>
                  <a:pt x="495" y="9274"/>
                </a:lnTo>
                <a:lnTo>
                  <a:pt x="1060" y="8008"/>
                </a:lnTo>
                <a:lnTo>
                  <a:pt x="1835" y="6735"/>
                </a:lnTo>
                <a:lnTo>
                  <a:pt x="2841" y="5447"/>
                </a:lnTo>
                <a:lnTo>
                  <a:pt x="4078" y="4137"/>
                </a:lnTo>
                <a:lnTo>
                  <a:pt x="5557" y="2798"/>
                </a:lnTo>
                <a:lnTo>
                  <a:pt x="7284" y="1422"/>
                </a:lnTo>
                <a:lnTo>
                  <a:pt x="9275" y="0"/>
                </a:lnTo>
                <a:close/>
              </a:path>
            </a:pathLst>
          </a:custGeom>
          <a:solidFill>
            <a:srgbClr val="E3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8" name="contour_12176"/>
          <p:cNvSpPr/>
          <p:nvPr/>
        </p:nvSpPr>
        <p:spPr>
          <a:xfrm>
            <a:off x="4576600" y="2901553"/>
            <a:ext cx="47073" cy="427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08"/>
                </a:moveTo>
                <a:lnTo>
                  <a:pt x="20864" y="4017"/>
                </a:lnTo>
                <a:lnTo>
                  <a:pt x="20125" y="4830"/>
                </a:lnTo>
                <a:lnTo>
                  <a:pt x="19105" y="5952"/>
                </a:lnTo>
                <a:lnTo>
                  <a:pt x="17523" y="7692"/>
                </a:lnTo>
                <a:lnTo>
                  <a:pt x="15106" y="10351"/>
                </a:lnTo>
                <a:lnTo>
                  <a:pt x="11567" y="14243"/>
                </a:lnTo>
                <a:lnTo>
                  <a:pt x="13778" y="14243"/>
                </a:lnTo>
                <a:lnTo>
                  <a:pt x="16002" y="14243"/>
                </a:lnTo>
                <a:lnTo>
                  <a:pt x="18256" y="14243"/>
                </a:lnTo>
                <a:lnTo>
                  <a:pt x="18256" y="16675"/>
                </a:lnTo>
                <a:lnTo>
                  <a:pt x="18256" y="19121"/>
                </a:lnTo>
                <a:lnTo>
                  <a:pt x="18256" y="21600"/>
                </a:lnTo>
                <a:lnTo>
                  <a:pt x="16072" y="21416"/>
                </a:lnTo>
                <a:lnTo>
                  <a:pt x="13928" y="21192"/>
                </a:lnTo>
                <a:lnTo>
                  <a:pt x="11818" y="20912"/>
                </a:lnTo>
                <a:lnTo>
                  <a:pt x="9732" y="20555"/>
                </a:lnTo>
                <a:lnTo>
                  <a:pt x="7668" y="20096"/>
                </a:lnTo>
                <a:lnTo>
                  <a:pt x="5618" y="19518"/>
                </a:lnTo>
                <a:lnTo>
                  <a:pt x="3575" y="18801"/>
                </a:lnTo>
                <a:lnTo>
                  <a:pt x="1535" y="17922"/>
                </a:lnTo>
                <a:lnTo>
                  <a:pt x="665" y="15578"/>
                </a:lnTo>
                <a:lnTo>
                  <a:pt x="177" y="13449"/>
                </a:lnTo>
                <a:lnTo>
                  <a:pt x="0" y="11359"/>
                </a:lnTo>
                <a:lnTo>
                  <a:pt x="70" y="9141"/>
                </a:lnTo>
                <a:lnTo>
                  <a:pt x="321" y="6614"/>
                </a:lnTo>
                <a:lnTo>
                  <a:pt x="1090" y="4598"/>
                </a:lnTo>
                <a:lnTo>
                  <a:pt x="1933" y="3259"/>
                </a:lnTo>
                <a:lnTo>
                  <a:pt x="3368" y="2001"/>
                </a:lnTo>
                <a:lnTo>
                  <a:pt x="5923" y="221"/>
                </a:lnTo>
                <a:lnTo>
                  <a:pt x="8464" y="0"/>
                </a:lnTo>
                <a:lnTo>
                  <a:pt x="10768" y="4"/>
                </a:lnTo>
                <a:lnTo>
                  <a:pt x="12915" y="221"/>
                </a:lnTo>
                <a:lnTo>
                  <a:pt x="14992" y="651"/>
                </a:lnTo>
                <a:lnTo>
                  <a:pt x="17075" y="1295"/>
                </a:lnTo>
                <a:lnTo>
                  <a:pt x="19249" y="2148"/>
                </a:lnTo>
                <a:lnTo>
                  <a:pt x="21600" y="3208"/>
                </a:lnTo>
                <a:close/>
              </a:path>
            </a:pathLst>
          </a:custGeom>
          <a:solidFill>
            <a:srgbClr val="574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79" name="contour_12177"/>
          <p:cNvSpPr/>
          <p:nvPr/>
        </p:nvSpPr>
        <p:spPr>
          <a:xfrm>
            <a:off x="5716770" y="2893333"/>
            <a:ext cx="37198" cy="533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9048" y="1400"/>
                </a:lnTo>
                <a:lnTo>
                  <a:pt x="9573" y="2809"/>
                </a:lnTo>
                <a:lnTo>
                  <a:pt x="10110" y="4239"/>
                </a:lnTo>
                <a:lnTo>
                  <a:pt x="11710" y="6925"/>
                </a:lnTo>
                <a:lnTo>
                  <a:pt x="12988" y="8452"/>
                </a:lnTo>
                <a:lnTo>
                  <a:pt x="14609" y="9395"/>
                </a:lnTo>
                <a:lnTo>
                  <a:pt x="17250" y="10318"/>
                </a:lnTo>
                <a:lnTo>
                  <a:pt x="19222" y="11049"/>
                </a:lnTo>
                <a:lnTo>
                  <a:pt x="21219" y="11792"/>
                </a:lnTo>
                <a:lnTo>
                  <a:pt x="21473" y="14074"/>
                </a:lnTo>
                <a:lnTo>
                  <a:pt x="21600" y="15675"/>
                </a:lnTo>
                <a:lnTo>
                  <a:pt x="21600" y="17019"/>
                </a:lnTo>
                <a:lnTo>
                  <a:pt x="21473" y="18531"/>
                </a:lnTo>
                <a:lnTo>
                  <a:pt x="21219" y="20636"/>
                </a:lnTo>
                <a:lnTo>
                  <a:pt x="16374" y="21173"/>
                </a:lnTo>
                <a:lnTo>
                  <a:pt x="12967" y="21494"/>
                </a:lnTo>
                <a:lnTo>
                  <a:pt x="10525" y="21600"/>
                </a:lnTo>
                <a:lnTo>
                  <a:pt x="8578" y="21494"/>
                </a:lnTo>
                <a:lnTo>
                  <a:pt x="6657" y="21173"/>
                </a:lnTo>
                <a:lnTo>
                  <a:pt x="4291" y="20636"/>
                </a:lnTo>
                <a:lnTo>
                  <a:pt x="3043" y="18852"/>
                </a:lnTo>
                <a:lnTo>
                  <a:pt x="2036" y="17075"/>
                </a:lnTo>
                <a:lnTo>
                  <a:pt x="1257" y="15291"/>
                </a:lnTo>
                <a:lnTo>
                  <a:pt x="681" y="13493"/>
                </a:lnTo>
                <a:lnTo>
                  <a:pt x="292" y="11665"/>
                </a:lnTo>
                <a:lnTo>
                  <a:pt x="72" y="9799"/>
                </a:lnTo>
                <a:lnTo>
                  <a:pt x="0" y="7880"/>
                </a:lnTo>
                <a:lnTo>
                  <a:pt x="59" y="5896"/>
                </a:lnTo>
                <a:lnTo>
                  <a:pt x="2425" y="3629"/>
                </a:lnTo>
                <a:lnTo>
                  <a:pt x="4092" y="2258"/>
                </a:lnTo>
                <a:lnTo>
                  <a:pt x="5861" y="1232"/>
                </a:lnTo>
                <a:lnTo>
                  <a:pt x="8523" y="0"/>
                </a:lnTo>
                <a:close/>
              </a:path>
            </a:pathLst>
          </a:custGeom>
          <a:solidFill>
            <a:srgbClr val="BFC0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0" name="contour_12178"/>
          <p:cNvSpPr/>
          <p:nvPr/>
        </p:nvSpPr>
        <p:spPr>
          <a:xfrm>
            <a:off x="3924026" y="288604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536"/>
                </a:lnTo>
                <a:lnTo>
                  <a:pt x="8057" y="1071"/>
                </a:lnTo>
                <a:lnTo>
                  <a:pt x="10292" y="1607"/>
                </a:lnTo>
                <a:lnTo>
                  <a:pt x="12532" y="2143"/>
                </a:lnTo>
                <a:lnTo>
                  <a:pt x="14782" y="2683"/>
                </a:lnTo>
                <a:lnTo>
                  <a:pt x="17042" y="3227"/>
                </a:lnTo>
                <a:lnTo>
                  <a:pt x="19314" y="3771"/>
                </a:lnTo>
                <a:lnTo>
                  <a:pt x="21600" y="4320"/>
                </a:lnTo>
                <a:lnTo>
                  <a:pt x="21006" y="7171"/>
                </a:lnTo>
                <a:lnTo>
                  <a:pt x="20412" y="10027"/>
                </a:lnTo>
                <a:lnTo>
                  <a:pt x="19814" y="12895"/>
                </a:lnTo>
                <a:lnTo>
                  <a:pt x="19213" y="15777"/>
                </a:lnTo>
                <a:lnTo>
                  <a:pt x="18608" y="18675"/>
                </a:lnTo>
                <a:lnTo>
                  <a:pt x="18000" y="21600"/>
                </a:lnTo>
                <a:lnTo>
                  <a:pt x="16992" y="21116"/>
                </a:lnTo>
                <a:lnTo>
                  <a:pt x="16049" y="20663"/>
                </a:lnTo>
                <a:lnTo>
                  <a:pt x="14962" y="20144"/>
                </a:lnTo>
                <a:lnTo>
                  <a:pt x="13522" y="19449"/>
                </a:lnTo>
                <a:lnTo>
                  <a:pt x="11516" y="18490"/>
                </a:lnTo>
                <a:lnTo>
                  <a:pt x="8737" y="17155"/>
                </a:lnTo>
                <a:lnTo>
                  <a:pt x="4968" y="15345"/>
                </a:lnTo>
                <a:lnTo>
                  <a:pt x="0" y="12960"/>
                </a:lnTo>
                <a:lnTo>
                  <a:pt x="713" y="10394"/>
                </a:lnTo>
                <a:lnTo>
                  <a:pt x="1429" y="7819"/>
                </a:lnTo>
                <a:lnTo>
                  <a:pt x="2146" y="5236"/>
                </a:lnTo>
                <a:lnTo>
                  <a:pt x="2869" y="2631"/>
                </a:lnTo>
                <a:lnTo>
                  <a:pt x="3600" y="0"/>
                </a:lnTo>
                <a:close/>
              </a:path>
            </a:pathLst>
          </a:custGeom>
          <a:solidFill>
            <a:srgbClr val="3631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1" name="contour_12179"/>
          <p:cNvSpPr/>
          <p:nvPr/>
        </p:nvSpPr>
        <p:spPr>
          <a:xfrm>
            <a:off x="3814706" y="286418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28" y="241"/>
                </a:lnTo>
                <a:lnTo>
                  <a:pt x="6872" y="475"/>
                </a:lnTo>
                <a:lnTo>
                  <a:pt x="8932" y="793"/>
                </a:lnTo>
                <a:lnTo>
                  <a:pt x="10609" y="1277"/>
                </a:lnTo>
                <a:lnTo>
                  <a:pt x="12298" y="2012"/>
                </a:lnTo>
                <a:lnTo>
                  <a:pt x="14400" y="3086"/>
                </a:lnTo>
                <a:lnTo>
                  <a:pt x="15516" y="5073"/>
                </a:lnTo>
                <a:lnTo>
                  <a:pt x="16524" y="7072"/>
                </a:lnTo>
                <a:lnTo>
                  <a:pt x="17438" y="9087"/>
                </a:lnTo>
                <a:lnTo>
                  <a:pt x="18270" y="11121"/>
                </a:lnTo>
                <a:lnTo>
                  <a:pt x="19033" y="13173"/>
                </a:lnTo>
                <a:lnTo>
                  <a:pt x="19735" y="15243"/>
                </a:lnTo>
                <a:lnTo>
                  <a:pt x="20390" y="17339"/>
                </a:lnTo>
                <a:lnTo>
                  <a:pt x="21006" y="19455"/>
                </a:lnTo>
                <a:lnTo>
                  <a:pt x="21600" y="21600"/>
                </a:lnTo>
                <a:lnTo>
                  <a:pt x="19177" y="21066"/>
                </a:lnTo>
                <a:lnTo>
                  <a:pt x="16819" y="20498"/>
                </a:lnTo>
                <a:lnTo>
                  <a:pt x="14519" y="19881"/>
                </a:lnTo>
                <a:lnTo>
                  <a:pt x="12265" y="19193"/>
                </a:lnTo>
                <a:lnTo>
                  <a:pt x="10055" y="18419"/>
                </a:lnTo>
                <a:lnTo>
                  <a:pt x="7880" y="17545"/>
                </a:lnTo>
                <a:lnTo>
                  <a:pt x="5731" y="16555"/>
                </a:lnTo>
                <a:lnTo>
                  <a:pt x="3600" y="15429"/>
                </a:lnTo>
                <a:lnTo>
                  <a:pt x="2700" y="13534"/>
                </a:lnTo>
                <a:lnTo>
                  <a:pt x="1962" y="11652"/>
                </a:lnTo>
                <a:lnTo>
                  <a:pt x="1372" y="9772"/>
                </a:lnTo>
                <a:lnTo>
                  <a:pt x="911" y="7881"/>
                </a:lnTo>
                <a:lnTo>
                  <a:pt x="562" y="5971"/>
                </a:lnTo>
                <a:lnTo>
                  <a:pt x="306" y="4030"/>
                </a:lnTo>
                <a:lnTo>
                  <a:pt x="122" y="2043"/>
                </a:lnTo>
                <a:lnTo>
                  <a:pt x="0" y="0"/>
                </a:lnTo>
                <a:close/>
              </a:path>
            </a:pathLst>
          </a:custGeom>
          <a:solidFill>
            <a:srgbClr val="48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2" name="contour_12180"/>
          <p:cNvSpPr/>
          <p:nvPr/>
        </p:nvSpPr>
        <p:spPr>
          <a:xfrm>
            <a:off x="10045939" y="2864181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713"/>
                </a:lnTo>
                <a:lnTo>
                  <a:pt x="3564" y="1426"/>
                </a:lnTo>
                <a:lnTo>
                  <a:pt x="5349" y="2138"/>
                </a:lnTo>
                <a:lnTo>
                  <a:pt x="7136" y="2856"/>
                </a:lnTo>
                <a:lnTo>
                  <a:pt x="8926" y="3568"/>
                </a:lnTo>
                <a:lnTo>
                  <a:pt x="10719" y="4290"/>
                </a:lnTo>
                <a:lnTo>
                  <a:pt x="12517" y="5007"/>
                </a:lnTo>
                <a:lnTo>
                  <a:pt x="14321" y="5728"/>
                </a:lnTo>
                <a:lnTo>
                  <a:pt x="16130" y="6450"/>
                </a:lnTo>
                <a:lnTo>
                  <a:pt x="17944" y="7180"/>
                </a:lnTo>
                <a:lnTo>
                  <a:pt x="19769" y="7906"/>
                </a:lnTo>
                <a:lnTo>
                  <a:pt x="21600" y="8640"/>
                </a:lnTo>
                <a:lnTo>
                  <a:pt x="19146" y="12921"/>
                </a:lnTo>
                <a:lnTo>
                  <a:pt x="17434" y="15872"/>
                </a:lnTo>
                <a:lnTo>
                  <a:pt x="16238" y="17855"/>
                </a:lnTo>
                <a:lnTo>
                  <a:pt x="15333" y="19233"/>
                </a:lnTo>
                <a:lnTo>
                  <a:pt x="14496" y="20360"/>
                </a:lnTo>
                <a:lnTo>
                  <a:pt x="13500" y="21600"/>
                </a:lnTo>
                <a:lnTo>
                  <a:pt x="11715" y="21600"/>
                </a:lnTo>
                <a:lnTo>
                  <a:pt x="9920" y="21600"/>
                </a:lnTo>
                <a:lnTo>
                  <a:pt x="8100" y="21600"/>
                </a:lnTo>
                <a:lnTo>
                  <a:pt x="8100" y="18744"/>
                </a:lnTo>
                <a:lnTo>
                  <a:pt x="8100" y="15872"/>
                </a:lnTo>
                <a:lnTo>
                  <a:pt x="8100" y="12960"/>
                </a:lnTo>
                <a:lnTo>
                  <a:pt x="6496" y="12960"/>
                </a:lnTo>
                <a:lnTo>
                  <a:pt x="4887" y="12960"/>
                </a:lnTo>
                <a:lnTo>
                  <a:pt x="3272" y="12960"/>
                </a:lnTo>
                <a:lnTo>
                  <a:pt x="1644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6C6A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3" name="contour_12181"/>
          <p:cNvSpPr/>
          <p:nvPr/>
        </p:nvSpPr>
        <p:spPr>
          <a:xfrm>
            <a:off x="7990725" y="2820453"/>
            <a:ext cx="3644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548" y="1337"/>
                </a:lnTo>
                <a:lnTo>
                  <a:pt x="17816" y="2673"/>
                </a:lnTo>
                <a:lnTo>
                  <a:pt x="18084" y="4012"/>
                </a:lnTo>
                <a:lnTo>
                  <a:pt x="18351" y="5349"/>
                </a:lnTo>
                <a:lnTo>
                  <a:pt x="18619" y="6688"/>
                </a:lnTo>
                <a:lnTo>
                  <a:pt x="18887" y="8031"/>
                </a:lnTo>
                <a:lnTo>
                  <a:pt x="19155" y="9374"/>
                </a:lnTo>
                <a:lnTo>
                  <a:pt x="19423" y="10719"/>
                </a:lnTo>
                <a:lnTo>
                  <a:pt x="19695" y="12067"/>
                </a:lnTo>
                <a:lnTo>
                  <a:pt x="19963" y="13418"/>
                </a:lnTo>
                <a:lnTo>
                  <a:pt x="20235" y="14772"/>
                </a:lnTo>
                <a:lnTo>
                  <a:pt x="20507" y="16129"/>
                </a:lnTo>
                <a:lnTo>
                  <a:pt x="20779" y="17490"/>
                </a:lnTo>
                <a:lnTo>
                  <a:pt x="21051" y="18855"/>
                </a:lnTo>
                <a:lnTo>
                  <a:pt x="21324" y="20225"/>
                </a:lnTo>
                <a:lnTo>
                  <a:pt x="21600" y="21600"/>
                </a:lnTo>
                <a:lnTo>
                  <a:pt x="18926" y="21357"/>
                </a:lnTo>
                <a:lnTo>
                  <a:pt x="16252" y="21113"/>
                </a:lnTo>
                <a:lnTo>
                  <a:pt x="13569" y="20870"/>
                </a:lnTo>
                <a:lnTo>
                  <a:pt x="10882" y="20626"/>
                </a:lnTo>
                <a:lnTo>
                  <a:pt x="8182" y="20381"/>
                </a:lnTo>
                <a:lnTo>
                  <a:pt x="5469" y="20133"/>
                </a:lnTo>
                <a:lnTo>
                  <a:pt x="2743" y="19886"/>
                </a:lnTo>
                <a:lnTo>
                  <a:pt x="0" y="19636"/>
                </a:lnTo>
                <a:lnTo>
                  <a:pt x="2009" y="18602"/>
                </a:lnTo>
                <a:lnTo>
                  <a:pt x="4052" y="17551"/>
                </a:lnTo>
                <a:lnTo>
                  <a:pt x="5676" y="16359"/>
                </a:lnTo>
                <a:lnTo>
                  <a:pt x="7055" y="15118"/>
                </a:lnTo>
                <a:lnTo>
                  <a:pt x="8208" y="13836"/>
                </a:lnTo>
                <a:lnTo>
                  <a:pt x="9163" y="12518"/>
                </a:lnTo>
                <a:lnTo>
                  <a:pt x="9949" y="11169"/>
                </a:lnTo>
                <a:lnTo>
                  <a:pt x="10584" y="9797"/>
                </a:lnTo>
                <a:lnTo>
                  <a:pt x="11094" y="8404"/>
                </a:lnTo>
                <a:lnTo>
                  <a:pt x="11508" y="7000"/>
                </a:lnTo>
                <a:lnTo>
                  <a:pt x="11845" y="5590"/>
                </a:lnTo>
                <a:lnTo>
                  <a:pt x="12135" y="4181"/>
                </a:lnTo>
                <a:lnTo>
                  <a:pt x="12403" y="2773"/>
                </a:lnTo>
                <a:lnTo>
                  <a:pt x="12666" y="1378"/>
                </a:lnTo>
                <a:lnTo>
                  <a:pt x="12960" y="0"/>
                </a:lnTo>
                <a:close/>
              </a:path>
            </a:pathLst>
          </a:custGeom>
          <a:solidFill>
            <a:srgbClr val="D7E2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4" name="contour_12182"/>
          <p:cNvSpPr/>
          <p:nvPr/>
        </p:nvSpPr>
        <p:spPr>
          <a:xfrm>
            <a:off x="4696553" y="2863926"/>
            <a:ext cx="43728" cy="294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7"/>
                </a:moveTo>
                <a:lnTo>
                  <a:pt x="21600" y="3720"/>
                </a:lnTo>
                <a:lnTo>
                  <a:pt x="21600" y="7259"/>
                </a:lnTo>
                <a:lnTo>
                  <a:pt x="21600" y="10813"/>
                </a:lnTo>
                <a:lnTo>
                  <a:pt x="21600" y="14384"/>
                </a:lnTo>
                <a:lnTo>
                  <a:pt x="21600" y="17976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123" y="15299"/>
                </a:lnTo>
                <a:lnTo>
                  <a:pt x="1994" y="10931"/>
                </a:lnTo>
                <a:lnTo>
                  <a:pt x="2808" y="7949"/>
                </a:lnTo>
                <a:lnTo>
                  <a:pt x="3744" y="5814"/>
                </a:lnTo>
                <a:lnTo>
                  <a:pt x="4997" y="3961"/>
                </a:lnTo>
                <a:lnTo>
                  <a:pt x="6750" y="1858"/>
                </a:lnTo>
                <a:lnTo>
                  <a:pt x="9245" y="985"/>
                </a:lnTo>
                <a:lnTo>
                  <a:pt x="11689" y="418"/>
                </a:lnTo>
                <a:lnTo>
                  <a:pt x="14112" y="107"/>
                </a:lnTo>
                <a:lnTo>
                  <a:pt x="16549" y="0"/>
                </a:lnTo>
                <a:lnTo>
                  <a:pt x="19037" y="43"/>
                </a:lnTo>
                <a:lnTo>
                  <a:pt x="21600" y="187"/>
                </a:lnTo>
                <a:close/>
              </a:path>
            </a:pathLst>
          </a:custGeom>
          <a:solidFill>
            <a:srgbClr val="999C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5" name="contour_12183"/>
          <p:cNvSpPr/>
          <p:nvPr/>
        </p:nvSpPr>
        <p:spPr>
          <a:xfrm>
            <a:off x="7881406" y="2863867"/>
            <a:ext cx="65592" cy="306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935" y="0"/>
                </a:moveTo>
                <a:lnTo>
                  <a:pt x="16243" y="764"/>
                </a:lnTo>
                <a:lnTo>
                  <a:pt x="17244" y="1426"/>
                </a:lnTo>
                <a:lnTo>
                  <a:pt x="18257" y="2236"/>
                </a:lnTo>
                <a:lnTo>
                  <a:pt x="19603" y="3462"/>
                </a:lnTo>
                <a:lnTo>
                  <a:pt x="21600" y="5349"/>
                </a:lnTo>
                <a:lnTo>
                  <a:pt x="20784" y="9938"/>
                </a:lnTo>
                <a:lnTo>
                  <a:pt x="20155" y="13144"/>
                </a:lnTo>
                <a:lnTo>
                  <a:pt x="19574" y="15405"/>
                </a:lnTo>
                <a:lnTo>
                  <a:pt x="18910" y="17133"/>
                </a:lnTo>
                <a:lnTo>
                  <a:pt x="18029" y="18769"/>
                </a:lnTo>
                <a:lnTo>
                  <a:pt x="16800" y="20733"/>
                </a:lnTo>
                <a:lnTo>
                  <a:pt x="15110" y="21103"/>
                </a:lnTo>
                <a:lnTo>
                  <a:pt x="13430" y="21364"/>
                </a:lnTo>
                <a:lnTo>
                  <a:pt x="11753" y="21523"/>
                </a:lnTo>
                <a:lnTo>
                  <a:pt x="10078" y="21600"/>
                </a:lnTo>
                <a:lnTo>
                  <a:pt x="8405" y="21595"/>
                </a:lnTo>
                <a:lnTo>
                  <a:pt x="6732" y="21518"/>
                </a:lnTo>
                <a:lnTo>
                  <a:pt x="5057" y="21385"/>
                </a:lnTo>
                <a:lnTo>
                  <a:pt x="3377" y="21205"/>
                </a:lnTo>
                <a:lnTo>
                  <a:pt x="1692" y="20985"/>
                </a:lnTo>
                <a:lnTo>
                  <a:pt x="0" y="20733"/>
                </a:lnTo>
                <a:lnTo>
                  <a:pt x="2484" y="15672"/>
                </a:lnTo>
                <a:lnTo>
                  <a:pt x="4543" y="11523"/>
                </a:lnTo>
                <a:lnTo>
                  <a:pt x="6240" y="8200"/>
                </a:lnTo>
                <a:lnTo>
                  <a:pt x="7644" y="5605"/>
                </a:lnTo>
                <a:lnTo>
                  <a:pt x="8825" y="3641"/>
                </a:lnTo>
                <a:lnTo>
                  <a:pt x="9845" y="2226"/>
                </a:lnTo>
                <a:lnTo>
                  <a:pt x="10776" y="1256"/>
                </a:lnTo>
                <a:lnTo>
                  <a:pt x="11683" y="641"/>
                </a:lnTo>
                <a:lnTo>
                  <a:pt x="12634" y="292"/>
                </a:lnTo>
                <a:lnTo>
                  <a:pt x="13694" y="108"/>
                </a:lnTo>
                <a:lnTo>
                  <a:pt x="14935" y="0"/>
                </a:lnTo>
                <a:close/>
              </a:path>
            </a:pathLst>
          </a:custGeom>
          <a:solidFill>
            <a:srgbClr val="E9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6" name="contour_12184"/>
          <p:cNvSpPr/>
          <p:nvPr/>
        </p:nvSpPr>
        <p:spPr>
          <a:xfrm>
            <a:off x="1591869" y="2864035"/>
            <a:ext cx="72880" cy="292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7"/>
                </a:moveTo>
                <a:lnTo>
                  <a:pt x="21388" y="3944"/>
                </a:lnTo>
                <a:lnTo>
                  <a:pt x="21170" y="6700"/>
                </a:lnTo>
                <a:lnTo>
                  <a:pt x="20842" y="9150"/>
                </a:lnTo>
                <a:lnTo>
                  <a:pt x="20300" y="12068"/>
                </a:lnTo>
                <a:lnTo>
                  <a:pt x="19440" y="16227"/>
                </a:lnTo>
                <a:lnTo>
                  <a:pt x="18114" y="17318"/>
                </a:lnTo>
                <a:lnTo>
                  <a:pt x="16785" y="18253"/>
                </a:lnTo>
                <a:lnTo>
                  <a:pt x="15450" y="19048"/>
                </a:lnTo>
                <a:lnTo>
                  <a:pt x="14111" y="19719"/>
                </a:lnTo>
                <a:lnTo>
                  <a:pt x="12761" y="20294"/>
                </a:lnTo>
                <a:lnTo>
                  <a:pt x="11400" y="20783"/>
                </a:lnTo>
                <a:lnTo>
                  <a:pt x="10029" y="21213"/>
                </a:lnTo>
                <a:lnTo>
                  <a:pt x="8640" y="21600"/>
                </a:lnTo>
                <a:lnTo>
                  <a:pt x="8640" y="18048"/>
                </a:lnTo>
                <a:lnTo>
                  <a:pt x="8640" y="14475"/>
                </a:lnTo>
                <a:lnTo>
                  <a:pt x="8640" y="10854"/>
                </a:lnTo>
                <a:lnTo>
                  <a:pt x="7221" y="9247"/>
                </a:lnTo>
                <a:lnTo>
                  <a:pt x="6100" y="8377"/>
                </a:lnTo>
                <a:lnTo>
                  <a:pt x="4320" y="7496"/>
                </a:lnTo>
                <a:lnTo>
                  <a:pt x="3115" y="6888"/>
                </a:lnTo>
                <a:lnTo>
                  <a:pt x="1890" y="6276"/>
                </a:lnTo>
                <a:lnTo>
                  <a:pt x="953" y="5878"/>
                </a:lnTo>
                <a:lnTo>
                  <a:pt x="0" y="5481"/>
                </a:lnTo>
                <a:lnTo>
                  <a:pt x="1452" y="4814"/>
                </a:lnTo>
                <a:lnTo>
                  <a:pt x="2894" y="4170"/>
                </a:lnTo>
                <a:lnTo>
                  <a:pt x="4331" y="3557"/>
                </a:lnTo>
                <a:lnTo>
                  <a:pt x="5761" y="2971"/>
                </a:lnTo>
                <a:lnTo>
                  <a:pt x="7188" y="2429"/>
                </a:lnTo>
                <a:lnTo>
                  <a:pt x="8614" y="1924"/>
                </a:lnTo>
                <a:lnTo>
                  <a:pt x="10038" y="1467"/>
                </a:lnTo>
                <a:lnTo>
                  <a:pt x="11463" y="1064"/>
                </a:lnTo>
                <a:lnTo>
                  <a:pt x="12891" y="720"/>
                </a:lnTo>
                <a:lnTo>
                  <a:pt x="14323" y="435"/>
                </a:lnTo>
                <a:lnTo>
                  <a:pt x="15759" y="215"/>
                </a:lnTo>
                <a:lnTo>
                  <a:pt x="17204" y="70"/>
                </a:lnTo>
                <a:lnTo>
                  <a:pt x="18658" y="0"/>
                </a:lnTo>
                <a:lnTo>
                  <a:pt x="20123" y="11"/>
                </a:lnTo>
                <a:lnTo>
                  <a:pt x="21600" y="107"/>
                </a:lnTo>
                <a:close/>
              </a:path>
            </a:pathLst>
          </a:custGeom>
          <a:solidFill>
            <a:srgbClr val="B8AF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7" name="contour_12185"/>
          <p:cNvSpPr/>
          <p:nvPr/>
        </p:nvSpPr>
        <p:spPr>
          <a:xfrm>
            <a:off x="7087014" y="2805877"/>
            <a:ext cx="50345" cy="58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61" y="0"/>
                </a:moveTo>
                <a:lnTo>
                  <a:pt x="19396" y="1775"/>
                </a:lnTo>
                <a:lnTo>
                  <a:pt x="19965" y="3466"/>
                </a:lnTo>
                <a:lnTo>
                  <a:pt x="20465" y="5102"/>
                </a:lnTo>
                <a:lnTo>
                  <a:pt x="20884" y="6708"/>
                </a:lnTo>
                <a:lnTo>
                  <a:pt x="21215" y="8309"/>
                </a:lnTo>
                <a:lnTo>
                  <a:pt x="21450" y="9931"/>
                </a:lnTo>
                <a:lnTo>
                  <a:pt x="21581" y="11604"/>
                </a:lnTo>
                <a:lnTo>
                  <a:pt x="21600" y="13352"/>
                </a:lnTo>
                <a:lnTo>
                  <a:pt x="21497" y="15202"/>
                </a:lnTo>
                <a:lnTo>
                  <a:pt x="20015" y="16867"/>
                </a:lnTo>
                <a:lnTo>
                  <a:pt x="18483" y="18152"/>
                </a:lnTo>
                <a:lnTo>
                  <a:pt x="16872" y="19125"/>
                </a:lnTo>
                <a:lnTo>
                  <a:pt x="15159" y="19849"/>
                </a:lnTo>
                <a:lnTo>
                  <a:pt x="13317" y="20392"/>
                </a:lnTo>
                <a:lnTo>
                  <a:pt x="11319" y="20820"/>
                </a:lnTo>
                <a:lnTo>
                  <a:pt x="9133" y="21202"/>
                </a:lnTo>
                <a:lnTo>
                  <a:pt x="6741" y="21600"/>
                </a:lnTo>
                <a:lnTo>
                  <a:pt x="4947" y="21490"/>
                </a:lnTo>
                <a:lnTo>
                  <a:pt x="3127" y="21381"/>
                </a:lnTo>
                <a:lnTo>
                  <a:pt x="1904" y="19911"/>
                </a:lnTo>
                <a:lnTo>
                  <a:pt x="1169" y="18863"/>
                </a:lnTo>
                <a:lnTo>
                  <a:pt x="632" y="17741"/>
                </a:lnTo>
                <a:lnTo>
                  <a:pt x="0" y="16036"/>
                </a:lnTo>
                <a:lnTo>
                  <a:pt x="378" y="14355"/>
                </a:lnTo>
                <a:lnTo>
                  <a:pt x="832" y="13240"/>
                </a:lnTo>
                <a:lnTo>
                  <a:pt x="1651" y="12184"/>
                </a:lnTo>
                <a:lnTo>
                  <a:pt x="3127" y="10690"/>
                </a:lnTo>
                <a:lnTo>
                  <a:pt x="5287" y="10215"/>
                </a:lnTo>
                <a:lnTo>
                  <a:pt x="6910" y="9913"/>
                </a:lnTo>
                <a:lnTo>
                  <a:pt x="9380" y="9520"/>
                </a:lnTo>
                <a:lnTo>
                  <a:pt x="11860" y="9090"/>
                </a:lnTo>
                <a:lnTo>
                  <a:pt x="13480" y="8699"/>
                </a:lnTo>
                <a:lnTo>
                  <a:pt x="15634" y="8018"/>
                </a:lnTo>
                <a:lnTo>
                  <a:pt x="16785" y="5949"/>
                </a:lnTo>
                <a:lnTo>
                  <a:pt x="17523" y="4498"/>
                </a:lnTo>
                <a:lnTo>
                  <a:pt x="17998" y="3279"/>
                </a:lnTo>
                <a:lnTo>
                  <a:pt x="18361" y="1908"/>
                </a:lnTo>
                <a:lnTo>
                  <a:pt x="18761" y="0"/>
                </a:lnTo>
                <a:close/>
              </a:path>
            </a:pathLst>
          </a:custGeom>
          <a:solidFill>
            <a:srgbClr val="C6D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8" name="contour_12186"/>
          <p:cNvSpPr/>
          <p:nvPr/>
        </p:nvSpPr>
        <p:spPr>
          <a:xfrm>
            <a:off x="4288426" y="2812778"/>
            <a:ext cx="37351" cy="60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9"/>
                </a:moveTo>
                <a:lnTo>
                  <a:pt x="2984" y="45"/>
                </a:lnTo>
                <a:lnTo>
                  <a:pt x="5138" y="0"/>
                </a:lnTo>
                <a:lnTo>
                  <a:pt x="7060" y="0"/>
                </a:lnTo>
                <a:lnTo>
                  <a:pt x="9356" y="45"/>
                </a:lnTo>
                <a:lnTo>
                  <a:pt x="12644" y="139"/>
                </a:lnTo>
                <a:lnTo>
                  <a:pt x="14937" y="1676"/>
                </a:lnTo>
                <a:lnTo>
                  <a:pt x="16812" y="3177"/>
                </a:lnTo>
                <a:lnTo>
                  <a:pt x="18313" y="4670"/>
                </a:lnTo>
                <a:lnTo>
                  <a:pt x="19472" y="6184"/>
                </a:lnTo>
                <a:lnTo>
                  <a:pt x="20336" y="7745"/>
                </a:lnTo>
                <a:lnTo>
                  <a:pt x="20943" y="9385"/>
                </a:lnTo>
                <a:lnTo>
                  <a:pt x="21326" y="11132"/>
                </a:lnTo>
                <a:lnTo>
                  <a:pt x="21533" y="13016"/>
                </a:lnTo>
                <a:lnTo>
                  <a:pt x="21600" y="15062"/>
                </a:lnTo>
                <a:lnTo>
                  <a:pt x="21495" y="16578"/>
                </a:lnTo>
                <a:lnTo>
                  <a:pt x="21372" y="18095"/>
                </a:lnTo>
                <a:lnTo>
                  <a:pt x="21233" y="19611"/>
                </a:lnTo>
                <a:lnTo>
                  <a:pt x="21073" y="21128"/>
                </a:lnTo>
                <a:lnTo>
                  <a:pt x="18089" y="21443"/>
                </a:lnTo>
                <a:lnTo>
                  <a:pt x="15936" y="21600"/>
                </a:lnTo>
                <a:lnTo>
                  <a:pt x="14014" y="21600"/>
                </a:lnTo>
                <a:lnTo>
                  <a:pt x="11717" y="21443"/>
                </a:lnTo>
                <a:lnTo>
                  <a:pt x="8429" y="21128"/>
                </a:lnTo>
                <a:lnTo>
                  <a:pt x="7270" y="19328"/>
                </a:lnTo>
                <a:lnTo>
                  <a:pt x="6280" y="17620"/>
                </a:lnTo>
                <a:lnTo>
                  <a:pt x="5424" y="15946"/>
                </a:lnTo>
                <a:lnTo>
                  <a:pt x="4678" y="14257"/>
                </a:lnTo>
                <a:lnTo>
                  <a:pt x="4021" y="12504"/>
                </a:lnTo>
                <a:lnTo>
                  <a:pt x="3422" y="10633"/>
                </a:lnTo>
                <a:lnTo>
                  <a:pt x="2904" y="9127"/>
                </a:lnTo>
                <a:lnTo>
                  <a:pt x="2377" y="7601"/>
                </a:lnTo>
                <a:lnTo>
                  <a:pt x="1880" y="6110"/>
                </a:lnTo>
                <a:lnTo>
                  <a:pt x="1395" y="4620"/>
                </a:lnTo>
                <a:lnTo>
                  <a:pt x="923" y="3127"/>
                </a:lnTo>
                <a:lnTo>
                  <a:pt x="459" y="1632"/>
                </a:lnTo>
                <a:lnTo>
                  <a:pt x="0" y="139"/>
                </a:lnTo>
                <a:close/>
              </a:path>
            </a:pathLst>
          </a:custGeom>
          <a:solidFill>
            <a:srgbClr val="D4D9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89" name="contour_12187"/>
          <p:cNvSpPr/>
          <p:nvPr/>
        </p:nvSpPr>
        <p:spPr>
          <a:xfrm>
            <a:off x="3770978" y="2811197"/>
            <a:ext cx="65592" cy="384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5" y="16"/>
                </a:moveTo>
                <a:lnTo>
                  <a:pt x="8479" y="0"/>
                </a:lnTo>
                <a:lnTo>
                  <a:pt x="10123" y="25"/>
                </a:lnTo>
                <a:lnTo>
                  <a:pt x="11765" y="90"/>
                </a:lnTo>
                <a:lnTo>
                  <a:pt x="13404" y="193"/>
                </a:lnTo>
                <a:lnTo>
                  <a:pt x="15043" y="328"/>
                </a:lnTo>
                <a:lnTo>
                  <a:pt x="16682" y="492"/>
                </a:lnTo>
                <a:lnTo>
                  <a:pt x="18319" y="676"/>
                </a:lnTo>
                <a:lnTo>
                  <a:pt x="19958" y="885"/>
                </a:lnTo>
                <a:lnTo>
                  <a:pt x="21600" y="1107"/>
                </a:lnTo>
                <a:lnTo>
                  <a:pt x="21055" y="3467"/>
                </a:lnTo>
                <a:lnTo>
                  <a:pt x="20623" y="5107"/>
                </a:lnTo>
                <a:lnTo>
                  <a:pt x="20081" y="6800"/>
                </a:lnTo>
                <a:lnTo>
                  <a:pt x="19200" y="9304"/>
                </a:lnTo>
                <a:lnTo>
                  <a:pt x="17522" y="10320"/>
                </a:lnTo>
                <a:lnTo>
                  <a:pt x="16277" y="10849"/>
                </a:lnTo>
                <a:lnTo>
                  <a:pt x="14400" y="11353"/>
                </a:lnTo>
                <a:lnTo>
                  <a:pt x="12139" y="12157"/>
                </a:lnTo>
                <a:lnTo>
                  <a:pt x="10666" y="12890"/>
                </a:lnTo>
                <a:lnTo>
                  <a:pt x="9662" y="13866"/>
                </a:lnTo>
                <a:lnTo>
                  <a:pt x="8813" y="15382"/>
                </a:lnTo>
                <a:lnTo>
                  <a:pt x="7800" y="17755"/>
                </a:lnTo>
                <a:lnTo>
                  <a:pt x="7502" y="19665"/>
                </a:lnTo>
                <a:lnTo>
                  <a:pt x="7200" y="21600"/>
                </a:lnTo>
                <a:lnTo>
                  <a:pt x="5772" y="20788"/>
                </a:lnTo>
                <a:lnTo>
                  <a:pt x="4344" y="19977"/>
                </a:lnTo>
                <a:lnTo>
                  <a:pt x="2906" y="19157"/>
                </a:lnTo>
                <a:lnTo>
                  <a:pt x="1459" y="18333"/>
                </a:lnTo>
                <a:lnTo>
                  <a:pt x="0" y="17501"/>
                </a:lnTo>
                <a:lnTo>
                  <a:pt x="12" y="12280"/>
                </a:lnTo>
                <a:lnTo>
                  <a:pt x="106" y="8337"/>
                </a:lnTo>
                <a:lnTo>
                  <a:pt x="360" y="5464"/>
                </a:lnTo>
                <a:lnTo>
                  <a:pt x="854" y="3459"/>
                </a:lnTo>
                <a:lnTo>
                  <a:pt x="1668" y="2119"/>
                </a:lnTo>
                <a:lnTo>
                  <a:pt x="2882" y="1234"/>
                </a:lnTo>
                <a:lnTo>
                  <a:pt x="4579" y="603"/>
                </a:lnTo>
                <a:lnTo>
                  <a:pt x="6835" y="16"/>
                </a:lnTo>
                <a:close/>
              </a:path>
            </a:pathLst>
          </a:custGeom>
          <a:solidFill>
            <a:srgbClr val="42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0" name="contour_12188"/>
          <p:cNvSpPr/>
          <p:nvPr/>
        </p:nvSpPr>
        <p:spPr>
          <a:xfrm>
            <a:off x="7050574" y="2813165"/>
            <a:ext cx="80168" cy="242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11" y="4755"/>
                </a:lnTo>
                <a:lnTo>
                  <a:pt x="21066" y="8150"/>
                </a:lnTo>
                <a:lnTo>
                  <a:pt x="20767" y="11104"/>
                </a:lnTo>
                <a:lnTo>
                  <a:pt x="20322" y="14551"/>
                </a:lnTo>
                <a:lnTo>
                  <a:pt x="19636" y="19436"/>
                </a:lnTo>
                <a:lnTo>
                  <a:pt x="18148" y="20583"/>
                </a:lnTo>
                <a:lnTo>
                  <a:pt x="17058" y="21257"/>
                </a:lnTo>
                <a:lnTo>
                  <a:pt x="16051" y="21568"/>
                </a:lnTo>
                <a:lnTo>
                  <a:pt x="14808" y="21600"/>
                </a:lnTo>
                <a:lnTo>
                  <a:pt x="13009" y="21457"/>
                </a:lnTo>
                <a:lnTo>
                  <a:pt x="11817" y="21438"/>
                </a:lnTo>
                <a:lnTo>
                  <a:pt x="10619" y="21412"/>
                </a:lnTo>
                <a:lnTo>
                  <a:pt x="9404" y="21386"/>
                </a:lnTo>
                <a:lnTo>
                  <a:pt x="7931" y="20427"/>
                </a:lnTo>
                <a:lnTo>
                  <a:pt x="6633" y="19261"/>
                </a:lnTo>
                <a:lnTo>
                  <a:pt x="5463" y="17875"/>
                </a:lnTo>
                <a:lnTo>
                  <a:pt x="4377" y="16229"/>
                </a:lnTo>
                <a:lnTo>
                  <a:pt x="3332" y="14292"/>
                </a:lnTo>
                <a:lnTo>
                  <a:pt x="2284" y="12044"/>
                </a:lnTo>
                <a:lnTo>
                  <a:pt x="1188" y="9452"/>
                </a:lnTo>
                <a:lnTo>
                  <a:pt x="0" y="6479"/>
                </a:lnTo>
                <a:lnTo>
                  <a:pt x="1227" y="6012"/>
                </a:lnTo>
                <a:lnTo>
                  <a:pt x="2455" y="5546"/>
                </a:lnTo>
                <a:lnTo>
                  <a:pt x="3682" y="5086"/>
                </a:lnTo>
                <a:lnTo>
                  <a:pt x="4909" y="4626"/>
                </a:lnTo>
                <a:lnTo>
                  <a:pt x="6136" y="4159"/>
                </a:lnTo>
                <a:lnTo>
                  <a:pt x="7364" y="3699"/>
                </a:lnTo>
                <a:lnTo>
                  <a:pt x="8591" y="3239"/>
                </a:lnTo>
                <a:lnTo>
                  <a:pt x="9202" y="3006"/>
                </a:lnTo>
                <a:lnTo>
                  <a:pt x="11045" y="2300"/>
                </a:lnTo>
                <a:lnTo>
                  <a:pt x="11637" y="2086"/>
                </a:lnTo>
                <a:lnTo>
                  <a:pt x="13423" y="1419"/>
                </a:lnTo>
                <a:lnTo>
                  <a:pt x="13965" y="1212"/>
                </a:lnTo>
                <a:lnTo>
                  <a:pt x="15605" y="596"/>
                </a:lnTo>
                <a:lnTo>
                  <a:pt x="16801" y="311"/>
                </a:lnTo>
                <a:lnTo>
                  <a:pt x="18001" y="136"/>
                </a:lnTo>
                <a:lnTo>
                  <a:pt x="19200" y="45"/>
                </a:lnTo>
                <a:lnTo>
                  <a:pt x="20400" y="6"/>
                </a:lnTo>
                <a:lnTo>
                  <a:pt x="21600" y="0"/>
                </a:lnTo>
                <a:close/>
              </a:path>
            </a:pathLst>
          </a:custGeom>
          <a:solidFill>
            <a:srgbClr val="8A7D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1" name="contour_12189"/>
          <p:cNvSpPr/>
          <p:nvPr/>
        </p:nvSpPr>
        <p:spPr>
          <a:xfrm>
            <a:off x="1262211" y="2784013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9" y="0"/>
                </a:moveTo>
                <a:lnTo>
                  <a:pt x="4220" y="0"/>
                </a:lnTo>
                <a:lnTo>
                  <a:pt x="7261" y="0"/>
                </a:lnTo>
                <a:lnTo>
                  <a:pt x="10313" y="0"/>
                </a:lnTo>
                <a:lnTo>
                  <a:pt x="13390" y="0"/>
                </a:lnTo>
                <a:lnTo>
                  <a:pt x="16497" y="0"/>
                </a:lnTo>
                <a:lnTo>
                  <a:pt x="17059" y="2376"/>
                </a:lnTo>
                <a:lnTo>
                  <a:pt x="17620" y="4756"/>
                </a:lnTo>
                <a:lnTo>
                  <a:pt x="18181" y="7135"/>
                </a:lnTo>
                <a:lnTo>
                  <a:pt x="18748" y="9522"/>
                </a:lnTo>
                <a:lnTo>
                  <a:pt x="19314" y="11916"/>
                </a:lnTo>
                <a:lnTo>
                  <a:pt x="19880" y="14321"/>
                </a:lnTo>
                <a:lnTo>
                  <a:pt x="20452" y="16733"/>
                </a:lnTo>
                <a:lnTo>
                  <a:pt x="21023" y="19159"/>
                </a:lnTo>
                <a:lnTo>
                  <a:pt x="21600" y="21600"/>
                </a:lnTo>
                <a:lnTo>
                  <a:pt x="15512" y="21186"/>
                </a:lnTo>
                <a:lnTo>
                  <a:pt x="11257" y="20833"/>
                </a:lnTo>
                <a:lnTo>
                  <a:pt x="8261" y="20437"/>
                </a:lnTo>
                <a:lnTo>
                  <a:pt x="5960" y="19901"/>
                </a:lnTo>
                <a:lnTo>
                  <a:pt x="3796" y="19120"/>
                </a:lnTo>
                <a:lnTo>
                  <a:pt x="1189" y="18000"/>
                </a:lnTo>
                <a:lnTo>
                  <a:pt x="510" y="15401"/>
                </a:lnTo>
                <a:lnTo>
                  <a:pt x="133" y="12838"/>
                </a:lnTo>
                <a:lnTo>
                  <a:pt x="0" y="10292"/>
                </a:lnTo>
                <a:lnTo>
                  <a:pt x="87" y="7751"/>
                </a:lnTo>
                <a:lnTo>
                  <a:pt x="337" y="5202"/>
                </a:lnTo>
                <a:lnTo>
                  <a:pt x="719" y="2621"/>
                </a:lnTo>
                <a:lnTo>
                  <a:pt x="1189" y="0"/>
                </a:lnTo>
                <a:close/>
              </a:path>
            </a:pathLst>
          </a:custGeom>
          <a:solidFill>
            <a:srgbClr val="2120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2" name="contour_12190"/>
          <p:cNvSpPr/>
          <p:nvPr/>
        </p:nvSpPr>
        <p:spPr>
          <a:xfrm>
            <a:off x="5520096" y="2769437"/>
            <a:ext cx="36440" cy="38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901"/>
                </a:lnTo>
                <a:lnTo>
                  <a:pt x="21600" y="5806"/>
                </a:lnTo>
                <a:lnTo>
                  <a:pt x="21600" y="8720"/>
                </a:lnTo>
                <a:lnTo>
                  <a:pt x="21600" y="11645"/>
                </a:lnTo>
                <a:lnTo>
                  <a:pt x="21600" y="14583"/>
                </a:lnTo>
                <a:lnTo>
                  <a:pt x="21600" y="17538"/>
                </a:lnTo>
                <a:lnTo>
                  <a:pt x="21600" y="20517"/>
                </a:lnTo>
                <a:lnTo>
                  <a:pt x="16606" y="21120"/>
                </a:lnTo>
                <a:lnTo>
                  <a:pt x="13094" y="21481"/>
                </a:lnTo>
                <a:lnTo>
                  <a:pt x="10593" y="21600"/>
                </a:lnTo>
                <a:lnTo>
                  <a:pt x="8614" y="21481"/>
                </a:lnTo>
                <a:lnTo>
                  <a:pt x="6683" y="21120"/>
                </a:lnTo>
                <a:lnTo>
                  <a:pt x="4320" y="20517"/>
                </a:lnTo>
                <a:lnTo>
                  <a:pt x="2985" y="17886"/>
                </a:lnTo>
                <a:lnTo>
                  <a:pt x="1974" y="15244"/>
                </a:lnTo>
                <a:lnTo>
                  <a:pt x="1231" y="12560"/>
                </a:lnTo>
                <a:lnTo>
                  <a:pt x="696" y="9819"/>
                </a:lnTo>
                <a:lnTo>
                  <a:pt x="302" y="7009"/>
                </a:lnTo>
                <a:lnTo>
                  <a:pt x="0" y="4103"/>
                </a:lnTo>
                <a:lnTo>
                  <a:pt x="2825" y="3151"/>
                </a:lnTo>
                <a:lnTo>
                  <a:pt x="5486" y="2322"/>
                </a:lnTo>
                <a:lnTo>
                  <a:pt x="8048" y="1617"/>
                </a:lnTo>
                <a:lnTo>
                  <a:pt x="10571" y="1038"/>
                </a:lnTo>
                <a:lnTo>
                  <a:pt x="13120" y="587"/>
                </a:lnTo>
                <a:lnTo>
                  <a:pt x="15768" y="263"/>
                </a:lnTo>
                <a:lnTo>
                  <a:pt x="18572" y="66"/>
                </a:lnTo>
                <a:lnTo>
                  <a:pt x="21600" y="0"/>
                </a:lnTo>
                <a:close/>
              </a:path>
            </a:pathLst>
          </a:custGeom>
          <a:solidFill>
            <a:srgbClr val="CED2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3" name="contour_12191"/>
          <p:cNvSpPr/>
          <p:nvPr/>
        </p:nvSpPr>
        <p:spPr>
          <a:xfrm>
            <a:off x="4186394" y="2776725"/>
            <a:ext cx="385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27" y="0"/>
                </a:moveTo>
                <a:lnTo>
                  <a:pt x="18351" y="0"/>
                </a:lnTo>
                <a:lnTo>
                  <a:pt x="20408" y="0"/>
                </a:lnTo>
                <a:lnTo>
                  <a:pt x="20780" y="2104"/>
                </a:lnTo>
                <a:lnTo>
                  <a:pt x="21102" y="4178"/>
                </a:lnTo>
                <a:lnTo>
                  <a:pt x="21363" y="6230"/>
                </a:lnTo>
                <a:lnTo>
                  <a:pt x="21535" y="8270"/>
                </a:lnTo>
                <a:lnTo>
                  <a:pt x="21600" y="10300"/>
                </a:lnTo>
                <a:lnTo>
                  <a:pt x="21543" y="12331"/>
                </a:lnTo>
                <a:lnTo>
                  <a:pt x="21339" y="14373"/>
                </a:lnTo>
                <a:lnTo>
                  <a:pt x="20967" y="16431"/>
                </a:lnTo>
                <a:lnTo>
                  <a:pt x="20408" y="18514"/>
                </a:lnTo>
                <a:lnTo>
                  <a:pt x="17943" y="19443"/>
                </a:lnTo>
                <a:lnTo>
                  <a:pt x="15486" y="20165"/>
                </a:lnTo>
                <a:lnTo>
                  <a:pt x="13020" y="20702"/>
                </a:lnTo>
                <a:lnTo>
                  <a:pt x="10531" y="21085"/>
                </a:lnTo>
                <a:lnTo>
                  <a:pt x="8000" y="21338"/>
                </a:lnTo>
                <a:lnTo>
                  <a:pt x="5408" y="21492"/>
                </a:lnTo>
                <a:lnTo>
                  <a:pt x="2747" y="21569"/>
                </a:lnTo>
                <a:lnTo>
                  <a:pt x="0" y="21600"/>
                </a:lnTo>
                <a:lnTo>
                  <a:pt x="0" y="19560"/>
                </a:lnTo>
                <a:lnTo>
                  <a:pt x="0" y="17508"/>
                </a:lnTo>
                <a:lnTo>
                  <a:pt x="0" y="15429"/>
                </a:lnTo>
                <a:lnTo>
                  <a:pt x="2698" y="15429"/>
                </a:lnTo>
                <a:lnTo>
                  <a:pt x="5412" y="15429"/>
                </a:lnTo>
                <a:lnTo>
                  <a:pt x="8163" y="15429"/>
                </a:lnTo>
                <a:lnTo>
                  <a:pt x="8163" y="13596"/>
                </a:lnTo>
                <a:lnTo>
                  <a:pt x="8163" y="11757"/>
                </a:lnTo>
                <a:lnTo>
                  <a:pt x="8163" y="9911"/>
                </a:lnTo>
                <a:lnTo>
                  <a:pt x="8163" y="8051"/>
                </a:lnTo>
                <a:lnTo>
                  <a:pt x="8163" y="6171"/>
                </a:lnTo>
                <a:lnTo>
                  <a:pt x="10861" y="6171"/>
                </a:lnTo>
                <a:lnTo>
                  <a:pt x="13576" y="6171"/>
                </a:lnTo>
                <a:lnTo>
                  <a:pt x="16327" y="6171"/>
                </a:lnTo>
                <a:lnTo>
                  <a:pt x="16327" y="4132"/>
                </a:lnTo>
                <a:lnTo>
                  <a:pt x="16327" y="2080"/>
                </a:lnTo>
                <a:lnTo>
                  <a:pt x="16327" y="0"/>
                </a:ln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4" name="contour_12192"/>
          <p:cNvSpPr/>
          <p:nvPr/>
        </p:nvSpPr>
        <p:spPr>
          <a:xfrm>
            <a:off x="2326921" y="2769437"/>
            <a:ext cx="3647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3" y="0"/>
                </a:moveTo>
                <a:lnTo>
                  <a:pt x="3798" y="350"/>
                </a:lnTo>
                <a:lnTo>
                  <a:pt x="6711" y="770"/>
                </a:lnTo>
                <a:lnTo>
                  <a:pt x="9391" y="1320"/>
                </a:lnTo>
                <a:lnTo>
                  <a:pt x="11885" y="2059"/>
                </a:lnTo>
                <a:lnTo>
                  <a:pt x="14237" y="3053"/>
                </a:lnTo>
                <a:lnTo>
                  <a:pt x="16495" y="4358"/>
                </a:lnTo>
                <a:lnTo>
                  <a:pt x="18139" y="6036"/>
                </a:lnTo>
                <a:lnTo>
                  <a:pt x="19477" y="7615"/>
                </a:lnTo>
                <a:lnTo>
                  <a:pt x="20504" y="9139"/>
                </a:lnTo>
                <a:lnTo>
                  <a:pt x="21207" y="10649"/>
                </a:lnTo>
                <a:lnTo>
                  <a:pt x="21578" y="12187"/>
                </a:lnTo>
                <a:lnTo>
                  <a:pt x="21600" y="13798"/>
                </a:lnTo>
                <a:lnTo>
                  <a:pt x="21272" y="15521"/>
                </a:lnTo>
                <a:lnTo>
                  <a:pt x="20573" y="17400"/>
                </a:lnTo>
                <a:lnTo>
                  <a:pt x="19684" y="18787"/>
                </a:lnTo>
                <a:lnTo>
                  <a:pt x="18782" y="20184"/>
                </a:lnTo>
                <a:lnTo>
                  <a:pt x="17876" y="21600"/>
                </a:lnTo>
                <a:lnTo>
                  <a:pt x="17090" y="20599"/>
                </a:lnTo>
                <a:lnTo>
                  <a:pt x="16292" y="19584"/>
                </a:lnTo>
                <a:lnTo>
                  <a:pt x="15204" y="18276"/>
                </a:lnTo>
                <a:lnTo>
                  <a:pt x="14099" y="16949"/>
                </a:lnTo>
                <a:lnTo>
                  <a:pt x="13046" y="15653"/>
                </a:lnTo>
                <a:lnTo>
                  <a:pt x="11976" y="14335"/>
                </a:lnTo>
                <a:lnTo>
                  <a:pt x="10323" y="12967"/>
                </a:lnTo>
                <a:lnTo>
                  <a:pt x="9011" y="12142"/>
                </a:lnTo>
                <a:lnTo>
                  <a:pt x="7354" y="11530"/>
                </a:lnTo>
                <a:lnTo>
                  <a:pt x="4661" y="10800"/>
                </a:lnTo>
                <a:lnTo>
                  <a:pt x="2650" y="10205"/>
                </a:lnTo>
                <a:lnTo>
                  <a:pt x="613" y="9600"/>
                </a:lnTo>
                <a:lnTo>
                  <a:pt x="173" y="7982"/>
                </a:lnTo>
                <a:lnTo>
                  <a:pt x="0" y="6401"/>
                </a:lnTo>
                <a:lnTo>
                  <a:pt x="22" y="4834"/>
                </a:lnTo>
                <a:lnTo>
                  <a:pt x="173" y="3259"/>
                </a:lnTo>
                <a:lnTo>
                  <a:pt x="393" y="1656"/>
                </a:lnTo>
                <a:lnTo>
                  <a:pt x="613" y="0"/>
                </a:lnTo>
                <a:close/>
              </a:path>
            </a:pathLst>
          </a:custGeom>
          <a:solidFill>
            <a:srgbClr val="AE9C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5" name="contour_12193"/>
          <p:cNvSpPr/>
          <p:nvPr/>
        </p:nvSpPr>
        <p:spPr>
          <a:xfrm>
            <a:off x="1978132" y="276943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6794" y="2376"/>
                </a:lnTo>
                <a:lnTo>
                  <a:pt x="17388" y="4756"/>
                </a:lnTo>
                <a:lnTo>
                  <a:pt x="17982" y="7135"/>
                </a:lnTo>
                <a:lnTo>
                  <a:pt x="18581" y="9522"/>
                </a:lnTo>
                <a:lnTo>
                  <a:pt x="19181" y="11916"/>
                </a:lnTo>
                <a:lnTo>
                  <a:pt x="19780" y="14321"/>
                </a:lnTo>
                <a:lnTo>
                  <a:pt x="20385" y="16733"/>
                </a:lnTo>
                <a:lnTo>
                  <a:pt x="20990" y="1915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A5A7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6" name="contour_12194"/>
          <p:cNvSpPr/>
          <p:nvPr/>
        </p:nvSpPr>
        <p:spPr>
          <a:xfrm>
            <a:off x="1934404" y="2762149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0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7" name="contour_12195"/>
          <p:cNvSpPr/>
          <p:nvPr/>
        </p:nvSpPr>
        <p:spPr>
          <a:xfrm>
            <a:off x="1096285" y="2732997"/>
            <a:ext cx="5830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04" y="0"/>
                </a:lnTo>
                <a:lnTo>
                  <a:pt x="3213" y="0"/>
                </a:lnTo>
                <a:lnTo>
                  <a:pt x="4828" y="0"/>
                </a:lnTo>
                <a:lnTo>
                  <a:pt x="6456" y="0"/>
                </a:lnTo>
                <a:lnTo>
                  <a:pt x="8100" y="0"/>
                </a:lnTo>
                <a:lnTo>
                  <a:pt x="8205" y="1331"/>
                </a:lnTo>
                <a:lnTo>
                  <a:pt x="8311" y="2683"/>
                </a:lnTo>
                <a:lnTo>
                  <a:pt x="8683" y="5482"/>
                </a:lnTo>
                <a:lnTo>
                  <a:pt x="9007" y="7687"/>
                </a:lnTo>
                <a:lnTo>
                  <a:pt x="9323" y="9394"/>
                </a:lnTo>
                <a:lnTo>
                  <a:pt x="9671" y="10703"/>
                </a:lnTo>
                <a:lnTo>
                  <a:pt x="10095" y="11716"/>
                </a:lnTo>
                <a:lnTo>
                  <a:pt x="10638" y="12530"/>
                </a:lnTo>
                <a:lnTo>
                  <a:pt x="11340" y="13247"/>
                </a:lnTo>
                <a:lnTo>
                  <a:pt x="12239" y="13964"/>
                </a:lnTo>
                <a:lnTo>
                  <a:pt x="13384" y="14783"/>
                </a:lnTo>
                <a:lnTo>
                  <a:pt x="15001" y="15384"/>
                </a:lnTo>
                <a:lnTo>
                  <a:pt x="16613" y="15932"/>
                </a:lnTo>
                <a:lnTo>
                  <a:pt x="18233" y="16429"/>
                </a:lnTo>
                <a:lnTo>
                  <a:pt x="19891" y="16878"/>
                </a:lnTo>
                <a:lnTo>
                  <a:pt x="21600" y="17280"/>
                </a:lnTo>
                <a:lnTo>
                  <a:pt x="20930" y="18349"/>
                </a:lnTo>
                <a:lnTo>
                  <a:pt x="20261" y="19425"/>
                </a:lnTo>
                <a:lnTo>
                  <a:pt x="19583" y="20505"/>
                </a:lnTo>
                <a:lnTo>
                  <a:pt x="18900" y="21600"/>
                </a:lnTo>
                <a:lnTo>
                  <a:pt x="17590" y="21097"/>
                </a:lnTo>
                <a:lnTo>
                  <a:pt x="16281" y="20591"/>
                </a:lnTo>
                <a:lnTo>
                  <a:pt x="14974" y="20084"/>
                </a:lnTo>
                <a:lnTo>
                  <a:pt x="13667" y="19574"/>
                </a:lnTo>
                <a:lnTo>
                  <a:pt x="12209" y="19008"/>
                </a:lnTo>
                <a:lnTo>
                  <a:pt x="10727" y="18436"/>
                </a:lnTo>
                <a:lnTo>
                  <a:pt x="9167" y="17734"/>
                </a:lnTo>
                <a:lnTo>
                  <a:pt x="8092" y="17155"/>
                </a:lnTo>
                <a:lnTo>
                  <a:pt x="7001" y="16386"/>
                </a:lnTo>
                <a:lnTo>
                  <a:pt x="5400" y="15120"/>
                </a:lnTo>
                <a:lnTo>
                  <a:pt x="5384" y="13688"/>
                </a:lnTo>
                <a:lnTo>
                  <a:pt x="5405" y="12260"/>
                </a:lnTo>
                <a:lnTo>
                  <a:pt x="5457" y="10835"/>
                </a:lnTo>
                <a:lnTo>
                  <a:pt x="5530" y="9411"/>
                </a:lnTo>
                <a:lnTo>
                  <a:pt x="5621" y="7988"/>
                </a:lnTo>
                <a:lnTo>
                  <a:pt x="5724" y="6560"/>
                </a:lnTo>
                <a:lnTo>
                  <a:pt x="5832" y="5130"/>
                </a:lnTo>
                <a:lnTo>
                  <a:pt x="5616" y="3655"/>
                </a:lnTo>
                <a:lnTo>
                  <a:pt x="5400" y="2160"/>
                </a:lnTo>
                <a:lnTo>
                  <a:pt x="3791" y="1290"/>
                </a:lnTo>
                <a:lnTo>
                  <a:pt x="2692" y="775"/>
                </a:lnTo>
                <a:lnTo>
                  <a:pt x="1596" y="413"/>
                </a:lnTo>
                <a:lnTo>
                  <a:pt x="0" y="0"/>
                </a:lnTo>
                <a:close/>
              </a:path>
            </a:pathLst>
          </a:custGeom>
          <a:solidFill>
            <a:srgbClr val="4E4D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8" name="contour_12196"/>
          <p:cNvSpPr/>
          <p:nvPr/>
        </p:nvSpPr>
        <p:spPr>
          <a:xfrm>
            <a:off x="8653933" y="2747573"/>
            <a:ext cx="58304" cy="357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435" y="2618"/>
                </a:lnTo>
                <a:lnTo>
                  <a:pt x="19972" y="5245"/>
                </a:lnTo>
                <a:lnTo>
                  <a:pt x="20509" y="7880"/>
                </a:lnTo>
                <a:lnTo>
                  <a:pt x="21052" y="10538"/>
                </a:lnTo>
                <a:lnTo>
                  <a:pt x="21600" y="13222"/>
                </a:lnTo>
                <a:lnTo>
                  <a:pt x="19942" y="14941"/>
                </a:lnTo>
                <a:lnTo>
                  <a:pt x="18333" y="16523"/>
                </a:lnTo>
                <a:lnTo>
                  <a:pt x="16753" y="17942"/>
                </a:lnTo>
                <a:lnTo>
                  <a:pt x="15182" y="19167"/>
                </a:lnTo>
                <a:lnTo>
                  <a:pt x="13597" y="20176"/>
                </a:lnTo>
                <a:lnTo>
                  <a:pt x="11977" y="20935"/>
                </a:lnTo>
                <a:lnTo>
                  <a:pt x="10301" y="21419"/>
                </a:lnTo>
                <a:lnTo>
                  <a:pt x="8548" y="21600"/>
                </a:lnTo>
                <a:lnTo>
                  <a:pt x="6696" y="21446"/>
                </a:lnTo>
                <a:lnTo>
                  <a:pt x="4725" y="20935"/>
                </a:lnTo>
                <a:lnTo>
                  <a:pt x="3164" y="19842"/>
                </a:lnTo>
                <a:lnTo>
                  <a:pt x="1593" y="18744"/>
                </a:lnTo>
                <a:lnTo>
                  <a:pt x="0" y="17629"/>
                </a:lnTo>
                <a:lnTo>
                  <a:pt x="0" y="14716"/>
                </a:lnTo>
                <a:lnTo>
                  <a:pt x="0" y="11785"/>
                </a:lnTo>
                <a:lnTo>
                  <a:pt x="0" y="8815"/>
                </a:lnTo>
                <a:lnTo>
                  <a:pt x="1593" y="7779"/>
                </a:lnTo>
                <a:lnTo>
                  <a:pt x="3143" y="6844"/>
                </a:lnTo>
                <a:lnTo>
                  <a:pt x="4674" y="6003"/>
                </a:lnTo>
                <a:lnTo>
                  <a:pt x="6218" y="5231"/>
                </a:lnTo>
                <a:lnTo>
                  <a:pt x="7800" y="4522"/>
                </a:lnTo>
                <a:lnTo>
                  <a:pt x="9450" y="3856"/>
                </a:lnTo>
                <a:lnTo>
                  <a:pt x="10805" y="3283"/>
                </a:lnTo>
                <a:lnTo>
                  <a:pt x="12182" y="2702"/>
                </a:lnTo>
                <a:lnTo>
                  <a:pt x="13859" y="2010"/>
                </a:lnTo>
                <a:lnTo>
                  <a:pt x="15539" y="1331"/>
                </a:lnTo>
                <a:lnTo>
                  <a:pt x="17218" y="661"/>
                </a:lnTo>
                <a:lnTo>
                  <a:pt x="18900" y="0"/>
                </a:lnTo>
                <a:close/>
              </a:path>
            </a:pathLst>
          </a:custGeom>
          <a:solidFill>
            <a:srgbClr val="ABAF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199" name="contour_12197"/>
          <p:cNvSpPr/>
          <p:nvPr/>
        </p:nvSpPr>
        <p:spPr>
          <a:xfrm>
            <a:off x="5424164" y="2740285"/>
            <a:ext cx="376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" y="0"/>
                </a:moveTo>
                <a:lnTo>
                  <a:pt x="3640" y="0"/>
                </a:lnTo>
                <a:lnTo>
                  <a:pt x="6602" y="0"/>
                </a:lnTo>
                <a:lnTo>
                  <a:pt x="9572" y="0"/>
                </a:lnTo>
                <a:lnTo>
                  <a:pt x="12555" y="0"/>
                </a:lnTo>
                <a:lnTo>
                  <a:pt x="15550" y="0"/>
                </a:lnTo>
                <a:lnTo>
                  <a:pt x="18563" y="0"/>
                </a:lnTo>
                <a:lnTo>
                  <a:pt x="21600" y="0"/>
                </a:lnTo>
                <a:lnTo>
                  <a:pt x="20562" y="2674"/>
                </a:lnTo>
                <a:lnTo>
                  <a:pt x="19529" y="5348"/>
                </a:lnTo>
                <a:lnTo>
                  <a:pt x="18487" y="8031"/>
                </a:lnTo>
                <a:lnTo>
                  <a:pt x="17450" y="10718"/>
                </a:lnTo>
                <a:lnTo>
                  <a:pt x="16404" y="13418"/>
                </a:lnTo>
                <a:lnTo>
                  <a:pt x="15354" y="16131"/>
                </a:lnTo>
                <a:lnTo>
                  <a:pt x="14295" y="18857"/>
                </a:lnTo>
                <a:lnTo>
                  <a:pt x="13233" y="21600"/>
                </a:lnTo>
                <a:lnTo>
                  <a:pt x="10120" y="21047"/>
                </a:lnTo>
                <a:lnTo>
                  <a:pt x="7911" y="20546"/>
                </a:lnTo>
                <a:lnTo>
                  <a:pt x="6003" y="19889"/>
                </a:lnTo>
                <a:lnTo>
                  <a:pt x="3795" y="18870"/>
                </a:lnTo>
                <a:lnTo>
                  <a:pt x="682" y="17280"/>
                </a:lnTo>
                <a:lnTo>
                  <a:pt x="213" y="14321"/>
                </a:lnTo>
                <a:lnTo>
                  <a:pt x="4" y="11487"/>
                </a:lnTo>
                <a:lnTo>
                  <a:pt x="0" y="8713"/>
                </a:lnTo>
                <a:lnTo>
                  <a:pt x="146" y="5923"/>
                </a:lnTo>
                <a:lnTo>
                  <a:pt x="393" y="3041"/>
                </a:lnTo>
                <a:lnTo>
                  <a:pt x="682" y="0"/>
                </a:lnTo>
                <a:close/>
              </a:path>
            </a:pathLst>
          </a:custGeom>
          <a:solidFill>
            <a:srgbClr val="A59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0" name="contour_12198"/>
          <p:cNvSpPr/>
          <p:nvPr/>
        </p:nvSpPr>
        <p:spPr>
          <a:xfrm>
            <a:off x="1438821" y="2732997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713"/>
                </a:lnTo>
                <a:lnTo>
                  <a:pt x="17256" y="1429"/>
                </a:lnTo>
                <a:lnTo>
                  <a:pt x="18691" y="2146"/>
                </a:lnTo>
                <a:lnTo>
                  <a:pt x="20138" y="2869"/>
                </a:lnTo>
                <a:lnTo>
                  <a:pt x="21600" y="3600"/>
                </a:lnTo>
                <a:lnTo>
                  <a:pt x="20014" y="3600"/>
                </a:lnTo>
                <a:lnTo>
                  <a:pt x="18418" y="3600"/>
                </a:lnTo>
                <a:lnTo>
                  <a:pt x="16800" y="3600"/>
                </a:lnTo>
                <a:lnTo>
                  <a:pt x="16800" y="5980"/>
                </a:lnTo>
                <a:lnTo>
                  <a:pt x="16800" y="8374"/>
                </a:lnTo>
                <a:lnTo>
                  <a:pt x="16800" y="10800"/>
                </a:lnTo>
                <a:lnTo>
                  <a:pt x="18226" y="12121"/>
                </a:lnTo>
                <a:lnTo>
                  <a:pt x="19200" y="12938"/>
                </a:lnTo>
                <a:lnTo>
                  <a:pt x="20174" y="13583"/>
                </a:lnTo>
                <a:lnTo>
                  <a:pt x="21600" y="14400"/>
                </a:lnTo>
                <a:lnTo>
                  <a:pt x="20014" y="14400"/>
                </a:lnTo>
                <a:lnTo>
                  <a:pt x="18418" y="14400"/>
                </a:lnTo>
                <a:lnTo>
                  <a:pt x="16800" y="14400"/>
                </a:lnTo>
                <a:lnTo>
                  <a:pt x="16800" y="16780"/>
                </a:lnTo>
                <a:lnTo>
                  <a:pt x="16800" y="19174"/>
                </a:lnTo>
                <a:lnTo>
                  <a:pt x="16800" y="21600"/>
                </a:lnTo>
                <a:lnTo>
                  <a:pt x="15214" y="21600"/>
                </a:lnTo>
                <a:lnTo>
                  <a:pt x="13618" y="21600"/>
                </a:lnTo>
                <a:lnTo>
                  <a:pt x="12000" y="21600"/>
                </a:lnTo>
                <a:lnTo>
                  <a:pt x="12000" y="19220"/>
                </a:lnTo>
                <a:lnTo>
                  <a:pt x="12000" y="16826"/>
                </a:lnTo>
                <a:lnTo>
                  <a:pt x="12000" y="14400"/>
                </a:lnTo>
                <a:lnTo>
                  <a:pt x="10514" y="14846"/>
                </a:lnTo>
                <a:lnTo>
                  <a:pt x="9029" y="15293"/>
                </a:lnTo>
                <a:lnTo>
                  <a:pt x="7538" y="15739"/>
                </a:lnTo>
                <a:lnTo>
                  <a:pt x="6046" y="16186"/>
                </a:lnTo>
                <a:lnTo>
                  <a:pt x="4546" y="16636"/>
                </a:lnTo>
                <a:lnTo>
                  <a:pt x="3038" y="17089"/>
                </a:lnTo>
                <a:lnTo>
                  <a:pt x="1524" y="17543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1522" y="10076"/>
                </a:lnTo>
                <a:lnTo>
                  <a:pt x="2638" y="9648"/>
                </a:lnTo>
                <a:lnTo>
                  <a:pt x="3898" y="9346"/>
                </a:lnTo>
                <a:lnTo>
                  <a:pt x="5851" y="9000"/>
                </a:lnTo>
                <a:lnTo>
                  <a:pt x="7798" y="8654"/>
                </a:lnTo>
                <a:lnTo>
                  <a:pt x="9086" y="8352"/>
                </a:lnTo>
                <a:lnTo>
                  <a:pt x="10296" y="7924"/>
                </a:lnTo>
                <a:lnTo>
                  <a:pt x="12000" y="7200"/>
                </a:lnTo>
                <a:lnTo>
                  <a:pt x="12929" y="5000"/>
                </a:lnTo>
                <a:lnTo>
                  <a:pt x="13488" y="3517"/>
                </a:lnTo>
                <a:lnTo>
                  <a:pt x="13903" y="2074"/>
                </a:lnTo>
                <a:lnTo>
                  <a:pt x="14400" y="0"/>
                </a:lnTo>
                <a:close/>
              </a:path>
            </a:pathLst>
          </a:custGeom>
          <a:solidFill>
            <a:srgbClr val="2222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1" name="contour_12199"/>
          <p:cNvSpPr/>
          <p:nvPr/>
        </p:nvSpPr>
        <p:spPr>
          <a:xfrm>
            <a:off x="1116021" y="2732997"/>
            <a:ext cx="385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2" y="0"/>
                </a:moveTo>
                <a:lnTo>
                  <a:pt x="5649" y="2074"/>
                </a:lnTo>
                <a:lnTo>
                  <a:pt x="9147" y="3737"/>
                </a:lnTo>
                <a:lnTo>
                  <a:pt x="11841" y="5095"/>
                </a:lnTo>
                <a:lnTo>
                  <a:pt x="13878" y="6249"/>
                </a:lnTo>
                <a:lnTo>
                  <a:pt x="15412" y="7304"/>
                </a:lnTo>
                <a:lnTo>
                  <a:pt x="16588" y="8365"/>
                </a:lnTo>
                <a:lnTo>
                  <a:pt x="17563" y="9538"/>
                </a:lnTo>
                <a:lnTo>
                  <a:pt x="18490" y="10920"/>
                </a:lnTo>
                <a:lnTo>
                  <a:pt x="19510" y="12621"/>
                </a:lnTo>
                <a:lnTo>
                  <a:pt x="20041" y="14318"/>
                </a:lnTo>
                <a:lnTo>
                  <a:pt x="20412" y="15635"/>
                </a:lnTo>
                <a:lnTo>
                  <a:pt x="20731" y="16999"/>
                </a:lnTo>
                <a:lnTo>
                  <a:pt x="21094" y="18844"/>
                </a:lnTo>
                <a:lnTo>
                  <a:pt x="21600" y="21600"/>
                </a:lnTo>
                <a:lnTo>
                  <a:pt x="18853" y="21569"/>
                </a:lnTo>
                <a:lnTo>
                  <a:pt x="16192" y="21492"/>
                </a:lnTo>
                <a:lnTo>
                  <a:pt x="13600" y="21338"/>
                </a:lnTo>
                <a:lnTo>
                  <a:pt x="11069" y="21085"/>
                </a:lnTo>
                <a:lnTo>
                  <a:pt x="8580" y="20702"/>
                </a:lnTo>
                <a:lnTo>
                  <a:pt x="6114" y="20165"/>
                </a:lnTo>
                <a:lnTo>
                  <a:pt x="3657" y="19443"/>
                </a:lnTo>
                <a:lnTo>
                  <a:pt x="1192" y="18514"/>
                </a:lnTo>
                <a:lnTo>
                  <a:pt x="633" y="16431"/>
                </a:lnTo>
                <a:lnTo>
                  <a:pt x="261" y="14373"/>
                </a:lnTo>
                <a:lnTo>
                  <a:pt x="57" y="12331"/>
                </a:lnTo>
                <a:lnTo>
                  <a:pt x="0" y="10300"/>
                </a:lnTo>
                <a:lnTo>
                  <a:pt x="65" y="8270"/>
                </a:lnTo>
                <a:lnTo>
                  <a:pt x="237" y="6230"/>
                </a:lnTo>
                <a:lnTo>
                  <a:pt x="498" y="4178"/>
                </a:lnTo>
                <a:lnTo>
                  <a:pt x="820" y="2104"/>
                </a:lnTo>
                <a:lnTo>
                  <a:pt x="1192" y="0"/>
                </a:lnTo>
                <a:close/>
              </a:path>
            </a:pathLst>
          </a:custGeom>
          <a:solidFill>
            <a:srgbClr val="1818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2" name="contour_12200"/>
          <p:cNvSpPr/>
          <p:nvPr/>
        </p:nvSpPr>
        <p:spPr>
          <a:xfrm>
            <a:off x="702734" y="2718421"/>
            <a:ext cx="586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83" y="0"/>
                </a:moveTo>
                <a:lnTo>
                  <a:pt x="20060" y="3302"/>
                </a:lnTo>
                <a:lnTo>
                  <a:pt x="20905" y="5647"/>
                </a:lnTo>
                <a:lnTo>
                  <a:pt x="21393" y="7381"/>
                </a:lnTo>
                <a:lnTo>
                  <a:pt x="21600" y="8847"/>
                </a:lnTo>
                <a:lnTo>
                  <a:pt x="21600" y="10387"/>
                </a:lnTo>
                <a:lnTo>
                  <a:pt x="21466" y="12343"/>
                </a:lnTo>
                <a:lnTo>
                  <a:pt x="20181" y="13889"/>
                </a:lnTo>
                <a:lnTo>
                  <a:pt x="18868" y="15293"/>
                </a:lnTo>
                <a:lnTo>
                  <a:pt x="17519" y="16558"/>
                </a:lnTo>
                <a:lnTo>
                  <a:pt x="16121" y="17693"/>
                </a:lnTo>
                <a:lnTo>
                  <a:pt x="14667" y="18699"/>
                </a:lnTo>
                <a:lnTo>
                  <a:pt x="13142" y="19591"/>
                </a:lnTo>
                <a:lnTo>
                  <a:pt x="11538" y="20366"/>
                </a:lnTo>
                <a:lnTo>
                  <a:pt x="9845" y="21032"/>
                </a:lnTo>
                <a:lnTo>
                  <a:pt x="8050" y="21600"/>
                </a:lnTo>
                <a:lnTo>
                  <a:pt x="6284" y="20461"/>
                </a:lnTo>
                <a:lnTo>
                  <a:pt x="4765" y="19162"/>
                </a:lnTo>
                <a:lnTo>
                  <a:pt x="3432" y="17703"/>
                </a:lnTo>
                <a:lnTo>
                  <a:pt x="2232" y="16083"/>
                </a:lnTo>
                <a:lnTo>
                  <a:pt x="1105" y="14296"/>
                </a:lnTo>
                <a:lnTo>
                  <a:pt x="0" y="12343"/>
                </a:lnTo>
                <a:lnTo>
                  <a:pt x="1774" y="12343"/>
                </a:lnTo>
                <a:lnTo>
                  <a:pt x="3558" y="12343"/>
                </a:lnTo>
                <a:lnTo>
                  <a:pt x="5366" y="12343"/>
                </a:lnTo>
                <a:lnTo>
                  <a:pt x="6351" y="10510"/>
                </a:lnTo>
                <a:lnTo>
                  <a:pt x="6960" y="9257"/>
                </a:lnTo>
                <a:lnTo>
                  <a:pt x="7441" y="8004"/>
                </a:lnTo>
                <a:lnTo>
                  <a:pt x="8050" y="6171"/>
                </a:lnTo>
                <a:lnTo>
                  <a:pt x="8050" y="8211"/>
                </a:lnTo>
                <a:lnTo>
                  <a:pt x="8050" y="10263"/>
                </a:lnTo>
                <a:lnTo>
                  <a:pt x="8050" y="12343"/>
                </a:lnTo>
                <a:lnTo>
                  <a:pt x="9915" y="12050"/>
                </a:lnTo>
                <a:lnTo>
                  <a:pt x="11739" y="11710"/>
                </a:lnTo>
                <a:lnTo>
                  <a:pt x="13534" y="11294"/>
                </a:lnTo>
                <a:lnTo>
                  <a:pt x="15302" y="10766"/>
                </a:lnTo>
                <a:lnTo>
                  <a:pt x="17049" y="10100"/>
                </a:lnTo>
                <a:lnTo>
                  <a:pt x="18783" y="9257"/>
                </a:lnTo>
                <a:lnTo>
                  <a:pt x="19105" y="6869"/>
                </a:lnTo>
                <a:lnTo>
                  <a:pt x="19266" y="5193"/>
                </a:lnTo>
                <a:lnTo>
                  <a:pt x="19266" y="3786"/>
                </a:lnTo>
                <a:lnTo>
                  <a:pt x="19105" y="2203"/>
                </a:lnTo>
                <a:lnTo>
                  <a:pt x="18783" y="0"/>
                </a:lnTo>
                <a:close/>
              </a:path>
            </a:pathLst>
          </a:custGeom>
          <a:solidFill>
            <a:srgbClr val="AF9E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3" name="contour_12201"/>
          <p:cNvSpPr/>
          <p:nvPr/>
        </p:nvSpPr>
        <p:spPr>
          <a:xfrm>
            <a:off x="5577832" y="2711133"/>
            <a:ext cx="3700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93" y="0"/>
                </a:moveTo>
                <a:lnTo>
                  <a:pt x="14296" y="1358"/>
                </a:lnTo>
                <a:lnTo>
                  <a:pt x="15500" y="2717"/>
                </a:lnTo>
                <a:lnTo>
                  <a:pt x="16708" y="4080"/>
                </a:lnTo>
                <a:lnTo>
                  <a:pt x="17921" y="5448"/>
                </a:lnTo>
                <a:lnTo>
                  <a:pt x="19141" y="6823"/>
                </a:lnTo>
                <a:lnTo>
                  <a:pt x="20366" y="8206"/>
                </a:lnTo>
                <a:lnTo>
                  <a:pt x="21600" y="9600"/>
                </a:lnTo>
                <a:lnTo>
                  <a:pt x="18788" y="9600"/>
                </a:lnTo>
                <a:lnTo>
                  <a:pt x="15960" y="9600"/>
                </a:lnTo>
                <a:lnTo>
                  <a:pt x="13093" y="9600"/>
                </a:lnTo>
                <a:lnTo>
                  <a:pt x="12238" y="11170"/>
                </a:lnTo>
                <a:lnTo>
                  <a:pt x="11727" y="12319"/>
                </a:lnTo>
                <a:lnTo>
                  <a:pt x="11374" y="13608"/>
                </a:lnTo>
                <a:lnTo>
                  <a:pt x="10966" y="15600"/>
                </a:lnTo>
                <a:lnTo>
                  <a:pt x="10558" y="17592"/>
                </a:lnTo>
                <a:lnTo>
                  <a:pt x="10204" y="18881"/>
                </a:lnTo>
                <a:lnTo>
                  <a:pt x="9694" y="20030"/>
                </a:lnTo>
                <a:lnTo>
                  <a:pt x="8839" y="21600"/>
                </a:lnTo>
                <a:lnTo>
                  <a:pt x="6027" y="21600"/>
                </a:lnTo>
                <a:lnTo>
                  <a:pt x="3199" y="21600"/>
                </a:lnTo>
                <a:lnTo>
                  <a:pt x="332" y="21600"/>
                </a:lnTo>
                <a:lnTo>
                  <a:pt x="60" y="19709"/>
                </a:lnTo>
                <a:lnTo>
                  <a:pt x="0" y="17926"/>
                </a:lnTo>
                <a:lnTo>
                  <a:pt x="149" y="16238"/>
                </a:lnTo>
                <a:lnTo>
                  <a:pt x="498" y="14633"/>
                </a:lnTo>
                <a:lnTo>
                  <a:pt x="1034" y="13094"/>
                </a:lnTo>
                <a:lnTo>
                  <a:pt x="1757" y="11609"/>
                </a:lnTo>
                <a:lnTo>
                  <a:pt x="2650" y="10164"/>
                </a:lnTo>
                <a:lnTo>
                  <a:pt x="3709" y="8746"/>
                </a:lnTo>
                <a:lnTo>
                  <a:pt x="4926" y="7339"/>
                </a:lnTo>
                <a:lnTo>
                  <a:pt x="6295" y="5930"/>
                </a:lnTo>
                <a:lnTo>
                  <a:pt x="7801" y="4505"/>
                </a:lnTo>
                <a:lnTo>
                  <a:pt x="9443" y="3050"/>
                </a:lnTo>
                <a:lnTo>
                  <a:pt x="11208" y="1555"/>
                </a:lnTo>
                <a:lnTo>
                  <a:pt x="13093" y="0"/>
                </a:lnTo>
                <a:close/>
              </a:path>
            </a:pathLst>
          </a:custGeom>
          <a:solidFill>
            <a:srgbClr val="6E7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4" name="contour_12202"/>
          <p:cNvSpPr/>
          <p:nvPr/>
        </p:nvSpPr>
        <p:spPr>
          <a:xfrm>
            <a:off x="3924026" y="274028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091" y="3564"/>
                </a:lnTo>
                <a:lnTo>
                  <a:pt x="20582" y="7133"/>
                </a:lnTo>
                <a:lnTo>
                  <a:pt x="20069" y="10719"/>
                </a:lnTo>
                <a:lnTo>
                  <a:pt x="19554" y="14321"/>
                </a:lnTo>
                <a:lnTo>
                  <a:pt x="19036" y="17944"/>
                </a:lnTo>
                <a:lnTo>
                  <a:pt x="18514" y="21600"/>
                </a:lnTo>
                <a:lnTo>
                  <a:pt x="16660" y="20682"/>
                </a:lnTo>
                <a:lnTo>
                  <a:pt x="14805" y="19748"/>
                </a:lnTo>
                <a:lnTo>
                  <a:pt x="12954" y="18803"/>
                </a:lnTo>
                <a:lnTo>
                  <a:pt x="11105" y="17842"/>
                </a:lnTo>
                <a:lnTo>
                  <a:pt x="9257" y="16875"/>
                </a:lnTo>
                <a:lnTo>
                  <a:pt x="8492" y="16486"/>
                </a:lnTo>
                <a:lnTo>
                  <a:pt x="7143" y="15795"/>
                </a:lnTo>
                <a:lnTo>
                  <a:pt x="4048" y="14218"/>
                </a:lnTo>
                <a:lnTo>
                  <a:pt x="2712" y="13090"/>
                </a:lnTo>
                <a:lnTo>
                  <a:pt x="1364" y="1195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B4B5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5" name="contour_12203"/>
          <p:cNvSpPr/>
          <p:nvPr/>
        </p:nvSpPr>
        <p:spPr>
          <a:xfrm>
            <a:off x="10809108" y="2740285"/>
            <a:ext cx="53086" cy="365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2" y="0"/>
                </a:moveTo>
                <a:lnTo>
                  <a:pt x="2740" y="620"/>
                </a:lnTo>
                <a:lnTo>
                  <a:pt x="4653" y="1249"/>
                </a:lnTo>
                <a:lnTo>
                  <a:pt x="6589" y="1887"/>
                </a:lnTo>
                <a:lnTo>
                  <a:pt x="7390" y="2150"/>
                </a:lnTo>
                <a:lnTo>
                  <a:pt x="9818" y="2947"/>
                </a:lnTo>
                <a:lnTo>
                  <a:pt x="11532" y="3800"/>
                </a:lnTo>
                <a:lnTo>
                  <a:pt x="12713" y="4678"/>
                </a:lnTo>
                <a:lnTo>
                  <a:pt x="13911" y="6104"/>
                </a:lnTo>
                <a:lnTo>
                  <a:pt x="15669" y="8616"/>
                </a:lnTo>
                <a:lnTo>
                  <a:pt x="17140" y="9732"/>
                </a:lnTo>
                <a:lnTo>
                  <a:pt x="18617" y="10826"/>
                </a:lnTo>
                <a:lnTo>
                  <a:pt x="20102" y="11890"/>
                </a:lnTo>
                <a:lnTo>
                  <a:pt x="21600" y="12924"/>
                </a:lnTo>
                <a:lnTo>
                  <a:pt x="20360" y="15634"/>
                </a:lnTo>
                <a:lnTo>
                  <a:pt x="19329" y="17430"/>
                </a:lnTo>
                <a:lnTo>
                  <a:pt x="17950" y="19132"/>
                </a:lnTo>
                <a:lnTo>
                  <a:pt x="15669" y="21540"/>
                </a:lnTo>
                <a:lnTo>
                  <a:pt x="13673" y="21600"/>
                </a:lnTo>
                <a:lnTo>
                  <a:pt x="11743" y="21527"/>
                </a:lnTo>
                <a:lnTo>
                  <a:pt x="9866" y="21303"/>
                </a:lnTo>
                <a:lnTo>
                  <a:pt x="8027" y="20906"/>
                </a:lnTo>
                <a:lnTo>
                  <a:pt x="6218" y="20321"/>
                </a:lnTo>
                <a:lnTo>
                  <a:pt x="4424" y="19528"/>
                </a:lnTo>
                <a:lnTo>
                  <a:pt x="2636" y="18503"/>
                </a:lnTo>
                <a:lnTo>
                  <a:pt x="842" y="17232"/>
                </a:lnTo>
                <a:lnTo>
                  <a:pt x="273" y="14203"/>
                </a:lnTo>
                <a:lnTo>
                  <a:pt x="12" y="11438"/>
                </a:lnTo>
                <a:lnTo>
                  <a:pt x="0" y="8784"/>
                </a:lnTo>
                <a:lnTo>
                  <a:pt x="172" y="6091"/>
                </a:lnTo>
                <a:lnTo>
                  <a:pt x="474" y="3214"/>
                </a:lnTo>
                <a:lnTo>
                  <a:pt x="842" y="0"/>
                </a:lnTo>
                <a:close/>
              </a:path>
            </a:pathLst>
          </a:custGeom>
          <a:solidFill>
            <a:srgbClr val="CFD2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6" name="contour_12204"/>
          <p:cNvSpPr/>
          <p:nvPr/>
        </p:nvSpPr>
        <p:spPr>
          <a:xfrm>
            <a:off x="5680432" y="2731736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5"/>
                </a:moveTo>
                <a:lnTo>
                  <a:pt x="2603" y="543"/>
                </a:lnTo>
                <a:lnTo>
                  <a:pt x="5177" y="254"/>
                </a:lnTo>
                <a:lnTo>
                  <a:pt x="7736" y="62"/>
                </a:lnTo>
                <a:lnTo>
                  <a:pt x="10289" y="0"/>
                </a:lnTo>
                <a:lnTo>
                  <a:pt x="12845" y="98"/>
                </a:lnTo>
                <a:lnTo>
                  <a:pt x="15412" y="383"/>
                </a:lnTo>
                <a:lnTo>
                  <a:pt x="18000" y="895"/>
                </a:lnTo>
                <a:lnTo>
                  <a:pt x="19433" y="4747"/>
                </a:lnTo>
                <a:lnTo>
                  <a:pt x="20336" y="7480"/>
                </a:lnTo>
                <a:lnTo>
                  <a:pt x="20884" y="9840"/>
                </a:lnTo>
                <a:lnTo>
                  <a:pt x="21247" y="12573"/>
                </a:lnTo>
                <a:lnTo>
                  <a:pt x="21600" y="16424"/>
                </a:lnTo>
                <a:lnTo>
                  <a:pt x="19224" y="16993"/>
                </a:lnTo>
                <a:lnTo>
                  <a:pt x="16844" y="17563"/>
                </a:lnTo>
                <a:lnTo>
                  <a:pt x="14465" y="18132"/>
                </a:lnTo>
                <a:lnTo>
                  <a:pt x="12078" y="18707"/>
                </a:lnTo>
                <a:lnTo>
                  <a:pt x="9684" y="19281"/>
                </a:lnTo>
                <a:lnTo>
                  <a:pt x="7279" y="19856"/>
                </a:lnTo>
                <a:lnTo>
                  <a:pt x="4867" y="20435"/>
                </a:lnTo>
                <a:lnTo>
                  <a:pt x="2441" y="21015"/>
                </a:lnTo>
                <a:lnTo>
                  <a:pt x="0" y="21600"/>
                </a:lnTo>
                <a:lnTo>
                  <a:pt x="0" y="18184"/>
                </a:lnTo>
                <a:lnTo>
                  <a:pt x="0" y="14762"/>
                </a:lnTo>
                <a:lnTo>
                  <a:pt x="0" y="11325"/>
                </a:lnTo>
                <a:lnTo>
                  <a:pt x="0" y="7873"/>
                </a:lnTo>
                <a:lnTo>
                  <a:pt x="0" y="4400"/>
                </a:lnTo>
                <a:lnTo>
                  <a:pt x="0" y="895"/>
                </a:lnTo>
                <a:close/>
              </a:path>
            </a:pathLst>
          </a:custGeom>
          <a:solidFill>
            <a:srgbClr val="BEB9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7" name="contour_12205"/>
          <p:cNvSpPr/>
          <p:nvPr/>
        </p:nvSpPr>
        <p:spPr>
          <a:xfrm>
            <a:off x="1584581" y="2725709"/>
            <a:ext cx="36440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04"/>
                </a:lnTo>
                <a:lnTo>
                  <a:pt x="6860" y="613"/>
                </a:lnTo>
                <a:lnTo>
                  <a:pt x="8618" y="1038"/>
                </a:lnTo>
                <a:lnTo>
                  <a:pt x="11340" y="1693"/>
                </a:lnTo>
                <a:lnTo>
                  <a:pt x="15509" y="2698"/>
                </a:lnTo>
                <a:lnTo>
                  <a:pt x="21600" y="4170"/>
                </a:lnTo>
                <a:lnTo>
                  <a:pt x="20589" y="6697"/>
                </a:lnTo>
                <a:lnTo>
                  <a:pt x="19544" y="9174"/>
                </a:lnTo>
                <a:lnTo>
                  <a:pt x="18438" y="11605"/>
                </a:lnTo>
                <a:lnTo>
                  <a:pt x="17254" y="13986"/>
                </a:lnTo>
                <a:lnTo>
                  <a:pt x="15958" y="16321"/>
                </a:lnTo>
                <a:lnTo>
                  <a:pt x="14537" y="18610"/>
                </a:lnTo>
                <a:lnTo>
                  <a:pt x="12960" y="20849"/>
                </a:lnTo>
                <a:lnTo>
                  <a:pt x="9487" y="2135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50"/>
                </a:lnTo>
                <a:lnTo>
                  <a:pt x="0" y="20849"/>
                </a:lnTo>
                <a:lnTo>
                  <a:pt x="536" y="18268"/>
                </a:lnTo>
                <a:lnTo>
                  <a:pt x="1071" y="15687"/>
                </a:lnTo>
                <a:lnTo>
                  <a:pt x="1607" y="13098"/>
                </a:lnTo>
                <a:lnTo>
                  <a:pt x="2143" y="10504"/>
                </a:lnTo>
                <a:lnTo>
                  <a:pt x="2683" y="7898"/>
                </a:lnTo>
                <a:lnTo>
                  <a:pt x="3227" y="5279"/>
                </a:lnTo>
                <a:lnTo>
                  <a:pt x="3771" y="2648"/>
                </a:lnTo>
                <a:lnTo>
                  <a:pt x="4320" y="0"/>
                </a:lnTo>
                <a:close/>
              </a:path>
            </a:pathLst>
          </a:custGeom>
          <a:solidFill>
            <a:srgbClr val="F5EB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8" name="contour_12206"/>
          <p:cNvSpPr/>
          <p:nvPr/>
        </p:nvSpPr>
        <p:spPr>
          <a:xfrm>
            <a:off x="5184324" y="2718421"/>
            <a:ext cx="4425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13" y="0"/>
                </a:moveTo>
                <a:lnTo>
                  <a:pt x="4255" y="2459"/>
                </a:lnTo>
                <a:lnTo>
                  <a:pt x="4703" y="4950"/>
                </a:lnTo>
                <a:lnTo>
                  <a:pt x="5973" y="7448"/>
                </a:lnTo>
                <a:lnTo>
                  <a:pt x="7285" y="9454"/>
                </a:lnTo>
                <a:lnTo>
                  <a:pt x="8683" y="11063"/>
                </a:lnTo>
                <a:lnTo>
                  <a:pt x="10217" y="12366"/>
                </a:lnTo>
                <a:lnTo>
                  <a:pt x="11928" y="13464"/>
                </a:lnTo>
                <a:lnTo>
                  <a:pt x="13870" y="14447"/>
                </a:lnTo>
                <a:lnTo>
                  <a:pt x="16079" y="15412"/>
                </a:lnTo>
                <a:lnTo>
                  <a:pt x="18612" y="16452"/>
                </a:lnTo>
                <a:lnTo>
                  <a:pt x="20095" y="17222"/>
                </a:lnTo>
                <a:lnTo>
                  <a:pt x="21600" y="18000"/>
                </a:lnTo>
                <a:lnTo>
                  <a:pt x="21600" y="19786"/>
                </a:lnTo>
                <a:lnTo>
                  <a:pt x="21600" y="21600"/>
                </a:lnTo>
                <a:lnTo>
                  <a:pt x="19252" y="21600"/>
                </a:lnTo>
                <a:lnTo>
                  <a:pt x="16901" y="21600"/>
                </a:lnTo>
                <a:lnTo>
                  <a:pt x="14549" y="21600"/>
                </a:lnTo>
                <a:lnTo>
                  <a:pt x="12191" y="21600"/>
                </a:lnTo>
                <a:lnTo>
                  <a:pt x="9825" y="21600"/>
                </a:lnTo>
                <a:lnTo>
                  <a:pt x="7449" y="21600"/>
                </a:lnTo>
                <a:lnTo>
                  <a:pt x="5066" y="21600"/>
                </a:lnTo>
                <a:lnTo>
                  <a:pt x="2668" y="21600"/>
                </a:lnTo>
                <a:lnTo>
                  <a:pt x="256" y="21600"/>
                </a:lnTo>
                <a:lnTo>
                  <a:pt x="128" y="16510"/>
                </a:lnTo>
                <a:lnTo>
                  <a:pt x="43" y="12784"/>
                </a:lnTo>
                <a:lnTo>
                  <a:pt x="0" y="10109"/>
                </a:lnTo>
                <a:lnTo>
                  <a:pt x="0" y="8168"/>
                </a:lnTo>
                <a:lnTo>
                  <a:pt x="43" y="6646"/>
                </a:lnTo>
                <a:lnTo>
                  <a:pt x="128" y="5227"/>
                </a:lnTo>
                <a:lnTo>
                  <a:pt x="256" y="3600"/>
                </a:lnTo>
                <a:lnTo>
                  <a:pt x="2021" y="1814"/>
                </a:lnTo>
                <a:lnTo>
                  <a:pt x="3813" y="0"/>
                </a:lnTo>
                <a:close/>
              </a:path>
            </a:pathLst>
          </a:custGeom>
          <a:solidFill>
            <a:srgbClr val="837E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09" name="contour_12207"/>
          <p:cNvSpPr/>
          <p:nvPr/>
        </p:nvSpPr>
        <p:spPr>
          <a:xfrm>
            <a:off x="4776721" y="2718421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7" y="40"/>
                </a:lnTo>
                <a:lnTo>
                  <a:pt x="5989" y="104"/>
                </a:lnTo>
                <a:lnTo>
                  <a:pt x="7201" y="230"/>
                </a:lnTo>
                <a:lnTo>
                  <a:pt x="8481" y="454"/>
                </a:lnTo>
                <a:lnTo>
                  <a:pt x="10098" y="817"/>
                </a:lnTo>
                <a:lnTo>
                  <a:pt x="12317" y="1350"/>
                </a:lnTo>
                <a:lnTo>
                  <a:pt x="14051" y="1750"/>
                </a:lnTo>
                <a:lnTo>
                  <a:pt x="15795" y="2153"/>
                </a:lnTo>
                <a:lnTo>
                  <a:pt x="17561" y="2560"/>
                </a:lnTo>
                <a:lnTo>
                  <a:pt x="18155" y="2714"/>
                </a:lnTo>
                <a:lnTo>
                  <a:pt x="19202" y="2984"/>
                </a:lnTo>
                <a:lnTo>
                  <a:pt x="21600" y="3600"/>
                </a:lnTo>
                <a:lnTo>
                  <a:pt x="21600" y="6145"/>
                </a:lnTo>
                <a:lnTo>
                  <a:pt x="21600" y="8694"/>
                </a:lnTo>
                <a:lnTo>
                  <a:pt x="21600" y="11250"/>
                </a:lnTo>
                <a:lnTo>
                  <a:pt x="21600" y="13817"/>
                </a:lnTo>
                <a:lnTo>
                  <a:pt x="21600" y="16394"/>
                </a:lnTo>
                <a:lnTo>
                  <a:pt x="21600" y="18986"/>
                </a:lnTo>
                <a:lnTo>
                  <a:pt x="21600" y="21600"/>
                </a:lnTo>
                <a:lnTo>
                  <a:pt x="20930" y="19818"/>
                </a:lnTo>
                <a:lnTo>
                  <a:pt x="20261" y="18025"/>
                </a:lnTo>
                <a:lnTo>
                  <a:pt x="19583" y="16225"/>
                </a:lnTo>
                <a:lnTo>
                  <a:pt x="18900" y="14400"/>
                </a:lnTo>
                <a:lnTo>
                  <a:pt x="17023" y="13432"/>
                </a:lnTo>
                <a:lnTo>
                  <a:pt x="15611" y="12730"/>
                </a:lnTo>
                <a:lnTo>
                  <a:pt x="14399" y="12186"/>
                </a:lnTo>
                <a:lnTo>
                  <a:pt x="13119" y="11682"/>
                </a:lnTo>
                <a:lnTo>
                  <a:pt x="11502" y="11106"/>
                </a:lnTo>
                <a:lnTo>
                  <a:pt x="9283" y="10350"/>
                </a:lnTo>
                <a:lnTo>
                  <a:pt x="7943" y="9882"/>
                </a:lnTo>
                <a:lnTo>
                  <a:pt x="6585" y="9407"/>
                </a:lnTo>
                <a:lnTo>
                  <a:pt x="4941" y="8842"/>
                </a:lnTo>
                <a:lnTo>
                  <a:pt x="3297" y="8287"/>
                </a:lnTo>
                <a:lnTo>
                  <a:pt x="1647" y="7740"/>
                </a:lnTo>
                <a:lnTo>
                  <a:pt x="0" y="7200"/>
                </a:lnTo>
                <a:lnTo>
                  <a:pt x="462" y="5015"/>
                </a:lnTo>
                <a:lnTo>
                  <a:pt x="899" y="3539"/>
                </a:lnTo>
                <a:lnTo>
                  <a:pt x="1561" y="2092"/>
                </a:lnTo>
                <a:lnTo>
                  <a:pt x="2700" y="0"/>
                </a:lnTo>
                <a:close/>
              </a:path>
            </a:pathLst>
          </a:custGeom>
          <a:solidFill>
            <a:srgbClr val="E1E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0" name="contour_12208"/>
          <p:cNvSpPr/>
          <p:nvPr/>
        </p:nvSpPr>
        <p:spPr>
          <a:xfrm>
            <a:off x="6837802" y="2703845"/>
            <a:ext cx="3786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84" y="0"/>
                </a:moveTo>
                <a:lnTo>
                  <a:pt x="16033" y="0"/>
                </a:lnTo>
                <a:lnTo>
                  <a:pt x="18798" y="0"/>
                </a:lnTo>
                <a:lnTo>
                  <a:pt x="21600" y="0"/>
                </a:lnTo>
                <a:lnTo>
                  <a:pt x="21155" y="1426"/>
                </a:lnTo>
                <a:lnTo>
                  <a:pt x="20702" y="2851"/>
                </a:lnTo>
                <a:lnTo>
                  <a:pt x="20240" y="4277"/>
                </a:lnTo>
                <a:lnTo>
                  <a:pt x="19779" y="5700"/>
                </a:lnTo>
                <a:lnTo>
                  <a:pt x="19272" y="7291"/>
                </a:lnTo>
                <a:lnTo>
                  <a:pt x="18756" y="8906"/>
                </a:lnTo>
                <a:lnTo>
                  <a:pt x="17991" y="10644"/>
                </a:lnTo>
                <a:lnTo>
                  <a:pt x="17172" y="12257"/>
                </a:lnTo>
                <a:lnTo>
                  <a:pt x="16186" y="13790"/>
                </a:lnTo>
                <a:lnTo>
                  <a:pt x="14927" y="15290"/>
                </a:lnTo>
                <a:lnTo>
                  <a:pt x="13284" y="16800"/>
                </a:lnTo>
                <a:lnTo>
                  <a:pt x="10536" y="16800"/>
                </a:lnTo>
                <a:lnTo>
                  <a:pt x="7771" y="16800"/>
                </a:lnTo>
                <a:lnTo>
                  <a:pt x="4969" y="16800"/>
                </a:lnTo>
                <a:lnTo>
                  <a:pt x="3443" y="18226"/>
                </a:lnTo>
                <a:lnTo>
                  <a:pt x="2499" y="19200"/>
                </a:lnTo>
                <a:lnTo>
                  <a:pt x="1755" y="20174"/>
                </a:lnTo>
                <a:lnTo>
                  <a:pt x="811" y="21600"/>
                </a:lnTo>
                <a:lnTo>
                  <a:pt x="653" y="20138"/>
                </a:lnTo>
                <a:lnTo>
                  <a:pt x="516" y="18674"/>
                </a:lnTo>
                <a:lnTo>
                  <a:pt x="395" y="17213"/>
                </a:lnTo>
                <a:lnTo>
                  <a:pt x="291" y="15749"/>
                </a:lnTo>
                <a:lnTo>
                  <a:pt x="146" y="14117"/>
                </a:lnTo>
                <a:lnTo>
                  <a:pt x="0" y="12458"/>
                </a:lnTo>
                <a:lnTo>
                  <a:pt x="403" y="11040"/>
                </a:lnTo>
                <a:lnTo>
                  <a:pt x="811" y="9600"/>
                </a:lnTo>
                <a:lnTo>
                  <a:pt x="3226" y="8803"/>
                </a:lnTo>
                <a:lnTo>
                  <a:pt x="4898" y="8290"/>
                </a:lnTo>
                <a:lnTo>
                  <a:pt x="6603" y="7829"/>
                </a:lnTo>
                <a:lnTo>
                  <a:pt x="9126" y="7200"/>
                </a:lnTo>
                <a:lnTo>
                  <a:pt x="9813" y="5962"/>
                </a:lnTo>
                <a:lnTo>
                  <a:pt x="10503" y="4714"/>
                </a:lnTo>
                <a:lnTo>
                  <a:pt x="11205" y="3451"/>
                </a:lnTo>
                <a:lnTo>
                  <a:pt x="11891" y="2311"/>
                </a:lnTo>
                <a:lnTo>
                  <a:pt x="12582" y="1164"/>
                </a:lnTo>
                <a:lnTo>
                  <a:pt x="13284" y="0"/>
                </a:lnTo>
                <a:close/>
              </a:path>
            </a:pathLst>
          </a:custGeom>
          <a:solidFill>
            <a:srgbClr val="C0C6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1" name="contour_12209"/>
          <p:cNvSpPr/>
          <p:nvPr/>
        </p:nvSpPr>
        <p:spPr>
          <a:xfrm>
            <a:off x="7451414" y="2695332"/>
            <a:ext cx="51016" cy="376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2"/>
                </a:moveTo>
                <a:lnTo>
                  <a:pt x="2077" y="481"/>
                </a:lnTo>
                <a:lnTo>
                  <a:pt x="4141" y="288"/>
                </a:lnTo>
                <a:lnTo>
                  <a:pt x="6193" y="138"/>
                </a:lnTo>
                <a:lnTo>
                  <a:pt x="8242" y="38"/>
                </a:lnTo>
                <a:lnTo>
                  <a:pt x="10288" y="0"/>
                </a:lnTo>
                <a:lnTo>
                  <a:pt x="12334" y="38"/>
                </a:lnTo>
                <a:lnTo>
                  <a:pt x="14386" y="159"/>
                </a:lnTo>
                <a:lnTo>
                  <a:pt x="16444" y="376"/>
                </a:lnTo>
                <a:lnTo>
                  <a:pt x="18514" y="702"/>
                </a:lnTo>
                <a:lnTo>
                  <a:pt x="20020" y="3561"/>
                </a:lnTo>
                <a:lnTo>
                  <a:pt x="20933" y="5642"/>
                </a:lnTo>
                <a:lnTo>
                  <a:pt x="21403" y="7548"/>
                </a:lnTo>
                <a:lnTo>
                  <a:pt x="21575" y="9880"/>
                </a:lnTo>
                <a:lnTo>
                  <a:pt x="21600" y="13241"/>
                </a:lnTo>
                <a:lnTo>
                  <a:pt x="19875" y="16167"/>
                </a:lnTo>
                <a:lnTo>
                  <a:pt x="18656" y="18010"/>
                </a:lnTo>
                <a:lnTo>
                  <a:pt x="17369" y="19560"/>
                </a:lnTo>
                <a:lnTo>
                  <a:pt x="15429" y="21600"/>
                </a:lnTo>
                <a:lnTo>
                  <a:pt x="13901" y="19531"/>
                </a:lnTo>
                <a:lnTo>
                  <a:pt x="12371" y="17458"/>
                </a:lnTo>
                <a:lnTo>
                  <a:pt x="10834" y="15377"/>
                </a:lnTo>
                <a:lnTo>
                  <a:pt x="9291" y="13287"/>
                </a:lnTo>
                <a:lnTo>
                  <a:pt x="7739" y="11185"/>
                </a:lnTo>
                <a:lnTo>
                  <a:pt x="6171" y="9061"/>
                </a:lnTo>
                <a:lnTo>
                  <a:pt x="6171" y="11824"/>
                </a:lnTo>
                <a:lnTo>
                  <a:pt x="6171" y="14603"/>
                </a:lnTo>
                <a:lnTo>
                  <a:pt x="6171" y="17420"/>
                </a:lnTo>
                <a:lnTo>
                  <a:pt x="4132" y="17420"/>
                </a:lnTo>
                <a:lnTo>
                  <a:pt x="2080" y="17420"/>
                </a:lnTo>
                <a:lnTo>
                  <a:pt x="0" y="17420"/>
                </a:lnTo>
                <a:lnTo>
                  <a:pt x="0" y="14662"/>
                </a:lnTo>
                <a:lnTo>
                  <a:pt x="0" y="11899"/>
                </a:lnTo>
                <a:lnTo>
                  <a:pt x="0" y="9124"/>
                </a:lnTo>
                <a:lnTo>
                  <a:pt x="0" y="6336"/>
                </a:lnTo>
                <a:lnTo>
                  <a:pt x="0" y="3532"/>
                </a:lnTo>
                <a:lnTo>
                  <a:pt x="0" y="702"/>
                </a:lnTo>
                <a:close/>
              </a:path>
            </a:pathLst>
          </a:custGeom>
          <a:solidFill>
            <a:srgbClr val="DAD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2" name="contour_12210"/>
          <p:cNvSpPr/>
          <p:nvPr/>
        </p:nvSpPr>
        <p:spPr>
          <a:xfrm>
            <a:off x="4339442" y="2652829"/>
            <a:ext cx="291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0611" y="1294"/>
                </a:lnTo>
                <a:lnTo>
                  <a:pt x="10422" y="2607"/>
                </a:lnTo>
                <a:lnTo>
                  <a:pt x="10287" y="4322"/>
                </a:lnTo>
                <a:lnTo>
                  <a:pt x="10206" y="5938"/>
                </a:lnTo>
                <a:lnTo>
                  <a:pt x="10228" y="7467"/>
                </a:lnTo>
                <a:lnTo>
                  <a:pt x="10390" y="8921"/>
                </a:lnTo>
                <a:lnTo>
                  <a:pt x="10730" y="10314"/>
                </a:lnTo>
                <a:lnTo>
                  <a:pt x="11291" y="11658"/>
                </a:lnTo>
                <a:lnTo>
                  <a:pt x="12112" y="12966"/>
                </a:lnTo>
                <a:lnTo>
                  <a:pt x="13241" y="14254"/>
                </a:lnTo>
                <a:lnTo>
                  <a:pt x="14715" y="15530"/>
                </a:lnTo>
                <a:lnTo>
                  <a:pt x="16567" y="16813"/>
                </a:lnTo>
                <a:lnTo>
                  <a:pt x="18851" y="18112"/>
                </a:lnTo>
                <a:lnTo>
                  <a:pt x="21600" y="19440"/>
                </a:lnTo>
                <a:lnTo>
                  <a:pt x="18036" y="19796"/>
                </a:lnTo>
                <a:lnTo>
                  <a:pt x="14467" y="20153"/>
                </a:lnTo>
                <a:lnTo>
                  <a:pt x="10881" y="20511"/>
                </a:lnTo>
                <a:lnTo>
                  <a:pt x="7279" y="20872"/>
                </a:lnTo>
                <a:lnTo>
                  <a:pt x="3656" y="21235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6"/>
                </a:lnTo>
                <a:lnTo>
                  <a:pt x="0" y="15485"/>
                </a:lnTo>
                <a:lnTo>
                  <a:pt x="0" y="13954"/>
                </a:lnTo>
                <a:lnTo>
                  <a:pt x="0" y="12418"/>
                </a:lnTo>
                <a:lnTo>
                  <a:pt x="0" y="10882"/>
                </a:lnTo>
                <a:lnTo>
                  <a:pt x="0" y="9340"/>
                </a:lnTo>
                <a:lnTo>
                  <a:pt x="0" y="7795"/>
                </a:lnTo>
                <a:lnTo>
                  <a:pt x="0" y="6247"/>
                </a:lnTo>
                <a:lnTo>
                  <a:pt x="0" y="4694"/>
                </a:lnTo>
                <a:lnTo>
                  <a:pt x="0" y="3134"/>
                </a:lnTo>
                <a:lnTo>
                  <a:pt x="0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DA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3" name="contour_12211"/>
          <p:cNvSpPr/>
          <p:nvPr/>
        </p:nvSpPr>
        <p:spPr>
          <a:xfrm>
            <a:off x="3924026" y="2703845"/>
            <a:ext cx="65592" cy="376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939" y="2859"/>
                </a:lnTo>
                <a:lnTo>
                  <a:pt x="20434" y="4941"/>
                </a:lnTo>
                <a:lnTo>
                  <a:pt x="20798" y="6847"/>
                </a:lnTo>
                <a:lnTo>
                  <a:pt x="21149" y="9180"/>
                </a:lnTo>
                <a:lnTo>
                  <a:pt x="21600" y="12541"/>
                </a:lnTo>
                <a:lnTo>
                  <a:pt x="20513" y="15246"/>
                </a:lnTo>
                <a:lnTo>
                  <a:pt x="19651" y="17014"/>
                </a:lnTo>
                <a:lnTo>
                  <a:pt x="18562" y="18640"/>
                </a:lnTo>
                <a:lnTo>
                  <a:pt x="16800" y="20902"/>
                </a:lnTo>
                <a:lnTo>
                  <a:pt x="15034" y="21245"/>
                </a:lnTo>
                <a:lnTo>
                  <a:pt x="13714" y="21466"/>
                </a:lnTo>
                <a:lnTo>
                  <a:pt x="12605" y="21579"/>
                </a:lnTo>
                <a:lnTo>
                  <a:pt x="11460" y="21600"/>
                </a:lnTo>
                <a:lnTo>
                  <a:pt x="10039" y="21546"/>
                </a:lnTo>
                <a:lnTo>
                  <a:pt x="8100" y="21424"/>
                </a:lnTo>
                <a:lnTo>
                  <a:pt x="6583" y="21349"/>
                </a:lnTo>
                <a:lnTo>
                  <a:pt x="5054" y="21274"/>
                </a:lnTo>
                <a:lnTo>
                  <a:pt x="3506" y="21195"/>
                </a:lnTo>
                <a:lnTo>
                  <a:pt x="2990" y="21153"/>
                </a:lnTo>
                <a:lnTo>
                  <a:pt x="2081" y="21077"/>
                </a:lnTo>
                <a:lnTo>
                  <a:pt x="0" y="20902"/>
                </a:lnTo>
                <a:lnTo>
                  <a:pt x="1308" y="19108"/>
                </a:lnTo>
                <a:lnTo>
                  <a:pt x="2616" y="17369"/>
                </a:lnTo>
                <a:lnTo>
                  <a:pt x="3926" y="15681"/>
                </a:lnTo>
                <a:lnTo>
                  <a:pt x="5239" y="14046"/>
                </a:lnTo>
                <a:lnTo>
                  <a:pt x="6559" y="12458"/>
                </a:lnTo>
                <a:lnTo>
                  <a:pt x="7889" y="10915"/>
                </a:lnTo>
                <a:lnTo>
                  <a:pt x="9230" y="9414"/>
                </a:lnTo>
                <a:lnTo>
                  <a:pt x="10589" y="7959"/>
                </a:lnTo>
                <a:lnTo>
                  <a:pt x="11964" y="6546"/>
                </a:lnTo>
                <a:lnTo>
                  <a:pt x="13358" y="5167"/>
                </a:lnTo>
                <a:lnTo>
                  <a:pt x="14777" y="3825"/>
                </a:lnTo>
                <a:lnTo>
                  <a:pt x="16222" y="2521"/>
                </a:lnTo>
                <a:lnTo>
                  <a:pt x="17695" y="1246"/>
                </a:lnTo>
                <a:lnTo>
                  <a:pt x="19200" y="0"/>
                </a:lnTo>
                <a:close/>
              </a:path>
            </a:pathLst>
          </a:custGeom>
          <a:solidFill>
            <a:srgbClr val="4540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4" name="contour_12212"/>
          <p:cNvSpPr/>
          <p:nvPr/>
        </p:nvSpPr>
        <p:spPr>
          <a:xfrm>
            <a:off x="972390" y="267469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7708" y="2138"/>
                </a:lnTo>
                <a:lnTo>
                  <a:pt x="18135" y="4280"/>
                </a:lnTo>
                <a:lnTo>
                  <a:pt x="18563" y="6421"/>
                </a:lnTo>
                <a:lnTo>
                  <a:pt x="18995" y="8566"/>
                </a:lnTo>
                <a:lnTo>
                  <a:pt x="19423" y="10720"/>
                </a:lnTo>
                <a:lnTo>
                  <a:pt x="19855" y="12877"/>
                </a:lnTo>
                <a:lnTo>
                  <a:pt x="20287" y="15043"/>
                </a:lnTo>
                <a:lnTo>
                  <a:pt x="20723" y="17218"/>
                </a:lnTo>
                <a:lnTo>
                  <a:pt x="21159" y="19403"/>
                </a:lnTo>
                <a:lnTo>
                  <a:pt x="21600" y="21600"/>
                </a:lnTo>
                <a:lnTo>
                  <a:pt x="18926" y="21217"/>
                </a:lnTo>
                <a:lnTo>
                  <a:pt x="16252" y="20835"/>
                </a:lnTo>
                <a:lnTo>
                  <a:pt x="13569" y="20452"/>
                </a:lnTo>
                <a:lnTo>
                  <a:pt x="10882" y="20069"/>
                </a:lnTo>
                <a:lnTo>
                  <a:pt x="8182" y="19684"/>
                </a:lnTo>
                <a:lnTo>
                  <a:pt x="5469" y="19295"/>
                </a:lnTo>
                <a:lnTo>
                  <a:pt x="2743" y="18906"/>
                </a:lnTo>
                <a:lnTo>
                  <a:pt x="0" y="18514"/>
                </a:lnTo>
                <a:lnTo>
                  <a:pt x="734" y="16660"/>
                </a:lnTo>
                <a:lnTo>
                  <a:pt x="1482" y="14805"/>
                </a:lnTo>
                <a:lnTo>
                  <a:pt x="2238" y="12954"/>
                </a:lnTo>
                <a:lnTo>
                  <a:pt x="3007" y="11105"/>
                </a:lnTo>
                <a:lnTo>
                  <a:pt x="3780" y="9257"/>
                </a:lnTo>
                <a:lnTo>
                  <a:pt x="4480" y="7535"/>
                </a:lnTo>
                <a:lnTo>
                  <a:pt x="5188" y="5804"/>
                </a:lnTo>
                <a:lnTo>
                  <a:pt x="5905" y="4048"/>
                </a:lnTo>
                <a:lnTo>
                  <a:pt x="6808" y="2712"/>
                </a:lnTo>
                <a:lnTo>
                  <a:pt x="7720" y="1364"/>
                </a:lnTo>
                <a:lnTo>
                  <a:pt x="8640" y="0"/>
                </a:lnTo>
                <a:close/>
              </a:path>
            </a:pathLst>
          </a:custGeom>
          <a:solidFill>
            <a:srgbClr val="7E7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5" name="contour_12213"/>
          <p:cNvSpPr/>
          <p:nvPr/>
        </p:nvSpPr>
        <p:spPr>
          <a:xfrm>
            <a:off x="7675505" y="2689269"/>
            <a:ext cx="2370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4" y="0"/>
                </a:moveTo>
                <a:lnTo>
                  <a:pt x="6064" y="0"/>
                </a:lnTo>
                <a:lnTo>
                  <a:pt x="10481" y="0"/>
                </a:lnTo>
                <a:lnTo>
                  <a:pt x="14958" y="0"/>
                </a:lnTo>
                <a:lnTo>
                  <a:pt x="15509" y="1782"/>
                </a:lnTo>
                <a:lnTo>
                  <a:pt x="16054" y="3564"/>
                </a:lnTo>
                <a:lnTo>
                  <a:pt x="16605" y="5349"/>
                </a:lnTo>
                <a:lnTo>
                  <a:pt x="17150" y="7136"/>
                </a:lnTo>
                <a:lnTo>
                  <a:pt x="17701" y="8926"/>
                </a:lnTo>
                <a:lnTo>
                  <a:pt x="18252" y="10719"/>
                </a:lnTo>
                <a:lnTo>
                  <a:pt x="18804" y="12517"/>
                </a:lnTo>
                <a:lnTo>
                  <a:pt x="19362" y="14321"/>
                </a:lnTo>
                <a:lnTo>
                  <a:pt x="19920" y="16130"/>
                </a:lnTo>
                <a:lnTo>
                  <a:pt x="20477" y="17944"/>
                </a:lnTo>
                <a:lnTo>
                  <a:pt x="21035" y="19769"/>
                </a:lnTo>
                <a:lnTo>
                  <a:pt x="21600" y="21600"/>
                </a:lnTo>
                <a:lnTo>
                  <a:pt x="17655" y="21065"/>
                </a:lnTo>
                <a:lnTo>
                  <a:pt x="13696" y="20528"/>
                </a:lnTo>
                <a:lnTo>
                  <a:pt x="9724" y="19991"/>
                </a:lnTo>
                <a:lnTo>
                  <a:pt x="5719" y="19448"/>
                </a:lnTo>
                <a:lnTo>
                  <a:pt x="1674" y="18900"/>
                </a:lnTo>
                <a:lnTo>
                  <a:pt x="731" y="16713"/>
                </a:lnTo>
                <a:lnTo>
                  <a:pt x="193" y="15117"/>
                </a:lnTo>
                <a:lnTo>
                  <a:pt x="0" y="13657"/>
                </a:lnTo>
                <a:lnTo>
                  <a:pt x="100" y="11864"/>
                </a:lnTo>
                <a:lnTo>
                  <a:pt x="425" y="9283"/>
                </a:lnTo>
                <a:lnTo>
                  <a:pt x="611" y="7549"/>
                </a:lnTo>
                <a:lnTo>
                  <a:pt x="790" y="5805"/>
                </a:lnTo>
                <a:lnTo>
                  <a:pt x="976" y="4039"/>
                </a:lnTo>
                <a:lnTo>
                  <a:pt x="1202" y="2705"/>
                </a:lnTo>
                <a:lnTo>
                  <a:pt x="1435" y="1361"/>
                </a:lnTo>
                <a:lnTo>
                  <a:pt x="1674" y="0"/>
                </a:lnTo>
                <a:close/>
              </a:path>
            </a:pathLst>
          </a:custGeom>
          <a:solidFill>
            <a:srgbClr val="D8E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6" name="contour_12214"/>
          <p:cNvSpPr/>
          <p:nvPr/>
        </p:nvSpPr>
        <p:spPr>
          <a:xfrm>
            <a:off x="5614840" y="2674693"/>
            <a:ext cx="61234" cy="43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54" y="0"/>
                </a:moveTo>
                <a:lnTo>
                  <a:pt x="14767" y="460"/>
                </a:lnTo>
                <a:lnTo>
                  <a:pt x="16124" y="877"/>
                </a:lnTo>
                <a:lnTo>
                  <a:pt x="17296" y="1423"/>
                </a:lnTo>
                <a:lnTo>
                  <a:pt x="18654" y="2272"/>
                </a:lnTo>
                <a:lnTo>
                  <a:pt x="20567" y="3595"/>
                </a:lnTo>
                <a:lnTo>
                  <a:pt x="21135" y="6086"/>
                </a:lnTo>
                <a:lnTo>
                  <a:pt x="21479" y="8465"/>
                </a:lnTo>
                <a:lnTo>
                  <a:pt x="21600" y="10791"/>
                </a:lnTo>
                <a:lnTo>
                  <a:pt x="21489" y="13110"/>
                </a:lnTo>
                <a:lnTo>
                  <a:pt x="21145" y="15486"/>
                </a:lnTo>
                <a:lnTo>
                  <a:pt x="20567" y="17973"/>
                </a:lnTo>
                <a:lnTo>
                  <a:pt x="18659" y="19278"/>
                </a:lnTo>
                <a:lnTo>
                  <a:pt x="17032" y="20270"/>
                </a:lnTo>
                <a:lnTo>
                  <a:pt x="15533" y="20975"/>
                </a:lnTo>
                <a:lnTo>
                  <a:pt x="14011" y="21409"/>
                </a:lnTo>
                <a:lnTo>
                  <a:pt x="12312" y="21600"/>
                </a:lnTo>
                <a:lnTo>
                  <a:pt x="10283" y="21568"/>
                </a:lnTo>
                <a:lnTo>
                  <a:pt x="8712" y="20766"/>
                </a:lnTo>
                <a:lnTo>
                  <a:pt x="7191" y="19885"/>
                </a:lnTo>
                <a:lnTo>
                  <a:pt x="5712" y="18929"/>
                </a:lnTo>
                <a:lnTo>
                  <a:pt x="4262" y="17898"/>
                </a:lnTo>
                <a:lnTo>
                  <a:pt x="2836" y="16794"/>
                </a:lnTo>
                <a:lnTo>
                  <a:pt x="1417" y="15622"/>
                </a:lnTo>
                <a:lnTo>
                  <a:pt x="0" y="14378"/>
                </a:lnTo>
                <a:lnTo>
                  <a:pt x="1396" y="14177"/>
                </a:lnTo>
                <a:lnTo>
                  <a:pt x="2812" y="13972"/>
                </a:lnTo>
                <a:lnTo>
                  <a:pt x="4550" y="13616"/>
                </a:lnTo>
                <a:lnTo>
                  <a:pt x="6242" y="13228"/>
                </a:lnTo>
                <a:lnTo>
                  <a:pt x="7905" y="12779"/>
                </a:lnTo>
                <a:lnTo>
                  <a:pt x="9551" y="12240"/>
                </a:lnTo>
                <a:lnTo>
                  <a:pt x="11196" y="11585"/>
                </a:lnTo>
                <a:lnTo>
                  <a:pt x="12854" y="10784"/>
                </a:lnTo>
                <a:lnTo>
                  <a:pt x="13240" y="8002"/>
                </a:lnTo>
                <a:lnTo>
                  <a:pt x="13433" y="6050"/>
                </a:lnTo>
                <a:lnTo>
                  <a:pt x="13433" y="4411"/>
                </a:lnTo>
                <a:lnTo>
                  <a:pt x="13240" y="2567"/>
                </a:lnTo>
                <a:lnTo>
                  <a:pt x="12854" y="0"/>
                </a:lnTo>
                <a:close/>
              </a:path>
            </a:pathLst>
          </a:custGeom>
          <a:solidFill>
            <a:srgbClr val="B5BC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7" name="contour_12215"/>
          <p:cNvSpPr/>
          <p:nvPr/>
        </p:nvSpPr>
        <p:spPr>
          <a:xfrm>
            <a:off x="4725705" y="2666691"/>
            <a:ext cx="38364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96" y="0"/>
                </a:moveTo>
                <a:lnTo>
                  <a:pt x="10578" y="85"/>
                </a:lnTo>
                <a:lnTo>
                  <a:pt x="13061" y="169"/>
                </a:lnTo>
                <a:lnTo>
                  <a:pt x="15548" y="250"/>
                </a:lnTo>
                <a:lnTo>
                  <a:pt x="18030" y="335"/>
                </a:lnTo>
                <a:lnTo>
                  <a:pt x="20517" y="415"/>
                </a:lnTo>
                <a:lnTo>
                  <a:pt x="21120" y="5313"/>
                </a:lnTo>
                <a:lnTo>
                  <a:pt x="21481" y="8754"/>
                </a:lnTo>
                <a:lnTo>
                  <a:pt x="21600" y="11211"/>
                </a:lnTo>
                <a:lnTo>
                  <a:pt x="21481" y="13152"/>
                </a:lnTo>
                <a:lnTo>
                  <a:pt x="21120" y="15045"/>
                </a:lnTo>
                <a:lnTo>
                  <a:pt x="20517" y="17363"/>
                </a:lnTo>
                <a:lnTo>
                  <a:pt x="17886" y="18672"/>
                </a:lnTo>
                <a:lnTo>
                  <a:pt x="15244" y="19659"/>
                </a:lnTo>
                <a:lnTo>
                  <a:pt x="12560" y="20392"/>
                </a:lnTo>
                <a:lnTo>
                  <a:pt x="9823" y="20922"/>
                </a:lnTo>
                <a:lnTo>
                  <a:pt x="7009" y="21303"/>
                </a:lnTo>
                <a:lnTo>
                  <a:pt x="4103" y="21600"/>
                </a:lnTo>
                <a:lnTo>
                  <a:pt x="3316" y="18871"/>
                </a:lnTo>
                <a:lnTo>
                  <a:pt x="2548" y="16134"/>
                </a:lnTo>
                <a:lnTo>
                  <a:pt x="1797" y="13389"/>
                </a:lnTo>
                <a:lnTo>
                  <a:pt x="1473" y="12241"/>
                </a:lnTo>
                <a:lnTo>
                  <a:pt x="497" y="8770"/>
                </a:lnTo>
                <a:lnTo>
                  <a:pt x="250" y="6728"/>
                </a:lnTo>
                <a:lnTo>
                  <a:pt x="0" y="4652"/>
                </a:lnTo>
                <a:lnTo>
                  <a:pt x="2433" y="2199"/>
                </a:lnTo>
                <a:lnTo>
                  <a:pt x="4087" y="894"/>
                </a:lnTo>
                <a:lnTo>
                  <a:pt x="5724" y="309"/>
                </a:lnTo>
                <a:lnTo>
                  <a:pt x="8096" y="0"/>
                </a:lnTo>
                <a:close/>
              </a:path>
            </a:pathLst>
          </a:custGeom>
          <a:solidFill>
            <a:srgbClr val="787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8" name="contour_12216"/>
          <p:cNvSpPr/>
          <p:nvPr/>
        </p:nvSpPr>
        <p:spPr>
          <a:xfrm>
            <a:off x="1577293" y="2687177"/>
            <a:ext cx="72880" cy="31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46"/>
                </a:moveTo>
                <a:lnTo>
                  <a:pt x="3089" y="917"/>
                </a:lnTo>
                <a:lnTo>
                  <a:pt x="5679" y="494"/>
                </a:lnTo>
                <a:lnTo>
                  <a:pt x="7832" y="197"/>
                </a:lnTo>
                <a:lnTo>
                  <a:pt x="9608" y="25"/>
                </a:lnTo>
                <a:lnTo>
                  <a:pt x="11068" y="0"/>
                </a:lnTo>
                <a:lnTo>
                  <a:pt x="12273" y="126"/>
                </a:lnTo>
                <a:lnTo>
                  <a:pt x="13284" y="423"/>
                </a:lnTo>
                <a:lnTo>
                  <a:pt x="14161" y="897"/>
                </a:lnTo>
                <a:lnTo>
                  <a:pt x="14969" y="1562"/>
                </a:lnTo>
                <a:lnTo>
                  <a:pt x="15764" y="2429"/>
                </a:lnTo>
                <a:lnTo>
                  <a:pt x="16610" y="3507"/>
                </a:lnTo>
                <a:lnTo>
                  <a:pt x="17567" y="4812"/>
                </a:lnTo>
                <a:lnTo>
                  <a:pt x="18433" y="6918"/>
                </a:lnTo>
                <a:lnTo>
                  <a:pt x="19077" y="8581"/>
                </a:lnTo>
                <a:lnTo>
                  <a:pt x="19691" y="10369"/>
                </a:lnTo>
                <a:lnTo>
                  <a:pt x="20466" y="12838"/>
                </a:lnTo>
                <a:lnTo>
                  <a:pt x="21600" y="16562"/>
                </a:lnTo>
                <a:lnTo>
                  <a:pt x="20375" y="16083"/>
                </a:lnTo>
                <a:lnTo>
                  <a:pt x="19144" y="15594"/>
                </a:lnTo>
                <a:lnTo>
                  <a:pt x="17896" y="15105"/>
                </a:lnTo>
                <a:lnTo>
                  <a:pt x="16695" y="14677"/>
                </a:lnTo>
                <a:lnTo>
                  <a:pt x="15494" y="14254"/>
                </a:lnTo>
                <a:lnTo>
                  <a:pt x="14295" y="13831"/>
                </a:lnTo>
                <a:lnTo>
                  <a:pt x="13094" y="13412"/>
                </a:lnTo>
                <a:lnTo>
                  <a:pt x="12487" y="13171"/>
                </a:lnTo>
                <a:lnTo>
                  <a:pt x="10653" y="12430"/>
                </a:lnTo>
                <a:lnTo>
                  <a:pt x="9478" y="12042"/>
                </a:lnTo>
                <a:lnTo>
                  <a:pt x="8562" y="11800"/>
                </a:lnTo>
                <a:lnTo>
                  <a:pt x="7599" y="11664"/>
                </a:lnTo>
                <a:lnTo>
                  <a:pt x="6286" y="11583"/>
                </a:lnTo>
                <a:lnTo>
                  <a:pt x="4320" y="11523"/>
                </a:lnTo>
                <a:lnTo>
                  <a:pt x="3370" y="14450"/>
                </a:lnTo>
                <a:lnTo>
                  <a:pt x="2830" y="16476"/>
                </a:lnTo>
                <a:lnTo>
                  <a:pt x="2493" y="18542"/>
                </a:lnTo>
                <a:lnTo>
                  <a:pt x="2160" y="21600"/>
                </a:lnTo>
                <a:lnTo>
                  <a:pt x="1804" y="18275"/>
                </a:lnTo>
                <a:lnTo>
                  <a:pt x="1447" y="14944"/>
                </a:lnTo>
                <a:lnTo>
                  <a:pt x="1089" y="11599"/>
                </a:lnTo>
                <a:lnTo>
                  <a:pt x="728" y="8238"/>
                </a:lnTo>
                <a:lnTo>
                  <a:pt x="365" y="4857"/>
                </a:lnTo>
                <a:lnTo>
                  <a:pt x="0" y="1446"/>
                </a:lnTo>
                <a:close/>
              </a:path>
            </a:pathLst>
          </a:custGeom>
          <a:solidFill>
            <a:srgbClr val="4C4C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19" name="contour_12217"/>
          <p:cNvSpPr/>
          <p:nvPr/>
        </p:nvSpPr>
        <p:spPr>
          <a:xfrm>
            <a:off x="578838" y="2682841"/>
            <a:ext cx="43728" cy="385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1050"/>
                </a:moveTo>
                <a:lnTo>
                  <a:pt x="17078" y="1892"/>
                </a:lnTo>
                <a:lnTo>
                  <a:pt x="19325" y="2745"/>
                </a:lnTo>
                <a:lnTo>
                  <a:pt x="21600" y="3603"/>
                </a:lnTo>
                <a:lnTo>
                  <a:pt x="21344" y="6496"/>
                </a:lnTo>
                <a:lnTo>
                  <a:pt x="21013" y="9294"/>
                </a:lnTo>
                <a:lnTo>
                  <a:pt x="20560" y="12015"/>
                </a:lnTo>
                <a:lnTo>
                  <a:pt x="19937" y="14683"/>
                </a:lnTo>
                <a:lnTo>
                  <a:pt x="19098" y="17318"/>
                </a:lnTo>
                <a:lnTo>
                  <a:pt x="18000" y="19945"/>
                </a:lnTo>
                <a:lnTo>
                  <a:pt x="15520" y="20897"/>
                </a:lnTo>
                <a:lnTo>
                  <a:pt x="13144" y="21445"/>
                </a:lnTo>
                <a:lnTo>
                  <a:pt x="10818" y="21600"/>
                </a:lnTo>
                <a:lnTo>
                  <a:pt x="8489" y="21392"/>
                </a:lnTo>
                <a:lnTo>
                  <a:pt x="6098" y="20832"/>
                </a:lnTo>
                <a:lnTo>
                  <a:pt x="3600" y="19945"/>
                </a:lnTo>
                <a:lnTo>
                  <a:pt x="2059" y="17151"/>
                </a:lnTo>
                <a:lnTo>
                  <a:pt x="1102" y="15116"/>
                </a:lnTo>
                <a:lnTo>
                  <a:pt x="554" y="13253"/>
                </a:lnTo>
                <a:lnTo>
                  <a:pt x="245" y="10974"/>
                </a:lnTo>
                <a:lnTo>
                  <a:pt x="0" y="7689"/>
                </a:lnTo>
                <a:lnTo>
                  <a:pt x="1681" y="4625"/>
                </a:lnTo>
                <a:lnTo>
                  <a:pt x="3370" y="2415"/>
                </a:lnTo>
                <a:lnTo>
                  <a:pt x="5148" y="964"/>
                </a:lnTo>
                <a:lnTo>
                  <a:pt x="7103" y="188"/>
                </a:lnTo>
                <a:lnTo>
                  <a:pt x="9317" y="0"/>
                </a:lnTo>
                <a:lnTo>
                  <a:pt x="11869" y="319"/>
                </a:lnTo>
                <a:lnTo>
                  <a:pt x="14850" y="1050"/>
                </a:lnTo>
                <a:close/>
              </a:path>
            </a:pathLst>
          </a:custGeom>
          <a:solidFill>
            <a:srgbClr val="ECD7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0" name="contour_12218"/>
          <p:cNvSpPr/>
          <p:nvPr/>
        </p:nvSpPr>
        <p:spPr>
          <a:xfrm>
            <a:off x="4499777" y="2660117"/>
            <a:ext cx="4449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52" y="0"/>
                </a:moveTo>
                <a:lnTo>
                  <a:pt x="16254" y="1290"/>
                </a:lnTo>
                <a:lnTo>
                  <a:pt x="17690" y="2364"/>
                </a:lnTo>
                <a:lnTo>
                  <a:pt x="19127" y="3799"/>
                </a:lnTo>
                <a:lnTo>
                  <a:pt x="21229" y="6171"/>
                </a:lnTo>
                <a:lnTo>
                  <a:pt x="21448" y="8402"/>
                </a:lnTo>
                <a:lnTo>
                  <a:pt x="21568" y="10599"/>
                </a:lnTo>
                <a:lnTo>
                  <a:pt x="21600" y="12778"/>
                </a:lnTo>
                <a:lnTo>
                  <a:pt x="21568" y="14953"/>
                </a:lnTo>
                <a:lnTo>
                  <a:pt x="21483" y="17138"/>
                </a:lnTo>
                <a:lnTo>
                  <a:pt x="21363" y="19351"/>
                </a:lnTo>
                <a:lnTo>
                  <a:pt x="21229" y="21600"/>
                </a:lnTo>
                <a:lnTo>
                  <a:pt x="20160" y="21446"/>
                </a:lnTo>
                <a:lnTo>
                  <a:pt x="19180" y="21301"/>
                </a:lnTo>
                <a:lnTo>
                  <a:pt x="18108" y="21146"/>
                </a:lnTo>
                <a:lnTo>
                  <a:pt x="16771" y="20952"/>
                </a:lnTo>
                <a:lnTo>
                  <a:pt x="14994" y="20693"/>
                </a:lnTo>
                <a:lnTo>
                  <a:pt x="12603" y="20347"/>
                </a:lnTo>
                <a:lnTo>
                  <a:pt x="9425" y="19884"/>
                </a:lnTo>
                <a:lnTo>
                  <a:pt x="5282" y="19283"/>
                </a:lnTo>
                <a:lnTo>
                  <a:pt x="0" y="18514"/>
                </a:lnTo>
                <a:lnTo>
                  <a:pt x="747" y="18428"/>
                </a:lnTo>
                <a:lnTo>
                  <a:pt x="2066" y="18280"/>
                </a:lnTo>
                <a:lnTo>
                  <a:pt x="5088" y="17934"/>
                </a:lnTo>
                <a:lnTo>
                  <a:pt x="8307" y="16428"/>
                </a:lnTo>
                <a:lnTo>
                  <a:pt x="10108" y="15287"/>
                </a:lnTo>
                <a:lnTo>
                  <a:pt x="11159" y="13932"/>
                </a:lnTo>
                <a:lnTo>
                  <a:pt x="12107" y="11787"/>
                </a:lnTo>
                <a:lnTo>
                  <a:pt x="12525" y="9828"/>
                </a:lnTo>
                <a:lnTo>
                  <a:pt x="12914" y="7872"/>
                </a:lnTo>
                <a:lnTo>
                  <a:pt x="13271" y="5912"/>
                </a:lnTo>
                <a:lnTo>
                  <a:pt x="13597" y="3950"/>
                </a:lnTo>
                <a:lnTo>
                  <a:pt x="13891" y="1981"/>
                </a:lnTo>
                <a:lnTo>
                  <a:pt x="14152" y="0"/>
                </a:lnTo>
                <a:close/>
              </a:path>
            </a:pathLst>
          </a:custGeom>
          <a:solidFill>
            <a:srgbClr val="BBA1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1" name="contour_12219"/>
          <p:cNvSpPr/>
          <p:nvPr/>
        </p:nvSpPr>
        <p:spPr>
          <a:xfrm>
            <a:off x="2400836" y="2674693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7"/>
                </a:lnTo>
                <a:lnTo>
                  <a:pt x="21600" y="5360"/>
                </a:lnTo>
                <a:lnTo>
                  <a:pt x="21600" y="7160"/>
                </a:lnTo>
                <a:lnTo>
                  <a:pt x="21600" y="8972"/>
                </a:lnTo>
                <a:lnTo>
                  <a:pt x="21600" y="10800"/>
                </a:lnTo>
                <a:lnTo>
                  <a:pt x="19644" y="10951"/>
                </a:lnTo>
                <a:lnTo>
                  <a:pt x="17660" y="11105"/>
                </a:lnTo>
                <a:lnTo>
                  <a:pt x="15521" y="11337"/>
                </a:lnTo>
                <a:lnTo>
                  <a:pt x="13420" y="11588"/>
                </a:lnTo>
                <a:lnTo>
                  <a:pt x="11340" y="11866"/>
                </a:lnTo>
                <a:lnTo>
                  <a:pt x="9276" y="12188"/>
                </a:lnTo>
                <a:lnTo>
                  <a:pt x="7217" y="12558"/>
                </a:lnTo>
                <a:lnTo>
                  <a:pt x="5159" y="12992"/>
                </a:lnTo>
                <a:lnTo>
                  <a:pt x="3086" y="13500"/>
                </a:lnTo>
                <a:lnTo>
                  <a:pt x="1765" y="15590"/>
                </a:lnTo>
                <a:lnTo>
                  <a:pt x="944" y="17056"/>
                </a:lnTo>
                <a:lnTo>
                  <a:pt x="475" y="18287"/>
                </a:lnTo>
                <a:lnTo>
                  <a:pt x="210" y="19672"/>
                </a:lnTo>
                <a:lnTo>
                  <a:pt x="0" y="21600"/>
                </a:lnTo>
                <a:lnTo>
                  <a:pt x="0" y="19818"/>
                </a:lnTo>
                <a:lnTo>
                  <a:pt x="0" y="18033"/>
                </a:lnTo>
                <a:lnTo>
                  <a:pt x="0" y="16240"/>
                </a:lnTo>
                <a:lnTo>
                  <a:pt x="0" y="14440"/>
                </a:lnTo>
                <a:lnTo>
                  <a:pt x="0" y="12628"/>
                </a:lnTo>
                <a:lnTo>
                  <a:pt x="0" y="10800"/>
                </a:lnTo>
                <a:lnTo>
                  <a:pt x="2108" y="11135"/>
                </a:lnTo>
                <a:lnTo>
                  <a:pt x="4243" y="11475"/>
                </a:lnTo>
                <a:lnTo>
                  <a:pt x="5900" y="11254"/>
                </a:lnTo>
                <a:lnTo>
                  <a:pt x="7566" y="11027"/>
                </a:lnTo>
                <a:lnTo>
                  <a:pt x="9257" y="10800"/>
                </a:lnTo>
                <a:lnTo>
                  <a:pt x="10377" y="9169"/>
                </a:lnTo>
                <a:lnTo>
                  <a:pt x="11359" y="7530"/>
                </a:lnTo>
                <a:lnTo>
                  <a:pt x="12232" y="5862"/>
                </a:lnTo>
                <a:lnTo>
                  <a:pt x="13034" y="4147"/>
                </a:lnTo>
                <a:lnTo>
                  <a:pt x="13802" y="2362"/>
                </a:lnTo>
                <a:lnTo>
                  <a:pt x="14611" y="1191"/>
                </a:lnTo>
                <a:lnTo>
                  <a:pt x="15429" y="0"/>
                </a:lnTo>
                <a:close/>
              </a:path>
            </a:pathLst>
          </a:custGeom>
          <a:solidFill>
            <a:srgbClr val="43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2" name="contour_12220"/>
          <p:cNvSpPr/>
          <p:nvPr/>
        </p:nvSpPr>
        <p:spPr>
          <a:xfrm>
            <a:off x="7640902" y="2630965"/>
            <a:ext cx="2281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562" y="0"/>
                </a:lnTo>
                <a:lnTo>
                  <a:pt x="9151" y="0"/>
                </a:lnTo>
                <a:lnTo>
                  <a:pt x="13802" y="0"/>
                </a:lnTo>
                <a:lnTo>
                  <a:pt x="16693" y="1285"/>
                </a:lnTo>
                <a:lnTo>
                  <a:pt x="18791" y="2646"/>
                </a:lnTo>
                <a:lnTo>
                  <a:pt x="20213" y="4067"/>
                </a:lnTo>
                <a:lnTo>
                  <a:pt x="21076" y="5538"/>
                </a:lnTo>
                <a:lnTo>
                  <a:pt x="21503" y="7048"/>
                </a:lnTo>
                <a:lnTo>
                  <a:pt x="21600" y="8584"/>
                </a:lnTo>
                <a:lnTo>
                  <a:pt x="21490" y="10133"/>
                </a:lnTo>
                <a:lnTo>
                  <a:pt x="21296" y="11686"/>
                </a:lnTo>
                <a:lnTo>
                  <a:pt x="21131" y="13230"/>
                </a:lnTo>
                <a:lnTo>
                  <a:pt x="21082" y="14440"/>
                </a:lnTo>
                <a:lnTo>
                  <a:pt x="21041" y="15669"/>
                </a:lnTo>
                <a:lnTo>
                  <a:pt x="20972" y="17150"/>
                </a:lnTo>
                <a:lnTo>
                  <a:pt x="20889" y="18634"/>
                </a:lnTo>
                <a:lnTo>
                  <a:pt x="20799" y="20118"/>
                </a:lnTo>
                <a:lnTo>
                  <a:pt x="20703" y="21600"/>
                </a:lnTo>
                <a:lnTo>
                  <a:pt x="16707" y="21116"/>
                </a:lnTo>
                <a:lnTo>
                  <a:pt x="13940" y="20730"/>
                </a:lnTo>
                <a:lnTo>
                  <a:pt x="11097" y="20237"/>
                </a:lnTo>
                <a:lnTo>
                  <a:pt x="6901" y="19440"/>
                </a:lnTo>
                <a:lnTo>
                  <a:pt x="5328" y="17922"/>
                </a:lnTo>
                <a:lnTo>
                  <a:pt x="4589" y="16764"/>
                </a:lnTo>
                <a:lnTo>
                  <a:pt x="4044" y="14977"/>
                </a:lnTo>
                <a:lnTo>
                  <a:pt x="3644" y="13668"/>
                </a:lnTo>
                <a:lnTo>
                  <a:pt x="3237" y="12340"/>
                </a:lnTo>
                <a:lnTo>
                  <a:pt x="2912" y="10973"/>
                </a:lnTo>
                <a:lnTo>
                  <a:pt x="2588" y="9586"/>
                </a:lnTo>
                <a:lnTo>
                  <a:pt x="2188" y="8206"/>
                </a:lnTo>
                <a:lnTo>
                  <a:pt x="1780" y="6804"/>
                </a:lnTo>
                <a:lnTo>
                  <a:pt x="1394" y="5443"/>
                </a:lnTo>
                <a:lnTo>
                  <a:pt x="1028" y="4085"/>
                </a:lnTo>
                <a:lnTo>
                  <a:pt x="676" y="2724"/>
                </a:lnTo>
                <a:lnTo>
                  <a:pt x="338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E7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3" name="contour_12221"/>
          <p:cNvSpPr/>
          <p:nvPr/>
        </p:nvSpPr>
        <p:spPr>
          <a:xfrm>
            <a:off x="352910" y="265282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19597" y="9076"/>
                </a:lnTo>
                <a:lnTo>
                  <a:pt x="18088" y="12567"/>
                </a:lnTo>
                <a:lnTo>
                  <a:pt x="16919" y="15090"/>
                </a:lnTo>
                <a:lnTo>
                  <a:pt x="15919" y="16956"/>
                </a:lnTo>
                <a:lnTo>
                  <a:pt x="14932" y="18459"/>
                </a:lnTo>
                <a:lnTo>
                  <a:pt x="13793" y="19907"/>
                </a:lnTo>
                <a:lnTo>
                  <a:pt x="12343" y="21600"/>
                </a:lnTo>
                <a:lnTo>
                  <a:pt x="10211" y="21250"/>
                </a:lnTo>
                <a:lnTo>
                  <a:pt x="8233" y="20619"/>
                </a:lnTo>
                <a:lnTo>
                  <a:pt x="6391" y="19699"/>
                </a:lnTo>
                <a:lnTo>
                  <a:pt x="4666" y="18481"/>
                </a:lnTo>
                <a:lnTo>
                  <a:pt x="3036" y="16956"/>
                </a:lnTo>
                <a:lnTo>
                  <a:pt x="1487" y="1512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7864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4" name="contour_12222"/>
          <p:cNvSpPr/>
          <p:nvPr/>
        </p:nvSpPr>
        <p:spPr>
          <a:xfrm>
            <a:off x="6890239" y="2645541"/>
            <a:ext cx="65592" cy="357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603" y="2238"/>
                </a:lnTo>
                <a:lnTo>
                  <a:pt x="8016" y="4506"/>
                </a:lnTo>
                <a:lnTo>
                  <a:pt x="8803" y="6642"/>
                </a:lnTo>
                <a:lnTo>
                  <a:pt x="9600" y="8809"/>
                </a:lnTo>
                <a:lnTo>
                  <a:pt x="11304" y="8725"/>
                </a:lnTo>
                <a:lnTo>
                  <a:pt x="12511" y="8527"/>
                </a:lnTo>
                <a:lnTo>
                  <a:pt x="13802" y="8056"/>
                </a:lnTo>
                <a:lnTo>
                  <a:pt x="15749" y="7157"/>
                </a:lnTo>
                <a:lnTo>
                  <a:pt x="17393" y="6422"/>
                </a:lnTo>
                <a:lnTo>
                  <a:pt x="19058" y="5677"/>
                </a:lnTo>
                <a:lnTo>
                  <a:pt x="20321" y="5048"/>
                </a:lnTo>
                <a:lnTo>
                  <a:pt x="21600" y="4405"/>
                </a:lnTo>
                <a:lnTo>
                  <a:pt x="21600" y="7316"/>
                </a:lnTo>
                <a:lnTo>
                  <a:pt x="21600" y="10245"/>
                </a:lnTo>
                <a:lnTo>
                  <a:pt x="21600" y="13214"/>
                </a:lnTo>
                <a:lnTo>
                  <a:pt x="20102" y="14531"/>
                </a:lnTo>
                <a:lnTo>
                  <a:pt x="18962" y="15482"/>
                </a:lnTo>
                <a:lnTo>
                  <a:pt x="17957" y="16222"/>
                </a:lnTo>
                <a:lnTo>
                  <a:pt x="16862" y="16909"/>
                </a:lnTo>
                <a:lnTo>
                  <a:pt x="15451" y="17689"/>
                </a:lnTo>
                <a:lnTo>
                  <a:pt x="13500" y="18719"/>
                </a:lnTo>
                <a:lnTo>
                  <a:pt x="11995" y="19561"/>
                </a:lnTo>
                <a:lnTo>
                  <a:pt x="10481" y="20406"/>
                </a:lnTo>
                <a:lnTo>
                  <a:pt x="8945" y="21265"/>
                </a:lnTo>
                <a:lnTo>
                  <a:pt x="6898" y="21600"/>
                </a:lnTo>
                <a:lnTo>
                  <a:pt x="5508" y="21591"/>
                </a:lnTo>
                <a:lnTo>
                  <a:pt x="4428" y="21067"/>
                </a:lnTo>
                <a:lnTo>
                  <a:pt x="3326" y="19869"/>
                </a:lnTo>
                <a:lnTo>
                  <a:pt x="1855" y="17825"/>
                </a:lnTo>
                <a:lnTo>
                  <a:pt x="934" y="15535"/>
                </a:lnTo>
                <a:lnTo>
                  <a:pt x="0" y="13214"/>
                </a:lnTo>
                <a:lnTo>
                  <a:pt x="1188" y="11033"/>
                </a:lnTo>
                <a:lnTo>
                  <a:pt x="2378" y="8849"/>
                </a:lnTo>
                <a:lnTo>
                  <a:pt x="3574" y="6655"/>
                </a:lnTo>
                <a:lnTo>
                  <a:pt x="4774" y="4453"/>
                </a:lnTo>
                <a:lnTo>
                  <a:pt x="5981" y="2238"/>
                </a:lnTo>
                <a:lnTo>
                  <a:pt x="7200" y="0"/>
                </a:lnTo>
                <a:close/>
              </a:path>
            </a:pathLst>
          </a:custGeom>
          <a:solidFill>
            <a:srgbClr val="6369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5" name="contour_12223"/>
          <p:cNvSpPr/>
          <p:nvPr/>
        </p:nvSpPr>
        <p:spPr>
          <a:xfrm>
            <a:off x="5527384" y="2645541"/>
            <a:ext cx="72880" cy="318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85" y="450"/>
                </a:lnTo>
                <a:lnTo>
                  <a:pt x="1983" y="910"/>
                </a:lnTo>
                <a:lnTo>
                  <a:pt x="2665" y="1222"/>
                </a:lnTo>
                <a:lnTo>
                  <a:pt x="4726" y="2166"/>
                </a:lnTo>
                <a:lnTo>
                  <a:pt x="6039" y="2765"/>
                </a:lnTo>
                <a:lnTo>
                  <a:pt x="7353" y="3368"/>
                </a:lnTo>
                <a:lnTo>
                  <a:pt x="8666" y="3967"/>
                </a:lnTo>
                <a:lnTo>
                  <a:pt x="9981" y="4570"/>
                </a:lnTo>
                <a:lnTo>
                  <a:pt x="11295" y="5174"/>
                </a:lnTo>
                <a:lnTo>
                  <a:pt x="12608" y="5772"/>
                </a:lnTo>
                <a:lnTo>
                  <a:pt x="13921" y="6376"/>
                </a:lnTo>
                <a:lnTo>
                  <a:pt x="14656" y="6712"/>
                </a:lnTo>
                <a:lnTo>
                  <a:pt x="16874" y="7726"/>
                </a:lnTo>
                <a:lnTo>
                  <a:pt x="17392" y="7963"/>
                </a:lnTo>
                <a:lnTo>
                  <a:pt x="18055" y="8265"/>
                </a:lnTo>
                <a:lnTo>
                  <a:pt x="19310" y="8844"/>
                </a:lnTo>
                <a:lnTo>
                  <a:pt x="21600" y="9892"/>
                </a:lnTo>
                <a:lnTo>
                  <a:pt x="21177" y="12766"/>
                </a:lnTo>
                <a:lnTo>
                  <a:pt x="20812" y="14754"/>
                </a:lnTo>
                <a:lnTo>
                  <a:pt x="20300" y="16782"/>
                </a:lnTo>
                <a:lnTo>
                  <a:pt x="19440" y="19785"/>
                </a:lnTo>
                <a:lnTo>
                  <a:pt x="17980" y="20542"/>
                </a:lnTo>
                <a:lnTo>
                  <a:pt x="16537" y="21095"/>
                </a:lnTo>
                <a:lnTo>
                  <a:pt x="15105" y="21442"/>
                </a:lnTo>
                <a:lnTo>
                  <a:pt x="13679" y="21600"/>
                </a:lnTo>
                <a:lnTo>
                  <a:pt x="12256" y="21575"/>
                </a:lnTo>
                <a:lnTo>
                  <a:pt x="10828" y="21372"/>
                </a:lnTo>
                <a:lnTo>
                  <a:pt x="9392" y="21002"/>
                </a:lnTo>
                <a:lnTo>
                  <a:pt x="7944" y="20467"/>
                </a:lnTo>
                <a:lnTo>
                  <a:pt x="6480" y="19785"/>
                </a:lnTo>
                <a:lnTo>
                  <a:pt x="5286" y="17307"/>
                </a:lnTo>
                <a:lnTo>
                  <a:pt x="4212" y="14740"/>
                </a:lnTo>
                <a:lnTo>
                  <a:pt x="3240" y="12069"/>
                </a:lnTo>
                <a:lnTo>
                  <a:pt x="2354" y="9279"/>
                </a:lnTo>
                <a:lnTo>
                  <a:pt x="1531" y="6351"/>
                </a:lnTo>
                <a:lnTo>
                  <a:pt x="752" y="3264"/>
                </a:lnTo>
                <a:lnTo>
                  <a:pt x="0" y="0"/>
                </a:lnTo>
                <a:close/>
              </a:path>
            </a:pathLst>
          </a:custGeom>
          <a:solidFill>
            <a:srgbClr val="B6BB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6" name="contour_12224"/>
          <p:cNvSpPr/>
          <p:nvPr/>
        </p:nvSpPr>
        <p:spPr>
          <a:xfrm>
            <a:off x="3909450" y="266011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CCB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7" name="contour_12225"/>
          <p:cNvSpPr/>
          <p:nvPr/>
        </p:nvSpPr>
        <p:spPr>
          <a:xfrm>
            <a:off x="10373899" y="2630965"/>
            <a:ext cx="3718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1" y="0"/>
                </a:moveTo>
                <a:lnTo>
                  <a:pt x="15216" y="1631"/>
                </a:lnTo>
                <a:lnTo>
                  <a:pt x="16935" y="2923"/>
                </a:lnTo>
                <a:lnTo>
                  <a:pt x="18653" y="4558"/>
                </a:lnTo>
                <a:lnTo>
                  <a:pt x="21168" y="7200"/>
                </a:lnTo>
                <a:lnTo>
                  <a:pt x="21460" y="9641"/>
                </a:lnTo>
                <a:lnTo>
                  <a:pt x="21592" y="12020"/>
                </a:lnTo>
                <a:lnTo>
                  <a:pt x="21600" y="14371"/>
                </a:lnTo>
                <a:lnTo>
                  <a:pt x="21511" y="16729"/>
                </a:lnTo>
                <a:lnTo>
                  <a:pt x="21359" y="19127"/>
                </a:lnTo>
                <a:lnTo>
                  <a:pt x="21168" y="21600"/>
                </a:lnTo>
                <a:lnTo>
                  <a:pt x="18175" y="21600"/>
                </a:lnTo>
                <a:lnTo>
                  <a:pt x="15178" y="21600"/>
                </a:lnTo>
                <a:lnTo>
                  <a:pt x="12172" y="21600"/>
                </a:lnTo>
                <a:lnTo>
                  <a:pt x="9153" y="21600"/>
                </a:lnTo>
                <a:lnTo>
                  <a:pt x="6122" y="21600"/>
                </a:lnTo>
                <a:lnTo>
                  <a:pt x="3074" y="21600"/>
                </a:lnTo>
                <a:lnTo>
                  <a:pt x="0" y="21600"/>
                </a:lnTo>
                <a:lnTo>
                  <a:pt x="1054" y="16844"/>
                </a:lnTo>
                <a:lnTo>
                  <a:pt x="1812" y="13568"/>
                </a:lnTo>
                <a:lnTo>
                  <a:pt x="2388" y="11362"/>
                </a:lnTo>
                <a:lnTo>
                  <a:pt x="2909" y="9832"/>
                </a:lnTo>
                <a:lnTo>
                  <a:pt x="3484" y="8579"/>
                </a:lnTo>
                <a:lnTo>
                  <a:pt x="4234" y="7200"/>
                </a:lnTo>
                <a:lnTo>
                  <a:pt x="7032" y="7200"/>
                </a:lnTo>
                <a:lnTo>
                  <a:pt x="9847" y="7200"/>
                </a:lnTo>
                <a:lnTo>
                  <a:pt x="12701" y="7200"/>
                </a:lnTo>
                <a:lnTo>
                  <a:pt x="12701" y="4820"/>
                </a:lnTo>
                <a:lnTo>
                  <a:pt x="12701" y="2426"/>
                </a:lnTo>
                <a:lnTo>
                  <a:pt x="12701" y="0"/>
                </a:lnTo>
                <a:close/>
              </a:path>
            </a:pathLst>
          </a:custGeom>
          <a:solidFill>
            <a:srgbClr val="BFC4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8" name="contour_12226"/>
          <p:cNvSpPr/>
          <p:nvPr/>
        </p:nvSpPr>
        <p:spPr>
          <a:xfrm>
            <a:off x="1897964" y="2638253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986" y="0"/>
                </a:lnTo>
                <a:lnTo>
                  <a:pt x="17582" y="0"/>
                </a:lnTo>
                <a:lnTo>
                  <a:pt x="19200" y="0"/>
                </a:lnTo>
                <a:lnTo>
                  <a:pt x="20083" y="1925"/>
                </a:lnTo>
                <a:lnTo>
                  <a:pt x="20650" y="3370"/>
                </a:lnTo>
                <a:lnTo>
                  <a:pt x="21014" y="4777"/>
                </a:lnTo>
                <a:lnTo>
                  <a:pt x="21293" y="6591"/>
                </a:lnTo>
                <a:lnTo>
                  <a:pt x="21600" y="9257"/>
                </a:lnTo>
                <a:lnTo>
                  <a:pt x="21050" y="11124"/>
                </a:lnTo>
                <a:lnTo>
                  <a:pt x="20448" y="12941"/>
                </a:lnTo>
                <a:lnTo>
                  <a:pt x="19798" y="14716"/>
                </a:lnTo>
                <a:lnTo>
                  <a:pt x="19106" y="16459"/>
                </a:lnTo>
                <a:lnTo>
                  <a:pt x="18372" y="18181"/>
                </a:lnTo>
                <a:lnTo>
                  <a:pt x="17602" y="19891"/>
                </a:lnTo>
                <a:lnTo>
                  <a:pt x="16800" y="21600"/>
                </a:lnTo>
                <a:lnTo>
                  <a:pt x="16433" y="20128"/>
                </a:lnTo>
                <a:lnTo>
                  <a:pt x="16058" y="18635"/>
                </a:lnTo>
                <a:lnTo>
                  <a:pt x="15046" y="16762"/>
                </a:lnTo>
                <a:lnTo>
                  <a:pt x="14184" y="15669"/>
                </a:lnTo>
                <a:lnTo>
                  <a:pt x="12998" y="14941"/>
                </a:lnTo>
                <a:lnTo>
                  <a:pt x="11016" y="14151"/>
                </a:lnTo>
                <a:lnTo>
                  <a:pt x="9706" y="13935"/>
                </a:lnTo>
                <a:lnTo>
                  <a:pt x="8388" y="13719"/>
                </a:lnTo>
                <a:lnTo>
                  <a:pt x="7051" y="13500"/>
                </a:lnTo>
                <a:lnTo>
                  <a:pt x="5734" y="13269"/>
                </a:lnTo>
                <a:lnTo>
                  <a:pt x="4409" y="13034"/>
                </a:lnTo>
                <a:lnTo>
                  <a:pt x="3065" y="12800"/>
                </a:lnTo>
                <a:lnTo>
                  <a:pt x="1543" y="12571"/>
                </a:lnTo>
                <a:lnTo>
                  <a:pt x="0" y="12343"/>
                </a:lnTo>
                <a:lnTo>
                  <a:pt x="0" y="10812"/>
                </a:lnTo>
                <a:lnTo>
                  <a:pt x="0" y="9257"/>
                </a:lnTo>
                <a:lnTo>
                  <a:pt x="1514" y="8837"/>
                </a:lnTo>
                <a:lnTo>
                  <a:pt x="3031" y="8476"/>
                </a:lnTo>
                <a:lnTo>
                  <a:pt x="4550" y="8159"/>
                </a:lnTo>
                <a:lnTo>
                  <a:pt x="6074" y="7872"/>
                </a:lnTo>
                <a:lnTo>
                  <a:pt x="7606" y="7603"/>
                </a:lnTo>
                <a:lnTo>
                  <a:pt x="9142" y="7341"/>
                </a:lnTo>
                <a:lnTo>
                  <a:pt x="10560" y="6761"/>
                </a:lnTo>
                <a:lnTo>
                  <a:pt x="12000" y="6171"/>
                </a:lnTo>
                <a:lnTo>
                  <a:pt x="12612" y="4638"/>
                </a:lnTo>
                <a:lnTo>
                  <a:pt x="13217" y="3095"/>
                </a:lnTo>
                <a:lnTo>
                  <a:pt x="13812" y="1549"/>
                </a:lnTo>
                <a:lnTo>
                  <a:pt x="14400" y="0"/>
                </a:lnTo>
                <a:close/>
              </a:path>
            </a:pathLst>
          </a:custGeom>
          <a:solidFill>
            <a:srgbClr val="07070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29" name="contour_12227"/>
          <p:cNvSpPr/>
          <p:nvPr/>
        </p:nvSpPr>
        <p:spPr>
          <a:xfrm>
            <a:off x="935950" y="2636810"/>
            <a:ext cx="65592" cy="378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58" y="4247"/>
                </a:moveTo>
                <a:lnTo>
                  <a:pt x="17832" y="6379"/>
                </a:lnTo>
                <a:lnTo>
                  <a:pt x="18662" y="8515"/>
                </a:lnTo>
                <a:lnTo>
                  <a:pt x="19450" y="10671"/>
                </a:lnTo>
                <a:lnTo>
                  <a:pt x="20201" y="12865"/>
                </a:lnTo>
                <a:lnTo>
                  <a:pt x="20916" y="15118"/>
                </a:lnTo>
                <a:lnTo>
                  <a:pt x="21600" y="17445"/>
                </a:lnTo>
                <a:lnTo>
                  <a:pt x="20174" y="18267"/>
                </a:lnTo>
                <a:lnTo>
                  <a:pt x="18744" y="19094"/>
                </a:lnTo>
                <a:lnTo>
                  <a:pt x="17309" y="19921"/>
                </a:lnTo>
                <a:lnTo>
                  <a:pt x="15862" y="20756"/>
                </a:lnTo>
                <a:lnTo>
                  <a:pt x="14400" y="21600"/>
                </a:lnTo>
                <a:lnTo>
                  <a:pt x="14400" y="18853"/>
                </a:lnTo>
                <a:lnTo>
                  <a:pt x="14400" y="16090"/>
                </a:lnTo>
                <a:lnTo>
                  <a:pt x="14400" y="13289"/>
                </a:lnTo>
                <a:lnTo>
                  <a:pt x="13140" y="13435"/>
                </a:lnTo>
                <a:lnTo>
                  <a:pt x="11858" y="13580"/>
                </a:lnTo>
                <a:lnTo>
                  <a:pt x="10217" y="13692"/>
                </a:lnTo>
                <a:lnTo>
                  <a:pt x="8549" y="13809"/>
                </a:lnTo>
                <a:lnTo>
                  <a:pt x="6917" y="13954"/>
                </a:lnTo>
                <a:lnTo>
                  <a:pt x="5258" y="14099"/>
                </a:lnTo>
                <a:lnTo>
                  <a:pt x="3840" y="13696"/>
                </a:lnTo>
                <a:lnTo>
                  <a:pt x="2400" y="13289"/>
                </a:lnTo>
                <a:lnTo>
                  <a:pt x="1471" y="10804"/>
                </a:lnTo>
                <a:lnTo>
                  <a:pt x="912" y="9109"/>
                </a:lnTo>
                <a:lnTo>
                  <a:pt x="497" y="7426"/>
                </a:lnTo>
                <a:lnTo>
                  <a:pt x="0" y="4978"/>
                </a:lnTo>
                <a:lnTo>
                  <a:pt x="3430" y="3220"/>
                </a:lnTo>
                <a:lnTo>
                  <a:pt x="6202" y="1845"/>
                </a:lnTo>
                <a:lnTo>
                  <a:pt x="8419" y="856"/>
                </a:lnTo>
                <a:lnTo>
                  <a:pt x="10183" y="241"/>
                </a:lnTo>
                <a:lnTo>
                  <a:pt x="11597" y="0"/>
                </a:lnTo>
                <a:lnTo>
                  <a:pt x="12761" y="129"/>
                </a:lnTo>
                <a:lnTo>
                  <a:pt x="13778" y="623"/>
                </a:lnTo>
                <a:lnTo>
                  <a:pt x="14748" y="1475"/>
                </a:lnTo>
                <a:lnTo>
                  <a:pt x="15775" y="2689"/>
                </a:lnTo>
                <a:lnTo>
                  <a:pt x="16958" y="4247"/>
                </a:lnTo>
                <a:close/>
              </a:path>
            </a:pathLst>
          </a:custGeom>
          <a:solidFill>
            <a:srgbClr val="1414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0" name="contour_12228"/>
          <p:cNvSpPr/>
          <p:nvPr/>
        </p:nvSpPr>
        <p:spPr>
          <a:xfrm>
            <a:off x="1263472" y="2623677"/>
            <a:ext cx="2958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39" y="0"/>
                </a:moveTo>
                <a:lnTo>
                  <a:pt x="8800" y="0"/>
                </a:lnTo>
                <a:lnTo>
                  <a:pt x="11970" y="0"/>
                </a:lnTo>
                <a:lnTo>
                  <a:pt x="15152" y="0"/>
                </a:lnTo>
                <a:lnTo>
                  <a:pt x="18360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5907" y="20196"/>
                </a:lnTo>
                <a:lnTo>
                  <a:pt x="11720" y="19123"/>
                </a:lnTo>
                <a:lnTo>
                  <a:pt x="8667" y="18263"/>
                </a:lnTo>
                <a:lnTo>
                  <a:pt x="6374" y="17489"/>
                </a:lnTo>
                <a:lnTo>
                  <a:pt x="4464" y="16668"/>
                </a:lnTo>
                <a:lnTo>
                  <a:pt x="2570" y="15682"/>
                </a:lnTo>
                <a:lnTo>
                  <a:pt x="319" y="14400"/>
                </a:lnTo>
                <a:lnTo>
                  <a:pt x="0" y="11945"/>
                </a:lnTo>
                <a:lnTo>
                  <a:pt x="96" y="9691"/>
                </a:lnTo>
                <a:lnTo>
                  <a:pt x="537" y="7513"/>
                </a:lnTo>
                <a:lnTo>
                  <a:pt x="1256" y="5292"/>
                </a:lnTo>
                <a:lnTo>
                  <a:pt x="2171" y="2898"/>
                </a:lnTo>
                <a:lnTo>
                  <a:pt x="3889" y="1462"/>
                </a:lnTo>
                <a:lnTo>
                  <a:pt x="5639" y="0"/>
                </a:lnTo>
                <a:close/>
              </a:path>
            </a:pathLst>
          </a:custGeom>
          <a:solidFill>
            <a:srgbClr val="18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1" name="contour_12229"/>
          <p:cNvSpPr/>
          <p:nvPr/>
        </p:nvSpPr>
        <p:spPr>
          <a:xfrm>
            <a:off x="4696553" y="258723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4400" y="2380"/>
                </a:lnTo>
                <a:lnTo>
                  <a:pt x="14400" y="4774"/>
                </a:lnTo>
                <a:lnTo>
                  <a:pt x="14400" y="7200"/>
                </a:lnTo>
                <a:lnTo>
                  <a:pt x="16780" y="7200"/>
                </a:lnTo>
                <a:lnTo>
                  <a:pt x="19174" y="7200"/>
                </a:lnTo>
                <a:lnTo>
                  <a:pt x="21600" y="7200"/>
                </a:lnTo>
                <a:lnTo>
                  <a:pt x="21006" y="9576"/>
                </a:lnTo>
                <a:lnTo>
                  <a:pt x="20412" y="11956"/>
                </a:lnTo>
                <a:lnTo>
                  <a:pt x="19814" y="14346"/>
                </a:lnTo>
                <a:lnTo>
                  <a:pt x="19213" y="16747"/>
                </a:lnTo>
                <a:lnTo>
                  <a:pt x="18608" y="19163"/>
                </a:lnTo>
                <a:lnTo>
                  <a:pt x="18000" y="21600"/>
                </a:lnTo>
                <a:lnTo>
                  <a:pt x="16992" y="21197"/>
                </a:lnTo>
                <a:lnTo>
                  <a:pt x="16049" y="20819"/>
                </a:lnTo>
                <a:lnTo>
                  <a:pt x="14962" y="20387"/>
                </a:lnTo>
                <a:lnTo>
                  <a:pt x="13522" y="19807"/>
                </a:lnTo>
                <a:lnTo>
                  <a:pt x="11516" y="19008"/>
                </a:lnTo>
                <a:lnTo>
                  <a:pt x="8737" y="17896"/>
                </a:lnTo>
                <a:lnTo>
                  <a:pt x="4968" y="16387"/>
                </a:lnTo>
                <a:lnTo>
                  <a:pt x="0" y="14400"/>
                </a:lnTo>
                <a:lnTo>
                  <a:pt x="1782" y="13507"/>
                </a:lnTo>
                <a:lnTo>
                  <a:pt x="3571" y="12614"/>
                </a:lnTo>
                <a:lnTo>
                  <a:pt x="5375" y="11711"/>
                </a:lnTo>
                <a:lnTo>
                  <a:pt x="7200" y="10800"/>
                </a:lnTo>
                <a:lnTo>
                  <a:pt x="7416" y="8014"/>
                </a:lnTo>
                <a:lnTo>
                  <a:pt x="7524" y="6059"/>
                </a:lnTo>
                <a:lnTo>
                  <a:pt x="7524" y="4417"/>
                </a:lnTo>
                <a:lnTo>
                  <a:pt x="7416" y="2570"/>
                </a:lnTo>
                <a:lnTo>
                  <a:pt x="7200" y="0"/>
                </a:lnTo>
                <a:close/>
              </a:path>
            </a:pathLst>
          </a:custGeom>
          <a:solidFill>
            <a:srgbClr val="B093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2" name="contour_12230"/>
          <p:cNvSpPr/>
          <p:nvPr/>
        </p:nvSpPr>
        <p:spPr>
          <a:xfrm>
            <a:off x="367486" y="261638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C8B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3" name="contour_12231"/>
          <p:cNvSpPr/>
          <p:nvPr/>
        </p:nvSpPr>
        <p:spPr>
          <a:xfrm>
            <a:off x="1810509" y="2594525"/>
            <a:ext cx="7288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64" y="504"/>
                </a:lnTo>
                <a:lnTo>
                  <a:pt x="6806" y="1030"/>
                </a:lnTo>
                <a:lnTo>
                  <a:pt x="8048" y="1577"/>
                </a:lnTo>
                <a:lnTo>
                  <a:pt x="9290" y="2131"/>
                </a:lnTo>
                <a:lnTo>
                  <a:pt x="10530" y="2700"/>
                </a:lnTo>
                <a:lnTo>
                  <a:pt x="11044" y="2923"/>
                </a:lnTo>
                <a:lnTo>
                  <a:pt x="11949" y="3319"/>
                </a:lnTo>
                <a:lnTo>
                  <a:pt x="14023" y="4219"/>
                </a:lnTo>
                <a:lnTo>
                  <a:pt x="15416" y="5544"/>
                </a:lnTo>
                <a:lnTo>
                  <a:pt x="16474" y="6847"/>
                </a:lnTo>
                <a:lnTo>
                  <a:pt x="17414" y="8626"/>
                </a:lnTo>
                <a:lnTo>
                  <a:pt x="18440" y="11354"/>
                </a:lnTo>
                <a:lnTo>
                  <a:pt x="19764" y="15516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1069" y="19814"/>
                </a:lnTo>
                <a:lnTo>
                  <a:pt x="2145" y="18029"/>
                </a:lnTo>
                <a:lnTo>
                  <a:pt x="3225" y="16222"/>
                </a:lnTo>
                <a:lnTo>
                  <a:pt x="4320" y="14400"/>
                </a:lnTo>
                <a:lnTo>
                  <a:pt x="4320" y="9641"/>
                </a:lnTo>
                <a:lnTo>
                  <a:pt x="4320" y="4853"/>
                </a:lnTo>
                <a:lnTo>
                  <a:pt x="4320" y="0"/>
                </a:lnTo>
                <a:close/>
              </a:path>
            </a:pathLst>
          </a:custGeom>
          <a:solidFill>
            <a:srgbClr val="6769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4" name="contour_12232"/>
          <p:cNvSpPr/>
          <p:nvPr/>
        </p:nvSpPr>
        <p:spPr>
          <a:xfrm>
            <a:off x="8762997" y="2558085"/>
            <a:ext cx="2211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83" y="0"/>
                </a:moveTo>
                <a:lnTo>
                  <a:pt x="18013" y="0"/>
                </a:lnTo>
                <a:lnTo>
                  <a:pt x="21600" y="0"/>
                </a:lnTo>
                <a:lnTo>
                  <a:pt x="21600" y="1527"/>
                </a:lnTo>
                <a:lnTo>
                  <a:pt x="21600" y="3056"/>
                </a:lnTo>
                <a:lnTo>
                  <a:pt x="21600" y="4584"/>
                </a:lnTo>
                <a:lnTo>
                  <a:pt x="21600" y="6115"/>
                </a:lnTo>
                <a:lnTo>
                  <a:pt x="21600" y="7646"/>
                </a:lnTo>
                <a:lnTo>
                  <a:pt x="21600" y="9182"/>
                </a:lnTo>
                <a:lnTo>
                  <a:pt x="21600" y="10718"/>
                </a:lnTo>
                <a:lnTo>
                  <a:pt x="21600" y="12260"/>
                </a:lnTo>
                <a:lnTo>
                  <a:pt x="21600" y="13805"/>
                </a:lnTo>
                <a:lnTo>
                  <a:pt x="21600" y="15353"/>
                </a:lnTo>
                <a:lnTo>
                  <a:pt x="21600" y="16906"/>
                </a:lnTo>
                <a:lnTo>
                  <a:pt x="21600" y="18466"/>
                </a:lnTo>
                <a:lnTo>
                  <a:pt x="21600" y="20030"/>
                </a:lnTo>
                <a:lnTo>
                  <a:pt x="21600" y="21600"/>
                </a:lnTo>
                <a:lnTo>
                  <a:pt x="17373" y="21172"/>
                </a:lnTo>
                <a:lnTo>
                  <a:pt x="13131" y="20742"/>
                </a:lnTo>
                <a:lnTo>
                  <a:pt x="8875" y="20313"/>
                </a:lnTo>
                <a:lnTo>
                  <a:pt x="4583" y="19878"/>
                </a:lnTo>
                <a:lnTo>
                  <a:pt x="249" y="19440"/>
                </a:lnTo>
                <a:lnTo>
                  <a:pt x="21" y="17887"/>
                </a:lnTo>
                <a:lnTo>
                  <a:pt x="0" y="16451"/>
                </a:lnTo>
                <a:lnTo>
                  <a:pt x="178" y="15077"/>
                </a:lnTo>
                <a:lnTo>
                  <a:pt x="569" y="13712"/>
                </a:lnTo>
                <a:lnTo>
                  <a:pt x="1189" y="12303"/>
                </a:lnTo>
                <a:lnTo>
                  <a:pt x="2028" y="10800"/>
                </a:lnTo>
                <a:lnTo>
                  <a:pt x="2598" y="9603"/>
                </a:lnTo>
                <a:lnTo>
                  <a:pt x="3167" y="8387"/>
                </a:lnTo>
                <a:lnTo>
                  <a:pt x="4484" y="5901"/>
                </a:lnTo>
                <a:lnTo>
                  <a:pt x="5615" y="4160"/>
                </a:lnTo>
                <a:lnTo>
                  <a:pt x="6861" y="2933"/>
                </a:lnTo>
                <a:lnTo>
                  <a:pt x="8547" y="1985"/>
                </a:lnTo>
                <a:lnTo>
                  <a:pt x="10981" y="1086"/>
                </a:lnTo>
                <a:lnTo>
                  <a:pt x="14483" y="0"/>
                </a:lnTo>
                <a:close/>
              </a:path>
            </a:pathLst>
          </a:custGeom>
          <a:solidFill>
            <a:srgbClr val="B6CA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5" name="contour_12233"/>
          <p:cNvSpPr/>
          <p:nvPr/>
        </p:nvSpPr>
        <p:spPr>
          <a:xfrm>
            <a:off x="1859826" y="2550797"/>
            <a:ext cx="3245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0" y="0"/>
                </a:moveTo>
                <a:lnTo>
                  <a:pt x="4142" y="781"/>
                </a:lnTo>
                <a:lnTo>
                  <a:pt x="7063" y="1602"/>
                </a:lnTo>
                <a:lnTo>
                  <a:pt x="9900" y="2484"/>
                </a:lnTo>
                <a:lnTo>
                  <a:pt x="12655" y="3460"/>
                </a:lnTo>
                <a:lnTo>
                  <a:pt x="15343" y="4554"/>
                </a:lnTo>
                <a:lnTo>
                  <a:pt x="17967" y="5789"/>
                </a:lnTo>
                <a:lnTo>
                  <a:pt x="20533" y="7200"/>
                </a:lnTo>
                <a:lnTo>
                  <a:pt x="21246" y="9716"/>
                </a:lnTo>
                <a:lnTo>
                  <a:pt x="21576" y="12053"/>
                </a:lnTo>
                <a:lnTo>
                  <a:pt x="21600" y="14306"/>
                </a:lnTo>
                <a:lnTo>
                  <a:pt x="21387" y="16585"/>
                </a:lnTo>
                <a:lnTo>
                  <a:pt x="21008" y="18979"/>
                </a:lnTo>
                <a:lnTo>
                  <a:pt x="20533" y="21600"/>
                </a:lnTo>
                <a:lnTo>
                  <a:pt x="17026" y="21442"/>
                </a:lnTo>
                <a:lnTo>
                  <a:pt x="13679" y="21186"/>
                </a:lnTo>
                <a:lnTo>
                  <a:pt x="10453" y="20772"/>
                </a:lnTo>
                <a:lnTo>
                  <a:pt x="7310" y="20146"/>
                </a:lnTo>
                <a:lnTo>
                  <a:pt x="4215" y="19242"/>
                </a:lnTo>
                <a:lnTo>
                  <a:pt x="1130" y="18000"/>
                </a:lnTo>
                <a:lnTo>
                  <a:pt x="485" y="15401"/>
                </a:lnTo>
                <a:lnTo>
                  <a:pt x="126" y="12838"/>
                </a:lnTo>
                <a:lnTo>
                  <a:pt x="0" y="10292"/>
                </a:lnTo>
                <a:lnTo>
                  <a:pt x="82" y="7751"/>
                </a:lnTo>
                <a:lnTo>
                  <a:pt x="320" y="5202"/>
                </a:lnTo>
                <a:lnTo>
                  <a:pt x="684" y="2621"/>
                </a:lnTo>
                <a:lnTo>
                  <a:pt x="1130" y="0"/>
                </a:lnTo>
                <a:close/>
              </a:path>
            </a:pathLst>
          </a:custGeom>
          <a:solidFill>
            <a:srgbClr val="0C0D0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6" name="contour_12234"/>
          <p:cNvSpPr/>
          <p:nvPr/>
        </p:nvSpPr>
        <p:spPr>
          <a:xfrm>
            <a:off x="11306762" y="2543509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345" y="2376"/>
                </a:lnTo>
                <a:lnTo>
                  <a:pt x="19791" y="4756"/>
                </a:lnTo>
                <a:lnTo>
                  <a:pt x="20239" y="7146"/>
                </a:lnTo>
                <a:lnTo>
                  <a:pt x="20690" y="9547"/>
                </a:lnTo>
                <a:lnTo>
                  <a:pt x="21144" y="11963"/>
                </a:lnTo>
                <a:lnTo>
                  <a:pt x="21600" y="14400"/>
                </a:lnTo>
                <a:lnTo>
                  <a:pt x="19818" y="14994"/>
                </a:lnTo>
                <a:lnTo>
                  <a:pt x="18036" y="15588"/>
                </a:lnTo>
                <a:lnTo>
                  <a:pt x="16251" y="16182"/>
                </a:lnTo>
                <a:lnTo>
                  <a:pt x="14464" y="16780"/>
                </a:lnTo>
                <a:lnTo>
                  <a:pt x="12674" y="17374"/>
                </a:lnTo>
                <a:lnTo>
                  <a:pt x="10881" y="17975"/>
                </a:lnTo>
                <a:lnTo>
                  <a:pt x="9083" y="18572"/>
                </a:lnTo>
                <a:lnTo>
                  <a:pt x="7279" y="19174"/>
                </a:lnTo>
                <a:lnTo>
                  <a:pt x="5470" y="19775"/>
                </a:lnTo>
                <a:lnTo>
                  <a:pt x="3656" y="20383"/>
                </a:lnTo>
                <a:lnTo>
                  <a:pt x="1831" y="20988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558" y="12978"/>
                </a:lnTo>
                <a:lnTo>
                  <a:pt x="3097" y="11635"/>
                </a:lnTo>
                <a:lnTo>
                  <a:pt x="4639" y="10354"/>
                </a:lnTo>
                <a:lnTo>
                  <a:pt x="6197" y="9126"/>
                </a:lnTo>
                <a:lnTo>
                  <a:pt x="7795" y="7927"/>
                </a:lnTo>
                <a:lnTo>
                  <a:pt x="9450" y="6750"/>
                </a:lnTo>
                <a:lnTo>
                  <a:pt x="10805" y="5764"/>
                </a:lnTo>
                <a:lnTo>
                  <a:pt x="12182" y="4766"/>
                </a:lnTo>
                <a:lnTo>
                  <a:pt x="13856" y="3564"/>
                </a:lnTo>
                <a:lnTo>
                  <a:pt x="15533" y="2369"/>
                </a:lnTo>
                <a:lnTo>
                  <a:pt x="17215" y="1181"/>
                </a:lnTo>
                <a:lnTo>
                  <a:pt x="18900" y="0"/>
                </a:lnTo>
                <a:close/>
              </a:path>
            </a:pathLst>
          </a:custGeom>
          <a:solidFill>
            <a:srgbClr val="5356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7" name="contour_12235"/>
          <p:cNvSpPr/>
          <p:nvPr/>
        </p:nvSpPr>
        <p:spPr>
          <a:xfrm>
            <a:off x="8595629" y="2543509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220" y="700"/>
                </a:lnTo>
                <a:lnTo>
                  <a:pt x="16826" y="1407"/>
                </a:lnTo>
                <a:lnTo>
                  <a:pt x="14400" y="2123"/>
                </a:lnTo>
                <a:lnTo>
                  <a:pt x="12042" y="3113"/>
                </a:lnTo>
                <a:lnTo>
                  <a:pt x="10505" y="3866"/>
                </a:lnTo>
                <a:lnTo>
                  <a:pt x="9115" y="4758"/>
                </a:lnTo>
                <a:lnTo>
                  <a:pt x="7200" y="6171"/>
                </a:lnTo>
                <a:lnTo>
                  <a:pt x="6743" y="8409"/>
                </a:lnTo>
                <a:lnTo>
                  <a:pt x="6476" y="10606"/>
                </a:lnTo>
                <a:lnTo>
                  <a:pt x="6383" y="12784"/>
                </a:lnTo>
                <a:lnTo>
                  <a:pt x="6430" y="14956"/>
                </a:lnTo>
                <a:lnTo>
                  <a:pt x="6599" y="17138"/>
                </a:lnTo>
                <a:lnTo>
                  <a:pt x="6862" y="19347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0E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8" name="contour_12236"/>
          <p:cNvSpPr/>
          <p:nvPr/>
        </p:nvSpPr>
        <p:spPr>
          <a:xfrm>
            <a:off x="1504413" y="2558085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155" y="1966"/>
                </a:lnTo>
                <a:lnTo>
                  <a:pt x="20674" y="3875"/>
                </a:lnTo>
                <a:lnTo>
                  <a:pt x="20156" y="5732"/>
                </a:lnTo>
                <a:lnTo>
                  <a:pt x="19597" y="7549"/>
                </a:lnTo>
                <a:lnTo>
                  <a:pt x="18997" y="9334"/>
                </a:lnTo>
                <a:lnTo>
                  <a:pt x="18355" y="11094"/>
                </a:lnTo>
                <a:lnTo>
                  <a:pt x="17669" y="12836"/>
                </a:lnTo>
                <a:lnTo>
                  <a:pt x="16934" y="14572"/>
                </a:lnTo>
                <a:lnTo>
                  <a:pt x="16154" y="16308"/>
                </a:lnTo>
                <a:lnTo>
                  <a:pt x="15323" y="18052"/>
                </a:lnTo>
                <a:lnTo>
                  <a:pt x="14437" y="19813"/>
                </a:lnTo>
                <a:lnTo>
                  <a:pt x="13500" y="21600"/>
                </a:lnTo>
                <a:lnTo>
                  <a:pt x="13500" y="19729"/>
                </a:lnTo>
                <a:lnTo>
                  <a:pt x="13500" y="17855"/>
                </a:lnTo>
                <a:lnTo>
                  <a:pt x="13500" y="15981"/>
                </a:lnTo>
                <a:lnTo>
                  <a:pt x="13500" y="14105"/>
                </a:lnTo>
                <a:lnTo>
                  <a:pt x="13500" y="12220"/>
                </a:lnTo>
                <a:lnTo>
                  <a:pt x="13500" y="10333"/>
                </a:lnTo>
                <a:lnTo>
                  <a:pt x="13500" y="8438"/>
                </a:lnTo>
                <a:lnTo>
                  <a:pt x="13500" y="6534"/>
                </a:lnTo>
                <a:lnTo>
                  <a:pt x="13500" y="4622"/>
                </a:lnTo>
                <a:lnTo>
                  <a:pt x="13500" y="2700"/>
                </a:lnTo>
                <a:lnTo>
                  <a:pt x="11591" y="2700"/>
                </a:lnTo>
                <a:lnTo>
                  <a:pt x="9680" y="2700"/>
                </a:lnTo>
                <a:lnTo>
                  <a:pt x="7762" y="2700"/>
                </a:lnTo>
                <a:lnTo>
                  <a:pt x="5837" y="2700"/>
                </a:lnTo>
                <a:lnTo>
                  <a:pt x="3904" y="2700"/>
                </a:lnTo>
                <a:lnTo>
                  <a:pt x="1960" y="2700"/>
                </a:lnTo>
                <a:lnTo>
                  <a:pt x="0" y="2700"/>
                </a:lnTo>
                <a:lnTo>
                  <a:pt x="0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2A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39" name="contour_12237"/>
          <p:cNvSpPr/>
          <p:nvPr/>
        </p:nvSpPr>
        <p:spPr>
          <a:xfrm>
            <a:off x="4791297" y="2514357"/>
            <a:ext cx="390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30" y="0"/>
                </a:moveTo>
                <a:lnTo>
                  <a:pt x="6472" y="846"/>
                </a:lnTo>
                <a:lnTo>
                  <a:pt x="8862" y="1724"/>
                </a:lnTo>
                <a:lnTo>
                  <a:pt x="11203" y="2650"/>
                </a:lnTo>
                <a:lnTo>
                  <a:pt x="13500" y="3643"/>
                </a:lnTo>
                <a:lnTo>
                  <a:pt x="15757" y="4723"/>
                </a:lnTo>
                <a:lnTo>
                  <a:pt x="17973" y="5900"/>
                </a:lnTo>
                <a:lnTo>
                  <a:pt x="20149" y="7200"/>
                </a:lnTo>
                <a:lnTo>
                  <a:pt x="21116" y="9986"/>
                </a:lnTo>
                <a:lnTo>
                  <a:pt x="21600" y="11941"/>
                </a:lnTo>
                <a:lnTo>
                  <a:pt x="21600" y="13583"/>
                </a:lnTo>
                <a:lnTo>
                  <a:pt x="21116" y="15430"/>
                </a:lnTo>
                <a:lnTo>
                  <a:pt x="20149" y="18000"/>
                </a:lnTo>
                <a:lnTo>
                  <a:pt x="17550" y="19174"/>
                </a:lnTo>
                <a:lnTo>
                  <a:pt x="14971" y="20092"/>
                </a:lnTo>
                <a:lnTo>
                  <a:pt x="12368" y="20779"/>
                </a:lnTo>
                <a:lnTo>
                  <a:pt x="9708" y="21247"/>
                </a:lnTo>
                <a:lnTo>
                  <a:pt x="6939" y="21514"/>
                </a:lnTo>
                <a:lnTo>
                  <a:pt x="4030" y="21600"/>
                </a:lnTo>
                <a:lnTo>
                  <a:pt x="2128" y="20095"/>
                </a:lnTo>
                <a:lnTo>
                  <a:pt x="1072" y="18842"/>
                </a:lnTo>
                <a:lnTo>
                  <a:pt x="488" y="17168"/>
                </a:lnTo>
                <a:lnTo>
                  <a:pt x="0" y="14400"/>
                </a:lnTo>
                <a:lnTo>
                  <a:pt x="512" y="11941"/>
                </a:lnTo>
                <a:lnTo>
                  <a:pt x="1096" y="9533"/>
                </a:lnTo>
                <a:lnTo>
                  <a:pt x="1753" y="7157"/>
                </a:lnTo>
                <a:lnTo>
                  <a:pt x="2466" y="4788"/>
                </a:lnTo>
                <a:lnTo>
                  <a:pt x="3228" y="2408"/>
                </a:lnTo>
                <a:lnTo>
                  <a:pt x="4030" y="0"/>
                </a:lnTo>
                <a:close/>
              </a:path>
            </a:pathLst>
          </a:custGeom>
          <a:solidFill>
            <a:srgbClr val="DACA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0" name="contour_12238"/>
          <p:cNvSpPr/>
          <p:nvPr/>
        </p:nvSpPr>
        <p:spPr>
          <a:xfrm>
            <a:off x="11027187" y="2522330"/>
            <a:ext cx="39989" cy="357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07" y="414"/>
                </a:moveTo>
                <a:lnTo>
                  <a:pt x="19840" y="2866"/>
                </a:lnTo>
                <a:lnTo>
                  <a:pt x="20947" y="5019"/>
                </a:lnTo>
                <a:lnTo>
                  <a:pt x="21454" y="7212"/>
                </a:lnTo>
                <a:lnTo>
                  <a:pt x="21592" y="9783"/>
                </a:lnTo>
                <a:lnTo>
                  <a:pt x="21600" y="13067"/>
                </a:lnTo>
                <a:lnTo>
                  <a:pt x="21435" y="15885"/>
                </a:lnTo>
                <a:lnTo>
                  <a:pt x="21269" y="18725"/>
                </a:lnTo>
                <a:lnTo>
                  <a:pt x="21100" y="21600"/>
                </a:lnTo>
                <a:lnTo>
                  <a:pt x="18569" y="21292"/>
                </a:lnTo>
                <a:lnTo>
                  <a:pt x="16065" y="20957"/>
                </a:lnTo>
                <a:lnTo>
                  <a:pt x="13581" y="20565"/>
                </a:lnTo>
                <a:lnTo>
                  <a:pt x="11121" y="20103"/>
                </a:lnTo>
                <a:lnTo>
                  <a:pt x="8680" y="19557"/>
                </a:lnTo>
                <a:lnTo>
                  <a:pt x="6251" y="18901"/>
                </a:lnTo>
                <a:lnTo>
                  <a:pt x="3830" y="18117"/>
                </a:lnTo>
                <a:lnTo>
                  <a:pt x="1417" y="17197"/>
                </a:lnTo>
                <a:lnTo>
                  <a:pt x="472" y="13917"/>
                </a:lnTo>
                <a:lnTo>
                  <a:pt x="0" y="11597"/>
                </a:lnTo>
                <a:lnTo>
                  <a:pt x="0" y="9589"/>
                </a:lnTo>
                <a:lnTo>
                  <a:pt x="472" y="7260"/>
                </a:lnTo>
                <a:lnTo>
                  <a:pt x="1417" y="3989"/>
                </a:lnTo>
                <a:lnTo>
                  <a:pt x="4248" y="2373"/>
                </a:lnTo>
                <a:lnTo>
                  <a:pt x="6850" y="1176"/>
                </a:lnTo>
                <a:lnTo>
                  <a:pt x="9377" y="387"/>
                </a:lnTo>
                <a:lnTo>
                  <a:pt x="11963" y="0"/>
                </a:lnTo>
                <a:lnTo>
                  <a:pt x="14762" y="9"/>
                </a:lnTo>
                <a:lnTo>
                  <a:pt x="17907" y="414"/>
                </a:lnTo>
                <a:close/>
              </a:path>
            </a:pathLst>
          </a:custGeom>
          <a:solidFill>
            <a:srgbClr val="EA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1" name="contour_12239"/>
          <p:cNvSpPr/>
          <p:nvPr/>
        </p:nvSpPr>
        <p:spPr>
          <a:xfrm>
            <a:off x="5184849" y="250706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20113" y="14813"/>
                </a:lnTo>
                <a:lnTo>
                  <a:pt x="19014" y="15967"/>
                </a:lnTo>
                <a:lnTo>
                  <a:pt x="17761" y="16900"/>
                </a:lnTo>
                <a:lnTo>
                  <a:pt x="15814" y="18092"/>
                </a:lnTo>
                <a:lnTo>
                  <a:pt x="15006" y="18606"/>
                </a:lnTo>
                <a:lnTo>
                  <a:pt x="12559" y="20166"/>
                </a:lnTo>
                <a:lnTo>
                  <a:pt x="10899" y="20866"/>
                </a:lnTo>
                <a:lnTo>
                  <a:pt x="9575" y="21289"/>
                </a:lnTo>
                <a:lnTo>
                  <a:pt x="8134" y="21509"/>
                </a:lnTo>
                <a:lnTo>
                  <a:pt x="6125" y="21587"/>
                </a:lnTo>
                <a:lnTo>
                  <a:pt x="3086" y="21600"/>
                </a:lnTo>
                <a:lnTo>
                  <a:pt x="2475" y="19034"/>
                </a:lnTo>
                <a:lnTo>
                  <a:pt x="1861" y="16459"/>
                </a:lnTo>
                <a:lnTo>
                  <a:pt x="1247" y="13876"/>
                </a:lnTo>
                <a:lnTo>
                  <a:pt x="626" y="11271"/>
                </a:lnTo>
                <a:lnTo>
                  <a:pt x="0" y="8640"/>
                </a:lnTo>
                <a:lnTo>
                  <a:pt x="1944" y="7862"/>
                </a:lnTo>
                <a:lnTo>
                  <a:pt x="3888" y="7085"/>
                </a:lnTo>
                <a:lnTo>
                  <a:pt x="5835" y="6307"/>
                </a:lnTo>
                <a:lnTo>
                  <a:pt x="7785" y="5525"/>
                </a:lnTo>
                <a:lnTo>
                  <a:pt x="9742" y="4743"/>
                </a:lnTo>
                <a:lnTo>
                  <a:pt x="11698" y="3961"/>
                </a:lnTo>
                <a:lnTo>
                  <a:pt x="13664" y="3175"/>
                </a:lnTo>
                <a:lnTo>
                  <a:pt x="15635" y="2385"/>
                </a:lnTo>
                <a:lnTo>
                  <a:pt x="17613" y="1594"/>
                </a:lnTo>
                <a:lnTo>
                  <a:pt x="19604" y="799"/>
                </a:lnTo>
                <a:lnTo>
                  <a:pt x="21600" y="0"/>
                </a:lnTo>
                <a:close/>
              </a:path>
            </a:pathLst>
          </a:custGeom>
          <a:solidFill>
            <a:srgbClr val="D4D9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2" name="contour_12240"/>
          <p:cNvSpPr/>
          <p:nvPr/>
        </p:nvSpPr>
        <p:spPr>
          <a:xfrm>
            <a:off x="4499777" y="2514357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428"/>
                </a:lnTo>
                <a:lnTo>
                  <a:pt x="6445" y="855"/>
                </a:lnTo>
                <a:lnTo>
                  <a:pt x="8319" y="1283"/>
                </a:lnTo>
                <a:lnTo>
                  <a:pt x="10195" y="1715"/>
                </a:lnTo>
                <a:lnTo>
                  <a:pt x="12080" y="2143"/>
                </a:lnTo>
                <a:lnTo>
                  <a:pt x="13967" y="2575"/>
                </a:lnTo>
                <a:lnTo>
                  <a:pt x="15862" y="3007"/>
                </a:lnTo>
                <a:lnTo>
                  <a:pt x="17766" y="3443"/>
                </a:lnTo>
                <a:lnTo>
                  <a:pt x="19678" y="3879"/>
                </a:lnTo>
                <a:lnTo>
                  <a:pt x="21600" y="4320"/>
                </a:lnTo>
                <a:lnTo>
                  <a:pt x="21014" y="4787"/>
                </a:lnTo>
                <a:lnTo>
                  <a:pt x="20258" y="5396"/>
                </a:lnTo>
                <a:lnTo>
                  <a:pt x="18822" y="6545"/>
                </a:lnTo>
                <a:lnTo>
                  <a:pt x="16200" y="8640"/>
                </a:lnTo>
                <a:lnTo>
                  <a:pt x="15368" y="11984"/>
                </a:lnTo>
                <a:lnTo>
                  <a:pt x="14812" y="14329"/>
                </a:lnTo>
                <a:lnTo>
                  <a:pt x="14402" y="16299"/>
                </a:lnTo>
                <a:lnTo>
                  <a:pt x="14008" y="18516"/>
                </a:lnTo>
                <a:lnTo>
                  <a:pt x="13500" y="21600"/>
                </a:lnTo>
                <a:lnTo>
                  <a:pt x="13500" y="18744"/>
                </a:lnTo>
                <a:lnTo>
                  <a:pt x="13500" y="15872"/>
                </a:lnTo>
                <a:lnTo>
                  <a:pt x="13500" y="12960"/>
                </a:lnTo>
                <a:lnTo>
                  <a:pt x="11829" y="13496"/>
                </a:lnTo>
                <a:lnTo>
                  <a:pt x="10157" y="14031"/>
                </a:lnTo>
                <a:lnTo>
                  <a:pt x="8481" y="14567"/>
                </a:lnTo>
                <a:lnTo>
                  <a:pt x="6801" y="15103"/>
                </a:lnTo>
                <a:lnTo>
                  <a:pt x="5114" y="15643"/>
                </a:lnTo>
                <a:lnTo>
                  <a:pt x="3418" y="16187"/>
                </a:lnTo>
                <a:lnTo>
                  <a:pt x="1714" y="16731"/>
                </a:lnTo>
                <a:lnTo>
                  <a:pt x="0" y="17280"/>
                </a:lnTo>
                <a:lnTo>
                  <a:pt x="445" y="14429"/>
                </a:lnTo>
                <a:lnTo>
                  <a:pt x="891" y="11573"/>
                </a:lnTo>
                <a:lnTo>
                  <a:pt x="1339" y="8705"/>
                </a:lnTo>
                <a:lnTo>
                  <a:pt x="1790" y="5823"/>
                </a:lnTo>
                <a:lnTo>
                  <a:pt x="2244" y="2925"/>
                </a:lnTo>
                <a:lnTo>
                  <a:pt x="2700" y="0"/>
                </a:lnTo>
                <a:close/>
              </a:path>
            </a:pathLst>
          </a:custGeom>
          <a:solidFill>
            <a:srgbClr val="2B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3" name="contour_12241"/>
          <p:cNvSpPr/>
          <p:nvPr/>
        </p:nvSpPr>
        <p:spPr>
          <a:xfrm>
            <a:off x="3851146" y="2507069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0800" y="1586"/>
                </a:lnTo>
                <a:lnTo>
                  <a:pt x="10800" y="3182"/>
                </a:lnTo>
                <a:lnTo>
                  <a:pt x="10800" y="4800"/>
                </a:lnTo>
                <a:lnTo>
                  <a:pt x="13180" y="4800"/>
                </a:lnTo>
                <a:lnTo>
                  <a:pt x="15574" y="4800"/>
                </a:lnTo>
                <a:lnTo>
                  <a:pt x="18000" y="4800"/>
                </a:lnTo>
                <a:lnTo>
                  <a:pt x="18356" y="6463"/>
                </a:lnTo>
                <a:lnTo>
                  <a:pt x="18713" y="8129"/>
                </a:lnTo>
                <a:lnTo>
                  <a:pt x="19069" y="9794"/>
                </a:lnTo>
                <a:lnTo>
                  <a:pt x="19429" y="11462"/>
                </a:lnTo>
                <a:lnTo>
                  <a:pt x="19786" y="13138"/>
                </a:lnTo>
                <a:lnTo>
                  <a:pt x="20146" y="14815"/>
                </a:lnTo>
                <a:lnTo>
                  <a:pt x="20506" y="16500"/>
                </a:lnTo>
                <a:lnTo>
                  <a:pt x="20869" y="18192"/>
                </a:lnTo>
                <a:lnTo>
                  <a:pt x="21233" y="19891"/>
                </a:lnTo>
                <a:lnTo>
                  <a:pt x="21600" y="21600"/>
                </a:lnTo>
                <a:lnTo>
                  <a:pt x="19566" y="20328"/>
                </a:lnTo>
                <a:lnTo>
                  <a:pt x="17611" y="19080"/>
                </a:lnTo>
                <a:lnTo>
                  <a:pt x="15728" y="17844"/>
                </a:lnTo>
                <a:lnTo>
                  <a:pt x="13918" y="16615"/>
                </a:lnTo>
                <a:lnTo>
                  <a:pt x="12186" y="15382"/>
                </a:lnTo>
                <a:lnTo>
                  <a:pt x="10530" y="14131"/>
                </a:lnTo>
                <a:lnTo>
                  <a:pt x="8946" y="12854"/>
                </a:lnTo>
                <a:lnTo>
                  <a:pt x="7441" y="11544"/>
                </a:lnTo>
                <a:lnTo>
                  <a:pt x="6008" y="10190"/>
                </a:lnTo>
                <a:lnTo>
                  <a:pt x="4655" y="8779"/>
                </a:lnTo>
                <a:lnTo>
                  <a:pt x="3377" y="7306"/>
                </a:lnTo>
                <a:lnTo>
                  <a:pt x="2174" y="5758"/>
                </a:lnTo>
                <a:lnTo>
                  <a:pt x="1048" y="4126"/>
                </a:lnTo>
                <a:lnTo>
                  <a:pt x="0" y="2400"/>
                </a:lnTo>
                <a:lnTo>
                  <a:pt x="1786" y="1210"/>
                </a:lnTo>
                <a:lnTo>
                  <a:pt x="3600" y="0"/>
                </a:lnTo>
                <a:close/>
              </a:path>
            </a:pathLst>
          </a:custGeom>
          <a:solidFill>
            <a:srgbClr val="C7CE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4" name="contour_12242"/>
          <p:cNvSpPr/>
          <p:nvPr/>
        </p:nvSpPr>
        <p:spPr>
          <a:xfrm>
            <a:off x="1402381" y="2507069"/>
            <a:ext cx="51016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13"/>
                </a:lnTo>
                <a:lnTo>
                  <a:pt x="4280" y="826"/>
                </a:lnTo>
                <a:lnTo>
                  <a:pt x="6421" y="1238"/>
                </a:lnTo>
                <a:lnTo>
                  <a:pt x="8566" y="1655"/>
                </a:lnTo>
                <a:lnTo>
                  <a:pt x="10720" y="2068"/>
                </a:lnTo>
                <a:lnTo>
                  <a:pt x="12877" y="2485"/>
                </a:lnTo>
                <a:lnTo>
                  <a:pt x="15043" y="2902"/>
                </a:lnTo>
                <a:lnTo>
                  <a:pt x="17218" y="3323"/>
                </a:lnTo>
                <a:lnTo>
                  <a:pt x="19403" y="3745"/>
                </a:lnTo>
                <a:lnTo>
                  <a:pt x="21600" y="4170"/>
                </a:lnTo>
                <a:lnTo>
                  <a:pt x="21020" y="9145"/>
                </a:lnTo>
                <a:lnTo>
                  <a:pt x="20582" y="12622"/>
                </a:lnTo>
                <a:lnTo>
                  <a:pt x="20196" y="15070"/>
                </a:lnTo>
                <a:lnTo>
                  <a:pt x="19779" y="16951"/>
                </a:lnTo>
                <a:lnTo>
                  <a:pt x="19249" y="18719"/>
                </a:lnTo>
                <a:lnTo>
                  <a:pt x="18514" y="20849"/>
                </a:lnTo>
                <a:lnTo>
                  <a:pt x="16126" y="21350"/>
                </a:lnTo>
                <a:lnTo>
                  <a:pt x="14450" y="21600"/>
                </a:lnTo>
                <a:lnTo>
                  <a:pt x="13043" y="21600"/>
                </a:lnTo>
                <a:lnTo>
                  <a:pt x="11460" y="21350"/>
                </a:lnTo>
                <a:lnTo>
                  <a:pt x="9257" y="20849"/>
                </a:lnTo>
                <a:lnTo>
                  <a:pt x="9257" y="18373"/>
                </a:lnTo>
                <a:lnTo>
                  <a:pt x="9257" y="15887"/>
                </a:lnTo>
                <a:lnTo>
                  <a:pt x="9257" y="13394"/>
                </a:lnTo>
                <a:lnTo>
                  <a:pt x="9257" y="10879"/>
                </a:lnTo>
                <a:lnTo>
                  <a:pt x="9257" y="8340"/>
                </a:lnTo>
                <a:lnTo>
                  <a:pt x="7424" y="8340"/>
                </a:lnTo>
                <a:lnTo>
                  <a:pt x="5585" y="8340"/>
                </a:lnTo>
                <a:lnTo>
                  <a:pt x="3740" y="8340"/>
                </a:lnTo>
                <a:lnTo>
                  <a:pt x="1879" y="8340"/>
                </a:lnTo>
                <a:lnTo>
                  <a:pt x="0" y="8340"/>
                </a:lnTo>
                <a:lnTo>
                  <a:pt x="0" y="5583"/>
                </a:lnTo>
                <a:lnTo>
                  <a:pt x="0" y="2811"/>
                </a:lnTo>
                <a:lnTo>
                  <a:pt x="0" y="0"/>
                </a:lnTo>
                <a:close/>
              </a:path>
            </a:pathLst>
          </a:custGeom>
          <a:solidFill>
            <a:srgbClr val="E5DD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5" name="contour_12243"/>
          <p:cNvSpPr/>
          <p:nvPr/>
        </p:nvSpPr>
        <p:spPr>
          <a:xfrm>
            <a:off x="8564837" y="2507069"/>
            <a:ext cx="4536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30" y="0"/>
                </a:moveTo>
                <a:lnTo>
                  <a:pt x="18796" y="2733"/>
                </a:lnTo>
                <a:lnTo>
                  <a:pt x="19445" y="5470"/>
                </a:lnTo>
                <a:lnTo>
                  <a:pt x="20080" y="8211"/>
                </a:lnTo>
                <a:lnTo>
                  <a:pt x="20625" y="10499"/>
                </a:lnTo>
                <a:lnTo>
                  <a:pt x="21180" y="12825"/>
                </a:lnTo>
                <a:lnTo>
                  <a:pt x="21388" y="14872"/>
                </a:lnTo>
                <a:lnTo>
                  <a:pt x="21600" y="16948"/>
                </a:lnTo>
                <a:lnTo>
                  <a:pt x="19528" y="19405"/>
                </a:lnTo>
                <a:lnTo>
                  <a:pt x="18047" y="20706"/>
                </a:lnTo>
                <a:lnTo>
                  <a:pt x="16440" y="21295"/>
                </a:lnTo>
                <a:lnTo>
                  <a:pt x="13997" y="21600"/>
                </a:lnTo>
                <a:lnTo>
                  <a:pt x="11635" y="21524"/>
                </a:lnTo>
                <a:lnTo>
                  <a:pt x="9240" y="21447"/>
                </a:lnTo>
                <a:lnTo>
                  <a:pt x="8050" y="21422"/>
                </a:lnTo>
                <a:lnTo>
                  <a:pt x="4455" y="21333"/>
                </a:lnTo>
                <a:lnTo>
                  <a:pt x="2630" y="21261"/>
                </a:lnTo>
                <a:lnTo>
                  <a:pt x="781" y="21185"/>
                </a:lnTo>
                <a:lnTo>
                  <a:pt x="260" y="18287"/>
                </a:lnTo>
                <a:lnTo>
                  <a:pt x="0" y="16177"/>
                </a:lnTo>
                <a:lnTo>
                  <a:pt x="0" y="14245"/>
                </a:lnTo>
                <a:lnTo>
                  <a:pt x="260" y="11880"/>
                </a:lnTo>
                <a:lnTo>
                  <a:pt x="781" y="8474"/>
                </a:lnTo>
                <a:lnTo>
                  <a:pt x="2856" y="7084"/>
                </a:lnTo>
                <a:lnTo>
                  <a:pt x="4958" y="5826"/>
                </a:lnTo>
                <a:lnTo>
                  <a:pt x="7089" y="4678"/>
                </a:lnTo>
                <a:lnTo>
                  <a:pt x="9244" y="3623"/>
                </a:lnTo>
                <a:lnTo>
                  <a:pt x="11426" y="2644"/>
                </a:lnTo>
                <a:lnTo>
                  <a:pt x="13633" y="1724"/>
                </a:lnTo>
                <a:lnTo>
                  <a:pt x="15868" y="852"/>
                </a:lnTo>
                <a:lnTo>
                  <a:pt x="18130" y="0"/>
                </a:lnTo>
                <a:close/>
              </a:path>
            </a:pathLst>
          </a:custGeom>
          <a:solidFill>
            <a:srgbClr val="65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6" name="contour_12244"/>
          <p:cNvSpPr/>
          <p:nvPr/>
        </p:nvSpPr>
        <p:spPr>
          <a:xfrm>
            <a:off x="4944345" y="249978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318" y="364"/>
                </a:lnTo>
                <a:lnTo>
                  <a:pt x="13377" y="750"/>
                </a:lnTo>
                <a:lnTo>
                  <a:pt x="15429" y="1157"/>
                </a:lnTo>
                <a:lnTo>
                  <a:pt x="17150" y="1481"/>
                </a:lnTo>
                <a:lnTo>
                  <a:pt x="18900" y="1808"/>
                </a:lnTo>
                <a:lnTo>
                  <a:pt x="20239" y="2441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19560" y="9257"/>
                </a:lnTo>
                <a:lnTo>
                  <a:pt x="17508" y="9257"/>
                </a:lnTo>
                <a:lnTo>
                  <a:pt x="15429" y="9257"/>
                </a:lnTo>
                <a:lnTo>
                  <a:pt x="14275" y="10871"/>
                </a:lnTo>
                <a:lnTo>
                  <a:pt x="13531" y="12053"/>
                </a:lnTo>
                <a:lnTo>
                  <a:pt x="12864" y="13380"/>
                </a:lnTo>
                <a:lnTo>
                  <a:pt x="11957" y="15429"/>
                </a:lnTo>
                <a:lnTo>
                  <a:pt x="11180" y="17150"/>
                </a:lnTo>
                <a:lnTo>
                  <a:pt x="10390" y="18900"/>
                </a:lnTo>
                <a:lnTo>
                  <a:pt x="9828" y="20239"/>
                </a:lnTo>
                <a:lnTo>
                  <a:pt x="9257" y="21600"/>
                </a:lnTo>
                <a:lnTo>
                  <a:pt x="7730" y="20073"/>
                </a:lnTo>
                <a:lnTo>
                  <a:pt x="6199" y="18542"/>
                </a:lnTo>
                <a:lnTo>
                  <a:pt x="4663" y="17005"/>
                </a:lnTo>
                <a:lnTo>
                  <a:pt x="3120" y="15463"/>
                </a:lnTo>
                <a:lnTo>
                  <a:pt x="1568" y="13910"/>
                </a:lnTo>
                <a:lnTo>
                  <a:pt x="0" y="12343"/>
                </a:lnTo>
                <a:lnTo>
                  <a:pt x="1447" y="10957"/>
                </a:lnTo>
                <a:lnTo>
                  <a:pt x="2891" y="9572"/>
                </a:lnTo>
                <a:lnTo>
                  <a:pt x="4339" y="8183"/>
                </a:lnTo>
                <a:lnTo>
                  <a:pt x="5786" y="6798"/>
                </a:lnTo>
                <a:lnTo>
                  <a:pt x="7233" y="5412"/>
                </a:lnTo>
                <a:lnTo>
                  <a:pt x="8659" y="3660"/>
                </a:lnTo>
                <a:lnTo>
                  <a:pt x="9183" y="2259"/>
                </a:lnTo>
                <a:lnTo>
                  <a:pt x="9257" y="0"/>
                </a:lnTo>
                <a:close/>
              </a:path>
            </a:pathLst>
          </a:custGeom>
          <a:solidFill>
            <a:srgbClr val="2021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7" name="contour_12245"/>
          <p:cNvSpPr/>
          <p:nvPr/>
        </p:nvSpPr>
        <p:spPr>
          <a:xfrm>
            <a:off x="2539308" y="2492493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0"/>
                </a:lnTo>
                <a:lnTo>
                  <a:pt x="14367" y="0"/>
                </a:lnTo>
                <a:lnTo>
                  <a:pt x="16160" y="0"/>
                </a:lnTo>
                <a:lnTo>
                  <a:pt x="17960" y="0"/>
                </a:lnTo>
                <a:lnTo>
                  <a:pt x="19772" y="0"/>
                </a:lnTo>
                <a:lnTo>
                  <a:pt x="21600" y="0"/>
                </a:lnTo>
                <a:lnTo>
                  <a:pt x="21154" y="3564"/>
                </a:lnTo>
                <a:lnTo>
                  <a:pt x="20709" y="7133"/>
                </a:lnTo>
                <a:lnTo>
                  <a:pt x="20261" y="10719"/>
                </a:lnTo>
                <a:lnTo>
                  <a:pt x="19810" y="14321"/>
                </a:lnTo>
                <a:lnTo>
                  <a:pt x="19356" y="17944"/>
                </a:lnTo>
                <a:lnTo>
                  <a:pt x="18900" y="21600"/>
                </a:lnTo>
                <a:lnTo>
                  <a:pt x="17029" y="21065"/>
                </a:lnTo>
                <a:lnTo>
                  <a:pt x="15155" y="20531"/>
                </a:lnTo>
                <a:lnTo>
                  <a:pt x="13281" y="19996"/>
                </a:lnTo>
                <a:lnTo>
                  <a:pt x="11405" y="19456"/>
                </a:lnTo>
                <a:lnTo>
                  <a:pt x="9520" y="18922"/>
                </a:lnTo>
                <a:lnTo>
                  <a:pt x="7633" y="18382"/>
                </a:lnTo>
                <a:lnTo>
                  <a:pt x="5738" y="17842"/>
                </a:lnTo>
                <a:lnTo>
                  <a:pt x="3834" y="17296"/>
                </a:lnTo>
                <a:lnTo>
                  <a:pt x="1922" y="16751"/>
                </a:lnTo>
                <a:lnTo>
                  <a:pt x="0" y="16200"/>
                </a:lnTo>
                <a:lnTo>
                  <a:pt x="1688" y="15568"/>
                </a:lnTo>
                <a:lnTo>
                  <a:pt x="3375" y="14936"/>
                </a:lnTo>
                <a:lnTo>
                  <a:pt x="5062" y="14299"/>
                </a:lnTo>
                <a:lnTo>
                  <a:pt x="6750" y="13667"/>
                </a:lnTo>
                <a:lnTo>
                  <a:pt x="8438" y="13036"/>
                </a:lnTo>
                <a:lnTo>
                  <a:pt x="9609" y="11929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8978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8" name="contour_12246"/>
          <p:cNvSpPr/>
          <p:nvPr/>
        </p:nvSpPr>
        <p:spPr>
          <a:xfrm>
            <a:off x="8486309" y="2507069"/>
            <a:ext cx="4529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02" y="0"/>
                </a:moveTo>
                <a:lnTo>
                  <a:pt x="16199" y="0"/>
                </a:lnTo>
                <a:lnTo>
                  <a:pt x="18510" y="0"/>
                </a:lnTo>
                <a:lnTo>
                  <a:pt x="20853" y="0"/>
                </a:lnTo>
                <a:lnTo>
                  <a:pt x="21221" y="2068"/>
                </a:lnTo>
                <a:lnTo>
                  <a:pt x="21489" y="3942"/>
                </a:lnTo>
                <a:lnTo>
                  <a:pt x="21600" y="5670"/>
                </a:lnTo>
                <a:lnTo>
                  <a:pt x="21503" y="7309"/>
                </a:lnTo>
                <a:lnTo>
                  <a:pt x="21148" y="8902"/>
                </a:lnTo>
                <a:lnTo>
                  <a:pt x="20484" y="10500"/>
                </a:lnTo>
                <a:lnTo>
                  <a:pt x="19452" y="12158"/>
                </a:lnTo>
                <a:lnTo>
                  <a:pt x="18003" y="13921"/>
                </a:lnTo>
                <a:lnTo>
                  <a:pt x="16244" y="15328"/>
                </a:lnTo>
                <a:lnTo>
                  <a:pt x="14496" y="16686"/>
                </a:lnTo>
                <a:lnTo>
                  <a:pt x="12727" y="17990"/>
                </a:lnTo>
                <a:lnTo>
                  <a:pt x="10906" y="19246"/>
                </a:lnTo>
                <a:lnTo>
                  <a:pt x="8991" y="20447"/>
                </a:lnTo>
                <a:lnTo>
                  <a:pt x="6951" y="21600"/>
                </a:lnTo>
                <a:lnTo>
                  <a:pt x="4654" y="21600"/>
                </a:lnTo>
                <a:lnTo>
                  <a:pt x="2342" y="21600"/>
                </a:lnTo>
                <a:lnTo>
                  <a:pt x="0" y="21600"/>
                </a:lnTo>
                <a:lnTo>
                  <a:pt x="991" y="20064"/>
                </a:lnTo>
                <a:lnTo>
                  <a:pt x="1981" y="18525"/>
                </a:lnTo>
                <a:lnTo>
                  <a:pt x="2975" y="16988"/>
                </a:lnTo>
                <a:lnTo>
                  <a:pt x="3969" y="15455"/>
                </a:lnTo>
                <a:lnTo>
                  <a:pt x="4970" y="13921"/>
                </a:lnTo>
                <a:lnTo>
                  <a:pt x="5940" y="12371"/>
                </a:lnTo>
                <a:lnTo>
                  <a:pt x="6888" y="10816"/>
                </a:lnTo>
                <a:lnTo>
                  <a:pt x="7813" y="9250"/>
                </a:lnTo>
                <a:lnTo>
                  <a:pt x="8716" y="7679"/>
                </a:lnTo>
                <a:lnTo>
                  <a:pt x="9140" y="6944"/>
                </a:lnTo>
                <a:lnTo>
                  <a:pt x="10426" y="4725"/>
                </a:lnTo>
                <a:lnTo>
                  <a:pt x="10805" y="4042"/>
                </a:lnTo>
                <a:lnTo>
                  <a:pt x="11949" y="1982"/>
                </a:lnTo>
                <a:lnTo>
                  <a:pt x="12918" y="999"/>
                </a:lnTo>
                <a:lnTo>
                  <a:pt x="13902" y="0"/>
                </a:lnTo>
                <a:close/>
              </a:path>
            </a:pathLst>
          </a:custGeom>
          <a:solidFill>
            <a:srgbClr val="E8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49" name="contour_12247"/>
          <p:cNvSpPr/>
          <p:nvPr/>
        </p:nvSpPr>
        <p:spPr>
          <a:xfrm>
            <a:off x="5039089" y="2463341"/>
            <a:ext cx="380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4" y="0"/>
                </a:moveTo>
                <a:lnTo>
                  <a:pt x="4952" y="1833"/>
                </a:lnTo>
                <a:lnTo>
                  <a:pt x="5775" y="3672"/>
                </a:lnTo>
                <a:lnTo>
                  <a:pt x="6598" y="5517"/>
                </a:lnTo>
                <a:lnTo>
                  <a:pt x="7429" y="7378"/>
                </a:lnTo>
                <a:lnTo>
                  <a:pt x="8268" y="9257"/>
                </a:lnTo>
                <a:lnTo>
                  <a:pt x="11468" y="9535"/>
                </a:lnTo>
                <a:lnTo>
                  <a:pt x="13712" y="9674"/>
                </a:lnTo>
                <a:lnTo>
                  <a:pt x="15597" y="9674"/>
                </a:lnTo>
                <a:lnTo>
                  <a:pt x="17718" y="9535"/>
                </a:lnTo>
                <a:lnTo>
                  <a:pt x="20670" y="9257"/>
                </a:lnTo>
                <a:lnTo>
                  <a:pt x="21290" y="11460"/>
                </a:lnTo>
                <a:lnTo>
                  <a:pt x="21600" y="13043"/>
                </a:lnTo>
                <a:lnTo>
                  <a:pt x="21600" y="14450"/>
                </a:lnTo>
                <a:lnTo>
                  <a:pt x="21290" y="16126"/>
                </a:lnTo>
                <a:lnTo>
                  <a:pt x="20670" y="18514"/>
                </a:lnTo>
                <a:lnTo>
                  <a:pt x="18103" y="19178"/>
                </a:lnTo>
                <a:lnTo>
                  <a:pt x="15569" y="19721"/>
                </a:lnTo>
                <a:lnTo>
                  <a:pt x="13047" y="20165"/>
                </a:lnTo>
                <a:lnTo>
                  <a:pt x="10521" y="20529"/>
                </a:lnTo>
                <a:lnTo>
                  <a:pt x="7974" y="20835"/>
                </a:lnTo>
                <a:lnTo>
                  <a:pt x="5382" y="21100"/>
                </a:lnTo>
                <a:lnTo>
                  <a:pt x="2728" y="21350"/>
                </a:lnTo>
                <a:lnTo>
                  <a:pt x="0" y="21600"/>
                </a:lnTo>
                <a:lnTo>
                  <a:pt x="409" y="19462"/>
                </a:lnTo>
                <a:lnTo>
                  <a:pt x="819" y="17320"/>
                </a:lnTo>
                <a:lnTo>
                  <a:pt x="1228" y="15179"/>
                </a:lnTo>
                <a:lnTo>
                  <a:pt x="1641" y="13034"/>
                </a:lnTo>
                <a:lnTo>
                  <a:pt x="2050" y="10880"/>
                </a:lnTo>
                <a:lnTo>
                  <a:pt x="2464" y="8723"/>
                </a:lnTo>
                <a:lnTo>
                  <a:pt x="2877" y="6557"/>
                </a:lnTo>
                <a:lnTo>
                  <a:pt x="3295" y="4382"/>
                </a:lnTo>
                <a:lnTo>
                  <a:pt x="3712" y="2197"/>
                </a:lnTo>
                <a:lnTo>
                  <a:pt x="4134" y="0"/>
                </a:lnTo>
                <a:close/>
              </a:path>
            </a:pathLst>
          </a:custGeom>
          <a:solidFill>
            <a:srgbClr val="9A9E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0" name="contour_12248"/>
          <p:cNvSpPr/>
          <p:nvPr/>
        </p:nvSpPr>
        <p:spPr>
          <a:xfrm>
            <a:off x="4397746" y="2507492"/>
            <a:ext cx="44318" cy="377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48" y="2888"/>
                </a:moveTo>
                <a:lnTo>
                  <a:pt x="19849" y="5493"/>
                </a:lnTo>
                <a:lnTo>
                  <a:pt x="20698" y="7914"/>
                </a:lnTo>
                <a:lnTo>
                  <a:pt x="21241" y="10243"/>
                </a:lnTo>
                <a:lnTo>
                  <a:pt x="21525" y="12584"/>
                </a:lnTo>
                <a:lnTo>
                  <a:pt x="21600" y="15030"/>
                </a:lnTo>
                <a:lnTo>
                  <a:pt x="21515" y="17677"/>
                </a:lnTo>
                <a:lnTo>
                  <a:pt x="21312" y="20627"/>
                </a:lnTo>
                <a:lnTo>
                  <a:pt x="18726" y="21011"/>
                </a:lnTo>
                <a:lnTo>
                  <a:pt x="16180" y="21325"/>
                </a:lnTo>
                <a:lnTo>
                  <a:pt x="13665" y="21529"/>
                </a:lnTo>
                <a:lnTo>
                  <a:pt x="11157" y="21600"/>
                </a:lnTo>
                <a:lnTo>
                  <a:pt x="8646" y="21491"/>
                </a:lnTo>
                <a:lnTo>
                  <a:pt x="6117" y="21183"/>
                </a:lnTo>
                <a:lnTo>
                  <a:pt x="3552" y="20627"/>
                </a:lnTo>
                <a:lnTo>
                  <a:pt x="2327" y="17973"/>
                </a:lnTo>
                <a:lnTo>
                  <a:pt x="1435" y="15310"/>
                </a:lnTo>
                <a:lnTo>
                  <a:pt x="817" y="12605"/>
                </a:lnTo>
                <a:lnTo>
                  <a:pt x="408" y="9830"/>
                </a:lnTo>
                <a:lnTo>
                  <a:pt x="156" y="6950"/>
                </a:lnTo>
                <a:lnTo>
                  <a:pt x="0" y="3932"/>
                </a:lnTo>
                <a:lnTo>
                  <a:pt x="4284" y="2266"/>
                </a:lnTo>
                <a:lnTo>
                  <a:pt x="7569" y="1064"/>
                </a:lnTo>
                <a:lnTo>
                  <a:pt x="10081" y="313"/>
                </a:lnTo>
                <a:lnTo>
                  <a:pt x="12038" y="0"/>
                </a:lnTo>
                <a:lnTo>
                  <a:pt x="13651" y="113"/>
                </a:lnTo>
                <a:lnTo>
                  <a:pt x="15146" y="643"/>
                </a:lnTo>
                <a:lnTo>
                  <a:pt x="16737" y="1569"/>
                </a:lnTo>
                <a:lnTo>
                  <a:pt x="18648" y="2888"/>
                </a:lnTo>
                <a:close/>
              </a:path>
            </a:pathLst>
          </a:custGeom>
          <a:solidFill>
            <a:srgbClr val="EB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1" name="contour_12249"/>
          <p:cNvSpPr/>
          <p:nvPr/>
        </p:nvSpPr>
        <p:spPr>
          <a:xfrm>
            <a:off x="906798" y="2477917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95" y="868"/>
                </a:lnTo>
                <a:lnTo>
                  <a:pt x="5358" y="1758"/>
                </a:lnTo>
                <a:lnTo>
                  <a:pt x="7987" y="2696"/>
                </a:lnTo>
                <a:lnTo>
                  <a:pt x="10587" y="3694"/>
                </a:lnTo>
                <a:lnTo>
                  <a:pt x="13154" y="4769"/>
                </a:lnTo>
                <a:lnTo>
                  <a:pt x="15693" y="5940"/>
                </a:lnTo>
                <a:lnTo>
                  <a:pt x="18198" y="7223"/>
                </a:lnTo>
                <a:lnTo>
                  <a:pt x="20670" y="8640"/>
                </a:lnTo>
                <a:lnTo>
                  <a:pt x="212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290" y="18645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08080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2" name="contour_12250"/>
          <p:cNvSpPr/>
          <p:nvPr/>
        </p:nvSpPr>
        <p:spPr>
          <a:xfrm>
            <a:off x="4944345" y="2470629"/>
            <a:ext cx="7288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446"/>
                </a:lnTo>
                <a:lnTo>
                  <a:pt x="15813" y="891"/>
                </a:lnTo>
                <a:lnTo>
                  <a:pt x="17248" y="1339"/>
                </a:lnTo>
                <a:lnTo>
                  <a:pt x="18688" y="1790"/>
                </a:lnTo>
                <a:lnTo>
                  <a:pt x="20138" y="2244"/>
                </a:lnTo>
                <a:lnTo>
                  <a:pt x="21600" y="2700"/>
                </a:lnTo>
                <a:lnTo>
                  <a:pt x="20522" y="4080"/>
                </a:lnTo>
                <a:lnTo>
                  <a:pt x="19440" y="5405"/>
                </a:lnTo>
                <a:lnTo>
                  <a:pt x="18347" y="6683"/>
                </a:lnTo>
                <a:lnTo>
                  <a:pt x="17243" y="7911"/>
                </a:lnTo>
                <a:lnTo>
                  <a:pt x="16129" y="9094"/>
                </a:lnTo>
                <a:lnTo>
                  <a:pt x="15001" y="10236"/>
                </a:lnTo>
                <a:lnTo>
                  <a:pt x="13861" y="11340"/>
                </a:lnTo>
                <a:lnTo>
                  <a:pt x="12703" y="12407"/>
                </a:lnTo>
                <a:lnTo>
                  <a:pt x="11530" y="13438"/>
                </a:lnTo>
                <a:lnTo>
                  <a:pt x="10340" y="14437"/>
                </a:lnTo>
                <a:lnTo>
                  <a:pt x="9128" y="15406"/>
                </a:lnTo>
                <a:lnTo>
                  <a:pt x="7897" y="16351"/>
                </a:lnTo>
                <a:lnTo>
                  <a:pt x="6644" y="17272"/>
                </a:lnTo>
                <a:lnTo>
                  <a:pt x="5368" y="18168"/>
                </a:lnTo>
                <a:lnTo>
                  <a:pt x="4065" y="19049"/>
                </a:lnTo>
                <a:lnTo>
                  <a:pt x="2739" y="19912"/>
                </a:lnTo>
                <a:lnTo>
                  <a:pt x="1382" y="20760"/>
                </a:lnTo>
                <a:lnTo>
                  <a:pt x="0" y="21600"/>
                </a:lnTo>
                <a:lnTo>
                  <a:pt x="397" y="19810"/>
                </a:lnTo>
                <a:lnTo>
                  <a:pt x="812" y="18052"/>
                </a:lnTo>
                <a:lnTo>
                  <a:pt x="1257" y="16324"/>
                </a:lnTo>
                <a:lnTo>
                  <a:pt x="1743" y="14629"/>
                </a:lnTo>
                <a:lnTo>
                  <a:pt x="2279" y="12960"/>
                </a:lnTo>
                <a:lnTo>
                  <a:pt x="2879" y="11316"/>
                </a:lnTo>
                <a:lnTo>
                  <a:pt x="3558" y="9696"/>
                </a:lnTo>
                <a:lnTo>
                  <a:pt x="4320" y="8100"/>
                </a:lnTo>
                <a:lnTo>
                  <a:pt x="5851" y="7592"/>
                </a:lnTo>
                <a:lnTo>
                  <a:pt x="7238" y="7352"/>
                </a:lnTo>
                <a:lnTo>
                  <a:pt x="8562" y="7333"/>
                </a:lnTo>
                <a:lnTo>
                  <a:pt x="9904" y="7487"/>
                </a:lnTo>
                <a:lnTo>
                  <a:pt x="11342" y="7757"/>
                </a:lnTo>
                <a:lnTo>
                  <a:pt x="12960" y="8100"/>
                </a:lnTo>
                <a:lnTo>
                  <a:pt x="12960" y="6496"/>
                </a:lnTo>
                <a:lnTo>
                  <a:pt x="12960" y="4887"/>
                </a:lnTo>
                <a:lnTo>
                  <a:pt x="12960" y="3272"/>
                </a:lnTo>
                <a:lnTo>
                  <a:pt x="12960" y="1644"/>
                </a:lnTo>
                <a:lnTo>
                  <a:pt x="12960" y="0"/>
                </a:lnTo>
                <a:close/>
              </a:path>
            </a:pathLst>
          </a:custGeom>
          <a:solidFill>
            <a:srgbClr val="3133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3" name="contour_12251"/>
          <p:cNvSpPr/>
          <p:nvPr/>
        </p:nvSpPr>
        <p:spPr>
          <a:xfrm>
            <a:off x="7210910" y="2456053"/>
            <a:ext cx="58304" cy="436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18" y="1678"/>
                </a:lnTo>
                <a:lnTo>
                  <a:pt x="11642" y="3386"/>
                </a:lnTo>
                <a:lnTo>
                  <a:pt x="12968" y="5689"/>
                </a:lnTo>
                <a:lnTo>
                  <a:pt x="14378" y="7349"/>
                </a:lnTo>
                <a:lnTo>
                  <a:pt x="15908" y="8530"/>
                </a:lnTo>
                <a:lnTo>
                  <a:pt x="17596" y="9392"/>
                </a:lnTo>
                <a:lnTo>
                  <a:pt x="19481" y="10103"/>
                </a:lnTo>
                <a:lnTo>
                  <a:pt x="21600" y="10829"/>
                </a:lnTo>
                <a:lnTo>
                  <a:pt x="19019" y="14070"/>
                </a:lnTo>
                <a:lnTo>
                  <a:pt x="16961" y="16593"/>
                </a:lnTo>
                <a:lnTo>
                  <a:pt x="15317" y="18485"/>
                </a:lnTo>
                <a:lnTo>
                  <a:pt x="13970" y="19835"/>
                </a:lnTo>
                <a:lnTo>
                  <a:pt x="12806" y="20737"/>
                </a:lnTo>
                <a:lnTo>
                  <a:pt x="11707" y="21272"/>
                </a:lnTo>
                <a:lnTo>
                  <a:pt x="10565" y="21531"/>
                </a:lnTo>
                <a:lnTo>
                  <a:pt x="9258" y="21600"/>
                </a:lnTo>
                <a:lnTo>
                  <a:pt x="7679" y="21575"/>
                </a:lnTo>
                <a:lnTo>
                  <a:pt x="6199" y="21044"/>
                </a:lnTo>
                <a:lnTo>
                  <a:pt x="5060" y="20597"/>
                </a:lnTo>
                <a:lnTo>
                  <a:pt x="3893" y="20062"/>
                </a:lnTo>
                <a:lnTo>
                  <a:pt x="2330" y="19268"/>
                </a:lnTo>
                <a:lnTo>
                  <a:pt x="0" y="18048"/>
                </a:lnTo>
                <a:lnTo>
                  <a:pt x="1785" y="18048"/>
                </a:lnTo>
                <a:lnTo>
                  <a:pt x="3580" y="18048"/>
                </a:lnTo>
                <a:lnTo>
                  <a:pt x="5400" y="18048"/>
                </a:lnTo>
                <a:lnTo>
                  <a:pt x="6137" y="15767"/>
                </a:lnTo>
                <a:lnTo>
                  <a:pt x="6531" y="13955"/>
                </a:lnTo>
                <a:lnTo>
                  <a:pt x="6917" y="11053"/>
                </a:lnTo>
                <a:lnTo>
                  <a:pt x="7398" y="7548"/>
                </a:lnTo>
                <a:lnTo>
                  <a:pt x="7841" y="5223"/>
                </a:lnTo>
                <a:lnTo>
                  <a:pt x="8429" y="3541"/>
                </a:lnTo>
                <a:lnTo>
                  <a:pt x="9356" y="1978"/>
                </a:lnTo>
                <a:lnTo>
                  <a:pt x="10800" y="0"/>
                </a:lnTo>
                <a:close/>
              </a:path>
            </a:pathLst>
          </a:custGeom>
          <a:solidFill>
            <a:srgbClr val="48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4" name="contour_12252"/>
          <p:cNvSpPr/>
          <p:nvPr/>
        </p:nvSpPr>
        <p:spPr>
          <a:xfrm>
            <a:off x="8143773" y="2439655"/>
            <a:ext cx="51016" cy="45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0"/>
                </a:moveTo>
                <a:lnTo>
                  <a:pt x="19656" y="429"/>
                </a:lnTo>
                <a:lnTo>
                  <a:pt x="21600" y="864"/>
                </a:lnTo>
                <a:lnTo>
                  <a:pt x="21359" y="4731"/>
                </a:lnTo>
                <a:lnTo>
                  <a:pt x="21125" y="7462"/>
                </a:lnTo>
                <a:lnTo>
                  <a:pt x="20807" y="9438"/>
                </a:lnTo>
                <a:lnTo>
                  <a:pt x="20323" y="11049"/>
                </a:lnTo>
                <a:lnTo>
                  <a:pt x="19588" y="12670"/>
                </a:lnTo>
                <a:lnTo>
                  <a:pt x="18514" y="14688"/>
                </a:lnTo>
                <a:lnTo>
                  <a:pt x="16527" y="15759"/>
                </a:lnTo>
                <a:lnTo>
                  <a:pt x="14528" y="16727"/>
                </a:lnTo>
                <a:lnTo>
                  <a:pt x="12513" y="17605"/>
                </a:lnTo>
                <a:lnTo>
                  <a:pt x="10479" y="18403"/>
                </a:lnTo>
                <a:lnTo>
                  <a:pt x="8427" y="19136"/>
                </a:lnTo>
                <a:lnTo>
                  <a:pt x="6357" y="19810"/>
                </a:lnTo>
                <a:lnTo>
                  <a:pt x="4261" y="20439"/>
                </a:lnTo>
                <a:lnTo>
                  <a:pt x="2145" y="21030"/>
                </a:lnTo>
                <a:lnTo>
                  <a:pt x="0" y="21600"/>
                </a:lnTo>
                <a:lnTo>
                  <a:pt x="59" y="18579"/>
                </a:lnTo>
                <a:lnTo>
                  <a:pt x="268" y="16229"/>
                </a:lnTo>
                <a:lnTo>
                  <a:pt x="688" y="14346"/>
                </a:lnTo>
                <a:lnTo>
                  <a:pt x="1373" y="12722"/>
                </a:lnTo>
                <a:lnTo>
                  <a:pt x="2382" y="11153"/>
                </a:lnTo>
                <a:lnTo>
                  <a:pt x="3768" y="9428"/>
                </a:lnTo>
                <a:lnTo>
                  <a:pt x="5591" y="7344"/>
                </a:lnTo>
                <a:lnTo>
                  <a:pt x="7338" y="5485"/>
                </a:lnTo>
                <a:lnTo>
                  <a:pt x="8856" y="3971"/>
                </a:lnTo>
                <a:lnTo>
                  <a:pt x="10279" y="2761"/>
                </a:lnTo>
                <a:lnTo>
                  <a:pt x="11744" y="1804"/>
                </a:lnTo>
                <a:lnTo>
                  <a:pt x="13386" y="1058"/>
                </a:lnTo>
                <a:lnTo>
                  <a:pt x="15339" y="470"/>
                </a:lnTo>
                <a:lnTo>
                  <a:pt x="17743" y="0"/>
                </a:lnTo>
                <a:close/>
              </a:path>
            </a:pathLst>
          </a:custGeom>
          <a:solidFill>
            <a:srgbClr val="CCD1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5" name="contour_12253"/>
          <p:cNvSpPr/>
          <p:nvPr/>
        </p:nvSpPr>
        <p:spPr>
          <a:xfrm>
            <a:off x="2065588" y="241961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3" y="122"/>
                </a:lnTo>
                <a:lnTo>
                  <a:pt x="4030" y="306"/>
                </a:lnTo>
                <a:lnTo>
                  <a:pt x="5971" y="562"/>
                </a:lnTo>
                <a:lnTo>
                  <a:pt x="7881" y="911"/>
                </a:lnTo>
                <a:lnTo>
                  <a:pt x="9772" y="1372"/>
                </a:lnTo>
                <a:lnTo>
                  <a:pt x="11652" y="1962"/>
                </a:lnTo>
                <a:lnTo>
                  <a:pt x="13534" y="2700"/>
                </a:lnTo>
                <a:lnTo>
                  <a:pt x="15429" y="3600"/>
                </a:lnTo>
                <a:lnTo>
                  <a:pt x="16555" y="5731"/>
                </a:lnTo>
                <a:lnTo>
                  <a:pt x="17545" y="7880"/>
                </a:lnTo>
                <a:lnTo>
                  <a:pt x="18419" y="10055"/>
                </a:lnTo>
                <a:lnTo>
                  <a:pt x="19193" y="12265"/>
                </a:lnTo>
                <a:lnTo>
                  <a:pt x="19881" y="14519"/>
                </a:lnTo>
                <a:lnTo>
                  <a:pt x="20498" y="16819"/>
                </a:lnTo>
                <a:lnTo>
                  <a:pt x="21066" y="19177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9421" y="19710"/>
                </a:lnTo>
                <a:lnTo>
                  <a:pt x="9581" y="17788"/>
                </a:lnTo>
                <a:lnTo>
                  <a:pt x="9695" y="15365"/>
                </a:lnTo>
                <a:lnTo>
                  <a:pt x="9766" y="13003"/>
                </a:lnTo>
                <a:lnTo>
                  <a:pt x="9779" y="10674"/>
                </a:lnTo>
                <a:lnTo>
                  <a:pt x="9711" y="8348"/>
                </a:lnTo>
                <a:lnTo>
                  <a:pt x="9544" y="5998"/>
                </a:lnTo>
                <a:lnTo>
                  <a:pt x="9257" y="3600"/>
                </a:lnTo>
                <a:lnTo>
                  <a:pt x="6961" y="2167"/>
                </a:lnTo>
                <a:lnTo>
                  <a:pt x="5332" y="1264"/>
                </a:lnTo>
                <a:lnTo>
                  <a:pt x="3925" y="716"/>
                </a:lnTo>
                <a:lnTo>
                  <a:pt x="2296" y="353"/>
                </a:lnTo>
                <a:lnTo>
                  <a:pt x="0" y="0"/>
                </a:lnTo>
                <a:close/>
              </a:path>
            </a:pathLst>
          </a:custGeom>
          <a:solidFill>
            <a:srgbClr val="DDBF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6" name="contour_12254"/>
          <p:cNvSpPr/>
          <p:nvPr/>
        </p:nvSpPr>
        <p:spPr>
          <a:xfrm>
            <a:off x="1927116" y="2441361"/>
            <a:ext cx="58304" cy="43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73" y="0"/>
                </a:moveTo>
                <a:lnTo>
                  <a:pt x="9955" y="553"/>
                </a:lnTo>
                <a:lnTo>
                  <a:pt x="11783" y="1192"/>
                </a:lnTo>
                <a:lnTo>
                  <a:pt x="13481" y="2003"/>
                </a:lnTo>
                <a:lnTo>
                  <a:pt x="15082" y="3073"/>
                </a:lnTo>
                <a:lnTo>
                  <a:pt x="16613" y="4481"/>
                </a:lnTo>
                <a:lnTo>
                  <a:pt x="18098" y="6312"/>
                </a:lnTo>
                <a:lnTo>
                  <a:pt x="18984" y="8096"/>
                </a:lnTo>
                <a:lnTo>
                  <a:pt x="19645" y="9536"/>
                </a:lnTo>
                <a:lnTo>
                  <a:pt x="20407" y="11389"/>
                </a:lnTo>
                <a:lnTo>
                  <a:pt x="21600" y="14419"/>
                </a:lnTo>
                <a:lnTo>
                  <a:pt x="19872" y="14272"/>
                </a:lnTo>
                <a:lnTo>
                  <a:pt x="18130" y="14121"/>
                </a:lnTo>
                <a:lnTo>
                  <a:pt x="16367" y="13970"/>
                </a:lnTo>
                <a:lnTo>
                  <a:pt x="14172" y="13970"/>
                </a:lnTo>
                <a:lnTo>
                  <a:pt x="12728" y="14085"/>
                </a:lnTo>
                <a:lnTo>
                  <a:pt x="10800" y="14419"/>
                </a:lnTo>
                <a:lnTo>
                  <a:pt x="9620" y="16552"/>
                </a:lnTo>
                <a:lnTo>
                  <a:pt x="8945" y="18010"/>
                </a:lnTo>
                <a:lnTo>
                  <a:pt x="8521" y="19471"/>
                </a:lnTo>
                <a:lnTo>
                  <a:pt x="8100" y="21600"/>
                </a:lnTo>
                <a:lnTo>
                  <a:pt x="7765" y="19895"/>
                </a:lnTo>
                <a:lnTo>
                  <a:pt x="7428" y="18178"/>
                </a:lnTo>
                <a:lnTo>
                  <a:pt x="7088" y="16437"/>
                </a:lnTo>
                <a:lnTo>
                  <a:pt x="6067" y="13159"/>
                </a:lnTo>
                <a:lnTo>
                  <a:pt x="5251" y="11224"/>
                </a:lnTo>
                <a:lnTo>
                  <a:pt x="4215" y="9877"/>
                </a:lnTo>
                <a:lnTo>
                  <a:pt x="2530" y="8359"/>
                </a:lnTo>
                <a:lnTo>
                  <a:pt x="1274" y="7806"/>
                </a:lnTo>
                <a:lnTo>
                  <a:pt x="0" y="7238"/>
                </a:lnTo>
                <a:lnTo>
                  <a:pt x="1093" y="5220"/>
                </a:lnTo>
                <a:lnTo>
                  <a:pt x="2160" y="3479"/>
                </a:lnTo>
                <a:lnTo>
                  <a:pt x="3291" y="2047"/>
                </a:lnTo>
                <a:lnTo>
                  <a:pt x="4576" y="966"/>
                </a:lnTo>
                <a:lnTo>
                  <a:pt x="6107" y="269"/>
                </a:lnTo>
                <a:lnTo>
                  <a:pt x="7973" y="0"/>
                </a:lnTo>
                <a:close/>
              </a:path>
            </a:pathLst>
          </a:custGeom>
          <a:solidFill>
            <a:srgbClr val="0B0B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7" name="contour_12255"/>
          <p:cNvSpPr/>
          <p:nvPr/>
        </p:nvSpPr>
        <p:spPr>
          <a:xfrm>
            <a:off x="994254" y="2432549"/>
            <a:ext cx="36440" cy="32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092"/>
                </a:moveTo>
                <a:lnTo>
                  <a:pt x="7318" y="349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33"/>
                </a:lnTo>
                <a:lnTo>
                  <a:pt x="18468" y="626"/>
                </a:lnTo>
                <a:lnTo>
                  <a:pt x="21600" y="1092"/>
                </a:lnTo>
                <a:lnTo>
                  <a:pt x="21298" y="4529"/>
                </a:lnTo>
                <a:lnTo>
                  <a:pt x="20904" y="7854"/>
                </a:lnTo>
                <a:lnTo>
                  <a:pt x="20369" y="11096"/>
                </a:lnTo>
                <a:lnTo>
                  <a:pt x="19626" y="14271"/>
                </a:lnTo>
                <a:lnTo>
                  <a:pt x="18615" y="17396"/>
                </a:lnTo>
                <a:lnTo>
                  <a:pt x="17280" y="20508"/>
                </a:lnTo>
                <a:lnTo>
                  <a:pt x="14282" y="21251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67"/>
                </a:lnTo>
                <a:lnTo>
                  <a:pt x="3132" y="20974"/>
                </a:lnTo>
                <a:lnTo>
                  <a:pt x="0" y="20508"/>
                </a:lnTo>
                <a:lnTo>
                  <a:pt x="302" y="17071"/>
                </a:lnTo>
                <a:lnTo>
                  <a:pt x="696" y="13746"/>
                </a:lnTo>
                <a:lnTo>
                  <a:pt x="1231" y="10504"/>
                </a:lnTo>
                <a:lnTo>
                  <a:pt x="1974" y="7329"/>
                </a:lnTo>
                <a:lnTo>
                  <a:pt x="2985" y="4204"/>
                </a:lnTo>
                <a:lnTo>
                  <a:pt x="4320" y="1092"/>
                </a:lnTo>
                <a:close/>
              </a:path>
            </a:pathLst>
          </a:custGeom>
          <a:solidFill>
            <a:srgbClr val="ECDA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8" name="contour_12256"/>
          <p:cNvSpPr/>
          <p:nvPr/>
        </p:nvSpPr>
        <p:spPr>
          <a:xfrm>
            <a:off x="680374" y="2426901"/>
            <a:ext cx="4711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69" y="0"/>
                </a:moveTo>
                <a:lnTo>
                  <a:pt x="5931" y="0"/>
                </a:lnTo>
                <a:lnTo>
                  <a:pt x="8297" y="0"/>
                </a:lnTo>
                <a:lnTo>
                  <a:pt x="10670" y="0"/>
                </a:lnTo>
                <a:lnTo>
                  <a:pt x="13052" y="0"/>
                </a:lnTo>
                <a:lnTo>
                  <a:pt x="15445" y="0"/>
                </a:lnTo>
                <a:lnTo>
                  <a:pt x="17851" y="0"/>
                </a:lnTo>
                <a:lnTo>
                  <a:pt x="20277" y="0"/>
                </a:lnTo>
                <a:lnTo>
                  <a:pt x="21012" y="4028"/>
                </a:lnTo>
                <a:lnTo>
                  <a:pt x="21453" y="6872"/>
                </a:lnTo>
                <a:lnTo>
                  <a:pt x="21600" y="8932"/>
                </a:lnTo>
                <a:lnTo>
                  <a:pt x="21453" y="10609"/>
                </a:lnTo>
                <a:lnTo>
                  <a:pt x="21012" y="12298"/>
                </a:lnTo>
                <a:lnTo>
                  <a:pt x="20277" y="14400"/>
                </a:lnTo>
                <a:lnTo>
                  <a:pt x="18138" y="15556"/>
                </a:lnTo>
                <a:lnTo>
                  <a:pt x="15983" y="16589"/>
                </a:lnTo>
                <a:lnTo>
                  <a:pt x="13804" y="17514"/>
                </a:lnTo>
                <a:lnTo>
                  <a:pt x="11602" y="18346"/>
                </a:lnTo>
                <a:lnTo>
                  <a:pt x="9380" y="19098"/>
                </a:lnTo>
                <a:lnTo>
                  <a:pt x="7131" y="19786"/>
                </a:lnTo>
                <a:lnTo>
                  <a:pt x="4859" y="20423"/>
                </a:lnTo>
                <a:lnTo>
                  <a:pt x="2556" y="21024"/>
                </a:lnTo>
                <a:lnTo>
                  <a:pt x="227" y="21600"/>
                </a:lnTo>
                <a:lnTo>
                  <a:pt x="77" y="18997"/>
                </a:lnTo>
                <a:lnTo>
                  <a:pt x="0" y="17132"/>
                </a:lnTo>
                <a:lnTo>
                  <a:pt x="0" y="15491"/>
                </a:lnTo>
                <a:lnTo>
                  <a:pt x="77" y="13554"/>
                </a:lnTo>
                <a:lnTo>
                  <a:pt x="227" y="10800"/>
                </a:lnTo>
                <a:lnTo>
                  <a:pt x="2713" y="9583"/>
                </a:lnTo>
                <a:lnTo>
                  <a:pt x="4478" y="8788"/>
                </a:lnTo>
                <a:lnTo>
                  <a:pt x="6001" y="8240"/>
                </a:lnTo>
                <a:lnTo>
                  <a:pt x="7766" y="7769"/>
                </a:lnTo>
                <a:lnTo>
                  <a:pt x="10252" y="7200"/>
                </a:lnTo>
                <a:lnTo>
                  <a:pt x="8598" y="5418"/>
                </a:lnTo>
                <a:lnTo>
                  <a:pt x="6934" y="3625"/>
                </a:lnTo>
                <a:lnTo>
                  <a:pt x="5263" y="1825"/>
                </a:lnTo>
                <a:lnTo>
                  <a:pt x="3569" y="0"/>
                </a:lnTo>
                <a:close/>
              </a:path>
            </a:pathLst>
          </a:custGeom>
          <a:solidFill>
            <a:srgbClr val="EAE9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59" name="contour_12257"/>
          <p:cNvSpPr/>
          <p:nvPr/>
        </p:nvSpPr>
        <p:spPr>
          <a:xfrm>
            <a:off x="5316033" y="2400941"/>
            <a:ext cx="36440" cy="47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43" y="609"/>
                </a:lnTo>
                <a:lnTo>
                  <a:pt x="15094" y="1225"/>
                </a:lnTo>
                <a:lnTo>
                  <a:pt x="17280" y="1850"/>
                </a:lnTo>
                <a:lnTo>
                  <a:pt x="18183" y="3864"/>
                </a:lnTo>
                <a:lnTo>
                  <a:pt x="18948" y="5889"/>
                </a:lnTo>
                <a:lnTo>
                  <a:pt x="19591" y="7920"/>
                </a:lnTo>
                <a:lnTo>
                  <a:pt x="20131" y="9964"/>
                </a:lnTo>
                <a:lnTo>
                  <a:pt x="20580" y="12021"/>
                </a:lnTo>
                <a:lnTo>
                  <a:pt x="20965" y="14095"/>
                </a:lnTo>
                <a:lnTo>
                  <a:pt x="21298" y="16188"/>
                </a:lnTo>
                <a:lnTo>
                  <a:pt x="21600" y="18308"/>
                </a:lnTo>
                <a:lnTo>
                  <a:pt x="19034" y="18960"/>
                </a:lnTo>
                <a:lnTo>
                  <a:pt x="16459" y="19612"/>
                </a:lnTo>
                <a:lnTo>
                  <a:pt x="13876" y="20270"/>
                </a:lnTo>
                <a:lnTo>
                  <a:pt x="11271" y="20932"/>
                </a:lnTo>
                <a:lnTo>
                  <a:pt x="8640" y="21600"/>
                </a:lnTo>
                <a:lnTo>
                  <a:pt x="8640" y="19424"/>
                </a:lnTo>
                <a:lnTo>
                  <a:pt x="8640" y="17235"/>
                </a:lnTo>
                <a:lnTo>
                  <a:pt x="8640" y="15017"/>
                </a:lnTo>
                <a:lnTo>
                  <a:pt x="5784" y="15017"/>
                </a:lnTo>
                <a:lnTo>
                  <a:pt x="2912" y="15017"/>
                </a:lnTo>
                <a:lnTo>
                  <a:pt x="0" y="15017"/>
                </a:lnTo>
                <a:lnTo>
                  <a:pt x="721" y="10872"/>
                </a:lnTo>
                <a:lnTo>
                  <a:pt x="1365" y="7729"/>
                </a:lnTo>
                <a:lnTo>
                  <a:pt x="2065" y="5408"/>
                </a:lnTo>
                <a:lnTo>
                  <a:pt x="2946" y="3733"/>
                </a:lnTo>
                <a:lnTo>
                  <a:pt x="4134" y="2535"/>
                </a:lnTo>
                <a:lnTo>
                  <a:pt x="5754" y="1626"/>
                </a:lnTo>
                <a:lnTo>
                  <a:pt x="7936" y="839"/>
                </a:lnTo>
                <a:lnTo>
                  <a:pt x="10800" y="0"/>
                </a:lnTo>
                <a:close/>
              </a:path>
            </a:pathLst>
          </a:custGeom>
          <a:solidFill>
            <a:srgbClr val="AEAF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0" name="contour_12258"/>
          <p:cNvSpPr/>
          <p:nvPr/>
        </p:nvSpPr>
        <p:spPr>
          <a:xfrm>
            <a:off x="1992708" y="2390461"/>
            <a:ext cx="51016" cy="51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998" y="1946"/>
                </a:lnTo>
                <a:lnTo>
                  <a:pt x="7832" y="3907"/>
                </a:lnTo>
                <a:lnTo>
                  <a:pt x="8677" y="5892"/>
                </a:lnTo>
                <a:lnTo>
                  <a:pt x="9825" y="8126"/>
                </a:lnTo>
                <a:lnTo>
                  <a:pt x="10837" y="9826"/>
                </a:lnTo>
                <a:lnTo>
                  <a:pt x="11908" y="11145"/>
                </a:lnTo>
                <a:lnTo>
                  <a:pt x="13225" y="12249"/>
                </a:lnTo>
                <a:lnTo>
                  <a:pt x="14978" y="13291"/>
                </a:lnTo>
                <a:lnTo>
                  <a:pt x="17357" y="14441"/>
                </a:lnTo>
                <a:lnTo>
                  <a:pt x="19465" y="14818"/>
                </a:lnTo>
                <a:lnTo>
                  <a:pt x="21600" y="15201"/>
                </a:lnTo>
                <a:lnTo>
                  <a:pt x="20310" y="17006"/>
                </a:lnTo>
                <a:lnTo>
                  <a:pt x="19236" y="18241"/>
                </a:lnTo>
                <a:lnTo>
                  <a:pt x="17801" y="19475"/>
                </a:lnTo>
                <a:lnTo>
                  <a:pt x="15429" y="21281"/>
                </a:lnTo>
                <a:lnTo>
                  <a:pt x="13198" y="21469"/>
                </a:lnTo>
                <a:lnTo>
                  <a:pt x="11001" y="21573"/>
                </a:lnTo>
                <a:lnTo>
                  <a:pt x="8822" y="21600"/>
                </a:lnTo>
                <a:lnTo>
                  <a:pt x="6647" y="21573"/>
                </a:lnTo>
                <a:lnTo>
                  <a:pt x="4462" y="21500"/>
                </a:lnTo>
                <a:lnTo>
                  <a:pt x="2249" y="21396"/>
                </a:lnTo>
                <a:lnTo>
                  <a:pt x="0" y="21281"/>
                </a:lnTo>
                <a:lnTo>
                  <a:pt x="555" y="19366"/>
                </a:lnTo>
                <a:lnTo>
                  <a:pt x="1111" y="17450"/>
                </a:lnTo>
                <a:lnTo>
                  <a:pt x="1666" y="15532"/>
                </a:lnTo>
                <a:lnTo>
                  <a:pt x="2225" y="13611"/>
                </a:lnTo>
                <a:lnTo>
                  <a:pt x="2783" y="11683"/>
                </a:lnTo>
                <a:lnTo>
                  <a:pt x="3342" y="9756"/>
                </a:lnTo>
                <a:lnTo>
                  <a:pt x="3903" y="7819"/>
                </a:lnTo>
                <a:lnTo>
                  <a:pt x="4468" y="5877"/>
                </a:lnTo>
                <a:lnTo>
                  <a:pt x="5033" y="3928"/>
                </a:lnTo>
                <a:lnTo>
                  <a:pt x="5601" y="1967"/>
                </a:lnTo>
                <a:lnTo>
                  <a:pt x="6171" y="0"/>
                </a:lnTo>
                <a:close/>
              </a:path>
            </a:pathLst>
          </a:custGeom>
          <a:solidFill>
            <a:srgbClr val="8C8B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1" name="contour_12259"/>
          <p:cNvSpPr/>
          <p:nvPr/>
        </p:nvSpPr>
        <p:spPr>
          <a:xfrm>
            <a:off x="855067" y="2405037"/>
            <a:ext cx="2986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8918" y="0"/>
                </a:lnTo>
                <a:lnTo>
                  <a:pt x="12060" y="0"/>
                </a:lnTo>
                <a:lnTo>
                  <a:pt x="15212" y="0"/>
                </a:lnTo>
                <a:lnTo>
                  <a:pt x="18390" y="0"/>
                </a:lnTo>
                <a:lnTo>
                  <a:pt x="21600" y="0"/>
                </a:lnTo>
                <a:lnTo>
                  <a:pt x="21020" y="2376"/>
                </a:lnTo>
                <a:lnTo>
                  <a:pt x="20440" y="4756"/>
                </a:lnTo>
                <a:lnTo>
                  <a:pt x="19861" y="7135"/>
                </a:lnTo>
                <a:lnTo>
                  <a:pt x="19276" y="9522"/>
                </a:lnTo>
                <a:lnTo>
                  <a:pt x="18690" y="11916"/>
                </a:lnTo>
                <a:lnTo>
                  <a:pt x="18105" y="14321"/>
                </a:lnTo>
                <a:lnTo>
                  <a:pt x="17515" y="16733"/>
                </a:lnTo>
                <a:lnTo>
                  <a:pt x="16925" y="19159"/>
                </a:lnTo>
                <a:lnTo>
                  <a:pt x="16329" y="21600"/>
                </a:lnTo>
                <a:lnTo>
                  <a:pt x="13198" y="21600"/>
                </a:lnTo>
                <a:lnTo>
                  <a:pt x="10057" y="21600"/>
                </a:lnTo>
                <a:lnTo>
                  <a:pt x="6905" y="21600"/>
                </a:lnTo>
                <a:lnTo>
                  <a:pt x="3727" y="21600"/>
                </a:lnTo>
                <a:lnTo>
                  <a:pt x="517" y="21600"/>
                </a:lnTo>
                <a:lnTo>
                  <a:pt x="416" y="19408"/>
                </a:lnTo>
                <a:lnTo>
                  <a:pt x="332" y="17212"/>
                </a:lnTo>
                <a:lnTo>
                  <a:pt x="258" y="15019"/>
                </a:lnTo>
                <a:lnTo>
                  <a:pt x="190" y="12823"/>
                </a:lnTo>
                <a:lnTo>
                  <a:pt x="95" y="10375"/>
                </a:lnTo>
                <a:lnTo>
                  <a:pt x="0" y="7888"/>
                </a:lnTo>
                <a:lnTo>
                  <a:pt x="380" y="5353"/>
                </a:lnTo>
                <a:lnTo>
                  <a:pt x="1112" y="3686"/>
                </a:lnTo>
                <a:lnTo>
                  <a:pt x="2730" y="2149"/>
                </a:lnTo>
                <a:lnTo>
                  <a:pt x="5787" y="0"/>
                </a:lnTo>
                <a:close/>
              </a:path>
            </a:pathLst>
          </a:custGeom>
          <a:solidFill>
            <a:srgbClr val="E8DA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2" name="contour_12260"/>
          <p:cNvSpPr/>
          <p:nvPr/>
        </p:nvSpPr>
        <p:spPr>
          <a:xfrm>
            <a:off x="1351365" y="2397749"/>
            <a:ext cx="4539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73" y="0"/>
                </a:moveTo>
                <a:lnTo>
                  <a:pt x="16165" y="0"/>
                </a:lnTo>
                <a:lnTo>
                  <a:pt x="18472" y="0"/>
                </a:lnTo>
                <a:lnTo>
                  <a:pt x="20809" y="0"/>
                </a:lnTo>
                <a:lnTo>
                  <a:pt x="21125" y="2624"/>
                </a:lnTo>
                <a:lnTo>
                  <a:pt x="21382" y="5202"/>
                </a:lnTo>
                <a:lnTo>
                  <a:pt x="21548" y="7751"/>
                </a:lnTo>
                <a:lnTo>
                  <a:pt x="21600" y="10289"/>
                </a:lnTo>
                <a:lnTo>
                  <a:pt x="21510" y="12834"/>
                </a:lnTo>
                <a:lnTo>
                  <a:pt x="21257" y="15397"/>
                </a:lnTo>
                <a:lnTo>
                  <a:pt x="20809" y="18000"/>
                </a:lnTo>
                <a:lnTo>
                  <a:pt x="18635" y="19404"/>
                </a:lnTo>
                <a:lnTo>
                  <a:pt x="16450" y="20405"/>
                </a:lnTo>
                <a:lnTo>
                  <a:pt x="14223" y="21060"/>
                </a:lnTo>
                <a:lnTo>
                  <a:pt x="11920" y="21438"/>
                </a:lnTo>
                <a:lnTo>
                  <a:pt x="9499" y="21596"/>
                </a:lnTo>
                <a:lnTo>
                  <a:pt x="6936" y="21600"/>
                </a:lnTo>
                <a:lnTo>
                  <a:pt x="4391" y="20657"/>
                </a:lnTo>
                <a:lnTo>
                  <a:pt x="2816" y="19966"/>
                </a:lnTo>
                <a:lnTo>
                  <a:pt x="1571" y="19195"/>
                </a:lnTo>
                <a:lnTo>
                  <a:pt x="0" y="18000"/>
                </a:lnTo>
                <a:lnTo>
                  <a:pt x="1089" y="15372"/>
                </a:lnTo>
                <a:lnTo>
                  <a:pt x="2383" y="13140"/>
                </a:lnTo>
                <a:lnTo>
                  <a:pt x="3871" y="11228"/>
                </a:lnTo>
                <a:lnTo>
                  <a:pt x="5546" y="9551"/>
                </a:lnTo>
                <a:lnTo>
                  <a:pt x="7394" y="8032"/>
                </a:lnTo>
                <a:lnTo>
                  <a:pt x="9406" y="6584"/>
                </a:lnTo>
                <a:lnTo>
                  <a:pt x="11566" y="5137"/>
                </a:lnTo>
                <a:lnTo>
                  <a:pt x="13873" y="3600"/>
                </a:lnTo>
                <a:lnTo>
                  <a:pt x="13873" y="1814"/>
                </a:lnTo>
                <a:lnTo>
                  <a:pt x="13873" y="0"/>
                </a:lnTo>
                <a:close/>
              </a:path>
            </a:pathLst>
          </a:custGeom>
          <a:solidFill>
            <a:srgbClr val="06060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3" name="contour_12261"/>
          <p:cNvSpPr/>
          <p:nvPr/>
        </p:nvSpPr>
        <p:spPr>
          <a:xfrm>
            <a:off x="4871465" y="2381337"/>
            <a:ext cx="51016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674"/>
                </a:moveTo>
                <a:lnTo>
                  <a:pt x="5249" y="731"/>
                </a:lnTo>
                <a:lnTo>
                  <a:pt x="6823" y="193"/>
                </a:lnTo>
                <a:lnTo>
                  <a:pt x="8260" y="0"/>
                </a:lnTo>
                <a:lnTo>
                  <a:pt x="10013" y="100"/>
                </a:lnTo>
                <a:lnTo>
                  <a:pt x="12534" y="425"/>
                </a:lnTo>
                <a:lnTo>
                  <a:pt x="14228" y="611"/>
                </a:lnTo>
                <a:lnTo>
                  <a:pt x="15932" y="790"/>
                </a:lnTo>
                <a:lnTo>
                  <a:pt x="17660" y="976"/>
                </a:lnTo>
                <a:lnTo>
                  <a:pt x="19616" y="1322"/>
                </a:lnTo>
                <a:lnTo>
                  <a:pt x="21600" y="1674"/>
                </a:lnTo>
                <a:lnTo>
                  <a:pt x="21600" y="5619"/>
                </a:lnTo>
                <a:lnTo>
                  <a:pt x="21600" y="9578"/>
                </a:lnTo>
                <a:lnTo>
                  <a:pt x="21600" y="13550"/>
                </a:lnTo>
                <a:lnTo>
                  <a:pt x="21600" y="1755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611" y="17655"/>
                </a:lnTo>
                <a:lnTo>
                  <a:pt x="1225" y="13696"/>
                </a:lnTo>
                <a:lnTo>
                  <a:pt x="1839" y="9724"/>
                </a:lnTo>
                <a:lnTo>
                  <a:pt x="2459" y="5719"/>
                </a:lnTo>
                <a:lnTo>
                  <a:pt x="3086" y="1674"/>
                </a:lnTo>
                <a:close/>
              </a:path>
            </a:pathLst>
          </a:custGeom>
          <a:solidFill>
            <a:srgbClr val="94B2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4" name="contour_12262"/>
          <p:cNvSpPr/>
          <p:nvPr/>
        </p:nvSpPr>
        <p:spPr>
          <a:xfrm>
            <a:off x="1242045" y="2392210"/>
            <a:ext cx="72880" cy="27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66"/>
                </a:moveTo>
                <a:lnTo>
                  <a:pt x="21600" y="7778"/>
                </a:lnTo>
                <a:lnTo>
                  <a:pt x="21600" y="11202"/>
                </a:lnTo>
                <a:lnTo>
                  <a:pt x="21600" y="14637"/>
                </a:lnTo>
                <a:lnTo>
                  <a:pt x="21600" y="18101"/>
                </a:lnTo>
                <a:lnTo>
                  <a:pt x="21600" y="21600"/>
                </a:lnTo>
                <a:lnTo>
                  <a:pt x="21069" y="21238"/>
                </a:lnTo>
                <a:lnTo>
                  <a:pt x="19466" y="20141"/>
                </a:lnTo>
                <a:lnTo>
                  <a:pt x="16835" y="18521"/>
                </a:lnTo>
                <a:lnTo>
                  <a:pt x="14802" y="17355"/>
                </a:lnTo>
                <a:lnTo>
                  <a:pt x="13230" y="16625"/>
                </a:lnTo>
                <a:lnTo>
                  <a:pt x="11966" y="16315"/>
                </a:lnTo>
                <a:lnTo>
                  <a:pt x="10873" y="16424"/>
                </a:lnTo>
                <a:lnTo>
                  <a:pt x="9802" y="16924"/>
                </a:lnTo>
                <a:lnTo>
                  <a:pt x="8610" y="17820"/>
                </a:lnTo>
                <a:lnTo>
                  <a:pt x="7154" y="19084"/>
                </a:lnTo>
                <a:lnTo>
                  <a:pt x="5748" y="20330"/>
                </a:lnTo>
                <a:lnTo>
                  <a:pt x="4320" y="21600"/>
                </a:lnTo>
                <a:lnTo>
                  <a:pt x="2808" y="18389"/>
                </a:lnTo>
                <a:lnTo>
                  <a:pt x="1855" y="16120"/>
                </a:lnTo>
                <a:lnTo>
                  <a:pt x="1054" y="13724"/>
                </a:lnTo>
                <a:lnTo>
                  <a:pt x="0" y="10111"/>
                </a:lnTo>
                <a:lnTo>
                  <a:pt x="1508" y="7635"/>
                </a:lnTo>
                <a:lnTo>
                  <a:pt x="2957" y="5544"/>
                </a:lnTo>
                <a:lnTo>
                  <a:pt x="4361" y="3826"/>
                </a:lnTo>
                <a:lnTo>
                  <a:pt x="5728" y="2447"/>
                </a:lnTo>
                <a:lnTo>
                  <a:pt x="7074" y="1396"/>
                </a:lnTo>
                <a:lnTo>
                  <a:pt x="8405" y="655"/>
                </a:lnTo>
                <a:lnTo>
                  <a:pt x="9735" y="195"/>
                </a:lnTo>
                <a:lnTo>
                  <a:pt x="11072" y="0"/>
                </a:lnTo>
                <a:lnTo>
                  <a:pt x="12431" y="52"/>
                </a:lnTo>
                <a:lnTo>
                  <a:pt x="13818" y="327"/>
                </a:lnTo>
                <a:lnTo>
                  <a:pt x="15247" y="810"/>
                </a:lnTo>
                <a:lnTo>
                  <a:pt x="16729" y="1471"/>
                </a:lnTo>
                <a:lnTo>
                  <a:pt x="18276" y="2298"/>
                </a:lnTo>
                <a:lnTo>
                  <a:pt x="19896" y="3274"/>
                </a:lnTo>
                <a:lnTo>
                  <a:pt x="21600" y="4366"/>
                </a:lnTo>
                <a:close/>
              </a:path>
            </a:pathLst>
          </a:custGeom>
          <a:solidFill>
            <a:srgbClr val="3131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5" name="contour_12263"/>
          <p:cNvSpPr/>
          <p:nvPr/>
        </p:nvSpPr>
        <p:spPr>
          <a:xfrm>
            <a:off x="2408124" y="237588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594" y="2851"/>
                </a:lnTo>
                <a:lnTo>
                  <a:pt x="19188" y="5707"/>
                </a:lnTo>
                <a:lnTo>
                  <a:pt x="19786" y="8575"/>
                </a:lnTo>
                <a:lnTo>
                  <a:pt x="20387" y="11457"/>
                </a:lnTo>
                <a:lnTo>
                  <a:pt x="20992" y="14355"/>
                </a:lnTo>
                <a:lnTo>
                  <a:pt x="21600" y="17280"/>
                </a:lnTo>
                <a:lnTo>
                  <a:pt x="19372" y="17816"/>
                </a:lnTo>
                <a:lnTo>
                  <a:pt x="17143" y="18351"/>
                </a:lnTo>
                <a:lnTo>
                  <a:pt x="14908" y="18887"/>
                </a:lnTo>
                <a:lnTo>
                  <a:pt x="12668" y="19423"/>
                </a:lnTo>
                <a:lnTo>
                  <a:pt x="10418" y="19963"/>
                </a:lnTo>
                <a:lnTo>
                  <a:pt x="8158" y="20507"/>
                </a:lnTo>
                <a:lnTo>
                  <a:pt x="5886" y="21051"/>
                </a:lnTo>
                <a:lnTo>
                  <a:pt x="3600" y="21600"/>
                </a:lnTo>
                <a:lnTo>
                  <a:pt x="2887" y="19034"/>
                </a:lnTo>
                <a:lnTo>
                  <a:pt x="2171" y="16459"/>
                </a:lnTo>
                <a:lnTo>
                  <a:pt x="1454" y="13876"/>
                </a:lnTo>
                <a:lnTo>
                  <a:pt x="731" y="11271"/>
                </a:lnTo>
                <a:lnTo>
                  <a:pt x="0" y="8640"/>
                </a:lnTo>
                <a:lnTo>
                  <a:pt x="2228" y="7569"/>
                </a:lnTo>
                <a:lnTo>
                  <a:pt x="4457" y="6502"/>
                </a:lnTo>
                <a:lnTo>
                  <a:pt x="6692" y="5426"/>
                </a:lnTo>
                <a:lnTo>
                  <a:pt x="8932" y="4350"/>
                </a:lnTo>
                <a:lnTo>
                  <a:pt x="11182" y="3275"/>
                </a:lnTo>
                <a:lnTo>
                  <a:pt x="13442" y="2190"/>
                </a:lnTo>
                <a:lnTo>
                  <a:pt x="15714" y="1097"/>
                </a:lnTo>
                <a:lnTo>
                  <a:pt x="18000" y="0"/>
                </a:lnTo>
                <a:close/>
              </a:path>
            </a:pathLst>
          </a:custGeom>
          <a:solidFill>
            <a:srgbClr val="46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6" name="contour_12264"/>
          <p:cNvSpPr/>
          <p:nvPr/>
        </p:nvSpPr>
        <p:spPr>
          <a:xfrm>
            <a:off x="1218811" y="2354021"/>
            <a:ext cx="3052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9" y="0"/>
                </a:moveTo>
                <a:lnTo>
                  <a:pt x="4429" y="816"/>
                </a:lnTo>
                <a:lnTo>
                  <a:pt x="7698" y="1654"/>
                </a:lnTo>
                <a:lnTo>
                  <a:pt x="10782" y="2546"/>
                </a:lnTo>
                <a:lnTo>
                  <a:pt x="13700" y="3521"/>
                </a:lnTo>
                <a:lnTo>
                  <a:pt x="16464" y="4601"/>
                </a:lnTo>
                <a:lnTo>
                  <a:pt x="19094" y="5820"/>
                </a:lnTo>
                <a:lnTo>
                  <a:pt x="21595" y="7200"/>
                </a:lnTo>
                <a:lnTo>
                  <a:pt x="21600" y="8868"/>
                </a:lnTo>
                <a:lnTo>
                  <a:pt x="21425" y="10502"/>
                </a:lnTo>
                <a:lnTo>
                  <a:pt x="21079" y="12108"/>
                </a:lnTo>
                <a:lnTo>
                  <a:pt x="20589" y="13697"/>
                </a:lnTo>
                <a:lnTo>
                  <a:pt x="19960" y="15271"/>
                </a:lnTo>
                <a:lnTo>
                  <a:pt x="19218" y="16843"/>
                </a:lnTo>
                <a:lnTo>
                  <a:pt x="18372" y="18418"/>
                </a:lnTo>
                <a:lnTo>
                  <a:pt x="17439" y="19999"/>
                </a:lnTo>
                <a:lnTo>
                  <a:pt x="16438" y="21600"/>
                </a:lnTo>
                <a:lnTo>
                  <a:pt x="13721" y="20230"/>
                </a:lnTo>
                <a:lnTo>
                  <a:pt x="11220" y="18902"/>
                </a:lnTo>
                <a:lnTo>
                  <a:pt x="8946" y="17597"/>
                </a:lnTo>
                <a:lnTo>
                  <a:pt x="6899" y="16291"/>
                </a:lnTo>
                <a:lnTo>
                  <a:pt x="5100" y="14964"/>
                </a:lnTo>
                <a:lnTo>
                  <a:pt x="3558" y="13596"/>
                </a:lnTo>
                <a:lnTo>
                  <a:pt x="2274" y="12163"/>
                </a:lnTo>
                <a:lnTo>
                  <a:pt x="1268" y="10651"/>
                </a:lnTo>
                <a:lnTo>
                  <a:pt x="547" y="9031"/>
                </a:lnTo>
                <a:lnTo>
                  <a:pt x="119" y="7289"/>
                </a:lnTo>
                <a:lnTo>
                  <a:pt x="0" y="5400"/>
                </a:lnTo>
                <a:lnTo>
                  <a:pt x="196" y="4049"/>
                </a:lnTo>
                <a:lnTo>
                  <a:pt x="418" y="2698"/>
                </a:lnTo>
                <a:lnTo>
                  <a:pt x="670" y="1349"/>
                </a:lnTo>
                <a:lnTo>
                  <a:pt x="969" y="0"/>
                </a:lnTo>
                <a:close/>
              </a:path>
            </a:pathLst>
          </a:custGeom>
          <a:solidFill>
            <a:srgbClr val="0E0E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7" name="contour_12265"/>
          <p:cNvSpPr/>
          <p:nvPr/>
        </p:nvSpPr>
        <p:spPr>
          <a:xfrm>
            <a:off x="265454" y="2361309"/>
            <a:ext cx="51016" cy="45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956" y="861"/>
                </a:lnTo>
                <a:lnTo>
                  <a:pt x="18490" y="1721"/>
                </a:lnTo>
                <a:lnTo>
                  <a:pt x="20036" y="2592"/>
                </a:lnTo>
                <a:lnTo>
                  <a:pt x="21600" y="3470"/>
                </a:lnTo>
                <a:lnTo>
                  <a:pt x="21020" y="6051"/>
                </a:lnTo>
                <a:lnTo>
                  <a:pt x="20569" y="7884"/>
                </a:lnTo>
                <a:lnTo>
                  <a:pt x="20100" y="9466"/>
                </a:lnTo>
                <a:lnTo>
                  <a:pt x="19465" y="11298"/>
                </a:lnTo>
                <a:lnTo>
                  <a:pt x="18514" y="13880"/>
                </a:lnTo>
                <a:lnTo>
                  <a:pt x="16475" y="13880"/>
                </a:lnTo>
                <a:lnTo>
                  <a:pt x="14423" y="13880"/>
                </a:lnTo>
                <a:lnTo>
                  <a:pt x="12343" y="13880"/>
                </a:lnTo>
                <a:lnTo>
                  <a:pt x="12343" y="16173"/>
                </a:lnTo>
                <a:lnTo>
                  <a:pt x="12343" y="18481"/>
                </a:lnTo>
                <a:lnTo>
                  <a:pt x="12343" y="20819"/>
                </a:lnTo>
                <a:lnTo>
                  <a:pt x="10140" y="21340"/>
                </a:lnTo>
                <a:lnTo>
                  <a:pt x="8557" y="21600"/>
                </a:lnTo>
                <a:lnTo>
                  <a:pt x="7150" y="21600"/>
                </a:lnTo>
                <a:lnTo>
                  <a:pt x="5474" y="21340"/>
                </a:lnTo>
                <a:lnTo>
                  <a:pt x="3086" y="20819"/>
                </a:lnTo>
                <a:lnTo>
                  <a:pt x="2428" y="18699"/>
                </a:lnTo>
                <a:lnTo>
                  <a:pt x="1879" y="16569"/>
                </a:lnTo>
                <a:lnTo>
                  <a:pt x="1419" y="14428"/>
                </a:lnTo>
                <a:lnTo>
                  <a:pt x="1037" y="12273"/>
                </a:lnTo>
                <a:lnTo>
                  <a:pt x="716" y="10101"/>
                </a:lnTo>
                <a:lnTo>
                  <a:pt x="447" y="7911"/>
                </a:lnTo>
                <a:lnTo>
                  <a:pt x="213" y="5701"/>
                </a:lnTo>
                <a:lnTo>
                  <a:pt x="0" y="3470"/>
                </a:lnTo>
                <a:lnTo>
                  <a:pt x="2040" y="3470"/>
                </a:lnTo>
                <a:lnTo>
                  <a:pt x="4092" y="3470"/>
                </a:lnTo>
                <a:lnTo>
                  <a:pt x="6171" y="3470"/>
                </a:lnTo>
                <a:lnTo>
                  <a:pt x="6171" y="5763"/>
                </a:lnTo>
                <a:lnTo>
                  <a:pt x="6171" y="8071"/>
                </a:lnTo>
                <a:lnTo>
                  <a:pt x="6171" y="10410"/>
                </a:lnTo>
                <a:lnTo>
                  <a:pt x="8004" y="10410"/>
                </a:lnTo>
                <a:lnTo>
                  <a:pt x="9843" y="10410"/>
                </a:lnTo>
                <a:lnTo>
                  <a:pt x="11689" y="10410"/>
                </a:lnTo>
                <a:lnTo>
                  <a:pt x="13549" y="10410"/>
                </a:lnTo>
                <a:lnTo>
                  <a:pt x="15429" y="10410"/>
                </a:lnTo>
                <a:lnTo>
                  <a:pt x="15429" y="8349"/>
                </a:lnTo>
                <a:lnTo>
                  <a:pt x="15429" y="6280"/>
                </a:lnTo>
                <a:lnTo>
                  <a:pt x="15429" y="4205"/>
                </a:lnTo>
                <a:lnTo>
                  <a:pt x="15429" y="2113"/>
                </a:lnTo>
                <a:lnTo>
                  <a:pt x="15429" y="0"/>
                </a:lnTo>
                <a:close/>
              </a:path>
            </a:pathLst>
          </a:custGeom>
          <a:solidFill>
            <a:srgbClr val="D6D1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8" name="contour_12266"/>
          <p:cNvSpPr/>
          <p:nvPr/>
        </p:nvSpPr>
        <p:spPr>
          <a:xfrm>
            <a:off x="6460247" y="236859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03" y="268"/>
                </a:lnTo>
                <a:lnTo>
                  <a:pt x="10032" y="555"/>
                </a:lnTo>
                <a:lnTo>
                  <a:pt x="11960" y="852"/>
                </a:lnTo>
                <a:lnTo>
                  <a:pt x="13886" y="1157"/>
                </a:lnTo>
                <a:lnTo>
                  <a:pt x="16040" y="1481"/>
                </a:lnTo>
                <a:lnTo>
                  <a:pt x="18224" y="1808"/>
                </a:lnTo>
                <a:lnTo>
                  <a:pt x="19900" y="2441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19820" y="10476"/>
                </a:lnTo>
                <a:lnTo>
                  <a:pt x="18061" y="11627"/>
                </a:lnTo>
                <a:lnTo>
                  <a:pt x="16299" y="12725"/>
                </a:lnTo>
                <a:lnTo>
                  <a:pt x="14518" y="13778"/>
                </a:lnTo>
                <a:lnTo>
                  <a:pt x="12692" y="14805"/>
                </a:lnTo>
                <a:lnTo>
                  <a:pt x="10800" y="15814"/>
                </a:lnTo>
                <a:lnTo>
                  <a:pt x="9251" y="16660"/>
                </a:lnTo>
                <a:lnTo>
                  <a:pt x="7677" y="17515"/>
                </a:lnTo>
                <a:lnTo>
                  <a:pt x="5764" y="18545"/>
                </a:lnTo>
                <a:lnTo>
                  <a:pt x="3848" y="19570"/>
                </a:lnTo>
                <a:lnTo>
                  <a:pt x="1925" y="20588"/>
                </a:lnTo>
                <a:lnTo>
                  <a:pt x="0" y="21600"/>
                </a:lnTo>
                <a:lnTo>
                  <a:pt x="670" y="20421"/>
                </a:lnTo>
                <a:lnTo>
                  <a:pt x="1352" y="19224"/>
                </a:lnTo>
                <a:lnTo>
                  <a:pt x="2493" y="17058"/>
                </a:lnTo>
                <a:lnTo>
                  <a:pt x="3505" y="15000"/>
                </a:lnTo>
                <a:lnTo>
                  <a:pt x="4379" y="13000"/>
                </a:lnTo>
                <a:lnTo>
                  <a:pt x="5104" y="11022"/>
                </a:lnTo>
                <a:lnTo>
                  <a:pt x="5672" y="9026"/>
                </a:lnTo>
                <a:lnTo>
                  <a:pt x="6070" y="6968"/>
                </a:lnTo>
                <a:lnTo>
                  <a:pt x="6295" y="4804"/>
                </a:lnTo>
                <a:lnTo>
                  <a:pt x="6332" y="2496"/>
                </a:lnTo>
                <a:lnTo>
                  <a:pt x="6171" y="0"/>
                </a:lnTo>
                <a:close/>
              </a:path>
            </a:pathLst>
          </a:custGeom>
          <a:solidFill>
            <a:srgbClr val="6B91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69" name="contour_12267"/>
          <p:cNvSpPr/>
          <p:nvPr/>
        </p:nvSpPr>
        <p:spPr>
          <a:xfrm>
            <a:off x="1970844" y="2361309"/>
            <a:ext cx="3884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65" y="0"/>
                </a:lnTo>
                <a:lnTo>
                  <a:pt x="5734" y="0"/>
                </a:lnTo>
                <a:lnTo>
                  <a:pt x="8612" y="0"/>
                </a:lnTo>
                <a:lnTo>
                  <a:pt x="11501" y="0"/>
                </a:lnTo>
                <a:lnTo>
                  <a:pt x="14403" y="0"/>
                </a:lnTo>
                <a:lnTo>
                  <a:pt x="17321" y="0"/>
                </a:lnTo>
                <a:lnTo>
                  <a:pt x="20263" y="0"/>
                </a:lnTo>
                <a:lnTo>
                  <a:pt x="21004" y="4994"/>
                </a:lnTo>
                <a:lnTo>
                  <a:pt x="21450" y="8506"/>
                </a:lnTo>
                <a:lnTo>
                  <a:pt x="21600" y="11007"/>
                </a:lnTo>
                <a:lnTo>
                  <a:pt x="21450" y="12986"/>
                </a:lnTo>
                <a:lnTo>
                  <a:pt x="21004" y="14917"/>
                </a:lnTo>
                <a:lnTo>
                  <a:pt x="20263" y="17280"/>
                </a:lnTo>
                <a:lnTo>
                  <a:pt x="17799" y="18325"/>
                </a:lnTo>
                <a:lnTo>
                  <a:pt x="15327" y="19176"/>
                </a:lnTo>
                <a:lnTo>
                  <a:pt x="12842" y="19855"/>
                </a:lnTo>
                <a:lnTo>
                  <a:pt x="10338" y="20390"/>
                </a:lnTo>
                <a:lnTo>
                  <a:pt x="7805" y="20805"/>
                </a:lnTo>
                <a:lnTo>
                  <a:pt x="5244" y="21129"/>
                </a:lnTo>
                <a:lnTo>
                  <a:pt x="2646" y="21384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0" name="contour_12268"/>
          <p:cNvSpPr/>
          <p:nvPr/>
        </p:nvSpPr>
        <p:spPr>
          <a:xfrm>
            <a:off x="4776153" y="2346187"/>
            <a:ext cx="58872" cy="369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9"/>
                </a:moveTo>
                <a:lnTo>
                  <a:pt x="21223" y="3333"/>
                </a:lnTo>
                <a:lnTo>
                  <a:pt x="20897" y="5507"/>
                </a:lnTo>
                <a:lnTo>
                  <a:pt x="20490" y="7448"/>
                </a:lnTo>
                <a:lnTo>
                  <a:pt x="19875" y="9768"/>
                </a:lnTo>
                <a:lnTo>
                  <a:pt x="18926" y="13088"/>
                </a:lnTo>
                <a:lnTo>
                  <a:pt x="17068" y="14407"/>
                </a:lnTo>
                <a:lnTo>
                  <a:pt x="15669" y="15348"/>
                </a:lnTo>
                <a:lnTo>
                  <a:pt x="14469" y="16050"/>
                </a:lnTo>
                <a:lnTo>
                  <a:pt x="13201" y="16659"/>
                </a:lnTo>
                <a:lnTo>
                  <a:pt x="11600" y="17310"/>
                </a:lnTo>
                <a:lnTo>
                  <a:pt x="9402" y="18144"/>
                </a:lnTo>
                <a:lnTo>
                  <a:pt x="7685" y="18816"/>
                </a:lnTo>
                <a:lnTo>
                  <a:pt x="5958" y="19497"/>
                </a:lnTo>
                <a:lnTo>
                  <a:pt x="4209" y="20187"/>
                </a:lnTo>
                <a:lnTo>
                  <a:pt x="2888" y="20655"/>
                </a:lnTo>
                <a:lnTo>
                  <a:pt x="1556" y="21123"/>
                </a:lnTo>
                <a:lnTo>
                  <a:pt x="209" y="21600"/>
                </a:lnTo>
                <a:lnTo>
                  <a:pt x="70" y="18587"/>
                </a:lnTo>
                <a:lnTo>
                  <a:pt x="0" y="16412"/>
                </a:lnTo>
                <a:lnTo>
                  <a:pt x="0" y="14471"/>
                </a:lnTo>
                <a:lnTo>
                  <a:pt x="70" y="12151"/>
                </a:lnTo>
                <a:lnTo>
                  <a:pt x="209" y="8832"/>
                </a:lnTo>
                <a:lnTo>
                  <a:pt x="1695" y="6729"/>
                </a:lnTo>
                <a:lnTo>
                  <a:pt x="3265" y="4971"/>
                </a:lnTo>
                <a:lnTo>
                  <a:pt x="4912" y="3528"/>
                </a:lnTo>
                <a:lnTo>
                  <a:pt x="6623" y="2375"/>
                </a:lnTo>
                <a:lnTo>
                  <a:pt x="8391" y="1481"/>
                </a:lnTo>
                <a:lnTo>
                  <a:pt x="10206" y="826"/>
                </a:lnTo>
                <a:lnTo>
                  <a:pt x="12062" y="379"/>
                </a:lnTo>
                <a:lnTo>
                  <a:pt x="13947" y="111"/>
                </a:lnTo>
                <a:lnTo>
                  <a:pt x="15851" y="0"/>
                </a:lnTo>
                <a:lnTo>
                  <a:pt x="17768" y="13"/>
                </a:lnTo>
                <a:lnTo>
                  <a:pt x="19688" y="132"/>
                </a:lnTo>
                <a:lnTo>
                  <a:pt x="21600" y="319"/>
                </a:lnTo>
                <a:close/>
              </a:path>
            </a:pathLst>
          </a:custGeom>
          <a:solidFill>
            <a:srgbClr val="C7D3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1" name="contour_12269"/>
          <p:cNvSpPr/>
          <p:nvPr/>
        </p:nvSpPr>
        <p:spPr>
          <a:xfrm>
            <a:off x="10621690" y="2324869"/>
            <a:ext cx="511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91" y="0"/>
                </a:moveTo>
                <a:lnTo>
                  <a:pt x="16940" y="2455"/>
                </a:lnTo>
                <a:lnTo>
                  <a:pt x="18239" y="4727"/>
                </a:lnTo>
                <a:lnTo>
                  <a:pt x="19304" y="6890"/>
                </a:lnTo>
                <a:lnTo>
                  <a:pt x="20150" y="9014"/>
                </a:lnTo>
                <a:lnTo>
                  <a:pt x="20787" y="11171"/>
                </a:lnTo>
                <a:lnTo>
                  <a:pt x="21234" y="13439"/>
                </a:lnTo>
                <a:lnTo>
                  <a:pt x="21498" y="15883"/>
                </a:lnTo>
                <a:lnTo>
                  <a:pt x="21600" y="18580"/>
                </a:lnTo>
                <a:lnTo>
                  <a:pt x="21548" y="21600"/>
                </a:lnTo>
                <a:lnTo>
                  <a:pt x="19738" y="21348"/>
                </a:lnTo>
                <a:lnTo>
                  <a:pt x="17928" y="21085"/>
                </a:lnTo>
                <a:lnTo>
                  <a:pt x="16121" y="20815"/>
                </a:lnTo>
                <a:lnTo>
                  <a:pt x="14311" y="20534"/>
                </a:lnTo>
                <a:lnTo>
                  <a:pt x="12504" y="20250"/>
                </a:lnTo>
                <a:lnTo>
                  <a:pt x="10823" y="19998"/>
                </a:lnTo>
                <a:lnTo>
                  <a:pt x="9133" y="19746"/>
                </a:lnTo>
                <a:lnTo>
                  <a:pt x="7419" y="19490"/>
                </a:lnTo>
                <a:lnTo>
                  <a:pt x="4876" y="18569"/>
                </a:lnTo>
                <a:lnTo>
                  <a:pt x="3355" y="17719"/>
                </a:lnTo>
                <a:lnTo>
                  <a:pt x="2250" y="16445"/>
                </a:lnTo>
                <a:lnTo>
                  <a:pt x="951" y="14260"/>
                </a:lnTo>
                <a:lnTo>
                  <a:pt x="480" y="12542"/>
                </a:lnTo>
                <a:lnTo>
                  <a:pt x="0" y="10800"/>
                </a:lnTo>
                <a:lnTo>
                  <a:pt x="1671" y="10534"/>
                </a:lnTo>
                <a:lnTo>
                  <a:pt x="3368" y="10267"/>
                </a:lnTo>
                <a:lnTo>
                  <a:pt x="4445" y="10062"/>
                </a:lnTo>
                <a:lnTo>
                  <a:pt x="7696" y="9450"/>
                </a:lnTo>
                <a:lnTo>
                  <a:pt x="9844" y="9072"/>
                </a:lnTo>
                <a:lnTo>
                  <a:pt x="12024" y="8690"/>
                </a:lnTo>
                <a:lnTo>
                  <a:pt x="13695" y="7952"/>
                </a:lnTo>
                <a:lnTo>
                  <a:pt x="15391" y="7200"/>
                </a:lnTo>
                <a:lnTo>
                  <a:pt x="15391" y="4820"/>
                </a:lnTo>
                <a:lnTo>
                  <a:pt x="15391" y="2426"/>
                </a:lnTo>
                <a:lnTo>
                  <a:pt x="15391" y="0"/>
                </a:lnTo>
                <a:close/>
              </a:path>
            </a:pathLst>
          </a:custGeom>
          <a:solidFill>
            <a:srgbClr val="9699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2" name="contour_12270"/>
          <p:cNvSpPr/>
          <p:nvPr/>
        </p:nvSpPr>
        <p:spPr>
          <a:xfrm>
            <a:off x="6744479" y="2324869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6776" y="2365"/>
                </a:lnTo>
                <a:lnTo>
                  <a:pt x="7076" y="4234"/>
                </a:lnTo>
                <a:lnTo>
                  <a:pt x="7329" y="7200"/>
                </a:lnTo>
                <a:lnTo>
                  <a:pt x="7825" y="10127"/>
                </a:lnTo>
                <a:lnTo>
                  <a:pt x="8325" y="11995"/>
                </a:lnTo>
                <a:lnTo>
                  <a:pt x="9257" y="14400"/>
                </a:lnTo>
                <a:lnTo>
                  <a:pt x="11396" y="14954"/>
                </a:lnTo>
                <a:lnTo>
                  <a:pt x="13398" y="15206"/>
                </a:lnTo>
                <a:lnTo>
                  <a:pt x="15342" y="15210"/>
                </a:lnTo>
                <a:lnTo>
                  <a:pt x="17308" y="15037"/>
                </a:lnTo>
                <a:lnTo>
                  <a:pt x="19366" y="14746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462" y="21244"/>
                </a:lnTo>
                <a:lnTo>
                  <a:pt x="17320" y="20887"/>
                </a:lnTo>
                <a:lnTo>
                  <a:pt x="15179" y="20531"/>
                </a:lnTo>
                <a:lnTo>
                  <a:pt x="13034" y="20171"/>
                </a:lnTo>
                <a:lnTo>
                  <a:pt x="10880" y="19814"/>
                </a:lnTo>
                <a:lnTo>
                  <a:pt x="8723" y="19454"/>
                </a:lnTo>
                <a:lnTo>
                  <a:pt x="6557" y="19094"/>
                </a:lnTo>
                <a:lnTo>
                  <a:pt x="4382" y="18731"/>
                </a:lnTo>
                <a:lnTo>
                  <a:pt x="2197" y="18367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7B70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3" name="contour_12271"/>
          <p:cNvSpPr/>
          <p:nvPr/>
        </p:nvSpPr>
        <p:spPr>
          <a:xfrm>
            <a:off x="5126545" y="233944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98" y="340"/>
                </a:lnTo>
                <a:lnTo>
                  <a:pt x="4184" y="707"/>
                </a:lnTo>
                <a:lnTo>
                  <a:pt x="6255" y="1123"/>
                </a:lnTo>
                <a:lnTo>
                  <a:pt x="8316" y="1598"/>
                </a:lnTo>
                <a:lnTo>
                  <a:pt x="10368" y="2149"/>
                </a:lnTo>
                <a:lnTo>
                  <a:pt x="12414" y="2792"/>
                </a:lnTo>
                <a:lnTo>
                  <a:pt x="14450" y="3537"/>
                </a:lnTo>
                <a:lnTo>
                  <a:pt x="16484" y="4401"/>
                </a:lnTo>
                <a:lnTo>
                  <a:pt x="18514" y="5400"/>
                </a:lnTo>
                <a:lnTo>
                  <a:pt x="19835" y="9580"/>
                </a:lnTo>
                <a:lnTo>
                  <a:pt x="20656" y="12512"/>
                </a:lnTo>
                <a:lnTo>
                  <a:pt x="21125" y="14974"/>
                </a:lnTo>
                <a:lnTo>
                  <a:pt x="21390" y="17744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171" y="18031"/>
                </a:lnTo>
                <a:lnTo>
                  <a:pt x="6171" y="14440"/>
                </a:lnTo>
                <a:lnTo>
                  <a:pt x="6171" y="10800"/>
                </a:lnTo>
                <a:lnTo>
                  <a:pt x="4132" y="10800"/>
                </a:lnTo>
                <a:lnTo>
                  <a:pt x="2080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84E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4" name="contour_12272"/>
          <p:cNvSpPr/>
          <p:nvPr/>
        </p:nvSpPr>
        <p:spPr>
          <a:xfrm>
            <a:off x="4536217" y="231029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74" y="2931"/>
                </a:lnTo>
                <a:lnTo>
                  <a:pt x="14766" y="5113"/>
                </a:lnTo>
                <a:lnTo>
                  <a:pt x="16649" y="6761"/>
                </a:lnTo>
                <a:lnTo>
                  <a:pt x="18049" y="8094"/>
                </a:lnTo>
                <a:lnTo>
                  <a:pt x="19185" y="9322"/>
                </a:lnTo>
                <a:lnTo>
                  <a:pt x="20295" y="10667"/>
                </a:lnTo>
                <a:lnTo>
                  <a:pt x="21600" y="12343"/>
                </a:lnTo>
                <a:lnTo>
                  <a:pt x="20917" y="15009"/>
                </a:lnTo>
                <a:lnTo>
                  <a:pt x="20352" y="16823"/>
                </a:lnTo>
                <a:lnTo>
                  <a:pt x="19695" y="18230"/>
                </a:lnTo>
                <a:lnTo>
                  <a:pt x="18740" y="19675"/>
                </a:lnTo>
                <a:lnTo>
                  <a:pt x="17280" y="21600"/>
                </a:lnTo>
                <a:lnTo>
                  <a:pt x="14429" y="21091"/>
                </a:lnTo>
                <a:lnTo>
                  <a:pt x="11573" y="20582"/>
                </a:lnTo>
                <a:lnTo>
                  <a:pt x="8705" y="20069"/>
                </a:lnTo>
                <a:lnTo>
                  <a:pt x="5823" y="19554"/>
                </a:lnTo>
                <a:lnTo>
                  <a:pt x="2925" y="19036"/>
                </a:lnTo>
                <a:lnTo>
                  <a:pt x="0" y="18514"/>
                </a:lnTo>
                <a:lnTo>
                  <a:pt x="950" y="16478"/>
                </a:lnTo>
                <a:lnTo>
                  <a:pt x="1901" y="14438"/>
                </a:lnTo>
                <a:lnTo>
                  <a:pt x="2856" y="12398"/>
                </a:lnTo>
                <a:lnTo>
                  <a:pt x="3810" y="10353"/>
                </a:lnTo>
                <a:lnTo>
                  <a:pt x="4765" y="8301"/>
                </a:lnTo>
                <a:lnTo>
                  <a:pt x="5728" y="6239"/>
                </a:lnTo>
                <a:lnTo>
                  <a:pt x="6692" y="4172"/>
                </a:lnTo>
                <a:lnTo>
                  <a:pt x="7664" y="2092"/>
                </a:lnTo>
                <a:lnTo>
                  <a:pt x="8640" y="0"/>
                </a:lnTo>
                <a:close/>
              </a:path>
            </a:pathLst>
          </a:custGeom>
          <a:solidFill>
            <a:srgbClr val="6079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5" name="contour_12273"/>
          <p:cNvSpPr/>
          <p:nvPr/>
        </p:nvSpPr>
        <p:spPr>
          <a:xfrm>
            <a:off x="6925928" y="2323499"/>
            <a:ext cx="37191" cy="596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80" y="0"/>
                </a:moveTo>
                <a:lnTo>
                  <a:pt x="18671" y="248"/>
                </a:lnTo>
                <a:lnTo>
                  <a:pt x="21600" y="496"/>
                </a:lnTo>
                <a:lnTo>
                  <a:pt x="20563" y="2369"/>
                </a:lnTo>
                <a:lnTo>
                  <a:pt x="19513" y="4157"/>
                </a:lnTo>
                <a:lnTo>
                  <a:pt x="18434" y="5870"/>
                </a:lnTo>
                <a:lnTo>
                  <a:pt x="17312" y="7508"/>
                </a:lnTo>
                <a:lnTo>
                  <a:pt x="16131" y="9085"/>
                </a:lnTo>
                <a:lnTo>
                  <a:pt x="14874" y="10605"/>
                </a:lnTo>
                <a:lnTo>
                  <a:pt x="13532" y="12077"/>
                </a:lnTo>
                <a:lnTo>
                  <a:pt x="12089" y="13507"/>
                </a:lnTo>
                <a:lnTo>
                  <a:pt x="10523" y="14902"/>
                </a:lnTo>
                <a:lnTo>
                  <a:pt x="8830" y="16269"/>
                </a:lnTo>
                <a:lnTo>
                  <a:pt x="6988" y="17614"/>
                </a:lnTo>
                <a:lnTo>
                  <a:pt x="4986" y="18946"/>
                </a:lnTo>
                <a:lnTo>
                  <a:pt x="2806" y="20273"/>
                </a:lnTo>
                <a:lnTo>
                  <a:pt x="436" y="21600"/>
                </a:lnTo>
                <a:lnTo>
                  <a:pt x="229" y="19645"/>
                </a:lnTo>
                <a:lnTo>
                  <a:pt x="72" y="17764"/>
                </a:lnTo>
                <a:lnTo>
                  <a:pt x="0" y="15947"/>
                </a:lnTo>
                <a:lnTo>
                  <a:pt x="34" y="14174"/>
                </a:lnTo>
                <a:lnTo>
                  <a:pt x="199" y="12433"/>
                </a:lnTo>
                <a:lnTo>
                  <a:pt x="525" y="10708"/>
                </a:lnTo>
                <a:lnTo>
                  <a:pt x="1024" y="8980"/>
                </a:lnTo>
                <a:lnTo>
                  <a:pt x="1735" y="7233"/>
                </a:lnTo>
                <a:lnTo>
                  <a:pt x="2679" y="5455"/>
                </a:lnTo>
                <a:lnTo>
                  <a:pt x="3877" y="3630"/>
                </a:lnTo>
                <a:lnTo>
                  <a:pt x="6383" y="2097"/>
                </a:lnTo>
                <a:lnTo>
                  <a:pt x="8258" y="1142"/>
                </a:lnTo>
                <a:lnTo>
                  <a:pt x="10066" y="591"/>
                </a:lnTo>
                <a:lnTo>
                  <a:pt x="12385" y="269"/>
                </a:lnTo>
                <a:lnTo>
                  <a:pt x="15780" y="0"/>
                </a:lnTo>
                <a:close/>
              </a:path>
            </a:pathLst>
          </a:custGeom>
          <a:solidFill>
            <a:srgbClr val="D4E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6" name="contour_12274"/>
          <p:cNvSpPr/>
          <p:nvPr/>
        </p:nvSpPr>
        <p:spPr>
          <a:xfrm>
            <a:off x="1285773" y="2303005"/>
            <a:ext cx="45834" cy="518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73" y="0"/>
                </a:moveTo>
                <a:lnTo>
                  <a:pt x="18876" y="0"/>
                </a:lnTo>
                <a:lnTo>
                  <a:pt x="20607" y="0"/>
                </a:lnTo>
                <a:lnTo>
                  <a:pt x="20917" y="2072"/>
                </a:lnTo>
                <a:lnTo>
                  <a:pt x="21188" y="4116"/>
                </a:lnTo>
                <a:lnTo>
                  <a:pt x="21404" y="6134"/>
                </a:lnTo>
                <a:lnTo>
                  <a:pt x="21545" y="8139"/>
                </a:lnTo>
                <a:lnTo>
                  <a:pt x="21600" y="10138"/>
                </a:lnTo>
                <a:lnTo>
                  <a:pt x="21548" y="12137"/>
                </a:lnTo>
                <a:lnTo>
                  <a:pt x="21377" y="14148"/>
                </a:lnTo>
                <a:lnTo>
                  <a:pt x="21068" y="16174"/>
                </a:lnTo>
                <a:lnTo>
                  <a:pt x="20607" y="18228"/>
                </a:lnTo>
                <a:lnTo>
                  <a:pt x="18567" y="19282"/>
                </a:lnTo>
                <a:lnTo>
                  <a:pt x="16524" y="20130"/>
                </a:lnTo>
                <a:lnTo>
                  <a:pt x="14463" y="20780"/>
                </a:lnTo>
                <a:lnTo>
                  <a:pt x="12371" y="21235"/>
                </a:lnTo>
                <a:lnTo>
                  <a:pt x="10238" y="21509"/>
                </a:lnTo>
                <a:lnTo>
                  <a:pt x="8044" y="21600"/>
                </a:lnTo>
                <a:lnTo>
                  <a:pt x="5780" y="21518"/>
                </a:lnTo>
                <a:lnTo>
                  <a:pt x="3435" y="21266"/>
                </a:lnTo>
                <a:lnTo>
                  <a:pt x="2105" y="19461"/>
                </a:lnTo>
                <a:lnTo>
                  <a:pt x="1305" y="18228"/>
                </a:lnTo>
                <a:lnTo>
                  <a:pt x="711" y="16994"/>
                </a:lnTo>
                <a:lnTo>
                  <a:pt x="0" y="15190"/>
                </a:lnTo>
                <a:lnTo>
                  <a:pt x="979" y="15077"/>
                </a:lnTo>
                <a:lnTo>
                  <a:pt x="2706" y="14883"/>
                </a:lnTo>
                <a:lnTo>
                  <a:pt x="6656" y="14430"/>
                </a:lnTo>
                <a:lnTo>
                  <a:pt x="8909" y="13947"/>
                </a:lnTo>
                <a:lnTo>
                  <a:pt x="10400" y="13549"/>
                </a:lnTo>
                <a:lnTo>
                  <a:pt x="11787" y="13021"/>
                </a:lnTo>
                <a:lnTo>
                  <a:pt x="13738" y="12152"/>
                </a:lnTo>
                <a:lnTo>
                  <a:pt x="14686" y="10159"/>
                </a:lnTo>
                <a:lnTo>
                  <a:pt x="15407" y="8199"/>
                </a:lnTo>
                <a:lnTo>
                  <a:pt x="15960" y="6237"/>
                </a:lnTo>
                <a:lnTo>
                  <a:pt x="16400" y="4241"/>
                </a:lnTo>
                <a:lnTo>
                  <a:pt x="16785" y="2172"/>
                </a:lnTo>
                <a:lnTo>
                  <a:pt x="17173" y="0"/>
                </a:lnTo>
                <a:close/>
              </a:path>
            </a:pathLst>
          </a:custGeom>
          <a:solidFill>
            <a:srgbClr val="AA8E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7" name="contour_12275"/>
          <p:cNvSpPr/>
          <p:nvPr/>
        </p:nvSpPr>
        <p:spPr>
          <a:xfrm>
            <a:off x="739174" y="231758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0880" y="2009"/>
                </a:lnTo>
                <a:lnTo>
                  <a:pt x="20135" y="3999"/>
                </a:lnTo>
                <a:lnTo>
                  <a:pt x="19354" y="5962"/>
                </a:lnTo>
                <a:lnTo>
                  <a:pt x="18522" y="7903"/>
                </a:lnTo>
                <a:lnTo>
                  <a:pt x="17626" y="9822"/>
                </a:lnTo>
                <a:lnTo>
                  <a:pt x="16650" y="11713"/>
                </a:lnTo>
                <a:lnTo>
                  <a:pt x="15581" y="13583"/>
                </a:lnTo>
                <a:lnTo>
                  <a:pt x="14400" y="15429"/>
                </a:lnTo>
                <a:lnTo>
                  <a:pt x="11614" y="15706"/>
                </a:lnTo>
                <a:lnTo>
                  <a:pt x="9659" y="15845"/>
                </a:lnTo>
                <a:lnTo>
                  <a:pt x="8017" y="15845"/>
                </a:lnTo>
                <a:lnTo>
                  <a:pt x="6170" y="15706"/>
                </a:lnTo>
                <a:lnTo>
                  <a:pt x="3600" y="15429"/>
                </a:lnTo>
                <a:lnTo>
                  <a:pt x="2351" y="17240"/>
                </a:lnTo>
                <a:lnTo>
                  <a:pt x="1559" y="18487"/>
                </a:lnTo>
                <a:lnTo>
                  <a:pt x="886" y="19745"/>
                </a:lnTo>
                <a:lnTo>
                  <a:pt x="0" y="21600"/>
                </a:lnTo>
                <a:lnTo>
                  <a:pt x="313" y="19668"/>
                </a:lnTo>
                <a:lnTo>
                  <a:pt x="648" y="17740"/>
                </a:lnTo>
                <a:lnTo>
                  <a:pt x="994" y="15811"/>
                </a:lnTo>
                <a:lnTo>
                  <a:pt x="1350" y="13886"/>
                </a:lnTo>
                <a:lnTo>
                  <a:pt x="1728" y="11732"/>
                </a:lnTo>
                <a:lnTo>
                  <a:pt x="2110" y="9547"/>
                </a:lnTo>
                <a:lnTo>
                  <a:pt x="2848" y="7872"/>
                </a:lnTo>
                <a:lnTo>
                  <a:pt x="3600" y="6171"/>
                </a:lnTo>
                <a:lnTo>
                  <a:pt x="5980" y="6171"/>
                </a:lnTo>
                <a:lnTo>
                  <a:pt x="8374" y="6171"/>
                </a:lnTo>
                <a:lnTo>
                  <a:pt x="10800" y="6171"/>
                </a:lnTo>
                <a:lnTo>
                  <a:pt x="10800" y="4132"/>
                </a:lnTo>
                <a:lnTo>
                  <a:pt x="10800" y="2080"/>
                </a:lnTo>
                <a:lnTo>
                  <a:pt x="10800" y="0"/>
                </a:lnTo>
                <a:close/>
              </a:path>
            </a:pathLst>
          </a:custGeom>
          <a:solidFill>
            <a:srgbClr val="57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8" name="contour_12276"/>
          <p:cNvSpPr/>
          <p:nvPr/>
        </p:nvSpPr>
        <p:spPr>
          <a:xfrm>
            <a:off x="9849163" y="2288429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648"/>
                </a:lnTo>
                <a:lnTo>
                  <a:pt x="3888" y="1296"/>
                </a:lnTo>
                <a:lnTo>
                  <a:pt x="5835" y="1944"/>
                </a:lnTo>
                <a:lnTo>
                  <a:pt x="7785" y="2596"/>
                </a:lnTo>
                <a:lnTo>
                  <a:pt x="9742" y="3247"/>
                </a:lnTo>
                <a:lnTo>
                  <a:pt x="11698" y="3899"/>
                </a:lnTo>
                <a:lnTo>
                  <a:pt x="13664" y="4554"/>
                </a:lnTo>
                <a:lnTo>
                  <a:pt x="15635" y="5213"/>
                </a:lnTo>
                <a:lnTo>
                  <a:pt x="17613" y="5872"/>
                </a:lnTo>
                <a:lnTo>
                  <a:pt x="19604" y="6534"/>
                </a:lnTo>
                <a:lnTo>
                  <a:pt x="21600" y="7200"/>
                </a:lnTo>
                <a:lnTo>
                  <a:pt x="20989" y="9338"/>
                </a:lnTo>
                <a:lnTo>
                  <a:pt x="20375" y="11484"/>
                </a:lnTo>
                <a:lnTo>
                  <a:pt x="19761" y="13637"/>
                </a:lnTo>
                <a:lnTo>
                  <a:pt x="19141" y="15808"/>
                </a:lnTo>
                <a:lnTo>
                  <a:pt x="18514" y="18000"/>
                </a:lnTo>
                <a:lnTo>
                  <a:pt x="16126" y="18324"/>
                </a:lnTo>
                <a:lnTo>
                  <a:pt x="14450" y="18486"/>
                </a:lnTo>
                <a:lnTo>
                  <a:pt x="13043" y="18486"/>
                </a:lnTo>
                <a:lnTo>
                  <a:pt x="11460" y="18324"/>
                </a:lnTo>
                <a:lnTo>
                  <a:pt x="9257" y="18000"/>
                </a:lnTo>
                <a:lnTo>
                  <a:pt x="9257" y="15862"/>
                </a:lnTo>
                <a:lnTo>
                  <a:pt x="9257" y="13716"/>
                </a:lnTo>
                <a:lnTo>
                  <a:pt x="9257" y="11563"/>
                </a:lnTo>
                <a:lnTo>
                  <a:pt x="9257" y="9392"/>
                </a:lnTo>
                <a:lnTo>
                  <a:pt x="9257" y="7200"/>
                </a:lnTo>
                <a:lnTo>
                  <a:pt x="7217" y="7200"/>
                </a:lnTo>
                <a:lnTo>
                  <a:pt x="5165" y="7200"/>
                </a:lnTo>
                <a:lnTo>
                  <a:pt x="3086" y="7200"/>
                </a:lnTo>
                <a:lnTo>
                  <a:pt x="2163" y="9565"/>
                </a:lnTo>
                <a:lnTo>
                  <a:pt x="1663" y="11434"/>
                </a:lnTo>
                <a:lnTo>
                  <a:pt x="1157" y="14400"/>
                </a:lnTo>
                <a:lnTo>
                  <a:pt x="775" y="16780"/>
                </a:lnTo>
                <a:lnTo>
                  <a:pt x="392" y="19174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C288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79" name="contour_12277"/>
          <p:cNvSpPr/>
          <p:nvPr/>
        </p:nvSpPr>
        <p:spPr>
          <a:xfrm>
            <a:off x="3749829" y="2266565"/>
            <a:ext cx="430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21" y="0"/>
                </a:moveTo>
                <a:lnTo>
                  <a:pt x="12795" y="535"/>
                </a:lnTo>
                <a:lnTo>
                  <a:pt x="14976" y="1072"/>
                </a:lnTo>
                <a:lnTo>
                  <a:pt x="17164" y="1609"/>
                </a:lnTo>
                <a:lnTo>
                  <a:pt x="19371" y="2152"/>
                </a:lnTo>
                <a:lnTo>
                  <a:pt x="21600" y="2700"/>
                </a:lnTo>
                <a:lnTo>
                  <a:pt x="19181" y="2700"/>
                </a:lnTo>
                <a:lnTo>
                  <a:pt x="16747" y="2700"/>
                </a:lnTo>
                <a:lnTo>
                  <a:pt x="14280" y="2700"/>
                </a:lnTo>
                <a:lnTo>
                  <a:pt x="14643" y="4571"/>
                </a:lnTo>
                <a:lnTo>
                  <a:pt x="15005" y="6445"/>
                </a:lnTo>
                <a:lnTo>
                  <a:pt x="15367" y="8319"/>
                </a:lnTo>
                <a:lnTo>
                  <a:pt x="15733" y="10195"/>
                </a:lnTo>
                <a:lnTo>
                  <a:pt x="16096" y="12080"/>
                </a:lnTo>
                <a:lnTo>
                  <a:pt x="16462" y="13967"/>
                </a:lnTo>
                <a:lnTo>
                  <a:pt x="16828" y="15862"/>
                </a:lnTo>
                <a:lnTo>
                  <a:pt x="17197" y="17766"/>
                </a:lnTo>
                <a:lnTo>
                  <a:pt x="17567" y="19678"/>
                </a:lnTo>
                <a:lnTo>
                  <a:pt x="17940" y="21600"/>
                </a:lnTo>
                <a:lnTo>
                  <a:pt x="14343" y="21584"/>
                </a:lnTo>
                <a:lnTo>
                  <a:pt x="11993" y="21460"/>
                </a:lnTo>
                <a:lnTo>
                  <a:pt x="10386" y="21130"/>
                </a:lnTo>
                <a:lnTo>
                  <a:pt x="9018" y="20488"/>
                </a:lnTo>
                <a:lnTo>
                  <a:pt x="7374" y="19426"/>
                </a:lnTo>
                <a:lnTo>
                  <a:pt x="6646" y="18708"/>
                </a:lnTo>
                <a:lnTo>
                  <a:pt x="4443" y="16538"/>
                </a:lnTo>
                <a:lnTo>
                  <a:pt x="2950" y="15125"/>
                </a:lnTo>
                <a:lnTo>
                  <a:pt x="1427" y="13689"/>
                </a:lnTo>
                <a:lnTo>
                  <a:pt x="410" y="11972"/>
                </a:lnTo>
                <a:lnTo>
                  <a:pt x="0" y="10778"/>
                </a:lnTo>
                <a:lnTo>
                  <a:pt x="121" y="9555"/>
                </a:lnTo>
                <a:lnTo>
                  <a:pt x="714" y="7741"/>
                </a:lnTo>
                <a:lnTo>
                  <a:pt x="1998" y="6580"/>
                </a:lnTo>
                <a:lnTo>
                  <a:pt x="3301" y="5400"/>
                </a:lnTo>
                <a:lnTo>
                  <a:pt x="5720" y="5400"/>
                </a:lnTo>
                <a:lnTo>
                  <a:pt x="8154" y="5400"/>
                </a:lnTo>
                <a:lnTo>
                  <a:pt x="10621" y="5400"/>
                </a:lnTo>
                <a:lnTo>
                  <a:pt x="10621" y="3615"/>
                </a:lnTo>
                <a:lnTo>
                  <a:pt x="10621" y="1820"/>
                </a:lnTo>
                <a:lnTo>
                  <a:pt x="10621" y="0"/>
                </a:lnTo>
                <a:close/>
              </a:path>
            </a:pathLst>
          </a:custGeom>
          <a:solidFill>
            <a:srgbClr val="615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0" name="contour_12278"/>
          <p:cNvSpPr/>
          <p:nvPr/>
        </p:nvSpPr>
        <p:spPr>
          <a:xfrm>
            <a:off x="9826592" y="2281141"/>
            <a:ext cx="37147" cy="895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1" y="0"/>
                </a:moveTo>
                <a:lnTo>
                  <a:pt x="2204" y="1042"/>
                </a:lnTo>
                <a:lnTo>
                  <a:pt x="3839" y="2051"/>
                </a:lnTo>
                <a:lnTo>
                  <a:pt x="5318" y="3043"/>
                </a:lnTo>
                <a:lnTo>
                  <a:pt x="6649" y="4029"/>
                </a:lnTo>
                <a:lnTo>
                  <a:pt x="7836" y="5027"/>
                </a:lnTo>
                <a:lnTo>
                  <a:pt x="8887" y="6048"/>
                </a:lnTo>
                <a:lnTo>
                  <a:pt x="9802" y="7106"/>
                </a:lnTo>
                <a:lnTo>
                  <a:pt x="10590" y="8218"/>
                </a:lnTo>
                <a:lnTo>
                  <a:pt x="11256" y="9393"/>
                </a:lnTo>
                <a:lnTo>
                  <a:pt x="11802" y="10652"/>
                </a:lnTo>
                <a:lnTo>
                  <a:pt x="12167" y="11544"/>
                </a:lnTo>
                <a:lnTo>
                  <a:pt x="12535" y="12440"/>
                </a:lnTo>
                <a:lnTo>
                  <a:pt x="12908" y="13350"/>
                </a:lnTo>
                <a:lnTo>
                  <a:pt x="12900" y="14765"/>
                </a:lnTo>
                <a:lnTo>
                  <a:pt x="12552" y="15956"/>
                </a:lnTo>
                <a:lnTo>
                  <a:pt x="11811" y="17037"/>
                </a:lnTo>
                <a:lnTo>
                  <a:pt x="10607" y="18123"/>
                </a:lnTo>
                <a:lnTo>
                  <a:pt x="8887" y="19328"/>
                </a:lnTo>
                <a:lnTo>
                  <a:pt x="11404" y="19676"/>
                </a:lnTo>
                <a:lnTo>
                  <a:pt x="13930" y="20026"/>
                </a:lnTo>
                <a:lnTo>
                  <a:pt x="16464" y="20375"/>
                </a:lnTo>
                <a:lnTo>
                  <a:pt x="19019" y="20728"/>
                </a:lnTo>
                <a:lnTo>
                  <a:pt x="21600" y="21085"/>
                </a:lnTo>
                <a:lnTo>
                  <a:pt x="18888" y="21194"/>
                </a:lnTo>
                <a:lnTo>
                  <a:pt x="16154" y="21305"/>
                </a:lnTo>
                <a:lnTo>
                  <a:pt x="13387" y="21416"/>
                </a:lnTo>
                <a:lnTo>
                  <a:pt x="11099" y="21507"/>
                </a:lnTo>
                <a:lnTo>
                  <a:pt x="8772" y="21600"/>
                </a:lnTo>
                <a:lnTo>
                  <a:pt x="7747" y="21472"/>
                </a:lnTo>
                <a:lnTo>
                  <a:pt x="4649" y="21085"/>
                </a:lnTo>
                <a:lnTo>
                  <a:pt x="3335" y="19903"/>
                </a:lnTo>
                <a:lnTo>
                  <a:pt x="2284" y="18715"/>
                </a:lnTo>
                <a:lnTo>
                  <a:pt x="1475" y="17517"/>
                </a:lnTo>
                <a:lnTo>
                  <a:pt x="877" y="16311"/>
                </a:lnTo>
                <a:lnTo>
                  <a:pt x="458" y="15097"/>
                </a:lnTo>
                <a:lnTo>
                  <a:pt x="191" y="13871"/>
                </a:lnTo>
                <a:lnTo>
                  <a:pt x="47" y="12635"/>
                </a:lnTo>
                <a:lnTo>
                  <a:pt x="0" y="11390"/>
                </a:lnTo>
                <a:lnTo>
                  <a:pt x="21" y="10131"/>
                </a:lnTo>
                <a:lnTo>
                  <a:pt x="81" y="8861"/>
                </a:lnTo>
                <a:lnTo>
                  <a:pt x="148" y="7577"/>
                </a:lnTo>
                <a:lnTo>
                  <a:pt x="178" y="6478"/>
                </a:lnTo>
                <a:lnTo>
                  <a:pt x="203" y="5364"/>
                </a:lnTo>
                <a:lnTo>
                  <a:pt x="237" y="4291"/>
                </a:lnTo>
                <a:lnTo>
                  <a:pt x="275" y="3219"/>
                </a:lnTo>
                <a:lnTo>
                  <a:pt x="318" y="2145"/>
                </a:lnTo>
                <a:lnTo>
                  <a:pt x="364" y="1074"/>
                </a:lnTo>
                <a:lnTo>
                  <a:pt x="411" y="0"/>
                </a:lnTo>
                <a:close/>
              </a:path>
            </a:pathLst>
          </a:custGeom>
          <a:solidFill>
            <a:srgbClr val="CA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1" name="contour_12279"/>
          <p:cNvSpPr/>
          <p:nvPr/>
        </p:nvSpPr>
        <p:spPr>
          <a:xfrm>
            <a:off x="8646645" y="2295717"/>
            <a:ext cx="51016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3945"/>
                </a:lnTo>
                <a:lnTo>
                  <a:pt x="20375" y="7904"/>
                </a:lnTo>
                <a:lnTo>
                  <a:pt x="19761" y="11876"/>
                </a:lnTo>
                <a:lnTo>
                  <a:pt x="19141" y="15881"/>
                </a:lnTo>
                <a:lnTo>
                  <a:pt x="18514" y="19926"/>
                </a:lnTo>
                <a:lnTo>
                  <a:pt x="16351" y="20869"/>
                </a:lnTo>
                <a:lnTo>
                  <a:pt x="14777" y="21407"/>
                </a:lnTo>
                <a:lnTo>
                  <a:pt x="13340" y="21600"/>
                </a:lnTo>
                <a:lnTo>
                  <a:pt x="11587" y="21500"/>
                </a:lnTo>
                <a:lnTo>
                  <a:pt x="9066" y="21175"/>
                </a:lnTo>
                <a:lnTo>
                  <a:pt x="7372" y="20989"/>
                </a:lnTo>
                <a:lnTo>
                  <a:pt x="5668" y="20810"/>
                </a:lnTo>
                <a:lnTo>
                  <a:pt x="3940" y="20624"/>
                </a:lnTo>
                <a:lnTo>
                  <a:pt x="1984" y="20278"/>
                </a:lnTo>
                <a:lnTo>
                  <a:pt x="0" y="19926"/>
                </a:lnTo>
                <a:lnTo>
                  <a:pt x="0" y="15981"/>
                </a:lnTo>
                <a:lnTo>
                  <a:pt x="0" y="12022"/>
                </a:lnTo>
                <a:lnTo>
                  <a:pt x="0" y="8050"/>
                </a:lnTo>
                <a:lnTo>
                  <a:pt x="0" y="4045"/>
                </a:lnTo>
                <a:lnTo>
                  <a:pt x="0" y="0"/>
                </a:lnTo>
                <a:close/>
              </a:path>
            </a:pathLst>
          </a:custGeom>
          <a:solidFill>
            <a:srgbClr val="7735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2" name="contour_12280"/>
          <p:cNvSpPr/>
          <p:nvPr/>
        </p:nvSpPr>
        <p:spPr>
          <a:xfrm>
            <a:off x="2007284" y="2281141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846" y="3851"/>
                </a:lnTo>
                <a:lnTo>
                  <a:pt x="18369" y="7023"/>
                </a:lnTo>
                <a:lnTo>
                  <a:pt x="17099" y="9603"/>
                </a:lnTo>
                <a:lnTo>
                  <a:pt x="15967" y="11679"/>
                </a:lnTo>
                <a:lnTo>
                  <a:pt x="14900" y="13340"/>
                </a:lnTo>
                <a:lnTo>
                  <a:pt x="13833" y="14673"/>
                </a:lnTo>
                <a:lnTo>
                  <a:pt x="12684" y="15762"/>
                </a:lnTo>
                <a:lnTo>
                  <a:pt x="11392" y="16700"/>
                </a:lnTo>
                <a:lnTo>
                  <a:pt x="9884" y="17573"/>
                </a:lnTo>
                <a:lnTo>
                  <a:pt x="8091" y="18471"/>
                </a:lnTo>
                <a:lnTo>
                  <a:pt x="5940" y="19477"/>
                </a:lnTo>
                <a:lnTo>
                  <a:pt x="3979" y="20177"/>
                </a:lnTo>
                <a:lnTo>
                  <a:pt x="2000" y="20884"/>
                </a:lnTo>
                <a:lnTo>
                  <a:pt x="0" y="21600"/>
                </a:lnTo>
                <a:lnTo>
                  <a:pt x="544" y="20032"/>
                </a:lnTo>
                <a:lnTo>
                  <a:pt x="1097" y="18443"/>
                </a:lnTo>
                <a:lnTo>
                  <a:pt x="1758" y="16373"/>
                </a:lnTo>
                <a:lnTo>
                  <a:pt x="2428" y="14271"/>
                </a:lnTo>
                <a:lnTo>
                  <a:pt x="2769" y="13247"/>
                </a:lnTo>
                <a:lnTo>
                  <a:pt x="3797" y="10149"/>
                </a:lnTo>
                <a:lnTo>
                  <a:pt x="4018" y="8159"/>
                </a:lnTo>
                <a:lnTo>
                  <a:pt x="3931" y="6634"/>
                </a:lnTo>
                <a:lnTo>
                  <a:pt x="3352" y="5091"/>
                </a:lnTo>
                <a:lnTo>
                  <a:pt x="2104" y="3043"/>
                </a:lnTo>
                <a:lnTo>
                  <a:pt x="0" y="0"/>
                </a:lnTo>
                <a:close/>
              </a:path>
            </a:pathLst>
          </a:custGeom>
          <a:solidFill>
            <a:srgbClr val="BFC0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3" name="contour_12281"/>
          <p:cNvSpPr/>
          <p:nvPr/>
        </p:nvSpPr>
        <p:spPr>
          <a:xfrm>
            <a:off x="10636266" y="2279720"/>
            <a:ext cx="58304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1"/>
                </a:moveTo>
                <a:lnTo>
                  <a:pt x="1553" y="682"/>
                </a:lnTo>
                <a:lnTo>
                  <a:pt x="3105" y="570"/>
                </a:lnTo>
                <a:lnTo>
                  <a:pt x="4657" y="466"/>
                </a:lnTo>
                <a:lnTo>
                  <a:pt x="6210" y="374"/>
                </a:lnTo>
                <a:lnTo>
                  <a:pt x="7762" y="291"/>
                </a:lnTo>
                <a:lnTo>
                  <a:pt x="9204" y="195"/>
                </a:lnTo>
                <a:lnTo>
                  <a:pt x="10657" y="100"/>
                </a:lnTo>
                <a:lnTo>
                  <a:pt x="12128" y="0"/>
                </a:lnTo>
                <a:lnTo>
                  <a:pt x="14329" y="611"/>
                </a:lnTo>
                <a:lnTo>
                  <a:pt x="16092" y="1505"/>
                </a:lnTo>
                <a:lnTo>
                  <a:pt x="17561" y="2740"/>
                </a:lnTo>
                <a:lnTo>
                  <a:pt x="18873" y="4382"/>
                </a:lnTo>
                <a:lnTo>
                  <a:pt x="20174" y="6490"/>
                </a:lnTo>
                <a:lnTo>
                  <a:pt x="21600" y="9126"/>
                </a:lnTo>
                <a:lnTo>
                  <a:pt x="19996" y="9126"/>
                </a:lnTo>
                <a:lnTo>
                  <a:pt x="18387" y="9126"/>
                </a:lnTo>
                <a:lnTo>
                  <a:pt x="16772" y="9126"/>
                </a:lnTo>
                <a:lnTo>
                  <a:pt x="15144" y="9126"/>
                </a:lnTo>
                <a:lnTo>
                  <a:pt x="13500" y="9126"/>
                </a:lnTo>
                <a:lnTo>
                  <a:pt x="14035" y="11596"/>
                </a:lnTo>
                <a:lnTo>
                  <a:pt x="14572" y="14074"/>
                </a:lnTo>
                <a:lnTo>
                  <a:pt x="15109" y="16561"/>
                </a:lnTo>
                <a:lnTo>
                  <a:pt x="15652" y="19068"/>
                </a:lnTo>
                <a:lnTo>
                  <a:pt x="16200" y="21600"/>
                </a:lnTo>
                <a:lnTo>
                  <a:pt x="14396" y="21109"/>
                </a:lnTo>
                <a:lnTo>
                  <a:pt x="12595" y="20590"/>
                </a:lnTo>
                <a:lnTo>
                  <a:pt x="10800" y="20041"/>
                </a:lnTo>
                <a:lnTo>
                  <a:pt x="9293" y="19604"/>
                </a:lnTo>
                <a:lnTo>
                  <a:pt x="7762" y="19164"/>
                </a:lnTo>
                <a:lnTo>
                  <a:pt x="6588" y="18311"/>
                </a:lnTo>
                <a:lnTo>
                  <a:pt x="5400" y="17442"/>
                </a:lnTo>
                <a:lnTo>
                  <a:pt x="5400" y="14694"/>
                </a:lnTo>
                <a:lnTo>
                  <a:pt x="5400" y="11929"/>
                </a:lnTo>
                <a:lnTo>
                  <a:pt x="5400" y="9126"/>
                </a:lnTo>
                <a:lnTo>
                  <a:pt x="3615" y="9126"/>
                </a:lnTo>
                <a:lnTo>
                  <a:pt x="1820" y="9126"/>
                </a:lnTo>
                <a:lnTo>
                  <a:pt x="0" y="9126"/>
                </a:lnTo>
                <a:lnTo>
                  <a:pt x="0" y="6378"/>
                </a:lnTo>
                <a:lnTo>
                  <a:pt x="0" y="3613"/>
                </a:lnTo>
                <a:lnTo>
                  <a:pt x="0" y="811"/>
                </a:lnTo>
                <a:close/>
              </a:path>
            </a:pathLst>
          </a:custGeom>
          <a:solidFill>
            <a:srgbClr val="96A1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4" name="contour_12282"/>
          <p:cNvSpPr/>
          <p:nvPr/>
        </p:nvSpPr>
        <p:spPr>
          <a:xfrm>
            <a:off x="10526946" y="2266565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1" y="0"/>
                </a:lnTo>
                <a:lnTo>
                  <a:pt x="5707" y="0"/>
                </a:lnTo>
                <a:lnTo>
                  <a:pt x="8575" y="0"/>
                </a:lnTo>
                <a:lnTo>
                  <a:pt x="11457" y="0"/>
                </a:lnTo>
                <a:lnTo>
                  <a:pt x="14355" y="0"/>
                </a:lnTo>
                <a:lnTo>
                  <a:pt x="17280" y="0"/>
                </a:lnTo>
                <a:lnTo>
                  <a:pt x="17708" y="2138"/>
                </a:lnTo>
                <a:lnTo>
                  <a:pt x="18135" y="4280"/>
                </a:lnTo>
                <a:lnTo>
                  <a:pt x="18563" y="6421"/>
                </a:lnTo>
                <a:lnTo>
                  <a:pt x="18995" y="8566"/>
                </a:lnTo>
                <a:lnTo>
                  <a:pt x="19423" y="10720"/>
                </a:lnTo>
                <a:lnTo>
                  <a:pt x="19855" y="12877"/>
                </a:lnTo>
                <a:lnTo>
                  <a:pt x="20287" y="15043"/>
                </a:lnTo>
                <a:lnTo>
                  <a:pt x="20723" y="17218"/>
                </a:lnTo>
                <a:lnTo>
                  <a:pt x="21159" y="19403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7443" y="19739"/>
                </a:lnTo>
                <a:lnTo>
                  <a:pt x="6428" y="17993"/>
                </a:lnTo>
                <a:lnTo>
                  <a:pt x="5556" y="16289"/>
                </a:lnTo>
                <a:lnTo>
                  <a:pt x="4800" y="14565"/>
                </a:lnTo>
                <a:lnTo>
                  <a:pt x="4130" y="12756"/>
                </a:lnTo>
                <a:lnTo>
                  <a:pt x="3508" y="10800"/>
                </a:lnTo>
                <a:lnTo>
                  <a:pt x="2976" y="9251"/>
                </a:lnTo>
                <a:lnTo>
                  <a:pt x="2436" y="7677"/>
                </a:lnTo>
                <a:lnTo>
                  <a:pt x="1801" y="5764"/>
                </a:lnTo>
                <a:lnTo>
                  <a:pt x="1184" y="3845"/>
                </a:lnTo>
                <a:lnTo>
                  <a:pt x="588" y="1922"/>
                </a:lnTo>
                <a:lnTo>
                  <a:pt x="0" y="0"/>
                </a:lnTo>
                <a:close/>
              </a:path>
            </a:pathLst>
          </a:custGeom>
          <a:solidFill>
            <a:srgbClr val="595C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5" name="contour_12283"/>
          <p:cNvSpPr/>
          <p:nvPr/>
        </p:nvSpPr>
        <p:spPr>
          <a:xfrm>
            <a:off x="4214635" y="2259277"/>
            <a:ext cx="44639" cy="36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1" y="0"/>
                </a:moveTo>
                <a:lnTo>
                  <a:pt x="2708" y="314"/>
                </a:lnTo>
                <a:lnTo>
                  <a:pt x="4948" y="664"/>
                </a:lnTo>
                <a:lnTo>
                  <a:pt x="7169" y="1061"/>
                </a:lnTo>
                <a:lnTo>
                  <a:pt x="9374" y="1528"/>
                </a:lnTo>
                <a:lnTo>
                  <a:pt x="11560" y="2074"/>
                </a:lnTo>
                <a:lnTo>
                  <a:pt x="13739" y="2720"/>
                </a:lnTo>
                <a:lnTo>
                  <a:pt x="15908" y="3479"/>
                </a:lnTo>
                <a:lnTo>
                  <a:pt x="18073" y="4365"/>
                </a:lnTo>
                <a:lnTo>
                  <a:pt x="19477" y="7744"/>
                </a:lnTo>
                <a:lnTo>
                  <a:pt x="20362" y="10115"/>
                </a:lnTo>
                <a:lnTo>
                  <a:pt x="20898" y="12105"/>
                </a:lnTo>
                <a:lnTo>
                  <a:pt x="21254" y="14345"/>
                </a:lnTo>
                <a:lnTo>
                  <a:pt x="21600" y="17462"/>
                </a:lnTo>
                <a:lnTo>
                  <a:pt x="17449" y="18998"/>
                </a:lnTo>
                <a:lnTo>
                  <a:pt x="14258" y="20138"/>
                </a:lnTo>
                <a:lnTo>
                  <a:pt x="11807" y="20923"/>
                </a:lnTo>
                <a:lnTo>
                  <a:pt x="9881" y="21399"/>
                </a:lnTo>
                <a:lnTo>
                  <a:pt x="8263" y="21600"/>
                </a:lnTo>
                <a:lnTo>
                  <a:pt x="6736" y="21578"/>
                </a:lnTo>
                <a:lnTo>
                  <a:pt x="5082" y="21364"/>
                </a:lnTo>
                <a:lnTo>
                  <a:pt x="3086" y="21006"/>
                </a:lnTo>
                <a:lnTo>
                  <a:pt x="1481" y="18553"/>
                </a:lnTo>
                <a:lnTo>
                  <a:pt x="561" y="16379"/>
                </a:lnTo>
                <a:lnTo>
                  <a:pt x="138" y="14174"/>
                </a:lnTo>
                <a:lnTo>
                  <a:pt x="14" y="11638"/>
                </a:lnTo>
                <a:lnTo>
                  <a:pt x="0" y="8460"/>
                </a:lnTo>
                <a:lnTo>
                  <a:pt x="67" y="7216"/>
                </a:lnTo>
                <a:lnTo>
                  <a:pt x="180" y="5020"/>
                </a:lnTo>
                <a:lnTo>
                  <a:pt x="441" y="0"/>
                </a:lnTo>
                <a:close/>
              </a:path>
            </a:pathLst>
          </a:custGeom>
          <a:solidFill>
            <a:srgbClr val="16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6" name="contour_12284"/>
          <p:cNvSpPr/>
          <p:nvPr/>
        </p:nvSpPr>
        <p:spPr>
          <a:xfrm>
            <a:off x="1686613" y="225927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959" y="0"/>
                </a:lnTo>
                <a:lnTo>
                  <a:pt x="18514" y="0"/>
                </a:lnTo>
                <a:lnTo>
                  <a:pt x="18854" y="2376"/>
                </a:lnTo>
                <a:lnTo>
                  <a:pt x="19193" y="4756"/>
                </a:lnTo>
                <a:lnTo>
                  <a:pt x="19533" y="7135"/>
                </a:lnTo>
                <a:lnTo>
                  <a:pt x="19875" y="9522"/>
                </a:lnTo>
                <a:lnTo>
                  <a:pt x="20218" y="11916"/>
                </a:lnTo>
                <a:lnTo>
                  <a:pt x="20560" y="14321"/>
                </a:lnTo>
                <a:lnTo>
                  <a:pt x="20906" y="16733"/>
                </a:lnTo>
                <a:lnTo>
                  <a:pt x="21251" y="19159"/>
                </a:lnTo>
                <a:lnTo>
                  <a:pt x="21600" y="21600"/>
                </a:lnTo>
                <a:lnTo>
                  <a:pt x="17690" y="20758"/>
                </a:lnTo>
                <a:lnTo>
                  <a:pt x="14463" y="20048"/>
                </a:lnTo>
                <a:lnTo>
                  <a:pt x="11818" y="19444"/>
                </a:lnTo>
                <a:lnTo>
                  <a:pt x="9661" y="18911"/>
                </a:lnTo>
                <a:lnTo>
                  <a:pt x="7890" y="18410"/>
                </a:lnTo>
                <a:lnTo>
                  <a:pt x="6415" y="17921"/>
                </a:lnTo>
                <a:lnTo>
                  <a:pt x="5132" y="17399"/>
                </a:lnTo>
                <a:lnTo>
                  <a:pt x="3947" y="16823"/>
                </a:lnTo>
                <a:lnTo>
                  <a:pt x="2762" y="16150"/>
                </a:lnTo>
                <a:lnTo>
                  <a:pt x="1478" y="15354"/>
                </a:lnTo>
                <a:lnTo>
                  <a:pt x="0" y="14400"/>
                </a:lnTo>
                <a:lnTo>
                  <a:pt x="611" y="12262"/>
                </a:lnTo>
                <a:lnTo>
                  <a:pt x="1225" y="10116"/>
                </a:lnTo>
                <a:lnTo>
                  <a:pt x="1839" y="7963"/>
                </a:lnTo>
                <a:lnTo>
                  <a:pt x="2459" y="5792"/>
                </a:lnTo>
                <a:lnTo>
                  <a:pt x="3086" y="3600"/>
                </a:lnTo>
                <a:lnTo>
                  <a:pt x="4832" y="4619"/>
                </a:lnTo>
                <a:lnTo>
                  <a:pt x="6579" y="5638"/>
                </a:lnTo>
                <a:lnTo>
                  <a:pt x="8331" y="6660"/>
                </a:lnTo>
                <a:lnTo>
                  <a:pt x="10090" y="7686"/>
                </a:lnTo>
                <a:lnTo>
                  <a:pt x="11858" y="8719"/>
                </a:lnTo>
                <a:lnTo>
                  <a:pt x="13636" y="9756"/>
                </a:lnTo>
                <a:lnTo>
                  <a:pt x="15429" y="10800"/>
                </a:lnTo>
                <a:lnTo>
                  <a:pt x="15429" y="8662"/>
                </a:lnTo>
                <a:lnTo>
                  <a:pt x="15429" y="6516"/>
                </a:lnTo>
                <a:lnTo>
                  <a:pt x="15429" y="4363"/>
                </a:lnTo>
                <a:lnTo>
                  <a:pt x="15429" y="2192"/>
                </a:lnTo>
                <a:lnTo>
                  <a:pt x="15429" y="0"/>
                </a:lnTo>
                <a:close/>
              </a:path>
            </a:pathLst>
          </a:custGeom>
          <a:solidFill>
            <a:srgbClr val="3638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7" name="contour_12285"/>
          <p:cNvSpPr/>
          <p:nvPr/>
        </p:nvSpPr>
        <p:spPr>
          <a:xfrm>
            <a:off x="2444564" y="2259277"/>
            <a:ext cx="51016" cy="293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1"/>
                </a:lnTo>
                <a:lnTo>
                  <a:pt x="4280" y="1061"/>
                </a:lnTo>
                <a:lnTo>
                  <a:pt x="6421" y="1592"/>
                </a:lnTo>
                <a:lnTo>
                  <a:pt x="8566" y="2128"/>
                </a:lnTo>
                <a:lnTo>
                  <a:pt x="10720" y="2658"/>
                </a:lnTo>
                <a:lnTo>
                  <a:pt x="12877" y="3194"/>
                </a:lnTo>
                <a:lnTo>
                  <a:pt x="15043" y="3730"/>
                </a:lnTo>
                <a:lnTo>
                  <a:pt x="17218" y="4272"/>
                </a:lnTo>
                <a:lnTo>
                  <a:pt x="19403" y="4813"/>
                </a:lnTo>
                <a:lnTo>
                  <a:pt x="21600" y="5360"/>
                </a:lnTo>
                <a:lnTo>
                  <a:pt x="20687" y="8924"/>
                </a:lnTo>
                <a:lnTo>
                  <a:pt x="19955" y="11534"/>
                </a:lnTo>
                <a:lnTo>
                  <a:pt x="19236" y="13646"/>
                </a:lnTo>
                <a:lnTo>
                  <a:pt x="18357" y="15704"/>
                </a:lnTo>
                <a:lnTo>
                  <a:pt x="17144" y="18154"/>
                </a:lnTo>
                <a:lnTo>
                  <a:pt x="15429" y="21439"/>
                </a:lnTo>
                <a:lnTo>
                  <a:pt x="13367" y="21600"/>
                </a:lnTo>
                <a:lnTo>
                  <a:pt x="11349" y="21579"/>
                </a:lnTo>
                <a:lnTo>
                  <a:pt x="9371" y="21348"/>
                </a:lnTo>
                <a:lnTo>
                  <a:pt x="7433" y="20887"/>
                </a:lnTo>
                <a:lnTo>
                  <a:pt x="5527" y="20153"/>
                </a:lnTo>
                <a:lnTo>
                  <a:pt x="3657" y="19129"/>
                </a:lnTo>
                <a:lnTo>
                  <a:pt x="1814" y="17778"/>
                </a:lnTo>
                <a:lnTo>
                  <a:pt x="0" y="16079"/>
                </a:lnTo>
                <a:lnTo>
                  <a:pt x="0" y="12896"/>
                </a:lnTo>
                <a:lnTo>
                  <a:pt x="0" y="9701"/>
                </a:lnTo>
                <a:lnTo>
                  <a:pt x="0" y="6496"/>
                </a:lnTo>
                <a:lnTo>
                  <a:pt x="0" y="3264"/>
                </a:lnTo>
                <a:lnTo>
                  <a:pt x="0" y="0"/>
                </a:lnTo>
                <a:close/>
              </a:path>
            </a:pathLst>
          </a:custGeom>
          <a:solidFill>
            <a:srgbClr val="4D4E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8" name="contour_12286"/>
          <p:cNvSpPr/>
          <p:nvPr/>
        </p:nvSpPr>
        <p:spPr>
          <a:xfrm>
            <a:off x="2218636" y="2215549"/>
            <a:ext cx="44442" cy="667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69" y="0"/>
                </a:moveTo>
                <a:lnTo>
                  <a:pt x="16510" y="0"/>
                </a:lnTo>
                <a:lnTo>
                  <a:pt x="18865" y="0"/>
                </a:lnTo>
                <a:lnTo>
                  <a:pt x="21253" y="0"/>
                </a:lnTo>
                <a:lnTo>
                  <a:pt x="21306" y="1591"/>
                </a:lnTo>
                <a:lnTo>
                  <a:pt x="21356" y="3183"/>
                </a:lnTo>
                <a:lnTo>
                  <a:pt x="21398" y="4774"/>
                </a:lnTo>
                <a:lnTo>
                  <a:pt x="21437" y="6365"/>
                </a:lnTo>
                <a:lnTo>
                  <a:pt x="21472" y="7957"/>
                </a:lnTo>
                <a:lnTo>
                  <a:pt x="21515" y="9435"/>
                </a:lnTo>
                <a:lnTo>
                  <a:pt x="21557" y="10923"/>
                </a:lnTo>
                <a:lnTo>
                  <a:pt x="21600" y="12431"/>
                </a:lnTo>
                <a:lnTo>
                  <a:pt x="21366" y="15022"/>
                </a:lnTo>
                <a:lnTo>
                  <a:pt x="21108" y="16835"/>
                </a:lnTo>
                <a:lnTo>
                  <a:pt x="20725" y="18118"/>
                </a:lnTo>
                <a:lnTo>
                  <a:pt x="20102" y="19113"/>
                </a:lnTo>
                <a:lnTo>
                  <a:pt x="19131" y="20065"/>
                </a:lnTo>
                <a:lnTo>
                  <a:pt x="17711" y="21218"/>
                </a:lnTo>
                <a:lnTo>
                  <a:pt x="15196" y="21482"/>
                </a:lnTo>
                <a:lnTo>
                  <a:pt x="13411" y="21600"/>
                </a:lnTo>
                <a:lnTo>
                  <a:pt x="11508" y="21600"/>
                </a:lnTo>
                <a:lnTo>
                  <a:pt x="8636" y="21513"/>
                </a:lnTo>
                <a:lnTo>
                  <a:pt x="6209" y="21449"/>
                </a:lnTo>
                <a:lnTo>
                  <a:pt x="3751" y="21383"/>
                </a:lnTo>
                <a:lnTo>
                  <a:pt x="1888" y="21301"/>
                </a:lnTo>
                <a:lnTo>
                  <a:pt x="0" y="21218"/>
                </a:lnTo>
                <a:lnTo>
                  <a:pt x="758" y="21133"/>
                </a:lnTo>
                <a:lnTo>
                  <a:pt x="2097" y="20982"/>
                </a:lnTo>
                <a:lnTo>
                  <a:pt x="5161" y="20638"/>
                </a:lnTo>
                <a:lnTo>
                  <a:pt x="6967" y="20051"/>
                </a:lnTo>
                <a:lnTo>
                  <a:pt x="8785" y="19459"/>
                </a:lnTo>
                <a:lnTo>
                  <a:pt x="10626" y="18861"/>
                </a:lnTo>
                <a:lnTo>
                  <a:pt x="11285" y="17196"/>
                </a:lnTo>
                <a:lnTo>
                  <a:pt x="11827" y="15621"/>
                </a:lnTo>
                <a:lnTo>
                  <a:pt x="12263" y="14091"/>
                </a:lnTo>
                <a:lnTo>
                  <a:pt x="12610" y="12556"/>
                </a:lnTo>
                <a:lnTo>
                  <a:pt x="12872" y="10970"/>
                </a:lnTo>
                <a:lnTo>
                  <a:pt x="13063" y="9284"/>
                </a:lnTo>
                <a:lnTo>
                  <a:pt x="13244" y="7945"/>
                </a:lnTo>
                <a:lnTo>
                  <a:pt x="13428" y="6589"/>
                </a:lnTo>
                <a:lnTo>
                  <a:pt x="13637" y="4944"/>
                </a:lnTo>
                <a:lnTo>
                  <a:pt x="13825" y="3296"/>
                </a:lnTo>
                <a:lnTo>
                  <a:pt x="14002" y="1648"/>
                </a:lnTo>
                <a:lnTo>
                  <a:pt x="14169" y="0"/>
                </a:lnTo>
                <a:close/>
              </a:path>
            </a:pathLst>
          </a:custGeom>
          <a:solidFill>
            <a:srgbClr val="34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89" name="contour_12287"/>
          <p:cNvSpPr/>
          <p:nvPr/>
        </p:nvSpPr>
        <p:spPr>
          <a:xfrm>
            <a:off x="10155259" y="221554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9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0" name="contour_12288"/>
          <p:cNvSpPr/>
          <p:nvPr/>
        </p:nvSpPr>
        <p:spPr>
          <a:xfrm>
            <a:off x="10935074" y="2200973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500" y="1503"/>
                </a:lnTo>
                <a:lnTo>
                  <a:pt x="17520" y="2657"/>
                </a:lnTo>
                <a:lnTo>
                  <a:pt x="18360" y="3711"/>
                </a:lnTo>
                <a:lnTo>
                  <a:pt x="19200" y="4899"/>
                </a:lnTo>
                <a:lnTo>
                  <a:pt x="20220" y="6463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497" y="12960"/>
                </a:lnTo>
                <a:lnTo>
                  <a:pt x="2996" y="12960"/>
                </a:lnTo>
                <a:lnTo>
                  <a:pt x="4495" y="12960"/>
                </a:lnTo>
                <a:lnTo>
                  <a:pt x="5996" y="12960"/>
                </a:lnTo>
                <a:lnTo>
                  <a:pt x="7504" y="12960"/>
                </a:lnTo>
                <a:lnTo>
                  <a:pt x="9014" y="12960"/>
                </a:lnTo>
                <a:lnTo>
                  <a:pt x="10530" y="12960"/>
                </a:lnTo>
                <a:lnTo>
                  <a:pt x="12053" y="12960"/>
                </a:lnTo>
                <a:lnTo>
                  <a:pt x="13582" y="12960"/>
                </a:lnTo>
                <a:lnTo>
                  <a:pt x="15120" y="12960"/>
                </a:lnTo>
                <a:lnTo>
                  <a:pt x="15120" y="10394"/>
                </a:lnTo>
                <a:lnTo>
                  <a:pt x="15120" y="7819"/>
                </a:lnTo>
                <a:lnTo>
                  <a:pt x="15120" y="5236"/>
                </a:lnTo>
                <a:lnTo>
                  <a:pt x="15120" y="2631"/>
                </a:lnTo>
                <a:lnTo>
                  <a:pt x="15120" y="0"/>
                </a:lnTo>
                <a:close/>
              </a:path>
            </a:pathLst>
          </a:custGeom>
          <a:solidFill>
            <a:srgbClr val="918F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1" name="contour_12289"/>
          <p:cNvSpPr/>
          <p:nvPr/>
        </p:nvSpPr>
        <p:spPr>
          <a:xfrm>
            <a:off x="5308745" y="221554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833"/>
                </a:lnTo>
                <a:lnTo>
                  <a:pt x="21600" y="3672"/>
                </a:lnTo>
                <a:lnTo>
                  <a:pt x="21600" y="5517"/>
                </a:lnTo>
                <a:lnTo>
                  <a:pt x="21600" y="7378"/>
                </a:lnTo>
                <a:lnTo>
                  <a:pt x="21600" y="9257"/>
                </a:lnTo>
                <a:lnTo>
                  <a:pt x="18744" y="9257"/>
                </a:lnTo>
                <a:lnTo>
                  <a:pt x="15872" y="9257"/>
                </a:lnTo>
                <a:lnTo>
                  <a:pt x="12960" y="9257"/>
                </a:lnTo>
                <a:lnTo>
                  <a:pt x="11889" y="11284"/>
                </a:lnTo>
                <a:lnTo>
                  <a:pt x="11331" y="12886"/>
                </a:lnTo>
                <a:lnTo>
                  <a:pt x="10800" y="15429"/>
                </a:lnTo>
                <a:lnTo>
                  <a:pt x="10269" y="17971"/>
                </a:lnTo>
                <a:lnTo>
                  <a:pt x="9711" y="19573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773" y="17817"/>
                </a:lnTo>
                <a:lnTo>
                  <a:pt x="1426" y="14753"/>
                </a:lnTo>
                <a:lnTo>
                  <a:pt x="2009" y="12293"/>
                </a:lnTo>
                <a:lnTo>
                  <a:pt x="2575" y="10319"/>
                </a:lnTo>
                <a:lnTo>
                  <a:pt x="3171" y="8711"/>
                </a:lnTo>
                <a:lnTo>
                  <a:pt x="3845" y="7356"/>
                </a:lnTo>
                <a:lnTo>
                  <a:pt x="4653" y="6137"/>
                </a:lnTo>
                <a:lnTo>
                  <a:pt x="5646" y="4937"/>
                </a:lnTo>
                <a:lnTo>
                  <a:pt x="6869" y="3638"/>
                </a:lnTo>
                <a:lnTo>
                  <a:pt x="8372" y="2123"/>
                </a:lnTo>
                <a:lnTo>
                  <a:pt x="10679" y="1086"/>
                </a:lnTo>
                <a:lnTo>
                  <a:pt x="12524" y="460"/>
                </a:lnTo>
                <a:lnTo>
                  <a:pt x="14532" y="136"/>
                </a:lnTo>
                <a:lnTo>
                  <a:pt x="17349" y="19"/>
                </a:lnTo>
                <a:lnTo>
                  <a:pt x="21600" y="0"/>
                </a:lnTo>
                <a:close/>
              </a:path>
            </a:pathLst>
          </a:custGeom>
          <a:solidFill>
            <a:srgbClr val="BCBF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2" name="contour_12290"/>
          <p:cNvSpPr/>
          <p:nvPr/>
        </p:nvSpPr>
        <p:spPr>
          <a:xfrm>
            <a:off x="1030694" y="2200973"/>
            <a:ext cx="43728" cy="45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763"/>
                </a:lnTo>
                <a:lnTo>
                  <a:pt x="4756" y="1527"/>
                </a:lnTo>
                <a:lnTo>
                  <a:pt x="7135" y="2294"/>
                </a:lnTo>
                <a:lnTo>
                  <a:pt x="9522" y="3060"/>
                </a:lnTo>
                <a:lnTo>
                  <a:pt x="11916" y="3827"/>
                </a:lnTo>
                <a:lnTo>
                  <a:pt x="14321" y="4601"/>
                </a:lnTo>
                <a:lnTo>
                  <a:pt x="16733" y="5375"/>
                </a:lnTo>
                <a:lnTo>
                  <a:pt x="19159" y="6156"/>
                </a:lnTo>
                <a:lnTo>
                  <a:pt x="21600" y="6940"/>
                </a:lnTo>
                <a:lnTo>
                  <a:pt x="20851" y="11523"/>
                </a:lnTo>
                <a:lnTo>
                  <a:pt x="20297" y="14681"/>
                </a:lnTo>
                <a:lnTo>
                  <a:pt x="19832" y="16808"/>
                </a:lnTo>
                <a:lnTo>
                  <a:pt x="19361" y="18283"/>
                </a:lnTo>
                <a:lnTo>
                  <a:pt x="18785" y="19490"/>
                </a:lnTo>
                <a:lnTo>
                  <a:pt x="18000" y="20819"/>
                </a:lnTo>
                <a:lnTo>
                  <a:pt x="15376" y="21340"/>
                </a:lnTo>
                <a:lnTo>
                  <a:pt x="13500" y="21600"/>
                </a:lnTo>
                <a:lnTo>
                  <a:pt x="11858" y="21600"/>
                </a:lnTo>
                <a:lnTo>
                  <a:pt x="9932" y="21340"/>
                </a:lnTo>
                <a:lnTo>
                  <a:pt x="7200" y="20819"/>
                </a:lnTo>
                <a:lnTo>
                  <a:pt x="6016" y="18605"/>
                </a:lnTo>
                <a:lnTo>
                  <a:pt x="4990" y="16371"/>
                </a:lnTo>
                <a:lnTo>
                  <a:pt x="4097" y="14115"/>
                </a:lnTo>
                <a:lnTo>
                  <a:pt x="3308" y="11836"/>
                </a:lnTo>
                <a:lnTo>
                  <a:pt x="2596" y="9532"/>
                </a:lnTo>
                <a:lnTo>
                  <a:pt x="1937" y="7197"/>
                </a:lnTo>
                <a:lnTo>
                  <a:pt x="1303" y="4834"/>
                </a:lnTo>
                <a:lnTo>
                  <a:pt x="666" y="2436"/>
                </a:lnTo>
                <a:lnTo>
                  <a:pt x="0" y="0"/>
                </a:lnTo>
                <a:close/>
              </a:path>
            </a:pathLst>
          </a:custGeom>
          <a:solidFill>
            <a:srgbClr val="3232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3" name="contour_12291"/>
          <p:cNvSpPr/>
          <p:nvPr/>
        </p:nvSpPr>
        <p:spPr>
          <a:xfrm>
            <a:off x="1599157" y="2208261"/>
            <a:ext cx="8016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9818" y="1782"/>
                </a:lnTo>
                <a:lnTo>
                  <a:pt x="9818" y="3567"/>
                </a:lnTo>
                <a:lnTo>
                  <a:pt x="9818" y="5360"/>
                </a:lnTo>
                <a:lnTo>
                  <a:pt x="9818" y="7160"/>
                </a:lnTo>
                <a:lnTo>
                  <a:pt x="9818" y="8972"/>
                </a:lnTo>
                <a:lnTo>
                  <a:pt x="9818" y="10800"/>
                </a:lnTo>
                <a:lnTo>
                  <a:pt x="10849" y="10705"/>
                </a:lnTo>
                <a:lnTo>
                  <a:pt x="11898" y="10611"/>
                </a:lnTo>
                <a:lnTo>
                  <a:pt x="13241" y="10538"/>
                </a:lnTo>
                <a:lnTo>
                  <a:pt x="14606" y="10462"/>
                </a:lnTo>
                <a:lnTo>
                  <a:pt x="15941" y="10368"/>
                </a:lnTo>
                <a:lnTo>
                  <a:pt x="17298" y="10274"/>
                </a:lnTo>
                <a:lnTo>
                  <a:pt x="18672" y="10616"/>
                </a:lnTo>
                <a:lnTo>
                  <a:pt x="19521" y="11051"/>
                </a:lnTo>
                <a:lnTo>
                  <a:pt x="20196" y="11861"/>
                </a:lnTo>
                <a:lnTo>
                  <a:pt x="21048" y="13333"/>
                </a:lnTo>
                <a:lnTo>
                  <a:pt x="21321" y="14755"/>
                </a:lnTo>
                <a:lnTo>
                  <a:pt x="21600" y="16200"/>
                </a:lnTo>
                <a:lnTo>
                  <a:pt x="20502" y="17993"/>
                </a:lnTo>
                <a:lnTo>
                  <a:pt x="19729" y="19154"/>
                </a:lnTo>
                <a:lnTo>
                  <a:pt x="18908" y="20188"/>
                </a:lnTo>
                <a:lnTo>
                  <a:pt x="17673" y="21600"/>
                </a:lnTo>
                <a:lnTo>
                  <a:pt x="17551" y="20971"/>
                </a:lnTo>
                <a:lnTo>
                  <a:pt x="17182" y="19067"/>
                </a:lnTo>
                <a:lnTo>
                  <a:pt x="16300" y="17399"/>
                </a:lnTo>
                <a:lnTo>
                  <a:pt x="15658" y="16473"/>
                </a:lnTo>
                <a:lnTo>
                  <a:pt x="14939" y="15960"/>
                </a:lnTo>
                <a:lnTo>
                  <a:pt x="13830" y="15525"/>
                </a:lnTo>
                <a:lnTo>
                  <a:pt x="12752" y="15274"/>
                </a:lnTo>
                <a:lnTo>
                  <a:pt x="11660" y="15017"/>
                </a:lnTo>
                <a:lnTo>
                  <a:pt x="10081" y="14577"/>
                </a:lnTo>
                <a:lnTo>
                  <a:pt x="9096" y="14183"/>
                </a:lnTo>
                <a:lnTo>
                  <a:pt x="7855" y="13500"/>
                </a:lnTo>
                <a:lnTo>
                  <a:pt x="7855" y="11880"/>
                </a:lnTo>
                <a:lnTo>
                  <a:pt x="7855" y="10260"/>
                </a:lnTo>
                <a:lnTo>
                  <a:pt x="7855" y="8640"/>
                </a:lnTo>
                <a:lnTo>
                  <a:pt x="7855" y="7020"/>
                </a:lnTo>
                <a:lnTo>
                  <a:pt x="7855" y="5400"/>
                </a:lnTo>
                <a:lnTo>
                  <a:pt x="6588" y="4660"/>
                </a:lnTo>
                <a:lnTo>
                  <a:pt x="5310" y="4074"/>
                </a:lnTo>
                <a:lnTo>
                  <a:pt x="4016" y="3613"/>
                </a:lnTo>
                <a:lnTo>
                  <a:pt x="2700" y="3251"/>
                </a:lnTo>
                <a:lnTo>
                  <a:pt x="1363" y="2957"/>
                </a:lnTo>
                <a:lnTo>
                  <a:pt x="0" y="2700"/>
                </a:lnTo>
                <a:lnTo>
                  <a:pt x="1284" y="2074"/>
                </a:lnTo>
                <a:lnTo>
                  <a:pt x="2494" y="1528"/>
                </a:lnTo>
                <a:lnTo>
                  <a:pt x="3658" y="1064"/>
                </a:lnTo>
                <a:lnTo>
                  <a:pt x="4805" y="683"/>
                </a:lnTo>
                <a:lnTo>
                  <a:pt x="5964" y="386"/>
                </a:lnTo>
                <a:lnTo>
                  <a:pt x="7167" y="173"/>
                </a:lnTo>
                <a:lnTo>
                  <a:pt x="8442" y="43"/>
                </a:lnTo>
                <a:lnTo>
                  <a:pt x="9818" y="0"/>
                </a:lnTo>
                <a:close/>
              </a:path>
            </a:pathLst>
          </a:custGeom>
          <a:solidFill>
            <a:srgbClr val="1A19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4" name="contour_12292"/>
          <p:cNvSpPr/>
          <p:nvPr/>
        </p:nvSpPr>
        <p:spPr>
          <a:xfrm>
            <a:off x="2481004" y="2135382"/>
            <a:ext cx="46301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00" y="0"/>
                </a:moveTo>
                <a:lnTo>
                  <a:pt x="5698" y="448"/>
                </a:lnTo>
                <a:lnTo>
                  <a:pt x="7936" y="923"/>
                </a:lnTo>
                <a:lnTo>
                  <a:pt x="10118" y="1443"/>
                </a:lnTo>
                <a:lnTo>
                  <a:pt x="12250" y="2027"/>
                </a:lnTo>
                <a:lnTo>
                  <a:pt x="14338" y="2691"/>
                </a:lnTo>
                <a:lnTo>
                  <a:pt x="16388" y="3454"/>
                </a:lnTo>
                <a:lnTo>
                  <a:pt x="18404" y="4329"/>
                </a:lnTo>
                <a:lnTo>
                  <a:pt x="20400" y="5335"/>
                </a:lnTo>
                <a:lnTo>
                  <a:pt x="21036" y="7279"/>
                </a:lnTo>
                <a:lnTo>
                  <a:pt x="21430" y="9178"/>
                </a:lnTo>
                <a:lnTo>
                  <a:pt x="21600" y="11051"/>
                </a:lnTo>
                <a:lnTo>
                  <a:pt x="21566" y="12918"/>
                </a:lnTo>
                <a:lnTo>
                  <a:pt x="21342" y="14798"/>
                </a:lnTo>
                <a:lnTo>
                  <a:pt x="20947" y="16708"/>
                </a:lnTo>
                <a:lnTo>
                  <a:pt x="20400" y="18671"/>
                </a:lnTo>
                <a:lnTo>
                  <a:pt x="18370" y="20218"/>
                </a:lnTo>
                <a:lnTo>
                  <a:pt x="16918" y="21037"/>
                </a:lnTo>
                <a:lnTo>
                  <a:pt x="15344" y="21408"/>
                </a:lnTo>
                <a:lnTo>
                  <a:pt x="12950" y="21600"/>
                </a:lnTo>
                <a:lnTo>
                  <a:pt x="10635" y="21552"/>
                </a:lnTo>
                <a:lnTo>
                  <a:pt x="8289" y="21504"/>
                </a:lnTo>
                <a:lnTo>
                  <a:pt x="7123" y="21488"/>
                </a:lnTo>
                <a:lnTo>
                  <a:pt x="3601" y="21432"/>
                </a:lnTo>
                <a:lnTo>
                  <a:pt x="1812" y="21387"/>
                </a:lnTo>
                <a:lnTo>
                  <a:pt x="0" y="21339"/>
                </a:lnTo>
                <a:lnTo>
                  <a:pt x="1476" y="20853"/>
                </a:lnTo>
                <a:lnTo>
                  <a:pt x="2975" y="20360"/>
                </a:lnTo>
                <a:lnTo>
                  <a:pt x="4872" y="19688"/>
                </a:lnTo>
                <a:lnTo>
                  <a:pt x="6800" y="19005"/>
                </a:lnTo>
                <a:lnTo>
                  <a:pt x="8697" y="18354"/>
                </a:lnTo>
                <a:lnTo>
                  <a:pt x="10625" y="17692"/>
                </a:lnTo>
                <a:lnTo>
                  <a:pt x="12100" y="16855"/>
                </a:lnTo>
                <a:lnTo>
                  <a:pt x="13600" y="16004"/>
                </a:lnTo>
                <a:lnTo>
                  <a:pt x="13600" y="14241"/>
                </a:lnTo>
                <a:lnTo>
                  <a:pt x="13600" y="12467"/>
                </a:lnTo>
                <a:lnTo>
                  <a:pt x="13600" y="10669"/>
                </a:lnTo>
                <a:lnTo>
                  <a:pt x="11913" y="9789"/>
                </a:lnTo>
                <a:lnTo>
                  <a:pt x="10220" y="8901"/>
                </a:lnTo>
                <a:lnTo>
                  <a:pt x="8500" y="8002"/>
                </a:lnTo>
                <a:lnTo>
                  <a:pt x="6814" y="7122"/>
                </a:lnTo>
                <a:lnTo>
                  <a:pt x="5120" y="6234"/>
                </a:lnTo>
                <a:lnTo>
                  <a:pt x="3400" y="5335"/>
                </a:lnTo>
                <a:lnTo>
                  <a:pt x="3400" y="3572"/>
                </a:lnTo>
                <a:lnTo>
                  <a:pt x="3400" y="1798"/>
                </a:lnTo>
                <a:lnTo>
                  <a:pt x="3400" y="0"/>
                </a:lnTo>
                <a:close/>
              </a:path>
            </a:pathLst>
          </a:custGeom>
          <a:solidFill>
            <a:srgbClr val="D6D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5" name="contour_12293"/>
          <p:cNvSpPr/>
          <p:nvPr/>
        </p:nvSpPr>
        <p:spPr>
          <a:xfrm>
            <a:off x="7750222" y="2149957"/>
            <a:ext cx="36440" cy="482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391" y="1614"/>
                </a:lnTo>
                <a:lnTo>
                  <a:pt x="6463" y="3238"/>
                </a:lnTo>
                <a:lnTo>
                  <a:pt x="7547" y="4868"/>
                </a:lnTo>
                <a:lnTo>
                  <a:pt x="8640" y="6521"/>
                </a:lnTo>
                <a:lnTo>
                  <a:pt x="11206" y="5875"/>
                </a:lnTo>
                <a:lnTo>
                  <a:pt x="13781" y="5226"/>
                </a:lnTo>
                <a:lnTo>
                  <a:pt x="16364" y="4578"/>
                </a:lnTo>
                <a:lnTo>
                  <a:pt x="18969" y="3922"/>
                </a:lnTo>
                <a:lnTo>
                  <a:pt x="21600" y="3260"/>
                </a:lnTo>
                <a:lnTo>
                  <a:pt x="21298" y="5360"/>
                </a:lnTo>
                <a:lnTo>
                  <a:pt x="20965" y="7434"/>
                </a:lnTo>
                <a:lnTo>
                  <a:pt x="20580" y="9488"/>
                </a:lnTo>
                <a:lnTo>
                  <a:pt x="20127" y="11525"/>
                </a:lnTo>
                <a:lnTo>
                  <a:pt x="19587" y="13547"/>
                </a:lnTo>
                <a:lnTo>
                  <a:pt x="18943" y="15559"/>
                </a:lnTo>
                <a:lnTo>
                  <a:pt x="18183" y="17564"/>
                </a:lnTo>
                <a:lnTo>
                  <a:pt x="17280" y="19562"/>
                </a:lnTo>
                <a:lnTo>
                  <a:pt x="16330" y="19862"/>
                </a:lnTo>
                <a:lnTo>
                  <a:pt x="14649" y="20390"/>
                </a:lnTo>
                <a:lnTo>
                  <a:pt x="10800" y="21600"/>
                </a:lnTo>
                <a:lnTo>
                  <a:pt x="7024" y="20368"/>
                </a:lnTo>
                <a:lnTo>
                  <a:pt x="4886" y="19370"/>
                </a:lnTo>
                <a:lnTo>
                  <a:pt x="3594" y="18085"/>
                </a:lnTo>
                <a:lnTo>
                  <a:pt x="2363" y="15982"/>
                </a:lnTo>
                <a:lnTo>
                  <a:pt x="1754" y="13847"/>
                </a:lnTo>
                <a:lnTo>
                  <a:pt x="1205" y="11747"/>
                </a:lnTo>
                <a:lnTo>
                  <a:pt x="734" y="9664"/>
                </a:lnTo>
                <a:lnTo>
                  <a:pt x="363" y="7567"/>
                </a:lnTo>
                <a:lnTo>
                  <a:pt x="112" y="5442"/>
                </a:lnTo>
                <a:lnTo>
                  <a:pt x="0" y="3260"/>
                </a:lnTo>
                <a:lnTo>
                  <a:pt x="2143" y="1643"/>
                </a:lnTo>
                <a:lnTo>
                  <a:pt x="4320" y="0"/>
                </a:lnTo>
                <a:close/>
              </a:path>
            </a:pathLst>
          </a:custGeom>
          <a:solidFill>
            <a:srgbClr val="D7E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6" name="contour_12294"/>
          <p:cNvSpPr/>
          <p:nvPr/>
        </p:nvSpPr>
        <p:spPr>
          <a:xfrm>
            <a:off x="1548141" y="2157245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328"/>
                </a:lnTo>
                <a:lnTo>
                  <a:pt x="3290" y="657"/>
                </a:lnTo>
                <a:lnTo>
                  <a:pt x="4937" y="989"/>
                </a:lnTo>
                <a:lnTo>
                  <a:pt x="6586" y="1318"/>
                </a:lnTo>
                <a:lnTo>
                  <a:pt x="8237" y="1646"/>
                </a:lnTo>
                <a:lnTo>
                  <a:pt x="9890" y="1979"/>
                </a:lnTo>
                <a:lnTo>
                  <a:pt x="11549" y="2311"/>
                </a:lnTo>
                <a:lnTo>
                  <a:pt x="13210" y="2644"/>
                </a:lnTo>
                <a:lnTo>
                  <a:pt x="14875" y="2976"/>
                </a:lnTo>
                <a:lnTo>
                  <a:pt x="16548" y="3309"/>
                </a:lnTo>
                <a:lnTo>
                  <a:pt x="18226" y="3646"/>
                </a:lnTo>
                <a:lnTo>
                  <a:pt x="19908" y="3983"/>
                </a:lnTo>
                <a:lnTo>
                  <a:pt x="21600" y="4320"/>
                </a:lnTo>
                <a:lnTo>
                  <a:pt x="21125" y="6886"/>
                </a:lnTo>
                <a:lnTo>
                  <a:pt x="20647" y="9461"/>
                </a:lnTo>
                <a:lnTo>
                  <a:pt x="20170" y="12044"/>
                </a:lnTo>
                <a:lnTo>
                  <a:pt x="19687" y="14649"/>
                </a:lnTo>
                <a:lnTo>
                  <a:pt x="19200" y="17280"/>
                </a:lnTo>
                <a:lnTo>
                  <a:pt x="17342" y="18740"/>
                </a:lnTo>
                <a:lnTo>
                  <a:pt x="16039" y="19695"/>
                </a:lnTo>
                <a:lnTo>
                  <a:pt x="14945" y="20352"/>
                </a:lnTo>
                <a:lnTo>
                  <a:pt x="13714" y="20917"/>
                </a:lnTo>
                <a:lnTo>
                  <a:pt x="12000" y="21600"/>
                </a:lnTo>
                <a:lnTo>
                  <a:pt x="11779" y="20598"/>
                </a:lnTo>
                <a:lnTo>
                  <a:pt x="11110" y="17565"/>
                </a:lnTo>
                <a:lnTo>
                  <a:pt x="10051" y="14718"/>
                </a:lnTo>
                <a:lnTo>
                  <a:pt x="8986" y="12649"/>
                </a:lnTo>
                <a:lnTo>
                  <a:pt x="7805" y="11085"/>
                </a:lnTo>
                <a:lnTo>
                  <a:pt x="6396" y="9755"/>
                </a:lnTo>
                <a:lnTo>
                  <a:pt x="4651" y="8372"/>
                </a:lnTo>
                <a:lnTo>
                  <a:pt x="3096" y="7158"/>
                </a:lnTo>
                <a:lnTo>
                  <a:pt x="2093" y="6333"/>
                </a:lnTo>
                <a:lnTo>
                  <a:pt x="1207" y="5512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F1E5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7" name="contour_12295"/>
          <p:cNvSpPr/>
          <p:nvPr/>
        </p:nvSpPr>
        <p:spPr>
          <a:xfrm>
            <a:off x="1373229" y="2156743"/>
            <a:ext cx="51016" cy="325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34"/>
                </a:moveTo>
                <a:lnTo>
                  <a:pt x="16342" y="97"/>
                </a:lnTo>
                <a:lnTo>
                  <a:pt x="18443" y="159"/>
                </a:lnTo>
                <a:lnTo>
                  <a:pt x="19227" y="203"/>
                </a:lnTo>
                <a:lnTo>
                  <a:pt x="21600" y="333"/>
                </a:lnTo>
                <a:lnTo>
                  <a:pt x="21461" y="3828"/>
                </a:lnTo>
                <a:lnTo>
                  <a:pt x="21236" y="7158"/>
                </a:lnTo>
                <a:lnTo>
                  <a:pt x="20878" y="10367"/>
                </a:lnTo>
                <a:lnTo>
                  <a:pt x="20338" y="13495"/>
                </a:lnTo>
                <a:lnTo>
                  <a:pt x="19567" y="16578"/>
                </a:lnTo>
                <a:lnTo>
                  <a:pt x="18514" y="19667"/>
                </a:lnTo>
                <a:lnTo>
                  <a:pt x="16252" y="20658"/>
                </a:lnTo>
                <a:lnTo>
                  <a:pt x="14049" y="21300"/>
                </a:lnTo>
                <a:lnTo>
                  <a:pt x="11886" y="21600"/>
                </a:lnTo>
                <a:lnTo>
                  <a:pt x="9732" y="21581"/>
                </a:lnTo>
                <a:lnTo>
                  <a:pt x="7566" y="21242"/>
                </a:lnTo>
                <a:lnTo>
                  <a:pt x="5360" y="20600"/>
                </a:lnTo>
                <a:lnTo>
                  <a:pt x="3086" y="19667"/>
                </a:lnTo>
                <a:lnTo>
                  <a:pt x="1858" y="16066"/>
                </a:lnTo>
                <a:lnTo>
                  <a:pt x="1083" y="13519"/>
                </a:lnTo>
                <a:lnTo>
                  <a:pt x="614" y="11315"/>
                </a:lnTo>
                <a:lnTo>
                  <a:pt x="302" y="8758"/>
                </a:lnTo>
                <a:lnTo>
                  <a:pt x="0" y="5167"/>
                </a:lnTo>
                <a:lnTo>
                  <a:pt x="2049" y="3417"/>
                </a:lnTo>
                <a:lnTo>
                  <a:pt x="3996" y="2093"/>
                </a:lnTo>
                <a:lnTo>
                  <a:pt x="5894" y="1136"/>
                </a:lnTo>
                <a:lnTo>
                  <a:pt x="7810" y="503"/>
                </a:lnTo>
                <a:lnTo>
                  <a:pt x="9803" y="140"/>
                </a:lnTo>
                <a:lnTo>
                  <a:pt x="11939" y="0"/>
                </a:lnTo>
                <a:lnTo>
                  <a:pt x="14271" y="34"/>
                </a:lnTo>
                <a:close/>
              </a:path>
            </a:pathLst>
          </a:custGeom>
          <a:solidFill>
            <a:srgbClr val="09090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8" name="contour_12296"/>
          <p:cNvSpPr/>
          <p:nvPr/>
        </p:nvSpPr>
        <p:spPr>
          <a:xfrm>
            <a:off x="6882951" y="2155606"/>
            <a:ext cx="51016" cy="52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3"/>
                </a:moveTo>
                <a:lnTo>
                  <a:pt x="2018" y="224"/>
                </a:lnTo>
                <a:lnTo>
                  <a:pt x="3508" y="0"/>
                </a:lnTo>
                <a:lnTo>
                  <a:pt x="4916" y="0"/>
                </a:lnTo>
                <a:lnTo>
                  <a:pt x="6684" y="224"/>
                </a:lnTo>
                <a:lnTo>
                  <a:pt x="9257" y="673"/>
                </a:lnTo>
                <a:lnTo>
                  <a:pt x="10485" y="2227"/>
                </a:lnTo>
                <a:lnTo>
                  <a:pt x="11642" y="3815"/>
                </a:lnTo>
                <a:lnTo>
                  <a:pt x="12738" y="5432"/>
                </a:lnTo>
                <a:lnTo>
                  <a:pt x="13781" y="7073"/>
                </a:lnTo>
                <a:lnTo>
                  <a:pt x="14781" y="8742"/>
                </a:lnTo>
                <a:lnTo>
                  <a:pt x="15743" y="10431"/>
                </a:lnTo>
                <a:lnTo>
                  <a:pt x="16681" y="12144"/>
                </a:lnTo>
                <a:lnTo>
                  <a:pt x="17601" y="13875"/>
                </a:lnTo>
                <a:lnTo>
                  <a:pt x="18514" y="15621"/>
                </a:lnTo>
                <a:lnTo>
                  <a:pt x="19412" y="17346"/>
                </a:lnTo>
                <a:lnTo>
                  <a:pt x="20323" y="19101"/>
                </a:lnTo>
                <a:lnTo>
                  <a:pt x="20958" y="20341"/>
                </a:lnTo>
                <a:lnTo>
                  <a:pt x="21600" y="21600"/>
                </a:lnTo>
                <a:lnTo>
                  <a:pt x="18011" y="21035"/>
                </a:lnTo>
                <a:lnTo>
                  <a:pt x="15493" y="20607"/>
                </a:lnTo>
                <a:lnTo>
                  <a:pt x="13701" y="20234"/>
                </a:lnTo>
                <a:lnTo>
                  <a:pt x="12290" y="19830"/>
                </a:lnTo>
                <a:lnTo>
                  <a:pt x="10927" y="19319"/>
                </a:lnTo>
                <a:lnTo>
                  <a:pt x="9257" y="18610"/>
                </a:lnTo>
                <a:lnTo>
                  <a:pt x="8307" y="16296"/>
                </a:lnTo>
                <a:lnTo>
                  <a:pt x="7671" y="14673"/>
                </a:lnTo>
                <a:lnTo>
                  <a:pt x="7202" y="13310"/>
                </a:lnTo>
                <a:lnTo>
                  <a:pt x="6752" y="11776"/>
                </a:lnTo>
                <a:lnTo>
                  <a:pt x="6171" y="9642"/>
                </a:lnTo>
                <a:lnTo>
                  <a:pt x="4132" y="9642"/>
                </a:lnTo>
                <a:lnTo>
                  <a:pt x="2080" y="9642"/>
                </a:lnTo>
                <a:lnTo>
                  <a:pt x="0" y="9642"/>
                </a:lnTo>
                <a:lnTo>
                  <a:pt x="0" y="7866"/>
                </a:lnTo>
                <a:lnTo>
                  <a:pt x="0" y="6084"/>
                </a:lnTo>
                <a:lnTo>
                  <a:pt x="0" y="4296"/>
                </a:lnTo>
                <a:lnTo>
                  <a:pt x="0" y="2493"/>
                </a:lnTo>
                <a:lnTo>
                  <a:pt x="0" y="673"/>
                </a:lnTo>
                <a:close/>
              </a:path>
            </a:pathLst>
          </a:custGeom>
          <a:solidFill>
            <a:srgbClr val="D5E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299" name="contour_12297"/>
          <p:cNvSpPr/>
          <p:nvPr/>
        </p:nvSpPr>
        <p:spPr>
          <a:xfrm>
            <a:off x="4995361" y="2152814"/>
            <a:ext cx="65592" cy="276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60"/>
                </a:moveTo>
                <a:lnTo>
                  <a:pt x="20230" y="6458"/>
                </a:lnTo>
                <a:lnTo>
                  <a:pt x="18902" y="9218"/>
                </a:lnTo>
                <a:lnTo>
                  <a:pt x="17597" y="11728"/>
                </a:lnTo>
                <a:lnTo>
                  <a:pt x="16291" y="13987"/>
                </a:lnTo>
                <a:lnTo>
                  <a:pt x="14964" y="15972"/>
                </a:lnTo>
                <a:lnTo>
                  <a:pt x="13596" y="17674"/>
                </a:lnTo>
                <a:lnTo>
                  <a:pt x="12163" y="19091"/>
                </a:lnTo>
                <a:lnTo>
                  <a:pt x="10651" y="20200"/>
                </a:lnTo>
                <a:lnTo>
                  <a:pt x="9031" y="20997"/>
                </a:lnTo>
                <a:lnTo>
                  <a:pt x="7289" y="21469"/>
                </a:lnTo>
                <a:lnTo>
                  <a:pt x="5400" y="21600"/>
                </a:lnTo>
                <a:lnTo>
                  <a:pt x="4049" y="21384"/>
                </a:lnTo>
                <a:lnTo>
                  <a:pt x="2698" y="21139"/>
                </a:lnTo>
                <a:lnTo>
                  <a:pt x="1349" y="20860"/>
                </a:lnTo>
                <a:lnTo>
                  <a:pt x="0" y="20530"/>
                </a:lnTo>
                <a:lnTo>
                  <a:pt x="1598" y="16593"/>
                </a:lnTo>
                <a:lnTo>
                  <a:pt x="3070" y="13076"/>
                </a:lnTo>
                <a:lnTo>
                  <a:pt x="4445" y="9981"/>
                </a:lnTo>
                <a:lnTo>
                  <a:pt x="5750" y="7301"/>
                </a:lnTo>
                <a:lnTo>
                  <a:pt x="7018" y="5042"/>
                </a:lnTo>
                <a:lnTo>
                  <a:pt x="8275" y="3198"/>
                </a:lnTo>
                <a:lnTo>
                  <a:pt x="9557" y="1775"/>
                </a:lnTo>
                <a:lnTo>
                  <a:pt x="10886" y="768"/>
                </a:lnTo>
                <a:lnTo>
                  <a:pt x="12298" y="176"/>
                </a:lnTo>
                <a:lnTo>
                  <a:pt x="13819" y="0"/>
                </a:lnTo>
                <a:lnTo>
                  <a:pt x="15480" y="245"/>
                </a:lnTo>
                <a:lnTo>
                  <a:pt x="17311" y="899"/>
                </a:lnTo>
                <a:lnTo>
                  <a:pt x="19342" y="1974"/>
                </a:lnTo>
                <a:lnTo>
                  <a:pt x="21600" y="3460"/>
                </a:lnTo>
                <a:close/>
              </a:path>
            </a:pathLst>
          </a:custGeom>
          <a:solidFill>
            <a:srgbClr val="76C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0" name="contour_12298"/>
          <p:cNvSpPr/>
          <p:nvPr/>
        </p:nvSpPr>
        <p:spPr>
          <a:xfrm>
            <a:off x="3800130" y="2135382"/>
            <a:ext cx="874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00" y="0"/>
                </a:moveTo>
                <a:lnTo>
                  <a:pt x="10134" y="778"/>
                </a:lnTo>
                <a:lnTo>
                  <a:pt x="11268" y="1555"/>
                </a:lnTo>
                <a:lnTo>
                  <a:pt x="12404" y="2333"/>
                </a:lnTo>
                <a:lnTo>
                  <a:pt x="13541" y="3115"/>
                </a:lnTo>
                <a:lnTo>
                  <a:pt x="14683" y="3897"/>
                </a:lnTo>
                <a:lnTo>
                  <a:pt x="15824" y="4679"/>
                </a:lnTo>
                <a:lnTo>
                  <a:pt x="16970" y="5465"/>
                </a:lnTo>
                <a:lnTo>
                  <a:pt x="18121" y="6255"/>
                </a:lnTo>
                <a:lnTo>
                  <a:pt x="19274" y="7046"/>
                </a:lnTo>
                <a:lnTo>
                  <a:pt x="20435" y="7841"/>
                </a:lnTo>
                <a:lnTo>
                  <a:pt x="21600" y="8640"/>
                </a:lnTo>
                <a:lnTo>
                  <a:pt x="20511" y="9145"/>
                </a:lnTo>
                <a:lnTo>
                  <a:pt x="19420" y="9651"/>
                </a:lnTo>
                <a:lnTo>
                  <a:pt x="18331" y="10161"/>
                </a:lnTo>
                <a:lnTo>
                  <a:pt x="17240" y="10666"/>
                </a:lnTo>
                <a:lnTo>
                  <a:pt x="16151" y="11172"/>
                </a:lnTo>
                <a:lnTo>
                  <a:pt x="15716" y="11616"/>
                </a:lnTo>
                <a:lnTo>
                  <a:pt x="14400" y="12960"/>
                </a:lnTo>
                <a:lnTo>
                  <a:pt x="14036" y="15237"/>
                </a:lnTo>
                <a:lnTo>
                  <a:pt x="13669" y="17548"/>
                </a:lnTo>
                <a:lnTo>
                  <a:pt x="13138" y="19561"/>
                </a:lnTo>
                <a:lnTo>
                  <a:pt x="12600" y="21600"/>
                </a:lnTo>
                <a:lnTo>
                  <a:pt x="11349" y="21552"/>
                </a:lnTo>
                <a:lnTo>
                  <a:pt x="10408" y="21475"/>
                </a:lnTo>
                <a:lnTo>
                  <a:pt x="9599" y="21324"/>
                </a:lnTo>
                <a:lnTo>
                  <a:pt x="8746" y="21056"/>
                </a:lnTo>
                <a:lnTo>
                  <a:pt x="7668" y="20619"/>
                </a:lnTo>
                <a:lnTo>
                  <a:pt x="6188" y="19980"/>
                </a:lnTo>
                <a:lnTo>
                  <a:pt x="5033" y="19500"/>
                </a:lnTo>
                <a:lnTo>
                  <a:pt x="3870" y="19017"/>
                </a:lnTo>
                <a:lnTo>
                  <a:pt x="2693" y="18528"/>
                </a:lnTo>
                <a:lnTo>
                  <a:pt x="1804" y="18118"/>
                </a:lnTo>
                <a:lnTo>
                  <a:pt x="907" y="17699"/>
                </a:lnTo>
                <a:lnTo>
                  <a:pt x="0" y="17280"/>
                </a:lnTo>
                <a:lnTo>
                  <a:pt x="0" y="15137"/>
                </a:lnTo>
                <a:lnTo>
                  <a:pt x="0" y="12960"/>
                </a:lnTo>
                <a:lnTo>
                  <a:pt x="1273" y="12960"/>
                </a:lnTo>
                <a:lnTo>
                  <a:pt x="2547" y="12960"/>
                </a:lnTo>
                <a:lnTo>
                  <a:pt x="3825" y="12960"/>
                </a:lnTo>
                <a:lnTo>
                  <a:pt x="5108" y="12960"/>
                </a:lnTo>
                <a:lnTo>
                  <a:pt x="6397" y="12960"/>
                </a:lnTo>
                <a:lnTo>
                  <a:pt x="7693" y="12960"/>
                </a:lnTo>
                <a:lnTo>
                  <a:pt x="9000" y="12960"/>
                </a:lnTo>
                <a:lnTo>
                  <a:pt x="9000" y="10394"/>
                </a:lnTo>
                <a:lnTo>
                  <a:pt x="9000" y="7819"/>
                </a:lnTo>
                <a:lnTo>
                  <a:pt x="9000" y="5236"/>
                </a:lnTo>
                <a:lnTo>
                  <a:pt x="9000" y="2631"/>
                </a:lnTo>
                <a:lnTo>
                  <a:pt x="9000" y="0"/>
                </a:lnTo>
                <a:close/>
              </a:path>
            </a:pathLst>
          </a:custGeom>
          <a:solidFill>
            <a:srgbClr val="BEC2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1" name="contour_12299"/>
          <p:cNvSpPr/>
          <p:nvPr/>
        </p:nvSpPr>
        <p:spPr>
          <a:xfrm>
            <a:off x="10220851" y="213538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68" y="373"/>
                </a:lnTo>
                <a:lnTo>
                  <a:pt x="6850" y="783"/>
                </a:lnTo>
                <a:lnTo>
                  <a:pt x="8729" y="1220"/>
                </a:lnTo>
                <a:lnTo>
                  <a:pt x="10609" y="1685"/>
                </a:lnTo>
                <a:lnTo>
                  <a:pt x="11661" y="1922"/>
                </a:lnTo>
                <a:lnTo>
                  <a:pt x="14839" y="2635"/>
                </a:lnTo>
                <a:lnTo>
                  <a:pt x="16663" y="4007"/>
                </a:lnTo>
                <a:lnTo>
                  <a:pt x="18514" y="5400"/>
                </a:lnTo>
                <a:lnTo>
                  <a:pt x="19125" y="8608"/>
                </a:lnTo>
                <a:lnTo>
                  <a:pt x="19739" y="11826"/>
                </a:lnTo>
                <a:lnTo>
                  <a:pt x="20353" y="15055"/>
                </a:lnTo>
                <a:lnTo>
                  <a:pt x="20974" y="18311"/>
                </a:lnTo>
                <a:lnTo>
                  <a:pt x="21600" y="21600"/>
                </a:lnTo>
                <a:lnTo>
                  <a:pt x="19462" y="21065"/>
                </a:lnTo>
                <a:lnTo>
                  <a:pt x="17320" y="20531"/>
                </a:lnTo>
                <a:lnTo>
                  <a:pt x="15179" y="19996"/>
                </a:lnTo>
                <a:lnTo>
                  <a:pt x="13034" y="19456"/>
                </a:lnTo>
                <a:lnTo>
                  <a:pt x="10880" y="18922"/>
                </a:lnTo>
                <a:lnTo>
                  <a:pt x="8723" y="18382"/>
                </a:lnTo>
                <a:lnTo>
                  <a:pt x="6557" y="17842"/>
                </a:lnTo>
                <a:lnTo>
                  <a:pt x="4382" y="17296"/>
                </a:lnTo>
                <a:lnTo>
                  <a:pt x="2197" y="16751"/>
                </a:lnTo>
                <a:lnTo>
                  <a:pt x="0" y="16200"/>
                </a:lnTo>
                <a:lnTo>
                  <a:pt x="611" y="12992"/>
                </a:lnTo>
                <a:lnTo>
                  <a:pt x="1225" y="9774"/>
                </a:lnTo>
                <a:lnTo>
                  <a:pt x="1839" y="6545"/>
                </a:lnTo>
                <a:lnTo>
                  <a:pt x="2459" y="3289"/>
                </a:lnTo>
                <a:lnTo>
                  <a:pt x="3086" y="0"/>
                </a:lnTo>
                <a:close/>
              </a:path>
            </a:pathLst>
          </a:custGeom>
          <a:solidFill>
            <a:srgbClr val="E0E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2" name="contour_12300"/>
          <p:cNvSpPr/>
          <p:nvPr/>
        </p:nvSpPr>
        <p:spPr>
          <a:xfrm>
            <a:off x="4681977" y="2135382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6412" y="1225"/>
                </a:lnTo>
                <a:lnTo>
                  <a:pt x="9029" y="2231"/>
                </a:lnTo>
                <a:lnTo>
                  <a:pt x="11059" y="3098"/>
                </a:lnTo>
                <a:lnTo>
                  <a:pt x="12624" y="3910"/>
                </a:lnTo>
                <a:lnTo>
                  <a:pt x="13843" y="4749"/>
                </a:lnTo>
                <a:lnTo>
                  <a:pt x="14830" y="5696"/>
                </a:lnTo>
                <a:lnTo>
                  <a:pt x="15709" y="6835"/>
                </a:lnTo>
                <a:lnTo>
                  <a:pt x="16601" y="8248"/>
                </a:lnTo>
                <a:lnTo>
                  <a:pt x="17623" y="10016"/>
                </a:lnTo>
                <a:lnTo>
                  <a:pt x="18348" y="11923"/>
                </a:lnTo>
                <a:lnTo>
                  <a:pt x="19042" y="13843"/>
                </a:lnTo>
                <a:lnTo>
                  <a:pt x="19708" y="15774"/>
                </a:lnTo>
                <a:lnTo>
                  <a:pt x="20353" y="17712"/>
                </a:lnTo>
                <a:lnTo>
                  <a:pt x="20983" y="19653"/>
                </a:lnTo>
                <a:lnTo>
                  <a:pt x="21600" y="21600"/>
                </a:lnTo>
                <a:lnTo>
                  <a:pt x="19656" y="21045"/>
                </a:lnTo>
                <a:lnTo>
                  <a:pt x="17712" y="20489"/>
                </a:lnTo>
                <a:lnTo>
                  <a:pt x="15765" y="19934"/>
                </a:lnTo>
                <a:lnTo>
                  <a:pt x="13815" y="19375"/>
                </a:lnTo>
                <a:lnTo>
                  <a:pt x="11858" y="18817"/>
                </a:lnTo>
                <a:lnTo>
                  <a:pt x="9902" y="18258"/>
                </a:lnTo>
                <a:lnTo>
                  <a:pt x="7936" y="17697"/>
                </a:lnTo>
                <a:lnTo>
                  <a:pt x="5965" y="17132"/>
                </a:lnTo>
                <a:lnTo>
                  <a:pt x="3987" y="16567"/>
                </a:lnTo>
                <a:lnTo>
                  <a:pt x="1996" y="15999"/>
                </a:lnTo>
                <a:lnTo>
                  <a:pt x="0" y="15429"/>
                </a:lnTo>
                <a:lnTo>
                  <a:pt x="1527" y="13901"/>
                </a:lnTo>
                <a:lnTo>
                  <a:pt x="3061" y="12364"/>
                </a:lnTo>
                <a:lnTo>
                  <a:pt x="4607" y="10822"/>
                </a:lnTo>
                <a:lnTo>
                  <a:pt x="6171" y="9257"/>
                </a:lnTo>
                <a:lnTo>
                  <a:pt x="5591" y="6776"/>
                </a:lnTo>
                <a:lnTo>
                  <a:pt x="5141" y="5054"/>
                </a:lnTo>
                <a:lnTo>
                  <a:pt x="4672" y="3647"/>
                </a:lnTo>
                <a:lnTo>
                  <a:pt x="4036" y="2111"/>
                </a:lnTo>
                <a:lnTo>
                  <a:pt x="3086" y="0"/>
                </a:lnTo>
                <a:close/>
              </a:path>
            </a:pathLst>
          </a:custGeom>
          <a:solidFill>
            <a:srgbClr val="83B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3" name="contour_12301"/>
          <p:cNvSpPr/>
          <p:nvPr/>
        </p:nvSpPr>
        <p:spPr>
          <a:xfrm>
            <a:off x="4609097" y="2133093"/>
            <a:ext cx="58304" cy="24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2002"/>
                </a:moveTo>
                <a:lnTo>
                  <a:pt x="4517" y="1237"/>
                </a:lnTo>
                <a:lnTo>
                  <a:pt x="6323" y="650"/>
                </a:lnTo>
                <a:lnTo>
                  <a:pt x="8122" y="242"/>
                </a:lnTo>
                <a:lnTo>
                  <a:pt x="9912" y="26"/>
                </a:lnTo>
                <a:lnTo>
                  <a:pt x="11702" y="0"/>
                </a:lnTo>
                <a:lnTo>
                  <a:pt x="13492" y="185"/>
                </a:lnTo>
                <a:lnTo>
                  <a:pt x="15285" y="574"/>
                </a:lnTo>
                <a:lnTo>
                  <a:pt x="17088" y="1173"/>
                </a:lnTo>
                <a:lnTo>
                  <a:pt x="18900" y="2002"/>
                </a:lnTo>
                <a:lnTo>
                  <a:pt x="19988" y="5861"/>
                </a:lnTo>
                <a:lnTo>
                  <a:pt x="20631" y="8475"/>
                </a:lnTo>
                <a:lnTo>
                  <a:pt x="21084" y="11046"/>
                </a:lnTo>
                <a:lnTo>
                  <a:pt x="21600" y="14757"/>
                </a:lnTo>
                <a:lnTo>
                  <a:pt x="19883" y="17021"/>
                </a:lnTo>
                <a:lnTo>
                  <a:pt x="18225" y="18737"/>
                </a:lnTo>
                <a:lnTo>
                  <a:pt x="16597" y="19980"/>
                </a:lnTo>
                <a:lnTo>
                  <a:pt x="14966" y="20816"/>
                </a:lnTo>
                <a:lnTo>
                  <a:pt x="13300" y="21313"/>
                </a:lnTo>
                <a:lnTo>
                  <a:pt x="11564" y="21549"/>
                </a:lnTo>
                <a:lnTo>
                  <a:pt x="9731" y="21600"/>
                </a:lnTo>
                <a:lnTo>
                  <a:pt x="7762" y="21530"/>
                </a:lnTo>
                <a:lnTo>
                  <a:pt x="6305" y="21472"/>
                </a:lnTo>
                <a:lnTo>
                  <a:pt x="4838" y="21415"/>
                </a:lnTo>
                <a:lnTo>
                  <a:pt x="3353" y="21358"/>
                </a:lnTo>
                <a:lnTo>
                  <a:pt x="1688" y="21249"/>
                </a:lnTo>
                <a:lnTo>
                  <a:pt x="0" y="21134"/>
                </a:lnTo>
                <a:lnTo>
                  <a:pt x="184" y="16390"/>
                </a:lnTo>
                <a:lnTo>
                  <a:pt x="416" y="13022"/>
                </a:lnTo>
                <a:lnTo>
                  <a:pt x="826" y="10114"/>
                </a:lnTo>
                <a:lnTo>
                  <a:pt x="1544" y="6747"/>
                </a:lnTo>
                <a:lnTo>
                  <a:pt x="2700" y="2002"/>
                </a:lnTo>
                <a:close/>
              </a:path>
            </a:pathLst>
          </a:custGeom>
          <a:solidFill>
            <a:srgbClr val="73A1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4" name="contour_12302"/>
          <p:cNvSpPr/>
          <p:nvPr/>
        </p:nvSpPr>
        <p:spPr>
          <a:xfrm>
            <a:off x="1897964" y="2135382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268"/>
                </a:lnTo>
                <a:lnTo>
                  <a:pt x="2673" y="536"/>
                </a:lnTo>
                <a:lnTo>
                  <a:pt x="4012" y="804"/>
                </a:lnTo>
                <a:lnTo>
                  <a:pt x="5349" y="1071"/>
                </a:lnTo>
                <a:lnTo>
                  <a:pt x="6688" y="1339"/>
                </a:lnTo>
                <a:lnTo>
                  <a:pt x="8031" y="1607"/>
                </a:lnTo>
                <a:lnTo>
                  <a:pt x="9374" y="1875"/>
                </a:lnTo>
                <a:lnTo>
                  <a:pt x="10719" y="2143"/>
                </a:lnTo>
                <a:lnTo>
                  <a:pt x="12067" y="2415"/>
                </a:lnTo>
                <a:lnTo>
                  <a:pt x="13418" y="2683"/>
                </a:lnTo>
                <a:lnTo>
                  <a:pt x="14772" y="2955"/>
                </a:lnTo>
                <a:lnTo>
                  <a:pt x="16129" y="3227"/>
                </a:lnTo>
                <a:lnTo>
                  <a:pt x="17490" y="3499"/>
                </a:lnTo>
                <a:lnTo>
                  <a:pt x="18855" y="3771"/>
                </a:lnTo>
                <a:lnTo>
                  <a:pt x="20225" y="4044"/>
                </a:lnTo>
                <a:lnTo>
                  <a:pt x="21600" y="4320"/>
                </a:lnTo>
                <a:lnTo>
                  <a:pt x="21044" y="6765"/>
                </a:lnTo>
                <a:lnTo>
                  <a:pt x="20489" y="9210"/>
                </a:lnTo>
                <a:lnTo>
                  <a:pt x="19931" y="11664"/>
                </a:lnTo>
                <a:lnTo>
                  <a:pt x="19371" y="14126"/>
                </a:lnTo>
                <a:lnTo>
                  <a:pt x="18808" y="16602"/>
                </a:lnTo>
                <a:lnTo>
                  <a:pt x="18242" y="19090"/>
                </a:lnTo>
                <a:lnTo>
                  <a:pt x="17673" y="21600"/>
                </a:lnTo>
                <a:lnTo>
                  <a:pt x="16919" y="19600"/>
                </a:lnTo>
                <a:lnTo>
                  <a:pt x="16155" y="17565"/>
                </a:lnTo>
                <a:lnTo>
                  <a:pt x="15032" y="15587"/>
                </a:lnTo>
                <a:lnTo>
                  <a:pt x="13930" y="13971"/>
                </a:lnTo>
                <a:lnTo>
                  <a:pt x="12830" y="12653"/>
                </a:lnTo>
                <a:lnTo>
                  <a:pt x="11711" y="11573"/>
                </a:lnTo>
                <a:lnTo>
                  <a:pt x="10551" y="10670"/>
                </a:lnTo>
                <a:lnTo>
                  <a:pt x="9331" y="9876"/>
                </a:lnTo>
                <a:lnTo>
                  <a:pt x="8029" y="9128"/>
                </a:lnTo>
                <a:lnTo>
                  <a:pt x="6627" y="8372"/>
                </a:lnTo>
                <a:lnTo>
                  <a:pt x="5292" y="7633"/>
                </a:lnTo>
                <a:lnTo>
                  <a:pt x="3963" y="6864"/>
                </a:lnTo>
                <a:lnTo>
                  <a:pt x="2635" y="6057"/>
                </a:lnTo>
                <a:lnTo>
                  <a:pt x="1316" y="5214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21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5" name="contour_12303"/>
          <p:cNvSpPr/>
          <p:nvPr/>
        </p:nvSpPr>
        <p:spPr>
          <a:xfrm>
            <a:off x="1293061" y="2106230"/>
            <a:ext cx="58304" cy="60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837" y="861"/>
                </a:lnTo>
                <a:lnTo>
                  <a:pt x="16176" y="1724"/>
                </a:lnTo>
                <a:lnTo>
                  <a:pt x="17520" y="2590"/>
                </a:lnTo>
                <a:lnTo>
                  <a:pt x="18870" y="3458"/>
                </a:lnTo>
                <a:lnTo>
                  <a:pt x="20228" y="4335"/>
                </a:lnTo>
                <a:lnTo>
                  <a:pt x="21600" y="5216"/>
                </a:lnTo>
                <a:lnTo>
                  <a:pt x="20334" y="5654"/>
                </a:lnTo>
                <a:lnTo>
                  <a:pt x="19049" y="6103"/>
                </a:lnTo>
                <a:lnTo>
                  <a:pt x="17420" y="7240"/>
                </a:lnTo>
                <a:lnTo>
                  <a:pt x="16268" y="8390"/>
                </a:lnTo>
                <a:lnTo>
                  <a:pt x="15460" y="9624"/>
                </a:lnTo>
                <a:lnTo>
                  <a:pt x="14869" y="11009"/>
                </a:lnTo>
                <a:lnTo>
                  <a:pt x="14372" y="12613"/>
                </a:lnTo>
                <a:lnTo>
                  <a:pt x="13838" y="14506"/>
                </a:lnTo>
                <a:lnTo>
                  <a:pt x="13055" y="16600"/>
                </a:lnTo>
                <a:lnTo>
                  <a:pt x="12477" y="17962"/>
                </a:lnTo>
                <a:lnTo>
                  <a:pt x="11821" y="19185"/>
                </a:lnTo>
                <a:lnTo>
                  <a:pt x="10800" y="20865"/>
                </a:lnTo>
                <a:lnTo>
                  <a:pt x="8888" y="21352"/>
                </a:lnTo>
                <a:lnTo>
                  <a:pt x="7152" y="21582"/>
                </a:lnTo>
                <a:lnTo>
                  <a:pt x="5494" y="21600"/>
                </a:lnTo>
                <a:lnTo>
                  <a:pt x="3815" y="21457"/>
                </a:lnTo>
                <a:lnTo>
                  <a:pt x="2017" y="21193"/>
                </a:lnTo>
                <a:lnTo>
                  <a:pt x="0" y="20865"/>
                </a:lnTo>
                <a:lnTo>
                  <a:pt x="0" y="19141"/>
                </a:lnTo>
                <a:lnTo>
                  <a:pt x="0" y="17406"/>
                </a:lnTo>
                <a:lnTo>
                  <a:pt x="0" y="15648"/>
                </a:lnTo>
                <a:lnTo>
                  <a:pt x="1272" y="15810"/>
                </a:lnTo>
                <a:lnTo>
                  <a:pt x="2551" y="15974"/>
                </a:lnTo>
                <a:lnTo>
                  <a:pt x="3850" y="16139"/>
                </a:lnTo>
                <a:lnTo>
                  <a:pt x="5254" y="15977"/>
                </a:lnTo>
                <a:lnTo>
                  <a:pt x="6666" y="15813"/>
                </a:lnTo>
                <a:lnTo>
                  <a:pt x="8100" y="15648"/>
                </a:lnTo>
                <a:lnTo>
                  <a:pt x="9072" y="13943"/>
                </a:lnTo>
                <a:lnTo>
                  <a:pt x="9725" y="12683"/>
                </a:lnTo>
                <a:lnTo>
                  <a:pt x="10211" y="11494"/>
                </a:lnTo>
                <a:lnTo>
                  <a:pt x="10689" y="9999"/>
                </a:lnTo>
                <a:lnTo>
                  <a:pt x="11308" y="7824"/>
                </a:lnTo>
                <a:lnTo>
                  <a:pt x="11734" y="6369"/>
                </a:lnTo>
                <a:lnTo>
                  <a:pt x="12166" y="4906"/>
                </a:lnTo>
                <a:lnTo>
                  <a:pt x="12604" y="3422"/>
                </a:lnTo>
                <a:lnTo>
                  <a:pt x="13049" y="1724"/>
                </a:lnTo>
                <a:lnTo>
                  <a:pt x="13500" y="0"/>
                </a:lnTo>
                <a:close/>
              </a:path>
            </a:pathLst>
          </a:custGeom>
          <a:solidFill>
            <a:srgbClr val="9C83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6" name="contour_12304"/>
          <p:cNvSpPr/>
          <p:nvPr/>
        </p:nvSpPr>
        <p:spPr>
          <a:xfrm>
            <a:off x="9820011" y="2133246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96"/>
                </a:moveTo>
                <a:lnTo>
                  <a:pt x="6210" y="514"/>
                </a:lnTo>
                <a:lnTo>
                  <a:pt x="8770" y="131"/>
                </a:lnTo>
                <a:lnTo>
                  <a:pt x="11300" y="0"/>
                </a:lnTo>
                <a:lnTo>
                  <a:pt x="13828" y="82"/>
                </a:lnTo>
                <a:lnTo>
                  <a:pt x="16369" y="335"/>
                </a:lnTo>
                <a:lnTo>
                  <a:pt x="18954" y="722"/>
                </a:lnTo>
                <a:lnTo>
                  <a:pt x="21600" y="1196"/>
                </a:lnTo>
                <a:lnTo>
                  <a:pt x="21578" y="5207"/>
                </a:lnTo>
                <a:lnTo>
                  <a:pt x="21413" y="7819"/>
                </a:lnTo>
                <a:lnTo>
                  <a:pt x="20974" y="9586"/>
                </a:lnTo>
                <a:lnTo>
                  <a:pt x="20117" y="11071"/>
                </a:lnTo>
                <a:lnTo>
                  <a:pt x="18702" y="12834"/>
                </a:lnTo>
                <a:lnTo>
                  <a:pt x="17744" y="13618"/>
                </a:lnTo>
                <a:lnTo>
                  <a:pt x="14850" y="15989"/>
                </a:lnTo>
                <a:lnTo>
                  <a:pt x="13907" y="16789"/>
                </a:lnTo>
                <a:lnTo>
                  <a:pt x="11052" y="19209"/>
                </a:lnTo>
                <a:lnTo>
                  <a:pt x="9115" y="20376"/>
                </a:lnTo>
                <a:lnTo>
                  <a:pt x="7571" y="21082"/>
                </a:lnTo>
                <a:lnTo>
                  <a:pt x="5890" y="21445"/>
                </a:lnTo>
                <a:lnTo>
                  <a:pt x="3546" y="21580"/>
                </a:lnTo>
                <a:lnTo>
                  <a:pt x="0" y="21600"/>
                </a:lnTo>
                <a:lnTo>
                  <a:pt x="108" y="18894"/>
                </a:lnTo>
                <a:lnTo>
                  <a:pt x="259" y="16258"/>
                </a:lnTo>
                <a:lnTo>
                  <a:pt x="486" y="13675"/>
                </a:lnTo>
                <a:lnTo>
                  <a:pt x="806" y="11133"/>
                </a:lnTo>
                <a:lnTo>
                  <a:pt x="1253" y="8627"/>
                </a:lnTo>
                <a:lnTo>
                  <a:pt x="1850" y="6142"/>
                </a:lnTo>
                <a:lnTo>
                  <a:pt x="2621" y="3669"/>
                </a:lnTo>
                <a:lnTo>
                  <a:pt x="3600" y="1196"/>
                </a:lnTo>
                <a:close/>
              </a:path>
            </a:pathLst>
          </a:custGeom>
          <a:solidFill>
            <a:srgbClr val="DB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7" name="contour_12305"/>
          <p:cNvSpPr/>
          <p:nvPr/>
        </p:nvSpPr>
        <p:spPr>
          <a:xfrm>
            <a:off x="3712674" y="211351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545"/>
                </a:lnTo>
                <a:lnTo>
                  <a:pt x="21600" y="5094"/>
                </a:lnTo>
                <a:lnTo>
                  <a:pt x="21600" y="7650"/>
                </a:lnTo>
                <a:lnTo>
                  <a:pt x="21600" y="10217"/>
                </a:lnTo>
                <a:lnTo>
                  <a:pt x="21600" y="12794"/>
                </a:lnTo>
                <a:lnTo>
                  <a:pt x="21600" y="15386"/>
                </a:lnTo>
                <a:lnTo>
                  <a:pt x="21600" y="18000"/>
                </a:lnTo>
                <a:lnTo>
                  <a:pt x="19224" y="18396"/>
                </a:lnTo>
                <a:lnTo>
                  <a:pt x="16844" y="18792"/>
                </a:lnTo>
                <a:lnTo>
                  <a:pt x="14465" y="19188"/>
                </a:lnTo>
                <a:lnTo>
                  <a:pt x="12078" y="19588"/>
                </a:lnTo>
                <a:lnTo>
                  <a:pt x="9684" y="19987"/>
                </a:lnTo>
                <a:lnTo>
                  <a:pt x="7279" y="20387"/>
                </a:lnTo>
                <a:lnTo>
                  <a:pt x="4867" y="20790"/>
                </a:lnTo>
                <a:lnTo>
                  <a:pt x="2441" y="21193"/>
                </a:lnTo>
                <a:lnTo>
                  <a:pt x="0" y="21600"/>
                </a:lnTo>
                <a:lnTo>
                  <a:pt x="1782" y="20707"/>
                </a:lnTo>
                <a:lnTo>
                  <a:pt x="3575" y="19814"/>
                </a:lnTo>
                <a:lnTo>
                  <a:pt x="5375" y="18911"/>
                </a:lnTo>
                <a:lnTo>
                  <a:pt x="7200" y="18000"/>
                </a:lnTo>
                <a:lnTo>
                  <a:pt x="8093" y="15484"/>
                </a:lnTo>
                <a:lnTo>
                  <a:pt x="8557" y="13615"/>
                </a:lnTo>
                <a:lnTo>
                  <a:pt x="9000" y="10800"/>
                </a:lnTo>
                <a:lnTo>
                  <a:pt x="9716" y="7409"/>
                </a:lnTo>
                <a:lnTo>
                  <a:pt x="10354" y="5198"/>
                </a:lnTo>
                <a:lnTo>
                  <a:pt x="11174" y="3694"/>
                </a:lnTo>
                <a:lnTo>
                  <a:pt x="12438" y="2419"/>
                </a:lnTo>
                <a:lnTo>
                  <a:pt x="14400" y="900"/>
                </a:lnTo>
                <a:lnTo>
                  <a:pt x="17068" y="266"/>
                </a:lnTo>
                <a:lnTo>
                  <a:pt x="18932" y="32"/>
                </a:lnTo>
                <a:lnTo>
                  <a:pt x="21600" y="0"/>
                </a:lnTo>
                <a:close/>
              </a:path>
            </a:pathLst>
          </a:custGeom>
          <a:solidFill>
            <a:srgbClr val="7862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8" name="contour_12306"/>
          <p:cNvSpPr/>
          <p:nvPr/>
        </p:nvSpPr>
        <p:spPr>
          <a:xfrm>
            <a:off x="1482549" y="212080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600" y="2851"/>
                </a:lnTo>
                <a:lnTo>
                  <a:pt x="21600" y="5707"/>
                </a:lnTo>
                <a:lnTo>
                  <a:pt x="21600" y="8575"/>
                </a:lnTo>
                <a:lnTo>
                  <a:pt x="21600" y="11457"/>
                </a:lnTo>
                <a:lnTo>
                  <a:pt x="21600" y="14355"/>
                </a:lnTo>
                <a:lnTo>
                  <a:pt x="21600" y="17280"/>
                </a:lnTo>
                <a:lnTo>
                  <a:pt x="19462" y="17708"/>
                </a:lnTo>
                <a:lnTo>
                  <a:pt x="17320" y="18135"/>
                </a:lnTo>
                <a:lnTo>
                  <a:pt x="15179" y="18563"/>
                </a:lnTo>
                <a:lnTo>
                  <a:pt x="13034" y="18995"/>
                </a:lnTo>
                <a:lnTo>
                  <a:pt x="10880" y="19423"/>
                </a:lnTo>
                <a:lnTo>
                  <a:pt x="8723" y="19855"/>
                </a:lnTo>
                <a:lnTo>
                  <a:pt x="6557" y="20287"/>
                </a:lnTo>
                <a:lnTo>
                  <a:pt x="4382" y="20723"/>
                </a:lnTo>
                <a:lnTo>
                  <a:pt x="2197" y="21159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879" y="13081"/>
                </a:lnTo>
                <a:lnTo>
                  <a:pt x="2432" y="13288"/>
                </a:lnTo>
                <a:lnTo>
                  <a:pt x="5980" y="13772"/>
                </a:lnTo>
                <a:lnTo>
                  <a:pt x="8504" y="13772"/>
                </a:lnTo>
                <a:lnTo>
                  <a:pt x="10155" y="13565"/>
                </a:lnTo>
                <a:lnTo>
                  <a:pt x="12343" y="12960"/>
                </a:lnTo>
                <a:lnTo>
                  <a:pt x="13293" y="9746"/>
                </a:lnTo>
                <a:lnTo>
                  <a:pt x="13929" y="7465"/>
                </a:lnTo>
                <a:lnTo>
                  <a:pt x="14398" y="5495"/>
                </a:lnTo>
                <a:lnTo>
                  <a:pt x="14848" y="3214"/>
                </a:lnTo>
                <a:lnTo>
                  <a:pt x="15429" y="0"/>
                </a:lnTo>
                <a:close/>
              </a:path>
            </a:pathLst>
          </a:custGeom>
          <a:solidFill>
            <a:srgbClr val="AEAE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09" name="contour_12307"/>
          <p:cNvSpPr/>
          <p:nvPr/>
        </p:nvSpPr>
        <p:spPr>
          <a:xfrm>
            <a:off x="2495580" y="2106230"/>
            <a:ext cx="36440" cy="38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4576" y="2685"/>
                </a:lnTo>
                <a:lnTo>
                  <a:pt x="15617" y="4651"/>
                </a:lnTo>
                <a:lnTo>
                  <a:pt x="16550" y="6855"/>
                </a:lnTo>
                <a:lnTo>
                  <a:pt x="17820" y="10262"/>
                </a:lnTo>
                <a:lnTo>
                  <a:pt x="18546" y="12171"/>
                </a:lnTo>
                <a:lnTo>
                  <a:pt x="19276" y="14088"/>
                </a:lnTo>
                <a:lnTo>
                  <a:pt x="20015" y="16034"/>
                </a:lnTo>
                <a:lnTo>
                  <a:pt x="20801" y="18263"/>
                </a:lnTo>
                <a:lnTo>
                  <a:pt x="21600" y="20525"/>
                </a:lnTo>
                <a:lnTo>
                  <a:pt x="16636" y="21124"/>
                </a:lnTo>
                <a:lnTo>
                  <a:pt x="13146" y="21481"/>
                </a:lnTo>
                <a:lnTo>
                  <a:pt x="10644" y="21600"/>
                </a:lnTo>
                <a:lnTo>
                  <a:pt x="8662" y="21481"/>
                </a:lnTo>
                <a:lnTo>
                  <a:pt x="6713" y="21124"/>
                </a:lnTo>
                <a:lnTo>
                  <a:pt x="4320" y="20525"/>
                </a:lnTo>
                <a:lnTo>
                  <a:pt x="2834" y="17930"/>
                </a:lnTo>
                <a:lnTo>
                  <a:pt x="1689" y="15311"/>
                </a:lnTo>
                <a:lnTo>
                  <a:pt x="860" y="12639"/>
                </a:lnTo>
                <a:lnTo>
                  <a:pt x="320" y="9901"/>
                </a:lnTo>
                <a:lnTo>
                  <a:pt x="43" y="7060"/>
                </a:lnTo>
                <a:lnTo>
                  <a:pt x="0" y="4105"/>
                </a:lnTo>
                <a:lnTo>
                  <a:pt x="2143" y="2069"/>
                </a:lnTo>
                <a:lnTo>
                  <a:pt x="4320" y="0"/>
                </a:lnTo>
                <a:close/>
              </a:path>
            </a:pathLst>
          </a:custGeom>
          <a:solidFill>
            <a:srgbClr val="4F4D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0" name="contour_12308"/>
          <p:cNvSpPr/>
          <p:nvPr/>
        </p:nvSpPr>
        <p:spPr>
          <a:xfrm>
            <a:off x="6677254" y="2098942"/>
            <a:ext cx="3093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0" y="0"/>
                </a:moveTo>
                <a:lnTo>
                  <a:pt x="4503" y="0"/>
                </a:lnTo>
                <a:lnTo>
                  <a:pt x="7887" y="0"/>
                </a:lnTo>
                <a:lnTo>
                  <a:pt x="11316" y="0"/>
                </a:lnTo>
                <a:lnTo>
                  <a:pt x="12909" y="1445"/>
                </a:lnTo>
                <a:lnTo>
                  <a:pt x="14003" y="2518"/>
                </a:lnTo>
                <a:lnTo>
                  <a:pt x="14873" y="3542"/>
                </a:lnTo>
                <a:lnTo>
                  <a:pt x="15794" y="4846"/>
                </a:lnTo>
                <a:lnTo>
                  <a:pt x="17041" y="6749"/>
                </a:lnTo>
                <a:lnTo>
                  <a:pt x="17896" y="8004"/>
                </a:lnTo>
                <a:lnTo>
                  <a:pt x="18756" y="9269"/>
                </a:lnTo>
                <a:lnTo>
                  <a:pt x="19626" y="10548"/>
                </a:lnTo>
                <a:lnTo>
                  <a:pt x="20333" y="12161"/>
                </a:lnTo>
                <a:lnTo>
                  <a:pt x="20867" y="13728"/>
                </a:lnTo>
                <a:lnTo>
                  <a:pt x="21249" y="15274"/>
                </a:lnTo>
                <a:lnTo>
                  <a:pt x="21488" y="16814"/>
                </a:lnTo>
                <a:lnTo>
                  <a:pt x="21600" y="18367"/>
                </a:lnTo>
                <a:lnTo>
                  <a:pt x="21595" y="19958"/>
                </a:lnTo>
                <a:lnTo>
                  <a:pt x="21493" y="21600"/>
                </a:lnTo>
                <a:lnTo>
                  <a:pt x="18135" y="20765"/>
                </a:lnTo>
                <a:lnTo>
                  <a:pt x="14955" y="19903"/>
                </a:lnTo>
                <a:lnTo>
                  <a:pt x="11932" y="18991"/>
                </a:lnTo>
                <a:lnTo>
                  <a:pt x="9057" y="18007"/>
                </a:lnTo>
                <a:lnTo>
                  <a:pt x="6315" y="16927"/>
                </a:lnTo>
                <a:lnTo>
                  <a:pt x="3679" y="15734"/>
                </a:lnTo>
                <a:lnTo>
                  <a:pt x="1140" y="14400"/>
                </a:lnTo>
                <a:lnTo>
                  <a:pt x="626" y="12778"/>
                </a:lnTo>
                <a:lnTo>
                  <a:pt x="275" y="11174"/>
                </a:lnTo>
                <a:lnTo>
                  <a:pt x="71" y="9583"/>
                </a:lnTo>
                <a:lnTo>
                  <a:pt x="0" y="7999"/>
                </a:lnTo>
                <a:lnTo>
                  <a:pt x="46" y="6418"/>
                </a:lnTo>
                <a:lnTo>
                  <a:pt x="198" y="4834"/>
                </a:lnTo>
                <a:lnTo>
                  <a:pt x="443" y="3238"/>
                </a:lnTo>
                <a:lnTo>
                  <a:pt x="758" y="1630"/>
                </a:lnTo>
                <a:lnTo>
                  <a:pt x="1140" y="0"/>
                </a:lnTo>
                <a:close/>
              </a:path>
            </a:pathLst>
          </a:custGeom>
          <a:solidFill>
            <a:srgbClr val="B7C5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1" name="contour_12309"/>
          <p:cNvSpPr/>
          <p:nvPr/>
        </p:nvSpPr>
        <p:spPr>
          <a:xfrm>
            <a:off x="1067133" y="2119384"/>
            <a:ext cx="65592" cy="45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80"/>
                </a:moveTo>
                <a:lnTo>
                  <a:pt x="1620" y="572"/>
                </a:lnTo>
                <a:lnTo>
                  <a:pt x="3240" y="478"/>
                </a:lnTo>
                <a:lnTo>
                  <a:pt x="4860" y="391"/>
                </a:lnTo>
                <a:lnTo>
                  <a:pt x="6480" y="314"/>
                </a:lnTo>
                <a:lnTo>
                  <a:pt x="8100" y="244"/>
                </a:lnTo>
                <a:lnTo>
                  <a:pt x="9605" y="164"/>
                </a:lnTo>
                <a:lnTo>
                  <a:pt x="11119" y="84"/>
                </a:lnTo>
                <a:lnTo>
                  <a:pt x="12655" y="0"/>
                </a:lnTo>
                <a:lnTo>
                  <a:pt x="14702" y="359"/>
                </a:lnTo>
                <a:lnTo>
                  <a:pt x="16092" y="757"/>
                </a:lnTo>
                <a:lnTo>
                  <a:pt x="17172" y="1395"/>
                </a:lnTo>
                <a:lnTo>
                  <a:pt x="18274" y="2476"/>
                </a:lnTo>
                <a:lnTo>
                  <a:pt x="19745" y="4194"/>
                </a:lnTo>
                <a:lnTo>
                  <a:pt x="20666" y="5910"/>
                </a:lnTo>
                <a:lnTo>
                  <a:pt x="21600" y="7653"/>
                </a:lnTo>
                <a:lnTo>
                  <a:pt x="20460" y="7367"/>
                </a:lnTo>
                <a:lnTo>
                  <a:pt x="19313" y="7074"/>
                </a:lnTo>
                <a:lnTo>
                  <a:pt x="18149" y="6782"/>
                </a:lnTo>
                <a:lnTo>
                  <a:pt x="17599" y="6911"/>
                </a:lnTo>
                <a:lnTo>
                  <a:pt x="16627" y="7134"/>
                </a:lnTo>
                <a:lnTo>
                  <a:pt x="14400" y="7653"/>
                </a:lnTo>
                <a:lnTo>
                  <a:pt x="13745" y="9906"/>
                </a:lnTo>
                <a:lnTo>
                  <a:pt x="13226" y="12175"/>
                </a:lnTo>
                <a:lnTo>
                  <a:pt x="12816" y="14473"/>
                </a:lnTo>
                <a:lnTo>
                  <a:pt x="12492" y="16806"/>
                </a:lnTo>
                <a:lnTo>
                  <a:pt x="12228" y="19177"/>
                </a:lnTo>
                <a:lnTo>
                  <a:pt x="12000" y="21600"/>
                </a:lnTo>
                <a:lnTo>
                  <a:pt x="12000" y="19299"/>
                </a:lnTo>
                <a:lnTo>
                  <a:pt x="12000" y="16994"/>
                </a:lnTo>
                <a:lnTo>
                  <a:pt x="12000" y="14679"/>
                </a:lnTo>
                <a:lnTo>
                  <a:pt x="12000" y="12353"/>
                </a:lnTo>
                <a:lnTo>
                  <a:pt x="12000" y="10014"/>
                </a:lnTo>
                <a:lnTo>
                  <a:pt x="12000" y="7653"/>
                </a:lnTo>
                <a:lnTo>
                  <a:pt x="10303" y="7653"/>
                </a:lnTo>
                <a:lnTo>
                  <a:pt x="8604" y="7653"/>
                </a:lnTo>
                <a:lnTo>
                  <a:pt x="6900" y="7653"/>
                </a:lnTo>
                <a:lnTo>
                  <a:pt x="5189" y="7653"/>
                </a:lnTo>
                <a:lnTo>
                  <a:pt x="3470" y="7653"/>
                </a:lnTo>
                <a:lnTo>
                  <a:pt x="1742" y="7653"/>
                </a:lnTo>
                <a:lnTo>
                  <a:pt x="0" y="7653"/>
                </a:lnTo>
                <a:lnTo>
                  <a:pt x="0" y="5349"/>
                </a:lnTo>
                <a:lnTo>
                  <a:pt x="0" y="3030"/>
                </a:lnTo>
                <a:lnTo>
                  <a:pt x="0" y="680"/>
                </a:lnTo>
                <a:close/>
              </a:path>
            </a:pathLst>
          </a:custGeom>
          <a:solidFill>
            <a:srgbClr val="201F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2" name="contour_12310"/>
          <p:cNvSpPr/>
          <p:nvPr/>
        </p:nvSpPr>
        <p:spPr>
          <a:xfrm>
            <a:off x="4937057" y="2096886"/>
            <a:ext cx="58304" cy="310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28"/>
                </a:moveTo>
                <a:lnTo>
                  <a:pt x="3472" y="744"/>
                </a:lnTo>
                <a:lnTo>
                  <a:pt x="6213" y="258"/>
                </a:lnTo>
                <a:lnTo>
                  <a:pt x="8359" y="0"/>
                </a:lnTo>
                <a:lnTo>
                  <a:pt x="10044" y="0"/>
                </a:lnTo>
                <a:lnTo>
                  <a:pt x="11399" y="284"/>
                </a:lnTo>
                <a:lnTo>
                  <a:pt x="12560" y="876"/>
                </a:lnTo>
                <a:lnTo>
                  <a:pt x="13657" y="1813"/>
                </a:lnTo>
                <a:lnTo>
                  <a:pt x="14826" y="3115"/>
                </a:lnTo>
                <a:lnTo>
                  <a:pt x="16200" y="4811"/>
                </a:lnTo>
                <a:lnTo>
                  <a:pt x="17296" y="6928"/>
                </a:lnTo>
                <a:lnTo>
                  <a:pt x="18125" y="8599"/>
                </a:lnTo>
                <a:lnTo>
                  <a:pt x="18946" y="10397"/>
                </a:lnTo>
                <a:lnTo>
                  <a:pt x="20018" y="12879"/>
                </a:lnTo>
                <a:lnTo>
                  <a:pt x="21600" y="16622"/>
                </a:lnTo>
                <a:lnTo>
                  <a:pt x="18392" y="18374"/>
                </a:lnTo>
                <a:lnTo>
                  <a:pt x="15782" y="19741"/>
                </a:lnTo>
                <a:lnTo>
                  <a:pt x="13659" y="20729"/>
                </a:lnTo>
                <a:lnTo>
                  <a:pt x="11915" y="21352"/>
                </a:lnTo>
                <a:lnTo>
                  <a:pt x="10438" y="21600"/>
                </a:lnTo>
                <a:lnTo>
                  <a:pt x="9121" y="21494"/>
                </a:lnTo>
                <a:lnTo>
                  <a:pt x="7849" y="21033"/>
                </a:lnTo>
                <a:lnTo>
                  <a:pt x="6512" y="20222"/>
                </a:lnTo>
                <a:lnTo>
                  <a:pt x="5003" y="19068"/>
                </a:lnTo>
                <a:lnTo>
                  <a:pt x="3208" y="17574"/>
                </a:lnTo>
                <a:lnTo>
                  <a:pt x="2149" y="15588"/>
                </a:lnTo>
                <a:lnTo>
                  <a:pt x="1080" y="13583"/>
                </a:lnTo>
                <a:lnTo>
                  <a:pt x="0" y="11557"/>
                </a:lnTo>
                <a:lnTo>
                  <a:pt x="0" y="8210"/>
                </a:lnTo>
                <a:lnTo>
                  <a:pt x="0" y="4842"/>
                </a:lnTo>
                <a:lnTo>
                  <a:pt x="0" y="1428"/>
                </a:lnTo>
                <a:close/>
              </a:path>
            </a:pathLst>
          </a:custGeom>
          <a:solidFill>
            <a:srgbClr val="D1E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3" name="contour_12311"/>
          <p:cNvSpPr/>
          <p:nvPr/>
        </p:nvSpPr>
        <p:spPr>
          <a:xfrm>
            <a:off x="1227469" y="2069790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349" y="1975"/>
                </a:lnTo>
                <a:lnTo>
                  <a:pt x="7500" y="3965"/>
                </a:lnTo>
                <a:lnTo>
                  <a:pt x="7651" y="5980"/>
                </a:lnTo>
                <a:lnTo>
                  <a:pt x="8028" y="7998"/>
                </a:lnTo>
                <a:lnTo>
                  <a:pt x="8357" y="9331"/>
                </a:lnTo>
                <a:lnTo>
                  <a:pt x="8820" y="10581"/>
                </a:lnTo>
                <a:lnTo>
                  <a:pt x="9600" y="12343"/>
                </a:lnTo>
                <a:lnTo>
                  <a:pt x="11069" y="13059"/>
                </a:lnTo>
                <a:lnTo>
                  <a:pt x="12538" y="13648"/>
                </a:lnTo>
                <a:lnTo>
                  <a:pt x="14009" y="14129"/>
                </a:lnTo>
                <a:lnTo>
                  <a:pt x="15490" y="14518"/>
                </a:lnTo>
                <a:lnTo>
                  <a:pt x="16985" y="14827"/>
                </a:lnTo>
                <a:lnTo>
                  <a:pt x="18499" y="15071"/>
                </a:lnTo>
                <a:lnTo>
                  <a:pt x="20035" y="15265"/>
                </a:lnTo>
                <a:lnTo>
                  <a:pt x="21600" y="15429"/>
                </a:lnTo>
                <a:lnTo>
                  <a:pt x="21230" y="17302"/>
                </a:lnTo>
                <a:lnTo>
                  <a:pt x="20856" y="18567"/>
                </a:lnTo>
                <a:lnTo>
                  <a:pt x="20256" y="19807"/>
                </a:lnTo>
                <a:lnTo>
                  <a:pt x="19200" y="21600"/>
                </a:lnTo>
                <a:lnTo>
                  <a:pt x="17510" y="21548"/>
                </a:lnTo>
                <a:lnTo>
                  <a:pt x="15883" y="21443"/>
                </a:lnTo>
                <a:lnTo>
                  <a:pt x="14292" y="21282"/>
                </a:lnTo>
                <a:lnTo>
                  <a:pt x="12708" y="21063"/>
                </a:lnTo>
                <a:lnTo>
                  <a:pt x="11105" y="20785"/>
                </a:lnTo>
                <a:lnTo>
                  <a:pt x="9451" y="20443"/>
                </a:lnTo>
                <a:lnTo>
                  <a:pt x="8088" y="20181"/>
                </a:lnTo>
                <a:lnTo>
                  <a:pt x="6708" y="19912"/>
                </a:lnTo>
                <a:lnTo>
                  <a:pt x="5030" y="19576"/>
                </a:lnTo>
                <a:lnTo>
                  <a:pt x="3353" y="19230"/>
                </a:lnTo>
                <a:lnTo>
                  <a:pt x="1675" y="18875"/>
                </a:lnTo>
                <a:lnTo>
                  <a:pt x="0" y="18514"/>
                </a:lnTo>
                <a:lnTo>
                  <a:pt x="1145" y="17996"/>
                </a:lnTo>
                <a:lnTo>
                  <a:pt x="2306" y="17465"/>
                </a:lnTo>
                <a:lnTo>
                  <a:pt x="3763" y="16231"/>
                </a:lnTo>
                <a:lnTo>
                  <a:pt x="4613" y="15225"/>
                </a:lnTo>
                <a:lnTo>
                  <a:pt x="5179" y="13910"/>
                </a:lnTo>
                <a:lnTo>
                  <a:pt x="5794" y="11753"/>
                </a:lnTo>
                <a:lnTo>
                  <a:pt x="6046" y="9652"/>
                </a:lnTo>
                <a:lnTo>
                  <a:pt x="6300" y="7523"/>
                </a:lnTo>
                <a:lnTo>
                  <a:pt x="6571" y="5409"/>
                </a:lnTo>
                <a:lnTo>
                  <a:pt x="6845" y="3268"/>
                </a:lnTo>
                <a:lnTo>
                  <a:pt x="7022" y="1645"/>
                </a:lnTo>
                <a:lnTo>
                  <a:pt x="7200" y="0"/>
                </a:lnTo>
                <a:close/>
              </a:path>
            </a:pathLst>
          </a:custGeom>
          <a:solidFill>
            <a:srgbClr val="8682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4" name="contour_12312"/>
          <p:cNvSpPr/>
          <p:nvPr/>
        </p:nvSpPr>
        <p:spPr>
          <a:xfrm>
            <a:off x="9980347" y="2084366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67"/>
                </a:lnTo>
                <a:lnTo>
                  <a:pt x="4601" y="776"/>
                </a:lnTo>
                <a:lnTo>
                  <a:pt x="6869" y="1240"/>
                </a:lnTo>
                <a:lnTo>
                  <a:pt x="9119" y="1786"/>
                </a:lnTo>
                <a:lnTo>
                  <a:pt x="11351" y="2424"/>
                </a:lnTo>
                <a:lnTo>
                  <a:pt x="13576" y="3179"/>
                </a:lnTo>
                <a:lnTo>
                  <a:pt x="15790" y="4067"/>
                </a:lnTo>
                <a:lnTo>
                  <a:pt x="18000" y="5103"/>
                </a:lnTo>
                <a:lnTo>
                  <a:pt x="19433" y="9052"/>
                </a:lnTo>
                <a:lnTo>
                  <a:pt x="20336" y="11823"/>
                </a:lnTo>
                <a:lnTo>
                  <a:pt x="20884" y="14150"/>
                </a:lnTo>
                <a:lnTo>
                  <a:pt x="21247" y="16768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58" y="17166"/>
                </a:lnTo>
                <a:lnTo>
                  <a:pt x="1454" y="13910"/>
                </a:lnTo>
                <a:lnTo>
                  <a:pt x="828" y="10604"/>
                </a:lnTo>
                <a:lnTo>
                  <a:pt x="414" y="7210"/>
                </a:lnTo>
                <a:lnTo>
                  <a:pt x="158" y="3689"/>
                </a:lnTo>
                <a:lnTo>
                  <a:pt x="0" y="0"/>
                </a:lnTo>
                <a:close/>
              </a:path>
            </a:pathLst>
          </a:custGeom>
          <a:solidFill>
            <a:srgbClr val="E2E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5" name="contour_12313"/>
          <p:cNvSpPr/>
          <p:nvPr/>
        </p:nvSpPr>
        <p:spPr>
          <a:xfrm>
            <a:off x="3814706" y="2084366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370" y="1782"/>
                </a:lnTo>
                <a:lnTo>
                  <a:pt x="4039" y="3575"/>
                </a:lnTo>
                <a:lnTo>
                  <a:pt x="4717" y="5375"/>
                </a:lnTo>
                <a:lnTo>
                  <a:pt x="5400" y="7200"/>
                </a:lnTo>
                <a:lnTo>
                  <a:pt x="7293" y="7150"/>
                </a:lnTo>
                <a:lnTo>
                  <a:pt x="8670" y="7052"/>
                </a:lnTo>
                <a:lnTo>
                  <a:pt x="9928" y="6847"/>
                </a:lnTo>
                <a:lnTo>
                  <a:pt x="11462" y="6469"/>
                </a:lnTo>
                <a:lnTo>
                  <a:pt x="13667" y="5850"/>
                </a:lnTo>
                <a:lnTo>
                  <a:pt x="15150" y="5450"/>
                </a:lnTo>
                <a:lnTo>
                  <a:pt x="16640" y="5047"/>
                </a:lnTo>
                <a:lnTo>
                  <a:pt x="18152" y="4640"/>
                </a:lnTo>
                <a:lnTo>
                  <a:pt x="19008" y="4381"/>
                </a:lnTo>
                <a:lnTo>
                  <a:pt x="21600" y="3600"/>
                </a:lnTo>
                <a:lnTo>
                  <a:pt x="21281" y="6005"/>
                </a:lnTo>
                <a:lnTo>
                  <a:pt x="20944" y="8406"/>
                </a:lnTo>
                <a:lnTo>
                  <a:pt x="20588" y="10800"/>
                </a:lnTo>
                <a:lnTo>
                  <a:pt x="20304" y="12809"/>
                </a:lnTo>
                <a:lnTo>
                  <a:pt x="20018" y="14850"/>
                </a:lnTo>
                <a:lnTo>
                  <a:pt x="19462" y="16412"/>
                </a:lnTo>
                <a:lnTo>
                  <a:pt x="18900" y="18000"/>
                </a:lnTo>
                <a:lnTo>
                  <a:pt x="17115" y="18000"/>
                </a:lnTo>
                <a:lnTo>
                  <a:pt x="15320" y="18000"/>
                </a:lnTo>
                <a:lnTo>
                  <a:pt x="13500" y="18000"/>
                </a:lnTo>
                <a:lnTo>
                  <a:pt x="13500" y="15620"/>
                </a:lnTo>
                <a:lnTo>
                  <a:pt x="13500" y="13226"/>
                </a:lnTo>
                <a:lnTo>
                  <a:pt x="13500" y="10800"/>
                </a:lnTo>
                <a:lnTo>
                  <a:pt x="11715" y="10800"/>
                </a:lnTo>
                <a:lnTo>
                  <a:pt x="9920" y="10800"/>
                </a:lnTo>
                <a:lnTo>
                  <a:pt x="8100" y="10800"/>
                </a:lnTo>
                <a:lnTo>
                  <a:pt x="8100" y="12938"/>
                </a:lnTo>
                <a:lnTo>
                  <a:pt x="8100" y="15084"/>
                </a:lnTo>
                <a:lnTo>
                  <a:pt x="8100" y="17237"/>
                </a:lnTo>
                <a:lnTo>
                  <a:pt x="8100" y="19408"/>
                </a:lnTo>
                <a:lnTo>
                  <a:pt x="8100" y="21600"/>
                </a:lnTo>
                <a:lnTo>
                  <a:pt x="6496" y="20887"/>
                </a:lnTo>
                <a:lnTo>
                  <a:pt x="4887" y="20171"/>
                </a:lnTo>
                <a:lnTo>
                  <a:pt x="3272" y="19454"/>
                </a:lnTo>
                <a:lnTo>
                  <a:pt x="1644" y="18731"/>
                </a:lnTo>
                <a:lnTo>
                  <a:pt x="0" y="18000"/>
                </a:lnTo>
                <a:lnTo>
                  <a:pt x="1785" y="18000"/>
                </a:lnTo>
                <a:lnTo>
                  <a:pt x="3580" y="18000"/>
                </a:lnTo>
                <a:lnTo>
                  <a:pt x="5400" y="18000"/>
                </a:lnTo>
                <a:lnTo>
                  <a:pt x="5065" y="15772"/>
                </a:lnTo>
                <a:lnTo>
                  <a:pt x="4730" y="13543"/>
                </a:lnTo>
                <a:lnTo>
                  <a:pt x="4396" y="11308"/>
                </a:lnTo>
                <a:lnTo>
                  <a:pt x="4061" y="9068"/>
                </a:lnTo>
                <a:lnTo>
                  <a:pt x="3723" y="6818"/>
                </a:lnTo>
                <a:lnTo>
                  <a:pt x="3383" y="4558"/>
                </a:lnTo>
                <a:lnTo>
                  <a:pt x="3043" y="2286"/>
                </a:lnTo>
                <a:lnTo>
                  <a:pt x="2700" y="0"/>
                </a:lnTo>
                <a:close/>
              </a:path>
            </a:pathLst>
          </a:custGeom>
          <a:solidFill>
            <a:srgbClr val="4442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6" name="contour_12314"/>
          <p:cNvSpPr/>
          <p:nvPr/>
        </p:nvSpPr>
        <p:spPr>
          <a:xfrm>
            <a:off x="9856451" y="2069790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36" y="767"/>
                </a:lnTo>
                <a:lnTo>
                  <a:pt x="3073" y="1539"/>
                </a:lnTo>
                <a:lnTo>
                  <a:pt x="4609" y="2317"/>
                </a:lnTo>
                <a:lnTo>
                  <a:pt x="6145" y="3094"/>
                </a:lnTo>
                <a:lnTo>
                  <a:pt x="7679" y="3883"/>
                </a:lnTo>
                <a:lnTo>
                  <a:pt x="9231" y="4617"/>
                </a:lnTo>
                <a:lnTo>
                  <a:pt x="10792" y="5314"/>
                </a:lnTo>
                <a:lnTo>
                  <a:pt x="12355" y="5967"/>
                </a:lnTo>
                <a:lnTo>
                  <a:pt x="13921" y="6583"/>
                </a:lnTo>
                <a:lnTo>
                  <a:pt x="15401" y="7182"/>
                </a:lnTo>
                <a:lnTo>
                  <a:pt x="16540" y="7706"/>
                </a:lnTo>
                <a:lnTo>
                  <a:pt x="17707" y="8343"/>
                </a:lnTo>
                <a:lnTo>
                  <a:pt x="19270" y="931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818" y="21152"/>
                </a:lnTo>
                <a:lnTo>
                  <a:pt x="18036" y="20709"/>
                </a:lnTo>
                <a:lnTo>
                  <a:pt x="16251" y="20261"/>
                </a:lnTo>
                <a:lnTo>
                  <a:pt x="14464" y="19818"/>
                </a:lnTo>
                <a:lnTo>
                  <a:pt x="12674" y="19370"/>
                </a:lnTo>
                <a:lnTo>
                  <a:pt x="10881" y="18922"/>
                </a:lnTo>
                <a:lnTo>
                  <a:pt x="9083" y="18473"/>
                </a:lnTo>
                <a:lnTo>
                  <a:pt x="7279" y="18020"/>
                </a:lnTo>
                <a:lnTo>
                  <a:pt x="5470" y="17566"/>
                </a:lnTo>
                <a:lnTo>
                  <a:pt x="3656" y="17113"/>
                </a:lnTo>
                <a:lnTo>
                  <a:pt x="1831" y="16659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D4CA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7" name="contour_12315"/>
          <p:cNvSpPr/>
          <p:nvPr/>
        </p:nvSpPr>
        <p:spPr>
          <a:xfrm>
            <a:off x="3698098" y="2069790"/>
            <a:ext cx="51016" cy="30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05"/>
                </a:lnTo>
                <a:lnTo>
                  <a:pt x="4280" y="1011"/>
                </a:lnTo>
                <a:lnTo>
                  <a:pt x="6421" y="1516"/>
                </a:lnTo>
                <a:lnTo>
                  <a:pt x="8566" y="2026"/>
                </a:lnTo>
                <a:lnTo>
                  <a:pt x="10720" y="2532"/>
                </a:lnTo>
                <a:lnTo>
                  <a:pt x="12877" y="3042"/>
                </a:lnTo>
                <a:lnTo>
                  <a:pt x="15043" y="3552"/>
                </a:lnTo>
                <a:lnTo>
                  <a:pt x="17218" y="4068"/>
                </a:lnTo>
                <a:lnTo>
                  <a:pt x="19403" y="4583"/>
                </a:lnTo>
                <a:lnTo>
                  <a:pt x="21600" y="5104"/>
                </a:lnTo>
                <a:lnTo>
                  <a:pt x="21600" y="8136"/>
                </a:lnTo>
                <a:lnTo>
                  <a:pt x="21600" y="11178"/>
                </a:lnTo>
                <a:lnTo>
                  <a:pt x="21600" y="14230"/>
                </a:lnTo>
                <a:lnTo>
                  <a:pt x="21600" y="17308"/>
                </a:lnTo>
                <a:lnTo>
                  <a:pt x="21600" y="20416"/>
                </a:lnTo>
                <a:lnTo>
                  <a:pt x="19511" y="20783"/>
                </a:lnTo>
                <a:lnTo>
                  <a:pt x="17444" y="21105"/>
                </a:lnTo>
                <a:lnTo>
                  <a:pt x="15388" y="21360"/>
                </a:lnTo>
                <a:lnTo>
                  <a:pt x="13346" y="21534"/>
                </a:lnTo>
                <a:lnTo>
                  <a:pt x="11306" y="21600"/>
                </a:lnTo>
                <a:lnTo>
                  <a:pt x="9266" y="21544"/>
                </a:lnTo>
                <a:lnTo>
                  <a:pt x="7221" y="21340"/>
                </a:lnTo>
                <a:lnTo>
                  <a:pt x="5162" y="20972"/>
                </a:lnTo>
                <a:lnTo>
                  <a:pt x="3086" y="20416"/>
                </a:lnTo>
                <a:lnTo>
                  <a:pt x="1858" y="17083"/>
                </a:lnTo>
                <a:lnTo>
                  <a:pt x="1052" y="13959"/>
                </a:lnTo>
                <a:lnTo>
                  <a:pt x="562" y="10861"/>
                </a:lnTo>
                <a:lnTo>
                  <a:pt x="293" y="7620"/>
                </a:lnTo>
                <a:lnTo>
                  <a:pt x="139" y="4058"/>
                </a:lnTo>
                <a:lnTo>
                  <a:pt x="0" y="0"/>
                </a:lnTo>
                <a:close/>
              </a:path>
            </a:pathLst>
          </a:custGeom>
          <a:solidFill>
            <a:srgbClr val="35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8" name="contour_12316"/>
          <p:cNvSpPr/>
          <p:nvPr/>
        </p:nvSpPr>
        <p:spPr>
          <a:xfrm>
            <a:off x="2225924" y="2047926"/>
            <a:ext cx="37657" cy="516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41" y="0"/>
                </a:moveTo>
                <a:lnTo>
                  <a:pt x="15003" y="576"/>
                </a:lnTo>
                <a:lnTo>
                  <a:pt x="16696" y="1089"/>
                </a:lnTo>
                <a:lnTo>
                  <a:pt x="18402" y="1817"/>
                </a:lnTo>
                <a:lnTo>
                  <a:pt x="20902" y="3049"/>
                </a:lnTo>
                <a:lnTo>
                  <a:pt x="21299" y="5187"/>
                </a:lnTo>
                <a:lnTo>
                  <a:pt x="21521" y="6742"/>
                </a:lnTo>
                <a:lnTo>
                  <a:pt x="21600" y="8163"/>
                </a:lnTo>
                <a:lnTo>
                  <a:pt x="21562" y="9894"/>
                </a:lnTo>
                <a:lnTo>
                  <a:pt x="21424" y="12386"/>
                </a:lnTo>
                <a:lnTo>
                  <a:pt x="21349" y="14060"/>
                </a:lnTo>
                <a:lnTo>
                  <a:pt x="21274" y="15743"/>
                </a:lnTo>
                <a:lnTo>
                  <a:pt x="21195" y="17450"/>
                </a:lnTo>
                <a:lnTo>
                  <a:pt x="21123" y="18417"/>
                </a:lnTo>
                <a:lnTo>
                  <a:pt x="20902" y="21344"/>
                </a:lnTo>
                <a:lnTo>
                  <a:pt x="17863" y="21524"/>
                </a:lnTo>
                <a:lnTo>
                  <a:pt x="15175" y="21600"/>
                </a:lnTo>
                <a:lnTo>
                  <a:pt x="12721" y="21527"/>
                </a:lnTo>
                <a:lnTo>
                  <a:pt x="10392" y="21255"/>
                </a:lnTo>
                <a:lnTo>
                  <a:pt x="8076" y="20740"/>
                </a:lnTo>
                <a:lnTo>
                  <a:pt x="5664" y="19938"/>
                </a:lnTo>
                <a:lnTo>
                  <a:pt x="3039" y="18795"/>
                </a:lnTo>
                <a:lnTo>
                  <a:pt x="1530" y="17035"/>
                </a:lnTo>
                <a:lnTo>
                  <a:pt x="0" y="15246"/>
                </a:lnTo>
                <a:lnTo>
                  <a:pt x="970" y="13294"/>
                </a:lnTo>
                <a:lnTo>
                  <a:pt x="1756" y="11904"/>
                </a:lnTo>
                <a:lnTo>
                  <a:pt x="2629" y="10687"/>
                </a:lnTo>
                <a:lnTo>
                  <a:pt x="3867" y="9260"/>
                </a:lnTo>
                <a:lnTo>
                  <a:pt x="5748" y="7242"/>
                </a:lnTo>
                <a:lnTo>
                  <a:pt x="6990" y="5879"/>
                </a:lnTo>
                <a:lnTo>
                  <a:pt x="8235" y="4510"/>
                </a:lnTo>
                <a:lnTo>
                  <a:pt x="9502" y="3119"/>
                </a:lnTo>
                <a:lnTo>
                  <a:pt x="11011" y="1573"/>
                </a:lnTo>
                <a:lnTo>
                  <a:pt x="12541" y="0"/>
                </a:lnTo>
                <a:close/>
              </a:path>
            </a:pathLst>
          </a:custGeom>
          <a:solidFill>
            <a:srgbClr val="5A5A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19" name="contour_12317"/>
          <p:cNvSpPr/>
          <p:nvPr/>
        </p:nvSpPr>
        <p:spPr>
          <a:xfrm>
            <a:off x="7786662" y="2069790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82" y="0"/>
                </a:lnTo>
                <a:lnTo>
                  <a:pt x="4366" y="0"/>
                </a:lnTo>
                <a:lnTo>
                  <a:pt x="6557" y="0"/>
                </a:lnTo>
                <a:lnTo>
                  <a:pt x="8757" y="0"/>
                </a:lnTo>
                <a:lnTo>
                  <a:pt x="10967" y="0"/>
                </a:lnTo>
                <a:lnTo>
                  <a:pt x="13188" y="0"/>
                </a:lnTo>
                <a:lnTo>
                  <a:pt x="15429" y="0"/>
                </a:lnTo>
                <a:lnTo>
                  <a:pt x="15429" y="2376"/>
                </a:lnTo>
                <a:lnTo>
                  <a:pt x="15429" y="4756"/>
                </a:lnTo>
                <a:lnTo>
                  <a:pt x="15429" y="7146"/>
                </a:lnTo>
                <a:lnTo>
                  <a:pt x="15429" y="9547"/>
                </a:lnTo>
                <a:lnTo>
                  <a:pt x="15429" y="11963"/>
                </a:lnTo>
                <a:lnTo>
                  <a:pt x="15429" y="14400"/>
                </a:lnTo>
                <a:lnTo>
                  <a:pt x="17468" y="14400"/>
                </a:lnTo>
                <a:lnTo>
                  <a:pt x="19520" y="144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455" y="21006"/>
                </a:lnTo>
                <a:lnTo>
                  <a:pt x="17339" y="20390"/>
                </a:lnTo>
                <a:lnTo>
                  <a:pt x="15243" y="19735"/>
                </a:lnTo>
                <a:lnTo>
                  <a:pt x="13173" y="19033"/>
                </a:lnTo>
                <a:lnTo>
                  <a:pt x="11121" y="18270"/>
                </a:lnTo>
                <a:lnTo>
                  <a:pt x="9087" y="17438"/>
                </a:lnTo>
                <a:lnTo>
                  <a:pt x="7072" y="16524"/>
                </a:lnTo>
                <a:lnTo>
                  <a:pt x="5073" y="15516"/>
                </a:lnTo>
                <a:lnTo>
                  <a:pt x="3086" y="14400"/>
                </a:lnTo>
                <a:lnTo>
                  <a:pt x="1956" y="11977"/>
                </a:lnTo>
                <a:lnTo>
                  <a:pt x="1179" y="9749"/>
                </a:lnTo>
                <a:lnTo>
                  <a:pt x="673" y="7574"/>
                </a:lnTo>
                <a:lnTo>
                  <a:pt x="361" y="5317"/>
                </a:lnTo>
                <a:lnTo>
                  <a:pt x="164" y="2837"/>
                </a:lnTo>
                <a:lnTo>
                  <a:pt x="0" y="0"/>
                </a:lnTo>
                <a:close/>
              </a:path>
            </a:pathLst>
          </a:custGeom>
          <a:solidFill>
            <a:srgbClr val="5A5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0" name="contour_12318"/>
          <p:cNvSpPr/>
          <p:nvPr/>
        </p:nvSpPr>
        <p:spPr>
          <a:xfrm>
            <a:off x="3967754" y="205521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8854" y="2376"/>
                </a:lnTo>
                <a:lnTo>
                  <a:pt x="19193" y="4756"/>
                </a:lnTo>
                <a:lnTo>
                  <a:pt x="19533" y="7135"/>
                </a:lnTo>
                <a:lnTo>
                  <a:pt x="19875" y="9522"/>
                </a:lnTo>
                <a:lnTo>
                  <a:pt x="20218" y="11916"/>
                </a:lnTo>
                <a:lnTo>
                  <a:pt x="20560" y="14321"/>
                </a:lnTo>
                <a:lnTo>
                  <a:pt x="20906" y="16733"/>
                </a:lnTo>
                <a:lnTo>
                  <a:pt x="21251" y="19159"/>
                </a:lnTo>
                <a:lnTo>
                  <a:pt x="21600" y="21600"/>
                </a:lnTo>
                <a:lnTo>
                  <a:pt x="19304" y="20923"/>
                </a:lnTo>
                <a:lnTo>
                  <a:pt x="17675" y="20398"/>
                </a:lnTo>
                <a:lnTo>
                  <a:pt x="16268" y="19850"/>
                </a:lnTo>
                <a:lnTo>
                  <a:pt x="14639" y="19109"/>
                </a:lnTo>
                <a:lnTo>
                  <a:pt x="12343" y="18000"/>
                </a:lnTo>
                <a:lnTo>
                  <a:pt x="12343" y="15620"/>
                </a:lnTo>
                <a:lnTo>
                  <a:pt x="12343" y="13226"/>
                </a:lnTo>
                <a:lnTo>
                  <a:pt x="12343" y="10800"/>
                </a:lnTo>
                <a:lnTo>
                  <a:pt x="10306" y="11394"/>
                </a:lnTo>
                <a:lnTo>
                  <a:pt x="8267" y="11988"/>
                </a:lnTo>
                <a:lnTo>
                  <a:pt x="6218" y="12586"/>
                </a:lnTo>
                <a:lnTo>
                  <a:pt x="4160" y="13187"/>
                </a:lnTo>
                <a:lnTo>
                  <a:pt x="2089" y="13792"/>
                </a:lnTo>
                <a:lnTo>
                  <a:pt x="0" y="14400"/>
                </a:lnTo>
                <a:lnTo>
                  <a:pt x="0" y="12020"/>
                </a:lnTo>
                <a:lnTo>
                  <a:pt x="0" y="9626"/>
                </a:lnTo>
                <a:lnTo>
                  <a:pt x="0" y="7200"/>
                </a:lnTo>
                <a:lnTo>
                  <a:pt x="1487" y="5854"/>
                </a:lnTo>
                <a:lnTo>
                  <a:pt x="2586" y="4986"/>
                </a:lnTo>
                <a:lnTo>
                  <a:pt x="3839" y="4208"/>
                </a:lnTo>
                <a:lnTo>
                  <a:pt x="5786" y="3150"/>
                </a:lnTo>
                <a:lnTo>
                  <a:pt x="6594" y="2693"/>
                </a:lnTo>
                <a:lnTo>
                  <a:pt x="9041" y="1321"/>
                </a:lnTo>
                <a:lnTo>
                  <a:pt x="10701" y="677"/>
                </a:lnTo>
                <a:lnTo>
                  <a:pt x="12025" y="284"/>
                </a:lnTo>
                <a:lnTo>
                  <a:pt x="13466" y="83"/>
                </a:lnTo>
                <a:lnTo>
                  <a:pt x="15475" y="11"/>
                </a:lnTo>
                <a:lnTo>
                  <a:pt x="18514" y="0"/>
                </a:lnTo>
                <a:close/>
              </a:path>
            </a:pathLst>
          </a:custGeom>
          <a:solidFill>
            <a:srgbClr val="8084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1" name="contour_12319"/>
          <p:cNvSpPr/>
          <p:nvPr/>
        </p:nvSpPr>
        <p:spPr>
          <a:xfrm>
            <a:off x="2327788" y="2047926"/>
            <a:ext cx="2947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88" y="0"/>
                </a:moveTo>
                <a:lnTo>
                  <a:pt x="21600" y="1355"/>
                </a:lnTo>
                <a:lnTo>
                  <a:pt x="21563" y="2678"/>
                </a:lnTo>
                <a:lnTo>
                  <a:pt x="21381" y="3976"/>
                </a:lnTo>
                <a:lnTo>
                  <a:pt x="21077" y="5253"/>
                </a:lnTo>
                <a:lnTo>
                  <a:pt x="20649" y="6513"/>
                </a:lnTo>
                <a:lnTo>
                  <a:pt x="20110" y="7766"/>
                </a:lnTo>
                <a:lnTo>
                  <a:pt x="19474" y="9017"/>
                </a:lnTo>
                <a:lnTo>
                  <a:pt x="18753" y="10272"/>
                </a:lnTo>
                <a:lnTo>
                  <a:pt x="17947" y="11534"/>
                </a:lnTo>
                <a:lnTo>
                  <a:pt x="17076" y="12815"/>
                </a:lnTo>
                <a:lnTo>
                  <a:pt x="16147" y="14115"/>
                </a:lnTo>
                <a:lnTo>
                  <a:pt x="15383" y="15201"/>
                </a:lnTo>
                <a:lnTo>
                  <a:pt x="14603" y="16304"/>
                </a:lnTo>
                <a:lnTo>
                  <a:pt x="13663" y="17630"/>
                </a:lnTo>
                <a:lnTo>
                  <a:pt x="12712" y="18953"/>
                </a:lnTo>
                <a:lnTo>
                  <a:pt x="11761" y="20277"/>
                </a:lnTo>
                <a:lnTo>
                  <a:pt x="10805" y="21600"/>
                </a:lnTo>
                <a:lnTo>
                  <a:pt x="7595" y="21288"/>
                </a:lnTo>
                <a:lnTo>
                  <a:pt x="5416" y="20981"/>
                </a:lnTo>
                <a:lnTo>
                  <a:pt x="3258" y="20491"/>
                </a:lnTo>
                <a:lnTo>
                  <a:pt x="123" y="19636"/>
                </a:lnTo>
                <a:lnTo>
                  <a:pt x="5" y="18285"/>
                </a:lnTo>
                <a:lnTo>
                  <a:pt x="0" y="16999"/>
                </a:lnTo>
                <a:lnTo>
                  <a:pt x="107" y="15746"/>
                </a:lnTo>
                <a:lnTo>
                  <a:pt x="331" y="14501"/>
                </a:lnTo>
                <a:lnTo>
                  <a:pt x="668" y="13229"/>
                </a:lnTo>
                <a:lnTo>
                  <a:pt x="1127" y="11904"/>
                </a:lnTo>
                <a:lnTo>
                  <a:pt x="1250" y="11371"/>
                </a:lnTo>
                <a:lnTo>
                  <a:pt x="1634" y="9761"/>
                </a:lnTo>
                <a:lnTo>
                  <a:pt x="2286" y="8129"/>
                </a:lnTo>
                <a:lnTo>
                  <a:pt x="3093" y="6763"/>
                </a:lnTo>
                <a:lnTo>
                  <a:pt x="4172" y="5589"/>
                </a:lnTo>
                <a:lnTo>
                  <a:pt x="5656" y="4542"/>
                </a:lnTo>
                <a:lnTo>
                  <a:pt x="7665" y="3550"/>
                </a:lnTo>
                <a:lnTo>
                  <a:pt x="10319" y="2549"/>
                </a:lnTo>
                <a:lnTo>
                  <a:pt x="13748" y="1465"/>
                </a:lnTo>
                <a:lnTo>
                  <a:pt x="16307" y="982"/>
                </a:lnTo>
                <a:lnTo>
                  <a:pt x="18876" y="495"/>
                </a:lnTo>
                <a:lnTo>
                  <a:pt x="21488" y="0"/>
                </a:lnTo>
                <a:close/>
              </a:path>
            </a:pathLst>
          </a:custGeom>
          <a:solidFill>
            <a:srgbClr val="3331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2" name="contour_12320"/>
          <p:cNvSpPr/>
          <p:nvPr/>
        </p:nvSpPr>
        <p:spPr>
          <a:xfrm>
            <a:off x="1539432" y="2026062"/>
            <a:ext cx="3786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84" y="0"/>
                </a:moveTo>
                <a:lnTo>
                  <a:pt x="13189" y="1334"/>
                </a:lnTo>
                <a:lnTo>
                  <a:pt x="13093" y="2678"/>
                </a:lnTo>
                <a:lnTo>
                  <a:pt x="12993" y="4039"/>
                </a:lnTo>
                <a:lnTo>
                  <a:pt x="12918" y="5770"/>
                </a:lnTo>
                <a:lnTo>
                  <a:pt x="12844" y="7514"/>
                </a:lnTo>
                <a:lnTo>
                  <a:pt x="12765" y="9283"/>
                </a:lnTo>
                <a:lnTo>
                  <a:pt x="12669" y="11008"/>
                </a:lnTo>
                <a:lnTo>
                  <a:pt x="12573" y="12744"/>
                </a:lnTo>
                <a:lnTo>
                  <a:pt x="12474" y="14502"/>
                </a:lnTo>
                <a:lnTo>
                  <a:pt x="12740" y="15954"/>
                </a:lnTo>
                <a:lnTo>
                  <a:pt x="13010" y="17418"/>
                </a:lnTo>
                <a:lnTo>
                  <a:pt x="13284" y="18900"/>
                </a:lnTo>
                <a:lnTo>
                  <a:pt x="15342" y="19570"/>
                </a:lnTo>
                <a:lnTo>
                  <a:pt x="17413" y="20239"/>
                </a:lnTo>
                <a:lnTo>
                  <a:pt x="19492" y="20917"/>
                </a:lnTo>
                <a:lnTo>
                  <a:pt x="21600" y="21600"/>
                </a:lnTo>
                <a:lnTo>
                  <a:pt x="18660" y="21600"/>
                </a:lnTo>
                <a:lnTo>
                  <a:pt x="15717" y="21600"/>
                </a:lnTo>
                <a:lnTo>
                  <a:pt x="12765" y="21600"/>
                </a:lnTo>
                <a:lnTo>
                  <a:pt x="9800" y="21600"/>
                </a:lnTo>
                <a:lnTo>
                  <a:pt x="6823" y="21600"/>
                </a:lnTo>
                <a:lnTo>
                  <a:pt x="3829" y="21600"/>
                </a:lnTo>
                <a:lnTo>
                  <a:pt x="811" y="21600"/>
                </a:lnTo>
                <a:lnTo>
                  <a:pt x="682" y="20048"/>
                </a:lnTo>
                <a:lnTo>
                  <a:pt x="570" y="18495"/>
                </a:lnTo>
                <a:lnTo>
                  <a:pt x="466" y="16942"/>
                </a:lnTo>
                <a:lnTo>
                  <a:pt x="374" y="15390"/>
                </a:lnTo>
                <a:lnTo>
                  <a:pt x="291" y="13838"/>
                </a:lnTo>
                <a:lnTo>
                  <a:pt x="195" y="12396"/>
                </a:lnTo>
                <a:lnTo>
                  <a:pt x="100" y="10943"/>
                </a:lnTo>
                <a:lnTo>
                  <a:pt x="0" y="9472"/>
                </a:lnTo>
                <a:lnTo>
                  <a:pt x="428" y="7460"/>
                </a:lnTo>
                <a:lnTo>
                  <a:pt x="886" y="6072"/>
                </a:lnTo>
                <a:lnTo>
                  <a:pt x="1609" y="4963"/>
                </a:lnTo>
                <a:lnTo>
                  <a:pt x="2815" y="3780"/>
                </a:lnTo>
                <a:lnTo>
                  <a:pt x="4740" y="2174"/>
                </a:lnTo>
                <a:lnTo>
                  <a:pt x="7343" y="918"/>
                </a:lnTo>
                <a:lnTo>
                  <a:pt x="9097" y="273"/>
                </a:lnTo>
                <a:lnTo>
                  <a:pt x="10810" y="35"/>
                </a:lnTo>
                <a:lnTo>
                  <a:pt x="13284" y="0"/>
                </a:lnTo>
                <a:close/>
              </a:path>
            </a:pathLst>
          </a:custGeom>
          <a:solidFill>
            <a:srgbClr val="1A1A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3" name="contour_12321"/>
          <p:cNvSpPr/>
          <p:nvPr/>
        </p:nvSpPr>
        <p:spPr>
          <a:xfrm>
            <a:off x="5527384" y="2055214"/>
            <a:ext cx="43728" cy="324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64" y="5706"/>
                </a:lnTo>
                <a:lnTo>
                  <a:pt x="20635" y="9708"/>
                </a:lnTo>
                <a:lnTo>
                  <a:pt x="20214" y="12537"/>
                </a:lnTo>
                <a:lnTo>
                  <a:pt x="19699" y="14740"/>
                </a:lnTo>
                <a:lnTo>
                  <a:pt x="18997" y="16850"/>
                </a:lnTo>
                <a:lnTo>
                  <a:pt x="18000" y="19407"/>
                </a:lnTo>
                <a:lnTo>
                  <a:pt x="15721" y="20576"/>
                </a:lnTo>
                <a:lnTo>
                  <a:pt x="13619" y="21280"/>
                </a:lnTo>
                <a:lnTo>
                  <a:pt x="11545" y="21595"/>
                </a:lnTo>
                <a:lnTo>
                  <a:pt x="9360" y="21600"/>
                </a:lnTo>
                <a:lnTo>
                  <a:pt x="6919" y="21377"/>
                </a:lnTo>
                <a:lnTo>
                  <a:pt x="4518" y="19829"/>
                </a:lnTo>
                <a:lnTo>
                  <a:pt x="3208" y="18180"/>
                </a:lnTo>
                <a:lnTo>
                  <a:pt x="1858" y="15011"/>
                </a:lnTo>
                <a:lnTo>
                  <a:pt x="1382" y="12343"/>
                </a:lnTo>
                <a:lnTo>
                  <a:pt x="1048" y="10227"/>
                </a:lnTo>
                <a:lnTo>
                  <a:pt x="767" y="7947"/>
                </a:lnTo>
                <a:lnTo>
                  <a:pt x="446" y="4779"/>
                </a:lnTo>
                <a:lnTo>
                  <a:pt x="0" y="0"/>
                </a:lnTo>
                <a:close/>
              </a:path>
            </a:pathLst>
          </a:custGeom>
          <a:solidFill>
            <a:srgbClr val="E4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4" name="contour_12322"/>
          <p:cNvSpPr/>
          <p:nvPr/>
        </p:nvSpPr>
        <p:spPr>
          <a:xfrm>
            <a:off x="4135378" y="204063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8854" y="2376"/>
                </a:lnTo>
                <a:lnTo>
                  <a:pt x="19193" y="4756"/>
                </a:lnTo>
                <a:lnTo>
                  <a:pt x="19533" y="7135"/>
                </a:lnTo>
                <a:lnTo>
                  <a:pt x="19875" y="9522"/>
                </a:lnTo>
                <a:lnTo>
                  <a:pt x="20218" y="11916"/>
                </a:lnTo>
                <a:lnTo>
                  <a:pt x="20560" y="14321"/>
                </a:lnTo>
                <a:lnTo>
                  <a:pt x="20906" y="16733"/>
                </a:lnTo>
                <a:lnTo>
                  <a:pt x="21251" y="19159"/>
                </a:lnTo>
                <a:lnTo>
                  <a:pt x="21600" y="21600"/>
                </a:lnTo>
                <a:lnTo>
                  <a:pt x="19656" y="20628"/>
                </a:lnTo>
                <a:lnTo>
                  <a:pt x="17712" y="19656"/>
                </a:lnTo>
                <a:lnTo>
                  <a:pt x="15765" y="18680"/>
                </a:lnTo>
                <a:lnTo>
                  <a:pt x="13815" y="17708"/>
                </a:lnTo>
                <a:lnTo>
                  <a:pt x="11858" y="16729"/>
                </a:lnTo>
                <a:lnTo>
                  <a:pt x="9902" y="15750"/>
                </a:lnTo>
                <a:lnTo>
                  <a:pt x="7936" y="14767"/>
                </a:lnTo>
                <a:lnTo>
                  <a:pt x="5965" y="13781"/>
                </a:lnTo>
                <a:lnTo>
                  <a:pt x="3987" y="12794"/>
                </a:lnTo>
                <a:lnTo>
                  <a:pt x="1996" y="11797"/>
                </a:lnTo>
                <a:lnTo>
                  <a:pt x="0" y="10800"/>
                </a:lnTo>
                <a:lnTo>
                  <a:pt x="2206" y="7873"/>
                </a:lnTo>
                <a:lnTo>
                  <a:pt x="4036" y="5530"/>
                </a:lnTo>
                <a:lnTo>
                  <a:pt x="5604" y="3704"/>
                </a:lnTo>
                <a:lnTo>
                  <a:pt x="7017" y="2333"/>
                </a:lnTo>
                <a:lnTo>
                  <a:pt x="8390" y="1350"/>
                </a:lnTo>
                <a:lnTo>
                  <a:pt x="9831" y="691"/>
                </a:lnTo>
                <a:lnTo>
                  <a:pt x="11454" y="292"/>
                </a:lnTo>
                <a:lnTo>
                  <a:pt x="13367" y="86"/>
                </a:lnTo>
                <a:lnTo>
                  <a:pt x="15685" y="11"/>
                </a:lnTo>
                <a:lnTo>
                  <a:pt x="18514" y="0"/>
                </a:lnTo>
                <a:close/>
              </a:path>
            </a:pathLst>
          </a:custGeom>
          <a:solidFill>
            <a:srgbClr val="494C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5" name="contour_12323"/>
          <p:cNvSpPr/>
          <p:nvPr/>
        </p:nvSpPr>
        <p:spPr>
          <a:xfrm>
            <a:off x="855621" y="2031710"/>
            <a:ext cx="30733" cy="44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35" y="789"/>
                </a:moveTo>
                <a:lnTo>
                  <a:pt x="9199" y="263"/>
                </a:lnTo>
                <a:lnTo>
                  <a:pt x="11981" y="0"/>
                </a:lnTo>
                <a:lnTo>
                  <a:pt x="14316" y="0"/>
                </a:lnTo>
                <a:lnTo>
                  <a:pt x="16944" y="263"/>
                </a:lnTo>
                <a:lnTo>
                  <a:pt x="20601" y="789"/>
                </a:lnTo>
                <a:lnTo>
                  <a:pt x="20796" y="2926"/>
                </a:lnTo>
                <a:lnTo>
                  <a:pt x="20965" y="5067"/>
                </a:lnTo>
                <a:lnTo>
                  <a:pt x="21113" y="7204"/>
                </a:lnTo>
                <a:lnTo>
                  <a:pt x="21241" y="9344"/>
                </a:lnTo>
                <a:lnTo>
                  <a:pt x="21421" y="11730"/>
                </a:lnTo>
                <a:lnTo>
                  <a:pt x="21600" y="14154"/>
                </a:lnTo>
                <a:lnTo>
                  <a:pt x="20949" y="16611"/>
                </a:lnTo>
                <a:lnTo>
                  <a:pt x="20161" y="18130"/>
                </a:lnTo>
                <a:lnTo>
                  <a:pt x="18711" y="19337"/>
                </a:lnTo>
                <a:lnTo>
                  <a:pt x="16078" y="20870"/>
                </a:lnTo>
                <a:lnTo>
                  <a:pt x="12677" y="21418"/>
                </a:lnTo>
                <a:lnTo>
                  <a:pt x="10347" y="21600"/>
                </a:lnTo>
                <a:lnTo>
                  <a:pt x="7991" y="21418"/>
                </a:lnTo>
                <a:lnTo>
                  <a:pt x="4533" y="20870"/>
                </a:lnTo>
                <a:lnTo>
                  <a:pt x="2341" y="19611"/>
                </a:lnTo>
                <a:lnTo>
                  <a:pt x="113" y="18333"/>
                </a:lnTo>
                <a:lnTo>
                  <a:pt x="0" y="16025"/>
                </a:lnTo>
                <a:lnTo>
                  <a:pt x="118" y="13761"/>
                </a:lnTo>
                <a:lnTo>
                  <a:pt x="461" y="11540"/>
                </a:lnTo>
                <a:lnTo>
                  <a:pt x="1024" y="9351"/>
                </a:lnTo>
                <a:lnTo>
                  <a:pt x="1793" y="7189"/>
                </a:lnTo>
                <a:lnTo>
                  <a:pt x="2756" y="5046"/>
                </a:lnTo>
                <a:lnTo>
                  <a:pt x="3903" y="2912"/>
                </a:lnTo>
                <a:lnTo>
                  <a:pt x="5235" y="789"/>
                </a:lnTo>
                <a:close/>
              </a:path>
            </a:pathLst>
          </a:custGeom>
          <a:solidFill>
            <a:srgbClr val="F0DA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6" name="contour_12324"/>
          <p:cNvSpPr/>
          <p:nvPr/>
        </p:nvSpPr>
        <p:spPr>
          <a:xfrm>
            <a:off x="1583867" y="2018774"/>
            <a:ext cx="4444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89" y="0"/>
                </a:moveTo>
                <a:lnTo>
                  <a:pt x="6404" y="231"/>
                </a:lnTo>
                <a:lnTo>
                  <a:pt x="8189" y="451"/>
                </a:lnTo>
                <a:lnTo>
                  <a:pt x="10092" y="781"/>
                </a:lnTo>
                <a:lnTo>
                  <a:pt x="12964" y="1352"/>
                </a:lnTo>
                <a:lnTo>
                  <a:pt x="15391" y="1824"/>
                </a:lnTo>
                <a:lnTo>
                  <a:pt x="17849" y="2302"/>
                </a:lnTo>
                <a:lnTo>
                  <a:pt x="19712" y="2691"/>
                </a:lnTo>
                <a:lnTo>
                  <a:pt x="21600" y="3086"/>
                </a:lnTo>
                <a:lnTo>
                  <a:pt x="19843" y="3468"/>
                </a:lnTo>
                <a:lnTo>
                  <a:pt x="18079" y="3854"/>
                </a:lnTo>
                <a:lnTo>
                  <a:pt x="16287" y="4243"/>
                </a:lnTo>
                <a:lnTo>
                  <a:pt x="14530" y="4879"/>
                </a:lnTo>
                <a:lnTo>
                  <a:pt x="12766" y="5523"/>
                </a:lnTo>
                <a:lnTo>
                  <a:pt x="10974" y="6171"/>
                </a:lnTo>
                <a:lnTo>
                  <a:pt x="10974" y="8211"/>
                </a:lnTo>
                <a:lnTo>
                  <a:pt x="10974" y="10263"/>
                </a:lnTo>
                <a:lnTo>
                  <a:pt x="10974" y="12343"/>
                </a:lnTo>
                <a:lnTo>
                  <a:pt x="13078" y="13475"/>
                </a:lnTo>
                <a:lnTo>
                  <a:pt x="14516" y="14176"/>
                </a:lnTo>
                <a:lnTo>
                  <a:pt x="15954" y="14728"/>
                </a:lnTo>
                <a:lnTo>
                  <a:pt x="18058" y="15429"/>
                </a:lnTo>
                <a:lnTo>
                  <a:pt x="17112" y="15376"/>
                </a:lnTo>
                <a:lnTo>
                  <a:pt x="16085" y="15317"/>
                </a:lnTo>
                <a:lnTo>
                  <a:pt x="14455" y="15225"/>
                </a:lnTo>
                <a:lnTo>
                  <a:pt x="11710" y="15071"/>
                </a:lnTo>
                <a:lnTo>
                  <a:pt x="7336" y="14827"/>
                </a:lnTo>
                <a:lnTo>
                  <a:pt x="6479" y="14975"/>
                </a:lnTo>
                <a:lnTo>
                  <a:pt x="3889" y="15429"/>
                </a:lnTo>
                <a:lnTo>
                  <a:pt x="2582" y="17274"/>
                </a:lnTo>
                <a:lnTo>
                  <a:pt x="1775" y="18533"/>
                </a:lnTo>
                <a:lnTo>
                  <a:pt x="1141" y="19783"/>
                </a:lnTo>
                <a:lnTo>
                  <a:pt x="347" y="21600"/>
                </a:lnTo>
                <a:lnTo>
                  <a:pt x="294" y="19789"/>
                </a:lnTo>
                <a:lnTo>
                  <a:pt x="244" y="17974"/>
                </a:lnTo>
                <a:lnTo>
                  <a:pt x="202" y="16163"/>
                </a:lnTo>
                <a:lnTo>
                  <a:pt x="163" y="14349"/>
                </a:lnTo>
                <a:lnTo>
                  <a:pt x="128" y="12534"/>
                </a:lnTo>
                <a:lnTo>
                  <a:pt x="85" y="10849"/>
                </a:lnTo>
                <a:lnTo>
                  <a:pt x="43" y="9155"/>
                </a:lnTo>
                <a:lnTo>
                  <a:pt x="0" y="7437"/>
                </a:lnTo>
                <a:lnTo>
                  <a:pt x="255" y="4872"/>
                </a:lnTo>
                <a:lnTo>
                  <a:pt x="747" y="3243"/>
                </a:lnTo>
                <a:lnTo>
                  <a:pt x="1835" y="1851"/>
                </a:lnTo>
                <a:lnTo>
                  <a:pt x="3889" y="0"/>
                </a:lnTo>
                <a:close/>
              </a:path>
            </a:pathLst>
          </a:custGeom>
          <a:solidFill>
            <a:srgbClr val="1817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7" name="contour_12325"/>
          <p:cNvSpPr/>
          <p:nvPr/>
        </p:nvSpPr>
        <p:spPr>
          <a:xfrm>
            <a:off x="4368594" y="2026062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37" y="432"/>
                </a:lnTo>
                <a:lnTo>
                  <a:pt x="2853" y="903"/>
                </a:lnTo>
                <a:lnTo>
                  <a:pt x="4251" y="1408"/>
                </a:lnTo>
                <a:lnTo>
                  <a:pt x="5634" y="1961"/>
                </a:lnTo>
                <a:lnTo>
                  <a:pt x="7002" y="2557"/>
                </a:lnTo>
                <a:lnTo>
                  <a:pt x="8357" y="3201"/>
                </a:lnTo>
                <a:lnTo>
                  <a:pt x="9700" y="3897"/>
                </a:lnTo>
                <a:lnTo>
                  <a:pt x="11036" y="4644"/>
                </a:lnTo>
                <a:lnTo>
                  <a:pt x="12363" y="5452"/>
                </a:lnTo>
                <a:lnTo>
                  <a:pt x="13685" y="6320"/>
                </a:lnTo>
                <a:lnTo>
                  <a:pt x="15002" y="7249"/>
                </a:lnTo>
                <a:lnTo>
                  <a:pt x="16318" y="8247"/>
                </a:lnTo>
                <a:lnTo>
                  <a:pt x="17633" y="9314"/>
                </a:lnTo>
                <a:lnTo>
                  <a:pt x="18953" y="10454"/>
                </a:lnTo>
                <a:lnTo>
                  <a:pt x="20273" y="11668"/>
                </a:lnTo>
                <a:lnTo>
                  <a:pt x="21600" y="12960"/>
                </a:lnTo>
                <a:lnTo>
                  <a:pt x="21250" y="15630"/>
                </a:lnTo>
                <a:lnTo>
                  <a:pt x="20928" y="17418"/>
                </a:lnTo>
                <a:lnTo>
                  <a:pt x="20453" y="19138"/>
                </a:lnTo>
                <a:lnTo>
                  <a:pt x="19636" y="21600"/>
                </a:lnTo>
                <a:lnTo>
                  <a:pt x="18285" y="21285"/>
                </a:lnTo>
                <a:lnTo>
                  <a:pt x="16925" y="20870"/>
                </a:lnTo>
                <a:lnTo>
                  <a:pt x="15562" y="20343"/>
                </a:lnTo>
                <a:lnTo>
                  <a:pt x="14201" y="19708"/>
                </a:lnTo>
                <a:lnTo>
                  <a:pt x="12850" y="18952"/>
                </a:lnTo>
                <a:lnTo>
                  <a:pt x="11515" y="18071"/>
                </a:lnTo>
                <a:lnTo>
                  <a:pt x="10199" y="17064"/>
                </a:lnTo>
                <a:lnTo>
                  <a:pt x="8911" y="15919"/>
                </a:lnTo>
                <a:lnTo>
                  <a:pt x="7656" y="14640"/>
                </a:lnTo>
                <a:lnTo>
                  <a:pt x="6441" y="13211"/>
                </a:lnTo>
                <a:lnTo>
                  <a:pt x="5270" y="11634"/>
                </a:lnTo>
                <a:lnTo>
                  <a:pt x="4149" y="9897"/>
                </a:lnTo>
                <a:lnTo>
                  <a:pt x="3087" y="8001"/>
                </a:lnTo>
                <a:lnTo>
                  <a:pt x="2085" y="5940"/>
                </a:lnTo>
                <a:lnTo>
                  <a:pt x="1396" y="3979"/>
                </a:lnTo>
                <a:lnTo>
                  <a:pt x="703" y="2000"/>
                </a:lnTo>
                <a:lnTo>
                  <a:pt x="0" y="0"/>
                </a:lnTo>
                <a:close/>
              </a:path>
            </a:pathLst>
          </a:custGeom>
          <a:solidFill>
            <a:srgbClr val="95D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8" name="contour_12326"/>
          <p:cNvSpPr/>
          <p:nvPr/>
        </p:nvSpPr>
        <p:spPr>
          <a:xfrm>
            <a:off x="3916738" y="2024123"/>
            <a:ext cx="51016" cy="32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66" y="62"/>
                </a:lnTo>
                <a:lnTo>
                  <a:pt x="13898" y="178"/>
                </a:lnTo>
                <a:lnTo>
                  <a:pt x="15824" y="355"/>
                </a:lnTo>
                <a:lnTo>
                  <a:pt x="17743" y="595"/>
                </a:lnTo>
                <a:lnTo>
                  <a:pt x="19665" y="903"/>
                </a:lnTo>
                <a:lnTo>
                  <a:pt x="21600" y="1277"/>
                </a:lnTo>
                <a:lnTo>
                  <a:pt x="21548" y="4821"/>
                </a:lnTo>
                <a:lnTo>
                  <a:pt x="21390" y="8159"/>
                </a:lnTo>
                <a:lnTo>
                  <a:pt x="21066" y="11343"/>
                </a:lnTo>
                <a:lnTo>
                  <a:pt x="20520" y="14426"/>
                </a:lnTo>
                <a:lnTo>
                  <a:pt x="19690" y="17456"/>
                </a:lnTo>
                <a:lnTo>
                  <a:pt x="18514" y="20486"/>
                </a:lnTo>
                <a:lnTo>
                  <a:pt x="16438" y="21009"/>
                </a:lnTo>
                <a:lnTo>
                  <a:pt x="14379" y="21355"/>
                </a:lnTo>
                <a:lnTo>
                  <a:pt x="12334" y="21547"/>
                </a:lnTo>
                <a:lnTo>
                  <a:pt x="10294" y="21600"/>
                </a:lnTo>
                <a:lnTo>
                  <a:pt x="8254" y="21538"/>
                </a:lnTo>
                <a:lnTo>
                  <a:pt x="6212" y="21379"/>
                </a:lnTo>
                <a:lnTo>
                  <a:pt x="4160" y="21134"/>
                </a:lnTo>
                <a:lnTo>
                  <a:pt x="2089" y="20832"/>
                </a:lnTo>
                <a:lnTo>
                  <a:pt x="0" y="20486"/>
                </a:lnTo>
                <a:lnTo>
                  <a:pt x="1176" y="14435"/>
                </a:lnTo>
                <a:lnTo>
                  <a:pt x="2138" y="9859"/>
                </a:lnTo>
                <a:lnTo>
                  <a:pt x="3005" y="6521"/>
                </a:lnTo>
                <a:lnTo>
                  <a:pt x="3894" y="4178"/>
                </a:lnTo>
                <a:lnTo>
                  <a:pt x="4925" y="2598"/>
                </a:lnTo>
                <a:lnTo>
                  <a:pt x="6208" y="1537"/>
                </a:lnTo>
                <a:lnTo>
                  <a:pt x="7865" y="749"/>
                </a:lnTo>
                <a:lnTo>
                  <a:pt x="10016" y="0"/>
                </a:lnTo>
                <a:close/>
              </a:path>
            </a:pathLst>
          </a:custGeom>
          <a:solidFill>
            <a:srgbClr val="B49D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29" name="contour_12327"/>
          <p:cNvSpPr/>
          <p:nvPr/>
        </p:nvSpPr>
        <p:spPr>
          <a:xfrm>
            <a:off x="2262364" y="199691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12" y="18922"/>
                </a:lnTo>
                <a:lnTo>
                  <a:pt x="1443" y="17021"/>
                </a:lnTo>
                <a:lnTo>
                  <a:pt x="2100" y="15379"/>
                </a:lnTo>
                <a:lnTo>
                  <a:pt x="2989" y="13478"/>
                </a:lnTo>
                <a:lnTo>
                  <a:pt x="4320" y="10800"/>
                </a:lnTo>
                <a:lnTo>
                  <a:pt x="7176" y="10800"/>
                </a:lnTo>
                <a:lnTo>
                  <a:pt x="10048" y="10800"/>
                </a:lnTo>
                <a:lnTo>
                  <a:pt x="12960" y="10800"/>
                </a:lnTo>
                <a:lnTo>
                  <a:pt x="12960" y="8662"/>
                </a:lnTo>
                <a:lnTo>
                  <a:pt x="12960" y="6516"/>
                </a:lnTo>
                <a:lnTo>
                  <a:pt x="12960" y="4363"/>
                </a:lnTo>
                <a:lnTo>
                  <a:pt x="12960" y="2192"/>
                </a:lnTo>
                <a:lnTo>
                  <a:pt x="12960" y="0"/>
                </a:lnTo>
                <a:close/>
              </a:path>
            </a:pathLst>
          </a:custGeom>
          <a:solidFill>
            <a:srgbClr val="8C87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0" name="contour_12328"/>
          <p:cNvSpPr/>
          <p:nvPr/>
        </p:nvSpPr>
        <p:spPr>
          <a:xfrm>
            <a:off x="4747569" y="2016835"/>
            <a:ext cx="51016" cy="329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53"/>
                </a:lnTo>
                <a:lnTo>
                  <a:pt x="11485" y="143"/>
                </a:lnTo>
                <a:lnTo>
                  <a:pt x="13506" y="277"/>
                </a:lnTo>
                <a:lnTo>
                  <a:pt x="15527" y="454"/>
                </a:lnTo>
                <a:lnTo>
                  <a:pt x="17548" y="679"/>
                </a:lnTo>
                <a:lnTo>
                  <a:pt x="19570" y="952"/>
                </a:lnTo>
                <a:lnTo>
                  <a:pt x="21600" y="1272"/>
                </a:lnTo>
                <a:lnTo>
                  <a:pt x="18949" y="5940"/>
                </a:lnTo>
                <a:lnTo>
                  <a:pt x="16746" y="9767"/>
                </a:lnTo>
                <a:lnTo>
                  <a:pt x="14907" y="12847"/>
                </a:lnTo>
                <a:lnTo>
                  <a:pt x="13361" y="15272"/>
                </a:lnTo>
                <a:lnTo>
                  <a:pt x="12019" y="17133"/>
                </a:lnTo>
                <a:lnTo>
                  <a:pt x="10806" y="18525"/>
                </a:lnTo>
                <a:lnTo>
                  <a:pt x="9640" y="19534"/>
                </a:lnTo>
                <a:lnTo>
                  <a:pt x="8443" y="20251"/>
                </a:lnTo>
                <a:lnTo>
                  <a:pt x="7134" y="20777"/>
                </a:lnTo>
                <a:lnTo>
                  <a:pt x="5631" y="21198"/>
                </a:lnTo>
                <a:lnTo>
                  <a:pt x="3857" y="21600"/>
                </a:lnTo>
                <a:lnTo>
                  <a:pt x="1944" y="21007"/>
                </a:lnTo>
                <a:lnTo>
                  <a:pt x="0" y="20404"/>
                </a:lnTo>
                <a:lnTo>
                  <a:pt x="62" y="13641"/>
                </a:lnTo>
                <a:lnTo>
                  <a:pt x="238" y="8753"/>
                </a:lnTo>
                <a:lnTo>
                  <a:pt x="660" y="5386"/>
                </a:lnTo>
                <a:lnTo>
                  <a:pt x="1463" y="3185"/>
                </a:lnTo>
                <a:lnTo>
                  <a:pt x="2768" y="1794"/>
                </a:lnTo>
                <a:lnTo>
                  <a:pt x="4706" y="851"/>
                </a:lnTo>
                <a:lnTo>
                  <a:pt x="7412" y="0"/>
                </a:lnTo>
                <a:close/>
              </a:path>
            </a:pathLst>
          </a:custGeom>
          <a:solidFill>
            <a:srgbClr val="ECFA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1" name="contour_12329"/>
          <p:cNvSpPr/>
          <p:nvPr/>
        </p:nvSpPr>
        <p:spPr>
          <a:xfrm>
            <a:off x="5221289" y="1987800"/>
            <a:ext cx="43728" cy="528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0"/>
                </a:moveTo>
                <a:lnTo>
                  <a:pt x="18050" y="185"/>
                </a:lnTo>
                <a:lnTo>
                  <a:pt x="21600" y="745"/>
                </a:lnTo>
                <a:lnTo>
                  <a:pt x="21017" y="4189"/>
                </a:lnTo>
                <a:lnTo>
                  <a:pt x="20513" y="6832"/>
                </a:lnTo>
                <a:lnTo>
                  <a:pt x="20005" y="8843"/>
                </a:lnTo>
                <a:lnTo>
                  <a:pt x="19415" y="10392"/>
                </a:lnTo>
                <a:lnTo>
                  <a:pt x="18659" y="11655"/>
                </a:lnTo>
                <a:lnTo>
                  <a:pt x="17651" y="12802"/>
                </a:lnTo>
                <a:lnTo>
                  <a:pt x="16308" y="14009"/>
                </a:lnTo>
                <a:lnTo>
                  <a:pt x="14555" y="15445"/>
                </a:lnTo>
                <a:lnTo>
                  <a:pt x="12766" y="16526"/>
                </a:lnTo>
                <a:lnTo>
                  <a:pt x="10966" y="17584"/>
                </a:lnTo>
                <a:lnTo>
                  <a:pt x="9155" y="18621"/>
                </a:lnTo>
                <a:lnTo>
                  <a:pt x="7330" y="19634"/>
                </a:lnTo>
                <a:lnTo>
                  <a:pt x="5476" y="20629"/>
                </a:lnTo>
                <a:lnTo>
                  <a:pt x="3600" y="21600"/>
                </a:lnTo>
                <a:lnTo>
                  <a:pt x="2383" y="19741"/>
                </a:lnTo>
                <a:lnTo>
                  <a:pt x="1588" y="18347"/>
                </a:lnTo>
                <a:lnTo>
                  <a:pt x="1040" y="16988"/>
                </a:lnTo>
                <a:lnTo>
                  <a:pt x="569" y="15236"/>
                </a:lnTo>
                <a:lnTo>
                  <a:pt x="0" y="12662"/>
                </a:lnTo>
                <a:lnTo>
                  <a:pt x="1264" y="10472"/>
                </a:lnTo>
                <a:lnTo>
                  <a:pt x="2585" y="8446"/>
                </a:lnTo>
                <a:lnTo>
                  <a:pt x="4007" y="6602"/>
                </a:lnTo>
                <a:lnTo>
                  <a:pt x="5566" y="4949"/>
                </a:lnTo>
                <a:lnTo>
                  <a:pt x="7308" y="3501"/>
                </a:lnTo>
                <a:lnTo>
                  <a:pt x="9266" y="2267"/>
                </a:lnTo>
                <a:lnTo>
                  <a:pt x="11488" y="1266"/>
                </a:lnTo>
                <a:lnTo>
                  <a:pt x="14011" y="506"/>
                </a:lnTo>
                <a:lnTo>
                  <a:pt x="16877" y="0"/>
                </a:lnTo>
                <a:close/>
              </a:path>
            </a:pathLst>
          </a:custGeom>
          <a:solidFill>
            <a:srgbClr val="CDE6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2" name="contour_12330"/>
          <p:cNvSpPr/>
          <p:nvPr/>
        </p:nvSpPr>
        <p:spPr>
          <a:xfrm>
            <a:off x="5002649" y="197504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855"/>
                </a:lnTo>
                <a:lnTo>
                  <a:pt x="16015" y="1715"/>
                </a:lnTo>
                <a:lnTo>
                  <a:pt x="17860" y="2575"/>
                </a:lnTo>
                <a:lnTo>
                  <a:pt x="19721" y="3443"/>
                </a:lnTo>
                <a:lnTo>
                  <a:pt x="21600" y="4320"/>
                </a:lnTo>
                <a:lnTo>
                  <a:pt x="21390" y="7404"/>
                </a:lnTo>
                <a:lnTo>
                  <a:pt x="21125" y="9621"/>
                </a:lnTo>
                <a:lnTo>
                  <a:pt x="20656" y="11591"/>
                </a:lnTo>
                <a:lnTo>
                  <a:pt x="19835" y="13936"/>
                </a:lnTo>
                <a:lnTo>
                  <a:pt x="18514" y="17280"/>
                </a:lnTo>
                <a:lnTo>
                  <a:pt x="16484" y="18079"/>
                </a:lnTo>
                <a:lnTo>
                  <a:pt x="14450" y="18770"/>
                </a:lnTo>
                <a:lnTo>
                  <a:pt x="12414" y="19367"/>
                </a:lnTo>
                <a:lnTo>
                  <a:pt x="10368" y="19881"/>
                </a:lnTo>
                <a:lnTo>
                  <a:pt x="8316" y="20321"/>
                </a:lnTo>
                <a:lnTo>
                  <a:pt x="6255" y="20701"/>
                </a:lnTo>
                <a:lnTo>
                  <a:pt x="4184" y="21034"/>
                </a:lnTo>
                <a:lnTo>
                  <a:pt x="2098" y="21328"/>
                </a:lnTo>
                <a:lnTo>
                  <a:pt x="0" y="21600"/>
                </a:lnTo>
                <a:lnTo>
                  <a:pt x="509" y="18749"/>
                </a:lnTo>
                <a:lnTo>
                  <a:pt x="1018" y="15893"/>
                </a:lnTo>
                <a:lnTo>
                  <a:pt x="1531" y="13025"/>
                </a:lnTo>
                <a:lnTo>
                  <a:pt x="2046" y="10143"/>
                </a:lnTo>
                <a:lnTo>
                  <a:pt x="2564" y="7245"/>
                </a:lnTo>
                <a:lnTo>
                  <a:pt x="3086" y="4320"/>
                </a:lnTo>
                <a:lnTo>
                  <a:pt x="4919" y="5175"/>
                </a:lnTo>
                <a:lnTo>
                  <a:pt x="6758" y="6035"/>
                </a:lnTo>
                <a:lnTo>
                  <a:pt x="8603" y="6895"/>
                </a:lnTo>
                <a:lnTo>
                  <a:pt x="10464" y="7763"/>
                </a:lnTo>
                <a:lnTo>
                  <a:pt x="12343" y="8640"/>
                </a:lnTo>
                <a:lnTo>
                  <a:pt x="12343" y="5784"/>
                </a:lnTo>
                <a:lnTo>
                  <a:pt x="12343" y="2912"/>
                </a:lnTo>
                <a:lnTo>
                  <a:pt x="12343" y="0"/>
                </a:lnTo>
                <a:close/>
              </a:path>
            </a:pathLst>
          </a:custGeom>
          <a:solidFill>
            <a:srgbClr val="CCE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3" name="contour_12331"/>
          <p:cNvSpPr/>
          <p:nvPr/>
        </p:nvSpPr>
        <p:spPr>
          <a:xfrm>
            <a:off x="11314050" y="1951950"/>
            <a:ext cx="51016" cy="39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7"/>
                </a:moveTo>
                <a:lnTo>
                  <a:pt x="2231" y="400"/>
                </a:lnTo>
                <a:lnTo>
                  <a:pt x="4440" y="180"/>
                </a:lnTo>
                <a:lnTo>
                  <a:pt x="6631" y="40"/>
                </a:lnTo>
                <a:lnTo>
                  <a:pt x="8816" y="0"/>
                </a:lnTo>
                <a:lnTo>
                  <a:pt x="11004" y="80"/>
                </a:lnTo>
                <a:lnTo>
                  <a:pt x="13204" y="296"/>
                </a:lnTo>
                <a:lnTo>
                  <a:pt x="15429" y="677"/>
                </a:lnTo>
                <a:lnTo>
                  <a:pt x="17144" y="3236"/>
                </a:lnTo>
                <a:lnTo>
                  <a:pt x="18357" y="5126"/>
                </a:lnTo>
                <a:lnTo>
                  <a:pt x="19236" y="6683"/>
                </a:lnTo>
                <a:lnTo>
                  <a:pt x="19955" y="8241"/>
                </a:lnTo>
                <a:lnTo>
                  <a:pt x="20687" y="10131"/>
                </a:lnTo>
                <a:lnTo>
                  <a:pt x="21600" y="12690"/>
                </a:lnTo>
                <a:lnTo>
                  <a:pt x="19767" y="12690"/>
                </a:lnTo>
                <a:lnTo>
                  <a:pt x="17928" y="12690"/>
                </a:lnTo>
                <a:lnTo>
                  <a:pt x="16083" y="12690"/>
                </a:lnTo>
                <a:lnTo>
                  <a:pt x="14222" y="12690"/>
                </a:lnTo>
                <a:lnTo>
                  <a:pt x="12343" y="12690"/>
                </a:lnTo>
                <a:lnTo>
                  <a:pt x="12343" y="15337"/>
                </a:lnTo>
                <a:lnTo>
                  <a:pt x="12343" y="18000"/>
                </a:lnTo>
                <a:lnTo>
                  <a:pt x="12343" y="20699"/>
                </a:lnTo>
                <a:lnTo>
                  <a:pt x="10140" y="21300"/>
                </a:lnTo>
                <a:lnTo>
                  <a:pt x="8557" y="21600"/>
                </a:lnTo>
                <a:lnTo>
                  <a:pt x="7150" y="21600"/>
                </a:lnTo>
                <a:lnTo>
                  <a:pt x="5474" y="21300"/>
                </a:lnTo>
                <a:lnTo>
                  <a:pt x="3086" y="20699"/>
                </a:lnTo>
                <a:lnTo>
                  <a:pt x="2428" y="18252"/>
                </a:lnTo>
                <a:lnTo>
                  <a:pt x="1879" y="15794"/>
                </a:lnTo>
                <a:lnTo>
                  <a:pt x="1419" y="13323"/>
                </a:lnTo>
                <a:lnTo>
                  <a:pt x="1037" y="10836"/>
                </a:lnTo>
                <a:lnTo>
                  <a:pt x="716" y="8329"/>
                </a:lnTo>
                <a:lnTo>
                  <a:pt x="447" y="5802"/>
                </a:lnTo>
                <a:lnTo>
                  <a:pt x="213" y="3252"/>
                </a:lnTo>
                <a:lnTo>
                  <a:pt x="0" y="677"/>
                </a:lnTo>
                <a:close/>
              </a:path>
            </a:pathLst>
          </a:custGeom>
          <a:solidFill>
            <a:srgbClr val="9497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4" name="contour_12332"/>
          <p:cNvSpPr/>
          <p:nvPr/>
        </p:nvSpPr>
        <p:spPr>
          <a:xfrm>
            <a:off x="7801238" y="1953182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786" y="0"/>
                </a:lnTo>
                <a:lnTo>
                  <a:pt x="21600" y="0"/>
                </a:lnTo>
                <a:lnTo>
                  <a:pt x="21438" y="1577"/>
                </a:lnTo>
                <a:lnTo>
                  <a:pt x="21265" y="3154"/>
                </a:lnTo>
                <a:lnTo>
                  <a:pt x="21082" y="4728"/>
                </a:lnTo>
                <a:lnTo>
                  <a:pt x="20887" y="6302"/>
                </a:lnTo>
                <a:lnTo>
                  <a:pt x="20686" y="7877"/>
                </a:lnTo>
                <a:lnTo>
                  <a:pt x="20477" y="9451"/>
                </a:lnTo>
                <a:lnTo>
                  <a:pt x="20351" y="10798"/>
                </a:lnTo>
                <a:lnTo>
                  <a:pt x="20228" y="12163"/>
                </a:lnTo>
                <a:lnTo>
                  <a:pt x="20027" y="13469"/>
                </a:lnTo>
                <a:lnTo>
                  <a:pt x="19807" y="14486"/>
                </a:lnTo>
                <a:lnTo>
                  <a:pt x="19469" y="15557"/>
                </a:lnTo>
                <a:lnTo>
                  <a:pt x="18904" y="17016"/>
                </a:lnTo>
                <a:lnTo>
                  <a:pt x="18000" y="19200"/>
                </a:lnTo>
                <a:lnTo>
                  <a:pt x="15246" y="20088"/>
                </a:lnTo>
                <a:lnTo>
                  <a:pt x="13309" y="20657"/>
                </a:lnTo>
                <a:lnTo>
                  <a:pt x="11668" y="21022"/>
                </a:lnTo>
                <a:lnTo>
                  <a:pt x="9803" y="21298"/>
                </a:lnTo>
                <a:lnTo>
                  <a:pt x="7200" y="21600"/>
                </a:lnTo>
                <a:lnTo>
                  <a:pt x="6181" y="20242"/>
                </a:lnTo>
                <a:lnTo>
                  <a:pt x="5162" y="18883"/>
                </a:lnTo>
                <a:lnTo>
                  <a:pt x="4140" y="17520"/>
                </a:lnTo>
                <a:lnTo>
                  <a:pt x="3114" y="16152"/>
                </a:lnTo>
                <a:lnTo>
                  <a:pt x="2081" y="14777"/>
                </a:lnTo>
                <a:lnTo>
                  <a:pt x="1044" y="13394"/>
                </a:lnTo>
                <a:lnTo>
                  <a:pt x="0" y="12000"/>
                </a:lnTo>
                <a:lnTo>
                  <a:pt x="2304" y="12247"/>
                </a:lnTo>
                <a:lnTo>
                  <a:pt x="4626" y="12497"/>
                </a:lnTo>
                <a:lnTo>
                  <a:pt x="6977" y="12749"/>
                </a:lnTo>
                <a:lnTo>
                  <a:pt x="9914" y="12754"/>
                </a:lnTo>
                <a:lnTo>
                  <a:pt x="11837" y="12559"/>
                </a:lnTo>
                <a:lnTo>
                  <a:pt x="14400" y="12000"/>
                </a:lnTo>
                <a:lnTo>
                  <a:pt x="15253" y="10445"/>
                </a:lnTo>
                <a:lnTo>
                  <a:pt x="15916" y="8918"/>
                </a:lnTo>
                <a:lnTo>
                  <a:pt x="16420" y="7399"/>
                </a:lnTo>
                <a:lnTo>
                  <a:pt x="16805" y="5858"/>
                </a:lnTo>
                <a:lnTo>
                  <a:pt x="17111" y="4277"/>
                </a:lnTo>
                <a:lnTo>
                  <a:pt x="17366" y="2626"/>
                </a:lnTo>
                <a:lnTo>
                  <a:pt x="17680" y="1322"/>
                </a:lnTo>
                <a:lnTo>
                  <a:pt x="18000" y="0"/>
                </a:lnTo>
                <a:close/>
              </a:path>
            </a:pathLst>
          </a:custGeom>
          <a:solidFill>
            <a:srgbClr val="4A4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5" name="contour_12333"/>
          <p:cNvSpPr/>
          <p:nvPr/>
        </p:nvSpPr>
        <p:spPr>
          <a:xfrm>
            <a:off x="4492489" y="1953182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21065" y="8608"/>
                </a:lnTo>
                <a:lnTo>
                  <a:pt x="20528" y="11826"/>
                </a:lnTo>
                <a:lnTo>
                  <a:pt x="19991" y="15055"/>
                </a:lnTo>
                <a:lnTo>
                  <a:pt x="19448" y="18311"/>
                </a:lnTo>
                <a:lnTo>
                  <a:pt x="18900" y="21600"/>
                </a:lnTo>
                <a:lnTo>
                  <a:pt x="17312" y="21303"/>
                </a:lnTo>
                <a:lnTo>
                  <a:pt x="15725" y="20984"/>
                </a:lnTo>
                <a:lnTo>
                  <a:pt x="14137" y="20644"/>
                </a:lnTo>
                <a:lnTo>
                  <a:pt x="12552" y="20288"/>
                </a:lnTo>
                <a:lnTo>
                  <a:pt x="10967" y="19915"/>
                </a:lnTo>
                <a:lnTo>
                  <a:pt x="9493" y="19597"/>
                </a:lnTo>
                <a:lnTo>
                  <a:pt x="8011" y="19283"/>
                </a:lnTo>
                <a:lnTo>
                  <a:pt x="6507" y="18965"/>
                </a:lnTo>
                <a:lnTo>
                  <a:pt x="5249" y="18052"/>
                </a:lnTo>
                <a:lnTo>
                  <a:pt x="3983" y="17134"/>
                </a:lnTo>
                <a:lnTo>
                  <a:pt x="2700" y="16200"/>
                </a:lnTo>
                <a:lnTo>
                  <a:pt x="2165" y="12992"/>
                </a:lnTo>
                <a:lnTo>
                  <a:pt x="1628" y="9774"/>
                </a:lnTo>
                <a:lnTo>
                  <a:pt x="1091" y="6545"/>
                </a:lnTo>
                <a:lnTo>
                  <a:pt x="548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7EC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6" name="contour_12334"/>
          <p:cNvSpPr/>
          <p:nvPr/>
        </p:nvSpPr>
        <p:spPr>
          <a:xfrm>
            <a:off x="2289876" y="1938606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853" y="0"/>
                </a:lnTo>
                <a:lnTo>
                  <a:pt x="6780" y="0"/>
                </a:lnTo>
                <a:lnTo>
                  <a:pt x="9715" y="0"/>
                </a:lnTo>
                <a:lnTo>
                  <a:pt x="12662" y="0"/>
                </a:lnTo>
                <a:lnTo>
                  <a:pt x="15622" y="0"/>
                </a:lnTo>
                <a:lnTo>
                  <a:pt x="18599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905" y="20732"/>
                </a:lnTo>
                <a:lnTo>
                  <a:pt x="16242" y="19842"/>
                </a:lnTo>
                <a:lnTo>
                  <a:pt x="13613" y="18904"/>
                </a:lnTo>
                <a:lnTo>
                  <a:pt x="11013" y="17906"/>
                </a:lnTo>
                <a:lnTo>
                  <a:pt x="8446" y="16831"/>
                </a:lnTo>
                <a:lnTo>
                  <a:pt x="5907" y="15660"/>
                </a:lnTo>
                <a:lnTo>
                  <a:pt x="3402" y="14377"/>
                </a:lnTo>
                <a:lnTo>
                  <a:pt x="930" y="12960"/>
                </a:lnTo>
                <a:lnTo>
                  <a:pt x="310" y="9487"/>
                </a:lnTo>
                <a:lnTo>
                  <a:pt x="0" y="7076"/>
                </a:lnTo>
                <a:lnTo>
                  <a:pt x="0" y="5106"/>
                </a:lnTo>
                <a:lnTo>
                  <a:pt x="310" y="2955"/>
                </a:lnTo>
                <a:lnTo>
                  <a:pt x="930" y="0"/>
                </a:lnTo>
                <a:close/>
              </a:path>
            </a:pathLst>
          </a:custGeom>
          <a:solidFill>
            <a:srgbClr val="0B0C0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7" name="contour_12335"/>
          <p:cNvSpPr/>
          <p:nvPr/>
        </p:nvSpPr>
        <p:spPr>
          <a:xfrm>
            <a:off x="7065150" y="191674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139" y="15"/>
                </a:lnTo>
                <a:lnTo>
                  <a:pt x="9443" y="117"/>
                </a:lnTo>
                <a:lnTo>
                  <a:pt x="11002" y="392"/>
                </a:lnTo>
                <a:lnTo>
                  <a:pt x="12312" y="926"/>
                </a:lnTo>
                <a:lnTo>
                  <a:pt x="13867" y="1808"/>
                </a:lnTo>
                <a:lnTo>
                  <a:pt x="15250" y="3018"/>
                </a:lnTo>
                <a:lnTo>
                  <a:pt x="16650" y="4243"/>
                </a:lnTo>
                <a:lnTo>
                  <a:pt x="18058" y="5428"/>
                </a:lnTo>
                <a:lnTo>
                  <a:pt x="19490" y="6628"/>
                </a:lnTo>
                <a:lnTo>
                  <a:pt x="20520" y="7961"/>
                </a:lnTo>
                <a:lnTo>
                  <a:pt x="21143" y="9084"/>
                </a:lnTo>
                <a:lnTo>
                  <a:pt x="21463" y="10420"/>
                </a:lnTo>
                <a:lnTo>
                  <a:pt x="21582" y="12395"/>
                </a:lnTo>
                <a:lnTo>
                  <a:pt x="21600" y="15429"/>
                </a:lnTo>
                <a:lnTo>
                  <a:pt x="19220" y="15429"/>
                </a:lnTo>
                <a:lnTo>
                  <a:pt x="16826" y="15429"/>
                </a:lnTo>
                <a:lnTo>
                  <a:pt x="14400" y="15429"/>
                </a:lnTo>
                <a:lnTo>
                  <a:pt x="13079" y="17261"/>
                </a:lnTo>
                <a:lnTo>
                  <a:pt x="12262" y="18514"/>
                </a:lnTo>
                <a:lnTo>
                  <a:pt x="11617" y="19767"/>
                </a:lnTo>
                <a:lnTo>
                  <a:pt x="10800" y="21600"/>
                </a:lnTo>
                <a:lnTo>
                  <a:pt x="10800" y="19560"/>
                </a:lnTo>
                <a:lnTo>
                  <a:pt x="10800" y="17508"/>
                </a:lnTo>
                <a:lnTo>
                  <a:pt x="10800" y="15429"/>
                </a:lnTo>
                <a:lnTo>
                  <a:pt x="8662" y="15429"/>
                </a:lnTo>
                <a:lnTo>
                  <a:pt x="6516" y="15429"/>
                </a:lnTo>
                <a:lnTo>
                  <a:pt x="4363" y="15429"/>
                </a:lnTo>
                <a:lnTo>
                  <a:pt x="2192" y="15429"/>
                </a:lnTo>
                <a:lnTo>
                  <a:pt x="0" y="15429"/>
                </a:lnTo>
                <a:lnTo>
                  <a:pt x="313" y="13497"/>
                </a:lnTo>
                <a:lnTo>
                  <a:pt x="648" y="11568"/>
                </a:lnTo>
                <a:lnTo>
                  <a:pt x="994" y="9640"/>
                </a:lnTo>
                <a:lnTo>
                  <a:pt x="1350" y="7714"/>
                </a:lnTo>
                <a:lnTo>
                  <a:pt x="1728" y="5560"/>
                </a:lnTo>
                <a:lnTo>
                  <a:pt x="2110" y="3376"/>
                </a:lnTo>
                <a:lnTo>
                  <a:pt x="2851" y="1700"/>
                </a:lnTo>
                <a:lnTo>
                  <a:pt x="3600" y="0"/>
                </a:lnTo>
                <a:close/>
              </a:path>
            </a:pathLst>
          </a:custGeom>
          <a:solidFill>
            <a:srgbClr val="504F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8" name="contour_12336"/>
          <p:cNvSpPr/>
          <p:nvPr/>
        </p:nvSpPr>
        <p:spPr>
          <a:xfrm>
            <a:off x="6837168" y="1924030"/>
            <a:ext cx="2407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4" y="0"/>
                </a:moveTo>
                <a:lnTo>
                  <a:pt x="5088" y="0"/>
                </a:lnTo>
                <a:lnTo>
                  <a:pt x="8384" y="0"/>
                </a:lnTo>
                <a:lnTo>
                  <a:pt x="9698" y="1247"/>
                </a:lnTo>
                <a:lnTo>
                  <a:pt x="10947" y="2486"/>
                </a:lnTo>
                <a:lnTo>
                  <a:pt x="12124" y="3723"/>
                </a:lnTo>
                <a:lnTo>
                  <a:pt x="13236" y="4966"/>
                </a:lnTo>
                <a:lnTo>
                  <a:pt x="14308" y="6217"/>
                </a:lnTo>
                <a:lnTo>
                  <a:pt x="15329" y="7485"/>
                </a:lnTo>
                <a:lnTo>
                  <a:pt x="16225" y="8538"/>
                </a:lnTo>
                <a:lnTo>
                  <a:pt x="17134" y="9608"/>
                </a:lnTo>
                <a:lnTo>
                  <a:pt x="18180" y="10955"/>
                </a:lnTo>
                <a:lnTo>
                  <a:pt x="19095" y="12279"/>
                </a:lnTo>
                <a:lnTo>
                  <a:pt x="19880" y="13590"/>
                </a:lnTo>
                <a:lnTo>
                  <a:pt x="20521" y="14894"/>
                </a:lnTo>
                <a:lnTo>
                  <a:pt x="21025" y="16200"/>
                </a:lnTo>
                <a:lnTo>
                  <a:pt x="21371" y="17516"/>
                </a:lnTo>
                <a:lnTo>
                  <a:pt x="21567" y="18849"/>
                </a:lnTo>
                <a:lnTo>
                  <a:pt x="21600" y="20208"/>
                </a:lnTo>
                <a:lnTo>
                  <a:pt x="21463" y="21600"/>
                </a:lnTo>
                <a:lnTo>
                  <a:pt x="16637" y="21411"/>
                </a:lnTo>
                <a:lnTo>
                  <a:pt x="13203" y="21215"/>
                </a:lnTo>
                <a:lnTo>
                  <a:pt x="10221" y="20917"/>
                </a:lnTo>
                <a:lnTo>
                  <a:pt x="6749" y="20422"/>
                </a:lnTo>
                <a:lnTo>
                  <a:pt x="1844" y="19636"/>
                </a:lnTo>
                <a:lnTo>
                  <a:pt x="1001" y="18397"/>
                </a:lnTo>
                <a:lnTo>
                  <a:pt x="438" y="17162"/>
                </a:lnTo>
                <a:lnTo>
                  <a:pt x="124" y="15929"/>
                </a:lnTo>
                <a:lnTo>
                  <a:pt x="0" y="14694"/>
                </a:lnTo>
                <a:lnTo>
                  <a:pt x="33" y="13455"/>
                </a:lnTo>
                <a:lnTo>
                  <a:pt x="177" y="12210"/>
                </a:lnTo>
                <a:lnTo>
                  <a:pt x="386" y="10959"/>
                </a:lnTo>
                <a:lnTo>
                  <a:pt x="615" y="9696"/>
                </a:lnTo>
                <a:lnTo>
                  <a:pt x="706" y="8768"/>
                </a:lnTo>
                <a:lnTo>
                  <a:pt x="798" y="7833"/>
                </a:lnTo>
                <a:lnTo>
                  <a:pt x="889" y="6885"/>
                </a:lnTo>
                <a:lnTo>
                  <a:pt x="1040" y="5506"/>
                </a:lnTo>
                <a:lnTo>
                  <a:pt x="1210" y="4130"/>
                </a:lnTo>
                <a:lnTo>
                  <a:pt x="1399" y="2753"/>
                </a:lnTo>
                <a:lnTo>
                  <a:pt x="1609" y="1377"/>
                </a:lnTo>
                <a:lnTo>
                  <a:pt x="1844" y="0"/>
                </a:lnTo>
                <a:close/>
              </a:path>
            </a:pathLst>
          </a:custGeom>
          <a:solidFill>
            <a:srgbClr val="CEDC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39" name="contour_12337"/>
          <p:cNvSpPr/>
          <p:nvPr/>
        </p:nvSpPr>
        <p:spPr>
          <a:xfrm>
            <a:off x="10314880" y="1916742"/>
            <a:ext cx="5173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41" y="0"/>
                </a:moveTo>
                <a:lnTo>
                  <a:pt x="5353" y="0"/>
                </a:lnTo>
                <a:lnTo>
                  <a:pt x="7377" y="0"/>
                </a:lnTo>
                <a:lnTo>
                  <a:pt x="9428" y="0"/>
                </a:lnTo>
                <a:lnTo>
                  <a:pt x="9428" y="1785"/>
                </a:lnTo>
                <a:lnTo>
                  <a:pt x="9428" y="3580"/>
                </a:lnTo>
                <a:lnTo>
                  <a:pt x="9428" y="5400"/>
                </a:lnTo>
                <a:lnTo>
                  <a:pt x="11436" y="4954"/>
                </a:lnTo>
                <a:lnTo>
                  <a:pt x="13448" y="4509"/>
                </a:lnTo>
                <a:lnTo>
                  <a:pt x="15468" y="4061"/>
                </a:lnTo>
                <a:lnTo>
                  <a:pt x="17498" y="3610"/>
                </a:lnTo>
                <a:lnTo>
                  <a:pt x="19540" y="3156"/>
                </a:lnTo>
                <a:lnTo>
                  <a:pt x="21600" y="2700"/>
                </a:lnTo>
                <a:lnTo>
                  <a:pt x="20997" y="4304"/>
                </a:lnTo>
                <a:lnTo>
                  <a:pt x="20392" y="5913"/>
                </a:lnTo>
                <a:lnTo>
                  <a:pt x="19786" y="7528"/>
                </a:lnTo>
                <a:lnTo>
                  <a:pt x="19175" y="9156"/>
                </a:lnTo>
                <a:lnTo>
                  <a:pt x="18557" y="10800"/>
                </a:lnTo>
                <a:lnTo>
                  <a:pt x="16673" y="10465"/>
                </a:lnTo>
                <a:lnTo>
                  <a:pt x="14790" y="10130"/>
                </a:lnTo>
                <a:lnTo>
                  <a:pt x="12900" y="9796"/>
                </a:lnTo>
                <a:lnTo>
                  <a:pt x="11007" y="9461"/>
                </a:lnTo>
                <a:lnTo>
                  <a:pt x="9105" y="9123"/>
                </a:lnTo>
                <a:lnTo>
                  <a:pt x="7194" y="8783"/>
                </a:lnTo>
                <a:lnTo>
                  <a:pt x="5274" y="8443"/>
                </a:lnTo>
                <a:lnTo>
                  <a:pt x="3341" y="8100"/>
                </a:lnTo>
                <a:lnTo>
                  <a:pt x="3341" y="10009"/>
                </a:lnTo>
                <a:lnTo>
                  <a:pt x="3341" y="11921"/>
                </a:lnTo>
                <a:lnTo>
                  <a:pt x="3341" y="13838"/>
                </a:lnTo>
                <a:lnTo>
                  <a:pt x="3341" y="15763"/>
                </a:lnTo>
                <a:lnTo>
                  <a:pt x="3341" y="17696"/>
                </a:lnTo>
                <a:lnTo>
                  <a:pt x="3341" y="19640"/>
                </a:lnTo>
                <a:lnTo>
                  <a:pt x="3341" y="21600"/>
                </a:lnTo>
                <a:lnTo>
                  <a:pt x="1832" y="21600"/>
                </a:lnTo>
                <a:lnTo>
                  <a:pt x="298" y="21600"/>
                </a:lnTo>
                <a:lnTo>
                  <a:pt x="253" y="19742"/>
                </a:lnTo>
                <a:lnTo>
                  <a:pt x="210" y="17888"/>
                </a:lnTo>
                <a:lnTo>
                  <a:pt x="173" y="16030"/>
                </a:lnTo>
                <a:lnTo>
                  <a:pt x="140" y="14175"/>
                </a:lnTo>
                <a:lnTo>
                  <a:pt x="110" y="12317"/>
                </a:lnTo>
                <a:lnTo>
                  <a:pt x="73" y="10592"/>
                </a:lnTo>
                <a:lnTo>
                  <a:pt x="37" y="8856"/>
                </a:lnTo>
                <a:lnTo>
                  <a:pt x="0" y="7098"/>
                </a:lnTo>
                <a:lnTo>
                  <a:pt x="219" y="4514"/>
                </a:lnTo>
                <a:lnTo>
                  <a:pt x="642" y="2913"/>
                </a:lnTo>
                <a:lnTo>
                  <a:pt x="1576" y="1631"/>
                </a:lnTo>
                <a:lnTo>
                  <a:pt x="3341" y="0"/>
                </a:lnTo>
                <a:close/>
              </a:path>
            </a:pathLst>
          </a:custGeom>
          <a:solidFill>
            <a:srgbClr val="C7C5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0" name="contour_12338"/>
          <p:cNvSpPr/>
          <p:nvPr/>
        </p:nvSpPr>
        <p:spPr>
          <a:xfrm>
            <a:off x="8194789" y="1902166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535"/>
                </a:lnTo>
                <a:lnTo>
                  <a:pt x="15084" y="1072"/>
                </a:lnTo>
                <a:lnTo>
                  <a:pt x="17237" y="1609"/>
                </a:lnTo>
                <a:lnTo>
                  <a:pt x="19408" y="2152"/>
                </a:lnTo>
                <a:lnTo>
                  <a:pt x="21600" y="2700"/>
                </a:lnTo>
                <a:lnTo>
                  <a:pt x="19220" y="2700"/>
                </a:lnTo>
                <a:lnTo>
                  <a:pt x="16826" y="2700"/>
                </a:lnTo>
                <a:lnTo>
                  <a:pt x="14400" y="2700"/>
                </a:lnTo>
                <a:lnTo>
                  <a:pt x="14400" y="4571"/>
                </a:lnTo>
                <a:lnTo>
                  <a:pt x="14400" y="6445"/>
                </a:lnTo>
                <a:lnTo>
                  <a:pt x="14400" y="8319"/>
                </a:lnTo>
                <a:lnTo>
                  <a:pt x="14400" y="10195"/>
                </a:lnTo>
                <a:lnTo>
                  <a:pt x="14400" y="12080"/>
                </a:lnTo>
                <a:lnTo>
                  <a:pt x="14400" y="13967"/>
                </a:lnTo>
                <a:lnTo>
                  <a:pt x="14400" y="15862"/>
                </a:lnTo>
                <a:lnTo>
                  <a:pt x="14400" y="17766"/>
                </a:lnTo>
                <a:lnTo>
                  <a:pt x="14400" y="19678"/>
                </a:lnTo>
                <a:lnTo>
                  <a:pt x="14400" y="21600"/>
                </a:lnTo>
                <a:lnTo>
                  <a:pt x="10937" y="19316"/>
                </a:lnTo>
                <a:lnTo>
                  <a:pt x="8287" y="17553"/>
                </a:lnTo>
                <a:lnTo>
                  <a:pt x="6282" y="16181"/>
                </a:lnTo>
                <a:lnTo>
                  <a:pt x="4752" y="15077"/>
                </a:lnTo>
                <a:lnTo>
                  <a:pt x="3524" y="14116"/>
                </a:lnTo>
                <a:lnTo>
                  <a:pt x="2437" y="13165"/>
                </a:lnTo>
                <a:lnTo>
                  <a:pt x="1318" y="12101"/>
                </a:lnTo>
                <a:lnTo>
                  <a:pt x="0" y="10800"/>
                </a:lnTo>
                <a:lnTo>
                  <a:pt x="461" y="8467"/>
                </a:lnTo>
                <a:lnTo>
                  <a:pt x="878" y="6880"/>
                </a:lnTo>
                <a:lnTo>
                  <a:pt x="1426" y="5648"/>
                </a:lnTo>
                <a:lnTo>
                  <a:pt x="2275" y="4385"/>
                </a:lnTo>
                <a:lnTo>
                  <a:pt x="3600" y="2700"/>
                </a:lnTo>
                <a:lnTo>
                  <a:pt x="5386" y="4039"/>
                </a:lnTo>
                <a:lnTo>
                  <a:pt x="7200" y="5400"/>
                </a:lnTo>
                <a:lnTo>
                  <a:pt x="8093" y="4063"/>
                </a:lnTo>
                <a:lnTo>
                  <a:pt x="8986" y="2719"/>
                </a:lnTo>
                <a:lnTo>
                  <a:pt x="9889" y="1369"/>
                </a:lnTo>
                <a:lnTo>
                  <a:pt x="10800" y="0"/>
                </a:lnTo>
                <a:close/>
              </a:path>
            </a:pathLst>
          </a:custGeom>
          <a:solidFill>
            <a:srgbClr val="DF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1" name="contour_12339"/>
          <p:cNvSpPr/>
          <p:nvPr/>
        </p:nvSpPr>
        <p:spPr>
          <a:xfrm>
            <a:off x="1074421" y="1913382"/>
            <a:ext cx="72880" cy="325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14" y="416"/>
                </a:moveTo>
                <a:lnTo>
                  <a:pt x="12690" y="315"/>
                </a:lnTo>
                <a:lnTo>
                  <a:pt x="14723" y="0"/>
                </a:lnTo>
                <a:lnTo>
                  <a:pt x="15576" y="775"/>
                </a:lnTo>
                <a:lnTo>
                  <a:pt x="16269" y="1593"/>
                </a:lnTo>
                <a:lnTo>
                  <a:pt x="16885" y="2707"/>
                </a:lnTo>
                <a:lnTo>
                  <a:pt x="17500" y="4372"/>
                </a:lnTo>
                <a:lnTo>
                  <a:pt x="18200" y="6842"/>
                </a:lnTo>
                <a:lnTo>
                  <a:pt x="19064" y="10367"/>
                </a:lnTo>
                <a:lnTo>
                  <a:pt x="20170" y="15204"/>
                </a:lnTo>
                <a:lnTo>
                  <a:pt x="21600" y="21600"/>
                </a:lnTo>
                <a:lnTo>
                  <a:pt x="20174" y="20961"/>
                </a:lnTo>
                <a:lnTo>
                  <a:pt x="18749" y="20322"/>
                </a:lnTo>
                <a:lnTo>
                  <a:pt x="17321" y="19683"/>
                </a:lnTo>
                <a:lnTo>
                  <a:pt x="15893" y="19043"/>
                </a:lnTo>
                <a:lnTo>
                  <a:pt x="14463" y="18399"/>
                </a:lnTo>
                <a:lnTo>
                  <a:pt x="13033" y="17760"/>
                </a:lnTo>
                <a:lnTo>
                  <a:pt x="11599" y="17116"/>
                </a:lnTo>
                <a:lnTo>
                  <a:pt x="10163" y="16472"/>
                </a:lnTo>
                <a:lnTo>
                  <a:pt x="8724" y="15828"/>
                </a:lnTo>
                <a:lnTo>
                  <a:pt x="7281" y="15180"/>
                </a:lnTo>
                <a:lnTo>
                  <a:pt x="5834" y="14531"/>
                </a:lnTo>
                <a:lnTo>
                  <a:pt x="4383" y="13882"/>
                </a:lnTo>
                <a:lnTo>
                  <a:pt x="2927" y="13228"/>
                </a:lnTo>
                <a:lnTo>
                  <a:pt x="1467" y="12575"/>
                </a:lnTo>
                <a:lnTo>
                  <a:pt x="0" y="11916"/>
                </a:lnTo>
                <a:lnTo>
                  <a:pt x="2233" y="8590"/>
                </a:lnTo>
                <a:lnTo>
                  <a:pt x="4011" y="5994"/>
                </a:lnTo>
                <a:lnTo>
                  <a:pt x="5432" y="4038"/>
                </a:lnTo>
                <a:lnTo>
                  <a:pt x="6597" y="2624"/>
                </a:lnTo>
                <a:lnTo>
                  <a:pt x="7601" y="1661"/>
                </a:lnTo>
                <a:lnTo>
                  <a:pt x="8547" y="1056"/>
                </a:lnTo>
                <a:lnTo>
                  <a:pt x="9532" y="707"/>
                </a:lnTo>
                <a:lnTo>
                  <a:pt x="10655" y="528"/>
                </a:lnTo>
                <a:lnTo>
                  <a:pt x="12014" y="416"/>
                </a:lnTo>
                <a:close/>
              </a:path>
            </a:pathLst>
          </a:custGeom>
          <a:solidFill>
            <a:srgbClr val="2825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2" name="contour_12340"/>
          <p:cNvSpPr/>
          <p:nvPr/>
        </p:nvSpPr>
        <p:spPr>
          <a:xfrm>
            <a:off x="1373229" y="189487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54"/>
                </a:lnTo>
                <a:lnTo>
                  <a:pt x="0" y="12053"/>
                </a:lnTo>
                <a:lnTo>
                  <a:pt x="0" y="9637"/>
                </a:lnTo>
                <a:lnTo>
                  <a:pt x="0" y="7200"/>
                </a:lnTo>
                <a:lnTo>
                  <a:pt x="3569" y="7200"/>
                </a:lnTo>
                <a:lnTo>
                  <a:pt x="7160" y="7200"/>
                </a:lnTo>
                <a:lnTo>
                  <a:pt x="10800" y="7200"/>
                </a:lnTo>
                <a:lnTo>
                  <a:pt x="10800" y="4820"/>
                </a:lnTo>
                <a:lnTo>
                  <a:pt x="10800" y="2426"/>
                </a:lnTo>
                <a:lnTo>
                  <a:pt x="10800" y="0"/>
                </a:lnTo>
                <a:close/>
              </a:path>
            </a:pathLst>
          </a:custGeom>
          <a:solidFill>
            <a:srgbClr val="B4B6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3" name="contour_12341"/>
          <p:cNvSpPr/>
          <p:nvPr/>
        </p:nvSpPr>
        <p:spPr>
          <a:xfrm>
            <a:off x="1904218" y="1902166"/>
            <a:ext cx="59339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7" y="0"/>
                </a:moveTo>
                <a:lnTo>
                  <a:pt x="2128" y="0"/>
                </a:lnTo>
                <a:lnTo>
                  <a:pt x="3881" y="0"/>
                </a:lnTo>
                <a:lnTo>
                  <a:pt x="5643" y="0"/>
                </a:lnTo>
                <a:lnTo>
                  <a:pt x="7412" y="0"/>
                </a:lnTo>
                <a:lnTo>
                  <a:pt x="9192" y="0"/>
                </a:lnTo>
                <a:lnTo>
                  <a:pt x="10988" y="0"/>
                </a:lnTo>
                <a:lnTo>
                  <a:pt x="10551" y="2796"/>
                </a:lnTo>
                <a:lnTo>
                  <a:pt x="10113" y="5597"/>
                </a:lnTo>
                <a:lnTo>
                  <a:pt x="9673" y="8410"/>
                </a:lnTo>
                <a:lnTo>
                  <a:pt x="9229" y="11236"/>
                </a:lnTo>
                <a:lnTo>
                  <a:pt x="8784" y="14079"/>
                </a:lnTo>
                <a:lnTo>
                  <a:pt x="8335" y="16948"/>
                </a:lnTo>
                <a:lnTo>
                  <a:pt x="9978" y="16422"/>
                </a:lnTo>
                <a:lnTo>
                  <a:pt x="11620" y="15897"/>
                </a:lnTo>
                <a:lnTo>
                  <a:pt x="13267" y="15372"/>
                </a:lnTo>
                <a:lnTo>
                  <a:pt x="14917" y="14846"/>
                </a:lnTo>
                <a:lnTo>
                  <a:pt x="16575" y="14317"/>
                </a:lnTo>
                <a:lnTo>
                  <a:pt x="18241" y="13783"/>
                </a:lnTo>
                <a:lnTo>
                  <a:pt x="19915" y="13249"/>
                </a:lnTo>
                <a:lnTo>
                  <a:pt x="21600" y="12711"/>
                </a:lnTo>
                <a:lnTo>
                  <a:pt x="21600" y="15511"/>
                </a:lnTo>
                <a:lnTo>
                  <a:pt x="21600" y="18329"/>
                </a:lnTo>
                <a:lnTo>
                  <a:pt x="21600" y="21185"/>
                </a:lnTo>
                <a:lnTo>
                  <a:pt x="20075" y="21248"/>
                </a:lnTo>
                <a:lnTo>
                  <a:pt x="18549" y="21308"/>
                </a:lnTo>
                <a:lnTo>
                  <a:pt x="17024" y="21358"/>
                </a:lnTo>
                <a:lnTo>
                  <a:pt x="15498" y="21405"/>
                </a:lnTo>
                <a:lnTo>
                  <a:pt x="13973" y="21447"/>
                </a:lnTo>
                <a:lnTo>
                  <a:pt x="13341" y="21469"/>
                </a:lnTo>
                <a:lnTo>
                  <a:pt x="12230" y="21511"/>
                </a:lnTo>
                <a:lnTo>
                  <a:pt x="9683" y="21600"/>
                </a:lnTo>
                <a:lnTo>
                  <a:pt x="7839" y="21380"/>
                </a:lnTo>
                <a:lnTo>
                  <a:pt x="6210" y="21066"/>
                </a:lnTo>
                <a:lnTo>
                  <a:pt x="4725" y="20562"/>
                </a:lnTo>
                <a:lnTo>
                  <a:pt x="3303" y="19774"/>
                </a:lnTo>
                <a:lnTo>
                  <a:pt x="1881" y="18600"/>
                </a:lnTo>
                <a:lnTo>
                  <a:pt x="377" y="16948"/>
                </a:lnTo>
                <a:lnTo>
                  <a:pt x="106" y="14092"/>
                </a:lnTo>
                <a:lnTo>
                  <a:pt x="0" y="11300"/>
                </a:lnTo>
                <a:lnTo>
                  <a:pt x="13" y="8533"/>
                </a:lnTo>
                <a:lnTo>
                  <a:pt x="106" y="5754"/>
                </a:lnTo>
                <a:lnTo>
                  <a:pt x="241" y="2923"/>
                </a:lnTo>
                <a:lnTo>
                  <a:pt x="377" y="0"/>
                </a:lnTo>
                <a:close/>
              </a:path>
            </a:pathLst>
          </a:custGeom>
          <a:solidFill>
            <a:srgbClr val="5F5E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4" name="contour_12342"/>
          <p:cNvSpPr/>
          <p:nvPr/>
        </p:nvSpPr>
        <p:spPr>
          <a:xfrm>
            <a:off x="10628978" y="1867118"/>
            <a:ext cx="58304" cy="35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5318"/>
                </a:moveTo>
                <a:lnTo>
                  <a:pt x="18047" y="7124"/>
                </a:lnTo>
                <a:lnTo>
                  <a:pt x="19221" y="8938"/>
                </a:lnTo>
                <a:lnTo>
                  <a:pt x="20404" y="10766"/>
                </a:lnTo>
                <a:lnTo>
                  <a:pt x="21600" y="12617"/>
                </a:lnTo>
                <a:lnTo>
                  <a:pt x="19818" y="13358"/>
                </a:lnTo>
                <a:lnTo>
                  <a:pt x="18036" y="14099"/>
                </a:lnTo>
                <a:lnTo>
                  <a:pt x="16251" y="14840"/>
                </a:lnTo>
                <a:lnTo>
                  <a:pt x="14464" y="15586"/>
                </a:lnTo>
                <a:lnTo>
                  <a:pt x="12674" y="16327"/>
                </a:lnTo>
                <a:lnTo>
                  <a:pt x="10881" y="17077"/>
                </a:lnTo>
                <a:lnTo>
                  <a:pt x="9083" y="17823"/>
                </a:lnTo>
                <a:lnTo>
                  <a:pt x="7279" y="18573"/>
                </a:lnTo>
                <a:lnTo>
                  <a:pt x="5470" y="19323"/>
                </a:lnTo>
                <a:lnTo>
                  <a:pt x="3656" y="20082"/>
                </a:lnTo>
                <a:lnTo>
                  <a:pt x="1831" y="20836"/>
                </a:lnTo>
                <a:lnTo>
                  <a:pt x="0" y="21600"/>
                </a:lnTo>
                <a:lnTo>
                  <a:pt x="8" y="15905"/>
                </a:lnTo>
                <a:lnTo>
                  <a:pt x="73" y="11979"/>
                </a:lnTo>
                <a:lnTo>
                  <a:pt x="248" y="9342"/>
                </a:lnTo>
                <a:lnTo>
                  <a:pt x="586" y="7510"/>
                </a:lnTo>
                <a:lnTo>
                  <a:pt x="1147" y="6014"/>
                </a:lnTo>
                <a:lnTo>
                  <a:pt x="1982" y="4370"/>
                </a:lnTo>
                <a:lnTo>
                  <a:pt x="4185" y="2515"/>
                </a:lnTo>
                <a:lnTo>
                  <a:pt x="6134" y="1141"/>
                </a:lnTo>
                <a:lnTo>
                  <a:pt x="7908" y="287"/>
                </a:lnTo>
                <a:lnTo>
                  <a:pt x="9588" y="0"/>
                </a:lnTo>
                <a:lnTo>
                  <a:pt x="11243" y="314"/>
                </a:lnTo>
                <a:lnTo>
                  <a:pt x="12960" y="1276"/>
                </a:lnTo>
                <a:lnTo>
                  <a:pt x="14809" y="2933"/>
                </a:lnTo>
                <a:lnTo>
                  <a:pt x="16875" y="5318"/>
                </a:lnTo>
                <a:close/>
              </a:path>
            </a:pathLst>
          </a:custGeom>
          <a:solidFill>
            <a:srgbClr val="E6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5" name="contour_12343"/>
          <p:cNvSpPr/>
          <p:nvPr/>
        </p:nvSpPr>
        <p:spPr>
          <a:xfrm>
            <a:off x="8282245" y="1858438"/>
            <a:ext cx="5752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83" y="252"/>
                </a:lnTo>
                <a:lnTo>
                  <a:pt x="3766" y="515"/>
                </a:lnTo>
                <a:lnTo>
                  <a:pt x="5648" y="785"/>
                </a:lnTo>
                <a:lnTo>
                  <a:pt x="7528" y="1062"/>
                </a:lnTo>
                <a:lnTo>
                  <a:pt x="9408" y="1350"/>
                </a:lnTo>
                <a:lnTo>
                  <a:pt x="11157" y="1602"/>
                </a:lnTo>
                <a:lnTo>
                  <a:pt x="12917" y="1854"/>
                </a:lnTo>
                <a:lnTo>
                  <a:pt x="14698" y="2110"/>
                </a:lnTo>
                <a:lnTo>
                  <a:pt x="17309" y="3024"/>
                </a:lnTo>
                <a:lnTo>
                  <a:pt x="18866" y="3834"/>
                </a:lnTo>
                <a:lnTo>
                  <a:pt x="19988" y="5000"/>
                </a:lnTo>
                <a:lnTo>
                  <a:pt x="21294" y="6977"/>
                </a:lnTo>
                <a:lnTo>
                  <a:pt x="21600" y="9277"/>
                </a:lnTo>
                <a:lnTo>
                  <a:pt x="21496" y="11052"/>
                </a:lnTo>
                <a:lnTo>
                  <a:pt x="20801" y="13208"/>
                </a:lnTo>
                <a:lnTo>
                  <a:pt x="19326" y="16650"/>
                </a:lnTo>
                <a:lnTo>
                  <a:pt x="18365" y="18284"/>
                </a:lnTo>
                <a:lnTo>
                  <a:pt x="17399" y="19933"/>
                </a:lnTo>
                <a:lnTo>
                  <a:pt x="16420" y="21600"/>
                </a:lnTo>
                <a:lnTo>
                  <a:pt x="16701" y="19890"/>
                </a:lnTo>
                <a:lnTo>
                  <a:pt x="16986" y="18169"/>
                </a:lnTo>
                <a:lnTo>
                  <a:pt x="17273" y="16423"/>
                </a:lnTo>
                <a:lnTo>
                  <a:pt x="16992" y="14566"/>
                </a:lnTo>
                <a:lnTo>
                  <a:pt x="16707" y="12697"/>
                </a:lnTo>
                <a:lnTo>
                  <a:pt x="16420" y="10800"/>
                </a:lnTo>
                <a:lnTo>
                  <a:pt x="14690" y="10127"/>
                </a:lnTo>
                <a:lnTo>
                  <a:pt x="12980" y="9590"/>
                </a:lnTo>
                <a:lnTo>
                  <a:pt x="11269" y="9162"/>
                </a:lnTo>
                <a:lnTo>
                  <a:pt x="9545" y="8824"/>
                </a:lnTo>
                <a:lnTo>
                  <a:pt x="7794" y="8550"/>
                </a:lnTo>
                <a:lnTo>
                  <a:pt x="5996" y="8312"/>
                </a:lnTo>
                <a:lnTo>
                  <a:pt x="4083" y="7610"/>
                </a:lnTo>
                <a:lnTo>
                  <a:pt x="2917" y="6876"/>
                </a:lnTo>
                <a:lnTo>
                  <a:pt x="2025" y="5659"/>
                </a:lnTo>
                <a:lnTo>
                  <a:pt x="930" y="3503"/>
                </a:lnTo>
                <a:lnTo>
                  <a:pt x="468" y="1764"/>
                </a:lnTo>
                <a:lnTo>
                  <a:pt x="0" y="0"/>
                </a:lnTo>
                <a:close/>
              </a:path>
            </a:pathLst>
          </a:custGeom>
          <a:solidFill>
            <a:srgbClr val="DAD9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6" name="contour_12344"/>
          <p:cNvSpPr/>
          <p:nvPr/>
        </p:nvSpPr>
        <p:spPr>
          <a:xfrm>
            <a:off x="7451414" y="1829286"/>
            <a:ext cx="377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34" y="1782"/>
                </a:lnTo>
                <a:lnTo>
                  <a:pt x="2068" y="3575"/>
                </a:lnTo>
                <a:lnTo>
                  <a:pt x="3115" y="5375"/>
                </a:lnTo>
                <a:lnTo>
                  <a:pt x="4170" y="7200"/>
                </a:lnTo>
                <a:lnTo>
                  <a:pt x="7193" y="7999"/>
                </a:lnTo>
                <a:lnTo>
                  <a:pt x="9424" y="8410"/>
                </a:lnTo>
                <a:lnTo>
                  <a:pt x="12768" y="8777"/>
                </a:lnTo>
                <a:lnTo>
                  <a:pt x="16079" y="9356"/>
                </a:lnTo>
                <a:lnTo>
                  <a:pt x="18172" y="9882"/>
                </a:lnTo>
                <a:lnTo>
                  <a:pt x="20849" y="10800"/>
                </a:lnTo>
                <a:lnTo>
                  <a:pt x="21350" y="13586"/>
                </a:lnTo>
                <a:lnTo>
                  <a:pt x="21600" y="15541"/>
                </a:lnTo>
                <a:lnTo>
                  <a:pt x="21600" y="17183"/>
                </a:lnTo>
                <a:lnTo>
                  <a:pt x="21350" y="19030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8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7" name="contour_12345"/>
          <p:cNvSpPr/>
          <p:nvPr/>
        </p:nvSpPr>
        <p:spPr>
          <a:xfrm>
            <a:off x="8121909" y="1806708"/>
            <a:ext cx="44340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61"/>
                </a:moveTo>
                <a:lnTo>
                  <a:pt x="2162" y="211"/>
                </a:lnTo>
                <a:lnTo>
                  <a:pt x="4328" y="168"/>
                </a:lnTo>
                <a:lnTo>
                  <a:pt x="6490" y="131"/>
                </a:lnTo>
                <a:lnTo>
                  <a:pt x="8656" y="96"/>
                </a:lnTo>
                <a:lnTo>
                  <a:pt x="11070" y="48"/>
                </a:lnTo>
                <a:lnTo>
                  <a:pt x="13523" y="0"/>
                </a:lnTo>
                <a:lnTo>
                  <a:pt x="16022" y="192"/>
                </a:lnTo>
                <a:lnTo>
                  <a:pt x="17666" y="563"/>
                </a:lnTo>
                <a:lnTo>
                  <a:pt x="19182" y="1382"/>
                </a:lnTo>
                <a:lnTo>
                  <a:pt x="21302" y="2929"/>
                </a:lnTo>
                <a:lnTo>
                  <a:pt x="21472" y="5089"/>
                </a:lnTo>
                <a:lnTo>
                  <a:pt x="21568" y="6666"/>
                </a:lnTo>
                <a:lnTo>
                  <a:pt x="21600" y="8109"/>
                </a:lnTo>
                <a:lnTo>
                  <a:pt x="21582" y="9880"/>
                </a:lnTo>
                <a:lnTo>
                  <a:pt x="21522" y="12430"/>
                </a:lnTo>
                <a:lnTo>
                  <a:pt x="21490" y="14142"/>
                </a:lnTo>
                <a:lnTo>
                  <a:pt x="21458" y="15865"/>
                </a:lnTo>
                <a:lnTo>
                  <a:pt x="21426" y="17610"/>
                </a:lnTo>
                <a:lnTo>
                  <a:pt x="21387" y="18927"/>
                </a:lnTo>
                <a:lnTo>
                  <a:pt x="21344" y="20256"/>
                </a:lnTo>
                <a:lnTo>
                  <a:pt x="21302" y="21600"/>
                </a:lnTo>
                <a:lnTo>
                  <a:pt x="19960" y="20357"/>
                </a:lnTo>
                <a:lnTo>
                  <a:pt x="18625" y="19109"/>
                </a:lnTo>
                <a:lnTo>
                  <a:pt x="17297" y="17855"/>
                </a:lnTo>
                <a:lnTo>
                  <a:pt x="15976" y="16599"/>
                </a:lnTo>
                <a:lnTo>
                  <a:pt x="14489" y="15204"/>
                </a:lnTo>
                <a:lnTo>
                  <a:pt x="12980" y="13785"/>
                </a:lnTo>
                <a:lnTo>
                  <a:pt x="11844" y="12350"/>
                </a:lnTo>
                <a:lnTo>
                  <a:pt x="11155" y="11205"/>
                </a:lnTo>
                <a:lnTo>
                  <a:pt x="10800" y="9960"/>
                </a:lnTo>
                <a:lnTo>
                  <a:pt x="10669" y="8223"/>
                </a:lnTo>
                <a:lnTo>
                  <a:pt x="10651" y="5596"/>
                </a:lnTo>
                <a:lnTo>
                  <a:pt x="8542" y="5596"/>
                </a:lnTo>
                <a:lnTo>
                  <a:pt x="6426" y="5596"/>
                </a:lnTo>
                <a:lnTo>
                  <a:pt x="4303" y="5596"/>
                </a:lnTo>
                <a:lnTo>
                  <a:pt x="2162" y="5596"/>
                </a:lnTo>
                <a:lnTo>
                  <a:pt x="0" y="5596"/>
                </a:lnTo>
                <a:lnTo>
                  <a:pt x="0" y="3833"/>
                </a:lnTo>
                <a:lnTo>
                  <a:pt x="0" y="2059"/>
                </a:lnTo>
                <a:lnTo>
                  <a:pt x="0" y="261"/>
                </a:lnTo>
                <a:close/>
              </a:path>
            </a:pathLst>
          </a:custGeom>
          <a:solidFill>
            <a:srgbClr val="E4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8" name="contour_12346"/>
          <p:cNvSpPr/>
          <p:nvPr/>
        </p:nvSpPr>
        <p:spPr>
          <a:xfrm>
            <a:off x="6788207" y="182199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984" y="785"/>
                </a:lnTo>
                <a:lnTo>
                  <a:pt x="14329" y="1364"/>
                </a:lnTo>
                <a:lnTo>
                  <a:pt x="16299" y="1912"/>
                </a:lnTo>
                <a:lnTo>
                  <a:pt x="18516" y="2599"/>
                </a:lnTo>
                <a:lnTo>
                  <a:pt x="21600" y="3600"/>
                </a:lnTo>
                <a:lnTo>
                  <a:pt x="20948" y="7762"/>
                </a:lnTo>
                <a:lnTo>
                  <a:pt x="20425" y="10688"/>
                </a:lnTo>
                <a:lnTo>
                  <a:pt x="19920" y="12773"/>
                </a:lnTo>
                <a:lnTo>
                  <a:pt x="19306" y="14422"/>
                </a:lnTo>
                <a:lnTo>
                  <a:pt x="18468" y="16031"/>
                </a:lnTo>
                <a:lnTo>
                  <a:pt x="17280" y="18000"/>
                </a:lnTo>
                <a:lnTo>
                  <a:pt x="14420" y="19087"/>
                </a:lnTo>
                <a:lnTo>
                  <a:pt x="11668" y="19886"/>
                </a:lnTo>
                <a:lnTo>
                  <a:pt x="8938" y="20470"/>
                </a:lnTo>
                <a:lnTo>
                  <a:pt x="6139" y="20905"/>
                </a:lnTo>
                <a:lnTo>
                  <a:pt x="3192" y="21258"/>
                </a:lnTo>
                <a:lnTo>
                  <a:pt x="0" y="21600"/>
                </a:lnTo>
                <a:lnTo>
                  <a:pt x="462" y="19404"/>
                </a:lnTo>
                <a:lnTo>
                  <a:pt x="933" y="17212"/>
                </a:lnTo>
                <a:lnTo>
                  <a:pt x="1408" y="15016"/>
                </a:lnTo>
                <a:lnTo>
                  <a:pt x="1892" y="12823"/>
                </a:lnTo>
                <a:lnTo>
                  <a:pt x="2419" y="10375"/>
                </a:lnTo>
                <a:lnTo>
                  <a:pt x="2955" y="7888"/>
                </a:lnTo>
                <a:lnTo>
                  <a:pt x="3810" y="5353"/>
                </a:lnTo>
                <a:lnTo>
                  <a:pt x="4692" y="3686"/>
                </a:lnTo>
                <a:lnTo>
                  <a:pt x="6121" y="2149"/>
                </a:lnTo>
                <a:lnTo>
                  <a:pt x="8640" y="0"/>
                </a:lnTo>
                <a:close/>
              </a:path>
            </a:pathLst>
          </a:custGeom>
          <a:solidFill>
            <a:srgbClr val="B0A9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49" name="contour_12347"/>
          <p:cNvSpPr/>
          <p:nvPr/>
        </p:nvSpPr>
        <p:spPr>
          <a:xfrm>
            <a:off x="10709146" y="1811503"/>
            <a:ext cx="51016" cy="32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19" y="336"/>
                </a:moveTo>
                <a:lnTo>
                  <a:pt x="9933" y="92"/>
                </a:lnTo>
                <a:lnTo>
                  <a:pt x="12272" y="0"/>
                </a:lnTo>
                <a:lnTo>
                  <a:pt x="13972" y="107"/>
                </a:lnTo>
                <a:lnTo>
                  <a:pt x="15358" y="467"/>
                </a:lnTo>
                <a:lnTo>
                  <a:pt x="16762" y="1129"/>
                </a:lnTo>
                <a:lnTo>
                  <a:pt x="18514" y="2141"/>
                </a:lnTo>
                <a:lnTo>
                  <a:pt x="19125" y="5030"/>
                </a:lnTo>
                <a:lnTo>
                  <a:pt x="19736" y="7930"/>
                </a:lnTo>
                <a:lnTo>
                  <a:pt x="20353" y="10839"/>
                </a:lnTo>
                <a:lnTo>
                  <a:pt x="20974" y="13772"/>
                </a:lnTo>
                <a:lnTo>
                  <a:pt x="21600" y="16735"/>
                </a:lnTo>
                <a:lnTo>
                  <a:pt x="19459" y="17217"/>
                </a:lnTo>
                <a:lnTo>
                  <a:pt x="17320" y="17698"/>
                </a:lnTo>
                <a:lnTo>
                  <a:pt x="15179" y="18180"/>
                </a:lnTo>
                <a:lnTo>
                  <a:pt x="13031" y="18666"/>
                </a:lnTo>
                <a:lnTo>
                  <a:pt x="10880" y="19148"/>
                </a:lnTo>
                <a:lnTo>
                  <a:pt x="8720" y="19635"/>
                </a:lnTo>
                <a:lnTo>
                  <a:pt x="6557" y="20121"/>
                </a:lnTo>
                <a:lnTo>
                  <a:pt x="4382" y="20612"/>
                </a:lnTo>
                <a:lnTo>
                  <a:pt x="2197" y="21104"/>
                </a:lnTo>
                <a:lnTo>
                  <a:pt x="0" y="21600"/>
                </a:lnTo>
                <a:lnTo>
                  <a:pt x="423" y="14765"/>
                </a:lnTo>
                <a:lnTo>
                  <a:pt x="827" y="9812"/>
                </a:lnTo>
                <a:lnTo>
                  <a:pt x="1327" y="6378"/>
                </a:lnTo>
                <a:lnTo>
                  <a:pt x="2040" y="4082"/>
                </a:lnTo>
                <a:lnTo>
                  <a:pt x="3083" y="2559"/>
                </a:lnTo>
                <a:lnTo>
                  <a:pt x="4570" y="1435"/>
                </a:lnTo>
                <a:lnTo>
                  <a:pt x="6619" y="336"/>
                </a:lnTo>
                <a:close/>
              </a:path>
            </a:pathLst>
          </a:custGeom>
          <a:solidFill>
            <a:srgbClr val="C7C8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0" name="contour_12348"/>
          <p:cNvSpPr/>
          <p:nvPr/>
        </p:nvSpPr>
        <p:spPr>
          <a:xfrm>
            <a:off x="8428005" y="1792846"/>
            <a:ext cx="3980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11" y="0"/>
                </a:moveTo>
                <a:lnTo>
                  <a:pt x="10853" y="461"/>
                </a:lnTo>
                <a:lnTo>
                  <a:pt x="12942" y="878"/>
                </a:lnTo>
                <a:lnTo>
                  <a:pt x="14745" y="1426"/>
                </a:lnTo>
                <a:lnTo>
                  <a:pt x="16834" y="2275"/>
                </a:lnTo>
                <a:lnTo>
                  <a:pt x="19777" y="3600"/>
                </a:lnTo>
                <a:lnTo>
                  <a:pt x="20663" y="5864"/>
                </a:lnTo>
                <a:lnTo>
                  <a:pt x="21228" y="7985"/>
                </a:lnTo>
                <a:lnTo>
                  <a:pt x="21525" y="10080"/>
                </a:lnTo>
                <a:lnTo>
                  <a:pt x="21600" y="12272"/>
                </a:lnTo>
                <a:lnTo>
                  <a:pt x="21509" y="14681"/>
                </a:lnTo>
                <a:lnTo>
                  <a:pt x="20125" y="17082"/>
                </a:lnTo>
                <a:lnTo>
                  <a:pt x="18523" y="18392"/>
                </a:lnTo>
                <a:lnTo>
                  <a:pt x="15327" y="19742"/>
                </a:lnTo>
                <a:lnTo>
                  <a:pt x="12776" y="20171"/>
                </a:lnTo>
                <a:lnTo>
                  <a:pt x="10232" y="20549"/>
                </a:lnTo>
                <a:lnTo>
                  <a:pt x="7693" y="20884"/>
                </a:lnTo>
                <a:lnTo>
                  <a:pt x="5146" y="21168"/>
                </a:lnTo>
                <a:lnTo>
                  <a:pt x="2587" y="21409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54"/>
                </a:lnTo>
                <a:lnTo>
                  <a:pt x="0" y="12053"/>
                </a:lnTo>
                <a:lnTo>
                  <a:pt x="0" y="9637"/>
                </a:lnTo>
                <a:lnTo>
                  <a:pt x="0" y="7200"/>
                </a:lnTo>
                <a:lnTo>
                  <a:pt x="2614" y="7200"/>
                </a:lnTo>
                <a:lnTo>
                  <a:pt x="5245" y="7200"/>
                </a:lnTo>
                <a:lnTo>
                  <a:pt x="7911" y="7200"/>
                </a:lnTo>
                <a:lnTo>
                  <a:pt x="7911" y="4820"/>
                </a:lnTo>
                <a:lnTo>
                  <a:pt x="7911" y="2426"/>
                </a:lnTo>
                <a:lnTo>
                  <a:pt x="7911" y="0"/>
                </a:lnTo>
                <a:close/>
              </a:path>
            </a:pathLst>
          </a:custGeom>
          <a:solidFill>
            <a:srgbClr val="C2B0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1" name="contour_12349"/>
          <p:cNvSpPr/>
          <p:nvPr/>
        </p:nvSpPr>
        <p:spPr>
          <a:xfrm>
            <a:off x="7783768" y="1785813"/>
            <a:ext cx="38277" cy="507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112" y="1830"/>
                </a:moveTo>
                <a:lnTo>
                  <a:pt x="20448" y="4047"/>
                </a:lnTo>
                <a:lnTo>
                  <a:pt x="21255" y="6221"/>
                </a:lnTo>
                <a:lnTo>
                  <a:pt x="21600" y="8367"/>
                </a:lnTo>
                <a:lnTo>
                  <a:pt x="21563" y="10504"/>
                </a:lnTo>
                <a:lnTo>
                  <a:pt x="21213" y="12644"/>
                </a:lnTo>
                <a:lnTo>
                  <a:pt x="20617" y="14808"/>
                </a:lnTo>
                <a:lnTo>
                  <a:pt x="19848" y="17010"/>
                </a:lnTo>
                <a:lnTo>
                  <a:pt x="18980" y="19271"/>
                </a:lnTo>
                <a:lnTo>
                  <a:pt x="18084" y="21600"/>
                </a:lnTo>
                <a:lnTo>
                  <a:pt x="15110" y="21460"/>
                </a:lnTo>
                <a:lnTo>
                  <a:pt x="12276" y="21234"/>
                </a:lnTo>
                <a:lnTo>
                  <a:pt x="9546" y="20874"/>
                </a:lnTo>
                <a:lnTo>
                  <a:pt x="6885" y="20332"/>
                </a:lnTo>
                <a:lnTo>
                  <a:pt x="4257" y="19556"/>
                </a:lnTo>
                <a:lnTo>
                  <a:pt x="1633" y="18499"/>
                </a:lnTo>
                <a:lnTo>
                  <a:pt x="790" y="16222"/>
                </a:lnTo>
                <a:lnTo>
                  <a:pt x="251" y="14011"/>
                </a:lnTo>
                <a:lnTo>
                  <a:pt x="0" y="11837"/>
                </a:lnTo>
                <a:lnTo>
                  <a:pt x="25" y="9679"/>
                </a:lnTo>
                <a:lnTo>
                  <a:pt x="317" y="7502"/>
                </a:lnTo>
                <a:lnTo>
                  <a:pt x="855" y="5281"/>
                </a:lnTo>
                <a:lnTo>
                  <a:pt x="1633" y="2993"/>
                </a:lnTo>
                <a:lnTo>
                  <a:pt x="4820" y="1467"/>
                </a:lnTo>
                <a:lnTo>
                  <a:pt x="7576" y="465"/>
                </a:lnTo>
                <a:lnTo>
                  <a:pt x="10146" y="0"/>
                </a:lnTo>
                <a:lnTo>
                  <a:pt x="12762" y="68"/>
                </a:lnTo>
                <a:lnTo>
                  <a:pt x="15674" y="676"/>
                </a:lnTo>
                <a:lnTo>
                  <a:pt x="19112" y="1830"/>
                </a:lnTo>
                <a:close/>
              </a:path>
            </a:pathLst>
          </a:custGeom>
          <a:solidFill>
            <a:srgbClr val="878D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2" name="contour_12350"/>
          <p:cNvSpPr/>
          <p:nvPr/>
        </p:nvSpPr>
        <p:spPr>
          <a:xfrm>
            <a:off x="10898634" y="1805017"/>
            <a:ext cx="65592" cy="242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2141"/>
                </a:moveTo>
                <a:lnTo>
                  <a:pt x="19675" y="5994"/>
                </a:lnTo>
                <a:lnTo>
                  <a:pt x="20153" y="9859"/>
                </a:lnTo>
                <a:lnTo>
                  <a:pt x="20630" y="13738"/>
                </a:lnTo>
                <a:lnTo>
                  <a:pt x="21113" y="17650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7312"/>
                </a:lnTo>
                <a:lnTo>
                  <a:pt x="0" y="12999"/>
                </a:lnTo>
                <a:lnTo>
                  <a:pt x="0" y="8627"/>
                </a:lnTo>
                <a:lnTo>
                  <a:pt x="1387" y="6811"/>
                </a:lnTo>
                <a:lnTo>
                  <a:pt x="2870" y="5176"/>
                </a:lnTo>
                <a:lnTo>
                  <a:pt x="4428" y="3730"/>
                </a:lnTo>
                <a:lnTo>
                  <a:pt x="6046" y="2497"/>
                </a:lnTo>
                <a:lnTo>
                  <a:pt x="7709" y="1498"/>
                </a:lnTo>
                <a:lnTo>
                  <a:pt x="9398" y="733"/>
                </a:lnTo>
                <a:lnTo>
                  <a:pt x="11100" y="227"/>
                </a:lnTo>
                <a:lnTo>
                  <a:pt x="12797" y="0"/>
                </a:lnTo>
                <a:lnTo>
                  <a:pt x="14472" y="58"/>
                </a:lnTo>
                <a:lnTo>
                  <a:pt x="16106" y="428"/>
                </a:lnTo>
                <a:lnTo>
                  <a:pt x="17688" y="1116"/>
                </a:lnTo>
                <a:lnTo>
                  <a:pt x="19200" y="2141"/>
                </a:lnTo>
                <a:close/>
              </a:path>
            </a:pathLst>
          </a:custGeom>
          <a:solidFill>
            <a:srgbClr val="5354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3" name="contour_12351"/>
          <p:cNvSpPr/>
          <p:nvPr/>
        </p:nvSpPr>
        <p:spPr>
          <a:xfrm>
            <a:off x="2255076" y="1785106"/>
            <a:ext cx="36440" cy="44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8" y="0"/>
                </a:moveTo>
                <a:lnTo>
                  <a:pt x="17440" y="71"/>
                </a:lnTo>
                <a:lnTo>
                  <a:pt x="19509" y="146"/>
                </a:lnTo>
                <a:lnTo>
                  <a:pt x="21600" y="221"/>
                </a:lnTo>
                <a:lnTo>
                  <a:pt x="21600" y="2337"/>
                </a:lnTo>
                <a:lnTo>
                  <a:pt x="21600" y="4461"/>
                </a:lnTo>
                <a:lnTo>
                  <a:pt x="21600" y="6592"/>
                </a:lnTo>
                <a:lnTo>
                  <a:pt x="21600" y="8740"/>
                </a:lnTo>
                <a:lnTo>
                  <a:pt x="21600" y="10910"/>
                </a:lnTo>
                <a:lnTo>
                  <a:pt x="18744" y="10910"/>
                </a:lnTo>
                <a:lnTo>
                  <a:pt x="15872" y="10910"/>
                </a:lnTo>
                <a:lnTo>
                  <a:pt x="12960" y="10910"/>
                </a:lnTo>
                <a:lnTo>
                  <a:pt x="12960" y="13027"/>
                </a:lnTo>
                <a:lnTo>
                  <a:pt x="12960" y="15151"/>
                </a:lnTo>
                <a:lnTo>
                  <a:pt x="12960" y="17281"/>
                </a:lnTo>
                <a:lnTo>
                  <a:pt x="12960" y="19430"/>
                </a:lnTo>
                <a:lnTo>
                  <a:pt x="12960" y="21600"/>
                </a:lnTo>
                <a:lnTo>
                  <a:pt x="10394" y="20894"/>
                </a:lnTo>
                <a:lnTo>
                  <a:pt x="7819" y="20185"/>
                </a:lnTo>
                <a:lnTo>
                  <a:pt x="5232" y="19476"/>
                </a:lnTo>
                <a:lnTo>
                  <a:pt x="2631" y="18760"/>
                </a:lnTo>
                <a:lnTo>
                  <a:pt x="0" y="18037"/>
                </a:lnTo>
                <a:lnTo>
                  <a:pt x="1460" y="12770"/>
                </a:lnTo>
                <a:lnTo>
                  <a:pt x="2683" y="8666"/>
                </a:lnTo>
                <a:lnTo>
                  <a:pt x="3802" y="5576"/>
                </a:lnTo>
                <a:lnTo>
                  <a:pt x="4942" y="3349"/>
                </a:lnTo>
                <a:lnTo>
                  <a:pt x="6229" y="1839"/>
                </a:lnTo>
                <a:lnTo>
                  <a:pt x="7789" y="898"/>
                </a:lnTo>
                <a:lnTo>
                  <a:pt x="9755" y="378"/>
                </a:lnTo>
                <a:lnTo>
                  <a:pt x="12243" y="125"/>
                </a:lnTo>
                <a:lnTo>
                  <a:pt x="15388" y="0"/>
                </a:lnTo>
                <a:close/>
              </a:path>
            </a:pathLst>
          </a:custGeom>
          <a:solidFill>
            <a:srgbClr val="3A38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4" name="contour_12352"/>
          <p:cNvSpPr/>
          <p:nvPr/>
        </p:nvSpPr>
        <p:spPr>
          <a:xfrm>
            <a:off x="8078181" y="1748404"/>
            <a:ext cx="52000" cy="380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28" y="0"/>
                </a:moveTo>
                <a:lnTo>
                  <a:pt x="13859" y="83"/>
                </a:lnTo>
                <a:lnTo>
                  <a:pt x="15691" y="165"/>
                </a:lnTo>
                <a:lnTo>
                  <a:pt x="17525" y="244"/>
                </a:lnTo>
                <a:lnTo>
                  <a:pt x="19357" y="327"/>
                </a:lnTo>
                <a:lnTo>
                  <a:pt x="21191" y="405"/>
                </a:lnTo>
                <a:lnTo>
                  <a:pt x="21464" y="3234"/>
                </a:lnTo>
                <a:lnTo>
                  <a:pt x="21600" y="5294"/>
                </a:lnTo>
                <a:lnTo>
                  <a:pt x="21600" y="7179"/>
                </a:lnTo>
                <a:lnTo>
                  <a:pt x="21464" y="9487"/>
                </a:lnTo>
                <a:lnTo>
                  <a:pt x="21191" y="12812"/>
                </a:lnTo>
                <a:lnTo>
                  <a:pt x="19354" y="15058"/>
                </a:lnTo>
                <a:lnTo>
                  <a:pt x="17577" y="16927"/>
                </a:lnTo>
                <a:lnTo>
                  <a:pt x="15806" y="18445"/>
                </a:lnTo>
                <a:lnTo>
                  <a:pt x="14001" y="19636"/>
                </a:lnTo>
                <a:lnTo>
                  <a:pt x="12115" y="20521"/>
                </a:lnTo>
                <a:lnTo>
                  <a:pt x="10096" y="21129"/>
                </a:lnTo>
                <a:lnTo>
                  <a:pt x="7904" y="21480"/>
                </a:lnTo>
                <a:lnTo>
                  <a:pt x="5489" y="21600"/>
                </a:lnTo>
                <a:lnTo>
                  <a:pt x="3675" y="21430"/>
                </a:lnTo>
                <a:lnTo>
                  <a:pt x="1850" y="21257"/>
                </a:lnTo>
                <a:lnTo>
                  <a:pt x="0" y="21083"/>
                </a:lnTo>
                <a:lnTo>
                  <a:pt x="705" y="19077"/>
                </a:lnTo>
                <a:lnTo>
                  <a:pt x="1414" y="17076"/>
                </a:lnTo>
                <a:lnTo>
                  <a:pt x="2125" y="15070"/>
                </a:lnTo>
                <a:lnTo>
                  <a:pt x="2840" y="13068"/>
                </a:lnTo>
                <a:lnTo>
                  <a:pt x="3630" y="10835"/>
                </a:lnTo>
                <a:lnTo>
                  <a:pt x="4435" y="8561"/>
                </a:lnTo>
                <a:lnTo>
                  <a:pt x="5582" y="5802"/>
                </a:lnTo>
                <a:lnTo>
                  <a:pt x="6730" y="3557"/>
                </a:lnTo>
                <a:lnTo>
                  <a:pt x="8062" y="1828"/>
                </a:lnTo>
                <a:lnTo>
                  <a:pt x="9766" y="641"/>
                </a:lnTo>
                <a:lnTo>
                  <a:pt x="12028" y="0"/>
                </a:lnTo>
                <a:close/>
              </a:path>
            </a:pathLst>
          </a:custGeom>
          <a:solidFill>
            <a:srgbClr val="B27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5" name="contour_12353"/>
          <p:cNvSpPr/>
          <p:nvPr/>
        </p:nvSpPr>
        <p:spPr>
          <a:xfrm>
            <a:off x="3792842" y="1756406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567" y="1975"/>
                </a:lnTo>
                <a:lnTo>
                  <a:pt x="5738" y="3965"/>
                </a:lnTo>
                <a:lnTo>
                  <a:pt x="5908" y="5980"/>
                </a:lnTo>
                <a:lnTo>
                  <a:pt x="6332" y="7998"/>
                </a:lnTo>
                <a:lnTo>
                  <a:pt x="6701" y="9331"/>
                </a:lnTo>
                <a:lnTo>
                  <a:pt x="7222" y="10581"/>
                </a:lnTo>
                <a:lnTo>
                  <a:pt x="8100" y="12343"/>
                </a:lnTo>
                <a:lnTo>
                  <a:pt x="9752" y="13059"/>
                </a:lnTo>
                <a:lnTo>
                  <a:pt x="11405" y="13648"/>
                </a:lnTo>
                <a:lnTo>
                  <a:pt x="13060" y="14129"/>
                </a:lnTo>
                <a:lnTo>
                  <a:pt x="14726" y="14518"/>
                </a:lnTo>
                <a:lnTo>
                  <a:pt x="16408" y="14827"/>
                </a:lnTo>
                <a:lnTo>
                  <a:pt x="18112" y="15071"/>
                </a:lnTo>
                <a:lnTo>
                  <a:pt x="19840" y="15265"/>
                </a:lnTo>
                <a:lnTo>
                  <a:pt x="21600" y="15429"/>
                </a:lnTo>
                <a:lnTo>
                  <a:pt x="21138" y="17357"/>
                </a:lnTo>
                <a:lnTo>
                  <a:pt x="20701" y="18641"/>
                </a:lnTo>
                <a:lnTo>
                  <a:pt x="20039" y="19863"/>
                </a:lnTo>
                <a:lnTo>
                  <a:pt x="18900" y="21600"/>
                </a:lnTo>
                <a:lnTo>
                  <a:pt x="17194" y="21282"/>
                </a:lnTo>
                <a:lnTo>
                  <a:pt x="15579" y="20924"/>
                </a:lnTo>
                <a:lnTo>
                  <a:pt x="14016" y="20517"/>
                </a:lnTo>
                <a:lnTo>
                  <a:pt x="12469" y="20048"/>
                </a:lnTo>
                <a:lnTo>
                  <a:pt x="10903" y="19514"/>
                </a:lnTo>
                <a:lnTo>
                  <a:pt x="9283" y="18900"/>
                </a:lnTo>
                <a:lnTo>
                  <a:pt x="7943" y="18416"/>
                </a:lnTo>
                <a:lnTo>
                  <a:pt x="6585" y="17925"/>
                </a:lnTo>
                <a:lnTo>
                  <a:pt x="4936" y="17314"/>
                </a:lnTo>
                <a:lnTo>
                  <a:pt x="3289" y="16694"/>
                </a:lnTo>
                <a:lnTo>
                  <a:pt x="1642" y="16064"/>
                </a:lnTo>
                <a:lnTo>
                  <a:pt x="0" y="15429"/>
                </a:lnTo>
                <a:lnTo>
                  <a:pt x="670" y="13519"/>
                </a:lnTo>
                <a:lnTo>
                  <a:pt x="1337" y="11608"/>
                </a:lnTo>
                <a:lnTo>
                  <a:pt x="2009" y="9692"/>
                </a:lnTo>
                <a:lnTo>
                  <a:pt x="2678" y="7773"/>
                </a:lnTo>
                <a:lnTo>
                  <a:pt x="3353" y="5844"/>
                </a:lnTo>
                <a:lnTo>
                  <a:pt x="4031" y="3907"/>
                </a:lnTo>
                <a:lnTo>
                  <a:pt x="4714" y="1959"/>
                </a:lnTo>
                <a:lnTo>
                  <a:pt x="5400" y="0"/>
                </a:lnTo>
                <a:close/>
              </a:path>
            </a:pathLst>
          </a:custGeom>
          <a:solidFill>
            <a:srgbClr val="C6C9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6" name="contour_12354"/>
          <p:cNvSpPr/>
          <p:nvPr/>
        </p:nvSpPr>
        <p:spPr>
          <a:xfrm>
            <a:off x="3741826" y="1756253"/>
            <a:ext cx="65592" cy="36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90"/>
                </a:moveTo>
                <a:lnTo>
                  <a:pt x="4303" y="0"/>
                </a:lnTo>
                <a:lnTo>
                  <a:pt x="5693" y="13"/>
                </a:lnTo>
                <a:lnTo>
                  <a:pt x="6970" y="176"/>
                </a:lnTo>
                <a:lnTo>
                  <a:pt x="8537" y="542"/>
                </a:lnTo>
                <a:lnTo>
                  <a:pt x="10800" y="1166"/>
                </a:lnTo>
                <a:lnTo>
                  <a:pt x="11474" y="1334"/>
                </a:lnTo>
                <a:lnTo>
                  <a:pt x="12660" y="1630"/>
                </a:lnTo>
                <a:lnTo>
                  <a:pt x="15374" y="2310"/>
                </a:lnTo>
                <a:lnTo>
                  <a:pt x="15936" y="2616"/>
                </a:lnTo>
                <a:lnTo>
                  <a:pt x="16930" y="3158"/>
                </a:lnTo>
                <a:lnTo>
                  <a:pt x="19200" y="4392"/>
                </a:lnTo>
                <a:lnTo>
                  <a:pt x="19795" y="6522"/>
                </a:lnTo>
                <a:lnTo>
                  <a:pt x="20390" y="8664"/>
                </a:lnTo>
                <a:lnTo>
                  <a:pt x="20993" y="10815"/>
                </a:lnTo>
                <a:lnTo>
                  <a:pt x="21600" y="12996"/>
                </a:lnTo>
                <a:lnTo>
                  <a:pt x="19956" y="13650"/>
                </a:lnTo>
                <a:lnTo>
                  <a:pt x="18310" y="14308"/>
                </a:lnTo>
                <a:lnTo>
                  <a:pt x="16663" y="14962"/>
                </a:lnTo>
                <a:lnTo>
                  <a:pt x="15014" y="15620"/>
                </a:lnTo>
                <a:lnTo>
                  <a:pt x="13363" y="16279"/>
                </a:lnTo>
                <a:lnTo>
                  <a:pt x="11710" y="16937"/>
                </a:lnTo>
                <a:lnTo>
                  <a:pt x="10051" y="17595"/>
                </a:lnTo>
                <a:lnTo>
                  <a:pt x="8390" y="18257"/>
                </a:lnTo>
                <a:lnTo>
                  <a:pt x="6725" y="18920"/>
                </a:lnTo>
                <a:lnTo>
                  <a:pt x="5052" y="19587"/>
                </a:lnTo>
                <a:lnTo>
                  <a:pt x="3374" y="20258"/>
                </a:lnTo>
                <a:lnTo>
                  <a:pt x="1692" y="20925"/>
                </a:lnTo>
                <a:lnTo>
                  <a:pt x="0" y="21600"/>
                </a:lnTo>
                <a:lnTo>
                  <a:pt x="5" y="16068"/>
                </a:lnTo>
                <a:lnTo>
                  <a:pt x="38" y="11848"/>
                </a:lnTo>
                <a:lnTo>
                  <a:pt x="127" y="8694"/>
                </a:lnTo>
                <a:lnTo>
                  <a:pt x="300" y="6358"/>
                </a:lnTo>
                <a:lnTo>
                  <a:pt x="586" y="4577"/>
                </a:lnTo>
                <a:lnTo>
                  <a:pt x="1013" y="3110"/>
                </a:lnTo>
                <a:lnTo>
                  <a:pt x="1608" y="1699"/>
                </a:lnTo>
                <a:lnTo>
                  <a:pt x="2400" y="90"/>
                </a:lnTo>
                <a:close/>
              </a:path>
            </a:pathLst>
          </a:custGeom>
          <a:solidFill>
            <a:srgbClr val="C2C4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7" name="contour_12355"/>
          <p:cNvSpPr/>
          <p:nvPr/>
        </p:nvSpPr>
        <p:spPr>
          <a:xfrm>
            <a:off x="4630961" y="1712678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032" y="21060"/>
                </a:lnTo>
                <a:lnTo>
                  <a:pt x="4152" y="19426"/>
                </a:lnTo>
                <a:lnTo>
                  <a:pt x="6221" y="17809"/>
                </a:lnTo>
                <a:lnTo>
                  <a:pt x="7785" y="16289"/>
                </a:lnTo>
                <a:lnTo>
                  <a:pt x="8947" y="14796"/>
                </a:lnTo>
                <a:lnTo>
                  <a:pt x="9789" y="13268"/>
                </a:lnTo>
                <a:lnTo>
                  <a:pt x="10407" y="11629"/>
                </a:lnTo>
                <a:lnTo>
                  <a:pt x="10891" y="9817"/>
                </a:lnTo>
                <a:lnTo>
                  <a:pt x="11340" y="7762"/>
                </a:lnTo>
                <a:lnTo>
                  <a:pt x="11664" y="6305"/>
                </a:lnTo>
                <a:lnTo>
                  <a:pt x="11992" y="4838"/>
                </a:lnTo>
                <a:lnTo>
                  <a:pt x="12321" y="3353"/>
                </a:lnTo>
                <a:lnTo>
                  <a:pt x="12640" y="1688"/>
                </a:lnTo>
                <a:lnTo>
                  <a:pt x="12960" y="0"/>
                </a:lnTo>
                <a:close/>
              </a:path>
            </a:pathLst>
          </a:custGeom>
          <a:solidFill>
            <a:srgbClr val="A0BC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8" name="contour_12356"/>
          <p:cNvSpPr/>
          <p:nvPr/>
        </p:nvSpPr>
        <p:spPr>
          <a:xfrm>
            <a:off x="994254" y="173454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224" y="2704"/>
                </a:lnTo>
                <a:lnTo>
                  <a:pt x="20822" y="5404"/>
                </a:lnTo>
                <a:lnTo>
                  <a:pt x="20408" y="8104"/>
                </a:lnTo>
                <a:lnTo>
                  <a:pt x="19980" y="10800"/>
                </a:lnTo>
                <a:lnTo>
                  <a:pt x="19526" y="13815"/>
                </a:lnTo>
                <a:lnTo>
                  <a:pt x="19068" y="16874"/>
                </a:lnTo>
                <a:lnTo>
                  <a:pt x="18183" y="19220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640" y="18744"/>
                </a:lnTo>
                <a:lnTo>
                  <a:pt x="8640" y="15872"/>
                </a:lnTo>
                <a:lnTo>
                  <a:pt x="8640" y="12960"/>
                </a:lnTo>
                <a:lnTo>
                  <a:pt x="5784" y="12960"/>
                </a:lnTo>
                <a:lnTo>
                  <a:pt x="2912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6A68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59" name="contour_12357"/>
          <p:cNvSpPr/>
          <p:nvPr/>
        </p:nvSpPr>
        <p:spPr>
          <a:xfrm>
            <a:off x="4732381" y="1719966"/>
            <a:ext cx="44340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8" y="0"/>
                </a:moveTo>
                <a:lnTo>
                  <a:pt x="2407" y="0"/>
                </a:lnTo>
                <a:lnTo>
                  <a:pt x="4523" y="0"/>
                </a:lnTo>
                <a:lnTo>
                  <a:pt x="6646" y="0"/>
                </a:lnTo>
                <a:lnTo>
                  <a:pt x="8787" y="0"/>
                </a:lnTo>
                <a:lnTo>
                  <a:pt x="10949" y="0"/>
                </a:lnTo>
                <a:lnTo>
                  <a:pt x="10761" y="1546"/>
                </a:lnTo>
                <a:lnTo>
                  <a:pt x="10576" y="3113"/>
                </a:lnTo>
                <a:lnTo>
                  <a:pt x="10445" y="5179"/>
                </a:lnTo>
                <a:lnTo>
                  <a:pt x="10367" y="7194"/>
                </a:lnTo>
                <a:lnTo>
                  <a:pt x="10360" y="9178"/>
                </a:lnTo>
                <a:lnTo>
                  <a:pt x="10441" y="11162"/>
                </a:lnTo>
                <a:lnTo>
                  <a:pt x="10630" y="13168"/>
                </a:lnTo>
                <a:lnTo>
                  <a:pt x="10949" y="15216"/>
                </a:lnTo>
                <a:lnTo>
                  <a:pt x="13218" y="16908"/>
                </a:lnTo>
                <a:lnTo>
                  <a:pt x="14893" y="18103"/>
                </a:lnTo>
                <a:lnTo>
                  <a:pt x="16275" y="18971"/>
                </a:lnTo>
                <a:lnTo>
                  <a:pt x="17656" y="19680"/>
                </a:lnTo>
                <a:lnTo>
                  <a:pt x="19331" y="20401"/>
                </a:lnTo>
                <a:lnTo>
                  <a:pt x="21600" y="21302"/>
                </a:lnTo>
                <a:lnTo>
                  <a:pt x="19438" y="21360"/>
                </a:lnTo>
                <a:lnTo>
                  <a:pt x="17272" y="21408"/>
                </a:lnTo>
                <a:lnTo>
                  <a:pt x="15110" y="21451"/>
                </a:lnTo>
                <a:lnTo>
                  <a:pt x="12944" y="21490"/>
                </a:lnTo>
                <a:lnTo>
                  <a:pt x="10530" y="21545"/>
                </a:lnTo>
                <a:lnTo>
                  <a:pt x="8077" y="21600"/>
                </a:lnTo>
                <a:lnTo>
                  <a:pt x="5578" y="21381"/>
                </a:lnTo>
                <a:lnTo>
                  <a:pt x="3934" y="20958"/>
                </a:lnTo>
                <a:lnTo>
                  <a:pt x="2418" y="20024"/>
                </a:lnTo>
                <a:lnTo>
                  <a:pt x="298" y="18259"/>
                </a:lnTo>
                <a:lnTo>
                  <a:pt x="128" y="16125"/>
                </a:lnTo>
                <a:lnTo>
                  <a:pt x="32" y="14573"/>
                </a:lnTo>
                <a:lnTo>
                  <a:pt x="0" y="13155"/>
                </a:lnTo>
                <a:lnTo>
                  <a:pt x="18" y="11427"/>
                </a:lnTo>
                <a:lnTo>
                  <a:pt x="78" y="8941"/>
                </a:lnTo>
                <a:lnTo>
                  <a:pt x="110" y="7270"/>
                </a:lnTo>
                <a:lnTo>
                  <a:pt x="142" y="5590"/>
                </a:lnTo>
                <a:lnTo>
                  <a:pt x="174" y="3886"/>
                </a:lnTo>
                <a:lnTo>
                  <a:pt x="234" y="1957"/>
                </a:lnTo>
                <a:lnTo>
                  <a:pt x="298" y="0"/>
                </a:lnTo>
                <a:close/>
              </a:path>
            </a:pathLst>
          </a:custGeom>
          <a:solidFill>
            <a:srgbClr val="7EA5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0" name="contour_12358"/>
          <p:cNvSpPr/>
          <p:nvPr/>
        </p:nvSpPr>
        <p:spPr>
          <a:xfrm>
            <a:off x="2524732" y="1712678"/>
            <a:ext cx="453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1" y="1782"/>
                </a:lnTo>
                <a:lnTo>
                  <a:pt x="1721" y="3575"/>
                </a:lnTo>
                <a:lnTo>
                  <a:pt x="2592" y="5375"/>
                </a:lnTo>
                <a:lnTo>
                  <a:pt x="3470" y="7200"/>
                </a:lnTo>
                <a:lnTo>
                  <a:pt x="5933" y="7603"/>
                </a:lnTo>
                <a:lnTo>
                  <a:pt x="7682" y="7783"/>
                </a:lnTo>
                <a:lnTo>
                  <a:pt x="9546" y="7783"/>
                </a:lnTo>
                <a:lnTo>
                  <a:pt x="12360" y="7650"/>
                </a:lnTo>
                <a:lnTo>
                  <a:pt x="14737" y="7553"/>
                </a:lnTo>
                <a:lnTo>
                  <a:pt x="17145" y="7452"/>
                </a:lnTo>
                <a:lnTo>
                  <a:pt x="18970" y="7326"/>
                </a:lnTo>
                <a:lnTo>
                  <a:pt x="20819" y="7200"/>
                </a:lnTo>
                <a:lnTo>
                  <a:pt x="21340" y="9770"/>
                </a:lnTo>
                <a:lnTo>
                  <a:pt x="21600" y="11617"/>
                </a:lnTo>
                <a:lnTo>
                  <a:pt x="21600" y="13259"/>
                </a:lnTo>
                <a:lnTo>
                  <a:pt x="21340" y="15214"/>
                </a:lnTo>
                <a:lnTo>
                  <a:pt x="20819" y="18000"/>
                </a:lnTo>
                <a:lnTo>
                  <a:pt x="18664" y="18774"/>
                </a:lnTo>
                <a:lnTo>
                  <a:pt x="16537" y="19408"/>
                </a:lnTo>
                <a:lnTo>
                  <a:pt x="14421" y="19926"/>
                </a:lnTo>
                <a:lnTo>
                  <a:pt x="12301" y="20351"/>
                </a:lnTo>
                <a:lnTo>
                  <a:pt x="10163" y="20707"/>
                </a:lnTo>
                <a:lnTo>
                  <a:pt x="7988" y="21017"/>
                </a:lnTo>
                <a:lnTo>
                  <a:pt x="5760" y="21308"/>
                </a:lnTo>
                <a:lnTo>
                  <a:pt x="3470" y="21600"/>
                </a:lnTo>
                <a:lnTo>
                  <a:pt x="3088" y="19224"/>
                </a:lnTo>
                <a:lnTo>
                  <a:pt x="2707" y="16844"/>
                </a:lnTo>
                <a:lnTo>
                  <a:pt x="2325" y="14465"/>
                </a:lnTo>
                <a:lnTo>
                  <a:pt x="1940" y="12078"/>
                </a:lnTo>
                <a:lnTo>
                  <a:pt x="1555" y="9684"/>
                </a:lnTo>
                <a:lnTo>
                  <a:pt x="1169" y="7279"/>
                </a:lnTo>
                <a:lnTo>
                  <a:pt x="781" y="4867"/>
                </a:lnTo>
                <a:lnTo>
                  <a:pt x="392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6661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1" name="contour_12359"/>
          <p:cNvSpPr/>
          <p:nvPr/>
        </p:nvSpPr>
        <p:spPr>
          <a:xfrm>
            <a:off x="2341220" y="1683526"/>
            <a:ext cx="596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38" y="0"/>
                </a:moveTo>
                <a:lnTo>
                  <a:pt x="12780" y="594"/>
                </a:lnTo>
                <a:lnTo>
                  <a:pt x="14526" y="1188"/>
                </a:lnTo>
                <a:lnTo>
                  <a:pt x="16279" y="1786"/>
                </a:lnTo>
                <a:lnTo>
                  <a:pt x="18040" y="2387"/>
                </a:lnTo>
                <a:lnTo>
                  <a:pt x="19812" y="2992"/>
                </a:lnTo>
                <a:lnTo>
                  <a:pt x="21600" y="3600"/>
                </a:lnTo>
                <a:lnTo>
                  <a:pt x="19855" y="3600"/>
                </a:lnTo>
                <a:lnTo>
                  <a:pt x="18099" y="3600"/>
                </a:lnTo>
                <a:lnTo>
                  <a:pt x="16319" y="3600"/>
                </a:lnTo>
                <a:lnTo>
                  <a:pt x="16319" y="5980"/>
                </a:lnTo>
                <a:lnTo>
                  <a:pt x="16319" y="8374"/>
                </a:lnTo>
                <a:lnTo>
                  <a:pt x="16319" y="10800"/>
                </a:lnTo>
                <a:lnTo>
                  <a:pt x="14573" y="10800"/>
                </a:lnTo>
                <a:lnTo>
                  <a:pt x="12817" y="10800"/>
                </a:lnTo>
                <a:lnTo>
                  <a:pt x="11038" y="10800"/>
                </a:lnTo>
                <a:lnTo>
                  <a:pt x="11038" y="13180"/>
                </a:lnTo>
                <a:lnTo>
                  <a:pt x="11038" y="15574"/>
                </a:lnTo>
                <a:lnTo>
                  <a:pt x="11038" y="18000"/>
                </a:lnTo>
                <a:lnTo>
                  <a:pt x="9303" y="19076"/>
                </a:lnTo>
                <a:lnTo>
                  <a:pt x="7932" y="19660"/>
                </a:lnTo>
                <a:lnTo>
                  <a:pt x="5756" y="20250"/>
                </a:lnTo>
                <a:lnTo>
                  <a:pt x="4283" y="20657"/>
                </a:lnTo>
                <a:lnTo>
                  <a:pt x="2786" y="21067"/>
                </a:lnTo>
                <a:lnTo>
                  <a:pt x="2213" y="21197"/>
                </a:lnTo>
                <a:lnTo>
                  <a:pt x="475" y="21600"/>
                </a:lnTo>
                <a:lnTo>
                  <a:pt x="158" y="19030"/>
                </a:lnTo>
                <a:lnTo>
                  <a:pt x="0" y="17183"/>
                </a:lnTo>
                <a:lnTo>
                  <a:pt x="0" y="15541"/>
                </a:lnTo>
                <a:lnTo>
                  <a:pt x="158" y="13586"/>
                </a:lnTo>
                <a:lnTo>
                  <a:pt x="475" y="10800"/>
                </a:lnTo>
                <a:lnTo>
                  <a:pt x="2112" y="10015"/>
                </a:lnTo>
                <a:lnTo>
                  <a:pt x="3726" y="9414"/>
                </a:lnTo>
                <a:lnTo>
                  <a:pt x="5345" y="8960"/>
                </a:lnTo>
                <a:lnTo>
                  <a:pt x="7003" y="8604"/>
                </a:lnTo>
                <a:lnTo>
                  <a:pt x="8727" y="8312"/>
                </a:lnTo>
                <a:lnTo>
                  <a:pt x="9873" y="7762"/>
                </a:lnTo>
                <a:lnTo>
                  <a:pt x="11038" y="7200"/>
                </a:lnTo>
                <a:lnTo>
                  <a:pt x="11038" y="4820"/>
                </a:lnTo>
                <a:lnTo>
                  <a:pt x="11038" y="2426"/>
                </a:lnTo>
                <a:lnTo>
                  <a:pt x="11038" y="0"/>
                </a:lnTo>
                <a:close/>
              </a:path>
            </a:pathLst>
          </a:custGeom>
          <a:solidFill>
            <a:srgbClr val="7B79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2" name="contour_12360"/>
          <p:cNvSpPr/>
          <p:nvPr/>
        </p:nvSpPr>
        <p:spPr>
          <a:xfrm>
            <a:off x="2400836" y="1661662"/>
            <a:ext cx="523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025" y="0"/>
                </a:moveTo>
                <a:lnTo>
                  <a:pt x="11116" y="342"/>
                </a:lnTo>
                <a:lnTo>
                  <a:pt x="13162" y="738"/>
                </a:lnTo>
                <a:lnTo>
                  <a:pt x="15174" y="1224"/>
                </a:lnTo>
                <a:lnTo>
                  <a:pt x="17157" y="1840"/>
                </a:lnTo>
                <a:lnTo>
                  <a:pt x="19115" y="2617"/>
                </a:lnTo>
                <a:lnTo>
                  <a:pt x="21058" y="3600"/>
                </a:lnTo>
                <a:lnTo>
                  <a:pt x="21419" y="6386"/>
                </a:lnTo>
                <a:lnTo>
                  <a:pt x="21600" y="8341"/>
                </a:lnTo>
                <a:lnTo>
                  <a:pt x="21600" y="9983"/>
                </a:lnTo>
                <a:lnTo>
                  <a:pt x="21419" y="11830"/>
                </a:lnTo>
                <a:lnTo>
                  <a:pt x="21058" y="14400"/>
                </a:lnTo>
                <a:lnTo>
                  <a:pt x="19272" y="13687"/>
                </a:lnTo>
                <a:lnTo>
                  <a:pt x="17479" y="12971"/>
                </a:lnTo>
                <a:lnTo>
                  <a:pt x="15680" y="12254"/>
                </a:lnTo>
                <a:lnTo>
                  <a:pt x="13866" y="11531"/>
                </a:lnTo>
                <a:lnTo>
                  <a:pt x="12033" y="10800"/>
                </a:lnTo>
                <a:lnTo>
                  <a:pt x="12033" y="12938"/>
                </a:lnTo>
                <a:lnTo>
                  <a:pt x="12033" y="15084"/>
                </a:lnTo>
                <a:lnTo>
                  <a:pt x="12033" y="17237"/>
                </a:lnTo>
                <a:lnTo>
                  <a:pt x="12033" y="19408"/>
                </a:lnTo>
                <a:lnTo>
                  <a:pt x="12033" y="21600"/>
                </a:lnTo>
                <a:lnTo>
                  <a:pt x="10048" y="21006"/>
                </a:lnTo>
                <a:lnTo>
                  <a:pt x="8059" y="20412"/>
                </a:lnTo>
                <a:lnTo>
                  <a:pt x="6062" y="19814"/>
                </a:lnTo>
                <a:lnTo>
                  <a:pt x="4055" y="19213"/>
                </a:lnTo>
                <a:lnTo>
                  <a:pt x="2037" y="18608"/>
                </a:lnTo>
                <a:lnTo>
                  <a:pt x="0" y="18000"/>
                </a:lnTo>
                <a:lnTo>
                  <a:pt x="1399" y="17554"/>
                </a:lnTo>
                <a:lnTo>
                  <a:pt x="2822" y="17100"/>
                </a:lnTo>
                <a:lnTo>
                  <a:pt x="4510" y="15419"/>
                </a:lnTo>
                <a:lnTo>
                  <a:pt x="5785" y="13615"/>
                </a:lnTo>
                <a:lnTo>
                  <a:pt x="6727" y="11686"/>
                </a:lnTo>
                <a:lnTo>
                  <a:pt x="7407" y="9626"/>
                </a:lnTo>
                <a:lnTo>
                  <a:pt x="7900" y="7434"/>
                </a:lnTo>
                <a:lnTo>
                  <a:pt x="8285" y="5101"/>
                </a:lnTo>
                <a:lnTo>
                  <a:pt x="8634" y="2624"/>
                </a:lnTo>
                <a:lnTo>
                  <a:pt x="9025" y="0"/>
                </a:lnTo>
                <a:close/>
              </a:path>
            </a:pathLst>
          </a:custGeom>
          <a:solidFill>
            <a:srgbClr val="9D8D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3" name="contour_12361"/>
          <p:cNvSpPr/>
          <p:nvPr/>
        </p:nvSpPr>
        <p:spPr>
          <a:xfrm>
            <a:off x="4856889" y="1617934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175" y="1604"/>
                </a:lnTo>
                <a:lnTo>
                  <a:pt x="6035" y="3213"/>
                </a:lnTo>
                <a:lnTo>
                  <a:pt x="6895" y="4828"/>
                </a:lnTo>
                <a:lnTo>
                  <a:pt x="7763" y="6456"/>
                </a:lnTo>
                <a:lnTo>
                  <a:pt x="8640" y="8100"/>
                </a:lnTo>
                <a:lnTo>
                  <a:pt x="11984" y="8343"/>
                </a:lnTo>
                <a:lnTo>
                  <a:pt x="14329" y="8464"/>
                </a:lnTo>
                <a:lnTo>
                  <a:pt x="16299" y="8464"/>
                </a:lnTo>
                <a:lnTo>
                  <a:pt x="18516" y="8343"/>
                </a:lnTo>
                <a:lnTo>
                  <a:pt x="21600" y="8100"/>
                </a:lnTo>
                <a:lnTo>
                  <a:pt x="20948" y="11221"/>
                </a:lnTo>
                <a:lnTo>
                  <a:pt x="20425" y="13416"/>
                </a:lnTo>
                <a:lnTo>
                  <a:pt x="19920" y="14980"/>
                </a:lnTo>
                <a:lnTo>
                  <a:pt x="19306" y="16216"/>
                </a:lnTo>
                <a:lnTo>
                  <a:pt x="18468" y="17423"/>
                </a:lnTo>
                <a:lnTo>
                  <a:pt x="17280" y="18900"/>
                </a:lnTo>
                <a:lnTo>
                  <a:pt x="14420" y="19715"/>
                </a:lnTo>
                <a:lnTo>
                  <a:pt x="11668" y="20315"/>
                </a:lnTo>
                <a:lnTo>
                  <a:pt x="8938" y="20752"/>
                </a:lnTo>
                <a:lnTo>
                  <a:pt x="6139" y="21079"/>
                </a:lnTo>
                <a:lnTo>
                  <a:pt x="3192" y="21344"/>
                </a:lnTo>
                <a:lnTo>
                  <a:pt x="0" y="21600"/>
                </a:lnTo>
                <a:lnTo>
                  <a:pt x="359" y="19818"/>
                </a:lnTo>
                <a:lnTo>
                  <a:pt x="713" y="18036"/>
                </a:lnTo>
                <a:lnTo>
                  <a:pt x="1071" y="16251"/>
                </a:lnTo>
                <a:lnTo>
                  <a:pt x="1426" y="14464"/>
                </a:lnTo>
                <a:lnTo>
                  <a:pt x="1784" y="12674"/>
                </a:lnTo>
                <a:lnTo>
                  <a:pt x="2143" y="10881"/>
                </a:lnTo>
                <a:lnTo>
                  <a:pt x="2501" y="9083"/>
                </a:lnTo>
                <a:lnTo>
                  <a:pt x="2864" y="7279"/>
                </a:lnTo>
                <a:lnTo>
                  <a:pt x="3227" y="5470"/>
                </a:lnTo>
                <a:lnTo>
                  <a:pt x="3590" y="3656"/>
                </a:lnTo>
                <a:lnTo>
                  <a:pt x="3953" y="1831"/>
                </a:lnTo>
                <a:lnTo>
                  <a:pt x="4320" y="0"/>
                </a:lnTo>
                <a:close/>
              </a:path>
            </a:pathLst>
          </a:custGeom>
          <a:solidFill>
            <a:srgbClr val="E3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4" name="contour_12362"/>
          <p:cNvSpPr/>
          <p:nvPr/>
        </p:nvSpPr>
        <p:spPr>
          <a:xfrm>
            <a:off x="3916738" y="1596070"/>
            <a:ext cx="44442" cy="44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69" y="0"/>
                </a:moveTo>
                <a:lnTo>
                  <a:pt x="16510" y="0"/>
                </a:lnTo>
                <a:lnTo>
                  <a:pt x="18865" y="0"/>
                </a:lnTo>
                <a:lnTo>
                  <a:pt x="21253" y="0"/>
                </a:lnTo>
                <a:lnTo>
                  <a:pt x="21320" y="2163"/>
                </a:lnTo>
                <a:lnTo>
                  <a:pt x="21377" y="4330"/>
                </a:lnTo>
                <a:lnTo>
                  <a:pt x="21426" y="6493"/>
                </a:lnTo>
                <a:lnTo>
                  <a:pt x="21472" y="8660"/>
                </a:lnTo>
                <a:lnTo>
                  <a:pt x="21536" y="11075"/>
                </a:lnTo>
                <a:lnTo>
                  <a:pt x="21600" y="13530"/>
                </a:lnTo>
                <a:lnTo>
                  <a:pt x="21345" y="16030"/>
                </a:lnTo>
                <a:lnTo>
                  <a:pt x="20853" y="17675"/>
                </a:lnTo>
                <a:lnTo>
                  <a:pt x="19765" y="19192"/>
                </a:lnTo>
                <a:lnTo>
                  <a:pt x="17711" y="21312"/>
                </a:lnTo>
                <a:lnTo>
                  <a:pt x="15196" y="21511"/>
                </a:lnTo>
                <a:lnTo>
                  <a:pt x="13414" y="21600"/>
                </a:lnTo>
                <a:lnTo>
                  <a:pt x="11508" y="21600"/>
                </a:lnTo>
                <a:lnTo>
                  <a:pt x="8636" y="21533"/>
                </a:lnTo>
                <a:lnTo>
                  <a:pt x="7421" y="21511"/>
                </a:lnTo>
                <a:lnTo>
                  <a:pt x="3751" y="21437"/>
                </a:lnTo>
                <a:lnTo>
                  <a:pt x="1888" y="21376"/>
                </a:lnTo>
                <a:lnTo>
                  <a:pt x="0" y="21312"/>
                </a:lnTo>
                <a:lnTo>
                  <a:pt x="0" y="18964"/>
                </a:lnTo>
                <a:lnTo>
                  <a:pt x="0" y="16602"/>
                </a:lnTo>
                <a:lnTo>
                  <a:pt x="0" y="14208"/>
                </a:lnTo>
                <a:lnTo>
                  <a:pt x="1683" y="13697"/>
                </a:lnTo>
                <a:lnTo>
                  <a:pt x="3376" y="13178"/>
                </a:lnTo>
                <a:lnTo>
                  <a:pt x="5094" y="12652"/>
                </a:lnTo>
                <a:lnTo>
                  <a:pt x="5905" y="12361"/>
                </a:lnTo>
                <a:lnTo>
                  <a:pt x="7339" y="11843"/>
                </a:lnTo>
                <a:lnTo>
                  <a:pt x="10626" y="10656"/>
                </a:lnTo>
                <a:lnTo>
                  <a:pt x="11377" y="8539"/>
                </a:lnTo>
                <a:lnTo>
                  <a:pt x="12107" y="6415"/>
                </a:lnTo>
                <a:lnTo>
                  <a:pt x="12815" y="4284"/>
                </a:lnTo>
                <a:lnTo>
                  <a:pt x="13503" y="2145"/>
                </a:lnTo>
                <a:lnTo>
                  <a:pt x="14169" y="0"/>
                </a:lnTo>
                <a:close/>
              </a:path>
            </a:pathLst>
          </a:custGeom>
          <a:solidFill>
            <a:srgbClr val="753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5" name="contour_12363"/>
          <p:cNvSpPr/>
          <p:nvPr/>
        </p:nvSpPr>
        <p:spPr>
          <a:xfrm>
            <a:off x="1876101" y="1601420"/>
            <a:ext cx="51016" cy="38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45"/>
                </a:lnTo>
                <a:lnTo>
                  <a:pt x="11485" y="123"/>
                </a:lnTo>
                <a:lnTo>
                  <a:pt x="13506" y="238"/>
                </a:lnTo>
                <a:lnTo>
                  <a:pt x="15527" y="390"/>
                </a:lnTo>
                <a:lnTo>
                  <a:pt x="17548" y="582"/>
                </a:lnTo>
                <a:lnTo>
                  <a:pt x="19570" y="816"/>
                </a:lnTo>
                <a:lnTo>
                  <a:pt x="21600" y="1091"/>
                </a:lnTo>
                <a:lnTo>
                  <a:pt x="20082" y="2920"/>
                </a:lnTo>
                <a:lnTo>
                  <a:pt x="18536" y="4774"/>
                </a:lnTo>
                <a:lnTo>
                  <a:pt x="17018" y="7035"/>
                </a:lnTo>
                <a:lnTo>
                  <a:pt x="16077" y="8745"/>
                </a:lnTo>
                <a:lnTo>
                  <a:pt x="15546" y="10447"/>
                </a:lnTo>
                <a:lnTo>
                  <a:pt x="15256" y="12675"/>
                </a:lnTo>
                <a:lnTo>
                  <a:pt x="15043" y="15960"/>
                </a:lnTo>
                <a:lnTo>
                  <a:pt x="15139" y="17367"/>
                </a:lnTo>
                <a:lnTo>
                  <a:pt x="15429" y="21600"/>
                </a:lnTo>
                <a:lnTo>
                  <a:pt x="13519" y="21095"/>
                </a:lnTo>
                <a:lnTo>
                  <a:pt x="11608" y="20587"/>
                </a:lnTo>
                <a:lnTo>
                  <a:pt x="9692" y="20078"/>
                </a:lnTo>
                <a:lnTo>
                  <a:pt x="7773" y="19566"/>
                </a:lnTo>
                <a:lnTo>
                  <a:pt x="5844" y="19053"/>
                </a:lnTo>
                <a:lnTo>
                  <a:pt x="3910" y="18540"/>
                </a:lnTo>
                <a:lnTo>
                  <a:pt x="1963" y="18019"/>
                </a:lnTo>
                <a:lnTo>
                  <a:pt x="0" y="17498"/>
                </a:lnTo>
                <a:lnTo>
                  <a:pt x="296" y="11637"/>
                </a:lnTo>
                <a:lnTo>
                  <a:pt x="629" y="7404"/>
                </a:lnTo>
                <a:lnTo>
                  <a:pt x="1129" y="4500"/>
                </a:lnTo>
                <a:lnTo>
                  <a:pt x="1932" y="2613"/>
                </a:lnTo>
                <a:lnTo>
                  <a:pt x="3157" y="1436"/>
                </a:lnTo>
                <a:lnTo>
                  <a:pt x="4943" y="669"/>
                </a:lnTo>
                <a:lnTo>
                  <a:pt x="7412" y="0"/>
                </a:lnTo>
                <a:close/>
              </a:path>
            </a:pathLst>
          </a:custGeom>
          <a:solidFill>
            <a:srgbClr val="7F80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6" name="contour_12364"/>
          <p:cNvSpPr/>
          <p:nvPr/>
        </p:nvSpPr>
        <p:spPr>
          <a:xfrm>
            <a:off x="1132725" y="1620572"/>
            <a:ext cx="72880" cy="410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75"/>
                </a:moveTo>
                <a:lnTo>
                  <a:pt x="20989" y="8444"/>
                </a:lnTo>
                <a:lnTo>
                  <a:pt x="20377" y="10612"/>
                </a:lnTo>
                <a:lnTo>
                  <a:pt x="19764" y="12788"/>
                </a:lnTo>
                <a:lnTo>
                  <a:pt x="19148" y="14972"/>
                </a:lnTo>
                <a:lnTo>
                  <a:pt x="18528" y="17167"/>
                </a:lnTo>
                <a:lnTo>
                  <a:pt x="17906" y="19374"/>
                </a:lnTo>
                <a:lnTo>
                  <a:pt x="17280" y="21600"/>
                </a:lnTo>
                <a:lnTo>
                  <a:pt x="17081" y="20474"/>
                </a:lnTo>
                <a:lnTo>
                  <a:pt x="16731" y="18485"/>
                </a:lnTo>
                <a:lnTo>
                  <a:pt x="15930" y="13938"/>
                </a:lnTo>
                <a:lnTo>
                  <a:pt x="15239" y="11428"/>
                </a:lnTo>
                <a:lnTo>
                  <a:pt x="14699" y="9792"/>
                </a:lnTo>
                <a:lnTo>
                  <a:pt x="14031" y="8314"/>
                </a:lnTo>
                <a:lnTo>
                  <a:pt x="12960" y="6275"/>
                </a:lnTo>
                <a:lnTo>
                  <a:pt x="11504" y="5873"/>
                </a:lnTo>
                <a:lnTo>
                  <a:pt x="10061" y="5605"/>
                </a:lnTo>
                <a:lnTo>
                  <a:pt x="8629" y="5452"/>
                </a:lnTo>
                <a:lnTo>
                  <a:pt x="7201" y="5402"/>
                </a:lnTo>
                <a:lnTo>
                  <a:pt x="5776" y="5444"/>
                </a:lnTo>
                <a:lnTo>
                  <a:pt x="4348" y="5567"/>
                </a:lnTo>
                <a:lnTo>
                  <a:pt x="2912" y="5754"/>
                </a:lnTo>
                <a:lnTo>
                  <a:pt x="1464" y="5996"/>
                </a:lnTo>
                <a:lnTo>
                  <a:pt x="0" y="6275"/>
                </a:lnTo>
                <a:lnTo>
                  <a:pt x="1685" y="4345"/>
                </a:lnTo>
                <a:lnTo>
                  <a:pt x="3283" y="2797"/>
                </a:lnTo>
                <a:lnTo>
                  <a:pt x="4815" y="1613"/>
                </a:lnTo>
                <a:lnTo>
                  <a:pt x="6292" y="762"/>
                </a:lnTo>
                <a:lnTo>
                  <a:pt x="7733" y="234"/>
                </a:lnTo>
                <a:lnTo>
                  <a:pt x="9152" y="0"/>
                </a:lnTo>
                <a:lnTo>
                  <a:pt x="10565" y="42"/>
                </a:lnTo>
                <a:lnTo>
                  <a:pt x="11986" y="337"/>
                </a:lnTo>
                <a:lnTo>
                  <a:pt x="13433" y="870"/>
                </a:lnTo>
                <a:lnTo>
                  <a:pt x="14921" y="1609"/>
                </a:lnTo>
                <a:lnTo>
                  <a:pt x="16466" y="2544"/>
                </a:lnTo>
                <a:lnTo>
                  <a:pt x="18084" y="3647"/>
                </a:lnTo>
                <a:lnTo>
                  <a:pt x="19790" y="4896"/>
                </a:lnTo>
                <a:lnTo>
                  <a:pt x="21600" y="6275"/>
                </a:lnTo>
                <a:close/>
              </a:path>
            </a:pathLst>
          </a:custGeom>
          <a:solidFill>
            <a:srgbClr val="898A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7" name="contour_12365"/>
          <p:cNvSpPr/>
          <p:nvPr/>
        </p:nvSpPr>
        <p:spPr>
          <a:xfrm>
            <a:off x="928654" y="1592878"/>
            <a:ext cx="58311" cy="39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58" y="0"/>
                </a:moveTo>
                <a:lnTo>
                  <a:pt x="17443" y="1092"/>
                </a:lnTo>
                <a:lnTo>
                  <a:pt x="18752" y="2208"/>
                </a:lnTo>
                <a:lnTo>
                  <a:pt x="19843" y="4016"/>
                </a:lnTo>
                <a:lnTo>
                  <a:pt x="21263" y="7201"/>
                </a:lnTo>
                <a:lnTo>
                  <a:pt x="21311" y="8151"/>
                </a:lnTo>
                <a:lnTo>
                  <a:pt x="21400" y="9827"/>
                </a:lnTo>
                <a:lnTo>
                  <a:pt x="21600" y="13656"/>
                </a:lnTo>
                <a:lnTo>
                  <a:pt x="20253" y="15825"/>
                </a:lnTo>
                <a:lnTo>
                  <a:pt x="19095" y="17521"/>
                </a:lnTo>
                <a:lnTo>
                  <a:pt x="17985" y="18851"/>
                </a:lnTo>
                <a:lnTo>
                  <a:pt x="16776" y="19908"/>
                </a:lnTo>
                <a:lnTo>
                  <a:pt x="15329" y="20794"/>
                </a:lnTo>
                <a:lnTo>
                  <a:pt x="13501" y="21600"/>
                </a:lnTo>
                <a:lnTo>
                  <a:pt x="11762" y="21358"/>
                </a:lnTo>
                <a:lnTo>
                  <a:pt x="10054" y="21028"/>
                </a:lnTo>
                <a:lnTo>
                  <a:pt x="8361" y="20619"/>
                </a:lnTo>
                <a:lnTo>
                  <a:pt x="6682" y="20138"/>
                </a:lnTo>
                <a:lnTo>
                  <a:pt x="5013" y="19594"/>
                </a:lnTo>
                <a:lnTo>
                  <a:pt x="3348" y="18990"/>
                </a:lnTo>
                <a:lnTo>
                  <a:pt x="1679" y="18335"/>
                </a:lnTo>
                <a:lnTo>
                  <a:pt x="0" y="17628"/>
                </a:lnTo>
                <a:lnTo>
                  <a:pt x="2273" y="13835"/>
                </a:lnTo>
                <a:lnTo>
                  <a:pt x="4160" y="10721"/>
                </a:lnTo>
                <a:lnTo>
                  <a:pt x="5737" y="8198"/>
                </a:lnTo>
                <a:lnTo>
                  <a:pt x="7068" y="6196"/>
                </a:lnTo>
                <a:lnTo>
                  <a:pt x="8223" y="4631"/>
                </a:lnTo>
                <a:lnTo>
                  <a:pt x="9273" y="3428"/>
                </a:lnTo>
                <a:lnTo>
                  <a:pt x="10286" y="2502"/>
                </a:lnTo>
                <a:lnTo>
                  <a:pt x="11330" y="1776"/>
                </a:lnTo>
                <a:lnTo>
                  <a:pt x="12481" y="1168"/>
                </a:lnTo>
                <a:lnTo>
                  <a:pt x="13798" y="604"/>
                </a:lnTo>
                <a:lnTo>
                  <a:pt x="15358" y="0"/>
                </a:lnTo>
                <a:close/>
              </a:path>
            </a:pathLst>
          </a:custGeom>
          <a:solidFill>
            <a:srgbClr val="50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8" name="contour_12366"/>
          <p:cNvSpPr/>
          <p:nvPr/>
        </p:nvSpPr>
        <p:spPr>
          <a:xfrm>
            <a:off x="1322213" y="1588782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297" y="0"/>
                </a:lnTo>
                <a:lnTo>
                  <a:pt x="12996" y="0"/>
                </a:lnTo>
                <a:lnTo>
                  <a:pt x="14700" y="0"/>
                </a:lnTo>
                <a:lnTo>
                  <a:pt x="16411" y="0"/>
                </a:lnTo>
                <a:lnTo>
                  <a:pt x="18130" y="0"/>
                </a:lnTo>
                <a:lnTo>
                  <a:pt x="19858" y="0"/>
                </a:lnTo>
                <a:lnTo>
                  <a:pt x="21600" y="0"/>
                </a:lnTo>
                <a:lnTo>
                  <a:pt x="21079" y="583"/>
                </a:lnTo>
                <a:lnTo>
                  <a:pt x="20405" y="1345"/>
                </a:lnTo>
                <a:lnTo>
                  <a:pt x="19130" y="2781"/>
                </a:lnTo>
                <a:lnTo>
                  <a:pt x="16800" y="5400"/>
                </a:lnTo>
                <a:lnTo>
                  <a:pt x="16800" y="8969"/>
                </a:lnTo>
                <a:lnTo>
                  <a:pt x="16800" y="12560"/>
                </a:lnTo>
                <a:lnTo>
                  <a:pt x="16800" y="16200"/>
                </a:lnTo>
                <a:lnTo>
                  <a:pt x="15137" y="16735"/>
                </a:lnTo>
                <a:lnTo>
                  <a:pt x="13471" y="17269"/>
                </a:lnTo>
                <a:lnTo>
                  <a:pt x="11806" y="17804"/>
                </a:lnTo>
                <a:lnTo>
                  <a:pt x="10138" y="18344"/>
                </a:lnTo>
                <a:lnTo>
                  <a:pt x="8462" y="18878"/>
                </a:lnTo>
                <a:lnTo>
                  <a:pt x="6785" y="19418"/>
                </a:lnTo>
                <a:lnTo>
                  <a:pt x="5100" y="19958"/>
                </a:lnTo>
                <a:lnTo>
                  <a:pt x="3408" y="20504"/>
                </a:lnTo>
                <a:lnTo>
                  <a:pt x="1709" y="21049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584" y="10800"/>
                </a:lnTo>
                <a:lnTo>
                  <a:pt x="3170" y="10800"/>
                </a:lnTo>
                <a:lnTo>
                  <a:pt x="4764" y="10800"/>
                </a:lnTo>
                <a:lnTo>
                  <a:pt x="6365" y="10800"/>
                </a:lnTo>
                <a:lnTo>
                  <a:pt x="7975" y="10800"/>
                </a:lnTo>
                <a:lnTo>
                  <a:pt x="9600" y="10800"/>
                </a:lnTo>
                <a:lnTo>
                  <a:pt x="9600" y="7231"/>
                </a:lnTo>
                <a:lnTo>
                  <a:pt x="9600" y="3640"/>
                </a:lnTo>
                <a:lnTo>
                  <a:pt x="9600" y="0"/>
                </a:lnTo>
                <a:close/>
              </a:path>
            </a:pathLst>
          </a:custGeom>
          <a:solidFill>
            <a:srgbClr val="8D8E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69" name="contour_12367"/>
          <p:cNvSpPr/>
          <p:nvPr/>
        </p:nvSpPr>
        <p:spPr>
          <a:xfrm>
            <a:off x="6708039" y="157420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792"/>
                </a:lnTo>
                <a:lnTo>
                  <a:pt x="4756" y="1584"/>
                </a:lnTo>
                <a:lnTo>
                  <a:pt x="7135" y="2380"/>
                </a:lnTo>
                <a:lnTo>
                  <a:pt x="9522" y="3175"/>
                </a:lnTo>
                <a:lnTo>
                  <a:pt x="11916" y="3971"/>
                </a:lnTo>
                <a:lnTo>
                  <a:pt x="14321" y="4774"/>
                </a:lnTo>
                <a:lnTo>
                  <a:pt x="16733" y="5576"/>
                </a:lnTo>
                <a:lnTo>
                  <a:pt x="19159" y="6386"/>
                </a:lnTo>
                <a:lnTo>
                  <a:pt x="21600" y="7200"/>
                </a:lnTo>
                <a:lnTo>
                  <a:pt x="19462" y="7913"/>
                </a:lnTo>
                <a:lnTo>
                  <a:pt x="17316" y="8629"/>
                </a:lnTo>
                <a:lnTo>
                  <a:pt x="15163" y="9346"/>
                </a:lnTo>
                <a:lnTo>
                  <a:pt x="12992" y="10069"/>
                </a:lnTo>
                <a:lnTo>
                  <a:pt x="10800" y="10800"/>
                </a:lnTo>
                <a:lnTo>
                  <a:pt x="10476" y="13586"/>
                </a:lnTo>
                <a:lnTo>
                  <a:pt x="10314" y="15541"/>
                </a:lnTo>
                <a:lnTo>
                  <a:pt x="10314" y="17183"/>
                </a:lnTo>
                <a:lnTo>
                  <a:pt x="10476" y="19030"/>
                </a:lnTo>
                <a:lnTo>
                  <a:pt x="10800" y="21600"/>
                </a:lnTo>
                <a:lnTo>
                  <a:pt x="8662" y="21600"/>
                </a:lnTo>
                <a:lnTo>
                  <a:pt x="6516" y="21600"/>
                </a:lnTo>
                <a:lnTo>
                  <a:pt x="4363" y="21600"/>
                </a:lnTo>
                <a:lnTo>
                  <a:pt x="2192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4C2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0" name="contour_12368"/>
          <p:cNvSpPr/>
          <p:nvPr/>
        </p:nvSpPr>
        <p:spPr>
          <a:xfrm>
            <a:off x="4805873" y="1559630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0836" y="3056"/>
                </a:lnTo>
                <a:lnTo>
                  <a:pt x="20072" y="6113"/>
                </a:lnTo>
                <a:lnTo>
                  <a:pt x="19305" y="9180"/>
                </a:lnTo>
                <a:lnTo>
                  <a:pt x="18536" y="12258"/>
                </a:lnTo>
                <a:lnTo>
                  <a:pt x="17761" y="15352"/>
                </a:lnTo>
                <a:lnTo>
                  <a:pt x="16983" y="18463"/>
                </a:lnTo>
                <a:lnTo>
                  <a:pt x="16200" y="21600"/>
                </a:lnTo>
                <a:lnTo>
                  <a:pt x="14577" y="20682"/>
                </a:lnTo>
                <a:lnTo>
                  <a:pt x="12955" y="19748"/>
                </a:lnTo>
                <a:lnTo>
                  <a:pt x="11335" y="18803"/>
                </a:lnTo>
                <a:lnTo>
                  <a:pt x="9717" y="17842"/>
                </a:lnTo>
                <a:lnTo>
                  <a:pt x="8100" y="16875"/>
                </a:lnTo>
                <a:lnTo>
                  <a:pt x="7430" y="16486"/>
                </a:lnTo>
                <a:lnTo>
                  <a:pt x="6251" y="15795"/>
                </a:lnTo>
                <a:lnTo>
                  <a:pt x="3542" y="14218"/>
                </a:lnTo>
                <a:lnTo>
                  <a:pt x="2373" y="13090"/>
                </a:lnTo>
                <a:lnTo>
                  <a:pt x="1193" y="1195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F66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1" name="contour_12369"/>
          <p:cNvSpPr/>
          <p:nvPr/>
        </p:nvSpPr>
        <p:spPr>
          <a:xfrm>
            <a:off x="4106226" y="1494038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873"/>
                </a:lnTo>
                <a:lnTo>
                  <a:pt x="13856" y="1747"/>
                </a:lnTo>
                <a:lnTo>
                  <a:pt x="15390" y="2623"/>
                </a:lnTo>
                <a:lnTo>
                  <a:pt x="16929" y="3502"/>
                </a:lnTo>
                <a:lnTo>
                  <a:pt x="18476" y="4388"/>
                </a:lnTo>
                <a:lnTo>
                  <a:pt x="20031" y="5277"/>
                </a:lnTo>
                <a:lnTo>
                  <a:pt x="21600" y="6171"/>
                </a:lnTo>
                <a:lnTo>
                  <a:pt x="21173" y="8467"/>
                </a:lnTo>
                <a:lnTo>
                  <a:pt x="20820" y="10096"/>
                </a:lnTo>
                <a:lnTo>
                  <a:pt x="20409" y="11504"/>
                </a:lnTo>
                <a:lnTo>
                  <a:pt x="19813" y="13133"/>
                </a:lnTo>
                <a:lnTo>
                  <a:pt x="18900" y="15429"/>
                </a:lnTo>
                <a:lnTo>
                  <a:pt x="16810" y="15706"/>
                </a:lnTo>
                <a:lnTo>
                  <a:pt x="15344" y="15845"/>
                </a:lnTo>
                <a:lnTo>
                  <a:pt x="14113" y="15845"/>
                </a:lnTo>
                <a:lnTo>
                  <a:pt x="12728" y="15706"/>
                </a:lnTo>
                <a:lnTo>
                  <a:pt x="10800" y="15429"/>
                </a:lnTo>
                <a:lnTo>
                  <a:pt x="10800" y="17468"/>
                </a:lnTo>
                <a:lnTo>
                  <a:pt x="10800" y="19520"/>
                </a:lnTo>
                <a:lnTo>
                  <a:pt x="10800" y="21600"/>
                </a:lnTo>
                <a:lnTo>
                  <a:pt x="9018" y="21091"/>
                </a:lnTo>
                <a:lnTo>
                  <a:pt x="7233" y="20582"/>
                </a:lnTo>
                <a:lnTo>
                  <a:pt x="5440" y="20069"/>
                </a:lnTo>
                <a:lnTo>
                  <a:pt x="3640" y="19554"/>
                </a:lnTo>
                <a:lnTo>
                  <a:pt x="1828" y="19036"/>
                </a:lnTo>
                <a:lnTo>
                  <a:pt x="0" y="18514"/>
                </a:lnTo>
                <a:lnTo>
                  <a:pt x="1604" y="18514"/>
                </a:lnTo>
                <a:lnTo>
                  <a:pt x="3213" y="18514"/>
                </a:lnTo>
                <a:lnTo>
                  <a:pt x="4828" y="18514"/>
                </a:lnTo>
                <a:lnTo>
                  <a:pt x="6456" y="18514"/>
                </a:lnTo>
                <a:lnTo>
                  <a:pt x="8100" y="18514"/>
                </a:lnTo>
                <a:lnTo>
                  <a:pt x="8100" y="16681"/>
                </a:lnTo>
                <a:lnTo>
                  <a:pt x="8100" y="14842"/>
                </a:lnTo>
                <a:lnTo>
                  <a:pt x="8100" y="12997"/>
                </a:lnTo>
                <a:lnTo>
                  <a:pt x="8100" y="11136"/>
                </a:lnTo>
                <a:lnTo>
                  <a:pt x="8100" y="9257"/>
                </a:lnTo>
                <a:lnTo>
                  <a:pt x="9885" y="9257"/>
                </a:lnTo>
                <a:lnTo>
                  <a:pt x="11680" y="9257"/>
                </a:lnTo>
                <a:lnTo>
                  <a:pt x="13500" y="9257"/>
                </a:lnTo>
                <a:lnTo>
                  <a:pt x="12965" y="7424"/>
                </a:lnTo>
                <a:lnTo>
                  <a:pt x="12428" y="5585"/>
                </a:lnTo>
                <a:lnTo>
                  <a:pt x="11891" y="3740"/>
                </a:lnTo>
                <a:lnTo>
                  <a:pt x="11348" y="1879"/>
                </a:lnTo>
                <a:lnTo>
                  <a:pt x="10800" y="0"/>
                </a:lnTo>
                <a:close/>
              </a:path>
            </a:pathLst>
          </a:custGeom>
          <a:solidFill>
            <a:srgbClr val="C1BE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2" name="contour_12370"/>
          <p:cNvSpPr/>
          <p:nvPr/>
        </p:nvSpPr>
        <p:spPr>
          <a:xfrm>
            <a:off x="3698098" y="1486750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83" y="0"/>
                </a:lnTo>
                <a:lnTo>
                  <a:pt x="12960" y="0"/>
                </a:lnTo>
                <a:lnTo>
                  <a:pt x="13902" y="1348"/>
                </a:lnTo>
                <a:lnTo>
                  <a:pt x="14502" y="2449"/>
                </a:lnTo>
                <a:lnTo>
                  <a:pt x="15271" y="4253"/>
                </a:lnTo>
                <a:lnTo>
                  <a:pt x="15556" y="4914"/>
                </a:lnTo>
                <a:lnTo>
                  <a:pt x="16412" y="6910"/>
                </a:lnTo>
                <a:lnTo>
                  <a:pt x="16978" y="8305"/>
                </a:lnTo>
                <a:lnTo>
                  <a:pt x="17548" y="9720"/>
                </a:lnTo>
                <a:lnTo>
                  <a:pt x="18140" y="11115"/>
                </a:lnTo>
                <a:lnTo>
                  <a:pt x="18740" y="12530"/>
                </a:lnTo>
                <a:lnTo>
                  <a:pt x="19319" y="13910"/>
                </a:lnTo>
                <a:lnTo>
                  <a:pt x="19894" y="15293"/>
                </a:lnTo>
                <a:lnTo>
                  <a:pt x="20468" y="16675"/>
                </a:lnTo>
                <a:lnTo>
                  <a:pt x="21034" y="18058"/>
                </a:lnTo>
                <a:lnTo>
                  <a:pt x="21600" y="19440"/>
                </a:lnTo>
                <a:lnTo>
                  <a:pt x="18926" y="19708"/>
                </a:lnTo>
                <a:lnTo>
                  <a:pt x="16252" y="19976"/>
                </a:lnTo>
                <a:lnTo>
                  <a:pt x="13569" y="20244"/>
                </a:lnTo>
                <a:lnTo>
                  <a:pt x="10882" y="20511"/>
                </a:lnTo>
                <a:lnTo>
                  <a:pt x="8182" y="20781"/>
                </a:lnTo>
                <a:lnTo>
                  <a:pt x="5469" y="21054"/>
                </a:lnTo>
                <a:lnTo>
                  <a:pt x="2743" y="21326"/>
                </a:lnTo>
                <a:lnTo>
                  <a:pt x="0" y="21600"/>
                </a:lnTo>
                <a:lnTo>
                  <a:pt x="0" y="20317"/>
                </a:lnTo>
                <a:lnTo>
                  <a:pt x="0" y="19030"/>
                </a:lnTo>
                <a:lnTo>
                  <a:pt x="0" y="17738"/>
                </a:lnTo>
                <a:lnTo>
                  <a:pt x="0" y="16435"/>
                </a:lnTo>
                <a:lnTo>
                  <a:pt x="0" y="15120"/>
                </a:lnTo>
                <a:lnTo>
                  <a:pt x="2856" y="15120"/>
                </a:lnTo>
                <a:lnTo>
                  <a:pt x="5728" y="15120"/>
                </a:lnTo>
                <a:lnTo>
                  <a:pt x="8640" y="15120"/>
                </a:lnTo>
                <a:lnTo>
                  <a:pt x="8640" y="13623"/>
                </a:lnTo>
                <a:lnTo>
                  <a:pt x="8640" y="12124"/>
                </a:lnTo>
                <a:lnTo>
                  <a:pt x="8640" y="10625"/>
                </a:lnTo>
                <a:lnTo>
                  <a:pt x="8640" y="9124"/>
                </a:lnTo>
                <a:lnTo>
                  <a:pt x="8640" y="7616"/>
                </a:lnTo>
                <a:lnTo>
                  <a:pt x="8640" y="6106"/>
                </a:lnTo>
                <a:lnTo>
                  <a:pt x="8640" y="4590"/>
                </a:lnTo>
                <a:lnTo>
                  <a:pt x="8640" y="3067"/>
                </a:lnTo>
                <a:lnTo>
                  <a:pt x="8640" y="1538"/>
                </a:lnTo>
                <a:lnTo>
                  <a:pt x="8640" y="0"/>
                </a:lnTo>
                <a:close/>
              </a:path>
            </a:pathLst>
          </a:custGeom>
          <a:solidFill>
            <a:srgbClr val="BCC3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3" name="contour_12371"/>
          <p:cNvSpPr/>
          <p:nvPr/>
        </p:nvSpPr>
        <p:spPr>
          <a:xfrm>
            <a:off x="8027165" y="1479462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0" y="252"/>
                </a:lnTo>
                <a:lnTo>
                  <a:pt x="3242" y="515"/>
                </a:lnTo>
                <a:lnTo>
                  <a:pt x="4862" y="785"/>
                </a:lnTo>
                <a:lnTo>
                  <a:pt x="6480" y="1066"/>
                </a:lnTo>
                <a:lnTo>
                  <a:pt x="8100" y="1350"/>
                </a:lnTo>
                <a:lnTo>
                  <a:pt x="9605" y="1602"/>
                </a:lnTo>
                <a:lnTo>
                  <a:pt x="11119" y="1854"/>
                </a:lnTo>
                <a:lnTo>
                  <a:pt x="12655" y="2110"/>
                </a:lnTo>
                <a:lnTo>
                  <a:pt x="14429" y="2797"/>
                </a:lnTo>
                <a:lnTo>
                  <a:pt x="15941" y="3535"/>
                </a:lnTo>
                <a:lnTo>
                  <a:pt x="17249" y="4406"/>
                </a:lnTo>
                <a:lnTo>
                  <a:pt x="18408" y="5483"/>
                </a:lnTo>
                <a:lnTo>
                  <a:pt x="19483" y="6854"/>
                </a:lnTo>
                <a:lnTo>
                  <a:pt x="20527" y="8600"/>
                </a:lnTo>
                <a:lnTo>
                  <a:pt x="21600" y="10800"/>
                </a:lnTo>
                <a:lnTo>
                  <a:pt x="20702" y="13288"/>
                </a:lnTo>
                <a:lnTo>
                  <a:pt x="20023" y="15098"/>
                </a:lnTo>
                <a:lnTo>
                  <a:pt x="19426" y="16538"/>
                </a:lnTo>
                <a:lnTo>
                  <a:pt x="18778" y="17899"/>
                </a:lnTo>
                <a:lnTo>
                  <a:pt x="17947" y="19487"/>
                </a:lnTo>
                <a:lnTo>
                  <a:pt x="16800" y="21600"/>
                </a:lnTo>
                <a:lnTo>
                  <a:pt x="15266" y="20347"/>
                </a:lnTo>
                <a:lnTo>
                  <a:pt x="14134" y="19386"/>
                </a:lnTo>
                <a:lnTo>
                  <a:pt x="13200" y="18508"/>
                </a:lnTo>
                <a:lnTo>
                  <a:pt x="12266" y="17518"/>
                </a:lnTo>
                <a:lnTo>
                  <a:pt x="11134" y="16214"/>
                </a:lnTo>
                <a:lnTo>
                  <a:pt x="9600" y="14400"/>
                </a:lnTo>
                <a:lnTo>
                  <a:pt x="9650" y="12542"/>
                </a:lnTo>
                <a:lnTo>
                  <a:pt x="9698" y="10670"/>
                </a:lnTo>
                <a:lnTo>
                  <a:pt x="9749" y="8777"/>
                </a:lnTo>
                <a:lnTo>
                  <a:pt x="9701" y="7067"/>
                </a:lnTo>
                <a:lnTo>
                  <a:pt x="9650" y="5346"/>
                </a:lnTo>
                <a:lnTo>
                  <a:pt x="9600" y="3600"/>
                </a:lnTo>
                <a:lnTo>
                  <a:pt x="8050" y="2621"/>
                </a:lnTo>
                <a:lnTo>
                  <a:pt x="6487" y="1843"/>
                </a:lnTo>
                <a:lnTo>
                  <a:pt x="4906" y="1228"/>
                </a:lnTo>
                <a:lnTo>
                  <a:pt x="3300" y="738"/>
                </a:lnTo>
                <a:lnTo>
                  <a:pt x="1666" y="342"/>
                </a:lnTo>
                <a:lnTo>
                  <a:pt x="0" y="0"/>
                </a:lnTo>
                <a:close/>
              </a:path>
            </a:pathLst>
          </a:custGeom>
          <a:solidFill>
            <a:srgbClr val="B7AC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4" name="contour_12372"/>
          <p:cNvSpPr/>
          <p:nvPr/>
        </p:nvSpPr>
        <p:spPr>
          <a:xfrm>
            <a:off x="4929769" y="1450310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32" y="2695"/>
                </a:lnTo>
                <a:lnTo>
                  <a:pt x="19842" y="5358"/>
                </a:lnTo>
                <a:lnTo>
                  <a:pt x="18904" y="7987"/>
                </a:lnTo>
                <a:lnTo>
                  <a:pt x="17906" y="10587"/>
                </a:lnTo>
                <a:lnTo>
                  <a:pt x="16831" y="13154"/>
                </a:lnTo>
                <a:lnTo>
                  <a:pt x="15660" y="15693"/>
                </a:lnTo>
                <a:lnTo>
                  <a:pt x="14377" y="18198"/>
                </a:lnTo>
                <a:lnTo>
                  <a:pt x="12960" y="20670"/>
                </a:lnTo>
                <a:lnTo>
                  <a:pt x="9487" y="212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DD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5" name="contour_12373"/>
          <p:cNvSpPr/>
          <p:nvPr/>
        </p:nvSpPr>
        <p:spPr>
          <a:xfrm>
            <a:off x="10534234" y="1457598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3E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6" name="contour_12374"/>
          <p:cNvSpPr/>
          <p:nvPr/>
        </p:nvSpPr>
        <p:spPr>
          <a:xfrm>
            <a:off x="4768012" y="1435734"/>
            <a:ext cx="2542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86" y="0"/>
                </a:moveTo>
                <a:lnTo>
                  <a:pt x="20070" y="1855"/>
                </a:lnTo>
                <a:lnTo>
                  <a:pt x="20324" y="3710"/>
                </a:lnTo>
                <a:lnTo>
                  <a:pt x="20553" y="5567"/>
                </a:lnTo>
                <a:lnTo>
                  <a:pt x="20758" y="7425"/>
                </a:lnTo>
                <a:lnTo>
                  <a:pt x="20950" y="9283"/>
                </a:lnTo>
                <a:lnTo>
                  <a:pt x="21160" y="11008"/>
                </a:lnTo>
                <a:lnTo>
                  <a:pt x="21377" y="12744"/>
                </a:lnTo>
                <a:lnTo>
                  <a:pt x="21600" y="14502"/>
                </a:lnTo>
                <a:lnTo>
                  <a:pt x="20999" y="15954"/>
                </a:lnTo>
                <a:lnTo>
                  <a:pt x="20399" y="17418"/>
                </a:lnTo>
                <a:lnTo>
                  <a:pt x="19786" y="18900"/>
                </a:lnTo>
                <a:lnTo>
                  <a:pt x="15141" y="19858"/>
                </a:lnTo>
                <a:lnTo>
                  <a:pt x="11853" y="20480"/>
                </a:lnTo>
                <a:lnTo>
                  <a:pt x="9029" y="20890"/>
                </a:lnTo>
                <a:lnTo>
                  <a:pt x="5778" y="21219"/>
                </a:lnTo>
                <a:lnTo>
                  <a:pt x="1208" y="21600"/>
                </a:lnTo>
                <a:lnTo>
                  <a:pt x="1016" y="20048"/>
                </a:lnTo>
                <a:lnTo>
                  <a:pt x="848" y="18495"/>
                </a:lnTo>
                <a:lnTo>
                  <a:pt x="694" y="16943"/>
                </a:lnTo>
                <a:lnTo>
                  <a:pt x="557" y="15390"/>
                </a:lnTo>
                <a:lnTo>
                  <a:pt x="433" y="13838"/>
                </a:lnTo>
                <a:lnTo>
                  <a:pt x="291" y="12396"/>
                </a:lnTo>
                <a:lnTo>
                  <a:pt x="149" y="10943"/>
                </a:lnTo>
                <a:lnTo>
                  <a:pt x="0" y="9472"/>
                </a:lnTo>
                <a:lnTo>
                  <a:pt x="638" y="7460"/>
                </a:lnTo>
                <a:lnTo>
                  <a:pt x="1319" y="6072"/>
                </a:lnTo>
                <a:lnTo>
                  <a:pt x="2397" y="4963"/>
                </a:lnTo>
                <a:lnTo>
                  <a:pt x="4192" y="3780"/>
                </a:lnTo>
                <a:lnTo>
                  <a:pt x="7060" y="2174"/>
                </a:lnTo>
                <a:lnTo>
                  <a:pt x="10936" y="918"/>
                </a:lnTo>
                <a:lnTo>
                  <a:pt x="13550" y="273"/>
                </a:lnTo>
                <a:lnTo>
                  <a:pt x="16101" y="35"/>
                </a:lnTo>
                <a:lnTo>
                  <a:pt x="19786" y="0"/>
                </a:lnTo>
                <a:close/>
              </a:path>
            </a:pathLst>
          </a:custGeom>
          <a:solidFill>
            <a:srgbClr val="4047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7" name="contour_12375"/>
          <p:cNvSpPr/>
          <p:nvPr/>
        </p:nvSpPr>
        <p:spPr>
          <a:xfrm>
            <a:off x="6744479" y="1399294"/>
            <a:ext cx="29815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28" y="672"/>
                </a:lnTo>
                <a:lnTo>
                  <a:pt x="6774" y="1329"/>
                </a:lnTo>
                <a:lnTo>
                  <a:pt x="9277" y="2032"/>
                </a:lnTo>
                <a:lnTo>
                  <a:pt x="11362" y="2834"/>
                </a:lnTo>
                <a:lnTo>
                  <a:pt x="13179" y="3788"/>
                </a:lnTo>
                <a:lnTo>
                  <a:pt x="14842" y="4952"/>
                </a:lnTo>
                <a:lnTo>
                  <a:pt x="16500" y="6382"/>
                </a:lnTo>
                <a:lnTo>
                  <a:pt x="17798" y="7774"/>
                </a:lnTo>
                <a:lnTo>
                  <a:pt x="18881" y="9149"/>
                </a:lnTo>
                <a:lnTo>
                  <a:pt x="19763" y="10507"/>
                </a:lnTo>
                <a:lnTo>
                  <a:pt x="20454" y="11858"/>
                </a:lnTo>
                <a:lnTo>
                  <a:pt x="20972" y="13207"/>
                </a:lnTo>
                <a:lnTo>
                  <a:pt x="21325" y="14560"/>
                </a:lnTo>
                <a:lnTo>
                  <a:pt x="21531" y="15923"/>
                </a:lnTo>
                <a:lnTo>
                  <a:pt x="21600" y="17304"/>
                </a:lnTo>
                <a:lnTo>
                  <a:pt x="21547" y="18706"/>
                </a:lnTo>
                <a:lnTo>
                  <a:pt x="21378" y="20135"/>
                </a:lnTo>
                <a:lnTo>
                  <a:pt x="21120" y="21600"/>
                </a:lnTo>
                <a:lnTo>
                  <a:pt x="17630" y="21600"/>
                </a:lnTo>
                <a:lnTo>
                  <a:pt x="14118" y="21600"/>
                </a:lnTo>
                <a:lnTo>
                  <a:pt x="10560" y="21600"/>
                </a:lnTo>
                <a:lnTo>
                  <a:pt x="9287" y="20410"/>
                </a:lnTo>
                <a:lnTo>
                  <a:pt x="8516" y="19522"/>
                </a:lnTo>
                <a:lnTo>
                  <a:pt x="7930" y="18492"/>
                </a:lnTo>
                <a:lnTo>
                  <a:pt x="7218" y="16875"/>
                </a:lnTo>
                <a:lnTo>
                  <a:pt x="6774" y="15900"/>
                </a:lnTo>
                <a:lnTo>
                  <a:pt x="6331" y="14918"/>
                </a:lnTo>
                <a:lnTo>
                  <a:pt x="5877" y="13922"/>
                </a:lnTo>
                <a:lnTo>
                  <a:pt x="5465" y="12891"/>
                </a:lnTo>
                <a:lnTo>
                  <a:pt x="5042" y="11853"/>
                </a:lnTo>
                <a:lnTo>
                  <a:pt x="4620" y="10800"/>
                </a:lnTo>
                <a:lnTo>
                  <a:pt x="4166" y="9769"/>
                </a:lnTo>
                <a:lnTo>
                  <a:pt x="3701" y="8730"/>
                </a:lnTo>
                <a:lnTo>
                  <a:pt x="3237" y="7678"/>
                </a:lnTo>
                <a:lnTo>
                  <a:pt x="2677" y="6399"/>
                </a:lnTo>
                <a:lnTo>
                  <a:pt x="2128" y="5121"/>
                </a:lnTo>
                <a:lnTo>
                  <a:pt x="1584" y="3841"/>
                </a:lnTo>
                <a:lnTo>
                  <a:pt x="1051" y="2561"/>
                </a:lnTo>
                <a:lnTo>
                  <a:pt x="523" y="1280"/>
                </a:lnTo>
                <a:lnTo>
                  <a:pt x="0" y="0"/>
                </a:lnTo>
                <a:close/>
              </a:path>
            </a:pathLst>
          </a:custGeom>
          <a:solidFill>
            <a:srgbClr val="C3CE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8" name="contour_12376"/>
          <p:cNvSpPr/>
          <p:nvPr/>
        </p:nvSpPr>
        <p:spPr>
          <a:xfrm>
            <a:off x="4149954" y="1406582"/>
            <a:ext cx="8745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0"/>
                </a:lnTo>
                <a:lnTo>
                  <a:pt x="16778" y="0"/>
                </a:lnTo>
                <a:lnTo>
                  <a:pt x="17973" y="0"/>
                </a:lnTo>
                <a:lnTo>
                  <a:pt x="19174" y="0"/>
                </a:lnTo>
                <a:lnTo>
                  <a:pt x="20381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20342" y="21600"/>
                </a:lnTo>
                <a:lnTo>
                  <a:pt x="19084" y="21600"/>
                </a:lnTo>
                <a:lnTo>
                  <a:pt x="17825" y="21600"/>
                </a:lnTo>
                <a:lnTo>
                  <a:pt x="16565" y="21600"/>
                </a:lnTo>
                <a:lnTo>
                  <a:pt x="15305" y="21600"/>
                </a:lnTo>
                <a:lnTo>
                  <a:pt x="14044" y="21600"/>
                </a:lnTo>
                <a:lnTo>
                  <a:pt x="12780" y="21600"/>
                </a:lnTo>
                <a:lnTo>
                  <a:pt x="11515" y="21600"/>
                </a:lnTo>
                <a:lnTo>
                  <a:pt x="10247" y="21600"/>
                </a:lnTo>
                <a:lnTo>
                  <a:pt x="8977" y="21600"/>
                </a:lnTo>
                <a:lnTo>
                  <a:pt x="7704" y="21600"/>
                </a:lnTo>
                <a:lnTo>
                  <a:pt x="6430" y="21600"/>
                </a:lnTo>
                <a:lnTo>
                  <a:pt x="5152" y="21600"/>
                </a:lnTo>
                <a:lnTo>
                  <a:pt x="3868" y="21600"/>
                </a:lnTo>
                <a:lnTo>
                  <a:pt x="2583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0" y="18029"/>
                </a:lnTo>
                <a:lnTo>
                  <a:pt x="0" y="14400"/>
                </a:lnTo>
                <a:lnTo>
                  <a:pt x="1188" y="14400"/>
                </a:lnTo>
                <a:lnTo>
                  <a:pt x="2376" y="14400"/>
                </a:lnTo>
                <a:lnTo>
                  <a:pt x="3566" y="14400"/>
                </a:lnTo>
                <a:lnTo>
                  <a:pt x="4757" y="14400"/>
                </a:lnTo>
                <a:lnTo>
                  <a:pt x="5951" y="14400"/>
                </a:lnTo>
                <a:lnTo>
                  <a:pt x="7146" y="14400"/>
                </a:lnTo>
                <a:lnTo>
                  <a:pt x="8345" y="14400"/>
                </a:lnTo>
                <a:lnTo>
                  <a:pt x="9547" y="14400"/>
                </a:lnTo>
                <a:lnTo>
                  <a:pt x="10753" y="14400"/>
                </a:lnTo>
                <a:lnTo>
                  <a:pt x="11963" y="14400"/>
                </a:lnTo>
                <a:lnTo>
                  <a:pt x="13180" y="14400"/>
                </a:lnTo>
                <a:lnTo>
                  <a:pt x="14400" y="14400"/>
                </a:lnTo>
                <a:lnTo>
                  <a:pt x="14400" y="9641"/>
                </a:lnTo>
                <a:lnTo>
                  <a:pt x="14400" y="4853"/>
                </a:lnTo>
                <a:lnTo>
                  <a:pt x="14400" y="0"/>
                </a:lnTo>
                <a:close/>
              </a:path>
            </a:pathLst>
          </a:custGeom>
          <a:solidFill>
            <a:srgbClr val="A0B1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79" name="contour_12377"/>
          <p:cNvSpPr/>
          <p:nvPr/>
        </p:nvSpPr>
        <p:spPr>
          <a:xfrm>
            <a:off x="11066258" y="1370142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598"/>
                </a:lnTo>
                <a:lnTo>
                  <a:pt x="3564" y="1188"/>
                </a:lnTo>
                <a:lnTo>
                  <a:pt x="5349" y="1786"/>
                </a:lnTo>
                <a:lnTo>
                  <a:pt x="7136" y="2376"/>
                </a:lnTo>
                <a:lnTo>
                  <a:pt x="8926" y="2974"/>
                </a:lnTo>
                <a:lnTo>
                  <a:pt x="10719" y="3571"/>
                </a:lnTo>
                <a:lnTo>
                  <a:pt x="12517" y="4169"/>
                </a:lnTo>
                <a:lnTo>
                  <a:pt x="14321" y="4774"/>
                </a:lnTo>
                <a:lnTo>
                  <a:pt x="16130" y="5378"/>
                </a:lnTo>
                <a:lnTo>
                  <a:pt x="17944" y="5983"/>
                </a:lnTo>
                <a:lnTo>
                  <a:pt x="19769" y="658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3D6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0" name="contour_12378"/>
          <p:cNvSpPr/>
          <p:nvPr/>
        </p:nvSpPr>
        <p:spPr>
          <a:xfrm>
            <a:off x="8435293" y="1362854"/>
            <a:ext cx="7288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376" y="648"/>
                </a:lnTo>
                <a:lnTo>
                  <a:pt x="4592" y="1310"/>
                </a:lnTo>
                <a:lnTo>
                  <a:pt x="5806" y="2002"/>
                </a:lnTo>
                <a:lnTo>
                  <a:pt x="7020" y="2700"/>
                </a:lnTo>
                <a:lnTo>
                  <a:pt x="7700" y="3082"/>
                </a:lnTo>
                <a:lnTo>
                  <a:pt x="9755" y="4219"/>
                </a:lnTo>
                <a:lnTo>
                  <a:pt x="10720" y="5126"/>
                </a:lnTo>
                <a:lnTo>
                  <a:pt x="11547" y="5954"/>
                </a:lnTo>
                <a:lnTo>
                  <a:pt x="12329" y="6847"/>
                </a:lnTo>
                <a:lnTo>
                  <a:pt x="13170" y="7956"/>
                </a:lnTo>
                <a:lnTo>
                  <a:pt x="14161" y="9410"/>
                </a:lnTo>
                <a:lnTo>
                  <a:pt x="15401" y="11354"/>
                </a:lnTo>
                <a:lnTo>
                  <a:pt x="16991" y="13939"/>
                </a:lnTo>
                <a:lnTo>
                  <a:pt x="19023" y="17309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428" y="17323"/>
                </a:lnTo>
                <a:lnTo>
                  <a:pt x="858" y="13032"/>
                </a:lnTo>
                <a:lnTo>
                  <a:pt x="1287" y="8726"/>
                </a:lnTo>
                <a:lnTo>
                  <a:pt x="1722" y="4385"/>
                </a:lnTo>
                <a:lnTo>
                  <a:pt x="2160" y="0"/>
                </a:lnTo>
                <a:close/>
              </a:path>
            </a:pathLst>
          </a:custGeom>
          <a:solidFill>
            <a:srgbClr val="C1CF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1" name="contour_12379"/>
          <p:cNvSpPr/>
          <p:nvPr/>
        </p:nvSpPr>
        <p:spPr>
          <a:xfrm>
            <a:off x="841206" y="1348067"/>
            <a:ext cx="51016" cy="383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119"/>
                </a:moveTo>
                <a:lnTo>
                  <a:pt x="8230" y="0"/>
                </a:lnTo>
                <a:lnTo>
                  <a:pt x="10217" y="111"/>
                </a:lnTo>
                <a:lnTo>
                  <a:pt x="12145" y="427"/>
                </a:lnTo>
                <a:lnTo>
                  <a:pt x="14037" y="929"/>
                </a:lnTo>
                <a:lnTo>
                  <a:pt x="15913" y="1582"/>
                </a:lnTo>
                <a:lnTo>
                  <a:pt x="17786" y="2371"/>
                </a:lnTo>
                <a:lnTo>
                  <a:pt x="19675" y="3259"/>
                </a:lnTo>
                <a:lnTo>
                  <a:pt x="21600" y="4229"/>
                </a:lnTo>
                <a:lnTo>
                  <a:pt x="20986" y="6851"/>
                </a:lnTo>
                <a:lnTo>
                  <a:pt x="20329" y="9358"/>
                </a:lnTo>
                <a:lnTo>
                  <a:pt x="19604" y="11766"/>
                </a:lnTo>
                <a:lnTo>
                  <a:pt x="18780" y="14088"/>
                </a:lnTo>
                <a:lnTo>
                  <a:pt x="17826" y="16336"/>
                </a:lnTo>
                <a:lnTo>
                  <a:pt x="16718" y="18526"/>
                </a:lnTo>
                <a:lnTo>
                  <a:pt x="15429" y="20667"/>
                </a:lnTo>
                <a:lnTo>
                  <a:pt x="13191" y="21189"/>
                </a:lnTo>
                <a:lnTo>
                  <a:pt x="10994" y="21493"/>
                </a:lnTo>
                <a:lnTo>
                  <a:pt x="8816" y="21600"/>
                </a:lnTo>
                <a:lnTo>
                  <a:pt x="6644" y="21547"/>
                </a:lnTo>
                <a:lnTo>
                  <a:pt x="4462" y="21353"/>
                </a:lnTo>
                <a:lnTo>
                  <a:pt x="2253" y="21053"/>
                </a:lnTo>
                <a:lnTo>
                  <a:pt x="0" y="20667"/>
                </a:lnTo>
                <a:lnTo>
                  <a:pt x="500" y="17873"/>
                </a:lnTo>
                <a:lnTo>
                  <a:pt x="1028" y="15152"/>
                </a:lnTo>
                <a:lnTo>
                  <a:pt x="1608" y="12501"/>
                </a:lnTo>
                <a:lnTo>
                  <a:pt x="2265" y="9912"/>
                </a:lnTo>
                <a:lnTo>
                  <a:pt x="3027" y="7385"/>
                </a:lnTo>
                <a:lnTo>
                  <a:pt x="3916" y="4915"/>
                </a:lnTo>
                <a:lnTo>
                  <a:pt x="4956" y="2495"/>
                </a:lnTo>
                <a:lnTo>
                  <a:pt x="6171" y="119"/>
                </a:lnTo>
                <a:close/>
              </a:path>
            </a:pathLst>
          </a:custGeom>
          <a:solidFill>
            <a:srgbClr val="F4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2" name="contour_12380"/>
          <p:cNvSpPr/>
          <p:nvPr/>
        </p:nvSpPr>
        <p:spPr>
          <a:xfrm>
            <a:off x="10089667" y="1317487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930"/>
                </a:moveTo>
                <a:lnTo>
                  <a:pt x="7318" y="298"/>
                </a:lnTo>
                <a:lnTo>
                  <a:pt x="10122" y="12"/>
                </a:lnTo>
                <a:lnTo>
                  <a:pt x="12839" y="0"/>
                </a:lnTo>
                <a:lnTo>
                  <a:pt x="15582" y="198"/>
                </a:lnTo>
                <a:lnTo>
                  <a:pt x="18468" y="533"/>
                </a:lnTo>
                <a:lnTo>
                  <a:pt x="21600" y="930"/>
                </a:lnTo>
                <a:lnTo>
                  <a:pt x="21064" y="3489"/>
                </a:lnTo>
                <a:lnTo>
                  <a:pt x="20529" y="6048"/>
                </a:lnTo>
                <a:lnTo>
                  <a:pt x="19993" y="8615"/>
                </a:lnTo>
                <a:lnTo>
                  <a:pt x="19457" y="11187"/>
                </a:lnTo>
                <a:lnTo>
                  <a:pt x="18917" y="13770"/>
                </a:lnTo>
                <a:lnTo>
                  <a:pt x="18373" y="16366"/>
                </a:lnTo>
                <a:lnTo>
                  <a:pt x="17829" y="18975"/>
                </a:lnTo>
                <a:lnTo>
                  <a:pt x="17280" y="21600"/>
                </a:lnTo>
                <a:lnTo>
                  <a:pt x="14429" y="20918"/>
                </a:lnTo>
                <a:lnTo>
                  <a:pt x="11573" y="20236"/>
                </a:lnTo>
                <a:lnTo>
                  <a:pt x="8705" y="19550"/>
                </a:lnTo>
                <a:lnTo>
                  <a:pt x="5823" y="18859"/>
                </a:lnTo>
                <a:lnTo>
                  <a:pt x="2925" y="18165"/>
                </a:lnTo>
                <a:lnTo>
                  <a:pt x="0" y="17466"/>
                </a:lnTo>
                <a:lnTo>
                  <a:pt x="652" y="12534"/>
                </a:lnTo>
                <a:lnTo>
                  <a:pt x="1175" y="9086"/>
                </a:lnTo>
                <a:lnTo>
                  <a:pt x="1680" y="6660"/>
                </a:lnTo>
                <a:lnTo>
                  <a:pt x="2294" y="4795"/>
                </a:lnTo>
                <a:lnTo>
                  <a:pt x="3132" y="3043"/>
                </a:lnTo>
                <a:lnTo>
                  <a:pt x="4320" y="930"/>
                </a:lnTo>
                <a:close/>
              </a:path>
            </a:pathLst>
          </a:custGeom>
          <a:solidFill>
            <a:srgbClr val="CBDE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3" name="contour_12381"/>
          <p:cNvSpPr/>
          <p:nvPr/>
        </p:nvSpPr>
        <p:spPr>
          <a:xfrm>
            <a:off x="6759055" y="1289974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11" y="0"/>
                </a:lnTo>
                <a:lnTo>
                  <a:pt x="10263" y="0"/>
                </a:lnTo>
                <a:lnTo>
                  <a:pt x="12343" y="0"/>
                </a:lnTo>
                <a:lnTo>
                  <a:pt x="12235" y="1334"/>
                </a:lnTo>
                <a:lnTo>
                  <a:pt x="12127" y="2678"/>
                </a:lnTo>
                <a:lnTo>
                  <a:pt x="12019" y="4039"/>
                </a:lnTo>
                <a:lnTo>
                  <a:pt x="11932" y="5770"/>
                </a:lnTo>
                <a:lnTo>
                  <a:pt x="11849" y="7514"/>
                </a:lnTo>
                <a:lnTo>
                  <a:pt x="11763" y="9283"/>
                </a:lnTo>
                <a:lnTo>
                  <a:pt x="11658" y="11008"/>
                </a:lnTo>
                <a:lnTo>
                  <a:pt x="11550" y="12744"/>
                </a:lnTo>
                <a:lnTo>
                  <a:pt x="11439" y="14502"/>
                </a:lnTo>
                <a:lnTo>
                  <a:pt x="11738" y="15954"/>
                </a:lnTo>
                <a:lnTo>
                  <a:pt x="12037" y="17418"/>
                </a:lnTo>
                <a:lnTo>
                  <a:pt x="12343" y="18900"/>
                </a:lnTo>
                <a:lnTo>
                  <a:pt x="14176" y="19435"/>
                </a:lnTo>
                <a:lnTo>
                  <a:pt x="16015" y="19972"/>
                </a:lnTo>
                <a:lnTo>
                  <a:pt x="17860" y="20509"/>
                </a:lnTo>
                <a:lnTo>
                  <a:pt x="19721" y="21052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9815"/>
                </a:lnTo>
                <a:lnTo>
                  <a:pt x="0" y="18020"/>
                </a:lnTo>
                <a:lnTo>
                  <a:pt x="0" y="16200"/>
                </a:lnTo>
                <a:lnTo>
                  <a:pt x="2040" y="16200"/>
                </a:lnTo>
                <a:lnTo>
                  <a:pt x="4092" y="16200"/>
                </a:lnTo>
                <a:lnTo>
                  <a:pt x="6171" y="16200"/>
                </a:lnTo>
                <a:lnTo>
                  <a:pt x="6171" y="14418"/>
                </a:lnTo>
                <a:lnTo>
                  <a:pt x="6171" y="12633"/>
                </a:lnTo>
                <a:lnTo>
                  <a:pt x="6171" y="10849"/>
                </a:lnTo>
                <a:lnTo>
                  <a:pt x="6171" y="9058"/>
                </a:lnTo>
                <a:lnTo>
                  <a:pt x="6171" y="7263"/>
                </a:lnTo>
                <a:lnTo>
                  <a:pt x="6171" y="5459"/>
                </a:lnTo>
                <a:lnTo>
                  <a:pt x="6171" y="3650"/>
                </a:lnTo>
                <a:lnTo>
                  <a:pt x="6171" y="1831"/>
                </a:lnTo>
                <a:lnTo>
                  <a:pt x="6171" y="0"/>
                </a:lnTo>
                <a:close/>
              </a:path>
            </a:pathLst>
          </a:custGeom>
          <a:solidFill>
            <a:srgbClr val="A1AA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4" name="contour_12382"/>
          <p:cNvSpPr/>
          <p:nvPr/>
        </p:nvSpPr>
        <p:spPr>
          <a:xfrm>
            <a:off x="3625218" y="1289974"/>
            <a:ext cx="51016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619" y="1814"/>
                </a:lnTo>
                <a:lnTo>
                  <a:pt x="20310" y="3146"/>
                </a:lnTo>
                <a:lnTo>
                  <a:pt x="20872" y="4652"/>
                </a:lnTo>
                <a:lnTo>
                  <a:pt x="21600" y="6990"/>
                </a:lnTo>
                <a:lnTo>
                  <a:pt x="20353" y="9077"/>
                </a:lnTo>
                <a:lnTo>
                  <a:pt x="19008" y="11038"/>
                </a:lnTo>
                <a:lnTo>
                  <a:pt x="17567" y="12887"/>
                </a:lnTo>
                <a:lnTo>
                  <a:pt x="16043" y="14641"/>
                </a:lnTo>
                <a:lnTo>
                  <a:pt x="14441" y="16312"/>
                </a:lnTo>
                <a:lnTo>
                  <a:pt x="12772" y="17916"/>
                </a:lnTo>
                <a:lnTo>
                  <a:pt x="11041" y="19464"/>
                </a:lnTo>
                <a:lnTo>
                  <a:pt x="9257" y="20971"/>
                </a:lnTo>
                <a:lnTo>
                  <a:pt x="6591" y="21390"/>
                </a:lnTo>
                <a:lnTo>
                  <a:pt x="4777" y="21600"/>
                </a:lnTo>
                <a:lnTo>
                  <a:pt x="3370" y="21600"/>
                </a:lnTo>
                <a:lnTo>
                  <a:pt x="1925" y="21390"/>
                </a:lnTo>
                <a:lnTo>
                  <a:pt x="0" y="20971"/>
                </a:lnTo>
                <a:lnTo>
                  <a:pt x="833" y="18482"/>
                </a:lnTo>
                <a:lnTo>
                  <a:pt x="1682" y="16162"/>
                </a:lnTo>
                <a:lnTo>
                  <a:pt x="2573" y="14002"/>
                </a:lnTo>
                <a:lnTo>
                  <a:pt x="3539" y="11992"/>
                </a:lnTo>
                <a:lnTo>
                  <a:pt x="4616" y="10125"/>
                </a:lnTo>
                <a:lnTo>
                  <a:pt x="5832" y="8392"/>
                </a:lnTo>
                <a:lnTo>
                  <a:pt x="7217" y="6784"/>
                </a:lnTo>
                <a:lnTo>
                  <a:pt x="8810" y="5292"/>
                </a:lnTo>
                <a:lnTo>
                  <a:pt x="10636" y="3908"/>
                </a:lnTo>
                <a:lnTo>
                  <a:pt x="12729" y="2621"/>
                </a:lnTo>
                <a:lnTo>
                  <a:pt x="14645" y="1716"/>
                </a:lnTo>
                <a:lnTo>
                  <a:pt x="16573" y="839"/>
                </a:lnTo>
                <a:lnTo>
                  <a:pt x="18514" y="0"/>
                </a:lnTo>
                <a:close/>
              </a:path>
            </a:pathLst>
          </a:custGeom>
          <a:solidFill>
            <a:srgbClr val="97A0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5" name="contour_12383"/>
          <p:cNvSpPr/>
          <p:nvPr/>
        </p:nvSpPr>
        <p:spPr>
          <a:xfrm>
            <a:off x="1788645" y="1238959"/>
            <a:ext cx="51016" cy="427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699" y="1824"/>
                </a:lnTo>
                <a:lnTo>
                  <a:pt x="9226" y="3648"/>
                </a:lnTo>
                <a:lnTo>
                  <a:pt x="10757" y="5476"/>
                </a:lnTo>
                <a:lnTo>
                  <a:pt x="12290" y="7307"/>
                </a:lnTo>
                <a:lnTo>
                  <a:pt x="13827" y="9142"/>
                </a:lnTo>
                <a:lnTo>
                  <a:pt x="15370" y="10984"/>
                </a:lnTo>
                <a:lnTo>
                  <a:pt x="16916" y="12830"/>
                </a:lnTo>
                <a:lnTo>
                  <a:pt x="18471" y="14687"/>
                </a:lnTo>
                <a:lnTo>
                  <a:pt x="20029" y="16548"/>
                </a:lnTo>
                <a:lnTo>
                  <a:pt x="21600" y="18424"/>
                </a:lnTo>
                <a:lnTo>
                  <a:pt x="17684" y="19971"/>
                </a:lnTo>
                <a:lnTo>
                  <a:pt x="14953" y="20970"/>
                </a:lnTo>
                <a:lnTo>
                  <a:pt x="13049" y="21493"/>
                </a:lnTo>
                <a:lnTo>
                  <a:pt x="11618" y="21600"/>
                </a:lnTo>
                <a:lnTo>
                  <a:pt x="10300" y="21368"/>
                </a:lnTo>
                <a:lnTo>
                  <a:pt x="8739" y="20856"/>
                </a:lnTo>
                <a:lnTo>
                  <a:pt x="6992" y="19632"/>
                </a:lnTo>
                <a:lnTo>
                  <a:pt x="5243" y="18409"/>
                </a:lnTo>
                <a:lnTo>
                  <a:pt x="3496" y="17186"/>
                </a:lnTo>
                <a:lnTo>
                  <a:pt x="1747" y="15962"/>
                </a:lnTo>
                <a:lnTo>
                  <a:pt x="0" y="14739"/>
                </a:lnTo>
                <a:lnTo>
                  <a:pt x="873" y="12653"/>
                </a:lnTo>
                <a:lnTo>
                  <a:pt x="1747" y="10568"/>
                </a:lnTo>
                <a:lnTo>
                  <a:pt x="2623" y="8475"/>
                </a:lnTo>
                <a:lnTo>
                  <a:pt x="3502" y="6375"/>
                </a:lnTo>
                <a:lnTo>
                  <a:pt x="4388" y="4263"/>
                </a:lnTo>
                <a:lnTo>
                  <a:pt x="5277" y="2141"/>
                </a:lnTo>
                <a:lnTo>
                  <a:pt x="6171" y="0"/>
                </a:lnTo>
                <a:close/>
              </a:path>
            </a:pathLst>
          </a:custGeom>
          <a:solidFill>
            <a:srgbClr val="F2F2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6" name="contour_12384"/>
          <p:cNvSpPr/>
          <p:nvPr/>
        </p:nvSpPr>
        <p:spPr>
          <a:xfrm>
            <a:off x="1810509" y="1202519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5" y="1782"/>
                </a:lnTo>
                <a:lnTo>
                  <a:pt x="1531" y="3575"/>
                </a:lnTo>
                <a:lnTo>
                  <a:pt x="2305" y="5375"/>
                </a:lnTo>
                <a:lnTo>
                  <a:pt x="3086" y="7200"/>
                </a:lnTo>
                <a:lnTo>
                  <a:pt x="5249" y="7934"/>
                </a:lnTo>
                <a:lnTo>
                  <a:pt x="6823" y="8417"/>
                </a:lnTo>
                <a:lnTo>
                  <a:pt x="8260" y="8759"/>
                </a:lnTo>
                <a:lnTo>
                  <a:pt x="10013" y="9068"/>
                </a:lnTo>
                <a:lnTo>
                  <a:pt x="12534" y="9450"/>
                </a:lnTo>
                <a:lnTo>
                  <a:pt x="14228" y="9720"/>
                </a:lnTo>
                <a:lnTo>
                  <a:pt x="15932" y="9994"/>
                </a:lnTo>
                <a:lnTo>
                  <a:pt x="17660" y="10267"/>
                </a:lnTo>
                <a:lnTo>
                  <a:pt x="18638" y="10397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19462" y="18356"/>
                </a:lnTo>
                <a:lnTo>
                  <a:pt x="17320" y="18713"/>
                </a:lnTo>
                <a:lnTo>
                  <a:pt x="15179" y="19069"/>
                </a:lnTo>
                <a:lnTo>
                  <a:pt x="13034" y="19429"/>
                </a:lnTo>
                <a:lnTo>
                  <a:pt x="10880" y="19786"/>
                </a:lnTo>
                <a:lnTo>
                  <a:pt x="8723" y="20146"/>
                </a:lnTo>
                <a:lnTo>
                  <a:pt x="6557" y="20506"/>
                </a:lnTo>
                <a:lnTo>
                  <a:pt x="4382" y="20869"/>
                </a:lnTo>
                <a:lnTo>
                  <a:pt x="2197" y="2123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270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7" name="contour_12385"/>
          <p:cNvSpPr/>
          <p:nvPr/>
        </p:nvSpPr>
        <p:spPr>
          <a:xfrm>
            <a:off x="4842313" y="75066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292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8" name="contour_12386"/>
          <p:cNvSpPr/>
          <p:nvPr/>
        </p:nvSpPr>
        <p:spPr>
          <a:xfrm>
            <a:off x="4463338" y="664096"/>
            <a:ext cx="44595" cy="501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32" y="1382"/>
                </a:moveTo>
                <a:lnTo>
                  <a:pt x="19595" y="3407"/>
                </a:lnTo>
                <a:lnTo>
                  <a:pt x="20393" y="5379"/>
                </a:lnTo>
                <a:lnTo>
                  <a:pt x="20961" y="7319"/>
                </a:lnTo>
                <a:lnTo>
                  <a:pt x="21332" y="9247"/>
                </a:lnTo>
                <a:lnTo>
                  <a:pt x="21533" y="11182"/>
                </a:lnTo>
                <a:lnTo>
                  <a:pt x="21600" y="13141"/>
                </a:lnTo>
                <a:lnTo>
                  <a:pt x="21568" y="15141"/>
                </a:lnTo>
                <a:lnTo>
                  <a:pt x="21466" y="17207"/>
                </a:lnTo>
                <a:lnTo>
                  <a:pt x="21325" y="19352"/>
                </a:lnTo>
                <a:lnTo>
                  <a:pt x="21180" y="21600"/>
                </a:lnTo>
                <a:lnTo>
                  <a:pt x="19274" y="20184"/>
                </a:lnTo>
                <a:lnTo>
                  <a:pt x="17368" y="18771"/>
                </a:lnTo>
                <a:lnTo>
                  <a:pt x="15458" y="17355"/>
                </a:lnTo>
                <a:lnTo>
                  <a:pt x="13545" y="15939"/>
                </a:lnTo>
                <a:lnTo>
                  <a:pt x="11628" y="14516"/>
                </a:lnTo>
                <a:lnTo>
                  <a:pt x="9707" y="13094"/>
                </a:lnTo>
                <a:lnTo>
                  <a:pt x="7784" y="11665"/>
                </a:lnTo>
                <a:lnTo>
                  <a:pt x="5849" y="10233"/>
                </a:lnTo>
                <a:lnTo>
                  <a:pt x="3908" y="8795"/>
                </a:lnTo>
                <a:lnTo>
                  <a:pt x="1959" y="7351"/>
                </a:lnTo>
                <a:lnTo>
                  <a:pt x="0" y="5900"/>
                </a:lnTo>
                <a:lnTo>
                  <a:pt x="4229" y="3652"/>
                </a:lnTo>
                <a:lnTo>
                  <a:pt x="7477" y="1991"/>
                </a:lnTo>
                <a:lnTo>
                  <a:pt x="9958" y="863"/>
                </a:lnTo>
                <a:lnTo>
                  <a:pt x="11896" y="220"/>
                </a:lnTo>
                <a:lnTo>
                  <a:pt x="13506" y="0"/>
                </a:lnTo>
                <a:lnTo>
                  <a:pt x="15006" y="157"/>
                </a:lnTo>
                <a:lnTo>
                  <a:pt x="16609" y="634"/>
                </a:lnTo>
                <a:lnTo>
                  <a:pt x="18532" y="1382"/>
                </a:lnTo>
                <a:close/>
              </a:path>
            </a:pathLst>
          </a:custGeom>
          <a:solidFill>
            <a:srgbClr val="7A79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89" name="contour_12387"/>
          <p:cNvSpPr/>
          <p:nvPr/>
        </p:nvSpPr>
        <p:spPr>
          <a:xfrm>
            <a:off x="4652825" y="575751"/>
            <a:ext cx="29152" cy="94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0"/>
                </a:lnTo>
                <a:lnTo>
                  <a:pt x="16200" y="0"/>
                </a:lnTo>
                <a:lnTo>
                  <a:pt x="16481" y="1125"/>
                </a:lnTo>
                <a:lnTo>
                  <a:pt x="16762" y="2251"/>
                </a:lnTo>
                <a:lnTo>
                  <a:pt x="17042" y="3378"/>
                </a:lnTo>
                <a:lnTo>
                  <a:pt x="17329" y="4504"/>
                </a:lnTo>
                <a:lnTo>
                  <a:pt x="17609" y="5631"/>
                </a:lnTo>
                <a:lnTo>
                  <a:pt x="17890" y="6759"/>
                </a:lnTo>
                <a:lnTo>
                  <a:pt x="18171" y="7889"/>
                </a:lnTo>
                <a:lnTo>
                  <a:pt x="18457" y="9020"/>
                </a:lnTo>
                <a:lnTo>
                  <a:pt x="18738" y="10152"/>
                </a:lnTo>
                <a:lnTo>
                  <a:pt x="19024" y="11287"/>
                </a:lnTo>
                <a:lnTo>
                  <a:pt x="19305" y="12422"/>
                </a:lnTo>
                <a:lnTo>
                  <a:pt x="19591" y="13560"/>
                </a:lnTo>
                <a:lnTo>
                  <a:pt x="19877" y="14700"/>
                </a:lnTo>
                <a:lnTo>
                  <a:pt x="20158" y="15843"/>
                </a:lnTo>
                <a:lnTo>
                  <a:pt x="20444" y="16988"/>
                </a:lnTo>
                <a:lnTo>
                  <a:pt x="20736" y="18137"/>
                </a:lnTo>
                <a:lnTo>
                  <a:pt x="21022" y="19287"/>
                </a:lnTo>
                <a:lnTo>
                  <a:pt x="21308" y="20442"/>
                </a:lnTo>
                <a:lnTo>
                  <a:pt x="21600" y="21600"/>
                </a:lnTo>
                <a:lnTo>
                  <a:pt x="18036" y="21326"/>
                </a:lnTo>
                <a:lnTo>
                  <a:pt x="14467" y="21052"/>
                </a:lnTo>
                <a:lnTo>
                  <a:pt x="10881" y="20776"/>
                </a:lnTo>
                <a:lnTo>
                  <a:pt x="7279" y="20498"/>
                </a:lnTo>
                <a:lnTo>
                  <a:pt x="3656" y="20219"/>
                </a:lnTo>
                <a:lnTo>
                  <a:pt x="0" y="19938"/>
                </a:lnTo>
                <a:lnTo>
                  <a:pt x="594" y="18842"/>
                </a:lnTo>
                <a:lnTo>
                  <a:pt x="1188" y="17745"/>
                </a:lnTo>
                <a:lnTo>
                  <a:pt x="1782" y="16647"/>
                </a:lnTo>
                <a:lnTo>
                  <a:pt x="2376" y="15550"/>
                </a:lnTo>
                <a:lnTo>
                  <a:pt x="2970" y="14450"/>
                </a:lnTo>
                <a:lnTo>
                  <a:pt x="3569" y="13352"/>
                </a:lnTo>
                <a:lnTo>
                  <a:pt x="4163" y="12251"/>
                </a:lnTo>
                <a:lnTo>
                  <a:pt x="4763" y="11147"/>
                </a:lnTo>
                <a:lnTo>
                  <a:pt x="5357" y="10044"/>
                </a:lnTo>
                <a:lnTo>
                  <a:pt x="5956" y="8937"/>
                </a:lnTo>
                <a:lnTo>
                  <a:pt x="6561" y="7831"/>
                </a:lnTo>
                <a:lnTo>
                  <a:pt x="7160" y="6719"/>
                </a:lnTo>
                <a:lnTo>
                  <a:pt x="7765" y="5608"/>
                </a:lnTo>
                <a:lnTo>
                  <a:pt x="8365" y="4493"/>
                </a:lnTo>
                <a:lnTo>
                  <a:pt x="8975" y="3375"/>
                </a:lnTo>
                <a:lnTo>
                  <a:pt x="9580" y="2253"/>
                </a:lnTo>
                <a:lnTo>
                  <a:pt x="10190" y="1128"/>
                </a:lnTo>
                <a:lnTo>
                  <a:pt x="10800" y="0"/>
                </a:lnTo>
                <a:close/>
              </a:path>
            </a:pathLst>
          </a:custGeom>
          <a:solidFill>
            <a:srgbClr val="E7E6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0" name="contour_12388"/>
          <p:cNvSpPr/>
          <p:nvPr/>
        </p:nvSpPr>
        <p:spPr>
          <a:xfrm>
            <a:off x="4361306" y="6325977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3C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1" name="contour_12389"/>
          <p:cNvSpPr/>
          <p:nvPr/>
        </p:nvSpPr>
        <p:spPr>
          <a:xfrm>
            <a:off x="4784009" y="6289559"/>
            <a:ext cx="72880" cy="291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97" y="5264"/>
                </a:moveTo>
                <a:lnTo>
                  <a:pt x="20792" y="8003"/>
                </a:lnTo>
                <a:lnTo>
                  <a:pt x="21600" y="10792"/>
                </a:lnTo>
                <a:lnTo>
                  <a:pt x="20187" y="12402"/>
                </a:lnTo>
                <a:lnTo>
                  <a:pt x="18783" y="13937"/>
                </a:lnTo>
                <a:lnTo>
                  <a:pt x="17382" y="15391"/>
                </a:lnTo>
                <a:lnTo>
                  <a:pt x="15975" y="16742"/>
                </a:lnTo>
                <a:lnTo>
                  <a:pt x="14558" y="17979"/>
                </a:lnTo>
                <a:lnTo>
                  <a:pt x="13122" y="19098"/>
                </a:lnTo>
                <a:lnTo>
                  <a:pt x="11662" y="20081"/>
                </a:lnTo>
                <a:lnTo>
                  <a:pt x="10169" y="20919"/>
                </a:lnTo>
                <a:lnTo>
                  <a:pt x="8640" y="21600"/>
                </a:lnTo>
                <a:lnTo>
                  <a:pt x="7165" y="19898"/>
                </a:lnTo>
                <a:lnTo>
                  <a:pt x="5810" y="18001"/>
                </a:lnTo>
                <a:lnTo>
                  <a:pt x="4551" y="15904"/>
                </a:lnTo>
                <a:lnTo>
                  <a:pt x="3365" y="13597"/>
                </a:lnTo>
                <a:lnTo>
                  <a:pt x="2227" y="11073"/>
                </a:lnTo>
                <a:lnTo>
                  <a:pt x="1112" y="8338"/>
                </a:lnTo>
                <a:lnTo>
                  <a:pt x="0" y="5388"/>
                </a:lnTo>
                <a:lnTo>
                  <a:pt x="1393" y="4793"/>
                </a:lnTo>
                <a:lnTo>
                  <a:pt x="2789" y="4215"/>
                </a:lnTo>
                <a:lnTo>
                  <a:pt x="4182" y="3648"/>
                </a:lnTo>
                <a:lnTo>
                  <a:pt x="5577" y="3091"/>
                </a:lnTo>
                <a:lnTo>
                  <a:pt x="6972" y="2545"/>
                </a:lnTo>
                <a:lnTo>
                  <a:pt x="8370" y="2010"/>
                </a:lnTo>
                <a:lnTo>
                  <a:pt x="9556" y="1486"/>
                </a:lnTo>
                <a:lnTo>
                  <a:pt x="10759" y="957"/>
                </a:lnTo>
                <a:lnTo>
                  <a:pt x="12375" y="389"/>
                </a:lnTo>
                <a:lnTo>
                  <a:pt x="13785" y="38"/>
                </a:lnTo>
                <a:lnTo>
                  <a:pt x="15055" y="0"/>
                </a:lnTo>
                <a:lnTo>
                  <a:pt x="16248" y="394"/>
                </a:lnTo>
                <a:lnTo>
                  <a:pt x="17425" y="1335"/>
                </a:lnTo>
                <a:lnTo>
                  <a:pt x="18654" y="2918"/>
                </a:lnTo>
                <a:lnTo>
                  <a:pt x="19997" y="5264"/>
                </a:lnTo>
                <a:close/>
              </a:path>
            </a:pathLst>
          </a:custGeom>
          <a:solidFill>
            <a:srgbClr val="EF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2" name="contour_12390"/>
          <p:cNvSpPr/>
          <p:nvPr/>
        </p:nvSpPr>
        <p:spPr>
          <a:xfrm>
            <a:off x="7684630" y="620208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5" y="700"/>
                </a:lnTo>
                <a:lnTo>
                  <a:pt x="4484" y="1443"/>
                </a:lnTo>
                <a:lnTo>
                  <a:pt x="6557" y="2246"/>
                </a:lnTo>
                <a:lnTo>
                  <a:pt x="8541" y="3123"/>
                </a:lnTo>
                <a:lnTo>
                  <a:pt x="10461" y="4100"/>
                </a:lnTo>
                <a:lnTo>
                  <a:pt x="12327" y="5184"/>
                </a:lnTo>
                <a:lnTo>
                  <a:pt x="14167" y="6407"/>
                </a:lnTo>
                <a:lnTo>
                  <a:pt x="15993" y="7776"/>
                </a:lnTo>
                <a:lnTo>
                  <a:pt x="17829" y="9310"/>
                </a:lnTo>
                <a:lnTo>
                  <a:pt x="19690" y="11033"/>
                </a:lnTo>
                <a:lnTo>
                  <a:pt x="21600" y="12960"/>
                </a:lnTo>
                <a:lnTo>
                  <a:pt x="18058" y="14964"/>
                </a:lnTo>
                <a:lnTo>
                  <a:pt x="15552" y="16239"/>
                </a:lnTo>
                <a:lnTo>
                  <a:pt x="13719" y="16852"/>
                </a:lnTo>
                <a:lnTo>
                  <a:pt x="12201" y="16870"/>
                </a:lnTo>
                <a:lnTo>
                  <a:pt x="10640" y="16360"/>
                </a:lnTo>
                <a:lnTo>
                  <a:pt x="8677" y="15388"/>
                </a:lnTo>
                <a:lnTo>
                  <a:pt x="7433" y="14183"/>
                </a:lnTo>
                <a:lnTo>
                  <a:pt x="6171" y="12960"/>
                </a:lnTo>
                <a:lnTo>
                  <a:pt x="6171" y="15816"/>
                </a:lnTo>
                <a:lnTo>
                  <a:pt x="6171" y="18688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E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3" name="contour_12391"/>
          <p:cNvSpPr/>
          <p:nvPr/>
        </p:nvSpPr>
        <p:spPr>
          <a:xfrm>
            <a:off x="8041741" y="6129201"/>
            <a:ext cx="58632" cy="315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79" y="0"/>
                </a:moveTo>
                <a:lnTo>
                  <a:pt x="21560" y="3563"/>
                </a:lnTo>
                <a:lnTo>
                  <a:pt x="21600" y="6124"/>
                </a:lnTo>
                <a:lnTo>
                  <a:pt x="21600" y="8399"/>
                </a:lnTo>
                <a:lnTo>
                  <a:pt x="21560" y="11109"/>
                </a:lnTo>
                <a:lnTo>
                  <a:pt x="21479" y="14972"/>
                </a:lnTo>
                <a:lnTo>
                  <a:pt x="19782" y="17737"/>
                </a:lnTo>
                <a:lnTo>
                  <a:pt x="18212" y="19504"/>
                </a:lnTo>
                <a:lnTo>
                  <a:pt x="16641" y="20502"/>
                </a:lnTo>
                <a:lnTo>
                  <a:pt x="14955" y="20961"/>
                </a:lnTo>
                <a:lnTo>
                  <a:pt x="13027" y="21121"/>
                </a:lnTo>
                <a:lnTo>
                  <a:pt x="10740" y="21211"/>
                </a:lnTo>
                <a:lnTo>
                  <a:pt x="9298" y="21340"/>
                </a:lnTo>
                <a:lnTo>
                  <a:pt x="7848" y="21470"/>
                </a:lnTo>
                <a:lnTo>
                  <a:pt x="6377" y="21600"/>
                </a:lnTo>
                <a:lnTo>
                  <a:pt x="4543" y="20787"/>
                </a:lnTo>
                <a:lnTo>
                  <a:pt x="2685" y="19963"/>
                </a:lnTo>
                <a:lnTo>
                  <a:pt x="1777" y="16210"/>
                </a:lnTo>
                <a:lnTo>
                  <a:pt x="1184" y="13555"/>
                </a:lnTo>
                <a:lnTo>
                  <a:pt x="776" y="11279"/>
                </a:lnTo>
                <a:lnTo>
                  <a:pt x="424" y="8664"/>
                </a:lnTo>
                <a:lnTo>
                  <a:pt x="0" y="4991"/>
                </a:lnTo>
                <a:lnTo>
                  <a:pt x="591" y="5016"/>
                </a:lnTo>
                <a:lnTo>
                  <a:pt x="1632" y="5061"/>
                </a:lnTo>
                <a:lnTo>
                  <a:pt x="4017" y="5165"/>
                </a:lnTo>
                <a:lnTo>
                  <a:pt x="4782" y="5185"/>
                </a:lnTo>
                <a:lnTo>
                  <a:pt x="6135" y="5220"/>
                </a:lnTo>
                <a:lnTo>
                  <a:pt x="9231" y="5300"/>
                </a:lnTo>
                <a:lnTo>
                  <a:pt x="10946" y="5360"/>
                </a:lnTo>
                <a:lnTo>
                  <a:pt x="12673" y="5420"/>
                </a:lnTo>
                <a:lnTo>
                  <a:pt x="14421" y="5480"/>
                </a:lnTo>
                <a:lnTo>
                  <a:pt x="16990" y="5121"/>
                </a:lnTo>
                <a:lnTo>
                  <a:pt x="18582" y="4427"/>
                </a:lnTo>
                <a:lnTo>
                  <a:pt x="19858" y="2895"/>
                </a:lnTo>
                <a:lnTo>
                  <a:pt x="21479" y="0"/>
                </a:lnTo>
                <a:close/>
              </a:path>
            </a:pathLst>
          </a:custGeom>
          <a:solidFill>
            <a:srgbClr val="5B19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4" name="contour_12392"/>
          <p:cNvSpPr/>
          <p:nvPr/>
        </p:nvSpPr>
        <p:spPr>
          <a:xfrm>
            <a:off x="4135378" y="6070897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63" y="0"/>
                </a:lnTo>
                <a:lnTo>
                  <a:pt x="8640" y="0"/>
                </a:lnTo>
                <a:lnTo>
                  <a:pt x="9452" y="1393"/>
                </a:lnTo>
                <a:lnTo>
                  <a:pt x="10221" y="2780"/>
                </a:lnTo>
                <a:lnTo>
                  <a:pt x="10951" y="4167"/>
                </a:lnTo>
                <a:lnTo>
                  <a:pt x="11651" y="5558"/>
                </a:lnTo>
                <a:lnTo>
                  <a:pt x="12321" y="6957"/>
                </a:lnTo>
                <a:lnTo>
                  <a:pt x="12960" y="8370"/>
                </a:lnTo>
                <a:lnTo>
                  <a:pt x="13496" y="9547"/>
                </a:lnTo>
                <a:lnTo>
                  <a:pt x="14031" y="10724"/>
                </a:lnTo>
                <a:lnTo>
                  <a:pt x="14576" y="11902"/>
                </a:lnTo>
                <a:lnTo>
                  <a:pt x="15120" y="13079"/>
                </a:lnTo>
                <a:lnTo>
                  <a:pt x="15587" y="14133"/>
                </a:lnTo>
                <a:lnTo>
                  <a:pt x="16066" y="15204"/>
                </a:lnTo>
                <a:lnTo>
                  <a:pt x="16692" y="16252"/>
                </a:lnTo>
                <a:lnTo>
                  <a:pt x="17293" y="17107"/>
                </a:lnTo>
                <a:lnTo>
                  <a:pt x="18135" y="18079"/>
                </a:lnTo>
                <a:lnTo>
                  <a:pt x="19483" y="19475"/>
                </a:lnTo>
                <a:lnTo>
                  <a:pt x="21600" y="21600"/>
                </a:lnTo>
                <a:lnTo>
                  <a:pt x="18926" y="21332"/>
                </a:lnTo>
                <a:lnTo>
                  <a:pt x="16252" y="21064"/>
                </a:lnTo>
                <a:lnTo>
                  <a:pt x="13569" y="20796"/>
                </a:lnTo>
                <a:lnTo>
                  <a:pt x="10882" y="20529"/>
                </a:lnTo>
                <a:lnTo>
                  <a:pt x="8182" y="20259"/>
                </a:lnTo>
                <a:lnTo>
                  <a:pt x="5469" y="19986"/>
                </a:lnTo>
                <a:lnTo>
                  <a:pt x="2743" y="19714"/>
                </a:lnTo>
                <a:lnTo>
                  <a:pt x="0" y="19440"/>
                </a:lnTo>
                <a:lnTo>
                  <a:pt x="328" y="17960"/>
                </a:lnTo>
                <a:lnTo>
                  <a:pt x="657" y="16479"/>
                </a:lnTo>
                <a:lnTo>
                  <a:pt x="989" y="14997"/>
                </a:lnTo>
                <a:lnTo>
                  <a:pt x="1318" y="13513"/>
                </a:lnTo>
                <a:lnTo>
                  <a:pt x="1646" y="12027"/>
                </a:lnTo>
                <a:lnTo>
                  <a:pt x="1979" y="10539"/>
                </a:lnTo>
                <a:lnTo>
                  <a:pt x="2311" y="9046"/>
                </a:lnTo>
                <a:lnTo>
                  <a:pt x="2644" y="7551"/>
                </a:lnTo>
                <a:lnTo>
                  <a:pt x="2976" y="6052"/>
                </a:lnTo>
                <a:lnTo>
                  <a:pt x="3309" y="4547"/>
                </a:lnTo>
                <a:lnTo>
                  <a:pt x="3646" y="3037"/>
                </a:lnTo>
                <a:lnTo>
                  <a:pt x="3983" y="1523"/>
                </a:lnTo>
                <a:lnTo>
                  <a:pt x="4320" y="0"/>
                </a:lnTo>
                <a:close/>
              </a:path>
            </a:pathLst>
          </a:custGeom>
          <a:solidFill>
            <a:srgbClr val="DADB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5" name="contour_12393"/>
          <p:cNvSpPr/>
          <p:nvPr/>
        </p:nvSpPr>
        <p:spPr>
          <a:xfrm>
            <a:off x="4696553" y="6092491"/>
            <a:ext cx="72880" cy="367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9"/>
                </a:moveTo>
                <a:lnTo>
                  <a:pt x="21600" y="2286"/>
                </a:lnTo>
                <a:lnTo>
                  <a:pt x="21600" y="4447"/>
                </a:lnTo>
                <a:lnTo>
                  <a:pt x="20073" y="4447"/>
                </a:lnTo>
                <a:lnTo>
                  <a:pt x="18544" y="4447"/>
                </a:lnTo>
                <a:lnTo>
                  <a:pt x="17010" y="4447"/>
                </a:lnTo>
                <a:lnTo>
                  <a:pt x="15470" y="4447"/>
                </a:lnTo>
                <a:lnTo>
                  <a:pt x="13923" y="4447"/>
                </a:lnTo>
                <a:lnTo>
                  <a:pt x="12368" y="4447"/>
                </a:lnTo>
                <a:lnTo>
                  <a:pt x="10800" y="4447"/>
                </a:lnTo>
                <a:lnTo>
                  <a:pt x="10800" y="7281"/>
                </a:lnTo>
                <a:lnTo>
                  <a:pt x="10800" y="10133"/>
                </a:lnTo>
                <a:lnTo>
                  <a:pt x="10800" y="13023"/>
                </a:lnTo>
                <a:lnTo>
                  <a:pt x="9372" y="13023"/>
                </a:lnTo>
                <a:lnTo>
                  <a:pt x="7936" y="13023"/>
                </a:lnTo>
                <a:lnTo>
                  <a:pt x="6480" y="13023"/>
                </a:lnTo>
                <a:lnTo>
                  <a:pt x="5944" y="15146"/>
                </a:lnTo>
                <a:lnTo>
                  <a:pt x="5409" y="17277"/>
                </a:lnTo>
                <a:lnTo>
                  <a:pt x="4866" y="19426"/>
                </a:lnTo>
                <a:lnTo>
                  <a:pt x="4320" y="21600"/>
                </a:lnTo>
                <a:lnTo>
                  <a:pt x="3709" y="19173"/>
                </a:lnTo>
                <a:lnTo>
                  <a:pt x="3097" y="16746"/>
                </a:lnTo>
                <a:lnTo>
                  <a:pt x="2484" y="14310"/>
                </a:lnTo>
                <a:lnTo>
                  <a:pt x="1868" y="11866"/>
                </a:lnTo>
                <a:lnTo>
                  <a:pt x="1248" y="9408"/>
                </a:lnTo>
                <a:lnTo>
                  <a:pt x="626" y="6938"/>
                </a:lnTo>
                <a:lnTo>
                  <a:pt x="0" y="4447"/>
                </a:lnTo>
                <a:lnTo>
                  <a:pt x="1452" y="3611"/>
                </a:lnTo>
                <a:lnTo>
                  <a:pt x="2890" y="2877"/>
                </a:lnTo>
                <a:lnTo>
                  <a:pt x="4318" y="2243"/>
                </a:lnTo>
                <a:lnTo>
                  <a:pt x="5739" y="1707"/>
                </a:lnTo>
                <a:lnTo>
                  <a:pt x="7154" y="1252"/>
                </a:lnTo>
                <a:lnTo>
                  <a:pt x="8564" y="879"/>
                </a:lnTo>
                <a:lnTo>
                  <a:pt x="9977" y="583"/>
                </a:lnTo>
                <a:lnTo>
                  <a:pt x="11392" y="352"/>
                </a:lnTo>
                <a:lnTo>
                  <a:pt x="12813" y="189"/>
                </a:lnTo>
                <a:lnTo>
                  <a:pt x="14241" y="77"/>
                </a:lnTo>
                <a:lnTo>
                  <a:pt x="15679" y="17"/>
                </a:lnTo>
                <a:lnTo>
                  <a:pt x="17133" y="0"/>
                </a:lnTo>
                <a:lnTo>
                  <a:pt x="18602" y="26"/>
                </a:lnTo>
                <a:lnTo>
                  <a:pt x="20090" y="77"/>
                </a:lnTo>
                <a:lnTo>
                  <a:pt x="21600" y="159"/>
                </a:lnTo>
                <a:close/>
              </a:path>
            </a:pathLst>
          </a:custGeom>
          <a:solidFill>
            <a:srgbClr val="7B6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6" name="contour_12394"/>
          <p:cNvSpPr/>
          <p:nvPr/>
        </p:nvSpPr>
        <p:spPr>
          <a:xfrm>
            <a:off x="848494" y="607089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07" y="644"/>
                </a:lnTo>
                <a:lnTo>
                  <a:pt x="7341" y="1188"/>
                </a:lnTo>
                <a:lnTo>
                  <a:pt x="9847" y="1702"/>
                </a:lnTo>
                <a:lnTo>
                  <a:pt x="11772" y="2238"/>
                </a:lnTo>
                <a:lnTo>
                  <a:pt x="13262" y="2864"/>
                </a:lnTo>
                <a:lnTo>
                  <a:pt x="14466" y="3642"/>
                </a:lnTo>
                <a:lnTo>
                  <a:pt x="15530" y="4631"/>
                </a:lnTo>
                <a:lnTo>
                  <a:pt x="16601" y="5892"/>
                </a:lnTo>
                <a:lnTo>
                  <a:pt x="17826" y="7491"/>
                </a:lnTo>
                <a:lnTo>
                  <a:pt x="18814" y="9655"/>
                </a:lnTo>
                <a:lnTo>
                  <a:pt x="19536" y="11396"/>
                </a:lnTo>
                <a:lnTo>
                  <a:pt x="20347" y="13634"/>
                </a:lnTo>
                <a:lnTo>
                  <a:pt x="21600" y="17280"/>
                </a:lnTo>
                <a:lnTo>
                  <a:pt x="20054" y="18762"/>
                </a:lnTo>
                <a:lnTo>
                  <a:pt x="18894" y="19708"/>
                </a:lnTo>
                <a:lnTo>
                  <a:pt x="17545" y="20516"/>
                </a:lnTo>
                <a:lnTo>
                  <a:pt x="15429" y="21600"/>
                </a:lnTo>
                <a:lnTo>
                  <a:pt x="13454" y="20542"/>
                </a:lnTo>
                <a:lnTo>
                  <a:pt x="12047" y="19721"/>
                </a:lnTo>
                <a:lnTo>
                  <a:pt x="10815" y="18857"/>
                </a:lnTo>
                <a:lnTo>
                  <a:pt x="9371" y="17686"/>
                </a:lnTo>
                <a:lnTo>
                  <a:pt x="7329" y="15932"/>
                </a:lnTo>
                <a:lnTo>
                  <a:pt x="5949" y="14787"/>
                </a:lnTo>
                <a:lnTo>
                  <a:pt x="4564" y="13638"/>
                </a:lnTo>
                <a:lnTo>
                  <a:pt x="3157" y="12472"/>
                </a:lnTo>
                <a:lnTo>
                  <a:pt x="1592" y="10571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9EB9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7" name="contour_12395"/>
          <p:cNvSpPr/>
          <p:nvPr/>
        </p:nvSpPr>
        <p:spPr>
          <a:xfrm>
            <a:off x="2342532" y="6057064"/>
            <a:ext cx="65592" cy="356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45" y="1495"/>
                </a:moveTo>
                <a:lnTo>
                  <a:pt x="20664" y="2721"/>
                </a:lnTo>
                <a:lnTo>
                  <a:pt x="21600" y="3960"/>
                </a:lnTo>
                <a:lnTo>
                  <a:pt x="20371" y="6262"/>
                </a:lnTo>
                <a:lnTo>
                  <a:pt x="19142" y="8498"/>
                </a:lnTo>
                <a:lnTo>
                  <a:pt x="17904" y="10663"/>
                </a:lnTo>
                <a:lnTo>
                  <a:pt x="16644" y="12745"/>
                </a:lnTo>
                <a:lnTo>
                  <a:pt x="15348" y="14738"/>
                </a:lnTo>
                <a:lnTo>
                  <a:pt x="14009" y="16630"/>
                </a:lnTo>
                <a:lnTo>
                  <a:pt x="12610" y="18407"/>
                </a:lnTo>
                <a:lnTo>
                  <a:pt x="11146" y="20070"/>
                </a:lnTo>
                <a:lnTo>
                  <a:pt x="9600" y="21600"/>
                </a:lnTo>
                <a:lnTo>
                  <a:pt x="7901" y="20387"/>
                </a:lnTo>
                <a:lnTo>
                  <a:pt x="6367" y="18923"/>
                </a:lnTo>
                <a:lnTo>
                  <a:pt x="4968" y="17225"/>
                </a:lnTo>
                <a:lnTo>
                  <a:pt x="3665" y="15307"/>
                </a:lnTo>
                <a:lnTo>
                  <a:pt x="2426" y="13181"/>
                </a:lnTo>
                <a:lnTo>
                  <a:pt x="1217" y="10866"/>
                </a:lnTo>
                <a:lnTo>
                  <a:pt x="0" y="8370"/>
                </a:lnTo>
                <a:lnTo>
                  <a:pt x="1618" y="7413"/>
                </a:lnTo>
                <a:lnTo>
                  <a:pt x="3235" y="6469"/>
                </a:lnTo>
                <a:lnTo>
                  <a:pt x="4855" y="5535"/>
                </a:lnTo>
                <a:lnTo>
                  <a:pt x="6478" y="4604"/>
                </a:lnTo>
                <a:lnTo>
                  <a:pt x="8100" y="3682"/>
                </a:lnTo>
                <a:lnTo>
                  <a:pt x="9605" y="2814"/>
                </a:lnTo>
                <a:lnTo>
                  <a:pt x="11119" y="1936"/>
                </a:lnTo>
                <a:lnTo>
                  <a:pt x="12658" y="1045"/>
                </a:lnTo>
                <a:lnTo>
                  <a:pt x="14702" y="335"/>
                </a:lnTo>
                <a:lnTo>
                  <a:pt x="16092" y="0"/>
                </a:lnTo>
                <a:lnTo>
                  <a:pt x="17170" y="66"/>
                </a:lnTo>
                <a:lnTo>
                  <a:pt x="18274" y="560"/>
                </a:lnTo>
                <a:lnTo>
                  <a:pt x="19745" y="1495"/>
                </a:lnTo>
                <a:close/>
              </a:path>
            </a:pathLst>
          </a:custGeom>
          <a:solidFill>
            <a:srgbClr val="E1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8" name="contour_12396"/>
          <p:cNvSpPr/>
          <p:nvPr/>
        </p:nvSpPr>
        <p:spPr>
          <a:xfrm>
            <a:off x="5192137" y="6048581"/>
            <a:ext cx="36440" cy="514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8" y="0"/>
                </a:moveTo>
                <a:lnTo>
                  <a:pt x="17440" y="61"/>
                </a:lnTo>
                <a:lnTo>
                  <a:pt x="19509" y="125"/>
                </a:lnTo>
                <a:lnTo>
                  <a:pt x="21600" y="190"/>
                </a:lnTo>
                <a:lnTo>
                  <a:pt x="21600" y="2208"/>
                </a:lnTo>
                <a:lnTo>
                  <a:pt x="21600" y="4230"/>
                </a:lnTo>
                <a:lnTo>
                  <a:pt x="21600" y="6261"/>
                </a:lnTo>
                <a:lnTo>
                  <a:pt x="21600" y="8301"/>
                </a:lnTo>
                <a:lnTo>
                  <a:pt x="21600" y="10353"/>
                </a:lnTo>
                <a:lnTo>
                  <a:pt x="21600" y="12424"/>
                </a:lnTo>
                <a:lnTo>
                  <a:pt x="20369" y="12342"/>
                </a:lnTo>
                <a:lnTo>
                  <a:pt x="18200" y="12192"/>
                </a:lnTo>
                <a:lnTo>
                  <a:pt x="13228" y="11849"/>
                </a:lnTo>
                <a:lnTo>
                  <a:pt x="9716" y="11846"/>
                </a:lnTo>
                <a:lnTo>
                  <a:pt x="7409" y="11996"/>
                </a:lnTo>
                <a:lnTo>
                  <a:pt x="4320" y="12424"/>
                </a:lnTo>
                <a:lnTo>
                  <a:pt x="2735" y="14700"/>
                </a:lnTo>
                <a:lnTo>
                  <a:pt x="1711" y="16312"/>
                </a:lnTo>
                <a:lnTo>
                  <a:pt x="1058" y="17706"/>
                </a:lnTo>
                <a:lnTo>
                  <a:pt x="557" y="19321"/>
                </a:lnTo>
                <a:lnTo>
                  <a:pt x="0" y="21600"/>
                </a:lnTo>
                <a:lnTo>
                  <a:pt x="367" y="19802"/>
                </a:lnTo>
                <a:lnTo>
                  <a:pt x="743" y="18006"/>
                </a:lnTo>
                <a:lnTo>
                  <a:pt x="1119" y="16208"/>
                </a:lnTo>
                <a:lnTo>
                  <a:pt x="1503" y="14412"/>
                </a:lnTo>
                <a:lnTo>
                  <a:pt x="1892" y="12614"/>
                </a:lnTo>
                <a:lnTo>
                  <a:pt x="2242" y="10947"/>
                </a:lnTo>
                <a:lnTo>
                  <a:pt x="2592" y="9265"/>
                </a:lnTo>
                <a:lnTo>
                  <a:pt x="2951" y="7561"/>
                </a:lnTo>
                <a:lnTo>
                  <a:pt x="3927" y="4894"/>
                </a:lnTo>
                <a:lnTo>
                  <a:pt x="5054" y="2936"/>
                </a:lnTo>
                <a:lnTo>
                  <a:pt x="6545" y="1578"/>
                </a:lnTo>
                <a:lnTo>
                  <a:pt x="8623" y="713"/>
                </a:lnTo>
                <a:lnTo>
                  <a:pt x="11500" y="220"/>
                </a:lnTo>
                <a:lnTo>
                  <a:pt x="15388" y="0"/>
                </a:lnTo>
                <a:close/>
              </a:path>
            </a:pathLst>
          </a:custGeom>
          <a:solidFill>
            <a:srgbClr val="C454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399" name="contour_12397"/>
          <p:cNvSpPr/>
          <p:nvPr/>
        </p:nvSpPr>
        <p:spPr>
          <a:xfrm>
            <a:off x="10126224" y="6063609"/>
            <a:ext cx="29035" cy="517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35" y="0"/>
                </a:moveTo>
                <a:lnTo>
                  <a:pt x="8436" y="574"/>
                </a:lnTo>
                <a:lnTo>
                  <a:pt x="10599" y="1085"/>
                </a:lnTo>
                <a:lnTo>
                  <a:pt x="12839" y="1811"/>
                </a:lnTo>
                <a:lnTo>
                  <a:pt x="16178" y="3039"/>
                </a:lnTo>
                <a:lnTo>
                  <a:pt x="17284" y="5170"/>
                </a:lnTo>
                <a:lnTo>
                  <a:pt x="18011" y="6720"/>
                </a:lnTo>
                <a:lnTo>
                  <a:pt x="18526" y="8136"/>
                </a:lnTo>
                <a:lnTo>
                  <a:pt x="18992" y="9862"/>
                </a:lnTo>
                <a:lnTo>
                  <a:pt x="19567" y="12345"/>
                </a:lnTo>
                <a:lnTo>
                  <a:pt x="19973" y="14014"/>
                </a:lnTo>
                <a:lnTo>
                  <a:pt x="20386" y="15692"/>
                </a:lnTo>
                <a:lnTo>
                  <a:pt x="20798" y="17394"/>
                </a:lnTo>
                <a:lnTo>
                  <a:pt x="21199" y="19321"/>
                </a:lnTo>
                <a:lnTo>
                  <a:pt x="21600" y="21275"/>
                </a:lnTo>
                <a:lnTo>
                  <a:pt x="17691" y="21491"/>
                </a:lnTo>
                <a:lnTo>
                  <a:pt x="14888" y="21600"/>
                </a:lnTo>
                <a:lnTo>
                  <a:pt x="12416" y="21600"/>
                </a:lnTo>
                <a:lnTo>
                  <a:pt x="9493" y="21491"/>
                </a:lnTo>
                <a:lnTo>
                  <a:pt x="5335" y="21275"/>
                </a:lnTo>
                <a:lnTo>
                  <a:pt x="3605" y="19412"/>
                </a:lnTo>
                <a:lnTo>
                  <a:pt x="2602" y="18041"/>
                </a:lnTo>
                <a:lnTo>
                  <a:pt x="1952" y="16482"/>
                </a:lnTo>
                <a:lnTo>
                  <a:pt x="1269" y="14057"/>
                </a:lnTo>
                <a:lnTo>
                  <a:pt x="640" y="12042"/>
                </a:lnTo>
                <a:lnTo>
                  <a:pt x="0" y="9996"/>
                </a:lnTo>
                <a:lnTo>
                  <a:pt x="141" y="7662"/>
                </a:lnTo>
                <a:lnTo>
                  <a:pt x="699" y="5668"/>
                </a:lnTo>
                <a:lnTo>
                  <a:pt x="1719" y="3842"/>
                </a:lnTo>
                <a:lnTo>
                  <a:pt x="3253" y="2009"/>
                </a:lnTo>
                <a:lnTo>
                  <a:pt x="5335" y="0"/>
                </a:lnTo>
                <a:close/>
              </a:path>
            </a:pathLst>
          </a:custGeom>
          <a:solidFill>
            <a:srgbClr val="F8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0" name="contour_12398"/>
          <p:cNvSpPr/>
          <p:nvPr/>
        </p:nvSpPr>
        <p:spPr>
          <a:xfrm>
            <a:off x="4179106" y="6063609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CCAB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1" name="contour_12399"/>
          <p:cNvSpPr/>
          <p:nvPr/>
        </p:nvSpPr>
        <p:spPr>
          <a:xfrm>
            <a:off x="10168414" y="6019881"/>
            <a:ext cx="3057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02" y="0"/>
                </a:moveTo>
                <a:lnTo>
                  <a:pt x="14721" y="613"/>
                </a:lnTo>
                <a:lnTo>
                  <a:pt x="16935" y="1096"/>
                </a:lnTo>
                <a:lnTo>
                  <a:pt x="18907" y="1709"/>
                </a:lnTo>
                <a:lnTo>
                  <a:pt x="21600" y="2700"/>
                </a:lnTo>
                <a:lnTo>
                  <a:pt x="20720" y="4290"/>
                </a:lnTo>
                <a:lnTo>
                  <a:pt x="19829" y="5878"/>
                </a:lnTo>
                <a:lnTo>
                  <a:pt x="18928" y="7465"/>
                </a:lnTo>
                <a:lnTo>
                  <a:pt x="18016" y="9050"/>
                </a:lnTo>
                <a:lnTo>
                  <a:pt x="17095" y="10633"/>
                </a:lnTo>
                <a:lnTo>
                  <a:pt x="16261" y="12107"/>
                </a:lnTo>
                <a:lnTo>
                  <a:pt x="15416" y="13589"/>
                </a:lnTo>
                <a:lnTo>
                  <a:pt x="14561" y="15093"/>
                </a:lnTo>
                <a:lnTo>
                  <a:pt x="12589" y="17323"/>
                </a:lnTo>
                <a:lnTo>
                  <a:pt x="11019" y="18657"/>
                </a:lnTo>
                <a:lnTo>
                  <a:pt x="9026" y="19626"/>
                </a:lnTo>
                <a:lnTo>
                  <a:pt x="5793" y="20766"/>
                </a:lnTo>
                <a:lnTo>
                  <a:pt x="3414" y="21179"/>
                </a:lnTo>
                <a:lnTo>
                  <a:pt x="1004" y="21600"/>
                </a:lnTo>
                <a:lnTo>
                  <a:pt x="844" y="20047"/>
                </a:lnTo>
                <a:lnTo>
                  <a:pt x="705" y="18495"/>
                </a:lnTo>
                <a:lnTo>
                  <a:pt x="577" y="16942"/>
                </a:lnTo>
                <a:lnTo>
                  <a:pt x="463" y="15390"/>
                </a:lnTo>
                <a:lnTo>
                  <a:pt x="360" y="13838"/>
                </a:lnTo>
                <a:lnTo>
                  <a:pt x="242" y="12396"/>
                </a:lnTo>
                <a:lnTo>
                  <a:pt x="124" y="10943"/>
                </a:lnTo>
                <a:lnTo>
                  <a:pt x="0" y="9472"/>
                </a:lnTo>
                <a:lnTo>
                  <a:pt x="525" y="7457"/>
                </a:lnTo>
                <a:lnTo>
                  <a:pt x="1076" y="6062"/>
                </a:lnTo>
                <a:lnTo>
                  <a:pt x="1921" y="4928"/>
                </a:lnTo>
                <a:lnTo>
                  <a:pt x="3326" y="3694"/>
                </a:lnTo>
                <a:lnTo>
                  <a:pt x="5551" y="2003"/>
                </a:lnTo>
                <a:lnTo>
                  <a:pt x="8403" y="1010"/>
                </a:lnTo>
                <a:lnTo>
                  <a:pt x="11302" y="0"/>
                </a:lnTo>
                <a:close/>
              </a:path>
            </a:pathLst>
          </a:custGeom>
          <a:solidFill>
            <a:srgbClr val="7061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2" name="contour_12400"/>
          <p:cNvSpPr/>
          <p:nvPr/>
        </p:nvSpPr>
        <p:spPr>
          <a:xfrm>
            <a:off x="10840330" y="6034457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252" y="112"/>
                </a:lnTo>
                <a:lnTo>
                  <a:pt x="9077" y="341"/>
                </a:lnTo>
                <a:lnTo>
                  <a:pt x="10886" y="683"/>
                </a:lnTo>
                <a:lnTo>
                  <a:pt x="12679" y="1119"/>
                </a:lnTo>
                <a:lnTo>
                  <a:pt x="14464" y="1637"/>
                </a:lnTo>
                <a:lnTo>
                  <a:pt x="16243" y="2229"/>
                </a:lnTo>
                <a:lnTo>
                  <a:pt x="18022" y="2881"/>
                </a:lnTo>
                <a:lnTo>
                  <a:pt x="19807" y="3581"/>
                </a:lnTo>
                <a:lnTo>
                  <a:pt x="21600" y="4320"/>
                </a:lnTo>
                <a:lnTo>
                  <a:pt x="21155" y="7171"/>
                </a:lnTo>
                <a:lnTo>
                  <a:pt x="20709" y="10027"/>
                </a:lnTo>
                <a:lnTo>
                  <a:pt x="20261" y="12895"/>
                </a:lnTo>
                <a:lnTo>
                  <a:pt x="19810" y="15777"/>
                </a:lnTo>
                <a:lnTo>
                  <a:pt x="19356" y="18675"/>
                </a:lnTo>
                <a:lnTo>
                  <a:pt x="18900" y="21600"/>
                </a:lnTo>
                <a:lnTo>
                  <a:pt x="18900" y="18744"/>
                </a:lnTo>
                <a:lnTo>
                  <a:pt x="18900" y="15872"/>
                </a:lnTo>
                <a:lnTo>
                  <a:pt x="18900" y="12960"/>
                </a:lnTo>
                <a:lnTo>
                  <a:pt x="17029" y="12960"/>
                </a:lnTo>
                <a:lnTo>
                  <a:pt x="15155" y="12960"/>
                </a:lnTo>
                <a:lnTo>
                  <a:pt x="13281" y="12960"/>
                </a:lnTo>
                <a:lnTo>
                  <a:pt x="11405" y="12960"/>
                </a:lnTo>
                <a:lnTo>
                  <a:pt x="9520" y="12960"/>
                </a:lnTo>
                <a:lnTo>
                  <a:pt x="7633" y="12960"/>
                </a:lnTo>
                <a:lnTo>
                  <a:pt x="5738" y="12960"/>
                </a:lnTo>
                <a:lnTo>
                  <a:pt x="3834" y="12960"/>
                </a:lnTo>
                <a:lnTo>
                  <a:pt x="1922" y="12960"/>
                </a:lnTo>
                <a:lnTo>
                  <a:pt x="0" y="12960"/>
                </a:lnTo>
                <a:lnTo>
                  <a:pt x="729" y="10087"/>
                </a:lnTo>
                <a:lnTo>
                  <a:pt x="1326" y="7983"/>
                </a:lnTo>
                <a:lnTo>
                  <a:pt x="1941" y="6277"/>
                </a:lnTo>
                <a:lnTo>
                  <a:pt x="2724" y="4622"/>
                </a:lnTo>
                <a:lnTo>
                  <a:pt x="3829" y="2648"/>
                </a:lnTo>
                <a:lnTo>
                  <a:pt x="5400" y="0"/>
                </a:lnTo>
                <a:close/>
              </a:path>
            </a:pathLst>
          </a:custGeom>
          <a:solidFill>
            <a:srgbClr val="F9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3" name="contour_12401"/>
          <p:cNvSpPr/>
          <p:nvPr/>
        </p:nvSpPr>
        <p:spPr>
          <a:xfrm>
            <a:off x="914086" y="5961577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83" y="0"/>
                </a:lnTo>
                <a:lnTo>
                  <a:pt x="12960" y="0"/>
                </a:lnTo>
                <a:lnTo>
                  <a:pt x="13902" y="1498"/>
                </a:lnTo>
                <a:lnTo>
                  <a:pt x="14502" y="2722"/>
                </a:lnTo>
                <a:lnTo>
                  <a:pt x="15271" y="4726"/>
                </a:lnTo>
                <a:lnTo>
                  <a:pt x="15556" y="5460"/>
                </a:lnTo>
                <a:lnTo>
                  <a:pt x="16412" y="7678"/>
                </a:lnTo>
                <a:lnTo>
                  <a:pt x="16978" y="9228"/>
                </a:lnTo>
                <a:lnTo>
                  <a:pt x="17548" y="10800"/>
                </a:lnTo>
                <a:lnTo>
                  <a:pt x="18140" y="12350"/>
                </a:lnTo>
                <a:lnTo>
                  <a:pt x="18740" y="13922"/>
                </a:lnTo>
                <a:lnTo>
                  <a:pt x="19319" y="15456"/>
                </a:lnTo>
                <a:lnTo>
                  <a:pt x="19894" y="16992"/>
                </a:lnTo>
                <a:lnTo>
                  <a:pt x="20468" y="18528"/>
                </a:lnTo>
                <a:lnTo>
                  <a:pt x="21034" y="2006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70" y="20057"/>
                </a:lnTo>
                <a:lnTo>
                  <a:pt x="1145" y="18514"/>
                </a:lnTo>
                <a:lnTo>
                  <a:pt x="1719" y="16970"/>
                </a:lnTo>
                <a:lnTo>
                  <a:pt x="2298" y="15427"/>
                </a:lnTo>
                <a:lnTo>
                  <a:pt x="2881" y="13884"/>
                </a:lnTo>
                <a:lnTo>
                  <a:pt x="3465" y="12341"/>
                </a:lnTo>
                <a:lnTo>
                  <a:pt x="4052" y="10800"/>
                </a:lnTo>
                <a:lnTo>
                  <a:pt x="4618" y="9250"/>
                </a:lnTo>
                <a:lnTo>
                  <a:pt x="5188" y="7678"/>
                </a:lnTo>
                <a:lnTo>
                  <a:pt x="5754" y="6211"/>
                </a:lnTo>
                <a:lnTo>
                  <a:pt x="6329" y="4726"/>
                </a:lnTo>
                <a:lnTo>
                  <a:pt x="6839" y="3365"/>
                </a:lnTo>
                <a:lnTo>
                  <a:pt x="7357" y="1982"/>
                </a:lnTo>
                <a:lnTo>
                  <a:pt x="7992" y="998"/>
                </a:lnTo>
                <a:lnTo>
                  <a:pt x="8640" y="0"/>
                </a:lnTo>
                <a:close/>
              </a:path>
            </a:pathLst>
          </a:custGeom>
          <a:solidFill>
            <a:srgbClr val="9CA0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4" name="contour_12402"/>
          <p:cNvSpPr/>
          <p:nvPr/>
        </p:nvSpPr>
        <p:spPr>
          <a:xfrm>
            <a:off x="10700597" y="5961577"/>
            <a:ext cx="3076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20" y="0"/>
                </a:moveTo>
                <a:lnTo>
                  <a:pt x="12957" y="1966"/>
                </a:lnTo>
                <a:lnTo>
                  <a:pt x="14666" y="3863"/>
                </a:lnTo>
                <a:lnTo>
                  <a:pt x="16227" y="5715"/>
                </a:lnTo>
                <a:lnTo>
                  <a:pt x="17629" y="7541"/>
                </a:lnTo>
                <a:lnTo>
                  <a:pt x="18847" y="9368"/>
                </a:lnTo>
                <a:lnTo>
                  <a:pt x="19870" y="11220"/>
                </a:lnTo>
                <a:lnTo>
                  <a:pt x="20674" y="13114"/>
                </a:lnTo>
                <a:lnTo>
                  <a:pt x="21242" y="15077"/>
                </a:lnTo>
                <a:lnTo>
                  <a:pt x="21554" y="17129"/>
                </a:lnTo>
                <a:lnTo>
                  <a:pt x="21600" y="19295"/>
                </a:lnTo>
                <a:lnTo>
                  <a:pt x="21354" y="21600"/>
                </a:lnTo>
                <a:lnTo>
                  <a:pt x="17977" y="21600"/>
                </a:lnTo>
                <a:lnTo>
                  <a:pt x="14594" y="21600"/>
                </a:lnTo>
                <a:lnTo>
                  <a:pt x="11197" y="21600"/>
                </a:lnTo>
                <a:lnTo>
                  <a:pt x="7783" y="21600"/>
                </a:lnTo>
                <a:lnTo>
                  <a:pt x="4350" y="21600"/>
                </a:lnTo>
                <a:lnTo>
                  <a:pt x="885" y="21600"/>
                </a:lnTo>
                <a:lnTo>
                  <a:pt x="414" y="17382"/>
                </a:lnTo>
                <a:lnTo>
                  <a:pt x="107" y="14049"/>
                </a:lnTo>
                <a:lnTo>
                  <a:pt x="0" y="11445"/>
                </a:lnTo>
                <a:lnTo>
                  <a:pt x="138" y="9408"/>
                </a:lnTo>
                <a:lnTo>
                  <a:pt x="568" y="7779"/>
                </a:lnTo>
                <a:lnTo>
                  <a:pt x="1325" y="6394"/>
                </a:lnTo>
                <a:lnTo>
                  <a:pt x="2456" y="5098"/>
                </a:lnTo>
                <a:lnTo>
                  <a:pt x="4002" y="3728"/>
                </a:lnTo>
                <a:lnTo>
                  <a:pt x="6003" y="2123"/>
                </a:lnTo>
                <a:lnTo>
                  <a:pt x="8541" y="1071"/>
                </a:lnTo>
                <a:lnTo>
                  <a:pt x="11120" y="0"/>
                </a:lnTo>
                <a:close/>
              </a:path>
            </a:pathLst>
          </a:custGeom>
          <a:solidFill>
            <a:srgbClr val="E6CB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5" name="contour_12403"/>
          <p:cNvSpPr/>
          <p:nvPr/>
        </p:nvSpPr>
        <p:spPr>
          <a:xfrm>
            <a:off x="1723053" y="5954289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786" y="0"/>
                </a:lnTo>
                <a:lnTo>
                  <a:pt x="21600" y="0"/>
                </a:lnTo>
                <a:lnTo>
                  <a:pt x="21348" y="1620"/>
                </a:lnTo>
                <a:lnTo>
                  <a:pt x="21085" y="3242"/>
                </a:lnTo>
                <a:lnTo>
                  <a:pt x="20815" y="4862"/>
                </a:lnTo>
                <a:lnTo>
                  <a:pt x="20534" y="6480"/>
                </a:lnTo>
                <a:lnTo>
                  <a:pt x="20250" y="8100"/>
                </a:lnTo>
                <a:lnTo>
                  <a:pt x="19998" y="9605"/>
                </a:lnTo>
                <a:lnTo>
                  <a:pt x="19746" y="11119"/>
                </a:lnTo>
                <a:lnTo>
                  <a:pt x="19490" y="12655"/>
                </a:lnTo>
                <a:lnTo>
                  <a:pt x="18796" y="14431"/>
                </a:lnTo>
                <a:lnTo>
                  <a:pt x="18047" y="15936"/>
                </a:lnTo>
                <a:lnTo>
                  <a:pt x="17168" y="17232"/>
                </a:lnTo>
                <a:lnTo>
                  <a:pt x="16081" y="18384"/>
                </a:lnTo>
                <a:lnTo>
                  <a:pt x="14710" y="19452"/>
                </a:lnTo>
                <a:lnTo>
                  <a:pt x="12974" y="20503"/>
                </a:lnTo>
                <a:lnTo>
                  <a:pt x="10800" y="21600"/>
                </a:lnTo>
                <a:lnTo>
                  <a:pt x="7906" y="21149"/>
                </a:lnTo>
                <a:lnTo>
                  <a:pt x="5897" y="20798"/>
                </a:lnTo>
                <a:lnTo>
                  <a:pt x="4255" y="20434"/>
                </a:lnTo>
                <a:lnTo>
                  <a:pt x="2462" y="19939"/>
                </a:lnTo>
                <a:lnTo>
                  <a:pt x="0" y="19200"/>
                </a:lnTo>
                <a:lnTo>
                  <a:pt x="1634" y="18259"/>
                </a:lnTo>
                <a:lnTo>
                  <a:pt x="3280" y="17309"/>
                </a:lnTo>
                <a:lnTo>
                  <a:pt x="4950" y="16349"/>
                </a:lnTo>
                <a:lnTo>
                  <a:pt x="6718" y="15110"/>
                </a:lnTo>
                <a:lnTo>
                  <a:pt x="8284" y="13848"/>
                </a:lnTo>
                <a:lnTo>
                  <a:pt x="9673" y="12559"/>
                </a:lnTo>
                <a:lnTo>
                  <a:pt x="10908" y="11237"/>
                </a:lnTo>
                <a:lnTo>
                  <a:pt x="12013" y="9878"/>
                </a:lnTo>
                <a:lnTo>
                  <a:pt x="13014" y="8479"/>
                </a:lnTo>
                <a:lnTo>
                  <a:pt x="13932" y="7032"/>
                </a:lnTo>
                <a:lnTo>
                  <a:pt x="14796" y="5534"/>
                </a:lnTo>
                <a:lnTo>
                  <a:pt x="15628" y="3984"/>
                </a:lnTo>
                <a:lnTo>
                  <a:pt x="16452" y="2371"/>
                </a:lnTo>
                <a:lnTo>
                  <a:pt x="17222" y="1195"/>
                </a:lnTo>
                <a:lnTo>
                  <a:pt x="18000" y="0"/>
                </a:lnTo>
                <a:close/>
              </a:path>
            </a:pathLst>
          </a:custGeom>
          <a:solidFill>
            <a:srgbClr val="7869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6" name="contour_12404"/>
          <p:cNvSpPr/>
          <p:nvPr/>
        </p:nvSpPr>
        <p:spPr>
          <a:xfrm>
            <a:off x="4703841" y="5970796"/>
            <a:ext cx="58304" cy="417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68"/>
                </a:moveTo>
                <a:lnTo>
                  <a:pt x="21060" y="3081"/>
                </a:lnTo>
                <a:lnTo>
                  <a:pt x="19427" y="4019"/>
                </a:lnTo>
                <a:lnTo>
                  <a:pt x="17431" y="5322"/>
                </a:lnTo>
                <a:lnTo>
                  <a:pt x="15633" y="6629"/>
                </a:lnTo>
                <a:lnTo>
                  <a:pt x="14005" y="7970"/>
                </a:lnTo>
                <a:lnTo>
                  <a:pt x="12525" y="9390"/>
                </a:lnTo>
                <a:lnTo>
                  <a:pt x="11167" y="10922"/>
                </a:lnTo>
                <a:lnTo>
                  <a:pt x="9912" y="12610"/>
                </a:lnTo>
                <a:lnTo>
                  <a:pt x="8729" y="14482"/>
                </a:lnTo>
                <a:lnTo>
                  <a:pt x="7601" y="16579"/>
                </a:lnTo>
                <a:lnTo>
                  <a:pt x="6499" y="18937"/>
                </a:lnTo>
                <a:lnTo>
                  <a:pt x="5400" y="21600"/>
                </a:lnTo>
                <a:lnTo>
                  <a:pt x="4636" y="19468"/>
                </a:lnTo>
                <a:lnTo>
                  <a:pt x="3872" y="17336"/>
                </a:lnTo>
                <a:lnTo>
                  <a:pt x="3105" y="15197"/>
                </a:lnTo>
                <a:lnTo>
                  <a:pt x="2336" y="13050"/>
                </a:lnTo>
                <a:lnTo>
                  <a:pt x="1561" y="10892"/>
                </a:lnTo>
                <a:lnTo>
                  <a:pt x="783" y="8723"/>
                </a:lnTo>
                <a:lnTo>
                  <a:pt x="0" y="6535"/>
                </a:lnTo>
                <a:lnTo>
                  <a:pt x="2033" y="4855"/>
                </a:lnTo>
                <a:lnTo>
                  <a:pt x="3904" y="3427"/>
                </a:lnTo>
                <a:lnTo>
                  <a:pt x="5643" y="2245"/>
                </a:lnTo>
                <a:lnTo>
                  <a:pt x="7293" y="1311"/>
                </a:lnTo>
                <a:lnTo>
                  <a:pt x="8888" y="625"/>
                </a:lnTo>
                <a:lnTo>
                  <a:pt x="10462" y="188"/>
                </a:lnTo>
                <a:lnTo>
                  <a:pt x="12058" y="0"/>
                </a:lnTo>
                <a:lnTo>
                  <a:pt x="13708" y="56"/>
                </a:lnTo>
                <a:lnTo>
                  <a:pt x="15452" y="365"/>
                </a:lnTo>
                <a:lnTo>
                  <a:pt x="17323" y="919"/>
                </a:lnTo>
                <a:lnTo>
                  <a:pt x="19362" y="1721"/>
                </a:lnTo>
                <a:lnTo>
                  <a:pt x="21600" y="2768"/>
                </a:lnTo>
                <a:close/>
              </a:path>
            </a:pathLst>
          </a:custGeom>
          <a:solidFill>
            <a:srgbClr val="E6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7" name="contour_12405"/>
          <p:cNvSpPr/>
          <p:nvPr/>
        </p:nvSpPr>
        <p:spPr>
          <a:xfrm>
            <a:off x="7167182" y="591056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6745" y="1435"/>
                </a:lnTo>
                <a:lnTo>
                  <a:pt x="7329" y="2894"/>
                </a:lnTo>
                <a:lnTo>
                  <a:pt x="8794" y="5233"/>
                </a:lnTo>
                <a:lnTo>
                  <a:pt x="10053" y="6310"/>
                </a:lnTo>
                <a:lnTo>
                  <a:pt x="12185" y="7051"/>
                </a:lnTo>
                <a:lnTo>
                  <a:pt x="13886" y="7369"/>
                </a:lnTo>
                <a:lnTo>
                  <a:pt x="15589" y="7665"/>
                </a:lnTo>
                <a:lnTo>
                  <a:pt x="17299" y="7943"/>
                </a:lnTo>
                <a:lnTo>
                  <a:pt x="19008" y="8196"/>
                </a:lnTo>
                <a:lnTo>
                  <a:pt x="20295" y="8723"/>
                </a:lnTo>
                <a:lnTo>
                  <a:pt x="21600" y="9257"/>
                </a:lnTo>
                <a:lnTo>
                  <a:pt x="21600" y="11297"/>
                </a:lnTo>
                <a:lnTo>
                  <a:pt x="21600" y="13349"/>
                </a:lnTo>
                <a:lnTo>
                  <a:pt x="21600" y="15429"/>
                </a:lnTo>
                <a:lnTo>
                  <a:pt x="19980" y="15321"/>
                </a:lnTo>
                <a:lnTo>
                  <a:pt x="18332" y="15213"/>
                </a:lnTo>
                <a:lnTo>
                  <a:pt x="16222" y="15129"/>
                </a:lnTo>
                <a:lnTo>
                  <a:pt x="14077" y="15043"/>
                </a:lnTo>
                <a:lnTo>
                  <a:pt x="13025" y="14987"/>
                </a:lnTo>
                <a:lnTo>
                  <a:pt x="9847" y="14827"/>
                </a:lnTo>
                <a:lnTo>
                  <a:pt x="8023" y="15126"/>
                </a:lnTo>
                <a:lnTo>
                  <a:pt x="6171" y="15429"/>
                </a:lnTo>
                <a:lnTo>
                  <a:pt x="5406" y="16956"/>
                </a:lnTo>
                <a:lnTo>
                  <a:pt x="4641" y="18490"/>
                </a:lnTo>
                <a:lnTo>
                  <a:pt x="3866" y="20036"/>
                </a:lnTo>
                <a:lnTo>
                  <a:pt x="3086" y="21600"/>
                </a:lnTo>
                <a:lnTo>
                  <a:pt x="2780" y="19462"/>
                </a:lnTo>
                <a:lnTo>
                  <a:pt x="2475" y="17320"/>
                </a:lnTo>
                <a:lnTo>
                  <a:pt x="2169" y="15179"/>
                </a:lnTo>
                <a:lnTo>
                  <a:pt x="1861" y="13034"/>
                </a:lnTo>
                <a:lnTo>
                  <a:pt x="1555" y="10880"/>
                </a:lnTo>
                <a:lnTo>
                  <a:pt x="1247" y="8723"/>
                </a:lnTo>
                <a:lnTo>
                  <a:pt x="938" y="6557"/>
                </a:lnTo>
                <a:lnTo>
                  <a:pt x="626" y="4382"/>
                </a:lnTo>
                <a:lnTo>
                  <a:pt x="315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170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8" name="contour_12406"/>
          <p:cNvSpPr/>
          <p:nvPr/>
        </p:nvSpPr>
        <p:spPr>
          <a:xfrm>
            <a:off x="768326" y="5910561"/>
            <a:ext cx="5167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0" y="842"/>
                </a:lnTo>
                <a:lnTo>
                  <a:pt x="3619" y="1685"/>
                </a:lnTo>
                <a:lnTo>
                  <a:pt x="5429" y="2531"/>
                </a:lnTo>
                <a:lnTo>
                  <a:pt x="7236" y="3377"/>
                </a:lnTo>
                <a:lnTo>
                  <a:pt x="7833" y="3658"/>
                </a:lnTo>
                <a:lnTo>
                  <a:pt x="8890" y="4147"/>
                </a:lnTo>
                <a:lnTo>
                  <a:pt x="11306" y="5274"/>
                </a:lnTo>
                <a:lnTo>
                  <a:pt x="13256" y="6228"/>
                </a:lnTo>
                <a:lnTo>
                  <a:pt x="15233" y="7200"/>
                </a:lnTo>
                <a:lnTo>
                  <a:pt x="16981" y="8039"/>
                </a:lnTo>
                <a:lnTo>
                  <a:pt x="18755" y="8888"/>
                </a:lnTo>
                <a:lnTo>
                  <a:pt x="20031" y="9835"/>
                </a:lnTo>
                <a:lnTo>
                  <a:pt x="21326" y="10800"/>
                </a:lnTo>
                <a:lnTo>
                  <a:pt x="21509" y="13586"/>
                </a:lnTo>
                <a:lnTo>
                  <a:pt x="21600" y="15541"/>
                </a:lnTo>
                <a:lnTo>
                  <a:pt x="21600" y="17183"/>
                </a:lnTo>
                <a:lnTo>
                  <a:pt x="21509" y="19030"/>
                </a:lnTo>
                <a:lnTo>
                  <a:pt x="21326" y="21600"/>
                </a:lnTo>
                <a:lnTo>
                  <a:pt x="19419" y="21287"/>
                </a:lnTo>
                <a:lnTo>
                  <a:pt x="17515" y="20952"/>
                </a:lnTo>
                <a:lnTo>
                  <a:pt x="15610" y="20606"/>
                </a:lnTo>
                <a:lnTo>
                  <a:pt x="13709" y="20250"/>
                </a:lnTo>
                <a:lnTo>
                  <a:pt x="11583" y="19872"/>
                </a:lnTo>
                <a:lnTo>
                  <a:pt x="9426" y="19490"/>
                </a:lnTo>
                <a:lnTo>
                  <a:pt x="7772" y="18749"/>
                </a:lnTo>
                <a:lnTo>
                  <a:pt x="6093" y="18000"/>
                </a:lnTo>
                <a:lnTo>
                  <a:pt x="6093" y="15620"/>
                </a:lnTo>
                <a:lnTo>
                  <a:pt x="6093" y="13226"/>
                </a:lnTo>
                <a:lnTo>
                  <a:pt x="6093" y="10800"/>
                </a:lnTo>
                <a:lnTo>
                  <a:pt x="4582" y="9907"/>
                </a:lnTo>
                <a:lnTo>
                  <a:pt x="3047" y="9000"/>
                </a:lnTo>
                <a:lnTo>
                  <a:pt x="1535" y="8107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6F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09" name="contour_12407"/>
          <p:cNvSpPr/>
          <p:nvPr/>
        </p:nvSpPr>
        <p:spPr>
          <a:xfrm>
            <a:off x="4403722" y="5910117"/>
            <a:ext cx="52328" cy="36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0"/>
                </a:moveTo>
                <a:lnTo>
                  <a:pt x="21600" y="2795"/>
                </a:lnTo>
                <a:lnTo>
                  <a:pt x="21600" y="5339"/>
                </a:lnTo>
                <a:lnTo>
                  <a:pt x="21600" y="7891"/>
                </a:lnTo>
                <a:lnTo>
                  <a:pt x="21600" y="10465"/>
                </a:lnTo>
                <a:lnTo>
                  <a:pt x="21600" y="13064"/>
                </a:lnTo>
                <a:lnTo>
                  <a:pt x="19693" y="12915"/>
                </a:lnTo>
                <a:lnTo>
                  <a:pt x="17758" y="12765"/>
                </a:lnTo>
                <a:lnTo>
                  <a:pt x="16107" y="12689"/>
                </a:lnTo>
                <a:lnTo>
                  <a:pt x="14446" y="12612"/>
                </a:lnTo>
                <a:lnTo>
                  <a:pt x="12761" y="12531"/>
                </a:lnTo>
                <a:lnTo>
                  <a:pt x="11119" y="12432"/>
                </a:lnTo>
                <a:lnTo>
                  <a:pt x="9467" y="12334"/>
                </a:lnTo>
                <a:lnTo>
                  <a:pt x="7792" y="12232"/>
                </a:lnTo>
                <a:lnTo>
                  <a:pt x="6736" y="12437"/>
                </a:lnTo>
                <a:lnTo>
                  <a:pt x="3550" y="13064"/>
                </a:lnTo>
                <a:lnTo>
                  <a:pt x="2334" y="15616"/>
                </a:lnTo>
                <a:lnTo>
                  <a:pt x="1615" y="17358"/>
                </a:lnTo>
                <a:lnTo>
                  <a:pt x="1110" y="19086"/>
                </a:lnTo>
                <a:lnTo>
                  <a:pt x="542" y="21600"/>
                </a:lnTo>
                <a:lnTo>
                  <a:pt x="181" y="18681"/>
                </a:lnTo>
                <a:lnTo>
                  <a:pt x="0" y="16555"/>
                </a:lnTo>
                <a:lnTo>
                  <a:pt x="0" y="14609"/>
                </a:lnTo>
                <a:lnTo>
                  <a:pt x="181" y="12228"/>
                </a:lnTo>
                <a:lnTo>
                  <a:pt x="542" y="8796"/>
                </a:lnTo>
                <a:lnTo>
                  <a:pt x="2259" y="6935"/>
                </a:lnTo>
                <a:lnTo>
                  <a:pt x="4007" y="5309"/>
                </a:lnTo>
                <a:lnTo>
                  <a:pt x="5791" y="3909"/>
                </a:lnTo>
                <a:lnTo>
                  <a:pt x="7611" y="2736"/>
                </a:lnTo>
                <a:lnTo>
                  <a:pt x="9470" y="1780"/>
                </a:lnTo>
                <a:lnTo>
                  <a:pt x="11372" y="1033"/>
                </a:lnTo>
                <a:lnTo>
                  <a:pt x="13318" y="491"/>
                </a:lnTo>
                <a:lnTo>
                  <a:pt x="15313" y="149"/>
                </a:lnTo>
                <a:lnTo>
                  <a:pt x="17355" y="0"/>
                </a:lnTo>
                <a:lnTo>
                  <a:pt x="19452" y="38"/>
                </a:lnTo>
                <a:lnTo>
                  <a:pt x="21600" y="260"/>
                </a:lnTo>
                <a:close/>
              </a:path>
            </a:pathLst>
          </a:custGeom>
          <a:solidFill>
            <a:srgbClr val="3A37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0" name="contour_12408"/>
          <p:cNvSpPr/>
          <p:nvPr/>
        </p:nvSpPr>
        <p:spPr>
          <a:xfrm>
            <a:off x="2349820" y="5895985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099" y="652"/>
                </a:lnTo>
                <a:lnTo>
                  <a:pt x="10363" y="1175"/>
                </a:lnTo>
                <a:lnTo>
                  <a:pt x="13364" y="1680"/>
                </a:lnTo>
                <a:lnTo>
                  <a:pt x="15670" y="2294"/>
                </a:lnTo>
                <a:lnTo>
                  <a:pt x="17837" y="3132"/>
                </a:lnTo>
                <a:lnTo>
                  <a:pt x="20450" y="4320"/>
                </a:lnTo>
                <a:lnTo>
                  <a:pt x="21232" y="7318"/>
                </a:lnTo>
                <a:lnTo>
                  <a:pt x="21585" y="10122"/>
                </a:lnTo>
                <a:lnTo>
                  <a:pt x="21600" y="12839"/>
                </a:lnTo>
                <a:lnTo>
                  <a:pt x="21355" y="15582"/>
                </a:lnTo>
                <a:lnTo>
                  <a:pt x="20940" y="18468"/>
                </a:lnTo>
                <a:lnTo>
                  <a:pt x="20450" y="21600"/>
                </a:lnTo>
                <a:lnTo>
                  <a:pt x="17076" y="21600"/>
                </a:lnTo>
                <a:lnTo>
                  <a:pt x="13696" y="21600"/>
                </a:lnTo>
                <a:lnTo>
                  <a:pt x="10302" y="21600"/>
                </a:lnTo>
                <a:lnTo>
                  <a:pt x="6892" y="21600"/>
                </a:lnTo>
                <a:lnTo>
                  <a:pt x="346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8CA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1" name="contour_12409"/>
          <p:cNvSpPr/>
          <p:nvPr/>
        </p:nvSpPr>
        <p:spPr>
          <a:xfrm>
            <a:off x="3800130" y="587412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330" y="2354"/>
                </a:lnTo>
                <a:lnTo>
                  <a:pt x="18960" y="4079"/>
                </a:lnTo>
                <a:lnTo>
                  <a:pt x="19427" y="6012"/>
                </a:lnTo>
                <a:lnTo>
                  <a:pt x="19980" y="9000"/>
                </a:lnTo>
                <a:lnTo>
                  <a:pt x="20468" y="11513"/>
                </a:lnTo>
                <a:lnTo>
                  <a:pt x="20961" y="14062"/>
                </a:lnTo>
                <a:lnTo>
                  <a:pt x="21120" y="15041"/>
                </a:lnTo>
                <a:lnTo>
                  <a:pt x="21600" y="18000"/>
                </a:lnTo>
                <a:lnTo>
                  <a:pt x="18645" y="19109"/>
                </a:lnTo>
                <a:lnTo>
                  <a:pt x="16494" y="19850"/>
                </a:lnTo>
                <a:lnTo>
                  <a:pt x="14524" y="20398"/>
                </a:lnTo>
                <a:lnTo>
                  <a:pt x="12113" y="20923"/>
                </a:lnTo>
                <a:lnTo>
                  <a:pt x="8640" y="21600"/>
                </a:lnTo>
                <a:lnTo>
                  <a:pt x="5318" y="20095"/>
                </a:lnTo>
                <a:lnTo>
                  <a:pt x="3309" y="18842"/>
                </a:lnTo>
                <a:lnTo>
                  <a:pt x="1806" y="17168"/>
                </a:lnTo>
                <a:lnTo>
                  <a:pt x="0" y="14400"/>
                </a:lnTo>
                <a:lnTo>
                  <a:pt x="756" y="12103"/>
                </a:lnTo>
                <a:lnTo>
                  <a:pt x="1642" y="9896"/>
                </a:lnTo>
                <a:lnTo>
                  <a:pt x="2678" y="7776"/>
                </a:lnTo>
                <a:lnTo>
                  <a:pt x="3879" y="5731"/>
                </a:lnTo>
                <a:lnTo>
                  <a:pt x="5262" y="3758"/>
                </a:lnTo>
                <a:lnTo>
                  <a:pt x="6843" y="1850"/>
                </a:lnTo>
                <a:lnTo>
                  <a:pt x="8640" y="0"/>
                </a:lnTo>
                <a:close/>
              </a:path>
            </a:pathLst>
          </a:custGeom>
          <a:solidFill>
            <a:srgbClr val="39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2" name="contour_12410"/>
          <p:cNvSpPr/>
          <p:nvPr/>
        </p:nvSpPr>
        <p:spPr>
          <a:xfrm>
            <a:off x="2123892" y="5866833"/>
            <a:ext cx="36608" cy="575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01" y="0"/>
                </a:moveTo>
                <a:lnTo>
                  <a:pt x="15494" y="1379"/>
                </a:lnTo>
                <a:lnTo>
                  <a:pt x="17252" y="2408"/>
                </a:lnTo>
                <a:lnTo>
                  <a:pt x="18985" y="3601"/>
                </a:lnTo>
                <a:lnTo>
                  <a:pt x="21501" y="5473"/>
                </a:lnTo>
                <a:lnTo>
                  <a:pt x="21600" y="7511"/>
                </a:lnTo>
                <a:lnTo>
                  <a:pt x="21518" y="8923"/>
                </a:lnTo>
                <a:lnTo>
                  <a:pt x="21161" y="10359"/>
                </a:lnTo>
                <a:lnTo>
                  <a:pt x="20426" y="12483"/>
                </a:lnTo>
                <a:lnTo>
                  <a:pt x="20142" y="13380"/>
                </a:lnTo>
                <a:lnTo>
                  <a:pt x="19282" y="16086"/>
                </a:lnTo>
                <a:lnTo>
                  <a:pt x="18018" y="17892"/>
                </a:lnTo>
                <a:lnTo>
                  <a:pt x="16964" y="19036"/>
                </a:lnTo>
                <a:lnTo>
                  <a:pt x="15562" y="20002"/>
                </a:lnTo>
                <a:lnTo>
                  <a:pt x="13236" y="21280"/>
                </a:lnTo>
                <a:lnTo>
                  <a:pt x="10475" y="21600"/>
                </a:lnTo>
                <a:lnTo>
                  <a:pt x="8527" y="21559"/>
                </a:lnTo>
                <a:lnTo>
                  <a:pt x="6476" y="21023"/>
                </a:lnTo>
                <a:lnTo>
                  <a:pt x="3393" y="19860"/>
                </a:lnTo>
                <a:lnTo>
                  <a:pt x="2894" y="19354"/>
                </a:lnTo>
                <a:lnTo>
                  <a:pt x="2017" y="18462"/>
                </a:lnTo>
                <a:lnTo>
                  <a:pt x="0" y="16418"/>
                </a:lnTo>
                <a:lnTo>
                  <a:pt x="998" y="14368"/>
                </a:lnTo>
                <a:lnTo>
                  <a:pt x="1806" y="12899"/>
                </a:lnTo>
                <a:lnTo>
                  <a:pt x="2705" y="11599"/>
                </a:lnTo>
                <a:lnTo>
                  <a:pt x="3978" y="10058"/>
                </a:lnTo>
                <a:lnTo>
                  <a:pt x="5913" y="7867"/>
                </a:lnTo>
                <a:lnTo>
                  <a:pt x="7190" y="6389"/>
                </a:lnTo>
                <a:lnTo>
                  <a:pt x="8471" y="4903"/>
                </a:lnTo>
                <a:lnTo>
                  <a:pt x="9774" y="3398"/>
                </a:lnTo>
                <a:lnTo>
                  <a:pt x="10235" y="2898"/>
                </a:lnTo>
                <a:lnTo>
                  <a:pt x="11043" y="2017"/>
                </a:lnTo>
                <a:lnTo>
                  <a:pt x="12901" y="0"/>
                </a:lnTo>
                <a:close/>
              </a:path>
            </a:pathLst>
          </a:custGeom>
          <a:solidFill>
            <a:srgbClr val="3B3A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3" name="contour_12411"/>
          <p:cNvSpPr/>
          <p:nvPr/>
        </p:nvSpPr>
        <p:spPr>
          <a:xfrm>
            <a:off x="739174" y="5830393"/>
            <a:ext cx="36440" cy="819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9919" y="1164"/>
                </a:lnTo>
                <a:lnTo>
                  <a:pt x="10727" y="2032"/>
                </a:lnTo>
                <a:lnTo>
                  <a:pt x="11413" y="3040"/>
                </a:lnTo>
                <a:lnTo>
                  <a:pt x="12321" y="4620"/>
                </a:lnTo>
                <a:lnTo>
                  <a:pt x="12874" y="5575"/>
                </a:lnTo>
                <a:lnTo>
                  <a:pt x="13435" y="6535"/>
                </a:lnTo>
                <a:lnTo>
                  <a:pt x="14005" y="7509"/>
                </a:lnTo>
                <a:lnTo>
                  <a:pt x="14554" y="8517"/>
                </a:lnTo>
                <a:lnTo>
                  <a:pt x="15103" y="9533"/>
                </a:lnTo>
                <a:lnTo>
                  <a:pt x="15660" y="10562"/>
                </a:lnTo>
                <a:lnTo>
                  <a:pt x="16239" y="11570"/>
                </a:lnTo>
                <a:lnTo>
                  <a:pt x="16822" y="12586"/>
                </a:lnTo>
                <a:lnTo>
                  <a:pt x="17414" y="13615"/>
                </a:lnTo>
                <a:lnTo>
                  <a:pt x="18127" y="14865"/>
                </a:lnTo>
                <a:lnTo>
                  <a:pt x="18835" y="16116"/>
                </a:lnTo>
                <a:lnTo>
                  <a:pt x="19535" y="17366"/>
                </a:lnTo>
                <a:lnTo>
                  <a:pt x="20231" y="18618"/>
                </a:lnTo>
                <a:lnTo>
                  <a:pt x="20917" y="19870"/>
                </a:lnTo>
                <a:lnTo>
                  <a:pt x="21600" y="21124"/>
                </a:lnTo>
                <a:lnTo>
                  <a:pt x="18541" y="21441"/>
                </a:lnTo>
                <a:lnTo>
                  <a:pt x="16334" y="21600"/>
                </a:lnTo>
                <a:lnTo>
                  <a:pt x="14364" y="21600"/>
                </a:lnTo>
                <a:lnTo>
                  <a:pt x="12010" y="21441"/>
                </a:lnTo>
                <a:lnTo>
                  <a:pt x="8640" y="21124"/>
                </a:lnTo>
                <a:lnTo>
                  <a:pt x="7543" y="19847"/>
                </a:lnTo>
                <a:lnTo>
                  <a:pt x="6640" y="18556"/>
                </a:lnTo>
                <a:lnTo>
                  <a:pt x="5892" y="17250"/>
                </a:lnTo>
                <a:lnTo>
                  <a:pt x="5279" y="15933"/>
                </a:lnTo>
                <a:lnTo>
                  <a:pt x="4765" y="14602"/>
                </a:lnTo>
                <a:lnTo>
                  <a:pt x="4320" y="13264"/>
                </a:lnTo>
                <a:lnTo>
                  <a:pt x="3910" y="11918"/>
                </a:lnTo>
                <a:lnTo>
                  <a:pt x="3508" y="10562"/>
                </a:lnTo>
                <a:lnTo>
                  <a:pt x="3158" y="9554"/>
                </a:lnTo>
                <a:lnTo>
                  <a:pt x="2799" y="8538"/>
                </a:lnTo>
                <a:lnTo>
                  <a:pt x="2436" y="7509"/>
                </a:lnTo>
                <a:lnTo>
                  <a:pt x="2009" y="6258"/>
                </a:lnTo>
                <a:lnTo>
                  <a:pt x="1590" y="5008"/>
                </a:lnTo>
                <a:lnTo>
                  <a:pt x="1179" y="3758"/>
                </a:lnTo>
                <a:lnTo>
                  <a:pt x="778" y="2506"/>
                </a:lnTo>
                <a:lnTo>
                  <a:pt x="384" y="1254"/>
                </a:lnTo>
                <a:lnTo>
                  <a:pt x="0" y="0"/>
                </a:lnTo>
                <a:close/>
              </a:path>
            </a:pathLst>
          </a:custGeom>
          <a:solidFill>
            <a:srgbClr val="3A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4" name="contour_12412"/>
          <p:cNvSpPr/>
          <p:nvPr/>
        </p:nvSpPr>
        <p:spPr>
          <a:xfrm>
            <a:off x="3749114" y="586683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606" y="20948"/>
                </a:lnTo>
                <a:lnTo>
                  <a:pt x="13094" y="20425"/>
                </a:lnTo>
                <a:lnTo>
                  <a:pt x="10593" y="19920"/>
                </a:lnTo>
                <a:lnTo>
                  <a:pt x="8614" y="19306"/>
                </a:lnTo>
                <a:lnTo>
                  <a:pt x="6683" y="18468"/>
                </a:lnTo>
                <a:lnTo>
                  <a:pt x="4320" y="17280"/>
                </a:lnTo>
                <a:lnTo>
                  <a:pt x="3015" y="14420"/>
                </a:lnTo>
                <a:lnTo>
                  <a:pt x="2056" y="11668"/>
                </a:lnTo>
                <a:lnTo>
                  <a:pt x="1356" y="8938"/>
                </a:lnTo>
                <a:lnTo>
                  <a:pt x="834" y="6139"/>
                </a:lnTo>
                <a:lnTo>
                  <a:pt x="410" y="3192"/>
                </a:lnTo>
                <a:lnTo>
                  <a:pt x="0" y="0"/>
                </a:lnTo>
                <a:close/>
              </a:path>
            </a:pathLst>
          </a:custGeom>
          <a:solidFill>
            <a:srgbClr val="3B39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5" name="contour_12413"/>
          <p:cNvSpPr/>
          <p:nvPr/>
        </p:nvSpPr>
        <p:spPr>
          <a:xfrm>
            <a:off x="10359323" y="5866119"/>
            <a:ext cx="4372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76"/>
                </a:lnTo>
                <a:lnTo>
                  <a:pt x="12823" y="148"/>
                </a:lnTo>
                <a:lnTo>
                  <a:pt x="14062" y="178"/>
                </a:lnTo>
                <a:lnTo>
                  <a:pt x="17788" y="263"/>
                </a:lnTo>
                <a:lnTo>
                  <a:pt x="19681" y="339"/>
                </a:lnTo>
                <a:lnTo>
                  <a:pt x="21600" y="415"/>
                </a:lnTo>
                <a:lnTo>
                  <a:pt x="20833" y="3072"/>
                </a:lnTo>
                <a:lnTo>
                  <a:pt x="20052" y="5724"/>
                </a:lnTo>
                <a:lnTo>
                  <a:pt x="19256" y="8368"/>
                </a:lnTo>
                <a:lnTo>
                  <a:pt x="18450" y="11008"/>
                </a:lnTo>
                <a:lnTo>
                  <a:pt x="17863" y="12978"/>
                </a:lnTo>
                <a:lnTo>
                  <a:pt x="17276" y="14956"/>
                </a:lnTo>
                <a:lnTo>
                  <a:pt x="16675" y="16965"/>
                </a:lnTo>
                <a:lnTo>
                  <a:pt x="15548" y="19265"/>
                </a:lnTo>
                <a:lnTo>
                  <a:pt x="14400" y="21600"/>
                </a:lnTo>
                <a:lnTo>
                  <a:pt x="12024" y="21600"/>
                </a:lnTo>
                <a:lnTo>
                  <a:pt x="9626" y="21600"/>
                </a:lnTo>
                <a:lnTo>
                  <a:pt x="7200" y="21600"/>
                </a:lnTo>
                <a:lnTo>
                  <a:pt x="5782" y="19473"/>
                </a:lnTo>
                <a:lnTo>
                  <a:pt x="4864" y="17905"/>
                </a:lnTo>
                <a:lnTo>
                  <a:pt x="4043" y="16134"/>
                </a:lnTo>
                <a:lnTo>
                  <a:pt x="2923" y="13389"/>
                </a:lnTo>
                <a:lnTo>
                  <a:pt x="2441" y="12241"/>
                </a:lnTo>
                <a:lnTo>
                  <a:pt x="968" y="8770"/>
                </a:lnTo>
                <a:lnTo>
                  <a:pt x="490" y="6728"/>
                </a:lnTo>
                <a:lnTo>
                  <a:pt x="0" y="4652"/>
                </a:lnTo>
                <a:lnTo>
                  <a:pt x="2149" y="2199"/>
                </a:lnTo>
                <a:lnTo>
                  <a:pt x="3686" y="894"/>
                </a:lnTo>
                <a:lnTo>
                  <a:pt x="5353" y="309"/>
                </a:lnTo>
                <a:lnTo>
                  <a:pt x="7888" y="0"/>
                </a:ln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6" name="contour_12414"/>
          <p:cNvSpPr/>
          <p:nvPr/>
        </p:nvSpPr>
        <p:spPr>
          <a:xfrm>
            <a:off x="10665418" y="583039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223"/>
                </a:lnTo>
                <a:lnTo>
                  <a:pt x="9210" y="2445"/>
                </a:lnTo>
                <a:lnTo>
                  <a:pt x="11664" y="3672"/>
                </a:lnTo>
                <a:lnTo>
                  <a:pt x="14126" y="4903"/>
                </a:lnTo>
                <a:lnTo>
                  <a:pt x="16602" y="6143"/>
                </a:lnTo>
                <a:lnTo>
                  <a:pt x="19090" y="7387"/>
                </a:lnTo>
                <a:lnTo>
                  <a:pt x="21600" y="8640"/>
                </a:lnTo>
                <a:lnTo>
                  <a:pt x="20745" y="11206"/>
                </a:lnTo>
                <a:lnTo>
                  <a:pt x="19885" y="13781"/>
                </a:lnTo>
                <a:lnTo>
                  <a:pt x="19025" y="16364"/>
                </a:lnTo>
                <a:lnTo>
                  <a:pt x="18157" y="18969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C9CD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7" name="contour_12415"/>
          <p:cNvSpPr/>
          <p:nvPr/>
        </p:nvSpPr>
        <p:spPr>
          <a:xfrm>
            <a:off x="4171818" y="5844692"/>
            <a:ext cx="58304" cy="221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270"/>
                </a:moveTo>
                <a:lnTo>
                  <a:pt x="4577" y="64"/>
                </a:lnTo>
                <a:lnTo>
                  <a:pt x="5989" y="0"/>
                </a:lnTo>
                <a:lnTo>
                  <a:pt x="7201" y="156"/>
                </a:lnTo>
                <a:lnTo>
                  <a:pt x="8481" y="576"/>
                </a:lnTo>
                <a:lnTo>
                  <a:pt x="10098" y="1337"/>
                </a:lnTo>
                <a:lnTo>
                  <a:pt x="12317" y="2488"/>
                </a:lnTo>
                <a:lnTo>
                  <a:pt x="14051" y="3342"/>
                </a:lnTo>
                <a:lnTo>
                  <a:pt x="15795" y="4202"/>
                </a:lnTo>
                <a:lnTo>
                  <a:pt x="17561" y="5076"/>
                </a:lnTo>
                <a:lnTo>
                  <a:pt x="18155" y="5411"/>
                </a:lnTo>
                <a:lnTo>
                  <a:pt x="19202" y="6008"/>
                </a:lnTo>
                <a:lnTo>
                  <a:pt x="21600" y="7380"/>
                </a:lnTo>
                <a:lnTo>
                  <a:pt x="21600" y="12080"/>
                </a:lnTo>
                <a:lnTo>
                  <a:pt x="21600" y="1680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535" y="17377"/>
                </a:lnTo>
                <a:lnTo>
                  <a:pt x="1072" y="13139"/>
                </a:lnTo>
                <a:lnTo>
                  <a:pt x="1609" y="8887"/>
                </a:lnTo>
                <a:lnTo>
                  <a:pt x="2152" y="4600"/>
                </a:lnTo>
                <a:lnTo>
                  <a:pt x="2700" y="270"/>
                </a:lnTo>
                <a:close/>
              </a:path>
            </a:pathLst>
          </a:custGeom>
          <a:solidFill>
            <a:srgbClr val="1C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8" name="contour_12416"/>
          <p:cNvSpPr/>
          <p:nvPr/>
        </p:nvSpPr>
        <p:spPr>
          <a:xfrm>
            <a:off x="2298804" y="5851543"/>
            <a:ext cx="58304" cy="30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0"/>
                </a:moveTo>
                <a:lnTo>
                  <a:pt x="8824" y="63"/>
                </a:lnTo>
                <a:lnTo>
                  <a:pt x="10560" y="126"/>
                </a:lnTo>
                <a:lnTo>
                  <a:pt x="12320" y="183"/>
                </a:lnTo>
                <a:lnTo>
                  <a:pt x="13090" y="210"/>
                </a:lnTo>
                <a:lnTo>
                  <a:pt x="14448" y="246"/>
                </a:lnTo>
                <a:lnTo>
                  <a:pt x="17561" y="325"/>
                </a:lnTo>
                <a:lnTo>
                  <a:pt x="18155" y="357"/>
                </a:lnTo>
                <a:lnTo>
                  <a:pt x="19202" y="404"/>
                </a:lnTo>
                <a:lnTo>
                  <a:pt x="21600" y="514"/>
                </a:lnTo>
                <a:lnTo>
                  <a:pt x="20736" y="6763"/>
                </a:lnTo>
                <a:lnTo>
                  <a:pt x="20069" y="11073"/>
                </a:lnTo>
                <a:lnTo>
                  <a:pt x="19456" y="13972"/>
                </a:lnTo>
                <a:lnTo>
                  <a:pt x="18762" y="15990"/>
                </a:lnTo>
                <a:lnTo>
                  <a:pt x="17842" y="17652"/>
                </a:lnTo>
                <a:lnTo>
                  <a:pt x="16559" y="19477"/>
                </a:lnTo>
                <a:lnTo>
                  <a:pt x="14820" y="20305"/>
                </a:lnTo>
                <a:lnTo>
                  <a:pt x="13176" y="20966"/>
                </a:lnTo>
                <a:lnTo>
                  <a:pt x="11556" y="21411"/>
                </a:lnTo>
                <a:lnTo>
                  <a:pt x="9887" y="21600"/>
                </a:lnTo>
                <a:lnTo>
                  <a:pt x="8100" y="21485"/>
                </a:lnTo>
                <a:lnTo>
                  <a:pt x="6502" y="19262"/>
                </a:lnTo>
                <a:lnTo>
                  <a:pt x="5041" y="16882"/>
                </a:lnTo>
                <a:lnTo>
                  <a:pt x="3688" y="14344"/>
                </a:lnTo>
                <a:lnTo>
                  <a:pt x="2419" y="11649"/>
                </a:lnTo>
                <a:lnTo>
                  <a:pt x="1199" y="8787"/>
                </a:lnTo>
                <a:lnTo>
                  <a:pt x="0" y="5757"/>
                </a:lnTo>
                <a:lnTo>
                  <a:pt x="1628" y="2721"/>
                </a:lnTo>
                <a:lnTo>
                  <a:pt x="2913" y="1106"/>
                </a:lnTo>
                <a:lnTo>
                  <a:pt x="4514" y="383"/>
                </a:lnTo>
                <a:lnTo>
                  <a:pt x="7098" y="0"/>
                </a:lnTo>
                <a:close/>
              </a:path>
            </a:pathLst>
          </a:custGeom>
          <a:solidFill>
            <a:srgbClr val="C3C6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19" name="contour_12417"/>
          <p:cNvSpPr/>
          <p:nvPr/>
        </p:nvSpPr>
        <p:spPr>
          <a:xfrm>
            <a:off x="753750" y="5830393"/>
            <a:ext cx="3516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95" y="290"/>
                </a:lnTo>
                <a:lnTo>
                  <a:pt x="4123" y="572"/>
                </a:lnTo>
                <a:lnTo>
                  <a:pt x="6030" y="1021"/>
                </a:lnTo>
                <a:lnTo>
                  <a:pt x="8953" y="1800"/>
                </a:lnTo>
                <a:lnTo>
                  <a:pt x="10390" y="2961"/>
                </a:lnTo>
                <a:lnTo>
                  <a:pt x="11738" y="4106"/>
                </a:lnTo>
                <a:lnTo>
                  <a:pt x="13014" y="5247"/>
                </a:lnTo>
                <a:lnTo>
                  <a:pt x="14222" y="6397"/>
                </a:lnTo>
                <a:lnTo>
                  <a:pt x="15386" y="7569"/>
                </a:lnTo>
                <a:lnTo>
                  <a:pt x="16510" y="8775"/>
                </a:lnTo>
                <a:lnTo>
                  <a:pt x="17468" y="9727"/>
                </a:lnTo>
                <a:lnTo>
                  <a:pt x="18439" y="10694"/>
                </a:lnTo>
                <a:lnTo>
                  <a:pt x="19666" y="12056"/>
                </a:lnTo>
                <a:lnTo>
                  <a:pt x="20615" y="13268"/>
                </a:lnTo>
                <a:lnTo>
                  <a:pt x="21264" y="14391"/>
                </a:lnTo>
                <a:lnTo>
                  <a:pt x="21600" y="15496"/>
                </a:lnTo>
                <a:lnTo>
                  <a:pt x="21596" y="16648"/>
                </a:lnTo>
                <a:lnTo>
                  <a:pt x="21242" y="17915"/>
                </a:lnTo>
                <a:lnTo>
                  <a:pt x="20512" y="19364"/>
                </a:lnTo>
                <a:lnTo>
                  <a:pt x="19218" y="20475"/>
                </a:lnTo>
                <a:lnTo>
                  <a:pt x="17907" y="21600"/>
                </a:lnTo>
                <a:lnTo>
                  <a:pt x="15892" y="20455"/>
                </a:lnTo>
                <a:lnTo>
                  <a:pt x="14039" y="19321"/>
                </a:lnTo>
                <a:lnTo>
                  <a:pt x="12338" y="18193"/>
                </a:lnTo>
                <a:lnTo>
                  <a:pt x="10780" y="17066"/>
                </a:lnTo>
                <a:lnTo>
                  <a:pt x="9361" y="15941"/>
                </a:lnTo>
                <a:lnTo>
                  <a:pt x="8067" y="14814"/>
                </a:lnTo>
                <a:lnTo>
                  <a:pt x="6899" y="13680"/>
                </a:lnTo>
                <a:lnTo>
                  <a:pt x="5847" y="12537"/>
                </a:lnTo>
                <a:lnTo>
                  <a:pt x="4897" y="11383"/>
                </a:lnTo>
                <a:lnTo>
                  <a:pt x="4051" y="10215"/>
                </a:lnTo>
                <a:lnTo>
                  <a:pt x="3299" y="9031"/>
                </a:lnTo>
                <a:lnTo>
                  <a:pt x="2632" y="7825"/>
                </a:lnTo>
                <a:lnTo>
                  <a:pt x="2041" y="6595"/>
                </a:lnTo>
                <a:lnTo>
                  <a:pt x="1522" y="5341"/>
                </a:lnTo>
                <a:lnTo>
                  <a:pt x="1065" y="4057"/>
                </a:lnTo>
                <a:lnTo>
                  <a:pt x="663" y="2740"/>
                </a:lnTo>
                <a:lnTo>
                  <a:pt x="313" y="1390"/>
                </a:lnTo>
                <a:lnTo>
                  <a:pt x="0" y="0"/>
                </a:lnTo>
                <a:close/>
              </a:path>
            </a:pathLst>
          </a:custGeom>
          <a:solidFill>
            <a:srgbClr val="29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0" name="contour_12418"/>
          <p:cNvSpPr/>
          <p:nvPr/>
        </p:nvSpPr>
        <p:spPr>
          <a:xfrm>
            <a:off x="5512808" y="5793953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679"/>
                </a:lnTo>
                <a:lnTo>
                  <a:pt x="4756" y="1358"/>
                </a:lnTo>
                <a:lnTo>
                  <a:pt x="7135" y="2040"/>
                </a:lnTo>
                <a:lnTo>
                  <a:pt x="9522" y="2722"/>
                </a:lnTo>
                <a:lnTo>
                  <a:pt x="11916" y="3404"/>
                </a:lnTo>
                <a:lnTo>
                  <a:pt x="14321" y="4092"/>
                </a:lnTo>
                <a:lnTo>
                  <a:pt x="16733" y="4780"/>
                </a:lnTo>
                <a:lnTo>
                  <a:pt x="19159" y="5474"/>
                </a:lnTo>
                <a:lnTo>
                  <a:pt x="21600" y="6171"/>
                </a:lnTo>
                <a:lnTo>
                  <a:pt x="20707" y="8081"/>
                </a:lnTo>
                <a:lnTo>
                  <a:pt x="19818" y="9992"/>
                </a:lnTo>
                <a:lnTo>
                  <a:pt x="18922" y="11908"/>
                </a:lnTo>
                <a:lnTo>
                  <a:pt x="18029" y="13827"/>
                </a:lnTo>
                <a:lnTo>
                  <a:pt x="17129" y="15756"/>
                </a:lnTo>
                <a:lnTo>
                  <a:pt x="16225" y="17693"/>
                </a:lnTo>
                <a:lnTo>
                  <a:pt x="15314" y="19641"/>
                </a:lnTo>
                <a:lnTo>
                  <a:pt x="14400" y="21600"/>
                </a:lnTo>
                <a:lnTo>
                  <a:pt x="13507" y="20073"/>
                </a:lnTo>
                <a:lnTo>
                  <a:pt x="12614" y="18539"/>
                </a:lnTo>
                <a:lnTo>
                  <a:pt x="11711" y="16993"/>
                </a:lnTo>
                <a:lnTo>
                  <a:pt x="10800" y="15429"/>
                </a:lnTo>
                <a:lnTo>
                  <a:pt x="8903" y="14663"/>
                </a:lnTo>
                <a:lnTo>
                  <a:pt x="6977" y="13886"/>
                </a:lnTo>
                <a:lnTo>
                  <a:pt x="5299" y="13120"/>
                </a:lnTo>
                <a:lnTo>
                  <a:pt x="3600" y="12343"/>
                </a:lnTo>
                <a:lnTo>
                  <a:pt x="3600" y="10303"/>
                </a:lnTo>
                <a:lnTo>
                  <a:pt x="3600" y="8251"/>
                </a:lnTo>
                <a:lnTo>
                  <a:pt x="3600" y="6171"/>
                </a:lnTo>
                <a:lnTo>
                  <a:pt x="2707" y="4644"/>
                </a:lnTo>
                <a:lnTo>
                  <a:pt x="1814" y="3110"/>
                </a:lnTo>
                <a:lnTo>
                  <a:pt x="911" y="1564"/>
                </a:lnTo>
                <a:lnTo>
                  <a:pt x="0" y="0"/>
                </a:lnTo>
                <a:close/>
              </a:path>
            </a:pathLst>
          </a:custGeom>
          <a:solidFill>
            <a:srgbClr val="7B74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1" name="contour_12419"/>
          <p:cNvSpPr/>
          <p:nvPr/>
        </p:nvSpPr>
        <p:spPr>
          <a:xfrm>
            <a:off x="3792842" y="580852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20727" y="6765"/>
                </a:lnTo>
                <a:lnTo>
                  <a:pt x="19853" y="9210"/>
                </a:lnTo>
                <a:lnTo>
                  <a:pt x="18977" y="11664"/>
                </a:lnTo>
                <a:lnTo>
                  <a:pt x="18098" y="14126"/>
                </a:lnTo>
                <a:lnTo>
                  <a:pt x="17212" y="16602"/>
                </a:lnTo>
                <a:lnTo>
                  <a:pt x="16323" y="19090"/>
                </a:lnTo>
                <a:lnTo>
                  <a:pt x="15429" y="21600"/>
                </a:lnTo>
                <a:lnTo>
                  <a:pt x="13491" y="20136"/>
                </a:lnTo>
                <a:lnTo>
                  <a:pt x="11562" y="18654"/>
                </a:lnTo>
                <a:lnTo>
                  <a:pt x="9637" y="17163"/>
                </a:lnTo>
                <a:lnTo>
                  <a:pt x="7714" y="15660"/>
                </a:lnTo>
                <a:lnTo>
                  <a:pt x="7076" y="15168"/>
                </a:lnTo>
                <a:lnTo>
                  <a:pt x="5952" y="14304"/>
                </a:lnTo>
                <a:lnTo>
                  <a:pt x="3376" y="12321"/>
                </a:lnTo>
                <a:lnTo>
                  <a:pt x="2536" y="11405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1213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2" name="contour_12420"/>
          <p:cNvSpPr/>
          <p:nvPr/>
        </p:nvSpPr>
        <p:spPr>
          <a:xfrm>
            <a:off x="10993378" y="5815817"/>
            <a:ext cx="36440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343"/>
                </a:lnTo>
                <a:lnTo>
                  <a:pt x="21600" y="6692"/>
                </a:lnTo>
                <a:lnTo>
                  <a:pt x="21600" y="10055"/>
                </a:lnTo>
                <a:lnTo>
                  <a:pt x="21600" y="13434"/>
                </a:lnTo>
                <a:lnTo>
                  <a:pt x="21600" y="16833"/>
                </a:lnTo>
                <a:lnTo>
                  <a:pt x="21600" y="20263"/>
                </a:lnTo>
                <a:lnTo>
                  <a:pt x="16606" y="21007"/>
                </a:lnTo>
                <a:lnTo>
                  <a:pt x="13094" y="21453"/>
                </a:lnTo>
                <a:lnTo>
                  <a:pt x="10593" y="21600"/>
                </a:lnTo>
                <a:lnTo>
                  <a:pt x="8614" y="21453"/>
                </a:lnTo>
                <a:lnTo>
                  <a:pt x="6683" y="21007"/>
                </a:lnTo>
                <a:lnTo>
                  <a:pt x="4320" y="20263"/>
                </a:lnTo>
                <a:lnTo>
                  <a:pt x="2951" y="16940"/>
                </a:lnTo>
                <a:lnTo>
                  <a:pt x="1970" y="13728"/>
                </a:lnTo>
                <a:lnTo>
                  <a:pt x="1279" y="10526"/>
                </a:lnTo>
                <a:lnTo>
                  <a:pt x="782" y="7239"/>
                </a:lnTo>
                <a:lnTo>
                  <a:pt x="389" y="3759"/>
                </a:lnTo>
                <a:lnTo>
                  <a:pt x="0" y="0"/>
                </a:lnTo>
                <a:close/>
              </a:path>
            </a:pathLst>
          </a:custGeom>
          <a:solidFill>
            <a:srgbClr val="ECD4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3" name="contour_12421"/>
          <p:cNvSpPr/>
          <p:nvPr/>
        </p:nvSpPr>
        <p:spPr>
          <a:xfrm>
            <a:off x="7385822" y="5802211"/>
            <a:ext cx="80168" cy="228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5" y="2103"/>
                </a:moveTo>
                <a:lnTo>
                  <a:pt x="15201" y="2641"/>
                </a:lnTo>
                <a:lnTo>
                  <a:pt x="16304" y="3193"/>
                </a:lnTo>
                <a:lnTo>
                  <a:pt x="17628" y="3869"/>
                </a:lnTo>
                <a:lnTo>
                  <a:pt x="18953" y="4559"/>
                </a:lnTo>
                <a:lnTo>
                  <a:pt x="20277" y="5262"/>
                </a:lnTo>
                <a:lnTo>
                  <a:pt x="21600" y="5979"/>
                </a:lnTo>
                <a:lnTo>
                  <a:pt x="20308" y="9359"/>
                </a:lnTo>
                <a:lnTo>
                  <a:pt x="19090" y="12262"/>
                </a:lnTo>
                <a:lnTo>
                  <a:pt x="17918" y="14710"/>
                </a:lnTo>
                <a:lnTo>
                  <a:pt x="16766" y="16724"/>
                </a:lnTo>
                <a:lnTo>
                  <a:pt x="15599" y="18345"/>
                </a:lnTo>
                <a:lnTo>
                  <a:pt x="14393" y="19600"/>
                </a:lnTo>
                <a:lnTo>
                  <a:pt x="13119" y="20510"/>
                </a:lnTo>
                <a:lnTo>
                  <a:pt x="11746" y="21110"/>
                </a:lnTo>
                <a:lnTo>
                  <a:pt x="10246" y="21428"/>
                </a:lnTo>
                <a:lnTo>
                  <a:pt x="8591" y="21497"/>
                </a:lnTo>
                <a:lnTo>
                  <a:pt x="7389" y="21531"/>
                </a:lnTo>
                <a:lnTo>
                  <a:pt x="6180" y="21566"/>
                </a:lnTo>
                <a:lnTo>
                  <a:pt x="4956" y="21600"/>
                </a:lnTo>
                <a:lnTo>
                  <a:pt x="3967" y="21000"/>
                </a:lnTo>
                <a:lnTo>
                  <a:pt x="2971" y="20386"/>
                </a:lnTo>
                <a:lnTo>
                  <a:pt x="1964" y="19772"/>
                </a:lnTo>
                <a:lnTo>
                  <a:pt x="1149" y="15614"/>
                </a:lnTo>
                <a:lnTo>
                  <a:pt x="672" y="12793"/>
                </a:lnTo>
                <a:lnTo>
                  <a:pt x="350" y="10014"/>
                </a:lnTo>
                <a:lnTo>
                  <a:pt x="0" y="5979"/>
                </a:lnTo>
                <a:lnTo>
                  <a:pt x="1361" y="4097"/>
                </a:lnTo>
                <a:lnTo>
                  <a:pt x="2665" y="2607"/>
                </a:lnTo>
                <a:lnTo>
                  <a:pt x="3925" y="1483"/>
                </a:lnTo>
                <a:lnTo>
                  <a:pt x="5157" y="697"/>
                </a:lnTo>
                <a:lnTo>
                  <a:pt x="6374" y="207"/>
                </a:lnTo>
                <a:lnTo>
                  <a:pt x="7587" y="0"/>
                </a:lnTo>
                <a:lnTo>
                  <a:pt x="8815" y="34"/>
                </a:lnTo>
                <a:lnTo>
                  <a:pt x="10066" y="297"/>
                </a:lnTo>
                <a:lnTo>
                  <a:pt x="11358" y="745"/>
                </a:lnTo>
                <a:lnTo>
                  <a:pt x="12703" y="1359"/>
                </a:lnTo>
                <a:lnTo>
                  <a:pt x="14115" y="2103"/>
                </a:lnTo>
                <a:close/>
              </a:path>
            </a:pathLst>
          </a:custGeom>
          <a:solidFill>
            <a:srgbClr val="F3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4" name="contour_12422"/>
          <p:cNvSpPr/>
          <p:nvPr/>
        </p:nvSpPr>
        <p:spPr>
          <a:xfrm>
            <a:off x="4673975" y="5793953"/>
            <a:ext cx="29866" cy="51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8317" y="1659"/>
                </a:lnTo>
                <a:lnTo>
                  <a:pt x="10768" y="3324"/>
                </a:lnTo>
                <a:lnTo>
                  <a:pt x="13135" y="5014"/>
                </a:lnTo>
                <a:lnTo>
                  <a:pt x="15412" y="6738"/>
                </a:lnTo>
                <a:lnTo>
                  <a:pt x="17589" y="8507"/>
                </a:lnTo>
                <a:lnTo>
                  <a:pt x="19650" y="10338"/>
                </a:lnTo>
                <a:lnTo>
                  <a:pt x="21600" y="12245"/>
                </a:lnTo>
                <a:lnTo>
                  <a:pt x="21242" y="14890"/>
                </a:lnTo>
                <a:lnTo>
                  <a:pt x="20788" y="16690"/>
                </a:lnTo>
                <a:lnTo>
                  <a:pt x="19987" y="18086"/>
                </a:lnTo>
                <a:lnTo>
                  <a:pt x="18585" y="19518"/>
                </a:lnTo>
                <a:lnTo>
                  <a:pt x="16329" y="21429"/>
                </a:lnTo>
                <a:lnTo>
                  <a:pt x="12271" y="21542"/>
                </a:lnTo>
                <a:lnTo>
                  <a:pt x="9414" y="21600"/>
                </a:lnTo>
                <a:lnTo>
                  <a:pt x="7010" y="21600"/>
                </a:lnTo>
                <a:lnTo>
                  <a:pt x="4301" y="21542"/>
                </a:lnTo>
                <a:lnTo>
                  <a:pt x="517" y="21429"/>
                </a:lnTo>
                <a:lnTo>
                  <a:pt x="437" y="19632"/>
                </a:lnTo>
                <a:lnTo>
                  <a:pt x="364" y="17832"/>
                </a:lnTo>
                <a:lnTo>
                  <a:pt x="300" y="16035"/>
                </a:lnTo>
                <a:lnTo>
                  <a:pt x="242" y="14235"/>
                </a:lnTo>
                <a:lnTo>
                  <a:pt x="190" y="12435"/>
                </a:lnTo>
                <a:lnTo>
                  <a:pt x="127" y="10763"/>
                </a:lnTo>
                <a:lnTo>
                  <a:pt x="63" y="9083"/>
                </a:lnTo>
                <a:lnTo>
                  <a:pt x="0" y="7378"/>
                </a:lnTo>
                <a:lnTo>
                  <a:pt x="380" y="4834"/>
                </a:lnTo>
                <a:lnTo>
                  <a:pt x="1112" y="3217"/>
                </a:lnTo>
                <a:lnTo>
                  <a:pt x="2730" y="1837"/>
                </a:lnTo>
                <a:lnTo>
                  <a:pt x="5787" y="0"/>
                </a:lnTo>
                <a:close/>
              </a:path>
            </a:pathLst>
          </a:custGeom>
          <a:solidFill>
            <a:srgbClr val="EB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5" name="contour_12423"/>
          <p:cNvSpPr/>
          <p:nvPr/>
        </p:nvSpPr>
        <p:spPr>
          <a:xfrm>
            <a:off x="10577962" y="5786665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63"/>
                </a:lnTo>
                <a:lnTo>
                  <a:pt x="6860" y="529"/>
                </a:lnTo>
                <a:lnTo>
                  <a:pt x="8618" y="896"/>
                </a:lnTo>
                <a:lnTo>
                  <a:pt x="11340" y="1462"/>
                </a:lnTo>
                <a:lnTo>
                  <a:pt x="15509" y="2329"/>
                </a:lnTo>
                <a:lnTo>
                  <a:pt x="21600" y="3600"/>
                </a:lnTo>
                <a:lnTo>
                  <a:pt x="21064" y="5828"/>
                </a:lnTo>
                <a:lnTo>
                  <a:pt x="20529" y="8057"/>
                </a:lnTo>
                <a:lnTo>
                  <a:pt x="19993" y="10292"/>
                </a:lnTo>
                <a:lnTo>
                  <a:pt x="19457" y="12532"/>
                </a:lnTo>
                <a:lnTo>
                  <a:pt x="18917" y="14782"/>
                </a:lnTo>
                <a:lnTo>
                  <a:pt x="18373" y="17042"/>
                </a:lnTo>
                <a:lnTo>
                  <a:pt x="17829" y="19314"/>
                </a:lnTo>
                <a:lnTo>
                  <a:pt x="17280" y="21600"/>
                </a:lnTo>
                <a:lnTo>
                  <a:pt x="12614" y="19123"/>
                </a:lnTo>
                <a:lnTo>
                  <a:pt x="9189" y="17269"/>
                </a:lnTo>
                <a:lnTo>
                  <a:pt x="6692" y="15858"/>
                </a:lnTo>
                <a:lnTo>
                  <a:pt x="4830" y="14692"/>
                </a:lnTo>
                <a:lnTo>
                  <a:pt x="3292" y="13586"/>
                </a:lnTo>
                <a:lnTo>
                  <a:pt x="1784" y="12352"/>
                </a:lnTo>
                <a:lnTo>
                  <a:pt x="0" y="10800"/>
                </a:lnTo>
                <a:lnTo>
                  <a:pt x="553" y="7798"/>
                </a:lnTo>
                <a:lnTo>
                  <a:pt x="1054" y="5735"/>
                </a:lnTo>
                <a:lnTo>
                  <a:pt x="1711" y="4093"/>
                </a:lnTo>
                <a:lnTo>
                  <a:pt x="2730" y="2354"/>
                </a:lnTo>
                <a:lnTo>
                  <a:pt x="4320" y="0"/>
                </a:lnTo>
                <a:close/>
              </a:path>
            </a:pathLst>
          </a:custGeom>
          <a:solidFill>
            <a:srgbClr val="E8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6" name="contour_12424"/>
          <p:cNvSpPr/>
          <p:nvPr/>
        </p:nvSpPr>
        <p:spPr>
          <a:xfrm>
            <a:off x="956553" y="5786665"/>
            <a:ext cx="3770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2" y="0"/>
                </a:moveTo>
                <a:lnTo>
                  <a:pt x="1491" y="1472"/>
                </a:lnTo>
                <a:lnTo>
                  <a:pt x="2271" y="2965"/>
                </a:lnTo>
                <a:lnTo>
                  <a:pt x="3854" y="4838"/>
                </a:lnTo>
                <a:lnTo>
                  <a:pt x="5077" y="5931"/>
                </a:lnTo>
                <a:lnTo>
                  <a:pt x="6572" y="6659"/>
                </a:lnTo>
                <a:lnTo>
                  <a:pt x="8961" y="7449"/>
                </a:lnTo>
                <a:lnTo>
                  <a:pt x="11215" y="7773"/>
                </a:lnTo>
                <a:lnTo>
                  <a:pt x="13508" y="8100"/>
                </a:lnTo>
                <a:lnTo>
                  <a:pt x="16180" y="8483"/>
                </a:lnTo>
                <a:lnTo>
                  <a:pt x="18873" y="8865"/>
                </a:lnTo>
                <a:lnTo>
                  <a:pt x="21600" y="9257"/>
                </a:lnTo>
                <a:lnTo>
                  <a:pt x="20418" y="11004"/>
                </a:lnTo>
                <a:lnTo>
                  <a:pt x="19237" y="12750"/>
                </a:lnTo>
                <a:lnTo>
                  <a:pt x="18051" y="14503"/>
                </a:lnTo>
                <a:lnTo>
                  <a:pt x="16861" y="16262"/>
                </a:lnTo>
                <a:lnTo>
                  <a:pt x="15662" y="18030"/>
                </a:lnTo>
                <a:lnTo>
                  <a:pt x="14460" y="19807"/>
                </a:lnTo>
                <a:lnTo>
                  <a:pt x="13249" y="21600"/>
                </a:lnTo>
                <a:lnTo>
                  <a:pt x="10142" y="21390"/>
                </a:lnTo>
                <a:lnTo>
                  <a:pt x="7938" y="21125"/>
                </a:lnTo>
                <a:lnTo>
                  <a:pt x="6034" y="20656"/>
                </a:lnTo>
                <a:lnTo>
                  <a:pt x="3829" y="19835"/>
                </a:lnTo>
                <a:lnTo>
                  <a:pt x="722" y="18514"/>
                </a:lnTo>
                <a:lnTo>
                  <a:pt x="384" y="16447"/>
                </a:lnTo>
                <a:lnTo>
                  <a:pt x="159" y="14389"/>
                </a:lnTo>
                <a:lnTo>
                  <a:pt x="33" y="12337"/>
                </a:lnTo>
                <a:lnTo>
                  <a:pt x="0" y="10291"/>
                </a:lnTo>
                <a:lnTo>
                  <a:pt x="42" y="8242"/>
                </a:lnTo>
                <a:lnTo>
                  <a:pt x="146" y="6193"/>
                </a:lnTo>
                <a:lnTo>
                  <a:pt x="305" y="4138"/>
                </a:lnTo>
                <a:lnTo>
                  <a:pt x="501" y="2077"/>
                </a:lnTo>
                <a:lnTo>
                  <a:pt x="722" y="0"/>
                </a:lnTo>
                <a:close/>
              </a:path>
            </a:pathLst>
          </a:custGeom>
          <a:solidFill>
            <a:srgbClr val="3B3B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7" name="contour_12425"/>
          <p:cNvSpPr/>
          <p:nvPr/>
        </p:nvSpPr>
        <p:spPr>
          <a:xfrm>
            <a:off x="5490944" y="577937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302" y="2038"/>
                </a:lnTo>
                <a:lnTo>
                  <a:pt x="17175" y="4075"/>
                </a:lnTo>
                <a:lnTo>
                  <a:pt x="18051" y="6120"/>
                </a:lnTo>
                <a:lnTo>
                  <a:pt x="18931" y="8172"/>
                </a:lnTo>
                <a:lnTo>
                  <a:pt x="19816" y="10235"/>
                </a:lnTo>
                <a:lnTo>
                  <a:pt x="20705" y="12308"/>
                </a:lnTo>
                <a:lnTo>
                  <a:pt x="21600" y="14400"/>
                </a:lnTo>
                <a:lnTo>
                  <a:pt x="19560" y="14400"/>
                </a:lnTo>
                <a:lnTo>
                  <a:pt x="17508" y="14400"/>
                </a:lnTo>
                <a:lnTo>
                  <a:pt x="15429" y="14400"/>
                </a:lnTo>
                <a:lnTo>
                  <a:pt x="16194" y="16182"/>
                </a:lnTo>
                <a:lnTo>
                  <a:pt x="16959" y="17971"/>
                </a:lnTo>
                <a:lnTo>
                  <a:pt x="17734" y="19775"/>
                </a:lnTo>
                <a:lnTo>
                  <a:pt x="18514" y="21600"/>
                </a:lnTo>
                <a:lnTo>
                  <a:pt x="17582" y="21420"/>
                </a:lnTo>
                <a:lnTo>
                  <a:pt x="16728" y="21251"/>
                </a:lnTo>
                <a:lnTo>
                  <a:pt x="15793" y="21071"/>
                </a:lnTo>
                <a:lnTo>
                  <a:pt x="14626" y="20844"/>
                </a:lnTo>
                <a:lnTo>
                  <a:pt x="13077" y="20542"/>
                </a:lnTo>
                <a:lnTo>
                  <a:pt x="10991" y="20138"/>
                </a:lnTo>
                <a:lnTo>
                  <a:pt x="8220" y="19598"/>
                </a:lnTo>
                <a:lnTo>
                  <a:pt x="4607" y="18896"/>
                </a:lnTo>
                <a:lnTo>
                  <a:pt x="0" y="18000"/>
                </a:lnTo>
                <a:lnTo>
                  <a:pt x="1527" y="17107"/>
                </a:lnTo>
                <a:lnTo>
                  <a:pt x="3061" y="16214"/>
                </a:lnTo>
                <a:lnTo>
                  <a:pt x="4607" y="15311"/>
                </a:lnTo>
                <a:lnTo>
                  <a:pt x="6171" y="14400"/>
                </a:lnTo>
                <a:lnTo>
                  <a:pt x="6144" y="13608"/>
                </a:lnTo>
                <a:lnTo>
                  <a:pt x="6094" y="12208"/>
                </a:lnTo>
                <a:lnTo>
                  <a:pt x="5980" y="9000"/>
                </a:lnTo>
                <a:lnTo>
                  <a:pt x="6042" y="7214"/>
                </a:lnTo>
                <a:lnTo>
                  <a:pt x="6107" y="5422"/>
                </a:lnTo>
                <a:lnTo>
                  <a:pt x="6171" y="3600"/>
                </a:lnTo>
                <a:lnTo>
                  <a:pt x="8467" y="2383"/>
                </a:lnTo>
                <a:lnTo>
                  <a:pt x="10096" y="1588"/>
                </a:lnTo>
                <a:lnTo>
                  <a:pt x="11504" y="1040"/>
                </a:lnTo>
                <a:lnTo>
                  <a:pt x="13133" y="569"/>
                </a:lnTo>
                <a:lnTo>
                  <a:pt x="15429" y="0"/>
                </a:lnTo>
                <a:close/>
              </a:path>
            </a:pathLst>
          </a:custGeom>
          <a:solidFill>
            <a:srgbClr val="3E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8" name="contour_12426"/>
          <p:cNvSpPr/>
          <p:nvPr/>
        </p:nvSpPr>
        <p:spPr>
          <a:xfrm>
            <a:off x="3617930" y="577208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61" y="1277"/>
                </a:lnTo>
                <a:lnTo>
                  <a:pt x="6026" y="2481"/>
                </a:lnTo>
                <a:lnTo>
                  <a:pt x="8143" y="3684"/>
                </a:lnTo>
                <a:lnTo>
                  <a:pt x="9858" y="4974"/>
                </a:lnTo>
                <a:lnTo>
                  <a:pt x="11323" y="6424"/>
                </a:lnTo>
                <a:lnTo>
                  <a:pt x="12679" y="8112"/>
                </a:lnTo>
                <a:lnTo>
                  <a:pt x="14075" y="10124"/>
                </a:lnTo>
                <a:lnTo>
                  <a:pt x="15660" y="12534"/>
                </a:lnTo>
                <a:lnTo>
                  <a:pt x="16161" y="13287"/>
                </a:lnTo>
                <a:lnTo>
                  <a:pt x="17042" y="14617"/>
                </a:lnTo>
                <a:lnTo>
                  <a:pt x="19068" y="17660"/>
                </a:lnTo>
                <a:lnTo>
                  <a:pt x="19699" y="18638"/>
                </a:lnTo>
                <a:lnTo>
                  <a:pt x="21600" y="21600"/>
                </a:lnTo>
                <a:lnTo>
                  <a:pt x="18749" y="21600"/>
                </a:lnTo>
                <a:lnTo>
                  <a:pt x="15893" y="21600"/>
                </a:lnTo>
                <a:lnTo>
                  <a:pt x="13025" y="21600"/>
                </a:lnTo>
                <a:lnTo>
                  <a:pt x="10143" y="21600"/>
                </a:lnTo>
                <a:lnTo>
                  <a:pt x="7245" y="21600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2BB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29" name="contour_12427"/>
          <p:cNvSpPr/>
          <p:nvPr/>
        </p:nvSpPr>
        <p:spPr>
          <a:xfrm>
            <a:off x="11644050" y="5772089"/>
            <a:ext cx="3439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71" y="0"/>
                </a:moveTo>
                <a:lnTo>
                  <a:pt x="8722" y="1004"/>
                </a:lnTo>
                <a:lnTo>
                  <a:pt x="9587" y="2026"/>
                </a:lnTo>
                <a:lnTo>
                  <a:pt x="11056" y="3162"/>
                </a:lnTo>
                <a:lnTo>
                  <a:pt x="12415" y="3964"/>
                </a:lnTo>
                <a:lnTo>
                  <a:pt x="14241" y="4640"/>
                </a:lnTo>
                <a:lnTo>
                  <a:pt x="17111" y="5409"/>
                </a:lnTo>
                <a:lnTo>
                  <a:pt x="21600" y="6480"/>
                </a:lnTo>
                <a:lnTo>
                  <a:pt x="20090" y="7728"/>
                </a:lnTo>
                <a:lnTo>
                  <a:pt x="18580" y="8975"/>
                </a:lnTo>
                <a:lnTo>
                  <a:pt x="17065" y="10225"/>
                </a:lnTo>
                <a:lnTo>
                  <a:pt x="15555" y="11476"/>
                </a:lnTo>
                <a:lnTo>
                  <a:pt x="14035" y="12729"/>
                </a:lnTo>
                <a:lnTo>
                  <a:pt x="12516" y="13984"/>
                </a:lnTo>
                <a:lnTo>
                  <a:pt x="10992" y="15241"/>
                </a:lnTo>
                <a:lnTo>
                  <a:pt x="9464" y="16505"/>
                </a:lnTo>
                <a:lnTo>
                  <a:pt x="7931" y="17770"/>
                </a:lnTo>
                <a:lnTo>
                  <a:pt x="6393" y="19043"/>
                </a:lnTo>
                <a:lnTo>
                  <a:pt x="4846" y="20317"/>
                </a:lnTo>
                <a:lnTo>
                  <a:pt x="3295" y="21600"/>
                </a:lnTo>
                <a:lnTo>
                  <a:pt x="2105" y="19995"/>
                </a:lnTo>
                <a:lnTo>
                  <a:pt x="1194" y="18455"/>
                </a:lnTo>
                <a:lnTo>
                  <a:pt x="554" y="16969"/>
                </a:lnTo>
                <a:lnTo>
                  <a:pt x="160" y="15528"/>
                </a:lnTo>
                <a:lnTo>
                  <a:pt x="0" y="14124"/>
                </a:lnTo>
                <a:lnTo>
                  <a:pt x="64" y="12746"/>
                </a:lnTo>
                <a:lnTo>
                  <a:pt x="325" y="11385"/>
                </a:lnTo>
                <a:lnTo>
                  <a:pt x="778" y="10033"/>
                </a:lnTo>
                <a:lnTo>
                  <a:pt x="1400" y="8679"/>
                </a:lnTo>
                <a:lnTo>
                  <a:pt x="2178" y="7314"/>
                </a:lnTo>
                <a:lnTo>
                  <a:pt x="3098" y="5929"/>
                </a:lnTo>
                <a:lnTo>
                  <a:pt x="4146" y="4514"/>
                </a:lnTo>
                <a:lnTo>
                  <a:pt x="5299" y="3061"/>
                </a:lnTo>
                <a:lnTo>
                  <a:pt x="6544" y="1560"/>
                </a:lnTo>
                <a:lnTo>
                  <a:pt x="7871" y="0"/>
                </a:lnTo>
                <a:close/>
              </a:path>
            </a:pathLst>
          </a:custGeom>
          <a:solidFill>
            <a:srgbClr val="C5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0" name="contour_12428"/>
          <p:cNvSpPr/>
          <p:nvPr/>
        </p:nvSpPr>
        <p:spPr>
          <a:xfrm>
            <a:off x="717310" y="577208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0"/>
                </a:lnTo>
                <a:lnTo>
                  <a:pt x="9461" y="0"/>
                </a:lnTo>
                <a:lnTo>
                  <a:pt x="12044" y="0"/>
                </a:lnTo>
                <a:lnTo>
                  <a:pt x="14649" y="0"/>
                </a:lnTo>
                <a:lnTo>
                  <a:pt x="17280" y="0"/>
                </a:lnTo>
                <a:lnTo>
                  <a:pt x="17755" y="2376"/>
                </a:lnTo>
                <a:lnTo>
                  <a:pt x="18230" y="4756"/>
                </a:lnTo>
                <a:lnTo>
                  <a:pt x="18706" y="7135"/>
                </a:lnTo>
                <a:lnTo>
                  <a:pt x="19185" y="9522"/>
                </a:lnTo>
                <a:lnTo>
                  <a:pt x="19665" y="11916"/>
                </a:lnTo>
                <a:lnTo>
                  <a:pt x="20144" y="14321"/>
                </a:lnTo>
                <a:lnTo>
                  <a:pt x="20628" y="16733"/>
                </a:lnTo>
                <a:lnTo>
                  <a:pt x="21112" y="19159"/>
                </a:lnTo>
                <a:lnTo>
                  <a:pt x="21600" y="21600"/>
                </a:lnTo>
                <a:lnTo>
                  <a:pt x="18926" y="21154"/>
                </a:lnTo>
                <a:lnTo>
                  <a:pt x="16252" y="20707"/>
                </a:lnTo>
                <a:lnTo>
                  <a:pt x="13569" y="20261"/>
                </a:lnTo>
                <a:lnTo>
                  <a:pt x="10882" y="19814"/>
                </a:lnTo>
                <a:lnTo>
                  <a:pt x="8182" y="19364"/>
                </a:lnTo>
                <a:lnTo>
                  <a:pt x="5469" y="18911"/>
                </a:lnTo>
                <a:lnTo>
                  <a:pt x="2743" y="18457"/>
                </a:lnTo>
                <a:lnTo>
                  <a:pt x="0" y="18000"/>
                </a:lnTo>
                <a:lnTo>
                  <a:pt x="700" y="13352"/>
                </a:lnTo>
                <a:lnTo>
                  <a:pt x="1253" y="9810"/>
                </a:lnTo>
                <a:lnTo>
                  <a:pt x="1711" y="7164"/>
                </a:lnTo>
                <a:lnTo>
                  <a:pt x="2121" y="5206"/>
                </a:lnTo>
                <a:lnTo>
                  <a:pt x="2536" y="3719"/>
                </a:lnTo>
                <a:lnTo>
                  <a:pt x="3007" y="2495"/>
                </a:lnTo>
                <a:lnTo>
                  <a:pt x="3586" y="1328"/>
                </a:lnTo>
                <a:lnTo>
                  <a:pt x="4320" y="0"/>
                </a:lnTo>
                <a:close/>
              </a:path>
            </a:pathLst>
          </a:custGeom>
          <a:solidFill>
            <a:srgbClr val="4A4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1" name="contour_12429"/>
          <p:cNvSpPr/>
          <p:nvPr/>
        </p:nvSpPr>
        <p:spPr>
          <a:xfrm>
            <a:off x="1788645" y="5764801"/>
            <a:ext cx="58304" cy="221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65" y="4223"/>
                </a:lnTo>
                <a:lnTo>
                  <a:pt x="20528" y="8461"/>
                </a:lnTo>
                <a:lnTo>
                  <a:pt x="19991" y="12713"/>
                </a:lnTo>
                <a:lnTo>
                  <a:pt x="19448" y="17000"/>
                </a:lnTo>
                <a:lnTo>
                  <a:pt x="18900" y="21330"/>
                </a:lnTo>
                <a:lnTo>
                  <a:pt x="17024" y="21536"/>
                </a:lnTo>
                <a:lnTo>
                  <a:pt x="15611" y="21600"/>
                </a:lnTo>
                <a:lnTo>
                  <a:pt x="14399" y="21444"/>
                </a:lnTo>
                <a:lnTo>
                  <a:pt x="13119" y="21024"/>
                </a:lnTo>
                <a:lnTo>
                  <a:pt x="11502" y="20263"/>
                </a:lnTo>
                <a:lnTo>
                  <a:pt x="9283" y="19112"/>
                </a:lnTo>
                <a:lnTo>
                  <a:pt x="8510" y="18735"/>
                </a:lnTo>
                <a:lnTo>
                  <a:pt x="7152" y="18059"/>
                </a:lnTo>
                <a:lnTo>
                  <a:pt x="4039" y="16524"/>
                </a:lnTo>
                <a:lnTo>
                  <a:pt x="3445" y="16189"/>
                </a:lnTo>
                <a:lnTo>
                  <a:pt x="2398" y="15592"/>
                </a:lnTo>
                <a:lnTo>
                  <a:pt x="0" y="14220"/>
                </a:lnTo>
                <a:lnTo>
                  <a:pt x="0" y="9520"/>
                </a:lnTo>
                <a:lnTo>
                  <a:pt x="0" y="4792"/>
                </a:lnTo>
                <a:lnTo>
                  <a:pt x="0" y="0"/>
                </a:lnTo>
                <a:close/>
              </a:path>
            </a:pathLst>
          </a:custGeom>
          <a:solidFill>
            <a:srgbClr val="2E29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2" name="contour_12430"/>
          <p:cNvSpPr/>
          <p:nvPr/>
        </p:nvSpPr>
        <p:spPr>
          <a:xfrm>
            <a:off x="10279155" y="575022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683"/>
                </a:lnTo>
                <a:lnTo>
                  <a:pt x="15865" y="1248"/>
                </a:lnTo>
                <a:lnTo>
                  <a:pt x="17507" y="1905"/>
                </a:lnTo>
                <a:lnTo>
                  <a:pt x="19246" y="2860"/>
                </a:lnTo>
                <a:lnTo>
                  <a:pt x="21600" y="4320"/>
                </a:lnTo>
                <a:lnTo>
                  <a:pt x="21006" y="7171"/>
                </a:lnTo>
                <a:lnTo>
                  <a:pt x="20412" y="10027"/>
                </a:lnTo>
                <a:lnTo>
                  <a:pt x="19814" y="12895"/>
                </a:lnTo>
                <a:lnTo>
                  <a:pt x="19213" y="15777"/>
                </a:lnTo>
                <a:lnTo>
                  <a:pt x="18608" y="18675"/>
                </a:lnTo>
                <a:lnTo>
                  <a:pt x="18000" y="21600"/>
                </a:lnTo>
                <a:lnTo>
                  <a:pt x="16992" y="21116"/>
                </a:lnTo>
                <a:lnTo>
                  <a:pt x="16049" y="20663"/>
                </a:lnTo>
                <a:lnTo>
                  <a:pt x="14962" y="20144"/>
                </a:lnTo>
                <a:lnTo>
                  <a:pt x="13522" y="19453"/>
                </a:lnTo>
                <a:lnTo>
                  <a:pt x="11516" y="18490"/>
                </a:lnTo>
                <a:lnTo>
                  <a:pt x="8737" y="17155"/>
                </a:lnTo>
                <a:lnTo>
                  <a:pt x="4968" y="15345"/>
                </a:lnTo>
                <a:lnTo>
                  <a:pt x="0" y="12960"/>
                </a:lnTo>
                <a:lnTo>
                  <a:pt x="2826" y="8938"/>
                </a:lnTo>
                <a:lnTo>
                  <a:pt x="4838" y="6139"/>
                </a:lnTo>
                <a:lnTo>
                  <a:pt x="6347" y="4203"/>
                </a:lnTo>
                <a:lnTo>
                  <a:pt x="7639" y="2778"/>
                </a:lnTo>
                <a:lnTo>
                  <a:pt x="9025" y="1495"/>
                </a:lnTo>
                <a:lnTo>
                  <a:pt x="10800" y="0"/>
                </a:lnTo>
                <a:close/>
              </a:path>
            </a:pathLst>
          </a:custGeom>
          <a:solidFill>
            <a:srgbClr val="8F90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3" name="contour_12431"/>
          <p:cNvSpPr/>
          <p:nvPr/>
        </p:nvSpPr>
        <p:spPr>
          <a:xfrm>
            <a:off x="8019877" y="575022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44" y="2138"/>
                </a:lnTo>
                <a:lnTo>
                  <a:pt x="20887" y="4280"/>
                </a:lnTo>
                <a:lnTo>
                  <a:pt x="20531" y="6421"/>
                </a:lnTo>
                <a:lnTo>
                  <a:pt x="20171" y="8566"/>
                </a:lnTo>
                <a:lnTo>
                  <a:pt x="19814" y="10720"/>
                </a:lnTo>
                <a:lnTo>
                  <a:pt x="19454" y="12877"/>
                </a:lnTo>
                <a:lnTo>
                  <a:pt x="19094" y="15043"/>
                </a:lnTo>
                <a:lnTo>
                  <a:pt x="18731" y="17218"/>
                </a:lnTo>
                <a:lnTo>
                  <a:pt x="18367" y="19403"/>
                </a:lnTo>
                <a:lnTo>
                  <a:pt x="18000" y="21600"/>
                </a:lnTo>
                <a:lnTo>
                  <a:pt x="17287" y="19767"/>
                </a:lnTo>
                <a:lnTo>
                  <a:pt x="16571" y="17928"/>
                </a:lnTo>
                <a:lnTo>
                  <a:pt x="15854" y="16083"/>
                </a:lnTo>
                <a:lnTo>
                  <a:pt x="15131" y="14222"/>
                </a:lnTo>
                <a:lnTo>
                  <a:pt x="14400" y="12343"/>
                </a:lnTo>
                <a:lnTo>
                  <a:pt x="12614" y="12343"/>
                </a:lnTo>
                <a:lnTo>
                  <a:pt x="10822" y="12343"/>
                </a:lnTo>
                <a:lnTo>
                  <a:pt x="9000" y="12343"/>
                </a:lnTo>
                <a:lnTo>
                  <a:pt x="7214" y="12343"/>
                </a:lnTo>
                <a:lnTo>
                  <a:pt x="5422" y="12343"/>
                </a:lnTo>
                <a:lnTo>
                  <a:pt x="3600" y="12343"/>
                </a:lnTo>
                <a:lnTo>
                  <a:pt x="2383" y="10047"/>
                </a:lnTo>
                <a:lnTo>
                  <a:pt x="1588" y="8418"/>
                </a:lnTo>
                <a:lnTo>
                  <a:pt x="1040" y="7011"/>
                </a:lnTo>
                <a:lnTo>
                  <a:pt x="569" y="5381"/>
                </a:lnTo>
                <a:lnTo>
                  <a:pt x="0" y="3086"/>
                </a:lnTo>
                <a:lnTo>
                  <a:pt x="2228" y="2577"/>
                </a:lnTo>
                <a:lnTo>
                  <a:pt x="4475" y="2064"/>
                </a:lnTo>
                <a:lnTo>
                  <a:pt x="6750" y="1543"/>
                </a:lnTo>
                <a:lnTo>
                  <a:pt x="8633" y="1111"/>
                </a:lnTo>
                <a:lnTo>
                  <a:pt x="10548" y="676"/>
                </a:lnTo>
                <a:lnTo>
                  <a:pt x="12485" y="346"/>
                </a:lnTo>
                <a:lnTo>
                  <a:pt x="14029" y="145"/>
                </a:lnTo>
                <a:lnTo>
                  <a:pt x="15710" y="43"/>
                </a:lnTo>
                <a:lnTo>
                  <a:pt x="18054" y="6"/>
                </a:lnTo>
                <a:lnTo>
                  <a:pt x="21600" y="0"/>
                </a:lnTo>
                <a:close/>
              </a:path>
            </a:pathLst>
          </a:custGeom>
          <a:solidFill>
            <a:srgbClr val="727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4" name="contour_12432"/>
          <p:cNvSpPr/>
          <p:nvPr/>
        </p:nvSpPr>
        <p:spPr>
          <a:xfrm>
            <a:off x="943238" y="5750123"/>
            <a:ext cx="58304" cy="292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5"/>
                </a:moveTo>
                <a:lnTo>
                  <a:pt x="21219" y="3966"/>
                </a:lnTo>
                <a:lnTo>
                  <a:pt x="20890" y="6753"/>
                </a:lnTo>
                <a:lnTo>
                  <a:pt x="20480" y="9207"/>
                </a:lnTo>
                <a:lnTo>
                  <a:pt x="19858" y="12102"/>
                </a:lnTo>
                <a:lnTo>
                  <a:pt x="18900" y="16219"/>
                </a:lnTo>
                <a:lnTo>
                  <a:pt x="17024" y="17387"/>
                </a:lnTo>
                <a:lnTo>
                  <a:pt x="15611" y="18194"/>
                </a:lnTo>
                <a:lnTo>
                  <a:pt x="14399" y="18748"/>
                </a:lnTo>
                <a:lnTo>
                  <a:pt x="13119" y="19152"/>
                </a:lnTo>
                <a:lnTo>
                  <a:pt x="11502" y="19507"/>
                </a:lnTo>
                <a:lnTo>
                  <a:pt x="9283" y="19921"/>
                </a:lnTo>
                <a:lnTo>
                  <a:pt x="7549" y="20271"/>
                </a:lnTo>
                <a:lnTo>
                  <a:pt x="5805" y="20631"/>
                </a:lnTo>
                <a:lnTo>
                  <a:pt x="4039" y="20992"/>
                </a:lnTo>
                <a:lnTo>
                  <a:pt x="2705" y="21191"/>
                </a:lnTo>
                <a:lnTo>
                  <a:pt x="1361" y="21396"/>
                </a:lnTo>
                <a:lnTo>
                  <a:pt x="0" y="21600"/>
                </a:lnTo>
                <a:lnTo>
                  <a:pt x="1593" y="18291"/>
                </a:lnTo>
                <a:lnTo>
                  <a:pt x="3092" y="15245"/>
                </a:lnTo>
                <a:lnTo>
                  <a:pt x="4525" y="12468"/>
                </a:lnTo>
                <a:lnTo>
                  <a:pt x="5921" y="9955"/>
                </a:lnTo>
                <a:lnTo>
                  <a:pt x="7312" y="7722"/>
                </a:lnTo>
                <a:lnTo>
                  <a:pt x="8721" y="5758"/>
                </a:lnTo>
                <a:lnTo>
                  <a:pt x="10179" y="4079"/>
                </a:lnTo>
                <a:lnTo>
                  <a:pt x="11718" y="2685"/>
                </a:lnTo>
                <a:lnTo>
                  <a:pt x="13362" y="1571"/>
                </a:lnTo>
                <a:lnTo>
                  <a:pt x="15144" y="753"/>
                </a:lnTo>
                <a:lnTo>
                  <a:pt x="17094" y="231"/>
                </a:lnTo>
                <a:lnTo>
                  <a:pt x="19235" y="0"/>
                </a:lnTo>
                <a:lnTo>
                  <a:pt x="21600" y="75"/>
                </a:lnTo>
                <a:close/>
              </a:path>
            </a:pathLst>
          </a:custGeom>
          <a:solidFill>
            <a:srgbClr val="0E0D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5" name="contour_12433"/>
          <p:cNvSpPr/>
          <p:nvPr/>
        </p:nvSpPr>
        <p:spPr>
          <a:xfrm>
            <a:off x="4988073" y="570649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125" y="2376"/>
                </a:lnTo>
                <a:lnTo>
                  <a:pt x="20650" y="4756"/>
                </a:lnTo>
                <a:lnTo>
                  <a:pt x="20174" y="7135"/>
                </a:lnTo>
                <a:lnTo>
                  <a:pt x="19695" y="9522"/>
                </a:lnTo>
                <a:lnTo>
                  <a:pt x="19215" y="11916"/>
                </a:lnTo>
                <a:lnTo>
                  <a:pt x="18736" y="14321"/>
                </a:lnTo>
                <a:lnTo>
                  <a:pt x="18252" y="16733"/>
                </a:lnTo>
                <a:lnTo>
                  <a:pt x="17768" y="19159"/>
                </a:lnTo>
                <a:lnTo>
                  <a:pt x="17280" y="21600"/>
                </a:lnTo>
                <a:lnTo>
                  <a:pt x="14429" y="21006"/>
                </a:lnTo>
                <a:lnTo>
                  <a:pt x="11573" y="20412"/>
                </a:lnTo>
                <a:lnTo>
                  <a:pt x="8705" y="19814"/>
                </a:lnTo>
                <a:lnTo>
                  <a:pt x="5823" y="19213"/>
                </a:lnTo>
                <a:lnTo>
                  <a:pt x="2925" y="18608"/>
                </a:lnTo>
                <a:lnTo>
                  <a:pt x="0" y="18000"/>
                </a:lnTo>
                <a:lnTo>
                  <a:pt x="842" y="15739"/>
                </a:lnTo>
                <a:lnTo>
                  <a:pt x="1706" y="13489"/>
                </a:lnTo>
                <a:lnTo>
                  <a:pt x="2601" y="11243"/>
                </a:lnTo>
                <a:lnTo>
                  <a:pt x="3508" y="9000"/>
                </a:lnTo>
                <a:lnTo>
                  <a:pt x="3802" y="8255"/>
                </a:lnTo>
                <a:lnTo>
                  <a:pt x="4311" y="6944"/>
                </a:lnTo>
                <a:lnTo>
                  <a:pt x="5486" y="3938"/>
                </a:lnTo>
                <a:lnTo>
                  <a:pt x="7050" y="1984"/>
                </a:lnTo>
                <a:lnTo>
                  <a:pt x="8640" y="0"/>
                </a:lnTo>
                <a:close/>
              </a:path>
            </a:pathLst>
          </a:custGeom>
          <a:solidFill>
            <a:srgbClr val="D5C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6" name="contour_12434"/>
          <p:cNvSpPr/>
          <p:nvPr/>
        </p:nvSpPr>
        <p:spPr>
          <a:xfrm>
            <a:off x="4412322" y="5697570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600" y="4524"/>
                </a:lnTo>
                <a:lnTo>
                  <a:pt x="21600" y="7904"/>
                </a:lnTo>
                <a:lnTo>
                  <a:pt x="21600" y="11298"/>
                </a:lnTo>
                <a:lnTo>
                  <a:pt x="21600" y="14708"/>
                </a:lnTo>
                <a:lnTo>
                  <a:pt x="21600" y="1813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52" y="15501"/>
                </a:lnTo>
                <a:lnTo>
                  <a:pt x="1175" y="11237"/>
                </a:lnTo>
                <a:lnTo>
                  <a:pt x="1680" y="8236"/>
                </a:lnTo>
                <a:lnTo>
                  <a:pt x="2294" y="5930"/>
                </a:lnTo>
                <a:lnTo>
                  <a:pt x="3132" y="3763"/>
                </a:lnTo>
                <a:lnTo>
                  <a:pt x="4320" y="1150"/>
                </a:lnTo>
                <a:close/>
              </a:path>
            </a:pathLst>
          </a:custGeom>
          <a:solidFill>
            <a:srgbClr val="9B28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7" name="contour_12435"/>
          <p:cNvSpPr/>
          <p:nvPr/>
        </p:nvSpPr>
        <p:spPr>
          <a:xfrm>
            <a:off x="7757510" y="5698495"/>
            <a:ext cx="36440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85"/>
                </a:lnTo>
                <a:lnTo>
                  <a:pt x="13751" y="169"/>
                </a:lnTo>
                <a:lnTo>
                  <a:pt x="16368" y="250"/>
                </a:lnTo>
                <a:lnTo>
                  <a:pt x="18982" y="335"/>
                </a:lnTo>
                <a:lnTo>
                  <a:pt x="21600" y="415"/>
                </a:lnTo>
                <a:lnTo>
                  <a:pt x="21600" y="3415"/>
                </a:lnTo>
                <a:lnTo>
                  <a:pt x="21600" y="6415"/>
                </a:lnTo>
                <a:lnTo>
                  <a:pt x="21600" y="9423"/>
                </a:lnTo>
                <a:lnTo>
                  <a:pt x="21600" y="12440"/>
                </a:lnTo>
                <a:lnTo>
                  <a:pt x="21600" y="15473"/>
                </a:lnTo>
                <a:lnTo>
                  <a:pt x="21600" y="18528"/>
                </a:lnTo>
                <a:lnTo>
                  <a:pt x="21600" y="21600"/>
                </a:lnTo>
                <a:lnTo>
                  <a:pt x="16654" y="20812"/>
                </a:lnTo>
                <a:lnTo>
                  <a:pt x="13176" y="20215"/>
                </a:lnTo>
                <a:lnTo>
                  <a:pt x="10679" y="19685"/>
                </a:lnTo>
                <a:lnTo>
                  <a:pt x="8692" y="19113"/>
                </a:lnTo>
                <a:lnTo>
                  <a:pt x="6735" y="18380"/>
                </a:lnTo>
                <a:lnTo>
                  <a:pt x="4320" y="17363"/>
                </a:lnTo>
                <a:lnTo>
                  <a:pt x="2601" y="14211"/>
                </a:lnTo>
                <a:lnTo>
                  <a:pt x="1516" y="11974"/>
                </a:lnTo>
                <a:lnTo>
                  <a:pt x="860" y="10042"/>
                </a:lnTo>
                <a:lnTo>
                  <a:pt x="423" y="7804"/>
                </a:lnTo>
                <a:lnTo>
                  <a:pt x="0" y="4652"/>
                </a:lnTo>
                <a:lnTo>
                  <a:pt x="2562" y="2199"/>
                </a:lnTo>
                <a:lnTo>
                  <a:pt x="4303" y="894"/>
                </a:lnTo>
                <a:lnTo>
                  <a:pt x="6026" y="309"/>
                </a:lnTo>
                <a:lnTo>
                  <a:pt x="8523" y="0"/>
                </a:lnTo>
                <a:close/>
              </a:path>
            </a:pathLst>
          </a:custGeom>
          <a:solidFill>
            <a:srgbClr val="E3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8" name="contour_12436"/>
          <p:cNvSpPr/>
          <p:nvPr/>
        </p:nvSpPr>
        <p:spPr>
          <a:xfrm>
            <a:off x="2036436" y="5691921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154" y="3564"/>
                </a:lnTo>
                <a:lnTo>
                  <a:pt x="20709" y="7133"/>
                </a:lnTo>
                <a:lnTo>
                  <a:pt x="20261" y="10719"/>
                </a:lnTo>
                <a:lnTo>
                  <a:pt x="19810" y="14321"/>
                </a:lnTo>
                <a:lnTo>
                  <a:pt x="19356" y="17944"/>
                </a:lnTo>
                <a:lnTo>
                  <a:pt x="18900" y="21600"/>
                </a:lnTo>
                <a:lnTo>
                  <a:pt x="17323" y="20320"/>
                </a:lnTo>
                <a:lnTo>
                  <a:pt x="15746" y="19030"/>
                </a:lnTo>
                <a:lnTo>
                  <a:pt x="14170" y="17739"/>
                </a:lnTo>
                <a:lnTo>
                  <a:pt x="12596" y="16443"/>
                </a:lnTo>
                <a:lnTo>
                  <a:pt x="11024" y="15142"/>
                </a:lnTo>
                <a:lnTo>
                  <a:pt x="9450" y="13835"/>
                </a:lnTo>
                <a:lnTo>
                  <a:pt x="8095" y="12744"/>
                </a:lnTo>
                <a:lnTo>
                  <a:pt x="6718" y="11632"/>
                </a:lnTo>
                <a:lnTo>
                  <a:pt x="5019" y="10163"/>
                </a:lnTo>
                <a:lnTo>
                  <a:pt x="3335" y="8618"/>
                </a:lnTo>
                <a:lnTo>
                  <a:pt x="1663" y="7025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AC83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39" name="contour_12437"/>
          <p:cNvSpPr/>
          <p:nvPr/>
        </p:nvSpPr>
        <p:spPr>
          <a:xfrm>
            <a:off x="10694570" y="5675246"/>
            <a:ext cx="58304" cy="260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37"/>
                </a:moveTo>
                <a:lnTo>
                  <a:pt x="3969" y="989"/>
                </a:lnTo>
                <a:lnTo>
                  <a:pt x="7171" y="440"/>
                </a:lnTo>
                <a:lnTo>
                  <a:pt x="9717" y="97"/>
                </a:lnTo>
                <a:lnTo>
                  <a:pt x="11718" y="0"/>
                </a:lnTo>
                <a:lnTo>
                  <a:pt x="13284" y="163"/>
                </a:lnTo>
                <a:lnTo>
                  <a:pt x="14526" y="609"/>
                </a:lnTo>
                <a:lnTo>
                  <a:pt x="15555" y="1369"/>
                </a:lnTo>
                <a:lnTo>
                  <a:pt x="16484" y="2467"/>
                </a:lnTo>
                <a:lnTo>
                  <a:pt x="17420" y="3927"/>
                </a:lnTo>
                <a:lnTo>
                  <a:pt x="18479" y="5766"/>
                </a:lnTo>
                <a:lnTo>
                  <a:pt x="19335" y="8806"/>
                </a:lnTo>
                <a:lnTo>
                  <a:pt x="19945" y="11286"/>
                </a:lnTo>
                <a:lnTo>
                  <a:pt x="20601" y="14525"/>
                </a:lnTo>
                <a:lnTo>
                  <a:pt x="21600" y="19833"/>
                </a:lnTo>
                <a:lnTo>
                  <a:pt x="19745" y="20110"/>
                </a:lnTo>
                <a:lnTo>
                  <a:pt x="17890" y="20357"/>
                </a:lnTo>
                <a:lnTo>
                  <a:pt x="16033" y="20581"/>
                </a:lnTo>
                <a:lnTo>
                  <a:pt x="14175" y="20780"/>
                </a:lnTo>
                <a:lnTo>
                  <a:pt x="12317" y="20967"/>
                </a:lnTo>
                <a:lnTo>
                  <a:pt x="11551" y="21057"/>
                </a:lnTo>
                <a:lnTo>
                  <a:pt x="10198" y="21220"/>
                </a:lnTo>
                <a:lnTo>
                  <a:pt x="7098" y="21600"/>
                </a:lnTo>
                <a:lnTo>
                  <a:pt x="5646" y="21015"/>
                </a:lnTo>
                <a:lnTo>
                  <a:pt x="4182" y="20430"/>
                </a:lnTo>
                <a:lnTo>
                  <a:pt x="2700" y="19833"/>
                </a:lnTo>
                <a:lnTo>
                  <a:pt x="1741" y="15309"/>
                </a:lnTo>
                <a:lnTo>
                  <a:pt x="1120" y="12106"/>
                </a:lnTo>
                <a:lnTo>
                  <a:pt x="710" y="9355"/>
                </a:lnTo>
                <a:lnTo>
                  <a:pt x="381" y="6189"/>
                </a:lnTo>
                <a:lnTo>
                  <a:pt x="0" y="1737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0" name="contour_12438"/>
          <p:cNvSpPr/>
          <p:nvPr/>
        </p:nvSpPr>
        <p:spPr>
          <a:xfrm>
            <a:off x="1635597" y="5676019"/>
            <a:ext cx="72880" cy="30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40"/>
                </a:moveTo>
                <a:lnTo>
                  <a:pt x="20663" y="1322"/>
                </a:lnTo>
                <a:lnTo>
                  <a:pt x="19710" y="1704"/>
                </a:lnTo>
                <a:lnTo>
                  <a:pt x="19105" y="1999"/>
                </a:lnTo>
                <a:lnTo>
                  <a:pt x="17280" y="2877"/>
                </a:lnTo>
                <a:lnTo>
                  <a:pt x="16075" y="3419"/>
                </a:lnTo>
                <a:lnTo>
                  <a:pt x="14850" y="3967"/>
                </a:lnTo>
                <a:lnTo>
                  <a:pt x="13913" y="5031"/>
                </a:lnTo>
                <a:lnTo>
                  <a:pt x="12960" y="6105"/>
                </a:lnTo>
                <a:lnTo>
                  <a:pt x="12960" y="9519"/>
                </a:lnTo>
                <a:lnTo>
                  <a:pt x="12960" y="12954"/>
                </a:lnTo>
                <a:lnTo>
                  <a:pt x="12960" y="16435"/>
                </a:lnTo>
                <a:lnTo>
                  <a:pt x="11534" y="17003"/>
                </a:lnTo>
                <a:lnTo>
                  <a:pt x="10107" y="17571"/>
                </a:lnTo>
                <a:lnTo>
                  <a:pt x="8679" y="18139"/>
                </a:lnTo>
                <a:lnTo>
                  <a:pt x="7247" y="18713"/>
                </a:lnTo>
                <a:lnTo>
                  <a:pt x="5810" y="19286"/>
                </a:lnTo>
                <a:lnTo>
                  <a:pt x="4368" y="19859"/>
                </a:lnTo>
                <a:lnTo>
                  <a:pt x="2920" y="20438"/>
                </a:lnTo>
                <a:lnTo>
                  <a:pt x="1464" y="21016"/>
                </a:lnTo>
                <a:lnTo>
                  <a:pt x="0" y="21600"/>
                </a:lnTo>
                <a:lnTo>
                  <a:pt x="1244" y="18041"/>
                </a:lnTo>
                <a:lnTo>
                  <a:pt x="2441" y="14849"/>
                </a:lnTo>
                <a:lnTo>
                  <a:pt x="3601" y="12014"/>
                </a:lnTo>
                <a:lnTo>
                  <a:pt x="4741" y="9514"/>
                </a:lnTo>
                <a:lnTo>
                  <a:pt x="5873" y="7339"/>
                </a:lnTo>
                <a:lnTo>
                  <a:pt x="7009" y="5475"/>
                </a:lnTo>
                <a:lnTo>
                  <a:pt x="8165" y="3915"/>
                </a:lnTo>
                <a:lnTo>
                  <a:pt x="9351" y="2629"/>
                </a:lnTo>
                <a:lnTo>
                  <a:pt x="10584" y="1622"/>
                </a:lnTo>
                <a:lnTo>
                  <a:pt x="11874" y="868"/>
                </a:lnTo>
                <a:lnTo>
                  <a:pt x="13236" y="351"/>
                </a:lnTo>
                <a:lnTo>
                  <a:pt x="14686" y="67"/>
                </a:lnTo>
                <a:lnTo>
                  <a:pt x="16232" y="0"/>
                </a:lnTo>
                <a:lnTo>
                  <a:pt x="17891" y="129"/>
                </a:lnTo>
                <a:lnTo>
                  <a:pt x="19675" y="449"/>
                </a:lnTo>
                <a:lnTo>
                  <a:pt x="21600" y="940"/>
                </a:lnTo>
                <a:close/>
              </a:path>
            </a:pathLst>
          </a:custGeom>
          <a:solidFill>
            <a:srgbClr val="947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1" name="contour_12439"/>
          <p:cNvSpPr/>
          <p:nvPr/>
        </p:nvSpPr>
        <p:spPr>
          <a:xfrm>
            <a:off x="790190" y="5662769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765"/>
                </a:lnTo>
                <a:lnTo>
                  <a:pt x="17975" y="1531"/>
                </a:lnTo>
                <a:lnTo>
                  <a:pt x="19775" y="2305"/>
                </a:lnTo>
                <a:lnTo>
                  <a:pt x="21600" y="3086"/>
                </a:lnTo>
                <a:lnTo>
                  <a:pt x="21031" y="5381"/>
                </a:lnTo>
                <a:lnTo>
                  <a:pt x="20560" y="7011"/>
                </a:lnTo>
                <a:lnTo>
                  <a:pt x="20012" y="8418"/>
                </a:lnTo>
                <a:lnTo>
                  <a:pt x="19217" y="10047"/>
                </a:lnTo>
                <a:lnTo>
                  <a:pt x="18000" y="12343"/>
                </a:lnTo>
                <a:lnTo>
                  <a:pt x="15214" y="12621"/>
                </a:lnTo>
                <a:lnTo>
                  <a:pt x="13259" y="12759"/>
                </a:lnTo>
                <a:lnTo>
                  <a:pt x="11617" y="12759"/>
                </a:lnTo>
                <a:lnTo>
                  <a:pt x="9770" y="12621"/>
                </a:lnTo>
                <a:lnTo>
                  <a:pt x="7200" y="12343"/>
                </a:lnTo>
                <a:lnTo>
                  <a:pt x="7913" y="14176"/>
                </a:lnTo>
                <a:lnTo>
                  <a:pt x="8629" y="16015"/>
                </a:lnTo>
                <a:lnTo>
                  <a:pt x="9346" y="17860"/>
                </a:lnTo>
                <a:lnTo>
                  <a:pt x="10069" y="19721"/>
                </a:lnTo>
                <a:lnTo>
                  <a:pt x="10800" y="21600"/>
                </a:lnTo>
                <a:lnTo>
                  <a:pt x="8662" y="21600"/>
                </a:lnTo>
                <a:lnTo>
                  <a:pt x="6516" y="21600"/>
                </a:lnTo>
                <a:lnTo>
                  <a:pt x="4363" y="21600"/>
                </a:lnTo>
                <a:lnTo>
                  <a:pt x="2192" y="21600"/>
                </a:lnTo>
                <a:lnTo>
                  <a:pt x="0" y="21600"/>
                </a:lnTo>
                <a:lnTo>
                  <a:pt x="248" y="19616"/>
                </a:lnTo>
                <a:lnTo>
                  <a:pt x="522" y="17650"/>
                </a:lnTo>
                <a:lnTo>
                  <a:pt x="835" y="15703"/>
                </a:lnTo>
                <a:lnTo>
                  <a:pt x="1210" y="13772"/>
                </a:lnTo>
                <a:lnTo>
                  <a:pt x="1656" y="11855"/>
                </a:lnTo>
                <a:lnTo>
                  <a:pt x="2192" y="9951"/>
                </a:lnTo>
                <a:lnTo>
                  <a:pt x="2833" y="8057"/>
                </a:lnTo>
                <a:lnTo>
                  <a:pt x="3600" y="6171"/>
                </a:lnTo>
                <a:lnTo>
                  <a:pt x="6386" y="5709"/>
                </a:lnTo>
                <a:lnTo>
                  <a:pt x="8341" y="5477"/>
                </a:lnTo>
                <a:lnTo>
                  <a:pt x="9983" y="5477"/>
                </a:lnTo>
                <a:lnTo>
                  <a:pt x="11830" y="5709"/>
                </a:lnTo>
                <a:lnTo>
                  <a:pt x="14400" y="6171"/>
                </a:lnTo>
                <a:lnTo>
                  <a:pt x="14400" y="4132"/>
                </a:lnTo>
                <a:lnTo>
                  <a:pt x="14400" y="2080"/>
                </a:lnTo>
                <a:lnTo>
                  <a:pt x="14400" y="0"/>
                </a:lnTo>
                <a:close/>
              </a:path>
            </a:pathLst>
          </a:custGeom>
          <a:solidFill>
            <a:srgbClr val="2A2A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2" name="contour_12440"/>
          <p:cNvSpPr/>
          <p:nvPr/>
        </p:nvSpPr>
        <p:spPr>
          <a:xfrm>
            <a:off x="1679325" y="5670057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420" y="2536"/>
                </a:lnTo>
                <a:lnTo>
                  <a:pt x="18311" y="4441"/>
                </a:lnTo>
                <a:lnTo>
                  <a:pt x="19027" y="6074"/>
                </a:lnTo>
                <a:lnTo>
                  <a:pt x="19713" y="7802"/>
                </a:lnTo>
                <a:lnTo>
                  <a:pt x="20520" y="9975"/>
                </a:lnTo>
                <a:lnTo>
                  <a:pt x="21600" y="12960"/>
                </a:lnTo>
                <a:lnTo>
                  <a:pt x="21225" y="15828"/>
                </a:lnTo>
                <a:lnTo>
                  <a:pt x="20820" y="17686"/>
                </a:lnTo>
                <a:lnTo>
                  <a:pt x="20129" y="19341"/>
                </a:lnTo>
                <a:lnTo>
                  <a:pt x="18900" y="21600"/>
                </a:lnTo>
                <a:lnTo>
                  <a:pt x="17024" y="21552"/>
                </a:lnTo>
                <a:lnTo>
                  <a:pt x="15611" y="21475"/>
                </a:lnTo>
                <a:lnTo>
                  <a:pt x="14399" y="21324"/>
                </a:lnTo>
                <a:lnTo>
                  <a:pt x="13119" y="21056"/>
                </a:lnTo>
                <a:lnTo>
                  <a:pt x="11502" y="20619"/>
                </a:lnTo>
                <a:lnTo>
                  <a:pt x="9283" y="19980"/>
                </a:lnTo>
                <a:lnTo>
                  <a:pt x="7549" y="19500"/>
                </a:lnTo>
                <a:lnTo>
                  <a:pt x="5805" y="19017"/>
                </a:lnTo>
                <a:lnTo>
                  <a:pt x="4039" y="18528"/>
                </a:lnTo>
                <a:lnTo>
                  <a:pt x="2705" y="18118"/>
                </a:lnTo>
                <a:lnTo>
                  <a:pt x="1361" y="17699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1782" y="8640"/>
                </a:lnTo>
                <a:lnTo>
                  <a:pt x="3567" y="8640"/>
                </a:lnTo>
                <a:lnTo>
                  <a:pt x="5351" y="8640"/>
                </a:lnTo>
                <a:lnTo>
                  <a:pt x="7142" y="8640"/>
                </a:lnTo>
                <a:lnTo>
                  <a:pt x="8937" y="8640"/>
                </a:lnTo>
                <a:lnTo>
                  <a:pt x="10741" y="8640"/>
                </a:lnTo>
                <a:lnTo>
                  <a:pt x="12550" y="8640"/>
                </a:lnTo>
                <a:lnTo>
                  <a:pt x="14369" y="8640"/>
                </a:lnTo>
                <a:lnTo>
                  <a:pt x="16200" y="8640"/>
                </a:lnTo>
                <a:lnTo>
                  <a:pt x="16200" y="5784"/>
                </a:lnTo>
                <a:lnTo>
                  <a:pt x="16200" y="2912"/>
                </a:lnTo>
                <a:lnTo>
                  <a:pt x="16200" y="0"/>
                </a:lnTo>
                <a:close/>
              </a:path>
            </a:pathLst>
          </a:custGeom>
          <a:solidFill>
            <a:srgbClr val="7164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3" name="contour_12441"/>
          <p:cNvSpPr/>
          <p:nvPr/>
        </p:nvSpPr>
        <p:spPr>
          <a:xfrm>
            <a:off x="2043724" y="5655481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265" y="2674"/>
                </a:lnTo>
                <a:lnTo>
                  <a:pt x="20930" y="5348"/>
                </a:lnTo>
                <a:lnTo>
                  <a:pt x="20596" y="8031"/>
                </a:lnTo>
                <a:lnTo>
                  <a:pt x="20261" y="10718"/>
                </a:lnTo>
                <a:lnTo>
                  <a:pt x="19923" y="13418"/>
                </a:lnTo>
                <a:lnTo>
                  <a:pt x="19583" y="16131"/>
                </a:lnTo>
                <a:lnTo>
                  <a:pt x="19243" y="18857"/>
                </a:lnTo>
                <a:lnTo>
                  <a:pt x="18900" y="21600"/>
                </a:lnTo>
                <a:lnTo>
                  <a:pt x="17029" y="21172"/>
                </a:lnTo>
                <a:lnTo>
                  <a:pt x="15155" y="20745"/>
                </a:lnTo>
                <a:lnTo>
                  <a:pt x="13281" y="20317"/>
                </a:lnTo>
                <a:lnTo>
                  <a:pt x="11405" y="19885"/>
                </a:lnTo>
                <a:lnTo>
                  <a:pt x="9520" y="19457"/>
                </a:lnTo>
                <a:lnTo>
                  <a:pt x="7633" y="19025"/>
                </a:lnTo>
                <a:lnTo>
                  <a:pt x="5738" y="18593"/>
                </a:lnTo>
                <a:lnTo>
                  <a:pt x="3834" y="18157"/>
                </a:lnTo>
                <a:lnTo>
                  <a:pt x="1922" y="17721"/>
                </a:lnTo>
                <a:lnTo>
                  <a:pt x="0" y="17280"/>
                </a:lnTo>
                <a:lnTo>
                  <a:pt x="1809" y="15133"/>
                </a:lnTo>
                <a:lnTo>
                  <a:pt x="3499" y="13284"/>
                </a:lnTo>
                <a:lnTo>
                  <a:pt x="5125" y="11737"/>
                </a:lnTo>
                <a:lnTo>
                  <a:pt x="6728" y="10485"/>
                </a:lnTo>
                <a:lnTo>
                  <a:pt x="8365" y="9526"/>
                </a:lnTo>
                <a:lnTo>
                  <a:pt x="10079" y="8865"/>
                </a:lnTo>
                <a:lnTo>
                  <a:pt x="11923" y="8497"/>
                </a:lnTo>
                <a:lnTo>
                  <a:pt x="13948" y="8424"/>
                </a:lnTo>
                <a:lnTo>
                  <a:pt x="16200" y="8640"/>
                </a:lnTo>
                <a:lnTo>
                  <a:pt x="16200" y="5784"/>
                </a:lnTo>
                <a:lnTo>
                  <a:pt x="16200" y="2912"/>
                </a:lnTo>
                <a:lnTo>
                  <a:pt x="16200" y="0"/>
                </a:lnTo>
                <a:close/>
              </a:path>
            </a:pathLst>
          </a:custGeom>
          <a:solidFill>
            <a:srgbClr val="B5A5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4" name="contour_12442"/>
          <p:cNvSpPr/>
          <p:nvPr/>
        </p:nvSpPr>
        <p:spPr>
          <a:xfrm>
            <a:off x="8382907" y="5655481"/>
            <a:ext cx="5238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5" y="0"/>
                </a:moveTo>
                <a:lnTo>
                  <a:pt x="1406" y="403"/>
                </a:lnTo>
                <a:lnTo>
                  <a:pt x="2194" y="781"/>
                </a:lnTo>
                <a:lnTo>
                  <a:pt x="3101" y="1213"/>
                </a:lnTo>
                <a:lnTo>
                  <a:pt x="4303" y="1789"/>
                </a:lnTo>
                <a:lnTo>
                  <a:pt x="5977" y="2592"/>
                </a:lnTo>
                <a:lnTo>
                  <a:pt x="8297" y="3704"/>
                </a:lnTo>
                <a:lnTo>
                  <a:pt x="11443" y="5213"/>
                </a:lnTo>
                <a:lnTo>
                  <a:pt x="15590" y="7200"/>
                </a:lnTo>
                <a:lnTo>
                  <a:pt x="16335" y="5418"/>
                </a:lnTo>
                <a:lnTo>
                  <a:pt x="17080" y="3629"/>
                </a:lnTo>
                <a:lnTo>
                  <a:pt x="17835" y="1825"/>
                </a:lnTo>
                <a:lnTo>
                  <a:pt x="18595" y="0"/>
                </a:lnTo>
                <a:lnTo>
                  <a:pt x="19190" y="2138"/>
                </a:lnTo>
                <a:lnTo>
                  <a:pt x="19788" y="4284"/>
                </a:lnTo>
                <a:lnTo>
                  <a:pt x="20386" y="6437"/>
                </a:lnTo>
                <a:lnTo>
                  <a:pt x="20990" y="8608"/>
                </a:lnTo>
                <a:lnTo>
                  <a:pt x="21600" y="10800"/>
                </a:lnTo>
                <a:lnTo>
                  <a:pt x="20966" y="10699"/>
                </a:lnTo>
                <a:lnTo>
                  <a:pt x="19845" y="10526"/>
                </a:lnTo>
                <a:lnTo>
                  <a:pt x="17279" y="10123"/>
                </a:lnTo>
                <a:lnTo>
                  <a:pt x="15728" y="10346"/>
                </a:lnTo>
                <a:lnTo>
                  <a:pt x="14169" y="10573"/>
                </a:lnTo>
                <a:lnTo>
                  <a:pt x="12585" y="10800"/>
                </a:lnTo>
                <a:lnTo>
                  <a:pt x="11569" y="13478"/>
                </a:lnTo>
                <a:lnTo>
                  <a:pt x="10905" y="15379"/>
                </a:lnTo>
                <a:lnTo>
                  <a:pt x="10448" y="17021"/>
                </a:lnTo>
                <a:lnTo>
                  <a:pt x="10055" y="18922"/>
                </a:lnTo>
                <a:lnTo>
                  <a:pt x="9580" y="21600"/>
                </a:lnTo>
                <a:lnTo>
                  <a:pt x="6647" y="18515"/>
                </a:lnTo>
                <a:lnTo>
                  <a:pt x="4438" y="16103"/>
                </a:lnTo>
                <a:lnTo>
                  <a:pt x="2834" y="14166"/>
                </a:lnTo>
                <a:lnTo>
                  <a:pt x="1725" y="12510"/>
                </a:lnTo>
                <a:lnTo>
                  <a:pt x="1001" y="10937"/>
                </a:lnTo>
                <a:lnTo>
                  <a:pt x="544" y="9245"/>
                </a:lnTo>
                <a:lnTo>
                  <a:pt x="249" y="7240"/>
                </a:lnTo>
                <a:lnTo>
                  <a:pt x="0" y="4723"/>
                </a:lnTo>
                <a:lnTo>
                  <a:pt x="279" y="2380"/>
                </a:lnTo>
                <a:lnTo>
                  <a:pt x="565" y="0"/>
                </a:lnTo>
                <a:close/>
              </a:path>
            </a:pathLst>
          </a:custGeom>
          <a:solidFill>
            <a:srgbClr val="4242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5" name="contour_12443"/>
          <p:cNvSpPr/>
          <p:nvPr/>
        </p:nvSpPr>
        <p:spPr>
          <a:xfrm>
            <a:off x="5170273" y="5670057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67" y="216"/>
                </a:lnTo>
                <a:lnTo>
                  <a:pt x="5285" y="471"/>
                </a:lnTo>
                <a:lnTo>
                  <a:pt x="7866" y="795"/>
                </a:lnTo>
                <a:lnTo>
                  <a:pt x="10418" y="1210"/>
                </a:lnTo>
                <a:lnTo>
                  <a:pt x="12942" y="1745"/>
                </a:lnTo>
                <a:lnTo>
                  <a:pt x="15445" y="2424"/>
                </a:lnTo>
                <a:lnTo>
                  <a:pt x="17937" y="3275"/>
                </a:lnTo>
                <a:lnTo>
                  <a:pt x="20420" y="4320"/>
                </a:lnTo>
                <a:lnTo>
                  <a:pt x="21220" y="7348"/>
                </a:lnTo>
                <a:lnTo>
                  <a:pt x="21584" y="10122"/>
                </a:lnTo>
                <a:lnTo>
                  <a:pt x="21600" y="12787"/>
                </a:lnTo>
                <a:lnTo>
                  <a:pt x="21351" y="15492"/>
                </a:lnTo>
                <a:lnTo>
                  <a:pt x="20930" y="18382"/>
                </a:lnTo>
                <a:lnTo>
                  <a:pt x="20420" y="21600"/>
                </a:lnTo>
                <a:lnTo>
                  <a:pt x="15699" y="20948"/>
                </a:lnTo>
                <a:lnTo>
                  <a:pt x="12378" y="20425"/>
                </a:lnTo>
                <a:lnTo>
                  <a:pt x="10014" y="19920"/>
                </a:lnTo>
                <a:lnTo>
                  <a:pt x="8143" y="19306"/>
                </a:lnTo>
                <a:lnTo>
                  <a:pt x="6318" y="18468"/>
                </a:lnTo>
                <a:lnTo>
                  <a:pt x="4084" y="17280"/>
                </a:lnTo>
                <a:lnTo>
                  <a:pt x="2851" y="14420"/>
                </a:lnTo>
                <a:lnTo>
                  <a:pt x="1944" y="11668"/>
                </a:lnTo>
                <a:lnTo>
                  <a:pt x="1282" y="8938"/>
                </a:lnTo>
                <a:lnTo>
                  <a:pt x="788" y="6139"/>
                </a:lnTo>
                <a:lnTo>
                  <a:pt x="388" y="3192"/>
                </a:lnTo>
                <a:lnTo>
                  <a:pt x="0" y="0"/>
                </a:lnTo>
                <a:close/>
              </a:path>
            </a:pathLst>
          </a:custGeom>
          <a:solidFill>
            <a:srgbClr val="5654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6" name="contour_12444"/>
          <p:cNvSpPr/>
          <p:nvPr/>
        </p:nvSpPr>
        <p:spPr>
          <a:xfrm>
            <a:off x="1198317" y="5640905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11" y="0"/>
                </a:moveTo>
                <a:lnTo>
                  <a:pt x="20881" y="2621"/>
                </a:lnTo>
                <a:lnTo>
                  <a:pt x="21263" y="5202"/>
                </a:lnTo>
                <a:lnTo>
                  <a:pt x="21513" y="7751"/>
                </a:lnTo>
                <a:lnTo>
                  <a:pt x="21600" y="10292"/>
                </a:lnTo>
                <a:lnTo>
                  <a:pt x="21467" y="12838"/>
                </a:lnTo>
                <a:lnTo>
                  <a:pt x="21090" y="15401"/>
                </a:lnTo>
                <a:lnTo>
                  <a:pt x="20411" y="18000"/>
                </a:lnTo>
                <a:lnTo>
                  <a:pt x="17166" y="19242"/>
                </a:lnTo>
                <a:lnTo>
                  <a:pt x="13910" y="20146"/>
                </a:lnTo>
                <a:lnTo>
                  <a:pt x="10604" y="20772"/>
                </a:lnTo>
                <a:lnTo>
                  <a:pt x="7210" y="21186"/>
                </a:lnTo>
                <a:lnTo>
                  <a:pt x="3689" y="21442"/>
                </a:lnTo>
                <a:lnTo>
                  <a:pt x="0" y="21600"/>
                </a:lnTo>
                <a:lnTo>
                  <a:pt x="449" y="19404"/>
                </a:lnTo>
                <a:lnTo>
                  <a:pt x="918" y="17208"/>
                </a:lnTo>
                <a:lnTo>
                  <a:pt x="1408" y="15016"/>
                </a:lnTo>
                <a:lnTo>
                  <a:pt x="1914" y="12823"/>
                </a:lnTo>
                <a:lnTo>
                  <a:pt x="2449" y="10375"/>
                </a:lnTo>
                <a:lnTo>
                  <a:pt x="2990" y="7888"/>
                </a:lnTo>
                <a:lnTo>
                  <a:pt x="4291" y="5371"/>
                </a:lnTo>
                <a:lnTo>
                  <a:pt x="5460" y="3838"/>
                </a:lnTo>
                <a:lnTo>
                  <a:pt x="7174" y="2664"/>
                </a:lnTo>
                <a:lnTo>
                  <a:pt x="10088" y="1224"/>
                </a:lnTo>
                <a:lnTo>
                  <a:pt x="13951" y="364"/>
                </a:lnTo>
                <a:lnTo>
                  <a:pt x="16625" y="47"/>
                </a:lnTo>
                <a:lnTo>
                  <a:pt x="20411" y="0"/>
                </a:lnTo>
                <a:close/>
              </a:path>
            </a:pathLst>
          </a:custGeom>
          <a:solidFill>
            <a:srgbClr val="8359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7" name="contour_12445"/>
          <p:cNvSpPr/>
          <p:nvPr/>
        </p:nvSpPr>
        <p:spPr>
          <a:xfrm>
            <a:off x="11292186" y="563361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0989" y="8608"/>
                </a:lnTo>
                <a:lnTo>
                  <a:pt x="20375" y="11826"/>
                </a:lnTo>
                <a:lnTo>
                  <a:pt x="19761" y="15055"/>
                </a:lnTo>
                <a:lnTo>
                  <a:pt x="19141" y="18311"/>
                </a:lnTo>
                <a:lnTo>
                  <a:pt x="18514" y="21600"/>
                </a:lnTo>
                <a:lnTo>
                  <a:pt x="16632" y="21227"/>
                </a:lnTo>
                <a:lnTo>
                  <a:pt x="14750" y="20817"/>
                </a:lnTo>
                <a:lnTo>
                  <a:pt x="12871" y="20380"/>
                </a:lnTo>
                <a:lnTo>
                  <a:pt x="10991" y="19915"/>
                </a:lnTo>
                <a:lnTo>
                  <a:pt x="8893" y="19440"/>
                </a:lnTo>
                <a:lnTo>
                  <a:pt x="6761" y="18965"/>
                </a:lnTo>
                <a:lnTo>
                  <a:pt x="4937" y="17593"/>
                </a:lnTo>
                <a:lnTo>
                  <a:pt x="3086" y="16200"/>
                </a:lnTo>
                <a:lnTo>
                  <a:pt x="2475" y="12992"/>
                </a:lnTo>
                <a:lnTo>
                  <a:pt x="1861" y="9774"/>
                </a:lnTo>
                <a:lnTo>
                  <a:pt x="1247" y="6545"/>
                </a:lnTo>
                <a:lnTo>
                  <a:pt x="626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9294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8" name="contour_12446"/>
          <p:cNvSpPr/>
          <p:nvPr/>
        </p:nvSpPr>
        <p:spPr>
          <a:xfrm>
            <a:off x="972390" y="562632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639" y="1606"/>
                </a:lnTo>
                <a:lnTo>
                  <a:pt x="10814" y="2920"/>
                </a:lnTo>
                <a:lnTo>
                  <a:pt x="13266" y="4054"/>
                </a:lnTo>
                <a:lnTo>
                  <a:pt x="15138" y="5112"/>
                </a:lnTo>
                <a:lnTo>
                  <a:pt x="16571" y="6206"/>
                </a:lnTo>
                <a:lnTo>
                  <a:pt x="17701" y="7438"/>
                </a:lnTo>
                <a:lnTo>
                  <a:pt x="18673" y="8917"/>
                </a:lnTo>
                <a:lnTo>
                  <a:pt x="19624" y="10753"/>
                </a:lnTo>
                <a:lnTo>
                  <a:pt x="20700" y="13050"/>
                </a:lnTo>
                <a:lnTo>
                  <a:pt x="21146" y="15509"/>
                </a:lnTo>
                <a:lnTo>
                  <a:pt x="21600" y="18000"/>
                </a:lnTo>
                <a:lnTo>
                  <a:pt x="19246" y="19217"/>
                </a:lnTo>
                <a:lnTo>
                  <a:pt x="17507" y="20012"/>
                </a:lnTo>
                <a:lnTo>
                  <a:pt x="15865" y="20560"/>
                </a:lnTo>
                <a:lnTo>
                  <a:pt x="13802" y="21031"/>
                </a:lnTo>
                <a:lnTo>
                  <a:pt x="10800" y="21600"/>
                </a:lnTo>
                <a:lnTo>
                  <a:pt x="8492" y="20207"/>
                </a:lnTo>
                <a:lnTo>
                  <a:pt x="6430" y="18691"/>
                </a:lnTo>
                <a:lnTo>
                  <a:pt x="4576" y="17024"/>
                </a:lnTo>
                <a:lnTo>
                  <a:pt x="2909" y="15170"/>
                </a:lnTo>
                <a:lnTo>
                  <a:pt x="1393" y="13108"/>
                </a:lnTo>
                <a:lnTo>
                  <a:pt x="0" y="10800"/>
                </a:lnTo>
                <a:lnTo>
                  <a:pt x="569" y="7798"/>
                </a:lnTo>
                <a:lnTo>
                  <a:pt x="1040" y="5735"/>
                </a:lnTo>
                <a:lnTo>
                  <a:pt x="1588" y="4093"/>
                </a:lnTo>
                <a:lnTo>
                  <a:pt x="2383" y="2354"/>
                </a:lnTo>
                <a:lnTo>
                  <a:pt x="3600" y="0"/>
                </a:lnTo>
                <a:close/>
              </a:path>
            </a:pathLst>
          </a:custGeom>
          <a:solidFill>
            <a:srgbClr val="2727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49" name="contour_12447"/>
          <p:cNvSpPr/>
          <p:nvPr/>
        </p:nvSpPr>
        <p:spPr>
          <a:xfrm>
            <a:off x="8391565" y="5610770"/>
            <a:ext cx="43728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568"/>
                </a:moveTo>
                <a:lnTo>
                  <a:pt x="13586" y="189"/>
                </a:lnTo>
                <a:lnTo>
                  <a:pt x="15541" y="0"/>
                </a:lnTo>
                <a:lnTo>
                  <a:pt x="17183" y="0"/>
                </a:lnTo>
                <a:lnTo>
                  <a:pt x="19030" y="189"/>
                </a:lnTo>
                <a:lnTo>
                  <a:pt x="21600" y="568"/>
                </a:lnTo>
                <a:lnTo>
                  <a:pt x="21600" y="3542"/>
                </a:lnTo>
                <a:lnTo>
                  <a:pt x="21600" y="6520"/>
                </a:lnTo>
                <a:lnTo>
                  <a:pt x="21600" y="9507"/>
                </a:lnTo>
                <a:lnTo>
                  <a:pt x="21600" y="12506"/>
                </a:lnTo>
                <a:lnTo>
                  <a:pt x="21600" y="15518"/>
                </a:lnTo>
                <a:lnTo>
                  <a:pt x="21600" y="18546"/>
                </a:lnTo>
                <a:lnTo>
                  <a:pt x="21600" y="21600"/>
                </a:lnTo>
                <a:lnTo>
                  <a:pt x="20513" y="21390"/>
                </a:lnTo>
                <a:lnTo>
                  <a:pt x="19516" y="21192"/>
                </a:lnTo>
                <a:lnTo>
                  <a:pt x="18425" y="20982"/>
                </a:lnTo>
                <a:lnTo>
                  <a:pt x="17064" y="20717"/>
                </a:lnTo>
                <a:lnTo>
                  <a:pt x="15257" y="20363"/>
                </a:lnTo>
                <a:lnTo>
                  <a:pt x="12823" y="19892"/>
                </a:lnTo>
                <a:lnTo>
                  <a:pt x="9590" y="19261"/>
                </a:lnTo>
                <a:lnTo>
                  <a:pt x="5375" y="18441"/>
                </a:lnTo>
                <a:lnTo>
                  <a:pt x="0" y="17394"/>
                </a:lnTo>
                <a:lnTo>
                  <a:pt x="1782" y="16350"/>
                </a:lnTo>
                <a:lnTo>
                  <a:pt x="3575" y="15307"/>
                </a:lnTo>
                <a:lnTo>
                  <a:pt x="5375" y="14251"/>
                </a:lnTo>
                <a:lnTo>
                  <a:pt x="7200" y="13187"/>
                </a:lnTo>
                <a:lnTo>
                  <a:pt x="7430" y="12220"/>
                </a:lnTo>
                <a:lnTo>
                  <a:pt x="7841" y="10516"/>
                </a:lnTo>
                <a:lnTo>
                  <a:pt x="8777" y="6617"/>
                </a:lnTo>
                <a:lnTo>
                  <a:pt x="9443" y="4619"/>
                </a:lnTo>
                <a:lnTo>
                  <a:pt x="10120" y="2608"/>
                </a:lnTo>
                <a:lnTo>
                  <a:pt x="10800" y="568"/>
                </a:lnTo>
                <a:close/>
              </a:path>
            </a:pathLst>
          </a:custGeom>
          <a:solidFill>
            <a:srgbClr val="49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0" name="contour_12448"/>
          <p:cNvSpPr/>
          <p:nvPr/>
        </p:nvSpPr>
        <p:spPr>
          <a:xfrm>
            <a:off x="5177561" y="559717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68" y="1089"/>
                </a:lnTo>
                <a:lnTo>
                  <a:pt x="3157" y="2195"/>
                </a:lnTo>
                <a:lnTo>
                  <a:pt x="5181" y="3473"/>
                </a:lnTo>
                <a:lnTo>
                  <a:pt x="7187" y="4687"/>
                </a:lnTo>
                <a:lnTo>
                  <a:pt x="9189" y="5823"/>
                </a:lnTo>
                <a:lnTo>
                  <a:pt x="11217" y="6869"/>
                </a:lnTo>
                <a:lnTo>
                  <a:pt x="13290" y="7815"/>
                </a:lnTo>
                <a:lnTo>
                  <a:pt x="15429" y="8640"/>
                </a:lnTo>
                <a:lnTo>
                  <a:pt x="17801" y="6381"/>
                </a:lnTo>
                <a:lnTo>
                  <a:pt x="19236" y="4726"/>
                </a:lnTo>
                <a:lnTo>
                  <a:pt x="20310" y="2868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477" y="21406"/>
                </a:lnTo>
                <a:lnTo>
                  <a:pt x="17382" y="21177"/>
                </a:lnTo>
                <a:lnTo>
                  <a:pt x="15305" y="20896"/>
                </a:lnTo>
                <a:lnTo>
                  <a:pt x="13247" y="20550"/>
                </a:lnTo>
                <a:lnTo>
                  <a:pt x="11201" y="20123"/>
                </a:lnTo>
                <a:lnTo>
                  <a:pt x="9165" y="19596"/>
                </a:lnTo>
                <a:lnTo>
                  <a:pt x="7137" y="18956"/>
                </a:lnTo>
                <a:lnTo>
                  <a:pt x="5113" y="18192"/>
                </a:lnTo>
                <a:lnTo>
                  <a:pt x="3086" y="17280"/>
                </a:lnTo>
                <a:lnTo>
                  <a:pt x="1907" y="14412"/>
                </a:lnTo>
                <a:lnTo>
                  <a:pt x="1114" y="11755"/>
                </a:lnTo>
                <a:lnTo>
                  <a:pt x="617" y="9141"/>
                </a:lnTo>
                <a:lnTo>
                  <a:pt x="327" y="6415"/>
                </a:lnTo>
                <a:lnTo>
                  <a:pt x="151" y="3421"/>
                </a:lnTo>
                <a:lnTo>
                  <a:pt x="0" y="0"/>
                </a:lnTo>
                <a:close/>
              </a:path>
            </a:pathLst>
          </a:custGeom>
          <a:solidFill>
            <a:srgbClr val="5F5B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1" name="contour_12449"/>
          <p:cNvSpPr/>
          <p:nvPr/>
        </p:nvSpPr>
        <p:spPr>
          <a:xfrm>
            <a:off x="3951072" y="5611753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0"/>
                </a:moveTo>
                <a:lnTo>
                  <a:pt x="5901" y="652"/>
                </a:lnTo>
                <a:lnTo>
                  <a:pt x="9222" y="1175"/>
                </a:lnTo>
                <a:lnTo>
                  <a:pt x="11586" y="1680"/>
                </a:lnTo>
                <a:lnTo>
                  <a:pt x="13457" y="2294"/>
                </a:lnTo>
                <a:lnTo>
                  <a:pt x="15282" y="3132"/>
                </a:lnTo>
                <a:lnTo>
                  <a:pt x="17516" y="4320"/>
                </a:lnTo>
                <a:lnTo>
                  <a:pt x="18749" y="7180"/>
                </a:lnTo>
                <a:lnTo>
                  <a:pt x="19656" y="9932"/>
                </a:lnTo>
                <a:lnTo>
                  <a:pt x="20318" y="12662"/>
                </a:lnTo>
                <a:lnTo>
                  <a:pt x="20812" y="15461"/>
                </a:lnTo>
                <a:lnTo>
                  <a:pt x="21212" y="18408"/>
                </a:lnTo>
                <a:lnTo>
                  <a:pt x="21600" y="21600"/>
                </a:lnTo>
                <a:lnTo>
                  <a:pt x="18933" y="21384"/>
                </a:lnTo>
                <a:lnTo>
                  <a:pt x="16315" y="21129"/>
                </a:lnTo>
                <a:lnTo>
                  <a:pt x="13734" y="20805"/>
                </a:lnTo>
                <a:lnTo>
                  <a:pt x="11182" y="20390"/>
                </a:lnTo>
                <a:lnTo>
                  <a:pt x="8658" y="19855"/>
                </a:lnTo>
                <a:lnTo>
                  <a:pt x="6155" y="19176"/>
                </a:lnTo>
                <a:lnTo>
                  <a:pt x="3663" y="18325"/>
                </a:lnTo>
                <a:lnTo>
                  <a:pt x="1180" y="17280"/>
                </a:lnTo>
                <a:lnTo>
                  <a:pt x="380" y="14252"/>
                </a:lnTo>
                <a:lnTo>
                  <a:pt x="16" y="11478"/>
                </a:lnTo>
                <a:lnTo>
                  <a:pt x="0" y="8813"/>
                </a:lnTo>
                <a:lnTo>
                  <a:pt x="249" y="6108"/>
                </a:lnTo>
                <a:lnTo>
                  <a:pt x="670" y="3218"/>
                </a:lnTo>
                <a:lnTo>
                  <a:pt x="1180" y="0"/>
                </a:lnTo>
                <a:close/>
              </a:path>
            </a:pathLst>
          </a:custGeom>
          <a:solidFill>
            <a:srgbClr val="F1EF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2" name="contour_12450"/>
          <p:cNvSpPr/>
          <p:nvPr/>
        </p:nvSpPr>
        <p:spPr>
          <a:xfrm>
            <a:off x="8114621" y="5597177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707" y="2838"/>
                </a:lnTo>
                <a:lnTo>
                  <a:pt x="20145" y="5080"/>
                </a:lnTo>
                <a:lnTo>
                  <a:pt x="20588" y="8640"/>
                </a:lnTo>
                <a:lnTo>
                  <a:pt x="20893" y="11051"/>
                </a:lnTo>
                <a:lnTo>
                  <a:pt x="21200" y="13500"/>
                </a:lnTo>
                <a:lnTo>
                  <a:pt x="21300" y="14437"/>
                </a:lnTo>
                <a:lnTo>
                  <a:pt x="21600" y="17280"/>
                </a:lnTo>
                <a:lnTo>
                  <a:pt x="19807" y="18019"/>
                </a:lnTo>
                <a:lnTo>
                  <a:pt x="18022" y="18719"/>
                </a:lnTo>
                <a:lnTo>
                  <a:pt x="16243" y="19371"/>
                </a:lnTo>
                <a:lnTo>
                  <a:pt x="14464" y="19963"/>
                </a:lnTo>
                <a:lnTo>
                  <a:pt x="12679" y="20481"/>
                </a:lnTo>
                <a:lnTo>
                  <a:pt x="10886" y="20917"/>
                </a:lnTo>
                <a:lnTo>
                  <a:pt x="9077" y="21259"/>
                </a:lnTo>
                <a:lnTo>
                  <a:pt x="7252" y="21488"/>
                </a:lnTo>
                <a:lnTo>
                  <a:pt x="5400" y="21600"/>
                </a:lnTo>
                <a:lnTo>
                  <a:pt x="3829" y="18952"/>
                </a:lnTo>
                <a:lnTo>
                  <a:pt x="2724" y="16978"/>
                </a:lnTo>
                <a:lnTo>
                  <a:pt x="1941" y="15323"/>
                </a:lnTo>
                <a:lnTo>
                  <a:pt x="1326" y="13617"/>
                </a:lnTo>
                <a:lnTo>
                  <a:pt x="729" y="11513"/>
                </a:lnTo>
                <a:lnTo>
                  <a:pt x="0" y="8640"/>
                </a:lnTo>
                <a:lnTo>
                  <a:pt x="1601" y="7551"/>
                </a:lnTo>
                <a:lnTo>
                  <a:pt x="3202" y="6467"/>
                </a:lnTo>
                <a:lnTo>
                  <a:pt x="4806" y="5391"/>
                </a:lnTo>
                <a:lnTo>
                  <a:pt x="6412" y="4320"/>
                </a:lnTo>
                <a:lnTo>
                  <a:pt x="7603" y="3516"/>
                </a:lnTo>
                <a:lnTo>
                  <a:pt x="8805" y="2709"/>
                </a:lnTo>
                <a:lnTo>
                  <a:pt x="10020" y="1892"/>
                </a:lnTo>
                <a:lnTo>
                  <a:pt x="11761" y="968"/>
                </a:lnTo>
                <a:lnTo>
                  <a:pt x="13095" y="410"/>
                </a:lnTo>
                <a:lnTo>
                  <a:pt x="14445" y="121"/>
                </a:lnTo>
                <a:lnTo>
                  <a:pt x="16238" y="17"/>
                </a:lnTo>
                <a:lnTo>
                  <a:pt x="18900" y="0"/>
                </a:lnTo>
                <a:close/>
              </a:path>
            </a:pathLst>
          </a:custGeom>
          <a:solidFill>
            <a:srgbClr val="4D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3" name="contour_12451"/>
          <p:cNvSpPr/>
          <p:nvPr/>
        </p:nvSpPr>
        <p:spPr>
          <a:xfrm>
            <a:off x="564262" y="5582601"/>
            <a:ext cx="43728" cy="445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313" y="2097"/>
                </a:lnTo>
                <a:lnTo>
                  <a:pt x="5029" y="4202"/>
                </a:lnTo>
                <a:lnTo>
                  <a:pt x="5746" y="6314"/>
                </a:lnTo>
                <a:lnTo>
                  <a:pt x="6469" y="8443"/>
                </a:lnTo>
                <a:lnTo>
                  <a:pt x="7200" y="10593"/>
                </a:lnTo>
                <a:lnTo>
                  <a:pt x="9238" y="9096"/>
                </a:lnTo>
                <a:lnTo>
                  <a:pt x="11275" y="7595"/>
                </a:lnTo>
                <a:lnTo>
                  <a:pt x="13320" y="6091"/>
                </a:lnTo>
                <a:lnTo>
                  <a:pt x="15372" y="4580"/>
                </a:lnTo>
                <a:lnTo>
                  <a:pt x="17435" y="3065"/>
                </a:lnTo>
                <a:lnTo>
                  <a:pt x="19508" y="1536"/>
                </a:lnTo>
                <a:lnTo>
                  <a:pt x="21600" y="0"/>
                </a:lnTo>
                <a:lnTo>
                  <a:pt x="21031" y="2366"/>
                </a:lnTo>
                <a:lnTo>
                  <a:pt x="20452" y="4725"/>
                </a:lnTo>
                <a:lnTo>
                  <a:pt x="19858" y="7076"/>
                </a:lnTo>
                <a:lnTo>
                  <a:pt x="19249" y="9428"/>
                </a:lnTo>
                <a:lnTo>
                  <a:pt x="18634" y="11776"/>
                </a:lnTo>
                <a:lnTo>
                  <a:pt x="18000" y="14125"/>
                </a:lnTo>
                <a:lnTo>
                  <a:pt x="17442" y="16314"/>
                </a:lnTo>
                <a:lnTo>
                  <a:pt x="16877" y="18538"/>
                </a:lnTo>
                <a:lnTo>
                  <a:pt x="15008" y="20417"/>
                </a:lnTo>
                <a:lnTo>
                  <a:pt x="13475" y="21212"/>
                </a:lnTo>
                <a:lnTo>
                  <a:pt x="10969" y="21600"/>
                </a:lnTo>
                <a:lnTo>
                  <a:pt x="8773" y="21589"/>
                </a:lnTo>
                <a:lnTo>
                  <a:pt x="6581" y="21533"/>
                </a:lnTo>
                <a:lnTo>
                  <a:pt x="4385" y="21438"/>
                </a:lnTo>
                <a:lnTo>
                  <a:pt x="2192" y="21321"/>
                </a:lnTo>
                <a:lnTo>
                  <a:pt x="0" y="21187"/>
                </a:lnTo>
                <a:lnTo>
                  <a:pt x="396" y="18856"/>
                </a:lnTo>
                <a:lnTo>
                  <a:pt x="792" y="16522"/>
                </a:lnTo>
                <a:lnTo>
                  <a:pt x="1188" y="14188"/>
                </a:lnTo>
                <a:lnTo>
                  <a:pt x="1588" y="11847"/>
                </a:lnTo>
                <a:lnTo>
                  <a:pt x="1987" y="9499"/>
                </a:lnTo>
                <a:lnTo>
                  <a:pt x="2387" y="7140"/>
                </a:lnTo>
                <a:lnTo>
                  <a:pt x="2790" y="4774"/>
                </a:lnTo>
                <a:lnTo>
                  <a:pt x="3193" y="2394"/>
                </a:lnTo>
                <a:lnTo>
                  <a:pt x="3600" y="0"/>
                </a:lnTo>
                <a:close/>
              </a:path>
            </a:pathLst>
          </a:custGeom>
          <a:solidFill>
            <a:srgbClr val="3938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4" name="contour_12452"/>
          <p:cNvSpPr/>
          <p:nvPr/>
        </p:nvSpPr>
        <p:spPr>
          <a:xfrm>
            <a:off x="9696115" y="5560738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06" y="1712"/>
                </a:lnTo>
                <a:lnTo>
                  <a:pt x="13997" y="3399"/>
                </a:lnTo>
                <a:lnTo>
                  <a:pt x="15296" y="5071"/>
                </a:lnTo>
                <a:lnTo>
                  <a:pt x="16420" y="6745"/>
                </a:lnTo>
                <a:lnTo>
                  <a:pt x="17388" y="8429"/>
                </a:lnTo>
                <a:lnTo>
                  <a:pt x="18227" y="10136"/>
                </a:lnTo>
                <a:lnTo>
                  <a:pt x="18950" y="11883"/>
                </a:lnTo>
                <a:lnTo>
                  <a:pt x="19584" y="13676"/>
                </a:lnTo>
                <a:lnTo>
                  <a:pt x="20146" y="15533"/>
                </a:lnTo>
                <a:lnTo>
                  <a:pt x="20653" y="17464"/>
                </a:lnTo>
                <a:lnTo>
                  <a:pt x="21132" y="19483"/>
                </a:lnTo>
                <a:lnTo>
                  <a:pt x="21600" y="21600"/>
                </a:lnTo>
                <a:lnTo>
                  <a:pt x="19224" y="21006"/>
                </a:lnTo>
                <a:lnTo>
                  <a:pt x="16844" y="20412"/>
                </a:lnTo>
                <a:lnTo>
                  <a:pt x="14465" y="19815"/>
                </a:lnTo>
                <a:lnTo>
                  <a:pt x="12078" y="19219"/>
                </a:lnTo>
                <a:lnTo>
                  <a:pt x="9684" y="18622"/>
                </a:lnTo>
                <a:lnTo>
                  <a:pt x="7279" y="18020"/>
                </a:lnTo>
                <a:lnTo>
                  <a:pt x="4867" y="17418"/>
                </a:lnTo>
                <a:lnTo>
                  <a:pt x="2441" y="16810"/>
                </a:lnTo>
                <a:lnTo>
                  <a:pt x="0" y="16200"/>
                </a:lnTo>
                <a:lnTo>
                  <a:pt x="713" y="14596"/>
                </a:lnTo>
                <a:lnTo>
                  <a:pt x="1429" y="12987"/>
                </a:lnTo>
                <a:lnTo>
                  <a:pt x="2146" y="11372"/>
                </a:lnTo>
                <a:lnTo>
                  <a:pt x="2869" y="9744"/>
                </a:lnTo>
                <a:lnTo>
                  <a:pt x="3600" y="8100"/>
                </a:lnTo>
                <a:lnTo>
                  <a:pt x="5980" y="8100"/>
                </a:lnTo>
                <a:lnTo>
                  <a:pt x="8374" y="8100"/>
                </a:lnTo>
                <a:lnTo>
                  <a:pt x="10800" y="8100"/>
                </a:lnTo>
                <a:lnTo>
                  <a:pt x="10800" y="6496"/>
                </a:lnTo>
                <a:lnTo>
                  <a:pt x="10800" y="4887"/>
                </a:lnTo>
                <a:lnTo>
                  <a:pt x="10800" y="3272"/>
                </a:lnTo>
                <a:lnTo>
                  <a:pt x="10800" y="1644"/>
                </a:lnTo>
                <a:lnTo>
                  <a:pt x="10800" y="0"/>
                </a:lnTo>
                <a:close/>
              </a:path>
            </a:pathLst>
          </a:custGeom>
          <a:solidFill>
            <a:srgbClr val="FA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5" name="contour_12453"/>
          <p:cNvSpPr/>
          <p:nvPr/>
        </p:nvSpPr>
        <p:spPr>
          <a:xfrm>
            <a:off x="3500783" y="5538874"/>
            <a:ext cx="2969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" y="0"/>
                </a:moveTo>
                <a:lnTo>
                  <a:pt x="3330" y="370"/>
                </a:lnTo>
                <a:lnTo>
                  <a:pt x="5413" y="742"/>
                </a:lnTo>
                <a:lnTo>
                  <a:pt x="7640" y="1344"/>
                </a:lnTo>
                <a:lnTo>
                  <a:pt x="10996" y="2400"/>
                </a:lnTo>
                <a:lnTo>
                  <a:pt x="12200" y="4037"/>
                </a:lnTo>
                <a:lnTo>
                  <a:pt x="13303" y="5645"/>
                </a:lnTo>
                <a:lnTo>
                  <a:pt x="14326" y="7243"/>
                </a:lnTo>
                <a:lnTo>
                  <a:pt x="15270" y="8846"/>
                </a:lnTo>
                <a:lnTo>
                  <a:pt x="16144" y="10476"/>
                </a:lnTo>
                <a:lnTo>
                  <a:pt x="16961" y="12149"/>
                </a:lnTo>
                <a:lnTo>
                  <a:pt x="17650" y="13512"/>
                </a:lnTo>
                <a:lnTo>
                  <a:pt x="18350" y="14892"/>
                </a:lnTo>
                <a:lnTo>
                  <a:pt x="19018" y="16231"/>
                </a:lnTo>
                <a:lnTo>
                  <a:pt x="19675" y="17573"/>
                </a:lnTo>
                <a:lnTo>
                  <a:pt x="20322" y="18914"/>
                </a:lnTo>
                <a:lnTo>
                  <a:pt x="20964" y="20256"/>
                </a:lnTo>
                <a:lnTo>
                  <a:pt x="21600" y="21600"/>
                </a:lnTo>
                <a:lnTo>
                  <a:pt x="15360" y="20854"/>
                </a:lnTo>
                <a:lnTo>
                  <a:pt x="11039" y="20273"/>
                </a:lnTo>
                <a:lnTo>
                  <a:pt x="8091" y="19733"/>
                </a:lnTo>
                <a:lnTo>
                  <a:pt x="5970" y="19111"/>
                </a:lnTo>
                <a:lnTo>
                  <a:pt x="4146" y="18281"/>
                </a:lnTo>
                <a:lnTo>
                  <a:pt x="2068" y="17119"/>
                </a:lnTo>
                <a:lnTo>
                  <a:pt x="1156" y="15401"/>
                </a:lnTo>
                <a:lnTo>
                  <a:pt x="551" y="13721"/>
                </a:lnTo>
                <a:lnTo>
                  <a:pt x="191" y="12058"/>
                </a:lnTo>
                <a:lnTo>
                  <a:pt x="27" y="10385"/>
                </a:lnTo>
                <a:lnTo>
                  <a:pt x="0" y="8674"/>
                </a:lnTo>
                <a:lnTo>
                  <a:pt x="64" y="6900"/>
                </a:lnTo>
                <a:lnTo>
                  <a:pt x="111" y="5604"/>
                </a:lnTo>
                <a:lnTo>
                  <a:pt x="159" y="4301"/>
                </a:lnTo>
                <a:lnTo>
                  <a:pt x="207" y="2981"/>
                </a:lnTo>
                <a:lnTo>
                  <a:pt x="297" y="1500"/>
                </a:lnTo>
                <a:lnTo>
                  <a:pt x="392" y="0"/>
                </a:lnTo>
                <a:close/>
              </a:path>
            </a:pathLst>
          </a:custGeom>
          <a:solidFill>
            <a:srgbClr val="ACC4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6" name="contour_12454"/>
          <p:cNvSpPr/>
          <p:nvPr/>
        </p:nvSpPr>
        <p:spPr>
          <a:xfrm>
            <a:off x="11037106" y="556073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414"/>
                </a:lnTo>
                <a:lnTo>
                  <a:pt x="8506" y="767"/>
                </a:lnTo>
                <a:lnTo>
                  <a:pt x="11007" y="1163"/>
                </a:lnTo>
                <a:lnTo>
                  <a:pt x="12986" y="1699"/>
                </a:lnTo>
                <a:lnTo>
                  <a:pt x="14917" y="2480"/>
                </a:lnTo>
                <a:lnTo>
                  <a:pt x="17280" y="3600"/>
                </a:lnTo>
                <a:lnTo>
                  <a:pt x="18282" y="5803"/>
                </a:lnTo>
                <a:lnTo>
                  <a:pt x="19107" y="8006"/>
                </a:lnTo>
                <a:lnTo>
                  <a:pt x="19781" y="10213"/>
                </a:lnTo>
                <a:lnTo>
                  <a:pt x="20326" y="12434"/>
                </a:lnTo>
                <a:lnTo>
                  <a:pt x="20758" y="14677"/>
                </a:lnTo>
                <a:lnTo>
                  <a:pt x="21099" y="16949"/>
                </a:lnTo>
                <a:lnTo>
                  <a:pt x="21371" y="19253"/>
                </a:lnTo>
                <a:lnTo>
                  <a:pt x="21600" y="21600"/>
                </a:lnTo>
                <a:lnTo>
                  <a:pt x="20805" y="19829"/>
                </a:lnTo>
                <a:lnTo>
                  <a:pt x="19997" y="18029"/>
                </a:lnTo>
                <a:lnTo>
                  <a:pt x="18649" y="16229"/>
                </a:lnTo>
                <a:lnTo>
                  <a:pt x="17280" y="14400"/>
                </a:lnTo>
                <a:lnTo>
                  <a:pt x="14148" y="13914"/>
                </a:lnTo>
                <a:lnTo>
                  <a:pt x="11837" y="13799"/>
                </a:lnTo>
                <a:lnTo>
                  <a:pt x="8372" y="13950"/>
                </a:lnTo>
                <a:lnTo>
                  <a:pt x="5607" y="14098"/>
                </a:lnTo>
                <a:lnTo>
                  <a:pt x="2821" y="14249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D9DC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7" name="contour_12455"/>
          <p:cNvSpPr/>
          <p:nvPr/>
        </p:nvSpPr>
        <p:spPr>
          <a:xfrm>
            <a:off x="4929769" y="555345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224" y="2704"/>
                </a:lnTo>
                <a:lnTo>
                  <a:pt x="20822" y="5404"/>
                </a:lnTo>
                <a:lnTo>
                  <a:pt x="20408" y="8104"/>
                </a:lnTo>
                <a:lnTo>
                  <a:pt x="19980" y="10800"/>
                </a:lnTo>
                <a:lnTo>
                  <a:pt x="19526" y="13815"/>
                </a:lnTo>
                <a:lnTo>
                  <a:pt x="19068" y="16874"/>
                </a:lnTo>
                <a:lnTo>
                  <a:pt x="18179" y="19220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640" y="18744"/>
                </a:lnTo>
                <a:lnTo>
                  <a:pt x="8640" y="15872"/>
                </a:lnTo>
                <a:lnTo>
                  <a:pt x="8640" y="12960"/>
                </a:lnTo>
                <a:lnTo>
                  <a:pt x="5784" y="12960"/>
                </a:lnTo>
                <a:lnTo>
                  <a:pt x="2912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714A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8" name="contour_12456"/>
          <p:cNvSpPr/>
          <p:nvPr/>
        </p:nvSpPr>
        <p:spPr>
          <a:xfrm>
            <a:off x="4397746" y="5552735"/>
            <a:ext cx="8016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517"/>
                </a:moveTo>
                <a:lnTo>
                  <a:pt x="3222" y="137"/>
                </a:lnTo>
                <a:lnTo>
                  <a:pt x="4469" y="0"/>
                </a:lnTo>
                <a:lnTo>
                  <a:pt x="5708" y="69"/>
                </a:lnTo>
                <a:lnTo>
                  <a:pt x="6941" y="306"/>
                </a:lnTo>
                <a:lnTo>
                  <a:pt x="8177" y="669"/>
                </a:lnTo>
                <a:lnTo>
                  <a:pt x="9412" y="1123"/>
                </a:lnTo>
                <a:lnTo>
                  <a:pt x="10653" y="1634"/>
                </a:lnTo>
                <a:lnTo>
                  <a:pt x="11904" y="2161"/>
                </a:lnTo>
                <a:lnTo>
                  <a:pt x="12318" y="2309"/>
                </a:lnTo>
                <a:lnTo>
                  <a:pt x="13046" y="2562"/>
                </a:lnTo>
                <a:lnTo>
                  <a:pt x="14715" y="3141"/>
                </a:lnTo>
                <a:lnTo>
                  <a:pt x="16094" y="3637"/>
                </a:lnTo>
                <a:lnTo>
                  <a:pt x="17472" y="4148"/>
                </a:lnTo>
                <a:lnTo>
                  <a:pt x="18849" y="4681"/>
                </a:lnTo>
                <a:lnTo>
                  <a:pt x="20225" y="5223"/>
                </a:lnTo>
                <a:lnTo>
                  <a:pt x="21600" y="5787"/>
                </a:lnTo>
                <a:lnTo>
                  <a:pt x="21600" y="8402"/>
                </a:lnTo>
                <a:lnTo>
                  <a:pt x="21600" y="11058"/>
                </a:lnTo>
                <a:lnTo>
                  <a:pt x="20304" y="11058"/>
                </a:lnTo>
                <a:lnTo>
                  <a:pt x="19006" y="11058"/>
                </a:lnTo>
                <a:lnTo>
                  <a:pt x="17708" y="11058"/>
                </a:lnTo>
                <a:lnTo>
                  <a:pt x="16406" y="11058"/>
                </a:lnTo>
                <a:lnTo>
                  <a:pt x="15100" y="11058"/>
                </a:lnTo>
                <a:lnTo>
                  <a:pt x="13789" y="11058"/>
                </a:lnTo>
                <a:lnTo>
                  <a:pt x="12473" y="11058"/>
                </a:lnTo>
                <a:lnTo>
                  <a:pt x="11150" y="11058"/>
                </a:lnTo>
                <a:lnTo>
                  <a:pt x="9818" y="11058"/>
                </a:lnTo>
                <a:lnTo>
                  <a:pt x="9818" y="14542"/>
                </a:lnTo>
                <a:lnTo>
                  <a:pt x="9818" y="18047"/>
                </a:lnTo>
                <a:lnTo>
                  <a:pt x="9818" y="21600"/>
                </a:lnTo>
                <a:lnTo>
                  <a:pt x="8603" y="20946"/>
                </a:lnTo>
                <a:lnTo>
                  <a:pt x="7387" y="20293"/>
                </a:lnTo>
                <a:lnTo>
                  <a:pt x="6168" y="19639"/>
                </a:lnTo>
                <a:lnTo>
                  <a:pt x="4946" y="18986"/>
                </a:lnTo>
                <a:lnTo>
                  <a:pt x="3719" y="18327"/>
                </a:lnTo>
                <a:lnTo>
                  <a:pt x="2486" y="17663"/>
                </a:lnTo>
                <a:lnTo>
                  <a:pt x="1247" y="16999"/>
                </a:lnTo>
                <a:lnTo>
                  <a:pt x="0" y="16329"/>
                </a:lnTo>
                <a:lnTo>
                  <a:pt x="189" y="12355"/>
                </a:lnTo>
                <a:lnTo>
                  <a:pt x="385" y="9551"/>
                </a:lnTo>
                <a:lnTo>
                  <a:pt x="683" y="7147"/>
                </a:lnTo>
                <a:lnTo>
                  <a:pt x="1178" y="4385"/>
                </a:lnTo>
                <a:lnTo>
                  <a:pt x="1964" y="517"/>
                </a:lnTo>
                <a:close/>
              </a:path>
            </a:pathLst>
          </a:custGeom>
          <a:solidFill>
            <a:srgbClr val="E7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59" name="contour_12457"/>
          <p:cNvSpPr/>
          <p:nvPr/>
        </p:nvSpPr>
        <p:spPr>
          <a:xfrm>
            <a:off x="7874118" y="5538874"/>
            <a:ext cx="2980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5" y="0"/>
                </a:moveTo>
                <a:lnTo>
                  <a:pt x="13893" y="408"/>
                </a:lnTo>
                <a:lnTo>
                  <a:pt x="16101" y="769"/>
                </a:lnTo>
                <a:lnTo>
                  <a:pt x="18182" y="1285"/>
                </a:lnTo>
                <a:lnTo>
                  <a:pt x="21130" y="2160"/>
                </a:lnTo>
                <a:lnTo>
                  <a:pt x="21600" y="3678"/>
                </a:lnTo>
                <a:lnTo>
                  <a:pt x="21568" y="4836"/>
                </a:lnTo>
                <a:lnTo>
                  <a:pt x="21008" y="6623"/>
                </a:lnTo>
                <a:lnTo>
                  <a:pt x="20596" y="7932"/>
                </a:lnTo>
                <a:lnTo>
                  <a:pt x="20179" y="9260"/>
                </a:lnTo>
                <a:lnTo>
                  <a:pt x="19667" y="10627"/>
                </a:lnTo>
                <a:lnTo>
                  <a:pt x="19149" y="12014"/>
                </a:lnTo>
                <a:lnTo>
                  <a:pt x="18700" y="13394"/>
                </a:lnTo>
                <a:lnTo>
                  <a:pt x="18240" y="14796"/>
                </a:lnTo>
                <a:lnTo>
                  <a:pt x="17781" y="16157"/>
                </a:lnTo>
                <a:lnTo>
                  <a:pt x="17311" y="17520"/>
                </a:lnTo>
                <a:lnTo>
                  <a:pt x="16830" y="18881"/>
                </a:lnTo>
                <a:lnTo>
                  <a:pt x="16344" y="20239"/>
                </a:lnTo>
                <a:lnTo>
                  <a:pt x="15847" y="21600"/>
                </a:lnTo>
                <a:lnTo>
                  <a:pt x="13227" y="21600"/>
                </a:lnTo>
                <a:lnTo>
                  <a:pt x="10565" y="21600"/>
                </a:lnTo>
                <a:lnTo>
                  <a:pt x="10565" y="20073"/>
                </a:lnTo>
                <a:lnTo>
                  <a:pt x="10565" y="18544"/>
                </a:lnTo>
                <a:lnTo>
                  <a:pt x="10565" y="17010"/>
                </a:lnTo>
                <a:lnTo>
                  <a:pt x="10565" y="15470"/>
                </a:lnTo>
                <a:lnTo>
                  <a:pt x="10565" y="13923"/>
                </a:lnTo>
                <a:lnTo>
                  <a:pt x="10565" y="12368"/>
                </a:lnTo>
                <a:lnTo>
                  <a:pt x="10565" y="10800"/>
                </a:lnTo>
                <a:lnTo>
                  <a:pt x="7073" y="10800"/>
                </a:lnTo>
                <a:lnTo>
                  <a:pt x="3560" y="10800"/>
                </a:lnTo>
                <a:lnTo>
                  <a:pt x="0" y="10800"/>
                </a:lnTo>
                <a:lnTo>
                  <a:pt x="1537" y="8033"/>
                </a:lnTo>
                <a:lnTo>
                  <a:pt x="2763" y="5923"/>
                </a:lnTo>
                <a:lnTo>
                  <a:pt x="3809" y="4346"/>
                </a:lnTo>
                <a:lnTo>
                  <a:pt x="4786" y="3173"/>
                </a:lnTo>
                <a:lnTo>
                  <a:pt x="5832" y="2279"/>
                </a:lnTo>
                <a:lnTo>
                  <a:pt x="7057" y="1536"/>
                </a:lnTo>
                <a:lnTo>
                  <a:pt x="8595" y="819"/>
                </a:lnTo>
                <a:lnTo>
                  <a:pt x="10565" y="0"/>
                </a:lnTo>
                <a:close/>
              </a:path>
            </a:pathLst>
          </a:custGeom>
          <a:solidFill>
            <a:srgbClr val="9597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0" name="contour_12458"/>
          <p:cNvSpPr/>
          <p:nvPr/>
        </p:nvSpPr>
        <p:spPr>
          <a:xfrm>
            <a:off x="4550793" y="5502434"/>
            <a:ext cx="5830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5" y="1639"/>
                </a:lnTo>
                <a:lnTo>
                  <a:pt x="675" y="3300"/>
                </a:lnTo>
                <a:lnTo>
                  <a:pt x="1777" y="5170"/>
                </a:lnTo>
                <a:lnTo>
                  <a:pt x="2921" y="6612"/>
                </a:lnTo>
                <a:lnTo>
                  <a:pt x="4163" y="7721"/>
                </a:lnTo>
                <a:lnTo>
                  <a:pt x="5562" y="8592"/>
                </a:lnTo>
                <a:lnTo>
                  <a:pt x="7168" y="9322"/>
                </a:lnTo>
                <a:lnTo>
                  <a:pt x="9040" y="10003"/>
                </a:lnTo>
                <a:lnTo>
                  <a:pt x="11232" y="10735"/>
                </a:lnTo>
                <a:lnTo>
                  <a:pt x="12358" y="11364"/>
                </a:lnTo>
                <a:lnTo>
                  <a:pt x="13500" y="12000"/>
                </a:lnTo>
                <a:lnTo>
                  <a:pt x="13500" y="13586"/>
                </a:lnTo>
                <a:lnTo>
                  <a:pt x="13500" y="15182"/>
                </a:lnTo>
                <a:lnTo>
                  <a:pt x="13500" y="16800"/>
                </a:lnTo>
                <a:lnTo>
                  <a:pt x="15509" y="17539"/>
                </a:lnTo>
                <a:lnTo>
                  <a:pt x="16934" y="18034"/>
                </a:lnTo>
                <a:lnTo>
                  <a:pt x="18166" y="18398"/>
                </a:lnTo>
                <a:lnTo>
                  <a:pt x="19591" y="18749"/>
                </a:lnTo>
                <a:lnTo>
                  <a:pt x="21600" y="19200"/>
                </a:lnTo>
                <a:lnTo>
                  <a:pt x="19834" y="20011"/>
                </a:lnTo>
                <a:lnTo>
                  <a:pt x="18530" y="20542"/>
                </a:lnTo>
                <a:lnTo>
                  <a:pt x="17299" y="20906"/>
                </a:lnTo>
                <a:lnTo>
                  <a:pt x="15752" y="21221"/>
                </a:lnTo>
                <a:lnTo>
                  <a:pt x="13500" y="21600"/>
                </a:lnTo>
                <a:lnTo>
                  <a:pt x="11856" y="20628"/>
                </a:lnTo>
                <a:lnTo>
                  <a:pt x="10346" y="19577"/>
                </a:lnTo>
                <a:lnTo>
                  <a:pt x="8959" y="18439"/>
                </a:lnTo>
                <a:lnTo>
                  <a:pt x="7682" y="17201"/>
                </a:lnTo>
                <a:lnTo>
                  <a:pt x="6499" y="15859"/>
                </a:lnTo>
                <a:lnTo>
                  <a:pt x="5400" y="14400"/>
                </a:lnTo>
                <a:lnTo>
                  <a:pt x="5400" y="12814"/>
                </a:lnTo>
                <a:lnTo>
                  <a:pt x="5400" y="11218"/>
                </a:lnTo>
                <a:lnTo>
                  <a:pt x="5400" y="9600"/>
                </a:lnTo>
                <a:lnTo>
                  <a:pt x="3615" y="9600"/>
                </a:lnTo>
                <a:lnTo>
                  <a:pt x="1820" y="9600"/>
                </a:lnTo>
                <a:lnTo>
                  <a:pt x="0" y="9600"/>
                </a:lnTo>
                <a:lnTo>
                  <a:pt x="0" y="8016"/>
                </a:lnTo>
                <a:lnTo>
                  <a:pt x="0" y="6430"/>
                </a:lnTo>
                <a:lnTo>
                  <a:pt x="0" y="4836"/>
                </a:lnTo>
                <a:lnTo>
                  <a:pt x="0" y="3235"/>
                </a:lnTo>
                <a:lnTo>
                  <a:pt x="0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8C78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1" name="contour_12459"/>
          <p:cNvSpPr/>
          <p:nvPr/>
        </p:nvSpPr>
        <p:spPr>
          <a:xfrm>
            <a:off x="7159894" y="5529312"/>
            <a:ext cx="43728" cy="326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655" y="92"/>
                </a:lnTo>
                <a:lnTo>
                  <a:pt x="15520" y="482"/>
                </a:lnTo>
                <a:lnTo>
                  <a:pt x="18000" y="1504"/>
                </a:lnTo>
                <a:lnTo>
                  <a:pt x="19102" y="4593"/>
                </a:lnTo>
                <a:lnTo>
                  <a:pt x="19940" y="7706"/>
                </a:lnTo>
                <a:lnTo>
                  <a:pt x="20563" y="10853"/>
                </a:lnTo>
                <a:lnTo>
                  <a:pt x="21017" y="14067"/>
                </a:lnTo>
                <a:lnTo>
                  <a:pt x="21344" y="17369"/>
                </a:lnTo>
                <a:lnTo>
                  <a:pt x="21600" y="20781"/>
                </a:lnTo>
                <a:lnTo>
                  <a:pt x="18997" y="21108"/>
                </a:lnTo>
                <a:lnTo>
                  <a:pt x="16423" y="21373"/>
                </a:lnTo>
                <a:lnTo>
                  <a:pt x="13864" y="21547"/>
                </a:lnTo>
                <a:lnTo>
                  <a:pt x="11311" y="21600"/>
                </a:lnTo>
                <a:lnTo>
                  <a:pt x="8759" y="21508"/>
                </a:lnTo>
                <a:lnTo>
                  <a:pt x="6188" y="21243"/>
                </a:lnTo>
                <a:lnTo>
                  <a:pt x="3600" y="20781"/>
                </a:lnTo>
                <a:lnTo>
                  <a:pt x="2059" y="17340"/>
                </a:lnTo>
                <a:lnTo>
                  <a:pt x="1102" y="14867"/>
                </a:lnTo>
                <a:lnTo>
                  <a:pt x="554" y="12670"/>
                </a:lnTo>
                <a:lnTo>
                  <a:pt x="245" y="10053"/>
                </a:lnTo>
                <a:lnTo>
                  <a:pt x="0" y="6323"/>
                </a:lnTo>
                <a:lnTo>
                  <a:pt x="2153" y="3624"/>
                </a:lnTo>
                <a:lnTo>
                  <a:pt x="3960" y="1894"/>
                </a:lnTo>
                <a:lnTo>
                  <a:pt x="5774" y="882"/>
                </a:lnTo>
                <a:lnTo>
                  <a:pt x="7938" y="333"/>
                </a:lnTo>
                <a:lnTo>
                  <a:pt x="10800" y="0"/>
                </a:lnTo>
                <a:close/>
              </a:path>
            </a:pathLst>
          </a:custGeom>
          <a:solidFill>
            <a:srgbClr val="BEC0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2" name="contour_12460"/>
          <p:cNvSpPr/>
          <p:nvPr/>
        </p:nvSpPr>
        <p:spPr>
          <a:xfrm>
            <a:off x="549686" y="5522891"/>
            <a:ext cx="65592" cy="451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73"/>
                </a:moveTo>
                <a:lnTo>
                  <a:pt x="21600" y="2403"/>
                </a:lnTo>
                <a:lnTo>
                  <a:pt x="21600" y="4161"/>
                </a:lnTo>
                <a:lnTo>
                  <a:pt x="20340" y="3858"/>
                </a:lnTo>
                <a:lnTo>
                  <a:pt x="19058" y="3547"/>
                </a:lnTo>
                <a:lnTo>
                  <a:pt x="17388" y="3324"/>
                </a:lnTo>
                <a:lnTo>
                  <a:pt x="15814" y="3177"/>
                </a:lnTo>
                <a:lnTo>
                  <a:pt x="14290" y="3149"/>
                </a:lnTo>
                <a:lnTo>
                  <a:pt x="12778" y="3275"/>
                </a:lnTo>
                <a:lnTo>
                  <a:pt x="11227" y="3599"/>
                </a:lnTo>
                <a:lnTo>
                  <a:pt x="9600" y="4161"/>
                </a:lnTo>
                <a:lnTo>
                  <a:pt x="8993" y="6435"/>
                </a:lnTo>
                <a:lnTo>
                  <a:pt x="8546" y="8639"/>
                </a:lnTo>
                <a:lnTo>
                  <a:pt x="8232" y="10823"/>
                </a:lnTo>
                <a:lnTo>
                  <a:pt x="8018" y="13041"/>
                </a:lnTo>
                <a:lnTo>
                  <a:pt x="7874" y="15343"/>
                </a:lnTo>
                <a:lnTo>
                  <a:pt x="7771" y="17784"/>
                </a:lnTo>
                <a:lnTo>
                  <a:pt x="7488" y="19678"/>
                </a:lnTo>
                <a:lnTo>
                  <a:pt x="7200" y="21600"/>
                </a:lnTo>
                <a:lnTo>
                  <a:pt x="5614" y="21600"/>
                </a:lnTo>
                <a:lnTo>
                  <a:pt x="4018" y="21600"/>
                </a:lnTo>
                <a:lnTo>
                  <a:pt x="2400" y="21600"/>
                </a:lnTo>
                <a:lnTo>
                  <a:pt x="1445" y="19319"/>
                </a:lnTo>
                <a:lnTo>
                  <a:pt x="842" y="17634"/>
                </a:lnTo>
                <a:lnTo>
                  <a:pt x="478" y="16044"/>
                </a:lnTo>
                <a:lnTo>
                  <a:pt x="235" y="14045"/>
                </a:lnTo>
                <a:lnTo>
                  <a:pt x="0" y="11137"/>
                </a:lnTo>
                <a:lnTo>
                  <a:pt x="1193" y="8625"/>
                </a:lnTo>
                <a:lnTo>
                  <a:pt x="2419" y="6505"/>
                </a:lnTo>
                <a:lnTo>
                  <a:pt x="3686" y="4743"/>
                </a:lnTo>
                <a:lnTo>
                  <a:pt x="4999" y="3310"/>
                </a:lnTo>
                <a:lnTo>
                  <a:pt x="6360" y="2180"/>
                </a:lnTo>
                <a:lnTo>
                  <a:pt x="7776" y="1318"/>
                </a:lnTo>
                <a:lnTo>
                  <a:pt x="9252" y="698"/>
                </a:lnTo>
                <a:lnTo>
                  <a:pt x="10788" y="293"/>
                </a:lnTo>
                <a:lnTo>
                  <a:pt x="12394" y="66"/>
                </a:lnTo>
                <a:lnTo>
                  <a:pt x="14071" y="0"/>
                </a:lnTo>
                <a:lnTo>
                  <a:pt x="15828" y="52"/>
                </a:lnTo>
                <a:lnTo>
                  <a:pt x="17664" y="202"/>
                </a:lnTo>
                <a:lnTo>
                  <a:pt x="19586" y="419"/>
                </a:lnTo>
                <a:lnTo>
                  <a:pt x="21600" y="673"/>
                </a:lnTo>
                <a:close/>
              </a:path>
            </a:pathLst>
          </a:custGeom>
          <a:solidFill>
            <a:srgbClr val="8B81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3" name="contour_12461"/>
          <p:cNvSpPr/>
          <p:nvPr/>
        </p:nvSpPr>
        <p:spPr>
          <a:xfrm>
            <a:off x="5367048" y="551701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085" y="894"/>
                </a:lnTo>
                <a:lnTo>
                  <a:pt x="7063" y="1810"/>
                </a:lnTo>
                <a:lnTo>
                  <a:pt x="9023" y="2773"/>
                </a:lnTo>
                <a:lnTo>
                  <a:pt x="10957" y="3784"/>
                </a:lnTo>
                <a:lnTo>
                  <a:pt x="12877" y="4864"/>
                </a:lnTo>
                <a:lnTo>
                  <a:pt x="14774" y="6026"/>
                </a:lnTo>
                <a:lnTo>
                  <a:pt x="16654" y="7279"/>
                </a:lnTo>
                <a:lnTo>
                  <a:pt x="18514" y="8640"/>
                </a:lnTo>
                <a:lnTo>
                  <a:pt x="19742" y="12113"/>
                </a:lnTo>
                <a:lnTo>
                  <a:pt x="20517" y="14524"/>
                </a:lnTo>
                <a:lnTo>
                  <a:pt x="20986" y="16494"/>
                </a:lnTo>
                <a:lnTo>
                  <a:pt x="21298" y="18645"/>
                </a:lnTo>
                <a:lnTo>
                  <a:pt x="21600" y="21600"/>
                </a:lnTo>
                <a:lnTo>
                  <a:pt x="19604" y="20917"/>
                </a:lnTo>
                <a:lnTo>
                  <a:pt x="17619" y="20226"/>
                </a:lnTo>
                <a:lnTo>
                  <a:pt x="15638" y="19518"/>
                </a:lnTo>
                <a:lnTo>
                  <a:pt x="13670" y="18792"/>
                </a:lnTo>
                <a:lnTo>
                  <a:pt x="11704" y="18045"/>
                </a:lnTo>
                <a:lnTo>
                  <a:pt x="9745" y="17271"/>
                </a:lnTo>
                <a:lnTo>
                  <a:pt x="7791" y="16476"/>
                </a:lnTo>
                <a:lnTo>
                  <a:pt x="5838" y="15647"/>
                </a:lnTo>
                <a:lnTo>
                  <a:pt x="3891" y="14787"/>
                </a:lnTo>
                <a:lnTo>
                  <a:pt x="1944" y="13893"/>
                </a:lnTo>
                <a:lnTo>
                  <a:pt x="0" y="12960"/>
                </a:lnTo>
                <a:lnTo>
                  <a:pt x="611" y="10394"/>
                </a:lnTo>
                <a:lnTo>
                  <a:pt x="1225" y="7819"/>
                </a:lnTo>
                <a:lnTo>
                  <a:pt x="1839" y="5236"/>
                </a:lnTo>
                <a:lnTo>
                  <a:pt x="2459" y="2631"/>
                </a:lnTo>
                <a:lnTo>
                  <a:pt x="3086" y="0"/>
                </a:lnTo>
                <a:close/>
              </a:path>
            </a:pathLst>
          </a:custGeom>
          <a:solidFill>
            <a:srgbClr val="4B4C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4" name="contour_12462"/>
          <p:cNvSpPr/>
          <p:nvPr/>
        </p:nvSpPr>
        <p:spPr>
          <a:xfrm>
            <a:off x="10330171" y="5502434"/>
            <a:ext cx="58304" cy="439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709"/>
                </a:lnTo>
                <a:lnTo>
                  <a:pt x="16713" y="1422"/>
                </a:lnTo>
                <a:lnTo>
                  <a:pt x="18328" y="2135"/>
                </a:lnTo>
                <a:lnTo>
                  <a:pt x="19956" y="2855"/>
                </a:lnTo>
                <a:lnTo>
                  <a:pt x="21600" y="3583"/>
                </a:lnTo>
                <a:lnTo>
                  <a:pt x="20882" y="5782"/>
                </a:lnTo>
                <a:lnTo>
                  <a:pt x="20153" y="7932"/>
                </a:lnTo>
                <a:lnTo>
                  <a:pt x="19391" y="10024"/>
                </a:lnTo>
                <a:lnTo>
                  <a:pt x="18592" y="12063"/>
                </a:lnTo>
                <a:lnTo>
                  <a:pt x="17736" y="14051"/>
                </a:lnTo>
                <a:lnTo>
                  <a:pt x="16816" y="15990"/>
                </a:lnTo>
                <a:lnTo>
                  <a:pt x="15809" y="17874"/>
                </a:lnTo>
                <a:lnTo>
                  <a:pt x="14710" y="19708"/>
                </a:lnTo>
                <a:lnTo>
                  <a:pt x="13500" y="21496"/>
                </a:lnTo>
                <a:lnTo>
                  <a:pt x="11688" y="21600"/>
                </a:lnTo>
                <a:lnTo>
                  <a:pt x="9947" y="21507"/>
                </a:lnTo>
                <a:lnTo>
                  <a:pt x="8259" y="21242"/>
                </a:lnTo>
                <a:lnTo>
                  <a:pt x="6607" y="20819"/>
                </a:lnTo>
                <a:lnTo>
                  <a:pt x="4976" y="20256"/>
                </a:lnTo>
                <a:lnTo>
                  <a:pt x="3340" y="19572"/>
                </a:lnTo>
                <a:lnTo>
                  <a:pt x="1688" y="18784"/>
                </a:lnTo>
                <a:lnTo>
                  <a:pt x="0" y="17913"/>
                </a:lnTo>
                <a:lnTo>
                  <a:pt x="1318" y="15785"/>
                </a:lnTo>
                <a:lnTo>
                  <a:pt x="2319" y="14331"/>
                </a:lnTo>
                <a:lnTo>
                  <a:pt x="3513" y="12876"/>
                </a:lnTo>
                <a:lnTo>
                  <a:pt x="5400" y="10748"/>
                </a:lnTo>
                <a:lnTo>
                  <a:pt x="7571" y="10533"/>
                </a:lnTo>
                <a:lnTo>
                  <a:pt x="9077" y="10426"/>
                </a:lnTo>
                <a:lnTo>
                  <a:pt x="10309" y="10426"/>
                </a:lnTo>
                <a:lnTo>
                  <a:pt x="11653" y="10533"/>
                </a:lnTo>
                <a:lnTo>
                  <a:pt x="13500" y="10748"/>
                </a:lnTo>
                <a:lnTo>
                  <a:pt x="13500" y="8620"/>
                </a:lnTo>
                <a:lnTo>
                  <a:pt x="13500" y="6485"/>
                </a:lnTo>
                <a:lnTo>
                  <a:pt x="13500" y="4342"/>
                </a:lnTo>
                <a:lnTo>
                  <a:pt x="13500" y="2182"/>
                </a:lnTo>
                <a:lnTo>
                  <a:pt x="13500" y="0"/>
                </a:lnTo>
                <a:close/>
              </a:path>
            </a:pathLst>
          </a:custGeom>
          <a:solidFill>
            <a:srgbClr val="E8E9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5" name="contour_12463"/>
          <p:cNvSpPr/>
          <p:nvPr/>
        </p:nvSpPr>
        <p:spPr>
          <a:xfrm>
            <a:off x="8814268" y="5502434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670"/>
                </a:lnTo>
                <a:lnTo>
                  <a:pt x="16162" y="1339"/>
                </a:lnTo>
                <a:lnTo>
                  <a:pt x="18862" y="2017"/>
                </a:lnTo>
                <a:lnTo>
                  <a:pt x="21600" y="2700"/>
                </a:lnTo>
                <a:lnTo>
                  <a:pt x="21541" y="4577"/>
                </a:lnTo>
                <a:lnTo>
                  <a:pt x="21443" y="5989"/>
                </a:lnTo>
                <a:lnTo>
                  <a:pt x="21254" y="7201"/>
                </a:lnTo>
                <a:lnTo>
                  <a:pt x="20920" y="8481"/>
                </a:lnTo>
                <a:lnTo>
                  <a:pt x="20374" y="10098"/>
                </a:lnTo>
                <a:lnTo>
                  <a:pt x="19575" y="12317"/>
                </a:lnTo>
                <a:lnTo>
                  <a:pt x="18976" y="14051"/>
                </a:lnTo>
                <a:lnTo>
                  <a:pt x="18371" y="15795"/>
                </a:lnTo>
                <a:lnTo>
                  <a:pt x="17761" y="17561"/>
                </a:lnTo>
                <a:lnTo>
                  <a:pt x="17248" y="18895"/>
                </a:lnTo>
                <a:lnTo>
                  <a:pt x="16724" y="20239"/>
                </a:lnTo>
                <a:lnTo>
                  <a:pt x="16200" y="21600"/>
                </a:lnTo>
                <a:lnTo>
                  <a:pt x="15196" y="20261"/>
                </a:lnTo>
                <a:lnTo>
                  <a:pt x="14175" y="18900"/>
                </a:lnTo>
                <a:lnTo>
                  <a:pt x="12501" y="17561"/>
                </a:lnTo>
                <a:lnTo>
                  <a:pt x="10800" y="16200"/>
                </a:lnTo>
                <a:lnTo>
                  <a:pt x="7231" y="16200"/>
                </a:lnTo>
                <a:lnTo>
                  <a:pt x="3640" y="16200"/>
                </a:lnTo>
                <a:lnTo>
                  <a:pt x="0" y="16200"/>
                </a:lnTo>
                <a:lnTo>
                  <a:pt x="1188" y="14418"/>
                </a:lnTo>
                <a:lnTo>
                  <a:pt x="2376" y="12633"/>
                </a:lnTo>
                <a:lnTo>
                  <a:pt x="3569" y="10849"/>
                </a:lnTo>
                <a:lnTo>
                  <a:pt x="4763" y="9059"/>
                </a:lnTo>
                <a:lnTo>
                  <a:pt x="5956" y="7263"/>
                </a:lnTo>
                <a:lnTo>
                  <a:pt x="7160" y="5459"/>
                </a:lnTo>
                <a:lnTo>
                  <a:pt x="8365" y="3650"/>
                </a:lnTo>
                <a:lnTo>
                  <a:pt x="9580" y="1831"/>
                </a:lnTo>
                <a:lnTo>
                  <a:pt x="10800" y="0"/>
                </a:lnTo>
                <a:close/>
              </a:path>
            </a:pathLst>
          </a:custGeom>
          <a:solidFill>
            <a:srgbClr val="BED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6" name="contour_12464"/>
          <p:cNvSpPr/>
          <p:nvPr/>
        </p:nvSpPr>
        <p:spPr>
          <a:xfrm>
            <a:off x="7531582" y="552429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20949" y="10699"/>
                </a:lnTo>
                <a:lnTo>
                  <a:pt x="19798" y="10526"/>
                </a:lnTo>
                <a:lnTo>
                  <a:pt x="17163" y="10123"/>
                </a:lnTo>
                <a:lnTo>
                  <a:pt x="15571" y="10346"/>
                </a:lnTo>
                <a:lnTo>
                  <a:pt x="13969" y="10573"/>
                </a:lnTo>
                <a:lnTo>
                  <a:pt x="12343" y="10800"/>
                </a:lnTo>
                <a:lnTo>
                  <a:pt x="11300" y="13478"/>
                </a:lnTo>
                <a:lnTo>
                  <a:pt x="10618" y="15379"/>
                </a:lnTo>
                <a:lnTo>
                  <a:pt x="10149" y="17021"/>
                </a:lnTo>
                <a:lnTo>
                  <a:pt x="9745" y="18922"/>
                </a:lnTo>
                <a:lnTo>
                  <a:pt x="9257" y="21600"/>
                </a:lnTo>
                <a:lnTo>
                  <a:pt x="8896" y="19490"/>
                </a:lnTo>
                <a:lnTo>
                  <a:pt x="8535" y="17381"/>
                </a:lnTo>
                <a:lnTo>
                  <a:pt x="8171" y="15271"/>
                </a:lnTo>
                <a:lnTo>
                  <a:pt x="7810" y="13162"/>
                </a:lnTo>
                <a:lnTo>
                  <a:pt x="7449" y="11052"/>
                </a:lnTo>
                <a:lnTo>
                  <a:pt x="6881" y="9396"/>
                </a:lnTo>
                <a:lnTo>
                  <a:pt x="6323" y="8075"/>
                </a:lnTo>
                <a:lnTo>
                  <a:pt x="5560" y="6782"/>
                </a:lnTo>
                <a:lnTo>
                  <a:pt x="4391" y="5209"/>
                </a:lnTo>
                <a:lnTo>
                  <a:pt x="2607" y="3053"/>
                </a:lnTo>
                <a:lnTo>
                  <a:pt x="0" y="0"/>
                </a:lnTo>
                <a:close/>
              </a:path>
            </a:pathLst>
          </a:custGeom>
          <a:solidFill>
            <a:srgbClr val="E8F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7" name="contour_12465"/>
          <p:cNvSpPr/>
          <p:nvPr/>
        </p:nvSpPr>
        <p:spPr>
          <a:xfrm>
            <a:off x="10497794" y="5487858"/>
            <a:ext cx="43728" cy="462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024" y="2371"/>
                </a:lnTo>
                <a:lnTo>
                  <a:pt x="20423" y="4715"/>
                </a:lnTo>
                <a:lnTo>
                  <a:pt x="19786" y="7028"/>
                </a:lnTo>
                <a:lnTo>
                  <a:pt x="19098" y="9317"/>
                </a:lnTo>
                <a:lnTo>
                  <a:pt x="18346" y="11579"/>
                </a:lnTo>
                <a:lnTo>
                  <a:pt x="17514" y="13821"/>
                </a:lnTo>
                <a:lnTo>
                  <a:pt x="16589" y="16038"/>
                </a:lnTo>
                <a:lnTo>
                  <a:pt x="15556" y="18232"/>
                </a:lnTo>
                <a:lnTo>
                  <a:pt x="14400" y="20409"/>
                </a:lnTo>
                <a:lnTo>
                  <a:pt x="11826" y="21195"/>
                </a:lnTo>
                <a:lnTo>
                  <a:pt x="9536" y="21569"/>
                </a:lnTo>
                <a:lnTo>
                  <a:pt x="7369" y="21600"/>
                </a:lnTo>
                <a:lnTo>
                  <a:pt x="5166" y="21365"/>
                </a:lnTo>
                <a:lnTo>
                  <a:pt x="2765" y="20943"/>
                </a:lnTo>
                <a:lnTo>
                  <a:pt x="0" y="20409"/>
                </a:lnTo>
                <a:lnTo>
                  <a:pt x="677" y="17879"/>
                </a:lnTo>
                <a:lnTo>
                  <a:pt x="1202" y="16083"/>
                </a:lnTo>
                <a:lnTo>
                  <a:pt x="1750" y="14532"/>
                </a:lnTo>
                <a:lnTo>
                  <a:pt x="2491" y="12735"/>
                </a:lnTo>
                <a:lnTo>
                  <a:pt x="3600" y="10205"/>
                </a:lnTo>
                <a:lnTo>
                  <a:pt x="5980" y="10205"/>
                </a:lnTo>
                <a:lnTo>
                  <a:pt x="8374" y="10205"/>
                </a:lnTo>
                <a:lnTo>
                  <a:pt x="10800" y="10205"/>
                </a:lnTo>
                <a:lnTo>
                  <a:pt x="10800" y="8184"/>
                </a:lnTo>
                <a:lnTo>
                  <a:pt x="10800" y="6157"/>
                </a:lnTo>
                <a:lnTo>
                  <a:pt x="10800" y="4123"/>
                </a:lnTo>
                <a:lnTo>
                  <a:pt x="10800" y="2072"/>
                </a:lnTo>
                <a:lnTo>
                  <a:pt x="10800" y="0"/>
                </a:lnTo>
                <a:close/>
              </a:path>
            </a:pathLst>
          </a:custGeom>
          <a:solidFill>
            <a:srgbClr val="D6DA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8" name="contour_12466"/>
          <p:cNvSpPr/>
          <p:nvPr/>
        </p:nvSpPr>
        <p:spPr>
          <a:xfrm>
            <a:off x="10250003" y="5471642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600" y="4524"/>
                </a:lnTo>
                <a:lnTo>
                  <a:pt x="21600" y="7904"/>
                </a:lnTo>
                <a:lnTo>
                  <a:pt x="21600" y="11298"/>
                </a:lnTo>
                <a:lnTo>
                  <a:pt x="21600" y="14708"/>
                </a:lnTo>
                <a:lnTo>
                  <a:pt x="21600" y="1813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52" y="15501"/>
                </a:lnTo>
                <a:lnTo>
                  <a:pt x="1175" y="11237"/>
                </a:lnTo>
                <a:lnTo>
                  <a:pt x="1680" y="8236"/>
                </a:lnTo>
                <a:lnTo>
                  <a:pt x="2294" y="5930"/>
                </a:lnTo>
                <a:lnTo>
                  <a:pt x="3132" y="3763"/>
                </a:lnTo>
                <a:lnTo>
                  <a:pt x="4320" y="1150"/>
                </a:lnTo>
                <a:close/>
              </a:path>
            </a:pathLst>
          </a:custGeom>
          <a:solidFill>
            <a:srgbClr val="DBE0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69" name="contour_12467"/>
          <p:cNvSpPr/>
          <p:nvPr/>
        </p:nvSpPr>
        <p:spPr>
          <a:xfrm>
            <a:off x="9776283" y="5473282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19815" y="6171"/>
                </a:lnTo>
                <a:lnTo>
                  <a:pt x="18020" y="6171"/>
                </a:lnTo>
                <a:lnTo>
                  <a:pt x="16200" y="6171"/>
                </a:lnTo>
                <a:lnTo>
                  <a:pt x="16200" y="8353"/>
                </a:lnTo>
                <a:lnTo>
                  <a:pt x="16200" y="10538"/>
                </a:lnTo>
                <a:lnTo>
                  <a:pt x="16200" y="12729"/>
                </a:lnTo>
                <a:lnTo>
                  <a:pt x="16200" y="14929"/>
                </a:lnTo>
                <a:lnTo>
                  <a:pt x="16200" y="17138"/>
                </a:lnTo>
                <a:lnTo>
                  <a:pt x="16200" y="19360"/>
                </a:lnTo>
                <a:lnTo>
                  <a:pt x="16200" y="21600"/>
                </a:lnTo>
                <a:lnTo>
                  <a:pt x="15530" y="20073"/>
                </a:lnTo>
                <a:lnTo>
                  <a:pt x="14861" y="18539"/>
                </a:lnTo>
                <a:lnTo>
                  <a:pt x="14183" y="16993"/>
                </a:lnTo>
                <a:lnTo>
                  <a:pt x="13500" y="15429"/>
                </a:lnTo>
                <a:lnTo>
                  <a:pt x="11583" y="15487"/>
                </a:lnTo>
                <a:lnTo>
                  <a:pt x="10222" y="15626"/>
                </a:lnTo>
                <a:lnTo>
                  <a:pt x="8772" y="15956"/>
                </a:lnTo>
                <a:lnTo>
                  <a:pt x="6583" y="16586"/>
                </a:lnTo>
                <a:lnTo>
                  <a:pt x="4733" y="17101"/>
                </a:lnTo>
                <a:lnTo>
                  <a:pt x="2859" y="17623"/>
                </a:lnTo>
                <a:lnTo>
                  <a:pt x="1439" y="18064"/>
                </a:lnTo>
                <a:lnTo>
                  <a:pt x="0" y="18514"/>
                </a:lnTo>
                <a:lnTo>
                  <a:pt x="0" y="16475"/>
                </a:lnTo>
                <a:lnTo>
                  <a:pt x="0" y="14423"/>
                </a:lnTo>
                <a:lnTo>
                  <a:pt x="0" y="12343"/>
                </a:lnTo>
                <a:lnTo>
                  <a:pt x="1426" y="11096"/>
                </a:lnTo>
                <a:lnTo>
                  <a:pt x="2481" y="10223"/>
                </a:lnTo>
                <a:lnTo>
                  <a:pt x="3480" y="9489"/>
                </a:lnTo>
                <a:lnTo>
                  <a:pt x="4744" y="8668"/>
                </a:lnTo>
                <a:lnTo>
                  <a:pt x="6583" y="7523"/>
                </a:lnTo>
                <a:lnTo>
                  <a:pt x="9088" y="5943"/>
                </a:lnTo>
                <a:lnTo>
                  <a:pt x="10938" y="4749"/>
                </a:lnTo>
                <a:lnTo>
                  <a:pt x="12296" y="3814"/>
                </a:lnTo>
                <a:lnTo>
                  <a:pt x="13335" y="3002"/>
                </a:lnTo>
                <a:lnTo>
                  <a:pt x="14218" y="2185"/>
                </a:lnTo>
                <a:lnTo>
                  <a:pt x="15117" y="1228"/>
                </a:lnTo>
                <a:lnTo>
                  <a:pt x="16200" y="0"/>
                </a:lnTo>
                <a:close/>
              </a:path>
            </a:pathLst>
          </a:custGeom>
          <a:solidFill>
            <a:srgbClr val="D6D9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0" name="contour_12468"/>
          <p:cNvSpPr/>
          <p:nvPr/>
        </p:nvSpPr>
        <p:spPr>
          <a:xfrm>
            <a:off x="3916738" y="5465994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295" y="1503"/>
                </a:lnTo>
                <a:lnTo>
                  <a:pt x="16610" y="2657"/>
                </a:lnTo>
                <a:lnTo>
                  <a:pt x="17677" y="3711"/>
                </a:lnTo>
                <a:lnTo>
                  <a:pt x="18711" y="4899"/>
                </a:lnTo>
                <a:lnTo>
                  <a:pt x="19945" y="6463"/>
                </a:lnTo>
                <a:lnTo>
                  <a:pt x="21600" y="8640"/>
                </a:lnTo>
                <a:lnTo>
                  <a:pt x="21046" y="12010"/>
                </a:lnTo>
                <a:lnTo>
                  <a:pt x="20631" y="14364"/>
                </a:lnTo>
                <a:lnTo>
                  <a:pt x="20220" y="16334"/>
                </a:lnTo>
                <a:lnTo>
                  <a:pt x="19686" y="18541"/>
                </a:lnTo>
                <a:lnTo>
                  <a:pt x="18900" y="21600"/>
                </a:lnTo>
                <a:lnTo>
                  <a:pt x="17323" y="20935"/>
                </a:lnTo>
                <a:lnTo>
                  <a:pt x="15749" y="20265"/>
                </a:lnTo>
                <a:lnTo>
                  <a:pt x="14172" y="19591"/>
                </a:lnTo>
                <a:lnTo>
                  <a:pt x="12598" y="18913"/>
                </a:lnTo>
                <a:lnTo>
                  <a:pt x="11024" y="18235"/>
                </a:lnTo>
                <a:lnTo>
                  <a:pt x="9450" y="17548"/>
                </a:lnTo>
                <a:lnTo>
                  <a:pt x="8095" y="16982"/>
                </a:lnTo>
                <a:lnTo>
                  <a:pt x="6718" y="16412"/>
                </a:lnTo>
                <a:lnTo>
                  <a:pt x="5022" y="15625"/>
                </a:lnTo>
                <a:lnTo>
                  <a:pt x="3340" y="14774"/>
                </a:lnTo>
                <a:lnTo>
                  <a:pt x="1666" y="13880"/>
                </a:lnTo>
                <a:lnTo>
                  <a:pt x="0" y="12960"/>
                </a:lnTo>
                <a:lnTo>
                  <a:pt x="0" y="10817"/>
                </a:lnTo>
                <a:lnTo>
                  <a:pt x="0" y="8640"/>
                </a:lnTo>
                <a:lnTo>
                  <a:pt x="1909" y="8640"/>
                </a:lnTo>
                <a:lnTo>
                  <a:pt x="3820" y="8640"/>
                </a:lnTo>
                <a:lnTo>
                  <a:pt x="5738" y="8640"/>
                </a:lnTo>
                <a:lnTo>
                  <a:pt x="7663" y="8640"/>
                </a:lnTo>
                <a:lnTo>
                  <a:pt x="9596" y="8640"/>
                </a:lnTo>
                <a:lnTo>
                  <a:pt x="11540" y="8640"/>
                </a:lnTo>
                <a:lnTo>
                  <a:pt x="13500" y="8640"/>
                </a:lnTo>
                <a:lnTo>
                  <a:pt x="13500" y="5784"/>
                </a:lnTo>
                <a:lnTo>
                  <a:pt x="13500" y="2912"/>
                </a:lnTo>
                <a:lnTo>
                  <a:pt x="13500" y="0"/>
                </a:lnTo>
                <a:close/>
              </a:path>
            </a:pathLst>
          </a:custGeom>
          <a:solidFill>
            <a:srgbClr val="483F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1" name="contour_12469"/>
          <p:cNvSpPr/>
          <p:nvPr/>
        </p:nvSpPr>
        <p:spPr>
          <a:xfrm>
            <a:off x="9871027" y="545141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930" y="5828"/>
                </a:lnTo>
                <a:lnTo>
                  <a:pt x="20261" y="8057"/>
                </a:lnTo>
                <a:lnTo>
                  <a:pt x="19591" y="10292"/>
                </a:lnTo>
                <a:lnTo>
                  <a:pt x="18922" y="12532"/>
                </a:lnTo>
                <a:lnTo>
                  <a:pt x="18247" y="14782"/>
                </a:lnTo>
                <a:lnTo>
                  <a:pt x="17566" y="17042"/>
                </a:lnTo>
                <a:lnTo>
                  <a:pt x="16886" y="19314"/>
                </a:lnTo>
                <a:lnTo>
                  <a:pt x="16200" y="21600"/>
                </a:lnTo>
                <a:lnTo>
                  <a:pt x="12992" y="20887"/>
                </a:lnTo>
                <a:lnTo>
                  <a:pt x="9774" y="20171"/>
                </a:lnTo>
                <a:lnTo>
                  <a:pt x="6545" y="19454"/>
                </a:lnTo>
                <a:lnTo>
                  <a:pt x="3289" y="18731"/>
                </a:lnTo>
                <a:lnTo>
                  <a:pt x="0" y="18000"/>
                </a:lnTo>
                <a:lnTo>
                  <a:pt x="670" y="15772"/>
                </a:lnTo>
                <a:lnTo>
                  <a:pt x="1339" y="13543"/>
                </a:lnTo>
                <a:lnTo>
                  <a:pt x="2009" y="11308"/>
                </a:lnTo>
                <a:lnTo>
                  <a:pt x="2678" y="9068"/>
                </a:lnTo>
                <a:lnTo>
                  <a:pt x="3353" y="6818"/>
                </a:lnTo>
                <a:lnTo>
                  <a:pt x="4034" y="4558"/>
                </a:lnTo>
                <a:lnTo>
                  <a:pt x="4714" y="2286"/>
                </a:lnTo>
                <a:lnTo>
                  <a:pt x="5400" y="0"/>
                </a:lnTo>
                <a:close/>
              </a:path>
            </a:pathLst>
          </a:custGeom>
          <a:solidFill>
            <a:srgbClr val="E3E6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2" name="contour_12470"/>
          <p:cNvSpPr/>
          <p:nvPr/>
        </p:nvSpPr>
        <p:spPr>
          <a:xfrm>
            <a:off x="11547265" y="545141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988" y="1602"/>
                </a:lnTo>
                <a:lnTo>
                  <a:pt x="12645" y="3269"/>
                </a:lnTo>
                <a:lnTo>
                  <a:pt x="14234" y="5000"/>
                </a:lnTo>
                <a:lnTo>
                  <a:pt x="15771" y="6790"/>
                </a:lnTo>
                <a:lnTo>
                  <a:pt x="17265" y="8629"/>
                </a:lnTo>
                <a:lnTo>
                  <a:pt x="18724" y="10512"/>
                </a:lnTo>
                <a:lnTo>
                  <a:pt x="20168" y="12438"/>
                </a:lnTo>
                <a:lnTo>
                  <a:pt x="21600" y="14400"/>
                </a:lnTo>
                <a:lnTo>
                  <a:pt x="20816" y="14857"/>
                </a:lnTo>
                <a:lnTo>
                  <a:pt x="20066" y="15296"/>
                </a:lnTo>
                <a:lnTo>
                  <a:pt x="19131" y="15840"/>
                </a:lnTo>
                <a:lnTo>
                  <a:pt x="17801" y="16618"/>
                </a:lnTo>
                <a:lnTo>
                  <a:pt x="15854" y="17752"/>
                </a:lnTo>
                <a:lnTo>
                  <a:pt x="13080" y="19372"/>
                </a:lnTo>
                <a:lnTo>
                  <a:pt x="9257" y="21600"/>
                </a:lnTo>
                <a:lnTo>
                  <a:pt x="8239" y="19620"/>
                </a:lnTo>
                <a:lnTo>
                  <a:pt x="7221" y="17636"/>
                </a:lnTo>
                <a:lnTo>
                  <a:pt x="6199" y="15653"/>
                </a:lnTo>
                <a:lnTo>
                  <a:pt x="5175" y="13666"/>
                </a:lnTo>
                <a:lnTo>
                  <a:pt x="4150" y="11668"/>
                </a:lnTo>
                <a:lnTo>
                  <a:pt x="3120" y="9666"/>
                </a:lnTo>
                <a:lnTo>
                  <a:pt x="2086" y="7654"/>
                </a:lnTo>
                <a:lnTo>
                  <a:pt x="1046" y="5634"/>
                </a:lnTo>
                <a:lnTo>
                  <a:pt x="0" y="3600"/>
                </a:lnTo>
                <a:lnTo>
                  <a:pt x="1925" y="2275"/>
                </a:lnTo>
                <a:lnTo>
                  <a:pt x="3370" y="1426"/>
                </a:lnTo>
                <a:lnTo>
                  <a:pt x="4777" y="878"/>
                </a:lnTo>
                <a:lnTo>
                  <a:pt x="6591" y="461"/>
                </a:lnTo>
                <a:lnTo>
                  <a:pt x="9257" y="0"/>
                </a:lnTo>
                <a:close/>
              </a:path>
            </a:pathLst>
          </a:custGeom>
          <a:solidFill>
            <a:srgbClr val="7268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3" name="contour_12471"/>
          <p:cNvSpPr/>
          <p:nvPr/>
        </p:nvSpPr>
        <p:spPr>
          <a:xfrm>
            <a:off x="7305654" y="545141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61" y="842"/>
                </a:lnTo>
                <a:lnTo>
                  <a:pt x="8111" y="1706"/>
                </a:lnTo>
                <a:lnTo>
                  <a:pt x="10357" y="2601"/>
                </a:lnTo>
                <a:lnTo>
                  <a:pt x="12600" y="3508"/>
                </a:lnTo>
                <a:lnTo>
                  <a:pt x="13345" y="3802"/>
                </a:lnTo>
                <a:lnTo>
                  <a:pt x="14656" y="4311"/>
                </a:lnTo>
                <a:lnTo>
                  <a:pt x="17662" y="5486"/>
                </a:lnTo>
                <a:lnTo>
                  <a:pt x="19616" y="7050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D6E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4" name="contour_12472"/>
          <p:cNvSpPr/>
          <p:nvPr/>
        </p:nvSpPr>
        <p:spPr>
          <a:xfrm>
            <a:off x="7181758" y="5436842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7" y="40"/>
                </a:lnTo>
                <a:lnTo>
                  <a:pt x="5989" y="104"/>
                </a:lnTo>
                <a:lnTo>
                  <a:pt x="7201" y="230"/>
                </a:lnTo>
                <a:lnTo>
                  <a:pt x="8481" y="454"/>
                </a:lnTo>
                <a:lnTo>
                  <a:pt x="10098" y="817"/>
                </a:lnTo>
                <a:lnTo>
                  <a:pt x="12317" y="1350"/>
                </a:lnTo>
                <a:lnTo>
                  <a:pt x="14051" y="1750"/>
                </a:lnTo>
                <a:lnTo>
                  <a:pt x="15795" y="2153"/>
                </a:lnTo>
                <a:lnTo>
                  <a:pt x="17561" y="2560"/>
                </a:lnTo>
                <a:lnTo>
                  <a:pt x="18155" y="2714"/>
                </a:lnTo>
                <a:lnTo>
                  <a:pt x="19202" y="2984"/>
                </a:lnTo>
                <a:lnTo>
                  <a:pt x="21600" y="3600"/>
                </a:lnTo>
                <a:lnTo>
                  <a:pt x="21600" y="6145"/>
                </a:lnTo>
                <a:lnTo>
                  <a:pt x="21600" y="8694"/>
                </a:lnTo>
                <a:lnTo>
                  <a:pt x="21600" y="11250"/>
                </a:lnTo>
                <a:lnTo>
                  <a:pt x="21600" y="13817"/>
                </a:lnTo>
                <a:lnTo>
                  <a:pt x="21600" y="16394"/>
                </a:lnTo>
                <a:lnTo>
                  <a:pt x="21600" y="18986"/>
                </a:lnTo>
                <a:lnTo>
                  <a:pt x="21600" y="21600"/>
                </a:lnTo>
                <a:lnTo>
                  <a:pt x="20542" y="19890"/>
                </a:lnTo>
                <a:lnTo>
                  <a:pt x="19472" y="18169"/>
                </a:lnTo>
                <a:lnTo>
                  <a:pt x="18392" y="16423"/>
                </a:lnTo>
                <a:lnTo>
                  <a:pt x="16940" y="14620"/>
                </a:lnTo>
                <a:lnTo>
                  <a:pt x="15455" y="13097"/>
                </a:lnTo>
                <a:lnTo>
                  <a:pt x="13932" y="11822"/>
                </a:lnTo>
                <a:lnTo>
                  <a:pt x="12366" y="10771"/>
                </a:lnTo>
                <a:lnTo>
                  <a:pt x="10760" y="9911"/>
                </a:lnTo>
                <a:lnTo>
                  <a:pt x="9104" y="9216"/>
                </a:lnTo>
                <a:lnTo>
                  <a:pt x="7398" y="8654"/>
                </a:lnTo>
                <a:lnTo>
                  <a:pt x="5640" y="8201"/>
                </a:lnTo>
                <a:lnTo>
                  <a:pt x="3820" y="7826"/>
                </a:lnTo>
                <a:lnTo>
                  <a:pt x="1944" y="7502"/>
                </a:lnTo>
                <a:lnTo>
                  <a:pt x="0" y="7200"/>
                </a:lnTo>
                <a:lnTo>
                  <a:pt x="462" y="5015"/>
                </a:lnTo>
                <a:lnTo>
                  <a:pt x="899" y="3539"/>
                </a:lnTo>
                <a:lnTo>
                  <a:pt x="1561" y="2092"/>
                </a:lnTo>
                <a:lnTo>
                  <a:pt x="2700" y="0"/>
                </a:lnTo>
                <a:close/>
              </a:path>
            </a:pathLst>
          </a:custGeom>
          <a:solidFill>
            <a:srgbClr val="292A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5" name="contour_12473"/>
          <p:cNvSpPr/>
          <p:nvPr/>
        </p:nvSpPr>
        <p:spPr>
          <a:xfrm>
            <a:off x="9783571" y="5429554"/>
            <a:ext cx="3572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20" y="335"/>
                </a:lnTo>
                <a:lnTo>
                  <a:pt x="5662" y="670"/>
                </a:lnTo>
                <a:lnTo>
                  <a:pt x="8540" y="1012"/>
                </a:lnTo>
                <a:lnTo>
                  <a:pt x="9729" y="1156"/>
                </a:lnTo>
                <a:lnTo>
                  <a:pt x="13338" y="1582"/>
                </a:lnTo>
                <a:lnTo>
                  <a:pt x="16462" y="2457"/>
                </a:lnTo>
                <a:lnTo>
                  <a:pt x="18322" y="3359"/>
                </a:lnTo>
                <a:lnTo>
                  <a:pt x="20516" y="5062"/>
                </a:lnTo>
                <a:lnTo>
                  <a:pt x="21256" y="6880"/>
                </a:lnTo>
                <a:lnTo>
                  <a:pt x="21600" y="8535"/>
                </a:lnTo>
                <a:lnTo>
                  <a:pt x="21596" y="10109"/>
                </a:lnTo>
                <a:lnTo>
                  <a:pt x="21309" y="11686"/>
                </a:lnTo>
                <a:lnTo>
                  <a:pt x="20789" y="13352"/>
                </a:lnTo>
                <a:lnTo>
                  <a:pt x="20102" y="15188"/>
                </a:lnTo>
                <a:lnTo>
                  <a:pt x="19428" y="16999"/>
                </a:lnTo>
                <a:lnTo>
                  <a:pt x="18745" y="18838"/>
                </a:lnTo>
                <a:lnTo>
                  <a:pt x="18467" y="19524"/>
                </a:lnTo>
                <a:lnTo>
                  <a:pt x="17625" y="21600"/>
                </a:lnTo>
                <a:lnTo>
                  <a:pt x="15180" y="20226"/>
                </a:lnTo>
                <a:lnTo>
                  <a:pt x="13060" y="18870"/>
                </a:lnTo>
                <a:lnTo>
                  <a:pt x="11227" y="17504"/>
                </a:lnTo>
                <a:lnTo>
                  <a:pt x="9637" y="16108"/>
                </a:lnTo>
                <a:lnTo>
                  <a:pt x="8249" y="14653"/>
                </a:lnTo>
                <a:lnTo>
                  <a:pt x="7015" y="13117"/>
                </a:lnTo>
                <a:lnTo>
                  <a:pt x="5900" y="11472"/>
                </a:lnTo>
                <a:lnTo>
                  <a:pt x="4865" y="9696"/>
                </a:lnTo>
                <a:lnTo>
                  <a:pt x="3856" y="7762"/>
                </a:lnTo>
                <a:lnTo>
                  <a:pt x="3115" y="6305"/>
                </a:lnTo>
                <a:lnTo>
                  <a:pt x="2371" y="4838"/>
                </a:lnTo>
                <a:lnTo>
                  <a:pt x="1617" y="3353"/>
                </a:lnTo>
                <a:lnTo>
                  <a:pt x="815" y="1688"/>
                </a:lnTo>
                <a:lnTo>
                  <a:pt x="0" y="0"/>
                </a:lnTo>
                <a:close/>
              </a:path>
            </a:pathLst>
          </a:custGeom>
          <a:solidFill>
            <a:srgbClr val="898A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6" name="contour_12474"/>
          <p:cNvSpPr/>
          <p:nvPr/>
        </p:nvSpPr>
        <p:spPr>
          <a:xfrm>
            <a:off x="841206" y="5413338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3853"/>
                </a:lnTo>
                <a:lnTo>
                  <a:pt x="21600" y="6780"/>
                </a:lnTo>
                <a:lnTo>
                  <a:pt x="21600" y="9715"/>
                </a:lnTo>
                <a:lnTo>
                  <a:pt x="21600" y="12662"/>
                </a:lnTo>
                <a:lnTo>
                  <a:pt x="21600" y="15622"/>
                </a:lnTo>
                <a:lnTo>
                  <a:pt x="21600" y="1859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F9E6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7" name="contour_12475"/>
          <p:cNvSpPr/>
          <p:nvPr/>
        </p:nvSpPr>
        <p:spPr>
          <a:xfrm>
            <a:off x="7946997" y="5407610"/>
            <a:ext cx="65592" cy="243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1"/>
                </a:moveTo>
                <a:lnTo>
                  <a:pt x="21257" y="4811"/>
                </a:lnTo>
                <a:lnTo>
                  <a:pt x="20962" y="8194"/>
                </a:lnTo>
                <a:lnTo>
                  <a:pt x="20597" y="11139"/>
                </a:lnTo>
                <a:lnTo>
                  <a:pt x="20047" y="14574"/>
                </a:lnTo>
                <a:lnTo>
                  <a:pt x="19200" y="19443"/>
                </a:lnTo>
                <a:lnTo>
                  <a:pt x="17297" y="20586"/>
                </a:lnTo>
                <a:lnTo>
                  <a:pt x="15907" y="21258"/>
                </a:lnTo>
                <a:lnTo>
                  <a:pt x="14630" y="21568"/>
                </a:lnTo>
                <a:lnTo>
                  <a:pt x="13063" y="21600"/>
                </a:lnTo>
                <a:lnTo>
                  <a:pt x="10800" y="21458"/>
                </a:lnTo>
                <a:lnTo>
                  <a:pt x="9288" y="21439"/>
                </a:lnTo>
                <a:lnTo>
                  <a:pt x="7766" y="21413"/>
                </a:lnTo>
                <a:lnTo>
                  <a:pt x="6226" y="21387"/>
                </a:lnTo>
                <a:lnTo>
                  <a:pt x="3986" y="20160"/>
                </a:lnTo>
                <a:lnTo>
                  <a:pt x="2662" y="18862"/>
                </a:lnTo>
                <a:lnTo>
                  <a:pt x="1733" y="16692"/>
                </a:lnTo>
                <a:lnTo>
                  <a:pt x="674" y="12857"/>
                </a:lnTo>
                <a:lnTo>
                  <a:pt x="341" y="9718"/>
                </a:lnTo>
                <a:lnTo>
                  <a:pt x="0" y="6528"/>
                </a:lnTo>
                <a:lnTo>
                  <a:pt x="1687" y="5708"/>
                </a:lnTo>
                <a:lnTo>
                  <a:pt x="3374" y="4901"/>
                </a:lnTo>
                <a:lnTo>
                  <a:pt x="5062" y="4094"/>
                </a:lnTo>
                <a:lnTo>
                  <a:pt x="6749" y="3300"/>
                </a:lnTo>
                <a:lnTo>
                  <a:pt x="8004" y="2699"/>
                </a:lnTo>
                <a:lnTo>
                  <a:pt x="9269" y="2092"/>
                </a:lnTo>
                <a:lnTo>
                  <a:pt x="10548" y="1485"/>
                </a:lnTo>
                <a:lnTo>
                  <a:pt x="12139" y="962"/>
                </a:lnTo>
                <a:lnTo>
                  <a:pt x="13716" y="562"/>
                </a:lnTo>
                <a:lnTo>
                  <a:pt x="15281" y="271"/>
                </a:lnTo>
                <a:lnTo>
                  <a:pt x="16846" y="90"/>
                </a:lnTo>
                <a:lnTo>
                  <a:pt x="18415" y="6"/>
                </a:lnTo>
                <a:lnTo>
                  <a:pt x="19997" y="0"/>
                </a:lnTo>
                <a:lnTo>
                  <a:pt x="21600" y="71"/>
                </a:lnTo>
                <a:close/>
              </a:path>
            </a:pathLst>
          </a:custGeom>
          <a:solidFill>
            <a:srgbClr val="4136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8" name="contour_12476"/>
          <p:cNvSpPr/>
          <p:nvPr/>
        </p:nvSpPr>
        <p:spPr>
          <a:xfrm>
            <a:off x="4077074" y="5407690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891"/>
                </a:lnTo>
                <a:lnTo>
                  <a:pt x="3170" y="1782"/>
                </a:lnTo>
                <a:lnTo>
                  <a:pt x="4764" y="2678"/>
                </a:lnTo>
                <a:lnTo>
                  <a:pt x="6365" y="3580"/>
                </a:lnTo>
                <a:lnTo>
                  <a:pt x="7975" y="4487"/>
                </a:lnTo>
                <a:lnTo>
                  <a:pt x="9600" y="5400"/>
                </a:lnTo>
                <a:lnTo>
                  <a:pt x="9005" y="8073"/>
                </a:lnTo>
                <a:lnTo>
                  <a:pt x="8410" y="10757"/>
                </a:lnTo>
                <a:lnTo>
                  <a:pt x="7807" y="13462"/>
                </a:lnTo>
                <a:lnTo>
                  <a:pt x="7200" y="16200"/>
                </a:lnTo>
                <a:lnTo>
                  <a:pt x="8784" y="16200"/>
                </a:lnTo>
                <a:lnTo>
                  <a:pt x="10370" y="16200"/>
                </a:lnTo>
                <a:lnTo>
                  <a:pt x="11957" y="16200"/>
                </a:lnTo>
                <a:lnTo>
                  <a:pt x="13548" y="16200"/>
                </a:lnTo>
                <a:lnTo>
                  <a:pt x="15144" y="16200"/>
                </a:lnTo>
                <a:lnTo>
                  <a:pt x="16747" y="16200"/>
                </a:lnTo>
                <a:lnTo>
                  <a:pt x="18355" y="16200"/>
                </a:lnTo>
                <a:lnTo>
                  <a:pt x="19973" y="16200"/>
                </a:lnTo>
                <a:lnTo>
                  <a:pt x="21600" y="16200"/>
                </a:lnTo>
                <a:lnTo>
                  <a:pt x="21600" y="18878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13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79" name="contour_12477"/>
          <p:cNvSpPr/>
          <p:nvPr/>
        </p:nvSpPr>
        <p:spPr>
          <a:xfrm>
            <a:off x="8581053" y="540769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292" y="5028"/>
                </a:lnTo>
                <a:lnTo>
                  <a:pt x="17471" y="8986"/>
                </a:lnTo>
                <a:lnTo>
                  <a:pt x="16045" y="12048"/>
                </a:lnTo>
                <a:lnTo>
                  <a:pt x="14926" y="14394"/>
                </a:lnTo>
                <a:lnTo>
                  <a:pt x="14018" y="16204"/>
                </a:lnTo>
                <a:lnTo>
                  <a:pt x="13244" y="17647"/>
                </a:lnTo>
                <a:lnTo>
                  <a:pt x="12510" y="18913"/>
                </a:lnTo>
                <a:lnTo>
                  <a:pt x="11725" y="20170"/>
                </a:lnTo>
                <a:lnTo>
                  <a:pt x="10800" y="21600"/>
                </a:lnTo>
                <a:lnTo>
                  <a:pt x="8420" y="21600"/>
                </a:lnTo>
                <a:lnTo>
                  <a:pt x="6026" y="21600"/>
                </a:lnTo>
                <a:lnTo>
                  <a:pt x="3600" y="21600"/>
                </a:lnTo>
                <a:lnTo>
                  <a:pt x="2848" y="18960"/>
                </a:lnTo>
                <a:lnTo>
                  <a:pt x="2232" y="16308"/>
                </a:lnTo>
                <a:lnTo>
                  <a:pt x="1732" y="13647"/>
                </a:lnTo>
                <a:lnTo>
                  <a:pt x="1318" y="10964"/>
                </a:lnTo>
                <a:lnTo>
                  <a:pt x="965" y="8260"/>
                </a:lnTo>
                <a:lnTo>
                  <a:pt x="644" y="5534"/>
                </a:lnTo>
                <a:lnTo>
                  <a:pt x="331" y="2782"/>
                </a:lnTo>
                <a:lnTo>
                  <a:pt x="0" y="0"/>
                </a:lnTo>
                <a:close/>
              </a:path>
            </a:pathLst>
          </a:custGeom>
          <a:solidFill>
            <a:srgbClr val="25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0" name="contour_12478"/>
          <p:cNvSpPr/>
          <p:nvPr/>
        </p:nvSpPr>
        <p:spPr>
          <a:xfrm>
            <a:off x="5775176" y="5400402"/>
            <a:ext cx="3851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85" y="314"/>
                </a:lnTo>
                <a:lnTo>
                  <a:pt x="5636" y="670"/>
                </a:lnTo>
                <a:lnTo>
                  <a:pt x="8280" y="1082"/>
                </a:lnTo>
                <a:lnTo>
                  <a:pt x="10827" y="1577"/>
                </a:lnTo>
                <a:lnTo>
                  <a:pt x="13299" y="2174"/>
                </a:lnTo>
                <a:lnTo>
                  <a:pt x="15711" y="2897"/>
                </a:lnTo>
                <a:lnTo>
                  <a:pt x="18085" y="3766"/>
                </a:lnTo>
                <a:lnTo>
                  <a:pt x="20435" y="4800"/>
                </a:lnTo>
                <a:lnTo>
                  <a:pt x="20930" y="6502"/>
                </a:lnTo>
                <a:lnTo>
                  <a:pt x="21281" y="8186"/>
                </a:lnTo>
                <a:lnTo>
                  <a:pt x="21498" y="9859"/>
                </a:lnTo>
                <a:lnTo>
                  <a:pt x="21600" y="11522"/>
                </a:lnTo>
                <a:lnTo>
                  <a:pt x="21592" y="13186"/>
                </a:lnTo>
                <a:lnTo>
                  <a:pt x="21494" y="14846"/>
                </a:lnTo>
                <a:lnTo>
                  <a:pt x="21314" y="16514"/>
                </a:lnTo>
                <a:lnTo>
                  <a:pt x="21069" y="18194"/>
                </a:lnTo>
                <a:lnTo>
                  <a:pt x="20774" y="19886"/>
                </a:lnTo>
                <a:lnTo>
                  <a:pt x="20435" y="21600"/>
                </a:lnTo>
                <a:lnTo>
                  <a:pt x="18567" y="20258"/>
                </a:lnTo>
                <a:lnTo>
                  <a:pt x="16790" y="18914"/>
                </a:lnTo>
                <a:lnTo>
                  <a:pt x="15098" y="17568"/>
                </a:lnTo>
                <a:lnTo>
                  <a:pt x="13491" y="16214"/>
                </a:lnTo>
                <a:lnTo>
                  <a:pt x="11967" y="14851"/>
                </a:lnTo>
                <a:lnTo>
                  <a:pt x="10512" y="13476"/>
                </a:lnTo>
                <a:lnTo>
                  <a:pt x="9130" y="12084"/>
                </a:lnTo>
                <a:lnTo>
                  <a:pt x="7810" y="10673"/>
                </a:lnTo>
                <a:lnTo>
                  <a:pt x="6552" y="9240"/>
                </a:lnTo>
                <a:lnTo>
                  <a:pt x="5346" y="7781"/>
                </a:lnTo>
                <a:lnTo>
                  <a:pt x="4193" y="6295"/>
                </a:lnTo>
                <a:lnTo>
                  <a:pt x="3090" y="4776"/>
                </a:lnTo>
                <a:lnTo>
                  <a:pt x="2023" y="3223"/>
                </a:lnTo>
                <a:lnTo>
                  <a:pt x="997" y="1632"/>
                </a:lnTo>
                <a:lnTo>
                  <a:pt x="0" y="0"/>
                </a:lnTo>
                <a:close/>
              </a:path>
            </a:pathLst>
          </a:custGeom>
          <a:solidFill>
            <a:srgbClr val="EC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1" name="contour_12479"/>
          <p:cNvSpPr/>
          <p:nvPr/>
        </p:nvSpPr>
        <p:spPr>
          <a:xfrm>
            <a:off x="4106226" y="5392800"/>
            <a:ext cx="58304" cy="30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21" y="0"/>
                </a:moveTo>
                <a:lnTo>
                  <a:pt x="15401" y="759"/>
                </a:lnTo>
                <a:lnTo>
                  <a:pt x="16540" y="1416"/>
                </a:lnTo>
                <a:lnTo>
                  <a:pt x="17707" y="2220"/>
                </a:lnTo>
                <a:lnTo>
                  <a:pt x="19270" y="3437"/>
                </a:lnTo>
                <a:lnTo>
                  <a:pt x="21600" y="5311"/>
                </a:lnTo>
                <a:lnTo>
                  <a:pt x="19548" y="10174"/>
                </a:lnTo>
                <a:lnTo>
                  <a:pt x="17941" y="13850"/>
                </a:lnTo>
                <a:lnTo>
                  <a:pt x="16640" y="16523"/>
                </a:lnTo>
                <a:lnTo>
                  <a:pt x="15509" y="18392"/>
                </a:lnTo>
                <a:lnTo>
                  <a:pt x="14410" y="19640"/>
                </a:lnTo>
                <a:lnTo>
                  <a:pt x="13211" y="20464"/>
                </a:lnTo>
                <a:lnTo>
                  <a:pt x="11769" y="21055"/>
                </a:lnTo>
                <a:lnTo>
                  <a:pt x="9955" y="21600"/>
                </a:lnTo>
                <a:lnTo>
                  <a:pt x="8286" y="21554"/>
                </a:lnTo>
                <a:lnTo>
                  <a:pt x="6626" y="21463"/>
                </a:lnTo>
                <a:lnTo>
                  <a:pt x="4971" y="21325"/>
                </a:lnTo>
                <a:lnTo>
                  <a:pt x="3318" y="21137"/>
                </a:lnTo>
                <a:lnTo>
                  <a:pt x="1663" y="20892"/>
                </a:lnTo>
                <a:lnTo>
                  <a:pt x="0" y="20587"/>
                </a:lnTo>
                <a:lnTo>
                  <a:pt x="2349" y="15108"/>
                </a:lnTo>
                <a:lnTo>
                  <a:pt x="4263" y="10719"/>
                </a:lnTo>
                <a:lnTo>
                  <a:pt x="5824" y="7297"/>
                </a:lnTo>
                <a:lnTo>
                  <a:pt x="7117" y="4715"/>
                </a:lnTo>
                <a:lnTo>
                  <a:pt x="8227" y="2851"/>
                </a:lnTo>
                <a:lnTo>
                  <a:pt x="9234" y="1584"/>
                </a:lnTo>
                <a:lnTo>
                  <a:pt x="10225" y="789"/>
                </a:lnTo>
                <a:lnTo>
                  <a:pt x="11281" y="341"/>
                </a:lnTo>
                <a:lnTo>
                  <a:pt x="12485" y="122"/>
                </a:lnTo>
                <a:lnTo>
                  <a:pt x="13921" y="0"/>
                </a:lnTo>
                <a:close/>
              </a:path>
            </a:pathLst>
          </a:custGeom>
          <a:solidFill>
            <a:srgbClr val="D4DA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2" name="contour_12480"/>
          <p:cNvSpPr/>
          <p:nvPr/>
        </p:nvSpPr>
        <p:spPr>
          <a:xfrm>
            <a:off x="2072220" y="5407143"/>
            <a:ext cx="51672" cy="306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64" y="67"/>
                </a:moveTo>
                <a:lnTo>
                  <a:pt x="16409" y="134"/>
                </a:lnTo>
                <a:lnTo>
                  <a:pt x="18483" y="206"/>
                </a:lnTo>
                <a:lnTo>
                  <a:pt x="19257" y="247"/>
                </a:lnTo>
                <a:lnTo>
                  <a:pt x="21600" y="386"/>
                </a:lnTo>
                <a:lnTo>
                  <a:pt x="21600" y="3780"/>
                </a:lnTo>
                <a:lnTo>
                  <a:pt x="21600" y="7205"/>
                </a:lnTo>
                <a:lnTo>
                  <a:pt x="21600" y="10671"/>
                </a:lnTo>
                <a:lnTo>
                  <a:pt x="19860" y="12898"/>
                </a:lnTo>
                <a:lnTo>
                  <a:pt x="18072" y="14837"/>
                </a:lnTo>
                <a:lnTo>
                  <a:pt x="16229" y="16498"/>
                </a:lnTo>
                <a:lnTo>
                  <a:pt x="14334" y="17907"/>
                </a:lnTo>
                <a:lnTo>
                  <a:pt x="12387" y="19070"/>
                </a:lnTo>
                <a:lnTo>
                  <a:pt x="10392" y="20001"/>
                </a:lnTo>
                <a:lnTo>
                  <a:pt x="8341" y="20726"/>
                </a:lnTo>
                <a:lnTo>
                  <a:pt x="6236" y="21255"/>
                </a:lnTo>
                <a:lnTo>
                  <a:pt x="4082" y="21600"/>
                </a:lnTo>
                <a:lnTo>
                  <a:pt x="2194" y="21281"/>
                </a:lnTo>
                <a:lnTo>
                  <a:pt x="274" y="20957"/>
                </a:lnTo>
                <a:lnTo>
                  <a:pt x="91" y="17285"/>
                </a:lnTo>
                <a:lnTo>
                  <a:pt x="0" y="14647"/>
                </a:lnTo>
                <a:lnTo>
                  <a:pt x="0" y="12302"/>
                </a:lnTo>
                <a:lnTo>
                  <a:pt x="91" y="9509"/>
                </a:lnTo>
                <a:lnTo>
                  <a:pt x="274" y="5529"/>
                </a:lnTo>
                <a:lnTo>
                  <a:pt x="2218" y="3487"/>
                </a:lnTo>
                <a:lnTo>
                  <a:pt x="4119" y="2006"/>
                </a:lnTo>
                <a:lnTo>
                  <a:pt x="6017" y="998"/>
                </a:lnTo>
                <a:lnTo>
                  <a:pt x="7951" y="386"/>
                </a:lnTo>
                <a:lnTo>
                  <a:pt x="9962" y="82"/>
                </a:lnTo>
                <a:lnTo>
                  <a:pt x="12086" y="0"/>
                </a:lnTo>
                <a:lnTo>
                  <a:pt x="14364" y="67"/>
                </a:lnTo>
                <a:close/>
              </a:path>
            </a:pathLst>
          </a:custGeom>
          <a:solidFill>
            <a:srgbClr val="2322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3" name="contour_12481"/>
          <p:cNvSpPr/>
          <p:nvPr/>
        </p:nvSpPr>
        <p:spPr>
          <a:xfrm>
            <a:off x="5818904" y="537125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3089" y="19246"/>
                </a:lnTo>
                <a:lnTo>
                  <a:pt x="1652" y="17507"/>
                </a:lnTo>
                <a:lnTo>
                  <a:pt x="832" y="15865"/>
                </a:lnTo>
                <a:lnTo>
                  <a:pt x="367" y="13802"/>
                </a:lnTo>
                <a:lnTo>
                  <a:pt x="0" y="10800"/>
                </a:lnTo>
                <a:lnTo>
                  <a:pt x="2322" y="8561"/>
                </a:lnTo>
                <a:lnTo>
                  <a:pt x="4838" y="6379"/>
                </a:lnTo>
                <a:lnTo>
                  <a:pt x="7587" y="4360"/>
                </a:lnTo>
                <a:lnTo>
                  <a:pt x="10600" y="2610"/>
                </a:lnTo>
                <a:lnTo>
                  <a:pt x="13916" y="1228"/>
                </a:lnTo>
                <a:lnTo>
                  <a:pt x="17572" y="324"/>
                </a:lnTo>
                <a:lnTo>
                  <a:pt x="21600" y="0"/>
                </a:lnTo>
                <a:close/>
              </a:path>
            </a:pathLst>
          </a:custGeom>
          <a:solidFill>
            <a:srgbClr val="F8FB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4" name="contour_12482"/>
          <p:cNvSpPr/>
          <p:nvPr/>
        </p:nvSpPr>
        <p:spPr>
          <a:xfrm>
            <a:off x="3508611" y="5385826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09"/>
                </a:lnTo>
                <a:lnTo>
                  <a:pt x="7133" y="1018"/>
                </a:lnTo>
                <a:lnTo>
                  <a:pt x="10719" y="1531"/>
                </a:lnTo>
                <a:lnTo>
                  <a:pt x="14321" y="2046"/>
                </a:lnTo>
                <a:lnTo>
                  <a:pt x="17944" y="2564"/>
                </a:lnTo>
                <a:lnTo>
                  <a:pt x="21600" y="3086"/>
                </a:lnTo>
                <a:lnTo>
                  <a:pt x="20758" y="4894"/>
                </a:lnTo>
                <a:lnTo>
                  <a:pt x="19915" y="6702"/>
                </a:lnTo>
                <a:lnTo>
                  <a:pt x="19067" y="8510"/>
                </a:lnTo>
                <a:lnTo>
                  <a:pt x="18225" y="10319"/>
                </a:lnTo>
                <a:lnTo>
                  <a:pt x="17383" y="12127"/>
                </a:lnTo>
                <a:lnTo>
                  <a:pt x="16805" y="13787"/>
                </a:lnTo>
                <a:lnTo>
                  <a:pt x="16454" y="15111"/>
                </a:lnTo>
                <a:lnTo>
                  <a:pt x="16276" y="16552"/>
                </a:lnTo>
                <a:lnTo>
                  <a:pt x="16211" y="18561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D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5" name="contour_12483"/>
          <p:cNvSpPr/>
          <p:nvPr/>
        </p:nvSpPr>
        <p:spPr>
          <a:xfrm>
            <a:off x="1832373" y="5378909"/>
            <a:ext cx="72880" cy="287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191"/>
                </a:moveTo>
                <a:lnTo>
                  <a:pt x="20222" y="10283"/>
                </a:lnTo>
                <a:lnTo>
                  <a:pt x="19205" y="13828"/>
                </a:lnTo>
                <a:lnTo>
                  <a:pt x="18364" y="16278"/>
                </a:lnTo>
                <a:lnTo>
                  <a:pt x="17524" y="18083"/>
                </a:lnTo>
                <a:lnTo>
                  <a:pt x="16502" y="19707"/>
                </a:lnTo>
                <a:lnTo>
                  <a:pt x="15120" y="21600"/>
                </a:lnTo>
                <a:lnTo>
                  <a:pt x="13573" y="21485"/>
                </a:lnTo>
                <a:lnTo>
                  <a:pt x="12042" y="21244"/>
                </a:lnTo>
                <a:lnTo>
                  <a:pt x="10521" y="20889"/>
                </a:lnTo>
                <a:lnTo>
                  <a:pt x="9012" y="20435"/>
                </a:lnTo>
                <a:lnTo>
                  <a:pt x="7508" y="19888"/>
                </a:lnTo>
                <a:lnTo>
                  <a:pt x="6009" y="19259"/>
                </a:lnTo>
                <a:lnTo>
                  <a:pt x="4512" y="18559"/>
                </a:lnTo>
                <a:lnTo>
                  <a:pt x="3013" y="17799"/>
                </a:lnTo>
                <a:lnTo>
                  <a:pt x="1510" y="16984"/>
                </a:lnTo>
                <a:lnTo>
                  <a:pt x="0" y="16130"/>
                </a:lnTo>
                <a:lnTo>
                  <a:pt x="1212" y="12728"/>
                </a:lnTo>
                <a:lnTo>
                  <a:pt x="2380" y="9917"/>
                </a:lnTo>
                <a:lnTo>
                  <a:pt x="3547" y="7625"/>
                </a:lnTo>
                <a:lnTo>
                  <a:pt x="4752" y="5787"/>
                </a:lnTo>
                <a:lnTo>
                  <a:pt x="6037" y="4321"/>
                </a:lnTo>
                <a:lnTo>
                  <a:pt x="7446" y="3156"/>
                </a:lnTo>
                <a:lnTo>
                  <a:pt x="9020" y="2215"/>
                </a:lnTo>
                <a:lnTo>
                  <a:pt x="10800" y="1428"/>
                </a:lnTo>
                <a:lnTo>
                  <a:pt x="11297" y="1220"/>
                </a:lnTo>
                <a:lnTo>
                  <a:pt x="12172" y="848"/>
                </a:lnTo>
                <a:lnTo>
                  <a:pt x="14174" y="0"/>
                </a:lnTo>
                <a:lnTo>
                  <a:pt x="15936" y="11"/>
                </a:lnTo>
                <a:lnTo>
                  <a:pt x="17414" y="443"/>
                </a:lnTo>
                <a:lnTo>
                  <a:pt x="18755" y="1389"/>
                </a:lnTo>
                <a:lnTo>
                  <a:pt x="20103" y="2943"/>
                </a:lnTo>
                <a:lnTo>
                  <a:pt x="21600" y="5191"/>
                </a:lnTo>
                <a:close/>
              </a:path>
            </a:pathLst>
          </a:custGeom>
          <a:solidFill>
            <a:srgbClr val="4F4D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6" name="contour_12484"/>
          <p:cNvSpPr/>
          <p:nvPr/>
        </p:nvSpPr>
        <p:spPr>
          <a:xfrm>
            <a:off x="9696115" y="5363962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03" y="313"/>
                </a:lnTo>
                <a:lnTo>
                  <a:pt x="10032" y="648"/>
                </a:lnTo>
                <a:lnTo>
                  <a:pt x="11960" y="994"/>
                </a:lnTo>
                <a:lnTo>
                  <a:pt x="13886" y="1350"/>
                </a:lnTo>
                <a:lnTo>
                  <a:pt x="16040" y="1728"/>
                </a:lnTo>
                <a:lnTo>
                  <a:pt x="18224" y="2110"/>
                </a:lnTo>
                <a:lnTo>
                  <a:pt x="19900" y="2851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9693" y="11556"/>
                </a:lnTo>
                <a:lnTo>
                  <a:pt x="17801" y="12107"/>
                </a:lnTo>
                <a:lnTo>
                  <a:pt x="15898" y="12514"/>
                </a:lnTo>
                <a:lnTo>
                  <a:pt x="13957" y="12845"/>
                </a:lnTo>
                <a:lnTo>
                  <a:pt x="11957" y="13162"/>
                </a:lnTo>
                <a:lnTo>
                  <a:pt x="10615" y="13777"/>
                </a:lnTo>
                <a:lnTo>
                  <a:pt x="9257" y="14400"/>
                </a:lnTo>
                <a:lnTo>
                  <a:pt x="9257" y="16780"/>
                </a:lnTo>
                <a:lnTo>
                  <a:pt x="9257" y="19174"/>
                </a:lnTo>
                <a:lnTo>
                  <a:pt x="9257" y="21600"/>
                </a:lnTo>
                <a:lnTo>
                  <a:pt x="6961" y="20923"/>
                </a:lnTo>
                <a:lnTo>
                  <a:pt x="5332" y="20398"/>
                </a:lnTo>
                <a:lnTo>
                  <a:pt x="3925" y="19850"/>
                </a:lnTo>
                <a:lnTo>
                  <a:pt x="2296" y="19109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2040" y="10800"/>
                </a:lnTo>
                <a:lnTo>
                  <a:pt x="4092" y="10800"/>
                </a:lnTo>
                <a:lnTo>
                  <a:pt x="6171" y="10800"/>
                </a:lnTo>
                <a:lnTo>
                  <a:pt x="6171" y="8662"/>
                </a:lnTo>
                <a:lnTo>
                  <a:pt x="6171" y="6516"/>
                </a:lnTo>
                <a:lnTo>
                  <a:pt x="6171" y="4363"/>
                </a:lnTo>
                <a:lnTo>
                  <a:pt x="6171" y="2192"/>
                </a:lnTo>
                <a:lnTo>
                  <a:pt x="6171" y="0"/>
                </a:lnTo>
                <a:close/>
              </a:path>
            </a:pathLst>
          </a:custGeom>
          <a:solidFill>
            <a:srgbClr val="C7C9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7" name="contour_12485"/>
          <p:cNvSpPr/>
          <p:nvPr/>
        </p:nvSpPr>
        <p:spPr>
          <a:xfrm>
            <a:off x="6948543" y="5370630"/>
            <a:ext cx="65592" cy="224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595"/>
                </a:moveTo>
                <a:lnTo>
                  <a:pt x="6540" y="42"/>
                </a:lnTo>
                <a:lnTo>
                  <a:pt x="7745" y="0"/>
                </a:lnTo>
                <a:lnTo>
                  <a:pt x="8976" y="581"/>
                </a:lnTo>
                <a:lnTo>
                  <a:pt x="10800" y="1911"/>
                </a:lnTo>
                <a:lnTo>
                  <a:pt x="12326" y="2927"/>
                </a:lnTo>
                <a:lnTo>
                  <a:pt x="13874" y="3956"/>
                </a:lnTo>
                <a:lnTo>
                  <a:pt x="15130" y="5552"/>
                </a:lnTo>
                <a:lnTo>
                  <a:pt x="16111" y="7037"/>
                </a:lnTo>
                <a:lnTo>
                  <a:pt x="17035" y="8892"/>
                </a:lnTo>
                <a:lnTo>
                  <a:pt x="18113" y="11609"/>
                </a:lnTo>
                <a:lnTo>
                  <a:pt x="19565" y="15684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792" y="18134"/>
                </a:lnTo>
                <a:lnTo>
                  <a:pt x="1586" y="14661"/>
                </a:lnTo>
                <a:lnTo>
                  <a:pt x="2381" y="11175"/>
                </a:lnTo>
                <a:lnTo>
                  <a:pt x="3182" y="7674"/>
                </a:lnTo>
                <a:lnTo>
                  <a:pt x="3989" y="4152"/>
                </a:lnTo>
                <a:lnTo>
                  <a:pt x="4800" y="595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8" name="contour_12486"/>
          <p:cNvSpPr/>
          <p:nvPr/>
        </p:nvSpPr>
        <p:spPr>
          <a:xfrm>
            <a:off x="10235427" y="5341901"/>
            <a:ext cx="36440" cy="439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7"/>
                </a:moveTo>
                <a:lnTo>
                  <a:pt x="21600" y="2462"/>
                </a:lnTo>
                <a:lnTo>
                  <a:pt x="21600" y="4831"/>
                </a:lnTo>
                <a:lnTo>
                  <a:pt x="21600" y="7200"/>
                </a:lnTo>
                <a:lnTo>
                  <a:pt x="21600" y="9576"/>
                </a:lnTo>
                <a:lnTo>
                  <a:pt x="21600" y="11959"/>
                </a:lnTo>
                <a:lnTo>
                  <a:pt x="21600" y="14353"/>
                </a:lnTo>
                <a:lnTo>
                  <a:pt x="21600" y="16755"/>
                </a:lnTo>
                <a:lnTo>
                  <a:pt x="21600" y="19170"/>
                </a:lnTo>
                <a:lnTo>
                  <a:pt x="21600" y="21600"/>
                </a:lnTo>
                <a:lnTo>
                  <a:pt x="18744" y="21600"/>
                </a:lnTo>
                <a:lnTo>
                  <a:pt x="15872" y="21600"/>
                </a:lnTo>
                <a:lnTo>
                  <a:pt x="12960" y="21600"/>
                </a:lnTo>
                <a:lnTo>
                  <a:pt x="12960" y="19471"/>
                </a:lnTo>
                <a:lnTo>
                  <a:pt x="12960" y="17335"/>
                </a:lnTo>
                <a:lnTo>
                  <a:pt x="12960" y="15192"/>
                </a:lnTo>
                <a:lnTo>
                  <a:pt x="12960" y="13031"/>
                </a:lnTo>
                <a:lnTo>
                  <a:pt x="12960" y="10848"/>
                </a:lnTo>
                <a:lnTo>
                  <a:pt x="10394" y="10848"/>
                </a:lnTo>
                <a:lnTo>
                  <a:pt x="7819" y="10848"/>
                </a:lnTo>
                <a:lnTo>
                  <a:pt x="5236" y="10848"/>
                </a:lnTo>
                <a:lnTo>
                  <a:pt x="2631" y="10848"/>
                </a:lnTo>
                <a:lnTo>
                  <a:pt x="0" y="10848"/>
                </a:lnTo>
                <a:lnTo>
                  <a:pt x="0" y="8479"/>
                </a:lnTo>
                <a:lnTo>
                  <a:pt x="0" y="6096"/>
                </a:lnTo>
                <a:lnTo>
                  <a:pt x="0" y="3681"/>
                </a:lnTo>
                <a:lnTo>
                  <a:pt x="2618" y="2190"/>
                </a:lnTo>
                <a:lnTo>
                  <a:pt x="5067" y="1154"/>
                </a:lnTo>
                <a:lnTo>
                  <a:pt x="7439" y="498"/>
                </a:lnTo>
                <a:lnTo>
                  <a:pt x="9837" y="143"/>
                </a:lnTo>
                <a:lnTo>
                  <a:pt x="12351" y="4"/>
                </a:lnTo>
                <a:lnTo>
                  <a:pt x="15085" y="0"/>
                </a:lnTo>
                <a:lnTo>
                  <a:pt x="18135" y="61"/>
                </a:lnTo>
                <a:lnTo>
                  <a:pt x="21600" y="97"/>
                </a:lnTo>
                <a:close/>
              </a:path>
            </a:pathLst>
          </a:custGeom>
          <a:solidFill>
            <a:srgbClr val="5555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89" name="contour_12487"/>
          <p:cNvSpPr/>
          <p:nvPr/>
        </p:nvSpPr>
        <p:spPr>
          <a:xfrm>
            <a:off x="2007284" y="535667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64" y="816"/>
                </a:lnTo>
                <a:lnTo>
                  <a:pt x="20267" y="1706"/>
                </a:lnTo>
                <a:lnTo>
                  <a:pt x="19168" y="3119"/>
                </a:lnTo>
                <a:lnTo>
                  <a:pt x="17317" y="5495"/>
                </a:lnTo>
                <a:lnTo>
                  <a:pt x="14367" y="9279"/>
                </a:lnTo>
                <a:lnTo>
                  <a:pt x="13380" y="11146"/>
                </a:lnTo>
                <a:lnTo>
                  <a:pt x="12781" y="12718"/>
                </a:lnTo>
                <a:lnTo>
                  <a:pt x="12472" y="14589"/>
                </a:lnTo>
                <a:lnTo>
                  <a:pt x="12358" y="17353"/>
                </a:lnTo>
                <a:lnTo>
                  <a:pt x="12343" y="21600"/>
                </a:lnTo>
                <a:lnTo>
                  <a:pt x="10306" y="21600"/>
                </a:lnTo>
                <a:lnTo>
                  <a:pt x="8267" y="21600"/>
                </a:lnTo>
                <a:lnTo>
                  <a:pt x="6218" y="21600"/>
                </a:lnTo>
                <a:lnTo>
                  <a:pt x="4160" y="21600"/>
                </a:lnTo>
                <a:lnTo>
                  <a:pt x="2089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1DF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0" name="contour_12488"/>
          <p:cNvSpPr/>
          <p:nvPr/>
        </p:nvSpPr>
        <p:spPr>
          <a:xfrm>
            <a:off x="1562717" y="5340458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600" y="4524"/>
                </a:lnTo>
                <a:lnTo>
                  <a:pt x="21600" y="7904"/>
                </a:lnTo>
                <a:lnTo>
                  <a:pt x="21600" y="11298"/>
                </a:lnTo>
                <a:lnTo>
                  <a:pt x="21600" y="14708"/>
                </a:lnTo>
                <a:lnTo>
                  <a:pt x="21600" y="1813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52" y="15501"/>
                </a:lnTo>
                <a:lnTo>
                  <a:pt x="1175" y="11237"/>
                </a:lnTo>
                <a:lnTo>
                  <a:pt x="1680" y="8236"/>
                </a:lnTo>
                <a:lnTo>
                  <a:pt x="2294" y="5930"/>
                </a:lnTo>
                <a:lnTo>
                  <a:pt x="3132" y="3763"/>
                </a:lnTo>
                <a:lnTo>
                  <a:pt x="4320" y="1150"/>
                </a:lnTo>
                <a:close/>
              </a:path>
            </a:pathLst>
          </a:custGeom>
          <a:solidFill>
            <a:srgbClr val="A7AD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1" name="contour_12489"/>
          <p:cNvSpPr/>
          <p:nvPr/>
        </p:nvSpPr>
        <p:spPr>
          <a:xfrm>
            <a:off x="8449869" y="5305658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303" y="1858"/>
                </a:lnTo>
                <a:lnTo>
                  <a:pt x="20984" y="3715"/>
                </a:lnTo>
                <a:lnTo>
                  <a:pt x="20644" y="5573"/>
                </a:lnTo>
                <a:lnTo>
                  <a:pt x="20288" y="7428"/>
                </a:lnTo>
                <a:lnTo>
                  <a:pt x="19915" y="9283"/>
                </a:lnTo>
                <a:lnTo>
                  <a:pt x="19597" y="11008"/>
                </a:lnTo>
                <a:lnTo>
                  <a:pt x="19283" y="12744"/>
                </a:lnTo>
                <a:lnTo>
                  <a:pt x="18965" y="14502"/>
                </a:lnTo>
                <a:lnTo>
                  <a:pt x="18052" y="15954"/>
                </a:lnTo>
                <a:lnTo>
                  <a:pt x="17134" y="17418"/>
                </a:lnTo>
                <a:lnTo>
                  <a:pt x="16200" y="18900"/>
                </a:lnTo>
                <a:lnTo>
                  <a:pt x="12069" y="19859"/>
                </a:lnTo>
                <a:lnTo>
                  <a:pt x="9164" y="20480"/>
                </a:lnTo>
                <a:lnTo>
                  <a:pt x="6701" y="20890"/>
                </a:lnTo>
                <a:lnTo>
                  <a:pt x="3904" y="21219"/>
                </a:lnTo>
                <a:lnTo>
                  <a:pt x="0" y="21600"/>
                </a:lnTo>
                <a:lnTo>
                  <a:pt x="1436" y="17742"/>
                </a:lnTo>
                <a:lnTo>
                  <a:pt x="2651" y="14507"/>
                </a:lnTo>
                <a:lnTo>
                  <a:pt x="3677" y="11823"/>
                </a:lnTo>
                <a:lnTo>
                  <a:pt x="4558" y="9612"/>
                </a:lnTo>
                <a:lnTo>
                  <a:pt x="5330" y="7803"/>
                </a:lnTo>
                <a:lnTo>
                  <a:pt x="6026" y="6315"/>
                </a:lnTo>
                <a:lnTo>
                  <a:pt x="6691" y="5076"/>
                </a:lnTo>
                <a:lnTo>
                  <a:pt x="7360" y="4012"/>
                </a:lnTo>
                <a:lnTo>
                  <a:pt x="8062" y="3048"/>
                </a:lnTo>
                <a:lnTo>
                  <a:pt x="8851" y="2109"/>
                </a:lnTo>
                <a:lnTo>
                  <a:pt x="9747" y="1118"/>
                </a:lnTo>
                <a:lnTo>
                  <a:pt x="10800" y="0"/>
                </a:lnTo>
                <a:close/>
              </a:path>
            </a:pathLst>
          </a:custGeom>
          <a:solidFill>
            <a:srgbClr val="CCCE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2" name="contour_12490"/>
          <p:cNvSpPr/>
          <p:nvPr/>
        </p:nvSpPr>
        <p:spPr>
          <a:xfrm>
            <a:off x="8340549" y="5312946"/>
            <a:ext cx="3084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08" y="0"/>
                </a:moveTo>
                <a:lnTo>
                  <a:pt x="13582" y="0"/>
                </a:lnTo>
                <a:lnTo>
                  <a:pt x="16976" y="0"/>
                </a:lnTo>
                <a:lnTo>
                  <a:pt x="20416" y="0"/>
                </a:lnTo>
                <a:lnTo>
                  <a:pt x="20783" y="2089"/>
                </a:lnTo>
                <a:lnTo>
                  <a:pt x="21105" y="4156"/>
                </a:lnTo>
                <a:lnTo>
                  <a:pt x="21360" y="6212"/>
                </a:lnTo>
                <a:lnTo>
                  <a:pt x="21534" y="8254"/>
                </a:lnTo>
                <a:lnTo>
                  <a:pt x="21600" y="10294"/>
                </a:lnTo>
                <a:lnTo>
                  <a:pt x="21544" y="12334"/>
                </a:lnTo>
                <a:lnTo>
                  <a:pt x="21340" y="14379"/>
                </a:lnTo>
                <a:lnTo>
                  <a:pt x="20972" y="16438"/>
                </a:lnTo>
                <a:lnTo>
                  <a:pt x="20416" y="18514"/>
                </a:lnTo>
                <a:lnTo>
                  <a:pt x="17195" y="19690"/>
                </a:lnTo>
                <a:lnTo>
                  <a:pt x="13975" y="20520"/>
                </a:lnTo>
                <a:lnTo>
                  <a:pt x="10698" y="21066"/>
                </a:lnTo>
                <a:lnTo>
                  <a:pt x="7314" y="21387"/>
                </a:lnTo>
                <a:lnTo>
                  <a:pt x="3767" y="21548"/>
                </a:lnTo>
                <a:lnTo>
                  <a:pt x="0" y="21600"/>
                </a:lnTo>
                <a:lnTo>
                  <a:pt x="720" y="19795"/>
                </a:lnTo>
                <a:lnTo>
                  <a:pt x="1455" y="17993"/>
                </a:lnTo>
                <a:lnTo>
                  <a:pt x="2195" y="16194"/>
                </a:lnTo>
                <a:lnTo>
                  <a:pt x="2945" y="14395"/>
                </a:lnTo>
                <a:lnTo>
                  <a:pt x="3700" y="12599"/>
                </a:lnTo>
                <a:lnTo>
                  <a:pt x="4466" y="10800"/>
                </a:lnTo>
                <a:lnTo>
                  <a:pt x="5068" y="9251"/>
                </a:lnTo>
                <a:lnTo>
                  <a:pt x="5681" y="7677"/>
                </a:lnTo>
                <a:lnTo>
                  <a:pt x="6482" y="5897"/>
                </a:lnTo>
                <a:lnTo>
                  <a:pt x="7217" y="4502"/>
                </a:lnTo>
                <a:lnTo>
                  <a:pt x="8319" y="2777"/>
                </a:lnTo>
                <a:lnTo>
                  <a:pt x="10208" y="0"/>
                </a:lnTo>
                <a:close/>
              </a:path>
            </a:pathLst>
          </a:custGeom>
          <a:solidFill>
            <a:srgbClr val="DD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3" name="contour_12491"/>
          <p:cNvSpPr/>
          <p:nvPr/>
        </p:nvSpPr>
        <p:spPr>
          <a:xfrm>
            <a:off x="7072438" y="5346981"/>
            <a:ext cx="43728" cy="402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290"/>
                </a:moveTo>
                <a:lnTo>
                  <a:pt x="7762" y="575"/>
                </a:lnTo>
                <a:lnTo>
                  <a:pt x="10688" y="145"/>
                </a:lnTo>
                <a:lnTo>
                  <a:pt x="12773" y="0"/>
                </a:lnTo>
                <a:lnTo>
                  <a:pt x="14422" y="145"/>
                </a:lnTo>
                <a:lnTo>
                  <a:pt x="16031" y="575"/>
                </a:lnTo>
                <a:lnTo>
                  <a:pt x="18000" y="1290"/>
                </a:lnTo>
                <a:lnTo>
                  <a:pt x="18871" y="3667"/>
                </a:lnTo>
                <a:lnTo>
                  <a:pt x="19580" y="6052"/>
                </a:lnTo>
                <a:lnTo>
                  <a:pt x="20146" y="8448"/>
                </a:lnTo>
                <a:lnTo>
                  <a:pt x="20592" y="10865"/>
                </a:lnTo>
                <a:lnTo>
                  <a:pt x="20938" y="13308"/>
                </a:lnTo>
                <a:lnTo>
                  <a:pt x="21208" y="15779"/>
                </a:lnTo>
                <a:lnTo>
                  <a:pt x="21420" y="18285"/>
                </a:lnTo>
                <a:lnTo>
                  <a:pt x="21600" y="20838"/>
                </a:lnTo>
                <a:lnTo>
                  <a:pt x="19408" y="20986"/>
                </a:lnTo>
                <a:lnTo>
                  <a:pt x="17212" y="21115"/>
                </a:lnTo>
                <a:lnTo>
                  <a:pt x="15019" y="21229"/>
                </a:lnTo>
                <a:lnTo>
                  <a:pt x="12823" y="21326"/>
                </a:lnTo>
                <a:lnTo>
                  <a:pt x="10375" y="21463"/>
                </a:lnTo>
                <a:lnTo>
                  <a:pt x="7888" y="21600"/>
                </a:lnTo>
                <a:lnTo>
                  <a:pt x="5760" y="21221"/>
                </a:lnTo>
                <a:lnTo>
                  <a:pt x="3600" y="20838"/>
                </a:lnTo>
                <a:lnTo>
                  <a:pt x="2207" y="18500"/>
                </a:lnTo>
                <a:lnTo>
                  <a:pt x="1368" y="16905"/>
                </a:lnTo>
                <a:lnTo>
                  <a:pt x="745" y="15321"/>
                </a:lnTo>
                <a:lnTo>
                  <a:pt x="0" y="13019"/>
                </a:lnTo>
                <a:lnTo>
                  <a:pt x="2138" y="12245"/>
                </a:lnTo>
                <a:lnTo>
                  <a:pt x="4284" y="11467"/>
                </a:lnTo>
                <a:lnTo>
                  <a:pt x="6437" y="10689"/>
                </a:lnTo>
                <a:lnTo>
                  <a:pt x="8608" y="9903"/>
                </a:lnTo>
                <a:lnTo>
                  <a:pt x="10800" y="9109"/>
                </a:lnTo>
                <a:lnTo>
                  <a:pt x="9018" y="7174"/>
                </a:lnTo>
                <a:lnTo>
                  <a:pt x="7229" y="5231"/>
                </a:lnTo>
                <a:lnTo>
                  <a:pt x="5425" y="3272"/>
                </a:lnTo>
                <a:lnTo>
                  <a:pt x="3600" y="1290"/>
                </a:lnTo>
                <a:close/>
              </a:path>
            </a:pathLst>
          </a:custGeom>
          <a:solidFill>
            <a:srgbClr val="3332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4" name="contour_12492"/>
          <p:cNvSpPr/>
          <p:nvPr/>
        </p:nvSpPr>
        <p:spPr>
          <a:xfrm>
            <a:off x="1096285" y="5305658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345" y="1782"/>
                </a:lnTo>
                <a:lnTo>
                  <a:pt x="19791" y="3567"/>
                </a:lnTo>
                <a:lnTo>
                  <a:pt x="20239" y="5360"/>
                </a:lnTo>
                <a:lnTo>
                  <a:pt x="20690" y="7160"/>
                </a:lnTo>
                <a:lnTo>
                  <a:pt x="21144" y="8972"/>
                </a:lnTo>
                <a:lnTo>
                  <a:pt x="21600" y="10800"/>
                </a:lnTo>
                <a:lnTo>
                  <a:pt x="19996" y="10800"/>
                </a:lnTo>
                <a:lnTo>
                  <a:pt x="18387" y="10800"/>
                </a:lnTo>
                <a:lnTo>
                  <a:pt x="16772" y="10800"/>
                </a:lnTo>
                <a:lnTo>
                  <a:pt x="15144" y="10800"/>
                </a:lnTo>
                <a:lnTo>
                  <a:pt x="13500" y="10800"/>
                </a:lnTo>
                <a:lnTo>
                  <a:pt x="13500" y="12585"/>
                </a:lnTo>
                <a:lnTo>
                  <a:pt x="13500" y="14380"/>
                </a:lnTo>
                <a:lnTo>
                  <a:pt x="13500" y="16200"/>
                </a:lnTo>
                <a:lnTo>
                  <a:pt x="11715" y="16200"/>
                </a:lnTo>
                <a:lnTo>
                  <a:pt x="9920" y="16200"/>
                </a:lnTo>
                <a:lnTo>
                  <a:pt x="8100" y="16200"/>
                </a:lnTo>
                <a:lnTo>
                  <a:pt x="7109" y="17804"/>
                </a:lnTo>
                <a:lnTo>
                  <a:pt x="6496" y="18900"/>
                </a:lnTo>
                <a:lnTo>
                  <a:pt x="6013" y="19996"/>
                </a:lnTo>
                <a:lnTo>
                  <a:pt x="5400" y="21600"/>
                </a:lnTo>
                <a:lnTo>
                  <a:pt x="5400" y="19815"/>
                </a:lnTo>
                <a:lnTo>
                  <a:pt x="5400" y="18020"/>
                </a:lnTo>
                <a:lnTo>
                  <a:pt x="5400" y="16200"/>
                </a:lnTo>
                <a:lnTo>
                  <a:pt x="3796" y="15209"/>
                </a:lnTo>
                <a:lnTo>
                  <a:pt x="2700" y="14596"/>
                </a:lnTo>
                <a:lnTo>
                  <a:pt x="1604" y="14113"/>
                </a:lnTo>
                <a:lnTo>
                  <a:pt x="0" y="13500"/>
                </a:lnTo>
                <a:lnTo>
                  <a:pt x="1712" y="12714"/>
                </a:lnTo>
                <a:lnTo>
                  <a:pt x="3448" y="11918"/>
                </a:lnTo>
                <a:lnTo>
                  <a:pt x="4930" y="11213"/>
                </a:lnTo>
                <a:lnTo>
                  <a:pt x="6421" y="10506"/>
                </a:lnTo>
                <a:lnTo>
                  <a:pt x="7933" y="9788"/>
                </a:lnTo>
                <a:lnTo>
                  <a:pt x="9407" y="9099"/>
                </a:lnTo>
                <a:lnTo>
                  <a:pt x="10889" y="8405"/>
                </a:lnTo>
                <a:lnTo>
                  <a:pt x="12393" y="7700"/>
                </a:lnTo>
                <a:lnTo>
                  <a:pt x="14116" y="6610"/>
                </a:lnTo>
                <a:lnTo>
                  <a:pt x="15479" y="5597"/>
                </a:lnTo>
                <a:lnTo>
                  <a:pt x="16556" y="4544"/>
                </a:lnTo>
                <a:lnTo>
                  <a:pt x="17434" y="3337"/>
                </a:lnTo>
                <a:lnTo>
                  <a:pt x="18187" y="1860"/>
                </a:lnTo>
                <a:lnTo>
                  <a:pt x="18900" y="0"/>
                </a:lnTo>
                <a:close/>
              </a:path>
            </a:pathLst>
          </a:custGeom>
          <a:solidFill>
            <a:srgbClr val="4C48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5" name="contour_12493"/>
          <p:cNvSpPr/>
          <p:nvPr/>
        </p:nvSpPr>
        <p:spPr>
          <a:xfrm>
            <a:off x="1380175" y="5320234"/>
            <a:ext cx="3678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81" y="0"/>
                </a:moveTo>
                <a:lnTo>
                  <a:pt x="5739" y="197"/>
                </a:lnTo>
                <a:lnTo>
                  <a:pt x="6997" y="397"/>
                </a:lnTo>
                <a:lnTo>
                  <a:pt x="8739" y="672"/>
                </a:lnTo>
                <a:lnTo>
                  <a:pt x="11436" y="1096"/>
                </a:lnTo>
                <a:lnTo>
                  <a:pt x="15566" y="1747"/>
                </a:lnTo>
                <a:lnTo>
                  <a:pt x="21600" y="2700"/>
                </a:lnTo>
                <a:lnTo>
                  <a:pt x="20688" y="4393"/>
                </a:lnTo>
                <a:lnTo>
                  <a:pt x="19760" y="6083"/>
                </a:lnTo>
                <a:lnTo>
                  <a:pt x="18814" y="7768"/>
                </a:lnTo>
                <a:lnTo>
                  <a:pt x="17855" y="9450"/>
                </a:lnTo>
                <a:lnTo>
                  <a:pt x="17547" y="10009"/>
                </a:lnTo>
                <a:lnTo>
                  <a:pt x="16999" y="10992"/>
                </a:lnTo>
                <a:lnTo>
                  <a:pt x="15750" y="13246"/>
                </a:lnTo>
                <a:lnTo>
                  <a:pt x="14406" y="14712"/>
                </a:lnTo>
                <a:lnTo>
                  <a:pt x="13040" y="16200"/>
                </a:lnTo>
                <a:lnTo>
                  <a:pt x="10212" y="16200"/>
                </a:lnTo>
                <a:lnTo>
                  <a:pt x="7365" y="16200"/>
                </a:lnTo>
                <a:lnTo>
                  <a:pt x="4481" y="16200"/>
                </a:lnTo>
                <a:lnTo>
                  <a:pt x="2910" y="17804"/>
                </a:lnTo>
                <a:lnTo>
                  <a:pt x="1939" y="18900"/>
                </a:lnTo>
                <a:lnTo>
                  <a:pt x="1173" y="19996"/>
                </a:lnTo>
                <a:lnTo>
                  <a:pt x="201" y="21600"/>
                </a:lnTo>
                <a:lnTo>
                  <a:pt x="103" y="19686"/>
                </a:lnTo>
                <a:lnTo>
                  <a:pt x="30" y="17817"/>
                </a:lnTo>
                <a:lnTo>
                  <a:pt x="0" y="15981"/>
                </a:lnTo>
                <a:lnTo>
                  <a:pt x="34" y="14175"/>
                </a:lnTo>
                <a:lnTo>
                  <a:pt x="150" y="12393"/>
                </a:lnTo>
                <a:lnTo>
                  <a:pt x="355" y="10627"/>
                </a:lnTo>
                <a:lnTo>
                  <a:pt x="672" y="8869"/>
                </a:lnTo>
                <a:lnTo>
                  <a:pt x="1113" y="7114"/>
                </a:lnTo>
                <a:lnTo>
                  <a:pt x="1699" y="5357"/>
                </a:lnTo>
                <a:lnTo>
                  <a:pt x="2444" y="3591"/>
                </a:lnTo>
                <a:lnTo>
                  <a:pt x="3368" y="1806"/>
                </a:lnTo>
                <a:lnTo>
                  <a:pt x="4481" y="0"/>
                </a:lnTo>
                <a:close/>
              </a:path>
            </a:pathLst>
          </a:custGeom>
          <a:solidFill>
            <a:srgbClr val="3737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6" name="contour_12494"/>
          <p:cNvSpPr/>
          <p:nvPr/>
        </p:nvSpPr>
        <p:spPr>
          <a:xfrm>
            <a:off x="10592538" y="5305126"/>
            <a:ext cx="87456" cy="29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7"/>
                </a:moveTo>
                <a:lnTo>
                  <a:pt x="21600" y="3893"/>
                </a:lnTo>
                <a:lnTo>
                  <a:pt x="21600" y="7419"/>
                </a:lnTo>
                <a:lnTo>
                  <a:pt x="21600" y="10994"/>
                </a:lnTo>
                <a:lnTo>
                  <a:pt x="20389" y="12240"/>
                </a:lnTo>
                <a:lnTo>
                  <a:pt x="19204" y="13364"/>
                </a:lnTo>
                <a:lnTo>
                  <a:pt x="18031" y="14382"/>
                </a:lnTo>
                <a:lnTo>
                  <a:pt x="16850" y="15310"/>
                </a:lnTo>
                <a:lnTo>
                  <a:pt x="15646" y="16164"/>
                </a:lnTo>
                <a:lnTo>
                  <a:pt x="14400" y="16960"/>
                </a:lnTo>
                <a:lnTo>
                  <a:pt x="13367" y="17649"/>
                </a:lnTo>
                <a:lnTo>
                  <a:pt x="12319" y="18349"/>
                </a:lnTo>
                <a:lnTo>
                  <a:pt x="11297" y="19017"/>
                </a:lnTo>
                <a:lnTo>
                  <a:pt x="10274" y="19675"/>
                </a:lnTo>
                <a:lnTo>
                  <a:pt x="9250" y="20327"/>
                </a:lnTo>
                <a:lnTo>
                  <a:pt x="8224" y="20964"/>
                </a:lnTo>
                <a:lnTo>
                  <a:pt x="7200" y="21600"/>
                </a:lnTo>
                <a:lnTo>
                  <a:pt x="7200" y="18095"/>
                </a:lnTo>
                <a:lnTo>
                  <a:pt x="7200" y="14568"/>
                </a:lnTo>
                <a:lnTo>
                  <a:pt x="7200" y="10994"/>
                </a:lnTo>
                <a:lnTo>
                  <a:pt x="6017" y="9408"/>
                </a:lnTo>
                <a:lnTo>
                  <a:pt x="5083" y="8549"/>
                </a:lnTo>
                <a:lnTo>
                  <a:pt x="3600" y="7679"/>
                </a:lnTo>
                <a:lnTo>
                  <a:pt x="2596" y="7080"/>
                </a:lnTo>
                <a:lnTo>
                  <a:pt x="1575" y="6475"/>
                </a:lnTo>
                <a:lnTo>
                  <a:pt x="792" y="6083"/>
                </a:lnTo>
                <a:lnTo>
                  <a:pt x="0" y="5690"/>
                </a:lnTo>
                <a:lnTo>
                  <a:pt x="1255" y="4540"/>
                </a:lnTo>
                <a:lnTo>
                  <a:pt x="2511" y="3548"/>
                </a:lnTo>
                <a:lnTo>
                  <a:pt x="3766" y="2705"/>
                </a:lnTo>
                <a:lnTo>
                  <a:pt x="5020" y="1999"/>
                </a:lnTo>
                <a:lnTo>
                  <a:pt x="6277" y="1421"/>
                </a:lnTo>
                <a:lnTo>
                  <a:pt x="7535" y="960"/>
                </a:lnTo>
                <a:lnTo>
                  <a:pt x="8795" y="605"/>
                </a:lnTo>
                <a:lnTo>
                  <a:pt x="10058" y="339"/>
                </a:lnTo>
                <a:lnTo>
                  <a:pt x="11324" y="159"/>
                </a:lnTo>
                <a:lnTo>
                  <a:pt x="12591" y="48"/>
                </a:lnTo>
                <a:lnTo>
                  <a:pt x="13864" y="0"/>
                </a:lnTo>
                <a:lnTo>
                  <a:pt x="15140" y="5"/>
                </a:lnTo>
                <a:lnTo>
                  <a:pt x="16421" y="42"/>
                </a:lnTo>
                <a:lnTo>
                  <a:pt x="17707" y="117"/>
                </a:lnTo>
                <a:lnTo>
                  <a:pt x="18999" y="202"/>
                </a:lnTo>
                <a:lnTo>
                  <a:pt x="20297" y="297"/>
                </a:lnTo>
                <a:lnTo>
                  <a:pt x="21600" y="387"/>
                </a:lnTo>
                <a:close/>
              </a:path>
            </a:pathLst>
          </a:custGeom>
          <a:solidFill>
            <a:srgbClr val="D7D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7" name="contour_12495"/>
          <p:cNvSpPr/>
          <p:nvPr/>
        </p:nvSpPr>
        <p:spPr>
          <a:xfrm>
            <a:off x="9907467" y="529837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713"/>
                </a:lnTo>
                <a:lnTo>
                  <a:pt x="13333" y="1426"/>
                </a:lnTo>
                <a:lnTo>
                  <a:pt x="15382" y="2143"/>
                </a:lnTo>
                <a:lnTo>
                  <a:pt x="17440" y="2864"/>
                </a:lnTo>
                <a:lnTo>
                  <a:pt x="19511" y="3590"/>
                </a:lnTo>
                <a:lnTo>
                  <a:pt x="21600" y="4320"/>
                </a:lnTo>
                <a:lnTo>
                  <a:pt x="20727" y="6765"/>
                </a:lnTo>
                <a:lnTo>
                  <a:pt x="19853" y="9210"/>
                </a:lnTo>
                <a:lnTo>
                  <a:pt x="18977" y="11664"/>
                </a:lnTo>
                <a:lnTo>
                  <a:pt x="18098" y="14126"/>
                </a:lnTo>
                <a:lnTo>
                  <a:pt x="17212" y="16602"/>
                </a:lnTo>
                <a:lnTo>
                  <a:pt x="16323" y="19090"/>
                </a:lnTo>
                <a:lnTo>
                  <a:pt x="15429" y="21600"/>
                </a:lnTo>
                <a:lnTo>
                  <a:pt x="14565" y="21116"/>
                </a:lnTo>
                <a:lnTo>
                  <a:pt x="13756" y="20663"/>
                </a:lnTo>
                <a:lnTo>
                  <a:pt x="12824" y="20144"/>
                </a:lnTo>
                <a:lnTo>
                  <a:pt x="11590" y="19453"/>
                </a:lnTo>
                <a:lnTo>
                  <a:pt x="9871" y="18490"/>
                </a:lnTo>
                <a:lnTo>
                  <a:pt x="7489" y="17155"/>
                </a:lnTo>
                <a:lnTo>
                  <a:pt x="4258" y="15345"/>
                </a:lnTo>
                <a:lnTo>
                  <a:pt x="0" y="12960"/>
                </a:lnTo>
                <a:lnTo>
                  <a:pt x="679" y="12722"/>
                </a:lnTo>
                <a:lnTo>
                  <a:pt x="1879" y="12303"/>
                </a:lnTo>
                <a:lnTo>
                  <a:pt x="4629" y="11340"/>
                </a:lnTo>
                <a:lnTo>
                  <a:pt x="6159" y="10450"/>
                </a:lnTo>
                <a:lnTo>
                  <a:pt x="7696" y="9547"/>
                </a:lnTo>
                <a:lnTo>
                  <a:pt x="9257" y="8640"/>
                </a:lnTo>
                <a:lnTo>
                  <a:pt x="9257" y="5784"/>
                </a:lnTo>
                <a:lnTo>
                  <a:pt x="9257" y="2912"/>
                </a:lnTo>
                <a:lnTo>
                  <a:pt x="9257" y="0"/>
                </a:lnTo>
                <a:close/>
              </a:path>
            </a:pathLst>
          </a:custGeom>
          <a:solidFill>
            <a:srgbClr val="F3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8" name="contour_12496"/>
          <p:cNvSpPr/>
          <p:nvPr/>
        </p:nvSpPr>
        <p:spPr>
          <a:xfrm>
            <a:off x="8486309" y="5297656"/>
            <a:ext cx="36440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85"/>
                </a:lnTo>
                <a:lnTo>
                  <a:pt x="13751" y="169"/>
                </a:lnTo>
                <a:lnTo>
                  <a:pt x="16368" y="250"/>
                </a:lnTo>
                <a:lnTo>
                  <a:pt x="18982" y="335"/>
                </a:lnTo>
                <a:lnTo>
                  <a:pt x="21600" y="415"/>
                </a:lnTo>
                <a:lnTo>
                  <a:pt x="20788" y="5313"/>
                </a:lnTo>
                <a:lnTo>
                  <a:pt x="20170" y="8754"/>
                </a:lnTo>
                <a:lnTo>
                  <a:pt x="19634" y="11211"/>
                </a:lnTo>
                <a:lnTo>
                  <a:pt x="19051" y="13152"/>
                </a:lnTo>
                <a:lnTo>
                  <a:pt x="18308" y="15045"/>
                </a:lnTo>
                <a:lnTo>
                  <a:pt x="17280" y="17363"/>
                </a:lnTo>
                <a:lnTo>
                  <a:pt x="13936" y="18922"/>
                </a:lnTo>
                <a:lnTo>
                  <a:pt x="11591" y="19922"/>
                </a:lnTo>
                <a:lnTo>
                  <a:pt x="9621" y="20566"/>
                </a:lnTo>
                <a:lnTo>
                  <a:pt x="7404" y="21058"/>
                </a:lnTo>
                <a:lnTo>
                  <a:pt x="4320" y="21600"/>
                </a:lnTo>
                <a:lnTo>
                  <a:pt x="3491" y="18871"/>
                </a:lnTo>
                <a:lnTo>
                  <a:pt x="2683" y="16134"/>
                </a:lnTo>
                <a:lnTo>
                  <a:pt x="1892" y="13389"/>
                </a:lnTo>
                <a:lnTo>
                  <a:pt x="1551" y="12241"/>
                </a:lnTo>
                <a:lnTo>
                  <a:pt x="523" y="8770"/>
                </a:lnTo>
                <a:lnTo>
                  <a:pt x="264" y="6728"/>
                </a:lnTo>
                <a:lnTo>
                  <a:pt x="0" y="4652"/>
                </a:lnTo>
                <a:lnTo>
                  <a:pt x="2562" y="2199"/>
                </a:lnTo>
                <a:lnTo>
                  <a:pt x="4303" y="894"/>
                </a:lnTo>
                <a:lnTo>
                  <a:pt x="6026" y="309"/>
                </a:lnTo>
                <a:lnTo>
                  <a:pt x="8523" y="0"/>
                </a:lnTo>
                <a:close/>
              </a:path>
            </a:pathLst>
          </a:custGeom>
          <a:solidFill>
            <a:srgbClr val="2929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499" name="contour_12497"/>
          <p:cNvSpPr/>
          <p:nvPr/>
        </p:nvSpPr>
        <p:spPr>
          <a:xfrm>
            <a:off x="3450307" y="5291082"/>
            <a:ext cx="291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0800" y="1428"/>
                </a:lnTo>
                <a:lnTo>
                  <a:pt x="10800" y="2864"/>
                </a:lnTo>
                <a:lnTo>
                  <a:pt x="10800" y="4320"/>
                </a:lnTo>
                <a:lnTo>
                  <a:pt x="14369" y="4320"/>
                </a:lnTo>
                <a:lnTo>
                  <a:pt x="17960" y="4320"/>
                </a:lnTo>
                <a:lnTo>
                  <a:pt x="21600" y="4320"/>
                </a:lnTo>
                <a:lnTo>
                  <a:pt x="20677" y="5957"/>
                </a:lnTo>
                <a:lnTo>
                  <a:pt x="19715" y="7493"/>
                </a:lnTo>
                <a:lnTo>
                  <a:pt x="18700" y="8947"/>
                </a:lnTo>
                <a:lnTo>
                  <a:pt x="17626" y="10340"/>
                </a:lnTo>
                <a:lnTo>
                  <a:pt x="16475" y="11690"/>
                </a:lnTo>
                <a:lnTo>
                  <a:pt x="15239" y="13018"/>
                </a:lnTo>
                <a:lnTo>
                  <a:pt x="13910" y="14342"/>
                </a:lnTo>
                <a:lnTo>
                  <a:pt x="12469" y="15684"/>
                </a:lnTo>
                <a:lnTo>
                  <a:pt x="10913" y="17060"/>
                </a:lnTo>
                <a:lnTo>
                  <a:pt x="9218" y="18492"/>
                </a:lnTo>
                <a:lnTo>
                  <a:pt x="7387" y="19999"/>
                </a:lnTo>
                <a:lnTo>
                  <a:pt x="5400" y="21600"/>
                </a:lnTo>
                <a:lnTo>
                  <a:pt x="5044" y="20174"/>
                </a:lnTo>
                <a:lnTo>
                  <a:pt x="4687" y="18749"/>
                </a:lnTo>
                <a:lnTo>
                  <a:pt x="4331" y="17321"/>
                </a:lnTo>
                <a:lnTo>
                  <a:pt x="3974" y="15893"/>
                </a:lnTo>
                <a:lnTo>
                  <a:pt x="3618" y="14463"/>
                </a:lnTo>
                <a:lnTo>
                  <a:pt x="3256" y="13033"/>
                </a:lnTo>
                <a:lnTo>
                  <a:pt x="2900" y="11599"/>
                </a:lnTo>
                <a:lnTo>
                  <a:pt x="2538" y="10163"/>
                </a:lnTo>
                <a:lnTo>
                  <a:pt x="2182" y="8722"/>
                </a:lnTo>
                <a:lnTo>
                  <a:pt x="1820" y="7279"/>
                </a:lnTo>
                <a:lnTo>
                  <a:pt x="1458" y="5834"/>
                </a:lnTo>
                <a:lnTo>
                  <a:pt x="1096" y="4383"/>
                </a:lnTo>
                <a:lnTo>
                  <a:pt x="729" y="2927"/>
                </a:lnTo>
                <a:lnTo>
                  <a:pt x="367" y="1467"/>
                </a:lnTo>
                <a:lnTo>
                  <a:pt x="0" y="0"/>
                </a:lnTo>
                <a:close/>
              </a:path>
            </a:pathLst>
          </a:custGeom>
          <a:solidFill>
            <a:srgbClr val="EC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0" name="contour_12498"/>
          <p:cNvSpPr/>
          <p:nvPr/>
        </p:nvSpPr>
        <p:spPr>
          <a:xfrm>
            <a:off x="702734" y="5276506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0"/>
                </a:lnTo>
                <a:lnTo>
                  <a:pt x="16015" y="0"/>
                </a:lnTo>
                <a:lnTo>
                  <a:pt x="17860" y="0"/>
                </a:lnTo>
                <a:lnTo>
                  <a:pt x="19721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19560" y="10800"/>
                </a:lnTo>
                <a:lnTo>
                  <a:pt x="17508" y="10800"/>
                </a:lnTo>
                <a:lnTo>
                  <a:pt x="15429" y="10800"/>
                </a:lnTo>
                <a:lnTo>
                  <a:pt x="15429" y="13180"/>
                </a:lnTo>
                <a:lnTo>
                  <a:pt x="15429" y="15574"/>
                </a:lnTo>
                <a:lnTo>
                  <a:pt x="15429" y="18000"/>
                </a:lnTo>
                <a:lnTo>
                  <a:pt x="13411" y="18875"/>
                </a:lnTo>
                <a:lnTo>
                  <a:pt x="11932" y="19400"/>
                </a:lnTo>
                <a:lnTo>
                  <a:pt x="10275" y="19789"/>
                </a:lnTo>
                <a:lnTo>
                  <a:pt x="7714" y="20250"/>
                </a:lnTo>
                <a:lnTo>
                  <a:pt x="5560" y="20657"/>
                </a:lnTo>
                <a:lnTo>
                  <a:pt x="3376" y="21067"/>
                </a:lnTo>
                <a:lnTo>
                  <a:pt x="2536" y="21200"/>
                </a:lnTo>
                <a:lnTo>
                  <a:pt x="0" y="21600"/>
                </a:lnTo>
                <a:lnTo>
                  <a:pt x="488" y="18922"/>
                </a:lnTo>
                <a:lnTo>
                  <a:pt x="892" y="17021"/>
                </a:lnTo>
                <a:lnTo>
                  <a:pt x="1361" y="15379"/>
                </a:lnTo>
                <a:lnTo>
                  <a:pt x="2043" y="13478"/>
                </a:lnTo>
                <a:lnTo>
                  <a:pt x="3086" y="10800"/>
                </a:lnTo>
                <a:lnTo>
                  <a:pt x="5474" y="10476"/>
                </a:lnTo>
                <a:lnTo>
                  <a:pt x="7150" y="10314"/>
                </a:lnTo>
                <a:lnTo>
                  <a:pt x="8557" y="10314"/>
                </a:lnTo>
                <a:lnTo>
                  <a:pt x="10140" y="10476"/>
                </a:lnTo>
                <a:lnTo>
                  <a:pt x="12343" y="10800"/>
                </a:lnTo>
                <a:lnTo>
                  <a:pt x="12343" y="8662"/>
                </a:lnTo>
                <a:lnTo>
                  <a:pt x="12343" y="6516"/>
                </a:lnTo>
                <a:lnTo>
                  <a:pt x="12343" y="4363"/>
                </a:lnTo>
                <a:lnTo>
                  <a:pt x="12343" y="2192"/>
                </a:lnTo>
                <a:lnTo>
                  <a:pt x="12343" y="0"/>
                </a:lnTo>
                <a:close/>
              </a:path>
            </a:pathLst>
          </a:custGeom>
          <a:solidFill>
            <a:srgbClr val="6869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1" name="contour_12499"/>
          <p:cNvSpPr/>
          <p:nvPr/>
        </p:nvSpPr>
        <p:spPr>
          <a:xfrm>
            <a:off x="4077074" y="5274589"/>
            <a:ext cx="80168" cy="310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44" y="284"/>
                </a:moveTo>
                <a:lnTo>
                  <a:pt x="15499" y="0"/>
                </a:lnTo>
                <a:lnTo>
                  <a:pt x="16477" y="15"/>
                </a:lnTo>
                <a:lnTo>
                  <a:pt x="17688" y="426"/>
                </a:lnTo>
                <a:lnTo>
                  <a:pt x="19636" y="1333"/>
                </a:lnTo>
                <a:lnTo>
                  <a:pt x="20182" y="4773"/>
                </a:lnTo>
                <a:lnTo>
                  <a:pt x="20491" y="7423"/>
                </a:lnTo>
                <a:lnTo>
                  <a:pt x="20826" y="11568"/>
                </a:lnTo>
                <a:lnTo>
                  <a:pt x="21054" y="14370"/>
                </a:lnTo>
                <a:lnTo>
                  <a:pt x="21288" y="17222"/>
                </a:lnTo>
                <a:lnTo>
                  <a:pt x="21443" y="19396"/>
                </a:lnTo>
                <a:lnTo>
                  <a:pt x="21600" y="21600"/>
                </a:lnTo>
                <a:lnTo>
                  <a:pt x="20249" y="21017"/>
                </a:lnTo>
                <a:lnTo>
                  <a:pt x="18898" y="20430"/>
                </a:lnTo>
                <a:lnTo>
                  <a:pt x="17549" y="19842"/>
                </a:lnTo>
                <a:lnTo>
                  <a:pt x="16198" y="19249"/>
                </a:lnTo>
                <a:lnTo>
                  <a:pt x="14849" y="18651"/>
                </a:lnTo>
                <a:lnTo>
                  <a:pt x="13500" y="18053"/>
                </a:lnTo>
                <a:lnTo>
                  <a:pt x="12149" y="17455"/>
                </a:lnTo>
                <a:lnTo>
                  <a:pt x="10800" y="16852"/>
                </a:lnTo>
                <a:lnTo>
                  <a:pt x="10341" y="16655"/>
                </a:lnTo>
                <a:lnTo>
                  <a:pt x="9531" y="16305"/>
                </a:lnTo>
                <a:lnTo>
                  <a:pt x="7678" y="15515"/>
                </a:lnTo>
                <a:lnTo>
                  <a:pt x="7244" y="15317"/>
                </a:lnTo>
                <a:lnTo>
                  <a:pt x="6478" y="14967"/>
                </a:lnTo>
                <a:lnTo>
                  <a:pt x="4725" y="14177"/>
                </a:lnTo>
                <a:lnTo>
                  <a:pt x="3366" y="13579"/>
                </a:lnTo>
                <a:lnTo>
                  <a:pt x="1983" y="12971"/>
                </a:lnTo>
                <a:lnTo>
                  <a:pt x="999" y="12226"/>
                </a:lnTo>
                <a:lnTo>
                  <a:pt x="0" y="11466"/>
                </a:lnTo>
                <a:lnTo>
                  <a:pt x="0" y="8953"/>
                </a:lnTo>
                <a:lnTo>
                  <a:pt x="0" y="6399"/>
                </a:lnTo>
                <a:lnTo>
                  <a:pt x="1292" y="5786"/>
                </a:lnTo>
                <a:lnTo>
                  <a:pt x="2584" y="5199"/>
                </a:lnTo>
                <a:lnTo>
                  <a:pt x="3878" y="4626"/>
                </a:lnTo>
                <a:lnTo>
                  <a:pt x="5174" y="4064"/>
                </a:lnTo>
                <a:lnTo>
                  <a:pt x="6468" y="3516"/>
                </a:lnTo>
                <a:lnTo>
                  <a:pt x="7764" y="2979"/>
                </a:lnTo>
                <a:lnTo>
                  <a:pt x="9060" y="2442"/>
                </a:lnTo>
                <a:lnTo>
                  <a:pt x="10356" y="1905"/>
                </a:lnTo>
                <a:lnTo>
                  <a:pt x="11652" y="1373"/>
                </a:lnTo>
                <a:lnTo>
                  <a:pt x="12948" y="831"/>
                </a:lnTo>
                <a:lnTo>
                  <a:pt x="14244" y="284"/>
                </a:lnTo>
                <a:close/>
              </a:path>
            </a:pathLst>
          </a:custGeom>
          <a:solidFill>
            <a:srgbClr val="D9DA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2" name="contour_12500"/>
          <p:cNvSpPr/>
          <p:nvPr/>
        </p:nvSpPr>
        <p:spPr>
          <a:xfrm>
            <a:off x="870358" y="5254642"/>
            <a:ext cx="6559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190" y="0"/>
                </a:lnTo>
                <a:lnTo>
                  <a:pt x="14400" y="0"/>
                </a:lnTo>
                <a:lnTo>
                  <a:pt x="14275" y="1417"/>
                </a:lnTo>
                <a:lnTo>
                  <a:pt x="14148" y="2859"/>
                </a:lnTo>
                <a:lnTo>
                  <a:pt x="14059" y="4674"/>
                </a:lnTo>
                <a:lnTo>
                  <a:pt x="14004" y="6448"/>
                </a:lnTo>
                <a:lnTo>
                  <a:pt x="13994" y="8194"/>
                </a:lnTo>
                <a:lnTo>
                  <a:pt x="14045" y="9939"/>
                </a:lnTo>
                <a:lnTo>
                  <a:pt x="14177" y="11702"/>
                </a:lnTo>
                <a:lnTo>
                  <a:pt x="14400" y="13500"/>
                </a:lnTo>
                <a:lnTo>
                  <a:pt x="16186" y="14413"/>
                </a:lnTo>
                <a:lnTo>
                  <a:pt x="17453" y="15009"/>
                </a:lnTo>
                <a:lnTo>
                  <a:pt x="18547" y="15420"/>
                </a:lnTo>
                <a:lnTo>
                  <a:pt x="19814" y="15773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19956" y="21395"/>
                </a:lnTo>
                <a:lnTo>
                  <a:pt x="18310" y="21190"/>
                </a:lnTo>
                <a:lnTo>
                  <a:pt x="16663" y="20982"/>
                </a:lnTo>
                <a:lnTo>
                  <a:pt x="15014" y="20777"/>
                </a:lnTo>
                <a:lnTo>
                  <a:pt x="13363" y="20571"/>
                </a:lnTo>
                <a:lnTo>
                  <a:pt x="11710" y="20363"/>
                </a:lnTo>
                <a:lnTo>
                  <a:pt x="10051" y="20156"/>
                </a:lnTo>
                <a:lnTo>
                  <a:pt x="8390" y="19948"/>
                </a:lnTo>
                <a:lnTo>
                  <a:pt x="6725" y="19740"/>
                </a:lnTo>
                <a:lnTo>
                  <a:pt x="5052" y="19532"/>
                </a:lnTo>
                <a:lnTo>
                  <a:pt x="3374" y="19321"/>
                </a:lnTo>
                <a:lnTo>
                  <a:pt x="1692" y="19111"/>
                </a:lnTo>
                <a:lnTo>
                  <a:pt x="0" y="18900"/>
                </a:lnTo>
                <a:lnTo>
                  <a:pt x="0" y="17561"/>
                </a:lnTo>
                <a:lnTo>
                  <a:pt x="0" y="16200"/>
                </a:lnTo>
                <a:lnTo>
                  <a:pt x="1697" y="16200"/>
                </a:lnTo>
                <a:lnTo>
                  <a:pt x="3396" y="16200"/>
                </a:lnTo>
                <a:lnTo>
                  <a:pt x="5100" y="16200"/>
                </a:lnTo>
                <a:lnTo>
                  <a:pt x="6811" y="16200"/>
                </a:lnTo>
                <a:lnTo>
                  <a:pt x="8530" y="16200"/>
                </a:lnTo>
                <a:lnTo>
                  <a:pt x="10258" y="16200"/>
                </a:lnTo>
                <a:lnTo>
                  <a:pt x="12000" y="16200"/>
                </a:lnTo>
                <a:lnTo>
                  <a:pt x="12000" y="14418"/>
                </a:lnTo>
                <a:lnTo>
                  <a:pt x="12000" y="12633"/>
                </a:lnTo>
                <a:lnTo>
                  <a:pt x="12000" y="10849"/>
                </a:lnTo>
                <a:lnTo>
                  <a:pt x="12000" y="9059"/>
                </a:lnTo>
                <a:lnTo>
                  <a:pt x="12000" y="7263"/>
                </a:lnTo>
                <a:lnTo>
                  <a:pt x="12000" y="5459"/>
                </a:lnTo>
                <a:lnTo>
                  <a:pt x="12000" y="3650"/>
                </a:lnTo>
                <a:lnTo>
                  <a:pt x="12000" y="1831"/>
                </a:lnTo>
                <a:lnTo>
                  <a:pt x="12000" y="0"/>
                </a:lnTo>
                <a:close/>
              </a:path>
            </a:pathLst>
          </a:custGeom>
          <a:solidFill>
            <a:srgbClr val="C3A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3" name="contour_12501"/>
          <p:cNvSpPr/>
          <p:nvPr/>
        </p:nvSpPr>
        <p:spPr>
          <a:xfrm>
            <a:off x="4703841" y="525464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0" y="0"/>
                </a:lnTo>
                <a:lnTo>
                  <a:pt x="4774" y="0"/>
                </a:lnTo>
                <a:lnTo>
                  <a:pt x="7200" y="0"/>
                </a:lnTo>
                <a:lnTo>
                  <a:pt x="7200" y="2856"/>
                </a:lnTo>
                <a:lnTo>
                  <a:pt x="7200" y="5728"/>
                </a:lnTo>
                <a:lnTo>
                  <a:pt x="7200" y="8640"/>
                </a:lnTo>
                <a:lnTo>
                  <a:pt x="9576" y="8640"/>
                </a:lnTo>
                <a:lnTo>
                  <a:pt x="11956" y="8640"/>
                </a:lnTo>
                <a:lnTo>
                  <a:pt x="14346" y="8640"/>
                </a:lnTo>
                <a:lnTo>
                  <a:pt x="16747" y="8640"/>
                </a:lnTo>
                <a:lnTo>
                  <a:pt x="19163" y="8640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5655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4" name="contour_12502"/>
          <p:cNvSpPr/>
          <p:nvPr/>
        </p:nvSpPr>
        <p:spPr>
          <a:xfrm>
            <a:off x="2255076" y="5248134"/>
            <a:ext cx="51016" cy="283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09" y="793"/>
                </a:moveTo>
                <a:lnTo>
                  <a:pt x="17854" y="2169"/>
                </a:lnTo>
                <a:lnTo>
                  <a:pt x="19715" y="3551"/>
                </a:lnTo>
                <a:lnTo>
                  <a:pt x="21600" y="4955"/>
                </a:lnTo>
                <a:lnTo>
                  <a:pt x="21600" y="8622"/>
                </a:lnTo>
                <a:lnTo>
                  <a:pt x="21600" y="12312"/>
                </a:lnTo>
                <a:lnTo>
                  <a:pt x="21600" y="16052"/>
                </a:lnTo>
                <a:lnTo>
                  <a:pt x="19752" y="17483"/>
                </a:lnTo>
                <a:lnTo>
                  <a:pt x="17882" y="18659"/>
                </a:lnTo>
                <a:lnTo>
                  <a:pt x="15987" y="19603"/>
                </a:lnTo>
                <a:lnTo>
                  <a:pt x="14074" y="20335"/>
                </a:lnTo>
                <a:lnTo>
                  <a:pt x="12133" y="20879"/>
                </a:lnTo>
                <a:lnTo>
                  <a:pt x="10171" y="21256"/>
                </a:lnTo>
                <a:lnTo>
                  <a:pt x="8183" y="21489"/>
                </a:lnTo>
                <a:lnTo>
                  <a:pt x="6171" y="21600"/>
                </a:lnTo>
                <a:lnTo>
                  <a:pt x="3795" y="18498"/>
                </a:lnTo>
                <a:lnTo>
                  <a:pt x="2361" y="16312"/>
                </a:lnTo>
                <a:lnTo>
                  <a:pt x="1290" y="13993"/>
                </a:lnTo>
                <a:lnTo>
                  <a:pt x="0" y="10503"/>
                </a:lnTo>
                <a:lnTo>
                  <a:pt x="1975" y="7562"/>
                </a:lnTo>
                <a:lnTo>
                  <a:pt x="3823" y="5066"/>
                </a:lnTo>
                <a:lnTo>
                  <a:pt x="5610" y="3035"/>
                </a:lnTo>
                <a:lnTo>
                  <a:pt x="7406" y="1493"/>
                </a:lnTo>
                <a:lnTo>
                  <a:pt x="9276" y="472"/>
                </a:lnTo>
                <a:lnTo>
                  <a:pt x="11288" y="0"/>
                </a:lnTo>
                <a:lnTo>
                  <a:pt x="13509" y="94"/>
                </a:lnTo>
                <a:lnTo>
                  <a:pt x="16009" y="793"/>
                </a:lnTo>
                <a:close/>
              </a:path>
            </a:pathLst>
          </a:custGeom>
          <a:solidFill>
            <a:srgbClr val="524B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5" name="contour_12503"/>
          <p:cNvSpPr/>
          <p:nvPr/>
        </p:nvSpPr>
        <p:spPr>
          <a:xfrm>
            <a:off x="812054" y="5254642"/>
            <a:ext cx="3804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8" y="0"/>
                </a:moveTo>
                <a:lnTo>
                  <a:pt x="6708" y="781"/>
                </a:lnTo>
                <a:lnTo>
                  <a:pt x="9199" y="1602"/>
                </a:lnTo>
                <a:lnTo>
                  <a:pt x="11619" y="2484"/>
                </a:lnTo>
                <a:lnTo>
                  <a:pt x="13970" y="3460"/>
                </a:lnTo>
                <a:lnTo>
                  <a:pt x="16262" y="4554"/>
                </a:lnTo>
                <a:lnTo>
                  <a:pt x="18501" y="5789"/>
                </a:lnTo>
                <a:lnTo>
                  <a:pt x="20690" y="7200"/>
                </a:lnTo>
                <a:lnTo>
                  <a:pt x="21298" y="9716"/>
                </a:lnTo>
                <a:lnTo>
                  <a:pt x="21579" y="12053"/>
                </a:lnTo>
                <a:lnTo>
                  <a:pt x="21600" y="14310"/>
                </a:lnTo>
                <a:lnTo>
                  <a:pt x="21418" y="16585"/>
                </a:lnTo>
                <a:lnTo>
                  <a:pt x="21095" y="18979"/>
                </a:lnTo>
                <a:lnTo>
                  <a:pt x="20690" y="21600"/>
                </a:lnTo>
                <a:lnTo>
                  <a:pt x="17954" y="21600"/>
                </a:lnTo>
                <a:lnTo>
                  <a:pt x="15203" y="21600"/>
                </a:lnTo>
                <a:lnTo>
                  <a:pt x="12414" y="21600"/>
                </a:lnTo>
                <a:lnTo>
                  <a:pt x="12414" y="19220"/>
                </a:lnTo>
                <a:lnTo>
                  <a:pt x="12414" y="16826"/>
                </a:lnTo>
                <a:lnTo>
                  <a:pt x="12414" y="14400"/>
                </a:lnTo>
                <a:lnTo>
                  <a:pt x="9956" y="14400"/>
                </a:lnTo>
                <a:lnTo>
                  <a:pt x="7490" y="14400"/>
                </a:lnTo>
                <a:lnTo>
                  <a:pt x="5015" y="14400"/>
                </a:lnTo>
                <a:lnTo>
                  <a:pt x="2520" y="14400"/>
                </a:lnTo>
                <a:lnTo>
                  <a:pt x="0" y="14400"/>
                </a:lnTo>
                <a:lnTo>
                  <a:pt x="683" y="12024"/>
                </a:lnTo>
                <a:lnTo>
                  <a:pt x="1366" y="9644"/>
                </a:lnTo>
                <a:lnTo>
                  <a:pt x="2052" y="7254"/>
                </a:lnTo>
                <a:lnTo>
                  <a:pt x="2743" y="4853"/>
                </a:lnTo>
                <a:lnTo>
                  <a:pt x="3439" y="2437"/>
                </a:lnTo>
                <a:lnTo>
                  <a:pt x="4138" y="0"/>
                </a:lnTo>
                <a:close/>
              </a:path>
            </a:pathLst>
          </a:custGeom>
          <a:solidFill>
            <a:srgbClr val="312F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6" name="contour_12504"/>
          <p:cNvSpPr/>
          <p:nvPr/>
        </p:nvSpPr>
        <p:spPr>
          <a:xfrm>
            <a:off x="5265017" y="5254642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595" y="18036"/>
                </a:lnTo>
                <a:lnTo>
                  <a:pt x="1190" y="14458"/>
                </a:lnTo>
                <a:lnTo>
                  <a:pt x="1793" y="10850"/>
                </a:lnTo>
                <a:lnTo>
                  <a:pt x="2400" y="7200"/>
                </a:lnTo>
                <a:lnTo>
                  <a:pt x="4001" y="5731"/>
                </a:lnTo>
                <a:lnTo>
                  <a:pt x="5167" y="4766"/>
                </a:lnTo>
                <a:lnTo>
                  <a:pt x="6238" y="4082"/>
                </a:lnTo>
                <a:lnTo>
                  <a:pt x="7553" y="3463"/>
                </a:lnTo>
                <a:lnTo>
                  <a:pt x="9451" y="2700"/>
                </a:lnTo>
                <a:lnTo>
                  <a:pt x="10711" y="2160"/>
                </a:lnTo>
                <a:lnTo>
                  <a:pt x="11978" y="1613"/>
                </a:lnTo>
                <a:lnTo>
                  <a:pt x="13265" y="1066"/>
                </a:lnTo>
                <a:lnTo>
                  <a:pt x="15029" y="547"/>
                </a:lnTo>
                <a:lnTo>
                  <a:pt x="16344" y="230"/>
                </a:lnTo>
                <a:lnTo>
                  <a:pt x="17611" y="65"/>
                </a:lnTo>
                <a:lnTo>
                  <a:pt x="19229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33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7" name="contour_12505"/>
          <p:cNvSpPr/>
          <p:nvPr/>
        </p:nvSpPr>
        <p:spPr>
          <a:xfrm>
            <a:off x="1212893" y="5240066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785"/>
                </a:lnTo>
                <a:lnTo>
                  <a:pt x="21600" y="3580"/>
                </a:lnTo>
                <a:lnTo>
                  <a:pt x="21600" y="5400"/>
                </a:lnTo>
                <a:lnTo>
                  <a:pt x="19834" y="6183"/>
                </a:lnTo>
                <a:lnTo>
                  <a:pt x="18541" y="6691"/>
                </a:lnTo>
                <a:lnTo>
                  <a:pt x="17091" y="7144"/>
                </a:lnTo>
                <a:lnTo>
                  <a:pt x="14850" y="7762"/>
                </a:lnTo>
                <a:lnTo>
                  <a:pt x="12639" y="8545"/>
                </a:lnTo>
                <a:lnTo>
                  <a:pt x="11197" y="9123"/>
                </a:lnTo>
                <a:lnTo>
                  <a:pt x="9895" y="9779"/>
                </a:lnTo>
                <a:lnTo>
                  <a:pt x="8100" y="10800"/>
                </a:lnTo>
                <a:lnTo>
                  <a:pt x="7590" y="12709"/>
                </a:lnTo>
                <a:lnTo>
                  <a:pt x="7349" y="14445"/>
                </a:lnTo>
                <a:lnTo>
                  <a:pt x="7331" y="16103"/>
                </a:lnTo>
                <a:lnTo>
                  <a:pt x="7484" y="17785"/>
                </a:lnTo>
                <a:lnTo>
                  <a:pt x="7757" y="19583"/>
                </a:lnTo>
                <a:lnTo>
                  <a:pt x="8100" y="21600"/>
                </a:lnTo>
                <a:lnTo>
                  <a:pt x="6496" y="21065"/>
                </a:lnTo>
                <a:lnTo>
                  <a:pt x="4887" y="20528"/>
                </a:lnTo>
                <a:lnTo>
                  <a:pt x="3272" y="19991"/>
                </a:lnTo>
                <a:lnTo>
                  <a:pt x="1644" y="19448"/>
                </a:lnTo>
                <a:lnTo>
                  <a:pt x="0" y="18900"/>
                </a:lnTo>
                <a:lnTo>
                  <a:pt x="1785" y="18900"/>
                </a:lnTo>
                <a:lnTo>
                  <a:pt x="3580" y="18900"/>
                </a:lnTo>
                <a:lnTo>
                  <a:pt x="5400" y="18900"/>
                </a:lnTo>
                <a:lnTo>
                  <a:pt x="5211" y="17528"/>
                </a:lnTo>
                <a:lnTo>
                  <a:pt x="5019" y="16138"/>
                </a:lnTo>
                <a:lnTo>
                  <a:pt x="4887" y="14278"/>
                </a:lnTo>
                <a:lnTo>
                  <a:pt x="4809" y="12493"/>
                </a:lnTo>
                <a:lnTo>
                  <a:pt x="4803" y="10746"/>
                </a:lnTo>
                <a:lnTo>
                  <a:pt x="4887" y="9005"/>
                </a:lnTo>
                <a:lnTo>
                  <a:pt x="5081" y="7233"/>
                </a:lnTo>
                <a:lnTo>
                  <a:pt x="5400" y="5400"/>
                </a:lnTo>
                <a:lnTo>
                  <a:pt x="7004" y="4020"/>
                </a:lnTo>
                <a:lnTo>
                  <a:pt x="8632" y="2892"/>
                </a:lnTo>
                <a:lnTo>
                  <a:pt x="10298" y="1987"/>
                </a:lnTo>
                <a:lnTo>
                  <a:pt x="12007" y="1283"/>
                </a:lnTo>
                <a:lnTo>
                  <a:pt x="13775" y="761"/>
                </a:lnTo>
                <a:lnTo>
                  <a:pt x="15606" y="394"/>
                </a:lnTo>
                <a:lnTo>
                  <a:pt x="17515" y="159"/>
                </a:lnTo>
                <a:lnTo>
                  <a:pt x="19510" y="35"/>
                </a:lnTo>
                <a:lnTo>
                  <a:pt x="21600" y="0"/>
                </a:lnTo>
                <a:close/>
              </a:path>
            </a:pathLst>
          </a:custGeom>
          <a:solidFill>
            <a:srgbClr val="7469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8" name="contour_12506"/>
          <p:cNvSpPr/>
          <p:nvPr/>
        </p:nvSpPr>
        <p:spPr>
          <a:xfrm>
            <a:off x="6933967" y="5225490"/>
            <a:ext cx="51016" cy="36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7" y="734"/>
                </a:lnTo>
                <a:lnTo>
                  <a:pt x="3632" y="1478"/>
                </a:lnTo>
                <a:lnTo>
                  <a:pt x="5446" y="2229"/>
                </a:lnTo>
                <a:lnTo>
                  <a:pt x="7258" y="2989"/>
                </a:lnTo>
                <a:lnTo>
                  <a:pt x="9066" y="3758"/>
                </a:lnTo>
                <a:lnTo>
                  <a:pt x="10751" y="4454"/>
                </a:lnTo>
                <a:lnTo>
                  <a:pt x="12445" y="5158"/>
                </a:lnTo>
                <a:lnTo>
                  <a:pt x="14163" y="5871"/>
                </a:lnTo>
                <a:lnTo>
                  <a:pt x="16712" y="7516"/>
                </a:lnTo>
                <a:lnTo>
                  <a:pt x="18237" y="8826"/>
                </a:lnTo>
                <a:lnTo>
                  <a:pt x="19344" y="10489"/>
                </a:lnTo>
                <a:lnTo>
                  <a:pt x="20647" y="13186"/>
                </a:lnTo>
                <a:lnTo>
                  <a:pt x="21119" y="15170"/>
                </a:lnTo>
                <a:lnTo>
                  <a:pt x="21600" y="17180"/>
                </a:lnTo>
                <a:lnTo>
                  <a:pt x="19675" y="18194"/>
                </a:lnTo>
                <a:lnTo>
                  <a:pt x="17786" y="19122"/>
                </a:lnTo>
                <a:lnTo>
                  <a:pt x="15913" y="19946"/>
                </a:lnTo>
                <a:lnTo>
                  <a:pt x="14037" y="20629"/>
                </a:lnTo>
                <a:lnTo>
                  <a:pt x="12145" y="21153"/>
                </a:lnTo>
                <a:lnTo>
                  <a:pt x="10217" y="21484"/>
                </a:lnTo>
                <a:lnTo>
                  <a:pt x="8230" y="21600"/>
                </a:lnTo>
                <a:lnTo>
                  <a:pt x="6171" y="21475"/>
                </a:lnTo>
                <a:lnTo>
                  <a:pt x="4956" y="18993"/>
                </a:lnTo>
                <a:lnTo>
                  <a:pt x="3916" y="16463"/>
                </a:lnTo>
                <a:lnTo>
                  <a:pt x="3027" y="13882"/>
                </a:lnTo>
                <a:lnTo>
                  <a:pt x="2268" y="11240"/>
                </a:lnTo>
                <a:lnTo>
                  <a:pt x="1608" y="8534"/>
                </a:lnTo>
                <a:lnTo>
                  <a:pt x="1028" y="5764"/>
                </a:lnTo>
                <a:lnTo>
                  <a:pt x="500" y="2921"/>
                </a:lnTo>
                <a:lnTo>
                  <a:pt x="0" y="0"/>
                </a:lnTo>
                <a:close/>
              </a:path>
            </a:pathLst>
          </a:custGeom>
          <a:solidFill>
            <a:srgbClr val="979B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09" name="contour_12507"/>
          <p:cNvSpPr/>
          <p:nvPr/>
        </p:nvSpPr>
        <p:spPr>
          <a:xfrm>
            <a:off x="4572657" y="5219783"/>
            <a:ext cx="51016" cy="288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75"/>
                </a:moveTo>
                <a:lnTo>
                  <a:pt x="21390" y="8338"/>
                </a:lnTo>
                <a:lnTo>
                  <a:pt x="21125" y="11220"/>
                </a:lnTo>
                <a:lnTo>
                  <a:pt x="20656" y="13710"/>
                </a:lnTo>
                <a:lnTo>
                  <a:pt x="19835" y="16593"/>
                </a:lnTo>
                <a:lnTo>
                  <a:pt x="18514" y="20655"/>
                </a:lnTo>
                <a:lnTo>
                  <a:pt x="16447" y="21098"/>
                </a:lnTo>
                <a:lnTo>
                  <a:pt x="14389" y="21393"/>
                </a:lnTo>
                <a:lnTo>
                  <a:pt x="12337" y="21556"/>
                </a:lnTo>
                <a:lnTo>
                  <a:pt x="10291" y="21600"/>
                </a:lnTo>
                <a:lnTo>
                  <a:pt x="8242" y="21545"/>
                </a:lnTo>
                <a:lnTo>
                  <a:pt x="6193" y="21409"/>
                </a:lnTo>
                <a:lnTo>
                  <a:pt x="4138" y="21201"/>
                </a:lnTo>
                <a:lnTo>
                  <a:pt x="2077" y="20945"/>
                </a:lnTo>
                <a:lnTo>
                  <a:pt x="0" y="20655"/>
                </a:lnTo>
                <a:lnTo>
                  <a:pt x="0" y="17046"/>
                </a:lnTo>
                <a:lnTo>
                  <a:pt x="0" y="13415"/>
                </a:lnTo>
                <a:lnTo>
                  <a:pt x="0" y="9735"/>
                </a:lnTo>
                <a:lnTo>
                  <a:pt x="2058" y="6809"/>
                </a:lnTo>
                <a:lnTo>
                  <a:pt x="4104" y="4401"/>
                </a:lnTo>
                <a:lnTo>
                  <a:pt x="6153" y="2506"/>
                </a:lnTo>
                <a:lnTo>
                  <a:pt x="8214" y="1136"/>
                </a:lnTo>
                <a:lnTo>
                  <a:pt x="10300" y="300"/>
                </a:lnTo>
                <a:lnTo>
                  <a:pt x="12426" y="0"/>
                </a:lnTo>
                <a:lnTo>
                  <a:pt x="14608" y="240"/>
                </a:lnTo>
                <a:lnTo>
                  <a:pt x="16854" y="1026"/>
                </a:lnTo>
                <a:lnTo>
                  <a:pt x="19181" y="2370"/>
                </a:lnTo>
                <a:lnTo>
                  <a:pt x="21600" y="4275"/>
                </a:lnTo>
                <a:close/>
              </a:path>
            </a:pathLst>
          </a:custGeom>
          <a:solidFill>
            <a:srgbClr val="2320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0" name="contour_12508"/>
          <p:cNvSpPr/>
          <p:nvPr/>
        </p:nvSpPr>
        <p:spPr>
          <a:xfrm>
            <a:off x="8457157" y="520362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820" y="16409"/>
                </a:lnTo>
                <a:lnTo>
                  <a:pt x="3278" y="12330"/>
                </a:lnTo>
                <a:lnTo>
                  <a:pt x="4466" y="9187"/>
                </a:lnTo>
                <a:lnTo>
                  <a:pt x="5465" y="6800"/>
                </a:lnTo>
                <a:lnTo>
                  <a:pt x="6367" y="4993"/>
                </a:lnTo>
                <a:lnTo>
                  <a:pt x="7263" y="3586"/>
                </a:lnTo>
                <a:lnTo>
                  <a:pt x="8240" y="2405"/>
                </a:lnTo>
                <a:lnTo>
                  <a:pt x="9391" y="1267"/>
                </a:lnTo>
                <a:lnTo>
                  <a:pt x="10800" y="0"/>
                </a:lnTo>
                <a:close/>
              </a:path>
            </a:pathLst>
          </a:custGeom>
          <a:solidFill>
            <a:srgbClr val="D4D7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1" name="contour_12509"/>
          <p:cNvSpPr/>
          <p:nvPr/>
        </p:nvSpPr>
        <p:spPr>
          <a:xfrm>
            <a:off x="8428005" y="5196338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0"/>
                </a:lnTo>
                <a:lnTo>
                  <a:pt x="3672" y="0"/>
                </a:lnTo>
                <a:lnTo>
                  <a:pt x="5517" y="0"/>
                </a:lnTo>
                <a:lnTo>
                  <a:pt x="7378" y="0"/>
                </a:lnTo>
                <a:lnTo>
                  <a:pt x="9257" y="0"/>
                </a:lnTo>
                <a:lnTo>
                  <a:pt x="9257" y="1785"/>
                </a:lnTo>
                <a:lnTo>
                  <a:pt x="9257" y="3580"/>
                </a:lnTo>
                <a:lnTo>
                  <a:pt x="9257" y="5400"/>
                </a:lnTo>
                <a:lnTo>
                  <a:pt x="11553" y="6232"/>
                </a:lnTo>
                <a:lnTo>
                  <a:pt x="13182" y="6788"/>
                </a:lnTo>
                <a:lnTo>
                  <a:pt x="14589" y="7198"/>
                </a:lnTo>
                <a:lnTo>
                  <a:pt x="16219" y="7592"/>
                </a:lnTo>
                <a:lnTo>
                  <a:pt x="18514" y="8100"/>
                </a:lnTo>
                <a:lnTo>
                  <a:pt x="17641" y="9628"/>
                </a:lnTo>
                <a:lnTo>
                  <a:pt x="16768" y="11156"/>
                </a:lnTo>
                <a:lnTo>
                  <a:pt x="15891" y="12690"/>
                </a:lnTo>
                <a:lnTo>
                  <a:pt x="15012" y="14229"/>
                </a:lnTo>
                <a:lnTo>
                  <a:pt x="14126" y="15776"/>
                </a:lnTo>
                <a:lnTo>
                  <a:pt x="13238" y="17331"/>
                </a:lnTo>
                <a:lnTo>
                  <a:pt x="12343" y="18900"/>
                </a:lnTo>
                <a:lnTo>
                  <a:pt x="14176" y="19435"/>
                </a:lnTo>
                <a:lnTo>
                  <a:pt x="16015" y="19972"/>
                </a:lnTo>
                <a:lnTo>
                  <a:pt x="17860" y="20509"/>
                </a:lnTo>
                <a:lnTo>
                  <a:pt x="19721" y="21052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9192" y="21006"/>
                </a:lnTo>
                <a:lnTo>
                  <a:pt x="9072" y="19958"/>
                </a:lnTo>
                <a:lnTo>
                  <a:pt x="8800" y="17561"/>
                </a:lnTo>
                <a:lnTo>
                  <a:pt x="8569" y="15830"/>
                </a:lnTo>
                <a:lnTo>
                  <a:pt x="8335" y="14086"/>
                </a:lnTo>
                <a:lnTo>
                  <a:pt x="8100" y="12317"/>
                </a:lnTo>
                <a:lnTo>
                  <a:pt x="7884" y="10592"/>
                </a:lnTo>
                <a:lnTo>
                  <a:pt x="7668" y="8856"/>
                </a:lnTo>
                <a:lnTo>
                  <a:pt x="7449" y="7098"/>
                </a:lnTo>
                <a:lnTo>
                  <a:pt x="6659" y="4525"/>
                </a:lnTo>
                <a:lnTo>
                  <a:pt x="5931" y="3005"/>
                </a:lnTo>
                <a:lnTo>
                  <a:pt x="4838" y="1944"/>
                </a:lnTo>
                <a:lnTo>
                  <a:pt x="2965" y="748"/>
                </a:lnTo>
                <a:lnTo>
                  <a:pt x="1493" y="378"/>
                </a:lnTo>
                <a:lnTo>
                  <a:pt x="0" y="0"/>
                </a:lnTo>
                <a:close/>
              </a:path>
            </a:pathLst>
          </a:custGeom>
          <a:solidFill>
            <a:srgbClr val="686A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2" name="contour_12510"/>
          <p:cNvSpPr/>
          <p:nvPr/>
        </p:nvSpPr>
        <p:spPr>
          <a:xfrm>
            <a:off x="4790933" y="5203626"/>
            <a:ext cx="659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" y="0"/>
                </a:moveTo>
                <a:lnTo>
                  <a:pt x="1659" y="825"/>
                </a:lnTo>
                <a:lnTo>
                  <a:pt x="3193" y="1663"/>
                </a:lnTo>
                <a:lnTo>
                  <a:pt x="4731" y="2506"/>
                </a:lnTo>
                <a:lnTo>
                  <a:pt x="6263" y="3357"/>
                </a:lnTo>
                <a:lnTo>
                  <a:pt x="7795" y="4212"/>
                </a:lnTo>
                <a:lnTo>
                  <a:pt x="9327" y="5076"/>
                </a:lnTo>
                <a:lnTo>
                  <a:pt x="10860" y="5940"/>
                </a:lnTo>
                <a:lnTo>
                  <a:pt x="12402" y="6761"/>
                </a:lnTo>
                <a:lnTo>
                  <a:pt x="13965" y="7595"/>
                </a:lnTo>
                <a:lnTo>
                  <a:pt x="15423" y="8433"/>
                </a:lnTo>
                <a:lnTo>
                  <a:pt x="16901" y="9279"/>
                </a:lnTo>
                <a:lnTo>
                  <a:pt x="18254" y="10031"/>
                </a:lnTo>
                <a:lnTo>
                  <a:pt x="19629" y="10791"/>
                </a:lnTo>
                <a:lnTo>
                  <a:pt x="20607" y="11867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7810" y="20555"/>
                </a:lnTo>
                <a:lnTo>
                  <a:pt x="14590" y="19660"/>
                </a:lnTo>
                <a:lnTo>
                  <a:pt x="11884" y="18891"/>
                </a:lnTo>
                <a:lnTo>
                  <a:pt x="9633" y="18226"/>
                </a:lnTo>
                <a:lnTo>
                  <a:pt x="7776" y="17639"/>
                </a:lnTo>
                <a:lnTo>
                  <a:pt x="6256" y="17107"/>
                </a:lnTo>
                <a:lnTo>
                  <a:pt x="5015" y="16610"/>
                </a:lnTo>
                <a:lnTo>
                  <a:pt x="3993" y="16118"/>
                </a:lnTo>
                <a:lnTo>
                  <a:pt x="3131" y="15612"/>
                </a:lnTo>
                <a:lnTo>
                  <a:pt x="2372" y="15064"/>
                </a:lnTo>
                <a:lnTo>
                  <a:pt x="1656" y="14459"/>
                </a:lnTo>
                <a:lnTo>
                  <a:pt x="924" y="13764"/>
                </a:lnTo>
                <a:lnTo>
                  <a:pt x="119" y="12960"/>
                </a:lnTo>
                <a:lnTo>
                  <a:pt x="38" y="9664"/>
                </a:lnTo>
                <a:lnTo>
                  <a:pt x="0" y="7344"/>
                </a:lnTo>
                <a:lnTo>
                  <a:pt x="0" y="5374"/>
                </a:lnTo>
                <a:lnTo>
                  <a:pt x="38" y="3132"/>
                </a:lnTo>
                <a:lnTo>
                  <a:pt x="119" y="0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3" name="contour_12511"/>
          <p:cNvSpPr/>
          <p:nvPr/>
        </p:nvSpPr>
        <p:spPr>
          <a:xfrm>
            <a:off x="8522749" y="5203626"/>
            <a:ext cx="36440" cy="592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677" y="414"/>
                </a:lnTo>
                <a:lnTo>
                  <a:pt x="17479" y="828"/>
                </a:lnTo>
                <a:lnTo>
                  <a:pt x="19185" y="1492"/>
                </a:lnTo>
                <a:lnTo>
                  <a:pt x="21600" y="2655"/>
                </a:lnTo>
                <a:lnTo>
                  <a:pt x="21056" y="4519"/>
                </a:lnTo>
                <a:lnTo>
                  <a:pt x="20455" y="6301"/>
                </a:lnTo>
                <a:lnTo>
                  <a:pt x="19786" y="8037"/>
                </a:lnTo>
                <a:lnTo>
                  <a:pt x="19038" y="9755"/>
                </a:lnTo>
                <a:lnTo>
                  <a:pt x="18204" y="11492"/>
                </a:lnTo>
                <a:lnTo>
                  <a:pt x="17280" y="13276"/>
                </a:lnTo>
                <a:lnTo>
                  <a:pt x="16744" y="14811"/>
                </a:lnTo>
                <a:lnTo>
                  <a:pt x="16209" y="16356"/>
                </a:lnTo>
                <a:lnTo>
                  <a:pt x="15660" y="17923"/>
                </a:lnTo>
                <a:lnTo>
                  <a:pt x="14321" y="19569"/>
                </a:lnTo>
                <a:lnTo>
                  <a:pt x="12960" y="21242"/>
                </a:lnTo>
                <a:lnTo>
                  <a:pt x="9616" y="21481"/>
                </a:lnTo>
                <a:lnTo>
                  <a:pt x="7271" y="21600"/>
                </a:lnTo>
                <a:lnTo>
                  <a:pt x="5301" y="21600"/>
                </a:lnTo>
                <a:lnTo>
                  <a:pt x="3084" y="21481"/>
                </a:lnTo>
                <a:lnTo>
                  <a:pt x="0" y="21242"/>
                </a:lnTo>
                <a:lnTo>
                  <a:pt x="864" y="19941"/>
                </a:lnTo>
                <a:lnTo>
                  <a:pt x="1737" y="18618"/>
                </a:lnTo>
                <a:lnTo>
                  <a:pt x="2838" y="16940"/>
                </a:lnTo>
                <a:lnTo>
                  <a:pt x="3927" y="15262"/>
                </a:lnTo>
                <a:lnTo>
                  <a:pt x="5011" y="13584"/>
                </a:lnTo>
                <a:lnTo>
                  <a:pt x="6078" y="11903"/>
                </a:lnTo>
                <a:lnTo>
                  <a:pt x="7128" y="10220"/>
                </a:lnTo>
                <a:lnTo>
                  <a:pt x="8160" y="8534"/>
                </a:lnTo>
                <a:lnTo>
                  <a:pt x="9171" y="6840"/>
                </a:lnTo>
                <a:lnTo>
                  <a:pt x="10161" y="5143"/>
                </a:lnTo>
                <a:lnTo>
                  <a:pt x="11124" y="3436"/>
                </a:lnTo>
                <a:lnTo>
                  <a:pt x="12057" y="1723"/>
                </a:lnTo>
                <a:lnTo>
                  <a:pt x="12960" y="0"/>
                </a:lnTo>
                <a:close/>
              </a:path>
            </a:pathLst>
          </a:custGeom>
          <a:solidFill>
            <a:srgbClr val="4B4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4" name="contour_12512"/>
          <p:cNvSpPr/>
          <p:nvPr/>
        </p:nvSpPr>
        <p:spPr>
          <a:xfrm>
            <a:off x="6890239" y="519633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812"/>
                </a:lnTo>
                <a:lnTo>
                  <a:pt x="8506" y="1426"/>
                </a:lnTo>
                <a:lnTo>
                  <a:pt x="11007" y="1966"/>
                </a:lnTo>
                <a:lnTo>
                  <a:pt x="12986" y="2549"/>
                </a:lnTo>
                <a:lnTo>
                  <a:pt x="14917" y="3292"/>
                </a:lnTo>
                <a:lnTo>
                  <a:pt x="17280" y="4320"/>
                </a:lnTo>
                <a:lnTo>
                  <a:pt x="18870" y="7664"/>
                </a:lnTo>
                <a:lnTo>
                  <a:pt x="19889" y="10009"/>
                </a:lnTo>
                <a:lnTo>
                  <a:pt x="20546" y="11979"/>
                </a:lnTo>
                <a:lnTo>
                  <a:pt x="21047" y="14196"/>
                </a:lnTo>
                <a:lnTo>
                  <a:pt x="21600" y="17280"/>
                </a:lnTo>
                <a:lnTo>
                  <a:pt x="18749" y="17993"/>
                </a:lnTo>
                <a:lnTo>
                  <a:pt x="15893" y="18706"/>
                </a:lnTo>
                <a:lnTo>
                  <a:pt x="13025" y="19423"/>
                </a:lnTo>
                <a:lnTo>
                  <a:pt x="10143" y="20144"/>
                </a:lnTo>
                <a:lnTo>
                  <a:pt x="7245" y="20870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3737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5" name="contour_12513"/>
          <p:cNvSpPr/>
          <p:nvPr/>
        </p:nvSpPr>
        <p:spPr>
          <a:xfrm>
            <a:off x="4230122" y="5210914"/>
            <a:ext cx="58304" cy="30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215" y="259"/>
                </a:lnTo>
                <a:lnTo>
                  <a:pt x="6963" y="503"/>
                </a:lnTo>
                <a:lnTo>
                  <a:pt x="7781" y="762"/>
                </a:lnTo>
                <a:lnTo>
                  <a:pt x="8802" y="1088"/>
                </a:lnTo>
                <a:lnTo>
                  <a:pt x="10157" y="1523"/>
                </a:lnTo>
                <a:lnTo>
                  <a:pt x="11983" y="2104"/>
                </a:lnTo>
                <a:lnTo>
                  <a:pt x="14407" y="2881"/>
                </a:lnTo>
                <a:lnTo>
                  <a:pt x="17569" y="3891"/>
                </a:lnTo>
                <a:lnTo>
                  <a:pt x="21600" y="5181"/>
                </a:lnTo>
                <a:lnTo>
                  <a:pt x="20585" y="9818"/>
                </a:lnTo>
                <a:lnTo>
                  <a:pt x="19815" y="13056"/>
                </a:lnTo>
                <a:lnTo>
                  <a:pt x="19140" y="15341"/>
                </a:lnTo>
                <a:lnTo>
                  <a:pt x="18414" y="17087"/>
                </a:lnTo>
                <a:lnTo>
                  <a:pt x="17485" y="18740"/>
                </a:lnTo>
                <a:lnTo>
                  <a:pt x="16200" y="20724"/>
                </a:lnTo>
                <a:lnTo>
                  <a:pt x="14388" y="21129"/>
                </a:lnTo>
                <a:lnTo>
                  <a:pt x="12585" y="21398"/>
                </a:lnTo>
                <a:lnTo>
                  <a:pt x="10792" y="21553"/>
                </a:lnTo>
                <a:lnTo>
                  <a:pt x="9002" y="21600"/>
                </a:lnTo>
                <a:lnTo>
                  <a:pt x="7212" y="21559"/>
                </a:lnTo>
                <a:lnTo>
                  <a:pt x="5422" y="21434"/>
                </a:lnTo>
                <a:lnTo>
                  <a:pt x="3623" y="21248"/>
                </a:lnTo>
                <a:lnTo>
                  <a:pt x="1817" y="21004"/>
                </a:lnTo>
                <a:lnTo>
                  <a:pt x="0" y="20724"/>
                </a:lnTo>
                <a:lnTo>
                  <a:pt x="672" y="20320"/>
                </a:lnTo>
                <a:lnTo>
                  <a:pt x="2700" y="19108"/>
                </a:lnTo>
                <a:lnTo>
                  <a:pt x="4039" y="17341"/>
                </a:lnTo>
                <a:lnTo>
                  <a:pt x="5400" y="15543"/>
                </a:lnTo>
                <a:lnTo>
                  <a:pt x="5400" y="12466"/>
                </a:lnTo>
                <a:lnTo>
                  <a:pt x="5400" y="9378"/>
                </a:lnTo>
                <a:lnTo>
                  <a:pt x="5400" y="6279"/>
                </a:lnTo>
                <a:lnTo>
                  <a:pt x="5400" y="3155"/>
                </a:lnTo>
                <a:lnTo>
                  <a:pt x="5400" y="0"/>
                </a:lnTo>
                <a:close/>
              </a:path>
            </a:pathLst>
          </a:custGeom>
          <a:solidFill>
            <a:srgbClr val="21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6" name="contour_12514"/>
          <p:cNvSpPr/>
          <p:nvPr/>
        </p:nvSpPr>
        <p:spPr>
          <a:xfrm>
            <a:off x="1911353" y="5189050"/>
            <a:ext cx="303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23" y="0"/>
                </a:moveTo>
                <a:lnTo>
                  <a:pt x="14372" y="1307"/>
                </a:lnTo>
                <a:lnTo>
                  <a:pt x="16500" y="2306"/>
                </a:lnTo>
                <a:lnTo>
                  <a:pt x="18585" y="3502"/>
                </a:lnTo>
                <a:lnTo>
                  <a:pt x="21600" y="5400"/>
                </a:lnTo>
                <a:lnTo>
                  <a:pt x="21527" y="7422"/>
                </a:lnTo>
                <a:lnTo>
                  <a:pt x="21387" y="8872"/>
                </a:lnTo>
                <a:lnTo>
                  <a:pt x="21092" y="10155"/>
                </a:lnTo>
                <a:lnTo>
                  <a:pt x="20547" y="11675"/>
                </a:lnTo>
                <a:lnTo>
                  <a:pt x="19654" y="13838"/>
                </a:lnTo>
                <a:lnTo>
                  <a:pt x="19078" y="15295"/>
                </a:lnTo>
                <a:lnTo>
                  <a:pt x="18497" y="16762"/>
                </a:lnTo>
                <a:lnTo>
                  <a:pt x="17911" y="18247"/>
                </a:lnTo>
                <a:lnTo>
                  <a:pt x="17169" y="19912"/>
                </a:lnTo>
                <a:lnTo>
                  <a:pt x="16411" y="21600"/>
                </a:lnTo>
                <a:lnTo>
                  <a:pt x="12551" y="21254"/>
                </a:lnTo>
                <a:lnTo>
                  <a:pt x="9812" y="20941"/>
                </a:lnTo>
                <a:lnTo>
                  <a:pt x="7446" y="20531"/>
                </a:lnTo>
                <a:lnTo>
                  <a:pt x="4706" y="19894"/>
                </a:lnTo>
                <a:lnTo>
                  <a:pt x="846" y="18900"/>
                </a:lnTo>
                <a:lnTo>
                  <a:pt x="265" y="17051"/>
                </a:lnTo>
                <a:lnTo>
                  <a:pt x="5" y="15279"/>
                </a:lnTo>
                <a:lnTo>
                  <a:pt x="0" y="13546"/>
                </a:lnTo>
                <a:lnTo>
                  <a:pt x="182" y="11802"/>
                </a:lnTo>
                <a:lnTo>
                  <a:pt x="488" y="10001"/>
                </a:lnTo>
                <a:lnTo>
                  <a:pt x="846" y="8100"/>
                </a:lnTo>
                <a:lnTo>
                  <a:pt x="4275" y="8100"/>
                </a:lnTo>
                <a:lnTo>
                  <a:pt x="7726" y="8100"/>
                </a:lnTo>
                <a:lnTo>
                  <a:pt x="11223" y="8100"/>
                </a:lnTo>
                <a:lnTo>
                  <a:pt x="11223" y="6496"/>
                </a:lnTo>
                <a:lnTo>
                  <a:pt x="11223" y="4887"/>
                </a:lnTo>
                <a:lnTo>
                  <a:pt x="11223" y="3272"/>
                </a:lnTo>
                <a:lnTo>
                  <a:pt x="11223" y="1644"/>
                </a:lnTo>
                <a:lnTo>
                  <a:pt x="11223" y="0"/>
                </a:lnTo>
                <a:close/>
              </a:path>
            </a:pathLst>
          </a:custGeom>
          <a:solidFill>
            <a:srgbClr val="5346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7" name="contour_12515"/>
          <p:cNvSpPr/>
          <p:nvPr/>
        </p:nvSpPr>
        <p:spPr>
          <a:xfrm>
            <a:off x="8245805" y="5159898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6" y="0"/>
                </a:lnTo>
                <a:lnTo>
                  <a:pt x="18000" y="0"/>
                </a:lnTo>
                <a:lnTo>
                  <a:pt x="18356" y="1871"/>
                </a:lnTo>
                <a:lnTo>
                  <a:pt x="18713" y="3745"/>
                </a:lnTo>
                <a:lnTo>
                  <a:pt x="19069" y="5619"/>
                </a:lnTo>
                <a:lnTo>
                  <a:pt x="19429" y="7495"/>
                </a:lnTo>
                <a:lnTo>
                  <a:pt x="19786" y="9380"/>
                </a:lnTo>
                <a:lnTo>
                  <a:pt x="20146" y="11267"/>
                </a:lnTo>
                <a:lnTo>
                  <a:pt x="20506" y="13162"/>
                </a:lnTo>
                <a:lnTo>
                  <a:pt x="20869" y="15066"/>
                </a:lnTo>
                <a:lnTo>
                  <a:pt x="21233" y="16978"/>
                </a:lnTo>
                <a:lnTo>
                  <a:pt x="21600" y="18900"/>
                </a:lnTo>
                <a:lnTo>
                  <a:pt x="19372" y="19235"/>
                </a:lnTo>
                <a:lnTo>
                  <a:pt x="17143" y="19570"/>
                </a:lnTo>
                <a:lnTo>
                  <a:pt x="14908" y="19904"/>
                </a:lnTo>
                <a:lnTo>
                  <a:pt x="12668" y="20239"/>
                </a:lnTo>
                <a:lnTo>
                  <a:pt x="10418" y="20577"/>
                </a:lnTo>
                <a:lnTo>
                  <a:pt x="8158" y="20917"/>
                </a:lnTo>
                <a:lnTo>
                  <a:pt x="5886" y="21257"/>
                </a:lnTo>
                <a:lnTo>
                  <a:pt x="3600" y="21600"/>
                </a:lnTo>
                <a:lnTo>
                  <a:pt x="2887" y="19996"/>
                </a:lnTo>
                <a:lnTo>
                  <a:pt x="2171" y="18387"/>
                </a:lnTo>
                <a:lnTo>
                  <a:pt x="1454" y="16772"/>
                </a:lnTo>
                <a:lnTo>
                  <a:pt x="731" y="15144"/>
                </a:lnTo>
                <a:lnTo>
                  <a:pt x="0" y="13500"/>
                </a:lnTo>
                <a:lnTo>
                  <a:pt x="2376" y="13500"/>
                </a:lnTo>
                <a:lnTo>
                  <a:pt x="4756" y="13500"/>
                </a:lnTo>
                <a:lnTo>
                  <a:pt x="7146" y="13500"/>
                </a:lnTo>
                <a:lnTo>
                  <a:pt x="9547" y="13500"/>
                </a:lnTo>
                <a:lnTo>
                  <a:pt x="11963" y="13500"/>
                </a:lnTo>
                <a:lnTo>
                  <a:pt x="14400" y="13500"/>
                </a:lnTo>
                <a:lnTo>
                  <a:pt x="14400" y="11591"/>
                </a:lnTo>
                <a:lnTo>
                  <a:pt x="14400" y="9680"/>
                </a:lnTo>
                <a:lnTo>
                  <a:pt x="14400" y="7762"/>
                </a:lnTo>
                <a:lnTo>
                  <a:pt x="14400" y="5837"/>
                </a:lnTo>
                <a:lnTo>
                  <a:pt x="14400" y="3904"/>
                </a:lnTo>
                <a:lnTo>
                  <a:pt x="14400" y="1960"/>
                </a:lnTo>
                <a:lnTo>
                  <a:pt x="14400" y="0"/>
                </a:lnTo>
                <a:close/>
              </a:path>
            </a:pathLst>
          </a:custGeom>
          <a:solidFill>
            <a:srgbClr val="958C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8" name="contour_12516"/>
          <p:cNvSpPr/>
          <p:nvPr/>
        </p:nvSpPr>
        <p:spPr>
          <a:xfrm>
            <a:off x="11321338" y="5196338"/>
            <a:ext cx="80168" cy="312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7" y="0"/>
                </a:moveTo>
                <a:lnTo>
                  <a:pt x="4556" y="357"/>
                </a:lnTo>
                <a:lnTo>
                  <a:pt x="5131" y="685"/>
                </a:lnTo>
                <a:lnTo>
                  <a:pt x="5697" y="1007"/>
                </a:lnTo>
                <a:lnTo>
                  <a:pt x="6305" y="1354"/>
                </a:lnTo>
                <a:lnTo>
                  <a:pt x="7002" y="1752"/>
                </a:lnTo>
                <a:lnTo>
                  <a:pt x="7839" y="2230"/>
                </a:lnTo>
                <a:lnTo>
                  <a:pt x="8860" y="2809"/>
                </a:lnTo>
                <a:lnTo>
                  <a:pt x="10117" y="3524"/>
                </a:lnTo>
                <a:lnTo>
                  <a:pt x="11654" y="4405"/>
                </a:lnTo>
                <a:lnTo>
                  <a:pt x="13524" y="5467"/>
                </a:lnTo>
                <a:lnTo>
                  <a:pt x="15772" y="6750"/>
                </a:lnTo>
                <a:lnTo>
                  <a:pt x="18448" y="8271"/>
                </a:lnTo>
                <a:lnTo>
                  <a:pt x="21600" y="10068"/>
                </a:lnTo>
                <a:lnTo>
                  <a:pt x="21113" y="12559"/>
                </a:lnTo>
                <a:lnTo>
                  <a:pt x="20626" y="15061"/>
                </a:lnTo>
                <a:lnTo>
                  <a:pt x="20133" y="17583"/>
                </a:lnTo>
                <a:lnTo>
                  <a:pt x="19636" y="20135"/>
                </a:lnTo>
                <a:lnTo>
                  <a:pt x="18274" y="20865"/>
                </a:lnTo>
                <a:lnTo>
                  <a:pt x="16897" y="21358"/>
                </a:lnTo>
                <a:lnTo>
                  <a:pt x="15515" y="21600"/>
                </a:lnTo>
                <a:lnTo>
                  <a:pt x="14132" y="21590"/>
                </a:lnTo>
                <a:lnTo>
                  <a:pt x="12758" y="21313"/>
                </a:lnTo>
                <a:lnTo>
                  <a:pt x="11399" y="20769"/>
                </a:lnTo>
                <a:lnTo>
                  <a:pt x="10062" y="19944"/>
                </a:lnTo>
                <a:lnTo>
                  <a:pt x="8756" y="18836"/>
                </a:lnTo>
                <a:lnTo>
                  <a:pt x="7485" y="17432"/>
                </a:lnTo>
                <a:lnTo>
                  <a:pt x="6260" y="15731"/>
                </a:lnTo>
                <a:lnTo>
                  <a:pt x="5490" y="13863"/>
                </a:lnTo>
                <a:lnTo>
                  <a:pt x="4713" y="11975"/>
                </a:lnTo>
                <a:lnTo>
                  <a:pt x="3927" y="10068"/>
                </a:lnTo>
                <a:lnTo>
                  <a:pt x="3927" y="6740"/>
                </a:lnTo>
                <a:lnTo>
                  <a:pt x="3927" y="3393"/>
                </a:lnTo>
                <a:lnTo>
                  <a:pt x="3927" y="0"/>
                </a:lnTo>
                <a:lnTo>
                  <a:pt x="0" y="10068"/>
                </a:lnTo>
                <a:lnTo>
                  <a:pt x="2270" y="12977"/>
                </a:lnTo>
                <a:lnTo>
                  <a:pt x="3436" y="14472"/>
                </a:lnTo>
                <a:lnTo>
                  <a:pt x="3866" y="15021"/>
                </a:lnTo>
                <a:lnTo>
                  <a:pt x="3927" y="15101"/>
                </a:lnTo>
                <a:lnTo>
                  <a:pt x="0" y="10068"/>
                </a:lnTo>
                <a:lnTo>
                  <a:pt x="3927" y="0"/>
                </a:lnTo>
                <a:close/>
              </a:path>
            </a:pathLst>
          </a:custGeom>
          <a:solidFill>
            <a:srgbClr val="F7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19" name="contour_12517"/>
          <p:cNvSpPr/>
          <p:nvPr/>
        </p:nvSpPr>
        <p:spPr>
          <a:xfrm>
            <a:off x="8712237" y="5181762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431" y="2588"/>
                </a:lnTo>
                <a:lnTo>
                  <a:pt x="17323" y="5210"/>
                </a:lnTo>
                <a:lnTo>
                  <a:pt x="18132" y="7867"/>
                </a:lnTo>
                <a:lnTo>
                  <a:pt x="18872" y="10554"/>
                </a:lnTo>
                <a:lnTo>
                  <a:pt x="19570" y="13275"/>
                </a:lnTo>
                <a:lnTo>
                  <a:pt x="20242" y="16023"/>
                </a:lnTo>
                <a:lnTo>
                  <a:pt x="20912" y="18796"/>
                </a:lnTo>
                <a:lnTo>
                  <a:pt x="21600" y="21600"/>
                </a:lnTo>
                <a:lnTo>
                  <a:pt x="19656" y="20822"/>
                </a:lnTo>
                <a:lnTo>
                  <a:pt x="17712" y="20045"/>
                </a:lnTo>
                <a:lnTo>
                  <a:pt x="15765" y="19267"/>
                </a:lnTo>
                <a:lnTo>
                  <a:pt x="13815" y="18485"/>
                </a:lnTo>
                <a:lnTo>
                  <a:pt x="11858" y="17703"/>
                </a:lnTo>
                <a:lnTo>
                  <a:pt x="9902" y="16921"/>
                </a:lnTo>
                <a:lnTo>
                  <a:pt x="7936" y="16135"/>
                </a:lnTo>
                <a:lnTo>
                  <a:pt x="5965" y="15345"/>
                </a:lnTo>
                <a:lnTo>
                  <a:pt x="3987" y="14554"/>
                </a:lnTo>
                <a:lnTo>
                  <a:pt x="1996" y="13759"/>
                </a:lnTo>
                <a:lnTo>
                  <a:pt x="0" y="12960"/>
                </a:lnTo>
                <a:lnTo>
                  <a:pt x="2536" y="9102"/>
                </a:lnTo>
                <a:lnTo>
                  <a:pt x="4570" y="6100"/>
                </a:lnTo>
                <a:lnTo>
                  <a:pt x="6230" y="3840"/>
                </a:lnTo>
                <a:lnTo>
                  <a:pt x="7640" y="2220"/>
                </a:lnTo>
                <a:lnTo>
                  <a:pt x="8930" y="1136"/>
                </a:lnTo>
                <a:lnTo>
                  <a:pt x="10229" y="480"/>
                </a:lnTo>
                <a:lnTo>
                  <a:pt x="11658" y="143"/>
                </a:lnTo>
                <a:lnTo>
                  <a:pt x="13349" y="17"/>
                </a:lnTo>
                <a:lnTo>
                  <a:pt x="15429" y="0"/>
                </a:lnTo>
                <a:close/>
              </a:path>
            </a:pathLst>
          </a:custGeom>
          <a:solidFill>
            <a:srgbClr val="F2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0" name="contour_12518"/>
          <p:cNvSpPr/>
          <p:nvPr/>
        </p:nvSpPr>
        <p:spPr>
          <a:xfrm>
            <a:off x="4805873" y="518176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938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1" name="contour_12519"/>
          <p:cNvSpPr/>
          <p:nvPr/>
        </p:nvSpPr>
        <p:spPr>
          <a:xfrm>
            <a:off x="1642885" y="5181762"/>
            <a:ext cx="51016" cy="294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29"/>
                </a:lnTo>
                <a:lnTo>
                  <a:pt x="4280" y="1059"/>
                </a:lnTo>
                <a:lnTo>
                  <a:pt x="6421" y="1588"/>
                </a:lnTo>
                <a:lnTo>
                  <a:pt x="8566" y="2123"/>
                </a:lnTo>
                <a:lnTo>
                  <a:pt x="10720" y="2652"/>
                </a:lnTo>
                <a:lnTo>
                  <a:pt x="12877" y="3187"/>
                </a:lnTo>
                <a:lnTo>
                  <a:pt x="15043" y="3721"/>
                </a:lnTo>
                <a:lnTo>
                  <a:pt x="17218" y="4261"/>
                </a:lnTo>
                <a:lnTo>
                  <a:pt x="19403" y="4801"/>
                </a:lnTo>
                <a:lnTo>
                  <a:pt x="21600" y="5347"/>
                </a:lnTo>
                <a:lnTo>
                  <a:pt x="21600" y="8881"/>
                </a:lnTo>
                <a:lnTo>
                  <a:pt x="21600" y="12436"/>
                </a:lnTo>
                <a:lnTo>
                  <a:pt x="21600" y="16040"/>
                </a:lnTo>
                <a:lnTo>
                  <a:pt x="19752" y="17633"/>
                </a:lnTo>
                <a:lnTo>
                  <a:pt x="17894" y="18953"/>
                </a:lnTo>
                <a:lnTo>
                  <a:pt x="16021" y="19996"/>
                </a:lnTo>
                <a:lnTo>
                  <a:pt x="14126" y="20777"/>
                </a:lnTo>
                <a:lnTo>
                  <a:pt x="12201" y="21301"/>
                </a:lnTo>
                <a:lnTo>
                  <a:pt x="10238" y="21573"/>
                </a:lnTo>
                <a:lnTo>
                  <a:pt x="8233" y="21600"/>
                </a:lnTo>
                <a:lnTo>
                  <a:pt x="6171" y="21386"/>
                </a:lnTo>
                <a:lnTo>
                  <a:pt x="4780" y="18558"/>
                </a:lnTo>
                <a:lnTo>
                  <a:pt x="3666" y="15772"/>
                </a:lnTo>
                <a:lnTo>
                  <a:pt x="2765" y="12960"/>
                </a:lnTo>
                <a:lnTo>
                  <a:pt x="2012" y="10051"/>
                </a:lnTo>
                <a:lnTo>
                  <a:pt x="1342" y="6967"/>
                </a:lnTo>
                <a:lnTo>
                  <a:pt x="691" y="3641"/>
                </a:lnTo>
                <a:lnTo>
                  <a:pt x="0" y="0"/>
                </a:lnTo>
                <a:close/>
              </a:path>
            </a:pathLst>
          </a:custGeom>
          <a:solidFill>
            <a:srgbClr val="2C24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2" name="contour_12520"/>
          <p:cNvSpPr/>
          <p:nvPr/>
        </p:nvSpPr>
        <p:spPr>
          <a:xfrm>
            <a:off x="6576855" y="5159898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335" y="1833"/>
                </a:lnTo>
                <a:lnTo>
                  <a:pt x="11872" y="3672"/>
                </a:lnTo>
                <a:lnTo>
                  <a:pt x="12409" y="5517"/>
                </a:lnTo>
                <a:lnTo>
                  <a:pt x="12952" y="7378"/>
                </a:lnTo>
                <a:lnTo>
                  <a:pt x="13500" y="9257"/>
                </a:lnTo>
                <a:lnTo>
                  <a:pt x="15590" y="10300"/>
                </a:lnTo>
                <a:lnTo>
                  <a:pt x="17056" y="10982"/>
                </a:lnTo>
                <a:lnTo>
                  <a:pt x="18287" y="11451"/>
                </a:lnTo>
                <a:lnTo>
                  <a:pt x="19672" y="11855"/>
                </a:lnTo>
                <a:lnTo>
                  <a:pt x="21600" y="12343"/>
                </a:lnTo>
                <a:lnTo>
                  <a:pt x="20053" y="13321"/>
                </a:lnTo>
                <a:lnTo>
                  <a:pt x="18503" y="14290"/>
                </a:lnTo>
                <a:lnTo>
                  <a:pt x="16951" y="15253"/>
                </a:lnTo>
                <a:lnTo>
                  <a:pt x="15395" y="16209"/>
                </a:lnTo>
                <a:lnTo>
                  <a:pt x="13838" y="17163"/>
                </a:lnTo>
                <a:lnTo>
                  <a:pt x="12396" y="18061"/>
                </a:lnTo>
                <a:lnTo>
                  <a:pt x="10943" y="18962"/>
                </a:lnTo>
                <a:lnTo>
                  <a:pt x="9472" y="19875"/>
                </a:lnTo>
                <a:lnTo>
                  <a:pt x="8127" y="20446"/>
                </a:lnTo>
                <a:lnTo>
                  <a:pt x="6772" y="21020"/>
                </a:lnTo>
                <a:lnTo>
                  <a:pt x="5400" y="21600"/>
                </a:lnTo>
                <a:lnTo>
                  <a:pt x="4063" y="20835"/>
                </a:lnTo>
                <a:lnTo>
                  <a:pt x="2722" y="20069"/>
                </a:lnTo>
                <a:lnTo>
                  <a:pt x="1369" y="19295"/>
                </a:lnTo>
                <a:lnTo>
                  <a:pt x="0" y="18514"/>
                </a:lnTo>
                <a:lnTo>
                  <a:pt x="972" y="16848"/>
                </a:lnTo>
                <a:lnTo>
                  <a:pt x="1944" y="15182"/>
                </a:lnTo>
                <a:lnTo>
                  <a:pt x="2919" y="13512"/>
                </a:lnTo>
                <a:lnTo>
                  <a:pt x="3893" y="11840"/>
                </a:lnTo>
                <a:lnTo>
                  <a:pt x="4871" y="10164"/>
                </a:lnTo>
                <a:lnTo>
                  <a:pt x="5848" y="8486"/>
                </a:lnTo>
                <a:lnTo>
                  <a:pt x="6831" y="6804"/>
                </a:lnTo>
                <a:lnTo>
                  <a:pt x="7816" y="5113"/>
                </a:lnTo>
                <a:lnTo>
                  <a:pt x="8807" y="3416"/>
                </a:lnTo>
                <a:lnTo>
                  <a:pt x="9801" y="1713"/>
                </a:lnTo>
                <a:lnTo>
                  <a:pt x="10800" y="0"/>
                </a:lnTo>
                <a:close/>
              </a:path>
            </a:pathLst>
          </a:custGeom>
          <a:solidFill>
            <a:srgbClr val="E2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3" name="contour_12521"/>
          <p:cNvSpPr/>
          <p:nvPr/>
        </p:nvSpPr>
        <p:spPr>
          <a:xfrm>
            <a:off x="2378972" y="518176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0822" y="1944"/>
                </a:lnTo>
                <a:lnTo>
                  <a:pt x="20045" y="3888"/>
                </a:lnTo>
                <a:lnTo>
                  <a:pt x="19267" y="5835"/>
                </a:lnTo>
                <a:lnTo>
                  <a:pt x="18485" y="7785"/>
                </a:lnTo>
                <a:lnTo>
                  <a:pt x="17703" y="9742"/>
                </a:lnTo>
                <a:lnTo>
                  <a:pt x="16921" y="11698"/>
                </a:lnTo>
                <a:lnTo>
                  <a:pt x="16135" y="13664"/>
                </a:lnTo>
                <a:lnTo>
                  <a:pt x="15345" y="15635"/>
                </a:lnTo>
                <a:lnTo>
                  <a:pt x="14554" y="17613"/>
                </a:lnTo>
                <a:lnTo>
                  <a:pt x="13759" y="19604"/>
                </a:lnTo>
                <a:lnTo>
                  <a:pt x="12960" y="21600"/>
                </a:lnTo>
                <a:lnTo>
                  <a:pt x="10394" y="20989"/>
                </a:lnTo>
                <a:lnTo>
                  <a:pt x="7819" y="20375"/>
                </a:lnTo>
                <a:lnTo>
                  <a:pt x="5236" y="19761"/>
                </a:lnTo>
                <a:lnTo>
                  <a:pt x="2631" y="19141"/>
                </a:lnTo>
                <a:lnTo>
                  <a:pt x="0" y="18514"/>
                </a:lnTo>
                <a:lnTo>
                  <a:pt x="1007" y="16632"/>
                </a:lnTo>
                <a:lnTo>
                  <a:pt x="2017" y="14750"/>
                </a:lnTo>
                <a:lnTo>
                  <a:pt x="3033" y="12871"/>
                </a:lnTo>
                <a:lnTo>
                  <a:pt x="4052" y="10991"/>
                </a:lnTo>
                <a:lnTo>
                  <a:pt x="4804" y="9593"/>
                </a:lnTo>
                <a:lnTo>
                  <a:pt x="5560" y="8189"/>
                </a:lnTo>
                <a:lnTo>
                  <a:pt x="6329" y="6761"/>
                </a:lnTo>
                <a:lnTo>
                  <a:pt x="7733" y="4588"/>
                </a:lnTo>
                <a:lnTo>
                  <a:pt x="8891" y="3160"/>
                </a:lnTo>
                <a:lnTo>
                  <a:pt x="10428" y="1842"/>
                </a:lnTo>
                <a:lnTo>
                  <a:pt x="12960" y="0"/>
                </a:lnTo>
                <a:close/>
              </a:path>
            </a:pathLst>
          </a:custGeom>
          <a:solidFill>
            <a:srgbClr val="D9E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4" name="contour_12522"/>
          <p:cNvSpPr/>
          <p:nvPr/>
        </p:nvSpPr>
        <p:spPr>
          <a:xfrm>
            <a:off x="1897964" y="5145322"/>
            <a:ext cx="43728" cy="36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278" y="821"/>
                </a:lnTo>
                <a:lnTo>
                  <a:pt x="8179" y="1458"/>
                </a:lnTo>
                <a:lnTo>
                  <a:pt x="9821" y="2122"/>
                </a:lnTo>
                <a:lnTo>
                  <a:pt x="11722" y="3021"/>
                </a:lnTo>
                <a:lnTo>
                  <a:pt x="14400" y="4366"/>
                </a:lnTo>
                <a:lnTo>
                  <a:pt x="14400" y="7252"/>
                </a:lnTo>
                <a:lnTo>
                  <a:pt x="14400" y="10156"/>
                </a:lnTo>
                <a:lnTo>
                  <a:pt x="14400" y="13099"/>
                </a:lnTo>
                <a:lnTo>
                  <a:pt x="16538" y="14701"/>
                </a:lnTo>
                <a:lnTo>
                  <a:pt x="18000" y="15692"/>
                </a:lnTo>
                <a:lnTo>
                  <a:pt x="19462" y="16474"/>
                </a:lnTo>
                <a:lnTo>
                  <a:pt x="21600" y="17465"/>
                </a:lnTo>
                <a:lnTo>
                  <a:pt x="17370" y="18998"/>
                </a:lnTo>
                <a:lnTo>
                  <a:pt x="14116" y="20137"/>
                </a:lnTo>
                <a:lnTo>
                  <a:pt x="11610" y="20923"/>
                </a:lnTo>
                <a:lnTo>
                  <a:pt x="9630" y="21395"/>
                </a:lnTo>
                <a:lnTo>
                  <a:pt x="7949" y="21600"/>
                </a:lnTo>
                <a:lnTo>
                  <a:pt x="6347" y="21578"/>
                </a:lnTo>
                <a:lnTo>
                  <a:pt x="4597" y="21364"/>
                </a:lnTo>
                <a:lnTo>
                  <a:pt x="2477" y="21011"/>
                </a:lnTo>
                <a:lnTo>
                  <a:pt x="1861" y="20129"/>
                </a:lnTo>
                <a:lnTo>
                  <a:pt x="0" y="17465"/>
                </a:lnTo>
                <a:lnTo>
                  <a:pt x="346" y="14461"/>
                </a:lnTo>
                <a:lnTo>
                  <a:pt x="814" y="11514"/>
                </a:lnTo>
                <a:lnTo>
                  <a:pt x="1393" y="8615"/>
                </a:lnTo>
                <a:lnTo>
                  <a:pt x="2063" y="5742"/>
                </a:lnTo>
                <a:lnTo>
                  <a:pt x="2804" y="2877"/>
                </a:lnTo>
                <a:lnTo>
                  <a:pt x="3600" y="0"/>
                </a:lnTo>
                <a:close/>
              </a:path>
            </a:pathLst>
          </a:custGeom>
          <a:solidFill>
            <a:srgbClr val="3F32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5" name="contour_12523"/>
          <p:cNvSpPr/>
          <p:nvPr/>
        </p:nvSpPr>
        <p:spPr>
          <a:xfrm>
            <a:off x="1212893" y="5123458"/>
            <a:ext cx="4471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3499" y="29"/>
                </a:lnTo>
                <a:lnTo>
                  <a:pt x="15516" y="230"/>
                </a:lnTo>
                <a:lnTo>
                  <a:pt x="17122" y="778"/>
                </a:lnTo>
                <a:lnTo>
                  <a:pt x="18822" y="1843"/>
                </a:lnTo>
                <a:lnTo>
                  <a:pt x="21125" y="3600"/>
                </a:lnTo>
                <a:lnTo>
                  <a:pt x="21442" y="6386"/>
                </a:lnTo>
                <a:lnTo>
                  <a:pt x="21600" y="8341"/>
                </a:lnTo>
                <a:lnTo>
                  <a:pt x="21600" y="9983"/>
                </a:lnTo>
                <a:lnTo>
                  <a:pt x="21442" y="11830"/>
                </a:lnTo>
                <a:lnTo>
                  <a:pt x="21125" y="14400"/>
                </a:lnTo>
                <a:lnTo>
                  <a:pt x="18797" y="14400"/>
                </a:lnTo>
                <a:lnTo>
                  <a:pt x="16456" y="14400"/>
                </a:lnTo>
                <a:lnTo>
                  <a:pt x="14083" y="14400"/>
                </a:lnTo>
                <a:lnTo>
                  <a:pt x="14083" y="16780"/>
                </a:lnTo>
                <a:lnTo>
                  <a:pt x="14083" y="19174"/>
                </a:lnTo>
                <a:lnTo>
                  <a:pt x="14083" y="21600"/>
                </a:lnTo>
                <a:lnTo>
                  <a:pt x="11759" y="21006"/>
                </a:lnTo>
                <a:lnTo>
                  <a:pt x="9432" y="20412"/>
                </a:lnTo>
                <a:lnTo>
                  <a:pt x="7094" y="19814"/>
                </a:lnTo>
                <a:lnTo>
                  <a:pt x="4746" y="19213"/>
                </a:lnTo>
                <a:lnTo>
                  <a:pt x="2384" y="18608"/>
                </a:lnTo>
                <a:lnTo>
                  <a:pt x="0" y="18000"/>
                </a:lnTo>
                <a:lnTo>
                  <a:pt x="1021" y="15880"/>
                </a:lnTo>
                <a:lnTo>
                  <a:pt x="2053" y="13784"/>
                </a:lnTo>
                <a:lnTo>
                  <a:pt x="3112" y="11718"/>
                </a:lnTo>
                <a:lnTo>
                  <a:pt x="4204" y="9680"/>
                </a:lnTo>
                <a:lnTo>
                  <a:pt x="5341" y="7672"/>
                </a:lnTo>
                <a:lnTo>
                  <a:pt x="6535" y="5699"/>
                </a:lnTo>
                <a:lnTo>
                  <a:pt x="7795" y="3762"/>
                </a:lnTo>
                <a:lnTo>
                  <a:pt x="9136" y="1861"/>
                </a:lnTo>
                <a:lnTo>
                  <a:pt x="10562" y="0"/>
                </a:lnTo>
                <a:close/>
              </a:path>
            </a:pathLst>
          </a:custGeom>
          <a:solidFill>
            <a:srgbClr val="7162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6" name="contour_12524"/>
          <p:cNvSpPr/>
          <p:nvPr/>
        </p:nvSpPr>
        <p:spPr>
          <a:xfrm>
            <a:off x="11481673" y="5130746"/>
            <a:ext cx="58304" cy="292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562"/>
                </a:lnTo>
                <a:lnTo>
                  <a:pt x="21600" y="7146"/>
                </a:lnTo>
                <a:lnTo>
                  <a:pt x="21600" y="10778"/>
                </a:lnTo>
                <a:lnTo>
                  <a:pt x="20164" y="13435"/>
                </a:lnTo>
                <a:lnTo>
                  <a:pt x="18778" y="15774"/>
                </a:lnTo>
                <a:lnTo>
                  <a:pt x="17388" y="17763"/>
                </a:lnTo>
                <a:lnTo>
                  <a:pt x="15935" y="19374"/>
                </a:lnTo>
                <a:lnTo>
                  <a:pt x="14367" y="20571"/>
                </a:lnTo>
                <a:lnTo>
                  <a:pt x="12625" y="21320"/>
                </a:lnTo>
                <a:lnTo>
                  <a:pt x="10651" y="21600"/>
                </a:lnTo>
                <a:lnTo>
                  <a:pt x="8019" y="20619"/>
                </a:lnTo>
                <a:lnTo>
                  <a:pt x="6288" y="19849"/>
                </a:lnTo>
                <a:lnTo>
                  <a:pt x="5079" y="19024"/>
                </a:lnTo>
                <a:lnTo>
                  <a:pt x="4009" y="17881"/>
                </a:lnTo>
                <a:lnTo>
                  <a:pt x="2700" y="16168"/>
                </a:lnTo>
                <a:lnTo>
                  <a:pt x="2165" y="12966"/>
                </a:lnTo>
                <a:lnTo>
                  <a:pt x="1628" y="9754"/>
                </a:lnTo>
                <a:lnTo>
                  <a:pt x="1091" y="6532"/>
                </a:lnTo>
                <a:lnTo>
                  <a:pt x="548" y="3282"/>
                </a:lnTo>
                <a:lnTo>
                  <a:pt x="0" y="0"/>
                </a:lnTo>
                <a:close/>
              </a:path>
            </a:pathLst>
          </a:custGeom>
          <a:solidFill>
            <a:srgbClr val="5251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7" name="contour_12525"/>
          <p:cNvSpPr/>
          <p:nvPr/>
        </p:nvSpPr>
        <p:spPr>
          <a:xfrm>
            <a:off x="11620145" y="5117518"/>
            <a:ext cx="72880" cy="278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4614"/>
                </a:moveTo>
                <a:lnTo>
                  <a:pt x="19976" y="7417"/>
                </a:lnTo>
                <a:lnTo>
                  <a:pt x="20511" y="10231"/>
                </a:lnTo>
                <a:lnTo>
                  <a:pt x="21054" y="13068"/>
                </a:lnTo>
                <a:lnTo>
                  <a:pt x="21600" y="15938"/>
                </a:lnTo>
                <a:lnTo>
                  <a:pt x="20174" y="16561"/>
                </a:lnTo>
                <a:lnTo>
                  <a:pt x="18747" y="17184"/>
                </a:lnTo>
                <a:lnTo>
                  <a:pt x="17319" y="17807"/>
                </a:lnTo>
                <a:lnTo>
                  <a:pt x="15887" y="18435"/>
                </a:lnTo>
                <a:lnTo>
                  <a:pt x="14450" y="19063"/>
                </a:lnTo>
                <a:lnTo>
                  <a:pt x="13008" y="19692"/>
                </a:lnTo>
                <a:lnTo>
                  <a:pt x="11560" y="20326"/>
                </a:lnTo>
                <a:lnTo>
                  <a:pt x="10104" y="20960"/>
                </a:lnTo>
                <a:lnTo>
                  <a:pt x="8640" y="21600"/>
                </a:lnTo>
                <a:lnTo>
                  <a:pt x="8640" y="17858"/>
                </a:lnTo>
                <a:lnTo>
                  <a:pt x="8640" y="14092"/>
                </a:lnTo>
                <a:lnTo>
                  <a:pt x="8640" y="10276"/>
                </a:lnTo>
                <a:lnTo>
                  <a:pt x="7221" y="8583"/>
                </a:lnTo>
                <a:lnTo>
                  <a:pt x="6100" y="7666"/>
                </a:lnTo>
                <a:lnTo>
                  <a:pt x="4320" y="6738"/>
                </a:lnTo>
                <a:lnTo>
                  <a:pt x="3115" y="6098"/>
                </a:lnTo>
                <a:lnTo>
                  <a:pt x="1890" y="5452"/>
                </a:lnTo>
                <a:lnTo>
                  <a:pt x="950" y="5033"/>
                </a:lnTo>
                <a:lnTo>
                  <a:pt x="0" y="4614"/>
                </a:lnTo>
                <a:lnTo>
                  <a:pt x="1620" y="3510"/>
                </a:lnTo>
                <a:lnTo>
                  <a:pt x="3184" y="2531"/>
                </a:lnTo>
                <a:lnTo>
                  <a:pt x="4700" y="1682"/>
                </a:lnTo>
                <a:lnTo>
                  <a:pt x="6180" y="985"/>
                </a:lnTo>
                <a:lnTo>
                  <a:pt x="7631" y="459"/>
                </a:lnTo>
                <a:lnTo>
                  <a:pt x="9063" y="125"/>
                </a:lnTo>
                <a:lnTo>
                  <a:pt x="10491" y="0"/>
                </a:lnTo>
                <a:lnTo>
                  <a:pt x="11919" y="96"/>
                </a:lnTo>
                <a:lnTo>
                  <a:pt x="13360" y="442"/>
                </a:lnTo>
                <a:lnTo>
                  <a:pt x="14822" y="1047"/>
                </a:lnTo>
                <a:lnTo>
                  <a:pt x="16317" y="1931"/>
                </a:lnTo>
                <a:lnTo>
                  <a:pt x="17852" y="3114"/>
                </a:lnTo>
                <a:lnTo>
                  <a:pt x="19440" y="4614"/>
                </a:lnTo>
                <a:close/>
              </a:path>
            </a:pathLst>
          </a:custGeom>
          <a:solidFill>
            <a:srgbClr val="DADB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8" name="contour_12526"/>
          <p:cNvSpPr/>
          <p:nvPr/>
        </p:nvSpPr>
        <p:spPr>
          <a:xfrm>
            <a:off x="11292186" y="5108882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204" y="1460"/>
                </a:lnTo>
                <a:lnTo>
                  <a:pt x="13597" y="2938"/>
                </a:lnTo>
                <a:lnTo>
                  <a:pt x="14985" y="4432"/>
                </a:lnTo>
                <a:lnTo>
                  <a:pt x="16367" y="5940"/>
                </a:lnTo>
                <a:lnTo>
                  <a:pt x="17923" y="7599"/>
                </a:lnTo>
                <a:lnTo>
                  <a:pt x="19502" y="9279"/>
                </a:lnTo>
                <a:lnTo>
                  <a:pt x="20544" y="11107"/>
                </a:lnTo>
                <a:lnTo>
                  <a:pt x="21600" y="12960"/>
                </a:lnTo>
                <a:lnTo>
                  <a:pt x="21322" y="15828"/>
                </a:lnTo>
                <a:lnTo>
                  <a:pt x="20947" y="17686"/>
                </a:lnTo>
                <a:lnTo>
                  <a:pt x="20223" y="19341"/>
                </a:lnTo>
                <a:lnTo>
                  <a:pt x="18900" y="21600"/>
                </a:lnTo>
                <a:lnTo>
                  <a:pt x="17024" y="21552"/>
                </a:lnTo>
                <a:lnTo>
                  <a:pt x="15611" y="21475"/>
                </a:lnTo>
                <a:lnTo>
                  <a:pt x="14399" y="21324"/>
                </a:lnTo>
                <a:lnTo>
                  <a:pt x="13119" y="21056"/>
                </a:lnTo>
                <a:lnTo>
                  <a:pt x="11502" y="20619"/>
                </a:lnTo>
                <a:lnTo>
                  <a:pt x="9283" y="19980"/>
                </a:lnTo>
                <a:lnTo>
                  <a:pt x="7549" y="19500"/>
                </a:lnTo>
                <a:lnTo>
                  <a:pt x="5805" y="19017"/>
                </a:lnTo>
                <a:lnTo>
                  <a:pt x="4039" y="18528"/>
                </a:lnTo>
                <a:lnTo>
                  <a:pt x="2705" y="18118"/>
                </a:lnTo>
                <a:lnTo>
                  <a:pt x="1361" y="17699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1782" y="8640"/>
                </a:lnTo>
                <a:lnTo>
                  <a:pt x="3567" y="8640"/>
                </a:lnTo>
                <a:lnTo>
                  <a:pt x="5359" y="8640"/>
                </a:lnTo>
                <a:lnTo>
                  <a:pt x="7160" y="8640"/>
                </a:lnTo>
                <a:lnTo>
                  <a:pt x="8972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403F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29" name="contour_12527"/>
          <p:cNvSpPr/>
          <p:nvPr/>
        </p:nvSpPr>
        <p:spPr>
          <a:xfrm>
            <a:off x="8259412" y="5108882"/>
            <a:ext cx="3740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68" y="0"/>
                </a:moveTo>
                <a:lnTo>
                  <a:pt x="7415" y="808"/>
                </a:lnTo>
                <a:lnTo>
                  <a:pt x="9169" y="1398"/>
                </a:lnTo>
                <a:lnTo>
                  <a:pt x="10832" y="2061"/>
                </a:lnTo>
                <a:lnTo>
                  <a:pt x="13184" y="3086"/>
                </a:lnTo>
                <a:lnTo>
                  <a:pt x="12140" y="4613"/>
                </a:lnTo>
                <a:lnTo>
                  <a:pt x="11097" y="6147"/>
                </a:lnTo>
                <a:lnTo>
                  <a:pt x="10040" y="7693"/>
                </a:lnTo>
                <a:lnTo>
                  <a:pt x="8976" y="9257"/>
                </a:lnTo>
                <a:lnTo>
                  <a:pt x="11475" y="9868"/>
                </a:lnTo>
                <a:lnTo>
                  <a:pt x="13983" y="10482"/>
                </a:lnTo>
                <a:lnTo>
                  <a:pt x="16500" y="11096"/>
                </a:lnTo>
                <a:lnTo>
                  <a:pt x="19037" y="11716"/>
                </a:lnTo>
                <a:lnTo>
                  <a:pt x="21600" y="12343"/>
                </a:lnTo>
                <a:lnTo>
                  <a:pt x="19218" y="13651"/>
                </a:lnTo>
                <a:lnTo>
                  <a:pt x="16836" y="14963"/>
                </a:lnTo>
                <a:lnTo>
                  <a:pt x="14446" y="16277"/>
                </a:lnTo>
                <a:lnTo>
                  <a:pt x="12048" y="17598"/>
                </a:lnTo>
                <a:lnTo>
                  <a:pt x="9636" y="18922"/>
                </a:lnTo>
                <a:lnTo>
                  <a:pt x="7213" y="20258"/>
                </a:lnTo>
                <a:lnTo>
                  <a:pt x="4768" y="21600"/>
                </a:lnTo>
                <a:lnTo>
                  <a:pt x="2327" y="19761"/>
                </a:lnTo>
                <a:lnTo>
                  <a:pt x="1014" y="18456"/>
                </a:lnTo>
                <a:lnTo>
                  <a:pt x="391" y="17058"/>
                </a:lnTo>
                <a:lnTo>
                  <a:pt x="0" y="14947"/>
                </a:lnTo>
                <a:lnTo>
                  <a:pt x="17" y="12889"/>
                </a:lnTo>
                <a:lnTo>
                  <a:pt x="34" y="10800"/>
                </a:lnTo>
                <a:lnTo>
                  <a:pt x="17" y="8742"/>
                </a:lnTo>
                <a:lnTo>
                  <a:pt x="0" y="6653"/>
                </a:lnTo>
                <a:lnTo>
                  <a:pt x="391" y="4542"/>
                </a:lnTo>
                <a:lnTo>
                  <a:pt x="1014" y="3144"/>
                </a:lnTo>
                <a:lnTo>
                  <a:pt x="2327" y="1839"/>
                </a:lnTo>
                <a:lnTo>
                  <a:pt x="4768" y="0"/>
                </a:lnTo>
                <a:close/>
              </a:path>
            </a:pathLst>
          </a:custGeom>
          <a:solidFill>
            <a:srgbClr val="CAC8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0" name="contour_12528"/>
          <p:cNvSpPr/>
          <p:nvPr/>
        </p:nvSpPr>
        <p:spPr>
          <a:xfrm>
            <a:off x="4827737" y="510159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65" y="2178"/>
                </a:lnTo>
                <a:lnTo>
                  <a:pt x="11329" y="4360"/>
                </a:lnTo>
                <a:lnTo>
                  <a:pt x="11591" y="6538"/>
                </a:lnTo>
                <a:lnTo>
                  <a:pt x="11856" y="8719"/>
                </a:lnTo>
                <a:lnTo>
                  <a:pt x="12118" y="10897"/>
                </a:lnTo>
                <a:lnTo>
                  <a:pt x="12739" y="12391"/>
                </a:lnTo>
                <a:lnTo>
                  <a:pt x="13389" y="13496"/>
                </a:lnTo>
                <a:lnTo>
                  <a:pt x="14340" y="14411"/>
                </a:lnTo>
                <a:lnTo>
                  <a:pt x="15849" y="15336"/>
                </a:lnTo>
                <a:lnTo>
                  <a:pt x="18182" y="16466"/>
                </a:lnTo>
                <a:lnTo>
                  <a:pt x="21600" y="18000"/>
                </a:lnTo>
                <a:lnTo>
                  <a:pt x="19818" y="18299"/>
                </a:lnTo>
                <a:lnTo>
                  <a:pt x="18036" y="18594"/>
                </a:lnTo>
                <a:lnTo>
                  <a:pt x="16251" y="18893"/>
                </a:lnTo>
                <a:lnTo>
                  <a:pt x="14464" y="19188"/>
                </a:lnTo>
                <a:lnTo>
                  <a:pt x="12674" y="19487"/>
                </a:lnTo>
                <a:lnTo>
                  <a:pt x="10881" y="19786"/>
                </a:lnTo>
                <a:lnTo>
                  <a:pt x="9083" y="20084"/>
                </a:lnTo>
                <a:lnTo>
                  <a:pt x="7279" y="20387"/>
                </a:lnTo>
                <a:lnTo>
                  <a:pt x="5470" y="20689"/>
                </a:lnTo>
                <a:lnTo>
                  <a:pt x="3656" y="20992"/>
                </a:lnTo>
                <a:lnTo>
                  <a:pt x="1831" y="21294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283" y="14695"/>
                </a:lnTo>
                <a:lnTo>
                  <a:pt x="2573" y="14998"/>
                </a:lnTo>
                <a:lnTo>
                  <a:pt x="3883" y="15300"/>
                </a:lnTo>
                <a:lnTo>
                  <a:pt x="5276" y="15005"/>
                </a:lnTo>
                <a:lnTo>
                  <a:pt x="6677" y="14702"/>
                </a:lnTo>
                <a:lnTo>
                  <a:pt x="8100" y="14400"/>
                </a:lnTo>
                <a:lnTo>
                  <a:pt x="8837" y="12074"/>
                </a:lnTo>
                <a:lnTo>
                  <a:pt x="9420" y="9731"/>
                </a:lnTo>
                <a:lnTo>
                  <a:pt x="9882" y="7358"/>
                </a:lnTo>
                <a:lnTo>
                  <a:pt x="10246" y="4950"/>
                </a:lnTo>
                <a:lnTo>
                  <a:pt x="10543" y="2502"/>
                </a:lnTo>
                <a:lnTo>
                  <a:pt x="10800" y="0"/>
                </a:lnTo>
                <a:close/>
              </a:path>
            </a:pathLst>
          </a:custGeom>
          <a:solidFill>
            <a:srgbClr val="9D99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1" name="contour_12529"/>
          <p:cNvSpPr/>
          <p:nvPr/>
        </p:nvSpPr>
        <p:spPr>
          <a:xfrm>
            <a:off x="7888694" y="5087018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57" y="1847"/>
                </a:lnTo>
                <a:lnTo>
                  <a:pt x="20239" y="3191"/>
                </a:lnTo>
                <a:lnTo>
                  <a:pt x="20708" y="4423"/>
                </a:lnTo>
                <a:lnTo>
                  <a:pt x="21112" y="5929"/>
                </a:lnTo>
                <a:lnTo>
                  <a:pt x="21600" y="8100"/>
                </a:lnTo>
                <a:lnTo>
                  <a:pt x="19949" y="9461"/>
                </a:lnTo>
                <a:lnTo>
                  <a:pt x="18687" y="10438"/>
                </a:lnTo>
                <a:lnTo>
                  <a:pt x="17552" y="11181"/>
                </a:lnTo>
                <a:lnTo>
                  <a:pt x="16286" y="11839"/>
                </a:lnTo>
                <a:lnTo>
                  <a:pt x="14636" y="12560"/>
                </a:lnTo>
                <a:lnTo>
                  <a:pt x="12343" y="13500"/>
                </a:lnTo>
                <a:lnTo>
                  <a:pt x="11605" y="13476"/>
                </a:lnTo>
                <a:lnTo>
                  <a:pt x="10306" y="13433"/>
                </a:lnTo>
                <a:lnTo>
                  <a:pt x="7329" y="13333"/>
                </a:lnTo>
                <a:lnTo>
                  <a:pt x="5221" y="13416"/>
                </a:lnTo>
                <a:lnTo>
                  <a:pt x="3086" y="13500"/>
                </a:lnTo>
                <a:lnTo>
                  <a:pt x="2043" y="15509"/>
                </a:lnTo>
                <a:lnTo>
                  <a:pt x="1361" y="16934"/>
                </a:lnTo>
                <a:lnTo>
                  <a:pt x="892" y="18166"/>
                </a:lnTo>
                <a:lnTo>
                  <a:pt x="488" y="19591"/>
                </a:lnTo>
                <a:lnTo>
                  <a:pt x="0" y="21600"/>
                </a:lnTo>
                <a:lnTo>
                  <a:pt x="114" y="19815"/>
                </a:lnTo>
                <a:lnTo>
                  <a:pt x="281" y="18082"/>
                </a:lnTo>
                <a:lnTo>
                  <a:pt x="512" y="16384"/>
                </a:lnTo>
                <a:lnTo>
                  <a:pt x="824" y="14715"/>
                </a:lnTo>
                <a:lnTo>
                  <a:pt x="1225" y="13063"/>
                </a:lnTo>
                <a:lnTo>
                  <a:pt x="1725" y="11418"/>
                </a:lnTo>
                <a:lnTo>
                  <a:pt x="2342" y="9766"/>
                </a:lnTo>
                <a:lnTo>
                  <a:pt x="3086" y="8100"/>
                </a:lnTo>
                <a:lnTo>
                  <a:pt x="4675" y="6971"/>
                </a:lnTo>
                <a:lnTo>
                  <a:pt x="6292" y="5921"/>
                </a:lnTo>
                <a:lnTo>
                  <a:pt x="7936" y="4938"/>
                </a:lnTo>
                <a:lnTo>
                  <a:pt x="9612" y="4015"/>
                </a:lnTo>
                <a:lnTo>
                  <a:pt x="11321" y="3143"/>
                </a:lnTo>
                <a:lnTo>
                  <a:pt x="13062" y="2314"/>
                </a:lnTo>
                <a:lnTo>
                  <a:pt x="14839" y="1520"/>
                </a:lnTo>
                <a:lnTo>
                  <a:pt x="16657" y="751"/>
                </a:lnTo>
                <a:lnTo>
                  <a:pt x="18514" y="0"/>
                </a:lnTo>
                <a:close/>
              </a:path>
            </a:pathLst>
          </a:custGeom>
          <a:solidFill>
            <a:srgbClr val="EC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2" name="contour_12530"/>
          <p:cNvSpPr/>
          <p:nvPr/>
        </p:nvSpPr>
        <p:spPr>
          <a:xfrm>
            <a:off x="710022" y="510159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171" y="18031"/>
                </a:lnTo>
                <a:lnTo>
                  <a:pt x="6171" y="14440"/>
                </a:lnTo>
                <a:lnTo>
                  <a:pt x="6171" y="10800"/>
                </a:lnTo>
                <a:lnTo>
                  <a:pt x="4132" y="10800"/>
                </a:lnTo>
                <a:lnTo>
                  <a:pt x="2080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C4C7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3" name="contour_12531"/>
          <p:cNvSpPr/>
          <p:nvPr/>
        </p:nvSpPr>
        <p:spPr>
          <a:xfrm>
            <a:off x="389350" y="5057866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399" y="760"/>
                </a:lnTo>
                <a:lnTo>
                  <a:pt x="9649" y="2102"/>
                </a:lnTo>
                <a:lnTo>
                  <a:pt x="10220" y="5177"/>
                </a:lnTo>
                <a:lnTo>
                  <a:pt x="10920" y="7034"/>
                </a:lnTo>
                <a:lnTo>
                  <a:pt x="11627" y="8903"/>
                </a:lnTo>
                <a:lnTo>
                  <a:pt x="12343" y="10800"/>
                </a:lnTo>
                <a:lnTo>
                  <a:pt x="14176" y="11513"/>
                </a:lnTo>
                <a:lnTo>
                  <a:pt x="16015" y="12229"/>
                </a:lnTo>
                <a:lnTo>
                  <a:pt x="17860" y="12946"/>
                </a:lnTo>
                <a:lnTo>
                  <a:pt x="19721" y="13669"/>
                </a:lnTo>
                <a:lnTo>
                  <a:pt x="21600" y="14400"/>
                </a:lnTo>
                <a:lnTo>
                  <a:pt x="19656" y="15048"/>
                </a:lnTo>
                <a:lnTo>
                  <a:pt x="17712" y="15696"/>
                </a:lnTo>
                <a:lnTo>
                  <a:pt x="15765" y="16344"/>
                </a:lnTo>
                <a:lnTo>
                  <a:pt x="13815" y="16996"/>
                </a:lnTo>
                <a:lnTo>
                  <a:pt x="11858" y="17647"/>
                </a:lnTo>
                <a:lnTo>
                  <a:pt x="9902" y="18299"/>
                </a:lnTo>
                <a:lnTo>
                  <a:pt x="7936" y="18954"/>
                </a:lnTo>
                <a:lnTo>
                  <a:pt x="5965" y="19613"/>
                </a:lnTo>
                <a:lnTo>
                  <a:pt x="3987" y="20272"/>
                </a:lnTo>
                <a:lnTo>
                  <a:pt x="1996" y="20934"/>
                </a:lnTo>
                <a:lnTo>
                  <a:pt x="0" y="21600"/>
                </a:lnTo>
                <a:lnTo>
                  <a:pt x="599" y="17064"/>
                </a:lnTo>
                <a:lnTo>
                  <a:pt x="1065" y="13604"/>
                </a:lnTo>
                <a:lnTo>
                  <a:pt x="1435" y="11009"/>
                </a:lnTo>
                <a:lnTo>
                  <a:pt x="1743" y="9065"/>
                </a:lnTo>
                <a:lnTo>
                  <a:pt x="2024" y="7564"/>
                </a:lnTo>
                <a:lnTo>
                  <a:pt x="2320" y="6293"/>
                </a:lnTo>
                <a:lnTo>
                  <a:pt x="2660" y="5044"/>
                </a:lnTo>
                <a:lnTo>
                  <a:pt x="3086" y="3600"/>
                </a:lnTo>
                <a:lnTo>
                  <a:pt x="4987" y="2207"/>
                </a:lnTo>
                <a:lnTo>
                  <a:pt x="6261" y="1368"/>
                </a:lnTo>
                <a:lnTo>
                  <a:pt x="7492" y="745"/>
                </a:lnTo>
                <a:lnTo>
                  <a:pt x="9257" y="0"/>
                </a:lnTo>
                <a:close/>
              </a:path>
            </a:pathLst>
          </a:custGeom>
          <a:solidFill>
            <a:srgbClr val="6363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4" name="contour_12532"/>
          <p:cNvSpPr/>
          <p:nvPr/>
        </p:nvSpPr>
        <p:spPr>
          <a:xfrm>
            <a:off x="4179106" y="5043290"/>
            <a:ext cx="390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60" y="0"/>
                </a:moveTo>
                <a:lnTo>
                  <a:pt x="11179" y="553"/>
                </a:lnTo>
                <a:lnTo>
                  <a:pt x="13367" y="1054"/>
                </a:lnTo>
                <a:lnTo>
                  <a:pt x="15205" y="1711"/>
                </a:lnTo>
                <a:lnTo>
                  <a:pt x="17272" y="2730"/>
                </a:lnTo>
                <a:lnTo>
                  <a:pt x="20149" y="4320"/>
                </a:lnTo>
                <a:lnTo>
                  <a:pt x="21116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116" y="14066"/>
                </a:lnTo>
                <a:lnTo>
                  <a:pt x="20149" y="17280"/>
                </a:lnTo>
                <a:lnTo>
                  <a:pt x="17679" y="18187"/>
                </a:lnTo>
                <a:lnTo>
                  <a:pt x="15205" y="18952"/>
                </a:lnTo>
                <a:lnTo>
                  <a:pt x="12718" y="19596"/>
                </a:lnTo>
                <a:lnTo>
                  <a:pt x="10216" y="20131"/>
                </a:lnTo>
                <a:lnTo>
                  <a:pt x="7697" y="20585"/>
                </a:lnTo>
                <a:lnTo>
                  <a:pt x="5158" y="20965"/>
                </a:lnTo>
                <a:lnTo>
                  <a:pt x="2591" y="21298"/>
                </a:lnTo>
                <a:lnTo>
                  <a:pt x="0" y="21600"/>
                </a:lnTo>
                <a:lnTo>
                  <a:pt x="1173" y="16066"/>
                </a:lnTo>
                <a:lnTo>
                  <a:pt x="2108" y="11845"/>
                </a:lnTo>
                <a:lnTo>
                  <a:pt x="2906" y="8692"/>
                </a:lnTo>
                <a:lnTo>
                  <a:pt x="3651" y="6346"/>
                </a:lnTo>
                <a:lnTo>
                  <a:pt x="4449" y="4558"/>
                </a:lnTo>
                <a:lnTo>
                  <a:pt x="5384" y="3072"/>
                </a:lnTo>
                <a:lnTo>
                  <a:pt x="6557" y="1637"/>
                </a:lnTo>
                <a:lnTo>
                  <a:pt x="8060" y="0"/>
                </a:lnTo>
                <a:close/>
              </a:path>
            </a:pathLst>
          </a:custGeom>
          <a:solidFill>
            <a:srgbClr val="A0A1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5" name="contour_12533"/>
          <p:cNvSpPr/>
          <p:nvPr/>
        </p:nvSpPr>
        <p:spPr>
          <a:xfrm>
            <a:off x="418502" y="5049842"/>
            <a:ext cx="43728" cy="29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2"/>
                </a:moveTo>
                <a:lnTo>
                  <a:pt x="21600" y="3661"/>
                </a:lnTo>
                <a:lnTo>
                  <a:pt x="21600" y="6800"/>
                </a:lnTo>
                <a:lnTo>
                  <a:pt x="21600" y="9949"/>
                </a:lnTo>
                <a:lnTo>
                  <a:pt x="21600" y="13125"/>
                </a:lnTo>
                <a:lnTo>
                  <a:pt x="21600" y="16333"/>
                </a:lnTo>
                <a:lnTo>
                  <a:pt x="19224" y="16912"/>
                </a:lnTo>
                <a:lnTo>
                  <a:pt x="16844" y="17492"/>
                </a:lnTo>
                <a:lnTo>
                  <a:pt x="14465" y="18071"/>
                </a:lnTo>
                <a:lnTo>
                  <a:pt x="12078" y="18656"/>
                </a:lnTo>
                <a:lnTo>
                  <a:pt x="9684" y="19240"/>
                </a:lnTo>
                <a:lnTo>
                  <a:pt x="7279" y="19825"/>
                </a:lnTo>
                <a:lnTo>
                  <a:pt x="4867" y="20415"/>
                </a:lnTo>
                <a:lnTo>
                  <a:pt x="2441" y="21005"/>
                </a:lnTo>
                <a:lnTo>
                  <a:pt x="0" y="21600"/>
                </a:lnTo>
                <a:lnTo>
                  <a:pt x="0" y="18471"/>
                </a:lnTo>
                <a:lnTo>
                  <a:pt x="0" y="15332"/>
                </a:lnTo>
                <a:lnTo>
                  <a:pt x="0" y="12183"/>
                </a:lnTo>
                <a:lnTo>
                  <a:pt x="0" y="9007"/>
                </a:lnTo>
                <a:lnTo>
                  <a:pt x="0" y="5799"/>
                </a:lnTo>
                <a:lnTo>
                  <a:pt x="2030" y="3550"/>
                </a:lnTo>
                <a:lnTo>
                  <a:pt x="4219" y="1949"/>
                </a:lnTo>
                <a:lnTo>
                  <a:pt x="6541" y="885"/>
                </a:lnTo>
                <a:lnTo>
                  <a:pt x="8968" y="274"/>
                </a:lnTo>
                <a:lnTo>
                  <a:pt x="11462" y="11"/>
                </a:lnTo>
                <a:lnTo>
                  <a:pt x="14004" y="0"/>
                </a:lnTo>
                <a:lnTo>
                  <a:pt x="16560" y="153"/>
                </a:lnTo>
                <a:lnTo>
                  <a:pt x="19102" y="358"/>
                </a:lnTo>
                <a:lnTo>
                  <a:pt x="21600" y="532"/>
                </a:lnTo>
                <a:close/>
              </a:path>
            </a:pathLst>
          </a:custGeom>
          <a:solidFill>
            <a:srgbClr val="26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6" name="contour_12534"/>
          <p:cNvSpPr/>
          <p:nvPr/>
        </p:nvSpPr>
        <p:spPr>
          <a:xfrm>
            <a:off x="9221908" y="5014138"/>
            <a:ext cx="2964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6" y="0"/>
                </a:moveTo>
                <a:lnTo>
                  <a:pt x="3861" y="324"/>
                </a:lnTo>
                <a:lnTo>
                  <a:pt x="7372" y="648"/>
                </a:lnTo>
                <a:lnTo>
                  <a:pt x="10898" y="974"/>
                </a:lnTo>
                <a:lnTo>
                  <a:pt x="14441" y="1302"/>
                </a:lnTo>
                <a:lnTo>
                  <a:pt x="18004" y="1632"/>
                </a:lnTo>
                <a:lnTo>
                  <a:pt x="21600" y="1964"/>
                </a:lnTo>
                <a:lnTo>
                  <a:pt x="20548" y="3260"/>
                </a:lnTo>
                <a:lnTo>
                  <a:pt x="19497" y="4556"/>
                </a:lnTo>
                <a:lnTo>
                  <a:pt x="18445" y="5854"/>
                </a:lnTo>
                <a:lnTo>
                  <a:pt x="17388" y="7152"/>
                </a:lnTo>
                <a:lnTo>
                  <a:pt x="16337" y="8451"/>
                </a:lnTo>
                <a:lnTo>
                  <a:pt x="15280" y="9751"/>
                </a:lnTo>
                <a:lnTo>
                  <a:pt x="14223" y="11055"/>
                </a:lnTo>
                <a:lnTo>
                  <a:pt x="13161" y="12361"/>
                </a:lnTo>
                <a:lnTo>
                  <a:pt x="12104" y="13671"/>
                </a:lnTo>
                <a:lnTo>
                  <a:pt x="11036" y="14983"/>
                </a:lnTo>
                <a:lnTo>
                  <a:pt x="9969" y="16296"/>
                </a:lnTo>
                <a:lnTo>
                  <a:pt x="8901" y="17616"/>
                </a:lnTo>
                <a:lnTo>
                  <a:pt x="7823" y="18939"/>
                </a:lnTo>
                <a:lnTo>
                  <a:pt x="6750" y="20267"/>
                </a:lnTo>
                <a:lnTo>
                  <a:pt x="5667" y="21600"/>
                </a:lnTo>
                <a:lnTo>
                  <a:pt x="4637" y="20053"/>
                </a:lnTo>
                <a:lnTo>
                  <a:pt x="3702" y="18600"/>
                </a:lnTo>
                <a:lnTo>
                  <a:pt x="2873" y="17219"/>
                </a:lnTo>
                <a:lnTo>
                  <a:pt x="2140" y="15890"/>
                </a:lnTo>
                <a:lnTo>
                  <a:pt x="1519" y="14594"/>
                </a:lnTo>
                <a:lnTo>
                  <a:pt x="998" y="13311"/>
                </a:lnTo>
                <a:lnTo>
                  <a:pt x="584" y="12019"/>
                </a:lnTo>
                <a:lnTo>
                  <a:pt x="281" y="10702"/>
                </a:lnTo>
                <a:lnTo>
                  <a:pt x="85" y="9335"/>
                </a:lnTo>
                <a:lnTo>
                  <a:pt x="0" y="7902"/>
                </a:lnTo>
                <a:lnTo>
                  <a:pt x="27" y="6382"/>
                </a:lnTo>
                <a:lnTo>
                  <a:pt x="74" y="5176"/>
                </a:lnTo>
                <a:lnTo>
                  <a:pt x="122" y="3961"/>
                </a:lnTo>
                <a:lnTo>
                  <a:pt x="170" y="2731"/>
                </a:lnTo>
                <a:lnTo>
                  <a:pt x="260" y="1377"/>
                </a:lnTo>
                <a:lnTo>
                  <a:pt x="356" y="0"/>
                </a:lnTo>
                <a:close/>
              </a:path>
            </a:pathLst>
          </a:custGeom>
          <a:solidFill>
            <a:srgbClr val="D3E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7" name="contour_12535"/>
          <p:cNvSpPr/>
          <p:nvPr/>
        </p:nvSpPr>
        <p:spPr>
          <a:xfrm>
            <a:off x="9492052" y="5044442"/>
            <a:ext cx="80168" cy="42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91" y="802"/>
                </a:moveTo>
                <a:lnTo>
                  <a:pt x="15091" y="1117"/>
                </a:lnTo>
                <a:lnTo>
                  <a:pt x="16208" y="1438"/>
                </a:lnTo>
                <a:lnTo>
                  <a:pt x="17557" y="1838"/>
                </a:lnTo>
                <a:lnTo>
                  <a:pt x="18906" y="2255"/>
                </a:lnTo>
                <a:lnTo>
                  <a:pt x="20253" y="2681"/>
                </a:lnTo>
                <a:lnTo>
                  <a:pt x="21600" y="3113"/>
                </a:lnTo>
                <a:lnTo>
                  <a:pt x="21600" y="4947"/>
                </a:lnTo>
                <a:lnTo>
                  <a:pt x="21600" y="6811"/>
                </a:lnTo>
                <a:lnTo>
                  <a:pt x="20245" y="7018"/>
                </a:lnTo>
                <a:lnTo>
                  <a:pt x="18869" y="7228"/>
                </a:lnTo>
                <a:lnTo>
                  <a:pt x="17331" y="7557"/>
                </a:lnTo>
                <a:lnTo>
                  <a:pt x="15854" y="7912"/>
                </a:lnTo>
                <a:lnTo>
                  <a:pt x="14437" y="8315"/>
                </a:lnTo>
                <a:lnTo>
                  <a:pt x="13072" y="8774"/>
                </a:lnTo>
                <a:lnTo>
                  <a:pt x="11752" y="9306"/>
                </a:lnTo>
                <a:lnTo>
                  <a:pt x="10474" y="9920"/>
                </a:lnTo>
                <a:lnTo>
                  <a:pt x="9235" y="10637"/>
                </a:lnTo>
                <a:lnTo>
                  <a:pt x="8025" y="11466"/>
                </a:lnTo>
                <a:lnTo>
                  <a:pt x="6841" y="12419"/>
                </a:lnTo>
                <a:lnTo>
                  <a:pt x="5679" y="13518"/>
                </a:lnTo>
                <a:lnTo>
                  <a:pt x="4532" y="14767"/>
                </a:lnTo>
                <a:lnTo>
                  <a:pt x="3397" y="16187"/>
                </a:lnTo>
                <a:lnTo>
                  <a:pt x="2266" y="17792"/>
                </a:lnTo>
                <a:lnTo>
                  <a:pt x="1135" y="19589"/>
                </a:lnTo>
                <a:lnTo>
                  <a:pt x="0" y="21600"/>
                </a:lnTo>
                <a:lnTo>
                  <a:pt x="432" y="17810"/>
                </a:lnTo>
                <a:lnTo>
                  <a:pt x="897" y="14386"/>
                </a:lnTo>
                <a:lnTo>
                  <a:pt x="1416" y="11329"/>
                </a:lnTo>
                <a:lnTo>
                  <a:pt x="2009" y="8637"/>
                </a:lnTo>
                <a:lnTo>
                  <a:pt x="2696" y="6308"/>
                </a:lnTo>
                <a:lnTo>
                  <a:pt x="3497" y="4344"/>
                </a:lnTo>
                <a:lnTo>
                  <a:pt x="4432" y="2747"/>
                </a:lnTo>
                <a:lnTo>
                  <a:pt x="5522" y="1516"/>
                </a:lnTo>
                <a:lnTo>
                  <a:pt x="6786" y="647"/>
                </a:lnTo>
                <a:lnTo>
                  <a:pt x="8243" y="140"/>
                </a:lnTo>
                <a:lnTo>
                  <a:pt x="9918" y="0"/>
                </a:lnTo>
                <a:lnTo>
                  <a:pt x="11827" y="218"/>
                </a:lnTo>
                <a:lnTo>
                  <a:pt x="13991" y="802"/>
                </a:lnTo>
                <a:close/>
              </a:path>
            </a:pathLst>
          </a:custGeom>
          <a:solidFill>
            <a:srgbClr val="A6C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8" name="contour_12536"/>
          <p:cNvSpPr/>
          <p:nvPr/>
        </p:nvSpPr>
        <p:spPr>
          <a:xfrm>
            <a:off x="3391660" y="5036002"/>
            <a:ext cx="2220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22" y="0"/>
                </a:moveTo>
                <a:lnTo>
                  <a:pt x="12108" y="0"/>
                </a:lnTo>
                <a:lnTo>
                  <a:pt x="16822" y="0"/>
                </a:lnTo>
                <a:lnTo>
                  <a:pt x="21600" y="0"/>
                </a:ln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15326" y="19298"/>
                </a:lnTo>
                <a:lnTo>
                  <a:pt x="10435" y="17462"/>
                </a:lnTo>
                <a:lnTo>
                  <a:pt x="6749" y="15984"/>
                </a:lnTo>
                <a:lnTo>
                  <a:pt x="4090" y="14758"/>
                </a:lnTo>
                <a:lnTo>
                  <a:pt x="2283" y="13678"/>
                </a:lnTo>
                <a:lnTo>
                  <a:pt x="1148" y="12638"/>
                </a:lnTo>
                <a:lnTo>
                  <a:pt x="510" y="11530"/>
                </a:lnTo>
                <a:lnTo>
                  <a:pt x="184" y="10250"/>
                </a:lnTo>
                <a:lnTo>
                  <a:pt x="0" y="8690"/>
                </a:lnTo>
                <a:lnTo>
                  <a:pt x="1290" y="6173"/>
                </a:lnTo>
                <a:lnTo>
                  <a:pt x="2276" y="4406"/>
                </a:lnTo>
                <a:lnTo>
                  <a:pt x="3183" y="3146"/>
                </a:lnTo>
                <a:lnTo>
                  <a:pt x="4204" y="2153"/>
                </a:lnTo>
                <a:lnTo>
                  <a:pt x="5551" y="1183"/>
                </a:lnTo>
                <a:lnTo>
                  <a:pt x="7422" y="0"/>
                </a:lnTo>
                <a:close/>
              </a:path>
            </a:pathLst>
          </a:custGeom>
          <a:solidFill>
            <a:srgbClr val="A7C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39" name="contour_12537"/>
          <p:cNvSpPr/>
          <p:nvPr/>
        </p:nvSpPr>
        <p:spPr>
          <a:xfrm>
            <a:off x="1919828" y="5050578"/>
            <a:ext cx="8016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0"/>
                </a:lnTo>
                <a:lnTo>
                  <a:pt x="2673" y="0"/>
                </a:lnTo>
                <a:lnTo>
                  <a:pt x="4012" y="0"/>
                </a:lnTo>
                <a:lnTo>
                  <a:pt x="5349" y="0"/>
                </a:lnTo>
                <a:lnTo>
                  <a:pt x="6688" y="0"/>
                </a:lnTo>
                <a:lnTo>
                  <a:pt x="8031" y="0"/>
                </a:lnTo>
                <a:lnTo>
                  <a:pt x="9374" y="0"/>
                </a:lnTo>
                <a:lnTo>
                  <a:pt x="10719" y="0"/>
                </a:lnTo>
                <a:lnTo>
                  <a:pt x="12067" y="0"/>
                </a:lnTo>
                <a:lnTo>
                  <a:pt x="13418" y="0"/>
                </a:lnTo>
                <a:lnTo>
                  <a:pt x="14772" y="0"/>
                </a:lnTo>
                <a:lnTo>
                  <a:pt x="16129" y="0"/>
                </a:lnTo>
                <a:lnTo>
                  <a:pt x="17490" y="0"/>
                </a:lnTo>
                <a:lnTo>
                  <a:pt x="18855" y="0"/>
                </a:lnTo>
                <a:lnTo>
                  <a:pt x="20225" y="0"/>
                </a:lnTo>
                <a:lnTo>
                  <a:pt x="21600" y="0"/>
                </a:lnTo>
                <a:lnTo>
                  <a:pt x="21600" y="3376"/>
                </a:lnTo>
                <a:lnTo>
                  <a:pt x="21600" y="6807"/>
                </a:lnTo>
                <a:lnTo>
                  <a:pt x="20414" y="8455"/>
                </a:lnTo>
                <a:lnTo>
                  <a:pt x="19206" y="9878"/>
                </a:lnTo>
                <a:lnTo>
                  <a:pt x="17981" y="11130"/>
                </a:lnTo>
                <a:lnTo>
                  <a:pt x="16744" y="12260"/>
                </a:lnTo>
                <a:lnTo>
                  <a:pt x="15501" y="13302"/>
                </a:lnTo>
                <a:lnTo>
                  <a:pt x="14254" y="14302"/>
                </a:lnTo>
                <a:lnTo>
                  <a:pt x="13009" y="15317"/>
                </a:lnTo>
                <a:lnTo>
                  <a:pt x="11792" y="16501"/>
                </a:lnTo>
                <a:lnTo>
                  <a:pt x="10555" y="17713"/>
                </a:lnTo>
                <a:lnTo>
                  <a:pt x="9374" y="18686"/>
                </a:lnTo>
                <a:lnTo>
                  <a:pt x="8177" y="19680"/>
                </a:lnTo>
                <a:lnTo>
                  <a:pt x="7095" y="20633"/>
                </a:lnTo>
                <a:lnTo>
                  <a:pt x="5995" y="21600"/>
                </a:lnTo>
                <a:lnTo>
                  <a:pt x="4970" y="21015"/>
                </a:lnTo>
                <a:lnTo>
                  <a:pt x="3927" y="20422"/>
                </a:lnTo>
                <a:lnTo>
                  <a:pt x="3279" y="17053"/>
                </a:lnTo>
                <a:lnTo>
                  <a:pt x="2629" y="13676"/>
                </a:lnTo>
                <a:lnTo>
                  <a:pt x="1977" y="10286"/>
                </a:lnTo>
                <a:lnTo>
                  <a:pt x="1323" y="6882"/>
                </a:lnTo>
                <a:lnTo>
                  <a:pt x="664" y="3458"/>
                </a:lnTo>
                <a:lnTo>
                  <a:pt x="0" y="0"/>
                </a:lnTo>
                <a:close/>
              </a:path>
            </a:pathLst>
          </a:custGeom>
          <a:solidFill>
            <a:srgbClr val="E6E1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0" name="contour_12538"/>
          <p:cNvSpPr/>
          <p:nvPr/>
        </p:nvSpPr>
        <p:spPr>
          <a:xfrm>
            <a:off x="5184849" y="5027789"/>
            <a:ext cx="65592" cy="30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65"/>
                </a:moveTo>
                <a:lnTo>
                  <a:pt x="20484" y="1476"/>
                </a:lnTo>
                <a:lnTo>
                  <a:pt x="19349" y="2298"/>
                </a:lnTo>
                <a:lnTo>
                  <a:pt x="18264" y="3889"/>
                </a:lnTo>
                <a:lnTo>
                  <a:pt x="17467" y="5412"/>
                </a:lnTo>
                <a:lnTo>
                  <a:pt x="16819" y="7411"/>
                </a:lnTo>
                <a:lnTo>
                  <a:pt x="16183" y="10415"/>
                </a:lnTo>
                <a:lnTo>
                  <a:pt x="15422" y="14969"/>
                </a:lnTo>
                <a:lnTo>
                  <a:pt x="14400" y="21600"/>
                </a:lnTo>
                <a:lnTo>
                  <a:pt x="12816" y="20449"/>
                </a:lnTo>
                <a:lnTo>
                  <a:pt x="11230" y="19297"/>
                </a:lnTo>
                <a:lnTo>
                  <a:pt x="9643" y="18140"/>
                </a:lnTo>
                <a:lnTo>
                  <a:pt x="8052" y="16984"/>
                </a:lnTo>
                <a:lnTo>
                  <a:pt x="6456" y="15827"/>
                </a:lnTo>
                <a:lnTo>
                  <a:pt x="4853" y="14660"/>
                </a:lnTo>
                <a:lnTo>
                  <a:pt x="3245" y="13493"/>
                </a:lnTo>
                <a:lnTo>
                  <a:pt x="1627" y="12315"/>
                </a:lnTo>
                <a:lnTo>
                  <a:pt x="0" y="11132"/>
                </a:lnTo>
                <a:lnTo>
                  <a:pt x="1534" y="8395"/>
                </a:lnTo>
                <a:lnTo>
                  <a:pt x="3062" y="6129"/>
                </a:lnTo>
                <a:lnTo>
                  <a:pt x="4594" y="4287"/>
                </a:lnTo>
                <a:lnTo>
                  <a:pt x="6132" y="2837"/>
                </a:lnTo>
                <a:lnTo>
                  <a:pt x="7687" y="1732"/>
                </a:lnTo>
                <a:lnTo>
                  <a:pt x="9266" y="937"/>
                </a:lnTo>
                <a:lnTo>
                  <a:pt x="10877" y="408"/>
                </a:lnTo>
                <a:lnTo>
                  <a:pt x="12526" y="110"/>
                </a:lnTo>
                <a:lnTo>
                  <a:pt x="14220" y="0"/>
                </a:lnTo>
                <a:lnTo>
                  <a:pt x="15967" y="42"/>
                </a:lnTo>
                <a:lnTo>
                  <a:pt x="17774" y="194"/>
                </a:lnTo>
                <a:lnTo>
                  <a:pt x="19651" y="413"/>
                </a:lnTo>
                <a:lnTo>
                  <a:pt x="21600" y="665"/>
                </a:lnTo>
                <a:close/>
              </a:path>
            </a:pathLst>
          </a:custGeom>
          <a:solidFill>
            <a:srgbClr val="AD94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1" name="contour_12539"/>
          <p:cNvSpPr/>
          <p:nvPr/>
        </p:nvSpPr>
        <p:spPr>
          <a:xfrm>
            <a:off x="9353580" y="502871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783" y="20677"/>
                </a:lnTo>
                <a:lnTo>
                  <a:pt x="17968" y="19742"/>
                </a:lnTo>
                <a:lnTo>
                  <a:pt x="16154" y="18797"/>
                </a:lnTo>
                <a:lnTo>
                  <a:pt x="14342" y="17842"/>
                </a:lnTo>
                <a:lnTo>
                  <a:pt x="12534" y="16875"/>
                </a:lnTo>
                <a:lnTo>
                  <a:pt x="11784" y="16486"/>
                </a:lnTo>
                <a:lnTo>
                  <a:pt x="10464" y="15795"/>
                </a:lnTo>
                <a:lnTo>
                  <a:pt x="7437" y="14218"/>
                </a:lnTo>
                <a:lnTo>
                  <a:pt x="5289" y="12463"/>
                </a:lnTo>
                <a:lnTo>
                  <a:pt x="3829" y="10849"/>
                </a:lnTo>
                <a:lnTo>
                  <a:pt x="2697" y="8689"/>
                </a:lnTo>
                <a:lnTo>
                  <a:pt x="1540" y="5297"/>
                </a:lnTo>
                <a:lnTo>
                  <a:pt x="0" y="0"/>
                </a:lnTo>
                <a:close/>
              </a:path>
            </a:pathLst>
          </a:custGeom>
          <a:solidFill>
            <a:srgbClr val="B4D2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2" name="contour_12540"/>
          <p:cNvSpPr/>
          <p:nvPr/>
        </p:nvSpPr>
        <p:spPr>
          <a:xfrm>
            <a:off x="4775315" y="5020931"/>
            <a:ext cx="52423" cy="36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0"/>
                </a:moveTo>
                <a:lnTo>
                  <a:pt x="21600" y="3107"/>
                </a:lnTo>
                <a:lnTo>
                  <a:pt x="21600" y="5941"/>
                </a:lnTo>
                <a:lnTo>
                  <a:pt x="21600" y="8814"/>
                </a:lnTo>
                <a:lnTo>
                  <a:pt x="20744" y="8695"/>
                </a:lnTo>
                <a:lnTo>
                  <a:pt x="19234" y="8490"/>
                </a:lnTo>
                <a:lnTo>
                  <a:pt x="15780" y="8013"/>
                </a:lnTo>
                <a:lnTo>
                  <a:pt x="13324" y="8013"/>
                </a:lnTo>
                <a:lnTo>
                  <a:pt x="11717" y="8217"/>
                </a:lnTo>
                <a:lnTo>
                  <a:pt x="9588" y="8814"/>
                </a:lnTo>
                <a:lnTo>
                  <a:pt x="8663" y="11985"/>
                </a:lnTo>
                <a:lnTo>
                  <a:pt x="8045" y="14235"/>
                </a:lnTo>
                <a:lnTo>
                  <a:pt x="7588" y="16179"/>
                </a:lnTo>
                <a:lnTo>
                  <a:pt x="7150" y="18429"/>
                </a:lnTo>
                <a:lnTo>
                  <a:pt x="6585" y="21600"/>
                </a:lnTo>
                <a:lnTo>
                  <a:pt x="4600" y="21600"/>
                </a:lnTo>
                <a:lnTo>
                  <a:pt x="2604" y="21600"/>
                </a:lnTo>
                <a:lnTo>
                  <a:pt x="580" y="21600"/>
                </a:lnTo>
                <a:lnTo>
                  <a:pt x="258" y="16801"/>
                </a:lnTo>
                <a:lnTo>
                  <a:pt x="66" y="13413"/>
                </a:lnTo>
                <a:lnTo>
                  <a:pt x="0" y="10970"/>
                </a:lnTo>
                <a:lnTo>
                  <a:pt x="66" y="8993"/>
                </a:lnTo>
                <a:lnTo>
                  <a:pt x="258" y="7011"/>
                </a:lnTo>
                <a:lnTo>
                  <a:pt x="580" y="4552"/>
                </a:lnTo>
                <a:lnTo>
                  <a:pt x="2555" y="3073"/>
                </a:lnTo>
                <a:lnTo>
                  <a:pt x="4561" y="1939"/>
                </a:lnTo>
                <a:lnTo>
                  <a:pt x="6600" y="1112"/>
                </a:lnTo>
                <a:lnTo>
                  <a:pt x="8666" y="546"/>
                </a:lnTo>
                <a:lnTo>
                  <a:pt x="10762" y="200"/>
                </a:lnTo>
                <a:lnTo>
                  <a:pt x="12886" y="34"/>
                </a:lnTo>
                <a:lnTo>
                  <a:pt x="15033" y="0"/>
                </a:lnTo>
                <a:lnTo>
                  <a:pt x="17201" y="60"/>
                </a:lnTo>
                <a:lnTo>
                  <a:pt x="19390" y="170"/>
                </a:lnTo>
                <a:lnTo>
                  <a:pt x="21600" y="290"/>
                </a:lnTo>
                <a:close/>
              </a:path>
            </a:pathLst>
          </a:custGeom>
          <a:solidFill>
            <a:srgbClr val="C5C4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3" name="contour_12541"/>
          <p:cNvSpPr/>
          <p:nvPr/>
        </p:nvSpPr>
        <p:spPr>
          <a:xfrm>
            <a:off x="4055210" y="5014138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359"/>
                </a:lnTo>
                <a:lnTo>
                  <a:pt x="3564" y="713"/>
                </a:lnTo>
                <a:lnTo>
                  <a:pt x="5349" y="1071"/>
                </a:lnTo>
                <a:lnTo>
                  <a:pt x="7136" y="1426"/>
                </a:lnTo>
                <a:lnTo>
                  <a:pt x="8926" y="1784"/>
                </a:lnTo>
                <a:lnTo>
                  <a:pt x="10719" y="2143"/>
                </a:lnTo>
                <a:lnTo>
                  <a:pt x="12517" y="2501"/>
                </a:lnTo>
                <a:lnTo>
                  <a:pt x="14321" y="2864"/>
                </a:lnTo>
                <a:lnTo>
                  <a:pt x="16130" y="3227"/>
                </a:lnTo>
                <a:lnTo>
                  <a:pt x="17944" y="3590"/>
                </a:lnTo>
                <a:lnTo>
                  <a:pt x="19769" y="3953"/>
                </a:lnTo>
                <a:lnTo>
                  <a:pt x="21600" y="4320"/>
                </a:lnTo>
                <a:lnTo>
                  <a:pt x="21014" y="4787"/>
                </a:lnTo>
                <a:lnTo>
                  <a:pt x="20258" y="5396"/>
                </a:lnTo>
                <a:lnTo>
                  <a:pt x="18822" y="6545"/>
                </a:lnTo>
                <a:lnTo>
                  <a:pt x="16200" y="8640"/>
                </a:lnTo>
                <a:lnTo>
                  <a:pt x="16038" y="11984"/>
                </a:lnTo>
                <a:lnTo>
                  <a:pt x="15957" y="14329"/>
                </a:lnTo>
                <a:lnTo>
                  <a:pt x="15957" y="16299"/>
                </a:lnTo>
                <a:lnTo>
                  <a:pt x="16038" y="18516"/>
                </a:lnTo>
                <a:lnTo>
                  <a:pt x="16200" y="21600"/>
                </a:lnTo>
                <a:lnTo>
                  <a:pt x="14596" y="21600"/>
                </a:lnTo>
                <a:lnTo>
                  <a:pt x="12987" y="21600"/>
                </a:lnTo>
                <a:lnTo>
                  <a:pt x="11372" y="21600"/>
                </a:lnTo>
                <a:lnTo>
                  <a:pt x="9744" y="21600"/>
                </a:lnTo>
                <a:lnTo>
                  <a:pt x="8100" y="21600"/>
                </a:lnTo>
                <a:lnTo>
                  <a:pt x="8267" y="19548"/>
                </a:lnTo>
                <a:lnTo>
                  <a:pt x="8438" y="17483"/>
                </a:lnTo>
                <a:lnTo>
                  <a:pt x="8608" y="15388"/>
                </a:lnTo>
                <a:lnTo>
                  <a:pt x="8440" y="13159"/>
                </a:lnTo>
                <a:lnTo>
                  <a:pt x="8270" y="10917"/>
                </a:lnTo>
                <a:lnTo>
                  <a:pt x="8100" y="8640"/>
                </a:lnTo>
                <a:lnTo>
                  <a:pt x="6091" y="7309"/>
                </a:lnTo>
                <a:lnTo>
                  <a:pt x="4666" y="6420"/>
                </a:lnTo>
                <a:lnTo>
                  <a:pt x="3434" y="5763"/>
                </a:lnTo>
                <a:lnTo>
                  <a:pt x="2009" y="5132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57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4" name="contour_12542"/>
          <p:cNvSpPr/>
          <p:nvPr/>
        </p:nvSpPr>
        <p:spPr>
          <a:xfrm>
            <a:off x="3953178" y="4999562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10352" y="367"/>
                </a:lnTo>
                <a:lnTo>
                  <a:pt x="11899" y="832"/>
                </a:lnTo>
                <a:lnTo>
                  <a:pt x="13130" y="1652"/>
                </a:lnTo>
                <a:lnTo>
                  <a:pt x="14434" y="3089"/>
                </a:lnTo>
                <a:lnTo>
                  <a:pt x="16200" y="5400"/>
                </a:lnTo>
                <a:lnTo>
                  <a:pt x="16200" y="8969"/>
                </a:lnTo>
                <a:lnTo>
                  <a:pt x="16200" y="12560"/>
                </a:lnTo>
                <a:lnTo>
                  <a:pt x="16200" y="16200"/>
                </a:lnTo>
                <a:lnTo>
                  <a:pt x="17537" y="17539"/>
                </a:lnTo>
                <a:lnTo>
                  <a:pt x="18878" y="18878"/>
                </a:lnTo>
                <a:lnTo>
                  <a:pt x="20231" y="20234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841" y="15822"/>
                </a:lnTo>
                <a:lnTo>
                  <a:pt x="3218" y="11572"/>
                </a:lnTo>
                <a:lnTo>
                  <a:pt x="4274" y="8473"/>
                </a:lnTo>
                <a:lnTo>
                  <a:pt x="5146" y="6145"/>
                </a:lnTo>
                <a:lnTo>
                  <a:pt x="5983" y="4207"/>
                </a:lnTo>
                <a:lnTo>
                  <a:pt x="6920" y="2284"/>
                </a:lnTo>
                <a:lnTo>
                  <a:pt x="8100" y="0"/>
                </a:lnTo>
                <a:close/>
              </a:path>
            </a:pathLst>
          </a:custGeom>
          <a:solidFill>
            <a:srgbClr val="9292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5" name="contour_12543"/>
          <p:cNvSpPr/>
          <p:nvPr/>
        </p:nvSpPr>
        <p:spPr>
          <a:xfrm>
            <a:off x="469518" y="4992274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829" y="248"/>
                </a:lnTo>
                <a:lnTo>
                  <a:pt x="18050" y="497"/>
                </a:lnTo>
                <a:lnTo>
                  <a:pt x="16243" y="748"/>
                </a:lnTo>
                <a:lnTo>
                  <a:pt x="15440" y="1037"/>
                </a:lnTo>
                <a:lnTo>
                  <a:pt x="14029" y="1542"/>
                </a:lnTo>
                <a:lnTo>
                  <a:pt x="10800" y="2700"/>
                </a:lnTo>
                <a:lnTo>
                  <a:pt x="10289" y="4887"/>
                </a:lnTo>
                <a:lnTo>
                  <a:pt x="9997" y="6483"/>
                </a:lnTo>
                <a:lnTo>
                  <a:pt x="9893" y="7943"/>
                </a:lnTo>
                <a:lnTo>
                  <a:pt x="9947" y="9736"/>
                </a:lnTo>
                <a:lnTo>
                  <a:pt x="10123" y="12317"/>
                </a:lnTo>
                <a:lnTo>
                  <a:pt x="10224" y="14051"/>
                </a:lnTo>
                <a:lnTo>
                  <a:pt x="10321" y="15795"/>
                </a:lnTo>
                <a:lnTo>
                  <a:pt x="10422" y="17561"/>
                </a:lnTo>
                <a:lnTo>
                  <a:pt x="10544" y="18895"/>
                </a:lnTo>
                <a:lnTo>
                  <a:pt x="10670" y="20239"/>
                </a:lnTo>
                <a:lnTo>
                  <a:pt x="10800" y="21600"/>
                </a:lnTo>
                <a:lnTo>
                  <a:pt x="8662" y="21065"/>
                </a:lnTo>
                <a:lnTo>
                  <a:pt x="6516" y="20528"/>
                </a:lnTo>
                <a:lnTo>
                  <a:pt x="4363" y="19991"/>
                </a:lnTo>
                <a:lnTo>
                  <a:pt x="2192" y="19448"/>
                </a:lnTo>
                <a:lnTo>
                  <a:pt x="0" y="18900"/>
                </a:lnTo>
                <a:lnTo>
                  <a:pt x="2380" y="18900"/>
                </a:lnTo>
                <a:lnTo>
                  <a:pt x="4774" y="18900"/>
                </a:lnTo>
                <a:lnTo>
                  <a:pt x="7200" y="18900"/>
                </a:lnTo>
                <a:lnTo>
                  <a:pt x="7200" y="17118"/>
                </a:lnTo>
                <a:lnTo>
                  <a:pt x="7200" y="15333"/>
                </a:lnTo>
                <a:lnTo>
                  <a:pt x="7200" y="13540"/>
                </a:lnTo>
                <a:lnTo>
                  <a:pt x="7200" y="11740"/>
                </a:lnTo>
                <a:lnTo>
                  <a:pt x="7200" y="9928"/>
                </a:lnTo>
                <a:lnTo>
                  <a:pt x="7200" y="8100"/>
                </a:lnTo>
                <a:lnTo>
                  <a:pt x="4820" y="8100"/>
                </a:lnTo>
                <a:lnTo>
                  <a:pt x="2426" y="8100"/>
                </a:lnTo>
                <a:lnTo>
                  <a:pt x="0" y="8100"/>
                </a:lnTo>
                <a:lnTo>
                  <a:pt x="0" y="6496"/>
                </a:lnTo>
                <a:lnTo>
                  <a:pt x="0" y="4887"/>
                </a:lnTo>
                <a:lnTo>
                  <a:pt x="0" y="3272"/>
                </a:lnTo>
                <a:lnTo>
                  <a:pt x="0" y="1644"/>
                </a:lnTo>
                <a:lnTo>
                  <a:pt x="0" y="0"/>
                </a:lnTo>
                <a:close/>
              </a:path>
            </a:pathLst>
          </a:custGeom>
          <a:solidFill>
            <a:srgbClr val="9985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6" name="contour_12544"/>
          <p:cNvSpPr/>
          <p:nvPr/>
        </p:nvSpPr>
        <p:spPr>
          <a:xfrm>
            <a:off x="11139138" y="4984833"/>
            <a:ext cx="51016" cy="316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5"/>
                </a:moveTo>
                <a:lnTo>
                  <a:pt x="20875" y="3123"/>
                </a:lnTo>
                <a:lnTo>
                  <a:pt x="20122" y="6073"/>
                </a:lnTo>
                <a:lnTo>
                  <a:pt x="19326" y="8972"/>
                </a:lnTo>
                <a:lnTo>
                  <a:pt x="18474" y="11811"/>
                </a:lnTo>
                <a:lnTo>
                  <a:pt x="17552" y="14596"/>
                </a:lnTo>
                <a:lnTo>
                  <a:pt x="16539" y="17336"/>
                </a:lnTo>
                <a:lnTo>
                  <a:pt x="15429" y="20031"/>
                </a:lnTo>
                <a:lnTo>
                  <a:pt x="13133" y="21077"/>
                </a:lnTo>
                <a:lnTo>
                  <a:pt x="11504" y="21600"/>
                </a:lnTo>
                <a:lnTo>
                  <a:pt x="10096" y="21600"/>
                </a:lnTo>
                <a:lnTo>
                  <a:pt x="8467" y="21077"/>
                </a:lnTo>
                <a:lnTo>
                  <a:pt x="6171" y="20031"/>
                </a:lnTo>
                <a:lnTo>
                  <a:pt x="4616" y="16848"/>
                </a:lnTo>
                <a:lnTo>
                  <a:pt x="3499" y="14496"/>
                </a:lnTo>
                <a:lnTo>
                  <a:pt x="2651" y="12558"/>
                </a:lnTo>
                <a:lnTo>
                  <a:pt x="1898" y="10621"/>
                </a:lnTo>
                <a:lnTo>
                  <a:pt x="1074" y="8269"/>
                </a:lnTo>
                <a:lnTo>
                  <a:pt x="0" y="5086"/>
                </a:lnTo>
                <a:lnTo>
                  <a:pt x="2209" y="4120"/>
                </a:lnTo>
                <a:lnTo>
                  <a:pt x="4363" y="3228"/>
                </a:lnTo>
                <a:lnTo>
                  <a:pt x="6483" y="2421"/>
                </a:lnTo>
                <a:lnTo>
                  <a:pt x="8578" y="1714"/>
                </a:lnTo>
                <a:lnTo>
                  <a:pt x="10670" y="1111"/>
                </a:lnTo>
                <a:lnTo>
                  <a:pt x="12772" y="628"/>
                </a:lnTo>
                <a:lnTo>
                  <a:pt x="14901" y="274"/>
                </a:lnTo>
                <a:lnTo>
                  <a:pt x="17070" y="60"/>
                </a:lnTo>
                <a:lnTo>
                  <a:pt x="19298" y="0"/>
                </a:lnTo>
                <a:lnTo>
                  <a:pt x="21600" y="105"/>
                </a:lnTo>
                <a:close/>
              </a:path>
            </a:pathLst>
          </a:custGeom>
          <a:solidFill>
            <a:srgbClr val="2F2E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7" name="contour_12545"/>
          <p:cNvSpPr/>
          <p:nvPr/>
        </p:nvSpPr>
        <p:spPr>
          <a:xfrm>
            <a:off x="11117274" y="499227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23" y="720"/>
                </a:lnTo>
                <a:lnTo>
                  <a:pt x="2668" y="1447"/>
                </a:lnTo>
                <a:lnTo>
                  <a:pt x="4374" y="2365"/>
                </a:lnTo>
                <a:lnTo>
                  <a:pt x="6080" y="3272"/>
                </a:lnTo>
                <a:lnTo>
                  <a:pt x="7787" y="4176"/>
                </a:lnTo>
                <a:lnTo>
                  <a:pt x="9496" y="5065"/>
                </a:lnTo>
                <a:lnTo>
                  <a:pt x="11208" y="5940"/>
                </a:lnTo>
                <a:lnTo>
                  <a:pt x="12922" y="6800"/>
                </a:lnTo>
                <a:lnTo>
                  <a:pt x="14645" y="7643"/>
                </a:lnTo>
                <a:lnTo>
                  <a:pt x="16370" y="8467"/>
                </a:lnTo>
                <a:lnTo>
                  <a:pt x="18106" y="9270"/>
                </a:lnTo>
                <a:lnTo>
                  <a:pt x="19848" y="10048"/>
                </a:lnTo>
                <a:lnTo>
                  <a:pt x="21600" y="10800"/>
                </a:lnTo>
                <a:lnTo>
                  <a:pt x="21065" y="12938"/>
                </a:lnTo>
                <a:lnTo>
                  <a:pt x="20528" y="15084"/>
                </a:lnTo>
                <a:lnTo>
                  <a:pt x="19991" y="17237"/>
                </a:lnTo>
                <a:lnTo>
                  <a:pt x="19448" y="19408"/>
                </a:lnTo>
                <a:lnTo>
                  <a:pt x="18900" y="21600"/>
                </a:lnTo>
                <a:lnTo>
                  <a:pt x="15822" y="19642"/>
                </a:lnTo>
                <a:lnTo>
                  <a:pt x="13238" y="17986"/>
                </a:lnTo>
                <a:lnTo>
                  <a:pt x="11078" y="16585"/>
                </a:lnTo>
                <a:lnTo>
                  <a:pt x="9280" y="15390"/>
                </a:lnTo>
                <a:lnTo>
                  <a:pt x="7776" y="14350"/>
                </a:lnTo>
                <a:lnTo>
                  <a:pt x="6502" y="13414"/>
                </a:lnTo>
                <a:lnTo>
                  <a:pt x="5392" y="12535"/>
                </a:lnTo>
                <a:lnTo>
                  <a:pt x="4379" y="11657"/>
                </a:lnTo>
                <a:lnTo>
                  <a:pt x="3399" y="10735"/>
                </a:lnTo>
                <a:lnTo>
                  <a:pt x="2387" y="9720"/>
                </a:lnTo>
                <a:lnTo>
                  <a:pt x="1274" y="8557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B8BD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8" name="contour_12546"/>
          <p:cNvSpPr/>
          <p:nvPr/>
        </p:nvSpPr>
        <p:spPr>
          <a:xfrm>
            <a:off x="7553446" y="4985307"/>
            <a:ext cx="58304" cy="288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2151"/>
                </a:moveTo>
                <a:lnTo>
                  <a:pt x="14486" y="2397"/>
                </a:lnTo>
                <a:lnTo>
                  <a:pt x="15628" y="2834"/>
                </a:lnTo>
                <a:lnTo>
                  <a:pt x="18247" y="3833"/>
                </a:lnTo>
                <a:lnTo>
                  <a:pt x="19910" y="4521"/>
                </a:lnTo>
                <a:lnTo>
                  <a:pt x="21600" y="5220"/>
                </a:lnTo>
                <a:lnTo>
                  <a:pt x="21600" y="8823"/>
                </a:lnTo>
                <a:lnTo>
                  <a:pt x="21600" y="12460"/>
                </a:lnTo>
                <a:lnTo>
                  <a:pt x="21600" y="16140"/>
                </a:lnTo>
                <a:lnTo>
                  <a:pt x="19818" y="16588"/>
                </a:lnTo>
                <a:lnTo>
                  <a:pt x="18036" y="17041"/>
                </a:lnTo>
                <a:lnTo>
                  <a:pt x="16251" y="17494"/>
                </a:lnTo>
                <a:lnTo>
                  <a:pt x="14464" y="17942"/>
                </a:lnTo>
                <a:lnTo>
                  <a:pt x="12674" y="18395"/>
                </a:lnTo>
                <a:lnTo>
                  <a:pt x="10881" y="18848"/>
                </a:lnTo>
                <a:lnTo>
                  <a:pt x="9083" y="19301"/>
                </a:lnTo>
                <a:lnTo>
                  <a:pt x="7279" y="19760"/>
                </a:lnTo>
                <a:lnTo>
                  <a:pt x="5470" y="20213"/>
                </a:lnTo>
                <a:lnTo>
                  <a:pt x="3656" y="20672"/>
                </a:lnTo>
                <a:lnTo>
                  <a:pt x="1831" y="21136"/>
                </a:lnTo>
                <a:lnTo>
                  <a:pt x="0" y="21600"/>
                </a:lnTo>
                <a:lnTo>
                  <a:pt x="0" y="18351"/>
                </a:lnTo>
                <a:lnTo>
                  <a:pt x="0" y="15103"/>
                </a:lnTo>
                <a:lnTo>
                  <a:pt x="0" y="11832"/>
                </a:lnTo>
                <a:lnTo>
                  <a:pt x="0" y="8540"/>
                </a:lnTo>
                <a:lnTo>
                  <a:pt x="0" y="5220"/>
                </a:lnTo>
                <a:lnTo>
                  <a:pt x="1612" y="2785"/>
                </a:lnTo>
                <a:lnTo>
                  <a:pt x="3229" y="1185"/>
                </a:lnTo>
                <a:lnTo>
                  <a:pt x="4868" y="300"/>
                </a:lnTo>
                <a:lnTo>
                  <a:pt x="6539" y="0"/>
                </a:lnTo>
                <a:lnTo>
                  <a:pt x="8259" y="158"/>
                </a:lnTo>
                <a:lnTo>
                  <a:pt x="10039" y="655"/>
                </a:lnTo>
                <a:lnTo>
                  <a:pt x="11893" y="1360"/>
                </a:lnTo>
                <a:lnTo>
                  <a:pt x="13838" y="2151"/>
                </a:lnTo>
                <a:close/>
              </a:path>
            </a:pathLst>
          </a:custGeom>
          <a:solidFill>
            <a:srgbClr val="EB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49" name="contour_12547"/>
          <p:cNvSpPr/>
          <p:nvPr/>
        </p:nvSpPr>
        <p:spPr>
          <a:xfrm>
            <a:off x="2306092" y="4977698"/>
            <a:ext cx="51016" cy="38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494" y="399"/>
                </a:lnTo>
                <a:lnTo>
                  <a:pt x="13145" y="864"/>
                </a:lnTo>
                <a:lnTo>
                  <a:pt x="15620" y="1802"/>
                </a:lnTo>
                <a:lnTo>
                  <a:pt x="17302" y="2432"/>
                </a:lnTo>
                <a:lnTo>
                  <a:pt x="19008" y="3069"/>
                </a:lnTo>
                <a:lnTo>
                  <a:pt x="20295" y="3588"/>
                </a:lnTo>
                <a:lnTo>
                  <a:pt x="21600" y="4114"/>
                </a:lnTo>
                <a:lnTo>
                  <a:pt x="18949" y="8126"/>
                </a:lnTo>
                <a:lnTo>
                  <a:pt x="16743" y="11417"/>
                </a:lnTo>
                <a:lnTo>
                  <a:pt x="14907" y="14067"/>
                </a:lnTo>
                <a:lnTo>
                  <a:pt x="13358" y="16153"/>
                </a:lnTo>
                <a:lnTo>
                  <a:pt x="12019" y="17757"/>
                </a:lnTo>
                <a:lnTo>
                  <a:pt x="10803" y="18950"/>
                </a:lnTo>
                <a:lnTo>
                  <a:pt x="9640" y="19819"/>
                </a:lnTo>
                <a:lnTo>
                  <a:pt x="8443" y="20440"/>
                </a:lnTo>
                <a:lnTo>
                  <a:pt x="7131" y="20892"/>
                </a:lnTo>
                <a:lnTo>
                  <a:pt x="5631" y="21250"/>
                </a:lnTo>
                <a:lnTo>
                  <a:pt x="3857" y="21600"/>
                </a:lnTo>
                <a:lnTo>
                  <a:pt x="1944" y="21090"/>
                </a:lnTo>
                <a:lnTo>
                  <a:pt x="0" y="20571"/>
                </a:lnTo>
                <a:lnTo>
                  <a:pt x="719" y="18576"/>
                </a:lnTo>
                <a:lnTo>
                  <a:pt x="1441" y="16581"/>
                </a:lnTo>
                <a:lnTo>
                  <a:pt x="2166" y="14589"/>
                </a:lnTo>
                <a:lnTo>
                  <a:pt x="2894" y="12598"/>
                </a:lnTo>
                <a:lnTo>
                  <a:pt x="3703" y="10376"/>
                </a:lnTo>
                <a:lnTo>
                  <a:pt x="4521" y="8117"/>
                </a:lnTo>
                <a:lnTo>
                  <a:pt x="5523" y="5739"/>
                </a:lnTo>
                <a:lnTo>
                  <a:pt x="6350" y="4102"/>
                </a:lnTo>
                <a:lnTo>
                  <a:pt x="7449" y="2440"/>
                </a:lnTo>
                <a:lnTo>
                  <a:pt x="9257" y="0"/>
                </a:lnTo>
                <a:close/>
              </a:path>
            </a:pathLst>
          </a:custGeom>
          <a:solidFill>
            <a:srgbClr val="E4E9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0" name="contour_12548"/>
          <p:cNvSpPr/>
          <p:nvPr/>
        </p:nvSpPr>
        <p:spPr>
          <a:xfrm>
            <a:off x="8056310" y="4953976"/>
            <a:ext cx="65592" cy="31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54" y="25"/>
                </a:moveTo>
                <a:lnTo>
                  <a:pt x="13889" y="442"/>
                </a:lnTo>
                <a:lnTo>
                  <a:pt x="15336" y="868"/>
                </a:lnTo>
                <a:lnTo>
                  <a:pt x="16800" y="1294"/>
                </a:lnTo>
                <a:lnTo>
                  <a:pt x="16800" y="4650"/>
                </a:lnTo>
                <a:lnTo>
                  <a:pt x="16800" y="8026"/>
                </a:lnTo>
                <a:lnTo>
                  <a:pt x="16800" y="11447"/>
                </a:lnTo>
                <a:lnTo>
                  <a:pt x="17990" y="12706"/>
                </a:lnTo>
                <a:lnTo>
                  <a:pt x="19183" y="13965"/>
                </a:lnTo>
                <a:lnTo>
                  <a:pt x="20386" y="15239"/>
                </a:lnTo>
                <a:lnTo>
                  <a:pt x="21600" y="16524"/>
                </a:lnTo>
                <a:lnTo>
                  <a:pt x="20832" y="16706"/>
                </a:lnTo>
                <a:lnTo>
                  <a:pt x="20131" y="16869"/>
                </a:lnTo>
                <a:lnTo>
                  <a:pt x="19440" y="17031"/>
                </a:lnTo>
                <a:lnTo>
                  <a:pt x="18696" y="17209"/>
                </a:lnTo>
                <a:lnTo>
                  <a:pt x="17844" y="17407"/>
                </a:lnTo>
                <a:lnTo>
                  <a:pt x="16822" y="17645"/>
                </a:lnTo>
                <a:lnTo>
                  <a:pt x="15574" y="17940"/>
                </a:lnTo>
                <a:lnTo>
                  <a:pt x="14038" y="18300"/>
                </a:lnTo>
                <a:lnTo>
                  <a:pt x="12158" y="18742"/>
                </a:lnTo>
                <a:lnTo>
                  <a:pt x="9874" y="19280"/>
                </a:lnTo>
                <a:lnTo>
                  <a:pt x="7126" y="19925"/>
                </a:lnTo>
                <a:lnTo>
                  <a:pt x="3854" y="20696"/>
                </a:lnTo>
                <a:lnTo>
                  <a:pt x="0" y="21600"/>
                </a:lnTo>
                <a:lnTo>
                  <a:pt x="1750" y="15706"/>
                </a:lnTo>
                <a:lnTo>
                  <a:pt x="3187" y="10985"/>
                </a:lnTo>
                <a:lnTo>
                  <a:pt x="4387" y="7310"/>
                </a:lnTo>
                <a:lnTo>
                  <a:pt x="5426" y="4554"/>
                </a:lnTo>
                <a:lnTo>
                  <a:pt x="6379" y="2584"/>
                </a:lnTo>
                <a:lnTo>
                  <a:pt x="7320" y="1274"/>
                </a:lnTo>
                <a:lnTo>
                  <a:pt x="8323" y="492"/>
                </a:lnTo>
                <a:lnTo>
                  <a:pt x="9463" y="112"/>
                </a:lnTo>
                <a:lnTo>
                  <a:pt x="10814" y="0"/>
                </a:lnTo>
                <a:lnTo>
                  <a:pt x="12454" y="25"/>
                </a:lnTo>
                <a:close/>
              </a:path>
            </a:pathLst>
          </a:custGeom>
          <a:solidFill>
            <a:srgbClr val="D4D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1" name="contour_12549"/>
          <p:cNvSpPr/>
          <p:nvPr/>
        </p:nvSpPr>
        <p:spPr>
          <a:xfrm>
            <a:off x="710029" y="4968020"/>
            <a:ext cx="58304" cy="388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15" y="316"/>
                </a:moveTo>
                <a:lnTo>
                  <a:pt x="13200" y="239"/>
                </a:lnTo>
                <a:lnTo>
                  <a:pt x="15871" y="0"/>
                </a:lnTo>
                <a:lnTo>
                  <a:pt x="17372" y="661"/>
                </a:lnTo>
                <a:lnTo>
                  <a:pt x="18900" y="1330"/>
                </a:lnTo>
                <a:lnTo>
                  <a:pt x="19432" y="3738"/>
                </a:lnTo>
                <a:lnTo>
                  <a:pt x="19966" y="6154"/>
                </a:lnTo>
                <a:lnTo>
                  <a:pt x="20506" y="8578"/>
                </a:lnTo>
                <a:lnTo>
                  <a:pt x="21049" y="11023"/>
                </a:lnTo>
                <a:lnTo>
                  <a:pt x="21600" y="13492"/>
                </a:lnTo>
                <a:lnTo>
                  <a:pt x="19896" y="14222"/>
                </a:lnTo>
                <a:lnTo>
                  <a:pt x="18195" y="14951"/>
                </a:lnTo>
                <a:lnTo>
                  <a:pt x="16489" y="15681"/>
                </a:lnTo>
                <a:lnTo>
                  <a:pt x="14782" y="16415"/>
                </a:lnTo>
                <a:lnTo>
                  <a:pt x="13073" y="17149"/>
                </a:lnTo>
                <a:lnTo>
                  <a:pt x="11359" y="17882"/>
                </a:lnTo>
                <a:lnTo>
                  <a:pt x="9642" y="18620"/>
                </a:lnTo>
                <a:lnTo>
                  <a:pt x="7916" y="19362"/>
                </a:lnTo>
                <a:lnTo>
                  <a:pt x="6186" y="20104"/>
                </a:lnTo>
                <a:lnTo>
                  <a:pt x="4447" y="20850"/>
                </a:lnTo>
                <a:lnTo>
                  <a:pt x="2700" y="21600"/>
                </a:lnTo>
                <a:lnTo>
                  <a:pt x="1588" y="16411"/>
                </a:lnTo>
                <a:lnTo>
                  <a:pt x="840" y="12819"/>
                </a:lnTo>
                <a:lnTo>
                  <a:pt x="383" y="10370"/>
                </a:lnTo>
                <a:lnTo>
                  <a:pt x="140" y="8615"/>
                </a:lnTo>
                <a:lnTo>
                  <a:pt x="38" y="7103"/>
                </a:lnTo>
                <a:lnTo>
                  <a:pt x="0" y="5384"/>
                </a:lnTo>
                <a:lnTo>
                  <a:pt x="1633" y="3766"/>
                </a:lnTo>
                <a:lnTo>
                  <a:pt x="3286" y="2550"/>
                </a:lnTo>
                <a:lnTo>
                  <a:pt x="4976" y="1670"/>
                </a:lnTo>
                <a:lnTo>
                  <a:pt x="6709" y="1066"/>
                </a:lnTo>
                <a:lnTo>
                  <a:pt x="8502" y="681"/>
                </a:lnTo>
                <a:lnTo>
                  <a:pt x="10365" y="450"/>
                </a:lnTo>
                <a:lnTo>
                  <a:pt x="12315" y="316"/>
                </a:lnTo>
                <a:close/>
              </a:path>
            </a:pathLst>
          </a:custGeom>
          <a:solidFill>
            <a:srgbClr val="D4D5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2" name="contour_12550"/>
          <p:cNvSpPr/>
          <p:nvPr/>
        </p:nvSpPr>
        <p:spPr>
          <a:xfrm>
            <a:off x="1438107" y="4933970"/>
            <a:ext cx="2257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64" y="0"/>
                </a:lnTo>
                <a:lnTo>
                  <a:pt x="16901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7458" y="21600"/>
                </a:lnTo>
                <a:lnTo>
                  <a:pt x="13303" y="21600"/>
                </a:lnTo>
                <a:lnTo>
                  <a:pt x="9134" y="21600"/>
                </a:lnTo>
                <a:lnTo>
                  <a:pt x="4929" y="21600"/>
                </a:lnTo>
                <a:lnTo>
                  <a:pt x="683" y="21600"/>
                </a:lnTo>
                <a:lnTo>
                  <a:pt x="579" y="20047"/>
                </a:lnTo>
                <a:lnTo>
                  <a:pt x="481" y="18495"/>
                </a:lnTo>
                <a:lnTo>
                  <a:pt x="397" y="16942"/>
                </a:lnTo>
                <a:lnTo>
                  <a:pt x="321" y="15390"/>
                </a:lnTo>
                <a:lnTo>
                  <a:pt x="251" y="13838"/>
                </a:lnTo>
                <a:lnTo>
                  <a:pt x="167" y="12396"/>
                </a:lnTo>
                <a:lnTo>
                  <a:pt x="84" y="10943"/>
                </a:lnTo>
                <a:lnTo>
                  <a:pt x="0" y="9472"/>
                </a:lnTo>
                <a:lnTo>
                  <a:pt x="363" y="7598"/>
                </a:lnTo>
                <a:lnTo>
                  <a:pt x="879" y="5940"/>
                </a:lnTo>
                <a:lnTo>
                  <a:pt x="1708" y="4425"/>
                </a:lnTo>
                <a:lnTo>
                  <a:pt x="3005" y="2978"/>
                </a:lnTo>
                <a:lnTo>
                  <a:pt x="4936" y="1528"/>
                </a:lnTo>
                <a:lnTo>
                  <a:pt x="7656" y="0"/>
                </a:lnTo>
                <a:close/>
              </a:path>
            </a:pathLst>
          </a:custGeom>
          <a:solidFill>
            <a:srgbClr val="F3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3" name="contour_12551"/>
          <p:cNvSpPr/>
          <p:nvPr/>
        </p:nvSpPr>
        <p:spPr>
          <a:xfrm>
            <a:off x="425790" y="4919394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346" y="2851"/>
                </a:lnTo>
                <a:lnTo>
                  <a:pt x="19791" y="5707"/>
                </a:lnTo>
                <a:lnTo>
                  <a:pt x="20239" y="8575"/>
                </a:lnTo>
                <a:lnTo>
                  <a:pt x="20690" y="11457"/>
                </a:lnTo>
                <a:lnTo>
                  <a:pt x="21144" y="14355"/>
                </a:lnTo>
                <a:lnTo>
                  <a:pt x="21600" y="17280"/>
                </a:lnTo>
                <a:lnTo>
                  <a:pt x="19818" y="17639"/>
                </a:lnTo>
                <a:lnTo>
                  <a:pt x="18036" y="17993"/>
                </a:lnTo>
                <a:lnTo>
                  <a:pt x="16251" y="18351"/>
                </a:lnTo>
                <a:lnTo>
                  <a:pt x="14464" y="18706"/>
                </a:lnTo>
                <a:lnTo>
                  <a:pt x="12674" y="19064"/>
                </a:lnTo>
                <a:lnTo>
                  <a:pt x="10881" y="19423"/>
                </a:lnTo>
                <a:lnTo>
                  <a:pt x="9083" y="19781"/>
                </a:lnTo>
                <a:lnTo>
                  <a:pt x="7279" y="20144"/>
                </a:lnTo>
                <a:lnTo>
                  <a:pt x="5470" y="20507"/>
                </a:lnTo>
                <a:lnTo>
                  <a:pt x="3656" y="20870"/>
                </a:lnTo>
                <a:lnTo>
                  <a:pt x="1831" y="21233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717" y="11681"/>
                </a:lnTo>
                <a:lnTo>
                  <a:pt x="2989" y="10804"/>
                </a:lnTo>
                <a:lnTo>
                  <a:pt x="4196" y="10109"/>
                </a:lnTo>
                <a:lnTo>
                  <a:pt x="5716" y="9370"/>
                </a:lnTo>
                <a:lnTo>
                  <a:pt x="7933" y="8372"/>
                </a:lnTo>
                <a:lnTo>
                  <a:pt x="10916" y="6994"/>
                </a:lnTo>
                <a:lnTo>
                  <a:pt x="13108" y="5923"/>
                </a:lnTo>
                <a:lnTo>
                  <a:pt x="14699" y="5007"/>
                </a:lnTo>
                <a:lnTo>
                  <a:pt x="15881" y="4104"/>
                </a:lnTo>
                <a:lnTo>
                  <a:pt x="16848" y="3067"/>
                </a:lnTo>
                <a:lnTo>
                  <a:pt x="17790" y="1750"/>
                </a:lnTo>
                <a:lnTo>
                  <a:pt x="18900" y="0"/>
                </a:lnTo>
                <a:close/>
              </a:path>
            </a:pathLst>
          </a:custGeom>
          <a:solidFill>
            <a:srgbClr val="DDE2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4" name="contour_12552"/>
          <p:cNvSpPr/>
          <p:nvPr/>
        </p:nvSpPr>
        <p:spPr>
          <a:xfrm>
            <a:off x="9149516" y="4919394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50" y="268"/>
                </a:lnTo>
                <a:lnTo>
                  <a:pt x="3404" y="600"/>
                </a:lnTo>
                <a:lnTo>
                  <a:pt x="4972" y="1011"/>
                </a:lnTo>
                <a:lnTo>
                  <a:pt x="6465" y="1521"/>
                </a:lnTo>
                <a:lnTo>
                  <a:pt x="7888" y="2138"/>
                </a:lnTo>
                <a:lnTo>
                  <a:pt x="9251" y="2886"/>
                </a:lnTo>
                <a:lnTo>
                  <a:pt x="10560" y="3780"/>
                </a:lnTo>
                <a:lnTo>
                  <a:pt x="11828" y="4830"/>
                </a:lnTo>
                <a:lnTo>
                  <a:pt x="13059" y="6057"/>
                </a:lnTo>
                <a:lnTo>
                  <a:pt x="14262" y="7469"/>
                </a:lnTo>
                <a:lnTo>
                  <a:pt x="15448" y="9094"/>
                </a:lnTo>
                <a:lnTo>
                  <a:pt x="16621" y="10943"/>
                </a:lnTo>
                <a:lnTo>
                  <a:pt x="17794" y="13025"/>
                </a:lnTo>
                <a:lnTo>
                  <a:pt x="18973" y="15362"/>
                </a:lnTo>
                <a:lnTo>
                  <a:pt x="20166" y="17971"/>
                </a:lnTo>
                <a:lnTo>
                  <a:pt x="20524" y="18874"/>
                </a:lnTo>
                <a:lnTo>
                  <a:pt x="21600" y="21600"/>
                </a:lnTo>
                <a:lnTo>
                  <a:pt x="20317" y="21600"/>
                </a:lnTo>
                <a:lnTo>
                  <a:pt x="19030" y="21600"/>
                </a:lnTo>
                <a:lnTo>
                  <a:pt x="17738" y="21600"/>
                </a:lnTo>
                <a:lnTo>
                  <a:pt x="16435" y="21600"/>
                </a:lnTo>
                <a:lnTo>
                  <a:pt x="15120" y="21600"/>
                </a:lnTo>
                <a:lnTo>
                  <a:pt x="15120" y="18744"/>
                </a:lnTo>
                <a:lnTo>
                  <a:pt x="15120" y="15872"/>
                </a:lnTo>
                <a:lnTo>
                  <a:pt x="15120" y="12960"/>
                </a:lnTo>
                <a:lnTo>
                  <a:pt x="13751" y="12640"/>
                </a:lnTo>
                <a:lnTo>
                  <a:pt x="12362" y="12321"/>
                </a:lnTo>
                <a:lnTo>
                  <a:pt x="11176" y="11997"/>
                </a:lnTo>
                <a:lnTo>
                  <a:pt x="9984" y="11668"/>
                </a:lnTo>
                <a:lnTo>
                  <a:pt x="8774" y="11340"/>
                </a:lnTo>
                <a:lnTo>
                  <a:pt x="7595" y="11038"/>
                </a:lnTo>
                <a:lnTo>
                  <a:pt x="6409" y="10735"/>
                </a:lnTo>
                <a:lnTo>
                  <a:pt x="5206" y="10428"/>
                </a:lnTo>
                <a:lnTo>
                  <a:pt x="3421" y="9323"/>
                </a:lnTo>
                <a:lnTo>
                  <a:pt x="2354" y="8303"/>
                </a:lnTo>
                <a:lnTo>
                  <a:pt x="1579" y="6774"/>
                </a:lnTo>
                <a:lnTo>
                  <a:pt x="667" y="4152"/>
                </a:lnTo>
                <a:lnTo>
                  <a:pt x="337" y="2091"/>
                </a:lnTo>
                <a:lnTo>
                  <a:pt x="0" y="0"/>
                </a:lnTo>
                <a:close/>
              </a:path>
            </a:pathLst>
          </a:custGeom>
          <a:solidFill>
            <a:srgbClr val="EC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5" name="contour_12553"/>
          <p:cNvSpPr/>
          <p:nvPr/>
        </p:nvSpPr>
        <p:spPr>
          <a:xfrm>
            <a:off x="10373899" y="4897530"/>
            <a:ext cx="1020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602" y="2125"/>
                </a:lnTo>
                <a:lnTo>
                  <a:pt x="12867" y="4285"/>
                </a:lnTo>
                <a:lnTo>
                  <a:pt x="13373" y="6445"/>
                </a:lnTo>
                <a:lnTo>
                  <a:pt x="13886" y="8640"/>
                </a:lnTo>
                <a:lnTo>
                  <a:pt x="14981" y="9124"/>
                </a:lnTo>
                <a:lnTo>
                  <a:pt x="15759" y="9340"/>
                </a:lnTo>
                <a:lnTo>
                  <a:pt x="16587" y="9340"/>
                </a:lnTo>
                <a:lnTo>
                  <a:pt x="17839" y="9180"/>
                </a:lnTo>
                <a:lnTo>
                  <a:pt x="18368" y="9120"/>
                </a:lnTo>
                <a:lnTo>
                  <a:pt x="19966" y="8942"/>
                </a:lnTo>
                <a:lnTo>
                  <a:pt x="20778" y="8791"/>
                </a:lnTo>
                <a:lnTo>
                  <a:pt x="21600" y="8640"/>
                </a:lnTo>
                <a:lnTo>
                  <a:pt x="21600" y="10783"/>
                </a:lnTo>
                <a:lnTo>
                  <a:pt x="21600" y="12960"/>
                </a:lnTo>
                <a:lnTo>
                  <a:pt x="20790" y="12809"/>
                </a:lnTo>
                <a:lnTo>
                  <a:pt x="19966" y="12658"/>
                </a:lnTo>
                <a:lnTo>
                  <a:pt x="18911" y="12541"/>
                </a:lnTo>
                <a:lnTo>
                  <a:pt x="17839" y="12420"/>
                </a:lnTo>
                <a:lnTo>
                  <a:pt x="16789" y="12269"/>
                </a:lnTo>
                <a:lnTo>
                  <a:pt x="15723" y="12118"/>
                </a:lnTo>
                <a:lnTo>
                  <a:pt x="14811" y="12537"/>
                </a:lnTo>
                <a:lnTo>
                  <a:pt x="13886" y="12960"/>
                </a:lnTo>
                <a:lnTo>
                  <a:pt x="13289" y="15543"/>
                </a:lnTo>
                <a:lnTo>
                  <a:pt x="12929" y="17306"/>
                </a:lnTo>
                <a:lnTo>
                  <a:pt x="12662" y="19056"/>
                </a:lnTo>
                <a:lnTo>
                  <a:pt x="12343" y="21600"/>
                </a:lnTo>
                <a:lnTo>
                  <a:pt x="11578" y="19457"/>
                </a:lnTo>
                <a:lnTo>
                  <a:pt x="10800" y="17280"/>
                </a:lnTo>
                <a:lnTo>
                  <a:pt x="9550" y="17073"/>
                </a:lnTo>
                <a:lnTo>
                  <a:pt x="8638" y="16956"/>
                </a:lnTo>
                <a:lnTo>
                  <a:pt x="7804" y="16917"/>
                </a:lnTo>
                <a:lnTo>
                  <a:pt x="6779" y="16939"/>
                </a:lnTo>
                <a:lnTo>
                  <a:pt x="5304" y="17012"/>
                </a:lnTo>
                <a:lnTo>
                  <a:pt x="4314" y="17051"/>
                </a:lnTo>
                <a:lnTo>
                  <a:pt x="3317" y="17090"/>
                </a:lnTo>
                <a:lnTo>
                  <a:pt x="2308" y="17129"/>
                </a:lnTo>
                <a:lnTo>
                  <a:pt x="1546" y="17176"/>
                </a:lnTo>
                <a:lnTo>
                  <a:pt x="778" y="17228"/>
                </a:lnTo>
                <a:lnTo>
                  <a:pt x="0" y="17280"/>
                </a:lnTo>
                <a:lnTo>
                  <a:pt x="0" y="15137"/>
                </a:lnTo>
                <a:lnTo>
                  <a:pt x="0" y="12960"/>
                </a:lnTo>
                <a:lnTo>
                  <a:pt x="1018" y="12601"/>
                </a:lnTo>
                <a:lnTo>
                  <a:pt x="2037" y="12247"/>
                </a:lnTo>
                <a:lnTo>
                  <a:pt x="3056" y="11889"/>
                </a:lnTo>
                <a:lnTo>
                  <a:pt x="4078" y="11534"/>
                </a:lnTo>
                <a:lnTo>
                  <a:pt x="5101" y="11176"/>
                </a:lnTo>
                <a:lnTo>
                  <a:pt x="6125" y="10817"/>
                </a:lnTo>
                <a:lnTo>
                  <a:pt x="7153" y="10459"/>
                </a:lnTo>
                <a:lnTo>
                  <a:pt x="8183" y="10096"/>
                </a:lnTo>
                <a:lnTo>
                  <a:pt x="9217" y="9733"/>
                </a:lnTo>
                <a:lnTo>
                  <a:pt x="10254" y="9370"/>
                </a:lnTo>
                <a:lnTo>
                  <a:pt x="11297" y="9007"/>
                </a:lnTo>
                <a:lnTo>
                  <a:pt x="12343" y="8640"/>
                </a:lnTo>
                <a:lnTo>
                  <a:pt x="12343" y="5784"/>
                </a:lnTo>
                <a:lnTo>
                  <a:pt x="12343" y="2912"/>
                </a:lnTo>
                <a:lnTo>
                  <a:pt x="12343" y="0"/>
                </a:lnTo>
                <a:close/>
              </a:path>
            </a:pathLst>
          </a:custGeom>
          <a:solidFill>
            <a:srgbClr val="8A7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6" name="contour_12554"/>
          <p:cNvSpPr/>
          <p:nvPr/>
        </p:nvSpPr>
        <p:spPr>
          <a:xfrm>
            <a:off x="6613295" y="489024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021" y="2250"/>
                </a:lnTo>
                <a:lnTo>
                  <a:pt x="4442" y="4500"/>
                </a:lnTo>
                <a:lnTo>
                  <a:pt x="4867" y="6750"/>
                </a:lnTo>
                <a:lnTo>
                  <a:pt x="5288" y="9000"/>
                </a:lnTo>
                <a:lnTo>
                  <a:pt x="5710" y="11250"/>
                </a:lnTo>
                <a:lnTo>
                  <a:pt x="6451" y="12812"/>
                </a:lnTo>
                <a:lnTo>
                  <a:pt x="7200" y="14400"/>
                </a:lnTo>
                <a:lnTo>
                  <a:pt x="9580" y="14400"/>
                </a:lnTo>
                <a:lnTo>
                  <a:pt x="11974" y="14400"/>
                </a:lnTo>
                <a:lnTo>
                  <a:pt x="14400" y="14400"/>
                </a:lnTo>
                <a:lnTo>
                  <a:pt x="14400" y="12262"/>
                </a:lnTo>
                <a:lnTo>
                  <a:pt x="14400" y="10116"/>
                </a:lnTo>
                <a:lnTo>
                  <a:pt x="14400" y="7963"/>
                </a:lnTo>
                <a:lnTo>
                  <a:pt x="14400" y="5792"/>
                </a:lnTo>
                <a:lnTo>
                  <a:pt x="14400" y="3600"/>
                </a:lnTo>
                <a:lnTo>
                  <a:pt x="16780" y="3600"/>
                </a:lnTo>
                <a:lnTo>
                  <a:pt x="19174" y="3600"/>
                </a:lnTo>
                <a:lnTo>
                  <a:pt x="21600" y="3600"/>
                </a:lnTo>
                <a:lnTo>
                  <a:pt x="21154" y="5828"/>
                </a:lnTo>
                <a:lnTo>
                  <a:pt x="20707" y="8057"/>
                </a:lnTo>
                <a:lnTo>
                  <a:pt x="20261" y="10292"/>
                </a:lnTo>
                <a:lnTo>
                  <a:pt x="19814" y="12532"/>
                </a:lnTo>
                <a:lnTo>
                  <a:pt x="19364" y="14782"/>
                </a:lnTo>
                <a:lnTo>
                  <a:pt x="18911" y="17042"/>
                </a:lnTo>
                <a:lnTo>
                  <a:pt x="18457" y="19314"/>
                </a:lnTo>
                <a:lnTo>
                  <a:pt x="18000" y="21600"/>
                </a:lnTo>
                <a:lnTo>
                  <a:pt x="15772" y="21154"/>
                </a:lnTo>
                <a:lnTo>
                  <a:pt x="13543" y="20707"/>
                </a:lnTo>
                <a:lnTo>
                  <a:pt x="11308" y="20261"/>
                </a:lnTo>
                <a:lnTo>
                  <a:pt x="9068" y="19814"/>
                </a:lnTo>
                <a:lnTo>
                  <a:pt x="6818" y="19364"/>
                </a:lnTo>
                <a:lnTo>
                  <a:pt x="4558" y="18911"/>
                </a:lnTo>
                <a:lnTo>
                  <a:pt x="2286" y="18457"/>
                </a:lnTo>
                <a:lnTo>
                  <a:pt x="0" y="18000"/>
                </a:lnTo>
                <a:lnTo>
                  <a:pt x="446" y="15772"/>
                </a:lnTo>
                <a:lnTo>
                  <a:pt x="893" y="13543"/>
                </a:lnTo>
                <a:lnTo>
                  <a:pt x="1339" y="11308"/>
                </a:lnTo>
                <a:lnTo>
                  <a:pt x="1786" y="9068"/>
                </a:lnTo>
                <a:lnTo>
                  <a:pt x="2236" y="6818"/>
                </a:lnTo>
                <a:lnTo>
                  <a:pt x="2689" y="4558"/>
                </a:lnTo>
                <a:lnTo>
                  <a:pt x="3143" y="2286"/>
                </a:lnTo>
                <a:lnTo>
                  <a:pt x="3600" y="0"/>
                </a:lnTo>
                <a:close/>
              </a:path>
            </a:pathLst>
          </a:custGeom>
          <a:solidFill>
            <a:srgbClr val="9899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7" name="contour_12555"/>
          <p:cNvSpPr/>
          <p:nvPr/>
        </p:nvSpPr>
        <p:spPr>
          <a:xfrm>
            <a:off x="10869482" y="4910845"/>
            <a:ext cx="51016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17"/>
                </a:moveTo>
                <a:lnTo>
                  <a:pt x="5153" y="594"/>
                </a:lnTo>
                <a:lnTo>
                  <a:pt x="7211" y="245"/>
                </a:lnTo>
                <a:lnTo>
                  <a:pt x="9263" y="52"/>
                </a:lnTo>
                <a:lnTo>
                  <a:pt x="11309" y="0"/>
                </a:lnTo>
                <a:lnTo>
                  <a:pt x="13358" y="65"/>
                </a:lnTo>
                <a:lnTo>
                  <a:pt x="15407" y="226"/>
                </a:lnTo>
                <a:lnTo>
                  <a:pt x="17462" y="471"/>
                </a:lnTo>
                <a:lnTo>
                  <a:pt x="19523" y="775"/>
                </a:lnTo>
                <a:lnTo>
                  <a:pt x="21600" y="1117"/>
                </a:lnTo>
                <a:lnTo>
                  <a:pt x="21390" y="5920"/>
                </a:lnTo>
                <a:lnTo>
                  <a:pt x="21125" y="9328"/>
                </a:lnTo>
                <a:lnTo>
                  <a:pt x="20656" y="12272"/>
                </a:lnTo>
                <a:lnTo>
                  <a:pt x="19835" y="15680"/>
                </a:lnTo>
                <a:lnTo>
                  <a:pt x="18514" y="20483"/>
                </a:lnTo>
                <a:lnTo>
                  <a:pt x="16447" y="21006"/>
                </a:lnTo>
                <a:lnTo>
                  <a:pt x="14389" y="21355"/>
                </a:lnTo>
                <a:lnTo>
                  <a:pt x="12337" y="21548"/>
                </a:lnTo>
                <a:lnTo>
                  <a:pt x="10291" y="21600"/>
                </a:lnTo>
                <a:lnTo>
                  <a:pt x="8242" y="21535"/>
                </a:lnTo>
                <a:lnTo>
                  <a:pt x="6193" y="21374"/>
                </a:lnTo>
                <a:lnTo>
                  <a:pt x="4138" y="21129"/>
                </a:lnTo>
                <a:lnTo>
                  <a:pt x="2077" y="20825"/>
                </a:lnTo>
                <a:lnTo>
                  <a:pt x="0" y="20483"/>
                </a:lnTo>
                <a:lnTo>
                  <a:pt x="210" y="15680"/>
                </a:lnTo>
                <a:lnTo>
                  <a:pt x="475" y="12272"/>
                </a:lnTo>
                <a:lnTo>
                  <a:pt x="944" y="9328"/>
                </a:lnTo>
                <a:lnTo>
                  <a:pt x="1765" y="5920"/>
                </a:lnTo>
                <a:lnTo>
                  <a:pt x="3086" y="1117"/>
                </a:lnTo>
                <a:close/>
              </a:path>
            </a:pathLst>
          </a:custGeom>
          <a:solidFill>
            <a:srgbClr val="28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8" name="contour_12556"/>
          <p:cNvSpPr/>
          <p:nvPr/>
        </p:nvSpPr>
        <p:spPr>
          <a:xfrm>
            <a:off x="1358653" y="4890242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50" y="621"/>
                </a:lnTo>
                <a:lnTo>
                  <a:pt x="2702" y="1247"/>
                </a:lnTo>
                <a:lnTo>
                  <a:pt x="4052" y="1874"/>
                </a:lnTo>
                <a:lnTo>
                  <a:pt x="5402" y="2506"/>
                </a:lnTo>
                <a:lnTo>
                  <a:pt x="6752" y="3143"/>
                </a:lnTo>
                <a:lnTo>
                  <a:pt x="8100" y="3780"/>
                </a:lnTo>
                <a:lnTo>
                  <a:pt x="9450" y="4423"/>
                </a:lnTo>
                <a:lnTo>
                  <a:pt x="10800" y="5065"/>
                </a:lnTo>
                <a:lnTo>
                  <a:pt x="11832" y="5535"/>
                </a:lnTo>
                <a:lnTo>
                  <a:pt x="12869" y="6010"/>
                </a:lnTo>
                <a:lnTo>
                  <a:pt x="13921" y="6485"/>
                </a:lnTo>
                <a:lnTo>
                  <a:pt x="14656" y="6842"/>
                </a:lnTo>
                <a:lnTo>
                  <a:pt x="16874" y="7911"/>
                </a:lnTo>
                <a:lnTo>
                  <a:pt x="17556" y="8230"/>
                </a:lnTo>
                <a:lnTo>
                  <a:pt x="19617" y="9196"/>
                </a:lnTo>
                <a:lnTo>
                  <a:pt x="20602" y="9990"/>
                </a:lnTo>
                <a:lnTo>
                  <a:pt x="21600" y="10800"/>
                </a:lnTo>
                <a:lnTo>
                  <a:pt x="21600" y="13478"/>
                </a:lnTo>
                <a:lnTo>
                  <a:pt x="21600" y="16200"/>
                </a:lnTo>
                <a:lnTo>
                  <a:pt x="20174" y="16556"/>
                </a:lnTo>
                <a:lnTo>
                  <a:pt x="18749" y="16913"/>
                </a:lnTo>
                <a:lnTo>
                  <a:pt x="17321" y="17269"/>
                </a:lnTo>
                <a:lnTo>
                  <a:pt x="15893" y="17626"/>
                </a:lnTo>
                <a:lnTo>
                  <a:pt x="14463" y="17982"/>
                </a:lnTo>
                <a:lnTo>
                  <a:pt x="13033" y="18344"/>
                </a:lnTo>
                <a:lnTo>
                  <a:pt x="11599" y="18700"/>
                </a:lnTo>
                <a:lnTo>
                  <a:pt x="10163" y="19062"/>
                </a:lnTo>
                <a:lnTo>
                  <a:pt x="8722" y="19418"/>
                </a:lnTo>
                <a:lnTo>
                  <a:pt x="7279" y="19780"/>
                </a:lnTo>
                <a:lnTo>
                  <a:pt x="5834" y="20142"/>
                </a:lnTo>
                <a:lnTo>
                  <a:pt x="4383" y="20504"/>
                </a:lnTo>
                <a:lnTo>
                  <a:pt x="2927" y="20871"/>
                </a:lnTo>
                <a:lnTo>
                  <a:pt x="1467" y="21233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7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59" name="contour_12557"/>
          <p:cNvSpPr/>
          <p:nvPr/>
        </p:nvSpPr>
        <p:spPr>
          <a:xfrm>
            <a:off x="8158356" y="4889790"/>
            <a:ext cx="36440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4" y="0"/>
                </a:moveTo>
                <a:lnTo>
                  <a:pt x="17436" y="85"/>
                </a:lnTo>
                <a:lnTo>
                  <a:pt x="19505" y="175"/>
                </a:lnTo>
                <a:lnTo>
                  <a:pt x="21600" y="265"/>
                </a:lnTo>
                <a:lnTo>
                  <a:pt x="20943" y="5197"/>
                </a:lnTo>
                <a:lnTo>
                  <a:pt x="20421" y="8662"/>
                </a:lnTo>
                <a:lnTo>
                  <a:pt x="19915" y="11137"/>
                </a:lnTo>
                <a:lnTo>
                  <a:pt x="19302" y="13087"/>
                </a:lnTo>
                <a:lnTo>
                  <a:pt x="18464" y="14995"/>
                </a:lnTo>
                <a:lnTo>
                  <a:pt x="17280" y="17333"/>
                </a:lnTo>
                <a:lnTo>
                  <a:pt x="14416" y="18617"/>
                </a:lnTo>
                <a:lnTo>
                  <a:pt x="11664" y="19569"/>
                </a:lnTo>
                <a:lnTo>
                  <a:pt x="8934" y="20260"/>
                </a:lnTo>
                <a:lnTo>
                  <a:pt x="6134" y="20772"/>
                </a:lnTo>
                <a:lnTo>
                  <a:pt x="3188" y="21195"/>
                </a:lnTo>
                <a:lnTo>
                  <a:pt x="0" y="21600"/>
                </a:lnTo>
                <a:lnTo>
                  <a:pt x="1456" y="15293"/>
                </a:lnTo>
                <a:lnTo>
                  <a:pt x="2678" y="10378"/>
                </a:lnTo>
                <a:lnTo>
                  <a:pt x="3797" y="6678"/>
                </a:lnTo>
                <a:lnTo>
                  <a:pt x="4938" y="4011"/>
                </a:lnTo>
                <a:lnTo>
                  <a:pt x="6225" y="2202"/>
                </a:lnTo>
                <a:lnTo>
                  <a:pt x="7785" y="1075"/>
                </a:lnTo>
                <a:lnTo>
                  <a:pt x="9750" y="452"/>
                </a:lnTo>
                <a:lnTo>
                  <a:pt x="12239" y="149"/>
                </a:lnTo>
                <a:lnTo>
                  <a:pt x="15384" y="0"/>
                </a:lnTo>
                <a:close/>
              </a:path>
            </a:pathLst>
          </a:custGeom>
          <a:solidFill>
            <a:srgbClr val="DBDB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0" name="contour_12558"/>
          <p:cNvSpPr/>
          <p:nvPr/>
        </p:nvSpPr>
        <p:spPr>
          <a:xfrm>
            <a:off x="7925133" y="4895708"/>
            <a:ext cx="65592" cy="30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00" y="0"/>
                </a:moveTo>
                <a:lnTo>
                  <a:pt x="10334" y="76"/>
                </a:lnTo>
                <a:lnTo>
                  <a:pt x="11604" y="234"/>
                </a:lnTo>
                <a:lnTo>
                  <a:pt x="12770" y="595"/>
                </a:lnTo>
                <a:lnTo>
                  <a:pt x="14400" y="1271"/>
                </a:lnTo>
                <a:lnTo>
                  <a:pt x="15211" y="4899"/>
                </a:lnTo>
                <a:lnTo>
                  <a:pt x="15742" y="7507"/>
                </a:lnTo>
                <a:lnTo>
                  <a:pt x="16106" y="9824"/>
                </a:lnTo>
                <a:lnTo>
                  <a:pt x="16421" y="12584"/>
                </a:lnTo>
                <a:lnTo>
                  <a:pt x="16800" y="16518"/>
                </a:lnTo>
                <a:lnTo>
                  <a:pt x="18252" y="18307"/>
                </a:lnTo>
                <a:lnTo>
                  <a:pt x="19236" y="19430"/>
                </a:lnTo>
                <a:lnTo>
                  <a:pt x="20203" y="20370"/>
                </a:lnTo>
                <a:lnTo>
                  <a:pt x="21600" y="21600"/>
                </a:lnTo>
                <a:lnTo>
                  <a:pt x="19898" y="21005"/>
                </a:lnTo>
                <a:lnTo>
                  <a:pt x="18242" y="20360"/>
                </a:lnTo>
                <a:lnTo>
                  <a:pt x="16627" y="19653"/>
                </a:lnTo>
                <a:lnTo>
                  <a:pt x="15046" y="18886"/>
                </a:lnTo>
                <a:lnTo>
                  <a:pt x="13493" y="18042"/>
                </a:lnTo>
                <a:lnTo>
                  <a:pt x="11964" y="17128"/>
                </a:lnTo>
                <a:lnTo>
                  <a:pt x="10457" y="16126"/>
                </a:lnTo>
                <a:lnTo>
                  <a:pt x="8962" y="15044"/>
                </a:lnTo>
                <a:lnTo>
                  <a:pt x="7476" y="13860"/>
                </a:lnTo>
                <a:lnTo>
                  <a:pt x="5993" y="12579"/>
                </a:lnTo>
                <a:lnTo>
                  <a:pt x="4510" y="11196"/>
                </a:lnTo>
                <a:lnTo>
                  <a:pt x="3019" y="9702"/>
                </a:lnTo>
                <a:lnTo>
                  <a:pt x="1519" y="8086"/>
                </a:lnTo>
                <a:lnTo>
                  <a:pt x="0" y="6353"/>
                </a:lnTo>
                <a:lnTo>
                  <a:pt x="1373" y="3705"/>
                </a:lnTo>
                <a:lnTo>
                  <a:pt x="2585" y="1957"/>
                </a:lnTo>
                <a:lnTo>
                  <a:pt x="3768" y="915"/>
                </a:lnTo>
                <a:lnTo>
                  <a:pt x="5045" y="376"/>
                </a:lnTo>
                <a:lnTo>
                  <a:pt x="6547" y="137"/>
                </a:lnTo>
                <a:lnTo>
                  <a:pt x="8400" y="0"/>
                </a:lnTo>
                <a:close/>
              </a:path>
            </a:pathLst>
          </a:custGeom>
          <a:solidFill>
            <a:srgbClr val="7A7A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1" name="contour_12559"/>
          <p:cNvSpPr/>
          <p:nvPr/>
        </p:nvSpPr>
        <p:spPr>
          <a:xfrm>
            <a:off x="3893890" y="4904818"/>
            <a:ext cx="5200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9" y="0"/>
                </a:moveTo>
                <a:lnTo>
                  <a:pt x="2549" y="0"/>
                </a:lnTo>
                <a:lnTo>
                  <a:pt x="4692" y="0"/>
                </a:lnTo>
                <a:lnTo>
                  <a:pt x="6842" y="0"/>
                </a:lnTo>
                <a:lnTo>
                  <a:pt x="9000" y="0"/>
                </a:lnTo>
                <a:lnTo>
                  <a:pt x="11168" y="0"/>
                </a:lnTo>
                <a:lnTo>
                  <a:pt x="13347" y="0"/>
                </a:lnTo>
                <a:lnTo>
                  <a:pt x="15545" y="0"/>
                </a:lnTo>
                <a:lnTo>
                  <a:pt x="14795" y="2138"/>
                </a:lnTo>
                <a:lnTo>
                  <a:pt x="14044" y="4285"/>
                </a:lnTo>
                <a:lnTo>
                  <a:pt x="13284" y="6450"/>
                </a:lnTo>
                <a:lnTo>
                  <a:pt x="12518" y="8640"/>
                </a:lnTo>
                <a:lnTo>
                  <a:pt x="14316" y="9495"/>
                </a:lnTo>
                <a:lnTo>
                  <a:pt x="16121" y="10355"/>
                </a:lnTo>
                <a:lnTo>
                  <a:pt x="17931" y="11215"/>
                </a:lnTo>
                <a:lnTo>
                  <a:pt x="19756" y="12083"/>
                </a:lnTo>
                <a:lnTo>
                  <a:pt x="21600" y="12960"/>
                </a:lnTo>
                <a:lnTo>
                  <a:pt x="20849" y="15098"/>
                </a:lnTo>
                <a:lnTo>
                  <a:pt x="20098" y="17245"/>
                </a:lnTo>
                <a:lnTo>
                  <a:pt x="19339" y="19410"/>
                </a:lnTo>
                <a:lnTo>
                  <a:pt x="18573" y="21600"/>
                </a:lnTo>
                <a:lnTo>
                  <a:pt x="16750" y="20930"/>
                </a:lnTo>
                <a:lnTo>
                  <a:pt x="14931" y="20244"/>
                </a:lnTo>
                <a:lnTo>
                  <a:pt x="13114" y="19539"/>
                </a:lnTo>
                <a:lnTo>
                  <a:pt x="11301" y="18822"/>
                </a:lnTo>
                <a:lnTo>
                  <a:pt x="9491" y="18092"/>
                </a:lnTo>
                <a:lnTo>
                  <a:pt x="7801" y="17440"/>
                </a:lnTo>
                <a:lnTo>
                  <a:pt x="6103" y="16783"/>
                </a:lnTo>
                <a:lnTo>
                  <a:pt x="4381" y="16114"/>
                </a:lnTo>
                <a:lnTo>
                  <a:pt x="3796" y="15651"/>
                </a:lnTo>
                <a:lnTo>
                  <a:pt x="2767" y="14835"/>
                </a:lnTo>
                <a:lnTo>
                  <a:pt x="409" y="12960"/>
                </a:lnTo>
                <a:lnTo>
                  <a:pt x="136" y="9590"/>
                </a:lnTo>
                <a:lnTo>
                  <a:pt x="0" y="7236"/>
                </a:lnTo>
                <a:lnTo>
                  <a:pt x="0" y="5266"/>
                </a:lnTo>
                <a:lnTo>
                  <a:pt x="136" y="3059"/>
                </a:lnTo>
                <a:lnTo>
                  <a:pt x="409" y="0"/>
                </a:lnTo>
                <a:close/>
              </a:path>
            </a:pathLst>
          </a:custGeom>
          <a:solidFill>
            <a:srgbClr val="434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2" name="contour_12560"/>
          <p:cNvSpPr/>
          <p:nvPr/>
        </p:nvSpPr>
        <p:spPr>
          <a:xfrm>
            <a:off x="2123892" y="4861090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4252" y="1140"/>
                </a:lnTo>
                <a:lnTo>
                  <a:pt x="14101" y="2287"/>
                </a:lnTo>
                <a:lnTo>
                  <a:pt x="13950" y="3451"/>
                </a:lnTo>
                <a:lnTo>
                  <a:pt x="14018" y="4001"/>
                </a:lnTo>
                <a:lnTo>
                  <a:pt x="14134" y="4973"/>
                </a:lnTo>
                <a:lnTo>
                  <a:pt x="14400" y="7200"/>
                </a:lnTo>
                <a:lnTo>
                  <a:pt x="16538" y="8167"/>
                </a:lnTo>
                <a:lnTo>
                  <a:pt x="18000" y="8738"/>
                </a:lnTo>
                <a:lnTo>
                  <a:pt x="19462" y="9142"/>
                </a:lnTo>
                <a:lnTo>
                  <a:pt x="21600" y="9600"/>
                </a:lnTo>
                <a:lnTo>
                  <a:pt x="19220" y="9600"/>
                </a:lnTo>
                <a:lnTo>
                  <a:pt x="16826" y="9600"/>
                </a:lnTo>
                <a:lnTo>
                  <a:pt x="14400" y="9600"/>
                </a:lnTo>
                <a:lnTo>
                  <a:pt x="14400" y="11297"/>
                </a:lnTo>
                <a:lnTo>
                  <a:pt x="14400" y="12996"/>
                </a:lnTo>
                <a:lnTo>
                  <a:pt x="14400" y="14700"/>
                </a:lnTo>
                <a:lnTo>
                  <a:pt x="14400" y="16411"/>
                </a:lnTo>
                <a:lnTo>
                  <a:pt x="14400" y="18130"/>
                </a:lnTo>
                <a:lnTo>
                  <a:pt x="14400" y="19858"/>
                </a:lnTo>
                <a:lnTo>
                  <a:pt x="14400" y="21600"/>
                </a:lnTo>
                <a:lnTo>
                  <a:pt x="13507" y="20412"/>
                </a:lnTo>
                <a:lnTo>
                  <a:pt x="12614" y="19219"/>
                </a:lnTo>
                <a:lnTo>
                  <a:pt x="11711" y="18017"/>
                </a:lnTo>
                <a:lnTo>
                  <a:pt x="10800" y="16800"/>
                </a:lnTo>
                <a:lnTo>
                  <a:pt x="8014" y="16656"/>
                </a:lnTo>
                <a:lnTo>
                  <a:pt x="6059" y="16584"/>
                </a:lnTo>
                <a:lnTo>
                  <a:pt x="4417" y="16584"/>
                </a:lnTo>
                <a:lnTo>
                  <a:pt x="2570" y="16656"/>
                </a:lnTo>
                <a:lnTo>
                  <a:pt x="0" y="16800"/>
                </a:lnTo>
                <a:lnTo>
                  <a:pt x="0" y="15214"/>
                </a:lnTo>
                <a:lnTo>
                  <a:pt x="0" y="13618"/>
                </a:lnTo>
                <a:lnTo>
                  <a:pt x="0" y="12000"/>
                </a:lnTo>
                <a:lnTo>
                  <a:pt x="1786" y="11554"/>
                </a:lnTo>
                <a:lnTo>
                  <a:pt x="3600" y="11100"/>
                </a:lnTo>
                <a:lnTo>
                  <a:pt x="4496" y="10728"/>
                </a:lnTo>
                <a:lnTo>
                  <a:pt x="7200" y="9600"/>
                </a:lnTo>
                <a:lnTo>
                  <a:pt x="7463" y="7978"/>
                </a:lnTo>
                <a:lnTo>
                  <a:pt x="7578" y="6391"/>
                </a:lnTo>
                <a:lnTo>
                  <a:pt x="7582" y="4819"/>
                </a:lnTo>
                <a:lnTo>
                  <a:pt x="7499" y="3245"/>
                </a:lnTo>
                <a:lnTo>
                  <a:pt x="7362" y="1644"/>
                </a:lnTo>
                <a:lnTo>
                  <a:pt x="7200" y="0"/>
                </a:lnTo>
                <a:close/>
              </a:path>
            </a:pathLst>
          </a:custGeom>
          <a:solidFill>
            <a:srgbClr val="8C78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3" name="contour_12561"/>
          <p:cNvSpPr/>
          <p:nvPr/>
        </p:nvSpPr>
        <p:spPr>
          <a:xfrm>
            <a:off x="11488961" y="4888551"/>
            <a:ext cx="51016" cy="30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4"/>
                </a:moveTo>
                <a:lnTo>
                  <a:pt x="2089" y="817"/>
                </a:lnTo>
                <a:lnTo>
                  <a:pt x="4156" y="495"/>
                </a:lnTo>
                <a:lnTo>
                  <a:pt x="6212" y="240"/>
                </a:lnTo>
                <a:lnTo>
                  <a:pt x="8254" y="66"/>
                </a:lnTo>
                <a:lnTo>
                  <a:pt x="10294" y="0"/>
                </a:lnTo>
                <a:lnTo>
                  <a:pt x="12334" y="56"/>
                </a:lnTo>
                <a:lnTo>
                  <a:pt x="14379" y="260"/>
                </a:lnTo>
                <a:lnTo>
                  <a:pt x="16438" y="628"/>
                </a:lnTo>
                <a:lnTo>
                  <a:pt x="18514" y="1184"/>
                </a:lnTo>
                <a:lnTo>
                  <a:pt x="19690" y="4405"/>
                </a:lnTo>
                <a:lnTo>
                  <a:pt x="20520" y="7625"/>
                </a:lnTo>
                <a:lnTo>
                  <a:pt x="21066" y="10902"/>
                </a:lnTo>
                <a:lnTo>
                  <a:pt x="21387" y="14286"/>
                </a:lnTo>
                <a:lnTo>
                  <a:pt x="21548" y="17833"/>
                </a:lnTo>
                <a:lnTo>
                  <a:pt x="21600" y="21600"/>
                </a:lnTo>
                <a:lnTo>
                  <a:pt x="19795" y="20880"/>
                </a:lnTo>
                <a:lnTo>
                  <a:pt x="17993" y="20145"/>
                </a:lnTo>
                <a:lnTo>
                  <a:pt x="16194" y="19405"/>
                </a:lnTo>
                <a:lnTo>
                  <a:pt x="14395" y="18655"/>
                </a:lnTo>
                <a:lnTo>
                  <a:pt x="12599" y="17900"/>
                </a:lnTo>
                <a:lnTo>
                  <a:pt x="10800" y="17134"/>
                </a:lnTo>
                <a:lnTo>
                  <a:pt x="9251" y="16532"/>
                </a:lnTo>
                <a:lnTo>
                  <a:pt x="7677" y="15919"/>
                </a:lnTo>
                <a:lnTo>
                  <a:pt x="5897" y="15118"/>
                </a:lnTo>
                <a:lnTo>
                  <a:pt x="4502" y="14383"/>
                </a:lnTo>
                <a:lnTo>
                  <a:pt x="2777" y="13281"/>
                </a:lnTo>
                <a:lnTo>
                  <a:pt x="0" y="11392"/>
                </a:lnTo>
                <a:lnTo>
                  <a:pt x="0" y="8018"/>
                </a:lnTo>
                <a:lnTo>
                  <a:pt x="0" y="4624"/>
                </a:lnTo>
                <a:lnTo>
                  <a:pt x="0" y="1184"/>
                </a:lnTo>
                <a:close/>
              </a:path>
            </a:pathLst>
          </a:custGeom>
          <a:solidFill>
            <a:srgbClr val="F0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4" name="contour_12562"/>
          <p:cNvSpPr/>
          <p:nvPr/>
        </p:nvSpPr>
        <p:spPr>
          <a:xfrm>
            <a:off x="8245805" y="4890242"/>
            <a:ext cx="65592" cy="229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005" y="3400"/>
                </a:lnTo>
                <a:lnTo>
                  <a:pt x="20410" y="6813"/>
                </a:lnTo>
                <a:lnTo>
                  <a:pt x="19807" y="10254"/>
                </a:lnTo>
                <a:lnTo>
                  <a:pt x="19200" y="13736"/>
                </a:lnTo>
                <a:lnTo>
                  <a:pt x="17568" y="15247"/>
                </a:lnTo>
                <a:lnTo>
                  <a:pt x="16339" y="16325"/>
                </a:lnTo>
                <a:lnTo>
                  <a:pt x="15281" y="17108"/>
                </a:lnTo>
                <a:lnTo>
                  <a:pt x="14160" y="17768"/>
                </a:lnTo>
                <a:lnTo>
                  <a:pt x="12744" y="18454"/>
                </a:lnTo>
                <a:lnTo>
                  <a:pt x="10800" y="19313"/>
                </a:lnTo>
                <a:lnTo>
                  <a:pt x="9288" y="20068"/>
                </a:lnTo>
                <a:lnTo>
                  <a:pt x="7766" y="20831"/>
                </a:lnTo>
                <a:lnTo>
                  <a:pt x="6226" y="21600"/>
                </a:lnTo>
                <a:lnTo>
                  <a:pt x="4961" y="21270"/>
                </a:lnTo>
                <a:lnTo>
                  <a:pt x="3689" y="20941"/>
                </a:lnTo>
                <a:lnTo>
                  <a:pt x="2400" y="20604"/>
                </a:lnTo>
                <a:lnTo>
                  <a:pt x="1925" y="16525"/>
                </a:lnTo>
                <a:lnTo>
                  <a:pt x="1447" y="12431"/>
                </a:lnTo>
                <a:lnTo>
                  <a:pt x="970" y="8324"/>
                </a:lnTo>
                <a:lnTo>
                  <a:pt x="487" y="4183"/>
                </a:lnTo>
                <a:lnTo>
                  <a:pt x="0" y="0"/>
                </a:lnTo>
                <a:close/>
              </a:path>
            </a:pathLst>
          </a:custGeom>
          <a:solidFill>
            <a:srgbClr val="2925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5" name="contour_12563"/>
          <p:cNvSpPr/>
          <p:nvPr/>
        </p:nvSpPr>
        <p:spPr>
          <a:xfrm>
            <a:off x="11445233" y="486109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07" y="644"/>
                </a:lnTo>
                <a:lnTo>
                  <a:pt x="7341" y="1188"/>
                </a:lnTo>
                <a:lnTo>
                  <a:pt x="9847" y="1702"/>
                </a:lnTo>
                <a:lnTo>
                  <a:pt x="11772" y="2238"/>
                </a:lnTo>
                <a:lnTo>
                  <a:pt x="13262" y="2864"/>
                </a:lnTo>
                <a:lnTo>
                  <a:pt x="14466" y="3642"/>
                </a:lnTo>
                <a:lnTo>
                  <a:pt x="15530" y="4631"/>
                </a:lnTo>
                <a:lnTo>
                  <a:pt x="16601" y="5892"/>
                </a:lnTo>
                <a:lnTo>
                  <a:pt x="17826" y="7491"/>
                </a:lnTo>
                <a:lnTo>
                  <a:pt x="18814" y="9655"/>
                </a:lnTo>
                <a:lnTo>
                  <a:pt x="19536" y="11396"/>
                </a:lnTo>
                <a:lnTo>
                  <a:pt x="20347" y="13634"/>
                </a:lnTo>
                <a:lnTo>
                  <a:pt x="21600" y="17280"/>
                </a:lnTo>
                <a:lnTo>
                  <a:pt x="19582" y="18611"/>
                </a:lnTo>
                <a:lnTo>
                  <a:pt x="18092" y="19500"/>
                </a:lnTo>
                <a:lnTo>
                  <a:pt x="16684" y="20157"/>
                </a:lnTo>
                <a:lnTo>
                  <a:pt x="14916" y="20788"/>
                </a:lnTo>
                <a:lnTo>
                  <a:pt x="12343" y="21600"/>
                </a:lnTo>
                <a:lnTo>
                  <a:pt x="10130" y="19872"/>
                </a:lnTo>
                <a:lnTo>
                  <a:pt x="8529" y="18580"/>
                </a:lnTo>
                <a:lnTo>
                  <a:pt x="7279" y="17483"/>
                </a:lnTo>
                <a:lnTo>
                  <a:pt x="6128" y="16338"/>
                </a:lnTo>
                <a:lnTo>
                  <a:pt x="4817" y="14913"/>
                </a:lnTo>
                <a:lnTo>
                  <a:pt x="3086" y="12960"/>
                </a:lnTo>
                <a:lnTo>
                  <a:pt x="3851" y="10822"/>
                </a:lnTo>
                <a:lnTo>
                  <a:pt x="4616" y="8675"/>
                </a:lnTo>
                <a:lnTo>
                  <a:pt x="5391" y="6510"/>
                </a:lnTo>
                <a:lnTo>
                  <a:pt x="6171" y="4320"/>
                </a:lnTo>
                <a:lnTo>
                  <a:pt x="4644" y="3249"/>
                </a:lnTo>
                <a:lnTo>
                  <a:pt x="3107" y="2177"/>
                </a:lnTo>
                <a:lnTo>
                  <a:pt x="1564" y="1093"/>
                </a:lnTo>
                <a:lnTo>
                  <a:pt x="0" y="0"/>
                </a:lnTo>
                <a:close/>
              </a:path>
            </a:pathLst>
          </a:custGeom>
          <a:solidFill>
            <a:srgbClr val="E6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6" name="contour_12564"/>
          <p:cNvSpPr/>
          <p:nvPr/>
        </p:nvSpPr>
        <p:spPr>
          <a:xfrm>
            <a:off x="2342532" y="4866739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3853"/>
                </a:lnTo>
                <a:lnTo>
                  <a:pt x="21600" y="6780"/>
                </a:lnTo>
                <a:lnTo>
                  <a:pt x="21600" y="9715"/>
                </a:lnTo>
                <a:lnTo>
                  <a:pt x="21600" y="12662"/>
                </a:lnTo>
                <a:lnTo>
                  <a:pt x="21600" y="15622"/>
                </a:lnTo>
                <a:lnTo>
                  <a:pt x="21600" y="1859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F9E2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7" name="contour_12565"/>
          <p:cNvSpPr/>
          <p:nvPr/>
        </p:nvSpPr>
        <p:spPr>
          <a:xfrm>
            <a:off x="527822" y="4875666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640" y="410"/>
                </a:lnTo>
                <a:lnTo>
                  <a:pt x="5121" y="821"/>
                </a:lnTo>
                <a:lnTo>
                  <a:pt x="6603" y="1237"/>
                </a:lnTo>
                <a:lnTo>
                  <a:pt x="8087" y="1647"/>
                </a:lnTo>
                <a:lnTo>
                  <a:pt x="9573" y="2057"/>
                </a:lnTo>
                <a:lnTo>
                  <a:pt x="11061" y="2473"/>
                </a:lnTo>
                <a:lnTo>
                  <a:pt x="12554" y="2889"/>
                </a:lnTo>
                <a:lnTo>
                  <a:pt x="14049" y="3305"/>
                </a:lnTo>
                <a:lnTo>
                  <a:pt x="15548" y="3721"/>
                </a:lnTo>
                <a:lnTo>
                  <a:pt x="17053" y="4136"/>
                </a:lnTo>
                <a:lnTo>
                  <a:pt x="18563" y="4558"/>
                </a:lnTo>
                <a:lnTo>
                  <a:pt x="20077" y="4979"/>
                </a:lnTo>
                <a:lnTo>
                  <a:pt x="21600" y="5400"/>
                </a:lnTo>
                <a:lnTo>
                  <a:pt x="21600" y="8078"/>
                </a:lnTo>
                <a:lnTo>
                  <a:pt x="21600" y="10800"/>
                </a:lnTo>
                <a:lnTo>
                  <a:pt x="20410" y="11745"/>
                </a:lnTo>
                <a:lnTo>
                  <a:pt x="19522" y="12366"/>
                </a:lnTo>
                <a:lnTo>
                  <a:pt x="18492" y="12922"/>
                </a:lnTo>
                <a:lnTo>
                  <a:pt x="16874" y="13689"/>
                </a:lnTo>
                <a:lnTo>
                  <a:pt x="16140" y="14045"/>
                </a:lnTo>
                <a:lnTo>
                  <a:pt x="13921" y="15115"/>
                </a:lnTo>
                <a:lnTo>
                  <a:pt x="12889" y="15584"/>
                </a:lnTo>
                <a:lnTo>
                  <a:pt x="11852" y="16060"/>
                </a:lnTo>
                <a:lnTo>
                  <a:pt x="10800" y="16535"/>
                </a:lnTo>
                <a:lnTo>
                  <a:pt x="9768" y="17026"/>
                </a:lnTo>
                <a:lnTo>
                  <a:pt x="8731" y="17523"/>
                </a:lnTo>
                <a:lnTo>
                  <a:pt x="7679" y="18025"/>
                </a:lnTo>
                <a:lnTo>
                  <a:pt x="6400" y="18630"/>
                </a:lnTo>
                <a:lnTo>
                  <a:pt x="5121" y="19229"/>
                </a:lnTo>
                <a:lnTo>
                  <a:pt x="3840" y="19829"/>
                </a:lnTo>
                <a:lnTo>
                  <a:pt x="2562" y="20423"/>
                </a:lnTo>
                <a:lnTo>
                  <a:pt x="1281" y="21011"/>
                </a:lnTo>
                <a:lnTo>
                  <a:pt x="0" y="21600"/>
                </a:lnTo>
                <a:lnTo>
                  <a:pt x="356" y="18036"/>
                </a:lnTo>
                <a:lnTo>
                  <a:pt x="713" y="14467"/>
                </a:lnTo>
                <a:lnTo>
                  <a:pt x="1071" y="10881"/>
                </a:lnTo>
                <a:lnTo>
                  <a:pt x="1432" y="7279"/>
                </a:lnTo>
                <a:lnTo>
                  <a:pt x="1795" y="3656"/>
                </a:lnTo>
                <a:lnTo>
                  <a:pt x="2160" y="0"/>
                </a:lnTo>
                <a:close/>
              </a:path>
            </a:pathLst>
          </a:custGeom>
          <a:solidFill>
            <a:srgbClr val="D2D8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8" name="contour_12566"/>
          <p:cNvSpPr/>
          <p:nvPr/>
        </p:nvSpPr>
        <p:spPr>
          <a:xfrm>
            <a:off x="7240062" y="486837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56"/>
                </a:lnTo>
                <a:lnTo>
                  <a:pt x="4280" y="713"/>
                </a:lnTo>
                <a:lnTo>
                  <a:pt x="6421" y="1069"/>
                </a:lnTo>
                <a:lnTo>
                  <a:pt x="8566" y="1429"/>
                </a:lnTo>
                <a:lnTo>
                  <a:pt x="10720" y="1786"/>
                </a:lnTo>
                <a:lnTo>
                  <a:pt x="12877" y="2146"/>
                </a:lnTo>
                <a:lnTo>
                  <a:pt x="15043" y="2506"/>
                </a:lnTo>
                <a:lnTo>
                  <a:pt x="17218" y="2869"/>
                </a:lnTo>
                <a:lnTo>
                  <a:pt x="19403" y="3233"/>
                </a:lnTo>
                <a:lnTo>
                  <a:pt x="21600" y="3600"/>
                </a:lnTo>
                <a:lnTo>
                  <a:pt x="20841" y="8140"/>
                </a:lnTo>
                <a:lnTo>
                  <a:pt x="20221" y="11592"/>
                </a:lnTo>
                <a:lnTo>
                  <a:pt x="19662" y="14159"/>
                </a:lnTo>
                <a:lnTo>
                  <a:pt x="19097" y="16038"/>
                </a:lnTo>
                <a:lnTo>
                  <a:pt x="18446" y="17431"/>
                </a:lnTo>
                <a:lnTo>
                  <a:pt x="17635" y="18540"/>
                </a:lnTo>
                <a:lnTo>
                  <a:pt x="16589" y="19562"/>
                </a:lnTo>
                <a:lnTo>
                  <a:pt x="15237" y="20700"/>
                </a:lnTo>
                <a:lnTo>
                  <a:pt x="13799" y="21146"/>
                </a:lnTo>
                <a:lnTo>
                  <a:pt x="12343" y="21600"/>
                </a:lnTo>
                <a:lnTo>
                  <a:pt x="12025" y="19296"/>
                </a:lnTo>
                <a:lnTo>
                  <a:pt x="11704" y="16974"/>
                </a:lnTo>
                <a:lnTo>
                  <a:pt x="11380" y="14623"/>
                </a:lnTo>
                <a:lnTo>
                  <a:pt x="10886" y="12262"/>
                </a:lnTo>
                <a:lnTo>
                  <a:pt x="10501" y="10699"/>
                </a:lnTo>
                <a:lnTo>
                  <a:pt x="10022" y="9245"/>
                </a:lnTo>
                <a:lnTo>
                  <a:pt x="9257" y="7200"/>
                </a:lnTo>
                <a:lnTo>
                  <a:pt x="6869" y="5983"/>
                </a:lnTo>
                <a:lnTo>
                  <a:pt x="5193" y="5188"/>
                </a:lnTo>
                <a:lnTo>
                  <a:pt x="3786" y="4640"/>
                </a:lnTo>
                <a:lnTo>
                  <a:pt x="2203" y="4169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EAF6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69" name="contour_12567"/>
          <p:cNvSpPr/>
          <p:nvPr/>
        </p:nvSpPr>
        <p:spPr>
          <a:xfrm>
            <a:off x="11015162" y="4861090"/>
            <a:ext cx="58384" cy="308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" y="0"/>
                </a:moveTo>
                <a:lnTo>
                  <a:pt x="1812" y="0"/>
                </a:lnTo>
                <a:lnTo>
                  <a:pt x="3605" y="0"/>
                </a:lnTo>
                <a:lnTo>
                  <a:pt x="5422" y="0"/>
                </a:lnTo>
                <a:lnTo>
                  <a:pt x="5422" y="3375"/>
                </a:lnTo>
                <a:lnTo>
                  <a:pt x="5422" y="6769"/>
                </a:lnTo>
                <a:lnTo>
                  <a:pt x="5422" y="10210"/>
                </a:lnTo>
                <a:lnTo>
                  <a:pt x="7091" y="9577"/>
                </a:lnTo>
                <a:lnTo>
                  <a:pt x="8760" y="8944"/>
                </a:lnTo>
                <a:lnTo>
                  <a:pt x="10435" y="8311"/>
                </a:lnTo>
                <a:lnTo>
                  <a:pt x="12112" y="7678"/>
                </a:lnTo>
                <a:lnTo>
                  <a:pt x="13797" y="7040"/>
                </a:lnTo>
                <a:lnTo>
                  <a:pt x="15490" y="6397"/>
                </a:lnTo>
                <a:lnTo>
                  <a:pt x="17192" y="5754"/>
                </a:lnTo>
                <a:lnTo>
                  <a:pt x="18904" y="5105"/>
                </a:lnTo>
                <a:lnTo>
                  <a:pt x="19438" y="8138"/>
                </a:lnTo>
                <a:lnTo>
                  <a:pt x="19974" y="11180"/>
                </a:lnTo>
                <a:lnTo>
                  <a:pt x="20511" y="14233"/>
                </a:lnTo>
                <a:lnTo>
                  <a:pt x="21053" y="17312"/>
                </a:lnTo>
                <a:lnTo>
                  <a:pt x="21600" y="20421"/>
                </a:lnTo>
                <a:lnTo>
                  <a:pt x="19691" y="20753"/>
                </a:lnTo>
                <a:lnTo>
                  <a:pt x="17793" y="21049"/>
                </a:lnTo>
                <a:lnTo>
                  <a:pt x="15905" y="21294"/>
                </a:lnTo>
                <a:lnTo>
                  <a:pt x="14026" y="21477"/>
                </a:lnTo>
                <a:lnTo>
                  <a:pt x="12149" y="21585"/>
                </a:lnTo>
                <a:lnTo>
                  <a:pt x="10276" y="21600"/>
                </a:lnTo>
                <a:lnTo>
                  <a:pt x="8399" y="21503"/>
                </a:lnTo>
                <a:lnTo>
                  <a:pt x="6517" y="21283"/>
                </a:lnTo>
                <a:lnTo>
                  <a:pt x="4627" y="20931"/>
                </a:lnTo>
                <a:lnTo>
                  <a:pt x="2726" y="20421"/>
                </a:lnTo>
                <a:lnTo>
                  <a:pt x="1602" y="17220"/>
                </a:lnTo>
                <a:lnTo>
                  <a:pt x="828" y="14034"/>
                </a:lnTo>
                <a:lnTo>
                  <a:pt x="340" y="10792"/>
                </a:lnTo>
                <a:lnTo>
                  <a:pt x="84" y="7423"/>
                </a:lnTo>
                <a:lnTo>
                  <a:pt x="0" y="3849"/>
                </a:lnTo>
                <a:lnTo>
                  <a:pt x="30" y="0"/>
                </a:lnTo>
                <a:close/>
              </a:path>
            </a:pathLst>
          </a:custGeom>
          <a:solidFill>
            <a:srgbClr val="3E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0" name="contour_12568"/>
          <p:cNvSpPr/>
          <p:nvPr/>
        </p:nvSpPr>
        <p:spPr>
          <a:xfrm>
            <a:off x="11270322" y="4822245"/>
            <a:ext cx="36440" cy="46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26"/>
                </a:moveTo>
                <a:lnTo>
                  <a:pt x="4994" y="502"/>
                </a:lnTo>
                <a:lnTo>
                  <a:pt x="8506" y="126"/>
                </a:lnTo>
                <a:lnTo>
                  <a:pt x="11007" y="0"/>
                </a:lnTo>
                <a:lnTo>
                  <a:pt x="12986" y="126"/>
                </a:lnTo>
                <a:lnTo>
                  <a:pt x="14917" y="502"/>
                </a:lnTo>
                <a:lnTo>
                  <a:pt x="17280" y="1126"/>
                </a:lnTo>
                <a:lnTo>
                  <a:pt x="18325" y="3201"/>
                </a:lnTo>
                <a:lnTo>
                  <a:pt x="19176" y="5282"/>
                </a:lnTo>
                <a:lnTo>
                  <a:pt x="19855" y="7374"/>
                </a:lnTo>
                <a:lnTo>
                  <a:pt x="20390" y="9483"/>
                </a:lnTo>
                <a:lnTo>
                  <a:pt x="20805" y="11616"/>
                </a:lnTo>
                <a:lnTo>
                  <a:pt x="21129" y="13772"/>
                </a:lnTo>
                <a:lnTo>
                  <a:pt x="21384" y="15959"/>
                </a:lnTo>
                <a:lnTo>
                  <a:pt x="21600" y="18188"/>
                </a:lnTo>
                <a:lnTo>
                  <a:pt x="18749" y="18751"/>
                </a:lnTo>
                <a:lnTo>
                  <a:pt x="15893" y="19314"/>
                </a:lnTo>
                <a:lnTo>
                  <a:pt x="13025" y="19880"/>
                </a:lnTo>
                <a:lnTo>
                  <a:pt x="10143" y="20450"/>
                </a:lnTo>
                <a:lnTo>
                  <a:pt x="7245" y="21023"/>
                </a:lnTo>
                <a:lnTo>
                  <a:pt x="4320" y="21600"/>
                </a:lnTo>
                <a:lnTo>
                  <a:pt x="3845" y="19348"/>
                </a:lnTo>
                <a:lnTo>
                  <a:pt x="3370" y="17092"/>
                </a:lnTo>
                <a:lnTo>
                  <a:pt x="2894" y="14837"/>
                </a:lnTo>
                <a:lnTo>
                  <a:pt x="2415" y="12574"/>
                </a:lnTo>
                <a:lnTo>
                  <a:pt x="1935" y="10305"/>
                </a:lnTo>
                <a:lnTo>
                  <a:pt x="1456" y="8026"/>
                </a:lnTo>
                <a:lnTo>
                  <a:pt x="972" y="5740"/>
                </a:lnTo>
                <a:lnTo>
                  <a:pt x="488" y="3440"/>
                </a:lnTo>
                <a:lnTo>
                  <a:pt x="0" y="1126"/>
                </a:lnTo>
                <a:close/>
              </a:path>
            </a:pathLst>
          </a:custGeom>
          <a:solidFill>
            <a:srgbClr val="6060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1" name="contour_12569"/>
          <p:cNvSpPr/>
          <p:nvPr/>
        </p:nvSpPr>
        <p:spPr>
          <a:xfrm>
            <a:off x="5578400" y="481736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610" y="2243"/>
                </a:lnTo>
                <a:lnTo>
                  <a:pt x="16808" y="4493"/>
                </a:lnTo>
                <a:lnTo>
                  <a:pt x="18000" y="6750"/>
                </a:lnTo>
                <a:lnTo>
                  <a:pt x="18504" y="7693"/>
                </a:lnTo>
                <a:lnTo>
                  <a:pt x="20023" y="10548"/>
                </a:lnTo>
                <a:lnTo>
                  <a:pt x="20794" y="12485"/>
                </a:lnTo>
                <a:lnTo>
                  <a:pt x="21258" y="14029"/>
                </a:lnTo>
                <a:lnTo>
                  <a:pt x="21499" y="15710"/>
                </a:lnTo>
                <a:lnTo>
                  <a:pt x="21586" y="18054"/>
                </a:lnTo>
                <a:lnTo>
                  <a:pt x="21600" y="21600"/>
                </a:lnTo>
                <a:lnTo>
                  <a:pt x="20513" y="21420"/>
                </a:lnTo>
                <a:lnTo>
                  <a:pt x="19516" y="21251"/>
                </a:lnTo>
                <a:lnTo>
                  <a:pt x="18425" y="21071"/>
                </a:lnTo>
                <a:lnTo>
                  <a:pt x="17064" y="20844"/>
                </a:lnTo>
                <a:lnTo>
                  <a:pt x="15257" y="20542"/>
                </a:lnTo>
                <a:lnTo>
                  <a:pt x="12823" y="20138"/>
                </a:lnTo>
                <a:lnTo>
                  <a:pt x="9590" y="19598"/>
                </a:lnTo>
                <a:lnTo>
                  <a:pt x="5375" y="18896"/>
                </a:lnTo>
                <a:lnTo>
                  <a:pt x="0" y="18000"/>
                </a:lnTo>
                <a:lnTo>
                  <a:pt x="569" y="15322"/>
                </a:lnTo>
                <a:lnTo>
                  <a:pt x="1040" y="13421"/>
                </a:lnTo>
                <a:lnTo>
                  <a:pt x="1588" y="11779"/>
                </a:lnTo>
                <a:lnTo>
                  <a:pt x="2383" y="9878"/>
                </a:lnTo>
                <a:lnTo>
                  <a:pt x="3600" y="7200"/>
                </a:lnTo>
                <a:lnTo>
                  <a:pt x="6386" y="6876"/>
                </a:lnTo>
                <a:lnTo>
                  <a:pt x="8341" y="6714"/>
                </a:lnTo>
                <a:lnTo>
                  <a:pt x="9983" y="6714"/>
                </a:lnTo>
                <a:lnTo>
                  <a:pt x="11830" y="6876"/>
                </a:lnTo>
                <a:lnTo>
                  <a:pt x="14400" y="7200"/>
                </a:lnTo>
                <a:lnTo>
                  <a:pt x="14400" y="4820"/>
                </a:lnTo>
                <a:lnTo>
                  <a:pt x="14400" y="2426"/>
                </a:lnTo>
                <a:lnTo>
                  <a:pt x="14400" y="0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2" name="contour_12570"/>
          <p:cNvSpPr/>
          <p:nvPr/>
        </p:nvSpPr>
        <p:spPr>
          <a:xfrm>
            <a:off x="11569129" y="4838512"/>
            <a:ext cx="65592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35" y="0"/>
                </a:moveTo>
                <a:lnTo>
                  <a:pt x="15787" y="85"/>
                </a:lnTo>
                <a:lnTo>
                  <a:pt x="17239" y="169"/>
                </a:lnTo>
                <a:lnTo>
                  <a:pt x="18694" y="250"/>
                </a:lnTo>
                <a:lnTo>
                  <a:pt x="20146" y="335"/>
                </a:lnTo>
                <a:lnTo>
                  <a:pt x="21600" y="415"/>
                </a:lnTo>
                <a:lnTo>
                  <a:pt x="21005" y="3038"/>
                </a:lnTo>
                <a:lnTo>
                  <a:pt x="20410" y="5665"/>
                </a:lnTo>
                <a:lnTo>
                  <a:pt x="19814" y="8292"/>
                </a:lnTo>
                <a:lnTo>
                  <a:pt x="19217" y="10931"/>
                </a:lnTo>
                <a:lnTo>
                  <a:pt x="18617" y="13575"/>
                </a:lnTo>
                <a:lnTo>
                  <a:pt x="18014" y="16236"/>
                </a:lnTo>
                <a:lnTo>
                  <a:pt x="17410" y="18910"/>
                </a:lnTo>
                <a:lnTo>
                  <a:pt x="16800" y="21600"/>
                </a:lnTo>
                <a:lnTo>
                  <a:pt x="16205" y="19503"/>
                </a:lnTo>
                <a:lnTo>
                  <a:pt x="15607" y="17397"/>
                </a:lnTo>
                <a:lnTo>
                  <a:pt x="15007" y="15274"/>
                </a:lnTo>
                <a:lnTo>
                  <a:pt x="14400" y="13126"/>
                </a:lnTo>
                <a:lnTo>
                  <a:pt x="12715" y="12724"/>
                </a:lnTo>
                <a:lnTo>
                  <a:pt x="11491" y="12495"/>
                </a:lnTo>
                <a:lnTo>
                  <a:pt x="10375" y="12414"/>
                </a:lnTo>
                <a:lnTo>
                  <a:pt x="9012" y="12457"/>
                </a:lnTo>
                <a:lnTo>
                  <a:pt x="7051" y="12596"/>
                </a:lnTo>
                <a:lnTo>
                  <a:pt x="6466" y="12630"/>
                </a:lnTo>
                <a:lnTo>
                  <a:pt x="5431" y="12690"/>
                </a:lnTo>
                <a:lnTo>
                  <a:pt x="3067" y="12825"/>
                </a:lnTo>
                <a:lnTo>
                  <a:pt x="1546" y="12978"/>
                </a:lnTo>
                <a:lnTo>
                  <a:pt x="0" y="13126"/>
                </a:lnTo>
                <a:lnTo>
                  <a:pt x="1001" y="12279"/>
                </a:lnTo>
                <a:lnTo>
                  <a:pt x="2016" y="11419"/>
                </a:lnTo>
                <a:lnTo>
                  <a:pt x="3324" y="10296"/>
                </a:lnTo>
                <a:lnTo>
                  <a:pt x="4651" y="9152"/>
                </a:lnTo>
                <a:lnTo>
                  <a:pt x="5947" y="8046"/>
                </a:lnTo>
                <a:lnTo>
                  <a:pt x="7267" y="6919"/>
                </a:lnTo>
                <a:lnTo>
                  <a:pt x="8755" y="5224"/>
                </a:lnTo>
                <a:lnTo>
                  <a:pt x="10030" y="3487"/>
                </a:lnTo>
                <a:lnTo>
                  <a:pt x="11263" y="1907"/>
                </a:lnTo>
                <a:lnTo>
                  <a:pt x="12641" y="678"/>
                </a:lnTo>
                <a:lnTo>
                  <a:pt x="14335" y="0"/>
                </a:lnTo>
                <a:close/>
              </a:path>
            </a:pathLst>
          </a:custGeom>
          <a:solidFill>
            <a:srgbClr val="EA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3" name="contour_12571"/>
          <p:cNvSpPr/>
          <p:nvPr/>
        </p:nvSpPr>
        <p:spPr>
          <a:xfrm>
            <a:off x="11365065" y="4824650"/>
            <a:ext cx="72880" cy="43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588" y="0"/>
                </a:lnTo>
                <a:lnTo>
                  <a:pt x="5024" y="0"/>
                </a:lnTo>
                <a:lnTo>
                  <a:pt x="6480" y="0"/>
                </a:lnTo>
                <a:lnTo>
                  <a:pt x="7059" y="1739"/>
                </a:lnTo>
                <a:lnTo>
                  <a:pt x="7642" y="3488"/>
                </a:lnTo>
                <a:lnTo>
                  <a:pt x="8234" y="5264"/>
                </a:lnTo>
                <a:lnTo>
                  <a:pt x="9325" y="7493"/>
                </a:lnTo>
                <a:lnTo>
                  <a:pt x="10383" y="9250"/>
                </a:lnTo>
                <a:lnTo>
                  <a:pt x="11439" y="10608"/>
                </a:lnTo>
                <a:lnTo>
                  <a:pt x="12524" y="11636"/>
                </a:lnTo>
                <a:lnTo>
                  <a:pt x="13666" y="12401"/>
                </a:lnTo>
                <a:lnTo>
                  <a:pt x="14893" y="12976"/>
                </a:lnTo>
                <a:lnTo>
                  <a:pt x="16237" y="13423"/>
                </a:lnTo>
                <a:lnTo>
                  <a:pt x="17727" y="13818"/>
                </a:lnTo>
                <a:lnTo>
                  <a:pt x="19390" y="14228"/>
                </a:lnTo>
                <a:lnTo>
                  <a:pt x="19939" y="14330"/>
                </a:lnTo>
                <a:lnTo>
                  <a:pt x="21600" y="14642"/>
                </a:lnTo>
                <a:lnTo>
                  <a:pt x="20274" y="16069"/>
                </a:lnTo>
                <a:lnTo>
                  <a:pt x="18986" y="17383"/>
                </a:lnTo>
                <a:lnTo>
                  <a:pt x="17723" y="18562"/>
                </a:lnTo>
                <a:lnTo>
                  <a:pt x="16466" y="19579"/>
                </a:lnTo>
                <a:lnTo>
                  <a:pt x="15198" y="20418"/>
                </a:lnTo>
                <a:lnTo>
                  <a:pt x="13902" y="21047"/>
                </a:lnTo>
                <a:lnTo>
                  <a:pt x="12560" y="21450"/>
                </a:lnTo>
                <a:lnTo>
                  <a:pt x="11159" y="21600"/>
                </a:lnTo>
                <a:lnTo>
                  <a:pt x="9677" y="21472"/>
                </a:lnTo>
                <a:lnTo>
                  <a:pt x="8100" y="21047"/>
                </a:lnTo>
                <a:lnTo>
                  <a:pt x="6852" y="20140"/>
                </a:lnTo>
                <a:lnTo>
                  <a:pt x="5594" y="19228"/>
                </a:lnTo>
                <a:lnTo>
                  <a:pt x="4320" y="18302"/>
                </a:lnTo>
                <a:lnTo>
                  <a:pt x="4320" y="15882"/>
                </a:lnTo>
                <a:lnTo>
                  <a:pt x="4320" y="13448"/>
                </a:lnTo>
                <a:lnTo>
                  <a:pt x="4320" y="10981"/>
                </a:lnTo>
                <a:lnTo>
                  <a:pt x="3037" y="9638"/>
                </a:lnTo>
                <a:lnTo>
                  <a:pt x="2160" y="8807"/>
                </a:lnTo>
                <a:lnTo>
                  <a:pt x="1283" y="8152"/>
                </a:lnTo>
                <a:lnTo>
                  <a:pt x="0" y="7321"/>
                </a:lnTo>
                <a:lnTo>
                  <a:pt x="490" y="5147"/>
                </a:lnTo>
                <a:lnTo>
                  <a:pt x="877" y="3660"/>
                </a:lnTo>
                <a:lnTo>
                  <a:pt x="1367" y="2174"/>
                </a:lnTo>
                <a:lnTo>
                  <a:pt x="2160" y="0"/>
                </a:lnTo>
                <a:close/>
              </a:path>
            </a:pathLst>
          </a:custGeom>
          <a:solidFill>
            <a:srgbClr val="605F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4" name="contour_12572"/>
          <p:cNvSpPr/>
          <p:nvPr/>
        </p:nvSpPr>
        <p:spPr>
          <a:xfrm>
            <a:off x="10614402" y="4839226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368"/>
                </a:lnTo>
                <a:lnTo>
                  <a:pt x="21600" y="6741"/>
                </a:lnTo>
                <a:lnTo>
                  <a:pt x="21600" y="10129"/>
                </a:lnTo>
                <a:lnTo>
                  <a:pt x="21600" y="13533"/>
                </a:lnTo>
                <a:lnTo>
                  <a:pt x="21600" y="16956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15" y="17069"/>
                </a:lnTo>
                <a:lnTo>
                  <a:pt x="1436" y="13890"/>
                </a:lnTo>
                <a:lnTo>
                  <a:pt x="864" y="10731"/>
                </a:lnTo>
                <a:lnTo>
                  <a:pt x="500" y="7455"/>
                </a:lnTo>
                <a:lnTo>
                  <a:pt x="245" y="3924"/>
                </a:lnTo>
                <a:lnTo>
                  <a:pt x="0" y="0"/>
                </a:lnTo>
                <a:close/>
              </a:path>
            </a:pathLst>
          </a:custGeom>
          <a:solidFill>
            <a:srgbClr val="B6BA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5" name="contour_12573"/>
          <p:cNvSpPr/>
          <p:nvPr/>
        </p:nvSpPr>
        <p:spPr>
          <a:xfrm>
            <a:off x="6554991" y="4831938"/>
            <a:ext cx="58304" cy="316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100" y="2958"/>
                </a:lnTo>
                <a:lnTo>
                  <a:pt x="8100" y="5925"/>
                </a:lnTo>
                <a:lnTo>
                  <a:pt x="8100" y="8903"/>
                </a:lnTo>
                <a:lnTo>
                  <a:pt x="8100" y="11905"/>
                </a:lnTo>
                <a:lnTo>
                  <a:pt x="8100" y="14938"/>
                </a:lnTo>
                <a:lnTo>
                  <a:pt x="9885" y="14938"/>
                </a:lnTo>
                <a:lnTo>
                  <a:pt x="11680" y="14938"/>
                </a:lnTo>
                <a:lnTo>
                  <a:pt x="13500" y="14938"/>
                </a:lnTo>
                <a:lnTo>
                  <a:pt x="13500" y="11980"/>
                </a:lnTo>
                <a:lnTo>
                  <a:pt x="13500" y="9012"/>
                </a:lnTo>
                <a:lnTo>
                  <a:pt x="13500" y="6035"/>
                </a:lnTo>
                <a:lnTo>
                  <a:pt x="13500" y="3032"/>
                </a:lnTo>
                <a:lnTo>
                  <a:pt x="13500" y="0"/>
                </a:lnTo>
                <a:lnTo>
                  <a:pt x="15104" y="986"/>
                </a:lnTo>
                <a:lnTo>
                  <a:pt x="16713" y="1977"/>
                </a:lnTo>
                <a:lnTo>
                  <a:pt x="18328" y="2968"/>
                </a:lnTo>
                <a:lnTo>
                  <a:pt x="19956" y="3968"/>
                </a:lnTo>
                <a:lnTo>
                  <a:pt x="21600" y="4979"/>
                </a:lnTo>
                <a:lnTo>
                  <a:pt x="21416" y="8684"/>
                </a:lnTo>
                <a:lnTo>
                  <a:pt x="21184" y="11313"/>
                </a:lnTo>
                <a:lnTo>
                  <a:pt x="20774" y="13583"/>
                </a:lnTo>
                <a:lnTo>
                  <a:pt x="20056" y="16212"/>
                </a:lnTo>
                <a:lnTo>
                  <a:pt x="18900" y="19917"/>
                </a:lnTo>
                <a:lnTo>
                  <a:pt x="17064" y="20594"/>
                </a:lnTo>
                <a:lnTo>
                  <a:pt x="15252" y="21097"/>
                </a:lnTo>
                <a:lnTo>
                  <a:pt x="13465" y="21431"/>
                </a:lnTo>
                <a:lnTo>
                  <a:pt x="11688" y="21600"/>
                </a:lnTo>
                <a:lnTo>
                  <a:pt x="9914" y="21595"/>
                </a:lnTo>
                <a:lnTo>
                  <a:pt x="8138" y="21426"/>
                </a:lnTo>
                <a:lnTo>
                  <a:pt x="6348" y="21087"/>
                </a:lnTo>
                <a:lnTo>
                  <a:pt x="4539" y="20584"/>
                </a:lnTo>
                <a:lnTo>
                  <a:pt x="2700" y="19917"/>
                </a:lnTo>
                <a:lnTo>
                  <a:pt x="1463" y="16362"/>
                </a:lnTo>
                <a:lnTo>
                  <a:pt x="705" y="13807"/>
                </a:lnTo>
                <a:lnTo>
                  <a:pt x="294" y="11537"/>
                </a:lnTo>
                <a:lnTo>
                  <a:pt x="103" y="8833"/>
                </a:lnTo>
                <a:lnTo>
                  <a:pt x="0" y="4979"/>
                </a:lnTo>
                <a:lnTo>
                  <a:pt x="1339" y="2510"/>
                </a:lnTo>
                <a:lnTo>
                  <a:pt x="2700" y="0"/>
                </a:lnTo>
                <a:close/>
              </a:path>
            </a:pathLst>
          </a:custGeom>
          <a:solidFill>
            <a:srgbClr val="D1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6" name="contour_12574"/>
          <p:cNvSpPr/>
          <p:nvPr/>
        </p:nvSpPr>
        <p:spPr>
          <a:xfrm>
            <a:off x="5111969" y="481736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325" y="1925"/>
                </a:lnTo>
                <a:lnTo>
                  <a:pt x="20174" y="3370"/>
                </a:lnTo>
                <a:lnTo>
                  <a:pt x="20722" y="4777"/>
                </a:lnTo>
                <a:lnTo>
                  <a:pt x="21139" y="6591"/>
                </a:lnTo>
                <a:lnTo>
                  <a:pt x="21600" y="9257"/>
                </a:lnTo>
                <a:lnTo>
                  <a:pt x="20074" y="11062"/>
                </a:lnTo>
                <a:lnTo>
                  <a:pt x="18479" y="12784"/>
                </a:lnTo>
                <a:lnTo>
                  <a:pt x="16808" y="14429"/>
                </a:lnTo>
                <a:lnTo>
                  <a:pt x="15059" y="15993"/>
                </a:lnTo>
                <a:lnTo>
                  <a:pt x="13230" y="17490"/>
                </a:lnTo>
                <a:lnTo>
                  <a:pt x="11311" y="18922"/>
                </a:lnTo>
                <a:lnTo>
                  <a:pt x="9302" y="20289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547" y="18014"/>
                </a:lnTo>
                <a:lnTo>
                  <a:pt x="983" y="15500"/>
                </a:lnTo>
                <a:lnTo>
                  <a:pt x="1404" y="13707"/>
                </a:lnTo>
                <a:lnTo>
                  <a:pt x="1915" y="12297"/>
                </a:lnTo>
                <a:lnTo>
                  <a:pt x="2614" y="10930"/>
                </a:lnTo>
                <a:lnTo>
                  <a:pt x="3600" y="9257"/>
                </a:lnTo>
                <a:lnTo>
                  <a:pt x="5656" y="8501"/>
                </a:lnTo>
                <a:lnTo>
                  <a:pt x="7114" y="8048"/>
                </a:lnTo>
                <a:lnTo>
                  <a:pt x="8669" y="7717"/>
                </a:lnTo>
                <a:lnTo>
                  <a:pt x="11023" y="7329"/>
                </a:lnTo>
                <a:lnTo>
                  <a:pt x="13327" y="6946"/>
                </a:lnTo>
                <a:lnTo>
                  <a:pt x="15649" y="6563"/>
                </a:lnTo>
                <a:lnTo>
                  <a:pt x="18000" y="6171"/>
                </a:lnTo>
                <a:lnTo>
                  <a:pt x="18000" y="4132"/>
                </a:lnTo>
                <a:lnTo>
                  <a:pt x="18000" y="2080"/>
                </a:lnTo>
                <a:lnTo>
                  <a:pt x="18000" y="0"/>
                </a:lnTo>
                <a:close/>
              </a:path>
            </a:pathLst>
          </a:custGeom>
          <a:solidFill>
            <a:srgbClr val="D2C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7" name="contour_12575"/>
          <p:cNvSpPr/>
          <p:nvPr/>
        </p:nvSpPr>
        <p:spPr>
          <a:xfrm>
            <a:off x="4434186" y="4829934"/>
            <a:ext cx="80168" cy="23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14"/>
                </a:moveTo>
                <a:lnTo>
                  <a:pt x="1384" y="1583"/>
                </a:lnTo>
                <a:lnTo>
                  <a:pt x="2771" y="1372"/>
                </a:lnTo>
                <a:lnTo>
                  <a:pt x="4155" y="1187"/>
                </a:lnTo>
                <a:lnTo>
                  <a:pt x="5539" y="1016"/>
                </a:lnTo>
                <a:lnTo>
                  <a:pt x="6924" y="857"/>
                </a:lnTo>
                <a:lnTo>
                  <a:pt x="8310" y="712"/>
                </a:lnTo>
                <a:lnTo>
                  <a:pt x="9696" y="574"/>
                </a:lnTo>
                <a:lnTo>
                  <a:pt x="11079" y="323"/>
                </a:lnTo>
                <a:lnTo>
                  <a:pt x="12483" y="73"/>
                </a:lnTo>
                <a:lnTo>
                  <a:pt x="13716" y="0"/>
                </a:lnTo>
                <a:lnTo>
                  <a:pt x="14912" y="0"/>
                </a:lnTo>
                <a:lnTo>
                  <a:pt x="16086" y="132"/>
                </a:lnTo>
                <a:lnTo>
                  <a:pt x="17253" y="435"/>
                </a:lnTo>
                <a:lnTo>
                  <a:pt x="18431" y="983"/>
                </a:lnTo>
                <a:lnTo>
                  <a:pt x="19636" y="1814"/>
                </a:lnTo>
                <a:lnTo>
                  <a:pt x="20422" y="6760"/>
                </a:lnTo>
                <a:lnTo>
                  <a:pt x="20917" y="10262"/>
                </a:lnTo>
                <a:lnTo>
                  <a:pt x="21215" y="13270"/>
                </a:lnTo>
                <a:lnTo>
                  <a:pt x="21411" y="16733"/>
                </a:lnTo>
                <a:lnTo>
                  <a:pt x="21600" y="21600"/>
                </a:lnTo>
                <a:lnTo>
                  <a:pt x="20249" y="20842"/>
                </a:lnTo>
                <a:lnTo>
                  <a:pt x="18898" y="20076"/>
                </a:lnTo>
                <a:lnTo>
                  <a:pt x="17549" y="19311"/>
                </a:lnTo>
                <a:lnTo>
                  <a:pt x="16198" y="18540"/>
                </a:lnTo>
                <a:lnTo>
                  <a:pt x="14849" y="17761"/>
                </a:lnTo>
                <a:lnTo>
                  <a:pt x="13500" y="16983"/>
                </a:lnTo>
                <a:lnTo>
                  <a:pt x="12149" y="16198"/>
                </a:lnTo>
                <a:lnTo>
                  <a:pt x="10800" y="15413"/>
                </a:lnTo>
                <a:lnTo>
                  <a:pt x="10341" y="15163"/>
                </a:lnTo>
                <a:lnTo>
                  <a:pt x="9531" y="14708"/>
                </a:lnTo>
                <a:lnTo>
                  <a:pt x="7678" y="13679"/>
                </a:lnTo>
                <a:lnTo>
                  <a:pt x="7244" y="13422"/>
                </a:lnTo>
                <a:lnTo>
                  <a:pt x="6478" y="12967"/>
                </a:lnTo>
                <a:lnTo>
                  <a:pt x="4725" y="11938"/>
                </a:lnTo>
                <a:lnTo>
                  <a:pt x="3364" y="11159"/>
                </a:lnTo>
                <a:lnTo>
                  <a:pt x="1983" y="10368"/>
                </a:lnTo>
                <a:lnTo>
                  <a:pt x="999" y="9398"/>
                </a:lnTo>
                <a:lnTo>
                  <a:pt x="0" y="8409"/>
                </a:lnTo>
                <a:lnTo>
                  <a:pt x="0" y="5138"/>
                </a:lnTo>
                <a:lnTo>
                  <a:pt x="0" y="1814"/>
                </a:lnTo>
                <a:close/>
              </a:path>
            </a:pathLst>
          </a:custGeom>
          <a:solidFill>
            <a:srgbClr val="C092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8" name="contour_12576"/>
          <p:cNvSpPr/>
          <p:nvPr/>
        </p:nvSpPr>
        <p:spPr>
          <a:xfrm>
            <a:off x="7801238" y="4802786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21" y="1284"/>
                </a:lnTo>
                <a:lnTo>
                  <a:pt x="17366" y="2266"/>
                </a:lnTo>
                <a:lnTo>
                  <a:pt x="18338" y="3149"/>
                </a:lnTo>
                <a:lnTo>
                  <a:pt x="19235" y="4133"/>
                </a:lnTo>
                <a:lnTo>
                  <a:pt x="20254" y="5417"/>
                </a:lnTo>
                <a:lnTo>
                  <a:pt x="21600" y="7200"/>
                </a:lnTo>
                <a:lnTo>
                  <a:pt x="20948" y="8770"/>
                </a:lnTo>
                <a:lnTo>
                  <a:pt x="20131" y="10282"/>
                </a:lnTo>
                <a:lnTo>
                  <a:pt x="19166" y="11736"/>
                </a:lnTo>
                <a:lnTo>
                  <a:pt x="18061" y="13140"/>
                </a:lnTo>
                <a:lnTo>
                  <a:pt x="16823" y="14489"/>
                </a:lnTo>
                <a:lnTo>
                  <a:pt x="15462" y="15790"/>
                </a:lnTo>
                <a:lnTo>
                  <a:pt x="13993" y="17042"/>
                </a:lnTo>
                <a:lnTo>
                  <a:pt x="12424" y="18247"/>
                </a:lnTo>
                <a:lnTo>
                  <a:pt x="10760" y="19406"/>
                </a:lnTo>
                <a:lnTo>
                  <a:pt x="9014" y="20525"/>
                </a:lnTo>
                <a:lnTo>
                  <a:pt x="7200" y="21600"/>
                </a:lnTo>
                <a:lnTo>
                  <a:pt x="6005" y="20345"/>
                </a:lnTo>
                <a:lnTo>
                  <a:pt x="5234" y="19426"/>
                </a:lnTo>
                <a:lnTo>
                  <a:pt x="4543" y="18394"/>
                </a:lnTo>
                <a:lnTo>
                  <a:pt x="3600" y="16800"/>
                </a:lnTo>
                <a:lnTo>
                  <a:pt x="4543" y="15206"/>
                </a:lnTo>
                <a:lnTo>
                  <a:pt x="5234" y="14174"/>
                </a:lnTo>
                <a:lnTo>
                  <a:pt x="6005" y="13255"/>
                </a:lnTo>
                <a:lnTo>
                  <a:pt x="7200" y="12000"/>
                </a:lnTo>
                <a:lnTo>
                  <a:pt x="4820" y="12000"/>
                </a:lnTo>
                <a:lnTo>
                  <a:pt x="2426" y="12000"/>
                </a:lnTo>
                <a:lnTo>
                  <a:pt x="0" y="12000"/>
                </a:lnTo>
                <a:lnTo>
                  <a:pt x="0" y="10414"/>
                </a:lnTo>
                <a:lnTo>
                  <a:pt x="0" y="8818"/>
                </a:lnTo>
                <a:lnTo>
                  <a:pt x="0" y="7200"/>
                </a:lnTo>
                <a:lnTo>
                  <a:pt x="2376" y="7200"/>
                </a:lnTo>
                <a:lnTo>
                  <a:pt x="4756" y="7200"/>
                </a:lnTo>
                <a:lnTo>
                  <a:pt x="7146" y="7200"/>
                </a:lnTo>
                <a:lnTo>
                  <a:pt x="9547" y="7200"/>
                </a:lnTo>
                <a:lnTo>
                  <a:pt x="11963" y="7200"/>
                </a:lnTo>
                <a:lnTo>
                  <a:pt x="14400" y="7200"/>
                </a:lnTo>
                <a:lnTo>
                  <a:pt x="14400" y="5774"/>
                </a:lnTo>
                <a:lnTo>
                  <a:pt x="14400" y="4344"/>
                </a:lnTo>
                <a:lnTo>
                  <a:pt x="14400" y="2909"/>
                </a:lnTo>
                <a:lnTo>
                  <a:pt x="14400" y="1462"/>
                </a:lnTo>
                <a:lnTo>
                  <a:pt x="14400" y="0"/>
                </a:lnTo>
                <a:close/>
              </a:path>
            </a:pathLst>
          </a:custGeom>
          <a:solidFill>
            <a:srgbClr val="66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79" name="contour_12577"/>
          <p:cNvSpPr/>
          <p:nvPr/>
        </p:nvSpPr>
        <p:spPr>
          <a:xfrm>
            <a:off x="8318685" y="478821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20074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69" y="14126"/>
                </a:lnTo>
                <a:lnTo>
                  <a:pt x="13925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8500" y="20097"/>
                </a:lnTo>
                <a:lnTo>
                  <a:pt x="6800" y="18943"/>
                </a:lnTo>
                <a:lnTo>
                  <a:pt x="5400" y="17889"/>
                </a:lnTo>
                <a:lnTo>
                  <a:pt x="4000" y="16701"/>
                </a:lnTo>
                <a:lnTo>
                  <a:pt x="2300" y="15137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EF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0" name="contour_12578"/>
          <p:cNvSpPr/>
          <p:nvPr/>
        </p:nvSpPr>
        <p:spPr>
          <a:xfrm>
            <a:off x="9958483" y="477363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4157" y="1861"/>
                </a:lnTo>
                <a:lnTo>
                  <a:pt x="15172" y="3607"/>
                </a:lnTo>
                <a:lnTo>
                  <a:pt x="16044" y="5311"/>
                </a:lnTo>
                <a:lnTo>
                  <a:pt x="16800" y="7035"/>
                </a:lnTo>
                <a:lnTo>
                  <a:pt x="17470" y="8844"/>
                </a:lnTo>
                <a:lnTo>
                  <a:pt x="18092" y="10800"/>
                </a:lnTo>
                <a:lnTo>
                  <a:pt x="18624" y="12349"/>
                </a:lnTo>
                <a:lnTo>
                  <a:pt x="19164" y="13923"/>
                </a:lnTo>
                <a:lnTo>
                  <a:pt x="19799" y="15836"/>
                </a:lnTo>
                <a:lnTo>
                  <a:pt x="20416" y="17755"/>
                </a:lnTo>
                <a:lnTo>
                  <a:pt x="21012" y="19678"/>
                </a:lnTo>
                <a:lnTo>
                  <a:pt x="21600" y="21600"/>
                </a:lnTo>
                <a:lnTo>
                  <a:pt x="18749" y="21600"/>
                </a:lnTo>
                <a:lnTo>
                  <a:pt x="15893" y="21600"/>
                </a:lnTo>
                <a:lnTo>
                  <a:pt x="13025" y="21600"/>
                </a:lnTo>
                <a:lnTo>
                  <a:pt x="10143" y="21600"/>
                </a:lnTo>
                <a:lnTo>
                  <a:pt x="7245" y="21600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8E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1" name="contour_12579"/>
          <p:cNvSpPr/>
          <p:nvPr/>
        </p:nvSpPr>
        <p:spPr>
          <a:xfrm>
            <a:off x="4295714" y="476634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6171" y="2856"/>
                </a:lnTo>
                <a:lnTo>
                  <a:pt x="6171" y="5728"/>
                </a:lnTo>
                <a:lnTo>
                  <a:pt x="6171" y="8640"/>
                </a:lnTo>
                <a:lnTo>
                  <a:pt x="8081" y="8104"/>
                </a:lnTo>
                <a:lnTo>
                  <a:pt x="9992" y="7569"/>
                </a:lnTo>
                <a:lnTo>
                  <a:pt x="11908" y="7033"/>
                </a:lnTo>
                <a:lnTo>
                  <a:pt x="13827" y="6497"/>
                </a:lnTo>
                <a:lnTo>
                  <a:pt x="15756" y="5957"/>
                </a:lnTo>
                <a:lnTo>
                  <a:pt x="17693" y="5413"/>
                </a:lnTo>
                <a:lnTo>
                  <a:pt x="19641" y="4869"/>
                </a:lnTo>
                <a:lnTo>
                  <a:pt x="21600" y="4320"/>
                </a:lnTo>
                <a:lnTo>
                  <a:pt x="21205" y="7404"/>
                </a:lnTo>
                <a:lnTo>
                  <a:pt x="20847" y="9621"/>
                </a:lnTo>
                <a:lnTo>
                  <a:pt x="20378" y="11591"/>
                </a:lnTo>
                <a:lnTo>
                  <a:pt x="19650" y="13936"/>
                </a:lnTo>
                <a:lnTo>
                  <a:pt x="18514" y="17280"/>
                </a:lnTo>
                <a:lnTo>
                  <a:pt x="16478" y="18416"/>
                </a:lnTo>
                <a:lnTo>
                  <a:pt x="14478" y="19306"/>
                </a:lnTo>
                <a:lnTo>
                  <a:pt x="12488" y="20015"/>
                </a:lnTo>
                <a:lnTo>
                  <a:pt x="10461" y="20593"/>
                </a:lnTo>
                <a:lnTo>
                  <a:pt x="8368" y="21103"/>
                </a:lnTo>
                <a:lnTo>
                  <a:pt x="6171" y="21600"/>
                </a:lnTo>
                <a:lnTo>
                  <a:pt x="5406" y="18926"/>
                </a:lnTo>
                <a:lnTo>
                  <a:pt x="4644" y="16252"/>
                </a:lnTo>
                <a:lnTo>
                  <a:pt x="3876" y="13569"/>
                </a:lnTo>
                <a:lnTo>
                  <a:pt x="3110" y="10882"/>
                </a:lnTo>
                <a:lnTo>
                  <a:pt x="2339" y="8182"/>
                </a:lnTo>
                <a:lnTo>
                  <a:pt x="1564" y="5469"/>
                </a:lnTo>
                <a:lnTo>
                  <a:pt x="78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6A0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2" name="contour_12580"/>
          <p:cNvSpPr/>
          <p:nvPr/>
        </p:nvSpPr>
        <p:spPr>
          <a:xfrm>
            <a:off x="3617930" y="4773634"/>
            <a:ext cx="43728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183" y="2143"/>
                </a:lnTo>
                <a:lnTo>
                  <a:pt x="9169" y="4290"/>
                </a:lnTo>
                <a:lnTo>
                  <a:pt x="10152" y="6433"/>
                </a:lnTo>
                <a:lnTo>
                  <a:pt x="11138" y="8579"/>
                </a:lnTo>
                <a:lnTo>
                  <a:pt x="12121" y="10722"/>
                </a:lnTo>
                <a:lnTo>
                  <a:pt x="13702" y="12833"/>
                </a:lnTo>
                <a:lnTo>
                  <a:pt x="15318" y="14420"/>
                </a:lnTo>
                <a:lnTo>
                  <a:pt x="17093" y="15653"/>
                </a:lnTo>
                <a:lnTo>
                  <a:pt x="19145" y="16694"/>
                </a:lnTo>
                <a:lnTo>
                  <a:pt x="21600" y="17711"/>
                </a:lnTo>
                <a:lnTo>
                  <a:pt x="19451" y="19765"/>
                </a:lnTo>
                <a:lnTo>
                  <a:pt x="17914" y="20853"/>
                </a:lnTo>
                <a:lnTo>
                  <a:pt x="16247" y="21345"/>
                </a:lnTo>
                <a:lnTo>
                  <a:pt x="13712" y="21600"/>
                </a:lnTo>
                <a:lnTo>
                  <a:pt x="11261" y="21536"/>
                </a:lnTo>
                <a:lnTo>
                  <a:pt x="8777" y="21472"/>
                </a:lnTo>
                <a:lnTo>
                  <a:pt x="7823" y="21448"/>
                </a:lnTo>
                <a:lnTo>
                  <a:pt x="6592" y="21419"/>
                </a:lnTo>
                <a:lnTo>
                  <a:pt x="4259" y="21359"/>
                </a:lnTo>
                <a:lnTo>
                  <a:pt x="0" y="21253"/>
                </a:lnTo>
                <a:lnTo>
                  <a:pt x="792" y="18915"/>
                </a:lnTo>
                <a:lnTo>
                  <a:pt x="1584" y="16574"/>
                </a:lnTo>
                <a:lnTo>
                  <a:pt x="2380" y="14232"/>
                </a:lnTo>
                <a:lnTo>
                  <a:pt x="3175" y="11884"/>
                </a:lnTo>
                <a:lnTo>
                  <a:pt x="3971" y="9528"/>
                </a:lnTo>
                <a:lnTo>
                  <a:pt x="4774" y="7162"/>
                </a:lnTo>
                <a:lnTo>
                  <a:pt x="5576" y="4789"/>
                </a:lnTo>
                <a:lnTo>
                  <a:pt x="6386" y="2402"/>
                </a:lnTo>
                <a:lnTo>
                  <a:pt x="7200" y="0"/>
                </a:lnTo>
                <a:close/>
              </a:path>
            </a:pathLst>
          </a:custGeom>
          <a:solidFill>
            <a:srgbClr val="F4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3" name="contour_12581"/>
          <p:cNvSpPr/>
          <p:nvPr/>
        </p:nvSpPr>
        <p:spPr>
          <a:xfrm>
            <a:off x="8274957" y="4774815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25"/>
                </a:moveTo>
                <a:lnTo>
                  <a:pt x="21094" y="4822"/>
                </a:lnTo>
                <a:lnTo>
                  <a:pt x="20198" y="5346"/>
                </a:lnTo>
                <a:lnTo>
                  <a:pt x="18149" y="6550"/>
                </a:lnTo>
                <a:lnTo>
                  <a:pt x="16910" y="7663"/>
                </a:lnTo>
                <a:lnTo>
                  <a:pt x="15665" y="8791"/>
                </a:lnTo>
                <a:lnTo>
                  <a:pt x="14400" y="9925"/>
                </a:lnTo>
                <a:lnTo>
                  <a:pt x="14138" y="11308"/>
                </a:lnTo>
                <a:lnTo>
                  <a:pt x="13349" y="15493"/>
                </a:lnTo>
                <a:lnTo>
                  <a:pt x="12679" y="18090"/>
                </a:lnTo>
                <a:lnTo>
                  <a:pt x="12000" y="20725"/>
                </a:lnTo>
                <a:lnTo>
                  <a:pt x="10296" y="21330"/>
                </a:lnTo>
                <a:lnTo>
                  <a:pt x="9086" y="21600"/>
                </a:lnTo>
                <a:lnTo>
                  <a:pt x="7798" y="21600"/>
                </a:lnTo>
                <a:lnTo>
                  <a:pt x="5851" y="21400"/>
                </a:lnTo>
                <a:lnTo>
                  <a:pt x="4207" y="21254"/>
                </a:lnTo>
                <a:lnTo>
                  <a:pt x="2542" y="21103"/>
                </a:lnTo>
                <a:lnTo>
                  <a:pt x="1279" y="20914"/>
                </a:lnTo>
                <a:lnTo>
                  <a:pt x="0" y="20725"/>
                </a:lnTo>
                <a:lnTo>
                  <a:pt x="307" y="16870"/>
                </a:lnTo>
                <a:lnTo>
                  <a:pt x="586" y="14099"/>
                </a:lnTo>
                <a:lnTo>
                  <a:pt x="950" y="11637"/>
                </a:lnTo>
                <a:lnTo>
                  <a:pt x="1517" y="8705"/>
                </a:lnTo>
                <a:lnTo>
                  <a:pt x="2400" y="4525"/>
                </a:lnTo>
                <a:lnTo>
                  <a:pt x="4162" y="3002"/>
                </a:lnTo>
                <a:lnTo>
                  <a:pt x="5830" y="1809"/>
                </a:lnTo>
                <a:lnTo>
                  <a:pt x="7426" y="929"/>
                </a:lnTo>
                <a:lnTo>
                  <a:pt x="8966" y="340"/>
                </a:lnTo>
                <a:lnTo>
                  <a:pt x="10474" y="38"/>
                </a:lnTo>
                <a:lnTo>
                  <a:pt x="11962" y="0"/>
                </a:lnTo>
                <a:lnTo>
                  <a:pt x="13452" y="211"/>
                </a:lnTo>
                <a:lnTo>
                  <a:pt x="14964" y="659"/>
                </a:lnTo>
                <a:lnTo>
                  <a:pt x="16517" y="1334"/>
                </a:lnTo>
                <a:lnTo>
                  <a:pt x="18127" y="2209"/>
                </a:lnTo>
                <a:lnTo>
                  <a:pt x="19814" y="3278"/>
                </a:lnTo>
                <a:lnTo>
                  <a:pt x="21600" y="4525"/>
                </a:lnTo>
                <a:close/>
              </a:path>
            </a:pathLst>
          </a:custGeom>
          <a:solidFill>
            <a:srgbClr val="21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4" name="contour_12582"/>
          <p:cNvSpPr/>
          <p:nvPr/>
        </p:nvSpPr>
        <p:spPr>
          <a:xfrm>
            <a:off x="5840768" y="4759058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998" y="1013"/>
                </a:lnTo>
                <a:lnTo>
                  <a:pt x="9348" y="1966"/>
                </a:lnTo>
                <a:lnTo>
                  <a:pt x="11396" y="2899"/>
                </a:lnTo>
                <a:lnTo>
                  <a:pt x="13176" y="3853"/>
                </a:lnTo>
                <a:lnTo>
                  <a:pt x="14718" y="4864"/>
                </a:lnTo>
                <a:lnTo>
                  <a:pt x="16049" y="5975"/>
                </a:lnTo>
                <a:lnTo>
                  <a:pt x="17202" y="7219"/>
                </a:lnTo>
                <a:lnTo>
                  <a:pt x="18213" y="8640"/>
                </a:lnTo>
                <a:lnTo>
                  <a:pt x="19103" y="10277"/>
                </a:lnTo>
                <a:lnTo>
                  <a:pt x="19483" y="11690"/>
                </a:lnTo>
                <a:lnTo>
                  <a:pt x="19846" y="13105"/>
                </a:lnTo>
                <a:lnTo>
                  <a:pt x="20187" y="14517"/>
                </a:lnTo>
                <a:lnTo>
                  <a:pt x="20516" y="15930"/>
                </a:lnTo>
                <a:lnTo>
                  <a:pt x="20818" y="17345"/>
                </a:lnTo>
                <a:lnTo>
                  <a:pt x="21099" y="18760"/>
                </a:lnTo>
                <a:lnTo>
                  <a:pt x="21362" y="20179"/>
                </a:lnTo>
                <a:lnTo>
                  <a:pt x="21600" y="21600"/>
                </a:lnTo>
                <a:lnTo>
                  <a:pt x="20010" y="20431"/>
                </a:lnTo>
                <a:lnTo>
                  <a:pt x="18442" y="19265"/>
                </a:lnTo>
                <a:lnTo>
                  <a:pt x="16904" y="18099"/>
                </a:lnTo>
                <a:lnTo>
                  <a:pt x="15401" y="16924"/>
                </a:lnTo>
                <a:lnTo>
                  <a:pt x="13936" y="15738"/>
                </a:lnTo>
                <a:lnTo>
                  <a:pt x="12519" y="14537"/>
                </a:lnTo>
                <a:lnTo>
                  <a:pt x="11163" y="13316"/>
                </a:lnTo>
                <a:lnTo>
                  <a:pt x="9867" y="12072"/>
                </a:lnTo>
                <a:lnTo>
                  <a:pt x="8640" y="10800"/>
                </a:lnTo>
                <a:lnTo>
                  <a:pt x="7703" y="11033"/>
                </a:lnTo>
                <a:lnTo>
                  <a:pt x="6493" y="11338"/>
                </a:lnTo>
                <a:lnTo>
                  <a:pt x="4195" y="11912"/>
                </a:lnTo>
                <a:lnTo>
                  <a:pt x="0" y="12960"/>
                </a:lnTo>
                <a:lnTo>
                  <a:pt x="475" y="11534"/>
                </a:lnTo>
                <a:lnTo>
                  <a:pt x="950" y="10107"/>
                </a:lnTo>
                <a:lnTo>
                  <a:pt x="1426" y="8679"/>
                </a:lnTo>
                <a:lnTo>
                  <a:pt x="1905" y="7247"/>
                </a:lnTo>
                <a:lnTo>
                  <a:pt x="2385" y="5810"/>
                </a:lnTo>
                <a:lnTo>
                  <a:pt x="2864" y="4368"/>
                </a:lnTo>
                <a:lnTo>
                  <a:pt x="3348" y="2920"/>
                </a:lnTo>
                <a:lnTo>
                  <a:pt x="3832" y="1464"/>
                </a:lnTo>
                <a:lnTo>
                  <a:pt x="4320" y="0"/>
                </a:lnTo>
                <a:close/>
              </a:path>
            </a:pathLst>
          </a:custGeom>
          <a:solidFill>
            <a:srgbClr val="C8D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5" name="contour_12583"/>
          <p:cNvSpPr/>
          <p:nvPr/>
        </p:nvSpPr>
        <p:spPr>
          <a:xfrm>
            <a:off x="5272305" y="4738105"/>
            <a:ext cx="43728" cy="501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50" y="785"/>
                </a:moveTo>
                <a:lnTo>
                  <a:pt x="18284" y="1433"/>
                </a:lnTo>
                <a:lnTo>
                  <a:pt x="19933" y="2089"/>
                </a:lnTo>
                <a:lnTo>
                  <a:pt x="21600" y="2749"/>
                </a:lnTo>
                <a:lnTo>
                  <a:pt x="21031" y="4992"/>
                </a:lnTo>
                <a:lnTo>
                  <a:pt x="20560" y="6604"/>
                </a:lnTo>
                <a:lnTo>
                  <a:pt x="20012" y="8037"/>
                </a:lnTo>
                <a:lnTo>
                  <a:pt x="19217" y="9743"/>
                </a:lnTo>
                <a:lnTo>
                  <a:pt x="18000" y="12175"/>
                </a:lnTo>
                <a:lnTo>
                  <a:pt x="15430" y="13048"/>
                </a:lnTo>
                <a:lnTo>
                  <a:pt x="13583" y="13648"/>
                </a:lnTo>
                <a:lnTo>
                  <a:pt x="11941" y="14126"/>
                </a:lnTo>
                <a:lnTo>
                  <a:pt x="9986" y="14631"/>
                </a:lnTo>
                <a:lnTo>
                  <a:pt x="7200" y="15316"/>
                </a:lnTo>
                <a:lnTo>
                  <a:pt x="4684" y="17293"/>
                </a:lnTo>
                <a:lnTo>
                  <a:pt x="3096" y="18606"/>
                </a:lnTo>
                <a:lnTo>
                  <a:pt x="1760" y="19847"/>
                </a:lnTo>
                <a:lnTo>
                  <a:pt x="0" y="21600"/>
                </a:lnTo>
                <a:lnTo>
                  <a:pt x="634" y="17814"/>
                </a:lnTo>
                <a:lnTo>
                  <a:pt x="1166" y="14741"/>
                </a:lnTo>
                <a:lnTo>
                  <a:pt x="1642" y="12269"/>
                </a:lnTo>
                <a:lnTo>
                  <a:pt x="2102" y="10271"/>
                </a:lnTo>
                <a:lnTo>
                  <a:pt x="2581" y="8631"/>
                </a:lnTo>
                <a:lnTo>
                  <a:pt x="3128" y="7226"/>
                </a:lnTo>
                <a:lnTo>
                  <a:pt x="3776" y="5941"/>
                </a:lnTo>
                <a:lnTo>
                  <a:pt x="4568" y="4647"/>
                </a:lnTo>
                <a:lnTo>
                  <a:pt x="5548" y="3233"/>
                </a:lnTo>
                <a:lnTo>
                  <a:pt x="6750" y="1571"/>
                </a:lnTo>
                <a:lnTo>
                  <a:pt x="9184" y="456"/>
                </a:lnTo>
                <a:lnTo>
                  <a:pt x="11023" y="0"/>
                </a:lnTo>
                <a:lnTo>
                  <a:pt x="13205" y="135"/>
                </a:lnTo>
                <a:lnTo>
                  <a:pt x="16650" y="785"/>
                </a:lnTo>
                <a:close/>
              </a:path>
            </a:pathLst>
          </a:custGeom>
          <a:solidFill>
            <a:srgbClr val="E1DC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6" name="contour_12584"/>
          <p:cNvSpPr/>
          <p:nvPr/>
        </p:nvSpPr>
        <p:spPr>
          <a:xfrm>
            <a:off x="9788921" y="4722618"/>
            <a:ext cx="3124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0" y="0"/>
                </a:moveTo>
                <a:lnTo>
                  <a:pt x="4671" y="0"/>
                </a:lnTo>
                <a:lnTo>
                  <a:pt x="8021" y="0"/>
                </a:lnTo>
                <a:lnTo>
                  <a:pt x="11417" y="0"/>
                </a:lnTo>
                <a:lnTo>
                  <a:pt x="12994" y="1445"/>
                </a:lnTo>
                <a:lnTo>
                  <a:pt x="14078" y="2518"/>
                </a:lnTo>
                <a:lnTo>
                  <a:pt x="14939" y="3542"/>
                </a:lnTo>
                <a:lnTo>
                  <a:pt x="15851" y="4846"/>
                </a:lnTo>
                <a:lnTo>
                  <a:pt x="17086" y="6749"/>
                </a:lnTo>
                <a:lnTo>
                  <a:pt x="17932" y="8004"/>
                </a:lnTo>
                <a:lnTo>
                  <a:pt x="18783" y="9269"/>
                </a:lnTo>
                <a:lnTo>
                  <a:pt x="19645" y="10548"/>
                </a:lnTo>
                <a:lnTo>
                  <a:pt x="20345" y="12161"/>
                </a:lnTo>
                <a:lnTo>
                  <a:pt x="20874" y="13728"/>
                </a:lnTo>
                <a:lnTo>
                  <a:pt x="21252" y="15274"/>
                </a:lnTo>
                <a:lnTo>
                  <a:pt x="21489" y="16814"/>
                </a:lnTo>
                <a:lnTo>
                  <a:pt x="21600" y="18367"/>
                </a:lnTo>
                <a:lnTo>
                  <a:pt x="21595" y="19958"/>
                </a:lnTo>
                <a:lnTo>
                  <a:pt x="21494" y="21600"/>
                </a:lnTo>
                <a:lnTo>
                  <a:pt x="16279" y="19610"/>
                </a:lnTo>
                <a:lnTo>
                  <a:pt x="12092" y="17983"/>
                </a:lnTo>
                <a:lnTo>
                  <a:pt x="8797" y="16639"/>
                </a:lnTo>
                <a:lnTo>
                  <a:pt x="6273" y="15504"/>
                </a:lnTo>
                <a:lnTo>
                  <a:pt x="4383" y="14496"/>
                </a:lnTo>
                <a:lnTo>
                  <a:pt x="3003" y="13541"/>
                </a:lnTo>
                <a:lnTo>
                  <a:pt x="2005" y="12562"/>
                </a:lnTo>
                <a:lnTo>
                  <a:pt x="1260" y="11477"/>
                </a:lnTo>
                <a:lnTo>
                  <a:pt x="630" y="10212"/>
                </a:lnTo>
                <a:lnTo>
                  <a:pt x="0" y="8690"/>
                </a:lnTo>
                <a:lnTo>
                  <a:pt x="60" y="7224"/>
                </a:lnTo>
                <a:lnTo>
                  <a:pt x="176" y="5774"/>
                </a:lnTo>
                <a:lnTo>
                  <a:pt x="358" y="4334"/>
                </a:lnTo>
                <a:lnTo>
                  <a:pt x="610" y="2894"/>
                </a:lnTo>
                <a:lnTo>
                  <a:pt x="932" y="1452"/>
                </a:lnTo>
                <a:lnTo>
                  <a:pt x="1340" y="0"/>
                </a:lnTo>
                <a:close/>
              </a:path>
            </a:pathLst>
          </a:custGeom>
          <a:solidFill>
            <a:srgbClr val="E5E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7" name="contour_12585"/>
          <p:cNvSpPr/>
          <p:nvPr/>
        </p:nvSpPr>
        <p:spPr>
          <a:xfrm>
            <a:off x="7998013" y="4700755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168" y="2082"/>
                </a:lnTo>
                <a:lnTo>
                  <a:pt x="20707" y="4080"/>
                </a:lnTo>
                <a:lnTo>
                  <a:pt x="20200" y="6005"/>
                </a:lnTo>
                <a:lnTo>
                  <a:pt x="19634" y="7868"/>
                </a:lnTo>
                <a:lnTo>
                  <a:pt x="18990" y="9674"/>
                </a:lnTo>
                <a:lnTo>
                  <a:pt x="18248" y="11437"/>
                </a:lnTo>
                <a:lnTo>
                  <a:pt x="17392" y="13165"/>
                </a:lnTo>
                <a:lnTo>
                  <a:pt x="16405" y="14866"/>
                </a:lnTo>
                <a:lnTo>
                  <a:pt x="15268" y="16551"/>
                </a:lnTo>
                <a:lnTo>
                  <a:pt x="13968" y="18228"/>
                </a:lnTo>
                <a:lnTo>
                  <a:pt x="12485" y="19907"/>
                </a:lnTo>
                <a:lnTo>
                  <a:pt x="10800" y="21600"/>
                </a:lnTo>
                <a:lnTo>
                  <a:pt x="10130" y="20344"/>
                </a:lnTo>
                <a:lnTo>
                  <a:pt x="9450" y="19067"/>
                </a:lnTo>
                <a:lnTo>
                  <a:pt x="7913" y="17342"/>
                </a:lnTo>
                <a:lnTo>
                  <a:pt x="6350" y="16073"/>
                </a:lnTo>
                <a:lnTo>
                  <a:pt x="4612" y="15109"/>
                </a:lnTo>
                <a:lnTo>
                  <a:pt x="2545" y="14302"/>
                </a:lnTo>
                <a:lnTo>
                  <a:pt x="0" y="13500"/>
                </a:lnTo>
                <a:lnTo>
                  <a:pt x="1710" y="13279"/>
                </a:lnTo>
                <a:lnTo>
                  <a:pt x="3431" y="13052"/>
                </a:lnTo>
                <a:lnTo>
                  <a:pt x="5177" y="12825"/>
                </a:lnTo>
                <a:lnTo>
                  <a:pt x="8449" y="11613"/>
                </a:lnTo>
                <a:lnTo>
                  <a:pt x="10256" y="10730"/>
                </a:lnTo>
                <a:lnTo>
                  <a:pt x="11246" y="9742"/>
                </a:lnTo>
                <a:lnTo>
                  <a:pt x="12067" y="8216"/>
                </a:lnTo>
                <a:lnTo>
                  <a:pt x="12254" y="7474"/>
                </a:lnTo>
                <a:lnTo>
                  <a:pt x="12823" y="5233"/>
                </a:lnTo>
                <a:lnTo>
                  <a:pt x="13057" y="4463"/>
                </a:lnTo>
                <a:lnTo>
                  <a:pt x="13464" y="3105"/>
                </a:lnTo>
                <a:lnTo>
                  <a:pt x="14400" y="0"/>
                </a:lnTo>
                <a:close/>
              </a:path>
            </a:pathLst>
          </a:custGeom>
          <a:solidFill>
            <a:srgbClr val="7577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8" name="contour_12586"/>
          <p:cNvSpPr/>
          <p:nvPr/>
        </p:nvSpPr>
        <p:spPr>
          <a:xfrm>
            <a:off x="2610876" y="4700755"/>
            <a:ext cx="450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05" y="0"/>
                </a:moveTo>
                <a:lnTo>
                  <a:pt x="19286" y="1925"/>
                </a:lnTo>
                <a:lnTo>
                  <a:pt x="20059" y="3370"/>
                </a:lnTo>
                <a:lnTo>
                  <a:pt x="20590" y="4777"/>
                </a:lnTo>
                <a:lnTo>
                  <a:pt x="21048" y="6591"/>
                </a:lnTo>
                <a:lnTo>
                  <a:pt x="21600" y="9257"/>
                </a:lnTo>
                <a:lnTo>
                  <a:pt x="20426" y="11266"/>
                </a:lnTo>
                <a:lnTo>
                  <a:pt x="19164" y="13188"/>
                </a:lnTo>
                <a:lnTo>
                  <a:pt x="17801" y="15027"/>
                </a:lnTo>
                <a:lnTo>
                  <a:pt x="16326" y="16783"/>
                </a:lnTo>
                <a:lnTo>
                  <a:pt x="14729" y="18462"/>
                </a:lnTo>
                <a:lnTo>
                  <a:pt x="12995" y="20066"/>
                </a:lnTo>
                <a:lnTo>
                  <a:pt x="11115" y="21600"/>
                </a:lnTo>
                <a:lnTo>
                  <a:pt x="8804" y="21600"/>
                </a:lnTo>
                <a:lnTo>
                  <a:pt x="6480" y="21600"/>
                </a:lnTo>
                <a:lnTo>
                  <a:pt x="4124" y="21600"/>
                </a:lnTo>
                <a:lnTo>
                  <a:pt x="2807" y="19887"/>
                </a:lnTo>
                <a:lnTo>
                  <a:pt x="1835" y="18209"/>
                </a:lnTo>
                <a:lnTo>
                  <a:pt x="1108" y="16487"/>
                </a:lnTo>
                <a:lnTo>
                  <a:pt x="528" y="14648"/>
                </a:lnTo>
                <a:lnTo>
                  <a:pt x="0" y="12621"/>
                </a:lnTo>
                <a:lnTo>
                  <a:pt x="423" y="10630"/>
                </a:lnTo>
                <a:lnTo>
                  <a:pt x="1010" y="9316"/>
                </a:lnTo>
                <a:lnTo>
                  <a:pt x="2174" y="8094"/>
                </a:lnTo>
                <a:lnTo>
                  <a:pt x="4317" y="6375"/>
                </a:lnTo>
                <a:lnTo>
                  <a:pt x="6249" y="5381"/>
                </a:lnTo>
                <a:lnTo>
                  <a:pt x="8189" y="4419"/>
                </a:lnTo>
                <a:lnTo>
                  <a:pt x="10136" y="3484"/>
                </a:lnTo>
                <a:lnTo>
                  <a:pt x="12097" y="2577"/>
                </a:lnTo>
                <a:lnTo>
                  <a:pt x="14075" y="1694"/>
                </a:lnTo>
                <a:lnTo>
                  <a:pt x="16078" y="836"/>
                </a:lnTo>
                <a:lnTo>
                  <a:pt x="18105" y="0"/>
                </a:lnTo>
                <a:close/>
              </a:path>
            </a:pathLst>
          </a:custGeom>
          <a:solidFill>
            <a:srgbClr val="E5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89" name="contour_12587"/>
          <p:cNvSpPr/>
          <p:nvPr/>
        </p:nvSpPr>
        <p:spPr>
          <a:xfrm>
            <a:off x="4208258" y="4691827"/>
            <a:ext cx="29152" cy="59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91"/>
                </a:moveTo>
                <a:lnTo>
                  <a:pt x="3856" y="197"/>
                </a:lnTo>
                <a:lnTo>
                  <a:pt x="6626" y="0"/>
                </a:lnTo>
                <a:lnTo>
                  <a:pt x="9088" y="0"/>
                </a:lnTo>
                <a:lnTo>
                  <a:pt x="12020" y="197"/>
                </a:lnTo>
                <a:lnTo>
                  <a:pt x="16200" y="591"/>
                </a:lnTo>
                <a:lnTo>
                  <a:pt x="17669" y="2188"/>
                </a:lnTo>
                <a:lnTo>
                  <a:pt x="18873" y="3782"/>
                </a:lnTo>
                <a:lnTo>
                  <a:pt x="19823" y="5376"/>
                </a:lnTo>
                <a:lnTo>
                  <a:pt x="20552" y="6986"/>
                </a:lnTo>
                <a:lnTo>
                  <a:pt x="21071" y="8614"/>
                </a:lnTo>
                <a:lnTo>
                  <a:pt x="21406" y="10273"/>
                </a:lnTo>
                <a:lnTo>
                  <a:pt x="21578" y="11975"/>
                </a:lnTo>
                <a:lnTo>
                  <a:pt x="21600" y="13722"/>
                </a:lnTo>
                <a:lnTo>
                  <a:pt x="20207" y="15289"/>
                </a:lnTo>
                <a:lnTo>
                  <a:pt x="18722" y="16655"/>
                </a:lnTo>
                <a:lnTo>
                  <a:pt x="17080" y="17897"/>
                </a:lnTo>
                <a:lnTo>
                  <a:pt x="15250" y="19084"/>
                </a:lnTo>
                <a:lnTo>
                  <a:pt x="13171" y="20295"/>
                </a:lnTo>
                <a:lnTo>
                  <a:pt x="10800" y="21600"/>
                </a:lnTo>
                <a:lnTo>
                  <a:pt x="10800" y="20040"/>
                </a:lnTo>
                <a:lnTo>
                  <a:pt x="10800" y="18475"/>
                </a:lnTo>
                <a:lnTo>
                  <a:pt x="10800" y="16904"/>
                </a:lnTo>
                <a:lnTo>
                  <a:pt x="10800" y="15321"/>
                </a:lnTo>
                <a:lnTo>
                  <a:pt x="10800" y="13722"/>
                </a:lnTo>
                <a:lnTo>
                  <a:pt x="7231" y="13722"/>
                </a:lnTo>
                <a:lnTo>
                  <a:pt x="3640" y="13722"/>
                </a:lnTo>
                <a:lnTo>
                  <a:pt x="0" y="13722"/>
                </a:lnTo>
                <a:lnTo>
                  <a:pt x="0" y="11865"/>
                </a:lnTo>
                <a:lnTo>
                  <a:pt x="0" y="10006"/>
                </a:lnTo>
                <a:lnTo>
                  <a:pt x="0" y="8141"/>
                </a:lnTo>
                <a:lnTo>
                  <a:pt x="0" y="6269"/>
                </a:lnTo>
                <a:lnTo>
                  <a:pt x="0" y="4388"/>
                </a:lnTo>
                <a:lnTo>
                  <a:pt x="0" y="2497"/>
                </a:lnTo>
                <a:lnTo>
                  <a:pt x="0" y="591"/>
                </a:lnTo>
                <a:close/>
              </a:path>
            </a:pathLst>
          </a:custGeom>
          <a:solidFill>
            <a:srgbClr val="DEC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0" name="contour_12588"/>
          <p:cNvSpPr/>
          <p:nvPr/>
        </p:nvSpPr>
        <p:spPr>
          <a:xfrm>
            <a:off x="4368594" y="4708043"/>
            <a:ext cx="2802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53" y="0"/>
                </a:moveTo>
                <a:lnTo>
                  <a:pt x="18589" y="1670"/>
                </a:lnTo>
                <a:lnTo>
                  <a:pt x="19892" y="3326"/>
                </a:lnTo>
                <a:lnTo>
                  <a:pt x="20802" y="4968"/>
                </a:lnTo>
                <a:lnTo>
                  <a:pt x="21358" y="6602"/>
                </a:lnTo>
                <a:lnTo>
                  <a:pt x="21600" y="8234"/>
                </a:lnTo>
                <a:lnTo>
                  <a:pt x="21561" y="9864"/>
                </a:lnTo>
                <a:lnTo>
                  <a:pt x="21285" y="11498"/>
                </a:lnTo>
                <a:lnTo>
                  <a:pt x="20814" y="13140"/>
                </a:lnTo>
                <a:lnTo>
                  <a:pt x="20184" y="14794"/>
                </a:lnTo>
                <a:lnTo>
                  <a:pt x="19432" y="16464"/>
                </a:lnTo>
                <a:lnTo>
                  <a:pt x="18600" y="18151"/>
                </a:lnTo>
                <a:lnTo>
                  <a:pt x="17729" y="19862"/>
                </a:lnTo>
                <a:lnTo>
                  <a:pt x="16853" y="21600"/>
                </a:lnTo>
                <a:lnTo>
                  <a:pt x="13600" y="20534"/>
                </a:lnTo>
                <a:lnTo>
                  <a:pt x="10533" y="19452"/>
                </a:lnTo>
                <a:lnTo>
                  <a:pt x="7634" y="18324"/>
                </a:lnTo>
                <a:lnTo>
                  <a:pt x="4915" y="17124"/>
                </a:lnTo>
                <a:lnTo>
                  <a:pt x="2371" y="15826"/>
                </a:lnTo>
                <a:lnTo>
                  <a:pt x="0" y="14400"/>
                </a:lnTo>
                <a:lnTo>
                  <a:pt x="6" y="12571"/>
                </a:lnTo>
                <a:lnTo>
                  <a:pt x="404" y="10980"/>
                </a:lnTo>
                <a:lnTo>
                  <a:pt x="1185" y="9518"/>
                </a:lnTo>
                <a:lnTo>
                  <a:pt x="2320" y="8074"/>
                </a:lnTo>
                <a:lnTo>
                  <a:pt x="3809" y="6538"/>
                </a:lnTo>
                <a:lnTo>
                  <a:pt x="5618" y="4800"/>
                </a:lnTo>
                <a:lnTo>
                  <a:pt x="9331" y="4800"/>
                </a:lnTo>
                <a:lnTo>
                  <a:pt x="13067" y="4800"/>
                </a:lnTo>
                <a:lnTo>
                  <a:pt x="16853" y="4800"/>
                </a:lnTo>
                <a:lnTo>
                  <a:pt x="16853" y="3214"/>
                </a:lnTo>
                <a:lnTo>
                  <a:pt x="16853" y="1618"/>
                </a:lnTo>
                <a:lnTo>
                  <a:pt x="16853" y="0"/>
                </a:lnTo>
                <a:close/>
              </a:path>
            </a:pathLst>
          </a:custGeom>
          <a:solidFill>
            <a:srgbClr val="D7C0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1" name="contour_12589"/>
          <p:cNvSpPr/>
          <p:nvPr/>
        </p:nvSpPr>
        <p:spPr>
          <a:xfrm>
            <a:off x="4361306" y="4693467"/>
            <a:ext cx="3107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43" y="0"/>
                </a:lnTo>
                <a:lnTo>
                  <a:pt x="6692" y="0"/>
                </a:lnTo>
                <a:lnTo>
                  <a:pt x="10055" y="0"/>
                </a:lnTo>
                <a:lnTo>
                  <a:pt x="13434" y="0"/>
                </a:lnTo>
                <a:lnTo>
                  <a:pt x="16833" y="0"/>
                </a:lnTo>
                <a:lnTo>
                  <a:pt x="20263" y="0"/>
                </a:lnTo>
                <a:lnTo>
                  <a:pt x="21007" y="4028"/>
                </a:lnTo>
                <a:lnTo>
                  <a:pt x="21453" y="6872"/>
                </a:lnTo>
                <a:lnTo>
                  <a:pt x="21600" y="8932"/>
                </a:lnTo>
                <a:lnTo>
                  <a:pt x="21453" y="10609"/>
                </a:lnTo>
                <a:lnTo>
                  <a:pt x="21007" y="12298"/>
                </a:lnTo>
                <a:lnTo>
                  <a:pt x="20263" y="14400"/>
                </a:lnTo>
                <a:lnTo>
                  <a:pt x="17517" y="15844"/>
                </a:lnTo>
                <a:lnTo>
                  <a:pt x="14797" y="17064"/>
                </a:lnTo>
                <a:lnTo>
                  <a:pt x="12051" y="18112"/>
                </a:lnTo>
                <a:lnTo>
                  <a:pt x="9245" y="19040"/>
                </a:lnTo>
                <a:lnTo>
                  <a:pt x="6327" y="19897"/>
                </a:lnTo>
                <a:lnTo>
                  <a:pt x="3262" y="2073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FC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2" name="contour_12590"/>
          <p:cNvSpPr/>
          <p:nvPr/>
        </p:nvSpPr>
        <p:spPr>
          <a:xfrm>
            <a:off x="2233212" y="4699465"/>
            <a:ext cx="51796" cy="45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19"/>
                </a:moveTo>
                <a:lnTo>
                  <a:pt x="4045" y="304"/>
                </a:lnTo>
                <a:lnTo>
                  <a:pt x="7243" y="91"/>
                </a:lnTo>
                <a:lnTo>
                  <a:pt x="9753" y="0"/>
                </a:lnTo>
                <a:lnTo>
                  <a:pt x="11732" y="52"/>
                </a:lnTo>
                <a:lnTo>
                  <a:pt x="13336" y="273"/>
                </a:lnTo>
                <a:lnTo>
                  <a:pt x="14728" y="682"/>
                </a:lnTo>
                <a:lnTo>
                  <a:pt x="16059" y="1297"/>
                </a:lnTo>
                <a:lnTo>
                  <a:pt x="17491" y="2144"/>
                </a:lnTo>
                <a:lnTo>
                  <a:pt x="19184" y="3242"/>
                </a:lnTo>
                <a:lnTo>
                  <a:pt x="20165" y="5563"/>
                </a:lnTo>
                <a:lnTo>
                  <a:pt x="20855" y="7784"/>
                </a:lnTo>
                <a:lnTo>
                  <a:pt x="21296" y="9949"/>
                </a:lnTo>
                <a:lnTo>
                  <a:pt x="21530" y="12106"/>
                </a:lnTo>
                <a:lnTo>
                  <a:pt x="21600" y="14302"/>
                </a:lnTo>
                <a:lnTo>
                  <a:pt x="21554" y="16582"/>
                </a:lnTo>
                <a:lnTo>
                  <a:pt x="21430" y="19002"/>
                </a:lnTo>
                <a:lnTo>
                  <a:pt x="21275" y="21600"/>
                </a:lnTo>
                <a:lnTo>
                  <a:pt x="19378" y="20614"/>
                </a:lnTo>
                <a:lnTo>
                  <a:pt x="17619" y="19512"/>
                </a:lnTo>
                <a:lnTo>
                  <a:pt x="15980" y="18299"/>
                </a:lnTo>
                <a:lnTo>
                  <a:pt x="14430" y="16984"/>
                </a:lnTo>
                <a:lnTo>
                  <a:pt x="12950" y="15578"/>
                </a:lnTo>
                <a:lnTo>
                  <a:pt x="11513" y="14082"/>
                </a:lnTo>
                <a:lnTo>
                  <a:pt x="10093" y="12505"/>
                </a:lnTo>
                <a:lnTo>
                  <a:pt x="8671" y="10858"/>
                </a:lnTo>
                <a:lnTo>
                  <a:pt x="7218" y="9144"/>
                </a:lnTo>
                <a:lnTo>
                  <a:pt x="5860" y="7550"/>
                </a:lnTo>
                <a:lnTo>
                  <a:pt x="4495" y="5945"/>
                </a:lnTo>
                <a:lnTo>
                  <a:pt x="3109" y="4322"/>
                </a:lnTo>
                <a:lnTo>
                  <a:pt x="2082" y="3098"/>
                </a:lnTo>
                <a:lnTo>
                  <a:pt x="1049" y="1867"/>
                </a:lnTo>
                <a:lnTo>
                  <a:pt x="0" y="619"/>
                </a:lnTo>
                <a:close/>
              </a:path>
            </a:pathLst>
          </a:custGeom>
          <a:solidFill>
            <a:srgbClr val="5450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3" name="contour_12591"/>
          <p:cNvSpPr/>
          <p:nvPr/>
        </p:nvSpPr>
        <p:spPr>
          <a:xfrm>
            <a:off x="1606445" y="4678891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1F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4" name="contour_12592"/>
          <p:cNvSpPr/>
          <p:nvPr/>
        </p:nvSpPr>
        <p:spPr>
          <a:xfrm>
            <a:off x="2553884" y="4671603"/>
            <a:ext cx="291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357" y="1398"/>
                </a:lnTo>
                <a:lnTo>
                  <a:pt x="21098" y="2793"/>
                </a:lnTo>
                <a:lnTo>
                  <a:pt x="20822" y="4188"/>
                </a:lnTo>
                <a:lnTo>
                  <a:pt x="20531" y="5581"/>
                </a:lnTo>
                <a:lnTo>
                  <a:pt x="20228" y="6975"/>
                </a:lnTo>
                <a:lnTo>
                  <a:pt x="19915" y="8370"/>
                </a:lnTo>
                <a:lnTo>
                  <a:pt x="19732" y="9556"/>
                </a:lnTo>
                <a:lnTo>
                  <a:pt x="19543" y="10757"/>
                </a:lnTo>
                <a:lnTo>
                  <a:pt x="19170" y="12122"/>
                </a:lnTo>
                <a:lnTo>
                  <a:pt x="18706" y="13429"/>
                </a:lnTo>
                <a:lnTo>
                  <a:pt x="18095" y="14705"/>
                </a:lnTo>
                <a:lnTo>
                  <a:pt x="17280" y="15980"/>
                </a:lnTo>
                <a:lnTo>
                  <a:pt x="16200" y="17280"/>
                </a:lnTo>
                <a:lnTo>
                  <a:pt x="12652" y="18431"/>
                </a:lnTo>
                <a:lnTo>
                  <a:pt x="10044" y="19252"/>
                </a:lnTo>
                <a:lnTo>
                  <a:pt x="7927" y="19857"/>
                </a:lnTo>
                <a:lnTo>
                  <a:pt x="5843" y="20371"/>
                </a:lnTo>
                <a:lnTo>
                  <a:pt x="3353" y="20913"/>
                </a:lnTo>
                <a:lnTo>
                  <a:pt x="0" y="21600"/>
                </a:lnTo>
                <a:lnTo>
                  <a:pt x="562" y="20248"/>
                </a:lnTo>
                <a:lnTo>
                  <a:pt x="1139" y="18896"/>
                </a:lnTo>
                <a:lnTo>
                  <a:pt x="1723" y="17546"/>
                </a:lnTo>
                <a:lnTo>
                  <a:pt x="2311" y="16196"/>
                </a:lnTo>
                <a:lnTo>
                  <a:pt x="2905" y="14846"/>
                </a:lnTo>
                <a:lnTo>
                  <a:pt x="3510" y="13498"/>
                </a:lnTo>
                <a:lnTo>
                  <a:pt x="4115" y="12148"/>
                </a:lnTo>
                <a:lnTo>
                  <a:pt x="4725" y="10800"/>
                </a:lnTo>
                <a:lnTo>
                  <a:pt x="4914" y="10342"/>
                </a:lnTo>
                <a:lnTo>
                  <a:pt x="5249" y="9532"/>
                </a:lnTo>
                <a:lnTo>
                  <a:pt x="6010" y="7679"/>
                </a:lnTo>
                <a:lnTo>
                  <a:pt x="6691" y="6212"/>
                </a:lnTo>
                <a:lnTo>
                  <a:pt x="7382" y="4726"/>
                </a:lnTo>
                <a:lnTo>
                  <a:pt x="7981" y="3365"/>
                </a:lnTo>
                <a:lnTo>
                  <a:pt x="8581" y="1983"/>
                </a:lnTo>
                <a:lnTo>
                  <a:pt x="9131" y="1490"/>
                </a:lnTo>
                <a:lnTo>
                  <a:pt x="10800" y="0"/>
                </a:lnTo>
                <a:close/>
              </a:path>
            </a:pathLst>
          </a:custGeom>
          <a:solidFill>
            <a:srgbClr val="6730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5" name="contour_12593"/>
          <p:cNvSpPr/>
          <p:nvPr/>
        </p:nvSpPr>
        <p:spPr>
          <a:xfrm>
            <a:off x="797478" y="4664315"/>
            <a:ext cx="3177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68" y="1501"/>
                </a:lnTo>
                <a:lnTo>
                  <a:pt x="8813" y="2632"/>
                </a:lnTo>
                <a:lnTo>
                  <a:pt x="11578" y="3524"/>
                </a:lnTo>
                <a:lnTo>
                  <a:pt x="13718" y="4302"/>
                </a:lnTo>
                <a:lnTo>
                  <a:pt x="15571" y="5087"/>
                </a:lnTo>
                <a:lnTo>
                  <a:pt x="17488" y="6012"/>
                </a:lnTo>
                <a:lnTo>
                  <a:pt x="19817" y="7200"/>
                </a:lnTo>
                <a:lnTo>
                  <a:pt x="21006" y="9986"/>
                </a:lnTo>
                <a:lnTo>
                  <a:pt x="21600" y="11941"/>
                </a:lnTo>
                <a:lnTo>
                  <a:pt x="21600" y="13583"/>
                </a:lnTo>
                <a:lnTo>
                  <a:pt x="21006" y="15430"/>
                </a:lnTo>
                <a:lnTo>
                  <a:pt x="19817" y="18000"/>
                </a:lnTo>
                <a:lnTo>
                  <a:pt x="16552" y="18976"/>
                </a:lnTo>
                <a:lnTo>
                  <a:pt x="13356" y="19728"/>
                </a:lnTo>
                <a:lnTo>
                  <a:pt x="10166" y="20315"/>
                </a:lnTo>
                <a:lnTo>
                  <a:pt x="6921" y="20786"/>
                </a:lnTo>
                <a:lnTo>
                  <a:pt x="3552" y="21197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24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6" name="contour_12594"/>
          <p:cNvSpPr/>
          <p:nvPr/>
        </p:nvSpPr>
        <p:spPr>
          <a:xfrm>
            <a:off x="535110" y="4649739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09"/>
                </a:lnTo>
                <a:lnTo>
                  <a:pt x="7133" y="1018"/>
                </a:lnTo>
                <a:lnTo>
                  <a:pt x="10719" y="1531"/>
                </a:lnTo>
                <a:lnTo>
                  <a:pt x="14321" y="2046"/>
                </a:lnTo>
                <a:lnTo>
                  <a:pt x="17944" y="2564"/>
                </a:lnTo>
                <a:lnTo>
                  <a:pt x="21600" y="3086"/>
                </a:lnTo>
                <a:lnTo>
                  <a:pt x="20682" y="4940"/>
                </a:lnTo>
                <a:lnTo>
                  <a:pt x="19748" y="6795"/>
                </a:lnTo>
                <a:lnTo>
                  <a:pt x="18803" y="8646"/>
                </a:lnTo>
                <a:lnTo>
                  <a:pt x="17842" y="10495"/>
                </a:lnTo>
                <a:lnTo>
                  <a:pt x="16875" y="12343"/>
                </a:lnTo>
                <a:lnTo>
                  <a:pt x="16486" y="13108"/>
                </a:lnTo>
                <a:lnTo>
                  <a:pt x="15795" y="14457"/>
                </a:lnTo>
                <a:lnTo>
                  <a:pt x="14218" y="17552"/>
                </a:lnTo>
                <a:lnTo>
                  <a:pt x="13090" y="18888"/>
                </a:lnTo>
                <a:lnTo>
                  <a:pt x="11950" y="20236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2B2A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7" name="contour_12595"/>
          <p:cNvSpPr/>
          <p:nvPr/>
        </p:nvSpPr>
        <p:spPr>
          <a:xfrm>
            <a:off x="6759055" y="4657027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ACC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8" name="contour_12596"/>
          <p:cNvSpPr/>
          <p:nvPr/>
        </p:nvSpPr>
        <p:spPr>
          <a:xfrm>
            <a:off x="2240500" y="464973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21600" y="7171"/>
                </a:lnTo>
                <a:lnTo>
                  <a:pt x="21600" y="10027"/>
                </a:lnTo>
                <a:lnTo>
                  <a:pt x="21600" y="12895"/>
                </a:lnTo>
                <a:lnTo>
                  <a:pt x="21600" y="15777"/>
                </a:lnTo>
                <a:lnTo>
                  <a:pt x="21600" y="18675"/>
                </a:lnTo>
                <a:lnTo>
                  <a:pt x="21600" y="21600"/>
                </a:lnTo>
                <a:lnTo>
                  <a:pt x="19253" y="21371"/>
                </a:lnTo>
                <a:lnTo>
                  <a:pt x="16949" y="21099"/>
                </a:lnTo>
                <a:lnTo>
                  <a:pt x="14677" y="20758"/>
                </a:lnTo>
                <a:lnTo>
                  <a:pt x="12434" y="20326"/>
                </a:lnTo>
                <a:lnTo>
                  <a:pt x="10213" y="19781"/>
                </a:lnTo>
                <a:lnTo>
                  <a:pt x="8006" y="19107"/>
                </a:lnTo>
                <a:lnTo>
                  <a:pt x="5803" y="18282"/>
                </a:lnTo>
                <a:lnTo>
                  <a:pt x="3600" y="17280"/>
                </a:lnTo>
                <a:lnTo>
                  <a:pt x="2369" y="14416"/>
                </a:lnTo>
                <a:lnTo>
                  <a:pt x="1508" y="11707"/>
                </a:lnTo>
                <a:lnTo>
                  <a:pt x="932" y="9037"/>
                </a:lnTo>
                <a:lnTo>
                  <a:pt x="544" y="6277"/>
                </a:lnTo>
                <a:lnTo>
                  <a:pt x="263" y="3309"/>
                </a:lnTo>
                <a:lnTo>
                  <a:pt x="0" y="0"/>
                </a:lnTo>
                <a:close/>
              </a:path>
            </a:pathLst>
          </a:custGeom>
          <a:solidFill>
            <a:srgbClr val="F6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599" name="contour_12597"/>
          <p:cNvSpPr/>
          <p:nvPr/>
        </p:nvSpPr>
        <p:spPr>
          <a:xfrm>
            <a:off x="10862194" y="4627875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022" y="1782"/>
                </a:lnTo>
                <a:lnTo>
                  <a:pt x="10788" y="3571"/>
                </a:lnTo>
                <a:lnTo>
                  <a:pt x="11562" y="5375"/>
                </a:lnTo>
                <a:lnTo>
                  <a:pt x="12343" y="7200"/>
                </a:lnTo>
                <a:lnTo>
                  <a:pt x="14731" y="8309"/>
                </a:lnTo>
                <a:lnTo>
                  <a:pt x="16407" y="9050"/>
                </a:lnTo>
                <a:lnTo>
                  <a:pt x="17814" y="9598"/>
                </a:lnTo>
                <a:lnTo>
                  <a:pt x="19397" y="10123"/>
                </a:lnTo>
                <a:lnTo>
                  <a:pt x="21600" y="10800"/>
                </a:lnTo>
                <a:lnTo>
                  <a:pt x="20989" y="12938"/>
                </a:lnTo>
                <a:lnTo>
                  <a:pt x="20375" y="15084"/>
                </a:lnTo>
                <a:lnTo>
                  <a:pt x="19761" y="17237"/>
                </a:lnTo>
                <a:lnTo>
                  <a:pt x="19141" y="19408"/>
                </a:lnTo>
                <a:lnTo>
                  <a:pt x="18514" y="21600"/>
                </a:lnTo>
                <a:lnTo>
                  <a:pt x="16478" y="20808"/>
                </a:lnTo>
                <a:lnTo>
                  <a:pt x="14438" y="20016"/>
                </a:lnTo>
                <a:lnTo>
                  <a:pt x="12398" y="19220"/>
                </a:lnTo>
                <a:lnTo>
                  <a:pt x="10353" y="18425"/>
                </a:lnTo>
                <a:lnTo>
                  <a:pt x="8301" y="17629"/>
                </a:lnTo>
                <a:lnTo>
                  <a:pt x="6239" y="16826"/>
                </a:lnTo>
                <a:lnTo>
                  <a:pt x="4172" y="16024"/>
                </a:lnTo>
                <a:lnTo>
                  <a:pt x="2092" y="15214"/>
                </a:lnTo>
                <a:lnTo>
                  <a:pt x="0" y="14400"/>
                </a:lnTo>
                <a:lnTo>
                  <a:pt x="1308" y="12362"/>
                </a:lnTo>
                <a:lnTo>
                  <a:pt x="2620" y="10325"/>
                </a:lnTo>
                <a:lnTo>
                  <a:pt x="3934" y="8280"/>
                </a:lnTo>
                <a:lnTo>
                  <a:pt x="5255" y="6228"/>
                </a:lnTo>
                <a:lnTo>
                  <a:pt x="6579" y="4165"/>
                </a:lnTo>
                <a:lnTo>
                  <a:pt x="7915" y="2092"/>
                </a:lnTo>
                <a:lnTo>
                  <a:pt x="9257" y="0"/>
                </a:lnTo>
                <a:close/>
              </a:path>
            </a:pathLst>
          </a:custGeom>
          <a:solidFill>
            <a:srgbClr val="E4E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0" name="contour_12598"/>
          <p:cNvSpPr/>
          <p:nvPr/>
        </p:nvSpPr>
        <p:spPr>
          <a:xfrm>
            <a:off x="11015242" y="4627875"/>
            <a:ext cx="8016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0"/>
                </a:moveTo>
                <a:lnTo>
                  <a:pt x="3191" y="828"/>
                </a:lnTo>
                <a:lnTo>
                  <a:pt x="4420" y="1663"/>
                </a:lnTo>
                <a:lnTo>
                  <a:pt x="5647" y="2498"/>
                </a:lnTo>
                <a:lnTo>
                  <a:pt x="6875" y="3341"/>
                </a:lnTo>
                <a:lnTo>
                  <a:pt x="8102" y="4190"/>
                </a:lnTo>
                <a:lnTo>
                  <a:pt x="9327" y="5040"/>
                </a:lnTo>
                <a:lnTo>
                  <a:pt x="10555" y="5897"/>
                </a:lnTo>
                <a:lnTo>
                  <a:pt x="11782" y="6754"/>
                </a:lnTo>
                <a:lnTo>
                  <a:pt x="12720" y="7380"/>
                </a:lnTo>
                <a:lnTo>
                  <a:pt x="13663" y="8014"/>
                </a:lnTo>
                <a:lnTo>
                  <a:pt x="14619" y="8647"/>
                </a:lnTo>
                <a:lnTo>
                  <a:pt x="15287" y="9122"/>
                </a:lnTo>
                <a:lnTo>
                  <a:pt x="17304" y="10548"/>
                </a:lnTo>
                <a:lnTo>
                  <a:pt x="17924" y="10973"/>
                </a:lnTo>
                <a:lnTo>
                  <a:pt x="19797" y="12262"/>
                </a:lnTo>
                <a:lnTo>
                  <a:pt x="20693" y="13320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389" y="17323"/>
                </a:lnTo>
                <a:lnTo>
                  <a:pt x="780" y="13032"/>
                </a:lnTo>
                <a:lnTo>
                  <a:pt x="1170" y="8726"/>
                </a:lnTo>
                <a:lnTo>
                  <a:pt x="1565" y="4385"/>
                </a:lnTo>
                <a:lnTo>
                  <a:pt x="1964" y="0"/>
                </a:lnTo>
                <a:close/>
              </a:path>
            </a:pathLst>
          </a:custGeom>
          <a:solidFill>
            <a:srgbClr val="9C9E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1" name="contour_12599"/>
          <p:cNvSpPr/>
          <p:nvPr/>
        </p:nvSpPr>
        <p:spPr>
          <a:xfrm>
            <a:off x="10891346" y="4618488"/>
            <a:ext cx="58304" cy="30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85"/>
                </a:moveTo>
                <a:lnTo>
                  <a:pt x="3969" y="846"/>
                </a:lnTo>
                <a:lnTo>
                  <a:pt x="7171" y="376"/>
                </a:lnTo>
                <a:lnTo>
                  <a:pt x="9717" y="83"/>
                </a:lnTo>
                <a:lnTo>
                  <a:pt x="11718" y="0"/>
                </a:lnTo>
                <a:lnTo>
                  <a:pt x="13284" y="139"/>
                </a:lnTo>
                <a:lnTo>
                  <a:pt x="14526" y="521"/>
                </a:lnTo>
                <a:lnTo>
                  <a:pt x="15555" y="1170"/>
                </a:lnTo>
                <a:lnTo>
                  <a:pt x="16484" y="2109"/>
                </a:lnTo>
                <a:lnTo>
                  <a:pt x="17420" y="3357"/>
                </a:lnTo>
                <a:lnTo>
                  <a:pt x="18479" y="4929"/>
                </a:lnTo>
                <a:lnTo>
                  <a:pt x="19335" y="7528"/>
                </a:lnTo>
                <a:lnTo>
                  <a:pt x="19945" y="9648"/>
                </a:lnTo>
                <a:lnTo>
                  <a:pt x="20601" y="12417"/>
                </a:lnTo>
                <a:lnTo>
                  <a:pt x="21600" y="16954"/>
                </a:lnTo>
                <a:lnTo>
                  <a:pt x="19772" y="18867"/>
                </a:lnTo>
                <a:lnTo>
                  <a:pt x="18033" y="20228"/>
                </a:lnTo>
                <a:lnTo>
                  <a:pt x="16357" y="21100"/>
                </a:lnTo>
                <a:lnTo>
                  <a:pt x="14701" y="21533"/>
                </a:lnTo>
                <a:lnTo>
                  <a:pt x="13044" y="21600"/>
                </a:lnTo>
                <a:lnTo>
                  <a:pt x="11345" y="21347"/>
                </a:lnTo>
                <a:lnTo>
                  <a:pt x="9577" y="20842"/>
                </a:lnTo>
                <a:lnTo>
                  <a:pt x="7703" y="20146"/>
                </a:lnTo>
                <a:lnTo>
                  <a:pt x="5694" y="19311"/>
                </a:lnTo>
                <a:lnTo>
                  <a:pt x="3928" y="17820"/>
                </a:lnTo>
                <a:lnTo>
                  <a:pt x="2800" y="16243"/>
                </a:lnTo>
                <a:lnTo>
                  <a:pt x="1822" y="13592"/>
                </a:lnTo>
                <a:lnTo>
                  <a:pt x="508" y="8900"/>
                </a:lnTo>
                <a:lnTo>
                  <a:pt x="340" y="6451"/>
                </a:lnTo>
                <a:lnTo>
                  <a:pt x="170" y="3986"/>
                </a:lnTo>
                <a:lnTo>
                  <a:pt x="0" y="1485"/>
                </a:lnTo>
                <a:close/>
              </a:path>
            </a:pathLst>
          </a:custGeom>
          <a:solidFill>
            <a:srgbClr val="E0E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2" name="contour_12600"/>
          <p:cNvSpPr/>
          <p:nvPr/>
        </p:nvSpPr>
        <p:spPr>
          <a:xfrm>
            <a:off x="9652387" y="4576859"/>
            <a:ext cx="58304" cy="65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" y="966"/>
                </a:lnTo>
                <a:lnTo>
                  <a:pt x="991" y="1950"/>
                </a:lnTo>
                <a:lnTo>
                  <a:pt x="1982" y="3742"/>
                </a:lnTo>
                <a:lnTo>
                  <a:pt x="2994" y="5398"/>
                </a:lnTo>
                <a:lnTo>
                  <a:pt x="4034" y="6931"/>
                </a:lnTo>
                <a:lnTo>
                  <a:pt x="5106" y="8348"/>
                </a:lnTo>
                <a:lnTo>
                  <a:pt x="6224" y="9663"/>
                </a:lnTo>
                <a:lnTo>
                  <a:pt x="7393" y="10886"/>
                </a:lnTo>
                <a:lnTo>
                  <a:pt x="8621" y="12024"/>
                </a:lnTo>
                <a:lnTo>
                  <a:pt x="9920" y="13090"/>
                </a:lnTo>
                <a:lnTo>
                  <a:pt x="11291" y="14092"/>
                </a:lnTo>
                <a:lnTo>
                  <a:pt x="12752" y="15042"/>
                </a:lnTo>
                <a:lnTo>
                  <a:pt x="14302" y="15952"/>
                </a:lnTo>
                <a:lnTo>
                  <a:pt x="15954" y="16829"/>
                </a:lnTo>
                <a:lnTo>
                  <a:pt x="17717" y="17684"/>
                </a:lnTo>
                <a:lnTo>
                  <a:pt x="19594" y="18529"/>
                </a:lnTo>
                <a:lnTo>
                  <a:pt x="21600" y="19374"/>
                </a:lnTo>
                <a:lnTo>
                  <a:pt x="19780" y="20147"/>
                </a:lnTo>
                <a:lnTo>
                  <a:pt x="18031" y="20772"/>
                </a:lnTo>
                <a:lnTo>
                  <a:pt x="16300" y="21234"/>
                </a:lnTo>
                <a:lnTo>
                  <a:pt x="14531" y="21515"/>
                </a:lnTo>
                <a:lnTo>
                  <a:pt x="12666" y="21600"/>
                </a:lnTo>
                <a:lnTo>
                  <a:pt x="10651" y="21474"/>
                </a:lnTo>
                <a:lnTo>
                  <a:pt x="8697" y="20825"/>
                </a:lnTo>
                <a:lnTo>
                  <a:pt x="7044" y="20140"/>
                </a:lnTo>
                <a:lnTo>
                  <a:pt x="5573" y="19326"/>
                </a:lnTo>
                <a:lnTo>
                  <a:pt x="4163" y="18292"/>
                </a:lnTo>
                <a:lnTo>
                  <a:pt x="2700" y="16953"/>
                </a:lnTo>
                <a:lnTo>
                  <a:pt x="2206" y="15272"/>
                </a:lnTo>
                <a:lnTo>
                  <a:pt x="1777" y="13594"/>
                </a:lnTo>
                <a:lnTo>
                  <a:pt x="1407" y="11915"/>
                </a:lnTo>
                <a:lnTo>
                  <a:pt x="1091" y="10235"/>
                </a:lnTo>
                <a:lnTo>
                  <a:pt x="821" y="8551"/>
                </a:lnTo>
                <a:lnTo>
                  <a:pt x="594" y="6861"/>
                </a:lnTo>
                <a:lnTo>
                  <a:pt x="402" y="5163"/>
                </a:lnTo>
                <a:lnTo>
                  <a:pt x="246" y="3456"/>
                </a:lnTo>
                <a:lnTo>
                  <a:pt x="113" y="1734"/>
                </a:lnTo>
                <a:lnTo>
                  <a:pt x="0" y="0"/>
                </a:lnTo>
                <a:close/>
              </a:path>
            </a:pathLst>
          </a:custGeom>
          <a:solidFill>
            <a:srgbClr val="F0F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3" name="contour_12601"/>
          <p:cNvSpPr/>
          <p:nvPr/>
        </p:nvSpPr>
        <p:spPr>
          <a:xfrm>
            <a:off x="8653933" y="4613299"/>
            <a:ext cx="51016" cy="30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05" y="720"/>
                </a:lnTo>
                <a:lnTo>
                  <a:pt x="3607" y="1455"/>
                </a:lnTo>
                <a:lnTo>
                  <a:pt x="5406" y="2195"/>
                </a:lnTo>
                <a:lnTo>
                  <a:pt x="7205" y="2945"/>
                </a:lnTo>
                <a:lnTo>
                  <a:pt x="9001" y="3700"/>
                </a:lnTo>
                <a:lnTo>
                  <a:pt x="10800" y="4466"/>
                </a:lnTo>
                <a:lnTo>
                  <a:pt x="12349" y="5068"/>
                </a:lnTo>
                <a:lnTo>
                  <a:pt x="13923" y="5681"/>
                </a:lnTo>
                <a:lnTo>
                  <a:pt x="15703" y="6482"/>
                </a:lnTo>
                <a:lnTo>
                  <a:pt x="17098" y="7217"/>
                </a:lnTo>
                <a:lnTo>
                  <a:pt x="18823" y="8319"/>
                </a:lnTo>
                <a:lnTo>
                  <a:pt x="21600" y="10208"/>
                </a:lnTo>
                <a:lnTo>
                  <a:pt x="21600" y="13582"/>
                </a:lnTo>
                <a:lnTo>
                  <a:pt x="21600" y="16976"/>
                </a:lnTo>
                <a:lnTo>
                  <a:pt x="21600" y="20416"/>
                </a:lnTo>
                <a:lnTo>
                  <a:pt x="19511" y="20783"/>
                </a:lnTo>
                <a:lnTo>
                  <a:pt x="17444" y="21105"/>
                </a:lnTo>
                <a:lnTo>
                  <a:pt x="15388" y="21360"/>
                </a:lnTo>
                <a:lnTo>
                  <a:pt x="13346" y="21534"/>
                </a:lnTo>
                <a:lnTo>
                  <a:pt x="11306" y="21600"/>
                </a:lnTo>
                <a:lnTo>
                  <a:pt x="9266" y="21544"/>
                </a:lnTo>
                <a:lnTo>
                  <a:pt x="7221" y="21340"/>
                </a:lnTo>
                <a:lnTo>
                  <a:pt x="5162" y="20972"/>
                </a:lnTo>
                <a:lnTo>
                  <a:pt x="3086" y="20416"/>
                </a:lnTo>
                <a:lnTo>
                  <a:pt x="1910" y="17195"/>
                </a:lnTo>
                <a:lnTo>
                  <a:pt x="1080" y="13975"/>
                </a:lnTo>
                <a:lnTo>
                  <a:pt x="534" y="10698"/>
                </a:lnTo>
                <a:lnTo>
                  <a:pt x="213" y="7314"/>
                </a:lnTo>
                <a:lnTo>
                  <a:pt x="52" y="3767"/>
                </a:lnTo>
                <a:lnTo>
                  <a:pt x="0" y="0"/>
                </a:lnTo>
                <a:close/>
              </a:path>
            </a:pathLst>
          </a:custGeom>
          <a:solidFill>
            <a:srgbClr val="E2E3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4" name="contour_12602"/>
          <p:cNvSpPr/>
          <p:nvPr/>
        </p:nvSpPr>
        <p:spPr>
          <a:xfrm>
            <a:off x="11116355" y="4598271"/>
            <a:ext cx="5923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44" y="0"/>
                </a:moveTo>
                <a:lnTo>
                  <a:pt x="8407" y="82"/>
                </a:lnTo>
                <a:lnTo>
                  <a:pt x="9680" y="167"/>
                </a:lnTo>
                <a:lnTo>
                  <a:pt x="10969" y="253"/>
                </a:lnTo>
                <a:lnTo>
                  <a:pt x="10637" y="3038"/>
                </a:lnTo>
                <a:lnTo>
                  <a:pt x="10304" y="5869"/>
                </a:lnTo>
                <a:lnTo>
                  <a:pt x="10522" y="8062"/>
                </a:lnTo>
                <a:lnTo>
                  <a:pt x="10743" y="10267"/>
                </a:lnTo>
                <a:lnTo>
                  <a:pt x="10969" y="12505"/>
                </a:lnTo>
                <a:lnTo>
                  <a:pt x="12396" y="13996"/>
                </a:lnTo>
                <a:lnTo>
                  <a:pt x="13852" y="15343"/>
                </a:lnTo>
                <a:lnTo>
                  <a:pt x="15341" y="16564"/>
                </a:lnTo>
                <a:lnTo>
                  <a:pt x="16858" y="17683"/>
                </a:lnTo>
                <a:lnTo>
                  <a:pt x="18408" y="18729"/>
                </a:lnTo>
                <a:lnTo>
                  <a:pt x="19987" y="19717"/>
                </a:lnTo>
                <a:lnTo>
                  <a:pt x="21600" y="20673"/>
                </a:lnTo>
                <a:lnTo>
                  <a:pt x="19716" y="20934"/>
                </a:lnTo>
                <a:lnTo>
                  <a:pt x="17845" y="21171"/>
                </a:lnTo>
                <a:lnTo>
                  <a:pt x="15987" y="21363"/>
                </a:lnTo>
                <a:lnTo>
                  <a:pt x="14132" y="21510"/>
                </a:lnTo>
                <a:lnTo>
                  <a:pt x="12284" y="21592"/>
                </a:lnTo>
                <a:lnTo>
                  <a:pt x="10435" y="21600"/>
                </a:lnTo>
                <a:lnTo>
                  <a:pt x="8585" y="21526"/>
                </a:lnTo>
                <a:lnTo>
                  <a:pt x="6730" y="21351"/>
                </a:lnTo>
                <a:lnTo>
                  <a:pt x="4866" y="21073"/>
                </a:lnTo>
                <a:lnTo>
                  <a:pt x="2995" y="20673"/>
                </a:lnTo>
                <a:lnTo>
                  <a:pt x="1834" y="18292"/>
                </a:lnTo>
                <a:lnTo>
                  <a:pt x="1058" y="16062"/>
                </a:lnTo>
                <a:lnTo>
                  <a:pt x="563" y="13787"/>
                </a:lnTo>
                <a:lnTo>
                  <a:pt x="245" y="11268"/>
                </a:lnTo>
                <a:lnTo>
                  <a:pt x="0" y="8307"/>
                </a:lnTo>
                <a:lnTo>
                  <a:pt x="545" y="4639"/>
                </a:lnTo>
                <a:lnTo>
                  <a:pt x="1470" y="2275"/>
                </a:lnTo>
                <a:lnTo>
                  <a:pt x="2841" y="919"/>
                </a:lnTo>
                <a:lnTo>
                  <a:pt x="4712" y="261"/>
                </a:lnTo>
                <a:lnTo>
                  <a:pt x="7144" y="0"/>
                </a:lnTo>
                <a:close/>
              </a:path>
            </a:pathLst>
          </a:custGeom>
          <a:solidFill>
            <a:srgbClr val="E2C2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5" name="contour_12603"/>
          <p:cNvSpPr/>
          <p:nvPr/>
        </p:nvSpPr>
        <p:spPr>
          <a:xfrm>
            <a:off x="10024075" y="4591435"/>
            <a:ext cx="44916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14" y="0"/>
                </a:moveTo>
                <a:lnTo>
                  <a:pt x="13122" y="532"/>
                </a:lnTo>
                <a:lnTo>
                  <a:pt x="14972" y="1015"/>
                </a:lnTo>
                <a:lnTo>
                  <a:pt x="16571" y="1647"/>
                </a:lnTo>
                <a:lnTo>
                  <a:pt x="18421" y="2628"/>
                </a:lnTo>
                <a:lnTo>
                  <a:pt x="21029" y="4158"/>
                </a:lnTo>
                <a:lnTo>
                  <a:pt x="21421" y="7006"/>
                </a:lnTo>
                <a:lnTo>
                  <a:pt x="21596" y="9734"/>
                </a:lnTo>
                <a:lnTo>
                  <a:pt x="21600" y="12403"/>
                </a:lnTo>
                <a:lnTo>
                  <a:pt x="21477" y="15089"/>
                </a:lnTo>
                <a:lnTo>
                  <a:pt x="21271" y="17862"/>
                </a:lnTo>
                <a:lnTo>
                  <a:pt x="21029" y="20789"/>
                </a:lnTo>
                <a:lnTo>
                  <a:pt x="18894" y="20947"/>
                </a:lnTo>
                <a:lnTo>
                  <a:pt x="16756" y="21084"/>
                </a:lnTo>
                <a:lnTo>
                  <a:pt x="14622" y="21205"/>
                </a:lnTo>
                <a:lnTo>
                  <a:pt x="12484" y="21309"/>
                </a:lnTo>
                <a:lnTo>
                  <a:pt x="10101" y="21454"/>
                </a:lnTo>
                <a:lnTo>
                  <a:pt x="7679" y="21600"/>
                </a:lnTo>
                <a:lnTo>
                  <a:pt x="5608" y="21197"/>
                </a:lnTo>
                <a:lnTo>
                  <a:pt x="3505" y="20789"/>
                </a:lnTo>
                <a:lnTo>
                  <a:pt x="2148" y="18303"/>
                </a:lnTo>
                <a:lnTo>
                  <a:pt x="1332" y="16606"/>
                </a:lnTo>
                <a:lnTo>
                  <a:pt x="725" y="14923"/>
                </a:lnTo>
                <a:lnTo>
                  <a:pt x="0" y="12474"/>
                </a:lnTo>
                <a:lnTo>
                  <a:pt x="2082" y="12474"/>
                </a:lnTo>
                <a:lnTo>
                  <a:pt x="4171" y="12474"/>
                </a:lnTo>
                <a:lnTo>
                  <a:pt x="6267" y="12474"/>
                </a:lnTo>
                <a:lnTo>
                  <a:pt x="8380" y="12474"/>
                </a:lnTo>
                <a:lnTo>
                  <a:pt x="10514" y="12474"/>
                </a:lnTo>
                <a:lnTo>
                  <a:pt x="10514" y="10004"/>
                </a:lnTo>
                <a:lnTo>
                  <a:pt x="10514" y="7526"/>
                </a:lnTo>
                <a:lnTo>
                  <a:pt x="10514" y="5039"/>
                </a:lnTo>
                <a:lnTo>
                  <a:pt x="10514" y="2532"/>
                </a:lnTo>
                <a:lnTo>
                  <a:pt x="10514" y="0"/>
                </a:lnTo>
                <a:close/>
              </a:path>
            </a:pathLst>
          </a:custGeom>
          <a:solidFill>
            <a:srgbClr val="6365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6" name="contour_12604"/>
          <p:cNvSpPr/>
          <p:nvPr/>
        </p:nvSpPr>
        <p:spPr>
          <a:xfrm>
            <a:off x="8347837" y="4605799"/>
            <a:ext cx="51016" cy="36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125"/>
                </a:moveTo>
                <a:lnTo>
                  <a:pt x="8230" y="0"/>
                </a:lnTo>
                <a:lnTo>
                  <a:pt x="10217" y="116"/>
                </a:lnTo>
                <a:lnTo>
                  <a:pt x="12145" y="447"/>
                </a:lnTo>
                <a:lnTo>
                  <a:pt x="14040" y="971"/>
                </a:lnTo>
                <a:lnTo>
                  <a:pt x="15913" y="1654"/>
                </a:lnTo>
                <a:lnTo>
                  <a:pt x="17786" y="2478"/>
                </a:lnTo>
                <a:lnTo>
                  <a:pt x="19675" y="3406"/>
                </a:lnTo>
                <a:lnTo>
                  <a:pt x="21600" y="4420"/>
                </a:lnTo>
                <a:lnTo>
                  <a:pt x="21017" y="6799"/>
                </a:lnTo>
                <a:lnTo>
                  <a:pt x="20498" y="8487"/>
                </a:lnTo>
                <a:lnTo>
                  <a:pt x="19761" y="10291"/>
                </a:lnTo>
                <a:lnTo>
                  <a:pt x="18514" y="13010"/>
                </a:lnTo>
                <a:lnTo>
                  <a:pt x="16351" y="14354"/>
                </a:lnTo>
                <a:lnTo>
                  <a:pt x="14777" y="15278"/>
                </a:lnTo>
                <a:lnTo>
                  <a:pt x="13340" y="16012"/>
                </a:lnTo>
                <a:lnTo>
                  <a:pt x="11587" y="16790"/>
                </a:lnTo>
                <a:lnTo>
                  <a:pt x="9066" y="17842"/>
                </a:lnTo>
                <a:lnTo>
                  <a:pt x="7372" y="18563"/>
                </a:lnTo>
                <a:lnTo>
                  <a:pt x="5668" y="19289"/>
                </a:lnTo>
                <a:lnTo>
                  <a:pt x="3940" y="20024"/>
                </a:lnTo>
                <a:lnTo>
                  <a:pt x="2962" y="20415"/>
                </a:lnTo>
                <a:lnTo>
                  <a:pt x="0" y="21600"/>
                </a:lnTo>
                <a:lnTo>
                  <a:pt x="500" y="18679"/>
                </a:lnTo>
                <a:lnTo>
                  <a:pt x="1028" y="15836"/>
                </a:lnTo>
                <a:lnTo>
                  <a:pt x="1608" y="13066"/>
                </a:lnTo>
                <a:lnTo>
                  <a:pt x="2268" y="10360"/>
                </a:lnTo>
                <a:lnTo>
                  <a:pt x="3027" y="7718"/>
                </a:lnTo>
                <a:lnTo>
                  <a:pt x="3916" y="5137"/>
                </a:lnTo>
                <a:lnTo>
                  <a:pt x="4956" y="2607"/>
                </a:lnTo>
                <a:lnTo>
                  <a:pt x="6171" y="125"/>
                </a:lnTo>
                <a:close/>
              </a:path>
            </a:pathLst>
          </a:custGeom>
          <a:solidFill>
            <a:srgbClr val="F4F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7" name="contour_12605"/>
          <p:cNvSpPr/>
          <p:nvPr/>
        </p:nvSpPr>
        <p:spPr>
          <a:xfrm>
            <a:off x="7152606" y="4598723"/>
            <a:ext cx="51016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896"/>
                </a:lnTo>
                <a:lnTo>
                  <a:pt x="21600" y="7806"/>
                </a:lnTo>
                <a:lnTo>
                  <a:pt x="21600" y="11728"/>
                </a:lnTo>
                <a:lnTo>
                  <a:pt x="21600" y="15683"/>
                </a:lnTo>
                <a:lnTo>
                  <a:pt x="21600" y="19678"/>
                </a:lnTo>
                <a:lnTo>
                  <a:pt x="19789" y="19980"/>
                </a:lnTo>
                <a:lnTo>
                  <a:pt x="17977" y="20249"/>
                </a:lnTo>
                <a:lnTo>
                  <a:pt x="16163" y="20491"/>
                </a:lnTo>
                <a:lnTo>
                  <a:pt x="14349" y="20708"/>
                </a:lnTo>
                <a:lnTo>
                  <a:pt x="12534" y="20911"/>
                </a:lnTo>
                <a:lnTo>
                  <a:pt x="11784" y="21010"/>
                </a:lnTo>
                <a:lnTo>
                  <a:pt x="10464" y="21187"/>
                </a:lnTo>
                <a:lnTo>
                  <a:pt x="7437" y="21600"/>
                </a:lnTo>
                <a:lnTo>
                  <a:pt x="5999" y="20964"/>
                </a:lnTo>
                <a:lnTo>
                  <a:pt x="4551" y="20327"/>
                </a:lnTo>
                <a:lnTo>
                  <a:pt x="3086" y="19678"/>
                </a:lnTo>
                <a:lnTo>
                  <a:pt x="2475" y="15782"/>
                </a:lnTo>
                <a:lnTo>
                  <a:pt x="1861" y="11872"/>
                </a:lnTo>
                <a:lnTo>
                  <a:pt x="1247" y="7950"/>
                </a:lnTo>
                <a:lnTo>
                  <a:pt x="626" y="3995"/>
                </a:lnTo>
                <a:lnTo>
                  <a:pt x="0" y="0"/>
                </a:lnTo>
                <a:close/>
              </a:path>
            </a:pathLst>
          </a:custGeom>
          <a:solidFill>
            <a:srgbClr val="EE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8" name="contour_12606"/>
          <p:cNvSpPr/>
          <p:nvPr/>
        </p:nvSpPr>
        <p:spPr>
          <a:xfrm>
            <a:off x="4915193" y="4598723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335"/>
                </a:lnTo>
                <a:lnTo>
                  <a:pt x="2673" y="670"/>
                </a:lnTo>
                <a:lnTo>
                  <a:pt x="4012" y="1004"/>
                </a:lnTo>
                <a:lnTo>
                  <a:pt x="5349" y="1339"/>
                </a:lnTo>
                <a:lnTo>
                  <a:pt x="6688" y="1674"/>
                </a:lnTo>
                <a:lnTo>
                  <a:pt x="8031" y="2009"/>
                </a:lnTo>
                <a:lnTo>
                  <a:pt x="9374" y="2344"/>
                </a:lnTo>
                <a:lnTo>
                  <a:pt x="10719" y="2678"/>
                </a:lnTo>
                <a:lnTo>
                  <a:pt x="12067" y="3019"/>
                </a:lnTo>
                <a:lnTo>
                  <a:pt x="13418" y="3353"/>
                </a:lnTo>
                <a:lnTo>
                  <a:pt x="14772" y="3694"/>
                </a:lnTo>
                <a:lnTo>
                  <a:pt x="16129" y="4034"/>
                </a:lnTo>
                <a:lnTo>
                  <a:pt x="17490" y="4374"/>
                </a:lnTo>
                <a:lnTo>
                  <a:pt x="18855" y="4714"/>
                </a:lnTo>
                <a:lnTo>
                  <a:pt x="20225" y="5054"/>
                </a:lnTo>
                <a:lnTo>
                  <a:pt x="21600" y="5400"/>
                </a:lnTo>
                <a:lnTo>
                  <a:pt x="19621" y="9018"/>
                </a:lnTo>
                <a:lnTo>
                  <a:pt x="18042" y="11853"/>
                </a:lnTo>
                <a:lnTo>
                  <a:pt x="16767" y="14024"/>
                </a:lnTo>
                <a:lnTo>
                  <a:pt x="15711" y="15644"/>
                </a:lnTo>
                <a:lnTo>
                  <a:pt x="14776" y="16832"/>
                </a:lnTo>
                <a:lnTo>
                  <a:pt x="13873" y="17701"/>
                </a:lnTo>
                <a:lnTo>
                  <a:pt x="12909" y="18371"/>
                </a:lnTo>
                <a:lnTo>
                  <a:pt x="11792" y="18954"/>
                </a:lnTo>
                <a:lnTo>
                  <a:pt x="10431" y="19575"/>
                </a:lnTo>
                <a:lnTo>
                  <a:pt x="9143" y="20185"/>
                </a:lnTo>
                <a:lnTo>
                  <a:pt x="7831" y="20801"/>
                </a:lnTo>
                <a:lnTo>
                  <a:pt x="6869" y="21200"/>
                </a:lnTo>
                <a:lnTo>
                  <a:pt x="5891" y="21600"/>
                </a:lnTo>
                <a:lnTo>
                  <a:pt x="5946" y="20461"/>
                </a:lnTo>
                <a:lnTo>
                  <a:pt x="6040" y="18446"/>
                </a:lnTo>
                <a:lnTo>
                  <a:pt x="6260" y="13835"/>
                </a:lnTo>
                <a:lnTo>
                  <a:pt x="6138" y="11048"/>
                </a:lnTo>
                <a:lnTo>
                  <a:pt x="6015" y="8246"/>
                </a:lnTo>
                <a:lnTo>
                  <a:pt x="5891" y="5400"/>
                </a:lnTo>
                <a:lnTo>
                  <a:pt x="4725" y="4331"/>
                </a:lnTo>
                <a:lnTo>
                  <a:pt x="3554" y="3256"/>
                </a:lnTo>
                <a:lnTo>
                  <a:pt x="2380" y="2182"/>
                </a:lnTo>
                <a:lnTo>
                  <a:pt x="1196" y="1096"/>
                </a:lnTo>
                <a:lnTo>
                  <a:pt x="0" y="0"/>
                </a:lnTo>
                <a:close/>
              </a:path>
            </a:pathLst>
          </a:custGeom>
          <a:solidFill>
            <a:srgbClr val="8980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09" name="contour_12607"/>
          <p:cNvSpPr/>
          <p:nvPr/>
        </p:nvSpPr>
        <p:spPr>
          <a:xfrm>
            <a:off x="5410776" y="4590174"/>
            <a:ext cx="51016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17"/>
                </a:moveTo>
                <a:lnTo>
                  <a:pt x="5153" y="594"/>
                </a:lnTo>
                <a:lnTo>
                  <a:pt x="7211" y="245"/>
                </a:lnTo>
                <a:lnTo>
                  <a:pt x="9263" y="52"/>
                </a:lnTo>
                <a:lnTo>
                  <a:pt x="11309" y="0"/>
                </a:lnTo>
                <a:lnTo>
                  <a:pt x="13358" y="65"/>
                </a:lnTo>
                <a:lnTo>
                  <a:pt x="15407" y="226"/>
                </a:lnTo>
                <a:lnTo>
                  <a:pt x="17462" y="471"/>
                </a:lnTo>
                <a:lnTo>
                  <a:pt x="19523" y="775"/>
                </a:lnTo>
                <a:lnTo>
                  <a:pt x="21600" y="1117"/>
                </a:lnTo>
                <a:lnTo>
                  <a:pt x="21390" y="5920"/>
                </a:lnTo>
                <a:lnTo>
                  <a:pt x="21125" y="9328"/>
                </a:lnTo>
                <a:lnTo>
                  <a:pt x="20656" y="12272"/>
                </a:lnTo>
                <a:lnTo>
                  <a:pt x="19835" y="15680"/>
                </a:lnTo>
                <a:lnTo>
                  <a:pt x="18514" y="20483"/>
                </a:lnTo>
                <a:lnTo>
                  <a:pt x="16447" y="21006"/>
                </a:lnTo>
                <a:lnTo>
                  <a:pt x="14389" y="21355"/>
                </a:lnTo>
                <a:lnTo>
                  <a:pt x="12337" y="21548"/>
                </a:lnTo>
                <a:lnTo>
                  <a:pt x="10291" y="21600"/>
                </a:lnTo>
                <a:lnTo>
                  <a:pt x="8242" y="21535"/>
                </a:lnTo>
                <a:lnTo>
                  <a:pt x="6193" y="21374"/>
                </a:lnTo>
                <a:lnTo>
                  <a:pt x="4138" y="21129"/>
                </a:lnTo>
                <a:lnTo>
                  <a:pt x="2077" y="20825"/>
                </a:lnTo>
                <a:lnTo>
                  <a:pt x="0" y="20483"/>
                </a:lnTo>
                <a:lnTo>
                  <a:pt x="210" y="15680"/>
                </a:lnTo>
                <a:lnTo>
                  <a:pt x="475" y="12272"/>
                </a:lnTo>
                <a:lnTo>
                  <a:pt x="944" y="9328"/>
                </a:lnTo>
                <a:lnTo>
                  <a:pt x="1765" y="5920"/>
                </a:lnTo>
                <a:lnTo>
                  <a:pt x="3086" y="1117"/>
                </a:lnTo>
                <a:close/>
              </a:path>
            </a:pathLst>
          </a:custGeom>
          <a:solidFill>
            <a:srgbClr val="776A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0" name="contour_12608"/>
          <p:cNvSpPr/>
          <p:nvPr/>
        </p:nvSpPr>
        <p:spPr>
          <a:xfrm>
            <a:off x="5046377" y="4569571"/>
            <a:ext cx="728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6" y="611"/>
                </a:lnTo>
                <a:lnTo>
                  <a:pt x="3186" y="1250"/>
                </a:lnTo>
                <a:lnTo>
                  <a:pt x="4683" y="1922"/>
                </a:lnTo>
                <a:lnTo>
                  <a:pt x="6124" y="2632"/>
                </a:lnTo>
                <a:lnTo>
                  <a:pt x="7508" y="3388"/>
                </a:lnTo>
                <a:lnTo>
                  <a:pt x="8843" y="4197"/>
                </a:lnTo>
                <a:lnTo>
                  <a:pt x="10135" y="5067"/>
                </a:lnTo>
                <a:lnTo>
                  <a:pt x="11388" y="6002"/>
                </a:lnTo>
                <a:lnTo>
                  <a:pt x="12604" y="7011"/>
                </a:lnTo>
                <a:lnTo>
                  <a:pt x="13787" y="8097"/>
                </a:lnTo>
                <a:lnTo>
                  <a:pt x="14947" y="9273"/>
                </a:lnTo>
                <a:lnTo>
                  <a:pt x="16083" y="10541"/>
                </a:lnTo>
                <a:lnTo>
                  <a:pt x="17202" y="11908"/>
                </a:lnTo>
                <a:lnTo>
                  <a:pt x="18310" y="13383"/>
                </a:lnTo>
                <a:lnTo>
                  <a:pt x="19408" y="14972"/>
                </a:lnTo>
                <a:lnTo>
                  <a:pt x="20505" y="16678"/>
                </a:lnTo>
                <a:lnTo>
                  <a:pt x="21600" y="18514"/>
                </a:lnTo>
                <a:lnTo>
                  <a:pt x="20317" y="19125"/>
                </a:lnTo>
                <a:lnTo>
                  <a:pt x="19030" y="19739"/>
                </a:lnTo>
                <a:lnTo>
                  <a:pt x="17738" y="20353"/>
                </a:lnTo>
                <a:lnTo>
                  <a:pt x="16435" y="20974"/>
                </a:lnTo>
                <a:lnTo>
                  <a:pt x="15120" y="21600"/>
                </a:lnTo>
                <a:lnTo>
                  <a:pt x="15120" y="19560"/>
                </a:lnTo>
                <a:lnTo>
                  <a:pt x="15120" y="17508"/>
                </a:lnTo>
                <a:lnTo>
                  <a:pt x="15120" y="15429"/>
                </a:lnTo>
                <a:lnTo>
                  <a:pt x="13796" y="14469"/>
                </a:lnTo>
                <a:lnTo>
                  <a:pt x="12822" y="13846"/>
                </a:lnTo>
                <a:lnTo>
                  <a:pt x="11714" y="13293"/>
                </a:lnTo>
                <a:lnTo>
                  <a:pt x="9990" y="12534"/>
                </a:lnTo>
                <a:lnTo>
                  <a:pt x="8292" y="11618"/>
                </a:lnTo>
                <a:lnTo>
                  <a:pt x="6821" y="10686"/>
                </a:lnTo>
                <a:lnTo>
                  <a:pt x="5543" y="9689"/>
                </a:lnTo>
                <a:lnTo>
                  <a:pt x="4422" y="8588"/>
                </a:lnTo>
                <a:lnTo>
                  <a:pt x="3424" y="7338"/>
                </a:lnTo>
                <a:lnTo>
                  <a:pt x="2519" y="5900"/>
                </a:lnTo>
                <a:lnTo>
                  <a:pt x="1668" y="4224"/>
                </a:lnTo>
                <a:lnTo>
                  <a:pt x="840" y="2271"/>
                </a:lnTo>
                <a:lnTo>
                  <a:pt x="0" y="0"/>
                </a:lnTo>
                <a:close/>
              </a:path>
            </a:pathLst>
          </a:custGeom>
          <a:solidFill>
            <a:srgbClr val="8483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1" name="contour_12609"/>
          <p:cNvSpPr/>
          <p:nvPr/>
        </p:nvSpPr>
        <p:spPr>
          <a:xfrm>
            <a:off x="7145318" y="455499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704" y="2614"/>
                </a:lnTo>
                <a:lnTo>
                  <a:pt x="13065" y="5232"/>
                </a:lnTo>
                <a:lnTo>
                  <a:pt x="13429" y="7845"/>
                </a:lnTo>
                <a:lnTo>
                  <a:pt x="13790" y="10463"/>
                </a:lnTo>
                <a:lnTo>
                  <a:pt x="14151" y="13077"/>
                </a:lnTo>
                <a:lnTo>
                  <a:pt x="14824" y="15163"/>
                </a:lnTo>
                <a:lnTo>
                  <a:pt x="15549" y="16649"/>
                </a:lnTo>
                <a:lnTo>
                  <a:pt x="16681" y="17945"/>
                </a:lnTo>
                <a:lnTo>
                  <a:pt x="18579" y="19457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040" y="12960"/>
                </a:lnTo>
                <a:lnTo>
                  <a:pt x="4092" y="12960"/>
                </a:lnTo>
                <a:lnTo>
                  <a:pt x="6171" y="12960"/>
                </a:lnTo>
                <a:lnTo>
                  <a:pt x="6171" y="10104"/>
                </a:lnTo>
                <a:lnTo>
                  <a:pt x="6171" y="7232"/>
                </a:lnTo>
                <a:lnTo>
                  <a:pt x="6171" y="4320"/>
                </a:lnTo>
                <a:lnTo>
                  <a:pt x="8004" y="2735"/>
                </a:lnTo>
                <a:lnTo>
                  <a:pt x="9257" y="1754"/>
                </a:lnTo>
                <a:lnTo>
                  <a:pt x="10510" y="981"/>
                </a:lnTo>
                <a:lnTo>
                  <a:pt x="12343" y="0"/>
                </a:lnTo>
                <a:close/>
              </a:path>
            </a:pathLst>
          </a:custGeom>
          <a:solidFill>
            <a:srgbClr val="2D2A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2" name="contour_12610"/>
          <p:cNvSpPr/>
          <p:nvPr/>
        </p:nvSpPr>
        <p:spPr>
          <a:xfrm>
            <a:off x="5527384" y="4575598"/>
            <a:ext cx="51016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17"/>
                </a:moveTo>
                <a:lnTo>
                  <a:pt x="5153" y="594"/>
                </a:lnTo>
                <a:lnTo>
                  <a:pt x="7211" y="245"/>
                </a:lnTo>
                <a:lnTo>
                  <a:pt x="9263" y="52"/>
                </a:lnTo>
                <a:lnTo>
                  <a:pt x="11309" y="0"/>
                </a:lnTo>
                <a:lnTo>
                  <a:pt x="13358" y="65"/>
                </a:lnTo>
                <a:lnTo>
                  <a:pt x="15407" y="226"/>
                </a:lnTo>
                <a:lnTo>
                  <a:pt x="17462" y="471"/>
                </a:lnTo>
                <a:lnTo>
                  <a:pt x="19523" y="775"/>
                </a:lnTo>
                <a:lnTo>
                  <a:pt x="21600" y="1117"/>
                </a:lnTo>
                <a:lnTo>
                  <a:pt x="21390" y="5920"/>
                </a:lnTo>
                <a:lnTo>
                  <a:pt x="21125" y="9328"/>
                </a:lnTo>
                <a:lnTo>
                  <a:pt x="20656" y="12272"/>
                </a:lnTo>
                <a:lnTo>
                  <a:pt x="19835" y="15680"/>
                </a:lnTo>
                <a:lnTo>
                  <a:pt x="18514" y="20483"/>
                </a:lnTo>
                <a:lnTo>
                  <a:pt x="16447" y="21006"/>
                </a:lnTo>
                <a:lnTo>
                  <a:pt x="14389" y="21355"/>
                </a:lnTo>
                <a:lnTo>
                  <a:pt x="12337" y="21548"/>
                </a:lnTo>
                <a:lnTo>
                  <a:pt x="10291" y="21600"/>
                </a:lnTo>
                <a:lnTo>
                  <a:pt x="8242" y="21535"/>
                </a:lnTo>
                <a:lnTo>
                  <a:pt x="6193" y="21374"/>
                </a:lnTo>
                <a:lnTo>
                  <a:pt x="4138" y="21129"/>
                </a:lnTo>
                <a:lnTo>
                  <a:pt x="2077" y="20825"/>
                </a:lnTo>
                <a:lnTo>
                  <a:pt x="0" y="20483"/>
                </a:lnTo>
                <a:lnTo>
                  <a:pt x="210" y="15680"/>
                </a:lnTo>
                <a:lnTo>
                  <a:pt x="475" y="12272"/>
                </a:lnTo>
                <a:lnTo>
                  <a:pt x="944" y="9328"/>
                </a:lnTo>
                <a:lnTo>
                  <a:pt x="1765" y="5920"/>
                </a:lnTo>
                <a:lnTo>
                  <a:pt x="3086" y="1117"/>
                </a:lnTo>
                <a:close/>
              </a:path>
            </a:pathLst>
          </a:custGeom>
          <a:solidFill>
            <a:srgbClr val="7261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3" name="contour_12611"/>
          <p:cNvSpPr/>
          <p:nvPr/>
        </p:nvSpPr>
        <p:spPr>
          <a:xfrm>
            <a:off x="2123892" y="456957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19767" y="855"/>
                </a:lnTo>
                <a:lnTo>
                  <a:pt x="17928" y="1715"/>
                </a:lnTo>
                <a:lnTo>
                  <a:pt x="16083" y="2575"/>
                </a:lnTo>
                <a:lnTo>
                  <a:pt x="14222" y="3443"/>
                </a:lnTo>
                <a:lnTo>
                  <a:pt x="12343" y="4320"/>
                </a:lnTo>
                <a:lnTo>
                  <a:pt x="11420" y="6826"/>
                </a:lnTo>
                <a:lnTo>
                  <a:pt x="10893" y="8584"/>
                </a:lnTo>
                <a:lnTo>
                  <a:pt x="10559" y="10441"/>
                </a:lnTo>
                <a:lnTo>
                  <a:pt x="10220" y="13228"/>
                </a:lnTo>
                <a:lnTo>
                  <a:pt x="9902" y="15993"/>
                </a:lnTo>
                <a:lnTo>
                  <a:pt x="9581" y="18779"/>
                </a:lnTo>
                <a:lnTo>
                  <a:pt x="9257" y="21600"/>
                </a:lnTo>
                <a:lnTo>
                  <a:pt x="7285" y="20097"/>
                </a:lnTo>
                <a:lnTo>
                  <a:pt x="5829" y="18943"/>
                </a:lnTo>
                <a:lnTo>
                  <a:pt x="4629" y="17889"/>
                </a:lnTo>
                <a:lnTo>
                  <a:pt x="3428" y="16701"/>
                </a:lnTo>
                <a:lnTo>
                  <a:pt x="1972" y="15137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66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4" name="contour_12612"/>
          <p:cNvSpPr/>
          <p:nvPr/>
        </p:nvSpPr>
        <p:spPr>
          <a:xfrm>
            <a:off x="1220181" y="4575219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600" y="4524"/>
                </a:lnTo>
                <a:lnTo>
                  <a:pt x="21600" y="7904"/>
                </a:lnTo>
                <a:lnTo>
                  <a:pt x="21600" y="11298"/>
                </a:lnTo>
                <a:lnTo>
                  <a:pt x="21600" y="14708"/>
                </a:lnTo>
                <a:lnTo>
                  <a:pt x="21600" y="1813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52" y="15501"/>
                </a:lnTo>
                <a:lnTo>
                  <a:pt x="1175" y="11237"/>
                </a:lnTo>
                <a:lnTo>
                  <a:pt x="1680" y="8236"/>
                </a:lnTo>
                <a:lnTo>
                  <a:pt x="2294" y="5930"/>
                </a:lnTo>
                <a:lnTo>
                  <a:pt x="3132" y="3763"/>
                </a:lnTo>
                <a:lnTo>
                  <a:pt x="4320" y="1150"/>
                </a:lnTo>
                <a:close/>
              </a:path>
            </a:pathLst>
          </a:custGeom>
          <a:solidFill>
            <a:srgbClr val="1D1F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5" name="contour_12613"/>
          <p:cNvSpPr/>
          <p:nvPr/>
        </p:nvSpPr>
        <p:spPr>
          <a:xfrm>
            <a:off x="4303002" y="4554995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56"/>
                </a:lnTo>
                <a:lnTo>
                  <a:pt x="4280" y="713"/>
                </a:lnTo>
                <a:lnTo>
                  <a:pt x="6421" y="1069"/>
                </a:lnTo>
                <a:lnTo>
                  <a:pt x="8566" y="1429"/>
                </a:lnTo>
                <a:lnTo>
                  <a:pt x="10720" y="1786"/>
                </a:lnTo>
                <a:lnTo>
                  <a:pt x="12877" y="2146"/>
                </a:lnTo>
                <a:lnTo>
                  <a:pt x="15043" y="2506"/>
                </a:lnTo>
                <a:lnTo>
                  <a:pt x="17218" y="2869"/>
                </a:lnTo>
                <a:lnTo>
                  <a:pt x="19403" y="3233"/>
                </a:lnTo>
                <a:lnTo>
                  <a:pt x="21600" y="3600"/>
                </a:lnTo>
                <a:lnTo>
                  <a:pt x="20073" y="5382"/>
                </a:lnTo>
                <a:lnTo>
                  <a:pt x="18539" y="7171"/>
                </a:lnTo>
                <a:lnTo>
                  <a:pt x="16993" y="8975"/>
                </a:lnTo>
                <a:lnTo>
                  <a:pt x="15429" y="10800"/>
                </a:lnTo>
                <a:lnTo>
                  <a:pt x="13836" y="10724"/>
                </a:lnTo>
                <a:lnTo>
                  <a:pt x="12232" y="10652"/>
                </a:lnTo>
                <a:lnTo>
                  <a:pt x="10609" y="10577"/>
                </a:lnTo>
                <a:lnTo>
                  <a:pt x="9143" y="10649"/>
                </a:lnTo>
                <a:lnTo>
                  <a:pt x="7668" y="10724"/>
                </a:lnTo>
                <a:lnTo>
                  <a:pt x="6171" y="10800"/>
                </a:lnTo>
                <a:lnTo>
                  <a:pt x="5128" y="13478"/>
                </a:lnTo>
                <a:lnTo>
                  <a:pt x="4447" y="15379"/>
                </a:lnTo>
                <a:lnTo>
                  <a:pt x="3977" y="17021"/>
                </a:lnTo>
                <a:lnTo>
                  <a:pt x="3573" y="18922"/>
                </a:lnTo>
                <a:lnTo>
                  <a:pt x="3086" y="21600"/>
                </a:lnTo>
                <a:lnTo>
                  <a:pt x="2746" y="19224"/>
                </a:lnTo>
                <a:lnTo>
                  <a:pt x="2407" y="16844"/>
                </a:lnTo>
                <a:lnTo>
                  <a:pt x="2067" y="14465"/>
                </a:lnTo>
                <a:lnTo>
                  <a:pt x="1725" y="12078"/>
                </a:lnTo>
                <a:lnTo>
                  <a:pt x="1382" y="9684"/>
                </a:lnTo>
                <a:lnTo>
                  <a:pt x="1040" y="7279"/>
                </a:lnTo>
                <a:lnTo>
                  <a:pt x="694" y="4867"/>
                </a:lnTo>
                <a:lnTo>
                  <a:pt x="349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BD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6" name="contour_12614"/>
          <p:cNvSpPr/>
          <p:nvPr/>
        </p:nvSpPr>
        <p:spPr>
          <a:xfrm>
            <a:off x="5206713" y="454041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5" y="2138"/>
                </a:lnTo>
                <a:lnTo>
                  <a:pt x="1531" y="4285"/>
                </a:lnTo>
                <a:lnTo>
                  <a:pt x="2305" y="6450"/>
                </a:lnTo>
                <a:lnTo>
                  <a:pt x="3086" y="8640"/>
                </a:lnTo>
                <a:lnTo>
                  <a:pt x="5249" y="9521"/>
                </a:lnTo>
                <a:lnTo>
                  <a:pt x="6823" y="10100"/>
                </a:lnTo>
                <a:lnTo>
                  <a:pt x="8260" y="10511"/>
                </a:lnTo>
                <a:lnTo>
                  <a:pt x="10013" y="10882"/>
                </a:lnTo>
                <a:lnTo>
                  <a:pt x="12534" y="11340"/>
                </a:lnTo>
                <a:lnTo>
                  <a:pt x="14228" y="11664"/>
                </a:lnTo>
                <a:lnTo>
                  <a:pt x="15932" y="11992"/>
                </a:lnTo>
                <a:lnTo>
                  <a:pt x="17660" y="12321"/>
                </a:lnTo>
                <a:lnTo>
                  <a:pt x="18638" y="1248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6050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7" name="contour_12615"/>
          <p:cNvSpPr/>
          <p:nvPr/>
        </p:nvSpPr>
        <p:spPr>
          <a:xfrm>
            <a:off x="9820011" y="452584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02"/>
                </a:lnTo>
                <a:lnTo>
                  <a:pt x="2341" y="389"/>
                </a:lnTo>
                <a:lnTo>
                  <a:pt x="3646" y="608"/>
                </a:lnTo>
                <a:lnTo>
                  <a:pt x="5374" y="896"/>
                </a:lnTo>
                <a:lnTo>
                  <a:pt x="7780" y="1296"/>
                </a:lnTo>
                <a:lnTo>
                  <a:pt x="11115" y="1854"/>
                </a:lnTo>
                <a:lnTo>
                  <a:pt x="15638" y="2606"/>
                </a:lnTo>
                <a:lnTo>
                  <a:pt x="21600" y="3600"/>
                </a:lnTo>
                <a:lnTo>
                  <a:pt x="20529" y="5828"/>
                </a:lnTo>
                <a:lnTo>
                  <a:pt x="19462" y="8057"/>
                </a:lnTo>
                <a:lnTo>
                  <a:pt x="18386" y="10292"/>
                </a:lnTo>
                <a:lnTo>
                  <a:pt x="17310" y="12532"/>
                </a:lnTo>
                <a:lnTo>
                  <a:pt x="16235" y="14782"/>
                </a:lnTo>
                <a:lnTo>
                  <a:pt x="15150" y="17042"/>
                </a:lnTo>
                <a:lnTo>
                  <a:pt x="14057" y="19314"/>
                </a:lnTo>
                <a:lnTo>
                  <a:pt x="12960" y="21600"/>
                </a:lnTo>
                <a:lnTo>
                  <a:pt x="8731" y="19807"/>
                </a:lnTo>
                <a:lnTo>
                  <a:pt x="6074" y="18504"/>
                </a:lnTo>
                <a:lnTo>
                  <a:pt x="4488" y="17305"/>
                </a:lnTo>
                <a:lnTo>
                  <a:pt x="3473" y="15833"/>
                </a:lnTo>
                <a:lnTo>
                  <a:pt x="2532" y="13712"/>
                </a:lnTo>
                <a:lnTo>
                  <a:pt x="2108" y="11426"/>
                </a:lnTo>
                <a:lnTo>
                  <a:pt x="1689" y="9140"/>
                </a:lnTo>
                <a:lnTo>
                  <a:pt x="1266" y="6854"/>
                </a:lnTo>
                <a:lnTo>
                  <a:pt x="842" y="4572"/>
                </a:lnTo>
                <a:lnTo>
                  <a:pt x="423" y="2286"/>
                </a:lnTo>
                <a:lnTo>
                  <a:pt x="0" y="0"/>
                </a:lnTo>
                <a:close/>
              </a:path>
            </a:pathLst>
          </a:custGeom>
          <a:solidFill>
            <a:srgbClr val="6565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8" name="contour_12616"/>
          <p:cNvSpPr/>
          <p:nvPr/>
        </p:nvSpPr>
        <p:spPr>
          <a:xfrm>
            <a:off x="7517006" y="4496691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0" y="168"/>
                </a:lnTo>
                <a:lnTo>
                  <a:pt x="3242" y="367"/>
                </a:lnTo>
                <a:lnTo>
                  <a:pt x="4862" y="588"/>
                </a:lnTo>
                <a:lnTo>
                  <a:pt x="6480" y="825"/>
                </a:lnTo>
                <a:lnTo>
                  <a:pt x="8100" y="1080"/>
                </a:lnTo>
                <a:lnTo>
                  <a:pt x="9605" y="1279"/>
                </a:lnTo>
                <a:lnTo>
                  <a:pt x="11119" y="1482"/>
                </a:lnTo>
                <a:lnTo>
                  <a:pt x="12655" y="1689"/>
                </a:lnTo>
                <a:lnTo>
                  <a:pt x="14650" y="3041"/>
                </a:lnTo>
                <a:lnTo>
                  <a:pt x="16094" y="4303"/>
                </a:lnTo>
                <a:lnTo>
                  <a:pt x="17158" y="5711"/>
                </a:lnTo>
                <a:lnTo>
                  <a:pt x="18010" y="7500"/>
                </a:lnTo>
                <a:lnTo>
                  <a:pt x="18816" y="9901"/>
                </a:lnTo>
                <a:lnTo>
                  <a:pt x="19745" y="13163"/>
                </a:lnTo>
                <a:lnTo>
                  <a:pt x="20386" y="15958"/>
                </a:lnTo>
                <a:lnTo>
                  <a:pt x="21007" y="18770"/>
                </a:lnTo>
                <a:lnTo>
                  <a:pt x="21600" y="21600"/>
                </a:lnTo>
                <a:lnTo>
                  <a:pt x="20052" y="20775"/>
                </a:lnTo>
                <a:lnTo>
                  <a:pt x="18509" y="19937"/>
                </a:lnTo>
                <a:lnTo>
                  <a:pt x="16963" y="19094"/>
                </a:lnTo>
                <a:lnTo>
                  <a:pt x="15422" y="18243"/>
                </a:lnTo>
                <a:lnTo>
                  <a:pt x="13882" y="17388"/>
                </a:lnTo>
                <a:lnTo>
                  <a:pt x="12341" y="16524"/>
                </a:lnTo>
                <a:lnTo>
                  <a:pt x="10800" y="15660"/>
                </a:lnTo>
                <a:lnTo>
                  <a:pt x="9250" y="14839"/>
                </a:lnTo>
                <a:lnTo>
                  <a:pt x="7678" y="14005"/>
                </a:lnTo>
                <a:lnTo>
                  <a:pt x="6214" y="13167"/>
                </a:lnTo>
                <a:lnTo>
                  <a:pt x="4726" y="12321"/>
                </a:lnTo>
                <a:lnTo>
                  <a:pt x="4042" y="11945"/>
                </a:lnTo>
                <a:lnTo>
                  <a:pt x="1982" y="10809"/>
                </a:lnTo>
                <a:lnTo>
                  <a:pt x="998" y="9733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38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19" name="contour_12617"/>
          <p:cNvSpPr/>
          <p:nvPr/>
        </p:nvSpPr>
        <p:spPr>
          <a:xfrm>
            <a:off x="10731010" y="4503979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02"/>
                </a:lnTo>
                <a:lnTo>
                  <a:pt x="6860" y="608"/>
                </a:lnTo>
                <a:lnTo>
                  <a:pt x="8618" y="1029"/>
                </a:lnTo>
                <a:lnTo>
                  <a:pt x="11340" y="1678"/>
                </a:lnTo>
                <a:lnTo>
                  <a:pt x="15509" y="2675"/>
                </a:lnTo>
                <a:lnTo>
                  <a:pt x="21600" y="4134"/>
                </a:lnTo>
                <a:lnTo>
                  <a:pt x="20948" y="9066"/>
                </a:lnTo>
                <a:lnTo>
                  <a:pt x="20425" y="12514"/>
                </a:lnTo>
                <a:lnTo>
                  <a:pt x="19920" y="14940"/>
                </a:lnTo>
                <a:lnTo>
                  <a:pt x="19306" y="16805"/>
                </a:lnTo>
                <a:lnTo>
                  <a:pt x="18468" y="18557"/>
                </a:lnTo>
                <a:lnTo>
                  <a:pt x="17280" y="20670"/>
                </a:lnTo>
                <a:lnTo>
                  <a:pt x="14282" y="21302"/>
                </a:lnTo>
                <a:lnTo>
                  <a:pt x="11478" y="21588"/>
                </a:lnTo>
                <a:lnTo>
                  <a:pt x="8761" y="21600"/>
                </a:lnTo>
                <a:lnTo>
                  <a:pt x="6018" y="21402"/>
                </a:lnTo>
                <a:lnTo>
                  <a:pt x="3132" y="21067"/>
                </a:lnTo>
                <a:lnTo>
                  <a:pt x="0" y="20670"/>
                </a:lnTo>
                <a:lnTo>
                  <a:pt x="536" y="18111"/>
                </a:lnTo>
                <a:lnTo>
                  <a:pt x="1071" y="15552"/>
                </a:lnTo>
                <a:lnTo>
                  <a:pt x="1607" y="12985"/>
                </a:lnTo>
                <a:lnTo>
                  <a:pt x="2143" y="10413"/>
                </a:lnTo>
                <a:lnTo>
                  <a:pt x="2683" y="7830"/>
                </a:lnTo>
                <a:lnTo>
                  <a:pt x="3227" y="5234"/>
                </a:lnTo>
                <a:lnTo>
                  <a:pt x="3771" y="2625"/>
                </a:lnTo>
                <a:lnTo>
                  <a:pt x="4320" y="0"/>
                </a:lnTo>
                <a:close/>
              </a:path>
            </a:pathLst>
          </a:custGeom>
          <a:solidFill>
            <a:srgbClr val="F2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0" name="contour_12618"/>
          <p:cNvSpPr/>
          <p:nvPr/>
        </p:nvSpPr>
        <p:spPr>
          <a:xfrm>
            <a:off x="9892891" y="4496691"/>
            <a:ext cx="947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97" y="151"/>
                </a:lnTo>
                <a:lnTo>
                  <a:pt x="2193" y="313"/>
                </a:lnTo>
                <a:lnTo>
                  <a:pt x="3290" y="486"/>
                </a:lnTo>
                <a:lnTo>
                  <a:pt x="4386" y="670"/>
                </a:lnTo>
                <a:lnTo>
                  <a:pt x="5483" y="864"/>
                </a:lnTo>
                <a:lnTo>
                  <a:pt x="6578" y="1058"/>
                </a:lnTo>
                <a:lnTo>
                  <a:pt x="7675" y="1264"/>
                </a:lnTo>
                <a:lnTo>
                  <a:pt x="8770" y="1474"/>
                </a:lnTo>
                <a:lnTo>
                  <a:pt x="9866" y="1685"/>
                </a:lnTo>
                <a:lnTo>
                  <a:pt x="10283" y="1744"/>
                </a:lnTo>
                <a:lnTo>
                  <a:pt x="11018" y="1836"/>
                </a:lnTo>
                <a:lnTo>
                  <a:pt x="12704" y="2057"/>
                </a:lnTo>
                <a:lnTo>
                  <a:pt x="13103" y="2144"/>
                </a:lnTo>
                <a:lnTo>
                  <a:pt x="13806" y="2295"/>
                </a:lnTo>
                <a:lnTo>
                  <a:pt x="15414" y="2635"/>
                </a:lnTo>
                <a:lnTo>
                  <a:pt x="15783" y="2700"/>
                </a:lnTo>
                <a:lnTo>
                  <a:pt x="16433" y="2808"/>
                </a:lnTo>
                <a:lnTo>
                  <a:pt x="17920" y="3067"/>
                </a:lnTo>
                <a:lnTo>
                  <a:pt x="18922" y="4223"/>
                </a:lnTo>
                <a:lnTo>
                  <a:pt x="19938" y="5400"/>
                </a:lnTo>
                <a:lnTo>
                  <a:pt x="20267" y="8608"/>
                </a:lnTo>
                <a:lnTo>
                  <a:pt x="20598" y="11826"/>
                </a:lnTo>
                <a:lnTo>
                  <a:pt x="20929" y="15055"/>
                </a:lnTo>
                <a:lnTo>
                  <a:pt x="21263" y="18311"/>
                </a:lnTo>
                <a:lnTo>
                  <a:pt x="21600" y="21600"/>
                </a:lnTo>
                <a:lnTo>
                  <a:pt x="20475" y="21038"/>
                </a:lnTo>
                <a:lnTo>
                  <a:pt x="19349" y="20477"/>
                </a:lnTo>
                <a:lnTo>
                  <a:pt x="18222" y="19910"/>
                </a:lnTo>
                <a:lnTo>
                  <a:pt x="17096" y="19348"/>
                </a:lnTo>
                <a:lnTo>
                  <a:pt x="15969" y="18787"/>
                </a:lnTo>
                <a:lnTo>
                  <a:pt x="14841" y="18220"/>
                </a:lnTo>
                <a:lnTo>
                  <a:pt x="13711" y="17658"/>
                </a:lnTo>
                <a:lnTo>
                  <a:pt x="12580" y="17091"/>
                </a:lnTo>
                <a:lnTo>
                  <a:pt x="11448" y="16524"/>
                </a:lnTo>
                <a:lnTo>
                  <a:pt x="10313" y="15957"/>
                </a:lnTo>
                <a:lnTo>
                  <a:pt x="9178" y="15390"/>
                </a:lnTo>
                <a:lnTo>
                  <a:pt x="8040" y="14818"/>
                </a:lnTo>
                <a:lnTo>
                  <a:pt x="6900" y="14251"/>
                </a:lnTo>
                <a:lnTo>
                  <a:pt x="5757" y="13678"/>
                </a:lnTo>
                <a:lnTo>
                  <a:pt x="4612" y="13106"/>
                </a:lnTo>
                <a:lnTo>
                  <a:pt x="3463" y="12533"/>
                </a:lnTo>
                <a:lnTo>
                  <a:pt x="2313" y="11956"/>
                </a:lnTo>
                <a:lnTo>
                  <a:pt x="1158" y="11378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637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1" name="contour_12619"/>
          <p:cNvSpPr/>
          <p:nvPr/>
        </p:nvSpPr>
        <p:spPr>
          <a:xfrm>
            <a:off x="6861087" y="446025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386" y="673"/>
                </a:lnTo>
                <a:lnTo>
                  <a:pt x="8341" y="1169"/>
                </a:lnTo>
                <a:lnTo>
                  <a:pt x="9983" y="1639"/>
                </a:lnTo>
                <a:lnTo>
                  <a:pt x="11830" y="2228"/>
                </a:lnTo>
                <a:lnTo>
                  <a:pt x="14400" y="3086"/>
                </a:lnTo>
                <a:lnTo>
                  <a:pt x="13687" y="4919"/>
                </a:lnTo>
                <a:lnTo>
                  <a:pt x="12971" y="6758"/>
                </a:lnTo>
                <a:lnTo>
                  <a:pt x="12254" y="8603"/>
                </a:lnTo>
                <a:lnTo>
                  <a:pt x="11531" y="10464"/>
                </a:lnTo>
                <a:lnTo>
                  <a:pt x="10800" y="12343"/>
                </a:lnTo>
                <a:lnTo>
                  <a:pt x="12938" y="12954"/>
                </a:lnTo>
                <a:lnTo>
                  <a:pt x="15084" y="13568"/>
                </a:lnTo>
                <a:lnTo>
                  <a:pt x="17237" y="14182"/>
                </a:lnTo>
                <a:lnTo>
                  <a:pt x="19408" y="14802"/>
                </a:lnTo>
                <a:lnTo>
                  <a:pt x="21600" y="15429"/>
                </a:lnTo>
                <a:lnTo>
                  <a:pt x="19220" y="15429"/>
                </a:lnTo>
                <a:lnTo>
                  <a:pt x="16826" y="15429"/>
                </a:lnTo>
                <a:lnTo>
                  <a:pt x="14400" y="15429"/>
                </a:lnTo>
                <a:lnTo>
                  <a:pt x="14400" y="17468"/>
                </a:lnTo>
                <a:lnTo>
                  <a:pt x="14400" y="19520"/>
                </a:lnTo>
                <a:lnTo>
                  <a:pt x="14400" y="21600"/>
                </a:lnTo>
                <a:lnTo>
                  <a:pt x="12020" y="21600"/>
                </a:lnTo>
                <a:lnTo>
                  <a:pt x="9626" y="21600"/>
                </a:lnTo>
                <a:lnTo>
                  <a:pt x="7200" y="21600"/>
                </a:lnTo>
                <a:lnTo>
                  <a:pt x="6012" y="19637"/>
                </a:lnTo>
                <a:lnTo>
                  <a:pt x="5195" y="18184"/>
                </a:lnTo>
                <a:lnTo>
                  <a:pt x="4543" y="16805"/>
                </a:lnTo>
                <a:lnTo>
                  <a:pt x="3856" y="15068"/>
                </a:lnTo>
                <a:lnTo>
                  <a:pt x="2923" y="12534"/>
                </a:lnTo>
                <a:lnTo>
                  <a:pt x="2279" y="10849"/>
                </a:lnTo>
                <a:lnTo>
                  <a:pt x="1631" y="9155"/>
                </a:lnTo>
                <a:lnTo>
                  <a:pt x="972" y="7437"/>
                </a:lnTo>
                <a:lnTo>
                  <a:pt x="652" y="5999"/>
                </a:lnTo>
                <a:lnTo>
                  <a:pt x="328" y="4551"/>
                </a:lnTo>
                <a:lnTo>
                  <a:pt x="0" y="3086"/>
                </a:lnTo>
                <a:lnTo>
                  <a:pt x="1786" y="1555"/>
                </a:lnTo>
                <a:lnTo>
                  <a:pt x="3600" y="0"/>
                </a:lnTo>
                <a:close/>
              </a:path>
            </a:pathLst>
          </a:custGeom>
          <a:solidFill>
            <a:srgbClr val="A7A3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2" name="contour_12620"/>
          <p:cNvSpPr/>
          <p:nvPr/>
        </p:nvSpPr>
        <p:spPr>
          <a:xfrm>
            <a:off x="5527384" y="4460856"/>
            <a:ext cx="80168" cy="504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2864"/>
                </a:moveTo>
                <a:lnTo>
                  <a:pt x="15709" y="4928"/>
                </a:lnTo>
                <a:lnTo>
                  <a:pt x="15709" y="7004"/>
                </a:lnTo>
                <a:lnTo>
                  <a:pt x="15709" y="9109"/>
                </a:lnTo>
                <a:lnTo>
                  <a:pt x="17170" y="10071"/>
                </a:lnTo>
                <a:lnTo>
                  <a:pt x="18207" y="10714"/>
                </a:lnTo>
                <a:lnTo>
                  <a:pt x="19102" y="11189"/>
                </a:lnTo>
                <a:lnTo>
                  <a:pt x="20139" y="11645"/>
                </a:lnTo>
                <a:lnTo>
                  <a:pt x="21600" y="12232"/>
                </a:lnTo>
                <a:lnTo>
                  <a:pt x="21311" y="12919"/>
                </a:lnTo>
                <a:lnTo>
                  <a:pt x="21023" y="13609"/>
                </a:lnTo>
                <a:lnTo>
                  <a:pt x="20624" y="14561"/>
                </a:lnTo>
                <a:lnTo>
                  <a:pt x="20004" y="16038"/>
                </a:lnTo>
                <a:lnTo>
                  <a:pt x="19057" y="18296"/>
                </a:lnTo>
                <a:lnTo>
                  <a:pt x="17673" y="21600"/>
                </a:lnTo>
                <a:lnTo>
                  <a:pt x="17486" y="19904"/>
                </a:lnTo>
                <a:lnTo>
                  <a:pt x="17298" y="18184"/>
                </a:lnTo>
                <a:lnTo>
                  <a:pt x="16950" y="16157"/>
                </a:lnTo>
                <a:lnTo>
                  <a:pt x="16593" y="14296"/>
                </a:lnTo>
                <a:lnTo>
                  <a:pt x="16200" y="12560"/>
                </a:lnTo>
                <a:lnTo>
                  <a:pt x="15746" y="10901"/>
                </a:lnTo>
                <a:lnTo>
                  <a:pt x="15202" y="9284"/>
                </a:lnTo>
                <a:lnTo>
                  <a:pt x="14545" y="7657"/>
                </a:lnTo>
                <a:lnTo>
                  <a:pt x="13745" y="5986"/>
                </a:lnTo>
                <a:lnTo>
                  <a:pt x="12353" y="5608"/>
                </a:lnTo>
                <a:lnTo>
                  <a:pt x="10975" y="5340"/>
                </a:lnTo>
                <a:lnTo>
                  <a:pt x="9606" y="5174"/>
                </a:lnTo>
                <a:lnTo>
                  <a:pt x="8245" y="5096"/>
                </a:lnTo>
                <a:lnTo>
                  <a:pt x="6885" y="5103"/>
                </a:lnTo>
                <a:lnTo>
                  <a:pt x="5526" y="5178"/>
                </a:lnTo>
                <a:lnTo>
                  <a:pt x="4161" y="5315"/>
                </a:lnTo>
                <a:lnTo>
                  <a:pt x="2786" y="5502"/>
                </a:lnTo>
                <a:lnTo>
                  <a:pt x="1402" y="5727"/>
                </a:lnTo>
                <a:lnTo>
                  <a:pt x="0" y="5986"/>
                </a:lnTo>
                <a:lnTo>
                  <a:pt x="0" y="4437"/>
                </a:lnTo>
                <a:lnTo>
                  <a:pt x="0" y="2864"/>
                </a:lnTo>
                <a:lnTo>
                  <a:pt x="1318" y="2152"/>
                </a:lnTo>
                <a:lnTo>
                  <a:pt x="2639" y="1511"/>
                </a:lnTo>
                <a:lnTo>
                  <a:pt x="3967" y="962"/>
                </a:lnTo>
                <a:lnTo>
                  <a:pt x="5296" y="518"/>
                </a:lnTo>
                <a:lnTo>
                  <a:pt x="6623" y="200"/>
                </a:lnTo>
                <a:lnTo>
                  <a:pt x="7947" y="22"/>
                </a:lnTo>
                <a:lnTo>
                  <a:pt x="9266" y="0"/>
                </a:lnTo>
                <a:lnTo>
                  <a:pt x="10578" y="153"/>
                </a:lnTo>
                <a:lnTo>
                  <a:pt x="11882" y="500"/>
                </a:lnTo>
                <a:lnTo>
                  <a:pt x="13172" y="1055"/>
                </a:lnTo>
                <a:lnTo>
                  <a:pt x="14448" y="1839"/>
                </a:lnTo>
                <a:lnTo>
                  <a:pt x="15709" y="2864"/>
                </a:lnTo>
                <a:close/>
              </a:path>
            </a:pathLst>
          </a:custGeom>
          <a:solidFill>
            <a:srgbClr val="E5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3" name="contour_12621"/>
          <p:cNvSpPr/>
          <p:nvPr/>
        </p:nvSpPr>
        <p:spPr>
          <a:xfrm>
            <a:off x="5381624" y="4452963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603" y="510"/>
                </a:lnTo>
                <a:lnTo>
                  <a:pt x="15204" y="1050"/>
                </a:lnTo>
                <a:lnTo>
                  <a:pt x="16800" y="1620"/>
                </a:lnTo>
                <a:lnTo>
                  <a:pt x="18139" y="2074"/>
                </a:lnTo>
                <a:lnTo>
                  <a:pt x="19500" y="2532"/>
                </a:lnTo>
                <a:lnTo>
                  <a:pt x="20021" y="2976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20014" y="12960"/>
                </a:lnTo>
                <a:lnTo>
                  <a:pt x="18418" y="12960"/>
                </a:lnTo>
                <a:lnTo>
                  <a:pt x="16800" y="12960"/>
                </a:lnTo>
                <a:lnTo>
                  <a:pt x="16800" y="15816"/>
                </a:lnTo>
                <a:lnTo>
                  <a:pt x="16800" y="18688"/>
                </a:lnTo>
                <a:lnTo>
                  <a:pt x="16800" y="21600"/>
                </a:lnTo>
                <a:lnTo>
                  <a:pt x="15137" y="21172"/>
                </a:lnTo>
                <a:lnTo>
                  <a:pt x="13471" y="20745"/>
                </a:lnTo>
                <a:lnTo>
                  <a:pt x="11806" y="20317"/>
                </a:lnTo>
                <a:lnTo>
                  <a:pt x="10138" y="19885"/>
                </a:lnTo>
                <a:lnTo>
                  <a:pt x="8462" y="19457"/>
                </a:lnTo>
                <a:lnTo>
                  <a:pt x="6785" y="19025"/>
                </a:lnTo>
                <a:lnTo>
                  <a:pt x="5100" y="18593"/>
                </a:lnTo>
                <a:lnTo>
                  <a:pt x="3408" y="18157"/>
                </a:lnTo>
                <a:lnTo>
                  <a:pt x="1709" y="17721"/>
                </a:lnTo>
                <a:lnTo>
                  <a:pt x="0" y="17280"/>
                </a:lnTo>
                <a:lnTo>
                  <a:pt x="0" y="15137"/>
                </a:lnTo>
                <a:lnTo>
                  <a:pt x="0" y="12960"/>
                </a:lnTo>
                <a:lnTo>
                  <a:pt x="1697" y="12960"/>
                </a:lnTo>
                <a:lnTo>
                  <a:pt x="3396" y="12960"/>
                </a:lnTo>
                <a:lnTo>
                  <a:pt x="5100" y="12960"/>
                </a:lnTo>
                <a:lnTo>
                  <a:pt x="6811" y="12960"/>
                </a:lnTo>
                <a:lnTo>
                  <a:pt x="8530" y="12960"/>
                </a:lnTo>
                <a:lnTo>
                  <a:pt x="10258" y="12960"/>
                </a:lnTo>
                <a:lnTo>
                  <a:pt x="12000" y="12960"/>
                </a:lnTo>
                <a:lnTo>
                  <a:pt x="12000" y="10394"/>
                </a:lnTo>
                <a:lnTo>
                  <a:pt x="12000" y="7819"/>
                </a:lnTo>
                <a:lnTo>
                  <a:pt x="12000" y="5236"/>
                </a:lnTo>
                <a:lnTo>
                  <a:pt x="12000" y="2631"/>
                </a:lnTo>
                <a:lnTo>
                  <a:pt x="12000" y="0"/>
                </a:lnTo>
                <a:close/>
              </a:path>
            </a:pathLst>
          </a:custGeom>
          <a:solidFill>
            <a:srgbClr val="B8A6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4" name="contour_12622"/>
          <p:cNvSpPr/>
          <p:nvPr/>
        </p:nvSpPr>
        <p:spPr>
          <a:xfrm>
            <a:off x="4490886" y="4460251"/>
            <a:ext cx="3075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6" y="0"/>
                </a:moveTo>
                <a:lnTo>
                  <a:pt x="4504" y="0"/>
                </a:lnTo>
                <a:lnTo>
                  <a:pt x="7888" y="0"/>
                </a:lnTo>
                <a:lnTo>
                  <a:pt x="11286" y="0"/>
                </a:lnTo>
                <a:lnTo>
                  <a:pt x="14700" y="0"/>
                </a:lnTo>
                <a:lnTo>
                  <a:pt x="1813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241" y="20182"/>
                </a:lnTo>
                <a:lnTo>
                  <a:pt x="12289" y="19102"/>
                </a:lnTo>
                <a:lnTo>
                  <a:pt x="9387" y="18238"/>
                </a:lnTo>
                <a:lnTo>
                  <a:pt x="7181" y="17460"/>
                </a:lnTo>
                <a:lnTo>
                  <a:pt x="5303" y="16646"/>
                </a:lnTo>
                <a:lnTo>
                  <a:pt x="3404" y="15667"/>
                </a:lnTo>
                <a:lnTo>
                  <a:pt x="1126" y="14400"/>
                </a:lnTo>
                <a:lnTo>
                  <a:pt x="374" y="11884"/>
                </a:lnTo>
                <a:lnTo>
                  <a:pt x="26" y="9547"/>
                </a:lnTo>
                <a:lnTo>
                  <a:pt x="0" y="7290"/>
                </a:lnTo>
                <a:lnTo>
                  <a:pt x="225" y="5015"/>
                </a:lnTo>
                <a:lnTo>
                  <a:pt x="624" y="2621"/>
                </a:lnTo>
                <a:lnTo>
                  <a:pt x="1126" y="0"/>
                </a:lnTo>
                <a:close/>
              </a:path>
            </a:pathLst>
          </a:custGeom>
          <a:solidFill>
            <a:srgbClr val="6756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5" name="contour_12623"/>
          <p:cNvSpPr/>
          <p:nvPr/>
        </p:nvSpPr>
        <p:spPr>
          <a:xfrm>
            <a:off x="9965771" y="443838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20424" y="4871"/>
                </a:lnTo>
                <a:lnTo>
                  <a:pt x="19462" y="8698"/>
                </a:lnTo>
                <a:lnTo>
                  <a:pt x="18641" y="11646"/>
                </a:lnTo>
                <a:lnTo>
                  <a:pt x="17882" y="13885"/>
                </a:lnTo>
                <a:lnTo>
                  <a:pt x="17110" y="15577"/>
                </a:lnTo>
                <a:lnTo>
                  <a:pt x="16249" y="16895"/>
                </a:lnTo>
                <a:lnTo>
                  <a:pt x="15225" y="18004"/>
                </a:lnTo>
                <a:lnTo>
                  <a:pt x="13960" y="19066"/>
                </a:lnTo>
                <a:lnTo>
                  <a:pt x="12380" y="20250"/>
                </a:lnTo>
                <a:lnTo>
                  <a:pt x="10714" y="20801"/>
                </a:lnTo>
                <a:lnTo>
                  <a:pt x="9399" y="21146"/>
                </a:lnTo>
                <a:lnTo>
                  <a:pt x="7986" y="21352"/>
                </a:lnTo>
                <a:lnTo>
                  <a:pt x="6029" y="21481"/>
                </a:lnTo>
                <a:lnTo>
                  <a:pt x="3086" y="21600"/>
                </a:lnTo>
                <a:lnTo>
                  <a:pt x="1734" y="19588"/>
                </a:lnTo>
                <a:lnTo>
                  <a:pt x="963" y="18169"/>
                </a:lnTo>
                <a:lnTo>
                  <a:pt x="481" y="16664"/>
                </a:lnTo>
                <a:lnTo>
                  <a:pt x="0" y="14400"/>
                </a:lnTo>
                <a:lnTo>
                  <a:pt x="1833" y="14400"/>
                </a:lnTo>
                <a:lnTo>
                  <a:pt x="3672" y="14400"/>
                </a:lnTo>
                <a:lnTo>
                  <a:pt x="5517" y="14400"/>
                </a:lnTo>
                <a:lnTo>
                  <a:pt x="7378" y="14400"/>
                </a:lnTo>
                <a:lnTo>
                  <a:pt x="9257" y="14400"/>
                </a:lnTo>
                <a:lnTo>
                  <a:pt x="8748" y="12024"/>
                </a:lnTo>
                <a:lnTo>
                  <a:pt x="8239" y="9644"/>
                </a:lnTo>
                <a:lnTo>
                  <a:pt x="7727" y="7254"/>
                </a:lnTo>
                <a:lnTo>
                  <a:pt x="7211" y="4853"/>
                </a:lnTo>
                <a:lnTo>
                  <a:pt x="6693" y="2437"/>
                </a:lnTo>
                <a:lnTo>
                  <a:pt x="6171" y="0"/>
                </a:lnTo>
                <a:close/>
              </a:path>
            </a:pathLst>
          </a:custGeom>
          <a:solidFill>
            <a:srgbClr val="6E67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6" name="contour_12624"/>
          <p:cNvSpPr/>
          <p:nvPr/>
        </p:nvSpPr>
        <p:spPr>
          <a:xfrm>
            <a:off x="8056317" y="4452963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0"/>
                </a:lnTo>
                <a:lnTo>
                  <a:pt x="6426" y="0"/>
                </a:lnTo>
                <a:lnTo>
                  <a:pt x="9655" y="0"/>
                </a:lnTo>
                <a:lnTo>
                  <a:pt x="12911" y="0"/>
                </a:lnTo>
                <a:lnTo>
                  <a:pt x="16200" y="0"/>
                </a:lnTo>
                <a:lnTo>
                  <a:pt x="16735" y="2138"/>
                </a:lnTo>
                <a:lnTo>
                  <a:pt x="17269" y="4280"/>
                </a:lnTo>
                <a:lnTo>
                  <a:pt x="17804" y="6421"/>
                </a:lnTo>
                <a:lnTo>
                  <a:pt x="18344" y="8566"/>
                </a:lnTo>
                <a:lnTo>
                  <a:pt x="18878" y="10720"/>
                </a:lnTo>
                <a:lnTo>
                  <a:pt x="19418" y="12877"/>
                </a:lnTo>
                <a:lnTo>
                  <a:pt x="19958" y="15043"/>
                </a:lnTo>
                <a:lnTo>
                  <a:pt x="20504" y="17218"/>
                </a:lnTo>
                <a:lnTo>
                  <a:pt x="21049" y="19403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4865" y="19462"/>
                </a:lnTo>
                <a:lnTo>
                  <a:pt x="4331" y="17320"/>
                </a:lnTo>
                <a:lnTo>
                  <a:pt x="3796" y="15179"/>
                </a:lnTo>
                <a:lnTo>
                  <a:pt x="3256" y="13034"/>
                </a:lnTo>
                <a:lnTo>
                  <a:pt x="2722" y="10880"/>
                </a:lnTo>
                <a:lnTo>
                  <a:pt x="2182" y="8723"/>
                </a:lnTo>
                <a:lnTo>
                  <a:pt x="1642" y="6557"/>
                </a:lnTo>
                <a:lnTo>
                  <a:pt x="1096" y="4382"/>
                </a:lnTo>
                <a:lnTo>
                  <a:pt x="55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F4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7" name="contour_12625"/>
          <p:cNvSpPr/>
          <p:nvPr/>
        </p:nvSpPr>
        <p:spPr>
          <a:xfrm>
            <a:off x="7575310" y="4452963"/>
            <a:ext cx="3770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51" y="0"/>
                </a:moveTo>
                <a:lnTo>
                  <a:pt x="11458" y="353"/>
                </a:lnTo>
                <a:lnTo>
                  <a:pt x="13662" y="716"/>
                </a:lnTo>
                <a:lnTo>
                  <a:pt x="15566" y="1264"/>
                </a:lnTo>
                <a:lnTo>
                  <a:pt x="17771" y="2167"/>
                </a:lnTo>
                <a:lnTo>
                  <a:pt x="20878" y="3600"/>
                </a:lnTo>
                <a:lnTo>
                  <a:pt x="21291" y="6188"/>
                </a:lnTo>
                <a:lnTo>
                  <a:pt x="21521" y="8755"/>
                </a:lnTo>
                <a:lnTo>
                  <a:pt x="21600" y="11311"/>
                </a:lnTo>
                <a:lnTo>
                  <a:pt x="21550" y="13864"/>
                </a:lnTo>
                <a:lnTo>
                  <a:pt x="21395" y="16423"/>
                </a:lnTo>
                <a:lnTo>
                  <a:pt x="21162" y="18997"/>
                </a:lnTo>
                <a:lnTo>
                  <a:pt x="20878" y="21600"/>
                </a:lnTo>
                <a:lnTo>
                  <a:pt x="18264" y="21287"/>
                </a:lnTo>
                <a:lnTo>
                  <a:pt x="15654" y="20952"/>
                </a:lnTo>
                <a:lnTo>
                  <a:pt x="13044" y="20606"/>
                </a:lnTo>
                <a:lnTo>
                  <a:pt x="10439" y="20250"/>
                </a:lnTo>
                <a:lnTo>
                  <a:pt x="7524" y="19872"/>
                </a:lnTo>
                <a:lnTo>
                  <a:pt x="4568" y="19490"/>
                </a:lnTo>
                <a:lnTo>
                  <a:pt x="2301" y="18749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2480" y="10800"/>
                </a:lnTo>
                <a:lnTo>
                  <a:pt x="4969" y="10800"/>
                </a:lnTo>
                <a:lnTo>
                  <a:pt x="7466" y="10800"/>
                </a:lnTo>
                <a:lnTo>
                  <a:pt x="9984" y="10800"/>
                </a:lnTo>
                <a:lnTo>
                  <a:pt x="12527" y="10800"/>
                </a:lnTo>
                <a:lnTo>
                  <a:pt x="11700" y="8662"/>
                </a:lnTo>
                <a:lnTo>
                  <a:pt x="10869" y="6516"/>
                </a:lnTo>
                <a:lnTo>
                  <a:pt x="10038" y="4363"/>
                </a:lnTo>
                <a:lnTo>
                  <a:pt x="9199" y="2192"/>
                </a:lnTo>
                <a:lnTo>
                  <a:pt x="8351" y="0"/>
                </a:lnTo>
                <a:close/>
              </a:path>
            </a:pathLst>
          </a:custGeom>
          <a:solidFill>
            <a:srgbClr val="C5C9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8" name="contour_12626"/>
          <p:cNvSpPr/>
          <p:nvPr/>
        </p:nvSpPr>
        <p:spPr>
          <a:xfrm>
            <a:off x="10024075" y="4438387"/>
            <a:ext cx="10203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29" y="0"/>
                </a:moveTo>
                <a:lnTo>
                  <a:pt x="5690" y="828"/>
                </a:lnTo>
                <a:lnTo>
                  <a:pt x="6752" y="1663"/>
                </a:lnTo>
                <a:lnTo>
                  <a:pt x="7811" y="2498"/>
                </a:lnTo>
                <a:lnTo>
                  <a:pt x="8873" y="3341"/>
                </a:lnTo>
                <a:lnTo>
                  <a:pt x="9933" y="4190"/>
                </a:lnTo>
                <a:lnTo>
                  <a:pt x="10993" y="5040"/>
                </a:lnTo>
                <a:lnTo>
                  <a:pt x="12054" y="5897"/>
                </a:lnTo>
                <a:lnTo>
                  <a:pt x="13114" y="6754"/>
                </a:lnTo>
                <a:lnTo>
                  <a:pt x="13475" y="7027"/>
                </a:lnTo>
                <a:lnTo>
                  <a:pt x="14111" y="7524"/>
                </a:lnTo>
                <a:lnTo>
                  <a:pt x="15567" y="8647"/>
                </a:lnTo>
                <a:lnTo>
                  <a:pt x="16334" y="9274"/>
                </a:lnTo>
                <a:lnTo>
                  <a:pt x="17106" y="9907"/>
                </a:lnTo>
                <a:lnTo>
                  <a:pt x="17888" y="10548"/>
                </a:lnTo>
                <a:lnTo>
                  <a:pt x="18957" y="11398"/>
                </a:lnTo>
                <a:lnTo>
                  <a:pt x="20042" y="12262"/>
                </a:lnTo>
                <a:lnTo>
                  <a:pt x="20815" y="13320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20531" y="21600"/>
                </a:lnTo>
                <a:lnTo>
                  <a:pt x="19462" y="21600"/>
                </a:lnTo>
                <a:lnTo>
                  <a:pt x="18392" y="21600"/>
                </a:lnTo>
                <a:lnTo>
                  <a:pt x="17322" y="21600"/>
                </a:lnTo>
                <a:lnTo>
                  <a:pt x="16251" y="21600"/>
                </a:lnTo>
                <a:lnTo>
                  <a:pt x="15179" y="21600"/>
                </a:lnTo>
                <a:lnTo>
                  <a:pt x="14106" y="21600"/>
                </a:lnTo>
                <a:lnTo>
                  <a:pt x="13033" y="21600"/>
                </a:lnTo>
                <a:lnTo>
                  <a:pt x="11957" y="21600"/>
                </a:lnTo>
                <a:lnTo>
                  <a:pt x="10882" y="21600"/>
                </a:lnTo>
                <a:lnTo>
                  <a:pt x="9803" y="21600"/>
                </a:lnTo>
                <a:lnTo>
                  <a:pt x="8723" y="21600"/>
                </a:lnTo>
                <a:lnTo>
                  <a:pt x="7642" y="21600"/>
                </a:lnTo>
                <a:lnTo>
                  <a:pt x="6557" y="21600"/>
                </a:lnTo>
                <a:lnTo>
                  <a:pt x="5471" y="21600"/>
                </a:lnTo>
                <a:lnTo>
                  <a:pt x="4382" y="21600"/>
                </a:lnTo>
                <a:lnTo>
                  <a:pt x="3291" y="21600"/>
                </a:lnTo>
                <a:lnTo>
                  <a:pt x="2197" y="21600"/>
                </a:lnTo>
                <a:lnTo>
                  <a:pt x="1100" y="21600"/>
                </a:lnTo>
                <a:lnTo>
                  <a:pt x="0" y="21600"/>
                </a:lnTo>
                <a:lnTo>
                  <a:pt x="916" y="20174"/>
                </a:lnTo>
                <a:lnTo>
                  <a:pt x="1836" y="18742"/>
                </a:lnTo>
                <a:lnTo>
                  <a:pt x="2759" y="17309"/>
                </a:lnTo>
                <a:lnTo>
                  <a:pt x="3689" y="15862"/>
                </a:lnTo>
                <a:lnTo>
                  <a:pt x="4629" y="14400"/>
                </a:lnTo>
                <a:lnTo>
                  <a:pt x="4629" y="9641"/>
                </a:lnTo>
                <a:lnTo>
                  <a:pt x="4629" y="4853"/>
                </a:lnTo>
                <a:lnTo>
                  <a:pt x="4629" y="0"/>
                </a:lnTo>
                <a:close/>
              </a:path>
            </a:pathLst>
          </a:custGeom>
          <a:solidFill>
            <a:srgbClr val="AFB1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29" name="contour_12627"/>
          <p:cNvSpPr/>
          <p:nvPr/>
        </p:nvSpPr>
        <p:spPr>
          <a:xfrm>
            <a:off x="6707325" y="4438387"/>
            <a:ext cx="2986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9867" y="589"/>
                </a:lnTo>
                <a:lnTo>
                  <a:pt x="12729" y="1023"/>
                </a:lnTo>
                <a:lnTo>
                  <a:pt x="15133" y="1434"/>
                </a:lnTo>
                <a:lnTo>
                  <a:pt x="17837" y="1949"/>
                </a:lnTo>
                <a:lnTo>
                  <a:pt x="21600" y="2700"/>
                </a:lnTo>
                <a:lnTo>
                  <a:pt x="20699" y="4290"/>
                </a:lnTo>
                <a:lnTo>
                  <a:pt x="19787" y="5878"/>
                </a:lnTo>
                <a:lnTo>
                  <a:pt x="18864" y="7465"/>
                </a:lnTo>
                <a:lnTo>
                  <a:pt x="17931" y="9050"/>
                </a:lnTo>
                <a:lnTo>
                  <a:pt x="16988" y="10633"/>
                </a:lnTo>
                <a:lnTo>
                  <a:pt x="16134" y="12107"/>
                </a:lnTo>
                <a:lnTo>
                  <a:pt x="15270" y="13589"/>
                </a:lnTo>
                <a:lnTo>
                  <a:pt x="14395" y="15093"/>
                </a:lnTo>
                <a:lnTo>
                  <a:pt x="12376" y="17323"/>
                </a:lnTo>
                <a:lnTo>
                  <a:pt x="10768" y="18657"/>
                </a:lnTo>
                <a:lnTo>
                  <a:pt x="8729" y="19626"/>
                </a:lnTo>
                <a:lnTo>
                  <a:pt x="5418" y="20766"/>
                </a:lnTo>
                <a:lnTo>
                  <a:pt x="2983" y="21179"/>
                </a:lnTo>
                <a:lnTo>
                  <a:pt x="517" y="21600"/>
                </a:lnTo>
                <a:lnTo>
                  <a:pt x="437" y="19742"/>
                </a:lnTo>
                <a:lnTo>
                  <a:pt x="364" y="17888"/>
                </a:lnTo>
                <a:lnTo>
                  <a:pt x="300" y="16030"/>
                </a:lnTo>
                <a:lnTo>
                  <a:pt x="242" y="14175"/>
                </a:lnTo>
                <a:lnTo>
                  <a:pt x="190" y="12317"/>
                </a:lnTo>
                <a:lnTo>
                  <a:pt x="127" y="10592"/>
                </a:lnTo>
                <a:lnTo>
                  <a:pt x="63" y="8856"/>
                </a:lnTo>
                <a:lnTo>
                  <a:pt x="0" y="7098"/>
                </a:lnTo>
                <a:lnTo>
                  <a:pt x="380" y="4514"/>
                </a:lnTo>
                <a:lnTo>
                  <a:pt x="1112" y="2913"/>
                </a:lnTo>
                <a:lnTo>
                  <a:pt x="2730" y="1631"/>
                </a:lnTo>
                <a:lnTo>
                  <a:pt x="5787" y="0"/>
                </a:lnTo>
                <a:close/>
              </a:path>
            </a:pathLst>
          </a:custGeom>
          <a:solidFill>
            <a:srgbClr val="F2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0" name="contour_12628"/>
          <p:cNvSpPr/>
          <p:nvPr/>
        </p:nvSpPr>
        <p:spPr>
          <a:xfrm>
            <a:off x="3909450" y="4381898"/>
            <a:ext cx="72880" cy="27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25"/>
                </a:moveTo>
                <a:lnTo>
                  <a:pt x="20617" y="7544"/>
                </a:lnTo>
                <a:lnTo>
                  <a:pt x="19619" y="10630"/>
                </a:lnTo>
                <a:lnTo>
                  <a:pt x="18587" y="13584"/>
                </a:lnTo>
                <a:lnTo>
                  <a:pt x="17505" y="16406"/>
                </a:lnTo>
                <a:lnTo>
                  <a:pt x="16356" y="19078"/>
                </a:lnTo>
                <a:lnTo>
                  <a:pt x="15120" y="21600"/>
                </a:lnTo>
                <a:lnTo>
                  <a:pt x="13578" y="21036"/>
                </a:lnTo>
                <a:lnTo>
                  <a:pt x="12470" y="20454"/>
                </a:lnTo>
                <a:lnTo>
                  <a:pt x="11485" y="19579"/>
                </a:lnTo>
                <a:lnTo>
                  <a:pt x="10312" y="18133"/>
                </a:lnTo>
                <a:lnTo>
                  <a:pt x="8640" y="15842"/>
                </a:lnTo>
                <a:lnTo>
                  <a:pt x="7484" y="14344"/>
                </a:lnTo>
                <a:lnTo>
                  <a:pt x="6312" y="12830"/>
                </a:lnTo>
                <a:lnTo>
                  <a:pt x="5041" y="11166"/>
                </a:lnTo>
                <a:lnTo>
                  <a:pt x="3776" y="9484"/>
                </a:lnTo>
                <a:lnTo>
                  <a:pt x="2514" y="7785"/>
                </a:lnTo>
                <a:lnTo>
                  <a:pt x="1255" y="6064"/>
                </a:lnTo>
                <a:lnTo>
                  <a:pt x="0" y="4325"/>
                </a:lnTo>
                <a:lnTo>
                  <a:pt x="1650" y="3179"/>
                </a:lnTo>
                <a:lnTo>
                  <a:pt x="3249" y="2205"/>
                </a:lnTo>
                <a:lnTo>
                  <a:pt x="4808" y="1411"/>
                </a:lnTo>
                <a:lnTo>
                  <a:pt x="6335" y="795"/>
                </a:lnTo>
                <a:lnTo>
                  <a:pt x="7836" y="351"/>
                </a:lnTo>
                <a:lnTo>
                  <a:pt x="9323" y="86"/>
                </a:lnTo>
                <a:lnTo>
                  <a:pt x="10800" y="0"/>
                </a:lnTo>
                <a:lnTo>
                  <a:pt x="12277" y="86"/>
                </a:lnTo>
                <a:lnTo>
                  <a:pt x="13764" y="351"/>
                </a:lnTo>
                <a:lnTo>
                  <a:pt x="15265" y="795"/>
                </a:lnTo>
                <a:lnTo>
                  <a:pt x="16792" y="1411"/>
                </a:lnTo>
                <a:lnTo>
                  <a:pt x="18351" y="2205"/>
                </a:lnTo>
                <a:lnTo>
                  <a:pt x="19950" y="3179"/>
                </a:lnTo>
                <a:lnTo>
                  <a:pt x="21600" y="4325"/>
                </a:lnTo>
                <a:close/>
              </a:path>
            </a:pathLst>
          </a:custGeom>
          <a:solidFill>
            <a:srgbClr val="E3E7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1" name="contour_12629"/>
          <p:cNvSpPr/>
          <p:nvPr/>
        </p:nvSpPr>
        <p:spPr>
          <a:xfrm>
            <a:off x="4345090" y="4358219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0" y="0"/>
                </a:moveTo>
                <a:lnTo>
                  <a:pt x="4524" y="0"/>
                </a:lnTo>
                <a:lnTo>
                  <a:pt x="7904" y="0"/>
                </a:lnTo>
                <a:lnTo>
                  <a:pt x="11298" y="0"/>
                </a:lnTo>
                <a:lnTo>
                  <a:pt x="14708" y="0"/>
                </a:lnTo>
                <a:lnTo>
                  <a:pt x="18139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5501" y="20948"/>
                </a:lnTo>
                <a:lnTo>
                  <a:pt x="11237" y="20425"/>
                </a:lnTo>
                <a:lnTo>
                  <a:pt x="8236" y="19920"/>
                </a:lnTo>
                <a:lnTo>
                  <a:pt x="5930" y="19306"/>
                </a:lnTo>
                <a:lnTo>
                  <a:pt x="3763" y="18468"/>
                </a:lnTo>
                <a:lnTo>
                  <a:pt x="1150" y="17280"/>
                </a:lnTo>
                <a:lnTo>
                  <a:pt x="368" y="14282"/>
                </a:lnTo>
                <a:lnTo>
                  <a:pt x="15" y="11478"/>
                </a:lnTo>
                <a:lnTo>
                  <a:pt x="0" y="8761"/>
                </a:lnTo>
                <a:lnTo>
                  <a:pt x="245" y="6018"/>
                </a:lnTo>
                <a:lnTo>
                  <a:pt x="660" y="3132"/>
                </a:lnTo>
                <a:lnTo>
                  <a:pt x="1150" y="0"/>
                </a:lnTo>
                <a:close/>
              </a:path>
            </a:pathLst>
          </a:custGeom>
          <a:solidFill>
            <a:srgbClr val="3E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2" name="contour_12630"/>
          <p:cNvSpPr/>
          <p:nvPr/>
        </p:nvSpPr>
        <p:spPr>
          <a:xfrm>
            <a:off x="3885618" y="4329067"/>
            <a:ext cx="456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55" y="0"/>
                </a:moveTo>
                <a:lnTo>
                  <a:pt x="19423" y="1925"/>
                </a:lnTo>
                <a:lnTo>
                  <a:pt x="20236" y="3370"/>
                </a:lnTo>
                <a:lnTo>
                  <a:pt x="20759" y="4777"/>
                </a:lnTo>
                <a:lnTo>
                  <a:pt x="21159" y="6591"/>
                </a:lnTo>
                <a:lnTo>
                  <a:pt x="21600" y="9257"/>
                </a:lnTo>
                <a:lnTo>
                  <a:pt x="20170" y="11096"/>
                </a:lnTo>
                <a:lnTo>
                  <a:pt x="18679" y="12855"/>
                </a:lnTo>
                <a:lnTo>
                  <a:pt x="17115" y="14534"/>
                </a:lnTo>
                <a:lnTo>
                  <a:pt x="15468" y="16129"/>
                </a:lnTo>
                <a:lnTo>
                  <a:pt x="13725" y="17635"/>
                </a:lnTo>
                <a:lnTo>
                  <a:pt x="11878" y="19051"/>
                </a:lnTo>
                <a:lnTo>
                  <a:pt x="9911" y="20375"/>
                </a:lnTo>
                <a:lnTo>
                  <a:pt x="7820" y="21600"/>
                </a:lnTo>
                <a:lnTo>
                  <a:pt x="5557" y="21035"/>
                </a:lnTo>
                <a:lnTo>
                  <a:pt x="4082" y="20526"/>
                </a:lnTo>
                <a:lnTo>
                  <a:pt x="2756" y="19783"/>
                </a:lnTo>
                <a:lnTo>
                  <a:pt x="930" y="18514"/>
                </a:lnTo>
                <a:lnTo>
                  <a:pt x="310" y="16219"/>
                </a:lnTo>
                <a:lnTo>
                  <a:pt x="0" y="14589"/>
                </a:lnTo>
                <a:lnTo>
                  <a:pt x="0" y="13182"/>
                </a:lnTo>
                <a:lnTo>
                  <a:pt x="310" y="11553"/>
                </a:lnTo>
                <a:lnTo>
                  <a:pt x="930" y="9257"/>
                </a:lnTo>
                <a:lnTo>
                  <a:pt x="3001" y="8591"/>
                </a:lnTo>
                <a:lnTo>
                  <a:pt x="5057" y="8063"/>
                </a:lnTo>
                <a:lnTo>
                  <a:pt x="7131" y="7640"/>
                </a:lnTo>
                <a:lnTo>
                  <a:pt x="9243" y="7279"/>
                </a:lnTo>
                <a:lnTo>
                  <a:pt x="11413" y="6943"/>
                </a:lnTo>
                <a:lnTo>
                  <a:pt x="13360" y="6446"/>
                </a:lnTo>
                <a:lnTo>
                  <a:pt x="14620" y="5860"/>
                </a:lnTo>
                <a:lnTo>
                  <a:pt x="15747" y="4801"/>
                </a:lnTo>
                <a:lnTo>
                  <a:pt x="17294" y="2894"/>
                </a:lnTo>
                <a:lnTo>
                  <a:pt x="17721" y="1456"/>
                </a:lnTo>
                <a:lnTo>
                  <a:pt x="18155" y="0"/>
                </a:lnTo>
                <a:close/>
              </a:path>
            </a:pathLst>
          </a:custGeom>
          <a:solidFill>
            <a:srgbClr val="A483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3" name="contour_12631"/>
          <p:cNvSpPr/>
          <p:nvPr/>
        </p:nvSpPr>
        <p:spPr>
          <a:xfrm>
            <a:off x="2196772" y="4336355"/>
            <a:ext cx="102032" cy="23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3" y="0"/>
                </a:moveTo>
                <a:lnTo>
                  <a:pt x="2492" y="1419"/>
                </a:lnTo>
                <a:lnTo>
                  <a:pt x="3453" y="2864"/>
                </a:lnTo>
                <a:lnTo>
                  <a:pt x="4533" y="4204"/>
                </a:lnTo>
                <a:lnTo>
                  <a:pt x="5599" y="5240"/>
                </a:lnTo>
                <a:lnTo>
                  <a:pt x="6654" y="6019"/>
                </a:lnTo>
                <a:lnTo>
                  <a:pt x="7705" y="6566"/>
                </a:lnTo>
                <a:lnTo>
                  <a:pt x="8756" y="6923"/>
                </a:lnTo>
                <a:lnTo>
                  <a:pt x="9813" y="7121"/>
                </a:lnTo>
                <a:lnTo>
                  <a:pt x="10877" y="7193"/>
                </a:lnTo>
                <a:lnTo>
                  <a:pt x="11956" y="7174"/>
                </a:lnTo>
                <a:lnTo>
                  <a:pt x="13054" y="7101"/>
                </a:lnTo>
                <a:lnTo>
                  <a:pt x="14176" y="7009"/>
                </a:lnTo>
                <a:lnTo>
                  <a:pt x="15250" y="6969"/>
                </a:lnTo>
                <a:lnTo>
                  <a:pt x="16342" y="6923"/>
                </a:lnTo>
                <a:lnTo>
                  <a:pt x="17394" y="6870"/>
                </a:lnTo>
                <a:lnTo>
                  <a:pt x="18445" y="6817"/>
                </a:lnTo>
                <a:lnTo>
                  <a:pt x="19497" y="6751"/>
                </a:lnTo>
                <a:lnTo>
                  <a:pt x="20548" y="6679"/>
                </a:lnTo>
                <a:lnTo>
                  <a:pt x="21600" y="6599"/>
                </a:lnTo>
                <a:lnTo>
                  <a:pt x="21274" y="10454"/>
                </a:lnTo>
                <a:lnTo>
                  <a:pt x="21004" y="13113"/>
                </a:lnTo>
                <a:lnTo>
                  <a:pt x="20647" y="15819"/>
                </a:lnTo>
                <a:lnTo>
                  <a:pt x="20057" y="19798"/>
                </a:lnTo>
                <a:lnTo>
                  <a:pt x="19051" y="20788"/>
                </a:lnTo>
                <a:lnTo>
                  <a:pt x="18325" y="21296"/>
                </a:lnTo>
                <a:lnTo>
                  <a:pt x="17525" y="21501"/>
                </a:lnTo>
                <a:lnTo>
                  <a:pt x="16302" y="21554"/>
                </a:lnTo>
                <a:lnTo>
                  <a:pt x="15969" y="21560"/>
                </a:lnTo>
                <a:lnTo>
                  <a:pt x="15382" y="21574"/>
                </a:lnTo>
                <a:lnTo>
                  <a:pt x="14040" y="21600"/>
                </a:lnTo>
                <a:lnTo>
                  <a:pt x="13256" y="21554"/>
                </a:lnTo>
                <a:lnTo>
                  <a:pt x="12466" y="21501"/>
                </a:lnTo>
                <a:lnTo>
                  <a:pt x="11667" y="21448"/>
                </a:lnTo>
                <a:lnTo>
                  <a:pt x="10889" y="21501"/>
                </a:lnTo>
                <a:lnTo>
                  <a:pt x="10107" y="21547"/>
                </a:lnTo>
                <a:lnTo>
                  <a:pt x="9314" y="21600"/>
                </a:lnTo>
                <a:lnTo>
                  <a:pt x="7424" y="21541"/>
                </a:lnTo>
                <a:lnTo>
                  <a:pt x="5974" y="21395"/>
                </a:lnTo>
                <a:lnTo>
                  <a:pt x="4862" y="21065"/>
                </a:lnTo>
                <a:lnTo>
                  <a:pt x="3994" y="20445"/>
                </a:lnTo>
                <a:lnTo>
                  <a:pt x="3272" y="19435"/>
                </a:lnTo>
                <a:lnTo>
                  <a:pt x="2598" y="17944"/>
                </a:lnTo>
                <a:lnTo>
                  <a:pt x="1875" y="15858"/>
                </a:lnTo>
                <a:lnTo>
                  <a:pt x="1006" y="13093"/>
                </a:lnTo>
                <a:lnTo>
                  <a:pt x="508" y="9873"/>
                </a:lnTo>
                <a:lnTo>
                  <a:pt x="0" y="6599"/>
                </a:lnTo>
                <a:lnTo>
                  <a:pt x="765" y="3326"/>
                </a:lnTo>
                <a:lnTo>
                  <a:pt x="1543" y="0"/>
                </a:lnTo>
                <a:close/>
              </a:path>
            </a:pathLst>
          </a:custGeom>
          <a:solidFill>
            <a:srgbClr val="D2C9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4" name="contour_12632"/>
          <p:cNvSpPr/>
          <p:nvPr/>
        </p:nvSpPr>
        <p:spPr>
          <a:xfrm>
            <a:off x="10956938" y="4329067"/>
            <a:ext cx="58304" cy="367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602" y="2127"/>
                </a:lnTo>
                <a:lnTo>
                  <a:pt x="9112" y="4287"/>
                </a:lnTo>
                <a:lnTo>
                  <a:pt x="9949" y="6414"/>
                </a:lnTo>
                <a:lnTo>
                  <a:pt x="10800" y="8575"/>
                </a:lnTo>
                <a:lnTo>
                  <a:pt x="12625" y="8888"/>
                </a:lnTo>
                <a:lnTo>
                  <a:pt x="14410" y="9025"/>
                </a:lnTo>
                <a:lnTo>
                  <a:pt x="16178" y="9029"/>
                </a:lnTo>
                <a:lnTo>
                  <a:pt x="17950" y="8931"/>
                </a:lnTo>
                <a:lnTo>
                  <a:pt x="19751" y="8768"/>
                </a:lnTo>
                <a:lnTo>
                  <a:pt x="21600" y="8575"/>
                </a:lnTo>
                <a:lnTo>
                  <a:pt x="21219" y="11808"/>
                </a:lnTo>
                <a:lnTo>
                  <a:pt x="20890" y="14088"/>
                </a:lnTo>
                <a:lnTo>
                  <a:pt x="20480" y="16044"/>
                </a:lnTo>
                <a:lnTo>
                  <a:pt x="19859" y="18290"/>
                </a:lnTo>
                <a:lnTo>
                  <a:pt x="18900" y="21437"/>
                </a:lnTo>
                <a:lnTo>
                  <a:pt x="17024" y="21561"/>
                </a:lnTo>
                <a:lnTo>
                  <a:pt x="15611" y="21600"/>
                </a:lnTo>
                <a:lnTo>
                  <a:pt x="14399" y="21506"/>
                </a:lnTo>
                <a:lnTo>
                  <a:pt x="13119" y="21253"/>
                </a:lnTo>
                <a:lnTo>
                  <a:pt x="11502" y="20794"/>
                </a:lnTo>
                <a:lnTo>
                  <a:pt x="9283" y="20099"/>
                </a:lnTo>
                <a:lnTo>
                  <a:pt x="8510" y="19872"/>
                </a:lnTo>
                <a:lnTo>
                  <a:pt x="7152" y="19465"/>
                </a:lnTo>
                <a:lnTo>
                  <a:pt x="4039" y="18539"/>
                </a:lnTo>
                <a:lnTo>
                  <a:pt x="2705" y="18080"/>
                </a:lnTo>
                <a:lnTo>
                  <a:pt x="1361" y="17617"/>
                </a:lnTo>
                <a:lnTo>
                  <a:pt x="0" y="17150"/>
                </a:lnTo>
                <a:lnTo>
                  <a:pt x="319" y="14286"/>
                </a:lnTo>
                <a:lnTo>
                  <a:pt x="656" y="11426"/>
                </a:lnTo>
                <a:lnTo>
                  <a:pt x="1012" y="8575"/>
                </a:lnTo>
                <a:lnTo>
                  <a:pt x="1296" y="6182"/>
                </a:lnTo>
                <a:lnTo>
                  <a:pt x="1582" y="3751"/>
                </a:lnTo>
                <a:lnTo>
                  <a:pt x="2138" y="1891"/>
                </a:lnTo>
                <a:lnTo>
                  <a:pt x="2700" y="0"/>
                </a:lnTo>
                <a:close/>
              </a:path>
            </a:pathLst>
          </a:custGeom>
          <a:solidFill>
            <a:srgbClr val="BDB7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5" name="contour_12633"/>
          <p:cNvSpPr/>
          <p:nvPr/>
        </p:nvSpPr>
        <p:spPr>
          <a:xfrm>
            <a:off x="4864177" y="430720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785"/>
                </a:lnTo>
                <a:lnTo>
                  <a:pt x="12512" y="1364"/>
                </a:lnTo>
                <a:lnTo>
                  <a:pt x="14974" y="1912"/>
                </a:lnTo>
                <a:lnTo>
                  <a:pt x="17744" y="2599"/>
                </a:lnTo>
                <a:lnTo>
                  <a:pt x="21600" y="3600"/>
                </a:lnTo>
                <a:lnTo>
                  <a:pt x="21130" y="5854"/>
                </a:lnTo>
                <a:lnTo>
                  <a:pt x="20628" y="8104"/>
                </a:lnTo>
                <a:lnTo>
                  <a:pt x="20110" y="10354"/>
                </a:lnTo>
                <a:lnTo>
                  <a:pt x="19575" y="12600"/>
                </a:lnTo>
                <a:lnTo>
                  <a:pt x="19008" y="15113"/>
                </a:lnTo>
                <a:lnTo>
                  <a:pt x="18436" y="17662"/>
                </a:lnTo>
                <a:lnTo>
                  <a:pt x="17323" y="19616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80" y="19318"/>
                </a:lnTo>
                <a:lnTo>
                  <a:pt x="3116" y="17644"/>
                </a:lnTo>
                <a:lnTo>
                  <a:pt x="2468" y="15754"/>
                </a:lnTo>
                <a:lnTo>
                  <a:pt x="1685" y="12823"/>
                </a:lnTo>
                <a:lnTo>
                  <a:pt x="988" y="10375"/>
                </a:lnTo>
                <a:lnTo>
                  <a:pt x="275" y="7888"/>
                </a:lnTo>
                <a:lnTo>
                  <a:pt x="135" y="5760"/>
                </a:lnTo>
                <a:lnTo>
                  <a:pt x="0" y="3600"/>
                </a:lnTo>
                <a:lnTo>
                  <a:pt x="2678" y="1814"/>
                </a:lnTo>
                <a:lnTo>
                  <a:pt x="5400" y="0"/>
                </a:lnTo>
                <a:close/>
              </a:path>
            </a:pathLst>
          </a:custGeom>
          <a:solidFill>
            <a:srgbClr val="ECD5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6" name="contour_12634"/>
          <p:cNvSpPr/>
          <p:nvPr/>
        </p:nvSpPr>
        <p:spPr>
          <a:xfrm>
            <a:off x="11276188" y="4292627"/>
            <a:ext cx="3057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697"/>
                </a:lnTo>
                <a:lnTo>
                  <a:pt x="21600" y="3396"/>
                </a:lnTo>
                <a:lnTo>
                  <a:pt x="21600" y="5100"/>
                </a:lnTo>
                <a:lnTo>
                  <a:pt x="21600" y="6811"/>
                </a:lnTo>
                <a:lnTo>
                  <a:pt x="21600" y="8530"/>
                </a:lnTo>
                <a:lnTo>
                  <a:pt x="21600" y="10258"/>
                </a:lnTo>
                <a:lnTo>
                  <a:pt x="21600" y="12000"/>
                </a:lnTo>
                <a:lnTo>
                  <a:pt x="18197" y="12000"/>
                </a:lnTo>
                <a:lnTo>
                  <a:pt x="14772" y="12000"/>
                </a:lnTo>
                <a:lnTo>
                  <a:pt x="11302" y="12000"/>
                </a:lnTo>
                <a:lnTo>
                  <a:pt x="9376" y="13255"/>
                </a:lnTo>
                <a:lnTo>
                  <a:pt x="8135" y="14174"/>
                </a:lnTo>
                <a:lnTo>
                  <a:pt x="7023" y="15206"/>
                </a:lnTo>
                <a:lnTo>
                  <a:pt x="5509" y="16800"/>
                </a:lnTo>
                <a:lnTo>
                  <a:pt x="4212" y="18139"/>
                </a:lnTo>
                <a:lnTo>
                  <a:pt x="2894" y="19500"/>
                </a:lnTo>
                <a:lnTo>
                  <a:pt x="1957" y="20542"/>
                </a:lnTo>
                <a:lnTo>
                  <a:pt x="1004" y="21600"/>
                </a:lnTo>
                <a:lnTo>
                  <a:pt x="844" y="19980"/>
                </a:lnTo>
                <a:lnTo>
                  <a:pt x="705" y="18360"/>
                </a:lnTo>
                <a:lnTo>
                  <a:pt x="577" y="16740"/>
                </a:lnTo>
                <a:lnTo>
                  <a:pt x="463" y="15120"/>
                </a:lnTo>
                <a:lnTo>
                  <a:pt x="360" y="13500"/>
                </a:lnTo>
                <a:lnTo>
                  <a:pt x="242" y="11995"/>
                </a:lnTo>
                <a:lnTo>
                  <a:pt x="124" y="10481"/>
                </a:lnTo>
                <a:lnTo>
                  <a:pt x="0" y="8945"/>
                </a:lnTo>
                <a:lnTo>
                  <a:pt x="525" y="6898"/>
                </a:lnTo>
                <a:lnTo>
                  <a:pt x="1076" y="5508"/>
                </a:lnTo>
                <a:lnTo>
                  <a:pt x="1921" y="4428"/>
                </a:lnTo>
                <a:lnTo>
                  <a:pt x="3326" y="3326"/>
                </a:lnTo>
                <a:lnTo>
                  <a:pt x="5551" y="1855"/>
                </a:lnTo>
                <a:lnTo>
                  <a:pt x="8439" y="950"/>
                </a:lnTo>
                <a:lnTo>
                  <a:pt x="10720" y="401"/>
                </a:lnTo>
                <a:lnTo>
                  <a:pt x="13161" y="118"/>
                </a:lnTo>
                <a:lnTo>
                  <a:pt x="16528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7D71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7" name="contour_12635"/>
          <p:cNvSpPr/>
          <p:nvPr/>
        </p:nvSpPr>
        <p:spPr>
          <a:xfrm>
            <a:off x="7960262" y="4292131"/>
            <a:ext cx="59616" cy="369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0"/>
                </a:moveTo>
                <a:lnTo>
                  <a:pt x="21183" y="3333"/>
                </a:lnTo>
                <a:lnTo>
                  <a:pt x="20837" y="5519"/>
                </a:lnTo>
                <a:lnTo>
                  <a:pt x="20436" y="7463"/>
                </a:lnTo>
                <a:lnTo>
                  <a:pt x="19852" y="9777"/>
                </a:lnTo>
                <a:lnTo>
                  <a:pt x="18959" y="13076"/>
                </a:lnTo>
                <a:lnTo>
                  <a:pt x="17037" y="14661"/>
                </a:lnTo>
                <a:lnTo>
                  <a:pt x="15331" y="15795"/>
                </a:lnTo>
                <a:lnTo>
                  <a:pt x="13744" y="16498"/>
                </a:lnTo>
                <a:lnTo>
                  <a:pt x="12173" y="16797"/>
                </a:lnTo>
                <a:lnTo>
                  <a:pt x="10523" y="16711"/>
                </a:lnTo>
                <a:lnTo>
                  <a:pt x="8690" y="16264"/>
                </a:lnTo>
                <a:lnTo>
                  <a:pt x="6580" y="15471"/>
                </a:lnTo>
                <a:lnTo>
                  <a:pt x="4861" y="14282"/>
                </a:lnTo>
                <a:lnTo>
                  <a:pt x="3116" y="13076"/>
                </a:lnTo>
                <a:lnTo>
                  <a:pt x="2461" y="15186"/>
                </a:lnTo>
                <a:lnTo>
                  <a:pt x="1806" y="17304"/>
                </a:lnTo>
                <a:lnTo>
                  <a:pt x="1143" y="19439"/>
                </a:lnTo>
                <a:lnTo>
                  <a:pt x="475" y="21600"/>
                </a:lnTo>
                <a:lnTo>
                  <a:pt x="158" y="18685"/>
                </a:lnTo>
                <a:lnTo>
                  <a:pt x="0" y="16562"/>
                </a:lnTo>
                <a:lnTo>
                  <a:pt x="0" y="14619"/>
                </a:lnTo>
                <a:lnTo>
                  <a:pt x="158" y="12241"/>
                </a:lnTo>
                <a:lnTo>
                  <a:pt x="475" y="8814"/>
                </a:lnTo>
                <a:lnTo>
                  <a:pt x="2060" y="6798"/>
                </a:lnTo>
                <a:lnTo>
                  <a:pt x="3670" y="5093"/>
                </a:lnTo>
                <a:lnTo>
                  <a:pt x="5310" y="3678"/>
                </a:lnTo>
                <a:lnTo>
                  <a:pt x="6982" y="2527"/>
                </a:lnTo>
                <a:lnTo>
                  <a:pt x="8685" y="1624"/>
                </a:lnTo>
                <a:lnTo>
                  <a:pt x="10422" y="942"/>
                </a:lnTo>
                <a:lnTo>
                  <a:pt x="12192" y="460"/>
                </a:lnTo>
                <a:lnTo>
                  <a:pt x="13998" y="158"/>
                </a:lnTo>
                <a:lnTo>
                  <a:pt x="15841" y="13"/>
                </a:lnTo>
                <a:lnTo>
                  <a:pt x="17721" y="0"/>
                </a:lnTo>
                <a:lnTo>
                  <a:pt x="19641" y="98"/>
                </a:lnTo>
                <a:lnTo>
                  <a:pt x="21600" y="290"/>
                </a:lnTo>
                <a:close/>
              </a:path>
            </a:pathLst>
          </a:custGeom>
          <a:solidFill>
            <a:srgbClr val="EE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8" name="contour_12636"/>
          <p:cNvSpPr/>
          <p:nvPr/>
        </p:nvSpPr>
        <p:spPr>
          <a:xfrm>
            <a:off x="4856889" y="4283400"/>
            <a:ext cx="72880" cy="221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14"/>
                </a:moveTo>
                <a:lnTo>
                  <a:pt x="11915" y="78"/>
                </a:lnTo>
                <a:lnTo>
                  <a:pt x="13038" y="43"/>
                </a:lnTo>
                <a:lnTo>
                  <a:pt x="14174" y="0"/>
                </a:lnTo>
                <a:lnTo>
                  <a:pt x="15863" y="1324"/>
                </a:lnTo>
                <a:lnTo>
                  <a:pt x="17237" y="3076"/>
                </a:lnTo>
                <a:lnTo>
                  <a:pt x="18399" y="5347"/>
                </a:lnTo>
                <a:lnTo>
                  <a:pt x="19446" y="8216"/>
                </a:lnTo>
                <a:lnTo>
                  <a:pt x="20479" y="11782"/>
                </a:lnTo>
                <a:lnTo>
                  <a:pt x="21600" y="16132"/>
                </a:lnTo>
                <a:lnTo>
                  <a:pt x="19974" y="17834"/>
                </a:lnTo>
                <a:lnTo>
                  <a:pt x="18390" y="19194"/>
                </a:lnTo>
                <a:lnTo>
                  <a:pt x="16844" y="20233"/>
                </a:lnTo>
                <a:lnTo>
                  <a:pt x="15327" y="20959"/>
                </a:lnTo>
                <a:lnTo>
                  <a:pt x="13830" y="21408"/>
                </a:lnTo>
                <a:lnTo>
                  <a:pt x="12347" y="21600"/>
                </a:lnTo>
                <a:lnTo>
                  <a:pt x="10867" y="21543"/>
                </a:lnTo>
                <a:lnTo>
                  <a:pt x="9385" y="21265"/>
                </a:lnTo>
                <a:lnTo>
                  <a:pt x="7895" y="20788"/>
                </a:lnTo>
                <a:lnTo>
                  <a:pt x="6383" y="20133"/>
                </a:lnTo>
                <a:lnTo>
                  <a:pt x="4847" y="19322"/>
                </a:lnTo>
                <a:lnTo>
                  <a:pt x="3277" y="18368"/>
                </a:lnTo>
                <a:lnTo>
                  <a:pt x="1663" y="17300"/>
                </a:lnTo>
                <a:lnTo>
                  <a:pt x="0" y="16132"/>
                </a:lnTo>
                <a:lnTo>
                  <a:pt x="1223" y="11540"/>
                </a:lnTo>
                <a:lnTo>
                  <a:pt x="2374" y="7881"/>
                </a:lnTo>
                <a:lnTo>
                  <a:pt x="3512" y="5055"/>
                </a:lnTo>
                <a:lnTo>
                  <a:pt x="4685" y="2969"/>
                </a:lnTo>
                <a:lnTo>
                  <a:pt x="5946" y="1524"/>
                </a:lnTo>
                <a:lnTo>
                  <a:pt x="7353" y="634"/>
                </a:lnTo>
                <a:lnTo>
                  <a:pt x="8953" y="192"/>
                </a:lnTo>
                <a:lnTo>
                  <a:pt x="10800" y="114"/>
                </a:lnTo>
                <a:close/>
              </a:path>
            </a:pathLst>
          </a:custGeom>
          <a:solidFill>
            <a:srgbClr val="F0EE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39" name="contour_12637"/>
          <p:cNvSpPr/>
          <p:nvPr/>
        </p:nvSpPr>
        <p:spPr>
          <a:xfrm>
            <a:off x="4186394" y="4256187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04" y="0"/>
                </a:lnTo>
                <a:lnTo>
                  <a:pt x="11313" y="0"/>
                </a:lnTo>
                <a:lnTo>
                  <a:pt x="12928" y="0"/>
                </a:lnTo>
                <a:lnTo>
                  <a:pt x="14556" y="0"/>
                </a:lnTo>
                <a:lnTo>
                  <a:pt x="16200" y="0"/>
                </a:lnTo>
                <a:lnTo>
                  <a:pt x="16200" y="3569"/>
                </a:lnTo>
                <a:lnTo>
                  <a:pt x="16200" y="7160"/>
                </a:lnTo>
                <a:lnTo>
                  <a:pt x="16200" y="10800"/>
                </a:lnTo>
                <a:lnTo>
                  <a:pt x="17985" y="10800"/>
                </a:lnTo>
                <a:lnTo>
                  <a:pt x="19780" y="1080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604" y="20531"/>
                </a:lnTo>
                <a:lnTo>
                  <a:pt x="3213" y="19456"/>
                </a:lnTo>
                <a:lnTo>
                  <a:pt x="4828" y="18382"/>
                </a:lnTo>
                <a:lnTo>
                  <a:pt x="6456" y="17296"/>
                </a:lnTo>
                <a:lnTo>
                  <a:pt x="8100" y="16200"/>
                </a:lnTo>
                <a:lnTo>
                  <a:pt x="8343" y="12020"/>
                </a:lnTo>
                <a:lnTo>
                  <a:pt x="8464" y="9088"/>
                </a:lnTo>
                <a:lnTo>
                  <a:pt x="8464" y="6626"/>
                </a:lnTo>
                <a:lnTo>
                  <a:pt x="8343" y="3856"/>
                </a:lnTo>
                <a:lnTo>
                  <a:pt x="8100" y="0"/>
                </a:lnTo>
                <a:close/>
              </a:path>
            </a:pathLst>
          </a:custGeom>
          <a:solidFill>
            <a:srgbClr val="443B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0" name="contour_12638"/>
          <p:cNvSpPr/>
          <p:nvPr/>
        </p:nvSpPr>
        <p:spPr>
          <a:xfrm>
            <a:off x="8049029" y="4256187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5CF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1" name="contour_12639"/>
          <p:cNvSpPr/>
          <p:nvPr/>
        </p:nvSpPr>
        <p:spPr>
          <a:xfrm>
            <a:off x="4303002" y="4234323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6B6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2" name="contour_12640"/>
          <p:cNvSpPr/>
          <p:nvPr/>
        </p:nvSpPr>
        <p:spPr>
          <a:xfrm>
            <a:off x="8340549" y="4233142"/>
            <a:ext cx="58304" cy="319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797"/>
                </a:moveTo>
                <a:lnTo>
                  <a:pt x="12649" y="251"/>
                </a:lnTo>
                <a:lnTo>
                  <a:pt x="14418" y="5"/>
                </a:lnTo>
                <a:lnTo>
                  <a:pt x="16154" y="0"/>
                </a:lnTo>
                <a:lnTo>
                  <a:pt x="17901" y="172"/>
                </a:lnTo>
                <a:lnTo>
                  <a:pt x="19699" y="458"/>
                </a:lnTo>
                <a:lnTo>
                  <a:pt x="21600" y="797"/>
                </a:lnTo>
                <a:lnTo>
                  <a:pt x="21114" y="4025"/>
                </a:lnTo>
                <a:lnTo>
                  <a:pt x="20582" y="7066"/>
                </a:lnTo>
                <a:lnTo>
                  <a:pt x="19972" y="9954"/>
                </a:lnTo>
                <a:lnTo>
                  <a:pt x="19259" y="12714"/>
                </a:lnTo>
                <a:lnTo>
                  <a:pt x="18411" y="15366"/>
                </a:lnTo>
                <a:lnTo>
                  <a:pt x="17401" y="17949"/>
                </a:lnTo>
                <a:lnTo>
                  <a:pt x="16200" y="20478"/>
                </a:lnTo>
                <a:lnTo>
                  <a:pt x="14380" y="20995"/>
                </a:lnTo>
                <a:lnTo>
                  <a:pt x="12577" y="21339"/>
                </a:lnTo>
                <a:lnTo>
                  <a:pt x="10786" y="21536"/>
                </a:lnTo>
                <a:lnTo>
                  <a:pt x="9002" y="21600"/>
                </a:lnTo>
                <a:lnTo>
                  <a:pt x="7220" y="21546"/>
                </a:lnTo>
                <a:lnTo>
                  <a:pt x="5435" y="21388"/>
                </a:lnTo>
                <a:lnTo>
                  <a:pt x="3640" y="21147"/>
                </a:lnTo>
                <a:lnTo>
                  <a:pt x="1831" y="20837"/>
                </a:lnTo>
                <a:lnTo>
                  <a:pt x="0" y="20478"/>
                </a:lnTo>
                <a:lnTo>
                  <a:pt x="1282" y="19971"/>
                </a:lnTo>
                <a:lnTo>
                  <a:pt x="2573" y="19460"/>
                </a:lnTo>
                <a:lnTo>
                  <a:pt x="3883" y="18943"/>
                </a:lnTo>
                <a:lnTo>
                  <a:pt x="5276" y="17826"/>
                </a:lnTo>
                <a:lnTo>
                  <a:pt x="6677" y="16699"/>
                </a:lnTo>
                <a:lnTo>
                  <a:pt x="8100" y="15558"/>
                </a:lnTo>
                <a:lnTo>
                  <a:pt x="8273" y="14426"/>
                </a:lnTo>
                <a:lnTo>
                  <a:pt x="8581" y="12434"/>
                </a:lnTo>
                <a:lnTo>
                  <a:pt x="9283" y="7872"/>
                </a:lnTo>
                <a:lnTo>
                  <a:pt x="9782" y="5535"/>
                </a:lnTo>
                <a:lnTo>
                  <a:pt x="10290" y="3183"/>
                </a:lnTo>
                <a:lnTo>
                  <a:pt x="10800" y="797"/>
                </a:lnTo>
                <a:close/>
              </a:path>
            </a:pathLst>
          </a:custGeom>
          <a:solidFill>
            <a:srgbClr val="5145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3" name="contour_12641"/>
          <p:cNvSpPr/>
          <p:nvPr/>
        </p:nvSpPr>
        <p:spPr>
          <a:xfrm>
            <a:off x="8486309" y="4212459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7" y="46"/>
                </a:lnTo>
                <a:lnTo>
                  <a:pt x="3564" y="157"/>
                </a:lnTo>
                <a:lnTo>
                  <a:pt x="5260" y="355"/>
                </a:lnTo>
                <a:lnTo>
                  <a:pt x="6920" y="648"/>
                </a:lnTo>
                <a:lnTo>
                  <a:pt x="8556" y="1052"/>
                </a:lnTo>
                <a:lnTo>
                  <a:pt x="10190" y="1583"/>
                </a:lnTo>
                <a:lnTo>
                  <a:pt x="11831" y="2256"/>
                </a:lnTo>
                <a:lnTo>
                  <a:pt x="13500" y="3086"/>
                </a:lnTo>
                <a:lnTo>
                  <a:pt x="14545" y="4829"/>
                </a:lnTo>
                <a:lnTo>
                  <a:pt x="15517" y="6594"/>
                </a:lnTo>
                <a:lnTo>
                  <a:pt x="16427" y="8381"/>
                </a:lnTo>
                <a:lnTo>
                  <a:pt x="17280" y="10192"/>
                </a:lnTo>
                <a:lnTo>
                  <a:pt x="18085" y="12025"/>
                </a:lnTo>
                <a:lnTo>
                  <a:pt x="18846" y="13886"/>
                </a:lnTo>
                <a:lnTo>
                  <a:pt x="19570" y="15771"/>
                </a:lnTo>
                <a:lnTo>
                  <a:pt x="20266" y="17684"/>
                </a:lnTo>
                <a:lnTo>
                  <a:pt x="20941" y="19628"/>
                </a:lnTo>
                <a:lnTo>
                  <a:pt x="21600" y="21600"/>
                </a:lnTo>
                <a:lnTo>
                  <a:pt x="19624" y="20650"/>
                </a:lnTo>
                <a:lnTo>
                  <a:pt x="17771" y="19637"/>
                </a:lnTo>
                <a:lnTo>
                  <a:pt x="16035" y="18561"/>
                </a:lnTo>
                <a:lnTo>
                  <a:pt x="14405" y="17416"/>
                </a:lnTo>
                <a:lnTo>
                  <a:pt x="12863" y="16203"/>
                </a:lnTo>
                <a:lnTo>
                  <a:pt x="11405" y="14919"/>
                </a:lnTo>
                <a:lnTo>
                  <a:pt x="10014" y="13568"/>
                </a:lnTo>
                <a:lnTo>
                  <a:pt x="8683" y="12142"/>
                </a:lnTo>
                <a:lnTo>
                  <a:pt x="7395" y="10643"/>
                </a:lnTo>
                <a:lnTo>
                  <a:pt x="6145" y="9066"/>
                </a:lnTo>
                <a:lnTo>
                  <a:pt x="4917" y="7412"/>
                </a:lnTo>
                <a:lnTo>
                  <a:pt x="3699" y="5681"/>
                </a:lnTo>
                <a:lnTo>
                  <a:pt x="2481" y="3869"/>
                </a:lnTo>
                <a:lnTo>
                  <a:pt x="1253" y="1978"/>
                </a:lnTo>
                <a:lnTo>
                  <a:pt x="0" y="0"/>
                </a:lnTo>
                <a:close/>
              </a:path>
            </a:pathLst>
          </a:custGeom>
          <a:solidFill>
            <a:srgbClr val="BAD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4" name="contour_12642"/>
          <p:cNvSpPr/>
          <p:nvPr/>
        </p:nvSpPr>
        <p:spPr>
          <a:xfrm>
            <a:off x="8442581" y="4176019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925"/>
                </a:lnTo>
                <a:lnTo>
                  <a:pt x="3161" y="1858"/>
                </a:lnTo>
                <a:lnTo>
                  <a:pt x="4728" y="2808"/>
                </a:lnTo>
                <a:lnTo>
                  <a:pt x="6290" y="3769"/>
                </a:lnTo>
                <a:lnTo>
                  <a:pt x="7846" y="4745"/>
                </a:lnTo>
                <a:lnTo>
                  <a:pt x="9394" y="5738"/>
                </a:lnTo>
                <a:lnTo>
                  <a:pt x="10934" y="6750"/>
                </a:lnTo>
                <a:lnTo>
                  <a:pt x="12473" y="7780"/>
                </a:lnTo>
                <a:lnTo>
                  <a:pt x="14004" y="8827"/>
                </a:lnTo>
                <a:lnTo>
                  <a:pt x="15530" y="9896"/>
                </a:lnTo>
                <a:lnTo>
                  <a:pt x="17054" y="10987"/>
                </a:lnTo>
                <a:lnTo>
                  <a:pt x="18571" y="12100"/>
                </a:lnTo>
                <a:lnTo>
                  <a:pt x="20088" y="13237"/>
                </a:lnTo>
                <a:lnTo>
                  <a:pt x="21600" y="14400"/>
                </a:lnTo>
                <a:lnTo>
                  <a:pt x="20338" y="16106"/>
                </a:lnTo>
                <a:lnTo>
                  <a:pt x="19111" y="17622"/>
                </a:lnTo>
                <a:lnTo>
                  <a:pt x="17873" y="18922"/>
                </a:lnTo>
                <a:lnTo>
                  <a:pt x="16586" y="19987"/>
                </a:lnTo>
                <a:lnTo>
                  <a:pt x="15206" y="20801"/>
                </a:lnTo>
                <a:lnTo>
                  <a:pt x="13692" y="21344"/>
                </a:lnTo>
                <a:lnTo>
                  <a:pt x="12000" y="21600"/>
                </a:lnTo>
                <a:lnTo>
                  <a:pt x="10714" y="19850"/>
                </a:lnTo>
                <a:lnTo>
                  <a:pt x="9485" y="18047"/>
                </a:lnTo>
                <a:lnTo>
                  <a:pt x="8306" y="16200"/>
                </a:lnTo>
                <a:lnTo>
                  <a:pt x="7174" y="14306"/>
                </a:lnTo>
                <a:lnTo>
                  <a:pt x="6082" y="12373"/>
                </a:lnTo>
                <a:lnTo>
                  <a:pt x="5023" y="10397"/>
                </a:lnTo>
                <a:lnTo>
                  <a:pt x="3989" y="8381"/>
                </a:lnTo>
                <a:lnTo>
                  <a:pt x="2976" y="6332"/>
                </a:lnTo>
                <a:lnTo>
                  <a:pt x="1978" y="4252"/>
                </a:lnTo>
                <a:lnTo>
                  <a:pt x="989" y="2138"/>
                </a:lnTo>
                <a:lnTo>
                  <a:pt x="0" y="0"/>
                </a:lnTo>
                <a:close/>
              </a:path>
            </a:pathLst>
          </a:custGeom>
          <a:solidFill>
            <a:srgbClr val="C3D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5" name="contour_12643"/>
          <p:cNvSpPr/>
          <p:nvPr/>
        </p:nvSpPr>
        <p:spPr>
          <a:xfrm>
            <a:off x="4011482" y="4146867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435" y="1833"/>
                </a:lnTo>
                <a:lnTo>
                  <a:pt x="19972" y="3672"/>
                </a:lnTo>
                <a:lnTo>
                  <a:pt x="20509" y="5517"/>
                </a:lnTo>
                <a:lnTo>
                  <a:pt x="21052" y="7378"/>
                </a:lnTo>
                <a:lnTo>
                  <a:pt x="21600" y="9257"/>
                </a:lnTo>
                <a:lnTo>
                  <a:pt x="20290" y="10652"/>
                </a:lnTo>
                <a:lnTo>
                  <a:pt x="19048" y="11877"/>
                </a:lnTo>
                <a:lnTo>
                  <a:pt x="17817" y="12982"/>
                </a:lnTo>
                <a:lnTo>
                  <a:pt x="16546" y="14006"/>
                </a:lnTo>
                <a:lnTo>
                  <a:pt x="15179" y="15000"/>
                </a:lnTo>
                <a:lnTo>
                  <a:pt x="13667" y="16009"/>
                </a:lnTo>
                <a:lnTo>
                  <a:pt x="12488" y="16829"/>
                </a:lnTo>
                <a:lnTo>
                  <a:pt x="11291" y="17666"/>
                </a:lnTo>
                <a:lnTo>
                  <a:pt x="9828" y="18665"/>
                </a:lnTo>
                <a:lnTo>
                  <a:pt x="8357" y="19653"/>
                </a:lnTo>
                <a:lnTo>
                  <a:pt x="6880" y="20631"/>
                </a:lnTo>
                <a:lnTo>
                  <a:pt x="5400" y="21600"/>
                </a:lnTo>
                <a:lnTo>
                  <a:pt x="5400" y="19560"/>
                </a:lnTo>
                <a:lnTo>
                  <a:pt x="5400" y="17508"/>
                </a:lnTo>
                <a:lnTo>
                  <a:pt x="5400" y="15429"/>
                </a:lnTo>
                <a:lnTo>
                  <a:pt x="4063" y="14663"/>
                </a:lnTo>
                <a:lnTo>
                  <a:pt x="2722" y="13898"/>
                </a:lnTo>
                <a:lnTo>
                  <a:pt x="1369" y="13124"/>
                </a:lnTo>
                <a:lnTo>
                  <a:pt x="0" y="12343"/>
                </a:lnTo>
                <a:lnTo>
                  <a:pt x="1561" y="11325"/>
                </a:lnTo>
                <a:lnTo>
                  <a:pt x="3118" y="10306"/>
                </a:lnTo>
                <a:lnTo>
                  <a:pt x="4682" y="9285"/>
                </a:lnTo>
                <a:lnTo>
                  <a:pt x="6245" y="8267"/>
                </a:lnTo>
                <a:lnTo>
                  <a:pt x="7811" y="7242"/>
                </a:lnTo>
                <a:lnTo>
                  <a:pt x="9380" y="6218"/>
                </a:lnTo>
                <a:lnTo>
                  <a:pt x="10951" y="5190"/>
                </a:lnTo>
                <a:lnTo>
                  <a:pt x="12531" y="4160"/>
                </a:lnTo>
                <a:lnTo>
                  <a:pt x="14113" y="3126"/>
                </a:lnTo>
                <a:lnTo>
                  <a:pt x="15703" y="2089"/>
                </a:lnTo>
                <a:lnTo>
                  <a:pt x="17296" y="1046"/>
                </a:lnTo>
                <a:lnTo>
                  <a:pt x="18900" y="0"/>
                </a:lnTo>
                <a:close/>
              </a:path>
            </a:pathLst>
          </a:custGeom>
          <a:solidFill>
            <a:srgbClr val="F7F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6" name="contour_12644"/>
          <p:cNvSpPr/>
          <p:nvPr/>
        </p:nvSpPr>
        <p:spPr>
          <a:xfrm>
            <a:off x="4215546" y="4154155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A8A8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7" name="contour_12645"/>
          <p:cNvSpPr/>
          <p:nvPr/>
        </p:nvSpPr>
        <p:spPr>
          <a:xfrm>
            <a:off x="1526277" y="4088563"/>
            <a:ext cx="3658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514" y="0"/>
                </a:moveTo>
                <a:lnTo>
                  <a:pt x="21600" y="1540"/>
                </a:lnTo>
                <a:lnTo>
                  <a:pt x="21553" y="3030"/>
                </a:lnTo>
                <a:lnTo>
                  <a:pt x="21381" y="4482"/>
                </a:lnTo>
                <a:lnTo>
                  <a:pt x="21088" y="5903"/>
                </a:lnTo>
                <a:lnTo>
                  <a:pt x="20684" y="7309"/>
                </a:lnTo>
                <a:lnTo>
                  <a:pt x="20171" y="8707"/>
                </a:lnTo>
                <a:lnTo>
                  <a:pt x="19565" y="10109"/>
                </a:lnTo>
                <a:lnTo>
                  <a:pt x="18863" y="11526"/>
                </a:lnTo>
                <a:lnTo>
                  <a:pt x="18076" y="12966"/>
                </a:lnTo>
                <a:lnTo>
                  <a:pt x="17211" y="14446"/>
                </a:lnTo>
                <a:lnTo>
                  <a:pt x="16411" y="15792"/>
                </a:lnTo>
                <a:lnTo>
                  <a:pt x="15606" y="17146"/>
                </a:lnTo>
                <a:lnTo>
                  <a:pt x="14793" y="18520"/>
                </a:lnTo>
                <a:lnTo>
                  <a:pt x="14169" y="19537"/>
                </a:lnTo>
                <a:lnTo>
                  <a:pt x="13545" y="20561"/>
                </a:lnTo>
                <a:lnTo>
                  <a:pt x="12908" y="21600"/>
                </a:lnTo>
                <a:lnTo>
                  <a:pt x="10555" y="20488"/>
                </a:lnTo>
                <a:lnTo>
                  <a:pt x="8360" y="19377"/>
                </a:lnTo>
                <a:lnTo>
                  <a:pt x="6334" y="18243"/>
                </a:lnTo>
                <a:lnTo>
                  <a:pt x="4479" y="17060"/>
                </a:lnTo>
                <a:lnTo>
                  <a:pt x="2801" y="15803"/>
                </a:lnTo>
                <a:lnTo>
                  <a:pt x="1308" y="14444"/>
                </a:lnTo>
                <a:lnTo>
                  <a:pt x="0" y="12960"/>
                </a:lnTo>
                <a:lnTo>
                  <a:pt x="972" y="11463"/>
                </a:lnTo>
                <a:lnTo>
                  <a:pt x="2104" y="10009"/>
                </a:lnTo>
                <a:lnTo>
                  <a:pt x="3404" y="8603"/>
                </a:lnTo>
                <a:lnTo>
                  <a:pt x="4871" y="7255"/>
                </a:lnTo>
                <a:lnTo>
                  <a:pt x="6523" y="5972"/>
                </a:lnTo>
                <a:lnTo>
                  <a:pt x="8356" y="4758"/>
                </a:lnTo>
                <a:lnTo>
                  <a:pt x="10387" y="3624"/>
                </a:lnTo>
                <a:lnTo>
                  <a:pt x="12616" y="2577"/>
                </a:lnTo>
                <a:lnTo>
                  <a:pt x="15051" y="1622"/>
                </a:lnTo>
                <a:lnTo>
                  <a:pt x="17697" y="767"/>
                </a:lnTo>
                <a:lnTo>
                  <a:pt x="19595" y="387"/>
                </a:lnTo>
                <a:lnTo>
                  <a:pt x="21514" y="0"/>
                </a:lnTo>
                <a:close/>
              </a:path>
            </a:pathLst>
          </a:custGeom>
          <a:solidFill>
            <a:srgbClr val="F5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8" name="contour_12646"/>
          <p:cNvSpPr/>
          <p:nvPr/>
        </p:nvSpPr>
        <p:spPr>
          <a:xfrm>
            <a:off x="4702201" y="4073987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0" y="0"/>
                </a:moveTo>
                <a:lnTo>
                  <a:pt x="4524" y="0"/>
                </a:lnTo>
                <a:lnTo>
                  <a:pt x="7904" y="0"/>
                </a:lnTo>
                <a:lnTo>
                  <a:pt x="11298" y="0"/>
                </a:lnTo>
                <a:lnTo>
                  <a:pt x="14708" y="0"/>
                </a:lnTo>
                <a:lnTo>
                  <a:pt x="18139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5501" y="20948"/>
                </a:lnTo>
                <a:lnTo>
                  <a:pt x="11237" y="20425"/>
                </a:lnTo>
                <a:lnTo>
                  <a:pt x="8236" y="19920"/>
                </a:lnTo>
                <a:lnTo>
                  <a:pt x="5930" y="19306"/>
                </a:lnTo>
                <a:lnTo>
                  <a:pt x="3763" y="18468"/>
                </a:lnTo>
                <a:lnTo>
                  <a:pt x="1150" y="17280"/>
                </a:lnTo>
                <a:lnTo>
                  <a:pt x="368" y="14282"/>
                </a:lnTo>
                <a:lnTo>
                  <a:pt x="15" y="11478"/>
                </a:lnTo>
                <a:lnTo>
                  <a:pt x="0" y="8761"/>
                </a:lnTo>
                <a:lnTo>
                  <a:pt x="245" y="6018"/>
                </a:lnTo>
                <a:lnTo>
                  <a:pt x="660" y="3132"/>
                </a:lnTo>
                <a:lnTo>
                  <a:pt x="1150" y="0"/>
                </a:lnTo>
                <a:close/>
              </a:path>
            </a:pathLst>
          </a:custGeom>
          <a:solidFill>
            <a:srgbClr val="C1B1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49" name="contour_12647"/>
          <p:cNvSpPr/>
          <p:nvPr/>
        </p:nvSpPr>
        <p:spPr>
          <a:xfrm>
            <a:off x="2291516" y="408127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47" y="661"/>
                </a:lnTo>
                <a:lnTo>
                  <a:pt x="7159" y="1447"/>
                </a:lnTo>
                <a:lnTo>
                  <a:pt x="9128" y="2359"/>
                </a:lnTo>
                <a:lnTo>
                  <a:pt x="11059" y="3391"/>
                </a:lnTo>
                <a:lnTo>
                  <a:pt x="12957" y="4540"/>
                </a:lnTo>
                <a:lnTo>
                  <a:pt x="14830" y="5802"/>
                </a:lnTo>
                <a:lnTo>
                  <a:pt x="16681" y="7171"/>
                </a:lnTo>
                <a:lnTo>
                  <a:pt x="18514" y="8640"/>
                </a:lnTo>
                <a:lnTo>
                  <a:pt x="19742" y="12113"/>
                </a:lnTo>
                <a:lnTo>
                  <a:pt x="20517" y="14524"/>
                </a:lnTo>
                <a:lnTo>
                  <a:pt x="20986" y="16494"/>
                </a:lnTo>
                <a:lnTo>
                  <a:pt x="21298" y="18645"/>
                </a:lnTo>
                <a:lnTo>
                  <a:pt x="21600" y="21600"/>
                </a:lnTo>
                <a:lnTo>
                  <a:pt x="19135" y="20948"/>
                </a:lnTo>
                <a:lnTo>
                  <a:pt x="16885" y="20222"/>
                </a:lnTo>
                <a:lnTo>
                  <a:pt x="14830" y="19405"/>
                </a:lnTo>
                <a:lnTo>
                  <a:pt x="12932" y="18477"/>
                </a:lnTo>
                <a:lnTo>
                  <a:pt x="11167" y="17405"/>
                </a:lnTo>
                <a:lnTo>
                  <a:pt x="9504" y="16183"/>
                </a:lnTo>
                <a:lnTo>
                  <a:pt x="7912" y="14779"/>
                </a:lnTo>
                <a:lnTo>
                  <a:pt x="6363" y="13172"/>
                </a:lnTo>
                <a:lnTo>
                  <a:pt x="4826" y="11349"/>
                </a:lnTo>
                <a:lnTo>
                  <a:pt x="3274" y="9275"/>
                </a:lnTo>
                <a:lnTo>
                  <a:pt x="1676" y="6942"/>
                </a:lnTo>
                <a:lnTo>
                  <a:pt x="0" y="4320"/>
                </a:lnTo>
                <a:lnTo>
                  <a:pt x="1531" y="2177"/>
                </a:lnTo>
                <a:lnTo>
                  <a:pt x="3086" y="0"/>
                </a:lnTo>
                <a:close/>
              </a:path>
            </a:pathLst>
          </a:custGeom>
          <a:solidFill>
            <a:srgbClr val="A8C2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0" name="contour_12648"/>
          <p:cNvSpPr/>
          <p:nvPr/>
        </p:nvSpPr>
        <p:spPr>
          <a:xfrm>
            <a:off x="7588253" y="4052123"/>
            <a:ext cx="3807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6" y="0"/>
                </a:moveTo>
                <a:lnTo>
                  <a:pt x="1439" y="1339"/>
                </a:lnTo>
                <a:lnTo>
                  <a:pt x="1960" y="2700"/>
                </a:lnTo>
                <a:lnTo>
                  <a:pt x="3498" y="4039"/>
                </a:lnTo>
                <a:lnTo>
                  <a:pt x="5061" y="5400"/>
                </a:lnTo>
                <a:lnTo>
                  <a:pt x="7856" y="5597"/>
                </a:lnTo>
                <a:lnTo>
                  <a:pt x="10589" y="5684"/>
                </a:lnTo>
                <a:lnTo>
                  <a:pt x="13297" y="5684"/>
                </a:lnTo>
                <a:lnTo>
                  <a:pt x="16010" y="5621"/>
                </a:lnTo>
                <a:lnTo>
                  <a:pt x="18764" y="5521"/>
                </a:lnTo>
                <a:lnTo>
                  <a:pt x="21600" y="5400"/>
                </a:lnTo>
                <a:lnTo>
                  <a:pt x="21600" y="7182"/>
                </a:lnTo>
                <a:lnTo>
                  <a:pt x="21600" y="8967"/>
                </a:lnTo>
                <a:lnTo>
                  <a:pt x="21600" y="10751"/>
                </a:lnTo>
                <a:lnTo>
                  <a:pt x="21600" y="12541"/>
                </a:lnTo>
                <a:lnTo>
                  <a:pt x="21600" y="14337"/>
                </a:lnTo>
                <a:lnTo>
                  <a:pt x="21600" y="16141"/>
                </a:lnTo>
                <a:lnTo>
                  <a:pt x="21600" y="17950"/>
                </a:lnTo>
                <a:lnTo>
                  <a:pt x="21600" y="19769"/>
                </a:lnTo>
                <a:lnTo>
                  <a:pt x="21600" y="21600"/>
                </a:lnTo>
                <a:lnTo>
                  <a:pt x="21261" y="20317"/>
                </a:lnTo>
                <a:lnTo>
                  <a:pt x="20914" y="19027"/>
                </a:lnTo>
                <a:lnTo>
                  <a:pt x="20566" y="17717"/>
                </a:lnTo>
                <a:lnTo>
                  <a:pt x="19541" y="16324"/>
                </a:lnTo>
                <a:lnTo>
                  <a:pt x="18511" y="14923"/>
                </a:lnTo>
                <a:lnTo>
                  <a:pt x="17465" y="13500"/>
                </a:lnTo>
                <a:lnTo>
                  <a:pt x="14513" y="12949"/>
                </a:lnTo>
                <a:lnTo>
                  <a:pt x="12301" y="12644"/>
                </a:lnTo>
                <a:lnTo>
                  <a:pt x="8939" y="12317"/>
                </a:lnTo>
                <a:lnTo>
                  <a:pt x="5656" y="11939"/>
                </a:lnTo>
                <a:lnTo>
                  <a:pt x="3581" y="11545"/>
                </a:lnTo>
                <a:lnTo>
                  <a:pt x="926" y="10800"/>
                </a:lnTo>
                <a:lnTo>
                  <a:pt x="298" y="8929"/>
                </a:lnTo>
                <a:lnTo>
                  <a:pt x="12" y="7177"/>
                </a:lnTo>
                <a:lnTo>
                  <a:pt x="0" y="5473"/>
                </a:lnTo>
                <a:lnTo>
                  <a:pt x="198" y="3756"/>
                </a:lnTo>
                <a:lnTo>
                  <a:pt x="529" y="1952"/>
                </a:lnTo>
                <a:lnTo>
                  <a:pt x="926" y="0"/>
                </a:lnTo>
                <a:close/>
              </a:path>
            </a:pathLst>
          </a:custGeom>
          <a:solidFill>
            <a:srgbClr val="9B90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1" name="contour_12649"/>
          <p:cNvSpPr/>
          <p:nvPr/>
        </p:nvSpPr>
        <p:spPr>
          <a:xfrm>
            <a:off x="5024513" y="405212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270"/>
                </a:lnTo>
                <a:lnTo>
                  <a:pt x="4872" y="524"/>
                </a:lnTo>
                <a:lnTo>
                  <a:pt x="5807" y="794"/>
                </a:lnTo>
                <a:lnTo>
                  <a:pt x="6974" y="1134"/>
                </a:lnTo>
                <a:lnTo>
                  <a:pt x="8523" y="1588"/>
                </a:lnTo>
                <a:lnTo>
                  <a:pt x="10609" y="2192"/>
                </a:lnTo>
                <a:lnTo>
                  <a:pt x="13380" y="3002"/>
                </a:lnTo>
                <a:lnTo>
                  <a:pt x="16993" y="4055"/>
                </a:lnTo>
                <a:lnTo>
                  <a:pt x="21600" y="5400"/>
                </a:lnTo>
                <a:lnTo>
                  <a:pt x="20989" y="8608"/>
                </a:lnTo>
                <a:lnTo>
                  <a:pt x="20375" y="11826"/>
                </a:lnTo>
                <a:lnTo>
                  <a:pt x="19761" y="15055"/>
                </a:lnTo>
                <a:lnTo>
                  <a:pt x="19141" y="18311"/>
                </a:lnTo>
                <a:lnTo>
                  <a:pt x="18514" y="21600"/>
                </a:lnTo>
                <a:lnTo>
                  <a:pt x="17582" y="21330"/>
                </a:lnTo>
                <a:lnTo>
                  <a:pt x="16728" y="21076"/>
                </a:lnTo>
                <a:lnTo>
                  <a:pt x="15793" y="20806"/>
                </a:lnTo>
                <a:lnTo>
                  <a:pt x="14626" y="20466"/>
                </a:lnTo>
                <a:lnTo>
                  <a:pt x="13077" y="20012"/>
                </a:lnTo>
                <a:lnTo>
                  <a:pt x="10991" y="19408"/>
                </a:lnTo>
                <a:lnTo>
                  <a:pt x="8220" y="18598"/>
                </a:lnTo>
                <a:lnTo>
                  <a:pt x="4607" y="17545"/>
                </a:lnTo>
                <a:lnTo>
                  <a:pt x="0" y="16200"/>
                </a:lnTo>
                <a:lnTo>
                  <a:pt x="611" y="12992"/>
                </a:lnTo>
                <a:lnTo>
                  <a:pt x="1225" y="9774"/>
                </a:lnTo>
                <a:lnTo>
                  <a:pt x="1839" y="6545"/>
                </a:lnTo>
                <a:lnTo>
                  <a:pt x="2459" y="3289"/>
                </a:lnTo>
                <a:lnTo>
                  <a:pt x="3086" y="0"/>
                </a:lnTo>
                <a:close/>
              </a:path>
            </a:pathLst>
          </a:custGeom>
          <a:solidFill>
            <a:srgbClr val="F1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2" name="contour_12650"/>
          <p:cNvSpPr/>
          <p:nvPr/>
        </p:nvSpPr>
        <p:spPr>
          <a:xfrm>
            <a:off x="5206713" y="400839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C0D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3" name="contour_12651"/>
          <p:cNvSpPr/>
          <p:nvPr/>
        </p:nvSpPr>
        <p:spPr>
          <a:xfrm>
            <a:off x="5017225" y="3941411"/>
            <a:ext cx="72880" cy="240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50"/>
                </a:moveTo>
                <a:lnTo>
                  <a:pt x="3223" y="772"/>
                </a:lnTo>
                <a:lnTo>
                  <a:pt x="5964" y="393"/>
                </a:lnTo>
                <a:lnTo>
                  <a:pt x="8275" y="131"/>
                </a:lnTo>
                <a:lnTo>
                  <a:pt x="10206" y="0"/>
                </a:lnTo>
                <a:lnTo>
                  <a:pt x="11815" y="20"/>
                </a:lnTo>
                <a:lnTo>
                  <a:pt x="13150" y="209"/>
                </a:lnTo>
                <a:lnTo>
                  <a:pt x="14267" y="589"/>
                </a:lnTo>
                <a:lnTo>
                  <a:pt x="15215" y="1171"/>
                </a:lnTo>
                <a:lnTo>
                  <a:pt x="16051" y="1976"/>
                </a:lnTo>
                <a:lnTo>
                  <a:pt x="16824" y="3023"/>
                </a:lnTo>
                <a:lnTo>
                  <a:pt x="17591" y="4332"/>
                </a:lnTo>
                <a:lnTo>
                  <a:pt x="18399" y="5915"/>
                </a:lnTo>
                <a:lnTo>
                  <a:pt x="19306" y="7793"/>
                </a:lnTo>
                <a:lnTo>
                  <a:pt x="20064" y="9953"/>
                </a:lnTo>
                <a:lnTo>
                  <a:pt x="20827" y="12132"/>
                </a:lnTo>
                <a:lnTo>
                  <a:pt x="21600" y="14337"/>
                </a:lnTo>
                <a:lnTo>
                  <a:pt x="18511" y="16457"/>
                </a:lnTo>
                <a:lnTo>
                  <a:pt x="15921" y="18204"/>
                </a:lnTo>
                <a:lnTo>
                  <a:pt x="13768" y="19585"/>
                </a:lnTo>
                <a:lnTo>
                  <a:pt x="11992" y="20599"/>
                </a:lnTo>
                <a:lnTo>
                  <a:pt x="10532" y="21273"/>
                </a:lnTo>
                <a:lnTo>
                  <a:pt x="9327" y="21600"/>
                </a:lnTo>
                <a:lnTo>
                  <a:pt x="8316" y="21600"/>
                </a:lnTo>
                <a:lnTo>
                  <a:pt x="7439" y="21279"/>
                </a:lnTo>
                <a:lnTo>
                  <a:pt x="6631" y="20638"/>
                </a:lnTo>
                <a:lnTo>
                  <a:pt x="5836" y="19696"/>
                </a:lnTo>
                <a:lnTo>
                  <a:pt x="4990" y="18466"/>
                </a:lnTo>
                <a:lnTo>
                  <a:pt x="4033" y="16941"/>
                </a:lnTo>
                <a:lnTo>
                  <a:pt x="3167" y="14193"/>
                </a:lnTo>
                <a:lnTo>
                  <a:pt x="2523" y="12001"/>
                </a:lnTo>
                <a:lnTo>
                  <a:pt x="1909" y="9612"/>
                </a:lnTo>
                <a:lnTo>
                  <a:pt x="1134" y="6282"/>
                </a:lnTo>
                <a:lnTo>
                  <a:pt x="0" y="1250"/>
                </a:lnTo>
                <a:close/>
              </a:path>
            </a:pathLst>
          </a:custGeom>
          <a:solidFill>
            <a:srgbClr val="C4D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4" name="contour_12652"/>
          <p:cNvSpPr/>
          <p:nvPr/>
        </p:nvSpPr>
        <p:spPr>
          <a:xfrm>
            <a:off x="10760162" y="3775180"/>
            <a:ext cx="80168" cy="24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7" y="398"/>
                </a:lnTo>
                <a:lnTo>
                  <a:pt x="2673" y="796"/>
                </a:lnTo>
                <a:lnTo>
                  <a:pt x="4012" y="1195"/>
                </a:lnTo>
                <a:lnTo>
                  <a:pt x="5349" y="1593"/>
                </a:lnTo>
                <a:lnTo>
                  <a:pt x="6688" y="1991"/>
                </a:lnTo>
                <a:lnTo>
                  <a:pt x="8031" y="2389"/>
                </a:lnTo>
                <a:lnTo>
                  <a:pt x="9374" y="2788"/>
                </a:lnTo>
                <a:lnTo>
                  <a:pt x="10719" y="3186"/>
                </a:lnTo>
                <a:lnTo>
                  <a:pt x="12067" y="3590"/>
                </a:lnTo>
                <a:lnTo>
                  <a:pt x="13418" y="3989"/>
                </a:lnTo>
                <a:lnTo>
                  <a:pt x="14772" y="4393"/>
                </a:lnTo>
                <a:lnTo>
                  <a:pt x="16129" y="4798"/>
                </a:lnTo>
                <a:lnTo>
                  <a:pt x="17490" y="5202"/>
                </a:lnTo>
                <a:lnTo>
                  <a:pt x="18855" y="5607"/>
                </a:lnTo>
                <a:lnTo>
                  <a:pt x="20225" y="6012"/>
                </a:lnTo>
                <a:lnTo>
                  <a:pt x="21600" y="6423"/>
                </a:lnTo>
                <a:lnTo>
                  <a:pt x="21113" y="9602"/>
                </a:lnTo>
                <a:lnTo>
                  <a:pt x="20626" y="12794"/>
                </a:lnTo>
                <a:lnTo>
                  <a:pt x="20133" y="16012"/>
                </a:lnTo>
                <a:lnTo>
                  <a:pt x="19636" y="19269"/>
                </a:lnTo>
                <a:lnTo>
                  <a:pt x="18148" y="20213"/>
                </a:lnTo>
                <a:lnTo>
                  <a:pt x="17058" y="20791"/>
                </a:lnTo>
                <a:lnTo>
                  <a:pt x="16051" y="21093"/>
                </a:lnTo>
                <a:lnTo>
                  <a:pt x="14808" y="21221"/>
                </a:lnTo>
                <a:lnTo>
                  <a:pt x="13009" y="21272"/>
                </a:lnTo>
                <a:lnTo>
                  <a:pt x="12479" y="21324"/>
                </a:lnTo>
                <a:lnTo>
                  <a:pt x="11544" y="21407"/>
                </a:lnTo>
                <a:lnTo>
                  <a:pt x="9404" y="21600"/>
                </a:lnTo>
                <a:lnTo>
                  <a:pt x="8349" y="20881"/>
                </a:lnTo>
                <a:lnTo>
                  <a:pt x="7479" y="20155"/>
                </a:lnTo>
                <a:lnTo>
                  <a:pt x="6714" y="19243"/>
                </a:lnTo>
                <a:lnTo>
                  <a:pt x="5975" y="17978"/>
                </a:lnTo>
                <a:lnTo>
                  <a:pt x="5190" y="16166"/>
                </a:lnTo>
                <a:lnTo>
                  <a:pt x="4275" y="13649"/>
                </a:lnTo>
                <a:lnTo>
                  <a:pt x="3158" y="10225"/>
                </a:lnTo>
                <a:lnTo>
                  <a:pt x="1757" y="5742"/>
                </a:lnTo>
                <a:lnTo>
                  <a:pt x="0" y="0"/>
                </a:lnTo>
                <a:close/>
              </a:path>
            </a:pathLst>
          </a:custGeom>
          <a:solidFill>
            <a:srgbClr val="F6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5" name="contour_12653"/>
          <p:cNvSpPr/>
          <p:nvPr/>
        </p:nvSpPr>
        <p:spPr>
          <a:xfrm>
            <a:off x="10460043" y="3738740"/>
            <a:ext cx="596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1135" y="268"/>
                </a:lnTo>
                <a:lnTo>
                  <a:pt x="1856" y="562"/>
                </a:lnTo>
                <a:lnTo>
                  <a:pt x="3000" y="1032"/>
                </a:lnTo>
                <a:lnTo>
                  <a:pt x="4922" y="1819"/>
                </a:lnTo>
                <a:lnTo>
                  <a:pt x="7985" y="3072"/>
                </a:lnTo>
                <a:lnTo>
                  <a:pt x="9501" y="3689"/>
                </a:lnTo>
                <a:lnTo>
                  <a:pt x="11038" y="4320"/>
                </a:lnTo>
                <a:lnTo>
                  <a:pt x="12522" y="4929"/>
                </a:lnTo>
                <a:lnTo>
                  <a:pt x="14008" y="5534"/>
                </a:lnTo>
                <a:lnTo>
                  <a:pt x="15495" y="6143"/>
                </a:lnTo>
                <a:lnTo>
                  <a:pt x="16979" y="6748"/>
                </a:lnTo>
                <a:lnTo>
                  <a:pt x="18505" y="7374"/>
                </a:lnTo>
                <a:lnTo>
                  <a:pt x="20042" y="8001"/>
                </a:lnTo>
                <a:lnTo>
                  <a:pt x="21600" y="8640"/>
                </a:lnTo>
                <a:lnTo>
                  <a:pt x="20206" y="10852"/>
                </a:lnTo>
                <a:lnTo>
                  <a:pt x="18809" y="12956"/>
                </a:lnTo>
                <a:lnTo>
                  <a:pt x="17386" y="14943"/>
                </a:lnTo>
                <a:lnTo>
                  <a:pt x="15917" y="16809"/>
                </a:lnTo>
                <a:lnTo>
                  <a:pt x="14386" y="18546"/>
                </a:lnTo>
                <a:lnTo>
                  <a:pt x="12765" y="20144"/>
                </a:lnTo>
                <a:lnTo>
                  <a:pt x="11038" y="21600"/>
                </a:lnTo>
                <a:lnTo>
                  <a:pt x="9226" y="21116"/>
                </a:lnTo>
                <a:lnTo>
                  <a:pt x="7563" y="20403"/>
                </a:lnTo>
                <a:lnTo>
                  <a:pt x="6015" y="19449"/>
                </a:lnTo>
                <a:lnTo>
                  <a:pt x="4560" y="18239"/>
                </a:lnTo>
                <a:lnTo>
                  <a:pt x="3169" y="16766"/>
                </a:lnTo>
                <a:lnTo>
                  <a:pt x="1817" y="15012"/>
                </a:lnTo>
                <a:lnTo>
                  <a:pt x="475" y="12960"/>
                </a:lnTo>
                <a:lnTo>
                  <a:pt x="158" y="9487"/>
                </a:lnTo>
                <a:lnTo>
                  <a:pt x="0" y="7076"/>
                </a:lnTo>
                <a:lnTo>
                  <a:pt x="0" y="5106"/>
                </a:lnTo>
                <a:lnTo>
                  <a:pt x="158" y="2955"/>
                </a:lnTo>
                <a:lnTo>
                  <a:pt x="475" y="0"/>
                </a:lnTo>
                <a:close/>
              </a:path>
            </a:pathLst>
          </a:custGeom>
          <a:solidFill>
            <a:srgbClr val="EF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6" name="contour_12654"/>
          <p:cNvSpPr/>
          <p:nvPr/>
        </p:nvSpPr>
        <p:spPr>
          <a:xfrm>
            <a:off x="7604462" y="366586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20745" y="19767"/>
                </a:lnTo>
                <a:lnTo>
                  <a:pt x="19885" y="17928"/>
                </a:lnTo>
                <a:lnTo>
                  <a:pt x="19025" y="16083"/>
                </a:lnTo>
                <a:lnTo>
                  <a:pt x="18157" y="14222"/>
                </a:lnTo>
                <a:lnTo>
                  <a:pt x="17280" y="12343"/>
                </a:lnTo>
                <a:lnTo>
                  <a:pt x="14774" y="11420"/>
                </a:lnTo>
                <a:lnTo>
                  <a:pt x="13016" y="10893"/>
                </a:lnTo>
                <a:lnTo>
                  <a:pt x="11159" y="10559"/>
                </a:lnTo>
                <a:lnTo>
                  <a:pt x="8372" y="10220"/>
                </a:lnTo>
                <a:lnTo>
                  <a:pt x="5607" y="9902"/>
                </a:lnTo>
                <a:lnTo>
                  <a:pt x="2821" y="9581"/>
                </a:lnTo>
                <a:lnTo>
                  <a:pt x="0" y="9257"/>
                </a:lnTo>
                <a:lnTo>
                  <a:pt x="1503" y="7285"/>
                </a:lnTo>
                <a:lnTo>
                  <a:pt x="2657" y="5829"/>
                </a:lnTo>
                <a:lnTo>
                  <a:pt x="3711" y="4629"/>
                </a:lnTo>
                <a:lnTo>
                  <a:pt x="4899" y="3428"/>
                </a:lnTo>
                <a:lnTo>
                  <a:pt x="6463" y="1972"/>
                </a:lnTo>
                <a:lnTo>
                  <a:pt x="8640" y="0"/>
                </a:lnTo>
                <a:close/>
              </a:path>
            </a:pathLst>
          </a:custGeom>
          <a:solidFill>
            <a:srgbClr val="DCE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7" name="contour_12655"/>
          <p:cNvSpPr/>
          <p:nvPr/>
        </p:nvSpPr>
        <p:spPr>
          <a:xfrm>
            <a:off x="10490506" y="3607556"/>
            <a:ext cx="65592" cy="306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921" y="2911"/>
                </a:lnTo>
                <a:lnTo>
                  <a:pt x="20242" y="5822"/>
                </a:lnTo>
                <a:lnTo>
                  <a:pt x="19560" y="8743"/>
                </a:lnTo>
                <a:lnTo>
                  <a:pt x="18876" y="11674"/>
                </a:lnTo>
                <a:lnTo>
                  <a:pt x="18187" y="14621"/>
                </a:lnTo>
                <a:lnTo>
                  <a:pt x="17496" y="17583"/>
                </a:lnTo>
                <a:lnTo>
                  <a:pt x="16800" y="20571"/>
                </a:lnTo>
                <a:lnTo>
                  <a:pt x="15060" y="21369"/>
                </a:lnTo>
                <a:lnTo>
                  <a:pt x="13855" y="21600"/>
                </a:lnTo>
                <a:lnTo>
                  <a:pt x="12624" y="21240"/>
                </a:lnTo>
                <a:lnTo>
                  <a:pt x="10800" y="20253"/>
                </a:lnTo>
                <a:lnTo>
                  <a:pt x="9274" y="19522"/>
                </a:lnTo>
                <a:lnTo>
                  <a:pt x="7726" y="18782"/>
                </a:lnTo>
                <a:lnTo>
                  <a:pt x="6629" y="17496"/>
                </a:lnTo>
                <a:lnTo>
                  <a:pt x="5755" y="16293"/>
                </a:lnTo>
                <a:lnTo>
                  <a:pt x="4968" y="14842"/>
                </a:lnTo>
                <a:lnTo>
                  <a:pt x="4135" y="12816"/>
                </a:lnTo>
                <a:lnTo>
                  <a:pt x="3120" y="9885"/>
                </a:lnTo>
                <a:lnTo>
                  <a:pt x="1786" y="5724"/>
                </a:lnTo>
                <a:lnTo>
                  <a:pt x="0" y="0"/>
                </a:lnTo>
                <a:close/>
              </a:path>
            </a:pathLst>
          </a:custGeom>
          <a:solidFill>
            <a:srgbClr val="A2C1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8" name="contour_12656"/>
          <p:cNvSpPr/>
          <p:nvPr/>
        </p:nvSpPr>
        <p:spPr>
          <a:xfrm>
            <a:off x="11153714" y="3563114"/>
            <a:ext cx="80168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77" y="0"/>
                </a:moveTo>
                <a:lnTo>
                  <a:pt x="9357" y="35"/>
                </a:lnTo>
                <a:lnTo>
                  <a:pt x="10555" y="70"/>
                </a:lnTo>
                <a:lnTo>
                  <a:pt x="11772" y="160"/>
                </a:lnTo>
                <a:lnTo>
                  <a:pt x="13009" y="244"/>
                </a:lnTo>
                <a:lnTo>
                  <a:pt x="14250" y="293"/>
                </a:lnTo>
                <a:lnTo>
                  <a:pt x="15509" y="342"/>
                </a:lnTo>
                <a:lnTo>
                  <a:pt x="16726" y="397"/>
                </a:lnTo>
                <a:lnTo>
                  <a:pt x="17946" y="460"/>
                </a:lnTo>
                <a:lnTo>
                  <a:pt x="19163" y="530"/>
                </a:lnTo>
                <a:lnTo>
                  <a:pt x="20383" y="607"/>
                </a:lnTo>
                <a:lnTo>
                  <a:pt x="21600" y="683"/>
                </a:lnTo>
                <a:lnTo>
                  <a:pt x="20377" y="2907"/>
                </a:lnTo>
                <a:lnTo>
                  <a:pt x="19151" y="5118"/>
                </a:lnTo>
                <a:lnTo>
                  <a:pt x="17926" y="7328"/>
                </a:lnTo>
                <a:lnTo>
                  <a:pt x="16901" y="9182"/>
                </a:lnTo>
                <a:lnTo>
                  <a:pt x="15858" y="11065"/>
                </a:lnTo>
                <a:lnTo>
                  <a:pt x="14604" y="13108"/>
                </a:lnTo>
                <a:lnTo>
                  <a:pt x="13390" y="14907"/>
                </a:lnTo>
                <a:lnTo>
                  <a:pt x="12202" y="16475"/>
                </a:lnTo>
                <a:lnTo>
                  <a:pt x="11014" y="17849"/>
                </a:lnTo>
                <a:lnTo>
                  <a:pt x="9810" y="19027"/>
                </a:lnTo>
                <a:lnTo>
                  <a:pt x="8569" y="20031"/>
                </a:lnTo>
                <a:lnTo>
                  <a:pt x="7269" y="20889"/>
                </a:lnTo>
                <a:lnTo>
                  <a:pt x="5891" y="21600"/>
                </a:lnTo>
                <a:lnTo>
                  <a:pt x="4432" y="18811"/>
                </a:lnTo>
                <a:lnTo>
                  <a:pt x="3381" y="16726"/>
                </a:lnTo>
                <a:lnTo>
                  <a:pt x="2578" y="14955"/>
                </a:lnTo>
                <a:lnTo>
                  <a:pt x="1856" y="13108"/>
                </a:lnTo>
                <a:lnTo>
                  <a:pt x="1051" y="10807"/>
                </a:lnTo>
                <a:lnTo>
                  <a:pt x="0" y="7656"/>
                </a:lnTo>
                <a:lnTo>
                  <a:pt x="1182" y="5397"/>
                </a:lnTo>
                <a:lnTo>
                  <a:pt x="2297" y="3570"/>
                </a:lnTo>
                <a:lnTo>
                  <a:pt x="3385" y="2147"/>
                </a:lnTo>
                <a:lnTo>
                  <a:pt x="4479" y="1116"/>
                </a:lnTo>
                <a:lnTo>
                  <a:pt x="5618" y="432"/>
                </a:lnTo>
                <a:lnTo>
                  <a:pt x="6837" y="70"/>
                </a:lnTo>
                <a:lnTo>
                  <a:pt x="8177" y="0"/>
                </a:lnTo>
                <a:close/>
              </a:path>
            </a:pathLst>
          </a:custGeom>
          <a:solidFill>
            <a:srgbClr val="B0C7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59" name="contour_12657"/>
          <p:cNvSpPr/>
          <p:nvPr/>
        </p:nvSpPr>
        <p:spPr>
          <a:xfrm>
            <a:off x="9805435" y="3539952"/>
            <a:ext cx="72880" cy="23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20"/>
                </a:moveTo>
                <a:lnTo>
                  <a:pt x="1369" y="1602"/>
                </a:lnTo>
                <a:lnTo>
                  <a:pt x="2739" y="1398"/>
                </a:lnTo>
                <a:lnTo>
                  <a:pt x="4106" y="1207"/>
                </a:lnTo>
                <a:lnTo>
                  <a:pt x="5476" y="1035"/>
                </a:lnTo>
                <a:lnTo>
                  <a:pt x="6845" y="870"/>
                </a:lnTo>
                <a:lnTo>
                  <a:pt x="8214" y="719"/>
                </a:lnTo>
                <a:lnTo>
                  <a:pt x="9586" y="580"/>
                </a:lnTo>
                <a:lnTo>
                  <a:pt x="10271" y="455"/>
                </a:lnTo>
                <a:lnTo>
                  <a:pt x="12340" y="79"/>
                </a:lnTo>
                <a:lnTo>
                  <a:pt x="13813" y="0"/>
                </a:lnTo>
                <a:lnTo>
                  <a:pt x="15226" y="40"/>
                </a:lnTo>
                <a:lnTo>
                  <a:pt x="16613" y="297"/>
                </a:lnTo>
                <a:lnTo>
                  <a:pt x="18006" y="857"/>
                </a:lnTo>
                <a:lnTo>
                  <a:pt x="19440" y="1820"/>
                </a:lnTo>
                <a:lnTo>
                  <a:pt x="20272" y="6765"/>
                </a:lnTo>
                <a:lnTo>
                  <a:pt x="20799" y="10266"/>
                </a:lnTo>
                <a:lnTo>
                  <a:pt x="21127" y="13273"/>
                </a:lnTo>
                <a:lnTo>
                  <a:pt x="21360" y="16734"/>
                </a:lnTo>
                <a:lnTo>
                  <a:pt x="21600" y="21600"/>
                </a:lnTo>
                <a:lnTo>
                  <a:pt x="20205" y="21218"/>
                </a:lnTo>
                <a:lnTo>
                  <a:pt x="18809" y="20822"/>
                </a:lnTo>
                <a:lnTo>
                  <a:pt x="17414" y="20413"/>
                </a:lnTo>
                <a:lnTo>
                  <a:pt x="16019" y="19991"/>
                </a:lnTo>
                <a:lnTo>
                  <a:pt x="14625" y="19563"/>
                </a:lnTo>
                <a:lnTo>
                  <a:pt x="13230" y="19127"/>
                </a:lnTo>
                <a:lnTo>
                  <a:pt x="12044" y="18818"/>
                </a:lnTo>
                <a:lnTo>
                  <a:pt x="10843" y="18508"/>
                </a:lnTo>
                <a:lnTo>
                  <a:pt x="9264" y="17927"/>
                </a:lnTo>
                <a:lnTo>
                  <a:pt x="7841" y="17235"/>
                </a:lnTo>
                <a:lnTo>
                  <a:pt x="6532" y="16312"/>
                </a:lnTo>
                <a:lnTo>
                  <a:pt x="5296" y="15059"/>
                </a:lnTo>
                <a:lnTo>
                  <a:pt x="4089" y="13352"/>
                </a:lnTo>
                <a:lnTo>
                  <a:pt x="2873" y="11090"/>
                </a:lnTo>
                <a:lnTo>
                  <a:pt x="1603" y="8156"/>
                </a:lnTo>
                <a:lnTo>
                  <a:pt x="808" y="5011"/>
                </a:lnTo>
                <a:lnTo>
                  <a:pt x="0" y="1820"/>
                </a:lnTo>
                <a:close/>
              </a:path>
            </a:pathLst>
          </a:custGeom>
          <a:solidFill>
            <a:srgbClr val="BEC7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0" name="contour_12658"/>
          <p:cNvSpPr/>
          <p:nvPr/>
        </p:nvSpPr>
        <p:spPr>
          <a:xfrm>
            <a:off x="7312942" y="3498236"/>
            <a:ext cx="94744" cy="229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08" y="0"/>
                </a:moveTo>
                <a:lnTo>
                  <a:pt x="9404" y="570"/>
                </a:lnTo>
                <a:lnTo>
                  <a:pt x="10501" y="1132"/>
                </a:lnTo>
                <a:lnTo>
                  <a:pt x="11599" y="1702"/>
                </a:lnTo>
                <a:lnTo>
                  <a:pt x="12699" y="2264"/>
                </a:lnTo>
                <a:lnTo>
                  <a:pt x="13801" y="2834"/>
                </a:lnTo>
                <a:lnTo>
                  <a:pt x="14904" y="3403"/>
                </a:lnTo>
                <a:lnTo>
                  <a:pt x="16011" y="3973"/>
                </a:lnTo>
                <a:lnTo>
                  <a:pt x="17120" y="4549"/>
                </a:lnTo>
                <a:lnTo>
                  <a:pt x="18234" y="5126"/>
                </a:lnTo>
                <a:lnTo>
                  <a:pt x="19350" y="5702"/>
                </a:lnTo>
                <a:lnTo>
                  <a:pt x="20473" y="6278"/>
                </a:lnTo>
                <a:lnTo>
                  <a:pt x="21600" y="6861"/>
                </a:lnTo>
                <a:lnTo>
                  <a:pt x="20449" y="9537"/>
                </a:lnTo>
                <a:lnTo>
                  <a:pt x="19340" y="11905"/>
                </a:lnTo>
                <a:lnTo>
                  <a:pt x="18265" y="13984"/>
                </a:lnTo>
                <a:lnTo>
                  <a:pt x="17214" y="15781"/>
                </a:lnTo>
                <a:lnTo>
                  <a:pt x="16173" y="17312"/>
                </a:lnTo>
                <a:lnTo>
                  <a:pt x="15135" y="18588"/>
                </a:lnTo>
                <a:lnTo>
                  <a:pt x="14088" y="19624"/>
                </a:lnTo>
                <a:lnTo>
                  <a:pt x="13025" y="20427"/>
                </a:lnTo>
                <a:lnTo>
                  <a:pt x="11932" y="21017"/>
                </a:lnTo>
                <a:lnTo>
                  <a:pt x="10798" y="21401"/>
                </a:lnTo>
                <a:lnTo>
                  <a:pt x="9615" y="21586"/>
                </a:lnTo>
                <a:lnTo>
                  <a:pt x="8374" y="21600"/>
                </a:lnTo>
                <a:lnTo>
                  <a:pt x="7062" y="21442"/>
                </a:lnTo>
                <a:lnTo>
                  <a:pt x="6546" y="21394"/>
                </a:lnTo>
                <a:lnTo>
                  <a:pt x="4991" y="21257"/>
                </a:lnTo>
                <a:lnTo>
                  <a:pt x="3993" y="21147"/>
                </a:lnTo>
                <a:lnTo>
                  <a:pt x="2994" y="21024"/>
                </a:lnTo>
                <a:lnTo>
                  <a:pt x="1996" y="20886"/>
                </a:lnTo>
                <a:lnTo>
                  <a:pt x="999" y="20742"/>
                </a:lnTo>
                <a:lnTo>
                  <a:pt x="0" y="20584"/>
                </a:lnTo>
                <a:lnTo>
                  <a:pt x="0" y="17181"/>
                </a:lnTo>
                <a:lnTo>
                  <a:pt x="0" y="13723"/>
                </a:lnTo>
                <a:lnTo>
                  <a:pt x="1073" y="12666"/>
                </a:lnTo>
                <a:lnTo>
                  <a:pt x="2150" y="11747"/>
                </a:lnTo>
                <a:lnTo>
                  <a:pt x="3228" y="10930"/>
                </a:lnTo>
                <a:lnTo>
                  <a:pt x="4312" y="10189"/>
                </a:lnTo>
                <a:lnTo>
                  <a:pt x="5398" y="9483"/>
                </a:lnTo>
                <a:lnTo>
                  <a:pt x="6490" y="8790"/>
                </a:lnTo>
                <a:lnTo>
                  <a:pt x="6942" y="8309"/>
                </a:lnTo>
                <a:lnTo>
                  <a:pt x="8308" y="6861"/>
                </a:lnTo>
                <a:lnTo>
                  <a:pt x="8308" y="3458"/>
                </a:lnTo>
                <a:lnTo>
                  <a:pt x="8308" y="0"/>
                </a:lnTo>
                <a:close/>
              </a:path>
            </a:pathLst>
          </a:custGeom>
          <a:solidFill>
            <a:srgbClr val="DE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1" name="contour_12659"/>
          <p:cNvSpPr/>
          <p:nvPr/>
        </p:nvSpPr>
        <p:spPr>
          <a:xfrm>
            <a:off x="4871465" y="3467634"/>
            <a:ext cx="51016" cy="30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57" y="46"/>
                </a:lnTo>
                <a:lnTo>
                  <a:pt x="13892" y="144"/>
                </a:lnTo>
                <a:lnTo>
                  <a:pt x="15817" y="283"/>
                </a:lnTo>
                <a:lnTo>
                  <a:pt x="17740" y="473"/>
                </a:lnTo>
                <a:lnTo>
                  <a:pt x="19668" y="720"/>
                </a:lnTo>
                <a:lnTo>
                  <a:pt x="21600" y="1024"/>
                </a:lnTo>
                <a:lnTo>
                  <a:pt x="21091" y="4419"/>
                </a:lnTo>
                <a:lnTo>
                  <a:pt x="20582" y="7819"/>
                </a:lnTo>
                <a:lnTo>
                  <a:pt x="20069" y="11235"/>
                </a:lnTo>
                <a:lnTo>
                  <a:pt x="19554" y="14666"/>
                </a:lnTo>
                <a:lnTo>
                  <a:pt x="19036" y="18117"/>
                </a:lnTo>
                <a:lnTo>
                  <a:pt x="18514" y="21600"/>
                </a:lnTo>
                <a:lnTo>
                  <a:pt x="17585" y="21343"/>
                </a:lnTo>
                <a:lnTo>
                  <a:pt x="16728" y="21101"/>
                </a:lnTo>
                <a:lnTo>
                  <a:pt x="15793" y="20844"/>
                </a:lnTo>
                <a:lnTo>
                  <a:pt x="14626" y="20520"/>
                </a:lnTo>
                <a:lnTo>
                  <a:pt x="13077" y="20088"/>
                </a:lnTo>
                <a:lnTo>
                  <a:pt x="10991" y="19506"/>
                </a:lnTo>
                <a:lnTo>
                  <a:pt x="8220" y="18740"/>
                </a:lnTo>
                <a:lnTo>
                  <a:pt x="4607" y="17737"/>
                </a:lnTo>
                <a:lnTo>
                  <a:pt x="0" y="16456"/>
                </a:lnTo>
                <a:lnTo>
                  <a:pt x="1531" y="10941"/>
                </a:lnTo>
                <a:lnTo>
                  <a:pt x="2737" y="6965"/>
                </a:lnTo>
                <a:lnTo>
                  <a:pt x="3792" y="4228"/>
                </a:lnTo>
                <a:lnTo>
                  <a:pt x="4872" y="2454"/>
                </a:lnTo>
                <a:lnTo>
                  <a:pt x="6153" y="1348"/>
                </a:lnTo>
                <a:lnTo>
                  <a:pt x="7810" y="628"/>
                </a:lnTo>
                <a:lnTo>
                  <a:pt x="10016" y="0"/>
                </a:lnTo>
                <a:close/>
              </a:path>
            </a:pathLst>
          </a:custGeom>
          <a:solidFill>
            <a:srgbClr val="A0AD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2" name="contour_12660"/>
          <p:cNvSpPr/>
          <p:nvPr/>
        </p:nvSpPr>
        <p:spPr>
          <a:xfrm>
            <a:off x="5724160" y="3425356"/>
            <a:ext cx="5928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44" y="0"/>
                </a:moveTo>
                <a:lnTo>
                  <a:pt x="21478" y="2151"/>
                </a:lnTo>
                <a:lnTo>
                  <a:pt x="21600" y="4169"/>
                </a:lnTo>
                <a:lnTo>
                  <a:pt x="21558" y="6097"/>
                </a:lnTo>
                <a:lnTo>
                  <a:pt x="21300" y="7983"/>
                </a:lnTo>
                <a:lnTo>
                  <a:pt x="20777" y="9877"/>
                </a:lnTo>
                <a:lnTo>
                  <a:pt x="19938" y="11824"/>
                </a:lnTo>
                <a:lnTo>
                  <a:pt x="18533" y="13543"/>
                </a:lnTo>
                <a:lnTo>
                  <a:pt x="17096" y="15031"/>
                </a:lnTo>
                <a:lnTo>
                  <a:pt x="15622" y="16308"/>
                </a:lnTo>
                <a:lnTo>
                  <a:pt x="14106" y="17394"/>
                </a:lnTo>
                <a:lnTo>
                  <a:pt x="12547" y="18308"/>
                </a:lnTo>
                <a:lnTo>
                  <a:pt x="10938" y="19070"/>
                </a:lnTo>
                <a:lnTo>
                  <a:pt x="9273" y="19702"/>
                </a:lnTo>
                <a:lnTo>
                  <a:pt x="7552" y="20221"/>
                </a:lnTo>
                <a:lnTo>
                  <a:pt x="5768" y="20653"/>
                </a:lnTo>
                <a:lnTo>
                  <a:pt x="3917" y="21011"/>
                </a:lnTo>
                <a:lnTo>
                  <a:pt x="1997" y="21322"/>
                </a:lnTo>
                <a:lnTo>
                  <a:pt x="0" y="21600"/>
                </a:lnTo>
                <a:lnTo>
                  <a:pt x="1328" y="19999"/>
                </a:lnTo>
                <a:lnTo>
                  <a:pt x="2658" y="18422"/>
                </a:lnTo>
                <a:lnTo>
                  <a:pt x="3999" y="16873"/>
                </a:lnTo>
                <a:lnTo>
                  <a:pt x="5346" y="15342"/>
                </a:lnTo>
                <a:lnTo>
                  <a:pt x="6705" y="13839"/>
                </a:lnTo>
                <a:lnTo>
                  <a:pt x="8075" y="12358"/>
                </a:lnTo>
                <a:lnTo>
                  <a:pt x="9462" y="10899"/>
                </a:lnTo>
                <a:lnTo>
                  <a:pt x="10861" y="9464"/>
                </a:lnTo>
                <a:lnTo>
                  <a:pt x="12279" y="8048"/>
                </a:lnTo>
                <a:lnTo>
                  <a:pt x="13716" y="6656"/>
                </a:lnTo>
                <a:lnTo>
                  <a:pt x="15174" y="5283"/>
                </a:lnTo>
                <a:lnTo>
                  <a:pt x="16653" y="3934"/>
                </a:lnTo>
                <a:lnTo>
                  <a:pt x="18158" y="2601"/>
                </a:lnTo>
                <a:lnTo>
                  <a:pt x="19688" y="1293"/>
                </a:lnTo>
                <a:lnTo>
                  <a:pt x="21244" y="0"/>
                </a:lnTo>
                <a:close/>
              </a:path>
            </a:pathLst>
          </a:custGeom>
          <a:solidFill>
            <a:srgbClr val="9294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3" name="contour_12661"/>
          <p:cNvSpPr/>
          <p:nvPr/>
        </p:nvSpPr>
        <p:spPr>
          <a:xfrm>
            <a:off x="7276502" y="3424489"/>
            <a:ext cx="65592" cy="22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24"/>
                </a:moveTo>
                <a:lnTo>
                  <a:pt x="21600" y="4938"/>
                </a:lnTo>
                <a:lnTo>
                  <a:pt x="21600" y="9065"/>
                </a:lnTo>
                <a:lnTo>
                  <a:pt x="21600" y="13207"/>
                </a:lnTo>
                <a:lnTo>
                  <a:pt x="21600" y="17382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1534" y="17770"/>
                </a:lnTo>
                <a:lnTo>
                  <a:pt x="2998" y="14349"/>
                </a:lnTo>
                <a:lnTo>
                  <a:pt x="4406" y="11330"/>
                </a:lnTo>
                <a:lnTo>
                  <a:pt x="5784" y="8691"/>
                </a:lnTo>
                <a:lnTo>
                  <a:pt x="7145" y="6427"/>
                </a:lnTo>
                <a:lnTo>
                  <a:pt x="8506" y="4522"/>
                </a:lnTo>
                <a:lnTo>
                  <a:pt x="9886" y="2971"/>
                </a:lnTo>
                <a:lnTo>
                  <a:pt x="11304" y="1752"/>
                </a:lnTo>
                <a:lnTo>
                  <a:pt x="12778" y="859"/>
                </a:lnTo>
                <a:lnTo>
                  <a:pt x="14323" y="277"/>
                </a:lnTo>
                <a:lnTo>
                  <a:pt x="15960" y="0"/>
                </a:lnTo>
                <a:lnTo>
                  <a:pt x="17707" y="0"/>
                </a:lnTo>
                <a:lnTo>
                  <a:pt x="19582" y="284"/>
                </a:lnTo>
                <a:lnTo>
                  <a:pt x="21600" y="824"/>
                </a:lnTo>
                <a:close/>
              </a:path>
            </a:pathLst>
          </a:custGeom>
          <a:solidFill>
            <a:srgbClr val="C6D8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4" name="contour_12662"/>
          <p:cNvSpPr/>
          <p:nvPr/>
        </p:nvSpPr>
        <p:spPr>
          <a:xfrm>
            <a:off x="4383170" y="3425356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9344" y="20461"/>
                </a:lnTo>
                <a:lnTo>
                  <a:pt x="9492" y="18446"/>
                </a:lnTo>
                <a:lnTo>
                  <a:pt x="9837" y="13835"/>
                </a:lnTo>
                <a:lnTo>
                  <a:pt x="9646" y="11048"/>
                </a:lnTo>
                <a:lnTo>
                  <a:pt x="9452" y="8246"/>
                </a:lnTo>
                <a:lnTo>
                  <a:pt x="9257" y="5400"/>
                </a:lnTo>
                <a:lnTo>
                  <a:pt x="7424" y="4331"/>
                </a:lnTo>
                <a:lnTo>
                  <a:pt x="5585" y="3256"/>
                </a:lnTo>
                <a:lnTo>
                  <a:pt x="3740" y="2182"/>
                </a:lnTo>
                <a:lnTo>
                  <a:pt x="1879" y="1096"/>
                </a:lnTo>
                <a:lnTo>
                  <a:pt x="0" y="0"/>
                </a:lnTo>
                <a:close/>
              </a:path>
            </a:pathLst>
          </a:custGeom>
          <a:solidFill>
            <a:srgbClr val="B6BF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5" name="contour_12663"/>
          <p:cNvSpPr/>
          <p:nvPr/>
        </p:nvSpPr>
        <p:spPr>
          <a:xfrm>
            <a:off x="7582598" y="3403492"/>
            <a:ext cx="5023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8" y="0"/>
                </a:moveTo>
                <a:lnTo>
                  <a:pt x="17642" y="3178"/>
                </a:lnTo>
                <a:lnTo>
                  <a:pt x="19165" y="5712"/>
                </a:lnTo>
                <a:lnTo>
                  <a:pt x="20281" y="7751"/>
                </a:lnTo>
                <a:lnTo>
                  <a:pt x="21033" y="9442"/>
                </a:lnTo>
                <a:lnTo>
                  <a:pt x="21459" y="10927"/>
                </a:lnTo>
                <a:lnTo>
                  <a:pt x="21600" y="12352"/>
                </a:lnTo>
                <a:lnTo>
                  <a:pt x="21506" y="13867"/>
                </a:lnTo>
                <a:lnTo>
                  <a:pt x="21211" y="15614"/>
                </a:lnTo>
                <a:lnTo>
                  <a:pt x="20760" y="17743"/>
                </a:lnTo>
                <a:lnTo>
                  <a:pt x="20274" y="18703"/>
                </a:lnTo>
                <a:lnTo>
                  <a:pt x="18802" y="21600"/>
                </a:lnTo>
                <a:lnTo>
                  <a:pt x="18275" y="20128"/>
                </a:lnTo>
                <a:lnTo>
                  <a:pt x="17736" y="18635"/>
                </a:lnTo>
                <a:lnTo>
                  <a:pt x="16483" y="16762"/>
                </a:lnTo>
                <a:lnTo>
                  <a:pt x="15461" y="15669"/>
                </a:lnTo>
                <a:lnTo>
                  <a:pt x="14126" y="14941"/>
                </a:lnTo>
                <a:lnTo>
                  <a:pt x="11936" y="14151"/>
                </a:lnTo>
                <a:lnTo>
                  <a:pt x="9802" y="13827"/>
                </a:lnTo>
                <a:lnTo>
                  <a:pt x="7640" y="13500"/>
                </a:lnTo>
                <a:lnTo>
                  <a:pt x="5493" y="13151"/>
                </a:lnTo>
                <a:lnTo>
                  <a:pt x="3318" y="12800"/>
                </a:lnTo>
                <a:lnTo>
                  <a:pt x="1670" y="12571"/>
                </a:lnTo>
                <a:lnTo>
                  <a:pt x="0" y="12343"/>
                </a:lnTo>
                <a:lnTo>
                  <a:pt x="2758" y="9510"/>
                </a:lnTo>
                <a:lnTo>
                  <a:pt x="4957" y="7279"/>
                </a:lnTo>
                <a:lnTo>
                  <a:pt x="6734" y="5551"/>
                </a:lnTo>
                <a:lnTo>
                  <a:pt x="8213" y="4218"/>
                </a:lnTo>
                <a:lnTo>
                  <a:pt x="9526" y="3188"/>
                </a:lnTo>
                <a:lnTo>
                  <a:pt x="10795" y="2348"/>
                </a:lnTo>
                <a:lnTo>
                  <a:pt x="12158" y="1608"/>
                </a:lnTo>
                <a:lnTo>
                  <a:pt x="13741" y="858"/>
                </a:lnTo>
                <a:lnTo>
                  <a:pt x="15668" y="0"/>
                </a:lnTo>
                <a:close/>
              </a:path>
            </a:pathLst>
          </a:custGeom>
          <a:solidFill>
            <a:srgbClr val="D1E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6" name="contour_12664"/>
          <p:cNvSpPr/>
          <p:nvPr/>
        </p:nvSpPr>
        <p:spPr>
          <a:xfrm>
            <a:off x="6489399" y="3374340"/>
            <a:ext cx="2915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119" y="1550"/>
                </a:lnTo>
                <a:lnTo>
                  <a:pt x="16033" y="3122"/>
                </a:lnTo>
                <a:lnTo>
                  <a:pt x="16162" y="4836"/>
                </a:lnTo>
                <a:lnTo>
                  <a:pt x="16394" y="6521"/>
                </a:lnTo>
                <a:lnTo>
                  <a:pt x="16729" y="8184"/>
                </a:lnTo>
                <a:lnTo>
                  <a:pt x="17156" y="9838"/>
                </a:lnTo>
                <a:lnTo>
                  <a:pt x="17663" y="11494"/>
                </a:lnTo>
                <a:lnTo>
                  <a:pt x="18247" y="13162"/>
                </a:lnTo>
                <a:lnTo>
                  <a:pt x="18900" y="14851"/>
                </a:lnTo>
                <a:lnTo>
                  <a:pt x="19402" y="16123"/>
                </a:lnTo>
                <a:lnTo>
                  <a:pt x="19910" y="17405"/>
                </a:lnTo>
                <a:lnTo>
                  <a:pt x="20417" y="18703"/>
                </a:lnTo>
                <a:lnTo>
                  <a:pt x="21006" y="20141"/>
                </a:lnTo>
                <a:lnTo>
                  <a:pt x="21600" y="21600"/>
                </a:lnTo>
                <a:lnTo>
                  <a:pt x="18544" y="20921"/>
                </a:lnTo>
                <a:lnTo>
                  <a:pt x="15487" y="20242"/>
                </a:lnTo>
                <a:lnTo>
                  <a:pt x="12420" y="19560"/>
                </a:lnTo>
                <a:lnTo>
                  <a:pt x="9342" y="18876"/>
                </a:lnTo>
                <a:lnTo>
                  <a:pt x="6248" y="18187"/>
                </a:lnTo>
                <a:lnTo>
                  <a:pt x="3137" y="17496"/>
                </a:lnTo>
                <a:lnTo>
                  <a:pt x="0" y="16800"/>
                </a:lnTo>
                <a:lnTo>
                  <a:pt x="1004" y="15389"/>
                </a:lnTo>
                <a:lnTo>
                  <a:pt x="2014" y="13978"/>
                </a:lnTo>
                <a:lnTo>
                  <a:pt x="3024" y="12569"/>
                </a:lnTo>
                <a:lnTo>
                  <a:pt x="4045" y="11158"/>
                </a:lnTo>
                <a:lnTo>
                  <a:pt x="5065" y="9749"/>
                </a:lnTo>
                <a:lnTo>
                  <a:pt x="6005" y="8438"/>
                </a:lnTo>
                <a:lnTo>
                  <a:pt x="6950" y="7121"/>
                </a:lnTo>
                <a:lnTo>
                  <a:pt x="7911" y="5784"/>
                </a:lnTo>
                <a:lnTo>
                  <a:pt x="9364" y="4114"/>
                </a:lnTo>
                <a:lnTo>
                  <a:pt x="10519" y="2978"/>
                </a:lnTo>
                <a:lnTo>
                  <a:pt x="11783" y="2098"/>
                </a:lnTo>
                <a:lnTo>
                  <a:pt x="13543" y="1198"/>
                </a:lnTo>
                <a:lnTo>
                  <a:pt x="16200" y="0"/>
                </a:lnTo>
                <a:close/>
              </a:path>
            </a:pathLst>
          </a:custGeom>
          <a:solidFill>
            <a:srgbClr val="F2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7" name="contour_12665"/>
          <p:cNvSpPr/>
          <p:nvPr/>
        </p:nvSpPr>
        <p:spPr>
          <a:xfrm>
            <a:off x="7662766" y="3367052"/>
            <a:ext cx="2399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19" y="0"/>
                </a:moveTo>
                <a:lnTo>
                  <a:pt x="16372" y="0"/>
                </a:lnTo>
                <a:lnTo>
                  <a:pt x="19678" y="0"/>
                </a:lnTo>
                <a:lnTo>
                  <a:pt x="19980" y="1430"/>
                </a:lnTo>
                <a:lnTo>
                  <a:pt x="20249" y="2860"/>
                </a:lnTo>
                <a:lnTo>
                  <a:pt x="20491" y="4292"/>
                </a:lnTo>
                <a:lnTo>
                  <a:pt x="20714" y="5724"/>
                </a:lnTo>
                <a:lnTo>
                  <a:pt x="20911" y="7154"/>
                </a:lnTo>
                <a:lnTo>
                  <a:pt x="21134" y="8484"/>
                </a:lnTo>
                <a:lnTo>
                  <a:pt x="21364" y="9824"/>
                </a:lnTo>
                <a:lnTo>
                  <a:pt x="21600" y="11180"/>
                </a:lnTo>
                <a:lnTo>
                  <a:pt x="20577" y="12850"/>
                </a:lnTo>
                <a:lnTo>
                  <a:pt x="19245" y="14275"/>
                </a:lnTo>
                <a:lnTo>
                  <a:pt x="17599" y="15511"/>
                </a:lnTo>
                <a:lnTo>
                  <a:pt x="15611" y="16600"/>
                </a:lnTo>
                <a:lnTo>
                  <a:pt x="13276" y="17595"/>
                </a:lnTo>
                <a:lnTo>
                  <a:pt x="10561" y="18544"/>
                </a:lnTo>
                <a:lnTo>
                  <a:pt x="7458" y="19496"/>
                </a:lnTo>
                <a:lnTo>
                  <a:pt x="3942" y="20498"/>
                </a:lnTo>
                <a:lnTo>
                  <a:pt x="0" y="21600"/>
                </a:lnTo>
                <a:lnTo>
                  <a:pt x="400" y="20231"/>
                </a:lnTo>
                <a:lnTo>
                  <a:pt x="800" y="18861"/>
                </a:lnTo>
                <a:lnTo>
                  <a:pt x="1207" y="17492"/>
                </a:lnTo>
                <a:lnTo>
                  <a:pt x="1620" y="16122"/>
                </a:lnTo>
                <a:lnTo>
                  <a:pt x="2033" y="14753"/>
                </a:lnTo>
                <a:lnTo>
                  <a:pt x="2453" y="13383"/>
                </a:lnTo>
                <a:lnTo>
                  <a:pt x="2873" y="12014"/>
                </a:lnTo>
                <a:lnTo>
                  <a:pt x="3063" y="11329"/>
                </a:lnTo>
                <a:lnTo>
                  <a:pt x="3654" y="9260"/>
                </a:lnTo>
                <a:lnTo>
                  <a:pt x="3863" y="8605"/>
                </a:lnTo>
                <a:lnTo>
                  <a:pt x="4487" y="6623"/>
                </a:lnTo>
                <a:lnTo>
                  <a:pt x="4847" y="5415"/>
                </a:lnTo>
                <a:lnTo>
                  <a:pt x="5215" y="4190"/>
                </a:lnTo>
                <a:lnTo>
                  <a:pt x="6094" y="2983"/>
                </a:lnTo>
                <a:lnTo>
                  <a:pt x="7209" y="2145"/>
                </a:lnTo>
                <a:lnTo>
                  <a:pt x="9308" y="1281"/>
                </a:lnTo>
                <a:lnTo>
                  <a:pt x="13119" y="0"/>
                </a:lnTo>
                <a:close/>
              </a:path>
            </a:pathLst>
          </a:custGeom>
          <a:solidFill>
            <a:srgbClr val="E5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8" name="contour_12666"/>
          <p:cNvSpPr/>
          <p:nvPr/>
        </p:nvSpPr>
        <p:spPr>
          <a:xfrm>
            <a:off x="7976149" y="3375193"/>
            <a:ext cx="58304" cy="28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786"/>
                </a:moveTo>
                <a:lnTo>
                  <a:pt x="14486" y="2036"/>
                </a:lnTo>
                <a:lnTo>
                  <a:pt x="15628" y="2481"/>
                </a:lnTo>
                <a:lnTo>
                  <a:pt x="18247" y="3505"/>
                </a:lnTo>
                <a:lnTo>
                  <a:pt x="19910" y="4200"/>
                </a:lnTo>
                <a:lnTo>
                  <a:pt x="21600" y="4912"/>
                </a:lnTo>
                <a:lnTo>
                  <a:pt x="21600" y="8216"/>
                </a:lnTo>
                <a:lnTo>
                  <a:pt x="21600" y="11531"/>
                </a:lnTo>
                <a:lnTo>
                  <a:pt x="21600" y="14864"/>
                </a:lnTo>
                <a:lnTo>
                  <a:pt x="21600" y="18212"/>
                </a:lnTo>
                <a:lnTo>
                  <a:pt x="21600" y="21600"/>
                </a:lnTo>
                <a:lnTo>
                  <a:pt x="20045" y="21211"/>
                </a:lnTo>
                <a:lnTo>
                  <a:pt x="18492" y="20805"/>
                </a:lnTo>
                <a:lnTo>
                  <a:pt x="16940" y="20382"/>
                </a:lnTo>
                <a:lnTo>
                  <a:pt x="15387" y="19953"/>
                </a:lnTo>
                <a:lnTo>
                  <a:pt x="13838" y="19514"/>
                </a:lnTo>
                <a:lnTo>
                  <a:pt x="12396" y="19125"/>
                </a:lnTo>
                <a:lnTo>
                  <a:pt x="10943" y="18735"/>
                </a:lnTo>
                <a:lnTo>
                  <a:pt x="9472" y="18340"/>
                </a:lnTo>
                <a:lnTo>
                  <a:pt x="7379" y="16961"/>
                </a:lnTo>
                <a:lnTo>
                  <a:pt x="5640" y="15359"/>
                </a:lnTo>
                <a:lnTo>
                  <a:pt x="4142" y="13445"/>
                </a:lnTo>
                <a:lnTo>
                  <a:pt x="2778" y="11125"/>
                </a:lnTo>
                <a:lnTo>
                  <a:pt x="1434" y="8311"/>
                </a:lnTo>
                <a:lnTo>
                  <a:pt x="0" y="4912"/>
                </a:lnTo>
                <a:lnTo>
                  <a:pt x="1777" y="2776"/>
                </a:lnTo>
                <a:lnTo>
                  <a:pt x="3445" y="1296"/>
                </a:lnTo>
                <a:lnTo>
                  <a:pt x="5052" y="401"/>
                </a:lnTo>
                <a:lnTo>
                  <a:pt x="6647" y="0"/>
                </a:lnTo>
                <a:lnTo>
                  <a:pt x="8276" y="22"/>
                </a:lnTo>
                <a:lnTo>
                  <a:pt x="9987" y="378"/>
                </a:lnTo>
                <a:lnTo>
                  <a:pt x="11823" y="990"/>
                </a:lnTo>
                <a:lnTo>
                  <a:pt x="13838" y="1786"/>
                </a:lnTo>
                <a:close/>
              </a:path>
            </a:pathLst>
          </a:custGeom>
          <a:solidFill>
            <a:srgbClr val="B6C8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69" name="contour_12667"/>
          <p:cNvSpPr/>
          <p:nvPr/>
        </p:nvSpPr>
        <p:spPr>
          <a:xfrm>
            <a:off x="7429550" y="3374340"/>
            <a:ext cx="377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10" y="0"/>
                </a:moveTo>
                <a:lnTo>
                  <a:pt x="14987" y="516"/>
                </a:lnTo>
                <a:lnTo>
                  <a:pt x="16680" y="969"/>
                </a:lnTo>
                <a:lnTo>
                  <a:pt x="18373" y="1612"/>
                </a:lnTo>
                <a:lnTo>
                  <a:pt x="20849" y="2700"/>
                </a:lnTo>
                <a:lnTo>
                  <a:pt x="21350" y="4709"/>
                </a:lnTo>
                <a:lnTo>
                  <a:pt x="21600" y="6134"/>
                </a:lnTo>
                <a:lnTo>
                  <a:pt x="21600" y="7366"/>
                </a:lnTo>
                <a:lnTo>
                  <a:pt x="21350" y="8791"/>
                </a:lnTo>
                <a:lnTo>
                  <a:pt x="20849" y="10800"/>
                </a:lnTo>
                <a:lnTo>
                  <a:pt x="18669" y="11602"/>
                </a:lnTo>
                <a:lnTo>
                  <a:pt x="17072" y="12150"/>
                </a:lnTo>
                <a:lnTo>
                  <a:pt x="15278" y="12698"/>
                </a:lnTo>
                <a:lnTo>
                  <a:pt x="12510" y="13500"/>
                </a:lnTo>
                <a:lnTo>
                  <a:pt x="10516" y="15296"/>
                </a:lnTo>
                <a:lnTo>
                  <a:pt x="9074" y="16610"/>
                </a:lnTo>
                <a:lnTo>
                  <a:pt x="7948" y="17674"/>
                </a:lnTo>
                <a:lnTo>
                  <a:pt x="6909" y="18711"/>
                </a:lnTo>
                <a:lnTo>
                  <a:pt x="5729" y="19945"/>
                </a:lnTo>
                <a:lnTo>
                  <a:pt x="4170" y="21600"/>
                </a:lnTo>
                <a:lnTo>
                  <a:pt x="3711" y="19818"/>
                </a:lnTo>
                <a:lnTo>
                  <a:pt x="3253" y="18033"/>
                </a:lnTo>
                <a:lnTo>
                  <a:pt x="2794" y="16249"/>
                </a:lnTo>
                <a:lnTo>
                  <a:pt x="2331" y="14459"/>
                </a:lnTo>
                <a:lnTo>
                  <a:pt x="1868" y="12663"/>
                </a:lnTo>
                <a:lnTo>
                  <a:pt x="1405" y="10859"/>
                </a:lnTo>
                <a:lnTo>
                  <a:pt x="938" y="9050"/>
                </a:lnTo>
                <a:lnTo>
                  <a:pt x="471" y="7231"/>
                </a:lnTo>
                <a:lnTo>
                  <a:pt x="0" y="5400"/>
                </a:lnTo>
                <a:lnTo>
                  <a:pt x="2477" y="5400"/>
                </a:lnTo>
                <a:lnTo>
                  <a:pt x="4962" y="5400"/>
                </a:lnTo>
                <a:lnTo>
                  <a:pt x="7456" y="5400"/>
                </a:lnTo>
                <a:lnTo>
                  <a:pt x="9970" y="5400"/>
                </a:lnTo>
                <a:lnTo>
                  <a:pt x="12510" y="5400"/>
                </a:lnTo>
                <a:lnTo>
                  <a:pt x="12510" y="3615"/>
                </a:lnTo>
                <a:lnTo>
                  <a:pt x="12510" y="1820"/>
                </a:lnTo>
                <a:lnTo>
                  <a:pt x="12510" y="0"/>
                </a:lnTo>
                <a:close/>
              </a:path>
            </a:pathLst>
          </a:custGeom>
          <a:solidFill>
            <a:srgbClr val="C7D1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0" name="contour_12668"/>
          <p:cNvSpPr/>
          <p:nvPr/>
        </p:nvSpPr>
        <p:spPr>
          <a:xfrm>
            <a:off x="8267669" y="335976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409" y="1069"/>
                </a:lnTo>
                <a:lnTo>
                  <a:pt x="16959" y="2146"/>
                </a:lnTo>
                <a:lnTo>
                  <a:pt x="18263" y="3431"/>
                </a:lnTo>
                <a:lnTo>
                  <a:pt x="19435" y="5123"/>
                </a:lnTo>
                <a:lnTo>
                  <a:pt x="20588" y="7423"/>
                </a:lnTo>
                <a:lnTo>
                  <a:pt x="21090" y="9101"/>
                </a:lnTo>
                <a:lnTo>
                  <a:pt x="21600" y="10800"/>
                </a:lnTo>
                <a:lnTo>
                  <a:pt x="20830" y="10699"/>
                </a:lnTo>
                <a:lnTo>
                  <a:pt x="19472" y="10526"/>
                </a:lnTo>
                <a:lnTo>
                  <a:pt x="16367" y="10123"/>
                </a:lnTo>
                <a:lnTo>
                  <a:pt x="14172" y="10123"/>
                </a:lnTo>
                <a:lnTo>
                  <a:pt x="12728" y="10296"/>
                </a:lnTo>
                <a:lnTo>
                  <a:pt x="10800" y="10800"/>
                </a:lnTo>
                <a:lnTo>
                  <a:pt x="9806" y="13478"/>
                </a:lnTo>
                <a:lnTo>
                  <a:pt x="9169" y="15379"/>
                </a:lnTo>
                <a:lnTo>
                  <a:pt x="8759" y="17021"/>
                </a:lnTo>
                <a:lnTo>
                  <a:pt x="8446" y="18922"/>
                </a:lnTo>
                <a:lnTo>
                  <a:pt x="8100" y="21600"/>
                </a:lnTo>
                <a:lnTo>
                  <a:pt x="6496" y="20887"/>
                </a:lnTo>
                <a:lnTo>
                  <a:pt x="4887" y="20171"/>
                </a:lnTo>
                <a:lnTo>
                  <a:pt x="3272" y="19454"/>
                </a:lnTo>
                <a:lnTo>
                  <a:pt x="1644" y="18731"/>
                </a:lnTo>
                <a:lnTo>
                  <a:pt x="0" y="18000"/>
                </a:lnTo>
                <a:lnTo>
                  <a:pt x="346" y="15322"/>
                </a:lnTo>
                <a:lnTo>
                  <a:pt x="659" y="13421"/>
                </a:lnTo>
                <a:lnTo>
                  <a:pt x="1069" y="11779"/>
                </a:lnTo>
                <a:lnTo>
                  <a:pt x="1706" y="9878"/>
                </a:lnTo>
                <a:lnTo>
                  <a:pt x="2700" y="7200"/>
                </a:lnTo>
                <a:lnTo>
                  <a:pt x="4549" y="6797"/>
                </a:lnTo>
                <a:lnTo>
                  <a:pt x="6321" y="6617"/>
                </a:lnTo>
                <a:lnTo>
                  <a:pt x="8054" y="6613"/>
                </a:lnTo>
                <a:lnTo>
                  <a:pt x="9798" y="6739"/>
                </a:lnTo>
                <a:lnTo>
                  <a:pt x="11599" y="6952"/>
                </a:lnTo>
                <a:lnTo>
                  <a:pt x="13500" y="7200"/>
                </a:lnTo>
                <a:lnTo>
                  <a:pt x="13500" y="4820"/>
                </a:lnTo>
                <a:lnTo>
                  <a:pt x="13500" y="2426"/>
                </a:lnTo>
                <a:lnTo>
                  <a:pt x="13500" y="0"/>
                </a:lnTo>
                <a:close/>
              </a:path>
            </a:pathLst>
          </a:custGeom>
          <a:solidFill>
            <a:srgbClr val="9EB3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1" name="contour_12669"/>
          <p:cNvSpPr/>
          <p:nvPr/>
        </p:nvSpPr>
        <p:spPr>
          <a:xfrm>
            <a:off x="3508611" y="336705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168" y="2805"/>
                </a:lnTo>
                <a:lnTo>
                  <a:pt x="9626" y="4761"/>
                </a:lnTo>
                <a:lnTo>
                  <a:pt x="11279" y="6128"/>
                </a:lnTo>
                <a:lnTo>
                  <a:pt x="12427" y="7162"/>
                </a:lnTo>
                <a:lnTo>
                  <a:pt x="13367" y="8119"/>
                </a:lnTo>
                <a:lnTo>
                  <a:pt x="14400" y="9257"/>
                </a:lnTo>
                <a:lnTo>
                  <a:pt x="14400" y="11297"/>
                </a:lnTo>
                <a:lnTo>
                  <a:pt x="14400" y="13349"/>
                </a:lnTo>
                <a:lnTo>
                  <a:pt x="14400" y="15429"/>
                </a:lnTo>
                <a:lnTo>
                  <a:pt x="16780" y="15429"/>
                </a:lnTo>
                <a:lnTo>
                  <a:pt x="19174" y="15429"/>
                </a:lnTo>
                <a:lnTo>
                  <a:pt x="21600" y="15429"/>
                </a:lnTo>
                <a:lnTo>
                  <a:pt x="20855" y="17302"/>
                </a:lnTo>
                <a:lnTo>
                  <a:pt x="20232" y="18567"/>
                </a:lnTo>
                <a:lnTo>
                  <a:pt x="19393" y="19807"/>
                </a:lnTo>
                <a:lnTo>
                  <a:pt x="18000" y="21600"/>
                </a:lnTo>
                <a:lnTo>
                  <a:pt x="15671" y="21492"/>
                </a:lnTo>
                <a:lnTo>
                  <a:pt x="13392" y="21264"/>
                </a:lnTo>
                <a:lnTo>
                  <a:pt x="11156" y="20933"/>
                </a:lnTo>
                <a:lnTo>
                  <a:pt x="8939" y="20523"/>
                </a:lnTo>
                <a:lnTo>
                  <a:pt x="6732" y="20054"/>
                </a:lnTo>
                <a:lnTo>
                  <a:pt x="4518" y="19551"/>
                </a:lnTo>
                <a:lnTo>
                  <a:pt x="2279" y="19030"/>
                </a:lnTo>
                <a:lnTo>
                  <a:pt x="0" y="18514"/>
                </a:lnTo>
                <a:lnTo>
                  <a:pt x="396" y="16478"/>
                </a:lnTo>
                <a:lnTo>
                  <a:pt x="792" y="14438"/>
                </a:lnTo>
                <a:lnTo>
                  <a:pt x="1188" y="12398"/>
                </a:lnTo>
                <a:lnTo>
                  <a:pt x="1588" y="10353"/>
                </a:lnTo>
                <a:lnTo>
                  <a:pt x="1987" y="8301"/>
                </a:lnTo>
                <a:lnTo>
                  <a:pt x="2387" y="6239"/>
                </a:lnTo>
                <a:lnTo>
                  <a:pt x="2790" y="4172"/>
                </a:lnTo>
                <a:lnTo>
                  <a:pt x="3193" y="2092"/>
                </a:lnTo>
                <a:lnTo>
                  <a:pt x="3600" y="0"/>
                </a:lnTo>
                <a:close/>
              </a:path>
            </a:pathLst>
          </a:custGeom>
          <a:solidFill>
            <a:srgbClr val="E2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2" name="contour_12670"/>
          <p:cNvSpPr/>
          <p:nvPr/>
        </p:nvSpPr>
        <p:spPr>
          <a:xfrm>
            <a:off x="7225486" y="3372256"/>
            <a:ext cx="72880" cy="312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1441"/>
                </a:moveTo>
                <a:lnTo>
                  <a:pt x="20256" y="4480"/>
                </a:lnTo>
                <a:lnTo>
                  <a:pt x="20755" y="6541"/>
                </a:lnTo>
                <a:lnTo>
                  <a:pt x="21136" y="8572"/>
                </a:lnTo>
                <a:lnTo>
                  <a:pt x="21600" y="11521"/>
                </a:lnTo>
                <a:lnTo>
                  <a:pt x="20172" y="11521"/>
                </a:lnTo>
                <a:lnTo>
                  <a:pt x="18736" y="11521"/>
                </a:lnTo>
                <a:lnTo>
                  <a:pt x="17280" y="11521"/>
                </a:lnTo>
                <a:lnTo>
                  <a:pt x="16848" y="14156"/>
                </a:lnTo>
                <a:lnTo>
                  <a:pt x="16412" y="16838"/>
                </a:lnTo>
                <a:lnTo>
                  <a:pt x="15770" y="19201"/>
                </a:lnTo>
                <a:lnTo>
                  <a:pt x="15120" y="21600"/>
                </a:lnTo>
                <a:lnTo>
                  <a:pt x="13755" y="21081"/>
                </a:lnTo>
                <a:lnTo>
                  <a:pt x="12463" y="20496"/>
                </a:lnTo>
                <a:lnTo>
                  <a:pt x="11213" y="19831"/>
                </a:lnTo>
                <a:lnTo>
                  <a:pt x="9975" y="19065"/>
                </a:lnTo>
                <a:lnTo>
                  <a:pt x="8722" y="18193"/>
                </a:lnTo>
                <a:lnTo>
                  <a:pt x="7426" y="17190"/>
                </a:lnTo>
                <a:lnTo>
                  <a:pt x="6355" y="16399"/>
                </a:lnTo>
                <a:lnTo>
                  <a:pt x="5268" y="15598"/>
                </a:lnTo>
                <a:lnTo>
                  <a:pt x="3948" y="14600"/>
                </a:lnTo>
                <a:lnTo>
                  <a:pt x="2631" y="13587"/>
                </a:lnTo>
                <a:lnTo>
                  <a:pt x="1313" y="12559"/>
                </a:lnTo>
                <a:lnTo>
                  <a:pt x="0" y="11521"/>
                </a:lnTo>
                <a:lnTo>
                  <a:pt x="1421" y="9606"/>
                </a:lnTo>
                <a:lnTo>
                  <a:pt x="2840" y="7801"/>
                </a:lnTo>
                <a:lnTo>
                  <a:pt x="4262" y="6138"/>
                </a:lnTo>
                <a:lnTo>
                  <a:pt x="5689" y="4631"/>
                </a:lnTo>
                <a:lnTo>
                  <a:pt x="7126" y="3301"/>
                </a:lnTo>
                <a:lnTo>
                  <a:pt x="8577" y="2162"/>
                </a:lnTo>
                <a:lnTo>
                  <a:pt x="10046" y="1245"/>
                </a:lnTo>
                <a:lnTo>
                  <a:pt x="11537" y="564"/>
                </a:lnTo>
                <a:lnTo>
                  <a:pt x="13051" y="146"/>
                </a:lnTo>
                <a:lnTo>
                  <a:pt x="14595" y="0"/>
                </a:lnTo>
                <a:lnTo>
                  <a:pt x="16172" y="156"/>
                </a:lnTo>
                <a:lnTo>
                  <a:pt x="17785" y="630"/>
                </a:lnTo>
                <a:lnTo>
                  <a:pt x="19440" y="1441"/>
                </a:lnTo>
                <a:close/>
              </a:path>
            </a:pathLst>
          </a:custGeom>
          <a:solidFill>
            <a:srgbClr val="B5CA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3" name="contour_12671"/>
          <p:cNvSpPr/>
          <p:nvPr/>
        </p:nvSpPr>
        <p:spPr>
          <a:xfrm>
            <a:off x="8311397" y="3350261"/>
            <a:ext cx="51016" cy="31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53" y="15"/>
                </a:moveTo>
                <a:lnTo>
                  <a:pt x="8692" y="0"/>
                </a:lnTo>
                <a:lnTo>
                  <a:pt x="10677" y="35"/>
                </a:lnTo>
                <a:lnTo>
                  <a:pt x="12624" y="166"/>
                </a:lnTo>
                <a:lnTo>
                  <a:pt x="14565" y="432"/>
                </a:lnTo>
                <a:lnTo>
                  <a:pt x="16518" y="873"/>
                </a:lnTo>
                <a:lnTo>
                  <a:pt x="18514" y="1526"/>
                </a:lnTo>
                <a:lnTo>
                  <a:pt x="19742" y="5259"/>
                </a:lnTo>
                <a:lnTo>
                  <a:pt x="20517" y="7909"/>
                </a:lnTo>
                <a:lnTo>
                  <a:pt x="20986" y="10198"/>
                </a:lnTo>
                <a:lnTo>
                  <a:pt x="21298" y="12848"/>
                </a:lnTo>
                <a:lnTo>
                  <a:pt x="21600" y="16581"/>
                </a:lnTo>
                <a:lnTo>
                  <a:pt x="19684" y="17445"/>
                </a:lnTo>
                <a:lnTo>
                  <a:pt x="17777" y="18263"/>
                </a:lnTo>
                <a:lnTo>
                  <a:pt x="15870" y="19025"/>
                </a:lnTo>
                <a:lnTo>
                  <a:pt x="13960" y="19718"/>
                </a:lnTo>
                <a:lnTo>
                  <a:pt x="12040" y="20335"/>
                </a:lnTo>
                <a:lnTo>
                  <a:pt x="10106" y="20862"/>
                </a:lnTo>
                <a:lnTo>
                  <a:pt x="8152" y="21289"/>
                </a:lnTo>
                <a:lnTo>
                  <a:pt x="6171" y="21600"/>
                </a:lnTo>
                <a:lnTo>
                  <a:pt x="3691" y="19151"/>
                </a:lnTo>
                <a:lnTo>
                  <a:pt x="2219" y="17284"/>
                </a:lnTo>
                <a:lnTo>
                  <a:pt x="1182" y="15071"/>
                </a:lnTo>
                <a:lnTo>
                  <a:pt x="0" y="11563"/>
                </a:lnTo>
                <a:lnTo>
                  <a:pt x="747" y="7729"/>
                </a:lnTo>
                <a:lnTo>
                  <a:pt x="1568" y="4888"/>
                </a:lnTo>
                <a:lnTo>
                  <a:pt x="2681" y="2810"/>
                </a:lnTo>
                <a:lnTo>
                  <a:pt x="4305" y="1265"/>
                </a:lnTo>
                <a:lnTo>
                  <a:pt x="6653" y="15"/>
                </a:lnTo>
                <a:close/>
              </a:path>
            </a:pathLst>
          </a:custGeom>
          <a:solidFill>
            <a:srgbClr val="A7B9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4" name="contour_12672"/>
          <p:cNvSpPr/>
          <p:nvPr/>
        </p:nvSpPr>
        <p:spPr>
          <a:xfrm>
            <a:off x="6941255" y="3366338"/>
            <a:ext cx="72880" cy="239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3" y="0"/>
                </a:moveTo>
                <a:lnTo>
                  <a:pt x="6204" y="118"/>
                </a:lnTo>
                <a:lnTo>
                  <a:pt x="7694" y="230"/>
                </a:lnTo>
                <a:lnTo>
                  <a:pt x="8437" y="276"/>
                </a:lnTo>
                <a:lnTo>
                  <a:pt x="10673" y="407"/>
                </a:lnTo>
                <a:lnTo>
                  <a:pt x="11809" y="525"/>
                </a:lnTo>
                <a:lnTo>
                  <a:pt x="12960" y="644"/>
                </a:lnTo>
                <a:lnTo>
                  <a:pt x="12960" y="4985"/>
                </a:lnTo>
                <a:lnTo>
                  <a:pt x="12960" y="9352"/>
                </a:lnTo>
                <a:lnTo>
                  <a:pt x="12960" y="13778"/>
                </a:lnTo>
                <a:lnTo>
                  <a:pt x="14388" y="12695"/>
                </a:lnTo>
                <a:lnTo>
                  <a:pt x="15816" y="11611"/>
                </a:lnTo>
                <a:lnTo>
                  <a:pt x="17248" y="10521"/>
                </a:lnTo>
                <a:lnTo>
                  <a:pt x="18688" y="9424"/>
                </a:lnTo>
                <a:lnTo>
                  <a:pt x="20140" y="8327"/>
                </a:lnTo>
                <a:lnTo>
                  <a:pt x="21600" y="7211"/>
                </a:lnTo>
                <a:lnTo>
                  <a:pt x="21600" y="11552"/>
                </a:lnTo>
                <a:lnTo>
                  <a:pt x="21600" y="15919"/>
                </a:lnTo>
                <a:lnTo>
                  <a:pt x="21600" y="20346"/>
                </a:lnTo>
                <a:lnTo>
                  <a:pt x="18377" y="20825"/>
                </a:lnTo>
                <a:lnTo>
                  <a:pt x="15636" y="21206"/>
                </a:lnTo>
                <a:lnTo>
                  <a:pt x="13327" y="21469"/>
                </a:lnTo>
                <a:lnTo>
                  <a:pt x="11394" y="21600"/>
                </a:lnTo>
                <a:lnTo>
                  <a:pt x="9787" y="21580"/>
                </a:lnTo>
                <a:lnTo>
                  <a:pt x="8450" y="21390"/>
                </a:lnTo>
                <a:lnTo>
                  <a:pt x="7335" y="21009"/>
                </a:lnTo>
                <a:lnTo>
                  <a:pt x="6385" y="20424"/>
                </a:lnTo>
                <a:lnTo>
                  <a:pt x="5551" y="19610"/>
                </a:lnTo>
                <a:lnTo>
                  <a:pt x="4776" y="18559"/>
                </a:lnTo>
                <a:lnTo>
                  <a:pt x="4011" y="17252"/>
                </a:lnTo>
                <a:lnTo>
                  <a:pt x="3201" y="15663"/>
                </a:lnTo>
                <a:lnTo>
                  <a:pt x="2294" y="13778"/>
                </a:lnTo>
                <a:lnTo>
                  <a:pt x="1536" y="11611"/>
                </a:lnTo>
                <a:lnTo>
                  <a:pt x="773" y="9424"/>
                </a:lnTo>
                <a:lnTo>
                  <a:pt x="0" y="7211"/>
                </a:lnTo>
                <a:lnTo>
                  <a:pt x="1290" y="3408"/>
                </a:lnTo>
                <a:lnTo>
                  <a:pt x="2212" y="1386"/>
                </a:lnTo>
                <a:lnTo>
                  <a:pt x="3212" y="479"/>
                </a:lnTo>
                <a:lnTo>
                  <a:pt x="4733" y="0"/>
                </a:lnTo>
                <a:close/>
              </a:path>
            </a:pathLst>
          </a:custGeom>
          <a:solidFill>
            <a:srgbClr val="99AD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5" name="contour_12673"/>
          <p:cNvSpPr/>
          <p:nvPr/>
        </p:nvSpPr>
        <p:spPr>
          <a:xfrm>
            <a:off x="4819028" y="3360602"/>
            <a:ext cx="45149" cy="50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76"/>
                </a:moveTo>
                <a:lnTo>
                  <a:pt x="20903" y="3009"/>
                </a:lnTo>
                <a:lnTo>
                  <a:pt x="18793" y="3708"/>
                </a:lnTo>
                <a:lnTo>
                  <a:pt x="16154" y="4775"/>
                </a:lnTo>
                <a:lnTo>
                  <a:pt x="13814" y="5864"/>
                </a:lnTo>
                <a:lnTo>
                  <a:pt x="11736" y="7009"/>
                </a:lnTo>
                <a:lnTo>
                  <a:pt x="9888" y="8235"/>
                </a:lnTo>
                <a:lnTo>
                  <a:pt x="8236" y="9575"/>
                </a:lnTo>
                <a:lnTo>
                  <a:pt x="6747" y="11062"/>
                </a:lnTo>
                <a:lnTo>
                  <a:pt x="5383" y="12725"/>
                </a:lnTo>
                <a:lnTo>
                  <a:pt x="4111" y="14595"/>
                </a:lnTo>
                <a:lnTo>
                  <a:pt x="2901" y="16700"/>
                </a:lnTo>
                <a:lnTo>
                  <a:pt x="1715" y="19075"/>
                </a:lnTo>
                <a:lnTo>
                  <a:pt x="1203" y="20326"/>
                </a:lnTo>
                <a:lnTo>
                  <a:pt x="680" y="21600"/>
                </a:lnTo>
                <a:lnTo>
                  <a:pt x="572" y="19758"/>
                </a:lnTo>
                <a:lnTo>
                  <a:pt x="478" y="17914"/>
                </a:lnTo>
                <a:lnTo>
                  <a:pt x="391" y="16072"/>
                </a:lnTo>
                <a:lnTo>
                  <a:pt x="314" y="14227"/>
                </a:lnTo>
                <a:lnTo>
                  <a:pt x="244" y="12383"/>
                </a:lnTo>
                <a:lnTo>
                  <a:pt x="164" y="10670"/>
                </a:lnTo>
                <a:lnTo>
                  <a:pt x="84" y="8947"/>
                </a:lnTo>
                <a:lnTo>
                  <a:pt x="0" y="7200"/>
                </a:lnTo>
                <a:lnTo>
                  <a:pt x="439" y="4609"/>
                </a:lnTo>
                <a:lnTo>
                  <a:pt x="976" y="3046"/>
                </a:lnTo>
                <a:lnTo>
                  <a:pt x="1956" y="1895"/>
                </a:lnTo>
                <a:lnTo>
                  <a:pt x="3731" y="521"/>
                </a:lnTo>
                <a:lnTo>
                  <a:pt x="6133" y="119"/>
                </a:lnTo>
                <a:lnTo>
                  <a:pt x="8406" y="0"/>
                </a:lnTo>
                <a:lnTo>
                  <a:pt x="10593" y="122"/>
                </a:lnTo>
                <a:lnTo>
                  <a:pt x="12730" y="439"/>
                </a:lnTo>
                <a:lnTo>
                  <a:pt x="14857" y="907"/>
                </a:lnTo>
                <a:lnTo>
                  <a:pt x="17018" y="1481"/>
                </a:lnTo>
                <a:lnTo>
                  <a:pt x="19250" y="2118"/>
                </a:lnTo>
                <a:lnTo>
                  <a:pt x="21600" y="2776"/>
                </a:lnTo>
                <a:close/>
              </a:path>
            </a:pathLst>
          </a:custGeom>
          <a:solidFill>
            <a:srgbClr val="BCCA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6" name="contour_12674"/>
          <p:cNvSpPr/>
          <p:nvPr/>
        </p:nvSpPr>
        <p:spPr>
          <a:xfrm>
            <a:off x="4886041" y="3336778"/>
            <a:ext cx="65592" cy="232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042"/>
                </a:moveTo>
                <a:lnTo>
                  <a:pt x="4073" y="595"/>
                </a:lnTo>
                <a:lnTo>
                  <a:pt x="5690" y="277"/>
                </a:lnTo>
                <a:lnTo>
                  <a:pt x="7282" y="74"/>
                </a:lnTo>
                <a:lnTo>
                  <a:pt x="8873" y="0"/>
                </a:lnTo>
                <a:lnTo>
                  <a:pt x="10486" y="41"/>
                </a:lnTo>
                <a:lnTo>
                  <a:pt x="12149" y="196"/>
                </a:lnTo>
                <a:lnTo>
                  <a:pt x="12833" y="244"/>
                </a:lnTo>
                <a:lnTo>
                  <a:pt x="14892" y="379"/>
                </a:lnTo>
                <a:lnTo>
                  <a:pt x="16570" y="514"/>
                </a:lnTo>
                <a:lnTo>
                  <a:pt x="18247" y="677"/>
                </a:lnTo>
                <a:lnTo>
                  <a:pt x="19925" y="853"/>
                </a:lnTo>
                <a:lnTo>
                  <a:pt x="21600" y="1042"/>
                </a:lnTo>
                <a:lnTo>
                  <a:pt x="20806" y="5420"/>
                </a:lnTo>
                <a:lnTo>
                  <a:pt x="20186" y="8648"/>
                </a:lnTo>
                <a:lnTo>
                  <a:pt x="19608" y="11294"/>
                </a:lnTo>
                <a:lnTo>
                  <a:pt x="18941" y="13913"/>
                </a:lnTo>
                <a:lnTo>
                  <a:pt x="18050" y="17073"/>
                </a:lnTo>
                <a:lnTo>
                  <a:pt x="16800" y="21343"/>
                </a:lnTo>
                <a:lnTo>
                  <a:pt x="15034" y="21539"/>
                </a:lnTo>
                <a:lnTo>
                  <a:pt x="13714" y="21600"/>
                </a:lnTo>
                <a:lnTo>
                  <a:pt x="12605" y="21458"/>
                </a:lnTo>
                <a:lnTo>
                  <a:pt x="11460" y="21052"/>
                </a:lnTo>
                <a:lnTo>
                  <a:pt x="10039" y="20328"/>
                </a:lnTo>
                <a:lnTo>
                  <a:pt x="8100" y="19232"/>
                </a:lnTo>
                <a:lnTo>
                  <a:pt x="6583" y="18420"/>
                </a:lnTo>
                <a:lnTo>
                  <a:pt x="5054" y="17601"/>
                </a:lnTo>
                <a:lnTo>
                  <a:pt x="3506" y="16768"/>
                </a:lnTo>
                <a:lnTo>
                  <a:pt x="2347" y="16044"/>
                </a:lnTo>
                <a:lnTo>
                  <a:pt x="1183" y="15314"/>
                </a:lnTo>
                <a:lnTo>
                  <a:pt x="0" y="14576"/>
                </a:lnTo>
                <a:lnTo>
                  <a:pt x="370" y="10590"/>
                </a:lnTo>
                <a:lnTo>
                  <a:pt x="742" y="7850"/>
                </a:lnTo>
                <a:lnTo>
                  <a:pt x="1344" y="5089"/>
                </a:lnTo>
                <a:lnTo>
                  <a:pt x="2400" y="1042"/>
                </a:lnTo>
                <a:close/>
              </a:path>
            </a:pathLst>
          </a:custGeom>
          <a:solidFill>
            <a:srgbClr val="B4C3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7" name="contour_12675"/>
          <p:cNvSpPr/>
          <p:nvPr/>
        </p:nvSpPr>
        <p:spPr>
          <a:xfrm>
            <a:off x="5046377" y="3322493"/>
            <a:ext cx="72880" cy="29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90" y="0"/>
                </a:moveTo>
                <a:lnTo>
                  <a:pt x="5398" y="42"/>
                </a:lnTo>
                <a:lnTo>
                  <a:pt x="6625" y="84"/>
                </a:lnTo>
                <a:lnTo>
                  <a:pt x="7279" y="95"/>
                </a:lnTo>
                <a:lnTo>
                  <a:pt x="9260" y="137"/>
                </a:lnTo>
                <a:lnTo>
                  <a:pt x="9945" y="173"/>
                </a:lnTo>
                <a:lnTo>
                  <a:pt x="12016" y="268"/>
                </a:lnTo>
                <a:lnTo>
                  <a:pt x="12707" y="289"/>
                </a:lnTo>
                <a:lnTo>
                  <a:pt x="14796" y="341"/>
                </a:lnTo>
                <a:lnTo>
                  <a:pt x="16157" y="383"/>
                </a:lnTo>
                <a:lnTo>
                  <a:pt x="17518" y="431"/>
                </a:lnTo>
                <a:lnTo>
                  <a:pt x="18878" y="483"/>
                </a:lnTo>
                <a:lnTo>
                  <a:pt x="20239" y="541"/>
                </a:lnTo>
                <a:lnTo>
                  <a:pt x="21600" y="599"/>
                </a:lnTo>
                <a:lnTo>
                  <a:pt x="20241" y="2347"/>
                </a:lnTo>
                <a:lnTo>
                  <a:pt x="18881" y="4085"/>
                </a:lnTo>
                <a:lnTo>
                  <a:pt x="17518" y="5807"/>
                </a:lnTo>
                <a:lnTo>
                  <a:pt x="16377" y="7261"/>
                </a:lnTo>
                <a:lnTo>
                  <a:pt x="15219" y="8737"/>
                </a:lnTo>
                <a:lnTo>
                  <a:pt x="13755" y="10054"/>
                </a:lnTo>
                <a:lnTo>
                  <a:pt x="12338" y="10910"/>
                </a:lnTo>
                <a:lnTo>
                  <a:pt x="10932" y="11383"/>
                </a:lnTo>
                <a:lnTo>
                  <a:pt x="9508" y="11530"/>
                </a:lnTo>
                <a:lnTo>
                  <a:pt x="8035" y="11414"/>
                </a:lnTo>
                <a:lnTo>
                  <a:pt x="6480" y="11099"/>
                </a:lnTo>
                <a:lnTo>
                  <a:pt x="6480" y="14570"/>
                </a:lnTo>
                <a:lnTo>
                  <a:pt x="6480" y="18061"/>
                </a:lnTo>
                <a:lnTo>
                  <a:pt x="6480" y="21600"/>
                </a:lnTo>
                <a:lnTo>
                  <a:pt x="5052" y="21600"/>
                </a:lnTo>
                <a:lnTo>
                  <a:pt x="3616" y="21600"/>
                </a:lnTo>
                <a:lnTo>
                  <a:pt x="2160" y="21600"/>
                </a:lnTo>
                <a:lnTo>
                  <a:pt x="1430" y="17851"/>
                </a:lnTo>
                <a:lnTo>
                  <a:pt x="953" y="15158"/>
                </a:lnTo>
                <a:lnTo>
                  <a:pt x="624" y="12764"/>
                </a:lnTo>
                <a:lnTo>
                  <a:pt x="341" y="9913"/>
                </a:lnTo>
                <a:lnTo>
                  <a:pt x="0" y="5849"/>
                </a:lnTo>
                <a:lnTo>
                  <a:pt x="1281" y="2809"/>
                </a:lnTo>
                <a:lnTo>
                  <a:pt x="2143" y="1181"/>
                </a:lnTo>
                <a:lnTo>
                  <a:pt x="2983" y="431"/>
                </a:lnTo>
                <a:lnTo>
                  <a:pt x="4190" y="0"/>
                </a:lnTo>
                <a:close/>
              </a:path>
            </a:pathLst>
          </a:custGeom>
          <a:solidFill>
            <a:srgbClr val="ADBC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8" name="contour_12676"/>
          <p:cNvSpPr/>
          <p:nvPr/>
        </p:nvSpPr>
        <p:spPr>
          <a:xfrm>
            <a:off x="4958921" y="3316036"/>
            <a:ext cx="58304" cy="31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796" y="2619"/>
                </a:lnTo>
                <a:lnTo>
                  <a:pt x="20377" y="4536"/>
                </a:lnTo>
                <a:lnTo>
                  <a:pt x="20893" y="6689"/>
                </a:lnTo>
                <a:lnTo>
                  <a:pt x="21600" y="10014"/>
                </a:lnTo>
                <a:lnTo>
                  <a:pt x="21125" y="13128"/>
                </a:lnTo>
                <a:lnTo>
                  <a:pt x="20685" y="15211"/>
                </a:lnTo>
                <a:lnTo>
                  <a:pt x="20029" y="17199"/>
                </a:lnTo>
                <a:lnTo>
                  <a:pt x="18900" y="20028"/>
                </a:lnTo>
                <a:lnTo>
                  <a:pt x="17088" y="20679"/>
                </a:lnTo>
                <a:lnTo>
                  <a:pt x="15285" y="21149"/>
                </a:lnTo>
                <a:lnTo>
                  <a:pt x="13492" y="21455"/>
                </a:lnTo>
                <a:lnTo>
                  <a:pt x="11702" y="21600"/>
                </a:lnTo>
                <a:lnTo>
                  <a:pt x="9912" y="21580"/>
                </a:lnTo>
                <a:lnTo>
                  <a:pt x="8122" y="21410"/>
                </a:lnTo>
                <a:lnTo>
                  <a:pt x="6323" y="21089"/>
                </a:lnTo>
                <a:lnTo>
                  <a:pt x="4517" y="20629"/>
                </a:lnTo>
                <a:lnTo>
                  <a:pt x="2700" y="20028"/>
                </a:lnTo>
                <a:lnTo>
                  <a:pt x="1544" y="16303"/>
                </a:lnTo>
                <a:lnTo>
                  <a:pt x="826" y="13659"/>
                </a:lnTo>
                <a:lnTo>
                  <a:pt x="416" y="11376"/>
                </a:lnTo>
                <a:lnTo>
                  <a:pt x="184" y="8732"/>
                </a:lnTo>
                <a:lnTo>
                  <a:pt x="0" y="5007"/>
                </a:lnTo>
                <a:lnTo>
                  <a:pt x="859" y="5052"/>
                </a:lnTo>
                <a:lnTo>
                  <a:pt x="3448" y="5182"/>
                </a:lnTo>
                <a:lnTo>
                  <a:pt x="4930" y="5227"/>
                </a:lnTo>
                <a:lnTo>
                  <a:pt x="6421" y="5272"/>
                </a:lnTo>
                <a:lnTo>
                  <a:pt x="7933" y="5317"/>
                </a:lnTo>
                <a:lnTo>
                  <a:pt x="9407" y="5377"/>
                </a:lnTo>
                <a:lnTo>
                  <a:pt x="10889" y="5438"/>
                </a:lnTo>
                <a:lnTo>
                  <a:pt x="12393" y="5498"/>
                </a:lnTo>
                <a:lnTo>
                  <a:pt x="14637" y="5137"/>
                </a:lnTo>
                <a:lnTo>
                  <a:pt x="16062" y="4441"/>
                </a:lnTo>
                <a:lnTo>
                  <a:pt x="17280" y="2904"/>
                </a:lnTo>
                <a:lnTo>
                  <a:pt x="18900" y="0"/>
                </a:lnTo>
                <a:close/>
              </a:path>
            </a:pathLst>
          </a:custGeom>
          <a:solidFill>
            <a:srgbClr val="B9C5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79" name="contour_12677"/>
          <p:cNvSpPr/>
          <p:nvPr/>
        </p:nvSpPr>
        <p:spPr>
          <a:xfrm>
            <a:off x="8114621" y="3308406"/>
            <a:ext cx="58304" cy="29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1"/>
                </a:moveTo>
                <a:lnTo>
                  <a:pt x="21600" y="3773"/>
                </a:lnTo>
                <a:lnTo>
                  <a:pt x="21600" y="7301"/>
                </a:lnTo>
                <a:lnTo>
                  <a:pt x="21600" y="10845"/>
                </a:lnTo>
                <a:lnTo>
                  <a:pt x="21600" y="14405"/>
                </a:lnTo>
                <a:lnTo>
                  <a:pt x="21600" y="17987"/>
                </a:lnTo>
                <a:lnTo>
                  <a:pt x="21600" y="21600"/>
                </a:lnTo>
                <a:lnTo>
                  <a:pt x="21182" y="18867"/>
                </a:lnTo>
                <a:lnTo>
                  <a:pt x="20758" y="16097"/>
                </a:lnTo>
                <a:lnTo>
                  <a:pt x="19837" y="13530"/>
                </a:lnTo>
                <a:lnTo>
                  <a:pt x="18900" y="10925"/>
                </a:lnTo>
                <a:lnTo>
                  <a:pt x="17053" y="11187"/>
                </a:lnTo>
                <a:lnTo>
                  <a:pt x="15709" y="11459"/>
                </a:lnTo>
                <a:lnTo>
                  <a:pt x="14477" y="11865"/>
                </a:lnTo>
                <a:lnTo>
                  <a:pt x="12971" y="12532"/>
                </a:lnTo>
                <a:lnTo>
                  <a:pt x="10800" y="13594"/>
                </a:lnTo>
                <a:lnTo>
                  <a:pt x="8629" y="14656"/>
                </a:lnTo>
                <a:lnTo>
                  <a:pt x="7123" y="15323"/>
                </a:lnTo>
                <a:lnTo>
                  <a:pt x="5891" y="15729"/>
                </a:lnTo>
                <a:lnTo>
                  <a:pt x="4547" y="16001"/>
                </a:lnTo>
                <a:lnTo>
                  <a:pt x="2700" y="16263"/>
                </a:lnTo>
                <a:lnTo>
                  <a:pt x="1612" y="13188"/>
                </a:lnTo>
                <a:lnTo>
                  <a:pt x="969" y="11048"/>
                </a:lnTo>
                <a:lnTo>
                  <a:pt x="516" y="8849"/>
                </a:lnTo>
                <a:lnTo>
                  <a:pt x="0" y="5588"/>
                </a:lnTo>
                <a:lnTo>
                  <a:pt x="1806" y="4200"/>
                </a:lnTo>
                <a:lnTo>
                  <a:pt x="3591" y="3048"/>
                </a:lnTo>
                <a:lnTo>
                  <a:pt x="5357" y="2119"/>
                </a:lnTo>
                <a:lnTo>
                  <a:pt x="7114" y="1388"/>
                </a:lnTo>
                <a:lnTo>
                  <a:pt x="8870" y="838"/>
                </a:lnTo>
                <a:lnTo>
                  <a:pt x="10627" y="443"/>
                </a:lnTo>
                <a:lnTo>
                  <a:pt x="12393" y="187"/>
                </a:lnTo>
                <a:lnTo>
                  <a:pt x="14175" y="43"/>
                </a:lnTo>
                <a:lnTo>
                  <a:pt x="15981" y="0"/>
                </a:lnTo>
                <a:lnTo>
                  <a:pt x="17817" y="37"/>
                </a:lnTo>
                <a:lnTo>
                  <a:pt x="19686" y="128"/>
                </a:lnTo>
                <a:lnTo>
                  <a:pt x="21600" y="251"/>
                </a:lnTo>
                <a:close/>
              </a:path>
            </a:pathLst>
          </a:custGeom>
          <a:solidFill>
            <a:srgbClr val="6671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0" name="contour_12678"/>
          <p:cNvSpPr/>
          <p:nvPr/>
        </p:nvSpPr>
        <p:spPr>
          <a:xfrm>
            <a:off x="9907467" y="327230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7" y="0"/>
                </a:lnTo>
                <a:lnTo>
                  <a:pt x="13349" y="0"/>
                </a:lnTo>
                <a:lnTo>
                  <a:pt x="15429" y="0"/>
                </a:lnTo>
                <a:lnTo>
                  <a:pt x="15302" y="1710"/>
                </a:lnTo>
                <a:lnTo>
                  <a:pt x="15172" y="3431"/>
                </a:lnTo>
                <a:lnTo>
                  <a:pt x="15043" y="5177"/>
                </a:lnTo>
                <a:lnTo>
                  <a:pt x="15101" y="6001"/>
                </a:lnTo>
                <a:lnTo>
                  <a:pt x="15200" y="7459"/>
                </a:lnTo>
                <a:lnTo>
                  <a:pt x="15429" y="10800"/>
                </a:lnTo>
                <a:lnTo>
                  <a:pt x="17261" y="12251"/>
                </a:lnTo>
                <a:lnTo>
                  <a:pt x="18514" y="13108"/>
                </a:lnTo>
                <a:lnTo>
                  <a:pt x="19767" y="13712"/>
                </a:lnTo>
                <a:lnTo>
                  <a:pt x="21600" y="14400"/>
                </a:lnTo>
                <a:lnTo>
                  <a:pt x="19949" y="16027"/>
                </a:lnTo>
                <a:lnTo>
                  <a:pt x="18687" y="17215"/>
                </a:lnTo>
                <a:lnTo>
                  <a:pt x="17552" y="18166"/>
                </a:lnTo>
                <a:lnTo>
                  <a:pt x="16286" y="19084"/>
                </a:lnTo>
                <a:lnTo>
                  <a:pt x="14636" y="20160"/>
                </a:lnTo>
                <a:lnTo>
                  <a:pt x="12343" y="21600"/>
                </a:lnTo>
                <a:lnTo>
                  <a:pt x="10161" y="21305"/>
                </a:lnTo>
                <a:lnTo>
                  <a:pt x="8100" y="20862"/>
                </a:lnTo>
                <a:lnTo>
                  <a:pt x="6104" y="20293"/>
                </a:lnTo>
                <a:lnTo>
                  <a:pt x="4126" y="19613"/>
                </a:lnTo>
                <a:lnTo>
                  <a:pt x="2108" y="18842"/>
                </a:lnTo>
                <a:lnTo>
                  <a:pt x="0" y="18000"/>
                </a:lnTo>
                <a:lnTo>
                  <a:pt x="611" y="15862"/>
                </a:lnTo>
                <a:lnTo>
                  <a:pt x="1225" y="13716"/>
                </a:lnTo>
                <a:lnTo>
                  <a:pt x="1839" y="11563"/>
                </a:lnTo>
                <a:lnTo>
                  <a:pt x="2459" y="9392"/>
                </a:lnTo>
                <a:lnTo>
                  <a:pt x="3086" y="7200"/>
                </a:lnTo>
                <a:lnTo>
                  <a:pt x="4613" y="8093"/>
                </a:lnTo>
                <a:lnTo>
                  <a:pt x="6150" y="8986"/>
                </a:lnTo>
                <a:lnTo>
                  <a:pt x="7693" y="9889"/>
                </a:lnTo>
                <a:lnTo>
                  <a:pt x="9257" y="10800"/>
                </a:lnTo>
                <a:lnTo>
                  <a:pt x="9257" y="8662"/>
                </a:lnTo>
                <a:lnTo>
                  <a:pt x="9257" y="6516"/>
                </a:lnTo>
                <a:lnTo>
                  <a:pt x="9257" y="4363"/>
                </a:lnTo>
                <a:lnTo>
                  <a:pt x="9257" y="2192"/>
                </a:lnTo>
                <a:lnTo>
                  <a:pt x="9257" y="0"/>
                </a:lnTo>
                <a:close/>
              </a:path>
            </a:pathLst>
          </a:custGeom>
          <a:solidFill>
            <a:srgbClr val="8E91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1" name="contour_12679"/>
          <p:cNvSpPr/>
          <p:nvPr/>
        </p:nvSpPr>
        <p:spPr>
          <a:xfrm>
            <a:off x="1927116" y="3250444"/>
            <a:ext cx="37147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51" y="0"/>
                </a:moveTo>
                <a:lnTo>
                  <a:pt x="19053" y="0"/>
                </a:lnTo>
                <a:lnTo>
                  <a:pt x="21189" y="0"/>
                </a:lnTo>
                <a:lnTo>
                  <a:pt x="21244" y="1395"/>
                </a:lnTo>
                <a:lnTo>
                  <a:pt x="21295" y="2791"/>
                </a:lnTo>
                <a:lnTo>
                  <a:pt x="21341" y="4186"/>
                </a:lnTo>
                <a:lnTo>
                  <a:pt x="21380" y="5579"/>
                </a:lnTo>
                <a:lnTo>
                  <a:pt x="21418" y="6975"/>
                </a:lnTo>
                <a:lnTo>
                  <a:pt x="21452" y="8370"/>
                </a:lnTo>
                <a:lnTo>
                  <a:pt x="21507" y="9556"/>
                </a:lnTo>
                <a:lnTo>
                  <a:pt x="21562" y="10757"/>
                </a:lnTo>
                <a:lnTo>
                  <a:pt x="21600" y="13422"/>
                </a:lnTo>
                <a:lnTo>
                  <a:pt x="21570" y="15459"/>
                </a:lnTo>
                <a:lnTo>
                  <a:pt x="21422" y="16993"/>
                </a:lnTo>
                <a:lnTo>
                  <a:pt x="21096" y="18155"/>
                </a:lnTo>
                <a:lnTo>
                  <a:pt x="20536" y="19068"/>
                </a:lnTo>
                <a:lnTo>
                  <a:pt x="19697" y="19863"/>
                </a:lnTo>
                <a:lnTo>
                  <a:pt x="18519" y="20665"/>
                </a:lnTo>
                <a:lnTo>
                  <a:pt x="16951" y="21600"/>
                </a:lnTo>
                <a:lnTo>
                  <a:pt x="13879" y="21537"/>
                </a:lnTo>
                <a:lnTo>
                  <a:pt x="11612" y="21328"/>
                </a:lnTo>
                <a:lnTo>
                  <a:pt x="8213" y="20790"/>
                </a:lnTo>
                <a:lnTo>
                  <a:pt x="7052" y="20611"/>
                </a:lnTo>
                <a:lnTo>
                  <a:pt x="3560" y="20064"/>
                </a:lnTo>
                <a:lnTo>
                  <a:pt x="2674" y="19909"/>
                </a:lnTo>
                <a:lnTo>
                  <a:pt x="0" y="19440"/>
                </a:lnTo>
                <a:lnTo>
                  <a:pt x="1305" y="18690"/>
                </a:lnTo>
                <a:lnTo>
                  <a:pt x="2632" y="17930"/>
                </a:lnTo>
                <a:lnTo>
                  <a:pt x="4623" y="16660"/>
                </a:lnTo>
                <a:lnTo>
                  <a:pt x="6416" y="15425"/>
                </a:lnTo>
                <a:lnTo>
                  <a:pt x="8026" y="14208"/>
                </a:lnTo>
                <a:lnTo>
                  <a:pt x="9463" y="12999"/>
                </a:lnTo>
                <a:lnTo>
                  <a:pt x="10739" y="11783"/>
                </a:lnTo>
                <a:lnTo>
                  <a:pt x="11862" y="10552"/>
                </a:lnTo>
                <a:lnTo>
                  <a:pt x="12849" y="9288"/>
                </a:lnTo>
                <a:lnTo>
                  <a:pt x="13701" y="7979"/>
                </a:lnTo>
                <a:lnTo>
                  <a:pt x="14438" y="6616"/>
                </a:lnTo>
                <a:lnTo>
                  <a:pt x="15070" y="5182"/>
                </a:lnTo>
                <a:lnTo>
                  <a:pt x="15608" y="3668"/>
                </a:lnTo>
                <a:lnTo>
                  <a:pt x="16057" y="2058"/>
                </a:lnTo>
                <a:lnTo>
                  <a:pt x="16502" y="1037"/>
                </a:lnTo>
                <a:lnTo>
                  <a:pt x="16951" y="0"/>
                </a:lnTo>
                <a:close/>
              </a:path>
            </a:pathLst>
          </a:custGeom>
          <a:solidFill>
            <a:srgbClr val="9770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2" name="contour_12680"/>
          <p:cNvSpPr/>
          <p:nvPr/>
        </p:nvSpPr>
        <p:spPr>
          <a:xfrm>
            <a:off x="9601765" y="3272308"/>
            <a:ext cx="3047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86" y="0"/>
                </a:moveTo>
                <a:lnTo>
                  <a:pt x="8698" y="302"/>
                </a:lnTo>
                <a:lnTo>
                  <a:pt x="11409" y="578"/>
                </a:lnTo>
                <a:lnTo>
                  <a:pt x="13765" y="943"/>
                </a:lnTo>
                <a:lnTo>
                  <a:pt x="16507" y="1512"/>
                </a:lnTo>
                <a:lnTo>
                  <a:pt x="20381" y="2400"/>
                </a:lnTo>
                <a:lnTo>
                  <a:pt x="20913" y="4123"/>
                </a:lnTo>
                <a:lnTo>
                  <a:pt x="21290" y="5734"/>
                </a:lnTo>
                <a:lnTo>
                  <a:pt x="21517" y="7289"/>
                </a:lnTo>
                <a:lnTo>
                  <a:pt x="21600" y="8842"/>
                </a:lnTo>
                <a:lnTo>
                  <a:pt x="21543" y="10442"/>
                </a:lnTo>
                <a:lnTo>
                  <a:pt x="21352" y="12149"/>
                </a:lnTo>
                <a:lnTo>
                  <a:pt x="21244" y="13512"/>
                </a:lnTo>
                <a:lnTo>
                  <a:pt x="21135" y="14892"/>
                </a:lnTo>
                <a:lnTo>
                  <a:pt x="20980" y="16570"/>
                </a:lnTo>
                <a:lnTo>
                  <a:pt x="20799" y="18247"/>
                </a:lnTo>
                <a:lnTo>
                  <a:pt x="20598" y="19925"/>
                </a:lnTo>
                <a:lnTo>
                  <a:pt x="20381" y="21600"/>
                </a:lnTo>
                <a:lnTo>
                  <a:pt x="18801" y="20458"/>
                </a:lnTo>
                <a:lnTo>
                  <a:pt x="17210" y="19308"/>
                </a:lnTo>
                <a:lnTo>
                  <a:pt x="15598" y="18142"/>
                </a:lnTo>
                <a:lnTo>
                  <a:pt x="12840" y="16298"/>
                </a:lnTo>
                <a:lnTo>
                  <a:pt x="10857" y="15065"/>
                </a:lnTo>
                <a:lnTo>
                  <a:pt x="9080" y="14153"/>
                </a:lnTo>
                <a:lnTo>
                  <a:pt x="6952" y="13277"/>
                </a:lnTo>
                <a:lnTo>
                  <a:pt x="3915" y="12149"/>
                </a:lnTo>
                <a:lnTo>
                  <a:pt x="1498" y="10637"/>
                </a:lnTo>
                <a:lnTo>
                  <a:pt x="310" y="9614"/>
                </a:lnTo>
                <a:lnTo>
                  <a:pt x="0" y="8616"/>
                </a:lnTo>
                <a:lnTo>
                  <a:pt x="227" y="7171"/>
                </a:lnTo>
                <a:lnTo>
                  <a:pt x="1048" y="5724"/>
                </a:lnTo>
                <a:lnTo>
                  <a:pt x="1937" y="4284"/>
                </a:lnTo>
                <a:lnTo>
                  <a:pt x="2887" y="2851"/>
                </a:lnTo>
                <a:lnTo>
                  <a:pt x="3874" y="1423"/>
                </a:lnTo>
                <a:lnTo>
                  <a:pt x="4886" y="0"/>
                </a:lnTo>
                <a:close/>
              </a:path>
            </a:pathLst>
          </a:custGeom>
          <a:solidFill>
            <a:srgbClr val="F8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3" name="contour_12681"/>
          <p:cNvSpPr/>
          <p:nvPr/>
        </p:nvSpPr>
        <p:spPr>
          <a:xfrm>
            <a:off x="4303002" y="3243156"/>
            <a:ext cx="45135" cy="366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2" y="0"/>
                </a:lnTo>
                <a:lnTo>
                  <a:pt x="4607" y="0"/>
                </a:lnTo>
                <a:lnTo>
                  <a:pt x="6913" y="0"/>
                </a:lnTo>
                <a:lnTo>
                  <a:pt x="9225" y="0"/>
                </a:lnTo>
                <a:lnTo>
                  <a:pt x="11545" y="0"/>
                </a:lnTo>
                <a:lnTo>
                  <a:pt x="13875" y="0"/>
                </a:lnTo>
                <a:lnTo>
                  <a:pt x="16211" y="0"/>
                </a:lnTo>
                <a:lnTo>
                  <a:pt x="18562" y="0"/>
                </a:lnTo>
                <a:lnTo>
                  <a:pt x="20927" y="0"/>
                </a:lnTo>
                <a:lnTo>
                  <a:pt x="21300" y="4847"/>
                </a:lnTo>
                <a:lnTo>
                  <a:pt x="21523" y="8262"/>
                </a:lnTo>
                <a:lnTo>
                  <a:pt x="21600" y="10731"/>
                </a:lnTo>
                <a:lnTo>
                  <a:pt x="21523" y="12727"/>
                </a:lnTo>
                <a:lnTo>
                  <a:pt x="21300" y="14723"/>
                </a:lnTo>
                <a:lnTo>
                  <a:pt x="20927" y="17204"/>
                </a:lnTo>
                <a:lnTo>
                  <a:pt x="18646" y="19432"/>
                </a:lnTo>
                <a:lnTo>
                  <a:pt x="16961" y="20770"/>
                </a:lnTo>
                <a:lnTo>
                  <a:pt x="15371" y="21424"/>
                </a:lnTo>
                <a:lnTo>
                  <a:pt x="13372" y="21600"/>
                </a:lnTo>
                <a:lnTo>
                  <a:pt x="10463" y="21505"/>
                </a:lnTo>
                <a:lnTo>
                  <a:pt x="9033" y="19247"/>
                </a:lnTo>
                <a:lnTo>
                  <a:pt x="7715" y="16972"/>
                </a:lnTo>
                <a:lnTo>
                  <a:pt x="6487" y="14671"/>
                </a:lnTo>
                <a:lnTo>
                  <a:pt x="5329" y="12340"/>
                </a:lnTo>
                <a:lnTo>
                  <a:pt x="4231" y="9970"/>
                </a:lnTo>
                <a:lnTo>
                  <a:pt x="3167" y="7561"/>
                </a:lnTo>
                <a:lnTo>
                  <a:pt x="2117" y="5101"/>
                </a:lnTo>
                <a:lnTo>
                  <a:pt x="1071" y="2581"/>
                </a:lnTo>
                <a:lnTo>
                  <a:pt x="0" y="0"/>
                </a:lnTo>
                <a:close/>
              </a:path>
            </a:pathLst>
          </a:custGeom>
          <a:solidFill>
            <a:srgbClr val="4F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4" name="contour_12682"/>
          <p:cNvSpPr/>
          <p:nvPr/>
        </p:nvSpPr>
        <p:spPr>
          <a:xfrm>
            <a:off x="7874110" y="3233223"/>
            <a:ext cx="72880" cy="252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28" y="0"/>
                </a:moveTo>
                <a:lnTo>
                  <a:pt x="7923" y="44"/>
                </a:lnTo>
                <a:lnTo>
                  <a:pt x="8798" y="125"/>
                </a:lnTo>
                <a:lnTo>
                  <a:pt x="10800" y="318"/>
                </a:lnTo>
                <a:lnTo>
                  <a:pt x="11297" y="325"/>
                </a:lnTo>
                <a:lnTo>
                  <a:pt x="12174" y="343"/>
                </a:lnTo>
                <a:lnTo>
                  <a:pt x="14176" y="387"/>
                </a:lnTo>
                <a:lnTo>
                  <a:pt x="15852" y="1654"/>
                </a:lnTo>
                <a:lnTo>
                  <a:pt x="17224" y="3259"/>
                </a:lnTo>
                <a:lnTo>
                  <a:pt x="18388" y="5294"/>
                </a:lnTo>
                <a:lnTo>
                  <a:pt x="19442" y="7828"/>
                </a:lnTo>
                <a:lnTo>
                  <a:pt x="20481" y="10956"/>
                </a:lnTo>
                <a:lnTo>
                  <a:pt x="21600" y="14752"/>
                </a:lnTo>
                <a:lnTo>
                  <a:pt x="20213" y="17099"/>
                </a:lnTo>
                <a:lnTo>
                  <a:pt x="18811" y="18859"/>
                </a:lnTo>
                <a:lnTo>
                  <a:pt x="17392" y="20102"/>
                </a:lnTo>
                <a:lnTo>
                  <a:pt x="15956" y="20920"/>
                </a:lnTo>
                <a:lnTo>
                  <a:pt x="14496" y="21388"/>
                </a:lnTo>
                <a:lnTo>
                  <a:pt x="13010" y="21588"/>
                </a:lnTo>
                <a:lnTo>
                  <a:pt x="11498" y="21600"/>
                </a:lnTo>
                <a:lnTo>
                  <a:pt x="9951" y="21506"/>
                </a:lnTo>
                <a:lnTo>
                  <a:pt x="8374" y="21388"/>
                </a:lnTo>
                <a:lnTo>
                  <a:pt x="7163" y="21344"/>
                </a:lnTo>
                <a:lnTo>
                  <a:pt x="5934" y="21300"/>
                </a:lnTo>
                <a:lnTo>
                  <a:pt x="4452" y="21238"/>
                </a:lnTo>
                <a:lnTo>
                  <a:pt x="2968" y="21163"/>
                </a:lnTo>
                <a:lnTo>
                  <a:pt x="1484" y="21082"/>
                </a:lnTo>
                <a:lnTo>
                  <a:pt x="0" y="20994"/>
                </a:lnTo>
                <a:lnTo>
                  <a:pt x="1285" y="14290"/>
                </a:lnTo>
                <a:lnTo>
                  <a:pt x="2277" y="9433"/>
                </a:lnTo>
                <a:lnTo>
                  <a:pt x="3108" y="6055"/>
                </a:lnTo>
                <a:lnTo>
                  <a:pt x="3910" y="3796"/>
                </a:lnTo>
                <a:lnTo>
                  <a:pt x="4810" y="2272"/>
                </a:lnTo>
                <a:lnTo>
                  <a:pt x="5940" y="1130"/>
                </a:lnTo>
                <a:lnTo>
                  <a:pt x="7428" y="0"/>
                </a:lnTo>
                <a:close/>
              </a:path>
            </a:pathLst>
          </a:custGeom>
          <a:solidFill>
            <a:srgbClr val="D8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5" name="contour_12683"/>
          <p:cNvSpPr/>
          <p:nvPr/>
        </p:nvSpPr>
        <p:spPr>
          <a:xfrm>
            <a:off x="7196356" y="3220396"/>
            <a:ext cx="50994" cy="51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3"/>
                </a:moveTo>
                <a:lnTo>
                  <a:pt x="21600" y="2377"/>
                </a:lnTo>
                <a:lnTo>
                  <a:pt x="21600" y="4394"/>
                </a:lnTo>
                <a:lnTo>
                  <a:pt x="21600" y="6438"/>
                </a:lnTo>
                <a:lnTo>
                  <a:pt x="19763" y="6799"/>
                </a:lnTo>
                <a:lnTo>
                  <a:pt x="17926" y="7157"/>
                </a:lnTo>
                <a:lnTo>
                  <a:pt x="16090" y="7508"/>
                </a:lnTo>
                <a:lnTo>
                  <a:pt x="14250" y="7860"/>
                </a:lnTo>
                <a:lnTo>
                  <a:pt x="12410" y="8203"/>
                </a:lnTo>
                <a:lnTo>
                  <a:pt x="10258" y="9252"/>
                </a:lnTo>
                <a:lnTo>
                  <a:pt x="8690" y="10438"/>
                </a:lnTo>
                <a:lnTo>
                  <a:pt x="7498" y="11854"/>
                </a:lnTo>
                <a:lnTo>
                  <a:pt x="6467" y="13585"/>
                </a:lnTo>
                <a:lnTo>
                  <a:pt x="5393" y="15723"/>
                </a:lnTo>
                <a:lnTo>
                  <a:pt x="4590" y="17670"/>
                </a:lnTo>
                <a:lnTo>
                  <a:pt x="3812" y="19629"/>
                </a:lnTo>
                <a:lnTo>
                  <a:pt x="3078" y="21600"/>
                </a:lnTo>
                <a:lnTo>
                  <a:pt x="1923" y="17570"/>
                </a:lnTo>
                <a:lnTo>
                  <a:pt x="1050" y="14383"/>
                </a:lnTo>
                <a:lnTo>
                  <a:pt x="445" y="11881"/>
                </a:lnTo>
                <a:lnTo>
                  <a:pt x="96" y="9907"/>
                </a:lnTo>
                <a:lnTo>
                  <a:pt x="0" y="8306"/>
                </a:lnTo>
                <a:lnTo>
                  <a:pt x="145" y="6917"/>
                </a:lnTo>
                <a:lnTo>
                  <a:pt x="519" y="5586"/>
                </a:lnTo>
                <a:lnTo>
                  <a:pt x="1114" y="4151"/>
                </a:lnTo>
                <a:lnTo>
                  <a:pt x="1920" y="2459"/>
                </a:lnTo>
                <a:lnTo>
                  <a:pt x="4056" y="1540"/>
                </a:lnTo>
                <a:lnTo>
                  <a:pt x="6186" y="864"/>
                </a:lnTo>
                <a:lnTo>
                  <a:pt x="8313" y="406"/>
                </a:lnTo>
                <a:lnTo>
                  <a:pt x="10450" y="130"/>
                </a:lnTo>
                <a:lnTo>
                  <a:pt x="12604" y="6"/>
                </a:lnTo>
                <a:lnTo>
                  <a:pt x="14790" y="0"/>
                </a:lnTo>
                <a:lnTo>
                  <a:pt x="17010" y="79"/>
                </a:lnTo>
                <a:lnTo>
                  <a:pt x="19275" y="215"/>
                </a:lnTo>
                <a:lnTo>
                  <a:pt x="21600" y="373"/>
                </a:lnTo>
                <a:close/>
              </a:path>
            </a:pathLst>
          </a:custGeom>
          <a:solidFill>
            <a:srgbClr val="4E4E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6" name="contour_12684"/>
          <p:cNvSpPr/>
          <p:nvPr/>
        </p:nvSpPr>
        <p:spPr>
          <a:xfrm>
            <a:off x="10832714" y="3191426"/>
            <a:ext cx="44056" cy="315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90" y="0"/>
                </a:moveTo>
                <a:lnTo>
                  <a:pt x="10423" y="90"/>
                </a:lnTo>
                <a:lnTo>
                  <a:pt x="12889" y="175"/>
                </a:lnTo>
                <a:lnTo>
                  <a:pt x="14118" y="209"/>
                </a:lnTo>
                <a:lnTo>
                  <a:pt x="17816" y="309"/>
                </a:lnTo>
                <a:lnTo>
                  <a:pt x="19695" y="399"/>
                </a:lnTo>
                <a:lnTo>
                  <a:pt x="21600" y="489"/>
                </a:lnTo>
                <a:lnTo>
                  <a:pt x="21443" y="4095"/>
                </a:lnTo>
                <a:lnTo>
                  <a:pt x="21189" y="7536"/>
                </a:lnTo>
                <a:lnTo>
                  <a:pt x="20778" y="10852"/>
                </a:lnTo>
                <a:lnTo>
                  <a:pt x="20156" y="14084"/>
                </a:lnTo>
                <a:lnTo>
                  <a:pt x="19260" y="17266"/>
                </a:lnTo>
                <a:lnTo>
                  <a:pt x="18027" y="20438"/>
                </a:lnTo>
                <a:lnTo>
                  <a:pt x="15447" y="21101"/>
                </a:lnTo>
                <a:lnTo>
                  <a:pt x="12903" y="21470"/>
                </a:lnTo>
                <a:lnTo>
                  <a:pt x="10377" y="21600"/>
                </a:lnTo>
                <a:lnTo>
                  <a:pt x="7857" y="21515"/>
                </a:lnTo>
                <a:lnTo>
                  <a:pt x="5324" y="21271"/>
                </a:lnTo>
                <a:lnTo>
                  <a:pt x="2766" y="20897"/>
                </a:lnTo>
                <a:lnTo>
                  <a:pt x="161" y="20438"/>
                </a:lnTo>
                <a:lnTo>
                  <a:pt x="54" y="16877"/>
                </a:lnTo>
                <a:lnTo>
                  <a:pt x="0" y="14319"/>
                </a:lnTo>
                <a:lnTo>
                  <a:pt x="0" y="12044"/>
                </a:lnTo>
                <a:lnTo>
                  <a:pt x="54" y="9336"/>
                </a:lnTo>
                <a:lnTo>
                  <a:pt x="161" y="5476"/>
                </a:lnTo>
                <a:lnTo>
                  <a:pt x="2294" y="2588"/>
                </a:lnTo>
                <a:lnTo>
                  <a:pt x="3820" y="1052"/>
                </a:lnTo>
                <a:lnTo>
                  <a:pt x="5474" y="364"/>
                </a:lnTo>
                <a:lnTo>
                  <a:pt x="7990" y="0"/>
                </a:lnTo>
                <a:close/>
              </a:path>
            </a:pathLst>
          </a:custGeom>
          <a:solidFill>
            <a:srgbClr val="CAE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7" name="contour_12685"/>
          <p:cNvSpPr/>
          <p:nvPr/>
        </p:nvSpPr>
        <p:spPr>
          <a:xfrm>
            <a:off x="7662766" y="318485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0"/>
                </a:lnTo>
                <a:lnTo>
                  <a:pt x="8694" y="0"/>
                </a:lnTo>
                <a:lnTo>
                  <a:pt x="11250" y="0"/>
                </a:lnTo>
                <a:lnTo>
                  <a:pt x="13817" y="0"/>
                </a:lnTo>
                <a:lnTo>
                  <a:pt x="16394" y="0"/>
                </a:lnTo>
                <a:lnTo>
                  <a:pt x="18986" y="0"/>
                </a:lnTo>
                <a:lnTo>
                  <a:pt x="21600" y="0"/>
                </a:lnTo>
                <a:lnTo>
                  <a:pt x="20819" y="389"/>
                </a:lnTo>
                <a:lnTo>
                  <a:pt x="19811" y="896"/>
                </a:lnTo>
                <a:lnTo>
                  <a:pt x="17896" y="1854"/>
                </a:lnTo>
                <a:lnTo>
                  <a:pt x="14400" y="3600"/>
                </a:lnTo>
                <a:lnTo>
                  <a:pt x="14285" y="6116"/>
                </a:lnTo>
                <a:lnTo>
                  <a:pt x="14400" y="7985"/>
                </a:lnTo>
                <a:lnTo>
                  <a:pt x="14850" y="10800"/>
                </a:lnTo>
                <a:lnTo>
                  <a:pt x="15001" y="13655"/>
                </a:lnTo>
                <a:lnTo>
                  <a:pt x="14886" y="15520"/>
                </a:lnTo>
                <a:lnTo>
                  <a:pt x="14400" y="18000"/>
                </a:lnTo>
                <a:lnTo>
                  <a:pt x="12042" y="19141"/>
                </a:lnTo>
                <a:lnTo>
                  <a:pt x="9760" y="19958"/>
                </a:lnTo>
                <a:lnTo>
                  <a:pt x="7481" y="20534"/>
                </a:lnTo>
                <a:lnTo>
                  <a:pt x="5137" y="20945"/>
                </a:lnTo>
                <a:lnTo>
                  <a:pt x="2668" y="21276"/>
                </a:lnTo>
                <a:lnTo>
                  <a:pt x="0" y="21600"/>
                </a:lnTo>
                <a:lnTo>
                  <a:pt x="396" y="19224"/>
                </a:lnTo>
                <a:lnTo>
                  <a:pt x="792" y="16844"/>
                </a:lnTo>
                <a:lnTo>
                  <a:pt x="1188" y="14465"/>
                </a:lnTo>
                <a:lnTo>
                  <a:pt x="1588" y="12078"/>
                </a:lnTo>
                <a:lnTo>
                  <a:pt x="1987" y="9684"/>
                </a:lnTo>
                <a:lnTo>
                  <a:pt x="2387" y="7279"/>
                </a:lnTo>
                <a:lnTo>
                  <a:pt x="2790" y="4867"/>
                </a:lnTo>
                <a:lnTo>
                  <a:pt x="3193" y="2441"/>
                </a:lnTo>
                <a:lnTo>
                  <a:pt x="3600" y="0"/>
                </a:lnTo>
                <a:close/>
              </a:path>
            </a:pathLst>
          </a:custGeom>
          <a:solidFill>
            <a:srgbClr val="DC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8" name="contour_12686"/>
          <p:cNvSpPr/>
          <p:nvPr/>
        </p:nvSpPr>
        <p:spPr>
          <a:xfrm>
            <a:off x="8550713" y="3162988"/>
            <a:ext cx="303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23" y="0"/>
                </a:moveTo>
                <a:lnTo>
                  <a:pt x="14486" y="1290"/>
                </a:lnTo>
                <a:lnTo>
                  <a:pt x="16650" y="2364"/>
                </a:lnTo>
                <a:lnTo>
                  <a:pt x="18700" y="3799"/>
                </a:lnTo>
                <a:lnTo>
                  <a:pt x="21600" y="6171"/>
                </a:lnTo>
                <a:lnTo>
                  <a:pt x="21294" y="8152"/>
                </a:lnTo>
                <a:lnTo>
                  <a:pt x="20858" y="10106"/>
                </a:lnTo>
                <a:lnTo>
                  <a:pt x="20318" y="12040"/>
                </a:lnTo>
                <a:lnTo>
                  <a:pt x="19675" y="13960"/>
                </a:lnTo>
                <a:lnTo>
                  <a:pt x="18954" y="15870"/>
                </a:lnTo>
                <a:lnTo>
                  <a:pt x="18160" y="17777"/>
                </a:lnTo>
                <a:lnTo>
                  <a:pt x="17309" y="19684"/>
                </a:lnTo>
                <a:lnTo>
                  <a:pt x="16411" y="21600"/>
                </a:lnTo>
                <a:lnTo>
                  <a:pt x="12551" y="21205"/>
                </a:lnTo>
                <a:lnTo>
                  <a:pt x="9812" y="20847"/>
                </a:lnTo>
                <a:lnTo>
                  <a:pt x="7446" y="20378"/>
                </a:lnTo>
                <a:lnTo>
                  <a:pt x="4706" y="19650"/>
                </a:lnTo>
                <a:lnTo>
                  <a:pt x="846" y="18514"/>
                </a:lnTo>
                <a:lnTo>
                  <a:pt x="265" y="16401"/>
                </a:lnTo>
                <a:lnTo>
                  <a:pt x="5" y="14376"/>
                </a:lnTo>
                <a:lnTo>
                  <a:pt x="0" y="12395"/>
                </a:lnTo>
                <a:lnTo>
                  <a:pt x="182" y="10402"/>
                </a:lnTo>
                <a:lnTo>
                  <a:pt x="488" y="8344"/>
                </a:lnTo>
                <a:lnTo>
                  <a:pt x="846" y="6171"/>
                </a:lnTo>
                <a:lnTo>
                  <a:pt x="4275" y="6171"/>
                </a:lnTo>
                <a:lnTo>
                  <a:pt x="7726" y="6171"/>
                </a:lnTo>
                <a:lnTo>
                  <a:pt x="11223" y="6171"/>
                </a:lnTo>
                <a:lnTo>
                  <a:pt x="11223" y="4132"/>
                </a:lnTo>
                <a:lnTo>
                  <a:pt x="11223" y="2080"/>
                </a:lnTo>
                <a:lnTo>
                  <a:pt x="11223" y="0"/>
                </a:lnTo>
                <a:close/>
              </a:path>
            </a:pathLst>
          </a:custGeom>
          <a:solidFill>
            <a:srgbClr val="B8B1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89" name="contour_12687"/>
          <p:cNvSpPr/>
          <p:nvPr/>
        </p:nvSpPr>
        <p:spPr>
          <a:xfrm>
            <a:off x="5469080" y="3177710"/>
            <a:ext cx="116608" cy="227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700"/>
                </a:moveTo>
                <a:lnTo>
                  <a:pt x="7943" y="1033"/>
                </a:lnTo>
                <a:lnTo>
                  <a:pt x="8794" y="1373"/>
                </a:lnTo>
                <a:lnTo>
                  <a:pt x="9657" y="1713"/>
                </a:lnTo>
                <a:lnTo>
                  <a:pt x="10535" y="2108"/>
                </a:lnTo>
                <a:lnTo>
                  <a:pt x="11421" y="2496"/>
                </a:lnTo>
                <a:lnTo>
                  <a:pt x="12319" y="2892"/>
                </a:lnTo>
                <a:lnTo>
                  <a:pt x="13218" y="3266"/>
                </a:lnTo>
                <a:lnTo>
                  <a:pt x="14116" y="3627"/>
                </a:lnTo>
                <a:lnTo>
                  <a:pt x="15013" y="3994"/>
                </a:lnTo>
                <a:lnTo>
                  <a:pt x="15954" y="4382"/>
                </a:lnTo>
                <a:lnTo>
                  <a:pt x="16895" y="4771"/>
                </a:lnTo>
                <a:lnTo>
                  <a:pt x="17836" y="5166"/>
                </a:lnTo>
                <a:lnTo>
                  <a:pt x="18777" y="5568"/>
                </a:lnTo>
                <a:lnTo>
                  <a:pt x="19718" y="5970"/>
                </a:lnTo>
                <a:lnTo>
                  <a:pt x="20659" y="6379"/>
                </a:lnTo>
                <a:lnTo>
                  <a:pt x="21600" y="6796"/>
                </a:lnTo>
                <a:lnTo>
                  <a:pt x="21600" y="10235"/>
                </a:lnTo>
                <a:lnTo>
                  <a:pt x="21600" y="13730"/>
                </a:lnTo>
                <a:lnTo>
                  <a:pt x="20720" y="14173"/>
                </a:lnTo>
                <a:lnTo>
                  <a:pt x="19840" y="14610"/>
                </a:lnTo>
                <a:lnTo>
                  <a:pt x="18958" y="15033"/>
                </a:lnTo>
                <a:lnTo>
                  <a:pt x="18078" y="15456"/>
                </a:lnTo>
                <a:lnTo>
                  <a:pt x="17198" y="15865"/>
                </a:lnTo>
                <a:lnTo>
                  <a:pt x="16316" y="16275"/>
                </a:lnTo>
                <a:lnTo>
                  <a:pt x="15436" y="16677"/>
                </a:lnTo>
                <a:lnTo>
                  <a:pt x="14554" y="17065"/>
                </a:lnTo>
                <a:lnTo>
                  <a:pt x="13674" y="17453"/>
                </a:lnTo>
                <a:lnTo>
                  <a:pt x="12870" y="17828"/>
                </a:lnTo>
                <a:lnTo>
                  <a:pt x="12066" y="18209"/>
                </a:lnTo>
                <a:lnTo>
                  <a:pt x="11262" y="18604"/>
                </a:lnTo>
                <a:lnTo>
                  <a:pt x="10460" y="19007"/>
                </a:lnTo>
                <a:lnTo>
                  <a:pt x="9657" y="19416"/>
                </a:lnTo>
                <a:lnTo>
                  <a:pt x="9280" y="19575"/>
                </a:lnTo>
                <a:lnTo>
                  <a:pt x="8617" y="19860"/>
                </a:lnTo>
                <a:lnTo>
                  <a:pt x="7098" y="20497"/>
                </a:lnTo>
                <a:lnTo>
                  <a:pt x="6319" y="20865"/>
                </a:lnTo>
                <a:lnTo>
                  <a:pt x="5535" y="21232"/>
                </a:lnTo>
                <a:lnTo>
                  <a:pt x="4741" y="21600"/>
                </a:lnTo>
                <a:lnTo>
                  <a:pt x="3731" y="21087"/>
                </a:lnTo>
                <a:lnTo>
                  <a:pt x="3036" y="20421"/>
                </a:lnTo>
                <a:lnTo>
                  <a:pt x="2480" y="19229"/>
                </a:lnTo>
                <a:lnTo>
                  <a:pt x="1885" y="17127"/>
                </a:lnTo>
                <a:lnTo>
                  <a:pt x="1076" y="13737"/>
                </a:lnTo>
                <a:lnTo>
                  <a:pt x="541" y="10290"/>
                </a:lnTo>
                <a:lnTo>
                  <a:pt x="0" y="6796"/>
                </a:lnTo>
                <a:lnTo>
                  <a:pt x="888" y="4195"/>
                </a:lnTo>
                <a:lnTo>
                  <a:pt x="1737" y="2309"/>
                </a:lnTo>
                <a:lnTo>
                  <a:pt x="2569" y="1047"/>
                </a:lnTo>
                <a:lnTo>
                  <a:pt x="3401" y="312"/>
                </a:lnTo>
                <a:lnTo>
                  <a:pt x="4250" y="0"/>
                </a:lnTo>
                <a:lnTo>
                  <a:pt x="5137" y="28"/>
                </a:lnTo>
                <a:lnTo>
                  <a:pt x="6080" y="291"/>
                </a:lnTo>
                <a:lnTo>
                  <a:pt x="7098" y="700"/>
                </a:lnTo>
                <a:close/>
              </a:path>
            </a:pathLst>
          </a:custGeom>
          <a:solidFill>
            <a:srgbClr val="ACC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0" name="contour_12688"/>
          <p:cNvSpPr/>
          <p:nvPr/>
        </p:nvSpPr>
        <p:spPr>
          <a:xfrm>
            <a:off x="5199425" y="3162988"/>
            <a:ext cx="377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8536" y="1840"/>
                </a:lnTo>
                <a:lnTo>
                  <a:pt x="11755" y="3231"/>
                </a:lnTo>
                <a:lnTo>
                  <a:pt x="14119" y="4316"/>
                </a:lnTo>
                <a:lnTo>
                  <a:pt x="15916" y="5244"/>
                </a:lnTo>
                <a:lnTo>
                  <a:pt x="17447" y="6178"/>
                </a:lnTo>
                <a:lnTo>
                  <a:pt x="18994" y="7258"/>
                </a:lnTo>
                <a:lnTo>
                  <a:pt x="20849" y="8640"/>
                </a:lnTo>
                <a:lnTo>
                  <a:pt x="2135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50" y="18645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517" y="18926"/>
                </a:lnTo>
                <a:lnTo>
                  <a:pt x="1034" y="16252"/>
                </a:lnTo>
                <a:lnTo>
                  <a:pt x="1551" y="13569"/>
                </a:lnTo>
                <a:lnTo>
                  <a:pt x="2068" y="10882"/>
                </a:lnTo>
                <a:lnTo>
                  <a:pt x="2589" y="8182"/>
                </a:lnTo>
                <a:lnTo>
                  <a:pt x="3115" y="5469"/>
                </a:lnTo>
                <a:lnTo>
                  <a:pt x="3640" y="2743"/>
                </a:lnTo>
                <a:lnTo>
                  <a:pt x="4170" y="0"/>
                </a:lnTo>
                <a:close/>
              </a:path>
            </a:pathLst>
          </a:custGeom>
          <a:solidFill>
            <a:srgbClr val="AD7B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1" name="contour_12689"/>
          <p:cNvSpPr/>
          <p:nvPr/>
        </p:nvSpPr>
        <p:spPr>
          <a:xfrm>
            <a:off x="10257291" y="3148412"/>
            <a:ext cx="3665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37" y="0"/>
                </a:lnTo>
                <a:lnTo>
                  <a:pt x="6078" y="0"/>
                </a:lnTo>
                <a:lnTo>
                  <a:pt x="9127" y="0"/>
                </a:lnTo>
                <a:lnTo>
                  <a:pt x="12189" y="0"/>
                </a:lnTo>
                <a:lnTo>
                  <a:pt x="15265" y="0"/>
                </a:lnTo>
                <a:lnTo>
                  <a:pt x="18357" y="0"/>
                </a:lnTo>
                <a:lnTo>
                  <a:pt x="21475" y="0"/>
                </a:lnTo>
                <a:lnTo>
                  <a:pt x="21587" y="3076"/>
                </a:lnTo>
                <a:lnTo>
                  <a:pt x="21600" y="5940"/>
                </a:lnTo>
                <a:lnTo>
                  <a:pt x="21471" y="8644"/>
                </a:lnTo>
                <a:lnTo>
                  <a:pt x="21158" y="11241"/>
                </a:lnTo>
                <a:lnTo>
                  <a:pt x="20616" y="13785"/>
                </a:lnTo>
                <a:lnTo>
                  <a:pt x="19805" y="16325"/>
                </a:lnTo>
                <a:lnTo>
                  <a:pt x="18671" y="18913"/>
                </a:lnTo>
                <a:lnTo>
                  <a:pt x="17180" y="21600"/>
                </a:lnTo>
                <a:lnTo>
                  <a:pt x="14114" y="21047"/>
                </a:lnTo>
                <a:lnTo>
                  <a:pt x="11910" y="20546"/>
                </a:lnTo>
                <a:lnTo>
                  <a:pt x="9952" y="19889"/>
                </a:lnTo>
                <a:lnTo>
                  <a:pt x="7619" y="18870"/>
                </a:lnTo>
                <a:lnTo>
                  <a:pt x="4295" y="17280"/>
                </a:lnTo>
                <a:lnTo>
                  <a:pt x="3165" y="14429"/>
                </a:lnTo>
                <a:lnTo>
                  <a:pt x="2281" y="11629"/>
                </a:lnTo>
                <a:lnTo>
                  <a:pt x="1576" y="8839"/>
                </a:lnTo>
                <a:lnTo>
                  <a:pt x="1001" y="6005"/>
                </a:lnTo>
                <a:lnTo>
                  <a:pt x="494" y="3076"/>
                </a:lnTo>
                <a:lnTo>
                  <a:pt x="0" y="0"/>
                </a:lnTo>
                <a:close/>
              </a:path>
            </a:pathLst>
          </a:custGeom>
          <a:solidFill>
            <a:srgbClr val="D1D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2" name="contour_12690"/>
          <p:cNvSpPr/>
          <p:nvPr/>
        </p:nvSpPr>
        <p:spPr>
          <a:xfrm>
            <a:off x="7159894" y="3162988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002" y="2678"/>
                </a:lnTo>
                <a:lnTo>
                  <a:pt x="14512" y="5400"/>
                </a:lnTo>
                <a:lnTo>
                  <a:pt x="14931" y="6745"/>
                </a:lnTo>
                <a:lnTo>
                  <a:pt x="16200" y="10800"/>
                </a:lnTo>
                <a:lnTo>
                  <a:pt x="17985" y="10800"/>
                </a:lnTo>
                <a:lnTo>
                  <a:pt x="19780" y="1080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337" y="20261"/>
                </a:lnTo>
                <a:lnTo>
                  <a:pt x="2678" y="18922"/>
                </a:lnTo>
                <a:lnTo>
                  <a:pt x="4031" y="17566"/>
                </a:lnTo>
                <a:lnTo>
                  <a:pt x="5400" y="16200"/>
                </a:lnTo>
                <a:lnTo>
                  <a:pt x="5400" y="12631"/>
                </a:lnTo>
                <a:lnTo>
                  <a:pt x="5400" y="9040"/>
                </a:lnTo>
                <a:lnTo>
                  <a:pt x="5400" y="5400"/>
                </a:lnTo>
                <a:lnTo>
                  <a:pt x="7409" y="3737"/>
                </a:lnTo>
                <a:lnTo>
                  <a:pt x="8834" y="2624"/>
                </a:lnTo>
                <a:lnTo>
                  <a:pt x="10066" y="1804"/>
                </a:lnTo>
                <a:lnTo>
                  <a:pt x="11491" y="1015"/>
                </a:lnTo>
                <a:lnTo>
                  <a:pt x="13500" y="0"/>
                </a:lnTo>
                <a:close/>
              </a:path>
            </a:pathLst>
          </a:custGeom>
          <a:solidFill>
            <a:srgbClr val="B4CB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3" name="contour_12691"/>
          <p:cNvSpPr/>
          <p:nvPr/>
        </p:nvSpPr>
        <p:spPr>
          <a:xfrm>
            <a:off x="520002" y="3126548"/>
            <a:ext cx="44260" cy="37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16" y="0"/>
                </a:moveTo>
                <a:lnTo>
                  <a:pt x="4521" y="2480"/>
                </a:lnTo>
                <a:lnTo>
                  <a:pt x="5228" y="4969"/>
                </a:lnTo>
                <a:lnTo>
                  <a:pt x="5936" y="7466"/>
                </a:lnTo>
                <a:lnTo>
                  <a:pt x="6651" y="9984"/>
                </a:lnTo>
                <a:lnTo>
                  <a:pt x="7373" y="12527"/>
                </a:lnTo>
                <a:lnTo>
                  <a:pt x="9721" y="11838"/>
                </a:lnTo>
                <a:lnTo>
                  <a:pt x="12072" y="11149"/>
                </a:lnTo>
                <a:lnTo>
                  <a:pt x="14433" y="10456"/>
                </a:lnTo>
                <a:lnTo>
                  <a:pt x="16806" y="9758"/>
                </a:lnTo>
                <a:lnTo>
                  <a:pt x="19192" y="9057"/>
                </a:lnTo>
                <a:lnTo>
                  <a:pt x="21600" y="8351"/>
                </a:lnTo>
                <a:lnTo>
                  <a:pt x="21251" y="11458"/>
                </a:lnTo>
                <a:lnTo>
                  <a:pt x="20892" y="13662"/>
                </a:lnTo>
                <a:lnTo>
                  <a:pt x="20352" y="15566"/>
                </a:lnTo>
                <a:lnTo>
                  <a:pt x="19459" y="17771"/>
                </a:lnTo>
                <a:lnTo>
                  <a:pt x="18043" y="20878"/>
                </a:lnTo>
                <a:lnTo>
                  <a:pt x="15486" y="21291"/>
                </a:lnTo>
                <a:lnTo>
                  <a:pt x="12950" y="21521"/>
                </a:lnTo>
                <a:lnTo>
                  <a:pt x="10425" y="21600"/>
                </a:lnTo>
                <a:lnTo>
                  <a:pt x="7903" y="21550"/>
                </a:lnTo>
                <a:lnTo>
                  <a:pt x="5374" y="21395"/>
                </a:lnTo>
                <a:lnTo>
                  <a:pt x="2831" y="21162"/>
                </a:lnTo>
                <a:lnTo>
                  <a:pt x="260" y="20878"/>
                </a:lnTo>
                <a:lnTo>
                  <a:pt x="114" y="15533"/>
                </a:lnTo>
                <a:lnTo>
                  <a:pt x="28" y="11833"/>
                </a:lnTo>
                <a:lnTo>
                  <a:pt x="0" y="9311"/>
                </a:lnTo>
                <a:lnTo>
                  <a:pt x="28" y="7503"/>
                </a:lnTo>
                <a:lnTo>
                  <a:pt x="114" y="5946"/>
                </a:lnTo>
                <a:lnTo>
                  <a:pt x="260" y="4176"/>
                </a:lnTo>
                <a:lnTo>
                  <a:pt x="2024" y="2104"/>
                </a:lnTo>
                <a:lnTo>
                  <a:pt x="3816" y="0"/>
                </a:lnTo>
                <a:close/>
              </a:path>
            </a:pathLst>
          </a:custGeom>
          <a:solidFill>
            <a:srgbClr val="928D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4" name="contour_12692"/>
          <p:cNvSpPr/>
          <p:nvPr/>
        </p:nvSpPr>
        <p:spPr>
          <a:xfrm>
            <a:off x="8092757" y="314112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3" y="2138"/>
                </a:lnTo>
                <a:lnTo>
                  <a:pt x="1786" y="4290"/>
                </a:lnTo>
                <a:lnTo>
                  <a:pt x="2689" y="6450"/>
                </a:lnTo>
                <a:lnTo>
                  <a:pt x="3600" y="8640"/>
                </a:lnTo>
                <a:lnTo>
                  <a:pt x="5980" y="8640"/>
                </a:lnTo>
                <a:lnTo>
                  <a:pt x="8374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0794" y="2657"/>
                </a:lnTo>
                <a:lnTo>
                  <a:pt x="19944" y="5236"/>
                </a:lnTo>
                <a:lnTo>
                  <a:pt x="19037" y="7750"/>
                </a:lnTo>
                <a:lnTo>
                  <a:pt x="18047" y="10204"/>
                </a:lnTo>
                <a:lnTo>
                  <a:pt x="16960" y="12601"/>
                </a:lnTo>
                <a:lnTo>
                  <a:pt x="15750" y="14960"/>
                </a:lnTo>
                <a:lnTo>
                  <a:pt x="14400" y="17280"/>
                </a:lnTo>
                <a:lnTo>
                  <a:pt x="11999" y="18520"/>
                </a:lnTo>
                <a:lnTo>
                  <a:pt x="9695" y="19462"/>
                </a:lnTo>
                <a:lnTo>
                  <a:pt x="7416" y="20170"/>
                </a:lnTo>
                <a:lnTo>
                  <a:pt x="5087" y="20719"/>
                </a:lnTo>
                <a:lnTo>
                  <a:pt x="2639" y="21172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5F5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5" name="contour_12693"/>
          <p:cNvSpPr/>
          <p:nvPr/>
        </p:nvSpPr>
        <p:spPr>
          <a:xfrm>
            <a:off x="7378534" y="3134551"/>
            <a:ext cx="58304" cy="29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8" y="1804"/>
                </a:moveTo>
                <a:lnTo>
                  <a:pt x="16999" y="2615"/>
                </a:lnTo>
                <a:lnTo>
                  <a:pt x="18838" y="3443"/>
                </a:lnTo>
                <a:lnTo>
                  <a:pt x="20207" y="4106"/>
                </a:lnTo>
                <a:lnTo>
                  <a:pt x="21600" y="4785"/>
                </a:lnTo>
                <a:lnTo>
                  <a:pt x="20585" y="9527"/>
                </a:lnTo>
                <a:lnTo>
                  <a:pt x="19815" y="12848"/>
                </a:lnTo>
                <a:lnTo>
                  <a:pt x="19140" y="15182"/>
                </a:lnTo>
                <a:lnTo>
                  <a:pt x="18414" y="16974"/>
                </a:lnTo>
                <a:lnTo>
                  <a:pt x="17485" y="18661"/>
                </a:lnTo>
                <a:lnTo>
                  <a:pt x="16200" y="20698"/>
                </a:lnTo>
                <a:lnTo>
                  <a:pt x="14388" y="21112"/>
                </a:lnTo>
                <a:lnTo>
                  <a:pt x="12585" y="21388"/>
                </a:lnTo>
                <a:lnTo>
                  <a:pt x="10792" y="21547"/>
                </a:lnTo>
                <a:lnTo>
                  <a:pt x="9002" y="21600"/>
                </a:lnTo>
                <a:lnTo>
                  <a:pt x="7212" y="21552"/>
                </a:lnTo>
                <a:lnTo>
                  <a:pt x="5422" y="21425"/>
                </a:lnTo>
                <a:lnTo>
                  <a:pt x="3623" y="21234"/>
                </a:lnTo>
                <a:lnTo>
                  <a:pt x="1817" y="20985"/>
                </a:lnTo>
                <a:lnTo>
                  <a:pt x="0" y="20698"/>
                </a:lnTo>
                <a:lnTo>
                  <a:pt x="848" y="14396"/>
                </a:lnTo>
                <a:lnTo>
                  <a:pt x="1507" y="10052"/>
                </a:lnTo>
                <a:lnTo>
                  <a:pt x="2117" y="7119"/>
                </a:lnTo>
                <a:lnTo>
                  <a:pt x="2819" y="5066"/>
                </a:lnTo>
                <a:lnTo>
                  <a:pt x="3753" y="3363"/>
                </a:lnTo>
                <a:lnTo>
                  <a:pt x="5062" y="1469"/>
                </a:lnTo>
                <a:lnTo>
                  <a:pt x="6882" y="488"/>
                </a:lnTo>
                <a:lnTo>
                  <a:pt x="8529" y="21"/>
                </a:lnTo>
                <a:lnTo>
                  <a:pt x="10098" y="0"/>
                </a:lnTo>
                <a:lnTo>
                  <a:pt x="11669" y="334"/>
                </a:lnTo>
                <a:lnTo>
                  <a:pt x="13335" y="965"/>
                </a:lnTo>
                <a:lnTo>
                  <a:pt x="15188" y="1804"/>
                </a:lnTo>
                <a:close/>
              </a:path>
            </a:pathLst>
          </a:custGeom>
          <a:solidFill>
            <a:srgbClr val="5053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6" name="contour_12694"/>
          <p:cNvSpPr/>
          <p:nvPr/>
        </p:nvSpPr>
        <p:spPr>
          <a:xfrm>
            <a:off x="8581053" y="3119260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57" y="2354"/>
                </a:lnTo>
                <a:lnTo>
                  <a:pt x="20239" y="4093"/>
                </a:lnTo>
                <a:lnTo>
                  <a:pt x="20708" y="5735"/>
                </a:lnTo>
                <a:lnTo>
                  <a:pt x="21112" y="7798"/>
                </a:lnTo>
                <a:lnTo>
                  <a:pt x="21600" y="10800"/>
                </a:lnTo>
                <a:lnTo>
                  <a:pt x="20264" y="12877"/>
                </a:lnTo>
                <a:lnTo>
                  <a:pt x="18838" y="14796"/>
                </a:lnTo>
                <a:lnTo>
                  <a:pt x="17323" y="16596"/>
                </a:lnTo>
                <a:lnTo>
                  <a:pt x="15734" y="18310"/>
                </a:lnTo>
                <a:lnTo>
                  <a:pt x="14071" y="19966"/>
                </a:lnTo>
                <a:lnTo>
                  <a:pt x="12343" y="21600"/>
                </a:lnTo>
                <a:lnTo>
                  <a:pt x="12596" y="19890"/>
                </a:lnTo>
                <a:lnTo>
                  <a:pt x="12855" y="18169"/>
                </a:lnTo>
                <a:lnTo>
                  <a:pt x="13114" y="16423"/>
                </a:lnTo>
                <a:lnTo>
                  <a:pt x="12861" y="14566"/>
                </a:lnTo>
                <a:lnTo>
                  <a:pt x="12602" y="12697"/>
                </a:lnTo>
                <a:lnTo>
                  <a:pt x="12343" y="10800"/>
                </a:lnTo>
                <a:lnTo>
                  <a:pt x="10439" y="9936"/>
                </a:lnTo>
                <a:lnTo>
                  <a:pt x="8557" y="9266"/>
                </a:lnTo>
                <a:lnTo>
                  <a:pt x="6665" y="8744"/>
                </a:lnTo>
                <a:lnTo>
                  <a:pt x="4724" y="8327"/>
                </a:lnTo>
                <a:lnTo>
                  <a:pt x="2700" y="7960"/>
                </a:lnTo>
                <a:lnTo>
                  <a:pt x="1358" y="7582"/>
                </a:lnTo>
                <a:lnTo>
                  <a:pt x="0" y="7200"/>
                </a:lnTo>
                <a:lnTo>
                  <a:pt x="0" y="5414"/>
                </a:lnTo>
                <a:lnTo>
                  <a:pt x="0" y="3600"/>
                </a:lnTo>
                <a:lnTo>
                  <a:pt x="2037" y="3204"/>
                </a:lnTo>
                <a:lnTo>
                  <a:pt x="4076" y="2808"/>
                </a:lnTo>
                <a:lnTo>
                  <a:pt x="6116" y="2412"/>
                </a:lnTo>
                <a:lnTo>
                  <a:pt x="8162" y="2012"/>
                </a:lnTo>
                <a:lnTo>
                  <a:pt x="10214" y="1613"/>
                </a:lnTo>
                <a:lnTo>
                  <a:pt x="12275" y="1213"/>
                </a:lnTo>
                <a:lnTo>
                  <a:pt x="14342" y="810"/>
                </a:lnTo>
                <a:lnTo>
                  <a:pt x="16422" y="407"/>
                </a:lnTo>
                <a:lnTo>
                  <a:pt x="18514" y="0"/>
                </a:lnTo>
                <a:close/>
              </a:path>
            </a:pathLst>
          </a:custGeom>
          <a:solidFill>
            <a:srgbClr val="C1CD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7" name="contour_12695"/>
          <p:cNvSpPr/>
          <p:nvPr/>
        </p:nvSpPr>
        <p:spPr>
          <a:xfrm>
            <a:off x="6969146" y="3075532"/>
            <a:ext cx="23125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93" y="0"/>
                </a:moveTo>
                <a:lnTo>
                  <a:pt x="18169" y="0"/>
                </a:lnTo>
                <a:lnTo>
                  <a:pt x="21600" y="0"/>
                </a:lnTo>
                <a:lnTo>
                  <a:pt x="21600" y="1258"/>
                </a:lnTo>
                <a:lnTo>
                  <a:pt x="21600" y="2516"/>
                </a:lnTo>
                <a:lnTo>
                  <a:pt x="21600" y="3775"/>
                </a:lnTo>
                <a:lnTo>
                  <a:pt x="21600" y="5035"/>
                </a:lnTo>
                <a:lnTo>
                  <a:pt x="21600" y="6295"/>
                </a:lnTo>
                <a:lnTo>
                  <a:pt x="21600" y="7556"/>
                </a:lnTo>
                <a:lnTo>
                  <a:pt x="21600" y="8820"/>
                </a:lnTo>
                <a:lnTo>
                  <a:pt x="21600" y="10085"/>
                </a:lnTo>
                <a:lnTo>
                  <a:pt x="21600" y="11353"/>
                </a:lnTo>
                <a:lnTo>
                  <a:pt x="21600" y="12623"/>
                </a:lnTo>
                <a:lnTo>
                  <a:pt x="21600" y="13896"/>
                </a:lnTo>
                <a:lnTo>
                  <a:pt x="21600" y="15170"/>
                </a:lnTo>
                <a:lnTo>
                  <a:pt x="21600" y="16448"/>
                </a:lnTo>
                <a:lnTo>
                  <a:pt x="21600" y="17732"/>
                </a:lnTo>
                <a:lnTo>
                  <a:pt x="21600" y="19017"/>
                </a:lnTo>
                <a:lnTo>
                  <a:pt x="21600" y="20306"/>
                </a:lnTo>
                <a:lnTo>
                  <a:pt x="21600" y="21600"/>
                </a:lnTo>
                <a:lnTo>
                  <a:pt x="14854" y="19813"/>
                </a:lnTo>
                <a:lnTo>
                  <a:pt x="9775" y="18445"/>
                </a:lnTo>
                <a:lnTo>
                  <a:pt x="6099" y="17408"/>
                </a:lnTo>
                <a:lnTo>
                  <a:pt x="3581" y="16612"/>
                </a:lnTo>
                <a:lnTo>
                  <a:pt x="1967" y="15971"/>
                </a:lnTo>
                <a:lnTo>
                  <a:pt x="1001" y="15399"/>
                </a:lnTo>
                <a:lnTo>
                  <a:pt x="429" y="14803"/>
                </a:lnTo>
                <a:lnTo>
                  <a:pt x="0" y="14099"/>
                </a:lnTo>
                <a:lnTo>
                  <a:pt x="953" y="13122"/>
                </a:lnTo>
                <a:lnTo>
                  <a:pt x="1920" y="12128"/>
                </a:lnTo>
                <a:lnTo>
                  <a:pt x="2410" y="11590"/>
                </a:lnTo>
                <a:lnTo>
                  <a:pt x="3887" y="9967"/>
                </a:lnTo>
                <a:lnTo>
                  <a:pt x="5072" y="8872"/>
                </a:lnTo>
                <a:lnTo>
                  <a:pt x="6283" y="7762"/>
                </a:lnTo>
                <a:lnTo>
                  <a:pt x="7311" y="6637"/>
                </a:lnTo>
                <a:lnTo>
                  <a:pt x="8360" y="5495"/>
                </a:lnTo>
                <a:lnTo>
                  <a:pt x="9490" y="4385"/>
                </a:lnTo>
                <a:lnTo>
                  <a:pt x="10722" y="3281"/>
                </a:lnTo>
                <a:lnTo>
                  <a:pt x="12029" y="2182"/>
                </a:lnTo>
                <a:lnTo>
                  <a:pt x="13390" y="1089"/>
                </a:lnTo>
                <a:lnTo>
                  <a:pt x="14793" y="0"/>
                </a:lnTo>
                <a:close/>
              </a:path>
            </a:pathLst>
          </a:custGeom>
          <a:solidFill>
            <a:srgbClr val="C1CD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8" name="contour_12696"/>
          <p:cNvSpPr/>
          <p:nvPr/>
        </p:nvSpPr>
        <p:spPr>
          <a:xfrm>
            <a:off x="4536217" y="3109837"/>
            <a:ext cx="51016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811" y="1620"/>
                </a:lnTo>
                <a:lnTo>
                  <a:pt x="3623" y="1351"/>
                </a:lnTo>
                <a:lnTo>
                  <a:pt x="5437" y="1109"/>
                </a:lnTo>
                <a:lnTo>
                  <a:pt x="7251" y="892"/>
                </a:lnTo>
                <a:lnTo>
                  <a:pt x="9066" y="689"/>
                </a:lnTo>
                <a:lnTo>
                  <a:pt x="9816" y="590"/>
                </a:lnTo>
                <a:lnTo>
                  <a:pt x="11136" y="413"/>
                </a:lnTo>
                <a:lnTo>
                  <a:pt x="14163" y="0"/>
                </a:lnTo>
                <a:lnTo>
                  <a:pt x="15601" y="636"/>
                </a:lnTo>
                <a:lnTo>
                  <a:pt x="17049" y="1273"/>
                </a:lnTo>
                <a:lnTo>
                  <a:pt x="18514" y="1922"/>
                </a:lnTo>
                <a:lnTo>
                  <a:pt x="19125" y="5818"/>
                </a:lnTo>
                <a:lnTo>
                  <a:pt x="19739" y="9728"/>
                </a:lnTo>
                <a:lnTo>
                  <a:pt x="20353" y="13650"/>
                </a:lnTo>
                <a:lnTo>
                  <a:pt x="20974" y="1760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704"/>
                </a:lnTo>
                <a:lnTo>
                  <a:pt x="0" y="13794"/>
                </a:lnTo>
                <a:lnTo>
                  <a:pt x="0" y="9872"/>
                </a:lnTo>
                <a:lnTo>
                  <a:pt x="0" y="5917"/>
                </a:lnTo>
                <a:lnTo>
                  <a:pt x="0" y="1922"/>
                </a:lnTo>
                <a:close/>
              </a:path>
            </a:pathLst>
          </a:custGeom>
          <a:solidFill>
            <a:srgbClr val="C5C9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699" name="contour_12697"/>
          <p:cNvSpPr/>
          <p:nvPr/>
        </p:nvSpPr>
        <p:spPr>
          <a:xfrm>
            <a:off x="7670054" y="3090108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8" y="1735"/>
                </a:lnTo>
                <a:lnTo>
                  <a:pt x="497" y="3478"/>
                </a:lnTo>
                <a:lnTo>
                  <a:pt x="748" y="5245"/>
                </a:lnTo>
                <a:lnTo>
                  <a:pt x="1393" y="7081"/>
                </a:lnTo>
                <a:lnTo>
                  <a:pt x="2041" y="8928"/>
                </a:lnTo>
                <a:lnTo>
                  <a:pt x="2700" y="10800"/>
                </a:lnTo>
                <a:lnTo>
                  <a:pt x="4576" y="11581"/>
                </a:lnTo>
                <a:lnTo>
                  <a:pt x="5989" y="12121"/>
                </a:lnTo>
                <a:lnTo>
                  <a:pt x="7201" y="12492"/>
                </a:lnTo>
                <a:lnTo>
                  <a:pt x="8481" y="12762"/>
                </a:lnTo>
                <a:lnTo>
                  <a:pt x="10098" y="13000"/>
                </a:lnTo>
                <a:lnTo>
                  <a:pt x="12317" y="13277"/>
                </a:lnTo>
                <a:lnTo>
                  <a:pt x="14051" y="13511"/>
                </a:lnTo>
                <a:lnTo>
                  <a:pt x="15795" y="13752"/>
                </a:lnTo>
                <a:lnTo>
                  <a:pt x="17561" y="13993"/>
                </a:lnTo>
                <a:lnTo>
                  <a:pt x="18155" y="14051"/>
                </a:lnTo>
                <a:lnTo>
                  <a:pt x="19202" y="14155"/>
                </a:lnTo>
                <a:lnTo>
                  <a:pt x="21600" y="14400"/>
                </a:lnTo>
                <a:lnTo>
                  <a:pt x="21600" y="16186"/>
                </a:lnTo>
                <a:lnTo>
                  <a:pt x="21600" y="18000"/>
                </a:lnTo>
                <a:lnTo>
                  <a:pt x="19818" y="18299"/>
                </a:lnTo>
                <a:lnTo>
                  <a:pt x="18036" y="18594"/>
                </a:lnTo>
                <a:lnTo>
                  <a:pt x="16251" y="18893"/>
                </a:lnTo>
                <a:lnTo>
                  <a:pt x="14464" y="19188"/>
                </a:lnTo>
                <a:lnTo>
                  <a:pt x="12674" y="19487"/>
                </a:lnTo>
                <a:lnTo>
                  <a:pt x="10881" y="19786"/>
                </a:lnTo>
                <a:lnTo>
                  <a:pt x="9083" y="20084"/>
                </a:lnTo>
                <a:lnTo>
                  <a:pt x="7279" y="20387"/>
                </a:lnTo>
                <a:lnTo>
                  <a:pt x="5470" y="20689"/>
                </a:lnTo>
                <a:lnTo>
                  <a:pt x="3656" y="20992"/>
                </a:lnTo>
                <a:lnTo>
                  <a:pt x="1831" y="21294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9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0" name="contour_12698"/>
          <p:cNvSpPr/>
          <p:nvPr/>
        </p:nvSpPr>
        <p:spPr>
          <a:xfrm>
            <a:off x="5374336" y="3077347"/>
            <a:ext cx="72880" cy="273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25"/>
                </a:moveTo>
                <a:lnTo>
                  <a:pt x="20472" y="7365"/>
                </a:lnTo>
                <a:lnTo>
                  <a:pt x="19338" y="10198"/>
                </a:lnTo>
                <a:lnTo>
                  <a:pt x="18183" y="12841"/>
                </a:lnTo>
                <a:lnTo>
                  <a:pt x="16984" y="15300"/>
                </a:lnTo>
                <a:lnTo>
                  <a:pt x="15727" y="17569"/>
                </a:lnTo>
                <a:lnTo>
                  <a:pt x="14392" y="19671"/>
                </a:lnTo>
                <a:lnTo>
                  <a:pt x="12960" y="21600"/>
                </a:lnTo>
                <a:lnTo>
                  <a:pt x="11472" y="21462"/>
                </a:lnTo>
                <a:lnTo>
                  <a:pt x="10005" y="21168"/>
                </a:lnTo>
                <a:lnTo>
                  <a:pt x="8560" y="20736"/>
                </a:lnTo>
                <a:lnTo>
                  <a:pt x="7128" y="20178"/>
                </a:lnTo>
                <a:lnTo>
                  <a:pt x="5705" y="19498"/>
                </a:lnTo>
                <a:lnTo>
                  <a:pt x="4285" y="18715"/>
                </a:lnTo>
                <a:lnTo>
                  <a:pt x="2864" y="17834"/>
                </a:lnTo>
                <a:lnTo>
                  <a:pt x="1439" y="16872"/>
                </a:lnTo>
                <a:lnTo>
                  <a:pt x="0" y="15842"/>
                </a:lnTo>
                <a:lnTo>
                  <a:pt x="0" y="12985"/>
                </a:lnTo>
                <a:lnTo>
                  <a:pt x="0" y="10083"/>
                </a:lnTo>
                <a:lnTo>
                  <a:pt x="1499" y="8189"/>
                </a:lnTo>
                <a:lnTo>
                  <a:pt x="2966" y="6467"/>
                </a:lnTo>
                <a:lnTo>
                  <a:pt x="4402" y="4918"/>
                </a:lnTo>
                <a:lnTo>
                  <a:pt x="5815" y="3559"/>
                </a:lnTo>
                <a:lnTo>
                  <a:pt x="7212" y="2401"/>
                </a:lnTo>
                <a:lnTo>
                  <a:pt x="8599" y="1451"/>
                </a:lnTo>
                <a:lnTo>
                  <a:pt x="9981" y="731"/>
                </a:lnTo>
                <a:lnTo>
                  <a:pt x="11364" y="242"/>
                </a:lnTo>
                <a:lnTo>
                  <a:pt x="12755" y="0"/>
                </a:lnTo>
                <a:lnTo>
                  <a:pt x="14161" y="12"/>
                </a:lnTo>
                <a:lnTo>
                  <a:pt x="15584" y="294"/>
                </a:lnTo>
                <a:lnTo>
                  <a:pt x="17034" y="852"/>
                </a:lnTo>
                <a:lnTo>
                  <a:pt x="18518" y="1705"/>
                </a:lnTo>
                <a:lnTo>
                  <a:pt x="20036" y="2856"/>
                </a:lnTo>
                <a:lnTo>
                  <a:pt x="21600" y="4325"/>
                </a:lnTo>
                <a:close/>
              </a:path>
            </a:pathLst>
          </a:custGeom>
          <a:solidFill>
            <a:srgbClr val="CDD7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1" name="contour_12699"/>
          <p:cNvSpPr/>
          <p:nvPr/>
        </p:nvSpPr>
        <p:spPr>
          <a:xfrm>
            <a:off x="11139138" y="3068244"/>
            <a:ext cx="72880" cy="347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891" y="2564"/>
                </a:lnTo>
                <a:lnTo>
                  <a:pt x="18503" y="5128"/>
                </a:lnTo>
                <a:lnTo>
                  <a:pt x="19116" y="7701"/>
                </a:lnTo>
                <a:lnTo>
                  <a:pt x="19732" y="10284"/>
                </a:lnTo>
                <a:lnTo>
                  <a:pt x="20352" y="12879"/>
                </a:lnTo>
                <a:lnTo>
                  <a:pt x="20974" y="15489"/>
                </a:lnTo>
                <a:lnTo>
                  <a:pt x="21600" y="18121"/>
                </a:lnTo>
                <a:lnTo>
                  <a:pt x="19974" y="19204"/>
                </a:lnTo>
                <a:lnTo>
                  <a:pt x="18390" y="20069"/>
                </a:lnTo>
                <a:lnTo>
                  <a:pt x="16844" y="20730"/>
                </a:lnTo>
                <a:lnTo>
                  <a:pt x="15327" y="21192"/>
                </a:lnTo>
                <a:lnTo>
                  <a:pt x="13830" y="21478"/>
                </a:lnTo>
                <a:lnTo>
                  <a:pt x="12347" y="21600"/>
                </a:lnTo>
                <a:lnTo>
                  <a:pt x="10867" y="21564"/>
                </a:lnTo>
                <a:lnTo>
                  <a:pt x="9385" y="21387"/>
                </a:lnTo>
                <a:lnTo>
                  <a:pt x="7895" y="21084"/>
                </a:lnTo>
                <a:lnTo>
                  <a:pt x="6383" y="20667"/>
                </a:lnTo>
                <a:lnTo>
                  <a:pt x="4847" y="20150"/>
                </a:lnTo>
                <a:lnTo>
                  <a:pt x="3277" y="19543"/>
                </a:lnTo>
                <a:lnTo>
                  <a:pt x="1663" y="18864"/>
                </a:lnTo>
                <a:lnTo>
                  <a:pt x="0" y="18121"/>
                </a:lnTo>
                <a:lnTo>
                  <a:pt x="1518" y="14365"/>
                </a:lnTo>
                <a:lnTo>
                  <a:pt x="2637" y="11828"/>
                </a:lnTo>
                <a:lnTo>
                  <a:pt x="3551" y="10243"/>
                </a:lnTo>
                <a:lnTo>
                  <a:pt x="4458" y="9332"/>
                </a:lnTo>
                <a:lnTo>
                  <a:pt x="5553" y="8843"/>
                </a:lnTo>
                <a:lnTo>
                  <a:pt x="7029" y="8494"/>
                </a:lnTo>
                <a:lnTo>
                  <a:pt x="7733" y="8635"/>
                </a:lnTo>
                <a:lnTo>
                  <a:pt x="9854" y="9060"/>
                </a:lnTo>
                <a:lnTo>
                  <a:pt x="11537" y="9378"/>
                </a:lnTo>
                <a:lnTo>
                  <a:pt x="12645" y="9486"/>
                </a:lnTo>
                <a:lnTo>
                  <a:pt x="13675" y="9378"/>
                </a:lnTo>
                <a:lnTo>
                  <a:pt x="15120" y="9060"/>
                </a:lnTo>
                <a:lnTo>
                  <a:pt x="15656" y="6818"/>
                </a:lnTo>
                <a:lnTo>
                  <a:pt x="16191" y="4562"/>
                </a:lnTo>
                <a:lnTo>
                  <a:pt x="16734" y="2297"/>
                </a:lnTo>
                <a:lnTo>
                  <a:pt x="17280" y="0"/>
                </a:lnTo>
                <a:close/>
              </a:path>
            </a:pathLst>
          </a:custGeom>
          <a:solidFill>
            <a:srgbClr val="D1E2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2" name="contour_12700"/>
          <p:cNvSpPr/>
          <p:nvPr/>
        </p:nvSpPr>
        <p:spPr>
          <a:xfrm>
            <a:off x="10402016" y="3053668"/>
            <a:ext cx="6662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6" y="0"/>
                </a:moveTo>
                <a:lnTo>
                  <a:pt x="921" y="1782"/>
                </a:lnTo>
                <a:lnTo>
                  <a:pt x="1507" y="3575"/>
                </a:lnTo>
                <a:lnTo>
                  <a:pt x="2100" y="5375"/>
                </a:lnTo>
                <a:lnTo>
                  <a:pt x="2698" y="7200"/>
                </a:lnTo>
                <a:lnTo>
                  <a:pt x="4102" y="6487"/>
                </a:lnTo>
                <a:lnTo>
                  <a:pt x="5510" y="5771"/>
                </a:lnTo>
                <a:lnTo>
                  <a:pt x="6923" y="5054"/>
                </a:lnTo>
                <a:lnTo>
                  <a:pt x="8347" y="4331"/>
                </a:lnTo>
                <a:lnTo>
                  <a:pt x="9786" y="3600"/>
                </a:lnTo>
                <a:lnTo>
                  <a:pt x="10079" y="6059"/>
                </a:lnTo>
                <a:lnTo>
                  <a:pt x="10377" y="8550"/>
                </a:lnTo>
                <a:lnTo>
                  <a:pt x="11235" y="11030"/>
                </a:lnTo>
                <a:lnTo>
                  <a:pt x="12177" y="13100"/>
                </a:lnTo>
                <a:lnTo>
                  <a:pt x="13208" y="14832"/>
                </a:lnTo>
                <a:lnTo>
                  <a:pt x="14332" y="16283"/>
                </a:lnTo>
                <a:lnTo>
                  <a:pt x="15559" y="17521"/>
                </a:lnTo>
                <a:lnTo>
                  <a:pt x="16893" y="18605"/>
                </a:lnTo>
                <a:lnTo>
                  <a:pt x="18339" y="19606"/>
                </a:lnTo>
                <a:lnTo>
                  <a:pt x="19906" y="20581"/>
                </a:lnTo>
                <a:lnTo>
                  <a:pt x="21600" y="21600"/>
                </a:lnTo>
                <a:lnTo>
                  <a:pt x="20005" y="21294"/>
                </a:lnTo>
                <a:lnTo>
                  <a:pt x="18410" y="20981"/>
                </a:lnTo>
                <a:lnTo>
                  <a:pt x="16815" y="20664"/>
                </a:lnTo>
                <a:lnTo>
                  <a:pt x="15221" y="20347"/>
                </a:lnTo>
                <a:lnTo>
                  <a:pt x="13626" y="20023"/>
                </a:lnTo>
                <a:lnTo>
                  <a:pt x="12967" y="19894"/>
                </a:lnTo>
                <a:lnTo>
                  <a:pt x="11804" y="19663"/>
                </a:lnTo>
                <a:lnTo>
                  <a:pt x="9141" y="19138"/>
                </a:lnTo>
                <a:lnTo>
                  <a:pt x="6512" y="18392"/>
                </a:lnTo>
                <a:lnTo>
                  <a:pt x="4673" y="17809"/>
                </a:lnTo>
                <a:lnTo>
                  <a:pt x="3381" y="17248"/>
                </a:lnTo>
                <a:lnTo>
                  <a:pt x="2391" y="16578"/>
                </a:lnTo>
                <a:lnTo>
                  <a:pt x="1458" y="15674"/>
                </a:lnTo>
                <a:lnTo>
                  <a:pt x="336" y="14400"/>
                </a:lnTo>
                <a:lnTo>
                  <a:pt x="95" y="11974"/>
                </a:lnTo>
                <a:lnTo>
                  <a:pt x="0" y="9601"/>
                </a:lnTo>
                <a:lnTo>
                  <a:pt x="12" y="7250"/>
                </a:lnTo>
                <a:lnTo>
                  <a:pt x="95" y="4889"/>
                </a:lnTo>
                <a:lnTo>
                  <a:pt x="215" y="2484"/>
                </a:lnTo>
                <a:lnTo>
                  <a:pt x="336" y="0"/>
                </a:lnTo>
                <a:close/>
              </a:path>
            </a:pathLst>
          </a:custGeom>
          <a:solidFill>
            <a:srgbClr val="ABB5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3" name="contour_12701"/>
          <p:cNvSpPr/>
          <p:nvPr/>
        </p:nvSpPr>
        <p:spPr>
          <a:xfrm>
            <a:off x="10738298" y="3060242"/>
            <a:ext cx="4536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03" y="0"/>
                </a:moveTo>
                <a:lnTo>
                  <a:pt x="9965" y="95"/>
                </a:lnTo>
                <a:lnTo>
                  <a:pt x="12360" y="184"/>
                </a:lnTo>
                <a:lnTo>
                  <a:pt x="13553" y="221"/>
                </a:lnTo>
                <a:lnTo>
                  <a:pt x="17145" y="327"/>
                </a:lnTo>
                <a:lnTo>
                  <a:pt x="18970" y="422"/>
                </a:lnTo>
                <a:lnTo>
                  <a:pt x="20819" y="517"/>
                </a:lnTo>
                <a:lnTo>
                  <a:pt x="21340" y="4280"/>
                </a:lnTo>
                <a:lnTo>
                  <a:pt x="21600" y="6984"/>
                </a:lnTo>
                <a:lnTo>
                  <a:pt x="21600" y="9387"/>
                </a:lnTo>
                <a:lnTo>
                  <a:pt x="21340" y="12249"/>
                </a:lnTo>
                <a:lnTo>
                  <a:pt x="20819" y="16329"/>
                </a:lnTo>
                <a:lnTo>
                  <a:pt x="18699" y="17452"/>
                </a:lnTo>
                <a:lnTo>
                  <a:pt x="16569" y="18390"/>
                </a:lnTo>
                <a:lnTo>
                  <a:pt x="14428" y="19175"/>
                </a:lnTo>
                <a:lnTo>
                  <a:pt x="12273" y="19829"/>
                </a:lnTo>
                <a:lnTo>
                  <a:pt x="10101" y="20377"/>
                </a:lnTo>
                <a:lnTo>
                  <a:pt x="7911" y="20836"/>
                </a:lnTo>
                <a:lnTo>
                  <a:pt x="5704" y="21236"/>
                </a:lnTo>
                <a:lnTo>
                  <a:pt x="3470" y="21600"/>
                </a:lnTo>
                <a:lnTo>
                  <a:pt x="2505" y="17837"/>
                </a:lnTo>
                <a:lnTo>
                  <a:pt x="1843" y="15133"/>
                </a:lnTo>
                <a:lnTo>
                  <a:pt x="1315" y="12729"/>
                </a:lnTo>
                <a:lnTo>
                  <a:pt x="756" y="9867"/>
                </a:lnTo>
                <a:lnTo>
                  <a:pt x="0" y="5787"/>
                </a:lnTo>
                <a:lnTo>
                  <a:pt x="2072" y="2736"/>
                </a:lnTo>
                <a:lnTo>
                  <a:pt x="3553" y="1112"/>
                </a:lnTo>
                <a:lnTo>
                  <a:pt x="5160" y="385"/>
                </a:lnTo>
                <a:lnTo>
                  <a:pt x="7603" y="0"/>
                </a:lnTo>
                <a:close/>
              </a:path>
            </a:pathLst>
          </a:custGeom>
          <a:solidFill>
            <a:srgbClr val="CEE0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4" name="contour_12702"/>
          <p:cNvSpPr/>
          <p:nvPr/>
        </p:nvSpPr>
        <p:spPr>
          <a:xfrm>
            <a:off x="10177123" y="305366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259"/>
                </a:lnTo>
                <a:lnTo>
                  <a:pt x="4601" y="551"/>
                </a:lnTo>
                <a:lnTo>
                  <a:pt x="6865" y="886"/>
                </a:lnTo>
                <a:lnTo>
                  <a:pt x="9112" y="1274"/>
                </a:lnTo>
                <a:lnTo>
                  <a:pt x="11344" y="1732"/>
                </a:lnTo>
                <a:lnTo>
                  <a:pt x="13568" y="2261"/>
                </a:lnTo>
                <a:lnTo>
                  <a:pt x="15786" y="2880"/>
                </a:lnTo>
                <a:lnTo>
                  <a:pt x="18000" y="3600"/>
                </a:lnTo>
                <a:lnTo>
                  <a:pt x="19649" y="6170"/>
                </a:lnTo>
                <a:lnTo>
                  <a:pt x="20660" y="8017"/>
                </a:lnTo>
                <a:lnTo>
                  <a:pt x="21208" y="9659"/>
                </a:lnTo>
                <a:lnTo>
                  <a:pt x="21463" y="11614"/>
                </a:lnTo>
                <a:lnTo>
                  <a:pt x="21600" y="14400"/>
                </a:lnTo>
                <a:lnTo>
                  <a:pt x="19588" y="16920"/>
                </a:lnTo>
                <a:lnTo>
                  <a:pt x="18166" y="18508"/>
                </a:lnTo>
                <a:lnTo>
                  <a:pt x="16664" y="19843"/>
                </a:lnTo>
                <a:lnTo>
                  <a:pt x="14400" y="21600"/>
                </a:lnTo>
                <a:lnTo>
                  <a:pt x="14400" y="19220"/>
                </a:lnTo>
                <a:lnTo>
                  <a:pt x="14400" y="16826"/>
                </a:lnTo>
                <a:lnTo>
                  <a:pt x="14400" y="14400"/>
                </a:lnTo>
                <a:lnTo>
                  <a:pt x="12020" y="14400"/>
                </a:lnTo>
                <a:lnTo>
                  <a:pt x="9626" y="14400"/>
                </a:lnTo>
                <a:lnTo>
                  <a:pt x="7200" y="14400"/>
                </a:lnTo>
                <a:lnTo>
                  <a:pt x="7200" y="12020"/>
                </a:lnTo>
                <a:lnTo>
                  <a:pt x="7200" y="9626"/>
                </a:lnTo>
                <a:lnTo>
                  <a:pt x="7200" y="7200"/>
                </a:lnTo>
                <a:lnTo>
                  <a:pt x="4820" y="7200"/>
                </a:lnTo>
                <a:lnTo>
                  <a:pt x="2426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C4CE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5" name="contour_12703"/>
          <p:cNvSpPr/>
          <p:nvPr/>
        </p:nvSpPr>
        <p:spPr>
          <a:xfrm>
            <a:off x="5024513" y="3037453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600" y="4524"/>
                </a:lnTo>
                <a:lnTo>
                  <a:pt x="21600" y="7904"/>
                </a:lnTo>
                <a:lnTo>
                  <a:pt x="21600" y="11298"/>
                </a:lnTo>
                <a:lnTo>
                  <a:pt x="21600" y="14708"/>
                </a:lnTo>
                <a:lnTo>
                  <a:pt x="21600" y="1813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52" y="15501"/>
                </a:lnTo>
                <a:lnTo>
                  <a:pt x="1175" y="11237"/>
                </a:lnTo>
                <a:lnTo>
                  <a:pt x="1680" y="8236"/>
                </a:lnTo>
                <a:lnTo>
                  <a:pt x="2294" y="5930"/>
                </a:lnTo>
                <a:lnTo>
                  <a:pt x="3132" y="3763"/>
                </a:lnTo>
                <a:lnTo>
                  <a:pt x="4320" y="1150"/>
                </a:lnTo>
                <a:close/>
              </a:path>
            </a:pathLst>
          </a:custGeom>
          <a:solidFill>
            <a:srgbClr val="DFC3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6" name="contour_12704"/>
          <p:cNvSpPr/>
          <p:nvPr/>
        </p:nvSpPr>
        <p:spPr>
          <a:xfrm>
            <a:off x="3975042" y="3024516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145"/>
                </a:lnTo>
                <a:lnTo>
                  <a:pt x="11275" y="2292"/>
                </a:lnTo>
                <a:lnTo>
                  <a:pt x="13320" y="3442"/>
                </a:lnTo>
                <a:lnTo>
                  <a:pt x="15372" y="4598"/>
                </a:lnTo>
                <a:lnTo>
                  <a:pt x="17435" y="5756"/>
                </a:lnTo>
                <a:lnTo>
                  <a:pt x="19508" y="6925"/>
                </a:lnTo>
                <a:lnTo>
                  <a:pt x="21600" y="8100"/>
                </a:lnTo>
                <a:lnTo>
                  <a:pt x="19220" y="8100"/>
                </a:lnTo>
                <a:lnTo>
                  <a:pt x="16826" y="8100"/>
                </a:lnTo>
                <a:lnTo>
                  <a:pt x="14400" y="8100"/>
                </a:lnTo>
                <a:lnTo>
                  <a:pt x="14846" y="9771"/>
                </a:lnTo>
                <a:lnTo>
                  <a:pt x="15293" y="11443"/>
                </a:lnTo>
                <a:lnTo>
                  <a:pt x="15739" y="13119"/>
                </a:lnTo>
                <a:lnTo>
                  <a:pt x="16186" y="14799"/>
                </a:lnTo>
                <a:lnTo>
                  <a:pt x="16636" y="16486"/>
                </a:lnTo>
                <a:lnTo>
                  <a:pt x="17089" y="18182"/>
                </a:lnTo>
                <a:lnTo>
                  <a:pt x="17543" y="19886"/>
                </a:lnTo>
                <a:lnTo>
                  <a:pt x="18000" y="21600"/>
                </a:lnTo>
                <a:lnTo>
                  <a:pt x="13352" y="21076"/>
                </a:lnTo>
                <a:lnTo>
                  <a:pt x="9810" y="20668"/>
                </a:lnTo>
                <a:lnTo>
                  <a:pt x="7164" y="20345"/>
                </a:lnTo>
                <a:lnTo>
                  <a:pt x="5206" y="20075"/>
                </a:lnTo>
                <a:lnTo>
                  <a:pt x="3719" y="19829"/>
                </a:lnTo>
                <a:lnTo>
                  <a:pt x="2495" y="19570"/>
                </a:lnTo>
                <a:lnTo>
                  <a:pt x="1328" y="19273"/>
                </a:lnTo>
                <a:lnTo>
                  <a:pt x="0" y="18900"/>
                </a:lnTo>
                <a:lnTo>
                  <a:pt x="0" y="17115"/>
                </a:lnTo>
                <a:lnTo>
                  <a:pt x="0" y="15320"/>
                </a:lnTo>
                <a:lnTo>
                  <a:pt x="0" y="13500"/>
                </a:lnTo>
                <a:lnTo>
                  <a:pt x="1786" y="12998"/>
                </a:lnTo>
                <a:lnTo>
                  <a:pt x="3600" y="12488"/>
                </a:lnTo>
                <a:lnTo>
                  <a:pt x="4496" y="12069"/>
                </a:lnTo>
                <a:lnTo>
                  <a:pt x="7200" y="10800"/>
                </a:lnTo>
                <a:lnTo>
                  <a:pt x="7463" y="8975"/>
                </a:lnTo>
                <a:lnTo>
                  <a:pt x="7578" y="7190"/>
                </a:lnTo>
                <a:lnTo>
                  <a:pt x="7582" y="5422"/>
                </a:lnTo>
                <a:lnTo>
                  <a:pt x="7499" y="3650"/>
                </a:lnTo>
                <a:lnTo>
                  <a:pt x="7362" y="1850"/>
                </a:lnTo>
                <a:lnTo>
                  <a:pt x="7200" y="0"/>
                </a:lnTo>
                <a:close/>
              </a:path>
            </a:pathLst>
          </a:custGeom>
          <a:solidFill>
            <a:srgbClr val="9780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7" name="contour_12705"/>
          <p:cNvSpPr/>
          <p:nvPr/>
        </p:nvSpPr>
        <p:spPr>
          <a:xfrm>
            <a:off x="6998575" y="3039092"/>
            <a:ext cx="3742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81" y="0"/>
                </a:moveTo>
                <a:lnTo>
                  <a:pt x="11479" y="611"/>
                </a:lnTo>
                <a:lnTo>
                  <a:pt x="13986" y="1225"/>
                </a:lnTo>
                <a:lnTo>
                  <a:pt x="16502" y="1839"/>
                </a:lnTo>
                <a:lnTo>
                  <a:pt x="19038" y="2459"/>
                </a:lnTo>
                <a:lnTo>
                  <a:pt x="21600" y="3086"/>
                </a:lnTo>
                <a:lnTo>
                  <a:pt x="20675" y="5122"/>
                </a:lnTo>
                <a:lnTo>
                  <a:pt x="19749" y="7162"/>
                </a:lnTo>
                <a:lnTo>
                  <a:pt x="18820" y="9202"/>
                </a:lnTo>
                <a:lnTo>
                  <a:pt x="17890" y="11247"/>
                </a:lnTo>
                <a:lnTo>
                  <a:pt x="16960" y="13299"/>
                </a:lnTo>
                <a:lnTo>
                  <a:pt x="16022" y="15361"/>
                </a:lnTo>
                <a:lnTo>
                  <a:pt x="15084" y="17428"/>
                </a:lnTo>
                <a:lnTo>
                  <a:pt x="14138" y="19508"/>
                </a:lnTo>
                <a:lnTo>
                  <a:pt x="13187" y="21600"/>
                </a:lnTo>
                <a:lnTo>
                  <a:pt x="10689" y="20989"/>
                </a:lnTo>
                <a:lnTo>
                  <a:pt x="8181" y="20375"/>
                </a:lnTo>
                <a:lnTo>
                  <a:pt x="5666" y="19761"/>
                </a:lnTo>
                <a:lnTo>
                  <a:pt x="3130" y="19141"/>
                </a:lnTo>
                <a:lnTo>
                  <a:pt x="568" y="18514"/>
                </a:lnTo>
                <a:lnTo>
                  <a:pt x="189" y="16126"/>
                </a:lnTo>
                <a:lnTo>
                  <a:pt x="0" y="14450"/>
                </a:lnTo>
                <a:lnTo>
                  <a:pt x="0" y="13043"/>
                </a:lnTo>
                <a:lnTo>
                  <a:pt x="189" y="11460"/>
                </a:lnTo>
                <a:lnTo>
                  <a:pt x="568" y="9257"/>
                </a:lnTo>
                <a:lnTo>
                  <a:pt x="3348" y="9257"/>
                </a:lnTo>
                <a:lnTo>
                  <a:pt x="6146" y="9257"/>
                </a:lnTo>
                <a:lnTo>
                  <a:pt x="8981" y="9257"/>
                </a:lnTo>
                <a:lnTo>
                  <a:pt x="8981" y="7424"/>
                </a:lnTo>
                <a:lnTo>
                  <a:pt x="8981" y="5585"/>
                </a:lnTo>
                <a:lnTo>
                  <a:pt x="8981" y="3740"/>
                </a:lnTo>
                <a:lnTo>
                  <a:pt x="8981" y="1879"/>
                </a:lnTo>
                <a:lnTo>
                  <a:pt x="8981" y="0"/>
                </a:lnTo>
                <a:close/>
              </a:path>
            </a:pathLst>
          </a:custGeom>
          <a:solidFill>
            <a:srgbClr val="C8D5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8" name="contour_12706"/>
          <p:cNvSpPr/>
          <p:nvPr/>
        </p:nvSpPr>
        <p:spPr>
          <a:xfrm>
            <a:off x="4995361" y="3039092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9" y="0"/>
                </a:lnTo>
                <a:lnTo>
                  <a:pt x="3820" y="0"/>
                </a:lnTo>
                <a:lnTo>
                  <a:pt x="5738" y="0"/>
                </a:lnTo>
                <a:lnTo>
                  <a:pt x="7663" y="0"/>
                </a:lnTo>
                <a:lnTo>
                  <a:pt x="9596" y="0"/>
                </a:lnTo>
                <a:lnTo>
                  <a:pt x="11540" y="0"/>
                </a:lnTo>
                <a:lnTo>
                  <a:pt x="13500" y="0"/>
                </a:lnTo>
                <a:lnTo>
                  <a:pt x="13055" y="2037"/>
                </a:lnTo>
                <a:lnTo>
                  <a:pt x="12609" y="4076"/>
                </a:lnTo>
                <a:lnTo>
                  <a:pt x="12161" y="6125"/>
                </a:lnTo>
                <a:lnTo>
                  <a:pt x="11710" y="8183"/>
                </a:lnTo>
                <a:lnTo>
                  <a:pt x="11256" y="10254"/>
                </a:lnTo>
                <a:lnTo>
                  <a:pt x="10800" y="12343"/>
                </a:lnTo>
                <a:lnTo>
                  <a:pt x="12582" y="12343"/>
                </a:lnTo>
                <a:lnTo>
                  <a:pt x="14367" y="12343"/>
                </a:lnTo>
                <a:lnTo>
                  <a:pt x="16160" y="12343"/>
                </a:lnTo>
                <a:lnTo>
                  <a:pt x="17960" y="12343"/>
                </a:lnTo>
                <a:lnTo>
                  <a:pt x="19772" y="12343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19834" y="19742"/>
                </a:lnTo>
                <a:lnTo>
                  <a:pt x="18530" y="20517"/>
                </a:lnTo>
                <a:lnTo>
                  <a:pt x="17299" y="20986"/>
                </a:lnTo>
                <a:lnTo>
                  <a:pt x="15752" y="21298"/>
                </a:lnTo>
                <a:lnTo>
                  <a:pt x="13500" y="21600"/>
                </a:lnTo>
                <a:lnTo>
                  <a:pt x="11772" y="20397"/>
                </a:lnTo>
                <a:lnTo>
                  <a:pt x="10228" y="19094"/>
                </a:lnTo>
                <a:lnTo>
                  <a:pt x="8837" y="17669"/>
                </a:lnTo>
                <a:lnTo>
                  <a:pt x="7584" y="16086"/>
                </a:lnTo>
                <a:lnTo>
                  <a:pt x="6445" y="14321"/>
                </a:lnTo>
                <a:lnTo>
                  <a:pt x="5400" y="12343"/>
                </a:lnTo>
                <a:lnTo>
                  <a:pt x="5827" y="9769"/>
                </a:lnTo>
                <a:lnTo>
                  <a:pt x="6180" y="8001"/>
                </a:lnTo>
                <a:lnTo>
                  <a:pt x="6591" y="6594"/>
                </a:lnTo>
                <a:lnTo>
                  <a:pt x="7187" y="5104"/>
                </a:lnTo>
                <a:lnTo>
                  <a:pt x="8100" y="3086"/>
                </a:lnTo>
                <a:lnTo>
                  <a:pt x="6496" y="2475"/>
                </a:lnTo>
                <a:lnTo>
                  <a:pt x="4887" y="1861"/>
                </a:lnTo>
                <a:lnTo>
                  <a:pt x="3272" y="1247"/>
                </a:lnTo>
                <a:lnTo>
                  <a:pt x="1644" y="626"/>
                </a:lnTo>
                <a:lnTo>
                  <a:pt x="0" y="0"/>
                </a:lnTo>
                <a:close/>
              </a:path>
            </a:pathLst>
          </a:custGeom>
          <a:solidFill>
            <a:srgbClr val="A090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09" name="contour_12707"/>
          <p:cNvSpPr/>
          <p:nvPr/>
        </p:nvSpPr>
        <p:spPr>
          <a:xfrm>
            <a:off x="4368594" y="300265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5527" y="2354"/>
                </a:lnTo>
                <a:lnTo>
                  <a:pt x="16301" y="4093"/>
                </a:lnTo>
                <a:lnTo>
                  <a:pt x="16916" y="5735"/>
                </a:lnTo>
                <a:lnTo>
                  <a:pt x="17568" y="7798"/>
                </a:lnTo>
                <a:lnTo>
                  <a:pt x="18450" y="10800"/>
                </a:lnTo>
                <a:lnTo>
                  <a:pt x="19055" y="12809"/>
                </a:lnTo>
                <a:lnTo>
                  <a:pt x="19663" y="14828"/>
                </a:lnTo>
                <a:lnTo>
                  <a:pt x="20279" y="16877"/>
                </a:lnTo>
                <a:lnTo>
                  <a:pt x="20934" y="19220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612" y="19436"/>
                </a:lnTo>
                <a:lnTo>
                  <a:pt x="1235" y="17273"/>
                </a:lnTo>
                <a:lnTo>
                  <a:pt x="1865" y="15113"/>
                </a:lnTo>
                <a:lnTo>
                  <a:pt x="2506" y="12956"/>
                </a:lnTo>
                <a:lnTo>
                  <a:pt x="3150" y="10800"/>
                </a:lnTo>
                <a:lnTo>
                  <a:pt x="3733" y="8791"/>
                </a:lnTo>
                <a:lnTo>
                  <a:pt x="4324" y="6772"/>
                </a:lnTo>
                <a:lnTo>
                  <a:pt x="4921" y="4723"/>
                </a:lnTo>
                <a:lnTo>
                  <a:pt x="5674" y="3164"/>
                </a:lnTo>
                <a:lnTo>
                  <a:pt x="6433" y="1591"/>
                </a:lnTo>
                <a:lnTo>
                  <a:pt x="7200" y="0"/>
                </a:lnTo>
                <a:close/>
              </a:path>
            </a:pathLst>
          </a:custGeom>
          <a:solidFill>
            <a:srgbClr val="4C49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0" name="contour_12708"/>
          <p:cNvSpPr/>
          <p:nvPr/>
        </p:nvSpPr>
        <p:spPr>
          <a:xfrm>
            <a:off x="1992708" y="3009940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ADA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1" name="contour_12709"/>
          <p:cNvSpPr/>
          <p:nvPr/>
        </p:nvSpPr>
        <p:spPr>
          <a:xfrm>
            <a:off x="4507065" y="300265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738" y="611"/>
                </a:lnTo>
                <a:lnTo>
                  <a:pt x="7884" y="1225"/>
                </a:lnTo>
                <a:lnTo>
                  <a:pt x="10037" y="1839"/>
                </a:lnTo>
                <a:lnTo>
                  <a:pt x="12208" y="2459"/>
                </a:lnTo>
                <a:lnTo>
                  <a:pt x="14400" y="3086"/>
                </a:lnTo>
                <a:lnTo>
                  <a:pt x="14400" y="5125"/>
                </a:lnTo>
                <a:lnTo>
                  <a:pt x="14400" y="7177"/>
                </a:lnTo>
                <a:lnTo>
                  <a:pt x="14400" y="9257"/>
                </a:lnTo>
                <a:lnTo>
                  <a:pt x="16538" y="10390"/>
                </a:lnTo>
                <a:lnTo>
                  <a:pt x="18000" y="11090"/>
                </a:lnTo>
                <a:lnTo>
                  <a:pt x="19462" y="11642"/>
                </a:lnTo>
                <a:lnTo>
                  <a:pt x="21600" y="12343"/>
                </a:lnTo>
                <a:lnTo>
                  <a:pt x="20038" y="12571"/>
                </a:lnTo>
                <a:lnTo>
                  <a:pt x="18450" y="12800"/>
                </a:lnTo>
                <a:lnTo>
                  <a:pt x="16441" y="13148"/>
                </a:lnTo>
                <a:lnTo>
                  <a:pt x="14400" y="13500"/>
                </a:lnTo>
                <a:lnTo>
                  <a:pt x="12391" y="13824"/>
                </a:lnTo>
                <a:lnTo>
                  <a:pt x="10350" y="14151"/>
                </a:lnTo>
                <a:lnTo>
                  <a:pt x="8788" y="14784"/>
                </a:lnTo>
                <a:lnTo>
                  <a:pt x="7200" y="15429"/>
                </a:lnTo>
                <a:lnTo>
                  <a:pt x="7200" y="17468"/>
                </a:lnTo>
                <a:lnTo>
                  <a:pt x="7200" y="19520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356" y="19462"/>
                </a:lnTo>
                <a:lnTo>
                  <a:pt x="713" y="17320"/>
                </a:lnTo>
                <a:lnTo>
                  <a:pt x="1069" y="15179"/>
                </a:lnTo>
                <a:lnTo>
                  <a:pt x="1429" y="13034"/>
                </a:lnTo>
                <a:lnTo>
                  <a:pt x="1786" y="10880"/>
                </a:lnTo>
                <a:lnTo>
                  <a:pt x="2146" y="8723"/>
                </a:lnTo>
                <a:lnTo>
                  <a:pt x="2506" y="6557"/>
                </a:lnTo>
                <a:lnTo>
                  <a:pt x="2869" y="4382"/>
                </a:lnTo>
                <a:lnTo>
                  <a:pt x="3233" y="2197"/>
                </a:lnTo>
                <a:lnTo>
                  <a:pt x="3600" y="0"/>
                </a:lnTo>
                <a:close/>
              </a:path>
            </a:pathLst>
          </a:custGeom>
          <a:solidFill>
            <a:srgbClr val="A07C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2" name="contour_12710"/>
          <p:cNvSpPr/>
          <p:nvPr/>
        </p:nvSpPr>
        <p:spPr>
          <a:xfrm>
            <a:off x="4922481" y="2988077"/>
            <a:ext cx="65592" cy="30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4" y="0"/>
                </a:lnTo>
                <a:lnTo>
                  <a:pt x="15170" y="0"/>
                </a:lnTo>
                <a:lnTo>
                  <a:pt x="16764" y="0"/>
                </a:lnTo>
                <a:lnTo>
                  <a:pt x="18365" y="0"/>
                </a:lnTo>
                <a:lnTo>
                  <a:pt x="19975" y="0"/>
                </a:lnTo>
                <a:lnTo>
                  <a:pt x="21600" y="0"/>
                </a:lnTo>
                <a:lnTo>
                  <a:pt x="21588" y="6089"/>
                </a:lnTo>
                <a:lnTo>
                  <a:pt x="21511" y="10346"/>
                </a:lnTo>
                <a:lnTo>
                  <a:pt x="21300" y="13342"/>
                </a:lnTo>
                <a:lnTo>
                  <a:pt x="20890" y="15644"/>
                </a:lnTo>
                <a:lnTo>
                  <a:pt x="20210" y="17808"/>
                </a:lnTo>
                <a:lnTo>
                  <a:pt x="19200" y="20416"/>
                </a:lnTo>
                <a:lnTo>
                  <a:pt x="17587" y="20855"/>
                </a:lnTo>
                <a:lnTo>
                  <a:pt x="15982" y="21181"/>
                </a:lnTo>
                <a:lnTo>
                  <a:pt x="14383" y="21411"/>
                </a:lnTo>
                <a:lnTo>
                  <a:pt x="12790" y="21549"/>
                </a:lnTo>
                <a:lnTo>
                  <a:pt x="11201" y="21600"/>
                </a:lnTo>
                <a:lnTo>
                  <a:pt x="9612" y="21585"/>
                </a:lnTo>
                <a:lnTo>
                  <a:pt x="8021" y="21498"/>
                </a:lnTo>
                <a:lnTo>
                  <a:pt x="6430" y="21360"/>
                </a:lnTo>
                <a:lnTo>
                  <a:pt x="4831" y="21171"/>
                </a:lnTo>
                <a:lnTo>
                  <a:pt x="3230" y="20947"/>
                </a:lnTo>
                <a:lnTo>
                  <a:pt x="1620" y="20691"/>
                </a:lnTo>
                <a:lnTo>
                  <a:pt x="0" y="20416"/>
                </a:lnTo>
                <a:lnTo>
                  <a:pt x="538" y="17318"/>
                </a:lnTo>
                <a:lnTo>
                  <a:pt x="967" y="15225"/>
                </a:lnTo>
                <a:lnTo>
                  <a:pt x="1514" y="13173"/>
                </a:lnTo>
                <a:lnTo>
                  <a:pt x="2400" y="10208"/>
                </a:lnTo>
                <a:lnTo>
                  <a:pt x="4140" y="10356"/>
                </a:lnTo>
                <a:lnTo>
                  <a:pt x="5424" y="10851"/>
                </a:lnTo>
                <a:lnTo>
                  <a:pt x="7349" y="12122"/>
                </a:lnTo>
                <a:lnTo>
                  <a:pt x="8006" y="12546"/>
                </a:lnTo>
                <a:lnTo>
                  <a:pt x="9984" y="13837"/>
                </a:lnTo>
                <a:lnTo>
                  <a:pt x="10985" y="14567"/>
                </a:lnTo>
                <a:lnTo>
                  <a:pt x="12000" y="15312"/>
                </a:lnTo>
                <a:lnTo>
                  <a:pt x="12000" y="12280"/>
                </a:lnTo>
                <a:lnTo>
                  <a:pt x="12000" y="9238"/>
                </a:lnTo>
                <a:lnTo>
                  <a:pt x="12000" y="6186"/>
                </a:lnTo>
                <a:lnTo>
                  <a:pt x="12000" y="3108"/>
                </a:lnTo>
                <a:lnTo>
                  <a:pt x="12000" y="0"/>
                </a:lnTo>
                <a:close/>
              </a:path>
            </a:pathLst>
          </a:custGeom>
          <a:solidFill>
            <a:srgbClr val="6A62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3" name="contour_12711"/>
          <p:cNvSpPr/>
          <p:nvPr/>
        </p:nvSpPr>
        <p:spPr>
          <a:xfrm>
            <a:off x="9834587" y="2995365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11" y="0"/>
                </a:lnTo>
                <a:lnTo>
                  <a:pt x="10263" y="0"/>
                </a:lnTo>
                <a:lnTo>
                  <a:pt x="12343" y="0"/>
                </a:lnTo>
                <a:lnTo>
                  <a:pt x="12343" y="2380"/>
                </a:lnTo>
                <a:lnTo>
                  <a:pt x="12343" y="4774"/>
                </a:lnTo>
                <a:lnTo>
                  <a:pt x="12343" y="7200"/>
                </a:lnTo>
                <a:lnTo>
                  <a:pt x="14176" y="6487"/>
                </a:lnTo>
                <a:lnTo>
                  <a:pt x="16015" y="5771"/>
                </a:lnTo>
                <a:lnTo>
                  <a:pt x="17860" y="5054"/>
                </a:lnTo>
                <a:lnTo>
                  <a:pt x="19721" y="4331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20949" y="10699"/>
                </a:lnTo>
                <a:lnTo>
                  <a:pt x="19798" y="10526"/>
                </a:lnTo>
                <a:lnTo>
                  <a:pt x="17163" y="10123"/>
                </a:lnTo>
                <a:lnTo>
                  <a:pt x="15571" y="10346"/>
                </a:lnTo>
                <a:lnTo>
                  <a:pt x="13969" y="10573"/>
                </a:lnTo>
                <a:lnTo>
                  <a:pt x="12343" y="10800"/>
                </a:lnTo>
                <a:lnTo>
                  <a:pt x="11300" y="13478"/>
                </a:lnTo>
                <a:lnTo>
                  <a:pt x="10618" y="15379"/>
                </a:lnTo>
                <a:lnTo>
                  <a:pt x="10149" y="17021"/>
                </a:lnTo>
                <a:lnTo>
                  <a:pt x="9745" y="18922"/>
                </a:lnTo>
                <a:lnTo>
                  <a:pt x="9257" y="21600"/>
                </a:lnTo>
                <a:lnTo>
                  <a:pt x="7424" y="20887"/>
                </a:lnTo>
                <a:lnTo>
                  <a:pt x="5585" y="20171"/>
                </a:lnTo>
                <a:lnTo>
                  <a:pt x="3740" y="19454"/>
                </a:lnTo>
                <a:lnTo>
                  <a:pt x="1879" y="18731"/>
                </a:lnTo>
                <a:lnTo>
                  <a:pt x="0" y="18000"/>
                </a:lnTo>
                <a:lnTo>
                  <a:pt x="657" y="15743"/>
                </a:lnTo>
                <a:lnTo>
                  <a:pt x="1327" y="13489"/>
                </a:lnTo>
                <a:lnTo>
                  <a:pt x="2009" y="11243"/>
                </a:lnTo>
                <a:lnTo>
                  <a:pt x="2700" y="9000"/>
                </a:lnTo>
                <a:lnTo>
                  <a:pt x="3200" y="7326"/>
                </a:lnTo>
                <a:lnTo>
                  <a:pt x="3706" y="5645"/>
                </a:lnTo>
                <a:lnTo>
                  <a:pt x="4218" y="3938"/>
                </a:lnTo>
                <a:lnTo>
                  <a:pt x="5187" y="1984"/>
                </a:lnTo>
                <a:lnTo>
                  <a:pt x="6171" y="0"/>
                </a:lnTo>
                <a:close/>
              </a:path>
            </a:pathLst>
          </a:custGeom>
          <a:solidFill>
            <a:srgbClr val="C1D4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4" name="contour_12712"/>
          <p:cNvSpPr/>
          <p:nvPr/>
        </p:nvSpPr>
        <p:spPr>
          <a:xfrm>
            <a:off x="7895982" y="2995365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9F8C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5" name="contour_12713"/>
          <p:cNvSpPr/>
          <p:nvPr/>
        </p:nvSpPr>
        <p:spPr>
          <a:xfrm>
            <a:off x="3734801" y="2973501"/>
            <a:ext cx="2763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91" y="0"/>
                </a:moveTo>
                <a:lnTo>
                  <a:pt x="9256" y="0"/>
                </a:lnTo>
                <a:lnTo>
                  <a:pt x="13044" y="0"/>
                </a:lnTo>
                <a:lnTo>
                  <a:pt x="16884" y="0"/>
                </a:lnTo>
                <a:lnTo>
                  <a:pt x="18433" y="1752"/>
                </a:lnTo>
                <a:lnTo>
                  <a:pt x="19652" y="3451"/>
                </a:lnTo>
                <a:lnTo>
                  <a:pt x="20552" y="5110"/>
                </a:lnTo>
                <a:lnTo>
                  <a:pt x="21167" y="6737"/>
                </a:lnTo>
                <a:lnTo>
                  <a:pt x="21509" y="8342"/>
                </a:lnTo>
                <a:lnTo>
                  <a:pt x="21600" y="9936"/>
                </a:lnTo>
                <a:lnTo>
                  <a:pt x="21458" y="11527"/>
                </a:lnTo>
                <a:lnTo>
                  <a:pt x="21104" y="13128"/>
                </a:lnTo>
                <a:lnTo>
                  <a:pt x="20563" y="14746"/>
                </a:lnTo>
                <a:lnTo>
                  <a:pt x="19846" y="16392"/>
                </a:lnTo>
                <a:lnTo>
                  <a:pt x="18985" y="18077"/>
                </a:lnTo>
                <a:lnTo>
                  <a:pt x="17989" y="19810"/>
                </a:lnTo>
                <a:lnTo>
                  <a:pt x="16884" y="21600"/>
                </a:lnTo>
                <a:lnTo>
                  <a:pt x="13637" y="21137"/>
                </a:lnTo>
                <a:lnTo>
                  <a:pt x="11370" y="20731"/>
                </a:lnTo>
                <a:lnTo>
                  <a:pt x="9011" y="20160"/>
                </a:lnTo>
                <a:lnTo>
                  <a:pt x="5491" y="19200"/>
                </a:lnTo>
                <a:lnTo>
                  <a:pt x="4232" y="17599"/>
                </a:lnTo>
                <a:lnTo>
                  <a:pt x="3401" y="16433"/>
                </a:lnTo>
                <a:lnTo>
                  <a:pt x="2803" y="15362"/>
                </a:lnTo>
                <a:lnTo>
                  <a:pt x="2256" y="14047"/>
                </a:lnTo>
                <a:lnTo>
                  <a:pt x="1572" y="12149"/>
                </a:lnTo>
                <a:lnTo>
                  <a:pt x="1082" y="10889"/>
                </a:lnTo>
                <a:lnTo>
                  <a:pt x="587" y="9622"/>
                </a:lnTo>
                <a:lnTo>
                  <a:pt x="85" y="8335"/>
                </a:lnTo>
                <a:lnTo>
                  <a:pt x="0" y="6638"/>
                </a:lnTo>
                <a:lnTo>
                  <a:pt x="142" y="5177"/>
                </a:lnTo>
                <a:lnTo>
                  <a:pt x="627" y="3866"/>
                </a:lnTo>
                <a:lnTo>
                  <a:pt x="1595" y="2623"/>
                </a:lnTo>
                <a:lnTo>
                  <a:pt x="3173" y="1363"/>
                </a:lnTo>
                <a:lnTo>
                  <a:pt x="5491" y="0"/>
                </a:lnTo>
                <a:close/>
              </a:path>
            </a:pathLst>
          </a:custGeom>
          <a:solidFill>
            <a:srgbClr val="AEB6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6" name="contour_12714"/>
          <p:cNvSpPr/>
          <p:nvPr/>
        </p:nvSpPr>
        <p:spPr>
          <a:xfrm>
            <a:off x="7859542" y="2944349"/>
            <a:ext cx="3230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35" y="305"/>
                </a:lnTo>
                <a:lnTo>
                  <a:pt x="9750" y="570"/>
                </a:lnTo>
                <a:lnTo>
                  <a:pt x="12596" y="867"/>
                </a:lnTo>
                <a:lnTo>
                  <a:pt x="14808" y="1269"/>
                </a:lnTo>
                <a:lnTo>
                  <a:pt x="16922" y="1855"/>
                </a:lnTo>
                <a:lnTo>
                  <a:pt x="19490" y="2700"/>
                </a:lnTo>
                <a:lnTo>
                  <a:pt x="20533" y="4676"/>
                </a:lnTo>
                <a:lnTo>
                  <a:pt x="21235" y="6610"/>
                </a:lnTo>
                <a:lnTo>
                  <a:pt x="21590" y="8513"/>
                </a:lnTo>
                <a:lnTo>
                  <a:pt x="21600" y="10406"/>
                </a:lnTo>
                <a:lnTo>
                  <a:pt x="21254" y="12307"/>
                </a:lnTo>
                <a:lnTo>
                  <a:pt x="20552" y="14232"/>
                </a:lnTo>
                <a:lnTo>
                  <a:pt x="19490" y="16200"/>
                </a:lnTo>
                <a:lnTo>
                  <a:pt x="17078" y="17091"/>
                </a:lnTo>
                <a:lnTo>
                  <a:pt x="14661" y="17985"/>
                </a:lnTo>
                <a:lnTo>
                  <a:pt x="12235" y="18881"/>
                </a:lnTo>
                <a:lnTo>
                  <a:pt x="9799" y="19780"/>
                </a:lnTo>
                <a:lnTo>
                  <a:pt x="7348" y="20687"/>
                </a:lnTo>
                <a:lnTo>
                  <a:pt x="4873" y="21600"/>
                </a:lnTo>
                <a:lnTo>
                  <a:pt x="4468" y="19818"/>
                </a:lnTo>
                <a:lnTo>
                  <a:pt x="4069" y="18036"/>
                </a:lnTo>
                <a:lnTo>
                  <a:pt x="3664" y="16251"/>
                </a:lnTo>
                <a:lnTo>
                  <a:pt x="3265" y="14464"/>
                </a:lnTo>
                <a:lnTo>
                  <a:pt x="2860" y="12674"/>
                </a:lnTo>
                <a:lnTo>
                  <a:pt x="2456" y="10881"/>
                </a:lnTo>
                <a:lnTo>
                  <a:pt x="2051" y="9083"/>
                </a:lnTo>
                <a:lnTo>
                  <a:pt x="1642" y="7279"/>
                </a:lnTo>
                <a:lnTo>
                  <a:pt x="1233" y="5470"/>
                </a:lnTo>
                <a:lnTo>
                  <a:pt x="823" y="3656"/>
                </a:lnTo>
                <a:lnTo>
                  <a:pt x="414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DA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7" name="contour_12715"/>
          <p:cNvSpPr/>
          <p:nvPr/>
        </p:nvSpPr>
        <p:spPr>
          <a:xfrm>
            <a:off x="2502868" y="2928133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930"/>
                </a:moveTo>
                <a:lnTo>
                  <a:pt x="7318" y="298"/>
                </a:lnTo>
                <a:lnTo>
                  <a:pt x="10122" y="12"/>
                </a:lnTo>
                <a:lnTo>
                  <a:pt x="12839" y="0"/>
                </a:lnTo>
                <a:lnTo>
                  <a:pt x="15582" y="198"/>
                </a:lnTo>
                <a:lnTo>
                  <a:pt x="18468" y="533"/>
                </a:lnTo>
                <a:lnTo>
                  <a:pt x="21600" y="930"/>
                </a:lnTo>
                <a:lnTo>
                  <a:pt x="21064" y="3489"/>
                </a:lnTo>
                <a:lnTo>
                  <a:pt x="20529" y="6048"/>
                </a:lnTo>
                <a:lnTo>
                  <a:pt x="19993" y="8615"/>
                </a:lnTo>
                <a:lnTo>
                  <a:pt x="19457" y="11187"/>
                </a:lnTo>
                <a:lnTo>
                  <a:pt x="18917" y="13770"/>
                </a:lnTo>
                <a:lnTo>
                  <a:pt x="18373" y="16366"/>
                </a:lnTo>
                <a:lnTo>
                  <a:pt x="17829" y="18975"/>
                </a:lnTo>
                <a:lnTo>
                  <a:pt x="17280" y="21600"/>
                </a:lnTo>
                <a:lnTo>
                  <a:pt x="14429" y="20918"/>
                </a:lnTo>
                <a:lnTo>
                  <a:pt x="11573" y="20236"/>
                </a:lnTo>
                <a:lnTo>
                  <a:pt x="8705" y="19550"/>
                </a:lnTo>
                <a:lnTo>
                  <a:pt x="5823" y="18859"/>
                </a:lnTo>
                <a:lnTo>
                  <a:pt x="2925" y="18165"/>
                </a:lnTo>
                <a:lnTo>
                  <a:pt x="0" y="17466"/>
                </a:lnTo>
                <a:lnTo>
                  <a:pt x="652" y="12534"/>
                </a:lnTo>
                <a:lnTo>
                  <a:pt x="1175" y="9086"/>
                </a:lnTo>
                <a:lnTo>
                  <a:pt x="1680" y="6660"/>
                </a:lnTo>
                <a:lnTo>
                  <a:pt x="2294" y="4795"/>
                </a:lnTo>
                <a:lnTo>
                  <a:pt x="3132" y="3043"/>
                </a:lnTo>
                <a:lnTo>
                  <a:pt x="4320" y="930"/>
                </a:lnTo>
                <a:close/>
              </a:path>
            </a:pathLst>
          </a:custGeom>
          <a:solidFill>
            <a:srgbClr val="F3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8" name="contour_12716"/>
          <p:cNvSpPr/>
          <p:nvPr/>
        </p:nvSpPr>
        <p:spPr>
          <a:xfrm>
            <a:off x="9871027" y="2915197"/>
            <a:ext cx="72880" cy="293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0"/>
                </a:moveTo>
                <a:lnTo>
                  <a:pt x="3640" y="408"/>
                </a:lnTo>
                <a:lnTo>
                  <a:pt x="5121" y="816"/>
                </a:lnTo>
                <a:lnTo>
                  <a:pt x="6603" y="1230"/>
                </a:lnTo>
                <a:lnTo>
                  <a:pt x="8087" y="1638"/>
                </a:lnTo>
                <a:lnTo>
                  <a:pt x="9573" y="2046"/>
                </a:lnTo>
                <a:lnTo>
                  <a:pt x="11061" y="2460"/>
                </a:lnTo>
                <a:lnTo>
                  <a:pt x="12554" y="2873"/>
                </a:lnTo>
                <a:lnTo>
                  <a:pt x="14049" y="3287"/>
                </a:lnTo>
                <a:lnTo>
                  <a:pt x="15548" y="3700"/>
                </a:lnTo>
                <a:lnTo>
                  <a:pt x="17053" y="4114"/>
                </a:lnTo>
                <a:lnTo>
                  <a:pt x="18563" y="4533"/>
                </a:lnTo>
                <a:lnTo>
                  <a:pt x="20077" y="4952"/>
                </a:lnTo>
                <a:lnTo>
                  <a:pt x="21600" y="5370"/>
                </a:lnTo>
                <a:lnTo>
                  <a:pt x="21600" y="8034"/>
                </a:lnTo>
                <a:lnTo>
                  <a:pt x="21600" y="10741"/>
                </a:lnTo>
                <a:lnTo>
                  <a:pt x="20064" y="12164"/>
                </a:lnTo>
                <a:lnTo>
                  <a:pt x="18924" y="13174"/>
                </a:lnTo>
                <a:lnTo>
                  <a:pt x="17837" y="14044"/>
                </a:lnTo>
                <a:lnTo>
                  <a:pt x="16459" y="15043"/>
                </a:lnTo>
                <a:lnTo>
                  <a:pt x="14446" y="16444"/>
                </a:lnTo>
                <a:lnTo>
                  <a:pt x="13116" y="17395"/>
                </a:lnTo>
                <a:lnTo>
                  <a:pt x="11776" y="18351"/>
                </a:lnTo>
                <a:lnTo>
                  <a:pt x="10420" y="19323"/>
                </a:lnTo>
                <a:lnTo>
                  <a:pt x="8893" y="20091"/>
                </a:lnTo>
                <a:lnTo>
                  <a:pt x="7413" y="20698"/>
                </a:lnTo>
                <a:lnTo>
                  <a:pt x="5959" y="21144"/>
                </a:lnTo>
                <a:lnTo>
                  <a:pt x="4512" y="21439"/>
                </a:lnTo>
                <a:lnTo>
                  <a:pt x="3050" y="21589"/>
                </a:lnTo>
                <a:lnTo>
                  <a:pt x="1553" y="21600"/>
                </a:lnTo>
                <a:lnTo>
                  <a:pt x="0" y="21482"/>
                </a:lnTo>
                <a:lnTo>
                  <a:pt x="356" y="17937"/>
                </a:lnTo>
                <a:lnTo>
                  <a:pt x="713" y="14387"/>
                </a:lnTo>
                <a:lnTo>
                  <a:pt x="1071" y="10821"/>
                </a:lnTo>
                <a:lnTo>
                  <a:pt x="1432" y="7239"/>
                </a:lnTo>
                <a:lnTo>
                  <a:pt x="1795" y="3636"/>
                </a:lnTo>
                <a:lnTo>
                  <a:pt x="2160" y="0"/>
                </a:lnTo>
                <a:close/>
              </a:path>
            </a:pathLst>
          </a:custGeom>
          <a:solidFill>
            <a:srgbClr val="C5BD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19" name="contour_12717"/>
          <p:cNvSpPr/>
          <p:nvPr/>
        </p:nvSpPr>
        <p:spPr>
          <a:xfrm>
            <a:off x="5359760" y="2886795"/>
            <a:ext cx="43728" cy="502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36" y="1121"/>
                </a:moveTo>
                <a:lnTo>
                  <a:pt x="15880" y="2571"/>
                </a:lnTo>
                <a:lnTo>
                  <a:pt x="17561" y="3984"/>
                </a:lnTo>
                <a:lnTo>
                  <a:pt x="19037" y="5468"/>
                </a:lnTo>
                <a:lnTo>
                  <a:pt x="20365" y="7128"/>
                </a:lnTo>
                <a:lnTo>
                  <a:pt x="21600" y="9073"/>
                </a:lnTo>
                <a:lnTo>
                  <a:pt x="21251" y="11253"/>
                </a:lnTo>
                <a:lnTo>
                  <a:pt x="20714" y="13260"/>
                </a:lnTo>
                <a:lnTo>
                  <a:pt x="19966" y="15120"/>
                </a:lnTo>
                <a:lnTo>
                  <a:pt x="18983" y="16855"/>
                </a:lnTo>
                <a:lnTo>
                  <a:pt x="17744" y="18496"/>
                </a:lnTo>
                <a:lnTo>
                  <a:pt x="16225" y="20069"/>
                </a:lnTo>
                <a:lnTo>
                  <a:pt x="14400" y="21600"/>
                </a:lnTo>
                <a:lnTo>
                  <a:pt x="11819" y="21547"/>
                </a:lnTo>
                <a:lnTo>
                  <a:pt x="9371" y="21268"/>
                </a:lnTo>
                <a:lnTo>
                  <a:pt x="7013" y="20789"/>
                </a:lnTo>
                <a:lnTo>
                  <a:pt x="4694" y="20144"/>
                </a:lnTo>
                <a:lnTo>
                  <a:pt x="2372" y="19361"/>
                </a:lnTo>
                <a:lnTo>
                  <a:pt x="0" y="18468"/>
                </a:lnTo>
                <a:lnTo>
                  <a:pt x="1674" y="17983"/>
                </a:lnTo>
                <a:lnTo>
                  <a:pt x="3373" y="17491"/>
                </a:lnTo>
                <a:lnTo>
                  <a:pt x="5674" y="15950"/>
                </a:lnTo>
                <a:lnTo>
                  <a:pt x="7330" y="14319"/>
                </a:lnTo>
                <a:lnTo>
                  <a:pt x="8507" y="12543"/>
                </a:lnTo>
                <a:lnTo>
                  <a:pt x="9367" y="10585"/>
                </a:lnTo>
                <a:lnTo>
                  <a:pt x="10076" y="8399"/>
                </a:lnTo>
                <a:lnTo>
                  <a:pt x="10800" y="5941"/>
                </a:lnTo>
                <a:lnTo>
                  <a:pt x="9018" y="5164"/>
                </a:lnTo>
                <a:lnTo>
                  <a:pt x="7229" y="4388"/>
                </a:lnTo>
                <a:lnTo>
                  <a:pt x="5425" y="3602"/>
                </a:lnTo>
                <a:lnTo>
                  <a:pt x="3600" y="2809"/>
                </a:lnTo>
                <a:lnTo>
                  <a:pt x="5699" y="1356"/>
                </a:lnTo>
                <a:lnTo>
                  <a:pt x="7571" y="398"/>
                </a:lnTo>
                <a:lnTo>
                  <a:pt x="9421" y="0"/>
                </a:lnTo>
                <a:lnTo>
                  <a:pt x="11473" y="219"/>
                </a:lnTo>
                <a:lnTo>
                  <a:pt x="13936" y="1121"/>
                </a:lnTo>
                <a:close/>
              </a:path>
            </a:pathLst>
          </a:custGeom>
          <a:solidFill>
            <a:srgbClr val="B19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0" name="contour_12718"/>
          <p:cNvSpPr/>
          <p:nvPr/>
        </p:nvSpPr>
        <p:spPr>
          <a:xfrm>
            <a:off x="5060953" y="2907909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138"/>
                </a:lnTo>
                <a:lnTo>
                  <a:pt x="16778" y="4281"/>
                </a:lnTo>
                <a:lnTo>
                  <a:pt x="17974" y="6432"/>
                </a:lnTo>
                <a:lnTo>
                  <a:pt x="19174" y="8592"/>
                </a:lnTo>
                <a:lnTo>
                  <a:pt x="20381" y="10765"/>
                </a:lnTo>
                <a:lnTo>
                  <a:pt x="21600" y="12960"/>
                </a:lnTo>
                <a:lnTo>
                  <a:pt x="20407" y="14960"/>
                </a:lnTo>
                <a:lnTo>
                  <a:pt x="19322" y="16662"/>
                </a:lnTo>
                <a:lnTo>
                  <a:pt x="18264" y="18122"/>
                </a:lnTo>
                <a:lnTo>
                  <a:pt x="17143" y="19397"/>
                </a:lnTo>
                <a:lnTo>
                  <a:pt x="15883" y="20537"/>
                </a:lnTo>
                <a:lnTo>
                  <a:pt x="14400" y="21600"/>
                </a:lnTo>
                <a:lnTo>
                  <a:pt x="12768" y="21384"/>
                </a:lnTo>
                <a:lnTo>
                  <a:pt x="11148" y="21082"/>
                </a:lnTo>
                <a:lnTo>
                  <a:pt x="9542" y="20710"/>
                </a:lnTo>
                <a:lnTo>
                  <a:pt x="7946" y="20265"/>
                </a:lnTo>
                <a:lnTo>
                  <a:pt x="6355" y="19760"/>
                </a:lnTo>
                <a:lnTo>
                  <a:pt x="4769" y="19202"/>
                </a:lnTo>
                <a:lnTo>
                  <a:pt x="3182" y="18598"/>
                </a:lnTo>
                <a:lnTo>
                  <a:pt x="1594" y="17954"/>
                </a:lnTo>
                <a:lnTo>
                  <a:pt x="0" y="17280"/>
                </a:lnTo>
                <a:lnTo>
                  <a:pt x="1735" y="13733"/>
                </a:lnTo>
                <a:lnTo>
                  <a:pt x="2993" y="11327"/>
                </a:lnTo>
                <a:lnTo>
                  <a:pt x="3982" y="9793"/>
                </a:lnTo>
                <a:lnTo>
                  <a:pt x="4903" y="8869"/>
                </a:lnTo>
                <a:lnTo>
                  <a:pt x="5964" y="8290"/>
                </a:lnTo>
                <a:lnTo>
                  <a:pt x="7368" y="7798"/>
                </a:lnTo>
                <a:lnTo>
                  <a:pt x="7987" y="7871"/>
                </a:lnTo>
                <a:lnTo>
                  <a:pt x="8664" y="7953"/>
                </a:lnTo>
                <a:lnTo>
                  <a:pt x="9732" y="8078"/>
                </a:lnTo>
                <a:lnTo>
                  <a:pt x="11532" y="8294"/>
                </a:lnTo>
                <a:lnTo>
                  <a:pt x="14400" y="8640"/>
                </a:lnTo>
                <a:lnTo>
                  <a:pt x="14400" y="5784"/>
                </a:lnTo>
                <a:lnTo>
                  <a:pt x="14400" y="2912"/>
                </a:lnTo>
                <a:lnTo>
                  <a:pt x="14400" y="0"/>
                </a:lnTo>
                <a:close/>
              </a:path>
            </a:pathLst>
          </a:custGeom>
          <a:solidFill>
            <a:srgbClr val="32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1" name="contour_12719"/>
          <p:cNvSpPr/>
          <p:nvPr/>
        </p:nvSpPr>
        <p:spPr>
          <a:xfrm>
            <a:off x="8362413" y="2900621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3333" y="1710"/>
                </a:lnTo>
                <a:lnTo>
                  <a:pt x="13162" y="3431"/>
                </a:lnTo>
                <a:lnTo>
                  <a:pt x="12992" y="5177"/>
                </a:lnTo>
                <a:lnTo>
                  <a:pt x="13160" y="7034"/>
                </a:lnTo>
                <a:lnTo>
                  <a:pt x="13330" y="8903"/>
                </a:lnTo>
                <a:lnTo>
                  <a:pt x="13500" y="10800"/>
                </a:lnTo>
                <a:lnTo>
                  <a:pt x="15509" y="11801"/>
                </a:lnTo>
                <a:lnTo>
                  <a:pt x="16934" y="12488"/>
                </a:lnTo>
                <a:lnTo>
                  <a:pt x="18166" y="13036"/>
                </a:lnTo>
                <a:lnTo>
                  <a:pt x="19591" y="13615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815" y="21600"/>
                </a:lnTo>
                <a:lnTo>
                  <a:pt x="18020" y="21600"/>
                </a:lnTo>
                <a:lnTo>
                  <a:pt x="16200" y="21600"/>
                </a:lnTo>
                <a:lnTo>
                  <a:pt x="16200" y="19220"/>
                </a:lnTo>
                <a:lnTo>
                  <a:pt x="16200" y="16826"/>
                </a:lnTo>
                <a:lnTo>
                  <a:pt x="16200" y="14400"/>
                </a:lnTo>
                <a:lnTo>
                  <a:pt x="15385" y="14220"/>
                </a:lnTo>
                <a:lnTo>
                  <a:pt x="14637" y="14051"/>
                </a:lnTo>
                <a:lnTo>
                  <a:pt x="13819" y="13871"/>
                </a:lnTo>
                <a:lnTo>
                  <a:pt x="12798" y="13644"/>
                </a:lnTo>
                <a:lnTo>
                  <a:pt x="11443" y="13342"/>
                </a:lnTo>
                <a:lnTo>
                  <a:pt x="9617" y="12938"/>
                </a:lnTo>
                <a:lnTo>
                  <a:pt x="7193" y="12398"/>
                </a:lnTo>
                <a:lnTo>
                  <a:pt x="4031" y="11696"/>
                </a:lnTo>
                <a:lnTo>
                  <a:pt x="0" y="10800"/>
                </a:lnTo>
                <a:lnTo>
                  <a:pt x="0" y="8420"/>
                </a:lnTo>
                <a:lnTo>
                  <a:pt x="0" y="6026"/>
                </a:lnTo>
                <a:lnTo>
                  <a:pt x="0" y="3600"/>
                </a:lnTo>
                <a:lnTo>
                  <a:pt x="1747" y="2606"/>
                </a:lnTo>
                <a:lnTo>
                  <a:pt x="3394" y="1804"/>
                </a:lnTo>
                <a:lnTo>
                  <a:pt x="4984" y="1177"/>
                </a:lnTo>
                <a:lnTo>
                  <a:pt x="6558" y="702"/>
                </a:lnTo>
                <a:lnTo>
                  <a:pt x="8157" y="367"/>
                </a:lnTo>
                <a:lnTo>
                  <a:pt x="9817" y="151"/>
                </a:lnTo>
                <a:lnTo>
                  <a:pt x="11586" y="36"/>
                </a:lnTo>
                <a:lnTo>
                  <a:pt x="13500" y="0"/>
                </a:lnTo>
                <a:close/>
              </a:path>
            </a:pathLst>
          </a:custGeom>
          <a:solidFill>
            <a:srgbClr val="5758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2" name="contour_12720"/>
          <p:cNvSpPr/>
          <p:nvPr/>
        </p:nvSpPr>
        <p:spPr>
          <a:xfrm>
            <a:off x="1861525" y="290062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677"/>
                </a:lnTo>
                <a:lnTo>
                  <a:pt x="14135" y="1202"/>
                </a:lnTo>
                <a:lnTo>
                  <a:pt x="16105" y="1750"/>
                </a:lnTo>
                <a:lnTo>
                  <a:pt x="18386" y="2491"/>
                </a:lnTo>
                <a:lnTo>
                  <a:pt x="21600" y="3600"/>
                </a:lnTo>
                <a:lnTo>
                  <a:pt x="21600" y="6170"/>
                </a:lnTo>
                <a:lnTo>
                  <a:pt x="21600" y="8744"/>
                </a:lnTo>
                <a:lnTo>
                  <a:pt x="21600" y="11315"/>
                </a:lnTo>
                <a:lnTo>
                  <a:pt x="21600" y="13885"/>
                </a:lnTo>
                <a:lnTo>
                  <a:pt x="21600" y="16456"/>
                </a:lnTo>
                <a:lnTo>
                  <a:pt x="21600" y="19030"/>
                </a:lnTo>
                <a:lnTo>
                  <a:pt x="21600" y="21600"/>
                </a:lnTo>
                <a:lnTo>
                  <a:pt x="18891" y="20833"/>
                </a:lnTo>
                <a:lnTo>
                  <a:pt x="16187" y="20052"/>
                </a:lnTo>
                <a:lnTo>
                  <a:pt x="13491" y="19256"/>
                </a:lnTo>
                <a:lnTo>
                  <a:pt x="10800" y="18450"/>
                </a:lnTo>
                <a:lnTo>
                  <a:pt x="8791" y="17867"/>
                </a:lnTo>
                <a:lnTo>
                  <a:pt x="6774" y="17276"/>
                </a:lnTo>
                <a:lnTo>
                  <a:pt x="4726" y="16679"/>
                </a:lnTo>
                <a:lnTo>
                  <a:pt x="2380" y="15548"/>
                </a:lnTo>
                <a:lnTo>
                  <a:pt x="0" y="14400"/>
                </a:lnTo>
                <a:lnTo>
                  <a:pt x="0" y="12020"/>
                </a:lnTo>
                <a:lnTo>
                  <a:pt x="0" y="9626"/>
                </a:lnTo>
                <a:lnTo>
                  <a:pt x="0" y="7200"/>
                </a:lnTo>
                <a:lnTo>
                  <a:pt x="2856" y="7200"/>
                </a:lnTo>
                <a:lnTo>
                  <a:pt x="5728" y="7200"/>
                </a:lnTo>
                <a:lnTo>
                  <a:pt x="8640" y="7200"/>
                </a:lnTo>
                <a:lnTo>
                  <a:pt x="8640" y="4820"/>
                </a:lnTo>
                <a:lnTo>
                  <a:pt x="8640" y="2426"/>
                </a:lnTo>
                <a:lnTo>
                  <a:pt x="8640" y="0"/>
                </a:lnTo>
                <a:close/>
              </a:path>
            </a:pathLst>
          </a:custGeom>
          <a:solidFill>
            <a:srgbClr val="2C2C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3" name="contour_12721"/>
          <p:cNvSpPr/>
          <p:nvPr/>
        </p:nvSpPr>
        <p:spPr>
          <a:xfrm>
            <a:off x="8522749" y="2906211"/>
            <a:ext cx="43728" cy="32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27"/>
                </a:moveTo>
                <a:lnTo>
                  <a:pt x="6199" y="484"/>
                </a:lnTo>
                <a:lnTo>
                  <a:pt x="8762" y="126"/>
                </a:lnTo>
                <a:lnTo>
                  <a:pt x="11308" y="0"/>
                </a:lnTo>
                <a:lnTo>
                  <a:pt x="13849" y="82"/>
                </a:lnTo>
                <a:lnTo>
                  <a:pt x="16398" y="319"/>
                </a:lnTo>
                <a:lnTo>
                  <a:pt x="18979" y="682"/>
                </a:lnTo>
                <a:lnTo>
                  <a:pt x="21600" y="1127"/>
                </a:lnTo>
                <a:lnTo>
                  <a:pt x="21442" y="4624"/>
                </a:lnTo>
                <a:lnTo>
                  <a:pt x="21186" y="7961"/>
                </a:lnTo>
                <a:lnTo>
                  <a:pt x="20772" y="11177"/>
                </a:lnTo>
                <a:lnTo>
                  <a:pt x="20146" y="14311"/>
                </a:lnTo>
                <a:lnTo>
                  <a:pt x="19242" y="17397"/>
                </a:lnTo>
                <a:lnTo>
                  <a:pt x="18000" y="20473"/>
                </a:lnTo>
                <a:lnTo>
                  <a:pt x="15401" y="21116"/>
                </a:lnTo>
                <a:lnTo>
                  <a:pt x="12838" y="21474"/>
                </a:lnTo>
                <a:lnTo>
                  <a:pt x="10292" y="21600"/>
                </a:lnTo>
                <a:lnTo>
                  <a:pt x="7751" y="21518"/>
                </a:lnTo>
                <a:lnTo>
                  <a:pt x="5202" y="21281"/>
                </a:lnTo>
                <a:lnTo>
                  <a:pt x="2621" y="20918"/>
                </a:lnTo>
                <a:lnTo>
                  <a:pt x="0" y="20473"/>
                </a:lnTo>
                <a:lnTo>
                  <a:pt x="158" y="16976"/>
                </a:lnTo>
                <a:lnTo>
                  <a:pt x="414" y="13639"/>
                </a:lnTo>
                <a:lnTo>
                  <a:pt x="828" y="10423"/>
                </a:lnTo>
                <a:lnTo>
                  <a:pt x="1454" y="7289"/>
                </a:lnTo>
                <a:lnTo>
                  <a:pt x="2358" y="4203"/>
                </a:lnTo>
                <a:lnTo>
                  <a:pt x="3600" y="1127"/>
                </a:lnTo>
                <a:close/>
              </a:path>
            </a:pathLst>
          </a:custGeom>
          <a:solidFill>
            <a:srgbClr val="BEB2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4" name="contour_12722"/>
          <p:cNvSpPr/>
          <p:nvPr/>
        </p:nvSpPr>
        <p:spPr>
          <a:xfrm>
            <a:off x="1664749" y="2870157"/>
            <a:ext cx="58304" cy="457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19"/>
                </a:moveTo>
                <a:lnTo>
                  <a:pt x="7328" y="206"/>
                </a:lnTo>
                <a:lnTo>
                  <a:pt x="8713" y="0"/>
                </a:lnTo>
                <a:lnTo>
                  <a:pt x="9944" y="0"/>
                </a:lnTo>
                <a:lnTo>
                  <a:pt x="11410" y="206"/>
                </a:lnTo>
                <a:lnTo>
                  <a:pt x="13500" y="619"/>
                </a:lnTo>
                <a:lnTo>
                  <a:pt x="14091" y="2684"/>
                </a:lnTo>
                <a:lnTo>
                  <a:pt x="14553" y="4741"/>
                </a:lnTo>
                <a:lnTo>
                  <a:pt x="14920" y="6809"/>
                </a:lnTo>
                <a:lnTo>
                  <a:pt x="15233" y="8918"/>
                </a:lnTo>
                <a:lnTo>
                  <a:pt x="15525" y="11089"/>
                </a:lnTo>
                <a:lnTo>
                  <a:pt x="15960" y="13033"/>
                </a:lnTo>
                <a:lnTo>
                  <a:pt x="16473" y="14292"/>
                </a:lnTo>
                <a:lnTo>
                  <a:pt x="17399" y="15417"/>
                </a:lnTo>
                <a:lnTo>
                  <a:pt x="19067" y="16962"/>
                </a:lnTo>
                <a:lnTo>
                  <a:pt x="20326" y="17389"/>
                </a:lnTo>
                <a:lnTo>
                  <a:pt x="21600" y="17822"/>
                </a:lnTo>
                <a:lnTo>
                  <a:pt x="19969" y="19818"/>
                </a:lnTo>
                <a:lnTo>
                  <a:pt x="18687" y="20874"/>
                </a:lnTo>
                <a:lnTo>
                  <a:pt x="17086" y="21352"/>
                </a:lnTo>
                <a:lnTo>
                  <a:pt x="14502" y="21600"/>
                </a:lnTo>
                <a:lnTo>
                  <a:pt x="12776" y="21559"/>
                </a:lnTo>
                <a:lnTo>
                  <a:pt x="11040" y="21517"/>
                </a:lnTo>
                <a:lnTo>
                  <a:pt x="9283" y="21476"/>
                </a:lnTo>
                <a:lnTo>
                  <a:pt x="8510" y="21462"/>
                </a:lnTo>
                <a:lnTo>
                  <a:pt x="7152" y="21438"/>
                </a:lnTo>
                <a:lnTo>
                  <a:pt x="4039" y="21383"/>
                </a:lnTo>
                <a:lnTo>
                  <a:pt x="3445" y="21366"/>
                </a:lnTo>
                <a:lnTo>
                  <a:pt x="2398" y="21335"/>
                </a:lnTo>
                <a:lnTo>
                  <a:pt x="0" y="21263"/>
                </a:lnTo>
                <a:lnTo>
                  <a:pt x="586" y="21197"/>
                </a:lnTo>
                <a:lnTo>
                  <a:pt x="2362" y="20994"/>
                </a:lnTo>
                <a:lnTo>
                  <a:pt x="4185" y="20616"/>
                </a:lnTo>
                <a:lnTo>
                  <a:pt x="5886" y="20172"/>
                </a:lnTo>
                <a:lnTo>
                  <a:pt x="7519" y="19601"/>
                </a:lnTo>
                <a:lnTo>
                  <a:pt x="9139" y="18841"/>
                </a:lnTo>
                <a:lnTo>
                  <a:pt x="10800" y="17822"/>
                </a:lnTo>
                <a:lnTo>
                  <a:pt x="11356" y="15472"/>
                </a:lnTo>
                <a:lnTo>
                  <a:pt x="11664" y="13202"/>
                </a:lnTo>
                <a:lnTo>
                  <a:pt x="11740" y="10965"/>
                </a:lnTo>
                <a:lnTo>
                  <a:pt x="11610" y="8722"/>
                </a:lnTo>
                <a:lnTo>
                  <a:pt x="11289" y="6437"/>
                </a:lnTo>
                <a:lnTo>
                  <a:pt x="10800" y="4060"/>
                </a:lnTo>
                <a:lnTo>
                  <a:pt x="9196" y="2553"/>
                </a:lnTo>
                <a:lnTo>
                  <a:pt x="8100" y="1693"/>
                </a:lnTo>
                <a:lnTo>
                  <a:pt x="7004" y="1156"/>
                </a:lnTo>
                <a:lnTo>
                  <a:pt x="5400" y="619"/>
                </a:lnTo>
                <a:close/>
              </a:path>
            </a:pathLst>
          </a:custGeom>
          <a:solidFill>
            <a:srgbClr val="7575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5" name="contour_12723"/>
          <p:cNvSpPr/>
          <p:nvPr/>
        </p:nvSpPr>
        <p:spPr>
          <a:xfrm>
            <a:off x="9951917" y="2891299"/>
            <a:ext cx="79446" cy="38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5" y="1142"/>
                </a:moveTo>
                <a:lnTo>
                  <a:pt x="3036" y="622"/>
                </a:lnTo>
                <a:lnTo>
                  <a:pt x="4284" y="278"/>
                </a:lnTo>
                <a:lnTo>
                  <a:pt x="5528" y="78"/>
                </a:lnTo>
                <a:lnTo>
                  <a:pt x="6775" y="0"/>
                </a:lnTo>
                <a:lnTo>
                  <a:pt x="8023" y="16"/>
                </a:lnTo>
                <a:lnTo>
                  <a:pt x="9279" y="102"/>
                </a:lnTo>
                <a:lnTo>
                  <a:pt x="10541" y="229"/>
                </a:lnTo>
                <a:lnTo>
                  <a:pt x="11816" y="372"/>
                </a:lnTo>
                <a:lnTo>
                  <a:pt x="12753" y="430"/>
                </a:lnTo>
                <a:lnTo>
                  <a:pt x="13696" y="487"/>
                </a:lnTo>
                <a:lnTo>
                  <a:pt x="14653" y="544"/>
                </a:lnTo>
                <a:lnTo>
                  <a:pt x="16044" y="638"/>
                </a:lnTo>
                <a:lnTo>
                  <a:pt x="17433" y="745"/>
                </a:lnTo>
                <a:lnTo>
                  <a:pt x="18822" y="863"/>
                </a:lnTo>
                <a:lnTo>
                  <a:pt x="20211" y="994"/>
                </a:lnTo>
                <a:lnTo>
                  <a:pt x="21600" y="1142"/>
                </a:lnTo>
                <a:lnTo>
                  <a:pt x="21600" y="3171"/>
                </a:lnTo>
                <a:lnTo>
                  <a:pt x="21600" y="5233"/>
                </a:lnTo>
                <a:lnTo>
                  <a:pt x="20348" y="5843"/>
                </a:lnTo>
                <a:lnTo>
                  <a:pt x="19093" y="6428"/>
                </a:lnTo>
                <a:lnTo>
                  <a:pt x="17841" y="6989"/>
                </a:lnTo>
                <a:lnTo>
                  <a:pt x="16585" y="7529"/>
                </a:lnTo>
                <a:lnTo>
                  <a:pt x="15329" y="8048"/>
                </a:lnTo>
                <a:lnTo>
                  <a:pt x="14070" y="8556"/>
                </a:lnTo>
                <a:lnTo>
                  <a:pt x="12810" y="9047"/>
                </a:lnTo>
                <a:lnTo>
                  <a:pt x="11546" y="9521"/>
                </a:lnTo>
                <a:lnTo>
                  <a:pt x="10280" y="9988"/>
                </a:lnTo>
                <a:lnTo>
                  <a:pt x="9079" y="10475"/>
                </a:lnTo>
                <a:lnTo>
                  <a:pt x="7860" y="10970"/>
                </a:lnTo>
                <a:lnTo>
                  <a:pt x="6753" y="11383"/>
                </a:lnTo>
                <a:lnTo>
                  <a:pt x="5629" y="11800"/>
                </a:lnTo>
                <a:lnTo>
                  <a:pt x="4272" y="13093"/>
                </a:lnTo>
                <a:lnTo>
                  <a:pt x="3466" y="14615"/>
                </a:lnTo>
                <a:lnTo>
                  <a:pt x="2520" y="17660"/>
                </a:lnTo>
                <a:lnTo>
                  <a:pt x="2156" y="19616"/>
                </a:lnTo>
                <a:lnTo>
                  <a:pt x="1785" y="21600"/>
                </a:lnTo>
                <a:lnTo>
                  <a:pt x="1011" y="19108"/>
                </a:lnTo>
                <a:lnTo>
                  <a:pt x="476" y="16899"/>
                </a:lnTo>
                <a:lnTo>
                  <a:pt x="151" y="14779"/>
                </a:lnTo>
                <a:lnTo>
                  <a:pt x="2" y="12553"/>
                </a:lnTo>
                <a:lnTo>
                  <a:pt x="0" y="10033"/>
                </a:lnTo>
                <a:lnTo>
                  <a:pt x="113" y="7025"/>
                </a:lnTo>
                <a:lnTo>
                  <a:pt x="666" y="5082"/>
                </a:lnTo>
                <a:lnTo>
                  <a:pt x="1223" y="3126"/>
                </a:lnTo>
                <a:lnTo>
                  <a:pt x="1785" y="1142"/>
                </a:lnTo>
                <a:close/>
              </a:path>
            </a:pathLst>
          </a:custGeom>
          <a:solidFill>
            <a:srgbClr val="8E8D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6" name="contour_12724"/>
          <p:cNvSpPr/>
          <p:nvPr/>
        </p:nvSpPr>
        <p:spPr>
          <a:xfrm>
            <a:off x="10577962" y="2862920"/>
            <a:ext cx="44384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47" y="895"/>
                </a:moveTo>
                <a:lnTo>
                  <a:pt x="6097" y="383"/>
                </a:lnTo>
                <a:lnTo>
                  <a:pt x="8626" y="98"/>
                </a:lnTo>
                <a:lnTo>
                  <a:pt x="11144" y="0"/>
                </a:lnTo>
                <a:lnTo>
                  <a:pt x="13659" y="62"/>
                </a:lnTo>
                <a:lnTo>
                  <a:pt x="16180" y="254"/>
                </a:lnTo>
                <a:lnTo>
                  <a:pt x="18716" y="543"/>
                </a:lnTo>
                <a:lnTo>
                  <a:pt x="21281" y="895"/>
                </a:lnTo>
                <a:lnTo>
                  <a:pt x="21494" y="4591"/>
                </a:lnTo>
                <a:lnTo>
                  <a:pt x="21600" y="7247"/>
                </a:lnTo>
                <a:lnTo>
                  <a:pt x="21600" y="9607"/>
                </a:lnTo>
                <a:lnTo>
                  <a:pt x="21494" y="12418"/>
                </a:lnTo>
                <a:lnTo>
                  <a:pt x="21281" y="16424"/>
                </a:lnTo>
                <a:lnTo>
                  <a:pt x="19674" y="18691"/>
                </a:lnTo>
                <a:lnTo>
                  <a:pt x="18401" y="19985"/>
                </a:lnTo>
                <a:lnTo>
                  <a:pt x="16791" y="20793"/>
                </a:lnTo>
                <a:lnTo>
                  <a:pt x="14187" y="21600"/>
                </a:lnTo>
                <a:lnTo>
                  <a:pt x="11765" y="20953"/>
                </a:lnTo>
                <a:lnTo>
                  <a:pt x="9392" y="20202"/>
                </a:lnTo>
                <a:lnTo>
                  <a:pt x="7047" y="19359"/>
                </a:lnTo>
                <a:lnTo>
                  <a:pt x="4717" y="18437"/>
                </a:lnTo>
                <a:lnTo>
                  <a:pt x="2373" y="17454"/>
                </a:lnTo>
                <a:lnTo>
                  <a:pt x="0" y="16424"/>
                </a:lnTo>
                <a:lnTo>
                  <a:pt x="348" y="12573"/>
                </a:lnTo>
                <a:lnTo>
                  <a:pt x="706" y="9840"/>
                </a:lnTo>
                <a:lnTo>
                  <a:pt x="1245" y="7480"/>
                </a:lnTo>
                <a:lnTo>
                  <a:pt x="2135" y="4747"/>
                </a:lnTo>
                <a:lnTo>
                  <a:pt x="3547" y="895"/>
                </a:lnTo>
                <a:close/>
              </a:path>
            </a:pathLst>
          </a:custGeom>
          <a:solidFill>
            <a:srgbClr val="DBE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7" name="contour_12725"/>
          <p:cNvSpPr/>
          <p:nvPr/>
        </p:nvSpPr>
        <p:spPr>
          <a:xfrm>
            <a:off x="10622208" y="2846413"/>
            <a:ext cx="43203" cy="39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25" y="0"/>
                </a:moveTo>
                <a:lnTo>
                  <a:pt x="11951" y="1076"/>
                </a:lnTo>
                <a:lnTo>
                  <a:pt x="13894" y="2081"/>
                </a:lnTo>
                <a:lnTo>
                  <a:pt x="15213" y="3595"/>
                </a:lnTo>
                <a:lnTo>
                  <a:pt x="16648" y="6196"/>
                </a:lnTo>
                <a:lnTo>
                  <a:pt x="17559" y="8739"/>
                </a:lnTo>
                <a:lnTo>
                  <a:pt x="18434" y="11285"/>
                </a:lnTo>
                <a:lnTo>
                  <a:pt x="19275" y="13843"/>
                </a:lnTo>
                <a:lnTo>
                  <a:pt x="20081" y="16409"/>
                </a:lnTo>
                <a:lnTo>
                  <a:pt x="20857" y="18994"/>
                </a:lnTo>
                <a:lnTo>
                  <a:pt x="21600" y="21600"/>
                </a:lnTo>
                <a:lnTo>
                  <a:pt x="19377" y="21250"/>
                </a:lnTo>
                <a:lnTo>
                  <a:pt x="17158" y="20885"/>
                </a:lnTo>
                <a:lnTo>
                  <a:pt x="14939" y="20504"/>
                </a:lnTo>
                <a:lnTo>
                  <a:pt x="12720" y="20110"/>
                </a:lnTo>
                <a:lnTo>
                  <a:pt x="10243" y="19693"/>
                </a:lnTo>
                <a:lnTo>
                  <a:pt x="7725" y="19272"/>
                </a:lnTo>
                <a:lnTo>
                  <a:pt x="5178" y="18263"/>
                </a:lnTo>
                <a:lnTo>
                  <a:pt x="3618" y="17354"/>
                </a:lnTo>
                <a:lnTo>
                  <a:pt x="2412" y="16031"/>
                </a:lnTo>
                <a:lnTo>
                  <a:pt x="922" y="13779"/>
                </a:lnTo>
                <a:lnTo>
                  <a:pt x="255" y="11344"/>
                </a:lnTo>
                <a:lnTo>
                  <a:pt x="0" y="9640"/>
                </a:lnTo>
                <a:lnTo>
                  <a:pt x="142" y="7865"/>
                </a:lnTo>
                <a:lnTo>
                  <a:pt x="649" y="5215"/>
                </a:lnTo>
                <a:lnTo>
                  <a:pt x="2314" y="3178"/>
                </a:lnTo>
                <a:lnTo>
                  <a:pt x="3695" y="1958"/>
                </a:lnTo>
                <a:lnTo>
                  <a:pt x="5549" y="1061"/>
                </a:lnTo>
                <a:lnTo>
                  <a:pt x="8625" y="0"/>
                </a:lnTo>
                <a:close/>
              </a:path>
            </a:pathLst>
          </a:custGeom>
          <a:solidFill>
            <a:srgbClr val="D7E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8" name="contour_12726"/>
          <p:cNvSpPr/>
          <p:nvPr/>
        </p:nvSpPr>
        <p:spPr>
          <a:xfrm>
            <a:off x="7042273" y="2835029"/>
            <a:ext cx="3745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77" y="2347"/>
                </a:lnTo>
                <a:lnTo>
                  <a:pt x="21112" y="4651"/>
                </a:lnTo>
                <a:lnTo>
                  <a:pt x="20780" y="6923"/>
                </a:lnTo>
                <a:lnTo>
                  <a:pt x="20360" y="9166"/>
                </a:lnTo>
                <a:lnTo>
                  <a:pt x="19830" y="11387"/>
                </a:lnTo>
                <a:lnTo>
                  <a:pt x="19175" y="13594"/>
                </a:lnTo>
                <a:lnTo>
                  <a:pt x="18372" y="15797"/>
                </a:lnTo>
                <a:lnTo>
                  <a:pt x="17397" y="18000"/>
                </a:lnTo>
                <a:lnTo>
                  <a:pt x="14610" y="19231"/>
                </a:lnTo>
                <a:lnTo>
                  <a:pt x="11975" y="20092"/>
                </a:lnTo>
                <a:lnTo>
                  <a:pt x="9377" y="20668"/>
                </a:lnTo>
                <a:lnTo>
                  <a:pt x="6691" y="21056"/>
                </a:lnTo>
                <a:lnTo>
                  <a:pt x="3804" y="21337"/>
                </a:lnTo>
                <a:lnTo>
                  <a:pt x="584" y="21600"/>
                </a:lnTo>
                <a:lnTo>
                  <a:pt x="193" y="19001"/>
                </a:lnTo>
                <a:lnTo>
                  <a:pt x="0" y="16600"/>
                </a:lnTo>
                <a:lnTo>
                  <a:pt x="97" y="14339"/>
                </a:lnTo>
                <a:lnTo>
                  <a:pt x="580" y="12143"/>
                </a:lnTo>
                <a:lnTo>
                  <a:pt x="1551" y="9947"/>
                </a:lnTo>
                <a:lnTo>
                  <a:pt x="3098" y="7679"/>
                </a:lnTo>
                <a:lnTo>
                  <a:pt x="6271" y="4835"/>
                </a:lnTo>
                <a:lnTo>
                  <a:pt x="8730" y="2797"/>
                </a:lnTo>
                <a:lnTo>
                  <a:pt x="10794" y="1433"/>
                </a:lnTo>
                <a:lnTo>
                  <a:pt x="12790" y="605"/>
                </a:lnTo>
                <a:lnTo>
                  <a:pt x="15043" y="180"/>
                </a:lnTo>
                <a:lnTo>
                  <a:pt x="17872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CF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29" name="contour_12727"/>
          <p:cNvSpPr/>
          <p:nvPr/>
        </p:nvSpPr>
        <p:spPr>
          <a:xfrm>
            <a:off x="1577293" y="2849605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5" y="302"/>
                </a:lnTo>
                <a:lnTo>
                  <a:pt x="3108" y="618"/>
                </a:lnTo>
                <a:lnTo>
                  <a:pt x="4660" y="946"/>
                </a:lnTo>
                <a:lnTo>
                  <a:pt x="6213" y="1279"/>
                </a:lnTo>
                <a:lnTo>
                  <a:pt x="7762" y="1620"/>
                </a:lnTo>
                <a:lnTo>
                  <a:pt x="8405" y="1754"/>
                </a:lnTo>
                <a:lnTo>
                  <a:pt x="9536" y="1992"/>
                </a:lnTo>
                <a:lnTo>
                  <a:pt x="12128" y="2532"/>
                </a:lnTo>
                <a:lnTo>
                  <a:pt x="14221" y="3607"/>
                </a:lnTo>
                <a:lnTo>
                  <a:pt x="15960" y="4851"/>
                </a:lnTo>
                <a:lnTo>
                  <a:pt x="17458" y="6333"/>
                </a:lnTo>
                <a:lnTo>
                  <a:pt x="18822" y="8135"/>
                </a:lnTo>
                <a:lnTo>
                  <a:pt x="20166" y="10316"/>
                </a:lnTo>
                <a:lnTo>
                  <a:pt x="21600" y="12960"/>
                </a:lnTo>
                <a:lnTo>
                  <a:pt x="19888" y="12809"/>
                </a:lnTo>
                <a:lnTo>
                  <a:pt x="18152" y="12658"/>
                </a:lnTo>
                <a:lnTo>
                  <a:pt x="16670" y="12580"/>
                </a:lnTo>
                <a:lnTo>
                  <a:pt x="15179" y="12502"/>
                </a:lnTo>
                <a:lnTo>
                  <a:pt x="13667" y="12420"/>
                </a:lnTo>
                <a:lnTo>
                  <a:pt x="12193" y="12321"/>
                </a:lnTo>
                <a:lnTo>
                  <a:pt x="10711" y="12221"/>
                </a:lnTo>
                <a:lnTo>
                  <a:pt x="9207" y="12118"/>
                </a:lnTo>
                <a:lnTo>
                  <a:pt x="8259" y="12325"/>
                </a:lnTo>
                <a:lnTo>
                  <a:pt x="5400" y="12960"/>
                </a:lnTo>
                <a:lnTo>
                  <a:pt x="4730" y="15098"/>
                </a:lnTo>
                <a:lnTo>
                  <a:pt x="4061" y="17250"/>
                </a:lnTo>
                <a:lnTo>
                  <a:pt x="3383" y="19410"/>
                </a:lnTo>
                <a:lnTo>
                  <a:pt x="2700" y="21600"/>
                </a:lnTo>
                <a:lnTo>
                  <a:pt x="2365" y="18926"/>
                </a:lnTo>
                <a:lnTo>
                  <a:pt x="2030" y="16252"/>
                </a:lnTo>
                <a:lnTo>
                  <a:pt x="1696" y="13569"/>
                </a:lnTo>
                <a:lnTo>
                  <a:pt x="1361" y="10882"/>
                </a:lnTo>
                <a:lnTo>
                  <a:pt x="1023" y="8182"/>
                </a:lnTo>
                <a:lnTo>
                  <a:pt x="683" y="5469"/>
                </a:lnTo>
                <a:lnTo>
                  <a:pt x="343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615F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0" name="contour_12728"/>
          <p:cNvSpPr/>
          <p:nvPr/>
        </p:nvSpPr>
        <p:spPr>
          <a:xfrm>
            <a:off x="7954285" y="2813165"/>
            <a:ext cx="4315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37" y="0"/>
                </a:moveTo>
                <a:lnTo>
                  <a:pt x="19616" y="3212"/>
                </a:lnTo>
                <a:lnTo>
                  <a:pt x="20590" y="5616"/>
                </a:lnTo>
                <a:lnTo>
                  <a:pt x="21213" y="7464"/>
                </a:lnTo>
                <a:lnTo>
                  <a:pt x="21531" y="9004"/>
                </a:lnTo>
                <a:lnTo>
                  <a:pt x="21600" y="10485"/>
                </a:lnTo>
                <a:lnTo>
                  <a:pt x="21472" y="12158"/>
                </a:lnTo>
                <a:lnTo>
                  <a:pt x="21199" y="14271"/>
                </a:lnTo>
                <a:lnTo>
                  <a:pt x="19433" y="16743"/>
                </a:lnTo>
                <a:lnTo>
                  <a:pt x="18168" y="18141"/>
                </a:lnTo>
                <a:lnTo>
                  <a:pt x="16804" y="18980"/>
                </a:lnTo>
                <a:lnTo>
                  <a:pt x="14732" y="19779"/>
                </a:lnTo>
                <a:lnTo>
                  <a:pt x="12533" y="20218"/>
                </a:lnTo>
                <a:lnTo>
                  <a:pt x="10322" y="20609"/>
                </a:lnTo>
                <a:lnTo>
                  <a:pt x="8105" y="20964"/>
                </a:lnTo>
                <a:lnTo>
                  <a:pt x="5876" y="21291"/>
                </a:lnTo>
                <a:lnTo>
                  <a:pt x="3647" y="21600"/>
                </a:lnTo>
                <a:lnTo>
                  <a:pt x="2477" y="19508"/>
                </a:lnTo>
                <a:lnTo>
                  <a:pt x="1703" y="17980"/>
                </a:lnTo>
                <a:lnTo>
                  <a:pt x="1149" y="16573"/>
                </a:lnTo>
                <a:lnTo>
                  <a:pt x="638" y="14842"/>
                </a:lnTo>
                <a:lnTo>
                  <a:pt x="0" y="12343"/>
                </a:lnTo>
                <a:lnTo>
                  <a:pt x="1816" y="10559"/>
                </a:lnTo>
                <a:lnTo>
                  <a:pt x="3184" y="9316"/>
                </a:lnTo>
                <a:lnTo>
                  <a:pt x="4537" y="8288"/>
                </a:lnTo>
                <a:lnTo>
                  <a:pt x="6295" y="7156"/>
                </a:lnTo>
                <a:lnTo>
                  <a:pt x="8892" y="5591"/>
                </a:lnTo>
                <a:lnTo>
                  <a:pt x="10621" y="4530"/>
                </a:lnTo>
                <a:lnTo>
                  <a:pt x="12357" y="3459"/>
                </a:lnTo>
                <a:lnTo>
                  <a:pt x="14119" y="2376"/>
                </a:lnTo>
                <a:lnTo>
                  <a:pt x="16162" y="1197"/>
                </a:lnTo>
                <a:lnTo>
                  <a:pt x="18237" y="0"/>
                </a:lnTo>
                <a:close/>
              </a:path>
            </a:pathLst>
          </a:custGeom>
          <a:solidFill>
            <a:srgbClr val="C2B7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1" name="contour_12729"/>
          <p:cNvSpPr/>
          <p:nvPr/>
        </p:nvSpPr>
        <p:spPr>
          <a:xfrm>
            <a:off x="3754770" y="2820453"/>
            <a:ext cx="3925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8" y="0"/>
                </a:moveTo>
                <a:lnTo>
                  <a:pt x="3281" y="0"/>
                </a:lnTo>
                <a:lnTo>
                  <a:pt x="5671" y="0"/>
                </a:lnTo>
                <a:lnTo>
                  <a:pt x="8069" y="0"/>
                </a:lnTo>
                <a:lnTo>
                  <a:pt x="10487" y="0"/>
                </a:lnTo>
                <a:lnTo>
                  <a:pt x="12930" y="0"/>
                </a:lnTo>
                <a:lnTo>
                  <a:pt x="12765" y="1140"/>
                </a:lnTo>
                <a:lnTo>
                  <a:pt x="12597" y="2287"/>
                </a:lnTo>
                <a:lnTo>
                  <a:pt x="12428" y="3451"/>
                </a:lnTo>
                <a:lnTo>
                  <a:pt x="12504" y="4001"/>
                </a:lnTo>
                <a:lnTo>
                  <a:pt x="12633" y="4973"/>
                </a:lnTo>
                <a:lnTo>
                  <a:pt x="12930" y="7200"/>
                </a:lnTo>
                <a:lnTo>
                  <a:pt x="14919" y="7721"/>
                </a:lnTo>
                <a:lnTo>
                  <a:pt x="16940" y="8251"/>
                </a:lnTo>
                <a:lnTo>
                  <a:pt x="18929" y="8921"/>
                </a:lnTo>
                <a:lnTo>
                  <a:pt x="20950" y="9600"/>
                </a:lnTo>
                <a:lnTo>
                  <a:pt x="21399" y="11304"/>
                </a:lnTo>
                <a:lnTo>
                  <a:pt x="21600" y="12514"/>
                </a:lnTo>
                <a:lnTo>
                  <a:pt x="21600" y="13802"/>
                </a:lnTo>
                <a:lnTo>
                  <a:pt x="21452" y="15749"/>
                </a:lnTo>
                <a:lnTo>
                  <a:pt x="21343" y="17393"/>
                </a:lnTo>
                <a:lnTo>
                  <a:pt x="21231" y="19058"/>
                </a:lnTo>
                <a:lnTo>
                  <a:pt x="21163" y="19692"/>
                </a:lnTo>
                <a:lnTo>
                  <a:pt x="20950" y="21600"/>
                </a:lnTo>
                <a:lnTo>
                  <a:pt x="20802" y="20916"/>
                </a:lnTo>
                <a:lnTo>
                  <a:pt x="20545" y="19709"/>
                </a:lnTo>
                <a:lnTo>
                  <a:pt x="19948" y="16949"/>
                </a:lnTo>
                <a:lnTo>
                  <a:pt x="19310" y="15358"/>
                </a:lnTo>
                <a:lnTo>
                  <a:pt x="18785" y="14314"/>
                </a:lnTo>
                <a:lnTo>
                  <a:pt x="18087" y="13349"/>
                </a:lnTo>
                <a:lnTo>
                  <a:pt x="16940" y="12000"/>
                </a:lnTo>
                <a:lnTo>
                  <a:pt x="14076" y="11398"/>
                </a:lnTo>
                <a:lnTo>
                  <a:pt x="11931" y="11088"/>
                </a:lnTo>
                <a:lnTo>
                  <a:pt x="8670" y="10800"/>
                </a:lnTo>
                <a:lnTo>
                  <a:pt x="5486" y="10512"/>
                </a:lnTo>
                <a:lnTo>
                  <a:pt x="3473" y="10202"/>
                </a:lnTo>
                <a:lnTo>
                  <a:pt x="898" y="9600"/>
                </a:lnTo>
                <a:lnTo>
                  <a:pt x="285" y="7937"/>
                </a:lnTo>
                <a:lnTo>
                  <a:pt x="8" y="6379"/>
                </a:lnTo>
                <a:lnTo>
                  <a:pt x="0" y="4865"/>
                </a:lnTo>
                <a:lnTo>
                  <a:pt x="192" y="3336"/>
                </a:lnTo>
                <a:lnTo>
                  <a:pt x="513" y="1735"/>
                </a:lnTo>
                <a:lnTo>
                  <a:pt x="898" y="0"/>
                </a:lnTo>
                <a:close/>
              </a:path>
            </a:pathLst>
          </a:custGeom>
          <a:solidFill>
            <a:srgbClr val="9893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2" name="contour_12730"/>
          <p:cNvSpPr/>
          <p:nvPr/>
        </p:nvSpPr>
        <p:spPr>
          <a:xfrm>
            <a:off x="1978132" y="284231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174" y="1559"/>
                </a:lnTo>
                <a:lnTo>
                  <a:pt x="18736" y="3132"/>
                </a:lnTo>
                <a:lnTo>
                  <a:pt x="17280" y="4723"/>
                </a:lnTo>
                <a:lnTo>
                  <a:pt x="15552" y="7308"/>
                </a:lnTo>
                <a:lnTo>
                  <a:pt x="14269" y="9612"/>
                </a:lnTo>
                <a:lnTo>
                  <a:pt x="13388" y="11768"/>
                </a:lnTo>
                <a:lnTo>
                  <a:pt x="12861" y="13914"/>
                </a:lnTo>
                <a:lnTo>
                  <a:pt x="12645" y="16178"/>
                </a:lnTo>
                <a:lnTo>
                  <a:pt x="12696" y="18695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6165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3" name="contour_12731"/>
          <p:cNvSpPr/>
          <p:nvPr/>
        </p:nvSpPr>
        <p:spPr>
          <a:xfrm>
            <a:off x="4768012" y="2820453"/>
            <a:ext cx="3786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26" y="0"/>
                </a:moveTo>
                <a:lnTo>
                  <a:pt x="9642" y="1466"/>
                </a:lnTo>
                <a:lnTo>
                  <a:pt x="10158" y="2941"/>
                </a:lnTo>
                <a:lnTo>
                  <a:pt x="10686" y="4437"/>
                </a:lnTo>
                <a:lnTo>
                  <a:pt x="12257" y="7258"/>
                </a:lnTo>
                <a:lnTo>
                  <a:pt x="13513" y="8921"/>
                </a:lnTo>
                <a:lnTo>
                  <a:pt x="15105" y="10078"/>
                </a:lnTo>
                <a:lnTo>
                  <a:pt x="17700" y="11380"/>
                </a:lnTo>
                <a:lnTo>
                  <a:pt x="19637" y="11858"/>
                </a:lnTo>
                <a:lnTo>
                  <a:pt x="21600" y="12343"/>
                </a:lnTo>
                <a:lnTo>
                  <a:pt x="19712" y="13898"/>
                </a:lnTo>
                <a:lnTo>
                  <a:pt x="17804" y="15441"/>
                </a:lnTo>
                <a:lnTo>
                  <a:pt x="15883" y="16971"/>
                </a:lnTo>
                <a:lnTo>
                  <a:pt x="15081" y="17619"/>
                </a:lnTo>
                <a:lnTo>
                  <a:pt x="12669" y="19576"/>
                </a:lnTo>
                <a:lnTo>
                  <a:pt x="10873" y="20563"/>
                </a:lnTo>
                <a:lnTo>
                  <a:pt x="9359" y="21162"/>
                </a:lnTo>
                <a:lnTo>
                  <a:pt x="7559" y="21470"/>
                </a:lnTo>
                <a:lnTo>
                  <a:pt x="4898" y="21585"/>
                </a:lnTo>
                <a:lnTo>
                  <a:pt x="811" y="21600"/>
                </a:lnTo>
                <a:lnTo>
                  <a:pt x="682" y="19789"/>
                </a:lnTo>
                <a:lnTo>
                  <a:pt x="570" y="17974"/>
                </a:lnTo>
                <a:lnTo>
                  <a:pt x="466" y="16163"/>
                </a:lnTo>
                <a:lnTo>
                  <a:pt x="374" y="14349"/>
                </a:lnTo>
                <a:lnTo>
                  <a:pt x="291" y="12534"/>
                </a:lnTo>
                <a:lnTo>
                  <a:pt x="195" y="10849"/>
                </a:lnTo>
                <a:lnTo>
                  <a:pt x="100" y="9155"/>
                </a:lnTo>
                <a:lnTo>
                  <a:pt x="0" y="7437"/>
                </a:lnTo>
                <a:lnTo>
                  <a:pt x="403" y="5277"/>
                </a:lnTo>
                <a:lnTo>
                  <a:pt x="811" y="3086"/>
                </a:lnTo>
                <a:lnTo>
                  <a:pt x="3297" y="1839"/>
                </a:lnTo>
                <a:lnTo>
                  <a:pt x="4994" y="1102"/>
                </a:lnTo>
                <a:lnTo>
                  <a:pt x="6677" y="583"/>
                </a:lnTo>
                <a:lnTo>
                  <a:pt x="9126" y="0"/>
                </a:lnTo>
                <a:close/>
              </a:path>
            </a:pathLst>
          </a:custGeom>
          <a:solidFill>
            <a:srgbClr val="3732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4" name="contour_12732"/>
          <p:cNvSpPr/>
          <p:nvPr/>
        </p:nvSpPr>
        <p:spPr>
          <a:xfrm>
            <a:off x="5337896" y="2813165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82" y="648"/>
                </a:lnTo>
                <a:lnTo>
                  <a:pt x="4080" y="1339"/>
                </a:lnTo>
                <a:lnTo>
                  <a:pt x="6005" y="2101"/>
                </a:lnTo>
                <a:lnTo>
                  <a:pt x="7868" y="2948"/>
                </a:lnTo>
                <a:lnTo>
                  <a:pt x="9674" y="3915"/>
                </a:lnTo>
                <a:lnTo>
                  <a:pt x="11437" y="5033"/>
                </a:lnTo>
                <a:lnTo>
                  <a:pt x="13165" y="6313"/>
                </a:lnTo>
                <a:lnTo>
                  <a:pt x="14866" y="7792"/>
                </a:lnTo>
                <a:lnTo>
                  <a:pt x="16551" y="9499"/>
                </a:lnTo>
                <a:lnTo>
                  <a:pt x="18228" y="11448"/>
                </a:lnTo>
                <a:lnTo>
                  <a:pt x="19907" y="13673"/>
                </a:lnTo>
                <a:lnTo>
                  <a:pt x="21600" y="16200"/>
                </a:lnTo>
                <a:lnTo>
                  <a:pt x="19729" y="16735"/>
                </a:lnTo>
                <a:lnTo>
                  <a:pt x="17855" y="17269"/>
                </a:lnTo>
                <a:lnTo>
                  <a:pt x="15981" y="17804"/>
                </a:lnTo>
                <a:lnTo>
                  <a:pt x="14105" y="18344"/>
                </a:lnTo>
                <a:lnTo>
                  <a:pt x="12220" y="18878"/>
                </a:lnTo>
                <a:lnTo>
                  <a:pt x="10333" y="19418"/>
                </a:lnTo>
                <a:lnTo>
                  <a:pt x="8438" y="19958"/>
                </a:lnTo>
                <a:lnTo>
                  <a:pt x="6534" y="20504"/>
                </a:lnTo>
                <a:lnTo>
                  <a:pt x="4622" y="21049"/>
                </a:lnTo>
                <a:lnTo>
                  <a:pt x="2700" y="21600"/>
                </a:lnTo>
                <a:lnTo>
                  <a:pt x="2255" y="18036"/>
                </a:lnTo>
                <a:lnTo>
                  <a:pt x="1809" y="14467"/>
                </a:lnTo>
                <a:lnTo>
                  <a:pt x="1361" y="10881"/>
                </a:lnTo>
                <a:lnTo>
                  <a:pt x="910" y="7279"/>
                </a:lnTo>
                <a:lnTo>
                  <a:pt x="456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1716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5" name="contour_12733"/>
          <p:cNvSpPr/>
          <p:nvPr/>
        </p:nvSpPr>
        <p:spPr>
          <a:xfrm>
            <a:off x="1781357" y="279130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502" y="559"/>
                </a:lnTo>
                <a:lnTo>
                  <a:pt x="7646" y="1256"/>
                </a:lnTo>
                <a:lnTo>
                  <a:pt x="9556" y="2098"/>
                </a:lnTo>
                <a:lnTo>
                  <a:pt x="11275" y="3089"/>
                </a:lnTo>
                <a:lnTo>
                  <a:pt x="12846" y="4224"/>
                </a:lnTo>
                <a:lnTo>
                  <a:pt x="14308" y="5514"/>
                </a:lnTo>
                <a:lnTo>
                  <a:pt x="15703" y="6955"/>
                </a:lnTo>
                <a:lnTo>
                  <a:pt x="17073" y="8557"/>
                </a:lnTo>
                <a:lnTo>
                  <a:pt x="18459" y="10316"/>
                </a:lnTo>
                <a:lnTo>
                  <a:pt x="19900" y="12235"/>
                </a:lnTo>
                <a:lnTo>
                  <a:pt x="20730" y="13843"/>
                </a:lnTo>
                <a:lnTo>
                  <a:pt x="21233" y="15132"/>
                </a:lnTo>
                <a:lnTo>
                  <a:pt x="21492" y="16558"/>
                </a:lnTo>
                <a:lnTo>
                  <a:pt x="21588" y="18564"/>
                </a:lnTo>
                <a:lnTo>
                  <a:pt x="21600" y="21600"/>
                </a:lnTo>
                <a:lnTo>
                  <a:pt x="19560" y="21600"/>
                </a:lnTo>
                <a:lnTo>
                  <a:pt x="17508" y="21600"/>
                </a:lnTo>
                <a:lnTo>
                  <a:pt x="15429" y="21600"/>
                </a:lnTo>
                <a:lnTo>
                  <a:pt x="14626" y="20073"/>
                </a:lnTo>
                <a:lnTo>
                  <a:pt x="13846" y="18533"/>
                </a:lnTo>
                <a:lnTo>
                  <a:pt x="13087" y="16984"/>
                </a:lnTo>
                <a:lnTo>
                  <a:pt x="12343" y="15429"/>
                </a:lnTo>
                <a:lnTo>
                  <a:pt x="10553" y="14275"/>
                </a:lnTo>
                <a:lnTo>
                  <a:pt x="9294" y="13531"/>
                </a:lnTo>
                <a:lnTo>
                  <a:pt x="7970" y="12864"/>
                </a:lnTo>
                <a:lnTo>
                  <a:pt x="5980" y="11957"/>
                </a:lnTo>
                <a:lnTo>
                  <a:pt x="4298" y="11180"/>
                </a:lnTo>
                <a:lnTo>
                  <a:pt x="2592" y="10390"/>
                </a:lnTo>
                <a:lnTo>
                  <a:pt x="1305" y="9828"/>
                </a:lnTo>
                <a:lnTo>
                  <a:pt x="0" y="9257"/>
                </a:lnTo>
                <a:lnTo>
                  <a:pt x="611" y="7424"/>
                </a:lnTo>
                <a:lnTo>
                  <a:pt x="1225" y="5585"/>
                </a:lnTo>
                <a:lnTo>
                  <a:pt x="1839" y="3740"/>
                </a:lnTo>
                <a:lnTo>
                  <a:pt x="2459" y="1879"/>
                </a:lnTo>
                <a:lnTo>
                  <a:pt x="3086" y="0"/>
                </a:lnTo>
                <a:close/>
              </a:path>
            </a:pathLst>
          </a:custGeom>
          <a:solidFill>
            <a:srgbClr val="1B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6" name="contour_12734"/>
          <p:cNvSpPr/>
          <p:nvPr/>
        </p:nvSpPr>
        <p:spPr>
          <a:xfrm>
            <a:off x="870365" y="2791425"/>
            <a:ext cx="87449" cy="290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61" y="11090"/>
                </a:moveTo>
                <a:lnTo>
                  <a:pt x="20977" y="13617"/>
                </a:lnTo>
                <a:lnTo>
                  <a:pt x="21600" y="16177"/>
                </a:lnTo>
                <a:lnTo>
                  <a:pt x="20423" y="17847"/>
                </a:lnTo>
                <a:lnTo>
                  <a:pt x="19553" y="18964"/>
                </a:lnTo>
                <a:lnTo>
                  <a:pt x="18732" y="19789"/>
                </a:lnTo>
                <a:lnTo>
                  <a:pt x="17701" y="20580"/>
                </a:lnTo>
                <a:lnTo>
                  <a:pt x="16200" y="21600"/>
                </a:lnTo>
                <a:lnTo>
                  <a:pt x="15852" y="20852"/>
                </a:lnTo>
                <a:lnTo>
                  <a:pt x="15240" y="19534"/>
                </a:lnTo>
                <a:lnTo>
                  <a:pt x="13838" y="16513"/>
                </a:lnTo>
                <a:lnTo>
                  <a:pt x="12623" y="14447"/>
                </a:lnTo>
                <a:lnTo>
                  <a:pt x="11415" y="12842"/>
                </a:lnTo>
                <a:lnTo>
                  <a:pt x="10210" y="11649"/>
                </a:lnTo>
                <a:lnTo>
                  <a:pt x="9003" y="10808"/>
                </a:lnTo>
                <a:lnTo>
                  <a:pt x="7786" y="10282"/>
                </a:lnTo>
                <a:lnTo>
                  <a:pt x="6554" y="10011"/>
                </a:lnTo>
                <a:lnTo>
                  <a:pt x="5305" y="9946"/>
                </a:lnTo>
                <a:lnTo>
                  <a:pt x="4029" y="10038"/>
                </a:lnTo>
                <a:lnTo>
                  <a:pt x="2724" y="10239"/>
                </a:lnTo>
                <a:lnTo>
                  <a:pt x="1383" y="10494"/>
                </a:lnTo>
                <a:lnTo>
                  <a:pt x="0" y="10754"/>
                </a:lnTo>
                <a:lnTo>
                  <a:pt x="0" y="8064"/>
                </a:lnTo>
                <a:lnTo>
                  <a:pt x="0" y="5331"/>
                </a:lnTo>
                <a:lnTo>
                  <a:pt x="1262" y="3981"/>
                </a:lnTo>
                <a:lnTo>
                  <a:pt x="2551" y="2804"/>
                </a:lnTo>
                <a:lnTo>
                  <a:pt x="3861" y="1822"/>
                </a:lnTo>
                <a:lnTo>
                  <a:pt x="5188" y="1041"/>
                </a:lnTo>
                <a:lnTo>
                  <a:pt x="6524" y="466"/>
                </a:lnTo>
                <a:lnTo>
                  <a:pt x="7867" y="119"/>
                </a:lnTo>
                <a:lnTo>
                  <a:pt x="9208" y="0"/>
                </a:lnTo>
                <a:lnTo>
                  <a:pt x="10542" y="130"/>
                </a:lnTo>
                <a:lnTo>
                  <a:pt x="11865" y="504"/>
                </a:lnTo>
                <a:lnTo>
                  <a:pt x="13173" y="1144"/>
                </a:lnTo>
                <a:lnTo>
                  <a:pt x="14457" y="2061"/>
                </a:lnTo>
                <a:lnTo>
                  <a:pt x="15715" y="3259"/>
                </a:lnTo>
                <a:lnTo>
                  <a:pt x="16939" y="4751"/>
                </a:lnTo>
                <a:lnTo>
                  <a:pt x="18126" y="6546"/>
                </a:lnTo>
                <a:lnTo>
                  <a:pt x="19269" y="8655"/>
                </a:lnTo>
                <a:lnTo>
                  <a:pt x="20361" y="11090"/>
                </a:lnTo>
                <a:close/>
              </a:path>
            </a:pathLst>
          </a:custGeom>
          <a:solidFill>
            <a:srgbClr val="D9D6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7" name="contour_12735"/>
          <p:cNvSpPr/>
          <p:nvPr/>
        </p:nvSpPr>
        <p:spPr>
          <a:xfrm>
            <a:off x="6722615" y="2791301"/>
            <a:ext cx="2186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71" y="0"/>
                </a:lnTo>
                <a:lnTo>
                  <a:pt x="7200" y="0"/>
                </a:lnTo>
                <a:lnTo>
                  <a:pt x="8460" y="1190"/>
                </a:lnTo>
                <a:lnTo>
                  <a:pt x="9288" y="2078"/>
                </a:lnTo>
                <a:lnTo>
                  <a:pt x="10030" y="3108"/>
                </a:lnTo>
                <a:lnTo>
                  <a:pt x="11052" y="4725"/>
                </a:lnTo>
                <a:lnTo>
                  <a:pt x="11678" y="5700"/>
                </a:lnTo>
                <a:lnTo>
                  <a:pt x="12312" y="6682"/>
                </a:lnTo>
                <a:lnTo>
                  <a:pt x="12953" y="7678"/>
                </a:lnTo>
                <a:lnTo>
                  <a:pt x="13579" y="8709"/>
                </a:lnTo>
                <a:lnTo>
                  <a:pt x="14213" y="9747"/>
                </a:lnTo>
                <a:lnTo>
                  <a:pt x="14846" y="10800"/>
                </a:lnTo>
                <a:lnTo>
                  <a:pt x="15502" y="11831"/>
                </a:lnTo>
                <a:lnTo>
                  <a:pt x="16164" y="12870"/>
                </a:lnTo>
                <a:lnTo>
                  <a:pt x="16834" y="13922"/>
                </a:lnTo>
                <a:lnTo>
                  <a:pt x="17640" y="15202"/>
                </a:lnTo>
                <a:lnTo>
                  <a:pt x="18439" y="16481"/>
                </a:lnTo>
                <a:lnTo>
                  <a:pt x="19238" y="17761"/>
                </a:lnTo>
                <a:lnTo>
                  <a:pt x="20030" y="19039"/>
                </a:lnTo>
                <a:lnTo>
                  <a:pt x="20815" y="20320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20263"/>
                </a:lnTo>
                <a:lnTo>
                  <a:pt x="0" y="18927"/>
                </a:lnTo>
                <a:lnTo>
                  <a:pt x="0" y="17588"/>
                </a:lnTo>
                <a:lnTo>
                  <a:pt x="0" y="16251"/>
                </a:lnTo>
                <a:lnTo>
                  <a:pt x="0" y="14912"/>
                </a:lnTo>
                <a:lnTo>
                  <a:pt x="0" y="13569"/>
                </a:lnTo>
                <a:lnTo>
                  <a:pt x="0" y="12226"/>
                </a:lnTo>
                <a:lnTo>
                  <a:pt x="0" y="10881"/>
                </a:lnTo>
                <a:lnTo>
                  <a:pt x="0" y="9533"/>
                </a:lnTo>
                <a:lnTo>
                  <a:pt x="0" y="8182"/>
                </a:lnTo>
                <a:lnTo>
                  <a:pt x="0" y="6828"/>
                </a:lnTo>
                <a:lnTo>
                  <a:pt x="0" y="5471"/>
                </a:lnTo>
                <a:lnTo>
                  <a:pt x="0" y="4110"/>
                </a:lnTo>
                <a:lnTo>
                  <a:pt x="0" y="2745"/>
                </a:lnTo>
                <a:lnTo>
                  <a:pt x="0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B8C7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8" name="contour_12736"/>
          <p:cNvSpPr/>
          <p:nvPr/>
        </p:nvSpPr>
        <p:spPr>
          <a:xfrm>
            <a:off x="3916738" y="278401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0930" y="5983"/>
                </a:lnTo>
                <a:lnTo>
                  <a:pt x="20066" y="6745"/>
                </a:lnTo>
                <a:lnTo>
                  <a:pt x="18425" y="8181"/>
                </a:lnTo>
                <a:lnTo>
                  <a:pt x="15429" y="10800"/>
                </a:lnTo>
                <a:lnTo>
                  <a:pt x="15429" y="14369"/>
                </a:lnTo>
                <a:lnTo>
                  <a:pt x="15429" y="17960"/>
                </a:lnTo>
                <a:lnTo>
                  <a:pt x="15429" y="21600"/>
                </a:lnTo>
                <a:lnTo>
                  <a:pt x="13497" y="21227"/>
                </a:lnTo>
                <a:lnTo>
                  <a:pt x="11568" y="20817"/>
                </a:lnTo>
                <a:lnTo>
                  <a:pt x="9640" y="20380"/>
                </a:lnTo>
                <a:lnTo>
                  <a:pt x="7714" y="19915"/>
                </a:lnTo>
                <a:lnTo>
                  <a:pt x="5560" y="19440"/>
                </a:lnTo>
                <a:lnTo>
                  <a:pt x="3376" y="18965"/>
                </a:lnTo>
                <a:lnTo>
                  <a:pt x="1700" y="17593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1D1D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39" name="contour_12737"/>
          <p:cNvSpPr/>
          <p:nvPr/>
        </p:nvSpPr>
        <p:spPr>
          <a:xfrm>
            <a:off x="2131180" y="2783299"/>
            <a:ext cx="51016" cy="330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7" y="0"/>
                </a:moveTo>
                <a:lnTo>
                  <a:pt x="9121" y="57"/>
                </a:lnTo>
                <a:lnTo>
                  <a:pt x="10819" y="114"/>
                </a:lnTo>
                <a:lnTo>
                  <a:pt x="12534" y="167"/>
                </a:lnTo>
                <a:lnTo>
                  <a:pt x="14228" y="210"/>
                </a:lnTo>
                <a:lnTo>
                  <a:pt x="15932" y="252"/>
                </a:lnTo>
                <a:lnTo>
                  <a:pt x="17656" y="295"/>
                </a:lnTo>
                <a:lnTo>
                  <a:pt x="19616" y="381"/>
                </a:lnTo>
                <a:lnTo>
                  <a:pt x="21600" y="467"/>
                </a:lnTo>
                <a:lnTo>
                  <a:pt x="19369" y="5920"/>
                </a:lnTo>
                <a:lnTo>
                  <a:pt x="17573" y="10193"/>
                </a:lnTo>
                <a:lnTo>
                  <a:pt x="16095" y="13455"/>
                </a:lnTo>
                <a:lnTo>
                  <a:pt x="14818" y="15884"/>
                </a:lnTo>
                <a:lnTo>
                  <a:pt x="13623" y="17652"/>
                </a:lnTo>
                <a:lnTo>
                  <a:pt x="12392" y="18933"/>
                </a:lnTo>
                <a:lnTo>
                  <a:pt x="11013" y="19904"/>
                </a:lnTo>
                <a:lnTo>
                  <a:pt x="9365" y="20733"/>
                </a:lnTo>
                <a:lnTo>
                  <a:pt x="7329" y="21600"/>
                </a:lnTo>
                <a:lnTo>
                  <a:pt x="4841" y="20290"/>
                </a:lnTo>
                <a:lnTo>
                  <a:pt x="3326" y="18923"/>
                </a:lnTo>
                <a:lnTo>
                  <a:pt x="2175" y="16666"/>
                </a:lnTo>
                <a:lnTo>
                  <a:pt x="771" y="12669"/>
                </a:lnTo>
                <a:lnTo>
                  <a:pt x="515" y="10212"/>
                </a:lnTo>
                <a:lnTo>
                  <a:pt x="259" y="7740"/>
                </a:lnTo>
                <a:lnTo>
                  <a:pt x="0" y="5230"/>
                </a:lnTo>
                <a:lnTo>
                  <a:pt x="1851" y="2472"/>
                </a:lnTo>
                <a:lnTo>
                  <a:pt x="3243" y="1005"/>
                </a:lnTo>
                <a:lnTo>
                  <a:pt x="4872" y="348"/>
                </a:lnTo>
                <a:lnTo>
                  <a:pt x="7437" y="0"/>
                </a:lnTo>
                <a:close/>
              </a:path>
            </a:pathLst>
          </a:custGeom>
          <a:solidFill>
            <a:srgbClr val="1011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0" name="contour_12738"/>
          <p:cNvSpPr/>
          <p:nvPr/>
        </p:nvSpPr>
        <p:spPr>
          <a:xfrm>
            <a:off x="3668946" y="2762149"/>
            <a:ext cx="3041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76" y="0"/>
                </a:moveTo>
                <a:lnTo>
                  <a:pt x="9027" y="210"/>
                </a:lnTo>
                <a:lnTo>
                  <a:pt x="11760" y="475"/>
                </a:lnTo>
                <a:lnTo>
                  <a:pt x="14120" y="944"/>
                </a:lnTo>
                <a:lnTo>
                  <a:pt x="16853" y="1765"/>
                </a:lnTo>
                <a:lnTo>
                  <a:pt x="20705" y="3086"/>
                </a:lnTo>
                <a:lnTo>
                  <a:pt x="21124" y="5153"/>
                </a:lnTo>
                <a:lnTo>
                  <a:pt x="21403" y="7211"/>
                </a:lnTo>
                <a:lnTo>
                  <a:pt x="21559" y="9263"/>
                </a:lnTo>
                <a:lnTo>
                  <a:pt x="21600" y="11309"/>
                </a:lnTo>
                <a:lnTo>
                  <a:pt x="21548" y="13358"/>
                </a:lnTo>
                <a:lnTo>
                  <a:pt x="21419" y="15407"/>
                </a:lnTo>
                <a:lnTo>
                  <a:pt x="21222" y="17462"/>
                </a:lnTo>
                <a:lnTo>
                  <a:pt x="20979" y="19523"/>
                </a:lnTo>
                <a:lnTo>
                  <a:pt x="20705" y="21600"/>
                </a:lnTo>
                <a:lnTo>
                  <a:pt x="17418" y="20471"/>
                </a:lnTo>
                <a:lnTo>
                  <a:pt x="14234" y="19317"/>
                </a:lnTo>
                <a:lnTo>
                  <a:pt x="11160" y="18116"/>
                </a:lnTo>
                <a:lnTo>
                  <a:pt x="8199" y="16845"/>
                </a:lnTo>
                <a:lnTo>
                  <a:pt x="5347" y="15475"/>
                </a:lnTo>
                <a:lnTo>
                  <a:pt x="2614" y="13984"/>
                </a:lnTo>
                <a:lnTo>
                  <a:pt x="0" y="12343"/>
                </a:lnTo>
                <a:lnTo>
                  <a:pt x="47" y="10044"/>
                </a:lnTo>
                <a:lnTo>
                  <a:pt x="481" y="7992"/>
                </a:lnTo>
                <a:lnTo>
                  <a:pt x="1253" y="6073"/>
                </a:lnTo>
                <a:lnTo>
                  <a:pt x="2324" y="4175"/>
                </a:lnTo>
                <a:lnTo>
                  <a:pt x="3649" y="2191"/>
                </a:lnTo>
                <a:lnTo>
                  <a:pt x="5176" y="0"/>
                </a:lnTo>
                <a:close/>
              </a:path>
            </a:pathLst>
          </a:custGeom>
          <a:solidFill>
            <a:srgbClr val="ACAF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1" name="contour_12739"/>
          <p:cNvSpPr/>
          <p:nvPr/>
        </p:nvSpPr>
        <p:spPr>
          <a:xfrm>
            <a:off x="3734538" y="2763009"/>
            <a:ext cx="87456" cy="21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2396"/>
                </a:moveTo>
                <a:lnTo>
                  <a:pt x="14963" y="2980"/>
                </a:lnTo>
                <a:lnTo>
                  <a:pt x="16105" y="3579"/>
                </a:lnTo>
                <a:lnTo>
                  <a:pt x="17204" y="4163"/>
                </a:lnTo>
                <a:lnTo>
                  <a:pt x="18304" y="4762"/>
                </a:lnTo>
                <a:lnTo>
                  <a:pt x="19402" y="5368"/>
                </a:lnTo>
                <a:lnTo>
                  <a:pt x="20500" y="5982"/>
                </a:lnTo>
                <a:lnTo>
                  <a:pt x="21600" y="6604"/>
                </a:lnTo>
                <a:lnTo>
                  <a:pt x="21600" y="10317"/>
                </a:lnTo>
                <a:lnTo>
                  <a:pt x="21600" y="14091"/>
                </a:lnTo>
                <a:lnTo>
                  <a:pt x="20491" y="14794"/>
                </a:lnTo>
                <a:lnTo>
                  <a:pt x="19384" y="15491"/>
                </a:lnTo>
                <a:lnTo>
                  <a:pt x="18275" y="16164"/>
                </a:lnTo>
                <a:lnTo>
                  <a:pt x="17167" y="16838"/>
                </a:lnTo>
                <a:lnTo>
                  <a:pt x="16058" y="17490"/>
                </a:lnTo>
                <a:lnTo>
                  <a:pt x="14947" y="18134"/>
                </a:lnTo>
                <a:lnTo>
                  <a:pt x="13838" y="18770"/>
                </a:lnTo>
                <a:lnTo>
                  <a:pt x="13289" y="19137"/>
                </a:lnTo>
                <a:lnTo>
                  <a:pt x="11632" y="20230"/>
                </a:lnTo>
                <a:lnTo>
                  <a:pt x="10282" y="20926"/>
                </a:lnTo>
                <a:lnTo>
                  <a:pt x="9025" y="21420"/>
                </a:lnTo>
                <a:lnTo>
                  <a:pt x="7843" y="21600"/>
                </a:lnTo>
                <a:lnTo>
                  <a:pt x="6707" y="21375"/>
                </a:lnTo>
                <a:lnTo>
                  <a:pt x="5596" y="20627"/>
                </a:lnTo>
                <a:lnTo>
                  <a:pt x="4487" y="19264"/>
                </a:lnTo>
                <a:lnTo>
                  <a:pt x="3353" y="17183"/>
                </a:lnTo>
                <a:lnTo>
                  <a:pt x="2173" y="14270"/>
                </a:lnTo>
                <a:lnTo>
                  <a:pt x="1454" y="11732"/>
                </a:lnTo>
                <a:lnTo>
                  <a:pt x="733" y="9187"/>
                </a:lnTo>
                <a:lnTo>
                  <a:pt x="0" y="6604"/>
                </a:lnTo>
                <a:lnTo>
                  <a:pt x="1310" y="4432"/>
                </a:lnTo>
                <a:lnTo>
                  <a:pt x="2578" y="2748"/>
                </a:lnTo>
                <a:lnTo>
                  <a:pt x="3814" y="1505"/>
                </a:lnTo>
                <a:lnTo>
                  <a:pt x="5027" y="659"/>
                </a:lnTo>
                <a:lnTo>
                  <a:pt x="6232" y="172"/>
                </a:lnTo>
                <a:lnTo>
                  <a:pt x="7434" y="0"/>
                </a:lnTo>
                <a:lnTo>
                  <a:pt x="8649" y="105"/>
                </a:lnTo>
                <a:lnTo>
                  <a:pt x="9886" y="434"/>
                </a:lnTo>
                <a:lnTo>
                  <a:pt x="11156" y="951"/>
                </a:lnTo>
                <a:lnTo>
                  <a:pt x="12469" y="1625"/>
                </a:lnTo>
                <a:lnTo>
                  <a:pt x="13838" y="2396"/>
                </a:lnTo>
                <a:close/>
              </a:path>
            </a:pathLst>
          </a:custGeom>
          <a:solidFill>
            <a:srgbClr val="6667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2" name="contour_12740"/>
          <p:cNvSpPr/>
          <p:nvPr/>
        </p:nvSpPr>
        <p:spPr>
          <a:xfrm>
            <a:off x="4149954" y="274757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70" y="389"/>
                </a:lnTo>
                <a:lnTo>
                  <a:pt x="1534" y="896"/>
                </a:lnTo>
                <a:lnTo>
                  <a:pt x="3175" y="1854"/>
                </a:lnTo>
                <a:lnTo>
                  <a:pt x="6171" y="3600"/>
                </a:lnTo>
                <a:lnTo>
                  <a:pt x="6171" y="5980"/>
                </a:lnTo>
                <a:lnTo>
                  <a:pt x="6171" y="8374"/>
                </a:lnTo>
                <a:lnTo>
                  <a:pt x="6171" y="10800"/>
                </a:lnTo>
                <a:lnTo>
                  <a:pt x="8353" y="10800"/>
                </a:lnTo>
                <a:lnTo>
                  <a:pt x="10538" y="10800"/>
                </a:lnTo>
                <a:lnTo>
                  <a:pt x="12729" y="10800"/>
                </a:lnTo>
                <a:lnTo>
                  <a:pt x="14929" y="10800"/>
                </a:lnTo>
                <a:lnTo>
                  <a:pt x="17138" y="10800"/>
                </a:lnTo>
                <a:lnTo>
                  <a:pt x="19360" y="10800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19563" y="18396"/>
                </a:lnTo>
                <a:lnTo>
                  <a:pt x="17524" y="18792"/>
                </a:lnTo>
                <a:lnTo>
                  <a:pt x="15484" y="19188"/>
                </a:lnTo>
                <a:lnTo>
                  <a:pt x="13438" y="19588"/>
                </a:lnTo>
                <a:lnTo>
                  <a:pt x="11386" y="19987"/>
                </a:lnTo>
                <a:lnTo>
                  <a:pt x="9325" y="20387"/>
                </a:lnTo>
                <a:lnTo>
                  <a:pt x="7258" y="20790"/>
                </a:lnTo>
                <a:lnTo>
                  <a:pt x="5178" y="21193"/>
                </a:lnTo>
                <a:lnTo>
                  <a:pt x="3086" y="21600"/>
                </a:lnTo>
                <a:lnTo>
                  <a:pt x="2746" y="19224"/>
                </a:lnTo>
                <a:lnTo>
                  <a:pt x="2407" y="16844"/>
                </a:lnTo>
                <a:lnTo>
                  <a:pt x="2067" y="14465"/>
                </a:lnTo>
                <a:lnTo>
                  <a:pt x="1725" y="12078"/>
                </a:lnTo>
                <a:lnTo>
                  <a:pt x="1382" y="9684"/>
                </a:lnTo>
                <a:lnTo>
                  <a:pt x="1040" y="7279"/>
                </a:lnTo>
                <a:lnTo>
                  <a:pt x="694" y="4867"/>
                </a:lnTo>
                <a:lnTo>
                  <a:pt x="349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F2A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3" name="contour_12741"/>
          <p:cNvSpPr/>
          <p:nvPr/>
        </p:nvSpPr>
        <p:spPr>
          <a:xfrm>
            <a:off x="7713782" y="2732997"/>
            <a:ext cx="36440" cy="52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124" y="1492"/>
                </a:lnTo>
                <a:lnTo>
                  <a:pt x="5940" y="3008"/>
                </a:lnTo>
                <a:lnTo>
                  <a:pt x="7279" y="4501"/>
                </a:lnTo>
                <a:lnTo>
                  <a:pt x="8640" y="6017"/>
                </a:lnTo>
                <a:lnTo>
                  <a:pt x="11496" y="6017"/>
                </a:lnTo>
                <a:lnTo>
                  <a:pt x="14368" y="6017"/>
                </a:lnTo>
                <a:lnTo>
                  <a:pt x="17280" y="6017"/>
                </a:lnTo>
                <a:lnTo>
                  <a:pt x="18330" y="7984"/>
                </a:lnTo>
                <a:lnTo>
                  <a:pt x="18960" y="9425"/>
                </a:lnTo>
                <a:lnTo>
                  <a:pt x="19427" y="11041"/>
                </a:lnTo>
                <a:lnTo>
                  <a:pt x="19980" y="13538"/>
                </a:lnTo>
                <a:lnTo>
                  <a:pt x="20468" y="15637"/>
                </a:lnTo>
                <a:lnTo>
                  <a:pt x="20961" y="17767"/>
                </a:lnTo>
                <a:lnTo>
                  <a:pt x="21120" y="18586"/>
                </a:lnTo>
                <a:lnTo>
                  <a:pt x="21600" y="21058"/>
                </a:lnTo>
                <a:lnTo>
                  <a:pt x="18645" y="21419"/>
                </a:lnTo>
                <a:lnTo>
                  <a:pt x="16494" y="21600"/>
                </a:lnTo>
                <a:lnTo>
                  <a:pt x="14524" y="21600"/>
                </a:lnTo>
                <a:lnTo>
                  <a:pt x="12113" y="21419"/>
                </a:lnTo>
                <a:lnTo>
                  <a:pt x="8640" y="21058"/>
                </a:lnTo>
                <a:lnTo>
                  <a:pt x="6826" y="19491"/>
                </a:lnTo>
                <a:lnTo>
                  <a:pt x="5244" y="17897"/>
                </a:lnTo>
                <a:lnTo>
                  <a:pt x="3871" y="16260"/>
                </a:lnTo>
                <a:lnTo>
                  <a:pt x="2683" y="14566"/>
                </a:lnTo>
                <a:lnTo>
                  <a:pt x="1655" y="12807"/>
                </a:lnTo>
                <a:lnTo>
                  <a:pt x="769" y="10962"/>
                </a:lnTo>
                <a:lnTo>
                  <a:pt x="0" y="9025"/>
                </a:lnTo>
                <a:lnTo>
                  <a:pt x="812" y="6426"/>
                </a:lnTo>
                <a:lnTo>
                  <a:pt x="1443" y="4657"/>
                </a:lnTo>
                <a:lnTo>
                  <a:pt x="2100" y="3285"/>
                </a:lnTo>
                <a:lnTo>
                  <a:pt x="2989" y="1877"/>
                </a:lnTo>
                <a:lnTo>
                  <a:pt x="4320" y="0"/>
                </a:lnTo>
                <a:close/>
              </a:path>
            </a:pathLst>
          </a:custGeom>
          <a:solidFill>
            <a:srgbClr val="F0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4" name="contour_12742"/>
          <p:cNvSpPr/>
          <p:nvPr/>
        </p:nvSpPr>
        <p:spPr>
          <a:xfrm>
            <a:off x="2262364" y="274028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531" y="4912"/>
                </a:lnTo>
                <a:lnTo>
                  <a:pt x="17846" y="8770"/>
                </a:lnTo>
                <a:lnTo>
                  <a:pt x="16412" y="11746"/>
                </a:lnTo>
                <a:lnTo>
                  <a:pt x="15107" y="14010"/>
                </a:lnTo>
                <a:lnTo>
                  <a:pt x="13794" y="15725"/>
                </a:lnTo>
                <a:lnTo>
                  <a:pt x="12351" y="17068"/>
                </a:lnTo>
                <a:lnTo>
                  <a:pt x="10649" y="18200"/>
                </a:lnTo>
                <a:lnTo>
                  <a:pt x="8554" y="19293"/>
                </a:lnTo>
                <a:lnTo>
                  <a:pt x="5940" y="20520"/>
                </a:lnTo>
                <a:lnTo>
                  <a:pt x="2989" y="21056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19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5" name="contour_12743"/>
          <p:cNvSpPr/>
          <p:nvPr/>
        </p:nvSpPr>
        <p:spPr>
          <a:xfrm>
            <a:off x="1256621" y="2711133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603" y="1518"/>
                </a:lnTo>
                <a:lnTo>
                  <a:pt x="8016" y="3061"/>
                </a:lnTo>
                <a:lnTo>
                  <a:pt x="8803" y="4604"/>
                </a:lnTo>
                <a:lnTo>
                  <a:pt x="9600" y="6171"/>
                </a:lnTo>
                <a:lnTo>
                  <a:pt x="11304" y="6517"/>
                </a:lnTo>
                <a:lnTo>
                  <a:pt x="12514" y="6671"/>
                </a:lnTo>
                <a:lnTo>
                  <a:pt x="13802" y="6671"/>
                </a:lnTo>
                <a:lnTo>
                  <a:pt x="15749" y="6557"/>
                </a:lnTo>
                <a:lnTo>
                  <a:pt x="17393" y="6474"/>
                </a:lnTo>
                <a:lnTo>
                  <a:pt x="19058" y="6387"/>
                </a:lnTo>
                <a:lnTo>
                  <a:pt x="20321" y="6279"/>
                </a:lnTo>
                <a:lnTo>
                  <a:pt x="21600" y="6171"/>
                </a:lnTo>
                <a:lnTo>
                  <a:pt x="20410" y="6424"/>
                </a:lnTo>
                <a:lnTo>
                  <a:pt x="19214" y="6684"/>
                </a:lnTo>
                <a:lnTo>
                  <a:pt x="18000" y="6943"/>
                </a:lnTo>
                <a:lnTo>
                  <a:pt x="16810" y="7708"/>
                </a:lnTo>
                <a:lnTo>
                  <a:pt x="15614" y="8476"/>
                </a:lnTo>
                <a:lnTo>
                  <a:pt x="14400" y="9257"/>
                </a:lnTo>
                <a:lnTo>
                  <a:pt x="14131" y="11371"/>
                </a:lnTo>
                <a:lnTo>
                  <a:pt x="14011" y="13395"/>
                </a:lnTo>
                <a:lnTo>
                  <a:pt x="14009" y="15376"/>
                </a:lnTo>
                <a:lnTo>
                  <a:pt x="14093" y="17369"/>
                </a:lnTo>
                <a:lnTo>
                  <a:pt x="14234" y="19428"/>
                </a:lnTo>
                <a:lnTo>
                  <a:pt x="14400" y="21600"/>
                </a:lnTo>
                <a:lnTo>
                  <a:pt x="13058" y="21119"/>
                </a:lnTo>
                <a:lnTo>
                  <a:pt x="12113" y="20637"/>
                </a:lnTo>
                <a:lnTo>
                  <a:pt x="11110" y="19866"/>
                </a:lnTo>
                <a:lnTo>
                  <a:pt x="9600" y="18514"/>
                </a:lnTo>
                <a:lnTo>
                  <a:pt x="9161" y="16388"/>
                </a:lnTo>
                <a:lnTo>
                  <a:pt x="8890" y="14790"/>
                </a:lnTo>
                <a:lnTo>
                  <a:pt x="8549" y="12343"/>
                </a:lnTo>
                <a:lnTo>
                  <a:pt x="8162" y="9896"/>
                </a:lnTo>
                <a:lnTo>
                  <a:pt x="7812" y="8297"/>
                </a:lnTo>
                <a:lnTo>
                  <a:pt x="7200" y="6171"/>
                </a:lnTo>
                <a:lnTo>
                  <a:pt x="5342" y="5036"/>
                </a:lnTo>
                <a:lnTo>
                  <a:pt x="4039" y="4308"/>
                </a:lnTo>
                <a:lnTo>
                  <a:pt x="2945" y="3839"/>
                </a:lnTo>
                <a:lnTo>
                  <a:pt x="1714" y="3481"/>
                </a:lnTo>
                <a:lnTo>
                  <a:pt x="0" y="3086"/>
                </a:lnTo>
                <a:lnTo>
                  <a:pt x="1426" y="2475"/>
                </a:lnTo>
                <a:lnTo>
                  <a:pt x="2856" y="1861"/>
                </a:lnTo>
                <a:lnTo>
                  <a:pt x="4291" y="1247"/>
                </a:lnTo>
                <a:lnTo>
                  <a:pt x="5738" y="626"/>
                </a:lnTo>
                <a:lnTo>
                  <a:pt x="7200" y="0"/>
                </a:lnTo>
                <a:close/>
              </a:path>
            </a:pathLst>
          </a:custGeom>
          <a:solidFill>
            <a:srgbClr val="514E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6" name="contour_12744"/>
          <p:cNvSpPr/>
          <p:nvPr/>
        </p:nvSpPr>
        <p:spPr>
          <a:xfrm>
            <a:off x="5359760" y="2717160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895"/>
                </a:moveTo>
                <a:lnTo>
                  <a:pt x="6188" y="383"/>
                </a:lnTo>
                <a:lnTo>
                  <a:pt x="8755" y="98"/>
                </a:lnTo>
                <a:lnTo>
                  <a:pt x="11311" y="0"/>
                </a:lnTo>
                <a:lnTo>
                  <a:pt x="13864" y="62"/>
                </a:lnTo>
                <a:lnTo>
                  <a:pt x="16423" y="254"/>
                </a:lnTo>
                <a:lnTo>
                  <a:pt x="18997" y="543"/>
                </a:lnTo>
                <a:lnTo>
                  <a:pt x="21600" y="895"/>
                </a:lnTo>
                <a:lnTo>
                  <a:pt x="21600" y="4312"/>
                </a:lnTo>
                <a:lnTo>
                  <a:pt x="21600" y="7733"/>
                </a:lnTo>
                <a:lnTo>
                  <a:pt x="21600" y="11170"/>
                </a:lnTo>
                <a:lnTo>
                  <a:pt x="21600" y="14623"/>
                </a:lnTo>
                <a:lnTo>
                  <a:pt x="21600" y="18096"/>
                </a:lnTo>
                <a:lnTo>
                  <a:pt x="21600" y="21600"/>
                </a:lnTo>
                <a:lnTo>
                  <a:pt x="20513" y="21341"/>
                </a:lnTo>
                <a:lnTo>
                  <a:pt x="19516" y="21098"/>
                </a:lnTo>
                <a:lnTo>
                  <a:pt x="18425" y="20839"/>
                </a:lnTo>
                <a:lnTo>
                  <a:pt x="17064" y="20513"/>
                </a:lnTo>
                <a:lnTo>
                  <a:pt x="15257" y="20078"/>
                </a:lnTo>
                <a:lnTo>
                  <a:pt x="12823" y="19498"/>
                </a:lnTo>
                <a:lnTo>
                  <a:pt x="9590" y="18722"/>
                </a:lnTo>
                <a:lnTo>
                  <a:pt x="5375" y="17713"/>
                </a:lnTo>
                <a:lnTo>
                  <a:pt x="0" y="16424"/>
                </a:lnTo>
                <a:lnTo>
                  <a:pt x="353" y="12573"/>
                </a:lnTo>
                <a:lnTo>
                  <a:pt x="716" y="9840"/>
                </a:lnTo>
                <a:lnTo>
                  <a:pt x="1264" y="7480"/>
                </a:lnTo>
                <a:lnTo>
                  <a:pt x="2167" y="4747"/>
                </a:lnTo>
                <a:lnTo>
                  <a:pt x="3600" y="895"/>
                </a:lnTo>
                <a:close/>
              </a:path>
            </a:pathLst>
          </a:custGeom>
          <a:solidFill>
            <a:srgbClr val="9398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7" name="contour_12745"/>
          <p:cNvSpPr/>
          <p:nvPr/>
        </p:nvSpPr>
        <p:spPr>
          <a:xfrm>
            <a:off x="4711129" y="2694137"/>
            <a:ext cx="43728" cy="38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9"/>
                </a:lnTo>
                <a:lnTo>
                  <a:pt x="14425" y="146"/>
                </a:lnTo>
                <a:lnTo>
                  <a:pt x="16056" y="348"/>
                </a:lnTo>
                <a:lnTo>
                  <a:pt x="18277" y="729"/>
                </a:lnTo>
                <a:lnTo>
                  <a:pt x="21600" y="1345"/>
                </a:lnTo>
                <a:lnTo>
                  <a:pt x="21186" y="6028"/>
                </a:lnTo>
                <a:lnTo>
                  <a:pt x="20833" y="9321"/>
                </a:lnTo>
                <a:lnTo>
                  <a:pt x="20437" y="11667"/>
                </a:lnTo>
                <a:lnTo>
                  <a:pt x="19897" y="13522"/>
                </a:lnTo>
                <a:lnTo>
                  <a:pt x="19120" y="15333"/>
                </a:lnTo>
                <a:lnTo>
                  <a:pt x="18000" y="17549"/>
                </a:lnTo>
                <a:lnTo>
                  <a:pt x="15797" y="18489"/>
                </a:lnTo>
                <a:lnTo>
                  <a:pt x="13597" y="19263"/>
                </a:lnTo>
                <a:lnTo>
                  <a:pt x="11387" y="19895"/>
                </a:lnTo>
                <a:lnTo>
                  <a:pt x="9166" y="20405"/>
                </a:lnTo>
                <a:lnTo>
                  <a:pt x="6923" y="20810"/>
                </a:lnTo>
                <a:lnTo>
                  <a:pt x="4651" y="21130"/>
                </a:lnTo>
                <a:lnTo>
                  <a:pt x="2347" y="21385"/>
                </a:lnTo>
                <a:lnTo>
                  <a:pt x="0" y="21600"/>
                </a:lnTo>
                <a:lnTo>
                  <a:pt x="1397" y="15844"/>
                </a:lnTo>
                <a:lnTo>
                  <a:pt x="2538" y="11343"/>
                </a:lnTo>
                <a:lnTo>
                  <a:pt x="3514" y="7916"/>
                </a:lnTo>
                <a:lnTo>
                  <a:pt x="4410" y="5388"/>
                </a:lnTo>
                <a:lnTo>
                  <a:pt x="5321" y="3581"/>
                </a:lnTo>
                <a:lnTo>
                  <a:pt x="6332" y="2313"/>
                </a:lnTo>
                <a:lnTo>
                  <a:pt x="7538" y="1414"/>
                </a:lnTo>
                <a:lnTo>
                  <a:pt x="9025" y="705"/>
                </a:lnTo>
                <a:lnTo>
                  <a:pt x="10883" y="0"/>
                </a:lnTo>
                <a:close/>
              </a:path>
            </a:pathLst>
          </a:custGeom>
          <a:solidFill>
            <a:srgbClr val="454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8" name="contour_12746"/>
          <p:cNvSpPr/>
          <p:nvPr/>
        </p:nvSpPr>
        <p:spPr>
          <a:xfrm>
            <a:off x="753750" y="271113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562" y="20581"/>
                </a:lnTo>
                <a:lnTo>
                  <a:pt x="17525" y="19562"/>
                </a:lnTo>
                <a:lnTo>
                  <a:pt x="15480" y="18540"/>
                </a:lnTo>
                <a:lnTo>
                  <a:pt x="13428" y="17514"/>
                </a:lnTo>
                <a:lnTo>
                  <a:pt x="11365" y="16481"/>
                </a:lnTo>
                <a:lnTo>
                  <a:pt x="9292" y="15444"/>
                </a:lnTo>
                <a:lnTo>
                  <a:pt x="7200" y="14400"/>
                </a:lnTo>
                <a:lnTo>
                  <a:pt x="8982" y="13507"/>
                </a:lnTo>
                <a:lnTo>
                  <a:pt x="10775" y="12614"/>
                </a:lnTo>
                <a:lnTo>
                  <a:pt x="12575" y="11711"/>
                </a:lnTo>
                <a:lnTo>
                  <a:pt x="14400" y="10800"/>
                </a:lnTo>
                <a:lnTo>
                  <a:pt x="12838" y="10080"/>
                </a:lnTo>
                <a:lnTo>
                  <a:pt x="11250" y="9353"/>
                </a:lnTo>
                <a:lnTo>
                  <a:pt x="10242" y="8870"/>
                </a:lnTo>
                <a:lnTo>
                  <a:pt x="7200" y="7423"/>
                </a:lnTo>
                <a:lnTo>
                  <a:pt x="5191" y="6480"/>
                </a:lnTo>
                <a:lnTo>
                  <a:pt x="3150" y="5526"/>
                </a:lnTo>
                <a:lnTo>
                  <a:pt x="1588" y="4572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5C59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49" name="contour_12747"/>
          <p:cNvSpPr/>
          <p:nvPr/>
        </p:nvSpPr>
        <p:spPr>
          <a:xfrm>
            <a:off x="8180213" y="2681354"/>
            <a:ext cx="58304" cy="300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26"/>
                </a:moveTo>
                <a:lnTo>
                  <a:pt x="15295" y="173"/>
                </a:lnTo>
                <a:lnTo>
                  <a:pt x="16762" y="215"/>
                </a:lnTo>
                <a:lnTo>
                  <a:pt x="18247" y="262"/>
                </a:lnTo>
                <a:lnTo>
                  <a:pt x="19081" y="309"/>
                </a:lnTo>
                <a:lnTo>
                  <a:pt x="21600" y="450"/>
                </a:lnTo>
                <a:lnTo>
                  <a:pt x="20366" y="3371"/>
                </a:lnTo>
                <a:lnTo>
                  <a:pt x="19124" y="6213"/>
                </a:lnTo>
                <a:lnTo>
                  <a:pt x="17861" y="8976"/>
                </a:lnTo>
                <a:lnTo>
                  <a:pt x="16564" y="11645"/>
                </a:lnTo>
                <a:lnTo>
                  <a:pt x="15223" y="14231"/>
                </a:lnTo>
                <a:lnTo>
                  <a:pt x="13821" y="16717"/>
                </a:lnTo>
                <a:lnTo>
                  <a:pt x="12353" y="19103"/>
                </a:lnTo>
                <a:lnTo>
                  <a:pt x="10800" y="21385"/>
                </a:lnTo>
                <a:lnTo>
                  <a:pt x="8672" y="21600"/>
                </a:lnTo>
                <a:lnTo>
                  <a:pt x="6885" y="21364"/>
                </a:lnTo>
                <a:lnTo>
                  <a:pt x="5278" y="20689"/>
                </a:lnTo>
                <a:lnTo>
                  <a:pt x="3699" y="19590"/>
                </a:lnTo>
                <a:lnTo>
                  <a:pt x="1990" y="18072"/>
                </a:lnTo>
                <a:lnTo>
                  <a:pt x="0" y="16152"/>
                </a:lnTo>
                <a:lnTo>
                  <a:pt x="0" y="12692"/>
                </a:lnTo>
                <a:lnTo>
                  <a:pt x="0" y="9212"/>
                </a:lnTo>
                <a:lnTo>
                  <a:pt x="0" y="5684"/>
                </a:lnTo>
                <a:lnTo>
                  <a:pt x="1609" y="3596"/>
                </a:lnTo>
                <a:lnTo>
                  <a:pt x="3232" y="2083"/>
                </a:lnTo>
                <a:lnTo>
                  <a:pt x="4879" y="1052"/>
                </a:lnTo>
                <a:lnTo>
                  <a:pt x="6561" y="419"/>
                </a:lnTo>
                <a:lnTo>
                  <a:pt x="8289" y="99"/>
                </a:lnTo>
                <a:lnTo>
                  <a:pt x="10071" y="0"/>
                </a:lnTo>
                <a:lnTo>
                  <a:pt x="11915" y="37"/>
                </a:lnTo>
                <a:lnTo>
                  <a:pt x="13838" y="126"/>
                </a:lnTo>
                <a:close/>
              </a:path>
            </a:pathLst>
          </a:custGeom>
          <a:solidFill>
            <a:srgbClr val="ED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0" name="contour_12748"/>
          <p:cNvSpPr/>
          <p:nvPr/>
        </p:nvSpPr>
        <p:spPr>
          <a:xfrm>
            <a:off x="8078181" y="2660824"/>
            <a:ext cx="43728" cy="512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67" y="1154"/>
                </a:moveTo>
                <a:lnTo>
                  <a:pt x="19969" y="1955"/>
                </a:lnTo>
                <a:lnTo>
                  <a:pt x="21600" y="2771"/>
                </a:lnTo>
                <a:lnTo>
                  <a:pt x="20678" y="4622"/>
                </a:lnTo>
                <a:lnTo>
                  <a:pt x="19746" y="6466"/>
                </a:lnTo>
                <a:lnTo>
                  <a:pt x="18799" y="8308"/>
                </a:lnTo>
                <a:lnTo>
                  <a:pt x="17842" y="10143"/>
                </a:lnTo>
                <a:lnTo>
                  <a:pt x="16877" y="11979"/>
                </a:lnTo>
                <a:lnTo>
                  <a:pt x="15998" y="13688"/>
                </a:lnTo>
                <a:lnTo>
                  <a:pt x="15113" y="15413"/>
                </a:lnTo>
                <a:lnTo>
                  <a:pt x="14220" y="17159"/>
                </a:lnTo>
                <a:lnTo>
                  <a:pt x="13086" y="18488"/>
                </a:lnTo>
                <a:lnTo>
                  <a:pt x="11952" y="19829"/>
                </a:lnTo>
                <a:lnTo>
                  <a:pt x="10800" y="21186"/>
                </a:lnTo>
                <a:lnTo>
                  <a:pt x="7938" y="21462"/>
                </a:lnTo>
                <a:lnTo>
                  <a:pt x="5947" y="21600"/>
                </a:lnTo>
                <a:lnTo>
                  <a:pt x="4306" y="21600"/>
                </a:lnTo>
                <a:lnTo>
                  <a:pt x="2495" y="21462"/>
                </a:lnTo>
                <a:lnTo>
                  <a:pt x="0" y="21186"/>
                </a:lnTo>
                <a:lnTo>
                  <a:pt x="0" y="19157"/>
                </a:lnTo>
                <a:lnTo>
                  <a:pt x="0" y="17116"/>
                </a:lnTo>
                <a:lnTo>
                  <a:pt x="0" y="15048"/>
                </a:lnTo>
                <a:lnTo>
                  <a:pt x="2376" y="15048"/>
                </a:lnTo>
                <a:lnTo>
                  <a:pt x="4770" y="15048"/>
                </a:lnTo>
                <a:lnTo>
                  <a:pt x="7200" y="15048"/>
                </a:lnTo>
                <a:lnTo>
                  <a:pt x="6606" y="13019"/>
                </a:lnTo>
                <a:lnTo>
                  <a:pt x="6008" y="10990"/>
                </a:lnTo>
                <a:lnTo>
                  <a:pt x="5411" y="8955"/>
                </a:lnTo>
                <a:lnTo>
                  <a:pt x="4813" y="6908"/>
                </a:lnTo>
                <a:lnTo>
                  <a:pt x="4208" y="4849"/>
                </a:lnTo>
                <a:lnTo>
                  <a:pt x="3600" y="2771"/>
                </a:lnTo>
                <a:lnTo>
                  <a:pt x="7762" y="1335"/>
                </a:lnTo>
                <a:lnTo>
                  <a:pt x="10696" y="427"/>
                </a:lnTo>
                <a:lnTo>
                  <a:pt x="12812" y="0"/>
                </a:lnTo>
                <a:lnTo>
                  <a:pt x="14522" y="9"/>
                </a:lnTo>
                <a:lnTo>
                  <a:pt x="16236" y="408"/>
                </a:lnTo>
                <a:lnTo>
                  <a:pt x="18367" y="1154"/>
                </a:lnTo>
                <a:close/>
              </a:path>
            </a:pathLst>
          </a:custGeom>
          <a:solidFill>
            <a:srgbClr val="BFC4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1" name="contour_12749"/>
          <p:cNvSpPr/>
          <p:nvPr/>
        </p:nvSpPr>
        <p:spPr>
          <a:xfrm>
            <a:off x="921374" y="267469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317"/>
                </a:lnTo>
                <a:lnTo>
                  <a:pt x="4392" y="648"/>
                </a:lnTo>
                <a:lnTo>
                  <a:pt x="6584" y="994"/>
                </a:lnTo>
                <a:lnTo>
                  <a:pt x="8777" y="1350"/>
                </a:lnTo>
                <a:lnTo>
                  <a:pt x="10004" y="1541"/>
                </a:lnTo>
                <a:lnTo>
                  <a:pt x="13712" y="2110"/>
                </a:lnTo>
                <a:lnTo>
                  <a:pt x="16229" y="3031"/>
                </a:lnTo>
                <a:lnTo>
                  <a:pt x="17762" y="3881"/>
                </a:lnTo>
                <a:lnTo>
                  <a:pt x="18936" y="5155"/>
                </a:lnTo>
                <a:lnTo>
                  <a:pt x="20376" y="7340"/>
                </a:lnTo>
                <a:lnTo>
                  <a:pt x="20981" y="9058"/>
                </a:lnTo>
                <a:lnTo>
                  <a:pt x="21600" y="10800"/>
                </a:lnTo>
                <a:lnTo>
                  <a:pt x="19220" y="10800"/>
                </a:lnTo>
                <a:lnTo>
                  <a:pt x="16826" y="10800"/>
                </a:lnTo>
                <a:lnTo>
                  <a:pt x="14400" y="10800"/>
                </a:lnTo>
                <a:lnTo>
                  <a:pt x="13291" y="13478"/>
                </a:lnTo>
                <a:lnTo>
                  <a:pt x="12550" y="15379"/>
                </a:lnTo>
                <a:lnTo>
                  <a:pt x="12002" y="17021"/>
                </a:lnTo>
                <a:lnTo>
                  <a:pt x="11477" y="18922"/>
                </a:lnTo>
                <a:lnTo>
                  <a:pt x="10800" y="21600"/>
                </a:lnTo>
                <a:lnTo>
                  <a:pt x="8640" y="19724"/>
                </a:lnTo>
                <a:lnTo>
                  <a:pt x="6844" y="17852"/>
                </a:lnTo>
                <a:lnTo>
                  <a:pt x="5364" y="15959"/>
                </a:lnTo>
                <a:lnTo>
                  <a:pt x="4154" y="14018"/>
                </a:lnTo>
                <a:lnTo>
                  <a:pt x="3168" y="12002"/>
                </a:lnTo>
                <a:lnTo>
                  <a:pt x="2362" y="9893"/>
                </a:lnTo>
                <a:lnTo>
                  <a:pt x="1685" y="7664"/>
                </a:lnTo>
                <a:lnTo>
                  <a:pt x="1098" y="5288"/>
                </a:lnTo>
                <a:lnTo>
                  <a:pt x="551" y="2740"/>
                </a:lnTo>
                <a:lnTo>
                  <a:pt x="0" y="0"/>
                </a:lnTo>
                <a:close/>
              </a:path>
            </a:pathLst>
          </a:custGeom>
          <a:solidFill>
            <a:srgbClr val="3F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2" name="contour_12750"/>
          <p:cNvSpPr/>
          <p:nvPr/>
        </p:nvSpPr>
        <p:spPr>
          <a:xfrm>
            <a:off x="5103500" y="2651881"/>
            <a:ext cx="59485" cy="446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8"/>
                </a:moveTo>
                <a:lnTo>
                  <a:pt x="21071" y="719"/>
                </a:lnTo>
                <a:lnTo>
                  <a:pt x="19470" y="1505"/>
                </a:lnTo>
                <a:lnTo>
                  <a:pt x="17638" y="2569"/>
                </a:lnTo>
                <a:lnTo>
                  <a:pt x="15992" y="3622"/>
                </a:lnTo>
                <a:lnTo>
                  <a:pt x="14508" y="4715"/>
                </a:lnTo>
                <a:lnTo>
                  <a:pt x="13171" y="5899"/>
                </a:lnTo>
                <a:lnTo>
                  <a:pt x="11962" y="7223"/>
                </a:lnTo>
                <a:lnTo>
                  <a:pt x="10864" y="8746"/>
                </a:lnTo>
                <a:lnTo>
                  <a:pt x="9855" y="10515"/>
                </a:lnTo>
                <a:lnTo>
                  <a:pt x="8918" y="12579"/>
                </a:lnTo>
                <a:lnTo>
                  <a:pt x="8037" y="14993"/>
                </a:lnTo>
                <a:lnTo>
                  <a:pt x="7534" y="16864"/>
                </a:lnTo>
                <a:lnTo>
                  <a:pt x="7024" y="18763"/>
                </a:lnTo>
                <a:lnTo>
                  <a:pt x="6701" y="19468"/>
                </a:lnTo>
                <a:lnTo>
                  <a:pt x="5722" y="21600"/>
                </a:lnTo>
                <a:lnTo>
                  <a:pt x="3972" y="21600"/>
                </a:lnTo>
                <a:lnTo>
                  <a:pt x="2212" y="21600"/>
                </a:lnTo>
                <a:lnTo>
                  <a:pt x="429" y="21600"/>
                </a:lnTo>
                <a:lnTo>
                  <a:pt x="251" y="19052"/>
                </a:lnTo>
                <a:lnTo>
                  <a:pt x="114" y="16533"/>
                </a:lnTo>
                <a:lnTo>
                  <a:pt x="26" y="14031"/>
                </a:lnTo>
                <a:lnTo>
                  <a:pt x="0" y="11536"/>
                </a:lnTo>
                <a:lnTo>
                  <a:pt x="53" y="9035"/>
                </a:lnTo>
                <a:lnTo>
                  <a:pt x="191" y="6519"/>
                </a:lnTo>
                <a:lnTo>
                  <a:pt x="429" y="3982"/>
                </a:lnTo>
                <a:lnTo>
                  <a:pt x="1958" y="2770"/>
                </a:lnTo>
                <a:lnTo>
                  <a:pt x="3573" y="1818"/>
                </a:lnTo>
                <a:lnTo>
                  <a:pt x="5256" y="1103"/>
                </a:lnTo>
                <a:lnTo>
                  <a:pt x="7000" y="588"/>
                </a:lnTo>
                <a:lnTo>
                  <a:pt x="8791" y="254"/>
                </a:lnTo>
                <a:lnTo>
                  <a:pt x="10615" y="67"/>
                </a:lnTo>
                <a:lnTo>
                  <a:pt x="12462" y="0"/>
                </a:lnTo>
                <a:lnTo>
                  <a:pt x="14317" y="21"/>
                </a:lnTo>
                <a:lnTo>
                  <a:pt x="16172" y="109"/>
                </a:lnTo>
                <a:lnTo>
                  <a:pt x="18011" y="229"/>
                </a:lnTo>
                <a:lnTo>
                  <a:pt x="19824" y="356"/>
                </a:lnTo>
                <a:lnTo>
                  <a:pt x="21600" y="458"/>
                </a:lnTo>
                <a:close/>
              </a:path>
            </a:pathLst>
          </a:custGeom>
          <a:solidFill>
            <a:srgbClr val="6E73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3" name="contour_12751"/>
          <p:cNvSpPr/>
          <p:nvPr/>
        </p:nvSpPr>
        <p:spPr>
          <a:xfrm>
            <a:off x="3654370" y="2652829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52" y="1920"/>
                </a:lnTo>
                <a:lnTo>
                  <a:pt x="16484" y="3313"/>
                </a:lnTo>
                <a:lnTo>
                  <a:pt x="18094" y="4401"/>
                </a:lnTo>
                <a:lnTo>
                  <a:pt x="19285" y="5413"/>
                </a:lnTo>
                <a:lnTo>
                  <a:pt x="20354" y="6572"/>
                </a:lnTo>
                <a:lnTo>
                  <a:pt x="21600" y="8100"/>
                </a:lnTo>
                <a:lnTo>
                  <a:pt x="21488" y="9901"/>
                </a:lnTo>
                <a:lnTo>
                  <a:pt x="21254" y="11618"/>
                </a:lnTo>
                <a:lnTo>
                  <a:pt x="20909" y="13276"/>
                </a:lnTo>
                <a:lnTo>
                  <a:pt x="20470" y="14901"/>
                </a:lnTo>
                <a:lnTo>
                  <a:pt x="19944" y="16521"/>
                </a:lnTo>
                <a:lnTo>
                  <a:pt x="19346" y="18160"/>
                </a:lnTo>
                <a:lnTo>
                  <a:pt x="18695" y="19845"/>
                </a:lnTo>
                <a:lnTo>
                  <a:pt x="18000" y="21600"/>
                </a:lnTo>
                <a:lnTo>
                  <a:pt x="16020" y="20412"/>
                </a:lnTo>
                <a:lnTo>
                  <a:pt x="14036" y="19224"/>
                </a:lnTo>
                <a:lnTo>
                  <a:pt x="12053" y="18033"/>
                </a:lnTo>
                <a:lnTo>
                  <a:pt x="10066" y="16837"/>
                </a:lnTo>
                <a:lnTo>
                  <a:pt x="8068" y="15641"/>
                </a:lnTo>
                <a:lnTo>
                  <a:pt x="6066" y="14440"/>
                </a:lnTo>
                <a:lnTo>
                  <a:pt x="4054" y="13233"/>
                </a:lnTo>
                <a:lnTo>
                  <a:pt x="2034" y="12020"/>
                </a:lnTo>
                <a:lnTo>
                  <a:pt x="0" y="10800"/>
                </a:lnTo>
                <a:lnTo>
                  <a:pt x="1782" y="10130"/>
                </a:lnTo>
                <a:lnTo>
                  <a:pt x="3575" y="9461"/>
                </a:lnTo>
                <a:lnTo>
                  <a:pt x="5375" y="8783"/>
                </a:lnTo>
                <a:lnTo>
                  <a:pt x="7200" y="8100"/>
                </a:lnTo>
                <a:lnTo>
                  <a:pt x="8309" y="6010"/>
                </a:lnTo>
                <a:lnTo>
                  <a:pt x="9050" y="4544"/>
                </a:lnTo>
                <a:lnTo>
                  <a:pt x="9598" y="3313"/>
                </a:lnTo>
                <a:lnTo>
                  <a:pt x="10123" y="1928"/>
                </a:lnTo>
                <a:lnTo>
                  <a:pt x="10800" y="0"/>
                </a:lnTo>
                <a:close/>
              </a:path>
            </a:pathLst>
          </a:custGeom>
          <a:solidFill>
            <a:srgbClr val="A5AD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4" name="contour_12752"/>
          <p:cNvSpPr/>
          <p:nvPr/>
        </p:nvSpPr>
        <p:spPr>
          <a:xfrm>
            <a:off x="2544854" y="2645541"/>
            <a:ext cx="3818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08" y="0"/>
                </a:moveTo>
                <a:lnTo>
                  <a:pt x="8097" y="299"/>
                </a:lnTo>
                <a:lnTo>
                  <a:pt x="10303" y="648"/>
                </a:lnTo>
                <a:lnTo>
                  <a:pt x="13610" y="1352"/>
                </a:lnTo>
                <a:lnTo>
                  <a:pt x="15857" y="1824"/>
                </a:lnTo>
                <a:lnTo>
                  <a:pt x="18137" y="2302"/>
                </a:lnTo>
                <a:lnTo>
                  <a:pt x="19856" y="2691"/>
                </a:lnTo>
                <a:lnTo>
                  <a:pt x="21600" y="3086"/>
                </a:lnTo>
                <a:lnTo>
                  <a:pt x="18875" y="3086"/>
                </a:lnTo>
                <a:lnTo>
                  <a:pt x="16133" y="3086"/>
                </a:lnTo>
                <a:lnTo>
                  <a:pt x="13354" y="3086"/>
                </a:lnTo>
                <a:lnTo>
                  <a:pt x="13354" y="5122"/>
                </a:lnTo>
                <a:lnTo>
                  <a:pt x="13354" y="7162"/>
                </a:lnTo>
                <a:lnTo>
                  <a:pt x="13354" y="9202"/>
                </a:lnTo>
                <a:lnTo>
                  <a:pt x="13354" y="11247"/>
                </a:lnTo>
                <a:lnTo>
                  <a:pt x="13354" y="13299"/>
                </a:lnTo>
                <a:lnTo>
                  <a:pt x="13354" y="15361"/>
                </a:lnTo>
                <a:lnTo>
                  <a:pt x="13354" y="17428"/>
                </a:lnTo>
                <a:lnTo>
                  <a:pt x="13354" y="19508"/>
                </a:lnTo>
                <a:lnTo>
                  <a:pt x="13354" y="21600"/>
                </a:lnTo>
                <a:lnTo>
                  <a:pt x="10287" y="21298"/>
                </a:lnTo>
                <a:lnTo>
                  <a:pt x="8110" y="20986"/>
                </a:lnTo>
                <a:lnTo>
                  <a:pt x="6230" y="20517"/>
                </a:lnTo>
                <a:lnTo>
                  <a:pt x="4053" y="19742"/>
                </a:lnTo>
                <a:lnTo>
                  <a:pt x="985" y="18514"/>
                </a:lnTo>
                <a:lnTo>
                  <a:pt x="470" y="16293"/>
                </a:lnTo>
                <a:lnTo>
                  <a:pt x="148" y="14089"/>
                </a:lnTo>
                <a:lnTo>
                  <a:pt x="0" y="11899"/>
                </a:lnTo>
                <a:lnTo>
                  <a:pt x="21" y="9714"/>
                </a:lnTo>
                <a:lnTo>
                  <a:pt x="198" y="7523"/>
                </a:lnTo>
                <a:lnTo>
                  <a:pt x="524" y="5317"/>
                </a:lnTo>
                <a:lnTo>
                  <a:pt x="985" y="3086"/>
                </a:lnTo>
                <a:lnTo>
                  <a:pt x="3030" y="1555"/>
                </a:lnTo>
                <a:lnTo>
                  <a:pt x="5108" y="0"/>
                </a:lnTo>
                <a:close/>
              </a:path>
            </a:pathLst>
          </a:custGeom>
          <a:solidFill>
            <a:srgbClr val="7B6B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5" name="contour_12753"/>
          <p:cNvSpPr/>
          <p:nvPr/>
        </p:nvSpPr>
        <p:spPr>
          <a:xfrm>
            <a:off x="2407811" y="2665277"/>
            <a:ext cx="65905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91" y="1192"/>
                </a:moveTo>
                <a:lnTo>
                  <a:pt x="4104" y="751"/>
                </a:lnTo>
                <a:lnTo>
                  <a:pt x="5702" y="420"/>
                </a:lnTo>
                <a:lnTo>
                  <a:pt x="7292" y="192"/>
                </a:lnTo>
                <a:lnTo>
                  <a:pt x="8876" y="53"/>
                </a:lnTo>
                <a:lnTo>
                  <a:pt x="10455" y="0"/>
                </a:lnTo>
                <a:lnTo>
                  <a:pt x="12031" y="16"/>
                </a:lnTo>
                <a:lnTo>
                  <a:pt x="13608" y="102"/>
                </a:lnTo>
                <a:lnTo>
                  <a:pt x="15189" y="241"/>
                </a:lnTo>
                <a:lnTo>
                  <a:pt x="16775" y="429"/>
                </a:lnTo>
                <a:lnTo>
                  <a:pt x="18371" y="657"/>
                </a:lnTo>
                <a:lnTo>
                  <a:pt x="19978" y="914"/>
                </a:lnTo>
                <a:lnTo>
                  <a:pt x="21600" y="1192"/>
                </a:lnTo>
                <a:lnTo>
                  <a:pt x="21600" y="3216"/>
                </a:lnTo>
                <a:lnTo>
                  <a:pt x="21600" y="5273"/>
                </a:lnTo>
                <a:lnTo>
                  <a:pt x="20050" y="6204"/>
                </a:lnTo>
                <a:lnTo>
                  <a:pt x="18495" y="7078"/>
                </a:lnTo>
                <a:lnTo>
                  <a:pt x="16935" y="7910"/>
                </a:lnTo>
                <a:lnTo>
                  <a:pt x="15368" y="8706"/>
                </a:lnTo>
                <a:lnTo>
                  <a:pt x="13794" y="9478"/>
                </a:lnTo>
                <a:lnTo>
                  <a:pt x="12218" y="10237"/>
                </a:lnTo>
                <a:lnTo>
                  <a:pt x="10636" y="10996"/>
                </a:lnTo>
                <a:lnTo>
                  <a:pt x="8704" y="12584"/>
                </a:lnTo>
                <a:lnTo>
                  <a:pt x="7414" y="14155"/>
                </a:lnTo>
                <a:lnTo>
                  <a:pt x="6516" y="15988"/>
                </a:lnTo>
                <a:lnTo>
                  <a:pt x="5754" y="18376"/>
                </a:lnTo>
                <a:lnTo>
                  <a:pt x="4880" y="21600"/>
                </a:lnTo>
                <a:lnTo>
                  <a:pt x="3301" y="21600"/>
                </a:lnTo>
                <a:lnTo>
                  <a:pt x="1713" y="21600"/>
                </a:lnTo>
                <a:lnTo>
                  <a:pt x="103" y="21600"/>
                </a:lnTo>
                <a:lnTo>
                  <a:pt x="24" y="18755"/>
                </a:lnTo>
                <a:lnTo>
                  <a:pt x="0" y="16049"/>
                </a:lnTo>
                <a:lnTo>
                  <a:pt x="57" y="13453"/>
                </a:lnTo>
                <a:lnTo>
                  <a:pt x="222" y="10939"/>
                </a:lnTo>
                <a:lnTo>
                  <a:pt x="523" y="8482"/>
                </a:lnTo>
                <a:lnTo>
                  <a:pt x="984" y="6057"/>
                </a:lnTo>
                <a:lnTo>
                  <a:pt x="1631" y="3637"/>
                </a:lnTo>
                <a:lnTo>
                  <a:pt x="2491" y="1192"/>
                </a:lnTo>
                <a:close/>
              </a:path>
            </a:pathLst>
          </a:custGeom>
          <a:solidFill>
            <a:srgbClr val="35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6" name="contour_12754"/>
          <p:cNvSpPr/>
          <p:nvPr/>
        </p:nvSpPr>
        <p:spPr>
          <a:xfrm>
            <a:off x="10461355" y="2623677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386" y="0"/>
                </a:lnTo>
                <a:lnTo>
                  <a:pt x="7200" y="0"/>
                </a:lnTo>
                <a:lnTo>
                  <a:pt x="7200" y="1909"/>
                </a:lnTo>
                <a:lnTo>
                  <a:pt x="7200" y="3821"/>
                </a:lnTo>
                <a:lnTo>
                  <a:pt x="7200" y="5738"/>
                </a:lnTo>
                <a:lnTo>
                  <a:pt x="7200" y="7663"/>
                </a:lnTo>
                <a:lnTo>
                  <a:pt x="7200" y="9596"/>
                </a:lnTo>
                <a:lnTo>
                  <a:pt x="7200" y="11540"/>
                </a:lnTo>
                <a:lnTo>
                  <a:pt x="7200" y="13500"/>
                </a:lnTo>
                <a:lnTo>
                  <a:pt x="9576" y="13500"/>
                </a:lnTo>
                <a:lnTo>
                  <a:pt x="11956" y="13500"/>
                </a:lnTo>
                <a:lnTo>
                  <a:pt x="14346" y="13500"/>
                </a:lnTo>
                <a:lnTo>
                  <a:pt x="16747" y="13500"/>
                </a:lnTo>
                <a:lnTo>
                  <a:pt x="19163" y="13500"/>
                </a:lnTo>
                <a:lnTo>
                  <a:pt x="21600" y="13500"/>
                </a:lnTo>
                <a:lnTo>
                  <a:pt x="20887" y="15104"/>
                </a:lnTo>
                <a:lnTo>
                  <a:pt x="20171" y="16713"/>
                </a:lnTo>
                <a:lnTo>
                  <a:pt x="19454" y="18328"/>
                </a:lnTo>
                <a:lnTo>
                  <a:pt x="18731" y="19956"/>
                </a:lnTo>
                <a:lnTo>
                  <a:pt x="18000" y="21600"/>
                </a:lnTo>
                <a:lnTo>
                  <a:pt x="15772" y="21265"/>
                </a:lnTo>
                <a:lnTo>
                  <a:pt x="13543" y="20930"/>
                </a:lnTo>
                <a:lnTo>
                  <a:pt x="11308" y="20596"/>
                </a:lnTo>
                <a:lnTo>
                  <a:pt x="9068" y="20261"/>
                </a:lnTo>
                <a:lnTo>
                  <a:pt x="6818" y="19923"/>
                </a:lnTo>
                <a:lnTo>
                  <a:pt x="4558" y="19583"/>
                </a:lnTo>
                <a:lnTo>
                  <a:pt x="2286" y="19243"/>
                </a:lnTo>
                <a:lnTo>
                  <a:pt x="0" y="18900"/>
                </a:lnTo>
                <a:lnTo>
                  <a:pt x="356" y="17029"/>
                </a:lnTo>
                <a:lnTo>
                  <a:pt x="713" y="15155"/>
                </a:lnTo>
                <a:lnTo>
                  <a:pt x="1069" y="13281"/>
                </a:lnTo>
                <a:lnTo>
                  <a:pt x="1429" y="11405"/>
                </a:lnTo>
                <a:lnTo>
                  <a:pt x="1786" y="9520"/>
                </a:lnTo>
                <a:lnTo>
                  <a:pt x="2146" y="7633"/>
                </a:lnTo>
                <a:lnTo>
                  <a:pt x="2506" y="5738"/>
                </a:lnTo>
                <a:lnTo>
                  <a:pt x="2869" y="3834"/>
                </a:lnTo>
                <a:lnTo>
                  <a:pt x="3233" y="1922"/>
                </a:lnTo>
                <a:lnTo>
                  <a:pt x="3600" y="0"/>
                </a:lnTo>
                <a:close/>
              </a:path>
            </a:pathLst>
          </a:custGeom>
          <a:solidFill>
            <a:srgbClr val="8B7C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7" name="contour_12755"/>
          <p:cNvSpPr/>
          <p:nvPr/>
        </p:nvSpPr>
        <p:spPr>
          <a:xfrm>
            <a:off x="7203622" y="264554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06" y="3564"/>
                </a:lnTo>
                <a:lnTo>
                  <a:pt x="20412" y="7133"/>
                </a:lnTo>
                <a:lnTo>
                  <a:pt x="19814" y="10719"/>
                </a:lnTo>
                <a:lnTo>
                  <a:pt x="19213" y="14321"/>
                </a:lnTo>
                <a:lnTo>
                  <a:pt x="18608" y="17944"/>
                </a:lnTo>
                <a:lnTo>
                  <a:pt x="18000" y="21600"/>
                </a:lnTo>
                <a:lnTo>
                  <a:pt x="15746" y="21227"/>
                </a:lnTo>
                <a:lnTo>
                  <a:pt x="13496" y="20817"/>
                </a:lnTo>
                <a:lnTo>
                  <a:pt x="11246" y="20380"/>
                </a:lnTo>
                <a:lnTo>
                  <a:pt x="9000" y="19915"/>
                </a:lnTo>
                <a:lnTo>
                  <a:pt x="6487" y="19440"/>
                </a:lnTo>
                <a:lnTo>
                  <a:pt x="3938" y="18965"/>
                </a:lnTo>
                <a:lnTo>
                  <a:pt x="2959" y="18274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3135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8" name="contour_12756"/>
          <p:cNvSpPr/>
          <p:nvPr/>
        </p:nvSpPr>
        <p:spPr>
          <a:xfrm>
            <a:off x="6941255" y="2652829"/>
            <a:ext cx="51016" cy="38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81" y="510"/>
                </a:lnTo>
                <a:lnTo>
                  <a:pt x="9992" y="1020"/>
                </a:lnTo>
                <a:lnTo>
                  <a:pt x="11908" y="1531"/>
                </a:lnTo>
                <a:lnTo>
                  <a:pt x="13827" y="2041"/>
                </a:lnTo>
                <a:lnTo>
                  <a:pt x="15756" y="2555"/>
                </a:lnTo>
                <a:lnTo>
                  <a:pt x="17693" y="3073"/>
                </a:lnTo>
                <a:lnTo>
                  <a:pt x="19641" y="3592"/>
                </a:lnTo>
                <a:lnTo>
                  <a:pt x="21600" y="4114"/>
                </a:lnTo>
                <a:lnTo>
                  <a:pt x="18949" y="8126"/>
                </a:lnTo>
                <a:lnTo>
                  <a:pt x="16743" y="11417"/>
                </a:lnTo>
                <a:lnTo>
                  <a:pt x="14907" y="14067"/>
                </a:lnTo>
                <a:lnTo>
                  <a:pt x="13358" y="16153"/>
                </a:lnTo>
                <a:lnTo>
                  <a:pt x="12019" y="17757"/>
                </a:lnTo>
                <a:lnTo>
                  <a:pt x="10803" y="18950"/>
                </a:lnTo>
                <a:lnTo>
                  <a:pt x="9640" y="19819"/>
                </a:lnTo>
                <a:lnTo>
                  <a:pt x="8443" y="20440"/>
                </a:lnTo>
                <a:lnTo>
                  <a:pt x="7131" y="20892"/>
                </a:lnTo>
                <a:lnTo>
                  <a:pt x="5631" y="21250"/>
                </a:lnTo>
                <a:lnTo>
                  <a:pt x="3857" y="21600"/>
                </a:lnTo>
                <a:lnTo>
                  <a:pt x="1944" y="21090"/>
                </a:lnTo>
                <a:lnTo>
                  <a:pt x="0" y="20571"/>
                </a:lnTo>
                <a:lnTo>
                  <a:pt x="0" y="18128"/>
                </a:lnTo>
                <a:lnTo>
                  <a:pt x="0" y="15675"/>
                </a:lnTo>
                <a:lnTo>
                  <a:pt x="0" y="13215"/>
                </a:lnTo>
                <a:lnTo>
                  <a:pt x="0" y="10734"/>
                </a:lnTo>
                <a:lnTo>
                  <a:pt x="0" y="8229"/>
                </a:lnTo>
                <a:lnTo>
                  <a:pt x="2040" y="8229"/>
                </a:lnTo>
                <a:lnTo>
                  <a:pt x="4092" y="8229"/>
                </a:lnTo>
                <a:lnTo>
                  <a:pt x="6171" y="8229"/>
                </a:lnTo>
                <a:lnTo>
                  <a:pt x="6171" y="5509"/>
                </a:lnTo>
                <a:lnTo>
                  <a:pt x="6171" y="2773"/>
                </a:lnTo>
                <a:lnTo>
                  <a:pt x="6171" y="0"/>
                </a:lnTo>
                <a:close/>
              </a:path>
            </a:pathLst>
          </a:custGeom>
          <a:solidFill>
            <a:srgbClr val="3839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59" name="contour_12757"/>
          <p:cNvSpPr/>
          <p:nvPr/>
        </p:nvSpPr>
        <p:spPr>
          <a:xfrm>
            <a:off x="8412044" y="2660117"/>
            <a:ext cx="4511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2" y="0"/>
                </a:moveTo>
                <a:lnTo>
                  <a:pt x="12859" y="1018"/>
                </a:lnTo>
                <a:lnTo>
                  <a:pt x="14590" y="2040"/>
                </a:lnTo>
                <a:lnTo>
                  <a:pt x="16327" y="3064"/>
                </a:lnTo>
                <a:lnTo>
                  <a:pt x="18072" y="4092"/>
                </a:lnTo>
                <a:lnTo>
                  <a:pt x="19827" y="5128"/>
                </a:lnTo>
                <a:lnTo>
                  <a:pt x="21600" y="6171"/>
                </a:lnTo>
                <a:lnTo>
                  <a:pt x="20728" y="6813"/>
                </a:lnTo>
                <a:lnTo>
                  <a:pt x="19932" y="7400"/>
                </a:lnTo>
                <a:lnTo>
                  <a:pt x="19119" y="7998"/>
                </a:lnTo>
                <a:lnTo>
                  <a:pt x="18194" y="8680"/>
                </a:lnTo>
                <a:lnTo>
                  <a:pt x="17064" y="9513"/>
                </a:lnTo>
                <a:lnTo>
                  <a:pt x="15633" y="10569"/>
                </a:lnTo>
                <a:lnTo>
                  <a:pt x="13808" y="11914"/>
                </a:lnTo>
                <a:lnTo>
                  <a:pt x="11491" y="13620"/>
                </a:lnTo>
                <a:lnTo>
                  <a:pt x="8591" y="15759"/>
                </a:lnTo>
                <a:lnTo>
                  <a:pt x="5014" y="18394"/>
                </a:lnTo>
                <a:lnTo>
                  <a:pt x="663" y="21600"/>
                </a:lnTo>
                <a:lnTo>
                  <a:pt x="332" y="17845"/>
                </a:lnTo>
                <a:lnTo>
                  <a:pt x="112" y="15058"/>
                </a:lnTo>
                <a:lnTo>
                  <a:pt x="0" y="12966"/>
                </a:lnTo>
                <a:lnTo>
                  <a:pt x="0" y="11303"/>
                </a:lnTo>
                <a:lnTo>
                  <a:pt x="112" y="9797"/>
                </a:lnTo>
                <a:lnTo>
                  <a:pt x="332" y="8174"/>
                </a:lnTo>
                <a:lnTo>
                  <a:pt x="663" y="6171"/>
                </a:lnTo>
                <a:lnTo>
                  <a:pt x="2621" y="4295"/>
                </a:lnTo>
                <a:lnTo>
                  <a:pt x="4104" y="2984"/>
                </a:lnTo>
                <a:lnTo>
                  <a:pt x="5405" y="2071"/>
                </a:lnTo>
                <a:lnTo>
                  <a:pt x="6818" y="1385"/>
                </a:lnTo>
                <a:lnTo>
                  <a:pt x="8630" y="750"/>
                </a:lnTo>
                <a:lnTo>
                  <a:pt x="11132" y="0"/>
                </a:lnTo>
                <a:close/>
              </a:path>
            </a:pathLst>
          </a:custGeom>
          <a:solidFill>
            <a:srgbClr val="D9E2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0" name="contour_12758"/>
          <p:cNvSpPr/>
          <p:nvPr/>
        </p:nvSpPr>
        <p:spPr>
          <a:xfrm>
            <a:off x="4696553" y="2654352"/>
            <a:ext cx="58304" cy="56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93"/>
                </a:moveTo>
                <a:lnTo>
                  <a:pt x="20317" y="2822"/>
                </a:lnTo>
                <a:lnTo>
                  <a:pt x="19027" y="3457"/>
                </a:lnTo>
                <a:lnTo>
                  <a:pt x="17717" y="4100"/>
                </a:lnTo>
                <a:lnTo>
                  <a:pt x="16041" y="5290"/>
                </a:lnTo>
                <a:lnTo>
                  <a:pt x="14804" y="6415"/>
                </a:lnTo>
                <a:lnTo>
                  <a:pt x="13878" y="7655"/>
                </a:lnTo>
                <a:lnTo>
                  <a:pt x="13138" y="9188"/>
                </a:lnTo>
                <a:lnTo>
                  <a:pt x="12455" y="11192"/>
                </a:lnTo>
                <a:lnTo>
                  <a:pt x="12150" y="13080"/>
                </a:lnTo>
                <a:lnTo>
                  <a:pt x="11866" y="14971"/>
                </a:lnTo>
                <a:lnTo>
                  <a:pt x="11607" y="16865"/>
                </a:lnTo>
                <a:lnTo>
                  <a:pt x="11370" y="18764"/>
                </a:lnTo>
                <a:lnTo>
                  <a:pt x="11086" y="20169"/>
                </a:lnTo>
                <a:lnTo>
                  <a:pt x="10800" y="21600"/>
                </a:lnTo>
                <a:lnTo>
                  <a:pt x="9461" y="21600"/>
                </a:lnTo>
                <a:lnTo>
                  <a:pt x="8100" y="21600"/>
                </a:lnTo>
                <a:lnTo>
                  <a:pt x="8243" y="20144"/>
                </a:lnTo>
                <a:lnTo>
                  <a:pt x="8384" y="18664"/>
                </a:lnTo>
                <a:lnTo>
                  <a:pt x="8483" y="16798"/>
                </a:lnTo>
                <a:lnTo>
                  <a:pt x="8545" y="14979"/>
                </a:lnTo>
                <a:lnTo>
                  <a:pt x="8556" y="13186"/>
                </a:lnTo>
                <a:lnTo>
                  <a:pt x="8497" y="11395"/>
                </a:lnTo>
                <a:lnTo>
                  <a:pt x="8351" y="9584"/>
                </a:lnTo>
                <a:lnTo>
                  <a:pt x="8100" y="7738"/>
                </a:lnTo>
                <a:lnTo>
                  <a:pt x="6091" y="6634"/>
                </a:lnTo>
                <a:lnTo>
                  <a:pt x="4666" y="5939"/>
                </a:lnTo>
                <a:lnTo>
                  <a:pt x="3434" y="5517"/>
                </a:lnTo>
                <a:lnTo>
                  <a:pt x="2009" y="5237"/>
                </a:lnTo>
                <a:lnTo>
                  <a:pt x="0" y="4965"/>
                </a:lnTo>
                <a:lnTo>
                  <a:pt x="1801" y="3432"/>
                </a:lnTo>
                <a:lnTo>
                  <a:pt x="3526" y="2212"/>
                </a:lnTo>
                <a:lnTo>
                  <a:pt x="5197" y="1281"/>
                </a:lnTo>
                <a:lnTo>
                  <a:pt x="6842" y="618"/>
                </a:lnTo>
                <a:lnTo>
                  <a:pt x="8475" y="200"/>
                </a:lnTo>
                <a:lnTo>
                  <a:pt x="10125" y="0"/>
                </a:lnTo>
                <a:lnTo>
                  <a:pt x="11812" y="0"/>
                </a:lnTo>
                <a:lnTo>
                  <a:pt x="13559" y="177"/>
                </a:lnTo>
                <a:lnTo>
                  <a:pt x="15387" y="507"/>
                </a:lnTo>
                <a:lnTo>
                  <a:pt x="17323" y="970"/>
                </a:lnTo>
                <a:lnTo>
                  <a:pt x="19386" y="1539"/>
                </a:lnTo>
                <a:lnTo>
                  <a:pt x="21600" y="2193"/>
                </a:lnTo>
                <a:close/>
              </a:path>
            </a:pathLst>
          </a:custGeom>
          <a:solidFill>
            <a:srgbClr val="65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1" name="contour_12759"/>
          <p:cNvSpPr/>
          <p:nvPr/>
        </p:nvSpPr>
        <p:spPr>
          <a:xfrm>
            <a:off x="10417627" y="2652829"/>
            <a:ext cx="51016" cy="24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3776"/>
                </a:lnTo>
                <a:lnTo>
                  <a:pt x="20375" y="7564"/>
                </a:lnTo>
                <a:lnTo>
                  <a:pt x="19761" y="11366"/>
                </a:lnTo>
                <a:lnTo>
                  <a:pt x="19141" y="15199"/>
                </a:lnTo>
                <a:lnTo>
                  <a:pt x="18514" y="19070"/>
                </a:lnTo>
                <a:lnTo>
                  <a:pt x="16388" y="20532"/>
                </a:lnTo>
                <a:lnTo>
                  <a:pt x="14876" y="21263"/>
                </a:lnTo>
                <a:lnTo>
                  <a:pt x="13253" y="21498"/>
                </a:lnTo>
                <a:lnTo>
                  <a:pt x="10800" y="21454"/>
                </a:lnTo>
                <a:lnTo>
                  <a:pt x="8742" y="21530"/>
                </a:lnTo>
                <a:lnTo>
                  <a:pt x="6653" y="21600"/>
                </a:lnTo>
                <a:lnTo>
                  <a:pt x="4882" y="20341"/>
                </a:lnTo>
                <a:lnTo>
                  <a:pt x="3086" y="19070"/>
                </a:lnTo>
                <a:lnTo>
                  <a:pt x="2475" y="15294"/>
                </a:lnTo>
                <a:lnTo>
                  <a:pt x="1861" y="11506"/>
                </a:lnTo>
                <a:lnTo>
                  <a:pt x="1247" y="7704"/>
                </a:lnTo>
                <a:lnTo>
                  <a:pt x="626" y="3871"/>
                </a:lnTo>
                <a:lnTo>
                  <a:pt x="0" y="0"/>
                </a:lnTo>
                <a:close/>
              </a:path>
            </a:pathLst>
          </a:custGeom>
          <a:solidFill>
            <a:srgbClr val="6818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2" name="contour_12760"/>
          <p:cNvSpPr/>
          <p:nvPr/>
        </p:nvSpPr>
        <p:spPr>
          <a:xfrm>
            <a:off x="1191029" y="2630965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489" y="4994"/>
                </a:lnTo>
                <a:lnTo>
                  <a:pt x="21341" y="8506"/>
                </a:lnTo>
                <a:lnTo>
                  <a:pt x="21084" y="11007"/>
                </a:lnTo>
                <a:lnTo>
                  <a:pt x="20642" y="12986"/>
                </a:lnTo>
                <a:lnTo>
                  <a:pt x="19939" y="14917"/>
                </a:lnTo>
                <a:lnTo>
                  <a:pt x="18900" y="17280"/>
                </a:lnTo>
                <a:lnTo>
                  <a:pt x="17032" y="18114"/>
                </a:lnTo>
                <a:lnTo>
                  <a:pt x="15163" y="18827"/>
                </a:lnTo>
                <a:lnTo>
                  <a:pt x="13295" y="19431"/>
                </a:lnTo>
                <a:lnTo>
                  <a:pt x="11421" y="19937"/>
                </a:lnTo>
                <a:lnTo>
                  <a:pt x="9544" y="20360"/>
                </a:lnTo>
                <a:lnTo>
                  <a:pt x="7657" y="20710"/>
                </a:lnTo>
                <a:lnTo>
                  <a:pt x="5762" y="20995"/>
                </a:lnTo>
                <a:lnTo>
                  <a:pt x="3856" y="21233"/>
                </a:lnTo>
                <a:lnTo>
                  <a:pt x="1936" y="21427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712" y="11435"/>
                </a:lnTo>
                <a:lnTo>
                  <a:pt x="2967" y="10450"/>
                </a:lnTo>
                <a:lnTo>
                  <a:pt x="4385" y="9573"/>
                </a:lnTo>
                <a:lnTo>
                  <a:pt x="6583" y="8372"/>
                </a:lnTo>
                <a:lnTo>
                  <a:pt x="9415" y="6795"/>
                </a:lnTo>
                <a:lnTo>
                  <a:pt x="11402" y="5599"/>
                </a:lnTo>
                <a:lnTo>
                  <a:pt x="12806" y="4558"/>
                </a:lnTo>
                <a:lnTo>
                  <a:pt x="13894" y="3430"/>
                </a:lnTo>
                <a:lnTo>
                  <a:pt x="14936" y="1987"/>
                </a:lnTo>
                <a:lnTo>
                  <a:pt x="16200" y="0"/>
                </a:lnTo>
                <a:close/>
              </a:path>
            </a:pathLst>
          </a:custGeom>
          <a:solidFill>
            <a:srgbClr val="BAB9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3" name="contour_12761"/>
          <p:cNvSpPr/>
          <p:nvPr/>
        </p:nvSpPr>
        <p:spPr>
          <a:xfrm>
            <a:off x="5432640" y="2635833"/>
            <a:ext cx="43728" cy="461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1"/>
                </a:lnTo>
                <a:lnTo>
                  <a:pt x="14425" y="123"/>
                </a:lnTo>
                <a:lnTo>
                  <a:pt x="16056" y="293"/>
                </a:lnTo>
                <a:lnTo>
                  <a:pt x="18277" y="614"/>
                </a:lnTo>
                <a:lnTo>
                  <a:pt x="21600" y="1133"/>
                </a:lnTo>
                <a:lnTo>
                  <a:pt x="21175" y="3411"/>
                </a:lnTo>
                <a:lnTo>
                  <a:pt x="20722" y="5687"/>
                </a:lnTo>
                <a:lnTo>
                  <a:pt x="20250" y="7955"/>
                </a:lnTo>
                <a:lnTo>
                  <a:pt x="19872" y="9858"/>
                </a:lnTo>
                <a:lnTo>
                  <a:pt x="19490" y="11793"/>
                </a:lnTo>
                <a:lnTo>
                  <a:pt x="18752" y="13273"/>
                </a:lnTo>
                <a:lnTo>
                  <a:pt x="18000" y="14778"/>
                </a:lnTo>
                <a:lnTo>
                  <a:pt x="15624" y="14778"/>
                </a:lnTo>
                <a:lnTo>
                  <a:pt x="13230" y="14778"/>
                </a:lnTo>
                <a:lnTo>
                  <a:pt x="10800" y="14778"/>
                </a:lnTo>
                <a:lnTo>
                  <a:pt x="9479" y="16804"/>
                </a:lnTo>
                <a:lnTo>
                  <a:pt x="8665" y="18189"/>
                </a:lnTo>
                <a:lnTo>
                  <a:pt x="8017" y="19574"/>
                </a:lnTo>
                <a:lnTo>
                  <a:pt x="7200" y="21600"/>
                </a:lnTo>
                <a:lnTo>
                  <a:pt x="5418" y="20754"/>
                </a:lnTo>
                <a:lnTo>
                  <a:pt x="3629" y="19908"/>
                </a:lnTo>
                <a:lnTo>
                  <a:pt x="1825" y="19052"/>
                </a:lnTo>
                <a:lnTo>
                  <a:pt x="0" y="18189"/>
                </a:lnTo>
                <a:lnTo>
                  <a:pt x="1397" y="13341"/>
                </a:lnTo>
                <a:lnTo>
                  <a:pt x="2538" y="9551"/>
                </a:lnTo>
                <a:lnTo>
                  <a:pt x="3514" y="6666"/>
                </a:lnTo>
                <a:lnTo>
                  <a:pt x="4410" y="4537"/>
                </a:lnTo>
                <a:lnTo>
                  <a:pt x="5321" y="3016"/>
                </a:lnTo>
                <a:lnTo>
                  <a:pt x="6332" y="1948"/>
                </a:lnTo>
                <a:lnTo>
                  <a:pt x="7538" y="1191"/>
                </a:lnTo>
                <a:lnTo>
                  <a:pt x="9025" y="594"/>
                </a:lnTo>
                <a:lnTo>
                  <a:pt x="10883" y="0"/>
                </a:lnTo>
                <a:close/>
              </a:path>
            </a:pathLst>
          </a:custGeom>
          <a:solidFill>
            <a:srgbClr val="6163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4" name="contour_12762"/>
          <p:cNvSpPr/>
          <p:nvPr/>
        </p:nvSpPr>
        <p:spPr>
          <a:xfrm>
            <a:off x="1759493" y="2637794"/>
            <a:ext cx="43728" cy="441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4"/>
                </a:moveTo>
                <a:lnTo>
                  <a:pt x="21600" y="2576"/>
                </a:lnTo>
                <a:lnTo>
                  <a:pt x="21600" y="4931"/>
                </a:lnTo>
                <a:lnTo>
                  <a:pt x="21600" y="7286"/>
                </a:lnTo>
                <a:lnTo>
                  <a:pt x="21600" y="9648"/>
                </a:lnTo>
                <a:lnTo>
                  <a:pt x="21600" y="12017"/>
                </a:lnTo>
                <a:lnTo>
                  <a:pt x="21600" y="14396"/>
                </a:lnTo>
                <a:lnTo>
                  <a:pt x="21600" y="16783"/>
                </a:lnTo>
                <a:lnTo>
                  <a:pt x="21600" y="1918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19245"/>
                </a:lnTo>
                <a:lnTo>
                  <a:pt x="7200" y="16876"/>
                </a:lnTo>
                <a:lnTo>
                  <a:pt x="7200" y="14475"/>
                </a:lnTo>
                <a:lnTo>
                  <a:pt x="9580" y="14475"/>
                </a:lnTo>
                <a:lnTo>
                  <a:pt x="11974" y="14475"/>
                </a:lnTo>
                <a:lnTo>
                  <a:pt x="14400" y="14475"/>
                </a:lnTo>
                <a:lnTo>
                  <a:pt x="14400" y="12120"/>
                </a:lnTo>
                <a:lnTo>
                  <a:pt x="14400" y="9751"/>
                </a:lnTo>
                <a:lnTo>
                  <a:pt x="14400" y="7350"/>
                </a:lnTo>
                <a:lnTo>
                  <a:pt x="12035" y="6284"/>
                </a:lnTo>
                <a:lnTo>
                  <a:pt x="10166" y="5707"/>
                </a:lnTo>
                <a:lnTo>
                  <a:pt x="7200" y="5123"/>
                </a:lnTo>
                <a:lnTo>
                  <a:pt x="5191" y="4720"/>
                </a:lnTo>
                <a:lnTo>
                  <a:pt x="3150" y="4314"/>
                </a:lnTo>
                <a:lnTo>
                  <a:pt x="1588" y="4051"/>
                </a:lnTo>
                <a:lnTo>
                  <a:pt x="0" y="3787"/>
                </a:lnTo>
                <a:lnTo>
                  <a:pt x="2322" y="2437"/>
                </a:lnTo>
                <a:lnTo>
                  <a:pt x="4619" y="1439"/>
                </a:lnTo>
                <a:lnTo>
                  <a:pt x="6908" y="745"/>
                </a:lnTo>
                <a:lnTo>
                  <a:pt x="9216" y="306"/>
                </a:lnTo>
                <a:lnTo>
                  <a:pt x="11552" y="75"/>
                </a:lnTo>
                <a:lnTo>
                  <a:pt x="13939" y="0"/>
                </a:lnTo>
                <a:lnTo>
                  <a:pt x="16398" y="32"/>
                </a:lnTo>
                <a:lnTo>
                  <a:pt x="18943" y="125"/>
                </a:lnTo>
                <a:lnTo>
                  <a:pt x="21600" y="224"/>
                </a:lnTo>
                <a:close/>
              </a:path>
            </a:pathLst>
          </a:custGeom>
          <a:solidFill>
            <a:srgbClr val="0E0E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5" name="contour_12763"/>
          <p:cNvSpPr/>
          <p:nvPr/>
        </p:nvSpPr>
        <p:spPr>
          <a:xfrm>
            <a:off x="5701079" y="2623677"/>
            <a:ext cx="3765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8" y="0"/>
                </a:moveTo>
                <a:lnTo>
                  <a:pt x="3654" y="0"/>
                </a:lnTo>
                <a:lnTo>
                  <a:pt x="6613" y="0"/>
                </a:lnTo>
                <a:lnTo>
                  <a:pt x="9581" y="0"/>
                </a:lnTo>
                <a:lnTo>
                  <a:pt x="12562" y="0"/>
                </a:lnTo>
                <a:lnTo>
                  <a:pt x="15555" y="0"/>
                </a:lnTo>
                <a:lnTo>
                  <a:pt x="18565" y="0"/>
                </a:lnTo>
                <a:lnTo>
                  <a:pt x="21600" y="0"/>
                </a:lnTo>
                <a:lnTo>
                  <a:pt x="21077" y="901"/>
                </a:lnTo>
                <a:lnTo>
                  <a:pt x="20601" y="1722"/>
                </a:lnTo>
                <a:lnTo>
                  <a:pt x="20116" y="2558"/>
                </a:lnTo>
                <a:lnTo>
                  <a:pt x="19560" y="3512"/>
                </a:lnTo>
                <a:lnTo>
                  <a:pt x="18883" y="4678"/>
                </a:lnTo>
                <a:lnTo>
                  <a:pt x="18026" y="6156"/>
                </a:lnTo>
                <a:lnTo>
                  <a:pt x="16931" y="8041"/>
                </a:lnTo>
                <a:lnTo>
                  <a:pt x="15543" y="10430"/>
                </a:lnTo>
                <a:lnTo>
                  <a:pt x="13808" y="13420"/>
                </a:lnTo>
                <a:lnTo>
                  <a:pt x="11663" y="17113"/>
                </a:lnTo>
                <a:lnTo>
                  <a:pt x="9059" y="21600"/>
                </a:lnTo>
                <a:lnTo>
                  <a:pt x="6990" y="20835"/>
                </a:lnTo>
                <a:lnTo>
                  <a:pt x="4912" y="20069"/>
                </a:lnTo>
                <a:lnTo>
                  <a:pt x="2818" y="19295"/>
                </a:lnTo>
                <a:lnTo>
                  <a:pt x="698" y="18514"/>
                </a:lnTo>
                <a:lnTo>
                  <a:pt x="301" y="16351"/>
                </a:lnTo>
                <a:lnTo>
                  <a:pt x="79" y="14777"/>
                </a:lnTo>
                <a:lnTo>
                  <a:pt x="0" y="13340"/>
                </a:lnTo>
                <a:lnTo>
                  <a:pt x="38" y="11587"/>
                </a:lnTo>
                <a:lnTo>
                  <a:pt x="176" y="9066"/>
                </a:lnTo>
                <a:lnTo>
                  <a:pt x="251" y="7372"/>
                </a:lnTo>
                <a:lnTo>
                  <a:pt x="326" y="5668"/>
                </a:lnTo>
                <a:lnTo>
                  <a:pt x="405" y="3940"/>
                </a:lnTo>
                <a:lnTo>
                  <a:pt x="552" y="1984"/>
                </a:lnTo>
                <a:lnTo>
                  <a:pt x="698" y="0"/>
                </a:lnTo>
                <a:close/>
              </a:path>
            </a:pathLst>
          </a:custGeom>
          <a:solidFill>
            <a:srgbClr val="B5BD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6" name="contour_12764"/>
          <p:cNvSpPr/>
          <p:nvPr/>
        </p:nvSpPr>
        <p:spPr>
          <a:xfrm>
            <a:off x="403926" y="2601813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509"/>
                </a:lnTo>
                <a:lnTo>
                  <a:pt x="11956" y="1018"/>
                </a:lnTo>
                <a:lnTo>
                  <a:pt x="14346" y="1531"/>
                </a:lnTo>
                <a:lnTo>
                  <a:pt x="16747" y="2046"/>
                </a:lnTo>
                <a:lnTo>
                  <a:pt x="19163" y="2564"/>
                </a:lnTo>
                <a:lnTo>
                  <a:pt x="21600" y="3086"/>
                </a:lnTo>
                <a:lnTo>
                  <a:pt x="21204" y="5122"/>
                </a:lnTo>
                <a:lnTo>
                  <a:pt x="20808" y="7162"/>
                </a:lnTo>
                <a:lnTo>
                  <a:pt x="20412" y="9202"/>
                </a:lnTo>
                <a:lnTo>
                  <a:pt x="20012" y="11247"/>
                </a:lnTo>
                <a:lnTo>
                  <a:pt x="19613" y="13299"/>
                </a:lnTo>
                <a:lnTo>
                  <a:pt x="19213" y="15361"/>
                </a:lnTo>
                <a:lnTo>
                  <a:pt x="18810" y="17428"/>
                </a:lnTo>
                <a:lnTo>
                  <a:pt x="18407" y="19508"/>
                </a:lnTo>
                <a:lnTo>
                  <a:pt x="18000" y="21600"/>
                </a:lnTo>
                <a:lnTo>
                  <a:pt x="15455" y="21600"/>
                </a:lnTo>
                <a:lnTo>
                  <a:pt x="12906" y="21600"/>
                </a:lnTo>
                <a:lnTo>
                  <a:pt x="10350" y="21600"/>
                </a:lnTo>
                <a:lnTo>
                  <a:pt x="7783" y="21600"/>
                </a:lnTo>
                <a:lnTo>
                  <a:pt x="5206" y="21600"/>
                </a:lnTo>
                <a:lnTo>
                  <a:pt x="2614" y="21600"/>
                </a:lnTo>
                <a:lnTo>
                  <a:pt x="0" y="21600"/>
                </a:lnTo>
                <a:lnTo>
                  <a:pt x="2376" y="21091"/>
                </a:lnTo>
                <a:lnTo>
                  <a:pt x="4756" y="20582"/>
                </a:lnTo>
                <a:lnTo>
                  <a:pt x="7146" y="20069"/>
                </a:lnTo>
                <a:lnTo>
                  <a:pt x="9547" y="19554"/>
                </a:lnTo>
                <a:lnTo>
                  <a:pt x="11963" y="19036"/>
                </a:lnTo>
                <a:lnTo>
                  <a:pt x="14400" y="18514"/>
                </a:lnTo>
                <a:lnTo>
                  <a:pt x="13212" y="17178"/>
                </a:lnTo>
                <a:lnTo>
                  <a:pt x="12013" y="15830"/>
                </a:lnTo>
                <a:lnTo>
                  <a:pt x="10800" y="14466"/>
                </a:lnTo>
                <a:lnTo>
                  <a:pt x="9360" y="12250"/>
                </a:lnTo>
                <a:lnTo>
                  <a:pt x="8291" y="10275"/>
                </a:lnTo>
                <a:lnTo>
                  <a:pt x="7556" y="8427"/>
                </a:lnTo>
                <a:lnTo>
                  <a:pt x="7117" y="6588"/>
                </a:lnTo>
                <a:lnTo>
                  <a:pt x="6937" y="4647"/>
                </a:lnTo>
                <a:lnTo>
                  <a:pt x="6980" y="2490"/>
                </a:lnTo>
                <a:lnTo>
                  <a:pt x="7200" y="0"/>
                </a:lnTo>
                <a:close/>
              </a:path>
            </a:pathLst>
          </a:custGeom>
          <a:solidFill>
            <a:srgbClr val="7566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7" name="contour_12765"/>
          <p:cNvSpPr/>
          <p:nvPr/>
        </p:nvSpPr>
        <p:spPr>
          <a:xfrm>
            <a:off x="5337896" y="2579949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2009"/>
                </a:lnTo>
                <a:lnTo>
                  <a:pt x="10260" y="4052"/>
                </a:lnTo>
                <a:lnTo>
                  <a:pt x="11526" y="6096"/>
                </a:lnTo>
                <a:lnTo>
                  <a:pt x="12621" y="7599"/>
                </a:lnTo>
                <a:lnTo>
                  <a:pt x="13658" y="8692"/>
                </a:lnTo>
                <a:lnTo>
                  <a:pt x="14751" y="9504"/>
                </a:lnTo>
                <a:lnTo>
                  <a:pt x="16012" y="10161"/>
                </a:lnTo>
                <a:lnTo>
                  <a:pt x="17550" y="10800"/>
                </a:lnTo>
                <a:lnTo>
                  <a:pt x="18887" y="11513"/>
                </a:lnTo>
                <a:lnTo>
                  <a:pt x="20235" y="1223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174" y="21315"/>
                </a:lnTo>
                <a:lnTo>
                  <a:pt x="18749" y="21030"/>
                </a:lnTo>
                <a:lnTo>
                  <a:pt x="17321" y="20745"/>
                </a:lnTo>
                <a:lnTo>
                  <a:pt x="15893" y="20460"/>
                </a:lnTo>
                <a:lnTo>
                  <a:pt x="14463" y="20174"/>
                </a:lnTo>
                <a:lnTo>
                  <a:pt x="13033" y="19885"/>
                </a:lnTo>
                <a:lnTo>
                  <a:pt x="11599" y="19600"/>
                </a:lnTo>
                <a:lnTo>
                  <a:pt x="10163" y="19310"/>
                </a:lnTo>
                <a:lnTo>
                  <a:pt x="8722" y="19025"/>
                </a:lnTo>
                <a:lnTo>
                  <a:pt x="7279" y="18736"/>
                </a:lnTo>
                <a:lnTo>
                  <a:pt x="5834" y="18446"/>
                </a:lnTo>
                <a:lnTo>
                  <a:pt x="4383" y="18157"/>
                </a:lnTo>
                <a:lnTo>
                  <a:pt x="2927" y="17863"/>
                </a:lnTo>
                <a:lnTo>
                  <a:pt x="1467" y="17574"/>
                </a:lnTo>
                <a:lnTo>
                  <a:pt x="0" y="17280"/>
                </a:lnTo>
                <a:lnTo>
                  <a:pt x="536" y="15142"/>
                </a:lnTo>
                <a:lnTo>
                  <a:pt x="1071" y="12990"/>
                </a:lnTo>
                <a:lnTo>
                  <a:pt x="1614" y="10830"/>
                </a:lnTo>
                <a:lnTo>
                  <a:pt x="2160" y="8640"/>
                </a:lnTo>
                <a:lnTo>
                  <a:pt x="3832" y="8381"/>
                </a:lnTo>
                <a:lnTo>
                  <a:pt x="5005" y="8251"/>
                </a:lnTo>
                <a:lnTo>
                  <a:pt x="5990" y="8251"/>
                </a:lnTo>
                <a:lnTo>
                  <a:pt x="7098" y="8381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22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8" name="contour_12766"/>
          <p:cNvSpPr/>
          <p:nvPr/>
        </p:nvSpPr>
        <p:spPr>
          <a:xfrm>
            <a:off x="2218636" y="2577843"/>
            <a:ext cx="3644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80"/>
                </a:moveTo>
                <a:lnTo>
                  <a:pt x="7348" y="380"/>
                </a:lnTo>
                <a:lnTo>
                  <a:pt x="10122" y="16"/>
                </a:lnTo>
                <a:lnTo>
                  <a:pt x="12787" y="0"/>
                </a:lnTo>
                <a:lnTo>
                  <a:pt x="15492" y="249"/>
                </a:lnTo>
                <a:lnTo>
                  <a:pt x="18382" y="670"/>
                </a:lnTo>
                <a:lnTo>
                  <a:pt x="21600" y="1180"/>
                </a:lnTo>
                <a:lnTo>
                  <a:pt x="20948" y="5901"/>
                </a:lnTo>
                <a:lnTo>
                  <a:pt x="20425" y="9222"/>
                </a:lnTo>
                <a:lnTo>
                  <a:pt x="19920" y="11586"/>
                </a:lnTo>
                <a:lnTo>
                  <a:pt x="19306" y="13457"/>
                </a:lnTo>
                <a:lnTo>
                  <a:pt x="18468" y="15282"/>
                </a:lnTo>
                <a:lnTo>
                  <a:pt x="17280" y="17516"/>
                </a:lnTo>
                <a:lnTo>
                  <a:pt x="14420" y="18749"/>
                </a:lnTo>
                <a:lnTo>
                  <a:pt x="11668" y="19656"/>
                </a:lnTo>
                <a:lnTo>
                  <a:pt x="8938" y="20318"/>
                </a:lnTo>
                <a:lnTo>
                  <a:pt x="6139" y="20812"/>
                </a:lnTo>
                <a:lnTo>
                  <a:pt x="3192" y="21212"/>
                </a:lnTo>
                <a:lnTo>
                  <a:pt x="0" y="21600"/>
                </a:lnTo>
                <a:lnTo>
                  <a:pt x="216" y="18933"/>
                </a:lnTo>
                <a:lnTo>
                  <a:pt x="471" y="16315"/>
                </a:lnTo>
                <a:lnTo>
                  <a:pt x="795" y="13734"/>
                </a:lnTo>
                <a:lnTo>
                  <a:pt x="1210" y="11182"/>
                </a:lnTo>
                <a:lnTo>
                  <a:pt x="1745" y="8658"/>
                </a:lnTo>
                <a:lnTo>
                  <a:pt x="2424" y="6155"/>
                </a:lnTo>
                <a:lnTo>
                  <a:pt x="3275" y="3663"/>
                </a:lnTo>
                <a:lnTo>
                  <a:pt x="4320" y="1180"/>
                </a:lnTo>
                <a:close/>
              </a:path>
            </a:pathLst>
          </a:custGeom>
          <a:solidFill>
            <a:srgbClr val="5C5E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69" name="contour_12767"/>
          <p:cNvSpPr/>
          <p:nvPr/>
        </p:nvSpPr>
        <p:spPr>
          <a:xfrm>
            <a:off x="7573889" y="2543509"/>
            <a:ext cx="2387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73" y="0"/>
                </a:moveTo>
                <a:lnTo>
                  <a:pt x="16787" y="1464"/>
                </a:lnTo>
                <a:lnTo>
                  <a:pt x="18547" y="2899"/>
                </a:lnTo>
                <a:lnTo>
                  <a:pt x="19826" y="4322"/>
                </a:lnTo>
                <a:lnTo>
                  <a:pt x="20703" y="5753"/>
                </a:lnTo>
                <a:lnTo>
                  <a:pt x="21244" y="7200"/>
                </a:lnTo>
                <a:lnTo>
                  <a:pt x="21521" y="8683"/>
                </a:lnTo>
                <a:lnTo>
                  <a:pt x="21600" y="10217"/>
                </a:lnTo>
                <a:lnTo>
                  <a:pt x="21560" y="11818"/>
                </a:lnTo>
                <a:lnTo>
                  <a:pt x="21475" y="13500"/>
                </a:lnTo>
                <a:lnTo>
                  <a:pt x="21415" y="15017"/>
                </a:lnTo>
                <a:lnTo>
                  <a:pt x="21356" y="16546"/>
                </a:lnTo>
                <a:lnTo>
                  <a:pt x="21297" y="18094"/>
                </a:lnTo>
                <a:lnTo>
                  <a:pt x="21224" y="19253"/>
                </a:lnTo>
                <a:lnTo>
                  <a:pt x="21145" y="20417"/>
                </a:lnTo>
                <a:lnTo>
                  <a:pt x="21066" y="21600"/>
                </a:lnTo>
                <a:lnTo>
                  <a:pt x="17149" y="21600"/>
                </a:lnTo>
                <a:lnTo>
                  <a:pt x="13220" y="21600"/>
                </a:lnTo>
                <a:lnTo>
                  <a:pt x="9277" y="21600"/>
                </a:lnTo>
                <a:lnTo>
                  <a:pt x="5301" y="21600"/>
                </a:lnTo>
                <a:lnTo>
                  <a:pt x="1286" y="21600"/>
                </a:lnTo>
                <a:lnTo>
                  <a:pt x="1081" y="19980"/>
                </a:lnTo>
                <a:lnTo>
                  <a:pt x="903" y="18360"/>
                </a:lnTo>
                <a:lnTo>
                  <a:pt x="738" y="16740"/>
                </a:lnTo>
                <a:lnTo>
                  <a:pt x="593" y="15120"/>
                </a:lnTo>
                <a:lnTo>
                  <a:pt x="462" y="13500"/>
                </a:lnTo>
                <a:lnTo>
                  <a:pt x="310" y="11995"/>
                </a:lnTo>
                <a:lnTo>
                  <a:pt x="158" y="10481"/>
                </a:lnTo>
                <a:lnTo>
                  <a:pt x="0" y="8945"/>
                </a:lnTo>
                <a:lnTo>
                  <a:pt x="679" y="6898"/>
                </a:lnTo>
                <a:lnTo>
                  <a:pt x="1431" y="5508"/>
                </a:lnTo>
                <a:lnTo>
                  <a:pt x="2637" y="4428"/>
                </a:lnTo>
                <a:lnTo>
                  <a:pt x="4681" y="3326"/>
                </a:lnTo>
                <a:lnTo>
                  <a:pt x="7932" y="1855"/>
                </a:lnTo>
                <a:lnTo>
                  <a:pt x="11176" y="934"/>
                </a:lnTo>
                <a:lnTo>
                  <a:pt x="14473" y="0"/>
                </a:lnTo>
                <a:close/>
              </a:path>
            </a:pathLst>
          </a:custGeom>
          <a:solidFill>
            <a:srgbClr val="B1C3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0" name="contour_12768"/>
          <p:cNvSpPr/>
          <p:nvPr/>
        </p:nvSpPr>
        <p:spPr>
          <a:xfrm>
            <a:off x="5746024" y="255808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762" y="812"/>
                </a:lnTo>
                <a:lnTo>
                  <a:pt x="10688" y="1426"/>
                </a:lnTo>
                <a:lnTo>
                  <a:pt x="12773" y="1966"/>
                </a:lnTo>
                <a:lnTo>
                  <a:pt x="14422" y="2549"/>
                </a:lnTo>
                <a:lnTo>
                  <a:pt x="16031" y="3292"/>
                </a:lnTo>
                <a:lnTo>
                  <a:pt x="18000" y="4320"/>
                </a:lnTo>
                <a:lnTo>
                  <a:pt x="19325" y="7664"/>
                </a:lnTo>
                <a:lnTo>
                  <a:pt x="20174" y="10009"/>
                </a:lnTo>
                <a:lnTo>
                  <a:pt x="20722" y="11979"/>
                </a:lnTo>
                <a:lnTo>
                  <a:pt x="21139" y="14196"/>
                </a:lnTo>
                <a:lnTo>
                  <a:pt x="21600" y="17280"/>
                </a:lnTo>
                <a:lnTo>
                  <a:pt x="19411" y="17984"/>
                </a:lnTo>
                <a:lnTo>
                  <a:pt x="17219" y="18667"/>
                </a:lnTo>
                <a:lnTo>
                  <a:pt x="15023" y="19328"/>
                </a:lnTo>
                <a:lnTo>
                  <a:pt x="12823" y="19980"/>
                </a:lnTo>
                <a:lnTo>
                  <a:pt x="10375" y="20736"/>
                </a:lnTo>
                <a:lnTo>
                  <a:pt x="7888" y="21501"/>
                </a:lnTo>
                <a:lnTo>
                  <a:pt x="5760" y="21548"/>
                </a:lnTo>
                <a:lnTo>
                  <a:pt x="3600" y="21600"/>
                </a:lnTo>
                <a:lnTo>
                  <a:pt x="2149" y="19341"/>
                </a:lnTo>
                <a:lnTo>
                  <a:pt x="1292" y="17686"/>
                </a:lnTo>
                <a:lnTo>
                  <a:pt x="688" y="15828"/>
                </a:lnTo>
                <a:lnTo>
                  <a:pt x="0" y="12960"/>
                </a:lnTo>
                <a:lnTo>
                  <a:pt x="785" y="9487"/>
                </a:lnTo>
                <a:lnTo>
                  <a:pt x="1364" y="7076"/>
                </a:lnTo>
                <a:lnTo>
                  <a:pt x="1912" y="5106"/>
                </a:lnTo>
                <a:lnTo>
                  <a:pt x="2599" y="2955"/>
                </a:lnTo>
                <a:lnTo>
                  <a:pt x="3600" y="0"/>
                </a:lnTo>
                <a:close/>
              </a:path>
            </a:pathLst>
          </a:custGeom>
          <a:solidFill>
            <a:srgbClr val="A1A3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1" name="contour_12769"/>
          <p:cNvSpPr/>
          <p:nvPr/>
        </p:nvSpPr>
        <p:spPr>
          <a:xfrm>
            <a:off x="10002211" y="2550797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930" y="1385"/>
                </a:lnTo>
                <a:lnTo>
                  <a:pt x="18252" y="2774"/>
                </a:lnTo>
                <a:lnTo>
                  <a:pt x="16560" y="4175"/>
                </a:lnTo>
                <a:lnTo>
                  <a:pt x="14850" y="5591"/>
                </a:lnTo>
                <a:lnTo>
                  <a:pt x="13118" y="7097"/>
                </a:lnTo>
                <a:lnTo>
                  <a:pt x="11452" y="8603"/>
                </a:lnTo>
                <a:lnTo>
                  <a:pt x="9850" y="10115"/>
                </a:lnTo>
                <a:lnTo>
                  <a:pt x="8305" y="11645"/>
                </a:lnTo>
                <a:lnTo>
                  <a:pt x="6815" y="13195"/>
                </a:lnTo>
                <a:lnTo>
                  <a:pt x="5375" y="14777"/>
                </a:lnTo>
                <a:lnTo>
                  <a:pt x="3978" y="16404"/>
                </a:lnTo>
                <a:lnTo>
                  <a:pt x="2621" y="18076"/>
                </a:lnTo>
                <a:lnTo>
                  <a:pt x="1296" y="19804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9B88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2" name="contour_12770"/>
          <p:cNvSpPr/>
          <p:nvPr/>
        </p:nvSpPr>
        <p:spPr>
          <a:xfrm>
            <a:off x="5228577" y="2566044"/>
            <a:ext cx="65592" cy="357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0" y="1523"/>
                </a:moveTo>
                <a:lnTo>
                  <a:pt x="15276" y="1721"/>
                </a:lnTo>
                <a:lnTo>
                  <a:pt x="16291" y="2073"/>
                </a:lnTo>
                <a:lnTo>
                  <a:pt x="18619" y="2883"/>
                </a:lnTo>
                <a:lnTo>
                  <a:pt x="20100" y="3433"/>
                </a:lnTo>
                <a:lnTo>
                  <a:pt x="21600" y="3996"/>
                </a:lnTo>
                <a:lnTo>
                  <a:pt x="20230" y="5250"/>
                </a:lnTo>
                <a:lnTo>
                  <a:pt x="18857" y="6509"/>
                </a:lnTo>
                <a:lnTo>
                  <a:pt x="17486" y="7768"/>
                </a:lnTo>
                <a:lnTo>
                  <a:pt x="16114" y="9026"/>
                </a:lnTo>
                <a:lnTo>
                  <a:pt x="14743" y="10281"/>
                </a:lnTo>
                <a:lnTo>
                  <a:pt x="13370" y="11539"/>
                </a:lnTo>
                <a:lnTo>
                  <a:pt x="12000" y="12798"/>
                </a:lnTo>
                <a:lnTo>
                  <a:pt x="10771" y="13960"/>
                </a:lnTo>
                <a:lnTo>
                  <a:pt x="9526" y="15135"/>
                </a:lnTo>
                <a:lnTo>
                  <a:pt x="7975" y="16433"/>
                </a:lnTo>
                <a:lnTo>
                  <a:pt x="6410" y="17604"/>
                </a:lnTo>
                <a:lnTo>
                  <a:pt x="4829" y="18682"/>
                </a:lnTo>
                <a:lnTo>
                  <a:pt x="3233" y="19686"/>
                </a:lnTo>
                <a:lnTo>
                  <a:pt x="1622" y="20649"/>
                </a:lnTo>
                <a:lnTo>
                  <a:pt x="0" y="21600"/>
                </a:lnTo>
                <a:lnTo>
                  <a:pt x="586" y="16081"/>
                </a:lnTo>
                <a:lnTo>
                  <a:pt x="1061" y="11887"/>
                </a:lnTo>
                <a:lnTo>
                  <a:pt x="1471" y="8780"/>
                </a:lnTo>
                <a:lnTo>
                  <a:pt x="1874" y="6518"/>
                </a:lnTo>
                <a:lnTo>
                  <a:pt x="2318" y="4859"/>
                </a:lnTo>
                <a:lnTo>
                  <a:pt x="2858" y="3565"/>
                </a:lnTo>
                <a:lnTo>
                  <a:pt x="3542" y="2394"/>
                </a:lnTo>
                <a:lnTo>
                  <a:pt x="4426" y="1109"/>
                </a:lnTo>
                <a:lnTo>
                  <a:pt x="6226" y="330"/>
                </a:lnTo>
                <a:lnTo>
                  <a:pt x="7908" y="0"/>
                </a:lnTo>
                <a:lnTo>
                  <a:pt x="9538" y="31"/>
                </a:lnTo>
                <a:lnTo>
                  <a:pt x="11172" y="348"/>
                </a:lnTo>
                <a:lnTo>
                  <a:pt x="12871" y="871"/>
                </a:lnTo>
                <a:lnTo>
                  <a:pt x="14700" y="1523"/>
                </a:lnTo>
                <a:close/>
              </a:path>
            </a:pathLst>
          </a:custGeom>
          <a:solidFill>
            <a:srgbClr val="E2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3" name="contour_12771"/>
          <p:cNvSpPr/>
          <p:nvPr/>
        </p:nvSpPr>
        <p:spPr>
          <a:xfrm>
            <a:off x="4514353" y="2549813"/>
            <a:ext cx="51016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568"/>
                </a:moveTo>
                <a:lnTo>
                  <a:pt x="5474" y="189"/>
                </a:lnTo>
                <a:lnTo>
                  <a:pt x="7150" y="0"/>
                </a:lnTo>
                <a:lnTo>
                  <a:pt x="8557" y="0"/>
                </a:lnTo>
                <a:lnTo>
                  <a:pt x="10140" y="189"/>
                </a:lnTo>
                <a:lnTo>
                  <a:pt x="12343" y="568"/>
                </a:lnTo>
                <a:lnTo>
                  <a:pt x="12343" y="3348"/>
                </a:lnTo>
                <a:lnTo>
                  <a:pt x="12343" y="6146"/>
                </a:lnTo>
                <a:lnTo>
                  <a:pt x="12343" y="8981"/>
                </a:lnTo>
                <a:lnTo>
                  <a:pt x="13873" y="9675"/>
                </a:lnTo>
                <a:lnTo>
                  <a:pt x="15410" y="10373"/>
                </a:lnTo>
                <a:lnTo>
                  <a:pt x="16971" y="11084"/>
                </a:lnTo>
                <a:lnTo>
                  <a:pt x="18502" y="11778"/>
                </a:lnTo>
                <a:lnTo>
                  <a:pt x="20039" y="12476"/>
                </a:lnTo>
                <a:lnTo>
                  <a:pt x="21600" y="13187"/>
                </a:lnTo>
                <a:lnTo>
                  <a:pt x="21600" y="15968"/>
                </a:lnTo>
                <a:lnTo>
                  <a:pt x="21600" y="18765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2343" y="18820"/>
                </a:lnTo>
                <a:lnTo>
                  <a:pt x="12343" y="16022"/>
                </a:lnTo>
                <a:lnTo>
                  <a:pt x="12343" y="13187"/>
                </a:lnTo>
                <a:lnTo>
                  <a:pt x="10306" y="13187"/>
                </a:lnTo>
                <a:lnTo>
                  <a:pt x="8267" y="13187"/>
                </a:lnTo>
                <a:lnTo>
                  <a:pt x="6218" y="13187"/>
                </a:lnTo>
                <a:lnTo>
                  <a:pt x="4160" y="13187"/>
                </a:lnTo>
                <a:lnTo>
                  <a:pt x="2089" y="13187"/>
                </a:lnTo>
                <a:lnTo>
                  <a:pt x="0" y="13187"/>
                </a:lnTo>
                <a:lnTo>
                  <a:pt x="488" y="10058"/>
                </a:lnTo>
                <a:lnTo>
                  <a:pt x="892" y="7837"/>
                </a:lnTo>
                <a:lnTo>
                  <a:pt x="1361" y="5918"/>
                </a:lnTo>
                <a:lnTo>
                  <a:pt x="2043" y="3697"/>
                </a:lnTo>
                <a:lnTo>
                  <a:pt x="3086" y="568"/>
                </a:lnTo>
                <a:close/>
              </a:path>
            </a:pathLst>
          </a:custGeom>
          <a:solidFill>
            <a:srgbClr val="777A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4" name="contour_12772"/>
          <p:cNvSpPr/>
          <p:nvPr/>
        </p:nvSpPr>
        <p:spPr>
          <a:xfrm>
            <a:off x="7990725" y="2536221"/>
            <a:ext cx="43728" cy="38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817"/>
                </a:lnTo>
                <a:lnTo>
                  <a:pt x="15084" y="1639"/>
                </a:lnTo>
                <a:lnTo>
                  <a:pt x="17237" y="2460"/>
                </a:lnTo>
                <a:lnTo>
                  <a:pt x="19408" y="3290"/>
                </a:lnTo>
                <a:lnTo>
                  <a:pt x="21600" y="4128"/>
                </a:lnTo>
                <a:lnTo>
                  <a:pt x="21442" y="7112"/>
                </a:lnTo>
                <a:lnTo>
                  <a:pt x="21186" y="9960"/>
                </a:lnTo>
                <a:lnTo>
                  <a:pt x="20772" y="12705"/>
                </a:lnTo>
                <a:lnTo>
                  <a:pt x="20146" y="15380"/>
                </a:lnTo>
                <a:lnTo>
                  <a:pt x="19242" y="18013"/>
                </a:lnTo>
                <a:lnTo>
                  <a:pt x="18000" y="20638"/>
                </a:lnTo>
                <a:lnTo>
                  <a:pt x="15401" y="21187"/>
                </a:lnTo>
                <a:lnTo>
                  <a:pt x="12838" y="21493"/>
                </a:lnTo>
                <a:lnTo>
                  <a:pt x="10292" y="21600"/>
                </a:lnTo>
                <a:lnTo>
                  <a:pt x="7751" y="21530"/>
                </a:lnTo>
                <a:lnTo>
                  <a:pt x="5202" y="21328"/>
                </a:lnTo>
                <a:lnTo>
                  <a:pt x="2621" y="21018"/>
                </a:lnTo>
                <a:lnTo>
                  <a:pt x="0" y="20638"/>
                </a:lnTo>
                <a:lnTo>
                  <a:pt x="1717" y="19879"/>
                </a:lnTo>
                <a:lnTo>
                  <a:pt x="3460" y="19107"/>
                </a:lnTo>
                <a:lnTo>
                  <a:pt x="5645" y="17543"/>
                </a:lnTo>
                <a:lnTo>
                  <a:pt x="6919" y="16333"/>
                </a:lnTo>
                <a:lnTo>
                  <a:pt x="7769" y="14855"/>
                </a:lnTo>
                <a:lnTo>
                  <a:pt x="8690" y="12494"/>
                </a:lnTo>
                <a:lnTo>
                  <a:pt x="8881" y="11380"/>
                </a:lnTo>
                <a:lnTo>
                  <a:pt x="9450" y="7999"/>
                </a:lnTo>
                <a:lnTo>
                  <a:pt x="9896" y="5358"/>
                </a:lnTo>
                <a:lnTo>
                  <a:pt x="10343" y="2695"/>
                </a:lnTo>
                <a:lnTo>
                  <a:pt x="10800" y="0"/>
                </a:lnTo>
                <a:close/>
              </a:path>
            </a:pathLst>
          </a:custGeom>
          <a:solidFill>
            <a:srgbClr val="F4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5" name="contour_12773"/>
          <p:cNvSpPr/>
          <p:nvPr/>
        </p:nvSpPr>
        <p:spPr>
          <a:xfrm>
            <a:off x="5031801" y="2558085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78" y="57"/>
                </a:lnTo>
                <a:lnTo>
                  <a:pt x="12226" y="512"/>
                </a:lnTo>
                <a:lnTo>
                  <a:pt x="14591" y="1310"/>
                </a:lnTo>
                <a:lnTo>
                  <a:pt x="16909" y="2391"/>
                </a:lnTo>
                <a:lnTo>
                  <a:pt x="19231" y="3696"/>
                </a:lnTo>
                <a:lnTo>
                  <a:pt x="21600" y="5176"/>
                </a:lnTo>
                <a:lnTo>
                  <a:pt x="21247" y="9027"/>
                </a:lnTo>
                <a:lnTo>
                  <a:pt x="20884" y="11760"/>
                </a:lnTo>
                <a:lnTo>
                  <a:pt x="20336" y="14120"/>
                </a:lnTo>
                <a:lnTo>
                  <a:pt x="19433" y="16853"/>
                </a:lnTo>
                <a:lnTo>
                  <a:pt x="18000" y="20705"/>
                </a:lnTo>
                <a:lnTo>
                  <a:pt x="15412" y="21217"/>
                </a:lnTo>
                <a:lnTo>
                  <a:pt x="12845" y="21502"/>
                </a:lnTo>
                <a:lnTo>
                  <a:pt x="10289" y="21600"/>
                </a:lnTo>
                <a:lnTo>
                  <a:pt x="7736" y="21538"/>
                </a:lnTo>
                <a:lnTo>
                  <a:pt x="5177" y="21346"/>
                </a:lnTo>
                <a:lnTo>
                  <a:pt x="2603" y="21057"/>
                </a:lnTo>
                <a:lnTo>
                  <a:pt x="0" y="20705"/>
                </a:lnTo>
                <a:lnTo>
                  <a:pt x="752" y="17459"/>
                </a:lnTo>
                <a:lnTo>
                  <a:pt x="1544" y="14317"/>
                </a:lnTo>
                <a:lnTo>
                  <a:pt x="2401" y="11268"/>
                </a:lnTo>
                <a:lnTo>
                  <a:pt x="3362" y="8318"/>
                </a:lnTo>
                <a:lnTo>
                  <a:pt x="4457" y="5456"/>
                </a:lnTo>
                <a:lnTo>
                  <a:pt x="5728" y="2686"/>
                </a:lnTo>
                <a:lnTo>
                  <a:pt x="7200" y="0"/>
                </a:lnTo>
                <a:close/>
              </a:path>
            </a:pathLst>
          </a:custGeom>
          <a:solidFill>
            <a:srgbClr val="3739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6" name="contour_12774"/>
          <p:cNvSpPr/>
          <p:nvPr/>
        </p:nvSpPr>
        <p:spPr>
          <a:xfrm>
            <a:off x="3996651" y="2521645"/>
            <a:ext cx="4398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04" y="0"/>
                </a:moveTo>
                <a:lnTo>
                  <a:pt x="4073" y="1339"/>
                </a:lnTo>
                <a:lnTo>
                  <a:pt x="4445" y="2684"/>
                </a:lnTo>
                <a:lnTo>
                  <a:pt x="4821" y="4050"/>
                </a:lnTo>
                <a:lnTo>
                  <a:pt x="5634" y="5389"/>
                </a:lnTo>
                <a:lnTo>
                  <a:pt x="6453" y="6734"/>
                </a:lnTo>
                <a:lnTo>
                  <a:pt x="7284" y="8100"/>
                </a:lnTo>
                <a:lnTo>
                  <a:pt x="9059" y="7989"/>
                </a:lnTo>
                <a:lnTo>
                  <a:pt x="10841" y="7876"/>
                </a:lnTo>
                <a:lnTo>
                  <a:pt x="12652" y="7762"/>
                </a:lnTo>
                <a:lnTo>
                  <a:pt x="14427" y="7873"/>
                </a:lnTo>
                <a:lnTo>
                  <a:pt x="16210" y="7987"/>
                </a:lnTo>
                <a:lnTo>
                  <a:pt x="18021" y="8100"/>
                </a:lnTo>
                <a:lnTo>
                  <a:pt x="18783" y="9750"/>
                </a:lnTo>
                <a:lnTo>
                  <a:pt x="19420" y="11408"/>
                </a:lnTo>
                <a:lnTo>
                  <a:pt x="19954" y="13073"/>
                </a:lnTo>
                <a:lnTo>
                  <a:pt x="20397" y="14753"/>
                </a:lnTo>
                <a:lnTo>
                  <a:pt x="20770" y="16440"/>
                </a:lnTo>
                <a:lnTo>
                  <a:pt x="21081" y="18144"/>
                </a:lnTo>
                <a:lnTo>
                  <a:pt x="21353" y="19864"/>
                </a:lnTo>
                <a:lnTo>
                  <a:pt x="21600" y="21600"/>
                </a:lnTo>
                <a:lnTo>
                  <a:pt x="18493" y="21551"/>
                </a:lnTo>
                <a:lnTo>
                  <a:pt x="16052" y="21373"/>
                </a:lnTo>
                <a:lnTo>
                  <a:pt x="14070" y="21017"/>
                </a:lnTo>
                <a:lnTo>
                  <a:pt x="12341" y="20439"/>
                </a:lnTo>
                <a:lnTo>
                  <a:pt x="10659" y="19586"/>
                </a:lnTo>
                <a:lnTo>
                  <a:pt x="8815" y="18414"/>
                </a:lnTo>
                <a:lnTo>
                  <a:pt x="6611" y="16875"/>
                </a:lnTo>
                <a:lnTo>
                  <a:pt x="3894" y="14739"/>
                </a:lnTo>
                <a:lnTo>
                  <a:pt x="2072" y="13187"/>
                </a:lnTo>
                <a:lnTo>
                  <a:pt x="952" y="11958"/>
                </a:lnTo>
                <a:lnTo>
                  <a:pt x="358" y="10803"/>
                </a:lnTo>
                <a:lnTo>
                  <a:pt x="100" y="9461"/>
                </a:lnTo>
                <a:lnTo>
                  <a:pt x="0" y="7679"/>
                </a:lnTo>
                <a:lnTo>
                  <a:pt x="519" y="6199"/>
                </a:lnTo>
                <a:lnTo>
                  <a:pt x="970" y="5060"/>
                </a:lnTo>
                <a:lnTo>
                  <a:pt x="1535" y="3893"/>
                </a:lnTo>
                <a:lnTo>
                  <a:pt x="2387" y="2330"/>
                </a:lnTo>
                <a:lnTo>
                  <a:pt x="3704" y="0"/>
                </a:lnTo>
                <a:close/>
              </a:path>
            </a:pathLst>
          </a:custGeom>
          <a:solidFill>
            <a:srgbClr val="D6D9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7" name="contour_12775"/>
          <p:cNvSpPr/>
          <p:nvPr/>
        </p:nvSpPr>
        <p:spPr>
          <a:xfrm>
            <a:off x="586126" y="2528933"/>
            <a:ext cx="43728" cy="58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535"/>
                </a:lnTo>
                <a:lnTo>
                  <a:pt x="15084" y="1072"/>
                </a:lnTo>
                <a:lnTo>
                  <a:pt x="17237" y="1609"/>
                </a:lnTo>
                <a:lnTo>
                  <a:pt x="19408" y="2152"/>
                </a:lnTo>
                <a:lnTo>
                  <a:pt x="21600" y="2700"/>
                </a:lnTo>
                <a:lnTo>
                  <a:pt x="21438" y="4557"/>
                </a:lnTo>
                <a:lnTo>
                  <a:pt x="21244" y="6390"/>
                </a:lnTo>
                <a:lnTo>
                  <a:pt x="21006" y="8207"/>
                </a:lnTo>
                <a:lnTo>
                  <a:pt x="20714" y="10008"/>
                </a:lnTo>
                <a:lnTo>
                  <a:pt x="20354" y="11795"/>
                </a:lnTo>
                <a:lnTo>
                  <a:pt x="19915" y="13574"/>
                </a:lnTo>
                <a:lnTo>
                  <a:pt x="19386" y="15350"/>
                </a:lnTo>
                <a:lnTo>
                  <a:pt x="18752" y="17124"/>
                </a:lnTo>
                <a:lnTo>
                  <a:pt x="18000" y="18898"/>
                </a:lnTo>
                <a:lnTo>
                  <a:pt x="15599" y="20110"/>
                </a:lnTo>
                <a:lnTo>
                  <a:pt x="13457" y="20895"/>
                </a:lnTo>
                <a:lnTo>
                  <a:pt x="11380" y="21341"/>
                </a:lnTo>
                <a:lnTo>
                  <a:pt x="9173" y="21546"/>
                </a:lnTo>
                <a:lnTo>
                  <a:pt x="6646" y="21600"/>
                </a:lnTo>
                <a:lnTo>
                  <a:pt x="3600" y="21597"/>
                </a:lnTo>
                <a:lnTo>
                  <a:pt x="2023" y="20088"/>
                </a:lnTo>
                <a:lnTo>
                  <a:pt x="1123" y="19022"/>
                </a:lnTo>
                <a:lnTo>
                  <a:pt x="562" y="17896"/>
                </a:lnTo>
                <a:lnTo>
                  <a:pt x="0" y="16198"/>
                </a:lnTo>
                <a:lnTo>
                  <a:pt x="2138" y="16198"/>
                </a:lnTo>
                <a:lnTo>
                  <a:pt x="4284" y="16198"/>
                </a:lnTo>
                <a:lnTo>
                  <a:pt x="6437" y="16198"/>
                </a:lnTo>
                <a:lnTo>
                  <a:pt x="8608" y="16198"/>
                </a:lnTo>
                <a:lnTo>
                  <a:pt x="10800" y="16198"/>
                </a:lnTo>
                <a:lnTo>
                  <a:pt x="10800" y="14416"/>
                </a:lnTo>
                <a:lnTo>
                  <a:pt x="10800" y="12632"/>
                </a:lnTo>
                <a:lnTo>
                  <a:pt x="10800" y="10847"/>
                </a:lnTo>
                <a:lnTo>
                  <a:pt x="10800" y="9057"/>
                </a:lnTo>
                <a:lnTo>
                  <a:pt x="10800" y="7262"/>
                </a:lnTo>
                <a:lnTo>
                  <a:pt x="10800" y="5459"/>
                </a:lnTo>
                <a:lnTo>
                  <a:pt x="10800" y="3650"/>
                </a:lnTo>
                <a:lnTo>
                  <a:pt x="10800" y="1830"/>
                </a:lnTo>
                <a:lnTo>
                  <a:pt x="10800" y="0"/>
                </a:lnTo>
                <a:close/>
              </a:path>
            </a:pathLst>
          </a:custGeom>
          <a:solidFill>
            <a:srgbClr val="8D75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8" name="contour_12776"/>
          <p:cNvSpPr/>
          <p:nvPr/>
        </p:nvSpPr>
        <p:spPr>
          <a:xfrm>
            <a:off x="2174908" y="2535193"/>
            <a:ext cx="58304" cy="24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98"/>
                </a:moveTo>
                <a:lnTo>
                  <a:pt x="21219" y="5596"/>
                </a:lnTo>
                <a:lnTo>
                  <a:pt x="20890" y="8938"/>
                </a:lnTo>
                <a:lnTo>
                  <a:pt x="20479" y="11841"/>
                </a:lnTo>
                <a:lnTo>
                  <a:pt x="19859" y="15221"/>
                </a:lnTo>
                <a:lnTo>
                  <a:pt x="18900" y="19996"/>
                </a:lnTo>
                <a:lnTo>
                  <a:pt x="16713" y="20900"/>
                </a:lnTo>
                <a:lnTo>
                  <a:pt x="15117" y="21415"/>
                </a:lnTo>
                <a:lnTo>
                  <a:pt x="13657" y="21600"/>
                </a:lnTo>
                <a:lnTo>
                  <a:pt x="11864" y="21505"/>
                </a:lnTo>
                <a:lnTo>
                  <a:pt x="9283" y="21193"/>
                </a:lnTo>
                <a:lnTo>
                  <a:pt x="7549" y="21014"/>
                </a:lnTo>
                <a:lnTo>
                  <a:pt x="5805" y="20842"/>
                </a:lnTo>
                <a:lnTo>
                  <a:pt x="4039" y="20664"/>
                </a:lnTo>
                <a:lnTo>
                  <a:pt x="2705" y="20448"/>
                </a:lnTo>
                <a:lnTo>
                  <a:pt x="1361" y="20225"/>
                </a:lnTo>
                <a:lnTo>
                  <a:pt x="0" y="19996"/>
                </a:lnTo>
                <a:lnTo>
                  <a:pt x="1617" y="15431"/>
                </a:lnTo>
                <a:lnTo>
                  <a:pt x="3173" y="11554"/>
                </a:lnTo>
                <a:lnTo>
                  <a:pt x="4698" y="8327"/>
                </a:lnTo>
                <a:lnTo>
                  <a:pt x="6218" y="5698"/>
                </a:lnTo>
                <a:lnTo>
                  <a:pt x="7765" y="3629"/>
                </a:lnTo>
                <a:lnTo>
                  <a:pt x="9361" y="2069"/>
                </a:lnTo>
                <a:lnTo>
                  <a:pt x="11038" y="974"/>
                </a:lnTo>
                <a:lnTo>
                  <a:pt x="12822" y="299"/>
                </a:lnTo>
                <a:lnTo>
                  <a:pt x="14745" y="0"/>
                </a:lnTo>
                <a:lnTo>
                  <a:pt x="16829" y="32"/>
                </a:lnTo>
                <a:lnTo>
                  <a:pt x="19105" y="344"/>
                </a:lnTo>
                <a:lnTo>
                  <a:pt x="21600" y="898"/>
                </a:lnTo>
                <a:close/>
              </a:path>
            </a:pathLst>
          </a:custGeom>
          <a:solidFill>
            <a:srgbClr val="8D7B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79" name="contour_12777"/>
          <p:cNvSpPr/>
          <p:nvPr/>
        </p:nvSpPr>
        <p:spPr>
          <a:xfrm>
            <a:off x="7240645" y="2499781"/>
            <a:ext cx="2993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37" y="0"/>
                </a:moveTo>
                <a:lnTo>
                  <a:pt x="9969" y="2057"/>
                </a:lnTo>
                <a:lnTo>
                  <a:pt x="13834" y="3665"/>
                </a:lnTo>
                <a:lnTo>
                  <a:pt x="16642" y="4956"/>
                </a:lnTo>
                <a:lnTo>
                  <a:pt x="18582" y="6060"/>
                </a:lnTo>
                <a:lnTo>
                  <a:pt x="19849" y="7109"/>
                </a:lnTo>
                <a:lnTo>
                  <a:pt x="20648" y="8237"/>
                </a:lnTo>
                <a:lnTo>
                  <a:pt x="21164" y="9574"/>
                </a:lnTo>
                <a:lnTo>
                  <a:pt x="21600" y="11251"/>
                </a:lnTo>
                <a:lnTo>
                  <a:pt x="21111" y="12814"/>
                </a:lnTo>
                <a:lnTo>
                  <a:pt x="20611" y="14400"/>
                </a:lnTo>
                <a:lnTo>
                  <a:pt x="17136" y="14400"/>
                </a:lnTo>
                <a:lnTo>
                  <a:pt x="13639" y="14400"/>
                </a:lnTo>
                <a:lnTo>
                  <a:pt x="10095" y="14400"/>
                </a:lnTo>
                <a:lnTo>
                  <a:pt x="8476" y="16186"/>
                </a:lnTo>
                <a:lnTo>
                  <a:pt x="7393" y="17453"/>
                </a:lnTo>
                <a:lnTo>
                  <a:pt x="6594" y="18547"/>
                </a:lnTo>
                <a:lnTo>
                  <a:pt x="5826" y="19814"/>
                </a:lnTo>
                <a:lnTo>
                  <a:pt x="4837" y="21600"/>
                </a:lnTo>
                <a:lnTo>
                  <a:pt x="4227" y="19980"/>
                </a:lnTo>
                <a:lnTo>
                  <a:pt x="3628" y="18362"/>
                </a:lnTo>
                <a:lnTo>
                  <a:pt x="3039" y="16742"/>
                </a:lnTo>
                <a:lnTo>
                  <a:pt x="2456" y="15120"/>
                </a:lnTo>
                <a:lnTo>
                  <a:pt x="1882" y="13500"/>
                </a:lnTo>
                <a:lnTo>
                  <a:pt x="1330" y="11995"/>
                </a:lnTo>
                <a:lnTo>
                  <a:pt x="778" y="10481"/>
                </a:lnTo>
                <a:lnTo>
                  <a:pt x="216" y="8945"/>
                </a:lnTo>
                <a:lnTo>
                  <a:pt x="0" y="7102"/>
                </a:lnTo>
                <a:lnTo>
                  <a:pt x="42" y="5554"/>
                </a:lnTo>
                <a:lnTo>
                  <a:pt x="447" y="4183"/>
                </a:lnTo>
                <a:lnTo>
                  <a:pt x="1315" y="2880"/>
                </a:lnTo>
                <a:lnTo>
                  <a:pt x="2745" y="1524"/>
                </a:lnTo>
                <a:lnTo>
                  <a:pt x="4837" y="0"/>
                </a:lnTo>
                <a:close/>
              </a:path>
            </a:pathLst>
          </a:custGeom>
          <a:solidFill>
            <a:srgbClr val="6667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0" name="contour_12778"/>
          <p:cNvSpPr/>
          <p:nvPr/>
        </p:nvSpPr>
        <p:spPr>
          <a:xfrm>
            <a:off x="7115452" y="2514357"/>
            <a:ext cx="3715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52" y="0"/>
                </a:moveTo>
                <a:lnTo>
                  <a:pt x="7724" y="349"/>
                </a:lnTo>
                <a:lnTo>
                  <a:pt x="9991" y="756"/>
                </a:lnTo>
                <a:lnTo>
                  <a:pt x="13389" y="1577"/>
                </a:lnTo>
                <a:lnTo>
                  <a:pt x="15698" y="2128"/>
                </a:lnTo>
                <a:lnTo>
                  <a:pt x="18041" y="2686"/>
                </a:lnTo>
                <a:lnTo>
                  <a:pt x="19808" y="3139"/>
                </a:lnTo>
                <a:lnTo>
                  <a:pt x="21600" y="3600"/>
                </a:lnTo>
                <a:lnTo>
                  <a:pt x="19710" y="7639"/>
                </a:lnTo>
                <a:lnTo>
                  <a:pt x="18164" y="10814"/>
                </a:lnTo>
                <a:lnTo>
                  <a:pt x="16829" y="13266"/>
                </a:lnTo>
                <a:lnTo>
                  <a:pt x="15584" y="15138"/>
                </a:lnTo>
                <a:lnTo>
                  <a:pt x="14295" y="16571"/>
                </a:lnTo>
                <a:lnTo>
                  <a:pt x="12846" y="17701"/>
                </a:lnTo>
                <a:lnTo>
                  <a:pt x="11105" y="18673"/>
                </a:lnTo>
                <a:lnTo>
                  <a:pt x="8944" y="19624"/>
                </a:lnTo>
                <a:lnTo>
                  <a:pt x="6241" y="20700"/>
                </a:lnTo>
                <a:lnTo>
                  <a:pt x="3347" y="21146"/>
                </a:lnTo>
                <a:lnTo>
                  <a:pt x="415" y="21600"/>
                </a:lnTo>
                <a:lnTo>
                  <a:pt x="335" y="19408"/>
                </a:lnTo>
                <a:lnTo>
                  <a:pt x="267" y="17212"/>
                </a:lnTo>
                <a:lnTo>
                  <a:pt x="208" y="15019"/>
                </a:lnTo>
                <a:lnTo>
                  <a:pt x="153" y="12823"/>
                </a:lnTo>
                <a:lnTo>
                  <a:pt x="76" y="10375"/>
                </a:lnTo>
                <a:lnTo>
                  <a:pt x="0" y="7888"/>
                </a:lnTo>
                <a:lnTo>
                  <a:pt x="305" y="5353"/>
                </a:lnTo>
                <a:lnTo>
                  <a:pt x="894" y="3686"/>
                </a:lnTo>
                <a:lnTo>
                  <a:pt x="2195" y="2149"/>
                </a:lnTo>
                <a:lnTo>
                  <a:pt x="4652" y="0"/>
                </a:lnTo>
                <a:close/>
              </a:path>
            </a:pathLst>
          </a:custGeom>
          <a:solidFill>
            <a:srgbClr val="9397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1" name="contour_12779"/>
          <p:cNvSpPr/>
          <p:nvPr/>
        </p:nvSpPr>
        <p:spPr>
          <a:xfrm>
            <a:off x="7247350" y="247062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5" y="972"/>
                </a:lnTo>
                <a:lnTo>
                  <a:pt x="15401" y="1768"/>
                </a:lnTo>
                <a:lnTo>
                  <a:pt x="16877" y="2588"/>
                </a:lnTo>
                <a:lnTo>
                  <a:pt x="18202" y="3632"/>
                </a:lnTo>
                <a:lnTo>
                  <a:pt x="19674" y="5105"/>
                </a:lnTo>
                <a:lnTo>
                  <a:pt x="21600" y="7200"/>
                </a:lnTo>
                <a:lnTo>
                  <a:pt x="21596" y="9799"/>
                </a:lnTo>
                <a:lnTo>
                  <a:pt x="21391" y="12294"/>
                </a:lnTo>
                <a:lnTo>
                  <a:pt x="20956" y="14710"/>
                </a:lnTo>
                <a:lnTo>
                  <a:pt x="20261" y="17053"/>
                </a:lnTo>
                <a:lnTo>
                  <a:pt x="19285" y="19343"/>
                </a:lnTo>
                <a:lnTo>
                  <a:pt x="18000" y="21600"/>
                </a:lnTo>
                <a:lnTo>
                  <a:pt x="15620" y="21600"/>
                </a:lnTo>
                <a:lnTo>
                  <a:pt x="13226" y="21600"/>
                </a:lnTo>
                <a:lnTo>
                  <a:pt x="10800" y="21600"/>
                </a:lnTo>
                <a:lnTo>
                  <a:pt x="8982" y="19717"/>
                </a:lnTo>
                <a:lnTo>
                  <a:pt x="7769" y="18338"/>
                </a:lnTo>
                <a:lnTo>
                  <a:pt x="6606" y="16790"/>
                </a:lnTo>
                <a:lnTo>
                  <a:pt x="4950" y="14400"/>
                </a:lnTo>
                <a:lnTo>
                  <a:pt x="3542" y="12391"/>
                </a:lnTo>
                <a:lnTo>
                  <a:pt x="2110" y="10350"/>
                </a:lnTo>
                <a:lnTo>
                  <a:pt x="1062" y="8788"/>
                </a:lnTo>
                <a:lnTo>
                  <a:pt x="0" y="7200"/>
                </a:lnTo>
                <a:lnTo>
                  <a:pt x="2020" y="5479"/>
                </a:lnTo>
                <a:lnTo>
                  <a:pt x="3550" y="4234"/>
                </a:lnTo>
                <a:lnTo>
                  <a:pt x="4892" y="3262"/>
                </a:lnTo>
                <a:lnTo>
                  <a:pt x="6350" y="2365"/>
                </a:lnTo>
                <a:lnTo>
                  <a:pt x="8219" y="1346"/>
                </a:lnTo>
                <a:lnTo>
                  <a:pt x="10800" y="0"/>
                </a:lnTo>
                <a:close/>
              </a:path>
            </a:pathLst>
          </a:custGeom>
          <a:solidFill>
            <a:srgbClr val="7A7A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2" name="contour_12780"/>
          <p:cNvSpPr/>
          <p:nvPr/>
        </p:nvSpPr>
        <p:spPr>
          <a:xfrm>
            <a:off x="8238517" y="2456053"/>
            <a:ext cx="67232" cy="35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73" y="0"/>
                </a:moveTo>
                <a:lnTo>
                  <a:pt x="21424" y="2999"/>
                </a:lnTo>
                <a:lnTo>
                  <a:pt x="21600" y="5182"/>
                </a:lnTo>
                <a:lnTo>
                  <a:pt x="21600" y="7181"/>
                </a:lnTo>
                <a:lnTo>
                  <a:pt x="21424" y="9627"/>
                </a:lnTo>
                <a:lnTo>
                  <a:pt x="21073" y="13152"/>
                </a:lnTo>
                <a:lnTo>
                  <a:pt x="19746" y="14800"/>
                </a:lnTo>
                <a:lnTo>
                  <a:pt x="18392" y="16300"/>
                </a:lnTo>
                <a:lnTo>
                  <a:pt x="17011" y="17637"/>
                </a:lnTo>
                <a:lnTo>
                  <a:pt x="15599" y="18799"/>
                </a:lnTo>
                <a:lnTo>
                  <a:pt x="14161" y="19776"/>
                </a:lnTo>
                <a:lnTo>
                  <a:pt x="12693" y="20557"/>
                </a:lnTo>
                <a:lnTo>
                  <a:pt x="11192" y="21127"/>
                </a:lnTo>
                <a:lnTo>
                  <a:pt x="9661" y="21482"/>
                </a:lnTo>
                <a:lnTo>
                  <a:pt x="8099" y="21600"/>
                </a:lnTo>
                <a:lnTo>
                  <a:pt x="6502" y="21473"/>
                </a:lnTo>
                <a:lnTo>
                  <a:pt x="5226" y="20868"/>
                </a:lnTo>
                <a:lnTo>
                  <a:pt x="4250" y="20359"/>
                </a:lnTo>
                <a:lnTo>
                  <a:pt x="3262" y="19759"/>
                </a:lnTo>
                <a:lnTo>
                  <a:pt x="1948" y="18882"/>
                </a:lnTo>
                <a:lnTo>
                  <a:pt x="0" y="17536"/>
                </a:lnTo>
                <a:lnTo>
                  <a:pt x="1314" y="16063"/>
                </a:lnTo>
                <a:lnTo>
                  <a:pt x="2629" y="14599"/>
                </a:lnTo>
                <a:lnTo>
                  <a:pt x="3945" y="13134"/>
                </a:lnTo>
                <a:lnTo>
                  <a:pt x="5264" y="11675"/>
                </a:lnTo>
                <a:lnTo>
                  <a:pt x="6582" y="10219"/>
                </a:lnTo>
                <a:lnTo>
                  <a:pt x="7902" y="8768"/>
                </a:lnTo>
                <a:lnTo>
                  <a:pt x="8462" y="8137"/>
                </a:lnTo>
                <a:lnTo>
                  <a:pt x="10153" y="6234"/>
                </a:lnTo>
                <a:lnTo>
                  <a:pt x="11785" y="4494"/>
                </a:lnTo>
                <a:lnTo>
                  <a:pt x="13253" y="3060"/>
                </a:lnTo>
                <a:lnTo>
                  <a:pt x="14641" y="1916"/>
                </a:lnTo>
                <a:lnTo>
                  <a:pt x="16034" y="1057"/>
                </a:lnTo>
                <a:lnTo>
                  <a:pt x="17516" y="460"/>
                </a:lnTo>
                <a:lnTo>
                  <a:pt x="19167" y="114"/>
                </a:lnTo>
                <a:lnTo>
                  <a:pt x="21073" y="0"/>
                </a:lnTo>
                <a:close/>
              </a:path>
            </a:pathLst>
          </a:custGeom>
          <a:solidFill>
            <a:srgbClr val="9A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3" name="contour_12781"/>
          <p:cNvSpPr/>
          <p:nvPr/>
        </p:nvSpPr>
        <p:spPr>
          <a:xfrm>
            <a:off x="7079726" y="2441477"/>
            <a:ext cx="43728" cy="462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24" y="2371"/>
                </a:lnTo>
                <a:lnTo>
                  <a:pt x="20423" y="4715"/>
                </a:lnTo>
                <a:lnTo>
                  <a:pt x="19786" y="7028"/>
                </a:lnTo>
                <a:lnTo>
                  <a:pt x="19098" y="9317"/>
                </a:lnTo>
                <a:lnTo>
                  <a:pt x="18346" y="11579"/>
                </a:lnTo>
                <a:lnTo>
                  <a:pt x="17514" y="13821"/>
                </a:lnTo>
                <a:lnTo>
                  <a:pt x="16589" y="16038"/>
                </a:lnTo>
                <a:lnTo>
                  <a:pt x="15556" y="18232"/>
                </a:lnTo>
                <a:lnTo>
                  <a:pt x="14400" y="20409"/>
                </a:lnTo>
                <a:lnTo>
                  <a:pt x="11826" y="21195"/>
                </a:lnTo>
                <a:lnTo>
                  <a:pt x="9536" y="21569"/>
                </a:lnTo>
                <a:lnTo>
                  <a:pt x="7369" y="21600"/>
                </a:lnTo>
                <a:lnTo>
                  <a:pt x="5166" y="21365"/>
                </a:lnTo>
                <a:lnTo>
                  <a:pt x="2765" y="20943"/>
                </a:lnTo>
                <a:lnTo>
                  <a:pt x="0" y="20409"/>
                </a:lnTo>
                <a:lnTo>
                  <a:pt x="2272" y="15722"/>
                </a:lnTo>
                <a:lnTo>
                  <a:pt x="4208" y="11810"/>
                </a:lnTo>
                <a:lnTo>
                  <a:pt x="5882" y="8609"/>
                </a:lnTo>
                <a:lnTo>
                  <a:pt x="7373" y="6048"/>
                </a:lnTo>
                <a:lnTo>
                  <a:pt x="8748" y="4051"/>
                </a:lnTo>
                <a:lnTo>
                  <a:pt x="10091" y="2551"/>
                </a:lnTo>
                <a:lnTo>
                  <a:pt x="11473" y="1476"/>
                </a:lnTo>
                <a:lnTo>
                  <a:pt x="12971" y="755"/>
                </a:lnTo>
                <a:lnTo>
                  <a:pt x="14656" y="320"/>
                </a:lnTo>
                <a:lnTo>
                  <a:pt x="16607" y="95"/>
                </a:lnTo>
                <a:lnTo>
                  <a:pt x="18896" y="10"/>
                </a:lnTo>
                <a:lnTo>
                  <a:pt x="21600" y="0"/>
                </a:lnTo>
                <a:close/>
              </a:path>
            </a:pathLst>
          </a:custGeom>
          <a:solidFill>
            <a:srgbClr val="D6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4" name="contour_12782"/>
          <p:cNvSpPr/>
          <p:nvPr/>
        </p:nvSpPr>
        <p:spPr>
          <a:xfrm>
            <a:off x="5090105" y="242690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810" y="2444"/>
                </a:lnTo>
                <a:lnTo>
                  <a:pt x="19559" y="4806"/>
                </a:lnTo>
                <a:lnTo>
                  <a:pt x="20228" y="7132"/>
                </a:lnTo>
                <a:lnTo>
                  <a:pt x="20801" y="9472"/>
                </a:lnTo>
                <a:lnTo>
                  <a:pt x="21265" y="11880"/>
                </a:lnTo>
                <a:lnTo>
                  <a:pt x="21600" y="14400"/>
                </a:lnTo>
                <a:lnTo>
                  <a:pt x="20095" y="17168"/>
                </a:lnTo>
                <a:lnTo>
                  <a:pt x="18842" y="18842"/>
                </a:lnTo>
                <a:lnTo>
                  <a:pt x="17168" y="20095"/>
                </a:lnTo>
                <a:lnTo>
                  <a:pt x="14400" y="21600"/>
                </a:lnTo>
                <a:lnTo>
                  <a:pt x="11880" y="21265"/>
                </a:lnTo>
                <a:lnTo>
                  <a:pt x="9472" y="20801"/>
                </a:lnTo>
                <a:lnTo>
                  <a:pt x="7132" y="20225"/>
                </a:lnTo>
                <a:lnTo>
                  <a:pt x="4806" y="19559"/>
                </a:lnTo>
                <a:lnTo>
                  <a:pt x="2444" y="18810"/>
                </a:lnTo>
                <a:lnTo>
                  <a:pt x="0" y="18000"/>
                </a:lnTo>
                <a:lnTo>
                  <a:pt x="1228" y="16250"/>
                </a:lnTo>
                <a:lnTo>
                  <a:pt x="2462" y="14504"/>
                </a:lnTo>
                <a:lnTo>
                  <a:pt x="3704" y="12762"/>
                </a:lnTo>
                <a:lnTo>
                  <a:pt x="4950" y="11023"/>
                </a:lnTo>
                <a:lnTo>
                  <a:pt x="6332" y="9079"/>
                </a:lnTo>
                <a:lnTo>
                  <a:pt x="7733" y="7103"/>
                </a:lnTo>
                <a:lnTo>
                  <a:pt x="9605" y="5137"/>
                </a:lnTo>
                <a:lnTo>
                  <a:pt x="11448" y="3553"/>
                </a:lnTo>
                <a:lnTo>
                  <a:pt x="13385" y="2243"/>
                </a:lnTo>
                <a:lnTo>
                  <a:pt x="15530" y="1094"/>
                </a:lnTo>
                <a:lnTo>
                  <a:pt x="18000" y="0"/>
                </a:lnTo>
                <a:close/>
              </a:path>
            </a:pathLst>
          </a:custGeom>
          <a:solidFill>
            <a:srgbClr val="2726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5" name="contour_12783"/>
          <p:cNvSpPr/>
          <p:nvPr/>
        </p:nvSpPr>
        <p:spPr>
          <a:xfrm>
            <a:off x="4732993" y="2433271"/>
            <a:ext cx="43014" cy="40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99" y="495"/>
                </a:moveTo>
                <a:lnTo>
                  <a:pt x="19657" y="3334"/>
                </a:lnTo>
                <a:lnTo>
                  <a:pt x="20663" y="5933"/>
                </a:lnTo>
                <a:lnTo>
                  <a:pt x="21315" y="8442"/>
                </a:lnTo>
                <a:lnTo>
                  <a:pt x="21600" y="11010"/>
                </a:lnTo>
                <a:lnTo>
                  <a:pt x="21512" y="13794"/>
                </a:lnTo>
                <a:lnTo>
                  <a:pt x="21044" y="16939"/>
                </a:lnTo>
                <a:lnTo>
                  <a:pt x="19375" y="18804"/>
                </a:lnTo>
                <a:lnTo>
                  <a:pt x="17984" y="19912"/>
                </a:lnTo>
                <a:lnTo>
                  <a:pt x="16121" y="20701"/>
                </a:lnTo>
                <a:lnTo>
                  <a:pt x="13036" y="21600"/>
                </a:lnTo>
                <a:lnTo>
                  <a:pt x="9695" y="20693"/>
                </a:lnTo>
                <a:lnTo>
                  <a:pt x="7740" y="19872"/>
                </a:lnTo>
                <a:lnTo>
                  <a:pt x="6419" y="18663"/>
                </a:lnTo>
                <a:lnTo>
                  <a:pt x="4974" y="16601"/>
                </a:lnTo>
                <a:lnTo>
                  <a:pt x="3887" y="14198"/>
                </a:lnTo>
                <a:lnTo>
                  <a:pt x="2847" y="11788"/>
                </a:lnTo>
                <a:lnTo>
                  <a:pt x="1856" y="9361"/>
                </a:lnTo>
                <a:lnTo>
                  <a:pt x="908" y="6907"/>
                </a:lnTo>
                <a:lnTo>
                  <a:pt x="0" y="4421"/>
                </a:lnTo>
                <a:lnTo>
                  <a:pt x="2339" y="3126"/>
                </a:lnTo>
                <a:lnTo>
                  <a:pt x="4542" y="2042"/>
                </a:lnTo>
                <a:lnTo>
                  <a:pt x="6675" y="1178"/>
                </a:lnTo>
                <a:lnTo>
                  <a:pt x="8791" y="542"/>
                </a:lnTo>
                <a:lnTo>
                  <a:pt x="10954" y="145"/>
                </a:lnTo>
                <a:lnTo>
                  <a:pt x="13219" y="0"/>
                </a:lnTo>
                <a:lnTo>
                  <a:pt x="15649" y="114"/>
                </a:lnTo>
                <a:lnTo>
                  <a:pt x="18299" y="495"/>
                </a:lnTo>
                <a:close/>
              </a:path>
            </a:pathLst>
          </a:custGeom>
          <a:solidFill>
            <a:srgbClr val="708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6" name="contour_12784"/>
          <p:cNvSpPr/>
          <p:nvPr/>
        </p:nvSpPr>
        <p:spPr>
          <a:xfrm>
            <a:off x="4383170" y="2426901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3295" y="1674"/>
                </a:lnTo>
                <a:lnTo>
                  <a:pt x="13634" y="3377"/>
                </a:lnTo>
                <a:lnTo>
                  <a:pt x="14694" y="5674"/>
                </a:lnTo>
                <a:lnTo>
                  <a:pt x="15822" y="7330"/>
                </a:lnTo>
                <a:lnTo>
                  <a:pt x="17047" y="8507"/>
                </a:lnTo>
                <a:lnTo>
                  <a:pt x="18397" y="9367"/>
                </a:lnTo>
                <a:lnTo>
                  <a:pt x="19904" y="10076"/>
                </a:lnTo>
                <a:lnTo>
                  <a:pt x="21600" y="10800"/>
                </a:lnTo>
                <a:lnTo>
                  <a:pt x="20531" y="12582"/>
                </a:lnTo>
                <a:lnTo>
                  <a:pt x="19459" y="14368"/>
                </a:lnTo>
                <a:lnTo>
                  <a:pt x="18384" y="16160"/>
                </a:lnTo>
                <a:lnTo>
                  <a:pt x="17304" y="17960"/>
                </a:lnTo>
                <a:lnTo>
                  <a:pt x="16217" y="19771"/>
                </a:lnTo>
                <a:lnTo>
                  <a:pt x="15120" y="21600"/>
                </a:lnTo>
                <a:lnTo>
                  <a:pt x="15079" y="20804"/>
                </a:lnTo>
                <a:lnTo>
                  <a:pt x="15010" y="19404"/>
                </a:lnTo>
                <a:lnTo>
                  <a:pt x="14850" y="16200"/>
                </a:lnTo>
                <a:lnTo>
                  <a:pt x="14574" y="15404"/>
                </a:lnTo>
                <a:lnTo>
                  <a:pt x="14083" y="14004"/>
                </a:lnTo>
                <a:lnTo>
                  <a:pt x="12960" y="10800"/>
                </a:lnTo>
                <a:lnTo>
                  <a:pt x="11513" y="10508"/>
                </a:lnTo>
                <a:lnTo>
                  <a:pt x="10072" y="10314"/>
                </a:lnTo>
                <a:lnTo>
                  <a:pt x="8636" y="10206"/>
                </a:lnTo>
                <a:lnTo>
                  <a:pt x="7204" y="10177"/>
                </a:lnTo>
                <a:lnTo>
                  <a:pt x="5769" y="10213"/>
                </a:lnTo>
                <a:lnTo>
                  <a:pt x="4335" y="10303"/>
                </a:lnTo>
                <a:lnTo>
                  <a:pt x="2897" y="10440"/>
                </a:lnTo>
                <a:lnTo>
                  <a:pt x="1454" y="10609"/>
                </a:lnTo>
                <a:lnTo>
                  <a:pt x="0" y="10800"/>
                </a:lnTo>
                <a:lnTo>
                  <a:pt x="0" y="9014"/>
                </a:lnTo>
                <a:lnTo>
                  <a:pt x="0" y="7200"/>
                </a:lnTo>
                <a:lnTo>
                  <a:pt x="1426" y="7200"/>
                </a:lnTo>
                <a:lnTo>
                  <a:pt x="2853" y="7200"/>
                </a:lnTo>
                <a:lnTo>
                  <a:pt x="4281" y="7200"/>
                </a:lnTo>
                <a:lnTo>
                  <a:pt x="5713" y="7200"/>
                </a:lnTo>
                <a:lnTo>
                  <a:pt x="7150" y="7200"/>
                </a:lnTo>
                <a:lnTo>
                  <a:pt x="8592" y="7200"/>
                </a:lnTo>
                <a:lnTo>
                  <a:pt x="10040" y="7200"/>
                </a:lnTo>
                <a:lnTo>
                  <a:pt x="11496" y="7200"/>
                </a:lnTo>
                <a:lnTo>
                  <a:pt x="12960" y="7200"/>
                </a:lnTo>
                <a:lnTo>
                  <a:pt x="12960" y="4820"/>
                </a:lnTo>
                <a:lnTo>
                  <a:pt x="12960" y="2426"/>
                </a:lnTo>
                <a:lnTo>
                  <a:pt x="12960" y="0"/>
                </a:lnTo>
                <a:close/>
              </a:path>
            </a:pathLst>
          </a:custGeom>
          <a:solidFill>
            <a:srgbClr val="5D5B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7" name="contour_12785"/>
          <p:cNvSpPr/>
          <p:nvPr/>
        </p:nvSpPr>
        <p:spPr>
          <a:xfrm>
            <a:off x="11248458" y="2430567"/>
            <a:ext cx="65592" cy="327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283"/>
                </a:moveTo>
                <a:lnTo>
                  <a:pt x="15036" y="144"/>
                </a:lnTo>
                <a:lnTo>
                  <a:pt x="16594" y="0"/>
                </a:lnTo>
                <a:lnTo>
                  <a:pt x="17887" y="1186"/>
                </a:lnTo>
                <a:lnTo>
                  <a:pt x="19200" y="2387"/>
                </a:lnTo>
                <a:lnTo>
                  <a:pt x="19596" y="5557"/>
                </a:lnTo>
                <a:lnTo>
                  <a:pt x="19992" y="8732"/>
                </a:lnTo>
                <a:lnTo>
                  <a:pt x="20390" y="11922"/>
                </a:lnTo>
                <a:lnTo>
                  <a:pt x="20791" y="15125"/>
                </a:lnTo>
                <a:lnTo>
                  <a:pt x="21194" y="18348"/>
                </a:lnTo>
                <a:lnTo>
                  <a:pt x="21600" y="21600"/>
                </a:lnTo>
                <a:lnTo>
                  <a:pt x="19956" y="21235"/>
                </a:lnTo>
                <a:lnTo>
                  <a:pt x="18310" y="20870"/>
                </a:lnTo>
                <a:lnTo>
                  <a:pt x="16663" y="20505"/>
                </a:lnTo>
                <a:lnTo>
                  <a:pt x="15014" y="20135"/>
                </a:lnTo>
                <a:lnTo>
                  <a:pt x="13363" y="19770"/>
                </a:lnTo>
                <a:lnTo>
                  <a:pt x="11710" y="19400"/>
                </a:lnTo>
                <a:lnTo>
                  <a:pt x="10051" y="19030"/>
                </a:lnTo>
                <a:lnTo>
                  <a:pt x="8390" y="18665"/>
                </a:lnTo>
                <a:lnTo>
                  <a:pt x="6725" y="18291"/>
                </a:lnTo>
                <a:lnTo>
                  <a:pt x="5052" y="17921"/>
                </a:lnTo>
                <a:lnTo>
                  <a:pt x="3374" y="17546"/>
                </a:lnTo>
                <a:lnTo>
                  <a:pt x="1692" y="17176"/>
                </a:lnTo>
                <a:lnTo>
                  <a:pt x="0" y="16797"/>
                </a:lnTo>
                <a:lnTo>
                  <a:pt x="2237" y="12335"/>
                </a:lnTo>
                <a:lnTo>
                  <a:pt x="4061" y="8756"/>
                </a:lnTo>
                <a:lnTo>
                  <a:pt x="5551" y="5970"/>
                </a:lnTo>
                <a:lnTo>
                  <a:pt x="6792" y="3876"/>
                </a:lnTo>
                <a:lnTo>
                  <a:pt x="7862" y="2378"/>
                </a:lnTo>
                <a:lnTo>
                  <a:pt x="8844" y="1369"/>
                </a:lnTo>
                <a:lnTo>
                  <a:pt x="9818" y="754"/>
                </a:lnTo>
                <a:lnTo>
                  <a:pt x="10865" y="432"/>
                </a:lnTo>
                <a:lnTo>
                  <a:pt x="12065" y="312"/>
                </a:lnTo>
                <a:lnTo>
                  <a:pt x="13500" y="283"/>
                </a:lnTo>
                <a:close/>
              </a:path>
            </a:pathLst>
          </a:custGeom>
          <a:solidFill>
            <a:srgbClr val="E3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8" name="contour_12786"/>
          <p:cNvSpPr/>
          <p:nvPr/>
        </p:nvSpPr>
        <p:spPr>
          <a:xfrm>
            <a:off x="7757510" y="2410685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930"/>
                </a:moveTo>
                <a:lnTo>
                  <a:pt x="7318" y="298"/>
                </a:lnTo>
                <a:lnTo>
                  <a:pt x="10122" y="12"/>
                </a:lnTo>
                <a:lnTo>
                  <a:pt x="12839" y="0"/>
                </a:lnTo>
                <a:lnTo>
                  <a:pt x="15582" y="198"/>
                </a:lnTo>
                <a:lnTo>
                  <a:pt x="18468" y="533"/>
                </a:lnTo>
                <a:lnTo>
                  <a:pt x="21600" y="930"/>
                </a:lnTo>
                <a:lnTo>
                  <a:pt x="21064" y="3489"/>
                </a:lnTo>
                <a:lnTo>
                  <a:pt x="20529" y="6048"/>
                </a:lnTo>
                <a:lnTo>
                  <a:pt x="19993" y="8615"/>
                </a:lnTo>
                <a:lnTo>
                  <a:pt x="19457" y="11187"/>
                </a:lnTo>
                <a:lnTo>
                  <a:pt x="18917" y="13770"/>
                </a:lnTo>
                <a:lnTo>
                  <a:pt x="18373" y="16366"/>
                </a:lnTo>
                <a:lnTo>
                  <a:pt x="17829" y="18975"/>
                </a:lnTo>
                <a:lnTo>
                  <a:pt x="17280" y="21600"/>
                </a:lnTo>
                <a:lnTo>
                  <a:pt x="14429" y="20918"/>
                </a:lnTo>
                <a:lnTo>
                  <a:pt x="11573" y="20236"/>
                </a:lnTo>
                <a:lnTo>
                  <a:pt x="8705" y="19550"/>
                </a:lnTo>
                <a:lnTo>
                  <a:pt x="5823" y="18859"/>
                </a:lnTo>
                <a:lnTo>
                  <a:pt x="2925" y="18165"/>
                </a:lnTo>
                <a:lnTo>
                  <a:pt x="0" y="17466"/>
                </a:lnTo>
                <a:lnTo>
                  <a:pt x="652" y="12534"/>
                </a:lnTo>
                <a:lnTo>
                  <a:pt x="1175" y="9086"/>
                </a:lnTo>
                <a:lnTo>
                  <a:pt x="1680" y="6660"/>
                </a:lnTo>
                <a:lnTo>
                  <a:pt x="2294" y="4795"/>
                </a:lnTo>
                <a:lnTo>
                  <a:pt x="3132" y="3043"/>
                </a:lnTo>
                <a:lnTo>
                  <a:pt x="4320" y="930"/>
                </a:lnTo>
                <a:close/>
              </a:path>
            </a:pathLst>
          </a:custGeom>
          <a:solidFill>
            <a:srgbClr val="7C6B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89" name="contour_12787"/>
          <p:cNvSpPr/>
          <p:nvPr/>
        </p:nvSpPr>
        <p:spPr>
          <a:xfrm>
            <a:off x="1400253" y="2397749"/>
            <a:ext cx="385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2" y="0"/>
                </a:moveTo>
                <a:lnTo>
                  <a:pt x="3890" y="0"/>
                </a:lnTo>
                <a:lnTo>
                  <a:pt x="6604" y="0"/>
                </a:lnTo>
                <a:lnTo>
                  <a:pt x="9355" y="0"/>
                </a:lnTo>
                <a:lnTo>
                  <a:pt x="9355" y="2182"/>
                </a:lnTo>
                <a:lnTo>
                  <a:pt x="9355" y="4366"/>
                </a:lnTo>
                <a:lnTo>
                  <a:pt x="9355" y="6557"/>
                </a:lnTo>
                <a:lnTo>
                  <a:pt x="9355" y="8757"/>
                </a:lnTo>
                <a:lnTo>
                  <a:pt x="9355" y="10967"/>
                </a:lnTo>
                <a:lnTo>
                  <a:pt x="9355" y="13188"/>
                </a:lnTo>
                <a:lnTo>
                  <a:pt x="9355" y="15429"/>
                </a:lnTo>
                <a:lnTo>
                  <a:pt x="11780" y="15429"/>
                </a:lnTo>
                <a:lnTo>
                  <a:pt x="14212" y="15429"/>
                </a:lnTo>
                <a:lnTo>
                  <a:pt x="16653" y="15429"/>
                </a:lnTo>
                <a:lnTo>
                  <a:pt x="19114" y="15429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18853" y="21569"/>
                </a:lnTo>
                <a:lnTo>
                  <a:pt x="16192" y="21492"/>
                </a:lnTo>
                <a:lnTo>
                  <a:pt x="13600" y="21338"/>
                </a:lnTo>
                <a:lnTo>
                  <a:pt x="11069" y="21085"/>
                </a:lnTo>
                <a:lnTo>
                  <a:pt x="8580" y="20702"/>
                </a:lnTo>
                <a:lnTo>
                  <a:pt x="6114" y="20165"/>
                </a:lnTo>
                <a:lnTo>
                  <a:pt x="3657" y="19443"/>
                </a:lnTo>
                <a:lnTo>
                  <a:pt x="1192" y="18514"/>
                </a:lnTo>
                <a:lnTo>
                  <a:pt x="633" y="16431"/>
                </a:lnTo>
                <a:lnTo>
                  <a:pt x="261" y="14373"/>
                </a:lnTo>
                <a:lnTo>
                  <a:pt x="57" y="12331"/>
                </a:lnTo>
                <a:lnTo>
                  <a:pt x="0" y="10300"/>
                </a:lnTo>
                <a:lnTo>
                  <a:pt x="65" y="8270"/>
                </a:lnTo>
                <a:lnTo>
                  <a:pt x="237" y="6230"/>
                </a:lnTo>
                <a:lnTo>
                  <a:pt x="498" y="4178"/>
                </a:lnTo>
                <a:lnTo>
                  <a:pt x="820" y="2104"/>
                </a:lnTo>
                <a:lnTo>
                  <a:pt x="1192" y="0"/>
                </a:lnTo>
                <a:close/>
              </a:path>
            </a:pathLst>
          </a:custGeom>
          <a:solidFill>
            <a:srgbClr val="6161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0" name="contour_12788"/>
          <p:cNvSpPr/>
          <p:nvPr/>
        </p:nvSpPr>
        <p:spPr>
          <a:xfrm>
            <a:off x="906798" y="2432797"/>
            <a:ext cx="72880" cy="232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93"/>
                </a:moveTo>
                <a:lnTo>
                  <a:pt x="3223" y="799"/>
                </a:lnTo>
                <a:lnTo>
                  <a:pt x="5964" y="406"/>
                </a:lnTo>
                <a:lnTo>
                  <a:pt x="8275" y="135"/>
                </a:lnTo>
                <a:lnTo>
                  <a:pt x="10206" y="0"/>
                </a:lnTo>
                <a:lnTo>
                  <a:pt x="11815" y="20"/>
                </a:lnTo>
                <a:lnTo>
                  <a:pt x="13150" y="217"/>
                </a:lnTo>
                <a:lnTo>
                  <a:pt x="14267" y="609"/>
                </a:lnTo>
                <a:lnTo>
                  <a:pt x="15215" y="1212"/>
                </a:lnTo>
                <a:lnTo>
                  <a:pt x="16051" y="2044"/>
                </a:lnTo>
                <a:lnTo>
                  <a:pt x="16824" y="3127"/>
                </a:lnTo>
                <a:lnTo>
                  <a:pt x="17591" y="4481"/>
                </a:lnTo>
                <a:lnTo>
                  <a:pt x="18399" y="6119"/>
                </a:lnTo>
                <a:lnTo>
                  <a:pt x="19306" y="8062"/>
                </a:lnTo>
                <a:lnTo>
                  <a:pt x="20064" y="10296"/>
                </a:lnTo>
                <a:lnTo>
                  <a:pt x="20827" y="12550"/>
                </a:lnTo>
                <a:lnTo>
                  <a:pt x="21600" y="14831"/>
                </a:lnTo>
                <a:lnTo>
                  <a:pt x="20103" y="15501"/>
                </a:lnTo>
                <a:lnTo>
                  <a:pt x="18604" y="16171"/>
                </a:lnTo>
                <a:lnTo>
                  <a:pt x="17105" y="16841"/>
                </a:lnTo>
                <a:lnTo>
                  <a:pt x="15604" y="17518"/>
                </a:lnTo>
                <a:lnTo>
                  <a:pt x="14096" y="18188"/>
                </a:lnTo>
                <a:lnTo>
                  <a:pt x="12586" y="18865"/>
                </a:lnTo>
                <a:lnTo>
                  <a:pt x="11070" y="19542"/>
                </a:lnTo>
                <a:lnTo>
                  <a:pt x="9547" y="20226"/>
                </a:lnTo>
                <a:lnTo>
                  <a:pt x="8018" y="20910"/>
                </a:lnTo>
                <a:lnTo>
                  <a:pt x="6480" y="21600"/>
                </a:lnTo>
                <a:lnTo>
                  <a:pt x="6480" y="17126"/>
                </a:lnTo>
                <a:lnTo>
                  <a:pt x="6480" y="12624"/>
                </a:lnTo>
                <a:lnTo>
                  <a:pt x="6480" y="8062"/>
                </a:lnTo>
                <a:lnTo>
                  <a:pt x="4873" y="5977"/>
                </a:lnTo>
                <a:lnTo>
                  <a:pt x="3732" y="4583"/>
                </a:lnTo>
                <a:lnTo>
                  <a:pt x="2748" y="3554"/>
                </a:lnTo>
                <a:lnTo>
                  <a:pt x="1607" y="2565"/>
                </a:lnTo>
                <a:lnTo>
                  <a:pt x="0" y="1293"/>
                </a:lnTo>
                <a:close/>
              </a:path>
            </a:pathLst>
          </a:custGeom>
          <a:solidFill>
            <a:srgbClr val="595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1" name="contour_12789"/>
          <p:cNvSpPr/>
          <p:nvPr/>
        </p:nvSpPr>
        <p:spPr>
          <a:xfrm>
            <a:off x="731886" y="2419613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0"/>
                </a:lnTo>
                <a:lnTo>
                  <a:pt x="14367" y="0"/>
                </a:lnTo>
                <a:lnTo>
                  <a:pt x="16159" y="0"/>
                </a:lnTo>
                <a:lnTo>
                  <a:pt x="17960" y="0"/>
                </a:lnTo>
                <a:lnTo>
                  <a:pt x="19772" y="0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818" y="16648"/>
                </a:lnTo>
                <a:lnTo>
                  <a:pt x="18036" y="17091"/>
                </a:lnTo>
                <a:lnTo>
                  <a:pt x="16251" y="17539"/>
                </a:lnTo>
                <a:lnTo>
                  <a:pt x="14464" y="17982"/>
                </a:lnTo>
                <a:lnTo>
                  <a:pt x="12674" y="18430"/>
                </a:lnTo>
                <a:lnTo>
                  <a:pt x="10881" y="18878"/>
                </a:lnTo>
                <a:lnTo>
                  <a:pt x="9083" y="19327"/>
                </a:lnTo>
                <a:lnTo>
                  <a:pt x="7279" y="19780"/>
                </a:lnTo>
                <a:lnTo>
                  <a:pt x="5470" y="20234"/>
                </a:lnTo>
                <a:lnTo>
                  <a:pt x="3656" y="20687"/>
                </a:lnTo>
                <a:lnTo>
                  <a:pt x="1831" y="21141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782" y="10800"/>
                </a:lnTo>
                <a:lnTo>
                  <a:pt x="3567" y="10800"/>
                </a:lnTo>
                <a:lnTo>
                  <a:pt x="5359" y="10800"/>
                </a:lnTo>
                <a:lnTo>
                  <a:pt x="7160" y="10800"/>
                </a:lnTo>
                <a:lnTo>
                  <a:pt x="8972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ACAA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2" name="contour_12790"/>
          <p:cNvSpPr/>
          <p:nvPr/>
        </p:nvSpPr>
        <p:spPr>
          <a:xfrm>
            <a:off x="7305654" y="2411961"/>
            <a:ext cx="72880" cy="368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4"/>
                </a:moveTo>
                <a:lnTo>
                  <a:pt x="21600" y="3041"/>
                </a:lnTo>
                <a:lnTo>
                  <a:pt x="21600" y="5885"/>
                </a:lnTo>
                <a:lnTo>
                  <a:pt x="21600" y="8768"/>
                </a:lnTo>
                <a:lnTo>
                  <a:pt x="20328" y="10304"/>
                </a:lnTo>
                <a:lnTo>
                  <a:pt x="19012" y="11702"/>
                </a:lnTo>
                <a:lnTo>
                  <a:pt x="17654" y="12969"/>
                </a:lnTo>
                <a:lnTo>
                  <a:pt x="16260" y="14115"/>
                </a:lnTo>
                <a:lnTo>
                  <a:pt x="14837" y="15154"/>
                </a:lnTo>
                <a:lnTo>
                  <a:pt x="13388" y="16091"/>
                </a:lnTo>
                <a:lnTo>
                  <a:pt x="11917" y="16938"/>
                </a:lnTo>
                <a:lnTo>
                  <a:pt x="10431" y="17703"/>
                </a:lnTo>
                <a:lnTo>
                  <a:pt x="8934" y="18396"/>
                </a:lnTo>
                <a:lnTo>
                  <a:pt x="7430" y="19029"/>
                </a:lnTo>
                <a:lnTo>
                  <a:pt x="5927" y="19611"/>
                </a:lnTo>
                <a:lnTo>
                  <a:pt x="4428" y="20146"/>
                </a:lnTo>
                <a:lnTo>
                  <a:pt x="2935" y="20650"/>
                </a:lnTo>
                <a:lnTo>
                  <a:pt x="1458" y="21134"/>
                </a:lnTo>
                <a:lnTo>
                  <a:pt x="0" y="21600"/>
                </a:lnTo>
                <a:lnTo>
                  <a:pt x="1132" y="19175"/>
                </a:lnTo>
                <a:lnTo>
                  <a:pt x="2272" y="16831"/>
                </a:lnTo>
                <a:lnTo>
                  <a:pt x="3424" y="14585"/>
                </a:lnTo>
                <a:lnTo>
                  <a:pt x="4590" y="12451"/>
                </a:lnTo>
                <a:lnTo>
                  <a:pt x="5778" y="10436"/>
                </a:lnTo>
                <a:lnTo>
                  <a:pt x="6992" y="8563"/>
                </a:lnTo>
                <a:lnTo>
                  <a:pt x="8238" y="6839"/>
                </a:lnTo>
                <a:lnTo>
                  <a:pt x="9517" y="5274"/>
                </a:lnTo>
                <a:lnTo>
                  <a:pt x="10837" y="3888"/>
                </a:lnTo>
                <a:lnTo>
                  <a:pt x="12202" y="2690"/>
                </a:lnTo>
                <a:lnTo>
                  <a:pt x="13617" y="1698"/>
                </a:lnTo>
                <a:lnTo>
                  <a:pt x="15085" y="915"/>
                </a:lnTo>
                <a:lnTo>
                  <a:pt x="16613" y="364"/>
                </a:lnTo>
                <a:lnTo>
                  <a:pt x="18204" y="56"/>
                </a:lnTo>
                <a:lnTo>
                  <a:pt x="19866" y="0"/>
                </a:lnTo>
                <a:lnTo>
                  <a:pt x="21600" y="214"/>
                </a:lnTo>
                <a:close/>
              </a:path>
            </a:pathLst>
          </a:custGeom>
          <a:solidFill>
            <a:srgbClr val="BABC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3" name="contour_12791"/>
          <p:cNvSpPr/>
          <p:nvPr/>
        </p:nvSpPr>
        <p:spPr>
          <a:xfrm>
            <a:off x="1978132" y="2390461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D0D1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4" name="contour_12792"/>
          <p:cNvSpPr/>
          <p:nvPr/>
        </p:nvSpPr>
        <p:spPr>
          <a:xfrm>
            <a:off x="3843858" y="2373961"/>
            <a:ext cx="36440" cy="45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10"/>
                </a:moveTo>
                <a:lnTo>
                  <a:pt x="4994" y="403"/>
                </a:lnTo>
                <a:lnTo>
                  <a:pt x="8506" y="100"/>
                </a:lnTo>
                <a:lnTo>
                  <a:pt x="11007" y="0"/>
                </a:lnTo>
                <a:lnTo>
                  <a:pt x="12986" y="100"/>
                </a:lnTo>
                <a:lnTo>
                  <a:pt x="14917" y="403"/>
                </a:lnTo>
                <a:lnTo>
                  <a:pt x="17280" y="910"/>
                </a:lnTo>
                <a:lnTo>
                  <a:pt x="18615" y="3121"/>
                </a:lnTo>
                <a:lnTo>
                  <a:pt x="19626" y="5341"/>
                </a:lnTo>
                <a:lnTo>
                  <a:pt x="20369" y="7597"/>
                </a:lnTo>
                <a:lnTo>
                  <a:pt x="20904" y="9900"/>
                </a:lnTo>
                <a:lnTo>
                  <a:pt x="21298" y="12262"/>
                </a:lnTo>
                <a:lnTo>
                  <a:pt x="21600" y="14703"/>
                </a:lnTo>
                <a:lnTo>
                  <a:pt x="18744" y="14703"/>
                </a:lnTo>
                <a:lnTo>
                  <a:pt x="15872" y="14703"/>
                </a:lnTo>
                <a:lnTo>
                  <a:pt x="12960" y="14703"/>
                </a:lnTo>
                <a:lnTo>
                  <a:pt x="12960" y="16983"/>
                </a:lnTo>
                <a:lnTo>
                  <a:pt x="12960" y="19276"/>
                </a:lnTo>
                <a:lnTo>
                  <a:pt x="12960" y="21600"/>
                </a:lnTo>
                <a:lnTo>
                  <a:pt x="10394" y="20917"/>
                </a:lnTo>
                <a:lnTo>
                  <a:pt x="7819" y="20231"/>
                </a:lnTo>
                <a:lnTo>
                  <a:pt x="5236" y="19545"/>
                </a:lnTo>
                <a:lnTo>
                  <a:pt x="2631" y="18852"/>
                </a:lnTo>
                <a:lnTo>
                  <a:pt x="0" y="18152"/>
                </a:lnTo>
                <a:lnTo>
                  <a:pt x="2856" y="18152"/>
                </a:lnTo>
                <a:lnTo>
                  <a:pt x="5728" y="18152"/>
                </a:lnTo>
                <a:lnTo>
                  <a:pt x="8640" y="18152"/>
                </a:lnTo>
                <a:lnTo>
                  <a:pt x="8640" y="15872"/>
                </a:lnTo>
                <a:lnTo>
                  <a:pt x="8640" y="13579"/>
                </a:lnTo>
                <a:lnTo>
                  <a:pt x="8640" y="11255"/>
                </a:lnTo>
                <a:lnTo>
                  <a:pt x="5784" y="11255"/>
                </a:lnTo>
                <a:lnTo>
                  <a:pt x="2912" y="11255"/>
                </a:lnTo>
                <a:lnTo>
                  <a:pt x="0" y="11255"/>
                </a:lnTo>
                <a:lnTo>
                  <a:pt x="0" y="9207"/>
                </a:lnTo>
                <a:lnTo>
                  <a:pt x="0" y="7152"/>
                </a:lnTo>
                <a:lnTo>
                  <a:pt x="0" y="5090"/>
                </a:lnTo>
                <a:lnTo>
                  <a:pt x="0" y="3010"/>
                </a:lnTo>
                <a:lnTo>
                  <a:pt x="0" y="910"/>
                </a:lnTo>
                <a:close/>
              </a:path>
            </a:pathLst>
          </a:custGeom>
          <a:solidFill>
            <a:srgbClr val="9794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5" name="contour_12793"/>
          <p:cNvSpPr/>
          <p:nvPr/>
        </p:nvSpPr>
        <p:spPr>
          <a:xfrm>
            <a:off x="7210910" y="2361936"/>
            <a:ext cx="72880" cy="362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97" y="1408"/>
                </a:moveTo>
                <a:lnTo>
                  <a:pt x="20792" y="2681"/>
                </a:lnTo>
                <a:lnTo>
                  <a:pt x="21600" y="3972"/>
                </a:lnTo>
                <a:lnTo>
                  <a:pt x="21324" y="7100"/>
                </a:lnTo>
                <a:lnTo>
                  <a:pt x="21073" y="9338"/>
                </a:lnTo>
                <a:lnTo>
                  <a:pt x="20745" y="11319"/>
                </a:lnTo>
                <a:lnTo>
                  <a:pt x="20235" y="13670"/>
                </a:lnTo>
                <a:lnTo>
                  <a:pt x="19440" y="17007"/>
                </a:lnTo>
                <a:lnTo>
                  <a:pt x="17932" y="17937"/>
                </a:lnTo>
                <a:lnTo>
                  <a:pt x="16518" y="18702"/>
                </a:lnTo>
                <a:lnTo>
                  <a:pt x="15146" y="19327"/>
                </a:lnTo>
                <a:lnTo>
                  <a:pt x="13768" y="19827"/>
                </a:lnTo>
                <a:lnTo>
                  <a:pt x="12336" y="20223"/>
                </a:lnTo>
                <a:lnTo>
                  <a:pt x="10800" y="20535"/>
                </a:lnTo>
                <a:lnTo>
                  <a:pt x="9603" y="20870"/>
                </a:lnTo>
                <a:lnTo>
                  <a:pt x="8387" y="21209"/>
                </a:lnTo>
                <a:lnTo>
                  <a:pt x="7227" y="21452"/>
                </a:lnTo>
                <a:lnTo>
                  <a:pt x="6324" y="21578"/>
                </a:lnTo>
                <a:lnTo>
                  <a:pt x="5378" y="21600"/>
                </a:lnTo>
                <a:lnTo>
                  <a:pt x="4089" y="21522"/>
                </a:lnTo>
                <a:lnTo>
                  <a:pt x="2160" y="21352"/>
                </a:lnTo>
                <a:lnTo>
                  <a:pt x="1214" y="18802"/>
                </a:lnTo>
                <a:lnTo>
                  <a:pt x="674" y="17046"/>
                </a:lnTo>
                <a:lnTo>
                  <a:pt x="337" y="15273"/>
                </a:lnTo>
                <a:lnTo>
                  <a:pt x="0" y="12662"/>
                </a:lnTo>
                <a:lnTo>
                  <a:pt x="1391" y="11515"/>
                </a:lnTo>
                <a:lnTo>
                  <a:pt x="2786" y="10372"/>
                </a:lnTo>
                <a:lnTo>
                  <a:pt x="4180" y="9238"/>
                </a:lnTo>
                <a:lnTo>
                  <a:pt x="5575" y="8112"/>
                </a:lnTo>
                <a:lnTo>
                  <a:pt x="6972" y="6991"/>
                </a:lnTo>
                <a:lnTo>
                  <a:pt x="8370" y="5870"/>
                </a:lnTo>
                <a:lnTo>
                  <a:pt x="9556" y="4884"/>
                </a:lnTo>
                <a:lnTo>
                  <a:pt x="10759" y="3876"/>
                </a:lnTo>
                <a:lnTo>
                  <a:pt x="12958" y="2160"/>
                </a:lnTo>
                <a:lnTo>
                  <a:pt x="14595" y="973"/>
                </a:lnTo>
                <a:lnTo>
                  <a:pt x="15831" y="265"/>
                </a:lnTo>
                <a:lnTo>
                  <a:pt x="16826" y="0"/>
                </a:lnTo>
                <a:lnTo>
                  <a:pt x="17747" y="130"/>
                </a:lnTo>
                <a:lnTo>
                  <a:pt x="18749" y="613"/>
                </a:lnTo>
                <a:lnTo>
                  <a:pt x="19997" y="1408"/>
                </a:lnTo>
                <a:close/>
              </a:path>
            </a:pathLst>
          </a:custGeom>
          <a:solidFill>
            <a:srgbClr val="6062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6" name="contour_12794"/>
          <p:cNvSpPr/>
          <p:nvPr/>
        </p:nvSpPr>
        <p:spPr>
          <a:xfrm>
            <a:off x="6917335" y="2361309"/>
            <a:ext cx="3849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21" y="0"/>
                </a:moveTo>
                <a:lnTo>
                  <a:pt x="15993" y="1318"/>
                </a:lnTo>
                <a:lnTo>
                  <a:pt x="17703" y="2319"/>
                </a:lnTo>
                <a:lnTo>
                  <a:pt x="19314" y="3510"/>
                </a:lnTo>
                <a:lnTo>
                  <a:pt x="21600" y="5400"/>
                </a:lnTo>
                <a:lnTo>
                  <a:pt x="21077" y="7571"/>
                </a:lnTo>
                <a:lnTo>
                  <a:pt x="20602" y="9077"/>
                </a:lnTo>
                <a:lnTo>
                  <a:pt x="19981" y="10309"/>
                </a:lnTo>
                <a:lnTo>
                  <a:pt x="19016" y="11653"/>
                </a:lnTo>
                <a:lnTo>
                  <a:pt x="17511" y="13500"/>
                </a:lnTo>
                <a:lnTo>
                  <a:pt x="14808" y="13500"/>
                </a:lnTo>
                <a:lnTo>
                  <a:pt x="12088" y="13500"/>
                </a:lnTo>
                <a:lnTo>
                  <a:pt x="9332" y="13500"/>
                </a:lnTo>
                <a:lnTo>
                  <a:pt x="9332" y="15104"/>
                </a:lnTo>
                <a:lnTo>
                  <a:pt x="9332" y="16713"/>
                </a:lnTo>
                <a:lnTo>
                  <a:pt x="9332" y="18328"/>
                </a:lnTo>
                <a:lnTo>
                  <a:pt x="9332" y="19956"/>
                </a:lnTo>
                <a:lnTo>
                  <a:pt x="9332" y="21600"/>
                </a:lnTo>
                <a:lnTo>
                  <a:pt x="6629" y="21600"/>
                </a:lnTo>
                <a:lnTo>
                  <a:pt x="3909" y="21600"/>
                </a:lnTo>
                <a:lnTo>
                  <a:pt x="1153" y="21600"/>
                </a:lnTo>
                <a:lnTo>
                  <a:pt x="601" y="18128"/>
                </a:lnTo>
                <a:lnTo>
                  <a:pt x="209" y="15387"/>
                </a:lnTo>
                <a:lnTo>
                  <a:pt x="0" y="13241"/>
                </a:lnTo>
                <a:lnTo>
                  <a:pt x="0" y="11556"/>
                </a:lnTo>
                <a:lnTo>
                  <a:pt x="229" y="10201"/>
                </a:lnTo>
                <a:lnTo>
                  <a:pt x="707" y="9040"/>
                </a:lnTo>
                <a:lnTo>
                  <a:pt x="1464" y="7943"/>
                </a:lnTo>
                <a:lnTo>
                  <a:pt x="2515" y="6774"/>
                </a:lnTo>
                <a:lnTo>
                  <a:pt x="3885" y="5400"/>
                </a:lnTo>
                <a:lnTo>
                  <a:pt x="5594" y="4304"/>
                </a:lnTo>
                <a:lnTo>
                  <a:pt x="6944" y="3475"/>
                </a:lnTo>
                <a:lnTo>
                  <a:pt x="8395" y="2654"/>
                </a:lnTo>
                <a:lnTo>
                  <a:pt x="10399" y="1582"/>
                </a:lnTo>
                <a:lnTo>
                  <a:pt x="13421" y="0"/>
                </a:lnTo>
                <a:close/>
              </a:path>
            </a:pathLst>
          </a:custGeom>
          <a:solidFill>
            <a:srgbClr val="D7E4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7" name="contour_12795"/>
          <p:cNvSpPr/>
          <p:nvPr/>
        </p:nvSpPr>
        <p:spPr>
          <a:xfrm>
            <a:off x="5520096" y="2352294"/>
            <a:ext cx="65592" cy="454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3851"/>
                </a:moveTo>
                <a:lnTo>
                  <a:pt x="19298" y="4426"/>
                </a:lnTo>
                <a:lnTo>
                  <a:pt x="19997" y="5434"/>
                </a:lnTo>
                <a:lnTo>
                  <a:pt x="21600" y="7747"/>
                </a:lnTo>
                <a:lnTo>
                  <a:pt x="20921" y="9707"/>
                </a:lnTo>
                <a:lnTo>
                  <a:pt x="20242" y="11668"/>
                </a:lnTo>
                <a:lnTo>
                  <a:pt x="19560" y="13635"/>
                </a:lnTo>
                <a:lnTo>
                  <a:pt x="18876" y="15609"/>
                </a:lnTo>
                <a:lnTo>
                  <a:pt x="18187" y="17593"/>
                </a:lnTo>
                <a:lnTo>
                  <a:pt x="17496" y="19588"/>
                </a:lnTo>
                <a:lnTo>
                  <a:pt x="16800" y="21600"/>
                </a:lnTo>
                <a:lnTo>
                  <a:pt x="15612" y="20741"/>
                </a:lnTo>
                <a:lnTo>
                  <a:pt x="14419" y="19882"/>
                </a:lnTo>
                <a:lnTo>
                  <a:pt x="13217" y="19013"/>
                </a:lnTo>
                <a:lnTo>
                  <a:pt x="12000" y="18137"/>
                </a:lnTo>
                <a:lnTo>
                  <a:pt x="12000" y="16419"/>
                </a:lnTo>
                <a:lnTo>
                  <a:pt x="12000" y="14674"/>
                </a:lnTo>
                <a:lnTo>
                  <a:pt x="10430" y="14099"/>
                </a:lnTo>
                <a:lnTo>
                  <a:pt x="9281" y="13728"/>
                </a:lnTo>
                <a:lnTo>
                  <a:pt x="7992" y="13396"/>
                </a:lnTo>
                <a:lnTo>
                  <a:pt x="6000" y="12942"/>
                </a:lnTo>
                <a:lnTo>
                  <a:pt x="4008" y="12488"/>
                </a:lnTo>
                <a:lnTo>
                  <a:pt x="2719" y="12156"/>
                </a:lnTo>
                <a:lnTo>
                  <a:pt x="1570" y="11785"/>
                </a:lnTo>
                <a:lnTo>
                  <a:pt x="0" y="11210"/>
                </a:lnTo>
                <a:lnTo>
                  <a:pt x="0" y="9493"/>
                </a:lnTo>
                <a:lnTo>
                  <a:pt x="0" y="7747"/>
                </a:lnTo>
                <a:lnTo>
                  <a:pt x="3038" y="5552"/>
                </a:lnTo>
                <a:lnTo>
                  <a:pt x="5594" y="3744"/>
                </a:lnTo>
                <a:lnTo>
                  <a:pt x="7728" y="2306"/>
                </a:lnTo>
                <a:lnTo>
                  <a:pt x="9509" y="1226"/>
                </a:lnTo>
                <a:lnTo>
                  <a:pt x="11002" y="492"/>
                </a:lnTo>
                <a:lnTo>
                  <a:pt x="12274" y="87"/>
                </a:lnTo>
                <a:lnTo>
                  <a:pt x="13387" y="0"/>
                </a:lnTo>
                <a:lnTo>
                  <a:pt x="14410" y="215"/>
                </a:lnTo>
                <a:lnTo>
                  <a:pt x="15406" y="724"/>
                </a:lnTo>
                <a:lnTo>
                  <a:pt x="16442" y="1506"/>
                </a:lnTo>
                <a:lnTo>
                  <a:pt x="17587" y="2556"/>
                </a:lnTo>
                <a:lnTo>
                  <a:pt x="18900" y="3851"/>
                </a:lnTo>
                <a:close/>
              </a:path>
            </a:pathLst>
          </a:custGeom>
          <a:solidFill>
            <a:srgbClr val="C5CB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8" name="contour_12796"/>
          <p:cNvSpPr/>
          <p:nvPr/>
        </p:nvSpPr>
        <p:spPr>
          <a:xfrm>
            <a:off x="2466428" y="2332157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4" y="0"/>
                </a:lnTo>
                <a:lnTo>
                  <a:pt x="6437" y="0"/>
                </a:lnTo>
                <a:lnTo>
                  <a:pt x="8608" y="0"/>
                </a:lnTo>
                <a:lnTo>
                  <a:pt x="10800" y="0"/>
                </a:lnTo>
                <a:lnTo>
                  <a:pt x="10800" y="1782"/>
                </a:lnTo>
                <a:lnTo>
                  <a:pt x="10800" y="3567"/>
                </a:lnTo>
                <a:lnTo>
                  <a:pt x="10800" y="5351"/>
                </a:lnTo>
                <a:lnTo>
                  <a:pt x="10800" y="7141"/>
                </a:lnTo>
                <a:lnTo>
                  <a:pt x="10800" y="8937"/>
                </a:lnTo>
                <a:lnTo>
                  <a:pt x="10800" y="10741"/>
                </a:lnTo>
                <a:lnTo>
                  <a:pt x="10800" y="12550"/>
                </a:lnTo>
                <a:lnTo>
                  <a:pt x="10800" y="14369"/>
                </a:lnTo>
                <a:lnTo>
                  <a:pt x="10800" y="16200"/>
                </a:lnTo>
                <a:lnTo>
                  <a:pt x="12938" y="16200"/>
                </a:lnTo>
                <a:lnTo>
                  <a:pt x="15084" y="16200"/>
                </a:lnTo>
                <a:lnTo>
                  <a:pt x="17237" y="16200"/>
                </a:lnTo>
                <a:lnTo>
                  <a:pt x="19408" y="16200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19372" y="21265"/>
                </a:lnTo>
                <a:lnTo>
                  <a:pt x="17143" y="20930"/>
                </a:lnTo>
                <a:lnTo>
                  <a:pt x="14908" y="20596"/>
                </a:lnTo>
                <a:lnTo>
                  <a:pt x="12668" y="20261"/>
                </a:lnTo>
                <a:lnTo>
                  <a:pt x="10418" y="19923"/>
                </a:lnTo>
                <a:lnTo>
                  <a:pt x="8158" y="19583"/>
                </a:lnTo>
                <a:lnTo>
                  <a:pt x="5886" y="19243"/>
                </a:lnTo>
                <a:lnTo>
                  <a:pt x="3600" y="18900"/>
                </a:lnTo>
                <a:lnTo>
                  <a:pt x="4046" y="17229"/>
                </a:lnTo>
                <a:lnTo>
                  <a:pt x="4493" y="15557"/>
                </a:lnTo>
                <a:lnTo>
                  <a:pt x="4939" y="13881"/>
                </a:lnTo>
                <a:lnTo>
                  <a:pt x="5386" y="12201"/>
                </a:lnTo>
                <a:lnTo>
                  <a:pt x="5836" y="10514"/>
                </a:lnTo>
                <a:lnTo>
                  <a:pt x="6289" y="8818"/>
                </a:lnTo>
                <a:lnTo>
                  <a:pt x="6743" y="7114"/>
                </a:lnTo>
                <a:lnTo>
                  <a:pt x="7200" y="5400"/>
                </a:lnTo>
                <a:lnTo>
                  <a:pt x="4820" y="5400"/>
                </a:lnTo>
                <a:lnTo>
                  <a:pt x="2426" y="5400"/>
                </a:lnTo>
                <a:lnTo>
                  <a:pt x="0" y="5400"/>
                </a:lnTo>
                <a:lnTo>
                  <a:pt x="0" y="3615"/>
                </a:lnTo>
                <a:lnTo>
                  <a:pt x="0" y="1820"/>
                </a:lnTo>
                <a:lnTo>
                  <a:pt x="0" y="0"/>
                </a:lnTo>
                <a:close/>
              </a:path>
            </a:pathLst>
          </a:custGeom>
          <a:solidFill>
            <a:srgbClr val="8676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799" name="contour_12797"/>
          <p:cNvSpPr/>
          <p:nvPr/>
        </p:nvSpPr>
        <p:spPr>
          <a:xfrm>
            <a:off x="7276502" y="234673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64" y="2726"/>
                </a:lnTo>
                <a:lnTo>
                  <a:pt x="20282" y="5344"/>
                </a:lnTo>
                <a:lnTo>
                  <a:pt x="19533" y="7858"/>
                </a:lnTo>
                <a:lnTo>
                  <a:pt x="18696" y="10295"/>
                </a:lnTo>
                <a:lnTo>
                  <a:pt x="17749" y="12666"/>
                </a:lnTo>
                <a:lnTo>
                  <a:pt x="16666" y="14990"/>
                </a:lnTo>
                <a:lnTo>
                  <a:pt x="15429" y="17280"/>
                </a:lnTo>
                <a:lnTo>
                  <a:pt x="13531" y="18239"/>
                </a:lnTo>
                <a:lnTo>
                  <a:pt x="11639" y="19047"/>
                </a:lnTo>
                <a:lnTo>
                  <a:pt x="9745" y="19716"/>
                </a:lnTo>
                <a:lnTo>
                  <a:pt x="7841" y="20265"/>
                </a:lnTo>
                <a:lnTo>
                  <a:pt x="5921" y="20714"/>
                </a:lnTo>
                <a:lnTo>
                  <a:pt x="3981" y="21073"/>
                </a:lnTo>
                <a:lnTo>
                  <a:pt x="2009" y="21362"/>
                </a:lnTo>
                <a:lnTo>
                  <a:pt x="0" y="21600"/>
                </a:lnTo>
                <a:lnTo>
                  <a:pt x="454" y="18356"/>
                </a:lnTo>
                <a:lnTo>
                  <a:pt x="987" y="15418"/>
                </a:lnTo>
                <a:lnTo>
                  <a:pt x="1697" y="12740"/>
                </a:lnTo>
                <a:lnTo>
                  <a:pt x="2678" y="10282"/>
                </a:lnTo>
                <a:lnTo>
                  <a:pt x="4021" y="8001"/>
                </a:lnTo>
                <a:lnTo>
                  <a:pt x="5823" y="5854"/>
                </a:lnTo>
                <a:lnTo>
                  <a:pt x="7887" y="4402"/>
                </a:lnTo>
                <a:lnTo>
                  <a:pt x="9788" y="3171"/>
                </a:lnTo>
                <a:lnTo>
                  <a:pt x="11596" y="2160"/>
                </a:lnTo>
                <a:lnTo>
                  <a:pt x="13377" y="1356"/>
                </a:lnTo>
                <a:lnTo>
                  <a:pt x="15197" y="747"/>
                </a:lnTo>
                <a:lnTo>
                  <a:pt x="17129" y="324"/>
                </a:lnTo>
                <a:lnTo>
                  <a:pt x="19243" y="78"/>
                </a:lnTo>
                <a:lnTo>
                  <a:pt x="21600" y="0"/>
                </a:lnTo>
                <a:close/>
              </a:path>
            </a:pathLst>
          </a:custGeom>
          <a:solidFill>
            <a:srgbClr val="D0D4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0" name="contour_12798"/>
          <p:cNvSpPr/>
          <p:nvPr/>
        </p:nvSpPr>
        <p:spPr>
          <a:xfrm>
            <a:off x="848494" y="2354575"/>
            <a:ext cx="45040" cy="504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05" y="1457"/>
                </a:moveTo>
                <a:lnTo>
                  <a:pt x="18814" y="1809"/>
                </a:lnTo>
                <a:lnTo>
                  <a:pt x="20971" y="2882"/>
                </a:lnTo>
                <a:lnTo>
                  <a:pt x="21390" y="5297"/>
                </a:lnTo>
                <a:lnTo>
                  <a:pt x="21600" y="6991"/>
                </a:lnTo>
                <a:lnTo>
                  <a:pt x="21600" y="8414"/>
                </a:lnTo>
                <a:lnTo>
                  <a:pt x="21390" y="10014"/>
                </a:lnTo>
                <a:lnTo>
                  <a:pt x="20971" y="12241"/>
                </a:lnTo>
                <a:lnTo>
                  <a:pt x="20230" y="12154"/>
                </a:lnTo>
                <a:lnTo>
                  <a:pt x="18930" y="12004"/>
                </a:lnTo>
                <a:lnTo>
                  <a:pt x="15948" y="11658"/>
                </a:lnTo>
                <a:lnTo>
                  <a:pt x="14141" y="11848"/>
                </a:lnTo>
                <a:lnTo>
                  <a:pt x="12327" y="12045"/>
                </a:lnTo>
                <a:lnTo>
                  <a:pt x="10485" y="12241"/>
                </a:lnTo>
                <a:lnTo>
                  <a:pt x="9304" y="14562"/>
                </a:lnTo>
                <a:lnTo>
                  <a:pt x="8532" y="16209"/>
                </a:lnTo>
                <a:lnTo>
                  <a:pt x="8000" y="17632"/>
                </a:lnTo>
                <a:lnTo>
                  <a:pt x="7543" y="19279"/>
                </a:lnTo>
                <a:lnTo>
                  <a:pt x="6990" y="21600"/>
                </a:lnTo>
                <a:lnTo>
                  <a:pt x="7113" y="19962"/>
                </a:lnTo>
                <a:lnTo>
                  <a:pt x="7238" y="18296"/>
                </a:lnTo>
                <a:lnTo>
                  <a:pt x="7333" y="16163"/>
                </a:lnTo>
                <a:lnTo>
                  <a:pt x="7427" y="13998"/>
                </a:lnTo>
                <a:lnTo>
                  <a:pt x="7550" y="11873"/>
                </a:lnTo>
                <a:lnTo>
                  <a:pt x="7675" y="9718"/>
                </a:lnTo>
                <a:lnTo>
                  <a:pt x="7333" y="7874"/>
                </a:lnTo>
                <a:lnTo>
                  <a:pt x="6990" y="6002"/>
                </a:lnTo>
                <a:lnTo>
                  <a:pt x="4897" y="4795"/>
                </a:lnTo>
                <a:lnTo>
                  <a:pt x="3474" y="4068"/>
                </a:lnTo>
                <a:lnTo>
                  <a:pt x="2059" y="3528"/>
                </a:lnTo>
                <a:lnTo>
                  <a:pt x="0" y="2882"/>
                </a:lnTo>
                <a:lnTo>
                  <a:pt x="2240" y="1582"/>
                </a:lnTo>
                <a:lnTo>
                  <a:pt x="4421" y="702"/>
                </a:lnTo>
                <a:lnTo>
                  <a:pt x="6578" y="190"/>
                </a:lnTo>
                <a:lnTo>
                  <a:pt x="8738" y="0"/>
                </a:lnTo>
                <a:lnTo>
                  <a:pt x="10940" y="81"/>
                </a:lnTo>
                <a:lnTo>
                  <a:pt x="13215" y="384"/>
                </a:lnTo>
                <a:lnTo>
                  <a:pt x="15592" y="858"/>
                </a:lnTo>
                <a:lnTo>
                  <a:pt x="18105" y="1457"/>
                </a:lnTo>
                <a:close/>
              </a:path>
            </a:pathLst>
          </a:custGeom>
          <a:solidFill>
            <a:srgbClr val="5455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1" name="contour_12799"/>
          <p:cNvSpPr/>
          <p:nvPr/>
        </p:nvSpPr>
        <p:spPr>
          <a:xfrm>
            <a:off x="5097393" y="234673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A4B1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2" name="contour_12800"/>
          <p:cNvSpPr/>
          <p:nvPr/>
        </p:nvSpPr>
        <p:spPr>
          <a:xfrm>
            <a:off x="5221289" y="2332157"/>
            <a:ext cx="65592" cy="385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05" y="871"/>
                </a:lnTo>
                <a:lnTo>
                  <a:pt x="3007" y="1757"/>
                </a:lnTo>
                <a:lnTo>
                  <a:pt x="4505" y="2661"/>
                </a:lnTo>
                <a:lnTo>
                  <a:pt x="6000" y="3576"/>
                </a:lnTo>
                <a:lnTo>
                  <a:pt x="6497" y="3870"/>
                </a:lnTo>
                <a:lnTo>
                  <a:pt x="7370" y="4394"/>
                </a:lnTo>
                <a:lnTo>
                  <a:pt x="9374" y="5587"/>
                </a:lnTo>
                <a:lnTo>
                  <a:pt x="10678" y="6870"/>
                </a:lnTo>
                <a:lnTo>
                  <a:pt x="12000" y="8174"/>
                </a:lnTo>
                <a:lnTo>
                  <a:pt x="12000" y="10876"/>
                </a:lnTo>
                <a:lnTo>
                  <a:pt x="12000" y="13593"/>
                </a:lnTo>
                <a:lnTo>
                  <a:pt x="12000" y="16348"/>
                </a:lnTo>
                <a:lnTo>
                  <a:pt x="13584" y="15674"/>
                </a:lnTo>
                <a:lnTo>
                  <a:pt x="15170" y="14999"/>
                </a:lnTo>
                <a:lnTo>
                  <a:pt x="16764" y="14321"/>
                </a:lnTo>
                <a:lnTo>
                  <a:pt x="18365" y="13638"/>
                </a:lnTo>
                <a:lnTo>
                  <a:pt x="19975" y="12952"/>
                </a:lnTo>
                <a:lnTo>
                  <a:pt x="21600" y="12261"/>
                </a:lnTo>
                <a:lnTo>
                  <a:pt x="21600" y="14963"/>
                </a:lnTo>
                <a:lnTo>
                  <a:pt x="21600" y="17681"/>
                </a:lnTo>
                <a:lnTo>
                  <a:pt x="21600" y="20435"/>
                </a:lnTo>
                <a:lnTo>
                  <a:pt x="19886" y="20774"/>
                </a:lnTo>
                <a:lnTo>
                  <a:pt x="18194" y="21069"/>
                </a:lnTo>
                <a:lnTo>
                  <a:pt x="16514" y="21314"/>
                </a:lnTo>
                <a:lnTo>
                  <a:pt x="14846" y="21494"/>
                </a:lnTo>
                <a:lnTo>
                  <a:pt x="13186" y="21592"/>
                </a:lnTo>
                <a:lnTo>
                  <a:pt x="11522" y="21600"/>
                </a:lnTo>
                <a:lnTo>
                  <a:pt x="9859" y="21498"/>
                </a:lnTo>
                <a:lnTo>
                  <a:pt x="8186" y="21281"/>
                </a:lnTo>
                <a:lnTo>
                  <a:pt x="6502" y="20930"/>
                </a:lnTo>
                <a:lnTo>
                  <a:pt x="4800" y="20435"/>
                </a:lnTo>
                <a:lnTo>
                  <a:pt x="3766" y="18085"/>
                </a:lnTo>
                <a:lnTo>
                  <a:pt x="2897" y="15711"/>
                </a:lnTo>
                <a:lnTo>
                  <a:pt x="2174" y="13299"/>
                </a:lnTo>
                <a:lnTo>
                  <a:pt x="1577" y="10827"/>
                </a:lnTo>
                <a:lnTo>
                  <a:pt x="1082" y="8280"/>
                </a:lnTo>
                <a:lnTo>
                  <a:pt x="670" y="5636"/>
                </a:lnTo>
                <a:lnTo>
                  <a:pt x="314" y="2885"/>
                </a:lnTo>
                <a:lnTo>
                  <a:pt x="0" y="0"/>
                </a:lnTo>
                <a:close/>
              </a:path>
            </a:pathLst>
          </a:custGeom>
          <a:solidFill>
            <a:srgbClr val="53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3" name="contour_12801"/>
          <p:cNvSpPr/>
          <p:nvPr/>
        </p:nvSpPr>
        <p:spPr>
          <a:xfrm>
            <a:off x="10771779" y="2339438"/>
            <a:ext cx="46687" cy="43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"/>
                </a:moveTo>
                <a:lnTo>
                  <a:pt x="21067" y="2682"/>
                </a:lnTo>
                <a:lnTo>
                  <a:pt x="20626" y="4582"/>
                </a:lnTo>
                <a:lnTo>
                  <a:pt x="20113" y="6223"/>
                </a:lnTo>
                <a:lnTo>
                  <a:pt x="19368" y="8124"/>
                </a:lnTo>
                <a:lnTo>
                  <a:pt x="18228" y="10802"/>
                </a:lnTo>
                <a:lnTo>
                  <a:pt x="15618" y="11126"/>
                </a:lnTo>
                <a:lnTo>
                  <a:pt x="13787" y="11288"/>
                </a:lnTo>
                <a:lnTo>
                  <a:pt x="12250" y="11288"/>
                </a:lnTo>
                <a:lnTo>
                  <a:pt x="10520" y="11126"/>
                </a:lnTo>
                <a:lnTo>
                  <a:pt x="8113" y="10802"/>
                </a:lnTo>
                <a:lnTo>
                  <a:pt x="8780" y="12940"/>
                </a:lnTo>
                <a:lnTo>
                  <a:pt x="9451" y="15085"/>
                </a:lnTo>
                <a:lnTo>
                  <a:pt x="10122" y="17238"/>
                </a:lnTo>
                <a:lnTo>
                  <a:pt x="10800" y="19408"/>
                </a:lnTo>
                <a:lnTo>
                  <a:pt x="11484" y="21600"/>
                </a:lnTo>
                <a:lnTo>
                  <a:pt x="8976" y="21139"/>
                </a:lnTo>
                <a:lnTo>
                  <a:pt x="7196" y="20722"/>
                </a:lnTo>
                <a:lnTo>
                  <a:pt x="5658" y="20175"/>
                </a:lnTo>
                <a:lnTo>
                  <a:pt x="3878" y="19325"/>
                </a:lnTo>
                <a:lnTo>
                  <a:pt x="1369" y="18001"/>
                </a:lnTo>
                <a:lnTo>
                  <a:pt x="624" y="15510"/>
                </a:lnTo>
                <a:lnTo>
                  <a:pt x="165" y="13123"/>
                </a:lnTo>
                <a:lnTo>
                  <a:pt x="0" y="10791"/>
                </a:lnTo>
                <a:lnTo>
                  <a:pt x="138" y="8462"/>
                </a:lnTo>
                <a:lnTo>
                  <a:pt x="593" y="6083"/>
                </a:lnTo>
                <a:lnTo>
                  <a:pt x="1369" y="3603"/>
                </a:lnTo>
                <a:lnTo>
                  <a:pt x="3476" y="2455"/>
                </a:lnTo>
                <a:lnTo>
                  <a:pt x="5631" y="1580"/>
                </a:lnTo>
                <a:lnTo>
                  <a:pt x="7826" y="943"/>
                </a:lnTo>
                <a:lnTo>
                  <a:pt x="10055" y="504"/>
                </a:lnTo>
                <a:lnTo>
                  <a:pt x="12317" y="223"/>
                </a:lnTo>
                <a:lnTo>
                  <a:pt x="14607" y="72"/>
                </a:lnTo>
                <a:lnTo>
                  <a:pt x="16920" y="11"/>
                </a:lnTo>
                <a:lnTo>
                  <a:pt x="19253" y="0"/>
                </a:lnTo>
                <a:lnTo>
                  <a:pt x="21600" y="4"/>
                </a:lnTo>
                <a:close/>
              </a:path>
            </a:pathLst>
          </a:custGeom>
          <a:solidFill>
            <a:srgbClr val="8576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4" name="contour_12802"/>
          <p:cNvSpPr/>
          <p:nvPr/>
        </p:nvSpPr>
        <p:spPr>
          <a:xfrm>
            <a:off x="10220851" y="2333185"/>
            <a:ext cx="65592" cy="208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313" y="2561"/>
                </a:moveTo>
                <a:lnTo>
                  <a:pt x="19882" y="3543"/>
                </a:lnTo>
                <a:lnTo>
                  <a:pt x="21600" y="6490"/>
                </a:lnTo>
                <a:lnTo>
                  <a:pt x="21600" y="11484"/>
                </a:lnTo>
                <a:lnTo>
                  <a:pt x="21600" y="16508"/>
                </a:lnTo>
                <a:lnTo>
                  <a:pt x="21600" y="21600"/>
                </a:lnTo>
                <a:lnTo>
                  <a:pt x="19954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0" y="21600"/>
                </a:lnTo>
                <a:lnTo>
                  <a:pt x="0" y="21600"/>
                </a:lnTo>
                <a:lnTo>
                  <a:pt x="1639" y="16923"/>
                </a:lnTo>
                <a:lnTo>
                  <a:pt x="3166" y="12829"/>
                </a:lnTo>
                <a:lnTo>
                  <a:pt x="4610" y="9315"/>
                </a:lnTo>
                <a:lnTo>
                  <a:pt x="6007" y="6376"/>
                </a:lnTo>
                <a:lnTo>
                  <a:pt x="7387" y="4004"/>
                </a:lnTo>
                <a:lnTo>
                  <a:pt x="8784" y="2183"/>
                </a:lnTo>
                <a:lnTo>
                  <a:pt x="10231" y="914"/>
                </a:lnTo>
                <a:lnTo>
                  <a:pt x="11755" y="189"/>
                </a:lnTo>
                <a:lnTo>
                  <a:pt x="13394" y="0"/>
                </a:lnTo>
                <a:lnTo>
                  <a:pt x="15180" y="332"/>
                </a:lnTo>
                <a:lnTo>
                  <a:pt x="17141" y="1194"/>
                </a:lnTo>
                <a:lnTo>
                  <a:pt x="19313" y="2561"/>
                </a:lnTo>
                <a:close/>
              </a:path>
            </a:pathLst>
          </a:custGeom>
          <a:solidFill>
            <a:srgbClr val="EAF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5" name="contour_12803"/>
          <p:cNvSpPr/>
          <p:nvPr/>
        </p:nvSpPr>
        <p:spPr>
          <a:xfrm>
            <a:off x="4579945" y="2318245"/>
            <a:ext cx="65592" cy="357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00" y="700"/>
                </a:moveTo>
                <a:lnTo>
                  <a:pt x="14242" y="1184"/>
                </a:lnTo>
                <a:lnTo>
                  <a:pt x="15019" y="2042"/>
                </a:lnTo>
                <a:lnTo>
                  <a:pt x="16800" y="4000"/>
                </a:lnTo>
                <a:lnTo>
                  <a:pt x="16800" y="6908"/>
                </a:lnTo>
                <a:lnTo>
                  <a:pt x="16800" y="9834"/>
                </a:lnTo>
                <a:lnTo>
                  <a:pt x="16800" y="12800"/>
                </a:lnTo>
                <a:lnTo>
                  <a:pt x="18226" y="15721"/>
                </a:lnTo>
                <a:lnTo>
                  <a:pt x="19200" y="17614"/>
                </a:lnTo>
                <a:lnTo>
                  <a:pt x="20174" y="19299"/>
                </a:lnTo>
                <a:lnTo>
                  <a:pt x="21600" y="21600"/>
                </a:lnTo>
                <a:lnTo>
                  <a:pt x="20016" y="21600"/>
                </a:lnTo>
                <a:lnTo>
                  <a:pt x="18430" y="21600"/>
                </a:lnTo>
                <a:lnTo>
                  <a:pt x="16836" y="21600"/>
                </a:lnTo>
                <a:lnTo>
                  <a:pt x="15235" y="21600"/>
                </a:lnTo>
                <a:lnTo>
                  <a:pt x="13625" y="21600"/>
                </a:lnTo>
                <a:lnTo>
                  <a:pt x="12000" y="21600"/>
                </a:lnTo>
                <a:lnTo>
                  <a:pt x="12000" y="18692"/>
                </a:lnTo>
                <a:lnTo>
                  <a:pt x="12000" y="15765"/>
                </a:lnTo>
                <a:lnTo>
                  <a:pt x="12000" y="12800"/>
                </a:lnTo>
                <a:lnTo>
                  <a:pt x="10430" y="11731"/>
                </a:lnTo>
                <a:lnTo>
                  <a:pt x="9281" y="11088"/>
                </a:lnTo>
                <a:lnTo>
                  <a:pt x="7992" y="10613"/>
                </a:lnTo>
                <a:lnTo>
                  <a:pt x="6000" y="10050"/>
                </a:lnTo>
                <a:lnTo>
                  <a:pt x="4325" y="9553"/>
                </a:lnTo>
                <a:lnTo>
                  <a:pt x="2626" y="9051"/>
                </a:lnTo>
                <a:lnTo>
                  <a:pt x="1322" y="8725"/>
                </a:lnTo>
                <a:lnTo>
                  <a:pt x="0" y="8400"/>
                </a:lnTo>
                <a:lnTo>
                  <a:pt x="2434" y="5672"/>
                </a:lnTo>
                <a:lnTo>
                  <a:pt x="4380" y="3555"/>
                </a:lnTo>
                <a:lnTo>
                  <a:pt x="5947" y="1998"/>
                </a:lnTo>
                <a:lnTo>
                  <a:pt x="7250" y="924"/>
                </a:lnTo>
                <a:lnTo>
                  <a:pt x="8405" y="282"/>
                </a:lnTo>
                <a:lnTo>
                  <a:pt x="9523" y="0"/>
                </a:lnTo>
                <a:lnTo>
                  <a:pt x="10721" y="18"/>
                </a:lnTo>
                <a:lnTo>
                  <a:pt x="12108" y="273"/>
                </a:lnTo>
                <a:lnTo>
                  <a:pt x="13800" y="700"/>
                </a:lnTo>
                <a:close/>
              </a:path>
            </a:pathLst>
          </a:custGeom>
          <a:solidFill>
            <a:srgbClr val="8599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6" name="contour_12804"/>
          <p:cNvSpPr/>
          <p:nvPr/>
        </p:nvSpPr>
        <p:spPr>
          <a:xfrm>
            <a:off x="2269652" y="232486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1" y="0"/>
                </a:lnTo>
                <a:lnTo>
                  <a:pt x="5707" y="0"/>
                </a:lnTo>
                <a:lnTo>
                  <a:pt x="8575" y="0"/>
                </a:lnTo>
                <a:lnTo>
                  <a:pt x="11457" y="0"/>
                </a:lnTo>
                <a:lnTo>
                  <a:pt x="14355" y="0"/>
                </a:lnTo>
                <a:lnTo>
                  <a:pt x="17280" y="0"/>
                </a:lnTo>
                <a:lnTo>
                  <a:pt x="17755" y="2376"/>
                </a:lnTo>
                <a:lnTo>
                  <a:pt x="18230" y="4756"/>
                </a:lnTo>
                <a:lnTo>
                  <a:pt x="18706" y="7135"/>
                </a:lnTo>
                <a:lnTo>
                  <a:pt x="19185" y="9522"/>
                </a:lnTo>
                <a:lnTo>
                  <a:pt x="19665" y="11916"/>
                </a:lnTo>
                <a:lnTo>
                  <a:pt x="20144" y="14321"/>
                </a:lnTo>
                <a:lnTo>
                  <a:pt x="20628" y="16733"/>
                </a:lnTo>
                <a:lnTo>
                  <a:pt x="21112" y="19159"/>
                </a:lnTo>
                <a:lnTo>
                  <a:pt x="21600" y="21600"/>
                </a:lnTo>
                <a:lnTo>
                  <a:pt x="17353" y="21578"/>
                </a:lnTo>
                <a:lnTo>
                  <a:pt x="14589" y="21413"/>
                </a:lnTo>
                <a:lnTo>
                  <a:pt x="12718" y="20974"/>
                </a:lnTo>
                <a:lnTo>
                  <a:pt x="11146" y="20117"/>
                </a:lnTo>
                <a:lnTo>
                  <a:pt x="9279" y="18702"/>
                </a:lnTo>
                <a:lnTo>
                  <a:pt x="8450" y="17744"/>
                </a:lnTo>
                <a:lnTo>
                  <a:pt x="5940" y="14850"/>
                </a:lnTo>
                <a:lnTo>
                  <a:pt x="4247" y="12967"/>
                </a:lnTo>
                <a:lnTo>
                  <a:pt x="2532" y="11052"/>
                </a:lnTo>
                <a:lnTo>
                  <a:pt x="1296" y="9115"/>
                </a:lnTo>
                <a:lnTo>
                  <a:pt x="549" y="7571"/>
                </a:lnTo>
                <a:lnTo>
                  <a:pt x="164" y="5890"/>
                </a:lnTo>
                <a:lnTo>
                  <a:pt x="22" y="3546"/>
                </a:lnTo>
                <a:lnTo>
                  <a:pt x="0" y="0"/>
                </a:lnTo>
                <a:close/>
              </a:path>
            </a:pathLst>
          </a:custGeom>
          <a:solidFill>
            <a:srgbClr val="03030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7" name="contour_12805"/>
          <p:cNvSpPr/>
          <p:nvPr/>
        </p:nvSpPr>
        <p:spPr>
          <a:xfrm>
            <a:off x="1431533" y="232486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682" y="2164"/>
                </a:lnTo>
                <a:lnTo>
                  <a:pt x="19748" y="4327"/>
                </a:lnTo>
                <a:lnTo>
                  <a:pt x="18803" y="6487"/>
                </a:lnTo>
                <a:lnTo>
                  <a:pt x="17842" y="8644"/>
                </a:lnTo>
                <a:lnTo>
                  <a:pt x="16875" y="10800"/>
                </a:lnTo>
                <a:lnTo>
                  <a:pt x="16486" y="11693"/>
                </a:lnTo>
                <a:lnTo>
                  <a:pt x="15795" y="13266"/>
                </a:lnTo>
                <a:lnTo>
                  <a:pt x="14218" y="16877"/>
                </a:lnTo>
                <a:lnTo>
                  <a:pt x="13090" y="18436"/>
                </a:lnTo>
                <a:lnTo>
                  <a:pt x="11950" y="2000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EDD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8" name="contour_12806"/>
          <p:cNvSpPr/>
          <p:nvPr/>
        </p:nvSpPr>
        <p:spPr>
          <a:xfrm>
            <a:off x="9397308" y="2303005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06" y="475"/>
                </a:lnTo>
                <a:lnTo>
                  <a:pt x="4061" y="1073"/>
                </a:lnTo>
                <a:lnTo>
                  <a:pt x="5881" y="1793"/>
                </a:lnTo>
                <a:lnTo>
                  <a:pt x="7579" y="2632"/>
                </a:lnTo>
                <a:lnTo>
                  <a:pt x="9172" y="3596"/>
                </a:lnTo>
                <a:lnTo>
                  <a:pt x="10681" y="4687"/>
                </a:lnTo>
                <a:lnTo>
                  <a:pt x="12120" y="5900"/>
                </a:lnTo>
                <a:lnTo>
                  <a:pt x="13503" y="7240"/>
                </a:lnTo>
                <a:lnTo>
                  <a:pt x="14850" y="8708"/>
                </a:lnTo>
                <a:lnTo>
                  <a:pt x="16176" y="10307"/>
                </a:lnTo>
                <a:lnTo>
                  <a:pt x="17499" y="12035"/>
                </a:lnTo>
                <a:lnTo>
                  <a:pt x="18832" y="13889"/>
                </a:lnTo>
                <a:lnTo>
                  <a:pt x="20193" y="15880"/>
                </a:lnTo>
                <a:lnTo>
                  <a:pt x="21600" y="18000"/>
                </a:lnTo>
                <a:lnTo>
                  <a:pt x="19810" y="19148"/>
                </a:lnTo>
                <a:lnTo>
                  <a:pt x="18492" y="19912"/>
                </a:lnTo>
                <a:lnTo>
                  <a:pt x="17261" y="20459"/>
                </a:lnTo>
                <a:lnTo>
                  <a:pt x="15728" y="20963"/>
                </a:lnTo>
                <a:lnTo>
                  <a:pt x="13500" y="21600"/>
                </a:lnTo>
                <a:lnTo>
                  <a:pt x="11907" y="20120"/>
                </a:lnTo>
                <a:lnTo>
                  <a:pt x="10735" y="18976"/>
                </a:lnTo>
                <a:lnTo>
                  <a:pt x="9785" y="17935"/>
                </a:lnTo>
                <a:lnTo>
                  <a:pt x="8853" y="16762"/>
                </a:lnTo>
                <a:lnTo>
                  <a:pt x="7741" y="15210"/>
                </a:lnTo>
                <a:lnTo>
                  <a:pt x="6242" y="13050"/>
                </a:lnTo>
                <a:lnTo>
                  <a:pt x="5062" y="11387"/>
                </a:lnTo>
                <a:lnTo>
                  <a:pt x="3874" y="9713"/>
                </a:lnTo>
                <a:lnTo>
                  <a:pt x="2668" y="8017"/>
                </a:lnTo>
                <a:lnTo>
                  <a:pt x="1126" y="5407"/>
                </a:lnTo>
                <a:lnTo>
                  <a:pt x="332" y="3701"/>
                </a:lnTo>
                <a:lnTo>
                  <a:pt x="41" y="2149"/>
                </a:lnTo>
                <a:lnTo>
                  <a:pt x="0" y="0"/>
                </a:lnTo>
                <a:close/>
              </a:path>
            </a:pathLst>
          </a:custGeom>
          <a:solidFill>
            <a:srgbClr val="7398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09" name="contour_12807"/>
          <p:cNvSpPr/>
          <p:nvPr/>
        </p:nvSpPr>
        <p:spPr>
          <a:xfrm>
            <a:off x="10560347" y="2295717"/>
            <a:ext cx="5405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4" y="0"/>
                </a:moveTo>
                <a:lnTo>
                  <a:pt x="1660" y="1717"/>
                </a:lnTo>
                <a:lnTo>
                  <a:pt x="2114" y="3460"/>
                </a:lnTo>
                <a:lnTo>
                  <a:pt x="3343" y="5645"/>
                </a:lnTo>
                <a:lnTo>
                  <a:pt x="4389" y="6919"/>
                </a:lnTo>
                <a:lnTo>
                  <a:pt x="5827" y="7769"/>
                </a:lnTo>
                <a:lnTo>
                  <a:pt x="8233" y="8690"/>
                </a:lnTo>
                <a:lnTo>
                  <a:pt x="9823" y="8942"/>
                </a:lnTo>
                <a:lnTo>
                  <a:pt x="11422" y="9194"/>
                </a:lnTo>
                <a:lnTo>
                  <a:pt x="13044" y="9450"/>
                </a:lnTo>
                <a:lnTo>
                  <a:pt x="14643" y="9720"/>
                </a:lnTo>
                <a:lnTo>
                  <a:pt x="16250" y="9994"/>
                </a:lnTo>
                <a:lnTo>
                  <a:pt x="17881" y="10267"/>
                </a:lnTo>
                <a:lnTo>
                  <a:pt x="18804" y="10400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9678" y="21132"/>
                </a:lnTo>
                <a:lnTo>
                  <a:pt x="17770" y="20653"/>
                </a:lnTo>
                <a:lnTo>
                  <a:pt x="15880" y="20153"/>
                </a:lnTo>
                <a:lnTo>
                  <a:pt x="14005" y="19624"/>
                </a:lnTo>
                <a:lnTo>
                  <a:pt x="12144" y="19055"/>
                </a:lnTo>
                <a:lnTo>
                  <a:pt x="10298" y="18443"/>
                </a:lnTo>
                <a:lnTo>
                  <a:pt x="8460" y="17777"/>
                </a:lnTo>
                <a:lnTo>
                  <a:pt x="6637" y="17046"/>
                </a:lnTo>
                <a:lnTo>
                  <a:pt x="4820" y="16247"/>
                </a:lnTo>
                <a:lnTo>
                  <a:pt x="3014" y="15368"/>
                </a:lnTo>
                <a:lnTo>
                  <a:pt x="1214" y="14400"/>
                </a:lnTo>
                <a:lnTo>
                  <a:pt x="414" y="11808"/>
                </a:lnTo>
                <a:lnTo>
                  <a:pt x="35" y="9540"/>
                </a:lnTo>
                <a:lnTo>
                  <a:pt x="0" y="7409"/>
                </a:lnTo>
                <a:lnTo>
                  <a:pt x="233" y="5234"/>
                </a:lnTo>
                <a:lnTo>
                  <a:pt x="664" y="2826"/>
                </a:lnTo>
                <a:lnTo>
                  <a:pt x="1214" y="0"/>
                </a:lnTo>
                <a:close/>
              </a:path>
            </a:pathLst>
          </a:custGeom>
          <a:solidFill>
            <a:srgbClr val="8A8B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0" name="contour_12808"/>
          <p:cNvSpPr/>
          <p:nvPr/>
        </p:nvSpPr>
        <p:spPr>
          <a:xfrm>
            <a:off x="4026058" y="2288429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E7C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1" name="contour_12809"/>
          <p:cNvSpPr/>
          <p:nvPr/>
        </p:nvSpPr>
        <p:spPr>
          <a:xfrm>
            <a:off x="738460" y="2273853"/>
            <a:ext cx="4444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7" y="0"/>
                </a:moveTo>
                <a:lnTo>
                  <a:pt x="2982" y="488"/>
                </a:lnTo>
                <a:lnTo>
                  <a:pt x="4853" y="892"/>
                </a:lnTo>
                <a:lnTo>
                  <a:pt x="6468" y="1361"/>
                </a:lnTo>
                <a:lnTo>
                  <a:pt x="8338" y="2043"/>
                </a:lnTo>
                <a:lnTo>
                  <a:pt x="10974" y="3086"/>
                </a:lnTo>
                <a:lnTo>
                  <a:pt x="10974" y="4937"/>
                </a:lnTo>
                <a:lnTo>
                  <a:pt x="10974" y="6789"/>
                </a:lnTo>
                <a:lnTo>
                  <a:pt x="10974" y="8640"/>
                </a:lnTo>
                <a:lnTo>
                  <a:pt x="10974" y="10491"/>
                </a:lnTo>
                <a:lnTo>
                  <a:pt x="10974" y="12343"/>
                </a:lnTo>
                <a:lnTo>
                  <a:pt x="13237" y="13898"/>
                </a:lnTo>
                <a:lnTo>
                  <a:pt x="14909" y="15015"/>
                </a:lnTo>
                <a:lnTo>
                  <a:pt x="16287" y="15864"/>
                </a:lnTo>
                <a:lnTo>
                  <a:pt x="17665" y="16617"/>
                </a:lnTo>
                <a:lnTo>
                  <a:pt x="19337" y="17440"/>
                </a:lnTo>
                <a:lnTo>
                  <a:pt x="21600" y="18514"/>
                </a:lnTo>
                <a:lnTo>
                  <a:pt x="19443" y="18959"/>
                </a:lnTo>
                <a:lnTo>
                  <a:pt x="17286" y="19397"/>
                </a:lnTo>
                <a:lnTo>
                  <a:pt x="15125" y="19826"/>
                </a:lnTo>
                <a:lnTo>
                  <a:pt x="12964" y="20248"/>
                </a:lnTo>
                <a:lnTo>
                  <a:pt x="10556" y="20733"/>
                </a:lnTo>
                <a:lnTo>
                  <a:pt x="8108" y="21227"/>
                </a:lnTo>
                <a:lnTo>
                  <a:pt x="6015" y="21412"/>
                </a:lnTo>
                <a:lnTo>
                  <a:pt x="3889" y="21600"/>
                </a:lnTo>
                <a:lnTo>
                  <a:pt x="1835" y="19749"/>
                </a:lnTo>
                <a:lnTo>
                  <a:pt x="747" y="18357"/>
                </a:lnTo>
                <a:lnTo>
                  <a:pt x="255" y="16728"/>
                </a:lnTo>
                <a:lnTo>
                  <a:pt x="0" y="14163"/>
                </a:lnTo>
                <a:lnTo>
                  <a:pt x="43" y="12479"/>
                </a:lnTo>
                <a:lnTo>
                  <a:pt x="85" y="10785"/>
                </a:lnTo>
                <a:lnTo>
                  <a:pt x="128" y="9066"/>
                </a:lnTo>
                <a:lnTo>
                  <a:pt x="159" y="7372"/>
                </a:lnTo>
                <a:lnTo>
                  <a:pt x="191" y="5668"/>
                </a:lnTo>
                <a:lnTo>
                  <a:pt x="223" y="3940"/>
                </a:lnTo>
                <a:lnTo>
                  <a:pt x="283" y="1984"/>
                </a:lnTo>
                <a:lnTo>
                  <a:pt x="347" y="0"/>
                </a:lnTo>
                <a:close/>
              </a:path>
            </a:pathLst>
          </a:custGeom>
          <a:solidFill>
            <a:srgbClr val="1514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2" name="contour_12810"/>
          <p:cNvSpPr/>
          <p:nvPr/>
        </p:nvSpPr>
        <p:spPr>
          <a:xfrm>
            <a:off x="7495142" y="2295717"/>
            <a:ext cx="43728" cy="30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644"/>
                </a:lnTo>
                <a:lnTo>
                  <a:pt x="8057" y="1288"/>
                </a:lnTo>
                <a:lnTo>
                  <a:pt x="10292" y="1932"/>
                </a:lnTo>
                <a:lnTo>
                  <a:pt x="12532" y="2576"/>
                </a:lnTo>
                <a:lnTo>
                  <a:pt x="14782" y="3225"/>
                </a:lnTo>
                <a:lnTo>
                  <a:pt x="17042" y="3880"/>
                </a:lnTo>
                <a:lnTo>
                  <a:pt x="19314" y="4534"/>
                </a:lnTo>
                <a:lnTo>
                  <a:pt x="21600" y="5194"/>
                </a:lnTo>
                <a:lnTo>
                  <a:pt x="20441" y="8512"/>
                </a:lnTo>
                <a:lnTo>
                  <a:pt x="19534" y="10964"/>
                </a:lnTo>
                <a:lnTo>
                  <a:pt x="18677" y="12984"/>
                </a:lnTo>
                <a:lnTo>
                  <a:pt x="17665" y="15004"/>
                </a:lnTo>
                <a:lnTo>
                  <a:pt x="16308" y="17456"/>
                </a:lnTo>
                <a:lnTo>
                  <a:pt x="14400" y="20774"/>
                </a:lnTo>
                <a:lnTo>
                  <a:pt x="11920" y="21325"/>
                </a:lnTo>
                <a:lnTo>
                  <a:pt x="9562" y="21584"/>
                </a:lnTo>
                <a:lnTo>
                  <a:pt x="7258" y="21600"/>
                </a:lnTo>
                <a:lnTo>
                  <a:pt x="4939" y="21434"/>
                </a:lnTo>
                <a:lnTo>
                  <a:pt x="2542" y="21138"/>
                </a:lnTo>
                <a:lnTo>
                  <a:pt x="0" y="20774"/>
                </a:lnTo>
                <a:lnTo>
                  <a:pt x="594" y="17346"/>
                </a:lnTo>
                <a:lnTo>
                  <a:pt x="1188" y="13914"/>
                </a:lnTo>
                <a:lnTo>
                  <a:pt x="1786" y="10465"/>
                </a:lnTo>
                <a:lnTo>
                  <a:pt x="2387" y="7001"/>
                </a:lnTo>
                <a:lnTo>
                  <a:pt x="2992" y="3516"/>
                </a:lnTo>
                <a:lnTo>
                  <a:pt x="3600" y="0"/>
                </a:lnTo>
                <a:close/>
              </a:path>
            </a:pathLst>
          </a:custGeom>
          <a:solidFill>
            <a:srgbClr val="D0BC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3" name="contour_12811"/>
          <p:cNvSpPr/>
          <p:nvPr/>
        </p:nvSpPr>
        <p:spPr>
          <a:xfrm>
            <a:off x="5622128" y="2288429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32"/>
                </a:lnTo>
                <a:lnTo>
                  <a:pt x="2341" y="446"/>
                </a:lnTo>
                <a:lnTo>
                  <a:pt x="3646" y="699"/>
                </a:lnTo>
                <a:lnTo>
                  <a:pt x="5374" y="1029"/>
                </a:lnTo>
                <a:lnTo>
                  <a:pt x="7780" y="1488"/>
                </a:lnTo>
                <a:lnTo>
                  <a:pt x="11115" y="2129"/>
                </a:lnTo>
                <a:lnTo>
                  <a:pt x="15638" y="2993"/>
                </a:lnTo>
                <a:lnTo>
                  <a:pt x="21600" y="4134"/>
                </a:lnTo>
                <a:lnTo>
                  <a:pt x="20948" y="9066"/>
                </a:lnTo>
                <a:lnTo>
                  <a:pt x="20425" y="12514"/>
                </a:lnTo>
                <a:lnTo>
                  <a:pt x="19920" y="14940"/>
                </a:lnTo>
                <a:lnTo>
                  <a:pt x="19306" y="16805"/>
                </a:lnTo>
                <a:lnTo>
                  <a:pt x="18468" y="18557"/>
                </a:lnTo>
                <a:lnTo>
                  <a:pt x="17280" y="20670"/>
                </a:lnTo>
                <a:lnTo>
                  <a:pt x="14282" y="21302"/>
                </a:lnTo>
                <a:lnTo>
                  <a:pt x="11478" y="21588"/>
                </a:lnTo>
                <a:lnTo>
                  <a:pt x="8761" y="21600"/>
                </a:lnTo>
                <a:lnTo>
                  <a:pt x="6018" y="21402"/>
                </a:lnTo>
                <a:lnTo>
                  <a:pt x="3132" y="21067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C9B5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4" name="contour_12812"/>
          <p:cNvSpPr/>
          <p:nvPr/>
        </p:nvSpPr>
        <p:spPr>
          <a:xfrm>
            <a:off x="4645537" y="2281141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171" y="18031"/>
                </a:lnTo>
                <a:lnTo>
                  <a:pt x="6171" y="14440"/>
                </a:lnTo>
                <a:lnTo>
                  <a:pt x="6171" y="10800"/>
                </a:lnTo>
                <a:lnTo>
                  <a:pt x="4644" y="8127"/>
                </a:lnTo>
                <a:lnTo>
                  <a:pt x="3110" y="5438"/>
                </a:lnTo>
                <a:lnTo>
                  <a:pt x="1564" y="2738"/>
                </a:lnTo>
                <a:lnTo>
                  <a:pt x="0" y="0"/>
                </a:lnTo>
                <a:close/>
              </a:path>
            </a:pathLst>
          </a:custGeom>
          <a:solidFill>
            <a:srgbClr val="507C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5" name="contour_12813"/>
          <p:cNvSpPr/>
          <p:nvPr/>
        </p:nvSpPr>
        <p:spPr>
          <a:xfrm>
            <a:off x="1001542" y="2273853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2247" y="1710"/>
                </a:lnTo>
                <a:lnTo>
                  <a:pt x="12497" y="3431"/>
                </a:lnTo>
                <a:lnTo>
                  <a:pt x="12749" y="5177"/>
                </a:lnTo>
                <a:lnTo>
                  <a:pt x="13294" y="7034"/>
                </a:lnTo>
                <a:lnTo>
                  <a:pt x="13843" y="8903"/>
                </a:lnTo>
                <a:lnTo>
                  <a:pt x="14400" y="10800"/>
                </a:lnTo>
                <a:lnTo>
                  <a:pt x="15830" y="11563"/>
                </a:lnTo>
                <a:lnTo>
                  <a:pt x="17266" y="12305"/>
                </a:lnTo>
                <a:lnTo>
                  <a:pt x="18706" y="13025"/>
                </a:lnTo>
                <a:lnTo>
                  <a:pt x="20150" y="13723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20016" y="21600"/>
                </a:lnTo>
                <a:lnTo>
                  <a:pt x="18430" y="21600"/>
                </a:lnTo>
                <a:lnTo>
                  <a:pt x="16836" y="21600"/>
                </a:lnTo>
                <a:lnTo>
                  <a:pt x="15235" y="21600"/>
                </a:lnTo>
                <a:lnTo>
                  <a:pt x="13625" y="21600"/>
                </a:lnTo>
                <a:lnTo>
                  <a:pt x="12000" y="21600"/>
                </a:lnTo>
                <a:lnTo>
                  <a:pt x="12000" y="19220"/>
                </a:lnTo>
                <a:lnTo>
                  <a:pt x="12000" y="16826"/>
                </a:lnTo>
                <a:lnTo>
                  <a:pt x="12000" y="14400"/>
                </a:lnTo>
                <a:lnTo>
                  <a:pt x="10303" y="14400"/>
                </a:lnTo>
                <a:lnTo>
                  <a:pt x="8604" y="14400"/>
                </a:lnTo>
                <a:lnTo>
                  <a:pt x="6900" y="14400"/>
                </a:lnTo>
                <a:lnTo>
                  <a:pt x="5189" y="14400"/>
                </a:lnTo>
                <a:lnTo>
                  <a:pt x="3470" y="14400"/>
                </a:lnTo>
                <a:lnTo>
                  <a:pt x="1742" y="14400"/>
                </a:lnTo>
                <a:lnTo>
                  <a:pt x="0" y="14400"/>
                </a:lnTo>
                <a:lnTo>
                  <a:pt x="0" y="12614"/>
                </a:lnTo>
                <a:lnTo>
                  <a:pt x="0" y="10800"/>
                </a:lnTo>
                <a:lnTo>
                  <a:pt x="1697" y="10800"/>
                </a:lnTo>
                <a:lnTo>
                  <a:pt x="3396" y="10800"/>
                </a:lnTo>
                <a:lnTo>
                  <a:pt x="5100" y="10800"/>
                </a:lnTo>
                <a:lnTo>
                  <a:pt x="6811" y="10800"/>
                </a:lnTo>
                <a:lnTo>
                  <a:pt x="8530" y="10800"/>
                </a:lnTo>
                <a:lnTo>
                  <a:pt x="10258" y="10800"/>
                </a:lnTo>
                <a:lnTo>
                  <a:pt x="12000" y="10800"/>
                </a:lnTo>
                <a:lnTo>
                  <a:pt x="12000" y="8662"/>
                </a:lnTo>
                <a:lnTo>
                  <a:pt x="12000" y="6516"/>
                </a:lnTo>
                <a:lnTo>
                  <a:pt x="12000" y="4363"/>
                </a:lnTo>
                <a:lnTo>
                  <a:pt x="12000" y="2192"/>
                </a:lnTo>
                <a:lnTo>
                  <a:pt x="12000" y="0"/>
                </a:lnTo>
                <a:close/>
              </a:path>
            </a:pathLst>
          </a:custGeom>
          <a:solidFill>
            <a:srgbClr val="605E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6" name="contour_12814"/>
          <p:cNvSpPr/>
          <p:nvPr/>
        </p:nvSpPr>
        <p:spPr>
          <a:xfrm>
            <a:off x="935950" y="2272206"/>
            <a:ext cx="65592" cy="30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55"/>
                </a:moveTo>
                <a:lnTo>
                  <a:pt x="1702" y="818"/>
                </a:lnTo>
                <a:lnTo>
                  <a:pt x="3391" y="521"/>
                </a:lnTo>
                <a:lnTo>
                  <a:pt x="5069" y="281"/>
                </a:lnTo>
                <a:lnTo>
                  <a:pt x="6742" y="102"/>
                </a:lnTo>
                <a:lnTo>
                  <a:pt x="8410" y="5"/>
                </a:lnTo>
                <a:lnTo>
                  <a:pt x="10078" y="0"/>
                </a:lnTo>
                <a:lnTo>
                  <a:pt x="11748" y="97"/>
                </a:lnTo>
                <a:lnTo>
                  <a:pt x="13423" y="317"/>
                </a:lnTo>
                <a:lnTo>
                  <a:pt x="15106" y="664"/>
                </a:lnTo>
                <a:lnTo>
                  <a:pt x="16800" y="1155"/>
                </a:lnTo>
                <a:lnTo>
                  <a:pt x="17993" y="3864"/>
                </a:lnTo>
                <a:lnTo>
                  <a:pt x="18912" y="6455"/>
                </a:lnTo>
                <a:lnTo>
                  <a:pt x="19625" y="9042"/>
                </a:lnTo>
                <a:lnTo>
                  <a:pt x="20189" y="11730"/>
                </a:lnTo>
                <a:lnTo>
                  <a:pt x="20664" y="14649"/>
                </a:lnTo>
                <a:lnTo>
                  <a:pt x="21115" y="17899"/>
                </a:lnTo>
                <a:lnTo>
                  <a:pt x="21600" y="21600"/>
                </a:lnTo>
                <a:lnTo>
                  <a:pt x="19903" y="21600"/>
                </a:lnTo>
                <a:lnTo>
                  <a:pt x="18204" y="21600"/>
                </a:lnTo>
                <a:lnTo>
                  <a:pt x="16500" y="21600"/>
                </a:lnTo>
                <a:lnTo>
                  <a:pt x="14789" y="21600"/>
                </a:lnTo>
                <a:lnTo>
                  <a:pt x="13070" y="21600"/>
                </a:lnTo>
                <a:lnTo>
                  <a:pt x="11342" y="21600"/>
                </a:lnTo>
                <a:lnTo>
                  <a:pt x="9600" y="21600"/>
                </a:lnTo>
                <a:lnTo>
                  <a:pt x="10195" y="19070"/>
                </a:lnTo>
                <a:lnTo>
                  <a:pt x="10790" y="16525"/>
                </a:lnTo>
                <a:lnTo>
                  <a:pt x="11393" y="13969"/>
                </a:lnTo>
                <a:lnTo>
                  <a:pt x="12000" y="11378"/>
                </a:lnTo>
                <a:lnTo>
                  <a:pt x="10303" y="11378"/>
                </a:lnTo>
                <a:lnTo>
                  <a:pt x="8604" y="11378"/>
                </a:lnTo>
                <a:lnTo>
                  <a:pt x="6900" y="11378"/>
                </a:lnTo>
                <a:lnTo>
                  <a:pt x="5189" y="11378"/>
                </a:lnTo>
                <a:lnTo>
                  <a:pt x="3470" y="11378"/>
                </a:lnTo>
                <a:lnTo>
                  <a:pt x="1742" y="11378"/>
                </a:lnTo>
                <a:lnTo>
                  <a:pt x="0" y="11378"/>
                </a:lnTo>
                <a:lnTo>
                  <a:pt x="0" y="7999"/>
                </a:lnTo>
                <a:lnTo>
                  <a:pt x="0" y="4600"/>
                </a:lnTo>
                <a:lnTo>
                  <a:pt x="0" y="1155"/>
                </a:lnTo>
                <a:close/>
              </a:path>
            </a:pathLst>
          </a:custGeom>
          <a:solidFill>
            <a:srgbClr val="1B19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7" name="contour_12815"/>
          <p:cNvSpPr/>
          <p:nvPr/>
        </p:nvSpPr>
        <p:spPr>
          <a:xfrm>
            <a:off x="8602917" y="2266565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1337"/>
                </a:lnTo>
                <a:lnTo>
                  <a:pt x="2678" y="2681"/>
                </a:lnTo>
                <a:lnTo>
                  <a:pt x="4034" y="4031"/>
                </a:lnTo>
                <a:lnTo>
                  <a:pt x="5400" y="5400"/>
                </a:lnTo>
                <a:lnTo>
                  <a:pt x="9580" y="5562"/>
                </a:lnTo>
                <a:lnTo>
                  <a:pt x="12512" y="5643"/>
                </a:lnTo>
                <a:lnTo>
                  <a:pt x="14974" y="5643"/>
                </a:lnTo>
                <a:lnTo>
                  <a:pt x="17744" y="5562"/>
                </a:lnTo>
                <a:lnTo>
                  <a:pt x="21600" y="5400"/>
                </a:lnTo>
                <a:lnTo>
                  <a:pt x="21600" y="7182"/>
                </a:lnTo>
                <a:lnTo>
                  <a:pt x="21600" y="8967"/>
                </a:lnTo>
                <a:lnTo>
                  <a:pt x="21600" y="10760"/>
                </a:lnTo>
                <a:lnTo>
                  <a:pt x="21600" y="12560"/>
                </a:lnTo>
                <a:lnTo>
                  <a:pt x="21600" y="14372"/>
                </a:lnTo>
                <a:lnTo>
                  <a:pt x="21600" y="16200"/>
                </a:lnTo>
                <a:lnTo>
                  <a:pt x="18031" y="16200"/>
                </a:lnTo>
                <a:lnTo>
                  <a:pt x="14440" y="16200"/>
                </a:lnTo>
                <a:lnTo>
                  <a:pt x="10800" y="16200"/>
                </a:lnTo>
                <a:lnTo>
                  <a:pt x="9461" y="17537"/>
                </a:lnTo>
                <a:lnTo>
                  <a:pt x="8122" y="18881"/>
                </a:lnTo>
                <a:lnTo>
                  <a:pt x="6766" y="20231"/>
                </a:lnTo>
                <a:lnTo>
                  <a:pt x="5400" y="21600"/>
                </a:lnTo>
                <a:lnTo>
                  <a:pt x="4952" y="19818"/>
                </a:lnTo>
                <a:lnTo>
                  <a:pt x="4509" y="18036"/>
                </a:lnTo>
                <a:lnTo>
                  <a:pt x="4061" y="16251"/>
                </a:lnTo>
                <a:lnTo>
                  <a:pt x="3618" y="14464"/>
                </a:lnTo>
                <a:lnTo>
                  <a:pt x="3170" y="12674"/>
                </a:lnTo>
                <a:lnTo>
                  <a:pt x="2722" y="10881"/>
                </a:lnTo>
                <a:lnTo>
                  <a:pt x="2273" y="9083"/>
                </a:lnTo>
                <a:lnTo>
                  <a:pt x="1820" y="7279"/>
                </a:lnTo>
                <a:lnTo>
                  <a:pt x="1366" y="5470"/>
                </a:lnTo>
                <a:lnTo>
                  <a:pt x="913" y="3656"/>
                </a:lnTo>
                <a:lnTo>
                  <a:pt x="459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D0E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8" name="contour_12816"/>
          <p:cNvSpPr/>
          <p:nvPr/>
        </p:nvSpPr>
        <p:spPr>
          <a:xfrm>
            <a:off x="7976149" y="225198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9192" y="2261"/>
                </a:lnTo>
                <a:lnTo>
                  <a:pt x="20095" y="4572"/>
                </a:lnTo>
                <a:lnTo>
                  <a:pt x="20747" y="6934"/>
                </a:lnTo>
                <a:lnTo>
                  <a:pt x="21190" y="9356"/>
                </a:lnTo>
                <a:lnTo>
                  <a:pt x="21460" y="11840"/>
                </a:lnTo>
                <a:lnTo>
                  <a:pt x="21600" y="14400"/>
                </a:lnTo>
                <a:lnTo>
                  <a:pt x="20095" y="17168"/>
                </a:lnTo>
                <a:lnTo>
                  <a:pt x="18842" y="18842"/>
                </a:lnTo>
                <a:lnTo>
                  <a:pt x="17168" y="20095"/>
                </a:lnTo>
                <a:lnTo>
                  <a:pt x="14400" y="21600"/>
                </a:lnTo>
                <a:lnTo>
                  <a:pt x="11840" y="21460"/>
                </a:lnTo>
                <a:lnTo>
                  <a:pt x="9356" y="21190"/>
                </a:lnTo>
                <a:lnTo>
                  <a:pt x="6934" y="20747"/>
                </a:lnTo>
                <a:lnTo>
                  <a:pt x="4572" y="20095"/>
                </a:lnTo>
                <a:lnTo>
                  <a:pt x="2261" y="19192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2380" y="10800"/>
                </a:lnTo>
                <a:lnTo>
                  <a:pt x="4774" y="10800"/>
                </a:lnTo>
                <a:lnTo>
                  <a:pt x="7200" y="10800"/>
                </a:lnTo>
                <a:lnTo>
                  <a:pt x="7794" y="9014"/>
                </a:lnTo>
                <a:lnTo>
                  <a:pt x="8392" y="7222"/>
                </a:lnTo>
                <a:lnTo>
                  <a:pt x="9000" y="5400"/>
                </a:lnTo>
                <a:lnTo>
                  <a:pt x="9594" y="3614"/>
                </a:lnTo>
                <a:lnTo>
                  <a:pt x="10192" y="1822"/>
                </a:lnTo>
                <a:lnTo>
                  <a:pt x="10800" y="0"/>
                </a:lnTo>
                <a:close/>
              </a:path>
            </a:pathLst>
          </a:custGeom>
          <a:solidFill>
            <a:srgbClr val="979B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19" name="contour_12817"/>
          <p:cNvSpPr/>
          <p:nvPr/>
        </p:nvSpPr>
        <p:spPr>
          <a:xfrm>
            <a:off x="3056755" y="2266485"/>
            <a:ext cx="65592" cy="22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6"/>
                </a:moveTo>
                <a:lnTo>
                  <a:pt x="21600" y="4663"/>
                </a:lnTo>
                <a:lnTo>
                  <a:pt x="21600" y="9277"/>
                </a:lnTo>
                <a:lnTo>
                  <a:pt x="21600" y="13954"/>
                </a:lnTo>
                <a:lnTo>
                  <a:pt x="20244" y="16667"/>
                </a:lnTo>
                <a:lnTo>
                  <a:pt x="18847" y="18672"/>
                </a:lnTo>
                <a:lnTo>
                  <a:pt x="17414" y="20060"/>
                </a:lnTo>
                <a:lnTo>
                  <a:pt x="15943" y="20948"/>
                </a:lnTo>
                <a:lnTo>
                  <a:pt x="14438" y="21427"/>
                </a:lnTo>
                <a:lnTo>
                  <a:pt x="12900" y="21600"/>
                </a:lnTo>
                <a:lnTo>
                  <a:pt x="11330" y="21572"/>
                </a:lnTo>
                <a:lnTo>
                  <a:pt x="9730" y="21447"/>
                </a:lnTo>
                <a:lnTo>
                  <a:pt x="8100" y="21322"/>
                </a:lnTo>
                <a:lnTo>
                  <a:pt x="6583" y="21260"/>
                </a:lnTo>
                <a:lnTo>
                  <a:pt x="5054" y="21198"/>
                </a:lnTo>
                <a:lnTo>
                  <a:pt x="3506" y="21135"/>
                </a:lnTo>
                <a:lnTo>
                  <a:pt x="2347" y="21059"/>
                </a:lnTo>
                <a:lnTo>
                  <a:pt x="1183" y="20976"/>
                </a:lnTo>
                <a:lnTo>
                  <a:pt x="0" y="20892"/>
                </a:lnTo>
                <a:lnTo>
                  <a:pt x="0" y="16306"/>
                </a:lnTo>
                <a:lnTo>
                  <a:pt x="0" y="11692"/>
                </a:lnTo>
                <a:lnTo>
                  <a:pt x="0" y="7015"/>
                </a:lnTo>
                <a:lnTo>
                  <a:pt x="1687" y="6134"/>
                </a:lnTo>
                <a:lnTo>
                  <a:pt x="3374" y="5266"/>
                </a:lnTo>
                <a:lnTo>
                  <a:pt x="5062" y="4399"/>
                </a:lnTo>
                <a:lnTo>
                  <a:pt x="6749" y="3546"/>
                </a:lnTo>
                <a:lnTo>
                  <a:pt x="8004" y="2900"/>
                </a:lnTo>
                <a:lnTo>
                  <a:pt x="9269" y="2248"/>
                </a:lnTo>
                <a:lnTo>
                  <a:pt x="10548" y="1596"/>
                </a:lnTo>
                <a:lnTo>
                  <a:pt x="12139" y="1034"/>
                </a:lnTo>
                <a:lnTo>
                  <a:pt x="13716" y="604"/>
                </a:lnTo>
                <a:lnTo>
                  <a:pt x="15281" y="291"/>
                </a:lnTo>
                <a:lnTo>
                  <a:pt x="16846" y="97"/>
                </a:lnTo>
                <a:lnTo>
                  <a:pt x="18415" y="7"/>
                </a:lnTo>
                <a:lnTo>
                  <a:pt x="19997" y="0"/>
                </a:lnTo>
                <a:lnTo>
                  <a:pt x="21600" y="76"/>
                </a:lnTo>
                <a:close/>
              </a:path>
            </a:pathLst>
          </a:custGeom>
          <a:solidFill>
            <a:srgbClr val="FC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0" name="contour_12818"/>
          <p:cNvSpPr/>
          <p:nvPr/>
        </p:nvSpPr>
        <p:spPr>
          <a:xfrm>
            <a:off x="10250003" y="225198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015"/>
                </a:lnTo>
                <a:lnTo>
                  <a:pt x="8506" y="1782"/>
                </a:lnTo>
                <a:lnTo>
                  <a:pt x="11007" y="2457"/>
                </a:lnTo>
                <a:lnTo>
                  <a:pt x="12986" y="3186"/>
                </a:lnTo>
                <a:lnTo>
                  <a:pt x="14917" y="4115"/>
                </a:lnTo>
                <a:lnTo>
                  <a:pt x="17280" y="5400"/>
                </a:lnTo>
                <a:lnTo>
                  <a:pt x="18870" y="9580"/>
                </a:lnTo>
                <a:lnTo>
                  <a:pt x="19889" y="12512"/>
                </a:lnTo>
                <a:lnTo>
                  <a:pt x="20546" y="14974"/>
                </a:lnTo>
                <a:lnTo>
                  <a:pt x="21047" y="177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0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1" name="contour_12819"/>
          <p:cNvSpPr/>
          <p:nvPr/>
        </p:nvSpPr>
        <p:spPr>
          <a:xfrm>
            <a:off x="3734538" y="225927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30" y="467"/>
                </a:lnTo>
                <a:lnTo>
                  <a:pt x="20066" y="1076"/>
                </a:lnTo>
                <a:lnTo>
                  <a:pt x="18425" y="2225"/>
                </a:lnTo>
                <a:lnTo>
                  <a:pt x="15429" y="4320"/>
                </a:lnTo>
                <a:lnTo>
                  <a:pt x="15429" y="7176"/>
                </a:lnTo>
                <a:lnTo>
                  <a:pt x="15429" y="10048"/>
                </a:lnTo>
                <a:lnTo>
                  <a:pt x="15429" y="12960"/>
                </a:lnTo>
                <a:lnTo>
                  <a:pt x="13389" y="12960"/>
                </a:lnTo>
                <a:lnTo>
                  <a:pt x="11337" y="12960"/>
                </a:lnTo>
                <a:lnTo>
                  <a:pt x="9257" y="12960"/>
                </a:lnTo>
                <a:lnTo>
                  <a:pt x="9257" y="15816"/>
                </a:lnTo>
                <a:lnTo>
                  <a:pt x="9257" y="18688"/>
                </a:lnTo>
                <a:lnTo>
                  <a:pt x="9257" y="21600"/>
                </a:lnTo>
                <a:lnTo>
                  <a:pt x="7532" y="20926"/>
                </a:lnTo>
                <a:lnTo>
                  <a:pt x="6316" y="20252"/>
                </a:lnTo>
                <a:lnTo>
                  <a:pt x="5027" y="19172"/>
                </a:lnTo>
                <a:lnTo>
                  <a:pt x="3086" y="17280"/>
                </a:lnTo>
                <a:lnTo>
                  <a:pt x="2388" y="14429"/>
                </a:lnTo>
                <a:lnTo>
                  <a:pt x="1796" y="11595"/>
                </a:lnTo>
                <a:lnTo>
                  <a:pt x="1287" y="8757"/>
                </a:lnTo>
                <a:lnTo>
                  <a:pt x="833" y="5888"/>
                </a:lnTo>
                <a:lnTo>
                  <a:pt x="413" y="2976"/>
                </a:lnTo>
                <a:lnTo>
                  <a:pt x="0" y="0"/>
                </a:lnTo>
                <a:close/>
              </a:path>
            </a:pathLst>
          </a:custGeom>
          <a:solidFill>
            <a:srgbClr val="BEA8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2" name="contour_12820"/>
          <p:cNvSpPr/>
          <p:nvPr/>
        </p:nvSpPr>
        <p:spPr>
          <a:xfrm>
            <a:off x="9863739" y="225198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25" y="1651"/>
                </a:lnTo>
                <a:lnTo>
                  <a:pt x="16520" y="2913"/>
                </a:lnTo>
                <a:lnTo>
                  <a:pt x="17686" y="4048"/>
                </a:lnTo>
                <a:lnTo>
                  <a:pt x="18762" y="5314"/>
                </a:lnTo>
                <a:lnTo>
                  <a:pt x="19984" y="6964"/>
                </a:lnTo>
                <a:lnTo>
                  <a:pt x="21600" y="9257"/>
                </a:lnTo>
                <a:lnTo>
                  <a:pt x="20732" y="11176"/>
                </a:lnTo>
                <a:lnTo>
                  <a:pt x="19721" y="13016"/>
                </a:lnTo>
                <a:lnTo>
                  <a:pt x="18580" y="14793"/>
                </a:lnTo>
                <a:lnTo>
                  <a:pt x="17319" y="16521"/>
                </a:lnTo>
                <a:lnTo>
                  <a:pt x="15954" y="18221"/>
                </a:lnTo>
                <a:lnTo>
                  <a:pt x="14498" y="19909"/>
                </a:lnTo>
                <a:lnTo>
                  <a:pt x="12960" y="21600"/>
                </a:lnTo>
                <a:lnTo>
                  <a:pt x="10822" y="20582"/>
                </a:lnTo>
                <a:lnTo>
                  <a:pt x="8679" y="19560"/>
                </a:lnTo>
                <a:lnTo>
                  <a:pt x="6528" y="18536"/>
                </a:lnTo>
                <a:lnTo>
                  <a:pt x="4368" y="17508"/>
                </a:lnTo>
                <a:lnTo>
                  <a:pt x="2195" y="16472"/>
                </a:lnTo>
                <a:lnTo>
                  <a:pt x="0" y="15429"/>
                </a:lnTo>
                <a:lnTo>
                  <a:pt x="1426" y="13731"/>
                </a:lnTo>
                <a:lnTo>
                  <a:pt x="2851" y="12031"/>
                </a:lnTo>
                <a:lnTo>
                  <a:pt x="4281" y="10331"/>
                </a:lnTo>
                <a:lnTo>
                  <a:pt x="5715" y="8628"/>
                </a:lnTo>
                <a:lnTo>
                  <a:pt x="7150" y="6915"/>
                </a:lnTo>
                <a:lnTo>
                  <a:pt x="8592" y="5199"/>
                </a:lnTo>
                <a:lnTo>
                  <a:pt x="10040" y="3475"/>
                </a:lnTo>
                <a:lnTo>
                  <a:pt x="11496" y="1743"/>
                </a:lnTo>
                <a:lnTo>
                  <a:pt x="12960" y="0"/>
                </a:lnTo>
                <a:close/>
              </a:path>
            </a:pathLst>
          </a:custGeom>
          <a:solidFill>
            <a:srgbClr val="DE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3" name="contour_12821"/>
          <p:cNvSpPr/>
          <p:nvPr/>
        </p:nvSpPr>
        <p:spPr>
          <a:xfrm>
            <a:off x="9993990" y="2223413"/>
            <a:ext cx="37373" cy="371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00"/>
                </a:moveTo>
                <a:lnTo>
                  <a:pt x="20614" y="6466"/>
                </a:lnTo>
                <a:lnTo>
                  <a:pt x="19595" y="8981"/>
                </a:lnTo>
                <a:lnTo>
                  <a:pt x="18517" y="11450"/>
                </a:lnTo>
                <a:lnTo>
                  <a:pt x="17363" y="13868"/>
                </a:lnTo>
                <a:lnTo>
                  <a:pt x="16099" y="16239"/>
                </a:lnTo>
                <a:lnTo>
                  <a:pt x="14713" y="18564"/>
                </a:lnTo>
                <a:lnTo>
                  <a:pt x="13176" y="20838"/>
                </a:lnTo>
                <a:lnTo>
                  <a:pt x="9789" y="21346"/>
                </a:lnTo>
                <a:lnTo>
                  <a:pt x="7439" y="21600"/>
                </a:lnTo>
                <a:lnTo>
                  <a:pt x="5518" y="21600"/>
                </a:lnTo>
                <a:lnTo>
                  <a:pt x="3420" y="21346"/>
                </a:lnTo>
                <a:lnTo>
                  <a:pt x="539" y="20838"/>
                </a:lnTo>
                <a:lnTo>
                  <a:pt x="240" y="16091"/>
                </a:lnTo>
                <a:lnTo>
                  <a:pt x="59" y="12742"/>
                </a:lnTo>
                <a:lnTo>
                  <a:pt x="0" y="10315"/>
                </a:lnTo>
                <a:lnTo>
                  <a:pt x="59" y="8350"/>
                </a:lnTo>
                <a:lnTo>
                  <a:pt x="240" y="6369"/>
                </a:lnTo>
                <a:lnTo>
                  <a:pt x="539" y="3900"/>
                </a:lnTo>
                <a:lnTo>
                  <a:pt x="3416" y="1584"/>
                </a:lnTo>
                <a:lnTo>
                  <a:pt x="6268" y="347"/>
                </a:lnTo>
                <a:lnTo>
                  <a:pt x="9136" y="0"/>
                </a:lnTo>
                <a:lnTo>
                  <a:pt x="12064" y="368"/>
                </a:lnTo>
                <a:lnTo>
                  <a:pt x="15092" y="1262"/>
                </a:lnTo>
                <a:lnTo>
                  <a:pt x="18256" y="2503"/>
                </a:lnTo>
                <a:lnTo>
                  <a:pt x="21600" y="3900"/>
                </a:lnTo>
                <a:close/>
              </a:path>
            </a:pathLst>
          </a:custGeom>
          <a:solidFill>
            <a:srgbClr val="EA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4" name="contour_12822"/>
          <p:cNvSpPr/>
          <p:nvPr/>
        </p:nvSpPr>
        <p:spPr>
          <a:xfrm>
            <a:off x="5702296" y="2208261"/>
            <a:ext cx="4372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8" y="797"/>
                </a:lnTo>
                <a:lnTo>
                  <a:pt x="4579" y="1415"/>
                </a:lnTo>
                <a:lnTo>
                  <a:pt x="6221" y="2059"/>
                </a:lnTo>
                <a:lnTo>
                  <a:pt x="8122" y="2932"/>
                </a:lnTo>
                <a:lnTo>
                  <a:pt x="10800" y="4237"/>
                </a:lnTo>
                <a:lnTo>
                  <a:pt x="10800" y="7038"/>
                </a:lnTo>
                <a:lnTo>
                  <a:pt x="10800" y="9855"/>
                </a:lnTo>
                <a:lnTo>
                  <a:pt x="10800" y="12711"/>
                </a:lnTo>
                <a:lnTo>
                  <a:pt x="13478" y="14016"/>
                </a:lnTo>
                <a:lnTo>
                  <a:pt x="15379" y="14889"/>
                </a:lnTo>
                <a:lnTo>
                  <a:pt x="17021" y="15533"/>
                </a:lnTo>
                <a:lnTo>
                  <a:pt x="18922" y="16151"/>
                </a:lnTo>
                <a:lnTo>
                  <a:pt x="21600" y="16948"/>
                </a:lnTo>
                <a:lnTo>
                  <a:pt x="19451" y="19405"/>
                </a:lnTo>
                <a:lnTo>
                  <a:pt x="17914" y="20706"/>
                </a:lnTo>
                <a:lnTo>
                  <a:pt x="16247" y="21295"/>
                </a:lnTo>
                <a:lnTo>
                  <a:pt x="13712" y="21600"/>
                </a:lnTo>
                <a:lnTo>
                  <a:pt x="11261" y="21524"/>
                </a:lnTo>
                <a:lnTo>
                  <a:pt x="8777" y="21447"/>
                </a:lnTo>
                <a:lnTo>
                  <a:pt x="7823" y="21418"/>
                </a:lnTo>
                <a:lnTo>
                  <a:pt x="6592" y="21384"/>
                </a:lnTo>
                <a:lnTo>
                  <a:pt x="4259" y="21312"/>
                </a:lnTo>
                <a:lnTo>
                  <a:pt x="0" y="21185"/>
                </a:lnTo>
                <a:lnTo>
                  <a:pt x="0" y="18189"/>
                </a:lnTo>
                <a:lnTo>
                  <a:pt x="0" y="15189"/>
                </a:lnTo>
                <a:lnTo>
                  <a:pt x="0" y="12181"/>
                </a:lnTo>
                <a:lnTo>
                  <a:pt x="0" y="9160"/>
                </a:lnTo>
                <a:lnTo>
                  <a:pt x="0" y="6127"/>
                </a:lnTo>
                <a:lnTo>
                  <a:pt x="0" y="3076"/>
                </a:lnTo>
                <a:lnTo>
                  <a:pt x="0" y="0"/>
                </a:lnTo>
                <a:close/>
              </a:path>
            </a:pathLst>
          </a:custGeom>
          <a:solidFill>
            <a:srgbClr val="BDBF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5" name="contour_12823"/>
          <p:cNvSpPr/>
          <p:nvPr/>
        </p:nvSpPr>
        <p:spPr>
          <a:xfrm>
            <a:off x="10388475" y="2197723"/>
            <a:ext cx="72880" cy="324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2167"/>
                </a:moveTo>
                <a:lnTo>
                  <a:pt x="3683" y="1321"/>
                </a:lnTo>
                <a:lnTo>
                  <a:pt x="5195" y="695"/>
                </a:lnTo>
                <a:lnTo>
                  <a:pt x="6700" y="272"/>
                </a:lnTo>
                <a:lnTo>
                  <a:pt x="8204" y="44"/>
                </a:lnTo>
                <a:lnTo>
                  <a:pt x="9703" y="0"/>
                </a:lnTo>
                <a:lnTo>
                  <a:pt x="11204" y="131"/>
                </a:lnTo>
                <a:lnTo>
                  <a:pt x="12712" y="423"/>
                </a:lnTo>
                <a:lnTo>
                  <a:pt x="14224" y="865"/>
                </a:lnTo>
                <a:lnTo>
                  <a:pt x="15746" y="1453"/>
                </a:lnTo>
                <a:lnTo>
                  <a:pt x="17280" y="2167"/>
                </a:lnTo>
                <a:lnTo>
                  <a:pt x="18293" y="4649"/>
                </a:lnTo>
                <a:lnTo>
                  <a:pt x="19131" y="7161"/>
                </a:lnTo>
                <a:lnTo>
                  <a:pt x="19822" y="9746"/>
                </a:lnTo>
                <a:lnTo>
                  <a:pt x="20388" y="12442"/>
                </a:lnTo>
                <a:lnTo>
                  <a:pt x="20857" y="15284"/>
                </a:lnTo>
                <a:lnTo>
                  <a:pt x="21252" y="18326"/>
                </a:lnTo>
                <a:lnTo>
                  <a:pt x="21600" y="21600"/>
                </a:lnTo>
                <a:lnTo>
                  <a:pt x="20352" y="20094"/>
                </a:lnTo>
                <a:lnTo>
                  <a:pt x="19094" y="18578"/>
                </a:lnTo>
                <a:lnTo>
                  <a:pt x="17820" y="17043"/>
                </a:lnTo>
                <a:lnTo>
                  <a:pt x="16496" y="15605"/>
                </a:lnTo>
                <a:lnTo>
                  <a:pt x="15178" y="14298"/>
                </a:lnTo>
                <a:lnTo>
                  <a:pt x="13865" y="13108"/>
                </a:lnTo>
                <a:lnTo>
                  <a:pt x="12547" y="12019"/>
                </a:lnTo>
                <a:lnTo>
                  <a:pt x="11223" y="11028"/>
                </a:lnTo>
                <a:lnTo>
                  <a:pt x="9886" y="10115"/>
                </a:lnTo>
                <a:lnTo>
                  <a:pt x="8532" y="9270"/>
                </a:lnTo>
                <a:lnTo>
                  <a:pt x="7158" y="8483"/>
                </a:lnTo>
                <a:lnTo>
                  <a:pt x="5754" y="7734"/>
                </a:lnTo>
                <a:lnTo>
                  <a:pt x="4320" y="7025"/>
                </a:lnTo>
                <a:lnTo>
                  <a:pt x="4320" y="10236"/>
                </a:lnTo>
                <a:lnTo>
                  <a:pt x="4320" y="13467"/>
                </a:lnTo>
                <a:lnTo>
                  <a:pt x="4320" y="16742"/>
                </a:lnTo>
                <a:lnTo>
                  <a:pt x="2892" y="16742"/>
                </a:lnTo>
                <a:lnTo>
                  <a:pt x="1456" y="16742"/>
                </a:lnTo>
                <a:lnTo>
                  <a:pt x="0" y="16742"/>
                </a:lnTo>
                <a:lnTo>
                  <a:pt x="313" y="13190"/>
                </a:lnTo>
                <a:lnTo>
                  <a:pt x="581" y="10654"/>
                </a:lnTo>
                <a:lnTo>
                  <a:pt x="909" y="8439"/>
                </a:lnTo>
                <a:lnTo>
                  <a:pt x="1402" y="5845"/>
                </a:lnTo>
                <a:lnTo>
                  <a:pt x="2160" y="2167"/>
                </a:lnTo>
                <a:close/>
              </a:path>
            </a:pathLst>
          </a:custGeom>
          <a:solidFill>
            <a:srgbClr val="5E61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6" name="contour_12824"/>
          <p:cNvSpPr/>
          <p:nvPr/>
        </p:nvSpPr>
        <p:spPr>
          <a:xfrm>
            <a:off x="4091650" y="2193685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611"/>
                </a:lnTo>
                <a:lnTo>
                  <a:pt x="9461" y="1225"/>
                </a:lnTo>
                <a:lnTo>
                  <a:pt x="12044" y="1839"/>
                </a:lnTo>
                <a:lnTo>
                  <a:pt x="14649" y="2459"/>
                </a:lnTo>
                <a:lnTo>
                  <a:pt x="17280" y="3086"/>
                </a:lnTo>
                <a:lnTo>
                  <a:pt x="16662" y="4372"/>
                </a:lnTo>
                <a:lnTo>
                  <a:pt x="16032" y="5678"/>
                </a:lnTo>
                <a:lnTo>
                  <a:pt x="15310" y="7359"/>
                </a:lnTo>
                <a:lnTo>
                  <a:pt x="14580" y="9066"/>
                </a:lnTo>
                <a:lnTo>
                  <a:pt x="13828" y="10732"/>
                </a:lnTo>
                <a:lnTo>
                  <a:pt x="13059" y="12426"/>
                </a:lnTo>
                <a:lnTo>
                  <a:pt x="13038" y="13173"/>
                </a:lnTo>
                <a:lnTo>
                  <a:pt x="12960" y="15429"/>
                </a:lnTo>
                <a:lnTo>
                  <a:pt x="15098" y="16194"/>
                </a:lnTo>
                <a:lnTo>
                  <a:pt x="17245" y="16959"/>
                </a:lnTo>
                <a:lnTo>
                  <a:pt x="19410" y="17734"/>
                </a:lnTo>
                <a:lnTo>
                  <a:pt x="21600" y="18514"/>
                </a:lnTo>
                <a:lnTo>
                  <a:pt x="18926" y="18897"/>
                </a:lnTo>
                <a:lnTo>
                  <a:pt x="16252" y="19280"/>
                </a:lnTo>
                <a:lnTo>
                  <a:pt x="13569" y="19662"/>
                </a:lnTo>
                <a:lnTo>
                  <a:pt x="10882" y="20045"/>
                </a:lnTo>
                <a:lnTo>
                  <a:pt x="8182" y="20431"/>
                </a:lnTo>
                <a:lnTo>
                  <a:pt x="5469" y="20819"/>
                </a:lnTo>
                <a:lnTo>
                  <a:pt x="2743" y="21208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2727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7" name="contour_12825"/>
          <p:cNvSpPr/>
          <p:nvPr/>
        </p:nvSpPr>
        <p:spPr>
          <a:xfrm>
            <a:off x="3880298" y="2190209"/>
            <a:ext cx="43728" cy="39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881"/>
                </a:moveTo>
                <a:lnTo>
                  <a:pt x="5879" y="820"/>
                </a:lnTo>
                <a:lnTo>
                  <a:pt x="7960" y="233"/>
                </a:lnTo>
                <a:lnTo>
                  <a:pt x="10012" y="0"/>
                </a:lnTo>
                <a:lnTo>
                  <a:pt x="12197" y="12"/>
                </a:lnTo>
                <a:lnTo>
                  <a:pt x="14681" y="154"/>
                </a:lnTo>
                <a:lnTo>
                  <a:pt x="17082" y="1534"/>
                </a:lnTo>
                <a:lnTo>
                  <a:pt x="18392" y="3131"/>
                </a:lnTo>
                <a:lnTo>
                  <a:pt x="19742" y="6318"/>
                </a:lnTo>
                <a:lnTo>
                  <a:pt x="20156" y="8846"/>
                </a:lnTo>
                <a:lnTo>
                  <a:pt x="20516" y="11386"/>
                </a:lnTo>
                <a:lnTo>
                  <a:pt x="20830" y="13933"/>
                </a:lnTo>
                <a:lnTo>
                  <a:pt x="21110" y="16485"/>
                </a:lnTo>
                <a:lnTo>
                  <a:pt x="21362" y="19040"/>
                </a:lnTo>
                <a:lnTo>
                  <a:pt x="21600" y="21600"/>
                </a:lnTo>
                <a:lnTo>
                  <a:pt x="19224" y="20732"/>
                </a:lnTo>
                <a:lnTo>
                  <a:pt x="16844" y="19865"/>
                </a:lnTo>
                <a:lnTo>
                  <a:pt x="14465" y="18993"/>
                </a:lnTo>
                <a:lnTo>
                  <a:pt x="12078" y="18122"/>
                </a:lnTo>
                <a:lnTo>
                  <a:pt x="9684" y="17250"/>
                </a:lnTo>
                <a:lnTo>
                  <a:pt x="7279" y="16371"/>
                </a:lnTo>
                <a:lnTo>
                  <a:pt x="4867" y="15491"/>
                </a:lnTo>
                <a:lnTo>
                  <a:pt x="2441" y="14604"/>
                </a:lnTo>
                <a:lnTo>
                  <a:pt x="0" y="13712"/>
                </a:lnTo>
                <a:lnTo>
                  <a:pt x="713" y="11370"/>
                </a:lnTo>
                <a:lnTo>
                  <a:pt x="1429" y="9019"/>
                </a:lnTo>
                <a:lnTo>
                  <a:pt x="2146" y="6661"/>
                </a:lnTo>
                <a:lnTo>
                  <a:pt x="2869" y="4283"/>
                </a:lnTo>
                <a:lnTo>
                  <a:pt x="3600" y="1881"/>
                </a:lnTo>
                <a:close/>
              </a:path>
            </a:pathLst>
          </a:custGeom>
          <a:solidFill>
            <a:srgbClr val="1F21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8" name="contour_12826"/>
          <p:cNvSpPr/>
          <p:nvPr/>
        </p:nvSpPr>
        <p:spPr>
          <a:xfrm>
            <a:off x="7444126" y="2171821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6" y="1190"/>
                </a:lnTo>
                <a:lnTo>
                  <a:pt x="1080" y="2400"/>
                </a:lnTo>
                <a:lnTo>
                  <a:pt x="2687" y="3590"/>
                </a:lnTo>
                <a:lnTo>
                  <a:pt x="4320" y="4800"/>
                </a:lnTo>
                <a:lnTo>
                  <a:pt x="7240" y="4975"/>
                </a:lnTo>
                <a:lnTo>
                  <a:pt x="10096" y="5052"/>
                </a:lnTo>
                <a:lnTo>
                  <a:pt x="12925" y="5052"/>
                </a:lnTo>
                <a:lnTo>
                  <a:pt x="15759" y="4997"/>
                </a:lnTo>
                <a:lnTo>
                  <a:pt x="18636" y="4908"/>
                </a:lnTo>
                <a:lnTo>
                  <a:pt x="21600" y="4800"/>
                </a:lnTo>
                <a:lnTo>
                  <a:pt x="21600" y="6463"/>
                </a:lnTo>
                <a:lnTo>
                  <a:pt x="21600" y="8129"/>
                </a:lnTo>
                <a:lnTo>
                  <a:pt x="21600" y="9794"/>
                </a:lnTo>
                <a:lnTo>
                  <a:pt x="21600" y="11462"/>
                </a:lnTo>
                <a:lnTo>
                  <a:pt x="21600" y="13138"/>
                </a:lnTo>
                <a:lnTo>
                  <a:pt x="21600" y="14815"/>
                </a:lnTo>
                <a:lnTo>
                  <a:pt x="21600" y="16500"/>
                </a:lnTo>
                <a:lnTo>
                  <a:pt x="21600" y="18192"/>
                </a:lnTo>
                <a:lnTo>
                  <a:pt x="21600" y="19891"/>
                </a:lnTo>
                <a:lnTo>
                  <a:pt x="21600" y="21600"/>
                </a:lnTo>
                <a:lnTo>
                  <a:pt x="18749" y="19411"/>
                </a:lnTo>
                <a:lnTo>
                  <a:pt x="16606" y="17700"/>
                </a:lnTo>
                <a:lnTo>
                  <a:pt x="15068" y="16327"/>
                </a:lnTo>
                <a:lnTo>
                  <a:pt x="14040" y="15149"/>
                </a:lnTo>
                <a:lnTo>
                  <a:pt x="13414" y="14030"/>
                </a:lnTo>
                <a:lnTo>
                  <a:pt x="13094" y="12826"/>
                </a:lnTo>
                <a:lnTo>
                  <a:pt x="12977" y="11395"/>
                </a:lnTo>
                <a:lnTo>
                  <a:pt x="12960" y="9600"/>
                </a:lnTo>
                <a:lnTo>
                  <a:pt x="10394" y="9600"/>
                </a:lnTo>
                <a:lnTo>
                  <a:pt x="7819" y="9600"/>
                </a:lnTo>
                <a:lnTo>
                  <a:pt x="5236" y="9600"/>
                </a:lnTo>
                <a:lnTo>
                  <a:pt x="2631" y="9600"/>
                </a:lnTo>
                <a:lnTo>
                  <a:pt x="0" y="9600"/>
                </a:lnTo>
                <a:lnTo>
                  <a:pt x="0" y="8016"/>
                </a:lnTo>
                <a:lnTo>
                  <a:pt x="0" y="6430"/>
                </a:lnTo>
                <a:lnTo>
                  <a:pt x="0" y="4836"/>
                </a:lnTo>
                <a:lnTo>
                  <a:pt x="0" y="3235"/>
                </a:lnTo>
                <a:lnTo>
                  <a:pt x="0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EA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29" name="contour_12827"/>
          <p:cNvSpPr/>
          <p:nvPr/>
        </p:nvSpPr>
        <p:spPr>
          <a:xfrm>
            <a:off x="2378972" y="2179109"/>
            <a:ext cx="285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16" y="0"/>
                </a:moveTo>
                <a:lnTo>
                  <a:pt x="9162" y="0"/>
                </a:lnTo>
                <a:lnTo>
                  <a:pt x="12830" y="0"/>
                </a:lnTo>
                <a:lnTo>
                  <a:pt x="16547" y="0"/>
                </a:lnTo>
                <a:lnTo>
                  <a:pt x="18175" y="1663"/>
                </a:lnTo>
                <a:lnTo>
                  <a:pt x="19465" y="3322"/>
                </a:lnTo>
                <a:lnTo>
                  <a:pt x="20431" y="4980"/>
                </a:lnTo>
                <a:lnTo>
                  <a:pt x="21098" y="6636"/>
                </a:lnTo>
                <a:lnTo>
                  <a:pt x="21484" y="8290"/>
                </a:lnTo>
                <a:lnTo>
                  <a:pt x="21600" y="9946"/>
                </a:lnTo>
                <a:lnTo>
                  <a:pt x="21473" y="11602"/>
                </a:lnTo>
                <a:lnTo>
                  <a:pt x="21115" y="13260"/>
                </a:lnTo>
                <a:lnTo>
                  <a:pt x="20552" y="14921"/>
                </a:lnTo>
                <a:lnTo>
                  <a:pt x="19791" y="16584"/>
                </a:lnTo>
                <a:lnTo>
                  <a:pt x="18859" y="18252"/>
                </a:lnTo>
                <a:lnTo>
                  <a:pt x="17772" y="19922"/>
                </a:lnTo>
                <a:lnTo>
                  <a:pt x="16547" y="21600"/>
                </a:lnTo>
                <a:lnTo>
                  <a:pt x="13403" y="21182"/>
                </a:lnTo>
                <a:lnTo>
                  <a:pt x="11208" y="20794"/>
                </a:lnTo>
                <a:lnTo>
                  <a:pt x="8925" y="20208"/>
                </a:lnTo>
                <a:lnTo>
                  <a:pt x="5516" y="19200"/>
                </a:lnTo>
                <a:lnTo>
                  <a:pt x="4297" y="17297"/>
                </a:lnTo>
                <a:lnTo>
                  <a:pt x="3492" y="15907"/>
                </a:lnTo>
                <a:lnTo>
                  <a:pt x="2912" y="14630"/>
                </a:lnTo>
                <a:lnTo>
                  <a:pt x="2383" y="13063"/>
                </a:lnTo>
                <a:lnTo>
                  <a:pt x="1721" y="10800"/>
                </a:lnTo>
                <a:lnTo>
                  <a:pt x="1247" y="9288"/>
                </a:lnTo>
                <a:lnTo>
                  <a:pt x="767" y="7766"/>
                </a:lnTo>
                <a:lnTo>
                  <a:pt x="281" y="6226"/>
                </a:lnTo>
                <a:lnTo>
                  <a:pt x="188" y="4961"/>
                </a:lnTo>
                <a:lnTo>
                  <a:pt x="94" y="3689"/>
                </a:lnTo>
                <a:lnTo>
                  <a:pt x="0" y="2400"/>
                </a:lnTo>
                <a:lnTo>
                  <a:pt x="2736" y="1210"/>
                </a:lnTo>
                <a:lnTo>
                  <a:pt x="5516" y="0"/>
                </a:lnTo>
                <a:close/>
              </a:path>
            </a:pathLst>
          </a:custGeom>
          <a:solidFill>
            <a:srgbClr val="5350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0" name="contour_12828"/>
          <p:cNvSpPr/>
          <p:nvPr/>
        </p:nvSpPr>
        <p:spPr>
          <a:xfrm>
            <a:off x="1985420" y="2170182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600" y="4524"/>
                </a:lnTo>
                <a:lnTo>
                  <a:pt x="21600" y="7904"/>
                </a:lnTo>
                <a:lnTo>
                  <a:pt x="21600" y="11298"/>
                </a:lnTo>
                <a:lnTo>
                  <a:pt x="21600" y="14708"/>
                </a:lnTo>
                <a:lnTo>
                  <a:pt x="21600" y="1813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52" y="15501"/>
                </a:lnTo>
                <a:lnTo>
                  <a:pt x="1175" y="11237"/>
                </a:lnTo>
                <a:lnTo>
                  <a:pt x="1680" y="8236"/>
                </a:lnTo>
                <a:lnTo>
                  <a:pt x="2294" y="5930"/>
                </a:lnTo>
                <a:lnTo>
                  <a:pt x="3132" y="3763"/>
                </a:lnTo>
                <a:lnTo>
                  <a:pt x="4320" y="1150"/>
                </a:lnTo>
                <a:close/>
              </a:path>
            </a:pathLst>
          </a:custGeom>
          <a:solidFill>
            <a:srgbClr val="9E9E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1" name="contour_12829"/>
          <p:cNvSpPr/>
          <p:nvPr/>
        </p:nvSpPr>
        <p:spPr>
          <a:xfrm>
            <a:off x="1766781" y="2149957"/>
            <a:ext cx="5200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65" y="609"/>
                </a:lnTo>
                <a:lnTo>
                  <a:pt x="3530" y="1223"/>
                </a:lnTo>
                <a:lnTo>
                  <a:pt x="5292" y="1845"/>
                </a:lnTo>
                <a:lnTo>
                  <a:pt x="7051" y="2480"/>
                </a:lnTo>
                <a:lnTo>
                  <a:pt x="8810" y="3123"/>
                </a:lnTo>
                <a:lnTo>
                  <a:pt x="10523" y="3728"/>
                </a:lnTo>
                <a:lnTo>
                  <a:pt x="12239" y="4307"/>
                </a:lnTo>
                <a:lnTo>
                  <a:pt x="13959" y="4864"/>
                </a:lnTo>
                <a:lnTo>
                  <a:pt x="15682" y="5409"/>
                </a:lnTo>
                <a:lnTo>
                  <a:pt x="17407" y="5940"/>
                </a:lnTo>
                <a:lnTo>
                  <a:pt x="19284" y="7279"/>
                </a:lnTo>
                <a:lnTo>
                  <a:pt x="21191" y="8640"/>
                </a:lnTo>
                <a:lnTo>
                  <a:pt x="21464" y="11984"/>
                </a:lnTo>
                <a:lnTo>
                  <a:pt x="21600" y="14329"/>
                </a:lnTo>
                <a:lnTo>
                  <a:pt x="21600" y="16299"/>
                </a:lnTo>
                <a:lnTo>
                  <a:pt x="21464" y="18516"/>
                </a:lnTo>
                <a:lnTo>
                  <a:pt x="21191" y="21600"/>
                </a:lnTo>
                <a:lnTo>
                  <a:pt x="18978" y="20926"/>
                </a:lnTo>
                <a:lnTo>
                  <a:pt x="16856" y="20226"/>
                </a:lnTo>
                <a:lnTo>
                  <a:pt x="14810" y="19479"/>
                </a:lnTo>
                <a:lnTo>
                  <a:pt x="12833" y="18649"/>
                </a:lnTo>
                <a:lnTo>
                  <a:pt x="10910" y="17721"/>
                </a:lnTo>
                <a:lnTo>
                  <a:pt x="9037" y="16667"/>
                </a:lnTo>
                <a:lnTo>
                  <a:pt x="7199" y="15461"/>
                </a:lnTo>
                <a:lnTo>
                  <a:pt x="5386" y="14079"/>
                </a:lnTo>
                <a:lnTo>
                  <a:pt x="3587" y="12498"/>
                </a:lnTo>
                <a:lnTo>
                  <a:pt x="1798" y="10692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C5AF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2" name="contour_12830"/>
          <p:cNvSpPr/>
          <p:nvPr/>
        </p:nvSpPr>
        <p:spPr>
          <a:xfrm>
            <a:off x="1242045" y="215724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744" y="21139"/>
                </a:lnTo>
                <a:lnTo>
                  <a:pt x="14974" y="20722"/>
                </a:lnTo>
                <a:lnTo>
                  <a:pt x="12512" y="20174"/>
                </a:lnTo>
                <a:lnTo>
                  <a:pt x="9580" y="19325"/>
                </a:lnTo>
                <a:lnTo>
                  <a:pt x="5400" y="18000"/>
                </a:lnTo>
                <a:lnTo>
                  <a:pt x="3812" y="15682"/>
                </a:lnTo>
                <a:lnTo>
                  <a:pt x="2500" y="13356"/>
                </a:lnTo>
                <a:lnTo>
                  <a:pt x="1458" y="11005"/>
                </a:lnTo>
                <a:lnTo>
                  <a:pt x="691" y="8604"/>
                </a:lnTo>
                <a:lnTo>
                  <a:pt x="205" y="6145"/>
                </a:lnTo>
                <a:lnTo>
                  <a:pt x="0" y="3600"/>
                </a:lnTo>
                <a:lnTo>
                  <a:pt x="2678" y="1814"/>
                </a:lnTo>
                <a:lnTo>
                  <a:pt x="5400" y="0"/>
                </a:lnTo>
                <a:close/>
              </a:path>
            </a:pathLst>
          </a:custGeom>
          <a:solidFill>
            <a:srgbClr val="797A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3" name="contour_12831"/>
          <p:cNvSpPr/>
          <p:nvPr/>
        </p:nvSpPr>
        <p:spPr>
          <a:xfrm>
            <a:off x="10286443" y="214995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373"/>
                </a:lnTo>
                <a:lnTo>
                  <a:pt x="8104" y="783"/>
                </a:lnTo>
                <a:lnTo>
                  <a:pt x="10354" y="1220"/>
                </a:lnTo>
                <a:lnTo>
                  <a:pt x="12600" y="1685"/>
                </a:lnTo>
                <a:lnTo>
                  <a:pt x="15113" y="2160"/>
                </a:lnTo>
                <a:lnTo>
                  <a:pt x="17662" y="2635"/>
                </a:lnTo>
                <a:lnTo>
                  <a:pt x="19616" y="4007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7C80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4" name="contour_12832"/>
          <p:cNvSpPr/>
          <p:nvPr/>
        </p:nvSpPr>
        <p:spPr>
          <a:xfrm>
            <a:off x="2524732" y="2126833"/>
            <a:ext cx="72880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0" y="248"/>
                </a:moveTo>
                <a:lnTo>
                  <a:pt x="13837" y="285"/>
                </a:lnTo>
                <a:lnTo>
                  <a:pt x="15669" y="388"/>
                </a:lnTo>
                <a:lnTo>
                  <a:pt x="17153" y="492"/>
                </a:lnTo>
                <a:lnTo>
                  <a:pt x="18634" y="616"/>
                </a:lnTo>
                <a:lnTo>
                  <a:pt x="20118" y="751"/>
                </a:lnTo>
                <a:lnTo>
                  <a:pt x="21600" y="895"/>
                </a:lnTo>
                <a:lnTo>
                  <a:pt x="21222" y="4726"/>
                </a:lnTo>
                <a:lnTo>
                  <a:pt x="20920" y="7448"/>
                </a:lnTo>
                <a:lnTo>
                  <a:pt x="20591" y="9809"/>
                </a:lnTo>
                <a:lnTo>
                  <a:pt x="20133" y="12552"/>
                </a:lnTo>
                <a:lnTo>
                  <a:pt x="19440" y="16424"/>
                </a:lnTo>
                <a:lnTo>
                  <a:pt x="17995" y="17185"/>
                </a:lnTo>
                <a:lnTo>
                  <a:pt x="16967" y="17506"/>
                </a:lnTo>
                <a:lnTo>
                  <a:pt x="15857" y="17449"/>
                </a:lnTo>
                <a:lnTo>
                  <a:pt x="14176" y="17071"/>
                </a:lnTo>
                <a:lnTo>
                  <a:pt x="11992" y="16621"/>
                </a:lnTo>
                <a:lnTo>
                  <a:pt x="10446" y="16414"/>
                </a:lnTo>
                <a:lnTo>
                  <a:pt x="9323" y="16517"/>
                </a:lnTo>
                <a:lnTo>
                  <a:pt x="8400" y="16988"/>
                </a:lnTo>
                <a:lnTo>
                  <a:pt x="7461" y="17884"/>
                </a:lnTo>
                <a:lnTo>
                  <a:pt x="6286" y="19276"/>
                </a:lnTo>
                <a:lnTo>
                  <a:pt x="5309" y="20430"/>
                </a:lnTo>
                <a:lnTo>
                  <a:pt x="4320" y="21600"/>
                </a:lnTo>
                <a:lnTo>
                  <a:pt x="2886" y="18712"/>
                </a:lnTo>
                <a:lnTo>
                  <a:pt x="1957" y="16667"/>
                </a:lnTo>
                <a:lnTo>
                  <a:pt x="1130" y="14504"/>
                </a:lnTo>
                <a:lnTo>
                  <a:pt x="0" y="11248"/>
                </a:lnTo>
                <a:lnTo>
                  <a:pt x="1119" y="8023"/>
                </a:lnTo>
                <a:lnTo>
                  <a:pt x="2251" y="5461"/>
                </a:lnTo>
                <a:lnTo>
                  <a:pt x="3406" y="3489"/>
                </a:lnTo>
                <a:lnTo>
                  <a:pt x="4599" y="2039"/>
                </a:lnTo>
                <a:lnTo>
                  <a:pt x="5841" y="1035"/>
                </a:lnTo>
                <a:lnTo>
                  <a:pt x="7143" y="409"/>
                </a:lnTo>
                <a:lnTo>
                  <a:pt x="8523" y="88"/>
                </a:lnTo>
                <a:lnTo>
                  <a:pt x="9988" y="0"/>
                </a:lnTo>
                <a:lnTo>
                  <a:pt x="11554" y="78"/>
                </a:lnTo>
                <a:lnTo>
                  <a:pt x="13230" y="248"/>
                </a:lnTo>
                <a:close/>
              </a:path>
            </a:pathLst>
          </a:custGeom>
          <a:solidFill>
            <a:srgbClr val="F4F3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5" name="contour_12833"/>
          <p:cNvSpPr/>
          <p:nvPr/>
        </p:nvSpPr>
        <p:spPr>
          <a:xfrm>
            <a:off x="7735646" y="2091654"/>
            <a:ext cx="2257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44" y="0"/>
                </a:moveTo>
                <a:lnTo>
                  <a:pt x="17403" y="0"/>
                </a:lnTo>
                <a:lnTo>
                  <a:pt x="20917" y="0"/>
                </a:lnTo>
                <a:lnTo>
                  <a:pt x="21021" y="1620"/>
                </a:lnTo>
                <a:lnTo>
                  <a:pt x="21119" y="3240"/>
                </a:lnTo>
                <a:lnTo>
                  <a:pt x="21203" y="4860"/>
                </a:lnTo>
                <a:lnTo>
                  <a:pt x="21279" y="6480"/>
                </a:lnTo>
                <a:lnTo>
                  <a:pt x="21349" y="8100"/>
                </a:lnTo>
                <a:lnTo>
                  <a:pt x="21433" y="9605"/>
                </a:lnTo>
                <a:lnTo>
                  <a:pt x="21516" y="11119"/>
                </a:lnTo>
                <a:lnTo>
                  <a:pt x="21600" y="12655"/>
                </a:lnTo>
                <a:lnTo>
                  <a:pt x="21147" y="15235"/>
                </a:lnTo>
                <a:lnTo>
                  <a:pt x="20645" y="17050"/>
                </a:lnTo>
                <a:lnTo>
                  <a:pt x="19892" y="18343"/>
                </a:lnTo>
                <a:lnTo>
                  <a:pt x="18665" y="19368"/>
                </a:lnTo>
                <a:lnTo>
                  <a:pt x="16754" y="20371"/>
                </a:lnTo>
                <a:lnTo>
                  <a:pt x="13944" y="21600"/>
                </a:lnTo>
                <a:lnTo>
                  <a:pt x="9336" y="21600"/>
                </a:lnTo>
                <a:lnTo>
                  <a:pt x="4699" y="21600"/>
                </a:lnTo>
                <a:lnTo>
                  <a:pt x="0" y="21600"/>
                </a:lnTo>
                <a:lnTo>
                  <a:pt x="495" y="20026"/>
                </a:lnTo>
                <a:lnTo>
                  <a:pt x="997" y="18449"/>
                </a:lnTo>
                <a:lnTo>
                  <a:pt x="1499" y="16874"/>
                </a:lnTo>
                <a:lnTo>
                  <a:pt x="2015" y="15300"/>
                </a:lnTo>
                <a:lnTo>
                  <a:pt x="2531" y="13723"/>
                </a:lnTo>
                <a:lnTo>
                  <a:pt x="3054" y="12149"/>
                </a:lnTo>
                <a:lnTo>
                  <a:pt x="3465" y="10802"/>
                </a:lnTo>
                <a:lnTo>
                  <a:pt x="3884" y="9437"/>
                </a:lnTo>
                <a:lnTo>
                  <a:pt x="4888" y="6574"/>
                </a:lnTo>
                <a:lnTo>
                  <a:pt x="5787" y="4577"/>
                </a:lnTo>
                <a:lnTo>
                  <a:pt x="6868" y="3182"/>
                </a:lnTo>
                <a:lnTo>
                  <a:pt x="8402" y="2131"/>
                </a:lnTo>
                <a:lnTo>
                  <a:pt x="10668" y="1157"/>
                </a:lnTo>
                <a:lnTo>
                  <a:pt x="13944" y="0"/>
                </a:lnTo>
                <a:close/>
              </a:path>
            </a:pathLst>
          </a:custGeom>
          <a:solidFill>
            <a:srgbClr val="E0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6" name="contour_12834"/>
          <p:cNvSpPr/>
          <p:nvPr/>
        </p:nvSpPr>
        <p:spPr>
          <a:xfrm>
            <a:off x="2051012" y="209165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60"/>
                </a:lnTo>
                <a:lnTo>
                  <a:pt x="6823" y="177"/>
                </a:lnTo>
                <a:lnTo>
                  <a:pt x="8260" y="423"/>
                </a:lnTo>
                <a:lnTo>
                  <a:pt x="10013" y="877"/>
                </a:lnTo>
                <a:lnTo>
                  <a:pt x="12534" y="1620"/>
                </a:lnTo>
                <a:lnTo>
                  <a:pt x="13287" y="1832"/>
                </a:lnTo>
                <a:lnTo>
                  <a:pt x="14617" y="2208"/>
                </a:lnTo>
                <a:lnTo>
                  <a:pt x="17660" y="3072"/>
                </a:lnTo>
                <a:lnTo>
                  <a:pt x="19616" y="3689"/>
                </a:lnTo>
                <a:lnTo>
                  <a:pt x="21600" y="4320"/>
                </a:lnTo>
                <a:lnTo>
                  <a:pt x="21112" y="7404"/>
                </a:lnTo>
                <a:lnTo>
                  <a:pt x="20708" y="9621"/>
                </a:lnTo>
                <a:lnTo>
                  <a:pt x="20239" y="11591"/>
                </a:lnTo>
                <a:lnTo>
                  <a:pt x="19557" y="13936"/>
                </a:lnTo>
                <a:lnTo>
                  <a:pt x="18514" y="17280"/>
                </a:lnTo>
                <a:lnTo>
                  <a:pt x="16126" y="18740"/>
                </a:lnTo>
                <a:lnTo>
                  <a:pt x="14450" y="19695"/>
                </a:lnTo>
                <a:lnTo>
                  <a:pt x="13043" y="20352"/>
                </a:lnTo>
                <a:lnTo>
                  <a:pt x="11460" y="20917"/>
                </a:lnTo>
                <a:lnTo>
                  <a:pt x="9257" y="21600"/>
                </a:lnTo>
                <a:lnTo>
                  <a:pt x="9257" y="18744"/>
                </a:lnTo>
                <a:lnTo>
                  <a:pt x="9257" y="15872"/>
                </a:lnTo>
                <a:lnTo>
                  <a:pt x="9257" y="12960"/>
                </a:lnTo>
                <a:lnTo>
                  <a:pt x="6961" y="11629"/>
                </a:lnTo>
                <a:lnTo>
                  <a:pt x="5332" y="10740"/>
                </a:lnTo>
                <a:lnTo>
                  <a:pt x="3925" y="10083"/>
                </a:lnTo>
                <a:lnTo>
                  <a:pt x="2296" y="9452"/>
                </a:lnTo>
                <a:lnTo>
                  <a:pt x="0" y="8640"/>
                </a:lnTo>
                <a:lnTo>
                  <a:pt x="583" y="6018"/>
                </a:lnTo>
                <a:lnTo>
                  <a:pt x="1102" y="4247"/>
                </a:lnTo>
                <a:lnTo>
                  <a:pt x="1839" y="2510"/>
                </a:lnTo>
                <a:lnTo>
                  <a:pt x="3086" y="0"/>
                </a:lnTo>
                <a:close/>
              </a:path>
            </a:pathLst>
          </a:custGeom>
          <a:solidFill>
            <a:srgbClr val="4544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7" name="contour_12835"/>
          <p:cNvSpPr/>
          <p:nvPr/>
        </p:nvSpPr>
        <p:spPr>
          <a:xfrm>
            <a:off x="10782026" y="205521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366" y="682"/>
                </a:lnTo>
                <a:lnTo>
                  <a:pt x="7657" y="1882"/>
                </a:lnTo>
                <a:lnTo>
                  <a:pt x="8323" y="4629"/>
                </a:lnTo>
                <a:lnTo>
                  <a:pt x="9140" y="6159"/>
                </a:lnTo>
                <a:lnTo>
                  <a:pt x="9965" y="7696"/>
                </a:lnTo>
                <a:lnTo>
                  <a:pt x="10800" y="9257"/>
                </a:lnTo>
                <a:lnTo>
                  <a:pt x="13586" y="9535"/>
                </a:lnTo>
                <a:lnTo>
                  <a:pt x="15541" y="9674"/>
                </a:lnTo>
                <a:lnTo>
                  <a:pt x="17183" y="9674"/>
                </a:lnTo>
                <a:lnTo>
                  <a:pt x="19030" y="9535"/>
                </a:lnTo>
                <a:lnTo>
                  <a:pt x="21600" y="9257"/>
                </a:lnTo>
                <a:lnTo>
                  <a:pt x="21006" y="11294"/>
                </a:lnTo>
                <a:lnTo>
                  <a:pt x="20412" y="13333"/>
                </a:lnTo>
                <a:lnTo>
                  <a:pt x="19814" y="15382"/>
                </a:lnTo>
                <a:lnTo>
                  <a:pt x="19213" y="17440"/>
                </a:lnTo>
                <a:lnTo>
                  <a:pt x="18608" y="19511"/>
                </a:lnTo>
                <a:lnTo>
                  <a:pt x="18000" y="21600"/>
                </a:lnTo>
                <a:lnTo>
                  <a:pt x="15772" y="21217"/>
                </a:lnTo>
                <a:lnTo>
                  <a:pt x="13543" y="20835"/>
                </a:lnTo>
                <a:lnTo>
                  <a:pt x="11308" y="20452"/>
                </a:lnTo>
                <a:lnTo>
                  <a:pt x="9068" y="20069"/>
                </a:lnTo>
                <a:lnTo>
                  <a:pt x="6818" y="19684"/>
                </a:lnTo>
                <a:lnTo>
                  <a:pt x="4558" y="19295"/>
                </a:lnTo>
                <a:lnTo>
                  <a:pt x="2286" y="18906"/>
                </a:lnTo>
                <a:lnTo>
                  <a:pt x="0" y="18514"/>
                </a:lnTo>
                <a:lnTo>
                  <a:pt x="1782" y="17749"/>
                </a:lnTo>
                <a:lnTo>
                  <a:pt x="3575" y="16984"/>
                </a:lnTo>
                <a:lnTo>
                  <a:pt x="5375" y="16209"/>
                </a:lnTo>
                <a:lnTo>
                  <a:pt x="7200" y="15429"/>
                </a:lnTo>
                <a:lnTo>
                  <a:pt x="7603" y="13238"/>
                </a:lnTo>
                <a:lnTo>
                  <a:pt x="7783" y="11683"/>
                </a:lnTo>
                <a:lnTo>
                  <a:pt x="7783" y="10025"/>
                </a:lnTo>
                <a:lnTo>
                  <a:pt x="7650" y="7523"/>
                </a:lnTo>
                <a:lnTo>
                  <a:pt x="7553" y="5409"/>
                </a:lnTo>
                <a:lnTo>
                  <a:pt x="7452" y="3268"/>
                </a:lnTo>
                <a:lnTo>
                  <a:pt x="7326" y="1645"/>
                </a:lnTo>
                <a:lnTo>
                  <a:pt x="7200" y="0"/>
                </a:lnTo>
                <a:close/>
              </a:path>
            </a:pathLst>
          </a:custGeom>
          <a:solidFill>
            <a:srgbClr val="A8A5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8" name="contour_12836"/>
          <p:cNvSpPr/>
          <p:nvPr/>
        </p:nvSpPr>
        <p:spPr>
          <a:xfrm>
            <a:off x="7670054" y="206979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611"/>
                </a:lnTo>
                <a:lnTo>
                  <a:pt x="13781" y="1225"/>
                </a:lnTo>
                <a:lnTo>
                  <a:pt x="16364" y="1839"/>
                </a:lnTo>
                <a:lnTo>
                  <a:pt x="18969" y="2459"/>
                </a:lnTo>
                <a:lnTo>
                  <a:pt x="21600" y="3086"/>
                </a:lnTo>
                <a:lnTo>
                  <a:pt x="20706" y="5085"/>
                </a:lnTo>
                <a:lnTo>
                  <a:pt x="19790" y="7063"/>
                </a:lnTo>
                <a:lnTo>
                  <a:pt x="18827" y="9023"/>
                </a:lnTo>
                <a:lnTo>
                  <a:pt x="17816" y="10957"/>
                </a:lnTo>
                <a:lnTo>
                  <a:pt x="16736" y="12877"/>
                </a:lnTo>
                <a:lnTo>
                  <a:pt x="15574" y="14774"/>
                </a:lnTo>
                <a:lnTo>
                  <a:pt x="14321" y="16654"/>
                </a:lnTo>
                <a:lnTo>
                  <a:pt x="12960" y="18514"/>
                </a:lnTo>
                <a:lnTo>
                  <a:pt x="9487" y="19742"/>
                </a:lnTo>
                <a:lnTo>
                  <a:pt x="7076" y="20517"/>
                </a:lnTo>
                <a:lnTo>
                  <a:pt x="5106" y="20986"/>
                </a:lnTo>
                <a:lnTo>
                  <a:pt x="2955" y="21298"/>
                </a:lnTo>
                <a:lnTo>
                  <a:pt x="0" y="21600"/>
                </a:lnTo>
                <a:lnTo>
                  <a:pt x="462" y="19767"/>
                </a:lnTo>
                <a:lnTo>
                  <a:pt x="933" y="17934"/>
                </a:lnTo>
                <a:lnTo>
                  <a:pt x="1413" y="16101"/>
                </a:lnTo>
                <a:lnTo>
                  <a:pt x="1892" y="14271"/>
                </a:lnTo>
                <a:lnTo>
                  <a:pt x="2419" y="12226"/>
                </a:lnTo>
                <a:lnTo>
                  <a:pt x="2955" y="10149"/>
                </a:lnTo>
                <a:lnTo>
                  <a:pt x="3793" y="7967"/>
                </a:lnTo>
                <a:lnTo>
                  <a:pt x="4756" y="5918"/>
                </a:lnTo>
                <a:lnTo>
                  <a:pt x="5875" y="3947"/>
                </a:lnTo>
                <a:lnTo>
                  <a:pt x="7163" y="1993"/>
                </a:lnTo>
                <a:lnTo>
                  <a:pt x="8640" y="0"/>
                </a:lnTo>
                <a:close/>
              </a:path>
            </a:pathLst>
          </a:custGeom>
          <a:solidFill>
            <a:srgbClr val="B0A7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39" name="contour_12837"/>
          <p:cNvSpPr/>
          <p:nvPr/>
        </p:nvSpPr>
        <p:spPr>
          <a:xfrm>
            <a:off x="863070" y="2076954"/>
            <a:ext cx="58304" cy="292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1"/>
                </a:moveTo>
                <a:lnTo>
                  <a:pt x="21600" y="3640"/>
                </a:lnTo>
                <a:lnTo>
                  <a:pt x="21600" y="7195"/>
                </a:lnTo>
                <a:lnTo>
                  <a:pt x="21600" y="10765"/>
                </a:lnTo>
                <a:lnTo>
                  <a:pt x="21600" y="14352"/>
                </a:lnTo>
                <a:lnTo>
                  <a:pt x="21600" y="1796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1" y="21600"/>
                </a:lnTo>
                <a:lnTo>
                  <a:pt x="14440" y="21600"/>
                </a:lnTo>
                <a:lnTo>
                  <a:pt x="12628" y="21600"/>
                </a:lnTo>
                <a:lnTo>
                  <a:pt x="10800" y="21600"/>
                </a:lnTo>
                <a:lnTo>
                  <a:pt x="10800" y="18046"/>
                </a:lnTo>
                <a:lnTo>
                  <a:pt x="10800" y="14470"/>
                </a:lnTo>
                <a:lnTo>
                  <a:pt x="10800" y="10846"/>
                </a:lnTo>
                <a:lnTo>
                  <a:pt x="9026" y="9238"/>
                </a:lnTo>
                <a:lnTo>
                  <a:pt x="7625" y="8367"/>
                </a:lnTo>
                <a:lnTo>
                  <a:pt x="5400" y="7485"/>
                </a:lnTo>
                <a:lnTo>
                  <a:pt x="3893" y="6877"/>
                </a:lnTo>
                <a:lnTo>
                  <a:pt x="2362" y="6264"/>
                </a:lnTo>
                <a:lnTo>
                  <a:pt x="1191" y="5866"/>
                </a:lnTo>
                <a:lnTo>
                  <a:pt x="0" y="5469"/>
                </a:lnTo>
                <a:lnTo>
                  <a:pt x="1855" y="4452"/>
                </a:lnTo>
                <a:lnTo>
                  <a:pt x="3669" y="3544"/>
                </a:lnTo>
                <a:lnTo>
                  <a:pt x="5449" y="2742"/>
                </a:lnTo>
                <a:lnTo>
                  <a:pt x="7206" y="2049"/>
                </a:lnTo>
                <a:lnTo>
                  <a:pt x="8950" y="1457"/>
                </a:lnTo>
                <a:lnTo>
                  <a:pt x="10689" y="968"/>
                </a:lnTo>
                <a:lnTo>
                  <a:pt x="12436" y="581"/>
                </a:lnTo>
                <a:lnTo>
                  <a:pt x="14199" y="290"/>
                </a:lnTo>
                <a:lnTo>
                  <a:pt x="15987" y="97"/>
                </a:lnTo>
                <a:lnTo>
                  <a:pt x="17809" y="0"/>
                </a:lnTo>
                <a:lnTo>
                  <a:pt x="19678" y="0"/>
                </a:lnTo>
                <a:lnTo>
                  <a:pt x="21600" y="91"/>
                </a:lnTo>
                <a:close/>
              </a:path>
            </a:pathLst>
          </a:custGeom>
          <a:solidFill>
            <a:srgbClr val="1E1C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0" name="contour_12838"/>
          <p:cNvSpPr/>
          <p:nvPr/>
        </p:nvSpPr>
        <p:spPr>
          <a:xfrm>
            <a:off x="3770978" y="2077274"/>
            <a:ext cx="43728" cy="289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702" y="2316"/>
                </a:moveTo>
                <a:lnTo>
                  <a:pt x="20142" y="3789"/>
                </a:lnTo>
                <a:lnTo>
                  <a:pt x="21600" y="5290"/>
                </a:lnTo>
                <a:lnTo>
                  <a:pt x="21600" y="8519"/>
                </a:lnTo>
                <a:lnTo>
                  <a:pt x="21600" y="11760"/>
                </a:lnTo>
                <a:lnTo>
                  <a:pt x="21600" y="15016"/>
                </a:lnTo>
                <a:lnTo>
                  <a:pt x="21600" y="1828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8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83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371"/>
                </a:lnTo>
                <a:lnTo>
                  <a:pt x="0" y="15130"/>
                </a:lnTo>
                <a:lnTo>
                  <a:pt x="0" y="11879"/>
                </a:lnTo>
                <a:lnTo>
                  <a:pt x="0" y="8601"/>
                </a:lnTo>
                <a:lnTo>
                  <a:pt x="0" y="5290"/>
                </a:lnTo>
                <a:lnTo>
                  <a:pt x="2077" y="2735"/>
                </a:lnTo>
                <a:lnTo>
                  <a:pt x="4244" y="1098"/>
                </a:lnTo>
                <a:lnTo>
                  <a:pt x="6491" y="239"/>
                </a:lnTo>
                <a:lnTo>
                  <a:pt x="8813" y="0"/>
                </a:lnTo>
                <a:lnTo>
                  <a:pt x="11200" y="239"/>
                </a:lnTo>
                <a:lnTo>
                  <a:pt x="13651" y="805"/>
                </a:lnTo>
                <a:lnTo>
                  <a:pt x="16153" y="1544"/>
                </a:lnTo>
                <a:lnTo>
                  <a:pt x="18702" y="2316"/>
                </a:lnTo>
                <a:close/>
              </a:path>
            </a:pathLst>
          </a:custGeom>
          <a:solidFill>
            <a:srgbClr val="6D6F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1" name="contour_12839"/>
          <p:cNvSpPr/>
          <p:nvPr/>
        </p:nvSpPr>
        <p:spPr>
          <a:xfrm>
            <a:off x="1685855" y="2078025"/>
            <a:ext cx="59062" cy="354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59"/>
                </a:moveTo>
                <a:lnTo>
                  <a:pt x="21600" y="6790"/>
                </a:lnTo>
                <a:lnTo>
                  <a:pt x="21600" y="9740"/>
                </a:lnTo>
                <a:lnTo>
                  <a:pt x="21600" y="12729"/>
                </a:lnTo>
                <a:lnTo>
                  <a:pt x="19806" y="13772"/>
                </a:lnTo>
                <a:lnTo>
                  <a:pt x="18052" y="14712"/>
                </a:lnTo>
                <a:lnTo>
                  <a:pt x="16315" y="15564"/>
                </a:lnTo>
                <a:lnTo>
                  <a:pt x="14566" y="16340"/>
                </a:lnTo>
                <a:lnTo>
                  <a:pt x="12783" y="17054"/>
                </a:lnTo>
                <a:lnTo>
                  <a:pt x="10939" y="17719"/>
                </a:lnTo>
                <a:lnTo>
                  <a:pt x="9409" y="18296"/>
                </a:lnTo>
                <a:lnTo>
                  <a:pt x="7857" y="18881"/>
                </a:lnTo>
                <a:lnTo>
                  <a:pt x="6344" y="19440"/>
                </a:lnTo>
                <a:lnTo>
                  <a:pt x="4830" y="19990"/>
                </a:lnTo>
                <a:lnTo>
                  <a:pt x="3313" y="20536"/>
                </a:lnTo>
                <a:lnTo>
                  <a:pt x="1794" y="21068"/>
                </a:lnTo>
                <a:lnTo>
                  <a:pt x="277" y="21600"/>
                </a:lnTo>
                <a:lnTo>
                  <a:pt x="91" y="18464"/>
                </a:lnTo>
                <a:lnTo>
                  <a:pt x="0" y="16207"/>
                </a:lnTo>
                <a:lnTo>
                  <a:pt x="0" y="14184"/>
                </a:lnTo>
                <a:lnTo>
                  <a:pt x="91" y="11758"/>
                </a:lnTo>
                <a:lnTo>
                  <a:pt x="277" y="8294"/>
                </a:lnTo>
                <a:lnTo>
                  <a:pt x="1871" y="6387"/>
                </a:lnTo>
                <a:lnTo>
                  <a:pt x="3534" y="4679"/>
                </a:lnTo>
                <a:lnTo>
                  <a:pt x="5259" y="3202"/>
                </a:lnTo>
                <a:lnTo>
                  <a:pt x="7034" y="1969"/>
                </a:lnTo>
                <a:lnTo>
                  <a:pt x="8844" y="1011"/>
                </a:lnTo>
                <a:lnTo>
                  <a:pt x="10680" y="350"/>
                </a:lnTo>
                <a:lnTo>
                  <a:pt x="12530" y="4"/>
                </a:lnTo>
                <a:lnTo>
                  <a:pt x="14382" y="0"/>
                </a:lnTo>
                <a:lnTo>
                  <a:pt x="16227" y="364"/>
                </a:lnTo>
                <a:lnTo>
                  <a:pt x="18052" y="1109"/>
                </a:lnTo>
                <a:lnTo>
                  <a:pt x="19849" y="2266"/>
                </a:lnTo>
                <a:lnTo>
                  <a:pt x="21600" y="3859"/>
                </a:lnTo>
                <a:close/>
              </a:path>
            </a:pathLst>
          </a:custGeom>
          <a:solidFill>
            <a:srgbClr val="1D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2" name="contour_12840"/>
          <p:cNvSpPr/>
          <p:nvPr/>
        </p:nvSpPr>
        <p:spPr>
          <a:xfrm>
            <a:off x="7655478" y="2040638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632" y="1598"/>
                </a:lnTo>
                <a:lnTo>
                  <a:pt x="14328" y="3259"/>
                </a:lnTo>
                <a:lnTo>
                  <a:pt x="15916" y="4974"/>
                </a:lnTo>
                <a:lnTo>
                  <a:pt x="17413" y="6745"/>
                </a:lnTo>
                <a:lnTo>
                  <a:pt x="18846" y="8566"/>
                </a:lnTo>
                <a:lnTo>
                  <a:pt x="20236" y="10433"/>
                </a:lnTo>
                <a:lnTo>
                  <a:pt x="21600" y="12343"/>
                </a:lnTo>
                <a:lnTo>
                  <a:pt x="19220" y="12343"/>
                </a:lnTo>
                <a:lnTo>
                  <a:pt x="16826" y="12343"/>
                </a:lnTo>
                <a:lnTo>
                  <a:pt x="14400" y="12343"/>
                </a:lnTo>
                <a:lnTo>
                  <a:pt x="13291" y="14639"/>
                </a:lnTo>
                <a:lnTo>
                  <a:pt x="12550" y="16268"/>
                </a:lnTo>
                <a:lnTo>
                  <a:pt x="12002" y="17675"/>
                </a:lnTo>
                <a:lnTo>
                  <a:pt x="11477" y="19304"/>
                </a:lnTo>
                <a:lnTo>
                  <a:pt x="10800" y="21600"/>
                </a:lnTo>
                <a:lnTo>
                  <a:pt x="10534" y="20261"/>
                </a:lnTo>
                <a:lnTo>
                  <a:pt x="10267" y="18900"/>
                </a:lnTo>
                <a:lnTo>
                  <a:pt x="9860" y="17178"/>
                </a:lnTo>
                <a:lnTo>
                  <a:pt x="9450" y="15429"/>
                </a:lnTo>
                <a:lnTo>
                  <a:pt x="9072" y="13707"/>
                </a:lnTo>
                <a:lnTo>
                  <a:pt x="8690" y="11957"/>
                </a:lnTo>
                <a:lnTo>
                  <a:pt x="7949" y="10618"/>
                </a:lnTo>
                <a:lnTo>
                  <a:pt x="7200" y="9257"/>
                </a:lnTo>
                <a:lnTo>
                  <a:pt x="4820" y="9257"/>
                </a:lnTo>
                <a:lnTo>
                  <a:pt x="2426" y="9257"/>
                </a:lnTo>
                <a:lnTo>
                  <a:pt x="0" y="9257"/>
                </a:lnTo>
                <a:lnTo>
                  <a:pt x="0" y="7217"/>
                </a:lnTo>
                <a:lnTo>
                  <a:pt x="0" y="5165"/>
                </a:lnTo>
                <a:lnTo>
                  <a:pt x="0" y="3086"/>
                </a:lnTo>
                <a:lnTo>
                  <a:pt x="2354" y="1765"/>
                </a:lnTo>
                <a:lnTo>
                  <a:pt x="4093" y="944"/>
                </a:lnTo>
                <a:lnTo>
                  <a:pt x="5735" y="475"/>
                </a:lnTo>
                <a:lnTo>
                  <a:pt x="7798" y="210"/>
                </a:lnTo>
                <a:lnTo>
                  <a:pt x="10800" y="0"/>
                </a:lnTo>
                <a:close/>
              </a:path>
            </a:pathLst>
          </a:custGeom>
          <a:solidFill>
            <a:srgbClr val="EE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3" name="contour_12841"/>
          <p:cNvSpPr/>
          <p:nvPr/>
        </p:nvSpPr>
        <p:spPr>
          <a:xfrm>
            <a:off x="4179106" y="204792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9563" y="12247"/>
                </a:lnTo>
                <a:lnTo>
                  <a:pt x="17524" y="11534"/>
                </a:lnTo>
                <a:lnTo>
                  <a:pt x="15475" y="10817"/>
                </a:lnTo>
                <a:lnTo>
                  <a:pt x="13417" y="10096"/>
                </a:lnTo>
                <a:lnTo>
                  <a:pt x="11346" y="9370"/>
                </a:lnTo>
                <a:lnTo>
                  <a:pt x="9257" y="8640"/>
                </a:lnTo>
                <a:lnTo>
                  <a:pt x="9868" y="11206"/>
                </a:lnTo>
                <a:lnTo>
                  <a:pt x="10482" y="13781"/>
                </a:lnTo>
                <a:lnTo>
                  <a:pt x="11096" y="16364"/>
                </a:lnTo>
                <a:lnTo>
                  <a:pt x="11716" y="18969"/>
                </a:lnTo>
                <a:lnTo>
                  <a:pt x="12343" y="21600"/>
                </a:lnTo>
                <a:lnTo>
                  <a:pt x="10140" y="21047"/>
                </a:lnTo>
                <a:lnTo>
                  <a:pt x="8557" y="20546"/>
                </a:lnTo>
                <a:lnTo>
                  <a:pt x="7150" y="19889"/>
                </a:lnTo>
                <a:lnTo>
                  <a:pt x="5474" y="18870"/>
                </a:lnTo>
                <a:lnTo>
                  <a:pt x="3086" y="17280"/>
                </a:lnTo>
                <a:lnTo>
                  <a:pt x="2274" y="14429"/>
                </a:lnTo>
                <a:lnTo>
                  <a:pt x="1639" y="11629"/>
                </a:lnTo>
                <a:lnTo>
                  <a:pt x="1132" y="8839"/>
                </a:lnTo>
                <a:lnTo>
                  <a:pt x="719" y="6005"/>
                </a:lnTo>
                <a:lnTo>
                  <a:pt x="355" y="3076"/>
                </a:lnTo>
                <a:lnTo>
                  <a:pt x="0" y="0"/>
                </a:lnTo>
                <a:close/>
              </a:path>
            </a:pathLst>
          </a:custGeom>
          <a:solidFill>
            <a:srgbClr val="A1A2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4" name="contour_12842"/>
          <p:cNvSpPr/>
          <p:nvPr/>
        </p:nvSpPr>
        <p:spPr>
          <a:xfrm>
            <a:off x="10184411" y="2047926"/>
            <a:ext cx="51016" cy="29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070" y="387"/>
                </a:lnTo>
                <a:lnTo>
                  <a:pt x="7029" y="817"/>
                </a:lnTo>
                <a:lnTo>
                  <a:pt x="8973" y="1305"/>
                </a:lnTo>
                <a:lnTo>
                  <a:pt x="10902" y="1880"/>
                </a:lnTo>
                <a:lnTo>
                  <a:pt x="12815" y="2552"/>
                </a:lnTo>
                <a:lnTo>
                  <a:pt x="14722" y="3347"/>
                </a:lnTo>
                <a:lnTo>
                  <a:pt x="16620" y="4281"/>
                </a:lnTo>
                <a:lnTo>
                  <a:pt x="18514" y="5372"/>
                </a:lnTo>
                <a:lnTo>
                  <a:pt x="19742" y="9530"/>
                </a:lnTo>
                <a:lnTo>
                  <a:pt x="20517" y="12446"/>
                </a:lnTo>
                <a:lnTo>
                  <a:pt x="20986" y="14896"/>
                </a:lnTo>
                <a:lnTo>
                  <a:pt x="21298" y="17652"/>
                </a:lnTo>
                <a:lnTo>
                  <a:pt x="21600" y="21487"/>
                </a:lnTo>
                <a:lnTo>
                  <a:pt x="19298" y="21600"/>
                </a:lnTo>
                <a:lnTo>
                  <a:pt x="17070" y="21536"/>
                </a:lnTo>
                <a:lnTo>
                  <a:pt x="14901" y="21305"/>
                </a:lnTo>
                <a:lnTo>
                  <a:pt x="12772" y="20923"/>
                </a:lnTo>
                <a:lnTo>
                  <a:pt x="10670" y="20402"/>
                </a:lnTo>
                <a:lnTo>
                  <a:pt x="8578" y="19752"/>
                </a:lnTo>
                <a:lnTo>
                  <a:pt x="6483" y="18989"/>
                </a:lnTo>
                <a:lnTo>
                  <a:pt x="4363" y="18119"/>
                </a:lnTo>
                <a:lnTo>
                  <a:pt x="2209" y="17158"/>
                </a:lnTo>
                <a:lnTo>
                  <a:pt x="0" y="16115"/>
                </a:lnTo>
                <a:lnTo>
                  <a:pt x="611" y="12925"/>
                </a:lnTo>
                <a:lnTo>
                  <a:pt x="1225" y="9723"/>
                </a:lnTo>
                <a:lnTo>
                  <a:pt x="1839" y="6511"/>
                </a:lnTo>
                <a:lnTo>
                  <a:pt x="2459" y="3271"/>
                </a:lnTo>
                <a:lnTo>
                  <a:pt x="3086" y="0"/>
                </a:lnTo>
                <a:close/>
              </a:path>
            </a:pathLst>
          </a:custGeom>
          <a:solidFill>
            <a:srgbClr val="E7ED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5" name="contour_12843"/>
          <p:cNvSpPr/>
          <p:nvPr/>
        </p:nvSpPr>
        <p:spPr>
          <a:xfrm>
            <a:off x="9834587" y="201877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694" y="488"/>
                </a:lnTo>
                <a:lnTo>
                  <a:pt x="15703" y="892"/>
                </a:lnTo>
                <a:lnTo>
                  <a:pt x="17345" y="1361"/>
                </a:lnTo>
                <a:lnTo>
                  <a:pt x="19138" y="2043"/>
                </a:lnTo>
                <a:lnTo>
                  <a:pt x="21600" y="3086"/>
                </a:lnTo>
                <a:lnTo>
                  <a:pt x="20758" y="4956"/>
                </a:lnTo>
                <a:lnTo>
                  <a:pt x="19886" y="6789"/>
                </a:lnTo>
                <a:lnTo>
                  <a:pt x="18965" y="8588"/>
                </a:lnTo>
                <a:lnTo>
                  <a:pt x="17978" y="10353"/>
                </a:lnTo>
                <a:lnTo>
                  <a:pt x="16902" y="12081"/>
                </a:lnTo>
                <a:lnTo>
                  <a:pt x="15714" y="13772"/>
                </a:lnTo>
                <a:lnTo>
                  <a:pt x="14400" y="15429"/>
                </a:lnTo>
                <a:lnTo>
                  <a:pt x="11614" y="15614"/>
                </a:lnTo>
                <a:lnTo>
                  <a:pt x="9659" y="15706"/>
                </a:lnTo>
                <a:lnTo>
                  <a:pt x="8017" y="15706"/>
                </a:lnTo>
                <a:lnTo>
                  <a:pt x="6170" y="15614"/>
                </a:lnTo>
                <a:lnTo>
                  <a:pt x="3600" y="15429"/>
                </a:lnTo>
                <a:lnTo>
                  <a:pt x="2149" y="17261"/>
                </a:lnTo>
                <a:lnTo>
                  <a:pt x="1292" y="18514"/>
                </a:lnTo>
                <a:lnTo>
                  <a:pt x="688" y="19767"/>
                </a:lnTo>
                <a:lnTo>
                  <a:pt x="0" y="21600"/>
                </a:lnTo>
                <a:lnTo>
                  <a:pt x="551" y="19341"/>
                </a:lnTo>
                <a:lnTo>
                  <a:pt x="1116" y="17157"/>
                </a:lnTo>
                <a:lnTo>
                  <a:pt x="1714" y="15043"/>
                </a:lnTo>
                <a:lnTo>
                  <a:pt x="2372" y="12991"/>
                </a:lnTo>
                <a:lnTo>
                  <a:pt x="3121" y="10997"/>
                </a:lnTo>
                <a:lnTo>
                  <a:pt x="3978" y="9060"/>
                </a:lnTo>
                <a:lnTo>
                  <a:pt x="4968" y="7168"/>
                </a:lnTo>
                <a:lnTo>
                  <a:pt x="6124" y="5323"/>
                </a:lnTo>
                <a:lnTo>
                  <a:pt x="7463" y="3518"/>
                </a:lnTo>
                <a:lnTo>
                  <a:pt x="9014" y="1743"/>
                </a:lnTo>
                <a:lnTo>
                  <a:pt x="10800" y="0"/>
                </a:lnTo>
                <a:close/>
              </a:path>
            </a:pathLst>
          </a:custGeom>
          <a:solidFill>
            <a:srgbClr val="C0B0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6" name="contour_12844"/>
          <p:cNvSpPr/>
          <p:nvPr/>
        </p:nvSpPr>
        <p:spPr>
          <a:xfrm>
            <a:off x="7414974" y="2018774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344" y="1339"/>
                </a:lnTo>
                <a:lnTo>
                  <a:pt x="6520" y="2700"/>
                </a:lnTo>
                <a:lnTo>
                  <a:pt x="6897" y="4730"/>
                </a:lnTo>
                <a:lnTo>
                  <a:pt x="7313" y="6674"/>
                </a:lnTo>
                <a:lnTo>
                  <a:pt x="7816" y="8569"/>
                </a:lnTo>
                <a:lnTo>
                  <a:pt x="8449" y="10448"/>
                </a:lnTo>
                <a:lnTo>
                  <a:pt x="9257" y="12343"/>
                </a:lnTo>
                <a:lnTo>
                  <a:pt x="11553" y="12435"/>
                </a:lnTo>
                <a:lnTo>
                  <a:pt x="13182" y="12482"/>
                </a:lnTo>
                <a:lnTo>
                  <a:pt x="14589" y="12482"/>
                </a:lnTo>
                <a:lnTo>
                  <a:pt x="16219" y="12435"/>
                </a:lnTo>
                <a:lnTo>
                  <a:pt x="18514" y="12343"/>
                </a:lnTo>
                <a:lnTo>
                  <a:pt x="19557" y="14639"/>
                </a:lnTo>
                <a:lnTo>
                  <a:pt x="20239" y="16268"/>
                </a:lnTo>
                <a:lnTo>
                  <a:pt x="20708" y="17675"/>
                </a:lnTo>
                <a:lnTo>
                  <a:pt x="21112" y="19304"/>
                </a:lnTo>
                <a:lnTo>
                  <a:pt x="21600" y="21600"/>
                </a:lnTo>
                <a:lnTo>
                  <a:pt x="19767" y="21270"/>
                </a:lnTo>
                <a:lnTo>
                  <a:pt x="17934" y="20933"/>
                </a:lnTo>
                <a:lnTo>
                  <a:pt x="16101" y="20591"/>
                </a:lnTo>
                <a:lnTo>
                  <a:pt x="14271" y="20248"/>
                </a:lnTo>
                <a:lnTo>
                  <a:pt x="12226" y="19872"/>
                </a:lnTo>
                <a:lnTo>
                  <a:pt x="10149" y="19489"/>
                </a:lnTo>
                <a:lnTo>
                  <a:pt x="7915" y="18922"/>
                </a:lnTo>
                <a:lnTo>
                  <a:pt x="5841" y="18314"/>
                </a:lnTo>
                <a:lnTo>
                  <a:pt x="3869" y="17582"/>
                </a:lnTo>
                <a:lnTo>
                  <a:pt x="1941" y="16647"/>
                </a:lnTo>
                <a:lnTo>
                  <a:pt x="0" y="15429"/>
                </a:lnTo>
                <a:lnTo>
                  <a:pt x="0" y="13389"/>
                </a:lnTo>
                <a:lnTo>
                  <a:pt x="0" y="11337"/>
                </a:lnTo>
                <a:lnTo>
                  <a:pt x="0" y="9257"/>
                </a:lnTo>
                <a:lnTo>
                  <a:pt x="2040" y="9257"/>
                </a:lnTo>
                <a:lnTo>
                  <a:pt x="4092" y="9257"/>
                </a:lnTo>
                <a:lnTo>
                  <a:pt x="6171" y="9257"/>
                </a:lnTo>
                <a:lnTo>
                  <a:pt x="6171" y="7424"/>
                </a:lnTo>
                <a:lnTo>
                  <a:pt x="6171" y="5585"/>
                </a:lnTo>
                <a:lnTo>
                  <a:pt x="6171" y="3740"/>
                </a:lnTo>
                <a:lnTo>
                  <a:pt x="6171" y="1879"/>
                </a:lnTo>
                <a:lnTo>
                  <a:pt x="6171" y="0"/>
                </a:lnTo>
                <a:close/>
              </a:path>
            </a:pathLst>
          </a:custGeom>
          <a:solidFill>
            <a:srgbClr val="A9A7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7" name="contour_12845"/>
          <p:cNvSpPr/>
          <p:nvPr/>
        </p:nvSpPr>
        <p:spPr>
          <a:xfrm>
            <a:off x="4616057" y="2010771"/>
            <a:ext cx="44056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990" y="0"/>
                </a:moveTo>
                <a:lnTo>
                  <a:pt x="10423" y="95"/>
                </a:lnTo>
                <a:lnTo>
                  <a:pt x="12889" y="184"/>
                </a:lnTo>
                <a:lnTo>
                  <a:pt x="14118" y="221"/>
                </a:lnTo>
                <a:lnTo>
                  <a:pt x="17816" y="327"/>
                </a:lnTo>
                <a:lnTo>
                  <a:pt x="19695" y="422"/>
                </a:lnTo>
                <a:lnTo>
                  <a:pt x="21600" y="517"/>
                </a:lnTo>
                <a:lnTo>
                  <a:pt x="21250" y="4280"/>
                </a:lnTo>
                <a:lnTo>
                  <a:pt x="20889" y="6984"/>
                </a:lnTo>
                <a:lnTo>
                  <a:pt x="20346" y="9387"/>
                </a:lnTo>
                <a:lnTo>
                  <a:pt x="19449" y="12249"/>
                </a:lnTo>
                <a:lnTo>
                  <a:pt x="18027" y="16329"/>
                </a:lnTo>
                <a:lnTo>
                  <a:pt x="15833" y="17404"/>
                </a:lnTo>
                <a:lnTo>
                  <a:pt x="13635" y="18316"/>
                </a:lnTo>
                <a:lnTo>
                  <a:pt x="11427" y="19096"/>
                </a:lnTo>
                <a:lnTo>
                  <a:pt x="9212" y="19755"/>
                </a:lnTo>
                <a:lnTo>
                  <a:pt x="6978" y="20319"/>
                </a:lnTo>
                <a:lnTo>
                  <a:pt x="4727" y="20799"/>
                </a:lnTo>
                <a:lnTo>
                  <a:pt x="2458" y="21220"/>
                </a:lnTo>
                <a:lnTo>
                  <a:pt x="161" y="21600"/>
                </a:lnTo>
                <a:lnTo>
                  <a:pt x="54" y="17837"/>
                </a:lnTo>
                <a:lnTo>
                  <a:pt x="0" y="15133"/>
                </a:lnTo>
                <a:lnTo>
                  <a:pt x="0" y="12729"/>
                </a:lnTo>
                <a:lnTo>
                  <a:pt x="54" y="9867"/>
                </a:lnTo>
                <a:lnTo>
                  <a:pt x="161" y="5787"/>
                </a:lnTo>
                <a:lnTo>
                  <a:pt x="2294" y="2736"/>
                </a:lnTo>
                <a:lnTo>
                  <a:pt x="3820" y="1112"/>
                </a:lnTo>
                <a:lnTo>
                  <a:pt x="5474" y="385"/>
                </a:lnTo>
                <a:lnTo>
                  <a:pt x="7990" y="0"/>
                </a:lnTo>
                <a:close/>
              </a:path>
            </a:pathLst>
          </a:custGeom>
          <a:solidFill>
            <a:srgbClr val="E5F7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8" name="contour_12846"/>
          <p:cNvSpPr/>
          <p:nvPr/>
        </p:nvSpPr>
        <p:spPr>
          <a:xfrm>
            <a:off x="7633614" y="1988383"/>
            <a:ext cx="43728" cy="31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845"/>
                </a:moveTo>
                <a:lnTo>
                  <a:pt x="18968" y="4063"/>
                </a:lnTo>
                <a:lnTo>
                  <a:pt x="19746" y="7306"/>
                </a:lnTo>
                <a:lnTo>
                  <a:pt x="20362" y="10579"/>
                </a:lnTo>
                <a:lnTo>
                  <a:pt x="20855" y="13901"/>
                </a:lnTo>
                <a:lnTo>
                  <a:pt x="21254" y="17283"/>
                </a:lnTo>
                <a:lnTo>
                  <a:pt x="21600" y="20740"/>
                </a:lnTo>
                <a:lnTo>
                  <a:pt x="18997" y="21078"/>
                </a:lnTo>
                <a:lnTo>
                  <a:pt x="16423" y="21356"/>
                </a:lnTo>
                <a:lnTo>
                  <a:pt x="13864" y="21540"/>
                </a:lnTo>
                <a:lnTo>
                  <a:pt x="11311" y="21600"/>
                </a:lnTo>
                <a:lnTo>
                  <a:pt x="8755" y="21506"/>
                </a:lnTo>
                <a:lnTo>
                  <a:pt x="6188" y="21232"/>
                </a:lnTo>
                <a:lnTo>
                  <a:pt x="3600" y="20740"/>
                </a:lnTo>
                <a:lnTo>
                  <a:pt x="2167" y="17039"/>
                </a:lnTo>
                <a:lnTo>
                  <a:pt x="1264" y="14413"/>
                </a:lnTo>
                <a:lnTo>
                  <a:pt x="716" y="12145"/>
                </a:lnTo>
                <a:lnTo>
                  <a:pt x="353" y="9519"/>
                </a:lnTo>
                <a:lnTo>
                  <a:pt x="0" y="5819"/>
                </a:lnTo>
                <a:lnTo>
                  <a:pt x="2228" y="4034"/>
                </a:lnTo>
                <a:lnTo>
                  <a:pt x="4385" y="2561"/>
                </a:lnTo>
                <a:lnTo>
                  <a:pt x="6505" y="1412"/>
                </a:lnTo>
                <a:lnTo>
                  <a:pt x="8633" y="597"/>
                </a:lnTo>
                <a:lnTo>
                  <a:pt x="10804" y="124"/>
                </a:lnTo>
                <a:lnTo>
                  <a:pt x="13064" y="0"/>
                </a:lnTo>
                <a:lnTo>
                  <a:pt x="15448" y="239"/>
                </a:lnTo>
                <a:lnTo>
                  <a:pt x="18000" y="845"/>
                </a:lnTo>
                <a:close/>
              </a:path>
            </a:pathLst>
          </a:custGeom>
          <a:solidFill>
            <a:srgbClr val="7A73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49" name="contour_12847"/>
          <p:cNvSpPr/>
          <p:nvPr/>
        </p:nvSpPr>
        <p:spPr>
          <a:xfrm>
            <a:off x="11306762" y="1987588"/>
            <a:ext cx="65592" cy="38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42"/>
                </a:moveTo>
                <a:lnTo>
                  <a:pt x="1774" y="634"/>
                </a:lnTo>
                <a:lnTo>
                  <a:pt x="3492" y="262"/>
                </a:lnTo>
                <a:lnTo>
                  <a:pt x="5174" y="41"/>
                </a:lnTo>
                <a:lnTo>
                  <a:pt x="6845" y="0"/>
                </a:lnTo>
                <a:lnTo>
                  <a:pt x="8525" y="155"/>
                </a:lnTo>
                <a:lnTo>
                  <a:pt x="10236" y="528"/>
                </a:lnTo>
                <a:lnTo>
                  <a:pt x="12000" y="1142"/>
                </a:lnTo>
                <a:lnTo>
                  <a:pt x="13265" y="3187"/>
                </a:lnTo>
                <a:lnTo>
                  <a:pt x="14458" y="5295"/>
                </a:lnTo>
                <a:lnTo>
                  <a:pt x="15593" y="7459"/>
                </a:lnTo>
                <a:lnTo>
                  <a:pt x="16675" y="9677"/>
                </a:lnTo>
                <a:lnTo>
                  <a:pt x="17714" y="11952"/>
                </a:lnTo>
                <a:lnTo>
                  <a:pt x="18718" y="14284"/>
                </a:lnTo>
                <a:lnTo>
                  <a:pt x="19694" y="16670"/>
                </a:lnTo>
                <a:lnTo>
                  <a:pt x="20652" y="19108"/>
                </a:lnTo>
                <a:lnTo>
                  <a:pt x="21600" y="21600"/>
                </a:lnTo>
                <a:lnTo>
                  <a:pt x="19872" y="21007"/>
                </a:lnTo>
                <a:lnTo>
                  <a:pt x="18182" y="20332"/>
                </a:lnTo>
                <a:lnTo>
                  <a:pt x="16529" y="19571"/>
                </a:lnTo>
                <a:lnTo>
                  <a:pt x="14911" y="18728"/>
                </a:lnTo>
                <a:lnTo>
                  <a:pt x="13327" y="17795"/>
                </a:lnTo>
                <a:lnTo>
                  <a:pt x="11770" y="16776"/>
                </a:lnTo>
                <a:lnTo>
                  <a:pt x="10238" y="15663"/>
                </a:lnTo>
                <a:lnTo>
                  <a:pt x="8729" y="14464"/>
                </a:lnTo>
                <a:lnTo>
                  <a:pt x="7241" y="13167"/>
                </a:lnTo>
                <a:lnTo>
                  <a:pt x="5770" y="11776"/>
                </a:lnTo>
                <a:lnTo>
                  <a:pt x="4313" y="10291"/>
                </a:lnTo>
                <a:lnTo>
                  <a:pt x="2868" y="8703"/>
                </a:lnTo>
                <a:lnTo>
                  <a:pt x="1430" y="7017"/>
                </a:lnTo>
                <a:lnTo>
                  <a:pt x="0" y="5233"/>
                </a:lnTo>
                <a:lnTo>
                  <a:pt x="0" y="3204"/>
                </a:lnTo>
                <a:lnTo>
                  <a:pt x="0" y="1142"/>
                </a:lnTo>
                <a:close/>
              </a:path>
            </a:pathLst>
          </a:custGeom>
          <a:solidFill>
            <a:srgbClr val="5C52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0" name="contour_12848"/>
          <p:cNvSpPr/>
          <p:nvPr/>
        </p:nvSpPr>
        <p:spPr>
          <a:xfrm>
            <a:off x="2464788" y="1945894"/>
            <a:ext cx="453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1" y="0"/>
                </a:moveTo>
                <a:lnTo>
                  <a:pt x="3074" y="0"/>
                </a:lnTo>
                <a:lnTo>
                  <a:pt x="5382" y="0"/>
                </a:lnTo>
                <a:lnTo>
                  <a:pt x="7720" y="0"/>
                </a:lnTo>
                <a:lnTo>
                  <a:pt x="9455" y="1800"/>
                </a:lnTo>
                <a:lnTo>
                  <a:pt x="11190" y="3600"/>
                </a:lnTo>
                <a:lnTo>
                  <a:pt x="12925" y="5400"/>
                </a:lnTo>
                <a:lnTo>
                  <a:pt x="14660" y="7200"/>
                </a:lnTo>
                <a:lnTo>
                  <a:pt x="16954" y="7200"/>
                </a:lnTo>
                <a:lnTo>
                  <a:pt x="19261" y="7200"/>
                </a:lnTo>
                <a:lnTo>
                  <a:pt x="21600" y="7200"/>
                </a:lnTo>
                <a:lnTo>
                  <a:pt x="21027" y="9576"/>
                </a:lnTo>
                <a:lnTo>
                  <a:pt x="20455" y="11956"/>
                </a:lnTo>
                <a:lnTo>
                  <a:pt x="19879" y="14346"/>
                </a:lnTo>
                <a:lnTo>
                  <a:pt x="19299" y="16747"/>
                </a:lnTo>
                <a:lnTo>
                  <a:pt x="18717" y="19163"/>
                </a:lnTo>
                <a:lnTo>
                  <a:pt x="18130" y="21600"/>
                </a:lnTo>
                <a:lnTo>
                  <a:pt x="16107" y="20534"/>
                </a:lnTo>
                <a:lnTo>
                  <a:pt x="14102" y="19454"/>
                </a:lnTo>
                <a:lnTo>
                  <a:pt x="12120" y="18353"/>
                </a:lnTo>
                <a:lnTo>
                  <a:pt x="10163" y="17222"/>
                </a:lnTo>
                <a:lnTo>
                  <a:pt x="8231" y="16052"/>
                </a:lnTo>
                <a:lnTo>
                  <a:pt x="6322" y="14832"/>
                </a:lnTo>
                <a:lnTo>
                  <a:pt x="4445" y="13558"/>
                </a:lnTo>
                <a:lnTo>
                  <a:pt x="2599" y="12215"/>
                </a:lnTo>
                <a:lnTo>
                  <a:pt x="781" y="10800"/>
                </a:lnTo>
                <a:lnTo>
                  <a:pt x="260" y="7798"/>
                </a:lnTo>
                <a:lnTo>
                  <a:pt x="0" y="5735"/>
                </a:lnTo>
                <a:lnTo>
                  <a:pt x="0" y="4093"/>
                </a:lnTo>
                <a:lnTo>
                  <a:pt x="260" y="2354"/>
                </a:lnTo>
                <a:lnTo>
                  <a:pt x="781" y="0"/>
                </a:lnTo>
                <a:close/>
              </a:path>
            </a:pathLst>
          </a:custGeom>
          <a:solidFill>
            <a:srgbClr val="AB91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1" name="contour_12849"/>
          <p:cNvSpPr/>
          <p:nvPr/>
        </p:nvSpPr>
        <p:spPr>
          <a:xfrm>
            <a:off x="10986090" y="1931318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02" y="632"/>
                </a:lnTo>
                <a:lnTo>
                  <a:pt x="3358" y="1318"/>
                </a:lnTo>
                <a:lnTo>
                  <a:pt x="4973" y="2068"/>
                </a:lnTo>
                <a:lnTo>
                  <a:pt x="6554" y="2884"/>
                </a:lnTo>
                <a:lnTo>
                  <a:pt x="8107" y="3780"/>
                </a:lnTo>
                <a:lnTo>
                  <a:pt x="9636" y="4752"/>
                </a:lnTo>
                <a:lnTo>
                  <a:pt x="11143" y="5816"/>
                </a:lnTo>
                <a:lnTo>
                  <a:pt x="12638" y="6966"/>
                </a:lnTo>
                <a:lnTo>
                  <a:pt x="14124" y="8224"/>
                </a:lnTo>
                <a:lnTo>
                  <a:pt x="15607" y="9585"/>
                </a:lnTo>
                <a:lnTo>
                  <a:pt x="17090" y="11054"/>
                </a:lnTo>
                <a:lnTo>
                  <a:pt x="18581" y="12641"/>
                </a:lnTo>
                <a:lnTo>
                  <a:pt x="20081" y="14359"/>
                </a:lnTo>
                <a:lnTo>
                  <a:pt x="21600" y="16200"/>
                </a:lnTo>
                <a:lnTo>
                  <a:pt x="19937" y="16735"/>
                </a:lnTo>
                <a:lnTo>
                  <a:pt x="18271" y="17269"/>
                </a:lnTo>
                <a:lnTo>
                  <a:pt x="16606" y="17804"/>
                </a:lnTo>
                <a:lnTo>
                  <a:pt x="14938" y="18344"/>
                </a:lnTo>
                <a:lnTo>
                  <a:pt x="13262" y="18878"/>
                </a:lnTo>
                <a:lnTo>
                  <a:pt x="11585" y="19418"/>
                </a:lnTo>
                <a:lnTo>
                  <a:pt x="9900" y="19958"/>
                </a:lnTo>
                <a:lnTo>
                  <a:pt x="8208" y="20504"/>
                </a:lnTo>
                <a:lnTo>
                  <a:pt x="6509" y="21049"/>
                </a:lnTo>
                <a:lnTo>
                  <a:pt x="4800" y="21600"/>
                </a:lnTo>
                <a:lnTo>
                  <a:pt x="4800" y="18031"/>
                </a:lnTo>
                <a:lnTo>
                  <a:pt x="4800" y="14440"/>
                </a:lnTo>
                <a:lnTo>
                  <a:pt x="4800" y="10800"/>
                </a:lnTo>
                <a:lnTo>
                  <a:pt x="3214" y="10800"/>
                </a:lnTo>
                <a:lnTo>
                  <a:pt x="1618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F0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2" name="contour_12850"/>
          <p:cNvSpPr/>
          <p:nvPr/>
        </p:nvSpPr>
        <p:spPr>
          <a:xfrm>
            <a:off x="775614" y="1931318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997" y="1280"/>
                </a:lnTo>
                <a:lnTo>
                  <a:pt x="6394" y="2562"/>
                </a:lnTo>
                <a:lnTo>
                  <a:pt x="7790" y="3845"/>
                </a:lnTo>
                <a:lnTo>
                  <a:pt x="9184" y="5127"/>
                </a:lnTo>
                <a:lnTo>
                  <a:pt x="10577" y="6412"/>
                </a:lnTo>
                <a:lnTo>
                  <a:pt x="11873" y="7603"/>
                </a:lnTo>
                <a:lnTo>
                  <a:pt x="13176" y="8805"/>
                </a:lnTo>
                <a:lnTo>
                  <a:pt x="14497" y="10020"/>
                </a:lnTo>
                <a:lnTo>
                  <a:pt x="15991" y="11510"/>
                </a:lnTo>
                <a:lnTo>
                  <a:pt x="17096" y="12668"/>
                </a:lnTo>
                <a:lnTo>
                  <a:pt x="18011" y="13740"/>
                </a:lnTo>
                <a:lnTo>
                  <a:pt x="18936" y="14972"/>
                </a:lnTo>
                <a:lnTo>
                  <a:pt x="20066" y="16608"/>
                </a:lnTo>
                <a:lnTo>
                  <a:pt x="21600" y="18900"/>
                </a:lnTo>
                <a:lnTo>
                  <a:pt x="19224" y="19197"/>
                </a:lnTo>
                <a:lnTo>
                  <a:pt x="16844" y="19494"/>
                </a:lnTo>
                <a:lnTo>
                  <a:pt x="14465" y="19791"/>
                </a:lnTo>
                <a:lnTo>
                  <a:pt x="12078" y="20091"/>
                </a:lnTo>
                <a:lnTo>
                  <a:pt x="9684" y="20390"/>
                </a:lnTo>
                <a:lnTo>
                  <a:pt x="7279" y="20690"/>
                </a:lnTo>
                <a:lnTo>
                  <a:pt x="4867" y="20992"/>
                </a:lnTo>
                <a:lnTo>
                  <a:pt x="2441" y="21295"/>
                </a:lnTo>
                <a:lnTo>
                  <a:pt x="0" y="21600"/>
                </a:lnTo>
                <a:lnTo>
                  <a:pt x="2138" y="21065"/>
                </a:lnTo>
                <a:lnTo>
                  <a:pt x="4284" y="20528"/>
                </a:lnTo>
                <a:lnTo>
                  <a:pt x="6437" y="19991"/>
                </a:lnTo>
                <a:lnTo>
                  <a:pt x="8608" y="19448"/>
                </a:lnTo>
                <a:lnTo>
                  <a:pt x="10800" y="18900"/>
                </a:lnTo>
                <a:lnTo>
                  <a:pt x="10181" y="18212"/>
                </a:lnTo>
                <a:lnTo>
                  <a:pt x="8312" y="16138"/>
                </a:lnTo>
                <a:lnTo>
                  <a:pt x="7276" y="14931"/>
                </a:lnTo>
                <a:lnTo>
                  <a:pt x="6232" y="13719"/>
                </a:lnTo>
                <a:lnTo>
                  <a:pt x="5177" y="12488"/>
                </a:lnTo>
                <a:lnTo>
                  <a:pt x="4129" y="11297"/>
                </a:lnTo>
                <a:lnTo>
                  <a:pt x="3078" y="10095"/>
                </a:lnTo>
                <a:lnTo>
                  <a:pt x="2012" y="8880"/>
                </a:lnTo>
                <a:lnTo>
                  <a:pt x="871" y="6820"/>
                </a:lnTo>
                <a:lnTo>
                  <a:pt x="436" y="5443"/>
                </a:lnTo>
                <a:lnTo>
                  <a:pt x="655" y="4128"/>
                </a:lnTo>
                <a:lnTo>
                  <a:pt x="1476" y="2257"/>
                </a:lnTo>
                <a:lnTo>
                  <a:pt x="2531" y="1137"/>
                </a:lnTo>
                <a:lnTo>
                  <a:pt x="3600" y="0"/>
                </a:lnTo>
                <a:close/>
              </a:path>
            </a:pathLst>
          </a:custGeom>
          <a:solidFill>
            <a:srgbClr val="2A2A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3" name="contour_12851"/>
          <p:cNvSpPr/>
          <p:nvPr/>
        </p:nvSpPr>
        <p:spPr>
          <a:xfrm>
            <a:off x="6751767" y="1902166"/>
            <a:ext cx="21543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6" y="212"/>
                </a:lnTo>
                <a:lnTo>
                  <a:pt x="3632" y="489"/>
                </a:lnTo>
                <a:lnTo>
                  <a:pt x="7519" y="1011"/>
                </a:lnTo>
                <a:lnTo>
                  <a:pt x="14614" y="1964"/>
                </a:lnTo>
                <a:lnTo>
                  <a:pt x="15791" y="3277"/>
                </a:lnTo>
                <a:lnTo>
                  <a:pt x="16821" y="4554"/>
                </a:lnTo>
                <a:lnTo>
                  <a:pt x="17705" y="5814"/>
                </a:lnTo>
                <a:lnTo>
                  <a:pt x="18458" y="7077"/>
                </a:lnTo>
                <a:lnTo>
                  <a:pt x="19101" y="8363"/>
                </a:lnTo>
                <a:lnTo>
                  <a:pt x="19642" y="9696"/>
                </a:lnTo>
                <a:lnTo>
                  <a:pt x="20160" y="10759"/>
                </a:lnTo>
                <a:lnTo>
                  <a:pt x="20679" y="11839"/>
                </a:lnTo>
                <a:lnTo>
                  <a:pt x="21220" y="13278"/>
                </a:lnTo>
                <a:lnTo>
                  <a:pt x="21549" y="14662"/>
                </a:lnTo>
                <a:lnTo>
                  <a:pt x="21600" y="16017"/>
                </a:lnTo>
                <a:lnTo>
                  <a:pt x="21300" y="17364"/>
                </a:lnTo>
                <a:lnTo>
                  <a:pt x="20562" y="18729"/>
                </a:lnTo>
                <a:lnTo>
                  <a:pt x="19327" y="20135"/>
                </a:lnTo>
                <a:lnTo>
                  <a:pt x="16989" y="20862"/>
                </a:lnTo>
                <a:lnTo>
                  <a:pt x="14614" y="21600"/>
                </a:lnTo>
                <a:lnTo>
                  <a:pt x="9784" y="21600"/>
                </a:lnTo>
                <a:lnTo>
                  <a:pt x="4925" y="21600"/>
                </a:lnTo>
                <a:lnTo>
                  <a:pt x="0" y="21600"/>
                </a:lnTo>
                <a:lnTo>
                  <a:pt x="0" y="20263"/>
                </a:lnTo>
                <a:lnTo>
                  <a:pt x="0" y="18927"/>
                </a:lnTo>
                <a:lnTo>
                  <a:pt x="0" y="17588"/>
                </a:lnTo>
                <a:lnTo>
                  <a:pt x="0" y="16251"/>
                </a:lnTo>
                <a:lnTo>
                  <a:pt x="0" y="14912"/>
                </a:lnTo>
                <a:lnTo>
                  <a:pt x="0" y="13569"/>
                </a:lnTo>
                <a:lnTo>
                  <a:pt x="0" y="12226"/>
                </a:lnTo>
                <a:lnTo>
                  <a:pt x="0" y="10881"/>
                </a:lnTo>
                <a:lnTo>
                  <a:pt x="0" y="9533"/>
                </a:lnTo>
                <a:lnTo>
                  <a:pt x="0" y="8182"/>
                </a:lnTo>
                <a:lnTo>
                  <a:pt x="0" y="6828"/>
                </a:lnTo>
                <a:lnTo>
                  <a:pt x="0" y="5471"/>
                </a:lnTo>
                <a:lnTo>
                  <a:pt x="0" y="4110"/>
                </a:lnTo>
                <a:lnTo>
                  <a:pt x="0" y="2745"/>
                </a:lnTo>
                <a:lnTo>
                  <a:pt x="0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C4D0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4" name="contour_12852"/>
          <p:cNvSpPr/>
          <p:nvPr/>
        </p:nvSpPr>
        <p:spPr>
          <a:xfrm>
            <a:off x="5104681" y="1924030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BAD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5" name="contour_12853"/>
          <p:cNvSpPr/>
          <p:nvPr/>
        </p:nvSpPr>
        <p:spPr>
          <a:xfrm>
            <a:off x="4281138" y="1916742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343" y="2380"/>
                </a:lnTo>
                <a:lnTo>
                  <a:pt x="12343" y="4774"/>
                </a:lnTo>
                <a:lnTo>
                  <a:pt x="12343" y="7200"/>
                </a:lnTo>
                <a:lnTo>
                  <a:pt x="14639" y="8309"/>
                </a:lnTo>
                <a:lnTo>
                  <a:pt x="16268" y="9050"/>
                </a:lnTo>
                <a:lnTo>
                  <a:pt x="17675" y="9598"/>
                </a:lnTo>
                <a:lnTo>
                  <a:pt x="19304" y="10123"/>
                </a:lnTo>
                <a:lnTo>
                  <a:pt x="21600" y="10800"/>
                </a:lnTo>
                <a:lnTo>
                  <a:pt x="19853" y="12326"/>
                </a:lnTo>
                <a:lnTo>
                  <a:pt x="18107" y="13856"/>
                </a:lnTo>
                <a:lnTo>
                  <a:pt x="16354" y="15390"/>
                </a:lnTo>
                <a:lnTo>
                  <a:pt x="14595" y="16931"/>
                </a:lnTo>
                <a:lnTo>
                  <a:pt x="12827" y="18475"/>
                </a:lnTo>
                <a:lnTo>
                  <a:pt x="11050" y="20034"/>
                </a:lnTo>
                <a:lnTo>
                  <a:pt x="9257" y="21600"/>
                </a:lnTo>
                <a:lnTo>
                  <a:pt x="7949" y="19562"/>
                </a:lnTo>
                <a:lnTo>
                  <a:pt x="6637" y="17525"/>
                </a:lnTo>
                <a:lnTo>
                  <a:pt x="5323" y="15480"/>
                </a:lnTo>
                <a:lnTo>
                  <a:pt x="4002" y="13428"/>
                </a:lnTo>
                <a:lnTo>
                  <a:pt x="2678" y="11365"/>
                </a:lnTo>
                <a:lnTo>
                  <a:pt x="1342" y="9292"/>
                </a:lnTo>
                <a:lnTo>
                  <a:pt x="0" y="7200"/>
                </a:lnTo>
                <a:lnTo>
                  <a:pt x="2021" y="4532"/>
                </a:lnTo>
                <a:lnTo>
                  <a:pt x="3595" y="2624"/>
                </a:lnTo>
                <a:lnTo>
                  <a:pt x="4940" y="1343"/>
                </a:lnTo>
                <a:lnTo>
                  <a:pt x="6270" y="565"/>
                </a:lnTo>
                <a:lnTo>
                  <a:pt x="7804" y="169"/>
                </a:lnTo>
                <a:lnTo>
                  <a:pt x="9757" y="22"/>
                </a:lnTo>
                <a:lnTo>
                  <a:pt x="12343" y="0"/>
                </a:lnTo>
                <a:close/>
              </a:path>
            </a:pathLst>
          </a:custGeom>
          <a:solidFill>
            <a:srgbClr val="CAE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6" name="contour_12854"/>
          <p:cNvSpPr/>
          <p:nvPr/>
        </p:nvSpPr>
        <p:spPr>
          <a:xfrm>
            <a:off x="7757510" y="191674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046" y="1531"/>
                </a:lnTo>
                <a:lnTo>
                  <a:pt x="4500" y="3086"/>
                </a:lnTo>
                <a:lnTo>
                  <a:pt x="5839" y="4616"/>
                </a:lnTo>
                <a:lnTo>
                  <a:pt x="7200" y="6171"/>
                </a:lnTo>
                <a:lnTo>
                  <a:pt x="9634" y="6397"/>
                </a:lnTo>
                <a:lnTo>
                  <a:pt x="12013" y="6495"/>
                </a:lnTo>
                <a:lnTo>
                  <a:pt x="14371" y="6495"/>
                </a:lnTo>
                <a:lnTo>
                  <a:pt x="16733" y="6424"/>
                </a:lnTo>
                <a:lnTo>
                  <a:pt x="19130" y="6310"/>
                </a:lnTo>
                <a:lnTo>
                  <a:pt x="21600" y="6171"/>
                </a:lnTo>
                <a:lnTo>
                  <a:pt x="21600" y="8353"/>
                </a:lnTo>
                <a:lnTo>
                  <a:pt x="21600" y="10538"/>
                </a:lnTo>
                <a:lnTo>
                  <a:pt x="21600" y="12729"/>
                </a:lnTo>
                <a:lnTo>
                  <a:pt x="21600" y="14929"/>
                </a:lnTo>
                <a:lnTo>
                  <a:pt x="21600" y="17138"/>
                </a:lnTo>
                <a:lnTo>
                  <a:pt x="21600" y="19360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2704" y="19915"/>
                </a:lnTo>
                <a:lnTo>
                  <a:pt x="11455" y="18638"/>
                </a:lnTo>
                <a:lnTo>
                  <a:pt x="10433" y="17511"/>
                </a:lnTo>
                <a:lnTo>
                  <a:pt x="9414" y="16286"/>
                </a:lnTo>
                <a:lnTo>
                  <a:pt x="8183" y="14713"/>
                </a:lnTo>
                <a:lnTo>
                  <a:pt x="6523" y="12534"/>
                </a:lnTo>
                <a:lnTo>
                  <a:pt x="5209" y="10849"/>
                </a:lnTo>
                <a:lnTo>
                  <a:pt x="3888" y="9155"/>
                </a:lnTo>
                <a:lnTo>
                  <a:pt x="2545" y="7437"/>
                </a:lnTo>
                <a:lnTo>
                  <a:pt x="1703" y="5999"/>
                </a:lnTo>
                <a:lnTo>
                  <a:pt x="857" y="4551"/>
                </a:lnTo>
                <a:lnTo>
                  <a:pt x="0" y="3086"/>
                </a:lnTo>
                <a:lnTo>
                  <a:pt x="1786" y="1555"/>
                </a:lnTo>
                <a:lnTo>
                  <a:pt x="3600" y="0"/>
                </a:lnTo>
                <a:close/>
              </a:path>
            </a:pathLst>
          </a:custGeom>
          <a:solidFill>
            <a:srgbClr val="676C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7" name="contour_12855"/>
          <p:cNvSpPr/>
          <p:nvPr/>
        </p:nvSpPr>
        <p:spPr>
          <a:xfrm>
            <a:off x="7604462" y="1909723"/>
            <a:ext cx="52233" cy="580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97" y="2612"/>
                </a:moveTo>
                <a:lnTo>
                  <a:pt x="21383" y="4809"/>
                </a:lnTo>
                <a:lnTo>
                  <a:pt x="21543" y="6412"/>
                </a:lnTo>
                <a:lnTo>
                  <a:pt x="21600" y="7880"/>
                </a:lnTo>
                <a:lnTo>
                  <a:pt x="21573" y="9681"/>
                </a:lnTo>
                <a:lnTo>
                  <a:pt x="21473" y="12274"/>
                </a:lnTo>
                <a:lnTo>
                  <a:pt x="21419" y="14016"/>
                </a:lnTo>
                <a:lnTo>
                  <a:pt x="21365" y="15768"/>
                </a:lnTo>
                <a:lnTo>
                  <a:pt x="21308" y="17542"/>
                </a:lnTo>
                <a:lnTo>
                  <a:pt x="21278" y="18139"/>
                </a:lnTo>
                <a:lnTo>
                  <a:pt x="21223" y="19191"/>
                </a:lnTo>
                <a:lnTo>
                  <a:pt x="21097" y="21600"/>
                </a:lnTo>
                <a:lnTo>
                  <a:pt x="19602" y="21600"/>
                </a:lnTo>
                <a:lnTo>
                  <a:pt x="18083" y="21600"/>
                </a:lnTo>
                <a:lnTo>
                  <a:pt x="18083" y="19682"/>
                </a:lnTo>
                <a:lnTo>
                  <a:pt x="18083" y="17762"/>
                </a:lnTo>
                <a:lnTo>
                  <a:pt x="18083" y="15836"/>
                </a:lnTo>
                <a:lnTo>
                  <a:pt x="18083" y="13902"/>
                </a:lnTo>
                <a:lnTo>
                  <a:pt x="18083" y="11960"/>
                </a:lnTo>
                <a:lnTo>
                  <a:pt x="18083" y="10007"/>
                </a:lnTo>
                <a:lnTo>
                  <a:pt x="18083" y="8037"/>
                </a:lnTo>
                <a:lnTo>
                  <a:pt x="16094" y="8037"/>
                </a:lnTo>
                <a:lnTo>
                  <a:pt x="14102" y="8037"/>
                </a:lnTo>
                <a:lnTo>
                  <a:pt x="12110" y="8037"/>
                </a:lnTo>
                <a:lnTo>
                  <a:pt x="10111" y="8037"/>
                </a:lnTo>
                <a:lnTo>
                  <a:pt x="8107" y="8037"/>
                </a:lnTo>
                <a:lnTo>
                  <a:pt x="6094" y="8037"/>
                </a:lnTo>
                <a:lnTo>
                  <a:pt x="4075" y="8037"/>
                </a:lnTo>
                <a:lnTo>
                  <a:pt x="2043" y="8037"/>
                </a:lnTo>
                <a:lnTo>
                  <a:pt x="0" y="8037"/>
                </a:lnTo>
                <a:lnTo>
                  <a:pt x="1492" y="5379"/>
                </a:lnTo>
                <a:lnTo>
                  <a:pt x="2538" y="3705"/>
                </a:lnTo>
                <a:lnTo>
                  <a:pt x="3409" y="2696"/>
                </a:lnTo>
                <a:lnTo>
                  <a:pt x="4382" y="2032"/>
                </a:lnTo>
                <a:lnTo>
                  <a:pt x="5732" y="1394"/>
                </a:lnTo>
                <a:lnTo>
                  <a:pt x="7281" y="1074"/>
                </a:lnTo>
                <a:lnTo>
                  <a:pt x="8855" y="746"/>
                </a:lnTo>
                <a:lnTo>
                  <a:pt x="10392" y="396"/>
                </a:lnTo>
                <a:lnTo>
                  <a:pt x="11950" y="38"/>
                </a:lnTo>
                <a:lnTo>
                  <a:pt x="14192" y="0"/>
                </a:lnTo>
                <a:lnTo>
                  <a:pt x="16043" y="160"/>
                </a:lnTo>
                <a:lnTo>
                  <a:pt x="17688" y="599"/>
                </a:lnTo>
                <a:lnTo>
                  <a:pt x="19313" y="1389"/>
                </a:lnTo>
                <a:lnTo>
                  <a:pt x="21097" y="2612"/>
                </a:lnTo>
                <a:close/>
              </a:path>
            </a:pathLst>
          </a:custGeom>
          <a:solidFill>
            <a:srgbClr val="E8E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8" name="contour_12856"/>
          <p:cNvSpPr/>
          <p:nvPr/>
        </p:nvSpPr>
        <p:spPr>
          <a:xfrm>
            <a:off x="1621021" y="1894878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4898" y="1710"/>
                </a:lnTo>
                <a:lnTo>
                  <a:pt x="4999" y="3431"/>
                </a:lnTo>
                <a:lnTo>
                  <a:pt x="5100" y="5177"/>
                </a:lnTo>
                <a:lnTo>
                  <a:pt x="6151" y="7934"/>
                </a:lnTo>
                <a:lnTo>
                  <a:pt x="6962" y="9684"/>
                </a:lnTo>
                <a:lnTo>
                  <a:pt x="7793" y="10768"/>
                </a:lnTo>
                <a:lnTo>
                  <a:pt x="8906" y="11534"/>
                </a:lnTo>
                <a:lnTo>
                  <a:pt x="10565" y="12319"/>
                </a:lnTo>
                <a:lnTo>
                  <a:pt x="12139" y="12686"/>
                </a:lnTo>
                <a:lnTo>
                  <a:pt x="13711" y="13032"/>
                </a:lnTo>
                <a:lnTo>
                  <a:pt x="15283" y="13352"/>
                </a:lnTo>
                <a:lnTo>
                  <a:pt x="16858" y="13651"/>
                </a:lnTo>
                <a:lnTo>
                  <a:pt x="18434" y="13925"/>
                </a:lnTo>
                <a:lnTo>
                  <a:pt x="20014" y="14177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8336" y="21136"/>
                </a:lnTo>
                <a:lnTo>
                  <a:pt x="15598" y="20725"/>
                </a:lnTo>
                <a:lnTo>
                  <a:pt x="13320" y="20333"/>
                </a:lnTo>
                <a:lnTo>
                  <a:pt x="11436" y="19926"/>
                </a:lnTo>
                <a:lnTo>
                  <a:pt x="9881" y="19476"/>
                </a:lnTo>
                <a:lnTo>
                  <a:pt x="8590" y="18950"/>
                </a:lnTo>
                <a:lnTo>
                  <a:pt x="7498" y="18313"/>
                </a:lnTo>
                <a:lnTo>
                  <a:pt x="6535" y="17536"/>
                </a:lnTo>
                <a:lnTo>
                  <a:pt x="5642" y="16585"/>
                </a:lnTo>
                <a:lnTo>
                  <a:pt x="4747" y="15430"/>
                </a:lnTo>
                <a:lnTo>
                  <a:pt x="3790" y="14036"/>
                </a:lnTo>
                <a:lnTo>
                  <a:pt x="2700" y="12377"/>
                </a:lnTo>
                <a:lnTo>
                  <a:pt x="1807" y="10667"/>
                </a:lnTo>
                <a:lnTo>
                  <a:pt x="910" y="8946"/>
                </a:lnTo>
                <a:lnTo>
                  <a:pt x="0" y="7200"/>
                </a:lnTo>
                <a:lnTo>
                  <a:pt x="1586" y="7200"/>
                </a:lnTo>
                <a:lnTo>
                  <a:pt x="3182" y="7200"/>
                </a:lnTo>
                <a:lnTo>
                  <a:pt x="4800" y="7200"/>
                </a:lnTo>
                <a:lnTo>
                  <a:pt x="4800" y="4820"/>
                </a:lnTo>
                <a:lnTo>
                  <a:pt x="4800" y="2426"/>
                </a:lnTo>
                <a:lnTo>
                  <a:pt x="4800" y="0"/>
                </a:lnTo>
                <a:close/>
              </a:path>
            </a:pathLst>
          </a:custGeom>
          <a:solidFill>
            <a:srgbClr val="676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59" name="contour_12857"/>
          <p:cNvSpPr/>
          <p:nvPr/>
        </p:nvSpPr>
        <p:spPr>
          <a:xfrm>
            <a:off x="3742162" y="1886169"/>
            <a:ext cx="57969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14" y="0"/>
                </a:moveTo>
                <a:lnTo>
                  <a:pt x="8750" y="69"/>
                </a:lnTo>
                <a:lnTo>
                  <a:pt x="10496" y="138"/>
                </a:lnTo>
                <a:lnTo>
                  <a:pt x="12266" y="210"/>
                </a:lnTo>
                <a:lnTo>
                  <a:pt x="13040" y="234"/>
                </a:lnTo>
                <a:lnTo>
                  <a:pt x="14406" y="276"/>
                </a:lnTo>
                <a:lnTo>
                  <a:pt x="17537" y="375"/>
                </a:lnTo>
                <a:lnTo>
                  <a:pt x="18879" y="444"/>
                </a:lnTo>
                <a:lnTo>
                  <a:pt x="20231" y="513"/>
                </a:lnTo>
                <a:lnTo>
                  <a:pt x="21600" y="585"/>
                </a:lnTo>
                <a:lnTo>
                  <a:pt x="20335" y="1720"/>
                </a:lnTo>
                <a:lnTo>
                  <a:pt x="19064" y="2849"/>
                </a:lnTo>
                <a:lnTo>
                  <a:pt x="17787" y="3972"/>
                </a:lnTo>
                <a:lnTo>
                  <a:pt x="16508" y="5089"/>
                </a:lnTo>
                <a:lnTo>
                  <a:pt x="15088" y="6346"/>
                </a:lnTo>
                <a:lnTo>
                  <a:pt x="13643" y="7622"/>
                </a:lnTo>
                <a:lnTo>
                  <a:pt x="12182" y="8583"/>
                </a:lnTo>
                <a:lnTo>
                  <a:pt x="11017" y="9165"/>
                </a:lnTo>
                <a:lnTo>
                  <a:pt x="9749" y="9466"/>
                </a:lnTo>
                <a:lnTo>
                  <a:pt x="7978" y="9574"/>
                </a:lnTo>
                <a:lnTo>
                  <a:pt x="5306" y="9592"/>
                </a:lnTo>
                <a:lnTo>
                  <a:pt x="4494" y="11564"/>
                </a:lnTo>
                <a:lnTo>
                  <a:pt x="4054" y="13122"/>
                </a:lnTo>
                <a:lnTo>
                  <a:pt x="3609" y="15596"/>
                </a:lnTo>
                <a:lnTo>
                  <a:pt x="3305" y="17271"/>
                </a:lnTo>
                <a:lnTo>
                  <a:pt x="2995" y="18973"/>
                </a:lnTo>
                <a:lnTo>
                  <a:pt x="2895" y="19628"/>
                </a:lnTo>
                <a:lnTo>
                  <a:pt x="2591" y="21600"/>
                </a:lnTo>
                <a:lnTo>
                  <a:pt x="2197" y="19820"/>
                </a:lnTo>
                <a:lnTo>
                  <a:pt x="1811" y="18040"/>
                </a:lnTo>
                <a:lnTo>
                  <a:pt x="1437" y="16253"/>
                </a:lnTo>
                <a:lnTo>
                  <a:pt x="1065" y="14470"/>
                </a:lnTo>
                <a:lnTo>
                  <a:pt x="638" y="12480"/>
                </a:lnTo>
                <a:lnTo>
                  <a:pt x="204" y="10459"/>
                </a:lnTo>
                <a:lnTo>
                  <a:pt x="24" y="8166"/>
                </a:lnTo>
                <a:lnTo>
                  <a:pt x="0" y="6638"/>
                </a:lnTo>
                <a:lnTo>
                  <a:pt x="166" y="5185"/>
                </a:lnTo>
                <a:lnTo>
                  <a:pt x="554" y="3119"/>
                </a:lnTo>
                <a:lnTo>
                  <a:pt x="1800" y="1645"/>
                </a:lnTo>
                <a:lnTo>
                  <a:pt x="2889" y="829"/>
                </a:lnTo>
                <a:lnTo>
                  <a:pt x="4424" y="378"/>
                </a:lnTo>
                <a:lnTo>
                  <a:pt x="7014" y="0"/>
                </a:lnTo>
                <a:close/>
              </a:path>
            </a:pathLst>
          </a:custGeom>
          <a:solidFill>
            <a:srgbClr val="B4BB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0" name="contour_12858"/>
          <p:cNvSpPr/>
          <p:nvPr/>
        </p:nvSpPr>
        <p:spPr>
          <a:xfrm>
            <a:off x="7138030" y="1884857"/>
            <a:ext cx="43728" cy="39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655" y="76"/>
                </a:lnTo>
                <a:lnTo>
                  <a:pt x="15520" y="466"/>
                </a:lnTo>
                <a:lnTo>
                  <a:pt x="18000" y="1507"/>
                </a:lnTo>
                <a:lnTo>
                  <a:pt x="18864" y="3954"/>
                </a:lnTo>
                <a:lnTo>
                  <a:pt x="19570" y="6410"/>
                </a:lnTo>
                <a:lnTo>
                  <a:pt x="20135" y="8873"/>
                </a:lnTo>
                <a:lnTo>
                  <a:pt x="20581" y="11357"/>
                </a:lnTo>
                <a:lnTo>
                  <a:pt x="20930" y="13864"/>
                </a:lnTo>
                <a:lnTo>
                  <a:pt x="21204" y="16400"/>
                </a:lnTo>
                <a:lnTo>
                  <a:pt x="21420" y="18980"/>
                </a:lnTo>
                <a:lnTo>
                  <a:pt x="21600" y="21600"/>
                </a:lnTo>
                <a:lnTo>
                  <a:pt x="19195" y="21126"/>
                </a:lnTo>
                <a:lnTo>
                  <a:pt x="16794" y="20623"/>
                </a:lnTo>
                <a:lnTo>
                  <a:pt x="14400" y="20093"/>
                </a:lnTo>
                <a:lnTo>
                  <a:pt x="12391" y="19671"/>
                </a:lnTo>
                <a:lnTo>
                  <a:pt x="10350" y="19245"/>
                </a:lnTo>
                <a:lnTo>
                  <a:pt x="8788" y="18421"/>
                </a:lnTo>
                <a:lnTo>
                  <a:pt x="7200" y="17581"/>
                </a:lnTo>
                <a:lnTo>
                  <a:pt x="7200" y="14925"/>
                </a:lnTo>
                <a:lnTo>
                  <a:pt x="7200" y="12253"/>
                </a:lnTo>
                <a:lnTo>
                  <a:pt x="7200" y="9544"/>
                </a:lnTo>
                <a:lnTo>
                  <a:pt x="5062" y="8069"/>
                </a:lnTo>
                <a:lnTo>
                  <a:pt x="3600" y="7157"/>
                </a:lnTo>
                <a:lnTo>
                  <a:pt x="2138" y="6438"/>
                </a:lnTo>
                <a:lnTo>
                  <a:pt x="0" y="5526"/>
                </a:lnTo>
                <a:lnTo>
                  <a:pt x="2138" y="3283"/>
                </a:lnTo>
                <a:lnTo>
                  <a:pt x="3956" y="1812"/>
                </a:lnTo>
                <a:lnTo>
                  <a:pt x="5785" y="908"/>
                </a:lnTo>
                <a:lnTo>
                  <a:pt x="7956" y="370"/>
                </a:lnTo>
                <a:lnTo>
                  <a:pt x="10800" y="0"/>
                </a:lnTo>
                <a:close/>
              </a:path>
            </a:pathLst>
          </a:custGeom>
          <a:solidFill>
            <a:srgbClr val="C1A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1" name="contour_12859"/>
          <p:cNvSpPr/>
          <p:nvPr/>
        </p:nvSpPr>
        <p:spPr>
          <a:xfrm>
            <a:off x="7085411" y="1880302"/>
            <a:ext cx="3075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6" y="0"/>
                </a:moveTo>
                <a:lnTo>
                  <a:pt x="4509" y="0"/>
                </a:lnTo>
                <a:lnTo>
                  <a:pt x="7913" y="0"/>
                </a:lnTo>
                <a:lnTo>
                  <a:pt x="11363" y="0"/>
                </a:lnTo>
                <a:lnTo>
                  <a:pt x="11363" y="2380"/>
                </a:lnTo>
                <a:lnTo>
                  <a:pt x="11363" y="4774"/>
                </a:lnTo>
                <a:lnTo>
                  <a:pt x="11363" y="7200"/>
                </a:lnTo>
                <a:lnTo>
                  <a:pt x="14746" y="7200"/>
                </a:lnTo>
                <a:lnTo>
                  <a:pt x="18150" y="7200"/>
                </a:lnTo>
                <a:lnTo>
                  <a:pt x="21600" y="7200"/>
                </a:lnTo>
                <a:lnTo>
                  <a:pt x="21600" y="9576"/>
                </a:lnTo>
                <a:lnTo>
                  <a:pt x="21600" y="11956"/>
                </a:lnTo>
                <a:lnTo>
                  <a:pt x="21600" y="14346"/>
                </a:lnTo>
                <a:lnTo>
                  <a:pt x="21600" y="16747"/>
                </a:lnTo>
                <a:lnTo>
                  <a:pt x="21600" y="19163"/>
                </a:lnTo>
                <a:lnTo>
                  <a:pt x="21600" y="21600"/>
                </a:lnTo>
                <a:lnTo>
                  <a:pt x="18421" y="20819"/>
                </a:lnTo>
                <a:lnTo>
                  <a:pt x="15340" y="19998"/>
                </a:lnTo>
                <a:lnTo>
                  <a:pt x="12346" y="19116"/>
                </a:lnTo>
                <a:lnTo>
                  <a:pt x="9438" y="18140"/>
                </a:lnTo>
                <a:lnTo>
                  <a:pt x="6603" y="17046"/>
                </a:lnTo>
                <a:lnTo>
                  <a:pt x="3834" y="15811"/>
                </a:lnTo>
                <a:lnTo>
                  <a:pt x="1126" y="14400"/>
                </a:lnTo>
                <a:lnTo>
                  <a:pt x="374" y="11884"/>
                </a:lnTo>
                <a:lnTo>
                  <a:pt x="26" y="9547"/>
                </a:lnTo>
                <a:lnTo>
                  <a:pt x="0" y="7294"/>
                </a:lnTo>
                <a:lnTo>
                  <a:pt x="225" y="5015"/>
                </a:lnTo>
                <a:lnTo>
                  <a:pt x="624" y="2621"/>
                </a:lnTo>
                <a:lnTo>
                  <a:pt x="1126" y="0"/>
                </a:lnTo>
                <a:close/>
              </a:path>
            </a:pathLst>
          </a:custGeom>
          <a:solidFill>
            <a:srgbClr val="5759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2" name="contour_12860"/>
          <p:cNvSpPr/>
          <p:nvPr/>
        </p:nvSpPr>
        <p:spPr>
          <a:xfrm>
            <a:off x="5265017" y="1866819"/>
            <a:ext cx="36440" cy="426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38"/>
                </a:moveTo>
                <a:lnTo>
                  <a:pt x="20788" y="5886"/>
                </a:lnTo>
                <a:lnTo>
                  <a:pt x="20157" y="7835"/>
                </a:lnTo>
                <a:lnTo>
                  <a:pt x="19500" y="9519"/>
                </a:lnTo>
                <a:lnTo>
                  <a:pt x="18611" y="11468"/>
                </a:lnTo>
                <a:lnTo>
                  <a:pt x="17280" y="14215"/>
                </a:lnTo>
                <a:lnTo>
                  <a:pt x="14424" y="14215"/>
                </a:lnTo>
                <a:lnTo>
                  <a:pt x="11552" y="14215"/>
                </a:lnTo>
                <a:lnTo>
                  <a:pt x="8640" y="14215"/>
                </a:lnTo>
                <a:lnTo>
                  <a:pt x="7055" y="16409"/>
                </a:lnTo>
                <a:lnTo>
                  <a:pt x="6074" y="17908"/>
                </a:lnTo>
                <a:lnTo>
                  <a:pt x="5301" y="19407"/>
                </a:lnTo>
                <a:lnTo>
                  <a:pt x="4320" y="21600"/>
                </a:lnTo>
                <a:lnTo>
                  <a:pt x="3616" y="19355"/>
                </a:lnTo>
                <a:lnTo>
                  <a:pt x="2933" y="17106"/>
                </a:lnTo>
                <a:lnTo>
                  <a:pt x="2272" y="14854"/>
                </a:lnTo>
                <a:lnTo>
                  <a:pt x="1620" y="12598"/>
                </a:lnTo>
                <a:lnTo>
                  <a:pt x="868" y="10087"/>
                </a:lnTo>
                <a:lnTo>
                  <a:pt x="99" y="7536"/>
                </a:lnTo>
                <a:lnTo>
                  <a:pt x="52" y="5354"/>
                </a:lnTo>
                <a:lnTo>
                  <a:pt x="0" y="3138"/>
                </a:lnTo>
                <a:lnTo>
                  <a:pt x="3188" y="1337"/>
                </a:lnTo>
                <a:lnTo>
                  <a:pt x="6169" y="329"/>
                </a:lnTo>
                <a:lnTo>
                  <a:pt x="9042" y="0"/>
                </a:lnTo>
                <a:lnTo>
                  <a:pt x="11919" y="229"/>
                </a:lnTo>
                <a:lnTo>
                  <a:pt x="14900" y="905"/>
                </a:lnTo>
                <a:lnTo>
                  <a:pt x="18092" y="1913"/>
                </a:lnTo>
                <a:lnTo>
                  <a:pt x="21600" y="3138"/>
                </a:lnTo>
                <a:close/>
              </a:path>
            </a:pathLst>
          </a:custGeom>
          <a:solidFill>
            <a:srgbClr val="D9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3" name="contour_12861"/>
          <p:cNvSpPr/>
          <p:nvPr/>
        </p:nvSpPr>
        <p:spPr>
          <a:xfrm>
            <a:off x="7793950" y="1878881"/>
            <a:ext cx="58304" cy="524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07" y="0"/>
                </a:moveTo>
                <a:lnTo>
                  <a:pt x="10681" y="69"/>
                </a:lnTo>
                <a:lnTo>
                  <a:pt x="12166" y="138"/>
                </a:lnTo>
                <a:lnTo>
                  <a:pt x="13667" y="210"/>
                </a:lnTo>
                <a:lnTo>
                  <a:pt x="14326" y="234"/>
                </a:lnTo>
                <a:lnTo>
                  <a:pt x="15490" y="276"/>
                </a:lnTo>
                <a:lnTo>
                  <a:pt x="18149" y="375"/>
                </a:lnTo>
                <a:lnTo>
                  <a:pt x="19864" y="477"/>
                </a:lnTo>
                <a:lnTo>
                  <a:pt x="21600" y="585"/>
                </a:lnTo>
                <a:lnTo>
                  <a:pt x="21600" y="2567"/>
                </a:lnTo>
                <a:lnTo>
                  <a:pt x="21600" y="4566"/>
                </a:lnTo>
                <a:lnTo>
                  <a:pt x="21600" y="6590"/>
                </a:lnTo>
                <a:lnTo>
                  <a:pt x="20002" y="7523"/>
                </a:lnTo>
                <a:lnTo>
                  <a:pt x="18819" y="8130"/>
                </a:lnTo>
                <a:lnTo>
                  <a:pt x="17466" y="8667"/>
                </a:lnTo>
                <a:lnTo>
                  <a:pt x="15355" y="9406"/>
                </a:lnTo>
                <a:lnTo>
                  <a:pt x="13362" y="10246"/>
                </a:lnTo>
                <a:lnTo>
                  <a:pt x="11543" y="11135"/>
                </a:lnTo>
                <a:lnTo>
                  <a:pt x="9874" y="12083"/>
                </a:lnTo>
                <a:lnTo>
                  <a:pt x="8321" y="13104"/>
                </a:lnTo>
                <a:lnTo>
                  <a:pt x="6866" y="14215"/>
                </a:lnTo>
                <a:lnTo>
                  <a:pt x="5473" y="15428"/>
                </a:lnTo>
                <a:lnTo>
                  <a:pt x="4118" y="16758"/>
                </a:lnTo>
                <a:lnTo>
                  <a:pt x="2773" y="18223"/>
                </a:lnTo>
                <a:lnTo>
                  <a:pt x="1409" y="19829"/>
                </a:lnTo>
                <a:lnTo>
                  <a:pt x="0" y="21600"/>
                </a:lnTo>
                <a:lnTo>
                  <a:pt x="292" y="19817"/>
                </a:lnTo>
                <a:lnTo>
                  <a:pt x="583" y="18034"/>
                </a:lnTo>
                <a:lnTo>
                  <a:pt x="880" y="16250"/>
                </a:lnTo>
                <a:lnTo>
                  <a:pt x="1180" y="14470"/>
                </a:lnTo>
                <a:lnTo>
                  <a:pt x="1512" y="12480"/>
                </a:lnTo>
                <a:lnTo>
                  <a:pt x="1844" y="10459"/>
                </a:lnTo>
                <a:lnTo>
                  <a:pt x="2649" y="6881"/>
                </a:lnTo>
                <a:lnTo>
                  <a:pt x="3321" y="4302"/>
                </a:lnTo>
                <a:lnTo>
                  <a:pt x="3991" y="2543"/>
                </a:lnTo>
                <a:lnTo>
                  <a:pt x="4784" y="1414"/>
                </a:lnTo>
                <a:lnTo>
                  <a:pt x="5835" y="736"/>
                </a:lnTo>
                <a:lnTo>
                  <a:pt x="7266" y="324"/>
                </a:lnTo>
                <a:lnTo>
                  <a:pt x="9207" y="0"/>
                </a:lnTo>
                <a:close/>
              </a:path>
            </a:pathLst>
          </a:custGeom>
          <a:solidFill>
            <a:srgbClr val="555A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4" name="contour_12862"/>
          <p:cNvSpPr/>
          <p:nvPr/>
        </p:nvSpPr>
        <p:spPr>
          <a:xfrm>
            <a:off x="3931314" y="186572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423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775" y="21593"/>
                </a:lnTo>
                <a:lnTo>
                  <a:pt x="13059" y="21542"/>
                </a:lnTo>
                <a:lnTo>
                  <a:pt x="10208" y="21409"/>
                </a:lnTo>
                <a:lnTo>
                  <a:pt x="7966" y="21150"/>
                </a:lnTo>
                <a:lnTo>
                  <a:pt x="6074" y="20722"/>
                </a:lnTo>
                <a:lnTo>
                  <a:pt x="4285" y="20081"/>
                </a:lnTo>
                <a:lnTo>
                  <a:pt x="2346" y="19188"/>
                </a:lnTo>
                <a:lnTo>
                  <a:pt x="0" y="18000"/>
                </a:lnTo>
                <a:lnTo>
                  <a:pt x="683" y="15322"/>
                </a:lnTo>
                <a:lnTo>
                  <a:pt x="1248" y="13421"/>
                </a:lnTo>
                <a:lnTo>
                  <a:pt x="1905" y="11779"/>
                </a:lnTo>
                <a:lnTo>
                  <a:pt x="2860" y="9878"/>
                </a:lnTo>
                <a:lnTo>
                  <a:pt x="4320" y="7200"/>
                </a:lnTo>
                <a:lnTo>
                  <a:pt x="7664" y="6876"/>
                </a:lnTo>
                <a:lnTo>
                  <a:pt x="10009" y="6714"/>
                </a:lnTo>
                <a:lnTo>
                  <a:pt x="11979" y="6714"/>
                </a:lnTo>
                <a:lnTo>
                  <a:pt x="14196" y="6876"/>
                </a:lnTo>
                <a:lnTo>
                  <a:pt x="17280" y="7200"/>
                </a:lnTo>
                <a:lnTo>
                  <a:pt x="17280" y="4820"/>
                </a:lnTo>
                <a:lnTo>
                  <a:pt x="17280" y="2426"/>
                </a:lnTo>
                <a:lnTo>
                  <a:pt x="17280" y="0"/>
                </a:lnTo>
                <a:close/>
              </a:path>
            </a:pathLst>
          </a:custGeom>
          <a:solidFill>
            <a:srgbClr val="D9E0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5" name="contour_12863"/>
          <p:cNvSpPr/>
          <p:nvPr/>
        </p:nvSpPr>
        <p:spPr>
          <a:xfrm>
            <a:off x="1074421" y="1849510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3853"/>
                </a:lnTo>
                <a:lnTo>
                  <a:pt x="21600" y="6780"/>
                </a:lnTo>
                <a:lnTo>
                  <a:pt x="21600" y="9715"/>
                </a:lnTo>
                <a:lnTo>
                  <a:pt x="21600" y="12662"/>
                </a:lnTo>
                <a:lnTo>
                  <a:pt x="21600" y="15622"/>
                </a:lnTo>
                <a:lnTo>
                  <a:pt x="21600" y="1859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ACAE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6" name="contour_12864"/>
          <p:cNvSpPr/>
          <p:nvPr/>
        </p:nvSpPr>
        <p:spPr>
          <a:xfrm>
            <a:off x="7318583" y="1829286"/>
            <a:ext cx="30799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5" y="0"/>
                </a:moveTo>
                <a:lnTo>
                  <a:pt x="1789" y="1190"/>
                </a:lnTo>
                <a:lnTo>
                  <a:pt x="2423" y="2386"/>
                </a:lnTo>
                <a:lnTo>
                  <a:pt x="3072" y="3600"/>
                </a:lnTo>
                <a:lnTo>
                  <a:pt x="4125" y="4790"/>
                </a:lnTo>
                <a:lnTo>
                  <a:pt x="5193" y="5986"/>
                </a:lnTo>
                <a:lnTo>
                  <a:pt x="6266" y="7200"/>
                </a:lnTo>
                <a:lnTo>
                  <a:pt x="9645" y="7200"/>
                </a:lnTo>
                <a:lnTo>
                  <a:pt x="13044" y="7200"/>
                </a:lnTo>
                <a:lnTo>
                  <a:pt x="16489" y="7200"/>
                </a:lnTo>
                <a:lnTo>
                  <a:pt x="17051" y="8784"/>
                </a:lnTo>
                <a:lnTo>
                  <a:pt x="17613" y="10370"/>
                </a:lnTo>
                <a:lnTo>
                  <a:pt x="18175" y="11957"/>
                </a:lnTo>
                <a:lnTo>
                  <a:pt x="18743" y="13548"/>
                </a:lnTo>
                <a:lnTo>
                  <a:pt x="19310" y="15144"/>
                </a:lnTo>
                <a:lnTo>
                  <a:pt x="19878" y="16747"/>
                </a:lnTo>
                <a:lnTo>
                  <a:pt x="20450" y="18355"/>
                </a:lnTo>
                <a:lnTo>
                  <a:pt x="21022" y="19973"/>
                </a:lnTo>
                <a:lnTo>
                  <a:pt x="21600" y="21600"/>
                </a:lnTo>
                <a:lnTo>
                  <a:pt x="16249" y="20887"/>
                </a:lnTo>
                <a:lnTo>
                  <a:pt x="12303" y="20323"/>
                </a:lnTo>
                <a:lnTo>
                  <a:pt x="9405" y="19824"/>
                </a:lnTo>
                <a:lnTo>
                  <a:pt x="7202" y="19306"/>
                </a:lnTo>
                <a:lnTo>
                  <a:pt x="5326" y="18686"/>
                </a:lnTo>
                <a:lnTo>
                  <a:pt x="3430" y="17878"/>
                </a:lnTo>
                <a:lnTo>
                  <a:pt x="1155" y="16800"/>
                </a:lnTo>
                <a:lnTo>
                  <a:pt x="664" y="15106"/>
                </a:lnTo>
                <a:lnTo>
                  <a:pt x="317" y="13423"/>
                </a:lnTo>
                <a:lnTo>
                  <a:pt x="97" y="11748"/>
                </a:lnTo>
                <a:lnTo>
                  <a:pt x="0" y="10078"/>
                </a:lnTo>
                <a:lnTo>
                  <a:pt x="5" y="8410"/>
                </a:lnTo>
                <a:lnTo>
                  <a:pt x="102" y="6742"/>
                </a:lnTo>
                <a:lnTo>
                  <a:pt x="281" y="5069"/>
                </a:lnTo>
                <a:lnTo>
                  <a:pt x="521" y="3391"/>
                </a:lnTo>
                <a:lnTo>
                  <a:pt x="818" y="1702"/>
                </a:lnTo>
                <a:lnTo>
                  <a:pt x="1155" y="0"/>
                </a:lnTo>
                <a:close/>
              </a:path>
            </a:pathLst>
          </a:custGeom>
          <a:solidFill>
            <a:srgbClr val="5F55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7" name="contour_12865"/>
          <p:cNvSpPr/>
          <p:nvPr/>
        </p:nvSpPr>
        <p:spPr>
          <a:xfrm>
            <a:off x="7808526" y="1821998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608" y="1644"/>
                </a:lnTo>
                <a:lnTo>
                  <a:pt x="17937" y="3290"/>
                </a:lnTo>
                <a:lnTo>
                  <a:pt x="18269" y="4937"/>
                </a:lnTo>
                <a:lnTo>
                  <a:pt x="18598" y="6586"/>
                </a:lnTo>
                <a:lnTo>
                  <a:pt x="18926" y="8237"/>
                </a:lnTo>
                <a:lnTo>
                  <a:pt x="19259" y="9890"/>
                </a:lnTo>
                <a:lnTo>
                  <a:pt x="19591" y="11549"/>
                </a:lnTo>
                <a:lnTo>
                  <a:pt x="19924" y="13210"/>
                </a:lnTo>
                <a:lnTo>
                  <a:pt x="20256" y="14875"/>
                </a:lnTo>
                <a:lnTo>
                  <a:pt x="20589" y="16548"/>
                </a:lnTo>
                <a:lnTo>
                  <a:pt x="20926" y="18226"/>
                </a:lnTo>
                <a:lnTo>
                  <a:pt x="21263" y="19908"/>
                </a:lnTo>
                <a:lnTo>
                  <a:pt x="21600" y="21600"/>
                </a:lnTo>
                <a:lnTo>
                  <a:pt x="18926" y="21302"/>
                </a:lnTo>
                <a:lnTo>
                  <a:pt x="16252" y="21005"/>
                </a:lnTo>
                <a:lnTo>
                  <a:pt x="13569" y="20707"/>
                </a:lnTo>
                <a:lnTo>
                  <a:pt x="10882" y="20410"/>
                </a:lnTo>
                <a:lnTo>
                  <a:pt x="8182" y="20110"/>
                </a:lnTo>
                <a:lnTo>
                  <a:pt x="5469" y="19807"/>
                </a:lnTo>
                <a:lnTo>
                  <a:pt x="2743" y="19505"/>
                </a:lnTo>
                <a:lnTo>
                  <a:pt x="0" y="19200"/>
                </a:lnTo>
                <a:lnTo>
                  <a:pt x="549" y="17335"/>
                </a:lnTo>
                <a:lnTo>
                  <a:pt x="1106" y="15545"/>
                </a:lnTo>
                <a:lnTo>
                  <a:pt x="1693" y="13824"/>
                </a:lnTo>
                <a:lnTo>
                  <a:pt x="2341" y="12158"/>
                </a:lnTo>
                <a:lnTo>
                  <a:pt x="3080" y="10546"/>
                </a:lnTo>
                <a:lnTo>
                  <a:pt x="3927" y="8976"/>
                </a:lnTo>
                <a:lnTo>
                  <a:pt x="4920" y="7440"/>
                </a:lnTo>
                <a:lnTo>
                  <a:pt x="6083" y="5933"/>
                </a:lnTo>
                <a:lnTo>
                  <a:pt x="7439" y="4442"/>
                </a:lnTo>
                <a:lnTo>
                  <a:pt x="9020" y="2962"/>
                </a:lnTo>
                <a:lnTo>
                  <a:pt x="10852" y="1483"/>
                </a:lnTo>
                <a:lnTo>
                  <a:pt x="12960" y="0"/>
                </a:lnTo>
                <a:close/>
              </a:path>
            </a:pathLst>
          </a:custGeom>
          <a:solidFill>
            <a:srgbClr val="878D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8" name="contour_12866"/>
          <p:cNvSpPr/>
          <p:nvPr/>
        </p:nvSpPr>
        <p:spPr>
          <a:xfrm>
            <a:off x="5104681" y="1820577"/>
            <a:ext cx="43728" cy="325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9115" y="82"/>
                </a:lnTo>
                <a:lnTo>
                  <a:pt x="12823" y="339"/>
                </a:lnTo>
                <a:lnTo>
                  <a:pt x="14062" y="402"/>
                </a:lnTo>
                <a:lnTo>
                  <a:pt x="17788" y="605"/>
                </a:lnTo>
                <a:lnTo>
                  <a:pt x="19681" y="769"/>
                </a:lnTo>
                <a:lnTo>
                  <a:pt x="21600" y="943"/>
                </a:lnTo>
                <a:lnTo>
                  <a:pt x="20758" y="3870"/>
                </a:lnTo>
                <a:lnTo>
                  <a:pt x="19879" y="6744"/>
                </a:lnTo>
                <a:lnTo>
                  <a:pt x="18958" y="9559"/>
                </a:lnTo>
                <a:lnTo>
                  <a:pt x="17964" y="12317"/>
                </a:lnTo>
                <a:lnTo>
                  <a:pt x="16888" y="15026"/>
                </a:lnTo>
                <a:lnTo>
                  <a:pt x="15707" y="17682"/>
                </a:lnTo>
                <a:lnTo>
                  <a:pt x="14400" y="20294"/>
                </a:lnTo>
                <a:lnTo>
                  <a:pt x="11614" y="21165"/>
                </a:lnTo>
                <a:lnTo>
                  <a:pt x="9659" y="21600"/>
                </a:lnTo>
                <a:lnTo>
                  <a:pt x="8017" y="21600"/>
                </a:lnTo>
                <a:lnTo>
                  <a:pt x="6170" y="21165"/>
                </a:lnTo>
                <a:lnTo>
                  <a:pt x="3600" y="20294"/>
                </a:lnTo>
                <a:lnTo>
                  <a:pt x="2027" y="17759"/>
                </a:lnTo>
                <a:lnTo>
                  <a:pt x="1127" y="15906"/>
                </a:lnTo>
                <a:lnTo>
                  <a:pt x="565" y="13831"/>
                </a:lnTo>
                <a:lnTo>
                  <a:pt x="0" y="10619"/>
                </a:lnTo>
                <a:lnTo>
                  <a:pt x="904" y="6869"/>
                </a:lnTo>
                <a:lnTo>
                  <a:pt x="1847" y="4131"/>
                </a:lnTo>
                <a:lnTo>
                  <a:pt x="3125" y="2206"/>
                </a:lnTo>
                <a:lnTo>
                  <a:pt x="5040" y="895"/>
                </a:lnTo>
                <a:lnTo>
                  <a:pt x="7888" y="0"/>
                </a:lnTo>
                <a:close/>
              </a:path>
            </a:pathLst>
          </a:custGeom>
          <a:solidFill>
            <a:srgbClr val="CC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69" name="contour_12867"/>
          <p:cNvSpPr/>
          <p:nvPr/>
        </p:nvSpPr>
        <p:spPr>
          <a:xfrm>
            <a:off x="1453397" y="1819892"/>
            <a:ext cx="36440" cy="401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32"/>
                </a:moveTo>
                <a:lnTo>
                  <a:pt x="7348" y="364"/>
                </a:lnTo>
                <a:lnTo>
                  <a:pt x="10122" y="16"/>
                </a:lnTo>
                <a:lnTo>
                  <a:pt x="12787" y="0"/>
                </a:lnTo>
                <a:lnTo>
                  <a:pt x="15492" y="239"/>
                </a:lnTo>
                <a:lnTo>
                  <a:pt x="18382" y="642"/>
                </a:lnTo>
                <a:lnTo>
                  <a:pt x="21600" y="1132"/>
                </a:lnTo>
                <a:lnTo>
                  <a:pt x="20732" y="3686"/>
                </a:lnTo>
                <a:lnTo>
                  <a:pt x="19842" y="6209"/>
                </a:lnTo>
                <a:lnTo>
                  <a:pt x="18904" y="8700"/>
                </a:lnTo>
                <a:lnTo>
                  <a:pt x="17906" y="11164"/>
                </a:lnTo>
                <a:lnTo>
                  <a:pt x="16831" y="13597"/>
                </a:lnTo>
                <a:lnTo>
                  <a:pt x="15660" y="16002"/>
                </a:lnTo>
                <a:lnTo>
                  <a:pt x="14377" y="18376"/>
                </a:lnTo>
                <a:lnTo>
                  <a:pt x="12960" y="20719"/>
                </a:lnTo>
                <a:lnTo>
                  <a:pt x="9487" y="21306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06"/>
                </a:lnTo>
                <a:lnTo>
                  <a:pt x="0" y="20719"/>
                </a:lnTo>
                <a:lnTo>
                  <a:pt x="216" y="18161"/>
                </a:lnTo>
                <a:lnTo>
                  <a:pt x="471" y="15650"/>
                </a:lnTo>
                <a:lnTo>
                  <a:pt x="795" y="13174"/>
                </a:lnTo>
                <a:lnTo>
                  <a:pt x="1210" y="10726"/>
                </a:lnTo>
                <a:lnTo>
                  <a:pt x="1745" y="8305"/>
                </a:lnTo>
                <a:lnTo>
                  <a:pt x="2424" y="5903"/>
                </a:lnTo>
                <a:lnTo>
                  <a:pt x="3275" y="3514"/>
                </a:lnTo>
                <a:lnTo>
                  <a:pt x="4320" y="1132"/>
                </a:lnTo>
                <a:close/>
              </a:path>
            </a:pathLst>
          </a:custGeom>
          <a:solidFill>
            <a:srgbClr val="B9B9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0" name="contour_12868"/>
          <p:cNvSpPr/>
          <p:nvPr/>
        </p:nvSpPr>
        <p:spPr>
          <a:xfrm>
            <a:off x="950526" y="1785558"/>
            <a:ext cx="6559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475"/>
                </a:lnTo>
                <a:lnTo>
                  <a:pt x="17256" y="953"/>
                </a:lnTo>
                <a:lnTo>
                  <a:pt x="18691" y="1430"/>
                </a:lnTo>
                <a:lnTo>
                  <a:pt x="20138" y="1913"/>
                </a:lnTo>
                <a:lnTo>
                  <a:pt x="21600" y="2400"/>
                </a:lnTo>
                <a:lnTo>
                  <a:pt x="20484" y="2772"/>
                </a:lnTo>
                <a:lnTo>
                  <a:pt x="19349" y="3149"/>
                </a:lnTo>
                <a:lnTo>
                  <a:pt x="17856" y="4159"/>
                </a:lnTo>
                <a:lnTo>
                  <a:pt x="16968" y="5042"/>
                </a:lnTo>
                <a:lnTo>
                  <a:pt x="16334" y="6293"/>
                </a:lnTo>
                <a:lnTo>
                  <a:pt x="15600" y="8400"/>
                </a:lnTo>
                <a:lnTo>
                  <a:pt x="14870" y="10500"/>
                </a:lnTo>
                <a:lnTo>
                  <a:pt x="14268" y="11700"/>
                </a:lnTo>
                <a:lnTo>
                  <a:pt x="13469" y="12451"/>
                </a:lnTo>
                <a:lnTo>
                  <a:pt x="12149" y="13200"/>
                </a:lnTo>
                <a:lnTo>
                  <a:pt x="10884" y="13795"/>
                </a:lnTo>
                <a:lnTo>
                  <a:pt x="9600" y="14400"/>
                </a:lnTo>
                <a:lnTo>
                  <a:pt x="8453" y="15996"/>
                </a:lnTo>
                <a:lnTo>
                  <a:pt x="7622" y="17165"/>
                </a:lnTo>
                <a:lnTo>
                  <a:pt x="6974" y="18113"/>
                </a:lnTo>
                <a:lnTo>
                  <a:pt x="6377" y="19032"/>
                </a:lnTo>
                <a:lnTo>
                  <a:pt x="5698" y="20129"/>
                </a:lnTo>
                <a:lnTo>
                  <a:pt x="4800" y="21600"/>
                </a:lnTo>
                <a:lnTo>
                  <a:pt x="4205" y="20114"/>
                </a:lnTo>
                <a:lnTo>
                  <a:pt x="3612" y="18629"/>
                </a:lnTo>
                <a:lnTo>
                  <a:pt x="3014" y="17138"/>
                </a:lnTo>
                <a:lnTo>
                  <a:pt x="2417" y="15646"/>
                </a:lnTo>
                <a:lnTo>
                  <a:pt x="1819" y="14146"/>
                </a:lnTo>
                <a:lnTo>
                  <a:pt x="1217" y="12638"/>
                </a:lnTo>
                <a:lnTo>
                  <a:pt x="610" y="11124"/>
                </a:lnTo>
                <a:lnTo>
                  <a:pt x="0" y="9600"/>
                </a:lnTo>
                <a:lnTo>
                  <a:pt x="1450" y="9749"/>
                </a:lnTo>
                <a:lnTo>
                  <a:pt x="2904" y="9898"/>
                </a:lnTo>
                <a:lnTo>
                  <a:pt x="4368" y="10049"/>
                </a:lnTo>
                <a:lnTo>
                  <a:pt x="5851" y="10200"/>
                </a:lnTo>
                <a:lnTo>
                  <a:pt x="7812" y="10212"/>
                </a:lnTo>
                <a:lnTo>
                  <a:pt x="9108" y="10154"/>
                </a:lnTo>
                <a:lnTo>
                  <a:pt x="10310" y="9970"/>
                </a:lnTo>
                <a:lnTo>
                  <a:pt x="12000" y="9600"/>
                </a:lnTo>
                <a:lnTo>
                  <a:pt x="12828" y="8074"/>
                </a:lnTo>
                <a:lnTo>
                  <a:pt x="13430" y="6542"/>
                </a:lnTo>
                <a:lnTo>
                  <a:pt x="13848" y="4987"/>
                </a:lnTo>
                <a:lnTo>
                  <a:pt x="14124" y="3391"/>
                </a:lnTo>
                <a:lnTo>
                  <a:pt x="14294" y="1735"/>
                </a:lnTo>
                <a:lnTo>
                  <a:pt x="14400" y="0"/>
                </a:lnTo>
                <a:close/>
              </a:path>
            </a:pathLst>
          </a:custGeom>
          <a:solidFill>
            <a:srgbClr val="65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1" name="contour_12869"/>
          <p:cNvSpPr/>
          <p:nvPr/>
        </p:nvSpPr>
        <p:spPr>
          <a:xfrm>
            <a:off x="5009937" y="1792496"/>
            <a:ext cx="51016" cy="36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5"/>
                </a:moveTo>
                <a:lnTo>
                  <a:pt x="21600" y="3034"/>
                </a:lnTo>
                <a:lnTo>
                  <a:pt x="21600" y="5879"/>
                </a:lnTo>
                <a:lnTo>
                  <a:pt x="21600" y="8763"/>
                </a:lnTo>
                <a:lnTo>
                  <a:pt x="19560" y="8763"/>
                </a:lnTo>
                <a:lnTo>
                  <a:pt x="17508" y="8763"/>
                </a:lnTo>
                <a:lnTo>
                  <a:pt x="15429" y="8763"/>
                </a:lnTo>
                <a:lnTo>
                  <a:pt x="14478" y="11947"/>
                </a:lnTo>
                <a:lnTo>
                  <a:pt x="13843" y="14206"/>
                </a:lnTo>
                <a:lnTo>
                  <a:pt x="13373" y="16157"/>
                </a:lnTo>
                <a:lnTo>
                  <a:pt x="12923" y="18416"/>
                </a:lnTo>
                <a:lnTo>
                  <a:pt x="12343" y="21600"/>
                </a:lnTo>
                <a:lnTo>
                  <a:pt x="10140" y="20796"/>
                </a:lnTo>
                <a:lnTo>
                  <a:pt x="8557" y="20171"/>
                </a:lnTo>
                <a:lnTo>
                  <a:pt x="7150" y="19520"/>
                </a:lnTo>
                <a:lnTo>
                  <a:pt x="5474" y="18639"/>
                </a:lnTo>
                <a:lnTo>
                  <a:pt x="3086" y="17321"/>
                </a:lnTo>
                <a:lnTo>
                  <a:pt x="2000" y="14685"/>
                </a:lnTo>
                <a:lnTo>
                  <a:pt x="1318" y="12918"/>
                </a:lnTo>
                <a:lnTo>
                  <a:pt x="747" y="11211"/>
                </a:lnTo>
                <a:lnTo>
                  <a:pt x="0" y="8763"/>
                </a:lnTo>
                <a:lnTo>
                  <a:pt x="1966" y="7227"/>
                </a:lnTo>
                <a:lnTo>
                  <a:pt x="3863" y="5798"/>
                </a:lnTo>
                <a:lnTo>
                  <a:pt x="5715" y="4493"/>
                </a:lnTo>
                <a:lnTo>
                  <a:pt x="7541" y="3320"/>
                </a:lnTo>
                <a:lnTo>
                  <a:pt x="9368" y="2302"/>
                </a:lnTo>
                <a:lnTo>
                  <a:pt x="11220" y="1446"/>
                </a:lnTo>
                <a:lnTo>
                  <a:pt x="13114" y="774"/>
                </a:lnTo>
                <a:lnTo>
                  <a:pt x="15077" y="300"/>
                </a:lnTo>
                <a:lnTo>
                  <a:pt x="17129" y="39"/>
                </a:lnTo>
                <a:lnTo>
                  <a:pt x="19295" y="0"/>
                </a:lnTo>
                <a:lnTo>
                  <a:pt x="21600" y="205"/>
                </a:lnTo>
                <a:close/>
              </a:path>
            </a:pathLst>
          </a:custGeom>
          <a:solidFill>
            <a:srgbClr val="98D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2" name="contour_12870"/>
          <p:cNvSpPr/>
          <p:nvPr/>
        </p:nvSpPr>
        <p:spPr>
          <a:xfrm>
            <a:off x="1672037" y="1770982"/>
            <a:ext cx="3847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58" y="0"/>
                </a:moveTo>
                <a:lnTo>
                  <a:pt x="20966" y="1774"/>
                </a:lnTo>
                <a:lnTo>
                  <a:pt x="21338" y="3492"/>
                </a:lnTo>
                <a:lnTo>
                  <a:pt x="21559" y="5174"/>
                </a:lnTo>
                <a:lnTo>
                  <a:pt x="21600" y="6845"/>
                </a:lnTo>
                <a:lnTo>
                  <a:pt x="21445" y="8525"/>
                </a:lnTo>
                <a:lnTo>
                  <a:pt x="21072" y="10236"/>
                </a:lnTo>
                <a:lnTo>
                  <a:pt x="20458" y="12000"/>
                </a:lnTo>
                <a:lnTo>
                  <a:pt x="18413" y="13265"/>
                </a:lnTo>
                <a:lnTo>
                  <a:pt x="16305" y="14458"/>
                </a:lnTo>
                <a:lnTo>
                  <a:pt x="14141" y="15593"/>
                </a:lnTo>
                <a:lnTo>
                  <a:pt x="11923" y="16675"/>
                </a:lnTo>
                <a:lnTo>
                  <a:pt x="9648" y="17714"/>
                </a:lnTo>
                <a:lnTo>
                  <a:pt x="7316" y="18718"/>
                </a:lnTo>
                <a:lnTo>
                  <a:pt x="4930" y="19694"/>
                </a:lnTo>
                <a:lnTo>
                  <a:pt x="2492" y="20652"/>
                </a:lnTo>
                <a:lnTo>
                  <a:pt x="0" y="21600"/>
                </a:lnTo>
                <a:lnTo>
                  <a:pt x="618" y="19682"/>
                </a:lnTo>
                <a:lnTo>
                  <a:pt x="1305" y="17933"/>
                </a:lnTo>
                <a:lnTo>
                  <a:pt x="2079" y="16334"/>
                </a:lnTo>
                <a:lnTo>
                  <a:pt x="2958" y="14858"/>
                </a:lnTo>
                <a:lnTo>
                  <a:pt x="3973" y="13486"/>
                </a:lnTo>
                <a:lnTo>
                  <a:pt x="5131" y="12192"/>
                </a:lnTo>
                <a:lnTo>
                  <a:pt x="6461" y="10954"/>
                </a:lnTo>
                <a:lnTo>
                  <a:pt x="7983" y="9749"/>
                </a:lnTo>
                <a:lnTo>
                  <a:pt x="9710" y="8554"/>
                </a:lnTo>
                <a:lnTo>
                  <a:pt x="11674" y="7346"/>
                </a:lnTo>
                <a:lnTo>
                  <a:pt x="13883" y="6103"/>
                </a:lnTo>
                <a:lnTo>
                  <a:pt x="16367" y="4800"/>
                </a:lnTo>
                <a:lnTo>
                  <a:pt x="13936" y="4325"/>
                </a:lnTo>
                <a:lnTo>
                  <a:pt x="11498" y="3847"/>
                </a:lnTo>
                <a:lnTo>
                  <a:pt x="9051" y="3370"/>
                </a:lnTo>
                <a:lnTo>
                  <a:pt x="6584" y="2887"/>
                </a:lnTo>
                <a:lnTo>
                  <a:pt x="4092" y="2400"/>
                </a:lnTo>
                <a:lnTo>
                  <a:pt x="6964" y="1488"/>
                </a:lnTo>
                <a:lnTo>
                  <a:pt x="9431" y="838"/>
                </a:lnTo>
                <a:lnTo>
                  <a:pt x="11755" y="406"/>
                </a:lnTo>
                <a:lnTo>
                  <a:pt x="14194" y="151"/>
                </a:lnTo>
                <a:lnTo>
                  <a:pt x="17009" y="31"/>
                </a:lnTo>
                <a:lnTo>
                  <a:pt x="20458" y="0"/>
                </a:lnTo>
                <a:close/>
              </a:path>
            </a:pathLst>
          </a:custGeom>
          <a:solidFill>
            <a:srgbClr val="65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3" name="contour_12871"/>
          <p:cNvSpPr/>
          <p:nvPr/>
        </p:nvSpPr>
        <p:spPr>
          <a:xfrm>
            <a:off x="1160354" y="1763694"/>
            <a:ext cx="3796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13" y="0"/>
                </a:moveTo>
                <a:lnTo>
                  <a:pt x="8020" y="299"/>
                </a:lnTo>
                <a:lnTo>
                  <a:pt x="10238" y="648"/>
                </a:lnTo>
                <a:lnTo>
                  <a:pt x="13564" y="1352"/>
                </a:lnTo>
                <a:lnTo>
                  <a:pt x="15824" y="1821"/>
                </a:lnTo>
                <a:lnTo>
                  <a:pt x="18117" y="2302"/>
                </a:lnTo>
                <a:lnTo>
                  <a:pt x="19846" y="2691"/>
                </a:lnTo>
                <a:lnTo>
                  <a:pt x="21600" y="3086"/>
                </a:lnTo>
                <a:lnTo>
                  <a:pt x="18859" y="3086"/>
                </a:lnTo>
                <a:lnTo>
                  <a:pt x="16102" y="3086"/>
                </a:lnTo>
                <a:lnTo>
                  <a:pt x="13307" y="3086"/>
                </a:lnTo>
                <a:lnTo>
                  <a:pt x="12851" y="5122"/>
                </a:lnTo>
                <a:lnTo>
                  <a:pt x="12394" y="7162"/>
                </a:lnTo>
                <a:lnTo>
                  <a:pt x="11938" y="9202"/>
                </a:lnTo>
                <a:lnTo>
                  <a:pt x="11478" y="11247"/>
                </a:lnTo>
                <a:lnTo>
                  <a:pt x="11018" y="13299"/>
                </a:lnTo>
                <a:lnTo>
                  <a:pt x="10557" y="15361"/>
                </a:lnTo>
                <a:lnTo>
                  <a:pt x="10093" y="17428"/>
                </a:lnTo>
                <a:lnTo>
                  <a:pt x="9629" y="19508"/>
                </a:lnTo>
                <a:lnTo>
                  <a:pt x="9160" y="21600"/>
                </a:lnTo>
                <a:lnTo>
                  <a:pt x="7107" y="20835"/>
                </a:lnTo>
                <a:lnTo>
                  <a:pt x="5042" y="20069"/>
                </a:lnTo>
                <a:lnTo>
                  <a:pt x="2969" y="19295"/>
                </a:lnTo>
                <a:lnTo>
                  <a:pt x="867" y="18514"/>
                </a:lnTo>
                <a:lnTo>
                  <a:pt x="319" y="16388"/>
                </a:lnTo>
                <a:lnTo>
                  <a:pt x="54" y="14876"/>
                </a:lnTo>
                <a:lnTo>
                  <a:pt x="0" y="13253"/>
                </a:lnTo>
                <a:lnTo>
                  <a:pt x="87" y="10800"/>
                </a:lnTo>
                <a:lnTo>
                  <a:pt x="129" y="8742"/>
                </a:lnTo>
                <a:lnTo>
                  <a:pt x="170" y="6653"/>
                </a:lnTo>
                <a:lnTo>
                  <a:pt x="639" y="4542"/>
                </a:lnTo>
                <a:lnTo>
                  <a:pt x="1298" y="3144"/>
                </a:lnTo>
                <a:lnTo>
                  <a:pt x="2604" y="1839"/>
                </a:lnTo>
                <a:lnTo>
                  <a:pt x="5013" y="0"/>
                </a:lnTo>
                <a:close/>
              </a:path>
            </a:pathLst>
          </a:custGeom>
          <a:solidFill>
            <a:srgbClr val="B9B8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4" name="contour_12872"/>
          <p:cNvSpPr/>
          <p:nvPr/>
        </p:nvSpPr>
        <p:spPr>
          <a:xfrm>
            <a:off x="2327956" y="1775573"/>
            <a:ext cx="94744" cy="318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29"/>
                </a:moveTo>
                <a:lnTo>
                  <a:pt x="1097" y="1646"/>
                </a:lnTo>
                <a:lnTo>
                  <a:pt x="2192" y="1478"/>
                </a:lnTo>
                <a:lnTo>
                  <a:pt x="3288" y="1325"/>
                </a:lnTo>
                <a:lnTo>
                  <a:pt x="4383" y="1181"/>
                </a:lnTo>
                <a:lnTo>
                  <a:pt x="5480" y="1048"/>
                </a:lnTo>
                <a:lnTo>
                  <a:pt x="6575" y="924"/>
                </a:lnTo>
                <a:lnTo>
                  <a:pt x="7671" y="811"/>
                </a:lnTo>
                <a:lnTo>
                  <a:pt x="8770" y="697"/>
                </a:lnTo>
                <a:lnTo>
                  <a:pt x="9866" y="593"/>
                </a:lnTo>
                <a:lnTo>
                  <a:pt x="10283" y="519"/>
                </a:lnTo>
                <a:lnTo>
                  <a:pt x="11018" y="386"/>
                </a:lnTo>
                <a:lnTo>
                  <a:pt x="12704" y="89"/>
                </a:lnTo>
                <a:lnTo>
                  <a:pt x="13784" y="20"/>
                </a:lnTo>
                <a:lnTo>
                  <a:pt x="14829" y="0"/>
                </a:lnTo>
                <a:lnTo>
                  <a:pt x="15849" y="59"/>
                </a:lnTo>
                <a:lnTo>
                  <a:pt x="16858" y="237"/>
                </a:lnTo>
                <a:lnTo>
                  <a:pt x="17868" y="568"/>
                </a:lnTo>
                <a:lnTo>
                  <a:pt x="18890" y="1087"/>
                </a:lnTo>
                <a:lnTo>
                  <a:pt x="19938" y="1829"/>
                </a:lnTo>
                <a:lnTo>
                  <a:pt x="20581" y="5091"/>
                </a:lnTo>
                <a:lnTo>
                  <a:pt x="21012" y="8131"/>
                </a:lnTo>
                <a:lnTo>
                  <a:pt x="21278" y="11116"/>
                </a:lnTo>
                <a:lnTo>
                  <a:pt x="21432" y="14240"/>
                </a:lnTo>
                <a:lnTo>
                  <a:pt x="21522" y="17675"/>
                </a:lnTo>
                <a:lnTo>
                  <a:pt x="21600" y="21600"/>
                </a:lnTo>
                <a:lnTo>
                  <a:pt x="20665" y="20033"/>
                </a:lnTo>
                <a:lnTo>
                  <a:pt x="19724" y="18451"/>
                </a:lnTo>
                <a:lnTo>
                  <a:pt x="18770" y="16850"/>
                </a:lnTo>
                <a:lnTo>
                  <a:pt x="17724" y="15387"/>
                </a:lnTo>
                <a:lnTo>
                  <a:pt x="16685" y="14117"/>
                </a:lnTo>
                <a:lnTo>
                  <a:pt x="15653" y="13024"/>
                </a:lnTo>
                <a:lnTo>
                  <a:pt x="14622" y="12090"/>
                </a:lnTo>
                <a:lnTo>
                  <a:pt x="13588" y="11299"/>
                </a:lnTo>
                <a:lnTo>
                  <a:pt x="12545" y="10637"/>
                </a:lnTo>
                <a:lnTo>
                  <a:pt x="11491" y="10083"/>
                </a:lnTo>
                <a:lnTo>
                  <a:pt x="10420" y="9624"/>
                </a:lnTo>
                <a:lnTo>
                  <a:pt x="9326" y="9238"/>
                </a:lnTo>
                <a:lnTo>
                  <a:pt x="8210" y="8912"/>
                </a:lnTo>
                <a:lnTo>
                  <a:pt x="7062" y="8625"/>
                </a:lnTo>
                <a:lnTo>
                  <a:pt x="6035" y="8338"/>
                </a:lnTo>
                <a:lnTo>
                  <a:pt x="4991" y="8047"/>
                </a:lnTo>
                <a:lnTo>
                  <a:pt x="3993" y="7775"/>
                </a:lnTo>
                <a:lnTo>
                  <a:pt x="2996" y="7513"/>
                </a:lnTo>
                <a:lnTo>
                  <a:pt x="1997" y="7261"/>
                </a:lnTo>
                <a:lnTo>
                  <a:pt x="999" y="7014"/>
                </a:lnTo>
                <a:lnTo>
                  <a:pt x="0" y="6772"/>
                </a:lnTo>
                <a:lnTo>
                  <a:pt x="0" y="4320"/>
                </a:lnTo>
                <a:lnTo>
                  <a:pt x="0" y="1829"/>
                </a:lnTo>
                <a:close/>
              </a:path>
            </a:pathLst>
          </a:custGeom>
          <a:solidFill>
            <a:srgbClr val="9798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5" name="contour_12873"/>
          <p:cNvSpPr/>
          <p:nvPr/>
        </p:nvSpPr>
        <p:spPr>
          <a:xfrm>
            <a:off x="1081709" y="1757659"/>
            <a:ext cx="65592" cy="215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52"/>
                </a:moveTo>
                <a:lnTo>
                  <a:pt x="20066" y="9875"/>
                </a:lnTo>
                <a:lnTo>
                  <a:pt x="18538" y="13040"/>
                </a:lnTo>
                <a:lnTo>
                  <a:pt x="17006" y="15613"/>
                </a:lnTo>
                <a:lnTo>
                  <a:pt x="15468" y="17638"/>
                </a:lnTo>
                <a:lnTo>
                  <a:pt x="13913" y="19181"/>
                </a:lnTo>
                <a:lnTo>
                  <a:pt x="12334" y="20292"/>
                </a:lnTo>
                <a:lnTo>
                  <a:pt x="10723" y="21030"/>
                </a:lnTo>
                <a:lnTo>
                  <a:pt x="9074" y="21446"/>
                </a:lnTo>
                <a:lnTo>
                  <a:pt x="7380" y="21600"/>
                </a:lnTo>
                <a:lnTo>
                  <a:pt x="5633" y="21542"/>
                </a:lnTo>
                <a:lnTo>
                  <a:pt x="3826" y="21330"/>
                </a:lnTo>
                <a:lnTo>
                  <a:pt x="1949" y="21023"/>
                </a:lnTo>
                <a:lnTo>
                  <a:pt x="0" y="20672"/>
                </a:lnTo>
                <a:lnTo>
                  <a:pt x="0" y="15840"/>
                </a:lnTo>
                <a:lnTo>
                  <a:pt x="0" y="10979"/>
                </a:lnTo>
                <a:lnTo>
                  <a:pt x="0" y="6052"/>
                </a:lnTo>
                <a:lnTo>
                  <a:pt x="1752" y="4064"/>
                </a:lnTo>
                <a:lnTo>
                  <a:pt x="3451" y="2500"/>
                </a:lnTo>
                <a:lnTo>
                  <a:pt x="5110" y="1345"/>
                </a:lnTo>
                <a:lnTo>
                  <a:pt x="6737" y="556"/>
                </a:lnTo>
                <a:lnTo>
                  <a:pt x="8342" y="117"/>
                </a:lnTo>
                <a:lnTo>
                  <a:pt x="9936" y="0"/>
                </a:lnTo>
                <a:lnTo>
                  <a:pt x="11527" y="183"/>
                </a:lnTo>
                <a:lnTo>
                  <a:pt x="13128" y="636"/>
                </a:lnTo>
                <a:lnTo>
                  <a:pt x="14746" y="1330"/>
                </a:lnTo>
                <a:lnTo>
                  <a:pt x="16392" y="2251"/>
                </a:lnTo>
                <a:lnTo>
                  <a:pt x="18077" y="3355"/>
                </a:lnTo>
                <a:lnTo>
                  <a:pt x="19810" y="4634"/>
                </a:lnTo>
                <a:lnTo>
                  <a:pt x="21600" y="6052"/>
                </a:lnTo>
                <a:close/>
              </a:path>
            </a:pathLst>
          </a:custGeom>
          <a:solidFill>
            <a:srgbClr val="9FA1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6" name="contour_12874"/>
          <p:cNvSpPr/>
          <p:nvPr/>
        </p:nvSpPr>
        <p:spPr>
          <a:xfrm>
            <a:off x="10840330" y="174183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49" y="402"/>
                </a:lnTo>
                <a:lnTo>
                  <a:pt x="6819" y="804"/>
                </a:lnTo>
                <a:lnTo>
                  <a:pt x="8702" y="1210"/>
                </a:lnTo>
                <a:lnTo>
                  <a:pt x="10609" y="1620"/>
                </a:lnTo>
                <a:lnTo>
                  <a:pt x="11661" y="1849"/>
                </a:lnTo>
                <a:lnTo>
                  <a:pt x="14839" y="2532"/>
                </a:lnTo>
                <a:lnTo>
                  <a:pt x="16657" y="3473"/>
                </a:lnTo>
                <a:lnTo>
                  <a:pt x="17919" y="4488"/>
                </a:lnTo>
                <a:lnTo>
                  <a:pt x="18946" y="6074"/>
                </a:lnTo>
                <a:lnTo>
                  <a:pt x="20063" y="8731"/>
                </a:lnTo>
                <a:lnTo>
                  <a:pt x="21600" y="12960"/>
                </a:lnTo>
                <a:lnTo>
                  <a:pt x="19418" y="12960"/>
                </a:lnTo>
                <a:lnTo>
                  <a:pt x="17234" y="12960"/>
                </a:lnTo>
                <a:lnTo>
                  <a:pt x="15043" y="12960"/>
                </a:lnTo>
                <a:lnTo>
                  <a:pt x="12843" y="12960"/>
                </a:lnTo>
                <a:lnTo>
                  <a:pt x="10633" y="12960"/>
                </a:lnTo>
                <a:lnTo>
                  <a:pt x="8412" y="12960"/>
                </a:lnTo>
                <a:lnTo>
                  <a:pt x="6171" y="12960"/>
                </a:lnTo>
                <a:lnTo>
                  <a:pt x="6171" y="15816"/>
                </a:lnTo>
                <a:lnTo>
                  <a:pt x="6171" y="18688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383" y="18926"/>
                </a:lnTo>
                <a:lnTo>
                  <a:pt x="765" y="16252"/>
                </a:lnTo>
                <a:lnTo>
                  <a:pt x="1148" y="13569"/>
                </a:lnTo>
                <a:lnTo>
                  <a:pt x="1531" y="10882"/>
                </a:lnTo>
                <a:lnTo>
                  <a:pt x="1916" y="8182"/>
                </a:lnTo>
                <a:lnTo>
                  <a:pt x="2305" y="5469"/>
                </a:lnTo>
                <a:lnTo>
                  <a:pt x="2694" y="2743"/>
                </a:lnTo>
                <a:lnTo>
                  <a:pt x="3086" y="0"/>
                </a:lnTo>
                <a:close/>
              </a:path>
            </a:pathLst>
          </a:custGeom>
          <a:solidFill>
            <a:srgbClr val="D5DA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7" name="contour_12875"/>
          <p:cNvSpPr/>
          <p:nvPr/>
        </p:nvSpPr>
        <p:spPr>
          <a:xfrm>
            <a:off x="9900179" y="1719966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13" y="1109"/>
                </a:lnTo>
                <a:lnTo>
                  <a:pt x="1235" y="2236"/>
                </a:lnTo>
                <a:lnTo>
                  <a:pt x="2390" y="3982"/>
                </a:lnTo>
                <a:lnTo>
                  <a:pt x="3548" y="5537"/>
                </a:lnTo>
                <a:lnTo>
                  <a:pt x="4715" y="6916"/>
                </a:lnTo>
                <a:lnTo>
                  <a:pt x="5891" y="8125"/>
                </a:lnTo>
                <a:lnTo>
                  <a:pt x="7079" y="9184"/>
                </a:lnTo>
                <a:lnTo>
                  <a:pt x="8283" y="10102"/>
                </a:lnTo>
                <a:lnTo>
                  <a:pt x="9500" y="10890"/>
                </a:lnTo>
                <a:lnTo>
                  <a:pt x="10739" y="11567"/>
                </a:lnTo>
                <a:lnTo>
                  <a:pt x="11998" y="12143"/>
                </a:lnTo>
                <a:lnTo>
                  <a:pt x="13280" y="12629"/>
                </a:lnTo>
                <a:lnTo>
                  <a:pt x="14590" y="13036"/>
                </a:lnTo>
                <a:lnTo>
                  <a:pt x="15925" y="13385"/>
                </a:lnTo>
                <a:lnTo>
                  <a:pt x="17292" y="13680"/>
                </a:lnTo>
                <a:lnTo>
                  <a:pt x="18692" y="13939"/>
                </a:lnTo>
                <a:lnTo>
                  <a:pt x="20127" y="14177"/>
                </a:lnTo>
                <a:lnTo>
                  <a:pt x="21600" y="14400"/>
                </a:lnTo>
                <a:lnTo>
                  <a:pt x="21600" y="16186"/>
                </a:lnTo>
                <a:lnTo>
                  <a:pt x="21600" y="18000"/>
                </a:lnTo>
                <a:lnTo>
                  <a:pt x="20972" y="18130"/>
                </a:lnTo>
                <a:lnTo>
                  <a:pt x="20396" y="18245"/>
                </a:lnTo>
                <a:lnTo>
                  <a:pt x="19831" y="18360"/>
                </a:lnTo>
                <a:lnTo>
                  <a:pt x="19222" y="18486"/>
                </a:lnTo>
                <a:lnTo>
                  <a:pt x="18525" y="18626"/>
                </a:lnTo>
                <a:lnTo>
                  <a:pt x="17688" y="18796"/>
                </a:lnTo>
                <a:lnTo>
                  <a:pt x="16667" y="19004"/>
                </a:lnTo>
                <a:lnTo>
                  <a:pt x="15411" y="19260"/>
                </a:lnTo>
                <a:lnTo>
                  <a:pt x="13873" y="19573"/>
                </a:lnTo>
                <a:lnTo>
                  <a:pt x="12004" y="19955"/>
                </a:lnTo>
                <a:lnTo>
                  <a:pt x="9755" y="20412"/>
                </a:lnTo>
                <a:lnTo>
                  <a:pt x="7079" y="20959"/>
                </a:lnTo>
                <a:lnTo>
                  <a:pt x="3927" y="21600"/>
                </a:lnTo>
                <a:lnTo>
                  <a:pt x="3927" y="19462"/>
                </a:lnTo>
                <a:lnTo>
                  <a:pt x="3927" y="17316"/>
                </a:lnTo>
                <a:lnTo>
                  <a:pt x="3927" y="15163"/>
                </a:lnTo>
                <a:lnTo>
                  <a:pt x="3927" y="12992"/>
                </a:lnTo>
                <a:lnTo>
                  <a:pt x="3927" y="10800"/>
                </a:lnTo>
                <a:lnTo>
                  <a:pt x="2629" y="10800"/>
                </a:lnTo>
                <a:lnTo>
                  <a:pt x="1323" y="1080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C2C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8" name="contour_12876"/>
          <p:cNvSpPr/>
          <p:nvPr/>
        </p:nvSpPr>
        <p:spPr>
          <a:xfrm>
            <a:off x="7866830" y="1727254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7755" y="2376"/>
                </a:lnTo>
                <a:lnTo>
                  <a:pt x="18230" y="4756"/>
                </a:lnTo>
                <a:lnTo>
                  <a:pt x="18706" y="7135"/>
                </a:lnTo>
                <a:lnTo>
                  <a:pt x="19185" y="9522"/>
                </a:lnTo>
                <a:lnTo>
                  <a:pt x="19665" y="11916"/>
                </a:lnTo>
                <a:lnTo>
                  <a:pt x="20144" y="14321"/>
                </a:lnTo>
                <a:lnTo>
                  <a:pt x="20628" y="16733"/>
                </a:lnTo>
                <a:lnTo>
                  <a:pt x="21112" y="19159"/>
                </a:lnTo>
                <a:lnTo>
                  <a:pt x="21600" y="21600"/>
                </a:lnTo>
                <a:lnTo>
                  <a:pt x="18926" y="21154"/>
                </a:lnTo>
                <a:lnTo>
                  <a:pt x="16252" y="20707"/>
                </a:lnTo>
                <a:lnTo>
                  <a:pt x="13569" y="20261"/>
                </a:lnTo>
                <a:lnTo>
                  <a:pt x="10882" y="19814"/>
                </a:lnTo>
                <a:lnTo>
                  <a:pt x="8182" y="19364"/>
                </a:lnTo>
                <a:lnTo>
                  <a:pt x="5469" y="18911"/>
                </a:lnTo>
                <a:lnTo>
                  <a:pt x="2743" y="18457"/>
                </a:lnTo>
                <a:lnTo>
                  <a:pt x="0" y="18000"/>
                </a:lnTo>
                <a:lnTo>
                  <a:pt x="2138" y="17107"/>
                </a:lnTo>
                <a:lnTo>
                  <a:pt x="4290" y="16214"/>
                </a:lnTo>
                <a:lnTo>
                  <a:pt x="6450" y="15311"/>
                </a:lnTo>
                <a:lnTo>
                  <a:pt x="8640" y="14400"/>
                </a:lnTo>
                <a:lnTo>
                  <a:pt x="9223" y="11790"/>
                </a:lnTo>
                <a:lnTo>
                  <a:pt x="9361" y="9864"/>
                </a:lnTo>
                <a:lnTo>
                  <a:pt x="9180" y="6977"/>
                </a:lnTo>
                <a:lnTo>
                  <a:pt x="9098" y="5951"/>
                </a:lnTo>
                <a:lnTo>
                  <a:pt x="8960" y="4140"/>
                </a:lnTo>
                <a:lnTo>
                  <a:pt x="8640" y="0"/>
                </a:lnTo>
                <a:close/>
              </a:path>
            </a:pathLst>
          </a:custGeom>
          <a:solidFill>
            <a:srgbClr val="F6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79" name="contour_12877"/>
          <p:cNvSpPr/>
          <p:nvPr/>
        </p:nvSpPr>
        <p:spPr>
          <a:xfrm>
            <a:off x="8448302" y="1705390"/>
            <a:ext cx="5987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5" y="0"/>
                </a:moveTo>
                <a:lnTo>
                  <a:pt x="1570" y="846"/>
                </a:lnTo>
                <a:lnTo>
                  <a:pt x="2590" y="1703"/>
                </a:lnTo>
                <a:lnTo>
                  <a:pt x="5072" y="3611"/>
                </a:lnTo>
                <a:lnTo>
                  <a:pt x="7005" y="5026"/>
                </a:lnTo>
                <a:lnTo>
                  <a:pt x="8543" y="5994"/>
                </a:lnTo>
                <a:lnTo>
                  <a:pt x="9839" y="6566"/>
                </a:lnTo>
                <a:lnTo>
                  <a:pt x="11048" y="6790"/>
                </a:lnTo>
                <a:lnTo>
                  <a:pt x="12324" y="6710"/>
                </a:lnTo>
                <a:lnTo>
                  <a:pt x="13817" y="6383"/>
                </a:lnTo>
                <a:lnTo>
                  <a:pt x="15684" y="5850"/>
                </a:lnTo>
                <a:lnTo>
                  <a:pt x="17314" y="4734"/>
                </a:lnTo>
                <a:lnTo>
                  <a:pt x="18971" y="3600"/>
                </a:lnTo>
                <a:lnTo>
                  <a:pt x="19297" y="5828"/>
                </a:lnTo>
                <a:lnTo>
                  <a:pt x="19623" y="8057"/>
                </a:lnTo>
                <a:lnTo>
                  <a:pt x="19949" y="10292"/>
                </a:lnTo>
                <a:lnTo>
                  <a:pt x="20275" y="12532"/>
                </a:lnTo>
                <a:lnTo>
                  <a:pt x="20603" y="14782"/>
                </a:lnTo>
                <a:lnTo>
                  <a:pt x="20935" y="17042"/>
                </a:lnTo>
                <a:lnTo>
                  <a:pt x="21266" y="19314"/>
                </a:lnTo>
                <a:lnTo>
                  <a:pt x="21600" y="21600"/>
                </a:lnTo>
                <a:lnTo>
                  <a:pt x="19841" y="21182"/>
                </a:lnTo>
                <a:lnTo>
                  <a:pt x="18085" y="20754"/>
                </a:lnTo>
                <a:lnTo>
                  <a:pt x="16333" y="20308"/>
                </a:lnTo>
                <a:lnTo>
                  <a:pt x="14582" y="19850"/>
                </a:lnTo>
                <a:lnTo>
                  <a:pt x="12834" y="19382"/>
                </a:lnTo>
                <a:lnTo>
                  <a:pt x="11083" y="18900"/>
                </a:lnTo>
                <a:lnTo>
                  <a:pt x="9573" y="18565"/>
                </a:lnTo>
                <a:lnTo>
                  <a:pt x="8043" y="18223"/>
                </a:lnTo>
                <a:lnTo>
                  <a:pt x="6602" y="17788"/>
                </a:lnTo>
                <a:lnTo>
                  <a:pt x="5493" y="17374"/>
                </a:lnTo>
                <a:lnTo>
                  <a:pt x="4357" y="16790"/>
                </a:lnTo>
                <a:lnTo>
                  <a:pt x="2834" y="15862"/>
                </a:lnTo>
                <a:lnTo>
                  <a:pt x="565" y="14400"/>
                </a:lnTo>
                <a:lnTo>
                  <a:pt x="187" y="11891"/>
                </a:lnTo>
                <a:lnTo>
                  <a:pt x="11" y="9554"/>
                </a:lnTo>
                <a:lnTo>
                  <a:pt x="0" y="7294"/>
                </a:lnTo>
                <a:lnTo>
                  <a:pt x="113" y="5011"/>
                </a:lnTo>
                <a:lnTo>
                  <a:pt x="316" y="2610"/>
                </a:lnTo>
                <a:lnTo>
                  <a:pt x="565" y="0"/>
                </a:lnTo>
                <a:close/>
              </a:path>
            </a:pathLst>
          </a:custGeom>
          <a:solidFill>
            <a:srgbClr val="989E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0" name="contour_12878"/>
          <p:cNvSpPr/>
          <p:nvPr/>
        </p:nvSpPr>
        <p:spPr>
          <a:xfrm>
            <a:off x="2422700" y="1690814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194" y="1527"/>
                </a:lnTo>
                <a:lnTo>
                  <a:pt x="16959" y="3064"/>
                </a:lnTo>
                <a:lnTo>
                  <a:pt x="17734" y="4607"/>
                </a:lnTo>
                <a:lnTo>
                  <a:pt x="18514" y="6171"/>
                </a:lnTo>
                <a:lnTo>
                  <a:pt x="16475" y="6171"/>
                </a:lnTo>
                <a:lnTo>
                  <a:pt x="14423" y="6171"/>
                </a:lnTo>
                <a:lnTo>
                  <a:pt x="12343" y="6171"/>
                </a:lnTo>
                <a:lnTo>
                  <a:pt x="12343" y="8211"/>
                </a:lnTo>
                <a:lnTo>
                  <a:pt x="12343" y="10263"/>
                </a:lnTo>
                <a:lnTo>
                  <a:pt x="12343" y="12343"/>
                </a:lnTo>
                <a:lnTo>
                  <a:pt x="14176" y="12343"/>
                </a:lnTo>
                <a:lnTo>
                  <a:pt x="16015" y="12343"/>
                </a:lnTo>
                <a:lnTo>
                  <a:pt x="17860" y="12343"/>
                </a:lnTo>
                <a:lnTo>
                  <a:pt x="19721" y="12343"/>
                </a:lnTo>
                <a:lnTo>
                  <a:pt x="21600" y="12343"/>
                </a:lnTo>
                <a:lnTo>
                  <a:pt x="21600" y="14176"/>
                </a:lnTo>
                <a:lnTo>
                  <a:pt x="21600" y="16015"/>
                </a:lnTo>
                <a:lnTo>
                  <a:pt x="21600" y="17860"/>
                </a:lnTo>
                <a:lnTo>
                  <a:pt x="21600" y="19721"/>
                </a:lnTo>
                <a:lnTo>
                  <a:pt x="21600" y="21600"/>
                </a:lnTo>
                <a:lnTo>
                  <a:pt x="19462" y="21295"/>
                </a:lnTo>
                <a:lnTo>
                  <a:pt x="17320" y="20989"/>
                </a:lnTo>
                <a:lnTo>
                  <a:pt x="15179" y="20684"/>
                </a:lnTo>
                <a:lnTo>
                  <a:pt x="13034" y="20375"/>
                </a:lnTo>
                <a:lnTo>
                  <a:pt x="10880" y="20069"/>
                </a:lnTo>
                <a:lnTo>
                  <a:pt x="8723" y="19761"/>
                </a:lnTo>
                <a:lnTo>
                  <a:pt x="6557" y="19452"/>
                </a:lnTo>
                <a:lnTo>
                  <a:pt x="4382" y="19141"/>
                </a:lnTo>
                <a:lnTo>
                  <a:pt x="2197" y="18829"/>
                </a:lnTo>
                <a:lnTo>
                  <a:pt x="0" y="18514"/>
                </a:lnTo>
                <a:lnTo>
                  <a:pt x="1833" y="17903"/>
                </a:lnTo>
                <a:lnTo>
                  <a:pt x="3672" y="17289"/>
                </a:lnTo>
                <a:lnTo>
                  <a:pt x="5517" y="16675"/>
                </a:lnTo>
                <a:lnTo>
                  <a:pt x="7378" y="16055"/>
                </a:lnTo>
                <a:lnTo>
                  <a:pt x="9257" y="15429"/>
                </a:lnTo>
                <a:lnTo>
                  <a:pt x="9723" y="13272"/>
                </a:lnTo>
                <a:lnTo>
                  <a:pt x="9772" y="11670"/>
                </a:lnTo>
                <a:lnTo>
                  <a:pt x="9448" y="9257"/>
                </a:lnTo>
                <a:lnTo>
                  <a:pt x="9257" y="6810"/>
                </a:lnTo>
                <a:lnTo>
                  <a:pt x="9208" y="5212"/>
                </a:lnTo>
                <a:lnTo>
                  <a:pt x="9257" y="3086"/>
                </a:lnTo>
                <a:lnTo>
                  <a:pt x="11090" y="1734"/>
                </a:lnTo>
                <a:lnTo>
                  <a:pt x="12343" y="963"/>
                </a:lnTo>
                <a:lnTo>
                  <a:pt x="13596" y="481"/>
                </a:lnTo>
                <a:lnTo>
                  <a:pt x="15429" y="0"/>
                </a:lnTo>
                <a:close/>
              </a:path>
            </a:pathLst>
          </a:custGeom>
          <a:solidFill>
            <a:srgbClr val="5C5D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1" name="contour_12879"/>
          <p:cNvSpPr/>
          <p:nvPr/>
        </p:nvSpPr>
        <p:spPr>
          <a:xfrm>
            <a:off x="2189484" y="167623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5851" y="2110"/>
                </a:lnTo>
                <a:lnTo>
                  <a:pt x="16274" y="4219"/>
                </a:lnTo>
                <a:lnTo>
                  <a:pt x="16694" y="6329"/>
                </a:lnTo>
                <a:lnTo>
                  <a:pt x="17116" y="8438"/>
                </a:lnTo>
                <a:lnTo>
                  <a:pt x="17539" y="10548"/>
                </a:lnTo>
                <a:lnTo>
                  <a:pt x="18039" y="12485"/>
                </a:lnTo>
                <a:lnTo>
                  <a:pt x="18502" y="14029"/>
                </a:lnTo>
                <a:lnTo>
                  <a:pt x="19119" y="15710"/>
                </a:lnTo>
                <a:lnTo>
                  <a:pt x="20085" y="18054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682" y="12488"/>
                </a:lnTo>
                <a:lnTo>
                  <a:pt x="2925" y="11138"/>
                </a:lnTo>
                <a:lnTo>
                  <a:pt x="4098" y="9976"/>
                </a:lnTo>
                <a:lnTo>
                  <a:pt x="5570" y="8633"/>
                </a:lnTo>
                <a:lnTo>
                  <a:pt x="7714" y="6750"/>
                </a:lnTo>
                <a:lnTo>
                  <a:pt x="9149" y="5479"/>
                </a:lnTo>
                <a:lnTo>
                  <a:pt x="10590" y="4198"/>
                </a:lnTo>
                <a:lnTo>
                  <a:pt x="12053" y="2898"/>
                </a:lnTo>
                <a:lnTo>
                  <a:pt x="12892" y="2178"/>
                </a:lnTo>
                <a:lnTo>
                  <a:pt x="15429" y="0"/>
                </a:lnTo>
                <a:close/>
              </a:path>
            </a:pathLst>
          </a:custGeom>
          <a:solidFill>
            <a:srgbClr val="5C5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2" name="contour_12880"/>
          <p:cNvSpPr/>
          <p:nvPr/>
        </p:nvSpPr>
        <p:spPr>
          <a:xfrm>
            <a:off x="1336789" y="1661662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125" y="1833"/>
                </a:lnTo>
                <a:lnTo>
                  <a:pt x="19739" y="3672"/>
                </a:lnTo>
                <a:lnTo>
                  <a:pt x="20353" y="5517"/>
                </a:lnTo>
                <a:lnTo>
                  <a:pt x="20974" y="7378"/>
                </a:lnTo>
                <a:lnTo>
                  <a:pt x="21600" y="9257"/>
                </a:lnTo>
                <a:lnTo>
                  <a:pt x="19560" y="9257"/>
                </a:lnTo>
                <a:lnTo>
                  <a:pt x="17508" y="9257"/>
                </a:lnTo>
                <a:lnTo>
                  <a:pt x="15429" y="9257"/>
                </a:lnTo>
                <a:lnTo>
                  <a:pt x="14506" y="11284"/>
                </a:lnTo>
                <a:lnTo>
                  <a:pt x="14006" y="12886"/>
                </a:lnTo>
                <a:lnTo>
                  <a:pt x="13500" y="15429"/>
                </a:lnTo>
                <a:lnTo>
                  <a:pt x="13117" y="17468"/>
                </a:lnTo>
                <a:lnTo>
                  <a:pt x="12732" y="19520"/>
                </a:lnTo>
                <a:lnTo>
                  <a:pt x="12343" y="21600"/>
                </a:lnTo>
                <a:lnTo>
                  <a:pt x="10596" y="20727"/>
                </a:lnTo>
                <a:lnTo>
                  <a:pt x="8850" y="19853"/>
                </a:lnTo>
                <a:lnTo>
                  <a:pt x="7097" y="18977"/>
                </a:lnTo>
                <a:lnTo>
                  <a:pt x="5338" y="18098"/>
                </a:lnTo>
                <a:lnTo>
                  <a:pt x="3570" y="17212"/>
                </a:lnTo>
                <a:lnTo>
                  <a:pt x="1793" y="16323"/>
                </a:lnTo>
                <a:lnTo>
                  <a:pt x="0" y="15429"/>
                </a:lnTo>
                <a:lnTo>
                  <a:pt x="2040" y="15429"/>
                </a:lnTo>
                <a:lnTo>
                  <a:pt x="4092" y="15429"/>
                </a:lnTo>
                <a:lnTo>
                  <a:pt x="6171" y="15429"/>
                </a:lnTo>
                <a:lnTo>
                  <a:pt x="6616" y="14028"/>
                </a:lnTo>
                <a:lnTo>
                  <a:pt x="7066" y="12617"/>
                </a:lnTo>
                <a:lnTo>
                  <a:pt x="7523" y="11186"/>
                </a:lnTo>
                <a:lnTo>
                  <a:pt x="8393" y="9001"/>
                </a:lnTo>
                <a:lnTo>
                  <a:pt x="9362" y="7196"/>
                </a:lnTo>
                <a:lnTo>
                  <a:pt x="10451" y="5693"/>
                </a:lnTo>
                <a:lnTo>
                  <a:pt x="11686" y="4416"/>
                </a:lnTo>
                <a:lnTo>
                  <a:pt x="13083" y="3286"/>
                </a:lnTo>
                <a:lnTo>
                  <a:pt x="14673" y="2225"/>
                </a:lnTo>
                <a:lnTo>
                  <a:pt x="16475" y="1154"/>
                </a:lnTo>
                <a:lnTo>
                  <a:pt x="18514" y="0"/>
                </a:lnTo>
                <a:close/>
              </a:path>
            </a:pathLst>
          </a:custGeom>
          <a:solidFill>
            <a:srgbClr val="42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3" name="contour_12881"/>
          <p:cNvSpPr/>
          <p:nvPr/>
        </p:nvSpPr>
        <p:spPr>
          <a:xfrm>
            <a:off x="2247788" y="1676238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806" y="1156"/>
                </a:lnTo>
                <a:lnTo>
                  <a:pt x="12352" y="2327"/>
                </a:lnTo>
                <a:lnTo>
                  <a:pt x="13892" y="3521"/>
                </a:lnTo>
                <a:lnTo>
                  <a:pt x="15429" y="4725"/>
                </a:lnTo>
                <a:lnTo>
                  <a:pt x="17150" y="6043"/>
                </a:lnTo>
                <a:lnTo>
                  <a:pt x="18900" y="7382"/>
                </a:lnTo>
                <a:lnTo>
                  <a:pt x="2023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833" y="10800"/>
                </a:lnTo>
                <a:lnTo>
                  <a:pt x="3672" y="10800"/>
                </a:lnTo>
                <a:lnTo>
                  <a:pt x="5517" y="10800"/>
                </a:lnTo>
                <a:lnTo>
                  <a:pt x="7378" y="10800"/>
                </a:lnTo>
                <a:lnTo>
                  <a:pt x="9257" y="10800"/>
                </a:lnTo>
                <a:lnTo>
                  <a:pt x="9257" y="7231"/>
                </a:lnTo>
                <a:lnTo>
                  <a:pt x="9257" y="3640"/>
                </a:lnTo>
                <a:lnTo>
                  <a:pt x="9257" y="0"/>
                </a:lnTo>
                <a:close/>
              </a:path>
            </a:pathLst>
          </a:custGeom>
          <a:solidFill>
            <a:srgbClr val="3633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4" name="contour_12882"/>
          <p:cNvSpPr/>
          <p:nvPr/>
        </p:nvSpPr>
        <p:spPr>
          <a:xfrm>
            <a:off x="2072876" y="1683380"/>
            <a:ext cx="72880" cy="292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7"/>
                </a:moveTo>
                <a:lnTo>
                  <a:pt x="21326" y="3890"/>
                </a:lnTo>
                <a:lnTo>
                  <a:pt x="21004" y="7367"/>
                </a:lnTo>
                <a:lnTo>
                  <a:pt x="20591" y="10590"/>
                </a:lnTo>
                <a:lnTo>
                  <a:pt x="20053" y="13583"/>
                </a:lnTo>
                <a:lnTo>
                  <a:pt x="19347" y="16393"/>
                </a:lnTo>
                <a:lnTo>
                  <a:pt x="18436" y="19053"/>
                </a:lnTo>
                <a:lnTo>
                  <a:pt x="17280" y="21600"/>
                </a:lnTo>
                <a:lnTo>
                  <a:pt x="15770" y="21256"/>
                </a:lnTo>
                <a:lnTo>
                  <a:pt x="14282" y="20799"/>
                </a:lnTo>
                <a:lnTo>
                  <a:pt x="12809" y="20235"/>
                </a:lnTo>
                <a:lnTo>
                  <a:pt x="11353" y="19564"/>
                </a:lnTo>
                <a:lnTo>
                  <a:pt x="9910" y="18790"/>
                </a:lnTo>
                <a:lnTo>
                  <a:pt x="8478" y="17919"/>
                </a:lnTo>
                <a:lnTo>
                  <a:pt x="7055" y="16952"/>
                </a:lnTo>
                <a:lnTo>
                  <a:pt x="5640" y="15899"/>
                </a:lnTo>
                <a:lnTo>
                  <a:pt x="4227" y="14755"/>
                </a:lnTo>
                <a:lnTo>
                  <a:pt x="2819" y="13535"/>
                </a:lnTo>
                <a:lnTo>
                  <a:pt x="1410" y="12229"/>
                </a:lnTo>
                <a:lnTo>
                  <a:pt x="0" y="10854"/>
                </a:lnTo>
                <a:lnTo>
                  <a:pt x="0" y="8189"/>
                </a:lnTo>
                <a:lnTo>
                  <a:pt x="0" y="5481"/>
                </a:lnTo>
                <a:lnTo>
                  <a:pt x="1452" y="4814"/>
                </a:lnTo>
                <a:lnTo>
                  <a:pt x="2894" y="4170"/>
                </a:lnTo>
                <a:lnTo>
                  <a:pt x="4331" y="3557"/>
                </a:lnTo>
                <a:lnTo>
                  <a:pt x="5761" y="2971"/>
                </a:lnTo>
                <a:lnTo>
                  <a:pt x="7188" y="2429"/>
                </a:lnTo>
                <a:lnTo>
                  <a:pt x="8614" y="1924"/>
                </a:lnTo>
                <a:lnTo>
                  <a:pt x="10038" y="1467"/>
                </a:lnTo>
                <a:lnTo>
                  <a:pt x="11463" y="1064"/>
                </a:lnTo>
                <a:lnTo>
                  <a:pt x="12891" y="720"/>
                </a:lnTo>
                <a:lnTo>
                  <a:pt x="14323" y="435"/>
                </a:lnTo>
                <a:lnTo>
                  <a:pt x="15759" y="215"/>
                </a:lnTo>
                <a:lnTo>
                  <a:pt x="17204" y="70"/>
                </a:lnTo>
                <a:lnTo>
                  <a:pt x="18658" y="0"/>
                </a:lnTo>
                <a:lnTo>
                  <a:pt x="20123" y="11"/>
                </a:lnTo>
                <a:lnTo>
                  <a:pt x="21600" y="107"/>
                </a:lnTo>
                <a:close/>
              </a:path>
            </a:pathLst>
          </a:custGeom>
          <a:solidFill>
            <a:srgbClr val="9597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5" name="contour_12883"/>
          <p:cNvSpPr/>
          <p:nvPr/>
        </p:nvSpPr>
        <p:spPr>
          <a:xfrm>
            <a:off x="1897964" y="1676238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11556" y="899"/>
                </a:lnTo>
                <a:lnTo>
                  <a:pt x="13948" y="1564"/>
                </a:lnTo>
                <a:lnTo>
                  <a:pt x="15579" y="2121"/>
                </a:lnTo>
                <a:lnTo>
                  <a:pt x="16748" y="2687"/>
                </a:lnTo>
                <a:lnTo>
                  <a:pt x="17755" y="3378"/>
                </a:lnTo>
                <a:lnTo>
                  <a:pt x="18900" y="4320"/>
                </a:lnTo>
                <a:lnTo>
                  <a:pt x="19435" y="6886"/>
                </a:lnTo>
                <a:lnTo>
                  <a:pt x="19972" y="9461"/>
                </a:lnTo>
                <a:lnTo>
                  <a:pt x="20509" y="12044"/>
                </a:lnTo>
                <a:lnTo>
                  <a:pt x="21052" y="14649"/>
                </a:lnTo>
                <a:lnTo>
                  <a:pt x="21600" y="17280"/>
                </a:lnTo>
                <a:lnTo>
                  <a:pt x="19818" y="17639"/>
                </a:lnTo>
                <a:lnTo>
                  <a:pt x="18036" y="17993"/>
                </a:lnTo>
                <a:lnTo>
                  <a:pt x="16251" y="18351"/>
                </a:lnTo>
                <a:lnTo>
                  <a:pt x="14464" y="18706"/>
                </a:lnTo>
                <a:lnTo>
                  <a:pt x="12674" y="19064"/>
                </a:lnTo>
                <a:lnTo>
                  <a:pt x="10881" y="19423"/>
                </a:lnTo>
                <a:lnTo>
                  <a:pt x="9083" y="19781"/>
                </a:lnTo>
                <a:lnTo>
                  <a:pt x="7279" y="20144"/>
                </a:lnTo>
                <a:lnTo>
                  <a:pt x="5470" y="20507"/>
                </a:lnTo>
                <a:lnTo>
                  <a:pt x="3656" y="20870"/>
                </a:lnTo>
                <a:lnTo>
                  <a:pt x="1831" y="21233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604" y="12960"/>
                </a:lnTo>
                <a:lnTo>
                  <a:pt x="3213" y="12960"/>
                </a:lnTo>
                <a:lnTo>
                  <a:pt x="4828" y="12960"/>
                </a:lnTo>
                <a:lnTo>
                  <a:pt x="6456" y="12960"/>
                </a:lnTo>
                <a:lnTo>
                  <a:pt x="8100" y="12960"/>
                </a:lnTo>
                <a:lnTo>
                  <a:pt x="8100" y="10394"/>
                </a:lnTo>
                <a:lnTo>
                  <a:pt x="8100" y="7819"/>
                </a:lnTo>
                <a:lnTo>
                  <a:pt x="8100" y="5236"/>
                </a:lnTo>
                <a:lnTo>
                  <a:pt x="8100" y="2631"/>
                </a:lnTo>
                <a:lnTo>
                  <a:pt x="8100" y="0"/>
                </a:lnTo>
                <a:close/>
              </a:path>
            </a:pathLst>
          </a:custGeom>
          <a:solidFill>
            <a:srgbClr val="7C7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6" name="contour_12884"/>
          <p:cNvSpPr/>
          <p:nvPr/>
        </p:nvSpPr>
        <p:spPr>
          <a:xfrm>
            <a:off x="2051012" y="1659527"/>
            <a:ext cx="51016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1196"/>
                </a:moveTo>
                <a:lnTo>
                  <a:pt x="8146" y="943"/>
                </a:lnTo>
                <a:lnTo>
                  <a:pt x="10137" y="686"/>
                </a:lnTo>
                <a:lnTo>
                  <a:pt x="12152" y="428"/>
                </a:lnTo>
                <a:lnTo>
                  <a:pt x="13818" y="216"/>
                </a:lnTo>
                <a:lnTo>
                  <a:pt x="15512" y="0"/>
                </a:lnTo>
                <a:lnTo>
                  <a:pt x="17002" y="592"/>
                </a:lnTo>
                <a:lnTo>
                  <a:pt x="18514" y="1196"/>
                </a:lnTo>
                <a:lnTo>
                  <a:pt x="19125" y="3620"/>
                </a:lnTo>
                <a:lnTo>
                  <a:pt x="19739" y="6052"/>
                </a:lnTo>
                <a:lnTo>
                  <a:pt x="20353" y="8492"/>
                </a:lnTo>
                <a:lnTo>
                  <a:pt x="20974" y="10953"/>
                </a:lnTo>
                <a:lnTo>
                  <a:pt x="21600" y="13438"/>
                </a:lnTo>
                <a:lnTo>
                  <a:pt x="19656" y="14173"/>
                </a:lnTo>
                <a:lnTo>
                  <a:pt x="17712" y="14907"/>
                </a:lnTo>
                <a:lnTo>
                  <a:pt x="15765" y="15642"/>
                </a:lnTo>
                <a:lnTo>
                  <a:pt x="13815" y="16381"/>
                </a:lnTo>
                <a:lnTo>
                  <a:pt x="11858" y="17119"/>
                </a:lnTo>
                <a:lnTo>
                  <a:pt x="9902" y="17858"/>
                </a:lnTo>
                <a:lnTo>
                  <a:pt x="7936" y="18601"/>
                </a:lnTo>
                <a:lnTo>
                  <a:pt x="5965" y="19347"/>
                </a:lnTo>
                <a:lnTo>
                  <a:pt x="3987" y="20094"/>
                </a:lnTo>
                <a:lnTo>
                  <a:pt x="1996" y="20845"/>
                </a:lnTo>
                <a:lnTo>
                  <a:pt x="0" y="21600"/>
                </a:lnTo>
                <a:lnTo>
                  <a:pt x="0" y="18903"/>
                </a:lnTo>
                <a:lnTo>
                  <a:pt x="0" y="16189"/>
                </a:lnTo>
                <a:lnTo>
                  <a:pt x="0" y="13438"/>
                </a:lnTo>
                <a:lnTo>
                  <a:pt x="2040" y="13438"/>
                </a:lnTo>
                <a:lnTo>
                  <a:pt x="4092" y="13438"/>
                </a:lnTo>
                <a:lnTo>
                  <a:pt x="6171" y="13438"/>
                </a:lnTo>
                <a:lnTo>
                  <a:pt x="6171" y="11014"/>
                </a:lnTo>
                <a:lnTo>
                  <a:pt x="6171" y="8582"/>
                </a:lnTo>
                <a:lnTo>
                  <a:pt x="6171" y="6142"/>
                </a:lnTo>
                <a:lnTo>
                  <a:pt x="6171" y="3681"/>
                </a:lnTo>
                <a:lnTo>
                  <a:pt x="6171" y="1196"/>
                </a:lnTo>
                <a:close/>
              </a:path>
            </a:pathLst>
          </a:custGeom>
          <a:solidFill>
            <a:srgbClr val="2F2D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7" name="contour_12885"/>
          <p:cNvSpPr/>
          <p:nvPr/>
        </p:nvSpPr>
        <p:spPr>
          <a:xfrm>
            <a:off x="4900617" y="1617934"/>
            <a:ext cx="51016" cy="52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440" y="2040"/>
                </a:lnTo>
                <a:lnTo>
                  <a:pt x="20063" y="3529"/>
                </a:lnTo>
                <a:lnTo>
                  <a:pt x="20532" y="4901"/>
                </a:lnTo>
                <a:lnTo>
                  <a:pt x="20995" y="6588"/>
                </a:lnTo>
                <a:lnTo>
                  <a:pt x="21600" y="9025"/>
                </a:lnTo>
                <a:lnTo>
                  <a:pt x="20406" y="10875"/>
                </a:lnTo>
                <a:lnTo>
                  <a:pt x="19091" y="12593"/>
                </a:lnTo>
                <a:lnTo>
                  <a:pt x="17672" y="14196"/>
                </a:lnTo>
                <a:lnTo>
                  <a:pt x="16151" y="15701"/>
                </a:lnTo>
                <a:lnTo>
                  <a:pt x="14543" y="17121"/>
                </a:lnTo>
                <a:lnTo>
                  <a:pt x="12849" y="18477"/>
                </a:lnTo>
                <a:lnTo>
                  <a:pt x="11084" y="19783"/>
                </a:lnTo>
                <a:lnTo>
                  <a:pt x="9257" y="21058"/>
                </a:lnTo>
                <a:lnTo>
                  <a:pt x="6591" y="21419"/>
                </a:lnTo>
                <a:lnTo>
                  <a:pt x="4777" y="21600"/>
                </a:lnTo>
                <a:lnTo>
                  <a:pt x="3370" y="21600"/>
                </a:lnTo>
                <a:lnTo>
                  <a:pt x="1925" y="21419"/>
                </a:lnTo>
                <a:lnTo>
                  <a:pt x="0" y="21058"/>
                </a:lnTo>
                <a:lnTo>
                  <a:pt x="0" y="19070"/>
                </a:lnTo>
                <a:lnTo>
                  <a:pt x="0" y="17069"/>
                </a:lnTo>
                <a:lnTo>
                  <a:pt x="0" y="15042"/>
                </a:lnTo>
                <a:lnTo>
                  <a:pt x="1506" y="13625"/>
                </a:lnTo>
                <a:lnTo>
                  <a:pt x="3005" y="12265"/>
                </a:lnTo>
                <a:lnTo>
                  <a:pt x="4514" y="10947"/>
                </a:lnTo>
                <a:lnTo>
                  <a:pt x="6048" y="9666"/>
                </a:lnTo>
                <a:lnTo>
                  <a:pt x="7625" y="8402"/>
                </a:lnTo>
                <a:lnTo>
                  <a:pt x="9257" y="7145"/>
                </a:lnTo>
                <a:lnTo>
                  <a:pt x="10584" y="6107"/>
                </a:lnTo>
                <a:lnTo>
                  <a:pt x="11932" y="5054"/>
                </a:lnTo>
                <a:lnTo>
                  <a:pt x="13571" y="3782"/>
                </a:lnTo>
                <a:lnTo>
                  <a:pt x="15216" y="2515"/>
                </a:lnTo>
                <a:lnTo>
                  <a:pt x="16863" y="1254"/>
                </a:lnTo>
                <a:lnTo>
                  <a:pt x="18514" y="0"/>
                </a:lnTo>
                <a:close/>
              </a:path>
            </a:pathLst>
          </a:custGeom>
          <a:solidFill>
            <a:srgbClr val="91D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8" name="contour_12886"/>
          <p:cNvSpPr/>
          <p:nvPr/>
        </p:nvSpPr>
        <p:spPr>
          <a:xfrm>
            <a:off x="2138468" y="1630134"/>
            <a:ext cx="36054" cy="606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46"/>
                </a:moveTo>
                <a:lnTo>
                  <a:pt x="4986" y="376"/>
                </a:lnTo>
                <a:lnTo>
                  <a:pt x="8492" y="93"/>
                </a:lnTo>
                <a:lnTo>
                  <a:pt x="11012" y="0"/>
                </a:lnTo>
                <a:lnTo>
                  <a:pt x="13025" y="93"/>
                </a:lnTo>
                <a:lnTo>
                  <a:pt x="15011" y="376"/>
                </a:lnTo>
                <a:lnTo>
                  <a:pt x="17465" y="846"/>
                </a:lnTo>
                <a:lnTo>
                  <a:pt x="18827" y="2576"/>
                </a:lnTo>
                <a:lnTo>
                  <a:pt x="19902" y="4307"/>
                </a:lnTo>
                <a:lnTo>
                  <a:pt x="20701" y="6039"/>
                </a:lnTo>
                <a:lnTo>
                  <a:pt x="21238" y="7775"/>
                </a:lnTo>
                <a:lnTo>
                  <a:pt x="21535" y="9524"/>
                </a:lnTo>
                <a:lnTo>
                  <a:pt x="21600" y="11283"/>
                </a:lnTo>
                <a:lnTo>
                  <a:pt x="21456" y="13057"/>
                </a:lnTo>
                <a:lnTo>
                  <a:pt x="21120" y="14852"/>
                </a:lnTo>
                <a:lnTo>
                  <a:pt x="20600" y="16671"/>
                </a:lnTo>
                <a:lnTo>
                  <a:pt x="19919" y="18518"/>
                </a:lnTo>
                <a:lnTo>
                  <a:pt x="19312" y="19283"/>
                </a:lnTo>
                <a:lnTo>
                  <a:pt x="17465" y="21600"/>
                </a:lnTo>
                <a:lnTo>
                  <a:pt x="14893" y="21063"/>
                </a:lnTo>
                <a:lnTo>
                  <a:pt x="13125" y="20614"/>
                </a:lnTo>
                <a:lnTo>
                  <a:pt x="11344" y="20010"/>
                </a:lnTo>
                <a:lnTo>
                  <a:pt x="8733" y="19006"/>
                </a:lnTo>
                <a:lnTo>
                  <a:pt x="8244" y="17164"/>
                </a:lnTo>
                <a:lnTo>
                  <a:pt x="8025" y="15856"/>
                </a:lnTo>
                <a:lnTo>
                  <a:pt x="8025" y="14463"/>
                </a:lnTo>
                <a:lnTo>
                  <a:pt x="8187" y="12359"/>
                </a:lnTo>
                <a:lnTo>
                  <a:pt x="8305" y="10582"/>
                </a:lnTo>
                <a:lnTo>
                  <a:pt x="8427" y="8782"/>
                </a:lnTo>
                <a:lnTo>
                  <a:pt x="8580" y="7417"/>
                </a:lnTo>
                <a:lnTo>
                  <a:pt x="8733" y="6034"/>
                </a:lnTo>
                <a:lnTo>
                  <a:pt x="5846" y="6034"/>
                </a:lnTo>
                <a:lnTo>
                  <a:pt x="2943" y="6034"/>
                </a:lnTo>
                <a:lnTo>
                  <a:pt x="0" y="6034"/>
                </a:lnTo>
                <a:lnTo>
                  <a:pt x="0" y="4319"/>
                </a:lnTo>
                <a:lnTo>
                  <a:pt x="0" y="2594"/>
                </a:lnTo>
                <a:lnTo>
                  <a:pt x="0" y="846"/>
                </a:lnTo>
                <a:close/>
              </a:path>
            </a:pathLst>
          </a:custGeom>
          <a:solidFill>
            <a:srgbClr val="706B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89" name="contour_12887"/>
          <p:cNvSpPr/>
          <p:nvPr/>
        </p:nvSpPr>
        <p:spPr>
          <a:xfrm>
            <a:off x="11365065" y="1574206"/>
            <a:ext cx="24510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23" y="0"/>
                </a:moveTo>
                <a:lnTo>
                  <a:pt x="10810" y="2017"/>
                </a:lnTo>
                <a:lnTo>
                  <a:pt x="14220" y="3621"/>
                </a:lnTo>
                <a:lnTo>
                  <a:pt x="16789" y="4901"/>
                </a:lnTo>
                <a:lnTo>
                  <a:pt x="18633" y="5950"/>
                </a:lnTo>
                <a:lnTo>
                  <a:pt x="19879" y="6853"/>
                </a:lnTo>
                <a:lnTo>
                  <a:pt x="20643" y="7701"/>
                </a:lnTo>
                <a:lnTo>
                  <a:pt x="21048" y="8583"/>
                </a:lnTo>
                <a:lnTo>
                  <a:pt x="21215" y="9586"/>
                </a:lnTo>
                <a:lnTo>
                  <a:pt x="21272" y="10800"/>
                </a:lnTo>
                <a:lnTo>
                  <a:pt x="21439" y="11988"/>
                </a:lnTo>
                <a:lnTo>
                  <a:pt x="21600" y="13194"/>
                </a:lnTo>
                <a:lnTo>
                  <a:pt x="20791" y="14036"/>
                </a:lnTo>
                <a:lnTo>
                  <a:pt x="19949" y="14739"/>
                </a:lnTo>
                <a:lnTo>
                  <a:pt x="18819" y="15405"/>
                </a:lnTo>
                <a:lnTo>
                  <a:pt x="17149" y="16131"/>
                </a:lnTo>
                <a:lnTo>
                  <a:pt x="14689" y="17015"/>
                </a:lnTo>
                <a:lnTo>
                  <a:pt x="11176" y="18156"/>
                </a:lnTo>
                <a:lnTo>
                  <a:pt x="6365" y="19650"/>
                </a:lnTo>
                <a:lnTo>
                  <a:pt x="0" y="21600"/>
                </a:lnTo>
                <a:lnTo>
                  <a:pt x="398" y="20263"/>
                </a:lnTo>
                <a:lnTo>
                  <a:pt x="796" y="18927"/>
                </a:lnTo>
                <a:lnTo>
                  <a:pt x="1195" y="17588"/>
                </a:lnTo>
                <a:lnTo>
                  <a:pt x="1593" y="16251"/>
                </a:lnTo>
                <a:lnTo>
                  <a:pt x="1991" y="14912"/>
                </a:lnTo>
                <a:lnTo>
                  <a:pt x="2389" y="13569"/>
                </a:lnTo>
                <a:lnTo>
                  <a:pt x="2788" y="12226"/>
                </a:lnTo>
                <a:lnTo>
                  <a:pt x="3186" y="10881"/>
                </a:lnTo>
                <a:lnTo>
                  <a:pt x="3590" y="9533"/>
                </a:lnTo>
                <a:lnTo>
                  <a:pt x="3989" y="8182"/>
                </a:lnTo>
                <a:lnTo>
                  <a:pt x="4393" y="6828"/>
                </a:lnTo>
                <a:lnTo>
                  <a:pt x="4798" y="5471"/>
                </a:lnTo>
                <a:lnTo>
                  <a:pt x="5202" y="4110"/>
                </a:lnTo>
                <a:lnTo>
                  <a:pt x="5607" y="2745"/>
                </a:lnTo>
                <a:lnTo>
                  <a:pt x="6012" y="1375"/>
                </a:lnTo>
                <a:lnTo>
                  <a:pt x="6423" y="0"/>
                </a:lnTo>
                <a:close/>
              </a:path>
            </a:pathLst>
          </a:custGeom>
          <a:solidFill>
            <a:srgbClr val="E9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0" name="contour_12888"/>
          <p:cNvSpPr/>
          <p:nvPr/>
        </p:nvSpPr>
        <p:spPr>
          <a:xfrm>
            <a:off x="3676234" y="1552342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069" y="1817"/>
                </a:lnTo>
                <a:lnTo>
                  <a:pt x="13214" y="3594"/>
                </a:lnTo>
                <a:lnTo>
                  <a:pt x="14251" y="5354"/>
                </a:lnTo>
                <a:lnTo>
                  <a:pt x="15196" y="7125"/>
                </a:lnTo>
                <a:lnTo>
                  <a:pt x="16065" y="8932"/>
                </a:lnTo>
                <a:lnTo>
                  <a:pt x="16875" y="10800"/>
                </a:lnTo>
                <a:lnTo>
                  <a:pt x="17577" y="12350"/>
                </a:lnTo>
                <a:lnTo>
                  <a:pt x="18290" y="13921"/>
                </a:lnTo>
                <a:lnTo>
                  <a:pt x="18970" y="15455"/>
                </a:lnTo>
                <a:lnTo>
                  <a:pt x="19640" y="16988"/>
                </a:lnTo>
                <a:lnTo>
                  <a:pt x="20304" y="18525"/>
                </a:lnTo>
                <a:lnTo>
                  <a:pt x="20952" y="200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BFC2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1" name="contour_12889"/>
          <p:cNvSpPr/>
          <p:nvPr/>
        </p:nvSpPr>
        <p:spPr>
          <a:xfrm>
            <a:off x="4652825" y="1566918"/>
            <a:ext cx="58304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20"/>
                </a:lnTo>
                <a:lnTo>
                  <a:pt x="3564" y="836"/>
                </a:lnTo>
                <a:lnTo>
                  <a:pt x="5349" y="1256"/>
                </a:lnTo>
                <a:lnTo>
                  <a:pt x="7136" y="1672"/>
                </a:lnTo>
                <a:lnTo>
                  <a:pt x="8926" y="2092"/>
                </a:lnTo>
                <a:lnTo>
                  <a:pt x="10719" y="2513"/>
                </a:lnTo>
                <a:lnTo>
                  <a:pt x="12517" y="2933"/>
                </a:lnTo>
                <a:lnTo>
                  <a:pt x="14321" y="3359"/>
                </a:lnTo>
                <a:lnTo>
                  <a:pt x="16130" y="3784"/>
                </a:lnTo>
                <a:lnTo>
                  <a:pt x="17944" y="4210"/>
                </a:lnTo>
                <a:lnTo>
                  <a:pt x="19769" y="4635"/>
                </a:lnTo>
                <a:lnTo>
                  <a:pt x="21600" y="5066"/>
                </a:lnTo>
                <a:lnTo>
                  <a:pt x="19996" y="6069"/>
                </a:lnTo>
                <a:lnTo>
                  <a:pt x="18387" y="7077"/>
                </a:lnTo>
                <a:lnTo>
                  <a:pt x="16772" y="8085"/>
                </a:lnTo>
                <a:lnTo>
                  <a:pt x="15144" y="9103"/>
                </a:lnTo>
                <a:lnTo>
                  <a:pt x="13500" y="10131"/>
                </a:lnTo>
                <a:lnTo>
                  <a:pt x="13500" y="13480"/>
                </a:lnTo>
                <a:lnTo>
                  <a:pt x="13500" y="16848"/>
                </a:lnTo>
                <a:lnTo>
                  <a:pt x="13500" y="20263"/>
                </a:lnTo>
                <a:lnTo>
                  <a:pt x="10379" y="21007"/>
                </a:lnTo>
                <a:lnTo>
                  <a:pt x="8184" y="21453"/>
                </a:lnTo>
                <a:lnTo>
                  <a:pt x="6620" y="21600"/>
                </a:lnTo>
                <a:lnTo>
                  <a:pt x="5384" y="21453"/>
                </a:lnTo>
                <a:lnTo>
                  <a:pt x="4177" y="21007"/>
                </a:lnTo>
                <a:lnTo>
                  <a:pt x="2700" y="20263"/>
                </a:lnTo>
                <a:lnTo>
                  <a:pt x="1844" y="16940"/>
                </a:lnTo>
                <a:lnTo>
                  <a:pt x="1231" y="13728"/>
                </a:lnTo>
                <a:lnTo>
                  <a:pt x="799" y="10526"/>
                </a:lnTo>
                <a:lnTo>
                  <a:pt x="489" y="7239"/>
                </a:lnTo>
                <a:lnTo>
                  <a:pt x="243" y="3759"/>
                </a:lnTo>
                <a:lnTo>
                  <a:pt x="0" y="0"/>
                </a:lnTo>
                <a:close/>
              </a:path>
            </a:pathLst>
          </a:custGeom>
          <a:solidFill>
            <a:srgbClr val="5E71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2" name="contour_12890"/>
          <p:cNvSpPr/>
          <p:nvPr/>
        </p:nvSpPr>
        <p:spPr>
          <a:xfrm>
            <a:off x="4303002" y="1530478"/>
            <a:ext cx="3666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67" y="0"/>
                </a:moveTo>
                <a:lnTo>
                  <a:pt x="21600" y="1882"/>
                </a:lnTo>
                <a:lnTo>
                  <a:pt x="21540" y="3636"/>
                </a:lnTo>
                <a:lnTo>
                  <a:pt x="21287" y="5292"/>
                </a:lnTo>
                <a:lnTo>
                  <a:pt x="20831" y="6881"/>
                </a:lnTo>
                <a:lnTo>
                  <a:pt x="20179" y="8431"/>
                </a:lnTo>
                <a:lnTo>
                  <a:pt x="19329" y="9974"/>
                </a:lnTo>
                <a:lnTo>
                  <a:pt x="18277" y="11539"/>
                </a:lnTo>
                <a:lnTo>
                  <a:pt x="17023" y="13154"/>
                </a:lnTo>
                <a:lnTo>
                  <a:pt x="15564" y="14851"/>
                </a:lnTo>
                <a:lnTo>
                  <a:pt x="14469" y="16123"/>
                </a:lnTo>
                <a:lnTo>
                  <a:pt x="13365" y="17405"/>
                </a:lnTo>
                <a:lnTo>
                  <a:pt x="12245" y="18703"/>
                </a:lnTo>
                <a:lnTo>
                  <a:pt x="11038" y="19661"/>
                </a:lnTo>
                <a:lnTo>
                  <a:pt x="9819" y="20623"/>
                </a:lnTo>
                <a:lnTo>
                  <a:pt x="8587" y="21600"/>
                </a:lnTo>
                <a:lnTo>
                  <a:pt x="5749" y="21600"/>
                </a:lnTo>
                <a:lnTo>
                  <a:pt x="2894" y="21600"/>
                </a:lnTo>
                <a:lnTo>
                  <a:pt x="0" y="21600"/>
                </a:lnTo>
                <a:lnTo>
                  <a:pt x="365" y="19577"/>
                </a:lnTo>
                <a:lnTo>
                  <a:pt x="850" y="17693"/>
                </a:lnTo>
                <a:lnTo>
                  <a:pt x="1468" y="15931"/>
                </a:lnTo>
                <a:lnTo>
                  <a:pt x="2237" y="14280"/>
                </a:lnTo>
                <a:lnTo>
                  <a:pt x="3164" y="12720"/>
                </a:lnTo>
                <a:lnTo>
                  <a:pt x="4263" y="11237"/>
                </a:lnTo>
                <a:lnTo>
                  <a:pt x="5547" y="9814"/>
                </a:lnTo>
                <a:lnTo>
                  <a:pt x="7028" y="8438"/>
                </a:lnTo>
                <a:lnTo>
                  <a:pt x="8720" y="7090"/>
                </a:lnTo>
                <a:lnTo>
                  <a:pt x="10639" y="5755"/>
                </a:lnTo>
                <a:lnTo>
                  <a:pt x="12790" y="4421"/>
                </a:lnTo>
                <a:lnTo>
                  <a:pt x="15194" y="3065"/>
                </a:lnTo>
                <a:lnTo>
                  <a:pt x="17860" y="1678"/>
                </a:lnTo>
                <a:lnTo>
                  <a:pt x="19651" y="845"/>
                </a:lnTo>
                <a:lnTo>
                  <a:pt x="21467" y="0"/>
                </a:lnTo>
                <a:close/>
              </a:path>
            </a:pathLst>
          </a:custGeom>
          <a:solidFill>
            <a:srgbClr val="E0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3" name="contour_12891"/>
          <p:cNvSpPr/>
          <p:nvPr/>
        </p:nvSpPr>
        <p:spPr>
          <a:xfrm>
            <a:off x="4558081" y="1552342"/>
            <a:ext cx="5167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0" y="462"/>
                </a:lnTo>
                <a:lnTo>
                  <a:pt x="3619" y="933"/>
                </a:lnTo>
                <a:lnTo>
                  <a:pt x="5429" y="1413"/>
                </a:lnTo>
                <a:lnTo>
                  <a:pt x="7236" y="1892"/>
                </a:lnTo>
                <a:lnTo>
                  <a:pt x="8247" y="2156"/>
                </a:lnTo>
                <a:lnTo>
                  <a:pt x="11306" y="2955"/>
                </a:lnTo>
                <a:lnTo>
                  <a:pt x="13496" y="3758"/>
                </a:lnTo>
                <a:lnTo>
                  <a:pt x="15537" y="4640"/>
                </a:lnTo>
                <a:lnTo>
                  <a:pt x="17487" y="5685"/>
                </a:lnTo>
                <a:lnTo>
                  <a:pt x="19397" y="6990"/>
                </a:lnTo>
                <a:lnTo>
                  <a:pt x="21326" y="8640"/>
                </a:lnTo>
                <a:lnTo>
                  <a:pt x="21509" y="11984"/>
                </a:lnTo>
                <a:lnTo>
                  <a:pt x="21600" y="14329"/>
                </a:lnTo>
                <a:lnTo>
                  <a:pt x="21600" y="16299"/>
                </a:lnTo>
                <a:lnTo>
                  <a:pt x="21509" y="18516"/>
                </a:lnTo>
                <a:lnTo>
                  <a:pt x="21326" y="21600"/>
                </a:lnTo>
                <a:lnTo>
                  <a:pt x="17524" y="19846"/>
                </a:lnTo>
                <a:lnTo>
                  <a:pt x="14392" y="18369"/>
                </a:lnTo>
                <a:lnTo>
                  <a:pt x="11845" y="17099"/>
                </a:lnTo>
                <a:lnTo>
                  <a:pt x="9795" y="15967"/>
                </a:lnTo>
                <a:lnTo>
                  <a:pt x="8156" y="14900"/>
                </a:lnTo>
                <a:lnTo>
                  <a:pt x="6839" y="13833"/>
                </a:lnTo>
                <a:lnTo>
                  <a:pt x="5764" y="12684"/>
                </a:lnTo>
                <a:lnTo>
                  <a:pt x="4838" y="11392"/>
                </a:lnTo>
                <a:lnTo>
                  <a:pt x="3976" y="9884"/>
                </a:lnTo>
                <a:lnTo>
                  <a:pt x="3089" y="8091"/>
                </a:lnTo>
                <a:lnTo>
                  <a:pt x="2096" y="5940"/>
                </a:lnTo>
                <a:lnTo>
                  <a:pt x="1404" y="3979"/>
                </a:lnTo>
                <a:lnTo>
                  <a:pt x="707" y="2004"/>
                </a:lnTo>
                <a:lnTo>
                  <a:pt x="0" y="0"/>
                </a:lnTo>
                <a:close/>
              </a:path>
            </a:pathLst>
          </a:custGeom>
          <a:solidFill>
            <a:srgbClr val="5E7B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4" name="contour_12892"/>
          <p:cNvSpPr/>
          <p:nvPr/>
        </p:nvSpPr>
        <p:spPr>
          <a:xfrm>
            <a:off x="1482549" y="1537766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977" y="428"/>
                </a:lnTo>
                <a:lnTo>
                  <a:pt x="9476" y="855"/>
                </a:lnTo>
                <a:lnTo>
                  <a:pt x="10975" y="1283"/>
                </a:lnTo>
                <a:lnTo>
                  <a:pt x="12476" y="1715"/>
                </a:lnTo>
                <a:lnTo>
                  <a:pt x="13984" y="2143"/>
                </a:lnTo>
                <a:lnTo>
                  <a:pt x="15494" y="2575"/>
                </a:lnTo>
                <a:lnTo>
                  <a:pt x="17010" y="3007"/>
                </a:lnTo>
                <a:lnTo>
                  <a:pt x="18533" y="3443"/>
                </a:lnTo>
                <a:lnTo>
                  <a:pt x="20062" y="3879"/>
                </a:lnTo>
                <a:lnTo>
                  <a:pt x="21600" y="4320"/>
                </a:lnTo>
                <a:lnTo>
                  <a:pt x="20531" y="6458"/>
                </a:lnTo>
                <a:lnTo>
                  <a:pt x="19455" y="8610"/>
                </a:lnTo>
                <a:lnTo>
                  <a:pt x="18375" y="10770"/>
                </a:lnTo>
                <a:lnTo>
                  <a:pt x="17280" y="12960"/>
                </a:lnTo>
                <a:lnTo>
                  <a:pt x="15852" y="12960"/>
                </a:lnTo>
                <a:lnTo>
                  <a:pt x="14416" y="12960"/>
                </a:lnTo>
                <a:lnTo>
                  <a:pt x="12960" y="12960"/>
                </a:lnTo>
                <a:lnTo>
                  <a:pt x="11526" y="15526"/>
                </a:lnTo>
                <a:lnTo>
                  <a:pt x="10597" y="17280"/>
                </a:lnTo>
                <a:lnTo>
                  <a:pt x="9770" y="19034"/>
                </a:lnTo>
                <a:lnTo>
                  <a:pt x="8640" y="21600"/>
                </a:lnTo>
                <a:lnTo>
                  <a:pt x="7417" y="19768"/>
                </a:lnTo>
                <a:lnTo>
                  <a:pt x="6195" y="17932"/>
                </a:lnTo>
                <a:lnTo>
                  <a:pt x="4968" y="16092"/>
                </a:lnTo>
                <a:lnTo>
                  <a:pt x="3737" y="14243"/>
                </a:lnTo>
                <a:lnTo>
                  <a:pt x="2499" y="12390"/>
                </a:lnTo>
                <a:lnTo>
                  <a:pt x="1255" y="10519"/>
                </a:lnTo>
                <a:lnTo>
                  <a:pt x="0" y="8640"/>
                </a:lnTo>
                <a:lnTo>
                  <a:pt x="1283" y="8640"/>
                </a:lnTo>
                <a:lnTo>
                  <a:pt x="2570" y="8640"/>
                </a:lnTo>
                <a:lnTo>
                  <a:pt x="3862" y="8640"/>
                </a:lnTo>
                <a:lnTo>
                  <a:pt x="5165" y="8640"/>
                </a:lnTo>
                <a:lnTo>
                  <a:pt x="6480" y="8640"/>
                </a:lnTo>
                <a:lnTo>
                  <a:pt x="6480" y="5784"/>
                </a:lnTo>
                <a:lnTo>
                  <a:pt x="6480" y="2912"/>
                </a:lnTo>
                <a:lnTo>
                  <a:pt x="6480" y="0"/>
                </a:lnTo>
                <a:close/>
              </a:path>
            </a:pathLst>
          </a:custGeom>
          <a:solidFill>
            <a:srgbClr val="8982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5" name="contour_12893"/>
          <p:cNvSpPr/>
          <p:nvPr/>
        </p:nvSpPr>
        <p:spPr>
          <a:xfrm>
            <a:off x="3748750" y="1435734"/>
            <a:ext cx="222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6" y="0"/>
                </a:moveTo>
                <a:lnTo>
                  <a:pt x="12117" y="0"/>
                </a:lnTo>
                <a:lnTo>
                  <a:pt x="16827" y="0"/>
                </a:lnTo>
                <a:lnTo>
                  <a:pt x="21600" y="0"/>
                </a:ln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16919" y="21600"/>
                </a:lnTo>
                <a:lnTo>
                  <a:pt x="12209" y="21600"/>
                </a:lnTo>
                <a:lnTo>
                  <a:pt x="7436" y="21600"/>
                </a:lnTo>
                <a:lnTo>
                  <a:pt x="5311" y="18168"/>
                </a:lnTo>
                <a:lnTo>
                  <a:pt x="3541" y="15247"/>
                </a:lnTo>
                <a:lnTo>
                  <a:pt x="2125" y="12778"/>
                </a:lnTo>
                <a:lnTo>
                  <a:pt x="1062" y="10702"/>
                </a:lnTo>
                <a:lnTo>
                  <a:pt x="354" y="8962"/>
                </a:lnTo>
                <a:lnTo>
                  <a:pt x="0" y="7498"/>
                </a:lnTo>
                <a:lnTo>
                  <a:pt x="0" y="6247"/>
                </a:lnTo>
                <a:lnTo>
                  <a:pt x="354" y="5158"/>
                </a:lnTo>
                <a:lnTo>
                  <a:pt x="1062" y="4164"/>
                </a:lnTo>
                <a:lnTo>
                  <a:pt x="2125" y="3211"/>
                </a:lnTo>
                <a:lnTo>
                  <a:pt x="3541" y="2239"/>
                </a:lnTo>
                <a:lnTo>
                  <a:pt x="5311" y="1188"/>
                </a:lnTo>
                <a:lnTo>
                  <a:pt x="7436" y="0"/>
                </a:lnTo>
                <a:close/>
              </a:path>
            </a:pathLst>
          </a:custGeom>
          <a:solidFill>
            <a:srgbClr val="BEC5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6" name="contour_12894"/>
          <p:cNvSpPr/>
          <p:nvPr/>
        </p:nvSpPr>
        <p:spPr>
          <a:xfrm>
            <a:off x="11255746" y="1428118"/>
            <a:ext cx="72880" cy="221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9"/>
                </a:moveTo>
                <a:lnTo>
                  <a:pt x="21116" y="4426"/>
                </a:lnTo>
                <a:lnTo>
                  <a:pt x="20730" y="7278"/>
                </a:lnTo>
                <a:lnTo>
                  <a:pt x="20237" y="10193"/>
                </a:lnTo>
                <a:lnTo>
                  <a:pt x="19440" y="14506"/>
                </a:lnTo>
                <a:lnTo>
                  <a:pt x="17922" y="16124"/>
                </a:lnTo>
                <a:lnTo>
                  <a:pt x="16764" y="16883"/>
                </a:lnTo>
                <a:lnTo>
                  <a:pt x="14977" y="17443"/>
                </a:lnTo>
                <a:lnTo>
                  <a:pt x="13668" y="17855"/>
                </a:lnTo>
                <a:lnTo>
                  <a:pt x="12340" y="18273"/>
                </a:lnTo>
                <a:lnTo>
                  <a:pt x="11653" y="18443"/>
                </a:lnTo>
                <a:lnTo>
                  <a:pt x="9586" y="18940"/>
                </a:lnTo>
                <a:lnTo>
                  <a:pt x="8206" y="19351"/>
                </a:lnTo>
                <a:lnTo>
                  <a:pt x="6804" y="19770"/>
                </a:lnTo>
                <a:lnTo>
                  <a:pt x="5443" y="20167"/>
                </a:lnTo>
                <a:lnTo>
                  <a:pt x="4085" y="20543"/>
                </a:lnTo>
                <a:lnTo>
                  <a:pt x="2724" y="20905"/>
                </a:lnTo>
                <a:lnTo>
                  <a:pt x="1361" y="21252"/>
                </a:lnTo>
                <a:lnTo>
                  <a:pt x="0" y="21600"/>
                </a:lnTo>
                <a:lnTo>
                  <a:pt x="510" y="17542"/>
                </a:lnTo>
                <a:lnTo>
                  <a:pt x="903" y="14712"/>
                </a:lnTo>
                <a:lnTo>
                  <a:pt x="1387" y="11782"/>
                </a:lnTo>
                <a:lnTo>
                  <a:pt x="2160" y="7413"/>
                </a:lnTo>
                <a:lnTo>
                  <a:pt x="3653" y="5781"/>
                </a:lnTo>
                <a:lnTo>
                  <a:pt x="5134" y="4391"/>
                </a:lnTo>
                <a:lnTo>
                  <a:pt x="6610" y="3228"/>
                </a:lnTo>
                <a:lnTo>
                  <a:pt x="8078" y="2277"/>
                </a:lnTo>
                <a:lnTo>
                  <a:pt x="9545" y="1511"/>
                </a:lnTo>
                <a:lnTo>
                  <a:pt x="11014" y="929"/>
                </a:lnTo>
                <a:lnTo>
                  <a:pt x="12487" y="504"/>
                </a:lnTo>
                <a:lnTo>
                  <a:pt x="13969" y="213"/>
                </a:lnTo>
                <a:lnTo>
                  <a:pt x="15459" y="57"/>
                </a:lnTo>
                <a:lnTo>
                  <a:pt x="16967" y="0"/>
                </a:lnTo>
                <a:lnTo>
                  <a:pt x="18490" y="35"/>
                </a:lnTo>
                <a:lnTo>
                  <a:pt x="20032" y="149"/>
                </a:lnTo>
                <a:lnTo>
                  <a:pt x="21600" y="319"/>
                </a:lnTo>
                <a:close/>
              </a:path>
            </a:pathLst>
          </a:custGeom>
          <a:solidFill>
            <a:srgbClr val="CFE0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7" name="contour_12895"/>
          <p:cNvSpPr/>
          <p:nvPr/>
        </p:nvSpPr>
        <p:spPr>
          <a:xfrm>
            <a:off x="3989618" y="1411735"/>
            <a:ext cx="65592" cy="260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73"/>
                </a:moveTo>
                <a:lnTo>
                  <a:pt x="1620" y="1495"/>
                </a:lnTo>
                <a:lnTo>
                  <a:pt x="3238" y="1247"/>
                </a:lnTo>
                <a:lnTo>
                  <a:pt x="4858" y="1023"/>
                </a:lnTo>
                <a:lnTo>
                  <a:pt x="6480" y="823"/>
                </a:lnTo>
                <a:lnTo>
                  <a:pt x="8100" y="635"/>
                </a:lnTo>
                <a:lnTo>
                  <a:pt x="9605" y="430"/>
                </a:lnTo>
                <a:lnTo>
                  <a:pt x="11119" y="218"/>
                </a:lnTo>
                <a:lnTo>
                  <a:pt x="12655" y="0"/>
                </a:lnTo>
                <a:lnTo>
                  <a:pt x="14702" y="938"/>
                </a:lnTo>
                <a:lnTo>
                  <a:pt x="16092" y="1973"/>
                </a:lnTo>
                <a:lnTo>
                  <a:pt x="17172" y="3637"/>
                </a:lnTo>
                <a:lnTo>
                  <a:pt x="18274" y="6446"/>
                </a:lnTo>
                <a:lnTo>
                  <a:pt x="19745" y="10924"/>
                </a:lnTo>
                <a:lnTo>
                  <a:pt x="20357" y="13902"/>
                </a:lnTo>
                <a:lnTo>
                  <a:pt x="20974" y="16891"/>
                </a:lnTo>
                <a:lnTo>
                  <a:pt x="21600" y="19930"/>
                </a:lnTo>
                <a:lnTo>
                  <a:pt x="20023" y="20166"/>
                </a:lnTo>
                <a:lnTo>
                  <a:pt x="18449" y="20377"/>
                </a:lnTo>
                <a:lnTo>
                  <a:pt x="16874" y="20571"/>
                </a:lnTo>
                <a:lnTo>
                  <a:pt x="15300" y="20753"/>
                </a:lnTo>
                <a:lnTo>
                  <a:pt x="13726" y="20916"/>
                </a:lnTo>
                <a:lnTo>
                  <a:pt x="12149" y="21067"/>
                </a:lnTo>
                <a:lnTo>
                  <a:pt x="11474" y="21182"/>
                </a:lnTo>
                <a:lnTo>
                  <a:pt x="9437" y="21527"/>
                </a:lnTo>
                <a:lnTo>
                  <a:pt x="8131" y="21600"/>
                </a:lnTo>
                <a:lnTo>
                  <a:pt x="7114" y="21552"/>
                </a:lnTo>
                <a:lnTo>
                  <a:pt x="6043" y="21309"/>
                </a:lnTo>
                <a:lnTo>
                  <a:pt x="4584" y="20795"/>
                </a:lnTo>
                <a:lnTo>
                  <a:pt x="2400" y="19930"/>
                </a:lnTo>
                <a:lnTo>
                  <a:pt x="1512" y="15391"/>
                </a:lnTo>
                <a:lnTo>
                  <a:pt x="943" y="12177"/>
                </a:lnTo>
                <a:lnTo>
                  <a:pt x="578" y="9417"/>
                </a:lnTo>
                <a:lnTo>
                  <a:pt x="302" y="6240"/>
                </a:lnTo>
                <a:lnTo>
                  <a:pt x="0" y="1773"/>
                </a:lnTo>
                <a:close/>
              </a:path>
            </a:pathLst>
          </a:custGeom>
          <a:solidFill>
            <a:srgbClr val="D8E1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8" name="contour_12896"/>
          <p:cNvSpPr/>
          <p:nvPr/>
        </p:nvSpPr>
        <p:spPr>
          <a:xfrm>
            <a:off x="6722615" y="1364786"/>
            <a:ext cx="87456" cy="19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805"/>
                </a:moveTo>
                <a:lnTo>
                  <a:pt x="21600" y="11025"/>
                </a:lnTo>
                <a:lnTo>
                  <a:pt x="21600" y="16277"/>
                </a:lnTo>
                <a:lnTo>
                  <a:pt x="21600" y="21600"/>
                </a:lnTo>
                <a:lnTo>
                  <a:pt x="20342" y="21142"/>
                </a:lnTo>
                <a:lnTo>
                  <a:pt x="19084" y="20684"/>
                </a:lnTo>
                <a:lnTo>
                  <a:pt x="17825" y="20218"/>
                </a:lnTo>
                <a:lnTo>
                  <a:pt x="16565" y="19760"/>
                </a:lnTo>
                <a:lnTo>
                  <a:pt x="15305" y="19302"/>
                </a:lnTo>
                <a:lnTo>
                  <a:pt x="14044" y="18836"/>
                </a:lnTo>
                <a:lnTo>
                  <a:pt x="12780" y="18378"/>
                </a:lnTo>
                <a:lnTo>
                  <a:pt x="11515" y="17912"/>
                </a:lnTo>
                <a:lnTo>
                  <a:pt x="10247" y="17446"/>
                </a:lnTo>
                <a:lnTo>
                  <a:pt x="8977" y="16988"/>
                </a:lnTo>
                <a:lnTo>
                  <a:pt x="7704" y="16522"/>
                </a:lnTo>
                <a:lnTo>
                  <a:pt x="6430" y="16056"/>
                </a:lnTo>
                <a:lnTo>
                  <a:pt x="5152" y="15582"/>
                </a:lnTo>
                <a:lnTo>
                  <a:pt x="3868" y="15116"/>
                </a:lnTo>
                <a:lnTo>
                  <a:pt x="2583" y="14650"/>
                </a:lnTo>
                <a:lnTo>
                  <a:pt x="1294" y="14176"/>
                </a:lnTo>
                <a:lnTo>
                  <a:pt x="0" y="13702"/>
                </a:lnTo>
                <a:lnTo>
                  <a:pt x="0" y="9785"/>
                </a:lnTo>
                <a:lnTo>
                  <a:pt x="0" y="5805"/>
                </a:lnTo>
                <a:lnTo>
                  <a:pt x="1341" y="4517"/>
                </a:lnTo>
                <a:lnTo>
                  <a:pt x="2657" y="3388"/>
                </a:lnTo>
                <a:lnTo>
                  <a:pt x="3947" y="2417"/>
                </a:lnTo>
                <a:lnTo>
                  <a:pt x="5220" y="1611"/>
                </a:lnTo>
                <a:lnTo>
                  <a:pt x="6476" y="964"/>
                </a:lnTo>
                <a:lnTo>
                  <a:pt x="7720" y="482"/>
                </a:lnTo>
                <a:lnTo>
                  <a:pt x="8957" y="158"/>
                </a:lnTo>
                <a:lnTo>
                  <a:pt x="10186" y="0"/>
                </a:lnTo>
                <a:lnTo>
                  <a:pt x="11414" y="0"/>
                </a:lnTo>
                <a:lnTo>
                  <a:pt x="12643" y="158"/>
                </a:lnTo>
                <a:lnTo>
                  <a:pt x="13880" y="482"/>
                </a:lnTo>
                <a:lnTo>
                  <a:pt x="15124" y="964"/>
                </a:lnTo>
                <a:lnTo>
                  <a:pt x="16380" y="1611"/>
                </a:lnTo>
                <a:lnTo>
                  <a:pt x="17653" y="2417"/>
                </a:lnTo>
                <a:lnTo>
                  <a:pt x="18943" y="3388"/>
                </a:lnTo>
                <a:lnTo>
                  <a:pt x="20259" y="4517"/>
                </a:lnTo>
                <a:lnTo>
                  <a:pt x="21600" y="5805"/>
                </a:lnTo>
                <a:close/>
              </a:path>
            </a:pathLst>
          </a:custGeom>
          <a:solidFill>
            <a:srgbClr val="344E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899" name="contour_12897"/>
          <p:cNvSpPr/>
          <p:nvPr/>
        </p:nvSpPr>
        <p:spPr>
          <a:xfrm>
            <a:off x="8704949" y="1311838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465" y="3214"/>
                </a:lnTo>
                <a:lnTo>
                  <a:pt x="20100" y="5495"/>
                </a:lnTo>
                <a:lnTo>
                  <a:pt x="20569" y="7465"/>
                </a:lnTo>
                <a:lnTo>
                  <a:pt x="21020" y="9746"/>
                </a:lnTo>
                <a:lnTo>
                  <a:pt x="21600" y="12960"/>
                </a:lnTo>
                <a:lnTo>
                  <a:pt x="19767" y="12960"/>
                </a:lnTo>
                <a:lnTo>
                  <a:pt x="17928" y="12960"/>
                </a:lnTo>
                <a:lnTo>
                  <a:pt x="16083" y="12960"/>
                </a:lnTo>
                <a:lnTo>
                  <a:pt x="14222" y="12960"/>
                </a:lnTo>
                <a:lnTo>
                  <a:pt x="12343" y="12960"/>
                </a:lnTo>
                <a:lnTo>
                  <a:pt x="12343" y="15816"/>
                </a:lnTo>
                <a:lnTo>
                  <a:pt x="12343" y="18688"/>
                </a:lnTo>
                <a:lnTo>
                  <a:pt x="12343" y="21600"/>
                </a:lnTo>
                <a:lnTo>
                  <a:pt x="10306" y="20887"/>
                </a:lnTo>
                <a:lnTo>
                  <a:pt x="8267" y="20174"/>
                </a:lnTo>
                <a:lnTo>
                  <a:pt x="6218" y="19457"/>
                </a:lnTo>
                <a:lnTo>
                  <a:pt x="4160" y="18736"/>
                </a:lnTo>
                <a:lnTo>
                  <a:pt x="2089" y="18010"/>
                </a:lnTo>
                <a:lnTo>
                  <a:pt x="0" y="17280"/>
                </a:lnTo>
                <a:lnTo>
                  <a:pt x="488" y="14196"/>
                </a:lnTo>
                <a:lnTo>
                  <a:pt x="892" y="11979"/>
                </a:lnTo>
                <a:lnTo>
                  <a:pt x="1361" y="10009"/>
                </a:lnTo>
                <a:lnTo>
                  <a:pt x="2043" y="7664"/>
                </a:lnTo>
                <a:lnTo>
                  <a:pt x="3086" y="4320"/>
                </a:lnTo>
                <a:lnTo>
                  <a:pt x="5095" y="3063"/>
                </a:lnTo>
                <a:lnTo>
                  <a:pt x="6974" y="2069"/>
                </a:lnTo>
                <a:lnTo>
                  <a:pt x="8779" y="1313"/>
                </a:lnTo>
                <a:lnTo>
                  <a:pt x="10559" y="760"/>
                </a:lnTo>
                <a:lnTo>
                  <a:pt x="12371" y="384"/>
                </a:lnTo>
                <a:lnTo>
                  <a:pt x="14265" y="151"/>
                </a:lnTo>
                <a:lnTo>
                  <a:pt x="16296" y="35"/>
                </a:lnTo>
                <a:lnTo>
                  <a:pt x="18514" y="0"/>
                </a:lnTo>
                <a:close/>
              </a:path>
            </a:pathLst>
          </a:custGeom>
          <a:solidFill>
            <a:srgbClr val="B6C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0" name="contour_12898"/>
          <p:cNvSpPr/>
          <p:nvPr/>
        </p:nvSpPr>
        <p:spPr>
          <a:xfrm>
            <a:off x="4558081" y="1268111"/>
            <a:ext cx="2380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14" y="0"/>
                </a:moveTo>
                <a:lnTo>
                  <a:pt x="10714" y="334"/>
                </a:lnTo>
                <a:lnTo>
                  <a:pt x="13459" y="694"/>
                </a:lnTo>
                <a:lnTo>
                  <a:pt x="16091" y="1308"/>
                </a:lnTo>
                <a:lnTo>
                  <a:pt x="19841" y="2400"/>
                </a:lnTo>
                <a:lnTo>
                  <a:pt x="20701" y="4303"/>
                </a:lnTo>
                <a:lnTo>
                  <a:pt x="21216" y="5693"/>
                </a:lnTo>
                <a:lnTo>
                  <a:pt x="21468" y="6970"/>
                </a:lnTo>
                <a:lnTo>
                  <a:pt x="21534" y="8537"/>
                </a:lnTo>
                <a:lnTo>
                  <a:pt x="21494" y="10800"/>
                </a:lnTo>
                <a:lnTo>
                  <a:pt x="21527" y="12312"/>
                </a:lnTo>
                <a:lnTo>
                  <a:pt x="21560" y="13834"/>
                </a:lnTo>
                <a:lnTo>
                  <a:pt x="21600" y="15374"/>
                </a:lnTo>
                <a:lnTo>
                  <a:pt x="21018" y="16639"/>
                </a:lnTo>
                <a:lnTo>
                  <a:pt x="20429" y="17911"/>
                </a:lnTo>
                <a:lnTo>
                  <a:pt x="19841" y="19200"/>
                </a:lnTo>
                <a:lnTo>
                  <a:pt x="15853" y="20208"/>
                </a:lnTo>
                <a:lnTo>
                  <a:pt x="13148" y="20794"/>
                </a:lnTo>
                <a:lnTo>
                  <a:pt x="10483" y="21182"/>
                </a:lnTo>
                <a:lnTo>
                  <a:pt x="6614" y="21600"/>
                </a:lnTo>
                <a:lnTo>
                  <a:pt x="5979" y="20026"/>
                </a:lnTo>
                <a:lnTo>
                  <a:pt x="5344" y="18451"/>
                </a:lnTo>
                <a:lnTo>
                  <a:pt x="4722" y="16877"/>
                </a:lnTo>
                <a:lnTo>
                  <a:pt x="4107" y="15300"/>
                </a:lnTo>
                <a:lnTo>
                  <a:pt x="3499" y="13726"/>
                </a:lnTo>
                <a:lnTo>
                  <a:pt x="2897" y="12149"/>
                </a:lnTo>
                <a:lnTo>
                  <a:pt x="2335" y="10802"/>
                </a:lnTo>
                <a:lnTo>
                  <a:pt x="1772" y="9437"/>
                </a:lnTo>
                <a:lnTo>
                  <a:pt x="1296" y="8033"/>
                </a:lnTo>
                <a:lnTo>
                  <a:pt x="893" y="6629"/>
                </a:lnTo>
                <a:lnTo>
                  <a:pt x="556" y="5220"/>
                </a:lnTo>
                <a:lnTo>
                  <a:pt x="265" y="3809"/>
                </a:lnTo>
                <a:lnTo>
                  <a:pt x="0" y="2400"/>
                </a:lnTo>
                <a:lnTo>
                  <a:pt x="3280" y="1210"/>
                </a:lnTo>
                <a:lnTo>
                  <a:pt x="6614" y="0"/>
                </a:lnTo>
                <a:close/>
              </a:path>
            </a:pathLst>
          </a:custGeom>
          <a:solidFill>
            <a:srgbClr val="5053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1" name="contour_12899"/>
          <p:cNvSpPr/>
          <p:nvPr/>
        </p:nvSpPr>
        <p:spPr>
          <a:xfrm>
            <a:off x="8274957" y="1246247"/>
            <a:ext cx="51016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33" y="5326"/>
                </a:lnTo>
                <a:lnTo>
                  <a:pt x="20298" y="9388"/>
                </a:lnTo>
                <a:lnTo>
                  <a:pt x="20847" y="12424"/>
                </a:lnTo>
                <a:lnTo>
                  <a:pt x="21214" y="14681"/>
                </a:lnTo>
                <a:lnTo>
                  <a:pt x="21436" y="16403"/>
                </a:lnTo>
                <a:lnTo>
                  <a:pt x="21551" y="17833"/>
                </a:lnTo>
                <a:lnTo>
                  <a:pt x="21594" y="19213"/>
                </a:lnTo>
                <a:lnTo>
                  <a:pt x="21600" y="20789"/>
                </a:lnTo>
                <a:lnTo>
                  <a:pt x="19789" y="20918"/>
                </a:lnTo>
                <a:lnTo>
                  <a:pt x="17974" y="21030"/>
                </a:lnTo>
                <a:lnTo>
                  <a:pt x="16163" y="21134"/>
                </a:lnTo>
                <a:lnTo>
                  <a:pt x="14349" y="21226"/>
                </a:lnTo>
                <a:lnTo>
                  <a:pt x="12534" y="21309"/>
                </a:lnTo>
                <a:lnTo>
                  <a:pt x="10849" y="21405"/>
                </a:lnTo>
                <a:lnTo>
                  <a:pt x="9155" y="21500"/>
                </a:lnTo>
                <a:lnTo>
                  <a:pt x="7437" y="21600"/>
                </a:lnTo>
                <a:lnTo>
                  <a:pt x="5277" y="21197"/>
                </a:lnTo>
                <a:lnTo>
                  <a:pt x="3086" y="20789"/>
                </a:lnTo>
                <a:lnTo>
                  <a:pt x="2320" y="18731"/>
                </a:lnTo>
                <a:lnTo>
                  <a:pt x="1555" y="16660"/>
                </a:lnTo>
                <a:lnTo>
                  <a:pt x="781" y="14582"/>
                </a:lnTo>
                <a:lnTo>
                  <a:pt x="0" y="12474"/>
                </a:lnTo>
                <a:lnTo>
                  <a:pt x="1833" y="11239"/>
                </a:lnTo>
                <a:lnTo>
                  <a:pt x="3666" y="10004"/>
                </a:lnTo>
                <a:lnTo>
                  <a:pt x="5505" y="8765"/>
                </a:lnTo>
                <a:lnTo>
                  <a:pt x="7344" y="7526"/>
                </a:lnTo>
                <a:lnTo>
                  <a:pt x="9186" y="6283"/>
                </a:lnTo>
                <a:lnTo>
                  <a:pt x="11038" y="5039"/>
                </a:lnTo>
                <a:lnTo>
                  <a:pt x="12895" y="3788"/>
                </a:lnTo>
                <a:lnTo>
                  <a:pt x="14759" y="2532"/>
                </a:lnTo>
                <a:lnTo>
                  <a:pt x="16632" y="1268"/>
                </a:lnTo>
                <a:lnTo>
                  <a:pt x="18514" y="0"/>
                </a:lnTo>
                <a:close/>
              </a:path>
            </a:pathLst>
          </a:custGeom>
          <a:solidFill>
            <a:srgbClr val="D7E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2" name="contour_12900"/>
          <p:cNvSpPr/>
          <p:nvPr/>
        </p:nvSpPr>
        <p:spPr>
          <a:xfrm>
            <a:off x="1868813" y="115879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46" y="25"/>
                </a:lnTo>
                <a:lnTo>
                  <a:pt x="5890" y="201"/>
                </a:lnTo>
                <a:lnTo>
                  <a:pt x="7571" y="682"/>
                </a:lnTo>
                <a:lnTo>
                  <a:pt x="9115" y="1617"/>
                </a:lnTo>
                <a:lnTo>
                  <a:pt x="11052" y="3157"/>
                </a:lnTo>
                <a:lnTo>
                  <a:pt x="12305" y="4536"/>
                </a:lnTo>
                <a:lnTo>
                  <a:pt x="13568" y="5921"/>
                </a:lnTo>
                <a:lnTo>
                  <a:pt x="14850" y="7329"/>
                </a:lnTo>
                <a:lnTo>
                  <a:pt x="16121" y="8689"/>
                </a:lnTo>
                <a:lnTo>
                  <a:pt x="17402" y="10063"/>
                </a:lnTo>
                <a:lnTo>
                  <a:pt x="18702" y="11451"/>
                </a:lnTo>
                <a:lnTo>
                  <a:pt x="20117" y="13441"/>
                </a:lnTo>
                <a:lnTo>
                  <a:pt x="20974" y="14966"/>
                </a:lnTo>
                <a:lnTo>
                  <a:pt x="21413" y="16509"/>
                </a:lnTo>
                <a:lnTo>
                  <a:pt x="21578" y="18557"/>
                </a:lnTo>
                <a:lnTo>
                  <a:pt x="21600" y="21600"/>
                </a:lnTo>
                <a:lnTo>
                  <a:pt x="19174" y="21563"/>
                </a:lnTo>
                <a:lnTo>
                  <a:pt x="16834" y="21473"/>
                </a:lnTo>
                <a:lnTo>
                  <a:pt x="14558" y="21304"/>
                </a:lnTo>
                <a:lnTo>
                  <a:pt x="12334" y="21038"/>
                </a:lnTo>
                <a:lnTo>
                  <a:pt x="10141" y="20647"/>
                </a:lnTo>
                <a:lnTo>
                  <a:pt x="7967" y="20113"/>
                </a:lnTo>
                <a:lnTo>
                  <a:pt x="5792" y="19409"/>
                </a:lnTo>
                <a:lnTo>
                  <a:pt x="3600" y="18514"/>
                </a:lnTo>
                <a:lnTo>
                  <a:pt x="2747" y="16490"/>
                </a:lnTo>
                <a:lnTo>
                  <a:pt x="2041" y="14475"/>
                </a:lnTo>
                <a:lnTo>
                  <a:pt x="1476" y="12457"/>
                </a:lnTo>
                <a:lnTo>
                  <a:pt x="1026" y="10430"/>
                </a:lnTo>
                <a:lnTo>
                  <a:pt x="680" y="8393"/>
                </a:lnTo>
                <a:lnTo>
                  <a:pt x="421" y="6338"/>
                </a:lnTo>
                <a:lnTo>
                  <a:pt x="234" y="4258"/>
                </a:lnTo>
                <a:lnTo>
                  <a:pt x="97" y="2148"/>
                </a:lnTo>
                <a:lnTo>
                  <a:pt x="0" y="0"/>
                </a:lnTo>
                <a:close/>
              </a:path>
            </a:pathLst>
          </a:custGeom>
          <a:solidFill>
            <a:srgbClr val="9A88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3" name="contour_12901"/>
          <p:cNvSpPr/>
          <p:nvPr/>
        </p:nvSpPr>
        <p:spPr>
          <a:xfrm>
            <a:off x="6591431" y="947439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713"/>
                </a:lnTo>
                <a:lnTo>
                  <a:pt x="2851" y="1426"/>
                </a:lnTo>
                <a:lnTo>
                  <a:pt x="4279" y="2138"/>
                </a:lnTo>
                <a:lnTo>
                  <a:pt x="5707" y="2855"/>
                </a:lnTo>
                <a:lnTo>
                  <a:pt x="7137" y="3568"/>
                </a:lnTo>
                <a:lnTo>
                  <a:pt x="8567" y="4284"/>
                </a:lnTo>
                <a:lnTo>
                  <a:pt x="10001" y="5000"/>
                </a:lnTo>
                <a:lnTo>
                  <a:pt x="11437" y="5720"/>
                </a:lnTo>
                <a:lnTo>
                  <a:pt x="12878" y="6437"/>
                </a:lnTo>
                <a:lnTo>
                  <a:pt x="14321" y="7160"/>
                </a:lnTo>
                <a:lnTo>
                  <a:pt x="15766" y="7884"/>
                </a:lnTo>
                <a:lnTo>
                  <a:pt x="17217" y="8608"/>
                </a:lnTo>
                <a:lnTo>
                  <a:pt x="18673" y="9338"/>
                </a:lnTo>
                <a:lnTo>
                  <a:pt x="20133" y="10066"/>
                </a:lnTo>
                <a:lnTo>
                  <a:pt x="21600" y="10800"/>
                </a:lnTo>
                <a:lnTo>
                  <a:pt x="20377" y="12326"/>
                </a:lnTo>
                <a:lnTo>
                  <a:pt x="19155" y="13856"/>
                </a:lnTo>
                <a:lnTo>
                  <a:pt x="17928" y="15390"/>
                </a:lnTo>
                <a:lnTo>
                  <a:pt x="16697" y="16931"/>
                </a:lnTo>
                <a:lnTo>
                  <a:pt x="15459" y="18475"/>
                </a:lnTo>
                <a:lnTo>
                  <a:pt x="14215" y="20034"/>
                </a:lnTo>
                <a:lnTo>
                  <a:pt x="12960" y="21600"/>
                </a:lnTo>
                <a:lnTo>
                  <a:pt x="12783" y="19890"/>
                </a:lnTo>
                <a:lnTo>
                  <a:pt x="12601" y="18169"/>
                </a:lnTo>
                <a:lnTo>
                  <a:pt x="12420" y="16423"/>
                </a:lnTo>
                <a:lnTo>
                  <a:pt x="11452" y="13151"/>
                </a:lnTo>
                <a:lnTo>
                  <a:pt x="10755" y="11344"/>
                </a:lnTo>
                <a:lnTo>
                  <a:pt x="9986" y="10354"/>
                </a:lnTo>
                <a:lnTo>
                  <a:pt x="8808" y="9533"/>
                </a:lnTo>
                <a:lnTo>
                  <a:pt x="7426" y="9090"/>
                </a:lnTo>
                <a:lnTo>
                  <a:pt x="6484" y="8813"/>
                </a:lnTo>
                <a:lnTo>
                  <a:pt x="5549" y="8593"/>
                </a:lnTo>
                <a:lnTo>
                  <a:pt x="4186" y="8312"/>
                </a:lnTo>
                <a:lnTo>
                  <a:pt x="3180" y="7762"/>
                </a:lnTo>
                <a:lnTo>
                  <a:pt x="2160" y="7200"/>
                </a:lnTo>
                <a:lnTo>
                  <a:pt x="1624" y="5418"/>
                </a:lnTo>
                <a:lnTo>
                  <a:pt x="1089" y="3625"/>
                </a:lnTo>
                <a:lnTo>
                  <a:pt x="546" y="1825"/>
                </a:lnTo>
                <a:lnTo>
                  <a:pt x="0" y="0"/>
                </a:lnTo>
                <a:close/>
              </a:path>
            </a:pathLst>
          </a:custGeom>
          <a:solidFill>
            <a:srgbClr val="9FA9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4" name="contour_12902"/>
          <p:cNvSpPr/>
          <p:nvPr/>
        </p:nvSpPr>
        <p:spPr>
          <a:xfrm>
            <a:off x="9871027" y="895548"/>
            <a:ext cx="72880" cy="30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9"/>
                </a:moveTo>
                <a:lnTo>
                  <a:pt x="21360" y="4420"/>
                </a:lnTo>
                <a:lnTo>
                  <a:pt x="21127" y="7135"/>
                </a:lnTo>
                <a:lnTo>
                  <a:pt x="20799" y="9526"/>
                </a:lnTo>
                <a:lnTo>
                  <a:pt x="20272" y="12347"/>
                </a:lnTo>
                <a:lnTo>
                  <a:pt x="19440" y="16357"/>
                </a:lnTo>
                <a:lnTo>
                  <a:pt x="18060" y="17437"/>
                </a:lnTo>
                <a:lnTo>
                  <a:pt x="16675" y="18250"/>
                </a:lnTo>
                <a:lnTo>
                  <a:pt x="15282" y="18842"/>
                </a:lnTo>
                <a:lnTo>
                  <a:pt x="13880" y="19262"/>
                </a:lnTo>
                <a:lnTo>
                  <a:pt x="12463" y="19555"/>
                </a:lnTo>
                <a:lnTo>
                  <a:pt x="11033" y="19776"/>
                </a:lnTo>
                <a:lnTo>
                  <a:pt x="9586" y="19964"/>
                </a:lnTo>
                <a:lnTo>
                  <a:pt x="8206" y="20232"/>
                </a:lnTo>
                <a:lnTo>
                  <a:pt x="6804" y="20504"/>
                </a:lnTo>
                <a:lnTo>
                  <a:pt x="5443" y="20756"/>
                </a:lnTo>
                <a:lnTo>
                  <a:pt x="4085" y="20987"/>
                </a:lnTo>
                <a:lnTo>
                  <a:pt x="2724" y="21202"/>
                </a:lnTo>
                <a:lnTo>
                  <a:pt x="1361" y="21401"/>
                </a:lnTo>
                <a:lnTo>
                  <a:pt x="0" y="21600"/>
                </a:lnTo>
                <a:lnTo>
                  <a:pt x="717" y="17872"/>
                </a:lnTo>
                <a:lnTo>
                  <a:pt x="1475" y="14748"/>
                </a:lnTo>
                <a:lnTo>
                  <a:pt x="2303" y="12111"/>
                </a:lnTo>
                <a:lnTo>
                  <a:pt x="3216" y="9867"/>
                </a:lnTo>
                <a:lnTo>
                  <a:pt x="4244" y="7901"/>
                </a:lnTo>
                <a:lnTo>
                  <a:pt x="5406" y="6103"/>
                </a:lnTo>
                <a:lnTo>
                  <a:pt x="6728" y="4372"/>
                </a:lnTo>
                <a:lnTo>
                  <a:pt x="8234" y="2595"/>
                </a:lnTo>
                <a:lnTo>
                  <a:pt x="9707" y="1610"/>
                </a:lnTo>
                <a:lnTo>
                  <a:pt x="11176" y="886"/>
                </a:lnTo>
                <a:lnTo>
                  <a:pt x="12647" y="398"/>
                </a:lnTo>
                <a:lnTo>
                  <a:pt x="14120" y="110"/>
                </a:lnTo>
                <a:lnTo>
                  <a:pt x="15597" y="0"/>
                </a:lnTo>
                <a:lnTo>
                  <a:pt x="17081" y="21"/>
                </a:lnTo>
                <a:lnTo>
                  <a:pt x="18576" y="157"/>
                </a:lnTo>
                <a:lnTo>
                  <a:pt x="20082" y="372"/>
                </a:lnTo>
                <a:lnTo>
                  <a:pt x="21600" y="629"/>
                </a:lnTo>
                <a:close/>
              </a:path>
            </a:pathLst>
          </a:custGeom>
          <a:solidFill>
            <a:srgbClr val="F2F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5" name="contour_12903"/>
          <p:cNvSpPr/>
          <p:nvPr/>
        </p:nvSpPr>
        <p:spPr>
          <a:xfrm>
            <a:off x="4601809" y="69964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10463" y="2354"/>
                </a:lnTo>
                <a:lnTo>
                  <a:pt x="11737" y="4093"/>
                </a:lnTo>
                <a:lnTo>
                  <a:pt x="12804" y="5735"/>
                </a:lnTo>
                <a:lnTo>
                  <a:pt x="14001" y="7798"/>
                </a:lnTo>
                <a:lnTo>
                  <a:pt x="15660" y="10800"/>
                </a:lnTo>
                <a:lnTo>
                  <a:pt x="16788" y="12809"/>
                </a:lnTo>
                <a:lnTo>
                  <a:pt x="17919" y="14828"/>
                </a:lnTo>
                <a:lnTo>
                  <a:pt x="19068" y="16877"/>
                </a:lnTo>
                <a:lnTo>
                  <a:pt x="19902" y="18436"/>
                </a:lnTo>
                <a:lnTo>
                  <a:pt x="20749" y="2000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E4E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6" name="contour_12904"/>
          <p:cNvSpPr/>
          <p:nvPr/>
        </p:nvSpPr>
        <p:spPr>
          <a:xfrm>
            <a:off x="4572657" y="451855"/>
            <a:ext cx="2895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4" y="0"/>
                </a:lnTo>
                <a:lnTo>
                  <a:pt x="7209" y="0"/>
                </a:lnTo>
                <a:lnTo>
                  <a:pt x="10873" y="0"/>
                </a:lnTo>
                <a:lnTo>
                  <a:pt x="13401" y="1504"/>
                </a:lnTo>
                <a:lnTo>
                  <a:pt x="15603" y="3081"/>
                </a:lnTo>
                <a:lnTo>
                  <a:pt x="17479" y="4730"/>
                </a:lnTo>
                <a:lnTo>
                  <a:pt x="19012" y="6448"/>
                </a:lnTo>
                <a:lnTo>
                  <a:pt x="20203" y="8230"/>
                </a:lnTo>
                <a:lnTo>
                  <a:pt x="21035" y="10071"/>
                </a:lnTo>
                <a:lnTo>
                  <a:pt x="21502" y="11969"/>
                </a:lnTo>
                <a:lnTo>
                  <a:pt x="21600" y="13921"/>
                </a:lnTo>
                <a:lnTo>
                  <a:pt x="20975" y="15401"/>
                </a:lnTo>
                <a:lnTo>
                  <a:pt x="20388" y="16540"/>
                </a:lnTo>
                <a:lnTo>
                  <a:pt x="19583" y="17707"/>
                </a:lnTo>
                <a:lnTo>
                  <a:pt x="18311" y="19270"/>
                </a:lnTo>
                <a:lnTo>
                  <a:pt x="16310" y="21600"/>
                </a:lnTo>
                <a:lnTo>
                  <a:pt x="12716" y="21600"/>
                </a:lnTo>
                <a:lnTo>
                  <a:pt x="9101" y="21600"/>
                </a:lnTo>
                <a:lnTo>
                  <a:pt x="5437" y="21600"/>
                </a:lnTo>
                <a:lnTo>
                  <a:pt x="4985" y="19818"/>
                </a:lnTo>
                <a:lnTo>
                  <a:pt x="4540" y="18036"/>
                </a:lnTo>
                <a:lnTo>
                  <a:pt x="4088" y="16251"/>
                </a:lnTo>
                <a:lnTo>
                  <a:pt x="3643" y="14464"/>
                </a:lnTo>
                <a:lnTo>
                  <a:pt x="3191" y="12674"/>
                </a:lnTo>
                <a:lnTo>
                  <a:pt x="2740" y="10881"/>
                </a:lnTo>
                <a:lnTo>
                  <a:pt x="2289" y="9083"/>
                </a:lnTo>
                <a:lnTo>
                  <a:pt x="1832" y="7279"/>
                </a:lnTo>
                <a:lnTo>
                  <a:pt x="1375" y="5470"/>
                </a:lnTo>
                <a:lnTo>
                  <a:pt x="919" y="3656"/>
                </a:lnTo>
                <a:lnTo>
                  <a:pt x="462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F6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7" name="contour_12905"/>
          <p:cNvSpPr/>
          <p:nvPr/>
        </p:nvSpPr>
        <p:spPr>
          <a:xfrm>
            <a:off x="10359323" y="6325977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598"/>
                </a:lnTo>
                <a:lnTo>
                  <a:pt x="3564" y="1188"/>
                </a:lnTo>
                <a:lnTo>
                  <a:pt x="5349" y="1786"/>
                </a:lnTo>
                <a:lnTo>
                  <a:pt x="7136" y="2376"/>
                </a:lnTo>
                <a:lnTo>
                  <a:pt x="8926" y="2974"/>
                </a:lnTo>
                <a:lnTo>
                  <a:pt x="10719" y="3571"/>
                </a:lnTo>
                <a:lnTo>
                  <a:pt x="12517" y="4169"/>
                </a:lnTo>
                <a:lnTo>
                  <a:pt x="14321" y="4774"/>
                </a:lnTo>
                <a:lnTo>
                  <a:pt x="16130" y="5378"/>
                </a:lnTo>
                <a:lnTo>
                  <a:pt x="17944" y="5983"/>
                </a:lnTo>
                <a:lnTo>
                  <a:pt x="19769" y="658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818" y="21002"/>
                </a:lnTo>
                <a:lnTo>
                  <a:pt x="18036" y="20412"/>
                </a:lnTo>
                <a:lnTo>
                  <a:pt x="16251" y="19814"/>
                </a:lnTo>
                <a:lnTo>
                  <a:pt x="14464" y="19224"/>
                </a:lnTo>
                <a:lnTo>
                  <a:pt x="12674" y="18626"/>
                </a:lnTo>
                <a:lnTo>
                  <a:pt x="10881" y="18029"/>
                </a:lnTo>
                <a:lnTo>
                  <a:pt x="9083" y="17431"/>
                </a:lnTo>
                <a:lnTo>
                  <a:pt x="7279" y="16826"/>
                </a:lnTo>
                <a:lnTo>
                  <a:pt x="5470" y="16222"/>
                </a:lnTo>
                <a:lnTo>
                  <a:pt x="3656" y="15617"/>
                </a:lnTo>
                <a:lnTo>
                  <a:pt x="1831" y="1501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CD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8" name="contour_12906"/>
          <p:cNvSpPr/>
          <p:nvPr/>
        </p:nvSpPr>
        <p:spPr>
          <a:xfrm>
            <a:off x="1059845" y="620208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A4BE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09" name="contour_12907"/>
          <p:cNvSpPr/>
          <p:nvPr/>
        </p:nvSpPr>
        <p:spPr>
          <a:xfrm>
            <a:off x="4091650" y="607089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20045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9798" y="21125"/>
                </a:lnTo>
                <a:lnTo>
                  <a:pt x="17999" y="20647"/>
                </a:lnTo>
                <a:lnTo>
                  <a:pt x="16197" y="20165"/>
                </a:lnTo>
                <a:lnTo>
                  <a:pt x="14398" y="19681"/>
                </a:lnTo>
                <a:lnTo>
                  <a:pt x="12599" y="19196"/>
                </a:lnTo>
                <a:lnTo>
                  <a:pt x="10800" y="18706"/>
                </a:lnTo>
                <a:lnTo>
                  <a:pt x="9251" y="18301"/>
                </a:lnTo>
                <a:lnTo>
                  <a:pt x="7677" y="17894"/>
                </a:lnTo>
                <a:lnTo>
                  <a:pt x="5739" y="17332"/>
                </a:lnTo>
                <a:lnTo>
                  <a:pt x="3817" y="16725"/>
                </a:lnTo>
                <a:lnTo>
                  <a:pt x="1904" y="16086"/>
                </a:lnTo>
                <a:lnTo>
                  <a:pt x="0" y="15429"/>
                </a:lnTo>
                <a:lnTo>
                  <a:pt x="0" y="13898"/>
                </a:lnTo>
                <a:lnTo>
                  <a:pt x="0" y="12343"/>
                </a:lnTo>
                <a:lnTo>
                  <a:pt x="1620" y="12559"/>
                </a:lnTo>
                <a:lnTo>
                  <a:pt x="3268" y="12778"/>
                </a:lnTo>
                <a:lnTo>
                  <a:pt x="5378" y="12932"/>
                </a:lnTo>
                <a:lnTo>
                  <a:pt x="7403" y="13031"/>
                </a:lnTo>
                <a:lnTo>
                  <a:pt x="9381" y="13049"/>
                </a:lnTo>
                <a:lnTo>
                  <a:pt x="11349" y="12957"/>
                </a:lnTo>
                <a:lnTo>
                  <a:pt x="13355" y="12732"/>
                </a:lnTo>
                <a:lnTo>
                  <a:pt x="15429" y="12343"/>
                </a:lnTo>
                <a:lnTo>
                  <a:pt x="16404" y="10439"/>
                </a:lnTo>
                <a:lnTo>
                  <a:pt x="17086" y="8615"/>
                </a:lnTo>
                <a:lnTo>
                  <a:pt x="17542" y="6776"/>
                </a:lnTo>
                <a:lnTo>
                  <a:pt x="17848" y="4835"/>
                </a:lnTo>
                <a:lnTo>
                  <a:pt x="18079" y="2700"/>
                </a:lnTo>
                <a:lnTo>
                  <a:pt x="18295" y="1361"/>
                </a:lnTo>
                <a:lnTo>
                  <a:pt x="18514" y="0"/>
                </a:lnTo>
                <a:close/>
              </a:path>
            </a:pathLst>
          </a:custGeom>
          <a:solidFill>
            <a:srgbClr val="E4E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0" name="contour_12908"/>
          <p:cNvSpPr/>
          <p:nvPr/>
        </p:nvSpPr>
        <p:spPr>
          <a:xfrm>
            <a:off x="5418064" y="6063609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51" y="2931"/>
                </a:lnTo>
                <a:lnTo>
                  <a:pt x="18450" y="5113"/>
                </a:lnTo>
                <a:lnTo>
                  <a:pt x="19627" y="6761"/>
                </a:lnTo>
                <a:lnTo>
                  <a:pt x="20405" y="8094"/>
                </a:lnTo>
                <a:lnTo>
                  <a:pt x="20909" y="9322"/>
                </a:lnTo>
                <a:lnTo>
                  <a:pt x="21265" y="10667"/>
                </a:lnTo>
                <a:lnTo>
                  <a:pt x="21600" y="12343"/>
                </a:lnTo>
                <a:lnTo>
                  <a:pt x="19836" y="14046"/>
                </a:lnTo>
                <a:lnTo>
                  <a:pt x="17968" y="15567"/>
                </a:lnTo>
                <a:lnTo>
                  <a:pt x="15995" y="16941"/>
                </a:lnTo>
                <a:lnTo>
                  <a:pt x="13925" y="18200"/>
                </a:lnTo>
                <a:lnTo>
                  <a:pt x="11768" y="19375"/>
                </a:lnTo>
                <a:lnTo>
                  <a:pt x="9522" y="20495"/>
                </a:lnTo>
                <a:lnTo>
                  <a:pt x="7200" y="21600"/>
                </a:lnTo>
                <a:lnTo>
                  <a:pt x="7200" y="19560"/>
                </a:lnTo>
                <a:lnTo>
                  <a:pt x="7200" y="17508"/>
                </a:lnTo>
                <a:lnTo>
                  <a:pt x="7200" y="15429"/>
                </a:lnTo>
                <a:lnTo>
                  <a:pt x="5418" y="14663"/>
                </a:lnTo>
                <a:lnTo>
                  <a:pt x="3629" y="13898"/>
                </a:lnTo>
                <a:lnTo>
                  <a:pt x="1825" y="13124"/>
                </a:lnTo>
                <a:lnTo>
                  <a:pt x="0" y="12343"/>
                </a:lnTo>
                <a:lnTo>
                  <a:pt x="1782" y="10815"/>
                </a:lnTo>
                <a:lnTo>
                  <a:pt x="3568" y="9285"/>
                </a:lnTo>
                <a:lnTo>
                  <a:pt x="5353" y="7754"/>
                </a:lnTo>
                <a:lnTo>
                  <a:pt x="7146" y="6218"/>
                </a:lnTo>
                <a:lnTo>
                  <a:pt x="8946" y="4675"/>
                </a:lnTo>
                <a:lnTo>
                  <a:pt x="10753" y="3126"/>
                </a:lnTo>
                <a:lnTo>
                  <a:pt x="12571" y="1568"/>
                </a:lnTo>
                <a:lnTo>
                  <a:pt x="14400" y="0"/>
                </a:lnTo>
                <a:close/>
              </a:path>
            </a:pathLst>
          </a:custGeom>
          <a:solidFill>
            <a:srgbClr val="C2D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1" name="contour_12909"/>
          <p:cNvSpPr/>
          <p:nvPr/>
        </p:nvSpPr>
        <p:spPr>
          <a:xfrm>
            <a:off x="4594521" y="6070897"/>
            <a:ext cx="80168" cy="30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73" y="0"/>
                </a:moveTo>
                <a:lnTo>
                  <a:pt x="18971" y="0"/>
                </a:lnTo>
                <a:lnTo>
                  <a:pt x="20277" y="0"/>
                </a:lnTo>
                <a:lnTo>
                  <a:pt x="21600" y="0"/>
                </a:lnTo>
                <a:lnTo>
                  <a:pt x="21197" y="3274"/>
                </a:lnTo>
                <a:lnTo>
                  <a:pt x="20769" y="6419"/>
                </a:lnTo>
                <a:lnTo>
                  <a:pt x="20298" y="9450"/>
                </a:lnTo>
                <a:lnTo>
                  <a:pt x="19770" y="12378"/>
                </a:lnTo>
                <a:lnTo>
                  <a:pt x="19167" y="15227"/>
                </a:lnTo>
                <a:lnTo>
                  <a:pt x="18472" y="18004"/>
                </a:lnTo>
                <a:lnTo>
                  <a:pt x="17673" y="20724"/>
                </a:lnTo>
                <a:lnTo>
                  <a:pt x="16345" y="21351"/>
                </a:lnTo>
                <a:lnTo>
                  <a:pt x="15045" y="21600"/>
                </a:lnTo>
                <a:lnTo>
                  <a:pt x="13765" y="21543"/>
                </a:lnTo>
                <a:lnTo>
                  <a:pt x="12491" y="21232"/>
                </a:lnTo>
                <a:lnTo>
                  <a:pt x="11212" y="20735"/>
                </a:lnTo>
                <a:lnTo>
                  <a:pt x="9914" y="20113"/>
                </a:lnTo>
                <a:lnTo>
                  <a:pt x="8591" y="19429"/>
                </a:lnTo>
                <a:lnTo>
                  <a:pt x="7350" y="18916"/>
                </a:lnTo>
                <a:lnTo>
                  <a:pt x="6091" y="18398"/>
                </a:lnTo>
                <a:lnTo>
                  <a:pt x="4870" y="17870"/>
                </a:lnTo>
                <a:lnTo>
                  <a:pt x="3650" y="17315"/>
                </a:lnTo>
                <a:lnTo>
                  <a:pt x="2433" y="16740"/>
                </a:lnTo>
                <a:lnTo>
                  <a:pt x="1215" y="16144"/>
                </a:lnTo>
                <a:lnTo>
                  <a:pt x="0" y="15543"/>
                </a:lnTo>
                <a:lnTo>
                  <a:pt x="0" y="12973"/>
                </a:lnTo>
                <a:lnTo>
                  <a:pt x="0" y="10362"/>
                </a:lnTo>
                <a:lnTo>
                  <a:pt x="1113" y="10046"/>
                </a:lnTo>
                <a:lnTo>
                  <a:pt x="2233" y="9730"/>
                </a:lnTo>
                <a:lnTo>
                  <a:pt x="3368" y="9409"/>
                </a:lnTo>
                <a:lnTo>
                  <a:pt x="4459" y="9082"/>
                </a:lnTo>
                <a:lnTo>
                  <a:pt x="5551" y="8751"/>
                </a:lnTo>
                <a:lnTo>
                  <a:pt x="6641" y="8424"/>
                </a:lnTo>
                <a:lnTo>
                  <a:pt x="7733" y="8093"/>
                </a:lnTo>
                <a:lnTo>
                  <a:pt x="8285" y="7943"/>
                </a:lnTo>
                <a:lnTo>
                  <a:pt x="9952" y="7476"/>
                </a:lnTo>
                <a:lnTo>
                  <a:pt x="12294" y="6730"/>
                </a:lnTo>
                <a:lnTo>
                  <a:pt x="13928" y="6062"/>
                </a:lnTo>
                <a:lnTo>
                  <a:pt x="15069" y="5259"/>
                </a:lnTo>
                <a:lnTo>
                  <a:pt x="15929" y="4119"/>
                </a:lnTo>
                <a:lnTo>
                  <a:pt x="16726" y="2435"/>
                </a:lnTo>
                <a:lnTo>
                  <a:pt x="17673" y="0"/>
                </a:lnTo>
                <a:close/>
              </a:path>
            </a:pathLst>
          </a:custGeom>
          <a:solidFill>
            <a:srgbClr val="342E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2" name="contour_12910"/>
          <p:cNvSpPr/>
          <p:nvPr/>
        </p:nvSpPr>
        <p:spPr>
          <a:xfrm>
            <a:off x="3931314" y="6057363"/>
            <a:ext cx="43728" cy="57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56"/>
                </a:moveTo>
                <a:lnTo>
                  <a:pt x="20880" y="3406"/>
                </a:lnTo>
                <a:lnTo>
                  <a:pt x="20153" y="4473"/>
                </a:lnTo>
                <a:lnTo>
                  <a:pt x="19037" y="6153"/>
                </a:lnTo>
                <a:lnTo>
                  <a:pt x="17960" y="7827"/>
                </a:lnTo>
                <a:lnTo>
                  <a:pt x="16920" y="9501"/>
                </a:lnTo>
                <a:lnTo>
                  <a:pt x="15916" y="11178"/>
                </a:lnTo>
                <a:lnTo>
                  <a:pt x="14954" y="12866"/>
                </a:lnTo>
                <a:lnTo>
                  <a:pt x="14036" y="14568"/>
                </a:lnTo>
                <a:lnTo>
                  <a:pt x="13158" y="16286"/>
                </a:lnTo>
                <a:lnTo>
                  <a:pt x="12326" y="18029"/>
                </a:lnTo>
                <a:lnTo>
                  <a:pt x="11538" y="19799"/>
                </a:lnTo>
                <a:lnTo>
                  <a:pt x="10800" y="21600"/>
                </a:lnTo>
                <a:lnTo>
                  <a:pt x="8716" y="19962"/>
                </a:lnTo>
                <a:lnTo>
                  <a:pt x="7639" y="18799"/>
                </a:lnTo>
                <a:lnTo>
                  <a:pt x="7214" y="17553"/>
                </a:lnTo>
                <a:lnTo>
                  <a:pt x="7103" y="15673"/>
                </a:lnTo>
                <a:lnTo>
                  <a:pt x="7265" y="13825"/>
                </a:lnTo>
                <a:lnTo>
                  <a:pt x="7434" y="11978"/>
                </a:lnTo>
                <a:lnTo>
                  <a:pt x="7603" y="10131"/>
                </a:lnTo>
                <a:lnTo>
                  <a:pt x="7776" y="8283"/>
                </a:lnTo>
                <a:lnTo>
                  <a:pt x="7488" y="6705"/>
                </a:lnTo>
                <a:lnTo>
                  <a:pt x="7200" y="5105"/>
                </a:lnTo>
                <a:lnTo>
                  <a:pt x="5054" y="4047"/>
                </a:lnTo>
                <a:lnTo>
                  <a:pt x="3589" y="3409"/>
                </a:lnTo>
                <a:lnTo>
                  <a:pt x="2128" y="2931"/>
                </a:lnTo>
                <a:lnTo>
                  <a:pt x="0" y="2356"/>
                </a:lnTo>
                <a:lnTo>
                  <a:pt x="2416" y="1182"/>
                </a:lnTo>
                <a:lnTo>
                  <a:pt x="4763" y="434"/>
                </a:lnTo>
                <a:lnTo>
                  <a:pt x="7067" y="60"/>
                </a:lnTo>
                <a:lnTo>
                  <a:pt x="9360" y="0"/>
                </a:lnTo>
                <a:lnTo>
                  <a:pt x="11664" y="195"/>
                </a:lnTo>
                <a:lnTo>
                  <a:pt x="14015" y="586"/>
                </a:lnTo>
                <a:lnTo>
                  <a:pt x="16434" y="1116"/>
                </a:lnTo>
                <a:lnTo>
                  <a:pt x="18954" y="1724"/>
                </a:lnTo>
                <a:lnTo>
                  <a:pt x="21600" y="2356"/>
                </a:lnTo>
                <a:close/>
              </a:path>
            </a:pathLst>
          </a:custGeom>
          <a:solidFill>
            <a:srgbClr val="F0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3" name="contour_12911"/>
          <p:cNvSpPr/>
          <p:nvPr/>
        </p:nvSpPr>
        <p:spPr>
          <a:xfrm>
            <a:off x="4572657" y="603445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918" y="2259"/>
                </a:lnTo>
                <a:lnTo>
                  <a:pt x="20708" y="3914"/>
                </a:lnTo>
                <a:lnTo>
                  <a:pt x="21171" y="5772"/>
                </a:lnTo>
                <a:lnTo>
                  <a:pt x="21600" y="8640"/>
                </a:lnTo>
                <a:lnTo>
                  <a:pt x="20285" y="11154"/>
                </a:lnTo>
                <a:lnTo>
                  <a:pt x="18857" y="13427"/>
                </a:lnTo>
                <a:lnTo>
                  <a:pt x="17326" y="15526"/>
                </a:lnTo>
                <a:lnTo>
                  <a:pt x="15719" y="17539"/>
                </a:lnTo>
                <a:lnTo>
                  <a:pt x="14052" y="19535"/>
                </a:lnTo>
                <a:lnTo>
                  <a:pt x="12343" y="21600"/>
                </a:lnTo>
                <a:lnTo>
                  <a:pt x="10815" y="19462"/>
                </a:lnTo>
                <a:lnTo>
                  <a:pt x="9285" y="17319"/>
                </a:lnTo>
                <a:lnTo>
                  <a:pt x="7754" y="15176"/>
                </a:lnTo>
                <a:lnTo>
                  <a:pt x="6218" y="13025"/>
                </a:lnTo>
                <a:lnTo>
                  <a:pt x="4675" y="10865"/>
                </a:lnTo>
                <a:lnTo>
                  <a:pt x="3126" y="8696"/>
                </a:lnTo>
                <a:lnTo>
                  <a:pt x="1568" y="6515"/>
                </a:lnTo>
                <a:lnTo>
                  <a:pt x="0" y="4320"/>
                </a:lnTo>
                <a:lnTo>
                  <a:pt x="1808" y="3754"/>
                </a:lnTo>
                <a:lnTo>
                  <a:pt x="3620" y="3205"/>
                </a:lnTo>
                <a:lnTo>
                  <a:pt x="5434" y="2665"/>
                </a:lnTo>
                <a:lnTo>
                  <a:pt x="7248" y="2138"/>
                </a:lnTo>
                <a:lnTo>
                  <a:pt x="9066" y="1620"/>
                </a:lnTo>
                <a:lnTo>
                  <a:pt x="10751" y="1119"/>
                </a:lnTo>
                <a:lnTo>
                  <a:pt x="12445" y="613"/>
                </a:lnTo>
                <a:lnTo>
                  <a:pt x="14163" y="99"/>
                </a:lnTo>
                <a:lnTo>
                  <a:pt x="16323" y="52"/>
                </a:lnTo>
                <a:lnTo>
                  <a:pt x="18514" y="0"/>
                </a:lnTo>
                <a:close/>
              </a:path>
            </a:pathLst>
          </a:custGeom>
          <a:solidFill>
            <a:srgbClr val="5658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4" name="contour_12912"/>
          <p:cNvSpPr/>
          <p:nvPr/>
        </p:nvSpPr>
        <p:spPr>
          <a:xfrm>
            <a:off x="10257291" y="601988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1A0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5" name="contour_12913"/>
          <p:cNvSpPr/>
          <p:nvPr/>
        </p:nvSpPr>
        <p:spPr>
          <a:xfrm>
            <a:off x="1672037" y="6027169"/>
            <a:ext cx="7288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71" y="641"/>
                </a:lnTo>
                <a:lnTo>
                  <a:pt x="6819" y="1310"/>
                </a:lnTo>
                <a:lnTo>
                  <a:pt x="8068" y="1994"/>
                </a:lnTo>
                <a:lnTo>
                  <a:pt x="9314" y="2700"/>
                </a:lnTo>
                <a:lnTo>
                  <a:pt x="10014" y="3082"/>
                </a:lnTo>
                <a:lnTo>
                  <a:pt x="12124" y="4219"/>
                </a:lnTo>
                <a:lnTo>
                  <a:pt x="13126" y="5234"/>
                </a:lnTo>
                <a:lnTo>
                  <a:pt x="13958" y="6170"/>
                </a:lnTo>
                <a:lnTo>
                  <a:pt x="14731" y="7229"/>
                </a:lnTo>
                <a:lnTo>
                  <a:pt x="15556" y="8626"/>
                </a:lnTo>
                <a:lnTo>
                  <a:pt x="16543" y="10555"/>
                </a:lnTo>
                <a:lnTo>
                  <a:pt x="17807" y="13226"/>
                </a:lnTo>
                <a:lnTo>
                  <a:pt x="19455" y="16841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1069" y="19814"/>
                </a:lnTo>
                <a:lnTo>
                  <a:pt x="2145" y="18029"/>
                </a:lnTo>
                <a:lnTo>
                  <a:pt x="3225" y="16222"/>
                </a:lnTo>
                <a:lnTo>
                  <a:pt x="4320" y="14400"/>
                </a:lnTo>
                <a:lnTo>
                  <a:pt x="4320" y="9641"/>
                </a:lnTo>
                <a:lnTo>
                  <a:pt x="4320" y="4853"/>
                </a:lnTo>
                <a:lnTo>
                  <a:pt x="4320" y="0"/>
                </a:lnTo>
                <a:close/>
              </a:path>
            </a:pathLst>
          </a:custGeom>
          <a:solidFill>
            <a:srgbClr val="B6BA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6" name="contour_12914"/>
          <p:cNvSpPr/>
          <p:nvPr/>
        </p:nvSpPr>
        <p:spPr>
          <a:xfrm>
            <a:off x="10854899" y="6018059"/>
            <a:ext cx="72880" cy="236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588" y="0"/>
                </a:moveTo>
                <a:lnTo>
                  <a:pt x="12202" y="86"/>
                </a:lnTo>
                <a:lnTo>
                  <a:pt x="14124" y="253"/>
                </a:lnTo>
                <a:lnTo>
                  <a:pt x="15522" y="611"/>
                </a:lnTo>
                <a:lnTo>
                  <a:pt x="16563" y="1276"/>
                </a:lnTo>
                <a:lnTo>
                  <a:pt x="17418" y="2346"/>
                </a:lnTo>
                <a:lnTo>
                  <a:pt x="18254" y="3928"/>
                </a:lnTo>
                <a:lnTo>
                  <a:pt x="19241" y="6128"/>
                </a:lnTo>
                <a:lnTo>
                  <a:pt x="19922" y="9464"/>
                </a:lnTo>
                <a:lnTo>
                  <a:pt x="20395" y="12189"/>
                </a:lnTo>
                <a:lnTo>
                  <a:pt x="20881" y="15751"/>
                </a:lnTo>
                <a:lnTo>
                  <a:pt x="21600" y="21600"/>
                </a:lnTo>
                <a:lnTo>
                  <a:pt x="20319" y="20889"/>
                </a:lnTo>
                <a:lnTo>
                  <a:pt x="19036" y="20164"/>
                </a:lnTo>
                <a:lnTo>
                  <a:pt x="17755" y="19427"/>
                </a:lnTo>
                <a:lnTo>
                  <a:pt x="16474" y="18689"/>
                </a:lnTo>
                <a:lnTo>
                  <a:pt x="15040" y="17878"/>
                </a:lnTo>
                <a:lnTo>
                  <a:pt x="13589" y="17054"/>
                </a:lnTo>
                <a:lnTo>
                  <a:pt x="12061" y="15765"/>
                </a:lnTo>
                <a:lnTo>
                  <a:pt x="10627" y="14283"/>
                </a:lnTo>
                <a:lnTo>
                  <a:pt x="9245" y="12561"/>
                </a:lnTo>
                <a:lnTo>
                  <a:pt x="7878" y="10581"/>
                </a:lnTo>
                <a:lnTo>
                  <a:pt x="6480" y="8308"/>
                </a:lnTo>
                <a:lnTo>
                  <a:pt x="5946" y="11598"/>
                </a:lnTo>
                <a:lnTo>
                  <a:pt x="5411" y="14901"/>
                </a:lnTo>
                <a:lnTo>
                  <a:pt x="4869" y="18230"/>
                </a:lnTo>
                <a:lnTo>
                  <a:pt x="4320" y="21600"/>
                </a:lnTo>
                <a:lnTo>
                  <a:pt x="3251" y="18310"/>
                </a:lnTo>
                <a:lnTo>
                  <a:pt x="2177" y="15007"/>
                </a:lnTo>
                <a:lnTo>
                  <a:pt x="1095" y="11677"/>
                </a:lnTo>
                <a:lnTo>
                  <a:pt x="0" y="8308"/>
                </a:lnTo>
                <a:lnTo>
                  <a:pt x="1274" y="4892"/>
                </a:lnTo>
                <a:lnTo>
                  <a:pt x="2495" y="2585"/>
                </a:lnTo>
                <a:lnTo>
                  <a:pt x="3715" y="1176"/>
                </a:lnTo>
                <a:lnTo>
                  <a:pt x="4985" y="432"/>
                </a:lnTo>
                <a:lnTo>
                  <a:pt x="6353" y="140"/>
                </a:lnTo>
                <a:lnTo>
                  <a:pt x="7869" y="66"/>
                </a:lnTo>
                <a:lnTo>
                  <a:pt x="9588" y="0"/>
                </a:lnTo>
                <a:close/>
              </a:path>
            </a:pathLst>
          </a:custGeom>
          <a:solidFill>
            <a:srgbClr val="EA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7" name="contour_12915"/>
          <p:cNvSpPr/>
          <p:nvPr/>
        </p:nvSpPr>
        <p:spPr>
          <a:xfrm>
            <a:off x="4353690" y="6019167"/>
            <a:ext cx="58632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79" y="0"/>
                </a:moveTo>
                <a:lnTo>
                  <a:pt x="8895" y="63"/>
                </a:lnTo>
                <a:lnTo>
                  <a:pt x="10621" y="127"/>
                </a:lnTo>
                <a:lnTo>
                  <a:pt x="12372" y="184"/>
                </a:lnTo>
                <a:lnTo>
                  <a:pt x="13137" y="211"/>
                </a:lnTo>
                <a:lnTo>
                  <a:pt x="14488" y="248"/>
                </a:lnTo>
                <a:lnTo>
                  <a:pt x="17583" y="327"/>
                </a:lnTo>
                <a:lnTo>
                  <a:pt x="18174" y="358"/>
                </a:lnTo>
                <a:lnTo>
                  <a:pt x="19216" y="406"/>
                </a:lnTo>
                <a:lnTo>
                  <a:pt x="21600" y="517"/>
                </a:lnTo>
                <a:lnTo>
                  <a:pt x="20016" y="3094"/>
                </a:lnTo>
                <a:lnTo>
                  <a:pt x="18472" y="5492"/>
                </a:lnTo>
                <a:lnTo>
                  <a:pt x="16952" y="7711"/>
                </a:lnTo>
                <a:lnTo>
                  <a:pt x="15444" y="9767"/>
                </a:lnTo>
                <a:lnTo>
                  <a:pt x="13932" y="11659"/>
                </a:lnTo>
                <a:lnTo>
                  <a:pt x="12404" y="13399"/>
                </a:lnTo>
                <a:lnTo>
                  <a:pt x="10847" y="14980"/>
                </a:lnTo>
                <a:lnTo>
                  <a:pt x="9247" y="16419"/>
                </a:lnTo>
                <a:lnTo>
                  <a:pt x="7588" y="17715"/>
                </a:lnTo>
                <a:lnTo>
                  <a:pt x="5861" y="18875"/>
                </a:lnTo>
                <a:lnTo>
                  <a:pt x="4049" y="19908"/>
                </a:lnTo>
                <a:lnTo>
                  <a:pt x="2140" y="20815"/>
                </a:lnTo>
                <a:lnTo>
                  <a:pt x="121" y="21600"/>
                </a:lnTo>
                <a:lnTo>
                  <a:pt x="40" y="17837"/>
                </a:lnTo>
                <a:lnTo>
                  <a:pt x="0" y="15133"/>
                </a:lnTo>
                <a:lnTo>
                  <a:pt x="0" y="12729"/>
                </a:lnTo>
                <a:lnTo>
                  <a:pt x="40" y="9867"/>
                </a:lnTo>
                <a:lnTo>
                  <a:pt x="121" y="5787"/>
                </a:lnTo>
                <a:lnTo>
                  <a:pt x="1740" y="2736"/>
                </a:lnTo>
                <a:lnTo>
                  <a:pt x="3018" y="1112"/>
                </a:lnTo>
                <a:lnTo>
                  <a:pt x="4610" y="385"/>
                </a:lnTo>
                <a:lnTo>
                  <a:pt x="7179" y="0"/>
                </a:lnTo>
                <a:close/>
              </a:path>
            </a:pathLst>
          </a:custGeom>
          <a:solidFill>
            <a:srgbClr val="A486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8" name="contour_12916"/>
          <p:cNvSpPr/>
          <p:nvPr/>
        </p:nvSpPr>
        <p:spPr>
          <a:xfrm>
            <a:off x="10927786" y="6004780"/>
            <a:ext cx="65592" cy="29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2"/>
                </a:moveTo>
                <a:lnTo>
                  <a:pt x="21072" y="626"/>
                </a:lnTo>
                <a:lnTo>
                  <a:pt x="20138" y="1056"/>
                </a:lnTo>
                <a:lnTo>
                  <a:pt x="18000" y="2037"/>
                </a:lnTo>
                <a:lnTo>
                  <a:pt x="17472" y="2573"/>
                </a:lnTo>
                <a:lnTo>
                  <a:pt x="16538" y="3522"/>
                </a:lnTo>
                <a:lnTo>
                  <a:pt x="14400" y="5686"/>
                </a:lnTo>
                <a:lnTo>
                  <a:pt x="14184" y="9792"/>
                </a:lnTo>
                <a:lnTo>
                  <a:pt x="14076" y="12672"/>
                </a:lnTo>
                <a:lnTo>
                  <a:pt x="14076" y="15091"/>
                </a:lnTo>
                <a:lnTo>
                  <a:pt x="14184" y="17813"/>
                </a:lnTo>
                <a:lnTo>
                  <a:pt x="14400" y="21600"/>
                </a:lnTo>
                <a:lnTo>
                  <a:pt x="12974" y="21600"/>
                </a:lnTo>
                <a:lnTo>
                  <a:pt x="11544" y="21600"/>
                </a:lnTo>
                <a:lnTo>
                  <a:pt x="10109" y="21600"/>
                </a:lnTo>
                <a:lnTo>
                  <a:pt x="8662" y="21600"/>
                </a:lnTo>
                <a:lnTo>
                  <a:pt x="7200" y="21600"/>
                </a:lnTo>
                <a:lnTo>
                  <a:pt x="7200" y="18094"/>
                </a:lnTo>
                <a:lnTo>
                  <a:pt x="7200" y="14566"/>
                </a:lnTo>
                <a:lnTo>
                  <a:pt x="7200" y="10991"/>
                </a:lnTo>
                <a:lnTo>
                  <a:pt x="5414" y="9357"/>
                </a:lnTo>
                <a:lnTo>
                  <a:pt x="4147" y="8264"/>
                </a:lnTo>
                <a:lnTo>
                  <a:pt x="3053" y="7458"/>
                </a:lnTo>
                <a:lnTo>
                  <a:pt x="1786" y="6684"/>
                </a:lnTo>
                <a:lnTo>
                  <a:pt x="0" y="5686"/>
                </a:lnTo>
                <a:lnTo>
                  <a:pt x="1627" y="4228"/>
                </a:lnTo>
                <a:lnTo>
                  <a:pt x="3254" y="3029"/>
                </a:lnTo>
                <a:lnTo>
                  <a:pt x="4882" y="2074"/>
                </a:lnTo>
                <a:lnTo>
                  <a:pt x="6514" y="1326"/>
                </a:lnTo>
                <a:lnTo>
                  <a:pt x="8148" y="774"/>
                </a:lnTo>
                <a:lnTo>
                  <a:pt x="9790" y="393"/>
                </a:lnTo>
                <a:lnTo>
                  <a:pt x="11441" y="149"/>
                </a:lnTo>
                <a:lnTo>
                  <a:pt x="13099" y="27"/>
                </a:lnTo>
                <a:lnTo>
                  <a:pt x="14770" y="0"/>
                </a:lnTo>
                <a:lnTo>
                  <a:pt x="16454" y="48"/>
                </a:lnTo>
                <a:lnTo>
                  <a:pt x="18151" y="143"/>
                </a:lnTo>
                <a:lnTo>
                  <a:pt x="19867" y="260"/>
                </a:lnTo>
                <a:lnTo>
                  <a:pt x="21600" y="382"/>
                </a:lnTo>
                <a:close/>
              </a:path>
            </a:pathLst>
          </a:custGeom>
          <a:solidFill>
            <a:srgbClr val="998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19" name="contour_12917"/>
          <p:cNvSpPr/>
          <p:nvPr/>
        </p:nvSpPr>
        <p:spPr>
          <a:xfrm>
            <a:off x="1956268" y="5968865"/>
            <a:ext cx="65592" cy="461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94" y="774"/>
                </a:lnTo>
                <a:lnTo>
                  <a:pt x="19426" y="1385"/>
                </a:lnTo>
                <a:lnTo>
                  <a:pt x="20345" y="2159"/>
                </a:lnTo>
                <a:lnTo>
                  <a:pt x="21600" y="3411"/>
                </a:lnTo>
                <a:lnTo>
                  <a:pt x="19306" y="7150"/>
                </a:lnTo>
                <a:lnTo>
                  <a:pt x="17374" y="10278"/>
                </a:lnTo>
                <a:lnTo>
                  <a:pt x="15754" y="12850"/>
                </a:lnTo>
                <a:lnTo>
                  <a:pt x="14395" y="14934"/>
                </a:lnTo>
                <a:lnTo>
                  <a:pt x="13243" y="16596"/>
                </a:lnTo>
                <a:lnTo>
                  <a:pt x="12250" y="17892"/>
                </a:lnTo>
                <a:lnTo>
                  <a:pt x="11359" y="18888"/>
                </a:lnTo>
                <a:lnTo>
                  <a:pt x="10522" y="19652"/>
                </a:lnTo>
                <a:lnTo>
                  <a:pt x="9686" y="20239"/>
                </a:lnTo>
                <a:lnTo>
                  <a:pt x="8798" y="20720"/>
                </a:lnTo>
                <a:lnTo>
                  <a:pt x="7810" y="21150"/>
                </a:lnTo>
                <a:lnTo>
                  <a:pt x="6665" y="21600"/>
                </a:lnTo>
                <a:lnTo>
                  <a:pt x="5090" y="21545"/>
                </a:lnTo>
                <a:lnTo>
                  <a:pt x="3871" y="21406"/>
                </a:lnTo>
                <a:lnTo>
                  <a:pt x="2383" y="21085"/>
                </a:lnTo>
                <a:lnTo>
                  <a:pt x="0" y="20467"/>
                </a:lnTo>
                <a:lnTo>
                  <a:pt x="612" y="19785"/>
                </a:lnTo>
                <a:lnTo>
                  <a:pt x="2455" y="17721"/>
                </a:lnTo>
                <a:lnTo>
                  <a:pt x="3528" y="16517"/>
                </a:lnTo>
                <a:lnTo>
                  <a:pt x="4606" y="15303"/>
                </a:lnTo>
                <a:lnTo>
                  <a:pt x="5700" y="14071"/>
                </a:lnTo>
                <a:lnTo>
                  <a:pt x="6758" y="12884"/>
                </a:lnTo>
                <a:lnTo>
                  <a:pt x="7826" y="11687"/>
                </a:lnTo>
                <a:lnTo>
                  <a:pt x="8906" y="10473"/>
                </a:lnTo>
                <a:lnTo>
                  <a:pt x="10435" y="8658"/>
                </a:lnTo>
                <a:lnTo>
                  <a:pt x="11491" y="7351"/>
                </a:lnTo>
                <a:lnTo>
                  <a:pt x="12341" y="6174"/>
                </a:lnTo>
                <a:lnTo>
                  <a:pt x="13253" y="4766"/>
                </a:lnTo>
                <a:lnTo>
                  <a:pt x="14494" y="2746"/>
                </a:lnTo>
                <a:lnTo>
                  <a:pt x="15067" y="2064"/>
                </a:lnTo>
                <a:lnTo>
                  <a:pt x="16800" y="0"/>
                </a:lnTo>
                <a:close/>
              </a:path>
            </a:pathLst>
          </a:custGeom>
          <a:solidFill>
            <a:srgbClr val="A687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0" name="contour_12918"/>
          <p:cNvSpPr/>
          <p:nvPr/>
        </p:nvSpPr>
        <p:spPr>
          <a:xfrm>
            <a:off x="2495580" y="5954289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88" y="2506"/>
                </a:lnTo>
                <a:lnTo>
                  <a:pt x="21520" y="4590"/>
                </a:lnTo>
                <a:lnTo>
                  <a:pt x="21353" y="6348"/>
                </a:lnTo>
                <a:lnTo>
                  <a:pt x="21051" y="7881"/>
                </a:lnTo>
                <a:lnTo>
                  <a:pt x="20569" y="9283"/>
                </a:lnTo>
                <a:lnTo>
                  <a:pt x="19866" y="10652"/>
                </a:lnTo>
                <a:lnTo>
                  <a:pt x="18897" y="12083"/>
                </a:lnTo>
                <a:lnTo>
                  <a:pt x="17626" y="13676"/>
                </a:lnTo>
                <a:lnTo>
                  <a:pt x="16009" y="15525"/>
                </a:lnTo>
                <a:lnTo>
                  <a:pt x="14969" y="16737"/>
                </a:lnTo>
                <a:lnTo>
                  <a:pt x="13923" y="17958"/>
                </a:lnTo>
                <a:lnTo>
                  <a:pt x="12861" y="19194"/>
                </a:lnTo>
                <a:lnTo>
                  <a:pt x="11670" y="19988"/>
                </a:lnTo>
                <a:lnTo>
                  <a:pt x="10473" y="20790"/>
                </a:lnTo>
                <a:lnTo>
                  <a:pt x="9257" y="21600"/>
                </a:lnTo>
                <a:lnTo>
                  <a:pt x="7424" y="21065"/>
                </a:lnTo>
                <a:lnTo>
                  <a:pt x="5585" y="20528"/>
                </a:lnTo>
                <a:lnTo>
                  <a:pt x="3740" y="19991"/>
                </a:lnTo>
                <a:lnTo>
                  <a:pt x="1879" y="19448"/>
                </a:lnTo>
                <a:lnTo>
                  <a:pt x="0" y="18900"/>
                </a:lnTo>
                <a:lnTo>
                  <a:pt x="1527" y="17563"/>
                </a:lnTo>
                <a:lnTo>
                  <a:pt x="3055" y="16227"/>
                </a:lnTo>
                <a:lnTo>
                  <a:pt x="4585" y="14888"/>
                </a:lnTo>
                <a:lnTo>
                  <a:pt x="6116" y="13549"/>
                </a:lnTo>
                <a:lnTo>
                  <a:pt x="7646" y="12209"/>
                </a:lnTo>
                <a:lnTo>
                  <a:pt x="9183" y="10865"/>
                </a:lnTo>
                <a:lnTo>
                  <a:pt x="10720" y="9520"/>
                </a:lnTo>
                <a:lnTo>
                  <a:pt x="12260" y="8173"/>
                </a:lnTo>
                <a:lnTo>
                  <a:pt x="13805" y="6820"/>
                </a:lnTo>
                <a:lnTo>
                  <a:pt x="15355" y="5465"/>
                </a:lnTo>
                <a:lnTo>
                  <a:pt x="16907" y="4107"/>
                </a:lnTo>
                <a:lnTo>
                  <a:pt x="18465" y="2743"/>
                </a:lnTo>
                <a:lnTo>
                  <a:pt x="20029" y="1374"/>
                </a:lnTo>
                <a:lnTo>
                  <a:pt x="21600" y="0"/>
                </a:lnTo>
                <a:close/>
              </a:path>
            </a:pathLst>
          </a:custGeom>
          <a:solidFill>
            <a:srgbClr val="EE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1" name="contour_12919"/>
          <p:cNvSpPr/>
          <p:nvPr/>
        </p:nvSpPr>
        <p:spPr>
          <a:xfrm>
            <a:off x="4228730" y="5975854"/>
            <a:ext cx="59696" cy="36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61"/>
                </a:moveTo>
                <a:lnTo>
                  <a:pt x="21600" y="7006"/>
                </a:lnTo>
                <a:lnTo>
                  <a:pt x="21600" y="9560"/>
                </a:lnTo>
                <a:lnTo>
                  <a:pt x="21600" y="12122"/>
                </a:lnTo>
                <a:lnTo>
                  <a:pt x="21600" y="14706"/>
                </a:lnTo>
                <a:lnTo>
                  <a:pt x="21600" y="17315"/>
                </a:lnTo>
                <a:lnTo>
                  <a:pt x="19939" y="16544"/>
                </a:lnTo>
                <a:lnTo>
                  <a:pt x="18277" y="15773"/>
                </a:lnTo>
                <a:lnTo>
                  <a:pt x="16613" y="15001"/>
                </a:lnTo>
                <a:lnTo>
                  <a:pt x="14947" y="14226"/>
                </a:lnTo>
                <a:lnTo>
                  <a:pt x="13275" y="13450"/>
                </a:lnTo>
                <a:lnTo>
                  <a:pt x="11603" y="12675"/>
                </a:lnTo>
                <a:lnTo>
                  <a:pt x="9923" y="11895"/>
                </a:lnTo>
                <a:lnTo>
                  <a:pt x="8238" y="11111"/>
                </a:lnTo>
                <a:lnTo>
                  <a:pt x="6548" y="10327"/>
                </a:lnTo>
                <a:lnTo>
                  <a:pt x="4847" y="9538"/>
                </a:lnTo>
                <a:lnTo>
                  <a:pt x="3141" y="8745"/>
                </a:lnTo>
                <a:lnTo>
                  <a:pt x="2619" y="11291"/>
                </a:lnTo>
                <a:lnTo>
                  <a:pt x="2094" y="13844"/>
                </a:lnTo>
                <a:lnTo>
                  <a:pt x="1569" y="16407"/>
                </a:lnTo>
                <a:lnTo>
                  <a:pt x="1039" y="18991"/>
                </a:lnTo>
                <a:lnTo>
                  <a:pt x="504" y="21600"/>
                </a:lnTo>
                <a:lnTo>
                  <a:pt x="224" y="16814"/>
                </a:lnTo>
                <a:lnTo>
                  <a:pt x="55" y="13437"/>
                </a:lnTo>
                <a:lnTo>
                  <a:pt x="0" y="10986"/>
                </a:lnTo>
                <a:lnTo>
                  <a:pt x="55" y="8990"/>
                </a:lnTo>
                <a:lnTo>
                  <a:pt x="224" y="6976"/>
                </a:lnTo>
                <a:lnTo>
                  <a:pt x="504" y="4461"/>
                </a:lnTo>
                <a:lnTo>
                  <a:pt x="2015" y="3008"/>
                </a:lnTo>
                <a:lnTo>
                  <a:pt x="3647" y="1851"/>
                </a:lnTo>
                <a:lnTo>
                  <a:pt x="5377" y="981"/>
                </a:lnTo>
                <a:lnTo>
                  <a:pt x="7183" y="390"/>
                </a:lnTo>
                <a:lnTo>
                  <a:pt x="9042" y="64"/>
                </a:lnTo>
                <a:lnTo>
                  <a:pt x="10931" y="0"/>
                </a:lnTo>
                <a:lnTo>
                  <a:pt x="12827" y="180"/>
                </a:lnTo>
                <a:lnTo>
                  <a:pt x="14704" y="600"/>
                </a:lnTo>
                <a:lnTo>
                  <a:pt x="16545" y="1247"/>
                </a:lnTo>
                <a:lnTo>
                  <a:pt x="18322" y="2112"/>
                </a:lnTo>
                <a:lnTo>
                  <a:pt x="20015" y="3188"/>
                </a:lnTo>
                <a:lnTo>
                  <a:pt x="21600" y="4461"/>
                </a:lnTo>
                <a:close/>
              </a:path>
            </a:pathLst>
          </a:custGeom>
          <a:solidFill>
            <a:srgbClr val="2322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2" name="contour_12920"/>
          <p:cNvSpPr/>
          <p:nvPr/>
        </p:nvSpPr>
        <p:spPr>
          <a:xfrm>
            <a:off x="4594521" y="5976153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410"/>
                </a:lnTo>
                <a:lnTo>
                  <a:pt x="3290" y="821"/>
                </a:lnTo>
                <a:lnTo>
                  <a:pt x="4937" y="1237"/>
                </a:lnTo>
                <a:lnTo>
                  <a:pt x="6586" y="1647"/>
                </a:lnTo>
                <a:lnTo>
                  <a:pt x="8237" y="2057"/>
                </a:lnTo>
                <a:lnTo>
                  <a:pt x="9890" y="2473"/>
                </a:lnTo>
                <a:lnTo>
                  <a:pt x="11549" y="2889"/>
                </a:lnTo>
                <a:lnTo>
                  <a:pt x="13210" y="3305"/>
                </a:lnTo>
                <a:lnTo>
                  <a:pt x="14875" y="3721"/>
                </a:lnTo>
                <a:lnTo>
                  <a:pt x="16548" y="4136"/>
                </a:lnTo>
                <a:lnTo>
                  <a:pt x="18226" y="4558"/>
                </a:lnTo>
                <a:lnTo>
                  <a:pt x="19908" y="4979"/>
                </a:lnTo>
                <a:lnTo>
                  <a:pt x="21600" y="5400"/>
                </a:lnTo>
                <a:lnTo>
                  <a:pt x="21125" y="8608"/>
                </a:lnTo>
                <a:lnTo>
                  <a:pt x="20647" y="11826"/>
                </a:lnTo>
                <a:lnTo>
                  <a:pt x="20170" y="15055"/>
                </a:lnTo>
                <a:lnTo>
                  <a:pt x="19687" y="18311"/>
                </a:lnTo>
                <a:lnTo>
                  <a:pt x="19200" y="21600"/>
                </a:lnTo>
                <a:lnTo>
                  <a:pt x="18869" y="18857"/>
                </a:lnTo>
                <a:lnTo>
                  <a:pt x="18535" y="16076"/>
                </a:lnTo>
                <a:lnTo>
                  <a:pt x="17674" y="13457"/>
                </a:lnTo>
                <a:lnTo>
                  <a:pt x="16800" y="10800"/>
                </a:lnTo>
                <a:lnTo>
                  <a:pt x="15132" y="10859"/>
                </a:lnTo>
                <a:lnTo>
                  <a:pt x="13877" y="10957"/>
                </a:lnTo>
                <a:lnTo>
                  <a:pt x="12799" y="11146"/>
                </a:lnTo>
                <a:lnTo>
                  <a:pt x="11662" y="11480"/>
                </a:lnTo>
                <a:lnTo>
                  <a:pt x="10224" y="12026"/>
                </a:lnTo>
                <a:lnTo>
                  <a:pt x="8251" y="12825"/>
                </a:lnTo>
                <a:lnTo>
                  <a:pt x="6710" y="13424"/>
                </a:lnTo>
                <a:lnTo>
                  <a:pt x="5160" y="14029"/>
                </a:lnTo>
                <a:lnTo>
                  <a:pt x="3590" y="14639"/>
                </a:lnTo>
                <a:lnTo>
                  <a:pt x="2405" y="15152"/>
                </a:lnTo>
                <a:lnTo>
                  <a:pt x="1210" y="15676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6863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3" name="contour_12921"/>
          <p:cNvSpPr/>
          <p:nvPr/>
        </p:nvSpPr>
        <p:spPr>
          <a:xfrm>
            <a:off x="5148409" y="596157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648"/>
                </a:lnTo>
                <a:lnTo>
                  <a:pt x="3888" y="1296"/>
                </a:lnTo>
                <a:lnTo>
                  <a:pt x="5835" y="1944"/>
                </a:lnTo>
                <a:lnTo>
                  <a:pt x="7785" y="2596"/>
                </a:lnTo>
                <a:lnTo>
                  <a:pt x="9742" y="3247"/>
                </a:lnTo>
                <a:lnTo>
                  <a:pt x="11698" y="3899"/>
                </a:lnTo>
                <a:lnTo>
                  <a:pt x="13664" y="4554"/>
                </a:lnTo>
                <a:lnTo>
                  <a:pt x="15635" y="5213"/>
                </a:lnTo>
                <a:lnTo>
                  <a:pt x="17613" y="5872"/>
                </a:lnTo>
                <a:lnTo>
                  <a:pt x="19604" y="6534"/>
                </a:lnTo>
                <a:lnTo>
                  <a:pt x="21600" y="7200"/>
                </a:lnTo>
                <a:lnTo>
                  <a:pt x="21091" y="9576"/>
                </a:lnTo>
                <a:lnTo>
                  <a:pt x="20582" y="11956"/>
                </a:lnTo>
                <a:lnTo>
                  <a:pt x="20069" y="14346"/>
                </a:lnTo>
                <a:lnTo>
                  <a:pt x="19554" y="16747"/>
                </a:lnTo>
                <a:lnTo>
                  <a:pt x="19036" y="19163"/>
                </a:lnTo>
                <a:lnTo>
                  <a:pt x="18514" y="21600"/>
                </a:lnTo>
                <a:lnTo>
                  <a:pt x="18252" y="20729"/>
                </a:lnTo>
                <a:lnTo>
                  <a:pt x="17465" y="18097"/>
                </a:lnTo>
                <a:lnTo>
                  <a:pt x="16231" y="15941"/>
                </a:lnTo>
                <a:lnTo>
                  <a:pt x="15225" y="14724"/>
                </a:lnTo>
                <a:lnTo>
                  <a:pt x="13910" y="13990"/>
                </a:lnTo>
                <a:lnTo>
                  <a:pt x="11753" y="13288"/>
                </a:lnTo>
                <a:lnTo>
                  <a:pt x="9631" y="13057"/>
                </a:lnTo>
                <a:lnTo>
                  <a:pt x="7511" y="12830"/>
                </a:lnTo>
                <a:lnTo>
                  <a:pt x="5391" y="12607"/>
                </a:lnTo>
                <a:lnTo>
                  <a:pt x="3268" y="12388"/>
                </a:lnTo>
                <a:lnTo>
                  <a:pt x="1645" y="11599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A3A3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4" name="contour_12922"/>
          <p:cNvSpPr/>
          <p:nvPr/>
        </p:nvSpPr>
        <p:spPr>
          <a:xfrm>
            <a:off x="10556018" y="5925137"/>
            <a:ext cx="58384" cy="38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" y="0"/>
                </a:moveTo>
                <a:lnTo>
                  <a:pt x="1631" y="0"/>
                </a:lnTo>
                <a:lnTo>
                  <a:pt x="3238" y="0"/>
                </a:lnTo>
                <a:lnTo>
                  <a:pt x="4851" y="0"/>
                </a:lnTo>
                <a:lnTo>
                  <a:pt x="6476" y="0"/>
                </a:lnTo>
                <a:lnTo>
                  <a:pt x="8119" y="0"/>
                </a:lnTo>
                <a:lnTo>
                  <a:pt x="8119" y="2695"/>
                </a:lnTo>
                <a:lnTo>
                  <a:pt x="8119" y="5394"/>
                </a:lnTo>
                <a:lnTo>
                  <a:pt x="8119" y="8105"/>
                </a:lnTo>
                <a:lnTo>
                  <a:pt x="8119" y="10829"/>
                </a:lnTo>
                <a:lnTo>
                  <a:pt x="8119" y="13568"/>
                </a:lnTo>
                <a:lnTo>
                  <a:pt x="8119" y="16333"/>
                </a:lnTo>
                <a:lnTo>
                  <a:pt x="10025" y="16333"/>
                </a:lnTo>
                <a:lnTo>
                  <a:pt x="11934" y="16333"/>
                </a:lnTo>
                <a:lnTo>
                  <a:pt x="13848" y="16333"/>
                </a:lnTo>
                <a:lnTo>
                  <a:pt x="15771" y="16333"/>
                </a:lnTo>
                <a:lnTo>
                  <a:pt x="17701" y="16333"/>
                </a:lnTo>
                <a:lnTo>
                  <a:pt x="19642" y="16333"/>
                </a:lnTo>
                <a:lnTo>
                  <a:pt x="21600" y="16333"/>
                </a:lnTo>
                <a:lnTo>
                  <a:pt x="21600" y="18358"/>
                </a:lnTo>
                <a:lnTo>
                  <a:pt x="21600" y="20416"/>
                </a:lnTo>
                <a:lnTo>
                  <a:pt x="19678" y="20747"/>
                </a:lnTo>
                <a:lnTo>
                  <a:pt x="17777" y="21045"/>
                </a:lnTo>
                <a:lnTo>
                  <a:pt x="15889" y="21294"/>
                </a:lnTo>
                <a:lnTo>
                  <a:pt x="14013" y="21482"/>
                </a:lnTo>
                <a:lnTo>
                  <a:pt x="12144" y="21588"/>
                </a:lnTo>
                <a:lnTo>
                  <a:pt x="10273" y="21600"/>
                </a:lnTo>
                <a:lnTo>
                  <a:pt x="8402" y="21506"/>
                </a:lnTo>
                <a:lnTo>
                  <a:pt x="6522" y="21286"/>
                </a:lnTo>
                <a:lnTo>
                  <a:pt x="4632" y="20926"/>
                </a:lnTo>
                <a:lnTo>
                  <a:pt x="2726" y="20416"/>
                </a:lnTo>
                <a:lnTo>
                  <a:pt x="1833" y="17962"/>
                </a:lnTo>
                <a:lnTo>
                  <a:pt x="1154" y="15520"/>
                </a:lnTo>
                <a:lnTo>
                  <a:pt x="661" y="13074"/>
                </a:lnTo>
                <a:lnTo>
                  <a:pt x="324" y="10600"/>
                </a:lnTo>
                <a:lnTo>
                  <a:pt x="119" y="8077"/>
                </a:lnTo>
                <a:lnTo>
                  <a:pt x="19" y="5484"/>
                </a:lnTo>
                <a:lnTo>
                  <a:pt x="0" y="2797"/>
                </a:lnTo>
                <a:lnTo>
                  <a:pt x="30" y="0"/>
                </a:lnTo>
                <a:close/>
              </a:path>
            </a:pathLst>
          </a:custGeom>
          <a:solidFill>
            <a:srgbClr val="BB9C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5" name="contour_12923"/>
          <p:cNvSpPr/>
          <p:nvPr/>
        </p:nvSpPr>
        <p:spPr>
          <a:xfrm>
            <a:off x="4543505" y="5931303"/>
            <a:ext cx="51016" cy="30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01"/>
                </a:moveTo>
                <a:lnTo>
                  <a:pt x="20727" y="3744"/>
                </a:lnTo>
                <a:lnTo>
                  <a:pt x="19853" y="6687"/>
                </a:lnTo>
                <a:lnTo>
                  <a:pt x="18977" y="9640"/>
                </a:lnTo>
                <a:lnTo>
                  <a:pt x="18098" y="12604"/>
                </a:lnTo>
                <a:lnTo>
                  <a:pt x="17212" y="15584"/>
                </a:lnTo>
                <a:lnTo>
                  <a:pt x="16323" y="18579"/>
                </a:lnTo>
                <a:lnTo>
                  <a:pt x="15429" y="21600"/>
                </a:lnTo>
                <a:lnTo>
                  <a:pt x="14565" y="21018"/>
                </a:lnTo>
                <a:lnTo>
                  <a:pt x="13756" y="20472"/>
                </a:lnTo>
                <a:lnTo>
                  <a:pt x="12824" y="19848"/>
                </a:lnTo>
                <a:lnTo>
                  <a:pt x="11590" y="19016"/>
                </a:lnTo>
                <a:lnTo>
                  <a:pt x="9871" y="17856"/>
                </a:lnTo>
                <a:lnTo>
                  <a:pt x="7489" y="16249"/>
                </a:lnTo>
                <a:lnTo>
                  <a:pt x="4258" y="14071"/>
                </a:lnTo>
                <a:lnTo>
                  <a:pt x="0" y="11200"/>
                </a:lnTo>
                <a:lnTo>
                  <a:pt x="1564" y="7836"/>
                </a:lnTo>
                <a:lnTo>
                  <a:pt x="3203" y="5189"/>
                </a:lnTo>
                <a:lnTo>
                  <a:pt x="4919" y="3182"/>
                </a:lnTo>
                <a:lnTo>
                  <a:pt x="6711" y="1742"/>
                </a:lnTo>
                <a:lnTo>
                  <a:pt x="8581" y="780"/>
                </a:lnTo>
                <a:lnTo>
                  <a:pt x="10538" y="224"/>
                </a:lnTo>
                <a:lnTo>
                  <a:pt x="12574" y="0"/>
                </a:lnTo>
                <a:lnTo>
                  <a:pt x="14697" y="21"/>
                </a:lnTo>
                <a:lnTo>
                  <a:pt x="16907" y="213"/>
                </a:lnTo>
                <a:lnTo>
                  <a:pt x="19209" y="499"/>
                </a:lnTo>
                <a:lnTo>
                  <a:pt x="21600" y="801"/>
                </a:lnTo>
                <a:close/>
              </a:path>
            </a:pathLst>
          </a:custGeom>
          <a:solidFill>
            <a:srgbClr val="D5DC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6" name="contour_12924"/>
          <p:cNvSpPr/>
          <p:nvPr/>
        </p:nvSpPr>
        <p:spPr>
          <a:xfrm>
            <a:off x="1424245" y="5917135"/>
            <a:ext cx="43728" cy="590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261"/>
                </a:moveTo>
                <a:lnTo>
                  <a:pt x="2192" y="211"/>
                </a:lnTo>
                <a:lnTo>
                  <a:pt x="4388" y="168"/>
                </a:lnTo>
                <a:lnTo>
                  <a:pt x="6581" y="131"/>
                </a:lnTo>
                <a:lnTo>
                  <a:pt x="8777" y="96"/>
                </a:lnTo>
                <a:lnTo>
                  <a:pt x="11225" y="48"/>
                </a:lnTo>
                <a:lnTo>
                  <a:pt x="13712" y="0"/>
                </a:lnTo>
                <a:lnTo>
                  <a:pt x="16247" y="192"/>
                </a:lnTo>
                <a:lnTo>
                  <a:pt x="17914" y="563"/>
                </a:lnTo>
                <a:lnTo>
                  <a:pt x="19451" y="1382"/>
                </a:lnTo>
                <a:lnTo>
                  <a:pt x="21600" y="2929"/>
                </a:lnTo>
                <a:lnTo>
                  <a:pt x="21413" y="4783"/>
                </a:lnTo>
                <a:lnTo>
                  <a:pt x="21251" y="6178"/>
                </a:lnTo>
                <a:lnTo>
                  <a:pt x="21078" y="7375"/>
                </a:lnTo>
                <a:lnTo>
                  <a:pt x="20844" y="8639"/>
                </a:lnTo>
                <a:lnTo>
                  <a:pt x="20506" y="10237"/>
                </a:lnTo>
                <a:lnTo>
                  <a:pt x="20023" y="12430"/>
                </a:lnTo>
                <a:lnTo>
                  <a:pt x="19660" y="14142"/>
                </a:lnTo>
                <a:lnTo>
                  <a:pt x="19289" y="15865"/>
                </a:lnTo>
                <a:lnTo>
                  <a:pt x="18914" y="17610"/>
                </a:lnTo>
                <a:lnTo>
                  <a:pt x="18781" y="18196"/>
                </a:lnTo>
                <a:lnTo>
                  <a:pt x="18544" y="19231"/>
                </a:lnTo>
                <a:lnTo>
                  <a:pt x="18000" y="21600"/>
                </a:lnTo>
                <a:lnTo>
                  <a:pt x="16214" y="21600"/>
                </a:lnTo>
                <a:lnTo>
                  <a:pt x="14400" y="21600"/>
                </a:lnTo>
                <a:lnTo>
                  <a:pt x="14198" y="19957"/>
                </a:lnTo>
                <a:lnTo>
                  <a:pt x="13993" y="18287"/>
                </a:lnTo>
                <a:lnTo>
                  <a:pt x="13417" y="14830"/>
                </a:lnTo>
                <a:lnTo>
                  <a:pt x="12938" y="12107"/>
                </a:lnTo>
                <a:lnTo>
                  <a:pt x="12503" y="10000"/>
                </a:lnTo>
                <a:lnTo>
                  <a:pt x="12064" y="8383"/>
                </a:lnTo>
                <a:lnTo>
                  <a:pt x="11578" y="7132"/>
                </a:lnTo>
                <a:lnTo>
                  <a:pt x="10991" y="6127"/>
                </a:lnTo>
                <a:lnTo>
                  <a:pt x="10256" y="5241"/>
                </a:lnTo>
                <a:lnTo>
                  <a:pt x="9328" y="4356"/>
                </a:lnTo>
                <a:lnTo>
                  <a:pt x="8158" y="3345"/>
                </a:lnTo>
                <a:lnTo>
                  <a:pt x="6354" y="2499"/>
                </a:lnTo>
                <a:lnTo>
                  <a:pt x="4903" y="1896"/>
                </a:lnTo>
                <a:lnTo>
                  <a:pt x="3038" y="1248"/>
                </a:lnTo>
                <a:lnTo>
                  <a:pt x="0" y="261"/>
                </a:lnTo>
                <a:close/>
              </a:path>
            </a:pathLst>
          </a:custGeom>
          <a:solidFill>
            <a:srgbClr val="C8A0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7" name="contour_12925"/>
          <p:cNvSpPr/>
          <p:nvPr/>
        </p:nvSpPr>
        <p:spPr>
          <a:xfrm>
            <a:off x="2298804" y="5923439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89"/>
                </a:moveTo>
                <a:lnTo>
                  <a:pt x="6199" y="510"/>
                </a:lnTo>
                <a:lnTo>
                  <a:pt x="8762" y="133"/>
                </a:lnTo>
                <a:lnTo>
                  <a:pt x="11308" y="0"/>
                </a:lnTo>
                <a:lnTo>
                  <a:pt x="13849" y="87"/>
                </a:lnTo>
                <a:lnTo>
                  <a:pt x="16398" y="337"/>
                </a:lnTo>
                <a:lnTo>
                  <a:pt x="18979" y="719"/>
                </a:lnTo>
                <a:lnTo>
                  <a:pt x="21600" y="1189"/>
                </a:lnTo>
                <a:lnTo>
                  <a:pt x="21247" y="4832"/>
                </a:lnTo>
                <a:lnTo>
                  <a:pt x="20884" y="7450"/>
                </a:lnTo>
                <a:lnTo>
                  <a:pt x="20336" y="9777"/>
                </a:lnTo>
                <a:lnTo>
                  <a:pt x="19433" y="12548"/>
                </a:lnTo>
                <a:lnTo>
                  <a:pt x="18000" y="16497"/>
                </a:lnTo>
                <a:lnTo>
                  <a:pt x="15790" y="17533"/>
                </a:lnTo>
                <a:lnTo>
                  <a:pt x="13576" y="18421"/>
                </a:lnTo>
                <a:lnTo>
                  <a:pt x="11351" y="19176"/>
                </a:lnTo>
                <a:lnTo>
                  <a:pt x="9119" y="19814"/>
                </a:lnTo>
                <a:lnTo>
                  <a:pt x="6869" y="20360"/>
                </a:lnTo>
                <a:lnTo>
                  <a:pt x="4601" y="20824"/>
                </a:lnTo>
                <a:lnTo>
                  <a:pt x="2315" y="21233"/>
                </a:lnTo>
                <a:lnTo>
                  <a:pt x="0" y="21600"/>
                </a:lnTo>
                <a:lnTo>
                  <a:pt x="158" y="17911"/>
                </a:lnTo>
                <a:lnTo>
                  <a:pt x="414" y="14390"/>
                </a:lnTo>
                <a:lnTo>
                  <a:pt x="828" y="10996"/>
                </a:lnTo>
                <a:lnTo>
                  <a:pt x="1454" y="7690"/>
                </a:lnTo>
                <a:lnTo>
                  <a:pt x="2358" y="4434"/>
                </a:lnTo>
                <a:lnTo>
                  <a:pt x="3600" y="1189"/>
                </a:lnTo>
                <a:close/>
              </a:path>
            </a:pathLst>
          </a:custGeom>
          <a:solidFill>
            <a:srgbClr val="514E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8" name="contour_12926"/>
          <p:cNvSpPr/>
          <p:nvPr/>
        </p:nvSpPr>
        <p:spPr>
          <a:xfrm>
            <a:off x="1103573" y="5902020"/>
            <a:ext cx="72880" cy="376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18"/>
                </a:moveTo>
                <a:lnTo>
                  <a:pt x="20401" y="2360"/>
                </a:lnTo>
                <a:lnTo>
                  <a:pt x="19226" y="3909"/>
                </a:lnTo>
                <a:lnTo>
                  <a:pt x="18062" y="5371"/>
                </a:lnTo>
                <a:lnTo>
                  <a:pt x="16887" y="6736"/>
                </a:lnTo>
                <a:lnTo>
                  <a:pt x="15686" y="7998"/>
                </a:lnTo>
                <a:lnTo>
                  <a:pt x="14440" y="9163"/>
                </a:lnTo>
                <a:lnTo>
                  <a:pt x="13133" y="10215"/>
                </a:lnTo>
                <a:lnTo>
                  <a:pt x="11746" y="11159"/>
                </a:lnTo>
                <a:lnTo>
                  <a:pt x="10161" y="12370"/>
                </a:lnTo>
                <a:lnTo>
                  <a:pt x="8811" y="13723"/>
                </a:lnTo>
                <a:lnTo>
                  <a:pt x="7625" y="15269"/>
                </a:lnTo>
                <a:lnTo>
                  <a:pt x="6530" y="17060"/>
                </a:lnTo>
                <a:lnTo>
                  <a:pt x="5452" y="19153"/>
                </a:lnTo>
                <a:lnTo>
                  <a:pt x="4320" y="21600"/>
                </a:lnTo>
                <a:lnTo>
                  <a:pt x="4320" y="18839"/>
                </a:lnTo>
                <a:lnTo>
                  <a:pt x="4320" y="16062"/>
                </a:lnTo>
                <a:lnTo>
                  <a:pt x="4320" y="13247"/>
                </a:lnTo>
                <a:lnTo>
                  <a:pt x="3037" y="11715"/>
                </a:lnTo>
                <a:lnTo>
                  <a:pt x="2160" y="10767"/>
                </a:lnTo>
                <a:lnTo>
                  <a:pt x="1283" y="10019"/>
                </a:lnTo>
                <a:lnTo>
                  <a:pt x="0" y="9071"/>
                </a:lnTo>
                <a:lnTo>
                  <a:pt x="1266" y="6966"/>
                </a:lnTo>
                <a:lnTo>
                  <a:pt x="2555" y="5200"/>
                </a:lnTo>
                <a:lnTo>
                  <a:pt x="3871" y="3742"/>
                </a:lnTo>
                <a:lnTo>
                  <a:pt x="5208" y="2573"/>
                </a:lnTo>
                <a:lnTo>
                  <a:pt x="6569" y="1658"/>
                </a:lnTo>
                <a:lnTo>
                  <a:pt x="7955" y="973"/>
                </a:lnTo>
                <a:lnTo>
                  <a:pt x="9368" y="493"/>
                </a:lnTo>
                <a:lnTo>
                  <a:pt x="10804" y="188"/>
                </a:lnTo>
                <a:lnTo>
                  <a:pt x="12267" y="33"/>
                </a:lnTo>
                <a:lnTo>
                  <a:pt x="13755" y="0"/>
                </a:lnTo>
                <a:lnTo>
                  <a:pt x="15269" y="63"/>
                </a:lnTo>
                <a:lnTo>
                  <a:pt x="16811" y="192"/>
                </a:lnTo>
                <a:lnTo>
                  <a:pt x="18379" y="363"/>
                </a:lnTo>
                <a:lnTo>
                  <a:pt x="19976" y="547"/>
                </a:lnTo>
                <a:lnTo>
                  <a:pt x="21600" y="718"/>
                </a:lnTo>
                <a:close/>
              </a:path>
            </a:pathLst>
          </a:custGeom>
          <a:solidFill>
            <a:srgbClr val="958F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29" name="contour_12927"/>
          <p:cNvSpPr/>
          <p:nvPr/>
        </p:nvSpPr>
        <p:spPr>
          <a:xfrm>
            <a:off x="3690810" y="5859545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1" y="0"/>
                </a:lnTo>
                <a:lnTo>
                  <a:pt x="5707" y="0"/>
                </a:lnTo>
                <a:lnTo>
                  <a:pt x="8575" y="0"/>
                </a:lnTo>
                <a:lnTo>
                  <a:pt x="11457" y="0"/>
                </a:lnTo>
                <a:lnTo>
                  <a:pt x="14355" y="0"/>
                </a:lnTo>
                <a:lnTo>
                  <a:pt x="17280" y="0"/>
                </a:lnTo>
                <a:lnTo>
                  <a:pt x="17755" y="2376"/>
                </a:lnTo>
                <a:lnTo>
                  <a:pt x="18230" y="4756"/>
                </a:lnTo>
                <a:lnTo>
                  <a:pt x="18706" y="7135"/>
                </a:lnTo>
                <a:lnTo>
                  <a:pt x="19185" y="9522"/>
                </a:lnTo>
                <a:lnTo>
                  <a:pt x="19665" y="11916"/>
                </a:lnTo>
                <a:lnTo>
                  <a:pt x="20144" y="14321"/>
                </a:lnTo>
                <a:lnTo>
                  <a:pt x="20628" y="16733"/>
                </a:lnTo>
                <a:lnTo>
                  <a:pt x="21112" y="19159"/>
                </a:lnTo>
                <a:lnTo>
                  <a:pt x="21600" y="21600"/>
                </a:lnTo>
                <a:lnTo>
                  <a:pt x="18645" y="21247"/>
                </a:lnTo>
                <a:lnTo>
                  <a:pt x="16494" y="20884"/>
                </a:lnTo>
                <a:lnTo>
                  <a:pt x="14524" y="20336"/>
                </a:lnTo>
                <a:lnTo>
                  <a:pt x="12113" y="19433"/>
                </a:lnTo>
                <a:lnTo>
                  <a:pt x="8640" y="18000"/>
                </a:lnTo>
                <a:lnTo>
                  <a:pt x="7279" y="15829"/>
                </a:lnTo>
                <a:lnTo>
                  <a:pt x="6026" y="13637"/>
                </a:lnTo>
                <a:lnTo>
                  <a:pt x="4864" y="11423"/>
                </a:lnTo>
                <a:lnTo>
                  <a:pt x="3784" y="9184"/>
                </a:lnTo>
                <a:lnTo>
                  <a:pt x="2773" y="6926"/>
                </a:lnTo>
                <a:lnTo>
                  <a:pt x="1810" y="4640"/>
                </a:lnTo>
                <a:lnTo>
                  <a:pt x="894" y="2333"/>
                </a:lnTo>
                <a:lnTo>
                  <a:pt x="0" y="0"/>
                </a:lnTo>
                <a:close/>
              </a:path>
            </a:pathLst>
          </a:custGeom>
          <a:solidFill>
            <a:srgbClr val="DFDA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0" name="contour_12928"/>
          <p:cNvSpPr/>
          <p:nvPr/>
        </p:nvSpPr>
        <p:spPr>
          <a:xfrm>
            <a:off x="10446779" y="5844969"/>
            <a:ext cx="36440" cy="376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184"/>
                </a:lnTo>
                <a:lnTo>
                  <a:pt x="9210" y="2368"/>
                </a:lnTo>
                <a:lnTo>
                  <a:pt x="11664" y="3556"/>
                </a:lnTo>
                <a:lnTo>
                  <a:pt x="14126" y="4748"/>
                </a:lnTo>
                <a:lnTo>
                  <a:pt x="16602" y="5949"/>
                </a:lnTo>
                <a:lnTo>
                  <a:pt x="19090" y="7154"/>
                </a:lnTo>
                <a:lnTo>
                  <a:pt x="21600" y="8367"/>
                </a:lnTo>
                <a:lnTo>
                  <a:pt x="21047" y="11480"/>
                </a:lnTo>
                <a:lnTo>
                  <a:pt x="20546" y="13689"/>
                </a:lnTo>
                <a:lnTo>
                  <a:pt x="19889" y="15597"/>
                </a:lnTo>
                <a:lnTo>
                  <a:pt x="18870" y="17805"/>
                </a:lnTo>
                <a:lnTo>
                  <a:pt x="17280" y="20918"/>
                </a:lnTo>
                <a:lnTo>
                  <a:pt x="14321" y="21387"/>
                </a:lnTo>
                <a:lnTo>
                  <a:pt x="11487" y="21596"/>
                </a:lnTo>
                <a:lnTo>
                  <a:pt x="8713" y="21600"/>
                </a:lnTo>
                <a:lnTo>
                  <a:pt x="5923" y="21454"/>
                </a:lnTo>
                <a:lnTo>
                  <a:pt x="3041" y="21207"/>
                </a:lnTo>
                <a:lnTo>
                  <a:pt x="0" y="20918"/>
                </a:lnTo>
                <a:lnTo>
                  <a:pt x="536" y="18328"/>
                </a:lnTo>
                <a:lnTo>
                  <a:pt x="1071" y="15739"/>
                </a:lnTo>
                <a:lnTo>
                  <a:pt x="1607" y="13141"/>
                </a:lnTo>
                <a:lnTo>
                  <a:pt x="2143" y="10539"/>
                </a:lnTo>
                <a:lnTo>
                  <a:pt x="2683" y="7924"/>
                </a:lnTo>
                <a:lnTo>
                  <a:pt x="3227" y="5296"/>
                </a:lnTo>
                <a:lnTo>
                  <a:pt x="3771" y="2657"/>
                </a:lnTo>
                <a:lnTo>
                  <a:pt x="4320" y="0"/>
                </a:lnTo>
                <a:close/>
              </a:path>
            </a:pathLst>
          </a:custGeom>
          <a:solidFill>
            <a:srgbClr val="DFC6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1" name="contour_12929"/>
          <p:cNvSpPr/>
          <p:nvPr/>
        </p:nvSpPr>
        <p:spPr>
          <a:xfrm>
            <a:off x="7873418" y="5844969"/>
            <a:ext cx="3856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2" y="0"/>
                </a:moveTo>
                <a:lnTo>
                  <a:pt x="3090" y="0"/>
                </a:lnTo>
                <a:lnTo>
                  <a:pt x="5805" y="0"/>
                </a:lnTo>
                <a:lnTo>
                  <a:pt x="8557" y="0"/>
                </a:lnTo>
                <a:lnTo>
                  <a:pt x="8557" y="2138"/>
                </a:lnTo>
                <a:lnTo>
                  <a:pt x="8557" y="4284"/>
                </a:lnTo>
                <a:lnTo>
                  <a:pt x="8557" y="6437"/>
                </a:lnTo>
                <a:lnTo>
                  <a:pt x="8557" y="8608"/>
                </a:lnTo>
                <a:lnTo>
                  <a:pt x="8557" y="10800"/>
                </a:lnTo>
                <a:lnTo>
                  <a:pt x="11255" y="10800"/>
                </a:lnTo>
                <a:lnTo>
                  <a:pt x="13970" y="10800"/>
                </a:lnTo>
                <a:lnTo>
                  <a:pt x="16722" y="10800"/>
                </a:lnTo>
                <a:lnTo>
                  <a:pt x="18220" y="8662"/>
                </a:lnTo>
                <a:lnTo>
                  <a:pt x="19146" y="7200"/>
                </a:lnTo>
                <a:lnTo>
                  <a:pt x="19877" y="5738"/>
                </a:lnTo>
                <a:lnTo>
                  <a:pt x="20804" y="3600"/>
                </a:lnTo>
                <a:lnTo>
                  <a:pt x="21245" y="7700"/>
                </a:lnTo>
                <a:lnTo>
                  <a:pt x="21510" y="10584"/>
                </a:lnTo>
                <a:lnTo>
                  <a:pt x="21600" y="12658"/>
                </a:lnTo>
                <a:lnTo>
                  <a:pt x="21510" y="14317"/>
                </a:lnTo>
                <a:lnTo>
                  <a:pt x="21245" y="15966"/>
                </a:lnTo>
                <a:lnTo>
                  <a:pt x="20804" y="18000"/>
                </a:lnTo>
                <a:lnTo>
                  <a:pt x="18012" y="19541"/>
                </a:lnTo>
                <a:lnTo>
                  <a:pt x="15979" y="20498"/>
                </a:lnTo>
                <a:lnTo>
                  <a:pt x="14117" y="21046"/>
                </a:lnTo>
                <a:lnTo>
                  <a:pt x="11839" y="21355"/>
                </a:lnTo>
                <a:lnTo>
                  <a:pt x="8557" y="21600"/>
                </a:lnTo>
                <a:lnTo>
                  <a:pt x="5703" y="20095"/>
                </a:lnTo>
                <a:lnTo>
                  <a:pt x="3899" y="18842"/>
                </a:lnTo>
                <a:lnTo>
                  <a:pt x="2384" y="17168"/>
                </a:lnTo>
                <a:lnTo>
                  <a:pt x="392" y="14400"/>
                </a:lnTo>
                <a:lnTo>
                  <a:pt x="135" y="11959"/>
                </a:lnTo>
                <a:lnTo>
                  <a:pt x="12" y="9576"/>
                </a:lnTo>
                <a:lnTo>
                  <a:pt x="0" y="7225"/>
                </a:lnTo>
                <a:lnTo>
                  <a:pt x="73" y="4867"/>
                </a:lnTo>
                <a:lnTo>
                  <a:pt x="212" y="2470"/>
                </a:lnTo>
                <a:lnTo>
                  <a:pt x="392" y="0"/>
                </a:lnTo>
                <a:close/>
              </a:path>
            </a:pathLst>
          </a:custGeom>
          <a:solidFill>
            <a:srgbClr val="967F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2" name="contour_12930"/>
          <p:cNvSpPr/>
          <p:nvPr/>
        </p:nvSpPr>
        <p:spPr>
          <a:xfrm>
            <a:off x="4091650" y="5843599"/>
            <a:ext cx="72880" cy="23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1274"/>
                </a:moveTo>
                <a:lnTo>
                  <a:pt x="3678" y="129"/>
                </a:lnTo>
                <a:lnTo>
                  <a:pt x="4836" y="0"/>
                </a:lnTo>
                <a:lnTo>
                  <a:pt x="6623" y="772"/>
                </a:lnTo>
                <a:lnTo>
                  <a:pt x="7932" y="1328"/>
                </a:lnTo>
                <a:lnTo>
                  <a:pt x="9260" y="1897"/>
                </a:lnTo>
                <a:lnTo>
                  <a:pt x="9947" y="2263"/>
                </a:lnTo>
                <a:lnTo>
                  <a:pt x="12014" y="3388"/>
                </a:lnTo>
                <a:lnTo>
                  <a:pt x="12707" y="3706"/>
                </a:lnTo>
                <a:lnTo>
                  <a:pt x="14796" y="4648"/>
                </a:lnTo>
                <a:lnTo>
                  <a:pt x="16159" y="5285"/>
                </a:lnTo>
                <a:lnTo>
                  <a:pt x="17520" y="5956"/>
                </a:lnTo>
                <a:lnTo>
                  <a:pt x="18881" y="6640"/>
                </a:lnTo>
                <a:lnTo>
                  <a:pt x="20241" y="7338"/>
                </a:lnTo>
                <a:lnTo>
                  <a:pt x="21600" y="8049"/>
                </a:lnTo>
                <a:lnTo>
                  <a:pt x="21600" y="11410"/>
                </a:lnTo>
                <a:lnTo>
                  <a:pt x="21600" y="14825"/>
                </a:lnTo>
                <a:lnTo>
                  <a:pt x="20174" y="15272"/>
                </a:lnTo>
                <a:lnTo>
                  <a:pt x="18749" y="15719"/>
                </a:lnTo>
                <a:lnTo>
                  <a:pt x="17321" y="16166"/>
                </a:lnTo>
                <a:lnTo>
                  <a:pt x="15893" y="16613"/>
                </a:lnTo>
                <a:lnTo>
                  <a:pt x="14463" y="17060"/>
                </a:lnTo>
                <a:lnTo>
                  <a:pt x="13033" y="17514"/>
                </a:lnTo>
                <a:lnTo>
                  <a:pt x="11599" y="17962"/>
                </a:lnTo>
                <a:lnTo>
                  <a:pt x="10163" y="18416"/>
                </a:lnTo>
                <a:lnTo>
                  <a:pt x="8722" y="18863"/>
                </a:lnTo>
                <a:lnTo>
                  <a:pt x="7279" y="19317"/>
                </a:lnTo>
                <a:lnTo>
                  <a:pt x="5834" y="19771"/>
                </a:lnTo>
                <a:lnTo>
                  <a:pt x="4383" y="20225"/>
                </a:lnTo>
                <a:lnTo>
                  <a:pt x="2927" y="20685"/>
                </a:lnTo>
                <a:lnTo>
                  <a:pt x="1467" y="21139"/>
                </a:lnTo>
                <a:lnTo>
                  <a:pt x="0" y="21600"/>
                </a:lnTo>
                <a:lnTo>
                  <a:pt x="428" y="17575"/>
                </a:lnTo>
                <a:lnTo>
                  <a:pt x="858" y="13537"/>
                </a:lnTo>
                <a:lnTo>
                  <a:pt x="1287" y="9486"/>
                </a:lnTo>
                <a:lnTo>
                  <a:pt x="1722" y="5400"/>
                </a:lnTo>
                <a:lnTo>
                  <a:pt x="2160" y="1274"/>
                </a:lnTo>
                <a:close/>
              </a:path>
            </a:pathLst>
          </a:custGeom>
          <a:solidFill>
            <a:srgbClr val="2E29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3" name="contour_12931"/>
          <p:cNvSpPr/>
          <p:nvPr/>
        </p:nvSpPr>
        <p:spPr>
          <a:xfrm>
            <a:off x="7947005" y="5822653"/>
            <a:ext cx="43728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20" y="0"/>
                </a:moveTo>
                <a:lnTo>
                  <a:pt x="18130" y="85"/>
                </a:lnTo>
                <a:lnTo>
                  <a:pt x="19854" y="175"/>
                </a:lnTo>
                <a:lnTo>
                  <a:pt x="21600" y="265"/>
                </a:lnTo>
                <a:lnTo>
                  <a:pt x="21600" y="3081"/>
                </a:lnTo>
                <a:lnTo>
                  <a:pt x="21600" y="5923"/>
                </a:lnTo>
                <a:lnTo>
                  <a:pt x="21600" y="8799"/>
                </a:lnTo>
                <a:lnTo>
                  <a:pt x="19217" y="8799"/>
                </a:lnTo>
                <a:lnTo>
                  <a:pt x="16823" y="8799"/>
                </a:lnTo>
                <a:lnTo>
                  <a:pt x="14400" y="8799"/>
                </a:lnTo>
                <a:lnTo>
                  <a:pt x="14400" y="11333"/>
                </a:lnTo>
                <a:lnTo>
                  <a:pt x="14400" y="13877"/>
                </a:lnTo>
                <a:lnTo>
                  <a:pt x="14400" y="16433"/>
                </a:lnTo>
                <a:lnTo>
                  <a:pt x="14400" y="19001"/>
                </a:lnTo>
                <a:lnTo>
                  <a:pt x="14400" y="21600"/>
                </a:lnTo>
                <a:lnTo>
                  <a:pt x="12020" y="21600"/>
                </a:lnTo>
                <a:lnTo>
                  <a:pt x="9641" y="21600"/>
                </a:lnTo>
                <a:lnTo>
                  <a:pt x="7250" y="21600"/>
                </a:lnTo>
                <a:lnTo>
                  <a:pt x="4849" y="21600"/>
                </a:lnTo>
                <a:lnTo>
                  <a:pt x="2434" y="21600"/>
                </a:lnTo>
                <a:lnTo>
                  <a:pt x="0" y="21600"/>
                </a:lnTo>
                <a:lnTo>
                  <a:pt x="835" y="19530"/>
                </a:lnTo>
                <a:lnTo>
                  <a:pt x="1678" y="17461"/>
                </a:lnTo>
                <a:lnTo>
                  <a:pt x="2524" y="15396"/>
                </a:lnTo>
                <a:lnTo>
                  <a:pt x="3373" y="13330"/>
                </a:lnTo>
                <a:lnTo>
                  <a:pt x="4313" y="11026"/>
                </a:lnTo>
                <a:lnTo>
                  <a:pt x="5270" y="8679"/>
                </a:lnTo>
                <a:lnTo>
                  <a:pt x="6732" y="5679"/>
                </a:lnTo>
                <a:lnTo>
                  <a:pt x="8071" y="3452"/>
                </a:lnTo>
                <a:lnTo>
                  <a:pt x="9504" y="1886"/>
                </a:lnTo>
                <a:lnTo>
                  <a:pt x="11236" y="866"/>
                </a:lnTo>
                <a:lnTo>
                  <a:pt x="13471" y="277"/>
                </a:lnTo>
                <a:lnTo>
                  <a:pt x="16420" y="0"/>
                </a:lnTo>
                <a:close/>
              </a:path>
            </a:pathLst>
          </a:custGeom>
          <a:solidFill>
            <a:srgbClr val="D3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4" name="contour_12932"/>
          <p:cNvSpPr/>
          <p:nvPr/>
        </p:nvSpPr>
        <p:spPr>
          <a:xfrm>
            <a:off x="4814094" y="5821968"/>
            <a:ext cx="35507" cy="44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66" y="547"/>
                </a:moveTo>
                <a:lnTo>
                  <a:pt x="6907" y="175"/>
                </a:lnTo>
                <a:lnTo>
                  <a:pt x="9816" y="7"/>
                </a:lnTo>
                <a:lnTo>
                  <a:pt x="12662" y="0"/>
                </a:lnTo>
                <a:lnTo>
                  <a:pt x="15522" y="112"/>
                </a:lnTo>
                <a:lnTo>
                  <a:pt x="18474" y="309"/>
                </a:lnTo>
                <a:lnTo>
                  <a:pt x="21600" y="547"/>
                </a:lnTo>
                <a:lnTo>
                  <a:pt x="21077" y="2891"/>
                </a:lnTo>
                <a:lnTo>
                  <a:pt x="20523" y="5232"/>
                </a:lnTo>
                <a:lnTo>
                  <a:pt x="19937" y="7565"/>
                </a:lnTo>
                <a:lnTo>
                  <a:pt x="19472" y="9523"/>
                </a:lnTo>
                <a:lnTo>
                  <a:pt x="19002" y="11512"/>
                </a:lnTo>
                <a:lnTo>
                  <a:pt x="18089" y="13035"/>
                </a:lnTo>
                <a:lnTo>
                  <a:pt x="17167" y="14582"/>
                </a:lnTo>
                <a:lnTo>
                  <a:pt x="14236" y="14582"/>
                </a:lnTo>
                <a:lnTo>
                  <a:pt x="11288" y="14582"/>
                </a:lnTo>
                <a:lnTo>
                  <a:pt x="8300" y="14582"/>
                </a:lnTo>
                <a:lnTo>
                  <a:pt x="6672" y="16667"/>
                </a:lnTo>
                <a:lnTo>
                  <a:pt x="5666" y="18091"/>
                </a:lnTo>
                <a:lnTo>
                  <a:pt x="4872" y="19516"/>
                </a:lnTo>
                <a:lnTo>
                  <a:pt x="3866" y="21600"/>
                </a:lnTo>
                <a:lnTo>
                  <a:pt x="2589" y="19133"/>
                </a:lnTo>
                <a:lnTo>
                  <a:pt x="1561" y="16853"/>
                </a:lnTo>
                <a:lnTo>
                  <a:pt x="785" y="14667"/>
                </a:lnTo>
                <a:lnTo>
                  <a:pt x="266" y="12488"/>
                </a:lnTo>
                <a:lnTo>
                  <a:pt x="4" y="10235"/>
                </a:lnTo>
                <a:lnTo>
                  <a:pt x="0" y="7818"/>
                </a:lnTo>
                <a:lnTo>
                  <a:pt x="266" y="5151"/>
                </a:lnTo>
                <a:lnTo>
                  <a:pt x="1454" y="3632"/>
                </a:lnTo>
                <a:lnTo>
                  <a:pt x="2651" y="2098"/>
                </a:lnTo>
                <a:lnTo>
                  <a:pt x="3866" y="547"/>
                </a:lnTo>
                <a:close/>
              </a:path>
            </a:pathLst>
          </a:custGeom>
          <a:solidFill>
            <a:srgbClr val="B4B4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5" name="contour_12933"/>
          <p:cNvSpPr/>
          <p:nvPr/>
        </p:nvSpPr>
        <p:spPr>
          <a:xfrm>
            <a:off x="7538870" y="5806889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3853"/>
                </a:lnTo>
                <a:lnTo>
                  <a:pt x="21600" y="6780"/>
                </a:lnTo>
                <a:lnTo>
                  <a:pt x="21600" y="9715"/>
                </a:lnTo>
                <a:lnTo>
                  <a:pt x="21600" y="12662"/>
                </a:lnTo>
                <a:lnTo>
                  <a:pt x="21600" y="15622"/>
                </a:lnTo>
                <a:lnTo>
                  <a:pt x="21600" y="1859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E1C7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6" name="contour_12934"/>
          <p:cNvSpPr/>
          <p:nvPr/>
        </p:nvSpPr>
        <p:spPr>
          <a:xfrm>
            <a:off x="8085469" y="581581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677"/>
                </a:lnTo>
                <a:lnTo>
                  <a:pt x="14135" y="1202"/>
                </a:lnTo>
                <a:lnTo>
                  <a:pt x="16105" y="1750"/>
                </a:lnTo>
                <a:lnTo>
                  <a:pt x="18386" y="2491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2960" y="12938"/>
                </a:lnTo>
                <a:lnTo>
                  <a:pt x="12960" y="15084"/>
                </a:lnTo>
                <a:lnTo>
                  <a:pt x="12960" y="17237"/>
                </a:lnTo>
                <a:lnTo>
                  <a:pt x="12960" y="19408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1292" y="16999"/>
                </a:lnTo>
                <a:lnTo>
                  <a:pt x="2333" y="13363"/>
                </a:lnTo>
                <a:lnTo>
                  <a:pt x="3201" y="10512"/>
                </a:lnTo>
                <a:lnTo>
                  <a:pt x="3957" y="8273"/>
                </a:lnTo>
                <a:lnTo>
                  <a:pt x="4683" y="6466"/>
                </a:lnTo>
                <a:lnTo>
                  <a:pt x="5439" y="4914"/>
                </a:lnTo>
                <a:lnTo>
                  <a:pt x="6307" y="3438"/>
                </a:lnTo>
                <a:lnTo>
                  <a:pt x="7348" y="1858"/>
                </a:lnTo>
                <a:lnTo>
                  <a:pt x="8640" y="0"/>
                </a:lnTo>
                <a:close/>
              </a:path>
            </a:pathLst>
          </a:custGeom>
          <a:solidFill>
            <a:srgbClr val="2C2D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7" name="contour_12935"/>
          <p:cNvSpPr/>
          <p:nvPr/>
        </p:nvSpPr>
        <p:spPr>
          <a:xfrm>
            <a:off x="2102028" y="578666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786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20513" y="21446"/>
                </a:lnTo>
                <a:lnTo>
                  <a:pt x="19516" y="21301"/>
                </a:lnTo>
                <a:lnTo>
                  <a:pt x="18425" y="21146"/>
                </a:lnTo>
                <a:lnTo>
                  <a:pt x="17064" y="20952"/>
                </a:lnTo>
                <a:lnTo>
                  <a:pt x="15257" y="20693"/>
                </a:lnTo>
                <a:lnTo>
                  <a:pt x="12823" y="20347"/>
                </a:lnTo>
                <a:lnTo>
                  <a:pt x="9590" y="19884"/>
                </a:lnTo>
                <a:lnTo>
                  <a:pt x="5375" y="19283"/>
                </a:lnTo>
                <a:lnTo>
                  <a:pt x="0" y="18514"/>
                </a:lnTo>
                <a:lnTo>
                  <a:pt x="893" y="16987"/>
                </a:lnTo>
                <a:lnTo>
                  <a:pt x="1786" y="15453"/>
                </a:lnTo>
                <a:lnTo>
                  <a:pt x="2689" y="13907"/>
                </a:lnTo>
                <a:lnTo>
                  <a:pt x="3600" y="12343"/>
                </a:lnTo>
                <a:lnTo>
                  <a:pt x="6210" y="11926"/>
                </a:lnTo>
                <a:lnTo>
                  <a:pt x="8136" y="11828"/>
                </a:lnTo>
                <a:lnTo>
                  <a:pt x="11023" y="11957"/>
                </a:lnTo>
                <a:lnTo>
                  <a:pt x="13327" y="12084"/>
                </a:lnTo>
                <a:lnTo>
                  <a:pt x="15649" y="12213"/>
                </a:lnTo>
                <a:lnTo>
                  <a:pt x="18000" y="12343"/>
                </a:lnTo>
                <a:lnTo>
                  <a:pt x="18000" y="10306"/>
                </a:lnTo>
                <a:lnTo>
                  <a:pt x="18000" y="8267"/>
                </a:lnTo>
                <a:lnTo>
                  <a:pt x="18000" y="6218"/>
                </a:lnTo>
                <a:lnTo>
                  <a:pt x="18000" y="4160"/>
                </a:lnTo>
                <a:lnTo>
                  <a:pt x="18000" y="2089"/>
                </a:lnTo>
                <a:lnTo>
                  <a:pt x="18000" y="0"/>
                </a:lnTo>
                <a:close/>
              </a:path>
            </a:pathLst>
          </a:custGeom>
          <a:solidFill>
            <a:srgbClr val="A5A6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8" name="contour_12936"/>
          <p:cNvSpPr/>
          <p:nvPr/>
        </p:nvSpPr>
        <p:spPr>
          <a:xfrm>
            <a:off x="1285773" y="579395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09" y="2354"/>
                </a:lnTo>
                <a:lnTo>
                  <a:pt x="19850" y="4093"/>
                </a:lnTo>
                <a:lnTo>
                  <a:pt x="20398" y="5735"/>
                </a:lnTo>
                <a:lnTo>
                  <a:pt x="20923" y="7798"/>
                </a:lnTo>
                <a:lnTo>
                  <a:pt x="21600" y="10800"/>
                </a:lnTo>
                <a:lnTo>
                  <a:pt x="20534" y="13475"/>
                </a:lnTo>
                <a:lnTo>
                  <a:pt x="19681" y="15401"/>
                </a:lnTo>
                <a:lnTo>
                  <a:pt x="18842" y="16877"/>
                </a:lnTo>
                <a:lnTo>
                  <a:pt x="17816" y="18202"/>
                </a:lnTo>
                <a:lnTo>
                  <a:pt x="16402" y="19674"/>
                </a:lnTo>
                <a:lnTo>
                  <a:pt x="14400" y="21600"/>
                </a:lnTo>
                <a:lnTo>
                  <a:pt x="11812" y="21402"/>
                </a:lnTo>
                <a:lnTo>
                  <a:pt x="9410" y="21006"/>
                </a:lnTo>
                <a:lnTo>
                  <a:pt x="7114" y="20444"/>
                </a:lnTo>
                <a:lnTo>
                  <a:pt x="4835" y="19739"/>
                </a:lnTo>
                <a:lnTo>
                  <a:pt x="2491" y="18914"/>
                </a:lnTo>
                <a:lnTo>
                  <a:pt x="0" y="18000"/>
                </a:lnTo>
                <a:lnTo>
                  <a:pt x="2138" y="17287"/>
                </a:lnTo>
                <a:lnTo>
                  <a:pt x="4284" y="16571"/>
                </a:lnTo>
                <a:lnTo>
                  <a:pt x="6437" y="15854"/>
                </a:lnTo>
                <a:lnTo>
                  <a:pt x="8608" y="15131"/>
                </a:lnTo>
                <a:lnTo>
                  <a:pt x="10800" y="14400"/>
                </a:lnTo>
                <a:lnTo>
                  <a:pt x="10087" y="12262"/>
                </a:lnTo>
                <a:lnTo>
                  <a:pt x="9371" y="10116"/>
                </a:lnTo>
                <a:lnTo>
                  <a:pt x="8654" y="7963"/>
                </a:lnTo>
                <a:lnTo>
                  <a:pt x="7931" y="5792"/>
                </a:lnTo>
                <a:lnTo>
                  <a:pt x="7200" y="3600"/>
                </a:lnTo>
                <a:lnTo>
                  <a:pt x="9338" y="2887"/>
                </a:lnTo>
                <a:lnTo>
                  <a:pt x="11484" y="2171"/>
                </a:lnTo>
                <a:lnTo>
                  <a:pt x="13637" y="1454"/>
                </a:lnTo>
                <a:lnTo>
                  <a:pt x="15808" y="731"/>
                </a:lnTo>
                <a:lnTo>
                  <a:pt x="18000" y="0"/>
                </a:lnTo>
                <a:close/>
              </a:path>
            </a:pathLst>
          </a:custGeom>
          <a:solidFill>
            <a:srgbClr val="5D5E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39" name="contour_12937"/>
          <p:cNvSpPr/>
          <p:nvPr/>
        </p:nvSpPr>
        <p:spPr>
          <a:xfrm>
            <a:off x="819342" y="5815285"/>
            <a:ext cx="58304" cy="29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58"/>
                </a:moveTo>
                <a:lnTo>
                  <a:pt x="15296" y="106"/>
                </a:lnTo>
                <a:lnTo>
                  <a:pt x="16762" y="154"/>
                </a:lnTo>
                <a:lnTo>
                  <a:pt x="18247" y="202"/>
                </a:lnTo>
                <a:lnTo>
                  <a:pt x="19081" y="244"/>
                </a:lnTo>
                <a:lnTo>
                  <a:pt x="21600" y="387"/>
                </a:lnTo>
                <a:lnTo>
                  <a:pt x="20263" y="3012"/>
                </a:lnTo>
                <a:lnTo>
                  <a:pt x="18924" y="5643"/>
                </a:lnTo>
                <a:lnTo>
                  <a:pt x="17585" y="8273"/>
                </a:lnTo>
                <a:lnTo>
                  <a:pt x="16241" y="10914"/>
                </a:lnTo>
                <a:lnTo>
                  <a:pt x="14891" y="13566"/>
                </a:lnTo>
                <a:lnTo>
                  <a:pt x="13535" y="16228"/>
                </a:lnTo>
                <a:lnTo>
                  <a:pt x="12172" y="18901"/>
                </a:lnTo>
                <a:lnTo>
                  <a:pt x="10800" y="21600"/>
                </a:lnTo>
                <a:lnTo>
                  <a:pt x="9272" y="19346"/>
                </a:lnTo>
                <a:lnTo>
                  <a:pt x="7744" y="17092"/>
                </a:lnTo>
                <a:lnTo>
                  <a:pt x="6210" y="14833"/>
                </a:lnTo>
                <a:lnTo>
                  <a:pt x="4671" y="12569"/>
                </a:lnTo>
                <a:lnTo>
                  <a:pt x="3124" y="10288"/>
                </a:lnTo>
                <a:lnTo>
                  <a:pt x="1569" y="7997"/>
                </a:lnTo>
                <a:lnTo>
                  <a:pt x="0" y="5690"/>
                </a:lnTo>
                <a:lnTo>
                  <a:pt x="1939" y="3871"/>
                </a:lnTo>
                <a:lnTo>
                  <a:pt x="3656" y="2477"/>
                </a:lnTo>
                <a:lnTo>
                  <a:pt x="5230" y="1448"/>
                </a:lnTo>
                <a:lnTo>
                  <a:pt x="6745" y="737"/>
                </a:lnTo>
                <a:lnTo>
                  <a:pt x="8281" y="292"/>
                </a:lnTo>
                <a:lnTo>
                  <a:pt x="9922" y="64"/>
                </a:lnTo>
                <a:lnTo>
                  <a:pt x="11745" y="0"/>
                </a:lnTo>
                <a:lnTo>
                  <a:pt x="13838" y="58"/>
                </a:lnTo>
                <a:close/>
              </a:path>
            </a:pathLst>
          </a:custGeom>
          <a:solidFill>
            <a:srgbClr val="332F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0" name="contour_12938"/>
          <p:cNvSpPr/>
          <p:nvPr/>
        </p:nvSpPr>
        <p:spPr>
          <a:xfrm>
            <a:off x="4135378" y="5793494"/>
            <a:ext cx="58304" cy="296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335"/>
                </a:moveTo>
                <a:lnTo>
                  <a:pt x="16089" y="2860"/>
                </a:lnTo>
                <a:lnTo>
                  <a:pt x="15976" y="5401"/>
                </a:lnTo>
                <a:lnTo>
                  <a:pt x="15862" y="7980"/>
                </a:lnTo>
                <a:lnTo>
                  <a:pt x="15914" y="9197"/>
                </a:lnTo>
                <a:lnTo>
                  <a:pt x="16000" y="11350"/>
                </a:lnTo>
                <a:lnTo>
                  <a:pt x="16200" y="16284"/>
                </a:lnTo>
                <a:lnTo>
                  <a:pt x="17815" y="18155"/>
                </a:lnTo>
                <a:lnTo>
                  <a:pt x="18916" y="19330"/>
                </a:lnTo>
                <a:lnTo>
                  <a:pt x="20010" y="20313"/>
                </a:lnTo>
                <a:lnTo>
                  <a:pt x="21600" y="21600"/>
                </a:lnTo>
                <a:lnTo>
                  <a:pt x="20045" y="21228"/>
                </a:lnTo>
                <a:lnTo>
                  <a:pt x="18492" y="20840"/>
                </a:lnTo>
                <a:lnTo>
                  <a:pt x="16940" y="20436"/>
                </a:lnTo>
                <a:lnTo>
                  <a:pt x="15387" y="20026"/>
                </a:lnTo>
                <a:lnTo>
                  <a:pt x="13838" y="19606"/>
                </a:lnTo>
                <a:lnTo>
                  <a:pt x="12396" y="19234"/>
                </a:lnTo>
                <a:lnTo>
                  <a:pt x="10943" y="18862"/>
                </a:lnTo>
                <a:lnTo>
                  <a:pt x="9472" y="18485"/>
                </a:lnTo>
                <a:lnTo>
                  <a:pt x="7379" y="17161"/>
                </a:lnTo>
                <a:lnTo>
                  <a:pt x="5640" y="15630"/>
                </a:lnTo>
                <a:lnTo>
                  <a:pt x="4142" y="13806"/>
                </a:lnTo>
                <a:lnTo>
                  <a:pt x="2778" y="11589"/>
                </a:lnTo>
                <a:lnTo>
                  <a:pt x="1434" y="8905"/>
                </a:lnTo>
                <a:lnTo>
                  <a:pt x="0" y="5651"/>
                </a:lnTo>
                <a:lnTo>
                  <a:pt x="1741" y="3636"/>
                </a:lnTo>
                <a:lnTo>
                  <a:pt x="3464" y="2148"/>
                </a:lnTo>
                <a:lnTo>
                  <a:pt x="5181" y="1111"/>
                </a:lnTo>
                <a:lnTo>
                  <a:pt x="6912" y="457"/>
                </a:lnTo>
                <a:lnTo>
                  <a:pt x="8664" y="112"/>
                </a:lnTo>
                <a:lnTo>
                  <a:pt x="10454" y="0"/>
                </a:lnTo>
                <a:lnTo>
                  <a:pt x="12298" y="48"/>
                </a:lnTo>
                <a:lnTo>
                  <a:pt x="14207" y="186"/>
                </a:lnTo>
                <a:lnTo>
                  <a:pt x="16200" y="335"/>
                </a:lnTo>
                <a:close/>
              </a:path>
            </a:pathLst>
          </a:custGeom>
          <a:solidFill>
            <a:srgbClr val="D1D6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1" name="contour_12939"/>
          <p:cNvSpPr/>
          <p:nvPr/>
        </p:nvSpPr>
        <p:spPr>
          <a:xfrm>
            <a:off x="2218636" y="5786665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1435"/>
                </a:lnTo>
                <a:lnTo>
                  <a:pt x="10260" y="2894"/>
                </a:lnTo>
                <a:lnTo>
                  <a:pt x="11647" y="4517"/>
                </a:lnTo>
                <a:lnTo>
                  <a:pt x="12930" y="5662"/>
                </a:lnTo>
                <a:lnTo>
                  <a:pt x="14653" y="6628"/>
                </a:lnTo>
                <a:lnTo>
                  <a:pt x="17362" y="7727"/>
                </a:lnTo>
                <a:lnTo>
                  <a:pt x="21600" y="9257"/>
                </a:lnTo>
                <a:lnTo>
                  <a:pt x="20377" y="11004"/>
                </a:lnTo>
                <a:lnTo>
                  <a:pt x="19155" y="12750"/>
                </a:lnTo>
                <a:lnTo>
                  <a:pt x="17928" y="14503"/>
                </a:lnTo>
                <a:lnTo>
                  <a:pt x="16697" y="16262"/>
                </a:lnTo>
                <a:lnTo>
                  <a:pt x="15457" y="18030"/>
                </a:lnTo>
                <a:lnTo>
                  <a:pt x="14213" y="19807"/>
                </a:lnTo>
                <a:lnTo>
                  <a:pt x="12960" y="21600"/>
                </a:lnTo>
                <a:lnTo>
                  <a:pt x="8778" y="19292"/>
                </a:lnTo>
                <a:lnTo>
                  <a:pt x="5884" y="17632"/>
                </a:lnTo>
                <a:lnTo>
                  <a:pt x="3923" y="16364"/>
                </a:lnTo>
                <a:lnTo>
                  <a:pt x="2523" y="15231"/>
                </a:lnTo>
                <a:lnTo>
                  <a:pt x="1339" y="13978"/>
                </a:lnTo>
                <a:lnTo>
                  <a:pt x="0" y="12343"/>
                </a:lnTo>
                <a:lnTo>
                  <a:pt x="747" y="10371"/>
                </a:lnTo>
                <a:lnTo>
                  <a:pt x="1685" y="8510"/>
                </a:lnTo>
                <a:lnTo>
                  <a:pt x="2804" y="6736"/>
                </a:lnTo>
                <a:lnTo>
                  <a:pt x="4074" y="5020"/>
                </a:lnTo>
                <a:lnTo>
                  <a:pt x="5482" y="3345"/>
                </a:lnTo>
                <a:lnTo>
                  <a:pt x="7011" y="1679"/>
                </a:lnTo>
                <a:lnTo>
                  <a:pt x="8640" y="0"/>
                </a:lnTo>
                <a:close/>
              </a:path>
            </a:pathLst>
          </a:custGeom>
          <a:solidFill>
            <a:srgbClr val="3E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2" name="contour_12940"/>
          <p:cNvSpPr/>
          <p:nvPr/>
        </p:nvSpPr>
        <p:spPr>
          <a:xfrm>
            <a:off x="4572657" y="5794376"/>
            <a:ext cx="65592" cy="43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00" y="698"/>
                </a:moveTo>
                <a:lnTo>
                  <a:pt x="11131" y="2356"/>
                </a:lnTo>
                <a:lnTo>
                  <a:pt x="11868" y="3737"/>
                </a:lnTo>
                <a:lnTo>
                  <a:pt x="12410" y="5587"/>
                </a:lnTo>
                <a:lnTo>
                  <a:pt x="13049" y="8652"/>
                </a:lnTo>
                <a:lnTo>
                  <a:pt x="13738" y="11160"/>
                </a:lnTo>
                <a:lnTo>
                  <a:pt x="14503" y="13239"/>
                </a:lnTo>
                <a:lnTo>
                  <a:pt x="15365" y="14980"/>
                </a:lnTo>
                <a:lnTo>
                  <a:pt x="16334" y="16467"/>
                </a:lnTo>
                <a:lnTo>
                  <a:pt x="17426" y="17787"/>
                </a:lnTo>
                <a:lnTo>
                  <a:pt x="18658" y="19023"/>
                </a:lnTo>
                <a:lnTo>
                  <a:pt x="20045" y="20266"/>
                </a:lnTo>
                <a:lnTo>
                  <a:pt x="21600" y="21600"/>
                </a:lnTo>
                <a:lnTo>
                  <a:pt x="20098" y="21284"/>
                </a:lnTo>
                <a:lnTo>
                  <a:pt x="18598" y="20946"/>
                </a:lnTo>
                <a:lnTo>
                  <a:pt x="17098" y="20597"/>
                </a:lnTo>
                <a:lnTo>
                  <a:pt x="15600" y="20237"/>
                </a:lnTo>
                <a:lnTo>
                  <a:pt x="13925" y="19855"/>
                </a:lnTo>
                <a:lnTo>
                  <a:pt x="12226" y="19470"/>
                </a:lnTo>
                <a:lnTo>
                  <a:pt x="10922" y="18721"/>
                </a:lnTo>
                <a:lnTo>
                  <a:pt x="9600" y="17965"/>
                </a:lnTo>
                <a:lnTo>
                  <a:pt x="9600" y="15562"/>
                </a:lnTo>
                <a:lnTo>
                  <a:pt x="9600" y="13145"/>
                </a:lnTo>
                <a:lnTo>
                  <a:pt x="9600" y="10695"/>
                </a:lnTo>
                <a:lnTo>
                  <a:pt x="8174" y="11414"/>
                </a:lnTo>
                <a:lnTo>
                  <a:pt x="6744" y="12138"/>
                </a:lnTo>
                <a:lnTo>
                  <a:pt x="5309" y="12861"/>
                </a:lnTo>
                <a:lnTo>
                  <a:pt x="3862" y="13592"/>
                </a:lnTo>
                <a:lnTo>
                  <a:pt x="2400" y="14330"/>
                </a:lnTo>
                <a:lnTo>
                  <a:pt x="1925" y="12170"/>
                </a:lnTo>
                <a:lnTo>
                  <a:pt x="1447" y="10004"/>
                </a:lnTo>
                <a:lnTo>
                  <a:pt x="970" y="7830"/>
                </a:lnTo>
                <a:lnTo>
                  <a:pt x="487" y="5638"/>
                </a:lnTo>
                <a:lnTo>
                  <a:pt x="0" y="3424"/>
                </a:lnTo>
                <a:lnTo>
                  <a:pt x="2686" y="1778"/>
                </a:lnTo>
                <a:lnTo>
                  <a:pt x="4591" y="705"/>
                </a:lnTo>
                <a:lnTo>
                  <a:pt x="5990" y="138"/>
                </a:lnTo>
                <a:lnTo>
                  <a:pt x="7157" y="0"/>
                </a:lnTo>
                <a:lnTo>
                  <a:pt x="8369" y="211"/>
                </a:lnTo>
                <a:lnTo>
                  <a:pt x="9900" y="698"/>
                </a:lnTo>
                <a:close/>
              </a:path>
            </a:pathLst>
          </a:custGeom>
          <a:solidFill>
            <a:srgbClr val="E8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3" name="contour_12941"/>
          <p:cNvSpPr/>
          <p:nvPr/>
        </p:nvSpPr>
        <p:spPr>
          <a:xfrm>
            <a:off x="3778266" y="5793953"/>
            <a:ext cx="65592" cy="23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0" y="462"/>
                </a:lnTo>
                <a:lnTo>
                  <a:pt x="3242" y="943"/>
                </a:lnTo>
                <a:lnTo>
                  <a:pt x="4862" y="1437"/>
                </a:lnTo>
                <a:lnTo>
                  <a:pt x="6480" y="1952"/>
                </a:lnTo>
                <a:lnTo>
                  <a:pt x="8100" y="2473"/>
                </a:lnTo>
                <a:lnTo>
                  <a:pt x="9605" y="2934"/>
                </a:lnTo>
                <a:lnTo>
                  <a:pt x="11119" y="3396"/>
                </a:lnTo>
                <a:lnTo>
                  <a:pt x="12655" y="3864"/>
                </a:lnTo>
                <a:lnTo>
                  <a:pt x="14417" y="5169"/>
                </a:lnTo>
                <a:lnTo>
                  <a:pt x="15895" y="6613"/>
                </a:lnTo>
                <a:lnTo>
                  <a:pt x="17165" y="8308"/>
                </a:lnTo>
                <a:lnTo>
                  <a:pt x="18298" y="10365"/>
                </a:lnTo>
                <a:lnTo>
                  <a:pt x="19366" y="12884"/>
                </a:lnTo>
                <a:lnTo>
                  <a:pt x="20443" y="15989"/>
                </a:lnTo>
                <a:lnTo>
                  <a:pt x="21600" y="19780"/>
                </a:lnTo>
                <a:lnTo>
                  <a:pt x="20023" y="20037"/>
                </a:lnTo>
                <a:lnTo>
                  <a:pt x="18449" y="20268"/>
                </a:lnTo>
                <a:lnTo>
                  <a:pt x="16874" y="20479"/>
                </a:lnTo>
                <a:lnTo>
                  <a:pt x="15300" y="20677"/>
                </a:lnTo>
                <a:lnTo>
                  <a:pt x="13726" y="20855"/>
                </a:lnTo>
                <a:lnTo>
                  <a:pt x="12149" y="21020"/>
                </a:lnTo>
                <a:lnTo>
                  <a:pt x="11474" y="21145"/>
                </a:lnTo>
                <a:lnTo>
                  <a:pt x="9437" y="21521"/>
                </a:lnTo>
                <a:lnTo>
                  <a:pt x="8131" y="21600"/>
                </a:lnTo>
                <a:lnTo>
                  <a:pt x="7114" y="21547"/>
                </a:lnTo>
                <a:lnTo>
                  <a:pt x="6043" y="21284"/>
                </a:lnTo>
                <a:lnTo>
                  <a:pt x="4584" y="20723"/>
                </a:lnTo>
                <a:lnTo>
                  <a:pt x="2400" y="19780"/>
                </a:lnTo>
                <a:lnTo>
                  <a:pt x="1512" y="14835"/>
                </a:lnTo>
                <a:lnTo>
                  <a:pt x="943" y="11334"/>
                </a:lnTo>
                <a:lnTo>
                  <a:pt x="578" y="8327"/>
                </a:lnTo>
                <a:lnTo>
                  <a:pt x="302" y="4866"/>
                </a:lnTo>
                <a:lnTo>
                  <a:pt x="0" y="0"/>
                </a:lnTo>
                <a:close/>
              </a:path>
            </a:pathLst>
          </a:custGeom>
          <a:solidFill>
            <a:srgbClr val="1B1B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4" name="contour_12942"/>
          <p:cNvSpPr/>
          <p:nvPr/>
        </p:nvSpPr>
        <p:spPr>
          <a:xfrm>
            <a:off x="4157242" y="5779377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23" y="720"/>
                </a:lnTo>
                <a:lnTo>
                  <a:pt x="2668" y="1447"/>
                </a:lnTo>
                <a:lnTo>
                  <a:pt x="4374" y="2365"/>
                </a:lnTo>
                <a:lnTo>
                  <a:pt x="6080" y="3272"/>
                </a:lnTo>
                <a:lnTo>
                  <a:pt x="7787" y="4176"/>
                </a:lnTo>
                <a:lnTo>
                  <a:pt x="9496" y="5065"/>
                </a:lnTo>
                <a:lnTo>
                  <a:pt x="11208" y="5940"/>
                </a:lnTo>
                <a:lnTo>
                  <a:pt x="12922" y="6800"/>
                </a:lnTo>
                <a:lnTo>
                  <a:pt x="14645" y="7643"/>
                </a:lnTo>
                <a:lnTo>
                  <a:pt x="16370" y="8467"/>
                </a:lnTo>
                <a:lnTo>
                  <a:pt x="18106" y="9270"/>
                </a:lnTo>
                <a:lnTo>
                  <a:pt x="19848" y="10048"/>
                </a:lnTo>
                <a:lnTo>
                  <a:pt x="21600" y="10800"/>
                </a:lnTo>
                <a:lnTo>
                  <a:pt x="21065" y="12938"/>
                </a:lnTo>
                <a:lnTo>
                  <a:pt x="20528" y="15084"/>
                </a:lnTo>
                <a:lnTo>
                  <a:pt x="19991" y="17237"/>
                </a:lnTo>
                <a:lnTo>
                  <a:pt x="19448" y="19408"/>
                </a:lnTo>
                <a:lnTo>
                  <a:pt x="18900" y="21600"/>
                </a:lnTo>
                <a:lnTo>
                  <a:pt x="17023" y="21258"/>
                </a:lnTo>
                <a:lnTo>
                  <a:pt x="15188" y="20866"/>
                </a:lnTo>
                <a:lnTo>
                  <a:pt x="13379" y="20380"/>
                </a:lnTo>
                <a:lnTo>
                  <a:pt x="11599" y="19764"/>
                </a:lnTo>
                <a:lnTo>
                  <a:pt x="9841" y="18986"/>
                </a:lnTo>
                <a:lnTo>
                  <a:pt x="8100" y="18000"/>
                </a:lnTo>
                <a:lnTo>
                  <a:pt x="8019" y="15322"/>
                </a:lnTo>
                <a:lnTo>
                  <a:pt x="7979" y="13421"/>
                </a:lnTo>
                <a:lnTo>
                  <a:pt x="7979" y="11779"/>
                </a:lnTo>
                <a:lnTo>
                  <a:pt x="8019" y="9878"/>
                </a:lnTo>
                <a:lnTo>
                  <a:pt x="8100" y="7200"/>
                </a:lnTo>
                <a:lnTo>
                  <a:pt x="6091" y="6091"/>
                </a:lnTo>
                <a:lnTo>
                  <a:pt x="4666" y="5350"/>
                </a:lnTo>
                <a:lnTo>
                  <a:pt x="3434" y="4802"/>
                </a:lnTo>
                <a:lnTo>
                  <a:pt x="2009" y="4277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E2E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5" name="contour_12943"/>
          <p:cNvSpPr/>
          <p:nvPr/>
        </p:nvSpPr>
        <p:spPr>
          <a:xfrm>
            <a:off x="5381624" y="5771849"/>
            <a:ext cx="58304" cy="239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7"/>
                </a:moveTo>
                <a:lnTo>
                  <a:pt x="21219" y="5070"/>
                </a:lnTo>
                <a:lnTo>
                  <a:pt x="20890" y="8522"/>
                </a:lnTo>
                <a:lnTo>
                  <a:pt x="20480" y="11520"/>
                </a:lnTo>
                <a:lnTo>
                  <a:pt x="19859" y="15012"/>
                </a:lnTo>
                <a:lnTo>
                  <a:pt x="18900" y="19943"/>
                </a:lnTo>
                <a:lnTo>
                  <a:pt x="16713" y="20877"/>
                </a:lnTo>
                <a:lnTo>
                  <a:pt x="15117" y="21409"/>
                </a:lnTo>
                <a:lnTo>
                  <a:pt x="13657" y="21600"/>
                </a:lnTo>
                <a:lnTo>
                  <a:pt x="11864" y="21501"/>
                </a:lnTo>
                <a:lnTo>
                  <a:pt x="9283" y="21179"/>
                </a:lnTo>
                <a:lnTo>
                  <a:pt x="7549" y="20995"/>
                </a:lnTo>
                <a:lnTo>
                  <a:pt x="5805" y="20818"/>
                </a:lnTo>
                <a:lnTo>
                  <a:pt x="4039" y="20633"/>
                </a:lnTo>
                <a:lnTo>
                  <a:pt x="2705" y="20410"/>
                </a:lnTo>
                <a:lnTo>
                  <a:pt x="1361" y="20180"/>
                </a:lnTo>
                <a:lnTo>
                  <a:pt x="0" y="19943"/>
                </a:lnTo>
                <a:lnTo>
                  <a:pt x="0" y="15597"/>
                </a:lnTo>
                <a:lnTo>
                  <a:pt x="0" y="11224"/>
                </a:lnTo>
                <a:lnTo>
                  <a:pt x="0" y="6792"/>
                </a:lnTo>
                <a:lnTo>
                  <a:pt x="1598" y="5195"/>
                </a:lnTo>
                <a:lnTo>
                  <a:pt x="2781" y="4235"/>
                </a:lnTo>
                <a:lnTo>
                  <a:pt x="4134" y="3524"/>
                </a:lnTo>
                <a:lnTo>
                  <a:pt x="6242" y="2683"/>
                </a:lnTo>
                <a:lnTo>
                  <a:pt x="8087" y="1959"/>
                </a:lnTo>
                <a:lnTo>
                  <a:pt x="9958" y="1216"/>
                </a:lnTo>
                <a:lnTo>
                  <a:pt x="11629" y="789"/>
                </a:lnTo>
                <a:lnTo>
                  <a:pt x="13287" y="447"/>
                </a:lnTo>
                <a:lnTo>
                  <a:pt x="14942" y="197"/>
                </a:lnTo>
                <a:lnTo>
                  <a:pt x="16597" y="53"/>
                </a:lnTo>
                <a:lnTo>
                  <a:pt x="18255" y="0"/>
                </a:lnTo>
                <a:lnTo>
                  <a:pt x="19921" y="53"/>
                </a:lnTo>
                <a:lnTo>
                  <a:pt x="21600" y="217"/>
                </a:lnTo>
                <a:close/>
              </a:path>
            </a:pathLst>
          </a:custGeom>
          <a:solidFill>
            <a:srgbClr val="3E3D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6" name="contour_12944"/>
          <p:cNvSpPr/>
          <p:nvPr/>
        </p:nvSpPr>
        <p:spPr>
          <a:xfrm>
            <a:off x="4017130" y="5779377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2088" y="242"/>
                </a:lnTo>
                <a:lnTo>
                  <a:pt x="3171" y="467"/>
                </a:lnTo>
                <a:lnTo>
                  <a:pt x="4419" y="730"/>
                </a:lnTo>
                <a:lnTo>
                  <a:pt x="6073" y="1076"/>
                </a:lnTo>
                <a:lnTo>
                  <a:pt x="8375" y="1555"/>
                </a:lnTo>
                <a:lnTo>
                  <a:pt x="11567" y="2225"/>
                </a:lnTo>
                <a:lnTo>
                  <a:pt x="15895" y="3128"/>
                </a:lnTo>
                <a:lnTo>
                  <a:pt x="21600" y="4320"/>
                </a:lnTo>
                <a:lnTo>
                  <a:pt x="20918" y="7171"/>
                </a:lnTo>
                <a:lnTo>
                  <a:pt x="20236" y="10027"/>
                </a:lnTo>
                <a:lnTo>
                  <a:pt x="19550" y="12895"/>
                </a:lnTo>
                <a:lnTo>
                  <a:pt x="18859" y="15777"/>
                </a:lnTo>
                <a:lnTo>
                  <a:pt x="18165" y="18675"/>
                </a:lnTo>
                <a:lnTo>
                  <a:pt x="17466" y="21600"/>
                </a:lnTo>
                <a:lnTo>
                  <a:pt x="12534" y="20948"/>
                </a:lnTo>
                <a:lnTo>
                  <a:pt x="9086" y="20425"/>
                </a:lnTo>
                <a:lnTo>
                  <a:pt x="6660" y="19920"/>
                </a:lnTo>
                <a:lnTo>
                  <a:pt x="4795" y="19306"/>
                </a:lnTo>
                <a:lnTo>
                  <a:pt x="3043" y="18468"/>
                </a:lnTo>
                <a:lnTo>
                  <a:pt x="930" y="17280"/>
                </a:lnTo>
                <a:lnTo>
                  <a:pt x="298" y="14282"/>
                </a:lnTo>
                <a:lnTo>
                  <a:pt x="12" y="11478"/>
                </a:lnTo>
                <a:lnTo>
                  <a:pt x="0" y="8761"/>
                </a:lnTo>
                <a:lnTo>
                  <a:pt x="198" y="6018"/>
                </a:lnTo>
                <a:lnTo>
                  <a:pt x="533" y="3132"/>
                </a:lnTo>
                <a:lnTo>
                  <a:pt x="930" y="0"/>
                </a:lnTo>
                <a:close/>
              </a:path>
            </a:pathLst>
          </a:custGeom>
          <a:solidFill>
            <a:srgbClr val="4749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7" name="contour_12945"/>
          <p:cNvSpPr/>
          <p:nvPr/>
        </p:nvSpPr>
        <p:spPr>
          <a:xfrm>
            <a:off x="1394379" y="5757513"/>
            <a:ext cx="2986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8402" y="0"/>
                </a:lnTo>
                <a:lnTo>
                  <a:pt x="11058" y="0"/>
                </a:lnTo>
                <a:lnTo>
                  <a:pt x="12107" y="1798"/>
                </a:lnTo>
                <a:lnTo>
                  <a:pt x="13103" y="3588"/>
                </a:lnTo>
                <a:lnTo>
                  <a:pt x="14052" y="5376"/>
                </a:lnTo>
                <a:lnTo>
                  <a:pt x="14959" y="7171"/>
                </a:lnTo>
                <a:lnTo>
                  <a:pt x="15823" y="8978"/>
                </a:lnTo>
                <a:lnTo>
                  <a:pt x="16656" y="10800"/>
                </a:lnTo>
                <a:lnTo>
                  <a:pt x="17020" y="11578"/>
                </a:lnTo>
                <a:lnTo>
                  <a:pt x="18111" y="13921"/>
                </a:lnTo>
                <a:lnTo>
                  <a:pt x="18817" y="15455"/>
                </a:lnTo>
                <a:lnTo>
                  <a:pt x="19518" y="16991"/>
                </a:lnTo>
                <a:lnTo>
                  <a:pt x="20219" y="18527"/>
                </a:lnTo>
                <a:lnTo>
                  <a:pt x="20910" y="20064"/>
                </a:lnTo>
                <a:lnTo>
                  <a:pt x="21600" y="21600"/>
                </a:lnTo>
                <a:lnTo>
                  <a:pt x="18121" y="21600"/>
                </a:lnTo>
                <a:lnTo>
                  <a:pt x="14637" y="21600"/>
                </a:lnTo>
                <a:lnTo>
                  <a:pt x="11137" y="21600"/>
                </a:lnTo>
                <a:lnTo>
                  <a:pt x="7622" y="21600"/>
                </a:lnTo>
                <a:lnTo>
                  <a:pt x="4085" y="21600"/>
                </a:lnTo>
                <a:lnTo>
                  <a:pt x="517" y="21600"/>
                </a:lnTo>
                <a:lnTo>
                  <a:pt x="437" y="19742"/>
                </a:lnTo>
                <a:lnTo>
                  <a:pt x="364" y="17888"/>
                </a:lnTo>
                <a:lnTo>
                  <a:pt x="300" y="16030"/>
                </a:lnTo>
                <a:lnTo>
                  <a:pt x="242" y="14175"/>
                </a:lnTo>
                <a:lnTo>
                  <a:pt x="190" y="12317"/>
                </a:lnTo>
                <a:lnTo>
                  <a:pt x="127" y="10592"/>
                </a:lnTo>
                <a:lnTo>
                  <a:pt x="63" y="8856"/>
                </a:lnTo>
                <a:lnTo>
                  <a:pt x="0" y="7098"/>
                </a:lnTo>
                <a:lnTo>
                  <a:pt x="380" y="4514"/>
                </a:lnTo>
                <a:lnTo>
                  <a:pt x="1112" y="2913"/>
                </a:lnTo>
                <a:lnTo>
                  <a:pt x="2730" y="1631"/>
                </a:lnTo>
                <a:lnTo>
                  <a:pt x="5787" y="0"/>
                </a:lnTo>
                <a:close/>
              </a:path>
            </a:pathLst>
          </a:custGeom>
          <a:solidFill>
            <a:srgbClr val="9E7E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8" name="contour_12946"/>
          <p:cNvSpPr/>
          <p:nvPr/>
        </p:nvSpPr>
        <p:spPr>
          <a:xfrm>
            <a:off x="8092757" y="5742937"/>
            <a:ext cx="51016" cy="378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81" y="4093"/>
                </a:lnTo>
                <a:lnTo>
                  <a:pt x="21449" y="6757"/>
                </a:lnTo>
                <a:lnTo>
                  <a:pt x="21088" y="8560"/>
                </a:lnTo>
                <a:lnTo>
                  <a:pt x="20384" y="10076"/>
                </a:lnTo>
                <a:lnTo>
                  <a:pt x="19224" y="11874"/>
                </a:lnTo>
                <a:lnTo>
                  <a:pt x="16317" y="14772"/>
                </a:lnTo>
                <a:lnTo>
                  <a:pt x="14055" y="16958"/>
                </a:lnTo>
                <a:lnTo>
                  <a:pt x="12253" y="18552"/>
                </a:lnTo>
                <a:lnTo>
                  <a:pt x="10729" y="19664"/>
                </a:lnTo>
                <a:lnTo>
                  <a:pt x="9310" y="20413"/>
                </a:lnTo>
                <a:lnTo>
                  <a:pt x="7813" y="20909"/>
                </a:lnTo>
                <a:lnTo>
                  <a:pt x="6054" y="21267"/>
                </a:lnTo>
                <a:lnTo>
                  <a:pt x="3857" y="21600"/>
                </a:lnTo>
                <a:lnTo>
                  <a:pt x="1944" y="21213"/>
                </a:lnTo>
                <a:lnTo>
                  <a:pt x="0" y="20817"/>
                </a:lnTo>
                <a:lnTo>
                  <a:pt x="1367" y="16179"/>
                </a:lnTo>
                <a:lnTo>
                  <a:pt x="2484" y="12528"/>
                </a:lnTo>
                <a:lnTo>
                  <a:pt x="3441" y="9705"/>
                </a:lnTo>
                <a:lnTo>
                  <a:pt x="4326" y="7548"/>
                </a:lnTo>
                <a:lnTo>
                  <a:pt x="5230" y="5895"/>
                </a:lnTo>
                <a:lnTo>
                  <a:pt x="6239" y="4580"/>
                </a:lnTo>
                <a:lnTo>
                  <a:pt x="7446" y="3439"/>
                </a:lnTo>
                <a:lnTo>
                  <a:pt x="8936" y="2315"/>
                </a:lnTo>
                <a:lnTo>
                  <a:pt x="10800" y="1041"/>
                </a:lnTo>
                <a:lnTo>
                  <a:pt x="13108" y="533"/>
                </a:lnTo>
                <a:lnTo>
                  <a:pt x="14824" y="225"/>
                </a:lnTo>
                <a:lnTo>
                  <a:pt x="16465" y="67"/>
                </a:lnTo>
                <a:lnTo>
                  <a:pt x="18551" y="8"/>
                </a:lnTo>
                <a:lnTo>
                  <a:pt x="21600" y="0"/>
                </a:lnTo>
                <a:close/>
              </a:path>
            </a:pathLst>
          </a:custGeom>
          <a:solidFill>
            <a:srgbClr val="DDDF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49" name="contour_12947"/>
          <p:cNvSpPr/>
          <p:nvPr/>
        </p:nvSpPr>
        <p:spPr>
          <a:xfrm>
            <a:off x="5373272" y="5758002"/>
            <a:ext cx="59368" cy="359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77" y="1624"/>
                </a:moveTo>
                <a:lnTo>
                  <a:pt x="14613" y="1822"/>
                </a:lnTo>
                <a:lnTo>
                  <a:pt x="15735" y="2172"/>
                </a:lnTo>
                <a:lnTo>
                  <a:pt x="18307" y="2973"/>
                </a:lnTo>
                <a:lnTo>
                  <a:pt x="19943" y="3525"/>
                </a:lnTo>
                <a:lnTo>
                  <a:pt x="21600" y="4085"/>
                </a:lnTo>
                <a:lnTo>
                  <a:pt x="19736" y="7715"/>
                </a:lnTo>
                <a:lnTo>
                  <a:pt x="18362" y="10167"/>
                </a:lnTo>
                <a:lnTo>
                  <a:pt x="17241" y="11704"/>
                </a:lnTo>
                <a:lnTo>
                  <a:pt x="16127" y="12580"/>
                </a:lnTo>
                <a:lnTo>
                  <a:pt x="14783" y="13057"/>
                </a:lnTo>
                <a:lnTo>
                  <a:pt x="12972" y="13390"/>
                </a:lnTo>
                <a:lnTo>
                  <a:pt x="12107" y="13254"/>
                </a:lnTo>
                <a:lnTo>
                  <a:pt x="9501" y="12843"/>
                </a:lnTo>
                <a:lnTo>
                  <a:pt x="7438" y="12536"/>
                </a:lnTo>
                <a:lnTo>
                  <a:pt x="6075" y="12435"/>
                </a:lnTo>
                <a:lnTo>
                  <a:pt x="4813" y="12536"/>
                </a:lnTo>
                <a:lnTo>
                  <a:pt x="3039" y="12843"/>
                </a:lnTo>
                <a:lnTo>
                  <a:pt x="2026" y="15439"/>
                </a:lnTo>
                <a:lnTo>
                  <a:pt x="1411" y="17221"/>
                </a:lnTo>
                <a:lnTo>
                  <a:pt x="947" y="18999"/>
                </a:lnTo>
                <a:lnTo>
                  <a:pt x="387" y="21600"/>
                </a:lnTo>
                <a:lnTo>
                  <a:pt x="172" y="15995"/>
                </a:lnTo>
                <a:lnTo>
                  <a:pt x="42" y="12111"/>
                </a:lnTo>
                <a:lnTo>
                  <a:pt x="0" y="9467"/>
                </a:lnTo>
                <a:lnTo>
                  <a:pt x="42" y="7571"/>
                </a:lnTo>
                <a:lnTo>
                  <a:pt x="172" y="5937"/>
                </a:lnTo>
                <a:lnTo>
                  <a:pt x="387" y="4085"/>
                </a:lnTo>
                <a:lnTo>
                  <a:pt x="2023" y="2216"/>
                </a:lnTo>
                <a:lnTo>
                  <a:pt x="3630" y="972"/>
                </a:lnTo>
                <a:lnTo>
                  <a:pt x="5232" y="263"/>
                </a:lnTo>
                <a:lnTo>
                  <a:pt x="6849" y="0"/>
                </a:lnTo>
                <a:lnTo>
                  <a:pt x="8512" y="96"/>
                </a:lnTo>
                <a:lnTo>
                  <a:pt x="10235" y="455"/>
                </a:lnTo>
                <a:lnTo>
                  <a:pt x="12052" y="994"/>
                </a:lnTo>
                <a:lnTo>
                  <a:pt x="13977" y="1624"/>
                </a:lnTo>
                <a:close/>
              </a:path>
            </a:pathLst>
          </a:custGeom>
          <a:solidFill>
            <a:srgbClr val="5F5E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0" name="contour_12948"/>
          <p:cNvSpPr/>
          <p:nvPr/>
        </p:nvSpPr>
        <p:spPr>
          <a:xfrm>
            <a:off x="2262364" y="5750225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67"/>
                </a:lnTo>
                <a:lnTo>
                  <a:pt x="4601" y="776"/>
                </a:lnTo>
                <a:lnTo>
                  <a:pt x="6869" y="1240"/>
                </a:lnTo>
                <a:lnTo>
                  <a:pt x="9119" y="1786"/>
                </a:lnTo>
                <a:lnTo>
                  <a:pt x="11351" y="2424"/>
                </a:lnTo>
                <a:lnTo>
                  <a:pt x="13576" y="3179"/>
                </a:lnTo>
                <a:lnTo>
                  <a:pt x="15790" y="4067"/>
                </a:lnTo>
                <a:lnTo>
                  <a:pt x="18000" y="5103"/>
                </a:lnTo>
                <a:lnTo>
                  <a:pt x="19433" y="9052"/>
                </a:lnTo>
                <a:lnTo>
                  <a:pt x="20336" y="11823"/>
                </a:lnTo>
                <a:lnTo>
                  <a:pt x="20884" y="14150"/>
                </a:lnTo>
                <a:lnTo>
                  <a:pt x="21247" y="16768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58" y="17166"/>
                </a:lnTo>
                <a:lnTo>
                  <a:pt x="1454" y="13910"/>
                </a:lnTo>
                <a:lnTo>
                  <a:pt x="828" y="10604"/>
                </a:lnTo>
                <a:lnTo>
                  <a:pt x="414" y="7210"/>
                </a:lnTo>
                <a:lnTo>
                  <a:pt x="158" y="3689"/>
                </a:lnTo>
                <a:lnTo>
                  <a:pt x="0" y="0"/>
                </a:lnTo>
                <a:close/>
              </a:path>
            </a:pathLst>
          </a:custGeom>
          <a:solidFill>
            <a:srgbClr val="5F50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1" name="contour_12949"/>
          <p:cNvSpPr/>
          <p:nvPr/>
        </p:nvSpPr>
        <p:spPr>
          <a:xfrm>
            <a:off x="3667912" y="5750225"/>
            <a:ext cx="44763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9" y="0"/>
                </a:moveTo>
                <a:lnTo>
                  <a:pt x="2820" y="0"/>
                </a:lnTo>
                <a:lnTo>
                  <a:pt x="5145" y="0"/>
                </a:lnTo>
                <a:lnTo>
                  <a:pt x="7470" y="0"/>
                </a:lnTo>
                <a:lnTo>
                  <a:pt x="9801" y="0"/>
                </a:lnTo>
                <a:lnTo>
                  <a:pt x="12140" y="0"/>
                </a:lnTo>
                <a:lnTo>
                  <a:pt x="14489" y="0"/>
                </a:lnTo>
                <a:lnTo>
                  <a:pt x="16845" y="0"/>
                </a:lnTo>
                <a:lnTo>
                  <a:pt x="19216" y="0"/>
                </a:lnTo>
                <a:lnTo>
                  <a:pt x="21600" y="0"/>
                </a:lnTo>
                <a:lnTo>
                  <a:pt x="20299" y="2229"/>
                </a:lnTo>
                <a:lnTo>
                  <a:pt x="18987" y="4450"/>
                </a:lnTo>
                <a:lnTo>
                  <a:pt x="17668" y="6661"/>
                </a:lnTo>
                <a:lnTo>
                  <a:pt x="16339" y="8869"/>
                </a:lnTo>
                <a:lnTo>
                  <a:pt x="15006" y="11068"/>
                </a:lnTo>
                <a:lnTo>
                  <a:pt x="14461" y="11984"/>
                </a:lnTo>
                <a:lnTo>
                  <a:pt x="13497" y="13599"/>
                </a:lnTo>
                <a:lnTo>
                  <a:pt x="11296" y="17297"/>
                </a:lnTo>
                <a:lnTo>
                  <a:pt x="10054" y="18719"/>
                </a:lnTo>
                <a:lnTo>
                  <a:pt x="8802" y="20148"/>
                </a:lnTo>
                <a:lnTo>
                  <a:pt x="7533" y="21600"/>
                </a:lnTo>
                <a:lnTo>
                  <a:pt x="5198" y="21000"/>
                </a:lnTo>
                <a:lnTo>
                  <a:pt x="3686" y="20352"/>
                </a:lnTo>
                <a:lnTo>
                  <a:pt x="2339" y="19246"/>
                </a:lnTo>
                <a:lnTo>
                  <a:pt x="499" y="17280"/>
                </a:lnTo>
                <a:lnTo>
                  <a:pt x="141" y="14368"/>
                </a:lnTo>
                <a:lnTo>
                  <a:pt x="0" y="11521"/>
                </a:lnTo>
                <a:lnTo>
                  <a:pt x="18" y="8700"/>
                </a:lnTo>
                <a:lnTo>
                  <a:pt x="141" y="5867"/>
                </a:lnTo>
                <a:lnTo>
                  <a:pt x="320" y="2981"/>
                </a:lnTo>
                <a:lnTo>
                  <a:pt x="499" y="0"/>
                </a:lnTo>
                <a:close/>
              </a:path>
            </a:pathLst>
          </a:custGeom>
          <a:solidFill>
            <a:srgbClr val="9593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2" name="contour_12950"/>
          <p:cNvSpPr/>
          <p:nvPr/>
        </p:nvSpPr>
        <p:spPr>
          <a:xfrm>
            <a:off x="2327956" y="5735649"/>
            <a:ext cx="36440" cy="375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1348"/>
                </a:lnTo>
                <a:lnTo>
                  <a:pt x="13798" y="2404"/>
                </a:lnTo>
                <a:lnTo>
                  <a:pt x="15526" y="3400"/>
                </a:lnTo>
                <a:lnTo>
                  <a:pt x="17159" y="4577"/>
                </a:lnTo>
                <a:lnTo>
                  <a:pt x="19064" y="6156"/>
                </a:lnTo>
                <a:lnTo>
                  <a:pt x="21600" y="8375"/>
                </a:lnTo>
                <a:lnTo>
                  <a:pt x="21436" y="11742"/>
                </a:lnTo>
                <a:lnTo>
                  <a:pt x="21129" y="14079"/>
                </a:lnTo>
                <a:lnTo>
                  <a:pt x="20472" y="15989"/>
                </a:lnTo>
                <a:lnTo>
                  <a:pt x="19259" y="18074"/>
                </a:lnTo>
                <a:lnTo>
                  <a:pt x="17280" y="20938"/>
                </a:lnTo>
                <a:lnTo>
                  <a:pt x="14312" y="21386"/>
                </a:lnTo>
                <a:lnTo>
                  <a:pt x="11483" y="21592"/>
                </a:lnTo>
                <a:lnTo>
                  <a:pt x="8713" y="21600"/>
                </a:lnTo>
                <a:lnTo>
                  <a:pt x="5927" y="21462"/>
                </a:lnTo>
                <a:lnTo>
                  <a:pt x="3050" y="21223"/>
                </a:lnTo>
                <a:lnTo>
                  <a:pt x="0" y="20938"/>
                </a:lnTo>
                <a:lnTo>
                  <a:pt x="1257" y="15574"/>
                </a:lnTo>
                <a:lnTo>
                  <a:pt x="2259" y="11483"/>
                </a:lnTo>
                <a:lnTo>
                  <a:pt x="3115" y="8426"/>
                </a:lnTo>
                <a:lnTo>
                  <a:pt x="3914" y="6152"/>
                </a:lnTo>
                <a:lnTo>
                  <a:pt x="4769" y="4418"/>
                </a:lnTo>
                <a:lnTo>
                  <a:pt x="5772" y="2977"/>
                </a:lnTo>
                <a:lnTo>
                  <a:pt x="7029" y="1587"/>
                </a:lnTo>
                <a:lnTo>
                  <a:pt x="8640" y="0"/>
                </a:lnTo>
                <a:close/>
              </a:path>
            </a:pathLst>
          </a:custGeom>
          <a:solidFill>
            <a:srgbClr val="AB96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3" name="contour_12951"/>
          <p:cNvSpPr/>
          <p:nvPr/>
        </p:nvSpPr>
        <p:spPr>
          <a:xfrm>
            <a:off x="10344747" y="571378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375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4" name="contour_12952"/>
          <p:cNvSpPr/>
          <p:nvPr/>
        </p:nvSpPr>
        <p:spPr>
          <a:xfrm>
            <a:off x="4230122" y="5699209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535"/>
                </a:lnTo>
                <a:lnTo>
                  <a:pt x="6445" y="1069"/>
                </a:lnTo>
                <a:lnTo>
                  <a:pt x="8319" y="1604"/>
                </a:lnTo>
                <a:lnTo>
                  <a:pt x="10195" y="2144"/>
                </a:lnTo>
                <a:lnTo>
                  <a:pt x="12080" y="2678"/>
                </a:lnTo>
                <a:lnTo>
                  <a:pt x="13967" y="3218"/>
                </a:lnTo>
                <a:lnTo>
                  <a:pt x="15862" y="3758"/>
                </a:lnTo>
                <a:lnTo>
                  <a:pt x="17766" y="4304"/>
                </a:lnTo>
                <a:lnTo>
                  <a:pt x="19678" y="4849"/>
                </a:lnTo>
                <a:lnTo>
                  <a:pt x="21600" y="5400"/>
                </a:lnTo>
                <a:lnTo>
                  <a:pt x="19907" y="7927"/>
                </a:lnTo>
                <a:lnTo>
                  <a:pt x="18228" y="10152"/>
                </a:lnTo>
                <a:lnTo>
                  <a:pt x="16551" y="12101"/>
                </a:lnTo>
                <a:lnTo>
                  <a:pt x="14866" y="13808"/>
                </a:lnTo>
                <a:lnTo>
                  <a:pt x="13165" y="15287"/>
                </a:lnTo>
                <a:lnTo>
                  <a:pt x="11437" y="16567"/>
                </a:lnTo>
                <a:lnTo>
                  <a:pt x="9674" y="17685"/>
                </a:lnTo>
                <a:lnTo>
                  <a:pt x="7868" y="18652"/>
                </a:lnTo>
                <a:lnTo>
                  <a:pt x="6005" y="19499"/>
                </a:lnTo>
                <a:lnTo>
                  <a:pt x="4080" y="20261"/>
                </a:lnTo>
                <a:lnTo>
                  <a:pt x="2082" y="20952"/>
                </a:lnTo>
                <a:lnTo>
                  <a:pt x="0" y="21600"/>
                </a:lnTo>
                <a:lnTo>
                  <a:pt x="445" y="18036"/>
                </a:lnTo>
                <a:lnTo>
                  <a:pt x="891" y="14467"/>
                </a:lnTo>
                <a:lnTo>
                  <a:pt x="1339" y="10881"/>
                </a:lnTo>
                <a:lnTo>
                  <a:pt x="1790" y="7279"/>
                </a:lnTo>
                <a:lnTo>
                  <a:pt x="2244" y="3656"/>
                </a:lnTo>
                <a:lnTo>
                  <a:pt x="2700" y="0"/>
                </a:lnTo>
                <a:close/>
              </a:path>
            </a:pathLst>
          </a:custGeom>
          <a:solidFill>
            <a:srgbClr val="E6E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5" name="contour_12953"/>
          <p:cNvSpPr/>
          <p:nvPr/>
        </p:nvSpPr>
        <p:spPr>
          <a:xfrm>
            <a:off x="4915193" y="5691921"/>
            <a:ext cx="3742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76" y="594"/>
                </a:lnTo>
                <a:lnTo>
                  <a:pt x="5557" y="1188"/>
                </a:lnTo>
                <a:lnTo>
                  <a:pt x="8350" y="1786"/>
                </a:lnTo>
                <a:lnTo>
                  <a:pt x="11155" y="2387"/>
                </a:lnTo>
                <a:lnTo>
                  <a:pt x="13978" y="2992"/>
                </a:lnTo>
                <a:lnTo>
                  <a:pt x="16826" y="3600"/>
                </a:lnTo>
                <a:lnTo>
                  <a:pt x="15913" y="3989"/>
                </a:lnTo>
                <a:lnTo>
                  <a:pt x="14735" y="4496"/>
                </a:lnTo>
                <a:lnTo>
                  <a:pt x="12497" y="5454"/>
                </a:lnTo>
                <a:lnTo>
                  <a:pt x="8413" y="7200"/>
                </a:lnTo>
                <a:lnTo>
                  <a:pt x="9338" y="7366"/>
                </a:lnTo>
                <a:lnTo>
                  <a:pt x="10975" y="7657"/>
                </a:lnTo>
                <a:lnTo>
                  <a:pt x="14722" y="8323"/>
                </a:lnTo>
                <a:lnTo>
                  <a:pt x="16809" y="9140"/>
                </a:lnTo>
                <a:lnTo>
                  <a:pt x="18904" y="9965"/>
                </a:lnTo>
                <a:lnTo>
                  <a:pt x="21032" y="10800"/>
                </a:lnTo>
                <a:lnTo>
                  <a:pt x="21411" y="13586"/>
                </a:lnTo>
                <a:lnTo>
                  <a:pt x="21600" y="15541"/>
                </a:lnTo>
                <a:lnTo>
                  <a:pt x="21600" y="17183"/>
                </a:lnTo>
                <a:lnTo>
                  <a:pt x="21411" y="19030"/>
                </a:lnTo>
                <a:lnTo>
                  <a:pt x="21032" y="21600"/>
                </a:lnTo>
                <a:lnTo>
                  <a:pt x="18256" y="21600"/>
                </a:lnTo>
                <a:lnTo>
                  <a:pt x="15475" y="21600"/>
                </a:lnTo>
                <a:lnTo>
                  <a:pt x="12682" y="21600"/>
                </a:lnTo>
                <a:lnTo>
                  <a:pt x="9877" y="21600"/>
                </a:lnTo>
                <a:lnTo>
                  <a:pt x="7054" y="21600"/>
                </a:lnTo>
                <a:lnTo>
                  <a:pt x="4206" y="21600"/>
                </a:lnTo>
                <a:lnTo>
                  <a:pt x="3744" y="19224"/>
                </a:lnTo>
                <a:lnTo>
                  <a:pt x="3281" y="16844"/>
                </a:lnTo>
                <a:lnTo>
                  <a:pt x="2818" y="14465"/>
                </a:lnTo>
                <a:lnTo>
                  <a:pt x="2351" y="12078"/>
                </a:lnTo>
                <a:lnTo>
                  <a:pt x="1884" y="9684"/>
                </a:lnTo>
                <a:lnTo>
                  <a:pt x="1418" y="7279"/>
                </a:lnTo>
                <a:lnTo>
                  <a:pt x="946" y="4867"/>
                </a:lnTo>
                <a:lnTo>
                  <a:pt x="475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6C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6" name="contour_12954"/>
          <p:cNvSpPr/>
          <p:nvPr/>
        </p:nvSpPr>
        <p:spPr>
          <a:xfrm>
            <a:off x="4499777" y="5706497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91"/>
                </a:lnTo>
                <a:lnTo>
                  <a:pt x="2341" y="560"/>
                </a:lnTo>
                <a:lnTo>
                  <a:pt x="3646" y="877"/>
                </a:lnTo>
                <a:lnTo>
                  <a:pt x="5374" y="1292"/>
                </a:lnTo>
                <a:lnTo>
                  <a:pt x="7780" y="1868"/>
                </a:lnTo>
                <a:lnTo>
                  <a:pt x="11115" y="2672"/>
                </a:lnTo>
                <a:lnTo>
                  <a:pt x="15638" y="3757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30"/>
                </a:lnTo>
                <a:lnTo>
                  <a:pt x="0" y="13900"/>
                </a:lnTo>
                <a:lnTo>
                  <a:pt x="0" y="10455"/>
                </a:lnTo>
                <a:lnTo>
                  <a:pt x="0" y="6994"/>
                </a:lnTo>
                <a:lnTo>
                  <a:pt x="0" y="3513"/>
                </a:lnTo>
                <a:lnTo>
                  <a:pt x="0" y="0"/>
                </a:lnTo>
                <a:close/>
              </a:path>
            </a:pathLst>
          </a:custGeom>
          <a:solidFill>
            <a:srgbClr val="EA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7" name="contour_12955"/>
          <p:cNvSpPr/>
          <p:nvPr/>
        </p:nvSpPr>
        <p:spPr>
          <a:xfrm>
            <a:off x="5272305" y="5670057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" y="2566"/>
                </a:lnTo>
                <a:lnTo>
                  <a:pt x="1072" y="5141"/>
                </a:lnTo>
                <a:lnTo>
                  <a:pt x="1609" y="7724"/>
                </a:lnTo>
                <a:lnTo>
                  <a:pt x="2152" y="10329"/>
                </a:lnTo>
                <a:lnTo>
                  <a:pt x="2700" y="12960"/>
                </a:lnTo>
                <a:lnTo>
                  <a:pt x="3218" y="12217"/>
                </a:lnTo>
                <a:lnTo>
                  <a:pt x="4779" y="9975"/>
                </a:lnTo>
                <a:lnTo>
                  <a:pt x="6183" y="8122"/>
                </a:lnTo>
                <a:lnTo>
                  <a:pt x="7579" y="6342"/>
                </a:lnTo>
                <a:lnTo>
                  <a:pt x="8988" y="4640"/>
                </a:lnTo>
                <a:lnTo>
                  <a:pt x="10430" y="3015"/>
                </a:lnTo>
                <a:lnTo>
                  <a:pt x="11929" y="1469"/>
                </a:lnTo>
                <a:lnTo>
                  <a:pt x="13500" y="0"/>
                </a:lnTo>
                <a:lnTo>
                  <a:pt x="15833" y="683"/>
                </a:lnTo>
                <a:lnTo>
                  <a:pt x="17420" y="1248"/>
                </a:lnTo>
                <a:lnTo>
                  <a:pt x="18652" y="1905"/>
                </a:lnTo>
                <a:lnTo>
                  <a:pt x="19915" y="2860"/>
                </a:lnTo>
                <a:lnTo>
                  <a:pt x="21600" y="4320"/>
                </a:lnTo>
                <a:lnTo>
                  <a:pt x="20007" y="6432"/>
                </a:lnTo>
                <a:lnTo>
                  <a:pt x="18455" y="8398"/>
                </a:lnTo>
                <a:lnTo>
                  <a:pt x="16926" y="10217"/>
                </a:lnTo>
                <a:lnTo>
                  <a:pt x="15409" y="11902"/>
                </a:lnTo>
                <a:lnTo>
                  <a:pt x="13889" y="13457"/>
                </a:lnTo>
                <a:lnTo>
                  <a:pt x="12353" y="14878"/>
                </a:lnTo>
                <a:lnTo>
                  <a:pt x="10787" y="16174"/>
                </a:lnTo>
                <a:lnTo>
                  <a:pt x="9177" y="17353"/>
                </a:lnTo>
                <a:lnTo>
                  <a:pt x="7509" y="18416"/>
                </a:lnTo>
                <a:lnTo>
                  <a:pt x="5773" y="19367"/>
                </a:lnTo>
                <a:lnTo>
                  <a:pt x="3950" y="20213"/>
                </a:lnTo>
                <a:lnTo>
                  <a:pt x="2030" y="20956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A35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8" name="contour_12956"/>
          <p:cNvSpPr/>
          <p:nvPr/>
        </p:nvSpPr>
        <p:spPr>
          <a:xfrm>
            <a:off x="5039089" y="5691921"/>
            <a:ext cx="3857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6" y="108"/>
                </a:lnTo>
                <a:lnTo>
                  <a:pt x="5342" y="259"/>
                </a:lnTo>
                <a:lnTo>
                  <a:pt x="7925" y="486"/>
                </a:lnTo>
                <a:lnTo>
                  <a:pt x="10467" y="806"/>
                </a:lnTo>
                <a:lnTo>
                  <a:pt x="12973" y="1253"/>
                </a:lnTo>
                <a:lnTo>
                  <a:pt x="15458" y="1850"/>
                </a:lnTo>
                <a:lnTo>
                  <a:pt x="17931" y="2621"/>
                </a:lnTo>
                <a:lnTo>
                  <a:pt x="20404" y="3600"/>
                </a:lnTo>
                <a:lnTo>
                  <a:pt x="21086" y="6210"/>
                </a:lnTo>
                <a:lnTo>
                  <a:pt x="21469" y="8770"/>
                </a:lnTo>
                <a:lnTo>
                  <a:pt x="21600" y="11300"/>
                </a:lnTo>
                <a:lnTo>
                  <a:pt x="21518" y="13828"/>
                </a:lnTo>
                <a:lnTo>
                  <a:pt x="21265" y="16369"/>
                </a:lnTo>
                <a:lnTo>
                  <a:pt x="20878" y="18954"/>
                </a:lnTo>
                <a:lnTo>
                  <a:pt x="20404" y="21600"/>
                </a:lnTo>
                <a:lnTo>
                  <a:pt x="17980" y="21600"/>
                </a:lnTo>
                <a:lnTo>
                  <a:pt x="15548" y="21600"/>
                </a:lnTo>
                <a:lnTo>
                  <a:pt x="13108" y="21600"/>
                </a:lnTo>
                <a:lnTo>
                  <a:pt x="10647" y="21600"/>
                </a:lnTo>
                <a:lnTo>
                  <a:pt x="8162" y="21600"/>
                </a:lnTo>
                <a:lnTo>
                  <a:pt x="8305" y="19710"/>
                </a:lnTo>
                <a:lnTo>
                  <a:pt x="8447" y="17788"/>
                </a:lnTo>
                <a:lnTo>
                  <a:pt x="8558" y="15325"/>
                </a:lnTo>
                <a:lnTo>
                  <a:pt x="8672" y="12823"/>
                </a:lnTo>
                <a:lnTo>
                  <a:pt x="8815" y="10375"/>
                </a:lnTo>
                <a:lnTo>
                  <a:pt x="8957" y="7888"/>
                </a:lnTo>
                <a:lnTo>
                  <a:pt x="8562" y="5760"/>
                </a:lnTo>
                <a:lnTo>
                  <a:pt x="8162" y="3600"/>
                </a:lnTo>
                <a:lnTo>
                  <a:pt x="5721" y="2207"/>
                </a:lnTo>
                <a:lnTo>
                  <a:pt x="4056" y="1368"/>
                </a:lnTo>
                <a:lnTo>
                  <a:pt x="2404" y="745"/>
                </a:lnTo>
                <a:lnTo>
                  <a:pt x="0" y="0"/>
                </a:lnTo>
                <a:close/>
              </a:path>
            </a:pathLst>
          </a:custGeom>
          <a:solidFill>
            <a:srgbClr val="CAB5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59" name="contour_12957"/>
          <p:cNvSpPr/>
          <p:nvPr/>
        </p:nvSpPr>
        <p:spPr>
          <a:xfrm>
            <a:off x="1373229" y="567734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70" y="853"/>
                </a:lnTo>
                <a:lnTo>
                  <a:pt x="11617" y="1561"/>
                </a:lnTo>
                <a:lnTo>
                  <a:pt x="13259" y="2381"/>
                </a:lnTo>
                <a:lnTo>
                  <a:pt x="15214" y="3575"/>
                </a:lnTo>
                <a:lnTo>
                  <a:pt x="18000" y="5400"/>
                </a:lnTo>
                <a:lnTo>
                  <a:pt x="19217" y="9580"/>
                </a:lnTo>
                <a:lnTo>
                  <a:pt x="20012" y="12512"/>
                </a:lnTo>
                <a:lnTo>
                  <a:pt x="20560" y="14974"/>
                </a:lnTo>
                <a:lnTo>
                  <a:pt x="21031" y="177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019" y="18544"/>
                </a:lnTo>
                <a:lnTo>
                  <a:pt x="2038" y="15487"/>
                </a:lnTo>
                <a:lnTo>
                  <a:pt x="3060" y="12420"/>
                </a:lnTo>
                <a:lnTo>
                  <a:pt x="4086" y="9342"/>
                </a:lnTo>
                <a:lnTo>
                  <a:pt x="5119" y="6248"/>
                </a:lnTo>
                <a:lnTo>
                  <a:pt x="6156" y="3137"/>
                </a:lnTo>
                <a:lnTo>
                  <a:pt x="7200" y="0"/>
                </a:lnTo>
                <a:close/>
              </a:path>
            </a:pathLst>
          </a:custGeom>
          <a:solidFill>
            <a:srgbClr val="BEC0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0" name="contour_12958"/>
          <p:cNvSpPr/>
          <p:nvPr/>
        </p:nvSpPr>
        <p:spPr>
          <a:xfrm>
            <a:off x="4424791" y="5653076"/>
            <a:ext cx="38546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1337"/>
                </a:moveTo>
                <a:lnTo>
                  <a:pt x="5901" y="596"/>
                </a:lnTo>
                <a:lnTo>
                  <a:pt x="9222" y="150"/>
                </a:lnTo>
                <a:lnTo>
                  <a:pt x="11586" y="0"/>
                </a:lnTo>
                <a:lnTo>
                  <a:pt x="13457" y="150"/>
                </a:lnTo>
                <a:lnTo>
                  <a:pt x="15282" y="596"/>
                </a:lnTo>
                <a:lnTo>
                  <a:pt x="17516" y="1337"/>
                </a:lnTo>
                <a:lnTo>
                  <a:pt x="18504" y="3801"/>
                </a:lnTo>
                <a:lnTo>
                  <a:pt x="19309" y="6273"/>
                </a:lnTo>
                <a:lnTo>
                  <a:pt x="19950" y="8758"/>
                </a:lnTo>
                <a:lnTo>
                  <a:pt x="20456" y="11262"/>
                </a:lnTo>
                <a:lnTo>
                  <a:pt x="20849" y="13795"/>
                </a:lnTo>
                <a:lnTo>
                  <a:pt x="21155" y="16356"/>
                </a:lnTo>
                <a:lnTo>
                  <a:pt x="21396" y="18954"/>
                </a:lnTo>
                <a:lnTo>
                  <a:pt x="21600" y="21600"/>
                </a:lnTo>
                <a:lnTo>
                  <a:pt x="18933" y="21397"/>
                </a:lnTo>
                <a:lnTo>
                  <a:pt x="16315" y="21158"/>
                </a:lnTo>
                <a:lnTo>
                  <a:pt x="13734" y="20854"/>
                </a:lnTo>
                <a:lnTo>
                  <a:pt x="11182" y="20465"/>
                </a:lnTo>
                <a:lnTo>
                  <a:pt x="8658" y="19963"/>
                </a:lnTo>
                <a:lnTo>
                  <a:pt x="6155" y="19327"/>
                </a:lnTo>
                <a:lnTo>
                  <a:pt x="3663" y="18528"/>
                </a:lnTo>
                <a:lnTo>
                  <a:pt x="1180" y="17547"/>
                </a:lnTo>
                <a:lnTo>
                  <a:pt x="380" y="14707"/>
                </a:lnTo>
                <a:lnTo>
                  <a:pt x="16" y="12105"/>
                </a:lnTo>
                <a:lnTo>
                  <a:pt x="0" y="9605"/>
                </a:lnTo>
                <a:lnTo>
                  <a:pt x="249" y="7068"/>
                </a:lnTo>
                <a:lnTo>
                  <a:pt x="670" y="4356"/>
                </a:lnTo>
                <a:lnTo>
                  <a:pt x="1180" y="1337"/>
                </a:lnTo>
                <a:close/>
              </a:path>
            </a:pathLst>
          </a:custGeom>
          <a:solidFill>
            <a:srgbClr val="ADAD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1" name="contour_12959"/>
          <p:cNvSpPr/>
          <p:nvPr/>
        </p:nvSpPr>
        <p:spPr>
          <a:xfrm>
            <a:off x="2255076" y="5639645"/>
            <a:ext cx="51016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895"/>
                </a:moveTo>
                <a:lnTo>
                  <a:pt x="5153" y="476"/>
                </a:lnTo>
                <a:lnTo>
                  <a:pt x="7211" y="197"/>
                </a:lnTo>
                <a:lnTo>
                  <a:pt x="9263" y="41"/>
                </a:lnTo>
                <a:lnTo>
                  <a:pt x="11309" y="0"/>
                </a:lnTo>
                <a:lnTo>
                  <a:pt x="13358" y="52"/>
                </a:lnTo>
                <a:lnTo>
                  <a:pt x="15407" y="181"/>
                </a:lnTo>
                <a:lnTo>
                  <a:pt x="17462" y="378"/>
                </a:lnTo>
                <a:lnTo>
                  <a:pt x="19523" y="621"/>
                </a:lnTo>
                <a:lnTo>
                  <a:pt x="21600" y="895"/>
                </a:lnTo>
                <a:lnTo>
                  <a:pt x="21008" y="4229"/>
                </a:lnTo>
                <a:lnTo>
                  <a:pt x="20378" y="7412"/>
                </a:lnTo>
                <a:lnTo>
                  <a:pt x="19675" y="10471"/>
                </a:lnTo>
                <a:lnTo>
                  <a:pt x="18863" y="13401"/>
                </a:lnTo>
                <a:lnTo>
                  <a:pt x="17906" y="16227"/>
                </a:lnTo>
                <a:lnTo>
                  <a:pt x="16774" y="18955"/>
                </a:lnTo>
                <a:lnTo>
                  <a:pt x="15429" y="21600"/>
                </a:lnTo>
                <a:lnTo>
                  <a:pt x="13395" y="21595"/>
                </a:lnTo>
                <a:lnTo>
                  <a:pt x="11420" y="21357"/>
                </a:lnTo>
                <a:lnTo>
                  <a:pt x="9489" y="20906"/>
                </a:lnTo>
                <a:lnTo>
                  <a:pt x="7588" y="20275"/>
                </a:lnTo>
                <a:lnTo>
                  <a:pt x="5699" y="19483"/>
                </a:lnTo>
                <a:lnTo>
                  <a:pt x="3817" y="18562"/>
                </a:lnTo>
                <a:lnTo>
                  <a:pt x="1922" y="17532"/>
                </a:lnTo>
                <a:lnTo>
                  <a:pt x="0" y="16424"/>
                </a:lnTo>
                <a:lnTo>
                  <a:pt x="210" y="12573"/>
                </a:lnTo>
                <a:lnTo>
                  <a:pt x="475" y="9840"/>
                </a:lnTo>
                <a:lnTo>
                  <a:pt x="944" y="7480"/>
                </a:lnTo>
                <a:lnTo>
                  <a:pt x="1765" y="4747"/>
                </a:lnTo>
                <a:lnTo>
                  <a:pt x="3086" y="895"/>
                </a:lnTo>
                <a:close/>
              </a:path>
            </a:pathLst>
          </a:custGeom>
          <a:solidFill>
            <a:srgbClr val="8B75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2" name="contour_12960"/>
          <p:cNvSpPr/>
          <p:nvPr/>
        </p:nvSpPr>
        <p:spPr>
          <a:xfrm>
            <a:off x="8121909" y="5633617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66" y="1339"/>
                </a:lnTo>
                <a:lnTo>
                  <a:pt x="11333" y="2700"/>
                </a:lnTo>
                <a:lnTo>
                  <a:pt x="11740" y="4422"/>
                </a:lnTo>
                <a:lnTo>
                  <a:pt x="12150" y="6171"/>
                </a:lnTo>
                <a:lnTo>
                  <a:pt x="12528" y="7893"/>
                </a:lnTo>
                <a:lnTo>
                  <a:pt x="12910" y="9643"/>
                </a:lnTo>
                <a:lnTo>
                  <a:pt x="13651" y="10982"/>
                </a:lnTo>
                <a:lnTo>
                  <a:pt x="14400" y="12343"/>
                </a:lnTo>
                <a:lnTo>
                  <a:pt x="16780" y="12343"/>
                </a:lnTo>
                <a:lnTo>
                  <a:pt x="19174" y="12343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19224" y="18854"/>
                </a:lnTo>
                <a:lnTo>
                  <a:pt x="16844" y="19193"/>
                </a:lnTo>
                <a:lnTo>
                  <a:pt x="14465" y="19533"/>
                </a:lnTo>
                <a:lnTo>
                  <a:pt x="12078" y="19875"/>
                </a:lnTo>
                <a:lnTo>
                  <a:pt x="9684" y="20218"/>
                </a:lnTo>
                <a:lnTo>
                  <a:pt x="7279" y="20560"/>
                </a:lnTo>
                <a:lnTo>
                  <a:pt x="4867" y="20906"/>
                </a:lnTo>
                <a:lnTo>
                  <a:pt x="2441" y="21251"/>
                </a:lnTo>
                <a:lnTo>
                  <a:pt x="0" y="21600"/>
                </a:lnTo>
                <a:lnTo>
                  <a:pt x="1116" y="19752"/>
                </a:lnTo>
                <a:lnTo>
                  <a:pt x="2239" y="17894"/>
                </a:lnTo>
                <a:lnTo>
                  <a:pt x="3377" y="16009"/>
                </a:lnTo>
                <a:lnTo>
                  <a:pt x="4493" y="14052"/>
                </a:lnTo>
                <a:lnTo>
                  <a:pt x="5551" y="12093"/>
                </a:lnTo>
                <a:lnTo>
                  <a:pt x="6552" y="10127"/>
                </a:lnTo>
                <a:lnTo>
                  <a:pt x="7499" y="8149"/>
                </a:lnTo>
                <a:lnTo>
                  <a:pt x="8395" y="6153"/>
                </a:lnTo>
                <a:lnTo>
                  <a:pt x="9241" y="4135"/>
                </a:lnTo>
                <a:lnTo>
                  <a:pt x="10044" y="2083"/>
                </a:lnTo>
                <a:lnTo>
                  <a:pt x="10800" y="0"/>
                </a:lnTo>
                <a:close/>
              </a:path>
            </a:pathLst>
          </a:custGeom>
          <a:solidFill>
            <a:srgbClr val="8586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3" name="contour_12961"/>
          <p:cNvSpPr/>
          <p:nvPr/>
        </p:nvSpPr>
        <p:spPr>
          <a:xfrm>
            <a:off x="2648628" y="5619041"/>
            <a:ext cx="3923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51" y="0"/>
                </a:moveTo>
                <a:lnTo>
                  <a:pt x="18041" y="0"/>
                </a:lnTo>
                <a:lnTo>
                  <a:pt x="20063" y="0"/>
                </a:lnTo>
                <a:lnTo>
                  <a:pt x="20669" y="2750"/>
                </a:lnTo>
                <a:lnTo>
                  <a:pt x="21139" y="5022"/>
                </a:lnTo>
                <a:lnTo>
                  <a:pt x="21456" y="6890"/>
                </a:lnTo>
                <a:lnTo>
                  <a:pt x="21600" y="8422"/>
                </a:lnTo>
                <a:lnTo>
                  <a:pt x="21556" y="9692"/>
                </a:lnTo>
                <a:lnTo>
                  <a:pt x="21311" y="10768"/>
                </a:lnTo>
                <a:lnTo>
                  <a:pt x="20850" y="11722"/>
                </a:lnTo>
                <a:lnTo>
                  <a:pt x="20151" y="12627"/>
                </a:lnTo>
                <a:lnTo>
                  <a:pt x="19204" y="13552"/>
                </a:lnTo>
                <a:lnTo>
                  <a:pt x="17989" y="14567"/>
                </a:lnTo>
                <a:lnTo>
                  <a:pt x="16488" y="15744"/>
                </a:lnTo>
                <a:lnTo>
                  <a:pt x="14486" y="16783"/>
                </a:lnTo>
                <a:lnTo>
                  <a:pt x="12467" y="17794"/>
                </a:lnTo>
                <a:lnTo>
                  <a:pt x="10421" y="18779"/>
                </a:lnTo>
                <a:lnTo>
                  <a:pt x="8338" y="19742"/>
                </a:lnTo>
                <a:lnTo>
                  <a:pt x="6208" y="20682"/>
                </a:lnTo>
                <a:lnTo>
                  <a:pt x="4013" y="21600"/>
                </a:lnTo>
                <a:lnTo>
                  <a:pt x="2628" y="20416"/>
                </a:lnTo>
                <a:lnTo>
                  <a:pt x="1745" y="19574"/>
                </a:lnTo>
                <a:lnTo>
                  <a:pt x="995" y="18662"/>
                </a:lnTo>
                <a:lnTo>
                  <a:pt x="0" y="17280"/>
                </a:lnTo>
                <a:lnTo>
                  <a:pt x="1770" y="16373"/>
                </a:lnTo>
                <a:lnTo>
                  <a:pt x="3547" y="15470"/>
                </a:lnTo>
                <a:lnTo>
                  <a:pt x="5337" y="14574"/>
                </a:lnTo>
                <a:lnTo>
                  <a:pt x="7142" y="13686"/>
                </a:lnTo>
                <a:lnTo>
                  <a:pt x="8964" y="12809"/>
                </a:lnTo>
                <a:lnTo>
                  <a:pt x="10597" y="11597"/>
                </a:lnTo>
                <a:lnTo>
                  <a:pt x="11873" y="10357"/>
                </a:lnTo>
                <a:lnTo>
                  <a:pt x="12844" y="9087"/>
                </a:lnTo>
                <a:lnTo>
                  <a:pt x="13571" y="7780"/>
                </a:lnTo>
                <a:lnTo>
                  <a:pt x="14112" y="6435"/>
                </a:lnTo>
                <a:lnTo>
                  <a:pt x="14526" y="5048"/>
                </a:lnTo>
                <a:lnTo>
                  <a:pt x="14871" y="3616"/>
                </a:lnTo>
                <a:lnTo>
                  <a:pt x="15204" y="2134"/>
                </a:lnTo>
                <a:lnTo>
                  <a:pt x="15625" y="1076"/>
                </a:lnTo>
                <a:lnTo>
                  <a:pt x="16051" y="0"/>
                </a:lnTo>
                <a:close/>
              </a:path>
            </a:pathLst>
          </a:custGeom>
          <a:solidFill>
            <a:srgbClr val="D5DD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4" name="contour_12962"/>
          <p:cNvSpPr/>
          <p:nvPr/>
        </p:nvSpPr>
        <p:spPr>
          <a:xfrm>
            <a:off x="2116604" y="5626329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2861" y="1225"/>
                </a:lnTo>
                <a:lnTo>
                  <a:pt x="12761" y="2456"/>
                </a:lnTo>
                <a:lnTo>
                  <a:pt x="12658" y="3704"/>
                </a:lnTo>
                <a:lnTo>
                  <a:pt x="12597" y="4905"/>
                </a:lnTo>
                <a:lnTo>
                  <a:pt x="12537" y="6106"/>
                </a:lnTo>
                <a:lnTo>
                  <a:pt x="12480" y="7305"/>
                </a:lnTo>
                <a:lnTo>
                  <a:pt x="12420" y="8506"/>
                </a:lnTo>
                <a:lnTo>
                  <a:pt x="12308" y="9718"/>
                </a:lnTo>
                <a:lnTo>
                  <a:pt x="12200" y="10947"/>
                </a:lnTo>
                <a:lnTo>
                  <a:pt x="12165" y="12122"/>
                </a:lnTo>
                <a:lnTo>
                  <a:pt x="12191" y="13038"/>
                </a:lnTo>
                <a:lnTo>
                  <a:pt x="12303" y="14001"/>
                </a:lnTo>
                <a:lnTo>
                  <a:pt x="12550" y="15314"/>
                </a:lnTo>
                <a:lnTo>
                  <a:pt x="12960" y="17280"/>
                </a:lnTo>
                <a:lnTo>
                  <a:pt x="15543" y="18230"/>
                </a:lnTo>
                <a:lnTo>
                  <a:pt x="17306" y="18773"/>
                </a:lnTo>
                <a:lnTo>
                  <a:pt x="19056" y="19107"/>
                </a:lnTo>
                <a:lnTo>
                  <a:pt x="21600" y="19440"/>
                </a:lnTo>
                <a:lnTo>
                  <a:pt x="19034" y="19868"/>
                </a:lnTo>
                <a:lnTo>
                  <a:pt x="16459" y="20298"/>
                </a:lnTo>
                <a:lnTo>
                  <a:pt x="13876" y="20727"/>
                </a:lnTo>
                <a:lnTo>
                  <a:pt x="11271" y="21162"/>
                </a:lnTo>
                <a:lnTo>
                  <a:pt x="8640" y="21600"/>
                </a:lnTo>
                <a:lnTo>
                  <a:pt x="7802" y="20207"/>
                </a:lnTo>
                <a:lnTo>
                  <a:pt x="6981" y="18814"/>
                </a:lnTo>
                <a:lnTo>
                  <a:pt x="6165" y="17420"/>
                </a:lnTo>
                <a:lnTo>
                  <a:pt x="5361" y="16025"/>
                </a:lnTo>
                <a:lnTo>
                  <a:pt x="4566" y="14630"/>
                </a:lnTo>
                <a:lnTo>
                  <a:pt x="3780" y="13230"/>
                </a:lnTo>
                <a:lnTo>
                  <a:pt x="3054" y="12044"/>
                </a:lnTo>
                <a:lnTo>
                  <a:pt x="2311" y="10843"/>
                </a:lnTo>
                <a:lnTo>
                  <a:pt x="1685" y="9677"/>
                </a:lnTo>
                <a:lnTo>
                  <a:pt x="1253" y="8754"/>
                </a:lnTo>
                <a:lnTo>
                  <a:pt x="899" y="7763"/>
                </a:lnTo>
                <a:lnTo>
                  <a:pt x="518" y="6389"/>
                </a:lnTo>
                <a:lnTo>
                  <a:pt x="0" y="4320"/>
                </a:lnTo>
                <a:lnTo>
                  <a:pt x="2588" y="2499"/>
                </a:lnTo>
                <a:lnTo>
                  <a:pt x="4523" y="1281"/>
                </a:lnTo>
                <a:lnTo>
                  <a:pt x="6169" y="540"/>
                </a:lnTo>
                <a:lnTo>
                  <a:pt x="7884" y="160"/>
                </a:lnTo>
                <a:lnTo>
                  <a:pt x="10027" y="19"/>
                </a:lnTo>
                <a:lnTo>
                  <a:pt x="12960" y="0"/>
                </a:lnTo>
                <a:close/>
              </a:path>
            </a:pathLst>
          </a:custGeom>
          <a:solidFill>
            <a:srgbClr val="3C3A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5" name="contour_12963"/>
          <p:cNvSpPr/>
          <p:nvPr/>
        </p:nvSpPr>
        <p:spPr>
          <a:xfrm>
            <a:off x="4426898" y="5633617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00"/>
                </a:moveTo>
                <a:lnTo>
                  <a:pt x="19815" y="2700"/>
                </a:lnTo>
                <a:lnTo>
                  <a:pt x="18020" y="2700"/>
                </a:lnTo>
                <a:lnTo>
                  <a:pt x="16200" y="2700"/>
                </a:lnTo>
                <a:lnTo>
                  <a:pt x="16200" y="4571"/>
                </a:lnTo>
                <a:lnTo>
                  <a:pt x="16200" y="6445"/>
                </a:lnTo>
                <a:lnTo>
                  <a:pt x="16200" y="8319"/>
                </a:lnTo>
                <a:lnTo>
                  <a:pt x="16200" y="10195"/>
                </a:lnTo>
                <a:lnTo>
                  <a:pt x="16200" y="12080"/>
                </a:lnTo>
                <a:lnTo>
                  <a:pt x="16200" y="13967"/>
                </a:lnTo>
                <a:lnTo>
                  <a:pt x="16200" y="15862"/>
                </a:lnTo>
                <a:lnTo>
                  <a:pt x="16200" y="17766"/>
                </a:lnTo>
                <a:lnTo>
                  <a:pt x="16200" y="19678"/>
                </a:lnTo>
                <a:lnTo>
                  <a:pt x="16200" y="21600"/>
                </a:lnTo>
                <a:lnTo>
                  <a:pt x="14863" y="20930"/>
                </a:lnTo>
                <a:lnTo>
                  <a:pt x="13522" y="20261"/>
                </a:lnTo>
                <a:lnTo>
                  <a:pt x="12169" y="19583"/>
                </a:lnTo>
                <a:lnTo>
                  <a:pt x="10800" y="18900"/>
                </a:lnTo>
                <a:lnTo>
                  <a:pt x="10436" y="17277"/>
                </a:lnTo>
                <a:lnTo>
                  <a:pt x="10074" y="15652"/>
                </a:lnTo>
                <a:lnTo>
                  <a:pt x="9720" y="14027"/>
                </a:lnTo>
                <a:lnTo>
                  <a:pt x="9377" y="12398"/>
                </a:lnTo>
                <a:lnTo>
                  <a:pt x="9050" y="10768"/>
                </a:lnTo>
                <a:lnTo>
                  <a:pt x="8254" y="8988"/>
                </a:lnTo>
                <a:lnTo>
                  <a:pt x="7274" y="7541"/>
                </a:lnTo>
                <a:lnTo>
                  <a:pt x="6124" y="6353"/>
                </a:lnTo>
                <a:lnTo>
                  <a:pt x="4811" y="5349"/>
                </a:lnTo>
                <a:lnTo>
                  <a:pt x="3345" y="4455"/>
                </a:lnTo>
                <a:lnTo>
                  <a:pt x="1739" y="3596"/>
                </a:lnTo>
                <a:lnTo>
                  <a:pt x="0" y="2700"/>
                </a:lnTo>
                <a:lnTo>
                  <a:pt x="3221" y="1877"/>
                </a:lnTo>
                <a:lnTo>
                  <a:pt x="5935" y="1202"/>
                </a:lnTo>
                <a:lnTo>
                  <a:pt x="8216" y="675"/>
                </a:lnTo>
                <a:lnTo>
                  <a:pt x="10136" y="300"/>
                </a:lnTo>
                <a:lnTo>
                  <a:pt x="11775" y="76"/>
                </a:lnTo>
                <a:lnTo>
                  <a:pt x="13203" y="0"/>
                </a:lnTo>
                <a:lnTo>
                  <a:pt x="14499" y="76"/>
                </a:lnTo>
                <a:lnTo>
                  <a:pt x="15736" y="300"/>
                </a:lnTo>
                <a:lnTo>
                  <a:pt x="16991" y="675"/>
                </a:lnTo>
                <a:lnTo>
                  <a:pt x="18336" y="1202"/>
                </a:lnTo>
                <a:lnTo>
                  <a:pt x="19848" y="1877"/>
                </a:lnTo>
                <a:lnTo>
                  <a:pt x="21600" y="2700"/>
                </a:lnTo>
                <a:close/>
              </a:path>
            </a:pathLst>
          </a:custGeom>
          <a:solidFill>
            <a:srgbClr val="DDE4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6" name="contour_12964"/>
          <p:cNvSpPr/>
          <p:nvPr/>
        </p:nvSpPr>
        <p:spPr>
          <a:xfrm>
            <a:off x="4717105" y="5621497"/>
            <a:ext cx="52328" cy="412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29"/>
                </a:moveTo>
                <a:lnTo>
                  <a:pt x="20180" y="4447"/>
                </a:lnTo>
                <a:lnTo>
                  <a:pt x="18754" y="6358"/>
                </a:lnTo>
                <a:lnTo>
                  <a:pt x="17325" y="8265"/>
                </a:lnTo>
                <a:lnTo>
                  <a:pt x="15890" y="10165"/>
                </a:lnTo>
                <a:lnTo>
                  <a:pt x="14455" y="12064"/>
                </a:lnTo>
                <a:lnTo>
                  <a:pt x="13128" y="13838"/>
                </a:lnTo>
                <a:lnTo>
                  <a:pt x="11790" y="15619"/>
                </a:lnTo>
                <a:lnTo>
                  <a:pt x="10436" y="17427"/>
                </a:lnTo>
                <a:lnTo>
                  <a:pt x="8496" y="19464"/>
                </a:lnTo>
                <a:lnTo>
                  <a:pt x="7009" y="20700"/>
                </a:lnTo>
                <a:lnTo>
                  <a:pt x="5505" y="21333"/>
                </a:lnTo>
                <a:lnTo>
                  <a:pt x="3508" y="21566"/>
                </a:lnTo>
                <a:lnTo>
                  <a:pt x="542" y="21600"/>
                </a:lnTo>
                <a:lnTo>
                  <a:pt x="181" y="19105"/>
                </a:lnTo>
                <a:lnTo>
                  <a:pt x="0" y="17263"/>
                </a:lnTo>
                <a:lnTo>
                  <a:pt x="0" y="15524"/>
                </a:lnTo>
                <a:lnTo>
                  <a:pt x="181" y="13338"/>
                </a:lnTo>
                <a:lnTo>
                  <a:pt x="542" y="10157"/>
                </a:lnTo>
                <a:lnTo>
                  <a:pt x="2341" y="7632"/>
                </a:lnTo>
                <a:lnTo>
                  <a:pt x="4061" y="5454"/>
                </a:lnTo>
                <a:lnTo>
                  <a:pt x="5737" y="3627"/>
                </a:lnTo>
                <a:lnTo>
                  <a:pt x="7401" y="2166"/>
                </a:lnTo>
                <a:lnTo>
                  <a:pt x="9088" y="1068"/>
                </a:lnTo>
                <a:lnTo>
                  <a:pt x="10830" y="347"/>
                </a:lnTo>
                <a:lnTo>
                  <a:pt x="12665" y="0"/>
                </a:lnTo>
                <a:lnTo>
                  <a:pt x="14624" y="38"/>
                </a:lnTo>
                <a:lnTo>
                  <a:pt x="16745" y="469"/>
                </a:lnTo>
                <a:lnTo>
                  <a:pt x="19058" y="1297"/>
                </a:lnTo>
                <a:lnTo>
                  <a:pt x="21600" y="2529"/>
                </a:lnTo>
                <a:close/>
              </a:path>
            </a:pathLst>
          </a:custGeom>
          <a:solidFill>
            <a:srgbClr val="6658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7" name="contour_12965"/>
          <p:cNvSpPr/>
          <p:nvPr/>
        </p:nvSpPr>
        <p:spPr>
          <a:xfrm>
            <a:off x="753750" y="5617591"/>
            <a:ext cx="51016" cy="23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57" y="61"/>
                </a:lnTo>
                <a:lnTo>
                  <a:pt x="13892" y="189"/>
                </a:lnTo>
                <a:lnTo>
                  <a:pt x="15817" y="371"/>
                </a:lnTo>
                <a:lnTo>
                  <a:pt x="17740" y="621"/>
                </a:lnTo>
                <a:lnTo>
                  <a:pt x="19668" y="945"/>
                </a:lnTo>
                <a:lnTo>
                  <a:pt x="21600" y="1344"/>
                </a:lnTo>
                <a:lnTo>
                  <a:pt x="21600" y="5354"/>
                </a:lnTo>
                <a:lnTo>
                  <a:pt x="21600" y="9379"/>
                </a:lnTo>
                <a:lnTo>
                  <a:pt x="21600" y="13416"/>
                </a:lnTo>
                <a:lnTo>
                  <a:pt x="21600" y="17488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3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531" y="14362"/>
                </a:lnTo>
                <a:lnTo>
                  <a:pt x="2737" y="9142"/>
                </a:lnTo>
                <a:lnTo>
                  <a:pt x="3792" y="5550"/>
                </a:lnTo>
                <a:lnTo>
                  <a:pt x="4872" y="3221"/>
                </a:lnTo>
                <a:lnTo>
                  <a:pt x="6153" y="1769"/>
                </a:lnTo>
                <a:lnTo>
                  <a:pt x="7810" y="824"/>
                </a:lnTo>
                <a:lnTo>
                  <a:pt x="10016" y="0"/>
                </a:lnTo>
                <a:close/>
              </a:path>
            </a:pathLst>
          </a:custGeom>
          <a:solidFill>
            <a:srgbClr val="B7BD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8" name="contour_12966"/>
          <p:cNvSpPr/>
          <p:nvPr/>
        </p:nvSpPr>
        <p:spPr>
          <a:xfrm>
            <a:off x="10002211" y="5611753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948" y="6099"/>
                </a:lnTo>
                <a:lnTo>
                  <a:pt x="20425" y="10363"/>
                </a:lnTo>
                <a:lnTo>
                  <a:pt x="19920" y="13364"/>
                </a:lnTo>
                <a:lnTo>
                  <a:pt x="19306" y="15670"/>
                </a:lnTo>
                <a:lnTo>
                  <a:pt x="18468" y="17837"/>
                </a:lnTo>
                <a:lnTo>
                  <a:pt x="17280" y="20450"/>
                </a:lnTo>
                <a:lnTo>
                  <a:pt x="14282" y="21232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55"/>
                </a:lnTo>
                <a:lnTo>
                  <a:pt x="3132" y="20940"/>
                </a:lnTo>
                <a:lnTo>
                  <a:pt x="0" y="20450"/>
                </a:lnTo>
                <a:lnTo>
                  <a:pt x="0" y="17076"/>
                </a:lnTo>
                <a:lnTo>
                  <a:pt x="0" y="13696"/>
                </a:lnTo>
                <a:lnTo>
                  <a:pt x="0" y="10302"/>
                </a:lnTo>
                <a:lnTo>
                  <a:pt x="0" y="6892"/>
                </a:lnTo>
                <a:lnTo>
                  <a:pt x="0" y="3461"/>
                </a:lnTo>
                <a:lnTo>
                  <a:pt x="0" y="0"/>
                </a:lnTo>
                <a:close/>
              </a:path>
            </a:pathLst>
          </a:custGeom>
          <a:solidFill>
            <a:srgbClr val="CCD0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69" name="contour_12967"/>
          <p:cNvSpPr/>
          <p:nvPr/>
        </p:nvSpPr>
        <p:spPr>
          <a:xfrm>
            <a:off x="4403131" y="5605836"/>
            <a:ext cx="45630" cy="496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09" y="358"/>
                </a:moveTo>
                <a:lnTo>
                  <a:pt x="20092" y="1459"/>
                </a:lnTo>
                <a:lnTo>
                  <a:pt x="21600" y="2575"/>
                </a:lnTo>
                <a:lnTo>
                  <a:pt x="21600" y="4671"/>
                </a:lnTo>
                <a:lnTo>
                  <a:pt x="21600" y="6779"/>
                </a:lnTo>
                <a:lnTo>
                  <a:pt x="21600" y="8917"/>
                </a:lnTo>
                <a:lnTo>
                  <a:pt x="19961" y="8653"/>
                </a:lnTo>
                <a:lnTo>
                  <a:pt x="18312" y="8390"/>
                </a:lnTo>
                <a:lnTo>
                  <a:pt x="16642" y="8124"/>
                </a:lnTo>
                <a:lnTo>
                  <a:pt x="15849" y="8238"/>
                </a:lnTo>
                <a:lnTo>
                  <a:pt x="14452" y="8444"/>
                </a:lnTo>
                <a:lnTo>
                  <a:pt x="11250" y="8917"/>
                </a:lnTo>
                <a:lnTo>
                  <a:pt x="10498" y="10882"/>
                </a:lnTo>
                <a:lnTo>
                  <a:pt x="9922" y="12820"/>
                </a:lnTo>
                <a:lnTo>
                  <a:pt x="9484" y="14764"/>
                </a:lnTo>
                <a:lnTo>
                  <a:pt x="9146" y="16755"/>
                </a:lnTo>
                <a:lnTo>
                  <a:pt x="8866" y="18825"/>
                </a:lnTo>
                <a:lnTo>
                  <a:pt x="8601" y="19517"/>
                </a:lnTo>
                <a:lnTo>
                  <a:pt x="7800" y="21600"/>
                </a:lnTo>
                <a:lnTo>
                  <a:pt x="5520" y="21600"/>
                </a:lnTo>
                <a:lnTo>
                  <a:pt x="3226" y="21600"/>
                </a:lnTo>
                <a:lnTo>
                  <a:pt x="900" y="21600"/>
                </a:lnTo>
                <a:lnTo>
                  <a:pt x="400" y="18207"/>
                </a:lnTo>
                <a:lnTo>
                  <a:pt x="100" y="15797"/>
                </a:lnTo>
                <a:lnTo>
                  <a:pt x="0" y="14015"/>
                </a:lnTo>
                <a:lnTo>
                  <a:pt x="100" y="12509"/>
                </a:lnTo>
                <a:lnTo>
                  <a:pt x="400" y="10927"/>
                </a:lnTo>
                <a:lnTo>
                  <a:pt x="900" y="8917"/>
                </a:lnTo>
                <a:lnTo>
                  <a:pt x="2491" y="7223"/>
                </a:lnTo>
                <a:lnTo>
                  <a:pt x="4150" y="5578"/>
                </a:lnTo>
                <a:lnTo>
                  <a:pt x="5892" y="4030"/>
                </a:lnTo>
                <a:lnTo>
                  <a:pt x="7721" y="2651"/>
                </a:lnTo>
                <a:lnTo>
                  <a:pt x="9653" y="1497"/>
                </a:lnTo>
                <a:lnTo>
                  <a:pt x="11699" y="631"/>
                </a:lnTo>
                <a:lnTo>
                  <a:pt x="13865" y="111"/>
                </a:lnTo>
                <a:lnTo>
                  <a:pt x="16166" y="0"/>
                </a:lnTo>
                <a:lnTo>
                  <a:pt x="18609" y="358"/>
                </a:lnTo>
                <a:close/>
              </a:path>
            </a:pathLst>
          </a:custGeom>
          <a:solidFill>
            <a:srgbClr val="E1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0" name="contour_12968"/>
          <p:cNvSpPr/>
          <p:nvPr/>
        </p:nvSpPr>
        <p:spPr>
          <a:xfrm>
            <a:off x="491382" y="5589889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445"/>
                </a:lnTo>
                <a:lnTo>
                  <a:pt x="7133" y="891"/>
                </a:lnTo>
                <a:lnTo>
                  <a:pt x="10719" y="1339"/>
                </a:lnTo>
                <a:lnTo>
                  <a:pt x="14321" y="1790"/>
                </a:lnTo>
                <a:lnTo>
                  <a:pt x="17944" y="2244"/>
                </a:lnTo>
                <a:lnTo>
                  <a:pt x="21600" y="2700"/>
                </a:lnTo>
                <a:lnTo>
                  <a:pt x="18031" y="2700"/>
                </a:lnTo>
                <a:lnTo>
                  <a:pt x="14440" y="2700"/>
                </a:lnTo>
                <a:lnTo>
                  <a:pt x="10800" y="2700"/>
                </a:lnTo>
                <a:lnTo>
                  <a:pt x="11529" y="3388"/>
                </a:lnTo>
                <a:lnTo>
                  <a:pt x="13732" y="5462"/>
                </a:lnTo>
                <a:lnTo>
                  <a:pt x="14882" y="6669"/>
                </a:lnTo>
                <a:lnTo>
                  <a:pt x="16038" y="7881"/>
                </a:lnTo>
                <a:lnTo>
                  <a:pt x="17215" y="9112"/>
                </a:lnTo>
                <a:lnTo>
                  <a:pt x="17744" y="9642"/>
                </a:lnTo>
                <a:lnTo>
                  <a:pt x="18679" y="10579"/>
                </a:lnTo>
                <a:lnTo>
                  <a:pt x="20817" y="12720"/>
                </a:lnTo>
                <a:lnTo>
                  <a:pt x="21206" y="14448"/>
                </a:lnTo>
                <a:lnTo>
                  <a:pt x="21600" y="16200"/>
                </a:lnTo>
                <a:lnTo>
                  <a:pt x="18927" y="17091"/>
                </a:lnTo>
                <a:lnTo>
                  <a:pt x="16249" y="17985"/>
                </a:lnTo>
                <a:lnTo>
                  <a:pt x="13559" y="18878"/>
                </a:lnTo>
                <a:lnTo>
                  <a:pt x="10859" y="19780"/>
                </a:lnTo>
                <a:lnTo>
                  <a:pt x="8143" y="20687"/>
                </a:lnTo>
                <a:lnTo>
                  <a:pt x="5400" y="21600"/>
                </a:lnTo>
                <a:lnTo>
                  <a:pt x="4952" y="19818"/>
                </a:lnTo>
                <a:lnTo>
                  <a:pt x="4509" y="18036"/>
                </a:lnTo>
                <a:lnTo>
                  <a:pt x="4061" y="16251"/>
                </a:lnTo>
                <a:lnTo>
                  <a:pt x="3618" y="14464"/>
                </a:lnTo>
                <a:lnTo>
                  <a:pt x="3170" y="12674"/>
                </a:lnTo>
                <a:lnTo>
                  <a:pt x="2722" y="10881"/>
                </a:lnTo>
                <a:lnTo>
                  <a:pt x="2273" y="9083"/>
                </a:lnTo>
                <a:lnTo>
                  <a:pt x="1820" y="7279"/>
                </a:lnTo>
                <a:lnTo>
                  <a:pt x="1366" y="5470"/>
                </a:lnTo>
                <a:lnTo>
                  <a:pt x="913" y="3656"/>
                </a:lnTo>
                <a:lnTo>
                  <a:pt x="459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9AAC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1" name="contour_12969"/>
          <p:cNvSpPr/>
          <p:nvPr/>
        </p:nvSpPr>
        <p:spPr>
          <a:xfrm>
            <a:off x="8333261" y="560446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10121" y="1123"/>
                </a:lnTo>
                <a:lnTo>
                  <a:pt x="12855" y="1955"/>
                </a:lnTo>
                <a:lnTo>
                  <a:pt x="14719" y="2651"/>
                </a:lnTo>
                <a:lnTo>
                  <a:pt x="16055" y="3359"/>
                </a:lnTo>
                <a:lnTo>
                  <a:pt x="17206" y="4223"/>
                </a:lnTo>
                <a:lnTo>
                  <a:pt x="18514" y="5400"/>
                </a:lnTo>
                <a:lnTo>
                  <a:pt x="19125" y="8608"/>
                </a:lnTo>
                <a:lnTo>
                  <a:pt x="19739" y="11826"/>
                </a:lnTo>
                <a:lnTo>
                  <a:pt x="20353" y="15055"/>
                </a:lnTo>
                <a:lnTo>
                  <a:pt x="20974" y="18311"/>
                </a:lnTo>
                <a:lnTo>
                  <a:pt x="21600" y="21600"/>
                </a:lnTo>
                <a:lnTo>
                  <a:pt x="19462" y="21065"/>
                </a:lnTo>
                <a:lnTo>
                  <a:pt x="17320" y="20531"/>
                </a:lnTo>
                <a:lnTo>
                  <a:pt x="15179" y="19996"/>
                </a:lnTo>
                <a:lnTo>
                  <a:pt x="13034" y="19456"/>
                </a:lnTo>
                <a:lnTo>
                  <a:pt x="10880" y="18922"/>
                </a:lnTo>
                <a:lnTo>
                  <a:pt x="8723" y="18382"/>
                </a:lnTo>
                <a:lnTo>
                  <a:pt x="6557" y="17842"/>
                </a:lnTo>
                <a:lnTo>
                  <a:pt x="4382" y="17296"/>
                </a:lnTo>
                <a:lnTo>
                  <a:pt x="2197" y="16751"/>
                </a:lnTo>
                <a:lnTo>
                  <a:pt x="0" y="16200"/>
                </a:lnTo>
                <a:lnTo>
                  <a:pt x="1527" y="14861"/>
                </a:lnTo>
                <a:lnTo>
                  <a:pt x="3064" y="13522"/>
                </a:lnTo>
                <a:lnTo>
                  <a:pt x="4607" y="12166"/>
                </a:lnTo>
                <a:lnTo>
                  <a:pt x="6171" y="10800"/>
                </a:lnTo>
                <a:lnTo>
                  <a:pt x="6171" y="7231"/>
                </a:lnTo>
                <a:lnTo>
                  <a:pt x="6171" y="3640"/>
                </a:lnTo>
                <a:lnTo>
                  <a:pt x="6171" y="0"/>
                </a:lnTo>
                <a:close/>
              </a:path>
            </a:pathLst>
          </a:custGeom>
          <a:solidFill>
            <a:srgbClr val="2F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2" name="contour_12970"/>
          <p:cNvSpPr/>
          <p:nvPr/>
        </p:nvSpPr>
        <p:spPr>
          <a:xfrm>
            <a:off x="4696553" y="5610274"/>
            <a:ext cx="51016" cy="374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54"/>
                </a:moveTo>
                <a:lnTo>
                  <a:pt x="20255" y="5471"/>
                </a:lnTo>
                <a:lnTo>
                  <a:pt x="19153" y="9109"/>
                </a:lnTo>
                <a:lnTo>
                  <a:pt x="18206" y="11940"/>
                </a:lnTo>
                <a:lnTo>
                  <a:pt x="17323" y="14127"/>
                </a:lnTo>
                <a:lnTo>
                  <a:pt x="16419" y="15843"/>
                </a:lnTo>
                <a:lnTo>
                  <a:pt x="15404" y="17256"/>
                </a:lnTo>
                <a:lnTo>
                  <a:pt x="14188" y="18530"/>
                </a:lnTo>
                <a:lnTo>
                  <a:pt x="12682" y="19842"/>
                </a:lnTo>
                <a:lnTo>
                  <a:pt x="10800" y="21356"/>
                </a:lnTo>
                <a:lnTo>
                  <a:pt x="8066" y="21600"/>
                </a:lnTo>
                <a:lnTo>
                  <a:pt x="6292" y="21322"/>
                </a:lnTo>
                <a:lnTo>
                  <a:pt x="4696" y="20208"/>
                </a:lnTo>
                <a:lnTo>
                  <a:pt x="2506" y="17937"/>
                </a:lnTo>
                <a:lnTo>
                  <a:pt x="1882" y="16827"/>
                </a:lnTo>
                <a:lnTo>
                  <a:pt x="0" y="13471"/>
                </a:lnTo>
                <a:lnTo>
                  <a:pt x="3107" y="9871"/>
                </a:lnTo>
                <a:lnTo>
                  <a:pt x="5693" y="6931"/>
                </a:lnTo>
                <a:lnTo>
                  <a:pt x="7853" y="4597"/>
                </a:lnTo>
                <a:lnTo>
                  <a:pt x="9692" y="2809"/>
                </a:lnTo>
                <a:lnTo>
                  <a:pt x="11300" y="1514"/>
                </a:lnTo>
                <a:lnTo>
                  <a:pt x="12775" y="648"/>
                </a:lnTo>
                <a:lnTo>
                  <a:pt x="14219" y="164"/>
                </a:lnTo>
                <a:lnTo>
                  <a:pt x="15725" y="0"/>
                </a:lnTo>
                <a:lnTo>
                  <a:pt x="17391" y="97"/>
                </a:lnTo>
                <a:lnTo>
                  <a:pt x="19320" y="400"/>
                </a:lnTo>
                <a:lnTo>
                  <a:pt x="21600" y="854"/>
                </a:lnTo>
                <a:close/>
              </a:path>
            </a:pathLst>
          </a:custGeom>
          <a:solidFill>
            <a:srgbClr val="5145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3" name="contour_12971"/>
          <p:cNvSpPr/>
          <p:nvPr/>
        </p:nvSpPr>
        <p:spPr>
          <a:xfrm>
            <a:off x="11359155" y="5582601"/>
            <a:ext cx="3835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28" y="0"/>
                </a:moveTo>
                <a:lnTo>
                  <a:pt x="6234" y="256"/>
                </a:lnTo>
                <a:lnTo>
                  <a:pt x="9045" y="590"/>
                </a:lnTo>
                <a:lnTo>
                  <a:pt x="11779" y="1044"/>
                </a:lnTo>
                <a:lnTo>
                  <a:pt x="14455" y="1670"/>
                </a:lnTo>
                <a:lnTo>
                  <a:pt x="17106" y="2506"/>
                </a:lnTo>
                <a:lnTo>
                  <a:pt x="19745" y="3600"/>
                </a:lnTo>
                <a:lnTo>
                  <a:pt x="20734" y="5879"/>
                </a:lnTo>
                <a:lnTo>
                  <a:pt x="21329" y="7981"/>
                </a:lnTo>
                <a:lnTo>
                  <a:pt x="21596" y="10055"/>
                </a:lnTo>
                <a:lnTo>
                  <a:pt x="21600" y="12240"/>
                </a:lnTo>
                <a:lnTo>
                  <a:pt x="21411" y="14681"/>
                </a:lnTo>
                <a:lnTo>
                  <a:pt x="20102" y="17082"/>
                </a:lnTo>
                <a:lnTo>
                  <a:pt x="18707" y="18392"/>
                </a:lnTo>
                <a:lnTo>
                  <a:pt x="16027" y="19742"/>
                </a:lnTo>
                <a:lnTo>
                  <a:pt x="13490" y="20250"/>
                </a:lnTo>
                <a:lnTo>
                  <a:pt x="10974" y="20689"/>
                </a:lnTo>
                <a:lnTo>
                  <a:pt x="8454" y="21060"/>
                </a:lnTo>
                <a:lnTo>
                  <a:pt x="5914" y="21362"/>
                </a:lnTo>
                <a:lnTo>
                  <a:pt x="3328" y="21600"/>
                </a:lnTo>
                <a:lnTo>
                  <a:pt x="2073" y="18958"/>
                </a:lnTo>
                <a:lnTo>
                  <a:pt x="1092" y="16603"/>
                </a:lnTo>
                <a:lnTo>
                  <a:pt x="406" y="14414"/>
                </a:lnTo>
                <a:lnTo>
                  <a:pt x="33" y="12258"/>
                </a:lnTo>
                <a:lnTo>
                  <a:pt x="0" y="10008"/>
                </a:lnTo>
                <a:lnTo>
                  <a:pt x="320" y="7538"/>
                </a:lnTo>
                <a:lnTo>
                  <a:pt x="1022" y="4723"/>
                </a:lnTo>
                <a:lnTo>
                  <a:pt x="2167" y="2380"/>
                </a:lnTo>
                <a:lnTo>
                  <a:pt x="3328" y="0"/>
                </a:lnTo>
                <a:close/>
              </a:path>
            </a:pathLst>
          </a:custGeom>
          <a:solidFill>
            <a:srgbClr val="F2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4" name="contour_12972"/>
          <p:cNvSpPr/>
          <p:nvPr/>
        </p:nvSpPr>
        <p:spPr>
          <a:xfrm>
            <a:off x="607990" y="5604728"/>
            <a:ext cx="43728" cy="28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253"/>
                </a:moveTo>
                <a:lnTo>
                  <a:pt x="21600" y="8855"/>
                </a:lnTo>
                <a:lnTo>
                  <a:pt x="21600" y="12478"/>
                </a:lnTo>
                <a:lnTo>
                  <a:pt x="21600" y="16151"/>
                </a:lnTo>
                <a:lnTo>
                  <a:pt x="19224" y="16750"/>
                </a:lnTo>
                <a:lnTo>
                  <a:pt x="16844" y="17350"/>
                </a:lnTo>
                <a:lnTo>
                  <a:pt x="14465" y="17949"/>
                </a:lnTo>
                <a:lnTo>
                  <a:pt x="12078" y="18554"/>
                </a:lnTo>
                <a:lnTo>
                  <a:pt x="9684" y="19159"/>
                </a:lnTo>
                <a:lnTo>
                  <a:pt x="7279" y="19764"/>
                </a:lnTo>
                <a:lnTo>
                  <a:pt x="4867" y="20374"/>
                </a:lnTo>
                <a:lnTo>
                  <a:pt x="2441" y="20984"/>
                </a:lnTo>
                <a:lnTo>
                  <a:pt x="0" y="21600"/>
                </a:lnTo>
                <a:lnTo>
                  <a:pt x="0" y="18363"/>
                </a:lnTo>
                <a:lnTo>
                  <a:pt x="0" y="15116"/>
                </a:lnTo>
                <a:lnTo>
                  <a:pt x="0" y="11857"/>
                </a:lnTo>
                <a:lnTo>
                  <a:pt x="0" y="8571"/>
                </a:lnTo>
                <a:lnTo>
                  <a:pt x="0" y="5253"/>
                </a:lnTo>
                <a:lnTo>
                  <a:pt x="2153" y="2616"/>
                </a:lnTo>
                <a:lnTo>
                  <a:pt x="4410" y="954"/>
                </a:lnTo>
                <a:lnTo>
                  <a:pt x="6757" y="125"/>
                </a:lnTo>
                <a:lnTo>
                  <a:pt x="9173" y="0"/>
                </a:lnTo>
                <a:lnTo>
                  <a:pt x="11639" y="447"/>
                </a:lnTo>
                <a:lnTo>
                  <a:pt x="14134" y="1330"/>
                </a:lnTo>
                <a:lnTo>
                  <a:pt x="16636" y="2512"/>
                </a:lnTo>
                <a:lnTo>
                  <a:pt x="19134" y="3869"/>
                </a:lnTo>
                <a:lnTo>
                  <a:pt x="21600" y="5253"/>
                </a:lnTo>
                <a:close/>
              </a:path>
            </a:pathLst>
          </a:custGeom>
          <a:solidFill>
            <a:srgbClr val="21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5" name="contour_12973"/>
          <p:cNvSpPr/>
          <p:nvPr/>
        </p:nvSpPr>
        <p:spPr>
          <a:xfrm>
            <a:off x="10162547" y="5582601"/>
            <a:ext cx="393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560" y="515"/>
                </a:lnTo>
                <a:lnTo>
                  <a:pt x="8065" y="929"/>
                </a:lnTo>
                <a:lnTo>
                  <a:pt x="10746" y="1282"/>
                </a:lnTo>
                <a:lnTo>
                  <a:pt x="12836" y="1613"/>
                </a:lnTo>
                <a:lnTo>
                  <a:pt x="14571" y="1969"/>
                </a:lnTo>
                <a:lnTo>
                  <a:pt x="16181" y="2390"/>
                </a:lnTo>
                <a:lnTo>
                  <a:pt x="17907" y="2920"/>
                </a:lnTo>
                <a:lnTo>
                  <a:pt x="19981" y="3600"/>
                </a:lnTo>
                <a:lnTo>
                  <a:pt x="21060" y="6170"/>
                </a:lnTo>
                <a:lnTo>
                  <a:pt x="21600" y="8017"/>
                </a:lnTo>
                <a:lnTo>
                  <a:pt x="21600" y="9659"/>
                </a:lnTo>
                <a:lnTo>
                  <a:pt x="21060" y="11614"/>
                </a:lnTo>
                <a:lnTo>
                  <a:pt x="19981" y="14400"/>
                </a:lnTo>
                <a:lnTo>
                  <a:pt x="17784" y="15714"/>
                </a:lnTo>
                <a:lnTo>
                  <a:pt x="15594" y="16877"/>
                </a:lnTo>
                <a:lnTo>
                  <a:pt x="13388" y="17924"/>
                </a:lnTo>
                <a:lnTo>
                  <a:pt x="11146" y="18886"/>
                </a:lnTo>
                <a:lnTo>
                  <a:pt x="8848" y="19796"/>
                </a:lnTo>
                <a:lnTo>
                  <a:pt x="6474" y="20693"/>
                </a:lnTo>
                <a:lnTo>
                  <a:pt x="3996" y="21600"/>
                </a:lnTo>
                <a:lnTo>
                  <a:pt x="3557" y="19224"/>
                </a:lnTo>
                <a:lnTo>
                  <a:pt x="3117" y="16844"/>
                </a:lnTo>
                <a:lnTo>
                  <a:pt x="2678" y="14465"/>
                </a:lnTo>
                <a:lnTo>
                  <a:pt x="2234" y="12078"/>
                </a:lnTo>
                <a:lnTo>
                  <a:pt x="1790" y="9684"/>
                </a:lnTo>
                <a:lnTo>
                  <a:pt x="1347" y="7279"/>
                </a:lnTo>
                <a:lnTo>
                  <a:pt x="899" y="4867"/>
                </a:lnTo>
                <a:lnTo>
                  <a:pt x="452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846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6" name="contour_12974"/>
          <p:cNvSpPr/>
          <p:nvPr/>
        </p:nvSpPr>
        <p:spPr>
          <a:xfrm>
            <a:off x="5388912" y="5582601"/>
            <a:ext cx="3107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43" y="0"/>
                </a:lnTo>
                <a:lnTo>
                  <a:pt x="6692" y="0"/>
                </a:lnTo>
                <a:lnTo>
                  <a:pt x="10055" y="0"/>
                </a:lnTo>
                <a:lnTo>
                  <a:pt x="13434" y="0"/>
                </a:lnTo>
                <a:lnTo>
                  <a:pt x="16833" y="0"/>
                </a:lnTo>
                <a:lnTo>
                  <a:pt x="20263" y="0"/>
                </a:lnTo>
                <a:lnTo>
                  <a:pt x="21007" y="4994"/>
                </a:lnTo>
                <a:lnTo>
                  <a:pt x="21453" y="8506"/>
                </a:lnTo>
                <a:lnTo>
                  <a:pt x="21600" y="11007"/>
                </a:lnTo>
                <a:lnTo>
                  <a:pt x="21453" y="12986"/>
                </a:lnTo>
                <a:lnTo>
                  <a:pt x="21007" y="14917"/>
                </a:lnTo>
                <a:lnTo>
                  <a:pt x="20263" y="17280"/>
                </a:lnTo>
                <a:lnTo>
                  <a:pt x="16940" y="18649"/>
                </a:lnTo>
                <a:lnTo>
                  <a:pt x="13728" y="19630"/>
                </a:lnTo>
                <a:lnTo>
                  <a:pt x="10526" y="20321"/>
                </a:lnTo>
                <a:lnTo>
                  <a:pt x="7239" y="20818"/>
                </a:lnTo>
                <a:lnTo>
                  <a:pt x="3759" y="2121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B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7" name="contour_12975"/>
          <p:cNvSpPr/>
          <p:nvPr/>
        </p:nvSpPr>
        <p:spPr>
          <a:xfrm>
            <a:off x="5651280" y="5575313"/>
            <a:ext cx="3651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1" y="460"/>
                </a:lnTo>
                <a:lnTo>
                  <a:pt x="8364" y="827"/>
                </a:lnTo>
                <a:lnTo>
                  <a:pt x="10847" y="1188"/>
                </a:lnTo>
                <a:lnTo>
                  <a:pt x="12835" y="1629"/>
                </a:lnTo>
                <a:lnTo>
                  <a:pt x="14810" y="2231"/>
                </a:lnTo>
                <a:lnTo>
                  <a:pt x="17246" y="3086"/>
                </a:lnTo>
                <a:lnTo>
                  <a:pt x="18811" y="5061"/>
                </a:lnTo>
                <a:lnTo>
                  <a:pt x="20000" y="7017"/>
                </a:lnTo>
                <a:lnTo>
                  <a:pt x="20846" y="8992"/>
                </a:lnTo>
                <a:lnTo>
                  <a:pt x="21371" y="11025"/>
                </a:lnTo>
                <a:lnTo>
                  <a:pt x="21600" y="13157"/>
                </a:lnTo>
                <a:lnTo>
                  <a:pt x="21557" y="15429"/>
                </a:lnTo>
                <a:lnTo>
                  <a:pt x="19147" y="17693"/>
                </a:lnTo>
                <a:lnTo>
                  <a:pt x="17448" y="19094"/>
                </a:lnTo>
                <a:lnTo>
                  <a:pt x="15646" y="20202"/>
                </a:lnTo>
                <a:lnTo>
                  <a:pt x="12934" y="21600"/>
                </a:lnTo>
                <a:lnTo>
                  <a:pt x="12934" y="19767"/>
                </a:lnTo>
                <a:lnTo>
                  <a:pt x="12934" y="17928"/>
                </a:lnTo>
                <a:lnTo>
                  <a:pt x="12934" y="16083"/>
                </a:lnTo>
                <a:lnTo>
                  <a:pt x="12934" y="14222"/>
                </a:lnTo>
                <a:lnTo>
                  <a:pt x="12934" y="12343"/>
                </a:lnTo>
                <a:lnTo>
                  <a:pt x="10373" y="12343"/>
                </a:lnTo>
                <a:lnTo>
                  <a:pt x="7804" y="12343"/>
                </a:lnTo>
                <a:lnTo>
                  <a:pt x="5225" y="12343"/>
                </a:lnTo>
                <a:lnTo>
                  <a:pt x="2626" y="12343"/>
                </a:lnTo>
                <a:lnTo>
                  <a:pt x="0" y="12343"/>
                </a:lnTo>
                <a:lnTo>
                  <a:pt x="0" y="10306"/>
                </a:lnTo>
                <a:lnTo>
                  <a:pt x="0" y="8267"/>
                </a:lnTo>
                <a:lnTo>
                  <a:pt x="0" y="6218"/>
                </a:lnTo>
                <a:lnTo>
                  <a:pt x="0" y="4160"/>
                </a:lnTo>
                <a:lnTo>
                  <a:pt x="0" y="2089"/>
                </a:lnTo>
                <a:lnTo>
                  <a:pt x="0" y="0"/>
                </a:lnTo>
                <a:close/>
              </a:path>
            </a:pathLst>
          </a:custGeom>
          <a:solidFill>
            <a:srgbClr val="A590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8" name="contour_12976"/>
          <p:cNvSpPr/>
          <p:nvPr/>
        </p:nvSpPr>
        <p:spPr>
          <a:xfrm>
            <a:off x="2043724" y="5553450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570" y="1782"/>
                </a:lnTo>
                <a:lnTo>
                  <a:pt x="20239" y="3571"/>
                </a:lnTo>
                <a:lnTo>
                  <a:pt x="20917" y="5375"/>
                </a:lnTo>
                <a:lnTo>
                  <a:pt x="21600" y="7200"/>
                </a:lnTo>
                <a:lnTo>
                  <a:pt x="20571" y="9475"/>
                </a:lnTo>
                <a:lnTo>
                  <a:pt x="19459" y="11596"/>
                </a:lnTo>
                <a:lnTo>
                  <a:pt x="18257" y="13572"/>
                </a:lnTo>
                <a:lnTo>
                  <a:pt x="16964" y="15408"/>
                </a:lnTo>
                <a:lnTo>
                  <a:pt x="15574" y="17122"/>
                </a:lnTo>
                <a:lnTo>
                  <a:pt x="14086" y="18720"/>
                </a:lnTo>
                <a:lnTo>
                  <a:pt x="12496" y="20207"/>
                </a:lnTo>
                <a:lnTo>
                  <a:pt x="10800" y="21600"/>
                </a:lnTo>
                <a:lnTo>
                  <a:pt x="8937" y="21082"/>
                </a:lnTo>
                <a:lnTo>
                  <a:pt x="7306" y="20390"/>
                </a:lnTo>
                <a:lnTo>
                  <a:pt x="5832" y="19526"/>
                </a:lnTo>
                <a:lnTo>
                  <a:pt x="4439" y="18497"/>
                </a:lnTo>
                <a:lnTo>
                  <a:pt x="3051" y="17298"/>
                </a:lnTo>
                <a:lnTo>
                  <a:pt x="1596" y="15930"/>
                </a:lnTo>
                <a:lnTo>
                  <a:pt x="0" y="14400"/>
                </a:lnTo>
                <a:lnTo>
                  <a:pt x="1561" y="13212"/>
                </a:lnTo>
                <a:lnTo>
                  <a:pt x="3118" y="12024"/>
                </a:lnTo>
                <a:lnTo>
                  <a:pt x="4682" y="10832"/>
                </a:lnTo>
                <a:lnTo>
                  <a:pt x="6245" y="9644"/>
                </a:lnTo>
                <a:lnTo>
                  <a:pt x="7811" y="8449"/>
                </a:lnTo>
                <a:lnTo>
                  <a:pt x="9380" y="7254"/>
                </a:lnTo>
                <a:lnTo>
                  <a:pt x="10951" y="6055"/>
                </a:lnTo>
                <a:lnTo>
                  <a:pt x="12531" y="4853"/>
                </a:lnTo>
                <a:lnTo>
                  <a:pt x="14113" y="3647"/>
                </a:lnTo>
                <a:lnTo>
                  <a:pt x="15703" y="2437"/>
                </a:lnTo>
                <a:lnTo>
                  <a:pt x="17296" y="1220"/>
                </a:lnTo>
                <a:lnTo>
                  <a:pt x="18900" y="0"/>
                </a:lnTo>
                <a:close/>
              </a:path>
            </a:pathLst>
          </a:custGeom>
          <a:solidFill>
            <a:srgbClr val="7267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79" name="contour_12977"/>
          <p:cNvSpPr/>
          <p:nvPr/>
        </p:nvSpPr>
        <p:spPr>
          <a:xfrm>
            <a:off x="9732555" y="555345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6171" y="2856"/>
                </a:lnTo>
                <a:lnTo>
                  <a:pt x="6171" y="5728"/>
                </a:lnTo>
                <a:lnTo>
                  <a:pt x="6171" y="8640"/>
                </a:lnTo>
                <a:lnTo>
                  <a:pt x="8353" y="8640"/>
                </a:lnTo>
                <a:lnTo>
                  <a:pt x="10538" y="8640"/>
                </a:lnTo>
                <a:lnTo>
                  <a:pt x="12729" y="8640"/>
                </a:lnTo>
                <a:lnTo>
                  <a:pt x="14929" y="8640"/>
                </a:lnTo>
                <a:lnTo>
                  <a:pt x="17138" y="8640"/>
                </a:lnTo>
                <a:lnTo>
                  <a:pt x="19360" y="8640"/>
                </a:lnTo>
                <a:lnTo>
                  <a:pt x="21600" y="8640"/>
                </a:lnTo>
                <a:lnTo>
                  <a:pt x="20063" y="12869"/>
                </a:lnTo>
                <a:lnTo>
                  <a:pt x="18946" y="15526"/>
                </a:lnTo>
                <a:lnTo>
                  <a:pt x="17919" y="17112"/>
                </a:lnTo>
                <a:lnTo>
                  <a:pt x="16657" y="18127"/>
                </a:lnTo>
                <a:lnTo>
                  <a:pt x="14839" y="19068"/>
                </a:lnTo>
                <a:lnTo>
                  <a:pt x="13784" y="19297"/>
                </a:lnTo>
                <a:lnTo>
                  <a:pt x="10609" y="19980"/>
                </a:lnTo>
                <a:lnTo>
                  <a:pt x="8745" y="20382"/>
                </a:lnTo>
                <a:lnTo>
                  <a:pt x="6875" y="20784"/>
                </a:lnTo>
                <a:lnTo>
                  <a:pt x="4990" y="21190"/>
                </a:lnTo>
                <a:lnTo>
                  <a:pt x="3086" y="21600"/>
                </a:lnTo>
                <a:lnTo>
                  <a:pt x="2703" y="18926"/>
                </a:lnTo>
                <a:lnTo>
                  <a:pt x="2320" y="16252"/>
                </a:lnTo>
                <a:lnTo>
                  <a:pt x="1938" y="13569"/>
                </a:lnTo>
                <a:lnTo>
                  <a:pt x="1555" y="10882"/>
                </a:lnTo>
                <a:lnTo>
                  <a:pt x="1169" y="8182"/>
                </a:lnTo>
                <a:lnTo>
                  <a:pt x="781" y="5469"/>
                </a:lnTo>
                <a:lnTo>
                  <a:pt x="392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A584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0" name="contour_12978"/>
          <p:cNvSpPr/>
          <p:nvPr/>
        </p:nvSpPr>
        <p:spPr>
          <a:xfrm>
            <a:off x="7145318" y="5566386"/>
            <a:ext cx="2915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227" y="3440"/>
                </a:lnTo>
                <a:lnTo>
                  <a:pt x="20817" y="5965"/>
                </a:lnTo>
                <a:lnTo>
                  <a:pt x="20347" y="8466"/>
                </a:lnTo>
                <a:lnTo>
                  <a:pt x="19786" y="10947"/>
                </a:lnTo>
                <a:lnTo>
                  <a:pt x="19116" y="13408"/>
                </a:lnTo>
                <a:lnTo>
                  <a:pt x="18311" y="15853"/>
                </a:lnTo>
                <a:lnTo>
                  <a:pt x="17350" y="18287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373" y="18160"/>
                </a:lnTo>
                <a:lnTo>
                  <a:pt x="783" y="15635"/>
                </a:lnTo>
                <a:lnTo>
                  <a:pt x="1253" y="13134"/>
                </a:lnTo>
                <a:lnTo>
                  <a:pt x="1814" y="10653"/>
                </a:lnTo>
                <a:lnTo>
                  <a:pt x="2484" y="8192"/>
                </a:lnTo>
                <a:lnTo>
                  <a:pt x="3289" y="5747"/>
                </a:lnTo>
                <a:lnTo>
                  <a:pt x="4250" y="3313"/>
                </a:lnTo>
                <a:lnTo>
                  <a:pt x="5400" y="892"/>
                </a:lnTo>
                <a:close/>
              </a:path>
            </a:pathLst>
          </a:custGeom>
          <a:solidFill>
            <a:srgbClr val="D6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1" name="contour_12979"/>
          <p:cNvSpPr/>
          <p:nvPr/>
        </p:nvSpPr>
        <p:spPr>
          <a:xfrm>
            <a:off x="1074421" y="5566204"/>
            <a:ext cx="43728" cy="38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00" y="0"/>
                </a:moveTo>
                <a:lnTo>
                  <a:pt x="13396" y="152"/>
                </a:lnTo>
                <a:lnTo>
                  <a:pt x="14796" y="416"/>
                </a:lnTo>
                <a:lnTo>
                  <a:pt x="18000" y="1029"/>
                </a:lnTo>
                <a:lnTo>
                  <a:pt x="18713" y="3472"/>
                </a:lnTo>
                <a:lnTo>
                  <a:pt x="19429" y="5925"/>
                </a:lnTo>
                <a:lnTo>
                  <a:pt x="20146" y="8385"/>
                </a:lnTo>
                <a:lnTo>
                  <a:pt x="20869" y="10866"/>
                </a:lnTo>
                <a:lnTo>
                  <a:pt x="21600" y="13371"/>
                </a:lnTo>
                <a:lnTo>
                  <a:pt x="19224" y="14277"/>
                </a:lnTo>
                <a:lnTo>
                  <a:pt x="16844" y="15182"/>
                </a:lnTo>
                <a:lnTo>
                  <a:pt x="14465" y="16091"/>
                </a:lnTo>
                <a:lnTo>
                  <a:pt x="12078" y="17000"/>
                </a:lnTo>
                <a:lnTo>
                  <a:pt x="9684" y="17909"/>
                </a:lnTo>
                <a:lnTo>
                  <a:pt x="7279" y="18827"/>
                </a:lnTo>
                <a:lnTo>
                  <a:pt x="4867" y="19744"/>
                </a:lnTo>
                <a:lnTo>
                  <a:pt x="2441" y="20670"/>
                </a:lnTo>
                <a:lnTo>
                  <a:pt x="0" y="21600"/>
                </a:lnTo>
                <a:lnTo>
                  <a:pt x="1184" y="15659"/>
                </a:lnTo>
                <a:lnTo>
                  <a:pt x="2182" y="11018"/>
                </a:lnTo>
                <a:lnTo>
                  <a:pt x="3096" y="7500"/>
                </a:lnTo>
                <a:lnTo>
                  <a:pt x="4025" y="4925"/>
                </a:lnTo>
                <a:lnTo>
                  <a:pt x="5080" y="3119"/>
                </a:lnTo>
                <a:lnTo>
                  <a:pt x="6361" y="1901"/>
                </a:lnTo>
                <a:lnTo>
                  <a:pt x="7974" y="1094"/>
                </a:lnTo>
                <a:lnTo>
                  <a:pt x="10019" y="518"/>
                </a:lnTo>
                <a:lnTo>
                  <a:pt x="12600" y="0"/>
                </a:lnTo>
                <a:close/>
              </a:path>
            </a:pathLst>
          </a:custGeom>
          <a:solidFill>
            <a:srgbClr val="6A57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2" name="contour_12980"/>
          <p:cNvSpPr/>
          <p:nvPr/>
        </p:nvSpPr>
        <p:spPr>
          <a:xfrm>
            <a:off x="1168641" y="5546162"/>
            <a:ext cx="5154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274" y="0"/>
                </a:moveTo>
                <a:lnTo>
                  <a:pt x="5293" y="0"/>
                </a:lnTo>
                <a:lnTo>
                  <a:pt x="7324" y="0"/>
                </a:lnTo>
                <a:lnTo>
                  <a:pt x="9383" y="0"/>
                </a:lnTo>
                <a:lnTo>
                  <a:pt x="8879" y="2376"/>
                </a:lnTo>
                <a:lnTo>
                  <a:pt x="8375" y="4756"/>
                </a:lnTo>
                <a:lnTo>
                  <a:pt x="7868" y="7146"/>
                </a:lnTo>
                <a:lnTo>
                  <a:pt x="7358" y="9547"/>
                </a:lnTo>
                <a:lnTo>
                  <a:pt x="6845" y="11963"/>
                </a:lnTo>
                <a:lnTo>
                  <a:pt x="6329" y="14400"/>
                </a:lnTo>
                <a:lnTo>
                  <a:pt x="8488" y="14400"/>
                </a:lnTo>
                <a:lnTo>
                  <a:pt x="10650" y="14400"/>
                </a:lnTo>
                <a:lnTo>
                  <a:pt x="12819" y="14400"/>
                </a:lnTo>
                <a:lnTo>
                  <a:pt x="14997" y="14400"/>
                </a:lnTo>
                <a:lnTo>
                  <a:pt x="17183" y="14400"/>
                </a:lnTo>
                <a:lnTo>
                  <a:pt x="19383" y="14400"/>
                </a:lnTo>
                <a:lnTo>
                  <a:pt x="21600" y="14400"/>
                </a:lnTo>
                <a:lnTo>
                  <a:pt x="21600" y="16186"/>
                </a:lnTo>
                <a:lnTo>
                  <a:pt x="21600" y="18000"/>
                </a:lnTo>
                <a:lnTo>
                  <a:pt x="19483" y="18356"/>
                </a:lnTo>
                <a:lnTo>
                  <a:pt x="17364" y="18713"/>
                </a:lnTo>
                <a:lnTo>
                  <a:pt x="15244" y="19069"/>
                </a:lnTo>
                <a:lnTo>
                  <a:pt x="13121" y="19429"/>
                </a:lnTo>
                <a:lnTo>
                  <a:pt x="10989" y="19786"/>
                </a:lnTo>
                <a:lnTo>
                  <a:pt x="8854" y="20146"/>
                </a:lnTo>
                <a:lnTo>
                  <a:pt x="6710" y="20506"/>
                </a:lnTo>
                <a:lnTo>
                  <a:pt x="4557" y="20869"/>
                </a:lnTo>
                <a:lnTo>
                  <a:pt x="2395" y="21233"/>
                </a:lnTo>
                <a:lnTo>
                  <a:pt x="220" y="21600"/>
                </a:lnTo>
                <a:lnTo>
                  <a:pt x="110" y="16510"/>
                </a:lnTo>
                <a:lnTo>
                  <a:pt x="37" y="12784"/>
                </a:lnTo>
                <a:lnTo>
                  <a:pt x="0" y="10109"/>
                </a:lnTo>
                <a:lnTo>
                  <a:pt x="0" y="8168"/>
                </a:lnTo>
                <a:lnTo>
                  <a:pt x="37" y="6646"/>
                </a:lnTo>
                <a:lnTo>
                  <a:pt x="110" y="5227"/>
                </a:lnTo>
                <a:lnTo>
                  <a:pt x="220" y="3600"/>
                </a:lnTo>
                <a:lnTo>
                  <a:pt x="1735" y="1814"/>
                </a:lnTo>
                <a:lnTo>
                  <a:pt x="3274" y="0"/>
                </a:lnTo>
                <a:close/>
              </a:path>
            </a:pathLst>
          </a:custGeom>
          <a:solidFill>
            <a:srgbClr val="E2D5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3" name="contour_12981"/>
          <p:cNvSpPr/>
          <p:nvPr/>
        </p:nvSpPr>
        <p:spPr>
          <a:xfrm>
            <a:off x="10563386" y="5530434"/>
            <a:ext cx="65592" cy="448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54"/>
                </a:moveTo>
                <a:lnTo>
                  <a:pt x="1807" y="288"/>
                </a:lnTo>
                <a:lnTo>
                  <a:pt x="3542" y="95"/>
                </a:lnTo>
                <a:lnTo>
                  <a:pt x="5220" y="0"/>
                </a:lnTo>
                <a:lnTo>
                  <a:pt x="6845" y="21"/>
                </a:lnTo>
                <a:lnTo>
                  <a:pt x="8434" y="179"/>
                </a:lnTo>
                <a:lnTo>
                  <a:pt x="9991" y="495"/>
                </a:lnTo>
                <a:lnTo>
                  <a:pt x="11530" y="989"/>
                </a:lnTo>
                <a:lnTo>
                  <a:pt x="13061" y="1680"/>
                </a:lnTo>
                <a:lnTo>
                  <a:pt x="14592" y="2592"/>
                </a:lnTo>
                <a:lnTo>
                  <a:pt x="16135" y="3743"/>
                </a:lnTo>
                <a:lnTo>
                  <a:pt x="17700" y="5156"/>
                </a:lnTo>
                <a:lnTo>
                  <a:pt x="19068" y="6868"/>
                </a:lnTo>
                <a:lnTo>
                  <a:pt x="19932" y="8057"/>
                </a:lnTo>
                <a:lnTo>
                  <a:pt x="20654" y="9274"/>
                </a:lnTo>
                <a:lnTo>
                  <a:pt x="21600" y="11077"/>
                </a:lnTo>
                <a:lnTo>
                  <a:pt x="21437" y="14002"/>
                </a:lnTo>
                <a:lnTo>
                  <a:pt x="21230" y="16012"/>
                </a:lnTo>
                <a:lnTo>
                  <a:pt x="20866" y="17612"/>
                </a:lnTo>
                <a:lnTo>
                  <a:pt x="20227" y="19306"/>
                </a:lnTo>
                <a:lnTo>
                  <a:pt x="19200" y="21600"/>
                </a:lnTo>
                <a:lnTo>
                  <a:pt x="17614" y="21600"/>
                </a:lnTo>
                <a:lnTo>
                  <a:pt x="16018" y="21600"/>
                </a:lnTo>
                <a:lnTo>
                  <a:pt x="14400" y="21600"/>
                </a:lnTo>
                <a:lnTo>
                  <a:pt x="13536" y="19474"/>
                </a:lnTo>
                <a:lnTo>
                  <a:pt x="12991" y="17770"/>
                </a:lnTo>
                <a:lnTo>
                  <a:pt x="12300" y="15023"/>
                </a:lnTo>
                <a:lnTo>
                  <a:pt x="11501" y="12620"/>
                </a:lnTo>
                <a:lnTo>
                  <a:pt x="10651" y="10565"/>
                </a:lnTo>
                <a:lnTo>
                  <a:pt x="9737" y="8804"/>
                </a:lnTo>
                <a:lnTo>
                  <a:pt x="8741" y="7289"/>
                </a:lnTo>
                <a:lnTo>
                  <a:pt x="7644" y="5970"/>
                </a:lnTo>
                <a:lnTo>
                  <a:pt x="6432" y="4791"/>
                </a:lnTo>
                <a:lnTo>
                  <a:pt x="5086" y="3704"/>
                </a:lnTo>
                <a:lnTo>
                  <a:pt x="3593" y="2655"/>
                </a:lnTo>
                <a:lnTo>
                  <a:pt x="1932" y="1596"/>
                </a:lnTo>
                <a:lnTo>
                  <a:pt x="974" y="1080"/>
                </a:lnTo>
                <a:lnTo>
                  <a:pt x="0" y="554"/>
                </a:lnTo>
                <a:close/>
              </a:path>
            </a:pathLst>
          </a:custGeom>
          <a:solidFill>
            <a:srgbClr val="EE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4" name="contour_12982"/>
          <p:cNvSpPr/>
          <p:nvPr/>
        </p:nvSpPr>
        <p:spPr>
          <a:xfrm>
            <a:off x="10381187" y="5531586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9DC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5" name="contour_12983"/>
          <p:cNvSpPr/>
          <p:nvPr/>
        </p:nvSpPr>
        <p:spPr>
          <a:xfrm>
            <a:off x="5731448" y="551701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873"/>
                </a:lnTo>
                <a:lnTo>
                  <a:pt x="9210" y="1747"/>
                </a:lnTo>
                <a:lnTo>
                  <a:pt x="11664" y="2623"/>
                </a:lnTo>
                <a:lnTo>
                  <a:pt x="14126" y="3502"/>
                </a:lnTo>
                <a:lnTo>
                  <a:pt x="16602" y="4388"/>
                </a:lnTo>
                <a:lnTo>
                  <a:pt x="19090" y="5277"/>
                </a:lnTo>
                <a:lnTo>
                  <a:pt x="21600" y="6171"/>
                </a:lnTo>
                <a:lnTo>
                  <a:pt x="19034" y="6171"/>
                </a:lnTo>
                <a:lnTo>
                  <a:pt x="16459" y="6171"/>
                </a:lnTo>
                <a:lnTo>
                  <a:pt x="13876" y="6171"/>
                </a:lnTo>
                <a:lnTo>
                  <a:pt x="11271" y="6171"/>
                </a:lnTo>
                <a:lnTo>
                  <a:pt x="8640" y="6171"/>
                </a:lnTo>
                <a:lnTo>
                  <a:pt x="8640" y="8211"/>
                </a:lnTo>
                <a:lnTo>
                  <a:pt x="8640" y="10263"/>
                </a:lnTo>
                <a:lnTo>
                  <a:pt x="8640" y="12343"/>
                </a:lnTo>
                <a:lnTo>
                  <a:pt x="11854" y="13293"/>
                </a:lnTo>
                <a:lnTo>
                  <a:pt x="14135" y="13929"/>
                </a:lnTo>
                <a:lnTo>
                  <a:pt x="16105" y="14398"/>
                </a:lnTo>
                <a:lnTo>
                  <a:pt x="18386" y="14848"/>
                </a:lnTo>
                <a:lnTo>
                  <a:pt x="21600" y="15429"/>
                </a:lnTo>
                <a:lnTo>
                  <a:pt x="17660" y="17465"/>
                </a:lnTo>
                <a:lnTo>
                  <a:pt x="14580" y="18996"/>
                </a:lnTo>
                <a:lnTo>
                  <a:pt x="12109" y="20094"/>
                </a:lnTo>
                <a:lnTo>
                  <a:pt x="9988" y="20829"/>
                </a:lnTo>
                <a:lnTo>
                  <a:pt x="7975" y="21276"/>
                </a:lnTo>
                <a:lnTo>
                  <a:pt x="5806" y="21504"/>
                </a:lnTo>
                <a:lnTo>
                  <a:pt x="3231" y="21588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9899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6" name="contour_12984"/>
          <p:cNvSpPr/>
          <p:nvPr/>
        </p:nvSpPr>
        <p:spPr>
          <a:xfrm>
            <a:off x="5403488" y="5531586"/>
            <a:ext cx="36440" cy="37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600" y="3000"/>
                </a:lnTo>
                <a:lnTo>
                  <a:pt x="21600" y="6005"/>
                </a:lnTo>
                <a:lnTo>
                  <a:pt x="21600" y="9018"/>
                </a:lnTo>
                <a:lnTo>
                  <a:pt x="21600" y="12043"/>
                </a:lnTo>
                <a:lnTo>
                  <a:pt x="21600" y="15082"/>
                </a:lnTo>
                <a:lnTo>
                  <a:pt x="21600" y="18137"/>
                </a:lnTo>
                <a:lnTo>
                  <a:pt x="21600" y="21218"/>
                </a:lnTo>
                <a:lnTo>
                  <a:pt x="18645" y="21473"/>
                </a:lnTo>
                <a:lnTo>
                  <a:pt x="16494" y="21600"/>
                </a:lnTo>
                <a:lnTo>
                  <a:pt x="14524" y="21600"/>
                </a:lnTo>
                <a:lnTo>
                  <a:pt x="12113" y="21473"/>
                </a:lnTo>
                <a:lnTo>
                  <a:pt x="8640" y="21218"/>
                </a:lnTo>
                <a:lnTo>
                  <a:pt x="5620" y="18697"/>
                </a:lnTo>
                <a:lnTo>
                  <a:pt x="3711" y="16974"/>
                </a:lnTo>
                <a:lnTo>
                  <a:pt x="2108" y="15252"/>
                </a:lnTo>
                <a:lnTo>
                  <a:pt x="0" y="12731"/>
                </a:lnTo>
                <a:lnTo>
                  <a:pt x="2856" y="12731"/>
                </a:lnTo>
                <a:lnTo>
                  <a:pt x="5728" y="12731"/>
                </a:lnTo>
                <a:lnTo>
                  <a:pt x="8640" y="12731"/>
                </a:lnTo>
                <a:lnTo>
                  <a:pt x="8640" y="10210"/>
                </a:lnTo>
                <a:lnTo>
                  <a:pt x="8640" y="7681"/>
                </a:lnTo>
                <a:lnTo>
                  <a:pt x="8640" y="5143"/>
                </a:lnTo>
                <a:lnTo>
                  <a:pt x="8640" y="2584"/>
                </a:lnTo>
                <a:lnTo>
                  <a:pt x="8640" y="0"/>
                </a:lnTo>
                <a:close/>
              </a:path>
            </a:pathLst>
          </a:custGeom>
          <a:solidFill>
            <a:srgbClr val="1F1F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7" name="contour_12985"/>
          <p:cNvSpPr/>
          <p:nvPr/>
        </p:nvSpPr>
        <p:spPr>
          <a:xfrm>
            <a:off x="2072876" y="5544077"/>
            <a:ext cx="65592" cy="239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80"/>
                </a:moveTo>
                <a:lnTo>
                  <a:pt x="21600" y="5785"/>
                </a:lnTo>
                <a:lnTo>
                  <a:pt x="21600" y="9702"/>
                </a:lnTo>
                <a:lnTo>
                  <a:pt x="21600" y="13633"/>
                </a:lnTo>
                <a:lnTo>
                  <a:pt x="21600" y="17597"/>
                </a:lnTo>
                <a:lnTo>
                  <a:pt x="21600" y="21600"/>
                </a:lnTo>
                <a:lnTo>
                  <a:pt x="20016" y="21600"/>
                </a:lnTo>
                <a:lnTo>
                  <a:pt x="18430" y="21600"/>
                </a:lnTo>
                <a:lnTo>
                  <a:pt x="16836" y="21600"/>
                </a:lnTo>
                <a:lnTo>
                  <a:pt x="15235" y="21600"/>
                </a:lnTo>
                <a:lnTo>
                  <a:pt x="13625" y="21600"/>
                </a:lnTo>
                <a:lnTo>
                  <a:pt x="12000" y="21600"/>
                </a:lnTo>
                <a:lnTo>
                  <a:pt x="12000" y="17255"/>
                </a:lnTo>
                <a:lnTo>
                  <a:pt x="12000" y="12884"/>
                </a:lnTo>
                <a:lnTo>
                  <a:pt x="12000" y="8453"/>
                </a:lnTo>
                <a:lnTo>
                  <a:pt x="10514" y="10084"/>
                </a:lnTo>
                <a:lnTo>
                  <a:pt x="9029" y="11707"/>
                </a:lnTo>
                <a:lnTo>
                  <a:pt x="7538" y="13344"/>
                </a:lnTo>
                <a:lnTo>
                  <a:pt x="6046" y="14974"/>
                </a:lnTo>
                <a:lnTo>
                  <a:pt x="4546" y="16617"/>
                </a:lnTo>
                <a:lnTo>
                  <a:pt x="3038" y="18267"/>
                </a:lnTo>
                <a:lnTo>
                  <a:pt x="1524" y="19930"/>
                </a:lnTo>
                <a:lnTo>
                  <a:pt x="0" y="21600"/>
                </a:lnTo>
                <a:lnTo>
                  <a:pt x="878" y="16177"/>
                </a:lnTo>
                <a:lnTo>
                  <a:pt x="1891" y="11707"/>
                </a:lnTo>
                <a:lnTo>
                  <a:pt x="3026" y="8105"/>
                </a:lnTo>
                <a:lnTo>
                  <a:pt x="4282" y="5278"/>
                </a:lnTo>
                <a:lnTo>
                  <a:pt x="5642" y="3155"/>
                </a:lnTo>
                <a:lnTo>
                  <a:pt x="7109" y="1650"/>
                </a:lnTo>
                <a:lnTo>
                  <a:pt x="8669" y="677"/>
                </a:lnTo>
                <a:lnTo>
                  <a:pt x="10315" y="151"/>
                </a:lnTo>
                <a:lnTo>
                  <a:pt x="12041" y="0"/>
                </a:lnTo>
                <a:lnTo>
                  <a:pt x="13838" y="138"/>
                </a:lnTo>
                <a:lnTo>
                  <a:pt x="15701" y="473"/>
                </a:lnTo>
                <a:lnTo>
                  <a:pt x="17621" y="933"/>
                </a:lnTo>
                <a:lnTo>
                  <a:pt x="19589" y="1426"/>
                </a:lnTo>
                <a:lnTo>
                  <a:pt x="21600" y="1880"/>
                </a:lnTo>
                <a:close/>
              </a:path>
            </a:pathLst>
          </a:custGeom>
          <a:solidFill>
            <a:srgbClr val="A496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8" name="contour_12986"/>
          <p:cNvSpPr/>
          <p:nvPr/>
        </p:nvSpPr>
        <p:spPr>
          <a:xfrm>
            <a:off x="10191699" y="5531586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20" y="0"/>
                </a:moveTo>
                <a:lnTo>
                  <a:pt x="16727" y="812"/>
                </a:lnTo>
                <a:lnTo>
                  <a:pt x="17868" y="1443"/>
                </a:lnTo>
                <a:lnTo>
                  <a:pt x="18852" y="2100"/>
                </a:lnTo>
                <a:lnTo>
                  <a:pt x="19993" y="298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21066" y="13077"/>
                </a:lnTo>
                <a:lnTo>
                  <a:pt x="20127" y="13284"/>
                </a:lnTo>
                <a:lnTo>
                  <a:pt x="17971" y="13755"/>
                </a:lnTo>
                <a:lnTo>
                  <a:pt x="16788" y="14027"/>
                </a:lnTo>
                <a:lnTo>
                  <a:pt x="15602" y="14304"/>
                </a:lnTo>
                <a:lnTo>
                  <a:pt x="14416" y="14576"/>
                </a:lnTo>
                <a:lnTo>
                  <a:pt x="13230" y="14852"/>
                </a:lnTo>
                <a:lnTo>
                  <a:pt x="12044" y="15107"/>
                </a:lnTo>
                <a:lnTo>
                  <a:pt x="10843" y="15366"/>
                </a:lnTo>
                <a:lnTo>
                  <a:pt x="9370" y="15729"/>
                </a:lnTo>
                <a:lnTo>
                  <a:pt x="7944" y="16131"/>
                </a:lnTo>
                <a:lnTo>
                  <a:pt x="6562" y="16615"/>
                </a:lnTo>
                <a:lnTo>
                  <a:pt x="5214" y="17215"/>
                </a:lnTo>
                <a:lnTo>
                  <a:pt x="3892" y="17976"/>
                </a:lnTo>
                <a:lnTo>
                  <a:pt x="2588" y="18935"/>
                </a:lnTo>
                <a:lnTo>
                  <a:pt x="1292" y="20131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1497" y="8640"/>
                </a:lnTo>
                <a:lnTo>
                  <a:pt x="2996" y="8640"/>
                </a:lnTo>
                <a:lnTo>
                  <a:pt x="4495" y="8640"/>
                </a:lnTo>
                <a:lnTo>
                  <a:pt x="5996" y="8640"/>
                </a:lnTo>
                <a:lnTo>
                  <a:pt x="7504" y="8640"/>
                </a:lnTo>
                <a:lnTo>
                  <a:pt x="9014" y="8640"/>
                </a:lnTo>
                <a:lnTo>
                  <a:pt x="10530" y="8640"/>
                </a:lnTo>
                <a:lnTo>
                  <a:pt x="12053" y="8640"/>
                </a:lnTo>
                <a:lnTo>
                  <a:pt x="13582" y="8640"/>
                </a:lnTo>
                <a:lnTo>
                  <a:pt x="15120" y="8640"/>
                </a:lnTo>
                <a:lnTo>
                  <a:pt x="15120" y="5784"/>
                </a:lnTo>
                <a:lnTo>
                  <a:pt x="15120" y="2912"/>
                </a:lnTo>
                <a:lnTo>
                  <a:pt x="15120" y="0"/>
                </a:lnTo>
                <a:close/>
              </a:path>
            </a:pathLst>
          </a:custGeom>
          <a:solidFill>
            <a:srgbClr val="AAAD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89" name="contour_12987"/>
          <p:cNvSpPr/>
          <p:nvPr/>
        </p:nvSpPr>
        <p:spPr>
          <a:xfrm>
            <a:off x="5461792" y="5530164"/>
            <a:ext cx="65592" cy="226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54"/>
                </a:moveTo>
                <a:lnTo>
                  <a:pt x="1620" y="1139"/>
                </a:lnTo>
                <a:lnTo>
                  <a:pt x="3240" y="951"/>
                </a:lnTo>
                <a:lnTo>
                  <a:pt x="4860" y="778"/>
                </a:lnTo>
                <a:lnTo>
                  <a:pt x="6480" y="625"/>
                </a:lnTo>
                <a:lnTo>
                  <a:pt x="8100" y="486"/>
                </a:lnTo>
                <a:lnTo>
                  <a:pt x="9605" y="326"/>
                </a:lnTo>
                <a:lnTo>
                  <a:pt x="11119" y="167"/>
                </a:lnTo>
                <a:lnTo>
                  <a:pt x="12655" y="0"/>
                </a:lnTo>
                <a:lnTo>
                  <a:pt x="14702" y="715"/>
                </a:lnTo>
                <a:lnTo>
                  <a:pt x="16092" y="1507"/>
                </a:lnTo>
                <a:lnTo>
                  <a:pt x="17172" y="2777"/>
                </a:lnTo>
                <a:lnTo>
                  <a:pt x="18274" y="4930"/>
                </a:lnTo>
                <a:lnTo>
                  <a:pt x="19745" y="8353"/>
                </a:lnTo>
                <a:lnTo>
                  <a:pt x="20666" y="11769"/>
                </a:lnTo>
                <a:lnTo>
                  <a:pt x="21600" y="15240"/>
                </a:lnTo>
                <a:lnTo>
                  <a:pt x="19922" y="16781"/>
                </a:lnTo>
                <a:lnTo>
                  <a:pt x="18252" y="18149"/>
                </a:lnTo>
                <a:lnTo>
                  <a:pt x="16584" y="19323"/>
                </a:lnTo>
                <a:lnTo>
                  <a:pt x="14921" y="20281"/>
                </a:lnTo>
                <a:lnTo>
                  <a:pt x="13260" y="20989"/>
                </a:lnTo>
                <a:lnTo>
                  <a:pt x="11602" y="21440"/>
                </a:lnTo>
                <a:lnTo>
                  <a:pt x="9946" y="21600"/>
                </a:lnTo>
                <a:lnTo>
                  <a:pt x="8290" y="21454"/>
                </a:lnTo>
                <a:lnTo>
                  <a:pt x="6636" y="20968"/>
                </a:lnTo>
                <a:lnTo>
                  <a:pt x="4980" y="20128"/>
                </a:lnTo>
                <a:lnTo>
                  <a:pt x="3322" y="18913"/>
                </a:lnTo>
                <a:lnTo>
                  <a:pt x="1663" y="17288"/>
                </a:lnTo>
                <a:lnTo>
                  <a:pt x="0" y="15240"/>
                </a:lnTo>
                <a:lnTo>
                  <a:pt x="0" y="10651"/>
                </a:lnTo>
                <a:lnTo>
                  <a:pt x="0" y="6034"/>
                </a:lnTo>
                <a:lnTo>
                  <a:pt x="0" y="1354"/>
                </a:lnTo>
                <a:close/>
              </a:path>
            </a:pathLst>
          </a:custGeom>
          <a:solidFill>
            <a:srgbClr val="786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0" name="contour_12988"/>
          <p:cNvSpPr/>
          <p:nvPr/>
        </p:nvSpPr>
        <p:spPr>
          <a:xfrm>
            <a:off x="1876101" y="5540018"/>
            <a:ext cx="58304" cy="280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38"/>
                </a:moveTo>
                <a:lnTo>
                  <a:pt x="20261" y="5435"/>
                </a:lnTo>
                <a:lnTo>
                  <a:pt x="18916" y="6132"/>
                </a:lnTo>
                <a:lnTo>
                  <a:pt x="17550" y="6846"/>
                </a:lnTo>
                <a:lnTo>
                  <a:pt x="16211" y="8004"/>
                </a:lnTo>
                <a:lnTo>
                  <a:pt x="14866" y="9178"/>
                </a:lnTo>
                <a:lnTo>
                  <a:pt x="13500" y="10359"/>
                </a:lnTo>
                <a:lnTo>
                  <a:pt x="13500" y="14074"/>
                </a:lnTo>
                <a:lnTo>
                  <a:pt x="13500" y="17812"/>
                </a:lnTo>
                <a:lnTo>
                  <a:pt x="13500" y="21600"/>
                </a:lnTo>
                <a:lnTo>
                  <a:pt x="11829" y="20903"/>
                </a:lnTo>
                <a:lnTo>
                  <a:pt x="10157" y="20206"/>
                </a:lnTo>
                <a:lnTo>
                  <a:pt x="8481" y="19509"/>
                </a:lnTo>
                <a:lnTo>
                  <a:pt x="6801" y="18812"/>
                </a:lnTo>
                <a:lnTo>
                  <a:pt x="5114" y="18110"/>
                </a:lnTo>
                <a:lnTo>
                  <a:pt x="3418" y="17401"/>
                </a:lnTo>
                <a:lnTo>
                  <a:pt x="1714" y="16693"/>
                </a:lnTo>
                <a:lnTo>
                  <a:pt x="0" y="15979"/>
                </a:lnTo>
                <a:lnTo>
                  <a:pt x="1345" y="10460"/>
                </a:lnTo>
                <a:lnTo>
                  <a:pt x="2344" y="6919"/>
                </a:lnTo>
                <a:lnTo>
                  <a:pt x="3291" y="4620"/>
                </a:lnTo>
                <a:lnTo>
                  <a:pt x="4493" y="2850"/>
                </a:lnTo>
                <a:lnTo>
                  <a:pt x="6242" y="871"/>
                </a:lnTo>
                <a:lnTo>
                  <a:pt x="8154" y="275"/>
                </a:lnTo>
                <a:lnTo>
                  <a:pt x="9925" y="0"/>
                </a:lnTo>
                <a:lnTo>
                  <a:pt x="11599" y="22"/>
                </a:lnTo>
                <a:lnTo>
                  <a:pt x="13206" y="309"/>
                </a:lnTo>
                <a:lnTo>
                  <a:pt x="14788" y="832"/>
                </a:lnTo>
                <a:lnTo>
                  <a:pt x="16381" y="1568"/>
                </a:lnTo>
                <a:lnTo>
                  <a:pt x="18023" y="2479"/>
                </a:lnTo>
                <a:lnTo>
                  <a:pt x="19750" y="3547"/>
                </a:lnTo>
                <a:lnTo>
                  <a:pt x="21600" y="4738"/>
                </a:lnTo>
                <a:close/>
              </a:path>
            </a:pathLst>
          </a:custGeom>
          <a:solidFill>
            <a:srgbClr val="9E7F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1" name="contour_12989"/>
          <p:cNvSpPr/>
          <p:nvPr/>
        </p:nvSpPr>
        <p:spPr>
          <a:xfrm>
            <a:off x="3851146" y="5502434"/>
            <a:ext cx="5269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23" y="0"/>
                </a:moveTo>
                <a:lnTo>
                  <a:pt x="19404" y="0"/>
                </a:lnTo>
                <a:lnTo>
                  <a:pt x="20910" y="0"/>
                </a:lnTo>
                <a:lnTo>
                  <a:pt x="21185" y="1966"/>
                </a:lnTo>
                <a:lnTo>
                  <a:pt x="21406" y="3899"/>
                </a:lnTo>
                <a:lnTo>
                  <a:pt x="21552" y="5813"/>
                </a:lnTo>
                <a:lnTo>
                  <a:pt x="21600" y="7719"/>
                </a:lnTo>
                <a:lnTo>
                  <a:pt x="21525" y="9626"/>
                </a:lnTo>
                <a:lnTo>
                  <a:pt x="21304" y="11551"/>
                </a:lnTo>
                <a:lnTo>
                  <a:pt x="20910" y="13500"/>
                </a:lnTo>
                <a:lnTo>
                  <a:pt x="19121" y="14296"/>
                </a:lnTo>
                <a:lnTo>
                  <a:pt x="17388" y="14847"/>
                </a:lnTo>
                <a:lnTo>
                  <a:pt x="15641" y="15223"/>
                </a:lnTo>
                <a:lnTo>
                  <a:pt x="13810" y="15490"/>
                </a:lnTo>
                <a:lnTo>
                  <a:pt x="11820" y="15714"/>
                </a:lnTo>
                <a:lnTo>
                  <a:pt x="9726" y="16162"/>
                </a:lnTo>
                <a:lnTo>
                  <a:pt x="8403" y="17032"/>
                </a:lnTo>
                <a:lnTo>
                  <a:pt x="6721" y="19067"/>
                </a:lnTo>
                <a:lnTo>
                  <a:pt x="6351" y="20326"/>
                </a:lnTo>
                <a:lnTo>
                  <a:pt x="5974" y="21600"/>
                </a:lnTo>
                <a:lnTo>
                  <a:pt x="4095" y="20188"/>
                </a:lnTo>
                <a:lnTo>
                  <a:pt x="2847" y="19154"/>
                </a:lnTo>
                <a:lnTo>
                  <a:pt x="1670" y="17993"/>
                </a:lnTo>
                <a:lnTo>
                  <a:pt x="0" y="16200"/>
                </a:lnTo>
                <a:lnTo>
                  <a:pt x="520" y="14502"/>
                </a:lnTo>
                <a:lnTo>
                  <a:pt x="1004" y="13373"/>
                </a:lnTo>
                <a:lnTo>
                  <a:pt x="1733" y="12309"/>
                </a:lnTo>
                <a:lnTo>
                  <a:pt x="2987" y="10800"/>
                </a:lnTo>
                <a:lnTo>
                  <a:pt x="5108" y="10498"/>
                </a:lnTo>
                <a:lnTo>
                  <a:pt x="6611" y="10363"/>
                </a:lnTo>
                <a:lnTo>
                  <a:pt x="8218" y="10363"/>
                </a:lnTo>
                <a:lnTo>
                  <a:pt x="10640" y="10462"/>
                </a:lnTo>
                <a:lnTo>
                  <a:pt x="11665" y="10500"/>
                </a:lnTo>
                <a:lnTo>
                  <a:pt x="14759" y="10611"/>
                </a:lnTo>
                <a:lnTo>
                  <a:pt x="16331" y="10706"/>
                </a:lnTo>
                <a:lnTo>
                  <a:pt x="17923" y="10800"/>
                </a:lnTo>
                <a:lnTo>
                  <a:pt x="17923" y="9018"/>
                </a:lnTo>
                <a:lnTo>
                  <a:pt x="17923" y="7233"/>
                </a:lnTo>
                <a:lnTo>
                  <a:pt x="17923" y="5440"/>
                </a:lnTo>
                <a:lnTo>
                  <a:pt x="17923" y="3640"/>
                </a:lnTo>
                <a:lnTo>
                  <a:pt x="17923" y="1828"/>
                </a:lnTo>
                <a:lnTo>
                  <a:pt x="17923" y="0"/>
                </a:lnTo>
                <a:close/>
              </a:path>
            </a:pathLst>
          </a:custGeom>
          <a:solidFill>
            <a:srgbClr val="8573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2" name="contour_12990"/>
          <p:cNvSpPr/>
          <p:nvPr/>
        </p:nvSpPr>
        <p:spPr>
          <a:xfrm>
            <a:off x="8486753" y="5515639"/>
            <a:ext cx="35995" cy="52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87" y="0"/>
                </a:moveTo>
                <a:lnTo>
                  <a:pt x="18574" y="282"/>
                </a:lnTo>
                <a:lnTo>
                  <a:pt x="21600" y="565"/>
                </a:lnTo>
                <a:lnTo>
                  <a:pt x="21600" y="2353"/>
                </a:lnTo>
                <a:lnTo>
                  <a:pt x="21600" y="4141"/>
                </a:lnTo>
                <a:lnTo>
                  <a:pt x="21600" y="5941"/>
                </a:lnTo>
                <a:lnTo>
                  <a:pt x="21600" y="7753"/>
                </a:lnTo>
                <a:lnTo>
                  <a:pt x="21600" y="9580"/>
                </a:lnTo>
                <a:lnTo>
                  <a:pt x="19523" y="9334"/>
                </a:lnTo>
                <a:lnTo>
                  <a:pt x="17432" y="9084"/>
                </a:lnTo>
                <a:lnTo>
                  <a:pt x="15315" y="8829"/>
                </a:lnTo>
                <a:lnTo>
                  <a:pt x="14310" y="8940"/>
                </a:lnTo>
                <a:lnTo>
                  <a:pt x="12538" y="9135"/>
                </a:lnTo>
                <a:lnTo>
                  <a:pt x="8480" y="9580"/>
                </a:lnTo>
                <a:lnTo>
                  <a:pt x="7286" y="11521"/>
                </a:lnTo>
                <a:lnTo>
                  <a:pt x="6341" y="13477"/>
                </a:lnTo>
                <a:lnTo>
                  <a:pt x="5594" y="15458"/>
                </a:lnTo>
                <a:lnTo>
                  <a:pt x="5003" y="17465"/>
                </a:lnTo>
                <a:lnTo>
                  <a:pt x="4522" y="19512"/>
                </a:lnTo>
                <a:lnTo>
                  <a:pt x="4107" y="21600"/>
                </a:lnTo>
                <a:lnTo>
                  <a:pt x="2537" y="18454"/>
                </a:lnTo>
                <a:lnTo>
                  <a:pt x="1351" y="15942"/>
                </a:lnTo>
                <a:lnTo>
                  <a:pt x="538" y="13931"/>
                </a:lnTo>
                <a:lnTo>
                  <a:pt x="92" y="12272"/>
                </a:lnTo>
                <a:lnTo>
                  <a:pt x="0" y="10827"/>
                </a:lnTo>
                <a:lnTo>
                  <a:pt x="254" y="9451"/>
                </a:lnTo>
                <a:lnTo>
                  <a:pt x="848" y="8002"/>
                </a:lnTo>
                <a:lnTo>
                  <a:pt x="1771" y="6341"/>
                </a:lnTo>
                <a:lnTo>
                  <a:pt x="3013" y="4321"/>
                </a:lnTo>
                <a:lnTo>
                  <a:pt x="5738" y="2485"/>
                </a:lnTo>
                <a:lnTo>
                  <a:pt x="7754" y="1340"/>
                </a:lnTo>
                <a:lnTo>
                  <a:pt x="9665" y="685"/>
                </a:lnTo>
                <a:lnTo>
                  <a:pt x="12075" y="307"/>
                </a:lnTo>
                <a:lnTo>
                  <a:pt x="15587" y="0"/>
                </a:lnTo>
                <a:close/>
              </a:path>
            </a:pathLst>
          </a:custGeom>
          <a:solidFill>
            <a:srgbClr val="BFBE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3" name="contour_12991"/>
          <p:cNvSpPr/>
          <p:nvPr/>
        </p:nvSpPr>
        <p:spPr>
          <a:xfrm>
            <a:off x="8105752" y="5495146"/>
            <a:ext cx="45309" cy="50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4" y="0"/>
                </a:moveTo>
                <a:lnTo>
                  <a:pt x="3047" y="518"/>
                </a:lnTo>
                <a:lnTo>
                  <a:pt x="5344" y="1036"/>
                </a:lnTo>
                <a:lnTo>
                  <a:pt x="7651" y="1557"/>
                </a:lnTo>
                <a:lnTo>
                  <a:pt x="9968" y="2081"/>
                </a:lnTo>
                <a:lnTo>
                  <a:pt x="12299" y="2608"/>
                </a:lnTo>
                <a:lnTo>
                  <a:pt x="14651" y="3138"/>
                </a:lnTo>
                <a:lnTo>
                  <a:pt x="14078" y="5209"/>
                </a:lnTo>
                <a:lnTo>
                  <a:pt x="13505" y="7284"/>
                </a:lnTo>
                <a:lnTo>
                  <a:pt x="12928" y="9367"/>
                </a:lnTo>
                <a:lnTo>
                  <a:pt x="12348" y="11461"/>
                </a:lnTo>
                <a:lnTo>
                  <a:pt x="11764" y="13566"/>
                </a:lnTo>
                <a:lnTo>
                  <a:pt x="11177" y="15691"/>
                </a:lnTo>
                <a:lnTo>
                  <a:pt x="13241" y="16312"/>
                </a:lnTo>
                <a:lnTo>
                  <a:pt x="15311" y="16937"/>
                </a:lnTo>
                <a:lnTo>
                  <a:pt x="17389" y="17561"/>
                </a:lnTo>
                <a:lnTo>
                  <a:pt x="19484" y="18192"/>
                </a:lnTo>
                <a:lnTo>
                  <a:pt x="21600" y="18829"/>
                </a:lnTo>
                <a:lnTo>
                  <a:pt x="19415" y="20031"/>
                </a:lnTo>
                <a:lnTo>
                  <a:pt x="17479" y="20913"/>
                </a:lnTo>
                <a:lnTo>
                  <a:pt x="15572" y="21446"/>
                </a:lnTo>
                <a:lnTo>
                  <a:pt x="13467" y="21600"/>
                </a:lnTo>
                <a:lnTo>
                  <a:pt x="10934" y="21343"/>
                </a:lnTo>
                <a:lnTo>
                  <a:pt x="8686" y="20379"/>
                </a:lnTo>
                <a:lnTo>
                  <a:pt x="6587" y="19400"/>
                </a:lnTo>
                <a:lnTo>
                  <a:pt x="4593" y="18336"/>
                </a:lnTo>
                <a:lnTo>
                  <a:pt x="2665" y="17125"/>
                </a:lnTo>
                <a:lnTo>
                  <a:pt x="754" y="15691"/>
                </a:lnTo>
                <a:lnTo>
                  <a:pt x="247" y="13500"/>
                </a:lnTo>
                <a:lnTo>
                  <a:pt x="10" y="11467"/>
                </a:lnTo>
                <a:lnTo>
                  <a:pt x="0" y="9506"/>
                </a:lnTo>
                <a:lnTo>
                  <a:pt x="153" y="7522"/>
                </a:lnTo>
                <a:lnTo>
                  <a:pt x="420" y="5429"/>
                </a:lnTo>
                <a:lnTo>
                  <a:pt x="754" y="3138"/>
                </a:lnTo>
                <a:lnTo>
                  <a:pt x="754" y="1582"/>
                </a:lnTo>
                <a:lnTo>
                  <a:pt x="754" y="0"/>
                </a:lnTo>
                <a:close/>
              </a:path>
            </a:pathLst>
          </a:custGeom>
          <a:solidFill>
            <a:srgbClr val="EB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4" name="contour_12992"/>
          <p:cNvSpPr/>
          <p:nvPr/>
        </p:nvSpPr>
        <p:spPr>
          <a:xfrm>
            <a:off x="5031801" y="5517010"/>
            <a:ext cx="3644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384" y="2667"/>
                </a:lnTo>
                <a:lnTo>
                  <a:pt x="21129" y="5285"/>
                </a:lnTo>
                <a:lnTo>
                  <a:pt x="20805" y="7866"/>
                </a:lnTo>
                <a:lnTo>
                  <a:pt x="20390" y="10418"/>
                </a:lnTo>
                <a:lnTo>
                  <a:pt x="19855" y="12942"/>
                </a:lnTo>
                <a:lnTo>
                  <a:pt x="19176" y="15445"/>
                </a:lnTo>
                <a:lnTo>
                  <a:pt x="18325" y="17937"/>
                </a:lnTo>
                <a:lnTo>
                  <a:pt x="17280" y="20420"/>
                </a:lnTo>
                <a:lnTo>
                  <a:pt x="14252" y="21220"/>
                </a:lnTo>
                <a:lnTo>
                  <a:pt x="11478" y="21584"/>
                </a:lnTo>
                <a:lnTo>
                  <a:pt x="8813" y="21600"/>
                </a:lnTo>
                <a:lnTo>
                  <a:pt x="6108" y="21351"/>
                </a:lnTo>
                <a:lnTo>
                  <a:pt x="3218" y="20930"/>
                </a:lnTo>
                <a:lnTo>
                  <a:pt x="0" y="20420"/>
                </a:lnTo>
                <a:lnTo>
                  <a:pt x="0" y="17994"/>
                </a:lnTo>
                <a:lnTo>
                  <a:pt x="0" y="15560"/>
                </a:lnTo>
                <a:lnTo>
                  <a:pt x="0" y="13118"/>
                </a:lnTo>
                <a:lnTo>
                  <a:pt x="0" y="10655"/>
                </a:lnTo>
                <a:lnTo>
                  <a:pt x="0" y="8168"/>
                </a:lnTo>
                <a:lnTo>
                  <a:pt x="2856" y="8168"/>
                </a:lnTo>
                <a:lnTo>
                  <a:pt x="5728" y="8168"/>
                </a:lnTo>
                <a:lnTo>
                  <a:pt x="8640" y="8168"/>
                </a:lnTo>
                <a:lnTo>
                  <a:pt x="8640" y="5468"/>
                </a:lnTo>
                <a:lnTo>
                  <a:pt x="8640" y="2753"/>
                </a:lnTo>
                <a:lnTo>
                  <a:pt x="8640" y="0"/>
                </a:lnTo>
                <a:close/>
              </a:path>
            </a:pathLst>
          </a:custGeom>
          <a:solidFill>
            <a:srgbClr val="D7CA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5" name="contour_12993"/>
          <p:cNvSpPr/>
          <p:nvPr/>
        </p:nvSpPr>
        <p:spPr>
          <a:xfrm>
            <a:off x="1067133" y="553158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0"/>
                </a:lnTo>
                <a:lnTo>
                  <a:pt x="8694" y="0"/>
                </a:lnTo>
                <a:lnTo>
                  <a:pt x="11250" y="0"/>
                </a:lnTo>
                <a:lnTo>
                  <a:pt x="13817" y="0"/>
                </a:lnTo>
                <a:lnTo>
                  <a:pt x="16394" y="0"/>
                </a:lnTo>
                <a:lnTo>
                  <a:pt x="18986" y="0"/>
                </a:lnTo>
                <a:lnTo>
                  <a:pt x="21600" y="0"/>
                </a:lnTo>
                <a:lnTo>
                  <a:pt x="21154" y="2674"/>
                </a:lnTo>
                <a:lnTo>
                  <a:pt x="20707" y="5348"/>
                </a:lnTo>
                <a:lnTo>
                  <a:pt x="20261" y="8031"/>
                </a:lnTo>
                <a:lnTo>
                  <a:pt x="19814" y="10718"/>
                </a:lnTo>
                <a:lnTo>
                  <a:pt x="19364" y="13418"/>
                </a:lnTo>
                <a:lnTo>
                  <a:pt x="18911" y="16131"/>
                </a:lnTo>
                <a:lnTo>
                  <a:pt x="18457" y="18857"/>
                </a:lnTo>
                <a:lnTo>
                  <a:pt x="18000" y="21600"/>
                </a:lnTo>
                <a:lnTo>
                  <a:pt x="15772" y="21064"/>
                </a:lnTo>
                <a:lnTo>
                  <a:pt x="13543" y="20529"/>
                </a:lnTo>
                <a:lnTo>
                  <a:pt x="11308" y="19993"/>
                </a:lnTo>
                <a:lnTo>
                  <a:pt x="9068" y="19457"/>
                </a:lnTo>
                <a:lnTo>
                  <a:pt x="6818" y="18917"/>
                </a:lnTo>
                <a:lnTo>
                  <a:pt x="4558" y="18373"/>
                </a:lnTo>
                <a:lnTo>
                  <a:pt x="2286" y="17829"/>
                </a:lnTo>
                <a:lnTo>
                  <a:pt x="0" y="17280"/>
                </a:lnTo>
                <a:lnTo>
                  <a:pt x="1782" y="16209"/>
                </a:lnTo>
                <a:lnTo>
                  <a:pt x="3575" y="15137"/>
                </a:lnTo>
                <a:lnTo>
                  <a:pt x="5375" y="14053"/>
                </a:lnTo>
                <a:lnTo>
                  <a:pt x="7200" y="12960"/>
                </a:lnTo>
                <a:lnTo>
                  <a:pt x="6487" y="10394"/>
                </a:lnTo>
                <a:lnTo>
                  <a:pt x="5771" y="7819"/>
                </a:lnTo>
                <a:lnTo>
                  <a:pt x="5054" y="5236"/>
                </a:lnTo>
                <a:lnTo>
                  <a:pt x="4331" y="2631"/>
                </a:lnTo>
                <a:lnTo>
                  <a:pt x="3600" y="0"/>
                </a:lnTo>
                <a:close/>
              </a:path>
            </a:pathLst>
          </a:custGeom>
          <a:solidFill>
            <a:srgbClr val="836B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6" name="contour_12994"/>
          <p:cNvSpPr/>
          <p:nvPr/>
        </p:nvSpPr>
        <p:spPr>
          <a:xfrm>
            <a:off x="5461792" y="550972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B5A3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7" name="contour_12995"/>
          <p:cNvSpPr/>
          <p:nvPr/>
        </p:nvSpPr>
        <p:spPr>
          <a:xfrm>
            <a:off x="6496687" y="5480570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65" y="2138"/>
                </a:lnTo>
                <a:lnTo>
                  <a:pt x="20531" y="4280"/>
                </a:lnTo>
                <a:lnTo>
                  <a:pt x="19996" y="6421"/>
                </a:lnTo>
                <a:lnTo>
                  <a:pt x="19456" y="8566"/>
                </a:lnTo>
                <a:lnTo>
                  <a:pt x="18922" y="10720"/>
                </a:lnTo>
                <a:lnTo>
                  <a:pt x="18382" y="12877"/>
                </a:lnTo>
                <a:lnTo>
                  <a:pt x="17842" y="15043"/>
                </a:lnTo>
                <a:lnTo>
                  <a:pt x="17296" y="17218"/>
                </a:lnTo>
                <a:lnTo>
                  <a:pt x="16751" y="19403"/>
                </a:lnTo>
                <a:lnTo>
                  <a:pt x="16200" y="21600"/>
                </a:lnTo>
                <a:lnTo>
                  <a:pt x="13527" y="20835"/>
                </a:lnTo>
                <a:lnTo>
                  <a:pt x="10843" y="20069"/>
                </a:lnTo>
                <a:lnTo>
                  <a:pt x="8138" y="19295"/>
                </a:lnTo>
                <a:lnTo>
                  <a:pt x="5400" y="18514"/>
                </a:lnTo>
                <a:lnTo>
                  <a:pt x="4298" y="16351"/>
                </a:lnTo>
                <a:lnTo>
                  <a:pt x="3575" y="14777"/>
                </a:lnTo>
                <a:lnTo>
                  <a:pt x="3062" y="13340"/>
                </a:lnTo>
                <a:lnTo>
                  <a:pt x="2597" y="11587"/>
                </a:lnTo>
                <a:lnTo>
                  <a:pt x="2025" y="9066"/>
                </a:lnTo>
                <a:lnTo>
                  <a:pt x="1620" y="7372"/>
                </a:lnTo>
                <a:lnTo>
                  <a:pt x="1210" y="5668"/>
                </a:lnTo>
                <a:lnTo>
                  <a:pt x="799" y="3940"/>
                </a:lnTo>
                <a:lnTo>
                  <a:pt x="400" y="1984"/>
                </a:lnTo>
                <a:lnTo>
                  <a:pt x="0" y="0"/>
                </a:lnTo>
                <a:close/>
              </a:path>
            </a:pathLst>
          </a:custGeom>
          <a:solidFill>
            <a:srgbClr val="EE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8" name="contour_12996"/>
          <p:cNvSpPr/>
          <p:nvPr/>
        </p:nvSpPr>
        <p:spPr>
          <a:xfrm>
            <a:off x="9659675" y="5487712"/>
            <a:ext cx="65592" cy="281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00" y="8150"/>
                </a:moveTo>
                <a:lnTo>
                  <a:pt x="20594" y="11035"/>
                </a:lnTo>
                <a:lnTo>
                  <a:pt x="21094" y="13936"/>
                </a:lnTo>
                <a:lnTo>
                  <a:pt x="21600" y="16882"/>
                </a:lnTo>
                <a:lnTo>
                  <a:pt x="19930" y="18609"/>
                </a:lnTo>
                <a:lnTo>
                  <a:pt x="18274" y="19906"/>
                </a:lnTo>
                <a:lnTo>
                  <a:pt x="16632" y="20812"/>
                </a:lnTo>
                <a:lnTo>
                  <a:pt x="14998" y="21365"/>
                </a:lnTo>
                <a:lnTo>
                  <a:pt x="13366" y="21600"/>
                </a:lnTo>
                <a:lnTo>
                  <a:pt x="11736" y="21566"/>
                </a:lnTo>
                <a:lnTo>
                  <a:pt x="10102" y="21293"/>
                </a:lnTo>
                <a:lnTo>
                  <a:pt x="8460" y="20823"/>
                </a:lnTo>
                <a:lnTo>
                  <a:pt x="6806" y="20191"/>
                </a:lnTo>
                <a:lnTo>
                  <a:pt x="5136" y="19448"/>
                </a:lnTo>
                <a:lnTo>
                  <a:pt x="3449" y="18620"/>
                </a:lnTo>
                <a:lnTo>
                  <a:pt x="1738" y="17748"/>
                </a:lnTo>
                <a:lnTo>
                  <a:pt x="0" y="16882"/>
                </a:lnTo>
                <a:lnTo>
                  <a:pt x="463" y="13718"/>
                </a:lnTo>
                <a:lnTo>
                  <a:pt x="869" y="11504"/>
                </a:lnTo>
                <a:lnTo>
                  <a:pt x="1440" y="9179"/>
                </a:lnTo>
                <a:lnTo>
                  <a:pt x="2400" y="5702"/>
                </a:lnTo>
                <a:lnTo>
                  <a:pt x="4186" y="4131"/>
                </a:lnTo>
                <a:lnTo>
                  <a:pt x="5940" y="2722"/>
                </a:lnTo>
                <a:lnTo>
                  <a:pt x="7658" y="1537"/>
                </a:lnTo>
                <a:lnTo>
                  <a:pt x="9343" y="643"/>
                </a:lnTo>
                <a:lnTo>
                  <a:pt x="10992" y="112"/>
                </a:lnTo>
                <a:lnTo>
                  <a:pt x="12605" y="0"/>
                </a:lnTo>
                <a:lnTo>
                  <a:pt x="14182" y="386"/>
                </a:lnTo>
                <a:lnTo>
                  <a:pt x="15720" y="1325"/>
                </a:lnTo>
                <a:lnTo>
                  <a:pt x="17220" y="2884"/>
                </a:lnTo>
                <a:lnTo>
                  <a:pt x="18679" y="5137"/>
                </a:lnTo>
                <a:lnTo>
                  <a:pt x="20100" y="8150"/>
                </a:lnTo>
                <a:close/>
              </a:path>
            </a:pathLst>
          </a:custGeom>
          <a:solidFill>
            <a:srgbClr val="4D49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2999" name="contour_12997"/>
          <p:cNvSpPr/>
          <p:nvPr/>
        </p:nvSpPr>
        <p:spPr>
          <a:xfrm>
            <a:off x="9842159" y="5452081"/>
            <a:ext cx="37584" cy="430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01" y="610"/>
                </a:moveTo>
                <a:lnTo>
                  <a:pt x="19196" y="2244"/>
                </a:lnTo>
                <a:lnTo>
                  <a:pt x="20406" y="3528"/>
                </a:lnTo>
                <a:lnTo>
                  <a:pt x="21064" y="5118"/>
                </a:lnTo>
                <a:lnTo>
                  <a:pt x="21600" y="7680"/>
                </a:lnTo>
                <a:lnTo>
                  <a:pt x="21525" y="8927"/>
                </a:lnTo>
                <a:lnTo>
                  <a:pt x="21303" y="12692"/>
                </a:lnTo>
                <a:lnTo>
                  <a:pt x="21190" y="15192"/>
                </a:lnTo>
                <a:lnTo>
                  <a:pt x="21076" y="17733"/>
                </a:lnTo>
                <a:lnTo>
                  <a:pt x="21001" y="18694"/>
                </a:lnTo>
                <a:lnTo>
                  <a:pt x="20779" y="21600"/>
                </a:lnTo>
                <a:lnTo>
                  <a:pt x="15661" y="20730"/>
                </a:lnTo>
                <a:lnTo>
                  <a:pt x="11753" y="20021"/>
                </a:lnTo>
                <a:lnTo>
                  <a:pt x="8808" y="19399"/>
                </a:lnTo>
                <a:lnTo>
                  <a:pt x="6588" y="18782"/>
                </a:lnTo>
                <a:lnTo>
                  <a:pt x="4850" y="18087"/>
                </a:lnTo>
                <a:lnTo>
                  <a:pt x="3351" y="17239"/>
                </a:lnTo>
                <a:lnTo>
                  <a:pt x="1847" y="16150"/>
                </a:lnTo>
                <a:lnTo>
                  <a:pt x="101" y="14746"/>
                </a:lnTo>
                <a:lnTo>
                  <a:pt x="0" y="11738"/>
                </a:lnTo>
                <a:lnTo>
                  <a:pt x="524" y="9884"/>
                </a:lnTo>
                <a:lnTo>
                  <a:pt x="2128" y="7592"/>
                </a:lnTo>
                <a:lnTo>
                  <a:pt x="5738" y="4105"/>
                </a:lnTo>
                <a:lnTo>
                  <a:pt x="8348" y="1809"/>
                </a:lnTo>
                <a:lnTo>
                  <a:pt x="10362" y="504"/>
                </a:lnTo>
                <a:lnTo>
                  <a:pt x="12201" y="0"/>
                </a:lnTo>
                <a:lnTo>
                  <a:pt x="14274" y="99"/>
                </a:lnTo>
                <a:lnTo>
                  <a:pt x="17001" y="610"/>
                </a:lnTo>
                <a:close/>
              </a:path>
            </a:pathLst>
          </a:custGeom>
          <a:solidFill>
            <a:srgbClr val="A4A6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0" name="contour_12998"/>
          <p:cNvSpPr/>
          <p:nvPr/>
        </p:nvSpPr>
        <p:spPr>
          <a:xfrm>
            <a:off x="2204060" y="5473282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5" y="2138"/>
                </a:lnTo>
                <a:lnTo>
                  <a:pt x="12315" y="4281"/>
                </a:lnTo>
                <a:lnTo>
                  <a:pt x="13846" y="6424"/>
                </a:lnTo>
                <a:lnTo>
                  <a:pt x="15382" y="8575"/>
                </a:lnTo>
                <a:lnTo>
                  <a:pt x="16925" y="10735"/>
                </a:lnTo>
                <a:lnTo>
                  <a:pt x="18474" y="12904"/>
                </a:lnTo>
                <a:lnTo>
                  <a:pt x="20032" y="15085"/>
                </a:lnTo>
                <a:lnTo>
                  <a:pt x="21600" y="17280"/>
                </a:lnTo>
                <a:lnTo>
                  <a:pt x="19792" y="17846"/>
                </a:lnTo>
                <a:lnTo>
                  <a:pt x="17980" y="18395"/>
                </a:lnTo>
                <a:lnTo>
                  <a:pt x="16166" y="18935"/>
                </a:lnTo>
                <a:lnTo>
                  <a:pt x="14352" y="19462"/>
                </a:lnTo>
                <a:lnTo>
                  <a:pt x="12534" y="19980"/>
                </a:lnTo>
                <a:lnTo>
                  <a:pt x="10849" y="20481"/>
                </a:lnTo>
                <a:lnTo>
                  <a:pt x="9155" y="20987"/>
                </a:lnTo>
                <a:lnTo>
                  <a:pt x="7437" y="21501"/>
                </a:lnTo>
                <a:lnTo>
                  <a:pt x="5277" y="21548"/>
                </a:lnTo>
                <a:lnTo>
                  <a:pt x="3086" y="21600"/>
                </a:lnTo>
                <a:lnTo>
                  <a:pt x="1839" y="19090"/>
                </a:lnTo>
                <a:lnTo>
                  <a:pt x="1102" y="17353"/>
                </a:lnTo>
                <a:lnTo>
                  <a:pt x="583" y="15582"/>
                </a:lnTo>
                <a:lnTo>
                  <a:pt x="0" y="12960"/>
                </a:lnTo>
                <a:lnTo>
                  <a:pt x="2040" y="12960"/>
                </a:lnTo>
                <a:lnTo>
                  <a:pt x="4092" y="12960"/>
                </a:lnTo>
                <a:lnTo>
                  <a:pt x="6171" y="12960"/>
                </a:lnTo>
                <a:lnTo>
                  <a:pt x="7122" y="9746"/>
                </a:lnTo>
                <a:lnTo>
                  <a:pt x="7757" y="7465"/>
                </a:lnTo>
                <a:lnTo>
                  <a:pt x="8227" y="5495"/>
                </a:lnTo>
                <a:lnTo>
                  <a:pt x="8677" y="3214"/>
                </a:lnTo>
                <a:lnTo>
                  <a:pt x="9257" y="0"/>
                </a:lnTo>
                <a:close/>
              </a:path>
            </a:pathLst>
          </a:custGeom>
          <a:solidFill>
            <a:srgbClr val="DCE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1" name="contour_12999"/>
          <p:cNvSpPr/>
          <p:nvPr/>
        </p:nvSpPr>
        <p:spPr>
          <a:xfrm>
            <a:off x="3982330" y="5465994"/>
            <a:ext cx="801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0998" y="666"/>
                </a:lnTo>
                <a:lnTo>
                  <a:pt x="12177" y="1339"/>
                </a:lnTo>
                <a:lnTo>
                  <a:pt x="13355" y="2012"/>
                </a:lnTo>
                <a:lnTo>
                  <a:pt x="14533" y="2693"/>
                </a:lnTo>
                <a:lnTo>
                  <a:pt x="15709" y="3377"/>
                </a:lnTo>
                <a:lnTo>
                  <a:pt x="16196" y="3658"/>
                </a:lnTo>
                <a:lnTo>
                  <a:pt x="17054" y="4147"/>
                </a:lnTo>
                <a:lnTo>
                  <a:pt x="19024" y="5274"/>
                </a:lnTo>
                <a:lnTo>
                  <a:pt x="20302" y="6228"/>
                </a:lnTo>
                <a:lnTo>
                  <a:pt x="21600" y="7200"/>
                </a:lnTo>
                <a:lnTo>
                  <a:pt x="21600" y="8986"/>
                </a:lnTo>
                <a:lnTo>
                  <a:pt x="21600" y="10800"/>
                </a:lnTo>
                <a:lnTo>
                  <a:pt x="20288" y="11596"/>
                </a:lnTo>
                <a:lnTo>
                  <a:pt x="18967" y="12352"/>
                </a:lnTo>
                <a:lnTo>
                  <a:pt x="17641" y="13064"/>
                </a:lnTo>
                <a:lnTo>
                  <a:pt x="16308" y="13745"/>
                </a:lnTo>
                <a:lnTo>
                  <a:pt x="14973" y="14400"/>
                </a:lnTo>
                <a:lnTo>
                  <a:pt x="12724" y="15487"/>
                </a:lnTo>
                <a:lnTo>
                  <a:pt x="11004" y="16337"/>
                </a:lnTo>
                <a:lnTo>
                  <a:pt x="9700" y="17014"/>
                </a:lnTo>
                <a:lnTo>
                  <a:pt x="8703" y="17590"/>
                </a:lnTo>
                <a:lnTo>
                  <a:pt x="7904" y="18130"/>
                </a:lnTo>
                <a:lnTo>
                  <a:pt x="7191" y="18706"/>
                </a:lnTo>
                <a:lnTo>
                  <a:pt x="6454" y="19386"/>
                </a:lnTo>
                <a:lnTo>
                  <a:pt x="5585" y="20236"/>
                </a:lnTo>
                <a:lnTo>
                  <a:pt x="4762" y="20912"/>
                </a:lnTo>
                <a:lnTo>
                  <a:pt x="3927" y="21600"/>
                </a:lnTo>
                <a:lnTo>
                  <a:pt x="2623" y="19588"/>
                </a:lnTo>
                <a:lnTo>
                  <a:pt x="1779" y="18169"/>
                </a:lnTo>
                <a:lnTo>
                  <a:pt x="1027" y="16664"/>
                </a:lnTo>
                <a:lnTo>
                  <a:pt x="0" y="14400"/>
                </a:lnTo>
                <a:lnTo>
                  <a:pt x="819" y="13745"/>
                </a:lnTo>
                <a:lnTo>
                  <a:pt x="1649" y="13079"/>
                </a:lnTo>
                <a:lnTo>
                  <a:pt x="2720" y="12172"/>
                </a:lnTo>
                <a:lnTo>
                  <a:pt x="3806" y="11250"/>
                </a:lnTo>
                <a:lnTo>
                  <a:pt x="4866" y="10372"/>
                </a:lnTo>
                <a:lnTo>
                  <a:pt x="5944" y="9479"/>
                </a:lnTo>
                <a:lnTo>
                  <a:pt x="7114" y="7898"/>
                </a:lnTo>
                <a:lnTo>
                  <a:pt x="7994" y="6282"/>
                </a:lnTo>
                <a:lnTo>
                  <a:pt x="8677" y="4507"/>
                </a:lnTo>
                <a:lnTo>
                  <a:pt x="9255" y="2455"/>
                </a:lnTo>
                <a:lnTo>
                  <a:pt x="9818" y="0"/>
                </a:lnTo>
                <a:close/>
              </a:path>
            </a:pathLst>
          </a:custGeom>
          <a:solidFill>
            <a:srgbClr val="DDE2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2" name="contour_13000"/>
          <p:cNvSpPr/>
          <p:nvPr/>
        </p:nvSpPr>
        <p:spPr>
          <a:xfrm>
            <a:off x="804766" y="5407690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182" y="1292"/>
                </a:lnTo>
                <a:lnTo>
                  <a:pt x="13136" y="2506"/>
                </a:lnTo>
                <a:lnTo>
                  <a:pt x="13716" y="3674"/>
                </a:lnTo>
                <a:lnTo>
                  <a:pt x="13975" y="4834"/>
                </a:lnTo>
                <a:lnTo>
                  <a:pt x="13964" y="6019"/>
                </a:lnTo>
                <a:lnTo>
                  <a:pt x="13734" y="7263"/>
                </a:lnTo>
                <a:lnTo>
                  <a:pt x="13334" y="8599"/>
                </a:lnTo>
                <a:lnTo>
                  <a:pt x="12823" y="10064"/>
                </a:lnTo>
                <a:lnTo>
                  <a:pt x="12460" y="11124"/>
                </a:lnTo>
                <a:lnTo>
                  <a:pt x="12089" y="12190"/>
                </a:lnTo>
                <a:lnTo>
                  <a:pt x="11714" y="13270"/>
                </a:lnTo>
                <a:lnTo>
                  <a:pt x="11261" y="14482"/>
                </a:lnTo>
                <a:lnTo>
                  <a:pt x="10800" y="15709"/>
                </a:lnTo>
                <a:lnTo>
                  <a:pt x="12938" y="16098"/>
                </a:lnTo>
                <a:lnTo>
                  <a:pt x="15084" y="16489"/>
                </a:lnTo>
                <a:lnTo>
                  <a:pt x="17237" y="16879"/>
                </a:lnTo>
                <a:lnTo>
                  <a:pt x="19408" y="17274"/>
                </a:lnTo>
                <a:lnTo>
                  <a:pt x="21600" y="17673"/>
                </a:lnTo>
                <a:lnTo>
                  <a:pt x="19818" y="18645"/>
                </a:lnTo>
                <a:lnTo>
                  <a:pt x="18025" y="19621"/>
                </a:lnTo>
                <a:lnTo>
                  <a:pt x="16225" y="20604"/>
                </a:lnTo>
                <a:lnTo>
                  <a:pt x="14400" y="21600"/>
                </a:lnTo>
                <a:lnTo>
                  <a:pt x="12262" y="20779"/>
                </a:lnTo>
                <a:lnTo>
                  <a:pt x="10800" y="20096"/>
                </a:lnTo>
                <a:lnTo>
                  <a:pt x="9338" y="19183"/>
                </a:lnTo>
                <a:lnTo>
                  <a:pt x="7200" y="17673"/>
                </a:lnTo>
                <a:lnTo>
                  <a:pt x="7117" y="16389"/>
                </a:lnTo>
                <a:lnTo>
                  <a:pt x="7106" y="15122"/>
                </a:lnTo>
                <a:lnTo>
                  <a:pt x="7164" y="13861"/>
                </a:lnTo>
                <a:lnTo>
                  <a:pt x="7279" y="12601"/>
                </a:lnTo>
                <a:lnTo>
                  <a:pt x="7445" y="11334"/>
                </a:lnTo>
                <a:lnTo>
                  <a:pt x="7650" y="10056"/>
                </a:lnTo>
                <a:lnTo>
                  <a:pt x="7427" y="8964"/>
                </a:lnTo>
                <a:lnTo>
                  <a:pt x="7200" y="7855"/>
                </a:lnTo>
                <a:lnTo>
                  <a:pt x="5062" y="7104"/>
                </a:lnTo>
                <a:lnTo>
                  <a:pt x="3600" y="6649"/>
                </a:lnTo>
                <a:lnTo>
                  <a:pt x="2138" y="6305"/>
                </a:lnTo>
                <a:lnTo>
                  <a:pt x="0" y="5891"/>
                </a:lnTo>
                <a:lnTo>
                  <a:pt x="2380" y="5891"/>
                </a:lnTo>
                <a:lnTo>
                  <a:pt x="4774" y="5891"/>
                </a:lnTo>
                <a:lnTo>
                  <a:pt x="7200" y="5891"/>
                </a:lnTo>
                <a:lnTo>
                  <a:pt x="8309" y="4430"/>
                </a:lnTo>
                <a:lnTo>
                  <a:pt x="9050" y="3393"/>
                </a:lnTo>
                <a:lnTo>
                  <a:pt x="9598" y="2498"/>
                </a:lnTo>
                <a:lnTo>
                  <a:pt x="10123" y="1461"/>
                </a:lnTo>
                <a:lnTo>
                  <a:pt x="10800" y="0"/>
                </a:lnTo>
                <a:close/>
              </a:path>
            </a:pathLst>
          </a:custGeom>
          <a:solidFill>
            <a:srgbClr val="B69E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3" name="contour_13001"/>
          <p:cNvSpPr/>
          <p:nvPr/>
        </p:nvSpPr>
        <p:spPr>
          <a:xfrm>
            <a:off x="440366" y="5444130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09"/>
                </a:lnTo>
                <a:lnTo>
                  <a:pt x="7133" y="1018"/>
                </a:lnTo>
                <a:lnTo>
                  <a:pt x="10719" y="1531"/>
                </a:lnTo>
                <a:lnTo>
                  <a:pt x="14321" y="2046"/>
                </a:lnTo>
                <a:lnTo>
                  <a:pt x="17944" y="2564"/>
                </a:lnTo>
                <a:lnTo>
                  <a:pt x="21600" y="3086"/>
                </a:lnTo>
                <a:lnTo>
                  <a:pt x="21006" y="5122"/>
                </a:lnTo>
                <a:lnTo>
                  <a:pt x="20412" y="7162"/>
                </a:lnTo>
                <a:lnTo>
                  <a:pt x="19818" y="9202"/>
                </a:lnTo>
                <a:lnTo>
                  <a:pt x="19219" y="11247"/>
                </a:lnTo>
                <a:lnTo>
                  <a:pt x="18619" y="13299"/>
                </a:lnTo>
                <a:lnTo>
                  <a:pt x="18020" y="15361"/>
                </a:lnTo>
                <a:lnTo>
                  <a:pt x="17415" y="17428"/>
                </a:lnTo>
                <a:lnTo>
                  <a:pt x="16810" y="19508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4865" y="19462"/>
                </a:lnTo>
                <a:lnTo>
                  <a:pt x="4331" y="17320"/>
                </a:lnTo>
                <a:lnTo>
                  <a:pt x="3796" y="15179"/>
                </a:lnTo>
                <a:lnTo>
                  <a:pt x="3256" y="13034"/>
                </a:lnTo>
                <a:lnTo>
                  <a:pt x="2722" y="10880"/>
                </a:lnTo>
                <a:lnTo>
                  <a:pt x="2182" y="8723"/>
                </a:lnTo>
                <a:lnTo>
                  <a:pt x="1642" y="6557"/>
                </a:lnTo>
                <a:lnTo>
                  <a:pt x="1096" y="4382"/>
                </a:lnTo>
                <a:lnTo>
                  <a:pt x="55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DA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4" name="contour_13002"/>
          <p:cNvSpPr/>
          <p:nvPr/>
        </p:nvSpPr>
        <p:spPr>
          <a:xfrm>
            <a:off x="4870809" y="5436842"/>
            <a:ext cx="4438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9" y="0"/>
                </a:moveTo>
                <a:lnTo>
                  <a:pt x="2486" y="924"/>
                </a:lnTo>
                <a:lnTo>
                  <a:pt x="4650" y="1866"/>
                </a:lnTo>
                <a:lnTo>
                  <a:pt x="6810" y="2817"/>
                </a:lnTo>
                <a:lnTo>
                  <a:pt x="8966" y="3780"/>
                </a:lnTo>
                <a:lnTo>
                  <a:pt x="10573" y="4480"/>
                </a:lnTo>
                <a:lnTo>
                  <a:pt x="12187" y="5188"/>
                </a:lnTo>
                <a:lnTo>
                  <a:pt x="13829" y="5905"/>
                </a:lnTo>
                <a:lnTo>
                  <a:pt x="16301" y="7694"/>
                </a:lnTo>
                <a:lnTo>
                  <a:pt x="18106" y="9491"/>
                </a:lnTo>
                <a:lnTo>
                  <a:pt x="19454" y="11534"/>
                </a:lnTo>
                <a:lnTo>
                  <a:pt x="20550" y="14053"/>
                </a:lnTo>
                <a:lnTo>
                  <a:pt x="21600" y="17280"/>
                </a:lnTo>
                <a:lnTo>
                  <a:pt x="17727" y="18848"/>
                </a:lnTo>
                <a:lnTo>
                  <a:pt x="14985" y="19915"/>
                </a:lnTo>
                <a:lnTo>
                  <a:pt x="12974" y="20602"/>
                </a:lnTo>
                <a:lnTo>
                  <a:pt x="11304" y="21034"/>
                </a:lnTo>
                <a:lnTo>
                  <a:pt x="9583" y="21328"/>
                </a:lnTo>
                <a:lnTo>
                  <a:pt x="7413" y="21600"/>
                </a:lnTo>
                <a:lnTo>
                  <a:pt x="4809" y="19643"/>
                </a:lnTo>
                <a:lnTo>
                  <a:pt x="3199" y="18092"/>
                </a:lnTo>
                <a:lnTo>
                  <a:pt x="1926" y="16131"/>
                </a:lnTo>
                <a:lnTo>
                  <a:pt x="319" y="12960"/>
                </a:lnTo>
                <a:lnTo>
                  <a:pt x="106" y="9487"/>
                </a:lnTo>
                <a:lnTo>
                  <a:pt x="0" y="7076"/>
                </a:lnTo>
                <a:lnTo>
                  <a:pt x="0" y="5106"/>
                </a:lnTo>
                <a:lnTo>
                  <a:pt x="106" y="2955"/>
                </a:lnTo>
                <a:lnTo>
                  <a:pt x="319" y="0"/>
                </a:lnTo>
                <a:close/>
              </a:path>
            </a:pathLst>
          </a:custGeom>
          <a:solidFill>
            <a:srgbClr val="9882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5" name="contour_13003"/>
          <p:cNvSpPr/>
          <p:nvPr/>
        </p:nvSpPr>
        <p:spPr>
          <a:xfrm>
            <a:off x="9761707" y="5444130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9145" y="1015"/>
                </a:lnTo>
                <a:lnTo>
                  <a:pt x="12622" y="1782"/>
                </a:lnTo>
                <a:lnTo>
                  <a:pt x="15070" y="2457"/>
                </a:lnTo>
                <a:lnTo>
                  <a:pt x="16951" y="3186"/>
                </a:lnTo>
                <a:lnTo>
                  <a:pt x="18719" y="4115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688" y="18036"/>
                </a:lnTo>
                <a:lnTo>
                  <a:pt x="1376" y="14467"/>
                </a:lnTo>
                <a:lnTo>
                  <a:pt x="2068" y="10881"/>
                </a:lnTo>
                <a:lnTo>
                  <a:pt x="2765" y="7279"/>
                </a:lnTo>
                <a:lnTo>
                  <a:pt x="3465" y="3656"/>
                </a:lnTo>
                <a:lnTo>
                  <a:pt x="4170" y="0"/>
                </a:lnTo>
                <a:close/>
              </a:path>
            </a:pathLst>
          </a:custGeom>
          <a:solidFill>
            <a:srgbClr val="E4E5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6" name="contour_13004"/>
          <p:cNvSpPr/>
          <p:nvPr/>
        </p:nvSpPr>
        <p:spPr>
          <a:xfrm>
            <a:off x="5497321" y="5436842"/>
            <a:ext cx="44639" cy="36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1" y="0"/>
                </a:moveTo>
                <a:lnTo>
                  <a:pt x="2655" y="1262"/>
                </a:lnTo>
                <a:lnTo>
                  <a:pt x="4807" y="2519"/>
                </a:lnTo>
                <a:lnTo>
                  <a:pt x="6894" y="3794"/>
                </a:lnTo>
                <a:lnTo>
                  <a:pt x="8922" y="5112"/>
                </a:lnTo>
                <a:lnTo>
                  <a:pt x="10893" y="6500"/>
                </a:lnTo>
                <a:lnTo>
                  <a:pt x="12805" y="7971"/>
                </a:lnTo>
                <a:lnTo>
                  <a:pt x="14667" y="9556"/>
                </a:lnTo>
                <a:lnTo>
                  <a:pt x="16472" y="11276"/>
                </a:lnTo>
                <a:lnTo>
                  <a:pt x="18229" y="13149"/>
                </a:lnTo>
                <a:lnTo>
                  <a:pt x="19939" y="15205"/>
                </a:lnTo>
                <a:lnTo>
                  <a:pt x="21600" y="17462"/>
                </a:lnTo>
                <a:lnTo>
                  <a:pt x="17449" y="18998"/>
                </a:lnTo>
                <a:lnTo>
                  <a:pt x="14258" y="20138"/>
                </a:lnTo>
                <a:lnTo>
                  <a:pt x="11807" y="20923"/>
                </a:lnTo>
                <a:lnTo>
                  <a:pt x="9881" y="21399"/>
                </a:lnTo>
                <a:lnTo>
                  <a:pt x="8263" y="21600"/>
                </a:lnTo>
                <a:lnTo>
                  <a:pt x="6736" y="21578"/>
                </a:lnTo>
                <a:lnTo>
                  <a:pt x="5082" y="21364"/>
                </a:lnTo>
                <a:lnTo>
                  <a:pt x="3086" y="21006"/>
                </a:lnTo>
                <a:lnTo>
                  <a:pt x="1481" y="18553"/>
                </a:lnTo>
                <a:lnTo>
                  <a:pt x="561" y="16379"/>
                </a:lnTo>
                <a:lnTo>
                  <a:pt x="138" y="14174"/>
                </a:lnTo>
                <a:lnTo>
                  <a:pt x="14" y="11638"/>
                </a:lnTo>
                <a:lnTo>
                  <a:pt x="0" y="8460"/>
                </a:lnTo>
                <a:lnTo>
                  <a:pt x="67" y="7216"/>
                </a:lnTo>
                <a:lnTo>
                  <a:pt x="180" y="5020"/>
                </a:lnTo>
                <a:lnTo>
                  <a:pt x="441" y="0"/>
                </a:lnTo>
                <a:close/>
              </a:path>
            </a:pathLst>
          </a:custGeom>
          <a:solidFill>
            <a:srgbClr val="D7DA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7" name="contour_13005"/>
          <p:cNvSpPr/>
          <p:nvPr/>
        </p:nvSpPr>
        <p:spPr>
          <a:xfrm>
            <a:off x="2437276" y="5385826"/>
            <a:ext cx="35769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3" y="0"/>
                </a:moveTo>
                <a:lnTo>
                  <a:pt x="15386" y="0"/>
                </a:lnTo>
                <a:lnTo>
                  <a:pt x="17604" y="0"/>
                </a:lnTo>
                <a:lnTo>
                  <a:pt x="18114" y="1430"/>
                </a:lnTo>
                <a:lnTo>
                  <a:pt x="18621" y="2860"/>
                </a:lnTo>
                <a:lnTo>
                  <a:pt x="19113" y="4290"/>
                </a:lnTo>
                <a:lnTo>
                  <a:pt x="19598" y="5722"/>
                </a:lnTo>
                <a:lnTo>
                  <a:pt x="20077" y="7154"/>
                </a:lnTo>
                <a:lnTo>
                  <a:pt x="20539" y="8484"/>
                </a:lnTo>
                <a:lnTo>
                  <a:pt x="21001" y="9824"/>
                </a:lnTo>
                <a:lnTo>
                  <a:pt x="21472" y="11180"/>
                </a:lnTo>
                <a:lnTo>
                  <a:pt x="21600" y="12854"/>
                </a:lnTo>
                <a:lnTo>
                  <a:pt x="21508" y="14383"/>
                </a:lnTo>
                <a:lnTo>
                  <a:pt x="21191" y="15820"/>
                </a:lnTo>
                <a:lnTo>
                  <a:pt x="20641" y="17209"/>
                </a:lnTo>
                <a:lnTo>
                  <a:pt x="19866" y="18604"/>
                </a:lnTo>
                <a:lnTo>
                  <a:pt x="18854" y="20051"/>
                </a:lnTo>
                <a:lnTo>
                  <a:pt x="17604" y="21600"/>
                </a:lnTo>
                <a:lnTo>
                  <a:pt x="14699" y="21244"/>
                </a:lnTo>
                <a:lnTo>
                  <a:pt x="11790" y="20887"/>
                </a:lnTo>
                <a:lnTo>
                  <a:pt x="8868" y="20529"/>
                </a:lnTo>
                <a:lnTo>
                  <a:pt x="5933" y="20168"/>
                </a:lnTo>
                <a:lnTo>
                  <a:pt x="2979" y="19805"/>
                </a:lnTo>
                <a:lnTo>
                  <a:pt x="0" y="19440"/>
                </a:lnTo>
                <a:lnTo>
                  <a:pt x="2099" y="18611"/>
                </a:lnTo>
                <a:lnTo>
                  <a:pt x="4229" y="17770"/>
                </a:lnTo>
                <a:lnTo>
                  <a:pt x="6214" y="16511"/>
                </a:lnTo>
                <a:lnTo>
                  <a:pt x="7750" y="15301"/>
                </a:lnTo>
                <a:lnTo>
                  <a:pt x="8903" y="14113"/>
                </a:lnTo>
                <a:lnTo>
                  <a:pt x="9748" y="12908"/>
                </a:lnTo>
                <a:lnTo>
                  <a:pt x="10364" y="11658"/>
                </a:lnTo>
                <a:lnTo>
                  <a:pt x="10822" y="10325"/>
                </a:lnTo>
                <a:lnTo>
                  <a:pt x="11192" y="8882"/>
                </a:lnTo>
                <a:lnTo>
                  <a:pt x="11553" y="7290"/>
                </a:lnTo>
                <a:lnTo>
                  <a:pt x="11883" y="5925"/>
                </a:lnTo>
                <a:lnTo>
                  <a:pt x="12217" y="4549"/>
                </a:lnTo>
                <a:lnTo>
                  <a:pt x="12552" y="3156"/>
                </a:lnTo>
                <a:lnTo>
                  <a:pt x="12767" y="2112"/>
                </a:lnTo>
                <a:lnTo>
                  <a:pt x="12983" y="1065"/>
                </a:lnTo>
                <a:lnTo>
                  <a:pt x="13203" y="0"/>
                </a:lnTo>
                <a:close/>
              </a:path>
            </a:pathLst>
          </a:custGeom>
          <a:solidFill>
            <a:srgbClr val="C3C4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8" name="contour_13006"/>
          <p:cNvSpPr/>
          <p:nvPr/>
        </p:nvSpPr>
        <p:spPr>
          <a:xfrm>
            <a:off x="2087452" y="5429335"/>
            <a:ext cx="80168" cy="273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4" y="173"/>
                </a:moveTo>
                <a:lnTo>
                  <a:pt x="3173" y="0"/>
                </a:lnTo>
                <a:lnTo>
                  <a:pt x="4043" y="69"/>
                </a:lnTo>
                <a:lnTo>
                  <a:pt x="4995" y="483"/>
                </a:lnTo>
                <a:lnTo>
                  <a:pt x="6451" y="1364"/>
                </a:lnTo>
                <a:lnTo>
                  <a:pt x="7774" y="2158"/>
                </a:lnTo>
                <a:lnTo>
                  <a:pt x="9117" y="2969"/>
                </a:lnTo>
                <a:lnTo>
                  <a:pt x="10038" y="3590"/>
                </a:lnTo>
                <a:lnTo>
                  <a:pt x="10965" y="4218"/>
                </a:lnTo>
                <a:lnTo>
                  <a:pt x="11904" y="4845"/>
                </a:lnTo>
                <a:lnTo>
                  <a:pt x="12832" y="5403"/>
                </a:lnTo>
                <a:lnTo>
                  <a:pt x="13767" y="5961"/>
                </a:lnTo>
                <a:lnTo>
                  <a:pt x="14715" y="6525"/>
                </a:lnTo>
                <a:lnTo>
                  <a:pt x="16836" y="7860"/>
                </a:lnTo>
                <a:lnTo>
                  <a:pt x="18311" y="8821"/>
                </a:lnTo>
                <a:lnTo>
                  <a:pt x="19334" y="9534"/>
                </a:lnTo>
                <a:lnTo>
                  <a:pt x="20096" y="10156"/>
                </a:lnTo>
                <a:lnTo>
                  <a:pt x="20787" y="10823"/>
                </a:lnTo>
                <a:lnTo>
                  <a:pt x="21600" y="11680"/>
                </a:lnTo>
                <a:lnTo>
                  <a:pt x="21600" y="14534"/>
                </a:lnTo>
                <a:lnTo>
                  <a:pt x="21600" y="17434"/>
                </a:lnTo>
                <a:lnTo>
                  <a:pt x="20057" y="18533"/>
                </a:lnTo>
                <a:lnTo>
                  <a:pt x="18576" y="19483"/>
                </a:lnTo>
                <a:lnTo>
                  <a:pt x="17148" y="20265"/>
                </a:lnTo>
                <a:lnTo>
                  <a:pt x="15764" y="20875"/>
                </a:lnTo>
                <a:lnTo>
                  <a:pt x="14421" y="21312"/>
                </a:lnTo>
                <a:lnTo>
                  <a:pt x="13107" y="21554"/>
                </a:lnTo>
                <a:lnTo>
                  <a:pt x="11817" y="21600"/>
                </a:lnTo>
                <a:lnTo>
                  <a:pt x="10541" y="21445"/>
                </a:lnTo>
                <a:lnTo>
                  <a:pt x="9274" y="21071"/>
                </a:lnTo>
                <a:lnTo>
                  <a:pt x="8008" y="20466"/>
                </a:lnTo>
                <a:lnTo>
                  <a:pt x="6735" y="19638"/>
                </a:lnTo>
                <a:lnTo>
                  <a:pt x="5447" y="18562"/>
                </a:lnTo>
                <a:lnTo>
                  <a:pt x="4137" y="17239"/>
                </a:lnTo>
                <a:lnTo>
                  <a:pt x="2798" y="15656"/>
                </a:lnTo>
                <a:lnTo>
                  <a:pt x="1422" y="13809"/>
                </a:lnTo>
                <a:lnTo>
                  <a:pt x="0" y="11680"/>
                </a:lnTo>
                <a:lnTo>
                  <a:pt x="424" y="8222"/>
                </a:lnTo>
                <a:lnTo>
                  <a:pt x="772" y="5869"/>
                </a:lnTo>
                <a:lnTo>
                  <a:pt x="1223" y="3544"/>
                </a:lnTo>
                <a:lnTo>
                  <a:pt x="1964" y="173"/>
                </a:lnTo>
                <a:close/>
              </a:path>
            </a:pathLst>
          </a:custGeom>
          <a:solidFill>
            <a:srgbClr val="D3D6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09" name="contour_13007"/>
          <p:cNvSpPr/>
          <p:nvPr/>
        </p:nvSpPr>
        <p:spPr>
          <a:xfrm>
            <a:off x="4536217" y="542226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581" y="3056"/>
                </a:lnTo>
                <a:lnTo>
                  <a:pt x="19562" y="6113"/>
                </a:lnTo>
                <a:lnTo>
                  <a:pt x="18540" y="9180"/>
                </a:lnTo>
                <a:lnTo>
                  <a:pt x="17514" y="12258"/>
                </a:lnTo>
                <a:lnTo>
                  <a:pt x="16481" y="15352"/>
                </a:lnTo>
                <a:lnTo>
                  <a:pt x="15444" y="18463"/>
                </a:lnTo>
                <a:lnTo>
                  <a:pt x="14400" y="21600"/>
                </a:lnTo>
                <a:lnTo>
                  <a:pt x="10224" y="18857"/>
                </a:lnTo>
                <a:lnTo>
                  <a:pt x="7175" y="16826"/>
                </a:lnTo>
                <a:lnTo>
                  <a:pt x="5000" y="15325"/>
                </a:lnTo>
                <a:lnTo>
                  <a:pt x="3449" y="14159"/>
                </a:lnTo>
                <a:lnTo>
                  <a:pt x="2264" y="13144"/>
                </a:lnTo>
                <a:lnTo>
                  <a:pt x="1199" y="1208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635D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0" name="contour_13008"/>
          <p:cNvSpPr/>
          <p:nvPr/>
        </p:nvSpPr>
        <p:spPr>
          <a:xfrm>
            <a:off x="2269652" y="5420626"/>
            <a:ext cx="2915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227" y="3440"/>
                </a:lnTo>
                <a:lnTo>
                  <a:pt x="20817" y="5965"/>
                </a:lnTo>
                <a:lnTo>
                  <a:pt x="20347" y="8466"/>
                </a:lnTo>
                <a:lnTo>
                  <a:pt x="19786" y="10947"/>
                </a:lnTo>
                <a:lnTo>
                  <a:pt x="19116" y="13408"/>
                </a:lnTo>
                <a:lnTo>
                  <a:pt x="18311" y="15853"/>
                </a:lnTo>
                <a:lnTo>
                  <a:pt x="17350" y="18287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373" y="18160"/>
                </a:lnTo>
                <a:lnTo>
                  <a:pt x="783" y="15635"/>
                </a:lnTo>
                <a:lnTo>
                  <a:pt x="1253" y="13134"/>
                </a:lnTo>
                <a:lnTo>
                  <a:pt x="1814" y="10653"/>
                </a:lnTo>
                <a:lnTo>
                  <a:pt x="2484" y="8192"/>
                </a:lnTo>
                <a:lnTo>
                  <a:pt x="3289" y="5747"/>
                </a:lnTo>
                <a:lnTo>
                  <a:pt x="4250" y="3313"/>
                </a:lnTo>
                <a:lnTo>
                  <a:pt x="5400" y="892"/>
                </a:lnTo>
                <a:close/>
              </a:path>
            </a:pathLst>
          </a:custGeom>
          <a:solidFill>
            <a:srgbClr val="F5E6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1" name="contour_13009"/>
          <p:cNvSpPr/>
          <p:nvPr/>
        </p:nvSpPr>
        <p:spPr>
          <a:xfrm>
            <a:off x="7108878" y="5407690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03" y="470"/>
                </a:lnTo>
                <a:lnTo>
                  <a:pt x="10032" y="972"/>
                </a:lnTo>
                <a:lnTo>
                  <a:pt x="11960" y="1490"/>
                </a:lnTo>
                <a:lnTo>
                  <a:pt x="13886" y="2025"/>
                </a:lnTo>
                <a:lnTo>
                  <a:pt x="16040" y="2592"/>
                </a:lnTo>
                <a:lnTo>
                  <a:pt x="18224" y="3164"/>
                </a:lnTo>
                <a:lnTo>
                  <a:pt x="19900" y="427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040" y="10800"/>
                </a:lnTo>
                <a:lnTo>
                  <a:pt x="4092" y="10800"/>
                </a:lnTo>
                <a:lnTo>
                  <a:pt x="6171" y="10800"/>
                </a:lnTo>
                <a:lnTo>
                  <a:pt x="6171" y="7231"/>
                </a:lnTo>
                <a:lnTo>
                  <a:pt x="6171" y="3640"/>
                </a:lnTo>
                <a:lnTo>
                  <a:pt x="6171" y="0"/>
                </a:lnTo>
                <a:close/>
              </a:path>
            </a:pathLst>
          </a:custGeom>
          <a:solidFill>
            <a:srgbClr val="28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2" name="contour_13010"/>
          <p:cNvSpPr/>
          <p:nvPr/>
        </p:nvSpPr>
        <p:spPr>
          <a:xfrm>
            <a:off x="1424245" y="5413338"/>
            <a:ext cx="2915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227" y="3440"/>
                </a:lnTo>
                <a:lnTo>
                  <a:pt x="20817" y="5965"/>
                </a:lnTo>
                <a:lnTo>
                  <a:pt x="20347" y="8466"/>
                </a:lnTo>
                <a:lnTo>
                  <a:pt x="19786" y="10947"/>
                </a:lnTo>
                <a:lnTo>
                  <a:pt x="19116" y="13408"/>
                </a:lnTo>
                <a:lnTo>
                  <a:pt x="18311" y="15853"/>
                </a:lnTo>
                <a:lnTo>
                  <a:pt x="17350" y="18287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373" y="18160"/>
                </a:lnTo>
                <a:lnTo>
                  <a:pt x="783" y="15635"/>
                </a:lnTo>
                <a:lnTo>
                  <a:pt x="1253" y="13134"/>
                </a:lnTo>
                <a:lnTo>
                  <a:pt x="1814" y="10653"/>
                </a:lnTo>
                <a:lnTo>
                  <a:pt x="2484" y="8192"/>
                </a:lnTo>
                <a:lnTo>
                  <a:pt x="3289" y="5747"/>
                </a:lnTo>
                <a:lnTo>
                  <a:pt x="4250" y="3313"/>
                </a:lnTo>
                <a:lnTo>
                  <a:pt x="5400" y="892"/>
                </a:lnTo>
                <a:close/>
              </a:path>
            </a:pathLst>
          </a:custGeom>
          <a:solidFill>
            <a:srgbClr val="F8E4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3" name="contour_13011"/>
          <p:cNvSpPr/>
          <p:nvPr/>
        </p:nvSpPr>
        <p:spPr>
          <a:xfrm>
            <a:off x="11612857" y="5407413"/>
            <a:ext cx="58304" cy="221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270"/>
                </a:moveTo>
                <a:lnTo>
                  <a:pt x="4576" y="64"/>
                </a:lnTo>
                <a:lnTo>
                  <a:pt x="5989" y="0"/>
                </a:lnTo>
                <a:lnTo>
                  <a:pt x="7201" y="156"/>
                </a:lnTo>
                <a:lnTo>
                  <a:pt x="8481" y="576"/>
                </a:lnTo>
                <a:lnTo>
                  <a:pt x="10098" y="1337"/>
                </a:lnTo>
                <a:lnTo>
                  <a:pt x="12317" y="2488"/>
                </a:lnTo>
                <a:lnTo>
                  <a:pt x="14051" y="3342"/>
                </a:lnTo>
                <a:lnTo>
                  <a:pt x="15795" y="4202"/>
                </a:lnTo>
                <a:lnTo>
                  <a:pt x="17561" y="5076"/>
                </a:lnTo>
                <a:lnTo>
                  <a:pt x="18155" y="5411"/>
                </a:lnTo>
                <a:lnTo>
                  <a:pt x="19202" y="6008"/>
                </a:lnTo>
                <a:lnTo>
                  <a:pt x="21600" y="7380"/>
                </a:lnTo>
                <a:lnTo>
                  <a:pt x="21600" y="12080"/>
                </a:lnTo>
                <a:lnTo>
                  <a:pt x="21600" y="1680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535" y="17377"/>
                </a:lnTo>
                <a:lnTo>
                  <a:pt x="1072" y="13139"/>
                </a:lnTo>
                <a:lnTo>
                  <a:pt x="1609" y="8887"/>
                </a:lnTo>
                <a:lnTo>
                  <a:pt x="2152" y="4600"/>
                </a:lnTo>
                <a:lnTo>
                  <a:pt x="2700" y="270"/>
                </a:lnTo>
                <a:close/>
              </a:path>
            </a:pathLst>
          </a:custGeom>
          <a:solidFill>
            <a:srgbClr val="907E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4" name="contour_13012"/>
          <p:cNvSpPr/>
          <p:nvPr/>
        </p:nvSpPr>
        <p:spPr>
          <a:xfrm>
            <a:off x="4740281" y="5416727"/>
            <a:ext cx="72880" cy="27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111"/>
                </a:moveTo>
                <a:lnTo>
                  <a:pt x="20531" y="12006"/>
                </a:lnTo>
                <a:lnTo>
                  <a:pt x="19459" y="13908"/>
                </a:lnTo>
                <a:lnTo>
                  <a:pt x="18384" y="15809"/>
                </a:lnTo>
                <a:lnTo>
                  <a:pt x="17304" y="17728"/>
                </a:lnTo>
                <a:lnTo>
                  <a:pt x="16217" y="19658"/>
                </a:lnTo>
                <a:lnTo>
                  <a:pt x="15120" y="21600"/>
                </a:lnTo>
                <a:lnTo>
                  <a:pt x="15120" y="17803"/>
                </a:lnTo>
                <a:lnTo>
                  <a:pt x="15120" y="13983"/>
                </a:lnTo>
                <a:lnTo>
                  <a:pt x="15120" y="10111"/>
                </a:lnTo>
                <a:lnTo>
                  <a:pt x="14569" y="10886"/>
                </a:lnTo>
                <a:lnTo>
                  <a:pt x="12910" y="13230"/>
                </a:lnTo>
                <a:lnTo>
                  <a:pt x="11489" y="15011"/>
                </a:lnTo>
                <a:lnTo>
                  <a:pt x="10098" y="16665"/>
                </a:lnTo>
                <a:lnTo>
                  <a:pt x="8709" y="18170"/>
                </a:lnTo>
                <a:lnTo>
                  <a:pt x="7301" y="19509"/>
                </a:lnTo>
                <a:lnTo>
                  <a:pt x="5847" y="20664"/>
                </a:lnTo>
                <a:lnTo>
                  <a:pt x="4320" y="21600"/>
                </a:lnTo>
                <a:lnTo>
                  <a:pt x="3119" y="18228"/>
                </a:lnTo>
                <a:lnTo>
                  <a:pt x="2270" y="15694"/>
                </a:lnTo>
                <a:lnTo>
                  <a:pt x="1655" y="13523"/>
                </a:lnTo>
                <a:lnTo>
                  <a:pt x="1151" y="11225"/>
                </a:lnTo>
                <a:lnTo>
                  <a:pt x="639" y="8336"/>
                </a:lnTo>
                <a:lnTo>
                  <a:pt x="0" y="4366"/>
                </a:lnTo>
                <a:lnTo>
                  <a:pt x="1704" y="3274"/>
                </a:lnTo>
                <a:lnTo>
                  <a:pt x="3324" y="2298"/>
                </a:lnTo>
                <a:lnTo>
                  <a:pt x="4871" y="1471"/>
                </a:lnTo>
                <a:lnTo>
                  <a:pt x="6353" y="810"/>
                </a:lnTo>
                <a:lnTo>
                  <a:pt x="7782" y="327"/>
                </a:lnTo>
                <a:lnTo>
                  <a:pt x="9169" y="52"/>
                </a:lnTo>
                <a:lnTo>
                  <a:pt x="10528" y="0"/>
                </a:lnTo>
                <a:lnTo>
                  <a:pt x="11865" y="195"/>
                </a:lnTo>
                <a:lnTo>
                  <a:pt x="13195" y="655"/>
                </a:lnTo>
                <a:lnTo>
                  <a:pt x="14526" y="1396"/>
                </a:lnTo>
                <a:lnTo>
                  <a:pt x="15872" y="2447"/>
                </a:lnTo>
                <a:lnTo>
                  <a:pt x="17239" y="3826"/>
                </a:lnTo>
                <a:lnTo>
                  <a:pt x="18643" y="5544"/>
                </a:lnTo>
                <a:lnTo>
                  <a:pt x="20092" y="7635"/>
                </a:lnTo>
                <a:lnTo>
                  <a:pt x="21600" y="10111"/>
                </a:lnTo>
                <a:close/>
              </a:path>
            </a:pathLst>
          </a:custGeom>
          <a:solidFill>
            <a:srgbClr val="2827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5" name="contour_13013"/>
          <p:cNvSpPr/>
          <p:nvPr/>
        </p:nvSpPr>
        <p:spPr>
          <a:xfrm>
            <a:off x="3821994" y="5400402"/>
            <a:ext cx="43728" cy="59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0" y="0"/>
                </a:lnTo>
                <a:lnTo>
                  <a:pt x="4774" y="0"/>
                </a:lnTo>
                <a:lnTo>
                  <a:pt x="7200" y="0"/>
                </a:lnTo>
                <a:lnTo>
                  <a:pt x="8770" y="1472"/>
                </a:lnTo>
                <a:lnTo>
                  <a:pt x="9767" y="2678"/>
                </a:lnTo>
                <a:lnTo>
                  <a:pt x="11052" y="4649"/>
                </a:lnTo>
                <a:lnTo>
                  <a:pt x="11995" y="6092"/>
                </a:lnTo>
                <a:lnTo>
                  <a:pt x="12953" y="7556"/>
                </a:lnTo>
                <a:lnTo>
                  <a:pt x="13896" y="9081"/>
                </a:lnTo>
                <a:lnTo>
                  <a:pt x="14850" y="10627"/>
                </a:lnTo>
                <a:lnTo>
                  <a:pt x="15343" y="11392"/>
                </a:lnTo>
                <a:lnTo>
                  <a:pt x="16834" y="13699"/>
                </a:lnTo>
                <a:lnTo>
                  <a:pt x="17798" y="15205"/>
                </a:lnTo>
                <a:lnTo>
                  <a:pt x="18756" y="16717"/>
                </a:lnTo>
                <a:lnTo>
                  <a:pt x="19706" y="18228"/>
                </a:lnTo>
                <a:lnTo>
                  <a:pt x="20657" y="19740"/>
                </a:lnTo>
                <a:lnTo>
                  <a:pt x="21600" y="21255"/>
                </a:lnTo>
                <a:lnTo>
                  <a:pt x="19102" y="21483"/>
                </a:lnTo>
                <a:lnTo>
                  <a:pt x="17294" y="21600"/>
                </a:lnTo>
                <a:lnTo>
                  <a:pt x="15653" y="21600"/>
                </a:lnTo>
                <a:lnTo>
                  <a:pt x="13658" y="21483"/>
                </a:lnTo>
                <a:lnTo>
                  <a:pt x="10800" y="21255"/>
                </a:lnTo>
                <a:lnTo>
                  <a:pt x="9112" y="19610"/>
                </a:lnTo>
                <a:lnTo>
                  <a:pt x="7952" y="18391"/>
                </a:lnTo>
                <a:lnTo>
                  <a:pt x="7027" y="17230"/>
                </a:lnTo>
                <a:lnTo>
                  <a:pt x="6048" y="15760"/>
                </a:lnTo>
                <a:lnTo>
                  <a:pt x="4723" y="13616"/>
                </a:lnTo>
                <a:lnTo>
                  <a:pt x="3820" y="12197"/>
                </a:lnTo>
                <a:lnTo>
                  <a:pt x="2909" y="10768"/>
                </a:lnTo>
                <a:lnTo>
                  <a:pt x="1984" y="9320"/>
                </a:lnTo>
                <a:lnTo>
                  <a:pt x="1015" y="7322"/>
                </a:lnTo>
                <a:lnTo>
                  <a:pt x="428" y="5840"/>
                </a:lnTo>
                <a:lnTo>
                  <a:pt x="126" y="4424"/>
                </a:lnTo>
                <a:lnTo>
                  <a:pt x="14" y="2625"/>
                </a:lnTo>
                <a:lnTo>
                  <a:pt x="0" y="0"/>
                </a:lnTo>
                <a:close/>
              </a:path>
            </a:pathLst>
          </a:custGeom>
          <a:solidFill>
            <a:srgbClr val="CFBD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6" name="contour_13014"/>
          <p:cNvSpPr/>
          <p:nvPr/>
        </p:nvSpPr>
        <p:spPr>
          <a:xfrm>
            <a:off x="1300349" y="5406473"/>
            <a:ext cx="65592" cy="30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850"/>
                </a:moveTo>
                <a:lnTo>
                  <a:pt x="13740" y="163"/>
                </a:lnTo>
                <a:lnTo>
                  <a:pt x="15024" y="0"/>
                </a:lnTo>
                <a:lnTo>
                  <a:pt x="16949" y="214"/>
                </a:lnTo>
                <a:lnTo>
                  <a:pt x="18485" y="423"/>
                </a:lnTo>
                <a:lnTo>
                  <a:pt x="20033" y="636"/>
                </a:lnTo>
                <a:lnTo>
                  <a:pt x="21600" y="850"/>
                </a:lnTo>
                <a:lnTo>
                  <a:pt x="20846" y="6905"/>
                </a:lnTo>
                <a:lnTo>
                  <a:pt x="20261" y="11075"/>
                </a:lnTo>
                <a:lnTo>
                  <a:pt x="19726" y="13881"/>
                </a:lnTo>
                <a:lnTo>
                  <a:pt x="19114" y="15821"/>
                </a:lnTo>
                <a:lnTo>
                  <a:pt x="18305" y="17409"/>
                </a:lnTo>
                <a:lnTo>
                  <a:pt x="17174" y="19151"/>
                </a:lnTo>
                <a:lnTo>
                  <a:pt x="15686" y="20123"/>
                </a:lnTo>
                <a:lnTo>
                  <a:pt x="14242" y="20811"/>
                </a:lnTo>
                <a:lnTo>
                  <a:pt x="12823" y="21254"/>
                </a:lnTo>
                <a:lnTo>
                  <a:pt x="11402" y="21498"/>
                </a:lnTo>
                <a:lnTo>
                  <a:pt x="9958" y="21600"/>
                </a:lnTo>
                <a:lnTo>
                  <a:pt x="8465" y="21595"/>
                </a:lnTo>
                <a:lnTo>
                  <a:pt x="6900" y="21534"/>
                </a:lnTo>
                <a:lnTo>
                  <a:pt x="5604" y="21488"/>
                </a:lnTo>
                <a:lnTo>
                  <a:pt x="4301" y="21442"/>
                </a:lnTo>
                <a:lnTo>
                  <a:pt x="2981" y="21396"/>
                </a:lnTo>
                <a:lnTo>
                  <a:pt x="1500" y="21310"/>
                </a:lnTo>
                <a:lnTo>
                  <a:pt x="0" y="21218"/>
                </a:lnTo>
                <a:lnTo>
                  <a:pt x="1001" y="20291"/>
                </a:lnTo>
                <a:lnTo>
                  <a:pt x="2016" y="19349"/>
                </a:lnTo>
                <a:lnTo>
                  <a:pt x="3324" y="18066"/>
                </a:lnTo>
                <a:lnTo>
                  <a:pt x="4651" y="16763"/>
                </a:lnTo>
                <a:lnTo>
                  <a:pt x="5947" y="15520"/>
                </a:lnTo>
                <a:lnTo>
                  <a:pt x="7265" y="14257"/>
                </a:lnTo>
                <a:lnTo>
                  <a:pt x="8633" y="12307"/>
                </a:lnTo>
                <a:lnTo>
                  <a:pt x="9458" y="10759"/>
                </a:lnTo>
                <a:lnTo>
                  <a:pt x="10070" y="8804"/>
                </a:lnTo>
                <a:lnTo>
                  <a:pt x="10800" y="5627"/>
                </a:lnTo>
                <a:lnTo>
                  <a:pt x="11395" y="3254"/>
                </a:lnTo>
                <a:lnTo>
                  <a:pt x="12000" y="850"/>
                </a:lnTo>
                <a:close/>
              </a:path>
            </a:pathLst>
          </a:custGeom>
          <a:solidFill>
            <a:srgbClr val="2A2A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7" name="contour_13015"/>
          <p:cNvSpPr/>
          <p:nvPr/>
        </p:nvSpPr>
        <p:spPr>
          <a:xfrm>
            <a:off x="10235427" y="5414978"/>
            <a:ext cx="51016" cy="323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81"/>
                </a:lnTo>
                <a:lnTo>
                  <a:pt x="4280" y="963"/>
                </a:lnTo>
                <a:lnTo>
                  <a:pt x="6421" y="1444"/>
                </a:lnTo>
                <a:lnTo>
                  <a:pt x="8566" y="1930"/>
                </a:lnTo>
                <a:lnTo>
                  <a:pt x="10720" y="2411"/>
                </a:lnTo>
                <a:lnTo>
                  <a:pt x="12877" y="2898"/>
                </a:lnTo>
                <a:lnTo>
                  <a:pt x="15043" y="3384"/>
                </a:lnTo>
                <a:lnTo>
                  <a:pt x="17218" y="3875"/>
                </a:lnTo>
                <a:lnTo>
                  <a:pt x="19403" y="4366"/>
                </a:lnTo>
                <a:lnTo>
                  <a:pt x="21600" y="4862"/>
                </a:lnTo>
                <a:lnTo>
                  <a:pt x="20989" y="7749"/>
                </a:lnTo>
                <a:lnTo>
                  <a:pt x="20375" y="10647"/>
                </a:lnTo>
                <a:lnTo>
                  <a:pt x="19761" y="13554"/>
                </a:lnTo>
                <a:lnTo>
                  <a:pt x="19141" y="16486"/>
                </a:lnTo>
                <a:lnTo>
                  <a:pt x="18514" y="19446"/>
                </a:lnTo>
                <a:lnTo>
                  <a:pt x="16286" y="20564"/>
                </a:lnTo>
                <a:lnTo>
                  <a:pt x="14092" y="21274"/>
                </a:lnTo>
                <a:lnTo>
                  <a:pt x="11911" y="21600"/>
                </a:lnTo>
                <a:lnTo>
                  <a:pt x="9735" y="21561"/>
                </a:lnTo>
                <a:lnTo>
                  <a:pt x="7548" y="21172"/>
                </a:lnTo>
                <a:lnTo>
                  <a:pt x="5335" y="20462"/>
                </a:lnTo>
                <a:lnTo>
                  <a:pt x="3086" y="19446"/>
                </a:lnTo>
                <a:lnTo>
                  <a:pt x="1993" y="16247"/>
                </a:lnTo>
                <a:lnTo>
                  <a:pt x="1244" y="13219"/>
                </a:lnTo>
                <a:lnTo>
                  <a:pt x="753" y="10214"/>
                </a:lnTo>
                <a:lnTo>
                  <a:pt x="438" y="7103"/>
                </a:lnTo>
                <a:lnTo>
                  <a:pt x="213" y="3743"/>
                </a:lnTo>
                <a:lnTo>
                  <a:pt x="0" y="0"/>
                </a:lnTo>
                <a:close/>
              </a:path>
            </a:pathLst>
          </a:custGeom>
          <a:solidFill>
            <a:srgbClr val="59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8" name="contour_13016"/>
          <p:cNvSpPr/>
          <p:nvPr/>
        </p:nvSpPr>
        <p:spPr>
          <a:xfrm>
            <a:off x="1045269" y="5400402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91"/>
                </a:lnTo>
                <a:lnTo>
                  <a:pt x="2341" y="560"/>
                </a:lnTo>
                <a:lnTo>
                  <a:pt x="3646" y="877"/>
                </a:lnTo>
                <a:lnTo>
                  <a:pt x="5374" y="1292"/>
                </a:lnTo>
                <a:lnTo>
                  <a:pt x="7780" y="1868"/>
                </a:lnTo>
                <a:lnTo>
                  <a:pt x="11115" y="2672"/>
                </a:lnTo>
                <a:lnTo>
                  <a:pt x="15638" y="3757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30"/>
                </a:lnTo>
                <a:lnTo>
                  <a:pt x="0" y="13900"/>
                </a:lnTo>
                <a:lnTo>
                  <a:pt x="0" y="10455"/>
                </a:lnTo>
                <a:lnTo>
                  <a:pt x="0" y="6994"/>
                </a:lnTo>
                <a:lnTo>
                  <a:pt x="0" y="3513"/>
                </a:lnTo>
                <a:lnTo>
                  <a:pt x="0" y="0"/>
                </a:lnTo>
                <a:close/>
              </a:path>
            </a:pathLst>
          </a:custGeom>
          <a:solidFill>
            <a:srgbClr val="2727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19" name="contour_13017"/>
          <p:cNvSpPr/>
          <p:nvPr/>
        </p:nvSpPr>
        <p:spPr>
          <a:xfrm>
            <a:off x="7925133" y="5356674"/>
            <a:ext cx="51016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302" y="1713"/>
                </a:lnTo>
                <a:lnTo>
                  <a:pt x="17175" y="3427"/>
                </a:lnTo>
                <a:lnTo>
                  <a:pt x="18051" y="5146"/>
                </a:lnTo>
                <a:lnTo>
                  <a:pt x="18931" y="6872"/>
                </a:lnTo>
                <a:lnTo>
                  <a:pt x="19816" y="8607"/>
                </a:lnTo>
                <a:lnTo>
                  <a:pt x="20705" y="10350"/>
                </a:lnTo>
                <a:lnTo>
                  <a:pt x="21600" y="12109"/>
                </a:lnTo>
                <a:lnTo>
                  <a:pt x="20069" y="12485"/>
                </a:lnTo>
                <a:lnTo>
                  <a:pt x="18533" y="12860"/>
                </a:lnTo>
                <a:lnTo>
                  <a:pt x="16971" y="13245"/>
                </a:lnTo>
                <a:lnTo>
                  <a:pt x="16293" y="13523"/>
                </a:lnTo>
                <a:lnTo>
                  <a:pt x="15092" y="14014"/>
                </a:lnTo>
                <a:lnTo>
                  <a:pt x="12343" y="15137"/>
                </a:lnTo>
                <a:lnTo>
                  <a:pt x="12343" y="17138"/>
                </a:lnTo>
                <a:lnTo>
                  <a:pt x="12343" y="19151"/>
                </a:lnTo>
                <a:lnTo>
                  <a:pt x="12343" y="21191"/>
                </a:lnTo>
                <a:lnTo>
                  <a:pt x="10140" y="21464"/>
                </a:lnTo>
                <a:lnTo>
                  <a:pt x="8557" y="21600"/>
                </a:lnTo>
                <a:lnTo>
                  <a:pt x="7150" y="21600"/>
                </a:lnTo>
                <a:lnTo>
                  <a:pt x="5474" y="21464"/>
                </a:lnTo>
                <a:lnTo>
                  <a:pt x="3086" y="21191"/>
                </a:lnTo>
                <a:lnTo>
                  <a:pt x="2043" y="18939"/>
                </a:lnTo>
                <a:lnTo>
                  <a:pt x="1361" y="17341"/>
                </a:lnTo>
                <a:lnTo>
                  <a:pt x="892" y="15960"/>
                </a:lnTo>
                <a:lnTo>
                  <a:pt x="488" y="14362"/>
                </a:lnTo>
                <a:lnTo>
                  <a:pt x="0" y="12109"/>
                </a:lnTo>
                <a:lnTo>
                  <a:pt x="879" y="11970"/>
                </a:lnTo>
                <a:lnTo>
                  <a:pt x="2432" y="11725"/>
                </a:lnTo>
                <a:lnTo>
                  <a:pt x="5980" y="11165"/>
                </a:lnTo>
                <a:lnTo>
                  <a:pt x="7998" y="10680"/>
                </a:lnTo>
                <a:lnTo>
                  <a:pt x="9331" y="10302"/>
                </a:lnTo>
                <a:lnTo>
                  <a:pt x="10581" y="9833"/>
                </a:lnTo>
                <a:lnTo>
                  <a:pt x="12343" y="9082"/>
                </a:lnTo>
                <a:lnTo>
                  <a:pt x="13478" y="6739"/>
                </a:lnTo>
                <a:lnTo>
                  <a:pt x="14207" y="5095"/>
                </a:lnTo>
                <a:lnTo>
                  <a:pt x="14676" y="3715"/>
                </a:lnTo>
                <a:lnTo>
                  <a:pt x="15034" y="2162"/>
                </a:lnTo>
                <a:lnTo>
                  <a:pt x="15429" y="0"/>
                </a:lnTo>
                <a:close/>
              </a:path>
            </a:pathLst>
          </a:custGeom>
          <a:solidFill>
            <a:srgbClr val="9E77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0" name="contour_13018"/>
          <p:cNvSpPr/>
          <p:nvPr/>
        </p:nvSpPr>
        <p:spPr>
          <a:xfrm>
            <a:off x="7027399" y="5371250"/>
            <a:ext cx="377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1918" y="242"/>
                </a:lnTo>
                <a:lnTo>
                  <a:pt x="3011" y="467"/>
                </a:lnTo>
                <a:lnTo>
                  <a:pt x="4270" y="730"/>
                </a:lnTo>
                <a:lnTo>
                  <a:pt x="5938" y="1076"/>
                </a:lnTo>
                <a:lnTo>
                  <a:pt x="8261" y="1555"/>
                </a:lnTo>
                <a:lnTo>
                  <a:pt x="11480" y="2225"/>
                </a:lnTo>
                <a:lnTo>
                  <a:pt x="15846" y="3128"/>
                </a:lnTo>
                <a:lnTo>
                  <a:pt x="21600" y="4320"/>
                </a:lnTo>
                <a:lnTo>
                  <a:pt x="20912" y="7171"/>
                </a:lnTo>
                <a:lnTo>
                  <a:pt x="20224" y="10027"/>
                </a:lnTo>
                <a:lnTo>
                  <a:pt x="19532" y="12895"/>
                </a:lnTo>
                <a:lnTo>
                  <a:pt x="18835" y="15777"/>
                </a:lnTo>
                <a:lnTo>
                  <a:pt x="18135" y="18675"/>
                </a:lnTo>
                <a:lnTo>
                  <a:pt x="17430" y="21600"/>
                </a:lnTo>
                <a:lnTo>
                  <a:pt x="14903" y="20589"/>
                </a:lnTo>
                <a:lnTo>
                  <a:pt x="12426" y="19544"/>
                </a:lnTo>
                <a:lnTo>
                  <a:pt x="9995" y="18438"/>
                </a:lnTo>
                <a:lnTo>
                  <a:pt x="7614" y="17254"/>
                </a:lnTo>
                <a:lnTo>
                  <a:pt x="5279" y="15958"/>
                </a:lnTo>
                <a:lnTo>
                  <a:pt x="2990" y="14537"/>
                </a:lnTo>
                <a:lnTo>
                  <a:pt x="751" y="12960"/>
                </a:lnTo>
                <a:lnTo>
                  <a:pt x="250" y="9487"/>
                </a:lnTo>
                <a:lnTo>
                  <a:pt x="0" y="7076"/>
                </a:lnTo>
                <a:lnTo>
                  <a:pt x="0" y="5106"/>
                </a:lnTo>
                <a:lnTo>
                  <a:pt x="250" y="2955"/>
                </a:lnTo>
                <a:lnTo>
                  <a:pt x="751" y="0"/>
                </a:lnTo>
                <a:close/>
              </a:path>
            </a:pathLst>
          </a:custGeom>
          <a:solidFill>
            <a:srgbClr val="BCBE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1" name="contour_13019"/>
          <p:cNvSpPr/>
          <p:nvPr/>
        </p:nvSpPr>
        <p:spPr>
          <a:xfrm>
            <a:off x="1947341" y="5378538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853" y="0"/>
                </a:lnTo>
                <a:lnTo>
                  <a:pt x="6780" y="0"/>
                </a:lnTo>
                <a:lnTo>
                  <a:pt x="9715" y="0"/>
                </a:lnTo>
                <a:lnTo>
                  <a:pt x="12662" y="0"/>
                </a:lnTo>
                <a:lnTo>
                  <a:pt x="15622" y="0"/>
                </a:lnTo>
                <a:lnTo>
                  <a:pt x="1859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B4B4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2" name="contour_13020"/>
          <p:cNvSpPr/>
          <p:nvPr/>
        </p:nvSpPr>
        <p:spPr>
          <a:xfrm>
            <a:off x="6729903" y="5349386"/>
            <a:ext cx="370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1" y="0"/>
                </a:moveTo>
                <a:lnTo>
                  <a:pt x="15252" y="1506"/>
                </a:lnTo>
                <a:lnTo>
                  <a:pt x="16974" y="2651"/>
                </a:lnTo>
                <a:lnTo>
                  <a:pt x="18697" y="4015"/>
                </a:lnTo>
                <a:lnTo>
                  <a:pt x="21218" y="6171"/>
                </a:lnTo>
                <a:lnTo>
                  <a:pt x="21473" y="8652"/>
                </a:lnTo>
                <a:lnTo>
                  <a:pt x="21600" y="10374"/>
                </a:lnTo>
                <a:lnTo>
                  <a:pt x="21600" y="11781"/>
                </a:lnTo>
                <a:lnTo>
                  <a:pt x="21473" y="13318"/>
                </a:lnTo>
                <a:lnTo>
                  <a:pt x="21218" y="15429"/>
                </a:lnTo>
                <a:lnTo>
                  <a:pt x="18413" y="15429"/>
                </a:lnTo>
                <a:lnTo>
                  <a:pt x="15591" y="15429"/>
                </a:lnTo>
                <a:lnTo>
                  <a:pt x="12731" y="15429"/>
                </a:lnTo>
                <a:lnTo>
                  <a:pt x="11173" y="17261"/>
                </a:lnTo>
                <a:lnTo>
                  <a:pt x="10210" y="18514"/>
                </a:lnTo>
                <a:lnTo>
                  <a:pt x="9451" y="19767"/>
                </a:lnTo>
                <a:lnTo>
                  <a:pt x="8487" y="21600"/>
                </a:lnTo>
                <a:lnTo>
                  <a:pt x="8487" y="19560"/>
                </a:lnTo>
                <a:lnTo>
                  <a:pt x="8487" y="17508"/>
                </a:lnTo>
                <a:lnTo>
                  <a:pt x="8487" y="15429"/>
                </a:lnTo>
                <a:lnTo>
                  <a:pt x="5682" y="15429"/>
                </a:lnTo>
                <a:lnTo>
                  <a:pt x="2860" y="15429"/>
                </a:lnTo>
                <a:lnTo>
                  <a:pt x="0" y="15429"/>
                </a:lnTo>
                <a:lnTo>
                  <a:pt x="798" y="13133"/>
                </a:lnTo>
                <a:lnTo>
                  <a:pt x="1417" y="11504"/>
                </a:lnTo>
                <a:lnTo>
                  <a:pt x="2062" y="10096"/>
                </a:lnTo>
                <a:lnTo>
                  <a:pt x="2937" y="8467"/>
                </a:lnTo>
                <a:lnTo>
                  <a:pt x="4244" y="6171"/>
                </a:lnTo>
                <a:lnTo>
                  <a:pt x="7049" y="6171"/>
                </a:lnTo>
                <a:lnTo>
                  <a:pt x="9871" y="6171"/>
                </a:lnTo>
                <a:lnTo>
                  <a:pt x="12731" y="6171"/>
                </a:lnTo>
                <a:lnTo>
                  <a:pt x="12731" y="4132"/>
                </a:lnTo>
                <a:lnTo>
                  <a:pt x="12731" y="2080"/>
                </a:lnTo>
                <a:lnTo>
                  <a:pt x="12731" y="0"/>
                </a:lnTo>
                <a:close/>
              </a:path>
            </a:pathLst>
          </a:custGeom>
          <a:solidFill>
            <a:srgbClr val="F2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3" name="contour_13021"/>
          <p:cNvSpPr/>
          <p:nvPr/>
        </p:nvSpPr>
        <p:spPr>
          <a:xfrm>
            <a:off x="10352035" y="535667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36" y="826"/>
                </a:lnTo>
                <a:lnTo>
                  <a:pt x="10238" y="1847"/>
                </a:lnTo>
                <a:lnTo>
                  <a:pt x="12192" y="3040"/>
                </a:lnTo>
                <a:lnTo>
                  <a:pt x="14105" y="4379"/>
                </a:lnTo>
                <a:lnTo>
                  <a:pt x="15990" y="5843"/>
                </a:lnTo>
                <a:lnTo>
                  <a:pt x="17860" y="7420"/>
                </a:lnTo>
                <a:lnTo>
                  <a:pt x="19724" y="9077"/>
                </a:lnTo>
                <a:lnTo>
                  <a:pt x="21600" y="10800"/>
                </a:lnTo>
                <a:lnTo>
                  <a:pt x="21017" y="14078"/>
                </a:lnTo>
                <a:lnTo>
                  <a:pt x="20498" y="16292"/>
                </a:lnTo>
                <a:lnTo>
                  <a:pt x="19761" y="18463"/>
                </a:lnTo>
                <a:lnTo>
                  <a:pt x="18514" y="21600"/>
                </a:lnTo>
                <a:lnTo>
                  <a:pt x="16351" y="21524"/>
                </a:lnTo>
                <a:lnTo>
                  <a:pt x="14777" y="21379"/>
                </a:lnTo>
                <a:lnTo>
                  <a:pt x="13340" y="21071"/>
                </a:lnTo>
                <a:lnTo>
                  <a:pt x="11587" y="20504"/>
                </a:lnTo>
                <a:lnTo>
                  <a:pt x="9066" y="19575"/>
                </a:lnTo>
                <a:lnTo>
                  <a:pt x="8313" y="19310"/>
                </a:lnTo>
                <a:lnTo>
                  <a:pt x="6983" y="18841"/>
                </a:lnTo>
                <a:lnTo>
                  <a:pt x="3940" y="17761"/>
                </a:lnTo>
                <a:lnTo>
                  <a:pt x="1984" y="16988"/>
                </a:lnTo>
                <a:lnTo>
                  <a:pt x="0" y="16200"/>
                </a:lnTo>
                <a:lnTo>
                  <a:pt x="913" y="12469"/>
                </a:lnTo>
                <a:lnTo>
                  <a:pt x="1645" y="9752"/>
                </a:lnTo>
                <a:lnTo>
                  <a:pt x="2364" y="7592"/>
                </a:lnTo>
                <a:lnTo>
                  <a:pt x="3243" y="5551"/>
                </a:lnTo>
                <a:lnTo>
                  <a:pt x="4456" y="3170"/>
                </a:lnTo>
                <a:lnTo>
                  <a:pt x="6171" y="0"/>
                </a:lnTo>
                <a:close/>
              </a:path>
            </a:pathLst>
          </a:custGeom>
          <a:solidFill>
            <a:srgbClr val="E5D1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4" name="contour_13022"/>
          <p:cNvSpPr/>
          <p:nvPr/>
        </p:nvSpPr>
        <p:spPr>
          <a:xfrm>
            <a:off x="7543607" y="5342098"/>
            <a:ext cx="4627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91" y="0"/>
                </a:moveTo>
                <a:lnTo>
                  <a:pt x="3276" y="1159"/>
                </a:lnTo>
                <a:lnTo>
                  <a:pt x="5351" y="2336"/>
                </a:lnTo>
                <a:lnTo>
                  <a:pt x="7419" y="3524"/>
                </a:lnTo>
                <a:lnTo>
                  <a:pt x="9484" y="4723"/>
                </a:lnTo>
                <a:lnTo>
                  <a:pt x="11025" y="5602"/>
                </a:lnTo>
                <a:lnTo>
                  <a:pt x="12572" y="6487"/>
                </a:lnTo>
                <a:lnTo>
                  <a:pt x="14147" y="7384"/>
                </a:lnTo>
                <a:lnTo>
                  <a:pt x="16059" y="9162"/>
                </a:lnTo>
                <a:lnTo>
                  <a:pt x="17556" y="10915"/>
                </a:lnTo>
                <a:lnTo>
                  <a:pt x="18715" y="12712"/>
                </a:lnTo>
                <a:lnTo>
                  <a:pt x="19617" y="14612"/>
                </a:lnTo>
                <a:lnTo>
                  <a:pt x="20345" y="16682"/>
                </a:lnTo>
                <a:lnTo>
                  <a:pt x="20978" y="18990"/>
                </a:lnTo>
                <a:lnTo>
                  <a:pt x="21600" y="21600"/>
                </a:lnTo>
                <a:lnTo>
                  <a:pt x="19229" y="21024"/>
                </a:lnTo>
                <a:lnTo>
                  <a:pt x="16885" y="20423"/>
                </a:lnTo>
                <a:lnTo>
                  <a:pt x="14572" y="19786"/>
                </a:lnTo>
                <a:lnTo>
                  <a:pt x="12283" y="19098"/>
                </a:lnTo>
                <a:lnTo>
                  <a:pt x="10021" y="18346"/>
                </a:lnTo>
                <a:lnTo>
                  <a:pt x="7779" y="17514"/>
                </a:lnTo>
                <a:lnTo>
                  <a:pt x="5562" y="16589"/>
                </a:lnTo>
                <a:lnTo>
                  <a:pt x="3368" y="15556"/>
                </a:lnTo>
                <a:lnTo>
                  <a:pt x="1191" y="14400"/>
                </a:lnTo>
                <a:lnTo>
                  <a:pt x="405" y="11826"/>
                </a:lnTo>
                <a:lnTo>
                  <a:pt x="31" y="9536"/>
                </a:lnTo>
                <a:lnTo>
                  <a:pt x="0" y="7369"/>
                </a:lnTo>
                <a:lnTo>
                  <a:pt x="235" y="5166"/>
                </a:lnTo>
                <a:lnTo>
                  <a:pt x="657" y="2765"/>
                </a:lnTo>
                <a:lnTo>
                  <a:pt x="1191" y="0"/>
                </a:lnTo>
                <a:close/>
              </a:path>
            </a:pathLst>
          </a:custGeom>
          <a:solidFill>
            <a:srgbClr val="D2E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5" name="contour_13023"/>
          <p:cNvSpPr/>
          <p:nvPr/>
        </p:nvSpPr>
        <p:spPr>
          <a:xfrm>
            <a:off x="7772086" y="5342098"/>
            <a:ext cx="36440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190"/>
                </a:lnTo>
                <a:lnTo>
                  <a:pt x="9210" y="2381"/>
                </a:lnTo>
                <a:lnTo>
                  <a:pt x="11664" y="3575"/>
                </a:lnTo>
                <a:lnTo>
                  <a:pt x="14126" y="4774"/>
                </a:lnTo>
                <a:lnTo>
                  <a:pt x="16602" y="5982"/>
                </a:lnTo>
                <a:lnTo>
                  <a:pt x="19090" y="7193"/>
                </a:lnTo>
                <a:lnTo>
                  <a:pt x="21600" y="8413"/>
                </a:lnTo>
                <a:lnTo>
                  <a:pt x="20097" y="11101"/>
                </a:lnTo>
                <a:lnTo>
                  <a:pt x="18943" y="13086"/>
                </a:lnTo>
                <a:lnTo>
                  <a:pt x="17889" y="14722"/>
                </a:lnTo>
                <a:lnTo>
                  <a:pt x="16701" y="16359"/>
                </a:lnTo>
                <a:lnTo>
                  <a:pt x="15137" y="18344"/>
                </a:lnTo>
                <a:lnTo>
                  <a:pt x="12960" y="21032"/>
                </a:lnTo>
                <a:lnTo>
                  <a:pt x="9487" y="21411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411"/>
                </a:lnTo>
                <a:lnTo>
                  <a:pt x="0" y="21032"/>
                </a:lnTo>
                <a:lnTo>
                  <a:pt x="536" y="18428"/>
                </a:lnTo>
                <a:lnTo>
                  <a:pt x="1071" y="15825"/>
                </a:lnTo>
                <a:lnTo>
                  <a:pt x="1607" y="13212"/>
                </a:lnTo>
                <a:lnTo>
                  <a:pt x="2143" y="10596"/>
                </a:lnTo>
                <a:lnTo>
                  <a:pt x="2683" y="7967"/>
                </a:lnTo>
                <a:lnTo>
                  <a:pt x="3227" y="5325"/>
                </a:lnTo>
                <a:lnTo>
                  <a:pt x="3771" y="2671"/>
                </a:lnTo>
                <a:lnTo>
                  <a:pt x="4320" y="0"/>
                </a:lnTo>
                <a:close/>
              </a:path>
            </a:pathLst>
          </a:custGeom>
          <a:solidFill>
            <a:srgbClr val="D6C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6" name="contour_13024"/>
          <p:cNvSpPr/>
          <p:nvPr/>
        </p:nvSpPr>
        <p:spPr>
          <a:xfrm>
            <a:off x="5221289" y="5327522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6773" y="724"/>
                </a:lnTo>
                <a:lnTo>
                  <a:pt x="9587" y="1318"/>
                </a:lnTo>
                <a:lnTo>
                  <a:pt x="11695" y="1854"/>
                </a:lnTo>
                <a:lnTo>
                  <a:pt x="13269" y="2408"/>
                </a:lnTo>
                <a:lnTo>
                  <a:pt x="14478" y="3049"/>
                </a:lnTo>
                <a:lnTo>
                  <a:pt x="15493" y="3856"/>
                </a:lnTo>
                <a:lnTo>
                  <a:pt x="16484" y="4896"/>
                </a:lnTo>
                <a:lnTo>
                  <a:pt x="17623" y="6242"/>
                </a:lnTo>
                <a:lnTo>
                  <a:pt x="18619" y="8046"/>
                </a:lnTo>
                <a:lnTo>
                  <a:pt x="19366" y="9497"/>
                </a:lnTo>
                <a:lnTo>
                  <a:pt x="20236" y="11362"/>
                </a:lnTo>
                <a:lnTo>
                  <a:pt x="21600" y="14400"/>
                </a:lnTo>
                <a:lnTo>
                  <a:pt x="20134" y="14252"/>
                </a:lnTo>
                <a:lnTo>
                  <a:pt x="18659" y="14101"/>
                </a:lnTo>
                <a:lnTo>
                  <a:pt x="17163" y="13950"/>
                </a:lnTo>
                <a:lnTo>
                  <a:pt x="16456" y="14018"/>
                </a:lnTo>
                <a:lnTo>
                  <a:pt x="15206" y="14134"/>
                </a:lnTo>
                <a:lnTo>
                  <a:pt x="12343" y="14400"/>
                </a:lnTo>
                <a:lnTo>
                  <a:pt x="11099" y="16538"/>
                </a:lnTo>
                <a:lnTo>
                  <a:pt x="10365" y="18000"/>
                </a:lnTo>
                <a:lnTo>
                  <a:pt x="9847" y="19462"/>
                </a:lnTo>
                <a:lnTo>
                  <a:pt x="9257" y="21600"/>
                </a:lnTo>
                <a:lnTo>
                  <a:pt x="9257" y="19224"/>
                </a:lnTo>
                <a:lnTo>
                  <a:pt x="9257" y="16844"/>
                </a:lnTo>
                <a:lnTo>
                  <a:pt x="9257" y="14454"/>
                </a:lnTo>
                <a:lnTo>
                  <a:pt x="9257" y="12053"/>
                </a:lnTo>
                <a:lnTo>
                  <a:pt x="9257" y="9637"/>
                </a:lnTo>
                <a:lnTo>
                  <a:pt x="9257" y="7200"/>
                </a:lnTo>
                <a:lnTo>
                  <a:pt x="7424" y="7913"/>
                </a:lnTo>
                <a:lnTo>
                  <a:pt x="5585" y="8629"/>
                </a:lnTo>
                <a:lnTo>
                  <a:pt x="3740" y="9346"/>
                </a:lnTo>
                <a:lnTo>
                  <a:pt x="1879" y="10069"/>
                </a:lnTo>
                <a:lnTo>
                  <a:pt x="0" y="10800"/>
                </a:lnTo>
                <a:lnTo>
                  <a:pt x="611" y="8662"/>
                </a:lnTo>
                <a:lnTo>
                  <a:pt x="1225" y="6516"/>
                </a:lnTo>
                <a:lnTo>
                  <a:pt x="1839" y="4363"/>
                </a:lnTo>
                <a:lnTo>
                  <a:pt x="2459" y="2192"/>
                </a:lnTo>
                <a:lnTo>
                  <a:pt x="3086" y="0"/>
                </a:lnTo>
                <a:close/>
              </a:path>
            </a:pathLst>
          </a:custGeom>
          <a:solidFill>
            <a:srgbClr val="5C54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7" name="contour_13025"/>
          <p:cNvSpPr/>
          <p:nvPr/>
        </p:nvSpPr>
        <p:spPr>
          <a:xfrm>
            <a:off x="1664749" y="5334810"/>
            <a:ext cx="443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87" y="0"/>
                </a:moveTo>
                <a:lnTo>
                  <a:pt x="14042" y="1466"/>
                </a:lnTo>
                <a:lnTo>
                  <a:pt x="13893" y="2941"/>
                </a:lnTo>
                <a:lnTo>
                  <a:pt x="13744" y="4437"/>
                </a:lnTo>
                <a:lnTo>
                  <a:pt x="13811" y="5144"/>
                </a:lnTo>
                <a:lnTo>
                  <a:pt x="13925" y="6394"/>
                </a:lnTo>
                <a:lnTo>
                  <a:pt x="14187" y="9257"/>
                </a:lnTo>
                <a:lnTo>
                  <a:pt x="15946" y="10022"/>
                </a:lnTo>
                <a:lnTo>
                  <a:pt x="17734" y="10800"/>
                </a:lnTo>
                <a:lnTo>
                  <a:pt x="19493" y="11565"/>
                </a:lnTo>
                <a:lnTo>
                  <a:pt x="21281" y="12343"/>
                </a:lnTo>
                <a:lnTo>
                  <a:pt x="21494" y="14731"/>
                </a:lnTo>
                <a:lnTo>
                  <a:pt x="21600" y="16407"/>
                </a:lnTo>
                <a:lnTo>
                  <a:pt x="21600" y="17814"/>
                </a:lnTo>
                <a:lnTo>
                  <a:pt x="21494" y="19397"/>
                </a:lnTo>
                <a:lnTo>
                  <a:pt x="21281" y="21600"/>
                </a:lnTo>
                <a:lnTo>
                  <a:pt x="19131" y="20878"/>
                </a:lnTo>
                <a:lnTo>
                  <a:pt x="17025" y="20131"/>
                </a:lnTo>
                <a:lnTo>
                  <a:pt x="14957" y="19341"/>
                </a:lnTo>
                <a:lnTo>
                  <a:pt x="12928" y="18496"/>
                </a:lnTo>
                <a:lnTo>
                  <a:pt x="10942" y="17573"/>
                </a:lnTo>
                <a:lnTo>
                  <a:pt x="8998" y="16555"/>
                </a:lnTo>
                <a:lnTo>
                  <a:pt x="7094" y="15429"/>
                </a:lnTo>
                <a:lnTo>
                  <a:pt x="6881" y="13040"/>
                </a:lnTo>
                <a:lnTo>
                  <a:pt x="6774" y="11365"/>
                </a:lnTo>
                <a:lnTo>
                  <a:pt x="6774" y="9958"/>
                </a:lnTo>
                <a:lnTo>
                  <a:pt x="6881" y="8375"/>
                </a:lnTo>
                <a:lnTo>
                  <a:pt x="7094" y="6171"/>
                </a:lnTo>
                <a:lnTo>
                  <a:pt x="4987" y="4928"/>
                </a:lnTo>
                <a:lnTo>
                  <a:pt x="3547" y="4193"/>
                </a:lnTo>
                <a:lnTo>
                  <a:pt x="2107" y="3675"/>
                </a:lnTo>
                <a:lnTo>
                  <a:pt x="0" y="3086"/>
                </a:lnTo>
                <a:lnTo>
                  <a:pt x="2490" y="1913"/>
                </a:lnTo>
                <a:lnTo>
                  <a:pt x="4629" y="1077"/>
                </a:lnTo>
                <a:lnTo>
                  <a:pt x="6643" y="521"/>
                </a:lnTo>
                <a:lnTo>
                  <a:pt x="8757" y="194"/>
                </a:lnTo>
                <a:lnTo>
                  <a:pt x="11197" y="40"/>
                </a:lnTo>
                <a:lnTo>
                  <a:pt x="14187" y="0"/>
                </a:lnTo>
                <a:close/>
              </a:path>
            </a:pathLst>
          </a:custGeom>
          <a:solidFill>
            <a:srgbClr val="4A48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8" name="contour_13026"/>
          <p:cNvSpPr/>
          <p:nvPr/>
        </p:nvSpPr>
        <p:spPr>
          <a:xfrm>
            <a:off x="870358" y="5320234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2" y="2814"/>
                </a:lnTo>
                <a:lnTo>
                  <a:pt x="19321" y="5014"/>
                </a:lnTo>
                <a:lnTo>
                  <a:pt x="20282" y="6779"/>
                </a:lnTo>
                <a:lnTo>
                  <a:pt x="20925" y="8294"/>
                </a:lnTo>
                <a:lnTo>
                  <a:pt x="21316" y="9732"/>
                </a:lnTo>
                <a:lnTo>
                  <a:pt x="21516" y="11281"/>
                </a:lnTo>
                <a:lnTo>
                  <a:pt x="21589" y="13120"/>
                </a:lnTo>
                <a:lnTo>
                  <a:pt x="21600" y="15429"/>
                </a:lnTo>
                <a:lnTo>
                  <a:pt x="20228" y="16731"/>
                </a:lnTo>
                <a:lnTo>
                  <a:pt x="18800" y="17860"/>
                </a:lnTo>
                <a:lnTo>
                  <a:pt x="17315" y="18835"/>
                </a:lnTo>
                <a:lnTo>
                  <a:pt x="15773" y="19675"/>
                </a:lnTo>
                <a:lnTo>
                  <a:pt x="14175" y="20403"/>
                </a:lnTo>
                <a:lnTo>
                  <a:pt x="12517" y="21038"/>
                </a:lnTo>
                <a:lnTo>
                  <a:pt x="10800" y="21600"/>
                </a:lnTo>
                <a:lnTo>
                  <a:pt x="8875" y="21347"/>
                </a:lnTo>
                <a:lnTo>
                  <a:pt x="7071" y="20977"/>
                </a:lnTo>
                <a:lnTo>
                  <a:pt x="5335" y="20498"/>
                </a:lnTo>
                <a:lnTo>
                  <a:pt x="3615" y="19924"/>
                </a:lnTo>
                <a:lnTo>
                  <a:pt x="1852" y="19258"/>
                </a:lnTo>
                <a:lnTo>
                  <a:pt x="0" y="18514"/>
                </a:lnTo>
                <a:lnTo>
                  <a:pt x="421" y="16789"/>
                </a:lnTo>
                <a:lnTo>
                  <a:pt x="842" y="15574"/>
                </a:lnTo>
                <a:lnTo>
                  <a:pt x="1517" y="14284"/>
                </a:lnTo>
                <a:lnTo>
                  <a:pt x="2700" y="12343"/>
                </a:lnTo>
                <a:lnTo>
                  <a:pt x="4560" y="11778"/>
                </a:lnTo>
                <a:lnTo>
                  <a:pt x="5959" y="11429"/>
                </a:lnTo>
                <a:lnTo>
                  <a:pt x="8100" y="10991"/>
                </a:lnTo>
                <a:lnTo>
                  <a:pt x="10241" y="10495"/>
                </a:lnTo>
                <a:lnTo>
                  <a:pt x="11640" y="10044"/>
                </a:lnTo>
                <a:lnTo>
                  <a:pt x="13500" y="9257"/>
                </a:lnTo>
                <a:lnTo>
                  <a:pt x="14494" y="6869"/>
                </a:lnTo>
                <a:lnTo>
                  <a:pt x="15131" y="5193"/>
                </a:lnTo>
                <a:lnTo>
                  <a:pt x="15541" y="3786"/>
                </a:lnTo>
                <a:lnTo>
                  <a:pt x="15854" y="2203"/>
                </a:lnTo>
                <a:lnTo>
                  <a:pt x="16200" y="0"/>
                </a:lnTo>
                <a:close/>
              </a:path>
            </a:pathLst>
          </a:custGeom>
          <a:solidFill>
            <a:srgbClr val="403D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29" name="contour_13027"/>
          <p:cNvSpPr/>
          <p:nvPr/>
        </p:nvSpPr>
        <p:spPr>
          <a:xfrm>
            <a:off x="484094" y="5320234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820" y="1766"/>
                </a:lnTo>
                <a:lnTo>
                  <a:pt x="14121" y="3059"/>
                </a:lnTo>
                <a:lnTo>
                  <a:pt x="15287" y="4509"/>
                </a:lnTo>
                <a:lnTo>
                  <a:pt x="16875" y="6750"/>
                </a:lnTo>
                <a:lnTo>
                  <a:pt x="17782" y="8006"/>
                </a:lnTo>
                <a:lnTo>
                  <a:pt x="18695" y="9266"/>
                </a:lnTo>
                <a:lnTo>
                  <a:pt x="19618" y="10546"/>
                </a:lnTo>
                <a:lnTo>
                  <a:pt x="20601" y="12012"/>
                </a:lnTo>
                <a:lnTo>
                  <a:pt x="21600" y="13500"/>
                </a:lnTo>
                <a:lnTo>
                  <a:pt x="18031" y="13500"/>
                </a:lnTo>
                <a:lnTo>
                  <a:pt x="14440" y="13500"/>
                </a:lnTo>
                <a:lnTo>
                  <a:pt x="10800" y="13500"/>
                </a:lnTo>
                <a:lnTo>
                  <a:pt x="9299" y="15509"/>
                </a:lnTo>
                <a:lnTo>
                  <a:pt x="8267" y="16934"/>
                </a:lnTo>
                <a:lnTo>
                  <a:pt x="7447" y="18166"/>
                </a:lnTo>
                <a:lnTo>
                  <a:pt x="6577" y="19591"/>
                </a:lnTo>
                <a:lnTo>
                  <a:pt x="5400" y="21600"/>
                </a:lnTo>
                <a:lnTo>
                  <a:pt x="2722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23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0" name="contour_13028"/>
          <p:cNvSpPr/>
          <p:nvPr/>
        </p:nvSpPr>
        <p:spPr>
          <a:xfrm>
            <a:off x="9885603" y="532752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18031"/>
                </a:lnTo>
                <a:lnTo>
                  <a:pt x="7200" y="14440"/>
                </a:lnTo>
                <a:lnTo>
                  <a:pt x="7200" y="10800"/>
                </a:lnTo>
                <a:lnTo>
                  <a:pt x="4820" y="10800"/>
                </a:lnTo>
                <a:lnTo>
                  <a:pt x="2426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C2C5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1" name="contour_13029"/>
          <p:cNvSpPr/>
          <p:nvPr/>
        </p:nvSpPr>
        <p:spPr>
          <a:xfrm>
            <a:off x="5243153" y="531294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19285" y="21211"/>
                </a:lnTo>
                <a:lnTo>
                  <a:pt x="16999" y="20779"/>
                </a:lnTo>
                <a:lnTo>
                  <a:pt x="14731" y="20288"/>
                </a:lnTo>
                <a:lnTo>
                  <a:pt x="12481" y="19710"/>
                </a:lnTo>
                <a:lnTo>
                  <a:pt x="10249" y="19035"/>
                </a:lnTo>
                <a:lnTo>
                  <a:pt x="8024" y="18236"/>
                </a:lnTo>
                <a:lnTo>
                  <a:pt x="5810" y="17296"/>
                </a:lnTo>
                <a:lnTo>
                  <a:pt x="3600" y="16200"/>
                </a:lnTo>
                <a:lnTo>
                  <a:pt x="2167" y="12020"/>
                </a:lnTo>
                <a:lnTo>
                  <a:pt x="1264" y="9088"/>
                </a:lnTo>
                <a:lnTo>
                  <a:pt x="716" y="6626"/>
                </a:lnTo>
                <a:lnTo>
                  <a:pt x="3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A69E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2" name="contour_13030"/>
          <p:cNvSpPr/>
          <p:nvPr/>
        </p:nvSpPr>
        <p:spPr>
          <a:xfrm>
            <a:off x="1686613" y="5305658"/>
            <a:ext cx="3813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38" y="0"/>
                </a:moveTo>
                <a:lnTo>
                  <a:pt x="21018" y="2621"/>
                </a:lnTo>
                <a:lnTo>
                  <a:pt x="21328" y="5202"/>
                </a:lnTo>
                <a:lnTo>
                  <a:pt x="21530" y="7751"/>
                </a:lnTo>
                <a:lnTo>
                  <a:pt x="21600" y="10292"/>
                </a:lnTo>
                <a:lnTo>
                  <a:pt x="21493" y="12838"/>
                </a:lnTo>
                <a:lnTo>
                  <a:pt x="21187" y="15401"/>
                </a:lnTo>
                <a:lnTo>
                  <a:pt x="20638" y="18000"/>
                </a:lnTo>
                <a:lnTo>
                  <a:pt x="18013" y="19242"/>
                </a:lnTo>
                <a:lnTo>
                  <a:pt x="15380" y="20146"/>
                </a:lnTo>
                <a:lnTo>
                  <a:pt x="12705" y="20772"/>
                </a:lnTo>
                <a:lnTo>
                  <a:pt x="9960" y="21186"/>
                </a:lnTo>
                <a:lnTo>
                  <a:pt x="7112" y="21442"/>
                </a:lnTo>
                <a:lnTo>
                  <a:pt x="4128" y="21600"/>
                </a:lnTo>
                <a:lnTo>
                  <a:pt x="2733" y="19246"/>
                </a:lnTo>
                <a:lnTo>
                  <a:pt x="1820" y="17507"/>
                </a:lnTo>
                <a:lnTo>
                  <a:pt x="1193" y="15865"/>
                </a:lnTo>
                <a:lnTo>
                  <a:pt x="652" y="13802"/>
                </a:lnTo>
                <a:lnTo>
                  <a:pt x="0" y="10800"/>
                </a:lnTo>
                <a:lnTo>
                  <a:pt x="1800" y="8388"/>
                </a:lnTo>
                <a:lnTo>
                  <a:pt x="3595" y="6307"/>
                </a:lnTo>
                <a:lnTo>
                  <a:pt x="5448" y="4550"/>
                </a:lnTo>
                <a:lnTo>
                  <a:pt x="7405" y="3103"/>
                </a:lnTo>
                <a:lnTo>
                  <a:pt x="9522" y="1951"/>
                </a:lnTo>
                <a:lnTo>
                  <a:pt x="11850" y="1076"/>
                </a:lnTo>
                <a:lnTo>
                  <a:pt x="14443" y="468"/>
                </a:lnTo>
                <a:lnTo>
                  <a:pt x="17357" y="115"/>
                </a:lnTo>
                <a:lnTo>
                  <a:pt x="20638" y="0"/>
                </a:lnTo>
                <a:close/>
              </a:path>
            </a:pathLst>
          </a:custGeom>
          <a:solidFill>
            <a:srgbClr val="3E3B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3" name="contour_13031"/>
          <p:cNvSpPr/>
          <p:nvPr/>
        </p:nvSpPr>
        <p:spPr>
          <a:xfrm>
            <a:off x="9776283" y="529837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8248" y="838"/>
                </a:lnTo>
                <a:lnTo>
                  <a:pt x="11790" y="1490"/>
                </a:lnTo>
                <a:lnTo>
                  <a:pt x="14436" y="2009"/>
                </a:lnTo>
                <a:lnTo>
                  <a:pt x="16394" y="2436"/>
                </a:lnTo>
                <a:lnTo>
                  <a:pt x="17881" y="2834"/>
                </a:lnTo>
                <a:lnTo>
                  <a:pt x="19102" y="3244"/>
                </a:lnTo>
                <a:lnTo>
                  <a:pt x="20272" y="3724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9246" y="14312"/>
                </a:lnTo>
                <a:lnTo>
                  <a:pt x="17507" y="15241"/>
                </a:lnTo>
                <a:lnTo>
                  <a:pt x="15865" y="15980"/>
                </a:lnTo>
                <a:lnTo>
                  <a:pt x="13802" y="16762"/>
                </a:lnTo>
                <a:lnTo>
                  <a:pt x="10800" y="17820"/>
                </a:lnTo>
                <a:lnTo>
                  <a:pt x="8791" y="18546"/>
                </a:lnTo>
                <a:lnTo>
                  <a:pt x="6772" y="19276"/>
                </a:lnTo>
                <a:lnTo>
                  <a:pt x="4723" y="20015"/>
                </a:lnTo>
                <a:lnTo>
                  <a:pt x="2380" y="20801"/>
                </a:lnTo>
                <a:lnTo>
                  <a:pt x="0" y="21600"/>
                </a:lnTo>
                <a:lnTo>
                  <a:pt x="446" y="18926"/>
                </a:lnTo>
                <a:lnTo>
                  <a:pt x="893" y="16252"/>
                </a:lnTo>
                <a:lnTo>
                  <a:pt x="1339" y="13569"/>
                </a:lnTo>
                <a:lnTo>
                  <a:pt x="1786" y="10882"/>
                </a:lnTo>
                <a:lnTo>
                  <a:pt x="2236" y="8182"/>
                </a:lnTo>
                <a:lnTo>
                  <a:pt x="2689" y="5469"/>
                </a:lnTo>
                <a:lnTo>
                  <a:pt x="3143" y="2743"/>
                </a:lnTo>
                <a:lnTo>
                  <a:pt x="3600" y="0"/>
                </a:lnTo>
                <a:close/>
              </a:path>
            </a:pathLst>
          </a:custGeom>
          <a:solidFill>
            <a:srgbClr val="41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4" name="contour_13032"/>
          <p:cNvSpPr/>
          <p:nvPr/>
        </p:nvSpPr>
        <p:spPr>
          <a:xfrm>
            <a:off x="7378534" y="5269218"/>
            <a:ext cx="35507" cy="44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34" y="0"/>
                </a:moveTo>
                <a:lnTo>
                  <a:pt x="19011" y="2467"/>
                </a:lnTo>
                <a:lnTo>
                  <a:pt x="20039" y="4747"/>
                </a:lnTo>
                <a:lnTo>
                  <a:pt x="20815" y="6933"/>
                </a:lnTo>
                <a:lnTo>
                  <a:pt x="21334" y="9112"/>
                </a:lnTo>
                <a:lnTo>
                  <a:pt x="21596" y="11365"/>
                </a:lnTo>
                <a:lnTo>
                  <a:pt x="21600" y="13782"/>
                </a:lnTo>
                <a:lnTo>
                  <a:pt x="21334" y="16449"/>
                </a:lnTo>
                <a:lnTo>
                  <a:pt x="20146" y="17968"/>
                </a:lnTo>
                <a:lnTo>
                  <a:pt x="18949" y="19502"/>
                </a:lnTo>
                <a:lnTo>
                  <a:pt x="17734" y="21053"/>
                </a:lnTo>
                <a:lnTo>
                  <a:pt x="14693" y="21425"/>
                </a:lnTo>
                <a:lnTo>
                  <a:pt x="11784" y="21593"/>
                </a:lnTo>
                <a:lnTo>
                  <a:pt x="8938" y="21600"/>
                </a:lnTo>
                <a:lnTo>
                  <a:pt x="6078" y="21488"/>
                </a:lnTo>
                <a:lnTo>
                  <a:pt x="3126" y="21291"/>
                </a:lnTo>
                <a:lnTo>
                  <a:pt x="0" y="21053"/>
                </a:lnTo>
                <a:lnTo>
                  <a:pt x="0" y="18737"/>
                </a:lnTo>
                <a:lnTo>
                  <a:pt x="0" y="16418"/>
                </a:lnTo>
                <a:lnTo>
                  <a:pt x="0" y="14088"/>
                </a:lnTo>
                <a:lnTo>
                  <a:pt x="0" y="11747"/>
                </a:lnTo>
                <a:lnTo>
                  <a:pt x="0" y="9393"/>
                </a:lnTo>
                <a:lnTo>
                  <a:pt x="0" y="7018"/>
                </a:lnTo>
                <a:lnTo>
                  <a:pt x="935" y="7084"/>
                </a:lnTo>
                <a:lnTo>
                  <a:pt x="2589" y="7196"/>
                </a:lnTo>
                <a:lnTo>
                  <a:pt x="6375" y="7456"/>
                </a:lnTo>
                <a:lnTo>
                  <a:pt x="7391" y="7389"/>
                </a:lnTo>
                <a:lnTo>
                  <a:pt x="9186" y="7277"/>
                </a:lnTo>
                <a:lnTo>
                  <a:pt x="13300" y="7018"/>
                </a:lnTo>
                <a:lnTo>
                  <a:pt x="15087" y="4933"/>
                </a:lnTo>
                <a:lnTo>
                  <a:pt x="16142" y="3509"/>
                </a:lnTo>
                <a:lnTo>
                  <a:pt x="16887" y="2084"/>
                </a:lnTo>
                <a:lnTo>
                  <a:pt x="17734" y="0"/>
                </a:lnTo>
                <a:close/>
              </a:path>
            </a:pathLst>
          </a:custGeom>
          <a:solidFill>
            <a:srgbClr val="B3B6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5" name="contour_13033"/>
          <p:cNvSpPr/>
          <p:nvPr/>
        </p:nvSpPr>
        <p:spPr>
          <a:xfrm>
            <a:off x="666294" y="528379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1356" y="12161"/>
                </a:lnTo>
                <a:lnTo>
                  <a:pt x="2415" y="8618"/>
                </a:lnTo>
                <a:lnTo>
                  <a:pt x="3413" y="6208"/>
                </a:lnTo>
                <a:lnTo>
                  <a:pt x="4588" y="4488"/>
                </a:lnTo>
                <a:lnTo>
                  <a:pt x="6160" y="3015"/>
                </a:lnTo>
                <a:lnTo>
                  <a:pt x="8372" y="1348"/>
                </a:lnTo>
                <a:lnTo>
                  <a:pt x="10679" y="691"/>
                </a:lnTo>
                <a:lnTo>
                  <a:pt x="12524" y="289"/>
                </a:lnTo>
                <a:lnTo>
                  <a:pt x="14532" y="86"/>
                </a:lnTo>
                <a:lnTo>
                  <a:pt x="17349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2423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6" name="contour_13034"/>
          <p:cNvSpPr/>
          <p:nvPr/>
        </p:nvSpPr>
        <p:spPr>
          <a:xfrm>
            <a:off x="1395093" y="5261930"/>
            <a:ext cx="3244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06" y="536"/>
                </a:lnTo>
                <a:lnTo>
                  <a:pt x="9708" y="965"/>
                </a:lnTo>
                <a:lnTo>
                  <a:pt x="12537" y="1386"/>
                </a:lnTo>
                <a:lnTo>
                  <a:pt x="14740" y="1901"/>
                </a:lnTo>
                <a:lnTo>
                  <a:pt x="16850" y="2603"/>
                </a:lnTo>
                <a:lnTo>
                  <a:pt x="19407" y="3600"/>
                </a:lnTo>
                <a:lnTo>
                  <a:pt x="20576" y="5879"/>
                </a:lnTo>
                <a:lnTo>
                  <a:pt x="21280" y="7981"/>
                </a:lnTo>
                <a:lnTo>
                  <a:pt x="21595" y="10055"/>
                </a:lnTo>
                <a:lnTo>
                  <a:pt x="21600" y="12240"/>
                </a:lnTo>
                <a:lnTo>
                  <a:pt x="21377" y="14681"/>
                </a:lnTo>
                <a:lnTo>
                  <a:pt x="19829" y="17082"/>
                </a:lnTo>
                <a:lnTo>
                  <a:pt x="18180" y="18392"/>
                </a:lnTo>
                <a:lnTo>
                  <a:pt x="15011" y="19742"/>
                </a:lnTo>
                <a:lnTo>
                  <a:pt x="12343" y="20218"/>
                </a:lnTo>
                <a:lnTo>
                  <a:pt x="10227" y="20552"/>
                </a:lnTo>
                <a:lnTo>
                  <a:pt x="7947" y="20833"/>
                </a:lnTo>
                <a:lnTo>
                  <a:pt x="4779" y="21154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A34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7" name="contour_13035"/>
          <p:cNvSpPr/>
          <p:nvPr/>
        </p:nvSpPr>
        <p:spPr>
          <a:xfrm>
            <a:off x="418502" y="5240066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00" y="1010"/>
                </a:lnTo>
                <a:lnTo>
                  <a:pt x="14800" y="1774"/>
                </a:lnTo>
                <a:lnTo>
                  <a:pt x="16200" y="2446"/>
                </a:lnTo>
                <a:lnTo>
                  <a:pt x="17600" y="3175"/>
                </a:lnTo>
                <a:lnTo>
                  <a:pt x="19300" y="4109"/>
                </a:lnTo>
                <a:lnTo>
                  <a:pt x="21600" y="5400"/>
                </a:lnTo>
                <a:lnTo>
                  <a:pt x="21600" y="7185"/>
                </a:lnTo>
                <a:lnTo>
                  <a:pt x="21600" y="8980"/>
                </a:lnTo>
                <a:lnTo>
                  <a:pt x="21600" y="10800"/>
                </a:lnTo>
                <a:lnTo>
                  <a:pt x="19814" y="11386"/>
                </a:lnTo>
                <a:lnTo>
                  <a:pt x="18000" y="11983"/>
                </a:lnTo>
                <a:lnTo>
                  <a:pt x="17104" y="12358"/>
                </a:lnTo>
                <a:lnTo>
                  <a:pt x="14400" y="13500"/>
                </a:lnTo>
                <a:lnTo>
                  <a:pt x="14184" y="15590"/>
                </a:lnTo>
                <a:lnTo>
                  <a:pt x="14076" y="17056"/>
                </a:lnTo>
                <a:lnTo>
                  <a:pt x="14076" y="18287"/>
                </a:lnTo>
                <a:lnTo>
                  <a:pt x="14184" y="19672"/>
                </a:lnTo>
                <a:lnTo>
                  <a:pt x="14400" y="21600"/>
                </a:lnTo>
                <a:lnTo>
                  <a:pt x="12262" y="21065"/>
                </a:lnTo>
                <a:lnTo>
                  <a:pt x="10116" y="20528"/>
                </a:lnTo>
                <a:lnTo>
                  <a:pt x="7963" y="19991"/>
                </a:lnTo>
                <a:lnTo>
                  <a:pt x="5792" y="19448"/>
                </a:lnTo>
                <a:lnTo>
                  <a:pt x="3600" y="18900"/>
                </a:lnTo>
                <a:lnTo>
                  <a:pt x="4493" y="17563"/>
                </a:lnTo>
                <a:lnTo>
                  <a:pt x="5386" y="16222"/>
                </a:lnTo>
                <a:lnTo>
                  <a:pt x="6289" y="14869"/>
                </a:lnTo>
                <a:lnTo>
                  <a:pt x="7200" y="13500"/>
                </a:lnTo>
                <a:lnTo>
                  <a:pt x="5418" y="12830"/>
                </a:lnTo>
                <a:lnTo>
                  <a:pt x="3629" y="12161"/>
                </a:lnTo>
                <a:lnTo>
                  <a:pt x="1825" y="11483"/>
                </a:lnTo>
                <a:lnTo>
                  <a:pt x="0" y="10800"/>
                </a:lnTo>
                <a:lnTo>
                  <a:pt x="2138" y="10800"/>
                </a:lnTo>
                <a:lnTo>
                  <a:pt x="4284" y="10800"/>
                </a:lnTo>
                <a:lnTo>
                  <a:pt x="6437" y="10800"/>
                </a:lnTo>
                <a:lnTo>
                  <a:pt x="8608" y="10800"/>
                </a:lnTo>
                <a:lnTo>
                  <a:pt x="10800" y="10800"/>
                </a:lnTo>
                <a:lnTo>
                  <a:pt x="10800" y="9018"/>
                </a:lnTo>
                <a:lnTo>
                  <a:pt x="10800" y="7233"/>
                </a:lnTo>
                <a:lnTo>
                  <a:pt x="10800" y="5440"/>
                </a:lnTo>
                <a:lnTo>
                  <a:pt x="10800" y="3640"/>
                </a:lnTo>
                <a:lnTo>
                  <a:pt x="10800" y="1828"/>
                </a:lnTo>
                <a:lnTo>
                  <a:pt x="10800" y="0"/>
                </a:lnTo>
                <a:close/>
              </a:path>
            </a:pathLst>
          </a:custGeom>
          <a:solidFill>
            <a:srgbClr val="3B3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8" name="contour_13036"/>
          <p:cNvSpPr/>
          <p:nvPr/>
        </p:nvSpPr>
        <p:spPr>
          <a:xfrm>
            <a:off x="9703403" y="525464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475" y="2824"/>
                </a:lnTo>
                <a:lnTo>
                  <a:pt x="14176" y="4892"/>
                </a:lnTo>
                <a:lnTo>
                  <a:pt x="14728" y="7214"/>
                </a:lnTo>
                <a:lnTo>
                  <a:pt x="15429" y="10800"/>
                </a:lnTo>
                <a:lnTo>
                  <a:pt x="16956" y="12139"/>
                </a:lnTo>
                <a:lnTo>
                  <a:pt x="18493" y="13478"/>
                </a:lnTo>
                <a:lnTo>
                  <a:pt x="20036" y="14834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392"/>
                </a:lnTo>
                <a:lnTo>
                  <a:pt x="0" y="15174"/>
                </a:lnTo>
                <a:lnTo>
                  <a:pt x="0" y="11945"/>
                </a:lnTo>
                <a:lnTo>
                  <a:pt x="0" y="8689"/>
                </a:lnTo>
                <a:lnTo>
                  <a:pt x="0" y="5400"/>
                </a:lnTo>
                <a:lnTo>
                  <a:pt x="1901" y="3418"/>
                </a:lnTo>
                <a:lnTo>
                  <a:pt x="3860" y="1960"/>
                </a:lnTo>
                <a:lnTo>
                  <a:pt x="5878" y="961"/>
                </a:lnTo>
                <a:lnTo>
                  <a:pt x="7964" y="346"/>
                </a:lnTo>
                <a:lnTo>
                  <a:pt x="10118" y="49"/>
                </a:lnTo>
                <a:lnTo>
                  <a:pt x="12343" y="0"/>
                </a:lnTo>
                <a:close/>
              </a:path>
            </a:pathLst>
          </a:custGeom>
          <a:solidFill>
            <a:srgbClr val="AFB7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39" name="contour_13037"/>
          <p:cNvSpPr/>
          <p:nvPr/>
        </p:nvSpPr>
        <p:spPr>
          <a:xfrm>
            <a:off x="2102028" y="5254445"/>
            <a:ext cx="65592" cy="366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6"/>
                </a:moveTo>
                <a:lnTo>
                  <a:pt x="21600" y="2956"/>
                </a:lnTo>
                <a:lnTo>
                  <a:pt x="21600" y="5814"/>
                </a:lnTo>
                <a:lnTo>
                  <a:pt x="21600" y="8710"/>
                </a:lnTo>
                <a:lnTo>
                  <a:pt x="20412" y="9981"/>
                </a:lnTo>
                <a:lnTo>
                  <a:pt x="19522" y="10785"/>
                </a:lnTo>
                <a:lnTo>
                  <a:pt x="18492" y="11468"/>
                </a:lnTo>
                <a:lnTo>
                  <a:pt x="16874" y="12370"/>
                </a:lnTo>
                <a:lnTo>
                  <a:pt x="16140" y="12787"/>
                </a:lnTo>
                <a:lnTo>
                  <a:pt x="13922" y="14046"/>
                </a:lnTo>
                <a:lnTo>
                  <a:pt x="12372" y="14863"/>
                </a:lnTo>
                <a:lnTo>
                  <a:pt x="10800" y="15692"/>
                </a:lnTo>
                <a:lnTo>
                  <a:pt x="9250" y="16560"/>
                </a:lnTo>
                <a:lnTo>
                  <a:pt x="7678" y="17436"/>
                </a:lnTo>
                <a:lnTo>
                  <a:pt x="6144" y="18287"/>
                </a:lnTo>
                <a:lnTo>
                  <a:pt x="4610" y="19125"/>
                </a:lnTo>
                <a:lnTo>
                  <a:pt x="3074" y="19959"/>
                </a:lnTo>
                <a:lnTo>
                  <a:pt x="1538" y="20784"/>
                </a:lnTo>
                <a:lnTo>
                  <a:pt x="0" y="21600"/>
                </a:lnTo>
                <a:lnTo>
                  <a:pt x="1649" y="17213"/>
                </a:lnTo>
                <a:lnTo>
                  <a:pt x="2998" y="13672"/>
                </a:lnTo>
                <a:lnTo>
                  <a:pt x="4114" y="10858"/>
                </a:lnTo>
                <a:lnTo>
                  <a:pt x="5059" y="8649"/>
                </a:lnTo>
                <a:lnTo>
                  <a:pt x="5902" y="6918"/>
                </a:lnTo>
                <a:lnTo>
                  <a:pt x="6701" y="5547"/>
                </a:lnTo>
                <a:lnTo>
                  <a:pt x="7526" y="4409"/>
                </a:lnTo>
                <a:lnTo>
                  <a:pt x="8441" y="3386"/>
                </a:lnTo>
                <a:lnTo>
                  <a:pt x="9511" y="2355"/>
                </a:lnTo>
                <a:lnTo>
                  <a:pt x="10800" y="1190"/>
                </a:lnTo>
                <a:lnTo>
                  <a:pt x="12362" y="769"/>
                </a:lnTo>
                <a:lnTo>
                  <a:pt x="13898" y="443"/>
                </a:lnTo>
                <a:lnTo>
                  <a:pt x="15422" y="206"/>
                </a:lnTo>
                <a:lnTo>
                  <a:pt x="16944" y="60"/>
                </a:lnTo>
                <a:lnTo>
                  <a:pt x="18475" y="0"/>
                </a:lnTo>
                <a:lnTo>
                  <a:pt x="20023" y="17"/>
                </a:lnTo>
                <a:lnTo>
                  <a:pt x="21600" y="116"/>
                </a:lnTo>
                <a:close/>
              </a:path>
            </a:pathLst>
          </a:custGeom>
          <a:solidFill>
            <a:srgbClr val="4138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0" name="contour_13038"/>
          <p:cNvSpPr/>
          <p:nvPr/>
        </p:nvSpPr>
        <p:spPr>
          <a:xfrm>
            <a:off x="5176336" y="5232778"/>
            <a:ext cx="376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46"/>
                </a:lnTo>
                <a:lnTo>
                  <a:pt x="21600" y="9547"/>
                </a:lnTo>
                <a:lnTo>
                  <a:pt x="21600" y="11963"/>
                </a:lnTo>
                <a:lnTo>
                  <a:pt x="21600" y="14400"/>
                </a:lnTo>
                <a:lnTo>
                  <a:pt x="19071" y="14260"/>
                </a:lnTo>
                <a:lnTo>
                  <a:pt x="16539" y="14119"/>
                </a:lnTo>
                <a:lnTo>
                  <a:pt x="14010" y="13979"/>
                </a:lnTo>
                <a:lnTo>
                  <a:pt x="11477" y="13838"/>
                </a:lnTo>
                <a:lnTo>
                  <a:pt x="8948" y="13698"/>
                </a:lnTo>
                <a:lnTo>
                  <a:pt x="7937" y="13871"/>
                </a:lnTo>
                <a:lnTo>
                  <a:pt x="4882" y="14400"/>
                </a:lnTo>
                <a:lnTo>
                  <a:pt x="3339" y="16553"/>
                </a:lnTo>
                <a:lnTo>
                  <a:pt x="2387" y="18022"/>
                </a:lnTo>
                <a:lnTo>
                  <a:pt x="1638" y="19480"/>
                </a:lnTo>
                <a:lnTo>
                  <a:pt x="702" y="21600"/>
                </a:lnTo>
                <a:lnTo>
                  <a:pt x="418" y="18997"/>
                </a:lnTo>
                <a:lnTo>
                  <a:pt x="192" y="16423"/>
                </a:lnTo>
                <a:lnTo>
                  <a:pt x="46" y="13864"/>
                </a:lnTo>
                <a:lnTo>
                  <a:pt x="0" y="11315"/>
                </a:lnTo>
                <a:lnTo>
                  <a:pt x="79" y="8759"/>
                </a:lnTo>
                <a:lnTo>
                  <a:pt x="305" y="6192"/>
                </a:lnTo>
                <a:lnTo>
                  <a:pt x="702" y="3600"/>
                </a:lnTo>
                <a:lnTo>
                  <a:pt x="3377" y="2362"/>
                </a:lnTo>
                <a:lnTo>
                  <a:pt x="5889" y="1444"/>
                </a:lnTo>
                <a:lnTo>
                  <a:pt x="8305" y="799"/>
                </a:lnTo>
                <a:lnTo>
                  <a:pt x="10704" y="382"/>
                </a:lnTo>
                <a:lnTo>
                  <a:pt x="13157" y="144"/>
                </a:lnTo>
                <a:lnTo>
                  <a:pt x="15740" y="32"/>
                </a:lnTo>
                <a:lnTo>
                  <a:pt x="18532" y="0"/>
                </a:lnTo>
                <a:lnTo>
                  <a:pt x="21600" y="0"/>
                </a:lnTo>
                <a:close/>
              </a:path>
            </a:pathLst>
          </a:custGeom>
          <a:solidFill>
            <a:srgbClr val="45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1" name="contour_13039"/>
          <p:cNvSpPr/>
          <p:nvPr/>
        </p:nvSpPr>
        <p:spPr>
          <a:xfrm>
            <a:off x="4463338" y="5232778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1616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2" name="contour_13040"/>
          <p:cNvSpPr/>
          <p:nvPr/>
        </p:nvSpPr>
        <p:spPr>
          <a:xfrm>
            <a:off x="3552339" y="5247040"/>
            <a:ext cx="102032" cy="221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403"/>
                </a:moveTo>
                <a:lnTo>
                  <a:pt x="21600" y="12095"/>
                </a:lnTo>
                <a:lnTo>
                  <a:pt x="21600" y="16816"/>
                </a:lnTo>
                <a:lnTo>
                  <a:pt x="21600" y="21600"/>
                </a:lnTo>
                <a:lnTo>
                  <a:pt x="21089" y="21430"/>
                </a:lnTo>
                <a:lnTo>
                  <a:pt x="20616" y="21273"/>
                </a:lnTo>
                <a:lnTo>
                  <a:pt x="20164" y="21132"/>
                </a:lnTo>
                <a:lnTo>
                  <a:pt x="19716" y="20982"/>
                </a:lnTo>
                <a:lnTo>
                  <a:pt x="19258" y="20833"/>
                </a:lnTo>
                <a:lnTo>
                  <a:pt x="18772" y="20670"/>
                </a:lnTo>
                <a:lnTo>
                  <a:pt x="18241" y="20500"/>
                </a:lnTo>
                <a:lnTo>
                  <a:pt x="17652" y="20301"/>
                </a:lnTo>
                <a:lnTo>
                  <a:pt x="16985" y="20081"/>
                </a:lnTo>
                <a:lnTo>
                  <a:pt x="16226" y="19833"/>
                </a:lnTo>
                <a:lnTo>
                  <a:pt x="15361" y="19549"/>
                </a:lnTo>
                <a:lnTo>
                  <a:pt x="14369" y="19222"/>
                </a:lnTo>
                <a:lnTo>
                  <a:pt x="13236" y="18853"/>
                </a:lnTo>
                <a:lnTo>
                  <a:pt x="11946" y="18427"/>
                </a:lnTo>
                <a:lnTo>
                  <a:pt x="10482" y="17944"/>
                </a:lnTo>
                <a:lnTo>
                  <a:pt x="8830" y="17405"/>
                </a:lnTo>
                <a:lnTo>
                  <a:pt x="6972" y="16794"/>
                </a:lnTo>
                <a:lnTo>
                  <a:pt x="4891" y="16106"/>
                </a:lnTo>
                <a:lnTo>
                  <a:pt x="2573" y="15346"/>
                </a:lnTo>
                <a:lnTo>
                  <a:pt x="0" y="14502"/>
                </a:lnTo>
                <a:lnTo>
                  <a:pt x="0" y="10981"/>
                </a:lnTo>
                <a:lnTo>
                  <a:pt x="0" y="7403"/>
                </a:lnTo>
                <a:lnTo>
                  <a:pt x="1024" y="6878"/>
                </a:lnTo>
                <a:lnTo>
                  <a:pt x="2049" y="6367"/>
                </a:lnTo>
                <a:lnTo>
                  <a:pt x="3073" y="5863"/>
                </a:lnTo>
                <a:lnTo>
                  <a:pt x="4098" y="5359"/>
                </a:lnTo>
                <a:lnTo>
                  <a:pt x="5122" y="4869"/>
                </a:lnTo>
                <a:lnTo>
                  <a:pt x="6147" y="4380"/>
                </a:lnTo>
                <a:lnTo>
                  <a:pt x="7171" y="3897"/>
                </a:lnTo>
                <a:lnTo>
                  <a:pt x="8196" y="3414"/>
                </a:lnTo>
                <a:lnTo>
                  <a:pt x="8969" y="3010"/>
                </a:lnTo>
                <a:lnTo>
                  <a:pt x="9745" y="2612"/>
                </a:lnTo>
                <a:lnTo>
                  <a:pt x="10532" y="2208"/>
                </a:lnTo>
                <a:lnTo>
                  <a:pt x="12459" y="1334"/>
                </a:lnTo>
                <a:lnTo>
                  <a:pt x="14051" y="660"/>
                </a:lnTo>
                <a:lnTo>
                  <a:pt x="15361" y="206"/>
                </a:lnTo>
                <a:lnTo>
                  <a:pt x="16435" y="0"/>
                </a:lnTo>
                <a:lnTo>
                  <a:pt x="17326" y="64"/>
                </a:lnTo>
                <a:lnTo>
                  <a:pt x="18082" y="419"/>
                </a:lnTo>
                <a:lnTo>
                  <a:pt x="18755" y="1086"/>
                </a:lnTo>
                <a:lnTo>
                  <a:pt x="19394" y="2101"/>
                </a:lnTo>
                <a:lnTo>
                  <a:pt x="20046" y="3471"/>
                </a:lnTo>
                <a:lnTo>
                  <a:pt x="20765" y="5231"/>
                </a:lnTo>
                <a:lnTo>
                  <a:pt x="21600" y="7403"/>
                </a:lnTo>
                <a:close/>
              </a:path>
            </a:pathLst>
          </a:custGeom>
          <a:solidFill>
            <a:srgbClr val="E0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3" name="contour_13041"/>
          <p:cNvSpPr/>
          <p:nvPr/>
        </p:nvSpPr>
        <p:spPr>
          <a:xfrm>
            <a:off x="4711129" y="5240066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48" y="0"/>
                </a:lnTo>
                <a:lnTo>
                  <a:pt x="5900" y="0"/>
                </a:lnTo>
                <a:lnTo>
                  <a:pt x="8861" y="0"/>
                </a:lnTo>
                <a:lnTo>
                  <a:pt x="11834" y="0"/>
                </a:lnTo>
                <a:lnTo>
                  <a:pt x="14820" y="0"/>
                </a:lnTo>
                <a:lnTo>
                  <a:pt x="17822" y="0"/>
                </a:lnTo>
                <a:lnTo>
                  <a:pt x="20849" y="0"/>
                </a:lnTo>
                <a:lnTo>
                  <a:pt x="2135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50" y="12020"/>
                </a:lnTo>
                <a:lnTo>
                  <a:pt x="20849" y="16200"/>
                </a:lnTo>
                <a:lnTo>
                  <a:pt x="18114" y="17696"/>
                </a:lnTo>
                <a:lnTo>
                  <a:pt x="15424" y="18835"/>
                </a:lnTo>
                <a:lnTo>
                  <a:pt x="12735" y="19710"/>
                </a:lnTo>
                <a:lnTo>
                  <a:pt x="9995" y="20401"/>
                </a:lnTo>
                <a:lnTo>
                  <a:pt x="7160" y="21006"/>
                </a:lnTo>
                <a:lnTo>
                  <a:pt x="4170" y="21600"/>
                </a:lnTo>
                <a:lnTo>
                  <a:pt x="3482" y="18036"/>
                </a:lnTo>
                <a:lnTo>
                  <a:pt x="2794" y="14467"/>
                </a:lnTo>
                <a:lnTo>
                  <a:pt x="2102" y="10881"/>
                </a:lnTo>
                <a:lnTo>
                  <a:pt x="1405" y="7279"/>
                </a:lnTo>
                <a:lnTo>
                  <a:pt x="705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C28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4" name="contour_13042"/>
          <p:cNvSpPr/>
          <p:nvPr/>
        </p:nvSpPr>
        <p:spPr>
          <a:xfrm>
            <a:off x="1307637" y="5223850"/>
            <a:ext cx="36440" cy="32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092"/>
                </a:moveTo>
                <a:lnTo>
                  <a:pt x="7318" y="349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33"/>
                </a:lnTo>
                <a:lnTo>
                  <a:pt x="18468" y="626"/>
                </a:lnTo>
                <a:lnTo>
                  <a:pt x="21600" y="1092"/>
                </a:lnTo>
                <a:lnTo>
                  <a:pt x="21298" y="4529"/>
                </a:lnTo>
                <a:lnTo>
                  <a:pt x="20904" y="7854"/>
                </a:lnTo>
                <a:lnTo>
                  <a:pt x="20369" y="11096"/>
                </a:lnTo>
                <a:lnTo>
                  <a:pt x="19626" y="14271"/>
                </a:lnTo>
                <a:lnTo>
                  <a:pt x="18615" y="17396"/>
                </a:lnTo>
                <a:lnTo>
                  <a:pt x="17280" y="20508"/>
                </a:lnTo>
                <a:lnTo>
                  <a:pt x="14282" y="21251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67"/>
                </a:lnTo>
                <a:lnTo>
                  <a:pt x="3132" y="20974"/>
                </a:lnTo>
                <a:lnTo>
                  <a:pt x="0" y="20508"/>
                </a:lnTo>
                <a:lnTo>
                  <a:pt x="302" y="17071"/>
                </a:lnTo>
                <a:lnTo>
                  <a:pt x="696" y="13746"/>
                </a:lnTo>
                <a:lnTo>
                  <a:pt x="1231" y="10504"/>
                </a:lnTo>
                <a:lnTo>
                  <a:pt x="1974" y="7329"/>
                </a:lnTo>
                <a:lnTo>
                  <a:pt x="2985" y="4204"/>
                </a:lnTo>
                <a:lnTo>
                  <a:pt x="4320" y="1092"/>
                </a:lnTo>
                <a:close/>
              </a:path>
            </a:pathLst>
          </a:custGeom>
          <a:solidFill>
            <a:srgbClr val="8278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5" name="contour_13043"/>
          <p:cNvSpPr/>
          <p:nvPr/>
        </p:nvSpPr>
        <p:spPr>
          <a:xfrm>
            <a:off x="6686175" y="5224834"/>
            <a:ext cx="51016" cy="37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82"/>
                </a:moveTo>
                <a:lnTo>
                  <a:pt x="2203" y="127"/>
                </a:lnTo>
                <a:lnTo>
                  <a:pt x="3786" y="0"/>
                </a:lnTo>
                <a:lnTo>
                  <a:pt x="5193" y="0"/>
                </a:lnTo>
                <a:lnTo>
                  <a:pt x="6869" y="127"/>
                </a:lnTo>
                <a:lnTo>
                  <a:pt x="9257" y="382"/>
                </a:lnTo>
                <a:lnTo>
                  <a:pt x="10174" y="2601"/>
                </a:lnTo>
                <a:lnTo>
                  <a:pt x="10800" y="4227"/>
                </a:lnTo>
                <a:lnTo>
                  <a:pt x="11426" y="6051"/>
                </a:lnTo>
                <a:lnTo>
                  <a:pt x="12343" y="8869"/>
                </a:lnTo>
                <a:lnTo>
                  <a:pt x="14395" y="10898"/>
                </a:lnTo>
                <a:lnTo>
                  <a:pt x="15898" y="12366"/>
                </a:lnTo>
                <a:lnTo>
                  <a:pt x="17116" y="13512"/>
                </a:lnTo>
                <a:lnTo>
                  <a:pt x="18298" y="14568"/>
                </a:lnTo>
                <a:lnTo>
                  <a:pt x="19708" y="15769"/>
                </a:lnTo>
                <a:lnTo>
                  <a:pt x="21600" y="17356"/>
                </a:lnTo>
                <a:lnTo>
                  <a:pt x="19462" y="17777"/>
                </a:lnTo>
                <a:lnTo>
                  <a:pt x="17320" y="18197"/>
                </a:lnTo>
                <a:lnTo>
                  <a:pt x="15179" y="18617"/>
                </a:lnTo>
                <a:lnTo>
                  <a:pt x="13034" y="19041"/>
                </a:lnTo>
                <a:lnTo>
                  <a:pt x="10880" y="19461"/>
                </a:lnTo>
                <a:lnTo>
                  <a:pt x="8723" y="19886"/>
                </a:lnTo>
                <a:lnTo>
                  <a:pt x="6557" y="20310"/>
                </a:lnTo>
                <a:lnTo>
                  <a:pt x="4382" y="20739"/>
                </a:lnTo>
                <a:lnTo>
                  <a:pt x="2197" y="21167"/>
                </a:lnTo>
                <a:lnTo>
                  <a:pt x="0" y="21600"/>
                </a:lnTo>
                <a:lnTo>
                  <a:pt x="0" y="18600"/>
                </a:lnTo>
                <a:lnTo>
                  <a:pt x="0" y="15595"/>
                </a:lnTo>
                <a:lnTo>
                  <a:pt x="0" y="12582"/>
                </a:lnTo>
                <a:lnTo>
                  <a:pt x="0" y="9557"/>
                </a:lnTo>
                <a:lnTo>
                  <a:pt x="0" y="6518"/>
                </a:lnTo>
                <a:lnTo>
                  <a:pt x="0" y="3463"/>
                </a:lnTo>
                <a:lnTo>
                  <a:pt x="0" y="382"/>
                </a:lnTo>
                <a:close/>
              </a:path>
            </a:pathLst>
          </a:custGeom>
          <a:solidFill>
            <a:srgbClr val="A98C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6" name="contour_13044"/>
          <p:cNvSpPr/>
          <p:nvPr/>
        </p:nvSpPr>
        <p:spPr>
          <a:xfrm>
            <a:off x="3800130" y="5218202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39" y="2259"/>
                </a:lnTo>
                <a:lnTo>
                  <a:pt x="20202" y="3914"/>
                </a:lnTo>
                <a:lnTo>
                  <a:pt x="20792" y="5772"/>
                </a:lnTo>
                <a:lnTo>
                  <a:pt x="21600" y="8640"/>
                </a:lnTo>
                <a:lnTo>
                  <a:pt x="21011" y="11280"/>
                </a:lnTo>
                <a:lnTo>
                  <a:pt x="20492" y="13059"/>
                </a:lnTo>
                <a:lnTo>
                  <a:pt x="19758" y="14792"/>
                </a:lnTo>
                <a:lnTo>
                  <a:pt x="18514" y="17280"/>
                </a:lnTo>
                <a:lnTo>
                  <a:pt x="16323" y="18330"/>
                </a:lnTo>
                <a:lnTo>
                  <a:pt x="14771" y="18960"/>
                </a:lnTo>
                <a:lnTo>
                  <a:pt x="13111" y="19427"/>
                </a:lnTo>
                <a:lnTo>
                  <a:pt x="10609" y="19980"/>
                </a:lnTo>
                <a:lnTo>
                  <a:pt x="8495" y="20468"/>
                </a:lnTo>
                <a:lnTo>
                  <a:pt x="6353" y="20961"/>
                </a:lnTo>
                <a:lnTo>
                  <a:pt x="5539" y="21120"/>
                </a:lnTo>
                <a:lnTo>
                  <a:pt x="3086" y="21600"/>
                </a:lnTo>
                <a:lnTo>
                  <a:pt x="2577" y="18749"/>
                </a:lnTo>
                <a:lnTo>
                  <a:pt x="2067" y="15893"/>
                </a:lnTo>
                <a:lnTo>
                  <a:pt x="1555" y="13025"/>
                </a:lnTo>
                <a:lnTo>
                  <a:pt x="1040" y="10143"/>
                </a:lnTo>
                <a:lnTo>
                  <a:pt x="521" y="7245"/>
                </a:lnTo>
                <a:lnTo>
                  <a:pt x="0" y="4320"/>
                </a:lnTo>
                <a:lnTo>
                  <a:pt x="1620" y="4398"/>
                </a:lnTo>
                <a:lnTo>
                  <a:pt x="3268" y="4471"/>
                </a:lnTo>
                <a:lnTo>
                  <a:pt x="4326" y="4501"/>
                </a:lnTo>
                <a:lnTo>
                  <a:pt x="7523" y="4588"/>
                </a:lnTo>
                <a:lnTo>
                  <a:pt x="9621" y="4666"/>
                </a:lnTo>
                <a:lnTo>
                  <a:pt x="11753" y="4743"/>
                </a:lnTo>
                <a:lnTo>
                  <a:pt x="13926" y="4432"/>
                </a:lnTo>
                <a:lnTo>
                  <a:pt x="15355" y="3832"/>
                </a:lnTo>
                <a:lnTo>
                  <a:pt x="16672" y="2506"/>
                </a:lnTo>
                <a:lnTo>
                  <a:pt x="18514" y="0"/>
                </a:lnTo>
                <a:close/>
              </a:path>
            </a:pathLst>
          </a:custGeom>
          <a:solidFill>
            <a:srgbClr val="AA8C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7" name="contour_13045"/>
          <p:cNvSpPr/>
          <p:nvPr/>
        </p:nvSpPr>
        <p:spPr>
          <a:xfrm>
            <a:off x="4754857" y="5203626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078" y="2565"/>
                </a:lnTo>
                <a:lnTo>
                  <a:pt x="11359" y="5146"/>
                </a:lnTo>
                <a:lnTo>
                  <a:pt x="11642" y="7765"/>
                </a:lnTo>
                <a:lnTo>
                  <a:pt x="12255" y="10552"/>
                </a:lnTo>
                <a:lnTo>
                  <a:pt x="12874" y="13354"/>
                </a:lnTo>
                <a:lnTo>
                  <a:pt x="13500" y="16200"/>
                </a:lnTo>
                <a:lnTo>
                  <a:pt x="15104" y="17269"/>
                </a:lnTo>
                <a:lnTo>
                  <a:pt x="16713" y="18344"/>
                </a:lnTo>
                <a:lnTo>
                  <a:pt x="18328" y="19418"/>
                </a:lnTo>
                <a:lnTo>
                  <a:pt x="19956" y="20504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8392"/>
                </a:lnTo>
                <a:lnTo>
                  <a:pt x="0" y="15174"/>
                </a:lnTo>
                <a:lnTo>
                  <a:pt x="0" y="11945"/>
                </a:lnTo>
                <a:lnTo>
                  <a:pt x="0" y="8689"/>
                </a:lnTo>
                <a:lnTo>
                  <a:pt x="0" y="5400"/>
                </a:lnTo>
                <a:lnTo>
                  <a:pt x="1774" y="3418"/>
                </a:lnTo>
                <a:lnTo>
                  <a:pt x="3175" y="2457"/>
                </a:lnTo>
                <a:lnTo>
                  <a:pt x="5400" y="1685"/>
                </a:lnTo>
                <a:lnTo>
                  <a:pt x="6907" y="1156"/>
                </a:lnTo>
                <a:lnTo>
                  <a:pt x="8438" y="610"/>
                </a:lnTo>
                <a:lnTo>
                  <a:pt x="9609" y="308"/>
                </a:lnTo>
                <a:lnTo>
                  <a:pt x="10800" y="0"/>
                </a:lnTo>
                <a:close/>
              </a:path>
            </a:pathLst>
          </a:custGeom>
          <a:solidFill>
            <a:srgbClr val="2C2A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8" name="contour_13046"/>
          <p:cNvSpPr/>
          <p:nvPr/>
        </p:nvSpPr>
        <p:spPr>
          <a:xfrm>
            <a:off x="9907467" y="521091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670"/>
                </a:lnTo>
                <a:lnTo>
                  <a:pt x="8057" y="1339"/>
                </a:lnTo>
                <a:lnTo>
                  <a:pt x="10292" y="2009"/>
                </a:lnTo>
                <a:lnTo>
                  <a:pt x="12532" y="2678"/>
                </a:lnTo>
                <a:lnTo>
                  <a:pt x="14782" y="3353"/>
                </a:lnTo>
                <a:lnTo>
                  <a:pt x="17042" y="4034"/>
                </a:lnTo>
                <a:lnTo>
                  <a:pt x="19314" y="4714"/>
                </a:lnTo>
                <a:lnTo>
                  <a:pt x="21600" y="5400"/>
                </a:lnTo>
                <a:lnTo>
                  <a:pt x="20441" y="8991"/>
                </a:lnTo>
                <a:lnTo>
                  <a:pt x="19534" y="11621"/>
                </a:lnTo>
                <a:lnTo>
                  <a:pt x="18677" y="13754"/>
                </a:lnTo>
                <a:lnTo>
                  <a:pt x="17665" y="15822"/>
                </a:lnTo>
                <a:lnTo>
                  <a:pt x="16308" y="18290"/>
                </a:lnTo>
                <a:lnTo>
                  <a:pt x="14400" y="21600"/>
                </a:lnTo>
                <a:lnTo>
                  <a:pt x="11808" y="21330"/>
                </a:lnTo>
                <a:lnTo>
                  <a:pt x="9407" y="20752"/>
                </a:lnTo>
                <a:lnTo>
                  <a:pt x="7110" y="19899"/>
                </a:lnTo>
                <a:lnTo>
                  <a:pt x="4831" y="18824"/>
                </a:lnTo>
                <a:lnTo>
                  <a:pt x="2491" y="17577"/>
                </a:lnTo>
                <a:lnTo>
                  <a:pt x="0" y="16200"/>
                </a:lnTo>
                <a:lnTo>
                  <a:pt x="713" y="12992"/>
                </a:lnTo>
                <a:lnTo>
                  <a:pt x="1429" y="9774"/>
                </a:lnTo>
                <a:lnTo>
                  <a:pt x="2146" y="6545"/>
                </a:lnTo>
                <a:lnTo>
                  <a:pt x="2869" y="3289"/>
                </a:lnTo>
                <a:lnTo>
                  <a:pt x="3600" y="0"/>
                </a:lnTo>
                <a:close/>
              </a:path>
            </a:pathLst>
          </a:custGeom>
          <a:solidFill>
            <a:srgbClr val="4E4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49" name="contour_13047"/>
          <p:cNvSpPr/>
          <p:nvPr/>
        </p:nvSpPr>
        <p:spPr>
          <a:xfrm>
            <a:off x="5832263" y="5189050"/>
            <a:ext cx="3036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6" y="0"/>
                </a:moveTo>
                <a:lnTo>
                  <a:pt x="4287" y="445"/>
                </a:lnTo>
                <a:lnTo>
                  <a:pt x="7713" y="891"/>
                </a:lnTo>
                <a:lnTo>
                  <a:pt x="11155" y="1339"/>
                </a:lnTo>
                <a:lnTo>
                  <a:pt x="14613" y="1790"/>
                </a:lnTo>
                <a:lnTo>
                  <a:pt x="18091" y="2244"/>
                </a:lnTo>
                <a:lnTo>
                  <a:pt x="21600" y="2700"/>
                </a:lnTo>
                <a:lnTo>
                  <a:pt x="19050" y="3113"/>
                </a:lnTo>
                <a:lnTo>
                  <a:pt x="16458" y="3534"/>
                </a:lnTo>
                <a:lnTo>
                  <a:pt x="13866" y="4460"/>
                </a:lnTo>
                <a:lnTo>
                  <a:pt x="11233" y="5400"/>
                </a:lnTo>
                <a:lnTo>
                  <a:pt x="10740" y="7293"/>
                </a:lnTo>
                <a:lnTo>
                  <a:pt x="10466" y="8670"/>
                </a:lnTo>
                <a:lnTo>
                  <a:pt x="10367" y="9928"/>
                </a:lnTo>
                <a:lnTo>
                  <a:pt x="10414" y="11462"/>
                </a:lnTo>
                <a:lnTo>
                  <a:pt x="10585" y="13667"/>
                </a:lnTo>
                <a:lnTo>
                  <a:pt x="10678" y="15150"/>
                </a:lnTo>
                <a:lnTo>
                  <a:pt x="10771" y="16640"/>
                </a:lnTo>
                <a:lnTo>
                  <a:pt x="10870" y="18152"/>
                </a:lnTo>
                <a:lnTo>
                  <a:pt x="11051" y="19864"/>
                </a:lnTo>
                <a:lnTo>
                  <a:pt x="11233" y="21600"/>
                </a:lnTo>
                <a:lnTo>
                  <a:pt x="8180" y="21138"/>
                </a:lnTo>
                <a:lnTo>
                  <a:pt x="6080" y="20701"/>
                </a:lnTo>
                <a:lnTo>
                  <a:pt x="3965" y="20039"/>
                </a:lnTo>
                <a:lnTo>
                  <a:pt x="866" y="18900"/>
                </a:lnTo>
                <a:lnTo>
                  <a:pt x="373" y="16713"/>
                </a:lnTo>
                <a:lnTo>
                  <a:pt x="98" y="15117"/>
                </a:lnTo>
                <a:lnTo>
                  <a:pt x="0" y="13657"/>
                </a:lnTo>
                <a:lnTo>
                  <a:pt x="47" y="11864"/>
                </a:lnTo>
                <a:lnTo>
                  <a:pt x="218" y="9283"/>
                </a:lnTo>
                <a:lnTo>
                  <a:pt x="311" y="7549"/>
                </a:lnTo>
                <a:lnTo>
                  <a:pt x="404" y="5805"/>
                </a:lnTo>
                <a:lnTo>
                  <a:pt x="503" y="4039"/>
                </a:lnTo>
                <a:lnTo>
                  <a:pt x="622" y="2705"/>
                </a:lnTo>
                <a:lnTo>
                  <a:pt x="741" y="1361"/>
                </a:lnTo>
                <a:lnTo>
                  <a:pt x="866" y="0"/>
                </a:lnTo>
                <a:close/>
              </a:path>
            </a:pathLst>
          </a:custGeom>
          <a:solidFill>
            <a:srgbClr val="F5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0" name="contour_13048"/>
          <p:cNvSpPr/>
          <p:nvPr/>
        </p:nvSpPr>
        <p:spPr>
          <a:xfrm>
            <a:off x="1664749" y="5189050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243" y="1710"/>
                </a:lnTo>
                <a:lnTo>
                  <a:pt x="10891" y="3431"/>
                </a:lnTo>
                <a:lnTo>
                  <a:pt x="11549" y="5177"/>
                </a:lnTo>
                <a:lnTo>
                  <a:pt x="12845" y="7578"/>
                </a:lnTo>
                <a:lnTo>
                  <a:pt x="14054" y="9454"/>
                </a:lnTo>
                <a:lnTo>
                  <a:pt x="15259" y="10908"/>
                </a:lnTo>
                <a:lnTo>
                  <a:pt x="16536" y="12031"/>
                </a:lnTo>
                <a:lnTo>
                  <a:pt x="17964" y="12920"/>
                </a:lnTo>
                <a:lnTo>
                  <a:pt x="19627" y="13680"/>
                </a:lnTo>
                <a:lnTo>
                  <a:pt x="21600" y="14400"/>
                </a:lnTo>
                <a:lnTo>
                  <a:pt x="21230" y="16650"/>
                </a:lnTo>
                <a:lnTo>
                  <a:pt x="20856" y="18148"/>
                </a:lnTo>
                <a:lnTo>
                  <a:pt x="20256" y="19573"/>
                </a:lnTo>
                <a:lnTo>
                  <a:pt x="19200" y="21600"/>
                </a:lnTo>
                <a:lnTo>
                  <a:pt x="17494" y="21233"/>
                </a:lnTo>
                <a:lnTo>
                  <a:pt x="15859" y="20812"/>
                </a:lnTo>
                <a:lnTo>
                  <a:pt x="14266" y="20333"/>
                </a:lnTo>
                <a:lnTo>
                  <a:pt x="12686" y="19786"/>
                </a:lnTo>
                <a:lnTo>
                  <a:pt x="11090" y="19159"/>
                </a:lnTo>
                <a:lnTo>
                  <a:pt x="9451" y="18450"/>
                </a:lnTo>
                <a:lnTo>
                  <a:pt x="8767" y="18169"/>
                </a:lnTo>
                <a:lnTo>
                  <a:pt x="6708" y="17312"/>
                </a:lnTo>
                <a:lnTo>
                  <a:pt x="5364" y="16744"/>
                </a:lnTo>
                <a:lnTo>
                  <a:pt x="4022" y="16168"/>
                </a:lnTo>
                <a:lnTo>
                  <a:pt x="2681" y="15581"/>
                </a:lnTo>
                <a:lnTo>
                  <a:pt x="1339" y="14994"/>
                </a:lnTo>
                <a:lnTo>
                  <a:pt x="0" y="14400"/>
                </a:lnTo>
                <a:lnTo>
                  <a:pt x="581" y="12280"/>
                </a:lnTo>
                <a:lnTo>
                  <a:pt x="1025" y="10822"/>
                </a:lnTo>
                <a:lnTo>
                  <a:pt x="1555" y="9353"/>
                </a:lnTo>
                <a:lnTo>
                  <a:pt x="2400" y="7200"/>
                </a:lnTo>
                <a:lnTo>
                  <a:pt x="4258" y="6984"/>
                </a:lnTo>
                <a:lnTo>
                  <a:pt x="5561" y="6876"/>
                </a:lnTo>
                <a:lnTo>
                  <a:pt x="6655" y="6876"/>
                </a:lnTo>
                <a:lnTo>
                  <a:pt x="7886" y="6984"/>
                </a:lnTo>
                <a:lnTo>
                  <a:pt x="9600" y="7200"/>
                </a:lnTo>
                <a:lnTo>
                  <a:pt x="9600" y="4820"/>
                </a:lnTo>
                <a:lnTo>
                  <a:pt x="9600" y="2426"/>
                </a:lnTo>
                <a:lnTo>
                  <a:pt x="9600" y="0"/>
                </a:lnTo>
                <a:close/>
              </a:path>
            </a:pathLst>
          </a:custGeom>
          <a:solidFill>
            <a:srgbClr val="5E51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1" name="contour_13049"/>
          <p:cNvSpPr/>
          <p:nvPr/>
        </p:nvSpPr>
        <p:spPr>
          <a:xfrm>
            <a:off x="7699206" y="5174474"/>
            <a:ext cx="51016" cy="44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315" y="1319"/>
                </a:lnTo>
                <a:lnTo>
                  <a:pt x="15771" y="2317"/>
                </a:lnTo>
                <a:lnTo>
                  <a:pt x="16971" y="3195"/>
                </a:lnTo>
                <a:lnTo>
                  <a:pt x="18172" y="4147"/>
                </a:lnTo>
                <a:lnTo>
                  <a:pt x="19628" y="5367"/>
                </a:lnTo>
                <a:lnTo>
                  <a:pt x="21600" y="7053"/>
                </a:lnTo>
                <a:lnTo>
                  <a:pt x="21600" y="9384"/>
                </a:lnTo>
                <a:lnTo>
                  <a:pt x="21600" y="11729"/>
                </a:lnTo>
                <a:lnTo>
                  <a:pt x="21600" y="14106"/>
                </a:lnTo>
                <a:lnTo>
                  <a:pt x="19838" y="15633"/>
                </a:lnTo>
                <a:lnTo>
                  <a:pt x="18027" y="16963"/>
                </a:lnTo>
                <a:lnTo>
                  <a:pt x="16160" y="18105"/>
                </a:lnTo>
                <a:lnTo>
                  <a:pt x="14241" y="19068"/>
                </a:lnTo>
                <a:lnTo>
                  <a:pt x="12269" y="19865"/>
                </a:lnTo>
                <a:lnTo>
                  <a:pt x="10248" y="20507"/>
                </a:lnTo>
                <a:lnTo>
                  <a:pt x="8171" y="21000"/>
                </a:lnTo>
                <a:lnTo>
                  <a:pt x="6039" y="21364"/>
                </a:lnTo>
                <a:lnTo>
                  <a:pt x="3857" y="21600"/>
                </a:lnTo>
                <a:lnTo>
                  <a:pt x="1944" y="21381"/>
                </a:lnTo>
                <a:lnTo>
                  <a:pt x="0" y="21159"/>
                </a:lnTo>
                <a:lnTo>
                  <a:pt x="488" y="18535"/>
                </a:lnTo>
                <a:lnTo>
                  <a:pt x="892" y="16673"/>
                </a:lnTo>
                <a:lnTo>
                  <a:pt x="1361" y="15065"/>
                </a:lnTo>
                <a:lnTo>
                  <a:pt x="2043" y="13203"/>
                </a:lnTo>
                <a:lnTo>
                  <a:pt x="3086" y="10580"/>
                </a:lnTo>
                <a:lnTo>
                  <a:pt x="5474" y="10262"/>
                </a:lnTo>
                <a:lnTo>
                  <a:pt x="7150" y="10104"/>
                </a:lnTo>
                <a:lnTo>
                  <a:pt x="8557" y="10104"/>
                </a:lnTo>
                <a:lnTo>
                  <a:pt x="10140" y="10262"/>
                </a:lnTo>
                <a:lnTo>
                  <a:pt x="12343" y="10580"/>
                </a:lnTo>
                <a:lnTo>
                  <a:pt x="12343" y="8485"/>
                </a:lnTo>
                <a:lnTo>
                  <a:pt x="12343" y="6383"/>
                </a:lnTo>
                <a:lnTo>
                  <a:pt x="12343" y="4274"/>
                </a:lnTo>
                <a:lnTo>
                  <a:pt x="12343" y="2148"/>
                </a:lnTo>
                <a:lnTo>
                  <a:pt x="12343" y="0"/>
                </a:lnTo>
                <a:close/>
              </a:path>
            </a:pathLst>
          </a:custGeom>
          <a:solidFill>
            <a:srgbClr val="716B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2" name="contour_13050"/>
          <p:cNvSpPr/>
          <p:nvPr/>
        </p:nvSpPr>
        <p:spPr>
          <a:xfrm>
            <a:off x="1460685" y="519633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0"/>
                </a:lnTo>
                <a:lnTo>
                  <a:pt x="6426" y="0"/>
                </a:lnTo>
                <a:lnTo>
                  <a:pt x="9655" y="0"/>
                </a:lnTo>
                <a:lnTo>
                  <a:pt x="12911" y="0"/>
                </a:lnTo>
                <a:lnTo>
                  <a:pt x="16200" y="0"/>
                </a:lnTo>
                <a:lnTo>
                  <a:pt x="16794" y="2376"/>
                </a:lnTo>
                <a:lnTo>
                  <a:pt x="17388" y="4756"/>
                </a:lnTo>
                <a:lnTo>
                  <a:pt x="17982" y="7135"/>
                </a:lnTo>
                <a:lnTo>
                  <a:pt x="18581" y="9522"/>
                </a:lnTo>
                <a:lnTo>
                  <a:pt x="19181" y="11916"/>
                </a:lnTo>
                <a:lnTo>
                  <a:pt x="19780" y="14321"/>
                </a:lnTo>
                <a:lnTo>
                  <a:pt x="20385" y="16733"/>
                </a:lnTo>
                <a:lnTo>
                  <a:pt x="20990" y="1915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8420"/>
                </a:lnTo>
                <a:lnTo>
                  <a:pt x="10800" y="6026"/>
                </a:lnTo>
                <a:lnTo>
                  <a:pt x="10800" y="3600"/>
                </a:lnTo>
                <a:lnTo>
                  <a:pt x="7592" y="2279"/>
                </a:lnTo>
                <a:lnTo>
                  <a:pt x="5400" y="1462"/>
                </a:lnTo>
                <a:lnTo>
                  <a:pt x="3208" y="817"/>
                </a:lnTo>
                <a:lnTo>
                  <a:pt x="0" y="0"/>
                </a:lnTo>
                <a:close/>
              </a:path>
            </a:pathLst>
          </a:custGeom>
          <a:solidFill>
            <a:srgbClr val="6858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3" name="contour_13051"/>
          <p:cNvSpPr/>
          <p:nvPr/>
        </p:nvSpPr>
        <p:spPr>
          <a:xfrm>
            <a:off x="9871027" y="518176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973" y="5577"/>
                </a:lnTo>
                <a:lnTo>
                  <a:pt x="18720" y="9828"/>
                </a:lnTo>
                <a:lnTo>
                  <a:pt x="17759" y="13003"/>
                </a:lnTo>
                <a:lnTo>
                  <a:pt x="17010" y="15353"/>
                </a:lnTo>
                <a:lnTo>
                  <a:pt x="16384" y="17137"/>
                </a:lnTo>
                <a:lnTo>
                  <a:pt x="15793" y="18606"/>
                </a:lnTo>
                <a:lnTo>
                  <a:pt x="15163" y="20006"/>
                </a:lnTo>
                <a:lnTo>
                  <a:pt x="14400" y="21600"/>
                </a:lnTo>
                <a:lnTo>
                  <a:pt x="12020" y="21600"/>
                </a:lnTo>
                <a:lnTo>
                  <a:pt x="9626" y="21600"/>
                </a:lnTo>
                <a:lnTo>
                  <a:pt x="7200" y="21600"/>
                </a:lnTo>
                <a:lnTo>
                  <a:pt x="6030" y="19012"/>
                </a:lnTo>
                <a:lnTo>
                  <a:pt x="4990" y="16390"/>
                </a:lnTo>
                <a:lnTo>
                  <a:pt x="4046" y="13733"/>
                </a:lnTo>
                <a:lnTo>
                  <a:pt x="3182" y="11046"/>
                </a:lnTo>
                <a:lnTo>
                  <a:pt x="2369" y="8325"/>
                </a:lnTo>
                <a:lnTo>
                  <a:pt x="1584" y="5577"/>
                </a:lnTo>
                <a:lnTo>
                  <a:pt x="803" y="2804"/>
                </a:lnTo>
                <a:lnTo>
                  <a:pt x="0" y="0"/>
                </a:lnTo>
                <a:close/>
              </a:path>
            </a:pathLst>
          </a:custGeom>
          <a:solidFill>
            <a:srgbClr val="7668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4" name="contour_13052"/>
          <p:cNvSpPr/>
          <p:nvPr/>
        </p:nvSpPr>
        <p:spPr>
          <a:xfrm>
            <a:off x="564262" y="5174029"/>
            <a:ext cx="58304" cy="29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4"/>
                </a:moveTo>
                <a:lnTo>
                  <a:pt x="21219" y="4170"/>
                </a:lnTo>
                <a:lnTo>
                  <a:pt x="20890" y="6925"/>
                </a:lnTo>
                <a:lnTo>
                  <a:pt x="20479" y="9351"/>
                </a:lnTo>
                <a:lnTo>
                  <a:pt x="19859" y="12212"/>
                </a:lnTo>
                <a:lnTo>
                  <a:pt x="18900" y="16281"/>
                </a:lnTo>
                <a:lnTo>
                  <a:pt x="17024" y="17435"/>
                </a:lnTo>
                <a:lnTo>
                  <a:pt x="15611" y="18233"/>
                </a:lnTo>
                <a:lnTo>
                  <a:pt x="14399" y="18781"/>
                </a:lnTo>
                <a:lnTo>
                  <a:pt x="13119" y="19180"/>
                </a:lnTo>
                <a:lnTo>
                  <a:pt x="11502" y="19531"/>
                </a:lnTo>
                <a:lnTo>
                  <a:pt x="9283" y="19941"/>
                </a:lnTo>
                <a:lnTo>
                  <a:pt x="7549" y="20286"/>
                </a:lnTo>
                <a:lnTo>
                  <a:pt x="5805" y="20643"/>
                </a:lnTo>
                <a:lnTo>
                  <a:pt x="4039" y="20999"/>
                </a:lnTo>
                <a:lnTo>
                  <a:pt x="2705" y="21196"/>
                </a:lnTo>
                <a:lnTo>
                  <a:pt x="1361" y="21398"/>
                </a:lnTo>
                <a:lnTo>
                  <a:pt x="0" y="21600"/>
                </a:lnTo>
                <a:lnTo>
                  <a:pt x="0" y="18084"/>
                </a:lnTo>
                <a:lnTo>
                  <a:pt x="0" y="14547"/>
                </a:lnTo>
                <a:lnTo>
                  <a:pt x="0" y="10962"/>
                </a:lnTo>
                <a:lnTo>
                  <a:pt x="1631" y="9021"/>
                </a:lnTo>
                <a:lnTo>
                  <a:pt x="3305" y="7250"/>
                </a:lnTo>
                <a:lnTo>
                  <a:pt x="5019" y="5659"/>
                </a:lnTo>
                <a:lnTo>
                  <a:pt x="6769" y="4250"/>
                </a:lnTo>
                <a:lnTo>
                  <a:pt x="8551" y="3032"/>
                </a:lnTo>
                <a:lnTo>
                  <a:pt x="10360" y="2011"/>
                </a:lnTo>
                <a:lnTo>
                  <a:pt x="12193" y="1191"/>
                </a:lnTo>
                <a:lnTo>
                  <a:pt x="14048" y="580"/>
                </a:lnTo>
                <a:lnTo>
                  <a:pt x="15922" y="181"/>
                </a:lnTo>
                <a:lnTo>
                  <a:pt x="17806" y="0"/>
                </a:lnTo>
                <a:lnTo>
                  <a:pt x="19699" y="48"/>
                </a:lnTo>
                <a:lnTo>
                  <a:pt x="21600" y="324"/>
                </a:lnTo>
                <a:close/>
              </a:path>
            </a:pathLst>
          </a:custGeom>
          <a:solidFill>
            <a:srgbClr val="BBBD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5" name="contour_13053"/>
          <p:cNvSpPr/>
          <p:nvPr/>
        </p:nvSpPr>
        <p:spPr>
          <a:xfrm>
            <a:off x="4048090" y="5174474"/>
            <a:ext cx="2898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782"/>
                </a:lnTo>
                <a:lnTo>
                  <a:pt x="21600" y="3567"/>
                </a:lnTo>
                <a:lnTo>
                  <a:pt x="21600" y="5360"/>
                </a:lnTo>
                <a:lnTo>
                  <a:pt x="21600" y="7160"/>
                </a:lnTo>
                <a:lnTo>
                  <a:pt x="21600" y="8972"/>
                </a:lnTo>
                <a:lnTo>
                  <a:pt x="21600" y="10800"/>
                </a:lnTo>
                <a:lnTo>
                  <a:pt x="18010" y="10800"/>
                </a:lnTo>
                <a:lnTo>
                  <a:pt x="14398" y="10800"/>
                </a:lnTo>
                <a:lnTo>
                  <a:pt x="10738" y="10800"/>
                </a:lnTo>
                <a:lnTo>
                  <a:pt x="9114" y="12574"/>
                </a:lnTo>
                <a:lnTo>
                  <a:pt x="8234" y="13975"/>
                </a:lnTo>
                <a:lnTo>
                  <a:pt x="7343" y="16200"/>
                </a:lnTo>
                <a:lnTo>
                  <a:pt x="6729" y="17707"/>
                </a:lnTo>
                <a:lnTo>
                  <a:pt x="6110" y="19238"/>
                </a:lnTo>
                <a:lnTo>
                  <a:pt x="5909" y="19823"/>
                </a:lnTo>
                <a:lnTo>
                  <a:pt x="5306" y="21600"/>
                </a:lnTo>
                <a:lnTo>
                  <a:pt x="4595" y="20053"/>
                </a:lnTo>
                <a:lnTo>
                  <a:pt x="3900" y="18500"/>
                </a:lnTo>
                <a:lnTo>
                  <a:pt x="3226" y="16948"/>
                </a:lnTo>
                <a:lnTo>
                  <a:pt x="2564" y="15393"/>
                </a:lnTo>
                <a:lnTo>
                  <a:pt x="1912" y="13838"/>
                </a:lnTo>
                <a:lnTo>
                  <a:pt x="1282" y="12396"/>
                </a:lnTo>
                <a:lnTo>
                  <a:pt x="646" y="10943"/>
                </a:lnTo>
                <a:lnTo>
                  <a:pt x="0" y="9472"/>
                </a:lnTo>
                <a:lnTo>
                  <a:pt x="0" y="7069"/>
                </a:lnTo>
                <a:lnTo>
                  <a:pt x="467" y="5505"/>
                </a:lnTo>
                <a:lnTo>
                  <a:pt x="1830" y="4101"/>
                </a:lnTo>
                <a:lnTo>
                  <a:pt x="4502" y="2173"/>
                </a:lnTo>
                <a:lnTo>
                  <a:pt x="7631" y="1112"/>
                </a:lnTo>
                <a:lnTo>
                  <a:pt x="10086" y="470"/>
                </a:lnTo>
                <a:lnTo>
                  <a:pt x="12687" y="140"/>
                </a:lnTo>
                <a:lnTo>
                  <a:pt x="16250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DFBA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6" name="contour_13054"/>
          <p:cNvSpPr/>
          <p:nvPr/>
        </p:nvSpPr>
        <p:spPr>
          <a:xfrm>
            <a:off x="484094" y="5159665"/>
            <a:ext cx="65592" cy="439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574" y="3638"/>
                </a:moveTo>
                <a:lnTo>
                  <a:pt x="20580" y="5443"/>
                </a:lnTo>
                <a:lnTo>
                  <a:pt x="21600" y="7276"/>
                </a:lnTo>
                <a:lnTo>
                  <a:pt x="20078" y="7477"/>
                </a:lnTo>
                <a:lnTo>
                  <a:pt x="18533" y="7681"/>
                </a:lnTo>
                <a:lnTo>
                  <a:pt x="16872" y="7989"/>
                </a:lnTo>
                <a:lnTo>
                  <a:pt x="15235" y="8322"/>
                </a:lnTo>
                <a:lnTo>
                  <a:pt x="13620" y="8694"/>
                </a:lnTo>
                <a:lnTo>
                  <a:pt x="12014" y="9117"/>
                </a:lnTo>
                <a:lnTo>
                  <a:pt x="10414" y="9611"/>
                </a:lnTo>
                <a:lnTo>
                  <a:pt x="8813" y="10184"/>
                </a:lnTo>
                <a:lnTo>
                  <a:pt x="7200" y="10857"/>
                </a:lnTo>
                <a:lnTo>
                  <a:pt x="6173" y="13629"/>
                </a:lnTo>
                <a:lnTo>
                  <a:pt x="5534" y="15573"/>
                </a:lnTo>
                <a:lnTo>
                  <a:pt x="5170" y="17206"/>
                </a:lnTo>
                <a:lnTo>
                  <a:pt x="4963" y="19043"/>
                </a:lnTo>
                <a:lnTo>
                  <a:pt x="4800" y="21600"/>
                </a:lnTo>
                <a:lnTo>
                  <a:pt x="3653" y="19502"/>
                </a:lnTo>
                <a:lnTo>
                  <a:pt x="2822" y="17922"/>
                </a:lnTo>
                <a:lnTo>
                  <a:pt x="2174" y="16565"/>
                </a:lnTo>
                <a:lnTo>
                  <a:pt x="1579" y="15136"/>
                </a:lnTo>
                <a:lnTo>
                  <a:pt x="898" y="13332"/>
                </a:lnTo>
                <a:lnTo>
                  <a:pt x="0" y="10857"/>
                </a:lnTo>
                <a:lnTo>
                  <a:pt x="931" y="8490"/>
                </a:lnTo>
                <a:lnTo>
                  <a:pt x="1954" y="6664"/>
                </a:lnTo>
                <a:lnTo>
                  <a:pt x="3101" y="5253"/>
                </a:lnTo>
                <a:lnTo>
                  <a:pt x="4409" y="4125"/>
                </a:lnTo>
                <a:lnTo>
                  <a:pt x="5909" y="3155"/>
                </a:lnTo>
                <a:lnTo>
                  <a:pt x="7639" y="2213"/>
                </a:lnTo>
                <a:lnTo>
                  <a:pt x="10730" y="1053"/>
                </a:lnTo>
                <a:lnTo>
                  <a:pt x="13010" y="308"/>
                </a:lnTo>
                <a:lnTo>
                  <a:pt x="14690" y="0"/>
                </a:lnTo>
                <a:lnTo>
                  <a:pt x="15979" y="150"/>
                </a:lnTo>
                <a:lnTo>
                  <a:pt x="17083" y="795"/>
                </a:lnTo>
                <a:lnTo>
                  <a:pt x="18211" y="1948"/>
                </a:lnTo>
                <a:lnTo>
                  <a:pt x="19574" y="3638"/>
                </a:lnTo>
                <a:close/>
              </a:path>
            </a:pathLst>
          </a:custGeom>
          <a:solidFill>
            <a:srgbClr val="5050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7" name="contour_13055"/>
          <p:cNvSpPr/>
          <p:nvPr/>
        </p:nvSpPr>
        <p:spPr>
          <a:xfrm>
            <a:off x="447654" y="5146422"/>
            <a:ext cx="65592" cy="286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70"/>
                </a:moveTo>
                <a:lnTo>
                  <a:pt x="20045" y="7106"/>
                </a:lnTo>
                <a:lnTo>
                  <a:pt x="18550" y="9389"/>
                </a:lnTo>
                <a:lnTo>
                  <a:pt x="17095" y="11512"/>
                </a:lnTo>
                <a:lnTo>
                  <a:pt x="15670" y="13459"/>
                </a:lnTo>
                <a:lnTo>
                  <a:pt x="14261" y="15231"/>
                </a:lnTo>
                <a:lnTo>
                  <a:pt x="12854" y="16804"/>
                </a:lnTo>
                <a:lnTo>
                  <a:pt x="11436" y="18173"/>
                </a:lnTo>
                <a:lnTo>
                  <a:pt x="9991" y="19328"/>
                </a:lnTo>
                <a:lnTo>
                  <a:pt x="8506" y="20263"/>
                </a:lnTo>
                <a:lnTo>
                  <a:pt x="6967" y="20956"/>
                </a:lnTo>
                <a:lnTo>
                  <a:pt x="5362" y="21407"/>
                </a:lnTo>
                <a:lnTo>
                  <a:pt x="3674" y="21600"/>
                </a:lnTo>
                <a:lnTo>
                  <a:pt x="1891" y="21523"/>
                </a:lnTo>
                <a:lnTo>
                  <a:pt x="0" y="21171"/>
                </a:lnTo>
                <a:lnTo>
                  <a:pt x="0" y="17535"/>
                </a:lnTo>
                <a:lnTo>
                  <a:pt x="0" y="13877"/>
                </a:lnTo>
                <a:lnTo>
                  <a:pt x="0" y="10170"/>
                </a:lnTo>
                <a:lnTo>
                  <a:pt x="1445" y="8355"/>
                </a:lnTo>
                <a:lnTo>
                  <a:pt x="2518" y="7106"/>
                </a:lnTo>
                <a:lnTo>
                  <a:pt x="3542" y="6111"/>
                </a:lnTo>
                <a:lnTo>
                  <a:pt x="4846" y="5060"/>
                </a:lnTo>
                <a:lnTo>
                  <a:pt x="6749" y="3636"/>
                </a:lnTo>
                <a:lnTo>
                  <a:pt x="8004" y="2651"/>
                </a:lnTo>
                <a:lnTo>
                  <a:pt x="9269" y="1661"/>
                </a:lnTo>
                <a:lnTo>
                  <a:pt x="10548" y="655"/>
                </a:lnTo>
                <a:lnTo>
                  <a:pt x="12348" y="127"/>
                </a:lnTo>
                <a:lnTo>
                  <a:pt x="13968" y="0"/>
                </a:lnTo>
                <a:lnTo>
                  <a:pt x="15473" y="259"/>
                </a:lnTo>
                <a:lnTo>
                  <a:pt x="16925" y="875"/>
                </a:lnTo>
                <a:lnTo>
                  <a:pt x="18389" y="1826"/>
                </a:lnTo>
                <a:lnTo>
                  <a:pt x="19925" y="3102"/>
                </a:lnTo>
                <a:lnTo>
                  <a:pt x="21600" y="4670"/>
                </a:lnTo>
                <a:close/>
              </a:path>
            </a:pathLst>
          </a:custGeom>
          <a:solidFill>
            <a:srgbClr val="0A090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8" name="contour_13056"/>
          <p:cNvSpPr/>
          <p:nvPr/>
        </p:nvSpPr>
        <p:spPr>
          <a:xfrm>
            <a:off x="11378709" y="5123699"/>
            <a:ext cx="37366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77" y="3022"/>
                </a:moveTo>
                <a:lnTo>
                  <a:pt x="17901" y="4763"/>
                </a:lnTo>
                <a:lnTo>
                  <a:pt x="19738" y="6516"/>
                </a:lnTo>
                <a:lnTo>
                  <a:pt x="21600" y="8290"/>
                </a:lnTo>
                <a:lnTo>
                  <a:pt x="21444" y="11679"/>
                </a:lnTo>
                <a:lnTo>
                  <a:pt x="21145" y="14031"/>
                </a:lnTo>
                <a:lnTo>
                  <a:pt x="20505" y="15952"/>
                </a:lnTo>
                <a:lnTo>
                  <a:pt x="19321" y="18051"/>
                </a:lnTo>
                <a:lnTo>
                  <a:pt x="17387" y="20934"/>
                </a:lnTo>
                <a:lnTo>
                  <a:pt x="14497" y="21385"/>
                </a:lnTo>
                <a:lnTo>
                  <a:pt x="11737" y="21592"/>
                </a:lnTo>
                <a:lnTo>
                  <a:pt x="9037" y="21600"/>
                </a:lnTo>
                <a:lnTo>
                  <a:pt x="6319" y="21461"/>
                </a:lnTo>
                <a:lnTo>
                  <a:pt x="3509" y="21221"/>
                </a:lnTo>
                <a:lnTo>
                  <a:pt x="535" y="20934"/>
                </a:lnTo>
                <a:lnTo>
                  <a:pt x="240" y="16218"/>
                </a:lnTo>
                <a:lnTo>
                  <a:pt x="59" y="12888"/>
                </a:lnTo>
                <a:lnTo>
                  <a:pt x="0" y="10478"/>
                </a:lnTo>
                <a:lnTo>
                  <a:pt x="59" y="8514"/>
                </a:lnTo>
                <a:lnTo>
                  <a:pt x="240" y="6537"/>
                </a:lnTo>
                <a:lnTo>
                  <a:pt x="535" y="4076"/>
                </a:lnTo>
                <a:lnTo>
                  <a:pt x="3143" y="1639"/>
                </a:lnTo>
                <a:lnTo>
                  <a:pt x="5426" y="337"/>
                </a:lnTo>
                <a:lnTo>
                  <a:pt x="7626" y="0"/>
                </a:lnTo>
                <a:lnTo>
                  <a:pt x="9976" y="451"/>
                </a:lnTo>
                <a:lnTo>
                  <a:pt x="12715" y="1517"/>
                </a:lnTo>
                <a:lnTo>
                  <a:pt x="16077" y="3022"/>
                </a:lnTo>
                <a:close/>
              </a:path>
            </a:pathLst>
          </a:custGeom>
          <a:solidFill>
            <a:srgbClr val="E9D4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59" name="contour_13057"/>
          <p:cNvSpPr/>
          <p:nvPr/>
        </p:nvSpPr>
        <p:spPr>
          <a:xfrm>
            <a:off x="6788207" y="5145322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09" y="238"/>
                </a:lnTo>
                <a:lnTo>
                  <a:pt x="3981" y="527"/>
                </a:lnTo>
                <a:lnTo>
                  <a:pt x="5921" y="886"/>
                </a:lnTo>
                <a:lnTo>
                  <a:pt x="7841" y="1335"/>
                </a:lnTo>
                <a:lnTo>
                  <a:pt x="9745" y="1884"/>
                </a:lnTo>
                <a:lnTo>
                  <a:pt x="11639" y="2553"/>
                </a:lnTo>
                <a:lnTo>
                  <a:pt x="13531" y="3361"/>
                </a:lnTo>
                <a:lnTo>
                  <a:pt x="15429" y="4320"/>
                </a:lnTo>
                <a:lnTo>
                  <a:pt x="16666" y="6610"/>
                </a:lnTo>
                <a:lnTo>
                  <a:pt x="17749" y="8934"/>
                </a:lnTo>
                <a:lnTo>
                  <a:pt x="18696" y="11305"/>
                </a:lnTo>
                <a:lnTo>
                  <a:pt x="19533" y="13742"/>
                </a:lnTo>
                <a:lnTo>
                  <a:pt x="20282" y="16256"/>
                </a:lnTo>
                <a:lnTo>
                  <a:pt x="20964" y="18874"/>
                </a:lnTo>
                <a:lnTo>
                  <a:pt x="21600" y="21600"/>
                </a:lnTo>
                <a:lnTo>
                  <a:pt x="19616" y="21302"/>
                </a:lnTo>
                <a:lnTo>
                  <a:pt x="17650" y="20974"/>
                </a:lnTo>
                <a:lnTo>
                  <a:pt x="15703" y="20593"/>
                </a:lnTo>
                <a:lnTo>
                  <a:pt x="13775" y="20144"/>
                </a:lnTo>
                <a:lnTo>
                  <a:pt x="11858" y="19608"/>
                </a:lnTo>
                <a:lnTo>
                  <a:pt x="9951" y="18969"/>
                </a:lnTo>
                <a:lnTo>
                  <a:pt x="8060" y="18196"/>
                </a:lnTo>
                <a:lnTo>
                  <a:pt x="6171" y="17280"/>
                </a:lnTo>
                <a:lnTo>
                  <a:pt x="5894" y="14066"/>
                </a:lnTo>
                <a:lnTo>
                  <a:pt x="5755" y="11785"/>
                </a:lnTo>
                <a:lnTo>
                  <a:pt x="5755" y="9815"/>
                </a:lnTo>
                <a:lnTo>
                  <a:pt x="5894" y="7534"/>
                </a:lnTo>
                <a:lnTo>
                  <a:pt x="6171" y="4320"/>
                </a:lnTo>
                <a:lnTo>
                  <a:pt x="4360" y="2808"/>
                </a:lnTo>
                <a:lnTo>
                  <a:pt x="3113" y="1853"/>
                </a:lnTo>
                <a:lnTo>
                  <a:pt x="1855" y="1054"/>
                </a:lnTo>
                <a:lnTo>
                  <a:pt x="0" y="0"/>
                </a:lnTo>
                <a:close/>
              </a:path>
            </a:pathLst>
          </a:custGeom>
          <a:solidFill>
            <a:srgbClr val="D9C9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0" name="contour_13058"/>
          <p:cNvSpPr/>
          <p:nvPr/>
        </p:nvSpPr>
        <p:spPr>
          <a:xfrm>
            <a:off x="6468322" y="5107512"/>
            <a:ext cx="42941" cy="52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26" y="0"/>
                </a:moveTo>
                <a:lnTo>
                  <a:pt x="16996" y="189"/>
                </a:lnTo>
                <a:lnTo>
                  <a:pt x="19283" y="376"/>
                </a:lnTo>
                <a:lnTo>
                  <a:pt x="21600" y="565"/>
                </a:lnTo>
                <a:lnTo>
                  <a:pt x="21600" y="2551"/>
                </a:lnTo>
                <a:lnTo>
                  <a:pt x="21600" y="4550"/>
                </a:lnTo>
                <a:lnTo>
                  <a:pt x="21600" y="6575"/>
                </a:lnTo>
                <a:lnTo>
                  <a:pt x="19422" y="6575"/>
                </a:lnTo>
                <a:lnTo>
                  <a:pt x="17237" y="6575"/>
                </a:lnTo>
                <a:lnTo>
                  <a:pt x="15045" y="6575"/>
                </a:lnTo>
                <a:lnTo>
                  <a:pt x="12835" y="6575"/>
                </a:lnTo>
                <a:lnTo>
                  <a:pt x="10602" y="6575"/>
                </a:lnTo>
                <a:lnTo>
                  <a:pt x="10602" y="8699"/>
                </a:lnTo>
                <a:lnTo>
                  <a:pt x="10602" y="10827"/>
                </a:lnTo>
                <a:lnTo>
                  <a:pt x="10602" y="12961"/>
                </a:lnTo>
                <a:lnTo>
                  <a:pt x="10602" y="15103"/>
                </a:lnTo>
                <a:lnTo>
                  <a:pt x="10602" y="17255"/>
                </a:lnTo>
                <a:lnTo>
                  <a:pt x="10602" y="19418"/>
                </a:lnTo>
                <a:lnTo>
                  <a:pt x="10602" y="21600"/>
                </a:lnTo>
                <a:lnTo>
                  <a:pt x="8179" y="21600"/>
                </a:lnTo>
                <a:lnTo>
                  <a:pt x="5741" y="21600"/>
                </a:lnTo>
                <a:lnTo>
                  <a:pt x="3270" y="21600"/>
                </a:lnTo>
                <a:lnTo>
                  <a:pt x="2174" y="19376"/>
                </a:lnTo>
                <a:lnTo>
                  <a:pt x="1283" y="17387"/>
                </a:lnTo>
                <a:lnTo>
                  <a:pt x="612" y="15569"/>
                </a:lnTo>
                <a:lnTo>
                  <a:pt x="180" y="13847"/>
                </a:lnTo>
                <a:lnTo>
                  <a:pt x="0" y="12158"/>
                </a:lnTo>
                <a:lnTo>
                  <a:pt x="88" y="10427"/>
                </a:lnTo>
                <a:lnTo>
                  <a:pt x="462" y="8591"/>
                </a:lnTo>
                <a:lnTo>
                  <a:pt x="1133" y="6581"/>
                </a:lnTo>
                <a:lnTo>
                  <a:pt x="2123" y="4321"/>
                </a:lnTo>
                <a:lnTo>
                  <a:pt x="4392" y="2599"/>
                </a:lnTo>
                <a:lnTo>
                  <a:pt x="6207" y="1409"/>
                </a:lnTo>
                <a:lnTo>
                  <a:pt x="7856" y="652"/>
                </a:lnTo>
                <a:lnTo>
                  <a:pt x="9631" y="231"/>
                </a:lnTo>
                <a:lnTo>
                  <a:pt x="11826" y="48"/>
                </a:lnTo>
                <a:lnTo>
                  <a:pt x="14726" y="0"/>
                </a:lnTo>
                <a:close/>
              </a:path>
            </a:pathLst>
          </a:custGeom>
          <a:solidFill>
            <a:srgbClr val="7DAC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1" name="contour_13059"/>
          <p:cNvSpPr/>
          <p:nvPr/>
        </p:nvSpPr>
        <p:spPr>
          <a:xfrm>
            <a:off x="906798" y="5094211"/>
            <a:ext cx="87456" cy="292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13" y="5200"/>
                </a:moveTo>
                <a:lnTo>
                  <a:pt x="20952" y="7993"/>
                </a:lnTo>
                <a:lnTo>
                  <a:pt x="21600" y="10835"/>
                </a:lnTo>
                <a:lnTo>
                  <a:pt x="20709" y="13499"/>
                </a:lnTo>
                <a:lnTo>
                  <a:pt x="19814" y="16180"/>
                </a:lnTo>
                <a:lnTo>
                  <a:pt x="18913" y="18876"/>
                </a:lnTo>
                <a:lnTo>
                  <a:pt x="18000" y="21600"/>
                </a:lnTo>
                <a:lnTo>
                  <a:pt x="18000" y="18042"/>
                </a:lnTo>
                <a:lnTo>
                  <a:pt x="18000" y="14463"/>
                </a:lnTo>
                <a:lnTo>
                  <a:pt x="18000" y="10835"/>
                </a:lnTo>
                <a:lnTo>
                  <a:pt x="16812" y="11545"/>
                </a:lnTo>
                <a:lnTo>
                  <a:pt x="15624" y="12256"/>
                </a:lnTo>
                <a:lnTo>
                  <a:pt x="14434" y="12966"/>
                </a:lnTo>
                <a:lnTo>
                  <a:pt x="13244" y="13682"/>
                </a:lnTo>
                <a:lnTo>
                  <a:pt x="12053" y="14393"/>
                </a:lnTo>
                <a:lnTo>
                  <a:pt x="10861" y="15103"/>
                </a:lnTo>
                <a:lnTo>
                  <a:pt x="9666" y="15819"/>
                </a:lnTo>
                <a:lnTo>
                  <a:pt x="8469" y="16535"/>
                </a:lnTo>
                <a:lnTo>
                  <a:pt x="7270" y="17251"/>
                </a:lnTo>
                <a:lnTo>
                  <a:pt x="6068" y="17972"/>
                </a:lnTo>
                <a:lnTo>
                  <a:pt x="4862" y="18693"/>
                </a:lnTo>
                <a:lnTo>
                  <a:pt x="3652" y="19415"/>
                </a:lnTo>
                <a:lnTo>
                  <a:pt x="2439" y="20141"/>
                </a:lnTo>
                <a:lnTo>
                  <a:pt x="1222" y="20868"/>
                </a:lnTo>
                <a:lnTo>
                  <a:pt x="0" y="21600"/>
                </a:lnTo>
                <a:lnTo>
                  <a:pt x="891" y="16331"/>
                </a:lnTo>
                <a:lnTo>
                  <a:pt x="1516" y="13010"/>
                </a:lnTo>
                <a:lnTo>
                  <a:pt x="2038" y="11007"/>
                </a:lnTo>
                <a:lnTo>
                  <a:pt x="2623" y="9699"/>
                </a:lnTo>
                <a:lnTo>
                  <a:pt x="3434" y="8451"/>
                </a:lnTo>
                <a:lnTo>
                  <a:pt x="4491" y="7697"/>
                </a:lnTo>
                <a:lnTo>
                  <a:pt x="5548" y="6954"/>
                </a:lnTo>
                <a:lnTo>
                  <a:pt x="6606" y="6217"/>
                </a:lnTo>
                <a:lnTo>
                  <a:pt x="7664" y="5496"/>
                </a:lnTo>
                <a:lnTo>
                  <a:pt x="8725" y="4796"/>
                </a:lnTo>
                <a:lnTo>
                  <a:pt x="9787" y="4107"/>
                </a:lnTo>
                <a:lnTo>
                  <a:pt x="10892" y="3273"/>
                </a:lnTo>
                <a:lnTo>
                  <a:pt x="12013" y="2422"/>
                </a:lnTo>
                <a:lnTo>
                  <a:pt x="14031" y="1109"/>
                </a:lnTo>
                <a:lnTo>
                  <a:pt x="15529" y="285"/>
                </a:lnTo>
                <a:lnTo>
                  <a:pt x="16652" y="0"/>
                </a:lnTo>
                <a:lnTo>
                  <a:pt x="17548" y="301"/>
                </a:lnTo>
                <a:lnTo>
                  <a:pt x="18360" y="1233"/>
                </a:lnTo>
                <a:lnTo>
                  <a:pt x="19233" y="2853"/>
                </a:lnTo>
                <a:lnTo>
                  <a:pt x="20313" y="5200"/>
                </a:lnTo>
                <a:close/>
              </a:path>
            </a:pathLst>
          </a:custGeom>
          <a:solidFill>
            <a:srgbClr val="928D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2" name="contour_13060"/>
          <p:cNvSpPr/>
          <p:nvPr/>
        </p:nvSpPr>
        <p:spPr>
          <a:xfrm>
            <a:off x="4244698" y="5079730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9145" y="1015"/>
                </a:lnTo>
                <a:lnTo>
                  <a:pt x="12622" y="1782"/>
                </a:lnTo>
                <a:lnTo>
                  <a:pt x="15070" y="2457"/>
                </a:lnTo>
                <a:lnTo>
                  <a:pt x="16951" y="3186"/>
                </a:lnTo>
                <a:lnTo>
                  <a:pt x="18719" y="4115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688" y="18036"/>
                </a:lnTo>
                <a:lnTo>
                  <a:pt x="1376" y="14467"/>
                </a:lnTo>
                <a:lnTo>
                  <a:pt x="2068" y="10881"/>
                </a:lnTo>
                <a:lnTo>
                  <a:pt x="2765" y="7279"/>
                </a:lnTo>
                <a:lnTo>
                  <a:pt x="3465" y="3656"/>
                </a:lnTo>
                <a:lnTo>
                  <a:pt x="4170" y="0"/>
                </a:lnTo>
                <a:close/>
              </a:path>
            </a:pathLst>
          </a:custGeom>
          <a:solidFill>
            <a:srgbClr val="C59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3" name="contour_13061"/>
          <p:cNvSpPr/>
          <p:nvPr/>
        </p:nvSpPr>
        <p:spPr>
          <a:xfrm>
            <a:off x="994254" y="5087557"/>
            <a:ext cx="58464" cy="431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16" y="769"/>
                </a:moveTo>
                <a:lnTo>
                  <a:pt x="20469" y="2063"/>
                </a:lnTo>
                <a:lnTo>
                  <a:pt x="21541" y="3375"/>
                </a:lnTo>
                <a:lnTo>
                  <a:pt x="21600" y="5963"/>
                </a:lnTo>
                <a:lnTo>
                  <a:pt x="21552" y="7800"/>
                </a:lnTo>
                <a:lnTo>
                  <a:pt x="21328" y="9758"/>
                </a:lnTo>
                <a:lnTo>
                  <a:pt x="20868" y="12714"/>
                </a:lnTo>
                <a:lnTo>
                  <a:pt x="20690" y="13967"/>
                </a:lnTo>
                <a:lnTo>
                  <a:pt x="20151" y="17740"/>
                </a:lnTo>
                <a:lnTo>
                  <a:pt x="19505" y="19657"/>
                </a:lnTo>
                <a:lnTo>
                  <a:pt x="18848" y="21600"/>
                </a:lnTo>
                <a:lnTo>
                  <a:pt x="17068" y="21600"/>
                </a:lnTo>
                <a:lnTo>
                  <a:pt x="15278" y="21600"/>
                </a:lnTo>
                <a:lnTo>
                  <a:pt x="13463" y="21600"/>
                </a:lnTo>
                <a:lnTo>
                  <a:pt x="13463" y="19435"/>
                </a:lnTo>
                <a:lnTo>
                  <a:pt x="13463" y="17263"/>
                </a:lnTo>
                <a:lnTo>
                  <a:pt x="13463" y="15083"/>
                </a:lnTo>
                <a:lnTo>
                  <a:pt x="13463" y="12885"/>
                </a:lnTo>
                <a:lnTo>
                  <a:pt x="13463" y="10665"/>
                </a:lnTo>
                <a:lnTo>
                  <a:pt x="11559" y="10665"/>
                </a:lnTo>
                <a:lnTo>
                  <a:pt x="9650" y="10665"/>
                </a:lnTo>
                <a:lnTo>
                  <a:pt x="7741" y="10665"/>
                </a:lnTo>
                <a:lnTo>
                  <a:pt x="5821" y="10665"/>
                </a:lnTo>
                <a:lnTo>
                  <a:pt x="3893" y="10665"/>
                </a:lnTo>
                <a:lnTo>
                  <a:pt x="1955" y="10665"/>
                </a:lnTo>
                <a:lnTo>
                  <a:pt x="0" y="10665"/>
                </a:lnTo>
                <a:lnTo>
                  <a:pt x="0" y="8857"/>
                </a:lnTo>
                <a:lnTo>
                  <a:pt x="0" y="7020"/>
                </a:lnTo>
                <a:lnTo>
                  <a:pt x="1667" y="5992"/>
                </a:lnTo>
                <a:lnTo>
                  <a:pt x="2903" y="5263"/>
                </a:lnTo>
                <a:lnTo>
                  <a:pt x="4079" y="4640"/>
                </a:lnTo>
                <a:lnTo>
                  <a:pt x="5568" y="3926"/>
                </a:lnTo>
                <a:lnTo>
                  <a:pt x="7741" y="2920"/>
                </a:lnTo>
                <a:lnTo>
                  <a:pt x="9179" y="2234"/>
                </a:lnTo>
                <a:lnTo>
                  <a:pt x="10628" y="1542"/>
                </a:lnTo>
                <a:lnTo>
                  <a:pt x="12095" y="842"/>
                </a:lnTo>
                <a:lnTo>
                  <a:pt x="14494" y="215"/>
                </a:lnTo>
                <a:lnTo>
                  <a:pt x="16056" y="0"/>
                </a:lnTo>
                <a:lnTo>
                  <a:pt x="17467" y="186"/>
                </a:lnTo>
                <a:lnTo>
                  <a:pt x="19416" y="769"/>
                </a:lnTo>
                <a:close/>
              </a:path>
            </a:pathLst>
          </a:custGeom>
          <a:solidFill>
            <a:srgbClr val="43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4" name="contour_13062"/>
          <p:cNvSpPr/>
          <p:nvPr/>
        </p:nvSpPr>
        <p:spPr>
          <a:xfrm>
            <a:off x="1511701" y="5079730"/>
            <a:ext cx="58304" cy="309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22"/>
                </a:lnTo>
                <a:lnTo>
                  <a:pt x="3564" y="838"/>
                </a:lnTo>
                <a:lnTo>
                  <a:pt x="5349" y="1260"/>
                </a:lnTo>
                <a:lnTo>
                  <a:pt x="7136" y="1677"/>
                </a:lnTo>
                <a:lnTo>
                  <a:pt x="8926" y="2099"/>
                </a:lnTo>
                <a:lnTo>
                  <a:pt x="10719" y="2520"/>
                </a:lnTo>
                <a:lnTo>
                  <a:pt x="12517" y="2942"/>
                </a:lnTo>
                <a:lnTo>
                  <a:pt x="14321" y="3369"/>
                </a:lnTo>
                <a:lnTo>
                  <a:pt x="16130" y="3796"/>
                </a:lnTo>
                <a:lnTo>
                  <a:pt x="17944" y="4222"/>
                </a:lnTo>
                <a:lnTo>
                  <a:pt x="19769" y="4649"/>
                </a:lnTo>
                <a:lnTo>
                  <a:pt x="21600" y="5081"/>
                </a:lnTo>
                <a:lnTo>
                  <a:pt x="21065" y="8099"/>
                </a:lnTo>
                <a:lnTo>
                  <a:pt x="20528" y="11128"/>
                </a:lnTo>
                <a:lnTo>
                  <a:pt x="19991" y="14166"/>
                </a:lnTo>
                <a:lnTo>
                  <a:pt x="19448" y="17230"/>
                </a:lnTo>
                <a:lnTo>
                  <a:pt x="18900" y="20325"/>
                </a:lnTo>
                <a:lnTo>
                  <a:pt x="16943" y="21351"/>
                </a:lnTo>
                <a:lnTo>
                  <a:pt x="15498" y="21600"/>
                </a:lnTo>
                <a:lnTo>
                  <a:pt x="13333" y="21280"/>
                </a:lnTo>
                <a:lnTo>
                  <a:pt x="12563" y="21138"/>
                </a:lnTo>
                <a:lnTo>
                  <a:pt x="11205" y="20894"/>
                </a:lnTo>
                <a:lnTo>
                  <a:pt x="8100" y="20325"/>
                </a:lnTo>
                <a:lnTo>
                  <a:pt x="8176" y="19253"/>
                </a:lnTo>
                <a:lnTo>
                  <a:pt x="8305" y="17357"/>
                </a:lnTo>
                <a:lnTo>
                  <a:pt x="8608" y="13018"/>
                </a:lnTo>
                <a:lnTo>
                  <a:pt x="8440" y="10396"/>
                </a:lnTo>
                <a:lnTo>
                  <a:pt x="8270" y="7759"/>
                </a:lnTo>
                <a:lnTo>
                  <a:pt x="8100" y="5081"/>
                </a:lnTo>
                <a:lnTo>
                  <a:pt x="6496" y="4075"/>
                </a:lnTo>
                <a:lnTo>
                  <a:pt x="4887" y="3064"/>
                </a:lnTo>
                <a:lnTo>
                  <a:pt x="3272" y="2053"/>
                </a:lnTo>
                <a:lnTo>
                  <a:pt x="1644" y="1031"/>
                </a:lnTo>
                <a:lnTo>
                  <a:pt x="0" y="0"/>
                </a:lnTo>
                <a:close/>
              </a:path>
            </a:pathLst>
          </a:custGeom>
          <a:solidFill>
            <a:srgbClr val="2D21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5" name="contour_13063"/>
          <p:cNvSpPr/>
          <p:nvPr/>
        </p:nvSpPr>
        <p:spPr>
          <a:xfrm>
            <a:off x="1154589" y="5065154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445"/>
                </a:lnTo>
                <a:lnTo>
                  <a:pt x="11956" y="891"/>
                </a:lnTo>
                <a:lnTo>
                  <a:pt x="14346" y="1339"/>
                </a:lnTo>
                <a:lnTo>
                  <a:pt x="16747" y="1790"/>
                </a:lnTo>
                <a:lnTo>
                  <a:pt x="19163" y="2244"/>
                </a:lnTo>
                <a:lnTo>
                  <a:pt x="21600" y="2700"/>
                </a:lnTo>
                <a:lnTo>
                  <a:pt x="19220" y="2700"/>
                </a:lnTo>
                <a:lnTo>
                  <a:pt x="16826" y="2700"/>
                </a:lnTo>
                <a:lnTo>
                  <a:pt x="14400" y="2700"/>
                </a:lnTo>
                <a:lnTo>
                  <a:pt x="14468" y="3469"/>
                </a:lnTo>
                <a:lnTo>
                  <a:pt x="14584" y="4828"/>
                </a:lnTo>
                <a:lnTo>
                  <a:pt x="14850" y="7933"/>
                </a:lnTo>
                <a:lnTo>
                  <a:pt x="14843" y="10141"/>
                </a:lnTo>
                <a:lnTo>
                  <a:pt x="14728" y="11586"/>
                </a:lnTo>
                <a:lnTo>
                  <a:pt x="14400" y="13500"/>
                </a:lnTo>
                <a:lnTo>
                  <a:pt x="12388" y="14491"/>
                </a:lnTo>
                <a:lnTo>
                  <a:pt x="10969" y="15104"/>
                </a:lnTo>
                <a:lnTo>
                  <a:pt x="9464" y="15587"/>
                </a:lnTo>
                <a:lnTo>
                  <a:pt x="7200" y="16200"/>
                </a:lnTo>
                <a:lnTo>
                  <a:pt x="6307" y="17537"/>
                </a:lnTo>
                <a:lnTo>
                  <a:pt x="5414" y="18878"/>
                </a:lnTo>
                <a:lnTo>
                  <a:pt x="4511" y="20231"/>
                </a:lnTo>
                <a:lnTo>
                  <a:pt x="3600" y="21600"/>
                </a:lnTo>
                <a:lnTo>
                  <a:pt x="3154" y="19929"/>
                </a:lnTo>
                <a:lnTo>
                  <a:pt x="2707" y="18257"/>
                </a:lnTo>
                <a:lnTo>
                  <a:pt x="2261" y="16581"/>
                </a:lnTo>
                <a:lnTo>
                  <a:pt x="1814" y="14901"/>
                </a:lnTo>
                <a:lnTo>
                  <a:pt x="1364" y="13214"/>
                </a:lnTo>
                <a:lnTo>
                  <a:pt x="911" y="11518"/>
                </a:lnTo>
                <a:lnTo>
                  <a:pt x="457" y="9814"/>
                </a:lnTo>
                <a:lnTo>
                  <a:pt x="0" y="8100"/>
                </a:lnTo>
                <a:lnTo>
                  <a:pt x="2380" y="8100"/>
                </a:lnTo>
                <a:lnTo>
                  <a:pt x="4774" y="8100"/>
                </a:lnTo>
                <a:lnTo>
                  <a:pt x="7200" y="8100"/>
                </a:lnTo>
                <a:lnTo>
                  <a:pt x="7200" y="6496"/>
                </a:lnTo>
                <a:lnTo>
                  <a:pt x="7200" y="4887"/>
                </a:lnTo>
                <a:lnTo>
                  <a:pt x="7200" y="3272"/>
                </a:lnTo>
                <a:lnTo>
                  <a:pt x="7200" y="1644"/>
                </a:lnTo>
                <a:lnTo>
                  <a:pt x="7200" y="0"/>
                </a:lnTo>
                <a:close/>
              </a:path>
            </a:pathLst>
          </a:custGeom>
          <a:solidFill>
            <a:srgbClr val="6D62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6" name="contour_13064"/>
          <p:cNvSpPr/>
          <p:nvPr/>
        </p:nvSpPr>
        <p:spPr>
          <a:xfrm>
            <a:off x="4514353" y="506515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224" y="2704"/>
                </a:lnTo>
                <a:lnTo>
                  <a:pt x="20822" y="5404"/>
                </a:lnTo>
                <a:lnTo>
                  <a:pt x="20408" y="8104"/>
                </a:lnTo>
                <a:lnTo>
                  <a:pt x="19980" y="10800"/>
                </a:lnTo>
                <a:lnTo>
                  <a:pt x="19526" y="13815"/>
                </a:lnTo>
                <a:lnTo>
                  <a:pt x="19068" y="16874"/>
                </a:lnTo>
                <a:lnTo>
                  <a:pt x="18179" y="19220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640" y="19034"/>
                </a:lnTo>
                <a:lnTo>
                  <a:pt x="8640" y="16459"/>
                </a:lnTo>
                <a:lnTo>
                  <a:pt x="8640" y="13876"/>
                </a:lnTo>
                <a:lnTo>
                  <a:pt x="8640" y="11271"/>
                </a:lnTo>
                <a:lnTo>
                  <a:pt x="8640" y="8640"/>
                </a:lnTo>
                <a:lnTo>
                  <a:pt x="5784" y="8640"/>
                </a:lnTo>
                <a:lnTo>
                  <a:pt x="2912" y="864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9D8A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7" name="contour_13065"/>
          <p:cNvSpPr/>
          <p:nvPr/>
        </p:nvSpPr>
        <p:spPr>
          <a:xfrm>
            <a:off x="3851146" y="5050578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ADAF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8" name="contour_13066"/>
          <p:cNvSpPr/>
          <p:nvPr/>
        </p:nvSpPr>
        <p:spPr>
          <a:xfrm>
            <a:off x="8420717" y="5043290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F8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69" name="contour_13067"/>
          <p:cNvSpPr/>
          <p:nvPr/>
        </p:nvSpPr>
        <p:spPr>
          <a:xfrm>
            <a:off x="6394655" y="5036002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7323" y="21065"/>
                </a:lnTo>
                <a:lnTo>
                  <a:pt x="13032" y="20528"/>
                </a:lnTo>
                <a:lnTo>
                  <a:pt x="8726" y="19991"/>
                </a:lnTo>
                <a:lnTo>
                  <a:pt x="4385" y="19448"/>
                </a:lnTo>
                <a:lnTo>
                  <a:pt x="0" y="18900"/>
                </a:lnTo>
                <a:lnTo>
                  <a:pt x="770" y="17296"/>
                </a:lnTo>
                <a:lnTo>
                  <a:pt x="1555" y="15692"/>
                </a:lnTo>
                <a:lnTo>
                  <a:pt x="2354" y="14089"/>
                </a:lnTo>
                <a:lnTo>
                  <a:pt x="3154" y="12488"/>
                </a:lnTo>
                <a:lnTo>
                  <a:pt x="4032" y="10697"/>
                </a:lnTo>
                <a:lnTo>
                  <a:pt x="4925" y="8880"/>
                </a:lnTo>
                <a:lnTo>
                  <a:pt x="6278" y="6953"/>
                </a:lnTo>
                <a:lnTo>
                  <a:pt x="7798" y="5149"/>
                </a:lnTo>
                <a:lnTo>
                  <a:pt x="9583" y="3418"/>
                </a:lnTo>
                <a:lnTo>
                  <a:pt x="11743" y="1717"/>
                </a:lnTo>
                <a:lnTo>
                  <a:pt x="14400" y="0"/>
                </a:lnTo>
                <a:close/>
              </a:path>
            </a:pathLst>
          </a:custGeom>
          <a:solidFill>
            <a:srgbClr val="BDD8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0" name="contour_13068"/>
          <p:cNvSpPr/>
          <p:nvPr/>
        </p:nvSpPr>
        <p:spPr>
          <a:xfrm>
            <a:off x="4864177" y="5021426"/>
            <a:ext cx="36600" cy="44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559" y="1909"/>
                </a:lnTo>
                <a:lnTo>
                  <a:pt x="8168" y="3428"/>
                </a:lnTo>
                <a:lnTo>
                  <a:pt x="10994" y="4649"/>
                </a:lnTo>
                <a:lnTo>
                  <a:pt x="13217" y="5656"/>
                </a:lnTo>
                <a:lnTo>
                  <a:pt x="15015" y="6537"/>
                </a:lnTo>
                <a:lnTo>
                  <a:pt x="16568" y="7379"/>
                </a:lnTo>
                <a:lnTo>
                  <a:pt x="18047" y="8267"/>
                </a:lnTo>
                <a:lnTo>
                  <a:pt x="19634" y="9288"/>
                </a:lnTo>
                <a:lnTo>
                  <a:pt x="21505" y="10526"/>
                </a:lnTo>
                <a:lnTo>
                  <a:pt x="21600" y="13453"/>
                </a:lnTo>
                <a:lnTo>
                  <a:pt x="21424" y="15463"/>
                </a:lnTo>
                <a:lnTo>
                  <a:pt x="20770" y="17063"/>
                </a:lnTo>
                <a:lnTo>
                  <a:pt x="19432" y="18758"/>
                </a:lnTo>
                <a:lnTo>
                  <a:pt x="17204" y="21053"/>
                </a:lnTo>
                <a:lnTo>
                  <a:pt x="14249" y="21421"/>
                </a:lnTo>
                <a:lnTo>
                  <a:pt x="11432" y="21589"/>
                </a:lnTo>
                <a:lnTo>
                  <a:pt x="8675" y="21600"/>
                </a:lnTo>
                <a:lnTo>
                  <a:pt x="5901" y="21488"/>
                </a:lnTo>
                <a:lnTo>
                  <a:pt x="3037" y="21291"/>
                </a:lnTo>
                <a:lnTo>
                  <a:pt x="0" y="21053"/>
                </a:lnTo>
                <a:lnTo>
                  <a:pt x="0" y="18737"/>
                </a:lnTo>
                <a:lnTo>
                  <a:pt x="0" y="16418"/>
                </a:lnTo>
                <a:lnTo>
                  <a:pt x="0" y="14098"/>
                </a:lnTo>
                <a:lnTo>
                  <a:pt x="0" y="11772"/>
                </a:lnTo>
                <a:lnTo>
                  <a:pt x="0" y="9439"/>
                </a:lnTo>
                <a:lnTo>
                  <a:pt x="0" y="7095"/>
                </a:lnTo>
                <a:lnTo>
                  <a:pt x="0" y="4744"/>
                </a:lnTo>
                <a:lnTo>
                  <a:pt x="0" y="2379"/>
                </a:lnTo>
                <a:lnTo>
                  <a:pt x="0" y="0"/>
                </a:lnTo>
                <a:close/>
              </a:path>
            </a:pathLst>
          </a:custGeom>
          <a:solidFill>
            <a:srgbClr val="201E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1" name="contour_13069"/>
          <p:cNvSpPr/>
          <p:nvPr/>
        </p:nvSpPr>
        <p:spPr>
          <a:xfrm>
            <a:off x="7267378" y="4999562"/>
            <a:ext cx="2515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7" y="0"/>
                </a:moveTo>
                <a:lnTo>
                  <a:pt x="7555" y="2052"/>
                </a:lnTo>
                <a:lnTo>
                  <a:pt x="12074" y="3661"/>
                </a:lnTo>
                <a:lnTo>
                  <a:pt x="15360" y="4963"/>
                </a:lnTo>
                <a:lnTo>
                  <a:pt x="17657" y="6091"/>
                </a:lnTo>
                <a:lnTo>
                  <a:pt x="19190" y="7190"/>
                </a:lnTo>
                <a:lnTo>
                  <a:pt x="20204" y="8389"/>
                </a:lnTo>
                <a:lnTo>
                  <a:pt x="20930" y="9828"/>
                </a:lnTo>
                <a:lnTo>
                  <a:pt x="21600" y="11642"/>
                </a:lnTo>
                <a:lnTo>
                  <a:pt x="21544" y="13314"/>
                </a:lnTo>
                <a:lnTo>
                  <a:pt x="21431" y="14974"/>
                </a:lnTo>
                <a:lnTo>
                  <a:pt x="21262" y="16629"/>
                </a:lnTo>
                <a:lnTo>
                  <a:pt x="21030" y="18282"/>
                </a:lnTo>
                <a:lnTo>
                  <a:pt x="20730" y="19939"/>
                </a:lnTo>
                <a:lnTo>
                  <a:pt x="20354" y="21600"/>
                </a:lnTo>
                <a:lnTo>
                  <a:pt x="15735" y="21219"/>
                </a:lnTo>
                <a:lnTo>
                  <a:pt x="12449" y="20890"/>
                </a:lnTo>
                <a:lnTo>
                  <a:pt x="9595" y="20480"/>
                </a:lnTo>
                <a:lnTo>
                  <a:pt x="6272" y="19859"/>
                </a:lnTo>
                <a:lnTo>
                  <a:pt x="1577" y="18900"/>
                </a:lnTo>
                <a:lnTo>
                  <a:pt x="688" y="16713"/>
                </a:lnTo>
                <a:lnTo>
                  <a:pt x="182" y="15117"/>
                </a:lnTo>
                <a:lnTo>
                  <a:pt x="0" y="13657"/>
                </a:lnTo>
                <a:lnTo>
                  <a:pt x="94" y="11864"/>
                </a:lnTo>
                <a:lnTo>
                  <a:pt x="401" y="9283"/>
                </a:lnTo>
                <a:lnTo>
                  <a:pt x="576" y="7549"/>
                </a:lnTo>
                <a:lnTo>
                  <a:pt x="745" y="5805"/>
                </a:lnTo>
                <a:lnTo>
                  <a:pt x="920" y="4039"/>
                </a:lnTo>
                <a:lnTo>
                  <a:pt x="1133" y="2705"/>
                </a:lnTo>
                <a:lnTo>
                  <a:pt x="1352" y="1361"/>
                </a:lnTo>
                <a:lnTo>
                  <a:pt x="1577" y="0"/>
                </a:lnTo>
                <a:close/>
              </a:path>
            </a:pathLst>
          </a:custGeom>
          <a:solidFill>
            <a:srgbClr val="C0DD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2" name="contour_13070"/>
          <p:cNvSpPr/>
          <p:nvPr/>
        </p:nvSpPr>
        <p:spPr>
          <a:xfrm>
            <a:off x="4827737" y="500685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4806" y="19224"/>
                </a:lnTo>
                <a:lnTo>
                  <a:pt x="4212" y="16844"/>
                </a:lnTo>
                <a:lnTo>
                  <a:pt x="3618" y="14465"/>
                </a:lnTo>
                <a:lnTo>
                  <a:pt x="3019" y="12078"/>
                </a:lnTo>
                <a:lnTo>
                  <a:pt x="2419" y="9684"/>
                </a:lnTo>
                <a:lnTo>
                  <a:pt x="1820" y="7279"/>
                </a:lnTo>
                <a:lnTo>
                  <a:pt x="1215" y="4867"/>
                </a:lnTo>
                <a:lnTo>
                  <a:pt x="61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E7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3" name="contour_13071"/>
          <p:cNvSpPr/>
          <p:nvPr/>
        </p:nvSpPr>
        <p:spPr>
          <a:xfrm>
            <a:off x="10060515" y="498498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58" y="893"/>
                </a:lnTo>
                <a:lnTo>
                  <a:pt x="8610" y="1786"/>
                </a:lnTo>
                <a:lnTo>
                  <a:pt x="10770" y="2689"/>
                </a:lnTo>
                <a:lnTo>
                  <a:pt x="12960" y="3600"/>
                </a:lnTo>
                <a:lnTo>
                  <a:pt x="11889" y="5382"/>
                </a:lnTo>
                <a:lnTo>
                  <a:pt x="10817" y="7171"/>
                </a:lnTo>
                <a:lnTo>
                  <a:pt x="9733" y="8975"/>
                </a:lnTo>
                <a:lnTo>
                  <a:pt x="8640" y="10800"/>
                </a:lnTo>
                <a:lnTo>
                  <a:pt x="11206" y="11513"/>
                </a:lnTo>
                <a:lnTo>
                  <a:pt x="13781" y="12229"/>
                </a:lnTo>
                <a:lnTo>
                  <a:pt x="16364" y="12946"/>
                </a:lnTo>
                <a:lnTo>
                  <a:pt x="18969" y="13669"/>
                </a:lnTo>
                <a:lnTo>
                  <a:pt x="21600" y="14400"/>
                </a:lnTo>
                <a:lnTo>
                  <a:pt x="20926" y="16664"/>
                </a:lnTo>
                <a:lnTo>
                  <a:pt x="20252" y="18169"/>
                </a:lnTo>
                <a:lnTo>
                  <a:pt x="19172" y="19588"/>
                </a:lnTo>
                <a:lnTo>
                  <a:pt x="17280" y="21600"/>
                </a:lnTo>
                <a:lnTo>
                  <a:pt x="14273" y="21276"/>
                </a:lnTo>
                <a:lnTo>
                  <a:pt x="11383" y="20808"/>
                </a:lnTo>
                <a:lnTo>
                  <a:pt x="8558" y="20218"/>
                </a:lnTo>
                <a:lnTo>
                  <a:pt x="5754" y="19537"/>
                </a:lnTo>
                <a:lnTo>
                  <a:pt x="2916" y="18788"/>
                </a:lnTo>
                <a:lnTo>
                  <a:pt x="0" y="18000"/>
                </a:lnTo>
                <a:lnTo>
                  <a:pt x="536" y="15772"/>
                </a:lnTo>
                <a:lnTo>
                  <a:pt x="1071" y="13543"/>
                </a:lnTo>
                <a:lnTo>
                  <a:pt x="1607" y="11308"/>
                </a:lnTo>
                <a:lnTo>
                  <a:pt x="2143" y="9068"/>
                </a:lnTo>
                <a:lnTo>
                  <a:pt x="2683" y="6818"/>
                </a:lnTo>
                <a:lnTo>
                  <a:pt x="3227" y="4558"/>
                </a:lnTo>
                <a:lnTo>
                  <a:pt x="3771" y="2286"/>
                </a:lnTo>
                <a:lnTo>
                  <a:pt x="4320" y="0"/>
                </a:lnTo>
                <a:close/>
              </a:path>
            </a:pathLst>
          </a:custGeom>
          <a:solidFill>
            <a:srgbClr val="9D9C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4" name="contour_13072"/>
          <p:cNvSpPr/>
          <p:nvPr/>
        </p:nvSpPr>
        <p:spPr>
          <a:xfrm>
            <a:off x="5345184" y="4990824"/>
            <a:ext cx="51016" cy="30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57" y="46"/>
                </a:lnTo>
                <a:lnTo>
                  <a:pt x="13892" y="144"/>
                </a:lnTo>
                <a:lnTo>
                  <a:pt x="15817" y="283"/>
                </a:lnTo>
                <a:lnTo>
                  <a:pt x="17740" y="473"/>
                </a:lnTo>
                <a:lnTo>
                  <a:pt x="19668" y="720"/>
                </a:lnTo>
                <a:lnTo>
                  <a:pt x="21600" y="1024"/>
                </a:lnTo>
                <a:lnTo>
                  <a:pt x="21008" y="4331"/>
                </a:lnTo>
                <a:lnTo>
                  <a:pt x="20378" y="7500"/>
                </a:lnTo>
                <a:lnTo>
                  <a:pt x="19675" y="10535"/>
                </a:lnTo>
                <a:lnTo>
                  <a:pt x="18863" y="13452"/>
                </a:lnTo>
                <a:lnTo>
                  <a:pt x="17906" y="16260"/>
                </a:lnTo>
                <a:lnTo>
                  <a:pt x="16774" y="18971"/>
                </a:lnTo>
                <a:lnTo>
                  <a:pt x="15429" y="21600"/>
                </a:lnTo>
                <a:lnTo>
                  <a:pt x="13395" y="21595"/>
                </a:lnTo>
                <a:lnTo>
                  <a:pt x="11420" y="21353"/>
                </a:lnTo>
                <a:lnTo>
                  <a:pt x="9489" y="20911"/>
                </a:lnTo>
                <a:lnTo>
                  <a:pt x="7588" y="20283"/>
                </a:lnTo>
                <a:lnTo>
                  <a:pt x="5702" y="19496"/>
                </a:lnTo>
                <a:lnTo>
                  <a:pt x="3817" y="18580"/>
                </a:lnTo>
                <a:lnTo>
                  <a:pt x="1922" y="17557"/>
                </a:lnTo>
                <a:lnTo>
                  <a:pt x="0" y="16456"/>
                </a:lnTo>
                <a:lnTo>
                  <a:pt x="1531" y="10941"/>
                </a:lnTo>
                <a:lnTo>
                  <a:pt x="2737" y="6965"/>
                </a:lnTo>
                <a:lnTo>
                  <a:pt x="3792" y="4228"/>
                </a:lnTo>
                <a:lnTo>
                  <a:pt x="4872" y="2454"/>
                </a:lnTo>
                <a:lnTo>
                  <a:pt x="6153" y="1348"/>
                </a:lnTo>
                <a:lnTo>
                  <a:pt x="7810" y="628"/>
                </a:lnTo>
                <a:lnTo>
                  <a:pt x="10016" y="0"/>
                </a:lnTo>
                <a:close/>
              </a:path>
            </a:pathLst>
          </a:custGeom>
          <a:solidFill>
            <a:srgbClr val="B192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5" name="contour_13073"/>
          <p:cNvSpPr/>
          <p:nvPr/>
        </p:nvSpPr>
        <p:spPr>
          <a:xfrm>
            <a:off x="3486747" y="4984986"/>
            <a:ext cx="65592" cy="365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329" y="4899"/>
                </a:lnTo>
                <a:lnTo>
                  <a:pt x="21096" y="8350"/>
                </a:lnTo>
                <a:lnTo>
                  <a:pt x="20832" y="10832"/>
                </a:lnTo>
                <a:lnTo>
                  <a:pt x="20472" y="12819"/>
                </a:lnTo>
                <a:lnTo>
                  <a:pt x="19951" y="14796"/>
                </a:lnTo>
                <a:lnTo>
                  <a:pt x="19200" y="17235"/>
                </a:lnTo>
                <a:lnTo>
                  <a:pt x="17736" y="18489"/>
                </a:lnTo>
                <a:lnTo>
                  <a:pt x="16286" y="19502"/>
                </a:lnTo>
                <a:lnTo>
                  <a:pt x="14837" y="20294"/>
                </a:lnTo>
                <a:lnTo>
                  <a:pt x="13378" y="20885"/>
                </a:lnTo>
                <a:lnTo>
                  <a:pt x="11897" y="21285"/>
                </a:lnTo>
                <a:lnTo>
                  <a:pt x="10382" y="21518"/>
                </a:lnTo>
                <a:lnTo>
                  <a:pt x="8820" y="21600"/>
                </a:lnTo>
                <a:lnTo>
                  <a:pt x="7200" y="21544"/>
                </a:lnTo>
                <a:lnTo>
                  <a:pt x="5772" y="20428"/>
                </a:lnTo>
                <a:lnTo>
                  <a:pt x="4522" y="19234"/>
                </a:lnTo>
                <a:lnTo>
                  <a:pt x="3386" y="17929"/>
                </a:lnTo>
                <a:lnTo>
                  <a:pt x="2299" y="16468"/>
                </a:lnTo>
                <a:lnTo>
                  <a:pt x="1193" y="14814"/>
                </a:lnTo>
                <a:lnTo>
                  <a:pt x="0" y="12926"/>
                </a:lnTo>
                <a:lnTo>
                  <a:pt x="763" y="12767"/>
                </a:lnTo>
                <a:lnTo>
                  <a:pt x="3065" y="12289"/>
                </a:lnTo>
                <a:lnTo>
                  <a:pt x="3650" y="12142"/>
                </a:lnTo>
                <a:lnTo>
                  <a:pt x="4685" y="11888"/>
                </a:lnTo>
                <a:lnTo>
                  <a:pt x="7051" y="11311"/>
                </a:lnTo>
                <a:lnTo>
                  <a:pt x="8362" y="11009"/>
                </a:lnTo>
                <a:lnTo>
                  <a:pt x="9679" y="10707"/>
                </a:lnTo>
                <a:lnTo>
                  <a:pt x="11016" y="10401"/>
                </a:lnTo>
                <a:lnTo>
                  <a:pt x="11515" y="10139"/>
                </a:lnTo>
                <a:lnTo>
                  <a:pt x="12391" y="9678"/>
                </a:lnTo>
                <a:lnTo>
                  <a:pt x="14400" y="8618"/>
                </a:lnTo>
                <a:lnTo>
                  <a:pt x="15202" y="5963"/>
                </a:lnTo>
                <a:lnTo>
                  <a:pt x="15720" y="4184"/>
                </a:lnTo>
                <a:lnTo>
                  <a:pt x="16176" y="2465"/>
                </a:lnTo>
                <a:lnTo>
                  <a:pt x="16800" y="0"/>
                </a:lnTo>
                <a:close/>
              </a:path>
            </a:pathLst>
          </a:custGeom>
          <a:solidFill>
            <a:srgbClr val="7B9B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6" name="contour_13074"/>
          <p:cNvSpPr/>
          <p:nvPr/>
        </p:nvSpPr>
        <p:spPr>
          <a:xfrm>
            <a:off x="5811616" y="4990853"/>
            <a:ext cx="58304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1"/>
                </a:moveTo>
                <a:lnTo>
                  <a:pt x="1553" y="682"/>
                </a:lnTo>
                <a:lnTo>
                  <a:pt x="3105" y="570"/>
                </a:lnTo>
                <a:lnTo>
                  <a:pt x="4658" y="466"/>
                </a:lnTo>
                <a:lnTo>
                  <a:pt x="6210" y="374"/>
                </a:lnTo>
                <a:lnTo>
                  <a:pt x="7762" y="291"/>
                </a:lnTo>
                <a:lnTo>
                  <a:pt x="9204" y="195"/>
                </a:lnTo>
                <a:lnTo>
                  <a:pt x="10657" y="100"/>
                </a:lnTo>
                <a:lnTo>
                  <a:pt x="12128" y="0"/>
                </a:lnTo>
                <a:lnTo>
                  <a:pt x="14143" y="424"/>
                </a:lnTo>
                <a:lnTo>
                  <a:pt x="15530" y="877"/>
                </a:lnTo>
                <a:lnTo>
                  <a:pt x="16651" y="1572"/>
                </a:lnTo>
                <a:lnTo>
                  <a:pt x="17852" y="2732"/>
                </a:lnTo>
                <a:lnTo>
                  <a:pt x="19491" y="4578"/>
                </a:lnTo>
                <a:lnTo>
                  <a:pt x="20536" y="6835"/>
                </a:lnTo>
                <a:lnTo>
                  <a:pt x="21600" y="9126"/>
                </a:lnTo>
                <a:lnTo>
                  <a:pt x="21092" y="12469"/>
                </a:lnTo>
                <a:lnTo>
                  <a:pt x="20698" y="14789"/>
                </a:lnTo>
                <a:lnTo>
                  <a:pt x="20288" y="16685"/>
                </a:lnTo>
                <a:lnTo>
                  <a:pt x="19732" y="18756"/>
                </a:lnTo>
                <a:lnTo>
                  <a:pt x="18900" y="21600"/>
                </a:lnTo>
                <a:lnTo>
                  <a:pt x="18900" y="18852"/>
                </a:lnTo>
                <a:lnTo>
                  <a:pt x="18900" y="16087"/>
                </a:lnTo>
                <a:lnTo>
                  <a:pt x="18900" y="13284"/>
                </a:lnTo>
                <a:lnTo>
                  <a:pt x="17029" y="12873"/>
                </a:lnTo>
                <a:lnTo>
                  <a:pt x="15155" y="12461"/>
                </a:lnTo>
                <a:lnTo>
                  <a:pt x="13281" y="12049"/>
                </a:lnTo>
                <a:lnTo>
                  <a:pt x="11405" y="11634"/>
                </a:lnTo>
                <a:lnTo>
                  <a:pt x="9520" y="11222"/>
                </a:lnTo>
                <a:lnTo>
                  <a:pt x="7633" y="10806"/>
                </a:lnTo>
                <a:lnTo>
                  <a:pt x="5738" y="10390"/>
                </a:lnTo>
                <a:lnTo>
                  <a:pt x="3834" y="9971"/>
                </a:lnTo>
                <a:lnTo>
                  <a:pt x="1922" y="9551"/>
                </a:lnTo>
                <a:lnTo>
                  <a:pt x="0" y="9126"/>
                </a:lnTo>
                <a:lnTo>
                  <a:pt x="0" y="6378"/>
                </a:lnTo>
                <a:lnTo>
                  <a:pt x="0" y="3613"/>
                </a:lnTo>
                <a:lnTo>
                  <a:pt x="0" y="811"/>
                </a:lnTo>
                <a:close/>
              </a:path>
            </a:pathLst>
          </a:custGeom>
          <a:solidFill>
            <a:srgbClr val="F6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7" name="contour_13075"/>
          <p:cNvSpPr/>
          <p:nvPr/>
        </p:nvSpPr>
        <p:spPr>
          <a:xfrm>
            <a:off x="4448762" y="4986203"/>
            <a:ext cx="43728" cy="49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33"/>
                </a:moveTo>
                <a:lnTo>
                  <a:pt x="20336" y="4068"/>
                </a:lnTo>
                <a:lnTo>
                  <a:pt x="19066" y="5516"/>
                </a:lnTo>
                <a:lnTo>
                  <a:pt x="17777" y="6980"/>
                </a:lnTo>
                <a:lnTo>
                  <a:pt x="16661" y="8677"/>
                </a:lnTo>
                <a:lnTo>
                  <a:pt x="15538" y="10384"/>
                </a:lnTo>
                <a:lnTo>
                  <a:pt x="14400" y="12117"/>
                </a:lnTo>
                <a:lnTo>
                  <a:pt x="15217" y="14326"/>
                </a:lnTo>
                <a:lnTo>
                  <a:pt x="15862" y="15723"/>
                </a:lnTo>
                <a:lnTo>
                  <a:pt x="16679" y="16896"/>
                </a:lnTo>
                <a:lnTo>
                  <a:pt x="18000" y="18439"/>
                </a:lnTo>
                <a:lnTo>
                  <a:pt x="15862" y="19065"/>
                </a:lnTo>
                <a:lnTo>
                  <a:pt x="13716" y="19694"/>
                </a:lnTo>
                <a:lnTo>
                  <a:pt x="11563" y="20323"/>
                </a:lnTo>
                <a:lnTo>
                  <a:pt x="9392" y="20958"/>
                </a:lnTo>
                <a:lnTo>
                  <a:pt x="7200" y="21600"/>
                </a:lnTo>
                <a:lnTo>
                  <a:pt x="6408" y="19514"/>
                </a:lnTo>
                <a:lnTo>
                  <a:pt x="5616" y="17424"/>
                </a:lnTo>
                <a:lnTo>
                  <a:pt x="4820" y="15335"/>
                </a:lnTo>
                <a:lnTo>
                  <a:pt x="4025" y="13239"/>
                </a:lnTo>
                <a:lnTo>
                  <a:pt x="3229" y="11137"/>
                </a:lnTo>
                <a:lnTo>
                  <a:pt x="2426" y="9025"/>
                </a:lnTo>
                <a:lnTo>
                  <a:pt x="1624" y="6907"/>
                </a:lnTo>
                <a:lnTo>
                  <a:pt x="814" y="4776"/>
                </a:lnTo>
                <a:lnTo>
                  <a:pt x="0" y="2633"/>
                </a:lnTo>
                <a:lnTo>
                  <a:pt x="3629" y="1581"/>
                </a:lnTo>
                <a:lnTo>
                  <a:pt x="6538" y="790"/>
                </a:lnTo>
                <a:lnTo>
                  <a:pt x="8899" y="262"/>
                </a:lnTo>
                <a:lnTo>
                  <a:pt x="10897" y="0"/>
                </a:lnTo>
                <a:lnTo>
                  <a:pt x="12704" y="0"/>
                </a:lnTo>
                <a:lnTo>
                  <a:pt x="14501" y="262"/>
                </a:lnTo>
                <a:lnTo>
                  <a:pt x="16463" y="790"/>
                </a:lnTo>
                <a:lnTo>
                  <a:pt x="18770" y="1581"/>
                </a:lnTo>
                <a:lnTo>
                  <a:pt x="21600" y="2633"/>
                </a:lnTo>
                <a:close/>
              </a:path>
            </a:pathLst>
          </a:custGeom>
          <a:solidFill>
            <a:srgbClr val="8A7E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8" name="contour_13076"/>
          <p:cNvSpPr/>
          <p:nvPr/>
        </p:nvSpPr>
        <p:spPr>
          <a:xfrm>
            <a:off x="11467097" y="4963122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71" y="1188"/>
                </a:lnTo>
                <a:lnTo>
                  <a:pt x="2143" y="2381"/>
                </a:lnTo>
                <a:lnTo>
                  <a:pt x="3227" y="3583"/>
                </a:lnTo>
                <a:lnTo>
                  <a:pt x="4320" y="4800"/>
                </a:lnTo>
                <a:lnTo>
                  <a:pt x="6826" y="5698"/>
                </a:lnTo>
                <a:lnTo>
                  <a:pt x="8584" y="6276"/>
                </a:lnTo>
                <a:lnTo>
                  <a:pt x="10441" y="6794"/>
                </a:lnTo>
                <a:lnTo>
                  <a:pt x="13228" y="7500"/>
                </a:lnTo>
                <a:lnTo>
                  <a:pt x="15582" y="8105"/>
                </a:lnTo>
                <a:lnTo>
                  <a:pt x="17971" y="8719"/>
                </a:lnTo>
                <a:lnTo>
                  <a:pt x="19773" y="9156"/>
                </a:lnTo>
                <a:lnTo>
                  <a:pt x="21600" y="9600"/>
                </a:lnTo>
                <a:lnTo>
                  <a:pt x="19034" y="9600"/>
                </a:lnTo>
                <a:lnTo>
                  <a:pt x="16459" y="9600"/>
                </a:lnTo>
                <a:lnTo>
                  <a:pt x="13876" y="9600"/>
                </a:lnTo>
                <a:lnTo>
                  <a:pt x="11271" y="9600"/>
                </a:lnTo>
                <a:lnTo>
                  <a:pt x="8640" y="9600"/>
                </a:lnTo>
                <a:lnTo>
                  <a:pt x="9530" y="10690"/>
                </a:lnTo>
                <a:lnTo>
                  <a:pt x="10428" y="11789"/>
                </a:lnTo>
                <a:lnTo>
                  <a:pt x="11340" y="12900"/>
                </a:lnTo>
                <a:lnTo>
                  <a:pt x="11578" y="13474"/>
                </a:lnTo>
                <a:lnTo>
                  <a:pt x="11997" y="14484"/>
                </a:lnTo>
                <a:lnTo>
                  <a:pt x="12960" y="16800"/>
                </a:lnTo>
                <a:lnTo>
                  <a:pt x="10822" y="17988"/>
                </a:lnTo>
                <a:lnTo>
                  <a:pt x="8670" y="19181"/>
                </a:lnTo>
                <a:lnTo>
                  <a:pt x="6510" y="20383"/>
                </a:lnTo>
                <a:lnTo>
                  <a:pt x="4320" y="21600"/>
                </a:lnTo>
                <a:lnTo>
                  <a:pt x="3992" y="19956"/>
                </a:lnTo>
                <a:lnTo>
                  <a:pt x="3663" y="18310"/>
                </a:lnTo>
                <a:lnTo>
                  <a:pt x="3331" y="16663"/>
                </a:lnTo>
                <a:lnTo>
                  <a:pt x="3002" y="15014"/>
                </a:lnTo>
                <a:lnTo>
                  <a:pt x="2674" y="13363"/>
                </a:lnTo>
                <a:lnTo>
                  <a:pt x="2341" y="11710"/>
                </a:lnTo>
                <a:lnTo>
                  <a:pt x="2009" y="10051"/>
                </a:lnTo>
                <a:lnTo>
                  <a:pt x="1676" y="8390"/>
                </a:lnTo>
                <a:lnTo>
                  <a:pt x="1344" y="6725"/>
                </a:lnTo>
                <a:lnTo>
                  <a:pt x="1011" y="5052"/>
                </a:lnTo>
                <a:lnTo>
                  <a:pt x="674" y="3374"/>
                </a:lnTo>
                <a:lnTo>
                  <a:pt x="337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9B9E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79" name="contour_13077"/>
          <p:cNvSpPr/>
          <p:nvPr/>
        </p:nvSpPr>
        <p:spPr>
          <a:xfrm>
            <a:off x="9390020" y="4955834"/>
            <a:ext cx="2862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01" y="0"/>
                </a:moveTo>
                <a:lnTo>
                  <a:pt x="18685" y="1410"/>
                </a:lnTo>
                <a:lnTo>
                  <a:pt x="20197" y="2821"/>
                </a:lnTo>
                <a:lnTo>
                  <a:pt x="21127" y="4240"/>
                </a:lnTo>
                <a:lnTo>
                  <a:pt x="21561" y="5672"/>
                </a:lnTo>
                <a:lnTo>
                  <a:pt x="21600" y="7124"/>
                </a:lnTo>
                <a:lnTo>
                  <a:pt x="21336" y="8599"/>
                </a:lnTo>
                <a:lnTo>
                  <a:pt x="20846" y="10104"/>
                </a:lnTo>
                <a:lnTo>
                  <a:pt x="20236" y="11647"/>
                </a:lnTo>
                <a:lnTo>
                  <a:pt x="19592" y="13230"/>
                </a:lnTo>
                <a:lnTo>
                  <a:pt x="19163" y="14440"/>
                </a:lnTo>
                <a:lnTo>
                  <a:pt x="18723" y="15669"/>
                </a:lnTo>
                <a:lnTo>
                  <a:pt x="18184" y="17153"/>
                </a:lnTo>
                <a:lnTo>
                  <a:pt x="17629" y="18634"/>
                </a:lnTo>
                <a:lnTo>
                  <a:pt x="17068" y="20118"/>
                </a:lnTo>
                <a:lnTo>
                  <a:pt x="16501" y="21600"/>
                </a:lnTo>
                <a:lnTo>
                  <a:pt x="16094" y="20663"/>
                </a:lnTo>
                <a:lnTo>
                  <a:pt x="15687" y="19710"/>
                </a:lnTo>
                <a:lnTo>
                  <a:pt x="15066" y="18505"/>
                </a:lnTo>
                <a:lnTo>
                  <a:pt x="14439" y="17280"/>
                </a:lnTo>
                <a:lnTo>
                  <a:pt x="13861" y="16075"/>
                </a:lnTo>
                <a:lnTo>
                  <a:pt x="13278" y="14850"/>
                </a:lnTo>
                <a:lnTo>
                  <a:pt x="12145" y="13913"/>
                </a:lnTo>
                <a:lnTo>
                  <a:pt x="11001" y="12960"/>
                </a:lnTo>
                <a:lnTo>
                  <a:pt x="7365" y="12960"/>
                </a:lnTo>
                <a:lnTo>
                  <a:pt x="3707" y="12960"/>
                </a:lnTo>
                <a:lnTo>
                  <a:pt x="0" y="12960"/>
                </a:lnTo>
                <a:lnTo>
                  <a:pt x="1287" y="10448"/>
                </a:lnTo>
                <a:lnTo>
                  <a:pt x="2393" y="8413"/>
                </a:lnTo>
                <a:lnTo>
                  <a:pt x="3416" y="6778"/>
                </a:lnTo>
                <a:lnTo>
                  <a:pt x="4450" y="5465"/>
                </a:lnTo>
                <a:lnTo>
                  <a:pt x="5599" y="4396"/>
                </a:lnTo>
                <a:lnTo>
                  <a:pt x="6958" y="3495"/>
                </a:lnTo>
                <a:lnTo>
                  <a:pt x="8630" y="2683"/>
                </a:lnTo>
                <a:lnTo>
                  <a:pt x="10709" y="1881"/>
                </a:lnTo>
                <a:lnTo>
                  <a:pt x="13300" y="1013"/>
                </a:lnTo>
                <a:lnTo>
                  <a:pt x="16501" y="0"/>
                </a:lnTo>
                <a:close/>
              </a:path>
            </a:pathLst>
          </a:custGeom>
          <a:solidFill>
            <a:srgbClr val="B9D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0" name="contour_13078"/>
          <p:cNvSpPr/>
          <p:nvPr/>
        </p:nvSpPr>
        <p:spPr>
          <a:xfrm>
            <a:off x="7189046" y="4926682"/>
            <a:ext cx="3767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36" y="0"/>
                </a:moveTo>
                <a:lnTo>
                  <a:pt x="15298" y="0"/>
                </a:lnTo>
                <a:lnTo>
                  <a:pt x="18077" y="0"/>
                </a:lnTo>
                <a:lnTo>
                  <a:pt x="20894" y="0"/>
                </a:lnTo>
                <a:lnTo>
                  <a:pt x="21182" y="2231"/>
                </a:lnTo>
                <a:lnTo>
                  <a:pt x="21412" y="4440"/>
                </a:lnTo>
                <a:lnTo>
                  <a:pt x="21558" y="6631"/>
                </a:lnTo>
                <a:lnTo>
                  <a:pt x="21600" y="8816"/>
                </a:lnTo>
                <a:lnTo>
                  <a:pt x="21516" y="11004"/>
                </a:lnTo>
                <a:lnTo>
                  <a:pt x="21291" y="13204"/>
                </a:lnTo>
                <a:lnTo>
                  <a:pt x="20894" y="15429"/>
                </a:lnTo>
                <a:lnTo>
                  <a:pt x="18224" y="17144"/>
                </a:lnTo>
                <a:lnTo>
                  <a:pt x="16251" y="18357"/>
                </a:lnTo>
                <a:lnTo>
                  <a:pt x="14626" y="19236"/>
                </a:lnTo>
                <a:lnTo>
                  <a:pt x="13000" y="19955"/>
                </a:lnTo>
                <a:lnTo>
                  <a:pt x="11028" y="20687"/>
                </a:lnTo>
                <a:lnTo>
                  <a:pt x="8358" y="21600"/>
                </a:lnTo>
                <a:lnTo>
                  <a:pt x="8529" y="20134"/>
                </a:lnTo>
                <a:lnTo>
                  <a:pt x="8704" y="18659"/>
                </a:lnTo>
                <a:lnTo>
                  <a:pt x="8880" y="17163"/>
                </a:lnTo>
                <a:lnTo>
                  <a:pt x="8709" y="15571"/>
                </a:lnTo>
                <a:lnTo>
                  <a:pt x="8533" y="13969"/>
                </a:lnTo>
                <a:lnTo>
                  <a:pt x="8358" y="12343"/>
                </a:lnTo>
                <a:lnTo>
                  <a:pt x="5875" y="11099"/>
                </a:lnTo>
                <a:lnTo>
                  <a:pt x="4179" y="10365"/>
                </a:lnTo>
                <a:lnTo>
                  <a:pt x="2482" y="9847"/>
                </a:lnTo>
                <a:lnTo>
                  <a:pt x="0" y="9257"/>
                </a:lnTo>
                <a:lnTo>
                  <a:pt x="1036" y="7730"/>
                </a:lnTo>
                <a:lnTo>
                  <a:pt x="2073" y="6196"/>
                </a:lnTo>
                <a:lnTo>
                  <a:pt x="3122" y="4650"/>
                </a:lnTo>
                <a:lnTo>
                  <a:pt x="4179" y="3086"/>
                </a:lnTo>
                <a:lnTo>
                  <a:pt x="6247" y="3851"/>
                </a:lnTo>
                <a:lnTo>
                  <a:pt x="8324" y="4616"/>
                </a:lnTo>
                <a:lnTo>
                  <a:pt x="10418" y="5391"/>
                </a:lnTo>
                <a:lnTo>
                  <a:pt x="12536" y="6171"/>
                </a:lnTo>
                <a:lnTo>
                  <a:pt x="12536" y="4132"/>
                </a:lnTo>
                <a:lnTo>
                  <a:pt x="12536" y="2080"/>
                </a:lnTo>
                <a:lnTo>
                  <a:pt x="12536" y="0"/>
                </a:lnTo>
                <a:close/>
              </a:path>
            </a:pathLst>
          </a:custGeom>
          <a:solidFill>
            <a:srgbClr val="E9F5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1" name="contour_13079"/>
          <p:cNvSpPr/>
          <p:nvPr/>
        </p:nvSpPr>
        <p:spPr>
          <a:xfrm>
            <a:off x="11263034" y="4919394"/>
            <a:ext cx="65592" cy="36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714" y="677"/>
                </a:lnTo>
                <a:lnTo>
                  <a:pt x="14945" y="1238"/>
                </a:lnTo>
                <a:lnTo>
                  <a:pt x="16039" y="1889"/>
                </a:lnTo>
                <a:lnTo>
                  <a:pt x="17342" y="2836"/>
                </a:lnTo>
                <a:lnTo>
                  <a:pt x="19200" y="4284"/>
                </a:lnTo>
                <a:lnTo>
                  <a:pt x="20011" y="7600"/>
                </a:lnTo>
                <a:lnTo>
                  <a:pt x="20542" y="9926"/>
                </a:lnTo>
                <a:lnTo>
                  <a:pt x="20906" y="11880"/>
                </a:lnTo>
                <a:lnTo>
                  <a:pt x="21221" y="14077"/>
                </a:lnTo>
                <a:lnTo>
                  <a:pt x="21600" y="17136"/>
                </a:lnTo>
                <a:lnTo>
                  <a:pt x="18170" y="18597"/>
                </a:lnTo>
                <a:lnTo>
                  <a:pt x="15398" y="19749"/>
                </a:lnTo>
                <a:lnTo>
                  <a:pt x="13181" y="20610"/>
                </a:lnTo>
                <a:lnTo>
                  <a:pt x="11417" y="21197"/>
                </a:lnTo>
                <a:lnTo>
                  <a:pt x="10003" y="21519"/>
                </a:lnTo>
                <a:lnTo>
                  <a:pt x="8839" y="21600"/>
                </a:lnTo>
                <a:lnTo>
                  <a:pt x="7822" y="21450"/>
                </a:lnTo>
                <a:lnTo>
                  <a:pt x="6852" y="21090"/>
                </a:lnTo>
                <a:lnTo>
                  <a:pt x="5825" y="20533"/>
                </a:lnTo>
                <a:lnTo>
                  <a:pt x="4642" y="19796"/>
                </a:lnTo>
                <a:lnTo>
                  <a:pt x="3478" y="18340"/>
                </a:lnTo>
                <a:lnTo>
                  <a:pt x="2604" y="17132"/>
                </a:lnTo>
                <a:lnTo>
                  <a:pt x="1591" y="15521"/>
                </a:lnTo>
                <a:lnTo>
                  <a:pt x="0" y="12852"/>
                </a:lnTo>
                <a:lnTo>
                  <a:pt x="2933" y="11288"/>
                </a:lnTo>
                <a:lnTo>
                  <a:pt x="5182" y="10145"/>
                </a:lnTo>
                <a:lnTo>
                  <a:pt x="6895" y="9386"/>
                </a:lnTo>
                <a:lnTo>
                  <a:pt x="8220" y="8992"/>
                </a:lnTo>
                <a:lnTo>
                  <a:pt x="9307" y="8928"/>
                </a:lnTo>
                <a:lnTo>
                  <a:pt x="10301" y="9168"/>
                </a:lnTo>
                <a:lnTo>
                  <a:pt x="11350" y="9682"/>
                </a:lnTo>
                <a:lnTo>
                  <a:pt x="12600" y="10444"/>
                </a:lnTo>
                <a:lnTo>
                  <a:pt x="13493" y="11640"/>
                </a:lnTo>
                <a:lnTo>
                  <a:pt x="14400" y="12852"/>
                </a:lnTo>
                <a:lnTo>
                  <a:pt x="13925" y="10307"/>
                </a:lnTo>
                <a:lnTo>
                  <a:pt x="13447" y="7754"/>
                </a:lnTo>
                <a:lnTo>
                  <a:pt x="12970" y="5192"/>
                </a:lnTo>
                <a:lnTo>
                  <a:pt x="12487" y="2609"/>
                </a:lnTo>
                <a:lnTo>
                  <a:pt x="12000" y="0"/>
                </a:lnTo>
                <a:close/>
              </a:path>
            </a:pathLst>
          </a:custGeom>
          <a:solidFill>
            <a:srgbClr val="9A9C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2" name="contour_13080"/>
          <p:cNvSpPr/>
          <p:nvPr/>
        </p:nvSpPr>
        <p:spPr>
          <a:xfrm>
            <a:off x="8646645" y="4941258"/>
            <a:ext cx="58304" cy="224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203" y="1540"/>
                </a:lnTo>
                <a:lnTo>
                  <a:pt x="20806" y="3088"/>
                </a:lnTo>
                <a:lnTo>
                  <a:pt x="20258" y="5223"/>
                </a:lnTo>
                <a:lnTo>
                  <a:pt x="19405" y="8535"/>
                </a:lnTo>
                <a:lnTo>
                  <a:pt x="18103" y="13597"/>
                </a:lnTo>
                <a:lnTo>
                  <a:pt x="16200" y="21005"/>
                </a:lnTo>
                <a:lnTo>
                  <a:pt x="14189" y="21558"/>
                </a:lnTo>
                <a:lnTo>
                  <a:pt x="12795" y="21600"/>
                </a:lnTo>
                <a:lnTo>
                  <a:pt x="11378" y="21019"/>
                </a:lnTo>
                <a:lnTo>
                  <a:pt x="9283" y="19689"/>
                </a:lnTo>
                <a:lnTo>
                  <a:pt x="7517" y="18673"/>
                </a:lnTo>
                <a:lnTo>
                  <a:pt x="5727" y="17644"/>
                </a:lnTo>
                <a:lnTo>
                  <a:pt x="4228" y="15754"/>
                </a:lnTo>
                <a:lnTo>
                  <a:pt x="3181" y="13891"/>
                </a:lnTo>
                <a:lnTo>
                  <a:pt x="2311" y="11210"/>
                </a:lnTo>
                <a:lnTo>
                  <a:pt x="1342" y="6862"/>
                </a:lnTo>
                <a:lnTo>
                  <a:pt x="0" y="0"/>
                </a:lnTo>
                <a:close/>
              </a:path>
            </a:pathLst>
          </a:custGeom>
          <a:solidFill>
            <a:srgbClr val="4335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3" name="contour_13081"/>
          <p:cNvSpPr/>
          <p:nvPr/>
        </p:nvSpPr>
        <p:spPr>
          <a:xfrm>
            <a:off x="5046377" y="4933970"/>
            <a:ext cx="58304" cy="24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65" y="3776"/>
                </a:lnTo>
                <a:lnTo>
                  <a:pt x="20528" y="7564"/>
                </a:lnTo>
                <a:lnTo>
                  <a:pt x="19991" y="11366"/>
                </a:lnTo>
                <a:lnTo>
                  <a:pt x="19448" y="15199"/>
                </a:lnTo>
                <a:lnTo>
                  <a:pt x="18900" y="19070"/>
                </a:lnTo>
                <a:lnTo>
                  <a:pt x="17053" y="20303"/>
                </a:lnTo>
                <a:lnTo>
                  <a:pt x="15709" y="21047"/>
                </a:lnTo>
                <a:lnTo>
                  <a:pt x="14477" y="21409"/>
                </a:lnTo>
                <a:lnTo>
                  <a:pt x="12971" y="21505"/>
                </a:lnTo>
                <a:lnTo>
                  <a:pt x="10800" y="21454"/>
                </a:lnTo>
                <a:lnTo>
                  <a:pt x="10155" y="21479"/>
                </a:lnTo>
                <a:lnTo>
                  <a:pt x="9018" y="21511"/>
                </a:lnTo>
                <a:lnTo>
                  <a:pt x="6412" y="21600"/>
                </a:lnTo>
                <a:lnTo>
                  <a:pt x="5187" y="20767"/>
                </a:lnTo>
                <a:lnTo>
                  <a:pt x="3950" y="19922"/>
                </a:lnTo>
                <a:lnTo>
                  <a:pt x="2700" y="19070"/>
                </a:lnTo>
                <a:lnTo>
                  <a:pt x="2165" y="15294"/>
                </a:lnTo>
                <a:lnTo>
                  <a:pt x="1628" y="11506"/>
                </a:lnTo>
                <a:lnTo>
                  <a:pt x="1091" y="7704"/>
                </a:lnTo>
                <a:lnTo>
                  <a:pt x="548" y="3871"/>
                </a:lnTo>
                <a:lnTo>
                  <a:pt x="0" y="0"/>
                </a:lnTo>
                <a:close/>
              </a:path>
            </a:pathLst>
          </a:custGeom>
          <a:solidFill>
            <a:srgbClr val="E0E3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4" name="contour_13082"/>
          <p:cNvSpPr/>
          <p:nvPr/>
        </p:nvSpPr>
        <p:spPr>
          <a:xfrm>
            <a:off x="4696553" y="492668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405" y="4176"/>
                </a:lnTo>
                <a:lnTo>
                  <a:pt x="17781" y="7225"/>
                </a:lnTo>
                <a:lnTo>
                  <a:pt x="16580" y="9400"/>
                </a:lnTo>
                <a:lnTo>
                  <a:pt x="15647" y="10951"/>
                </a:lnTo>
                <a:lnTo>
                  <a:pt x="14835" y="12136"/>
                </a:lnTo>
                <a:lnTo>
                  <a:pt x="13988" y="13201"/>
                </a:lnTo>
                <a:lnTo>
                  <a:pt x="12960" y="14400"/>
                </a:lnTo>
                <a:lnTo>
                  <a:pt x="10104" y="14400"/>
                </a:lnTo>
                <a:lnTo>
                  <a:pt x="7232" y="14400"/>
                </a:lnTo>
                <a:lnTo>
                  <a:pt x="4320" y="14400"/>
                </a:lnTo>
                <a:lnTo>
                  <a:pt x="3249" y="16182"/>
                </a:lnTo>
                <a:lnTo>
                  <a:pt x="2177" y="17971"/>
                </a:lnTo>
                <a:lnTo>
                  <a:pt x="1093" y="19775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6856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5" name="contour_13083"/>
          <p:cNvSpPr/>
          <p:nvPr/>
        </p:nvSpPr>
        <p:spPr>
          <a:xfrm>
            <a:off x="10569960" y="4912106"/>
            <a:ext cx="4444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7" y="0"/>
                </a:moveTo>
                <a:lnTo>
                  <a:pt x="1006" y="1786"/>
                </a:lnTo>
                <a:lnTo>
                  <a:pt x="1675" y="3600"/>
                </a:lnTo>
                <a:lnTo>
                  <a:pt x="2773" y="5386"/>
                </a:lnTo>
                <a:lnTo>
                  <a:pt x="3889" y="7200"/>
                </a:lnTo>
                <a:lnTo>
                  <a:pt x="6231" y="7200"/>
                </a:lnTo>
                <a:lnTo>
                  <a:pt x="8586" y="7200"/>
                </a:lnTo>
                <a:lnTo>
                  <a:pt x="10974" y="7200"/>
                </a:lnTo>
                <a:lnTo>
                  <a:pt x="10974" y="9580"/>
                </a:lnTo>
                <a:lnTo>
                  <a:pt x="10974" y="11974"/>
                </a:lnTo>
                <a:lnTo>
                  <a:pt x="10974" y="14400"/>
                </a:lnTo>
                <a:lnTo>
                  <a:pt x="13609" y="15509"/>
                </a:lnTo>
                <a:lnTo>
                  <a:pt x="15479" y="16250"/>
                </a:lnTo>
                <a:lnTo>
                  <a:pt x="17094" y="16798"/>
                </a:lnTo>
                <a:lnTo>
                  <a:pt x="18965" y="17323"/>
                </a:lnTo>
                <a:lnTo>
                  <a:pt x="21600" y="18000"/>
                </a:lnTo>
                <a:lnTo>
                  <a:pt x="19443" y="18518"/>
                </a:lnTo>
                <a:lnTo>
                  <a:pt x="17286" y="19026"/>
                </a:lnTo>
                <a:lnTo>
                  <a:pt x="15125" y="19530"/>
                </a:lnTo>
                <a:lnTo>
                  <a:pt x="12964" y="20023"/>
                </a:lnTo>
                <a:lnTo>
                  <a:pt x="10556" y="20588"/>
                </a:lnTo>
                <a:lnTo>
                  <a:pt x="8108" y="21164"/>
                </a:lnTo>
                <a:lnTo>
                  <a:pt x="6015" y="21380"/>
                </a:lnTo>
                <a:lnTo>
                  <a:pt x="3889" y="21600"/>
                </a:lnTo>
                <a:lnTo>
                  <a:pt x="1835" y="19451"/>
                </a:lnTo>
                <a:lnTo>
                  <a:pt x="747" y="17914"/>
                </a:lnTo>
                <a:lnTo>
                  <a:pt x="255" y="16247"/>
                </a:lnTo>
                <a:lnTo>
                  <a:pt x="0" y="13712"/>
                </a:lnTo>
                <a:lnTo>
                  <a:pt x="64" y="11261"/>
                </a:lnTo>
                <a:lnTo>
                  <a:pt x="128" y="8777"/>
                </a:lnTo>
                <a:lnTo>
                  <a:pt x="174" y="6311"/>
                </a:lnTo>
                <a:lnTo>
                  <a:pt x="223" y="3812"/>
                </a:lnTo>
                <a:lnTo>
                  <a:pt x="283" y="1919"/>
                </a:lnTo>
                <a:lnTo>
                  <a:pt x="347" y="0"/>
                </a:lnTo>
                <a:close/>
              </a:path>
            </a:pathLst>
          </a:custGeom>
          <a:solidFill>
            <a:srgbClr val="D4B5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6" name="contour_13084"/>
          <p:cNvSpPr/>
          <p:nvPr/>
        </p:nvSpPr>
        <p:spPr>
          <a:xfrm>
            <a:off x="8872572" y="4897530"/>
            <a:ext cx="233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448" y="2052"/>
                </a:lnTo>
                <a:lnTo>
                  <a:pt x="11323" y="3661"/>
                </a:lnTo>
                <a:lnTo>
                  <a:pt x="14868" y="4963"/>
                </a:lnTo>
                <a:lnTo>
                  <a:pt x="17346" y="6091"/>
                </a:lnTo>
                <a:lnTo>
                  <a:pt x="19000" y="7190"/>
                </a:lnTo>
                <a:lnTo>
                  <a:pt x="20094" y="8389"/>
                </a:lnTo>
                <a:lnTo>
                  <a:pt x="20878" y="9828"/>
                </a:lnTo>
                <a:lnTo>
                  <a:pt x="21600" y="11642"/>
                </a:lnTo>
                <a:lnTo>
                  <a:pt x="21539" y="13314"/>
                </a:lnTo>
                <a:lnTo>
                  <a:pt x="21418" y="14974"/>
                </a:lnTo>
                <a:lnTo>
                  <a:pt x="21235" y="16629"/>
                </a:lnTo>
                <a:lnTo>
                  <a:pt x="20986" y="18282"/>
                </a:lnTo>
                <a:lnTo>
                  <a:pt x="20661" y="19939"/>
                </a:lnTo>
                <a:lnTo>
                  <a:pt x="20256" y="21600"/>
                </a:lnTo>
                <a:lnTo>
                  <a:pt x="16246" y="21600"/>
                </a:lnTo>
                <a:lnTo>
                  <a:pt x="12221" y="21600"/>
                </a:lnTo>
                <a:lnTo>
                  <a:pt x="8184" y="21600"/>
                </a:lnTo>
                <a:lnTo>
                  <a:pt x="4112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BAD1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7" name="contour_13085"/>
          <p:cNvSpPr/>
          <p:nvPr/>
        </p:nvSpPr>
        <p:spPr>
          <a:xfrm>
            <a:off x="5869920" y="4875666"/>
            <a:ext cx="291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976" y="1261"/>
                </a:lnTo>
                <a:lnTo>
                  <a:pt x="10222" y="2551"/>
                </a:lnTo>
                <a:lnTo>
                  <a:pt x="12166" y="3869"/>
                </a:lnTo>
                <a:lnTo>
                  <a:pt x="13829" y="5214"/>
                </a:lnTo>
                <a:lnTo>
                  <a:pt x="15244" y="6586"/>
                </a:lnTo>
                <a:lnTo>
                  <a:pt x="16438" y="7983"/>
                </a:lnTo>
                <a:lnTo>
                  <a:pt x="17437" y="9407"/>
                </a:lnTo>
                <a:lnTo>
                  <a:pt x="18268" y="10854"/>
                </a:lnTo>
                <a:lnTo>
                  <a:pt x="18954" y="12325"/>
                </a:lnTo>
                <a:lnTo>
                  <a:pt x="19526" y="13818"/>
                </a:lnTo>
                <a:lnTo>
                  <a:pt x="20012" y="15334"/>
                </a:lnTo>
                <a:lnTo>
                  <a:pt x="20434" y="16870"/>
                </a:lnTo>
                <a:lnTo>
                  <a:pt x="20822" y="18427"/>
                </a:lnTo>
                <a:lnTo>
                  <a:pt x="21200" y="20004"/>
                </a:lnTo>
                <a:lnTo>
                  <a:pt x="21600" y="21600"/>
                </a:lnTo>
                <a:lnTo>
                  <a:pt x="20930" y="20529"/>
                </a:lnTo>
                <a:lnTo>
                  <a:pt x="20261" y="19453"/>
                </a:lnTo>
                <a:lnTo>
                  <a:pt x="19575" y="18360"/>
                </a:lnTo>
                <a:lnTo>
                  <a:pt x="18463" y="17289"/>
                </a:lnTo>
                <a:lnTo>
                  <a:pt x="17334" y="16213"/>
                </a:lnTo>
                <a:lnTo>
                  <a:pt x="16200" y="15120"/>
                </a:lnTo>
                <a:lnTo>
                  <a:pt x="12631" y="15120"/>
                </a:lnTo>
                <a:lnTo>
                  <a:pt x="9040" y="15120"/>
                </a:lnTo>
                <a:lnTo>
                  <a:pt x="5400" y="15120"/>
                </a:lnTo>
                <a:lnTo>
                  <a:pt x="4779" y="13852"/>
                </a:lnTo>
                <a:lnTo>
                  <a:pt x="4163" y="12584"/>
                </a:lnTo>
                <a:lnTo>
                  <a:pt x="3559" y="11314"/>
                </a:lnTo>
                <a:lnTo>
                  <a:pt x="2959" y="10044"/>
                </a:lnTo>
                <a:lnTo>
                  <a:pt x="2365" y="8774"/>
                </a:lnTo>
                <a:lnTo>
                  <a:pt x="1798" y="7595"/>
                </a:lnTo>
                <a:lnTo>
                  <a:pt x="1231" y="6409"/>
                </a:lnTo>
                <a:lnTo>
                  <a:pt x="653" y="5206"/>
                </a:lnTo>
                <a:lnTo>
                  <a:pt x="329" y="3694"/>
                </a:lnTo>
                <a:lnTo>
                  <a:pt x="0" y="2160"/>
                </a:lnTo>
                <a:lnTo>
                  <a:pt x="2678" y="1089"/>
                </a:lnTo>
                <a:lnTo>
                  <a:pt x="5400" y="0"/>
                </a:lnTo>
                <a:close/>
              </a:path>
            </a:pathLst>
          </a:custGeom>
          <a:solidFill>
            <a:srgbClr val="B6CE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8" name="contour_13086"/>
          <p:cNvSpPr/>
          <p:nvPr/>
        </p:nvSpPr>
        <p:spPr>
          <a:xfrm>
            <a:off x="4572657" y="4881606"/>
            <a:ext cx="51016" cy="29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971"/>
                </a:moveTo>
                <a:lnTo>
                  <a:pt x="19650" y="4878"/>
                </a:lnTo>
                <a:lnTo>
                  <a:pt x="20378" y="7650"/>
                </a:lnTo>
                <a:lnTo>
                  <a:pt x="20847" y="10044"/>
                </a:lnTo>
                <a:lnTo>
                  <a:pt x="21205" y="12816"/>
                </a:lnTo>
                <a:lnTo>
                  <a:pt x="21600" y="16722"/>
                </a:lnTo>
                <a:lnTo>
                  <a:pt x="19770" y="17484"/>
                </a:lnTo>
                <a:lnTo>
                  <a:pt x="17940" y="18229"/>
                </a:lnTo>
                <a:lnTo>
                  <a:pt x="16107" y="18954"/>
                </a:lnTo>
                <a:lnTo>
                  <a:pt x="14271" y="19673"/>
                </a:lnTo>
                <a:lnTo>
                  <a:pt x="12226" y="20497"/>
                </a:lnTo>
                <a:lnTo>
                  <a:pt x="10149" y="21337"/>
                </a:lnTo>
                <a:lnTo>
                  <a:pt x="7690" y="21600"/>
                </a:lnTo>
                <a:lnTo>
                  <a:pt x="5647" y="21406"/>
                </a:lnTo>
                <a:lnTo>
                  <a:pt x="3817" y="20623"/>
                </a:lnTo>
                <a:lnTo>
                  <a:pt x="2003" y="19111"/>
                </a:lnTo>
                <a:lnTo>
                  <a:pt x="0" y="16722"/>
                </a:lnTo>
                <a:lnTo>
                  <a:pt x="0" y="13252"/>
                </a:lnTo>
                <a:lnTo>
                  <a:pt x="0" y="9760"/>
                </a:lnTo>
                <a:lnTo>
                  <a:pt x="0" y="6222"/>
                </a:lnTo>
                <a:lnTo>
                  <a:pt x="1833" y="3990"/>
                </a:lnTo>
                <a:lnTo>
                  <a:pt x="3746" y="2326"/>
                </a:lnTo>
                <a:lnTo>
                  <a:pt x="5730" y="1160"/>
                </a:lnTo>
                <a:lnTo>
                  <a:pt x="7773" y="425"/>
                </a:lnTo>
                <a:lnTo>
                  <a:pt x="9865" y="63"/>
                </a:lnTo>
                <a:lnTo>
                  <a:pt x="11994" y="0"/>
                </a:lnTo>
                <a:lnTo>
                  <a:pt x="14154" y="179"/>
                </a:lnTo>
                <a:lnTo>
                  <a:pt x="16330" y="520"/>
                </a:lnTo>
                <a:lnTo>
                  <a:pt x="18514" y="971"/>
                </a:lnTo>
                <a:close/>
              </a:path>
            </a:pathLst>
          </a:custGeom>
          <a:solidFill>
            <a:srgbClr val="CAAC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89" name="contour_13087"/>
          <p:cNvSpPr/>
          <p:nvPr/>
        </p:nvSpPr>
        <p:spPr>
          <a:xfrm>
            <a:off x="5068241" y="485380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325" y="1925"/>
                </a:lnTo>
                <a:lnTo>
                  <a:pt x="20174" y="3370"/>
                </a:lnTo>
                <a:lnTo>
                  <a:pt x="20722" y="4777"/>
                </a:lnTo>
                <a:lnTo>
                  <a:pt x="21139" y="6591"/>
                </a:lnTo>
                <a:lnTo>
                  <a:pt x="21600" y="9257"/>
                </a:lnTo>
                <a:lnTo>
                  <a:pt x="20074" y="11062"/>
                </a:lnTo>
                <a:lnTo>
                  <a:pt x="18479" y="12784"/>
                </a:lnTo>
                <a:lnTo>
                  <a:pt x="16808" y="14429"/>
                </a:lnTo>
                <a:lnTo>
                  <a:pt x="15059" y="15993"/>
                </a:lnTo>
                <a:lnTo>
                  <a:pt x="13230" y="17490"/>
                </a:lnTo>
                <a:lnTo>
                  <a:pt x="11311" y="18922"/>
                </a:lnTo>
                <a:lnTo>
                  <a:pt x="9302" y="20289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583" y="18033"/>
                </a:lnTo>
                <a:lnTo>
                  <a:pt x="1087" y="15296"/>
                </a:lnTo>
                <a:lnTo>
                  <a:pt x="1591" y="13213"/>
                </a:lnTo>
                <a:lnTo>
                  <a:pt x="2182" y="11608"/>
                </a:lnTo>
                <a:lnTo>
                  <a:pt x="2941" y="10300"/>
                </a:lnTo>
                <a:lnTo>
                  <a:pt x="3949" y="9112"/>
                </a:lnTo>
                <a:lnTo>
                  <a:pt x="5288" y="7862"/>
                </a:lnTo>
                <a:lnTo>
                  <a:pt x="7045" y="6375"/>
                </a:lnTo>
                <a:lnTo>
                  <a:pt x="8834" y="5255"/>
                </a:lnTo>
                <a:lnTo>
                  <a:pt x="10634" y="4160"/>
                </a:lnTo>
                <a:lnTo>
                  <a:pt x="12445" y="3086"/>
                </a:lnTo>
                <a:lnTo>
                  <a:pt x="14274" y="2037"/>
                </a:lnTo>
                <a:lnTo>
                  <a:pt x="16124" y="1006"/>
                </a:lnTo>
                <a:lnTo>
                  <a:pt x="18000" y="0"/>
                </a:lnTo>
                <a:close/>
              </a:path>
            </a:pathLst>
          </a:custGeom>
          <a:solidFill>
            <a:srgbClr val="E3D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0" name="contour_13088"/>
          <p:cNvSpPr/>
          <p:nvPr/>
        </p:nvSpPr>
        <p:spPr>
          <a:xfrm>
            <a:off x="4893329" y="4868378"/>
            <a:ext cx="43728" cy="51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3" y="1946"/>
                </a:lnTo>
                <a:lnTo>
                  <a:pt x="1789" y="3907"/>
                </a:lnTo>
                <a:lnTo>
                  <a:pt x="2700" y="5892"/>
                </a:lnTo>
                <a:lnTo>
                  <a:pt x="3971" y="8029"/>
                </a:lnTo>
                <a:lnTo>
                  <a:pt x="5198" y="9774"/>
                </a:lnTo>
                <a:lnTo>
                  <a:pt x="6613" y="11227"/>
                </a:lnTo>
                <a:lnTo>
                  <a:pt x="8431" y="12483"/>
                </a:lnTo>
                <a:lnTo>
                  <a:pt x="10883" y="13644"/>
                </a:lnTo>
                <a:lnTo>
                  <a:pt x="12874" y="14039"/>
                </a:lnTo>
                <a:lnTo>
                  <a:pt x="14425" y="14316"/>
                </a:lnTo>
                <a:lnTo>
                  <a:pt x="16052" y="14553"/>
                </a:lnTo>
                <a:lnTo>
                  <a:pt x="18274" y="14824"/>
                </a:lnTo>
                <a:lnTo>
                  <a:pt x="21600" y="15201"/>
                </a:lnTo>
                <a:lnTo>
                  <a:pt x="21038" y="17006"/>
                </a:lnTo>
                <a:lnTo>
                  <a:pt x="20477" y="18241"/>
                </a:lnTo>
                <a:lnTo>
                  <a:pt x="19577" y="19475"/>
                </a:lnTo>
                <a:lnTo>
                  <a:pt x="18000" y="21281"/>
                </a:lnTo>
                <a:lnTo>
                  <a:pt x="15566" y="21503"/>
                </a:lnTo>
                <a:lnTo>
                  <a:pt x="13187" y="21600"/>
                </a:lnTo>
                <a:lnTo>
                  <a:pt x="10829" y="21600"/>
                </a:lnTo>
                <a:lnTo>
                  <a:pt x="8467" y="21530"/>
                </a:lnTo>
                <a:lnTo>
                  <a:pt x="6070" y="21418"/>
                </a:lnTo>
                <a:lnTo>
                  <a:pt x="3600" y="21281"/>
                </a:lnTo>
                <a:lnTo>
                  <a:pt x="3244" y="19174"/>
                </a:lnTo>
                <a:lnTo>
                  <a:pt x="2887" y="17064"/>
                </a:lnTo>
                <a:lnTo>
                  <a:pt x="2531" y="14954"/>
                </a:lnTo>
                <a:lnTo>
                  <a:pt x="2171" y="12841"/>
                </a:lnTo>
                <a:lnTo>
                  <a:pt x="1814" y="10719"/>
                </a:lnTo>
                <a:lnTo>
                  <a:pt x="1454" y="8594"/>
                </a:lnTo>
                <a:lnTo>
                  <a:pt x="1094" y="6460"/>
                </a:lnTo>
                <a:lnTo>
                  <a:pt x="731" y="4317"/>
                </a:lnTo>
                <a:lnTo>
                  <a:pt x="367" y="2165"/>
                </a:lnTo>
                <a:lnTo>
                  <a:pt x="0" y="0"/>
                </a:lnTo>
                <a:close/>
              </a:path>
            </a:pathLst>
          </a:custGeom>
          <a:solidFill>
            <a:srgbClr val="E7E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1" name="contour_13089"/>
          <p:cNvSpPr/>
          <p:nvPr/>
        </p:nvSpPr>
        <p:spPr>
          <a:xfrm>
            <a:off x="1795933" y="4867066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51"/>
                </a:moveTo>
                <a:lnTo>
                  <a:pt x="9580" y="25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50"/>
                </a:lnTo>
                <a:lnTo>
                  <a:pt x="21600" y="751"/>
                </a:lnTo>
                <a:lnTo>
                  <a:pt x="21600" y="3699"/>
                </a:lnTo>
                <a:lnTo>
                  <a:pt x="21600" y="6651"/>
                </a:lnTo>
                <a:lnTo>
                  <a:pt x="21600" y="9612"/>
                </a:lnTo>
                <a:lnTo>
                  <a:pt x="21600" y="12585"/>
                </a:lnTo>
                <a:lnTo>
                  <a:pt x="21600" y="15570"/>
                </a:lnTo>
                <a:lnTo>
                  <a:pt x="21600" y="18573"/>
                </a:lnTo>
                <a:lnTo>
                  <a:pt x="21600" y="21600"/>
                </a:lnTo>
                <a:lnTo>
                  <a:pt x="18036" y="20912"/>
                </a:lnTo>
                <a:lnTo>
                  <a:pt x="14467" y="20224"/>
                </a:lnTo>
                <a:lnTo>
                  <a:pt x="10881" y="19532"/>
                </a:lnTo>
                <a:lnTo>
                  <a:pt x="7279" y="18835"/>
                </a:lnTo>
                <a:lnTo>
                  <a:pt x="3656" y="18135"/>
                </a:lnTo>
                <a:lnTo>
                  <a:pt x="0" y="17430"/>
                </a:lnTo>
                <a:lnTo>
                  <a:pt x="1015" y="12455"/>
                </a:lnTo>
                <a:lnTo>
                  <a:pt x="1782" y="8978"/>
                </a:lnTo>
                <a:lnTo>
                  <a:pt x="2457" y="6530"/>
                </a:lnTo>
                <a:lnTo>
                  <a:pt x="3186" y="4649"/>
                </a:lnTo>
                <a:lnTo>
                  <a:pt x="4115" y="2881"/>
                </a:lnTo>
                <a:lnTo>
                  <a:pt x="5400" y="751"/>
                </a:lnTo>
                <a:close/>
              </a:path>
            </a:pathLst>
          </a:custGeom>
          <a:solidFill>
            <a:srgbClr val="F9E8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2" name="contour_13090"/>
          <p:cNvSpPr/>
          <p:nvPr/>
        </p:nvSpPr>
        <p:spPr>
          <a:xfrm>
            <a:off x="10614402" y="4867664"/>
            <a:ext cx="43728" cy="311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91"/>
                </a:lnTo>
                <a:lnTo>
                  <a:pt x="12823" y="177"/>
                </a:lnTo>
                <a:lnTo>
                  <a:pt x="14062" y="212"/>
                </a:lnTo>
                <a:lnTo>
                  <a:pt x="17788" y="313"/>
                </a:lnTo>
                <a:lnTo>
                  <a:pt x="19681" y="404"/>
                </a:lnTo>
                <a:lnTo>
                  <a:pt x="21600" y="495"/>
                </a:lnTo>
                <a:lnTo>
                  <a:pt x="21258" y="4004"/>
                </a:lnTo>
                <a:lnTo>
                  <a:pt x="20866" y="7442"/>
                </a:lnTo>
                <a:lnTo>
                  <a:pt x="20380" y="10820"/>
                </a:lnTo>
                <a:lnTo>
                  <a:pt x="19764" y="14148"/>
                </a:lnTo>
                <a:lnTo>
                  <a:pt x="18983" y="17435"/>
                </a:lnTo>
                <a:lnTo>
                  <a:pt x="18000" y="20691"/>
                </a:lnTo>
                <a:lnTo>
                  <a:pt x="15214" y="21297"/>
                </a:lnTo>
                <a:lnTo>
                  <a:pt x="13259" y="21600"/>
                </a:lnTo>
                <a:lnTo>
                  <a:pt x="11617" y="21600"/>
                </a:lnTo>
                <a:lnTo>
                  <a:pt x="9770" y="21297"/>
                </a:lnTo>
                <a:lnTo>
                  <a:pt x="7200" y="20691"/>
                </a:lnTo>
                <a:lnTo>
                  <a:pt x="7200" y="17359"/>
                </a:lnTo>
                <a:lnTo>
                  <a:pt x="7200" y="13996"/>
                </a:lnTo>
                <a:lnTo>
                  <a:pt x="7200" y="10593"/>
                </a:lnTo>
                <a:lnTo>
                  <a:pt x="5065" y="8740"/>
                </a:lnTo>
                <a:lnTo>
                  <a:pt x="3600" y="7599"/>
                </a:lnTo>
                <a:lnTo>
                  <a:pt x="2138" y="6690"/>
                </a:lnTo>
                <a:lnTo>
                  <a:pt x="0" y="5544"/>
                </a:lnTo>
                <a:lnTo>
                  <a:pt x="2149" y="2620"/>
                </a:lnTo>
                <a:lnTo>
                  <a:pt x="3686" y="1065"/>
                </a:lnTo>
                <a:lnTo>
                  <a:pt x="5353" y="369"/>
                </a:lnTo>
                <a:lnTo>
                  <a:pt x="7888" y="0"/>
                </a:lnTo>
                <a:close/>
              </a:path>
            </a:pathLst>
          </a:custGeom>
          <a:solidFill>
            <a:srgbClr val="8485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3" name="contour_13091"/>
          <p:cNvSpPr/>
          <p:nvPr/>
        </p:nvSpPr>
        <p:spPr>
          <a:xfrm>
            <a:off x="6401943" y="486837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204" y="2376"/>
                </a:lnTo>
                <a:lnTo>
                  <a:pt x="20808" y="4756"/>
                </a:lnTo>
                <a:lnTo>
                  <a:pt x="20412" y="7135"/>
                </a:lnTo>
                <a:lnTo>
                  <a:pt x="20012" y="9522"/>
                </a:lnTo>
                <a:lnTo>
                  <a:pt x="19613" y="11916"/>
                </a:lnTo>
                <a:lnTo>
                  <a:pt x="19213" y="14321"/>
                </a:lnTo>
                <a:lnTo>
                  <a:pt x="18810" y="16733"/>
                </a:lnTo>
                <a:lnTo>
                  <a:pt x="18407" y="19159"/>
                </a:lnTo>
                <a:lnTo>
                  <a:pt x="18000" y="21600"/>
                </a:lnTo>
                <a:lnTo>
                  <a:pt x="17705" y="19890"/>
                </a:lnTo>
                <a:lnTo>
                  <a:pt x="17402" y="18169"/>
                </a:lnTo>
                <a:lnTo>
                  <a:pt x="17100" y="16423"/>
                </a:lnTo>
                <a:lnTo>
                  <a:pt x="15484" y="13151"/>
                </a:lnTo>
                <a:lnTo>
                  <a:pt x="14306" y="11344"/>
                </a:lnTo>
                <a:lnTo>
                  <a:pt x="12989" y="10354"/>
                </a:lnTo>
                <a:lnTo>
                  <a:pt x="10955" y="9533"/>
                </a:lnTo>
                <a:lnTo>
                  <a:pt x="8978" y="9158"/>
                </a:lnTo>
                <a:lnTo>
                  <a:pt x="6977" y="8777"/>
                </a:lnTo>
                <a:lnTo>
                  <a:pt x="5951" y="8543"/>
                </a:lnTo>
                <a:lnTo>
                  <a:pt x="4140" y="8136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D0E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4" name="contour_13092"/>
          <p:cNvSpPr/>
          <p:nvPr/>
        </p:nvSpPr>
        <p:spPr>
          <a:xfrm>
            <a:off x="1161877" y="4853802"/>
            <a:ext cx="58304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857" y="796"/>
                </a:lnTo>
                <a:lnTo>
                  <a:pt x="6826" y="1681"/>
                </a:lnTo>
                <a:lnTo>
                  <a:pt x="8624" y="2678"/>
                </a:lnTo>
                <a:lnTo>
                  <a:pt x="10284" y="3811"/>
                </a:lnTo>
                <a:lnTo>
                  <a:pt x="11829" y="5118"/>
                </a:lnTo>
                <a:lnTo>
                  <a:pt x="13284" y="6610"/>
                </a:lnTo>
                <a:lnTo>
                  <a:pt x="14677" y="8323"/>
                </a:lnTo>
                <a:lnTo>
                  <a:pt x="16033" y="10283"/>
                </a:lnTo>
                <a:lnTo>
                  <a:pt x="17377" y="12508"/>
                </a:lnTo>
                <a:lnTo>
                  <a:pt x="18735" y="15038"/>
                </a:lnTo>
                <a:lnTo>
                  <a:pt x="20134" y="17884"/>
                </a:lnTo>
                <a:lnTo>
                  <a:pt x="21600" y="21083"/>
                </a:lnTo>
                <a:lnTo>
                  <a:pt x="20048" y="21163"/>
                </a:lnTo>
                <a:lnTo>
                  <a:pt x="18495" y="21236"/>
                </a:lnTo>
                <a:lnTo>
                  <a:pt x="16943" y="21300"/>
                </a:lnTo>
                <a:lnTo>
                  <a:pt x="15390" y="21358"/>
                </a:lnTo>
                <a:lnTo>
                  <a:pt x="13838" y="21410"/>
                </a:lnTo>
                <a:lnTo>
                  <a:pt x="13195" y="21437"/>
                </a:lnTo>
                <a:lnTo>
                  <a:pt x="12064" y="21489"/>
                </a:lnTo>
                <a:lnTo>
                  <a:pt x="9472" y="21600"/>
                </a:lnTo>
                <a:lnTo>
                  <a:pt x="7625" y="21273"/>
                </a:lnTo>
                <a:lnTo>
                  <a:pt x="5994" y="20767"/>
                </a:lnTo>
                <a:lnTo>
                  <a:pt x="4501" y="20024"/>
                </a:lnTo>
                <a:lnTo>
                  <a:pt x="3059" y="18986"/>
                </a:lnTo>
                <a:lnTo>
                  <a:pt x="1588" y="17605"/>
                </a:lnTo>
                <a:lnTo>
                  <a:pt x="0" y="15813"/>
                </a:lnTo>
                <a:lnTo>
                  <a:pt x="535" y="12682"/>
                </a:lnTo>
                <a:lnTo>
                  <a:pt x="1072" y="9540"/>
                </a:lnTo>
                <a:lnTo>
                  <a:pt x="1609" y="6388"/>
                </a:lnTo>
                <a:lnTo>
                  <a:pt x="2152" y="3210"/>
                </a:lnTo>
                <a:lnTo>
                  <a:pt x="2700" y="0"/>
                </a:lnTo>
                <a:close/>
              </a:path>
            </a:pathLst>
          </a:custGeom>
          <a:solidFill>
            <a:srgbClr val="3232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5" name="contour_13093"/>
          <p:cNvSpPr/>
          <p:nvPr/>
        </p:nvSpPr>
        <p:spPr>
          <a:xfrm>
            <a:off x="7925133" y="4816983"/>
            <a:ext cx="44872" cy="441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25" y="186"/>
                </a:moveTo>
                <a:lnTo>
                  <a:pt x="13450" y="0"/>
                </a:lnTo>
                <a:lnTo>
                  <a:pt x="15461" y="93"/>
                </a:lnTo>
                <a:lnTo>
                  <a:pt x="17060" y="635"/>
                </a:lnTo>
                <a:lnTo>
                  <a:pt x="18755" y="1799"/>
                </a:lnTo>
                <a:lnTo>
                  <a:pt x="21049" y="3755"/>
                </a:lnTo>
                <a:lnTo>
                  <a:pt x="21375" y="6364"/>
                </a:lnTo>
                <a:lnTo>
                  <a:pt x="21551" y="8898"/>
                </a:lnTo>
                <a:lnTo>
                  <a:pt x="21600" y="11385"/>
                </a:lnTo>
                <a:lnTo>
                  <a:pt x="21551" y="13866"/>
                </a:lnTo>
                <a:lnTo>
                  <a:pt x="21425" y="16371"/>
                </a:lnTo>
                <a:lnTo>
                  <a:pt x="21249" y="18937"/>
                </a:lnTo>
                <a:lnTo>
                  <a:pt x="21049" y="21600"/>
                </a:lnTo>
                <a:lnTo>
                  <a:pt x="19990" y="21422"/>
                </a:lnTo>
                <a:lnTo>
                  <a:pt x="19018" y="21254"/>
                </a:lnTo>
                <a:lnTo>
                  <a:pt x="17955" y="21075"/>
                </a:lnTo>
                <a:lnTo>
                  <a:pt x="16629" y="20850"/>
                </a:lnTo>
                <a:lnTo>
                  <a:pt x="14868" y="20551"/>
                </a:lnTo>
                <a:lnTo>
                  <a:pt x="12496" y="20151"/>
                </a:lnTo>
                <a:lnTo>
                  <a:pt x="9346" y="19616"/>
                </a:lnTo>
                <a:lnTo>
                  <a:pt x="5238" y="18920"/>
                </a:lnTo>
                <a:lnTo>
                  <a:pt x="0" y="18031"/>
                </a:lnTo>
                <a:lnTo>
                  <a:pt x="1901" y="14262"/>
                </a:lnTo>
                <a:lnTo>
                  <a:pt x="3417" y="11282"/>
                </a:lnTo>
                <a:lnTo>
                  <a:pt x="4631" y="8944"/>
                </a:lnTo>
                <a:lnTo>
                  <a:pt x="5638" y="7102"/>
                </a:lnTo>
                <a:lnTo>
                  <a:pt x="6518" y="5611"/>
                </a:lnTo>
                <a:lnTo>
                  <a:pt x="7360" y="4319"/>
                </a:lnTo>
                <a:lnTo>
                  <a:pt x="8251" y="3080"/>
                </a:lnTo>
                <a:lnTo>
                  <a:pt x="9276" y="1752"/>
                </a:lnTo>
                <a:lnTo>
                  <a:pt x="10525" y="186"/>
                </a:lnTo>
                <a:close/>
              </a:path>
            </a:pathLst>
          </a:custGeom>
          <a:solidFill>
            <a:srgbClr val="5857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6" name="contour_13094"/>
          <p:cNvSpPr/>
          <p:nvPr/>
        </p:nvSpPr>
        <p:spPr>
          <a:xfrm>
            <a:off x="10120196" y="4810074"/>
            <a:ext cx="4963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72" y="0"/>
                </a:moveTo>
                <a:lnTo>
                  <a:pt x="4456" y="613"/>
                </a:lnTo>
                <a:lnTo>
                  <a:pt x="5743" y="1096"/>
                </a:lnTo>
                <a:lnTo>
                  <a:pt x="7031" y="1709"/>
                </a:lnTo>
                <a:lnTo>
                  <a:pt x="8915" y="2700"/>
                </a:lnTo>
                <a:lnTo>
                  <a:pt x="8915" y="4485"/>
                </a:lnTo>
                <a:lnTo>
                  <a:pt x="8915" y="6280"/>
                </a:lnTo>
                <a:lnTo>
                  <a:pt x="8915" y="8100"/>
                </a:lnTo>
                <a:lnTo>
                  <a:pt x="11008" y="8100"/>
                </a:lnTo>
                <a:lnTo>
                  <a:pt x="13104" y="8100"/>
                </a:lnTo>
                <a:lnTo>
                  <a:pt x="15210" y="8100"/>
                </a:lnTo>
                <a:lnTo>
                  <a:pt x="17325" y="8100"/>
                </a:lnTo>
                <a:lnTo>
                  <a:pt x="19453" y="8100"/>
                </a:lnTo>
                <a:lnTo>
                  <a:pt x="21600" y="8100"/>
                </a:lnTo>
                <a:lnTo>
                  <a:pt x="21600" y="10009"/>
                </a:lnTo>
                <a:lnTo>
                  <a:pt x="21600" y="11920"/>
                </a:lnTo>
                <a:lnTo>
                  <a:pt x="21600" y="13838"/>
                </a:lnTo>
                <a:lnTo>
                  <a:pt x="21600" y="15763"/>
                </a:lnTo>
                <a:lnTo>
                  <a:pt x="21600" y="17696"/>
                </a:lnTo>
                <a:lnTo>
                  <a:pt x="21600" y="19640"/>
                </a:lnTo>
                <a:lnTo>
                  <a:pt x="21600" y="21600"/>
                </a:lnTo>
                <a:lnTo>
                  <a:pt x="21340" y="19815"/>
                </a:lnTo>
                <a:lnTo>
                  <a:pt x="21074" y="18020"/>
                </a:lnTo>
                <a:lnTo>
                  <a:pt x="20807" y="16200"/>
                </a:lnTo>
                <a:lnTo>
                  <a:pt x="20157" y="14016"/>
                </a:lnTo>
                <a:lnTo>
                  <a:pt x="19539" y="12617"/>
                </a:lnTo>
                <a:lnTo>
                  <a:pt x="18429" y="10800"/>
                </a:lnTo>
                <a:lnTo>
                  <a:pt x="16263" y="10244"/>
                </a:lnTo>
                <a:lnTo>
                  <a:pt x="14170" y="9936"/>
                </a:lnTo>
                <a:lnTo>
                  <a:pt x="12108" y="9860"/>
                </a:lnTo>
                <a:lnTo>
                  <a:pt x="10040" y="9990"/>
                </a:lnTo>
                <a:lnTo>
                  <a:pt x="7935" y="10311"/>
                </a:lnTo>
                <a:lnTo>
                  <a:pt x="5743" y="10800"/>
                </a:lnTo>
                <a:lnTo>
                  <a:pt x="4354" y="12404"/>
                </a:lnTo>
                <a:lnTo>
                  <a:pt x="3561" y="13500"/>
                </a:lnTo>
                <a:lnTo>
                  <a:pt x="3067" y="14596"/>
                </a:lnTo>
                <a:lnTo>
                  <a:pt x="2572" y="16200"/>
                </a:lnTo>
                <a:lnTo>
                  <a:pt x="1602" y="14218"/>
                </a:lnTo>
                <a:lnTo>
                  <a:pt x="844" y="12452"/>
                </a:lnTo>
                <a:lnTo>
                  <a:pt x="314" y="10811"/>
                </a:lnTo>
                <a:lnTo>
                  <a:pt x="25" y="9193"/>
                </a:lnTo>
                <a:lnTo>
                  <a:pt x="0" y="7506"/>
                </a:lnTo>
                <a:lnTo>
                  <a:pt x="247" y="5654"/>
                </a:lnTo>
                <a:lnTo>
                  <a:pt x="790" y="3542"/>
                </a:lnTo>
                <a:lnTo>
                  <a:pt x="1674" y="1785"/>
                </a:lnTo>
                <a:lnTo>
                  <a:pt x="2572" y="0"/>
                </a:lnTo>
                <a:close/>
              </a:path>
            </a:pathLst>
          </a:custGeom>
          <a:solidFill>
            <a:srgbClr val="E4E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7" name="contour_13095"/>
          <p:cNvSpPr/>
          <p:nvPr/>
        </p:nvSpPr>
        <p:spPr>
          <a:xfrm>
            <a:off x="1810509" y="4824490"/>
            <a:ext cx="80168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152"/>
                </a:moveTo>
                <a:lnTo>
                  <a:pt x="15709" y="4721"/>
                </a:lnTo>
                <a:lnTo>
                  <a:pt x="15709" y="9317"/>
                </a:lnTo>
                <a:lnTo>
                  <a:pt x="15709" y="13976"/>
                </a:lnTo>
                <a:lnTo>
                  <a:pt x="17170" y="16105"/>
                </a:lnTo>
                <a:lnTo>
                  <a:pt x="18207" y="17529"/>
                </a:lnTo>
                <a:lnTo>
                  <a:pt x="19102" y="18579"/>
                </a:lnTo>
                <a:lnTo>
                  <a:pt x="20139" y="19589"/>
                </a:lnTo>
                <a:lnTo>
                  <a:pt x="21600" y="20888"/>
                </a:lnTo>
                <a:lnTo>
                  <a:pt x="20068" y="21151"/>
                </a:lnTo>
                <a:lnTo>
                  <a:pt x="18584" y="21372"/>
                </a:lnTo>
                <a:lnTo>
                  <a:pt x="17137" y="21531"/>
                </a:lnTo>
                <a:lnTo>
                  <a:pt x="15727" y="21600"/>
                </a:lnTo>
                <a:lnTo>
                  <a:pt x="14348" y="21559"/>
                </a:lnTo>
                <a:lnTo>
                  <a:pt x="12997" y="21386"/>
                </a:lnTo>
                <a:lnTo>
                  <a:pt x="11668" y="21047"/>
                </a:lnTo>
                <a:lnTo>
                  <a:pt x="10356" y="20536"/>
                </a:lnTo>
                <a:lnTo>
                  <a:pt x="9060" y="19810"/>
                </a:lnTo>
                <a:lnTo>
                  <a:pt x="7772" y="18863"/>
                </a:lnTo>
                <a:lnTo>
                  <a:pt x="6490" y="17660"/>
                </a:lnTo>
                <a:lnTo>
                  <a:pt x="5208" y="16188"/>
                </a:lnTo>
                <a:lnTo>
                  <a:pt x="3923" y="14412"/>
                </a:lnTo>
                <a:lnTo>
                  <a:pt x="2629" y="12317"/>
                </a:lnTo>
                <a:lnTo>
                  <a:pt x="1323" y="9877"/>
                </a:lnTo>
                <a:lnTo>
                  <a:pt x="0" y="7064"/>
                </a:lnTo>
                <a:lnTo>
                  <a:pt x="1316" y="6048"/>
                </a:lnTo>
                <a:lnTo>
                  <a:pt x="2619" y="5053"/>
                </a:lnTo>
                <a:lnTo>
                  <a:pt x="3917" y="4106"/>
                </a:lnTo>
                <a:lnTo>
                  <a:pt x="5210" y="3221"/>
                </a:lnTo>
                <a:lnTo>
                  <a:pt x="6502" y="2405"/>
                </a:lnTo>
                <a:lnTo>
                  <a:pt x="7794" y="1687"/>
                </a:lnTo>
                <a:lnTo>
                  <a:pt x="9088" y="1071"/>
                </a:lnTo>
                <a:lnTo>
                  <a:pt x="10390" y="581"/>
                </a:lnTo>
                <a:lnTo>
                  <a:pt x="11699" y="228"/>
                </a:lnTo>
                <a:lnTo>
                  <a:pt x="13021" y="28"/>
                </a:lnTo>
                <a:lnTo>
                  <a:pt x="14356" y="0"/>
                </a:lnTo>
                <a:lnTo>
                  <a:pt x="15709" y="152"/>
                </a:lnTo>
                <a:close/>
              </a:path>
            </a:pathLst>
          </a:custGeom>
          <a:solidFill>
            <a:srgbClr val="3132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8" name="contour_13096"/>
          <p:cNvSpPr/>
          <p:nvPr/>
        </p:nvSpPr>
        <p:spPr>
          <a:xfrm>
            <a:off x="7035999" y="4802786"/>
            <a:ext cx="72880" cy="31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52" y="875"/>
                </a:lnTo>
                <a:lnTo>
                  <a:pt x="2702" y="1760"/>
                </a:lnTo>
                <a:lnTo>
                  <a:pt x="4052" y="2646"/>
                </a:lnTo>
                <a:lnTo>
                  <a:pt x="5402" y="3536"/>
                </a:lnTo>
                <a:lnTo>
                  <a:pt x="6752" y="4426"/>
                </a:lnTo>
                <a:lnTo>
                  <a:pt x="8102" y="5321"/>
                </a:lnTo>
                <a:lnTo>
                  <a:pt x="9452" y="6216"/>
                </a:lnTo>
                <a:lnTo>
                  <a:pt x="10800" y="7111"/>
                </a:lnTo>
                <a:lnTo>
                  <a:pt x="11832" y="7774"/>
                </a:lnTo>
                <a:lnTo>
                  <a:pt x="12869" y="8446"/>
                </a:lnTo>
                <a:lnTo>
                  <a:pt x="13921" y="9129"/>
                </a:lnTo>
                <a:lnTo>
                  <a:pt x="15388" y="10108"/>
                </a:lnTo>
                <a:lnTo>
                  <a:pt x="16874" y="11107"/>
                </a:lnTo>
                <a:lnTo>
                  <a:pt x="18235" y="12002"/>
                </a:lnTo>
                <a:lnTo>
                  <a:pt x="19617" y="12912"/>
                </a:lnTo>
                <a:lnTo>
                  <a:pt x="20602" y="13866"/>
                </a:lnTo>
                <a:lnTo>
                  <a:pt x="21600" y="14835"/>
                </a:lnTo>
                <a:lnTo>
                  <a:pt x="21600" y="17288"/>
                </a:lnTo>
                <a:lnTo>
                  <a:pt x="21600" y="19780"/>
                </a:lnTo>
                <a:lnTo>
                  <a:pt x="20205" y="20037"/>
                </a:lnTo>
                <a:lnTo>
                  <a:pt x="18809" y="20270"/>
                </a:lnTo>
                <a:lnTo>
                  <a:pt x="17416" y="20482"/>
                </a:lnTo>
                <a:lnTo>
                  <a:pt x="16023" y="20675"/>
                </a:lnTo>
                <a:lnTo>
                  <a:pt x="14628" y="20853"/>
                </a:lnTo>
                <a:lnTo>
                  <a:pt x="13230" y="21016"/>
                </a:lnTo>
                <a:lnTo>
                  <a:pt x="12044" y="21269"/>
                </a:lnTo>
                <a:lnTo>
                  <a:pt x="10843" y="21521"/>
                </a:lnTo>
                <a:lnTo>
                  <a:pt x="9677" y="21600"/>
                </a:lnTo>
                <a:lnTo>
                  <a:pt x="8754" y="21551"/>
                </a:lnTo>
                <a:lnTo>
                  <a:pt x="7763" y="21284"/>
                </a:lnTo>
                <a:lnTo>
                  <a:pt x="6389" y="20720"/>
                </a:lnTo>
                <a:lnTo>
                  <a:pt x="4320" y="19780"/>
                </a:lnTo>
                <a:lnTo>
                  <a:pt x="3486" y="17145"/>
                </a:lnTo>
                <a:lnTo>
                  <a:pt x="2748" y="14464"/>
                </a:lnTo>
                <a:lnTo>
                  <a:pt x="2091" y="11725"/>
                </a:lnTo>
                <a:lnTo>
                  <a:pt x="1501" y="8921"/>
                </a:lnTo>
                <a:lnTo>
                  <a:pt x="966" y="6043"/>
                </a:lnTo>
                <a:lnTo>
                  <a:pt x="469" y="3071"/>
                </a:lnTo>
                <a:lnTo>
                  <a:pt x="0" y="0"/>
                </a:lnTo>
                <a:close/>
              </a:path>
            </a:pathLst>
          </a:custGeom>
          <a:solidFill>
            <a:srgbClr val="F3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099" name="contour_13097"/>
          <p:cNvSpPr/>
          <p:nvPr/>
        </p:nvSpPr>
        <p:spPr>
          <a:xfrm>
            <a:off x="4585922" y="4808646"/>
            <a:ext cx="37752" cy="378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815"/>
                </a:moveTo>
                <a:lnTo>
                  <a:pt x="5504" y="362"/>
                </a:lnTo>
                <a:lnTo>
                  <a:pt x="8853" y="91"/>
                </a:lnTo>
                <a:lnTo>
                  <a:pt x="11255" y="0"/>
                </a:lnTo>
                <a:lnTo>
                  <a:pt x="13177" y="91"/>
                </a:lnTo>
                <a:lnTo>
                  <a:pt x="15078" y="362"/>
                </a:lnTo>
                <a:lnTo>
                  <a:pt x="17430" y="815"/>
                </a:lnTo>
                <a:lnTo>
                  <a:pt x="19090" y="3658"/>
                </a:lnTo>
                <a:lnTo>
                  <a:pt x="20136" y="5728"/>
                </a:lnTo>
                <a:lnTo>
                  <a:pt x="20770" y="7624"/>
                </a:lnTo>
                <a:lnTo>
                  <a:pt x="21191" y="9944"/>
                </a:lnTo>
                <a:lnTo>
                  <a:pt x="21600" y="13286"/>
                </a:lnTo>
                <a:lnTo>
                  <a:pt x="20391" y="15992"/>
                </a:lnTo>
                <a:lnTo>
                  <a:pt x="19553" y="17763"/>
                </a:lnTo>
                <a:lnTo>
                  <a:pt x="18698" y="19372"/>
                </a:lnTo>
                <a:lnTo>
                  <a:pt x="17430" y="21600"/>
                </a:lnTo>
                <a:lnTo>
                  <a:pt x="14903" y="20627"/>
                </a:lnTo>
                <a:lnTo>
                  <a:pt x="12426" y="19621"/>
                </a:lnTo>
                <a:lnTo>
                  <a:pt x="9995" y="18557"/>
                </a:lnTo>
                <a:lnTo>
                  <a:pt x="7614" y="17418"/>
                </a:lnTo>
                <a:lnTo>
                  <a:pt x="5279" y="16171"/>
                </a:lnTo>
                <a:lnTo>
                  <a:pt x="2990" y="14803"/>
                </a:lnTo>
                <a:lnTo>
                  <a:pt x="751" y="13286"/>
                </a:lnTo>
                <a:lnTo>
                  <a:pt x="250" y="9944"/>
                </a:lnTo>
                <a:lnTo>
                  <a:pt x="0" y="7624"/>
                </a:lnTo>
                <a:lnTo>
                  <a:pt x="0" y="5728"/>
                </a:lnTo>
                <a:lnTo>
                  <a:pt x="250" y="3658"/>
                </a:lnTo>
                <a:lnTo>
                  <a:pt x="751" y="815"/>
                </a:lnTo>
                <a:close/>
              </a:path>
            </a:pathLst>
          </a:custGeom>
          <a:solidFill>
            <a:srgbClr val="CE9D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0" name="contour_13098"/>
          <p:cNvSpPr/>
          <p:nvPr/>
        </p:nvSpPr>
        <p:spPr>
          <a:xfrm>
            <a:off x="10002211" y="4810074"/>
            <a:ext cx="51016" cy="24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3776"/>
                </a:lnTo>
                <a:lnTo>
                  <a:pt x="20375" y="7564"/>
                </a:lnTo>
                <a:lnTo>
                  <a:pt x="19761" y="11366"/>
                </a:lnTo>
                <a:lnTo>
                  <a:pt x="19141" y="15199"/>
                </a:lnTo>
                <a:lnTo>
                  <a:pt x="18514" y="19070"/>
                </a:lnTo>
                <a:lnTo>
                  <a:pt x="16388" y="20532"/>
                </a:lnTo>
                <a:lnTo>
                  <a:pt x="14876" y="21263"/>
                </a:lnTo>
                <a:lnTo>
                  <a:pt x="13253" y="21498"/>
                </a:lnTo>
                <a:lnTo>
                  <a:pt x="10800" y="21454"/>
                </a:lnTo>
                <a:lnTo>
                  <a:pt x="8742" y="21524"/>
                </a:lnTo>
                <a:lnTo>
                  <a:pt x="6653" y="21600"/>
                </a:lnTo>
                <a:lnTo>
                  <a:pt x="4882" y="20348"/>
                </a:lnTo>
                <a:lnTo>
                  <a:pt x="3086" y="19070"/>
                </a:lnTo>
                <a:lnTo>
                  <a:pt x="2475" y="15294"/>
                </a:lnTo>
                <a:lnTo>
                  <a:pt x="1861" y="11506"/>
                </a:lnTo>
                <a:lnTo>
                  <a:pt x="1247" y="7704"/>
                </a:lnTo>
                <a:lnTo>
                  <a:pt x="626" y="3871"/>
                </a:lnTo>
                <a:lnTo>
                  <a:pt x="0" y="0"/>
                </a:lnTo>
                <a:close/>
              </a:path>
            </a:pathLst>
          </a:custGeom>
          <a:solidFill>
            <a:srgbClr val="8265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1" name="contour_13099"/>
          <p:cNvSpPr/>
          <p:nvPr/>
        </p:nvSpPr>
        <p:spPr>
          <a:xfrm>
            <a:off x="3202515" y="4817362"/>
            <a:ext cx="801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16" y="298"/>
                </a:lnTo>
                <a:lnTo>
                  <a:pt x="3158" y="696"/>
                </a:lnTo>
                <a:lnTo>
                  <a:pt x="4628" y="1197"/>
                </a:lnTo>
                <a:lnTo>
                  <a:pt x="6038" y="1806"/>
                </a:lnTo>
                <a:lnTo>
                  <a:pt x="7389" y="2527"/>
                </a:lnTo>
                <a:lnTo>
                  <a:pt x="8693" y="3361"/>
                </a:lnTo>
                <a:lnTo>
                  <a:pt x="9952" y="4320"/>
                </a:lnTo>
                <a:lnTo>
                  <a:pt x="11173" y="5409"/>
                </a:lnTo>
                <a:lnTo>
                  <a:pt x="12365" y="6623"/>
                </a:lnTo>
                <a:lnTo>
                  <a:pt x="13533" y="7975"/>
                </a:lnTo>
                <a:lnTo>
                  <a:pt x="14686" y="9465"/>
                </a:lnTo>
                <a:lnTo>
                  <a:pt x="15825" y="11098"/>
                </a:lnTo>
                <a:lnTo>
                  <a:pt x="16962" y="12882"/>
                </a:lnTo>
                <a:lnTo>
                  <a:pt x="18101" y="14822"/>
                </a:lnTo>
                <a:lnTo>
                  <a:pt x="19250" y="16917"/>
                </a:lnTo>
                <a:lnTo>
                  <a:pt x="20414" y="19176"/>
                </a:lnTo>
                <a:lnTo>
                  <a:pt x="21600" y="21600"/>
                </a:lnTo>
                <a:lnTo>
                  <a:pt x="20216" y="21172"/>
                </a:lnTo>
                <a:lnTo>
                  <a:pt x="18851" y="20671"/>
                </a:lnTo>
                <a:lnTo>
                  <a:pt x="17504" y="20097"/>
                </a:lnTo>
                <a:lnTo>
                  <a:pt x="16174" y="19453"/>
                </a:lnTo>
                <a:lnTo>
                  <a:pt x="14859" y="18736"/>
                </a:lnTo>
                <a:lnTo>
                  <a:pt x="13559" y="17945"/>
                </a:lnTo>
                <a:lnTo>
                  <a:pt x="12275" y="17081"/>
                </a:lnTo>
                <a:lnTo>
                  <a:pt x="11002" y="16140"/>
                </a:lnTo>
                <a:lnTo>
                  <a:pt x="9742" y="15129"/>
                </a:lnTo>
                <a:lnTo>
                  <a:pt x="8493" y="14044"/>
                </a:lnTo>
                <a:lnTo>
                  <a:pt x="7256" y="12882"/>
                </a:lnTo>
                <a:lnTo>
                  <a:pt x="6026" y="11642"/>
                </a:lnTo>
                <a:lnTo>
                  <a:pt x="4807" y="10333"/>
                </a:lnTo>
                <a:lnTo>
                  <a:pt x="3595" y="8942"/>
                </a:lnTo>
                <a:lnTo>
                  <a:pt x="2392" y="7478"/>
                </a:lnTo>
                <a:lnTo>
                  <a:pt x="1194" y="5940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EB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2" name="contour_13100"/>
          <p:cNvSpPr/>
          <p:nvPr/>
        </p:nvSpPr>
        <p:spPr>
          <a:xfrm>
            <a:off x="1008830" y="4766346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611"/>
                </a:lnTo>
                <a:lnTo>
                  <a:pt x="16015" y="1225"/>
                </a:lnTo>
                <a:lnTo>
                  <a:pt x="17860" y="1839"/>
                </a:lnTo>
                <a:lnTo>
                  <a:pt x="19721" y="2459"/>
                </a:lnTo>
                <a:lnTo>
                  <a:pt x="21600" y="3086"/>
                </a:lnTo>
                <a:lnTo>
                  <a:pt x="19560" y="3086"/>
                </a:lnTo>
                <a:lnTo>
                  <a:pt x="17508" y="3086"/>
                </a:lnTo>
                <a:lnTo>
                  <a:pt x="15429" y="3086"/>
                </a:lnTo>
                <a:lnTo>
                  <a:pt x="15870" y="4706"/>
                </a:lnTo>
                <a:lnTo>
                  <a:pt x="16320" y="6353"/>
                </a:lnTo>
                <a:lnTo>
                  <a:pt x="16836" y="8464"/>
                </a:lnTo>
                <a:lnTo>
                  <a:pt x="17357" y="10609"/>
                </a:lnTo>
                <a:lnTo>
                  <a:pt x="17894" y="12707"/>
                </a:lnTo>
                <a:lnTo>
                  <a:pt x="18443" y="14839"/>
                </a:lnTo>
                <a:lnTo>
                  <a:pt x="18477" y="16663"/>
                </a:lnTo>
                <a:lnTo>
                  <a:pt x="18514" y="18514"/>
                </a:lnTo>
                <a:lnTo>
                  <a:pt x="16953" y="19810"/>
                </a:lnTo>
                <a:lnTo>
                  <a:pt x="15790" y="20563"/>
                </a:lnTo>
                <a:lnTo>
                  <a:pt x="14444" y="21063"/>
                </a:lnTo>
                <a:lnTo>
                  <a:pt x="12343" y="21600"/>
                </a:lnTo>
                <a:lnTo>
                  <a:pt x="10383" y="20964"/>
                </a:lnTo>
                <a:lnTo>
                  <a:pt x="9047" y="20452"/>
                </a:lnTo>
                <a:lnTo>
                  <a:pt x="7720" y="19789"/>
                </a:lnTo>
                <a:lnTo>
                  <a:pt x="5786" y="18706"/>
                </a:lnTo>
                <a:lnTo>
                  <a:pt x="4147" y="17805"/>
                </a:lnTo>
                <a:lnTo>
                  <a:pt x="2484" y="16888"/>
                </a:lnTo>
                <a:lnTo>
                  <a:pt x="1250" y="16163"/>
                </a:lnTo>
                <a:lnTo>
                  <a:pt x="0" y="15429"/>
                </a:lnTo>
                <a:lnTo>
                  <a:pt x="1466" y="15746"/>
                </a:lnTo>
                <a:lnTo>
                  <a:pt x="2941" y="16067"/>
                </a:lnTo>
                <a:lnTo>
                  <a:pt x="4437" y="16391"/>
                </a:lnTo>
                <a:lnTo>
                  <a:pt x="6029" y="16073"/>
                </a:lnTo>
                <a:lnTo>
                  <a:pt x="7631" y="15753"/>
                </a:lnTo>
                <a:lnTo>
                  <a:pt x="9257" y="15429"/>
                </a:lnTo>
                <a:lnTo>
                  <a:pt x="9914" y="13543"/>
                </a:lnTo>
                <a:lnTo>
                  <a:pt x="10464" y="11649"/>
                </a:lnTo>
                <a:lnTo>
                  <a:pt x="10923" y="9745"/>
                </a:lnTo>
                <a:lnTo>
                  <a:pt x="11306" y="7828"/>
                </a:lnTo>
                <a:lnTo>
                  <a:pt x="11627" y="5897"/>
                </a:lnTo>
                <a:lnTo>
                  <a:pt x="11895" y="3950"/>
                </a:lnTo>
                <a:lnTo>
                  <a:pt x="12130" y="1984"/>
                </a:lnTo>
                <a:lnTo>
                  <a:pt x="12343" y="0"/>
                </a:lnTo>
                <a:close/>
              </a:path>
            </a:pathLst>
          </a:custGeom>
          <a:solidFill>
            <a:srgbClr val="5952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3" name="contour_13101"/>
          <p:cNvSpPr/>
          <p:nvPr/>
        </p:nvSpPr>
        <p:spPr>
          <a:xfrm>
            <a:off x="3450307" y="4766346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871"/>
                </a:lnTo>
                <a:lnTo>
                  <a:pt x="21600" y="3745"/>
                </a:lnTo>
                <a:lnTo>
                  <a:pt x="21600" y="5619"/>
                </a:lnTo>
                <a:lnTo>
                  <a:pt x="21600" y="7495"/>
                </a:lnTo>
                <a:lnTo>
                  <a:pt x="21600" y="9380"/>
                </a:lnTo>
                <a:lnTo>
                  <a:pt x="21600" y="11267"/>
                </a:lnTo>
                <a:lnTo>
                  <a:pt x="21600" y="13162"/>
                </a:lnTo>
                <a:lnTo>
                  <a:pt x="21600" y="15066"/>
                </a:lnTo>
                <a:lnTo>
                  <a:pt x="21600" y="16978"/>
                </a:lnTo>
                <a:lnTo>
                  <a:pt x="21600" y="18900"/>
                </a:lnTo>
                <a:lnTo>
                  <a:pt x="18927" y="18230"/>
                </a:lnTo>
                <a:lnTo>
                  <a:pt x="16238" y="17561"/>
                </a:lnTo>
                <a:lnTo>
                  <a:pt x="13538" y="16883"/>
                </a:lnTo>
                <a:lnTo>
                  <a:pt x="10800" y="16200"/>
                </a:lnTo>
                <a:lnTo>
                  <a:pt x="7214" y="17709"/>
                </a:lnTo>
                <a:lnTo>
                  <a:pt x="4892" y="18773"/>
                </a:lnTo>
                <a:lnTo>
                  <a:pt x="2824" y="19902"/>
                </a:lnTo>
                <a:lnTo>
                  <a:pt x="0" y="21600"/>
                </a:lnTo>
                <a:lnTo>
                  <a:pt x="378" y="20045"/>
                </a:lnTo>
                <a:lnTo>
                  <a:pt x="772" y="18492"/>
                </a:lnTo>
                <a:lnTo>
                  <a:pt x="1183" y="16940"/>
                </a:lnTo>
                <a:lnTo>
                  <a:pt x="1598" y="15387"/>
                </a:lnTo>
                <a:lnTo>
                  <a:pt x="2025" y="13838"/>
                </a:lnTo>
                <a:lnTo>
                  <a:pt x="2192" y="13195"/>
                </a:lnTo>
                <a:lnTo>
                  <a:pt x="2489" y="12064"/>
                </a:lnTo>
                <a:lnTo>
                  <a:pt x="3164" y="9472"/>
                </a:lnTo>
                <a:lnTo>
                  <a:pt x="4444" y="7401"/>
                </a:lnTo>
                <a:lnTo>
                  <a:pt x="6032" y="5446"/>
                </a:lnTo>
                <a:lnTo>
                  <a:pt x="8019" y="3683"/>
                </a:lnTo>
                <a:lnTo>
                  <a:pt x="10481" y="2182"/>
                </a:lnTo>
                <a:lnTo>
                  <a:pt x="13505" y="1018"/>
                </a:lnTo>
                <a:lnTo>
                  <a:pt x="17183" y="267"/>
                </a:lnTo>
                <a:lnTo>
                  <a:pt x="21600" y="0"/>
                </a:lnTo>
                <a:close/>
              </a:path>
            </a:pathLst>
          </a:custGeom>
          <a:solidFill>
            <a:srgbClr val="B9D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4" name="contour_13102"/>
          <p:cNvSpPr/>
          <p:nvPr/>
        </p:nvSpPr>
        <p:spPr>
          <a:xfrm>
            <a:off x="1817797" y="4766346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1" y="428"/>
                </a:lnTo>
                <a:lnTo>
                  <a:pt x="6445" y="855"/>
                </a:lnTo>
                <a:lnTo>
                  <a:pt x="8319" y="1283"/>
                </a:lnTo>
                <a:lnTo>
                  <a:pt x="10195" y="1715"/>
                </a:lnTo>
                <a:lnTo>
                  <a:pt x="12080" y="2143"/>
                </a:lnTo>
                <a:lnTo>
                  <a:pt x="13967" y="2575"/>
                </a:lnTo>
                <a:lnTo>
                  <a:pt x="15862" y="3007"/>
                </a:lnTo>
                <a:lnTo>
                  <a:pt x="17766" y="3443"/>
                </a:lnTo>
                <a:lnTo>
                  <a:pt x="19678" y="3879"/>
                </a:lnTo>
                <a:lnTo>
                  <a:pt x="21600" y="4320"/>
                </a:lnTo>
                <a:lnTo>
                  <a:pt x="19961" y="6441"/>
                </a:lnTo>
                <a:lnTo>
                  <a:pt x="18382" y="8411"/>
                </a:lnTo>
                <a:lnTo>
                  <a:pt x="16845" y="10234"/>
                </a:lnTo>
                <a:lnTo>
                  <a:pt x="15333" y="11919"/>
                </a:lnTo>
                <a:lnTo>
                  <a:pt x="13827" y="13465"/>
                </a:lnTo>
                <a:lnTo>
                  <a:pt x="12312" y="14882"/>
                </a:lnTo>
                <a:lnTo>
                  <a:pt x="10770" y="16174"/>
                </a:lnTo>
                <a:lnTo>
                  <a:pt x="9185" y="17345"/>
                </a:lnTo>
                <a:lnTo>
                  <a:pt x="7538" y="18403"/>
                </a:lnTo>
                <a:lnTo>
                  <a:pt x="5813" y="19354"/>
                </a:lnTo>
                <a:lnTo>
                  <a:pt x="3993" y="20200"/>
                </a:lnTo>
                <a:lnTo>
                  <a:pt x="2060" y="20948"/>
                </a:lnTo>
                <a:lnTo>
                  <a:pt x="0" y="21600"/>
                </a:lnTo>
                <a:lnTo>
                  <a:pt x="335" y="18926"/>
                </a:lnTo>
                <a:lnTo>
                  <a:pt x="670" y="16252"/>
                </a:lnTo>
                <a:lnTo>
                  <a:pt x="1004" y="13569"/>
                </a:lnTo>
                <a:lnTo>
                  <a:pt x="1339" y="10882"/>
                </a:lnTo>
                <a:lnTo>
                  <a:pt x="1677" y="8182"/>
                </a:lnTo>
                <a:lnTo>
                  <a:pt x="2017" y="5469"/>
                </a:lnTo>
                <a:lnTo>
                  <a:pt x="2357" y="2743"/>
                </a:lnTo>
                <a:lnTo>
                  <a:pt x="2700" y="0"/>
                </a:lnTo>
                <a:close/>
              </a:path>
            </a:pathLst>
          </a:custGeom>
          <a:solidFill>
            <a:srgbClr val="B49D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5" name="contour_13103"/>
          <p:cNvSpPr/>
          <p:nvPr/>
        </p:nvSpPr>
        <p:spPr>
          <a:xfrm>
            <a:off x="1482549" y="4773452"/>
            <a:ext cx="58304" cy="293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4"/>
                </a:moveTo>
                <a:lnTo>
                  <a:pt x="21133" y="3680"/>
                </a:lnTo>
                <a:lnTo>
                  <a:pt x="20623" y="7034"/>
                </a:lnTo>
                <a:lnTo>
                  <a:pt x="20034" y="10204"/>
                </a:lnTo>
                <a:lnTo>
                  <a:pt x="19332" y="13225"/>
                </a:lnTo>
                <a:lnTo>
                  <a:pt x="18484" y="16117"/>
                </a:lnTo>
                <a:lnTo>
                  <a:pt x="17450" y="18896"/>
                </a:lnTo>
                <a:lnTo>
                  <a:pt x="16200" y="21595"/>
                </a:lnTo>
                <a:lnTo>
                  <a:pt x="14329" y="21600"/>
                </a:lnTo>
                <a:lnTo>
                  <a:pt x="12493" y="21407"/>
                </a:lnTo>
                <a:lnTo>
                  <a:pt x="10687" y="21042"/>
                </a:lnTo>
                <a:lnTo>
                  <a:pt x="8896" y="20516"/>
                </a:lnTo>
                <a:lnTo>
                  <a:pt x="7120" y="19856"/>
                </a:lnTo>
                <a:lnTo>
                  <a:pt x="5351" y="19078"/>
                </a:lnTo>
                <a:lnTo>
                  <a:pt x="3577" y="18204"/>
                </a:lnTo>
                <a:lnTo>
                  <a:pt x="1798" y="17244"/>
                </a:lnTo>
                <a:lnTo>
                  <a:pt x="0" y="16230"/>
                </a:lnTo>
                <a:lnTo>
                  <a:pt x="624" y="13161"/>
                </a:lnTo>
                <a:lnTo>
                  <a:pt x="1112" y="11020"/>
                </a:lnTo>
                <a:lnTo>
                  <a:pt x="1720" y="8804"/>
                </a:lnTo>
                <a:lnTo>
                  <a:pt x="2700" y="5499"/>
                </a:lnTo>
                <a:lnTo>
                  <a:pt x="4622" y="4287"/>
                </a:lnTo>
                <a:lnTo>
                  <a:pt x="6499" y="3224"/>
                </a:lnTo>
                <a:lnTo>
                  <a:pt x="8348" y="2312"/>
                </a:lnTo>
                <a:lnTo>
                  <a:pt x="10179" y="1556"/>
                </a:lnTo>
                <a:lnTo>
                  <a:pt x="12007" y="950"/>
                </a:lnTo>
                <a:lnTo>
                  <a:pt x="13848" y="488"/>
                </a:lnTo>
                <a:lnTo>
                  <a:pt x="15714" y="177"/>
                </a:lnTo>
                <a:lnTo>
                  <a:pt x="17618" y="16"/>
                </a:lnTo>
                <a:lnTo>
                  <a:pt x="19575" y="0"/>
                </a:lnTo>
                <a:lnTo>
                  <a:pt x="21600" y="134"/>
                </a:lnTo>
                <a:close/>
              </a:path>
            </a:pathLst>
          </a:custGeom>
          <a:solidFill>
            <a:srgbClr val="3D39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6" name="contour_13104"/>
          <p:cNvSpPr/>
          <p:nvPr/>
        </p:nvSpPr>
        <p:spPr>
          <a:xfrm>
            <a:off x="10490506" y="475905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594" y="2851"/>
                </a:lnTo>
                <a:lnTo>
                  <a:pt x="19188" y="5707"/>
                </a:lnTo>
                <a:lnTo>
                  <a:pt x="19786" y="8575"/>
                </a:lnTo>
                <a:lnTo>
                  <a:pt x="20387" y="11457"/>
                </a:lnTo>
                <a:lnTo>
                  <a:pt x="20992" y="14355"/>
                </a:lnTo>
                <a:lnTo>
                  <a:pt x="21600" y="17280"/>
                </a:lnTo>
                <a:lnTo>
                  <a:pt x="19224" y="17755"/>
                </a:lnTo>
                <a:lnTo>
                  <a:pt x="16844" y="18230"/>
                </a:lnTo>
                <a:lnTo>
                  <a:pt x="14465" y="18706"/>
                </a:lnTo>
                <a:lnTo>
                  <a:pt x="12078" y="19185"/>
                </a:lnTo>
                <a:lnTo>
                  <a:pt x="9684" y="19665"/>
                </a:lnTo>
                <a:lnTo>
                  <a:pt x="7279" y="20144"/>
                </a:lnTo>
                <a:lnTo>
                  <a:pt x="4867" y="20628"/>
                </a:lnTo>
                <a:lnTo>
                  <a:pt x="2441" y="21112"/>
                </a:lnTo>
                <a:lnTo>
                  <a:pt x="0" y="21600"/>
                </a:lnTo>
                <a:lnTo>
                  <a:pt x="1019" y="19155"/>
                </a:lnTo>
                <a:lnTo>
                  <a:pt x="2038" y="16710"/>
                </a:lnTo>
                <a:lnTo>
                  <a:pt x="3060" y="14256"/>
                </a:lnTo>
                <a:lnTo>
                  <a:pt x="4086" y="11794"/>
                </a:lnTo>
                <a:lnTo>
                  <a:pt x="5119" y="9318"/>
                </a:lnTo>
                <a:lnTo>
                  <a:pt x="6156" y="6830"/>
                </a:lnTo>
                <a:lnTo>
                  <a:pt x="7200" y="4320"/>
                </a:lnTo>
                <a:lnTo>
                  <a:pt x="9338" y="5175"/>
                </a:lnTo>
                <a:lnTo>
                  <a:pt x="11484" y="6035"/>
                </a:lnTo>
                <a:lnTo>
                  <a:pt x="13637" y="6895"/>
                </a:lnTo>
                <a:lnTo>
                  <a:pt x="15808" y="7763"/>
                </a:lnTo>
                <a:lnTo>
                  <a:pt x="18000" y="8640"/>
                </a:lnTo>
                <a:lnTo>
                  <a:pt x="18000" y="5784"/>
                </a:lnTo>
                <a:lnTo>
                  <a:pt x="18000" y="2912"/>
                </a:lnTo>
                <a:lnTo>
                  <a:pt x="18000" y="0"/>
                </a:lnTo>
                <a:close/>
              </a:path>
            </a:pathLst>
          </a:custGeom>
          <a:solidFill>
            <a:srgbClr val="7072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7" name="contour_13105"/>
          <p:cNvSpPr/>
          <p:nvPr/>
        </p:nvSpPr>
        <p:spPr>
          <a:xfrm>
            <a:off x="819342" y="4751027"/>
            <a:ext cx="65592" cy="298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211"/>
                </a:moveTo>
                <a:lnTo>
                  <a:pt x="15017" y="258"/>
                </a:lnTo>
                <a:lnTo>
                  <a:pt x="16546" y="305"/>
                </a:lnTo>
                <a:lnTo>
                  <a:pt x="18094" y="353"/>
                </a:lnTo>
                <a:lnTo>
                  <a:pt x="19253" y="411"/>
                </a:lnTo>
                <a:lnTo>
                  <a:pt x="20417" y="474"/>
                </a:lnTo>
                <a:lnTo>
                  <a:pt x="21600" y="537"/>
                </a:lnTo>
                <a:lnTo>
                  <a:pt x="21600" y="3149"/>
                </a:lnTo>
                <a:lnTo>
                  <a:pt x="21600" y="5803"/>
                </a:lnTo>
                <a:lnTo>
                  <a:pt x="19903" y="5803"/>
                </a:lnTo>
                <a:lnTo>
                  <a:pt x="18204" y="5803"/>
                </a:lnTo>
                <a:lnTo>
                  <a:pt x="16500" y="5803"/>
                </a:lnTo>
                <a:lnTo>
                  <a:pt x="14789" y="5803"/>
                </a:lnTo>
                <a:lnTo>
                  <a:pt x="13070" y="5803"/>
                </a:lnTo>
                <a:lnTo>
                  <a:pt x="11342" y="5803"/>
                </a:lnTo>
                <a:lnTo>
                  <a:pt x="9600" y="5803"/>
                </a:lnTo>
                <a:lnTo>
                  <a:pt x="10075" y="8931"/>
                </a:lnTo>
                <a:lnTo>
                  <a:pt x="10553" y="12069"/>
                </a:lnTo>
                <a:lnTo>
                  <a:pt x="11030" y="15223"/>
                </a:lnTo>
                <a:lnTo>
                  <a:pt x="11513" y="18393"/>
                </a:lnTo>
                <a:lnTo>
                  <a:pt x="12000" y="21600"/>
                </a:lnTo>
                <a:lnTo>
                  <a:pt x="10498" y="21137"/>
                </a:lnTo>
                <a:lnTo>
                  <a:pt x="8998" y="20652"/>
                </a:lnTo>
                <a:lnTo>
                  <a:pt x="7498" y="20152"/>
                </a:lnTo>
                <a:lnTo>
                  <a:pt x="6000" y="19625"/>
                </a:lnTo>
                <a:lnTo>
                  <a:pt x="5160" y="19352"/>
                </a:lnTo>
                <a:lnTo>
                  <a:pt x="2626" y="18514"/>
                </a:lnTo>
                <a:lnTo>
                  <a:pt x="1322" y="17430"/>
                </a:lnTo>
                <a:lnTo>
                  <a:pt x="0" y="16334"/>
                </a:lnTo>
                <a:lnTo>
                  <a:pt x="0" y="12854"/>
                </a:lnTo>
                <a:lnTo>
                  <a:pt x="0" y="9352"/>
                </a:lnTo>
                <a:lnTo>
                  <a:pt x="0" y="5803"/>
                </a:lnTo>
                <a:lnTo>
                  <a:pt x="1356" y="3739"/>
                </a:lnTo>
                <a:lnTo>
                  <a:pt x="2753" y="2222"/>
                </a:lnTo>
                <a:lnTo>
                  <a:pt x="4186" y="1164"/>
                </a:lnTo>
                <a:lnTo>
                  <a:pt x="5657" y="495"/>
                </a:lnTo>
                <a:lnTo>
                  <a:pt x="7162" y="132"/>
                </a:lnTo>
                <a:lnTo>
                  <a:pt x="8700" y="0"/>
                </a:lnTo>
                <a:lnTo>
                  <a:pt x="10270" y="21"/>
                </a:lnTo>
                <a:lnTo>
                  <a:pt x="11870" y="116"/>
                </a:lnTo>
                <a:lnTo>
                  <a:pt x="13500" y="211"/>
                </a:lnTo>
                <a:close/>
              </a:path>
            </a:pathLst>
          </a:custGeom>
          <a:solidFill>
            <a:srgbClr val="7779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8" name="contour_13106"/>
          <p:cNvSpPr/>
          <p:nvPr/>
        </p:nvSpPr>
        <p:spPr>
          <a:xfrm>
            <a:off x="4594521" y="4742784"/>
            <a:ext cx="43728" cy="324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30"/>
                </a:moveTo>
                <a:lnTo>
                  <a:pt x="6199" y="485"/>
                </a:lnTo>
                <a:lnTo>
                  <a:pt x="8762" y="126"/>
                </a:lnTo>
                <a:lnTo>
                  <a:pt x="11308" y="0"/>
                </a:lnTo>
                <a:lnTo>
                  <a:pt x="13849" y="82"/>
                </a:lnTo>
                <a:lnTo>
                  <a:pt x="16398" y="320"/>
                </a:lnTo>
                <a:lnTo>
                  <a:pt x="18979" y="684"/>
                </a:lnTo>
                <a:lnTo>
                  <a:pt x="21600" y="1130"/>
                </a:lnTo>
                <a:lnTo>
                  <a:pt x="20819" y="4142"/>
                </a:lnTo>
                <a:lnTo>
                  <a:pt x="19998" y="7063"/>
                </a:lnTo>
                <a:lnTo>
                  <a:pt x="19116" y="9900"/>
                </a:lnTo>
                <a:lnTo>
                  <a:pt x="18140" y="12655"/>
                </a:lnTo>
                <a:lnTo>
                  <a:pt x="17046" y="15343"/>
                </a:lnTo>
                <a:lnTo>
                  <a:pt x="15811" y="17967"/>
                </a:lnTo>
                <a:lnTo>
                  <a:pt x="14400" y="20533"/>
                </a:lnTo>
                <a:lnTo>
                  <a:pt x="11884" y="21246"/>
                </a:lnTo>
                <a:lnTo>
                  <a:pt x="9547" y="21576"/>
                </a:lnTo>
                <a:lnTo>
                  <a:pt x="7290" y="21600"/>
                </a:lnTo>
                <a:lnTo>
                  <a:pt x="5015" y="21387"/>
                </a:lnTo>
                <a:lnTo>
                  <a:pt x="2621" y="21008"/>
                </a:lnTo>
                <a:lnTo>
                  <a:pt x="0" y="20533"/>
                </a:lnTo>
                <a:lnTo>
                  <a:pt x="158" y="17026"/>
                </a:lnTo>
                <a:lnTo>
                  <a:pt x="414" y="13679"/>
                </a:lnTo>
                <a:lnTo>
                  <a:pt x="828" y="10453"/>
                </a:lnTo>
                <a:lnTo>
                  <a:pt x="1454" y="7310"/>
                </a:lnTo>
                <a:lnTo>
                  <a:pt x="2358" y="4215"/>
                </a:lnTo>
                <a:lnTo>
                  <a:pt x="3600" y="1130"/>
                </a:lnTo>
                <a:close/>
              </a:path>
            </a:pathLst>
          </a:custGeom>
          <a:solidFill>
            <a:srgbClr val="EDDB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09" name="contour_13107"/>
          <p:cNvSpPr/>
          <p:nvPr/>
        </p:nvSpPr>
        <p:spPr>
          <a:xfrm>
            <a:off x="10891346" y="4708043"/>
            <a:ext cx="43728" cy="427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4" y="2026"/>
                </a:lnTo>
                <a:lnTo>
                  <a:pt x="10368" y="4056"/>
                </a:lnTo>
                <a:lnTo>
                  <a:pt x="11956" y="6086"/>
                </a:lnTo>
                <a:lnTo>
                  <a:pt x="13550" y="8120"/>
                </a:lnTo>
                <a:lnTo>
                  <a:pt x="15145" y="10164"/>
                </a:lnTo>
                <a:lnTo>
                  <a:pt x="16747" y="12213"/>
                </a:lnTo>
                <a:lnTo>
                  <a:pt x="18356" y="14272"/>
                </a:lnTo>
                <a:lnTo>
                  <a:pt x="19973" y="16339"/>
                </a:lnTo>
                <a:lnTo>
                  <a:pt x="21600" y="18421"/>
                </a:lnTo>
                <a:lnTo>
                  <a:pt x="18054" y="20207"/>
                </a:lnTo>
                <a:lnTo>
                  <a:pt x="15710" y="21228"/>
                </a:lnTo>
                <a:lnTo>
                  <a:pt x="14029" y="21600"/>
                </a:lnTo>
                <a:lnTo>
                  <a:pt x="12485" y="21434"/>
                </a:lnTo>
                <a:lnTo>
                  <a:pt x="10548" y="20852"/>
                </a:lnTo>
                <a:lnTo>
                  <a:pt x="9619" y="20314"/>
                </a:lnTo>
                <a:lnTo>
                  <a:pt x="8604" y="19725"/>
                </a:lnTo>
                <a:lnTo>
                  <a:pt x="7002" y="18796"/>
                </a:lnTo>
                <a:lnTo>
                  <a:pt x="4302" y="17231"/>
                </a:lnTo>
                <a:lnTo>
                  <a:pt x="0" y="14736"/>
                </a:lnTo>
                <a:lnTo>
                  <a:pt x="1019" y="12651"/>
                </a:lnTo>
                <a:lnTo>
                  <a:pt x="2038" y="10566"/>
                </a:lnTo>
                <a:lnTo>
                  <a:pt x="3060" y="8473"/>
                </a:lnTo>
                <a:lnTo>
                  <a:pt x="4086" y="6374"/>
                </a:lnTo>
                <a:lnTo>
                  <a:pt x="5119" y="4263"/>
                </a:lnTo>
                <a:lnTo>
                  <a:pt x="6156" y="2140"/>
                </a:lnTo>
                <a:lnTo>
                  <a:pt x="7200" y="0"/>
                </a:lnTo>
                <a:close/>
              </a:path>
            </a:pathLst>
          </a:custGeom>
          <a:solidFill>
            <a:srgbClr val="EBEF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0" name="contour_13108"/>
          <p:cNvSpPr/>
          <p:nvPr/>
        </p:nvSpPr>
        <p:spPr>
          <a:xfrm>
            <a:off x="2553884" y="4708043"/>
            <a:ext cx="51016" cy="51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004" y="862"/>
                </a:lnTo>
                <a:lnTo>
                  <a:pt x="12750" y="1724"/>
                </a:lnTo>
                <a:lnTo>
                  <a:pt x="14503" y="2590"/>
                </a:lnTo>
                <a:lnTo>
                  <a:pt x="16262" y="3458"/>
                </a:lnTo>
                <a:lnTo>
                  <a:pt x="18030" y="4332"/>
                </a:lnTo>
                <a:lnTo>
                  <a:pt x="19807" y="5210"/>
                </a:lnTo>
                <a:lnTo>
                  <a:pt x="21600" y="6093"/>
                </a:lnTo>
                <a:lnTo>
                  <a:pt x="20134" y="7476"/>
                </a:lnTo>
                <a:lnTo>
                  <a:pt x="18659" y="8872"/>
                </a:lnTo>
                <a:lnTo>
                  <a:pt x="17163" y="10282"/>
                </a:lnTo>
                <a:lnTo>
                  <a:pt x="15506" y="11921"/>
                </a:lnTo>
                <a:lnTo>
                  <a:pt x="14099" y="13441"/>
                </a:lnTo>
                <a:lnTo>
                  <a:pt x="12886" y="15004"/>
                </a:lnTo>
                <a:lnTo>
                  <a:pt x="11806" y="16756"/>
                </a:lnTo>
                <a:lnTo>
                  <a:pt x="10800" y="18852"/>
                </a:lnTo>
                <a:lnTo>
                  <a:pt x="10035" y="20080"/>
                </a:lnTo>
                <a:lnTo>
                  <a:pt x="9257" y="21326"/>
                </a:lnTo>
                <a:lnTo>
                  <a:pt x="6869" y="21509"/>
                </a:lnTo>
                <a:lnTo>
                  <a:pt x="5193" y="21600"/>
                </a:lnTo>
                <a:lnTo>
                  <a:pt x="3786" y="21600"/>
                </a:lnTo>
                <a:lnTo>
                  <a:pt x="2203" y="21509"/>
                </a:lnTo>
                <a:lnTo>
                  <a:pt x="0" y="21326"/>
                </a:lnTo>
                <a:lnTo>
                  <a:pt x="617" y="20162"/>
                </a:lnTo>
                <a:lnTo>
                  <a:pt x="1240" y="18980"/>
                </a:lnTo>
                <a:lnTo>
                  <a:pt x="2197" y="17119"/>
                </a:lnTo>
                <a:lnTo>
                  <a:pt x="3120" y="15263"/>
                </a:lnTo>
                <a:lnTo>
                  <a:pt x="4011" y="13408"/>
                </a:lnTo>
                <a:lnTo>
                  <a:pt x="4872" y="11549"/>
                </a:lnTo>
                <a:lnTo>
                  <a:pt x="5696" y="9679"/>
                </a:lnTo>
                <a:lnTo>
                  <a:pt x="6483" y="7793"/>
                </a:lnTo>
                <a:lnTo>
                  <a:pt x="7236" y="5889"/>
                </a:lnTo>
                <a:lnTo>
                  <a:pt x="7949" y="3957"/>
                </a:lnTo>
                <a:lnTo>
                  <a:pt x="8625" y="1995"/>
                </a:lnTo>
                <a:lnTo>
                  <a:pt x="9257" y="0"/>
                </a:lnTo>
                <a:close/>
              </a:path>
            </a:pathLst>
          </a:custGeom>
          <a:solidFill>
            <a:srgbClr val="C3C4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1" name="contour_13109"/>
          <p:cNvSpPr/>
          <p:nvPr/>
        </p:nvSpPr>
        <p:spPr>
          <a:xfrm>
            <a:off x="6496687" y="4686179"/>
            <a:ext cx="291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1497"/>
                </a:lnTo>
                <a:lnTo>
                  <a:pt x="21600" y="2996"/>
                </a:lnTo>
                <a:lnTo>
                  <a:pt x="21600" y="4495"/>
                </a:lnTo>
                <a:lnTo>
                  <a:pt x="21600" y="5996"/>
                </a:lnTo>
                <a:lnTo>
                  <a:pt x="21600" y="7504"/>
                </a:lnTo>
                <a:lnTo>
                  <a:pt x="21600" y="9014"/>
                </a:lnTo>
                <a:lnTo>
                  <a:pt x="21600" y="10530"/>
                </a:lnTo>
                <a:lnTo>
                  <a:pt x="21600" y="12053"/>
                </a:lnTo>
                <a:lnTo>
                  <a:pt x="21600" y="13582"/>
                </a:lnTo>
                <a:lnTo>
                  <a:pt x="21600" y="15120"/>
                </a:lnTo>
                <a:lnTo>
                  <a:pt x="18031" y="15120"/>
                </a:lnTo>
                <a:lnTo>
                  <a:pt x="14440" y="15120"/>
                </a:lnTo>
                <a:lnTo>
                  <a:pt x="10800" y="15120"/>
                </a:lnTo>
                <a:lnTo>
                  <a:pt x="9137" y="16727"/>
                </a:lnTo>
                <a:lnTo>
                  <a:pt x="8024" y="17868"/>
                </a:lnTo>
                <a:lnTo>
                  <a:pt x="7204" y="18852"/>
                </a:lnTo>
                <a:lnTo>
                  <a:pt x="6415" y="19993"/>
                </a:lnTo>
                <a:lnTo>
                  <a:pt x="5400" y="21600"/>
                </a:lnTo>
                <a:lnTo>
                  <a:pt x="3537" y="20630"/>
                </a:lnTo>
                <a:lnTo>
                  <a:pt x="2354" y="19857"/>
                </a:lnTo>
                <a:lnTo>
                  <a:pt x="1345" y="18876"/>
                </a:lnTo>
                <a:lnTo>
                  <a:pt x="0" y="17280"/>
                </a:lnTo>
                <a:lnTo>
                  <a:pt x="745" y="15960"/>
                </a:lnTo>
                <a:lnTo>
                  <a:pt x="1636" y="14666"/>
                </a:lnTo>
                <a:lnTo>
                  <a:pt x="2646" y="13392"/>
                </a:lnTo>
                <a:lnTo>
                  <a:pt x="3748" y="12131"/>
                </a:lnTo>
                <a:lnTo>
                  <a:pt x="4930" y="10876"/>
                </a:lnTo>
                <a:lnTo>
                  <a:pt x="6161" y="9625"/>
                </a:lnTo>
                <a:lnTo>
                  <a:pt x="7425" y="8370"/>
                </a:lnTo>
                <a:lnTo>
                  <a:pt x="8554" y="7160"/>
                </a:lnTo>
                <a:lnTo>
                  <a:pt x="9704" y="5931"/>
                </a:lnTo>
                <a:lnTo>
                  <a:pt x="10908" y="4728"/>
                </a:lnTo>
                <a:lnTo>
                  <a:pt x="12172" y="3536"/>
                </a:lnTo>
                <a:lnTo>
                  <a:pt x="13484" y="2352"/>
                </a:lnTo>
                <a:lnTo>
                  <a:pt x="14828" y="1175"/>
                </a:lnTo>
                <a:lnTo>
                  <a:pt x="16200" y="0"/>
                </a:lnTo>
                <a:close/>
              </a:path>
            </a:pathLst>
          </a:custGeom>
          <a:solidFill>
            <a:srgbClr val="E9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2" name="contour_13110"/>
          <p:cNvSpPr/>
          <p:nvPr/>
        </p:nvSpPr>
        <p:spPr>
          <a:xfrm>
            <a:off x="2378972" y="4700755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691"/>
                </a:lnTo>
                <a:lnTo>
                  <a:pt x="0" y="17780"/>
                </a:lnTo>
                <a:lnTo>
                  <a:pt x="0" y="15862"/>
                </a:lnTo>
                <a:lnTo>
                  <a:pt x="0" y="13937"/>
                </a:lnTo>
                <a:lnTo>
                  <a:pt x="0" y="12004"/>
                </a:lnTo>
                <a:lnTo>
                  <a:pt x="0" y="10060"/>
                </a:lnTo>
                <a:lnTo>
                  <a:pt x="0" y="8100"/>
                </a:lnTo>
                <a:lnTo>
                  <a:pt x="4759" y="8100"/>
                </a:lnTo>
                <a:lnTo>
                  <a:pt x="9547" y="8100"/>
                </a:lnTo>
                <a:lnTo>
                  <a:pt x="14400" y="8100"/>
                </a:lnTo>
                <a:lnTo>
                  <a:pt x="14400" y="6496"/>
                </a:lnTo>
                <a:lnTo>
                  <a:pt x="14400" y="4887"/>
                </a:lnTo>
                <a:lnTo>
                  <a:pt x="14400" y="3272"/>
                </a:lnTo>
                <a:lnTo>
                  <a:pt x="14400" y="1644"/>
                </a:lnTo>
                <a:lnTo>
                  <a:pt x="14400" y="0"/>
                </a:lnTo>
                <a:close/>
              </a:path>
            </a:pathLst>
          </a:custGeom>
          <a:solidFill>
            <a:srgbClr val="EFF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3" name="contour_13111"/>
          <p:cNvSpPr/>
          <p:nvPr/>
        </p:nvSpPr>
        <p:spPr>
          <a:xfrm>
            <a:off x="629854" y="4705907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96"/>
                </a:moveTo>
                <a:lnTo>
                  <a:pt x="2646" y="722"/>
                </a:lnTo>
                <a:lnTo>
                  <a:pt x="5231" y="335"/>
                </a:lnTo>
                <a:lnTo>
                  <a:pt x="7772" y="82"/>
                </a:lnTo>
                <a:lnTo>
                  <a:pt x="10300" y="0"/>
                </a:lnTo>
                <a:lnTo>
                  <a:pt x="12830" y="131"/>
                </a:lnTo>
                <a:lnTo>
                  <a:pt x="15390" y="514"/>
                </a:lnTo>
                <a:lnTo>
                  <a:pt x="18000" y="1196"/>
                </a:lnTo>
                <a:lnTo>
                  <a:pt x="18979" y="3669"/>
                </a:lnTo>
                <a:lnTo>
                  <a:pt x="19750" y="6142"/>
                </a:lnTo>
                <a:lnTo>
                  <a:pt x="20347" y="8627"/>
                </a:lnTo>
                <a:lnTo>
                  <a:pt x="20794" y="11133"/>
                </a:lnTo>
                <a:lnTo>
                  <a:pt x="21114" y="13675"/>
                </a:lnTo>
                <a:lnTo>
                  <a:pt x="21341" y="16258"/>
                </a:lnTo>
                <a:lnTo>
                  <a:pt x="21492" y="18894"/>
                </a:lnTo>
                <a:lnTo>
                  <a:pt x="21600" y="21600"/>
                </a:lnTo>
                <a:lnTo>
                  <a:pt x="19400" y="20213"/>
                </a:lnTo>
                <a:lnTo>
                  <a:pt x="17204" y="18813"/>
                </a:lnTo>
                <a:lnTo>
                  <a:pt x="15012" y="17405"/>
                </a:lnTo>
                <a:lnTo>
                  <a:pt x="12823" y="15989"/>
                </a:lnTo>
                <a:lnTo>
                  <a:pt x="11192" y="14948"/>
                </a:lnTo>
                <a:lnTo>
                  <a:pt x="9554" y="13899"/>
                </a:lnTo>
                <a:lnTo>
                  <a:pt x="7888" y="12834"/>
                </a:lnTo>
                <a:lnTo>
                  <a:pt x="5897" y="11120"/>
                </a:lnTo>
                <a:lnTo>
                  <a:pt x="4295" y="9484"/>
                </a:lnTo>
                <a:lnTo>
                  <a:pt x="2995" y="7803"/>
                </a:lnTo>
                <a:lnTo>
                  <a:pt x="1904" y="5946"/>
                </a:lnTo>
                <a:lnTo>
                  <a:pt x="936" y="3787"/>
                </a:lnTo>
                <a:lnTo>
                  <a:pt x="0" y="1196"/>
                </a:lnTo>
                <a:close/>
              </a:path>
            </a:pathLst>
          </a:custGeom>
          <a:solidFill>
            <a:srgbClr val="1B1B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4" name="contour_13112"/>
          <p:cNvSpPr/>
          <p:nvPr/>
        </p:nvSpPr>
        <p:spPr>
          <a:xfrm>
            <a:off x="4995361" y="4700755"/>
            <a:ext cx="3813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28" y="0"/>
                </a:moveTo>
                <a:lnTo>
                  <a:pt x="7112" y="158"/>
                </a:lnTo>
                <a:lnTo>
                  <a:pt x="9960" y="414"/>
                </a:lnTo>
                <a:lnTo>
                  <a:pt x="12705" y="828"/>
                </a:lnTo>
                <a:lnTo>
                  <a:pt x="15380" y="1454"/>
                </a:lnTo>
                <a:lnTo>
                  <a:pt x="18013" y="2358"/>
                </a:lnTo>
                <a:lnTo>
                  <a:pt x="20638" y="3600"/>
                </a:lnTo>
                <a:lnTo>
                  <a:pt x="21187" y="6199"/>
                </a:lnTo>
                <a:lnTo>
                  <a:pt x="21493" y="8762"/>
                </a:lnTo>
                <a:lnTo>
                  <a:pt x="21600" y="11308"/>
                </a:lnTo>
                <a:lnTo>
                  <a:pt x="21530" y="13849"/>
                </a:lnTo>
                <a:lnTo>
                  <a:pt x="21328" y="16398"/>
                </a:lnTo>
                <a:lnTo>
                  <a:pt x="21018" y="18979"/>
                </a:lnTo>
                <a:lnTo>
                  <a:pt x="20638" y="21600"/>
                </a:lnTo>
                <a:lnTo>
                  <a:pt x="17910" y="21600"/>
                </a:lnTo>
                <a:lnTo>
                  <a:pt x="15165" y="21600"/>
                </a:lnTo>
                <a:lnTo>
                  <a:pt x="12383" y="21600"/>
                </a:lnTo>
                <a:lnTo>
                  <a:pt x="12383" y="19462"/>
                </a:lnTo>
                <a:lnTo>
                  <a:pt x="12383" y="17316"/>
                </a:lnTo>
                <a:lnTo>
                  <a:pt x="12383" y="15163"/>
                </a:lnTo>
                <a:lnTo>
                  <a:pt x="12383" y="12992"/>
                </a:lnTo>
                <a:lnTo>
                  <a:pt x="12383" y="10800"/>
                </a:lnTo>
                <a:lnTo>
                  <a:pt x="9931" y="10800"/>
                </a:lnTo>
                <a:lnTo>
                  <a:pt x="7471" y="10800"/>
                </a:lnTo>
                <a:lnTo>
                  <a:pt x="5003" y="10800"/>
                </a:lnTo>
                <a:lnTo>
                  <a:pt x="2514" y="10800"/>
                </a:lnTo>
                <a:lnTo>
                  <a:pt x="0" y="10800"/>
                </a:lnTo>
                <a:lnTo>
                  <a:pt x="817" y="8662"/>
                </a:lnTo>
                <a:lnTo>
                  <a:pt x="1639" y="6516"/>
                </a:lnTo>
                <a:lnTo>
                  <a:pt x="2460" y="4363"/>
                </a:lnTo>
                <a:lnTo>
                  <a:pt x="3290" y="2192"/>
                </a:lnTo>
                <a:lnTo>
                  <a:pt x="4128" y="0"/>
                </a:lnTo>
                <a:close/>
              </a:path>
            </a:pathLst>
          </a:custGeom>
          <a:solidFill>
            <a:srgbClr val="E8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5" name="contour_13113"/>
          <p:cNvSpPr/>
          <p:nvPr/>
        </p:nvSpPr>
        <p:spPr>
          <a:xfrm>
            <a:off x="1248969" y="4671603"/>
            <a:ext cx="3803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62" y="0"/>
                </a:moveTo>
                <a:lnTo>
                  <a:pt x="18815" y="0"/>
                </a:lnTo>
                <a:lnTo>
                  <a:pt x="20901" y="0"/>
                </a:lnTo>
                <a:lnTo>
                  <a:pt x="21186" y="2231"/>
                </a:lnTo>
                <a:lnTo>
                  <a:pt x="21414" y="4440"/>
                </a:lnTo>
                <a:lnTo>
                  <a:pt x="21559" y="6631"/>
                </a:lnTo>
                <a:lnTo>
                  <a:pt x="21600" y="8816"/>
                </a:lnTo>
                <a:lnTo>
                  <a:pt x="21517" y="11004"/>
                </a:lnTo>
                <a:lnTo>
                  <a:pt x="21294" y="13204"/>
                </a:lnTo>
                <a:lnTo>
                  <a:pt x="20901" y="15429"/>
                </a:lnTo>
                <a:lnTo>
                  <a:pt x="18256" y="17144"/>
                </a:lnTo>
                <a:lnTo>
                  <a:pt x="16302" y="18357"/>
                </a:lnTo>
                <a:lnTo>
                  <a:pt x="14692" y="19236"/>
                </a:lnTo>
                <a:lnTo>
                  <a:pt x="13083" y="19955"/>
                </a:lnTo>
                <a:lnTo>
                  <a:pt x="11129" y="20687"/>
                </a:lnTo>
                <a:lnTo>
                  <a:pt x="8484" y="21600"/>
                </a:lnTo>
                <a:lnTo>
                  <a:pt x="6427" y="19533"/>
                </a:lnTo>
                <a:lnTo>
                  <a:pt x="4656" y="17601"/>
                </a:lnTo>
                <a:lnTo>
                  <a:pt x="3174" y="15743"/>
                </a:lnTo>
                <a:lnTo>
                  <a:pt x="1974" y="13910"/>
                </a:lnTo>
                <a:lnTo>
                  <a:pt x="1055" y="12040"/>
                </a:lnTo>
                <a:lnTo>
                  <a:pt x="422" y="10081"/>
                </a:lnTo>
                <a:lnTo>
                  <a:pt x="70" y="7973"/>
                </a:lnTo>
                <a:lnTo>
                  <a:pt x="0" y="5659"/>
                </a:lnTo>
                <a:lnTo>
                  <a:pt x="207" y="3086"/>
                </a:lnTo>
                <a:lnTo>
                  <a:pt x="2943" y="3086"/>
                </a:lnTo>
                <a:lnTo>
                  <a:pt x="5695" y="3086"/>
                </a:lnTo>
                <a:lnTo>
                  <a:pt x="8484" y="3086"/>
                </a:lnTo>
                <a:lnTo>
                  <a:pt x="8484" y="4919"/>
                </a:lnTo>
                <a:lnTo>
                  <a:pt x="8484" y="6758"/>
                </a:lnTo>
                <a:lnTo>
                  <a:pt x="8484" y="8603"/>
                </a:lnTo>
                <a:lnTo>
                  <a:pt x="8484" y="10464"/>
                </a:lnTo>
                <a:lnTo>
                  <a:pt x="8484" y="12343"/>
                </a:lnTo>
                <a:lnTo>
                  <a:pt x="11220" y="12343"/>
                </a:lnTo>
                <a:lnTo>
                  <a:pt x="13972" y="12343"/>
                </a:lnTo>
                <a:lnTo>
                  <a:pt x="16762" y="12343"/>
                </a:lnTo>
                <a:lnTo>
                  <a:pt x="16762" y="10306"/>
                </a:lnTo>
                <a:lnTo>
                  <a:pt x="16762" y="8267"/>
                </a:lnTo>
                <a:lnTo>
                  <a:pt x="16762" y="6218"/>
                </a:lnTo>
                <a:lnTo>
                  <a:pt x="16762" y="4160"/>
                </a:lnTo>
                <a:lnTo>
                  <a:pt x="16762" y="2089"/>
                </a:lnTo>
                <a:lnTo>
                  <a:pt x="16762" y="0"/>
                </a:lnTo>
                <a:close/>
              </a:path>
            </a:pathLst>
          </a:custGeom>
          <a:solidFill>
            <a:srgbClr val="605E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6" name="contour_13114"/>
          <p:cNvSpPr/>
          <p:nvPr/>
        </p:nvSpPr>
        <p:spPr>
          <a:xfrm>
            <a:off x="9606838" y="4678891"/>
            <a:ext cx="52838" cy="36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5" y="0"/>
                </a:moveTo>
                <a:lnTo>
                  <a:pt x="4463" y="1735"/>
                </a:lnTo>
                <a:lnTo>
                  <a:pt x="7526" y="3197"/>
                </a:lnTo>
                <a:lnTo>
                  <a:pt x="10016" y="4453"/>
                </a:lnTo>
                <a:lnTo>
                  <a:pt x="12022" y="5573"/>
                </a:lnTo>
                <a:lnTo>
                  <a:pt x="13624" y="6629"/>
                </a:lnTo>
                <a:lnTo>
                  <a:pt x="14911" y="7684"/>
                </a:lnTo>
                <a:lnTo>
                  <a:pt x="15963" y="8821"/>
                </a:lnTo>
                <a:lnTo>
                  <a:pt x="16869" y="10099"/>
                </a:lnTo>
                <a:lnTo>
                  <a:pt x="17712" y="11591"/>
                </a:lnTo>
                <a:lnTo>
                  <a:pt x="18579" y="13364"/>
                </a:lnTo>
                <a:lnTo>
                  <a:pt x="19550" y="15493"/>
                </a:lnTo>
                <a:lnTo>
                  <a:pt x="20227" y="17433"/>
                </a:lnTo>
                <a:lnTo>
                  <a:pt x="20909" y="19390"/>
                </a:lnTo>
                <a:lnTo>
                  <a:pt x="21600" y="21369"/>
                </a:lnTo>
                <a:lnTo>
                  <a:pt x="19282" y="21600"/>
                </a:lnTo>
                <a:lnTo>
                  <a:pt x="17092" y="21600"/>
                </a:lnTo>
                <a:lnTo>
                  <a:pt x="15001" y="21378"/>
                </a:lnTo>
                <a:lnTo>
                  <a:pt x="12987" y="20942"/>
                </a:lnTo>
                <a:lnTo>
                  <a:pt x="11020" y="20284"/>
                </a:lnTo>
                <a:lnTo>
                  <a:pt x="9072" y="19416"/>
                </a:lnTo>
                <a:lnTo>
                  <a:pt x="7118" y="18339"/>
                </a:lnTo>
                <a:lnTo>
                  <a:pt x="5130" y="17061"/>
                </a:lnTo>
                <a:lnTo>
                  <a:pt x="3084" y="15578"/>
                </a:lnTo>
                <a:lnTo>
                  <a:pt x="1719" y="13877"/>
                </a:lnTo>
                <a:lnTo>
                  <a:pt x="944" y="12300"/>
                </a:lnTo>
                <a:lnTo>
                  <a:pt x="468" y="9937"/>
                </a:lnTo>
                <a:lnTo>
                  <a:pt x="0" y="5877"/>
                </a:lnTo>
                <a:lnTo>
                  <a:pt x="369" y="2957"/>
                </a:lnTo>
                <a:lnTo>
                  <a:pt x="745" y="0"/>
                </a:lnTo>
                <a:close/>
              </a:path>
            </a:pathLst>
          </a:custGeom>
          <a:solidFill>
            <a:srgbClr val="EFEF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7" name="contour_13115"/>
          <p:cNvSpPr/>
          <p:nvPr/>
        </p:nvSpPr>
        <p:spPr>
          <a:xfrm>
            <a:off x="7363958" y="4686179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360"/>
                </a:lnTo>
                <a:lnTo>
                  <a:pt x="4872" y="698"/>
                </a:lnTo>
                <a:lnTo>
                  <a:pt x="5807" y="1058"/>
                </a:lnTo>
                <a:lnTo>
                  <a:pt x="6974" y="1512"/>
                </a:lnTo>
                <a:lnTo>
                  <a:pt x="8523" y="2117"/>
                </a:lnTo>
                <a:lnTo>
                  <a:pt x="10609" y="2923"/>
                </a:lnTo>
                <a:lnTo>
                  <a:pt x="13380" y="4003"/>
                </a:lnTo>
                <a:lnTo>
                  <a:pt x="16993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611" y="17323"/>
                </a:lnTo>
                <a:lnTo>
                  <a:pt x="1225" y="13032"/>
                </a:lnTo>
                <a:lnTo>
                  <a:pt x="1839" y="8726"/>
                </a:lnTo>
                <a:lnTo>
                  <a:pt x="2459" y="4385"/>
                </a:lnTo>
                <a:lnTo>
                  <a:pt x="3086" y="0"/>
                </a:lnTo>
                <a:close/>
              </a:path>
            </a:pathLst>
          </a:custGeom>
          <a:solidFill>
            <a:srgbClr val="F3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8" name="contour_13116"/>
          <p:cNvSpPr/>
          <p:nvPr/>
        </p:nvSpPr>
        <p:spPr>
          <a:xfrm>
            <a:off x="6708039" y="4664315"/>
            <a:ext cx="3084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12" y="0"/>
                </a:moveTo>
                <a:lnTo>
                  <a:pt x="17843" y="0"/>
                </a:lnTo>
                <a:lnTo>
                  <a:pt x="20416" y="0"/>
                </a:lnTo>
                <a:lnTo>
                  <a:pt x="20783" y="2089"/>
                </a:lnTo>
                <a:lnTo>
                  <a:pt x="21105" y="4156"/>
                </a:lnTo>
                <a:lnTo>
                  <a:pt x="21360" y="6212"/>
                </a:lnTo>
                <a:lnTo>
                  <a:pt x="21534" y="8254"/>
                </a:lnTo>
                <a:lnTo>
                  <a:pt x="21600" y="10294"/>
                </a:lnTo>
                <a:lnTo>
                  <a:pt x="21544" y="12334"/>
                </a:lnTo>
                <a:lnTo>
                  <a:pt x="21340" y="14379"/>
                </a:lnTo>
                <a:lnTo>
                  <a:pt x="20972" y="16438"/>
                </a:lnTo>
                <a:lnTo>
                  <a:pt x="20416" y="18514"/>
                </a:lnTo>
                <a:lnTo>
                  <a:pt x="17195" y="19690"/>
                </a:lnTo>
                <a:lnTo>
                  <a:pt x="13975" y="20520"/>
                </a:lnTo>
                <a:lnTo>
                  <a:pt x="10698" y="21066"/>
                </a:lnTo>
                <a:lnTo>
                  <a:pt x="7314" y="21387"/>
                </a:lnTo>
                <a:lnTo>
                  <a:pt x="3767" y="21548"/>
                </a:lnTo>
                <a:lnTo>
                  <a:pt x="0" y="21600"/>
                </a:lnTo>
                <a:lnTo>
                  <a:pt x="0" y="19563"/>
                </a:lnTo>
                <a:lnTo>
                  <a:pt x="0" y="17524"/>
                </a:lnTo>
                <a:lnTo>
                  <a:pt x="0" y="15475"/>
                </a:lnTo>
                <a:lnTo>
                  <a:pt x="0" y="13417"/>
                </a:lnTo>
                <a:lnTo>
                  <a:pt x="0" y="11346"/>
                </a:lnTo>
                <a:lnTo>
                  <a:pt x="0" y="9257"/>
                </a:lnTo>
                <a:lnTo>
                  <a:pt x="3374" y="9257"/>
                </a:lnTo>
                <a:lnTo>
                  <a:pt x="6768" y="9257"/>
                </a:lnTo>
                <a:lnTo>
                  <a:pt x="10208" y="9257"/>
                </a:lnTo>
                <a:lnTo>
                  <a:pt x="11627" y="6961"/>
                </a:lnTo>
                <a:lnTo>
                  <a:pt x="12602" y="5332"/>
                </a:lnTo>
                <a:lnTo>
                  <a:pt x="13378" y="3925"/>
                </a:lnTo>
                <a:lnTo>
                  <a:pt x="14199" y="2296"/>
                </a:lnTo>
                <a:lnTo>
                  <a:pt x="15312" y="0"/>
                </a:lnTo>
                <a:close/>
              </a:path>
            </a:pathLst>
          </a:custGeom>
          <a:solidFill>
            <a:srgbClr val="F2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19" name="contour_13117"/>
          <p:cNvSpPr/>
          <p:nvPr/>
        </p:nvSpPr>
        <p:spPr>
          <a:xfrm>
            <a:off x="4864177" y="4672288"/>
            <a:ext cx="29152" cy="503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15" y="294"/>
                </a:moveTo>
                <a:lnTo>
                  <a:pt x="19391" y="1554"/>
                </a:lnTo>
                <a:lnTo>
                  <a:pt x="21600" y="2834"/>
                </a:lnTo>
                <a:lnTo>
                  <a:pt x="20979" y="5333"/>
                </a:lnTo>
                <a:lnTo>
                  <a:pt x="20255" y="7585"/>
                </a:lnTo>
                <a:lnTo>
                  <a:pt x="19391" y="9624"/>
                </a:lnTo>
                <a:lnTo>
                  <a:pt x="18333" y="11501"/>
                </a:lnTo>
                <a:lnTo>
                  <a:pt x="17037" y="13252"/>
                </a:lnTo>
                <a:lnTo>
                  <a:pt x="15460" y="14919"/>
                </a:lnTo>
                <a:lnTo>
                  <a:pt x="13554" y="16546"/>
                </a:lnTo>
                <a:lnTo>
                  <a:pt x="11270" y="18175"/>
                </a:lnTo>
                <a:lnTo>
                  <a:pt x="8570" y="19845"/>
                </a:lnTo>
                <a:lnTo>
                  <a:pt x="5400" y="21600"/>
                </a:lnTo>
                <a:lnTo>
                  <a:pt x="4693" y="19764"/>
                </a:lnTo>
                <a:lnTo>
                  <a:pt x="4007" y="17931"/>
                </a:lnTo>
                <a:lnTo>
                  <a:pt x="3332" y="16092"/>
                </a:lnTo>
                <a:lnTo>
                  <a:pt x="2673" y="14253"/>
                </a:lnTo>
                <a:lnTo>
                  <a:pt x="2025" y="12411"/>
                </a:lnTo>
                <a:lnTo>
                  <a:pt x="1399" y="10706"/>
                </a:lnTo>
                <a:lnTo>
                  <a:pt x="767" y="8986"/>
                </a:lnTo>
                <a:lnTo>
                  <a:pt x="130" y="7244"/>
                </a:lnTo>
                <a:lnTo>
                  <a:pt x="59" y="5054"/>
                </a:lnTo>
                <a:lnTo>
                  <a:pt x="0" y="2834"/>
                </a:lnTo>
                <a:lnTo>
                  <a:pt x="3467" y="1398"/>
                </a:lnTo>
                <a:lnTo>
                  <a:pt x="6507" y="488"/>
                </a:lnTo>
                <a:lnTo>
                  <a:pt x="9542" y="47"/>
                </a:lnTo>
                <a:lnTo>
                  <a:pt x="12971" y="0"/>
                </a:lnTo>
                <a:lnTo>
                  <a:pt x="17215" y="294"/>
                </a:lnTo>
                <a:close/>
              </a:path>
            </a:pathLst>
          </a:custGeom>
          <a:solidFill>
            <a:srgbClr val="F5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0" name="contour_13118"/>
          <p:cNvSpPr/>
          <p:nvPr/>
        </p:nvSpPr>
        <p:spPr>
          <a:xfrm>
            <a:off x="10301019" y="4649739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4" y="0"/>
                </a:lnTo>
                <a:lnTo>
                  <a:pt x="6437" y="0"/>
                </a:lnTo>
                <a:lnTo>
                  <a:pt x="8608" y="0"/>
                </a:lnTo>
                <a:lnTo>
                  <a:pt x="10800" y="0"/>
                </a:lnTo>
                <a:lnTo>
                  <a:pt x="10577" y="1466"/>
                </a:lnTo>
                <a:lnTo>
                  <a:pt x="10350" y="2941"/>
                </a:lnTo>
                <a:lnTo>
                  <a:pt x="10123" y="4437"/>
                </a:lnTo>
                <a:lnTo>
                  <a:pt x="10346" y="6029"/>
                </a:lnTo>
                <a:lnTo>
                  <a:pt x="10573" y="7631"/>
                </a:lnTo>
                <a:lnTo>
                  <a:pt x="10800" y="9257"/>
                </a:lnTo>
                <a:lnTo>
                  <a:pt x="13478" y="10300"/>
                </a:lnTo>
                <a:lnTo>
                  <a:pt x="15379" y="10982"/>
                </a:lnTo>
                <a:lnTo>
                  <a:pt x="17021" y="11451"/>
                </a:lnTo>
                <a:lnTo>
                  <a:pt x="18922" y="11855"/>
                </a:lnTo>
                <a:lnTo>
                  <a:pt x="21600" y="12343"/>
                </a:lnTo>
                <a:lnTo>
                  <a:pt x="19710" y="12179"/>
                </a:lnTo>
                <a:lnTo>
                  <a:pt x="17788" y="12019"/>
                </a:lnTo>
                <a:lnTo>
                  <a:pt x="16553" y="11954"/>
                </a:lnTo>
                <a:lnTo>
                  <a:pt x="12823" y="11763"/>
                </a:lnTo>
                <a:lnTo>
                  <a:pt x="10375" y="11602"/>
                </a:lnTo>
                <a:lnTo>
                  <a:pt x="7888" y="11439"/>
                </a:lnTo>
                <a:lnTo>
                  <a:pt x="5760" y="11886"/>
                </a:lnTo>
                <a:lnTo>
                  <a:pt x="3600" y="12343"/>
                </a:lnTo>
                <a:lnTo>
                  <a:pt x="2887" y="14176"/>
                </a:lnTo>
                <a:lnTo>
                  <a:pt x="2171" y="16015"/>
                </a:lnTo>
                <a:lnTo>
                  <a:pt x="1454" y="17860"/>
                </a:lnTo>
                <a:lnTo>
                  <a:pt x="731" y="19721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6A6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1" name="contour_13119"/>
          <p:cNvSpPr/>
          <p:nvPr/>
        </p:nvSpPr>
        <p:spPr>
          <a:xfrm>
            <a:off x="1883389" y="464245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14" y="569"/>
                </a:lnTo>
                <a:lnTo>
                  <a:pt x="5495" y="1040"/>
                </a:lnTo>
                <a:lnTo>
                  <a:pt x="7465" y="1588"/>
                </a:lnTo>
                <a:lnTo>
                  <a:pt x="9746" y="2383"/>
                </a:lnTo>
                <a:lnTo>
                  <a:pt x="12960" y="3600"/>
                </a:lnTo>
                <a:lnTo>
                  <a:pt x="13090" y="6278"/>
                </a:lnTo>
                <a:lnTo>
                  <a:pt x="13154" y="8179"/>
                </a:lnTo>
                <a:lnTo>
                  <a:pt x="13154" y="9821"/>
                </a:lnTo>
                <a:lnTo>
                  <a:pt x="13090" y="11722"/>
                </a:lnTo>
                <a:lnTo>
                  <a:pt x="12960" y="14400"/>
                </a:lnTo>
                <a:lnTo>
                  <a:pt x="15098" y="15293"/>
                </a:lnTo>
                <a:lnTo>
                  <a:pt x="17250" y="16186"/>
                </a:lnTo>
                <a:lnTo>
                  <a:pt x="19410" y="17089"/>
                </a:lnTo>
                <a:lnTo>
                  <a:pt x="21600" y="18000"/>
                </a:lnTo>
                <a:lnTo>
                  <a:pt x="18926" y="18446"/>
                </a:lnTo>
                <a:lnTo>
                  <a:pt x="16252" y="18893"/>
                </a:lnTo>
                <a:lnTo>
                  <a:pt x="13569" y="19339"/>
                </a:lnTo>
                <a:lnTo>
                  <a:pt x="10882" y="19786"/>
                </a:lnTo>
                <a:lnTo>
                  <a:pt x="8182" y="20236"/>
                </a:lnTo>
                <a:lnTo>
                  <a:pt x="5469" y="20689"/>
                </a:lnTo>
                <a:lnTo>
                  <a:pt x="2743" y="2114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1A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2" name="contour_13120"/>
          <p:cNvSpPr/>
          <p:nvPr/>
        </p:nvSpPr>
        <p:spPr>
          <a:xfrm>
            <a:off x="600702" y="4641139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51"/>
                </a:moveTo>
                <a:lnTo>
                  <a:pt x="9580" y="25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50"/>
                </a:lnTo>
                <a:lnTo>
                  <a:pt x="21600" y="751"/>
                </a:lnTo>
                <a:lnTo>
                  <a:pt x="21600" y="3699"/>
                </a:lnTo>
                <a:lnTo>
                  <a:pt x="21600" y="6651"/>
                </a:lnTo>
                <a:lnTo>
                  <a:pt x="21600" y="9612"/>
                </a:lnTo>
                <a:lnTo>
                  <a:pt x="21600" y="12585"/>
                </a:lnTo>
                <a:lnTo>
                  <a:pt x="21600" y="15570"/>
                </a:lnTo>
                <a:lnTo>
                  <a:pt x="21600" y="18573"/>
                </a:lnTo>
                <a:lnTo>
                  <a:pt x="21600" y="21600"/>
                </a:lnTo>
                <a:lnTo>
                  <a:pt x="18036" y="20912"/>
                </a:lnTo>
                <a:lnTo>
                  <a:pt x="14467" y="20224"/>
                </a:lnTo>
                <a:lnTo>
                  <a:pt x="10881" y="19532"/>
                </a:lnTo>
                <a:lnTo>
                  <a:pt x="7279" y="18835"/>
                </a:lnTo>
                <a:lnTo>
                  <a:pt x="3656" y="18135"/>
                </a:lnTo>
                <a:lnTo>
                  <a:pt x="0" y="17430"/>
                </a:lnTo>
                <a:lnTo>
                  <a:pt x="1015" y="12455"/>
                </a:lnTo>
                <a:lnTo>
                  <a:pt x="1782" y="8978"/>
                </a:lnTo>
                <a:lnTo>
                  <a:pt x="2457" y="6530"/>
                </a:lnTo>
                <a:lnTo>
                  <a:pt x="3186" y="4649"/>
                </a:lnTo>
                <a:lnTo>
                  <a:pt x="4115" y="2881"/>
                </a:lnTo>
                <a:lnTo>
                  <a:pt x="5400" y="751"/>
                </a:lnTo>
                <a:close/>
              </a:path>
            </a:pathLst>
          </a:custGeom>
          <a:solidFill>
            <a:srgbClr val="8A8A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3" name="contour_13121"/>
          <p:cNvSpPr/>
          <p:nvPr/>
        </p:nvSpPr>
        <p:spPr>
          <a:xfrm>
            <a:off x="5257729" y="465702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842" y="630"/>
                </a:lnTo>
                <a:lnTo>
                  <a:pt x="16573" y="1134"/>
                </a:lnTo>
                <a:lnTo>
                  <a:pt x="17980" y="1681"/>
                </a:lnTo>
                <a:lnTo>
                  <a:pt x="19508" y="2444"/>
                </a:lnTo>
                <a:lnTo>
                  <a:pt x="21600" y="3600"/>
                </a:lnTo>
                <a:lnTo>
                  <a:pt x="20501" y="5461"/>
                </a:lnTo>
                <a:lnTo>
                  <a:pt x="19394" y="7312"/>
                </a:lnTo>
                <a:lnTo>
                  <a:pt x="18274" y="9158"/>
                </a:lnTo>
                <a:lnTo>
                  <a:pt x="17144" y="10994"/>
                </a:lnTo>
                <a:lnTo>
                  <a:pt x="16009" y="12823"/>
                </a:lnTo>
                <a:lnTo>
                  <a:pt x="14969" y="14540"/>
                </a:lnTo>
                <a:lnTo>
                  <a:pt x="13923" y="16265"/>
                </a:lnTo>
                <a:lnTo>
                  <a:pt x="12861" y="18014"/>
                </a:lnTo>
                <a:lnTo>
                  <a:pt x="11670" y="19199"/>
                </a:lnTo>
                <a:lnTo>
                  <a:pt x="10473" y="20390"/>
                </a:lnTo>
                <a:lnTo>
                  <a:pt x="9257" y="21600"/>
                </a:lnTo>
                <a:lnTo>
                  <a:pt x="6758" y="20970"/>
                </a:lnTo>
                <a:lnTo>
                  <a:pt x="5027" y="20466"/>
                </a:lnTo>
                <a:lnTo>
                  <a:pt x="3620" y="19919"/>
                </a:lnTo>
                <a:lnTo>
                  <a:pt x="2092" y="19156"/>
                </a:lnTo>
                <a:lnTo>
                  <a:pt x="0" y="18000"/>
                </a:lnTo>
                <a:lnTo>
                  <a:pt x="1099" y="16139"/>
                </a:lnTo>
                <a:lnTo>
                  <a:pt x="2206" y="14288"/>
                </a:lnTo>
                <a:lnTo>
                  <a:pt x="3326" y="12442"/>
                </a:lnTo>
                <a:lnTo>
                  <a:pt x="4456" y="10606"/>
                </a:lnTo>
                <a:lnTo>
                  <a:pt x="5591" y="8777"/>
                </a:lnTo>
                <a:lnTo>
                  <a:pt x="6631" y="7060"/>
                </a:lnTo>
                <a:lnTo>
                  <a:pt x="7677" y="5335"/>
                </a:lnTo>
                <a:lnTo>
                  <a:pt x="8739" y="3586"/>
                </a:lnTo>
                <a:lnTo>
                  <a:pt x="9930" y="2401"/>
                </a:lnTo>
                <a:lnTo>
                  <a:pt x="11127" y="1210"/>
                </a:lnTo>
                <a:lnTo>
                  <a:pt x="12343" y="0"/>
                </a:lnTo>
                <a:close/>
              </a:path>
            </a:pathLst>
          </a:custGeom>
          <a:solidFill>
            <a:srgbClr val="ECE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4" name="contour_13122"/>
          <p:cNvSpPr/>
          <p:nvPr/>
        </p:nvSpPr>
        <p:spPr>
          <a:xfrm>
            <a:off x="1723053" y="463516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4" y="1302"/>
                </a:lnTo>
                <a:lnTo>
                  <a:pt x="9020" y="2345"/>
                </a:lnTo>
                <a:lnTo>
                  <a:pt x="11932" y="3237"/>
                </a:lnTo>
                <a:lnTo>
                  <a:pt x="14079" y="4085"/>
                </a:lnTo>
                <a:lnTo>
                  <a:pt x="15699" y="5002"/>
                </a:lnTo>
                <a:lnTo>
                  <a:pt x="17021" y="6091"/>
                </a:lnTo>
                <a:lnTo>
                  <a:pt x="18278" y="7461"/>
                </a:lnTo>
                <a:lnTo>
                  <a:pt x="19695" y="9220"/>
                </a:lnTo>
                <a:lnTo>
                  <a:pt x="20364" y="10886"/>
                </a:lnTo>
                <a:lnTo>
                  <a:pt x="20801" y="12201"/>
                </a:lnTo>
                <a:lnTo>
                  <a:pt x="21090" y="13614"/>
                </a:lnTo>
                <a:lnTo>
                  <a:pt x="21324" y="15571"/>
                </a:lnTo>
                <a:lnTo>
                  <a:pt x="21600" y="18514"/>
                </a:lnTo>
                <a:lnTo>
                  <a:pt x="19056" y="19641"/>
                </a:lnTo>
                <a:lnTo>
                  <a:pt x="17306" y="20338"/>
                </a:lnTo>
                <a:lnTo>
                  <a:pt x="15543" y="20893"/>
                </a:lnTo>
                <a:lnTo>
                  <a:pt x="12960" y="21600"/>
                </a:lnTo>
                <a:lnTo>
                  <a:pt x="11327" y="19773"/>
                </a:lnTo>
                <a:lnTo>
                  <a:pt x="9707" y="17943"/>
                </a:lnTo>
                <a:lnTo>
                  <a:pt x="8091" y="16107"/>
                </a:lnTo>
                <a:lnTo>
                  <a:pt x="6480" y="14271"/>
                </a:lnTo>
                <a:lnTo>
                  <a:pt x="5275" y="12911"/>
                </a:lnTo>
                <a:lnTo>
                  <a:pt x="4065" y="11537"/>
                </a:lnTo>
                <a:lnTo>
                  <a:pt x="2834" y="10149"/>
                </a:lnTo>
                <a:lnTo>
                  <a:pt x="1452" y="8159"/>
                </a:lnTo>
                <a:lnTo>
                  <a:pt x="613" y="6634"/>
                </a:lnTo>
                <a:lnTo>
                  <a:pt x="181" y="5091"/>
                </a:lnTo>
                <a:lnTo>
                  <a:pt x="22" y="3043"/>
                </a:lnTo>
                <a:lnTo>
                  <a:pt x="0" y="0"/>
                </a:lnTo>
                <a:close/>
              </a:path>
            </a:pathLst>
          </a:custGeom>
          <a:solidFill>
            <a:srgbClr val="20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5" name="contour_13123"/>
          <p:cNvSpPr/>
          <p:nvPr/>
        </p:nvSpPr>
        <p:spPr>
          <a:xfrm>
            <a:off x="1314925" y="464973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173"/>
                </a:lnTo>
                <a:lnTo>
                  <a:pt x="2341" y="333"/>
                </a:lnTo>
                <a:lnTo>
                  <a:pt x="3646" y="521"/>
                </a:lnTo>
                <a:lnTo>
                  <a:pt x="5374" y="768"/>
                </a:lnTo>
                <a:lnTo>
                  <a:pt x="7780" y="1111"/>
                </a:lnTo>
                <a:lnTo>
                  <a:pt x="11115" y="1589"/>
                </a:lnTo>
                <a:lnTo>
                  <a:pt x="15638" y="2234"/>
                </a:lnTo>
                <a:lnTo>
                  <a:pt x="21600" y="3086"/>
                </a:lnTo>
                <a:lnTo>
                  <a:pt x="20650" y="5122"/>
                </a:lnTo>
                <a:lnTo>
                  <a:pt x="19699" y="7162"/>
                </a:lnTo>
                <a:lnTo>
                  <a:pt x="18744" y="9202"/>
                </a:lnTo>
                <a:lnTo>
                  <a:pt x="17790" y="11247"/>
                </a:lnTo>
                <a:lnTo>
                  <a:pt x="16835" y="13299"/>
                </a:lnTo>
                <a:lnTo>
                  <a:pt x="15872" y="15361"/>
                </a:lnTo>
                <a:lnTo>
                  <a:pt x="14908" y="17428"/>
                </a:lnTo>
                <a:lnTo>
                  <a:pt x="13936" y="19508"/>
                </a:lnTo>
                <a:lnTo>
                  <a:pt x="12960" y="21600"/>
                </a:lnTo>
                <a:lnTo>
                  <a:pt x="11569" y="19665"/>
                </a:lnTo>
                <a:lnTo>
                  <a:pt x="10208" y="17743"/>
                </a:lnTo>
                <a:lnTo>
                  <a:pt x="8886" y="15824"/>
                </a:lnTo>
                <a:lnTo>
                  <a:pt x="7603" y="13907"/>
                </a:lnTo>
                <a:lnTo>
                  <a:pt x="6363" y="11985"/>
                </a:lnTo>
                <a:lnTo>
                  <a:pt x="5167" y="10050"/>
                </a:lnTo>
                <a:lnTo>
                  <a:pt x="4022" y="8097"/>
                </a:lnTo>
                <a:lnTo>
                  <a:pt x="2929" y="6122"/>
                </a:lnTo>
                <a:lnTo>
                  <a:pt x="1892" y="4119"/>
                </a:lnTo>
                <a:lnTo>
                  <a:pt x="916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9698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6" name="contour_13124"/>
          <p:cNvSpPr/>
          <p:nvPr/>
        </p:nvSpPr>
        <p:spPr>
          <a:xfrm>
            <a:off x="2466428" y="4649024"/>
            <a:ext cx="58304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16" y="0"/>
                </a:moveTo>
                <a:lnTo>
                  <a:pt x="13154" y="55"/>
                </a:lnTo>
                <a:lnTo>
                  <a:pt x="15017" y="107"/>
                </a:lnTo>
                <a:lnTo>
                  <a:pt x="15946" y="128"/>
                </a:lnTo>
                <a:lnTo>
                  <a:pt x="18741" y="189"/>
                </a:lnTo>
                <a:lnTo>
                  <a:pt x="20161" y="243"/>
                </a:lnTo>
                <a:lnTo>
                  <a:pt x="21600" y="298"/>
                </a:lnTo>
                <a:lnTo>
                  <a:pt x="19929" y="423"/>
                </a:lnTo>
                <a:lnTo>
                  <a:pt x="18244" y="551"/>
                </a:lnTo>
                <a:lnTo>
                  <a:pt x="16538" y="679"/>
                </a:lnTo>
                <a:lnTo>
                  <a:pt x="14774" y="1156"/>
                </a:lnTo>
                <a:lnTo>
                  <a:pt x="13589" y="1592"/>
                </a:lnTo>
                <a:lnTo>
                  <a:pt x="12444" y="2237"/>
                </a:lnTo>
                <a:lnTo>
                  <a:pt x="10800" y="3341"/>
                </a:lnTo>
                <a:lnTo>
                  <a:pt x="9966" y="5301"/>
                </a:lnTo>
                <a:lnTo>
                  <a:pt x="9210" y="7273"/>
                </a:lnTo>
                <a:lnTo>
                  <a:pt x="8521" y="9260"/>
                </a:lnTo>
                <a:lnTo>
                  <a:pt x="7898" y="11266"/>
                </a:lnTo>
                <a:lnTo>
                  <a:pt x="7328" y="13289"/>
                </a:lnTo>
                <a:lnTo>
                  <a:pt x="6799" y="15334"/>
                </a:lnTo>
                <a:lnTo>
                  <a:pt x="6310" y="17397"/>
                </a:lnTo>
                <a:lnTo>
                  <a:pt x="5846" y="19488"/>
                </a:lnTo>
                <a:lnTo>
                  <a:pt x="5400" y="21600"/>
                </a:lnTo>
                <a:lnTo>
                  <a:pt x="4063" y="20848"/>
                </a:lnTo>
                <a:lnTo>
                  <a:pt x="2722" y="20091"/>
                </a:lnTo>
                <a:lnTo>
                  <a:pt x="1369" y="19330"/>
                </a:lnTo>
                <a:lnTo>
                  <a:pt x="0" y="18557"/>
                </a:lnTo>
                <a:lnTo>
                  <a:pt x="629" y="16701"/>
                </a:lnTo>
                <a:lnTo>
                  <a:pt x="1261" y="14847"/>
                </a:lnTo>
                <a:lnTo>
                  <a:pt x="1895" y="12991"/>
                </a:lnTo>
                <a:lnTo>
                  <a:pt x="2530" y="11138"/>
                </a:lnTo>
                <a:lnTo>
                  <a:pt x="3002" y="9762"/>
                </a:lnTo>
                <a:lnTo>
                  <a:pt x="3475" y="8372"/>
                </a:lnTo>
                <a:lnTo>
                  <a:pt x="3953" y="6966"/>
                </a:lnTo>
                <a:lnTo>
                  <a:pt x="4984" y="4519"/>
                </a:lnTo>
                <a:lnTo>
                  <a:pt x="6016" y="2651"/>
                </a:lnTo>
                <a:lnTo>
                  <a:pt x="7271" y="1312"/>
                </a:lnTo>
                <a:lnTo>
                  <a:pt x="8967" y="447"/>
                </a:lnTo>
                <a:lnTo>
                  <a:pt x="11316" y="0"/>
                </a:lnTo>
                <a:close/>
              </a:path>
            </a:pathLst>
          </a:custGeom>
          <a:solidFill>
            <a:srgbClr val="D23A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7" name="contour_13125"/>
          <p:cNvSpPr/>
          <p:nvPr/>
        </p:nvSpPr>
        <p:spPr>
          <a:xfrm>
            <a:off x="9892891" y="4627663"/>
            <a:ext cx="58304" cy="220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7"/>
                </a:moveTo>
                <a:lnTo>
                  <a:pt x="21600" y="4443"/>
                </a:lnTo>
                <a:lnTo>
                  <a:pt x="21600" y="8693"/>
                </a:lnTo>
                <a:lnTo>
                  <a:pt x="21600" y="12957"/>
                </a:lnTo>
                <a:lnTo>
                  <a:pt x="21600" y="17257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161" y="15574"/>
                </a:lnTo>
                <a:lnTo>
                  <a:pt x="2087" y="11395"/>
                </a:lnTo>
                <a:lnTo>
                  <a:pt x="2994" y="8564"/>
                </a:lnTo>
                <a:lnTo>
                  <a:pt x="4101" y="6546"/>
                </a:lnTo>
                <a:lnTo>
                  <a:pt x="5616" y="4828"/>
                </a:lnTo>
                <a:lnTo>
                  <a:pt x="7762" y="2881"/>
                </a:lnTo>
                <a:lnTo>
                  <a:pt x="9499" y="2004"/>
                </a:lnTo>
                <a:lnTo>
                  <a:pt x="11221" y="1298"/>
                </a:lnTo>
                <a:lnTo>
                  <a:pt x="12933" y="742"/>
                </a:lnTo>
                <a:lnTo>
                  <a:pt x="14642" y="349"/>
                </a:lnTo>
                <a:lnTo>
                  <a:pt x="16357" y="100"/>
                </a:lnTo>
                <a:lnTo>
                  <a:pt x="18082" y="0"/>
                </a:lnTo>
                <a:lnTo>
                  <a:pt x="19829" y="36"/>
                </a:lnTo>
                <a:lnTo>
                  <a:pt x="21600" y="207"/>
                </a:lnTo>
                <a:close/>
              </a:path>
            </a:pathLst>
          </a:custGeom>
          <a:solidFill>
            <a:srgbClr val="BAC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8" name="contour_13126"/>
          <p:cNvSpPr/>
          <p:nvPr/>
        </p:nvSpPr>
        <p:spPr>
          <a:xfrm>
            <a:off x="10949650" y="461329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8752" y="2640"/>
                </a:lnTo>
                <a:lnTo>
                  <a:pt x="19368" y="5292"/>
                </a:lnTo>
                <a:lnTo>
                  <a:pt x="19868" y="7953"/>
                </a:lnTo>
                <a:lnTo>
                  <a:pt x="20282" y="10636"/>
                </a:lnTo>
                <a:lnTo>
                  <a:pt x="20635" y="13340"/>
                </a:lnTo>
                <a:lnTo>
                  <a:pt x="20956" y="16066"/>
                </a:lnTo>
                <a:lnTo>
                  <a:pt x="21269" y="18818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2138" y="8640"/>
                </a:lnTo>
                <a:lnTo>
                  <a:pt x="4284" y="8640"/>
                </a:lnTo>
                <a:lnTo>
                  <a:pt x="6437" y="8640"/>
                </a:lnTo>
                <a:lnTo>
                  <a:pt x="8608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4B45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29" name="contour_13127"/>
          <p:cNvSpPr/>
          <p:nvPr/>
        </p:nvSpPr>
        <p:spPr>
          <a:xfrm>
            <a:off x="2189484" y="4613299"/>
            <a:ext cx="58304" cy="29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10009" y="0"/>
                </a:lnTo>
                <a:lnTo>
                  <a:pt x="11921" y="0"/>
                </a:lnTo>
                <a:lnTo>
                  <a:pt x="13838" y="0"/>
                </a:lnTo>
                <a:lnTo>
                  <a:pt x="15763" y="0"/>
                </a:lnTo>
                <a:lnTo>
                  <a:pt x="17696" y="0"/>
                </a:lnTo>
                <a:lnTo>
                  <a:pt x="19640" y="0"/>
                </a:lnTo>
                <a:lnTo>
                  <a:pt x="21600" y="0"/>
                </a:lnTo>
                <a:lnTo>
                  <a:pt x="20712" y="5831"/>
                </a:lnTo>
                <a:lnTo>
                  <a:pt x="20018" y="10112"/>
                </a:lnTo>
                <a:lnTo>
                  <a:pt x="19426" y="13232"/>
                </a:lnTo>
                <a:lnTo>
                  <a:pt x="18846" y="15559"/>
                </a:lnTo>
                <a:lnTo>
                  <a:pt x="18176" y="17481"/>
                </a:lnTo>
                <a:lnTo>
                  <a:pt x="17326" y="19365"/>
                </a:lnTo>
                <a:lnTo>
                  <a:pt x="16200" y="21595"/>
                </a:lnTo>
                <a:lnTo>
                  <a:pt x="14329" y="21600"/>
                </a:lnTo>
                <a:lnTo>
                  <a:pt x="12493" y="21406"/>
                </a:lnTo>
                <a:lnTo>
                  <a:pt x="10687" y="21039"/>
                </a:lnTo>
                <a:lnTo>
                  <a:pt x="8897" y="20509"/>
                </a:lnTo>
                <a:lnTo>
                  <a:pt x="7120" y="19845"/>
                </a:lnTo>
                <a:lnTo>
                  <a:pt x="5351" y="19063"/>
                </a:lnTo>
                <a:lnTo>
                  <a:pt x="3577" y="18183"/>
                </a:lnTo>
                <a:lnTo>
                  <a:pt x="1798" y="17216"/>
                </a:lnTo>
                <a:lnTo>
                  <a:pt x="0" y="16196"/>
                </a:lnTo>
                <a:lnTo>
                  <a:pt x="597" y="15899"/>
                </a:lnTo>
                <a:lnTo>
                  <a:pt x="1647" y="15375"/>
                </a:lnTo>
                <a:lnTo>
                  <a:pt x="4050" y="14171"/>
                </a:lnTo>
                <a:lnTo>
                  <a:pt x="5389" y="13059"/>
                </a:lnTo>
                <a:lnTo>
                  <a:pt x="6734" y="11931"/>
                </a:lnTo>
                <a:lnTo>
                  <a:pt x="8100" y="10797"/>
                </a:lnTo>
                <a:lnTo>
                  <a:pt x="8100" y="7229"/>
                </a:lnTo>
                <a:lnTo>
                  <a:pt x="8100" y="3639"/>
                </a:lnTo>
                <a:lnTo>
                  <a:pt x="8100" y="0"/>
                </a:lnTo>
                <a:close/>
              </a:path>
            </a:pathLst>
          </a:custGeom>
          <a:solidFill>
            <a:srgbClr val="5147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0" name="contour_13128"/>
          <p:cNvSpPr/>
          <p:nvPr/>
        </p:nvSpPr>
        <p:spPr>
          <a:xfrm>
            <a:off x="1328313" y="4598723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" y="0"/>
                </a:moveTo>
                <a:lnTo>
                  <a:pt x="4270" y="0"/>
                </a:lnTo>
                <a:lnTo>
                  <a:pt x="7700" y="0"/>
                </a:lnTo>
                <a:lnTo>
                  <a:pt x="11145" y="0"/>
                </a:lnTo>
                <a:lnTo>
                  <a:pt x="14606" y="0"/>
                </a:lnTo>
                <a:lnTo>
                  <a:pt x="18087" y="0"/>
                </a:lnTo>
                <a:lnTo>
                  <a:pt x="21600" y="0"/>
                </a:lnTo>
                <a:lnTo>
                  <a:pt x="20957" y="2674"/>
                </a:lnTo>
                <a:lnTo>
                  <a:pt x="20313" y="5348"/>
                </a:lnTo>
                <a:lnTo>
                  <a:pt x="19670" y="8031"/>
                </a:lnTo>
                <a:lnTo>
                  <a:pt x="19026" y="10718"/>
                </a:lnTo>
                <a:lnTo>
                  <a:pt x="18378" y="13418"/>
                </a:lnTo>
                <a:lnTo>
                  <a:pt x="17724" y="16131"/>
                </a:lnTo>
                <a:lnTo>
                  <a:pt x="17070" y="18857"/>
                </a:lnTo>
                <a:lnTo>
                  <a:pt x="16411" y="21600"/>
                </a:lnTo>
                <a:lnTo>
                  <a:pt x="12551" y="21047"/>
                </a:lnTo>
                <a:lnTo>
                  <a:pt x="9812" y="20546"/>
                </a:lnTo>
                <a:lnTo>
                  <a:pt x="7446" y="19889"/>
                </a:lnTo>
                <a:lnTo>
                  <a:pt x="4706" y="18870"/>
                </a:lnTo>
                <a:lnTo>
                  <a:pt x="846" y="17280"/>
                </a:lnTo>
                <a:lnTo>
                  <a:pt x="265" y="14321"/>
                </a:lnTo>
                <a:lnTo>
                  <a:pt x="5" y="11487"/>
                </a:lnTo>
                <a:lnTo>
                  <a:pt x="0" y="8713"/>
                </a:lnTo>
                <a:lnTo>
                  <a:pt x="182" y="5923"/>
                </a:lnTo>
                <a:lnTo>
                  <a:pt x="488" y="3041"/>
                </a:lnTo>
                <a:lnTo>
                  <a:pt x="846" y="0"/>
                </a:lnTo>
                <a:close/>
              </a:path>
            </a:pathLst>
          </a:custGeom>
          <a:solidFill>
            <a:srgbClr val="B8BD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1" name="contour_13129"/>
          <p:cNvSpPr/>
          <p:nvPr/>
        </p:nvSpPr>
        <p:spPr>
          <a:xfrm>
            <a:off x="5418064" y="4606156"/>
            <a:ext cx="65592" cy="36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45" y="4151"/>
                </a:moveTo>
                <a:lnTo>
                  <a:pt x="20664" y="6350"/>
                </a:lnTo>
                <a:lnTo>
                  <a:pt x="21600" y="8588"/>
                </a:lnTo>
                <a:lnTo>
                  <a:pt x="20242" y="10427"/>
                </a:lnTo>
                <a:lnTo>
                  <a:pt x="18881" y="12270"/>
                </a:lnTo>
                <a:lnTo>
                  <a:pt x="17518" y="14118"/>
                </a:lnTo>
                <a:lnTo>
                  <a:pt x="16150" y="15970"/>
                </a:lnTo>
                <a:lnTo>
                  <a:pt x="14774" y="17835"/>
                </a:lnTo>
                <a:lnTo>
                  <a:pt x="13392" y="19709"/>
                </a:lnTo>
                <a:lnTo>
                  <a:pt x="12000" y="21600"/>
                </a:lnTo>
                <a:lnTo>
                  <a:pt x="11801" y="19540"/>
                </a:lnTo>
                <a:lnTo>
                  <a:pt x="11602" y="17467"/>
                </a:lnTo>
                <a:lnTo>
                  <a:pt x="11400" y="15367"/>
                </a:lnTo>
                <a:lnTo>
                  <a:pt x="10322" y="11416"/>
                </a:lnTo>
                <a:lnTo>
                  <a:pt x="9538" y="9204"/>
                </a:lnTo>
                <a:lnTo>
                  <a:pt x="8659" y="7920"/>
                </a:lnTo>
                <a:lnTo>
                  <a:pt x="7303" y="6762"/>
                </a:lnTo>
                <a:lnTo>
                  <a:pt x="5854" y="6163"/>
                </a:lnTo>
                <a:lnTo>
                  <a:pt x="4397" y="5630"/>
                </a:lnTo>
                <a:lnTo>
                  <a:pt x="2933" y="5140"/>
                </a:lnTo>
                <a:lnTo>
                  <a:pt x="1466" y="4684"/>
                </a:lnTo>
                <a:lnTo>
                  <a:pt x="0" y="4251"/>
                </a:lnTo>
                <a:lnTo>
                  <a:pt x="1618" y="3678"/>
                </a:lnTo>
                <a:lnTo>
                  <a:pt x="3235" y="3127"/>
                </a:lnTo>
                <a:lnTo>
                  <a:pt x="4858" y="2585"/>
                </a:lnTo>
                <a:lnTo>
                  <a:pt x="6478" y="2056"/>
                </a:lnTo>
                <a:lnTo>
                  <a:pt x="8100" y="1540"/>
                </a:lnTo>
                <a:lnTo>
                  <a:pt x="9605" y="1032"/>
                </a:lnTo>
                <a:lnTo>
                  <a:pt x="11119" y="529"/>
                </a:lnTo>
                <a:lnTo>
                  <a:pt x="12658" y="17"/>
                </a:lnTo>
                <a:lnTo>
                  <a:pt x="14702" y="0"/>
                </a:lnTo>
                <a:lnTo>
                  <a:pt x="16092" y="204"/>
                </a:lnTo>
                <a:lnTo>
                  <a:pt x="17170" y="833"/>
                </a:lnTo>
                <a:lnTo>
                  <a:pt x="18274" y="2082"/>
                </a:lnTo>
                <a:lnTo>
                  <a:pt x="19745" y="4151"/>
                </a:lnTo>
                <a:close/>
              </a:path>
            </a:pathLst>
          </a:custGeom>
          <a:solidFill>
            <a:srgbClr val="E9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2" name="contour_13130"/>
          <p:cNvSpPr/>
          <p:nvPr/>
        </p:nvSpPr>
        <p:spPr>
          <a:xfrm>
            <a:off x="2158692" y="4576859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46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3" name="contour_13131"/>
          <p:cNvSpPr/>
          <p:nvPr/>
        </p:nvSpPr>
        <p:spPr>
          <a:xfrm>
            <a:off x="863070" y="4584584"/>
            <a:ext cx="65592" cy="214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6906"/>
                </a:moveTo>
                <a:lnTo>
                  <a:pt x="15588" y="9331"/>
                </a:lnTo>
                <a:lnTo>
                  <a:pt x="16778" y="11762"/>
                </a:lnTo>
                <a:lnTo>
                  <a:pt x="17974" y="14194"/>
                </a:lnTo>
                <a:lnTo>
                  <a:pt x="19174" y="16648"/>
                </a:lnTo>
                <a:lnTo>
                  <a:pt x="20381" y="19117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6744"/>
                </a:lnTo>
                <a:lnTo>
                  <a:pt x="0" y="11858"/>
                </a:lnTo>
                <a:lnTo>
                  <a:pt x="0" y="6906"/>
                </a:lnTo>
                <a:lnTo>
                  <a:pt x="1454" y="3563"/>
                </a:lnTo>
                <a:lnTo>
                  <a:pt x="2976" y="1396"/>
                </a:lnTo>
                <a:lnTo>
                  <a:pt x="4550" y="257"/>
                </a:lnTo>
                <a:lnTo>
                  <a:pt x="6166" y="0"/>
                </a:lnTo>
                <a:lnTo>
                  <a:pt x="7807" y="485"/>
                </a:lnTo>
                <a:lnTo>
                  <a:pt x="9466" y="1565"/>
                </a:lnTo>
                <a:lnTo>
                  <a:pt x="11124" y="3093"/>
                </a:lnTo>
                <a:lnTo>
                  <a:pt x="12773" y="4922"/>
                </a:lnTo>
                <a:lnTo>
                  <a:pt x="14400" y="6906"/>
                </a:lnTo>
                <a:close/>
              </a:path>
            </a:pathLst>
          </a:custGeom>
          <a:solidFill>
            <a:srgbClr val="B4B5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4" name="contour_13132"/>
          <p:cNvSpPr/>
          <p:nvPr/>
        </p:nvSpPr>
        <p:spPr>
          <a:xfrm>
            <a:off x="4579945" y="4582507"/>
            <a:ext cx="36440" cy="32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092"/>
                </a:moveTo>
                <a:lnTo>
                  <a:pt x="7318" y="349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33"/>
                </a:lnTo>
                <a:lnTo>
                  <a:pt x="18468" y="626"/>
                </a:lnTo>
                <a:lnTo>
                  <a:pt x="21600" y="1092"/>
                </a:lnTo>
                <a:lnTo>
                  <a:pt x="21298" y="4529"/>
                </a:lnTo>
                <a:lnTo>
                  <a:pt x="20904" y="7854"/>
                </a:lnTo>
                <a:lnTo>
                  <a:pt x="20369" y="11096"/>
                </a:lnTo>
                <a:lnTo>
                  <a:pt x="19626" y="14271"/>
                </a:lnTo>
                <a:lnTo>
                  <a:pt x="18615" y="17396"/>
                </a:lnTo>
                <a:lnTo>
                  <a:pt x="17280" y="20508"/>
                </a:lnTo>
                <a:lnTo>
                  <a:pt x="14282" y="21251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67"/>
                </a:lnTo>
                <a:lnTo>
                  <a:pt x="3132" y="20974"/>
                </a:lnTo>
                <a:lnTo>
                  <a:pt x="0" y="20508"/>
                </a:lnTo>
                <a:lnTo>
                  <a:pt x="302" y="17071"/>
                </a:lnTo>
                <a:lnTo>
                  <a:pt x="696" y="13746"/>
                </a:lnTo>
                <a:lnTo>
                  <a:pt x="1231" y="10504"/>
                </a:lnTo>
                <a:lnTo>
                  <a:pt x="1974" y="7329"/>
                </a:lnTo>
                <a:lnTo>
                  <a:pt x="2985" y="4204"/>
                </a:lnTo>
                <a:lnTo>
                  <a:pt x="4320" y="1092"/>
                </a:lnTo>
                <a:close/>
              </a:path>
            </a:pathLst>
          </a:custGeom>
          <a:solidFill>
            <a:srgbClr val="8E79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5" name="contour_13133"/>
          <p:cNvSpPr/>
          <p:nvPr/>
        </p:nvSpPr>
        <p:spPr>
          <a:xfrm>
            <a:off x="1067199" y="4567239"/>
            <a:ext cx="58238" cy="606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82" y="0"/>
                </a:moveTo>
                <a:lnTo>
                  <a:pt x="8915" y="18"/>
                </a:lnTo>
                <a:lnTo>
                  <a:pt x="10734" y="60"/>
                </a:lnTo>
                <a:lnTo>
                  <a:pt x="12548" y="125"/>
                </a:lnTo>
                <a:lnTo>
                  <a:pt x="14353" y="215"/>
                </a:lnTo>
                <a:lnTo>
                  <a:pt x="16159" y="332"/>
                </a:lnTo>
                <a:lnTo>
                  <a:pt x="17967" y="473"/>
                </a:lnTo>
                <a:lnTo>
                  <a:pt x="19778" y="639"/>
                </a:lnTo>
                <a:lnTo>
                  <a:pt x="21600" y="831"/>
                </a:lnTo>
                <a:lnTo>
                  <a:pt x="19981" y="1368"/>
                </a:lnTo>
                <a:lnTo>
                  <a:pt x="18354" y="1906"/>
                </a:lnTo>
                <a:lnTo>
                  <a:pt x="16702" y="2453"/>
                </a:lnTo>
                <a:lnTo>
                  <a:pt x="14915" y="3396"/>
                </a:lnTo>
                <a:lnTo>
                  <a:pt x="13310" y="4465"/>
                </a:lnTo>
                <a:lnTo>
                  <a:pt x="11869" y="5654"/>
                </a:lnTo>
                <a:lnTo>
                  <a:pt x="10577" y="6947"/>
                </a:lnTo>
                <a:lnTo>
                  <a:pt x="9412" y="8336"/>
                </a:lnTo>
                <a:lnTo>
                  <a:pt x="8361" y="9808"/>
                </a:lnTo>
                <a:lnTo>
                  <a:pt x="7404" y="11356"/>
                </a:lnTo>
                <a:lnTo>
                  <a:pt x="6525" y="12965"/>
                </a:lnTo>
                <a:lnTo>
                  <a:pt x="5706" y="14629"/>
                </a:lnTo>
                <a:lnTo>
                  <a:pt x="4928" y="16335"/>
                </a:lnTo>
                <a:lnTo>
                  <a:pt x="4176" y="18072"/>
                </a:lnTo>
                <a:lnTo>
                  <a:pt x="3433" y="19832"/>
                </a:lnTo>
                <a:lnTo>
                  <a:pt x="2679" y="21600"/>
                </a:lnTo>
                <a:lnTo>
                  <a:pt x="1965" y="19692"/>
                </a:lnTo>
                <a:lnTo>
                  <a:pt x="1352" y="17864"/>
                </a:lnTo>
                <a:lnTo>
                  <a:pt x="849" y="16094"/>
                </a:lnTo>
                <a:lnTo>
                  <a:pt x="457" y="14359"/>
                </a:lnTo>
                <a:lnTo>
                  <a:pt x="181" y="12638"/>
                </a:lnTo>
                <a:lnTo>
                  <a:pt x="27" y="10906"/>
                </a:lnTo>
                <a:lnTo>
                  <a:pt x="0" y="9146"/>
                </a:lnTo>
                <a:lnTo>
                  <a:pt x="103" y="7329"/>
                </a:lnTo>
                <a:lnTo>
                  <a:pt x="343" y="5439"/>
                </a:lnTo>
                <a:lnTo>
                  <a:pt x="724" y="3448"/>
                </a:lnTo>
                <a:lnTo>
                  <a:pt x="1922" y="1921"/>
                </a:lnTo>
                <a:lnTo>
                  <a:pt x="2984" y="1054"/>
                </a:lnTo>
                <a:lnTo>
                  <a:pt x="4506" y="519"/>
                </a:lnTo>
                <a:lnTo>
                  <a:pt x="7082" y="0"/>
                </a:lnTo>
                <a:close/>
              </a:path>
            </a:pathLst>
          </a:custGeom>
          <a:solidFill>
            <a:srgbClr val="8385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6" name="contour_13134"/>
          <p:cNvSpPr/>
          <p:nvPr/>
        </p:nvSpPr>
        <p:spPr>
          <a:xfrm>
            <a:off x="2255076" y="456957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594"/>
                </a:lnTo>
                <a:lnTo>
                  <a:pt x="11956" y="1188"/>
                </a:lnTo>
                <a:lnTo>
                  <a:pt x="14346" y="1786"/>
                </a:lnTo>
                <a:lnTo>
                  <a:pt x="16747" y="2387"/>
                </a:lnTo>
                <a:lnTo>
                  <a:pt x="19163" y="2992"/>
                </a:lnTo>
                <a:lnTo>
                  <a:pt x="21600" y="3600"/>
                </a:lnTo>
                <a:lnTo>
                  <a:pt x="20556" y="5720"/>
                </a:lnTo>
                <a:lnTo>
                  <a:pt x="19505" y="7819"/>
                </a:lnTo>
                <a:lnTo>
                  <a:pt x="18425" y="9889"/>
                </a:lnTo>
                <a:lnTo>
                  <a:pt x="17312" y="11930"/>
                </a:lnTo>
                <a:lnTo>
                  <a:pt x="16150" y="13939"/>
                </a:lnTo>
                <a:lnTo>
                  <a:pt x="14929" y="15912"/>
                </a:lnTo>
                <a:lnTo>
                  <a:pt x="13640" y="17849"/>
                </a:lnTo>
                <a:lnTo>
                  <a:pt x="12269" y="19746"/>
                </a:lnTo>
                <a:lnTo>
                  <a:pt x="10800" y="21600"/>
                </a:lnTo>
                <a:lnTo>
                  <a:pt x="7798" y="21247"/>
                </a:lnTo>
                <a:lnTo>
                  <a:pt x="5735" y="20884"/>
                </a:lnTo>
                <a:lnTo>
                  <a:pt x="4093" y="20336"/>
                </a:lnTo>
                <a:lnTo>
                  <a:pt x="2354" y="19433"/>
                </a:lnTo>
                <a:lnTo>
                  <a:pt x="0" y="18000"/>
                </a:lnTo>
                <a:lnTo>
                  <a:pt x="2380" y="18000"/>
                </a:lnTo>
                <a:lnTo>
                  <a:pt x="4774" y="18000"/>
                </a:lnTo>
                <a:lnTo>
                  <a:pt x="7200" y="18000"/>
                </a:lnTo>
                <a:lnTo>
                  <a:pt x="7200" y="15455"/>
                </a:lnTo>
                <a:lnTo>
                  <a:pt x="7200" y="12906"/>
                </a:lnTo>
                <a:lnTo>
                  <a:pt x="7200" y="10350"/>
                </a:lnTo>
                <a:lnTo>
                  <a:pt x="7200" y="7783"/>
                </a:lnTo>
                <a:lnTo>
                  <a:pt x="7200" y="5206"/>
                </a:lnTo>
                <a:lnTo>
                  <a:pt x="7200" y="2614"/>
                </a:lnTo>
                <a:lnTo>
                  <a:pt x="7200" y="0"/>
                </a:lnTo>
                <a:close/>
              </a:path>
            </a:pathLst>
          </a:custGeom>
          <a:solidFill>
            <a:srgbClr val="D3B0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7" name="contour_13135"/>
          <p:cNvSpPr/>
          <p:nvPr/>
        </p:nvSpPr>
        <p:spPr>
          <a:xfrm>
            <a:off x="4667401" y="4576859"/>
            <a:ext cx="65592" cy="238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502"/>
                </a:lnTo>
                <a:lnTo>
                  <a:pt x="3290" y="1005"/>
                </a:lnTo>
                <a:lnTo>
                  <a:pt x="4937" y="1514"/>
                </a:lnTo>
                <a:lnTo>
                  <a:pt x="6586" y="2016"/>
                </a:lnTo>
                <a:lnTo>
                  <a:pt x="8237" y="2518"/>
                </a:lnTo>
                <a:lnTo>
                  <a:pt x="9890" y="3027"/>
                </a:lnTo>
                <a:lnTo>
                  <a:pt x="11549" y="3536"/>
                </a:lnTo>
                <a:lnTo>
                  <a:pt x="13210" y="4045"/>
                </a:lnTo>
                <a:lnTo>
                  <a:pt x="14875" y="4554"/>
                </a:lnTo>
                <a:lnTo>
                  <a:pt x="16548" y="5063"/>
                </a:lnTo>
                <a:lnTo>
                  <a:pt x="18226" y="5578"/>
                </a:lnTo>
                <a:lnTo>
                  <a:pt x="19908" y="6094"/>
                </a:lnTo>
                <a:lnTo>
                  <a:pt x="21600" y="6610"/>
                </a:lnTo>
                <a:lnTo>
                  <a:pt x="18826" y="10423"/>
                </a:lnTo>
                <a:lnTo>
                  <a:pt x="16486" y="13589"/>
                </a:lnTo>
                <a:lnTo>
                  <a:pt x="14515" y="16160"/>
                </a:lnTo>
                <a:lnTo>
                  <a:pt x="12847" y="18170"/>
                </a:lnTo>
                <a:lnTo>
                  <a:pt x="11417" y="19677"/>
                </a:lnTo>
                <a:lnTo>
                  <a:pt x="10154" y="20721"/>
                </a:lnTo>
                <a:lnTo>
                  <a:pt x="8993" y="21342"/>
                </a:lnTo>
                <a:lnTo>
                  <a:pt x="7870" y="21600"/>
                </a:lnTo>
                <a:lnTo>
                  <a:pt x="6715" y="21527"/>
                </a:lnTo>
                <a:lnTo>
                  <a:pt x="5462" y="21177"/>
                </a:lnTo>
                <a:lnTo>
                  <a:pt x="4046" y="20595"/>
                </a:lnTo>
                <a:lnTo>
                  <a:pt x="2400" y="19829"/>
                </a:lnTo>
                <a:lnTo>
                  <a:pt x="1925" y="15903"/>
                </a:lnTo>
                <a:lnTo>
                  <a:pt x="1447" y="11963"/>
                </a:lnTo>
                <a:lnTo>
                  <a:pt x="970" y="8011"/>
                </a:lnTo>
                <a:lnTo>
                  <a:pt x="487" y="4025"/>
                </a:lnTo>
                <a:lnTo>
                  <a:pt x="0" y="0"/>
                </a:lnTo>
                <a:close/>
              </a:path>
            </a:pathLst>
          </a:custGeom>
          <a:solidFill>
            <a:srgbClr val="7768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8" name="contour_13136"/>
          <p:cNvSpPr/>
          <p:nvPr/>
        </p:nvSpPr>
        <p:spPr>
          <a:xfrm>
            <a:off x="4368594" y="4540419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262"/>
                </a:lnTo>
                <a:lnTo>
                  <a:pt x="9763" y="567"/>
                </a:lnTo>
                <a:lnTo>
                  <a:pt x="13228" y="1183"/>
                </a:lnTo>
                <a:lnTo>
                  <a:pt x="15582" y="1596"/>
                </a:lnTo>
                <a:lnTo>
                  <a:pt x="17971" y="2014"/>
                </a:lnTo>
                <a:lnTo>
                  <a:pt x="19773" y="2354"/>
                </a:lnTo>
                <a:lnTo>
                  <a:pt x="21600" y="2700"/>
                </a:lnTo>
                <a:lnTo>
                  <a:pt x="18744" y="2700"/>
                </a:lnTo>
                <a:lnTo>
                  <a:pt x="15872" y="2700"/>
                </a:lnTo>
                <a:lnTo>
                  <a:pt x="12960" y="2700"/>
                </a:lnTo>
                <a:lnTo>
                  <a:pt x="12960" y="4571"/>
                </a:lnTo>
                <a:lnTo>
                  <a:pt x="12960" y="6445"/>
                </a:lnTo>
                <a:lnTo>
                  <a:pt x="12960" y="8319"/>
                </a:lnTo>
                <a:lnTo>
                  <a:pt x="12960" y="10195"/>
                </a:lnTo>
                <a:lnTo>
                  <a:pt x="12960" y="12080"/>
                </a:lnTo>
                <a:lnTo>
                  <a:pt x="12960" y="13967"/>
                </a:lnTo>
                <a:lnTo>
                  <a:pt x="12960" y="15862"/>
                </a:lnTo>
                <a:lnTo>
                  <a:pt x="12960" y="17766"/>
                </a:lnTo>
                <a:lnTo>
                  <a:pt x="12960" y="19678"/>
                </a:lnTo>
                <a:lnTo>
                  <a:pt x="12960" y="21600"/>
                </a:lnTo>
                <a:lnTo>
                  <a:pt x="9720" y="19564"/>
                </a:lnTo>
                <a:lnTo>
                  <a:pt x="7262" y="17960"/>
                </a:lnTo>
                <a:lnTo>
                  <a:pt x="5452" y="16640"/>
                </a:lnTo>
                <a:lnTo>
                  <a:pt x="4156" y="15463"/>
                </a:lnTo>
                <a:lnTo>
                  <a:pt x="3231" y="14283"/>
                </a:lnTo>
                <a:lnTo>
                  <a:pt x="2544" y="12957"/>
                </a:lnTo>
                <a:lnTo>
                  <a:pt x="1961" y="11337"/>
                </a:lnTo>
                <a:lnTo>
                  <a:pt x="1348" y="9283"/>
                </a:lnTo>
                <a:lnTo>
                  <a:pt x="791" y="7517"/>
                </a:lnTo>
                <a:lnTo>
                  <a:pt x="220" y="5727"/>
                </a:lnTo>
                <a:lnTo>
                  <a:pt x="108" y="4226"/>
                </a:lnTo>
                <a:lnTo>
                  <a:pt x="0" y="2700"/>
                </a:lnTo>
                <a:lnTo>
                  <a:pt x="2143" y="1361"/>
                </a:lnTo>
                <a:lnTo>
                  <a:pt x="4320" y="0"/>
                </a:lnTo>
                <a:close/>
              </a:path>
            </a:pathLst>
          </a:custGeom>
          <a:solidFill>
            <a:srgbClr val="E8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39" name="contour_13137"/>
          <p:cNvSpPr/>
          <p:nvPr/>
        </p:nvSpPr>
        <p:spPr>
          <a:xfrm>
            <a:off x="483161" y="4561765"/>
            <a:ext cx="37373" cy="38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0"/>
                </a:moveTo>
                <a:lnTo>
                  <a:pt x="20753" y="2949"/>
                </a:lnTo>
                <a:lnTo>
                  <a:pt x="19886" y="5575"/>
                </a:lnTo>
                <a:lnTo>
                  <a:pt x="18972" y="8169"/>
                </a:lnTo>
                <a:lnTo>
                  <a:pt x="17999" y="10735"/>
                </a:lnTo>
                <a:lnTo>
                  <a:pt x="16950" y="13268"/>
                </a:lnTo>
                <a:lnTo>
                  <a:pt x="15808" y="15772"/>
                </a:lnTo>
                <a:lnTo>
                  <a:pt x="14557" y="18243"/>
                </a:lnTo>
                <a:lnTo>
                  <a:pt x="13176" y="20682"/>
                </a:lnTo>
                <a:lnTo>
                  <a:pt x="9789" y="21294"/>
                </a:lnTo>
                <a:lnTo>
                  <a:pt x="7439" y="21600"/>
                </a:lnTo>
                <a:lnTo>
                  <a:pt x="5518" y="21600"/>
                </a:lnTo>
                <a:lnTo>
                  <a:pt x="3420" y="21294"/>
                </a:lnTo>
                <a:lnTo>
                  <a:pt x="539" y="20682"/>
                </a:lnTo>
                <a:lnTo>
                  <a:pt x="240" y="16106"/>
                </a:lnTo>
                <a:lnTo>
                  <a:pt x="59" y="12876"/>
                </a:lnTo>
                <a:lnTo>
                  <a:pt x="0" y="10539"/>
                </a:lnTo>
                <a:lnTo>
                  <a:pt x="59" y="8647"/>
                </a:lnTo>
                <a:lnTo>
                  <a:pt x="240" y="6738"/>
                </a:lnTo>
                <a:lnTo>
                  <a:pt x="539" y="4368"/>
                </a:lnTo>
                <a:lnTo>
                  <a:pt x="2856" y="2627"/>
                </a:lnTo>
                <a:lnTo>
                  <a:pt x="5274" y="1399"/>
                </a:lnTo>
                <a:lnTo>
                  <a:pt x="7780" y="608"/>
                </a:lnTo>
                <a:lnTo>
                  <a:pt x="10375" y="171"/>
                </a:lnTo>
                <a:lnTo>
                  <a:pt x="13058" y="0"/>
                </a:lnTo>
                <a:lnTo>
                  <a:pt x="15825" y="20"/>
                </a:lnTo>
                <a:lnTo>
                  <a:pt x="18673" y="143"/>
                </a:lnTo>
                <a:lnTo>
                  <a:pt x="21600" y="290"/>
                </a:lnTo>
                <a:close/>
              </a:path>
            </a:pathLst>
          </a:custGeom>
          <a:solidFill>
            <a:srgbClr val="A6BB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0" name="contour_13138"/>
          <p:cNvSpPr/>
          <p:nvPr/>
        </p:nvSpPr>
        <p:spPr>
          <a:xfrm>
            <a:off x="4463338" y="4547051"/>
            <a:ext cx="72880" cy="37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26"/>
                </a:moveTo>
                <a:lnTo>
                  <a:pt x="21600" y="7431"/>
                </a:lnTo>
                <a:lnTo>
                  <a:pt x="21600" y="10253"/>
                </a:lnTo>
                <a:lnTo>
                  <a:pt x="21600" y="13113"/>
                </a:lnTo>
                <a:lnTo>
                  <a:pt x="20410" y="14135"/>
                </a:lnTo>
                <a:lnTo>
                  <a:pt x="19522" y="14755"/>
                </a:lnTo>
                <a:lnTo>
                  <a:pt x="18492" y="15226"/>
                </a:lnTo>
                <a:lnTo>
                  <a:pt x="16874" y="15799"/>
                </a:lnTo>
                <a:lnTo>
                  <a:pt x="16140" y="16066"/>
                </a:lnTo>
                <a:lnTo>
                  <a:pt x="13921" y="16877"/>
                </a:lnTo>
                <a:lnTo>
                  <a:pt x="13463" y="17025"/>
                </a:lnTo>
                <a:lnTo>
                  <a:pt x="12653" y="17288"/>
                </a:lnTo>
                <a:lnTo>
                  <a:pt x="10800" y="17887"/>
                </a:lnTo>
                <a:lnTo>
                  <a:pt x="9768" y="18252"/>
                </a:lnTo>
                <a:lnTo>
                  <a:pt x="8731" y="18625"/>
                </a:lnTo>
                <a:lnTo>
                  <a:pt x="7679" y="18999"/>
                </a:lnTo>
                <a:lnTo>
                  <a:pt x="6400" y="19448"/>
                </a:lnTo>
                <a:lnTo>
                  <a:pt x="5121" y="19890"/>
                </a:lnTo>
                <a:lnTo>
                  <a:pt x="3843" y="20327"/>
                </a:lnTo>
                <a:lnTo>
                  <a:pt x="2562" y="20756"/>
                </a:lnTo>
                <a:lnTo>
                  <a:pt x="1281" y="21180"/>
                </a:lnTo>
                <a:lnTo>
                  <a:pt x="0" y="21600"/>
                </a:lnTo>
                <a:lnTo>
                  <a:pt x="1052" y="20743"/>
                </a:lnTo>
                <a:lnTo>
                  <a:pt x="2117" y="19877"/>
                </a:lnTo>
                <a:lnTo>
                  <a:pt x="3210" y="18625"/>
                </a:lnTo>
                <a:lnTo>
                  <a:pt x="4320" y="17356"/>
                </a:lnTo>
                <a:lnTo>
                  <a:pt x="4542" y="15252"/>
                </a:lnTo>
                <a:lnTo>
                  <a:pt x="4767" y="13138"/>
                </a:lnTo>
                <a:lnTo>
                  <a:pt x="4994" y="10991"/>
                </a:lnTo>
                <a:lnTo>
                  <a:pt x="5890" y="7282"/>
                </a:lnTo>
                <a:lnTo>
                  <a:pt x="6592" y="5181"/>
                </a:lnTo>
                <a:lnTo>
                  <a:pt x="7461" y="3913"/>
                </a:lnTo>
                <a:lnTo>
                  <a:pt x="8860" y="2703"/>
                </a:lnTo>
                <a:lnTo>
                  <a:pt x="11506" y="1557"/>
                </a:lnTo>
                <a:lnTo>
                  <a:pt x="13599" y="717"/>
                </a:lnTo>
                <a:lnTo>
                  <a:pt x="15245" y="191"/>
                </a:lnTo>
                <a:lnTo>
                  <a:pt x="16550" y="0"/>
                </a:lnTo>
                <a:lnTo>
                  <a:pt x="17617" y="161"/>
                </a:lnTo>
                <a:lnTo>
                  <a:pt x="18550" y="692"/>
                </a:lnTo>
                <a:lnTo>
                  <a:pt x="19455" y="1600"/>
                </a:lnTo>
                <a:lnTo>
                  <a:pt x="20436" y="2907"/>
                </a:lnTo>
                <a:lnTo>
                  <a:pt x="21600" y="4626"/>
                </a:lnTo>
                <a:close/>
              </a:path>
            </a:pathLst>
          </a:custGeom>
          <a:solidFill>
            <a:srgbClr val="6959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1" name="contour_13139"/>
          <p:cNvSpPr/>
          <p:nvPr/>
        </p:nvSpPr>
        <p:spPr>
          <a:xfrm>
            <a:off x="4259274" y="454041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20390" y="21197"/>
                </a:lnTo>
                <a:lnTo>
                  <a:pt x="19259" y="20819"/>
                </a:lnTo>
                <a:lnTo>
                  <a:pt x="17954" y="20387"/>
                </a:lnTo>
                <a:lnTo>
                  <a:pt x="16226" y="19811"/>
                </a:lnTo>
                <a:lnTo>
                  <a:pt x="13820" y="19008"/>
                </a:lnTo>
                <a:lnTo>
                  <a:pt x="10485" y="17896"/>
                </a:lnTo>
                <a:lnTo>
                  <a:pt x="5962" y="16387"/>
                </a:lnTo>
                <a:lnTo>
                  <a:pt x="0" y="14400"/>
                </a:lnTo>
                <a:lnTo>
                  <a:pt x="3447" y="10224"/>
                </a:lnTo>
                <a:lnTo>
                  <a:pt x="5983" y="7175"/>
                </a:lnTo>
                <a:lnTo>
                  <a:pt x="7836" y="5000"/>
                </a:lnTo>
                <a:lnTo>
                  <a:pt x="9236" y="3449"/>
                </a:lnTo>
                <a:lnTo>
                  <a:pt x="10403" y="2264"/>
                </a:lnTo>
                <a:lnTo>
                  <a:pt x="11569" y="1199"/>
                </a:lnTo>
                <a:lnTo>
                  <a:pt x="12960" y="0"/>
                </a:lnTo>
                <a:close/>
              </a:path>
            </a:pathLst>
          </a:custGeom>
          <a:solidFill>
            <a:srgbClr val="4037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2" name="contour_13140"/>
          <p:cNvSpPr/>
          <p:nvPr/>
        </p:nvSpPr>
        <p:spPr>
          <a:xfrm>
            <a:off x="9900179" y="4540419"/>
            <a:ext cx="58304" cy="31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991"/>
                </a:lnTo>
                <a:lnTo>
                  <a:pt x="16713" y="1988"/>
                </a:lnTo>
                <a:lnTo>
                  <a:pt x="18328" y="2984"/>
                </a:lnTo>
                <a:lnTo>
                  <a:pt x="19956" y="3991"/>
                </a:lnTo>
                <a:lnTo>
                  <a:pt x="21600" y="5007"/>
                </a:lnTo>
                <a:lnTo>
                  <a:pt x="21416" y="8732"/>
                </a:lnTo>
                <a:lnTo>
                  <a:pt x="21184" y="11376"/>
                </a:lnTo>
                <a:lnTo>
                  <a:pt x="20774" y="13659"/>
                </a:lnTo>
                <a:lnTo>
                  <a:pt x="20056" y="16303"/>
                </a:lnTo>
                <a:lnTo>
                  <a:pt x="18900" y="20028"/>
                </a:lnTo>
                <a:lnTo>
                  <a:pt x="17083" y="20629"/>
                </a:lnTo>
                <a:lnTo>
                  <a:pt x="15277" y="21089"/>
                </a:lnTo>
                <a:lnTo>
                  <a:pt x="13478" y="21410"/>
                </a:lnTo>
                <a:lnTo>
                  <a:pt x="11688" y="21580"/>
                </a:lnTo>
                <a:lnTo>
                  <a:pt x="9898" y="21600"/>
                </a:lnTo>
                <a:lnTo>
                  <a:pt x="8108" y="21455"/>
                </a:lnTo>
                <a:lnTo>
                  <a:pt x="6315" y="21149"/>
                </a:lnTo>
                <a:lnTo>
                  <a:pt x="4512" y="20679"/>
                </a:lnTo>
                <a:lnTo>
                  <a:pt x="2700" y="20028"/>
                </a:lnTo>
                <a:lnTo>
                  <a:pt x="2030" y="17549"/>
                </a:lnTo>
                <a:lnTo>
                  <a:pt x="1361" y="15061"/>
                </a:lnTo>
                <a:lnTo>
                  <a:pt x="683" y="12552"/>
                </a:lnTo>
                <a:lnTo>
                  <a:pt x="0" y="10014"/>
                </a:lnTo>
                <a:lnTo>
                  <a:pt x="1909" y="10014"/>
                </a:lnTo>
                <a:lnTo>
                  <a:pt x="3820" y="10014"/>
                </a:lnTo>
                <a:lnTo>
                  <a:pt x="5738" y="10014"/>
                </a:lnTo>
                <a:lnTo>
                  <a:pt x="7663" y="10014"/>
                </a:lnTo>
                <a:lnTo>
                  <a:pt x="9596" y="10014"/>
                </a:lnTo>
                <a:lnTo>
                  <a:pt x="11540" y="10014"/>
                </a:lnTo>
                <a:lnTo>
                  <a:pt x="13500" y="10014"/>
                </a:lnTo>
                <a:lnTo>
                  <a:pt x="13500" y="6704"/>
                </a:lnTo>
                <a:lnTo>
                  <a:pt x="13500" y="3375"/>
                </a:lnTo>
                <a:lnTo>
                  <a:pt x="13500" y="0"/>
                </a:lnTo>
                <a:close/>
              </a:path>
            </a:pathLst>
          </a:custGeom>
          <a:solidFill>
            <a:srgbClr val="C6CC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3" name="contour_13141"/>
          <p:cNvSpPr/>
          <p:nvPr/>
        </p:nvSpPr>
        <p:spPr>
          <a:xfrm>
            <a:off x="746462" y="4546337"/>
            <a:ext cx="72880" cy="23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1274"/>
                </a:moveTo>
                <a:lnTo>
                  <a:pt x="3678" y="129"/>
                </a:lnTo>
                <a:lnTo>
                  <a:pt x="4836" y="0"/>
                </a:lnTo>
                <a:lnTo>
                  <a:pt x="6623" y="772"/>
                </a:lnTo>
                <a:lnTo>
                  <a:pt x="7932" y="1328"/>
                </a:lnTo>
                <a:lnTo>
                  <a:pt x="9260" y="1897"/>
                </a:lnTo>
                <a:lnTo>
                  <a:pt x="9947" y="2263"/>
                </a:lnTo>
                <a:lnTo>
                  <a:pt x="12014" y="3388"/>
                </a:lnTo>
                <a:lnTo>
                  <a:pt x="12707" y="3706"/>
                </a:lnTo>
                <a:lnTo>
                  <a:pt x="14796" y="4648"/>
                </a:lnTo>
                <a:lnTo>
                  <a:pt x="16159" y="5285"/>
                </a:lnTo>
                <a:lnTo>
                  <a:pt x="17520" y="5956"/>
                </a:lnTo>
                <a:lnTo>
                  <a:pt x="18881" y="6640"/>
                </a:lnTo>
                <a:lnTo>
                  <a:pt x="20241" y="7338"/>
                </a:lnTo>
                <a:lnTo>
                  <a:pt x="21600" y="8049"/>
                </a:lnTo>
                <a:lnTo>
                  <a:pt x="21600" y="11410"/>
                </a:lnTo>
                <a:lnTo>
                  <a:pt x="21600" y="14825"/>
                </a:lnTo>
                <a:lnTo>
                  <a:pt x="20174" y="15272"/>
                </a:lnTo>
                <a:lnTo>
                  <a:pt x="18749" y="15719"/>
                </a:lnTo>
                <a:lnTo>
                  <a:pt x="17321" y="16166"/>
                </a:lnTo>
                <a:lnTo>
                  <a:pt x="15893" y="16613"/>
                </a:lnTo>
                <a:lnTo>
                  <a:pt x="14463" y="17060"/>
                </a:lnTo>
                <a:lnTo>
                  <a:pt x="13033" y="17514"/>
                </a:lnTo>
                <a:lnTo>
                  <a:pt x="11599" y="17962"/>
                </a:lnTo>
                <a:lnTo>
                  <a:pt x="10163" y="18416"/>
                </a:lnTo>
                <a:lnTo>
                  <a:pt x="8722" y="18863"/>
                </a:lnTo>
                <a:lnTo>
                  <a:pt x="7279" y="19317"/>
                </a:lnTo>
                <a:lnTo>
                  <a:pt x="5834" y="19771"/>
                </a:lnTo>
                <a:lnTo>
                  <a:pt x="4383" y="20225"/>
                </a:lnTo>
                <a:lnTo>
                  <a:pt x="2927" y="20685"/>
                </a:lnTo>
                <a:lnTo>
                  <a:pt x="1467" y="21139"/>
                </a:lnTo>
                <a:lnTo>
                  <a:pt x="0" y="21600"/>
                </a:lnTo>
                <a:lnTo>
                  <a:pt x="428" y="17575"/>
                </a:lnTo>
                <a:lnTo>
                  <a:pt x="858" y="13537"/>
                </a:lnTo>
                <a:lnTo>
                  <a:pt x="1287" y="9486"/>
                </a:lnTo>
                <a:lnTo>
                  <a:pt x="1722" y="5400"/>
                </a:lnTo>
                <a:lnTo>
                  <a:pt x="2160" y="1274"/>
                </a:lnTo>
                <a:close/>
              </a:path>
            </a:pathLst>
          </a:custGeom>
          <a:solidFill>
            <a:srgbClr val="DEE2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4" name="contour_13142"/>
          <p:cNvSpPr/>
          <p:nvPr/>
        </p:nvSpPr>
        <p:spPr>
          <a:xfrm>
            <a:off x="5345184" y="4525843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0"/>
                </a:lnTo>
                <a:lnTo>
                  <a:pt x="8967" y="0"/>
                </a:lnTo>
                <a:lnTo>
                  <a:pt x="10751" y="0"/>
                </a:lnTo>
                <a:lnTo>
                  <a:pt x="12541" y="0"/>
                </a:lnTo>
                <a:lnTo>
                  <a:pt x="14337" y="0"/>
                </a:lnTo>
                <a:lnTo>
                  <a:pt x="16141" y="0"/>
                </a:lnTo>
                <a:lnTo>
                  <a:pt x="17950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337" y="19814"/>
                </a:lnTo>
                <a:lnTo>
                  <a:pt x="2678" y="18029"/>
                </a:lnTo>
                <a:lnTo>
                  <a:pt x="4031" y="16222"/>
                </a:lnTo>
                <a:lnTo>
                  <a:pt x="5400" y="14400"/>
                </a:lnTo>
                <a:lnTo>
                  <a:pt x="5400" y="9641"/>
                </a:lnTo>
                <a:lnTo>
                  <a:pt x="5400" y="4853"/>
                </a:lnTo>
                <a:lnTo>
                  <a:pt x="5400" y="0"/>
                </a:lnTo>
                <a:close/>
              </a:path>
            </a:pathLst>
          </a:custGeom>
          <a:solidFill>
            <a:srgbClr val="2222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5" name="contour_13143"/>
          <p:cNvSpPr/>
          <p:nvPr/>
        </p:nvSpPr>
        <p:spPr>
          <a:xfrm>
            <a:off x="5119257" y="452584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11" y="0"/>
                </a:lnTo>
                <a:lnTo>
                  <a:pt x="10263" y="0"/>
                </a:lnTo>
                <a:lnTo>
                  <a:pt x="12343" y="0"/>
                </a:lnTo>
                <a:lnTo>
                  <a:pt x="12343" y="2380"/>
                </a:lnTo>
                <a:lnTo>
                  <a:pt x="12343" y="4774"/>
                </a:lnTo>
                <a:lnTo>
                  <a:pt x="12343" y="7200"/>
                </a:lnTo>
                <a:lnTo>
                  <a:pt x="14639" y="8309"/>
                </a:lnTo>
                <a:lnTo>
                  <a:pt x="16268" y="9050"/>
                </a:lnTo>
                <a:lnTo>
                  <a:pt x="17675" y="9598"/>
                </a:lnTo>
                <a:lnTo>
                  <a:pt x="19304" y="10123"/>
                </a:lnTo>
                <a:lnTo>
                  <a:pt x="21600" y="10800"/>
                </a:lnTo>
                <a:lnTo>
                  <a:pt x="19853" y="12326"/>
                </a:lnTo>
                <a:lnTo>
                  <a:pt x="18107" y="13856"/>
                </a:lnTo>
                <a:lnTo>
                  <a:pt x="16354" y="15390"/>
                </a:lnTo>
                <a:lnTo>
                  <a:pt x="14595" y="16931"/>
                </a:lnTo>
                <a:lnTo>
                  <a:pt x="12827" y="18475"/>
                </a:lnTo>
                <a:lnTo>
                  <a:pt x="11050" y="20034"/>
                </a:lnTo>
                <a:lnTo>
                  <a:pt x="9257" y="21600"/>
                </a:lnTo>
                <a:lnTo>
                  <a:pt x="9257" y="19220"/>
                </a:lnTo>
                <a:lnTo>
                  <a:pt x="9257" y="16826"/>
                </a:lnTo>
                <a:lnTo>
                  <a:pt x="9257" y="14400"/>
                </a:lnTo>
                <a:lnTo>
                  <a:pt x="6961" y="13291"/>
                </a:lnTo>
                <a:lnTo>
                  <a:pt x="5332" y="12550"/>
                </a:lnTo>
                <a:lnTo>
                  <a:pt x="3925" y="12002"/>
                </a:lnTo>
                <a:lnTo>
                  <a:pt x="2296" y="11477"/>
                </a:lnTo>
                <a:lnTo>
                  <a:pt x="0" y="10800"/>
                </a:lnTo>
                <a:lnTo>
                  <a:pt x="1154" y="8500"/>
                </a:lnTo>
                <a:lnTo>
                  <a:pt x="2027" y="6800"/>
                </a:lnTo>
                <a:lnTo>
                  <a:pt x="2796" y="5400"/>
                </a:lnTo>
                <a:lnTo>
                  <a:pt x="3629" y="4000"/>
                </a:lnTo>
                <a:lnTo>
                  <a:pt x="4696" y="2300"/>
                </a:lnTo>
                <a:lnTo>
                  <a:pt x="6171" y="0"/>
                </a:lnTo>
                <a:close/>
              </a:path>
            </a:pathLst>
          </a:custGeom>
          <a:solidFill>
            <a:srgbClr val="2525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6" name="contour_13144"/>
          <p:cNvSpPr/>
          <p:nvPr/>
        </p:nvSpPr>
        <p:spPr>
          <a:xfrm>
            <a:off x="4775081" y="4533131"/>
            <a:ext cx="380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709" y="414"/>
                </a:lnTo>
                <a:lnTo>
                  <a:pt x="9070" y="767"/>
                </a:lnTo>
                <a:lnTo>
                  <a:pt x="11464" y="1163"/>
                </a:lnTo>
                <a:lnTo>
                  <a:pt x="13357" y="1699"/>
                </a:lnTo>
                <a:lnTo>
                  <a:pt x="15205" y="2480"/>
                </a:lnTo>
                <a:lnTo>
                  <a:pt x="17466" y="3600"/>
                </a:lnTo>
                <a:lnTo>
                  <a:pt x="18425" y="5803"/>
                </a:lnTo>
                <a:lnTo>
                  <a:pt x="19215" y="8006"/>
                </a:lnTo>
                <a:lnTo>
                  <a:pt x="19860" y="10213"/>
                </a:lnTo>
                <a:lnTo>
                  <a:pt x="20380" y="12434"/>
                </a:lnTo>
                <a:lnTo>
                  <a:pt x="20794" y="14677"/>
                </a:lnTo>
                <a:lnTo>
                  <a:pt x="21120" y="16949"/>
                </a:lnTo>
                <a:lnTo>
                  <a:pt x="21381" y="19253"/>
                </a:lnTo>
                <a:lnTo>
                  <a:pt x="21600" y="21600"/>
                </a:lnTo>
                <a:lnTo>
                  <a:pt x="19190" y="20534"/>
                </a:lnTo>
                <a:lnTo>
                  <a:pt x="16800" y="19454"/>
                </a:lnTo>
                <a:lnTo>
                  <a:pt x="14440" y="18353"/>
                </a:lnTo>
                <a:lnTo>
                  <a:pt x="12108" y="17222"/>
                </a:lnTo>
                <a:lnTo>
                  <a:pt x="9806" y="16052"/>
                </a:lnTo>
                <a:lnTo>
                  <a:pt x="7532" y="14832"/>
                </a:lnTo>
                <a:lnTo>
                  <a:pt x="5296" y="13558"/>
                </a:lnTo>
                <a:lnTo>
                  <a:pt x="3096" y="12215"/>
                </a:lnTo>
                <a:lnTo>
                  <a:pt x="930" y="10800"/>
                </a:lnTo>
                <a:lnTo>
                  <a:pt x="310" y="7798"/>
                </a:lnTo>
                <a:lnTo>
                  <a:pt x="0" y="5735"/>
                </a:lnTo>
                <a:lnTo>
                  <a:pt x="0" y="4093"/>
                </a:lnTo>
                <a:lnTo>
                  <a:pt x="310" y="2354"/>
                </a:lnTo>
                <a:lnTo>
                  <a:pt x="930" y="0"/>
                </a:lnTo>
                <a:close/>
              </a:path>
            </a:pathLst>
          </a:custGeom>
          <a:solidFill>
            <a:srgbClr val="8174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7" name="contour_13145"/>
          <p:cNvSpPr/>
          <p:nvPr/>
        </p:nvSpPr>
        <p:spPr>
          <a:xfrm>
            <a:off x="4251986" y="4518854"/>
            <a:ext cx="43728" cy="365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69" y="2484"/>
                </a:moveTo>
                <a:lnTo>
                  <a:pt x="15322" y="4480"/>
                </a:lnTo>
                <a:lnTo>
                  <a:pt x="16934" y="6499"/>
                </a:lnTo>
                <a:lnTo>
                  <a:pt x="18515" y="8547"/>
                </a:lnTo>
                <a:lnTo>
                  <a:pt x="20070" y="10634"/>
                </a:lnTo>
                <a:lnTo>
                  <a:pt x="21600" y="12760"/>
                </a:lnTo>
                <a:lnTo>
                  <a:pt x="19188" y="14903"/>
                </a:lnTo>
                <a:lnTo>
                  <a:pt x="16934" y="16744"/>
                </a:lnTo>
                <a:lnTo>
                  <a:pt x="14767" y="18293"/>
                </a:lnTo>
                <a:lnTo>
                  <a:pt x="12629" y="19543"/>
                </a:lnTo>
                <a:lnTo>
                  <a:pt x="10447" y="20500"/>
                </a:lnTo>
                <a:lnTo>
                  <a:pt x="8161" y="21160"/>
                </a:lnTo>
                <a:lnTo>
                  <a:pt x="5699" y="21527"/>
                </a:lnTo>
                <a:lnTo>
                  <a:pt x="3002" y="21600"/>
                </a:lnTo>
                <a:lnTo>
                  <a:pt x="0" y="21384"/>
                </a:lnTo>
                <a:lnTo>
                  <a:pt x="857" y="16115"/>
                </a:lnTo>
                <a:lnTo>
                  <a:pt x="1552" y="12092"/>
                </a:lnTo>
                <a:lnTo>
                  <a:pt x="2164" y="9060"/>
                </a:lnTo>
                <a:lnTo>
                  <a:pt x="2772" y="6775"/>
                </a:lnTo>
                <a:lnTo>
                  <a:pt x="3456" y="4985"/>
                </a:lnTo>
                <a:lnTo>
                  <a:pt x="4295" y="3441"/>
                </a:lnTo>
                <a:lnTo>
                  <a:pt x="5368" y="1893"/>
                </a:lnTo>
                <a:lnTo>
                  <a:pt x="6750" y="91"/>
                </a:lnTo>
                <a:lnTo>
                  <a:pt x="9706" y="0"/>
                </a:lnTo>
                <a:lnTo>
                  <a:pt x="11498" y="621"/>
                </a:lnTo>
                <a:lnTo>
                  <a:pt x="13669" y="2484"/>
                </a:lnTo>
                <a:close/>
              </a:path>
            </a:pathLst>
          </a:custGeom>
          <a:solidFill>
            <a:srgbClr val="B8BA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8" name="contour_13146"/>
          <p:cNvSpPr/>
          <p:nvPr/>
        </p:nvSpPr>
        <p:spPr>
          <a:xfrm>
            <a:off x="965102" y="4511267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76" y="0"/>
                </a:moveTo>
                <a:lnTo>
                  <a:pt x="9027" y="353"/>
                </a:lnTo>
                <a:lnTo>
                  <a:pt x="11760" y="716"/>
                </a:lnTo>
                <a:lnTo>
                  <a:pt x="14120" y="1264"/>
                </a:lnTo>
                <a:lnTo>
                  <a:pt x="16853" y="2167"/>
                </a:lnTo>
                <a:lnTo>
                  <a:pt x="20705" y="3600"/>
                </a:lnTo>
                <a:lnTo>
                  <a:pt x="21217" y="6188"/>
                </a:lnTo>
                <a:lnTo>
                  <a:pt x="21502" y="8755"/>
                </a:lnTo>
                <a:lnTo>
                  <a:pt x="21600" y="11311"/>
                </a:lnTo>
                <a:lnTo>
                  <a:pt x="21538" y="13864"/>
                </a:lnTo>
                <a:lnTo>
                  <a:pt x="21346" y="16423"/>
                </a:lnTo>
                <a:lnTo>
                  <a:pt x="21057" y="18997"/>
                </a:lnTo>
                <a:lnTo>
                  <a:pt x="20705" y="21600"/>
                </a:lnTo>
                <a:lnTo>
                  <a:pt x="17459" y="20848"/>
                </a:lnTo>
                <a:lnTo>
                  <a:pt x="14317" y="20056"/>
                </a:lnTo>
                <a:lnTo>
                  <a:pt x="11268" y="19199"/>
                </a:lnTo>
                <a:lnTo>
                  <a:pt x="8318" y="18238"/>
                </a:lnTo>
                <a:lnTo>
                  <a:pt x="5456" y="17143"/>
                </a:lnTo>
                <a:lnTo>
                  <a:pt x="2686" y="15872"/>
                </a:lnTo>
                <a:lnTo>
                  <a:pt x="0" y="14400"/>
                </a:lnTo>
                <a:lnTo>
                  <a:pt x="57" y="11822"/>
                </a:lnTo>
                <a:lnTo>
                  <a:pt x="512" y="9374"/>
                </a:lnTo>
                <a:lnTo>
                  <a:pt x="1310" y="7009"/>
                </a:lnTo>
                <a:lnTo>
                  <a:pt x="2391" y="4691"/>
                </a:lnTo>
                <a:lnTo>
                  <a:pt x="3696" y="2369"/>
                </a:lnTo>
                <a:lnTo>
                  <a:pt x="5176" y="0"/>
                </a:lnTo>
                <a:close/>
              </a:path>
            </a:pathLst>
          </a:custGeom>
          <a:solidFill>
            <a:srgbClr val="6C54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49" name="contour_13147"/>
          <p:cNvSpPr/>
          <p:nvPr/>
        </p:nvSpPr>
        <p:spPr>
          <a:xfrm>
            <a:off x="10233787" y="4518555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2088" y="242"/>
                </a:lnTo>
                <a:lnTo>
                  <a:pt x="3171" y="467"/>
                </a:lnTo>
                <a:lnTo>
                  <a:pt x="4419" y="730"/>
                </a:lnTo>
                <a:lnTo>
                  <a:pt x="6073" y="1076"/>
                </a:lnTo>
                <a:lnTo>
                  <a:pt x="8375" y="1555"/>
                </a:lnTo>
                <a:lnTo>
                  <a:pt x="11567" y="2225"/>
                </a:lnTo>
                <a:lnTo>
                  <a:pt x="15895" y="3128"/>
                </a:lnTo>
                <a:lnTo>
                  <a:pt x="21600" y="4320"/>
                </a:lnTo>
                <a:lnTo>
                  <a:pt x="20918" y="7171"/>
                </a:lnTo>
                <a:lnTo>
                  <a:pt x="20236" y="10027"/>
                </a:lnTo>
                <a:lnTo>
                  <a:pt x="19550" y="12895"/>
                </a:lnTo>
                <a:lnTo>
                  <a:pt x="18859" y="15777"/>
                </a:lnTo>
                <a:lnTo>
                  <a:pt x="18165" y="18675"/>
                </a:lnTo>
                <a:lnTo>
                  <a:pt x="17466" y="21600"/>
                </a:lnTo>
                <a:lnTo>
                  <a:pt x="12534" y="20948"/>
                </a:lnTo>
                <a:lnTo>
                  <a:pt x="9086" y="20425"/>
                </a:lnTo>
                <a:lnTo>
                  <a:pt x="6660" y="19920"/>
                </a:lnTo>
                <a:lnTo>
                  <a:pt x="4795" y="19306"/>
                </a:lnTo>
                <a:lnTo>
                  <a:pt x="3043" y="18468"/>
                </a:lnTo>
                <a:lnTo>
                  <a:pt x="930" y="17280"/>
                </a:lnTo>
                <a:lnTo>
                  <a:pt x="298" y="14282"/>
                </a:lnTo>
                <a:lnTo>
                  <a:pt x="12" y="11478"/>
                </a:lnTo>
                <a:lnTo>
                  <a:pt x="0" y="8761"/>
                </a:lnTo>
                <a:lnTo>
                  <a:pt x="198" y="6018"/>
                </a:lnTo>
                <a:lnTo>
                  <a:pt x="533" y="3132"/>
                </a:lnTo>
                <a:lnTo>
                  <a:pt x="930" y="0"/>
                </a:lnTo>
                <a:close/>
              </a:path>
            </a:pathLst>
          </a:custGeom>
          <a:solidFill>
            <a:srgbClr val="7576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0" name="contour_13148"/>
          <p:cNvSpPr/>
          <p:nvPr/>
        </p:nvSpPr>
        <p:spPr>
          <a:xfrm>
            <a:off x="8289533" y="4474827"/>
            <a:ext cx="44355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0"/>
                </a:moveTo>
                <a:lnTo>
                  <a:pt x="7758" y="1071"/>
                </a:lnTo>
                <a:lnTo>
                  <a:pt x="8429" y="2160"/>
                </a:lnTo>
                <a:lnTo>
                  <a:pt x="9529" y="3231"/>
                </a:lnTo>
                <a:lnTo>
                  <a:pt x="10647" y="4320"/>
                </a:lnTo>
                <a:lnTo>
                  <a:pt x="12993" y="4320"/>
                </a:lnTo>
                <a:lnTo>
                  <a:pt x="15354" y="4320"/>
                </a:lnTo>
                <a:lnTo>
                  <a:pt x="17746" y="4320"/>
                </a:lnTo>
                <a:lnTo>
                  <a:pt x="19162" y="5607"/>
                </a:lnTo>
                <a:lnTo>
                  <a:pt x="20187" y="6906"/>
                </a:lnTo>
                <a:lnTo>
                  <a:pt x="20887" y="8223"/>
                </a:lnTo>
                <a:lnTo>
                  <a:pt x="21316" y="9569"/>
                </a:lnTo>
                <a:lnTo>
                  <a:pt x="21536" y="10951"/>
                </a:lnTo>
                <a:lnTo>
                  <a:pt x="21600" y="12377"/>
                </a:lnTo>
                <a:lnTo>
                  <a:pt x="21575" y="13852"/>
                </a:lnTo>
                <a:lnTo>
                  <a:pt x="21515" y="15390"/>
                </a:lnTo>
                <a:lnTo>
                  <a:pt x="21483" y="16556"/>
                </a:lnTo>
                <a:lnTo>
                  <a:pt x="21451" y="17729"/>
                </a:lnTo>
                <a:lnTo>
                  <a:pt x="21419" y="18917"/>
                </a:lnTo>
                <a:lnTo>
                  <a:pt x="21359" y="20250"/>
                </a:lnTo>
                <a:lnTo>
                  <a:pt x="21295" y="21600"/>
                </a:lnTo>
                <a:lnTo>
                  <a:pt x="20269" y="20665"/>
                </a:lnTo>
                <a:lnTo>
                  <a:pt x="19236" y="19721"/>
                </a:lnTo>
                <a:lnTo>
                  <a:pt x="18189" y="18766"/>
                </a:lnTo>
                <a:lnTo>
                  <a:pt x="17213" y="17878"/>
                </a:lnTo>
                <a:lnTo>
                  <a:pt x="16220" y="16975"/>
                </a:lnTo>
                <a:lnTo>
                  <a:pt x="15091" y="15934"/>
                </a:lnTo>
                <a:lnTo>
                  <a:pt x="13973" y="14891"/>
                </a:lnTo>
                <a:lnTo>
                  <a:pt x="12862" y="13843"/>
                </a:lnTo>
                <a:lnTo>
                  <a:pt x="11755" y="12796"/>
                </a:lnTo>
                <a:lnTo>
                  <a:pt x="10647" y="11746"/>
                </a:lnTo>
                <a:lnTo>
                  <a:pt x="9260" y="10569"/>
                </a:lnTo>
                <a:lnTo>
                  <a:pt x="7847" y="9448"/>
                </a:lnTo>
                <a:lnTo>
                  <a:pt x="6403" y="8372"/>
                </a:lnTo>
                <a:lnTo>
                  <a:pt x="4908" y="7333"/>
                </a:lnTo>
                <a:lnTo>
                  <a:pt x="3350" y="6318"/>
                </a:lnTo>
                <a:lnTo>
                  <a:pt x="1721" y="5318"/>
                </a:lnTo>
                <a:lnTo>
                  <a:pt x="0" y="4320"/>
                </a:lnTo>
                <a:lnTo>
                  <a:pt x="2346" y="4320"/>
                </a:lnTo>
                <a:lnTo>
                  <a:pt x="4706" y="4320"/>
                </a:lnTo>
                <a:lnTo>
                  <a:pt x="7098" y="4320"/>
                </a:lnTo>
                <a:lnTo>
                  <a:pt x="7098" y="2892"/>
                </a:lnTo>
                <a:lnTo>
                  <a:pt x="7098" y="1456"/>
                </a:lnTo>
                <a:lnTo>
                  <a:pt x="7098" y="0"/>
                </a:lnTo>
                <a:close/>
              </a:path>
            </a:pathLst>
          </a:custGeom>
          <a:solidFill>
            <a:srgbClr val="5D60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1" name="contour_13149"/>
          <p:cNvSpPr/>
          <p:nvPr/>
        </p:nvSpPr>
        <p:spPr>
          <a:xfrm>
            <a:off x="4456050" y="4489403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77" y="243"/>
                </a:lnTo>
                <a:lnTo>
                  <a:pt x="3154" y="502"/>
                </a:lnTo>
                <a:lnTo>
                  <a:pt x="4728" y="778"/>
                </a:lnTo>
                <a:lnTo>
                  <a:pt x="6302" y="1069"/>
                </a:lnTo>
                <a:lnTo>
                  <a:pt x="7877" y="1372"/>
                </a:lnTo>
                <a:lnTo>
                  <a:pt x="9451" y="1685"/>
                </a:lnTo>
                <a:lnTo>
                  <a:pt x="10126" y="1782"/>
                </a:lnTo>
                <a:lnTo>
                  <a:pt x="12163" y="2057"/>
                </a:lnTo>
                <a:lnTo>
                  <a:pt x="13469" y="2360"/>
                </a:lnTo>
                <a:lnTo>
                  <a:pt x="14486" y="2689"/>
                </a:lnTo>
                <a:lnTo>
                  <a:pt x="15557" y="3197"/>
                </a:lnTo>
                <a:lnTo>
                  <a:pt x="17016" y="4045"/>
                </a:lnTo>
                <a:lnTo>
                  <a:pt x="19200" y="5400"/>
                </a:lnTo>
                <a:lnTo>
                  <a:pt x="20088" y="9531"/>
                </a:lnTo>
                <a:lnTo>
                  <a:pt x="20657" y="12436"/>
                </a:lnTo>
                <a:lnTo>
                  <a:pt x="21022" y="14899"/>
                </a:lnTo>
                <a:lnTo>
                  <a:pt x="21298" y="17696"/>
                </a:lnTo>
                <a:lnTo>
                  <a:pt x="21600" y="21600"/>
                </a:lnTo>
                <a:lnTo>
                  <a:pt x="20054" y="20952"/>
                </a:lnTo>
                <a:lnTo>
                  <a:pt x="18511" y="20293"/>
                </a:lnTo>
                <a:lnTo>
                  <a:pt x="16968" y="19629"/>
                </a:lnTo>
                <a:lnTo>
                  <a:pt x="15425" y="18949"/>
                </a:lnTo>
                <a:lnTo>
                  <a:pt x="13882" y="18263"/>
                </a:lnTo>
                <a:lnTo>
                  <a:pt x="12341" y="17572"/>
                </a:lnTo>
                <a:lnTo>
                  <a:pt x="10800" y="16875"/>
                </a:lnTo>
                <a:lnTo>
                  <a:pt x="9250" y="16238"/>
                </a:lnTo>
                <a:lnTo>
                  <a:pt x="7678" y="15590"/>
                </a:lnTo>
                <a:lnTo>
                  <a:pt x="6211" y="14909"/>
                </a:lnTo>
                <a:lnTo>
                  <a:pt x="4726" y="14218"/>
                </a:lnTo>
                <a:lnTo>
                  <a:pt x="3365" y="13619"/>
                </a:lnTo>
                <a:lnTo>
                  <a:pt x="1982" y="13019"/>
                </a:lnTo>
                <a:lnTo>
                  <a:pt x="998" y="11918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6A67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2" name="contour_13150"/>
          <p:cNvSpPr/>
          <p:nvPr/>
        </p:nvSpPr>
        <p:spPr>
          <a:xfrm>
            <a:off x="7524294" y="446025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8" y="5348"/>
                </a:lnTo>
                <a:lnTo>
                  <a:pt x="18922" y="8031"/>
                </a:lnTo>
                <a:lnTo>
                  <a:pt x="18025" y="10718"/>
                </a:lnTo>
                <a:lnTo>
                  <a:pt x="17129" y="13418"/>
                </a:lnTo>
                <a:lnTo>
                  <a:pt x="16225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13507" y="19462"/>
                </a:lnTo>
                <a:lnTo>
                  <a:pt x="12614" y="17315"/>
                </a:lnTo>
                <a:lnTo>
                  <a:pt x="11711" y="15150"/>
                </a:lnTo>
                <a:lnTo>
                  <a:pt x="10800" y="12960"/>
                </a:lnTo>
                <a:lnTo>
                  <a:pt x="8662" y="13815"/>
                </a:lnTo>
                <a:lnTo>
                  <a:pt x="6516" y="14675"/>
                </a:lnTo>
                <a:lnTo>
                  <a:pt x="4363" y="15535"/>
                </a:lnTo>
                <a:lnTo>
                  <a:pt x="2192" y="16403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CFBC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3" name="contour_13151"/>
          <p:cNvSpPr/>
          <p:nvPr/>
        </p:nvSpPr>
        <p:spPr>
          <a:xfrm>
            <a:off x="7057862" y="4467539"/>
            <a:ext cx="5101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2087" y="1584"/>
                </a:lnTo>
                <a:lnTo>
                  <a:pt x="11834" y="3168"/>
                </a:lnTo>
                <a:lnTo>
                  <a:pt x="11578" y="4754"/>
                </a:lnTo>
                <a:lnTo>
                  <a:pt x="11325" y="6343"/>
                </a:lnTo>
                <a:lnTo>
                  <a:pt x="11068" y="7934"/>
                </a:lnTo>
                <a:lnTo>
                  <a:pt x="10812" y="9528"/>
                </a:lnTo>
                <a:lnTo>
                  <a:pt x="10556" y="11126"/>
                </a:lnTo>
                <a:lnTo>
                  <a:pt x="10297" y="12730"/>
                </a:lnTo>
                <a:lnTo>
                  <a:pt x="10038" y="14338"/>
                </a:lnTo>
                <a:lnTo>
                  <a:pt x="9779" y="15950"/>
                </a:lnTo>
                <a:lnTo>
                  <a:pt x="9519" y="17573"/>
                </a:lnTo>
                <a:lnTo>
                  <a:pt x="9257" y="19200"/>
                </a:lnTo>
                <a:lnTo>
                  <a:pt x="11294" y="19596"/>
                </a:lnTo>
                <a:lnTo>
                  <a:pt x="13333" y="19992"/>
                </a:lnTo>
                <a:lnTo>
                  <a:pt x="15382" y="20390"/>
                </a:lnTo>
                <a:lnTo>
                  <a:pt x="17440" y="20791"/>
                </a:lnTo>
                <a:lnTo>
                  <a:pt x="19511" y="21194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5983" y="20441"/>
                </a:lnTo>
                <a:lnTo>
                  <a:pt x="5795" y="19277"/>
                </a:lnTo>
                <a:lnTo>
                  <a:pt x="5604" y="18094"/>
                </a:lnTo>
                <a:lnTo>
                  <a:pt x="5348" y="16577"/>
                </a:lnTo>
                <a:lnTo>
                  <a:pt x="5085" y="15048"/>
                </a:lnTo>
                <a:lnTo>
                  <a:pt x="4820" y="13500"/>
                </a:lnTo>
                <a:lnTo>
                  <a:pt x="4570" y="11995"/>
                </a:lnTo>
                <a:lnTo>
                  <a:pt x="4317" y="10481"/>
                </a:lnTo>
                <a:lnTo>
                  <a:pt x="4061" y="8945"/>
                </a:lnTo>
                <a:lnTo>
                  <a:pt x="3635" y="7267"/>
                </a:lnTo>
                <a:lnTo>
                  <a:pt x="3160" y="5731"/>
                </a:lnTo>
                <a:lnTo>
                  <a:pt x="2598" y="4286"/>
                </a:lnTo>
                <a:lnTo>
                  <a:pt x="1910" y="2882"/>
                </a:lnTo>
                <a:lnTo>
                  <a:pt x="1058" y="1471"/>
                </a:lnTo>
                <a:lnTo>
                  <a:pt x="0" y="0"/>
                </a:lnTo>
                <a:close/>
              </a:path>
            </a:pathLst>
          </a:custGeom>
          <a:solidFill>
            <a:srgbClr val="DF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4" name="contour_13152"/>
          <p:cNvSpPr/>
          <p:nvPr/>
        </p:nvSpPr>
        <p:spPr>
          <a:xfrm>
            <a:off x="7028711" y="4467539"/>
            <a:ext cx="4539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36" y="0"/>
                </a:moveTo>
                <a:lnTo>
                  <a:pt x="9212" y="486"/>
                </a:lnTo>
                <a:lnTo>
                  <a:pt x="11355" y="1018"/>
                </a:lnTo>
                <a:lnTo>
                  <a:pt x="13391" y="1628"/>
                </a:lnTo>
                <a:lnTo>
                  <a:pt x="15336" y="2341"/>
                </a:lnTo>
                <a:lnTo>
                  <a:pt x="17206" y="3189"/>
                </a:lnTo>
                <a:lnTo>
                  <a:pt x="19027" y="4198"/>
                </a:lnTo>
                <a:lnTo>
                  <a:pt x="20809" y="5400"/>
                </a:lnTo>
                <a:lnTo>
                  <a:pt x="21173" y="7220"/>
                </a:lnTo>
                <a:lnTo>
                  <a:pt x="21416" y="9023"/>
                </a:lnTo>
                <a:lnTo>
                  <a:pt x="21555" y="10813"/>
                </a:lnTo>
                <a:lnTo>
                  <a:pt x="21600" y="12598"/>
                </a:lnTo>
                <a:lnTo>
                  <a:pt x="21562" y="14380"/>
                </a:lnTo>
                <a:lnTo>
                  <a:pt x="21451" y="16165"/>
                </a:lnTo>
                <a:lnTo>
                  <a:pt x="21281" y="17960"/>
                </a:lnTo>
                <a:lnTo>
                  <a:pt x="21062" y="19769"/>
                </a:lnTo>
                <a:lnTo>
                  <a:pt x="20809" y="21600"/>
                </a:lnTo>
                <a:lnTo>
                  <a:pt x="20594" y="19872"/>
                </a:lnTo>
                <a:lnTo>
                  <a:pt x="20376" y="18131"/>
                </a:lnTo>
                <a:lnTo>
                  <a:pt x="20157" y="16367"/>
                </a:lnTo>
                <a:lnTo>
                  <a:pt x="19613" y="14602"/>
                </a:lnTo>
                <a:lnTo>
                  <a:pt x="19138" y="13435"/>
                </a:lnTo>
                <a:lnTo>
                  <a:pt x="18468" y="12342"/>
                </a:lnTo>
                <a:lnTo>
                  <a:pt x="17341" y="10800"/>
                </a:lnTo>
                <a:lnTo>
                  <a:pt x="15218" y="10174"/>
                </a:lnTo>
                <a:lnTo>
                  <a:pt x="13096" y="9658"/>
                </a:lnTo>
                <a:lnTo>
                  <a:pt x="10970" y="9237"/>
                </a:lnTo>
                <a:lnTo>
                  <a:pt x="8830" y="8896"/>
                </a:lnTo>
                <a:lnTo>
                  <a:pt x="6669" y="8627"/>
                </a:lnTo>
                <a:lnTo>
                  <a:pt x="4481" y="8413"/>
                </a:lnTo>
                <a:lnTo>
                  <a:pt x="2261" y="8243"/>
                </a:lnTo>
                <a:lnTo>
                  <a:pt x="0" y="8100"/>
                </a:lnTo>
                <a:lnTo>
                  <a:pt x="864" y="7849"/>
                </a:lnTo>
                <a:lnTo>
                  <a:pt x="3468" y="7088"/>
                </a:lnTo>
                <a:lnTo>
                  <a:pt x="5188" y="6251"/>
                </a:lnTo>
                <a:lnTo>
                  <a:pt x="6936" y="5400"/>
                </a:lnTo>
                <a:lnTo>
                  <a:pt x="6936" y="3615"/>
                </a:lnTo>
                <a:lnTo>
                  <a:pt x="6936" y="1820"/>
                </a:lnTo>
                <a:lnTo>
                  <a:pt x="6936" y="0"/>
                </a:lnTo>
                <a:close/>
              </a:path>
            </a:pathLst>
          </a:custGeom>
          <a:solidFill>
            <a:srgbClr val="D5C4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5" name="contour_13153"/>
          <p:cNvSpPr/>
          <p:nvPr/>
        </p:nvSpPr>
        <p:spPr>
          <a:xfrm>
            <a:off x="5272305" y="4460251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870" y="1925"/>
                </a:lnTo>
                <a:lnTo>
                  <a:pt x="19889" y="3370"/>
                </a:lnTo>
                <a:lnTo>
                  <a:pt x="20546" y="4777"/>
                </a:lnTo>
                <a:lnTo>
                  <a:pt x="21047" y="6591"/>
                </a:lnTo>
                <a:lnTo>
                  <a:pt x="21600" y="9257"/>
                </a:lnTo>
                <a:lnTo>
                  <a:pt x="20611" y="11124"/>
                </a:lnTo>
                <a:lnTo>
                  <a:pt x="19526" y="12941"/>
                </a:lnTo>
                <a:lnTo>
                  <a:pt x="18356" y="14716"/>
                </a:lnTo>
                <a:lnTo>
                  <a:pt x="17112" y="16459"/>
                </a:lnTo>
                <a:lnTo>
                  <a:pt x="15790" y="18181"/>
                </a:lnTo>
                <a:lnTo>
                  <a:pt x="14403" y="19891"/>
                </a:lnTo>
                <a:lnTo>
                  <a:pt x="12960" y="21600"/>
                </a:lnTo>
                <a:lnTo>
                  <a:pt x="10390" y="20264"/>
                </a:lnTo>
                <a:lnTo>
                  <a:pt x="7975" y="18903"/>
                </a:lnTo>
                <a:lnTo>
                  <a:pt x="5728" y="17481"/>
                </a:lnTo>
                <a:lnTo>
                  <a:pt x="3646" y="15941"/>
                </a:lnTo>
                <a:lnTo>
                  <a:pt x="1732" y="14244"/>
                </a:lnTo>
                <a:lnTo>
                  <a:pt x="0" y="12343"/>
                </a:lnTo>
                <a:lnTo>
                  <a:pt x="575" y="10303"/>
                </a:lnTo>
                <a:lnTo>
                  <a:pt x="1352" y="8378"/>
                </a:lnTo>
                <a:lnTo>
                  <a:pt x="2350" y="6554"/>
                </a:lnTo>
                <a:lnTo>
                  <a:pt x="3564" y="4820"/>
                </a:lnTo>
                <a:lnTo>
                  <a:pt x="5016" y="3157"/>
                </a:lnTo>
                <a:lnTo>
                  <a:pt x="6705" y="1555"/>
                </a:lnTo>
                <a:lnTo>
                  <a:pt x="8640" y="0"/>
                </a:lnTo>
                <a:close/>
              </a:path>
            </a:pathLst>
          </a:custGeom>
          <a:solidFill>
            <a:srgbClr val="2928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6" name="contour_13154"/>
          <p:cNvSpPr/>
          <p:nvPr/>
        </p:nvSpPr>
        <p:spPr>
          <a:xfrm>
            <a:off x="7844966" y="4431099"/>
            <a:ext cx="51409" cy="456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10" y="0"/>
                </a:moveTo>
                <a:lnTo>
                  <a:pt x="17237" y="1564"/>
                </a:lnTo>
                <a:lnTo>
                  <a:pt x="18513" y="2803"/>
                </a:lnTo>
                <a:lnTo>
                  <a:pt x="19723" y="4370"/>
                </a:lnTo>
                <a:lnTo>
                  <a:pt x="21435" y="6903"/>
                </a:lnTo>
                <a:lnTo>
                  <a:pt x="21600" y="9240"/>
                </a:lnTo>
                <a:lnTo>
                  <a:pt x="21585" y="11397"/>
                </a:lnTo>
                <a:lnTo>
                  <a:pt x="21392" y="13485"/>
                </a:lnTo>
                <a:lnTo>
                  <a:pt x="21024" y="15608"/>
                </a:lnTo>
                <a:lnTo>
                  <a:pt x="20488" y="17879"/>
                </a:lnTo>
                <a:lnTo>
                  <a:pt x="19196" y="19529"/>
                </a:lnTo>
                <a:lnTo>
                  <a:pt x="18097" y="20468"/>
                </a:lnTo>
                <a:lnTo>
                  <a:pt x="16584" y="21041"/>
                </a:lnTo>
                <a:lnTo>
                  <a:pt x="14055" y="21600"/>
                </a:lnTo>
                <a:lnTo>
                  <a:pt x="12031" y="21572"/>
                </a:lnTo>
                <a:lnTo>
                  <a:pt x="10019" y="21514"/>
                </a:lnTo>
                <a:lnTo>
                  <a:pt x="8017" y="21421"/>
                </a:lnTo>
                <a:lnTo>
                  <a:pt x="6017" y="21296"/>
                </a:lnTo>
                <a:lnTo>
                  <a:pt x="4017" y="21137"/>
                </a:lnTo>
                <a:lnTo>
                  <a:pt x="2012" y="20941"/>
                </a:lnTo>
                <a:lnTo>
                  <a:pt x="0" y="20709"/>
                </a:lnTo>
                <a:lnTo>
                  <a:pt x="1519" y="20354"/>
                </a:lnTo>
                <a:lnTo>
                  <a:pt x="3044" y="19995"/>
                </a:lnTo>
                <a:lnTo>
                  <a:pt x="4593" y="19633"/>
                </a:lnTo>
                <a:lnTo>
                  <a:pt x="5267" y="19284"/>
                </a:lnTo>
                <a:lnTo>
                  <a:pt x="6458" y="18666"/>
                </a:lnTo>
                <a:lnTo>
                  <a:pt x="9186" y="17258"/>
                </a:lnTo>
                <a:lnTo>
                  <a:pt x="9462" y="14586"/>
                </a:lnTo>
                <a:lnTo>
                  <a:pt x="9600" y="12712"/>
                </a:lnTo>
                <a:lnTo>
                  <a:pt x="9600" y="11138"/>
                </a:lnTo>
                <a:lnTo>
                  <a:pt x="9462" y="9368"/>
                </a:lnTo>
                <a:lnTo>
                  <a:pt x="9186" y="6903"/>
                </a:lnTo>
                <a:lnTo>
                  <a:pt x="11210" y="6903"/>
                </a:lnTo>
                <a:lnTo>
                  <a:pt x="13247" y="6903"/>
                </a:lnTo>
                <a:lnTo>
                  <a:pt x="15310" y="6903"/>
                </a:lnTo>
                <a:lnTo>
                  <a:pt x="15310" y="4622"/>
                </a:lnTo>
                <a:lnTo>
                  <a:pt x="15310" y="2326"/>
                </a:lnTo>
                <a:lnTo>
                  <a:pt x="15310" y="0"/>
                </a:lnTo>
                <a:close/>
              </a:path>
            </a:pathLst>
          </a:custGeom>
          <a:solidFill>
            <a:srgbClr val="F8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7" name="contour_13155"/>
          <p:cNvSpPr/>
          <p:nvPr/>
        </p:nvSpPr>
        <p:spPr>
          <a:xfrm>
            <a:off x="10293723" y="4439167"/>
            <a:ext cx="72880" cy="283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48" y="1837"/>
                </a:moveTo>
                <a:lnTo>
                  <a:pt x="15047" y="2086"/>
                </a:lnTo>
                <a:lnTo>
                  <a:pt x="16103" y="2530"/>
                </a:lnTo>
                <a:lnTo>
                  <a:pt x="18522" y="3545"/>
                </a:lnTo>
                <a:lnTo>
                  <a:pt x="18976" y="3751"/>
                </a:lnTo>
                <a:lnTo>
                  <a:pt x="19773" y="4117"/>
                </a:lnTo>
                <a:lnTo>
                  <a:pt x="21600" y="4955"/>
                </a:lnTo>
                <a:lnTo>
                  <a:pt x="21146" y="8239"/>
                </a:lnTo>
                <a:lnTo>
                  <a:pt x="20768" y="10487"/>
                </a:lnTo>
                <a:lnTo>
                  <a:pt x="20267" y="12745"/>
                </a:lnTo>
                <a:lnTo>
                  <a:pt x="19440" y="16052"/>
                </a:lnTo>
                <a:lnTo>
                  <a:pt x="17997" y="16556"/>
                </a:lnTo>
                <a:lnTo>
                  <a:pt x="16967" y="16762"/>
                </a:lnTo>
                <a:lnTo>
                  <a:pt x="15859" y="16701"/>
                </a:lnTo>
                <a:lnTo>
                  <a:pt x="14176" y="16396"/>
                </a:lnTo>
                <a:lnTo>
                  <a:pt x="12524" y="16196"/>
                </a:lnTo>
                <a:lnTo>
                  <a:pt x="11055" y="16246"/>
                </a:lnTo>
                <a:lnTo>
                  <a:pt x="9709" y="16579"/>
                </a:lnTo>
                <a:lnTo>
                  <a:pt x="8424" y="17244"/>
                </a:lnTo>
                <a:lnTo>
                  <a:pt x="7139" y="18276"/>
                </a:lnTo>
                <a:lnTo>
                  <a:pt x="5793" y="19714"/>
                </a:lnTo>
                <a:lnTo>
                  <a:pt x="4320" y="21600"/>
                </a:lnTo>
                <a:lnTo>
                  <a:pt x="2888" y="20535"/>
                </a:lnTo>
                <a:lnTo>
                  <a:pt x="1961" y="19603"/>
                </a:lnTo>
                <a:lnTo>
                  <a:pt x="1134" y="18282"/>
                </a:lnTo>
                <a:lnTo>
                  <a:pt x="0" y="16052"/>
                </a:lnTo>
                <a:lnTo>
                  <a:pt x="0" y="12384"/>
                </a:lnTo>
                <a:lnTo>
                  <a:pt x="0" y="8694"/>
                </a:lnTo>
                <a:lnTo>
                  <a:pt x="0" y="4955"/>
                </a:lnTo>
                <a:lnTo>
                  <a:pt x="1480" y="3190"/>
                </a:lnTo>
                <a:lnTo>
                  <a:pt x="2910" y="1853"/>
                </a:lnTo>
                <a:lnTo>
                  <a:pt x="4307" y="910"/>
                </a:lnTo>
                <a:lnTo>
                  <a:pt x="5687" y="311"/>
                </a:lnTo>
                <a:lnTo>
                  <a:pt x="7065" y="17"/>
                </a:lnTo>
                <a:lnTo>
                  <a:pt x="8456" y="0"/>
                </a:lnTo>
                <a:lnTo>
                  <a:pt x="9876" y="205"/>
                </a:lnTo>
                <a:lnTo>
                  <a:pt x="11336" y="610"/>
                </a:lnTo>
                <a:lnTo>
                  <a:pt x="12854" y="1165"/>
                </a:lnTo>
                <a:lnTo>
                  <a:pt x="14448" y="1837"/>
                </a:lnTo>
                <a:close/>
              </a:path>
            </a:pathLst>
          </a:custGeom>
          <a:solidFill>
            <a:srgbClr val="F0F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8" name="contour_13156"/>
          <p:cNvSpPr/>
          <p:nvPr/>
        </p:nvSpPr>
        <p:spPr>
          <a:xfrm>
            <a:off x="4266562" y="4409235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37" y="333"/>
                </a:lnTo>
                <a:lnTo>
                  <a:pt x="2147" y="768"/>
                </a:lnTo>
                <a:lnTo>
                  <a:pt x="4445" y="1589"/>
                </a:lnTo>
                <a:lnTo>
                  <a:pt x="8640" y="3086"/>
                </a:lnTo>
                <a:lnTo>
                  <a:pt x="8891" y="5243"/>
                </a:lnTo>
                <a:lnTo>
                  <a:pt x="8821" y="6844"/>
                </a:lnTo>
                <a:lnTo>
                  <a:pt x="8372" y="9257"/>
                </a:lnTo>
                <a:lnTo>
                  <a:pt x="8191" y="11710"/>
                </a:lnTo>
                <a:lnTo>
                  <a:pt x="8260" y="13312"/>
                </a:lnTo>
                <a:lnTo>
                  <a:pt x="8640" y="15429"/>
                </a:lnTo>
                <a:lnTo>
                  <a:pt x="11854" y="16472"/>
                </a:lnTo>
                <a:lnTo>
                  <a:pt x="14135" y="17153"/>
                </a:lnTo>
                <a:lnTo>
                  <a:pt x="16105" y="17623"/>
                </a:lnTo>
                <a:lnTo>
                  <a:pt x="18386" y="18027"/>
                </a:lnTo>
                <a:lnTo>
                  <a:pt x="21600" y="18514"/>
                </a:lnTo>
                <a:lnTo>
                  <a:pt x="21600" y="2004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2E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59" name="contour_13157"/>
          <p:cNvSpPr/>
          <p:nvPr/>
        </p:nvSpPr>
        <p:spPr>
          <a:xfrm>
            <a:off x="5046377" y="4416523"/>
            <a:ext cx="65592" cy="242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57" y="4755"/>
                </a:lnTo>
                <a:lnTo>
                  <a:pt x="20962" y="8150"/>
                </a:lnTo>
                <a:lnTo>
                  <a:pt x="20597" y="11104"/>
                </a:lnTo>
                <a:lnTo>
                  <a:pt x="20047" y="14551"/>
                </a:lnTo>
                <a:lnTo>
                  <a:pt x="19200" y="19436"/>
                </a:lnTo>
                <a:lnTo>
                  <a:pt x="17297" y="20583"/>
                </a:lnTo>
                <a:lnTo>
                  <a:pt x="15907" y="21257"/>
                </a:lnTo>
                <a:lnTo>
                  <a:pt x="14630" y="21568"/>
                </a:lnTo>
                <a:lnTo>
                  <a:pt x="13063" y="21600"/>
                </a:lnTo>
                <a:lnTo>
                  <a:pt x="10800" y="21457"/>
                </a:lnTo>
                <a:lnTo>
                  <a:pt x="9288" y="21438"/>
                </a:lnTo>
                <a:lnTo>
                  <a:pt x="7766" y="21412"/>
                </a:lnTo>
                <a:lnTo>
                  <a:pt x="6226" y="21386"/>
                </a:lnTo>
                <a:lnTo>
                  <a:pt x="3986" y="20155"/>
                </a:lnTo>
                <a:lnTo>
                  <a:pt x="2662" y="18853"/>
                </a:lnTo>
                <a:lnTo>
                  <a:pt x="1733" y="16676"/>
                </a:lnTo>
                <a:lnTo>
                  <a:pt x="674" y="12828"/>
                </a:lnTo>
                <a:lnTo>
                  <a:pt x="341" y="9679"/>
                </a:lnTo>
                <a:lnTo>
                  <a:pt x="0" y="6479"/>
                </a:lnTo>
                <a:lnTo>
                  <a:pt x="1620" y="5824"/>
                </a:lnTo>
                <a:lnTo>
                  <a:pt x="3240" y="5176"/>
                </a:lnTo>
                <a:lnTo>
                  <a:pt x="4860" y="4529"/>
                </a:lnTo>
                <a:lnTo>
                  <a:pt x="6480" y="3881"/>
                </a:lnTo>
                <a:lnTo>
                  <a:pt x="8100" y="3239"/>
                </a:lnTo>
                <a:lnTo>
                  <a:pt x="9605" y="2637"/>
                </a:lnTo>
                <a:lnTo>
                  <a:pt x="11119" y="2028"/>
                </a:lnTo>
                <a:lnTo>
                  <a:pt x="12655" y="1419"/>
                </a:lnTo>
                <a:lnTo>
                  <a:pt x="14424" y="823"/>
                </a:lnTo>
                <a:lnTo>
                  <a:pt x="15749" y="421"/>
                </a:lnTo>
                <a:lnTo>
                  <a:pt x="16882" y="175"/>
                </a:lnTo>
                <a:lnTo>
                  <a:pt x="18070" y="52"/>
                </a:lnTo>
                <a:lnTo>
                  <a:pt x="19558" y="6"/>
                </a:lnTo>
                <a:lnTo>
                  <a:pt x="21600" y="0"/>
                </a:lnTo>
                <a:close/>
              </a:path>
            </a:pathLst>
          </a:custGeom>
          <a:solidFill>
            <a:srgbClr val="8067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0" name="contour_13158"/>
          <p:cNvSpPr/>
          <p:nvPr/>
        </p:nvSpPr>
        <p:spPr>
          <a:xfrm>
            <a:off x="4813161" y="440194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7" y="1150"/>
                </a:lnTo>
                <a:lnTo>
                  <a:pt x="8111" y="2322"/>
                </a:lnTo>
                <a:lnTo>
                  <a:pt x="10357" y="3515"/>
                </a:lnTo>
                <a:lnTo>
                  <a:pt x="12600" y="4725"/>
                </a:lnTo>
                <a:lnTo>
                  <a:pt x="13345" y="5114"/>
                </a:lnTo>
                <a:lnTo>
                  <a:pt x="14656" y="5805"/>
                </a:lnTo>
                <a:lnTo>
                  <a:pt x="17662" y="7382"/>
                </a:lnTo>
                <a:lnTo>
                  <a:pt x="19616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2E30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1" name="contour_13159"/>
          <p:cNvSpPr/>
          <p:nvPr/>
        </p:nvSpPr>
        <p:spPr>
          <a:xfrm>
            <a:off x="4762145" y="4394418"/>
            <a:ext cx="58304" cy="239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7"/>
                </a:moveTo>
                <a:lnTo>
                  <a:pt x="21219" y="5070"/>
                </a:lnTo>
                <a:lnTo>
                  <a:pt x="20890" y="8522"/>
                </a:lnTo>
                <a:lnTo>
                  <a:pt x="20480" y="11520"/>
                </a:lnTo>
                <a:lnTo>
                  <a:pt x="19859" y="15012"/>
                </a:lnTo>
                <a:lnTo>
                  <a:pt x="18900" y="19943"/>
                </a:lnTo>
                <a:lnTo>
                  <a:pt x="16713" y="20877"/>
                </a:lnTo>
                <a:lnTo>
                  <a:pt x="15117" y="21409"/>
                </a:lnTo>
                <a:lnTo>
                  <a:pt x="13657" y="21600"/>
                </a:lnTo>
                <a:lnTo>
                  <a:pt x="11864" y="21501"/>
                </a:lnTo>
                <a:lnTo>
                  <a:pt x="9283" y="21179"/>
                </a:lnTo>
                <a:lnTo>
                  <a:pt x="7549" y="20995"/>
                </a:lnTo>
                <a:lnTo>
                  <a:pt x="5805" y="20818"/>
                </a:lnTo>
                <a:lnTo>
                  <a:pt x="4039" y="20633"/>
                </a:lnTo>
                <a:lnTo>
                  <a:pt x="2705" y="20410"/>
                </a:lnTo>
                <a:lnTo>
                  <a:pt x="1361" y="20180"/>
                </a:lnTo>
                <a:lnTo>
                  <a:pt x="0" y="19943"/>
                </a:lnTo>
                <a:lnTo>
                  <a:pt x="0" y="15597"/>
                </a:lnTo>
                <a:lnTo>
                  <a:pt x="0" y="11224"/>
                </a:lnTo>
                <a:lnTo>
                  <a:pt x="0" y="6792"/>
                </a:lnTo>
                <a:lnTo>
                  <a:pt x="1598" y="5195"/>
                </a:lnTo>
                <a:lnTo>
                  <a:pt x="2781" y="4235"/>
                </a:lnTo>
                <a:lnTo>
                  <a:pt x="4134" y="3524"/>
                </a:lnTo>
                <a:lnTo>
                  <a:pt x="6242" y="2683"/>
                </a:lnTo>
                <a:lnTo>
                  <a:pt x="8087" y="1959"/>
                </a:lnTo>
                <a:lnTo>
                  <a:pt x="9958" y="1216"/>
                </a:lnTo>
                <a:lnTo>
                  <a:pt x="11629" y="789"/>
                </a:lnTo>
                <a:lnTo>
                  <a:pt x="13287" y="447"/>
                </a:lnTo>
                <a:lnTo>
                  <a:pt x="14942" y="197"/>
                </a:lnTo>
                <a:lnTo>
                  <a:pt x="16597" y="53"/>
                </a:lnTo>
                <a:lnTo>
                  <a:pt x="18255" y="0"/>
                </a:lnTo>
                <a:lnTo>
                  <a:pt x="19921" y="53"/>
                </a:lnTo>
                <a:lnTo>
                  <a:pt x="21600" y="217"/>
                </a:lnTo>
                <a:close/>
              </a:path>
            </a:pathLst>
          </a:custGeom>
          <a:solidFill>
            <a:srgbClr val="1C1E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2" name="contour_13160"/>
          <p:cNvSpPr/>
          <p:nvPr/>
        </p:nvSpPr>
        <p:spPr>
          <a:xfrm>
            <a:off x="7604462" y="4395701"/>
            <a:ext cx="43728" cy="353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11"/>
                </a:moveTo>
                <a:lnTo>
                  <a:pt x="21006" y="6746"/>
                </a:lnTo>
                <a:lnTo>
                  <a:pt x="20412" y="9686"/>
                </a:lnTo>
                <a:lnTo>
                  <a:pt x="19814" y="12639"/>
                </a:lnTo>
                <a:lnTo>
                  <a:pt x="19213" y="15605"/>
                </a:lnTo>
                <a:lnTo>
                  <a:pt x="18608" y="18589"/>
                </a:lnTo>
                <a:lnTo>
                  <a:pt x="18000" y="21600"/>
                </a:lnTo>
                <a:lnTo>
                  <a:pt x="15322" y="20764"/>
                </a:lnTo>
                <a:lnTo>
                  <a:pt x="13421" y="20115"/>
                </a:lnTo>
                <a:lnTo>
                  <a:pt x="11779" y="19439"/>
                </a:lnTo>
                <a:lnTo>
                  <a:pt x="9878" y="18523"/>
                </a:lnTo>
                <a:lnTo>
                  <a:pt x="7200" y="17153"/>
                </a:lnTo>
                <a:lnTo>
                  <a:pt x="7200" y="14213"/>
                </a:lnTo>
                <a:lnTo>
                  <a:pt x="7200" y="11256"/>
                </a:lnTo>
                <a:lnTo>
                  <a:pt x="7200" y="8258"/>
                </a:lnTo>
                <a:lnTo>
                  <a:pt x="5062" y="6626"/>
                </a:lnTo>
                <a:lnTo>
                  <a:pt x="3600" y="5617"/>
                </a:lnTo>
                <a:lnTo>
                  <a:pt x="2138" y="4821"/>
                </a:lnTo>
                <a:lnTo>
                  <a:pt x="0" y="3811"/>
                </a:lnTo>
                <a:lnTo>
                  <a:pt x="2416" y="1912"/>
                </a:lnTo>
                <a:lnTo>
                  <a:pt x="4763" y="703"/>
                </a:lnTo>
                <a:lnTo>
                  <a:pt x="7067" y="98"/>
                </a:lnTo>
                <a:lnTo>
                  <a:pt x="9360" y="0"/>
                </a:lnTo>
                <a:lnTo>
                  <a:pt x="11664" y="316"/>
                </a:lnTo>
                <a:lnTo>
                  <a:pt x="14015" y="947"/>
                </a:lnTo>
                <a:lnTo>
                  <a:pt x="16434" y="1806"/>
                </a:lnTo>
                <a:lnTo>
                  <a:pt x="18954" y="2788"/>
                </a:lnTo>
                <a:lnTo>
                  <a:pt x="21600" y="3811"/>
                </a:lnTo>
                <a:close/>
              </a:path>
            </a:pathLst>
          </a:custGeom>
          <a:solidFill>
            <a:srgbClr val="C9B4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3" name="contour_13161"/>
          <p:cNvSpPr/>
          <p:nvPr/>
        </p:nvSpPr>
        <p:spPr>
          <a:xfrm>
            <a:off x="3953178" y="4336355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19" y="556"/>
                </a:lnTo>
                <a:lnTo>
                  <a:pt x="4285" y="1193"/>
                </a:lnTo>
                <a:lnTo>
                  <a:pt x="6213" y="1939"/>
                </a:lnTo>
                <a:lnTo>
                  <a:pt x="8019" y="2819"/>
                </a:lnTo>
                <a:lnTo>
                  <a:pt x="9723" y="3861"/>
                </a:lnTo>
                <a:lnTo>
                  <a:pt x="11340" y="5103"/>
                </a:lnTo>
                <a:lnTo>
                  <a:pt x="12884" y="6561"/>
                </a:lnTo>
                <a:lnTo>
                  <a:pt x="14378" y="8273"/>
                </a:lnTo>
                <a:lnTo>
                  <a:pt x="15830" y="10265"/>
                </a:lnTo>
                <a:lnTo>
                  <a:pt x="17264" y="12566"/>
                </a:lnTo>
                <a:lnTo>
                  <a:pt x="18692" y="15201"/>
                </a:lnTo>
                <a:lnTo>
                  <a:pt x="20131" y="18203"/>
                </a:lnTo>
                <a:lnTo>
                  <a:pt x="21600" y="21600"/>
                </a:lnTo>
                <a:lnTo>
                  <a:pt x="20047" y="21136"/>
                </a:lnTo>
                <a:lnTo>
                  <a:pt x="18495" y="20666"/>
                </a:lnTo>
                <a:lnTo>
                  <a:pt x="16942" y="20196"/>
                </a:lnTo>
                <a:lnTo>
                  <a:pt x="15390" y="19715"/>
                </a:lnTo>
                <a:lnTo>
                  <a:pt x="13838" y="19235"/>
                </a:lnTo>
                <a:lnTo>
                  <a:pt x="12396" y="18797"/>
                </a:lnTo>
                <a:lnTo>
                  <a:pt x="10943" y="18355"/>
                </a:lnTo>
                <a:lnTo>
                  <a:pt x="9472" y="17906"/>
                </a:lnTo>
                <a:lnTo>
                  <a:pt x="6728" y="16740"/>
                </a:lnTo>
                <a:lnTo>
                  <a:pt x="4803" y="15833"/>
                </a:lnTo>
                <a:lnTo>
                  <a:pt x="3429" y="14980"/>
                </a:lnTo>
                <a:lnTo>
                  <a:pt x="2346" y="13991"/>
                </a:lnTo>
                <a:lnTo>
                  <a:pt x="1291" y="12663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039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4" name="contour_13162"/>
          <p:cNvSpPr/>
          <p:nvPr/>
        </p:nvSpPr>
        <p:spPr>
          <a:xfrm>
            <a:off x="992832" y="4329227"/>
            <a:ext cx="59725" cy="58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60" y="3"/>
                </a:moveTo>
                <a:lnTo>
                  <a:pt x="11168" y="319"/>
                </a:lnTo>
                <a:lnTo>
                  <a:pt x="12586" y="636"/>
                </a:lnTo>
                <a:lnTo>
                  <a:pt x="14022" y="956"/>
                </a:lnTo>
                <a:lnTo>
                  <a:pt x="15443" y="1256"/>
                </a:lnTo>
                <a:lnTo>
                  <a:pt x="16877" y="1559"/>
                </a:lnTo>
                <a:lnTo>
                  <a:pt x="18326" y="1865"/>
                </a:lnTo>
                <a:lnTo>
                  <a:pt x="19950" y="2253"/>
                </a:lnTo>
                <a:lnTo>
                  <a:pt x="21600" y="2648"/>
                </a:lnTo>
                <a:lnTo>
                  <a:pt x="21600" y="3993"/>
                </a:lnTo>
                <a:lnTo>
                  <a:pt x="21600" y="5355"/>
                </a:lnTo>
                <a:lnTo>
                  <a:pt x="19773" y="5623"/>
                </a:lnTo>
                <a:lnTo>
                  <a:pt x="17944" y="5894"/>
                </a:lnTo>
                <a:lnTo>
                  <a:pt x="16115" y="6162"/>
                </a:lnTo>
                <a:lnTo>
                  <a:pt x="14281" y="6430"/>
                </a:lnTo>
                <a:lnTo>
                  <a:pt x="12443" y="6701"/>
                </a:lnTo>
                <a:lnTo>
                  <a:pt x="10601" y="6972"/>
                </a:lnTo>
                <a:lnTo>
                  <a:pt x="8751" y="7242"/>
                </a:lnTo>
                <a:lnTo>
                  <a:pt x="6892" y="7516"/>
                </a:lnTo>
                <a:lnTo>
                  <a:pt x="5026" y="7789"/>
                </a:lnTo>
                <a:lnTo>
                  <a:pt x="3150" y="8063"/>
                </a:lnTo>
                <a:lnTo>
                  <a:pt x="3150" y="9980"/>
                </a:lnTo>
                <a:lnTo>
                  <a:pt x="3150" y="11897"/>
                </a:lnTo>
                <a:lnTo>
                  <a:pt x="3150" y="13819"/>
                </a:lnTo>
                <a:lnTo>
                  <a:pt x="3150" y="15747"/>
                </a:lnTo>
                <a:lnTo>
                  <a:pt x="3150" y="17685"/>
                </a:lnTo>
                <a:lnTo>
                  <a:pt x="3150" y="19637"/>
                </a:lnTo>
                <a:lnTo>
                  <a:pt x="3150" y="21600"/>
                </a:lnTo>
                <a:lnTo>
                  <a:pt x="1842" y="21600"/>
                </a:lnTo>
                <a:lnTo>
                  <a:pt x="514" y="21600"/>
                </a:lnTo>
                <a:lnTo>
                  <a:pt x="432" y="20046"/>
                </a:lnTo>
                <a:lnTo>
                  <a:pt x="361" y="18486"/>
                </a:lnTo>
                <a:lnTo>
                  <a:pt x="295" y="16930"/>
                </a:lnTo>
                <a:lnTo>
                  <a:pt x="237" y="15373"/>
                </a:lnTo>
                <a:lnTo>
                  <a:pt x="185" y="13816"/>
                </a:lnTo>
                <a:lnTo>
                  <a:pt x="124" y="12370"/>
                </a:lnTo>
                <a:lnTo>
                  <a:pt x="63" y="10914"/>
                </a:lnTo>
                <a:lnTo>
                  <a:pt x="0" y="9435"/>
                </a:lnTo>
                <a:lnTo>
                  <a:pt x="266" y="7418"/>
                </a:lnTo>
                <a:lnTo>
                  <a:pt x="540" y="6027"/>
                </a:lnTo>
                <a:lnTo>
                  <a:pt x="944" y="4906"/>
                </a:lnTo>
                <a:lnTo>
                  <a:pt x="1608" y="3698"/>
                </a:lnTo>
                <a:lnTo>
                  <a:pt x="2657" y="2055"/>
                </a:lnTo>
                <a:lnTo>
                  <a:pt x="4528" y="834"/>
                </a:lnTo>
                <a:lnTo>
                  <a:pt x="5891" y="214"/>
                </a:lnTo>
                <a:lnTo>
                  <a:pt x="7412" y="0"/>
                </a:lnTo>
                <a:lnTo>
                  <a:pt x="9760" y="3"/>
                </a:lnTo>
                <a:close/>
              </a:path>
            </a:pathLst>
          </a:custGeom>
          <a:solidFill>
            <a:srgbClr val="7163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5" name="contour_13163"/>
          <p:cNvSpPr/>
          <p:nvPr/>
        </p:nvSpPr>
        <p:spPr>
          <a:xfrm>
            <a:off x="1910267" y="4299915"/>
            <a:ext cx="53290" cy="502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84" y="0"/>
                </a:moveTo>
                <a:lnTo>
                  <a:pt x="11246" y="1552"/>
                </a:lnTo>
                <a:lnTo>
                  <a:pt x="12711" y="3107"/>
                </a:lnTo>
                <a:lnTo>
                  <a:pt x="14176" y="4662"/>
                </a:lnTo>
                <a:lnTo>
                  <a:pt x="15648" y="6223"/>
                </a:lnTo>
                <a:lnTo>
                  <a:pt x="17125" y="7790"/>
                </a:lnTo>
                <a:lnTo>
                  <a:pt x="18608" y="9364"/>
                </a:lnTo>
                <a:lnTo>
                  <a:pt x="20099" y="10947"/>
                </a:lnTo>
                <a:lnTo>
                  <a:pt x="21600" y="12540"/>
                </a:lnTo>
                <a:lnTo>
                  <a:pt x="19857" y="13781"/>
                </a:lnTo>
                <a:lnTo>
                  <a:pt x="18105" y="15007"/>
                </a:lnTo>
                <a:lnTo>
                  <a:pt x="16348" y="16227"/>
                </a:lnTo>
                <a:lnTo>
                  <a:pt x="14584" y="17437"/>
                </a:lnTo>
                <a:lnTo>
                  <a:pt x="13281" y="18349"/>
                </a:lnTo>
                <a:lnTo>
                  <a:pt x="11967" y="19264"/>
                </a:lnTo>
                <a:lnTo>
                  <a:pt x="10638" y="20192"/>
                </a:lnTo>
                <a:lnTo>
                  <a:pt x="8384" y="21189"/>
                </a:lnTo>
                <a:lnTo>
                  <a:pt x="6883" y="21600"/>
                </a:lnTo>
                <a:lnTo>
                  <a:pt x="5462" y="21490"/>
                </a:lnTo>
                <a:lnTo>
                  <a:pt x="3447" y="20929"/>
                </a:lnTo>
                <a:lnTo>
                  <a:pt x="1973" y="19638"/>
                </a:lnTo>
                <a:lnTo>
                  <a:pt x="1123" y="18537"/>
                </a:lnTo>
                <a:lnTo>
                  <a:pt x="573" y="17023"/>
                </a:lnTo>
                <a:lnTo>
                  <a:pt x="0" y="14499"/>
                </a:lnTo>
                <a:lnTo>
                  <a:pt x="585" y="11982"/>
                </a:lnTo>
                <a:lnTo>
                  <a:pt x="1353" y="9841"/>
                </a:lnTo>
                <a:lnTo>
                  <a:pt x="2301" y="7985"/>
                </a:lnTo>
                <a:lnTo>
                  <a:pt x="3436" y="6330"/>
                </a:lnTo>
                <a:lnTo>
                  <a:pt x="4747" y="4790"/>
                </a:lnTo>
                <a:lnTo>
                  <a:pt x="6245" y="3279"/>
                </a:lnTo>
                <a:lnTo>
                  <a:pt x="7923" y="1712"/>
                </a:lnTo>
                <a:lnTo>
                  <a:pt x="9784" y="0"/>
                </a:lnTo>
                <a:close/>
              </a:path>
            </a:pathLst>
          </a:custGeom>
          <a:solidFill>
            <a:srgbClr val="EA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6" name="contour_13164"/>
          <p:cNvSpPr/>
          <p:nvPr/>
        </p:nvSpPr>
        <p:spPr>
          <a:xfrm>
            <a:off x="1220181" y="4314491"/>
            <a:ext cx="58304" cy="224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203" y="1540"/>
                </a:lnTo>
                <a:lnTo>
                  <a:pt x="20806" y="3088"/>
                </a:lnTo>
                <a:lnTo>
                  <a:pt x="20255" y="5223"/>
                </a:lnTo>
                <a:lnTo>
                  <a:pt x="19405" y="8535"/>
                </a:lnTo>
                <a:lnTo>
                  <a:pt x="18104" y="13597"/>
                </a:lnTo>
                <a:lnTo>
                  <a:pt x="16200" y="21005"/>
                </a:lnTo>
                <a:lnTo>
                  <a:pt x="14188" y="21558"/>
                </a:lnTo>
                <a:lnTo>
                  <a:pt x="12795" y="21600"/>
                </a:lnTo>
                <a:lnTo>
                  <a:pt x="11378" y="21019"/>
                </a:lnTo>
                <a:lnTo>
                  <a:pt x="9283" y="19689"/>
                </a:lnTo>
                <a:lnTo>
                  <a:pt x="7517" y="18673"/>
                </a:lnTo>
                <a:lnTo>
                  <a:pt x="5727" y="17644"/>
                </a:lnTo>
                <a:lnTo>
                  <a:pt x="4228" y="15754"/>
                </a:lnTo>
                <a:lnTo>
                  <a:pt x="3181" y="13891"/>
                </a:lnTo>
                <a:lnTo>
                  <a:pt x="2311" y="11210"/>
                </a:lnTo>
                <a:lnTo>
                  <a:pt x="1342" y="6862"/>
                </a:lnTo>
                <a:lnTo>
                  <a:pt x="0" y="0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7" name="contour_13165"/>
          <p:cNvSpPr/>
          <p:nvPr/>
        </p:nvSpPr>
        <p:spPr>
          <a:xfrm>
            <a:off x="1846949" y="4307203"/>
            <a:ext cx="72880" cy="233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34" y="505"/>
                </a:lnTo>
                <a:lnTo>
                  <a:pt x="13422" y="976"/>
                </a:lnTo>
                <a:lnTo>
                  <a:pt x="14582" y="1703"/>
                </a:lnTo>
                <a:lnTo>
                  <a:pt x="16334" y="2948"/>
                </a:lnTo>
                <a:lnTo>
                  <a:pt x="17075" y="3460"/>
                </a:lnTo>
                <a:lnTo>
                  <a:pt x="19313" y="5021"/>
                </a:lnTo>
                <a:lnTo>
                  <a:pt x="19883" y="5445"/>
                </a:lnTo>
                <a:lnTo>
                  <a:pt x="21600" y="6731"/>
                </a:lnTo>
                <a:lnTo>
                  <a:pt x="21116" y="10682"/>
                </a:lnTo>
                <a:lnTo>
                  <a:pt x="20730" y="13402"/>
                </a:lnTo>
                <a:lnTo>
                  <a:pt x="20237" y="16148"/>
                </a:lnTo>
                <a:lnTo>
                  <a:pt x="19440" y="20193"/>
                </a:lnTo>
                <a:lnTo>
                  <a:pt x="17922" y="21263"/>
                </a:lnTo>
                <a:lnTo>
                  <a:pt x="16764" y="21600"/>
                </a:lnTo>
                <a:lnTo>
                  <a:pt x="14977" y="21506"/>
                </a:lnTo>
                <a:lnTo>
                  <a:pt x="13668" y="21445"/>
                </a:lnTo>
                <a:lnTo>
                  <a:pt x="12340" y="21378"/>
                </a:lnTo>
                <a:lnTo>
                  <a:pt x="10973" y="21203"/>
                </a:lnTo>
                <a:lnTo>
                  <a:pt x="9586" y="21035"/>
                </a:lnTo>
                <a:lnTo>
                  <a:pt x="8206" y="20940"/>
                </a:lnTo>
                <a:lnTo>
                  <a:pt x="6804" y="20853"/>
                </a:lnTo>
                <a:lnTo>
                  <a:pt x="5443" y="20745"/>
                </a:lnTo>
                <a:lnTo>
                  <a:pt x="4082" y="20624"/>
                </a:lnTo>
                <a:lnTo>
                  <a:pt x="2722" y="20489"/>
                </a:lnTo>
                <a:lnTo>
                  <a:pt x="1361" y="20341"/>
                </a:lnTo>
                <a:lnTo>
                  <a:pt x="0" y="20193"/>
                </a:lnTo>
                <a:lnTo>
                  <a:pt x="901" y="18847"/>
                </a:lnTo>
                <a:lnTo>
                  <a:pt x="1814" y="17487"/>
                </a:lnTo>
                <a:lnTo>
                  <a:pt x="2992" y="15697"/>
                </a:lnTo>
                <a:lnTo>
                  <a:pt x="4186" y="13879"/>
                </a:lnTo>
                <a:lnTo>
                  <a:pt x="5352" y="12116"/>
                </a:lnTo>
                <a:lnTo>
                  <a:pt x="6538" y="10332"/>
                </a:lnTo>
                <a:lnTo>
                  <a:pt x="7787" y="8145"/>
                </a:lnTo>
                <a:lnTo>
                  <a:pt x="8646" y="6341"/>
                </a:lnTo>
                <a:lnTo>
                  <a:pt x="9519" y="3944"/>
                </a:lnTo>
                <a:lnTo>
                  <a:pt x="10800" y="0"/>
                </a:lnTo>
                <a:close/>
              </a:path>
            </a:pathLst>
          </a:custGeom>
          <a:solidFill>
            <a:srgbClr val="443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8" name="contour_13166"/>
          <p:cNvSpPr/>
          <p:nvPr/>
        </p:nvSpPr>
        <p:spPr>
          <a:xfrm>
            <a:off x="1759493" y="4227035"/>
            <a:ext cx="30806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30" y="0"/>
                </a:moveTo>
                <a:lnTo>
                  <a:pt x="17865" y="0"/>
                </a:lnTo>
                <a:lnTo>
                  <a:pt x="20440" y="0"/>
                </a:lnTo>
                <a:lnTo>
                  <a:pt x="20547" y="1224"/>
                </a:lnTo>
                <a:lnTo>
                  <a:pt x="20644" y="2446"/>
                </a:lnTo>
                <a:lnTo>
                  <a:pt x="20731" y="3670"/>
                </a:lnTo>
                <a:lnTo>
                  <a:pt x="20813" y="4892"/>
                </a:lnTo>
                <a:lnTo>
                  <a:pt x="20885" y="6116"/>
                </a:lnTo>
                <a:lnTo>
                  <a:pt x="20956" y="7340"/>
                </a:lnTo>
                <a:lnTo>
                  <a:pt x="21017" y="8564"/>
                </a:lnTo>
                <a:lnTo>
                  <a:pt x="21079" y="9788"/>
                </a:lnTo>
                <a:lnTo>
                  <a:pt x="21166" y="10719"/>
                </a:lnTo>
                <a:lnTo>
                  <a:pt x="21253" y="11655"/>
                </a:lnTo>
                <a:lnTo>
                  <a:pt x="21339" y="12604"/>
                </a:lnTo>
                <a:lnTo>
                  <a:pt x="21370" y="13493"/>
                </a:lnTo>
                <a:lnTo>
                  <a:pt x="21406" y="14386"/>
                </a:lnTo>
                <a:lnTo>
                  <a:pt x="21436" y="15293"/>
                </a:lnTo>
                <a:lnTo>
                  <a:pt x="21518" y="16526"/>
                </a:lnTo>
                <a:lnTo>
                  <a:pt x="21600" y="17779"/>
                </a:lnTo>
                <a:lnTo>
                  <a:pt x="21023" y="18781"/>
                </a:lnTo>
                <a:lnTo>
                  <a:pt x="20440" y="19800"/>
                </a:lnTo>
                <a:lnTo>
                  <a:pt x="17369" y="20493"/>
                </a:lnTo>
                <a:lnTo>
                  <a:pt x="15284" y="20911"/>
                </a:lnTo>
                <a:lnTo>
                  <a:pt x="13220" y="21224"/>
                </a:lnTo>
                <a:lnTo>
                  <a:pt x="10220" y="21600"/>
                </a:lnTo>
                <a:lnTo>
                  <a:pt x="10220" y="20410"/>
                </a:lnTo>
                <a:lnTo>
                  <a:pt x="10220" y="19213"/>
                </a:lnTo>
                <a:lnTo>
                  <a:pt x="10220" y="18000"/>
                </a:lnTo>
                <a:lnTo>
                  <a:pt x="7185" y="17339"/>
                </a:lnTo>
                <a:lnTo>
                  <a:pt x="5110" y="16931"/>
                </a:lnTo>
                <a:lnTo>
                  <a:pt x="3035" y="16609"/>
                </a:lnTo>
                <a:lnTo>
                  <a:pt x="0" y="16200"/>
                </a:lnTo>
                <a:lnTo>
                  <a:pt x="1119" y="16135"/>
                </a:lnTo>
                <a:lnTo>
                  <a:pt x="3092" y="16020"/>
                </a:lnTo>
                <a:lnTo>
                  <a:pt x="7604" y="15757"/>
                </a:lnTo>
                <a:lnTo>
                  <a:pt x="10159" y="15309"/>
                </a:lnTo>
                <a:lnTo>
                  <a:pt x="12724" y="14857"/>
                </a:lnTo>
                <a:lnTo>
                  <a:pt x="15330" y="14400"/>
                </a:lnTo>
                <a:lnTo>
                  <a:pt x="15856" y="13108"/>
                </a:lnTo>
                <a:lnTo>
                  <a:pt x="16229" y="11900"/>
                </a:lnTo>
                <a:lnTo>
                  <a:pt x="16454" y="10733"/>
                </a:lnTo>
                <a:lnTo>
                  <a:pt x="16536" y="9569"/>
                </a:lnTo>
                <a:lnTo>
                  <a:pt x="16480" y="8368"/>
                </a:lnTo>
                <a:lnTo>
                  <a:pt x="16291" y="7088"/>
                </a:lnTo>
                <a:lnTo>
                  <a:pt x="16183" y="6066"/>
                </a:lnTo>
                <a:lnTo>
                  <a:pt x="16076" y="5031"/>
                </a:lnTo>
                <a:lnTo>
                  <a:pt x="15923" y="3773"/>
                </a:lnTo>
                <a:lnTo>
                  <a:pt x="15744" y="2515"/>
                </a:lnTo>
                <a:lnTo>
                  <a:pt x="15545" y="1256"/>
                </a:lnTo>
                <a:lnTo>
                  <a:pt x="15330" y="0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69" name="contour_13167"/>
          <p:cNvSpPr/>
          <p:nvPr/>
        </p:nvSpPr>
        <p:spPr>
          <a:xfrm>
            <a:off x="3712674" y="4285747"/>
            <a:ext cx="51016" cy="36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830"/>
                </a:moveTo>
                <a:lnTo>
                  <a:pt x="14487" y="2237"/>
                </a:lnTo>
                <a:lnTo>
                  <a:pt x="16308" y="3687"/>
                </a:lnTo>
                <a:lnTo>
                  <a:pt x="18095" y="5208"/>
                </a:lnTo>
                <a:lnTo>
                  <a:pt x="19853" y="6802"/>
                </a:lnTo>
                <a:lnTo>
                  <a:pt x="21600" y="8493"/>
                </a:lnTo>
                <a:lnTo>
                  <a:pt x="19952" y="10665"/>
                </a:lnTo>
                <a:lnTo>
                  <a:pt x="18304" y="12762"/>
                </a:lnTo>
                <a:lnTo>
                  <a:pt x="16629" y="14767"/>
                </a:lnTo>
                <a:lnTo>
                  <a:pt x="14907" y="16667"/>
                </a:lnTo>
                <a:lnTo>
                  <a:pt x="13117" y="18450"/>
                </a:lnTo>
                <a:lnTo>
                  <a:pt x="11241" y="20097"/>
                </a:lnTo>
                <a:lnTo>
                  <a:pt x="9257" y="21600"/>
                </a:lnTo>
                <a:lnTo>
                  <a:pt x="6964" y="20080"/>
                </a:lnTo>
                <a:lnTo>
                  <a:pt x="5314" y="18909"/>
                </a:lnTo>
                <a:lnTo>
                  <a:pt x="4048" y="17843"/>
                </a:lnTo>
                <a:lnTo>
                  <a:pt x="2913" y="16646"/>
                </a:lnTo>
                <a:lnTo>
                  <a:pt x="1651" y="15064"/>
                </a:lnTo>
                <a:lnTo>
                  <a:pt x="0" y="12862"/>
                </a:lnTo>
                <a:lnTo>
                  <a:pt x="2586" y="7742"/>
                </a:lnTo>
                <a:lnTo>
                  <a:pt x="4542" y="4102"/>
                </a:lnTo>
                <a:lnTo>
                  <a:pt x="6091" y="1739"/>
                </a:lnTo>
                <a:lnTo>
                  <a:pt x="7452" y="441"/>
                </a:lnTo>
                <a:lnTo>
                  <a:pt x="8847" y="0"/>
                </a:lnTo>
                <a:lnTo>
                  <a:pt x="10498" y="197"/>
                </a:lnTo>
                <a:lnTo>
                  <a:pt x="12621" y="830"/>
                </a:lnTo>
                <a:close/>
              </a:path>
            </a:pathLst>
          </a:custGeom>
          <a:solidFill>
            <a:srgbClr val="C0D5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0" name="contour_13168"/>
          <p:cNvSpPr/>
          <p:nvPr/>
        </p:nvSpPr>
        <p:spPr>
          <a:xfrm>
            <a:off x="7458702" y="4248899"/>
            <a:ext cx="51016" cy="45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277" y="1709"/>
                </a:lnTo>
                <a:lnTo>
                  <a:pt x="3471" y="3424"/>
                </a:lnTo>
                <a:lnTo>
                  <a:pt x="3666" y="5167"/>
                </a:lnTo>
                <a:lnTo>
                  <a:pt x="4493" y="6876"/>
                </a:lnTo>
                <a:lnTo>
                  <a:pt x="5326" y="8592"/>
                </a:lnTo>
                <a:lnTo>
                  <a:pt x="6171" y="10335"/>
                </a:lnTo>
                <a:lnTo>
                  <a:pt x="8390" y="10676"/>
                </a:lnTo>
                <a:lnTo>
                  <a:pt x="10590" y="10865"/>
                </a:lnTo>
                <a:lnTo>
                  <a:pt x="12781" y="10931"/>
                </a:lnTo>
                <a:lnTo>
                  <a:pt x="14969" y="10890"/>
                </a:lnTo>
                <a:lnTo>
                  <a:pt x="17163" y="10762"/>
                </a:lnTo>
                <a:lnTo>
                  <a:pt x="19369" y="10569"/>
                </a:lnTo>
                <a:lnTo>
                  <a:pt x="21600" y="10335"/>
                </a:lnTo>
                <a:lnTo>
                  <a:pt x="20110" y="11076"/>
                </a:lnTo>
                <a:lnTo>
                  <a:pt x="18598" y="11830"/>
                </a:lnTo>
                <a:lnTo>
                  <a:pt x="16743" y="13015"/>
                </a:lnTo>
                <a:lnTo>
                  <a:pt x="15657" y="13993"/>
                </a:lnTo>
                <a:lnTo>
                  <a:pt x="14907" y="15292"/>
                </a:lnTo>
                <a:lnTo>
                  <a:pt x="14077" y="17438"/>
                </a:lnTo>
                <a:lnTo>
                  <a:pt x="13216" y="19044"/>
                </a:lnTo>
                <a:lnTo>
                  <a:pt x="12343" y="20670"/>
                </a:lnTo>
                <a:lnTo>
                  <a:pt x="10047" y="21290"/>
                </a:lnTo>
                <a:lnTo>
                  <a:pt x="8418" y="21600"/>
                </a:lnTo>
                <a:lnTo>
                  <a:pt x="7011" y="21600"/>
                </a:lnTo>
                <a:lnTo>
                  <a:pt x="5381" y="21290"/>
                </a:lnTo>
                <a:lnTo>
                  <a:pt x="3086" y="20670"/>
                </a:lnTo>
                <a:lnTo>
                  <a:pt x="2120" y="18458"/>
                </a:lnTo>
                <a:lnTo>
                  <a:pt x="1370" y="16243"/>
                </a:lnTo>
                <a:lnTo>
                  <a:pt x="812" y="14000"/>
                </a:lnTo>
                <a:lnTo>
                  <a:pt x="417" y="11706"/>
                </a:lnTo>
                <a:lnTo>
                  <a:pt x="154" y="9346"/>
                </a:lnTo>
                <a:lnTo>
                  <a:pt x="0" y="6890"/>
                </a:lnTo>
                <a:lnTo>
                  <a:pt x="808" y="4361"/>
                </a:lnTo>
                <a:lnTo>
                  <a:pt x="1398" y="2797"/>
                </a:lnTo>
                <a:lnTo>
                  <a:pt x="2061" y="1561"/>
                </a:lnTo>
                <a:lnTo>
                  <a:pt x="3086" y="0"/>
                </a:ln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1" name="contour_13169"/>
          <p:cNvSpPr/>
          <p:nvPr/>
        </p:nvSpPr>
        <p:spPr>
          <a:xfrm>
            <a:off x="10089667" y="4248899"/>
            <a:ext cx="51344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62" y="0"/>
                </a:moveTo>
                <a:lnTo>
                  <a:pt x="21554" y="3763"/>
                </a:lnTo>
                <a:lnTo>
                  <a:pt x="21600" y="6467"/>
                </a:lnTo>
                <a:lnTo>
                  <a:pt x="21600" y="8871"/>
                </a:lnTo>
                <a:lnTo>
                  <a:pt x="21554" y="11733"/>
                </a:lnTo>
                <a:lnTo>
                  <a:pt x="21462" y="15813"/>
                </a:lnTo>
                <a:lnTo>
                  <a:pt x="19622" y="18870"/>
                </a:lnTo>
                <a:lnTo>
                  <a:pt x="18240" y="20488"/>
                </a:lnTo>
                <a:lnTo>
                  <a:pt x="16621" y="21220"/>
                </a:lnTo>
                <a:lnTo>
                  <a:pt x="14073" y="21600"/>
                </a:lnTo>
                <a:lnTo>
                  <a:pt x="12399" y="21537"/>
                </a:lnTo>
                <a:lnTo>
                  <a:pt x="10716" y="21473"/>
                </a:lnTo>
                <a:lnTo>
                  <a:pt x="9008" y="21410"/>
                </a:lnTo>
                <a:lnTo>
                  <a:pt x="7325" y="21363"/>
                </a:lnTo>
                <a:lnTo>
                  <a:pt x="5632" y="21315"/>
                </a:lnTo>
                <a:lnTo>
                  <a:pt x="3915" y="21268"/>
                </a:lnTo>
                <a:lnTo>
                  <a:pt x="1971" y="21178"/>
                </a:lnTo>
                <a:lnTo>
                  <a:pt x="0" y="21083"/>
                </a:lnTo>
                <a:lnTo>
                  <a:pt x="0" y="17599"/>
                </a:lnTo>
                <a:lnTo>
                  <a:pt x="0" y="14094"/>
                </a:lnTo>
                <a:lnTo>
                  <a:pt x="0" y="10542"/>
                </a:lnTo>
                <a:lnTo>
                  <a:pt x="1809" y="9303"/>
                </a:lnTo>
                <a:lnTo>
                  <a:pt x="3569" y="8186"/>
                </a:lnTo>
                <a:lnTo>
                  <a:pt x="5307" y="7179"/>
                </a:lnTo>
                <a:lnTo>
                  <a:pt x="7061" y="6257"/>
                </a:lnTo>
                <a:lnTo>
                  <a:pt x="8858" y="5408"/>
                </a:lnTo>
                <a:lnTo>
                  <a:pt x="10731" y="4612"/>
                </a:lnTo>
                <a:lnTo>
                  <a:pt x="12270" y="3927"/>
                </a:lnTo>
                <a:lnTo>
                  <a:pt x="13834" y="3231"/>
                </a:lnTo>
                <a:lnTo>
                  <a:pt x="15738" y="2404"/>
                </a:lnTo>
                <a:lnTo>
                  <a:pt x="17645" y="1592"/>
                </a:lnTo>
                <a:lnTo>
                  <a:pt x="19552" y="791"/>
                </a:lnTo>
                <a:lnTo>
                  <a:pt x="21462" y="0"/>
                </a:lnTo>
                <a:close/>
              </a:path>
            </a:pathLst>
          </a:custGeom>
          <a:solidFill>
            <a:srgbClr val="4F0C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2" name="contour_13170"/>
          <p:cNvSpPr/>
          <p:nvPr/>
        </p:nvSpPr>
        <p:spPr>
          <a:xfrm>
            <a:off x="4361306" y="424889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581" y="3056"/>
                </a:lnTo>
                <a:lnTo>
                  <a:pt x="19562" y="6113"/>
                </a:lnTo>
                <a:lnTo>
                  <a:pt x="18540" y="9180"/>
                </a:lnTo>
                <a:lnTo>
                  <a:pt x="17514" y="12258"/>
                </a:lnTo>
                <a:lnTo>
                  <a:pt x="16481" y="15352"/>
                </a:lnTo>
                <a:lnTo>
                  <a:pt x="15444" y="18463"/>
                </a:lnTo>
                <a:lnTo>
                  <a:pt x="14400" y="21600"/>
                </a:lnTo>
                <a:lnTo>
                  <a:pt x="10224" y="18857"/>
                </a:lnTo>
                <a:lnTo>
                  <a:pt x="7175" y="16826"/>
                </a:lnTo>
                <a:lnTo>
                  <a:pt x="5000" y="15325"/>
                </a:lnTo>
                <a:lnTo>
                  <a:pt x="3449" y="14159"/>
                </a:lnTo>
                <a:lnTo>
                  <a:pt x="2264" y="13144"/>
                </a:lnTo>
                <a:lnTo>
                  <a:pt x="1199" y="1208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B292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3" name="contour_13171"/>
          <p:cNvSpPr/>
          <p:nvPr/>
        </p:nvSpPr>
        <p:spPr>
          <a:xfrm>
            <a:off x="10650842" y="4227035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277" y="1280"/>
                </a:lnTo>
                <a:lnTo>
                  <a:pt x="5854" y="2570"/>
                </a:lnTo>
                <a:lnTo>
                  <a:pt x="7430" y="3861"/>
                </a:lnTo>
                <a:lnTo>
                  <a:pt x="9005" y="5157"/>
                </a:lnTo>
                <a:lnTo>
                  <a:pt x="10576" y="6458"/>
                </a:lnTo>
                <a:lnTo>
                  <a:pt x="12150" y="7765"/>
                </a:lnTo>
                <a:lnTo>
                  <a:pt x="13505" y="8856"/>
                </a:lnTo>
                <a:lnTo>
                  <a:pt x="14882" y="9968"/>
                </a:lnTo>
                <a:lnTo>
                  <a:pt x="16581" y="11437"/>
                </a:lnTo>
                <a:lnTo>
                  <a:pt x="18266" y="12982"/>
                </a:lnTo>
                <a:lnTo>
                  <a:pt x="19937" y="14575"/>
                </a:lnTo>
                <a:lnTo>
                  <a:pt x="21600" y="16200"/>
                </a:lnTo>
                <a:lnTo>
                  <a:pt x="21600" y="1887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445" y="18036"/>
                </a:lnTo>
                <a:lnTo>
                  <a:pt x="891" y="14467"/>
                </a:lnTo>
                <a:lnTo>
                  <a:pt x="1339" y="10881"/>
                </a:lnTo>
                <a:lnTo>
                  <a:pt x="1790" y="7279"/>
                </a:lnTo>
                <a:lnTo>
                  <a:pt x="2244" y="3656"/>
                </a:lnTo>
                <a:lnTo>
                  <a:pt x="2700" y="0"/>
                </a:lnTo>
                <a:close/>
              </a:path>
            </a:pathLst>
          </a:custGeom>
          <a:solidFill>
            <a:srgbClr val="A6A5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4" name="contour_13172"/>
          <p:cNvSpPr/>
          <p:nvPr/>
        </p:nvSpPr>
        <p:spPr>
          <a:xfrm>
            <a:off x="4988073" y="4212459"/>
            <a:ext cx="8745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20342" y="21600"/>
                </a:lnTo>
                <a:lnTo>
                  <a:pt x="19084" y="21600"/>
                </a:lnTo>
                <a:lnTo>
                  <a:pt x="17825" y="21600"/>
                </a:lnTo>
                <a:lnTo>
                  <a:pt x="16565" y="21600"/>
                </a:lnTo>
                <a:lnTo>
                  <a:pt x="15305" y="21600"/>
                </a:lnTo>
                <a:lnTo>
                  <a:pt x="14044" y="21600"/>
                </a:lnTo>
                <a:lnTo>
                  <a:pt x="12780" y="21600"/>
                </a:lnTo>
                <a:lnTo>
                  <a:pt x="11515" y="21600"/>
                </a:lnTo>
                <a:lnTo>
                  <a:pt x="10247" y="21600"/>
                </a:lnTo>
                <a:lnTo>
                  <a:pt x="8977" y="21600"/>
                </a:lnTo>
                <a:lnTo>
                  <a:pt x="7704" y="21600"/>
                </a:lnTo>
                <a:lnTo>
                  <a:pt x="6430" y="21600"/>
                </a:lnTo>
                <a:lnTo>
                  <a:pt x="5152" y="21600"/>
                </a:lnTo>
                <a:lnTo>
                  <a:pt x="3868" y="21600"/>
                </a:lnTo>
                <a:lnTo>
                  <a:pt x="2583" y="21600"/>
                </a:lnTo>
                <a:lnTo>
                  <a:pt x="1294" y="21600"/>
                </a:lnTo>
                <a:lnTo>
                  <a:pt x="0" y="21600"/>
                </a:lnTo>
                <a:lnTo>
                  <a:pt x="1102" y="17374"/>
                </a:lnTo>
                <a:lnTo>
                  <a:pt x="2117" y="13882"/>
                </a:lnTo>
                <a:lnTo>
                  <a:pt x="3074" y="11052"/>
                </a:lnTo>
                <a:lnTo>
                  <a:pt x="4005" y="8791"/>
                </a:lnTo>
                <a:lnTo>
                  <a:pt x="4943" y="7027"/>
                </a:lnTo>
                <a:lnTo>
                  <a:pt x="5917" y="5674"/>
                </a:lnTo>
                <a:lnTo>
                  <a:pt x="6957" y="4644"/>
                </a:lnTo>
                <a:lnTo>
                  <a:pt x="8098" y="3859"/>
                </a:lnTo>
                <a:lnTo>
                  <a:pt x="9369" y="3240"/>
                </a:lnTo>
                <a:lnTo>
                  <a:pt x="10800" y="2700"/>
                </a:lnTo>
                <a:lnTo>
                  <a:pt x="11282" y="2491"/>
                </a:lnTo>
                <a:lnTo>
                  <a:pt x="12740" y="1858"/>
                </a:lnTo>
                <a:lnTo>
                  <a:pt x="14011" y="1361"/>
                </a:lnTo>
                <a:lnTo>
                  <a:pt x="15275" y="943"/>
                </a:lnTo>
                <a:lnTo>
                  <a:pt x="16533" y="605"/>
                </a:lnTo>
                <a:lnTo>
                  <a:pt x="17793" y="338"/>
                </a:lnTo>
                <a:lnTo>
                  <a:pt x="19055" y="151"/>
                </a:lnTo>
                <a:lnTo>
                  <a:pt x="20324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E6E6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5" name="contour_13173"/>
          <p:cNvSpPr/>
          <p:nvPr/>
        </p:nvSpPr>
        <p:spPr>
          <a:xfrm>
            <a:off x="5483656" y="4190595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09" y="342"/>
                </a:lnTo>
                <a:lnTo>
                  <a:pt x="4182" y="745"/>
                </a:lnTo>
                <a:lnTo>
                  <a:pt x="5972" y="1271"/>
                </a:lnTo>
                <a:lnTo>
                  <a:pt x="7628" y="1973"/>
                </a:lnTo>
                <a:lnTo>
                  <a:pt x="9199" y="2923"/>
                </a:lnTo>
                <a:lnTo>
                  <a:pt x="10738" y="4176"/>
                </a:lnTo>
                <a:lnTo>
                  <a:pt x="12296" y="5800"/>
                </a:lnTo>
                <a:lnTo>
                  <a:pt x="13921" y="7848"/>
                </a:lnTo>
                <a:lnTo>
                  <a:pt x="15058" y="9778"/>
                </a:lnTo>
                <a:lnTo>
                  <a:pt x="16181" y="11718"/>
                </a:lnTo>
                <a:lnTo>
                  <a:pt x="17293" y="13666"/>
                </a:lnTo>
                <a:lnTo>
                  <a:pt x="18390" y="15624"/>
                </a:lnTo>
                <a:lnTo>
                  <a:pt x="19472" y="17600"/>
                </a:lnTo>
                <a:lnTo>
                  <a:pt x="20542" y="19591"/>
                </a:lnTo>
                <a:lnTo>
                  <a:pt x="21600" y="21600"/>
                </a:lnTo>
                <a:lnTo>
                  <a:pt x="19391" y="21258"/>
                </a:lnTo>
                <a:lnTo>
                  <a:pt x="17418" y="20855"/>
                </a:lnTo>
                <a:lnTo>
                  <a:pt x="15628" y="20329"/>
                </a:lnTo>
                <a:lnTo>
                  <a:pt x="13972" y="19627"/>
                </a:lnTo>
                <a:lnTo>
                  <a:pt x="12401" y="18677"/>
                </a:lnTo>
                <a:lnTo>
                  <a:pt x="10862" y="17424"/>
                </a:lnTo>
                <a:lnTo>
                  <a:pt x="9304" y="15800"/>
                </a:lnTo>
                <a:lnTo>
                  <a:pt x="7679" y="13752"/>
                </a:lnTo>
                <a:lnTo>
                  <a:pt x="6542" y="11822"/>
                </a:lnTo>
                <a:lnTo>
                  <a:pt x="5419" y="9882"/>
                </a:lnTo>
                <a:lnTo>
                  <a:pt x="4307" y="7934"/>
                </a:lnTo>
                <a:lnTo>
                  <a:pt x="3210" y="5976"/>
                </a:lnTo>
                <a:lnTo>
                  <a:pt x="2128" y="4000"/>
                </a:lnTo>
                <a:lnTo>
                  <a:pt x="1058" y="2009"/>
                </a:lnTo>
                <a:lnTo>
                  <a:pt x="0" y="0"/>
                </a:lnTo>
                <a:close/>
              </a:path>
            </a:pathLst>
          </a:custGeom>
          <a:solidFill>
            <a:srgbClr val="C9D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6" name="contour_13174"/>
          <p:cNvSpPr/>
          <p:nvPr/>
        </p:nvSpPr>
        <p:spPr>
          <a:xfrm>
            <a:off x="4200970" y="4197227"/>
            <a:ext cx="65592" cy="362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390"/>
                </a:moveTo>
                <a:lnTo>
                  <a:pt x="16258" y="130"/>
                </a:lnTo>
                <a:lnTo>
                  <a:pt x="17561" y="0"/>
                </a:lnTo>
                <a:lnTo>
                  <a:pt x="18655" y="0"/>
                </a:lnTo>
                <a:lnTo>
                  <a:pt x="19886" y="130"/>
                </a:lnTo>
                <a:lnTo>
                  <a:pt x="21600" y="390"/>
                </a:lnTo>
                <a:lnTo>
                  <a:pt x="21250" y="3591"/>
                </a:lnTo>
                <a:lnTo>
                  <a:pt x="20830" y="6519"/>
                </a:lnTo>
                <a:lnTo>
                  <a:pt x="20280" y="9213"/>
                </a:lnTo>
                <a:lnTo>
                  <a:pt x="19541" y="11720"/>
                </a:lnTo>
                <a:lnTo>
                  <a:pt x="18547" y="14083"/>
                </a:lnTo>
                <a:lnTo>
                  <a:pt x="17242" y="16352"/>
                </a:lnTo>
                <a:lnTo>
                  <a:pt x="15581" y="17987"/>
                </a:lnTo>
                <a:lnTo>
                  <a:pt x="14004" y="19332"/>
                </a:lnTo>
                <a:lnTo>
                  <a:pt x="12478" y="20377"/>
                </a:lnTo>
                <a:lnTo>
                  <a:pt x="10958" y="21110"/>
                </a:lnTo>
                <a:lnTo>
                  <a:pt x="9410" y="21518"/>
                </a:lnTo>
                <a:lnTo>
                  <a:pt x="7793" y="21600"/>
                </a:lnTo>
                <a:lnTo>
                  <a:pt x="6070" y="21335"/>
                </a:lnTo>
                <a:lnTo>
                  <a:pt x="4200" y="20724"/>
                </a:lnTo>
                <a:lnTo>
                  <a:pt x="2813" y="19739"/>
                </a:lnTo>
                <a:lnTo>
                  <a:pt x="1416" y="18746"/>
                </a:lnTo>
                <a:lnTo>
                  <a:pt x="0" y="17740"/>
                </a:lnTo>
                <a:lnTo>
                  <a:pt x="0" y="15588"/>
                </a:lnTo>
                <a:lnTo>
                  <a:pt x="0" y="13402"/>
                </a:lnTo>
                <a:lnTo>
                  <a:pt x="1514" y="12813"/>
                </a:lnTo>
                <a:lnTo>
                  <a:pt x="3031" y="12305"/>
                </a:lnTo>
                <a:lnTo>
                  <a:pt x="4550" y="11858"/>
                </a:lnTo>
                <a:lnTo>
                  <a:pt x="6074" y="11455"/>
                </a:lnTo>
                <a:lnTo>
                  <a:pt x="7606" y="11078"/>
                </a:lnTo>
                <a:lnTo>
                  <a:pt x="9142" y="10709"/>
                </a:lnTo>
                <a:lnTo>
                  <a:pt x="10814" y="9690"/>
                </a:lnTo>
                <a:lnTo>
                  <a:pt x="11810" y="8714"/>
                </a:lnTo>
                <a:lnTo>
                  <a:pt x="12523" y="7213"/>
                </a:lnTo>
                <a:lnTo>
                  <a:pt x="13349" y="4611"/>
                </a:lnTo>
                <a:lnTo>
                  <a:pt x="13870" y="2516"/>
                </a:lnTo>
                <a:lnTo>
                  <a:pt x="14400" y="390"/>
                </a:lnTo>
                <a:close/>
              </a:path>
            </a:pathLst>
          </a:custGeom>
          <a:solidFill>
            <a:srgbClr val="41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7" name="contour_13175"/>
          <p:cNvSpPr/>
          <p:nvPr/>
        </p:nvSpPr>
        <p:spPr>
          <a:xfrm>
            <a:off x="4491302" y="4190595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" y="0"/>
                </a:moveTo>
                <a:lnTo>
                  <a:pt x="4270" y="0"/>
                </a:lnTo>
                <a:lnTo>
                  <a:pt x="7700" y="0"/>
                </a:lnTo>
                <a:lnTo>
                  <a:pt x="11145" y="0"/>
                </a:lnTo>
                <a:lnTo>
                  <a:pt x="14606" y="0"/>
                </a:lnTo>
                <a:lnTo>
                  <a:pt x="18087" y="0"/>
                </a:lnTo>
                <a:lnTo>
                  <a:pt x="21600" y="0"/>
                </a:lnTo>
                <a:lnTo>
                  <a:pt x="20957" y="2674"/>
                </a:lnTo>
                <a:lnTo>
                  <a:pt x="20313" y="5348"/>
                </a:lnTo>
                <a:lnTo>
                  <a:pt x="19670" y="8031"/>
                </a:lnTo>
                <a:lnTo>
                  <a:pt x="19026" y="10718"/>
                </a:lnTo>
                <a:lnTo>
                  <a:pt x="18378" y="13418"/>
                </a:lnTo>
                <a:lnTo>
                  <a:pt x="17724" y="16131"/>
                </a:lnTo>
                <a:lnTo>
                  <a:pt x="17070" y="18857"/>
                </a:lnTo>
                <a:lnTo>
                  <a:pt x="16411" y="21600"/>
                </a:lnTo>
                <a:lnTo>
                  <a:pt x="12551" y="21047"/>
                </a:lnTo>
                <a:lnTo>
                  <a:pt x="9812" y="20546"/>
                </a:lnTo>
                <a:lnTo>
                  <a:pt x="7446" y="19889"/>
                </a:lnTo>
                <a:lnTo>
                  <a:pt x="4706" y="18870"/>
                </a:lnTo>
                <a:lnTo>
                  <a:pt x="846" y="17280"/>
                </a:lnTo>
                <a:lnTo>
                  <a:pt x="265" y="14321"/>
                </a:lnTo>
                <a:lnTo>
                  <a:pt x="5" y="11487"/>
                </a:lnTo>
                <a:lnTo>
                  <a:pt x="0" y="8713"/>
                </a:lnTo>
                <a:lnTo>
                  <a:pt x="182" y="5923"/>
                </a:lnTo>
                <a:lnTo>
                  <a:pt x="488" y="3041"/>
                </a:lnTo>
                <a:lnTo>
                  <a:pt x="846" y="0"/>
                </a:lnTo>
                <a:close/>
              </a:path>
            </a:pathLst>
          </a:custGeom>
          <a:solidFill>
            <a:srgbClr val="7E8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8" name="contour_13176"/>
          <p:cNvSpPr/>
          <p:nvPr/>
        </p:nvSpPr>
        <p:spPr>
          <a:xfrm>
            <a:off x="2239553" y="4175968"/>
            <a:ext cx="30099" cy="364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"/>
                </a:moveTo>
                <a:lnTo>
                  <a:pt x="21600" y="3080"/>
                </a:lnTo>
                <a:lnTo>
                  <a:pt x="21600" y="6134"/>
                </a:lnTo>
                <a:lnTo>
                  <a:pt x="21600" y="9197"/>
                </a:lnTo>
                <a:lnTo>
                  <a:pt x="21600" y="12273"/>
                </a:lnTo>
                <a:lnTo>
                  <a:pt x="21600" y="15362"/>
                </a:lnTo>
                <a:lnTo>
                  <a:pt x="21600" y="18468"/>
                </a:lnTo>
                <a:lnTo>
                  <a:pt x="21600" y="21600"/>
                </a:lnTo>
                <a:lnTo>
                  <a:pt x="18148" y="21600"/>
                </a:lnTo>
                <a:lnTo>
                  <a:pt x="14691" y="21600"/>
                </a:lnTo>
                <a:lnTo>
                  <a:pt x="11218" y="21600"/>
                </a:lnTo>
                <a:lnTo>
                  <a:pt x="7730" y="21600"/>
                </a:lnTo>
                <a:lnTo>
                  <a:pt x="4221" y="21600"/>
                </a:lnTo>
                <a:lnTo>
                  <a:pt x="680" y="21600"/>
                </a:lnTo>
                <a:lnTo>
                  <a:pt x="303" y="16708"/>
                </a:lnTo>
                <a:lnTo>
                  <a:pt x="78" y="13261"/>
                </a:lnTo>
                <a:lnTo>
                  <a:pt x="0" y="10781"/>
                </a:lnTo>
                <a:lnTo>
                  <a:pt x="78" y="8788"/>
                </a:lnTo>
                <a:lnTo>
                  <a:pt x="303" y="6803"/>
                </a:lnTo>
                <a:lnTo>
                  <a:pt x="680" y="4344"/>
                </a:lnTo>
                <a:lnTo>
                  <a:pt x="4038" y="2273"/>
                </a:lnTo>
                <a:lnTo>
                  <a:pt x="7134" y="984"/>
                </a:lnTo>
                <a:lnTo>
                  <a:pt x="10204" y="293"/>
                </a:lnTo>
                <a:lnTo>
                  <a:pt x="13478" y="26"/>
                </a:lnTo>
                <a:lnTo>
                  <a:pt x="17202" y="0"/>
                </a:lnTo>
                <a:lnTo>
                  <a:pt x="21600" y="30"/>
                </a:lnTo>
                <a:close/>
              </a:path>
            </a:pathLst>
          </a:custGeom>
          <a:solidFill>
            <a:srgbClr val="EAE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79" name="contour_13177"/>
          <p:cNvSpPr/>
          <p:nvPr/>
        </p:nvSpPr>
        <p:spPr>
          <a:xfrm>
            <a:off x="10636266" y="4176019"/>
            <a:ext cx="2429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48" y="428"/>
                </a:lnTo>
                <a:lnTo>
                  <a:pt x="7710" y="858"/>
                </a:lnTo>
                <a:lnTo>
                  <a:pt x="11584" y="1287"/>
                </a:lnTo>
                <a:lnTo>
                  <a:pt x="15491" y="1722"/>
                </a:lnTo>
                <a:lnTo>
                  <a:pt x="19436" y="2160"/>
                </a:lnTo>
                <a:lnTo>
                  <a:pt x="20583" y="3836"/>
                </a:lnTo>
                <a:lnTo>
                  <a:pt x="21257" y="5061"/>
                </a:lnTo>
                <a:lnTo>
                  <a:pt x="21568" y="6188"/>
                </a:lnTo>
                <a:lnTo>
                  <a:pt x="21600" y="7579"/>
                </a:lnTo>
                <a:lnTo>
                  <a:pt x="21457" y="9586"/>
                </a:lnTo>
                <a:lnTo>
                  <a:pt x="21438" y="10921"/>
                </a:lnTo>
                <a:lnTo>
                  <a:pt x="21412" y="12264"/>
                </a:lnTo>
                <a:lnTo>
                  <a:pt x="21386" y="13627"/>
                </a:lnTo>
                <a:lnTo>
                  <a:pt x="20628" y="14993"/>
                </a:lnTo>
                <a:lnTo>
                  <a:pt x="19844" y="16049"/>
                </a:lnTo>
                <a:lnTo>
                  <a:pt x="18782" y="16939"/>
                </a:lnTo>
                <a:lnTo>
                  <a:pt x="17175" y="17798"/>
                </a:lnTo>
                <a:lnTo>
                  <a:pt x="14758" y="18768"/>
                </a:lnTo>
                <a:lnTo>
                  <a:pt x="11279" y="19991"/>
                </a:lnTo>
                <a:lnTo>
                  <a:pt x="6479" y="21600"/>
                </a:lnTo>
                <a:lnTo>
                  <a:pt x="6051" y="20174"/>
                </a:lnTo>
                <a:lnTo>
                  <a:pt x="5624" y="18749"/>
                </a:lnTo>
                <a:lnTo>
                  <a:pt x="5196" y="17321"/>
                </a:lnTo>
                <a:lnTo>
                  <a:pt x="4768" y="15893"/>
                </a:lnTo>
                <a:lnTo>
                  <a:pt x="4341" y="14463"/>
                </a:lnTo>
                <a:lnTo>
                  <a:pt x="3907" y="13033"/>
                </a:lnTo>
                <a:lnTo>
                  <a:pt x="3479" y="11599"/>
                </a:lnTo>
                <a:lnTo>
                  <a:pt x="3045" y="10163"/>
                </a:lnTo>
                <a:lnTo>
                  <a:pt x="2617" y="8722"/>
                </a:lnTo>
                <a:lnTo>
                  <a:pt x="2183" y="7279"/>
                </a:lnTo>
                <a:lnTo>
                  <a:pt x="1749" y="5834"/>
                </a:lnTo>
                <a:lnTo>
                  <a:pt x="1315" y="4383"/>
                </a:lnTo>
                <a:lnTo>
                  <a:pt x="875" y="2927"/>
                </a:lnTo>
                <a:lnTo>
                  <a:pt x="441" y="1467"/>
                </a:lnTo>
                <a:lnTo>
                  <a:pt x="0" y="0"/>
                </a:lnTo>
                <a:close/>
              </a:path>
            </a:pathLst>
          </a:custGeom>
          <a:solidFill>
            <a:srgbClr val="E8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0" name="contour_13178"/>
          <p:cNvSpPr/>
          <p:nvPr/>
        </p:nvSpPr>
        <p:spPr>
          <a:xfrm>
            <a:off x="4142666" y="4139382"/>
            <a:ext cx="43728" cy="29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5"/>
                </a:moveTo>
                <a:lnTo>
                  <a:pt x="21006" y="3685"/>
                </a:lnTo>
                <a:lnTo>
                  <a:pt x="20412" y="7230"/>
                </a:lnTo>
                <a:lnTo>
                  <a:pt x="19814" y="10792"/>
                </a:lnTo>
                <a:lnTo>
                  <a:pt x="19213" y="14370"/>
                </a:lnTo>
                <a:lnTo>
                  <a:pt x="18608" y="17969"/>
                </a:lnTo>
                <a:lnTo>
                  <a:pt x="18000" y="21600"/>
                </a:lnTo>
                <a:lnTo>
                  <a:pt x="15746" y="21133"/>
                </a:lnTo>
                <a:lnTo>
                  <a:pt x="13496" y="20635"/>
                </a:lnTo>
                <a:lnTo>
                  <a:pt x="11246" y="20120"/>
                </a:lnTo>
                <a:lnTo>
                  <a:pt x="9000" y="19589"/>
                </a:lnTo>
                <a:lnTo>
                  <a:pt x="7740" y="19304"/>
                </a:lnTo>
                <a:lnTo>
                  <a:pt x="3938" y="18457"/>
                </a:lnTo>
                <a:lnTo>
                  <a:pt x="1984" y="17352"/>
                </a:lnTo>
                <a:lnTo>
                  <a:pt x="0" y="16236"/>
                </a:lnTo>
                <a:lnTo>
                  <a:pt x="0" y="12691"/>
                </a:lnTo>
                <a:lnTo>
                  <a:pt x="0" y="9124"/>
                </a:lnTo>
                <a:lnTo>
                  <a:pt x="0" y="5509"/>
                </a:lnTo>
                <a:lnTo>
                  <a:pt x="2390" y="3948"/>
                </a:lnTo>
                <a:lnTo>
                  <a:pt x="4738" y="2693"/>
                </a:lnTo>
                <a:lnTo>
                  <a:pt x="7060" y="1706"/>
                </a:lnTo>
                <a:lnTo>
                  <a:pt x="9374" y="965"/>
                </a:lnTo>
                <a:lnTo>
                  <a:pt x="11707" y="456"/>
                </a:lnTo>
                <a:lnTo>
                  <a:pt x="14076" y="139"/>
                </a:lnTo>
                <a:lnTo>
                  <a:pt x="16502" y="0"/>
                </a:lnTo>
                <a:lnTo>
                  <a:pt x="19001" y="11"/>
                </a:lnTo>
                <a:lnTo>
                  <a:pt x="21600" y="145"/>
                </a:lnTo>
                <a:close/>
              </a:path>
            </a:pathLst>
          </a:custGeom>
          <a:solidFill>
            <a:srgbClr val="F6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1" name="contour_13179"/>
          <p:cNvSpPr/>
          <p:nvPr/>
        </p:nvSpPr>
        <p:spPr>
          <a:xfrm>
            <a:off x="1322213" y="4139025"/>
            <a:ext cx="51016" cy="236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93"/>
                </a:moveTo>
                <a:lnTo>
                  <a:pt x="16342" y="180"/>
                </a:lnTo>
                <a:lnTo>
                  <a:pt x="18443" y="273"/>
                </a:lnTo>
                <a:lnTo>
                  <a:pt x="19227" y="326"/>
                </a:lnTo>
                <a:lnTo>
                  <a:pt x="21600" y="505"/>
                </a:lnTo>
                <a:lnTo>
                  <a:pt x="21390" y="5452"/>
                </a:lnTo>
                <a:lnTo>
                  <a:pt x="21125" y="8955"/>
                </a:lnTo>
                <a:lnTo>
                  <a:pt x="20656" y="11987"/>
                </a:lnTo>
                <a:lnTo>
                  <a:pt x="19835" y="15497"/>
                </a:lnTo>
                <a:lnTo>
                  <a:pt x="18514" y="20450"/>
                </a:lnTo>
                <a:lnTo>
                  <a:pt x="16447" y="20988"/>
                </a:lnTo>
                <a:lnTo>
                  <a:pt x="14389" y="21347"/>
                </a:lnTo>
                <a:lnTo>
                  <a:pt x="12337" y="21540"/>
                </a:lnTo>
                <a:lnTo>
                  <a:pt x="10291" y="21600"/>
                </a:lnTo>
                <a:lnTo>
                  <a:pt x="8242" y="21534"/>
                </a:lnTo>
                <a:lnTo>
                  <a:pt x="6193" y="21367"/>
                </a:lnTo>
                <a:lnTo>
                  <a:pt x="4138" y="21115"/>
                </a:lnTo>
                <a:lnTo>
                  <a:pt x="2077" y="20802"/>
                </a:lnTo>
                <a:lnTo>
                  <a:pt x="0" y="20450"/>
                </a:lnTo>
                <a:lnTo>
                  <a:pt x="0" y="16055"/>
                </a:lnTo>
                <a:lnTo>
                  <a:pt x="0" y="11634"/>
                </a:lnTo>
                <a:lnTo>
                  <a:pt x="0" y="7153"/>
                </a:lnTo>
                <a:lnTo>
                  <a:pt x="1938" y="4441"/>
                </a:lnTo>
                <a:lnTo>
                  <a:pt x="3857" y="2500"/>
                </a:lnTo>
                <a:lnTo>
                  <a:pt x="5786" y="1203"/>
                </a:lnTo>
                <a:lnTo>
                  <a:pt x="7761" y="432"/>
                </a:lnTo>
                <a:lnTo>
                  <a:pt x="9813" y="73"/>
                </a:lnTo>
                <a:lnTo>
                  <a:pt x="11973" y="0"/>
                </a:lnTo>
                <a:lnTo>
                  <a:pt x="14271" y="93"/>
                </a:lnTo>
                <a:close/>
              </a:path>
            </a:pathLst>
          </a:custGeom>
          <a:solidFill>
            <a:srgbClr val="FA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2" name="contour_13180"/>
          <p:cNvSpPr/>
          <p:nvPr/>
        </p:nvSpPr>
        <p:spPr>
          <a:xfrm>
            <a:off x="7670054" y="4117715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435" y="1435"/>
                </a:lnTo>
                <a:lnTo>
                  <a:pt x="8775" y="2894"/>
                </a:lnTo>
                <a:lnTo>
                  <a:pt x="10036" y="4625"/>
                </a:lnTo>
                <a:lnTo>
                  <a:pt x="11389" y="5934"/>
                </a:lnTo>
                <a:lnTo>
                  <a:pt x="12836" y="6900"/>
                </a:lnTo>
                <a:lnTo>
                  <a:pt x="14380" y="7597"/>
                </a:lnTo>
                <a:lnTo>
                  <a:pt x="16024" y="8103"/>
                </a:lnTo>
                <a:lnTo>
                  <a:pt x="17774" y="8498"/>
                </a:lnTo>
                <a:lnTo>
                  <a:pt x="19632" y="8856"/>
                </a:lnTo>
                <a:lnTo>
                  <a:pt x="21600" y="9257"/>
                </a:lnTo>
                <a:lnTo>
                  <a:pt x="19872" y="9004"/>
                </a:lnTo>
                <a:lnTo>
                  <a:pt x="18130" y="8745"/>
                </a:lnTo>
                <a:lnTo>
                  <a:pt x="16367" y="8486"/>
                </a:lnTo>
                <a:lnTo>
                  <a:pt x="14172" y="8483"/>
                </a:lnTo>
                <a:lnTo>
                  <a:pt x="12728" y="8680"/>
                </a:lnTo>
                <a:lnTo>
                  <a:pt x="10800" y="9257"/>
                </a:lnTo>
                <a:lnTo>
                  <a:pt x="9966" y="11235"/>
                </a:lnTo>
                <a:lnTo>
                  <a:pt x="9334" y="13222"/>
                </a:lnTo>
                <a:lnTo>
                  <a:pt x="8870" y="15240"/>
                </a:lnTo>
                <a:lnTo>
                  <a:pt x="8535" y="17302"/>
                </a:lnTo>
                <a:lnTo>
                  <a:pt x="8289" y="19415"/>
                </a:lnTo>
                <a:lnTo>
                  <a:pt x="8100" y="21600"/>
                </a:lnTo>
                <a:lnTo>
                  <a:pt x="6496" y="20989"/>
                </a:lnTo>
                <a:lnTo>
                  <a:pt x="4887" y="20375"/>
                </a:lnTo>
                <a:lnTo>
                  <a:pt x="3272" y="19761"/>
                </a:lnTo>
                <a:lnTo>
                  <a:pt x="1644" y="19141"/>
                </a:lnTo>
                <a:lnTo>
                  <a:pt x="0" y="18514"/>
                </a:lnTo>
                <a:lnTo>
                  <a:pt x="1785" y="18514"/>
                </a:lnTo>
                <a:lnTo>
                  <a:pt x="3580" y="18514"/>
                </a:lnTo>
                <a:lnTo>
                  <a:pt x="5400" y="18514"/>
                </a:lnTo>
                <a:lnTo>
                  <a:pt x="5354" y="16894"/>
                </a:lnTo>
                <a:lnTo>
                  <a:pt x="5305" y="15247"/>
                </a:lnTo>
                <a:lnTo>
                  <a:pt x="5268" y="13136"/>
                </a:lnTo>
                <a:lnTo>
                  <a:pt x="5233" y="10991"/>
                </a:lnTo>
                <a:lnTo>
                  <a:pt x="5184" y="8893"/>
                </a:lnTo>
                <a:lnTo>
                  <a:pt x="5135" y="6761"/>
                </a:lnTo>
                <a:lnTo>
                  <a:pt x="5330" y="4588"/>
                </a:lnTo>
                <a:lnTo>
                  <a:pt x="5705" y="3160"/>
                </a:lnTo>
                <a:lnTo>
                  <a:pt x="6534" y="1842"/>
                </a:lnTo>
                <a:lnTo>
                  <a:pt x="8100" y="0"/>
                </a:lnTo>
                <a:close/>
              </a:path>
            </a:pathLst>
          </a:custGeom>
          <a:solidFill>
            <a:srgbClr val="ED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3" name="contour_13181"/>
          <p:cNvSpPr/>
          <p:nvPr/>
        </p:nvSpPr>
        <p:spPr>
          <a:xfrm>
            <a:off x="2311740" y="4117715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2088" y="484"/>
                </a:lnTo>
                <a:lnTo>
                  <a:pt x="3171" y="937"/>
                </a:lnTo>
                <a:lnTo>
                  <a:pt x="4419" y="1456"/>
                </a:lnTo>
                <a:lnTo>
                  <a:pt x="6073" y="2147"/>
                </a:lnTo>
                <a:lnTo>
                  <a:pt x="8375" y="3110"/>
                </a:lnTo>
                <a:lnTo>
                  <a:pt x="11567" y="4445"/>
                </a:lnTo>
                <a:lnTo>
                  <a:pt x="15895" y="6255"/>
                </a:lnTo>
                <a:lnTo>
                  <a:pt x="21600" y="8640"/>
                </a:lnTo>
                <a:lnTo>
                  <a:pt x="20781" y="11206"/>
                </a:lnTo>
                <a:lnTo>
                  <a:pt x="19959" y="13781"/>
                </a:lnTo>
                <a:lnTo>
                  <a:pt x="19136" y="16364"/>
                </a:lnTo>
                <a:lnTo>
                  <a:pt x="18305" y="18969"/>
                </a:lnTo>
                <a:lnTo>
                  <a:pt x="17466" y="21600"/>
                </a:lnTo>
                <a:lnTo>
                  <a:pt x="14539" y="21298"/>
                </a:lnTo>
                <a:lnTo>
                  <a:pt x="11707" y="20904"/>
                </a:lnTo>
                <a:lnTo>
                  <a:pt x="8946" y="20369"/>
                </a:lnTo>
                <a:lnTo>
                  <a:pt x="6242" y="19626"/>
                </a:lnTo>
                <a:lnTo>
                  <a:pt x="3580" y="18615"/>
                </a:lnTo>
                <a:lnTo>
                  <a:pt x="930" y="17280"/>
                </a:lnTo>
                <a:lnTo>
                  <a:pt x="298" y="14282"/>
                </a:lnTo>
                <a:lnTo>
                  <a:pt x="12" y="11478"/>
                </a:lnTo>
                <a:lnTo>
                  <a:pt x="0" y="8761"/>
                </a:lnTo>
                <a:lnTo>
                  <a:pt x="198" y="6018"/>
                </a:lnTo>
                <a:lnTo>
                  <a:pt x="533" y="3132"/>
                </a:lnTo>
                <a:lnTo>
                  <a:pt x="930" y="0"/>
                </a:lnTo>
                <a:close/>
              </a:path>
            </a:pathLst>
          </a:custGeom>
          <a:solidFill>
            <a:srgbClr val="F8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4" name="contour_13182"/>
          <p:cNvSpPr/>
          <p:nvPr/>
        </p:nvSpPr>
        <p:spPr>
          <a:xfrm>
            <a:off x="10228139" y="3592266"/>
            <a:ext cx="58304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83"/>
                </a:moveTo>
                <a:lnTo>
                  <a:pt x="1553" y="579"/>
                </a:lnTo>
                <a:lnTo>
                  <a:pt x="3105" y="481"/>
                </a:lnTo>
                <a:lnTo>
                  <a:pt x="4657" y="397"/>
                </a:lnTo>
                <a:lnTo>
                  <a:pt x="6210" y="321"/>
                </a:lnTo>
                <a:lnTo>
                  <a:pt x="7762" y="251"/>
                </a:lnTo>
                <a:lnTo>
                  <a:pt x="8405" y="216"/>
                </a:lnTo>
                <a:lnTo>
                  <a:pt x="9536" y="146"/>
                </a:lnTo>
                <a:lnTo>
                  <a:pt x="12128" y="0"/>
                </a:lnTo>
                <a:lnTo>
                  <a:pt x="14002" y="363"/>
                </a:lnTo>
                <a:lnTo>
                  <a:pt x="15660" y="879"/>
                </a:lnTo>
                <a:lnTo>
                  <a:pt x="17175" y="1708"/>
                </a:lnTo>
                <a:lnTo>
                  <a:pt x="18622" y="3005"/>
                </a:lnTo>
                <a:lnTo>
                  <a:pt x="20072" y="4936"/>
                </a:lnTo>
                <a:lnTo>
                  <a:pt x="21600" y="7656"/>
                </a:lnTo>
                <a:lnTo>
                  <a:pt x="21600" y="12264"/>
                </a:lnTo>
                <a:lnTo>
                  <a:pt x="21600" y="16901"/>
                </a:lnTo>
                <a:lnTo>
                  <a:pt x="21600" y="21600"/>
                </a:lnTo>
                <a:lnTo>
                  <a:pt x="19818" y="21021"/>
                </a:lnTo>
                <a:lnTo>
                  <a:pt x="18036" y="20450"/>
                </a:lnTo>
                <a:lnTo>
                  <a:pt x="16251" y="19871"/>
                </a:lnTo>
                <a:lnTo>
                  <a:pt x="14464" y="19299"/>
                </a:lnTo>
                <a:lnTo>
                  <a:pt x="12674" y="18720"/>
                </a:lnTo>
                <a:lnTo>
                  <a:pt x="10881" y="18142"/>
                </a:lnTo>
                <a:lnTo>
                  <a:pt x="9083" y="17563"/>
                </a:lnTo>
                <a:lnTo>
                  <a:pt x="7279" y="16977"/>
                </a:lnTo>
                <a:lnTo>
                  <a:pt x="5470" y="16392"/>
                </a:lnTo>
                <a:lnTo>
                  <a:pt x="3656" y="15806"/>
                </a:lnTo>
                <a:lnTo>
                  <a:pt x="1831" y="15220"/>
                </a:lnTo>
                <a:lnTo>
                  <a:pt x="0" y="14628"/>
                </a:lnTo>
                <a:lnTo>
                  <a:pt x="0" y="10019"/>
                </a:lnTo>
                <a:lnTo>
                  <a:pt x="0" y="5383"/>
                </a:lnTo>
                <a:lnTo>
                  <a:pt x="0" y="683"/>
                </a:lnTo>
                <a:close/>
              </a:path>
            </a:pathLst>
          </a:custGeom>
          <a:solidFill>
            <a:srgbClr val="749C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5" name="contour_13183"/>
          <p:cNvSpPr/>
          <p:nvPr/>
        </p:nvSpPr>
        <p:spPr>
          <a:xfrm>
            <a:off x="7757510" y="3534676"/>
            <a:ext cx="72880" cy="440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869" y="886"/>
                </a:lnTo>
                <a:lnTo>
                  <a:pt x="12945" y="1773"/>
                </a:lnTo>
                <a:lnTo>
                  <a:pt x="14025" y="2670"/>
                </a:lnTo>
                <a:lnTo>
                  <a:pt x="15120" y="3574"/>
                </a:lnTo>
                <a:lnTo>
                  <a:pt x="14584" y="5344"/>
                </a:lnTo>
                <a:lnTo>
                  <a:pt x="14049" y="7124"/>
                </a:lnTo>
                <a:lnTo>
                  <a:pt x="13506" y="8911"/>
                </a:lnTo>
                <a:lnTo>
                  <a:pt x="12960" y="10723"/>
                </a:lnTo>
                <a:lnTo>
                  <a:pt x="14386" y="11313"/>
                </a:lnTo>
                <a:lnTo>
                  <a:pt x="15813" y="11903"/>
                </a:lnTo>
                <a:lnTo>
                  <a:pt x="17248" y="12496"/>
                </a:lnTo>
                <a:lnTo>
                  <a:pt x="18688" y="13093"/>
                </a:lnTo>
                <a:lnTo>
                  <a:pt x="20138" y="13693"/>
                </a:lnTo>
                <a:lnTo>
                  <a:pt x="21600" y="14298"/>
                </a:lnTo>
                <a:lnTo>
                  <a:pt x="20233" y="14887"/>
                </a:lnTo>
                <a:lnTo>
                  <a:pt x="18865" y="15474"/>
                </a:lnTo>
                <a:lnTo>
                  <a:pt x="17496" y="16053"/>
                </a:lnTo>
                <a:lnTo>
                  <a:pt x="16127" y="16628"/>
                </a:lnTo>
                <a:lnTo>
                  <a:pt x="14757" y="17196"/>
                </a:lnTo>
                <a:lnTo>
                  <a:pt x="13386" y="17758"/>
                </a:lnTo>
                <a:lnTo>
                  <a:pt x="12014" y="18319"/>
                </a:lnTo>
                <a:lnTo>
                  <a:pt x="10649" y="18919"/>
                </a:lnTo>
                <a:lnTo>
                  <a:pt x="9260" y="19534"/>
                </a:lnTo>
                <a:lnTo>
                  <a:pt x="7951" y="20052"/>
                </a:lnTo>
                <a:lnTo>
                  <a:pt x="6623" y="20581"/>
                </a:lnTo>
                <a:lnTo>
                  <a:pt x="5415" y="21085"/>
                </a:lnTo>
                <a:lnTo>
                  <a:pt x="4190" y="21600"/>
                </a:lnTo>
                <a:lnTo>
                  <a:pt x="3182" y="21525"/>
                </a:lnTo>
                <a:lnTo>
                  <a:pt x="2160" y="21446"/>
                </a:lnTo>
                <a:lnTo>
                  <a:pt x="1363" y="19355"/>
                </a:lnTo>
                <a:lnTo>
                  <a:pt x="870" y="17911"/>
                </a:lnTo>
                <a:lnTo>
                  <a:pt x="484" y="16449"/>
                </a:lnTo>
                <a:lnTo>
                  <a:pt x="0" y="14298"/>
                </a:lnTo>
                <a:lnTo>
                  <a:pt x="1382" y="14591"/>
                </a:lnTo>
                <a:lnTo>
                  <a:pt x="2776" y="14891"/>
                </a:lnTo>
                <a:lnTo>
                  <a:pt x="4186" y="15191"/>
                </a:lnTo>
                <a:lnTo>
                  <a:pt x="5942" y="15195"/>
                </a:lnTo>
                <a:lnTo>
                  <a:pt x="7098" y="14966"/>
                </a:lnTo>
                <a:lnTo>
                  <a:pt x="8640" y="14298"/>
                </a:lnTo>
                <a:lnTo>
                  <a:pt x="9307" y="12006"/>
                </a:lnTo>
                <a:lnTo>
                  <a:pt x="9813" y="9704"/>
                </a:lnTo>
                <a:lnTo>
                  <a:pt x="10184" y="7367"/>
                </a:lnTo>
                <a:lnTo>
                  <a:pt x="10452" y="4979"/>
                </a:lnTo>
                <a:lnTo>
                  <a:pt x="10649" y="2531"/>
                </a:lnTo>
                <a:lnTo>
                  <a:pt x="10800" y="0"/>
                </a:lnTo>
                <a:close/>
              </a:path>
            </a:pathLst>
          </a:custGeom>
          <a:solidFill>
            <a:srgbClr val="DB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6" name="contour_13184"/>
          <p:cNvSpPr/>
          <p:nvPr/>
        </p:nvSpPr>
        <p:spPr>
          <a:xfrm>
            <a:off x="4762145" y="3541964"/>
            <a:ext cx="7288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50" y="828"/>
                </a:lnTo>
                <a:lnTo>
                  <a:pt x="2702" y="1663"/>
                </a:lnTo>
                <a:lnTo>
                  <a:pt x="4052" y="2498"/>
                </a:lnTo>
                <a:lnTo>
                  <a:pt x="5402" y="3341"/>
                </a:lnTo>
                <a:lnTo>
                  <a:pt x="6752" y="4190"/>
                </a:lnTo>
                <a:lnTo>
                  <a:pt x="8100" y="5040"/>
                </a:lnTo>
                <a:lnTo>
                  <a:pt x="9450" y="5897"/>
                </a:lnTo>
                <a:lnTo>
                  <a:pt x="10800" y="6754"/>
                </a:lnTo>
                <a:lnTo>
                  <a:pt x="11832" y="7380"/>
                </a:lnTo>
                <a:lnTo>
                  <a:pt x="12869" y="8014"/>
                </a:lnTo>
                <a:lnTo>
                  <a:pt x="13921" y="8647"/>
                </a:lnTo>
                <a:lnTo>
                  <a:pt x="14656" y="9122"/>
                </a:lnTo>
                <a:lnTo>
                  <a:pt x="16874" y="10548"/>
                </a:lnTo>
                <a:lnTo>
                  <a:pt x="17556" y="10973"/>
                </a:lnTo>
                <a:lnTo>
                  <a:pt x="19617" y="12262"/>
                </a:lnTo>
                <a:lnTo>
                  <a:pt x="20602" y="13320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2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E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7" name="contour_13185"/>
          <p:cNvSpPr/>
          <p:nvPr/>
        </p:nvSpPr>
        <p:spPr>
          <a:xfrm>
            <a:off x="7196334" y="3512812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8" y="0"/>
                </a:lnTo>
                <a:lnTo>
                  <a:pt x="15824" y="0"/>
                </a:lnTo>
                <a:lnTo>
                  <a:pt x="17280" y="0"/>
                </a:lnTo>
                <a:lnTo>
                  <a:pt x="17191" y="2565"/>
                </a:lnTo>
                <a:lnTo>
                  <a:pt x="17101" y="5146"/>
                </a:lnTo>
                <a:lnTo>
                  <a:pt x="17010" y="7765"/>
                </a:lnTo>
                <a:lnTo>
                  <a:pt x="17051" y="9002"/>
                </a:lnTo>
                <a:lnTo>
                  <a:pt x="17120" y="11189"/>
                </a:lnTo>
                <a:lnTo>
                  <a:pt x="17280" y="16200"/>
                </a:lnTo>
                <a:lnTo>
                  <a:pt x="18572" y="18101"/>
                </a:lnTo>
                <a:lnTo>
                  <a:pt x="19453" y="19300"/>
                </a:lnTo>
                <a:lnTo>
                  <a:pt x="20328" y="20293"/>
                </a:lnTo>
                <a:lnTo>
                  <a:pt x="21600" y="21600"/>
                </a:lnTo>
                <a:lnTo>
                  <a:pt x="20205" y="21287"/>
                </a:lnTo>
                <a:lnTo>
                  <a:pt x="18809" y="20963"/>
                </a:lnTo>
                <a:lnTo>
                  <a:pt x="17414" y="20628"/>
                </a:lnTo>
                <a:lnTo>
                  <a:pt x="16019" y="20282"/>
                </a:lnTo>
                <a:lnTo>
                  <a:pt x="14625" y="19931"/>
                </a:lnTo>
                <a:lnTo>
                  <a:pt x="13230" y="19575"/>
                </a:lnTo>
                <a:lnTo>
                  <a:pt x="12044" y="19321"/>
                </a:lnTo>
                <a:lnTo>
                  <a:pt x="10843" y="19067"/>
                </a:lnTo>
                <a:lnTo>
                  <a:pt x="8934" y="18479"/>
                </a:lnTo>
                <a:lnTo>
                  <a:pt x="7370" y="17782"/>
                </a:lnTo>
                <a:lnTo>
                  <a:pt x="6061" y="16880"/>
                </a:lnTo>
                <a:lnTo>
                  <a:pt x="4908" y="15660"/>
                </a:lnTo>
                <a:lnTo>
                  <a:pt x="3821" y="14008"/>
                </a:lnTo>
                <a:lnTo>
                  <a:pt x="2702" y="11821"/>
                </a:lnTo>
                <a:lnTo>
                  <a:pt x="1460" y="8991"/>
                </a:lnTo>
                <a:lnTo>
                  <a:pt x="0" y="5400"/>
                </a:lnTo>
                <a:lnTo>
                  <a:pt x="652" y="5670"/>
                </a:lnTo>
                <a:lnTo>
                  <a:pt x="1251" y="5924"/>
                </a:lnTo>
                <a:lnTo>
                  <a:pt x="1905" y="6194"/>
                </a:lnTo>
                <a:lnTo>
                  <a:pt x="2722" y="6534"/>
                </a:lnTo>
                <a:lnTo>
                  <a:pt x="3806" y="6988"/>
                </a:lnTo>
                <a:lnTo>
                  <a:pt x="5266" y="7592"/>
                </a:lnTo>
                <a:lnTo>
                  <a:pt x="7206" y="8402"/>
                </a:lnTo>
                <a:lnTo>
                  <a:pt x="9735" y="9455"/>
                </a:lnTo>
                <a:lnTo>
                  <a:pt x="12960" y="10800"/>
                </a:lnTo>
                <a:lnTo>
                  <a:pt x="12960" y="7231"/>
                </a:lnTo>
                <a:lnTo>
                  <a:pt x="12960" y="3640"/>
                </a:lnTo>
                <a:lnTo>
                  <a:pt x="12960" y="0"/>
                </a:lnTo>
                <a:close/>
              </a:path>
            </a:pathLst>
          </a:custGeom>
          <a:solidFill>
            <a:srgbClr val="CEDF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8" name="contour_13186"/>
          <p:cNvSpPr/>
          <p:nvPr/>
        </p:nvSpPr>
        <p:spPr>
          <a:xfrm>
            <a:off x="5673144" y="3507535"/>
            <a:ext cx="65592" cy="209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434"/>
                </a:moveTo>
                <a:lnTo>
                  <a:pt x="21230" y="9854"/>
                </a:lnTo>
                <a:lnTo>
                  <a:pt x="20858" y="12894"/>
                </a:lnTo>
                <a:lnTo>
                  <a:pt x="20256" y="15956"/>
                </a:lnTo>
                <a:lnTo>
                  <a:pt x="19200" y="20444"/>
                </a:lnTo>
                <a:lnTo>
                  <a:pt x="17527" y="20940"/>
                </a:lnTo>
                <a:lnTo>
                  <a:pt x="15910" y="21292"/>
                </a:lnTo>
                <a:lnTo>
                  <a:pt x="14318" y="21517"/>
                </a:lnTo>
                <a:lnTo>
                  <a:pt x="12727" y="21600"/>
                </a:lnTo>
                <a:lnTo>
                  <a:pt x="11114" y="21555"/>
                </a:lnTo>
                <a:lnTo>
                  <a:pt x="9451" y="21382"/>
                </a:lnTo>
                <a:lnTo>
                  <a:pt x="8767" y="21330"/>
                </a:lnTo>
                <a:lnTo>
                  <a:pt x="6708" y="21180"/>
                </a:lnTo>
                <a:lnTo>
                  <a:pt x="5030" y="21030"/>
                </a:lnTo>
                <a:lnTo>
                  <a:pt x="3353" y="20849"/>
                </a:lnTo>
                <a:lnTo>
                  <a:pt x="1675" y="20654"/>
                </a:lnTo>
                <a:lnTo>
                  <a:pt x="0" y="20444"/>
                </a:lnTo>
                <a:lnTo>
                  <a:pt x="1608" y="15453"/>
                </a:lnTo>
                <a:lnTo>
                  <a:pt x="3161" y="11235"/>
                </a:lnTo>
                <a:lnTo>
                  <a:pt x="4673" y="7738"/>
                </a:lnTo>
                <a:lnTo>
                  <a:pt x="6163" y="4931"/>
                </a:lnTo>
                <a:lnTo>
                  <a:pt x="7651" y="2792"/>
                </a:lnTo>
                <a:lnTo>
                  <a:pt x="9154" y="1276"/>
                </a:lnTo>
                <a:lnTo>
                  <a:pt x="10690" y="360"/>
                </a:lnTo>
                <a:lnTo>
                  <a:pt x="12276" y="0"/>
                </a:lnTo>
                <a:lnTo>
                  <a:pt x="13930" y="165"/>
                </a:lnTo>
                <a:lnTo>
                  <a:pt x="15672" y="826"/>
                </a:lnTo>
                <a:lnTo>
                  <a:pt x="17520" y="1951"/>
                </a:lnTo>
                <a:lnTo>
                  <a:pt x="19490" y="3497"/>
                </a:lnTo>
                <a:lnTo>
                  <a:pt x="21600" y="5434"/>
                </a:lnTo>
                <a:close/>
              </a:path>
            </a:pathLst>
          </a:custGeom>
          <a:solidFill>
            <a:srgbClr val="D9D9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89" name="contour_13187"/>
          <p:cNvSpPr/>
          <p:nvPr/>
        </p:nvSpPr>
        <p:spPr>
          <a:xfrm>
            <a:off x="10082379" y="3505524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448"/>
                </a:lnTo>
                <a:lnTo>
                  <a:pt x="2851" y="891"/>
                </a:lnTo>
                <a:lnTo>
                  <a:pt x="4279" y="1339"/>
                </a:lnTo>
                <a:lnTo>
                  <a:pt x="5709" y="1782"/>
                </a:lnTo>
                <a:lnTo>
                  <a:pt x="7141" y="2230"/>
                </a:lnTo>
                <a:lnTo>
                  <a:pt x="8575" y="2678"/>
                </a:lnTo>
                <a:lnTo>
                  <a:pt x="10014" y="3127"/>
                </a:lnTo>
                <a:lnTo>
                  <a:pt x="11457" y="3580"/>
                </a:lnTo>
                <a:lnTo>
                  <a:pt x="12904" y="4034"/>
                </a:lnTo>
                <a:lnTo>
                  <a:pt x="14355" y="4487"/>
                </a:lnTo>
                <a:lnTo>
                  <a:pt x="15816" y="4941"/>
                </a:lnTo>
                <a:lnTo>
                  <a:pt x="17280" y="5400"/>
                </a:lnTo>
                <a:lnTo>
                  <a:pt x="17280" y="8969"/>
                </a:lnTo>
                <a:lnTo>
                  <a:pt x="17280" y="12560"/>
                </a:lnTo>
                <a:lnTo>
                  <a:pt x="17280" y="16200"/>
                </a:lnTo>
                <a:lnTo>
                  <a:pt x="18563" y="18182"/>
                </a:lnTo>
                <a:lnTo>
                  <a:pt x="19440" y="19408"/>
                </a:lnTo>
                <a:lnTo>
                  <a:pt x="20317" y="20374"/>
                </a:lnTo>
                <a:lnTo>
                  <a:pt x="21600" y="21600"/>
                </a:lnTo>
                <a:lnTo>
                  <a:pt x="19928" y="21163"/>
                </a:lnTo>
                <a:lnTo>
                  <a:pt x="18334" y="20666"/>
                </a:lnTo>
                <a:lnTo>
                  <a:pt x="16809" y="20099"/>
                </a:lnTo>
                <a:lnTo>
                  <a:pt x="15345" y="19445"/>
                </a:lnTo>
                <a:lnTo>
                  <a:pt x="13936" y="18689"/>
                </a:lnTo>
                <a:lnTo>
                  <a:pt x="12576" y="17825"/>
                </a:lnTo>
                <a:lnTo>
                  <a:pt x="11256" y="16837"/>
                </a:lnTo>
                <a:lnTo>
                  <a:pt x="9968" y="15703"/>
                </a:lnTo>
                <a:lnTo>
                  <a:pt x="8707" y="14423"/>
                </a:lnTo>
                <a:lnTo>
                  <a:pt x="7465" y="12971"/>
                </a:lnTo>
                <a:lnTo>
                  <a:pt x="6234" y="11340"/>
                </a:lnTo>
                <a:lnTo>
                  <a:pt x="5009" y="9515"/>
                </a:lnTo>
                <a:lnTo>
                  <a:pt x="3778" y="7479"/>
                </a:lnTo>
                <a:lnTo>
                  <a:pt x="2538" y="5227"/>
                </a:lnTo>
                <a:lnTo>
                  <a:pt x="1281" y="2738"/>
                </a:lnTo>
                <a:lnTo>
                  <a:pt x="0" y="0"/>
                </a:lnTo>
                <a:close/>
              </a:path>
            </a:pathLst>
          </a:custGeom>
          <a:solidFill>
            <a:srgbClr val="CFE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0" name="contour_13188"/>
          <p:cNvSpPr/>
          <p:nvPr/>
        </p:nvSpPr>
        <p:spPr>
          <a:xfrm>
            <a:off x="4907905" y="3483660"/>
            <a:ext cx="8745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788" y="475"/>
                </a:lnTo>
                <a:lnTo>
                  <a:pt x="5976" y="950"/>
                </a:lnTo>
                <a:lnTo>
                  <a:pt x="7166" y="1426"/>
                </a:lnTo>
                <a:lnTo>
                  <a:pt x="8356" y="1901"/>
                </a:lnTo>
                <a:lnTo>
                  <a:pt x="9547" y="2376"/>
                </a:lnTo>
                <a:lnTo>
                  <a:pt x="10739" y="2858"/>
                </a:lnTo>
                <a:lnTo>
                  <a:pt x="11934" y="3334"/>
                </a:lnTo>
                <a:lnTo>
                  <a:pt x="13131" y="3816"/>
                </a:lnTo>
                <a:lnTo>
                  <a:pt x="14332" y="4291"/>
                </a:lnTo>
                <a:lnTo>
                  <a:pt x="15534" y="4774"/>
                </a:lnTo>
                <a:lnTo>
                  <a:pt x="16738" y="5256"/>
                </a:lnTo>
                <a:lnTo>
                  <a:pt x="17948" y="5738"/>
                </a:lnTo>
                <a:lnTo>
                  <a:pt x="19161" y="6228"/>
                </a:lnTo>
                <a:lnTo>
                  <a:pt x="20378" y="6710"/>
                </a:lnTo>
                <a:lnTo>
                  <a:pt x="21600" y="7200"/>
                </a:lnTo>
                <a:lnTo>
                  <a:pt x="21600" y="10771"/>
                </a:lnTo>
                <a:lnTo>
                  <a:pt x="21600" y="14400"/>
                </a:lnTo>
                <a:lnTo>
                  <a:pt x="21004" y="14602"/>
                </a:lnTo>
                <a:lnTo>
                  <a:pt x="20455" y="14782"/>
                </a:lnTo>
                <a:lnTo>
                  <a:pt x="19928" y="14954"/>
                </a:lnTo>
                <a:lnTo>
                  <a:pt x="19395" y="15134"/>
                </a:lnTo>
                <a:lnTo>
                  <a:pt x="18830" y="15322"/>
                </a:lnTo>
                <a:lnTo>
                  <a:pt x="18209" y="15530"/>
                </a:lnTo>
                <a:lnTo>
                  <a:pt x="17501" y="15768"/>
                </a:lnTo>
                <a:lnTo>
                  <a:pt x="16686" y="16042"/>
                </a:lnTo>
                <a:lnTo>
                  <a:pt x="15732" y="16358"/>
                </a:lnTo>
                <a:lnTo>
                  <a:pt x="14614" y="16726"/>
                </a:lnTo>
                <a:lnTo>
                  <a:pt x="13306" y="17165"/>
                </a:lnTo>
                <a:lnTo>
                  <a:pt x="11783" y="17669"/>
                </a:lnTo>
                <a:lnTo>
                  <a:pt x="10017" y="18259"/>
                </a:lnTo>
                <a:lnTo>
                  <a:pt x="7983" y="18936"/>
                </a:lnTo>
                <a:lnTo>
                  <a:pt x="5652" y="19714"/>
                </a:lnTo>
                <a:lnTo>
                  <a:pt x="3001" y="20599"/>
                </a:lnTo>
                <a:lnTo>
                  <a:pt x="0" y="21600"/>
                </a:lnTo>
                <a:lnTo>
                  <a:pt x="891" y="19814"/>
                </a:lnTo>
                <a:lnTo>
                  <a:pt x="1786" y="18029"/>
                </a:lnTo>
                <a:lnTo>
                  <a:pt x="2687" y="16222"/>
                </a:lnTo>
                <a:lnTo>
                  <a:pt x="3600" y="14400"/>
                </a:lnTo>
                <a:lnTo>
                  <a:pt x="3600" y="9641"/>
                </a:lnTo>
                <a:lnTo>
                  <a:pt x="3600" y="4853"/>
                </a:lnTo>
                <a:lnTo>
                  <a:pt x="3600" y="0"/>
                </a:lnTo>
                <a:close/>
              </a:path>
            </a:pathLst>
          </a:custGeom>
          <a:solidFill>
            <a:srgbClr val="ADBC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1" name="contour_13189"/>
          <p:cNvSpPr/>
          <p:nvPr/>
        </p:nvSpPr>
        <p:spPr>
          <a:xfrm>
            <a:off x="5709584" y="3469725"/>
            <a:ext cx="80168" cy="351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01" y="1624"/>
                </a:moveTo>
                <a:lnTo>
                  <a:pt x="20744" y="2845"/>
                </a:lnTo>
                <a:lnTo>
                  <a:pt x="21600" y="4079"/>
                </a:lnTo>
                <a:lnTo>
                  <a:pt x="20544" y="5645"/>
                </a:lnTo>
                <a:lnTo>
                  <a:pt x="19483" y="7197"/>
                </a:lnTo>
                <a:lnTo>
                  <a:pt x="18423" y="8740"/>
                </a:lnTo>
                <a:lnTo>
                  <a:pt x="17359" y="10270"/>
                </a:lnTo>
                <a:lnTo>
                  <a:pt x="16290" y="11791"/>
                </a:lnTo>
                <a:lnTo>
                  <a:pt x="15218" y="13303"/>
                </a:lnTo>
                <a:lnTo>
                  <a:pt x="14331" y="14645"/>
                </a:lnTo>
                <a:lnTo>
                  <a:pt x="13431" y="16004"/>
                </a:lnTo>
                <a:lnTo>
                  <a:pt x="12137" y="17762"/>
                </a:lnTo>
                <a:lnTo>
                  <a:pt x="10924" y="19247"/>
                </a:lnTo>
                <a:lnTo>
                  <a:pt x="9730" y="20415"/>
                </a:lnTo>
                <a:lnTo>
                  <a:pt x="8493" y="21215"/>
                </a:lnTo>
                <a:lnTo>
                  <a:pt x="7152" y="21600"/>
                </a:lnTo>
                <a:lnTo>
                  <a:pt x="5642" y="21515"/>
                </a:lnTo>
                <a:lnTo>
                  <a:pt x="4552" y="20889"/>
                </a:lnTo>
                <a:lnTo>
                  <a:pt x="3715" y="20370"/>
                </a:lnTo>
                <a:lnTo>
                  <a:pt x="2857" y="19757"/>
                </a:lnTo>
                <a:lnTo>
                  <a:pt x="1708" y="18867"/>
                </a:lnTo>
                <a:lnTo>
                  <a:pt x="0" y="17498"/>
                </a:lnTo>
                <a:lnTo>
                  <a:pt x="1223" y="16161"/>
                </a:lnTo>
                <a:lnTo>
                  <a:pt x="2449" y="14832"/>
                </a:lnTo>
                <a:lnTo>
                  <a:pt x="3674" y="13508"/>
                </a:lnTo>
                <a:lnTo>
                  <a:pt x="4901" y="12193"/>
                </a:lnTo>
                <a:lnTo>
                  <a:pt x="6130" y="10883"/>
                </a:lnTo>
                <a:lnTo>
                  <a:pt x="7360" y="9577"/>
                </a:lnTo>
                <a:lnTo>
                  <a:pt x="8591" y="8271"/>
                </a:lnTo>
                <a:lnTo>
                  <a:pt x="9808" y="6933"/>
                </a:lnTo>
                <a:lnTo>
                  <a:pt x="11045" y="5573"/>
                </a:lnTo>
                <a:lnTo>
                  <a:pt x="12226" y="4339"/>
                </a:lnTo>
                <a:lnTo>
                  <a:pt x="13423" y="3082"/>
                </a:lnTo>
                <a:lnTo>
                  <a:pt x="14505" y="1919"/>
                </a:lnTo>
                <a:lnTo>
                  <a:pt x="15605" y="738"/>
                </a:lnTo>
                <a:lnTo>
                  <a:pt x="16836" y="116"/>
                </a:lnTo>
                <a:lnTo>
                  <a:pt x="17694" y="0"/>
                </a:lnTo>
                <a:lnTo>
                  <a:pt x="18582" y="479"/>
                </a:lnTo>
                <a:lnTo>
                  <a:pt x="19901" y="1624"/>
                </a:lnTo>
                <a:close/>
              </a:path>
            </a:pathLst>
          </a:custGeom>
          <a:solidFill>
            <a:srgbClr val="BFBF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2" name="contour_13190"/>
          <p:cNvSpPr/>
          <p:nvPr/>
        </p:nvSpPr>
        <p:spPr>
          <a:xfrm>
            <a:off x="5330608" y="346179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835" y="2674"/>
                </a:lnTo>
                <a:lnTo>
                  <a:pt x="20073" y="5348"/>
                </a:lnTo>
                <a:lnTo>
                  <a:pt x="19304" y="8031"/>
                </a:lnTo>
                <a:lnTo>
                  <a:pt x="18539" y="10718"/>
                </a:lnTo>
                <a:lnTo>
                  <a:pt x="17768" y="13418"/>
                </a:lnTo>
                <a:lnTo>
                  <a:pt x="16993" y="16131"/>
                </a:lnTo>
                <a:lnTo>
                  <a:pt x="16212" y="18857"/>
                </a:lnTo>
                <a:lnTo>
                  <a:pt x="15429" y="21600"/>
                </a:lnTo>
                <a:lnTo>
                  <a:pt x="13901" y="20529"/>
                </a:lnTo>
                <a:lnTo>
                  <a:pt x="12368" y="19457"/>
                </a:lnTo>
                <a:lnTo>
                  <a:pt x="10822" y="18373"/>
                </a:lnTo>
                <a:lnTo>
                  <a:pt x="9257" y="17280"/>
                </a:lnTo>
                <a:lnTo>
                  <a:pt x="10022" y="15142"/>
                </a:lnTo>
                <a:lnTo>
                  <a:pt x="10788" y="12990"/>
                </a:lnTo>
                <a:lnTo>
                  <a:pt x="11562" y="10830"/>
                </a:lnTo>
                <a:lnTo>
                  <a:pt x="12343" y="8640"/>
                </a:lnTo>
                <a:lnTo>
                  <a:pt x="10596" y="7417"/>
                </a:lnTo>
                <a:lnTo>
                  <a:pt x="8850" y="6195"/>
                </a:lnTo>
                <a:lnTo>
                  <a:pt x="7097" y="4968"/>
                </a:lnTo>
                <a:lnTo>
                  <a:pt x="5338" y="3737"/>
                </a:lnTo>
                <a:lnTo>
                  <a:pt x="3570" y="2497"/>
                </a:lnTo>
                <a:lnTo>
                  <a:pt x="1793" y="1253"/>
                </a:lnTo>
                <a:lnTo>
                  <a:pt x="0" y="0"/>
                </a:lnTo>
                <a:close/>
              </a:path>
            </a:pathLst>
          </a:custGeom>
          <a:solidFill>
            <a:srgbClr val="CCD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3" name="contour_13191"/>
          <p:cNvSpPr/>
          <p:nvPr/>
        </p:nvSpPr>
        <p:spPr>
          <a:xfrm>
            <a:off x="3545051" y="3461796"/>
            <a:ext cx="67064" cy="37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12" y="467"/>
                </a:lnTo>
                <a:lnTo>
                  <a:pt x="3023" y="942"/>
                </a:lnTo>
                <a:lnTo>
                  <a:pt x="4533" y="1426"/>
                </a:lnTo>
                <a:lnTo>
                  <a:pt x="6040" y="1922"/>
                </a:lnTo>
                <a:lnTo>
                  <a:pt x="7549" y="2423"/>
                </a:lnTo>
                <a:lnTo>
                  <a:pt x="9056" y="2932"/>
                </a:lnTo>
                <a:lnTo>
                  <a:pt x="10563" y="3446"/>
                </a:lnTo>
                <a:lnTo>
                  <a:pt x="12079" y="3896"/>
                </a:lnTo>
                <a:lnTo>
                  <a:pt x="13617" y="4350"/>
                </a:lnTo>
                <a:lnTo>
                  <a:pt x="15204" y="4935"/>
                </a:lnTo>
                <a:lnTo>
                  <a:pt x="16722" y="5568"/>
                </a:lnTo>
                <a:lnTo>
                  <a:pt x="18201" y="6319"/>
                </a:lnTo>
                <a:lnTo>
                  <a:pt x="19659" y="7269"/>
                </a:lnTo>
                <a:lnTo>
                  <a:pt x="21126" y="8487"/>
                </a:lnTo>
                <a:lnTo>
                  <a:pt x="21443" y="11797"/>
                </a:lnTo>
                <a:lnTo>
                  <a:pt x="21600" y="14110"/>
                </a:lnTo>
                <a:lnTo>
                  <a:pt x="21600" y="16045"/>
                </a:lnTo>
                <a:lnTo>
                  <a:pt x="21443" y="18214"/>
                </a:lnTo>
                <a:lnTo>
                  <a:pt x="21126" y="21218"/>
                </a:lnTo>
                <a:lnTo>
                  <a:pt x="19450" y="21473"/>
                </a:lnTo>
                <a:lnTo>
                  <a:pt x="18246" y="21600"/>
                </a:lnTo>
                <a:lnTo>
                  <a:pt x="17175" y="21600"/>
                </a:lnTo>
                <a:lnTo>
                  <a:pt x="15901" y="21473"/>
                </a:lnTo>
                <a:lnTo>
                  <a:pt x="14084" y="21218"/>
                </a:lnTo>
                <a:lnTo>
                  <a:pt x="13575" y="19160"/>
                </a:lnTo>
                <a:lnTo>
                  <a:pt x="13056" y="17072"/>
                </a:lnTo>
                <a:lnTo>
                  <a:pt x="12401" y="14921"/>
                </a:lnTo>
                <a:lnTo>
                  <a:pt x="11737" y="12731"/>
                </a:lnTo>
                <a:lnTo>
                  <a:pt x="10201" y="12009"/>
                </a:lnTo>
                <a:lnTo>
                  <a:pt x="8673" y="11437"/>
                </a:lnTo>
                <a:lnTo>
                  <a:pt x="7150" y="10978"/>
                </a:lnTo>
                <a:lnTo>
                  <a:pt x="5615" y="10601"/>
                </a:lnTo>
                <a:lnTo>
                  <a:pt x="4063" y="10270"/>
                </a:lnTo>
                <a:lnTo>
                  <a:pt x="2486" y="9947"/>
                </a:lnTo>
                <a:lnTo>
                  <a:pt x="1251" y="9221"/>
                </a:lnTo>
                <a:lnTo>
                  <a:pt x="0" y="8487"/>
                </a:lnTo>
                <a:lnTo>
                  <a:pt x="0" y="5682"/>
                </a:lnTo>
                <a:lnTo>
                  <a:pt x="0" y="2860"/>
                </a:lnTo>
                <a:lnTo>
                  <a:pt x="0" y="0"/>
                </a:lnTo>
                <a:close/>
              </a:path>
            </a:pathLst>
          </a:custGeom>
          <a:solidFill>
            <a:srgbClr val="E3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4" name="contour_13192"/>
          <p:cNvSpPr/>
          <p:nvPr/>
        </p:nvSpPr>
        <p:spPr>
          <a:xfrm>
            <a:off x="4062498" y="3453801"/>
            <a:ext cx="58304" cy="444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4"/>
                </a:moveTo>
                <a:lnTo>
                  <a:pt x="20428" y="1314"/>
                </a:lnTo>
                <a:lnTo>
                  <a:pt x="19238" y="2296"/>
                </a:lnTo>
                <a:lnTo>
                  <a:pt x="17739" y="3642"/>
                </a:lnTo>
                <a:lnTo>
                  <a:pt x="16284" y="4995"/>
                </a:lnTo>
                <a:lnTo>
                  <a:pt x="14866" y="6384"/>
                </a:lnTo>
                <a:lnTo>
                  <a:pt x="13481" y="7826"/>
                </a:lnTo>
                <a:lnTo>
                  <a:pt x="12128" y="9349"/>
                </a:lnTo>
                <a:lnTo>
                  <a:pt x="10800" y="10972"/>
                </a:lnTo>
                <a:lnTo>
                  <a:pt x="10476" y="13926"/>
                </a:lnTo>
                <a:lnTo>
                  <a:pt x="10314" y="15956"/>
                </a:lnTo>
                <a:lnTo>
                  <a:pt x="10314" y="17572"/>
                </a:lnTo>
                <a:lnTo>
                  <a:pt x="10476" y="19283"/>
                </a:lnTo>
                <a:lnTo>
                  <a:pt x="10800" y="21600"/>
                </a:lnTo>
                <a:lnTo>
                  <a:pt x="9015" y="21600"/>
                </a:lnTo>
                <a:lnTo>
                  <a:pt x="7220" y="21600"/>
                </a:lnTo>
                <a:lnTo>
                  <a:pt x="5400" y="21600"/>
                </a:lnTo>
                <a:lnTo>
                  <a:pt x="4390" y="19747"/>
                </a:lnTo>
                <a:lnTo>
                  <a:pt x="3739" y="18390"/>
                </a:lnTo>
                <a:lnTo>
                  <a:pt x="3156" y="16867"/>
                </a:lnTo>
                <a:lnTo>
                  <a:pt x="2362" y="14515"/>
                </a:lnTo>
                <a:lnTo>
                  <a:pt x="1682" y="12538"/>
                </a:lnTo>
                <a:lnTo>
                  <a:pt x="991" y="10529"/>
                </a:lnTo>
                <a:lnTo>
                  <a:pt x="499" y="8991"/>
                </a:lnTo>
                <a:lnTo>
                  <a:pt x="0" y="7429"/>
                </a:lnTo>
                <a:lnTo>
                  <a:pt x="1733" y="5636"/>
                </a:lnTo>
                <a:lnTo>
                  <a:pt x="3421" y="4138"/>
                </a:lnTo>
                <a:lnTo>
                  <a:pt x="5079" y="2916"/>
                </a:lnTo>
                <a:lnTo>
                  <a:pt x="6726" y="1941"/>
                </a:lnTo>
                <a:lnTo>
                  <a:pt x="8381" y="1194"/>
                </a:lnTo>
                <a:lnTo>
                  <a:pt x="10058" y="648"/>
                </a:lnTo>
                <a:lnTo>
                  <a:pt x="11775" y="283"/>
                </a:lnTo>
                <a:lnTo>
                  <a:pt x="13551" y="74"/>
                </a:lnTo>
                <a:lnTo>
                  <a:pt x="15406" y="0"/>
                </a:lnTo>
                <a:lnTo>
                  <a:pt x="17353" y="35"/>
                </a:lnTo>
                <a:lnTo>
                  <a:pt x="19413" y="156"/>
                </a:lnTo>
                <a:lnTo>
                  <a:pt x="21600" y="344"/>
                </a:lnTo>
                <a:close/>
              </a:path>
            </a:pathLst>
          </a:custGeom>
          <a:solidFill>
            <a:srgbClr val="D0E0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5" name="contour_13193"/>
          <p:cNvSpPr/>
          <p:nvPr/>
        </p:nvSpPr>
        <p:spPr>
          <a:xfrm>
            <a:off x="5330608" y="3446389"/>
            <a:ext cx="80168" cy="37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82"/>
                </a:moveTo>
                <a:lnTo>
                  <a:pt x="1227" y="435"/>
                </a:lnTo>
                <a:lnTo>
                  <a:pt x="2455" y="393"/>
                </a:lnTo>
                <a:lnTo>
                  <a:pt x="3682" y="351"/>
                </a:lnTo>
                <a:lnTo>
                  <a:pt x="4909" y="313"/>
                </a:lnTo>
                <a:lnTo>
                  <a:pt x="6136" y="279"/>
                </a:lnTo>
                <a:lnTo>
                  <a:pt x="7364" y="249"/>
                </a:lnTo>
                <a:lnTo>
                  <a:pt x="8591" y="220"/>
                </a:lnTo>
                <a:lnTo>
                  <a:pt x="9808" y="165"/>
                </a:lnTo>
                <a:lnTo>
                  <a:pt x="11045" y="110"/>
                </a:lnTo>
                <a:lnTo>
                  <a:pt x="12226" y="89"/>
                </a:lnTo>
                <a:lnTo>
                  <a:pt x="13423" y="68"/>
                </a:lnTo>
                <a:lnTo>
                  <a:pt x="14505" y="34"/>
                </a:lnTo>
                <a:lnTo>
                  <a:pt x="15605" y="0"/>
                </a:lnTo>
                <a:lnTo>
                  <a:pt x="16954" y="435"/>
                </a:lnTo>
                <a:lnTo>
                  <a:pt x="18168" y="1090"/>
                </a:lnTo>
                <a:lnTo>
                  <a:pt x="19306" y="1998"/>
                </a:lnTo>
                <a:lnTo>
                  <a:pt x="20430" y="3193"/>
                </a:lnTo>
                <a:lnTo>
                  <a:pt x="21600" y="4705"/>
                </a:lnTo>
                <a:lnTo>
                  <a:pt x="21543" y="7767"/>
                </a:lnTo>
                <a:lnTo>
                  <a:pt x="21353" y="10027"/>
                </a:lnTo>
                <a:lnTo>
                  <a:pt x="20864" y="13414"/>
                </a:lnTo>
                <a:lnTo>
                  <a:pt x="20701" y="14572"/>
                </a:lnTo>
                <a:lnTo>
                  <a:pt x="20204" y="18052"/>
                </a:lnTo>
                <a:lnTo>
                  <a:pt x="20062" y="18935"/>
                </a:lnTo>
                <a:lnTo>
                  <a:pt x="19636" y="21600"/>
                </a:lnTo>
                <a:lnTo>
                  <a:pt x="19483" y="19767"/>
                </a:lnTo>
                <a:lnTo>
                  <a:pt x="19330" y="17904"/>
                </a:lnTo>
                <a:lnTo>
                  <a:pt x="18918" y="15150"/>
                </a:lnTo>
                <a:lnTo>
                  <a:pt x="18495" y="12777"/>
                </a:lnTo>
                <a:lnTo>
                  <a:pt x="18014" y="10661"/>
                </a:lnTo>
                <a:lnTo>
                  <a:pt x="17421" y="8692"/>
                </a:lnTo>
                <a:lnTo>
                  <a:pt x="16671" y="6745"/>
                </a:lnTo>
                <a:lnTo>
                  <a:pt x="15709" y="4705"/>
                </a:lnTo>
                <a:lnTo>
                  <a:pt x="14388" y="4355"/>
                </a:lnTo>
                <a:lnTo>
                  <a:pt x="13072" y="4089"/>
                </a:lnTo>
                <a:lnTo>
                  <a:pt x="11764" y="3903"/>
                </a:lnTo>
                <a:lnTo>
                  <a:pt x="10460" y="3789"/>
                </a:lnTo>
                <a:lnTo>
                  <a:pt x="9160" y="3742"/>
                </a:lnTo>
                <a:lnTo>
                  <a:pt x="7860" y="3751"/>
                </a:lnTo>
                <a:lnTo>
                  <a:pt x="6561" y="3818"/>
                </a:lnTo>
                <a:lnTo>
                  <a:pt x="5261" y="3928"/>
                </a:lnTo>
                <a:lnTo>
                  <a:pt x="3955" y="4076"/>
                </a:lnTo>
                <a:lnTo>
                  <a:pt x="2643" y="4262"/>
                </a:lnTo>
                <a:lnTo>
                  <a:pt x="1325" y="4473"/>
                </a:lnTo>
                <a:lnTo>
                  <a:pt x="0" y="4705"/>
                </a:lnTo>
                <a:lnTo>
                  <a:pt x="0" y="2610"/>
                </a:lnTo>
                <a:lnTo>
                  <a:pt x="0" y="482"/>
                </a:lnTo>
                <a:close/>
              </a:path>
            </a:pathLst>
          </a:custGeom>
          <a:solidFill>
            <a:srgbClr val="C6D7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6" name="contour_13194"/>
          <p:cNvSpPr/>
          <p:nvPr/>
        </p:nvSpPr>
        <p:spPr>
          <a:xfrm>
            <a:off x="11721463" y="3410780"/>
            <a:ext cx="2273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04" y="0"/>
                </a:moveTo>
                <a:lnTo>
                  <a:pt x="12022" y="421"/>
                </a:lnTo>
                <a:lnTo>
                  <a:pt x="14938" y="842"/>
                </a:lnTo>
                <a:lnTo>
                  <a:pt x="17646" y="1517"/>
                </a:lnTo>
                <a:lnTo>
                  <a:pt x="21455" y="2700"/>
                </a:lnTo>
                <a:lnTo>
                  <a:pt x="21600" y="4547"/>
                </a:lnTo>
                <a:lnTo>
                  <a:pt x="21579" y="5891"/>
                </a:lnTo>
                <a:lnTo>
                  <a:pt x="21316" y="7123"/>
                </a:lnTo>
                <a:lnTo>
                  <a:pt x="20727" y="8629"/>
                </a:lnTo>
                <a:lnTo>
                  <a:pt x="19723" y="10800"/>
                </a:lnTo>
                <a:lnTo>
                  <a:pt x="19114" y="12250"/>
                </a:lnTo>
                <a:lnTo>
                  <a:pt x="18504" y="13708"/>
                </a:lnTo>
                <a:lnTo>
                  <a:pt x="17881" y="15188"/>
                </a:lnTo>
                <a:lnTo>
                  <a:pt x="15831" y="17364"/>
                </a:lnTo>
                <a:lnTo>
                  <a:pt x="14045" y="18668"/>
                </a:lnTo>
                <a:lnTo>
                  <a:pt x="11524" y="19626"/>
                </a:lnTo>
                <a:lnTo>
                  <a:pt x="7278" y="20758"/>
                </a:lnTo>
                <a:lnTo>
                  <a:pt x="4003" y="21176"/>
                </a:lnTo>
                <a:lnTo>
                  <a:pt x="679" y="21600"/>
                </a:lnTo>
                <a:lnTo>
                  <a:pt x="575" y="19742"/>
                </a:lnTo>
                <a:lnTo>
                  <a:pt x="478" y="17888"/>
                </a:lnTo>
                <a:lnTo>
                  <a:pt x="395" y="16030"/>
                </a:lnTo>
                <a:lnTo>
                  <a:pt x="319" y="14175"/>
                </a:lnTo>
                <a:lnTo>
                  <a:pt x="249" y="12317"/>
                </a:lnTo>
                <a:lnTo>
                  <a:pt x="166" y="10592"/>
                </a:lnTo>
                <a:lnTo>
                  <a:pt x="83" y="8856"/>
                </a:lnTo>
                <a:lnTo>
                  <a:pt x="0" y="7098"/>
                </a:lnTo>
                <a:lnTo>
                  <a:pt x="499" y="4514"/>
                </a:lnTo>
                <a:lnTo>
                  <a:pt x="1461" y="2913"/>
                </a:lnTo>
                <a:lnTo>
                  <a:pt x="3587" y="1631"/>
                </a:lnTo>
                <a:lnTo>
                  <a:pt x="7604" y="0"/>
                </a:lnTo>
                <a:close/>
              </a:path>
            </a:pathLst>
          </a:custGeom>
          <a:solidFill>
            <a:srgbClr val="C2CA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7" name="contour_13195"/>
          <p:cNvSpPr/>
          <p:nvPr/>
        </p:nvSpPr>
        <p:spPr>
          <a:xfrm>
            <a:off x="11525401" y="3410780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23" y="734"/>
                </a:lnTo>
                <a:lnTo>
                  <a:pt x="3245" y="1482"/>
                </a:lnTo>
                <a:lnTo>
                  <a:pt x="4865" y="2238"/>
                </a:lnTo>
                <a:lnTo>
                  <a:pt x="6483" y="3007"/>
                </a:lnTo>
                <a:lnTo>
                  <a:pt x="8100" y="3780"/>
                </a:lnTo>
                <a:lnTo>
                  <a:pt x="9607" y="4480"/>
                </a:lnTo>
                <a:lnTo>
                  <a:pt x="11121" y="5188"/>
                </a:lnTo>
                <a:lnTo>
                  <a:pt x="12658" y="5905"/>
                </a:lnTo>
                <a:lnTo>
                  <a:pt x="13827" y="6808"/>
                </a:lnTo>
                <a:lnTo>
                  <a:pt x="15007" y="7720"/>
                </a:lnTo>
                <a:lnTo>
                  <a:pt x="16200" y="8640"/>
                </a:lnTo>
                <a:lnTo>
                  <a:pt x="16200" y="11496"/>
                </a:lnTo>
                <a:lnTo>
                  <a:pt x="16200" y="14368"/>
                </a:lnTo>
                <a:lnTo>
                  <a:pt x="16200" y="17280"/>
                </a:lnTo>
                <a:lnTo>
                  <a:pt x="17536" y="18351"/>
                </a:lnTo>
                <a:lnTo>
                  <a:pt x="18881" y="19423"/>
                </a:lnTo>
                <a:lnTo>
                  <a:pt x="20231" y="20507"/>
                </a:lnTo>
                <a:lnTo>
                  <a:pt x="21600" y="21600"/>
                </a:lnTo>
                <a:lnTo>
                  <a:pt x="20785" y="21384"/>
                </a:lnTo>
                <a:lnTo>
                  <a:pt x="20037" y="21181"/>
                </a:lnTo>
                <a:lnTo>
                  <a:pt x="19219" y="20965"/>
                </a:lnTo>
                <a:lnTo>
                  <a:pt x="18198" y="20693"/>
                </a:lnTo>
                <a:lnTo>
                  <a:pt x="16843" y="20330"/>
                </a:lnTo>
                <a:lnTo>
                  <a:pt x="15017" y="19846"/>
                </a:lnTo>
                <a:lnTo>
                  <a:pt x="12593" y="19198"/>
                </a:lnTo>
                <a:lnTo>
                  <a:pt x="9431" y="18356"/>
                </a:lnTo>
                <a:lnTo>
                  <a:pt x="5400" y="17280"/>
                </a:lnTo>
                <a:lnTo>
                  <a:pt x="5400" y="14424"/>
                </a:lnTo>
                <a:lnTo>
                  <a:pt x="5400" y="11552"/>
                </a:lnTo>
                <a:lnTo>
                  <a:pt x="5400" y="8640"/>
                </a:lnTo>
                <a:lnTo>
                  <a:pt x="3615" y="8640"/>
                </a:lnTo>
                <a:lnTo>
                  <a:pt x="1820" y="864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BBD3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8" name="contour_13196"/>
          <p:cNvSpPr/>
          <p:nvPr/>
        </p:nvSpPr>
        <p:spPr>
          <a:xfrm>
            <a:off x="7123454" y="339620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68" y="380"/>
                </a:lnTo>
                <a:lnTo>
                  <a:pt x="6850" y="778"/>
                </a:lnTo>
                <a:lnTo>
                  <a:pt x="8729" y="1192"/>
                </a:lnTo>
                <a:lnTo>
                  <a:pt x="10609" y="1620"/>
                </a:lnTo>
                <a:lnTo>
                  <a:pt x="11661" y="1849"/>
                </a:lnTo>
                <a:lnTo>
                  <a:pt x="14839" y="2532"/>
                </a:lnTo>
                <a:lnTo>
                  <a:pt x="16996" y="3637"/>
                </a:lnTo>
                <a:lnTo>
                  <a:pt x="18311" y="4657"/>
                </a:lnTo>
                <a:lnTo>
                  <a:pt x="19317" y="6186"/>
                </a:lnTo>
                <a:lnTo>
                  <a:pt x="20551" y="8808"/>
                </a:lnTo>
                <a:lnTo>
                  <a:pt x="21069" y="10869"/>
                </a:lnTo>
                <a:lnTo>
                  <a:pt x="21600" y="12960"/>
                </a:lnTo>
                <a:lnTo>
                  <a:pt x="19909" y="14498"/>
                </a:lnTo>
                <a:lnTo>
                  <a:pt x="18221" y="15954"/>
                </a:lnTo>
                <a:lnTo>
                  <a:pt x="16521" y="17319"/>
                </a:lnTo>
                <a:lnTo>
                  <a:pt x="14793" y="18580"/>
                </a:lnTo>
                <a:lnTo>
                  <a:pt x="13016" y="19721"/>
                </a:lnTo>
                <a:lnTo>
                  <a:pt x="11176" y="20732"/>
                </a:lnTo>
                <a:lnTo>
                  <a:pt x="9257" y="21600"/>
                </a:lnTo>
                <a:lnTo>
                  <a:pt x="6964" y="19984"/>
                </a:lnTo>
                <a:lnTo>
                  <a:pt x="5314" y="18762"/>
                </a:lnTo>
                <a:lnTo>
                  <a:pt x="4048" y="17686"/>
                </a:lnTo>
                <a:lnTo>
                  <a:pt x="2913" y="16520"/>
                </a:lnTo>
                <a:lnTo>
                  <a:pt x="1651" y="15025"/>
                </a:lnTo>
                <a:lnTo>
                  <a:pt x="0" y="12960"/>
                </a:lnTo>
                <a:lnTo>
                  <a:pt x="2040" y="12960"/>
                </a:lnTo>
                <a:lnTo>
                  <a:pt x="4092" y="12960"/>
                </a:lnTo>
                <a:lnTo>
                  <a:pt x="6171" y="12960"/>
                </a:lnTo>
                <a:lnTo>
                  <a:pt x="5560" y="10394"/>
                </a:lnTo>
                <a:lnTo>
                  <a:pt x="4946" y="7819"/>
                </a:lnTo>
                <a:lnTo>
                  <a:pt x="4332" y="5236"/>
                </a:lnTo>
                <a:lnTo>
                  <a:pt x="3712" y="2631"/>
                </a:lnTo>
                <a:lnTo>
                  <a:pt x="3086" y="0"/>
                </a:lnTo>
                <a:close/>
              </a:path>
            </a:pathLst>
          </a:custGeom>
          <a:solidFill>
            <a:srgbClr val="BED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199" name="contour_13197"/>
          <p:cNvSpPr/>
          <p:nvPr/>
        </p:nvSpPr>
        <p:spPr>
          <a:xfrm>
            <a:off x="8748684" y="3403040"/>
            <a:ext cx="31251" cy="587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01" y="0"/>
                </a:moveTo>
                <a:lnTo>
                  <a:pt x="15293" y="54"/>
                </a:lnTo>
                <a:lnTo>
                  <a:pt x="17706" y="110"/>
                </a:lnTo>
                <a:lnTo>
                  <a:pt x="20149" y="166"/>
                </a:lnTo>
                <a:lnTo>
                  <a:pt x="20769" y="4102"/>
                </a:lnTo>
                <a:lnTo>
                  <a:pt x="21232" y="7279"/>
                </a:lnTo>
                <a:lnTo>
                  <a:pt x="21514" y="9806"/>
                </a:lnTo>
                <a:lnTo>
                  <a:pt x="21600" y="11791"/>
                </a:lnTo>
                <a:lnTo>
                  <a:pt x="21464" y="13345"/>
                </a:lnTo>
                <a:lnTo>
                  <a:pt x="21086" y="14578"/>
                </a:lnTo>
                <a:lnTo>
                  <a:pt x="20451" y="15601"/>
                </a:lnTo>
                <a:lnTo>
                  <a:pt x="19535" y="16523"/>
                </a:lnTo>
                <a:lnTo>
                  <a:pt x="18321" y="17453"/>
                </a:lnTo>
                <a:lnTo>
                  <a:pt x="16779" y="18503"/>
                </a:lnTo>
                <a:lnTo>
                  <a:pt x="14240" y="19352"/>
                </a:lnTo>
                <a:lnTo>
                  <a:pt x="12170" y="19958"/>
                </a:lnTo>
                <a:lnTo>
                  <a:pt x="9470" y="20609"/>
                </a:lnTo>
                <a:lnTo>
                  <a:pt x="5037" y="21600"/>
                </a:lnTo>
                <a:lnTo>
                  <a:pt x="5753" y="19901"/>
                </a:lnTo>
                <a:lnTo>
                  <a:pt x="6493" y="18179"/>
                </a:lnTo>
                <a:lnTo>
                  <a:pt x="7047" y="16708"/>
                </a:lnTo>
                <a:lnTo>
                  <a:pt x="7606" y="15229"/>
                </a:lnTo>
                <a:lnTo>
                  <a:pt x="8176" y="13728"/>
                </a:lnTo>
                <a:lnTo>
                  <a:pt x="8765" y="12268"/>
                </a:lnTo>
                <a:lnTo>
                  <a:pt x="9354" y="10795"/>
                </a:lnTo>
                <a:lnTo>
                  <a:pt x="9949" y="9305"/>
                </a:lnTo>
                <a:lnTo>
                  <a:pt x="10009" y="7427"/>
                </a:lnTo>
                <a:lnTo>
                  <a:pt x="10075" y="5525"/>
                </a:lnTo>
                <a:lnTo>
                  <a:pt x="7148" y="4439"/>
                </a:lnTo>
                <a:lnTo>
                  <a:pt x="5123" y="3799"/>
                </a:lnTo>
                <a:lnTo>
                  <a:pt x="3053" y="3352"/>
                </a:lnTo>
                <a:lnTo>
                  <a:pt x="0" y="2845"/>
                </a:lnTo>
                <a:lnTo>
                  <a:pt x="3032" y="1291"/>
                </a:lnTo>
                <a:lnTo>
                  <a:pt x="5390" y="480"/>
                </a:lnTo>
                <a:lnTo>
                  <a:pt x="8276" y="137"/>
                </a:lnTo>
                <a:lnTo>
                  <a:pt x="12901" y="0"/>
                </a:lnTo>
                <a:close/>
              </a:path>
            </a:pathLst>
          </a:custGeom>
          <a:solidFill>
            <a:srgbClr val="A4A7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0" name="contour_13198"/>
          <p:cNvSpPr/>
          <p:nvPr/>
        </p:nvSpPr>
        <p:spPr>
          <a:xfrm>
            <a:off x="8121909" y="338891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63"/>
                </a:lnTo>
                <a:lnTo>
                  <a:pt x="6860" y="529"/>
                </a:lnTo>
                <a:lnTo>
                  <a:pt x="8618" y="896"/>
                </a:lnTo>
                <a:lnTo>
                  <a:pt x="11340" y="1462"/>
                </a:lnTo>
                <a:lnTo>
                  <a:pt x="15509" y="2329"/>
                </a:lnTo>
                <a:lnTo>
                  <a:pt x="21600" y="3600"/>
                </a:lnTo>
                <a:lnTo>
                  <a:pt x="20948" y="7762"/>
                </a:lnTo>
                <a:lnTo>
                  <a:pt x="20425" y="10688"/>
                </a:lnTo>
                <a:lnTo>
                  <a:pt x="19920" y="12773"/>
                </a:lnTo>
                <a:lnTo>
                  <a:pt x="19306" y="14422"/>
                </a:lnTo>
                <a:lnTo>
                  <a:pt x="18468" y="16031"/>
                </a:lnTo>
                <a:lnTo>
                  <a:pt x="17280" y="18000"/>
                </a:lnTo>
                <a:lnTo>
                  <a:pt x="14420" y="19087"/>
                </a:lnTo>
                <a:lnTo>
                  <a:pt x="11668" y="19886"/>
                </a:lnTo>
                <a:lnTo>
                  <a:pt x="8938" y="20470"/>
                </a:lnTo>
                <a:lnTo>
                  <a:pt x="6139" y="20905"/>
                </a:lnTo>
                <a:lnTo>
                  <a:pt x="3192" y="21258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AABF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1" name="contour_13199"/>
          <p:cNvSpPr/>
          <p:nvPr/>
        </p:nvSpPr>
        <p:spPr>
          <a:xfrm>
            <a:off x="7742934" y="3402450"/>
            <a:ext cx="43728" cy="593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379"/>
                </a:moveTo>
                <a:lnTo>
                  <a:pt x="5090" y="188"/>
                </a:lnTo>
                <a:lnTo>
                  <a:pt x="8816" y="64"/>
                </a:lnTo>
                <a:lnTo>
                  <a:pt x="11491" y="0"/>
                </a:lnTo>
                <a:lnTo>
                  <a:pt x="13432" y="0"/>
                </a:lnTo>
                <a:lnTo>
                  <a:pt x="14954" y="64"/>
                </a:lnTo>
                <a:lnTo>
                  <a:pt x="16373" y="188"/>
                </a:lnTo>
                <a:lnTo>
                  <a:pt x="18000" y="379"/>
                </a:lnTo>
                <a:lnTo>
                  <a:pt x="19393" y="1966"/>
                </a:lnTo>
                <a:lnTo>
                  <a:pt x="20232" y="3048"/>
                </a:lnTo>
                <a:lnTo>
                  <a:pt x="20855" y="4122"/>
                </a:lnTo>
                <a:lnTo>
                  <a:pt x="21600" y="5684"/>
                </a:lnTo>
                <a:lnTo>
                  <a:pt x="19897" y="5520"/>
                </a:lnTo>
                <a:lnTo>
                  <a:pt x="18187" y="5353"/>
                </a:lnTo>
                <a:lnTo>
                  <a:pt x="16452" y="5186"/>
                </a:lnTo>
                <a:lnTo>
                  <a:pt x="15620" y="5260"/>
                </a:lnTo>
                <a:lnTo>
                  <a:pt x="14155" y="5387"/>
                </a:lnTo>
                <a:lnTo>
                  <a:pt x="10800" y="5684"/>
                </a:lnTo>
                <a:lnTo>
                  <a:pt x="9565" y="7419"/>
                </a:lnTo>
                <a:lnTo>
                  <a:pt x="8741" y="8700"/>
                </a:lnTo>
                <a:lnTo>
                  <a:pt x="8125" y="9910"/>
                </a:lnTo>
                <a:lnTo>
                  <a:pt x="7524" y="11430"/>
                </a:lnTo>
                <a:lnTo>
                  <a:pt x="6750" y="13642"/>
                </a:lnTo>
                <a:lnTo>
                  <a:pt x="6167" y="15244"/>
                </a:lnTo>
                <a:lnTo>
                  <a:pt x="5562" y="16841"/>
                </a:lnTo>
                <a:lnTo>
                  <a:pt x="4936" y="18433"/>
                </a:lnTo>
                <a:lnTo>
                  <a:pt x="4284" y="20022"/>
                </a:lnTo>
                <a:lnTo>
                  <a:pt x="3600" y="21600"/>
                </a:lnTo>
                <a:lnTo>
                  <a:pt x="1814" y="21600"/>
                </a:lnTo>
                <a:lnTo>
                  <a:pt x="0" y="21600"/>
                </a:lnTo>
                <a:lnTo>
                  <a:pt x="0" y="19849"/>
                </a:lnTo>
                <a:lnTo>
                  <a:pt x="0" y="18099"/>
                </a:lnTo>
                <a:lnTo>
                  <a:pt x="0" y="16345"/>
                </a:lnTo>
                <a:lnTo>
                  <a:pt x="0" y="14589"/>
                </a:lnTo>
                <a:lnTo>
                  <a:pt x="0" y="12831"/>
                </a:lnTo>
                <a:lnTo>
                  <a:pt x="0" y="11069"/>
                </a:lnTo>
                <a:lnTo>
                  <a:pt x="0" y="9303"/>
                </a:lnTo>
                <a:lnTo>
                  <a:pt x="0" y="7531"/>
                </a:lnTo>
                <a:lnTo>
                  <a:pt x="0" y="5753"/>
                </a:lnTo>
                <a:lnTo>
                  <a:pt x="0" y="3971"/>
                </a:lnTo>
                <a:lnTo>
                  <a:pt x="0" y="2178"/>
                </a:lnTo>
                <a:lnTo>
                  <a:pt x="0" y="379"/>
                </a:lnTo>
                <a:close/>
              </a:path>
            </a:pathLst>
          </a:custGeom>
          <a:solidFill>
            <a:srgbClr val="E3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2" name="contour_13200"/>
          <p:cNvSpPr/>
          <p:nvPr/>
        </p:nvSpPr>
        <p:spPr>
          <a:xfrm>
            <a:off x="5388912" y="3388741"/>
            <a:ext cx="65592" cy="24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154"/>
                </a:moveTo>
                <a:lnTo>
                  <a:pt x="18386" y="154"/>
                </a:lnTo>
                <a:lnTo>
                  <a:pt x="19982" y="154"/>
                </a:lnTo>
                <a:lnTo>
                  <a:pt x="21600" y="154"/>
                </a:lnTo>
                <a:lnTo>
                  <a:pt x="21257" y="4876"/>
                </a:lnTo>
                <a:lnTo>
                  <a:pt x="20962" y="8246"/>
                </a:lnTo>
                <a:lnTo>
                  <a:pt x="20597" y="11180"/>
                </a:lnTo>
                <a:lnTo>
                  <a:pt x="20047" y="14602"/>
                </a:lnTo>
                <a:lnTo>
                  <a:pt x="19200" y="19452"/>
                </a:lnTo>
                <a:lnTo>
                  <a:pt x="17297" y="20590"/>
                </a:lnTo>
                <a:lnTo>
                  <a:pt x="15907" y="21259"/>
                </a:lnTo>
                <a:lnTo>
                  <a:pt x="14630" y="21568"/>
                </a:lnTo>
                <a:lnTo>
                  <a:pt x="13063" y="21600"/>
                </a:lnTo>
                <a:lnTo>
                  <a:pt x="10800" y="21458"/>
                </a:lnTo>
                <a:lnTo>
                  <a:pt x="9288" y="21439"/>
                </a:lnTo>
                <a:lnTo>
                  <a:pt x="7766" y="21413"/>
                </a:lnTo>
                <a:lnTo>
                  <a:pt x="6226" y="21388"/>
                </a:lnTo>
                <a:lnTo>
                  <a:pt x="3986" y="20166"/>
                </a:lnTo>
                <a:lnTo>
                  <a:pt x="2662" y="18873"/>
                </a:lnTo>
                <a:lnTo>
                  <a:pt x="1733" y="16711"/>
                </a:lnTo>
                <a:lnTo>
                  <a:pt x="674" y="12891"/>
                </a:lnTo>
                <a:lnTo>
                  <a:pt x="341" y="9764"/>
                </a:lnTo>
                <a:lnTo>
                  <a:pt x="0" y="6587"/>
                </a:lnTo>
                <a:lnTo>
                  <a:pt x="1747" y="4844"/>
                </a:lnTo>
                <a:lnTo>
                  <a:pt x="3427" y="3416"/>
                </a:lnTo>
                <a:lnTo>
                  <a:pt x="5062" y="2277"/>
                </a:lnTo>
                <a:lnTo>
                  <a:pt x="6670" y="1409"/>
                </a:lnTo>
                <a:lnTo>
                  <a:pt x="8268" y="772"/>
                </a:lnTo>
                <a:lnTo>
                  <a:pt x="9876" y="347"/>
                </a:lnTo>
                <a:lnTo>
                  <a:pt x="11515" y="96"/>
                </a:lnTo>
                <a:lnTo>
                  <a:pt x="13202" y="0"/>
                </a:lnTo>
                <a:lnTo>
                  <a:pt x="14959" y="32"/>
                </a:lnTo>
                <a:lnTo>
                  <a:pt x="16800" y="154"/>
                </a:lnTo>
                <a:close/>
              </a:path>
            </a:pathLst>
          </a:custGeom>
          <a:solidFill>
            <a:srgbClr val="96AB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3" name="contour_13201"/>
          <p:cNvSpPr/>
          <p:nvPr/>
        </p:nvSpPr>
        <p:spPr>
          <a:xfrm>
            <a:off x="5418064" y="3359451"/>
            <a:ext cx="58304" cy="440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21" y="0"/>
                </a:moveTo>
                <a:lnTo>
                  <a:pt x="15401" y="533"/>
                </a:lnTo>
                <a:lnTo>
                  <a:pt x="16540" y="994"/>
                </a:lnTo>
                <a:lnTo>
                  <a:pt x="17707" y="1558"/>
                </a:lnTo>
                <a:lnTo>
                  <a:pt x="19270" y="2413"/>
                </a:lnTo>
                <a:lnTo>
                  <a:pt x="21600" y="3728"/>
                </a:lnTo>
                <a:lnTo>
                  <a:pt x="19818" y="3728"/>
                </a:lnTo>
                <a:lnTo>
                  <a:pt x="18020" y="3728"/>
                </a:lnTo>
                <a:lnTo>
                  <a:pt x="16200" y="3728"/>
                </a:lnTo>
                <a:lnTo>
                  <a:pt x="16200" y="5851"/>
                </a:lnTo>
                <a:lnTo>
                  <a:pt x="16200" y="7982"/>
                </a:lnTo>
                <a:lnTo>
                  <a:pt x="16200" y="10123"/>
                </a:lnTo>
                <a:lnTo>
                  <a:pt x="16200" y="12274"/>
                </a:lnTo>
                <a:lnTo>
                  <a:pt x="16200" y="14451"/>
                </a:lnTo>
                <a:lnTo>
                  <a:pt x="14917" y="14305"/>
                </a:lnTo>
                <a:lnTo>
                  <a:pt x="13627" y="14155"/>
                </a:lnTo>
                <a:lnTo>
                  <a:pt x="12317" y="14004"/>
                </a:lnTo>
                <a:lnTo>
                  <a:pt x="11696" y="14072"/>
                </a:lnTo>
                <a:lnTo>
                  <a:pt x="10603" y="14187"/>
                </a:lnTo>
                <a:lnTo>
                  <a:pt x="8100" y="14451"/>
                </a:lnTo>
                <a:lnTo>
                  <a:pt x="7015" y="16574"/>
                </a:lnTo>
                <a:lnTo>
                  <a:pt x="6369" y="18026"/>
                </a:lnTo>
                <a:lnTo>
                  <a:pt x="5916" y="19477"/>
                </a:lnTo>
                <a:lnTo>
                  <a:pt x="5400" y="21600"/>
                </a:lnTo>
                <a:lnTo>
                  <a:pt x="4063" y="19831"/>
                </a:lnTo>
                <a:lnTo>
                  <a:pt x="2722" y="18054"/>
                </a:lnTo>
                <a:lnTo>
                  <a:pt x="1369" y="16263"/>
                </a:lnTo>
                <a:lnTo>
                  <a:pt x="0" y="14451"/>
                </a:lnTo>
                <a:lnTo>
                  <a:pt x="2349" y="10605"/>
                </a:lnTo>
                <a:lnTo>
                  <a:pt x="4263" y="7524"/>
                </a:lnTo>
                <a:lnTo>
                  <a:pt x="5824" y="5122"/>
                </a:lnTo>
                <a:lnTo>
                  <a:pt x="7117" y="3310"/>
                </a:lnTo>
                <a:lnTo>
                  <a:pt x="8227" y="2002"/>
                </a:lnTo>
                <a:lnTo>
                  <a:pt x="9234" y="1112"/>
                </a:lnTo>
                <a:lnTo>
                  <a:pt x="10225" y="554"/>
                </a:lnTo>
                <a:lnTo>
                  <a:pt x="11281" y="239"/>
                </a:lnTo>
                <a:lnTo>
                  <a:pt x="12485" y="86"/>
                </a:lnTo>
                <a:lnTo>
                  <a:pt x="13921" y="0"/>
                </a:lnTo>
                <a:close/>
              </a:path>
            </a:pathLst>
          </a:custGeom>
          <a:solidFill>
            <a:srgbClr val="98AD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4" name="contour_13202"/>
          <p:cNvSpPr/>
          <p:nvPr/>
        </p:nvSpPr>
        <p:spPr>
          <a:xfrm>
            <a:off x="4018770" y="333790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704" y="2614"/>
                </a:lnTo>
                <a:lnTo>
                  <a:pt x="13065" y="5232"/>
                </a:lnTo>
                <a:lnTo>
                  <a:pt x="13429" y="7845"/>
                </a:lnTo>
                <a:lnTo>
                  <a:pt x="13790" y="10463"/>
                </a:lnTo>
                <a:lnTo>
                  <a:pt x="14151" y="13077"/>
                </a:lnTo>
                <a:lnTo>
                  <a:pt x="14824" y="15163"/>
                </a:lnTo>
                <a:lnTo>
                  <a:pt x="15549" y="16649"/>
                </a:lnTo>
                <a:lnTo>
                  <a:pt x="16681" y="17945"/>
                </a:lnTo>
                <a:lnTo>
                  <a:pt x="18579" y="19457"/>
                </a:lnTo>
                <a:lnTo>
                  <a:pt x="21600" y="21600"/>
                </a:lnTo>
                <a:lnTo>
                  <a:pt x="19462" y="21172"/>
                </a:lnTo>
                <a:lnTo>
                  <a:pt x="17320" y="20745"/>
                </a:lnTo>
                <a:lnTo>
                  <a:pt x="15179" y="20317"/>
                </a:lnTo>
                <a:lnTo>
                  <a:pt x="13034" y="19885"/>
                </a:lnTo>
                <a:lnTo>
                  <a:pt x="10880" y="19457"/>
                </a:lnTo>
                <a:lnTo>
                  <a:pt x="8723" y="19025"/>
                </a:lnTo>
                <a:lnTo>
                  <a:pt x="6557" y="18593"/>
                </a:lnTo>
                <a:lnTo>
                  <a:pt x="4382" y="18157"/>
                </a:lnTo>
                <a:lnTo>
                  <a:pt x="2197" y="17721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1614" y="7024"/>
                </a:lnTo>
                <a:lnTo>
                  <a:pt x="2796" y="5983"/>
                </a:lnTo>
                <a:lnTo>
                  <a:pt x="4123" y="5050"/>
                </a:lnTo>
                <a:lnTo>
                  <a:pt x="6171" y="3780"/>
                </a:lnTo>
                <a:lnTo>
                  <a:pt x="7893" y="2691"/>
                </a:lnTo>
                <a:lnTo>
                  <a:pt x="9643" y="1585"/>
                </a:lnTo>
                <a:lnTo>
                  <a:pt x="10982" y="799"/>
                </a:lnTo>
                <a:lnTo>
                  <a:pt x="12343" y="0"/>
                </a:lnTo>
                <a:close/>
              </a:path>
            </a:pathLst>
          </a:custGeom>
          <a:solidFill>
            <a:srgbClr val="6B5A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5" name="contour_13203"/>
          <p:cNvSpPr/>
          <p:nvPr/>
        </p:nvSpPr>
        <p:spPr>
          <a:xfrm>
            <a:off x="6604535" y="3359312"/>
            <a:ext cx="30624" cy="733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08" y="0"/>
                </a:moveTo>
                <a:lnTo>
                  <a:pt x="16650" y="43"/>
                </a:lnTo>
                <a:lnTo>
                  <a:pt x="19112" y="88"/>
                </a:lnTo>
                <a:lnTo>
                  <a:pt x="21600" y="133"/>
                </a:lnTo>
                <a:lnTo>
                  <a:pt x="20634" y="1728"/>
                </a:lnTo>
                <a:lnTo>
                  <a:pt x="19883" y="2864"/>
                </a:lnTo>
                <a:lnTo>
                  <a:pt x="19102" y="3843"/>
                </a:lnTo>
                <a:lnTo>
                  <a:pt x="18043" y="4974"/>
                </a:lnTo>
                <a:lnTo>
                  <a:pt x="16460" y="6573"/>
                </a:lnTo>
                <a:lnTo>
                  <a:pt x="13067" y="6573"/>
                </a:lnTo>
                <a:lnTo>
                  <a:pt x="9643" y="6573"/>
                </a:lnTo>
                <a:lnTo>
                  <a:pt x="6179" y="6573"/>
                </a:lnTo>
                <a:lnTo>
                  <a:pt x="6688" y="8061"/>
                </a:lnTo>
                <a:lnTo>
                  <a:pt x="7197" y="9551"/>
                </a:lnTo>
                <a:lnTo>
                  <a:pt x="7711" y="11040"/>
                </a:lnTo>
                <a:lnTo>
                  <a:pt x="8220" y="12535"/>
                </a:lnTo>
                <a:lnTo>
                  <a:pt x="8728" y="14031"/>
                </a:lnTo>
                <a:lnTo>
                  <a:pt x="9242" y="15531"/>
                </a:lnTo>
                <a:lnTo>
                  <a:pt x="9756" y="17038"/>
                </a:lnTo>
                <a:lnTo>
                  <a:pt x="10276" y="18552"/>
                </a:lnTo>
                <a:lnTo>
                  <a:pt x="10800" y="20072"/>
                </a:lnTo>
                <a:lnTo>
                  <a:pt x="11319" y="21600"/>
                </a:lnTo>
                <a:lnTo>
                  <a:pt x="8775" y="21068"/>
                </a:lnTo>
                <a:lnTo>
                  <a:pt x="6220" y="20535"/>
                </a:lnTo>
                <a:lnTo>
                  <a:pt x="3645" y="19996"/>
                </a:lnTo>
                <a:lnTo>
                  <a:pt x="1038" y="19453"/>
                </a:lnTo>
                <a:lnTo>
                  <a:pt x="632" y="17976"/>
                </a:lnTo>
                <a:lnTo>
                  <a:pt x="329" y="16553"/>
                </a:lnTo>
                <a:lnTo>
                  <a:pt x="123" y="15156"/>
                </a:lnTo>
                <a:lnTo>
                  <a:pt x="15" y="13758"/>
                </a:lnTo>
                <a:lnTo>
                  <a:pt x="0" y="12337"/>
                </a:lnTo>
                <a:lnTo>
                  <a:pt x="72" y="10867"/>
                </a:lnTo>
                <a:lnTo>
                  <a:pt x="77" y="9675"/>
                </a:lnTo>
                <a:lnTo>
                  <a:pt x="82" y="8467"/>
                </a:lnTo>
                <a:lnTo>
                  <a:pt x="247" y="5416"/>
                </a:lnTo>
                <a:lnTo>
                  <a:pt x="612" y="3226"/>
                </a:lnTo>
                <a:lnTo>
                  <a:pt x="1434" y="1747"/>
                </a:lnTo>
                <a:lnTo>
                  <a:pt x="2961" y="835"/>
                </a:lnTo>
                <a:lnTo>
                  <a:pt x="5433" y="337"/>
                </a:lnTo>
                <a:lnTo>
                  <a:pt x="9099" y="107"/>
                </a:lnTo>
                <a:lnTo>
                  <a:pt x="14208" y="0"/>
                </a:lnTo>
                <a:close/>
              </a:path>
            </a:pathLst>
          </a:custGeom>
          <a:solidFill>
            <a:srgbClr val="CFD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6" name="contour_13204"/>
          <p:cNvSpPr/>
          <p:nvPr/>
        </p:nvSpPr>
        <p:spPr>
          <a:xfrm>
            <a:off x="5483656" y="3346267"/>
            <a:ext cx="58304" cy="359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31"/>
                </a:moveTo>
                <a:lnTo>
                  <a:pt x="20361" y="5500"/>
                </a:lnTo>
                <a:lnTo>
                  <a:pt x="19116" y="7260"/>
                </a:lnTo>
                <a:lnTo>
                  <a:pt x="17866" y="9011"/>
                </a:lnTo>
                <a:lnTo>
                  <a:pt x="16613" y="10750"/>
                </a:lnTo>
                <a:lnTo>
                  <a:pt x="15358" y="12488"/>
                </a:lnTo>
                <a:lnTo>
                  <a:pt x="14197" y="14117"/>
                </a:lnTo>
                <a:lnTo>
                  <a:pt x="13028" y="15754"/>
                </a:lnTo>
                <a:lnTo>
                  <a:pt x="11845" y="17414"/>
                </a:lnTo>
                <a:lnTo>
                  <a:pt x="10085" y="19065"/>
                </a:lnTo>
                <a:lnTo>
                  <a:pt x="8478" y="20251"/>
                </a:lnTo>
                <a:lnTo>
                  <a:pt x="6947" y="21031"/>
                </a:lnTo>
                <a:lnTo>
                  <a:pt x="5411" y="21460"/>
                </a:lnTo>
                <a:lnTo>
                  <a:pt x="3793" y="21600"/>
                </a:lnTo>
                <a:lnTo>
                  <a:pt x="2014" y="21508"/>
                </a:lnTo>
                <a:lnTo>
                  <a:pt x="0" y="21245"/>
                </a:lnTo>
                <a:lnTo>
                  <a:pt x="0" y="18351"/>
                </a:lnTo>
                <a:lnTo>
                  <a:pt x="0" y="15439"/>
                </a:lnTo>
                <a:lnTo>
                  <a:pt x="0" y="12488"/>
                </a:lnTo>
                <a:lnTo>
                  <a:pt x="1604" y="12488"/>
                </a:lnTo>
                <a:lnTo>
                  <a:pt x="3213" y="12488"/>
                </a:lnTo>
                <a:lnTo>
                  <a:pt x="4828" y="12488"/>
                </a:lnTo>
                <a:lnTo>
                  <a:pt x="6456" y="12488"/>
                </a:lnTo>
                <a:lnTo>
                  <a:pt x="8100" y="12488"/>
                </a:lnTo>
                <a:lnTo>
                  <a:pt x="8100" y="9594"/>
                </a:lnTo>
                <a:lnTo>
                  <a:pt x="8100" y="6682"/>
                </a:lnTo>
                <a:lnTo>
                  <a:pt x="8100" y="3731"/>
                </a:lnTo>
                <a:lnTo>
                  <a:pt x="10060" y="1515"/>
                </a:lnTo>
                <a:lnTo>
                  <a:pt x="11910" y="328"/>
                </a:lnTo>
                <a:lnTo>
                  <a:pt x="13713" y="0"/>
                </a:lnTo>
                <a:lnTo>
                  <a:pt x="15525" y="350"/>
                </a:lnTo>
                <a:lnTo>
                  <a:pt x="17407" y="1204"/>
                </a:lnTo>
                <a:lnTo>
                  <a:pt x="19410" y="2391"/>
                </a:lnTo>
                <a:lnTo>
                  <a:pt x="21600" y="3731"/>
                </a:lnTo>
                <a:close/>
              </a:path>
            </a:pathLst>
          </a:custGeom>
          <a:solidFill>
            <a:srgbClr val="96AB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7" name="contour_13205"/>
          <p:cNvSpPr/>
          <p:nvPr/>
        </p:nvSpPr>
        <p:spPr>
          <a:xfrm>
            <a:off x="6861087" y="3323324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3" y="976"/>
                </a:lnTo>
                <a:lnTo>
                  <a:pt x="3100" y="1957"/>
                </a:lnTo>
                <a:lnTo>
                  <a:pt x="4647" y="2946"/>
                </a:lnTo>
                <a:lnTo>
                  <a:pt x="6194" y="3940"/>
                </a:lnTo>
                <a:lnTo>
                  <a:pt x="7738" y="4938"/>
                </a:lnTo>
                <a:lnTo>
                  <a:pt x="9283" y="5940"/>
                </a:lnTo>
                <a:lnTo>
                  <a:pt x="10603" y="6761"/>
                </a:lnTo>
                <a:lnTo>
                  <a:pt x="11945" y="7595"/>
                </a:lnTo>
                <a:lnTo>
                  <a:pt x="13808" y="8843"/>
                </a:lnTo>
                <a:lnTo>
                  <a:pt x="15476" y="10087"/>
                </a:lnTo>
                <a:lnTo>
                  <a:pt x="16986" y="11457"/>
                </a:lnTo>
                <a:lnTo>
                  <a:pt x="18363" y="13094"/>
                </a:lnTo>
                <a:lnTo>
                  <a:pt x="19640" y="15137"/>
                </a:lnTo>
                <a:lnTo>
                  <a:pt x="20852" y="17721"/>
                </a:lnTo>
                <a:lnTo>
                  <a:pt x="21222" y="19647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0" y="21600"/>
                </a:lnTo>
                <a:lnTo>
                  <a:pt x="14440" y="21600"/>
                </a:lnTo>
                <a:lnTo>
                  <a:pt x="12628" y="21600"/>
                </a:lnTo>
                <a:lnTo>
                  <a:pt x="10800" y="21600"/>
                </a:lnTo>
                <a:lnTo>
                  <a:pt x="10800" y="18744"/>
                </a:lnTo>
                <a:lnTo>
                  <a:pt x="10800" y="15872"/>
                </a:lnTo>
                <a:lnTo>
                  <a:pt x="10800" y="12960"/>
                </a:lnTo>
                <a:lnTo>
                  <a:pt x="9018" y="12960"/>
                </a:lnTo>
                <a:lnTo>
                  <a:pt x="7233" y="12960"/>
                </a:lnTo>
                <a:lnTo>
                  <a:pt x="5440" y="12960"/>
                </a:lnTo>
                <a:lnTo>
                  <a:pt x="3640" y="12960"/>
                </a:lnTo>
                <a:lnTo>
                  <a:pt x="1828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A5B6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8" name="contour_13206"/>
          <p:cNvSpPr/>
          <p:nvPr/>
        </p:nvSpPr>
        <p:spPr>
          <a:xfrm>
            <a:off x="3597852" y="3301460"/>
            <a:ext cx="3009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49" y="0"/>
                </a:moveTo>
                <a:lnTo>
                  <a:pt x="7997" y="2457"/>
                </a:lnTo>
                <a:lnTo>
                  <a:pt x="11255" y="4463"/>
                </a:lnTo>
                <a:lnTo>
                  <a:pt x="13833" y="6110"/>
                </a:lnTo>
                <a:lnTo>
                  <a:pt x="15831" y="7492"/>
                </a:lnTo>
                <a:lnTo>
                  <a:pt x="17353" y="8699"/>
                </a:lnTo>
                <a:lnTo>
                  <a:pt x="18514" y="9825"/>
                </a:lnTo>
                <a:lnTo>
                  <a:pt x="19409" y="10962"/>
                </a:lnTo>
                <a:lnTo>
                  <a:pt x="20151" y="12201"/>
                </a:lnTo>
                <a:lnTo>
                  <a:pt x="20847" y="13638"/>
                </a:lnTo>
                <a:lnTo>
                  <a:pt x="21600" y="15358"/>
                </a:lnTo>
                <a:lnTo>
                  <a:pt x="20627" y="17115"/>
                </a:lnTo>
                <a:lnTo>
                  <a:pt x="19639" y="18900"/>
                </a:lnTo>
                <a:lnTo>
                  <a:pt x="15748" y="19813"/>
                </a:lnTo>
                <a:lnTo>
                  <a:pt x="12986" y="20409"/>
                </a:lnTo>
                <a:lnTo>
                  <a:pt x="10601" y="20820"/>
                </a:lnTo>
                <a:lnTo>
                  <a:pt x="7840" y="21173"/>
                </a:lnTo>
                <a:lnTo>
                  <a:pt x="3949" y="21600"/>
                </a:lnTo>
                <a:lnTo>
                  <a:pt x="2741" y="19562"/>
                </a:lnTo>
                <a:lnTo>
                  <a:pt x="1757" y="17653"/>
                </a:lnTo>
                <a:lnTo>
                  <a:pt x="988" y="15849"/>
                </a:lnTo>
                <a:lnTo>
                  <a:pt x="439" y="14121"/>
                </a:lnTo>
                <a:lnTo>
                  <a:pt x="110" y="12447"/>
                </a:lnTo>
                <a:lnTo>
                  <a:pt x="0" y="10800"/>
                </a:lnTo>
                <a:lnTo>
                  <a:pt x="110" y="9153"/>
                </a:lnTo>
                <a:lnTo>
                  <a:pt x="439" y="7479"/>
                </a:lnTo>
                <a:lnTo>
                  <a:pt x="988" y="5751"/>
                </a:lnTo>
                <a:lnTo>
                  <a:pt x="1757" y="3947"/>
                </a:lnTo>
                <a:lnTo>
                  <a:pt x="2741" y="2038"/>
                </a:lnTo>
                <a:lnTo>
                  <a:pt x="3949" y="0"/>
                </a:lnTo>
                <a:close/>
              </a:path>
            </a:pathLst>
          </a:custGeom>
          <a:solidFill>
            <a:srgbClr val="B3BD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09" name="contour_13207"/>
          <p:cNvSpPr/>
          <p:nvPr/>
        </p:nvSpPr>
        <p:spPr>
          <a:xfrm>
            <a:off x="9718606" y="3323324"/>
            <a:ext cx="3581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13" y="0"/>
                </a:moveTo>
                <a:lnTo>
                  <a:pt x="11024" y="0"/>
                </a:lnTo>
                <a:lnTo>
                  <a:pt x="13644" y="0"/>
                </a:lnTo>
                <a:lnTo>
                  <a:pt x="16273" y="0"/>
                </a:lnTo>
                <a:lnTo>
                  <a:pt x="18923" y="0"/>
                </a:lnTo>
                <a:lnTo>
                  <a:pt x="21600" y="0"/>
                </a:lnTo>
                <a:lnTo>
                  <a:pt x="20668" y="1526"/>
                </a:lnTo>
                <a:lnTo>
                  <a:pt x="19736" y="3055"/>
                </a:lnTo>
                <a:lnTo>
                  <a:pt x="18800" y="4584"/>
                </a:lnTo>
                <a:lnTo>
                  <a:pt x="17868" y="6115"/>
                </a:lnTo>
                <a:lnTo>
                  <a:pt x="16932" y="7646"/>
                </a:lnTo>
                <a:lnTo>
                  <a:pt x="15996" y="9182"/>
                </a:lnTo>
                <a:lnTo>
                  <a:pt x="15055" y="10718"/>
                </a:lnTo>
                <a:lnTo>
                  <a:pt x="14114" y="12259"/>
                </a:lnTo>
                <a:lnTo>
                  <a:pt x="13174" y="13805"/>
                </a:lnTo>
                <a:lnTo>
                  <a:pt x="12229" y="15353"/>
                </a:lnTo>
                <a:lnTo>
                  <a:pt x="11279" y="16906"/>
                </a:lnTo>
                <a:lnTo>
                  <a:pt x="10325" y="18466"/>
                </a:lnTo>
                <a:lnTo>
                  <a:pt x="9371" y="20030"/>
                </a:lnTo>
                <a:lnTo>
                  <a:pt x="8413" y="21600"/>
                </a:lnTo>
                <a:lnTo>
                  <a:pt x="5798" y="18737"/>
                </a:lnTo>
                <a:lnTo>
                  <a:pt x="3767" y="16478"/>
                </a:lnTo>
                <a:lnTo>
                  <a:pt x="2251" y="14712"/>
                </a:lnTo>
                <a:lnTo>
                  <a:pt x="1182" y="13334"/>
                </a:lnTo>
                <a:lnTo>
                  <a:pt x="497" y="12233"/>
                </a:lnTo>
                <a:lnTo>
                  <a:pt x="127" y="11299"/>
                </a:lnTo>
                <a:lnTo>
                  <a:pt x="0" y="10430"/>
                </a:lnTo>
                <a:lnTo>
                  <a:pt x="57" y="9511"/>
                </a:lnTo>
                <a:lnTo>
                  <a:pt x="224" y="8438"/>
                </a:lnTo>
                <a:lnTo>
                  <a:pt x="1424" y="6929"/>
                </a:lnTo>
                <a:lnTo>
                  <a:pt x="2646" y="5400"/>
                </a:lnTo>
                <a:lnTo>
                  <a:pt x="3758" y="3854"/>
                </a:lnTo>
                <a:lnTo>
                  <a:pt x="4892" y="2287"/>
                </a:lnTo>
                <a:lnTo>
                  <a:pt x="6642" y="1152"/>
                </a:lnTo>
                <a:lnTo>
                  <a:pt x="8413" y="0"/>
                </a:lnTo>
                <a:close/>
              </a:path>
            </a:pathLst>
          </a:custGeom>
          <a:solidFill>
            <a:srgbClr val="A0B9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0" name="contour_13208"/>
          <p:cNvSpPr/>
          <p:nvPr/>
        </p:nvSpPr>
        <p:spPr>
          <a:xfrm>
            <a:off x="8070893" y="3316954"/>
            <a:ext cx="51016" cy="35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824"/>
                </a:moveTo>
                <a:lnTo>
                  <a:pt x="19656" y="2340"/>
                </a:lnTo>
                <a:lnTo>
                  <a:pt x="21600" y="3873"/>
                </a:lnTo>
                <a:lnTo>
                  <a:pt x="20727" y="6382"/>
                </a:lnTo>
                <a:lnTo>
                  <a:pt x="19853" y="8890"/>
                </a:lnTo>
                <a:lnTo>
                  <a:pt x="18977" y="11407"/>
                </a:lnTo>
                <a:lnTo>
                  <a:pt x="18098" y="13933"/>
                </a:lnTo>
                <a:lnTo>
                  <a:pt x="17212" y="16473"/>
                </a:lnTo>
                <a:lnTo>
                  <a:pt x="16323" y="19030"/>
                </a:lnTo>
                <a:lnTo>
                  <a:pt x="15429" y="21600"/>
                </a:lnTo>
                <a:lnTo>
                  <a:pt x="15429" y="18671"/>
                </a:lnTo>
                <a:lnTo>
                  <a:pt x="15429" y="15724"/>
                </a:lnTo>
                <a:lnTo>
                  <a:pt x="15429" y="12737"/>
                </a:lnTo>
                <a:lnTo>
                  <a:pt x="13519" y="13836"/>
                </a:lnTo>
                <a:lnTo>
                  <a:pt x="11608" y="14935"/>
                </a:lnTo>
                <a:lnTo>
                  <a:pt x="9692" y="16034"/>
                </a:lnTo>
                <a:lnTo>
                  <a:pt x="7773" y="17137"/>
                </a:lnTo>
                <a:lnTo>
                  <a:pt x="5844" y="18241"/>
                </a:lnTo>
                <a:lnTo>
                  <a:pt x="3907" y="19358"/>
                </a:lnTo>
                <a:lnTo>
                  <a:pt x="1959" y="20474"/>
                </a:lnTo>
                <a:lnTo>
                  <a:pt x="0" y="21600"/>
                </a:lnTo>
                <a:lnTo>
                  <a:pt x="19" y="17244"/>
                </a:lnTo>
                <a:lnTo>
                  <a:pt x="151" y="14403"/>
                </a:lnTo>
                <a:lnTo>
                  <a:pt x="512" y="12457"/>
                </a:lnTo>
                <a:lnTo>
                  <a:pt x="1216" y="10796"/>
                </a:lnTo>
                <a:lnTo>
                  <a:pt x="2376" y="8806"/>
                </a:lnTo>
                <a:lnTo>
                  <a:pt x="5283" y="5619"/>
                </a:lnTo>
                <a:lnTo>
                  <a:pt x="7548" y="3240"/>
                </a:lnTo>
                <a:lnTo>
                  <a:pt x="9353" y="1587"/>
                </a:lnTo>
                <a:lnTo>
                  <a:pt x="10874" y="554"/>
                </a:lnTo>
                <a:lnTo>
                  <a:pt x="12293" y="58"/>
                </a:lnTo>
                <a:lnTo>
                  <a:pt x="13793" y="0"/>
                </a:lnTo>
                <a:lnTo>
                  <a:pt x="15549" y="288"/>
                </a:lnTo>
                <a:lnTo>
                  <a:pt x="17743" y="824"/>
                </a:lnTo>
                <a:close/>
              </a:path>
            </a:pathLst>
          </a:custGeom>
          <a:solidFill>
            <a:srgbClr val="4A4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1" name="contour_13209"/>
          <p:cNvSpPr/>
          <p:nvPr/>
        </p:nvSpPr>
        <p:spPr>
          <a:xfrm>
            <a:off x="6868375" y="3316036"/>
            <a:ext cx="58304" cy="29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293"/>
                </a:lnTo>
                <a:lnTo>
                  <a:pt x="3715" y="606"/>
                </a:lnTo>
                <a:lnTo>
                  <a:pt x="5573" y="941"/>
                </a:lnTo>
                <a:lnTo>
                  <a:pt x="7428" y="1292"/>
                </a:lnTo>
                <a:lnTo>
                  <a:pt x="9283" y="1659"/>
                </a:lnTo>
                <a:lnTo>
                  <a:pt x="11008" y="1973"/>
                </a:lnTo>
                <a:lnTo>
                  <a:pt x="12744" y="2282"/>
                </a:lnTo>
                <a:lnTo>
                  <a:pt x="14502" y="2596"/>
                </a:lnTo>
                <a:lnTo>
                  <a:pt x="15954" y="3495"/>
                </a:lnTo>
                <a:lnTo>
                  <a:pt x="17418" y="4399"/>
                </a:lnTo>
                <a:lnTo>
                  <a:pt x="18900" y="5319"/>
                </a:lnTo>
                <a:lnTo>
                  <a:pt x="19859" y="9388"/>
                </a:lnTo>
                <a:lnTo>
                  <a:pt x="20480" y="12249"/>
                </a:lnTo>
                <a:lnTo>
                  <a:pt x="20890" y="14675"/>
                </a:lnTo>
                <a:lnTo>
                  <a:pt x="21219" y="17430"/>
                </a:lnTo>
                <a:lnTo>
                  <a:pt x="21600" y="21276"/>
                </a:lnTo>
                <a:lnTo>
                  <a:pt x="19699" y="21552"/>
                </a:lnTo>
                <a:lnTo>
                  <a:pt x="17807" y="21600"/>
                </a:lnTo>
                <a:lnTo>
                  <a:pt x="15922" y="21419"/>
                </a:lnTo>
                <a:lnTo>
                  <a:pt x="14048" y="21020"/>
                </a:lnTo>
                <a:lnTo>
                  <a:pt x="12193" y="20409"/>
                </a:lnTo>
                <a:lnTo>
                  <a:pt x="10360" y="19589"/>
                </a:lnTo>
                <a:lnTo>
                  <a:pt x="8551" y="18568"/>
                </a:lnTo>
                <a:lnTo>
                  <a:pt x="6769" y="17350"/>
                </a:lnTo>
                <a:lnTo>
                  <a:pt x="5019" y="15941"/>
                </a:lnTo>
                <a:lnTo>
                  <a:pt x="3305" y="14350"/>
                </a:lnTo>
                <a:lnTo>
                  <a:pt x="1631" y="12579"/>
                </a:lnTo>
                <a:lnTo>
                  <a:pt x="0" y="10638"/>
                </a:lnTo>
                <a:lnTo>
                  <a:pt x="0" y="7122"/>
                </a:lnTo>
                <a:lnTo>
                  <a:pt x="0" y="3585"/>
                </a:lnTo>
                <a:lnTo>
                  <a:pt x="0" y="0"/>
                </a:lnTo>
                <a:close/>
              </a:path>
            </a:pathLst>
          </a:custGeom>
          <a:solidFill>
            <a:srgbClr val="BFD5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2" name="contour_13210"/>
          <p:cNvSpPr/>
          <p:nvPr/>
        </p:nvSpPr>
        <p:spPr>
          <a:xfrm>
            <a:off x="10679994" y="3300039"/>
            <a:ext cx="51016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18"/>
                </a:moveTo>
                <a:lnTo>
                  <a:pt x="1811" y="1109"/>
                </a:lnTo>
                <a:lnTo>
                  <a:pt x="3626" y="926"/>
                </a:lnTo>
                <a:lnTo>
                  <a:pt x="5437" y="757"/>
                </a:lnTo>
                <a:lnTo>
                  <a:pt x="7251" y="608"/>
                </a:lnTo>
                <a:lnTo>
                  <a:pt x="9066" y="473"/>
                </a:lnTo>
                <a:lnTo>
                  <a:pt x="10751" y="318"/>
                </a:lnTo>
                <a:lnTo>
                  <a:pt x="12445" y="162"/>
                </a:lnTo>
                <a:lnTo>
                  <a:pt x="14163" y="0"/>
                </a:lnTo>
                <a:lnTo>
                  <a:pt x="15247" y="325"/>
                </a:lnTo>
                <a:lnTo>
                  <a:pt x="18514" y="1318"/>
                </a:lnTo>
                <a:lnTo>
                  <a:pt x="19280" y="4665"/>
                </a:lnTo>
                <a:lnTo>
                  <a:pt x="20045" y="8032"/>
                </a:lnTo>
                <a:lnTo>
                  <a:pt x="20819" y="11412"/>
                </a:lnTo>
                <a:lnTo>
                  <a:pt x="21600" y="14839"/>
                </a:lnTo>
                <a:lnTo>
                  <a:pt x="19462" y="15509"/>
                </a:lnTo>
                <a:lnTo>
                  <a:pt x="17320" y="16178"/>
                </a:lnTo>
                <a:lnTo>
                  <a:pt x="15179" y="16847"/>
                </a:lnTo>
                <a:lnTo>
                  <a:pt x="13034" y="17523"/>
                </a:lnTo>
                <a:lnTo>
                  <a:pt x="10880" y="18193"/>
                </a:lnTo>
                <a:lnTo>
                  <a:pt x="8723" y="18869"/>
                </a:lnTo>
                <a:lnTo>
                  <a:pt x="6557" y="19545"/>
                </a:lnTo>
                <a:lnTo>
                  <a:pt x="4382" y="20228"/>
                </a:lnTo>
                <a:lnTo>
                  <a:pt x="2197" y="20910"/>
                </a:lnTo>
                <a:lnTo>
                  <a:pt x="0" y="21600"/>
                </a:lnTo>
                <a:lnTo>
                  <a:pt x="0" y="17584"/>
                </a:lnTo>
                <a:lnTo>
                  <a:pt x="0" y="13555"/>
                </a:lnTo>
                <a:lnTo>
                  <a:pt x="0" y="9512"/>
                </a:lnTo>
                <a:lnTo>
                  <a:pt x="0" y="5435"/>
                </a:lnTo>
                <a:lnTo>
                  <a:pt x="0" y="1318"/>
                </a:lnTo>
                <a:close/>
              </a:path>
            </a:pathLst>
          </a:custGeom>
          <a:solidFill>
            <a:srgbClr val="BFD8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3" name="contour_13211"/>
          <p:cNvSpPr/>
          <p:nvPr/>
        </p:nvSpPr>
        <p:spPr>
          <a:xfrm>
            <a:off x="9754419" y="3301249"/>
            <a:ext cx="36440" cy="585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8"/>
                </a:moveTo>
                <a:lnTo>
                  <a:pt x="21082" y="2152"/>
                </a:lnTo>
                <a:lnTo>
                  <a:pt x="20529" y="4143"/>
                </a:lnTo>
                <a:lnTo>
                  <a:pt x="19920" y="6061"/>
                </a:lnTo>
                <a:lnTo>
                  <a:pt x="19241" y="7917"/>
                </a:lnTo>
                <a:lnTo>
                  <a:pt x="18468" y="9717"/>
                </a:lnTo>
                <a:lnTo>
                  <a:pt x="17578" y="11474"/>
                </a:lnTo>
                <a:lnTo>
                  <a:pt x="16550" y="13196"/>
                </a:lnTo>
                <a:lnTo>
                  <a:pt x="15366" y="14891"/>
                </a:lnTo>
                <a:lnTo>
                  <a:pt x="14001" y="16569"/>
                </a:lnTo>
                <a:lnTo>
                  <a:pt x="12442" y="18240"/>
                </a:lnTo>
                <a:lnTo>
                  <a:pt x="10662" y="19913"/>
                </a:lnTo>
                <a:lnTo>
                  <a:pt x="8640" y="21600"/>
                </a:lnTo>
                <a:lnTo>
                  <a:pt x="8791" y="19894"/>
                </a:lnTo>
                <a:lnTo>
                  <a:pt x="8942" y="18165"/>
                </a:lnTo>
                <a:lnTo>
                  <a:pt x="9020" y="16688"/>
                </a:lnTo>
                <a:lnTo>
                  <a:pt x="9098" y="15203"/>
                </a:lnTo>
                <a:lnTo>
                  <a:pt x="9180" y="13696"/>
                </a:lnTo>
                <a:lnTo>
                  <a:pt x="9279" y="12227"/>
                </a:lnTo>
                <a:lnTo>
                  <a:pt x="9379" y="10750"/>
                </a:lnTo>
                <a:lnTo>
                  <a:pt x="9482" y="9252"/>
                </a:lnTo>
                <a:lnTo>
                  <a:pt x="9063" y="7369"/>
                </a:lnTo>
                <a:lnTo>
                  <a:pt x="8640" y="5459"/>
                </a:lnTo>
                <a:lnTo>
                  <a:pt x="6057" y="4372"/>
                </a:lnTo>
                <a:lnTo>
                  <a:pt x="4294" y="3729"/>
                </a:lnTo>
                <a:lnTo>
                  <a:pt x="2544" y="3277"/>
                </a:lnTo>
                <a:lnTo>
                  <a:pt x="0" y="2768"/>
                </a:lnTo>
                <a:lnTo>
                  <a:pt x="2687" y="1835"/>
                </a:lnTo>
                <a:lnTo>
                  <a:pt x="5275" y="1125"/>
                </a:lnTo>
                <a:lnTo>
                  <a:pt x="7815" y="616"/>
                </a:lnTo>
                <a:lnTo>
                  <a:pt x="10359" y="277"/>
                </a:lnTo>
                <a:lnTo>
                  <a:pt x="12956" y="81"/>
                </a:lnTo>
                <a:lnTo>
                  <a:pt x="15660" y="0"/>
                </a:lnTo>
                <a:lnTo>
                  <a:pt x="18524" y="8"/>
                </a:lnTo>
                <a:lnTo>
                  <a:pt x="21600" y="78"/>
                </a:lnTo>
                <a:close/>
              </a:path>
            </a:pathLst>
          </a:custGeom>
          <a:solidFill>
            <a:srgbClr val="A9C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4" name="contour_13212"/>
          <p:cNvSpPr/>
          <p:nvPr/>
        </p:nvSpPr>
        <p:spPr>
          <a:xfrm>
            <a:off x="7094302" y="328688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833"/>
                </a:lnTo>
                <a:lnTo>
                  <a:pt x="21600" y="3672"/>
                </a:lnTo>
                <a:lnTo>
                  <a:pt x="21600" y="5517"/>
                </a:lnTo>
                <a:lnTo>
                  <a:pt x="21600" y="7378"/>
                </a:lnTo>
                <a:lnTo>
                  <a:pt x="21600" y="9257"/>
                </a:lnTo>
                <a:lnTo>
                  <a:pt x="19462" y="8646"/>
                </a:lnTo>
                <a:lnTo>
                  <a:pt x="17316" y="8032"/>
                </a:lnTo>
                <a:lnTo>
                  <a:pt x="15163" y="7418"/>
                </a:lnTo>
                <a:lnTo>
                  <a:pt x="12992" y="6798"/>
                </a:lnTo>
                <a:lnTo>
                  <a:pt x="10800" y="6171"/>
                </a:lnTo>
                <a:lnTo>
                  <a:pt x="10800" y="8353"/>
                </a:lnTo>
                <a:lnTo>
                  <a:pt x="10800" y="10538"/>
                </a:lnTo>
                <a:lnTo>
                  <a:pt x="10800" y="12729"/>
                </a:lnTo>
                <a:lnTo>
                  <a:pt x="10800" y="14929"/>
                </a:lnTo>
                <a:lnTo>
                  <a:pt x="10800" y="17138"/>
                </a:lnTo>
                <a:lnTo>
                  <a:pt x="10800" y="19360"/>
                </a:lnTo>
                <a:lnTo>
                  <a:pt x="10800" y="21600"/>
                </a:lnTo>
                <a:lnTo>
                  <a:pt x="7276" y="20069"/>
                </a:lnTo>
                <a:lnTo>
                  <a:pt x="5062" y="18989"/>
                </a:lnTo>
                <a:lnTo>
                  <a:pt x="3740" y="18064"/>
                </a:lnTo>
                <a:lnTo>
                  <a:pt x="2894" y="17002"/>
                </a:lnTo>
                <a:lnTo>
                  <a:pt x="2110" y="15512"/>
                </a:lnTo>
                <a:lnTo>
                  <a:pt x="1688" y="13645"/>
                </a:lnTo>
                <a:lnTo>
                  <a:pt x="1267" y="11775"/>
                </a:lnTo>
                <a:lnTo>
                  <a:pt x="842" y="9908"/>
                </a:lnTo>
                <a:lnTo>
                  <a:pt x="421" y="8038"/>
                </a:lnTo>
                <a:lnTo>
                  <a:pt x="0" y="6171"/>
                </a:lnTo>
                <a:lnTo>
                  <a:pt x="2376" y="5493"/>
                </a:lnTo>
                <a:lnTo>
                  <a:pt x="4756" y="4814"/>
                </a:lnTo>
                <a:lnTo>
                  <a:pt x="7135" y="4132"/>
                </a:lnTo>
                <a:lnTo>
                  <a:pt x="9522" y="3450"/>
                </a:lnTo>
                <a:lnTo>
                  <a:pt x="11916" y="2768"/>
                </a:lnTo>
                <a:lnTo>
                  <a:pt x="14321" y="2080"/>
                </a:lnTo>
                <a:lnTo>
                  <a:pt x="16733" y="1392"/>
                </a:lnTo>
                <a:lnTo>
                  <a:pt x="19159" y="697"/>
                </a:lnTo>
                <a:lnTo>
                  <a:pt x="21600" y="0"/>
                </a:lnTo>
                <a:close/>
              </a:path>
            </a:pathLst>
          </a:custGeom>
          <a:solidFill>
            <a:srgbClr val="B4CB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5" name="contour_13213"/>
          <p:cNvSpPr/>
          <p:nvPr/>
        </p:nvSpPr>
        <p:spPr>
          <a:xfrm>
            <a:off x="7298366" y="3265020"/>
            <a:ext cx="36440" cy="428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6662" y="1532"/>
                </a:lnTo>
                <a:lnTo>
                  <a:pt x="16032" y="3087"/>
                </a:lnTo>
                <a:lnTo>
                  <a:pt x="15211" y="5409"/>
                </a:lnTo>
                <a:lnTo>
                  <a:pt x="14468" y="7691"/>
                </a:lnTo>
                <a:lnTo>
                  <a:pt x="13828" y="9977"/>
                </a:lnTo>
                <a:lnTo>
                  <a:pt x="13314" y="12299"/>
                </a:lnTo>
                <a:lnTo>
                  <a:pt x="12960" y="14699"/>
                </a:lnTo>
                <a:lnTo>
                  <a:pt x="15375" y="16308"/>
                </a:lnTo>
                <a:lnTo>
                  <a:pt x="17077" y="17227"/>
                </a:lnTo>
                <a:lnTo>
                  <a:pt x="18883" y="17800"/>
                </a:lnTo>
                <a:lnTo>
                  <a:pt x="21600" y="18374"/>
                </a:lnTo>
                <a:lnTo>
                  <a:pt x="18883" y="19307"/>
                </a:lnTo>
                <a:lnTo>
                  <a:pt x="16325" y="20126"/>
                </a:lnTo>
                <a:lnTo>
                  <a:pt x="13850" y="20799"/>
                </a:lnTo>
                <a:lnTo>
                  <a:pt x="11379" y="21288"/>
                </a:lnTo>
                <a:lnTo>
                  <a:pt x="8843" y="21567"/>
                </a:lnTo>
                <a:lnTo>
                  <a:pt x="6152" y="21600"/>
                </a:lnTo>
                <a:lnTo>
                  <a:pt x="3240" y="21357"/>
                </a:lnTo>
                <a:lnTo>
                  <a:pt x="1633" y="19877"/>
                </a:lnTo>
                <a:lnTo>
                  <a:pt x="0" y="18374"/>
                </a:lnTo>
                <a:lnTo>
                  <a:pt x="298" y="15698"/>
                </a:lnTo>
                <a:lnTo>
                  <a:pt x="747" y="13148"/>
                </a:lnTo>
                <a:lnTo>
                  <a:pt x="1391" y="10719"/>
                </a:lnTo>
                <a:lnTo>
                  <a:pt x="2255" y="8397"/>
                </a:lnTo>
                <a:lnTo>
                  <a:pt x="3378" y="6174"/>
                </a:lnTo>
                <a:lnTo>
                  <a:pt x="4791" y="4039"/>
                </a:lnTo>
                <a:lnTo>
                  <a:pt x="6536" y="1984"/>
                </a:lnTo>
                <a:lnTo>
                  <a:pt x="8640" y="0"/>
                </a:lnTo>
                <a:close/>
              </a:path>
            </a:pathLst>
          </a:custGeom>
          <a:solidFill>
            <a:srgbClr val="B2BB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6" name="contour_13214"/>
          <p:cNvSpPr/>
          <p:nvPr/>
        </p:nvSpPr>
        <p:spPr>
          <a:xfrm>
            <a:off x="9710691" y="3272308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7822" y="1710"/>
                </a:lnTo>
                <a:lnTo>
                  <a:pt x="7541" y="3431"/>
                </a:lnTo>
                <a:lnTo>
                  <a:pt x="7258" y="5177"/>
                </a:lnTo>
                <a:lnTo>
                  <a:pt x="7382" y="6001"/>
                </a:lnTo>
                <a:lnTo>
                  <a:pt x="7598" y="7459"/>
                </a:lnTo>
                <a:lnTo>
                  <a:pt x="8100" y="10800"/>
                </a:lnTo>
                <a:lnTo>
                  <a:pt x="9750" y="11567"/>
                </a:lnTo>
                <a:lnTo>
                  <a:pt x="11407" y="12208"/>
                </a:lnTo>
                <a:lnTo>
                  <a:pt x="13073" y="12744"/>
                </a:lnTo>
                <a:lnTo>
                  <a:pt x="14750" y="13190"/>
                </a:lnTo>
                <a:lnTo>
                  <a:pt x="16440" y="13565"/>
                </a:lnTo>
                <a:lnTo>
                  <a:pt x="18144" y="13878"/>
                </a:lnTo>
                <a:lnTo>
                  <a:pt x="19864" y="14152"/>
                </a:lnTo>
                <a:lnTo>
                  <a:pt x="21600" y="14400"/>
                </a:lnTo>
                <a:lnTo>
                  <a:pt x="20914" y="14857"/>
                </a:lnTo>
                <a:lnTo>
                  <a:pt x="20258" y="15296"/>
                </a:lnTo>
                <a:lnTo>
                  <a:pt x="19440" y="15840"/>
                </a:lnTo>
                <a:lnTo>
                  <a:pt x="18276" y="16618"/>
                </a:lnTo>
                <a:lnTo>
                  <a:pt x="16573" y="17752"/>
                </a:lnTo>
                <a:lnTo>
                  <a:pt x="14145" y="19372"/>
                </a:lnTo>
                <a:lnTo>
                  <a:pt x="10800" y="21600"/>
                </a:lnTo>
                <a:lnTo>
                  <a:pt x="10800" y="19220"/>
                </a:lnTo>
                <a:lnTo>
                  <a:pt x="10800" y="16826"/>
                </a:lnTo>
                <a:lnTo>
                  <a:pt x="10800" y="14400"/>
                </a:lnTo>
                <a:lnTo>
                  <a:pt x="9026" y="13324"/>
                </a:lnTo>
                <a:lnTo>
                  <a:pt x="7625" y="12740"/>
                </a:lnTo>
                <a:lnTo>
                  <a:pt x="5400" y="12150"/>
                </a:lnTo>
                <a:lnTo>
                  <a:pt x="3893" y="11743"/>
                </a:lnTo>
                <a:lnTo>
                  <a:pt x="2362" y="11333"/>
                </a:lnTo>
                <a:lnTo>
                  <a:pt x="1188" y="11066"/>
                </a:lnTo>
                <a:lnTo>
                  <a:pt x="0" y="10800"/>
                </a:lnTo>
                <a:lnTo>
                  <a:pt x="508" y="8122"/>
                </a:lnTo>
                <a:lnTo>
                  <a:pt x="902" y="6221"/>
                </a:lnTo>
                <a:lnTo>
                  <a:pt x="1312" y="4579"/>
                </a:lnTo>
                <a:lnTo>
                  <a:pt x="1868" y="2678"/>
                </a:lnTo>
                <a:lnTo>
                  <a:pt x="2700" y="0"/>
                </a:lnTo>
                <a:close/>
              </a:path>
            </a:pathLst>
          </a:custGeom>
          <a:solidFill>
            <a:srgbClr val="AEC6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7" name="contour_13215"/>
          <p:cNvSpPr/>
          <p:nvPr/>
        </p:nvSpPr>
        <p:spPr>
          <a:xfrm>
            <a:off x="10796602" y="325044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61" y="842"/>
                </a:lnTo>
                <a:lnTo>
                  <a:pt x="8111" y="1711"/>
                </a:lnTo>
                <a:lnTo>
                  <a:pt x="10357" y="2601"/>
                </a:lnTo>
                <a:lnTo>
                  <a:pt x="12600" y="3508"/>
                </a:lnTo>
                <a:lnTo>
                  <a:pt x="13345" y="3802"/>
                </a:lnTo>
                <a:lnTo>
                  <a:pt x="14656" y="4311"/>
                </a:lnTo>
                <a:lnTo>
                  <a:pt x="17662" y="5486"/>
                </a:lnTo>
                <a:lnTo>
                  <a:pt x="19616" y="7050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9B8E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8" name="contour_13216"/>
          <p:cNvSpPr/>
          <p:nvPr/>
        </p:nvSpPr>
        <p:spPr>
          <a:xfrm>
            <a:off x="3625218" y="3250444"/>
            <a:ext cx="318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837" y="540"/>
                </a:lnTo>
                <a:lnTo>
                  <a:pt x="9926" y="972"/>
                </a:lnTo>
                <a:lnTo>
                  <a:pt x="12815" y="1393"/>
                </a:lnTo>
                <a:lnTo>
                  <a:pt x="15047" y="1904"/>
                </a:lnTo>
                <a:lnTo>
                  <a:pt x="17180" y="2606"/>
                </a:lnTo>
                <a:lnTo>
                  <a:pt x="19753" y="3600"/>
                </a:lnTo>
                <a:lnTo>
                  <a:pt x="20785" y="6048"/>
                </a:lnTo>
                <a:lnTo>
                  <a:pt x="21402" y="8438"/>
                </a:lnTo>
                <a:lnTo>
                  <a:pt x="21600" y="10800"/>
                </a:lnTo>
                <a:lnTo>
                  <a:pt x="21393" y="13162"/>
                </a:lnTo>
                <a:lnTo>
                  <a:pt x="20775" y="15552"/>
                </a:lnTo>
                <a:lnTo>
                  <a:pt x="19753" y="18000"/>
                </a:lnTo>
                <a:lnTo>
                  <a:pt x="18681" y="18389"/>
                </a:lnTo>
                <a:lnTo>
                  <a:pt x="17294" y="18896"/>
                </a:lnTo>
                <a:lnTo>
                  <a:pt x="14672" y="19854"/>
                </a:lnTo>
                <a:lnTo>
                  <a:pt x="9877" y="21600"/>
                </a:lnTo>
                <a:lnTo>
                  <a:pt x="8790" y="19224"/>
                </a:lnTo>
                <a:lnTo>
                  <a:pt x="7704" y="16844"/>
                </a:lnTo>
                <a:lnTo>
                  <a:pt x="6612" y="14465"/>
                </a:lnTo>
                <a:lnTo>
                  <a:pt x="5521" y="12078"/>
                </a:lnTo>
                <a:lnTo>
                  <a:pt x="4430" y="9684"/>
                </a:lnTo>
                <a:lnTo>
                  <a:pt x="3328" y="7279"/>
                </a:lnTo>
                <a:lnTo>
                  <a:pt x="2227" y="4867"/>
                </a:lnTo>
                <a:lnTo>
                  <a:pt x="1116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17F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19" name="contour_13217"/>
          <p:cNvSpPr/>
          <p:nvPr/>
        </p:nvSpPr>
        <p:spPr>
          <a:xfrm>
            <a:off x="11335913" y="3226445"/>
            <a:ext cx="58304" cy="260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70"/>
                </a:moveTo>
                <a:lnTo>
                  <a:pt x="1855" y="1492"/>
                </a:lnTo>
                <a:lnTo>
                  <a:pt x="3710" y="1245"/>
                </a:lnTo>
                <a:lnTo>
                  <a:pt x="5567" y="1021"/>
                </a:lnTo>
                <a:lnTo>
                  <a:pt x="7425" y="822"/>
                </a:lnTo>
                <a:lnTo>
                  <a:pt x="9283" y="634"/>
                </a:lnTo>
                <a:lnTo>
                  <a:pt x="10049" y="544"/>
                </a:lnTo>
                <a:lnTo>
                  <a:pt x="11402" y="381"/>
                </a:lnTo>
                <a:lnTo>
                  <a:pt x="14502" y="0"/>
                </a:lnTo>
                <a:lnTo>
                  <a:pt x="15954" y="586"/>
                </a:lnTo>
                <a:lnTo>
                  <a:pt x="17418" y="1172"/>
                </a:lnTo>
                <a:lnTo>
                  <a:pt x="18900" y="1770"/>
                </a:lnTo>
                <a:lnTo>
                  <a:pt x="19859" y="6302"/>
                </a:lnTo>
                <a:lnTo>
                  <a:pt x="20480" y="9510"/>
                </a:lnTo>
                <a:lnTo>
                  <a:pt x="20890" y="12265"/>
                </a:lnTo>
                <a:lnTo>
                  <a:pt x="21219" y="15437"/>
                </a:lnTo>
                <a:lnTo>
                  <a:pt x="21600" y="19896"/>
                </a:lnTo>
                <a:lnTo>
                  <a:pt x="18128" y="20712"/>
                </a:lnTo>
                <a:lnTo>
                  <a:pt x="15387" y="21292"/>
                </a:lnTo>
                <a:lnTo>
                  <a:pt x="13241" y="21600"/>
                </a:lnTo>
                <a:lnTo>
                  <a:pt x="11556" y="21600"/>
                </a:lnTo>
                <a:lnTo>
                  <a:pt x="10201" y="21262"/>
                </a:lnTo>
                <a:lnTo>
                  <a:pt x="9040" y="20555"/>
                </a:lnTo>
                <a:lnTo>
                  <a:pt x="7943" y="19437"/>
                </a:lnTo>
                <a:lnTo>
                  <a:pt x="6774" y="17884"/>
                </a:lnTo>
                <a:lnTo>
                  <a:pt x="5400" y="15860"/>
                </a:lnTo>
                <a:lnTo>
                  <a:pt x="4304" y="13335"/>
                </a:lnTo>
                <a:lnTo>
                  <a:pt x="3475" y="11341"/>
                </a:lnTo>
                <a:lnTo>
                  <a:pt x="2654" y="9196"/>
                </a:lnTo>
                <a:lnTo>
                  <a:pt x="1582" y="6235"/>
                </a:lnTo>
                <a:lnTo>
                  <a:pt x="0" y="1770"/>
                </a:lnTo>
                <a:close/>
              </a:path>
            </a:pathLst>
          </a:custGeom>
          <a:solidFill>
            <a:srgbClr val="C4D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0" name="contour_13218"/>
          <p:cNvSpPr/>
          <p:nvPr/>
        </p:nvSpPr>
        <p:spPr>
          <a:xfrm>
            <a:off x="5148409" y="3206716"/>
            <a:ext cx="51016" cy="46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7196" y="1711"/>
                </a:lnTo>
                <a:lnTo>
                  <a:pt x="7859" y="2967"/>
                </a:lnTo>
                <a:lnTo>
                  <a:pt x="8449" y="4389"/>
                </a:lnTo>
                <a:lnTo>
                  <a:pt x="9257" y="6593"/>
                </a:lnTo>
                <a:lnTo>
                  <a:pt x="10189" y="9084"/>
                </a:lnTo>
                <a:lnTo>
                  <a:pt x="11087" y="11077"/>
                </a:lnTo>
                <a:lnTo>
                  <a:pt x="12155" y="12744"/>
                </a:lnTo>
                <a:lnTo>
                  <a:pt x="13596" y="14248"/>
                </a:lnTo>
                <a:lnTo>
                  <a:pt x="15620" y="15748"/>
                </a:lnTo>
                <a:lnTo>
                  <a:pt x="17058" y="16374"/>
                </a:lnTo>
                <a:lnTo>
                  <a:pt x="18514" y="17011"/>
                </a:lnTo>
                <a:lnTo>
                  <a:pt x="19280" y="15327"/>
                </a:lnTo>
                <a:lnTo>
                  <a:pt x="20045" y="13632"/>
                </a:lnTo>
                <a:lnTo>
                  <a:pt x="20819" y="11931"/>
                </a:lnTo>
                <a:lnTo>
                  <a:pt x="21600" y="10206"/>
                </a:lnTo>
                <a:lnTo>
                  <a:pt x="21600" y="12227"/>
                </a:lnTo>
                <a:lnTo>
                  <a:pt x="21600" y="14255"/>
                </a:lnTo>
                <a:lnTo>
                  <a:pt x="21600" y="16289"/>
                </a:lnTo>
                <a:lnTo>
                  <a:pt x="21600" y="18341"/>
                </a:lnTo>
                <a:lnTo>
                  <a:pt x="21600" y="20413"/>
                </a:lnTo>
                <a:lnTo>
                  <a:pt x="19304" y="20903"/>
                </a:lnTo>
                <a:lnTo>
                  <a:pt x="17089" y="21287"/>
                </a:lnTo>
                <a:lnTo>
                  <a:pt x="14923" y="21532"/>
                </a:lnTo>
                <a:lnTo>
                  <a:pt x="12778" y="21600"/>
                </a:lnTo>
                <a:lnTo>
                  <a:pt x="10624" y="21461"/>
                </a:lnTo>
                <a:lnTo>
                  <a:pt x="8433" y="21076"/>
                </a:lnTo>
                <a:lnTo>
                  <a:pt x="6171" y="20413"/>
                </a:lnTo>
                <a:lnTo>
                  <a:pt x="5107" y="18252"/>
                </a:lnTo>
                <a:lnTo>
                  <a:pt x="4172" y="16075"/>
                </a:lnTo>
                <a:lnTo>
                  <a:pt x="3351" y="13870"/>
                </a:lnTo>
                <a:lnTo>
                  <a:pt x="2629" y="11642"/>
                </a:lnTo>
                <a:lnTo>
                  <a:pt x="1993" y="9386"/>
                </a:lnTo>
                <a:lnTo>
                  <a:pt x="1429" y="7097"/>
                </a:lnTo>
                <a:lnTo>
                  <a:pt x="916" y="4770"/>
                </a:lnTo>
                <a:lnTo>
                  <a:pt x="447" y="2405"/>
                </a:lnTo>
                <a:lnTo>
                  <a:pt x="0" y="0"/>
                </a:lnTo>
                <a:close/>
              </a:path>
            </a:pathLst>
          </a:custGeom>
          <a:solidFill>
            <a:srgbClr val="8E8F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1" name="contour_13219"/>
          <p:cNvSpPr/>
          <p:nvPr/>
        </p:nvSpPr>
        <p:spPr>
          <a:xfrm>
            <a:off x="7028711" y="3205302"/>
            <a:ext cx="43728" cy="378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07"/>
                </a:moveTo>
                <a:lnTo>
                  <a:pt x="4594" y="403"/>
                </a:lnTo>
                <a:lnTo>
                  <a:pt x="7992" y="133"/>
                </a:lnTo>
                <a:lnTo>
                  <a:pt x="10501" y="0"/>
                </a:lnTo>
                <a:lnTo>
                  <a:pt x="12445" y="0"/>
                </a:lnTo>
                <a:lnTo>
                  <a:pt x="14130" y="133"/>
                </a:lnTo>
                <a:lnTo>
                  <a:pt x="15880" y="403"/>
                </a:lnTo>
                <a:lnTo>
                  <a:pt x="18000" y="807"/>
                </a:lnTo>
                <a:lnTo>
                  <a:pt x="19433" y="3901"/>
                </a:lnTo>
                <a:lnTo>
                  <a:pt x="20336" y="6097"/>
                </a:lnTo>
                <a:lnTo>
                  <a:pt x="20884" y="7993"/>
                </a:lnTo>
                <a:lnTo>
                  <a:pt x="21247" y="10189"/>
                </a:lnTo>
                <a:lnTo>
                  <a:pt x="21600" y="13283"/>
                </a:lnTo>
                <a:lnTo>
                  <a:pt x="19710" y="13137"/>
                </a:lnTo>
                <a:lnTo>
                  <a:pt x="17788" y="12992"/>
                </a:lnTo>
                <a:lnTo>
                  <a:pt x="16553" y="12933"/>
                </a:lnTo>
                <a:lnTo>
                  <a:pt x="12823" y="12763"/>
                </a:lnTo>
                <a:lnTo>
                  <a:pt x="11596" y="12688"/>
                </a:lnTo>
                <a:lnTo>
                  <a:pt x="7888" y="12472"/>
                </a:lnTo>
                <a:lnTo>
                  <a:pt x="5760" y="12875"/>
                </a:lnTo>
                <a:lnTo>
                  <a:pt x="3600" y="13283"/>
                </a:lnTo>
                <a:lnTo>
                  <a:pt x="2707" y="15341"/>
                </a:lnTo>
                <a:lnTo>
                  <a:pt x="1814" y="17412"/>
                </a:lnTo>
                <a:lnTo>
                  <a:pt x="911" y="19492"/>
                </a:lnTo>
                <a:lnTo>
                  <a:pt x="0" y="21600"/>
                </a:lnTo>
                <a:lnTo>
                  <a:pt x="0" y="18660"/>
                </a:lnTo>
                <a:lnTo>
                  <a:pt x="0" y="15716"/>
                </a:lnTo>
                <a:lnTo>
                  <a:pt x="0" y="12763"/>
                </a:lnTo>
                <a:lnTo>
                  <a:pt x="0" y="9798"/>
                </a:lnTo>
                <a:lnTo>
                  <a:pt x="0" y="6820"/>
                </a:lnTo>
                <a:lnTo>
                  <a:pt x="0" y="3826"/>
                </a:lnTo>
                <a:lnTo>
                  <a:pt x="0" y="807"/>
                </a:lnTo>
                <a:close/>
              </a:path>
            </a:pathLst>
          </a:custGeom>
          <a:solidFill>
            <a:srgbClr val="BAD4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2" name="contour_13220"/>
          <p:cNvSpPr/>
          <p:nvPr/>
        </p:nvSpPr>
        <p:spPr>
          <a:xfrm>
            <a:off x="7254638" y="318485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247" y="3856"/>
                </a:lnTo>
                <a:lnTo>
                  <a:pt x="20884" y="6626"/>
                </a:lnTo>
                <a:lnTo>
                  <a:pt x="20336" y="9088"/>
                </a:lnTo>
                <a:lnTo>
                  <a:pt x="19433" y="12020"/>
                </a:lnTo>
                <a:lnTo>
                  <a:pt x="18000" y="16200"/>
                </a:lnTo>
                <a:lnTo>
                  <a:pt x="15790" y="17296"/>
                </a:lnTo>
                <a:lnTo>
                  <a:pt x="13576" y="18236"/>
                </a:lnTo>
                <a:lnTo>
                  <a:pt x="11351" y="19035"/>
                </a:lnTo>
                <a:lnTo>
                  <a:pt x="9119" y="19710"/>
                </a:lnTo>
                <a:lnTo>
                  <a:pt x="6869" y="20288"/>
                </a:lnTo>
                <a:lnTo>
                  <a:pt x="4601" y="20779"/>
                </a:lnTo>
                <a:lnTo>
                  <a:pt x="2315" y="2121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16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3" name="contour_13221"/>
          <p:cNvSpPr/>
          <p:nvPr/>
        </p:nvSpPr>
        <p:spPr>
          <a:xfrm>
            <a:off x="4303002" y="317756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0394" y="20745"/>
                </a:lnTo>
                <a:lnTo>
                  <a:pt x="7819" y="19885"/>
                </a:lnTo>
                <a:lnTo>
                  <a:pt x="5236" y="19025"/>
                </a:lnTo>
                <a:lnTo>
                  <a:pt x="2631" y="18157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1919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4" name="contour_13222"/>
          <p:cNvSpPr/>
          <p:nvPr/>
        </p:nvSpPr>
        <p:spPr>
          <a:xfrm>
            <a:off x="7021423" y="317027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09" y="2955"/>
                </a:lnTo>
                <a:lnTo>
                  <a:pt x="19850" y="5106"/>
                </a:lnTo>
                <a:lnTo>
                  <a:pt x="20398" y="7076"/>
                </a:lnTo>
                <a:lnTo>
                  <a:pt x="20923" y="9487"/>
                </a:lnTo>
                <a:lnTo>
                  <a:pt x="21600" y="12960"/>
                </a:lnTo>
                <a:lnTo>
                  <a:pt x="20095" y="16131"/>
                </a:lnTo>
                <a:lnTo>
                  <a:pt x="18842" y="18092"/>
                </a:lnTo>
                <a:lnTo>
                  <a:pt x="17168" y="19643"/>
                </a:lnTo>
                <a:lnTo>
                  <a:pt x="14400" y="21600"/>
                </a:lnTo>
                <a:lnTo>
                  <a:pt x="11876" y="21203"/>
                </a:lnTo>
                <a:lnTo>
                  <a:pt x="9472" y="20650"/>
                </a:lnTo>
                <a:lnTo>
                  <a:pt x="7132" y="19958"/>
                </a:lnTo>
                <a:lnTo>
                  <a:pt x="4806" y="19155"/>
                </a:lnTo>
                <a:lnTo>
                  <a:pt x="2444" y="18252"/>
                </a:lnTo>
                <a:lnTo>
                  <a:pt x="0" y="17280"/>
                </a:lnTo>
                <a:lnTo>
                  <a:pt x="1354" y="14437"/>
                </a:lnTo>
                <a:lnTo>
                  <a:pt x="2624" y="11910"/>
                </a:lnTo>
                <a:lnTo>
                  <a:pt x="3892" y="9668"/>
                </a:lnTo>
                <a:lnTo>
                  <a:pt x="5242" y="7672"/>
                </a:lnTo>
                <a:lnTo>
                  <a:pt x="6750" y="5880"/>
                </a:lnTo>
                <a:lnTo>
                  <a:pt x="8500" y="4251"/>
                </a:lnTo>
                <a:lnTo>
                  <a:pt x="10573" y="2756"/>
                </a:lnTo>
                <a:lnTo>
                  <a:pt x="13050" y="1348"/>
                </a:lnTo>
                <a:lnTo>
                  <a:pt x="15509" y="678"/>
                </a:lnTo>
                <a:lnTo>
                  <a:pt x="18000" y="0"/>
                </a:lnTo>
                <a:close/>
              </a:path>
            </a:pathLst>
          </a:custGeom>
          <a:solidFill>
            <a:srgbClr val="5F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5" name="contour_13223"/>
          <p:cNvSpPr/>
          <p:nvPr/>
        </p:nvSpPr>
        <p:spPr>
          <a:xfrm>
            <a:off x="3916738" y="3155700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535"/>
                </a:lnTo>
                <a:lnTo>
                  <a:pt x="13781" y="1072"/>
                </a:lnTo>
                <a:lnTo>
                  <a:pt x="16364" y="1609"/>
                </a:lnTo>
                <a:lnTo>
                  <a:pt x="18969" y="2152"/>
                </a:lnTo>
                <a:lnTo>
                  <a:pt x="21600" y="2700"/>
                </a:lnTo>
                <a:lnTo>
                  <a:pt x="21406" y="4558"/>
                </a:lnTo>
                <a:lnTo>
                  <a:pt x="21177" y="6391"/>
                </a:lnTo>
                <a:lnTo>
                  <a:pt x="20896" y="8208"/>
                </a:lnTo>
                <a:lnTo>
                  <a:pt x="20550" y="10009"/>
                </a:lnTo>
                <a:lnTo>
                  <a:pt x="20123" y="11799"/>
                </a:lnTo>
                <a:lnTo>
                  <a:pt x="19596" y="13581"/>
                </a:lnTo>
                <a:lnTo>
                  <a:pt x="18956" y="15355"/>
                </a:lnTo>
                <a:lnTo>
                  <a:pt x="18192" y="17126"/>
                </a:lnTo>
                <a:lnTo>
                  <a:pt x="17280" y="18900"/>
                </a:lnTo>
                <a:lnTo>
                  <a:pt x="14412" y="19931"/>
                </a:lnTo>
                <a:lnTo>
                  <a:pt x="11755" y="20625"/>
                </a:lnTo>
                <a:lnTo>
                  <a:pt x="9141" y="21060"/>
                </a:lnTo>
                <a:lnTo>
                  <a:pt x="6415" y="21314"/>
                </a:lnTo>
                <a:lnTo>
                  <a:pt x="3421" y="21468"/>
                </a:lnTo>
                <a:lnTo>
                  <a:pt x="0" y="21600"/>
                </a:lnTo>
                <a:lnTo>
                  <a:pt x="937" y="20277"/>
                </a:lnTo>
                <a:lnTo>
                  <a:pt x="1892" y="18932"/>
                </a:lnTo>
                <a:lnTo>
                  <a:pt x="3072" y="17188"/>
                </a:lnTo>
                <a:lnTo>
                  <a:pt x="4190" y="15493"/>
                </a:lnTo>
                <a:lnTo>
                  <a:pt x="5232" y="13832"/>
                </a:lnTo>
                <a:lnTo>
                  <a:pt x="6178" y="12190"/>
                </a:lnTo>
                <a:lnTo>
                  <a:pt x="7007" y="10554"/>
                </a:lnTo>
                <a:lnTo>
                  <a:pt x="7711" y="8905"/>
                </a:lnTo>
                <a:lnTo>
                  <a:pt x="8264" y="7233"/>
                </a:lnTo>
                <a:lnTo>
                  <a:pt x="8649" y="5522"/>
                </a:lnTo>
                <a:lnTo>
                  <a:pt x="8852" y="3756"/>
                </a:lnTo>
                <a:lnTo>
                  <a:pt x="8856" y="1920"/>
                </a:lnTo>
                <a:lnTo>
                  <a:pt x="8640" y="0"/>
                </a:lnTo>
                <a:close/>
              </a:path>
            </a:pathLst>
          </a:custGeom>
          <a:solidFill>
            <a:srgbClr val="8483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6" name="contour_13224"/>
          <p:cNvSpPr/>
          <p:nvPr/>
        </p:nvSpPr>
        <p:spPr>
          <a:xfrm>
            <a:off x="4587233" y="3148412"/>
            <a:ext cx="3238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62" y="0"/>
                </a:moveTo>
                <a:lnTo>
                  <a:pt x="7749" y="611"/>
                </a:lnTo>
                <a:lnTo>
                  <a:pt x="10647" y="1225"/>
                </a:lnTo>
                <a:lnTo>
                  <a:pt x="13554" y="1839"/>
                </a:lnTo>
                <a:lnTo>
                  <a:pt x="16486" y="2459"/>
                </a:lnTo>
                <a:lnTo>
                  <a:pt x="19446" y="3086"/>
                </a:lnTo>
                <a:lnTo>
                  <a:pt x="20564" y="5314"/>
                </a:lnTo>
                <a:lnTo>
                  <a:pt x="21274" y="7508"/>
                </a:lnTo>
                <a:lnTo>
                  <a:pt x="21600" y="9689"/>
                </a:lnTo>
                <a:lnTo>
                  <a:pt x="21561" y="11865"/>
                </a:lnTo>
                <a:lnTo>
                  <a:pt x="21172" y="14052"/>
                </a:lnTo>
                <a:lnTo>
                  <a:pt x="20462" y="16265"/>
                </a:lnTo>
                <a:lnTo>
                  <a:pt x="19446" y="18514"/>
                </a:lnTo>
                <a:lnTo>
                  <a:pt x="16247" y="19607"/>
                </a:lnTo>
                <a:lnTo>
                  <a:pt x="13219" y="20356"/>
                </a:lnTo>
                <a:lnTo>
                  <a:pt x="10214" y="20847"/>
                </a:lnTo>
                <a:lnTo>
                  <a:pt x="7103" y="21162"/>
                </a:lnTo>
                <a:lnTo>
                  <a:pt x="3743" y="21387"/>
                </a:lnTo>
                <a:lnTo>
                  <a:pt x="0" y="21600"/>
                </a:lnTo>
                <a:lnTo>
                  <a:pt x="481" y="19462"/>
                </a:lnTo>
                <a:lnTo>
                  <a:pt x="963" y="17320"/>
                </a:lnTo>
                <a:lnTo>
                  <a:pt x="1444" y="15179"/>
                </a:lnTo>
                <a:lnTo>
                  <a:pt x="1930" y="13034"/>
                </a:lnTo>
                <a:lnTo>
                  <a:pt x="2411" y="10880"/>
                </a:lnTo>
                <a:lnTo>
                  <a:pt x="2898" y="8723"/>
                </a:lnTo>
                <a:lnTo>
                  <a:pt x="3384" y="6557"/>
                </a:lnTo>
                <a:lnTo>
                  <a:pt x="3875" y="4382"/>
                </a:lnTo>
                <a:lnTo>
                  <a:pt x="4366" y="2197"/>
                </a:lnTo>
                <a:lnTo>
                  <a:pt x="4862" y="0"/>
                </a:lnTo>
                <a:close/>
              </a:path>
            </a:pathLst>
          </a:custGeom>
          <a:solidFill>
            <a:srgbClr val="8D7E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7" name="contour_13225"/>
          <p:cNvSpPr/>
          <p:nvPr/>
        </p:nvSpPr>
        <p:spPr>
          <a:xfrm>
            <a:off x="10774738" y="3119260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325" y="2994"/>
                </a:lnTo>
                <a:lnTo>
                  <a:pt x="20225" y="5111"/>
                </a:lnTo>
                <a:lnTo>
                  <a:pt x="20804" y="6650"/>
                </a:lnTo>
                <a:lnTo>
                  <a:pt x="21161" y="7911"/>
                </a:lnTo>
                <a:lnTo>
                  <a:pt x="21391" y="9193"/>
                </a:lnTo>
                <a:lnTo>
                  <a:pt x="21600" y="10800"/>
                </a:lnTo>
                <a:lnTo>
                  <a:pt x="19717" y="12593"/>
                </a:lnTo>
                <a:lnTo>
                  <a:pt x="18338" y="13754"/>
                </a:lnTo>
                <a:lnTo>
                  <a:pt x="16790" y="14788"/>
                </a:lnTo>
                <a:lnTo>
                  <a:pt x="14400" y="16200"/>
                </a:lnTo>
                <a:lnTo>
                  <a:pt x="13079" y="17993"/>
                </a:lnTo>
                <a:lnTo>
                  <a:pt x="12262" y="19154"/>
                </a:lnTo>
                <a:lnTo>
                  <a:pt x="11617" y="20188"/>
                </a:lnTo>
                <a:lnTo>
                  <a:pt x="10800" y="21600"/>
                </a:lnTo>
                <a:lnTo>
                  <a:pt x="8662" y="21065"/>
                </a:lnTo>
                <a:lnTo>
                  <a:pt x="6516" y="20528"/>
                </a:lnTo>
                <a:lnTo>
                  <a:pt x="4363" y="19991"/>
                </a:lnTo>
                <a:lnTo>
                  <a:pt x="2192" y="19448"/>
                </a:lnTo>
                <a:lnTo>
                  <a:pt x="0" y="18900"/>
                </a:lnTo>
                <a:lnTo>
                  <a:pt x="252" y="16988"/>
                </a:lnTo>
                <a:lnTo>
                  <a:pt x="580" y="15139"/>
                </a:lnTo>
                <a:lnTo>
                  <a:pt x="1026" y="13335"/>
                </a:lnTo>
                <a:lnTo>
                  <a:pt x="1645" y="11570"/>
                </a:lnTo>
                <a:lnTo>
                  <a:pt x="2488" y="9831"/>
                </a:lnTo>
                <a:lnTo>
                  <a:pt x="3600" y="8100"/>
                </a:lnTo>
                <a:lnTo>
                  <a:pt x="6098" y="7687"/>
                </a:lnTo>
                <a:lnTo>
                  <a:pt x="8435" y="7501"/>
                </a:lnTo>
                <a:lnTo>
                  <a:pt x="10699" y="7492"/>
                </a:lnTo>
                <a:lnTo>
                  <a:pt x="12985" y="7622"/>
                </a:lnTo>
                <a:lnTo>
                  <a:pt x="15390" y="7841"/>
                </a:lnTo>
                <a:lnTo>
                  <a:pt x="18000" y="8100"/>
                </a:lnTo>
                <a:lnTo>
                  <a:pt x="18000" y="6496"/>
                </a:lnTo>
                <a:lnTo>
                  <a:pt x="18000" y="4887"/>
                </a:lnTo>
                <a:lnTo>
                  <a:pt x="18000" y="3272"/>
                </a:lnTo>
                <a:lnTo>
                  <a:pt x="18000" y="1644"/>
                </a:lnTo>
                <a:lnTo>
                  <a:pt x="18000" y="0"/>
                </a:lnTo>
                <a:close/>
              </a:path>
            </a:pathLst>
          </a:custGeom>
          <a:solidFill>
            <a:srgbClr val="BAC9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8" name="contour_13226"/>
          <p:cNvSpPr/>
          <p:nvPr/>
        </p:nvSpPr>
        <p:spPr>
          <a:xfrm>
            <a:off x="10512370" y="3148412"/>
            <a:ext cx="58304" cy="312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617" y="171"/>
                </a:lnTo>
                <a:lnTo>
                  <a:pt x="5978" y="388"/>
                </a:lnTo>
                <a:lnTo>
                  <a:pt x="7428" y="806"/>
                </a:lnTo>
                <a:lnTo>
                  <a:pt x="9617" y="1572"/>
                </a:lnTo>
                <a:lnTo>
                  <a:pt x="11467" y="2171"/>
                </a:lnTo>
                <a:lnTo>
                  <a:pt x="13341" y="2776"/>
                </a:lnTo>
                <a:lnTo>
                  <a:pt x="14761" y="3899"/>
                </a:lnTo>
                <a:lnTo>
                  <a:pt x="16200" y="5037"/>
                </a:lnTo>
                <a:lnTo>
                  <a:pt x="16200" y="8367"/>
                </a:lnTo>
                <a:lnTo>
                  <a:pt x="16200" y="11717"/>
                </a:lnTo>
                <a:lnTo>
                  <a:pt x="16200" y="15112"/>
                </a:lnTo>
                <a:lnTo>
                  <a:pt x="17804" y="16961"/>
                </a:lnTo>
                <a:lnTo>
                  <a:pt x="18900" y="18104"/>
                </a:lnTo>
                <a:lnTo>
                  <a:pt x="19996" y="19006"/>
                </a:lnTo>
                <a:lnTo>
                  <a:pt x="21600" y="20149"/>
                </a:lnTo>
                <a:lnTo>
                  <a:pt x="17669" y="20764"/>
                </a:lnTo>
                <a:lnTo>
                  <a:pt x="14496" y="21227"/>
                </a:lnTo>
                <a:lnTo>
                  <a:pt x="11969" y="21509"/>
                </a:lnTo>
                <a:lnTo>
                  <a:pt x="9979" y="21600"/>
                </a:lnTo>
                <a:lnTo>
                  <a:pt x="8411" y="21474"/>
                </a:lnTo>
                <a:lnTo>
                  <a:pt x="7155" y="21116"/>
                </a:lnTo>
                <a:lnTo>
                  <a:pt x="6099" y="20502"/>
                </a:lnTo>
                <a:lnTo>
                  <a:pt x="5135" y="19620"/>
                </a:lnTo>
                <a:lnTo>
                  <a:pt x="4147" y="18447"/>
                </a:lnTo>
                <a:lnTo>
                  <a:pt x="3027" y="16961"/>
                </a:lnTo>
                <a:lnTo>
                  <a:pt x="2130" y="14492"/>
                </a:lnTo>
                <a:lnTo>
                  <a:pt x="1517" y="12427"/>
                </a:lnTo>
                <a:lnTo>
                  <a:pt x="902" y="9651"/>
                </a:lnTo>
                <a:lnTo>
                  <a:pt x="0" y="5037"/>
                </a:lnTo>
                <a:lnTo>
                  <a:pt x="1339" y="2539"/>
                </a:lnTo>
                <a:lnTo>
                  <a:pt x="2700" y="0"/>
                </a:lnTo>
                <a:close/>
              </a:path>
            </a:pathLst>
          </a:custGeom>
          <a:solidFill>
            <a:srgbClr val="B8CD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29" name="contour_13227"/>
          <p:cNvSpPr/>
          <p:nvPr/>
        </p:nvSpPr>
        <p:spPr>
          <a:xfrm>
            <a:off x="8581053" y="3133836"/>
            <a:ext cx="65592" cy="37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44" y="960"/>
                </a:lnTo>
                <a:lnTo>
                  <a:pt x="4836" y="1662"/>
                </a:lnTo>
                <a:lnTo>
                  <a:pt x="6240" y="2217"/>
                </a:lnTo>
                <a:lnTo>
                  <a:pt x="7325" y="2747"/>
                </a:lnTo>
                <a:lnTo>
                  <a:pt x="8354" y="3361"/>
                </a:lnTo>
                <a:lnTo>
                  <a:pt x="9600" y="4176"/>
                </a:lnTo>
                <a:lnTo>
                  <a:pt x="10195" y="6505"/>
                </a:lnTo>
                <a:lnTo>
                  <a:pt x="10800" y="8873"/>
                </a:lnTo>
                <a:lnTo>
                  <a:pt x="11395" y="10685"/>
                </a:lnTo>
                <a:lnTo>
                  <a:pt x="12000" y="12527"/>
                </a:lnTo>
                <a:lnTo>
                  <a:pt x="13654" y="12147"/>
                </a:lnTo>
                <a:lnTo>
                  <a:pt x="15271" y="11608"/>
                </a:lnTo>
                <a:lnTo>
                  <a:pt x="16865" y="10932"/>
                </a:lnTo>
                <a:lnTo>
                  <a:pt x="18444" y="10151"/>
                </a:lnTo>
                <a:lnTo>
                  <a:pt x="20021" y="9278"/>
                </a:lnTo>
                <a:lnTo>
                  <a:pt x="21600" y="8351"/>
                </a:lnTo>
                <a:lnTo>
                  <a:pt x="21365" y="11458"/>
                </a:lnTo>
                <a:lnTo>
                  <a:pt x="21122" y="13662"/>
                </a:lnTo>
                <a:lnTo>
                  <a:pt x="20758" y="15566"/>
                </a:lnTo>
                <a:lnTo>
                  <a:pt x="20155" y="17771"/>
                </a:lnTo>
                <a:lnTo>
                  <a:pt x="19200" y="20878"/>
                </a:lnTo>
                <a:lnTo>
                  <a:pt x="17474" y="21291"/>
                </a:lnTo>
                <a:lnTo>
                  <a:pt x="15763" y="21521"/>
                </a:lnTo>
                <a:lnTo>
                  <a:pt x="14059" y="21600"/>
                </a:lnTo>
                <a:lnTo>
                  <a:pt x="12358" y="21550"/>
                </a:lnTo>
                <a:lnTo>
                  <a:pt x="10651" y="21395"/>
                </a:lnTo>
                <a:lnTo>
                  <a:pt x="8935" y="21162"/>
                </a:lnTo>
                <a:lnTo>
                  <a:pt x="7200" y="20878"/>
                </a:lnTo>
                <a:lnTo>
                  <a:pt x="7200" y="18397"/>
                </a:lnTo>
                <a:lnTo>
                  <a:pt x="7200" y="15909"/>
                </a:lnTo>
                <a:lnTo>
                  <a:pt x="7200" y="13412"/>
                </a:lnTo>
                <a:lnTo>
                  <a:pt x="7200" y="10894"/>
                </a:lnTo>
                <a:lnTo>
                  <a:pt x="7200" y="8351"/>
                </a:lnTo>
                <a:lnTo>
                  <a:pt x="5774" y="8351"/>
                </a:lnTo>
                <a:lnTo>
                  <a:pt x="4344" y="8351"/>
                </a:lnTo>
                <a:lnTo>
                  <a:pt x="2909" y="8351"/>
                </a:lnTo>
                <a:lnTo>
                  <a:pt x="1462" y="8351"/>
                </a:lnTo>
                <a:lnTo>
                  <a:pt x="0" y="8351"/>
                </a:lnTo>
                <a:lnTo>
                  <a:pt x="0" y="5591"/>
                </a:lnTo>
                <a:lnTo>
                  <a:pt x="0" y="2814"/>
                </a:lnTo>
                <a:lnTo>
                  <a:pt x="0" y="0"/>
                </a:lnTo>
                <a:close/>
              </a:path>
            </a:pathLst>
          </a:custGeom>
          <a:solidFill>
            <a:srgbClr val="B8BE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0" name="contour_13228"/>
          <p:cNvSpPr/>
          <p:nvPr/>
        </p:nvSpPr>
        <p:spPr>
          <a:xfrm>
            <a:off x="10789314" y="3148412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20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19179" y="3024"/>
                </a:lnTo>
                <a:lnTo>
                  <a:pt x="17174" y="5524"/>
                </a:lnTo>
                <a:lnTo>
                  <a:pt x="15520" y="7571"/>
                </a:lnTo>
                <a:lnTo>
                  <a:pt x="14150" y="9245"/>
                </a:lnTo>
                <a:lnTo>
                  <a:pt x="13001" y="10622"/>
                </a:lnTo>
                <a:lnTo>
                  <a:pt x="12003" y="11777"/>
                </a:lnTo>
                <a:lnTo>
                  <a:pt x="11096" y="12782"/>
                </a:lnTo>
                <a:lnTo>
                  <a:pt x="10208" y="13721"/>
                </a:lnTo>
                <a:lnTo>
                  <a:pt x="9277" y="14666"/>
                </a:lnTo>
                <a:lnTo>
                  <a:pt x="8236" y="15692"/>
                </a:lnTo>
                <a:lnTo>
                  <a:pt x="7020" y="16875"/>
                </a:lnTo>
                <a:lnTo>
                  <a:pt x="5629" y="18236"/>
                </a:lnTo>
                <a:lnTo>
                  <a:pt x="4218" y="19618"/>
                </a:lnTo>
                <a:lnTo>
                  <a:pt x="3707" y="20110"/>
                </a:lnTo>
                <a:lnTo>
                  <a:pt x="2160" y="21600"/>
                </a:lnTo>
                <a:lnTo>
                  <a:pt x="1804" y="18036"/>
                </a:lnTo>
                <a:lnTo>
                  <a:pt x="1447" y="14467"/>
                </a:lnTo>
                <a:lnTo>
                  <a:pt x="1089" y="10881"/>
                </a:lnTo>
                <a:lnTo>
                  <a:pt x="728" y="7279"/>
                </a:lnTo>
                <a:lnTo>
                  <a:pt x="365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0D5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1" name="contour_13229"/>
          <p:cNvSpPr/>
          <p:nvPr/>
        </p:nvSpPr>
        <p:spPr>
          <a:xfrm>
            <a:off x="4383170" y="311926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273" y="1438"/>
                </a:lnTo>
                <a:lnTo>
                  <a:pt x="11897" y="2882"/>
                </a:lnTo>
                <a:lnTo>
                  <a:pt x="13513" y="4332"/>
                </a:lnTo>
                <a:lnTo>
                  <a:pt x="15120" y="5786"/>
                </a:lnTo>
                <a:lnTo>
                  <a:pt x="16027" y="6594"/>
                </a:lnTo>
                <a:lnTo>
                  <a:pt x="18766" y="9041"/>
                </a:lnTo>
                <a:lnTo>
                  <a:pt x="20148" y="10701"/>
                </a:lnTo>
                <a:lnTo>
                  <a:pt x="20987" y="12025"/>
                </a:lnTo>
                <a:lnTo>
                  <a:pt x="21419" y="13466"/>
                </a:lnTo>
                <a:lnTo>
                  <a:pt x="21578" y="15475"/>
                </a:lnTo>
                <a:lnTo>
                  <a:pt x="21600" y="18514"/>
                </a:lnTo>
                <a:lnTo>
                  <a:pt x="18775" y="19264"/>
                </a:lnTo>
                <a:lnTo>
                  <a:pt x="16705" y="19715"/>
                </a:lnTo>
                <a:lnTo>
                  <a:pt x="14386" y="20048"/>
                </a:lnTo>
                <a:lnTo>
                  <a:pt x="10800" y="20443"/>
                </a:lnTo>
                <a:lnTo>
                  <a:pt x="7785" y="20792"/>
                </a:lnTo>
                <a:lnTo>
                  <a:pt x="4726" y="21143"/>
                </a:lnTo>
                <a:lnTo>
                  <a:pt x="3551" y="21257"/>
                </a:lnTo>
                <a:lnTo>
                  <a:pt x="0" y="21600"/>
                </a:lnTo>
                <a:lnTo>
                  <a:pt x="0" y="19563"/>
                </a:lnTo>
                <a:lnTo>
                  <a:pt x="0" y="17524"/>
                </a:lnTo>
                <a:lnTo>
                  <a:pt x="0" y="15475"/>
                </a:lnTo>
                <a:lnTo>
                  <a:pt x="0" y="13417"/>
                </a:lnTo>
                <a:lnTo>
                  <a:pt x="0" y="11346"/>
                </a:lnTo>
                <a:lnTo>
                  <a:pt x="0" y="9257"/>
                </a:lnTo>
                <a:lnTo>
                  <a:pt x="2856" y="9257"/>
                </a:lnTo>
                <a:lnTo>
                  <a:pt x="5728" y="9257"/>
                </a:lnTo>
                <a:lnTo>
                  <a:pt x="8640" y="9257"/>
                </a:lnTo>
                <a:lnTo>
                  <a:pt x="8640" y="7424"/>
                </a:lnTo>
                <a:lnTo>
                  <a:pt x="8640" y="5585"/>
                </a:lnTo>
                <a:lnTo>
                  <a:pt x="8640" y="3740"/>
                </a:lnTo>
                <a:lnTo>
                  <a:pt x="8640" y="1879"/>
                </a:lnTo>
                <a:lnTo>
                  <a:pt x="8640" y="0"/>
                </a:lnTo>
                <a:close/>
              </a:path>
            </a:pathLst>
          </a:custGeom>
          <a:solidFill>
            <a:srgbClr val="826D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2" name="contour_13230"/>
          <p:cNvSpPr/>
          <p:nvPr/>
        </p:nvSpPr>
        <p:spPr>
          <a:xfrm>
            <a:off x="10671992" y="3097396"/>
            <a:ext cx="3715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52" y="0"/>
                </a:moveTo>
                <a:lnTo>
                  <a:pt x="7449" y="2814"/>
                </a:lnTo>
                <a:lnTo>
                  <a:pt x="9550" y="5014"/>
                </a:lnTo>
                <a:lnTo>
                  <a:pt x="11058" y="6779"/>
                </a:lnTo>
                <a:lnTo>
                  <a:pt x="12067" y="8294"/>
                </a:lnTo>
                <a:lnTo>
                  <a:pt x="12681" y="9732"/>
                </a:lnTo>
                <a:lnTo>
                  <a:pt x="12995" y="11281"/>
                </a:lnTo>
                <a:lnTo>
                  <a:pt x="13109" y="13120"/>
                </a:lnTo>
                <a:lnTo>
                  <a:pt x="13126" y="15429"/>
                </a:lnTo>
                <a:lnTo>
                  <a:pt x="15223" y="16194"/>
                </a:lnTo>
                <a:lnTo>
                  <a:pt x="17333" y="16959"/>
                </a:lnTo>
                <a:lnTo>
                  <a:pt x="19452" y="17734"/>
                </a:lnTo>
                <a:lnTo>
                  <a:pt x="21600" y="18514"/>
                </a:lnTo>
                <a:lnTo>
                  <a:pt x="18977" y="18897"/>
                </a:lnTo>
                <a:lnTo>
                  <a:pt x="16355" y="19280"/>
                </a:lnTo>
                <a:lnTo>
                  <a:pt x="13723" y="19662"/>
                </a:lnTo>
                <a:lnTo>
                  <a:pt x="11088" y="20045"/>
                </a:lnTo>
                <a:lnTo>
                  <a:pt x="8440" y="20431"/>
                </a:lnTo>
                <a:lnTo>
                  <a:pt x="5779" y="20819"/>
                </a:lnTo>
                <a:lnTo>
                  <a:pt x="3106" y="21208"/>
                </a:lnTo>
                <a:lnTo>
                  <a:pt x="415" y="21600"/>
                </a:lnTo>
                <a:lnTo>
                  <a:pt x="352" y="19789"/>
                </a:lnTo>
                <a:lnTo>
                  <a:pt x="292" y="17974"/>
                </a:lnTo>
                <a:lnTo>
                  <a:pt x="242" y="16163"/>
                </a:lnTo>
                <a:lnTo>
                  <a:pt x="195" y="14349"/>
                </a:lnTo>
                <a:lnTo>
                  <a:pt x="153" y="12534"/>
                </a:lnTo>
                <a:lnTo>
                  <a:pt x="102" y="10849"/>
                </a:lnTo>
                <a:lnTo>
                  <a:pt x="51" y="9155"/>
                </a:lnTo>
                <a:lnTo>
                  <a:pt x="0" y="7437"/>
                </a:lnTo>
                <a:lnTo>
                  <a:pt x="305" y="4872"/>
                </a:lnTo>
                <a:lnTo>
                  <a:pt x="894" y="3243"/>
                </a:lnTo>
                <a:lnTo>
                  <a:pt x="2195" y="1851"/>
                </a:lnTo>
                <a:lnTo>
                  <a:pt x="4652" y="0"/>
                </a:lnTo>
                <a:close/>
              </a:path>
            </a:pathLst>
          </a:custGeom>
          <a:solidFill>
            <a:srgbClr val="99A8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3" name="contour_13231"/>
          <p:cNvSpPr/>
          <p:nvPr/>
        </p:nvSpPr>
        <p:spPr>
          <a:xfrm>
            <a:off x="10104243" y="3097396"/>
            <a:ext cx="65592" cy="439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20155" y="2341"/>
                </a:lnTo>
                <a:lnTo>
                  <a:pt x="20758" y="4069"/>
                </a:lnTo>
                <a:lnTo>
                  <a:pt x="21122" y="5702"/>
                </a:lnTo>
                <a:lnTo>
                  <a:pt x="21365" y="7752"/>
                </a:lnTo>
                <a:lnTo>
                  <a:pt x="21600" y="10737"/>
                </a:lnTo>
                <a:lnTo>
                  <a:pt x="20342" y="12516"/>
                </a:lnTo>
                <a:lnTo>
                  <a:pt x="19034" y="14184"/>
                </a:lnTo>
                <a:lnTo>
                  <a:pt x="17674" y="15727"/>
                </a:lnTo>
                <a:lnTo>
                  <a:pt x="16260" y="17123"/>
                </a:lnTo>
                <a:lnTo>
                  <a:pt x="14796" y="18361"/>
                </a:lnTo>
                <a:lnTo>
                  <a:pt x="13277" y="19424"/>
                </a:lnTo>
                <a:lnTo>
                  <a:pt x="11702" y="20297"/>
                </a:lnTo>
                <a:lnTo>
                  <a:pt x="10075" y="20959"/>
                </a:lnTo>
                <a:lnTo>
                  <a:pt x="8393" y="21400"/>
                </a:lnTo>
                <a:lnTo>
                  <a:pt x="6655" y="21600"/>
                </a:lnTo>
                <a:lnTo>
                  <a:pt x="5352" y="21188"/>
                </a:lnTo>
                <a:lnTo>
                  <a:pt x="4354" y="20788"/>
                </a:lnTo>
                <a:lnTo>
                  <a:pt x="3343" y="20226"/>
                </a:lnTo>
                <a:lnTo>
                  <a:pt x="1997" y="19320"/>
                </a:lnTo>
                <a:lnTo>
                  <a:pt x="0" y="17896"/>
                </a:lnTo>
                <a:lnTo>
                  <a:pt x="0" y="15530"/>
                </a:lnTo>
                <a:lnTo>
                  <a:pt x="0" y="13150"/>
                </a:lnTo>
                <a:lnTo>
                  <a:pt x="0" y="10737"/>
                </a:lnTo>
                <a:lnTo>
                  <a:pt x="742" y="10830"/>
                </a:lnTo>
                <a:lnTo>
                  <a:pt x="2981" y="11113"/>
                </a:lnTo>
                <a:lnTo>
                  <a:pt x="6432" y="11364"/>
                </a:lnTo>
                <a:lnTo>
                  <a:pt x="9062" y="11510"/>
                </a:lnTo>
                <a:lnTo>
                  <a:pt x="11028" y="11518"/>
                </a:lnTo>
                <a:lnTo>
                  <a:pt x="12490" y="11357"/>
                </a:lnTo>
                <a:lnTo>
                  <a:pt x="13603" y="10988"/>
                </a:lnTo>
                <a:lnTo>
                  <a:pt x="14525" y="10387"/>
                </a:lnTo>
                <a:lnTo>
                  <a:pt x="15413" y="9517"/>
                </a:lnTo>
                <a:lnTo>
                  <a:pt x="16426" y="8347"/>
                </a:lnTo>
                <a:lnTo>
                  <a:pt x="17186" y="6543"/>
                </a:lnTo>
                <a:lnTo>
                  <a:pt x="17729" y="5068"/>
                </a:lnTo>
                <a:lnTo>
                  <a:pt x="18312" y="3150"/>
                </a:lnTo>
                <a:lnTo>
                  <a:pt x="19200" y="0"/>
                </a:lnTo>
                <a:close/>
              </a:path>
            </a:pathLst>
          </a:custGeom>
          <a:solidFill>
            <a:srgbClr val="43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4" name="contour_13232"/>
          <p:cNvSpPr/>
          <p:nvPr/>
        </p:nvSpPr>
        <p:spPr>
          <a:xfrm>
            <a:off x="4718417" y="3119260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23" y="0"/>
                </a:lnTo>
                <a:lnTo>
                  <a:pt x="5850" y="0"/>
                </a:lnTo>
                <a:lnTo>
                  <a:pt x="8785" y="0"/>
                </a:lnTo>
                <a:lnTo>
                  <a:pt x="11732" y="0"/>
                </a:lnTo>
                <a:lnTo>
                  <a:pt x="14692" y="0"/>
                </a:lnTo>
                <a:lnTo>
                  <a:pt x="17669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8144" y="17350"/>
                </a:lnTo>
                <a:lnTo>
                  <a:pt x="15606" y="18311"/>
                </a:lnTo>
                <a:lnTo>
                  <a:pt x="13055" y="19116"/>
                </a:lnTo>
                <a:lnTo>
                  <a:pt x="10488" y="19786"/>
                </a:lnTo>
                <a:lnTo>
                  <a:pt x="7900" y="20347"/>
                </a:lnTo>
                <a:lnTo>
                  <a:pt x="5291" y="20817"/>
                </a:lnTo>
                <a:lnTo>
                  <a:pt x="2658" y="2122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2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5" name="contour_13233"/>
          <p:cNvSpPr/>
          <p:nvPr/>
        </p:nvSpPr>
        <p:spPr>
          <a:xfrm>
            <a:off x="10220851" y="3082820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4" y="594"/>
                </a:lnTo>
                <a:lnTo>
                  <a:pt x="13333" y="1188"/>
                </a:lnTo>
                <a:lnTo>
                  <a:pt x="15382" y="1786"/>
                </a:lnTo>
                <a:lnTo>
                  <a:pt x="17440" y="2387"/>
                </a:lnTo>
                <a:lnTo>
                  <a:pt x="19511" y="2992"/>
                </a:lnTo>
                <a:lnTo>
                  <a:pt x="21600" y="3600"/>
                </a:lnTo>
                <a:lnTo>
                  <a:pt x="20829" y="4349"/>
                </a:lnTo>
                <a:lnTo>
                  <a:pt x="20125" y="5033"/>
                </a:lnTo>
                <a:lnTo>
                  <a:pt x="19406" y="5731"/>
                </a:lnTo>
                <a:lnTo>
                  <a:pt x="18588" y="6527"/>
                </a:lnTo>
                <a:lnTo>
                  <a:pt x="17589" y="7499"/>
                </a:lnTo>
                <a:lnTo>
                  <a:pt x="16323" y="8730"/>
                </a:lnTo>
                <a:lnTo>
                  <a:pt x="14710" y="10300"/>
                </a:lnTo>
                <a:lnTo>
                  <a:pt x="12661" y="12290"/>
                </a:lnTo>
                <a:lnTo>
                  <a:pt x="10096" y="14785"/>
                </a:lnTo>
                <a:lnTo>
                  <a:pt x="6934" y="17860"/>
                </a:lnTo>
                <a:lnTo>
                  <a:pt x="3086" y="21600"/>
                </a:lnTo>
                <a:lnTo>
                  <a:pt x="2475" y="19462"/>
                </a:lnTo>
                <a:lnTo>
                  <a:pt x="1861" y="17316"/>
                </a:lnTo>
                <a:lnTo>
                  <a:pt x="1247" y="15163"/>
                </a:lnTo>
                <a:lnTo>
                  <a:pt x="626" y="12992"/>
                </a:lnTo>
                <a:lnTo>
                  <a:pt x="0" y="10800"/>
                </a:lnTo>
                <a:lnTo>
                  <a:pt x="2040" y="10800"/>
                </a:lnTo>
                <a:lnTo>
                  <a:pt x="4092" y="10800"/>
                </a:lnTo>
                <a:lnTo>
                  <a:pt x="6171" y="10800"/>
                </a:lnTo>
                <a:lnTo>
                  <a:pt x="7122" y="8122"/>
                </a:lnTo>
                <a:lnTo>
                  <a:pt x="7757" y="6221"/>
                </a:lnTo>
                <a:lnTo>
                  <a:pt x="8227" y="4579"/>
                </a:lnTo>
                <a:lnTo>
                  <a:pt x="8677" y="2678"/>
                </a:lnTo>
                <a:lnTo>
                  <a:pt x="9257" y="0"/>
                </a:lnTo>
                <a:close/>
              </a:path>
            </a:pathLst>
          </a:custGeom>
          <a:solidFill>
            <a:srgbClr val="7F87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6" name="contour_13234"/>
          <p:cNvSpPr/>
          <p:nvPr/>
        </p:nvSpPr>
        <p:spPr>
          <a:xfrm>
            <a:off x="5534672" y="3082820"/>
            <a:ext cx="36440" cy="44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95" y="2082"/>
                </a:lnTo>
                <a:lnTo>
                  <a:pt x="10355" y="4171"/>
                </a:lnTo>
                <a:lnTo>
                  <a:pt x="11215" y="6267"/>
                </a:lnTo>
                <a:lnTo>
                  <a:pt x="12083" y="8380"/>
                </a:lnTo>
                <a:lnTo>
                  <a:pt x="12960" y="10514"/>
                </a:lnTo>
                <a:lnTo>
                  <a:pt x="15816" y="10514"/>
                </a:lnTo>
                <a:lnTo>
                  <a:pt x="18688" y="10514"/>
                </a:lnTo>
                <a:lnTo>
                  <a:pt x="21600" y="10514"/>
                </a:lnTo>
                <a:lnTo>
                  <a:pt x="21047" y="13122"/>
                </a:lnTo>
                <a:lnTo>
                  <a:pt x="20546" y="14972"/>
                </a:lnTo>
                <a:lnTo>
                  <a:pt x="19889" y="16571"/>
                </a:lnTo>
                <a:lnTo>
                  <a:pt x="18870" y="18421"/>
                </a:lnTo>
                <a:lnTo>
                  <a:pt x="17280" y="21029"/>
                </a:lnTo>
                <a:lnTo>
                  <a:pt x="14321" y="21421"/>
                </a:lnTo>
                <a:lnTo>
                  <a:pt x="11487" y="21596"/>
                </a:lnTo>
                <a:lnTo>
                  <a:pt x="8713" y="21600"/>
                </a:lnTo>
                <a:lnTo>
                  <a:pt x="5923" y="21477"/>
                </a:lnTo>
                <a:lnTo>
                  <a:pt x="3041" y="21271"/>
                </a:lnTo>
                <a:lnTo>
                  <a:pt x="0" y="21029"/>
                </a:lnTo>
                <a:lnTo>
                  <a:pt x="950" y="18716"/>
                </a:lnTo>
                <a:lnTo>
                  <a:pt x="1901" y="16399"/>
                </a:lnTo>
                <a:lnTo>
                  <a:pt x="2856" y="14082"/>
                </a:lnTo>
                <a:lnTo>
                  <a:pt x="3810" y="11759"/>
                </a:lnTo>
                <a:lnTo>
                  <a:pt x="4765" y="9428"/>
                </a:lnTo>
                <a:lnTo>
                  <a:pt x="5728" y="7087"/>
                </a:lnTo>
                <a:lnTo>
                  <a:pt x="6692" y="4738"/>
                </a:lnTo>
                <a:lnTo>
                  <a:pt x="7664" y="2376"/>
                </a:lnTo>
                <a:lnTo>
                  <a:pt x="8640" y="0"/>
                </a:lnTo>
                <a:close/>
              </a:path>
            </a:pathLst>
          </a:custGeom>
          <a:solidFill>
            <a:srgbClr val="9A84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7" name="contour_13235"/>
          <p:cNvSpPr/>
          <p:nvPr/>
        </p:nvSpPr>
        <p:spPr>
          <a:xfrm>
            <a:off x="8588341" y="3082820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65" y="4277"/>
                </a:lnTo>
                <a:lnTo>
                  <a:pt x="20528" y="8568"/>
                </a:lnTo>
                <a:lnTo>
                  <a:pt x="19991" y="12874"/>
                </a:lnTo>
                <a:lnTo>
                  <a:pt x="19448" y="17215"/>
                </a:lnTo>
                <a:lnTo>
                  <a:pt x="18900" y="21600"/>
                </a:lnTo>
                <a:lnTo>
                  <a:pt x="17312" y="21096"/>
                </a:lnTo>
                <a:lnTo>
                  <a:pt x="15725" y="20570"/>
                </a:lnTo>
                <a:lnTo>
                  <a:pt x="14140" y="20030"/>
                </a:lnTo>
                <a:lnTo>
                  <a:pt x="12552" y="19469"/>
                </a:lnTo>
                <a:lnTo>
                  <a:pt x="10967" y="18900"/>
                </a:lnTo>
                <a:lnTo>
                  <a:pt x="9493" y="18396"/>
                </a:lnTo>
                <a:lnTo>
                  <a:pt x="8011" y="17892"/>
                </a:lnTo>
                <a:lnTo>
                  <a:pt x="6507" y="17381"/>
                </a:lnTo>
                <a:lnTo>
                  <a:pt x="5945" y="16942"/>
                </a:lnTo>
                <a:lnTo>
                  <a:pt x="4960" y="16171"/>
                </a:lnTo>
                <a:lnTo>
                  <a:pt x="2700" y="14400"/>
                </a:lnTo>
                <a:lnTo>
                  <a:pt x="2030" y="10836"/>
                </a:lnTo>
                <a:lnTo>
                  <a:pt x="1361" y="7250"/>
                </a:lnTo>
                <a:lnTo>
                  <a:pt x="683" y="3650"/>
                </a:lnTo>
                <a:lnTo>
                  <a:pt x="0" y="0"/>
                </a:lnTo>
                <a:close/>
              </a:path>
            </a:pathLst>
          </a:custGeom>
          <a:solidFill>
            <a:srgbClr val="BBCD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8" name="contour_13236"/>
          <p:cNvSpPr/>
          <p:nvPr/>
        </p:nvSpPr>
        <p:spPr>
          <a:xfrm>
            <a:off x="6788207" y="3068244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4" y="0"/>
                </a:moveTo>
                <a:lnTo>
                  <a:pt x="7061" y="302"/>
                </a:lnTo>
                <a:lnTo>
                  <a:pt x="9893" y="696"/>
                </a:lnTo>
                <a:lnTo>
                  <a:pt x="12654" y="1231"/>
                </a:lnTo>
                <a:lnTo>
                  <a:pt x="15358" y="1974"/>
                </a:lnTo>
                <a:lnTo>
                  <a:pt x="18020" y="2985"/>
                </a:lnTo>
                <a:lnTo>
                  <a:pt x="20670" y="4320"/>
                </a:lnTo>
                <a:lnTo>
                  <a:pt x="21302" y="7318"/>
                </a:lnTo>
                <a:lnTo>
                  <a:pt x="21588" y="10122"/>
                </a:lnTo>
                <a:lnTo>
                  <a:pt x="21600" y="12839"/>
                </a:lnTo>
                <a:lnTo>
                  <a:pt x="21402" y="15582"/>
                </a:lnTo>
                <a:lnTo>
                  <a:pt x="21067" y="18468"/>
                </a:lnTo>
                <a:lnTo>
                  <a:pt x="20670" y="21600"/>
                </a:lnTo>
                <a:lnTo>
                  <a:pt x="19512" y="21116"/>
                </a:lnTo>
                <a:lnTo>
                  <a:pt x="18429" y="20663"/>
                </a:lnTo>
                <a:lnTo>
                  <a:pt x="17181" y="20144"/>
                </a:lnTo>
                <a:lnTo>
                  <a:pt x="15527" y="19449"/>
                </a:lnTo>
                <a:lnTo>
                  <a:pt x="13225" y="18490"/>
                </a:lnTo>
                <a:lnTo>
                  <a:pt x="10033" y="17155"/>
                </a:lnTo>
                <a:lnTo>
                  <a:pt x="5705" y="15345"/>
                </a:lnTo>
                <a:lnTo>
                  <a:pt x="0" y="12960"/>
                </a:lnTo>
                <a:lnTo>
                  <a:pt x="819" y="10394"/>
                </a:lnTo>
                <a:lnTo>
                  <a:pt x="1641" y="7819"/>
                </a:lnTo>
                <a:lnTo>
                  <a:pt x="2464" y="5236"/>
                </a:lnTo>
                <a:lnTo>
                  <a:pt x="3295" y="2631"/>
                </a:lnTo>
                <a:lnTo>
                  <a:pt x="4134" y="0"/>
                </a:lnTo>
                <a:close/>
              </a:path>
            </a:pathLst>
          </a:custGeom>
          <a:solidFill>
            <a:srgbClr val="BECB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39" name="contour_13237"/>
          <p:cNvSpPr/>
          <p:nvPr/>
        </p:nvSpPr>
        <p:spPr>
          <a:xfrm>
            <a:off x="4732337" y="3074935"/>
            <a:ext cx="58960" cy="29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24" y="106"/>
                </a:moveTo>
                <a:lnTo>
                  <a:pt x="15366" y="153"/>
                </a:lnTo>
                <a:lnTo>
                  <a:pt x="16815" y="196"/>
                </a:lnTo>
                <a:lnTo>
                  <a:pt x="18284" y="243"/>
                </a:lnTo>
                <a:lnTo>
                  <a:pt x="19109" y="291"/>
                </a:lnTo>
                <a:lnTo>
                  <a:pt x="21600" y="434"/>
                </a:lnTo>
                <a:lnTo>
                  <a:pt x="20810" y="3953"/>
                </a:lnTo>
                <a:lnTo>
                  <a:pt x="20180" y="6535"/>
                </a:lnTo>
                <a:lnTo>
                  <a:pt x="19557" y="8620"/>
                </a:lnTo>
                <a:lnTo>
                  <a:pt x="18794" y="10647"/>
                </a:lnTo>
                <a:lnTo>
                  <a:pt x="17745" y="13065"/>
                </a:lnTo>
                <a:lnTo>
                  <a:pt x="16260" y="16308"/>
                </a:lnTo>
                <a:lnTo>
                  <a:pt x="14453" y="15927"/>
                </a:lnTo>
                <a:lnTo>
                  <a:pt x="12714" y="15372"/>
                </a:lnTo>
                <a:lnTo>
                  <a:pt x="11016" y="14652"/>
                </a:lnTo>
                <a:lnTo>
                  <a:pt x="9332" y="13790"/>
                </a:lnTo>
                <a:lnTo>
                  <a:pt x="7636" y="12800"/>
                </a:lnTo>
                <a:lnTo>
                  <a:pt x="5903" y="11694"/>
                </a:lnTo>
                <a:lnTo>
                  <a:pt x="4419" y="11361"/>
                </a:lnTo>
                <a:lnTo>
                  <a:pt x="2910" y="11017"/>
                </a:lnTo>
                <a:lnTo>
                  <a:pt x="1890" y="14054"/>
                </a:lnTo>
                <a:lnTo>
                  <a:pt x="1271" y="16166"/>
                </a:lnTo>
                <a:lnTo>
                  <a:pt x="804" y="18351"/>
                </a:lnTo>
                <a:lnTo>
                  <a:pt x="240" y="21600"/>
                </a:lnTo>
                <a:lnTo>
                  <a:pt x="80" y="17822"/>
                </a:lnTo>
                <a:lnTo>
                  <a:pt x="0" y="15107"/>
                </a:lnTo>
                <a:lnTo>
                  <a:pt x="0" y="12694"/>
                </a:lnTo>
                <a:lnTo>
                  <a:pt x="80" y="9821"/>
                </a:lnTo>
                <a:lnTo>
                  <a:pt x="240" y="5725"/>
                </a:lnTo>
                <a:lnTo>
                  <a:pt x="1858" y="3667"/>
                </a:lnTo>
                <a:lnTo>
                  <a:pt x="3474" y="2164"/>
                </a:lnTo>
                <a:lnTo>
                  <a:pt x="5097" y="1127"/>
                </a:lnTo>
                <a:lnTo>
                  <a:pt x="6750" y="471"/>
                </a:lnTo>
                <a:lnTo>
                  <a:pt x="8440" y="127"/>
                </a:lnTo>
                <a:lnTo>
                  <a:pt x="10191" y="0"/>
                </a:lnTo>
                <a:lnTo>
                  <a:pt x="12012" y="21"/>
                </a:lnTo>
                <a:lnTo>
                  <a:pt x="13924" y="106"/>
                </a:lnTo>
                <a:close/>
              </a:path>
            </a:pathLst>
          </a:custGeom>
          <a:solidFill>
            <a:srgbClr val="4443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0" name="contour_13238"/>
          <p:cNvSpPr/>
          <p:nvPr/>
        </p:nvSpPr>
        <p:spPr>
          <a:xfrm>
            <a:off x="7517006" y="3052954"/>
            <a:ext cx="51016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7" y="0"/>
                </a:moveTo>
                <a:lnTo>
                  <a:pt x="9121" y="63"/>
                </a:lnTo>
                <a:lnTo>
                  <a:pt x="10819" y="127"/>
                </a:lnTo>
                <a:lnTo>
                  <a:pt x="12534" y="184"/>
                </a:lnTo>
                <a:lnTo>
                  <a:pt x="14228" y="232"/>
                </a:lnTo>
                <a:lnTo>
                  <a:pt x="15932" y="279"/>
                </a:lnTo>
                <a:lnTo>
                  <a:pt x="17656" y="327"/>
                </a:lnTo>
                <a:lnTo>
                  <a:pt x="19616" y="422"/>
                </a:lnTo>
                <a:lnTo>
                  <a:pt x="21600" y="517"/>
                </a:lnTo>
                <a:lnTo>
                  <a:pt x="21236" y="4037"/>
                </a:lnTo>
                <a:lnTo>
                  <a:pt x="20850" y="7553"/>
                </a:lnTo>
                <a:lnTo>
                  <a:pt x="20443" y="11058"/>
                </a:lnTo>
                <a:lnTo>
                  <a:pt x="20119" y="13999"/>
                </a:lnTo>
                <a:lnTo>
                  <a:pt x="19792" y="16988"/>
                </a:lnTo>
                <a:lnTo>
                  <a:pt x="19159" y="19276"/>
                </a:lnTo>
                <a:lnTo>
                  <a:pt x="18514" y="21600"/>
                </a:lnTo>
                <a:lnTo>
                  <a:pt x="16475" y="21600"/>
                </a:lnTo>
                <a:lnTo>
                  <a:pt x="14423" y="21600"/>
                </a:lnTo>
                <a:lnTo>
                  <a:pt x="12343" y="21600"/>
                </a:lnTo>
                <a:lnTo>
                  <a:pt x="12343" y="18121"/>
                </a:lnTo>
                <a:lnTo>
                  <a:pt x="12343" y="14611"/>
                </a:lnTo>
                <a:lnTo>
                  <a:pt x="12343" y="11058"/>
                </a:lnTo>
                <a:lnTo>
                  <a:pt x="10316" y="9482"/>
                </a:lnTo>
                <a:lnTo>
                  <a:pt x="8714" y="8628"/>
                </a:lnTo>
                <a:lnTo>
                  <a:pt x="6171" y="7764"/>
                </a:lnTo>
                <a:lnTo>
                  <a:pt x="4450" y="7174"/>
                </a:lnTo>
                <a:lnTo>
                  <a:pt x="2700" y="6567"/>
                </a:lnTo>
                <a:lnTo>
                  <a:pt x="1361" y="6183"/>
                </a:lnTo>
                <a:lnTo>
                  <a:pt x="0" y="5787"/>
                </a:lnTo>
                <a:lnTo>
                  <a:pt x="1851" y="2736"/>
                </a:lnTo>
                <a:lnTo>
                  <a:pt x="3243" y="1112"/>
                </a:lnTo>
                <a:lnTo>
                  <a:pt x="4872" y="385"/>
                </a:lnTo>
                <a:lnTo>
                  <a:pt x="7437" y="0"/>
                </a:lnTo>
                <a:close/>
              </a:path>
            </a:pathLst>
          </a:custGeom>
          <a:solidFill>
            <a:srgbClr val="2F2F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1" name="contour_13239"/>
          <p:cNvSpPr/>
          <p:nvPr/>
        </p:nvSpPr>
        <p:spPr>
          <a:xfrm>
            <a:off x="9849163" y="3024516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1215"/>
                </a:lnTo>
                <a:lnTo>
                  <a:pt x="3888" y="2430"/>
                </a:lnTo>
                <a:lnTo>
                  <a:pt x="5836" y="3648"/>
                </a:lnTo>
                <a:lnTo>
                  <a:pt x="7787" y="4865"/>
                </a:lnTo>
                <a:lnTo>
                  <a:pt x="9742" y="6088"/>
                </a:lnTo>
                <a:lnTo>
                  <a:pt x="11700" y="7312"/>
                </a:lnTo>
                <a:lnTo>
                  <a:pt x="13662" y="8540"/>
                </a:lnTo>
                <a:lnTo>
                  <a:pt x="15635" y="9771"/>
                </a:lnTo>
                <a:lnTo>
                  <a:pt x="17615" y="11008"/>
                </a:lnTo>
                <a:lnTo>
                  <a:pt x="19602" y="12253"/>
                </a:lnTo>
                <a:lnTo>
                  <a:pt x="21600" y="13500"/>
                </a:lnTo>
                <a:lnTo>
                  <a:pt x="20819" y="13792"/>
                </a:lnTo>
                <a:lnTo>
                  <a:pt x="19811" y="14172"/>
                </a:lnTo>
                <a:lnTo>
                  <a:pt x="17896" y="14890"/>
                </a:lnTo>
                <a:lnTo>
                  <a:pt x="14400" y="16200"/>
                </a:lnTo>
                <a:lnTo>
                  <a:pt x="13079" y="17898"/>
                </a:lnTo>
                <a:lnTo>
                  <a:pt x="12262" y="19024"/>
                </a:lnTo>
                <a:lnTo>
                  <a:pt x="11617" y="20091"/>
                </a:lnTo>
                <a:lnTo>
                  <a:pt x="10800" y="21600"/>
                </a:lnTo>
                <a:lnTo>
                  <a:pt x="10354" y="20261"/>
                </a:lnTo>
                <a:lnTo>
                  <a:pt x="9907" y="18916"/>
                </a:lnTo>
                <a:lnTo>
                  <a:pt x="9450" y="17550"/>
                </a:lnTo>
                <a:lnTo>
                  <a:pt x="9119" y="16953"/>
                </a:lnTo>
                <a:lnTo>
                  <a:pt x="8536" y="15903"/>
                </a:lnTo>
                <a:lnTo>
                  <a:pt x="7200" y="13500"/>
                </a:lnTo>
                <a:lnTo>
                  <a:pt x="4820" y="13500"/>
                </a:lnTo>
                <a:lnTo>
                  <a:pt x="2426" y="13500"/>
                </a:lnTo>
                <a:lnTo>
                  <a:pt x="0" y="13500"/>
                </a:lnTo>
                <a:lnTo>
                  <a:pt x="0" y="11591"/>
                </a:lnTo>
                <a:lnTo>
                  <a:pt x="0" y="9679"/>
                </a:lnTo>
                <a:lnTo>
                  <a:pt x="0" y="7762"/>
                </a:lnTo>
                <a:lnTo>
                  <a:pt x="0" y="5837"/>
                </a:lnTo>
                <a:lnTo>
                  <a:pt x="0" y="3904"/>
                </a:lnTo>
                <a:lnTo>
                  <a:pt x="0" y="1960"/>
                </a:lnTo>
                <a:lnTo>
                  <a:pt x="0" y="0"/>
                </a:lnTo>
                <a:close/>
              </a:path>
            </a:pathLst>
          </a:custGeom>
          <a:solidFill>
            <a:srgbClr val="C7D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2" name="contour_13240"/>
          <p:cNvSpPr/>
          <p:nvPr/>
        </p:nvSpPr>
        <p:spPr>
          <a:xfrm>
            <a:off x="4222834" y="3022381"/>
            <a:ext cx="65592" cy="260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73"/>
                </a:moveTo>
                <a:lnTo>
                  <a:pt x="1620" y="1495"/>
                </a:lnTo>
                <a:lnTo>
                  <a:pt x="3238" y="1247"/>
                </a:lnTo>
                <a:lnTo>
                  <a:pt x="4858" y="1023"/>
                </a:lnTo>
                <a:lnTo>
                  <a:pt x="6480" y="823"/>
                </a:lnTo>
                <a:lnTo>
                  <a:pt x="8100" y="635"/>
                </a:lnTo>
                <a:lnTo>
                  <a:pt x="9605" y="430"/>
                </a:lnTo>
                <a:lnTo>
                  <a:pt x="11119" y="218"/>
                </a:lnTo>
                <a:lnTo>
                  <a:pt x="12655" y="0"/>
                </a:lnTo>
                <a:lnTo>
                  <a:pt x="14702" y="938"/>
                </a:lnTo>
                <a:lnTo>
                  <a:pt x="16092" y="1973"/>
                </a:lnTo>
                <a:lnTo>
                  <a:pt x="17172" y="3637"/>
                </a:lnTo>
                <a:lnTo>
                  <a:pt x="18274" y="6446"/>
                </a:lnTo>
                <a:lnTo>
                  <a:pt x="19745" y="10924"/>
                </a:lnTo>
                <a:lnTo>
                  <a:pt x="20357" y="13902"/>
                </a:lnTo>
                <a:lnTo>
                  <a:pt x="20974" y="16891"/>
                </a:lnTo>
                <a:lnTo>
                  <a:pt x="21600" y="19930"/>
                </a:lnTo>
                <a:lnTo>
                  <a:pt x="20023" y="20166"/>
                </a:lnTo>
                <a:lnTo>
                  <a:pt x="18449" y="20377"/>
                </a:lnTo>
                <a:lnTo>
                  <a:pt x="16874" y="20571"/>
                </a:lnTo>
                <a:lnTo>
                  <a:pt x="15300" y="20753"/>
                </a:lnTo>
                <a:lnTo>
                  <a:pt x="13726" y="20916"/>
                </a:lnTo>
                <a:lnTo>
                  <a:pt x="12149" y="21067"/>
                </a:lnTo>
                <a:lnTo>
                  <a:pt x="11474" y="21182"/>
                </a:lnTo>
                <a:lnTo>
                  <a:pt x="9437" y="21527"/>
                </a:lnTo>
                <a:lnTo>
                  <a:pt x="8131" y="21600"/>
                </a:lnTo>
                <a:lnTo>
                  <a:pt x="7114" y="21552"/>
                </a:lnTo>
                <a:lnTo>
                  <a:pt x="6043" y="21309"/>
                </a:lnTo>
                <a:lnTo>
                  <a:pt x="4584" y="20795"/>
                </a:lnTo>
                <a:lnTo>
                  <a:pt x="2400" y="19930"/>
                </a:lnTo>
                <a:lnTo>
                  <a:pt x="1512" y="15391"/>
                </a:lnTo>
                <a:lnTo>
                  <a:pt x="943" y="12177"/>
                </a:lnTo>
                <a:lnTo>
                  <a:pt x="578" y="9417"/>
                </a:lnTo>
                <a:lnTo>
                  <a:pt x="302" y="6240"/>
                </a:lnTo>
                <a:lnTo>
                  <a:pt x="0" y="1773"/>
                </a:lnTo>
                <a:close/>
              </a:path>
            </a:pathLst>
          </a:custGeom>
          <a:solidFill>
            <a:srgbClr val="2927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3" name="contour_13241"/>
          <p:cNvSpPr/>
          <p:nvPr/>
        </p:nvSpPr>
        <p:spPr>
          <a:xfrm>
            <a:off x="8573765" y="298807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555"/>
                </a:lnTo>
                <a:lnTo>
                  <a:pt x="3888" y="1111"/>
                </a:lnTo>
                <a:lnTo>
                  <a:pt x="5835" y="1666"/>
                </a:lnTo>
                <a:lnTo>
                  <a:pt x="7785" y="2225"/>
                </a:lnTo>
                <a:lnTo>
                  <a:pt x="9742" y="2783"/>
                </a:lnTo>
                <a:lnTo>
                  <a:pt x="11698" y="3342"/>
                </a:lnTo>
                <a:lnTo>
                  <a:pt x="13664" y="3903"/>
                </a:lnTo>
                <a:lnTo>
                  <a:pt x="15635" y="4468"/>
                </a:lnTo>
                <a:lnTo>
                  <a:pt x="17613" y="5033"/>
                </a:lnTo>
                <a:lnTo>
                  <a:pt x="19604" y="5601"/>
                </a:lnTo>
                <a:lnTo>
                  <a:pt x="21600" y="6171"/>
                </a:lnTo>
                <a:lnTo>
                  <a:pt x="19560" y="6424"/>
                </a:lnTo>
                <a:lnTo>
                  <a:pt x="17508" y="6684"/>
                </a:lnTo>
                <a:lnTo>
                  <a:pt x="15429" y="6943"/>
                </a:lnTo>
                <a:lnTo>
                  <a:pt x="12920" y="7566"/>
                </a:lnTo>
                <a:lnTo>
                  <a:pt x="11318" y="8168"/>
                </a:lnTo>
                <a:lnTo>
                  <a:pt x="9257" y="9257"/>
                </a:lnTo>
                <a:lnTo>
                  <a:pt x="8785" y="11399"/>
                </a:lnTo>
                <a:lnTo>
                  <a:pt x="8572" y="13401"/>
                </a:lnTo>
                <a:lnTo>
                  <a:pt x="8563" y="15342"/>
                </a:lnTo>
                <a:lnTo>
                  <a:pt x="8711" y="17302"/>
                </a:lnTo>
                <a:lnTo>
                  <a:pt x="8961" y="19363"/>
                </a:lnTo>
                <a:lnTo>
                  <a:pt x="9257" y="21600"/>
                </a:lnTo>
                <a:lnTo>
                  <a:pt x="7730" y="20835"/>
                </a:lnTo>
                <a:lnTo>
                  <a:pt x="6193" y="20069"/>
                </a:lnTo>
                <a:lnTo>
                  <a:pt x="4650" y="19295"/>
                </a:lnTo>
                <a:lnTo>
                  <a:pt x="3086" y="18514"/>
                </a:lnTo>
                <a:lnTo>
                  <a:pt x="3851" y="16987"/>
                </a:lnTo>
                <a:lnTo>
                  <a:pt x="4616" y="15450"/>
                </a:lnTo>
                <a:lnTo>
                  <a:pt x="5391" y="13907"/>
                </a:lnTo>
                <a:lnTo>
                  <a:pt x="6171" y="12343"/>
                </a:lnTo>
                <a:lnTo>
                  <a:pt x="4132" y="12343"/>
                </a:lnTo>
                <a:lnTo>
                  <a:pt x="2080" y="12343"/>
                </a:lnTo>
                <a:lnTo>
                  <a:pt x="0" y="12343"/>
                </a:lnTo>
                <a:lnTo>
                  <a:pt x="0" y="10306"/>
                </a:lnTo>
                <a:lnTo>
                  <a:pt x="0" y="8267"/>
                </a:lnTo>
                <a:lnTo>
                  <a:pt x="0" y="6218"/>
                </a:lnTo>
                <a:lnTo>
                  <a:pt x="0" y="4160"/>
                </a:lnTo>
                <a:lnTo>
                  <a:pt x="0" y="2089"/>
                </a:lnTo>
                <a:lnTo>
                  <a:pt x="0" y="0"/>
                </a:lnTo>
                <a:close/>
              </a:path>
            </a:pathLst>
          </a:custGeom>
          <a:solidFill>
            <a:srgbClr val="C8D2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4" name="contour_13242"/>
          <p:cNvSpPr/>
          <p:nvPr/>
        </p:nvSpPr>
        <p:spPr>
          <a:xfrm>
            <a:off x="4878753" y="2958925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297" y="2232"/>
                </a:lnTo>
                <a:lnTo>
                  <a:pt x="17198" y="4266"/>
                </a:lnTo>
                <a:lnTo>
                  <a:pt x="18701" y="6206"/>
                </a:lnTo>
                <a:lnTo>
                  <a:pt x="19846" y="8150"/>
                </a:lnTo>
                <a:lnTo>
                  <a:pt x="20671" y="10202"/>
                </a:lnTo>
                <a:lnTo>
                  <a:pt x="21211" y="12460"/>
                </a:lnTo>
                <a:lnTo>
                  <a:pt x="21509" y="15026"/>
                </a:lnTo>
                <a:lnTo>
                  <a:pt x="21600" y="18000"/>
                </a:lnTo>
                <a:lnTo>
                  <a:pt x="18809" y="18961"/>
                </a:lnTo>
                <a:lnTo>
                  <a:pt x="16001" y="19696"/>
                </a:lnTo>
                <a:lnTo>
                  <a:pt x="13159" y="20264"/>
                </a:lnTo>
                <a:lnTo>
                  <a:pt x="10269" y="20732"/>
                </a:lnTo>
                <a:lnTo>
                  <a:pt x="7327" y="21157"/>
                </a:lnTo>
                <a:lnTo>
                  <a:pt x="4320" y="21600"/>
                </a:lnTo>
                <a:lnTo>
                  <a:pt x="3784" y="19372"/>
                </a:lnTo>
                <a:lnTo>
                  <a:pt x="3249" y="17143"/>
                </a:lnTo>
                <a:lnTo>
                  <a:pt x="2713" y="14908"/>
                </a:lnTo>
                <a:lnTo>
                  <a:pt x="2177" y="12668"/>
                </a:lnTo>
                <a:lnTo>
                  <a:pt x="1637" y="10418"/>
                </a:lnTo>
                <a:lnTo>
                  <a:pt x="1093" y="8158"/>
                </a:lnTo>
                <a:lnTo>
                  <a:pt x="549" y="5886"/>
                </a:lnTo>
                <a:lnTo>
                  <a:pt x="0" y="3600"/>
                </a:lnTo>
                <a:lnTo>
                  <a:pt x="2955" y="2383"/>
                </a:lnTo>
                <a:lnTo>
                  <a:pt x="5106" y="1588"/>
                </a:lnTo>
                <a:lnTo>
                  <a:pt x="7076" y="1040"/>
                </a:lnTo>
                <a:lnTo>
                  <a:pt x="9487" y="569"/>
                </a:lnTo>
                <a:lnTo>
                  <a:pt x="12960" y="0"/>
                </a:lnTo>
                <a:close/>
              </a:path>
            </a:pathLst>
          </a:custGeom>
          <a:solidFill>
            <a:srgbClr val="454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5" name="contour_13243"/>
          <p:cNvSpPr/>
          <p:nvPr/>
        </p:nvSpPr>
        <p:spPr>
          <a:xfrm>
            <a:off x="11474385" y="2946987"/>
            <a:ext cx="72880" cy="338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628"/>
                </a:moveTo>
                <a:lnTo>
                  <a:pt x="21116" y="10292"/>
                </a:lnTo>
                <a:lnTo>
                  <a:pt x="20730" y="12151"/>
                </a:lnTo>
                <a:lnTo>
                  <a:pt x="20237" y="14074"/>
                </a:lnTo>
                <a:lnTo>
                  <a:pt x="19440" y="16943"/>
                </a:lnTo>
                <a:lnTo>
                  <a:pt x="18187" y="18075"/>
                </a:lnTo>
                <a:lnTo>
                  <a:pt x="17308" y="18754"/>
                </a:lnTo>
                <a:lnTo>
                  <a:pt x="16379" y="19257"/>
                </a:lnTo>
                <a:lnTo>
                  <a:pt x="14986" y="19854"/>
                </a:lnTo>
                <a:lnTo>
                  <a:pt x="13604" y="20431"/>
                </a:lnTo>
                <a:lnTo>
                  <a:pt x="12210" y="21013"/>
                </a:lnTo>
                <a:lnTo>
                  <a:pt x="10800" y="21600"/>
                </a:lnTo>
                <a:lnTo>
                  <a:pt x="10800" y="18834"/>
                </a:lnTo>
                <a:lnTo>
                  <a:pt x="10800" y="16058"/>
                </a:lnTo>
                <a:lnTo>
                  <a:pt x="10800" y="13273"/>
                </a:lnTo>
                <a:lnTo>
                  <a:pt x="10800" y="10465"/>
                </a:lnTo>
                <a:lnTo>
                  <a:pt x="10800" y="7628"/>
                </a:lnTo>
                <a:lnTo>
                  <a:pt x="9273" y="7628"/>
                </a:lnTo>
                <a:lnTo>
                  <a:pt x="7744" y="7628"/>
                </a:lnTo>
                <a:lnTo>
                  <a:pt x="6210" y="7628"/>
                </a:lnTo>
                <a:lnTo>
                  <a:pt x="4670" y="7628"/>
                </a:lnTo>
                <a:lnTo>
                  <a:pt x="3123" y="7628"/>
                </a:lnTo>
                <a:lnTo>
                  <a:pt x="1568" y="7628"/>
                </a:lnTo>
                <a:lnTo>
                  <a:pt x="0" y="7628"/>
                </a:lnTo>
                <a:lnTo>
                  <a:pt x="1685" y="5281"/>
                </a:lnTo>
                <a:lnTo>
                  <a:pt x="3283" y="3400"/>
                </a:lnTo>
                <a:lnTo>
                  <a:pt x="4815" y="1961"/>
                </a:lnTo>
                <a:lnTo>
                  <a:pt x="6292" y="927"/>
                </a:lnTo>
                <a:lnTo>
                  <a:pt x="7733" y="284"/>
                </a:lnTo>
                <a:lnTo>
                  <a:pt x="9152" y="0"/>
                </a:lnTo>
                <a:lnTo>
                  <a:pt x="10562" y="51"/>
                </a:lnTo>
                <a:lnTo>
                  <a:pt x="11986" y="410"/>
                </a:lnTo>
                <a:lnTo>
                  <a:pt x="13433" y="1057"/>
                </a:lnTo>
                <a:lnTo>
                  <a:pt x="14921" y="1956"/>
                </a:lnTo>
                <a:lnTo>
                  <a:pt x="16466" y="3092"/>
                </a:lnTo>
                <a:lnTo>
                  <a:pt x="18084" y="4434"/>
                </a:lnTo>
                <a:lnTo>
                  <a:pt x="19790" y="5952"/>
                </a:lnTo>
                <a:lnTo>
                  <a:pt x="21600" y="7628"/>
                </a:lnTo>
                <a:close/>
              </a:path>
            </a:pathLst>
          </a:custGeom>
          <a:solidFill>
            <a:srgbClr val="D6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6" name="contour_13244"/>
          <p:cNvSpPr/>
          <p:nvPr/>
        </p:nvSpPr>
        <p:spPr>
          <a:xfrm>
            <a:off x="9994923" y="295163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DD7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7" name="contour_13245"/>
          <p:cNvSpPr/>
          <p:nvPr/>
        </p:nvSpPr>
        <p:spPr>
          <a:xfrm>
            <a:off x="7772086" y="295892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605" y="364"/>
                </a:lnTo>
                <a:lnTo>
                  <a:pt x="12006" y="750"/>
                </a:lnTo>
                <a:lnTo>
                  <a:pt x="14400" y="1157"/>
                </a:lnTo>
                <a:lnTo>
                  <a:pt x="16409" y="1481"/>
                </a:lnTo>
                <a:lnTo>
                  <a:pt x="18450" y="1808"/>
                </a:lnTo>
                <a:lnTo>
                  <a:pt x="20016" y="2441"/>
                </a:lnTo>
                <a:lnTo>
                  <a:pt x="21600" y="3086"/>
                </a:lnTo>
                <a:lnTo>
                  <a:pt x="21600" y="5125"/>
                </a:lnTo>
                <a:lnTo>
                  <a:pt x="21600" y="7177"/>
                </a:lnTo>
                <a:lnTo>
                  <a:pt x="21600" y="9257"/>
                </a:lnTo>
                <a:lnTo>
                  <a:pt x="19440" y="9874"/>
                </a:lnTo>
                <a:lnTo>
                  <a:pt x="17280" y="10491"/>
                </a:lnTo>
                <a:lnTo>
                  <a:pt x="15120" y="11109"/>
                </a:lnTo>
                <a:lnTo>
                  <a:pt x="12960" y="11726"/>
                </a:lnTo>
                <a:lnTo>
                  <a:pt x="10800" y="12343"/>
                </a:lnTo>
                <a:lnTo>
                  <a:pt x="8860" y="13793"/>
                </a:lnTo>
                <a:lnTo>
                  <a:pt x="7013" y="15280"/>
                </a:lnTo>
                <a:lnTo>
                  <a:pt x="5227" y="16805"/>
                </a:lnTo>
                <a:lnTo>
                  <a:pt x="3478" y="18366"/>
                </a:lnTo>
                <a:lnTo>
                  <a:pt x="1746" y="19965"/>
                </a:lnTo>
                <a:lnTo>
                  <a:pt x="0" y="21600"/>
                </a:lnTo>
                <a:lnTo>
                  <a:pt x="569" y="19604"/>
                </a:lnTo>
                <a:lnTo>
                  <a:pt x="1145" y="17619"/>
                </a:lnTo>
                <a:lnTo>
                  <a:pt x="1735" y="15638"/>
                </a:lnTo>
                <a:lnTo>
                  <a:pt x="2340" y="13670"/>
                </a:lnTo>
                <a:lnTo>
                  <a:pt x="2963" y="11704"/>
                </a:lnTo>
                <a:lnTo>
                  <a:pt x="3607" y="9745"/>
                </a:lnTo>
                <a:lnTo>
                  <a:pt x="4270" y="7791"/>
                </a:lnTo>
                <a:lnTo>
                  <a:pt x="4961" y="5838"/>
                </a:lnTo>
                <a:lnTo>
                  <a:pt x="5677" y="3891"/>
                </a:lnTo>
                <a:lnTo>
                  <a:pt x="6422" y="1944"/>
                </a:lnTo>
                <a:lnTo>
                  <a:pt x="7200" y="0"/>
                </a:lnTo>
                <a:close/>
              </a:path>
            </a:pathLst>
          </a:custGeom>
          <a:solidFill>
            <a:srgbClr val="DA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8" name="contour_13246"/>
          <p:cNvSpPr/>
          <p:nvPr/>
        </p:nvSpPr>
        <p:spPr>
          <a:xfrm>
            <a:off x="6948543" y="294434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267" y="616"/>
                </a:lnTo>
                <a:lnTo>
                  <a:pt x="16546" y="1199"/>
                </a:lnTo>
                <a:lnTo>
                  <a:pt x="18657" y="2081"/>
                </a:lnTo>
                <a:lnTo>
                  <a:pt x="21600" y="3600"/>
                </a:lnTo>
                <a:lnTo>
                  <a:pt x="21497" y="6156"/>
                </a:lnTo>
                <a:lnTo>
                  <a:pt x="21254" y="7970"/>
                </a:lnTo>
                <a:lnTo>
                  <a:pt x="20677" y="9904"/>
                </a:lnTo>
                <a:lnTo>
                  <a:pt x="19575" y="12823"/>
                </a:lnTo>
                <a:lnTo>
                  <a:pt x="18673" y="15289"/>
                </a:lnTo>
                <a:lnTo>
                  <a:pt x="17761" y="17788"/>
                </a:lnTo>
                <a:lnTo>
                  <a:pt x="16988" y="19681"/>
                </a:lnTo>
                <a:lnTo>
                  <a:pt x="16200" y="21600"/>
                </a:lnTo>
                <a:lnTo>
                  <a:pt x="12992" y="20887"/>
                </a:lnTo>
                <a:lnTo>
                  <a:pt x="9774" y="20171"/>
                </a:lnTo>
                <a:lnTo>
                  <a:pt x="6545" y="19454"/>
                </a:lnTo>
                <a:lnTo>
                  <a:pt x="3289" y="18731"/>
                </a:lnTo>
                <a:lnTo>
                  <a:pt x="0" y="18000"/>
                </a:lnTo>
                <a:lnTo>
                  <a:pt x="1571" y="13388"/>
                </a:lnTo>
                <a:lnTo>
                  <a:pt x="2824" y="9871"/>
                </a:lnTo>
                <a:lnTo>
                  <a:pt x="3893" y="7243"/>
                </a:lnTo>
                <a:lnTo>
                  <a:pt x="4892" y="5288"/>
                </a:lnTo>
                <a:lnTo>
                  <a:pt x="5962" y="3798"/>
                </a:lnTo>
                <a:lnTo>
                  <a:pt x="7214" y="2560"/>
                </a:lnTo>
                <a:lnTo>
                  <a:pt x="8786" y="1364"/>
                </a:lnTo>
                <a:lnTo>
                  <a:pt x="10800" y="0"/>
                </a:lnTo>
                <a:close/>
              </a:path>
            </a:pathLst>
          </a:custGeom>
          <a:solidFill>
            <a:srgbClr val="CFD7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49" name="contour_13247"/>
          <p:cNvSpPr/>
          <p:nvPr/>
        </p:nvSpPr>
        <p:spPr>
          <a:xfrm>
            <a:off x="5571112" y="2923636"/>
            <a:ext cx="51016" cy="28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34"/>
                </a:moveTo>
                <a:lnTo>
                  <a:pt x="21600" y="8450"/>
                </a:lnTo>
                <a:lnTo>
                  <a:pt x="21600" y="12189"/>
                </a:lnTo>
                <a:lnTo>
                  <a:pt x="21600" y="15978"/>
                </a:lnTo>
                <a:lnTo>
                  <a:pt x="19563" y="16596"/>
                </a:lnTo>
                <a:lnTo>
                  <a:pt x="17524" y="17215"/>
                </a:lnTo>
                <a:lnTo>
                  <a:pt x="15484" y="17833"/>
                </a:lnTo>
                <a:lnTo>
                  <a:pt x="13438" y="18457"/>
                </a:lnTo>
                <a:lnTo>
                  <a:pt x="11386" y="19081"/>
                </a:lnTo>
                <a:lnTo>
                  <a:pt x="9325" y="19705"/>
                </a:lnTo>
                <a:lnTo>
                  <a:pt x="7258" y="20335"/>
                </a:lnTo>
                <a:lnTo>
                  <a:pt x="5178" y="20965"/>
                </a:lnTo>
                <a:lnTo>
                  <a:pt x="3086" y="21600"/>
                </a:lnTo>
                <a:lnTo>
                  <a:pt x="2475" y="18260"/>
                </a:lnTo>
                <a:lnTo>
                  <a:pt x="1861" y="14910"/>
                </a:lnTo>
                <a:lnTo>
                  <a:pt x="1247" y="11548"/>
                </a:lnTo>
                <a:lnTo>
                  <a:pt x="626" y="8158"/>
                </a:lnTo>
                <a:lnTo>
                  <a:pt x="0" y="4734"/>
                </a:lnTo>
                <a:lnTo>
                  <a:pt x="2410" y="2912"/>
                </a:lnTo>
                <a:lnTo>
                  <a:pt x="4656" y="1546"/>
                </a:lnTo>
                <a:lnTo>
                  <a:pt x="6776" y="618"/>
                </a:lnTo>
                <a:lnTo>
                  <a:pt x="8813" y="107"/>
                </a:lnTo>
                <a:lnTo>
                  <a:pt x="10806" y="0"/>
                </a:lnTo>
                <a:lnTo>
                  <a:pt x="12800" y="264"/>
                </a:lnTo>
                <a:lnTo>
                  <a:pt x="14833" y="894"/>
                </a:lnTo>
                <a:lnTo>
                  <a:pt x="16950" y="1861"/>
                </a:lnTo>
                <a:lnTo>
                  <a:pt x="19193" y="3148"/>
                </a:lnTo>
                <a:lnTo>
                  <a:pt x="21600" y="4734"/>
                </a:lnTo>
                <a:close/>
              </a:path>
            </a:pathLst>
          </a:custGeom>
          <a:solidFill>
            <a:srgbClr val="A997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0" name="contour_13248"/>
          <p:cNvSpPr/>
          <p:nvPr/>
        </p:nvSpPr>
        <p:spPr>
          <a:xfrm>
            <a:off x="4913757" y="2915197"/>
            <a:ext cx="3228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64" y="0"/>
                </a:moveTo>
                <a:lnTo>
                  <a:pt x="20913" y="2621"/>
                </a:lnTo>
                <a:lnTo>
                  <a:pt x="21278" y="5202"/>
                </a:lnTo>
                <a:lnTo>
                  <a:pt x="21517" y="7751"/>
                </a:lnTo>
                <a:lnTo>
                  <a:pt x="21600" y="10292"/>
                </a:lnTo>
                <a:lnTo>
                  <a:pt x="21473" y="12838"/>
                </a:lnTo>
                <a:lnTo>
                  <a:pt x="21112" y="15401"/>
                </a:lnTo>
                <a:lnTo>
                  <a:pt x="20464" y="18000"/>
                </a:lnTo>
                <a:lnTo>
                  <a:pt x="17363" y="19242"/>
                </a:lnTo>
                <a:lnTo>
                  <a:pt x="14252" y="20146"/>
                </a:lnTo>
                <a:lnTo>
                  <a:pt x="11093" y="20772"/>
                </a:lnTo>
                <a:lnTo>
                  <a:pt x="7850" y="21186"/>
                </a:lnTo>
                <a:lnTo>
                  <a:pt x="4486" y="21442"/>
                </a:lnTo>
                <a:lnTo>
                  <a:pt x="961" y="21600"/>
                </a:lnTo>
                <a:lnTo>
                  <a:pt x="429" y="17597"/>
                </a:lnTo>
                <a:lnTo>
                  <a:pt x="107" y="14767"/>
                </a:lnTo>
                <a:lnTo>
                  <a:pt x="0" y="12712"/>
                </a:lnTo>
                <a:lnTo>
                  <a:pt x="107" y="11034"/>
                </a:lnTo>
                <a:lnTo>
                  <a:pt x="429" y="9328"/>
                </a:lnTo>
                <a:lnTo>
                  <a:pt x="961" y="7200"/>
                </a:lnTo>
                <a:lnTo>
                  <a:pt x="5139" y="4532"/>
                </a:lnTo>
                <a:lnTo>
                  <a:pt x="8279" y="2624"/>
                </a:lnTo>
                <a:lnTo>
                  <a:pt x="10737" y="1343"/>
                </a:lnTo>
                <a:lnTo>
                  <a:pt x="12838" y="565"/>
                </a:lnTo>
                <a:lnTo>
                  <a:pt x="14935" y="169"/>
                </a:lnTo>
                <a:lnTo>
                  <a:pt x="17363" y="22"/>
                </a:lnTo>
                <a:lnTo>
                  <a:pt x="20464" y="0"/>
                </a:lnTo>
                <a:close/>
              </a:path>
            </a:pathLst>
          </a:custGeom>
          <a:solidFill>
            <a:srgbClr val="3937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1" name="contour_13249"/>
          <p:cNvSpPr/>
          <p:nvPr/>
        </p:nvSpPr>
        <p:spPr>
          <a:xfrm>
            <a:off x="4784009" y="2900621"/>
            <a:ext cx="3579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95" y="0"/>
                </a:moveTo>
                <a:lnTo>
                  <a:pt x="16098" y="3175"/>
                </a:lnTo>
                <a:lnTo>
                  <a:pt x="18270" y="5597"/>
                </a:lnTo>
                <a:lnTo>
                  <a:pt x="19810" y="7411"/>
                </a:lnTo>
                <a:lnTo>
                  <a:pt x="20817" y="8770"/>
                </a:lnTo>
                <a:lnTo>
                  <a:pt x="21380" y="9814"/>
                </a:lnTo>
                <a:lnTo>
                  <a:pt x="21600" y="10694"/>
                </a:lnTo>
                <a:lnTo>
                  <a:pt x="21569" y="11558"/>
                </a:lnTo>
                <a:lnTo>
                  <a:pt x="21389" y="12552"/>
                </a:lnTo>
                <a:lnTo>
                  <a:pt x="20188" y="13692"/>
                </a:lnTo>
                <a:lnTo>
                  <a:pt x="18965" y="14851"/>
                </a:lnTo>
                <a:lnTo>
                  <a:pt x="17853" y="16018"/>
                </a:lnTo>
                <a:lnTo>
                  <a:pt x="16718" y="17203"/>
                </a:lnTo>
                <a:lnTo>
                  <a:pt x="15174" y="18055"/>
                </a:lnTo>
                <a:lnTo>
                  <a:pt x="13749" y="18698"/>
                </a:lnTo>
                <a:lnTo>
                  <a:pt x="11985" y="19250"/>
                </a:lnTo>
                <a:lnTo>
                  <a:pt x="9417" y="19836"/>
                </a:lnTo>
                <a:lnTo>
                  <a:pt x="5577" y="20580"/>
                </a:lnTo>
                <a:lnTo>
                  <a:pt x="0" y="21600"/>
                </a:lnTo>
                <a:lnTo>
                  <a:pt x="932" y="20074"/>
                </a:lnTo>
                <a:lnTo>
                  <a:pt x="1865" y="18545"/>
                </a:lnTo>
                <a:lnTo>
                  <a:pt x="2802" y="17016"/>
                </a:lnTo>
                <a:lnTo>
                  <a:pt x="3734" y="15485"/>
                </a:lnTo>
                <a:lnTo>
                  <a:pt x="4671" y="13954"/>
                </a:lnTo>
                <a:lnTo>
                  <a:pt x="5608" y="12418"/>
                </a:lnTo>
                <a:lnTo>
                  <a:pt x="6549" y="10882"/>
                </a:lnTo>
                <a:lnTo>
                  <a:pt x="7490" y="9341"/>
                </a:lnTo>
                <a:lnTo>
                  <a:pt x="8432" y="7795"/>
                </a:lnTo>
                <a:lnTo>
                  <a:pt x="9377" y="6247"/>
                </a:lnTo>
                <a:lnTo>
                  <a:pt x="10327" y="4694"/>
                </a:lnTo>
                <a:lnTo>
                  <a:pt x="11282" y="3134"/>
                </a:lnTo>
                <a:lnTo>
                  <a:pt x="12236" y="1570"/>
                </a:lnTo>
                <a:lnTo>
                  <a:pt x="13195" y="0"/>
                </a:lnTo>
                <a:close/>
              </a:path>
            </a:pathLst>
          </a:custGeom>
          <a:solidFill>
            <a:srgbClr val="5A51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2" name="contour_13250"/>
          <p:cNvSpPr/>
          <p:nvPr/>
        </p:nvSpPr>
        <p:spPr>
          <a:xfrm>
            <a:off x="5337896" y="2899309"/>
            <a:ext cx="43728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629"/>
                </a:moveTo>
                <a:lnTo>
                  <a:pt x="13586" y="210"/>
                </a:lnTo>
                <a:lnTo>
                  <a:pt x="15541" y="0"/>
                </a:lnTo>
                <a:lnTo>
                  <a:pt x="17183" y="0"/>
                </a:lnTo>
                <a:lnTo>
                  <a:pt x="19030" y="210"/>
                </a:lnTo>
                <a:lnTo>
                  <a:pt x="21600" y="629"/>
                </a:lnTo>
                <a:lnTo>
                  <a:pt x="21175" y="2964"/>
                </a:lnTo>
                <a:lnTo>
                  <a:pt x="20725" y="5295"/>
                </a:lnTo>
                <a:lnTo>
                  <a:pt x="20250" y="7619"/>
                </a:lnTo>
                <a:lnTo>
                  <a:pt x="19872" y="9570"/>
                </a:lnTo>
                <a:lnTo>
                  <a:pt x="19490" y="11551"/>
                </a:lnTo>
                <a:lnTo>
                  <a:pt x="18749" y="13068"/>
                </a:lnTo>
                <a:lnTo>
                  <a:pt x="18000" y="14610"/>
                </a:lnTo>
                <a:lnTo>
                  <a:pt x="15620" y="14610"/>
                </a:lnTo>
                <a:lnTo>
                  <a:pt x="13226" y="14610"/>
                </a:lnTo>
                <a:lnTo>
                  <a:pt x="10800" y="14610"/>
                </a:lnTo>
                <a:lnTo>
                  <a:pt x="9479" y="16686"/>
                </a:lnTo>
                <a:lnTo>
                  <a:pt x="8662" y="18105"/>
                </a:lnTo>
                <a:lnTo>
                  <a:pt x="8017" y="19524"/>
                </a:lnTo>
                <a:lnTo>
                  <a:pt x="7200" y="21600"/>
                </a:lnTo>
                <a:lnTo>
                  <a:pt x="5418" y="19870"/>
                </a:lnTo>
                <a:lnTo>
                  <a:pt x="3629" y="18129"/>
                </a:lnTo>
                <a:lnTo>
                  <a:pt x="1825" y="16382"/>
                </a:lnTo>
                <a:lnTo>
                  <a:pt x="0" y="14610"/>
                </a:lnTo>
                <a:lnTo>
                  <a:pt x="2380" y="14610"/>
                </a:lnTo>
                <a:lnTo>
                  <a:pt x="4774" y="14610"/>
                </a:lnTo>
                <a:lnTo>
                  <a:pt x="7200" y="14610"/>
                </a:lnTo>
                <a:lnTo>
                  <a:pt x="7999" y="12313"/>
                </a:lnTo>
                <a:lnTo>
                  <a:pt x="8410" y="10499"/>
                </a:lnTo>
                <a:lnTo>
                  <a:pt x="8777" y="7619"/>
                </a:lnTo>
                <a:lnTo>
                  <a:pt x="9356" y="4778"/>
                </a:lnTo>
                <a:lnTo>
                  <a:pt x="9882" y="2964"/>
                </a:lnTo>
                <a:lnTo>
                  <a:pt x="10800" y="629"/>
                </a:lnTo>
                <a:close/>
              </a:path>
            </a:pathLst>
          </a:custGeom>
          <a:solidFill>
            <a:srgbClr val="D3C2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3" name="contour_13251"/>
          <p:cNvSpPr/>
          <p:nvPr/>
        </p:nvSpPr>
        <p:spPr>
          <a:xfrm>
            <a:off x="5686758" y="2907909"/>
            <a:ext cx="37402" cy="376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73" y="0"/>
                </a:moveTo>
                <a:lnTo>
                  <a:pt x="9756" y="2075"/>
                </a:lnTo>
                <a:lnTo>
                  <a:pt x="10552" y="4184"/>
                </a:lnTo>
                <a:lnTo>
                  <a:pt x="11856" y="6259"/>
                </a:lnTo>
                <a:lnTo>
                  <a:pt x="13182" y="8367"/>
                </a:lnTo>
                <a:lnTo>
                  <a:pt x="15964" y="8367"/>
                </a:lnTo>
                <a:lnTo>
                  <a:pt x="18763" y="8367"/>
                </a:lnTo>
                <a:lnTo>
                  <a:pt x="21600" y="8367"/>
                </a:lnTo>
                <a:lnTo>
                  <a:pt x="21061" y="11480"/>
                </a:lnTo>
                <a:lnTo>
                  <a:pt x="20573" y="13689"/>
                </a:lnTo>
                <a:lnTo>
                  <a:pt x="19933" y="15597"/>
                </a:lnTo>
                <a:lnTo>
                  <a:pt x="18940" y="17805"/>
                </a:lnTo>
                <a:lnTo>
                  <a:pt x="17391" y="20918"/>
                </a:lnTo>
                <a:lnTo>
                  <a:pt x="14508" y="21387"/>
                </a:lnTo>
                <a:lnTo>
                  <a:pt x="11747" y="21596"/>
                </a:lnTo>
                <a:lnTo>
                  <a:pt x="9045" y="21600"/>
                </a:lnTo>
                <a:lnTo>
                  <a:pt x="6326" y="21454"/>
                </a:lnTo>
                <a:lnTo>
                  <a:pt x="3519" y="21207"/>
                </a:lnTo>
                <a:lnTo>
                  <a:pt x="556" y="20918"/>
                </a:lnTo>
                <a:lnTo>
                  <a:pt x="248" y="16082"/>
                </a:lnTo>
                <a:lnTo>
                  <a:pt x="63" y="12681"/>
                </a:lnTo>
                <a:lnTo>
                  <a:pt x="0" y="10258"/>
                </a:lnTo>
                <a:lnTo>
                  <a:pt x="63" y="8342"/>
                </a:lnTo>
                <a:lnTo>
                  <a:pt x="248" y="6472"/>
                </a:lnTo>
                <a:lnTo>
                  <a:pt x="556" y="4184"/>
                </a:lnTo>
                <a:lnTo>
                  <a:pt x="3056" y="2351"/>
                </a:lnTo>
                <a:lnTo>
                  <a:pt x="4764" y="1305"/>
                </a:lnTo>
                <a:lnTo>
                  <a:pt x="6473" y="653"/>
                </a:lnTo>
                <a:lnTo>
                  <a:pt x="8973" y="0"/>
                </a:lnTo>
                <a:close/>
              </a:path>
            </a:pathLst>
          </a:custGeom>
          <a:solidFill>
            <a:srgbClr val="B1B5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4" name="contour_13252"/>
          <p:cNvSpPr/>
          <p:nvPr/>
        </p:nvSpPr>
        <p:spPr>
          <a:xfrm>
            <a:off x="1883389" y="290790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400" y="2856"/>
                </a:lnTo>
                <a:lnTo>
                  <a:pt x="14400" y="5728"/>
                </a:lnTo>
                <a:lnTo>
                  <a:pt x="14400" y="8640"/>
                </a:lnTo>
                <a:lnTo>
                  <a:pt x="16780" y="8640"/>
                </a:lnTo>
                <a:lnTo>
                  <a:pt x="19174" y="8640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7572" y="20948"/>
                </a:lnTo>
                <a:lnTo>
                  <a:pt x="14728" y="20425"/>
                </a:lnTo>
                <a:lnTo>
                  <a:pt x="12668" y="19920"/>
                </a:lnTo>
                <a:lnTo>
                  <a:pt x="10991" y="19306"/>
                </a:lnTo>
                <a:lnTo>
                  <a:pt x="9302" y="18468"/>
                </a:lnTo>
                <a:lnTo>
                  <a:pt x="7200" y="17280"/>
                </a:lnTo>
                <a:lnTo>
                  <a:pt x="5850" y="14960"/>
                </a:lnTo>
                <a:lnTo>
                  <a:pt x="4640" y="12601"/>
                </a:lnTo>
                <a:lnTo>
                  <a:pt x="3553" y="10204"/>
                </a:lnTo>
                <a:lnTo>
                  <a:pt x="2563" y="7750"/>
                </a:lnTo>
                <a:lnTo>
                  <a:pt x="1656" y="5236"/>
                </a:lnTo>
                <a:lnTo>
                  <a:pt x="806" y="2657"/>
                </a:lnTo>
                <a:lnTo>
                  <a:pt x="0" y="0"/>
                </a:lnTo>
                <a:close/>
              </a:path>
            </a:pathLst>
          </a:custGeom>
          <a:solidFill>
            <a:srgbClr val="47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5" name="contour_13253"/>
          <p:cNvSpPr/>
          <p:nvPr/>
        </p:nvSpPr>
        <p:spPr>
          <a:xfrm>
            <a:off x="6853799" y="2878757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168" y="2108"/>
                </a:lnTo>
                <a:lnTo>
                  <a:pt x="20695" y="4141"/>
                </a:lnTo>
                <a:lnTo>
                  <a:pt x="20166" y="6113"/>
                </a:lnTo>
                <a:lnTo>
                  <a:pt x="19567" y="8032"/>
                </a:lnTo>
                <a:lnTo>
                  <a:pt x="18887" y="9911"/>
                </a:lnTo>
                <a:lnTo>
                  <a:pt x="18109" y="11763"/>
                </a:lnTo>
                <a:lnTo>
                  <a:pt x="17218" y="13599"/>
                </a:lnTo>
                <a:lnTo>
                  <a:pt x="16200" y="15429"/>
                </a:lnTo>
                <a:lnTo>
                  <a:pt x="14464" y="16422"/>
                </a:lnTo>
                <a:lnTo>
                  <a:pt x="12717" y="17317"/>
                </a:lnTo>
                <a:lnTo>
                  <a:pt x="10962" y="18119"/>
                </a:lnTo>
                <a:lnTo>
                  <a:pt x="9193" y="18841"/>
                </a:lnTo>
                <a:lnTo>
                  <a:pt x="7406" y="19492"/>
                </a:lnTo>
                <a:lnTo>
                  <a:pt x="5597" y="20085"/>
                </a:lnTo>
                <a:lnTo>
                  <a:pt x="3761" y="20625"/>
                </a:lnTo>
                <a:lnTo>
                  <a:pt x="1898" y="21128"/>
                </a:lnTo>
                <a:lnTo>
                  <a:pt x="0" y="21600"/>
                </a:lnTo>
                <a:lnTo>
                  <a:pt x="0" y="19560"/>
                </a:lnTo>
                <a:lnTo>
                  <a:pt x="0" y="17508"/>
                </a:lnTo>
                <a:lnTo>
                  <a:pt x="0" y="15429"/>
                </a:lnTo>
                <a:lnTo>
                  <a:pt x="1609" y="15061"/>
                </a:lnTo>
                <a:lnTo>
                  <a:pt x="3221" y="14697"/>
                </a:lnTo>
                <a:lnTo>
                  <a:pt x="4833" y="14336"/>
                </a:lnTo>
                <a:lnTo>
                  <a:pt x="6445" y="13981"/>
                </a:lnTo>
                <a:lnTo>
                  <a:pt x="8057" y="13633"/>
                </a:lnTo>
                <a:lnTo>
                  <a:pt x="9912" y="12568"/>
                </a:lnTo>
                <a:lnTo>
                  <a:pt x="11224" y="11371"/>
                </a:lnTo>
                <a:lnTo>
                  <a:pt x="12185" y="9939"/>
                </a:lnTo>
                <a:lnTo>
                  <a:pt x="12992" y="8174"/>
                </a:lnTo>
                <a:lnTo>
                  <a:pt x="13838" y="5980"/>
                </a:lnTo>
                <a:lnTo>
                  <a:pt x="14351" y="4298"/>
                </a:lnTo>
                <a:lnTo>
                  <a:pt x="14872" y="2592"/>
                </a:lnTo>
                <a:lnTo>
                  <a:pt x="15530" y="1305"/>
                </a:lnTo>
                <a:lnTo>
                  <a:pt x="16200" y="0"/>
                </a:lnTo>
                <a:close/>
              </a:path>
            </a:pathLst>
          </a:custGeom>
          <a:solidFill>
            <a:srgbClr val="2D2C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6" name="contour_13254"/>
          <p:cNvSpPr/>
          <p:nvPr/>
        </p:nvSpPr>
        <p:spPr>
          <a:xfrm>
            <a:off x="1373229" y="2884339"/>
            <a:ext cx="65592" cy="29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1239"/>
                </a:moveTo>
                <a:lnTo>
                  <a:pt x="20011" y="5179"/>
                </a:lnTo>
                <a:lnTo>
                  <a:pt x="20542" y="7975"/>
                </a:lnTo>
                <a:lnTo>
                  <a:pt x="20906" y="10390"/>
                </a:lnTo>
                <a:lnTo>
                  <a:pt x="21221" y="13186"/>
                </a:lnTo>
                <a:lnTo>
                  <a:pt x="21600" y="17125"/>
                </a:lnTo>
                <a:lnTo>
                  <a:pt x="19930" y="18762"/>
                </a:lnTo>
                <a:lnTo>
                  <a:pt x="18274" y="19990"/>
                </a:lnTo>
                <a:lnTo>
                  <a:pt x="16632" y="20848"/>
                </a:lnTo>
                <a:lnTo>
                  <a:pt x="14998" y="21372"/>
                </a:lnTo>
                <a:lnTo>
                  <a:pt x="13366" y="21600"/>
                </a:lnTo>
                <a:lnTo>
                  <a:pt x="11736" y="21563"/>
                </a:lnTo>
                <a:lnTo>
                  <a:pt x="10102" y="21303"/>
                </a:lnTo>
                <a:lnTo>
                  <a:pt x="8460" y="20859"/>
                </a:lnTo>
                <a:lnTo>
                  <a:pt x="6806" y="20266"/>
                </a:lnTo>
                <a:lnTo>
                  <a:pt x="5136" y="19556"/>
                </a:lnTo>
                <a:lnTo>
                  <a:pt x="3449" y="18772"/>
                </a:lnTo>
                <a:lnTo>
                  <a:pt x="1738" y="17951"/>
                </a:lnTo>
                <a:lnTo>
                  <a:pt x="0" y="17125"/>
                </a:lnTo>
                <a:lnTo>
                  <a:pt x="2834" y="12868"/>
                </a:lnTo>
                <a:lnTo>
                  <a:pt x="5220" y="9331"/>
                </a:lnTo>
                <a:lnTo>
                  <a:pt x="7229" y="6455"/>
                </a:lnTo>
                <a:lnTo>
                  <a:pt x="8923" y="4183"/>
                </a:lnTo>
                <a:lnTo>
                  <a:pt x="10370" y="2468"/>
                </a:lnTo>
                <a:lnTo>
                  <a:pt x="11638" y="1244"/>
                </a:lnTo>
                <a:lnTo>
                  <a:pt x="12792" y="461"/>
                </a:lnTo>
                <a:lnTo>
                  <a:pt x="13901" y="64"/>
                </a:lnTo>
                <a:lnTo>
                  <a:pt x="15029" y="0"/>
                </a:lnTo>
                <a:lnTo>
                  <a:pt x="16243" y="212"/>
                </a:lnTo>
                <a:lnTo>
                  <a:pt x="17611" y="641"/>
                </a:lnTo>
                <a:lnTo>
                  <a:pt x="19200" y="1239"/>
                </a:lnTo>
                <a:close/>
              </a:path>
            </a:pathLst>
          </a:custGeom>
          <a:solidFill>
            <a:srgbClr val="F8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7" name="contour_13255"/>
          <p:cNvSpPr/>
          <p:nvPr/>
        </p:nvSpPr>
        <p:spPr>
          <a:xfrm>
            <a:off x="5111969" y="287875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0394" y="20745"/>
                </a:lnTo>
                <a:lnTo>
                  <a:pt x="7819" y="19885"/>
                </a:lnTo>
                <a:lnTo>
                  <a:pt x="5236" y="19025"/>
                </a:lnTo>
                <a:lnTo>
                  <a:pt x="2631" y="18157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C1AC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8" name="contour_13256"/>
          <p:cNvSpPr/>
          <p:nvPr/>
        </p:nvSpPr>
        <p:spPr>
          <a:xfrm>
            <a:off x="2094740" y="2827741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986" y="0"/>
                </a:lnTo>
                <a:lnTo>
                  <a:pt x="10800" y="0"/>
                </a:lnTo>
                <a:lnTo>
                  <a:pt x="10800" y="1388"/>
                </a:lnTo>
                <a:lnTo>
                  <a:pt x="10800" y="2779"/>
                </a:lnTo>
                <a:lnTo>
                  <a:pt x="10800" y="4173"/>
                </a:lnTo>
                <a:lnTo>
                  <a:pt x="10800" y="5573"/>
                </a:lnTo>
                <a:lnTo>
                  <a:pt x="10800" y="6979"/>
                </a:lnTo>
                <a:lnTo>
                  <a:pt x="10800" y="8393"/>
                </a:lnTo>
                <a:lnTo>
                  <a:pt x="10800" y="9818"/>
                </a:lnTo>
                <a:lnTo>
                  <a:pt x="12938" y="9818"/>
                </a:lnTo>
                <a:lnTo>
                  <a:pt x="15084" y="9818"/>
                </a:lnTo>
                <a:lnTo>
                  <a:pt x="17237" y="9818"/>
                </a:lnTo>
                <a:lnTo>
                  <a:pt x="19408" y="9818"/>
                </a:lnTo>
                <a:lnTo>
                  <a:pt x="21600" y="9818"/>
                </a:lnTo>
                <a:lnTo>
                  <a:pt x="20707" y="10790"/>
                </a:lnTo>
                <a:lnTo>
                  <a:pt x="19814" y="11768"/>
                </a:lnTo>
                <a:lnTo>
                  <a:pt x="18911" y="12750"/>
                </a:lnTo>
                <a:lnTo>
                  <a:pt x="18000" y="13745"/>
                </a:lnTo>
                <a:lnTo>
                  <a:pt x="16218" y="13258"/>
                </a:lnTo>
                <a:lnTo>
                  <a:pt x="14425" y="12771"/>
                </a:lnTo>
                <a:lnTo>
                  <a:pt x="12625" y="12279"/>
                </a:lnTo>
                <a:lnTo>
                  <a:pt x="10800" y="11782"/>
                </a:lnTo>
                <a:lnTo>
                  <a:pt x="10800" y="13170"/>
                </a:lnTo>
                <a:lnTo>
                  <a:pt x="10800" y="14560"/>
                </a:lnTo>
                <a:lnTo>
                  <a:pt x="10800" y="15955"/>
                </a:lnTo>
                <a:lnTo>
                  <a:pt x="10800" y="17355"/>
                </a:lnTo>
                <a:lnTo>
                  <a:pt x="10800" y="18761"/>
                </a:lnTo>
                <a:lnTo>
                  <a:pt x="10800" y="20174"/>
                </a:lnTo>
                <a:lnTo>
                  <a:pt x="10800" y="21600"/>
                </a:lnTo>
                <a:lnTo>
                  <a:pt x="9014" y="21600"/>
                </a:lnTo>
                <a:lnTo>
                  <a:pt x="7200" y="21600"/>
                </a:lnTo>
                <a:lnTo>
                  <a:pt x="7326" y="20569"/>
                </a:lnTo>
                <a:lnTo>
                  <a:pt x="7452" y="19521"/>
                </a:lnTo>
                <a:lnTo>
                  <a:pt x="7549" y="18177"/>
                </a:lnTo>
                <a:lnTo>
                  <a:pt x="7650" y="16813"/>
                </a:lnTo>
                <a:lnTo>
                  <a:pt x="7776" y="15477"/>
                </a:lnTo>
                <a:lnTo>
                  <a:pt x="7902" y="14121"/>
                </a:lnTo>
                <a:lnTo>
                  <a:pt x="7553" y="12960"/>
                </a:lnTo>
                <a:lnTo>
                  <a:pt x="7200" y="11782"/>
                </a:lnTo>
                <a:lnTo>
                  <a:pt x="5047" y="11022"/>
                </a:lnTo>
                <a:lnTo>
                  <a:pt x="3578" y="10564"/>
                </a:lnTo>
                <a:lnTo>
                  <a:pt x="2120" y="10225"/>
                </a:lnTo>
                <a:lnTo>
                  <a:pt x="0" y="9818"/>
                </a:lnTo>
                <a:lnTo>
                  <a:pt x="832" y="8589"/>
                </a:lnTo>
                <a:lnTo>
                  <a:pt x="1674" y="7362"/>
                </a:lnTo>
                <a:lnTo>
                  <a:pt x="2524" y="6134"/>
                </a:lnTo>
                <a:lnTo>
                  <a:pt x="3377" y="4909"/>
                </a:lnTo>
                <a:lnTo>
                  <a:pt x="4003" y="3996"/>
                </a:lnTo>
                <a:lnTo>
                  <a:pt x="4633" y="3079"/>
                </a:lnTo>
                <a:lnTo>
                  <a:pt x="5274" y="2148"/>
                </a:lnTo>
                <a:lnTo>
                  <a:pt x="6228" y="1082"/>
                </a:lnTo>
                <a:lnTo>
                  <a:pt x="7200" y="0"/>
                </a:lnTo>
                <a:close/>
              </a:path>
            </a:pathLst>
          </a:custGeom>
          <a:solidFill>
            <a:srgbClr val="5551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59" name="contour_13257"/>
          <p:cNvSpPr/>
          <p:nvPr/>
        </p:nvSpPr>
        <p:spPr>
          <a:xfrm>
            <a:off x="4615103" y="2842994"/>
            <a:ext cx="45011" cy="503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42" y="882"/>
                </a:moveTo>
                <a:lnTo>
                  <a:pt x="17207" y="1526"/>
                </a:lnTo>
                <a:lnTo>
                  <a:pt x="19390" y="2180"/>
                </a:lnTo>
                <a:lnTo>
                  <a:pt x="21600" y="2836"/>
                </a:lnTo>
                <a:lnTo>
                  <a:pt x="19865" y="3418"/>
                </a:lnTo>
                <a:lnTo>
                  <a:pt x="18103" y="4009"/>
                </a:lnTo>
                <a:lnTo>
                  <a:pt x="16368" y="4979"/>
                </a:lnTo>
                <a:lnTo>
                  <a:pt x="14605" y="5964"/>
                </a:lnTo>
                <a:lnTo>
                  <a:pt x="14605" y="8031"/>
                </a:lnTo>
                <a:lnTo>
                  <a:pt x="14605" y="10110"/>
                </a:lnTo>
                <a:lnTo>
                  <a:pt x="14605" y="12218"/>
                </a:lnTo>
                <a:lnTo>
                  <a:pt x="12293" y="12218"/>
                </a:lnTo>
                <a:lnTo>
                  <a:pt x="9968" y="12218"/>
                </a:lnTo>
                <a:lnTo>
                  <a:pt x="7610" y="12218"/>
                </a:lnTo>
                <a:lnTo>
                  <a:pt x="5939" y="14217"/>
                </a:lnTo>
                <a:lnTo>
                  <a:pt x="4728" y="15693"/>
                </a:lnTo>
                <a:lnTo>
                  <a:pt x="3784" y="16909"/>
                </a:lnTo>
                <a:lnTo>
                  <a:pt x="2913" y="18126"/>
                </a:lnTo>
                <a:lnTo>
                  <a:pt x="1924" y="19602"/>
                </a:lnTo>
                <a:lnTo>
                  <a:pt x="616" y="21600"/>
                </a:lnTo>
                <a:lnTo>
                  <a:pt x="304" y="17456"/>
                </a:lnTo>
                <a:lnTo>
                  <a:pt x="91" y="14179"/>
                </a:lnTo>
                <a:lnTo>
                  <a:pt x="0" y="11602"/>
                </a:lnTo>
                <a:lnTo>
                  <a:pt x="56" y="9563"/>
                </a:lnTo>
                <a:lnTo>
                  <a:pt x="276" y="7893"/>
                </a:lnTo>
                <a:lnTo>
                  <a:pt x="682" y="6433"/>
                </a:lnTo>
                <a:lnTo>
                  <a:pt x="1298" y="5019"/>
                </a:lnTo>
                <a:lnTo>
                  <a:pt x="2140" y="3484"/>
                </a:lnTo>
                <a:lnTo>
                  <a:pt x="3239" y="1664"/>
                </a:lnTo>
                <a:lnTo>
                  <a:pt x="5904" y="597"/>
                </a:lnTo>
                <a:lnTo>
                  <a:pt x="8044" y="72"/>
                </a:lnTo>
                <a:lnTo>
                  <a:pt x="10034" y="0"/>
                </a:lnTo>
                <a:lnTo>
                  <a:pt x="12241" y="300"/>
                </a:lnTo>
                <a:lnTo>
                  <a:pt x="15042" y="882"/>
                </a:lnTo>
                <a:close/>
              </a:path>
            </a:pathLst>
          </a:custGeom>
          <a:solidFill>
            <a:srgbClr val="8485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0" name="contour_13258"/>
          <p:cNvSpPr/>
          <p:nvPr/>
        </p:nvSpPr>
        <p:spPr>
          <a:xfrm>
            <a:off x="1546319" y="2835029"/>
            <a:ext cx="3732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4" y="0"/>
                </a:moveTo>
                <a:lnTo>
                  <a:pt x="4361" y="596"/>
                </a:lnTo>
                <a:lnTo>
                  <a:pt x="7225" y="1240"/>
                </a:lnTo>
                <a:lnTo>
                  <a:pt x="9773" y="1993"/>
                </a:lnTo>
                <a:lnTo>
                  <a:pt x="12105" y="2919"/>
                </a:lnTo>
                <a:lnTo>
                  <a:pt x="14341" y="4073"/>
                </a:lnTo>
                <a:lnTo>
                  <a:pt x="16598" y="5523"/>
                </a:lnTo>
                <a:lnTo>
                  <a:pt x="18981" y="7329"/>
                </a:lnTo>
                <a:lnTo>
                  <a:pt x="20512" y="9819"/>
                </a:lnTo>
                <a:lnTo>
                  <a:pt x="21360" y="11593"/>
                </a:lnTo>
                <a:lnTo>
                  <a:pt x="21600" y="13148"/>
                </a:lnTo>
                <a:lnTo>
                  <a:pt x="21309" y="14969"/>
                </a:lnTo>
                <a:lnTo>
                  <a:pt x="20562" y="17552"/>
                </a:lnTo>
                <a:lnTo>
                  <a:pt x="19693" y="18888"/>
                </a:lnTo>
                <a:lnTo>
                  <a:pt x="18816" y="20236"/>
                </a:lnTo>
                <a:lnTo>
                  <a:pt x="17926" y="21600"/>
                </a:lnTo>
                <a:lnTo>
                  <a:pt x="13814" y="18949"/>
                </a:lnTo>
                <a:lnTo>
                  <a:pt x="10439" y="16743"/>
                </a:lnTo>
                <a:lnTo>
                  <a:pt x="7723" y="14907"/>
                </a:lnTo>
                <a:lnTo>
                  <a:pt x="5585" y="13358"/>
                </a:lnTo>
                <a:lnTo>
                  <a:pt x="3940" y="12019"/>
                </a:lnTo>
                <a:lnTo>
                  <a:pt x="2716" y="10803"/>
                </a:lnTo>
                <a:lnTo>
                  <a:pt x="1826" y="9640"/>
                </a:lnTo>
                <a:lnTo>
                  <a:pt x="1189" y="8443"/>
                </a:lnTo>
                <a:lnTo>
                  <a:pt x="725" y="7131"/>
                </a:lnTo>
                <a:lnTo>
                  <a:pt x="359" y="5631"/>
                </a:lnTo>
                <a:lnTo>
                  <a:pt x="0" y="3857"/>
                </a:lnTo>
                <a:lnTo>
                  <a:pt x="523" y="1944"/>
                </a:lnTo>
                <a:lnTo>
                  <a:pt x="1054" y="0"/>
                </a:lnTo>
                <a:close/>
              </a:path>
            </a:pathLst>
          </a:custGeom>
          <a:solidFill>
            <a:srgbClr val="2726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1" name="contour_13259"/>
          <p:cNvSpPr/>
          <p:nvPr/>
        </p:nvSpPr>
        <p:spPr>
          <a:xfrm>
            <a:off x="1365941" y="2835029"/>
            <a:ext cx="65592" cy="37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426" y="796"/>
                </a:lnTo>
                <a:lnTo>
                  <a:pt x="14400" y="1496"/>
                </a:lnTo>
                <a:lnTo>
                  <a:pt x="15374" y="2487"/>
                </a:lnTo>
                <a:lnTo>
                  <a:pt x="16800" y="4167"/>
                </a:lnTo>
                <a:lnTo>
                  <a:pt x="16800" y="6667"/>
                </a:lnTo>
                <a:lnTo>
                  <a:pt x="16800" y="9167"/>
                </a:lnTo>
                <a:lnTo>
                  <a:pt x="16800" y="11667"/>
                </a:lnTo>
                <a:lnTo>
                  <a:pt x="16800" y="14167"/>
                </a:lnTo>
                <a:lnTo>
                  <a:pt x="16800" y="16667"/>
                </a:lnTo>
                <a:lnTo>
                  <a:pt x="18226" y="18125"/>
                </a:lnTo>
                <a:lnTo>
                  <a:pt x="19200" y="19042"/>
                </a:lnTo>
                <a:lnTo>
                  <a:pt x="20174" y="19817"/>
                </a:lnTo>
                <a:lnTo>
                  <a:pt x="21600" y="20833"/>
                </a:lnTo>
                <a:lnTo>
                  <a:pt x="20026" y="20942"/>
                </a:lnTo>
                <a:lnTo>
                  <a:pt x="18449" y="21042"/>
                </a:lnTo>
                <a:lnTo>
                  <a:pt x="16874" y="21129"/>
                </a:lnTo>
                <a:lnTo>
                  <a:pt x="15300" y="21212"/>
                </a:lnTo>
                <a:lnTo>
                  <a:pt x="13726" y="21287"/>
                </a:lnTo>
                <a:lnTo>
                  <a:pt x="12149" y="21354"/>
                </a:lnTo>
                <a:lnTo>
                  <a:pt x="10802" y="21462"/>
                </a:lnTo>
                <a:lnTo>
                  <a:pt x="9437" y="21567"/>
                </a:lnTo>
                <a:lnTo>
                  <a:pt x="8131" y="21600"/>
                </a:lnTo>
                <a:lnTo>
                  <a:pt x="7114" y="21575"/>
                </a:lnTo>
                <a:lnTo>
                  <a:pt x="6043" y="21467"/>
                </a:lnTo>
                <a:lnTo>
                  <a:pt x="4584" y="21229"/>
                </a:lnTo>
                <a:lnTo>
                  <a:pt x="2400" y="20833"/>
                </a:lnTo>
                <a:lnTo>
                  <a:pt x="1805" y="18771"/>
                </a:lnTo>
                <a:lnTo>
                  <a:pt x="1210" y="16696"/>
                </a:lnTo>
                <a:lnTo>
                  <a:pt x="607" y="14612"/>
                </a:lnTo>
                <a:lnTo>
                  <a:pt x="0" y="12500"/>
                </a:lnTo>
                <a:lnTo>
                  <a:pt x="1697" y="12500"/>
                </a:lnTo>
                <a:lnTo>
                  <a:pt x="3396" y="12500"/>
                </a:lnTo>
                <a:lnTo>
                  <a:pt x="5100" y="12500"/>
                </a:lnTo>
                <a:lnTo>
                  <a:pt x="6811" y="12500"/>
                </a:lnTo>
                <a:lnTo>
                  <a:pt x="8530" y="12500"/>
                </a:lnTo>
                <a:lnTo>
                  <a:pt x="10258" y="12500"/>
                </a:lnTo>
                <a:lnTo>
                  <a:pt x="12000" y="12500"/>
                </a:lnTo>
                <a:lnTo>
                  <a:pt x="12000" y="10025"/>
                </a:lnTo>
                <a:lnTo>
                  <a:pt x="12000" y="7542"/>
                </a:lnTo>
                <a:lnTo>
                  <a:pt x="12000" y="5050"/>
                </a:lnTo>
                <a:lnTo>
                  <a:pt x="12000" y="2537"/>
                </a:lnTo>
                <a:lnTo>
                  <a:pt x="12000" y="0"/>
                </a:lnTo>
                <a:close/>
              </a:path>
            </a:pathLst>
          </a:custGeom>
          <a:solidFill>
            <a:srgbClr val="6465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2" name="contour_13260"/>
          <p:cNvSpPr/>
          <p:nvPr/>
        </p:nvSpPr>
        <p:spPr>
          <a:xfrm>
            <a:off x="5709584" y="2842317"/>
            <a:ext cx="35959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11" y="0"/>
                </a:moveTo>
                <a:lnTo>
                  <a:pt x="19240" y="1918"/>
                </a:lnTo>
                <a:lnTo>
                  <a:pt x="20453" y="3352"/>
                </a:lnTo>
                <a:lnTo>
                  <a:pt x="21215" y="4450"/>
                </a:lnTo>
                <a:lnTo>
                  <a:pt x="21574" y="5355"/>
                </a:lnTo>
                <a:lnTo>
                  <a:pt x="21600" y="6219"/>
                </a:lnTo>
                <a:lnTo>
                  <a:pt x="21342" y="7187"/>
                </a:lnTo>
                <a:lnTo>
                  <a:pt x="20865" y="8406"/>
                </a:lnTo>
                <a:lnTo>
                  <a:pt x="19542" y="9761"/>
                </a:lnTo>
                <a:lnTo>
                  <a:pt x="18203" y="11045"/>
                </a:lnTo>
                <a:lnTo>
                  <a:pt x="16824" y="12263"/>
                </a:lnTo>
                <a:lnTo>
                  <a:pt x="15392" y="13425"/>
                </a:lnTo>
                <a:lnTo>
                  <a:pt x="13891" y="14537"/>
                </a:lnTo>
                <a:lnTo>
                  <a:pt x="12302" y="15607"/>
                </a:lnTo>
                <a:lnTo>
                  <a:pt x="10607" y="16644"/>
                </a:lnTo>
                <a:lnTo>
                  <a:pt x="8795" y="17655"/>
                </a:lnTo>
                <a:lnTo>
                  <a:pt x="6842" y="18649"/>
                </a:lnTo>
                <a:lnTo>
                  <a:pt x="4737" y="19632"/>
                </a:lnTo>
                <a:lnTo>
                  <a:pt x="2460" y="20614"/>
                </a:lnTo>
                <a:lnTo>
                  <a:pt x="0" y="21600"/>
                </a:lnTo>
                <a:lnTo>
                  <a:pt x="451" y="20194"/>
                </a:lnTo>
                <a:lnTo>
                  <a:pt x="989" y="18818"/>
                </a:lnTo>
                <a:lnTo>
                  <a:pt x="1607" y="17470"/>
                </a:lnTo>
                <a:lnTo>
                  <a:pt x="2307" y="16149"/>
                </a:lnTo>
                <a:lnTo>
                  <a:pt x="3086" y="14849"/>
                </a:lnTo>
                <a:lnTo>
                  <a:pt x="3936" y="13569"/>
                </a:lnTo>
                <a:lnTo>
                  <a:pt x="4864" y="12306"/>
                </a:lnTo>
                <a:lnTo>
                  <a:pt x="5857" y="11057"/>
                </a:lnTo>
                <a:lnTo>
                  <a:pt x="6921" y="9820"/>
                </a:lnTo>
                <a:lnTo>
                  <a:pt x="8046" y="8591"/>
                </a:lnTo>
                <a:lnTo>
                  <a:pt x="9233" y="7370"/>
                </a:lnTo>
                <a:lnTo>
                  <a:pt x="10480" y="6150"/>
                </a:lnTo>
                <a:lnTo>
                  <a:pt x="11785" y="4931"/>
                </a:lnTo>
                <a:lnTo>
                  <a:pt x="13142" y="3707"/>
                </a:lnTo>
                <a:lnTo>
                  <a:pt x="14552" y="2482"/>
                </a:lnTo>
                <a:lnTo>
                  <a:pt x="16010" y="1247"/>
                </a:lnTo>
                <a:lnTo>
                  <a:pt x="17511" y="0"/>
                </a:lnTo>
                <a:close/>
              </a:path>
            </a:pathLst>
          </a:custGeom>
          <a:solidFill>
            <a:srgbClr val="AFB7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3" name="contour_13261"/>
          <p:cNvSpPr/>
          <p:nvPr/>
        </p:nvSpPr>
        <p:spPr>
          <a:xfrm>
            <a:off x="5177561" y="2813165"/>
            <a:ext cx="43728" cy="375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921"/>
                </a:lnTo>
                <a:lnTo>
                  <a:pt x="4756" y="1842"/>
                </a:lnTo>
                <a:lnTo>
                  <a:pt x="7135" y="2768"/>
                </a:lnTo>
                <a:lnTo>
                  <a:pt x="9522" y="3693"/>
                </a:lnTo>
                <a:lnTo>
                  <a:pt x="11916" y="4618"/>
                </a:lnTo>
                <a:lnTo>
                  <a:pt x="14321" y="5552"/>
                </a:lnTo>
                <a:lnTo>
                  <a:pt x="16733" y="6485"/>
                </a:lnTo>
                <a:lnTo>
                  <a:pt x="19159" y="7427"/>
                </a:lnTo>
                <a:lnTo>
                  <a:pt x="21600" y="8374"/>
                </a:lnTo>
                <a:lnTo>
                  <a:pt x="20441" y="11049"/>
                </a:lnTo>
                <a:lnTo>
                  <a:pt x="19534" y="13025"/>
                </a:lnTo>
                <a:lnTo>
                  <a:pt x="18677" y="14654"/>
                </a:lnTo>
                <a:lnTo>
                  <a:pt x="17665" y="16283"/>
                </a:lnTo>
                <a:lnTo>
                  <a:pt x="16308" y="18259"/>
                </a:lnTo>
                <a:lnTo>
                  <a:pt x="14400" y="20934"/>
                </a:lnTo>
                <a:lnTo>
                  <a:pt x="11920" y="21378"/>
                </a:lnTo>
                <a:lnTo>
                  <a:pt x="9562" y="21587"/>
                </a:lnTo>
                <a:lnTo>
                  <a:pt x="7258" y="21600"/>
                </a:lnTo>
                <a:lnTo>
                  <a:pt x="4939" y="21466"/>
                </a:lnTo>
                <a:lnTo>
                  <a:pt x="2542" y="21227"/>
                </a:lnTo>
                <a:lnTo>
                  <a:pt x="0" y="20934"/>
                </a:lnTo>
                <a:lnTo>
                  <a:pt x="0" y="17974"/>
                </a:lnTo>
                <a:lnTo>
                  <a:pt x="0" y="15010"/>
                </a:lnTo>
                <a:lnTo>
                  <a:pt x="0" y="12037"/>
                </a:lnTo>
                <a:lnTo>
                  <a:pt x="0" y="9052"/>
                </a:lnTo>
                <a:lnTo>
                  <a:pt x="0" y="6054"/>
                </a:lnTo>
                <a:lnTo>
                  <a:pt x="0" y="3040"/>
                </a:lnTo>
                <a:lnTo>
                  <a:pt x="0" y="0"/>
                </a:lnTo>
                <a:close/>
              </a:path>
            </a:pathLst>
          </a:custGeom>
          <a:solidFill>
            <a:srgbClr val="424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4" name="contour_13262"/>
          <p:cNvSpPr/>
          <p:nvPr/>
        </p:nvSpPr>
        <p:spPr>
          <a:xfrm>
            <a:off x="10825754" y="281316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33" y="1666"/>
                </a:lnTo>
                <a:lnTo>
                  <a:pt x="17165" y="3311"/>
                </a:lnTo>
                <a:lnTo>
                  <a:pt x="18374" y="4968"/>
                </a:lnTo>
                <a:lnTo>
                  <a:pt x="19440" y="6665"/>
                </a:lnTo>
                <a:lnTo>
                  <a:pt x="20347" y="8443"/>
                </a:lnTo>
                <a:lnTo>
                  <a:pt x="21074" y="10322"/>
                </a:lnTo>
                <a:lnTo>
                  <a:pt x="21600" y="12343"/>
                </a:lnTo>
                <a:lnTo>
                  <a:pt x="19944" y="14179"/>
                </a:lnTo>
                <a:lnTo>
                  <a:pt x="18169" y="15820"/>
                </a:lnTo>
                <a:lnTo>
                  <a:pt x="16268" y="17283"/>
                </a:lnTo>
                <a:lnTo>
                  <a:pt x="14231" y="18579"/>
                </a:lnTo>
                <a:lnTo>
                  <a:pt x="12049" y="19724"/>
                </a:lnTo>
                <a:lnTo>
                  <a:pt x="9706" y="20727"/>
                </a:lnTo>
                <a:lnTo>
                  <a:pt x="7200" y="21600"/>
                </a:lnTo>
                <a:lnTo>
                  <a:pt x="4777" y="21029"/>
                </a:lnTo>
                <a:lnTo>
                  <a:pt x="3218" y="20517"/>
                </a:lnTo>
                <a:lnTo>
                  <a:pt x="1850" y="19776"/>
                </a:lnTo>
                <a:lnTo>
                  <a:pt x="0" y="18514"/>
                </a:lnTo>
                <a:lnTo>
                  <a:pt x="25" y="15475"/>
                </a:lnTo>
                <a:lnTo>
                  <a:pt x="202" y="13466"/>
                </a:lnTo>
                <a:lnTo>
                  <a:pt x="680" y="12025"/>
                </a:lnTo>
                <a:lnTo>
                  <a:pt x="1613" y="10701"/>
                </a:lnTo>
                <a:lnTo>
                  <a:pt x="3150" y="9041"/>
                </a:lnTo>
                <a:lnTo>
                  <a:pt x="4489" y="7967"/>
                </a:lnTo>
                <a:lnTo>
                  <a:pt x="5836" y="6884"/>
                </a:lnTo>
                <a:lnTo>
                  <a:pt x="7200" y="5786"/>
                </a:lnTo>
                <a:lnTo>
                  <a:pt x="8539" y="4696"/>
                </a:lnTo>
                <a:lnTo>
                  <a:pt x="9886" y="3598"/>
                </a:lnTo>
                <a:lnTo>
                  <a:pt x="11250" y="2484"/>
                </a:lnTo>
                <a:lnTo>
                  <a:pt x="12816" y="1253"/>
                </a:lnTo>
                <a:lnTo>
                  <a:pt x="14400" y="0"/>
                </a:lnTo>
                <a:close/>
              </a:path>
            </a:pathLst>
          </a:custGeom>
          <a:solidFill>
            <a:srgbClr val="E0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5" name="contour_13263"/>
          <p:cNvSpPr/>
          <p:nvPr/>
        </p:nvSpPr>
        <p:spPr>
          <a:xfrm>
            <a:off x="3924026" y="2827741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3" y="0"/>
                </a:lnTo>
                <a:lnTo>
                  <a:pt x="4288" y="0"/>
                </a:lnTo>
                <a:lnTo>
                  <a:pt x="5728" y="0"/>
                </a:lnTo>
                <a:lnTo>
                  <a:pt x="7178" y="0"/>
                </a:lnTo>
                <a:lnTo>
                  <a:pt x="8640" y="0"/>
                </a:lnTo>
                <a:lnTo>
                  <a:pt x="8640" y="2856"/>
                </a:lnTo>
                <a:lnTo>
                  <a:pt x="8640" y="5728"/>
                </a:lnTo>
                <a:lnTo>
                  <a:pt x="8640" y="8640"/>
                </a:lnTo>
                <a:lnTo>
                  <a:pt x="9292" y="8856"/>
                </a:lnTo>
                <a:lnTo>
                  <a:pt x="9891" y="9059"/>
                </a:lnTo>
                <a:lnTo>
                  <a:pt x="10545" y="9275"/>
                </a:lnTo>
                <a:lnTo>
                  <a:pt x="11362" y="9547"/>
                </a:lnTo>
                <a:lnTo>
                  <a:pt x="12446" y="9910"/>
                </a:lnTo>
                <a:lnTo>
                  <a:pt x="13906" y="10394"/>
                </a:lnTo>
                <a:lnTo>
                  <a:pt x="15846" y="11042"/>
                </a:lnTo>
                <a:lnTo>
                  <a:pt x="18375" y="11884"/>
                </a:lnTo>
                <a:lnTo>
                  <a:pt x="21600" y="12960"/>
                </a:lnTo>
                <a:lnTo>
                  <a:pt x="19773" y="15617"/>
                </a:lnTo>
                <a:lnTo>
                  <a:pt x="18395" y="17548"/>
                </a:lnTo>
                <a:lnTo>
                  <a:pt x="17317" y="18904"/>
                </a:lnTo>
                <a:lnTo>
                  <a:pt x="16384" y="19837"/>
                </a:lnTo>
                <a:lnTo>
                  <a:pt x="15448" y="20498"/>
                </a:lnTo>
                <a:lnTo>
                  <a:pt x="14358" y="21034"/>
                </a:lnTo>
                <a:lnTo>
                  <a:pt x="12960" y="21600"/>
                </a:lnTo>
                <a:lnTo>
                  <a:pt x="11539" y="20727"/>
                </a:lnTo>
                <a:lnTo>
                  <a:pt x="10150" y="19777"/>
                </a:lnTo>
                <a:lnTo>
                  <a:pt x="8791" y="18744"/>
                </a:lnTo>
                <a:lnTo>
                  <a:pt x="7461" y="17617"/>
                </a:lnTo>
                <a:lnTo>
                  <a:pt x="6156" y="16394"/>
                </a:lnTo>
                <a:lnTo>
                  <a:pt x="4879" y="15072"/>
                </a:lnTo>
                <a:lnTo>
                  <a:pt x="3627" y="13638"/>
                </a:lnTo>
                <a:lnTo>
                  <a:pt x="2395" y="12092"/>
                </a:lnTo>
                <a:lnTo>
                  <a:pt x="1188" y="10428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5752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6" name="contour_13264"/>
          <p:cNvSpPr/>
          <p:nvPr/>
        </p:nvSpPr>
        <p:spPr>
          <a:xfrm>
            <a:off x="4966209" y="2820453"/>
            <a:ext cx="6559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204" y="3411"/>
                </a:lnTo>
                <a:lnTo>
                  <a:pt x="20808" y="6826"/>
                </a:lnTo>
                <a:lnTo>
                  <a:pt x="20410" y="10257"/>
                </a:lnTo>
                <a:lnTo>
                  <a:pt x="20009" y="13704"/>
                </a:lnTo>
                <a:lnTo>
                  <a:pt x="19606" y="17171"/>
                </a:lnTo>
                <a:lnTo>
                  <a:pt x="19200" y="20670"/>
                </a:lnTo>
                <a:lnTo>
                  <a:pt x="17342" y="21290"/>
                </a:lnTo>
                <a:lnTo>
                  <a:pt x="16039" y="21600"/>
                </a:lnTo>
                <a:lnTo>
                  <a:pt x="14945" y="21600"/>
                </a:lnTo>
                <a:lnTo>
                  <a:pt x="13714" y="21290"/>
                </a:lnTo>
                <a:lnTo>
                  <a:pt x="12000" y="20670"/>
                </a:lnTo>
                <a:lnTo>
                  <a:pt x="12000" y="17254"/>
                </a:lnTo>
                <a:lnTo>
                  <a:pt x="12000" y="13818"/>
                </a:lnTo>
                <a:lnTo>
                  <a:pt x="12000" y="10335"/>
                </a:lnTo>
                <a:lnTo>
                  <a:pt x="10430" y="9188"/>
                </a:lnTo>
                <a:lnTo>
                  <a:pt x="9281" y="8506"/>
                </a:lnTo>
                <a:lnTo>
                  <a:pt x="7992" y="8010"/>
                </a:lnTo>
                <a:lnTo>
                  <a:pt x="6000" y="7431"/>
                </a:lnTo>
                <a:lnTo>
                  <a:pt x="4008" y="6837"/>
                </a:lnTo>
                <a:lnTo>
                  <a:pt x="2719" y="6402"/>
                </a:lnTo>
                <a:lnTo>
                  <a:pt x="1570" y="5917"/>
                </a:lnTo>
                <a:lnTo>
                  <a:pt x="0" y="5167"/>
                </a:lnTo>
                <a:lnTo>
                  <a:pt x="0" y="2604"/>
                </a:lnTo>
                <a:lnTo>
                  <a:pt x="0" y="0"/>
                </a:lnTo>
                <a:close/>
              </a:path>
            </a:pathLst>
          </a:custGeom>
          <a:solidFill>
            <a:srgbClr val="6F6F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7" name="contour_13265"/>
          <p:cNvSpPr/>
          <p:nvPr/>
        </p:nvSpPr>
        <p:spPr>
          <a:xfrm>
            <a:off x="4681977" y="2789027"/>
            <a:ext cx="43728" cy="408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0"/>
                </a:moveTo>
                <a:lnTo>
                  <a:pt x="19220" y="593"/>
                </a:lnTo>
                <a:lnTo>
                  <a:pt x="21600" y="1202"/>
                </a:lnTo>
                <a:lnTo>
                  <a:pt x="21488" y="3754"/>
                </a:lnTo>
                <a:lnTo>
                  <a:pt x="21337" y="6247"/>
                </a:lnTo>
                <a:lnTo>
                  <a:pt x="21114" y="8686"/>
                </a:lnTo>
                <a:lnTo>
                  <a:pt x="20790" y="11087"/>
                </a:lnTo>
                <a:lnTo>
                  <a:pt x="20347" y="13453"/>
                </a:lnTo>
                <a:lnTo>
                  <a:pt x="19750" y="15800"/>
                </a:lnTo>
                <a:lnTo>
                  <a:pt x="18976" y="18136"/>
                </a:lnTo>
                <a:lnTo>
                  <a:pt x="18000" y="20471"/>
                </a:lnTo>
                <a:lnTo>
                  <a:pt x="15390" y="21114"/>
                </a:lnTo>
                <a:lnTo>
                  <a:pt x="12830" y="21477"/>
                </a:lnTo>
                <a:lnTo>
                  <a:pt x="10300" y="21600"/>
                </a:lnTo>
                <a:lnTo>
                  <a:pt x="7772" y="21523"/>
                </a:lnTo>
                <a:lnTo>
                  <a:pt x="5227" y="21280"/>
                </a:lnTo>
                <a:lnTo>
                  <a:pt x="2646" y="20918"/>
                </a:lnTo>
                <a:lnTo>
                  <a:pt x="0" y="20471"/>
                </a:lnTo>
                <a:lnTo>
                  <a:pt x="2416" y="15349"/>
                </a:lnTo>
                <a:lnTo>
                  <a:pt x="4399" y="11241"/>
                </a:lnTo>
                <a:lnTo>
                  <a:pt x="6055" y="8016"/>
                </a:lnTo>
                <a:lnTo>
                  <a:pt x="7477" y="5561"/>
                </a:lnTo>
                <a:lnTo>
                  <a:pt x="8773" y="3746"/>
                </a:lnTo>
                <a:lnTo>
                  <a:pt x="10044" y="2447"/>
                </a:lnTo>
                <a:lnTo>
                  <a:pt x="11387" y="1549"/>
                </a:lnTo>
                <a:lnTo>
                  <a:pt x="12906" y="921"/>
                </a:lnTo>
                <a:lnTo>
                  <a:pt x="14702" y="447"/>
                </a:lnTo>
                <a:lnTo>
                  <a:pt x="16877" y="0"/>
                </a:lnTo>
                <a:close/>
              </a:path>
            </a:pathLst>
          </a:custGeom>
          <a:solidFill>
            <a:srgbClr val="E2E6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8" name="contour_13266"/>
          <p:cNvSpPr/>
          <p:nvPr/>
        </p:nvSpPr>
        <p:spPr>
          <a:xfrm>
            <a:off x="3727250" y="279858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594"/>
                </a:lnTo>
                <a:lnTo>
                  <a:pt x="11956" y="1188"/>
                </a:lnTo>
                <a:lnTo>
                  <a:pt x="14346" y="1786"/>
                </a:lnTo>
                <a:lnTo>
                  <a:pt x="16747" y="2387"/>
                </a:lnTo>
                <a:lnTo>
                  <a:pt x="19163" y="2992"/>
                </a:lnTo>
                <a:lnTo>
                  <a:pt x="21600" y="3600"/>
                </a:lnTo>
                <a:lnTo>
                  <a:pt x="20707" y="5828"/>
                </a:lnTo>
                <a:lnTo>
                  <a:pt x="19818" y="8057"/>
                </a:lnTo>
                <a:lnTo>
                  <a:pt x="18922" y="10292"/>
                </a:lnTo>
                <a:lnTo>
                  <a:pt x="18029" y="12532"/>
                </a:lnTo>
                <a:lnTo>
                  <a:pt x="17129" y="14782"/>
                </a:lnTo>
                <a:lnTo>
                  <a:pt x="16225" y="17042"/>
                </a:lnTo>
                <a:lnTo>
                  <a:pt x="15314" y="19314"/>
                </a:lnTo>
                <a:lnTo>
                  <a:pt x="14400" y="21600"/>
                </a:lnTo>
                <a:lnTo>
                  <a:pt x="12362" y="20581"/>
                </a:lnTo>
                <a:lnTo>
                  <a:pt x="10325" y="19562"/>
                </a:lnTo>
                <a:lnTo>
                  <a:pt x="8280" y="18540"/>
                </a:lnTo>
                <a:lnTo>
                  <a:pt x="6228" y="17514"/>
                </a:lnTo>
                <a:lnTo>
                  <a:pt x="4165" y="16481"/>
                </a:lnTo>
                <a:lnTo>
                  <a:pt x="2092" y="15444"/>
                </a:lnTo>
                <a:lnTo>
                  <a:pt x="0" y="14400"/>
                </a:lnTo>
                <a:lnTo>
                  <a:pt x="1782" y="13507"/>
                </a:lnTo>
                <a:lnTo>
                  <a:pt x="3575" y="12614"/>
                </a:lnTo>
                <a:lnTo>
                  <a:pt x="5375" y="11711"/>
                </a:lnTo>
                <a:lnTo>
                  <a:pt x="7200" y="10800"/>
                </a:lnTo>
                <a:lnTo>
                  <a:pt x="7416" y="8014"/>
                </a:lnTo>
                <a:lnTo>
                  <a:pt x="7524" y="6059"/>
                </a:lnTo>
                <a:lnTo>
                  <a:pt x="7524" y="4417"/>
                </a:lnTo>
                <a:lnTo>
                  <a:pt x="7416" y="2570"/>
                </a:lnTo>
                <a:lnTo>
                  <a:pt x="7200" y="0"/>
                </a:lnTo>
                <a:close/>
              </a:path>
            </a:pathLst>
          </a:custGeom>
          <a:solidFill>
            <a:srgbClr val="3F41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69" name="contour_13267"/>
          <p:cNvSpPr/>
          <p:nvPr/>
        </p:nvSpPr>
        <p:spPr>
          <a:xfrm>
            <a:off x="5337896" y="2784013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20" y="1876"/>
                </a:lnTo>
                <a:lnTo>
                  <a:pt x="16467" y="3748"/>
                </a:lnTo>
                <a:lnTo>
                  <a:pt x="17577" y="5641"/>
                </a:lnTo>
                <a:lnTo>
                  <a:pt x="18484" y="7582"/>
                </a:lnTo>
                <a:lnTo>
                  <a:pt x="19224" y="9598"/>
                </a:lnTo>
                <a:lnTo>
                  <a:pt x="19829" y="11707"/>
                </a:lnTo>
                <a:lnTo>
                  <a:pt x="20336" y="13936"/>
                </a:lnTo>
                <a:lnTo>
                  <a:pt x="20777" y="16312"/>
                </a:lnTo>
                <a:lnTo>
                  <a:pt x="21187" y="18860"/>
                </a:lnTo>
                <a:lnTo>
                  <a:pt x="21600" y="21600"/>
                </a:lnTo>
                <a:lnTo>
                  <a:pt x="19634" y="21006"/>
                </a:lnTo>
                <a:lnTo>
                  <a:pt x="17726" y="20365"/>
                </a:lnTo>
                <a:lnTo>
                  <a:pt x="15868" y="19674"/>
                </a:lnTo>
                <a:lnTo>
                  <a:pt x="14051" y="18929"/>
                </a:lnTo>
                <a:lnTo>
                  <a:pt x="12266" y="18130"/>
                </a:lnTo>
                <a:lnTo>
                  <a:pt x="10506" y="17273"/>
                </a:lnTo>
                <a:lnTo>
                  <a:pt x="8764" y="16358"/>
                </a:lnTo>
                <a:lnTo>
                  <a:pt x="7028" y="15379"/>
                </a:lnTo>
                <a:lnTo>
                  <a:pt x="5292" y="14339"/>
                </a:lnTo>
                <a:lnTo>
                  <a:pt x="3548" y="13230"/>
                </a:lnTo>
                <a:lnTo>
                  <a:pt x="1787" y="12049"/>
                </a:lnTo>
                <a:lnTo>
                  <a:pt x="0" y="10800"/>
                </a:lnTo>
                <a:lnTo>
                  <a:pt x="1728" y="10354"/>
                </a:lnTo>
                <a:lnTo>
                  <a:pt x="3469" y="9904"/>
                </a:lnTo>
                <a:lnTo>
                  <a:pt x="5233" y="9450"/>
                </a:lnTo>
                <a:lnTo>
                  <a:pt x="7830" y="8579"/>
                </a:lnTo>
                <a:lnTo>
                  <a:pt x="9526" y="7826"/>
                </a:lnTo>
                <a:lnTo>
                  <a:pt x="10679" y="6901"/>
                </a:lnTo>
                <a:lnTo>
                  <a:pt x="11659" y="5515"/>
                </a:lnTo>
                <a:lnTo>
                  <a:pt x="12825" y="3377"/>
                </a:lnTo>
                <a:lnTo>
                  <a:pt x="13160" y="1699"/>
                </a:lnTo>
                <a:lnTo>
                  <a:pt x="13500" y="0"/>
                </a:lnTo>
                <a:close/>
              </a:path>
            </a:pathLst>
          </a:custGeom>
          <a:solidFill>
            <a:srgbClr val="3433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0" name="contour_13268"/>
          <p:cNvSpPr/>
          <p:nvPr/>
        </p:nvSpPr>
        <p:spPr>
          <a:xfrm>
            <a:off x="10782026" y="278401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713"/>
                </a:lnTo>
                <a:lnTo>
                  <a:pt x="15084" y="1429"/>
                </a:lnTo>
                <a:lnTo>
                  <a:pt x="17237" y="2146"/>
                </a:lnTo>
                <a:lnTo>
                  <a:pt x="19408" y="2869"/>
                </a:lnTo>
                <a:lnTo>
                  <a:pt x="21600" y="3600"/>
                </a:lnTo>
                <a:lnTo>
                  <a:pt x="21154" y="5828"/>
                </a:lnTo>
                <a:lnTo>
                  <a:pt x="20707" y="8057"/>
                </a:lnTo>
                <a:lnTo>
                  <a:pt x="20261" y="10292"/>
                </a:lnTo>
                <a:lnTo>
                  <a:pt x="19814" y="12532"/>
                </a:lnTo>
                <a:lnTo>
                  <a:pt x="19364" y="14782"/>
                </a:lnTo>
                <a:lnTo>
                  <a:pt x="18911" y="17042"/>
                </a:lnTo>
                <a:lnTo>
                  <a:pt x="18457" y="19314"/>
                </a:lnTo>
                <a:lnTo>
                  <a:pt x="18000" y="21600"/>
                </a:lnTo>
                <a:lnTo>
                  <a:pt x="15462" y="20862"/>
                </a:lnTo>
                <a:lnTo>
                  <a:pt x="13140" y="20084"/>
                </a:lnTo>
                <a:lnTo>
                  <a:pt x="10998" y="19228"/>
                </a:lnTo>
                <a:lnTo>
                  <a:pt x="9000" y="18266"/>
                </a:lnTo>
                <a:lnTo>
                  <a:pt x="7117" y="17168"/>
                </a:lnTo>
                <a:lnTo>
                  <a:pt x="5310" y="15905"/>
                </a:lnTo>
                <a:lnTo>
                  <a:pt x="3542" y="14443"/>
                </a:lnTo>
                <a:lnTo>
                  <a:pt x="1786" y="12751"/>
                </a:lnTo>
                <a:lnTo>
                  <a:pt x="0" y="10800"/>
                </a:lnTo>
                <a:lnTo>
                  <a:pt x="2138" y="10800"/>
                </a:lnTo>
                <a:lnTo>
                  <a:pt x="4284" y="10800"/>
                </a:lnTo>
                <a:lnTo>
                  <a:pt x="6437" y="10800"/>
                </a:lnTo>
                <a:lnTo>
                  <a:pt x="8608" y="10800"/>
                </a:lnTo>
                <a:lnTo>
                  <a:pt x="10800" y="10800"/>
                </a:lnTo>
                <a:lnTo>
                  <a:pt x="10800" y="8662"/>
                </a:lnTo>
                <a:lnTo>
                  <a:pt x="10800" y="6516"/>
                </a:lnTo>
                <a:lnTo>
                  <a:pt x="10800" y="4363"/>
                </a:lnTo>
                <a:lnTo>
                  <a:pt x="10800" y="2192"/>
                </a:lnTo>
                <a:lnTo>
                  <a:pt x="10800" y="0"/>
                </a:lnTo>
                <a:close/>
              </a:path>
            </a:pathLst>
          </a:custGeom>
          <a:solidFill>
            <a:srgbClr val="8E8A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1" name="contour_13269"/>
          <p:cNvSpPr/>
          <p:nvPr/>
        </p:nvSpPr>
        <p:spPr>
          <a:xfrm>
            <a:off x="3770978" y="2774888"/>
            <a:ext cx="58304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674"/>
                </a:moveTo>
                <a:lnTo>
                  <a:pt x="4887" y="731"/>
                </a:lnTo>
                <a:lnTo>
                  <a:pt x="6483" y="193"/>
                </a:lnTo>
                <a:lnTo>
                  <a:pt x="7943" y="0"/>
                </a:lnTo>
                <a:lnTo>
                  <a:pt x="9736" y="100"/>
                </a:lnTo>
                <a:lnTo>
                  <a:pt x="12317" y="425"/>
                </a:lnTo>
                <a:lnTo>
                  <a:pt x="14051" y="611"/>
                </a:lnTo>
                <a:lnTo>
                  <a:pt x="15795" y="790"/>
                </a:lnTo>
                <a:lnTo>
                  <a:pt x="17561" y="976"/>
                </a:lnTo>
                <a:lnTo>
                  <a:pt x="18895" y="1202"/>
                </a:lnTo>
                <a:lnTo>
                  <a:pt x="20239" y="1435"/>
                </a:lnTo>
                <a:lnTo>
                  <a:pt x="21600" y="1674"/>
                </a:lnTo>
                <a:lnTo>
                  <a:pt x="21600" y="6064"/>
                </a:lnTo>
                <a:lnTo>
                  <a:pt x="21600" y="10481"/>
                </a:lnTo>
                <a:lnTo>
                  <a:pt x="21600" y="14958"/>
                </a:lnTo>
                <a:lnTo>
                  <a:pt x="19818" y="15509"/>
                </a:lnTo>
                <a:lnTo>
                  <a:pt x="18036" y="16054"/>
                </a:lnTo>
                <a:lnTo>
                  <a:pt x="16251" y="16605"/>
                </a:lnTo>
                <a:lnTo>
                  <a:pt x="14464" y="17150"/>
                </a:lnTo>
                <a:lnTo>
                  <a:pt x="12674" y="17701"/>
                </a:lnTo>
                <a:lnTo>
                  <a:pt x="10881" y="18252"/>
                </a:lnTo>
                <a:lnTo>
                  <a:pt x="9083" y="18804"/>
                </a:lnTo>
                <a:lnTo>
                  <a:pt x="7279" y="19362"/>
                </a:lnTo>
                <a:lnTo>
                  <a:pt x="5470" y="19920"/>
                </a:lnTo>
                <a:lnTo>
                  <a:pt x="3656" y="20477"/>
                </a:lnTo>
                <a:lnTo>
                  <a:pt x="1831" y="21035"/>
                </a:lnTo>
                <a:lnTo>
                  <a:pt x="0" y="21600"/>
                </a:lnTo>
                <a:lnTo>
                  <a:pt x="535" y="17655"/>
                </a:lnTo>
                <a:lnTo>
                  <a:pt x="1072" y="13696"/>
                </a:lnTo>
                <a:lnTo>
                  <a:pt x="1609" y="9724"/>
                </a:lnTo>
                <a:lnTo>
                  <a:pt x="2152" y="5719"/>
                </a:lnTo>
                <a:lnTo>
                  <a:pt x="2700" y="1674"/>
                </a:lnTo>
                <a:close/>
              </a:path>
            </a:pathLst>
          </a:custGeom>
          <a:solidFill>
            <a:srgbClr val="44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2" name="contour_13270"/>
          <p:cNvSpPr/>
          <p:nvPr/>
        </p:nvSpPr>
        <p:spPr>
          <a:xfrm>
            <a:off x="10745586" y="276943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960" y="2380"/>
                </a:lnTo>
                <a:lnTo>
                  <a:pt x="12960" y="4774"/>
                </a:lnTo>
                <a:lnTo>
                  <a:pt x="12960" y="7200"/>
                </a:lnTo>
                <a:lnTo>
                  <a:pt x="15816" y="7200"/>
                </a:lnTo>
                <a:lnTo>
                  <a:pt x="18688" y="7200"/>
                </a:lnTo>
                <a:lnTo>
                  <a:pt x="21600" y="7200"/>
                </a:lnTo>
                <a:lnTo>
                  <a:pt x="21090" y="9605"/>
                </a:lnTo>
                <a:lnTo>
                  <a:pt x="20550" y="12006"/>
                </a:lnTo>
                <a:lnTo>
                  <a:pt x="19980" y="14400"/>
                </a:lnTo>
                <a:lnTo>
                  <a:pt x="19526" y="16409"/>
                </a:lnTo>
                <a:lnTo>
                  <a:pt x="19068" y="18450"/>
                </a:lnTo>
                <a:lnTo>
                  <a:pt x="18179" y="20012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640" y="19462"/>
                </a:lnTo>
                <a:lnTo>
                  <a:pt x="8640" y="17316"/>
                </a:lnTo>
                <a:lnTo>
                  <a:pt x="8640" y="15163"/>
                </a:lnTo>
                <a:lnTo>
                  <a:pt x="8640" y="12992"/>
                </a:lnTo>
                <a:lnTo>
                  <a:pt x="8640" y="10800"/>
                </a:lnTo>
                <a:lnTo>
                  <a:pt x="5784" y="10800"/>
                </a:lnTo>
                <a:lnTo>
                  <a:pt x="2912" y="1080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6665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3" name="contour_13271"/>
          <p:cNvSpPr/>
          <p:nvPr/>
        </p:nvSpPr>
        <p:spPr>
          <a:xfrm>
            <a:off x="4716996" y="2740285"/>
            <a:ext cx="52437" cy="506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5" y="0"/>
                </a:moveTo>
                <a:lnTo>
                  <a:pt x="1732" y="1240"/>
                </a:lnTo>
                <a:lnTo>
                  <a:pt x="2897" y="2502"/>
                </a:lnTo>
                <a:lnTo>
                  <a:pt x="4362" y="4047"/>
                </a:lnTo>
                <a:lnTo>
                  <a:pt x="5824" y="5557"/>
                </a:lnTo>
                <a:lnTo>
                  <a:pt x="7286" y="7030"/>
                </a:lnTo>
                <a:lnTo>
                  <a:pt x="8754" y="8469"/>
                </a:lnTo>
                <a:lnTo>
                  <a:pt x="10237" y="9868"/>
                </a:lnTo>
                <a:lnTo>
                  <a:pt x="11741" y="11232"/>
                </a:lnTo>
                <a:lnTo>
                  <a:pt x="13272" y="12562"/>
                </a:lnTo>
                <a:lnTo>
                  <a:pt x="14842" y="13852"/>
                </a:lnTo>
                <a:lnTo>
                  <a:pt x="16451" y="15108"/>
                </a:lnTo>
                <a:lnTo>
                  <a:pt x="18109" y="16323"/>
                </a:lnTo>
                <a:lnTo>
                  <a:pt x="19823" y="17504"/>
                </a:lnTo>
                <a:lnTo>
                  <a:pt x="21600" y="18647"/>
                </a:lnTo>
                <a:lnTo>
                  <a:pt x="19820" y="19098"/>
                </a:lnTo>
                <a:lnTo>
                  <a:pt x="18040" y="19539"/>
                </a:lnTo>
                <a:lnTo>
                  <a:pt x="16256" y="19968"/>
                </a:lnTo>
                <a:lnTo>
                  <a:pt x="14470" y="20394"/>
                </a:lnTo>
                <a:lnTo>
                  <a:pt x="12480" y="20882"/>
                </a:lnTo>
                <a:lnTo>
                  <a:pt x="10459" y="21379"/>
                </a:lnTo>
                <a:lnTo>
                  <a:pt x="8169" y="21584"/>
                </a:lnTo>
                <a:lnTo>
                  <a:pt x="6641" y="21600"/>
                </a:lnTo>
                <a:lnTo>
                  <a:pt x="5185" y="21382"/>
                </a:lnTo>
                <a:lnTo>
                  <a:pt x="3119" y="20882"/>
                </a:lnTo>
                <a:lnTo>
                  <a:pt x="1645" y="19521"/>
                </a:lnTo>
                <a:lnTo>
                  <a:pt x="829" y="18380"/>
                </a:lnTo>
                <a:lnTo>
                  <a:pt x="378" y="16832"/>
                </a:lnTo>
                <a:lnTo>
                  <a:pt x="0" y="14265"/>
                </a:lnTo>
                <a:lnTo>
                  <a:pt x="30" y="13510"/>
                </a:lnTo>
                <a:lnTo>
                  <a:pt x="84" y="12180"/>
                </a:lnTo>
                <a:lnTo>
                  <a:pt x="210" y="9131"/>
                </a:lnTo>
                <a:lnTo>
                  <a:pt x="264" y="7425"/>
                </a:lnTo>
                <a:lnTo>
                  <a:pt x="318" y="5709"/>
                </a:lnTo>
                <a:lnTo>
                  <a:pt x="375" y="3969"/>
                </a:lnTo>
                <a:lnTo>
                  <a:pt x="480" y="1998"/>
                </a:lnTo>
                <a:lnTo>
                  <a:pt x="585" y="0"/>
                </a:lnTo>
                <a:close/>
              </a:path>
            </a:pathLst>
          </a:custGeom>
          <a:solidFill>
            <a:srgbClr val="E9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4" name="contour_13272"/>
          <p:cNvSpPr/>
          <p:nvPr/>
        </p:nvSpPr>
        <p:spPr>
          <a:xfrm>
            <a:off x="6861087" y="2740285"/>
            <a:ext cx="29152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010" y="734"/>
                </a:lnTo>
                <a:lnTo>
                  <a:pt x="10400" y="1314"/>
                </a:lnTo>
                <a:lnTo>
                  <a:pt x="13522" y="1820"/>
                </a:lnTo>
                <a:lnTo>
                  <a:pt x="15741" y="2337"/>
                </a:lnTo>
                <a:lnTo>
                  <a:pt x="17420" y="2947"/>
                </a:lnTo>
                <a:lnTo>
                  <a:pt x="18916" y="3737"/>
                </a:lnTo>
                <a:lnTo>
                  <a:pt x="20585" y="4787"/>
                </a:lnTo>
                <a:lnTo>
                  <a:pt x="20920" y="5801"/>
                </a:lnTo>
                <a:lnTo>
                  <a:pt x="21260" y="6820"/>
                </a:lnTo>
                <a:lnTo>
                  <a:pt x="21600" y="7855"/>
                </a:lnTo>
                <a:lnTo>
                  <a:pt x="18900" y="8836"/>
                </a:lnTo>
                <a:lnTo>
                  <a:pt x="16200" y="9818"/>
                </a:lnTo>
                <a:lnTo>
                  <a:pt x="13500" y="10800"/>
                </a:lnTo>
                <a:lnTo>
                  <a:pt x="10800" y="11782"/>
                </a:lnTo>
                <a:lnTo>
                  <a:pt x="9920" y="13076"/>
                </a:lnTo>
                <a:lnTo>
                  <a:pt x="9142" y="14370"/>
                </a:lnTo>
                <a:lnTo>
                  <a:pt x="8451" y="15662"/>
                </a:lnTo>
                <a:lnTo>
                  <a:pt x="7830" y="16962"/>
                </a:lnTo>
                <a:lnTo>
                  <a:pt x="7258" y="18270"/>
                </a:lnTo>
                <a:lnTo>
                  <a:pt x="6728" y="19591"/>
                </a:lnTo>
                <a:lnTo>
                  <a:pt x="6394" y="20090"/>
                </a:lnTo>
                <a:lnTo>
                  <a:pt x="5400" y="21600"/>
                </a:lnTo>
                <a:lnTo>
                  <a:pt x="2722" y="21600"/>
                </a:lnTo>
                <a:lnTo>
                  <a:pt x="0" y="21600"/>
                </a:lnTo>
                <a:lnTo>
                  <a:pt x="0" y="20263"/>
                </a:lnTo>
                <a:lnTo>
                  <a:pt x="0" y="18927"/>
                </a:lnTo>
                <a:lnTo>
                  <a:pt x="0" y="17588"/>
                </a:lnTo>
                <a:lnTo>
                  <a:pt x="0" y="16251"/>
                </a:lnTo>
                <a:lnTo>
                  <a:pt x="0" y="14912"/>
                </a:lnTo>
                <a:lnTo>
                  <a:pt x="0" y="13569"/>
                </a:lnTo>
                <a:lnTo>
                  <a:pt x="0" y="12226"/>
                </a:lnTo>
                <a:lnTo>
                  <a:pt x="0" y="10881"/>
                </a:lnTo>
                <a:lnTo>
                  <a:pt x="0" y="9533"/>
                </a:lnTo>
                <a:lnTo>
                  <a:pt x="0" y="8182"/>
                </a:lnTo>
                <a:lnTo>
                  <a:pt x="0" y="6828"/>
                </a:lnTo>
                <a:lnTo>
                  <a:pt x="0" y="5471"/>
                </a:lnTo>
                <a:lnTo>
                  <a:pt x="0" y="4110"/>
                </a:lnTo>
                <a:lnTo>
                  <a:pt x="0" y="2745"/>
                </a:lnTo>
                <a:lnTo>
                  <a:pt x="0" y="1375"/>
                </a:lnTo>
                <a:lnTo>
                  <a:pt x="0" y="0"/>
                </a:lnTo>
                <a:close/>
              </a:path>
            </a:pathLst>
          </a:custGeom>
          <a:solidFill>
            <a:srgbClr val="60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5" name="contour_13273"/>
          <p:cNvSpPr/>
          <p:nvPr/>
        </p:nvSpPr>
        <p:spPr>
          <a:xfrm>
            <a:off x="4120212" y="2747573"/>
            <a:ext cx="4431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" y="0"/>
                </a:moveTo>
                <a:lnTo>
                  <a:pt x="2636" y="0"/>
                </a:lnTo>
                <a:lnTo>
                  <a:pt x="4998" y="0"/>
                </a:lnTo>
                <a:lnTo>
                  <a:pt x="7392" y="0"/>
                </a:lnTo>
                <a:lnTo>
                  <a:pt x="7886" y="1790"/>
                </a:lnTo>
                <a:lnTo>
                  <a:pt x="8369" y="3583"/>
                </a:lnTo>
                <a:lnTo>
                  <a:pt x="8834" y="5375"/>
                </a:lnTo>
                <a:lnTo>
                  <a:pt x="9278" y="7174"/>
                </a:lnTo>
                <a:lnTo>
                  <a:pt x="9694" y="8979"/>
                </a:lnTo>
                <a:lnTo>
                  <a:pt x="10610" y="11019"/>
                </a:lnTo>
                <a:lnTo>
                  <a:pt x="11729" y="12837"/>
                </a:lnTo>
                <a:lnTo>
                  <a:pt x="13036" y="14475"/>
                </a:lnTo>
                <a:lnTo>
                  <a:pt x="14507" y="15984"/>
                </a:lnTo>
                <a:lnTo>
                  <a:pt x="16119" y="17407"/>
                </a:lnTo>
                <a:lnTo>
                  <a:pt x="17853" y="18786"/>
                </a:lnTo>
                <a:lnTo>
                  <a:pt x="19689" y="20168"/>
                </a:lnTo>
                <a:lnTo>
                  <a:pt x="21600" y="21600"/>
                </a:lnTo>
                <a:lnTo>
                  <a:pt x="19433" y="21270"/>
                </a:lnTo>
                <a:lnTo>
                  <a:pt x="17270" y="20933"/>
                </a:lnTo>
                <a:lnTo>
                  <a:pt x="15103" y="20594"/>
                </a:lnTo>
                <a:lnTo>
                  <a:pt x="12940" y="20248"/>
                </a:lnTo>
                <a:lnTo>
                  <a:pt x="10525" y="19872"/>
                </a:lnTo>
                <a:lnTo>
                  <a:pt x="8070" y="19489"/>
                </a:lnTo>
                <a:lnTo>
                  <a:pt x="5570" y="18878"/>
                </a:lnTo>
                <a:lnTo>
                  <a:pt x="3925" y="18249"/>
                </a:lnTo>
                <a:lnTo>
                  <a:pt x="2408" y="17228"/>
                </a:lnTo>
                <a:lnTo>
                  <a:pt x="288" y="15429"/>
                </a:lnTo>
                <a:lnTo>
                  <a:pt x="89" y="13238"/>
                </a:lnTo>
                <a:lnTo>
                  <a:pt x="0" y="11683"/>
                </a:lnTo>
                <a:lnTo>
                  <a:pt x="0" y="10025"/>
                </a:lnTo>
                <a:lnTo>
                  <a:pt x="67" y="7523"/>
                </a:lnTo>
                <a:lnTo>
                  <a:pt x="117" y="5409"/>
                </a:lnTo>
                <a:lnTo>
                  <a:pt x="163" y="3268"/>
                </a:lnTo>
                <a:lnTo>
                  <a:pt x="224" y="1645"/>
                </a:lnTo>
                <a:lnTo>
                  <a:pt x="288" y="0"/>
                </a:lnTo>
                <a:close/>
              </a:path>
            </a:pathLst>
          </a:custGeom>
          <a:solidFill>
            <a:srgbClr val="A9AB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6" name="contour_13274"/>
          <p:cNvSpPr/>
          <p:nvPr/>
        </p:nvSpPr>
        <p:spPr>
          <a:xfrm>
            <a:off x="2342532" y="274028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038" y="2256"/>
                </a:lnTo>
                <a:lnTo>
                  <a:pt x="20455" y="4419"/>
                </a:lnTo>
                <a:lnTo>
                  <a:pt x="19832" y="6505"/>
                </a:lnTo>
                <a:lnTo>
                  <a:pt x="19141" y="8520"/>
                </a:lnTo>
                <a:lnTo>
                  <a:pt x="18367" y="10479"/>
                </a:lnTo>
                <a:lnTo>
                  <a:pt x="17489" y="12389"/>
                </a:lnTo>
                <a:lnTo>
                  <a:pt x="16484" y="14262"/>
                </a:lnTo>
                <a:lnTo>
                  <a:pt x="15332" y="16111"/>
                </a:lnTo>
                <a:lnTo>
                  <a:pt x="14015" y="17943"/>
                </a:lnTo>
                <a:lnTo>
                  <a:pt x="12510" y="19767"/>
                </a:lnTo>
                <a:lnTo>
                  <a:pt x="10800" y="21600"/>
                </a:lnTo>
                <a:lnTo>
                  <a:pt x="8420" y="21600"/>
                </a:lnTo>
                <a:lnTo>
                  <a:pt x="6026" y="21600"/>
                </a:lnTo>
                <a:lnTo>
                  <a:pt x="3600" y="21600"/>
                </a:lnTo>
                <a:lnTo>
                  <a:pt x="2491" y="19304"/>
                </a:lnTo>
                <a:lnTo>
                  <a:pt x="1750" y="17675"/>
                </a:lnTo>
                <a:lnTo>
                  <a:pt x="1202" y="16268"/>
                </a:lnTo>
                <a:lnTo>
                  <a:pt x="677" y="14639"/>
                </a:lnTo>
                <a:lnTo>
                  <a:pt x="0" y="12343"/>
                </a:lnTo>
                <a:lnTo>
                  <a:pt x="2138" y="12343"/>
                </a:lnTo>
                <a:lnTo>
                  <a:pt x="4284" y="12343"/>
                </a:lnTo>
                <a:lnTo>
                  <a:pt x="6437" y="12343"/>
                </a:lnTo>
                <a:lnTo>
                  <a:pt x="8608" y="12343"/>
                </a:lnTo>
                <a:lnTo>
                  <a:pt x="10800" y="12343"/>
                </a:lnTo>
                <a:lnTo>
                  <a:pt x="10800" y="10306"/>
                </a:lnTo>
                <a:lnTo>
                  <a:pt x="10800" y="8267"/>
                </a:lnTo>
                <a:lnTo>
                  <a:pt x="10800" y="6218"/>
                </a:lnTo>
                <a:lnTo>
                  <a:pt x="10800" y="4160"/>
                </a:lnTo>
                <a:lnTo>
                  <a:pt x="10800" y="2089"/>
                </a:lnTo>
                <a:lnTo>
                  <a:pt x="10800" y="0"/>
                </a:lnTo>
                <a:close/>
              </a:path>
            </a:pathLst>
          </a:custGeom>
          <a:solidFill>
            <a:srgbClr val="6C6C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7" name="contour_13275"/>
          <p:cNvSpPr/>
          <p:nvPr/>
        </p:nvSpPr>
        <p:spPr>
          <a:xfrm>
            <a:off x="1788645" y="2746589"/>
            <a:ext cx="59616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03" y="568"/>
                </a:moveTo>
                <a:lnTo>
                  <a:pt x="15247" y="189"/>
                </a:lnTo>
                <a:lnTo>
                  <a:pt x="16681" y="0"/>
                </a:lnTo>
                <a:lnTo>
                  <a:pt x="17885" y="0"/>
                </a:lnTo>
                <a:lnTo>
                  <a:pt x="19239" y="189"/>
                </a:lnTo>
                <a:lnTo>
                  <a:pt x="21125" y="568"/>
                </a:lnTo>
                <a:lnTo>
                  <a:pt x="21442" y="3546"/>
                </a:lnTo>
                <a:lnTo>
                  <a:pt x="21600" y="5696"/>
                </a:lnTo>
                <a:lnTo>
                  <a:pt x="21600" y="7614"/>
                </a:lnTo>
                <a:lnTo>
                  <a:pt x="21442" y="9906"/>
                </a:lnTo>
                <a:lnTo>
                  <a:pt x="21125" y="13187"/>
                </a:lnTo>
                <a:lnTo>
                  <a:pt x="19313" y="14344"/>
                </a:lnTo>
                <a:lnTo>
                  <a:pt x="17594" y="15332"/>
                </a:lnTo>
                <a:lnTo>
                  <a:pt x="15910" y="16186"/>
                </a:lnTo>
                <a:lnTo>
                  <a:pt x="14209" y="16931"/>
                </a:lnTo>
                <a:lnTo>
                  <a:pt x="12445" y="17587"/>
                </a:lnTo>
                <a:lnTo>
                  <a:pt x="10562" y="18184"/>
                </a:lnTo>
                <a:lnTo>
                  <a:pt x="9047" y="18698"/>
                </a:lnTo>
                <a:lnTo>
                  <a:pt x="7510" y="19228"/>
                </a:lnTo>
                <a:lnTo>
                  <a:pt x="6010" y="19724"/>
                </a:lnTo>
                <a:lnTo>
                  <a:pt x="4510" y="20208"/>
                </a:lnTo>
                <a:lnTo>
                  <a:pt x="3008" y="20679"/>
                </a:lnTo>
                <a:lnTo>
                  <a:pt x="1502" y="21141"/>
                </a:lnTo>
                <a:lnTo>
                  <a:pt x="0" y="21600"/>
                </a:lnTo>
                <a:lnTo>
                  <a:pt x="0" y="18820"/>
                </a:lnTo>
                <a:lnTo>
                  <a:pt x="0" y="16022"/>
                </a:lnTo>
                <a:lnTo>
                  <a:pt x="0" y="13187"/>
                </a:lnTo>
                <a:lnTo>
                  <a:pt x="753" y="13305"/>
                </a:lnTo>
                <a:lnTo>
                  <a:pt x="2081" y="13507"/>
                </a:lnTo>
                <a:lnTo>
                  <a:pt x="5117" y="13978"/>
                </a:lnTo>
                <a:lnTo>
                  <a:pt x="7285" y="13978"/>
                </a:lnTo>
                <a:lnTo>
                  <a:pt x="8698" y="13776"/>
                </a:lnTo>
                <a:lnTo>
                  <a:pt x="10562" y="13187"/>
                </a:lnTo>
                <a:lnTo>
                  <a:pt x="11296" y="10058"/>
                </a:lnTo>
                <a:lnTo>
                  <a:pt x="11801" y="7837"/>
                </a:lnTo>
                <a:lnTo>
                  <a:pt x="12202" y="5918"/>
                </a:lnTo>
                <a:lnTo>
                  <a:pt x="12627" y="3697"/>
                </a:lnTo>
                <a:lnTo>
                  <a:pt x="13203" y="568"/>
                </a:lnTo>
                <a:close/>
              </a:path>
            </a:pathLst>
          </a:custGeom>
          <a:solidFill>
            <a:srgbClr val="AFAF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8" name="contour_13276"/>
          <p:cNvSpPr/>
          <p:nvPr/>
        </p:nvSpPr>
        <p:spPr>
          <a:xfrm>
            <a:off x="2437276" y="2732997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410"/>
                </a:lnTo>
                <a:lnTo>
                  <a:pt x="3290" y="821"/>
                </a:lnTo>
                <a:lnTo>
                  <a:pt x="4937" y="1237"/>
                </a:lnTo>
                <a:lnTo>
                  <a:pt x="6586" y="1647"/>
                </a:lnTo>
                <a:lnTo>
                  <a:pt x="8237" y="2057"/>
                </a:lnTo>
                <a:lnTo>
                  <a:pt x="9890" y="2473"/>
                </a:lnTo>
                <a:lnTo>
                  <a:pt x="11549" y="2889"/>
                </a:lnTo>
                <a:lnTo>
                  <a:pt x="13210" y="3305"/>
                </a:lnTo>
                <a:lnTo>
                  <a:pt x="14875" y="3721"/>
                </a:lnTo>
                <a:lnTo>
                  <a:pt x="16548" y="4136"/>
                </a:lnTo>
                <a:lnTo>
                  <a:pt x="18226" y="4558"/>
                </a:lnTo>
                <a:lnTo>
                  <a:pt x="19908" y="4979"/>
                </a:lnTo>
                <a:lnTo>
                  <a:pt x="21600" y="5400"/>
                </a:lnTo>
                <a:lnTo>
                  <a:pt x="21072" y="6588"/>
                </a:lnTo>
                <a:lnTo>
                  <a:pt x="20542" y="7781"/>
                </a:lnTo>
                <a:lnTo>
                  <a:pt x="19810" y="9428"/>
                </a:lnTo>
                <a:lnTo>
                  <a:pt x="18674" y="11983"/>
                </a:lnTo>
                <a:lnTo>
                  <a:pt x="16939" y="15887"/>
                </a:lnTo>
                <a:lnTo>
                  <a:pt x="14400" y="21600"/>
                </a:lnTo>
                <a:lnTo>
                  <a:pt x="12578" y="21065"/>
                </a:lnTo>
                <a:lnTo>
                  <a:pt x="10975" y="20201"/>
                </a:lnTo>
                <a:lnTo>
                  <a:pt x="9552" y="19024"/>
                </a:lnTo>
                <a:lnTo>
                  <a:pt x="8270" y="17545"/>
                </a:lnTo>
                <a:lnTo>
                  <a:pt x="7090" y="15784"/>
                </a:lnTo>
                <a:lnTo>
                  <a:pt x="5974" y="13748"/>
                </a:lnTo>
                <a:lnTo>
                  <a:pt x="4884" y="11453"/>
                </a:lnTo>
                <a:lnTo>
                  <a:pt x="3780" y="8915"/>
                </a:lnTo>
                <a:lnTo>
                  <a:pt x="2623" y="6156"/>
                </a:lnTo>
                <a:lnTo>
                  <a:pt x="1375" y="3175"/>
                </a:lnTo>
                <a:lnTo>
                  <a:pt x="0" y="0"/>
                </a:lnTo>
                <a:close/>
              </a:path>
            </a:pathLst>
          </a:custGeom>
          <a:solidFill>
            <a:srgbClr val="E5E4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79" name="contour_13277"/>
          <p:cNvSpPr/>
          <p:nvPr/>
        </p:nvSpPr>
        <p:spPr>
          <a:xfrm>
            <a:off x="3814706" y="2739578"/>
            <a:ext cx="72880" cy="225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7"/>
                </a:moveTo>
                <a:lnTo>
                  <a:pt x="1395" y="586"/>
                </a:lnTo>
                <a:lnTo>
                  <a:pt x="2791" y="502"/>
                </a:lnTo>
                <a:lnTo>
                  <a:pt x="4186" y="425"/>
                </a:lnTo>
                <a:lnTo>
                  <a:pt x="5579" y="363"/>
                </a:lnTo>
                <a:lnTo>
                  <a:pt x="6975" y="300"/>
                </a:lnTo>
                <a:lnTo>
                  <a:pt x="8370" y="244"/>
                </a:lnTo>
                <a:lnTo>
                  <a:pt x="8964" y="195"/>
                </a:lnTo>
                <a:lnTo>
                  <a:pt x="10757" y="63"/>
                </a:lnTo>
                <a:lnTo>
                  <a:pt x="13386" y="0"/>
                </a:lnTo>
                <a:lnTo>
                  <a:pt x="15396" y="49"/>
                </a:lnTo>
                <a:lnTo>
                  <a:pt x="16917" y="300"/>
                </a:lnTo>
                <a:lnTo>
                  <a:pt x="18073" y="837"/>
                </a:lnTo>
                <a:lnTo>
                  <a:pt x="18993" y="1751"/>
                </a:lnTo>
                <a:lnTo>
                  <a:pt x="19803" y="3132"/>
                </a:lnTo>
                <a:lnTo>
                  <a:pt x="20630" y="5070"/>
                </a:lnTo>
                <a:lnTo>
                  <a:pt x="21600" y="7651"/>
                </a:lnTo>
                <a:lnTo>
                  <a:pt x="21600" y="12261"/>
                </a:lnTo>
                <a:lnTo>
                  <a:pt x="21600" y="16899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7" y="21600"/>
                </a:lnTo>
                <a:lnTo>
                  <a:pt x="17312" y="21600"/>
                </a:lnTo>
                <a:lnTo>
                  <a:pt x="15872" y="21600"/>
                </a:lnTo>
                <a:lnTo>
                  <a:pt x="14422" y="21600"/>
                </a:lnTo>
                <a:lnTo>
                  <a:pt x="12960" y="21600"/>
                </a:lnTo>
                <a:lnTo>
                  <a:pt x="12960" y="16990"/>
                </a:lnTo>
                <a:lnTo>
                  <a:pt x="12960" y="12352"/>
                </a:lnTo>
                <a:lnTo>
                  <a:pt x="12960" y="7651"/>
                </a:lnTo>
                <a:lnTo>
                  <a:pt x="12390" y="8153"/>
                </a:lnTo>
                <a:lnTo>
                  <a:pt x="10673" y="9667"/>
                </a:lnTo>
                <a:lnTo>
                  <a:pt x="9932" y="10246"/>
                </a:lnTo>
                <a:lnTo>
                  <a:pt x="7694" y="12010"/>
                </a:lnTo>
                <a:lnTo>
                  <a:pt x="6957" y="12617"/>
                </a:lnTo>
                <a:lnTo>
                  <a:pt x="4733" y="14465"/>
                </a:lnTo>
                <a:lnTo>
                  <a:pt x="3456" y="14542"/>
                </a:lnTo>
                <a:lnTo>
                  <a:pt x="2160" y="14626"/>
                </a:lnTo>
                <a:lnTo>
                  <a:pt x="1324" y="10573"/>
                </a:lnTo>
                <a:lnTo>
                  <a:pt x="821" y="7770"/>
                </a:lnTo>
                <a:lnTo>
                  <a:pt x="447" y="4910"/>
                </a:lnTo>
                <a:lnTo>
                  <a:pt x="0" y="677"/>
                </a:lnTo>
                <a:close/>
              </a:path>
            </a:pathLst>
          </a:custGeom>
          <a:solidFill>
            <a:srgbClr val="6F6A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0" name="contour_13278"/>
          <p:cNvSpPr/>
          <p:nvPr/>
        </p:nvSpPr>
        <p:spPr>
          <a:xfrm>
            <a:off x="6904815" y="2718421"/>
            <a:ext cx="51016" cy="30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05"/>
                </a:lnTo>
                <a:lnTo>
                  <a:pt x="4280" y="1011"/>
                </a:lnTo>
                <a:lnTo>
                  <a:pt x="6421" y="1516"/>
                </a:lnTo>
                <a:lnTo>
                  <a:pt x="8566" y="2026"/>
                </a:lnTo>
                <a:lnTo>
                  <a:pt x="10720" y="2532"/>
                </a:lnTo>
                <a:lnTo>
                  <a:pt x="12877" y="3042"/>
                </a:lnTo>
                <a:lnTo>
                  <a:pt x="15043" y="3552"/>
                </a:lnTo>
                <a:lnTo>
                  <a:pt x="17218" y="4068"/>
                </a:lnTo>
                <a:lnTo>
                  <a:pt x="19403" y="4583"/>
                </a:lnTo>
                <a:lnTo>
                  <a:pt x="21600" y="5104"/>
                </a:lnTo>
                <a:lnTo>
                  <a:pt x="21600" y="8136"/>
                </a:lnTo>
                <a:lnTo>
                  <a:pt x="21600" y="11178"/>
                </a:lnTo>
                <a:lnTo>
                  <a:pt x="21600" y="14230"/>
                </a:lnTo>
                <a:lnTo>
                  <a:pt x="21600" y="17308"/>
                </a:lnTo>
                <a:lnTo>
                  <a:pt x="21600" y="20416"/>
                </a:lnTo>
                <a:lnTo>
                  <a:pt x="19511" y="20783"/>
                </a:lnTo>
                <a:lnTo>
                  <a:pt x="17444" y="21105"/>
                </a:lnTo>
                <a:lnTo>
                  <a:pt x="15388" y="21360"/>
                </a:lnTo>
                <a:lnTo>
                  <a:pt x="13346" y="21534"/>
                </a:lnTo>
                <a:lnTo>
                  <a:pt x="11306" y="21600"/>
                </a:lnTo>
                <a:lnTo>
                  <a:pt x="9266" y="21544"/>
                </a:lnTo>
                <a:lnTo>
                  <a:pt x="7221" y="21340"/>
                </a:lnTo>
                <a:lnTo>
                  <a:pt x="5162" y="20972"/>
                </a:lnTo>
                <a:lnTo>
                  <a:pt x="3086" y="20416"/>
                </a:lnTo>
                <a:lnTo>
                  <a:pt x="1858" y="17083"/>
                </a:lnTo>
                <a:lnTo>
                  <a:pt x="1052" y="13959"/>
                </a:lnTo>
                <a:lnTo>
                  <a:pt x="562" y="10861"/>
                </a:lnTo>
                <a:lnTo>
                  <a:pt x="293" y="7620"/>
                </a:lnTo>
                <a:lnTo>
                  <a:pt x="139" y="4058"/>
                </a:lnTo>
                <a:lnTo>
                  <a:pt x="0" y="0"/>
                </a:lnTo>
                <a:close/>
              </a:path>
            </a:pathLst>
          </a:custGeom>
          <a:solidFill>
            <a:srgbClr val="3031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1" name="contour_13279"/>
          <p:cNvSpPr/>
          <p:nvPr/>
        </p:nvSpPr>
        <p:spPr>
          <a:xfrm>
            <a:off x="5214001" y="2724521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1600" y="4270"/>
                </a:lnTo>
                <a:lnTo>
                  <a:pt x="21600" y="7700"/>
                </a:lnTo>
                <a:lnTo>
                  <a:pt x="21600" y="11145"/>
                </a:lnTo>
                <a:lnTo>
                  <a:pt x="21600" y="14606"/>
                </a:lnTo>
                <a:lnTo>
                  <a:pt x="21600" y="18087"/>
                </a:lnTo>
                <a:lnTo>
                  <a:pt x="21600" y="21600"/>
                </a:lnTo>
                <a:lnTo>
                  <a:pt x="18926" y="20957"/>
                </a:lnTo>
                <a:lnTo>
                  <a:pt x="16252" y="20313"/>
                </a:lnTo>
                <a:lnTo>
                  <a:pt x="13569" y="19670"/>
                </a:lnTo>
                <a:lnTo>
                  <a:pt x="10882" y="19026"/>
                </a:lnTo>
                <a:lnTo>
                  <a:pt x="8182" y="18378"/>
                </a:lnTo>
                <a:lnTo>
                  <a:pt x="5469" y="17724"/>
                </a:lnTo>
                <a:lnTo>
                  <a:pt x="2743" y="17070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D7DA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2" name="contour_13280"/>
          <p:cNvSpPr/>
          <p:nvPr/>
        </p:nvSpPr>
        <p:spPr>
          <a:xfrm>
            <a:off x="1672037" y="2725709"/>
            <a:ext cx="72880" cy="423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575" y="1686"/>
                </a:lnTo>
                <a:lnTo>
                  <a:pt x="10519" y="3387"/>
                </a:lnTo>
                <a:lnTo>
                  <a:pt x="11474" y="5107"/>
                </a:lnTo>
                <a:lnTo>
                  <a:pt x="12524" y="6863"/>
                </a:lnTo>
                <a:lnTo>
                  <a:pt x="13582" y="8527"/>
                </a:lnTo>
                <a:lnTo>
                  <a:pt x="14656" y="10113"/>
                </a:lnTo>
                <a:lnTo>
                  <a:pt x="15746" y="11628"/>
                </a:lnTo>
                <a:lnTo>
                  <a:pt x="16859" y="13084"/>
                </a:lnTo>
                <a:lnTo>
                  <a:pt x="17995" y="14499"/>
                </a:lnTo>
                <a:lnTo>
                  <a:pt x="19164" y="15877"/>
                </a:lnTo>
                <a:lnTo>
                  <a:pt x="20362" y="17229"/>
                </a:lnTo>
                <a:lnTo>
                  <a:pt x="21600" y="18569"/>
                </a:lnTo>
                <a:lnTo>
                  <a:pt x="19945" y="19832"/>
                </a:lnTo>
                <a:lnTo>
                  <a:pt x="18494" y="20761"/>
                </a:lnTo>
                <a:lnTo>
                  <a:pt x="17157" y="21351"/>
                </a:lnTo>
                <a:lnTo>
                  <a:pt x="15846" y="21600"/>
                </a:lnTo>
                <a:lnTo>
                  <a:pt x="14472" y="21496"/>
                </a:lnTo>
                <a:lnTo>
                  <a:pt x="12945" y="21032"/>
                </a:lnTo>
                <a:lnTo>
                  <a:pt x="11180" y="20207"/>
                </a:lnTo>
                <a:lnTo>
                  <a:pt x="9832" y="19145"/>
                </a:lnTo>
                <a:lnTo>
                  <a:pt x="8489" y="18057"/>
                </a:lnTo>
                <a:lnTo>
                  <a:pt x="7154" y="16943"/>
                </a:lnTo>
                <a:lnTo>
                  <a:pt x="6115" y="16118"/>
                </a:lnTo>
                <a:lnTo>
                  <a:pt x="5059" y="15283"/>
                </a:lnTo>
                <a:lnTo>
                  <a:pt x="3789" y="14265"/>
                </a:lnTo>
                <a:lnTo>
                  <a:pt x="2523" y="13233"/>
                </a:lnTo>
                <a:lnTo>
                  <a:pt x="1261" y="12189"/>
                </a:lnTo>
                <a:lnTo>
                  <a:pt x="0" y="11142"/>
                </a:lnTo>
                <a:lnTo>
                  <a:pt x="937" y="10867"/>
                </a:lnTo>
                <a:lnTo>
                  <a:pt x="1890" y="10592"/>
                </a:lnTo>
                <a:lnTo>
                  <a:pt x="2495" y="10380"/>
                </a:lnTo>
                <a:lnTo>
                  <a:pt x="4320" y="9749"/>
                </a:lnTo>
                <a:lnTo>
                  <a:pt x="5525" y="9359"/>
                </a:lnTo>
                <a:lnTo>
                  <a:pt x="6750" y="8965"/>
                </a:lnTo>
                <a:lnTo>
                  <a:pt x="7687" y="8204"/>
                </a:lnTo>
                <a:lnTo>
                  <a:pt x="8640" y="7428"/>
                </a:lnTo>
                <a:lnTo>
                  <a:pt x="8640" y="4973"/>
                </a:lnTo>
                <a:lnTo>
                  <a:pt x="8640" y="2503"/>
                </a:lnTo>
                <a:lnTo>
                  <a:pt x="8640" y="0"/>
                </a:lnTo>
                <a:close/>
              </a:path>
            </a:pathLst>
          </a:custGeom>
          <a:solidFill>
            <a:srgbClr val="82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3" name="contour_13281"/>
          <p:cNvSpPr/>
          <p:nvPr/>
        </p:nvSpPr>
        <p:spPr>
          <a:xfrm>
            <a:off x="7954285" y="270384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146" y="19"/>
                </a:lnTo>
                <a:lnTo>
                  <a:pt x="9670" y="142"/>
                </a:lnTo>
                <a:lnTo>
                  <a:pt x="11534" y="481"/>
                </a:lnTo>
                <a:lnTo>
                  <a:pt x="13111" y="1142"/>
                </a:lnTo>
                <a:lnTo>
                  <a:pt x="14771" y="2231"/>
                </a:lnTo>
                <a:lnTo>
                  <a:pt x="16877" y="3857"/>
                </a:lnTo>
                <a:lnTo>
                  <a:pt x="18533" y="5357"/>
                </a:lnTo>
                <a:lnTo>
                  <a:pt x="19577" y="6421"/>
                </a:lnTo>
                <a:lnTo>
                  <a:pt x="20452" y="7551"/>
                </a:lnTo>
                <a:lnTo>
                  <a:pt x="21600" y="9257"/>
                </a:lnTo>
                <a:lnTo>
                  <a:pt x="21416" y="11497"/>
                </a:lnTo>
                <a:lnTo>
                  <a:pt x="21038" y="13556"/>
                </a:lnTo>
                <a:lnTo>
                  <a:pt x="20488" y="15512"/>
                </a:lnTo>
                <a:lnTo>
                  <a:pt x="19782" y="17450"/>
                </a:lnTo>
                <a:lnTo>
                  <a:pt x="18947" y="19452"/>
                </a:lnTo>
                <a:lnTo>
                  <a:pt x="18000" y="21600"/>
                </a:lnTo>
                <a:lnTo>
                  <a:pt x="18000" y="19767"/>
                </a:lnTo>
                <a:lnTo>
                  <a:pt x="18000" y="17928"/>
                </a:lnTo>
                <a:lnTo>
                  <a:pt x="18000" y="16083"/>
                </a:lnTo>
                <a:lnTo>
                  <a:pt x="18000" y="14222"/>
                </a:lnTo>
                <a:lnTo>
                  <a:pt x="18000" y="12343"/>
                </a:lnTo>
                <a:lnTo>
                  <a:pt x="15455" y="12343"/>
                </a:lnTo>
                <a:lnTo>
                  <a:pt x="12906" y="12343"/>
                </a:lnTo>
                <a:lnTo>
                  <a:pt x="10350" y="12343"/>
                </a:lnTo>
                <a:lnTo>
                  <a:pt x="7783" y="12343"/>
                </a:lnTo>
                <a:lnTo>
                  <a:pt x="5206" y="12343"/>
                </a:lnTo>
                <a:lnTo>
                  <a:pt x="2614" y="12343"/>
                </a:lnTo>
                <a:lnTo>
                  <a:pt x="0" y="12343"/>
                </a:lnTo>
                <a:lnTo>
                  <a:pt x="896" y="8267"/>
                </a:lnTo>
                <a:lnTo>
                  <a:pt x="1541" y="5459"/>
                </a:lnTo>
                <a:lnTo>
                  <a:pt x="2030" y="3567"/>
                </a:lnTo>
                <a:lnTo>
                  <a:pt x="2473" y="2256"/>
                </a:lnTo>
                <a:lnTo>
                  <a:pt x="2963" y="1182"/>
                </a:lnTo>
                <a:lnTo>
                  <a:pt x="3600" y="0"/>
                </a:lnTo>
                <a:close/>
              </a:path>
            </a:pathLst>
          </a:custGeom>
          <a:solidFill>
            <a:srgbClr val="47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4" name="contour_13282"/>
          <p:cNvSpPr/>
          <p:nvPr/>
        </p:nvSpPr>
        <p:spPr>
          <a:xfrm>
            <a:off x="5090105" y="2702161"/>
            <a:ext cx="51016" cy="381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178"/>
                </a:moveTo>
                <a:lnTo>
                  <a:pt x="12858" y="91"/>
                </a:lnTo>
                <a:lnTo>
                  <a:pt x="14947" y="0"/>
                </a:lnTo>
                <a:lnTo>
                  <a:pt x="16718" y="475"/>
                </a:lnTo>
                <a:lnTo>
                  <a:pt x="18514" y="954"/>
                </a:lnTo>
                <a:lnTo>
                  <a:pt x="19280" y="3002"/>
                </a:lnTo>
                <a:lnTo>
                  <a:pt x="20045" y="5054"/>
                </a:lnTo>
                <a:lnTo>
                  <a:pt x="20819" y="7123"/>
                </a:lnTo>
                <a:lnTo>
                  <a:pt x="21600" y="9212"/>
                </a:lnTo>
                <a:lnTo>
                  <a:pt x="19767" y="10443"/>
                </a:lnTo>
                <a:lnTo>
                  <a:pt x="17934" y="11669"/>
                </a:lnTo>
                <a:lnTo>
                  <a:pt x="16095" y="12896"/>
                </a:lnTo>
                <a:lnTo>
                  <a:pt x="14256" y="14126"/>
                </a:lnTo>
                <a:lnTo>
                  <a:pt x="12414" y="15361"/>
                </a:lnTo>
                <a:lnTo>
                  <a:pt x="10562" y="16600"/>
                </a:lnTo>
                <a:lnTo>
                  <a:pt x="8705" y="17842"/>
                </a:lnTo>
                <a:lnTo>
                  <a:pt x="6841" y="19089"/>
                </a:lnTo>
                <a:lnTo>
                  <a:pt x="4968" y="20341"/>
                </a:lnTo>
                <a:lnTo>
                  <a:pt x="3086" y="21600"/>
                </a:lnTo>
                <a:lnTo>
                  <a:pt x="1941" y="16315"/>
                </a:lnTo>
                <a:lnTo>
                  <a:pt x="1163" y="12656"/>
                </a:lnTo>
                <a:lnTo>
                  <a:pt x="667" y="10158"/>
                </a:lnTo>
                <a:lnTo>
                  <a:pt x="364" y="8374"/>
                </a:lnTo>
                <a:lnTo>
                  <a:pt x="170" y="6834"/>
                </a:lnTo>
                <a:lnTo>
                  <a:pt x="0" y="5083"/>
                </a:lnTo>
                <a:lnTo>
                  <a:pt x="1771" y="2928"/>
                </a:lnTo>
                <a:lnTo>
                  <a:pt x="3329" y="1532"/>
                </a:lnTo>
                <a:lnTo>
                  <a:pt x="4841" y="727"/>
                </a:lnTo>
                <a:lnTo>
                  <a:pt x="6477" y="347"/>
                </a:lnTo>
                <a:lnTo>
                  <a:pt x="8405" y="219"/>
                </a:lnTo>
                <a:lnTo>
                  <a:pt x="10800" y="178"/>
                </a:lnTo>
                <a:close/>
              </a:path>
            </a:pathLst>
          </a:custGeom>
          <a:solidFill>
            <a:srgbClr val="5957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5" name="contour_13283"/>
          <p:cNvSpPr/>
          <p:nvPr/>
        </p:nvSpPr>
        <p:spPr>
          <a:xfrm>
            <a:off x="2262364" y="2718421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091" y="3564"/>
                </a:lnTo>
                <a:lnTo>
                  <a:pt x="20582" y="7133"/>
                </a:lnTo>
                <a:lnTo>
                  <a:pt x="20069" y="10719"/>
                </a:lnTo>
                <a:lnTo>
                  <a:pt x="19554" y="14321"/>
                </a:lnTo>
                <a:lnTo>
                  <a:pt x="19036" y="17944"/>
                </a:lnTo>
                <a:lnTo>
                  <a:pt x="18514" y="21600"/>
                </a:lnTo>
                <a:lnTo>
                  <a:pt x="16660" y="20682"/>
                </a:lnTo>
                <a:lnTo>
                  <a:pt x="14805" y="19748"/>
                </a:lnTo>
                <a:lnTo>
                  <a:pt x="12954" y="18803"/>
                </a:lnTo>
                <a:lnTo>
                  <a:pt x="11105" y="17842"/>
                </a:lnTo>
                <a:lnTo>
                  <a:pt x="9257" y="16875"/>
                </a:lnTo>
                <a:lnTo>
                  <a:pt x="8492" y="16486"/>
                </a:lnTo>
                <a:lnTo>
                  <a:pt x="7143" y="15795"/>
                </a:lnTo>
                <a:lnTo>
                  <a:pt x="4048" y="14218"/>
                </a:lnTo>
                <a:lnTo>
                  <a:pt x="2712" y="13090"/>
                </a:lnTo>
                <a:lnTo>
                  <a:pt x="1364" y="1195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5053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6" name="contour_13284"/>
          <p:cNvSpPr/>
          <p:nvPr/>
        </p:nvSpPr>
        <p:spPr>
          <a:xfrm>
            <a:off x="6831279" y="2681981"/>
            <a:ext cx="4438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60" y="0"/>
                </a:moveTo>
                <a:lnTo>
                  <a:pt x="13066" y="535"/>
                </a:lnTo>
                <a:lnTo>
                  <a:pt x="15180" y="1072"/>
                </a:lnTo>
                <a:lnTo>
                  <a:pt x="17301" y="1609"/>
                </a:lnTo>
                <a:lnTo>
                  <a:pt x="19440" y="2152"/>
                </a:lnTo>
                <a:lnTo>
                  <a:pt x="21600" y="2700"/>
                </a:lnTo>
                <a:lnTo>
                  <a:pt x="20688" y="4293"/>
                </a:lnTo>
                <a:lnTo>
                  <a:pt x="19766" y="5883"/>
                </a:lnTo>
                <a:lnTo>
                  <a:pt x="18837" y="7468"/>
                </a:lnTo>
                <a:lnTo>
                  <a:pt x="17894" y="9053"/>
                </a:lnTo>
                <a:lnTo>
                  <a:pt x="16947" y="10633"/>
                </a:lnTo>
                <a:lnTo>
                  <a:pt x="16081" y="12107"/>
                </a:lnTo>
                <a:lnTo>
                  <a:pt x="15209" y="13589"/>
                </a:lnTo>
                <a:lnTo>
                  <a:pt x="14326" y="15093"/>
                </a:lnTo>
                <a:lnTo>
                  <a:pt x="12634" y="16843"/>
                </a:lnTo>
                <a:lnTo>
                  <a:pt x="10988" y="18193"/>
                </a:lnTo>
                <a:lnTo>
                  <a:pt x="9303" y="19219"/>
                </a:lnTo>
                <a:lnTo>
                  <a:pt x="7487" y="19996"/>
                </a:lnTo>
                <a:lnTo>
                  <a:pt x="5444" y="20601"/>
                </a:lnTo>
                <a:lnTo>
                  <a:pt x="3086" y="21111"/>
                </a:lnTo>
                <a:lnTo>
                  <a:pt x="319" y="21600"/>
                </a:lnTo>
                <a:lnTo>
                  <a:pt x="106" y="19672"/>
                </a:lnTo>
                <a:lnTo>
                  <a:pt x="0" y="18287"/>
                </a:lnTo>
                <a:lnTo>
                  <a:pt x="0" y="17056"/>
                </a:lnTo>
                <a:lnTo>
                  <a:pt x="106" y="15590"/>
                </a:lnTo>
                <a:lnTo>
                  <a:pt x="319" y="13500"/>
                </a:lnTo>
                <a:lnTo>
                  <a:pt x="1968" y="12914"/>
                </a:lnTo>
                <a:lnTo>
                  <a:pt x="3646" y="12317"/>
                </a:lnTo>
                <a:lnTo>
                  <a:pt x="6342" y="11156"/>
                </a:lnTo>
                <a:lnTo>
                  <a:pt x="7647" y="10101"/>
                </a:lnTo>
                <a:lnTo>
                  <a:pt x="8672" y="8249"/>
                </a:lnTo>
                <a:lnTo>
                  <a:pt x="9176" y="6607"/>
                </a:lnTo>
                <a:lnTo>
                  <a:pt x="9651" y="4960"/>
                </a:lnTo>
                <a:lnTo>
                  <a:pt x="10101" y="3308"/>
                </a:lnTo>
                <a:lnTo>
                  <a:pt x="10534" y="1655"/>
                </a:lnTo>
                <a:lnTo>
                  <a:pt x="10960" y="0"/>
                </a:lnTo>
                <a:close/>
              </a:path>
            </a:pathLst>
          </a:custGeom>
          <a:solidFill>
            <a:srgbClr val="3034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7" name="contour_13285"/>
          <p:cNvSpPr/>
          <p:nvPr/>
        </p:nvSpPr>
        <p:spPr>
          <a:xfrm>
            <a:off x="8428005" y="2673680"/>
            <a:ext cx="58304" cy="520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1"/>
                </a:moveTo>
                <a:lnTo>
                  <a:pt x="20982" y="2178"/>
                </a:lnTo>
                <a:lnTo>
                  <a:pt x="20496" y="3395"/>
                </a:lnTo>
                <a:lnTo>
                  <a:pt x="19886" y="4635"/>
                </a:lnTo>
                <a:lnTo>
                  <a:pt x="18900" y="6472"/>
                </a:lnTo>
                <a:lnTo>
                  <a:pt x="17275" y="6823"/>
                </a:lnTo>
                <a:lnTo>
                  <a:pt x="15647" y="7177"/>
                </a:lnTo>
                <a:lnTo>
                  <a:pt x="14021" y="7531"/>
                </a:lnTo>
                <a:lnTo>
                  <a:pt x="12393" y="7882"/>
                </a:lnTo>
                <a:lnTo>
                  <a:pt x="10768" y="8233"/>
                </a:lnTo>
                <a:lnTo>
                  <a:pt x="9067" y="9240"/>
                </a:lnTo>
                <a:lnTo>
                  <a:pt x="7703" y="10460"/>
                </a:lnTo>
                <a:lnTo>
                  <a:pt x="6607" y="11873"/>
                </a:lnTo>
                <a:lnTo>
                  <a:pt x="5708" y="13455"/>
                </a:lnTo>
                <a:lnTo>
                  <a:pt x="4938" y="15192"/>
                </a:lnTo>
                <a:lnTo>
                  <a:pt x="4226" y="17068"/>
                </a:lnTo>
                <a:lnTo>
                  <a:pt x="3502" y="19058"/>
                </a:lnTo>
                <a:lnTo>
                  <a:pt x="3105" y="20320"/>
                </a:lnTo>
                <a:lnTo>
                  <a:pt x="2700" y="21600"/>
                </a:lnTo>
                <a:lnTo>
                  <a:pt x="2182" y="19718"/>
                </a:lnTo>
                <a:lnTo>
                  <a:pt x="1698" y="17854"/>
                </a:lnTo>
                <a:lnTo>
                  <a:pt x="1261" y="15997"/>
                </a:lnTo>
                <a:lnTo>
                  <a:pt x="875" y="14133"/>
                </a:lnTo>
                <a:lnTo>
                  <a:pt x="551" y="12260"/>
                </a:lnTo>
                <a:lnTo>
                  <a:pt x="289" y="10363"/>
                </a:lnTo>
                <a:lnTo>
                  <a:pt x="105" y="8438"/>
                </a:lnTo>
                <a:lnTo>
                  <a:pt x="0" y="6472"/>
                </a:lnTo>
                <a:lnTo>
                  <a:pt x="1493" y="4738"/>
                </a:lnTo>
                <a:lnTo>
                  <a:pt x="3051" y="3328"/>
                </a:lnTo>
                <a:lnTo>
                  <a:pt x="4671" y="2215"/>
                </a:lnTo>
                <a:lnTo>
                  <a:pt x="6350" y="1365"/>
                </a:lnTo>
                <a:lnTo>
                  <a:pt x="8089" y="747"/>
                </a:lnTo>
                <a:lnTo>
                  <a:pt x="9879" y="336"/>
                </a:lnTo>
                <a:lnTo>
                  <a:pt x="11721" y="97"/>
                </a:lnTo>
                <a:lnTo>
                  <a:pt x="13611" y="0"/>
                </a:lnTo>
                <a:lnTo>
                  <a:pt x="15547" y="12"/>
                </a:lnTo>
                <a:lnTo>
                  <a:pt x="17526" y="109"/>
                </a:lnTo>
                <a:lnTo>
                  <a:pt x="19545" y="254"/>
                </a:lnTo>
                <a:lnTo>
                  <a:pt x="21600" y="421"/>
                </a:lnTo>
                <a:close/>
              </a:path>
            </a:pathLst>
          </a:custGeom>
          <a:solidFill>
            <a:srgbClr val="8C7F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8" name="contour_13286"/>
          <p:cNvSpPr/>
          <p:nvPr/>
        </p:nvSpPr>
        <p:spPr>
          <a:xfrm>
            <a:off x="7108878" y="2660117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854" y="2195"/>
                </a:lnTo>
                <a:lnTo>
                  <a:pt x="6318" y="4419"/>
                </a:lnTo>
                <a:lnTo>
                  <a:pt x="7204" y="6515"/>
                </a:lnTo>
                <a:lnTo>
                  <a:pt x="8100" y="8640"/>
                </a:lnTo>
                <a:lnTo>
                  <a:pt x="10017" y="8558"/>
                </a:lnTo>
                <a:lnTo>
                  <a:pt x="11375" y="8364"/>
                </a:lnTo>
                <a:lnTo>
                  <a:pt x="12828" y="7901"/>
                </a:lnTo>
                <a:lnTo>
                  <a:pt x="15017" y="7020"/>
                </a:lnTo>
                <a:lnTo>
                  <a:pt x="16867" y="6299"/>
                </a:lnTo>
                <a:lnTo>
                  <a:pt x="18741" y="5568"/>
                </a:lnTo>
                <a:lnTo>
                  <a:pt x="19454" y="5257"/>
                </a:lnTo>
                <a:lnTo>
                  <a:pt x="21600" y="4320"/>
                </a:lnTo>
                <a:lnTo>
                  <a:pt x="21600" y="7171"/>
                </a:lnTo>
                <a:lnTo>
                  <a:pt x="21600" y="10027"/>
                </a:lnTo>
                <a:lnTo>
                  <a:pt x="21600" y="12895"/>
                </a:lnTo>
                <a:lnTo>
                  <a:pt x="21600" y="15777"/>
                </a:lnTo>
                <a:lnTo>
                  <a:pt x="21600" y="18675"/>
                </a:lnTo>
                <a:lnTo>
                  <a:pt x="21600" y="21600"/>
                </a:lnTo>
                <a:lnTo>
                  <a:pt x="19815" y="21600"/>
                </a:lnTo>
                <a:lnTo>
                  <a:pt x="18020" y="21600"/>
                </a:lnTo>
                <a:lnTo>
                  <a:pt x="16200" y="21600"/>
                </a:lnTo>
                <a:lnTo>
                  <a:pt x="16200" y="18744"/>
                </a:lnTo>
                <a:lnTo>
                  <a:pt x="16200" y="15872"/>
                </a:lnTo>
                <a:lnTo>
                  <a:pt x="16200" y="12960"/>
                </a:lnTo>
                <a:lnTo>
                  <a:pt x="14418" y="13435"/>
                </a:lnTo>
                <a:lnTo>
                  <a:pt x="12633" y="13910"/>
                </a:lnTo>
                <a:lnTo>
                  <a:pt x="10849" y="14386"/>
                </a:lnTo>
                <a:lnTo>
                  <a:pt x="9059" y="14865"/>
                </a:lnTo>
                <a:lnTo>
                  <a:pt x="7263" y="15345"/>
                </a:lnTo>
                <a:lnTo>
                  <a:pt x="5459" y="15824"/>
                </a:lnTo>
                <a:lnTo>
                  <a:pt x="3650" y="16308"/>
                </a:lnTo>
                <a:lnTo>
                  <a:pt x="1831" y="16792"/>
                </a:lnTo>
                <a:lnTo>
                  <a:pt x="0" y="17280"/>
                </a:lnTo>
                <a:lnTo>
                  <a:pt x="1337" y="16209"/>
                </a:lnTo>
                <a:lnTo>
                  <a:pt x="2678" y="15137"/>
                </a:lnTo>
                <a:lnTo>
                  <a:pt x="4031" y="14053"/>
                </a:lnTo>
                <a:lnTo>
                  <a:pt x="5400" y="12960"/>
                </a:lnTo>
                <a:lnTo>
                  <a:pt x="5562" y="9616"/>
                </a:lnTo>
                <a:lnTo>
                  <a:pt x="5643" y="7271"/>
                </a:lnTo>
                <a:lnTo>
                  <a:pt x="5643" y="5301"/>
                </a:lnTo>
                <a:lnTo>
                  <a:pt x="5562" y="3084"/>
                </a:lnTo>
                <a:lnTo>
                  <a:pt x="5400" y="0"/>
                </a:lnTo>
                <a:close/>
              </a:path>
            </a:pathLst>
          </a:custGeom>
          <a:solidFill>
            <a:srgbClr val="3132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89" name="contour_13287"/>
          <p:cNvSpPr/>
          <p:nvPr/>
        </p:nvSpPr>
        <p:spPr>
          <a:xfrm>
            <a:off x="1861525" y="2645541"/>
            <a:ext cx="3033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80" y="0"/>
                </a:moveTo>
                <a:lnTo>
                  <a:pt x="13436" y="745"/>
                </a:lnTo>
                <a:lnTo>
                  <a:pt x="15538" y="1368"/>
                </a:lnTo>
                <a:lnTo>
                  <a:pt x="17656" y="2207"/>
                </a:lnTo>
                <a:lnTo>
                  <a:pt x="20759" y="3600"/>
                </a:lnTo>
                <a:lnTo>
                  <a:pt x="21341" y="6156"/>
                </a:lnTo>
                <a:lnTo>
                  <a:pt x="21600" y="7970"/>
                </a:lnTo>
                <a:lnTo>
                  <a:pt x="21600" y="9904"/>
                </a:lnTo>
                <a:lnTo>
                  <a:pt x="21408" y="12823"/>
                </a:lnTo>
                <a:lnTo>
                  <a:pt x="21268" y="15289"/>
                </a:lnTo>
                <a:lnTo>
                  <a:pt x="21123" y="17788"/>
                </a:lnTo>
                <a:lnTo>
                  <a:pt x="21034" y="18738"/>
                </a:lnTo>
                <a:lnTo>
                  <a:pt x="20759" y="21600"/>
                </a:lnTo>
                <a:lnTo>
                  <a:pt x="17334" y="21600"/>
                </a:lnTo>
                <a:lnTo>
                  <a:pt x="13904" y="21600"/>
                </a:lnTo>
                <a:lnTo>
                  <a:pt x="10457" y="21600"/>
                </a:lnTo>
                <a:lnTo>
                  <a:pt x="6996" y="21600"/>
                </a:lnTo>
                <a:lnTo>
                  <a:pt x="3514" y="21600"/>
                </a:lnTo>
                <a:lnTo>
                  <a:pt x="0" y="21600"/>
                </a:lnTo>
                <a:lnTo>
                  <a:pt x="1552" y="16999"/>
                </a:lnTo>
                <a:lnTo>
                  <a:pt x="2802" y="13363"/>
                </a:lnTo>
                <a:lnTo>
                  <a:pt x="3846" y="10512"/>
                </a:lnTo>
                <a:lnTo>
                  <a:pt x="4754" y="8273"/>
                </a:lnTo>
                <a:lnTo>
                  <a:pt x="5626" y="6466"/>
                </a:lnTo>
                <a:lnTo>
                  <a:pt x="6534" y="4914"/>
                </a:lnTo>
                <a:lnTo>
                  <a:pt x="7577" y="3438"/>
                </a:lnTo>
                <a:lnTo>
                  <a:pt x="8828" y="1858"/>
                </a:lnTo>
                <a:lnTo>
                  <a:pt x="10380" y="0"/>
                </a:lnTo>
                <a:close/>
              </a:path>
            </a:pathLst>
          </a:custGeom>
          <a:solidFill>
            <a:srgbClr val="0C0C0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0" name="contour_13288"/>
          <p:cNvSpPr/>
          <p:nvPr/>
        </p:nvSpPr>
        <p:spPr>
          <a:xfrm>
            <a:off x="7027763" y="2645541"/>
            <a:ext cx="5925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856"/>
                </a:lnTo>
                <a:lnTo>
                  <a:pt x="21600" y="5728"/>
                </a:lnTo>
                <a:lnTo>
                  <a:pt x="21600" y="8640"/>
                </a:lnTo>
                <a:lnTo>
                  <a:pt x="19955" y="10463"/>
                </a:lnTo>
                <a:lnTo>
                  <a:pt x="18736" y="11737"/>
                </a:lnTo>
                <a:lnTo>
                  <a:pt x="17575" y="12804"/>
                </a:lnTo>
                <a:lnTo>
                  <a:pt x="16106" y="14001"/>
                </a:lnTo>
                <a:lnTo>
                  <a:pt x="13962" y="15660"/>
                </a:lnTo>
                <a:lnTo>
                  <a:pt x="13329" y="16161"/>
                </a:lnTo>
                <a:lnTo>
                  <a:pt x="12216" y="17042"/>
                </a:lnTo>
                <a:lnTo>
                  <a:pt x="9666" y="19068"/>
                </a:lnTo>
                <a:lnTo>
                  <a:pt x="7668" y="20304"/>
                </a:lnTo>
                <a:lnTo>
                  <a:pt x="6185" y="21051"/>
                </a:lnTo>
                <a:lnTo>
                  <a:pt x="4769" y="21436"/>
                </a:lnTo>
                <a:lnTo>
                  <a:pt x="2970" y="21578"/>
                </a:lnTo>
                <a:lnTo>
                  <a:pt x="345" y="21600"/>
                </a:lnTo>
                <a:lnTo>
                  <a:pt x="117" y="18541"/>
                </a:lnTo>
                <a:lnTo>
                  <a:pt x="0" y="16334"/>
                </a:lnTo>
                <a:lnTo>
                  <a:pt x="0" y="14364"/>
                </a:lnTo>
                <a:lnTo>
                  <a:pt x="117" y="12010"/>
                </a:lnTo>
                <a:lnTo>
                  <a:pt x="345" y="8640"/>
                </a:lnTo>
                <a:lnTo>
                  <a:pt x="1990" y="7085"/>
                </a:lnTo>
                <a:lnTo>
                  <a:pt x="3209" y="6039"/>
                </a:lnTo>
                <a:lnTo>
                  <a:pt x="4370" y="5262"/>
                </a:lnTo>
                <a:lnTo>
                  <a:pt x="5840" y="4497"/>
                </a:lnTo>
                <a:lnTo>
                  <a:pt x="7984" y="3508"/>
                </a:lnTo>
                <a:lnTo>
                  <a:pt x="9403" y="2825"/>
                </a:lnTo>
                <a:lnTo>
                  <a:pt x="10832" y="2134"/>
                </a:lnTo>
                <a:lnTo>
                  <a:pt x="12280" y="1434"/>
                </a:lnTo>
                <a:lnTo>
                  <a:pt x="14278" y="734"/>
                </a:lnTo>
                <a:lnTo>
                  <a:pt x="15760" y="311"/>
                </a:lnTo>
                <a:lnTo>
                  <a:pt x="17176" y="91"/>
                </a:lnTo>
                <a:lnTo>
                  <a:pt x="18975" y="13"/>
                </a:lnTo>
                <a:lnTo>
                  <a:pt x="21600" y="0"/>
                </a:lnTo>
                <a:close/>
              </a:path>
            </a:pathLst>
          </a:custGeom>
          <a:solidFill>
            <a:srgbClr val="BCC0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1" name="contour_13289"/>
          <p:cNvSpPr/>
          <p:nvPr/>
        </p:nvSpPr>
        <p:spPr>
          <a:xfrm>
            <a:off x="418502" y="2638253"/>
            <a:ext cx="3849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57" y="0"/>
                </a:moveTo>
                <a:lnTo>
                  <a:pt x="18386" y="0"/>
                </a:lnTo>
                <a:lnTo>
                  <a:pt x="20447" y="0"/>
                </a:lnTo>
                <a:lnTo>
                  <a:pt x="20999" y="3472"/>
                </a:lnTo>
                <a:lnTo>
                  <a:pt x="21391" y="6213"/>
                </a:lnTo>
                <a:lnTo>
                  <a:pt x="21600" y="8359"/>
                </a:lnTo>
                <a:lnTo>
                  <a:pt x="21600" y="10044"/>
                </a:lnTo>
                <a:lnTo>
                  <a:pt x="21371" y="11399"/>
                </a:lnTo>
                <a:lnTo>
                  <a:pt x="20893" y="12560"/>
                </a:lnTo>
                <a:lnTo>
                  <a:pt x="20136" y="13657"/>
                </a:lnTo>
                <a:lnTo>
                  <a:pt x="19085" y="14826"/>
                </a:lnTo>
                <a:lnTo>
                  <a:pt x="17715" y="16200"/>
                </a:lnTo>
                <a:lnTo>
                  <a:pt x="16006" y="17296"/>
                </a:lnTo>
                <a:lnTo>
                  <a:pt x="14656" y="18125"/>
                </a:lnTo>
                <a:lnTo>
                  <a:pt x="13205" y="18946"/>
                </a:lnTo>
                <a:lnTo>
                  <a:pt x="11201" y="20018"/>
                </a:lnTo>
                <a:lnTo>
                  <a:pt x="8179" y="21600"/>
                </a:lnTo>
                <a:lnTo>
                  <a:pt x="7165" y="19929"/>
                </a:lnTo>
                <a:lnTo>
                  <a:pt x="6154" y="18257"/>
                </a:lnTo>
                <a:lnTo>
                  <a:pt x="5136" y="16581"/>
                </a:lnTo>
                <a:lnTo>
                  <a:pt x="4122" y="14901"/>
                </a:lnTo>
                <a:lnTo>
                  <a:pt x="3100" y="13214"/>
                </a:lnTo>
                <a:lnTo>
                  <a:pt x="2073" y="11518"/>
                </a:lnTo>
                <a:lnTo>
                  <a:pt x="1039" y="9814"/>
                </a:lnTo>
                <a:lnTo>
                  <a:pt x="0" y="8100"/>
                </a:lnTo>
                <a:lnTo>
                  <a:pt x="2699" y="8100"/>
                </a:lnTo>
                <a:lnTo>
                  <a:pt x="5402" y="8100"/>
                </a:lnTo>
                <a:lnTo>
                  <a:pt x="8117" y="8100"/>
                </a:lnTo>
                <a:lnTo>
                  <a:pt x="10845" y="8100"/>
                </a:lnTo>
                <a:lnTo>
                  <a:pt x="13589" y="8100"/>
                </a:lnTo>
                <a:lnTo>
                  <a:pt x="16357" y="8100"/>
                </a:lnTo>
                <a:lnTo>
                  <a:pt x="16357" y="6496"/>
                </a:lnTo>
                <a:lnTo>
                  <a:pt x="16357" y="4887"/>
                </a:lnTo>
                <a:lnTo>
                  <a:pt x="16357" y="3272"/>
                </a:lnTo>
                <a:lnTo>
                  <a:pt x="16357" y="1644"/>
                </a:lnTo>
                <a:lnTo>
                  <a:pt x="16357" y="0"/>
                </a:lnTo>
                <a:close/>
              </a:path>
            </a:pathLst>
          </a:custGeom>
          <a:solidFill>
            <a:srgbClr val="4E4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2" name="contour_13290"/>
          <p:cNvSpPr/>
          <p:nvPr/>
        </p:nvSpPr>
        <p:spPr>
          <a:xfrm>
            <a:off x="4601809" y="263825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896" y="21224"/>
                </a:lnTo>
                <a:lnTo>
                  <a:pt x="16196" y="20822"/>
                </a:lnTo>
                <a:lnTo>
                  <a:pt x="13496" y="20408"/>
                </a:lnTo>
                <a:lnTo>
                  <a:pt x="10800" y="19980"/>
                </a:lnTo>
                <a:lnTo>
                  <a:pt x="7785" y="19526"/>
                </a:lnTo>
                <a:lnTo>
                  <a:pt x="4726" y="19068"/>
                </a:lnTo>
                <a:lnTo>
                  <a:pt x="2380" y="18183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2566" y="8640"/>
                </a:lnTo>
                <a:lnTo>
                  <a:pt x="5141" y="8640"/>
                </a:lnTo>
                <a:lnTo>
                  <a:pt x="7724" y="8640"/>
                </a:lnTo>
                <a:lnTo>
                  <a:pt x="10329" y="8640"/>
                </a:lnTo>
                <a:lnTo>
                  <a:pt x="12960" y="8640"/>
                </a:lnTo>
                <a:lnTo>
                  <a:pt x="12960" y="5784"/>
                </a:lnTo>
                <a:lnTo>
                  <a:pt x="12960" y="2912"/>
                </a:lnTo>
                <a:lnTo>
                  <a:pt x="12960" y="0"/>
                </a:lnTo>
                <a:close/>
              </a:path>
            </a:pathLst>
          </a:custGeom>
          <a:solidFill>
            <a:srgbClr val="BEA6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3" name="contour_13291"/>
          <p:cNvSpPr/>
          <p:nvPr/>
        </p:nvSpPr>
        <p:spPr>
          <a:xfrm>
            <a:off x="11044394" y="262367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0"/>
                </a:lnTo>
                <a:lnTo>
                  <a:pt x="3672" y="0"/>
                </a:lnTo>
                <a:lnTo>
                  <a:pt x="5517" y="0"/>
                </a:lnTo>
                <a:lnTo>
                  <a:pt x="7378" y="0"/>
                </a:lnTo>
                <a:lnTo>
                  <a:pt x="9257" y="0"/>
                </a:lnTo>
                <a:lnTo>
                  <a:pt x="9257" y="2856"/>
                </a:lnTo>
                <a:lnTo>
                  <a:pt x="9257" y="5728"/>
                </a:lnTo>
                <a:lnTo>
                  <a:pt x="9257" y="8640"/>
                </a:lnTo>
                <a:lnTo>
                  <a:pt x="11284" y="9711"/>
                </a:lnTo>
                <a:lnTo>
                  <a:pt x="12886" y="10269"/>
                </a:lnTo>
                <a:lnTo>
                  <a:pt x="15429" y="10800"/>
                </a:lnTo>
                <a:lnTo>
                  <a:pt x="17971" y="11331"/>
                </a:lnTo>
                <a:lnTo>
                  <a:pt x="19573" y="11889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344" y="20926"/>
                </a:lnTo>
                <a:lnTo>
                  <a:pt x="17181" y="20226"/>
                </a:lnTo>
                <a:lnTo>
                  <a:pt x="15095" y="19479"/>
                </a:lnTo>
                <a:lnTo>
                  <a:pt x="13080" y="18649"/>
                </a:lnTo>
                <a:lnTo>
                  <a:pt x="11121" y="17721"/>
                </a:lnTo>
                <a:lnTo>
                  <a:pt x="9211" y="16667"/>
                </a:lnTo>
                <a:lnTo>
                  <a:pt x="7338" y="15461"/>
                </a:lnTo>
                <a:lnTo>
                  <a:pt x="5489" y="14079"/>
                </a:lnTo>
                <a:lnTo>
                  <a:pt x="3657" y="12498"/>
                </a:lnTo>
                <a:lnTo>
                  <a:pt x="1833" y="10692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A8AC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4" name="contour_13292"/>
          <p:cNvSpPr/>
          <p:nvPr/>
        </p:nvSpPr>
        <p:spPr>
          <a:xfrm>
            <a:off x="7254638" y="2616389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302" y="2674"/>
                </a:lnTo>
                <a:lnTo>
                  <a:pt x="21005" y="5348"/>
                </a:lnTo>
                <a:lnTo>
                  <a:pt x="20707" y="8031"/>
                </a:lnTo>
                <a:lnTo>
                  <a:pt x="20410" y="10718"/>
                </a:lnTo>
                <a:lnTo>
                  <a:pt x="20110" y="13418"/>
                </a:lnTo>
                <a:lnTo>
                  <a:pt x="19807" y="16131"/>
                </a:lnTo>
                <a:lnTo>
                  <a:pt x="19505" y="18857"/>
                </a:lnTo>
                <a:lnTo>
                  <a:pt x="19200" y="21600"/>
                </a:lnTo>
                <a:lnTo>
                  <a:pt x="17616" y="21241"/>
                </a:lnTo>
                <a:lnTo>
                  <a:pt x="16032" y="20887"/>
                </a:lnTo>
                <a:lnTo>
                  <a:pt x="14446" y="20529"/>
                </a:lnTo>
                <a:lnTo>
                  <a:pt x="12857" y="20174"/>
                </a:lnTo>
                <a:lnTo>
                  <a:pt x="11266" y="19816"/>
                </a:lnTo>
                <a:lnTo>
                  <a:pt x="9672" y="19457"/>
                </a:lnTo>
                <a:lnTo>
                  <a:pt x="8074" y="19099"/>
                </a:lnTo>
                <a:lnTo>
                  <a:pt x="6470" y="18736"/>
                </a:lnTo>
                <a:lnTo>
                  <a:pt x="4862" y="18373"/>
                </a:lnTo>
                <a:lnTo>
                  <a:pt x="3250" y="18010"/>
                </a:lnTo>
                <a:lnTo>
                  <a:pt x="1627" y="17647"/>
                </a:lnTo>
                <a:lnTo>
                  <a:pt x="0" y="17280"/>
                </a:lnTo>
                <a:lnTo>
                  <a:pt x="0" y="15137"/>
                </a:lnTo>
                <a:lnTo>
                  <a:pt x="0" y="12960"/>
                </a:lnTo>
                <a:lnTo>
                  <a:pt x="763" y="12804"/>
                </a:lnTo>
                <a:lnTo>
                  <a:pt x="3065" y="12321"/>
                </a:lnTo>
                <a:lnTo>
                  <a:pt x="3650" y="12174"/>
                </a:lnTo>
                <a:lnTo>
                  <a:pt x="4685" y="11919"/>
                </a:lnTo>
                <a:lnTo>
                  <a:pt x="7051" y="11340"/>
                </a:lnTo>
                <a:lnTo>
                  <a:pt x="8362" y="11038"/>
                </a:lnTo>
                <a:lnTo>
                  <a:pt x="9679" y="10735"/>
                </a:lnTo>
                <a:lnTo>
                  <a:pt x="11016" y="10428"/>
                </a:lnTo>
                <a:lnTo>
                  <a:pt x="11515" y="10165"/>
                </a:lnTo>
                <a:lnTo>
                  <a:pt x="12391" y="9703"/>
                </a:lnTo>
                <a:lnTo>
                  <a:pt x="14400" y="8640"/>
                </a:lnTo>
                <a:lnTo>
                  <a:pt x="15202" y="5979"/>
                </a:lnTo>
                <a:lnTo>
                  <a:pt x="15718" y="4195"/>
                </a:lnTo>
                <a:lnTo>
                  <a:pt x="16176" y="2471"/>
                </a:lnTo>
                <a:lnTo>
                  <a:pt x="16800" y="0"/>
                </a:lnTo>
                <a:close/>
              </a:path>
            </a:pathLst>
          </a:custGeom>
          <a:solidFill>
            <a:srgbClr val="C8D7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5" name="contour_13293"/>
          <p:cNvSpPr/>
          <p:nvPr/>
        </p:nvSpPr>
        <p:spPr>
          <a:xfrm>
            <a:off x="3995485" y="2616389"/>
            <a:ext cx="31841" cy="874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96" y="0"/>
                </a:moveTo>
                <a:lnTo>
                  <a:pt x="18248" y="0"/>
                </a:lnTo>
                <a:lnTo>
                  <a:pt x="20740" y="0"/>
                </a:lnTo>
                <a:lnTo>
                  <a:pt x="21007" y="1210"/>
                </a:lnTo>
                <a:lnTo>
                  <a:pt x="21239" y="2414"/>
                </a:lnTo>
                <a:lnTo>
                  <a:pt x="21427" y="3613"/>
                </a:lnTo>
                <a:lnTo>
                  <a:pt x="21551" y="4808"/>
                </a:lnTo>
                <a:lnTo>
                  <a:pt x="21600" y="6003"/>
                </a:lnTo>
                <a:lnTo>
                  <a:pt x="21560" y="7196"/>
                </a:lnTo>
                <a:lnTo>
                  <a:pt x="21412" y="8393"/>
                </a:lnTo>
                <a:lnTo>
                  <a:pt x="21145" y="9594"/>
                </a:lnTo>
                <a:lnTo>
                  <a:pt x="20740" y="10800"/>
                </a:lnTo>
                <a:lnTo>
                  <a:pt x="17061" y="11300"/>
                </a:lnTo>
                <a:lnTo>
                  <a:pt x="14451" y="11644"/>
                </a:lnTo>
                <a:lnTo>
                  <a:pt x="12197" y="11918"/>
                </a:lnTo>
                <a:lnTo>
                  <a:pt x="9586" y="12208"/>
                </a:lnTo>
                <a:lnTo>
                  <a:pt x="5908" y="12600"/>
                </a:lnTo>
                <a:lnTo>
                  <a:pt x="5414" y="13894"/>
                </a:lnTo>
                <a:lnTo>
                  <a:pt x="5137" y="15178"/>
                </a:lnTo>
                <a:lnTo>
                  <a:pt x="5043" y="16456"/>
                </a:lnTo>
                <a:lnTo>
                  <a:pt x="5107" y="17732"/>
                </a:lnTo>
                <a:lnTo>
                  <a:pt x="5290" y="19012"/>
                </a:lnTo>
                <a:lnTo>
                  <a:pt x="5572" y="20300"/>
                </a:lnTo>
                <a:lnTo>
                  <a:pt x="5908" y="21600"/>
                </a:lnTo>
                <a:lnTo>
                  <a:pt x="3456" y="21600"/>
                </a:lnTo>
                <a:lnTo>
                  <a:pt x="964" y="21600"/>
                </a:lnTo>
                <a:lnTo>
                  <a:pt x="811" y="20363"/>
                </a:lnTo>
                <a:lnTo>
                  <a:pt x="677" y="19127"/>
                </a:lnTo>
                <a:lnTo>
                  <a:pt x="554" y="17888"/>
                </a:lnTo>
                <a:lnTo>
                  <a:pt x="445" y="16650"/>
                </a:lnTo>
                <a:lnTo>
                  <a:pt x="346" y="15412"/>
                </a:lnTo>
                <a:lnTo>
                  <a:pt x="232" y="14261"/>
                </a:lnTo>
                <a:lnTo>
                  <a:pt x="119" y="13104"/>
                </a:lnTo>
                <a:lnTo>
                  <a:pt x="0" y="11932"/>
                </a:lnTo>
                <a:lnTo>
                  <a:pt x="316" y="10964"/>
                </a:lnTo>
                <a:lnTo>
                  <a:pt x="638" y="9988"/>
                </a:lnTo>
                <a:lnTo>
                  <a:pt x="964" y="9000"/>
                </a:lnTo>
                <a:lnTo>
                  <a:pt x="3827" y="8370"/>
                </a:lnTo>
                <a:lnTo>
                  <a:pt x="5809" y="7974"/>
                </a:lnTo>
                <a:lnTo>
                  <a:pt x="7841" y="7639"/>
                </a:lnTo>
                <a:lnTo>
                  <a:pt x="10852" y="7200"/>
                </a:lnTo>
                <a:lnTo>
                  <a:pt x="12202" y="5895"/>
                </a:lnTo>
                <a:lnTo>
                  <a:pt x="12923" y="4932"/>
                </a:lnTo>
                <a:lnTo>
                  <a:pt x="13630" y="3488"/>
                </a:lnTo>
                <a:lnTo>
                  <a:pt x="13952" y="2975"/>
                </a:lnTo>
                <a:lnTo>
                  <a:pt x="14510" y="2070"/>
                </a:lnTo>
                <a:lnTo>
                  <a:pt x="15796" y="0"/>
                </a:lnTo>
                <a:close/>
              </a:path>
            </a:pathLst>
          </a:custGeom>
          <a:solidFill>
            <a:srgbClr val="CCD2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6" name="contour_13294"/>
          <p:cNvSpPr/>
          <p:nvPr/>
        </p:nvSpPr>
        <p:spPr>
          <a:xfrm>
            <a:off x="1227469" y="2609101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256"/>
                </a:lnTo>
                <a:lnTo>
                  <a:pt x="3564" y="509"/>
                </a:lnTo>
                <a:lnTo>
                  <a:pt x="5349" y="765"/>
                </a:lnTo>
                <a:lnTo>
                  <a:pt x="7136" y="1018"/>
                </a:lnTo>
                <a:lnTo>
                  <a:pt x="8926" y="1274"/>
                </a:lnTo>
                <a:lnTo>
                  <a:pt x="10719" y="1531"/>
                </a:lnTo>
                <a:lnTo>
                  <a:pt x="12517" y="1787"/>
                </a:lnTo>
                <a:lnTo>
                  <a:pt x="14321" y="2046"/>
                </a:lnTo>
                <a:lnTo>
                  <a:pt x="16130" y="2305"/>
                </a:lnTo>
                <a:lnTo>
                  <a:pt x="17944" y="2564"/>
                </a:lnTo>
                <a:lnTo>
                  <a:pt x="19769" y="2823"/>
                </a:lnTo>
                <a:lnTo>
                  <a:pt x="21600" y="3086"/>
                </a:lnTo>
                <a:lnTo>
                  <a:pt x="20263" y="4613"/>
                </a:lnTo>
                <a:lnTo>
                  <a:pt x="18919" y="6150"/>
                </a:lnTo>
                <a:lnTo>
                  <a:pt x="17569" y="7693"/>
                </a:lnTo>
                <a:lnTo>
                  <a:pt x="16200" y="9257"/>
                </a:lnTo>
                <a:lnTo>
                  <a:pt x="15836" y="11701"/>
                </a:lnTo>
                <a:lnTo>
                  <a:pt x="15749" y="13401"/>
                </a:lnTo>
                <a:lnTo>
                  <a:pt x="15862" y="15814"/>
                </a:lnTo>
                <a:lnTo>
                  <a:pt x="15914" y="16663"/>
                </a:lnTo>
                <a:lnTo>
                  <a:pt x="16000" y="18166"/>
                </a:lnTo>
                <a:lnTo>
                  <a:pt x="16200" y="21600"/>
                </a:lnTo>
                <a:lnTo>
                  <a:pt x="14415" y="21600"/>
                </a:lnTo>
                <a:lnTo>
                  <a:pt x="12620" y="21600"/>
                </a:lnTo>
                <a:lnTo>
                  <a:pt x="10800" y="21600"/>
                </a:lnTo>
                <a:lnTo>
                  <a:pt x="11024" y="19687"/>
                </a:lnTo>
                <a:lnTo>
                  <a:pt x="11248" y="17764"/>
                </a:lnTo>
                <a:lnTo>
                  <a:pt x="11475" y="15814"/>
                </a:lnTo>
                <a:lnTo>
                  <a:pt x="11478" y="13299"/>
                </a:lnTo>
                <a:lnTo>
                  <a:pt x="11305" y="11599"/>
                </a:lnTo>
                <a:lnTo>
                  <a:pt x="10800" y="9257"/>
                </a:lnTo>
                <a:lnTo>
                  <a:pt x="9188" y="7970"/>
                </a:lnTo>
                <a:lnTo>
                  <a:pt x="7576" y="6890"/>
                </a:lnTo>
                <a:lnTo>
                  <a:pt x="5926" y="5955"/>
                </a:lnTo>
                <a:lnTo>
                  <a:pt x="4201" y="5113"/>
                </a:lnTo>
                <a:lnTo>
                  <a:pt x="2362" y="4305"/>
                </a:lnTo>
                <a:lnTo>
                  <a:pt x="1191" y="3700"/>
                </a:lnTo>
                <a:lnTo>
                  <a:pt x="0" y="3086"/>
                </a:lnTo>
                <a:lnTo>
                  <a:pt x="0" y="1555"/>
                </a:lnTo>
                <a:lnTo>
                  <a:pt x="0" y="0"/>
                </a:lnTo>
                <a:close/>
              </a:path>
            </a:pathLst>
          </a:custGeom>
          <a:solidFill>
            <a:srgbClr val="49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7" name="contour_13295"/>
          <p:cNvSpPr/>
          <p:nvPr/>
        </p:nvSpPr>
        <p:spPr>
          <a:xfrm>
            <a:off x="8078189" y="2608649"/>
            <a:ext cx="36440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4" y="0"/>
                </a:moveTo>
                <a:lnTo>
                  <a:pt x="17436" y="85"/>
                </a:lnTo>
                <a:lnTo>
                  <a:pt x="19505" y="175"/>
                </a:lnTo>
                <a:lnTo>
                  <a:pt x="21600" y="265"/>
                </a:lnTo>
                <a:lnTo>
                  <a:pt x="20943" y="5197"/>
                </a:lnTo>
                <a:lnTo>
                  <a:pt x="20421" y="8662"/>
                </a:lnTo>
                <a:lnTo>
                  <a:pt x="19915" y="11137"/>
                </a:lnTo>
                <a:lnTo>
                  <a:pt x="19302" y="13087"/>
                </a:lnTo>
                <a:lnTo>
                  <a:pt x="18464" y="14995"/>
                </a:lnTo>
                <a:lnTo>
                  <a:pt x="17280" y="17333"/>
                </a:lnTo>
                <a:lnTo>
                  <a:pt x="14416" y="18617"/>
                </a:lnTo>
                <a:lnTo>
                  <a:pt x="11664" y="19569"/>
                </a:lnTo>
                <a:lnTo>
                  <a:pt x="8934" y="20260"/>
                </a:lnTo>
                <a:lnTo>
                  <a:pt x="6134" y="20772"/>
                </a:lnTo>
                <a:lnTo>
                  <a:pt x="3188" y="21195"/>
                </a:lnTo>
                <a:lnTo>
                  <a:pt x="0" y="21600"/>
                </a:lnTo>
                <a:lnTo>
                  <a:pt x="1456" y="15293"/>
                </a:lnTo>
                <a:lnTo>
                  <a:pt x="2678" y="10378"/>
                </a:lnTo>
                <a:lnTo>
                  <a:pt x="3797" y="6678"/>
                </a:lnTo>
                <a:lnTo>
                  <a:pt x="4938" y="4011"/>
                </a:lnTo>
                <a:lnTo>
                  <a:pt x="6225" y="2202"/>
                </a:lnTo>
                <a:lnTo>
                  <a:pt x="7785" y="1075"/>
                </a:lnTo>
                <a:lnTo>
                  <a:pt x="9750" y="452"/>
                </a:lnTo>
                <a:lnTo>
                  <a:pt x="12239" y="149"/>
                </a:lnTo>
                <a:lnTo>
                  <a:pt x="15384" y="0"/>
                </a:lnTo>
                <a:close/>
              </a:path>
            </a:pathLst>
          </a:custGeom>
          <a:solidFill>
            <a:srgbClr val="F8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8" name="contour_13296"/>
          <p:cNvSpPr/>
          <p:nvPr/>
        </p:nvSpPr>
        <p:spPr>
          <a:xfrm>
            <a:off x="8209365" y="259452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581" y="3056"/>
                </a:lnTo>
                <a:lnTo>
                  <a:pt x="19562" y="6113"/>
                </a:lnTo>
                <a:lnTo>
                  <a:pt x="18540" y="9180"/>
                </a:lnTo>
                <a:lnTo>
                  <a:pt x="17514" y="12258"/>
                </a:lnTo>
                <a:lnTo>
                  <a:pt x="16481" y="15352"/>
                </a:lnTo>
                <a:lnTo>
                  <a:pt x="15444" y="18463"/>
                </a:lnTo>
                <a:lnTo>
                  <a:pt x="14400" y="21600"/>
                </a:lnTo>
                <a:lnTo>
                  <a:pt x="10224" y="18857"/>
                </a:lnTo>
                <a:lnTo>
                  <a:pt x="7175" y="16826"/>
                </a:lnTo>
                <a:lnTo>
                  <a:pt x="5000" y="15325"/>
                </a:lnTo>
                <a:lnTo>
                  <a:pt x="3449" y="14159"/>
                </a:lnTo>
                <a:lnTo>
                  <a:pt x="2264" y="13144"/>
                </a:lnTo>
                <a:lnTo>
                  <a:pt x="1199" y="1208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A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299" name="contour_13297"/>
          <p:cNvSpPr/>
          <p:nvPr/>
        </p:nvSpPr>
        <p:spPr>
          <a:xfrm>
            <a:off x="5483656" y="2593293"/>
            <a:ext cx="65592" cy="37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6"/>
                </a:moveTo>
                <a:lnTo>
                  <a:pt x="1615" y="485"/>
                </a:lnTo>
                <a:lnTo>
                  <a:pt x="3218" y="293"/>
                </a:lnTo>
                <a:lnTo>
                  <a:pt x="4817" y="138"/>
                </a:lnTo>
                <a:lnTo>
                  <a:pt x="6410" y="38"/>
                </a:lnTo>
                <a:lnTo>
                  <a:pt x="8002" y="0"/>
                </a:lnTo>
                <a:lnTo>
                  <a:pt x="9595" y="38"/>
                </a:lnTo>
                <a:lnTo>
                  <a:pt x="11189" y="159"/>
                </a:lnTo>
                <a:lnTo>
                  <a:pt x="12790" y="380"/>
                </a:lnTo>
                <a:lnTo>
                  <a:pt x="14400" y="706"/>
                </a:lnTo>
                <a:lnTo>
                  <a:pt x="15283" y="3564"/>
                </a:lnTo>
                <a:lnTo>
                  <a:pt x="15850" y="5646"/>
                </a:lnTo>
                <a:lnTo>
                  <a:pt x="16214" y="7551"/>
                </a:lnTo>
                <a:lnTo>
                  <a:pt x="16493" y="9883"/>
                </a:lnTo>
                <a:lnTo>
                  <a:pt x="16800" y="13242"/>
                </a:lnTo>
                <a:lnTo>
                  <a:pt x="18310" y="16168"/>
                </a:lnTo>
                <a:lnTo>
                  <a:pt x="19313" y="18010"/>
                </a:lnTo>
                <a:lnTo>
                  <a:pt x="20258" y="19561"/>
                </a:lnTo>
                <a:lnTo>
                  <a:pt x="21600" y="21600"/>
                </a:lnTo>
                <a:lnTo>
                  <a:pt x="19903" y="21600"/>
                </a:lnTo>
                <a:lnTo>
                  <a:pt x="18204" y="21600"/>
                </a:lnTo>
                <a:lnTo>
                  <a:pt x="16500" y="21600"/>
                </a:lnTo>
                <a:lnTo>
                  <a:pt x="14789" y="21600"/>
                </a:lnTo>
                <a:lnTo>
                  <a:pt x="13070" y="21600"/>
                </a:lnTo>
                <a:lnTo>
                  <a:pt x="11342" y="21600"/>
                </a:lnTo>
                <a:lnTo>
                  <a:pt x="9600" y="21600"/>
                </a:lnTo>
                <a:lnTo>
                  <a:pt x="9600" y="19118"/>
                </a:lnTo>
                <a:lnTo>
                  <a:pt x="9600" y="16627"/>
                </a:lnTo>
                <a:lnTo>
                  <a:pt x="9600" y="14128"/>
                </a:lnTo>
                <a:lnTo>
                  <a:pt x="9600" y="11609"/>
                </a:lnTo>
                <a:lnTo>
                  <a:pt x="9600" y="9064"/>
                </a:lnTo>
                <a:lnTo>
                  <a:pt x="8016" y="9064"/>
                </a:lnTo>
                <a:lnTo>
                  <a:pt x="6430" y="9064"/>
                </a:lnTo>
                <a:lnTo>
                  <a:pt x="4836" y="9064"/>
                </a:lnTo>
                <a:lnTo>
                  <a:pt x="3235" y="9064"/>
                </a:lnTo>
                <a:lnTo>
                  <a:pt x="1625" y="9064"/>
                </a:lnTo>
                <a:lnTo>
                  <a:pt x="0" y="9064"/>
                </a:lnTo>
                <a:lnTo>
                  <a:pt x="0" y="6302"/>
                </a:lnTo>
                <a:lnTo>
                  <a:pt x="0" y="3523"/>
                </a:lnTo>
                <a:lnTo>
                  <a:pt x="0" y="706"/>
                </a:lnTo>
                <a:close/>
              </a:path>
            </a:pathLst>
          </a:custGeom>
          <a:solidFill>
            <a:srgbClr val="5C5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0" name="contour_13298"/>
          <p:cNvSpPr/>
          <p:nvPr/>
        </p:nvSpPr>
        <p:spPr>
          <a:xfrm>
            <a:off x="1387805" y="2609101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099" y="652"/>
                </a:lnTo>
                <a:lnTo>
                  <a:pt x="10363" y="1175"/>
                </a:lnTo>
                <a:lnTo>
                  <a:pt x="13364" y="1680"/>
                </a:lnTo>
                <a:lnTo>
                  <a:pt x="15670" y="2294"/>
                </a:lnTo>
                <a:lnTo>
                  <a:pt x="17837" y="3132"/>
                </a:lnTo>
                <a:lnTo>
                  <a:pt x="20450" y="4320"/>
                </a:lnTo>
                <a:lnTo>
                  <a:pt x="21232" y="7318"/>
                </a:lnTo>
                <a:lnTo>
                  <a:pt x="21585" y="10122"/>
                </a:lnTo>
                <a:lnTo>
                  <a:pt x="21600" y="12839"/>
                </a:lnTo>
                <a:lnTo>
                  <a:pt x="21355" y="15582"/>
                </a:lnTo>
                <a:lnTo>
                  <a:pt x="20940" y="18468"/>
                </a:lnTo>
                <a:lnTo>
                  <a:pt x="20450" y="21600"/>
                </a:lnTo>
                <a:lnTo>
                  <a:pt x="17076" y="21600"/>
                </a:lnTo>
                <a:lnTo>
                  <a:pt x="13696" y="21600"/>
                </a:lnTo>
                <a:lnTo>
                  <a:pt x="10302" y="21600"/>
                </a:lnTo>
                <a:lnTo>
                  <a:pt x="6892" y="21600"/>
                </a:lnTo>
                <a:lnTo>
                  <a:pt x="346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5C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1" name="contour_13299"/>
          <p:cNvSpPr/>
          <p:nvPr/>
        </p:nvSpPr>
        <p:spPr>
          <a:xfrm>
            <a:off x="11350489" y="2601099"/>
            <a:ext cx="43728" cy="321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88"/>
                </a:lnTo>
                <a:lnTo>
                  <a:pt x="12823" y="171"/>
                </a:lnTo>
                <a:lnTo>
                  <a:pt x="14062" y="206"/>
                </a:lnTo>
                <a:lnTo>
                  <a:pt x="17788" y="303"/>
                </a:lnTo>
                <a:lnTo>
                  <a:pt x="19681" y="392"/>
                </a:lnTo>
                <a:lnTo>
                  <a:pt x="21600" y="480"/>
                </a:lnTo>
                <a:lnTo>
                  <a:pt x="20754" y="3446"/>
                </a:lnTo>
                <a:lnTo>
                  <a:pt x="19879" y="6348"/>
                </a:lnTo>
                <a:lnTo>
                  <a:pt x="18954" y="9197"/>
                </a:lnTo>
                <a:lnTo>
                  <a:pt x="17960" y="11987"/>
                </a:lnTo>
                <a:lnTo>
                  <a:pt x="16884" y="14723"/>
                </a:lnTo>
                <a:lnTo>
                  <a:pt x="15703" y="17415"/>
                </a:lnTo>
                <a:lnTo>
                  <a:pt x="14400" y="20058"/>
                </a:lnTo>
                <a:lnTo>
                  <a:pt x="11614" y="21086"/>
                </a:lnTo>
                <a:lnTo>
                  <a:pt x="9659" y="21600"/>
                </a:lnTo>
                <a:lnTo>
                  <a:pt x="8017" y="21600"/>
                </a:lnTo>
                <a:lnTo>
                  <a:pt x="6170" y="21086"/>
                </a:lnTo>
                <a:lnTo>
                  <a:pt x="3600" y="20058"/>
                </a:lnTo>
                <a:lnTo>
                  <a:pt x="2275" y="16563"/>
                </a:lnTo>
                <a:lnTo>
                  <a:pt x="1426" y="14052"/>
                </a:lnTo>
                <a:lnTo>
                  <a:pt x="878" y="11821"/>
                </a:lnTo>
                <a:lnTo>
                  <a:pt x="461" y="9163"/>
                </a:lnTo>
                <a:lnTo>
                  <a:pt x="0" y="5374"/>
                </a:lnTo>
                <a:lnTo>
                  <a:pt x="2149" y="2540"/>
                </a:lnTo>
                <a:lnTo>
                  <a:pt x="3686" y="1033"/>
                </a:lnTo>
                <a:lnTo>
                  <a:pt x="5353" y="357"/>
                </a:lnTo>
                <a:lnTo>
                  <a:pt x="7888" y="0"/>
                </a:lnTo>
                <a:close/>
              </a:path>
            </a:pathLst>
          </a:custGeom>
          <a:solidFill>
            <a:srgbClr val="D0DB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2" name="contour_13300"/>
          <p:cNvSpPr/>
          <p:nvPr/>
        </p:nvSpPr>
        <p:spPr>
          <a:xfrm>
            <a:off x="1001542" y="2593308"/>
            <a:ext cx="51016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866"/>
                </a:moveTo>
                <a:lnTo>
                  <a:pt x="5249" y="373"/>
                </a:lnTo>
                <a:lnTo>
                  <a:pt x="6823" y="98"/>
                </a:lnTo>
                <a:lnTo>
                  <a:pt x="8260" y="0"/>
                </a:lnTo>
                <a:lnTo>
                  <a:pt x="10013" y="47"/>
                </a:lnTo>
                <a:lnTo>
                  <a:pt x="12534" y="218"/>
                </a:lnTo>
                <a:lnTo>
                  <a:pt x="13287" y="259"/>
                </a:lnTo>
                <a:lnTo>
                  <a:pt x="14617" y="332"/>
                </a:lnTo>
                <a:lnTo>
                  <a:pt x="17660" y="503"/>
                </a:lnTo>
                <a:lnTo>
                  <a:pt x="19616" y="684"/>
                </a:lnTo>
                <a:lnTo>
                  <a:pt x="21600" y="866"/>
                </a:lnTo>
                <a:lnTo>
                  <a:pt x="21600" y="4292"/>
                </a:lnTo>
                <a:lnTo>
                  <a:pt x="21600" y="7739"/>
                </a:lnTo>
                <a:lnTo>
                  <a:pt x="21600" y="11233"/>
                </a:lnTo>
                <a:lnTo>
                  <a:pt x="19560" y="11233"/>
                </a:lnTo>
                <a:lnTo>
                  <a:pt x="17508" y="11233"/>
                </a:lnTo>
                <a:lnTo>
                  <a:pt x="15429" y="11233"/>
                </a:lnTo>
                <a:lnTo>
                  <a:pt x="14663" y="13799"/>
                </a:lnTo>
                <a:lnTo>
                  <a:pt x="13898" y="16380"/>
                </a:lnTo>
                <a:lnTo>
                  <a:pt x="13124" y="18972"/>
                </a:lnTo>
                <a:lnTo>
                  <a:pt x="12343" y="21600"/>
                </a:lnTo>
                <a:lnTo>
                  <a:pt x="10596" y="20133"/>
                </a:lnTo>
                <a:lnTo>
                  <a:pt x="8850" y="18666"/>
                </a:lnTo>
                <a:lnTo>
                  <a:pt x="7097" y="17194"/>
                </a:lnTo>
                <a:lnTo>
                  <a:pt x="5338" y="15717"/>
                </a:lnTo>
                <a:lnTo>
                  <a:pt x="3570" y="14229"/>
                </a:lnTo>
                <a:lnTo>
                  <a:pt x="1793" y="12736"/>
                </a:lnTo>
                <a:lnTo>
                  <a:pt x="0" y="11233"/>
                </a:lnTo>
                <a:lnTo>
                  <a:pt x="765" y="8667"/>
                </a:lnTo>
                <a:lnTo>
                  <a:pt x="1531" y="6086"/>
                </a:lnTo>
                <a:lnTo>
                  <a:pt x="2305" y="3494"/>
                </a:lnTo>
                <a:lnTo>
                  <a:pt x="3086" y="866"/>
                </a:lnTo>
                <a:close/>
              </a:path>
            </a:pathLst>
          </a:custGeom>
          <a:solidFill>
            <a:srgbClr val="9D97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3" name="contour_13301"/>
          <p:cNvSpPr/>
          <p:nvPr/>
        </p:nvSpPr>
        <p:spPr>
          <a:xfrm>
            <a:off x="4754857" y="258723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531" y="4912"/>
                </a:lnTo>
                <a:lnTo>
                  <a:pt x="17846" y="8770"/>
                </a:lnTo>
                <a:lnTo>
                  <a:pt x="16412" y="11746"/>
                </a:lnTo>
                <a:lnTo>
                  <a:pt x="15107" y="14010"/>
                </a:lnTo>
                <a:lnTo>
                  <a:pt x="13794" y="15725"/>
                </a:lnTo>
                <a:lnTo>
                  <a:pt x="12351" y="17068"/>
                </a:lnTo>
                <a:lnTo>
                  <a:pt x="10649" y="18200"/>
                </a:lnTo>
                <a:lnTo>
                  <a:pt x="8554" y="19293"/>
                </a:lnTo>
                <a:lnTo>
                  <a:pt x="5940" y="20520"/>
                </a:lnTo>
                <a:lnTo>
                  <a:pt x="2989" y="21056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1D1E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4" name="contour_13302"/>
          <p:cNvSpPr/>
          <p:nvPr/>
        </p:nvSpPr>
        <p:spPr>
          <a:xfrm>
            <a:off x="1431533" y="257266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07070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5" name="contour_13303"/>
          <p:cNvSpPr/>
          <p:nvPr/>
        </p:nvSpPr>
        <p:spPr>
          <a:xfrm>
            <a:off x="7517006" y="2550797"/>
            <a:ext cx="3678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60" y="0"/>
                </a:moveTo>
                <a:lnTo>
                  <a:pt x="10986" y="645"/>
                </a:lnTo>
                <a:lnTo>
                  <a:pt x="12690" y="1182"/>
                </a:lnTo>
                <a:lnTo>
                  <a:pt x="14466" y="1898"/>
                </a:lnTo>
                <a:lnTo>
                  <a:pt x="17119" y="3086"/>
                </a:lnTo>
                <a:lnTo>
                  <a:pt x="18335" y="5212"/>
                </a:lnTo>
                <a:lnTo>
                  <a:pt x="19075" y="6727"/>
                </a:lnTo>
                <a:lnTo>
                  <a:pt x="19640" y="8347"/>
                </a:lnTo>
                <a:lnTo>
                  <a:pt x="20329" y="10800"/>
                </a:lnTo>
                <a:lnTo>
                  <a:pt x="20958" y="12858"/>
                </a:lnTo>
                <a:lnTo>
                  <a:pt x="21600" y="14947"/>
                </a:lnTo>
                <a:lnTo>
                  <a:pt x="21549" y="15836"/>
                </a:lnTo>
                <a:lnTo>
                  <a:pt x="21399" y="18514"/>
                </a:lnTo>
                <a:lnTo>
                  <a:pt x="19161" y="19770"/>
                </a:lnTo>
                <a:lnTo>
                  <a:pt x="17521" y="20508"/>
                </a:lnTo>
                <a:lnTo>
                  <a:pt x="15681" y="21023"/>
                </a:lnTo>
                <a:lnTo>
                  <a:pt x="12839" y="21600"/>
                </a:lnTo>
                <a:lnTo>
                  <a:pt x="9659" y="20767"/>
                </a:lnTo>
                <a:lnTo>
                  <a:pt x="7370" y="20085"/>
                </a:lnTo>
                <a:lnTo>
                  <a:pt x="5615" y="19381"/>
                </a:lnTo>
                <a:lnTo>
                  <a:pt x="4040" y="18487"/>
                </a:lnTo>
                <a:lnTo>
                  <a:pt x="2290" y="17224"/>
                </a:lnTo>
                <a:lnTo>
                  <a:pt x="0" y="15429"/>
                </a:lnTo>
                <a:lnTo>
                  <a:pt x="668" y="13364"/>
                </a:lnTo>
                <a:lnTo>
                  <a:pt x="1481" y="11362"/>
                </a:lnTo>
                <a:lnTo>
                  <a:pt x="2427" y="9411"/>
                </a:lnTo>
                <a:lnTo>
                  <a:pt x="3484" y="7498"/>
                </a:lnTo>
                <a:lnTo>
                  <a:pt x="4644" y="5613"/>
                </a:lnTo>
                <a:lnTo>
                  <a:pt x="5885" y="3743"/>
                </a:lnTo>
                <a:lnTo>
                  <a:pt x="7194" y="1876"/>
                </a:lnTo>
                <a:lnTo>
                  <a:pt x="8560" y="0"/>
                </a:lnTo>
                <a:close/>
              </a:path>
            </a:pathLst>
          </a:custGeom>
          <a:solidFill>
            <a:srgbClr val="E2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6" name="contour_13304"/>
          <p:cNvSpPr/>
          <p:nvPr/>
        </p:nvSpPr>
        <p:spPr>
          <a:xfrm>
            <a:off x="7049263" y="2552532"/>
            <a:ext cx="45040" cy="363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04"/>
                </a:moveTo>
                <a:lnTo>
                  <a:pt x="20842" y="5996"/>
                </a:lnTo>
                <a:lnTo>
                  <a:pt x="20045" y="8606"/>
                </a:lnTo>
                <a:lnTo>
                  <a:pt x="19188" y="11143"/>
                </a:lnTo>
                <a:lnTo>
                  <a:pt x="18241" y="13605"/>
                </a:lnTo>
                <a:lnTo>
                  <a:pt x="17179" y="16007"/>
                </a:lnTo>
                <a:lnTo>
                  <a:pt x="15980" y="18353"/>
                </a:lnTo>
                <a:lnTo>
                  <a:pt x="14610" y="20646"/>
                </a:lnTo>
                <a:lnTo>
                  <a:pt x="12167" y="21284"/>
                </a:lnTo>
                <a:lnTo>
                  <a:pt x="9898" y="21578"/>
                </a:lnTo>
                <a:lnTo>
                  <a:pt x="7707" y="21600"/>
                </a:lnTo>
                <a:lnTo>
                  <a:pt x="5498" y="21409"/>
                </a:lnTo>
                <a:lnTo>
                  <a:pt x="3174" y="21071"/>
                </a:lnTo>
                <a:lnTo>
                  <a:pt x="629" y="20646"/>
                </a:lnTo>
                <a:lnTo>
                  <a:pt x="210" y="17681"/>
                </a:lnTo>
                <a:lnTo>
                  <a:pt x="0" y="15521"/>
                </a:lnTo>
                <a:lnTo>
                  <a:pt x="0" y="13544"/>
                </a:lnTo>
                <a:lnTo>
                  <a:pt x="210" y="11125"/>
                </a:lnTo>
                <a:lnTo>
                  <a:pt x="629" y="7639"/>
                </a:lnTo>
                <a:lnTo>
                  <a:pt x="2939" y="5372"/>
                </a:lnTo>
                <a:lnTo>
                  <a:pt x="5187" y="3438"/>
                </a:lnTo>
                <a:lnTo>
                  <a:pt x="7403" y="1882"/>
                </a:lnTo>
                <a:lnTo>
                  <a:pt x="9612" y="759"/>
                </a:lnTo>
                <a:lnTo>
                  <a:pt x="11845" y="117"/>
                </a:lnTo>
                <a:lnTo>
                  <a:pt x="14131" y="0"/>
                </a:lnTo>
                <a:lnTo>
                  <a:pt x="16501" y="460"/>
                </a:lnTo>
                <a:lnTo>
                  <a:pt x="18979" y="1543"/>
                </a:lnTo>
                <a:lnTo>
                  <a:pt x="21600" y="3304"/>
                </a:lnTo>
                <a:close/>
              </a:path>
            </a:pathLst>
          </a:custGeom>
          <a:solidFill>
            <a:srgbClr val="A5A9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7" name="contour_13305"/>
          <p:cNvSpPr/>
          <p:nvPr/>
        </p:nvSpPr>
        <p:spPr>
          <a:xfrm>
            <a:off x="5467018" y="2528933"/>
            <a:ext cx="4579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3" y="0"/>
                </a:moveTo>
                <a:lnTo>
                  <a:pt x="1186" y="1728"/>
                </a:lnTo>
                <a:lnTo>
                  <a:pt x="1403" y="3470"/>
                </a:lnTo>
                <a:lnTo>
                  <a:pt x="1619" y="5233"/>
                </a:lnTo>
                <a:lnTo>
                  <a:pt x="2159" y="6998"/>
                </a:lnTo>
                <a:lnTo>
                  <a:pt x="2630" y="8165"/>
                </a:lnTo>
                <a:lnTo>
                  <a:pt x="3293" y="9258"/>
                </a:lnTo>
                <a:lnTo>
                  <a:pt x="4411" y="10800"/>
                </a:lnTo>
                <a:lnTo>
                  <a:pt x="6515" y="11426"/>
                </a:lnTo>
                <a:lnTo>
                  <a:pt x="8619" y="11942"/>
                </a:lnTo>
                <a:lnTo>
                  <a:pt x="10726" y="12363"/>
                </a:lnTo>
                <a:lnTo>
                  <a:pt x="12847" y="12703"/>
                </a:lnTo>
                <a:lnTo>
                  <a:pt x="14989" y="12974"/>
                </a:lnTo>
                <a:lnTo>
                  <a:pt x="17158" y="13187"/>
                </a:lnTo>
                <a:lnTo>
                  <a:pt x="19359" y="13357"/>
                </a:lnTo>
                <a:lnTo>
                  <a:pt x="21600" y="13500"/>
                </a:lnTo>
                <a:lnTo>
                  <a:pt x="20919" y="15104"/>
                </a:lnTo>
                <a:lnTo>
                  <a:pt x="20235" y="16713"/>
                </a:lnTo>
                <a:lnTo>
                  <a:pt x="19551" y="18328"/>
                </a:lnTo>
                <a:lnTo>
                  <a:pt x="18860" y="19956"/>
                </a:lnTo>
                <a:lnTo>
                  <a:pt x="18162" y="21600"/>
                </a:lnTo>
                <a:lnTo>
                  <a:pt x="16072" y="20866"/>
                </a:lnTo>
                <a:lnTo>
                  <a:pt x="14030" y="20115"/>
                </a:lnTo>
                <a:lnTo>
                  <a:pt x="12036" y="19337"/>
                </a:lnTo>
                <a:lnTo>
                  <a:pt x="10087" y="18525"/>
                </a:lnTo>
                <a:lnTo>
                  <a:pt x="8182" y="17661"/>
                </a:lnTo>
                <a:lnTo>
                  <a:pt x="6322" y="16737"/>
                </a:lnTo>
                <a:lnTo>
                  <a:pt x="4500" y="15744"/>
                </a:lnTo>
                <a:lnTo>
                  <a:pt x="2719" y="14669"/>
                </a:lnTo>
                <a:lnTo>
                  <a:pt x="973" y="13500"/>
                </a:lnTo>
                <a:lnTo>
                  <a:pt x="440" y="11524"/>
                </a:lnTo>
                <a:lnTo>
                  <a:pt x="124" y="9601"/>
                </a:lnTo>
                <a:lnTo>
                  <a:pt x="0" y="7709"/>
                </a:lnTo>
                <a:lnTo>
                  <a:pt x="45" y="5824"/>
                </a:lnTo>
                <a:lnTo>
                  <a:pt x="241" y="3926"/>
                </a:lnTo>
                <a:lnTo>
                  <a:pt x="557" y="1993"/>
                </a:lnTo>
                <a:lnTo>
                  <a:pt x="973" y="0"/>
                </a:lnTo>
                <a:close/>
              </a:path>
            </a:pathLst>
          </a:custGeom>
          <a:solidFill>
            <a:srgbClr val="D5DB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8" name="contour_13306"/>
          <p:cNvSpPr/>
          <p:nvPr/>
        </p:nvSpPr>
        <p:spPr>
          <a:xfrm>
            <a:off x="3829282" y="2556635"/>
            <a:ext cx="43728" cy="30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36"/>
                </a:lnTo>
                <a:lnTo>
                  <a:pt x="14425" y="108"/>
                </a:lnTo>
                <a:lnTo>
                  <a:pt x="16056" y="262"/>
                </a:lnTo>
                <a:lnTo>
                  <a:pt x="18277" y="550"/>
                </a:lnTo>
                <a:lnTo>
                  <a:pt x="21600" y="1024"/>
                </a:lnTo>
                <a:lnTo>
                  <a:pt x="21006" y="4419"/>
                </a:lnTo>
                <a:lnTo>
                  <a:pt x="20412" y="7819"/>
                </a:lnTo>
                <a:lnTo>
                  <a:pt x="19814" y="11235"/>
                </a:lnTo>
                <a:lnTo>
                  <a:pt x="19213" y="14666"/>
                </a:lnTo>
                <a:lnTo>
                  <a:pt x="18612" y="18117"/>
                </a:lnTo>
                <a:lnTo>
                  <a:pt x="18000" y="21600"/>
                </a:lnTo>
                <a:lnTo>
                  <a:pt x="15775" y="20962"/>
                </a:lnTo>
                <a:lnTo>
                  <a:pt x="13543" y="20324"/>
                </a:lnTo>
                <a:lnTo>
                  <a:pt x="11311" y="19686"/>
                </a:lnTo>
                <a:lnTo>
                  <a:pt x="9068" y="19049"/>
                </a:lnTo>
                <a:lnTo>
                  <a:pt x="6818" y="18406"/>
                </a:lnTo>
                <a:lnTo>
                  <a:pt x="4561" y="17757"/>
                </a:lnTo>
                <a:lnTo>
                  <a:pt x="2290" y="17109"/>
                </a:lnTo>
                <a:lnTo>
                  <a:pt x="0" y="16456"/>
                </a:lnTo>
                <a:lnTo>
                  <a:pt x="1944" y="10941"/>
                </a:lnTo>
                <a:lnTo>
                  <a:pt x="3442" y="6965"/>
                </a:lnTo>
                <a:lnTo>
                  <a:pt x="4684" y="4228"/>
                </a:lnTo>
                <a:lnTo>
                  <a:pt x="5857" y="2454"/>
                </a:lnTo>
                <a:lnTo>
                  <a:pt x="7153" y="1348"/>
                </a:lnTo>
                <a:lnTo>
                  <a:pt x="8766" y="628"/>
                </a:lnTo>
                <a:lnTo>
                  <a:pt x="10883" y="0"/>
                </a:lnTo>
                <a:close/>
              </a:path>
            </a:pathLst>
          </a:custGeom>
          <a:solidFill>
            <a:srgbClr val="9897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09" name="contour_13307"/>
          <p:cNvSpPr/>
          <p:nvPr/>
        </p:nvSpPr>
        <p:spPr>
          <a:xfrm>
            <a:off x="1460685" y="2550797"/>
            <a:ext cx="4538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38" y="0"/>
                </a:moveTo>
                <a:lnTo>
                  <a:pt x="9445" y="158"/>
                </a:lnTo>
                <a:lnTo>
                  <a:pt x="11839" y="414"/>
                </a:lnTo>
                <a:lnTo>
                  <a:pt x="14146" y="828"/>
                </a:lnTo>
                <a:lnTo>
                  <a:pt x="16393" y="1454"/>
                </a:lnTo>
                <a:lnTo>
                  <a:pt x="18606" y="2358"/>
                </a:lnTo>
                <a:lnTo>
                  <a:pt x="20813" y="3600"/>
                </a:lnTo>
                <a:lnTo>
                  <a:pt x="21281" y="6257"/>
                </a:lnTo>
                <a:lnTo>
                  <a:pt x="21531" y="8798"/>
                </a:lnTo>
                <a:lnTo>
                  <a:pt x="21600" y="11279"/>
                </a:lnTo>
                <a:lnTo>
                  <a:pt x="21524" y="13745"/>
                </a:lnTo>
                <a:lnTo>
                  <a:pt x="21340" y="16254"/>
                </a:lnTo>
                <a:lnTo>
                  <a:pt x="21090" y="18857"/>
                </a:lnTo>
                <a:lnTo>
                  <a:pt x="20813" y="21600"/>
                </a:lnTo>
                <a:lnTo>
                  <a:pt x="19765" y="21420"/>
                </a:lnTo>
                <a:lnTo>
                  <a:pt x="18804" y="21251"/>
                </a:lnTo>
                <a:lnTo>
                  <a:pt x="17753" y="21071"/>
                </a:lnTo>
                <a:lnTo>
                  <a:pt x="16442" y="20844"/>
                </a:lnTo>
                <a:lnTo>
                  <a:pt x="14701" y="20542"/>
                </a:lnTo>
                <a:lnTo>
                  <a:pt x="12356" y="20138"/>
                </a:lnTo>
                <a:lnTo>
                  <a:pt x="9241" y="19598"/>
                </a:lnTo>
                <a:lnTo>
                  <a:pt x="5179" y="18896"/>
                </a:lnTo>
                <a:lnTo>
                  <a:pt x="0" y="18000"/>
                </a:lnTo>
                <a:lnTo>
                  <a:pt x="1717" y="16218"/>
                </a:lnTo>
                <a:lnTo>
                  <a:pt x="3444" y="14425"/>
                </a:lnTo>
                <a:lnTo>
                  <a:pt x="5179" y="12625"/>
                </a:lnTo>
                <a:lnTo>
                  <a:pt x="6938" y="10800"/>
                </a:lnTo>
                <a:lnTo>
                  <a:pt x="7146" y="7906"/>
                </a:lnTo>
                <a:lnTo>
                  <a:pt x="7250" y="5897"/>
                </a:lnTo>
                <a:lnTo>
                  <a:pt x="7250" y="4255"/>
                </a:lnTo>
                <a:lnTo>
                  <a:pt x="7146" y="2462"/>
                </a:lnTo>
                <a:lnTo>
                  <a:pt x="6938" y="0"/>
                </a:lnTo>
                <a:close/>
              </a:path>
            </a:pathLst>
          </a:custGeom>
          <a:solidFill>
            <a:srgbClr val="1010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0" name="contour_13308"/>
          <p:cNvSpPr/>
          <p:nvPr/>
        </p:nvSpPr>
        <p:spPr>
          <a:xfrm>
            <a:off x="1825085" y="2538211"/>
            <a:ext cx="58304" cy="417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42"/>
                </a:moveTo>
                <a:lnTo>
                  <a:pt x="19996" y="2742"/>
                </a:lnTo>
                <a:lnTo>
                  <a:pt x="18387" y="2742"/>
                </a:lnTo>
                <a:lnTo>
                  <a:pt x="16772" y="2742"/>
                </a:lnTo>
                <a:lnTo>
                  <a:pt x="15144" y="2742"/>
                </a:lnTo>
                <a:lnTo>
                  <a:pt x="13500" y="2742"/>
                </a:lnTo>
                <a:lnTo>
                  <a:pt x="13500" y="5408"/>
                </a:lnTo>
                <a:lnTo>
                  <a:pt x="13500" y="8079"/>
                </a:lnTo>
                <a:lnTo>
                  <a:pt x="13500" y="10757"/>
                </a:lnTo>
                <a:lnTo>
                  <a:pt x="13500" y="13446"/>
                </a:lnTo>
                <a:lnTo>
                  <a:pt x="13500" y="16146"/>
                </a:lnTo>
                <a:lnTo>
                  <a:pt x="13500" y="18862"/>
                </a:lnTo>
                <a:lnTo>
                  <a:pt x="13500" y="21600"/>
                </a:lnTo>
                <a:lnTo>
                  <a:pt x="12163" y="20665"/>
                </a:lnTo>
                <a:lnTo>
                  <a:pt x="10819" y="19729"/>
                </a:lnTo>
                <a:lnTo>
                  <a:pt x="9469" y="18783"/>
                </a:lnTo>
                <a:lnTo>
                  <a:pt x="8100" y="17828"/>
                </a:lnTo>
                <a:lnTo>
                  <a:pt x="8100" y="15335"/>
                </a:lnTo>
                <a:lnTo>
                  <a:pt x="8100" y="12827"/>
                </a:lnTo>
                <a:lnTo>
                  <a:pt x="8100" y="10285"/>
                </a:lnTo>
                <a:lnTo>
                  <a:pt x="6091" y="9124"/>
                </a:lnTo>
                <a:lnTo>
                  <a:pt x="4666" y="8347"/>
                </a:lnTo>
                <a:lnTo>
                  <a:pt x="3434" y="7773"/>
                </a:lnTo>
                <a:lnTo>
                  <a:pt x="2009" y="7223"/>
                </a:lnTo>
                <a:lnTo>
                  <a:pt x="0" y="6514"/>
                </a:lnTo>
                <a:lnTo>
                  <a:pt x="1957" y="4816"/>
                </a:lnTo>
                <a:lnTo>
                  <a:pt x="3788" y="3379"/>
                </a:lnTo>
                <a:lnTo>
                  <a:pt x="5519" y="2199"/>
                </a:lnTo>
                <a:lnTo>
                  <a:pt x="7182" y="1275"/>
                </a:lnTo>
                <a:lnTo>
                  <a:pt x="8805" y="600"/>
                </a:lnTo>
                <a:lnTo>
                  <a:pt x="10419" y="177"/>
                </a:lnTo>
                <a:lnTo>
                  <a:pt x="12056" y="0"/>
                </a:lnTo>
                <a:lnTo>
                  <a:pt x="13743" y="68"/>
                </a:lnTo>
                <a:lnTo>
                  <a:pt x="15512" y="377"/>
                </a:lnTo>
                <a:lnTo>
                  <a:pt x="17388" y="928"/>
                </a:lnTo>
                <a:lnTo>
                  <a:pt x="19410" y="1716"/>
                </a:lnTo>
                <a:lnTo>
                  <a:pt x="21600" y="2742"/>
                </a:lnTo>
                <a:close/>
              </a:path>
            </a:pathLst>
          </a:custGeom>
          <a:solidFill>
            <a:srgbClr val="60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1" name="contour_13309"/>
          <p:cNvSpPr/>
          <p:nvPr/>
        </p:nvSpPr>
        <p:spPr>
          <a:xfrm>
            <a:off x="1699527" y="2514357"/>
            <a:ext cx="308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5" y="0"/>
                </a:moveTo>
                <a:lnTo>
                  <a:pt x="4542" y="0"/>
                </a:lnTo>
                <a:lnTo>
                  <a:pt x="7939" y="0"/>
                </a:lnTo>
                <a:lnTo>
                  <a:pt x="11382" y="0"/>
                </a:lnTo>
                <a:lnTo>
                  <a:pt x="12583" y="1817"/>
                </a:lnTo>
                <a:lnTo>
                  <a:pt x="13666" y="3594"/>
                </a:lnTo>
                <a:lnTo>
                  <a:pt x="14647" y="5354"/>
                </a:lnTo>
                <a:lnTo>
                  <a:pt x="15541" y="7125"/>
                </a:lnTo>
                <a:lnTo>
                  <a:pt x="16363" y="8932"/>
                </a:lnTo>
                <a:lnTo>
                  <a:pt x="17130" y="10800"/>
                </a:lnTo>
                <a:lnTo>
                  <a:pt x="17794" y="12350"/>
                </a:lnTo>
                <a:lnTo>
                  <a:pt x="18468" y="13921"/>
                </a:lnTo>
                <a:lnTo>
                  <a:pt x="19112" y="15455"/>
                </a:lnTo>
                <a:lnTo>
                  <a:pt x="19746" y="16988"/>
                </a:lnTo>
                <a:lnTo>
                  <a:pt x="20374" y="18525"/>
                </a:lnTo>
                <a:lnTo>
                  <a:pt x="20987" y="20064"/>
                </a:lnTo>
                <a:lnTo>
                  <a:pt x="21600" y="21600"/>
                </a:lnTo>
                <a:lnTo>
                  <a:pt x="18249" y="21114"/>
                </a:lnTo>
                <a:lnTo>
                  <a:pt x="15091" y="20582"/>
                </a:lnTo>
                <a:lnTo>
                  <a:pt x="12093" y="19972"/>
                </a:lnTo>
                <a:lnTo>
                  <a:pt x="9226" y="19259"/>
                </a:lnTo>
                <a:lnTo>
                  <a:pt x="6473" y="18411"/>
                </a:lnTo>
                <a:lnTo>
                  <a:pt x="3791" y="17401"/>
                </a:lnTo>
                <a:lnTo>
                  <a:pt x="1165" y="16200"/>
                </a:lnTo>
                <a:lnTo>
                  <a:pt x="628" y="14380"/>
                </a:lnTo>
                <a:lnTo>
                  <a:pt x="271" y="12577"/>
                </a:lnTo>
                <a:lnTo>
                  <a:pt x="66" y="10787"/>
                </a:lnTo>
                <a:lnTo>
                  <a:pt x="0" y="9002"/>
                </a:lnTo>
                <a:lnTo>
                  <a:pt x="56" y="7220"/>
                </a:lnTo>
                <a:lnTo>
                  <a:pt x="220" y="5435"/>
                </a:lnTo>
                <a:lnTo>
                  <a:pt x="470" y="3640"/>
                </a:lnTo>
                <a:lnTo>
                  <a:pt x="792" y="1831"/>
                </a:lnTo>
                <a:lnTo>
                  <a:pt x="1165" y="0"/>
                </a:lnTo>
                <a:close/>
              </a:path>
            </a:pathLst>
          </a:custGeom>
          <a:solidFill>
            <a:srgbClr val="444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2" name="contour_13310"/>
          <p:cNvSpPr/>
          <p:nvPr/>
        </p:nvSpPr>
        <p:spPr>
          <a:xfrm>
            <a:off x="10971514" y="2543509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0"/>
                </a:lnTo>
                <a:lnTo>
                  <a:pt x="8694" y="0"/>
                </a:lnTo>
                <a:lnTo>
                  <a:pt x="11250" y="0"/>
                </a:lnTo>
                <a:lnTo>
                  <a:pt x="13817" y="0"/>
                </a:lnTo>
                <a:lnTo>
                  <a:pt x="16394" y="0"/>
                </a:lnTo>
                <a:lnTo>
                  <a:pt x="18986" y="0"/>
                </a:lnTo>
                <a:lnTo>
                  <a:pt x="21600" y="0"/>
                </a:lnTo>
                <a:lnTo>
                  <a:pt x="21600" y="2040"/>
                </a:lnTo>
                <a:lnTo>
                  <a:pt x="21600" y="4092"/>
                </a:lnTo>
                <a:lnTo>
                  <a:pt x="21600" y="6171"/>
                </a:lnTo>
                <a:lnTo>
                  <a:pt x="19418" y="7363"/>
                </a:lnTo>
                <a:lnTo>
                  <a:pt x="17669" y="8112"/>
                </a:lnTo>
                <a:lnTo>
                  <a:pt x="14850" y="9066"/>
                </a:lnTo>
                <a:lnTo>
                  <a:pt x="12395" y="10075"/>
                </a:lnTo>
                <a:lnTo>
                  <a:pt x="10264" y="11115"/>
                </a:lnTo>
                <a:lnTo>
                  <a:pt x="8399" y="12219"/>
                </a:lnTo>
                <a:lnTo>
                  <a:pt x="6757" y="13407"/>
                </a:lnTo>
                <a:lnTo>
                  <a:pt x="5278" y="14713"/>
                </a:lnTo>
                <a:lnTo>
                  <a:pt x="3917" y="16157"/>
                </a:lnTo>
                <a:lnTo>
                  <a:pt x="2617" y="17768"/>
                </a:lnTo>
                <a:lnTo>
                  <a:pt x="1328" y="19573"/>
                </a:lnTo>
                <a:lnTo>
                  <a:pt x="0" y="21600"/>
                </a:lnTo>
                <a:lnTo>
                  <a:pt x="356" y="19462"/>
                </a:lnTo>
                <a:lnTo>
                  <a:pt x="713" y="17320"/>
                </a:lnTo>
                <a:lnTo>
                  <a:pt x="1069" y="15179"/>
                </a:lnTo>
                <a:lnTo>
                  <a:pt x="1429" y="13034"/>
                </a:lnTo>
                <a:lnTo>
                  <a:pt x="1786" y="10880"/>
                </a:lnTo>
                <a:lnTo>
                  <a:pt x="2146" y="8723"/>
                </a:lnTo>
                <a:lnTo>
                  <a:pt x="2506" y="6557"/>
                </a:lnTo>
                <a:lnTo>
                  <a:pt x="2869" y="4382"/>
                </a:lnTo>
                <a:lnTo>
                  <a:pt x="3233" y="2197"/>
                </a:lnTo>
                <a:lnTo>
                  <a:pt x="3600" y="0"/>
                </a:lnTo>
                <a:close/>
              </a:path>
            </a:pathLst>
          </a:custGeom>
          <a:solidFill>
            <a:srgbClr val="E9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3" name="contour_13311"/>
          <p:cNvSpPr/>
          <p:nvPr/>
        </p:nvSpPr>
        <p:spPr>
          <a:xfrm>
            <a:off x="7283790" y="2521645"/>
            <a:ext cx="51016" cy="36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937" y="2118"/>
                </a:lnTo>
                <a:lnTo>
                  <a:pt x="7702" y="4249"/>
                </a:lnTo>
                <a:lnTo>
                  <a:pt x="8476" y="6388"/>
                </a:lnTo>
                <a:lnTo>
                  <a:pt x="9257" y="8558"/>
                </a:lnTo>
                <a:lnTo>
                  <a:pt x="11047" y="9598"/>
                </a:lnTo>
                <a:lnTo>
                  <a:pt x="12303" y="10222"/>
                </a:lnTo>
                <a:lnTo>
                  <a:pt x="13630" y="10684"/>
                </a:lnTo>
                <a:lnTo>
                  <a:pt x="15620" y="11232"/>
                </a:lnTo>
                <a:lnTo>
                  <a:pt x="17595" y="11763"/>
                </a:lnTo>
                <a:lnTo>
                  <a:pt x="19585" y="12298"/>
                </a:lnTo>
                <a:lnTo>
                  <a:pt x="21600" y="12837"/>
                </a:lnTo>
                <a:lnTo>
                  <a:pt x="19634" y="14373"/>
                </a:lnTo>
                <a:lnTo>
                  <a:pt x="17737" y="15802"/>
                </a:lnTo>
                <a:lnTo>
                  <a:pt x="15885" y="17107"/>
                </a:lnTo>
                <a:lnTo>
                  <a:pt x="14059" y="18280"/>
                </a:lnTo>
                <a:lnTo>
                  <a:pt x="12232" y="19298"/>
                </a:lnTo>
                <a:lnTo>
                  <a:pt x="10380" y="20154"/>
                </a:lnTo>
                <a:lnTo>
                  <a:pt x="8486" y="20826"/>
                </a:lnTo>
                <a:lnTo>
                  <a:pt x="6523" y="21300"/>
                </a:lnTo>
                <a:lnTo>
                  <a:pt x="4471" y="21561"/>
                </a:lnTo>
                <a:lnTo>
                  <a:pt x="2305" y="21600"/>
                </a:lnTo>
                <a:lnTo>
                  <a:pt x="0" y="21395"/>
                </a:lnTo>
                <a:lnTo>
                  <a:pt x="765" y="18746"/>
                </a:lnTo>
                <a:lnTo>
                  <a:pt x="1527" y="16097"/>
                </a:lnTo>
                <a:lnTo>
                  <a:pt x="2296" y="13440"/>
                </a:lnTo>
                <a:lnTo>
                  <a:pt x="3061" y="10779"/>
                </a:lnTo>
                <a:lnTo>
                  <a:pt x="3832" y="8104"/>
                </a:lnTo>
                <a:lnTo>
                  <a:pt x="4607" y="5417"/>
                </a:lnTo>
                <a:lnTo>
                  <a:pt x="5388" y="2717"/>
                </a:lnTo>
                <a:lnTo>
                  <a:pt x="6171" y="0"/>
                </a:lnTo>
                <a:close/>
              </a:path>
            </a:pathLst>
          </a:custGeom>
          <a:solidFill>
            <a:srgbClr val="3B3E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4" name="contour_13312"/>
          <p:cNvSpPr/>
          <p:nvPr/>
        </p:nvSpPr>
        <p:spPr>
          <a:xfrm>
            <a:off x="4587233" y="2530114"/>
            <a:ext cx="58304" cy="279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92" y="495"/>
                </a:moveTo>
                <a:lnTo>
                  <a:pt x="19985" y="2589"/>
                </a:lnTo>
                <a:lnTo>
                  <a:pt x="21600" y="4716"/>
                </a:lnTo>
                <a:lnTo>
                  <a:pt x="21600" y="8436"/>
                </a:lnTo>
                <a:lnTo>
                  <a:pt x="21600" y="12179"/>
                </a:lnTo>
                <a:lnTo>
                  <a:pt x="21600" y="15972"/>
                </a:lnTo>
                <a:lnTo>
                  <a:pt x="19818" y="16439"/>
                </a:lnTo>
                <a:lnTo>
                  <a:pt x="18036" y="16901"/>
                </a:lnTo>
                <a:lnTo>
                  <a:pt x="16251" y="17368"/>
                </a:lnTo>
                <a:lnTo>
                  <a:pt x="14467" y="17829"/>
                </a:lnTo>
                <a:lnTo>
                  <a:pt x="12677" y="18296"/>
                </a:lnTo>
                <a:lnTo>
                  <a:pt x="10881" y="18764"/>
                </a:lnTo>
                <a:lnTo>
                  <a:pt x="9086" y="19231"/>
                </a:lnTo>
                <a:lnTo>
                  <a:pt x="7282" y="19703"/>
                </a:lnTo>
                <a:lnTo>
                  <a:pt x="5473" y="20176"/>
                </a:lnTo>
                <a:lnTo>
                  <a:pt x="3656" y="20649"/>
                </a:lnTo>
                <a:lnTo>
                  <a:pt x="1833" y="21122"/>
                </a:lnTo>
                <a:lnTo>
                  <a:pt x="0" y="21600"/>
                </a:lnTo>
                <a:lnTo>
                  <a:pt x="0" y="17880"/>
                </a:lnTo>
                <a:lnTo>
                  <a:pt x="0" y="14137"/>
                </a:lnTo>
                <a:lnTo>
                  <a:pt x="0" y="10344"/>
                </a:lnTo>
                <a:lnTo>
                  <a:pt x="1720" y="8065"/>
                </a:lnTo>
                <a:lnTo>
                  <a:pt x="3453" y="6044"/>
                </a:lnTo>
                <a:lnTo>
                  <a:pt x="5206" y="4305"/>
                </a:lnTo>
                <a:lnTo>
                  <a:pt x="6982" y="2842"/>
                </a:lnTo>
                <a:lnTo>
                  <a:pt x="8788" y="1671"/>
                </a:lnTo>
                <a:lnTo>
                  <a:pt x="10627" y="805"/>
                </a:lnTo>
                <a:lnTo>
                  <a:pt x="12504" y="242"/>
                </a:lnTo>
                <a:lnTo>
                  <a:pt x="14421" y="0"/>
                </a:lnTo>
                <a:lnTo>
                  <a:pt x="16384" y="79"/>
                </a:lnTo>
                <a:lnTo>
                  <a:pt x="18392" y="495"/>
                </a:lnTo>
                <a:close/>
              </a:path>
            </a:pathLst>
          </a:custGeom>
          <a:solidFill>
            <a:srgbClr val="787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5" name="contour_13313"/>
          <p:cNvSpPr/>
          <p:nvPr/>
        </p:nvSpPr>
        <p:spPr>
          <a:xfrm>
            <a:off x="4543505" y="2534282"/>
            <a:ext cx="43728" cy="326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8"/>
                </a:lnTo>
                <a:lnTo>
                  <a:pt x="14425" y="140"/>
                </a:lnTo>
                <a:lnTo>
                  <a:pt x="16056" y="332"/>
                </a:lnTo>
                <a:lnTo>
                  <a:pt x="18277" y="693"/>
                </a:lnTo>
                <a:lnTo>
                  <a:pt x="21600" y="1281"/>
                </a:lnTo>
                <a:lnTo>
                  <a:pt x="20819" y="4271"/>
                </a:lnTo>
                <a:lnTo>
                  <a:pt x="20002" y="7170"/>
                </a:lnTo>
                <a:lnTo>
                  <a:pt x="19116" y="9986"/>
                </a:lnTo>
                <a:lnTo>
                  <a:pt x="18144" y="12721"/>
                </a:lnTo>
                <a:lnTo>
                  <a:pt x="17050" y="15389"/>
                </a:lnTo>
                <a:lnTo>
                  <a:pt x="15811" y="17994"/>
                </a:lnTo>
                <a:lnTo>
                  <a:pt x="14400" y="20541"/>
                </a:lnTo>
                <a:lnTo>
                  <a:pt x="11884" y="21249"/>
                </a:lnTo>
                <a:lnTo>
                  <a:pt x="9547" y="21576"/>
                </a:lnTo>
                <a:lnTo>
                  <a:pt x="7290" y="21600"/>
                </a:lnTo>
                <a:lnTo>
                  <a:pt x="5015" y="21388"/>
                </a:lnTo>
                <a:lnTo>
                  <a:pt x="2621" y="21013"/>
                </a:lnTo>
                <a:lnTo>
                  <a:pt x="0" y="20541"/>
                </a:lnTo>
                <a:lnTo>
                  <a:pt x="1552" y="14474"/>
                </a:lnTo>
                <a:lnTo>
                  <a:pt x="2794" y="9885"/>
                </a:lnTo>
                <a:lnTo>
                  <a:pt x="3852" y="6539"/>
                </a:lnTo>
                <a:lnTo>
                  <a:pt x="4860" y="4189"/>
                </a:lnTo>
                <a:lnTo>
                  <a:pt x="5936" y="2605"/>
                </a:lnTo>
                <a:lnTo>
                  <a:pt x="7214" y="1541"/>
                </a:lnTo>
                <a:lnTo>
                  <a:pt x="8824" y="751"/>
                </a:lnTo>
                <a:lnTo>
                  <a:pt x="10883" y="0"/>
                </a:lnTo>
                <a:close/>
              </a:path>
            </a:pathLst>
          </a:custGeom>
          <a:solidFill>
            <a:srgbClr val="2B2F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6" name="contour_13314"/>
          <p:cNvSpPr/>
          <p:nvPr/>
        </p:nvSpPr>
        <p:spPr>
          <a:xfrm>
            <a:off x="2481004" y="2527293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600" y="4524"/>
                </a:lnTo>
                <a:lnTo>
                  <a:pt x="21600" y="7904"/>
                </a:lnTo>
                <a:lnTo>
                  <a:pt x="21600" y="11298"/>
                </a:lnTo>
                <a:lnTo>
                  <a:pt x="21600" y="14708"/>
                </a:lnTo>
                <a:lnTo>
                  <a:pt x="21600" y="1813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52" y="15501"/>
                </a:lnTo>
                <a:lnTo>
                  <a:pt x="1175" y="11237"/>
                </a:lnTo>
                <a:lnTo>
                  <a:pt x="1680" y="8236"/>
                </a:lnTo>
                <a:lnTo>
                  <a:pt x="2294" y="5930"/>
                </a:lnTo>
                <a:lnTo>
                  <a:pt x="3132" y="3763"/>
                </a:lnTo>
                <a:lnTo>
                  <a:pt x="4320" y="1150"/>
                </a:lnTo>
                <a:close/>
              </a:path>
            </a:pathLst>
          </a:custGeom>
          <a:solidFill>
            <a:srgbClr val="6D56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7" name="contour_13315"/>
          <p:cNvSpPr/>
          <p:nvPr/>
        </p:nvSpPr>
        <p:spPr>
          <a:xfrm>
            <a:off x="11525401" y="252893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77" y="167"/>
                </a:lnTo>
                <a:lnTo>
                  <a:pt x="10143" y="518"/>
                </a:lnTo>
                <a:lnTo>
                  <a:pt x="12077" y="1037"/>
                </a:lnTo>
                <a:lnTo>
                  <a:pt x="13988" y="1696"/>
                </a:lnTo>
                <a:lnTo>
                  <a:pt x="15885" y="2484"/>
                </a:lnTo>
                <a:lnTo>
                  <a:pt x="17783" y="3380"/>
                </a:lnTo>
                <a:lnTo>
                  <a:pt x="19684" y="4358"/>
                </a:lnTo>
                <a:lnTo>
                  <a:pt x="21600" y="5400"/>
                </a:lnTo>
                <a:lnTo>
                  <a:pt x="20989" y="8608"/>
                </a:lnTo>
                <a:lnTo>
                  <a:pt x="20375" y="11826"/>
                </a:lnTo>
                <a:lnTo>
                  <a:pt x="19761" y="15055"/>
                </a:lnTo>
                <a:lnTo>
                  <a:pt x="19141" y="18311"/>
                </a:lnTo>
                <a:lnTo>
                  <a:pt x="18514" y="21600"/>
                </a:lnTo>
                <a:lnTo>
                  <a:pt x="17582" y="21330"/>
                </a:lnTo>
                <a:lnTo>
                  <a:pt x="16728" y="21076"/>
                </a:lnTo>
                <a:lnTo>
                  <a:pt x="15793" y="20806"/>
                </a:lnTo>
                <a:lnTo>
                  <a:pt x="14626" y="20466"/>
                </a:lnTo>
                <a:lnTo>
                  <a:pt x="13077" y="20012"/>
                </a:lnTo>
                <a:lnTo>
                  <a:pt x="10991" y="19408"/>
                </a:lnTo>
                <a:lnTo>
                  <a:pt x="8220" y="18598"/>
                </a:lnTo>
                <a:lnTo>
                  <a:pt x="4607" y="17545"/>
                </a:lnTo>
                <a:lnTo>
                  <a:pt x="0" y="16200"/>
                </a:lnTo>
                <a:lnTo>
                  <a:pt x="913" y="12609"/>
                </a:lnTo>
                <a:lnTo>
                  <a:pt x="1645" y="9979"/>
                </a:lnTo>
                <a:lnTo>
                  <a:pt x="2364" y="7852"/>
                </a:lnTo>
                <a:lnTo>
                  <a:pt x="3243" y="5778"/>
                </a:lnTo>
                <a:lnTo>
                  <a:pt x="4456" y="3310"/>
                </a:lnTo>
                <a:lnTo>
                  <a:pt x="6171" y="0"/>
                </a:lnTo>
                <a:close/>
              </a:path>
            </a:pathLst>
          </a:custGeom>
          <a:solidFill>
            <a:srgbClr val="C5B4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8" name="contour_13316"/>
          <p:cNvSpPr/>
          <p:nvPr/>
        </p:nvSpPr>
        <p:spPr>
          <a:xfrm>
            <a:off x="8282245" y="252164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713"/>
                </a:lnTo>
                <a:lnTo>
                  <a:pt x="11956" y="1426"/>
                </a:lnTo>
                <a:lnTo>
                  <a:pt x="14346" y="2143"/>
                </a:lnTo>
                <a:lnTo>
                  <a:pt x="16747" y="2864"/>
                </a:lnTo>
                <a:lnTo>
                  <a:pt x="19163" y="3590"/>
                </a:lnTo>
                <a:lnTo>
                  <a:pt x="21600" y="4320"/>
                </a:lnTo>
                <a:lnTo>
                  <a:pt x="21247" y="7404"/>
                </a:lnTo>
                <a:lnTo>
                  <a:pt x="20884" y="9621"/>
                </a:lnTo>
                <a:lnTo>
                  <a:pt x="20336" y="11591"/>
                </a:lnTo>
                <a:lnTo>
                  <a:pt x="19433" y="13936"/>
                </a:lnTo>
                <a:lnTo>
                  <a:pt x="18000" y="17280"/>
                </a:lnTo>
                <a:lnTo>
                  <a:pt x="15757" y="18170"/>
                </a:lnTo>
                <a:lnTo>
                  <a:pt x="13543" y="18909"/>
                </a:lnTo>
                <a:lnTo>
                  <a:pt x="11344" y="19522"/>
                </a:lnTo>
                <a:lnTo>
                  <a:pt x="9144" y="20040"/>
                </a:lnTo>
                <a:lnTo>
                  <a:pt x="6923" y="20481"/>
                </a:lnTo>
                <a:lnTo>
                  <a:pt x="4669" y="20870"/>
                </a:lnTo>
                <a:lnTo>
                  <a:pt x="2369" y="21237"/>
                </a:lnTo>
                <a:lnTo>
                  <a:pt x="0" y="21600"/>
                </a:lnTo>
                <a:lnTo>
                  <a:pt x="893" y="18926"/>
                </a:lnTo>
                <a:lnTo>
                  <a:pt x="1782" y="16252"/>
                </a:lnTo>
                <a:lnTo>
                  <a:pt x="2678" y="13569"/>
                </a:lnTo>
                <a:lnTo>
                  <a:pt x="3575" y="10882"/>
                </a:lnTo>
                <a:lnTo>
                  <a:pt x="4471" y="8182"/>
                </a:lnTo>
                <a:lnTo>
                  <a:pt x="5375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C1C0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19" name="contour_13317"/>
          <p:cNvSpPr/>
          <p:nvPr/>
        </p:nvSpPr>
        <p:spPr>
          <a:xfrm>
            <a:off x="8049029" y="250706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5009" y="553"/>
                </a:lnTo>
                <a:lnTo>
                  <a:pt x="16823" y="1054"/>
                </a:lnTo>
                <a:lnTo>
                  <a:pt x="18230" y="1711"/>
                </a:lnTo>
                <a:lnTo>
                  <a:pt x="19675" y="2730"/>
                </a:lnTo>
                <a:lnTo>
                  <a:pt x="21600" y="4320"/>
                </a:lnTo>
                <a:lnTo>
                  <a:pt x="20471" y="7063"/>
                </a:lnTo>
                <a:lnTo>
                  <a:pt x="19317" y="9720"/>
                </a:lnTo>
                <a:lnTo>
                  <a:pt x="18116" y="12286"/>
                </a:lnTo>
                <a:lnTo>
                  <a:pt x="16845" y="14757"/>
                </a:lnTo>
                <a:lnTo>
                  <a:pt x="15475" y="17137"/>
                </a:lnTo>
                <a:lnTo>
                  <a:pt x="13984" y="19418"/>
                </a:lnTo>
                <a:lnTo>
                  <a:pt x="12343" y="21600"/>
                </a:lnTo>
                <a:lnTo>
                  <a:pt x="10044" y="21561"/>
                </a:lnTo>
                <a:lnTo>
                  <a:pt x="7992" y="21198"/>
                </a:lnTo>
                <a:lnTo>
                  <a:pt x="6073" y="20555"/>
                </a:lnTo>
                <a:lnTo>
                  <a:pt x="4175" y="19660"/>
                </a:lnTo>
                <a:lnTo>
                  <a:pt x="2191" y="18554"/>
                </a:lnTo>
                <a:lnTo>
                  <a:pt x="0" y="17280"/>
                </a:lnTo>
                <a:lnTo>
                  <a:pt x="1432" y="14926"/>
                </a:lnTo>
                <a:lnTo>
                  <a:pt x="2876" y="12614"/>
                </a:lnTo>
                <a:lnTo>
                  <a:pt x="4335" y="10355"/>
                </a:lnTo>
                <a:lnTo>
                  <a:pt x="5829" y="8148"/>
                </a:lnTo>
                <a:lnTo>
                  <a:pt x="7366" y="6000"/>
                </a:lnTo>
                <a:lnTo>
                  <a:pt x="8955" y="3923"/>
                </a:lnTo>
                <a:lnTo>
                  <a:pt x="10612" y="1922"/>
                </a:lnTo>
                <a:lnTo>
                  <a:pt x="12343" y="0"/>
                </a:lnTo>
                <a:close/>
              </a:path>
            </a:pathLst>
          </a:custGeom>
          <a:solidFill>
            <a:srgbClr val="45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0" name="contour_13318"/>
          <p:cNvSpPr/>
          <p:nvPr/>
        </p:nvSpPr>
        <p:spPr>
          <a:xfrm>
            <a:off x="7589886" y="252164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0"/>
                </a:lnTo>
                <a:lnTo>
                  <a:pt x="8694" y="0"/>
                </a:lnTo>
                <a:lnTo>
                  <a:pt x="11250" y="0"/>
                </a:lnTo>
                <a:lnTo>
                  <a:pt x="13817" y="0"/>
                </a:lnTo>
                <a:lnTo>
                  <a:pt x="16394" y="0"/>
                </a:lnTo>
                <a:lnTo>
                  <a:pt x="18986" y="0"/>
                </a:lnTo>
                <a:lnTo>
                  <a:pt x="21600" y="0"/>
                </a:lnTo>
                <a:lnTo>
                  <a:pt x="20707" y="1527"/>
                </a:lnTo>
                <a:lnTo>
                  <a:pt x="19814" y="3064"/>
                </a:lnTo>
                <a:lnTo>
                  <a:pt x="18911" y="4607"/>
                </a:lnTo>
                <a:lnTo>
                  <a:pt x="18000" y="6171"/>
                </a:lnTo>
                <a:lnTo>
                  <a:pt x="16218" y="5406"/>
                </a:lnTo>
                <a:lnTo>
                  <a:pt x="14425" y="4641"/>
                </a:lnTo>
                <a:lnTo>
                  <a:pt x="12625" y="3866"/>
                </a:lnTo>
                <a:lnTo>
                  <a:pt x="10800" y="3086"/>
                </a:lnTo>
                <a:lnTo>
                  <a:pt x="10404" y="5122"/>
                </a:lnTo>
                <a:lnTo>
                  <a:pt x="10008" y="7162"/>
                </a:lnTo>
                <a:lnTo>
                  <a:pt x="9612" y="9202"/>
                </a:lnTo>
                <a:lnTo>
                  <a:pt x="9212" y="11247"/>
                </a:lnTo>
                <a:lnTo>
                  <a:pt x="8813" y="13299"/>
                </a:lnTo>
                <a:lnTo>
                  <a:pt x="8413" y="15361"/>
                </a:lnTo>
                <a:lnTo>
                  <a:pt x="8010" y="17428"/>
                </a:lnTo>
                <a:lnTo>
                  <a:pt x="7607" y="19508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356" y="19462"/>
                </a:lnTo>
                <a:lnTo>
                  <a:pt x="713" y="17320"/>
                </a:lnTo>
                <a:lnTo>
                  <a:pt x="1069" y="15179"/>
                </a:lnTo>
                <a:lnTo>
                  <a:pt x="1429" y="13034"/>
                </a:lnTo>
                <a:lnTo>
                  <a:pt x="1786" y="10880"/>
                </a:lnTo>
                <a:lnTo>
                  <a:pt x="2146" y="8723"/>
                </a:lnTo>
                <a:lnTo>
                  <a:pt x="2506" y="6557"/>
                </a:lnTo>
                <a:lnTo>
                  <a:pt x="2869" y="4382"/>
                </a:lnTo>
                <a:lnTo>
                  <a:pt x="3233" y="2197"/>
                </a:lnTo>
                <a:lnTo>
                  <a:pt x="3600" y="0"/>
                </a:lnTo>
                <a:close/>
              </a:path>
            </a:pathLst>
          </a:custGeom>
          <a:solidFill>
            <a:srgbClr val="C8E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1" name="contour_13319"/>
          <p:cNvSpPr/>
          <p:nvPr/>
        </p:nvSpPr>
        <p:spPr>
          <a:xfrm>
            <a:off x="1424245" y="250706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1" y="0"/>
                </a:lnTo>
                <a:lnTo>
                  <a:pt x="10027" y="0"/>
                </a:lnTo>
                <a:lnTo>
                  <a:pt x="12895" y="0"/>
                </a:lnTo>
                <a:lnTo>
                  <a:pt x="15777" y="0"/>
                </a:lnTo>
                <a:lnTo>
                  <a:pt x="18675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926" y="21217"/>
                </a:lnTo>
                <a:lnTo>
                  <a:pt x="16252" y="20835"/>
                </a:lnTo>
                <a:lnTo>
                  <a:pt x="13569" y="20452"/>
                </a:lnTo>
                <a:lnTo>
                  <a:pt x="10882" y="20069"/>
                </a:lnTo>
                <a:lnTo>
                  <a:pt x="8182" y="19684"/>
                </a:lnTo>
                <a:lnTo>
                  <a:pt x="5469" y="19295"/>
                </a:lnTo>
                <a:lnTo>
                  <a:pt x="2743" y="18906"/>
                </a:lnTo>
                <a:lnTo>
                  <a:pt x="0" y="18514"/>
                </a:lnTo>
                <a:lnTo>
                  <a:pt x="2052" y="17687"/>
                </a:lnTo>
                <a:lnTo>
                  <a:pt x="4117" y="16854"/>
                </a:lnTo>
                <a:lnTo>
                  <a:pt x="6212" y="16009"/>
                </a:lnTo>
                <a:lnTo>
                  <a:pt x="9094" y="14342"/>
                </a:lnTo>
                <a:lnTo>
                  <a:pt x="11344" y="12787"/>
                </a:lnTo>
                <a:lnTo>
                  <a:pt x="13090" y="11238"/>
                </a:lnTo>
                <a:lnTo>
                  <a:pt x="14437" y="9597"/>
                </a:lnTo>
                <a:lnTo>
                  <a:pt x="15504" y="7761"/>
                </a:lnTo>
                <a:lnTo>
                  <a:pt x="16416" y="5622"/>
                </a:lnTo>
                <a:lnTo>
                  <a:pt x="17280" y="3086"/>
                </a:lnTo>
                <a:lnTo>
                  <a:pt x="14714" y="2475"/>
                </a:lnTo>
                <a:lnTo>
                  <a:pt x="12139" y="1861"/>
                </a:lnTo>
                <a:lnTo>
                  <a:pt x="9556" y="1247"/>
                </a:lnTo>
                <a:lnTo>
                  <a:pt x="6951" y="626"/>
                </a:lnTo>
                <a:lnTo>
                  <a:pt x="4320" y="0"/>
                </a:lnTo>
                <a:close/>
              </a:path>
            </a:pathLst>
          </a:custGeom>
          <a:solidFill>
            <a:srgbClr val="CFB5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2" name="contour_13320"/>
          <p:cNvSpPr/>
          <p:nvPr/>
        </p:nvSpPr>
        <p:spPr>
          <a:xfrm>
            <a:off x="1475261" y="2514051"/>
            <a:ext cx="51016" cy="221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8"/>
                </a:moveTo>
                <a:lnTo>
                  <a:pt x="21600" y="4516"/>
                </a:lnTo>
                <a:lnTo>
                  <a:pt x="21600" y="8748"/>
                </a:lnTo>
                <a:lnTo>
                  <a:pt x="21600" y="12994"/>
                </a:lnTo>
                <a:lnTo>
                  <a:pt x="21600" y="17276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6907"/>
                </a:lnTo>
                <a:lnTo>
                  <a:pt x="0" y="12185"/>
                </a:lnTo>
                <a:lnTo>
                  <a:pt x="0" y="7399"/>
                </a:lnTo>
                <a:lnTo>
                  <a:pt x="2135" y="5183"/>
                </a:lnTo>
                <a:lnTo>
                  <a:pt x="4246" y="3437"/>
                </a:lnTo>
                <a:lnTo>
                  <a:pt x="6350" y="2116"/>
                </a:lnTo>
                <a:lnTo>
                  <a:pt x="8449" y="1164"/>
                </a:lnTo>
                <a:lnTo>
                  <a:pt x="10559" y="525"/>
                </a:lnTo>
                <a:lnTo>
                  <a:pt x="12688" y="156"/>
                </a:lnTo>
                <a:lnTo>
                  <a:pt x="14845" y="0"/>
                </a:lnTo>
                <a:lnTo>
                  <a:pt x="17045" y="7"/>
                </a:lnTo>
                <a:lnTo>
                  <a:pt x="19292" y="128"/>
                </a:lnTo>
                <a:lnTo>
                  <a:pt x="21600" y="298"/>
                </a:lnTo>
                <a:close/>
              </a:path>
            </a:pathLst>
          </a:custGeom>
          <a:solidFill>
            <a:srgbClr val="B2B0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3" name="contour_13321"/>
          <p:cNvSpPr/>
          <p:nvPr/>
        </p:nvSpPr>
        <p:spPr>
          <a:xfrm>
            <a:off x="8223941" y="2499781"/>
            <a:ext cx="58304" cy="36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587" y="1485"/>
                </a:lnTo>
                <a:lnTo>
                  <a:pt x="17231" y="3051"/>
                </a:lnTo>
                <a:lnTo>
                  <a:pt x="18541" y="4835"/>
                </a:lnTo>
                <a:lnTo>
                  <a:pt x="19632" y="6966"/>
                </a:lnTo>
                <a:lnTo>
                  <a:pt x="20614" y="9589"/>
                </a:lnTo>
                <a:lnTo>
                  <a:pt x="21600" y="12837"/>
                </a:lnTo>
                <a:lnTo>
                  <a:pt x="19759" y="14518"/>
                </a:lnTo>
                <a:lnTo>
                  <a:pt x="17993" y="16012"/>
                </a:lnTo>
                <a:lnTo>
                  <a:pt x="16281" y="17317"/>
                </a:lnTo>
                <a:lnTo>
                  <a:pt x="14602" y="18438"/>
                </a:lnTo>
                <a:lnTo>
                  <a:pt x="12938" y="19384"/>
                </a:lnTo>
                <a:lnTo>
                  <a:pt x="11267" y="20158"/>
                </a:lnTo>
                <a:lnTo>
                  <a:pt x="9572" y="20761"/>
                </a:lnTo>
                <a:lnTo>
                  <a:pt x="7827" y="21198"/>
                </a:lnTo>
                <a:lnTo>
                  <a:pt x="6018" y="21476"/>
                </a:lnTo>
                <a:lnTo>
                  <a:pt x="4126" y="21600"/>
                </a:lnTo>
                <a:lnTo>
                  <a:pt x="2125" y="21570"/>
                </a:lnTo>
                <a:lnTo>
                  <a:pt x="0" y="21395"/>
                </a:lnTo>
                <a:lnTo>
                  <a:pt x="0" y="18566"/>
                </a:lnTo>
                <a:lnTo>
                  <a:pt x="0" y="15721"/>
                </a:lnTo>
                <a:lnTo>
                  <a:pt x="0" y="12837"/>
                </a:lnTo>
                <a:lnTo>
                  <a:pt x="1744" y="12067"/>
                </a:lnTo>
                <a:lnTo>
                  <a:pt x="3483" y="11476"/>
                </a:lnTo>
                <a:lnTo>
                  <a:pt x="5222" y="11018"/>
                </a:lnTo>
                <a:lnTo>
                  <a:pt x="6971" y="10655"/>
                </a:lnTo>
                <a:lnTo>
                  <a:pt x="8743" y="10338"/>
                </a:lnTo>
                <a:lnTo>
                  <a:pt x="10546" y="10030"/>
                </a:lnTo>
                <a:lnTo>
                  <a:pt x="11281" y="9662"/>
                </a:lnTo>
                <a:lnTo>
                  <a:pt x="13500" y="8558"/>
                </a:lnTo>
                <a:lnTo>
                  <a:pt x="13500" y="5729"/>
                </a:lnTo>
                <a:lnTo>
                  <a:pt x="13500" y="2884"/>
                </a:lnTo>
                <a:lnTo>
                  <a:pt x="13500" y="0"/>
                </a:lnTo>
                <a:close/>
              </a:path>
            </a:pathLst>
          </a:custGeom>
          <a:solidFill>
            <a:srgbClr val="A7AB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4" name="contour_13322"/>
          <p:cNvSpPr/>
          <p:nvPr/>
        </p:nvSpPr>
        <p:spPr>
          <a:xfrm>
            <a:off x="797478" y="2456053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688" y="1522"/>
                </a:lnTo>
                <a:lnTo>
                  <a:pt x="12476" y="3022"/>
                </a:lnTo>
                <a:lnTo>
                  <a:pt x="14036" y="4507"/>
                </a:lnTo>
                <a:lnTo>
                  <a:pt x="15384" y="5995"/>
                </a:lnTo>
                <a:lnTo>
                  <a:pt x="16546" y="7493"/>
                </a:lnTo>
                <a:lnTo>
                  <a:pt x="17552" y="9010"/>
                </a:lnTo>
                <a:lnTo>
                  <a:pt x="18420" y="10562"/>
                </a:lnTo>
                <a:lnTo>
                  <a:pt x="19181" y="12156"/>
                </a:lnTo>
                <a:lnTo>
                  <a:pt x="19855" y="13807"/>
                </a:lnTo>
                <a:lnTo>
                  <a:pt x="20464" y="15523"/>
                </a:lnTo>
                <a:lnTo>
                  <a:pt x="21038" y="17318"/>
                </a:lnTo>
                <a:lnTo>
                  <a:pt x="21600" y="19200"/>
                </a:lnTo>
                <a:lnTo>
                  <a:pt x="18926" y="19498"/>
                </a:lnTo>
                <a:lnTo>
                  <a:pt x="16252" y="19795"/>
                </a:lnTo>
                <a:lnTo>
                  <a:pt x="13569" y="20093"/>
                </a:lnTo>
                <a:lnTo>
                  <a:pt x="10882" y="20390"/>
                </a:lnTo>
                <a:lnTo>
                  <a:pt x="8182" y="20690"/>
                </a:lnTo>
                <a:lnTo>
                  <a:pt x="5469" y="20993"/>
                </a:lnTo>
                <a:lnTo>
                  <a:pt x="2743" y="21295"/>
                </a:lnTo>
                <a:lnTo>
                  <a:pt x="0" y="21600"/>
                </a:lnTo>
                <a:lnTo>
                  <a:pt x="1655" y="18718"/>
                </a:lnTo>
                <a:lnTo>
                  <a:pt x="2851" y="16706"/>
                </a:lnTo>
                <a:lnTo>
                  <a:pt x="3771" y="15307"/>
                </a:lnTo>
                <a:lnTo>
                  <a:pt x="4601" y="14258"/>
                </a:lnTo>
                <a:lnTo>
                  <a:pt x="5530" y="13291"/>
                </a:lnTo>
                <a:lnTo>
                  <a:pt x="6748" y="12149"/>
                </a:lnTo>
                <a:lnTo>
                  <a:pt x="7698" y="10649"/>
                </a:lnTo>
                <a:lnTo>
                  <a:pt x="8338" y="9161"/>
                </a:lnTo>
                <a:lnTo>
                  <a:pt x="8726" y="7678"/>
                </a:lnTo>
                <a:lnTo>
                  <a:pt x="8912" y="6187"/>
                </a:lnTo>
                <a:lnTo>
                  <a:pt x="8942" y="4685"/>
                </a:lnTo>
                <a:lnTo>
                  <a:pt x="8873" y="3158"/>
                </a:lnTo>
                <a:lnTo>
                  <a:pt x="8757" y="1598"/>
                </a:lnTo>
                <a:lnTo>
                  <a:pt x="8640" y="0"/>
                </a:lnTo>
                <a:close/>
              </a:path>
            </a:pathLst>
          </a:custGeom>
          <a:solidFill>
            <a:srgbClr val="2121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5" name="contour_13323"/>
          <p:cNvSpPr/>
          <p:nvPr/>
        </p:nvSpPr>
        <p:spPr>
          <a:xfrm>
            <a:off x="11357777" y="2489848"/>
            <a:ext cx="65592" cy="24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2331"/>
                </a:moveTo>
                <a:lnTo>
                  <a:pt x="4303" y="1387"/>
                </a:lnTo>
                <a:lnTo>
                  <a:pt x="5693" y="809"/>
                </a:lnTo>
                <a:lnTo>
                  <a:pt x="6970" y="507"/>
                </a:lnTo>
                <a:lnTo>
                  <a:pt x="8537" y="379"/>
                </a:lnTo>
                <a:lnTo>
                  <a:pt x="10800" y="328"/>
                </a:lnTo>
                <a:lnTo>
                  <a:pt x="12312" y="218"/>
                </a:lnTo>
                <a:lnTo>
                  <a:pt x="13834" y="109"/>
                </a:lnTo>
                <a:lnTo>
                  <a:pt x="15374" y="0"/>
                </a:lnTo>
                <a:lnTo>
                  <a:pt x="16639" y="771"/>
                </a:lnTo>
                <a:lnTo>
                  <a:pt x="17911" y="1541"/>
                </a:lnTo>
                <a:lnTo>
                  <a:pt x="19200" y="2331"/>
                </a:lnTo>
                <a:lnTo>
                  <a:pt x="19675" y="6147"/>
                </a:lnTo>
                <a:lnTo>
                  <a:pt x="20153" y="9975"/>
                </a:lnTo>
                <a:lnTo>
                  <a:pt x="20630" y="13816"/>
                </a:lnTo>
                <a:lnTo>
                  <a:pt x="21113" y="17688"/>
                </a:lnTo>
                <a:lnTo>
                  <a:pt x="21600" y="21600"/>
                </a:lnTo>
                <a:lnTo>
                  <a:pt x="19956" y="21112"/>
                </a:lnTo>
                <a:lnTo>
                  <a:pt x="18310" y="20624"/>
                </a:lnTo>
                <a:lnTo>
                  <a:pt x="16663" y="20129"/>
                </a:lnTo>
                <a:lnTo>
                  <a:pt x="15014" y="19641"/>
                </a:lnTo>
                <a:lnTo>
                  <a:pt x="13363" y="19153"/>
                </a:lnTo>
                <a:lnTo>
                  <a:pt x="11710" y="18658"/>
                </a:lnTo>
                <a:lnTo>
                  <a:pt x="10051" y="18164"/>
                </a:lnTo>
                <a:lnTo>
                  <a:pt x="8390" y="17669"/>
                </a:lnTo>
                <a:lnTo>
                  <a:pt x="6725" y="17175"/>
                </a:lnTo>
                <a:lnTo>
                  <a:pt x="5052" y="16680"/>
                </a:lnTo>
                <a:lnTo>
                  <a:pt x="3374" y="16179"/>
                </a:lnTo>
                <a:lnTo>
                  <a:pt x="1692" y="15678"/>
                </a:lnTo>
                <a:lnTo>
                  <a:pt x="0" y="15177"/>
                </a:lnTo>
                <a:lnTo>
                  <a:pt x="595" y="11998"/>
                </a:lnTo>
                <a:lnTo>
                  <a:pt x="1190" y="8799"/>
                </a:lnTo>
                <a:lnTo>
                  <a:pt x="1793" y="5588"/>
                </a:lnTo>
                <a:lnTo>
                  <a:pt x="2400" y="2331"/>
                </a:lnTo>
                <a:close/>
              </a:path>
            </a:pathLst>
          </a:custGeom>
          <a:solidFill>
            <a:srgbClr val="4A50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6" name="contour_13324"/>
          <p:cNvSpPr/>
          <p:nvPr/>
        </p:nvSpPr>
        <p:spPr>
          <a:xfrm>
            <a:off x="3763690" y="2492493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535"/>
                </a:lnTo>
                <a:lnTo>
                  <a:pt x="5141" y="1072"/>
                </a:lnTo>
                <a:lnTo>
                  <a:pt x="7724" y="1609"/>
                </a:lnTo>
                <a:lnTo>
                  <a:pt x="10329" y="2152"/>
                </a:lnTo>
                <a:lnTo>
                  <a:pt x="12960" y="2700"/>
                </a:lnTo>
                <a:lnTo>
                  <a:pt x="12960" y="4485"/>
                </a:lnTo>
                <a:lnTo>
                  <a:pt x="12960" y="6280"/>
                </a:lnTo>
                <a:lnTo>
                  <a:pt x="12960" y="8100"/>
                </a:lnTo>
                <a:lnTo>
                  <a:pt x="15526" y="9091"/>
                </a:lnTo>
                <a:lnTo>
                  <a:pt x="17280" y="9704"/>
                </a:lnTo>
                <a:lnTo>
                  <a:pt x="19034" y="10187"/>
                </a:lnTo>
                <a:lnTo>
                  <a:pt x="21600" y="10800"/>
                </a:lnTo>
                <a:lnTo>
                  <a:pt x="19457" y="11078"/>
                </a:lnTo>
                <a:lnTo>
                  <a:pt x="17306" y="11359"/>
                </a:lnTo>
                <a:lnTo>
                  <a:pt x="15120" y="11642"/>
                </a:lnTo>
                <a:lnTo>
                  <a:pt x="12977" y="12255"/>
                </a:lnTo>
                <a:lnTo>
                  <a:pt x="10826" y="12874"/>
                </a:lnTo>
                <a:lnTo>
                  <a:pt x="8640" y="13500"/>
                </a:lnTo>
                <a:lnTo>
                  <a:pt x="8251" y="15590"/>
                </a:lnTo>
                <a:lnTo>
                  <a:pt x="8057" y="17056"/>
                </a:lnTo>
                <a:lnTo>
                  <a:pt x="8057" y="18287"/>
                </a:lnTo>
                <a:lnTo>
                  <a:pt x="8251" y="19672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B4A8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7" name="contour_13325"/>
          <p:cNvSpPr/>
          <p:nvPr/>
        </p:nvSpPr>
        <p:spPr>
          <a:xfrm>
            <a:off x="8267669" y="2484513"/>
            <a:ext cx="65592" cy="298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1"/>
                </a:moveTo>
                <a:lnTo>
                  <a:pt x="21600" y="3988"/>
                </a:lnTo>
                <a:lnTo>
                  <a:pt x="21600" y="7495"/>
                </a:lnTo>
                <a:lnTo>
                  <a:pt x="21600" y="11051"/>
                </a:lnTo>
                <a:lnTo>
                  <a:pt x="20102" y="12617"/>
                </a:lnTo>
                <a:lnTo>
                  <a:pt x="18878" y="13487"/>
                </a:lnTo>
                <a:lnTo>
                  <a:pt x="16874" y="14389"/>
                </a:lnTo>
                <a:lnTo>
                  <a:pt x="15408" y="15054"/>
                </a:lnTo>
                <a:lnTo>
                  <a:pt x="13922" y="15729"/>
                </a:lnTo>
                <a:lnTo>
                  <a:pt x="13145" y="16040"/>
                </a:lnTo>
                <a:lnTo>
                  <a:pt x="10800" y="16985"/>
                </a:lnTo>
                <a:lnTo>
                  <a:pt x="9250" y="17670"/>
                </a:lnTo>
                <a:lnTo>
                  <a:pt x="7678" y="18367"/>
                </a:lnTo>
                <a:lnTo>
                  <a:pt x="6144" y="19036"/>
                </a:lnTo>
                <a:lnTo>
                  <a:pt x="4608" y="19691"/>
                </a:lnTo>
                <a:lnTo>
                  <a:pt x="3074" y="20339"/>
                </a:lnTo>
                <a:lnTo>
                  <a:pt x="1538" y="20972"/>
                </a:lnTo>
                <a:lnTo>
                  <a:pt x="0" y="21600"/>
                </a:lnTo>
                <a:lnTo>
                  <a:pt x="864" y="17850"/>
                </a:lnTo>
                <a:lnTo>
                  <a:pt x="1742" y="14716"/>
                </a:lnTo>
                <a:lnTo>
                  <a:pt x="2671" y="12084"/>
                </a:lnTo>
                <a:lnTo>
                  <a:pt x="3684" y="9843"/>
                </a:lnTo>
                <a:lnTo>
                  <a:pt x="4819" y="7875"/>
                </a:lnTo>
                <a:lnTo>
                  <a:pt x="6110" y="6066"/>
                </a:lnTo>
                <a:lnTo>
                  <a:pt x="7596" y="4304"/>
                </a:lnTo>
                <a:lnTo>
                  <a:pt x="9310" y="2479"/>
                </a:lnTo>
                <a:lnTo>
                  <a:pt x="10872" y="1472"/>
                </a:lnTo>
                <a:lnTo>
                  <a:pt x="12394" y="760"/>
                </a:lnTo>
                <a:lnTo>
                  <a:pt x="13891" y="301"/>
                </a:lnTo>
                <a:lnTo>
                  <a:pt x="15379" y="58"/>
                </a:lnTo>
                <a:lnTo>
                  <a:pt x="16879" y="0"/>
                </a:lnTo>
                <a:lnTo>
                  <a:pt x="18403" y="79"/>
                </a:lnTo>
                <a:lnTo>
                  <a:pt x="19973" y="258"/>
                </a:lnTo>
                <a:lnTo>
                  <a:pt x="21600" y="501"/>
                </a:lnTo>
                <a:close/>
              </a:path>
            </a:pathLst>
          </a:custGeom>
          <a:solidFill>
            <a:srgbClr val="B7BC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8" name="contour_13326"/>
          <p:cNvSpPr/>
          <p:nvPr/>
        </p:nvSpPr>
        <p:spPr>
          <a:xfrm>
            <a:off x="9368156" y="2463341"/>
            <a:ext cx="58304" cy="36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576" y="1396"/>
                </a:lnTo>
                <a:lnTo>
                  <a:pt x="17061" y="2488"/>
                </a:lnTo>
                <a:lnTo>
                  <a:pt x="18182" y="3519"/>
                </a:lnTo>
                <a:lnTo>
                  <a:pt x="19162" y="4737"/>
                </a:lnTo>
                <a:lnTo>
                  <a:pt x="20226" y="6371"/>
                </a:lnTo>
                <a:lnTo>
                  <a:pt x="21600" y="8668"/>
                </a:lnTo>
                <a:lnTo>
                  <a:pt x="19019" y="12560"/>
                </a:lnTo>
                <a:lnTo>
                  <a:pt x="16961" y="15589"/>
                </a:lnTo>
                <a:lnTo>
                  <a:pt x="15317" y="17860"/>
                </a:lnTo>
                <a:lnTo>
                  <a:pt x="13970" y="19481"/>
                </a:lnTo>
                <a:lnTo>
                  <a:pt x="12806" y="20564"/>
                </a:lnTo>
                <a:lnTo>
                  <a:pt x="11707" y="21206"/>
                </a:lnTo>
                <a:lnTo>
                  <a:pt x="10565" y="21518"/>
                </a:lnTo>
                <a:lnTo>
                  <a:pt x="9258" y="21600"/>
                </a:lnTo>
                <a:lnTo>
                  <a:pt x="7679" y="21570"/>
                </a:lnTo>
                <a:lnTo>
                  <a:pt x="6199" y="20933"/>
                </a:lnTo>
                <a:lnTo>
                  <a:pt x="5060" y="20395"/>
                </a:lnTo>
                <a:lnTo>
                  <a:pt x="3893" y="19754"/>
                </a:lnTo>
                <a:lnTo>
                  <a:pt x="2330" y="18800"/>
                </a:lnTo>
                <a:lnTo>
                  <a:pt x="0" y="17335"/>
                </a:lnTo>
                <a:lnTo>
                  <a:pt x="1412" y="15182"/>
                </a:lnTo>
                <a:lnTo>
                  <a:pt x="2827" y="13067"/>
                </a:lnTo>
                <a:lnTo>
                  <a:pt x="4253" y="10995"/>
                </a:lnTo>
                <a:lnTo>
                  <a:pt x="5697" y="8980"/>
                </a:lnTo>
                <a:lnTo>
                  <a:pt x="7168" y="7030"/>
                </a:lnTo>
                <a:lnTo>
                  <a:pt x="8678" y="5144"/>
                </a:lnTo>
                <a:lnTo>
                  <a:pt x="10230" y="3341"/>
                </a:lnTo>
                <a:lnTo>
                  <a:pt x="11834" y="1625"/>
                </a:lnTo>
                <a:lnTo>
                  <a:pt x="13500" y="0"/>
                </a:lnTo>
                <a:close/>
              </a:path>
            </a:pathLst>
          </a:custGeom>
          <a:solidFill>
            <a:srgbClr val="F1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29" name="contour_13327"/>
          <p:cNvSpPr/>
          <p:nvPr/>
        </p:nvSpPr>
        <p:spPr>
          <a:xfrm>
            <a:off x="825420" y="2477917"/>
            <a:ext cx="376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4" y="0"/>
                </a:moveTo>
                <a:lnTo>
                  <a:pt x="3650" y="0"/>
                </a:lnTo>
                <a:lnTo>
                  <a:pt x="6610" y="0"/>
                </a:lnTo>
                <a:lnTo>
                  <a:pt x="9579" y="0"/>
                </a:lnTo>
                <a:lnTo>
                  <a:pt x="12560" y="0"/>
                </a:lnTo>
                <a:lnTo>
                  <a:pt x="15554" y="0"/>
                </a:lnTo>
                <a:lnTo>
                  <a:pt x="18564" y="0"/>
                </a:lnTo>
                <a:lnTo>
                  <a:pt x="21600" y="0"/>
                </a:lnTo>
                <a:lnTo>
                  <a:pt x="20693" y="389"/>
                </a:lnTo>
                <a:lnTo>
                  <a:pt x="19518" y="896"/>
                </a:lnTo>
                <a:lnTo>
                  <a:pt x="17298" y="1854"/>
                </a:lnTo>
                <a:lnTo>
                  <a:pt x="13238" y="3600"/>
                </a:lnTo>
                <a:lnTo>
                  <a:pt x="12769" y="6156"/>
                </a:lnTo>
                <a:lnTo>
                  <a:pt x="12560" y="7970"/>
                </a:lnTo>
                <a:lnTo>
                  <a:pt x="12560" y="9904"/>
                </a:lnTo>
                <a:lnTo>
                  <a:pt x="12715" y="12823"/>
                </a:lnTo>
                <a:lnTo>
                  <a:pt x="12828" y="15289"/>
                </a:lnTo>
                <a:lnTo>
                  <a:pt x="12945" y="17788"/>
                </a:lnTo>
                <a:lnTo>
                  <a:pt x="13091" y="19681"/>
                </a:lnTo>
                <a:lnTo>
                  <a:pt x="13238" y="21600"/>
                </a:lnTo>
                <a:lnTo>
                  <a:pt x="10127" y="21247"/>
                </a:lnTo>
                <a:lnTo>
                  <a:pt x="7919" y="20884"/>
                </a:lnTo>
                <a:lnTo>
                  <a:pt x="6013" y="20336"/>
                </a:lnTo>
                <a:lnTo>
                  <a:pt x="3805" y="19433"/>
                </a:lnTo>
                <a:lnTo>
                  <a:pt x="694" y="18000"/>
                </a:lnTo>
                <a:lnTo>
                  <a:pt x="280" y="15372"/>
                </a:lnTo>
                <a:lnTo>
                  <a:pt x="59" y="12820"/>
                </a:lnTo>
                <a:lnTo>
                  <a:pt x="0" y="10307"/>
                </a:lnTo>
                <a:lnTo>
                  <a:pt x="71" y="7801"/>
                </a:lnTo>
                <a:lnTo>
                  <a:pt x="230" y="5270"/>
                </a:lnTo>
                <a:lnTo>
                  <a:pt x="452" y="2682"/>
                </a:lnTo>
                <a:lnTo>
                  <a:pt x="694" y="0"/>
                </a:lnTo>
                <a:close/>
              </a:path>
            </a:pathLst>
          </a:custGeom>
          <a:solidFill>
            <a:srgbClr val="686B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0" name="contour_13328"/>
          <p:cNvSpPr/>
          <p:nvPr/>
        </p:nvSpPr>
        <p:spPr>
          <a:xfrm>
            <a:off x="4375882" y="2447067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89"/>
                </a:moveTo>
                <a:lnTo>
                  <a:pt x="6199" y="510"/>
                </a:lnTo>
                <a:lnTo>
                  <a:pt x="8762" y="133"/>
                </a:lnTo>
                <a:lnTo>
                  <a:pt x="11308" y="0"/>
                </a:lnTo>
                <a:lnTo>
                  <a:pt x="13849" y="87"/>
                </a:lnTo>
                <a:lnTo>
                  <a:pt x="16398" y="337"/>
                </a:lnTo>
                <a:lnTo>
                  <a:pt x="18979" y="719"/>
                </a:lnTo>
                <a:lnTo>
                  <a:pt x="21600" y="1189"/>
                </a:lnTo>
                <a:lnTo>
                  <a:pt x="21600" y="4562"/>
                </a:lnTo>
                <a:lnTo>
                  <a:pt x="21600" y="7955"/>
                </a:lnTo>
                <a:lnTo>
                  <a:pt x="21600" y="11394"/>
                </a:lnTo>
                <a:lnTo>
                  <a:pt x="19220" y="11394"/>
                </a:lnTo>
                <a:lnTo>
                  <a:pt x="16826" y="11394"/>
                </a:lnTo>
                <a:lnTo>
                  <a:pt x="14400" y="11394"/>
                </a:lnTo>
                <a:lnTo>
                  <a:pt x="14400" y="14767"/>
                </a:lnTo>
                <a:lnTo>
                  <a:pt x="14400" y="18161"/>
                </a:lnTo>
                <a:lnTo>
                  <a:pt x="14400" y="21600"/>
                </a:lnTo>
                <a:lnTo>
                  <a:pt x="12024" y="21600"/>
                </a:lnTo>
                <a:lnTo>
                  <a:pt x="9644" y="21600"/>
                </a:lnTo>
                <a:lnTo>
                  <a:pt x="7254" y="21600"/>
                </a:lnTo>
                <a:lnTo>
                  <a:pt x="4853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158" y="17911"/>
                </a:lnTo>
                <a:lnTo>
                  <a:pt x="414" y="14390"/>
                </a:lnTo>
                <a:lnTo>
                  <a:pt x="828" y="10996"/>
                </a:lnTo>
                <a:lnTo>
                  <a:pt x="1454" y="7690"/>
                </a:lnTo>
                <a:lnTo>
                  <a:pt x="2358" y="4434"/>
                </a:lnTo>
                <a:lnTo>
                  <a:pt x="3600" y="1189"/>
                </a:lnTo>
                <a:close/>
              </a:path>
            </a:pathLst>
          </a:custGeom>
          <a:solidFill>
            <a:srgbClr val="E0C0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1" name="contour_13329"/>
          <p:cNvSpPr/>
          <p:nvPr/>
        </p:nvSpPr>
        <p:spPr>
          <a:xfrm>
            <a:off x="1402381" y="2463341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2424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2" name="contour_13330"/>
          <p:cNvSpPr/>
          <p:nvPr/>
        </p:nvSpPr>
        <p:spPr>
          <a:xfrm>
            <a:off x="1256031" y="2434189"/>
            <a:ext cx="4431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" y="0"/>
                </a:moveTo>
                <a:lnTo>
                  <a:pt x="2632" y="509"/>
                </a:lnTo>
                <a:lnTo>
                  <a:pt x="4980" y="1018"/>
                </a:lnTo>
                <a:lnTo>
                  <a:pt x="7339" y="1531"/>
                </a:lnTo>
                <a:lnTo>
                  <a:pt x="9708" y="2046"/>
                </a:lnTo>
                <a:lnTo>
                  <a:pt x="12091" y="2564"/>
                </a:lnTo>
                <a:lnTo>
                  <a:pt x="14496" y="3086"/>
                </a:lnTo>
                <a:lnTo>
                  <a:pt x="12386" y="3086"/>
                </a:lnTo>
                <a:lnTo>
                  <a:pt x="10269" y="3086"/>
                </a:lnTo>
                <a:lnTo>
                  <a:pt x="8145" y="3086"/>
                </a:lnTo>
                <a:lnTo>
                  <a:pt x="6003" y="3086"/>
                </a:lnTo>
                <a:lnTo>
                  <a:pt x="3840" y="3086"/>
                </a:lnTo>
                <a:lnTo>
                  <a:pt x="3307" y="5289"/>
                </a:lnTo>
                <a:lnTo>
                  <a:pt x="3041" y="6872"/>
                </a:lnTo>
                <a:lnTo>
                  <a:pt x="3041" y="8279"/>
                </a:lnTo>
                <a:lnTo>
                  <a:pt x="3307" y="9955"/>
                </a:lnTo>
                <a:lnTo>
                  <a:pt x="3840" y="12343"/>
                </a:lnTo>
                <a:lnTo>
                  <a:pt x="6010" y="13000"/>
                </a:lnTo>
                <a:lnTo>
                  <a:pt x="8191" y="13549"/>
                </a:lnTo>
                <a:lnTo>
                  <a:pt x="10383" y="14009"/>
                </a:lnTo>
                <a:lnTo>
                  <a:pt x="12588" y="14392"/>
                </a:lnTo>
                <a:lnTo>
                  <a:pt x="14812" y="14713"/>
                </a:lnTo>
                <a:lnTo>
                  <a:pt x="17053" y="14981"/>
                </a:lnTo>
                <a:lnTo>
                  <a:pt x="19316" y="15216"/>
                </a:lnTo>
                <a:lnTo>
                  <a:pt x="21600" y="15429"/>
                </a:lnTo>
                <a:lnTo>
                  <a:pt x="20794" y="17295"/>
                </a:lnTo>
                <a:lnTo>
                  <a:pt x="20158" y="18561"/>
                </a:lnTo>
                <a:lnTo>
                  <a:pt x="19352" y="19804"/>
                </a:lnTo>
                <a:lnTo>
                  <a:pt x="18048" y="21600"/>
                </a:lnTo>
                <a:lnTo>
                  <a:pt x="15565" y="21588"/>
                </a:lnTo>
                <a:lnTo>
                  <a:pt x="13722" y="21341"/>
                </a:lnTo>
                <a:lnTo>
                  <a:pt x="10944" y="20637"/>
                </a:lnTo>
                <a:lnTo>
                  <a:pt x="9072" y="20174"/>
                </a:lnTo>
                <a:lnTo>
                  <a:pt x="7172" y="19708"/>
                </a:lnTo>
                <a:lnTo>
                  <a:pt x="5190" y="18971"/>
                </a:lnTo>
                <a:lnTo>
                  <a:pt x="3811" y="18277"/>
                </a:lnTo>
                <a:lnTo>
                  <a:pt x="2394" y="17231"/>
                </a:lnTo>
                <a:lnTo>
                  <a:pt x="288" y="15429"/>
                </a:lnTo>
                <a:lnTo>
                  <a:pt x="89" y="13238"/>
                </a:lnTo>
                <a:lnTo>
                  <a:pt x="0" y="11683"/>
                </a:lnTo>
                <a:lnTo>
                  <a:pt x="0" y="10025"/>
                </a:lnTo>
                <a:lnTo>
                  <a:pt x="67" y="7523"/>
                </a:lnTo>
                <a:lnTo>
                  <a:pt x="117" y="5409"/>
                </a:lnTo>
                <a:lnTo>
                  <a:pt x="163" y="3268"/>
                </a:lnTo>
                <a:lnTo>
                  <a:pt x="224" y="1645"/>
                </a:lnTo>
                <a:lnTo>
                  <a:pt x="288" y="0"/>
                </a:lnTo>
                <a:close/>
              </a:path>
            </a:pathLst>
          </a:custGeom>
          <a:solidFill>
            <a:srgbClr val="201F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3" name="contour_13331"/>
          <p:cNvSpPr/>
          <p:nvPr/>
        </p:nvSpPr>
        <p:spPr>
          <a:xfrm>
            <a:off x="5483656" y="2434189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323" y="142"/>
                </a:lnTo>
                <a:lnTo>
                  <a:pt x="6974" y="389"/>
                </a:lnTo>
                <a:lnTo>
                  <a:pt x="9448" y="963"/>
                </a:lnTo>
                <a:lnTo>
                  <a:pt x="11130" y="1330"/>
                </a:lnTo>
                <a:lnTo>
                  <a:pt x="12837" y="1700"/>
                </a:lnTo>
                <a:lnTo>
                  <a:pt x="14123" y="2388"/>
                </a:lnTo>
                <a:lnTo>
                  <a:pt x="15429" y="3086"/>
                </a:lnTo>
                <a:lnTo>
                  <a:pt x="15429" y="5125"/>
                </a:lnTo>
                <a:lnTo>
                  <a:pt x="15429" y="7177"/>
                </a:lnTo>
                <a:lnTo>
                  <a:pt x="15429" y="9257"/>
                </a:lnTo>
                <a:lnTo>
                  <a:pt x="17468" y="9257"/>
                </a:lnTo>
                <a:lnTo>
                  <a:pt x="19520" y="9257"/>
                </a:lnTo>
                <a:lnTo>
                  <a:pt x="21600" y="9257"/>
                </a:lnTo>
                <a:lnTo>
                  <a:pt x="21091" y="11294"/>
                </a:lnTo>
                <a:lnTo>
                  <a:pt x="20582" y="13333"/>
                </a:lnTo>
                <a:lnTo>
                  <a:pt x="20069" y="15382"/>
                </a:lnTo>
                <a:lnTo>
                  <a:pt x="19554" y="17440"/>
                </a:lnTo>
                <a:lnTo>
                  <a:pt x="19036" y="19511"/>
                </a:lnTo>
                <a:lnTo>
                  <a:pt x="18514" y="21600"/>
                </a:lnTo>
                <a:lnTo>
                  <a:pt x="16971" y="20057"/>
                </a:lnTo>
                <a:lnTo>
                  <a:pt x="15429" y="18514"/>
                </a:lnTo>
                <a:lnTo>
                  <a:pt x="13886" y="16971"/>
                </a:lnTo>
                <a:lnTo>
                  <a:pt x="12343" y="15429"/>
                </a:lnTo>
                <a:lnTo>
                  <a:pt x="10800" y="13886"/>
                </a:lnTo>
                <a:lnTo>
                  <a:pt x="9257" y="12343"/>
                </a:lnTo>
                <a:lnTo>
                  <a:pt x="7714" y="10800"/>
                </a:lnTo>
                <a:lnTo>
                  <a:pt x="6171" y="9257"/>
                </a:lnTo>
                <a:lnTo>
                  <a:pt x="4629" y="7714"/>
                </a:lnTo>
                <a:lnTo>
                  <a:pt x="3086" y="6171"/>
                </a:lnTo>
                <a:lnTo>
                  <a:pt x="1543" y="4629"/>
                </a:lnTo>
                <a:lnTo>
                  <a:pt x="0" y="3086"/>
                </a:lnTo>
                <a:lnTo>
                  <a:pt x="1531" y="1555"/>
                </a:lnTo>
                <a:lnTo>
                  <a:pt x="3086" y="0"/>
                </a:lnTo>
                <a:close/>
              </a:path>
            </a:pathLst>
          </a:custGeom>
          <a:solidFill>
            <a:srgbClr val="D1D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4" name="contour_13332"/>
          <p:cNvSpPr/>
          <p:nvPr/>
        </p:nvSpPr>
        <p:spPr>
          <a:xfrm>
            <a:off x="5410062" y="2426901"/>
            <a:ext cx="3715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5" y="0"/>
                </a:moveTo>
                <a:lnTo>
                  <a:pt x="1602" y="346"/>
                </a:lnTo>
                <a:lnTo>
                  <a:pt x="2712" y="670"/>
                </a:lnTo>
                <a:lnTo>
                  <a:pt x="3991" y="1040"/>
                </a:lnTo>
                <a:lnTo>
                  <a:pt x="5686" y="1537"/>
                </a:lnTo>
                <a:lnTo>
                  <a:pt x="8046" y="2222"/>
                </a:lnTo>
                <a:lnTo>
                  <a:pt x="11317" y="3175"/>
                </a:lnTo>
                <a:lnTo>
                  <a:pt x="15753" y="4468"/>
                </a:lnTo>
                <a:lnTo>
                  <a:pt x="21600" y="6171"/>
                </a:lnTo>
                <a:lnTo>
                  <a:pt x="19736" y="7869"/>
                </a:lnTo>
                <a:lnTo>
                  <a:pt x="17871" y="9569"/>
                </a:lnTo>
                <a:lnTo>
                  <a:pt x="16003" y="11269"/>
                </a:lnTo>
                <a:lnTo>
                  <a:pt x="14126" y="12972"/>
                </a:lnTo>
                <a:lnTo>
                  <a:pt x="12249" y="14685"/>
                </a:lnTo>
                <a:lnTo>
                  <a:pt x="10364" y="16401"/>
                </a:lnTo>
                <a:lnTo>
                  <a:pt x="8470" y="18125"/>
                </a:lnTo>
                <a:lnTo>
                  <a:pt x="6567" y="19857"/>
                </a:lnTo>
                <a:lnTo>
                  <a:pt x="4652" y="21600"/>
                </a:lnTo>
                <a:lnTo>
                  <a:pt x="2195" y="19749"/>
                </a:lnTo>
                <a:lnTo>
                  <a:pt x="894" y="18357"/>
                </a:lnTo>
                <a:lnTo>
                  <a:pt x="305" y="16728"/>
                </a:lnTo>
                <a:lnTo>
                  <a:pt x="0" y="14163"/>
                </a:lnTo>
                <a:lnTo>
                  <a:pt x="51" y="12479"/>
                </a:lnTo>
                <a:lnTo>
                  <a:pt x="102" y="10785"/>
                </a:lnTo>
                <a:lnTo>
                  <a:pt x="153" y="9066"/>
                </a:lnTo>
                <a:lnTo>
                  <a:pt x="191" y="7372"/>
                </a:lnTo>
                <a:lnTo>
                  <a:pt x="229" y="5668"/>
                </a:lnTo>
                <a:lnTo>
                  <a:pt x="267" y="3940"/>
                </a:lnTo>
                <a:lnTo>
                  <a:pt x="339" y="1984"/>
                </a:lnTo>
                <a:lnTo>
                  <a:pt x="415" y="0"/>
                </a:lnTo>
                <a:close/>
              </a:path>
            </a:pathLst>
          </a:custGeom>
          <a:solidFill>
            <a:srgbClr val="E0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5" name="contour_13333"/>
          <p:cNvSpPr/>
          <p:nvPr/>
        </p:nvSpPr>
        <p:spPr>
          <a:xfrm>
            <a:off x="2488292" y="2434189"/>
            <a:ext cx="43728" cy="29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470"/>
                </a:lnTo>
                <a:lnTo>
                  <a:pt x="8104" y="972"/>
                </a:lnTo>
                <a:lnTo>
                  <a:pt x="10354" y="1490"/>
                </a:lnTo>
                <a:lnTo>
                  <a:pt x="12600" y="2024"/>
                </a:lnTo>
                <a:lnTo>
                  <a:pt x="15113" y="2591"/>
                </a:lnTo>
                <a:lnTo>
                  <a:pt x="17662" y="3164"/>
                </a:lnTo>
                <a:lnTo>
                  <a:pt x="19616" y="4270"/>
                </a:lnTo>
                <a:lnTo>
                  <a:pt x="21600" y="5399"/>
                </a:lnTo>
                <a:lnTo>
                  <a:pt x="21600" y="8967"/>
                </a:lnTo>
                <a:lnTo>
                  <a:pt x="21600" y="12557"/>
                </a:lnTo>
                <a:lnTo>
                  <a:pt x="21600" y="16196"/>
                </a:lnTo>
                <a:lnTo>
                  <a:pt x="17608" y="18377"/>
                </a:lnTo>
                <a:lnTo>
                  <a:pt x="14522" y="19975"/>
                </a:lnTo>
                <a:lnTo>
                  <a:pt x="12125" y="21017"/>
                </a:lnTo>
                <a:lnTo>
                  <a:pt x="10195" y="21546"/>
                </a:lnTo>
                <a:lnTo>
                  <a:pt x="8507" y="21600"/>
                </a:lnTo>
                <a:lnTo>
                  <a:pt x="6844" y="21206"/>
                </a:lnTo>
                <a:lnTo>
                  <a:pt x="4982" y="20401"/>
                </a:lnTo>
                <a:lnTo>
                  <a:pt x="2700" y="19230"/>
                </a:lnTo>
                <a:lnTo>
                  <a:pt x="1361" y="17724"/>
                </a:lnTo>
                <a:lnTo>
                  <a:pt x="0" y="16196"/>
                </a:lnTo>
                <a:lnTo>
                  <a:pt x="713" y="12989"/>
                </a:lnTo>
                <a:lnTo>
                  <a:pt x="1429" y="9772"/>
                </a:lnTo>
                <a:lnTo>
                  <a:pt x="2146" y="6543"/>
                </a:lnTo>
                <a:lnTo>
                  <a:pt x="2869" y="3288"/>
                </a:lnTo>
                <a:lnTo>
                  <a:pt x="3600" y="0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6" name="contour_13334"/>
          <p:cNvSpPr/>
          <p:nvPr/>
        </p:nvSpPr>
        <p:spPr>
          <a:xfrm>
            <a:off x="8559189" y="239774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182"/>
                </a:lnTo>
                <a:lnTo>
                  <a:pt x="21600" y="4366"/>
                </a:lnTo>
                <a:lnTo>
                  <a:pt x="21600" y="6557"/>
                </a:lnTo>
                <a:lnTo>
                  <a:pt x="21600" y="8757"/>
                </a:lnTo>
                <a:lnTo>
                  <a:pt x="21600" y="10967"/>
                </a:lnTo>
                <a:lnTo>
                  <a:pt x="21600" y="13188"/>
                </a:lnTo>
                <a:lnTo>
                  <a:pt x="21600" y="15429"/>
                </a:lnTo>
                <a:lnTo>
                  <a:pt x="18744" y="15429"/>
                </a:lnTo>
                <a:lnTo>
                  <a:pt x="15872" y="15429"/>
                </a:lnTo>
                <a:lnTo>
                  <a:pt x="12960" y="15429"/>
                </a:lnTo>
                <a:lnTo>
                  <a:pt x="12960" y="17468"/>
                </a:lnTo>
                <a:lnTo>
                  <a:pt x="12960" y="19520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510" y="19610"/>
                </a:lnTo>
                <a:lnTo>
                  <a:pt x="1136" y="17490"/>
                </a:lnTo>
                <a:lnTo>
                  <a:pt x="1901" y="15293"/>
                </a:lnTo>
                <a:lnTo>
                  <a:pt x="2817" y="13065"/>
                </a:lnTo>
                <a:lnTo>
                  <a:pt x="3914" y="10859"/>
                </a:lnTo>
                <a:lnTo>
                  <a:pt x="5210" y="8723"/>
                </a:lnTo>
                <a:lnTo>
                  <a:pt x="6726" y="6711"/>
                </a:lnTo>
                <a:lnTo>
                  <a:pt x="8480" y="4869"/>
                </a:lnTo>
                <a:lnTo>
                  <a:pt x="10498" y="3249"/>
                </a:lnTo>
                <a:lnTo>
                  <a:pt x="12796" y="1904"/>
                </a:lnTo>
                <a:lnTo>
                  <a:pt x="15401" y="879"/>
                </a:lnTo>
                <a:lnTo>
                  <a:pt x="18325" y="228"/>
                </a:lnTo>
                <a:lnTo>
                  <a:pt x="21600" y="0"/>
                </a:lnTo>
                <a:close/>
              </a:path>
            </a:pathLst>
          </a:custGeom>
          <a:solidFill>
            <a:srgbClr val="E2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7" name="contour_13335"/>
          <p:cNvSpPr/>
          <p:nvPr/>
        </p:nvSpPr>
        <p:spPr>
          <a:xfrm>
            <a:off x="6372791" y="241961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604" y="2125"/>
                </a:lnTo>
                <a:lnTo>
                  <a:pt x="4135" y="4285"/>
                </a:lnTo>
                <a:lnTo>
                  <a:pt x="4641" y="5370"/>
                </a:lnTo>
                <a:lnTo>
                  <a:pt x="6171" y="8640"/>
                </a:lnTo>
                <a:lnTo>
                  <a:pt x="8362" y="9124"/>
                </a:lnTo>
                <a:lnTo>
                  <a:pt x="9914" y="9340"/>
                </a:lnTo>
                <a:lnTo>
                  <a:pt x="11575" y="9340"/>
                </a:lnTo>
                <a:lnTo>
                  <a:pt x="14077" y="9180"/>
                </a:lnTo>
                <a:lnTo>
                  <a:pt x="16191" y="9063"/>
                </a:lnTo>
                <a:lnTo>
                  <a:pt x="18332" y="8942"/>
                </a:lnTo>
                <a:lnTo>
                  <a:pt x="19955" y="8791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7548" y="20965"/>
                </a:lnTo>
                <a:lnTo>
                  <a:pt x="14358" y="20425"/>
                </a:lnTo>
                <a:lnTo>
                  <a:pt x="11877" y="19924"/>
                </a:lnTo>
                <a:lnTo>
                  <a:pt x="9961" y="19392"/>
                </a:lnTo>
                <a:lnTo>
                  <a:pt x="8458" y="18779"/>
                </a:lnTo>
                <a:lnTo>
                  <a:pt x="7227" y="18019"/>
                </a:lnTo>
                <a:lnTo>
                  <a:pt x="6116" y="17055"/>
                </a:lnTo>
                <a:lnTo>
                  <a:pt x="4977" y="15820"/>
                </a:lnTo>
                <a:lnTo>
                  <a:pt x="3666" y="14260"/>
                </a:lnTo>
                <a:lnTo>
                  <a:pt x="2632" y="12156"/>
                </a:lnTo>
                <a:lnTo>
                  <a:pt x="1904" y="10424"/>
                </a:lnTo>
                <a:lnTo>
                  <a:pt x="1142" y="8122"/>
                </a:lnTo>
                <a:lnTo>
                  <a:pt x="0" y="4320"/>
                </a:lnTo>
                <a:lnTo>
                  <a:pt x="1531" y="2177"/>
                </a:lnTo>
                <a:lnTo>
                  <a:pt x="3086" y="0"/>
                </a:lnTo>
                <a:close/>
              </a:path>
            </a:pathLst>
          </a:custGeom>
          <a:solidFill>
            <a:srgbClr val="6990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8" name="contour_13336"/>
          <p:cNvSpPr/>
          <p:nvPr/>
        </p:nvSpPr>
        <p:spPr>
          <a:xfrm>
            <a:off x="4550203" y="2383173"/>
            <a:ext cx="58894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7" y="0"/>
                </a:moveTo>
                <a:lnTo>
                  <a:pt x="714" y="1757"/>
                </a:lnTo>
                <a:lnTo>
                  <a:pt x="1219" y="3542"/>
                </a:lnTo>
                <a:lnTo>
                  <a:pt x="2047" y="5299"/>
                </a:lnTo>
                <a:lnTo>
                  <a:pt x="2889" y="7084"/>
                </a:lnTo>
                <a:lnTo>
                  <a:pt x="4656" y="7084"/>
                </a:lnTo>
                <a:lnTo>
                  <a:pt x="6434" y="7084"/>
                </a:lnTo>
                <a:lnTo>
                  <a:pt x="8235" y="7084"/>
                </a:lnTo>
                <a:lnTo>
                  <a:pt x="8235" y="9188"/>
                </a:lnTo>
                <a:lnTo>
                  <a:pt x="8235" y="11299"/>
                </a:lnTo>
                <a:lnTo>
                  <a:pt x="8235" y="13418"/>
                </a:lnTo>
                <a:lnTo>
                  <a:pt x="8235" y="15554"/>
                </a:lnTo>
                <a:lnTo>
                  <a:pt x="8235" y="17711"/>
                </a:lnTo>
                <a:lnTo>
                  <a:pt x="10125" y="17711"/>
                </a:lnTo>
                <a:lnTo>
                  <a:pt x="12018" y="17711"/>
                </a:lnTo>
                <a:lnTo>
                  <a:pt x="13915" y="17711"/>
                </a:lnTo>
                <a:lnTo>
                  <a:pt x="15821" y="17711"/>
                </a:lnTo>
                <a:lnTo>
                  <a:pt x="17735" y="17711"/>
                </a:lnTo>
                <a:lnTo>
                  <a:pt x="19659" y="17711"/>
                </a:lnTo>
                <a:lnTo>
                  <a:pt x="21600" y="17711"/>
                </a:lnTo>
                <a:lnTo>
                  <a:pt x="21600" y="19468"/>
                </a:lnTo>
                <a:lnTo>
                  <a:pt x="21600" y="21253"/>
                </a:lnTo>
                <a:lnTo>
                  <a:pt x="19761" y="21306"/>
                </a:lnTo>
                <a:lnTo>
                  <a:pt x="17925" y="21356"/>
                </a:lnTo>
                <a:lnTo>
                  <a:pt x="16086" y="21398"/>
                </a:lnTo>
                <a:lnTo>
                  <a:pt x="14249" y="21437"/>
                </a:lnTo>
                <a:lnTo>
                  <a:pt x="12410" y="21472"/>
                </a:lnTo>
                <a:lnTo>
                  <a:pt x="11651" y="21490"/>
                </a:lnTo>
                <a:lnTo>
                  <a:pt x="10312" y="21526"/>
                </a:lnTo>
                <a:lnTo>
                  <a:pt x="7244" y="21600"/>
                </a:lnTo>
                <a:lnTo>
                  <a:pt x="4686" y="21345"/>
                </a:lnTo>
                <a:lnTo>
                  <a:pt x="3101" y="20853"/>
                </a:lnTo>
                <a:lnTo>
                  <a:pt x="1831" y="19765"/>
                </a:lnTo>
                <a:lnTo>
                  <a:pt x="217" y="17711"/>
                </a:lnTo>
                <a:lnTo>
                  <a:pt x="67" y="15196"/>
                </a:lnTo>
                <a:lnTo>
                  <a:pt x="0" y="13411"/>
                </a:lnTo>
                <a:lnTo>
                  <a:pt x="0" y="11508"/>
                </a:lnTo>
                <a:lnTo>
                  <a:pt x="51" y="8636"/>
                </a:lnTo>
                <a:lnTo>
                  <a:pt x="88" y="6209"/>
                </a:lnTo>
                <a:lnTo>
                  <a:pt x="123" y="3751"/>
                </a:lnTo>
                <a:lnTo>
                  <a:pt x="168" y="1888"/>
                </a:lnTo>
                <a:lnTo>
                  <a:pt x="217" y="0"/>
                </a:lnTo>
                <a:close/>
              </a:path>
            </a:pathLst>
          </a:custGeom>
          <a:solidFill>
            <a:srgbClr val="436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39" name="contour_13337"/>
          <p:cNvSpPr/>
          <p:nvPr/>
        </p:nvSpPr>
        <p:spPr>
          <a:xfrm>
            <a:off x="10446779" y="238317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786" y="21303"/>
                </a:lnTo>
                <a:lnTo>
                  <a:pt x="17971" y="20984"/>
                </a:lnTo>
                <a:lnTo>
                  <a:pt x="16157" y="20644"/>
                </a:lnTo>
                <a:lnTo>
                  <a:pt x="14345" y="20288"/>
                </a:lnTo>
                <a:lnTo>
                  <a:pt x="12534" y="19915"/>
                </a:lnTo>
                <a:lnTo>
                  <a:pt x="10849" y="19597"/>
                </a:lnTo>
                <a:lnTo>
                  <a:pt x="9155" y="19283"/>
                </a:lnTo>
                <a:lnTo>
                  <a:pt x="7437" y="18965"/>
                </a:lnTo>
                <a:lnTo>
                  <a:pt x="5999" y="18052"/>
                </a:lnTo>
                <a:lnTo>
                  <a:pt x="4551" y="17134"/>
                </a:lnTo>
                <a:lnTo>
                  <a:pt x="3086" y="16200"/>
                </a:lnTo>
                <a:lnTo>
                  <a:pt x="2475" y="12992"/>
                </a:lnTo>
                <a:lnTo>
                  <a:pt x="1861" y="9774"/>
                </a:lnTo>
                <a:lnTo>
                  <a:pt x="1247" y="6545"/>
                </a:lnTo>
                <a:lnTo>
                  <a:pt x="626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DF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0" name="contour_13338"/>
          <p:cNvSpPr/>
          <p:nvPr/>
        </p:nvSpPr>
        <p:spPr>
          <a:xfrm>
            <a:off x="4864177" y="239774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7" y="670"/>
                </a:lnTo>
                <a:lnTo>
                  <a:pt x="4331" y="1356"/>
                </a:lnTo>
                <a:lnTo>
                  <a:pt x="6491" y="2061"/>
                </a:lnTo>
                <a:lnTo>
                  <a:pt x="8647" y="2778"/>
                </a:lnTo>
                <a:lnTo>
                  <a:pt x="10800" y="3508"/>
                </a:lnTo>
                <a:lnTo>
                  <a:pt x="12809" y="4160"/>
                </a:lnTo>
                <a:lnTo>
                  <a:pt x="14828" y="4817"/>
                </a:lnTo>
                <a:lnTo>
                  <a:pt x="16877" y="5486"/>
                </a:lnTo>
                <a:lnTo>
                  <a:pt x="18436" y="6528"/>
                </a:lnTo>
                <a:lnTo>
                  <a:pt x="20009" y="7577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7191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1" name="contour_13339"/>
          <p:cNvSpPr/>
          <p:nvPr/>
        </p:nvSpPr>
        <p:spPr>
          <a:xfrm>
            <a:off x="651718" y="2375885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82" y="648"/>
                </a:lnTo>
                <a:lnTo>
                  <a:pt x="4080" y="1339"/>
                </a:lnTo>
                <a:lnTo>
                  <a:pt x="6005" y="2101"/>
                </a:lnTo>
                <a:lnTo>
                  <a:pt x="7868" y="2948"/>
                </a:lnTo>
                <a:lnTo>
                  <a:pt x="9674" y="3915"/>
                </a:lnTo>
                <a:lnTo>
                  <a:pt x="11437" y="5033"/>
                </a:lnTo>
                <a:lnTo>
                  <a:pt x="13165" y="6313"/>
                </a:lnTo>
                <a:lnTo>
                  <a:pt x="14866" y="7792"/>
                </a:lnTo>
                <a:lnTo>
                  <a:pt x="16551" y="9499"/>
                </a:lnTo>
                <a:lnTo>
                  <a:pt x="18228" y="11448"/>
                </a:lnTo>
                <a:lnTo>
                  <a:pt x="19907" y="13673"/>
                </a:lnTo>
                <a:lnTo>
                  <a:pt x="21600" y="16200"/>
                </a:lnTo>
                <a:lnTo>
                  <a:pt x="19729" y="16735"/>
                </a:lnTo>
                <a:lnTo>
                  <a:pt x="17855" y="17269"/>
                </a:lnTo>
                <a:lnTo>
                  <a:pt x="15981" y="17804"/>
                </a:lnTo>
                <a:lnTo>
                  <a:pt x="14105" y="18344"/>
                </a:lnTo>
                <a:lnTo>
                  <a:pt x="12220" y="18878"/>
                </a:lnTo>
                <a:lnTo>
                  <a:pt x="10333" y="19418"/>
                </a:lnTo>
                <a:lnTo>
                  <a:pt x="8438" y="19958"/>
                </a:lnTo>
                <a:lnTo>
                  <a:pt x="6534" y="20504"/>
                </a:lnTo>
                <a:lnTo>
                  <a:pt x="4622" y="21049"/>
                </a:lnTo>
                <a:lnTo>
                  <a:pt x="2700" y="21600"/>
                </a:lnTo>
                <a:lnTo>
                  <a:pt x="2254" y="18036"/>
                </a:lnTo>
                <a:lnTo>
                  <a:pt x="1809" y="14467"/>
                </a:lnTo>
                <a:lnTo>
                  <a:pt x="1361" y="10881"/>
                </a:lnTo>
                <a:lnTo>
                  <a:pt x="910" y="7279"/>
                </a:lnTo>
                <a:lnTo>
                  <a:pt x="456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3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2" name="contour_13340"/>
          <p:cNvSpPr/>
          <p:nvPr/>
        </p:nvSpPr>
        <p:spPr>
          <a:xfrm>
            <a:off x="7167182" y="2338731"/>
            <a:ext cx="58304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83"/>
                </a:moveTo>
                <a:lnTo>
                  <a:pt x="1553" y="579"/>
                </a:lnTo>
                <a:lnTo>
                  <a:pt x="3105" y="481"/>
                </a:lnTo>
                <a:lnTo>
                  <a:pt x="4658" y="397"/>
                </a:lnTo>
                <a:lnTo>
                  <a:pt x="6210" y="321"/>
                </a:lnTo>
                <a:lnTo>
                  <a:pt x="7762" y="251"/>
                </a:lnTo>
                <a:lnTo>
                  <a:pt x="8405" y="216"/>
                </a:lnTo>
                <a:lnTo>
                  <a:pt x="9536" y="146"/>
                </a:lnTo>
                <a:lnTo>
                  <a:pt x="12128" y="0"/>
                </a:lnTo>
                <a:lnTo>
                  <a:pt x="14002" y="363"/>
                </a:lnTo>
                <a:lnTo>
                  <a:pt x="15660" y="879"/>
                </a:lnTo>
                <a:lnTo>
                  <a:pt x="17175" y="1708"/>
                </a:lnTo>
                <a:lnTo>
                  <a:pt x="18622" y="3005"/>
                </a:lnTo>
                <a:lnTo>
                  <a:pt x="20072" y="4936"/>
                </a:lnTo>
                <a:lnTo>
                  <a:pt x="21600" y="7656"/>
                </a:lnTo>
                <a:lnTo>
                  <a:pt x="21600" y="12264"/>
                </a:lnTo>
                <a:lnTo>
                  <a:pt x="21600" y="16901"/>
                </a:lnTo>
                <a:lnTo>
                  <a:pt x="21600" y="21600"/>
                </a:lnTo>
                <a:lnTo>
                  <a:pt x="19818" y="21021"/>
                </a:lnTo>
                <a:lnTo>
                  <a:pt x="18036" y="20450"/>
                </a:lnTo>
                <a:lnTo>
                  <a:pt x="16251" y="19871"/>
                </a:lnTo>
                <a:lnTo>
                  <a:pt x="14464" y="19299"/>
                </a:lnTo>
                <a:lnTo>
                  <a:pt x="12674" y="18720"/>
                </a:lnTo>
                <a:lnTo>
                  <a:pt x="10881" y="18142"/>
                </a:lnTo>
                <a:lnTo>
                  <a:pt x="9083" y="17563"/>
                </a:lnTo>
                <a:lnTo>
                  <a:pt x="7279" y="16977"/>
                </a:lnTo>
                <a:lnTo>
                  <a:pt x="5470" y="16392"/>
                </a:lnTo>
                <a:lnTo>
                  <a:pt x="3656" y="15806"/>
                </a:lnTo>
                <a:lnTo>
                  <a:pt x="1831" y="15220"/>
                </a:lnTo>
                <a:lnTo>
                  <a:pt x="0" y="14628"/>
                </a:lnTo>
                <a:lnTo>
                  <a:pt x="0" y="10019"/>
                </a:lnTo>
                <a:lnTo>
                  <a:pt x="0" y="5383"/>
                </a:lnTo>
                <a:lnTo>
                  <a:pt x="0" y="683"/>
                </a:lnTo>
                <a:close/>
              </a:path>
            </a:pathLst>
          </a:custGeom>
          <a:solidFill>
            <a:srgbClr val="E8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3" name="contour_13341"/>
          <p:cNvSpPr/>
          <p:nvPr/>
        </p:nvSpPr>
        <p:spPr>
          <a:xfrm>
            <a:off x="3763690" y="2319935"/>
            <a:ext cx="58304" cy="340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745"/>
                </a:moveTo>
                <a:lnTo>
                  <a:pt x="20404" y="10414"/>
                </a:lnTo>
                <a:lnTo>
                  <a:pt x="19184" y="12941"/>
                </a:lnTo>
                <a:lnTo>
                  <a:pt x="17914" y="15319"/>
                </a:lnTo>
                <a:lnTo>
                  <a:pt x="16564" y="17554"/>
                </a:lnTo>
                <a:lnTo>
                  <a:pt x="15101" y="19646"/>
                </a:lnTo>
                <a:lnTo>
                  <a:pt x="13500" y="21600"/>
                </a:lnTo>
                <a:lnTo>
                  <a:pt x="11534" y="21595"/>
                </a:lnTo>
                <a:lnTo>
                  <a:pt x="9685" y="21272"/>
                </a:lnTo>
                <a:lnTo>
                  <a:pt x="7911" y="20644"/>
                </a:lnTo>
                <a:lnTo>
                  <a:pt x="6180" y="19716"/>
                </a:lnTo>
                <a:lnTo>
                  <a:pt x="4455" y="18492"/>
                </a:lnTo>
                <a:lnTo>
                  <a:pt x="2700" y="16982"/>
                </a:lnTo>
                <a:lnTo>
                  <a:pt x="1517" y="14077"/>
                </a:lnTo>
                <a:lnTo>
                  <a:pt x="842" y="12151"/>
                </a:lnTo>
                <a:lnTo>
                  <a:pt x="421" y="10327"/>
                </a:lnTo>
                <a:lnTo>
                  <a:pt x="0" y="7745"/>
                </a:lnTo>
                <a:lnTo>
                  <a:pt x="1887" y="4946"/>
                </a:lnTo>
                <a:lnTo>
                  <a:pt x="3680" y="2826"/>
                </a:lnTo>
                <a:lnTo>
                  <a:pt x="5397" y="1325"/>
                </a:lnTo>
                <a:lnTo>
                  <a:pt x="7069" y="397"/>
                </a:lnTo>
                <a:lnTo>
                  <a:pt x="8716" y="0"/>
                </a:lnTo>
                <a:lnTo>
                  <a:pt x="10363" y="74"/>
                </a:lnTo>
                <a:lnTo>
                  <a:pt x="12034" y="573"/>
                </a:lnTo>
                <a:lnTo>
                  <a:pt x="13754" y="1450"/>
                </a:lnTo>
                <a:lnTo>
                  <a:pt x="15547" y="2656"/>
                </a:lnTo>
                <a:lnTo>
                  <a:pt x="17434" y="4143"/>
                </a:lnTo>
                <a:lnTo>
                  <a:pt x="19445" y="5851"/>
                </a:lnTo>
                <a:lnTo>
                  <a:pt x="21600" y="7745"/>
                </a:lnTo>
                <a:close/>
              </a:path>
            </a:pathLst>
          </a:custGeom>
          <a:solidFill>
            <a:srgbClr val="3A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4" name="contour_13342"/>
          <p:cNvSpPr/>
          <p:nvPr/>
        </p:nvSpPr>
        <p:spPr>
          <a:xfrm>
            <a:off x="4317578" y="231758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6D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5" name="contour_13343"/>
          <p:cNvSpPr/>
          <p:nvPr/>
        </p:nvSpPr>
        <p:spPr>
          <a:xfrm>
            <a:off x="3799146" y="2302021"/>
            <a:ext cx="44712" cy="592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358"/>
                </a:moveTo>
                <a:lnTo>
                  <a:pt x="2989" y="119"/>
                </a:lnTo>
                <a:lnTo>
                  <a:pt x="4795" y="0"/>
                </a:lnTo>
                <a:lnTo>
                  <a:pt x="6401" y="0"/>
                </a:lnTo>
                <a:lnTo>
                  <a:pt x="8313" y="119"/>
                </a:lnTo>
                <a:lnTo>
                  <a:pt x="11038" y="358"/>
                </a:lnTo>
                <a:lnTo>
                  <a:pt x="12016" y="2254"/>
                </a:lnTo>
                <a:lnTo>
                  <a:pt x="12689" y="3616"/>
                </a:lnTo>
                <a:lnTo>
                  <a:pt x="13224" y="4827"/>
                </a:lnTo>
                <a:lnTo>
                  <a:pt x="13791" y="6269"/>
                </a:lnTo>
                <a:lnTo>
                  <a:pt x="14558" y="8324"/>
                </a:lnTo>
                <a:lnTo>
                  <a:pt x="16301" y="8983"/>
                </a:lnTo>
                <a:lnTo>
                  <a:pt x="18051" y="9641"/>
                </a:lnTo>
                <a:lnTo>
                  <a:pt x="19815" y="10307"/>
                </a:lnTo>
                <a:lnTo>
                  <a:pt x="21600" y="10979"/>
                </a:lnTo>
                <a:lnTo>
                  <a:pt x="20604" y="12482"/>
                </a:lnTo>
                <a:lnTo>
                  <a:pt x="19607" y="13985"/>
                </a:lnTo>
                <a:lnTo>
                  <a:pt x="18607" y="15493"/>
                </a:lnTo>
                <a:lnTo>
                  <a:pt x="17604" y="17007"/>
                </a:lnTo>
                <a:lnTo>
                  <a:pt x="16593" y="18528"/>
                </a:lnTo>
                <a:lnTo>
                  <a:pt x="15579" y="20057"/>
                </a:lnTo>
                <a:lnTo>
                  <a:pt x="14558" y="21600"/>
                </a:lnTo>
                <a:lnTo>
                  <a:pt x="14196" y="19901"/>
                </a:lnTo>
                <a:lnTo>
                  <a:pt x="13830" y="18188"/>
                </a:lnTo>
                <a:lnTo>
                  <a:pt x="13460" y="16454"/>
                </a:lnTo>
                <a:lnTo>
                  <a:pt x="12897" y="14699"/>
                </a:lnTo>
                <a:lnTo>
                  <a:pt x="12457" y="13544"/>
                </a:lnTo>
                <a:lnTo>
                  <a:pt x="11911" y="12477"/>
                </a:lnTo>
                <a:lnTo>
                  <a:pt x="11038" y="10979"/>
                </a:lnTo>
                <a:lnTo>
                  <a:pt x="8939" y="10416"/>
                </a:lnTo>
                <a:lnTo>
                  <a:pt x="6834" y="9869"/>
                </a:lnTo>
                <a:lnTo>
                  <a:pt x="4721" y="9338"/>
                </a:lnTo>
                <a:lnTo>
                  <a:pt x="2602" y="8823"/>
                </a:lnTo>
                <a:lnTo>
                  <a:pt x="475" y="8324"/>
                </a:lnTo>
                <a:lnTo>
                  <a:pt x="158" y="6269"/>
                </a:lnTo>
                <a:lnTo>
                  <a:pt x="0" y="4827"/>
                </a:lnTo>
                <a:lnTo>
                  <a:pt x="0" y="3616"/>
                </a:lnTo>
                <a:lnTo>
                  <a:pt x="158" y="2254"/>
                </a:lnTo>
                <a:lnTo>
                  <a:pt x="475" y="358"/>
                </a:lnTo>
                <a:close/>
              </a:path>
            </a:pathLst>
          </a:custGeom>
          <a:solidFill>
            <a:srgbClr val="555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6" name="contour_13344"/>
          <p:cNvSpPr/>
          <p:nvPr/>
        </p:nvSpPr>
        <p:spPr>
          <a:xfrm>
            <a:off x="1548141" y="2315883"/>
            <a:ext cx="43728" cy="32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27"/>
                </a:moveTo>
                <a:lnTo>
                  <a:pt x="2621" y="682"/>
                </a:lnTo>
                <a:lnTo>
                  <a:pt x="5202" y="319"/>
                </a:lnTo>
                <a:lnTo>
                  <a:pt x="7751" y="82"/>
                </a:lnTo>
                <a:lnTo>
                  <a:pt x="10292" y="0"/>
                </a:lnTo>
                <a:lnTo>
                  <a:pt x="12838" y="126"/>
                </a:lnTo>
                <a:lnTo>
                  <a:pt x="15401" y="484"/>
                </a:lnTo>
                <a:lnTo>
                  <a:pt x="18000" y="1127"/>
                </a:lnTo>
                <a:lnTo>
                  <a:pt x="19242" y="4203"/>
                </a:lnTo>
                <a:lnTo>
                  <a:pt x="20146" y="7289"/>
                </a:lnTo>
                <a:lnTo>
                  <a:pt x="20772" y="10423"/>
                </a:lnTo>
                <a:lnTo>
                  <a:pt x="21186" y="13639"/>
                </a:lnTo>
                <a:lnTo>
                  <a:pt x="21442" y="16976"/>
                </a:lnTo>
                <a:lnTo>
                  <a:pt x="21600" y="20473"/>
                </a:lnTo>
                <a:lnTo>
                  <a:pt x="18979" y="20918"/>
                </a:lnTo>
                <a:lnTo>
                  <a:pt x="16398" y="21281"/>
                </a:lnTo>
                <a:lnTo>
                  <a:pt x="13849" y="21518"/>
                </a:lnTo>
                <a:lnTo>
                  <a:pt x="11308" y="21600"/>
                </a:lnTo>
                <a:lnTo>
                  <a:pt x="8762" y="21474"/>
                </a:lnTo>
                <a:lnTo>
                  <a:pt x="6199" y="21116"/>
                </a:lnTo>
                <a:lnTo>
                  <a:pt x="3600" y="20473"/>
                </a:lnTo>
                <a:lnTo>
                  <a:pt x="2358" y="17397"/>
                </a:lnTo>
                <a:lnTo>
                  <a:pt x="1454" y="14311"/>
                </a:lnTo>
                <a:lnTo>
                  <a:pt x="828" y="11177"/>
                </a:lnTo>
                <a:lnTo>
                  <a:pt x="414" y="7961"/>
                </a:lnTo>
                <a:lnTo>
                  <a:pt x="158" y="4624"/>
                </a:lnTo>
                <a:lnTo>
                  <a:pt x="0" y="1127"/>
                </a:lnTo>
                <a:close/>
              </a:path>
            </a:pathLst>
          </a:custGeom>
          <a:solidFill>
            <a:srgbClr val="33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7" name="contour_13345"/>
          <p:cNvSpPr/>
          <p:nvPr/>
        </p:nvSpPr>
        <p:spPr>
          <a:xfrm>
            <a:off x="6452959" y="2317989"/>
            <a:ext cx="43728" cy="43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77" y="1628"/>
                </a:moveTo>
                <a:lnTo>
                  <a:pt x="16045" y="3289"/>
                </a:lnTo>
                <a:lnTo>
                  <a:pt x="17683" y="4909"/>
                </a:lnTo>
                <a:lnTo>
                  <a:pt x="19130" y="6603"/>
                </a:lnTo>
                <a:lnTo>
                  <a:pt x="20423" y="8496"/>
                </a:lnTo>
                <a:lnTo>
                  <a:pt x="21600" y="10698"/>
                </a:lnTo>
                <a:lnTo>
                  <a:pt x="20347" y="13304"/>
                </a:lnTo>
                <a:lnTo>
                  <a:pt x="19382" y="15190"/>
                </a:lnTo>
                <a:lnTo>
                  <a:pt x="18504" y="16662"/>
                </a:lnTo>
                <a:lnTo>
                  <a:pt x="17518" y="18017"/>
                </a:lnTo>
                <a:lnTo>
                  <a:pt x="16214" y="19561"/>
                </a:lnTo>
                <a:lnTo>
                  <a:pt x="14400" y="21600"/>
                </a:lnTo>
                <a:lnTo>
                  <a:pt x="12589" y="20368"/>
                </a:lnTo>
                <a:lnTo>
                  <a:pt x="10786" y="19122"/>
                </a:lnTo>
                <a:lnTo>
                  <a:pt x="8989" y="17868"/>
                </a:lnTo>
                <a:lnTo>
                  <a:pt x="7200" y="16603"/>
                </a:lnTo>
                <a:lnTo>
                  <a:pt x="5191" y="15208"/>
                </a:lnTo>
                <a:lnTo>
                  <a:pt x="3150" y="13794"/>
                </a:lnTo>
                <a:lnTo>
                  <a:pt x="1588" y="12257"/>
                </a:lnTo>
                <a:lnTo>
                  <a:pt x="0" y="10698"/>
                </a:lnTo>
                <a:lnTo>
                  <a:pt x="0" y="8296"/>
                </a:lnTo>
                <a:lnTo>
                  <a:pt x="0" y="5880"/>
                </a:lnTo>
                <a:lnTo>
                  <a:pt x="0" y="3430"/>
                </a:lnTo>
                <a:lnTo>
                  <a:pt x="2470" y="1948"/>
                </a:lnTo>
                <a:lnTo>
                  <a:pt x="4738" y="825"/>
                </a:lnTo>
                <a:lnTo>
                  <a:pt x="6919" y="145"/>
                </a:lnTo>
                <a:lnTo>
                  <a:pt x="9137" y="0"/>
                </a:lnTo>
                <a:lnTo>
                  <a:pt x="11516" y="465"/>
                </a:lnTo>
                <a:lnTo>
                  <a:pt x="14177" y="1628"/>
                </a:lnTo>
                <a:close/>
              </a:path>
            </a:pathLst>
          </a:custGeom>
          <a:solidFill>
            <a:srgbClr val="EF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8" name="contour_13346"/>
          <p:cNvSpPr/>
          <p:nvPr/>
        </p:nvSpPr>
        <p:spPr>
          <a:xfrm>
            <a:off x="5796486" y="2310293"/>
            <a:ext cx="23147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9" y="0"/>
                </a:moveTo>
                <a:lnTo>
                  <a:pt x="17492" y="0"/>
                </a:lnTo>
                <a:lnTo>
                  <a:pt x="20920" y="0"/>
                </a:lnTo>
                <a:lnTo>
                  <a:pt x="21158" y="2765"/>
                </a:lnTo>
                <a:lnTo>
                  <a:pt x="21355" y="5194"/>
                </a:lnTo>
                <a:lnTo>
                  <a:pt x="21505" y="7317"/>
                </a:lnTo>
                <a:lnTo>
                  <a:pt x="21586" y="9168"/>
                </a:lnTo>
                <a:lnTo>
                  <a:pt x="21600" y="10778"/>
                </a:lnTo>
                <a:lnTo>
                  <a:pt x="21525" y="12178"/>
                </a:lnTo>
                <a:lnTo>
                  <a:pt x="21362" y="13400"/>
                </a:lnTo>
                <a:lnTo>
                  <a:pt x="21104" y="14474"/>
                </a:lnTo>
                <a:lnTo>
                  <a:pt x="20723" y="15434"/>
                </a:lnTo>
                <a:lnTo>
                  <a:pt x="20226" y="16312"/>
                </a:lnTo>
                <a:lnTo>
                  <a:pt x="19594" y="17137"/>
                </a:lnTo>
                <a:lnTo>
                  <a:pt x="18825" y="17944"/>
                </a:lnTo>
                <a:lnTo>
                  <a:pt x="17900" y="18761"/>
                </a:lnTo>
                <a:lnTo>
                  <a:pt x="16812" y="19623"/>
                </a:lnTo>
                <a:lnTo>
                  <a:pt x="15561" y="20557"/>
                </a:lnTo>
                <a:lnTo>
                  <a:pt x="14119" y="21600"/>
                </a:lnTo>
                <a:lnTo>
                  <a:pt x="9623" y="21600"/>
                </a:lnTo>
                <a:lnTo>
                  <a:pt x="5101" y="21600"/>
                </a:lnTo>
                <a:lnTo>
                  <a:pt x="517" y="21600"/>
                </a:lnTo>
                <a:lnTo>
                  <a:pt x="190" y="20165"/>
                </a:lnTo>
                <a:lnTo>
                  <a:pt x="20" y="18747"/>
                </a:lnTo>
                <a:lnTo>
                  <a:pt x="0" y="17347"/>
                </a:lnTo>
                <a:lnTo>
                  <a:pt x="129" y="15962"/>
                </a:lnTo>
                <a:lnTo>
                  <a:pt x="415" y="14590"/>
                </a:lnTo>
                <a:lnTo>
                  <a:pt x="857" y="13233"/>
                </a:lnTo>
                <a:lnTo>
                  <a:pt x="1455" y="11886"/>
                </a:lnTo>
                <a:lnTo>
                  <a:pt x="2217" y="10547"/>
                </a:lnTo>
                <a:lnTo>
                  <a:pt x="3128" y="9217"/>
                </a:lnTo>
                <a:lnTo>
                  <a:pt x="4210" y="7894"/>
                </a:lnTo>
                <a:lnTo>
                  <a:pt x="5448" y="6574"/>
                </a:lnTo>
                <a:lnTo>
                  <a:pt x="6849" y="5261"/>
                </a:lnTo>
                <a:lnTo>
                  <a:pt x="8420" y="3945"/>
                </a:lnTo>
                <a:lnTo>
                  <a:pt x="10154" y="2633"/>
                </a:lnTo>
                <a:lnTo>
                  <a:pt x="12051" y="1318"/>
                </a:lnTo>
                <a:lnTo>
                  <a:pt x="14119" y="0"/>
                </a:lnTo>
                <a:close/>
              </a:path>
            </a:pathLst>
          </a:custGeom>
          <a:solidFill>
            <a:srgbClr val="A0A9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49" name="contour_13347"/>
          <p:cNvSpPr/>
          <p:nvPr/>
        </p:nvSpPr>
        <p:spPr>
          <a:xfrm>
            <a:off x="6861087" y="2309579"/>
            <a:ext cx="36440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71"/>
                </a:lnTo>
                <a:lnTo>
                  <a:pt x="13751" y="142"/>
                </a:lnTo>
                <a:lnTo>
                  <a:pt x="16368" y="209"/>
                </a:lnTo>
                <a:lnTo>
                  <a:pt x="18982" y="280"/>
                </a:lnTo>
                <a:lnTo>
                  <a:pt x="21600" y="347"/>
                </a:lnTo>
                <a:lnTo>
                  <a:pt x="21289" y="2625"/>
                </a:lnTo>
                <a:lnTo>
                  <a:pt x="20943" y="4874"/>
                </a:lnTo>
                <a:lnTo>
                  <a:pt x="20550" y="7106"/>
                </a:lnTo>
                <a:lnTo>
                  <a:pt x="20088" y="9319"/>
                </a:lnTo>
                <a:lnTo>
                  <a:pt x="19548" y="11516"/>
                </a:lnTo>
                <a:lnTo>
                  <a:pt x="18909" y="13705"/>
                </a:lnTo>
                <a:lnTo>
                  <a:pt x="18157" y="15883"/>
                </a:lnTo>
                <a:lnTo>
                  <a:pt x="17280" y="18058"/>
                </a:lnTo>
                <a:lnTo>
                  <a:pt x="13936" y="19468"/>
                </a:lnTo>
                <a:lnTo>
                  <a:pt x="11591" y="20357"/>
                </a:lnTo>
                <a:lnTo>
                  <a:pt x="9621" y="20895"/>
                </a:lnTo>
                <a:lnTo>
                  <a:pt x="7404" y="21253"/>
                </a:lnTo>
                <a:lnTo>
                  <a:pt x="4320" y="21600"/>
                </a:lnTo>
                <a:lnTo>
                  <a:pt x="3698" y="19446"/>
                </a:lnTo>
                <a:lnTo>
                  <a:pt x="3084" y="17286"/>
                </a:lnTo>
                <a:lnTo>
                  <a:pt x="2484" y="15129"/>
                </a:lnTo>
                <a:lnTo>
                  <a:pt x="1892" y="12964"/>
                </a:lnTo>
                <a:lnTo>
                  <a:pt x="1551" y="11756"/>
                </a:lnTo>
                <a:lnTo>
                  <a:pt x="523" y="8108"/>
                </a:lnTo>
                <a:lnTo>
                  <a:pt x="264" y="6015"/>
                </a:lnTo>
                <a:lnTo>
                  <a:pt x="0" y="3889"/>
                </a:lnTo>
                <a:lnTo>
                  <a:pt x="2562" y="1838"/>
                </a:lnTo>
                <a:lnTo>
                  <a:pt x="4303" y="747"/>
                </a:lnTo>
                <a:lnTo>
                  <a:pt x="6026" y="259"/>
                </a:lnTo>
                <a:lnTo>
                  <a:pt x="8523" y="0"/>
                </a:lnTo>
                <a:close/>
              </a:path>
            </a:pathLst>
          </a:custGeom>
          <a:solidFill>
            <a:srgbClr val="CFDB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0" name="contour_13348"/>
          <p:cNvSpPr/>
          <p:nvPr/>
        </p:nvSpPr>
        <p:spPr>
          <a:xfrm>
            <a:off x="812054" y="2278736"/>
            <a:ext cx="36440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6"/>
                </a:lnTo>
                <a:lnTo>
                  <a:pt x="8506" y="150"/>
                </a:lnTo>
                <a:lnTo>
                  <a:pt x="11007" y="0"/>
                </a:lnTo>
                <a:lnTo>
                  <a:pt x="12986" y="150"/>
                </a:lnTo>
                <a:lnTo>
                  <a:pt x="14917" y="596"/>
                </a:lnTo>
                <a:lnTo>
                  <a:pt x="17280" y="1337"/>
                </a:lnTo>
                <a:lnTo>
                  <a:pt x="18325" y="3801"/>
                </a:lnTo>
                <a:lnTo>
                  <a:pt x="19176" y="6273"/>
                </a:lnTo>
                <a:lnTo>
                  <a:pt x="19855" y="8758"/>
                </a:lnTo>
                <a:lnTo>
                  <a:pt x="20390" y="11262"/>
                </a:lnTo>
                <a:lnTo>
                  <a:pt x="20805" y="13795"/>
                </a:lnTo>
                <a:lnTo>
                  <a:pt x="21129" y="16356"/>
                </a:lnTo>
                <a:lnTo>
                  <a:pt x="21384" y="18954"/>
                </a:lnTo>
                <a:lnTo>
                  <a:pt x="21600" y="21600"/>
                </a:lnTo>
                <a:lnTo>
                  <a:pt x="16606" y="20988"/>
                </a:lnTo>
                <a:lnTo>
                  <a:pt x="13094" y="20498"/>
                </a:lnTo>
                <a:lnTo>
                  <a:pt x="10593" y="20024"/>
                </a:lnTo>
                <a:lnTo>
                  <a:pt x="8614" y="19448"/>
                </a:lnTo>
                <a:lnTo>
                  <a:pt x="6683" y="18662"/>
                </a:lnTo>
                <a:lnTo>
                  <a:pt x="4320" y="17547"/>
                </a:lnTo>
                <a:lnTo>
                  <a:pt x="3015" y="14865"/>
                </a:lnTo>
                <a:lnTo>
                  <a:pt x="2056" y="12283"/>
                </a:lnTo>
                <a:lnTo>
                  <a:pt x="1356" y="9722"/>
                </a:lnTo>
                <a:lnTo>
                  <a:pt x="834" y="7096"/>
                </a:lnTo>
                <a:lnTo>
                  <a:pt x="410" y="4332"/>
                </a:lnTo>
                <a:lnTo>
                  <a:pt x="0" y="1337"/>
                </a:lnTo>
                <a:close/>
              </a:path>
            </a:pathLst>
          </a:custGeom>
          <a:solidFill>
            <a:srgbClr val="494B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1" name="contour_13349"/>
          <p:cNvSpPr/>
          <p:nvPr/>
        </p:nvSpPr>
        <p:spPr>
          <a:xfrm>
            <a:off x="2523092" y="2273861"/>
            <a:ext cx="52656" cy="437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97"/>
                </a:moveTo>
                <a:lnTo>
                  <a:pt x="21134" y="5736"/>
                </a:lnTo>
                <a:lnTo>
                  <a:pt x="20667" y="7198"/>
                </a:lnTo>
                <a:lnTo>
                  <a:pt x="19920" y="8659"/>
                </a:lnTo>
                <a:lnTo>
                  <a:pt x="18610" y="10798"/>
                </a:lnTo>
                <a:lnTo>
                  <a:pt x="16551" y="10856"/>
                </a:lnTo>
                <a:lnTo>
                  <a:pt x="15002" y="10798"/>
                </a:lnTo>
                <a:lnTo>
                  <a:pt x="12631" y="10575"/>
                </a:lnTo>
                <a:lnTo>
                  <a:pt x="10254" y="10424"/>
                </a:lnTo>
                <a:lnTo>
                  <a:pt x="8703" y="10481"/>
                </a:lnTo>
                <a:lnTo>
                  <a:pt x="6652" y="10798"/>
                </a:lnTo>
                <a:lnTo>
                  <a:pt x="5641" y="13477"/>
                </a:lnTo>
                <a:lnTo>
                  <a:pt x="4981" y="15378"/>
                </a:lnTo>
                <a:lnTo>
                  <a:pt x="4526" y="17020"/>
                </a:lnTo>
                <a:lnTo>
                  <a:pt x="4135" y="18921"/>
                </a:lnTo>
                <a:lnTo>
                  <a:pt x="3662" y="21600"/>
                </a:lnTo>
                <a:lnTo>
                  <a:pt x="2179" y="21600"/>
                </a:lnTo>
                <a:lnTo>
                  <a:pt x="673" y="21600"/>
                </a:lnTo>
                <a:lnTo>
                  <a:pt x="401" y="18979"/>
                </a:lnTo>
                <a:lnTo>
                  <a:pt x="182" y="16401"/>
                </a:lnTo>
                <a:lnTo>
                  <a:pt x="42" y="13848"/>
                </a:lnTo>
                <a:lnTo>
                  <a:pt x="0" y="11309"/>
                </a:lnTo>
                <a:lnTo>
                  <a:pt x="75" y="8767"/>
                </a:lnTo>
                <a:lnTo>
                  <a:pt x="293" y="6200"/>
                </a:lnTo>
                <a:lnTo>
                  <a:pt x="673" y="3597"/>
                </a:lnTo>
                <a:lnTo>
                  <a:pt x="2640" y="2078"/>
                </a:lnTo>
                <a:lnTo>
                  <a:pt x="4664" y="997"/>
                </a:lnTo>
                <a:lnTo>
                  <a:pt x="6736" y="317"/>
                </a:lnTo>
                <a:lnTo>
                  <a:pt x="8840" y="0"/>
                </a:lnTo>
                <a:lnTo>
                  <a:pt x="10972" y="7"/>
                </a:lnTo>
                <a:lnTo>
                  <a:pt x="13115" y="302"/>
                </a:lnTo>
                <a:lnTo>
                  <a:pt x="15259" y="846"/>
                </a:lnTo>
                <a:lnTo>
                  <a:pt x="17397" y="1602"/>
                </a:lnTo>
                <a:lnTo>
                  <a:pt x="19513" y="2531"/>
                </a:lnTo>
                <a:lnTo>
                  <a:pt x="21600" y="3597"/>
                </a:lnTo>
                <a:close/>
              </a:path>
            </a:pathLst>
          </a:custGeom>
          <a:solidFill>
            <a:srgbClr val="7E71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2" name="contour_13350"/>
          <p:cNvSpPr/>
          <p:nvPr/>
        </p:nvSpPr>
        <p:spPr>
          <a:xfrm>
            <a:off x="9324428" y="226656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095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3" name="contour_13351"/>
          <p:cNvSpPr/>
          <p:nvPr/>
        </p:nvSpPr>
        <p:spPr>
          <a:xfrm>
            <a:off x="5294169" y="2259277"/>
            <a:ext cx="3567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51" y="0"/>
                </a:moveTo>
                <a:lnTo>
                  <a:pt x="19394" y="2518"/>
                </a:lnTo>
                <a:lnTo>
                  <a:pt x="20607" y="4539"/>
                </a:lnTo>
                <a:lnTo>
                  <a:pt x="21326" y="6270"/>
                </a:lnTo>
                <a:lnTo>
                  <a:pt x="21600" y="7909"/>
                </a:lnTo>
                <a:lnTo>
                  <a:pt x="21463" y="9655"/>
                </a:lnTo>
                <a:lnTo>
                  <a:pt x="20960" y="11707"/>
                </a:lnTo>
                <a:lnTo>
                  <a:pt x="20131" y="14271"/>
                </a:lnTo>
                <a:lnTo>
                  <a:pt x="19455" y="16342"/>
                </a:lnTo>
                <a:lnTo>
                  <a:pt x="18771" y="18443"/>
                </a:lnTo>
                <a:lnTo>
                  <a:pt x="18493" y="19227"/>
                </a:lnTo>
                <a:lnTo>
                  <a:pt x="17651" y="21600"/>
                </a:lnTo>
                <a:lnTo>
                  <a:pt x="15153" y="20727"/>
                </a:lnTo>
                <a:lnTo>
                  <a:pt x="12656" y="19853"/>
                </a:lnTo>
                <a:lnTo>
                  <a:pt x="10149" y="18977"/>
                </a:lnTo>
                <a:lnTo>
                  <a:pt x="7634" y="18098"/>
                </a:lnTo>
                <a:lnTo>
                  <a:pt x="5105" y="17212"/>
                </a:lnTo>
                <a:lnTo>
                  <a:pt x="2564" y="16323"/>
                </a:lnTo>
                <a:lnTo>
                  <a:pt x="0" y="15429"/>
                </a:lnTo>
                <a:lnTo>
                  <a:pt x="2917" y="15429"/>
                </a:lnTo>
                <a:lnTo>
                  <a:pt x="5851" y="15429"/>
                </a:lnTo>
                <a:lnTo>
                  <a:pt x="8825" y="15429"/>
                </a:lnTo>
                <a:lnTo>
                  <a:pt x="8825" y="13389"/>
                </a:lnTo>
                <a:lnTo>
                  <a:pt x="8825" y="11337"/>
                </a:lnTo>
                <a:lnTo>
                  <a:pt x="8825" y="9257"/>
                </a:lnTo>
                <a:lnTo>
                  <a:pt x="6641" y="8492"/>
                </a:lnTo>
                <a:lnTo>
                  <a:pt x="4448" y="7727"/>
                </a:lnTo>
                <a:lnTo>
                  <a:pt x="2237" y="6952"/>
                </a:lnTo>
                <a:lnTo>
                  <a:pt x="0" y="6171"/>
                </a:lnTo>
                <a:lnTo>
                  <a:pt x="2498" y="5298"/>
                </a:lnTo>
                <a:lnTo>
                  <a:pt x="4995" y="4425"/>
                </a:lnTo>
                <a:lnTo>
                  <a:pt x="7502" y="3549"/>
                </a:lnTo>
                <a:lnTo>
                  <a:pt x="10017" y="2669"/>
                </a:lnTo>
                <a:lnTo>
                  <a:pt x="12545" y="1784"/>
                </a:lnTo>
                <a:lnTo>
                  <a:pt x="15087" y="895"/>
                </a:lnTo>
                <a:lnTo>
                  <a:pt x="17651" y="0"/>
                </a:lnTo>
                <a:close/>
              </a:path>
            </a:pathLst>
          </a:custGeom>
          <a:solidFill>
            <a:srgbClr val="575B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4" name="contour_13352"/>
          <p:cNvSpPr/>
          <p:nvPr/>
        </p:nvSpPr>
        <p:spPr>
          <a:xfrm>
            <a:off x="3909450" y="2259277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6348" y="774"/>
                </a:lnTo>
                <a:lnTo>
                  <a:pt x="9356" y="1440"/>
                </a:lnTo>
                <a:lnTo>
                  <a:pt x="11804" y="2056"/>
                </a:lnTo>
                <a:lnTo>
                  <a:pt x="13784" y="2660"/>
                </a:lnTo>
                <a:lnTo>
                  <a:pt x="15377" y="3308"/>
                </a:lnTo>
                <a:lnTo>
                  <a:pt x="16670" y="4046"/>
                </a:lnTo>
                <a:lnTo>
                  <a:pt x="17747" y="4925"/>
                </a:lnTo>
                <a:lnTo>
                  <a:pt x="18692" y="5990"/>
                </a:lnTo>
                <a:lnTo>
                  <a:pt x="19594" y="7294"/>
                </a:lnTo>
                <a:lnTo>
                  <a:pt x="20534" y="8878"/>
                </a:lnTo>
                <a:lnTo>
                  <a:pt x="21600" y="10800"/>
                </a:lnTo>
                <a:lnTo>
                  <a:pt x="20277" y="10609"/>
                </a:lnTo>
                <a:lnTo>
                  <a:pt x="18932" y="10422"/>
                </a:lnTo>
                <a:lnTo>
                  <a:pt x="15782" y="10170"/>
                </a:lnTo>
                <a:lnTo>
                  <a:pt x="13365" y="10022"/>
                </a:lnTo>
                <a:lnTo>
                  <a:pt x="11524" y="10015"/>
                </a:lnTo>
                <a:lnTo>
                  <a:pt x="10098" y="10177"/>
                </a:lnTo>
                <a:lnTo>
                  <a:pt x="8932" y="10548"/>
                </a:lnTo>
                <a:lnTo>
                  <a:pt x="7868" y="11153"/>
                </a:lnTo>
                <a:lnTo>
                  <a:pt x="6742" y="12028"/>
                </a:lnTo>
                <a:lnTo>
                  <a:pt x="5400" y="13205"/>
                </a:lnTo>
                <a:lnTo>
                  <a:pt x="4304" y="14710"/>
                </a:lnTo>
                <a:lnTo>
                  <a:pt x="3475" y="15898"/>
                </a:lnTo>
                <a:lnTo>
                  <a:pt x="2654" y="17176"/>
                </a:lnTo>
                <a:lnTo>
                  <a:pt x="1582" y="18940"/>
                </a:lnTo>
                <a:lnTo>
                  <a:pt x="0" y="21600"/>
                </a:lnTo>
                <a:lnTo>
                  <a:pt x="297" y="19224"/>
                </a:lnTo>
                <a:lnTo>
                  <a:pt x="594" y="16844"/>
                </a:lnTo>
                <a:lnTo>
                  <a:pt x="891" y="14465"/>
                </a:lnTo>
                <a:lnTo>
                  <a:pt x="1191" y="12078"/>
                </a:lnTo>
                <a:lnTo>
                  <a:pt x="1490" y="9684"/>
                </a:lnTo>
                <a:lnTo>
                  <a:pt x="1790" y="7279"/>
                </a:lnTo>
                <a:lnTo>
                  <a:pt x="2092" y="4867"/>
                </a:lnTo>
                <a:lnTo>
                  <a:pt x="2395" y="2441"/>
                </a:lnTo>
                <a:lnTo>
                  <a:pt x="2700" y="0"/>
                </a:lnTo>
                <a:close/>
              </a:path>
            </a:pathLst>
          </a:custGeom>
          <a:solidFill>
            <a:srgbClr val="7B73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5" name="contour_13353"/>
          <p:cNvSpPr/>
          <p:nvPr/>
        </p:nvSpPr>
        <p:spPr>
          <a:xfrm>
            <a:off x="1416957" y="2273853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1314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6" name="contour_13354"/>
          <p:cNvSpPr/>
          <p:nvPr/>
        </p:nvSpPr>
        <p:spPr>
          <a:xfrm>
            <a:off x="7968861" y="2230125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036" y="21091"/>
                </a:lnTo>
                <a:lnTo>
                  <a:pt x="14467" y="20582"/>
                </a:lnTo>
                <a:lnTo>
                  <a:pt x="10881" y="20069"/>
                </a:lnTo>
                <a:lnTo>
                  <a:pt x="7279" y="19554"/>
                </a:lnTo>
                <a:lnTo>
                  <a:pt x="3656" y="19036"/>
                </a:lnTo>
                <a:lnTo>
                  <a:pt x="0" y="18514"/>
                </a:lnTo>
                <a:lnTo>
                  <a:pt x="1345" y="14438"/>
                </a:lnTo>
                <a:lnTo>
                  <a:pt x="2311" y="11630"/>
                </a:lnTo>
                <a:lnTo>
                  <a:pt x="3046" y="9739"/>
                </a:lnTo>
                <a:lnTo>
                  <a:pt x="3710" y="8427"/>
                </a:lnTo>
                <a:lnTo>
                  <a:pt x="4444" y="7353"/>
                </a:lnTo>
                <a:lnTo>
                  <a:pt x="5400" y="6171"/>
                </a:lnTo>
                <a:lnTo>
                  <a:pt x="8969" y="6171"/>
                </a:lnTo>
                <a:lnTo>
                  <a:pt x="12560" y="6171"/>
                </a:lnTo>
                <a:lnTo>
                  <a:pt x="16200" y="6171"/>
                </a:lnTo>
                <a:lnTo>
                  <a:pt x="16200" y="4132"/>
                </a:lnTo>
                <a:lnTo>
                  <a:pt x="16200" y="2080"/>
                </a:lnTo>
                <a:lnTo>
                  <a:pt x="16200" y="0"/>
                </a:lnTo>
                <a:close/>
              </a:path>
            </a:pathLst>
          </a:custGeom>
          <a:solidFill>
            <a:srgbClr val="CBD3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7" name="contour_13355"/>
          <p:cNvSpPr/>
          <p:nvPr/>
        </p:nvSpPr>
        <p:spPr>
          <a:xfrm>
            <a:off x="1118149" y="2221198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3853"/>
                </a:lnTo>
                <a:lnTo>
                  <a:pt x="21600" y="6780"/>
                </a:lnTo>
                <a:lnTo>
                  <a:pt x="21600" y="9715"/>
                </a:lnTo>
                <a:lnTo>
                  <a:pt x="21600" y="12662"/>
                </a:lnTo>
                <a:lnTo>
                  <a:pt x="21600" y="15622"/>
                </a:lnTo>
                <a:lnTo>
                  <a:pt x="21600" y="1859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1010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8" name="contour_13356"/>
          <p:cNvSpPr/>
          <p:nvPr/>
        </p:nvSpPr>
        <p:spPr>
          <a:xfrm>
            <a:off x="1424245" y="2186397"/>
            <a:ext cx="65592" cy="293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675" y="3184"/>
                </a:lnTo>
                <a:lnTo>
                  <a:pt x="20153" y="6378"/>
                </a:lnTo>
                <a:lnTo>
                  <a:pt x="20630" y="9583"/>
                </a:lnTo>
                <a:lnTo>
                  <a:pt x="21113" y="12815"/>
                </a:lnTo>
                <a:lnTo>
                  <a:pt x="21600" y="16079"/>
                </a:lnTo>
                <a:lnTo>
                  <a:pt x="19910" y="17141"/>
                </a:lnTo>
                <a:lnTo>
                  <a:pt x="18245" y="18073"/>
                </a:lnTo>
                <a:lnTo>
                  <a:pt x="16598" y="18883"/>
                </a:lnTo>
                <a:lnTo>
                  <a:pt x="14966" y="19574"/>
                </a:lnTo>
                <a:lnTo>
                  <a:pt x="13344" y="20158"/>
                </a:lnTo>
                <a:lnTo>
                  <a:pt x="11724" y="20630"/>
                </a:lnTo>
                <a:lnTo>
                  <a:pt x="10099" y="21005"/>
                </a:lnTo>
                <a:lnTo>
                  <a:pt x="8470" y="21284"/>
                </a:lnTo>
                <a:lnTo>
                  <a:pt x="6823" y="21471"/>
                </a:lnTo>
                <a:lnTo>
                  <a:pt x="5160" y="21573"/>
                </a:lnTo>
                <a:lnTo>
                  <a:pt x="3473" y="21600"/>
                </a:lnTo>
                <a:lnTo>
                  <a:pt x="1754" y="21552"/>
                </a:lnTo>
                <a:lnTo>
                  <a:pt x="0" y="21439"/>
                </a:lnTo>
                <a:lnTo>
                  <a:pt x="0" y="17896"/>
                </a:lnTo>
                <a:lnTo>
                  <a:pt x="0" y="14332"/>
                </a:lnTo>
                <a:lnTo>
                  <a:pt x="0" y="10720"/>
                </a:lnTo>
                <a:lnTo>
                  <a:pt x="1615" y="9460"/>
                </a:lnTo>
                <a:lnTo>
                  <a:pt x="3194" y="8324"/>
                </a:lnTo>
                <a:lnTo>
                  <a:pt x="4759" y="7295"/>
                </a:lnTo>
                <a:lnTo>
                  <a:pt x="6334" y="6357"/>
                </a:lnTo>
                <a:lnTo>
                  <a:pt x="7939" y="5494"/>
                </a:lnTo>
                <a:lnTo>
                  <a:pt x="9600" y="4690"/>
                </a:lnTo>
                <a:lnTo>
                  <a:pt x="10978" y="3993"/>
                </a:lnTo>
                <a:lnTo>
                  <a:pt x="12374" y="3286"/>
                </a:lnTo>
                <a:lnTo>
                  <a:pt x="13738" y="2610"/>
                </a:lnTo>
                <a:lnTo>
                  <a:pt x="15101" y="1946"/>
                </a:lnTo>
                <a:lnTo>
                  <a:pt x="16466" y="1286"/>
                </a:lnTo>
                <a:lnTo>
                  <a:pt x="17834" y="643"/>
                </a:lnTo>
                <a:lnTo>
                  <a:pt x="19200" y="0"/>
                </a:lnTo>
                <a:close/>
              </a:path>
            </a:pathLst>
          </a:custGeom>
          <a:solidFill>
            <a:srgbClr val="07080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59" name="contour_13357"/>
          <p:cNvSpPr/>
          <p:nvPr/>
        </p:nvSpPr>
        <p:spPr>
          <a:xfrm>
            <a:off x="10330171" y="220097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433" y="20434"/>
                </a:lnTo>
                <a:lnTo>
                  <a:pt x="17269" y="19254"/>
                </a:lnTo>
                <a:lnTo>
                  <a:pt x="15109" y="18062"/>
                </a:lnTo>
                <a:lnTo>
                  <a:pt x="12953" y="16865"/>
                </a:lnTo>
                <a:lnTo>
                  <a:pt x="10800" y="15660"/>
                </a:lnTo>
                <a:lnTo>
                  <a:pt x="8791" y="14558"/>
                </a:lnTo>
                <a:lnTo>
                  <a:pt x="6772" y="13448"/>
                </a:lnTo>
                <a:lnTo>
                  <a:pt x="4723" y="12321"/>
                </a:lnTo>
                <a:lnTo>
                  <a:pt x="3164" y="11107"/>
                </a:lnTo>
                <a:lnTo>
                  <a:pt x="1591" y="988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7275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0" name="contour_13358"/>
          <p:cNvSpPr/>
          <p:nvPr/>
        </p:nvSpPr>
        <p:spPr>
          <a:xfrm>
            <a:off x="10147971" y="2177878"/>
            <a:ext cx="51016" cy="23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52"/>
                </a:moveTo>
                <a:lnTo>
                  <a:pt x="2231" y="682"/>
                </a:lnTo>
                <a:lnTo>
                  <a:pt x="4440" y="307"/>
                </a:lnTo>
                <a:lnTo>
                  <a:pt x="6631" y="68"/>
                </a:lnTo>
                <a:lnTo>
                  <a:pt x="8816" y="0"/>
                </a:lnTo>
                <a:lnTo>
                  <a:pt x="11004" y="136"/>
                </a:lnTo>
                <a:lnTo>
                  <a:pt x="13204" y="504"/>
                </a:lnTo>
                <a:lnTo>
                  <a:pt x="15429" y="1152"/>
                </a:lnTo>
                <a:lnTo>
                  <a:pt x="17144" y="5507"/>
                </a:lnTo>
                <a:lnTo>
                  <a:pt x="18357" y="8725"/>
                </a:lnTo>
                <a:lnTo>
                  <a:pt x="19236" y="11376"/>
                </a:lnTo>
                <a:lnTo>
                  <a:pt x="19955" y="14027"/>
                </a:lnTo>
                <a:lnTo>
                  <a:pt x="20687" y="1724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551"/>
                </a:lnTo>
                <a:lnTo>
                  <a:pt x="0" y="13489"/>
                </a:lnTo>
                <a:lnTo>
                  <a:pt x="0" y="9413"/>
                </a:lnTo>
                <a:lnTo>
                  <a:pt x="0" y="5303"/>
                </a:lnTo>
                <a:lnTo>
                  <a:pt x="0" y="1152"/>
                </a:lnTo>
                <a:close/>
              </a:path>
            </a:pathLst>
          </a:custGeom>
          <a:solidFill>
            <a:srgbClr val="E8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1" name="contour_13359"/>
          <p:cNvSpPr/>
          <p:nvPr/>
        </p:nvSpPr>
        <p:spPr>
          <a:xfrm>
            <a:off x="10002211" y="2179109"/>
            <a:ext cx="65592" cy="290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0" y="0"/>
                </a:moveTo>
                <a:lnTo>
                  <a:pt x="6312" y="977"/>
                </a:lnTo>
                <a:lnTo>
                  <a:pt x="7824" y="1953"/>
                </a:lnTo>
                <a:lnTo>
                  <a:pt x="9338" y="2930"/>
                </a:lnTo>
                <a:lnTo>
                  <a:pt x="10855" y="3912"/>
                </a:lnTo>
                <a:lnTo>
                  <a:pt x="12377" y="4894"/>
                </a:lnTo>
                <a:lnTo>
                  <a:pt x="13898" y="5876"/>
                </a:lnTo>
                <a:lnTo>
                  <a:pt x="15427" y="6864"/>
                </a:lnTo>
                <a:lnTo>
                  <a:pt x="16961" y="7857"/>
                </a:lnTo>
                <a:lnTo>
                  <a:pt x="18499" y="8849"/>
                </a:lnTo>
                <a:lnTo>
                  <a:pt x="20047" y="9848"/>
                </a:lnTo>
                <a:lnTo>
                  <a:pt x="21600" y="10852"/>
                </a:lnTo>
                <a:lnTo>
                  <a:pt x="19217" y="14433"/>
                </a:lnTo>
                <a:lnTo>
                  <a:pt x="17378" y="17124"/>
                </a:lnTo>
                <a:lnTo>
                  <a:pt x="15955" y="19050"/>
                </a:lnTo>
                <a:lnTo>
                  <a:pt x="14818" y="20330"/>
                </a:lnTo>
                <a:lnTo>
                  <a:pt x="13838" y="21101"/>
                </a:lnTo>
                <a:lnTo>
                  <a:pt x="12888" y="21481"/>
                </a:lnTo>
                <a:lnTo>
                  <a:pt x="11834" y="21600"/>
                </a:lnTo>
                <a:lnTo>
                  <a:pt x="10548" y="21578"/>
                </a:lnTo>
                <a:lnTo>
                  <a:pt x="9989" y="21296"/>
                </a:lnTo>
                <a:lnTo>
                  <a:pt x="9002" y="20802"/>
                </a:lnTo>
                <a:lnTo>
                  <a:pt x="6749" y="19668"/>
                </a:lnTo>
                <a:lnTo>
                  <a:pt x="5477" y="19066"/>
                </a:lnTo>
                <a:lnTo>
                  <a:pt x="4195" y="18458"/>
                </a:lnTo>
                <a:lnTo>
                  <a:pt x="2897" y="17845"/>
                </a:lnTo>
                <a:lnTo>
                  <a:pt x="1459" y="17069"/>
                </a:lnTo>
                <a:lnTo>
                  <a:pt x="0" y="16277"/>
                </a:lnTo>
                <a:lnTo>
                  <a:pt x="598" y="15773"/>
                </a:lnTo>
                <a:lnTo>
                  <a:pt x="2400" y="14243"/>
                </a:lnTo>
                <a:lnTo>
                  <a:pt x="3590" y="12561"/>
                </a:lnTo>
                <a:lnTo>
                  <a:pt x="4800" y="10852"/>
                </a:lnTo>
                <a:lnTo>
                  <a:pt x="4800" y="7265"/>
                </a:lnTo>
                <a:lnTo>
                  <a:pt x="4800" y="3657"/>
                </a:lnTo>
                <a:lnTo>
                  <a:pt x="4800" y="0"/>
                </a:lnTo>
                <a:close/>
              </a:path>
            </a:pathLst>
          </a:custGeom>
          <a:solidFill>
            <a:srgbClr val="999D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2" name="contour_13360"/>
          <p:cNvSpPr/>
          <p:nvPr/>
        </p:nvSpPr>
        <p:spPr>
          <a:xfrm>
            <a:off x="740748" y="2171821"/>
            <a:ext cx="5673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76" y="0"/>
                </a:moveTo>
                <a:lnTo>
                  <a:pt x="3924" y="555"/>
                </a:lnTo>
                <a:lnTo>
                  <a:pt x="5672" y="1111"/>
                </a:lnTo>
                <a:lnTo>
                  <a:pt x="7423" y="1666"/>
                </a:lnTo>
                <a:lnTo>
                  <a:pt x="9177" y="2225"/>
                </a:lnTo>
                <a:lnTo>
                  <a:pt x="10936" y="2783"/>
                </a:lnTo>
                <a:lnTo>
                  <a:pt x="12695" y="3342"/>
                </a:lnTo>
                <a:lnTo>
                  <a:pt x="14463" y="3903"/>
                </a:lnTo>
                <a:lnTo>
                  <a:pt x="16236" y="4468"/>
                </a:lnTo>
                <a:lnTo>
                  <a:pt x="18015" y="5033"/>
                </a:lnTo>
                <a:lnTo>
                  <a:pt x="19805" y="5601"/>
                </a:lnTo>
                <a:lnTo>
                  <a:pt x="21600" y="6171"/>
                </a:lnTo>
                <a:lnTo>
                  <a:pt x="20226" y="7699"/>
                </a:lnTo>
                <a:lnTo>
                  <a:pt x="18845" y="9236"/>
                </a:lnTo>
                <a:lnTo>
                  <a:pt x="17457" y="10778"/>
                </a:lnTo>
                <a:lnTo>
                  <a:pt x="16050" y="12343"/>
                </a:lnTo>
                <a:lnTo>
                  <a:pt x="14083" y="12182"/>
                </a:lnTo>
                <a:lnTo>
                  <a:pt x="12232" y="11821"/>
                </a:lnTo>
                <a:lnTo>
                  <a:pt x="10442" y="11309"/>
                </a:lnTo>
                <a:lnTo>
                  <a:pt x="8666" y="10683"/>
                </a:lnTo>
                <a:lnTo>
                  <a:pt x="6851" y="9985"/>
                </a:lnTo>
                <a:lnTo>
                  <a:pt x="4950" y="9257"/>
                </a:lnTo>
                <a:lnTo>
                  <a:pt x="4493" y="11294"/>
                </a:lnTo>
                <a:lnTo>
                  <a:pt x="4035" y="13333"/>
                </a:lnTo>
                <a:lnTo>
                  <a:pt x="3574" y="15382"/>
                </a:lnTo>
                <a:lnTo>
                  <a:pt x="3111" y="17440"/>
                </a:lnTo>
                <a:lnTo>
                  <a:pt x="2645" y="19511"/>
                </a:lnTo>
                <a:lnTo>
                  <a:pt x="2176" y="21600"/>
                </a:lnTo>
                <a:lnTo>
                  <a:pt x="1437" y="18931"/>
                </a:lnTo>
                <a:lnTo>
                  <a:pt x="844" y="16644"/>
                </a:lnTo>
                <a:lnTo>
                  <a:pt x="402" y="14639"/>
                </a:lnTo>
                <a:lnTo>
                  <a:pt x="117" y="12815"/>
                </a:lnTo>
                <a:lnTo>
                  <a:pt x="0" y="11068"/>
                </a:lnTo>
                <a:lnTo>
                  <a:pt x="58" y="9303"/>
                </a:lnTo>
                <a:lnTo>
                  <a:pt x="297" y="7415"/>
                </a:lnTo>
                <a:lnTo>
                  <a:pt x="724" y="5301"/>
                </a:lnTo>
                <a:lnTo>
                  <a:pt x="1349" y="2864"/>
                </a:lnTo>
                <a:lnTo>
                  <a:pt x="2176" y="0"/>
                </a:lnTo>
                <a:close/>
              </a:path>
            </a:pathLst>
          </a:custGeom>
          <a:solidFill>
            <a:srgbClr val="716B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3" name="contour_13361"/>
          <p:cNvSpPr/>
          <p:nvPr/>
        </p:nvSpPr>
        <p:spPr>
          <a:xfrm>
            <a:off x="8479021" y="2157245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417" y="1515"/>
                </a:lnTo>
                <a:lnTo>
                  <a:pt x="8050" y="2776"/>
                </a:lnTo>
                <a:lnTo>
                  <a:pt x="10998" y="3834"/>
                </a:lnTo>
                <a:lnTo>
                  <a:pt x="13360" y="4736"/>
                </a:lnTo>
                <a:lnTo>
                  <a:pt x="15228" y="5532"/>
                </a:lnTo>
                <a:lnTo>
                  <a:pt x="16708" y="6272"/>
                </a:lnTo>
                <a:lnTo>
                  <a:pt x="17888" y="7001"/>
                </a:lnTo>
                <a:lnTo>
                  <a:pt x="18871" y="7771"/>
                </a:lnTo>
                <a:lnTo>
                  <a:pt x="19750" y="8626"/>
                </a:lnTo>
                <a:lnTo>
                  <a:pt x="20628" y="9620"/>
                </a:lnTo>
                <a:lnTo>
                  <a:pt x="21600" y="10800"/>
                </a:lnTo>
                <a:lnTo>
                  <a:pt x="21262" y="12690"/>
                </a:lnTo>
                <a:lnTo>
                  <a:pt x="20797" y="14494"/>
                </a:lnTo>
                <a:lnTo>
                  <a:pt x="20221" y="16251"/>
                </a:lnTo>
                <a:lnTo>
                  <a:pt x="19555" y="17996"/>
                </a:lnTo>
                <a:lnTo>
                  <a:pt x="18806" y="19767"/>
                </a:lnTo>
                <a:lnTo>
                  <a:pt x="18000" y="21600"/>
                </a:lnTo>
                <a:lnTo>
                  <a:pt x="16456" y="20128"/>
                </a:lnTo>
                <a:lnTo>
                  <a:pt x="14958" y="18657"/>
                </a:lnTo>
                <a:lnTo>
                  <a:pt x="13504" y="17183"/>
                </a:lnTo>
                <a:lnTo>
                  <a:pt x="12096" y="15706"/>
                </a:lnTo>
                <a:lnTo>
                  <a:pt x="10728" y="14221"/>
                </a:lnTo>
                <a:lnTo>
                  <a:pt x="9400" y="12725"/>
                </a:lnTo>
                <a:lnTo>
                  <a:pt x="8111" y="11216"/>
                </a:lnTo>
                <a:lnTo>
                  <a:pt x="6854" y="9688"/>
                </a:lnTo>
                <a:lnTo>
                  <a:pt x="5638" y="8140"/>
                </a:lnTo>
                <a:lnTo>
                  <a:pt x="4450" y="6572"/>
                </a:lnTo>
                <a:lnTo>
                  <a:pt x="3294" y="4976"/>
                </a:lnTo>
                <a:lnTo>
                  <a:pt x="2171" y="3351"/>
                </a:lnTo>
                <a:lnTo>
                  <a:pt x="1073" y="1693"/>
                </a:lnTo>
                <a:lnTo>
                  <a:pt x="0" y="0"/>
                </a:lnTo>
                <a:close/>
              </a:path>
            </a:pathLst>
          </a:custGeom>
          <a:solidFill>
            <a:srgbClr val="D6E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4" name="contour_13362"/>
          <p:cNvSpPr/>
          <p:nvPr/>
        </p:nvSpPr>
        <p:spPr>
          <a:xfrm>
            <a:off x="2131180" y="2149644"/>
            <a:ext cx="51016" cy="306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0"/>
                </a:moveTo>
                <a:lnTo>
                  <a:pt x="14318" y="764"/>
                </a:lnTo>
                <a:lnTo>
                  <a:pt x="15635" y="1426"/>
                </a:lnTo>
                <a:lnTo>
                  <a:pt x="16999" y="2236"/>
                </a:lnTo>
                <a:lnTo>
                  <a:pt x="18844" y="3462"/>
                </a:lnTo>
                <a:lnTo>
                  <a:pt x="21600" y="5349"/>
                </a:lnTo>
                <a:lnTo>
                  <a:pt x="20687" y="8626"/>
                </a:lnTo>
                <a:lnTo>
                  <a:pt x="19958" y="11046"/>
                </a:lnTo>
                <a:lnTo>
                  <a:pt x="19239" y="13041"/>
                </a:lnTo>
                <a:lnTo>
                  <a:pt x="18357" y="15036"/>
                </a:lnTo>
                <a:lnTo>
                  <a:pt x="17144" y="17456"/>
                </a:lnTo>
                <a:lnTo>
                  <a:pt x="15429" y="20733"/>
                </a:lnTo>
                <a:lnTo>
                  <a:pt x="13204" y="21221"/>
                </a:lnTo>
                <a:lnTo>
                  <a:pt x="11004" y="21497"/>
                </a:lnTo>
                <a:lnTo>
                  <a:pt x="8813" y="21600"/>
                </a:lnTo>
                <a:lnTo>
                  <a:pt x="6628" y="21549"/>
                </a:lnTo>
                <a:lnTo>
                  <a:pt x="4437" y="21369"/>
                </a:lnTo>
                <a:lnTo>
                  <a:pt x="2231" y="21087"/>
                </a:lnTo>
                <a:lnTo>
                  <a:pt x="0" y="20733"/>
                </a:lnTo>
                <a:lnTo>
                  <a:pt x="2074" y="14672"/>
                </a:lnTo>
                <a:lnTo>
                  <a:pt x="3737" y="9949"/>
                </a:lnTo>
                <a:lnTo>
                  <a:pt x="5095" y="6395"/>
                </a:lnTo>
                <a:lnTo>
                  <a:pt x="6249" y="3831"/>
                </a:lnTo>
                <a:lnTo>
                  <a:pt x="7304" y="2097"/>
                </a:lnTo>
                <a:lnTo>
                  <a:pt x="8365" y="1015"/>
                </a:lnTo>
                <a:lnTo>
                  <a:pt x="9535" y="421"/>
                </a:lnTo>
                <a:lnTo>
                  <a:pt x="10920" y="138"/>
                </a:lnTo>
                <a:lnTo>
                  <a:pt x="12621" y="0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5" name="contour_13363"/>
          <p:cNvSpPr/>
          <p:nvPr/>
        </p:nvSpPr>
        <p:spPr>
          <a:xfrm>
            <a:off x="1293061" y="2157245"/>
            <a:ext cx="59616" cy="38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5" y="0"/>
                </a:moveTo>
                <a:lnTo>
                  <a:pt x="21442" y="2781"/>
                </a:lnTo>
                <a:lnTo>
                  <a:pt x="21600" y="4806"/>
                </a:lnTo>
                <a:lnTo>
                  <a:pt x="21600" y="6661"/>
                </a:lnTo>
                <a:lnTo>
                  <a:pt x="21442" y="8930"/>
                </a:lnTo>
                <a:lnTo>
                  <a:pt x="21125" y="12199"/>
                </a:lnTo>
                <a:lnTo>
                  <a:pt x="19620" y="13951"/>
                </a:lnTo>
                <a:lnTo>
                  <a:pt x="18077" y="15472"/>
                </a:lnTo>
                <a:lnTo>
                  <a:pt x="16493" y="16786"/>
                </a:lnTo>
                <a:lnTo>
                  <a:pt x="14869" y="17912"/>
                </a:lnTo>
                <a:lnTo>
                  <a:pt x="13203" y="18880"/>
                </a:lnTo>
                <a:lnTo>
                  <a:pt x="11494" y="19705"/>
                </a:lnTo>
                <a:lnTo>
                  <a:pt x="9741" y="20421"/>
                </a:lnTo>
                <a:lnTo>
                  <a:pt x="7946" y="21043"/>
                </a:lnTo>
                <a:lnTo>
                  <a:pt x="6105" y="21600"/>
                </a:lnTo>
                <a:lnTo>
                  <a:pt x="4386" y="20970"/>
                </a:lnTo>
                <a:lnTo>
                  <a:pt x="2641" y="20331"/>
                </a:lnTo>
                <a:lnTo>
                  <a:pt x="1883" y="17265"/>
                </a:lnTo>
                <a:lnTo>
                  <a:pt x="1365" y="15102"/>
                </a:lnTo>
                <a:lnTo>
                  <a:pt x="964" y="13248"/>
                </a:lnTo>
                <a:lnTo>
                  <a:pt x="552" y="11117"/>
                </a:lnTo>
                <a:lnTo>
                  <a:pt x="0" y="8133"/>
                </a:lnTo>
                <a:lnTo>
                  <a:pt x="1516" y="7311"/>
                </a:lnTo>
                <a:lnTo>
                  <a:pt x="3034" y="6494"/>
                </a:lnTo>
                <a:lnTo>
                  <a:pt x="4552" y="5685"/>
                </a:lnTo>
                <a:lnTo>
                  <a:pt x="6073" y="4871"/>
                </a:lnTo>
                <a:lnTo>
                  <a:pt x="7592" y="4066"/>
                </a:lnTo>
                <a:lnTo>
                  <a:pt x="9002" y="3310"/>
                </a:lnTo>
                <a:lnTo>
                  <a:pt x="10422" y="2550"/>
                </a:lnTo>
                <a:lnTo>
                  <a:pt x="11862" y="1781"/>
                </a:lnTo>
                <a:lnTo>
                  <a:pt x="13847" y="911"/>
                </a:lnTo>
                <a:lnTo>
                  <a:pt x="15321" y="386"/>
                </a:lnTo>
                <a:lnTo>
                  <a:pt x="16728" y="114"/>
                </a:lnTo>
                <a:lnTo>
                  <a:pt x="18516" y="16"/>
                </a:lnTo>
                <a:lnTo>
                  <a:pt x="21125" y="0"/>
                </a:lnTo>
                <a:close/>
              </a:path>
            </a:pathLst>
          </a:custGeom>
          <a:solidFill>
            <a:srgbClr val="0809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6" name="contour_13364"/>
          <p:cNvSpPr/>
          <p:nvPr/>
        </p:nvSpPr>
        <p:spPr>
          <a:xfrm>
            <a:off x="5265017" y="2135382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410"/>
                </a:lnTo>
                <a:lnTo>
                  <a:pt x="3290" y="821"/>
                </a:lnTo>
                <a:lnTo>
                  <a:pt x="4937" y="1237"/>
                </a:lnTo>
                <a:lnTo>
                  <a:pt x="6586" y="1647"/>
                </a:lnTo>
                <a:lnTo>
                  <a:pt x="8237" y="2057"/>
                </a:lnTo>
                <a:lnTo>
                  <a:pt x="9890" y="2473"/>
                </a:lnTo>
                <a:lnTo>
                  <a:pt x="11549" y="2889"/>
                </a:lnTo>
                <a:lnTo>
                  <a:pt x="13210" y="3305"/>
                </a:lnTo>
                <a:lnTo>
                  <a:pt x="14875" y="3721"/>
                </a:lnTo>
                <a:lnTo>
                  <a:pt x="16548" y="4136"/>
                </a:lnTo>
                <a:lnTo>
                  <a:pt x="18226" y="4558"/>
                </a:lnTo>
                <a:lnTo>
                  <a:pt x="19908" y="4979"/>
                </a:lnTo>
                <a:lnTo>
                  <a:pt x="21600" y="5400"/>
                </a:lnTo>
                <a:lnTo>
                  <a:pt x="21125" y="8608"/>
                </a:lnTo>
                <a:lnTo>
                  <a:pt x="20647" y="11826"/>
                </a:lnTo>
                <a:lnTo>
                  <a:pt x="20170" y="15055"/>
                </a:lnTo>
                <a:lnTo>
                  <a:pt x="19687" y="18311"/>
                </a:lnTo>
                <a:lnTo>
                  <a:pt x="19200" y="21600"/>
                </a:lnTo>
                <a:lnTo>
                  <a:pt x="18475" y="21330"/>
                </a:lnTo>
                <a:lnTo>
                  <a:pt x="17810" y="21076"/>
                </a:lnTo>
                <a:lnTo>
                  <a:pt x="17083" y="20806"/>
                </a:lnTo>
                <a:lnTo>
                  <a:pt x="16176" y="20466"/>
                </a:lnTo>
                <a:lnTo>
                  <a:pt x="14971" y="20012"/>
                </a:lnTo>
                <a:lnTo>
                  <a:pt x="13349" y="19408"/>
                </a:lnTo>
                <a:lnTo>
                  <a:pt x="11194" y="18598"/>
                </a:lnTo>
                <a:lnTo>
                  <a:pt x="8383" y="17545"/>
                </a:lnTo>
                <a:lnTo>
                  <a:pt x="4800" y="16200"/>
                </a:lnTo>
                <a:lnTo>
                  <a:pt x="4800" y="12631"/>
                </a:lnTo>
                <a:lnTo>
                  <a:pt x="4800" y="9040"/>
                </a:lnTo>
                <a:lnTo>
                  <a:pt x="4800" y="5400"/>
                </a:lnTo>
                <a:lnTo>
                  <a:pt x="3612" y="4061"/>
                </a:lnTo>
                <a:lnTo>
                  <a:pt x="2419" y="2722"/>
                </a:lnTo>
                <a:lnTo>
                  <a:pt x="1217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6F72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7" name="contour_13365"/>
          <p:cNvSpPr/>
          <p:nvPr/>
        </p:nvSpPr>
        <p:spPr>
          <a:xfrm>
            <a:off x="4907905" y="2149957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083" y="4486"/>
                </a:lnTo>
                <a:lnTo>
                  <a:pt x="18792" y="8100"/>
                </a:lnTo>
                <a:lnTo>
                  <a:pt x="17645" y="10951"/>
                </a:lnTo>
                <a:lnTo>
                  <a:pt x="16562" y="13176"/>
                </a:lnTo>
                <a:lnTo>
                  <a:pt x="15461" y="14875"/>
                </a:lnTo>
                <a:lnTo>
                  <a:pt x="14266" y="16186"/>
                </a:lnTo>
                <a:lnTo>
                  <a:pt x="12893" y="17208"/>
                </a:lnTo>
                <a:lnTo>
                  <a:pt x="11266" y="18072"/>
                </a:lnTo>
                <a:lnTo>
                  <a:pt x="9300" y="18900"/>
                </a:lnTo>
                <a:lnTo>
                  <a:pt x="8004" y="19440"/>
                </a:lnTo>
                <a:lnTo>
                  <a:pt x="6701" y="19987"/>
                </a:lnTo>
                <a:lnTo>
                  <a:pt x="5381" y="20534"/>
                </a:lnTo>
                <a:lnTo>
                  <a:pt x="4639" y="20801"/>
                </a:lnTo>
                <a:lnTo>
                  <a:pt x="2400" y="21600"/>
                </a:lnTo>
                <a:lnTo>
                  <a:pt x="1925" y="17323"/>
                </a:lnTo>
                <a:lnTo>
                  <a:pt x="1447" y="13032"/>
                </a:lnTo>
                <a:lnTo>
                  <a:pt x="970" y="8726"/>
                </a:lnTo>
                <a:lnTo>
                  <a:pt x="48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8E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8" name="contour_13366"/>
          <p:cNvSpPr/>
          <p:nvPr/>
        </p:nvSpPr>
        <p:spPr>
          <a:xfrm>
            <a:off x="4536217" y="2128094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6" y="0"/>
                </a:lnTo>
                <a:lnTo>
                  <a:pt x="10382" y="0"/>
                </a:lnTo>
                <a:lnTo>
                  <a:pt x="12000" y="0"/>
                </a:lnTo>
                <a:lnTo>
                  <a:pt x="12000" y="2856"/>
                </a:lnTo>
                <a:lnTo>
                  <a:pt x="12000" y="5728"/>
                </a:lnTo>
                <a:lnTo>
                  <a:pt x="12000" y="8640"/>
                </a:lnTo>
                <a:lnTo>
                  <a:pt x="13577" y="9711"/>
                </a:lnTo>
                <a:lnTo>
                  <a:pt x="14822" y="10269"/>
                </a:lnTo>
                <a:lnTo>
                  <a:pt x="16800" y="10800"/>
                </a:lnTo>
                <a:lnTo>
                  <a:pt x="18778" y="11331"/>
                </a:lnTo>
                <a:lnTo>
                  <a:pt x="20023" y="11889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832" y="21293"/>
                </a:lnTo>
                <a:lnTo>
                  <a:pt x="20129" y="21012"/>
                </a:lnTo>
                <a:lnTo>
                  <a:pt x="19438" y="20736"/>
                </a:lnTo>
                <a:lnTo>
                  <a:pt x="18694" y="20438"/>
                </a:lnTo>
                <a:lnTo>
                  <a:pt x="17842" y="20097"/>
                </a:lnTo>
                <a:lnTo>
                  <a:pt x="16819" y="19686"/>
                </a:lnTo>
                <a:lnTo>
                  <a:pt x="15571" y="19189"/>
                </a:lnTo>
                <a:lnTo>
                  <a:pt x="14035" y="18576"/>
                </a:lnTo>
                <a:lnTo>
                  <a:pt x="12156" y="17820"/>
                </a:lnTo>
                <a:lnTo>
                  <a:pt x="9871" y="16908"/>
                </a:lnTo>
                <a:lnTo>
                  <a:pt x="7123" y="15807"/>
                </a:lnTo>
                <a:lnTo>
                  <a:pt x="3852" y="14502"/>
                </a:lnTo>
                <a:lnTo>
                  <a:pt x="0" y="12960"/>
                </a:lnTo>
                <a:lnTo>
                  <a:pt x="1188" y="10822"/>
                </a:lnTo>
                <a:lnTo>
                  <a:pt x="2378" y="8679"/>
                </a:lnTo>
                <a:lnTo>
                  <a:pt x="3574" y="6528"/>
                </a:lnTo>
                <a:lnTo>
                  <a:pt x="4774" y="4368"/>
                </a:lnTo>
                <a:lnTo>
                  <a:pt x="5981" y="2195"/>
                </a:lnTo>
                <a:lnTo>
                  <a:pt x="7200" y="0"/>
                </a:lnTo>
                <a:close/>
              </a:path>
            </a:pathLst>
          </a:custGeom>
          <a:solidFill>
            <a:srgbClr val="7FA8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69" name="contour_13367"/>
          <p:cNvSpPr/>
          <p:nvPr/>
        </p:nvSpPr>
        <p:spPr>
          <a:xfrm>
            <a:off x="986966" y="212809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382" y="1527"/>
                </a:lnTo>
                <a:lnTo>
                  <a:pt x="7175" y="3064"/>
                </a:lnTo>
                <a:lnTo>
                  <a:pt x="8975" y="4607"/>
                </a:lnTo>
                <a:lnTo>
                  <a:pt x="10800" y="6171"/>
                </a:lnTo>
                <a:lnTo>
                  <a:pt x="13694" y="6357"/>
                </a:lnTo>
                <a:lnTo>
                  <a:pt x="15703" y="6449"/>
                </a:lnTo>
                <a:lnTo>
                  <a:pt x="17345" y="6449"/>
                </a:lnTo>
                <a:lnTo>
                  <a:pt x="19138" y="6357"/>
                </a:lnTo>
                <a:lnTo>
                  <a:pt x="21600" y="6171"/>
                </a:lnTo>
                <a:lnTo>
                  <a:pt x="21600" y="8211"/>
                </a:lnTo>
                <a:lnTo>
                  <a:pt x="21600" y="10263"/>
                </a:lnTo>
                <a:lnTo>
                  <a:pt x="21600" y="12343"/>
                </a:lnTo>
                <a:lnTo>
                  <a:pt x="20840" y="12256"/>
                </a:lnTo>
                <a:lnTo>
                  <a:pt x="19498" y="12108"/>
                </a:lnTo>
                <a:lnTo>
                  <a:pt x="16423" y="11763"/>
                </a:lnTo>
                <a:lnTo>
                  <a:pt x="14566" y="11954"/>
                </a:lnTo>
                <a:lnTo>
                  <a:pt x="12697" y="12148"/>
                </a:lnTo>
                <a:lnTo>
                  <a:pt x="10800" y="12343"/>
                </a:lnTo>
                <a:lnTo>
                  <a:pt x="9799" y="14639"/>
                </a:lnTo>
                <a:lnTo>
                  <a:pt x="9112" y="16268"/>
                </a:lnTo>
                <a:lnTo>
                  <a:pt x="8564" y="17675"/>
                </a:lnTo>
                <a:lnTo>
                  <a:pt x="7985" y="19304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356" y="19462"/>
                </a:lnTo>
                <a:lnTo>
                  <a:pt x="713" y="17320"/>
                </a:lnTo>
                <a:lnTo>
                  <a:pt x="1069" y="15179"/>
                </a:lnTo>
                <a:lnTo>
                  <a:pt x="1429" y="13034"/>
                </a:lnTo>
                <a:lnTo>
                  <a:pt x="1786" y="10880"/>
                </a:lnTo>
                <a:lnTo>
                  <a:pt x="2146" y="8723"/>
                </a:lnTo>
                <a:lnTo>
                  <a:pt x="2506" y="6557"/>
                </a:lnTo>
                <a:lnTo>
                  <a:pt x="2869" y="4382"/>
                </a:lnTo>
                <a:lnTo>
                  <a:pt x="3233" y="2197"/>
                </a:lnTo>
                <a:lnTo>
                  <a:pt x="3600" y="0"/>
                </a:lnTo>
                <a:close/>
              </a:path>
            </a:pathLst>
          </a:custGeom>
          <a:solidFill>
            <a:srgbClr val="2627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0" name="contour_13368"/>
          <p:cNvSpPr/>
          <p:nvPr/>
        </p:nvSpPr>
        <p:spPr>
          <a:xfrm>
            <a:off x="2422700" y="212809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792" y="1867"/>
                </a:lnTo>
                <a:lnTo>
                  <a:pt x="12623" y="3737"/>
                </a:lnTo>
                <a:lnTo>
                  <a:pt x="12455" y="5604"/>
                </a:lnTo>
                <a:lnTo>
                  <a:pt x="12286" y="7474"/>
                </a:lnTo>
                <a:lnTo>
                  <a:pt x="12118" y="9340"/>
                </a:lnTo>
                <a:lnTo>
                  <a:pt x="12537" y="10831"/>
                </a:lnTo>
                <a:lnTo>
                  <a:pt x="12960" y="12343"/>
                </a:lnTo>
                <a:lnTo>
                  <a:pt x="15098" y="13108"/>
                </a:lnTo>
                <a:lnTo>
                  <a:pt x="17250" y="13873"/>
                </a:lnTo>
                <a:lnTo>
                  <a:pt x="19410" y="14648"/>
                </a:lnTo>
                <a:lnTo>
                  <a:pt x="21600" y="15429"/>
                </a:lnTo>
                <a:lnTo>
                  <a:pt x="18926" y="16194"/>
                </a:lnTo>
                <a:lnTo>
                  <a:pt x="16252" y="16956"/>
                </a:lnTo>
                <a:lnTo>
                  <a:pt x="13569" y="17724"/>
                </a:lnTo>
                <a:lnTo>
                  <a:pt x="10882" y="18493"/>
                </a:lnTo>
                <a:lnTo>
                  <a:pt x="8182" y="19261"/>
                </a:lnTo>
                <a:lnTo>
                  <a:pt x="5469" y="20036"/>
                </a:lnTo>
                <a:lnTo>
                  <a:pt x="2743" y="20816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50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1" name="contour_13369"/>
          <p:cNvSpPr/>
          <p:nvPr/>
        </p:nvSpPr>
        <p:spPr>
          <a:xfrm>
            <a:off x="9978707" y="2128094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D4D8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2" name="contour_13370"/>
          <p:cNvSpPr/>
          <p:nvPr/>
        </p:nvSpPr>
        <p:spPr>
          <a:xfrm>
            <a:off x="1621021" y="211351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817"/>
                </a:lnTo>
                <a:lnTo>
                  <a:pt x="3600" y="1462"/>
                </a:lnTo>
                <a:lnTo>
                  <a:pt x="5062" y="2279"/>
                </a:lnTo>
                <a:lnTo>
                  <a:pt x="7200" y="3600"/>
                </a:lnTo>
                <a:lnTo>
                  <a:pt x="7200" y="5980"/>
                </a:lnTo>
                <a:lnTo>
                  <a:pt x="7200" y="8374"/>
                </a:lnTo>
                <a:lnTo>
                  <a:pt x="7200" y="10800"/>
                </a:lnTo>
                <a:lnTo>
                  <a:pt x="9576" y="10800"/>
                </a:lnTo>
                <a:lnTo>
                  <a:pt x="11956" y="10800"/>
                </a:lnTo>
                <a:lnTo>
                  <a:pt x="14346" y="10800"/>
                </a:lnTo>
                <a:lnTo>
                  <a:pt x="16747" y="10800"/>
                </a:lnTo>
                <a:lnTo>
                  <a:pt x="19163" y="10800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9217" y="21485"/>
                </a:lnTo>
                <a:lnTo>
                  <a:pt x="16895" y="21316"/>
                </a:lnTo>
                <a:lnTo>
                  <a:pt x="14620" y="21074"/>
                </a:lnTo>
                <a:lnTo>
                  <a:pt x="12388" y="20740"/>
                </a:lnTo>
                <a:lnTo>
                  <a:pt x="10181" y="20286"/>
                </a:lnTo>
                <a:lnTo>
                  <a:pt x="7988" y="19692"/>
                </a:lnTo>
                <a:lnTo>
                  <a:pt x="5796" y="18936"/>
                </a:lnTo>
                <a:lnTo>
                  <a:pt x="3600" y="18000"/>
                </a:lnTo>
                <a:lnTo>
                  <a:pt x="2664" y="15804"/>
                </a:lnTo>
                <a:lnTo>
                  <a:pt x="1908" y="13612"/>
                </a:lnTo>
                <a:lnTo>
                  <a:pt x="1314" y="11419"/>
                </a:lnTo>
                <a:lnTo>
                  <a:pt x="860" y="9212"/>
                </a:lnTo>
                <a:lnTo>
                  <a:pt x="526" y="6980"/>
                </a:lnTo>
                <a:lnTo>
                  <a:pt x="284" y="4705"/>
                </a:lnTo>
                <a:lnTo>
                  <a:pt x="115" y="2383"/>
                </a:lnTo>
                <a:lnTo>
                  <a:pt x="0" y="0"/>
                </a:lnTo>
                <a:close/>
              </a:path>
            </a:pathLst>
          </a:custGeom>
          <a:solidFill>
            <a:srgbClr val="A6A1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3" name="contour_13371"/>
          <p:cNvSpPr/>
          <p:nvPr/>
        </p:nvSpPr>
        <p:spPr>
          <a:xfrm>
            <a:off x="8462805" y="2120806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C0DE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4" name="contour_13372"/>
          <p:cNvSpPr/>
          <p:nvPr/>
        </p:nvSpPr>
        <p:spPr>
          <a:xfrm>
            <a:off x="5148409" y="2098942"/>
            <a:ext cx="51016" cy="44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205" y="2403"/>
                </a:lnTo>
                <a:lnTo>
                  <a:pt x="19844" y="4725"/>
                </a:lnTo>
                <a:lnTo>
                  <a:pt x="20415" y="7011"/>
                </a:lnTo>
                <a:lnTo>
                  <a:pt x="20906" y="9315"/>
                </a:lnTo>
                <a:lnTo>
                  <a:pt x="21307" y="11680"/>
                </a:lnTo>
                <a:lnTo>
                  <a:pt x="21600" y="14157"/>
                </a:lnTo>
                <a:lnTo>
                  <a:pt x="20418" y="16755"/>
                </a:lnTo>
                <a:lnTo>
                  <a:pt x="19381" y="18362"/>
                </a:lnTo>
                <a:lnTo>
                  <a:pt x="17913" y="19632"/>
                </a:lnTo>
                <a:lnTo>
                  <a:pt x="15429" y="21235"/>
                </a:lnTo>
                <a:lnTo>
                  <a:pt x="13213" y="21434"/>
                </a:lnTo>
                <a:lnTo>
                  <a:pt x="11010" y="21550"/>
                </a:lnTo>
                <a:lnTo>
                  <a:pt x="8813" y="21600"/>
                </a:lnTo>
                <a:lnTo>
                  <a:pt x="6619" y="21582"/>
                </a:lnTo>
                <a:lnTo>
                  <a:pt x="4422" y="21512"/>
                </a:lnTo>
                <a:lnTo>
                  <a:pt x="2216" y="21395"/>
                </a:lnTo>
                <a:lnTo>
                  <a:pt x="0" y="21235"/>
                </a:lnTo>
                <a:lnTo>
                  <a:pt x="1438" y="19455"/>
                </a:lnTo>
                <a:lnTo>
                  <a:pt x="2879" y="17682"/>
                </a:lnTo>
                <a:lnTo>
                  <a:pt x="4329" y="15916"/>
                </a:lnTo>
                <a:lnTo>
                  <a:pt x="5786" y="14157"/>
                </a:lnTo>
                <a:lnTo>
                  <a:pt x="6860" y="12840"/>
                </a:lnTo>
                <a:lnTo>
                  <a:pt x="7943" y="11517"/>
                </a:lnTo>
                <a:lnTo>
                  <a:pt x="9041" y="10175"/>
                </a:lnTo>
                <a:lnTo>
                  <a:pt x="10701" y="8664"/>
                </a:lnTo>
                <a:lnTo>
                  <a:pt x="12025" y="7747"/>
                </a:lnTo>
                <a:lnTo>
                  <a:pt x="13466" y="7277"/>
                </a:lnTo>
                <a:lnTo>
                  <a:pt x="15475" y="7103"/>
                </a:lnTo>
                <a:lnTo>
                  <a:pt x="18514" y="7078"/>
                </a:lnTo>
                <a:lnTo>
                  <a:pt x="18514" y="4739"/>
                </a:lnTo>
                <a:lnTo>
                  <a:pt x="18514" y="2385"/>
                </a:lnTo>
                <a:lnTo>
                  <a:pt x="18514" y="0"/>
                </a:lnTo>
                <a:close/>
              </a:path>
            </a:pathLst>
          </a:custGeom>
          <a:solidFill>
            <a:srgbClr val="D1E8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5" name="contour_13373"/>
          <p:cNvSpPr/>
          <p:nvPr/>
        </p:nvSpPr>
        <p:spPr>
          <a:xfrm>
            <a:off x="4084362" y="2097003"/>
            <a:ext cx="51016" cy="38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66" y="53"/>
                </a:lnTo>
                <a:lnTo>
                  <a:pt x="13898" y="152"/>
                </a:lnTo>
                <a:lnTo>
                  <a:pt x="15824" y="304"/>
                </a:lnTo>
                <a:lnTo>
                  <a:pt x="17743" y="509"/>
                </a:lnTo>
                <a:lnTo>
                  <a:pt x="19665" y="771"/>
                </a:lnTo>
                <a:lnTo>
                  <a:pt x="21600" y="1091"/>
                </a:lnTo>
                <a:lnTo>
                  <a:pt x="20853" y="3511"/>
                </a:lnTo>
                <a:lnTo>
                  <a:pt x="20285" y="5168"/>
                </a:lnTo>
                <a:lnTo>
                  <a:pt x="19600" y="6842"/>
                </a:lnTo>
                <a:lnTo>
                  <a:pt x="18514" y="9295"/>
                </a:lnTo>
                <a:lnTo>
                  <a:pt x="16126" y="9541"/>
                </a:lnTo>
                <a:lnTo>
                  <a:pt x="14450" y="9664"/>
                </a:lnTo>
                <a:lnTo>
                  <a:pt x="13043" y="9664"/>
                </a:lnTo>
                <a:lnTo>
                  <a:pt x="11460" y="9541"/>
                </a:lnTo>
                <a:lnTo>
                  <a:pt x="9257" y="9295"/>
                </a:lnTo>
                <a:lnTo>
                  <a:pt x="9257" y="11735"/>
                </a:lnTo>
                <a:lnTo>
                  <a:pt x="9257" y="14176"/>
                </a:lnTo>
                <a:lnTo>
                  <a:pt x="9257" y="16633"/>
                </a:lnTo>
                <a:lnTo>
                  <a:pt x="9257" y="19106"/>
                </a:lnTo>
                <a:lnTo>
                  <a:pt x="9257" y="21600"/>
                </a:lnTo>
                <a:lnTo>
                  <a:pt x="7424" y="20788"/>
                </a:lnTo>
                <a:lnTo>
                  <a:pt x="5585" y="19976"/>
                </a:lnTo>
                <a:lnTo>
                  <a:pt x="3740" y="19155"/>
                </a:lnTo>
                <a:lnTo>
                  <a:pt x="1879" y="18331"/>
                </a:lnTo>
                <a:lnTo>
                  <a:pt x="0" y="17498"/>
                </a:lnTo>
                <a:lnTo>
                  <a:pt x="1176" y="12330"/>
                </a:lnTo>
                <a:lnTo>
                  <a:pt x="2138" y="8421"/>
                </a:lnTo>
                <a:lnTo>
                  <a:pt x="3005" y="5570"/>
                </a:lnTo>
                <a:lnTo>
                  <a:pt x="3894" y="3569"/>
                </a:lnTo>
                <a:lnTo>
                  <a:pt x="4925" y="2219"/>
                </a:lnTo>
                <a:lnTo>
                  <a:pt x="6208" y="1313"/>
                </a:lnTo>
                <a:lnTo>
                  <a:pt x="7865" y="640"/>
                </a:lnTo>
                <a:lnTo>
                  <a:pt x="10016" y="0"/>
                </a:lnTo>
                <a:close/>
              </a:path>
            </a:pathLst>
          </a:custGeom>
          <a:solidFill>
            <a:srgbClr val="4849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6" name="contour_13374"/>
          <p:cNvSpPr/>
          <p:nvPr/>
        </p:nvSpPr>
        <p:spPr>
          <a:xfrm>
            <a:off x="4463338" y="2098942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8" y="307"/>
                </a:lnTo>
                <a:lnTo>
                  <a:pt x="1471" y="588"/>
                </a:lnTo>
                <a:lnTo>
                  <a:pt x="2162" y="864"/>
                </a:lnTo>
                <a:lnTo>
                  <a:pt x="2906" y="1162"/>
                </a:lnTo>
                <a:lnTo>
                  <a:pt x="3758" y="1503"/>
                </a:lnTo>
                <a:lnTo>
                  <a:pt x="4781" y="1914"/>
                </a:lnTo>
                <a:lnTo>
                  <a:pt x="6029" y="2411"/>
                </a:lnTo>
                <a:lnTo>
                  <a:pt x="7565" y="3024"/>
                </a:lnTo>
                <a:lnTo>
                  <a:pt x="9444" y="3780"/>
                </a:lnTo>
                <a:lnTo>
                  <a:pt x="11729" y="4692"/>
                </a:lnTo>
                <a:lnTo>
                  <a:pt x="14477" y="5793"/>
                </a:lnTo>
                <a:lnTo>
                  <a:pt x="17748" y="7098"/>
                </a:lnTo>
                <a:lnTo>
                  <a:pt x="21600" y="8640"/>
                </a:lnTo>
                <a:lnTo>
                  <a:pt x="21125" y="11206"/>
                </a:lnTo>
                <a:lnTo>
                  <a:pt x="20647" y="13781"/>
                </a:lnTo>
                <a:lnTo>
                  <a:pt x="20170" y="16364"/>
                </a:lnTo>
                <a:lnTo>
                  <a:pt x="19687" y="18969"/>
                </a:lnTo>
                <a:lnTo>
                  <a:pt x="19200" y="21600"/>
                </a:lnTo>
                <a:lnTo>
                  <a:pt x="19200" y="18744"/>
                </a:lnTo>
                <a:lnTo>
                  <a:pt x="19200" y="15872"/>
                </a:lnTo>
                <a:lnTo>
                  <a:pt x="19200" y="12960"/>
                </a:lnTo>
                <a:lnTo>
                  <a:pt x="17616" y="12960"/>
                </a:lnTo>
                <a:lnTo>
                  <a:pt x="16032" y="12960"/>
                </a:lnTo>
                <a:lnTo>
                  <a:pt x="14446" y="12960"/>
                </a:lnTo>
                <a:lnTo>
                  <a:pt x="12857" y="12960"/>
                </a:lnTo>
                <a:lnTo>
                  <a:pt x="11266" y="12960"/>
                </a:lnTo>
                <a:lnTo>
                  <a:pt x="9672" y="12960"/>
                </a:lnTo>
                <a:lnTo>
                  <a:pt x="8074" y="12960"/>
                </a:lnTo>
                <a:lnTo>
                  <a:pt x="6470" y="12960"/>
                </a:lnTo>
                <a:lnTo>
                  <a:pt x="4862" y="12960"/>
                </a:lnTo>
                <a:lnTo>
                  <a:pt x="3250" y="12960"/>
                </a:lnTo>
                <a:lnTo>
                  <a:pt x="1627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7AA4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7" name="contour_13375"/>
          <p:cNvSpPr/>
          <p:nvPr/>
        </p:nvSpPr>
        <p:spPr>
          <a:xfrm>
            <a:off x="8544810" y="2084366"/>
            <a:ext cx="2895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90" y="0"/>
                </a:moveTo>
                <a:lnTo>
                  <a:pt x="8884" y="0"/>
                </a:lnTo>
                <a:lnTo>
                  <a:pt x="12499" y="0"/>
                </a:lnTo>
                <a:lnTo>
                  <a:pt x="16163" y="0"/>
                </a:lnTo>
                <a:lnTo>
                  <a:pt x="16702" y="2138"/>
                </a:lnTo>
                <a:lnTo>
                  <a:pt x="17240" y="4280"/>
                </a:lnTo>
                <a:lnTo>
                  <a:pt x="17778" y="6421"/>
                </a:lnTo>
                <a:lnTo>
                  <a:pt x="18322" y="8566"/>
                </a:lnTo>
                <a:lnTo>
                  <a:pt x="18860" y="10720"/>
                </a:lnTo>
                <a:lnTo>
                  <a:pt x="19404" y="12877"/>
                </a:lnTo>
                <a:lnTo>
                  <a:pt x="19947" y="15043"/>
                </a:lnTo>
                <a:lnTo>
                  <a:pt x="20496" y="17218"/>
                </a:lnTo>
                <a:lnTo>
                  <a:pt x="21045" y="19403"/>
                </a:lnTo>
                <a:lnTo>
                  <a:pt x="21600" y="21600"/>
                </a:lnTo>
                <a:lnTo>
                  <a:pt x="18006" y="21600"/>
                </a:lnTo>
                <a:lnTo>
                  <a:pt x="14391" y="21600"/>
                </a:lnTo>
                <a:lnTo>
                  <a:pt x="10727" y="21600"/>
                </a:lnTo>
                <a:lnTo>
                  <a:pt x="8008" y="19940"/>
                </a:lnTo>
                <a:lnTo>
                  <a:pt x="5627" y="18345"/>
                </a:lnTo>
                <a:lnTo>
                  <a:pt x="3615" y="16746"/>
                </a:lnTo>
                <a:lnTo>
                  <a:pt x="2006" y="15080"/>
                </a:lnTo>
                <a:lnTo>
                  <a:pt x="848" y="13275"/>
                </a:lnTo>
                <a:lnTo>
                  <a:pt x="163" y="11263"/>
                </a:lnTo>
                <a:lnTo>
                  <a:pt x="0" y="8979"/>
                </a:lnTo>
                <a:lnTo>
                  <a:pt x="625" y="7282"/>
                </a:lnTo>
                <a:lnTo>
                  <a:pt x="1212" y="5965"/>
                </a:lnTo>
                <a:lnTo>
                  <a:pt x="2017" y="4601"/>
                </a:lnTo>
                <a:lnTo>
                  <a:pt x="3289" y="2756"/>
                </a:lnTo>
                <a:lnTo>
                  <a:pt x="5290" y="0"/>
                </a:lnTo>
                <a:close/>
              </a:path>
            </a:pathLst>
          </a:custGeom>
          <a:solidFill>
            <a:srgbClr val="BED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8" name="contour_13376"/>
          <p:cNvSpPr/>
          <p:nvPr/>
        </p:nvSpPr>
        <p:spPr>
          <a:xfrm>
            <a:off x="2007284" y="208436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10027" y="896"/>
                </a:lnTo>
                <a:lnTo>
                  <a:pt x="13958" y="1541"/>
                </a:lnTo>
                <a:lnTo>
                  <a:pt x="16606" y="2034"/>
                </a:lnTo>
                <a:lnTo>
                  <a:pt x="18442" y="2473"/>
                </a:lnTo>
                <a:lnTo>
                  <a:pt x="19945" y="2963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2247" y="12586"/>
                </a:lnTo>
                <a:lnTo>
                  <a:pt x="11530" y="14378"/>
                </a:lnTo>
                <a:lnTo>
                  <a:pt x="10800" y="16200"/>
                </a:lnTo>
                <a:lnTo>
                  <a:pt x="10087" y="17986"/>
                </a:lnTo>
                <a:lnTo>
                  <a:pt x="9370" y="19778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6E6F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79" name="contour_13377"/>
          <p:cNvSpPr/>
          <p:nvPr/>
        </p:nvSpPr>
        <p:spPr>
          <a:xfrm>
            <a:off x="1365941" y="2091654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9145" y="1015"/>
                </a:lnTo>
                <a:lnTo>
                  <a:pt x="12622" y="1782"/>
                </a:lnTo>
                <a:lnTo>
                  <a:pt x="15070" y="2457"/>
                </a:lnTo>
                <a:lnTo>
                  <a:pt x="16951" y="3186"/>
                </a:lnTo>
                <a:lnTo>
                  <a:pt x="18719" y="4115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688" y="18036"/>
                </a:lnTo>
                <a:lnTo>
                  <a:pt x="1376" y="14467"/>
                </a:lnTo>
                <a:lnTo>
                  <a:pt x="2068" y="10881"/>
                </a:lnTo>
                <a:lnTo>
                  <a:pt x="2765" y="7279"/>
                </a:lnTo>
                <a:lnTo>
                  <a:pt x="3465" y="3656"/>
                </a:lnTo>
                <a:lnTo>
                  <a:pt x="4170" y="0"/>
                </a:lnTo>
                <a:close/>
              </a:path>
            </a:pathLst>
          </a:custGeom>
          <a:solidFill>
            <a:srgbClr val="A1A2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0" name="contour_13378"/>
          <p:cNvSpPr/>
          <p:nvPr/>
        </p:nvSpPr>
        <p:spPr>
          <a:xfrm>
            <a:off x="2094740" y="209165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77" y="134"/>
                </a:lnTo>
                <a:lnTo>
                  <a:pt x="10143" y="415"/>
                </a:lnTo>
                <a:lnTo>
                  <a:pt x="12077" y="829"/>
                </a:lnTo>
                <a:lnTo>
                  <a:pt x="13988" y="1356"/>
                </a:lnTo>
                <a:lnTo>
                  <a:pt x="15885" y="1987"/>
                </a:lnTo>
                <a:lnTo>
                  <a:pt x="17783" y="2704"/>
                </a:lnTo>
                <a:lnTo>
                  <a:pt x="19684" y="3486"/>
                </a:lnTo>
                <a:lnTo>
                  <a:pt x="21600" y="4320"/>
                </a:lnTo>
                <a:lnTo>
                  <a:pt x="20727" y="6765"/>
                </a:lnTo>
                <a:lnTo>
                  <a:pt x="19853" y="9210"/>
                </a:lnTo>
                <a:lnTo>
                  <a:pt x="18977" y="11664"/>
                </a:lnTo>
                <a:lnTo>
                  <a:pt x="18098" y="14126"/>
                </a:lnTo>
                <a:lnTo>
                  <a:pt x="17212" y="16602"/>
                </a:lnTo>
                <a:lnTo>
                  <a:pt x="16323" y="19090"/>
                </a:lnTo>
                <a:lnTo>
                  <a:pt x="15429" y="21600"/>
                </a:lnTo>
                <a:lnTo>
                  <a:pt x="13901" y="19462"/>
                </a:lnTo>
                <a:lnTo>
                  <a:pt x="12371" y="17319"/>
                </a:lnTo>
                <a:lnTo>
                  <a:pt x="10834" y="15168"/>
                </a:lnTo>
                <a:lnTo>
                  <a:pt x="9291" y="13008"/>
                </a:lnTo>
                <a:lnTo>
                  <a:pt x="7739" y="10835"/>
                </a:lnTo>
                <a:lnTo>
                  <a:pt x="6171" y="8640"/>
                </a:lnTo>
                <a:lnTo>
                  <a:pt x="6171" y="11496"/>
                </a:lnTo>
                <a:lnTo>
                  <a:pt x="6171" y="14368"/>
                </a:lnTo>
                <a:lnTo>
                  <a:pt x="6171" y="17280"/>
                </a:lnTo>
                <a:lnTo>
                  <a:pt x="4644" y="16209"/>
                </a:lnTo>
                <a:lnTo>
                  <a:pt x="3107" y="15137"/>
                </a:lnTo>
                <a:lnTo>
                  <a:pt x="1564" y="14053"/>
                </a:lnTo>
                <a:lnTo>
                  <a:pt x="0" y="12960"/>
                </a:lnTo>
                <a:lnTo>
                  <a:pt x="913" y="10087"/>
                </a:lnTo>
                <a:lnTo>
                  <a:pt x="1645" y="7983"/>
                </a:lnTo>
                <a:lnTo>
                  <a:pt x="2364" y="6281"/>
                </a:lnTo>
                <a:lnTo>
                  <a:pt x="3243" y="4622"/>
                </a:lnTo>
                <a:lnTo>
                  <a:pt x="4456" y="2648"/>
                </a:lnTo>
                <a:lnTo>
                  <a:pt x="6171" y="0"/>
                </a:lnTo>
                <a:close/>
              </a:path>
            </a:pathLst>
          </a:custGeom>
          <a:solidFill>
            <a:srgbClr val="2220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1" name="contour_13379"/>
          <p:cNvSpPr/>
          <p:nvPr/>
        </p:nvSpPr>
        <p:spPr>
          <a:xfrm>
            <a:off x="1096285" y="207707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792"/>
                </a:lnTo>
                <a:lnTo>
                  <a:pt x="4756" y="1584"/>
                </a:lnTo>
                <a:lnTo>
                  <a:pt x="7135" y="2380"/>
                </a:lnTo>
                <a:lnTo>
                  <a:pt x="9522" y="3175"/>
                </a:lnTo>
                <a:lnTo>
                  <a:pt x="11916" y="3971"/>
                </a:lnTo>
                <a:lnTo>
                  <a:pt x="14321" y="4774"/>
                </a:lnTo>
                <a:lnTo>
                  <a:pt x="16733" y="5576"/>
                </a:lnTo>
                <a:lnTo>
                  <a:pt x="19159" y="6386"/>
                </a:lnTo>
                <a:lnTo>
                  <a:pt x="21600" y="7200"/>
                </a:lnTo>
                <a:lnTo>
                  <a:pt x="21006" y="9576"/>
                </a:lnTo>
                <a:lnTo>
                  <a:pt x="20412" y="11956"/>
                </a:lnTo>
                <a:lnTo>
                  <a:pt x="19814" y="14346"/>
                </a:lnTo>
                <a:lnTo>
                  <a:pt x="19213" y="16747"/>
                </a:lnTo>
                <a:lnTo>
                  <a:pt x="18608" y="19163"/>
                </a:lnTo>
                <a:lnTo>
                  <a:pt x="18000" y="21600"/>
                </a:lnTo>
                <a:lnTo>
                  <a:pt x="17554" y="19814"/>
                </a:lnTo>
                <a:lnTo>
                  <a:pt x="17100" y="18000"/>
                </a:lnTo>
                <a:lnTo>
                  <a:pt x="15761" y="16214"/>
                </a:lnTo>
                <a:lnTo>
                  <a:pt x="14400" y="14400"/>
                </a:lnTo>
                <a:lnTo>
                  <a:pt x="11966" y="14137"/>
                </a:lnTo>
                <a:lnTo>
                  <a:pt x="9587" y="14022"/>
                </a:lnTo>
                <a:lnTo>
                  <a:pt x="7229" y="14022"/>
                </a:lnTo>
                <a:lnTo>
                  <a:pt x="4867" y="14105"/>
                </a:lnTo>
                <a:lnTo>
                  <a:pt x="2470" y="14238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6866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2" name="contour_13380"/>
          <p:cNvSpPr/>
          <p:nvPr/>
        </p:nvSpPr>
        <p:spPr>
          <a:xfrm>
            <a:off x="8091905" y="2040638"/>
            <a:ext cx="4458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" y="0"/>
                </a:moveTo>
                <a:lnTo>
                  <a:pt x="2747" y="0"/>
                </a:lnTo>
                <a:lnTo>
                  <a:pt x="5095" y="0"/>
                </a:lnTo>
                <a:lnTo>
                  <a:pt x="7475" y="0"/>
                </a:lnTo>
                <a:lnTo>
                  <a:pt x="8115" y="1655"/>
                </a:lnTo>
                <a:lnTo>
                  <a:pt x="8485" y="2873"/>
                </a:lnTo>
                <a:lnTo>
                  <a:pt x="8743" y="4258"/>
                </a:lnTo>
                <a:lnTo>
                  <a:pt x="9022" y="6412"/>
                </a:lnTo>
                <a:lnTo>
                  <a:pt x="9587" y="9177"/>
                </a:lnTo>
                <a:lnTo>
                  <a:pt x="10060" y="11108"/>
                </a:lnTo>
                <a:lnTo>
                  <a:pt x="10572" y="12461"/>
                </a:lnTo>
                <a:lnTo>
                  <a:pt x="11243" y="13489"/>
                </a:lnTo>
                <a:lnTo>
                  <a:pt x="12200" y="14450"/>
                </a:lnTo>
                <a:lnTo>
                  <a:pt x="13574" y="15598"/>
                </a:lnTo>
                <a:lnTo>
                  <a:pt x="15357" y="16462"/>
                </a:lnTo>
                <a:lnTo>
                  <a:pt x="16787" y="17094"/>
                </a:lnTo>
                <a:lnTo>
                  <a:pt x="18620" y="17804"/>
                </a:lnTo>
                <a:lnTo>
                  <a:pt x="21600" y="18900"/>
                </a:lnTo>
                <a:lnTo>
                  <a:pt x="17765" y="19969"/>
                </a:lnTo>
                <a:lnTo>
                  <a:pt x="15043" y="20693"/>
                </a:lnTo>
                <a:lnTo>
                  <a:pt x="13048" y="21141"/>
                </a:lnTo>
                <a:lnTo>
                  <a:pt x="11381" y="21392"/>
                </a:lnTo>
                <a:lnTo>
                  <a:pt x="9654" y="21519"/>
                </a:lnTo>
                <a:lnTo>
                  <a:pt x="7475" y="21600"/>
                </a:lnTo>
                <a:lnTo>
                  <a:pt x="5357" y="20053"/>
                </a:lnTo>
                <a:lnTo>
                  <a:pt x="3694" y="18611"/>
                </a:lnTo>
                <a:lnTo>
                  <a:pt x="2422" y="17186"/>
                </a:lnTo>
                <a:lnTo>
                  <a:pt x="1480" y="15692"/>
                </a:lnTo>
                <a:lnTo>
                  <a:pt x="802" y="14045"/>
                </a:lnTo>
                <a:lnTo>
                  <a:pt x="328" y="12161"/>
                </a:lnTo>
                <a:lnTo>
                  <a:pt x="0" y="9947"/>
                </a:lnTo>
                <a:lnTo>
                  <a:pt x="0" y="8281"/>
                </a:lnTo>
                <a:lnTo>
                  <a:pt x="28" y="6623"/>
                </a:lnTo>
                <a:lnTo>
                  <a:pt x="81" y="4971"/>
                </a:lnTo>
                <a:lnTo>
                  <a:pt x="162" y="3316"/>
                </a:lnTo>
                <a:lnTo>
                  <a:pt x="272" y="1661"/>
                </a:lnTo>
                <a:lnTo>
                  <a:pt x="413" y="0"/>
                </a:lnTo>
                <a:close/>
              </a:path>
            </a:pathLst>
          </a:custGeom>
          <a:solidFill>
            <a:srgbClr val="6457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3" name="contour_13381"/>
          <p:cNvSpPr/>
          <p:nvPr/>
        </p:nvSpPr>
        <p:spPr>
          <a:xfrm>
            <a:off x="4084362" y="205521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806" y="924"/>
                </a:lnTo>
                <a:lnTo>
                  <a:pt x="12352" y="1862"/>
                </a:lnTo>
                <a:lnTo>
                  <a:pt x="13892" y="2817"/>
                </a:lnTo>
                <a:lnTo>
                  <a:pt x="15429" y="3780"/>
                </a:lnTo>
                <a:lnTo>
                  <a:pt x="17150" y="4834"/>
                </a:lnTo>
                <a:lnTo>
                  <a:pt x="18900" y="5905"/>
                </a:lnTo>
                <a:lnTo>
                  <a:pt x="20239" y="726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9792" y="17846"/>
                </a:lnTo>
                <a:lnTo>
                  <a:pt x="17980" y="18395"/>
                </a:lnTo>
                <a:lnTo>
                  <a:pt x="16166" y="18935"/>
                </a:lnTo>
                <a:lnTo>
                  <a:pt x="14352" y="19462"/>
                </a:lnTo>
                <a:lnTo>
                  <a:pt x="12534" y="19980"/>
                </a:lnTo>
                <a:lnTo>
                  <a:pt x="10849" y="20481"/>
                </a:lnTo>
                <a:lnTo>
                  <a:pt x="9155" y="20987"/>
                </a:lnTo>
                <a:lnTo>
                  <a:pt x="7437" y="21501"/>
                </a:lnTo>
                <a:lnTo>
                  <a:pt x="5277" y="21548"/>
                </a:lnTo>
                <a:lnTo>
                  <a:pt x="3086" y="21600"/>
                </a:lnTo>
                <a:lnTo>
                  <a:pt x="1839" y="19090"/>
                </a:lnTo>
                <a:lnTo>
                  <a:pt x="1102" y="17353"/>
                </a:lnTo>
                <a:lnTo>
                  <a:pt x="583" y="15582"/>
                </a:lnTo>
                <a:lnTo>
                  <a:pt x="0" y="12960"/>
                </a:lnTo>
                <a:lnTo>
                  <a:pt x="1833" y="12960"/>
                </a:lnTo>
                <a:lnTo>
                  <a:pt x="3672" y="12960"/>
                </a:lnTo>
                <a:lnTo>
                  <a:pt x="5517" y="12960"/>
                </a:lnTo>
                <a:lnTo>
                  <a:pt x="7378" y="12960"/>
                </a:lnTo>
                <a:lnTo>
                  <a:pt x="9257" y="12960"/>
                </a:lnTo>
                <a:lnTo>
                  <a:pt x="9257" y="10394"/>
                </a:lnTo>
                <a:lnTo>
                  <a:pt x="9257" y="7819"/>
                </a:lnTo>
                <a:lnTo>
                  <a:pt x="9257" y="5236"/>
                </a:lnTo>
                <a:lnTo>
                  <a:pt x="9257" y="2631"/>
                </a:lnTo>
                <a:lnTo>
                  <a:pt x="9257" y="0"/>
                </a:lnTo>
                <a:close/>
              </a:path>
            </a:pathLst>
          </a:custGeom>
          <a:solidFill>
            <a:srgbClr val="4C51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4" name="contour_13382"/>
          <p:cNvSpPr/>
          <p:nvPr/>
        </p:nvSpPr>
        <p:spPr>
          <a:xfrm>
            <a:off x="8311397" y="2062502"/>
            <a:ext cx="58304" cy="308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19" y="526"/>
                </a:lnTo>
                <a:lnTo>
                  <a:pt x="4285" y="1129"/>
                </a:lnTo>
                <a:lnTo>
                  <a:pt x="6213" y="1834"/>
                </a:lnTo>
                <a:lnTo>
                  <a:pt x="8019" y="2667"/>
                </a:lnTo>
                <a:lnTo>
                  <a:pt x="9723" y="3653"/>
                </a:lnTo>
                <a:lnTo>
                  <a:pt x="11340" y="4828"/>
                </a:lnTo>
                <a:lnTo>
                  <a:pt x="12884" y="6207"/>
                </a:lnTo>
                <a:lnTo>
                  <a:pt x="14378" y="7827"/>
                </a:lnTo>
                <a:lnTo>
                  <a:pt x="15830" y="9712"/>
                </a:lnTo>
                <a:lnTo>
                  <a:pt x="17264" y="11888"/>
                </a:lnTo>
                <a:lnTo>
                  <a:pt x="18692" y="14381"/>
                </a:lnTo>
                <a:lnTo>
                  <a:pt x="20131" y="17222"/>
                </a:lnTo>
                <a:lnTo>
                  <a:pt x="21600" y="20435"/>
                </a:lnTo>
                <a:lnTo>
                  <a:pt x="19769" y="20808"/>
                </a:lnTo>
                <a:lnTo>
                  <a:pt x="17960" y="21130"/>
                </a:lnTo>
                <a:lnTo>
                  <a:pt x="16165" y="21380"/>
                </a:lnTo>
                <a:lnTo>
                  <a:pt x="14380" y="21544"/>
                </a:lnTo>
                <a:lnTo>
                  <a:pt x="12598" y="21600"/>
                </a:lnTo>
                <a:lnTo>
                  <a:pt x="10814" y="21534"/>
                </a:lnTo>
                <a:lnTo>
                  <a:pt x="9023" y="21329"/>
                </a:lnTo>
                <a:lnTo>
                  <a:pt x="7220" y="20972"/>
                </a:lnTo>
                <a:lnTo>
                  <a:pt x="5400" y="20435"/>
                </a:lnTo>
                <a:lnTo>
                  <a:pt x="4199" y="17809"/>
                </a:lnTo>
                <a:lnTo>
                  <a:pt x="3189" y="15127"/>
                </a:lnTo>
                <a:lnTo>
                  <a:pt x="2341" y="12374"/>
                </a:lnTo>
                <a:lnTo>
                  <a:pt x="1628" y="9507"/>
                </a:lnTo>
                <a:lnTo>
                  <a:pt x="1018" y="6509"/>
                </a:lnTo>
                <a:lnTo>
                  <a:pt x="486" y="3351"/>
                </a:lnTo>
                <a:lnTo>
                  <a:pt x="0" y="0"/>
                </a:lnTo>
                <a:close/>
              </a:path>
            </a:pathLst>
          </a:custGeom>
          <a:solidFill>
            <a:srgbClr val="E1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5" name="contour_13383"/>
          <p:cNvSpPr/>
          <p:nvPr/>
        </p:nvSpPr>
        <p:spPr>
          <a:xfrm>
            <a:off x="1227469" y="2047926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295" y="2138"/>
                </a:lnTo>
                <a:lnTo>
                  <a:pt x="20989" y="4280"/>
                </a:lnTo>
                <a:lnTo>
                  <a:pt x="20684" y="6421"/>
                </a:lnTo>
                <a:lnTo>
                  <a:pt x="20375" y="8566"/>
                </a:lnTo>
                <a:lnTo>
                  <a:pt x="20069" y="10720"/>
                </a:lnTo>
                <a:lnTo>
                  <a:pt x="19761" y="12877"/>
                </a:lnTo>
                <a:lnTo>
                  <a:pt x="19452" y="15043"/>
                </a:lnTo>
                <a:lnTo>
                  <a:pt x="19141" y="17218"/>
                </a:lnTo>
                <a:lnTo>
                  <a:pt x="18829" y="19403"/>
                </a:lnTo>
                <a:lnTo>
                  <a:pt x="18514" y="21600"/>
                </a:lnTo>
                <a:lnTo>
                  <a:pt x="16475" y="21600"/>
                </a:lnTo>
                <a:lnTo>
                  <a:pt x="14423" y="21600"/>
                </a:lnTo>
                <a:lnTo>
                  <a:pt x="12343" y="21600"/>
                </a:lnTo>
                <a:lnTo>
                  <a:pt x="11920" y="19721"/>
                </a:lnTo>
                <a:lnTo>
                  <a:pt x="11507" y="17842"/>
                </a:lnTo>
                <a:lnTo>
                  <a:pt x="11102" y="15959"/>
                </a:lnTo>
                <a:lnTo>
                  <a:pt x="10714" y="14074"/>
                </a:lnTo>
                <a:lnTo>
                  <a:pt x="10343" y="12185"/>
                </a:lnTo>
                <a:lnTo>
                  <a:pt x="9806" y="10732"/>
                </a:lnTo>
                <a:lnTo>
                  <a:pt x="9257" y="9257"/>
                </a:lnTo>
                <a:lnTo>
                  <a:pt x="6869" y="8307"/>
                </a:lnTo>
                <a:lnTo>
                  <a:pt x="5193" y="7671"/>
                </a:lnTo>
                <a:lnTo>
                  <a:pt x="3786" y="7202"/>
                </a:lnTo>
                <a:lnTo>
                  <a:pt x="2203" y="6752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4C4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6" name="contour_13384"/>
          <p:cNvSpPr/>
          <p:nvPr/>
        </p:nvSpPr>
        <p:spPr>
          <a:xfrm>
            <a:off x="10133395" y="202606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0" y="0"/>
                </a:lnTo>
                <a:lnTo>
                  <a:pt x="4774" y="0"/>
                </a:lnTo>
                <a:lnTo>
                  <a:pt x="7200" y="0"/>
                </a:lnTo>
                <a:lnTo>
                  <a:pt x="7200" y="2138"/>
                </a:lnTo>
                <a:lnTo>
                  <a:pt x="7200" y="4284"/>
                </a:lnTo>
                <a:lnTo>
                  <a:pt x="7200" y="6437"/>
                </a:lnTo>
                <a:lnTo>
                  <a:pt x="7200" y="8608"/>
                </a:lnTo>
                <a:lnTo>
                  <a:pt x="7200" y="10800"/>
                </a:lnTo>
                <a:lnTo>
                  <a:pt x="9576" y="10800"/>
                </a:lnTo>
                <a:lnTo>
                  <a:pt x="11956" y="10800"/>
                </a:lnTo>
                <a:lnTo>
                  <a:pt x="14346" y="10800"/>
                </a:lnTo>
                <a:lnTo>
                  <a:pt x="16747" y="10800"/>
                </a:lnTo>
                <a:lnTo>
                  <a:pt x="19163" y="10800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9217" y="21485"/>
                </a:lnTo>
                <a:lnTo>
                  <a:pt x="16895" y="21316"/>
                </a:lnTo>
                <a:lnTo>
                  <a:pt x="14620" y="21074"/>
                </a:lnTo>
                <a:lnTo>
                  <a:pt x="12388" y="20740"/>
                </a:lnTo>
                <a:lnTo>
                  <a:pt x="10181" y="20286"/>
                </a:lnTo>
                <a:lnTo>
                  <a:pt x="7988" y="19692"/>
                </a:lnTo>
                <a:lnTo>
                  <a:pt x="5796" y="18936"/>
                </a:lnTo>
                <a:lnTo>
                  <a:pt x="3600" y="18000"/>
                </a:lnTo>
                <a:lnTo>
                  <a:pt x="2664" y="15804"/>
                </a:lnTo>
                <a:lnTo>
                  <a:pt x="1908" y="13612"/>
                </a:lnTo>
                <a:lnTo>
                  <a:pt x="1314" y="11419"/>
                </a:lnTo>
                <a:lnTo>
                  <a:pt x="860" y="9212"/>
                </a:lnTo>
                <a:lnTo>
                  <a:pt x="526" y="6980"/>
                </a:lnTo>
                <a:lnTo>
                  <a:pt x="284" y="4705"/>
                </a:lnTo>
                <a:lnTo>
                  <a:pt x="115" y="2383"/>
                </a:lnTo>
                <a:lnTo>
                  <a:pt x="0" y="0"/>
                </a:lnTo>
                <a:close/>
              </a:path>
            </a:pathLst>
          </a:custGeom>
          <a:solidFill>
            <a:srgbClr val="EE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7" name="contour_13385"/>
          <p:cNvSpPr/>
          <p:nvPr/>
        </p:nvSpPr>
        <p:spPr>
          <a:xfrm>
            <a:off x="10067803" y="2033350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106" y="367"/>
                </a:lnTo>
                <a:lnTo>
                  <a:pt x="5741" y="788"/>
                </a:lnTo>
                <a:lnTo>
                  <a:pt x="7334" y="1267"/>
                </a:lnTo>
                <a:lnTo>
                  <a:pt x="8914" y="1814"/>
                </a:lnTo>
                <a:lnTo>
                  <a:pt x="10510" y="2441"/>
                </a:lnTo>
                <a:lnTo>
                  <a:pt x="12149" y="3150"/>
                </a:lnTo>
                <a:lnTo>
                  <a:pt x="13512" y="3715"/>
                </a:lnTo>
                <a:lnTo>
                  <a:pt x="14892" y="4288"/>
                </a:lnTo>
                <a:lnTo>
                  <a:pt x="16236" y="4856"/>
                </a:lnTo>
                <a:lnTo>
                  <a:pt x="17578" y="5432"/>
                </a:lnTo>
                <a:lnTo>
                  <a:pt x="18919" y="6019"/>
                </a:lnTo>
                <a:lnTo>
                  <a:pt x="20261" y="6606"/>
                </a:lnTo>
                <a:lnTo>
                  <a:pt x="21600" y="7200"/>
                </a:lnTo>
                <a:lnTo>
                  <a:pt x="20455" y="7920"/>
                </a:lnTo>
                <a:lnTo>
                  <a:pt x="19294" y="8647"/>
                </a:lnTo>
                <a:lnTo>
                  <a:pt x="17830" y="9979"/>
                </a:lnTo>
                <a:lnTo>
                  <a:pt x="16925" y="11232"/>
                </a:lnTo>
                <a:lnTo>
                  <a:pt x="16207" y="13140"/>
                </a:lnTo>
                <a:lnTo>
                  <a:pt x="15300" y="16423"/>
                </a:lnTo>
                <a:lnTo>
                  <a:pt x="15002" y="18133"/>
                </a:lnTo>
                <a:lnTo>
                  <a:pt x="14705" y="19854"/>
                </a:lnTo>
                <a:lnTo>
                  <a:pt x="14400" y="21600"/>
                </a:lnTo>
                <a:lnTo>
                  <a:pt x="13361" y="19890"/>
                </a:lnTo>
                <a:lnTo>
                  <a:pt x="12312" y="18169"/>
                </a:lnTo>
                <a:lnTo>
                  <a:pt x="11251" y="16423"/>
                </a:lnTo>
                <a:lnTo>
                  <a:pt x="9977" y="14602"/>
                </a:lnTo>
                <a:lnTo>
                  <a:pt x="8719" y="13025"/>
                </a:lnTo>
                <a:lnTo>
                  <a:pt x="7450" y="11668"/>
                </a:lnTo>
                <a:lnTo>
                  <a:pt x="6142" y="10501"/>
                </a:lnTo>
                <a:lnTo>
                  <a:pt x="4771" y="9500"/>
                </a:lnTo>
                <a:lnTo>
                  <a:pt x="3307" y="8633"/>
                </a:lnTo>
                <a:lnTo>
                  <a:pt x="1726" y="7877"/>
                </a:lnTo>
                <a:lnTo>
                  <a:pt x="0" y="7200"/>
                </a:lnTo>
                <a:lnTo>
                  <a:pt x="370" y="4950"/>
                </a:lnTo>
                <a:lnTo>
                  <a:pt x="744" y="3452"/>
                </a:lnTo>
                <a:lnTo>
                  <a:pt x="1344" y="2027"/>
                </a:lnTo>
                <a:lnTo>
                  <a:pt x="2400" y="0"/>
                </a:lnTo>
                <a:close/>
              </a:path>
            </a:pathLst>
          </a:custGeom>
          <a:solidFill>
            <a:srgbClr val="797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8" name="contour_13386"/>
          <p:cNvSpPr/>
          <p:nvPr/>
        </p:nvSpPr>
        <p:spPr>
          <a:xfrm>
            <a:off x="4215546" y="2033350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6" y="299"/>
                </a:lnTo>
                <a:lnTo>
                  <a:pt x="3766" y="623"/>
                </a:lnTo>
                <a:lnTo>
                  <a:pt x="5578" y="997"/>
                </a:lnTo>
                <a:lnTo>
                  <a:pt x="7347" y="1444"/>
                </a:lnTo>
                <a:lnTo>
                  <a:pt x="9069" y="1994"/>
                </a:lnTo>
                <a:lnTo>
                  <a:pt x="10751" y="2664"/>
                </a:lnTo>
                <a:lnTo>
                  <a:pt x="12390" y="3488"/>
                </a:lnTo>
                <a:lnTo>
                  <a:pt x="13991" y="4486"/>
                </a:lnTo>
                <a:lnTo>
                  <a:pt x="15552" y="5681"/>
                </a:lnTo>
                <a:lnTo>
                  <a:pt x="17075" y="7106"/>
                </a:lnTo>
                <a:lnTo>
                  <a:pt x="18562" y="8777"/>
                </a:lnTo>
                <a:lnTo>
                  <a:pt x="19011" y="9601"/>
                </a:lnTo>
                <a:lnTo>
                  <a:pt x="19796" y="11059"/>
                </a:lnTo>
                <a:lnTo>
                  <a:pt x="21600" y="14400"/>
                </a:lnTo>
                <a:lnTo>
                  <a:pt x="20903" y="16736"/>
                </a:lnTo>
                <a:lnTo>
                  <a:pt x="20393" y="18266"/>
                </a:lnTo>
                <a:lnTo>
                  <a:pt x="19807" y="19660"/>
                </a:lnTo>
                <a:lnTo>
                  <a:pt x="18900" y="21600"/>
                </a:lnTo>
                <a:lnTo>
                  <a:pt x="17207" y="20833"/>
                </a:lnTo>
                <a:lnTo>
                  <a:pt x="15517" y="20052"/>
                </a:lnTo>
                <a:lnTo>
                  <a:pt x="13832" y="19256"/>
                </a:lnTo>
                <a:lnTo>
                  <a:pt x="12150" y="18450"/>
                </a:lnTo>
                <a:lnTo>
                  <a:pt x="10894" y="17867"/>
                </a:lnTo>
                <a:lnTo>
                  <a:pt x="9634" y="17276"/>
                </a:lnTo>
                <a:lnTo>
                  <a:pt x="8354" y="16679"/>
                </a:lnTo>
                <a:lnTo>
                  <a:pt x="6888" y="15548"/>
                </a:lnTo>
                <a:lnTo>
                  <a:pt x="5400" y="14400"/>
                </a:lnTo>
                <a:lnTo>
                  <a:pt x="5400" y="12020"/>
                </a:lnTo>
                <a:lnTo>
                  <a:pt x="5400" y="9626"/>
                </a:lnTo>
                <a:lnTo>
                  <a:pt x="5400" y="7200"/>
                </a:lnTo>
                <a:lnTo>
                  <a:pt x="3796" y="4810"/>
                </a:lnTo>
                <a:lnTo>
                  <a:pt x="2700" y="3262"/>
                </a:lnTo>
                <a:lnTo>
                  <a:pt x="1604" y="1883"/>
                </a:lnTo>
                <a:lnTo>
                  <a:pt x="0" y="0"/>
                </a:lnTo>
                <a:close/>
              </a:path>
            </a:pathLst>
          </a:custGeom>
          <a:solidFill>
            <a:srgbClr val="A9C4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89" name="contour_13387"/>
          <p:cNvSpPr/>
          <p:nvPr/>
        </p:nvSpPr>
        <p:spPr>
          <a:xfrm>
            <a:off x="7247350" y="2032898"/>
            <a:ext cx="43728" cy="382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0"/>
                </a:moveTo>
                <a:lnTo>
                  <a:pt x="15840" y="33"/>
                </a:lnTo>
                <a:lnTo>
                  <a:pt x="17593" y="103"/>
                </a:lnTo>
                <a:lnTo>
                  <a:pt x="21600" y="255"/>
                </a:lnTo>
                <a:lnTo>
                  <a:pt x="21600" y="3169"/>
                </a:lnTo>
                <a:lnTo>
                  <a:pt x="21600" y="6086"/>
                </a:lnTo>
                <a:lnTo>
                  <a:pt x="21600" y="9012"/>
                </a:lnTo>
                <a:lnTo>
                  <a:pt x="21600" y="11950"/>
                </a:lnTo>
                <a:lnTo>
                  <a:pt x="21600" y="14900"/>
                </a:lnTo>
                <a:lnTo>
                  <a:pt x="21600" y="17867"/>
                </a:lnTo>
                <a:lnTo>
                  <a:pt x="21600" y="20858"/>
                </a:lnTo>
                <a:lnTo>
                  <a:pt x="19246" y="21353"/>
                </a:lnTo>
                <a:lnTo>
                  <a:pt x="17507" y="21600"/>
                </a:lnTo>
                <a:lnTo>
                  <a:pt x="15865" y="21600"/>
                </a:lnTo>
                <a:lnTo>
                  <a:pt x="13802" y="21353"/>
                </a:lnTo>
                <a:lnTo>
                  <a:pt x="10800" y="20858"/>
                </a:lnTo>
                <a:lnTo>
                  <a:pt x="9029" y="18674"/>
                </a:lnTo>
                <a:lnTo>
                  <a:pt x="7362" y="16433"/>
                </a:lnTo>
                <a:lnTo>
                  <a:pt x="5782" y="14125"/>
                </a:lnTo>
                <a:lnTo>
                  <a:pt x="4273" y="11764"/>
                </a:lnTo>
                <a:lnTo>
                  <a:pt x="2815" y="9350"/>
                </a:lnTo>
                <a:lnTo>
                  <a:pt x="1397" y="6885"/>
                </a:lnTo>
                <a:lnTo>
                  <a:pt x="0" y="4376"/>
                </a:lnTo>
                <a:lnTo>
                  <a:pt x="2495" y="2847"/>
                </a:lnTo>
                <a:lnTo>
                  <a:pt x="4835" y="1669"/>
                </a:lnTo>
                <a:lnTo>
                  <a:pt x="7132" y="820"/>
                </a:lnTo>
                <a:lnTo>
                  <a:pt x="9493" y="272"/>
                </a:lnTo>
                <a:lnTo>
                  <a:pt x="12028" y="4"/>
                </a:lnTo>
                <a:lnTo>
                  <a:pt x="14850" y="0"/>
                </a:lnTo>
                <a:close/>
              </a:path>
            </a:pathLst>
          </a:custGeom>
          <a:solidFill>
            <a:srgbClr val="A6A6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0" name="contour_13388"/>
          <p:cNvSpPr/>
          <p:nvPr/>
        </p:nvSpPr>
        <p:spPr>
          <a:xfrm>
            <a:off x="5381624" y="2039297"/>
            <a:ext cx="65592" cy="304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50"/>
                </a:moveTo>
                <a:lnTo>
                  <a:pt x="1574" y="816"/>
                </a:lnTo>
                <a:lnTo>
                  <a:pt x="3151" y="692"/>
                </a:lnTo>
                <a:lnTo>
                  <a:pt x="4726" y="583"/>
                </a:lnTo>
                <a:lnTo>
                  <a:pt x="6300" y="480"/>
                </a:lnTo>
                <a:lnTo>
                  <a:pt x="7874" y="387"/>
                </a:lnTo>
                <a:lnTo>
                  <a:pt x="9451" y="305"/>
                </a:lnTo>
                <a:lnTo>
                  <a:pt x="10798" y="170"/>
                </a:lnTo>
                <a:lnTo>
                  <a:pt x="12163" y="41"/>
                </a:lnTo>
                <a:lnTo>
                  <a:pt x="13469" y="0"/>
                </a:lnTo>
                <a:lnTo>
                  <a:pt x="14486" y="31"/>
                </a:lnTo>
                <a:lnTo>
                  <a:pt x="15557" y="165"/>
                </a:lnTo>
                <a:lnTo>
                  <a:pt x="17016" y="459"/>
                </a:lnTo>
                <a:lnTo>
                  <a:pt x="19200" y="950"/>
                </a:lnTo>
                <a:lnTo>
                  <a:pt x="19795" y="3505"/>
                </a:lnTo>
                <a:lnTo>
                  <a:pt x="20390" y="6076"/>
                </a:lnTo>
                <a:lnTo>
                  <a:pt x="20993" y="8658"/>
                </a:lnTo>
                <a:lnTo>
                  <a:pt x="21600" y="11275"/>
                </a:lnTo>
                <a:lnTo>
                  <a:pt x="20088" y="12204"/>
                </a:lnTo>
                <a:lnTo>
                  <a:pt x="18576" y="13133"/>
                </a:lnTo>
                <a:lnTo>
                  <a:pt x="17062" y="14063"/>
                </a:lnTo>
                <a:lnTo>
                  <a:pt x="15545" y="14997"/>
                </a:lnTo>
                <a:lnTo>
                  <a:pt x="14023" y="15932"/>
                </a:lnTo>
                <a:lnTo>
                  <a:pt x="12502" y="16866"/>
                </a:lnTo>
                <a:lnTo>
                  <a:pt x="10973" y="17806"/>
                </a:lnTo>
                <a:lnTo>
                  <a:pt x="9439" y="18750"/>
                </a:lnTo>
                <a:lnTo>
                  <a:pt x="7901" y="19695"/>
                </a:lnTo>
                <a:lnTo>
                  <a:pt x="6353" y="20645"/>
                </a:lnTo>
                <a:lnTo>
                  <a:pt x="4800" y="21600"/>
                </a:lnTo>
                <a:lnTo>
                  <a:pt x="4800" y="18533"/>
                </a:lnTo>
                <a:lnTo>
                  <a:pt x="4800" y="15457"/>
                </a:lnTo>
                <a:lnTo>
                  <a:pt x="4800" y="12369"/>
                </a:lnTo>
                <a:lnTo>
                  <a:pt x="4800" y="9256"/>
                </a:lnTo>
                <a:lnTo>
                  <a:pt x="4800" y="6112"/>
                </a:lnTo>
                <a:lnTo>
                  <a:pt x="3374" y="4032"/>
                </a:lnTo>
                <a:lnTo>
                  <a:pt x="2400" y="2803"/>
                </a:lnTo>
                <a:lnTo>
                  <a:pt x="1426" y="1936"/>
                </a:lnTo>
                <a:lnTo>
                  <a:pt x="0" y="950"/>
                </a:lnTo>
                <a:close/>
              </a:path>
            </a:pathLst>
          </a:custGeom>
          <a:solidFill>
            <a:srgbClr val="E1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1" name="contour_13389"/>
          <p:cNvSpPr/>
          <p:nvPr/>
        </p:nvSpPr>
        <p:spPr>
          <a:xfrm>
            <a:off x="8216653" y="201877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299"/>
                </a:lnTo>
                <a:lnTo>
                  <a:pt x="3564" y="594"/>
                </a:lnTo>
                <a:lnTo>
                  <a:pt x="5349" y="893"/>
                </a:lnTo>
                <a:lnTo>
                  <a:pt x="7136" y="1188"/>
                </a:lnTo>
                <a:lnTo>
                  <a:pt x="8926" y="1487"/>
                </a:lnTo>
                <a:lnTo>
                  <a:pt x="10719" y="1786"/>
                </a:lnTo>
                <a:lnTo>
                  <a:pt x="12517" y="2084"/>
                </a:lnTo>
                <a:lnTo>
                  <a:pt x="14321" y="2387"/>
                </a:lnTo>
                <a:lnTo>
                  <a:pt x="16130" y="2689"/>
                </a:lnTo>
                <a:lnTo>
                  <a:pt x="17944" y="2992"/>
                </a:lnTo>
                <a:lnTo>
                  <a:pt x="19769" y="3294"/>
                </a:lnTo>
                <a:lnTo>
                  <a:pt x="21600" y="3600"/>
                </a:lnTo>
                <a:lnTo>
                  <a:pt x="21600" y="5386"/>
                </a:lnTo>
                <a:lnTo>
                  <a:pt x="21600" y="7200"/>
                </a:lnTo>
                <a:lnTo>
                  <a:pt x="20266" y="7333"/>
                </a:lnTo>
                <a:lnTo>
                  <a:pt x="18922" y="7470"/>
                </a:lnTo>
                <a:lnTo>
                  <a:pt x="17561" y="7607"/>
                </a:lnTo>
                <a:lnTo>
                  <a:pt x="15830" y="7844"/>
                </a:lnTo>
                <a:lnTo>
                  <a:pt x="14086" y="8082"/>
                </a:lnTo>
                <a:lnTo>
                  <a:pt x="12317" y="8323"/>
                </a:lnTo>
                <a:lnTo>
                  <a:pt x="11551" y="8420"/>
                </a:lnTo>
                <a:lnTo>
                  <a:pt x="10198" y="8582"/>
                </a:lnTo>
                <a:lnTo>
                  <a:pt x="7098" y="8957"/>
                </a:lnTo>
                <a:lnTo>
                  <a:pt x="5646" y="9565"/>
                </a:lnTo>
                <a:lnTo>
                  <a:pt x="4182" y="10177"/>
                </a:lnTo>
                <a:lnTo>
                  <a:pt x="2700" y="10800"/>
                </a:lnTo>
                <a:lnTo>
                  <a:pt x="1741" y="13554"/>
                </a:lnTo>
                <a:lnTo>
                  <a:pt x="1120" y="15491"/>
                </a:lnTo>
                <a:lnTo>
                  <a:pt x="710" y="17132"/>
                </a:lnTo>
                <a:lnTo>
                  <a:pt x="381" y="18997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B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2" name="contour_13390"/>
          <p:cNvSpPr/>
          <p:nvPr/>
        </p:nvSpPr>
        <p:spPr>
          <a:xfrm>
            <a:off x="7895982" y="2024138"/>
            <a:ext cx="36440" cy="38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83"/>
                </a:moveTo>
                <a:lnTo>
                  <a:pt x="4994" y="480"/>
                </a:lnTo>
                <a:lnTo>
                  <a:pt x="8506" y="119"/>
                </a:lnTo>
                <a:lnTo>
                  <a:pt x="11007" y="0"/>
                </a:lnTo>
                <a:lnTo>
                  <a:pt x="12986" y="119"/>
                </a:lnTo>
                <a:lnTo>
                  <a:pt x="14917" y="480"/>
                </a:lnTo>
                <a:lnTo>
                  <a:pt x="17280" y="1083"/>
                </a:lnTo>
                <a:lnTo>
                  <a:pt x="18649" y="3775"/>
                </a:lnTo>
                <a:lnTo>
                  <a:pt x="19630" y="6377"/>
                </a:lnTo>
                <a:lnTo>
                  <a:pt x="20321" y="8970"/>
                </a:lnTo>
                <a:lnTo>
                  <a:pt x="20818" y="11633"/>
                </a:lnTo>
                <a:lnTo>
                  <a:pt x="21211" y="14452"/>
                </a:lnTo>
                <a:lnTo>
                  <a:pt x="21600" y="17497"/>
                </a:lnTo>
                <a:lnTo>
                  <a:pt x="18926" y="18005"/>
                </a:lnTo>
                <a:lnTo>
                  <a:pt x="16252" y="18514"/>
                </a:lnTo>
                <a:lnTo>
                  <a:pt x="13569" y="19023"/>
                </a:lnTo>
                <a:lnTo>
                  <a:pt x="10882" y="19532"/>
                </a:lnTo>
                <a:lnTo>
                  <a:pt x="8182" y="20045"/>
                </a:lnTo>
                <a:lnTo>
                  <a:pt x="5469" y="20562"/>
                </a:lnTo>
                <a:lnTo>
                  <a:pt x="2743" y="21079"/>
                </a:lnTo>
                <a:lnTo>
                  <a:pt x="0" y="21600"/>
                </a:lnTo>
                <a:lnTo>
                  <a:pt x="0" y="18699"/>
                </a:lnTo>
                <a:lnTo>
                  <a:pt x="0" y="15794"/>
                </a:lnTo>
                <a:lnTo>
                  <a:pt x="0" y="12880"/>
                </a:lnTo>
                <a:lnTo>
                  <a:pt x="0" y="9955"/>
                </a:lnTo>
                <a:lnTo>
                  <a:pt x="0" y="7017"/>
                </a:lnTo>
                <a:lnTo>
                  <a:pt x="0" y="4062"/>
                </a:lnTo>
                <a:lnTo>
                  <a:pt x="0" y="1083"/>
                </a:lnTo>
                <a:close/>
              </a:path>
            </a:pathLst>
          </a:custGeom>
          <a:solidFill>
            <a:srgbClr val="E8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3" name="contour_13391"/>
          <p:cNvSpPr/>
          <p:nvPr/>
        </p:nvSpPr>
        <p:spPr>
          <a:xfrm>
            <a:off x="5039089" y="2019947"/>
            <a:ext cx="58304" cy="343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39"/>
                </a:moveTo>
                <a:lnTo>
                  <a:pt x="20328" y="5748"/>
                </a:lnTo>
                <a:lnTo>
                  <a:pt x="19048" y="7642"/>
                </a:lnTo>
                <a:lnTo>
                  <a:pt x="17766" y="9528"/>
                </a:lnTo>
                <a:lnTo>
                  <a:pt x="16478" y="11404"/>
                </a:lnTo>
                <a:lnTo>
                  <a:pt x="15188" y="13276"/>
                </a:lnTo>
                <a:lnTo>
                  <a:pt x="13997" y="15028"/>
                </a:lnTo>
                <a:lnTo>
                  <a:pt x="12795" y="16799"/>
                </a:lnTo>
                <a:lnTo>
                  <a:pt x="11580" y="18589"/>
                </a:lnTo>
                <a:lnTo>
                  <a:pt x="9523" y="20625"/>
                </a:lnTo>
                <a:lnTo>
                  <a:pt x="8162" y="21554"/>
                </a:lnTo>
                <a:lnTo>
                  <a:pt x="6898" y="21600"/>
                </a:lnTo>
                <a:lnTo>
                  <a:pt x="5125" y="20982"/>
                </a:lnTo>
                <a:lnTo>
                  <a:pt x="3677" y="18740"/>
                </a:lnTo>
                <a:lnTo>
                  <a:pt x="2524" y="16497"/>
                </a:lnTo>
                <a:lnTo>
                  <a:pt x="1585" y="14118"/>
                </a:lnTo>
                <a:lnTo>
                  <a:pt x="772" y="11473"/>
                </a:lnTo>
                <a:lnTo>
                  <a:pt x="0" y="8416"/>
                </a:lnTo>
                <a:lnTo>
                  <a:pt x="1553" y="7171"/>
                </a:lnTo>
                <a:lnTo>
                  <a:pt x="3113" y="5949"/>
                </a:lnTo>
                <a:lnTo>
                  <a:pt x="4676" y="4746"/>
                </a:lnTo>
                <a:lnTo>
                  <a:pt x="6242" y="3556"/>
                </a:lnTo>
                <a:lnTo>
                  <a:pt x="7403" y="2650"/>
                </a:lnTo>
                <a:lnTo>
                  <a:pt x="8572" y="1739"/>
                </a:lnTo>
                <a:lnTo>
                  <a:pt x="9755" y="819"/>
                </a:lnTo>
                <a:lnTo>
                  <a:pt x="11678" y="197"/>
                </a:lnTo>
                <a:lnTo>
                  <a:pt x="13408" y="0"/>
                </a:lnTo>
                <a:lnTo>
                  <a:pt x="15015" y="183"/>
                </a:lnTo>
                <a:lnTo>
                  <a:pt x="16570" y="700"/>
                </a:lnTo>
                <a:lnTo>
                  <a:pt x="18139" y="1510"/>
                </a:lnTo>
                <a:lnTo>
                  <a:pt x="19794" y="2572"/>
                </a:lnTo>
                <a:lnTo>
                  <a:pt x="21600" y="3839"/>
                </a:lnTo>
                <a:close/>
              </a:path>
            </a:pathLst>
          </a:custGeom>
          <a:solidFill>
            <a:srgbClr val="92D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4" name="contour_13392"/>
          <p:cNvSpPr/>
          <p:nvPr/>
        </p:nvSpPr>
        <p:spPr>
          <a:xfrm>
            <a:off x="4084362" y="2019189"/>
            <a:ext cx="51016" cy="360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77" y="1835"/>
                </a:moveTo>
                <a:lnTo>
                  <a:pt x="17758" y="3596"/>
                </a:lnTo>
                <a:lnTo>
                  <a:pt x="18854" y="5279"/>
                </a:lnTo>
                <a:lnTo>
                  <a:pt x="19995" y="8320"/>
                </a:lnTo>
                <a:lnTo>
                  <a:pt x="20409" y="10737"/>
                </a:lnTo>
                <a:lnTo>
                  <a:pt x="20699" y="12633"/>
                </a:lnTo>
                <a:lnTo>
                  <a:pt x="20943" y="14652"/>
                </a:lnTo>
                <a:lnTo>
                  <a:pt x="21217" y="17427"/>
                </a:lnTo>
                <a:lnTo>
                  <a:pt x="21600" y="21600"/>
                </a:lnTo>
                <a:lnTo>
                  <a:pt x="19783" y="20853"/>
                </a:lnTo>
                <a:lnTo>
                  <a:pt x="17968" y="20097"/>
                </a:lnTo>
                <a:lnTo>
                  <a:pt x="16157" y="19332"/>
                </a:lnTo>
                <a:lnTo>
                  <a:pt x="14345" y="18554"/>
                </a:lnTo>
                <a:lnTo>
                  <a:pt x="12534" y="17776"/>
                </a:lnTo>
                <a:lnTo>
                  <a:pt x="11787" y="17457"/>
                </a:lnTo>
                <a:lnTo>
                  <a:pt x="10464" y="16902"/>
                </a:lnTo>
                <a:lnTo>
                  <a:pt x="7437" y="15626"/>
                </a:lnTo>
                <a:lnTo>
                  <a:pt x="4888" y="13953"/>
                </a:lnTo>
                <a:lnTo>
                  <a:pt x="3363" y="12620"/>
                </a:lnTo>
                <a:lnTo>
                  <a:pt x="2253" y="10929"/>
                </a:lnTo>
                <a:lnTo>
                  <a:pt x="950" y="8185"/>
                </a:lnTo>
                <a:lnTo>
                  <a:pt x="716" y="7175"/>
                </a:lnTo>
                <a:lnTo>
                  <a:pt x="0" y="4121"/>
                </a:lnTo>
                <a:lnTo>
                  <a:pt x="1944" y="2320"/>
                </a:lnTo>
                <a:lnTo>
                  <a:pt x="3839" y="1075"/>
                </a:lnTo>
                <a:lnTo>
                  <a:pt x="5718" y="319"/>
                </a:lnTo>
                <a:lnTo>
                  <a:pt x="7606" y="0"/>
                </a:lnTo>
                <a:lnTo>
                  <a:pt x="9529" y="52"/>
                </a:lnTo>
                <a:lnTo>
                  <a:pt x="11513" y="415"/>
                </a:lnTo>
                <a:lnTo>
                  <a:pt x="13589" y="1027"/>
                </a:lnTo>
                <a:lnTo>
                  <a:pt x="15777" y="1835"/>
                </a:lnTo>
                <a:close/>
              </a:path>
            </a:pathLst>
          </a:custGeom>
          <a:solidFill>
            <a:srgbClr val="D6DE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5" name="contour_13393"/>
          <p:cNvSpPr/>
          <p:nvPr/>
        </p:nvSpPr>
        <p:spPr>
          <a:xfrm>
            <a:off x="622566" y="2011486"/>
            <a:ext cx="8745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95" y="486"/>
                </a:lnTo>
                <a:lnTo>
                  <a:pt x="2390" y="972"/>
                </a:lnTo>
                <a:lnTo>
                  <a:pt x="3586" y="1463"/>
                </a:lnTo>
                <a:lnTo>
                  <a:pt x="4781" y="1960"/>
                </a:lnTo>
                <a:lnTo>
                  <a:pt x="5974" y="2462"/>
                </a:lnTo>
                <a:lnTo>
                  <a:pt x="7169" y="2970"/>
                </a:lnTo>
                <a:lnTo>
                  <a:pt x="8363" y="3488"/>
                </a:lnTo>
                <a:lnTo>
                  <a:pt x="9556" y="4018"/>
                </a:lnTo>
                <a:lnTo>
                  <a:pt x="10748" y="4558"/>
                </a:lnTo>
                <a:lnTo>
                  <a:pt x="11939" y="5108"/>
                </a:lnTo>
                <a:lnTo>
                  <a:pt x="13131" y="5670"/>
                </a:lnTo>
                <a:lnTo>
                  <a:pt x="14323" y="6253"/>
                </a:lnTo>
                <a:lnTo>
                  <a:pt x="15512" y="6853"/>
                </a:lnTo>
                <a:lnTo>
                  <a:pt x="16700" y="7463"/>
                </a:lnTo>
                <a:lnTo>
                  <a:pt x="17888" y="8100"/>
                </a:lnTo>
                <a:lnTo>
                  <a:pt x="18432" y="8392"/>
                </a:lnTo>
                <a:lnTo>
                  <a:pt x="20074" y="9283"/>
                </a:lnTo>
                <a:lnTo>
                  <a:pt x="20831" y="10033"/>
                </a:lnTo>
                <a:lnTo>
                  <a:pt x="21600" y="10800"/>
                </a:lnTo>
                <a:lnTo>
                  <a:pt x="21600" y="13478"/>
                </a:lnTo>
                <a:lnTo>
                  <a:pt x="21600" y="16200"/>
                </a:lnTo>
                <a:lnTo>
                  <a:pt x="20419" y="16789"/>
                </a:lnTo>
                <a:lnTo>
                  <a:pt x="19238" y="17366"/>
                </a:lnTo>
                <a:lnTo>
                  <a:pt x="18058" y="17933"/>
                </a:lnTo>
                <a:lnTo>
                  <a:pt x="16877" y="18490"/>
                </a:lnTo>
                <a:lnTo>
                  <a:pt x="15696" y="19035"/>
                </a:lnTo>
                <a:lnTo>
                  <a:pt x="14512" y="19575"/>
                </a:lnTo>
                <a:lnTo>
                  <a:pt x="13502" y="20099"/>
                </a:lnTo>
                <a:lnTo>
                  <a:pt x="12478" y="20628"/>
                </a:lnTo>
                <a:lnTo>
                  <a:pt x="11498" y="21044"/>
                </a:lnTo>
                <a:lnTo>
                  <a:pt x="10735" y="21303"/>
                </a:lnTo>
                <a:lnTo>
                  <a:pt x="9932" y="21449"/>
                </a:lnTo>
                <a:lnTo>
                  <a:pt x="8838" y="21535"/>
                </a:lnTo>
                <a:lnTo>
                  <a:pt x="7200" y="21600"/>
                </a:lnTo>
                <a:lnTo>
                  <a:pt x="6507" y="18679"/>
                </a:lnTo>
                <a:lnTo>
                  <a:pt x="6089" y="16578"/>
                </a:lnTo>
                <a:lnTo>
                  <a:pt x="5776" y="14294"/>
                </a:lnTo>
                <a:lnTo>
                  <a:pt x="5400" y="10800"/>
                </a:lnTo>
                <a:lnTo>
                  <a:pt x="4203" y="8219"/>
                </a:lnTo>
                <a:lnTo>
                  <a:pt x="3326" y="6350"/>
                </a:lnTo>
                <a:lnTo>
                  <a:pt x="2617" y="4892"/>
                </a:lnTo>
                <a:lnTo>
                  <a:pt x="1926" y="3548"/>
                </a:lnTo>
                <a:lnTo>
                  <a:pt x="1103" y="2020"/>
                </a:lnTo>
                <a:lnTo>
                  <a:pt x="0" y="0"/>
                </a:lnTo>
                <a:close/>
              </a:path>
            </a:pathLst>
          </a:custGeom>
          <a:solidFill>
            <a:srgbClr val="5353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6" name="contour_13394"/>
          <p:cNvSpPr/>
          <p:nvPr/>
        </p:nvSpPr>
        <p:spPr>
          <a:xfrm>
            <a:off x="2196772" y="2011143"/>
            <a:ext cx="58304" cy="367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1"/>
                </a:moveTo>
                <a:lnTo>
                  <a:pt x="20261" y="732"/>
                </a:lnTo>
                <a:lnTo>
                  <a:pt x="18916" y="1267"/>
                </a:lnTo>
                <a:lnTo>
                  <a:pt x="17550" y="1806"/>
                </a:lnTo>
                <a:lnTo>
                  <a:pt x="16211" y="2688"/>
                </a:lnTo>
                <a:lnTo>
                  <a:pt x="14866" y="3582"/>
                </a:lnTo>
                <a:lnTo>
                  <a:pt x="13500" y="4481"/>
                </a:lnTo>
                <a:lnTo>
                  <a:pt x="13500" y="7310"/>
                </a:lnTo>
                <a:lnTo>
                  <a:pt x="13500" y="10156"/>
                </a:lnTo>
                <a:lnTo>
                  <a:pt x="13500" y="13040"/>
                </a:lnTo>
                <a:lnTo>
                  <a:pt x="15285" y="13040"/>
                </a:lnTo>
                <a:lnTo>
                  <a:pt x="17080" y="13040"/>
                </a:lnTo>
                <a:lnTo>
                  <a:pt x="18900" y="13040"/>
                </a:lnTo>
                <a:lnTo>
                  <a:pt x="18900" y="15869"/>
                </a:lnTo>
                <a:lnTo>
                  <a:pt x="18900" y="18715"/>
                </a:lnTo>
                <a:lnTo>
                  <a:pt x="18900" y="21600"/>
                </a:lnTo>
                <a:lnTo>
                  <a:pt x="15565" y="19700"/>
                </a:lnTo>
                <a:lnTo>
                  <a:pt x="12771" y="18086"/>
                </a:lnTo>
                <a:lnTo>
                  <a:pt x="10446" y="16695"/>
                </a:lnTo>
                <a:lnTo>
                  <a:pt x="8532" y="15467"/>
                </a:lnTo>
                <a:lnTo>
                  <a:pt x="6958" y="14350"/>
                </a:lnTo>
                <a:lnTo>
                  <a:pt x="5662" y="13276"/>
                </a:lnTo>
                <a:lnTo>
                  <a:pt x="4574" y="12189"/>
                </a:lnTo>
                <a:lnTo>
                  <a:pt x="3632" y="11029"/>
                </a:lnTo>
                <a:lnTo>
                  <a:pt x="2770" y="9741"/>
                </a:lnTo>
                <a:lnTo>
                  <a:pt x="1920" y="8256"/>
                </a:lnTo>
                <a:lnTo>
                  <a:pt x="1018" y="6522"/>
                </a:lnTo>
                <a:lnTo>
                  <a:pt x="0" y="4481"/>
                </a:lnTo>
                <a:lnTo>
                  <a:pt x="1806" y="3368"/>
                </a:lnTo>
                <a:lnTo>
                  <a:pt x="3591" y="2444"/>
                </a:lnTo>
                <a:lnTo>
                  <a:pt x="5357" y="1699"/>
                </a:lnTo>
                <a:lnTo>
                  <a:pt x="7114" y="1113"/>
                </a:lnTo>
                <a:lnTo>
                  <a:pt x="8870" y="672"/>
                </a:lnTo>
                <a:lnTo>
                  <a:pt x="10625" y="355"/>
                </a:lnTo>
                <a:lnTo>
                  <a:pt x="12393" y="150"/>
                </a:lnTo>
                <a:lnTo>
                  <a:pt x="14175" y="34"/>
                </a:lnTo>
                <a:lnTo>
                  <a:pt x="15981" y="0"/>
                </a:lnTo>
                <a:lnTo>
                  <a:pt x="17817" y="30"/>
                </a:lnTo>
                <a:lnTo>
                  <a:pt x="19686" y="103"/>
                </a:lnTo>
                <a:lnTo>
                  <a:pt x="21600" y="201"/>
                </a:lnTo>
                <a:close/>
              </a:path>
            </a:pathLst>
          </a:custGeom>
          <a:solidFill>
            <a:srgbClr val="2523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7" name="contour_13395"/>
          <p:cNvSpPr/>
          <p:nvPr/>
        </p:nvSpPr>
        <p:spPr>
          <a:xfrm>
            <a:off x="1424245" y="1989622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62" y="59"/>
                </a:lnTo>
                <a:lnTo>
                  <a:pt x="9917" y="197"/>
                </a:lnTo>
                <a:lnTo>
                  <a:pt x="11575" y="528"/>
                </a:lnTo>
                <a:lnTo>
                  <a:pt x="14077" y="1157"/>
                </a:lnTo>
                <a:lnTo>
                  <a:pt x="16191" y="1672"/>
                </a:lnTo>
                <a:lnTo>
                  <a:pt x="18332" y="2194"/>
                </a:lnTo>
                <a:lnTo>
                  <a:pt x="19955" y="2635"/>
                </a:lnTo>
                <a:lnTo>
                  <a:pt x="21600" y="3086"/>
                </a:lnTo>
                <a:lnTo>
                  <a:pt x="19625" y="3277"/>
                </a:lnTo>
                <a:lnTo>
                  <a:pt x="17635" y="3471"/>
                </a:lnTo>
                <a:lnTo>
                  <a:pt x="15620" y="3666"/>
                </a:lnTo>
                <a:lnTo>
                  <a:pt x="13589" y="4150"/>
                </a:lnTo>
                <a:lnTo>
                  <a:pt x="12250" y="4573"/>
                </a:lnTo>
                <a:lnTo>
                  <a:pt x="11004" y="5169"/>
                </a:lnTo>
                <a:lnTo>
                  <a:pt x="9257" y="6171"/>
                </a:lnTo>
                <a:lnTo>
                  <a:pt x="8606" y="8202"/>
                </a:lnTo>
                <a:lnTo>
                  <a:pt x="8097" y="10189"/>
                </a:lnTo>
                <a:lnTo>
                  <a:pt x="7708" y="12164"/>
                </a:lnTo>
                <a:lnTo>
                  <a:pt x="7415" y="14160"/>
                </a:lnTo>
                <a:lnTo>
                  <a:pt x="7190" y="16206"/>
                </a:lnTo>
                <a:lnTo>
                  <a:pt x="7014" y="18332"/>
                </a:lnTo>
                <a:lnTo>
                  <a:pt x="6597" y="19955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330" y="19767"/>
                </a:lnTo>
                <a:lnTo>
                  <a:pt x="667" y="17934"/>
                </a:lnTo>
                <a:lnTo>
                  <a:pt x="1009" y="16101"/>
                </a:lnTo>
                <a:lnTo>
                  <a:pt x="1352" y="14271"/>
                </a:lnTo>
                <a:lnTo>
                  <a:pt x="1728" y="12226"/>
                </a:lnTo>
                <a:lnTo>
                  <a:pt x="2111" y="10149"/>
                </a:lnTo>
                <a:lnTo>
                  <a:pt x="2984" y="6637"/>
                </a:lnTo>
                <a:lnTo>
                  <a:pt x="3632" y="4351"/>
                </a:lnTo>
                <a:lnTo>
                  <a:pt x="4249" y="2808"/>
                </a:lnTo>
                <a:lnTo>
                  <a:pt x="5030" y="1521"/>
                </a:lnTo>
                <a:lnTo>
                  <a:pt x="6171" y="0"/>
                </a:lnTo>
                <a:close/>
              </a:path>
            </a:pathLst>
          </a:custGeom>
          <a:solidFill>
            <a:srgbClr val="706D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8" name="contour_13396"/>
          <p:cNvSpPr/>
          <p:nvPr/>
        </p:nvSpPr>
        <p:spPr>
          <a:xfrm>
            <a:off x="8238517" y="1989622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01" y="1138"/>
                </a:lnTo>
                <a:lnTo>
                  <a:pt x="3710" y="2322"/>
                </a:lnTo>
                <a:lnTo>
                  <a:pt x="5441" y="3560"/>
                </a:lnTo>
                <a:lnTo>
                  <a:pt x="7096" y="4856"/>
                </a:lnTo>
                <a:lnTo>
                  <a:pt x="8689" y="6210"/>
                </a:lnTo>
                <a:lnTo>
                  <a:pt x="10225" y="7625"/>
                </a:lnTo>
                <a:lnTo>
                  <a:pt x="11718" y="9108"/>
                </a:lnTo>
                <a:lnTo>
                  <a:pt x="13171" y="10660"/>
                </a:lnTo>
                <a:lnTo>
                  <a:pt x="14596" y="12283"/>
                </a:lnTo>
                <a:lnTo>
                  <a:pt x="16000" y="13979"/>
                </a:lnTo>
                <a:lnTo>
                  <a:pt x="17396" y="15757"/>
                </a:lnTo>
                <a:lnTo>
                  <a:pt x="18787" y="17618"/>
                </a:lnTo>
                <a:lnTo>
                  <a:pt x="20185" y="19566"/>
                </a:lnTo>
                <a:lnTo>
                  <a:pt x="21600" y="21600"/>
                </a:lnTo>
                <a:lnTo>
                  <a:pt x="19705" y="21305"/>
                </a:lnTo>
                <a:lnTo>
                  <a:pt x="17855" y="20988"/>
                </a:lnTo>
                <a:lnTo>
                  <a:pt x="16054" y="20621"/>
                </a:lnTo>
                <a:lnTo>
                  <a:pt x="14297" y="20182"/>
                </a:lnTo>
                <a:lnTo>
                  <a:pt x="12585" y="19638"/>
                </a:lnTo>
                <a:lnTo>
                  <a:pt x="10916" y="18972"/>
                </a:lnTo>
                <a:lnTo>
                  <a:pt x="9293" y="18151"/>
                </a:lnTo>
                <a:lnTo>
                  <a:pt x="7709" y="17154"/>
                </a:lnTo>
                <a:lnTo>
                  <a:pt x="6170" y="15948"/>
                </a:lnTo>
                <a:lnTo>
                  <a:pt x="4668" y="14515"/>
                </a:lnTo>
                <a:lnTo>
                  <a:pt x="3208" y="12823"/>
                </a:lnTo>
                <a:lnTo>
                  <a:pt x="1858" y="10422"/>
                </a:lnTo>
                <a:lnTo>
                  <a:pt x="950" y="8600"/>
                </a:lnTo>
                <a:lnTo>
                  <a:pt x="402" y="7002"/>
                </a:lnTo>
                <a:lnTo>
                  <a:pt x="119" y="5274"/>
                </a:lnTo>
                <a:lnTo>
                  <a:pt x="14" y="3060"/>
                </a:lnTo>
                <a:lnTo>
                  <a:pt x="0" y="0"/>
                </a:lnTo>
                <a:close/>
              </a:path>
            </a:pathLst>
          </a:custGeom>
          <a:solidFill>
            <a:srgbClr val="F5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399" name="contour_13397"/>
          <p:cNvSpPr/>
          <p:nvPr/>
        </p:nvSpPr>
        <p:spPr>
          <a:xfrm>
            <a:off x="7662766" y="1967758"/>
            <a:ext cx="43728" cy="536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4" y="0"/>
                </a:lnTo>
                <a:lnTo>
                  <a:pt x="6437" y="0"/>
                </a:lnTo>
                <a:lnTo>
                  <a:pt x="8608" y="0"/>
                </a:lnTo>
                <a:lnTo>
                  <a:pt x="10800" y="0"/>
                </a:lnTo>
                <a:lnTo>
                  <a:pt x="10800" y="1937"/>
                </a:lnTo>
                <a:lnTo>
                  <a:pt x="10800" y="3877"/>
                </a:lnTo>
                <a:lnTo>
                  <a:pt x="10800" y="5826"/>
                </a:lnTo>
                <a:lnTo>
                  <a:pt x="10800" y="7783"/>
                </a:lnTo>
                <a:lnTo>
                  <a:pt x="10800" y="9752"/>
                </a:lnTo>
                <a:lnTo>
                  <a:pt x="10800" y="11739"/>
                </a:lnTo>
                <a:lnTo>
                  <a:pt x="12938" y="11739"/>
                </a:lnTo>
                <a:lnTo>
                  <a:pt x="15084" y="11739"/>
                </a:lnTo>
                <a:lnTo>
                  <a:pt x="17237" y="11739"/>
                </a:lnTo>
                <a:lnTo>
                  <a:pt x="19408" y="11739"/>
                </a:lnTo>
                <a:lnTo>
                  <a:pt x="21600" y="11739"/>
                </a:lnTo>
                <a:lnTo>
                  <a:pt x="21031" y="13923"/>
                </a:lnTo>
                <a:lnTo>
                  <a:pt x="20560" y="15472"/>
                </a:lnTo>
                <a:lnTo>
                  <a:pt x="20012" y="16810"/>
                </a:lnTo>
                <a:lnTo>
                  <a:pt x="19217" y="18360"/>
                </a:lnTo>
                <a:lnTo>
                  <a:pt x="18000" y="20543"/>
                </a:lnTo>
                <a:lnTo>
                  <a:pt x="15322" y="21248"/>
                </a:lnTo>
                <a:lnTo>
                  <a:pt x="13421" y="21600"/>
                </a:lnTo>
                <a:lnTo>
                  <a:pt x="11779" y="21600"/>
                </a:lnTo>
                <a:lnTo>
                  <a:pt x="9878" y="21248"/>
                </a:lnTo>
                <a:lnTo>
                  <a:pt x="7200" y="20543"/>
                </a:lnTo>
                <a:lnTo>
                  <a:pt x="6469" y="18742"/>
                </a:lnTo>
                <a:lnTo>
                  <a:pt x="5872" y="16957"/>
                </a:lnTo>
                <a:lnTo>
                  <a:pt x="5389" y="15173"/>
                </a:lnTo>
                <a:lnTo>
                  <a:pt x="4993" y="13374"/>
                </a:lnTo>
                <a:lnTo>
                  <a:pt x="4658" y="11537"/>
                </a:lnTo>
                <a:lnTo>
                  <a:pt x="4360" y="9652"/>
                </a:lnTo>
                <a:lnTo>
                  <a:pt x="3838" y="7519"/>
                </a:lnTo>
                <a:lnTo>
                  <a:pt x="3161" y="5576"/>
                </a:lnTo>
                <a:lnTo>
                  <a:pt x="2311" y="3736"/>
                </a:lnTo>
                <a:lnTo>
                  <a:pt x="1264" y="1905"/>
                </a:lnTo>
                <a:lnTo>
                  <a:pt x="0" y="0"/>
                </a:lnTo>
                <a:close/>
              </a:path>
            </a:pathLst>
          </a:custGeom>
          <a:solidFill>
            <a:srgbClr val="DFE6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0" name="contour_13398"/>
          <p:cNvSpPr/>
          <p:nvPr/>
        </p:nvSpPr>
        <p:spPr>
          <a:xfrm>
            <a:off x="6999559" y="1945894"/>
            <a:ext cx="51016" cy="468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665"/>
                </a:lnTo>
                <a:lnTo>
                  <a:pt x="16015" y="1334"/>
                </a:lnTo>
                <a:lnTo>
                  <a:pt x="17860" y="2003"/>
                </a:lnTo>
                <a:lnTo>
                  <a:pt x="19721" y="2678"/>
                </a:lnTo>
                <a:lnTo>
                  <a:pt x="21600" y="3360"/>
                </a:lnTo>
                <a:lnTo>
                  <a:pt x="21507" y="5588"/>
                </a:lnTo>
                <a:lnTo>
                  <a:pt x="21372" y="7759"/>
                </a:lnTo>
                <a:lnTo>
                  <a:pt x="21177" y="9886"/>
                </a:lnTo>
                <a:lnTo>
                  <a:pt x="20900" y="11973"/>
                </a:lnTo>
                <a:lnTo>
                  <a:pt x="20514" y="14036"/>
                </a:lnTo>
                <a:lnTo>
                  <a:pt x="20005" y="16082"/>
                </a:lnTo>
                <a:lnTo>
                  <a:pt x="19344" y="18122"/>
                </a:lnTo>
                <a:lnTo>
                  <a:pt x="18514" y="20162"/>
                </a:lnTo>
                <a:lnTo>
                  <a:pt x="16271" y="20898"/>
                </a:lnTo>
                <a:lnTo>
                  <a:pt x="14071" y="21375"/>
                </a:lnTo>
                <a:lnTo>
                  <a:pt x="11895" y="21600"/>
                </a:lnTo>
                <a:lnTo>
                  <a:pt x="9726" y="21580"/>
                </a:lnTo>
                <a:lnTo>
                  <a:pt x="7548" y="21331"/>
                </a:lnTo>
                <a:lnTo>
                  <a:pt x="5338" y="20854"/>
                </a:lnTo>
                <a:lnTo>
                  <a:pt x="3086" y="20162"/>
                </a:lnTo>
                <a:lnTo>
                  <a:pt x="2320" y="18498"/>
                </a:lnTo>
                <a:lnTo>
                  <a:pt x="1555" y="16825"/>
                </a:lnTo>
                <a:lnTo>
                  <a:pt x="781" y="15145"/>
                </a:lnTo>
                <a:lnTo>
                  <a:pt x="0" y="13441"/>
                </a:lnTo>
                <a:lnTo>
                  <a:pt x="864" y="13629"/>
                </a:lnTo>
                <a:lnTo>
                  <a:pt x="1672" y="13804"/>
                </a:lnTo>
                <a:lnTo>
                  <a:pt x="2604" y="14009"/>
                </a:lnTo>
                <a:lnTo>
                  <a:pt x="3839" y="14278"/>
                </a:lnTo>
                <a:lnTo>
                  <a:pt x="5557" y="14651"/>
                </a:lnTo>
                <a:lnTo>
                  <a:pt x="7940" y="15172"/>
                </a:lnTo>
                <a:lnTo>
                  <a:pt x="11170" y="15874"/>
                </a:lnTo>
                <a:lnTo>
                  <a:pt x="15429" y="16801"/>
                </a:lnTo>
                <a:lnTo>
                  <a:pt x="15046" y="14721"/>
                </a:lnTo>
                <a:lnTo>
                  <a:pt x="14663" y="12641"/>
                </a:lnTo>
                <a:lnTo>
                  <a:pt x="14281" y="10555"/>
                </a:lnTo>
                <a:lnTo>
                  <a:pt x="13898" y="8465"/>
                </a:lnTo>
                <a:lnTo>
                  <a:pt x="13512" y="6364"/>
                </a:lnTo>
                <a:lnTo>
                  <a:pt x="13124" y="4254"/>
                </a:lnTo>
                <a:lnTo>
                  <a:pt x="12735" y="2134"/>
                </a:lnTo>
                <a:lnTo>
                  <a:pt x="12343" y="0"/>
                </a:lnTo>
                <a:close/>
              </a:path>
            </a:pathLst>
          </a:custGeom>
          <a:solidFill>
            <a:srgbClr val="CED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1" name="contour_13399"/>
          <p:cNvSpPr/>
          <p:nvPr/>
        </p:nvSpPr>
        <p:spPr>
          <a:xfrm>
            <a:off x="4244698" y="1966679"/>
            <a:ext cx="43728" cy="302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4497" y="1021"/>
                </a:lnTo>
                <a:lnTo>
                  <a:pt x="16862" y="1849"/>
                </a:lnTo>
                <a:lnTo>
                  <a:pt x="18493" y="2755"/>
                </a:lnTo>
                <a:lnTo>
                  <a:pt x="19901" y="4036"/>
                </a:lnTo>
                <a:lnTo>
                  <a:pt x="21600" y="5978"/>
                </a:lnTo>
                <a:lnTo>
                  <a:pt x="21600" y="9071"/>
                </a:lnTo>
                <a:lnTo>
                  <a:pt x="21600" y="12170"/>
                </a:lnTo>
                <a:lnTo>
                  <a:pt x="21600" y="15289"/>
                </a:lnTo>
                <a:lnTo>
                  <a:pt x="21600" y="1842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8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83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06" y="14867"/>
                </a:lnTo>
                <a:lnTo>
                  <a:pt x="3056" y="9790"/>
                </a:lnTo>
                <a:lnTo>
                  <a:pt x="4180" y="6119"/>
                </a:lnTo>
                <a:lnTo>
                  <a:pt x="5206" y="3603"/>
                </a:lnTo>
                <a:lnTo>
                  <a:pt x="6264" y="1984"/>
                </a:lnTo>
                <a:lnTo>
                  <a:pt x="7477" y="1015"/>
                </a:lnTo>
                <a:lnTo>
                  <a:pt x="8975" y="437"/>
                </a:lnTo>
                <a:lnTo>
                  <a:pt x="10883" y="0"/>
                </a:lnTo>
                <a:close/>
              </a:path>
            </a:pathLst>
          </a:custGeom>
          <a:solidFill>
            <a:srgbClr val="BDBE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2" name="contour_13400"/>
          <p:cNvSpPr/>
          <p:nvPr/>
        </p:nvSpPr>
        <p:spPr>
          <a:xfrm>
            <a:off x="11270322" y="1960470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795" y="20839"/>
                </a:lnTo>
                <a:lnTo>
                  <a:pt x="17993" y="20061"/>
                </a:lnTo>
                <a:lnTo>
                  <a:pt x="16194" y="19278"/>
                </a:lnTo>
                <a:lnTo>
                  <a:pt x="14395" y="18484"/>
                </a:lnTo>
                <a:lnTo>
                  <a:pt x="12599" y="17685"/>
                </a:lnTo>
                <a:lnTo>
                  <a:pt x="10800" y="16875"/>
                </a:lnTo>
                <a:lnTo>
                  <a:pt x="9251" y="16238"/>
                </a:lnTo>
                <a:lnTo>
                  <a:pt x="7677" y="15590"/>
                </a:lnTo>
                <a:lnTo>
                  <a:pt x="5897" y="14742"/>
                </a:lnTo>
                <a:lnTo>
                  <a:pt x="4502" y="13964"/>
                </a:lnTo>
                <a:lnTo>
                  <a:pt x="2777" y="12798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5955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3" name="contour_13401"/>
          <p:cNvSpPr/>
          <p:nvPr/>
        </p:nvSpPr>
        <p:spPr>
          <a:xfrm>
            <a:off x="2320668" y="1938606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4400" y="2040"/>
                </a:lnTo>
                <a:lnTo>
                  <a:pt x="14400" y="4092"/>
                </a:lnTo>
                <a:lnTo>
                  <a:pt x="14400" y="6171"/>
                </a:lnTo>
                <a:lnTo>
                  <a:pt x="16780" y="6171"/>
                </a:lnTo>
                <a:lnTo>
                  <a:pt x="19174" y="6171"/>
                </a:lnTo>
                <a:lnTo>
                  <a:pt x="21600" y="6171"/>
                </a:lnTo>
                <a:lnTo>
                  <a:pt x="21600" y="8211"/>
                </a:lnTo>
                <a:lnTo>
                  <a:pt x="21600" y="10263"/>
                </a:lnTo>
                <a:lnTo>
                  <a:pt x="21600" y="12343"/>
                </a:lnTo>
                <a:lnTo>
                  <a:pt x="19447" y="12979"/>
                </a:lnTo>
                <a:lnTo>
                  <a:pt x="17291" y="13605"/>
                </a:lnTo>
                <a:lnTo>
                  <a:pt x="15131" y="14222"/>
                </a:lnTo>
                <a:lnTo>
                  <a:pt x="12967" y="14830"/>
                </a:lnTo>
                <a:lnTo>
                  <a:pt x="10800" y="15429"/>
                </a:lnTo>
                <a:lnTo>
                  <a:pt x="9868" y="16959"/>
                </a:lnTo>
                <a:lnTo>
                  <a:pt x="8953" y="18496"/>
                </a:lnTo>
                <a:lnTo>
                  <a:pt x="8064" y="20042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508" y="19795"/>
                </a:lnTo>
                <a:lnTo>
                  <a:pt x="1026" y="17993"/>
                </a:lnTo>
                <a:lnTo>
                  <a:pt x="1548" y="16194"/>
                </a:lnTo>
                <a:lnTo>
                  <a:pt x="2077" y="14395"/>
                </a:lnTo>
                <a:lnTo>
                  <a:pt x="2610" y="12599"/>
                </a:lnTo>
                <a:lnTo>
                  <a:pt x="3150" y="10800"/>
                </a:lnTo>
                <a:lnTo>
                  <a:pt x="3575" y="9251"/>
                </a:lnTo>
                <a:lnTo>
                  <a:pt x="4007" y="7677"/>
                </a:lnTo>
                <a:lnTo>
                  <a:pt x="4572" y="5897"/>
                </a:lnTo>
                <a:lnTo>
                  <a:pt x="5090" y="4502"/>
                </a:lnTo>
                <a:lnTo>
                  <a:pt x="5868" y="2777"/>
                </a:lnTo>
                <a:lnTo>
                  <a:pt x="7200" y="0"/>
                </a:lnTo>
                <a:close/>
              </a:path>
            </a:pathLst>
          </a:custGeom>
          <a:solidFill>
            <a:srgbClr val="717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4" name="contour_13402"/>
          <p:cNvSpPr/>
          <p:nvPr/>
        </p:nvSpPr>
        <p:spPr>
          <a:xfrm>
            <a:off x="2211348" y="1938606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372" y="1283"/>
                </a:lnTo>
                <a:lnTo>
                  <a:pt x="8100" y="2573"/>
                </a:lnTo>
                <a:lnTo>
                  <a:pt x="7828" y="3883"/>
                </a:lnTo>
                <a:lnTo>
                  <a:pt x="8096" y="5276"/>
                </a:lnTo>
                <a:lnTo>
                  <a:pt x="8368" y="6677"/>
                </a:lnTo>
                <a:lnTo>
                  <a:pt x="8640" y="8100"/>
                </a:lnTo>
                <a:lnTo>
                  <a:pt x="11854" y="9013"/>
                </a:lnTo>
                <a:lnTo>
                  <a:pt x="14135" y="9609"/>
                </a:lnTo>
                <a:lnTo>
                  <a:pt x="16105" y="10020"/>
                </a:lnTo>
                <a:lnTo>
                  <a:pt x="18386" y="10373"/>
                </a:lnTo>
                <a:lnTo>
                  <a:pt x="21600" y="10800"/>
                </a:lnTo>
                <a:lnTo>
                  <a:pt x="19462" y="12137"/>
                </a:lnTo>
                <a:lnTo>
                  <a:pt x="17319" y="13476"/>
                </a:lnTo>
                <a:lnTo>
                  <a:pt x="15176" y="14815"/>
                </a:lnTo>
                <a:lnTo>
                  <a:pt x="13025" y="16160"/>
                </a:lnTo>
                <a:lnTo>
                  <a:pt x="10865" y="17510"/>
                </a:lnTo>
                <a:lnTo>
                  <a:pt x="8696" y="18865"/>
                </a:lnTo>
                <a:lnTo>
                  <a:pt x="6515" y="20228"/>
                </a:lnTo>
                <a:lnTo>
                  <a:pt x="4320" y="21600"/>
                </a:lnTo>
                <a:lnTo>
                  <a:pt x="3961" y="19818"/>
                </a:lnTo>
                <a:lnTo>
                  <a:pt x="3607" y="18036"/>
                </a:lnTo>
                <a:lnTo>
                  <a:pt x="3249" y="16251"/>
                </a:lnTo>
                <a:lnTo>
                  <a:pt x="2894" y="14464"/>
                </a:lnTo>
                <a:lnTo>
                  <a:pt x="2536" y="12674"/>
                </a:lnTo>
                <a:lnTo>
                  <a:pt x="2177" y="10881"/>
                </a:lnTo>
                <a:lnTo>
                  <a:pt x="1819" y="9083"/>
                </a:lnTo>
                <a:lnTo>
                  <a:pt x="1456" y="7279"/>
                </a:lnTo>
                <a:lnTo>
                  <a:pt x="1093" y="5470"/>
                </a:lnTo>
                <a:lnTo>
                  <a:pt x="730" y="3656"/>
                </a:lnTo>
                <a:lnTo>
                  <a:pt x="367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48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5" name="contour_13403"/>
          <p:cNvSpPr/>
          <p:nvPr/>
        </p:nvSpPr>
        <p:spPr>
          <a:xfrm>
            <a:off x="7910557" y="194589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835" y="2674"/>
                </a:lnTo>
                <a:lnTo>
                  <a:pt x="20073" y="5348"/>
                </a:lnTo>
                <a:lnTo>
                  <a:pt x="19304" y="8031"/>
                </a:lnTo>
                <a:lnTo>
                  <a:pt x="18536" y="10718"/>
                </a:lnTo>
                <a:lnTo>
                  <a:pt x="17768" y="13418"/>
                </a:lnTo>
                <a:lnTo>
                  <a:pt x="16993" y="16131"/>
                </a:lnTo>
                <a:lnTo>
                  <a:pt x="16212" y="18857"/>
                </a:lnTo>
                <a:lnTo>
                  <a:pt x="15429" y="21600"/>
                </a:lnTo>
                <a:lnTo>
                  <a:pt x="15176" y="19457"/>
                </a:lnTo>
                <a:lnTo>
                  <a:pt x="14916" y="17306"/>
                </a:lnTo>
                <a:lnTo>
                  <a:pt x="14657" y="15120"/>
                </a:lnTo>
                <a:lnTo>
                  <a:pt x="13892" y="12977"/>
                </a:lnTo>
                <a:lnTo>
                  <a:pt x="13124" y="10826"/>
                </a:lnTo>
                <a:lnTo>
                  <a:pt x="12343" y="8640"/>
                </a:lnTo>
                <a:lnTo>
                  <a:pt x="10229" y="8156"/>
                </a:lnTo>
                <a:lnTo>
                  <a:pt x="8205" y="7940"/>
                </a:lnTo>
                <a:lnTo>
                  <a:pt x="6224" y="7936"/>
                </a:lnTo>
                <a:lnTo>
                  <a:pt x="4231" y="8087"/>
                </a:lnTo>
                <a:lnTo>
                  <a:pt x="2172" y="8342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EF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6" name="contour_13404"/>
          <p:cNvSpPr/>
          <p:nvPr/>
        </p:nvSpPr>
        <p:spPr>
          <a:xfrm>
            <a:off x="3989618" y="1931259"/>
            <a:ext cx="58304" cy="437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24"/>
                </a:moveTo>
                <a:lnTo>
                  <a:pt x="20428" y="3764"/>
                </a:lnTo>
                <a:lnTo>
                  <a:pt x="19238" y="3904"/>
                </a:lnTo>
                <a:lnTo>
                  <a:pt x="17412" y="4300"/>
                </a:lnTo>
                <a:lnTo>
                  <a:pt x="15711" y="4756"/>
                </a:lnTo>
                <a:lnTo>
                  <a:pt x="14075" y="5350"/>
                </a:lnTo>
                <a:lnTo>
                  <a:pt x="12458" y="6144"/>
                </a:lnTo>
                <a:lnTo>
                  <a:pt x="10800" y="7219"/>
                </a:lnTo>
                <a:lnTo>
                  <a:pt x="10387" y="9714"/>
                </a:lnTo>
                <a:lnTo>
                  <a:pt x="10201" y="12048"/>
                </a:lnTo>
                <a:lnTo>
                  <a:pt x="10192" y="14309"/>
                </a:lnTo>
                <a:lnTo>
                  <a:pt x="10322" y="16592"/>
                </a:lnTo>
                <a:lnTo>
                  <a:pt x="10541" y="18993"/>
                </a:lnTo>
                <a:lnTo>
                  <a:pt x="10800" y="21600"/>
                </a:lnTo>
                <a:lnTo>
                  <a:pt x="9015" y="21600"/>
                </a:lnTo>
                <a:lnTo>
                  <a:pt x="7220" y="21600"/>
                </a:lnTo>
                <a:lnTo>
                  <a:pt x="5400" y="21600"/>
                </a:lnTo>
                <a:lnTo>
                  <a:pt x="5511" y="19892"/>
                </a:lnTo>
                <a:lnTo>
                  <a:pt x="5624" y="18174"/>
                </a:lnTo>
                <a:lnTo>
                  <a:pt x="5738" y="16430"/>
                </a:lnTo>
                <a:lnTo>
                  <a:pt x="5627" y="14575"/>
                </a:lnTo>
                <a:lnTo>
                  <a:pt x="5513" y="12709"/>
                </a:lnTo>
                <a:lnTo>
                  <a:pt x="5400" y="10814"/>
                </a:lnTo>
                <a:lnTo>
                  <a:pt x="3785" y="9549"/>
                </a:lnTo>
                <a:lnTo>
                  <a:pt x="2684" y="8751"/>
                </a:lnTo>
                <a:lnTo>
                  <a:pt x="1590" y="8089"/>
                </a:lnTo>
                <a:lnTo>
                  <a:pt x="0" y="7219"/>
                </a:lnTo>
                <a:lnTo>
                  <a:pt x="3221" y="5174"/>
                </a:lnTo>
                <a:lnTo>
                  <a:pt x="5935" y="3487"/>
                </a:lnTo>
                <a:lnTo>
                  <a:pt x="8216" y="2146"/>
                </a:lnTo>
                <a:lnTo>
                  <a:pt x="10136" y="1140"/>
                </a:lnTo>
                <a:lnTo>
                  <a:pt x="11775" y="457"/>
                </a:lnTo>
                <a:lnTo>
                  <a:pt x="13203" y="79"/>
                </a:lnTo>
                <a:lnTo>
                  <a:pt x="14499" y="0"/>
                </a:lnTo>
                <a:lnTo>
                  <a:pt x="15736" y="209"/>
                </a:lnTo>
                <a:lnTo>
                  <a:pt x="16991" y="687"/>
                </a:lnTo>
                <a:lnTo>
                  <a:pt x="18336" y="1424"/>
                </a:lnTo>
                <a:lnTo>
                  <a:pt x="19848" y="2405"/>
                </a:lnTo>
                <a:lnTo>
                  <a:pt x="21600" y="3624"/>
                </a:lnTo>
                <a:close/>
              </a:path>
            </a:pathLst>
          </a:custGeom>
          <a:solidFill>
            <a:srgbClr val="E2E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7" name="contour_13405"/>
          <p:cNvSpPr/>
          <p:nvPr/>
        </p:nvSpPr>
        <p:spPr>
          <a:xfrm>
            <a:off x="2415412" y="193860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0"/>
                </a:lnTo>
                <a:lnTo>
                  <a:pt x="9461" y="0"/>
                </a:lnTo>
                <a:lnTo>
                  <a:pt x="12044" y="0"/>
                </a:lnTo>
                <a:lnTo>
                  <a:pt x="14649" y="0"/>
                </a:lnTo>
                <a:lnTo>
                  <a:pt x="17280" y="0"/>
                </a:lnTo>
                <a:lnTo>
                  <a:pt x="18654" y="2297"/>
                </a:lnTo>
                <a:lnTo>
                  <a:pt x="19617" y="4594"/>
                </a:lnTo>
                <a:lnTo>
                  <a:pt x="20278" y="6923"/>
                </a:lnTo>
                <a:lnTo>
                  <a:pt x="20753" y="9313"/>
                </a:lnTo>
                <a:lnTo>
                  <a:pt x="21155" y="11794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2"/>
                </a:lnTo>
                <a:lnTo>
                  <a:pt x="13569" y="17078"/>
                </a:lnTo>
                <a:lnTo>
                  <a:pt x="10882" y="17975"/>
                </a:lnTo>
                <a:lnTo>
                  <a:pt x="8182" y="18871"/>
                </a:lnTo>
                <a:lnTo>
                  <a:pt x="5469" y="19775"/>
                </a:lnTo>
                <a:lnTo>
                  <a:pt x="2743" y="20686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4042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8" name="contour_13406"/>
          <p:cNvSpPr/>
          <p:nvPr/>
        </p:nvSpPr>
        <p:spPr>
          <a:xfrm>
            <a:off x="2371684" y="193860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06" y="2376"/>
                </a:lnTo>
                <a:lnTo>
                  <a:pt x="20412" y="4756"/>
                </a:lnTo>
                <a:lnTo>
                  <a:pt x="19818" y="7135"/>
                </a:lnTo>
                <a:lnTo>
                  <a:pt x="19219" y="9522"/>
                </a:lnTo>
                <a:lnTo>
                  <a:pt x="18619" y="11916"/>
                </a:lnTo>
                <a:lnTo>
                  <a:pt x="18020" y="14321"/>
                </a:lnTo>
                <a:lnTo>
                  <a:pt x="17415" y="16733"/>
                </a:lnTo>
                <a:lnTo>
                  <a:pt x="16810" y="19159"/>
                </a:lnTo>
                <a:lnTo>
                  <a:pt x="16200" y="21600"/>
                </a:lnTo>
                <a:lnTo>
                  <a:pt x="12992" y="20887"/>
                </a:lnTo>
                <a:lnTo>
                  <a:pt x="9774" y="20171"/>
                </a:lnTo>
                <a:lnTo>
                  <a:pt x="6545" y="19454"/>
                </a:lnTo>
                <a:lnTo>
                  <a:pt x="3289" y="18731"/>
                </a:lnTo>
                <a:lnTo>
                  <a:pt x="0" y="18000"/>
                </a:lnTo>
                <a:lnTo>
                  <a:pt x="1571" y="13388"/>
                </a:lnTo>
                <a:lnTo>
                  <a:pt x="2824" y="9871"/>
                </a:lnTo>
                <a:lnTo>
                  <a:pt x="3893" y="7243"/>
                </a:lnTo>
                <a:lnTo>
                  <a:pt x="4892" y="5288"/>
                </a:lnTo>
                <a:lnTo>
                  <a:pt x="5962" y="3798"/>
                </a:lnTo>
                <a:lnTo>
                  <a:pt x="7214" y="2560"/>
                </a:lnTo>
                <a:lnTo>
                  <a:pt x="8786" y="1364"/>
                </a:lnTo>
                <a:lnTo>
                  <a:pt x="10800" y="0"/>
                </a:lnTo>
                <a:close/>
              </a:path>
            </a:pathLst>
          </a:custGeom>
          <a:solidFill>
            <a:srgbClr val="14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09" name="contour_13407"/>
          <p:cNvSpPr/>
          <p:nvPr/>
        </p:nvSpPr>
        <p:spPr>
          <a:xfrm>
            <a:off x="7043709" y="1916742"/>
            <a:ext cx="36017" cy="52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17" y="0"/>
                </a:moveTo>
                <a:lnTo>
                  <a:pt x="7006" y="0"/>
                </a:lnTo>
                <a:lnTo>
                  <a:pt x="9913" y="0"/>
                </a:lnTo>
                <a:lnTo>
                  <a:pt x="12859" y="0"/>
                </a:lnTo>
                <a:lnTo>
                  <a:pt x="13886" y="1772"/>
                </a:lnTo>
                <a:lnTo>
                  <a:pt x="14812" y="3495"/>
                </a:lnTo>
                <a:lnTo>
                  <a:pt x="15647" y="5198"/>
                </a:lnTo>
                <a:lnTo>
                  <a:pt x="16412" y="6916"/>
                </a:lnTo>
                <a:lnTo>
                  <a:pt x="17116" y="8675"/>
                </a:lnTo>
                <a:lnTo>
                  <a:pt x="17776" y="10510"/>
                </a:lnTo>
                <a:lnTo>
                  <a:pt x="18344" y="12018"/>
                </a:lnTo>
                <a:lnTo>
                  <a:pt x="18921" y="13549"/>
                </a:lnTo>
                <a:lnTo>
                  <a:pt x="19607" y="15414"/>
                </a:lnTo>
                <a:lnTo>
                  <a:pt x="20280" y="17282"/>
                </a:lnTo>
                <a:lnTo>
                  <a:pt x="20944" y="19150"/>
                </a:lnTo>
                <a:lnTo>
                  <a:pt x="21600" y="21020"/>
                </a:lnTo>
                <a:lnTo>
                  <a:pt x="16683" y="21342"/>
                </a:lnTo>
                <a:lnTo>
                  <a:pt x="13217" y="21534"/>
                </a:lnTo>
                <a:lnTo>
                  <a:pt x="10713" y="21600"/>
                </a:lnTo>
                <a:lnTo>
                  <a:pt x="8685" y="21534"/>
                </a:lnTo>
                <a:lnTo>
                  <a:pt x="6648" y="21342"/>
                </a:lnTo>
                <a:lnTo>
                  <a:pt x="4117" y="21020"/>
                </a:lnTo>
                <a:lnTo>
                  <a:pt x="2478" y="19072"/>
                </a:lnTo>
                <a:lnTo>
                  <a:pt x="1294" y="17192"/>
                </a:lnTo>
                <a:lnTo>
                  <a:pt x="516" y="15342"/>
                </a:lnTo>
                <a:lnTo>
                  <a:pt x="101" y="13492"/>
                </a:lnTo>
                <a:lnTo>
                  <a:pt x="0" y="11609"/>
                </a:lnTo>
                <a:lnTo>
                  <a:pt x="166" y="9663"/>
                </a:lnTo>
                <a:lnTo>
                  <a:pt x="551" y="7618"/>
                </a:lnTo>
                <a:lnTo>
                  <a:pt x="1110" y="5441"/>
                </a:lnTo>
                <a:lnTo>
                  <a:pt x="2102" y="3643"/>
                </a:lnTo>
                <a:lnTo>
                  <a:pt x="3103" y="1835"/>
                </a:lnTo>
                <a:lnTo>
                  <a:pt x="4117" y="0"/>
                </a:lnTo>
                <a:close/>
              </a:path>
            </a:pathLst>
          </a:custGeom>
          <a:solidFill>
            <a:srgbClr val="B9BC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0" name="contour_13408"/>
          <p:cNvSpPr/>
          <p:nvPr/>
        </p:nvSpPr>
        <p:spPr>
          <a:xfrm>
            <a:off x="5243153" y="1945894"/>
            <a:ext cx="3671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75" y="0"/>
                </a:moveTo>
                <a:lnTo>
                  <a:pt x="11808" y="381"/>
                </a:lnTo>
                <a:lnTo>
                  <a:pt x="14088" y="710"/>
                </a:lnTo>
                <a:lnTo>
                  <a:pt x="16044" y="1121"/>
                </a:lnTo>
                <a:lnTo>
                  <a:pt x="18290" y="1741"/>
                </a:lnTo>
                <a:lnTo>
                  <a:pt x="21437" y="2700"/>
                </a:lnTo>
                <a:lnTo>
                  <a:pt x="21561" y="4576"/>
                </a:lnTo>
                <a:lnTo>
                  <a:pt x="21600" y="5989"/>
                </a:lnTo>
                <a:lnTo>
                  <a:pt x="21506" y="7201"/>
                </a:lnTo>
                <a:lnTo>
                  <a:pt x="21253" y="8481"/>
                </a:lnTo>
                <a:lnTo>
                  <a:pt x="20794" y="10098"/>
                </a:lnTo>
                <a:lnTo>
                  <a:pt x="20099" y="12317"/>
                </a:lnTo>
                <a:lnTo>
                  <a:pt x="19872" y="13090"/>
                </a:lnTo>
                <a:lnTo>
                  <a:pt x="19465" y="14448"/>
                </a:lnTo>
                <a:lnTo>
                  <a:pt x="18539" y="17561"/>
                </a:lnTo>
                <a:lnTo>
                  <a:pt x="18080" y="18895"/>
                </a:lnTo>
                <a:lnTo>
                  <a:pt x="17617" y="20239"/>
                </a:lnTo>
                <a:lnTo>
                  <a:pt x="17150" y="21600"/>
                </a:lnTo>
                <a:lnTo>
                  <a:pt x="16721" y="20955"/>
                </a:lnTo>
                <a:lnTo>
                  <a:pt x="15426" y="19005"/>
                </a:lnTo>
                <a:lnTo>
                  <a:pt x="13840" y="17358"/>
                </a:lnTo>
                <a:lnTo>
                  <a:pt x="12348" y="16340"/>
                </a:lnTo>
                <a:lnTo>
                  <a:pt x="10075" y="15533"/>
                </a:lnTo>
                <a:lnTo>
                  <a:pt x="6165" y="14512"/>
                </a:lnTo>
                <a:lnTo>
                  <a:pt x="5256" y="14364"/>
                </a:lnTo>
                <a:lnTo>
                  <a:pt x="3657" y="14102"/>
                </a:lnTo>
                <a:lnTo>
                  <a:pt x="0" y="13500"/>
                </a:lnTo>
                <a:lnTo>
                  <a:pt x="1063" y="11829"/>
                </a:lnTo>
                <a:lnTo>
                  <a:pt x="2122" y="10157"/>
                </a:lnTo>
                <a:lnTo>
                  <a:pt x="3190" y="8481"/>
                </a:lnTo>
                <a:lnTo>
                  <a:pt x="4253" y="6801"/>
                </a:lnTo>
                <a:lnTo>
                  <a:pt x="5325" y="5114"/>
                </a:lnTo>
                <a:lnTo>
                  <a:pt x="6401" y="3418"/>
                </a:lnTo>
                <a:lnTo>
                  <a:pt x="7486" y="1714"/>
                </a:lnTo>
                <a:lnTo>
                  <a:pt x="8575" y="0"/>
                </a:lnTo>
                <a:close/>
              </a:path>
            </a:pathLst>
          </a:custGeom>
          <a:solidFill>
            <a:srgbClr val="D2E8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1" name="contour_13409"/>
          <p:cNvSpPr/>
          <p:nvPr/>
        </p:nvSpPr>
        <p:spPr>
          <a:xfrm>
            <a:off x="5323321" y="1902166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509"/>
                </a:lnTo>
                <a:lnTo>
                  <a:pt x="11956" y="1018"/>
                </a:lnTo>
                <a:lnTo>
                  <a:pt x="14346" y="1531"/>
                </a:lnTo>
                <a:lnTo>
                  <a:pt x="16747" y="2046"/>
                </a:lnTo>
                <a:lnTo>
                  <a:pt x="19163" y="2564"/>
                </a:lnTo>
                <a:lnTo>
                  <a:pt x="21600" y="3086"/>
                </a:lnTo>
                <a:lnTo>
                  <a:pt x="20808" y="5122"/>
                </a:lnTo>
                <a:lnTo>
                  <a:pt x="20016" y="7162"/>
                </a:lnTo>
                <a:lnTo>
                  <a:pt x="19220" y="9202"/>
                </a:lnTo>
                <a:lnTo>
                  <a:pt x="18425" y="11247"/>
                </a:lnTo>
                <a:lnTo>
                  <a:pt x="17629" y="13299"/>
                </a:lnTo>
                <a:lnTo>
                  <a:pt x="16826" y="15361"/>
                </a:lnTo>
                <a:lnTo>
                  <a:pt x="16024" y="17428"/>
                </a:lnTo>
                <a:lnTo>
                  <a:pt x="15214" y="19508"/>
                </a:lnTo>
                <a:lnTo>
                  <a:pt x="14400" y="21600"/>
                </a:lnTo>
                <a:lnTo>
                  <a:pt x="13507" y="20073"/>
                </a:lnTo>
                <a:lnTo>
                  <a:pt x="12614" y="18536"/>
                </a:lnTo>
                <a:lnTo>
                  <a:pt x="11711" y="16993"/>
                </a:lnTo>
                <a:lnTo>
                  <a:pt x="10800" y="15429"/>
                </a:lnTo>
                <a:lnTo>
                  <a:pt x="8014" y="14478"/>
                </a:lnTo>
                <a:lnTo>
                  <a:pt x="6059" y="13843"/>
                </a:lnTo>
                <a:lnTo>
                  <a:pt x="4417" y="13373"/>
                </a:lnTo>
                <a:lnTo>
                  <a:pt x="2570" y="12923"/>
                </a:lnTo>
                <a:lnTo>
                  <a:pt x="0" y="12343"/>
                </a:lnTo>
                <a:lnTo>
                  <a:pt x="2138" y="12343"/>
                </a:lnTo>
                <a:lnTo>
                  <a:pt x="4284" y="12343"/>
                </a:lnTo>
                <a:lnTo>
                  <a:pt x="6437" y="12343"/>
                </a:lnTo>
                <a:lnTo>
                  <a:pt x="8608" y="12343"/>
                </a:lnTo>
                <a:lnTo>
                  <a:pt x="10800" y="12343"/>
                </a:lnTo>
                <a:lnTo>
                  <a:pt x="10206" y="10306"/>
                </a:lnTo>
                <a:lnTo>
                  <a:pt x="9612" y="8267"/>
                </a:lnTo>
                <a:lnTo>
                  <a:pt x="9014" y="6218"/>
                </a:lnTo>
                <a:lnTo>
                  <a:pt x="8413" y="4160"/>
                </a:lnTo>
                <a:lnTo>
                  <a:pt x="7808" y="2089"/>
                </a:lnTo>
                <a:lnTo>
                  <a:pt x="7200" y="0"/>
                </a:lnTo>
                <a:close/>
              </a:path>
            </a:pathLst>
          </a:custGeom>
          <a:solidFill>
            <a:srgbClr val="D1DA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2" name="contour_13410"/>
          <p:cNvSpPr/>
          <p:nvPr/>
        </p:nvSpPr>
        <p:spPr>
          <a:xfrm>
            <a:off x="1985420" y="191674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81"/>
                </a:lnTo>
                <a:lnTo>
                  <a:pt x="3646" y="1213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4"/>
                </a:lnTo>
                <a:lnTo>
                  <a:pt x="15638" y="5213"/>
                </a:lnTo>
                <a:lnTo>
                  <a:pt x="21600" y="7200"/>
                </a:lnTo>
                <a:lnTo>
                  <a:pt x="19405" y="11376"/>
                </a:lnTo>
                <a:lnTo>
                  <a:pt x="17781" y="14425"/>
                </a:lnTo>
                <a:lnTo>
                  <a:pt x="16580" y="16600"/>
                </a:lnTo>
                <a:lnTo>
                  <a:pt x="15647" y="18151"/>
                </a:lnTo>
                <a:lnTo>
                  <a:pt x="14835" y="19336"/>
                </a:lnTo>
                <a:lnTo>
                  <a:pt x="13988" y="20401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845" y="19224"/>
                </a:lnTo>
                <a:lnTo>
                  <a:pt x="3370" y="16844"/>
                </a:lnTo>
                <a:lnTo>
                  <a:pt x="2894" y="14465"/>
                </a:lnTo>
                <a:lnTo>
                  <a:pt x="2415" y="12078"/>
                </a:lnTo>
                <a:lnTo>
                  <a:pt x="1935" y="9684"/>
                </a:lnTo>
                <a:lnTo>
                  <a:pt x="1456" y="7279"/>
                </a:lnTo>
                <a:lnTo>
                  <a:pt x="972" y="4867"/>
                </a:lnTo>
                <a:lnTo>
                  <a:pt x="488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3" name="contour_13411"/>
          <p:cNvSpPr/>
          <p:nvPr/>
        </p:nvSpPr>
        <p:spPr>
          <a:xfrm>
            <a:off x="1570005" y="1902166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15" y="1774"/>
                </a:lnTo>
                <a:lnTo>
                  <a:pt x="18689" y="3175"/>
                </a:lnTo>
                <a:lnTo>
                  <a:pt x="19575" y="5400"/>
                </a:lnTo>
                <a:lnTo>
                  <a:pt x="20185" y="6907"/>
                </a:lnTo>
                <a:lnTo>
                  <a:pt x="20801" y="8438"/>
                </a:lnTo>
                <a:lnTo>
                  <a:pt x="21200" y="9609"/>
                </a:lnTo>
                <a:lnTo>
                  <a:pt x="21600" y="10800"/>
                </a:lnTo>
                <a:lnTo>
                  <a:pt x="18031" y="10800"/>
                </a:lnTo>
                <a:lnTo>
                  <a:pt x="14440" y="10800"/>
                </a:lnTo>
                <a:lnTo>
                  <a:pt x="10800" y="10800"/>
                </a:lnTo>
                <a:lnTo>
                  <a:pt x="10800" y="12582"/>
                </a:lnTo>
                <a:lnTo>
                  <a:pt x="10800" y="14367"/>
                </a:lnTo>
                <a:lnTo>
                  <a:pt x="10800" y="16160"/>
                </a:lnTo>
                <a:lnTo>
                  <a:pt x="10800" y="17960"/>
                </a:lnTo>
                <a:lnTo>
                  <a:pt x="10800" y="19772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448" y="19818"/>
                </a:lnTo>
                <a:lnTo>
                  <a:pt x="891" y="18036"/>
                </a:lnTo>
                <a:lnTo>
                  <a:pt x="1339" y="16251"/>
                </a:lnTo>
                <a:lnTo>
                  <a:pt x="1782" y="14464"/>
                </a:lnTo>
                <a:lnTo>
                  <a:pt x="2230" y="12674"/>
                </a:lnTo>
                <a:lnTo>
                  <a:pt x="2678" y="10881"/>
                </a:lnTo>
                <a:lnTo>
                  <a:pt x="3127" y="9083"/>
                </a:lnTo>
                <a:lnTo>
                  <a:pt x="3580" y="7279"/>
                </a:lnTo>
                <a:lnTo>
                  <a:pt x="4034" y="5470"/>
                </a:lnTo>
                <a:lnTo>
                  <a:pt x="4487" y="3656"/>
                </a:lnTo>
                <a:lnTo>
                  <a:pt x="4941" y="1831"/>
                </a:lnTo>
                <a:lnTo>
                  <a:pt x="5400" y="0"/>
                </a:lnTo>
                <a:close/>
              </a:path>
            </a:pathLst>
          </a:custGeom>
          <a:solidFill>
            <a:srgbClr val="3E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4" name="contour_13412"/>
          <p:cNvSpPr/>
          <p:nvPr/>
        </p:nvSpPr>
        <p:spPr>
          <a:xfrm>
            <a:off x="848931" y="1899433"/>
            <a:ext cx="36003" cy="39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69" y="0"/>
                </a:moveTo>
                <a:lnTo>
                  <a:pt x="11635" y="221"/>
                </a:lnTo>
                <a:lnTo>
                  <a:pt x="13336" y="611"/>
                </a:lnTo>
                <a:lnTo>
                  <a:pt x="17228" y="1507"/>
                </a:lnTo>
                <a:lnTo>
                  <a:pt x="18426" y="4151"/>
                </a:lnTo>
                <a:lnTo>
                  <a:pt x="19344" y="6743"/>
                </a:lnTo>
                <a:lnTo>
                  <a:pt x="20057" y="9331"/>
                </a:lnTo>
                <a:lnTo>
                  <a:pt x="20621" y="11967"/>
                </a:lnTo>
                <a:lnTo>
                  <a:pt x="21115" y="14700"/>
                </a:lnTo>
                <a:lnTo>
                  <a:pt x="21600" y="17581"/>
                </a:lnTo>
                <a:lnTo>
                  <a:pt x="18714" y="18244"/>
                </a:lnTo>
                <a:lnTo>
                  <a:pt x="15824" y="18908"/>
                </a:lnTo>
                <a:lnTo>
                  <a:pt x="12921" y="19575"/>
                </a:lnTo>
                <a:lnTo>
                  <a:pt x="10004" y="20246"/>
                </a:lnTo>
                <a:lnTo>
                  <a:pt x="7070" y="20921"/>
                </a:lnTo>
                <a:lnTo>
                  <a:pt x="4110" y="21600"/>
                </a:lnTo>
                <a:lnTo>
                  <a:pt x="2134" y="17115"/>
                </a:lnTo>
                <a:lnTo>
                  <a:pt x="848" y="13924"/>
                </a:lnTo>
                <a:lnTo>
                  <a:pt x="171" y="11562"/>
                </a:lnTo>
                <a:lnTo>
                  <a:pt x="0" y="9560"/>
                </a:lnTo>
                <a:lnTo>
                  <a:pt x="249" y="7455"/>
                </a:lnTo>
                <a:lnTo>
                  <a:pt x="831" y="4774"/>
                </a:lnTo>
                <a:lnTo>
                  <a:pt x="2829" y="2861"/>
                </a:lnTo>
                <a:lnTo>
                  <a:pt x="4521" y="1728"/>
                </a:lnTo>
                <a:lnTo>
                  <a:pt x="6825" y="920"/>
                </a:lnTo>
                <a:lnTo>
                  <a:pt x="10669" y="0"/>
                </a:lnTo>
                <a:close/>
              </a:path>
            </a:pathLst>
          </a:custGeom>
          <a:solidFill>
            <a:srgbClr val="4142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5" name="contour_13413"/>
          <p:cNvSpPr/>
          <p:nvPr/>
        </p:nvSpPr>
        <p:spPr>
          <a:xfrm>
            <a:off x="7012495" y="1909454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709" y="652"/>
                </a:lnTo>
                <a:lnTo>
                  <a:pt x="9070" y="1175"/>
                </a:lnTo>
                <a:lnTo>
                  <a:pt x="11464" y="1680"/>
                </a:lnTo>
                <a:lnTo>
                  <a:pt x="13357" y="2294"/>
                </a:lnTo>
                <a:lnTo>
                  <a:pt x="15205" y="3132"/>
                </a:lnTo>
                <a:lnTo>
                  <a:pt x="17466" y="4320"/>
                </a:lnTo>
                <a:lnTo>
                  <a:pt x="18714" y="7180"/>
                </a:lnTo>
                <a:lnTo>
                  <a:pt x="19632" y="9932"/>
                </a:lnTo>
                <a:lnTo>
                  <a:pt x="20302" y="12662"/>
                </a:lnTo>
                <a:lnTo>
                  <a:pt x="20802" y="15461"/>
                </a:lnTo>
                <a:lnTo>
                  <a:pt x="21207" y="18408"/>
                </a:lnTo>
                <a:lnTo>
                  <a:pt x="21600" y="21600"/>
                </a:lnTo>
                <a:lnTo>
                  <a:pt x="18905" y="20732"/>
                </a:lnTo>
                <a:lnTo>
                  <a:pt x="16242" y="19842"/>
                </a:lnTo>
                <a:lnTo>
                  <a:pt x="13613" y="18904"/>
                </a:lnTo>
                <a:lnTo>
                  <a:pt x="11013" y="17906"/>
                </a:lnTo>
                <a:lnTo>
                  <a:pt x="8446" y="16831"/>
                </a:lnTo>
                <a:lnTo>
                  <a:pt x="5907" y="15660"/>
                </a:lnTo>
                <a:lnTo>
                  <a:pt x="3402" y="14377"/>
                </a:lnTo>
                <a:lnTo>
                  <a:pt x="930" y="12960"/>
                </a:lnTo>
                <a:lnTo>
                  <a:pt x="310" y="9487"/>
                </a:lnTo>
                <a:lnTo>
                  <a:pt x="0" y="7076"/>
                </a:lnTo>
                <a:lnTo>
                  <a:pt x="0" y="5106"/>
                </a:lnTo>
                <a:lnTo>
                  <a:pt x="310" y="2955"/>
                </a:lnTo>
                <a:lnTo>
                  <a:pt x="930" y="0"/>
                </a:lnTo>
                <a:close/>
              </a:path>
            </a:pathLst>
          </a:custGeom>
          <a:solidFill>
            <a:srgbClr val="47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6" name="contour_13414"/>
          <p:cNvSpPr/>
          <p:nvPr/>
        </p:nvSpPr>
        <p:spPr>
          <a:xfrm>
            <a:off x="3967754" y="1894878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28" y="1978"/>
                </a:lnTo>
                <a:lnTo>
                  <a:pt x="8986" y="3539"/>
                </a:lnTo>
                <a:lnTo>
                  <a:pt x="12048" y="4761"/>
                </a:lnTo>
                <a:lnTo>
                  <a:pt x="14394" y="5721"/>
                </a:lnTo>
                <a:lnTo>
                  <a:pt x="16204" y="6499"/>
                </a:lnTo>
                <a:lnTo>
                  <a:pt x="17647" y="7162"/>
                </a:lnTo>
                <a:lnTo>
                  <a:pt x="18913" y="7791"/>
                </a:lnTo>
                <a:lnTo>
                  <a:pt x="20170" y="8464"/>
                </a:lnTo>
                <a:lnTo>
                  <a:pt x="21600" y="9257"/>
                </a:lnTo>
                <a:lnTo>
                  <a:pt x="21600" y="11297"/>
                </a:lnTo>
                <a:lnTo>
                  <a:pt x="21600" y="13349"/>
                </a:lnTo>
                <a:lnTo>
                  <a:pt x="21600" y="15429"/>
                </a:lnTo>
                <a:lnTo>
                  <a:pt x="19548" y="15302"/>
                </a:lnTo>
                <a:lnTo>
                  <a:pt x="17483" y="15172"/>
                </a:lnTo>
                <a:lnTo>
                  <a:pt x="15388" y="15043"/>
                </a:lnTo>
                <a:lnTo>
                  <a:pt x="14399" y="15101"/>
                </a:lnTo>
                <a:lnTo>
                  <a:pt x="12649" y="15200"/>
                </a:lnTo>
                <a:lnTo>
                  <a:pt x="8640" y="15429"/>
                </a:lnTo>
                <a:lnTo>
                  <a:pt x="7569" y="16956"/>
                </a:lnTo>
                <a:lnTo>
                  <a:pt x="6497" y="18493"/>
                </a:lnTo>
                <a:lnTo>
                  <a:pt x="5413" y="20036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1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7" name="contour_13415"/>
          <p:cNvSpPr/>
          <p:nvPr/>
        </p:nvSpPr>
        <p:spPr>
          <a:xfrm>
            <a:off x="7946997" y="187301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4312" y="2018"/>
                </a:lnTo>
                <a:lnTo>
                  <a:pt x="15241" y="3508"/>
                </a:lnTo>
                <a:lnTo>
                  <a:pt x="15980" y="4916"/>
                </a:lnTo>
                <a:lnTo>
                  <a:pt x="16762" y="6684"/>
                </a:lnTo>
                <a:lnTo>
                  <a:pt x="17820" y="9257"/>
                </a:lnTo>
                <a:lnTo>
                  <a:pt x="18546" y="10979"/>
                </a:lnTo>
                <a:lnTo>
                  <a:pt x="19276" y="12710"/>
                </a:lnTo>
                <a:lnTo>
                  <a:pt x="20015" y="14466"/>
                </a:lnTo>
                <a:lnTo>
                  <a:pt x="20801" y="16475"/>
                </a:lnTo>
                <a:lnTo>
                  <a:pt x="21600" y="18514"/>
                </a:lnTo>
                <a:lnTo>
                  <a:pt x="19284" y="19477"/>
                </a:lnTo>
                <a:lnTo>
                  <a:pt x="17608" y="20119"/>
                </a:lnTo>
                <a:lnTo>
                  <a:pt x="15772" y="20730"/>
                </a:lnTo>
                <a:lnTo>
                  <a:pt x="12960" y="21600"/>
                </a:lnTo>
                <a:lnTo>
                  <a:pt x="9487" y="20927"/>
                </a:lnTo>
                <a:lnTo>
                  <a:pt x="7076" y="20431"/>
                </a:lnTo>
                <a:lnTo>
                  <a:pt x="5106" y="19961"/>
                </a:lnTo>
                <a:lnTo>
                  <a:pt x="2955" y="19372"/>
                </a:lnTo>
                <a:lnTo>
                  <a:pt x="0" y="18514"/>
                </a:lnTo>
                <a:lnTo>
                  <a:pt x="475" y="16478"/>
                </a:lnTo>
                <a:lnTo>
                  <a:pt x="950" y="14438"/>
                </a:lnTo>
                <a:lnTo>
                  <a:pt x="1426" y="12398"/>
                </a:lnTo>
                <a:lnTo>
                  <a:pt x="1905" y="10353"/>
                </a:lnTo>
                <a:lnTo>
                  <a:pt x="2385" y="8301"/>
                </a:lnTo>
                <a:lnTo>
                  <a:pt x="2864" y="6239"/>
                </a:lnTo>
                <a:lnTo>
                  <a:pt x="3348" y="4172"/>
                </a:lnTo>
                <a:lnTo>
                  <a:pt x="3832" y="2092"/>
                </a:lnTo>
                <a:lnTo>
                  <a:pt x="4320" y="0"/>
                </a:lnTo>
                <a:close/>
              </a:path>
            </a:pathLst>
          </a:custGeom>
          <a:solidFill>
            <a:srgbClr val="EA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8" name="contour_13416"/>
          <p:cNvSpPr/>
          <p:nvPr/>
        </p:nvSpPr>
        <p:spPr>
          <a:xfrm>
            <a:off x="11532689" y="1873014"/>
            <a:ext cx="4623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3" y="645"/>
                </a:lnTo>
                <a:lnTo>
                  <a:pt x="4348" y="1304"/>
                </a:lnTo>
                <a:lnTo>
                  <a:pt x="6469" y="1985"/>
                </a:lnTo>
                <a:lnTo>
                  <a:pt x="8556" y="2697"/>
                </a:lnTo>
                <a:lnTo>
                  <a:pt x="10613" y="3448"/>
                </a:lnTo>
                <a:lnTo>
                  <a:pt x="12635" y="4247"/>
                </a:lnTo>
                <a:lnTo>
                  <a:pt x="14630" y="5103"/>
                </a:lnTo>
                <a:lnTo>
                  <a:pt x="16592" y="6026"/>
                </a:lnTo>
                <a:lnTo>
                  <a:pt x="18525" y="7023"/>
                </a:lnTo>
                <a:lnTo>
                  <a:pt x="20429" y="8100"/>
                </a:lnTo>
                <a:lnTo>
                  <a:pt x="21069" y="10090"/>
                </a:lnTo>
                <a:lnTo>
                  <a:pt x="21450" y="12010"/>
                </a:lnTo>
                <a:lnTo>
                  <a:pt x="21600" y="13891"/>
                </a:lnTo>
                <a:lnTo>
                  <a:pt x="21546" y="15760"/>
                </a:lnTo>
                <a:lnTo>
                  <a:pt x="21314" y="17650"/>
                </a:lnTo>
                <a:lnTo>
                  <a:pt x="20933" y="19586"/>
                </a:lnTo>
                <a:lnTo>
                  <a:pt x="20429" y="21600"/>
                </a:lnTo>
                <a:lnTo>
                  <a:pt x="19795" y="20334"/>
                </a:lnTo>
                <a:lnTo>
                  <a:pt x="19152" y="19049"/>
                </a:lnTo>
                <a:lnTo>
                  <a:pt x="17681" y="17310"/>
                </a:lnTo>
                <a:lnTo>
                  <a:pt x="16237" y="16108"/>
                </a:lnTo>
                <a:lnTo>
                  <a:pt x="14637" y="15255"/>
                </a:lnTo>
                <a:lnTo>
                  <a:pt x="12690" y="14561"/>
                </a:lnTo>
                <a:lnTo>
                  <a:pt x="10214" y="13838"/>
                </a:lnTo>
                <a:lnTo>
                  <a:pt x="7841" y="12968"/>
                </a:lnTo>
                <a:lnTo>
                  <a:pt x="5938" y="12134"/>
                </a:lnTo>
                <a:lnTo>
                  <a:pt x="4372" y="11154"/>
                </a:lnTo>
                <a:lnTo>
                  <a:pt x="3020" y="9852"/>
                </a:lnTo>
                <a:lnTo>
                  <a:pt x="1757" y="8057"/>
                </a:lnTo>
                <a:lnTo>
                  <a:pt x="1307" y="6556"/>
                </a:lnTo>
                <a:lnTo>
                  <a:pt x="991" y="5387"/>
                </a:lnTo>
                <a:lnTo>
                  <a:pt x="725" y="4161"/>
                </a:lnTo>
                <a:lnTo>
                  <a:pt x="422" y="2495"/>
                </a:lnTo>
                <a:lnTo>
                  <a:pt x="0" y="0"/>
                </a:lnTo>
                <a:close/>
              </a:path>
            </a:pathLst>
          </a:custGeom>
          <a:solidFill>
            <a:srgbClr val="E0E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19" name="contour_13417"/>
          <p:cNvSpPr/>
          <p:nvPr/>
        </p:nvSpPr>
        <p:spPr>
          <a:xfrm>
            <a:off x="2275512" y="1895038"/>
            <a:ext cx="45156" cy="58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86" y="3"/>
                </a:moveTo>
                <a:lnTo>
                  <a:pt x="12285" y="236"/>
                </a:lnTo>
                <a:lnTo>
                  <a:pt x="13265" y="490"/>
                </a:lnTo>
                <a:lnTo>
                  <a:pt x="14819" y="893"/>
                </a:lnTo>
                <a:lnTo>
                  <a:pt x="17434" y="1570"/>
                </a:lnTo>
                <a:lnTo>
                  <a:pt x="21600" y="2648"/>
                </a:lnTo>
                <a:lnTo>
                  <a:pt x="20903" y="3168"/>
                </a:lnTo>
                <a:lnTo>
                  <a:pt x="18794" y="4730"/>
                </a:lnTo>
                <a:lnTo>
                  <a:pt x="17061" y="6054"/>
                </a:lnTo>
                <a:lnTo>
                  <a:pt x="15367" y="7370"/>
                </a:lnTo>
                <a:lnTo>
                  <a:pt x="13714" y="8688"/>
                </a:lnTo>
                <a:lnTo>
                  <a:pt x="12100" y="10012"/>
                </a:lnTo>
                <a:lnTo>
                  <a:pt x="10532" y="11352"/>
                </a:lnTo>
                <a:lnTo>
                  <a:pt x="9001" y="12709"/>
                </a:lnTo>
                <a:lnTo>
                  <a:pt x="7509" y="14090"/>
                </a:lnTo>
                <a:lnTo>
                  <a:pt x="6062" y="15506"/>
                </a:lnTo>
                <a:lnTo>
                  <a:pt x="4654" y="16957"/>
                </a:lnTo>
                <a:lnTo>
                  <a:pt x="3291" y="18454"/>
                </a:lnTo>
                <a:lnTo>
                  <a:pt x="1966" y="20000"/>
                </a:lnTo>
                <a:lnTo>
                  <a:pt x="683" y="21600"/>
                </a:lnTo>
                <a:lnTo>
                  <a:pt x="575" y="20046"/>
                </a:lnTo>
                <a:lnTo>
                  <a:pt x="481" y="18486"/>
                </a:lnTo>
                <a:lnTo>
                  <a:pt x="394" y="16930"/>
                </a:lnTo>
                <a:lnTo>
                  <a:pt x="317" y="15373"/>
                </a:lnTo>
                <a:lnTo>
                  <a:pt x="248" y="13816"/>
                </a:lnTo>
                <a:lnTo>
                  <a:pt x="167" y="12370"/>
                </a:lnTo>
                <a:lnTo>
                  <a:pt x="84" y="10914"/>
                </a:lnTo>
                <a:lnTo>
                  <a:pt x="0" y="9435"/>
                </a:lnTo>
                <a:lnTo>
                  <a:pt x="359" y="7418"/>
                </a:lnTo>
                <a:lnTo>
                  <a:pt x="732" y="6027"/>
                </a:lnTo>
                <a:lnTo>
                  <a:pt x="1300" y="4906"/>
                </a:lnTo>
                <a:lnTo>
                  <a:pt x="2242" y="3698"/>
                </a:lnTo>
                <a:lnTo>
                  <a:pt x="3734" y="2055"/>
                </a:lnTo>
                <a:lnTo>
                  <a:pt x="6059" y="834"/>
                </a:lnTo>
                <a:lnTo>
                  <a:pt x="7631" y="214"/>
                </a:lnTo>
                <a:lnTo>
                  <a:pt x="9168" y="0"/>
                </a:lnTo>
                <a:lnTo>
                  <a:pt x="11386" y="3"/>
                </a:lnTo>
                <a:close/>
              </a:path>
            </a:pathLst>
          </a:custGeom>
          <a:solidFill>
            <a:srgbClr val="3C3B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0" name="contour_13418"/>
          <p:cNvSpPr/>
          <p:nvPr/>
        </p:nvSpPr>
        <p:spPr>
          <a:xfrm>
            <a:off x="2597612" y="1892742"/>
            <a:ext cx="44712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21" y="1196"/>
                </a:moveTo>
                <a:lnTo>
                  <a:pt x="6073" y="514"/>
                </a:lnTo>
                <a:lnTo>
                  <a:pt x="8577" y="131"/>
                </a:lnTo>
                <a:lnTo>
                  <a:pt x="11052" y="0"/>
                </a:lnTo>
                <a:lnTo>
                  <a:pt x="13523" y="82"/>
                </a:lnTo>
                <a:lnTo>
                  <a:pt x="16009" y="335"/>
                </a:lnTo>
                <a:lnTo>
                  <a:pt x="18537" y="722"/>
                </a:lnTo>
                <a:lnTo>
                  <a:pt x="21125" y="1196"/>
                </a:lnTo>
                <a:lnTo>
                  <a:pt x="21442" y="4085"/>
                </a:lnTo>
                <a:lnTo>
                  <a:pt x="21600" y="6170"/>
                </a:lnTo>
                <a:lnTo>
                  <a:pt x="21600" y="8031"/>
                </a:lnTo>
                <a:lnTo>
                  <a:pt x="21442" y="10255"/>
                </a:lnTo>
                <a:lnTo>
                  <a:pt x="21125" y="13438"/>
                </a:lnTo>
                <a:lnTo>
                  <a:pt x="18822" y="14907"/>
                </a:lnTo>
                <a:lnTo>
                  <a:pt x="17122" y="15895"/>
                </a:lnTo>
                <a:lnTo>
                  <a:pt x="15516" y="16630"/>
                </a:lnTo>
                <a:lnTo>
                  <a:pt x="13499" y="17352"/>
                </a:lnTo>
                <a:lnTo>
                  <a:pt x="10562" y="18286"/>
                </a:lnTo>
                <a:lnTo>
                  <a:pt x="8598" y="18931"/>
                </a:lnTo>
                <a:lnTo>
                  <a:pt x="6623" y="19584"/>
                </a:lnTo>
                <a:lnTo>
                  <a:pt x="4619" y="20245"/>
                </a:lnTo>
                <a:lnTo>
                  <a:pt x="3471" y="20584"/>
                </a:lnTo>
                <a:lnTo>
                  <a:pt x="0" y="21600"/>
                </a:lnTo>
                <a:lnTo>
                  <a:pt x="106" y="18894"/>
                </a:lnTo>
                <a:lnTo>
                  <a:pt x="253" y="16258"/>
                </a:lnTo>
                <a:lnTo>
                  <a:pt x="475" y="13675"/>
                </a:lnTo>
                <a:lnTo>
                  <a:pt x="789" y="11133"/>
                </a:lnTo>
                <a:lnTo>
                  <a:pt x="1225" y="8627"/>
                </a:lnTo>
                <a:lnTo>
                  <a:pt x="1810" y="6142"/>
                </a:lnTo>
                <a:lnTo>
                  <a:pt x="2563" y="3669"/>
                </a:lnTo>
                <a:lnTo>
                  <a:pt x="3521" y="1196"/>
                </a:lnTo>
                <a:close/>
              </a:path>
            </a:pathLst>
          </a:custGeom>
          <a:solidFill>
            <a:srgbClr val="FAF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1" name="contour_13419"/>
          <p:cNvSpPr/>
          <p:nvPr/>
        </p:nvSpPr>
        <p:spPr>
          <a:xfrm>
            <a:off x="790190" y="1865726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57" y="2354"/>
                </a:lnTo>
                <a:lnTo>
                  <a:pt x="20239" y="4093"/>
                </a:lnTo>
                <a:lnTo>
                  <a:pt x="20708" y="5735"/>
                </a:lnTo>
                <a:lnTo>
                  <a:pt x="21112" y="7798"/>
                </a:lnTo>
                <a:lnTo>
                  <a:pt x="21600" y="10800"/>
                </a:lnTo>
                <a:lnTo>
                  <a:pt x="20446" y="13176"/>
                </a:lnTo>
                <a:lnTo>
                  <a:pt x="19178" y="15275"/>
                </a:lnTo>
                <a:lnTo>
                  <a:pt x="17764" y="17129"/>
                </a:lnTo>
                <a:lnTo>
                  <a:pt x="16175" y="18774"/>
                </a:lnTo>
                <a:lnTo>
                  <a:pt x="14379" y="20254"/>
                </a:lnTo>
                <a:lnTo>
                  <a:pt x="12343" y="21600"/>
                </a:lnTo>
                <a:lnTo>
                  <a:pt x="10103" y="21409"/>
                </a:lnTo>
                <a:lnTo>
                  <a:pt x="8044" y="21031"/>
                </a:lnTo>
                <a:lnTo>
                  <a:pt x="6091" y="20480"/>
                </a:lnTo>
                <a:lnTo>
                  <a:pt x="4153" y="19782"/>
                </a:lnTo>
                <a:lnTo>
                  <a:pt x="2151" y="18947"/>
                </a:lnTo>
                <a:lnTo>
                  <a:pt x="0" y="18000"/>
                </a:lnTo>
                <a:lnTo>
                  <a:pt x="639" y="15926"/>
                </a:lnTo>
                <a:lnTo>
                  <a:pt x="1173" y="14483"/>
                </a:lnTo>
                <a:lnTo>
                  <a:pt x="1892" y="13000"/>
                </a:lnTo>
                <a:lnTo>
                  <a:pt x="3086" y="10800"/>
                </a:lnTo>
                <a:lnTo>
                  <a:pt x="5104" y="10188"/>
                </a:lnTo>
                <a:lnTo>
                  <a:pt x="7113" y="9702"/>
                </a:lnTo>
                <a:lnTo>
                  <a:pt x="9115" y="9313"/>
                </a:lnTo>
                <a:lnTo>
                  <a:pt x="11133" y="8993"/>
                </a:lnTo>
                <a:lnTo>
                  <a:pt x="13173" y="8712"/>
                </a:lnTo>
                <a:lnTo>
                  <a:pt x="15247" y="8438"/>
                </a:lnTo>
                <a:lnTo>
                  <a:pt x="16870" y="7823"/>
                </a:lnTo>
                <a:lnTo>
                  <a:pt x="18514" y="7200"/>
                </a:lnTo>
                <a:lnTo>
                  <a:pt x="18514" y="4820"/>
                </a:lnTo>
                <a:lnTo>
                  <a:pt x="18514" y="2426"/>
                </a:lnTo>
                <a:lnTo>
                  <a:pt x="18514" y="0"/>
                </a:lnTo>
                <a:close/>
              </a:path>
            </a:pathLst>
          </a:custGeom>
          <a:solidFill>
            <a:srgbClr val="1413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2" name="contour_13420"/>
          <p:cNvSpPr/>
          <p:nvPr/>
        </p:nvSpPr>
        <p:spPr>
          <a:xfrm>
            <a:off x="2488292" y="1858438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75" y="588"/>
                </a:lnTo>
                <a:lnTo>
                  <a:pt x="3346" y="1184"/>
                </a:lnTo>
                <a:lnTo>
                  <a:pt x="5014" y="1788"/>
                </a:lnTo>
                <a:lnTo>
                  <a:pt x="6682" y="2406"/>
                </a:lnTo>
                <a:lnTo>
                  <a:pt x="8345" y="3041"/>
                </a:lnTo>
                <a:lnTo>
                  <a:pt x="10008" y="3685"/>
                </a:lnTo>
                <a:lnTo>
                  <a:pt x="11669" y="4342"/>
                </a:lnTo>
                <a:lnTo>
                  <a:pt x="13327" y="5016"/>
                </a:lnTo>
                <a:lnTo>
                  <a:pt x="14983" y="5707"/>
                </a:lnTo>
                <a:lnTo>
                  <a:pt x="16639" y="6415"/>
                </a:lnTo>
                <a:lnTo>
                  <a:pt x="18295" y="7137"/>
                </a:lnTo>
                <a:lnTo>
                  <a:pt x="19946" y="7880"/>
                </a:lnTo>
                <a:lnTo>
                  <a:pt x="21600" y="8640"/>
                </a:lnTo>
                <a:lnTo>
                  <a:pt x="21125" y="11206"/>
                </a:lnTo>
                <a:lnTo>
                  <a:pt x="20647" y="13781"/>
                </a:lnTo>
                <a:lnTo>
                  <a:pt x="20170" y="16364"/>
                </a:lnTo>
                <a:lnTo>
                  <a:pt x="19687" y="18969"/>
                </a:lnTo>
                <a:lnTo>
                  <a:pt x="19200" y="21600"/>
                </a:lnTo>
                <a:lnTo>
                  <a:pt x="17813" y="20261"/>
                </a:lnTo>
                <a:lnTo>
                  <a:pt x="16416" y="18913"/>
                </a:lnTo>
                <a:lnTo>
                  <a:pt x="15000" y="17548"/>
                </a:lnTo>
                <a:lnTo>
                  <a:pt x="13476" y="16209"/>
                </a:lnTo>
                <a:lnTo>
                  <a:pt x="11978" y="15008"/>
                </a:lnTo>
                <a:lnTo>
                  <a:pt x="10486" y="13945"/>
                </a:lnTo>
                <a:lnTo>
                  <a:pt x="8981" y="13003"/>
                </a:lnTo>
                <a:lnTo>
                  <a:pt x="7442" y="12174"/>
                </a:lnTo>
                <a:lnTo>
                  <a:pt x="5856" y="11439"/>
                </a:lnTo>
                <a:lnTo>
                  <a:pt x="4200" y="10800"/>
                </a:lnTo>
                <a:lnTo>
                  <a:pt x="2813" y="10087"/>
                </a:lnTo>
                <a:lnTo>
                  <a:pt x="1416" y="937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3" name="contour_13421"/>
          <p:cNvSpPr/>
          <p:nvPr/>
        </p:nvSpPr>
        <p:spPr>
          <a:xfrm>
            <a:off x="1752205" y="1848249"/>
            <a:ext cx="58304" cy="46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66" y="0"/>
                </a:moveTo>
                <a:lnTo>
                  <a:pt x="11143" y="51"/>
                </a:lnTo>
                <a:lnTo>
                  <a:pt x="12898" y="145"/>
                </a:lnTo>
                <a:lnTo>
                  <a:pt x="14639" y="284"/>
                </a:lnTo>
                <a:lnTo>
                  <a:pt x="16373" y="473"/>
                </a:lnTo>
                <a:lnTo>
                  <a:pt x="18106" y="709"/>
                </a:lnTo>
                <a:lnTo>
                  <a:pt x="19845" y="996"/>
                </a:lnTo>
                <a:lnTo>
                  <a:pt x="21600" y="1344"/>
                </a:lnTo>
                <a:lnTo>
                  <a:pt x="21057" y="1590"/>
                </a:lnTo>
                <a:lnTo>
                  <a:pt x="19429" y="2346"/>
                </a:lnTo>
                <a:lnTo>
                  <a:pt x="17561" y="3366"/>
                </a:lnTo>
                <a:lnTo>
                  <a:pt x="15879" y="4375"/>
                </a:lnTo>
                <a:lnTo>
                  <a:pt x="14367" y="5422"/>
                </a:lnTo>
                <a:lnTo>
                  <a:pt x="13000" y="6556"/>
                </a:lnTo>
                <a:lnTo>
                  <a:pt x="11767" y="7829"/>
                </a:lnTo>
                <a:lnTo>
                  <a:pt x="10646" y="9288"/>
                </a:lnTo>
                <a:lnTo>
                  <a:pt x="9615" y="10979"/>
                </a:lnTo>
                <a:lnTo>
                  <a:pt x="8662" y="12957"/>
                </a:lnTo>
                <a:lnTo>
                  <a:pt x="7762" y="15270"/>
                </a:lnTo>
                <a:lnTo>
                  <a:pt x="7250" y="17063"/>
                </a:lnTo>
                <a:lnTo>
                  <a:pt x="6728" y="18886"/>
                </a:lnTo>
                <a:lnTo>
                  <a:pt x="6396" y="19561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670" y="16789"/>
                </a:lnTo>
                <a:lnTo>
                  <a:pt x="1247" y="12843"/>
                </a:lnTo>
                <a:lnTo>
                  <a:pt x="1779" y="9659"/>
                </a:lnTo>
                <a:lnTo>
                  <a:pt x="2303" y="7144"/>
                </a:lnTo>
                <a:lnTo>
                  <a:pt x="2865" y="5192"/>
                </a:lnTo>
                <a:lnTo>
                  <a:pt x="3505" y="3717"/>
                </a:lnTo>
                <a:lnTo>
                  <a:pt x="4266" y="2613"/>
                </a:lnTo>
                <a:lnTo>
                  <a:pt x="5192" y="1789"/>
                </a:lnTo>
                <a:lnTo>
                  <a:pt x="6321" y="1141"/>
                </a:lnTo>
                <a:lnTo>
                  <a:pt x="7698" y="577"/>
                </a:lnTo>
                <a:lnTo>
                  <a:pt x="9366" y="0"/>
                </a:lnTo>
                <a:close/>
              </a:path>
            </a:pathLst>
          </a:custGeom>
          <a:solidFill>
            <a:srgbClr val="A8AA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4" name="contour_13422"/>
          <p:cNvSpPr/>
          <p:nvPr/>
        </p:nvSpPr>
        <p:spPr>
          <a:xfrm>
            <a:off x="2007284" y="1833382"/>
            <a:ext cx="58304" cy="32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58" y="0"/>
                </a:moveTo>
                <a:lnTo>
                  <a:pt x="16238" y="531"/>
                </a:lnTo>
                <a:lnTo>
                  <a:pt x="18900" y="2132"/>
                </a:lnTo>
                <a:lnTo>
                  <a:pt x="19624" y="5349"/>
                </a:lnTo>
                <a:lnTo>
                  <a:pt x="20188" y="8488"/>
                </a:lnTo>
                <a:lnTo>
                  <a:pt x="20628" y="11623"/>
                </a:lnTo>
                <a:lnTo>
                  <a:pt x="20984" y="14806"/>
                </a:lnTo>
                <a:lnTo>
                  <a:pt x="21295" y="18115"/>
                </a:lnTo>
                <a:lnTo>
                  <a:pt x="21600" y="21600"/>
                </a:lnTo>
                <a:lnTo>
                  <a:pt x="19818" y="21201"/>
                </a:lnTo>
                <a:lnTo>
                  <a:pt x="18036" y="20797"/>
                </a:lnTo>
                <a:lnTo>
                  <a:pt x="16251" y="20393"/>
                </a:lnTo>
                <a:lnTo>
                  <a:pt x="14464" y="19994"/>
                </a:lnTo>
                <a:lnTo>
                  <a:pt x="12674" y="19590"/>
                </a:lnTo>
                <a:lnTo>
                  <a:pt x="10881" y="19186"/>
                </a:lnTo>
                <a:lnTo>
                  <a:pt x="9083" y="18782"/>
                </a:lnTo>
                <a:lnTo>
                  <a:pt x="7279" y="18373"/>
                </a:lnTo>
                <a:lnTo>
                  <a:pt x="5470" y="17969"/>
                </a:lnTo>
                <a:lnTo>
                  <a:pt x="3656" y="17560"/>
                </a:lnTo>
                <a:lnTo>
                  <a:pt x="1831" y="17147"/>
                </a:lnTo>
                <a:lnTo>
                  <a:pt x="0" y="16733"/>
                </a:lnTo>
                <a:lnTo>
                  <a:pt x="2533" y="12961"/>
                </a:lnTo>
                <a:lnTo>
                  <a:pt x="4598" y="9924"/>
                </a:lnTo>
                <a:lnTo>
                  <a:pt x="6288" y="7520"/>
                </a:lnTo>
                <a:lnTo>
                  <a:pt x="7695" y="5646"/>
                </a:lnTo>
                <a:lnTo>
                  <a:pt x="8913" y="4210"/>
                </a:lnTo>
                <a:lnTo>
                  <a:pt x="10030" y="3100"/>
                </a:lnTo>
                <a:lnTo>
                  <a:pt x="11143" y="2229"/>
                </a:lnTo>
                <a:lnTo>
                  <a:pt x="12339" y="1489"/>
                </a:lnTo>
                <a:lnTo>
                  <a:pt x="13713" y="779"/>
                </a:lnTo>
                <a:lnTo>
                  <a:pt x="15358" y="0"/>
                </a:lnTo>
                <a:close/>
              </a:path>
            </a:pathLst>
          </a:custGeom>
          <a:solidFill>
            <a:srgbClr val="47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5" name="contour_13423"/>
          <p:cNvSpPr/>
          <p:nvPr/>
        </p:nvSpPr>
        <p:spPr>
          <a:xfrm>
            <a:off x="7735646" y="182199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0921" y="2376"/>
                </a:lnTo>
                <a:lnTo>
                  <a:pt x="20242" y="4756"/>
                </a:lnTo>
                <a:lnTo>
                  <a:pt x="19560" y="7135"/>
                </a:lnTo>
                <a:lnTo>
                  <a:pt x="18878" y="9522"/>
                </a:lnTo>
                <a:lnTo>
                  <a:pt x="18196" y="11916"/>
                </a:lnTo>
                <a:lnTo>
                  <a:pt x="17508" y="14321"/>
                </a:lnTo>
                <a:lnTo>
                  <a:pt x="16820" y="16733"/>
                </a:lnTo>
                <a:lnTo>
                  <a:pt x="16126" y="19159"/>
                </a:lnTo>
                <a:lnTo>
                  <a:pt x="15429" y="21600"/>
                </a:lnTo>
                <a:lnTo>
                  <a:pt x="13457" y="20254"/>
                </a:lnTo>
                <a:lnTo>
                  <a:pt x="12000" y="19235"/>
                </a:lnTo>
                <a:lnTo>
                  <a:pt x="10800" y="18338"/>
                </a:lnTo>
                <a:lnTo>
                  <a:pt x="9600" y="17366"/>
                </a:lnTo>
                <a:lnTo>
                  <a:pt x="8143" y="16121"/>
                </a:lnTo>
                <a:lnTo>
                  <a:pt x="6171" y="14400"/>
                </a:lnTo>
                <a:lnTo>
                  <a:pt x="6171" y="12020"/>
                </a:lnTo>
                <a:lnTo>
                  <a:pt x="6171" y="9626"/>
                </a:lnTo>
                <a:lnTo>
                  <a:pt x="6171" y="7200"/>
                </a:lnTo>
                <a:lnTo>
                  <a:pt x="4644" y="6307"/>
                </a:lnTo>
                <a:lnTo>
                  <a:pt x="3107" y="5414"/>
                </a:lnTo>
                <a:lnTo>
                  <a:pt x="1564" y="4511"/>
                </a:lnTo>
                <a:lnTo>
                  <a:pt x="0" y="3600"/>
                </a:lnTo>
                <a:lnTo>
                  <a:pt x="864" y="3802"/>
                </a:lnTo>
                <a:lnTo>
                  <a:pt x="1672" y="3989"/>
                </a:lnTo>
                <a:lnTo>
                  <a:pt x="2604" y="4208"/>
                </a:lnTo>
                <a:lnTo>
                  <a:pt x="3839" y="4496"/>
                </a:lnTo>
                <a:lnTo>
                  <a:pt x="5557" y="4896"/>
                </a:lnTo>
                <a:lnTo>
                  <a:pt x="7940" y="5454"/>
                </a:lnTo>
                <a:lnTo>
                  <a:pt x="11170" y="6206"/>
                </a:lnTo>
                <a:lnTo>
                  <a:pt x="15429" y="7200"/>
                </a:lnTo>
                <a:lnTo>
                  <a:pt x="15429" y="4820"/>
                </a:lnTo>
                <a:lnTo>
                  <a:pt x="15429" y="2426"/>
                </a:lnTo>
                <a:lnTo>
                  <a:pt x="15429" y="0"/>
                </a:lnTo>
                <a:close/>
              </a:path>
            </a:pathLst>
          </a:custGeom>
          <a:solidFill>
            <a:srgbClr val="49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6" name="contour_13424"/>
          <p:cNvSpPr/>
          <p:nvPr/>
        </p:nvSpPr>
        <p:spPr>
          <a:xfrm>
            <a:off x="1562717" y="1820176"/>
            <a:ext cx="51016" cy="30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72" y="66"/>
                </a:lnTo>
                <a:lnTo>
                  <a:pt x="14901" y="219"/>
                </a:lnTo>
                <a:lnTo>
                  <a:pt x="16407" y="579"/>
                </a:lnTo>
                <a:lnTo>
                  <a:pt x="18514" y="1271"/>
                </a:lnTo>
                <a:lnTo>
                  <a:pt x="19742" y="5052"/>
                </a:lnTo>
                <a:lnTo>
                  <a:pt x="20517" y="7735"/>
                </a:lnTo>
                <a:lnTo>
                  <a:pt x="20986" y="10053"/>
                </a:lnTo>
                <a:lnTo>
                  <a:pt x="21298" y="12736"/>
                </a:lnTo>
                <a:lnTo>
                  <a:pt x="21600" y="16518"/>
                </a:lnTo>
                <a:lnTo>
                  <a:pt x="18258" y="18591"/>
                </a:lnTo>
                <a:lnTo>
                  <a:pt x="15888" y="19989"/>
                </a:lnTo>
                <a:lnTo>
                  <a:pt x="14145" y="20848"/>
                </a:lnTo>
                <a:lnTo>
                  <a:pt x="12688" y="21305"/>
                </a:lnTo>
                <a:lnTo>
                  <a:pt x="11173" y="21509"/>
                </a:lnTo>
                <a:lnTo>
                  <a:pt x="9257" y="21600"/>
                </a:lnTo>
                <a:lnTo>
                  <a:pt x="7418" y="19465"/>
                </a:lnTo>
                <a:lnTo>
                  <a:pt x="5746" y="17168"/>
                </a:lnTo>
                <a:lnTo>
                  <a:pt x="4203" y="14703"/>
                </a:lnTo>
                <a:lnTo>
                  <a:pt x="2756" y="12081"/>
                </a:lnTo>
                <a:lnTo>
                  <a:pt x="1367" y="9296"/>
                </a:lnTo>
                <a:lnTo>
                  <a:pt x="0" y="6353"/>
                </a:lnTo>
                <a:lnTo>
                  <a:pt x="1765" y="3705"/>
                </a:lnTo>
                <a:lnTo>
                  <a:pt x="3323" y="1957"/>
                </a:lnTo>
                <a:lnTo>
                  <a:pt x="4845" y="915"/>
                </a:lnTo>
                <a:lnTo>
                  <a:pt x="6486" y="376"/>
                </a:lnTo>
                <a:lnTo>
                  <a:pt x="8418" y="137"/>
                </a:lnTo>
                <a:lnTo>
                  <a:pt x="10800" y="0"/>
                </a:lnTo>
                <a:close/>
              </a:path>
            </a:pathLst>
          </a:custGeom>
          <a:solidFill>
            <a:srgbClr val="6C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7" name="contour_13425"/>
          <p:cNvSpPr/>
          <p:nvPr/>
        </p:nvSpPr>
        <p:spPr>
          <a:xfrm>
            <a:off x="8428005" y="1828164"/>
            <a:ext cx="43728" cy="302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801"/>
                </a:moveTo>
                <a:lnTo>
                  <a:pt x="19217" y="4669"/>
                </a:lnTo>
                <a:lnTo>
                  <a:pt x="20012" y="7415"/>
                </a:lnTo>
                <a:lnTo>
                  <a:pt x="20560" y="9786"/>
                </a:lnTo>
                <a:lnTo>
                  <a:pt x="21031" y="12532"/>
                </a:lnTo>
                <a:lnTo>
                  <a:pt x="21600" y="16400"/>
                </a:lnTo>
                <a:lnTo>
                  <a:pt x="19224" y="16972"/>
                </a:lnTo>
                <a:lnTo>
                  <a:pt x="16844" y="17544"/>
                </a:lnTo>
                <a:lnTo>
                  <a:pt x="14465" y="18116"/>
                </a:lnTo>
                <a:lnTo>
                  <a:pt x="12078" y="18693"/>
                </a:lnTo>
                <a:lnTo>
                  <a:pt x="9684" y="19270"/>
                </a:lnTo>
                <a:lnTo>
                  <a:pt x="7279" y="19848"/>
                </a:lnTo>
                <a:lnTo>
                  <a:pt x="4867" y="20430"/>
                </a:lnTo>
                <a:lnTo>
                  <a:pt x="2441" y="21012"/>
                </a:lnTo>
                <a:lnTo>
                  <a:pt x="0" y="21600"/>
                </a:lnTo>
                <a:lnTo>
                  <a:pt x="0" y="18511"/>
                </a:lnTo>
                <a:lnTo>
                  <a:pt x="0" y="15412"/>
                </a:lnTo>
                <a:lnTo>
                  <a:pt x="0" y="12303"/>
                </a:lnTo>
                <a:lnTo>
                  <a:pt x="0" y="9167"/>
                </a:lnTo>
                <a:lnTo>
                  <a:pt x="0" y="6001"/>
                </a:lnTo>
                <a:lnTo>
                  <a:pt x="2016" y="3853"/>
                </a:lnTo>
                <a:lnTo>
                  <a:pt x="4104" y="2226"/>
                </a:lnTo>
                <a:lnTo>
                  <a:pt x="6260" y="1076"/>
                </a:lnTo>
                <a:lnTo>
                  <a:pt x="8485" y="348"/>
                </a:lnTo>
                <a:lnTo>
                  <a:pt x="10771" y="5"/>
                </a:lnTo>
                <a:lnTo>
                  <a:pt x="13122" y="0"/>
                </a:lnTo>
                <a:lnTo>
                  <a:pt x="15530" y="281"/>
                </a:lnTo>
                <a:lnTo>
                  <a:pt x="18000" y="801"/>
                </a:lnTo>
                <a:close/>
              </a:path>
            </a:pathLst>
          </a:custGeom>
          <a:solidFill>
            <a:srgbClr val="8D7C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8" name="contour_13426"/>
          <p:cNvSpPr/>
          <p:nvPr/>
        </p:nvSpPr>
        <p:spPr>
          <a:xfrm>
            <a:off x="863070" y="1814710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383" y="0"/>
                </a:lnTo>
                <a:lnTo>
                  <a:pt x="16435" y="0"/>
                </a:lnTo>
                <a:lnTo>
                  <a:pt x="18514" y="0"/>
                </a:lnTo>
                <a:lnTo>
                  <a:pt x="19437" y="2365"/>
                </a:lnTo>
                <a:lnTo>
                  <a:pt x="19937" y="4234"/>
                </a:lnTo>
                <a:lnTo>
                  <a:pt x="20443" y="7200"/>
                </a:lnTo>
                <a:lnTo>
                  <a:pt x="20792" y="9209"/>
                </a:lnTo>
                <a:lnTo>
                  <a:pt x="21143" y="11250"/>
                </a:lnTo>
                <a:lnTo>
                  <a:pt x="21254" y="12031"/>
                </a:lnTo>
                <a:lnTo>
                  <a:pt x="21600" y="14400"/>
                </a:lnTo>
                <a:lnTo>
                  <a:pt x="20134" y="14252"/>
                </a:lnTo>
                <a:lnTo>
                  <a:pt x="18659" y="14101"/>
                </a:lnTo>
                <a:lnTo>
                  <a:pt x="17163" y="13950"/>
                </a:lnTo>
                <a:lnTo>
                  <a:pt x="16456" y="14018"/>
                </a:lnTo>
                <a:lnTo>
                  <a:pt x="15206" y="14134"/>
                </a:lnTo>
                <a:lnTo>
                  <a:pt x="12343" y="14400"/>
                </a:lnTo>
                <a:lnTo>
                  <a:pt x="11099" y="16538"/>
                </a:lnTo>
                <a:lnTo>
                  <a:pt x="10365" y="18000"/>
                </a:lnTo>
                <a:lnTo>
                  <a:pt x="9847" y="19462"/>
                </a:lnTo>
                <a:lnTo>
                  <a:pt x="9257" y="21600"/>
                </a:lnTo>
                <a:lnTo>
                  <a:pt x="9257" y="19220"/>
                </a:lnTo>
                <a:lnTo>
                  <a:pt x="9257" y="16826"/>
                </a:lnTo>
                <a:lnTo>
                  <a:pt x="9257" y="14400"/>
                </a:lnTo>
                <a:lnTo>
                  <a:pt x="6961" y="13291"/>
                </a:lnTo>
                <a:lnTo>
                  <a:pt x="5332" y="12550"/>
                </a:lnTo>
                <a:lnTo>
                  <a:pt x="3925" y="12002"/>
                </a:lnTo>
                <a:lnTo>
                  <a:pt x="2296" y="11477"/>
                </a:lnTo>
                <a:lnTo>
                  <a:pt x="0" y="10800"/>
                </a:lnTo>
                <a:lnTo>
                  <a:pt x="1339" y="10534"/>
                </a:lnTo>
                <a:lnTo>
                  <a:pt x="2700" y="10267"/>
                </a:lnTo>
                <a:lnTo>
                  <a:pt x="3564" y="10062"/>
                </a:lnTo>
                <a:lnTo>
                  <a:pt x="6171" y="9450"/>
                </a:lnTo>
                <a:lnTo>
                  <a:pt x="7893" y="9072"/>
                </a:lnTo>
                <a:lnTo>
                  <a:pt x="9643" y="8690"/>
                </a:lnTo>
                <a:lnTo>
                  <a:pt x="10982" y="7949"/>
                </a:lnTo>
                <a:lnTo>
                  <a:pt x="12343" y="7200"/>
                </a:lnTo>
                <a:lnTo>
                  <a:pt x="12343" y="4820"/>
                </a:lnTo>
                <a:lnTo>
                  <a:pt x="12343" y="2426"/>
                </a:lnTo>
                <a:lnTo>
                  <a:pt x="12343" y="0"/>
                </a:lnTo>
                <a:close/>
              </a:path>
            </a:pathLst>
          </a:custGeom>
          <a:solidFill>
            <a:srgbClr val="989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29" name="contour_13427"/>
          <p:cNvSpPr/>
          <p:nvPr/>
        </p:nvSpPr>
        <p:spPr>
          <a:xfrm>
            <a:off x="4412322" y="181471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544"/>
                </a:lnTo>
                <a:lnTo>
                  <a:pt x="8506" y="979"/>
                </a:lnTo>
                <a:lnTo>
                  <a:pt x="11007" y="1400"/>
                </a:lnTo>
                <a:lnTo>
                  <a:pt x="12986" y="1912"/>
                </a:lnTo>
                <a:lnTo>
                  <a:pt x="14917" y="2610"/>
                </a:lnTo>
                <a:lnTo>
                  <a:pt x="17280" y="3600"/>
                </a:lnTo>
                <a:lnTo>
                  <a:pt x="18585" y="5983"/>
                </a:lnTo>
                <a:lnTo>
                  <a:pt x="19544" y="8276"/>
                </a:lnTo>
                <a:lnTo>
                  <a:pt x="20244" y="10552"/>
                </a:lnTo>
                <a:lnTo>
                  <a:pt x="20766" y="12884"/>
                </a:lnTo>
                <a:lnTo>
                  <a:pt x="21190" y="15340"/>
                </a:lnTo>
                <a:lnTo>
                  <a:pt x="21600" y="18000"/>
                </a:lnTo>
                <a:lnTo>
                  <a:pt x="18749" y="18594"/>
                </a:lnTo>
                <a:lnTo>
                  <a:pt x="15893" y="19188"/>
                </a:lnTo>
                <a:lnTo>
                  <a:pt x="13025" y="19786"/>
                </a:lnTo>
                <a:lnTo>
                  <a:pt x="10143" y="20387"/>
                </a:lnTo>
                <a:lnTo>
                  <a:pt x="7245" y="20992"/>
                </a:lnTo>
                <a:lnTo>
                  <a:pt x="4320" y="21600"/>
                </a:lnTo>
                <a:lnTo>
                  <a:pt x="3845" y="19224"/>
                </a:lnTo>
                <a:lnTo>
                  <a:pt x="3370" y="16844"/>
                </a:lnTo>
                <a:lnTo>
                  <a:pt x="2894" y="14465"/>
                </a:lnTo>
                <a:lnTo>
                  <a:pt x="2415" y="12078"/>
                </a:lnTo>
                <a:lnTo>
                  <a:pt x="1935" y="9684"/>
                </a:lnTo>
                <a:lnTo>
                  <a:pt x="1456" y="7279"/>
                </a:lnTo>
                <a:lnTo>
                  <a:pt x="972" y="4867"/>
                </a:lnTo>
                <a:lnTo>
                  <a:pt x="488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C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0" name="contour_13428"/>
          <p:cNvSpPr/>
          <p:nvPr/>
        </p:nvSpPr>
        <p:spPr>
          <a:xfrm>
            <a:off x="2459140" y="1807422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005" y="2138"/>
                </a:lnTo>
                <a:lnTo>
                  <a:pt x="20410" y="4290"/>
                </a:lnTo>
                <a:lnTo>
                  <a:pt x="19807" y="6450"/>
                </a:lnTo>
                <a:lnTo>
                  <a:pt x="19200" y="8640"/>
                </a:lnTo>
                <a:lnTo>
                  <a:pt x="17580" y="9219"/>
                </a:lnTo>
                <a:lnTo>
                  <a:pt x="15967" y="9703"/>
                </a:lnTo>
                <a:lnTo>
                  <a:pt x="14354" y="10104"/>
                </a:lnTo>
                <a:lnTo>
                  <a:pt x="12742" y="10446"/>
                </a:lnTo>
                <a:lnTo>
                  <a:pt x="11126" y="10735"/>
                </a:lnTo>
                <a:lnTo>
                  <a:pt x="9504" y="10994"/>
                </a:lnTo>
                <a:lnTo>
                  <a:pt x="7870" y="11236"/>
                </a:lnTo>
                <a:lnTo>
                  <a:pt x="6226" y="11474"/>
                </a:lnTo>
                <a:lnTo>
                  <a:pt x="4961" y="11966"/>
                </a:lnTo>
                <a:lnTo>
                  <a:pt x="3689" y="12459"/>
                </a:lnTo>
                <a:lnTo>
                  <a:pt x="2400" y="12960"/>
                </a:lnTo>
                <a:lnTo>
                  <a:pt x="1805" y="15098"/>
                </a:lnTo>
                <a:lnTo>
                  <a:pt x="1210" y="17250"/>
                </a:lnTo>
                <a:lnTo>
                  <a:pt x="607" y="1941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AE6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1" name="contour_13429"/>
          <p:cNvSpPr/>
          <p:nvPr/>
        </p:nvSpPr>
        <p:spPr>
          <a:xfrm>
            <a:off x="2386260" y="1785558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0"/>
                </a:lnTo>
                <a:lnTo>
                  <a:pt x="16713" y="0"/>
                </a:lnTo>
                <a:lnTo>
                  <a:pt x="18328" y="0"/>
                </a:lnTo>
                <a:lnTo>
                  <a:pt x="19956" y="0"/>
                </a:lnTo>
                <a:lnTo>
                  <a:pt x="21600" y="0"/>
                </a:lnTo>
                <a:lnTo>
                  <a:pt x="21343" y="2502"/>
                </a:lnTo>
                <a:lnTo>
                  <a:pt x="21047" y="4950"/>
                </a:lnTo>
                <a:lnTo>
                  <a:pt x="20682" y="7358"/>
                </a:lnTo>
                <a:lnTo>
                  <a:pt x="20220" y="9731"/>
                </a:lnTo>
                <a:lnTo>
                  <a:pt x="19637" y="12074"/>
                </a:lnTo>
                <a:lnTo>
                  <a:pt x="18900" y="14400"/>
                </a:lnTo>
                <a:lnTo>
                  <a:pt x="16810" y="14832"/>
                </a:lnTo>
                <a:lnTo>
                  <a:pt x="15344" y="15048"/>
                </a:lnTo>
                <a:lnTo>
                  <a:pt x="14113" y="15048"/>
                </a:lnTo>
                <a:lnTo>
                  <a:pt x="12728" y="14832"/>
                </a:lnTo>
                <a:lnTo>
                  <a:pt x="10800" y="14400"/>
                </a:lnTo>
                <a:lnTo>
                  <a:pt x="10800" y="16780"/>
                </a:lnTo>
                <a:lnTo>
                  <a:pt x="10800" y="19174"/>
                </a:lnTo>
                <a:lnTo>
                  <a:pt x="10800" y="21600"/>
                </a:lnTo>
                <a:lnTo>
                  <a:pt x="9272" y="20581"/>
                </a:lnTo>
                <a:lnTo>
                  <a:pt x="7744" y="19562"/>
                </a:lnTo>
                <a:lnTo>
                  <a:pt x="6210" y="18540"/>
                </a:lnTo>
                <a:lnTo>
                  <a:pt x="4671" y="17514"/>
                </a:lnTo>
                <a:lnTo>
                  <a:pt x="3124" y="16481"/>
                </a:lnTo>
                <a:lnTo>
                  <a:pt x="1569" y="15444"/>
                </a:lnTo>
                <a:lnTo>
                  <a:pt x="0" y="14400"/>
                </a:lnTo>
                <a:lnTo>
                  <a:pt x="1466" y="14198"/>
                </a:lnTo>
                <a:lnTo>
                  <a:pt x="2954" y="13993"/>
                </a:lnTo>
                <a:lnTo>
                  <a:pt x="4779" y="13637"/>
                </a:lnTo>
                <a:lnTo>
                  <a:pt x="6556" y="13248"/>
                </a:lnTo>
                <a:lnTo>
                  <a:pt x="8302" y="12798"/>
                </a:lnTo>
                <a:lnTo>
                  <a:pt x="10030" y="12258"/>
                </a:lnTo>
                <a:lnTo>
                  <a:pt x="11759" y="11603"/>
                </a:lnTo>
                <a:lnTo>
                  <a:pt x="13500" y="10800"/>
                </a:lnTo>
                <a:lnTo>
                  <a:pt x="13905" y="8014"/>
                </a:lnTo>
                <a:lnTo>
                  <a:pt x="14108" y="6059"/>
                </a:lnTo>
                <a:lnTo>
                  <a:pt x="14108" y="4417"/>
                </a:lnTo>
                <a:lnTo>
                  <a:pt x="13905" y="2570"/>
                </a:lnTo>
                <a:lnTo>
                  <a:pt x="13500" y="0"/>
                </a:lnTo>
                <a:close/>
              </a:path>
            </a:pathLst>
          </a:custGeom>
          <a:solidFill>
            <a:srgbClr val="504F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2" name="contour_13430"/>
          <p:cNvSpPr/>
          <p:nvPr/>
        </p:nvSpPr>
        <p:spPr>
          <a:xfrm>
            <a:off x="2342532" y="1792846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19815" y="12960"/>
                </a:lnTo>
                <a:lnTo>
                  <a:pt x="18020" y="12960"/>
                </a:lnTo>
                <a:lnTo>
                  <a:pt x="16200" y="12960"/>
                </a:lnTo>
                <a:lnTo>
                  <a:pt x="15209" y="15526"/>
                </a:lnTo>
                <a:lnTo>
                  <a:pt x="14596" y="17280"/>
                </a:lnTo>
                <a:lnTo>
                  <a:pt x="14113" y="19034"/>
                </a:lnTo>
                <a:lnTo>
                  <a:pt x="13500" y="21600"/>
                </a:lnTo>
                <a:lnTo>
                  <a:pt x="13165" y="18654"/>
                </a:lnTo>
                <a:lnTo>
                  <a:pt x="12825" y="15660"/>
                </a:lnTo>
                <a:lnTo>
                  <a:pt x="11823" y="12597"/>
                </a:lnTo>
                <a:lnTo>
                  <a:pt x="10757" y="10092"/>
                </a:lnTo>
                <a:lnTo>
                  <a:pt x="9607" y="8048"/>
                </a:lnTo>
                <a:lnTo>
                  <a:pt x="8357" y="6363"/>
                </a:lnTo>
                <a:lnTo>
                  <a:pt x="6988" y="4946"/>
                </a:lnTo>
                <a:lnTo>
                  <a:pt x="5486" y="3698"/>
                </a:lnTo>
                <a:lnTo>
                  <a:pt x="3831" y="2523"/>
                </a:lnTo>
                <a:lnTo>
                  <a:pt x="2009" y="1322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3" name="contour_13431"/>
          <p:cNvSpPr/>
          <p:nvPr/>
        </p:nvSpPr>
        <p:spPr>
          <a:xfrm>
            <a:off x="7917131" y="1763694"/>
            <a:ext cx="3216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0" y="0"/>
                </a:moveTo>
                <a:lnTo>
                  <a:pt x="3446" y="846"/>
                </a:lnTo>
                <a:lnTo>
                  <a:pt x="6348" y="1721"/>
                </a:lnTo>
                <a:lnTo>
                  <a:pt x="9197" y="2646"/>
                </a:lnTo>
                <a:lnTo>
                  <a:pt x="11987" y="3640"/>
                </a:lnTo>
                <a:lnTo>
                  <a:pt x="14728" y="4716"/>
                </a:lnTo>
                <a:lnTo>
                  <a:pt x="17415" y="5897"/>
                </a:lnTo>
                <a:lnTo>
                  <a:pt x="20058" y="7200"/>
                </a:lnTo>
                <a:lnTo>
                  <a:pt x="21086" y="9986"/>
                </a:lnTo>
                <a:lnTo>
                  <a:pt x="21600" y="11941"/>
                </a:lnTo>
                <a:lnTo>
                  <a:pt x="21600" y="13583"/>
                </a:lnTo>
                <a:lnTo>
                  <a:pt x="21086" y="15430"/>
                </a:lnTo>
                <a:lnTo>
                  <a:pt x="20058" y="18000"/>
                </a:lnTo>
                <a:lnTo>
                  <a:pt x="16563" y="19325"/>
                </a:lnTo>
                <a:lnTo>
                  <a:pt x="14052" y="20174"/>
                </a:lnTo>
                <a:lnTo>
                  <a:pt x="11821" y="20722"/>
                </a:lnTo>
                <a:lnTo>
                  <a:pt x="9163" y="21139"/>
                </a:lnTo>
                <a:lnTo>
                  <a:pt x="5374" y="21600"/>
                </a:lnTo>
                <a:lnTo>
                  <a:pt x="2535" y="19451"/>
                </a:lnTo>
                <a:lnTo>
                  <a:pt x="1033" y="17914"/>
                </a:lnTo>
                <a:lnTo>
                  <a:pt x="352" y="16247"/>
                </a:lnTo>
                <a:lnTo>
                  <a:pt x="0" y="13712"/>
                </a:lnTo>
                <a:lnTo>
                  <a:pt x="88" y="11261"/>
                </a:lnTo>
                <a:lnTo>
                  <a:pt x="176" y="8777"/>
                </a:lnTo>
                <a:lnTo>
                  <a:pt x="240" y="6311"/>
                </a:lnTo>
                <a:lnTo>
                  <a:pt x="308" y="3812"/>
                </a:lnTo>
                <a:lnTo>
                  <a:pt x="392" y="1919"/>
                </a:lnTo>
                <a:lnTo>
                  <a:pt x="480" y="0"/>
                </a:lnTo>
                <a:close/>
              </a:path>
            </a:pathLst>
          </a:custGeom>
          <a:solidFill>
            <a:srgbClr val="F4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4" name="contour_13432"/>
          <p:cNvSpPr/>
          <p:nvPr/>
        </p:nvSpPr>
        <p:spPr>
          <a:xfrm>
            <a:off x="10563386" y="173454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1" y="0"/>
                </a:lnTo>
                <a:lnTo>
                  <a:pt x="10027" y="0"/>
                </a:lnTo>
                <a:lnTo>
                  <a:pt x="12895" y="0"/>
                </a:lnTo>
                <a:lnTo>
                  <a:pt x="15777" y="0"/>
                </a:lnTo>
                <a:lnTo>
                  <a:pt x="18675" y="0"/>
                </a:lnTo>
                <a:lnTo>
                  <a:pt x="21600" y="0"/>
                </a:lnTo>
                <a:lnTo>
                  <a:pt x="20287" y="2037"/>
                </a:lnTo>
                <a:lnTo>
                  <a:pt x="18960" y="3971"/>
                </a:lnTo>
                <a:lnTo>
                  <a:pt x="17613" y="5813"/>
                </a:lnTo>
                <a:lnTo>
                  <a:pt x="16230" y="7575"/>
                </a:lnTo>
                <a:lnTo>
                  <a:pt x="14796" y="9266"/>
                </a:lnTo>
                <a:lnTo>
                  <a:pt x="13301" y="10896"/>
                </a:lnTo>
                <a:lnTo>
                  <a:pt x="11733" y="12482"/>
                </a:lnTo>
                <a:lnTo>
                  <a:pt x="10074" y="14028"/>
                </a:lnTo>
                <a:lnTo>
                  <a:pt x="8312" y="15549"/>
                </a:lnTo>
                <a:lnTo>
                  <a:pt x="6437" y="17058"/>
                </a:lnTo>
                <a:lnTo>
                  <a:pt x="4437" y="18561"/>
                </a:lnTo>
                <a:lnTo>
                  <a:pt x="2294" y="20069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777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5" name="contour_13433"/>
          <p:cNvSpPr/>
          <p:nvPr/>
        </p:nvSpPr>
        <p:spPr>
          <a:xfrm>
            <a:off x="8559189" y="1734542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268"/>
                </a:lnTo>
                <a:lnTo>
                  <a:pt x="6823" y="497"/>
                </a:lnTo>
                <a:lnTo>
                  <a:pt x="8260" y="786"/>
                </a:lnTo>
                <a:lnTo>
                  <a:pt x="10013" y="1218"/>
                </a:lnTo>
                <a:lnTo>
                  <a:pt x="12534" y="1892"/>
                </a:lnTo>
                <a:lnTo>
                  <a:pt x="14228" y="2328"/>
                </a:lnTo>
                <a:lnTo>
                  <a:pt x="15932" y="2773"/>
                </a:lnTo>
                <a:lnTo>
                  <a:pt x="17660" y="3223"/>
                </a:lnTo>
                <a:lnTo>
                  <a:pt x="19616" y="3767"/>
                </a:lnTo>
                <a:lnTo>
                  <a:pt x="21600" y="4320"/>
                </a:lnTo>
                <a:lnTo>
                  <a:pt x="21298" y="7404"/>
                </a:lnTo>
                <a:lnTo>
                  <a:pt x="20986" y="9621"/>
                </a:lnTo>
                <a:lnTo>
                  <a:pt x="20517" y="11591"/>
                </a:lnTo>
                <a:lnTo>
                  <a:pt x="19742" y="13936"/>
                </a:lnTo>
                <a:lnTo>
                  <a:pt x="18514" y="17280"/>
                </a:lnTo>
                <a:lnTo>
                  <a:pt x="16620" y="18157"/>
                </a:lnTo>
                <a:lnTo>
                  <a:pt x="14722" y="18909"/>
                </a:lnTo>
                <a:lnTo>
                  <a:pt x="12815" y="19548"/>
                </a:lnTo>
                <a:lnTo>
                  <a:pt x="10902" y="20088"/>
                </a:lnTo>
                <a:lnTo>
                  <a:pt x="8973" y="20550"/>
                </a:lnTo>
                <a:lnTo>
                  <a:pt x="7029" y="20943"/>
                </a:lnTo>
                <a:lnTo>
                  <a:pt x="5070" y="21289"/>
                </a:lnTo>
                <a:lnTo>
                  <a:pt x="3086" y="21600"/>
                </a:lnTo>
                <a:lnTo>
                  <a:pt x="2493" y="18814"/>
                </a:lnTo>
                <a:lnTo>
                  <a:pt x="1916" y="16023"/>
                </a:lnTo>
                <a:lnTo>
                  <a:pt x="1352" y="13228"/>
                </a:lnTo>
                <a:lnTo>
                  <a:pt x="1108" y="12061"/>
                </a:lnTo>
                <a:lnTo>
                  <a:pt x="373" y="8523"/>
                </a:lnTo>
                <a:lnTo>
                  <a:pt x="188" y="6437"/>
                </a:lnTo>
                <a:lnTo>
                  <a:pt x="0" y="4320"/>
                </a:lnTo>
                <a:lnTo>
                  <a:pt x="1531" y="2177"/>
                </a:lnTo>
                <a:lnTo>
                  <a:pt x="3086" y="0"/>
                </a:lnTo>
                <a:close/>
              </a:path>
            </a:pathLst>
          </a:custGeom>
          <a:solidFill>
            <a:srgbClr val="DDE7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6" name="contour_13434"/>
          <p:cNvSpPr/>
          <p:nvPr/>
        </p:nvSpPr>
        <p:spPr>
          <a:xfrm>
            <a:off x="4995856" y="1733828"/>
            <a:ext cx="86960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" y="415"/>
                </a:moveTo>
                <a:lnTo>
                  <a:pt x="2902" y="93"/>
                </a:lnTo>
                <a:lnTo>
                  <a:pt x="3778" y="0"/>
                </a:lnTo>
                <a:lnTo>
                  <a:pt x="4743" y="136"/>
                </a:lnTo>
                <a:lnTo>
                  <a:pt x="6220" y="513"/>
                </a:lnTo>
                <a:lnTo>
                  <a:pt x="7114" y="733"/>
                </a:lnTo>
                <a:lnTo>
                  <a:pt x="8012" y="953"/>
                </a:lnTo>
                <a:lnTo>
                  <a:pt x="8925" y="1178"/>
                </a:lnTo>
                <a:lnTo>
                  <a:pt x="9860" y="1449"/>
                </a:lnTo>
                <a:lnTo>
                  <a:pt x="10802" y="1724"/>
                </a:lnTo>
                <a:lnTo>
                  <a:pt x="11756" y="2004"/>
                </a:lnTo>
                <a:lnTo>
                  <a:pt x="12699" y="2246"/>
                </a:lnTo>
                <a:lnTo>
                  <a:pt x="13649" y="2487"/>
                </a:lnTo>
                <a:lnTo>
                  <a:pt x="14611" y="2733"/>
                </a:lnTo>
                <a:lnTo>
                  <a:pt x="15776" y="3038"/>
                </a:lnTo>
                <a:lnTo>
                  <a:pt x="16942" y="3347"/>
                </a:lnTo>
                <a:lnTo>
                  <a:pt x="18106" y="3665"/>
                </a:lnTo>
                <a:lnTo>
                  <a:pt x="19272" y="3987"/>
                </a:lnTo>
                <a:lnTo>
                  <a:pt x="20436" y="4317"/>
                </a:lnTo>
                <a:lnTo>
                  <a:pt x="21600" y="4652"/>
                </a:lnTo>
                <a:lnTo>
                  <a:pt x="21600" y="6754"/>
                </a:lnTo>
                <a:lnTo>
                  <a:pt x="21600" y="8889"/>
                </a:lnTo>
                <a:lnTo>
                  <a:pt x="20465" y="9097"/>
                </a:lnTo>
                <a:lnTo>
                  <a:pt x="19323" y="9304"/>
                </a:lnTo>
                <a:lnTo>
                  <a:pt x="18164" y="9516"/>
                </a:lnTo>
                <a:lnTo>
                  <a:pt x="17044" y="9753"/>
                </a:lnTo>
                <a:lnTo>
                  <a:pt x="15921" y="9995"/>
                </a:lnTo>
                <a:lnTo>
                  <a:pt x="14801" y="10236"/>
                </a:lnTo>
                <a:lnTo>
                  <a:pt x="13680" y="10478"/>
                </a:lnTo>
                <a:lnTo>
                  <a:pt x="12558" y="10677"/>
                </a:lnTo>
                <a:lnTo>
                  <a:pt x="11417" y="10876"/>
                </a:lnTo>
                <a:lnTo>
                  <a:pt x="9341" y="11359"/>
                </a:lnTo>
                <a:lnTo>
                  <a:pt x="7800" y="11804"/>
                </a:lnTo>
                <a:lnTo>
                  <a:pt x="6649" y="12330"/>
                </a:lnTo>
                <a:lnTo>
                  <a:pt x="5737" y="13046"/>
                </a:lnTo>
                <a:lnTo>
                  <a:pt x="4920" y="14075"/>
                </a:lnTo>
                <a:lnTo>
                  <a:pt x="4048" y="15528"/>
                </a:lnTo>
                <a:lnTo>
                  <a:pt x="2974" y="17528"/>
                </a:lnTo>
                <a:lnTo>
                  <a:pt x="2335" y="19549"/>
                </a:lnTo>
                <a:lnTo>
                  <a:pt x="1687" y="21600"/>
                </a:lnTo>
                <a:lnTo>
                  <a:pt x="856" y="16800"/>
                </a:lnTo>
                <a:lnTo>
                  <a:pt x="320" y="13406"/>
                </a:lnTo>
                <a:lnTo>
                  <a:pt x="47" y="10931"/>
                </a:lnTo>
                <a:lnTo>
                  <a:pt x="0" y="8898"/>
                </a:lnTo>
                <a:lnTo>
                  <a:pt x="145" y="6821"/>
                </a:lnTo>
                <a:lnTo>
                  <a:pt x="449" y="4216"/>
                </a:lnTo>
                <a:lnTo>
                  <a:pt x="1063" y="2330"/>
                </a:lnTo>
                <a:lnTo>
                  <a:pt x="1687" y="415"/>
                </a:lnTo>
                <a:close/>
              </a:path>
            </a:pathLst>
          </a:custGeom>
          <a:solidFill>
            <a:srgbClr val="D6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7" name="contour_13435"/>
          <p:cNvSpPr/>
          <p:nvPr/>
        </p:nvSpPr>
        <p:spPr>
          <a:xfrm>
            <a:off x="1693901" y="173454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400" y="2856"/>
                </a:lnTo>
                <a:lnTo>
                  <a:pt x="14400" y="5728"/>
                </a:lnTo>
                <a:lnTo>
                  <a:pt x="14400" y="8640"/>
                </a:lnTo>
                <a:lnTo>
                  <a:pt x="16538" y="10225"/>
                </a:lnTo>
                <a:lnTo>
                  <a:pt x="18000" y="11206"/>
                </a:lnTo>
                <a:lnTo>
                  <a:pt x="19462" y="11979"/>
                </a:lnTo>
                <a:lnTo>
                  <a:pt x="21600" y="12960"/>
                </a:lnTo>
                <a:lnTo>
                  <a:pt x="20783" y="15526"/>
                </a:lnTo>
                <a:lnTo>
                  <a:pt x="20138" y="17280"/>
                </a:lnTo>
                <a:lnTo>
                  <a:pt x="19321" y="19034"/>
                </a:lnTo>
                <a:lnTo>
                  <a:pt x="18000" y="21600"/>
                </a:lnTo>
                <a:lnTo>
                  <a:pt x="15620" y="21600"/>
                </a:lnTo>
                <a:lnTo>
                  <a:pt x="13226" y="21600"/>
                </a:lnTo>
                <a:lnTo>
                  <a:pt x="10800" y="21600"/>
                </a:lnTo>
                <a:lnTo>
                  <a:pt x="10800" y="18744"/>
                </a:lnTo>
                <a:lnTo>
                  <a:pt x="10800" y="15872"/>
                </a:lnTo>
                <a:lnTo>
                  <a:pt x="10800" y="12960"/>
                </a:lnTo>
                <a:lnTo>
                  <a:pt x="8662" y="12960"/>
                </a:lnTo>
                <a:lnTo>
                  <a:pt x="6516" y="12960"/>
                </a:lnTo>
                <a:lnTo>
                  <a:pt x="4363" y="12960"/>
                </a:lnTo>
                <a:lnTo>
                  <a:pt x="2192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6363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8" name="contour_13436"/>
          <p:cNvSpPr/>
          <p:nvPr/>
        </p:nvSpPr>
        <p:spPr>
          <a:xfrm>
            <a:off x="1365941" y="1711257"/>
            <a:ext cx="43728" cy="45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174" y="112"/>
                </a:lnTo>
                <a:lnTo>
                  <a:pt x="12460" y="227"/>
                </a:lnTo>
                <a:lnTo>
                  <a:pt x="14746" y="338"/>
                </a:lnTo>
                <a:lnTo>
                  <a:pt x="17032" y="453"/>
                </a:lnTo>
                <a:lnTo>
                  <a:pt x="19314" y="565"/>
                </a:lnTo>
                <a:lnTo>
                  <a:pt x="21600" y="680"/>
                </a:lnTo>
                <a:lnTo>
                  <a:pt x="21204" y="2981"/>
                </a:lnTo>
                <a:lnTo>
                  <a:pt x="20808" y="5282"/>
                </a:lnTo>
                <a:lnTo>
                  <a:pt x="20412" y="7591"/>
                </a:lnTo>
                <a:lnTo>
                  <a:pt x="20016" y="9902"/>
                </a:lnTo>
                <a:lnTo>
                  <a:pt x="19616" y="12221"/>
                </a:lnTo>
                <a:lnTo>
                  <a:pt x="19213" y="14546"/>
                </a:lnTo>
                <a:lnTo>
                  <a:pt x="18814" y="16886"/>
                </a:lnTo>
                <a:lnTo>
                  <a:pt x="18407" y="19236"/>
                </a:lnTo>
                <a:lnTo>
                  <a:pt x="18000" y="21600"/>
                </a:lnTo>
                <a:lnTo>
                  <a:pt x="16142" y="20310"/>
                </a:lnTo>
                <a:lnTo>
                  <a:pt x="14292" y="19009"/>
                </a:lnTo>
                <a:lnTo>
                  <a:pt x="12449" y="17702"/>
                </a:lnTo>
                <a:lnTo>
                  <a:pt x="10609" y="16384"/>
                </a:lnTo>
                <a:lnTo>
                  <a:pt x="8773" y="15062"/>
                </a:lnTo>
                <a:lnTo>
                  <a:pt x="7060" y="13846"/>
                </a:lnTo>
                <a:lnTo>
                  <a:pt x="5335" y="12625"/>
                </a:lnTo>
                <a:lnTo>
                  <a:pt x="3586" y="11388"/>
                </a:lnTo>
                <a:lnTo>
                  <a:pt x="2401" y="10153"/>
                </a:lnTo>
                <a:lnTo>
                  <a:pt x="1210" y="8908"/>
                </a:lnTo>
                <a:lnTo>
                  <a:pt x="0" y="7653"/>
                </a:lnTo>
                <a:lnTo>
                  <a:pt x="637" y="4826"/>
                </a:lnTo>
                <a:lnTo>
                  <a:pt x="1544" y="2838"/>
                </a:lnTo>
                <a:lnTo>
                  <a:pt x="2920" y="1496"/>
                </a:lnTo>
                <a:lnTo>
                  <a:pt x="4968" y="614"/>
                </a:lnTo>
                <a:lnTo>
                  <a:pt x="7888" y="0"/>
                </a:lnTo>
                <a:close/>
              </a:path>
            </a:pathLst>
          </a:custGeom>
          <a:solidFill>
            <a:srgbClr val="7272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39" name="contour_13437"/>
          <p:cNvSpPr/>
          <p:nvPr/>
        </p:nvSpPr>
        <p:spPr>
          <a:xfrm>
            <a:off x="1613733" y="1697650"/>
            <a:ext cx="36440" cy="44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8" y="0"/>
                </a:moveTo>
                <a:lnTo>
                  <a:pt x="17440" y="71"/>
                </a:lnTo>
                <a:lnTo>
                  <a:pt x="19509" y="146"/>
                </a:lnTo>
                <a:lnTo>
                  <a:pt x="21600" y="221"/>
                </a:lnTo>
                <a:lnTo>
                  <a:pt x="21600" y="2337"/>
                </a:lnTo>
                <a:lnTo>
                  <a:pt x="21600" y="4461"/>
                </a:lnTo>
                <a:lnTo>
                  <a:pt x="21600" y="6592"/>
                </a:lnTo>
                <a:lnTo>
                  <a:pt x="21600" y="8740"/>
                </a:lnTo>
                <a:lnTo>
                  <a:pt x="21600" y="10910"/>
                </a:lnTo>
                <a:lnTo>
                  <a:pt x="19034" y="10910"/>
                </a:lnTo>
                <a:lnTo>
                  <a:pt x="16459" y="10910"/>
                </a:lnTo>
                <a:lnTo>
                  <a:pt x="13876" y="10910"/>
                </a:lnTo>
                <a:lnTo>
                  <a:pt x="11271" y="10910"/>
                </a:lnTo>
                <a:lnTo>
                  <a:pt x="8640" y="10910"/>
                </a:lnTo>
                <a:lnTo>
                  <a:pt x="8640" y="13027"/>
                </a:lnTo>
                <a:lnTo>
                  <a:pt x="8640" y="15151"/>
                </a:lnTo>
                <a:lnTo>
                  <a:pt x="8640" y="17281"/>
                </a:lnTo>
                <a:lnTo>
                  <a:pt x="8640" y="19430"/>
                </a:lnTo>
                <a:lnTo>
                  <a:pt x="8640" y="21600"/>
                </a:lnTo>
                <a:lnTo>
                  <a:pt x="5789" y="21600"/>
                </a:lnTo>
                <a:lnTo>
                  <a:pt x="2916" y="21600"/>
                </a:lnTo>
                <a:lnTo>
                  <a:pt x="0" y="21600"/>
                </a:lnTo>
                <a:lnTo>
                  <a:pt x="462" y="19426"/>
                </a:lnTo>
                <a:lnTo>
                  <a:pt x="933" y="17256"/>
                </a:lnTo>
                <a:lnTo>
                  <a:pt x="1408" y="15087"/>
                </a:lnTo>
                <a:lnTo>
                  <a:pt x="1892" y="12913"/>
                </a:lnTo>
                <a:lnTo>
                  <a:pt x="2415" y="10490"/>
                </a:lnTo>
                <a:lnTo>
                  <a:pt x="2955" y="8028"/>
                </a:lnTo>
                <a:lnTo>
                  <a:pt x="4039" y="5145"/>
                </a:lnTo>
                <a:lnTo>
                  <a:pt x="5279" y="3054"/>
                </a:lnTo>
                <a:lnTo>
                  <a:pt x="6852" y="1625"/>
                </a:lnTo>
                <a:lnTo>
                  <a:pt x="8938" y="723"/>
                </a:lnTo>
                <a:lnTo>
                  <a:pt x="11724" y="228"/>
                </a:lnTo>
                <a:lnTo>
                  <a:pt x="15388" y="0"/>
                </a:lnTo>
                <a:close/>
              </a:path>
            </a:pathLst>
          </a:custGeom>
          <a:solidFill>
            <a:srgbClr val="999A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0" name="contour_13438"/>
          <p:cNvSpPr/>
          <p:nvPr/>
        </p:nvSpPr>
        <p:spPr>
          <a:xfrm>
            <a:off x="10876770" y="1712678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1" y="259"/>
                </a:lnTo>
                <a:lnTo>
                  <a:pt x="3067" y="547"/>
                </a:lnTo>
                <a:lnTo>
                  <a:pt x="4579" y="875"/>
                </a:lnTo>
                <a:lnTo>
                  <a:pt x="6079" y="1260"/>
                </a:lnTo>
                <a:lnTo>
                  <a:pt x="7567" y="1710"/>
                </a:lnTo>
                <a:lnTo>
                  <a:pt x="9050" y="2243"/>
                </a:lnTo>
                <a:lnTo>
                  <a:pt x="10526" y="2869"/>
                </a:lnTo>
                <a:lnTo>
                  <a:pt x="12000" y="3600"/>
                </a:lnTo>
                <a:lnTo>
                  <a:pt x="12739" y="6278"/>
                </a:lnTo>
                <a:lnTo>
                  <a:pt x="13234" y="8179"/>
                </a:lnTo>
                <a:lnTo>
                  <a:pt x="13598" y="9821"/>
                </a:lnTo>
                <a:lnTo>
                  <a:pt x="13949" y="11722"/>
                </a:lnTo>
                <a:lnTo>
                  <a:pt x="14400" y="14400"/>
                </a:lnTo>
                <a:lnTo>
                  <a:pt x="16258" y="15617"/>
                </a:lnTo>
                <a:lnTo>
                  <a:pt x="17561" y="16412"/>
                </a:lnTo>
                <a:lnTo>
                  <a:pt x="18655" y="16960"/>
                </a:lnTo>
                <a:lnTo>
                  <a:pt x="19886" y="17431"/>
                </a:lnTo>
                <a:lnTo>
                  <a:pt x="21600" y="18000"/>
                </a:lnTo>
                <a:lnTo>
                  <a:pt x="20016" y="18594"/>
                </a:lnTo>
                <a:lnTo>
                  <a:pt x="18430" y="19188"/>
                </a:lnTo>
                <a:lnTo>
                  <a:pt x="16836" y="19786"/>
                </a:lnTo>
                <a:lnTo>
                  <a:pt x="15235" y="20387"/>
                </a:lnTo>
                <a:lnTo>
                  <a:pt x="13625" y="20992"/>
                </a:lnTo>
                <a:lnTo>
                  <a:pt x="12000" y="21600"/>
                </a:lnTo>
                <a:lnTo>
                  <a:pt x="12000" y="19462"/>
                </a:lnTo>
                <a:lnTo>
                  <a:pt x="12000" y="17316"/>
                </a:lnTo>
                <a:lnTo>
                  <a:pt x="12000" y="15163"/>
                </a:lnTo>
                <a:lnTo>
                  <a:pt x="12000" y="12992"/>
                </a:lnTo>
                <a:lnTo>
                  <a:pt x="12000" y="10800"/>
                </a:lnTo>
                <a:lnTo>
                  <a:pt x="10574" y="10800"/>
                </a:lnTo>
                <a:lnTo>
                  <a:pt x="9144" y="10800"/>
                </a:lnTo>
                <a:lnTo>
                  <a:pt x="7709" y="10800"/>
                </a:lnTo>
                <a:lnTo>
                  <a:pt x="6262" y="10800"/>
                </a:lnTo>
                <a:lnTo>
                  <a:pt x="4800" y="10800"/>
                </a:lnTo>
                <a:lnTo>
                  <a:pt x="4800" y="8420"/>
                </a:lnTo>
                <a:lnTo>
                  <a:pt x="4800" y="6026"/>
                </a:lnTo>
                <a:lnTo>
                  <a:pt x="4800" y="3600"/>
                </a:lnTo>
                <a:lnTo>
                  <a:pt x="3374" y="2279"/>
                </a:lnTo>
                <a:lnTo>
                  <a:pt x="2400" y="1462"/>
                </a:lnTo>
                <a:lnTo>
                  <a:pt x="1426" y="817"/>
                </a:lnTo>
                <a:lnTo>
                  <a:pt x="0" y="0"/>
                </a:lnTo>
                <a:close/>
              </a:path>
            </a:pathLst>
          </a:custGeom>
          <a:solidFill>
            <a:srgbClr val="D7CE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1" name="contour_13439"/>
          <p:cNvSpPr/>
          <p:nvPr/>
        </p:nvSpPr>
        <p:spPr>
          <a:xfrm>
            <a:off x="10949650" y="1712328"/>
            <a:ext cx="58304" cy="36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5"/>
                </a:moveTo>
                <a:lnTo>
                  <a:pt x="21600" y="3029"/>
                </a:lnTo>
                <a:lnTo>
                  <a:pt x="21600" y="5858"/>
                </a:lnTo>
                <a:lnTo>
                  <a:pt x="21600" y="8699"/>
                </a:lnTo>
                <a:lnTo>
                  <a:pt x="21600" y="11553"/>
                </a:lnTo>
                <a:lnTo>
                  <a:pt x="21600" y="14424"/>
                </a:lnTo>
                <a:lnTo>
                  <a:pt x="21600" y="17321"/>
                </a:lnTo>
                <a:lnTo>
                  <a:pt x="20182" y="16709"/>
                </a:lnTo>
                <a:lnTo>
                  <a:pt x="18741" y="16084"/>
                </a:lnTo>
                <a:lnTo>
                  <a:pt x="16894" y="15370"/>
                </a:lnTo>
                <a:lnTo>
                  <a:pt x="15017" y="14647"/>
                </a:lnTo>
                <a:lnTo>
                  <a:pt x="14097" y="14270"/>
                </a:lnTo>
                <a:lnTo>
                  <a:pt x="11316" y="13141"/>
                </a:lnTo>
                <a:lnTo>
                  <a:pt x="10516" y="13119"/>
                </a:lnTo>
                <a:lnTo>
                  <a:pt x="8100" y="13042"/>
                </a:lnTo>
                <a:lnTo>
                  <a:pt x="7055" y="15528"/>
                </a:lnTo>
                <a:lnTo>
                  <a:pt x="6426" y="17248"/>
                </a:lnTo>
                <a:lnTo>
                  <a:pt x="5959" y="19003"/>
                </a:lnTo>
                <a:lnTo>
                  <a:pt x="5400" y="21600"/>
                </a:lnTo>
                <a:lnTo>
                  <a:pt x="5400" y="18772"/>
                </a:lnTo>
                <a:lnTo>
                  <a:pt x="5400" y="15926"/>
                </a:lnTo>
                <a:lnTo>
                  <a:pt x="5400" y="13042"/>
                </a:lnTo>
                <a:lnTo>
                  <a:pt x="3796" y="11472"/>
                </a:lnTo>
                <a:lnTo>
                  <a:pt x="2700" y="10500"/>
                </a:lnTo>
                <a:lnTo>
                  <a:pt x="1604" y="9735"/>
                </a:lnTo>
                <a:lnTo>
                  <a:pt x="0" y="8763"/>
                </a:lnTo>
                <a:lnTo>
                  <a:pt x="1841" y="7082"/>
                </a:lnTo>
                <a:lnTo>
                  <a:pt x="3607" y="5588"/>
                </a:lnTo>
                <a:lnTo>
                  <a:pt x="5319" y="4283"/>
                </a:lnTo>
                <a:lnTo>
                  <a:pt x="6998" y="3162"/>
                </a:lnTo>
                <a:lnTo>
                  <a:pt x="8662" y="2216"/>
                </a:lnTo>
                <a:lnTo>
                  <a:pt x="10333" y="1442"/>
                </a:lnTo>
                <a:lnTo>
                  <a:pt x="12028" y="839"/>
                </a:lnTo>
                <a:lnTo>
                  <a:pt x="13773" y="402"/>
                </a:lnTo>
                <a:lnTo>
                  <a:pt x="15582" y="124"/>
                </a:lnTo>
                <a:lnTo>
                  <a:pt x="17474" y="0"/>
                </a:lnTo>
                <a:lnTo>
                  <a:pt x="19475" y="30"/>
                </a:lnTo>
                <a:lnTo>
                  <a:pt x="21600" y="205"/>
                </a:lnTo>
                <a:close/>
              </a:path>
            </a:pathLst>
          </a:custGeom>
          <a:solidFill>
            <a:srgbClr val="F0F3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2" name="contour_13440"/>
          <p:cNvSpPr/>
          <p:nvPr/>
        </p:nvSpPr>
        <p:spPr>
          <a:xfrm>
            <a:off x="7145318" y="1683526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6794" y="2037"/>
                </a:lnTo>
                <a:lnTo>
                  <a:pt x="17388" y="4076"/>
                </a:lnTo>
                <a:lnTo>
                  <a:pt x="17982" y="6116"/>
                </a:lnTo>
                <a:lnTo>
                  <a:pt x="18581" y="8162"/>
                </a:lnTo>
                <a:lnTo>
                  <a:pt x="19181" y="10214"/>
                </a:lnTo>
                <a:lnTo>
                  <a:pt x="19780" y="12275"/>
                </a:lnTo>
                <a:lnTo>
                  <a:pt x="20385" y="14342"/>
                </a:lnTo>
                <a:lnTo>
                  <a:pt x="20990" y="16422"/>
                </a:lnTo>
                <a:lnTo>
                  <a:pt x="21600" y="18514"/>
                </a:lnTo>
                <a:lnTo>
                  <a:pt x="18036" y="19023"/>
                </a:lnTo>
                <a:lnTo>
                  <a:pt x="14467" y="19533"/>
                </a:lnTo>
                <a:lnTo>
                  <a:pt x="10881" y="20045"/>
                </a:lnTo>
                <a:lnTo>
                  <a:pt x="7279" y="20560"/>
                </a:lnTo>
                <a:lnTo>
                  <a:pt x="3656" y="21079"/>
                </a:lnTo>
                <a:lnTo>
                  <a:pt x="0" y="21600"/>
                </a:lnTo>
                <a:lnTo>
                  <a:pt x="535" y="19462"/>
                </a:lnTo>
                <a:lnTo>
                  <a:pt x="1069" y="17320"/>
                </a:lnTo>
                <a:lnTo>
                  <a:pt x="1604" y="15179"/>
                </a:lnTo>
                <a:lnTo>
                  <a:pt x="2144" y="13034"/>
                </a:lnTo>
                <a:lnTo>
                  <a:pt x="2678" y="10880"/>
                </a:lnTo>
                <a:lnTo>
                  <a:pt x="3218" y="8723"/>
                </a:lnTo>
                <a:lnTo>
                  <a:pt x="3758" y="6557"/>
                </a:lnTo>
                <a:lnTo>
                  <a:pt x="4304" y="4382"/>
                </a:lnTo>
                <a:lnTo>
                  <a:pt x="4849" y="2197"/>
                </a:lnTo>
                <a:lnTo>
                  <a:pt x="5400" y="0"/>
                </a:lnTo>
                <a:close/>
              </a:path>
            </a:pathLst>
          </a:custGeom>
          <a:solidFill>
            <a:srgbClr val="D9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3" name="contour_13441"/>
          <p:cNvSpPr/>
          <p:nvPr/>
        </p:nvSpPr>
        <p:spPr>
          <a:xfrm>
            <a:off x="1088997" y="169081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600" y="2037"/>
                </a:lnTo>
                <a:lnTo>
                  <a:pt x="21600" y="4076"/>
                </a:lnTo>
                <a:lnTo>
                  <a:pt x="21600" y="6125"/>
                </a:lnTo>
                <a:lnTo>
                  <a:pt x="21600" y="8183"/>
                </a:lnTo>
                <a:lnTo>
                  <a:pt x="21600" y="10254"/>
                </a:lnTo>
                <a:lnTo>
                  <a:pt x="21600" y="12343"/>
                </a:lnTo>
                <a:lnTo>
                  <a:pt x="19034" y="12343"/>
                </a:lnTo>
                <a:lnTo>
                  <a:pt x="16459" y="12343"/>
                </a:lnTo>
                <a:lnTo>
                  <a:pt x="13876" y="12343"/>
                </a:lnTo>
                <a:lnTo>
                  <a:pt x="11271" y="12343"/>
                </a:lnTo>
                <a:lnTo>
                  <a:pt x="8640" y="12343"/>
                </a:lnTo>
                <a:lnTo>
                  <a:pt x="8640" y="14176"/>
                </a:lnTo>
                <a:lnTo>
                  <a:pt x="8640" y="16015"/>
                </a:lnTo>
                <a:lnTo>
                  <a:pt x="8640" y="17860"/>
                </a:lnTo>
                <a:lnTo>
                  <a:pt x="8640" y="19721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804" y="19786"/>
                </a:lnTo>
                <a:lnTo>
                  <a:pt x="1611" y="17971"/>
                </a:lnTo>
                <a:lnTo>
                  <a:pt x="2419" y="16160"/>
                </a:lnTo>
                <a:lnTo>
                  <a:pt x="3236" y="14345"/>
                </a:lnTo>
                <a:lnTo>
                  <a:pt x="4052" y="12534"/>
                </a:lnTo>
                <a:lnTo>
                  <a:pt x="4804" y="10849"/>
                </a:lnTo>
                <a:lnTo>
                  <a:pt x="5560" y="9155"/>
                </a:lnTo>
                <a:lnTo>
                  <a:pt x="6329" y="7437"/>
                </a:lnTo>
                <a:lnTo>
                  <a:pt x="7491" y="5289"/>
                </a:lnTo>
                <a:lnTo>
                  <a:pt x="8415" y="3829"/>
                </a:lnTo>
                <a:lnTo>
                  <a:pt x="9426" y="2697"/>
                </a:lnTo>
                <a:lnTo>
                  <a:pt x="10835" y="1540"/>
                </a:lnTo>
                <a:lnTo>
                  <a:pt x="12960" y="0"/>
                </a:lnTo>
                <a:close/>
              </a:path>
            </a:pathLst>
          </a:custGeom>
          <a:solidFill>
            <a:srgbClr val="9697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4" name="contour_13442"/>
          <p:cNvSpPr/>
          <p:nvPr/>
        </p:nvSpPr>
        <p:spPr>
          <a:xfrm>
            <a:off x="1365941" y="1689553"/>
            <a:ext cx="51016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17"/>
                </a:moveTo>
                <a:lnTo>
                  <a:pt x="5153" y="594"/>
                </a:lnTo>
                <a:lnTo>
                  <a:pt x="7211" y="245"/>
                </a:lnTo>
                <a:lnTo>
                  <a:pt x="9263" y="52"/>
                </a:lnTo>
                <a:lnTo>
                  <a:pt x="11309" y="0"/>
                </a:lnTo>
                <a:lnTo>
                  <a:pt x="13358" y="65"/>
                </a:lnTo>
                <a:lnTo>
                  <a:pt x="15407" y="226"/>
                </a:lnTo>
                <a:lnTo>
                  <a:pt x="17462" y="471"/>
                </a:lnTo>
                <a:lnTo>
                  <a:pt x="19523" y="775"/>
                </a:lnTo>
                <a:lnTo>
                  <a:pt x="21600" y="1117"/>
                </a:lnTo>
                <a:lnTo>
                  <a:pt x="21390" y="5920"/>
                </a:lnTo>
                <a:lnTo>
                  <a:pt x="21125" y="9328"/>
                </a:lnTo>
                <a:lnTo>
                  <a:pt x="20656" y="12272"/>
                </a:lnTo>
                <a:lnTo>
                  <a:pt x="19835" y="15680"/>
                </a:lnTo>
                <a:lnTo>
                  <a:pt x="18514" y="20483"/>
                </a:lnTo>
                <a:lnTo>
                  <a:pt x="16447" y="21006"/>
                </a:lnTo>
                <a:lnTo>
                  <a:pt x="14389" y="21355"/>
                </a:lnTo>
                <a:lnTo>
                  <a:pt x="12337" y="21548"/>
                </a:lnTo>
                <a:lnTo>
                  <a:pt x="10291" y="21600"/>
                </a:lnTo>
                <a:lnTo>
                  <a:pt x="8242" y="21535"/>
                </a:lnTo>
                <a:lnTo>
                  <a:pt x="6193" y="21374"/>
                </a:lnTo>
                <a:lnTo>
                  <a:pt x="4138" y="21129"/>
                </a:lnTo>
                <a:lnTo>
                  <a:pt x="2077" y="20825"/>
                </a:lnTo>
                <a:lnTo>
                  <a:pt x="0" y="20483"/>
                </a:lnTo>
                <a:lnTo>
                  <a:pt x="210" y="15680"/>
                </a:lnTo>
                <a:lnTo>
                  <a:pt x="475" y="12272"/>
                </a:lnTo>
                <a:lnTo>
                  <a:pt x="944" y="9328"/>
                </a:lnTo>
                <a:lnTo>
                  <a:pt x="1765" y="5920"/>
                </a:lnTo>
                <a:lnTo>
                  <a:pt x="3086" y="1117"/>
                </a:lnTo>
                <a:close/>
              </a:path>
            </a:pathLst>
          </a:custGeom>
          <a:solidFill>
            <a:srgbClr val="8383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5" name="contour_13443"/>
          <p:cNvSpPr/>
          <p:nvPr/>
        </p:nvSpPr>
        <p:spPr>
          <a:xfrm>
            <a:off x="7187122" y="1683526"/>
            <a:ext cx="383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97" y="0"/>
                </a:moveTo>
                <a:lnTo>
                  <a:pt x="18174" y="2851"/>
                </a:lnTo>
                <a:lnTo>
                  <a:pt x="18851" y="5707"/>
                </a:lnTo>
                <a:lnTo>
                  <a:pt x="19532" y="8575"/>
                </a:lnTo>
                <a:lnTo>
                  <a:pt x="20217" y="11457"/>
                </a:lnTo>
                <a:lnTo>
                  <a:pt x="20907" y="14355"/>
                </a:lnTo>
                <a:lnTo>
                  <a:pt x="21600" y="17280"/>
                </a:lnTo>
                <a:lnTo>
                  <a:pt x="19060" y="17816"/>
                </a:lnTo>
                <a:lnTo>
                  <a:pt x="16520" y="18351"/>
                </a:lnTo>
                <a:lnTo>
                  <a:pt x="13972" y="18887"/>
                </a:lnTo>
                <a:lnTo>
                  <a:pt x="11420" y="19423"/>
                </a:lnTo>
                <a:lnTo>
                  <a:pt x="8855" y="19963"/>
                </a:lnTo>
                <a:lnTo>
                  <a:pt x="6278" y="20507"/>
                </a:lnTo>
                <a:lnTo>
                  <a:pt x="3689" y="21051"/>
                </a:lnTo>
                <a:lnTo>
                  <a:pt x="1083" y="21600"/>
                </a:lnTo>
                <a:lnTo>
                  <a:pt x="480" y="16606"/>
                </a:lnTo>
                <a:lnTo>
                  <a:pt x="119" y="13094"/>
                </a:lnTo>
                <a:lnTo>
                  <a:pt x="0" y="10593"/>
                </a:lnTo>
                <a:lnTo>
                  <a:pt x="119" y="8614"/>
                </a:lnTo>
                <a:lnTo>
                  <a:pt x="480" y="6683"/>
                </a:lnTo>
                <a:lnTo>
                  <a:pt x="1083" y="4320"/>
                </a:lnTo>
                <a:lnTo>
                  <a:pt x="3775" y="2951"/>
                </a:lnTo>
                <a:lnTo>
                  <a:pt x="6377" y="1970"/>
                </a:lnTo>
                <a:lnTo>
                  <a:pt x="8970" y="1279"/>
                </a:lnTo>
                <a:lnTo>
                  <a:pt x="11633" y="782"/>
                </a:lnTo>
                <a:lnTo>
                  <a:pt x="14452" y="389"/>
                </a:lnTo>
                <a:lnTo>
                  <a:pt x="17497" y="0"/>
                </a:lnTo>
                <a:close/>
              </a:path>
            </a:pathLst>
          </a:custGeom>
          <a:solidFill>
            <a:srgbClr val="7F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6" name="contour_13444"/>
          <p:cNvSpPr/>
          <p:nvPr/>
        </p:nvSpPr>
        <p:spPr>
          <a:xfrm>
            <a:off x="8406141" y="1676238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5F5C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7" name="contour_13445"/>
          <p:cNvSpPr/>
          <p:nvPr/>
        </p:nvSpPr>
        <p:spPr>
          <a:xfrm>
            <a:off x="1176453" y="166895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3" y="1464"/>
                </a:lnTo>
                <a:lnTo>
                  <a:pt x="5413" y="2942"/>
                </a:lnTo>
                <a:lnTo>
                  <a:pt x="8109" y="4437"/>
                </a:lnTo>
                <a:lnTo>
                  <a:pt x="10800" y="5940"/>
                </a:lnTo>
                <a:lnTo>
                  <a:pt x="12809" y="7042"/>
                </a:lnTo>
                <a:lnTo>
                  <a:pt x="14826" y="8152"/>
                </a:lnTo>
                <a:lnTo>
                  <a:pt x="16874" y="9279"/>
                </a:lnTo>
                <a:lnTo>
                  <a:pt x="19220" y="11107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C3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8" name="contour_13446"/>
          <p:cNvSpPr/>
          <p:nvPr/>
        </p:nvSpPr>
        <p:spPr>
          <a:xfrm>
            <a:off x="1737629" y="164708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8752" y="2640"/>
                </a:lnTo>
                <a:lnTo>
                  <a:pt x="19368" y="5292"/>
                </a:lnTo>
                <a:lnTo>
                  <a:pt x="19868" y="7953"/>
                </a:lnTo>
                <a:lnTo>
                  <a:pt x="20282" y="10636"/>
                </a:lnTo>
                <a:lnTo>
                  <a:pt x="20635" y="13340"/>
                </a:lnTo>
                <a:lnTo>
                  <a:pt x="20956" y="16066"/>
                </a:lnTo>
                <a:lnTo>
                  <a:pt x="21269" y="18818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1782" y="16209"/>
                </a:lnTo>
                <a:lnTo>
                  <a:pt x="3575" y="15137"/>
                </a:lnTo>
                <a:lnTo>
                  <a:pt x="5375" y="14053"/>
                </a:lnTo>
                <a:lnTo>
                  <a:pt x="7200" y="12960"/>
                </a:lnTo>
                <a:lnTo>
                  <a:pt x="7794" y="10731"/>
                </a:lnTo>
                <a:lnTo>
                  <a:pt x="8392" y="8484"/>
                </a:lnTo>
                <a:lnTo>
                  <a:pt x="9000" y="6212"/>
                </a:lnTo>
                <a:lnTo>
                  <a:pt x="9594" y="4160"/>
                </a:lnTo>
                <a:lnTo>
                  <a:pt x="10192" y="2095"/>
                </a:lnTo>
                <a:lnTo>
                  <a:pt x="10800" y="0"/>
                </a:lnTo>
                <a:close/>
              </a:path>
            </a:pathLst>
          </a:custGeom>
          <a:solidFill>
            <a:srgbClr val="25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49" name="contour_13447"/>
          <p:cNvSpPr/>
          <p:nvPr/>
        </p:nvSpPr>
        <p:spPr>
          <a:xfrm>
            <a:off x="10577962" y="1652705"/>
            <a:ext cx="44005" cy="381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46"/>
                </a:moveTo>
                <a:lnTo>
                  <a:pt x="2608" y="570"/>
                </a:lnTo>
                <a:lnTo>
                  <a:pt x="5169" y="264"/>
                </a:lnTo>
                <a:lnTo>
                  <a:pt x="7702" y="62"/>
                </a:lnTo>
                <a:lnTo>
                  <a:pt x="10224" y="0"/>
                </a:lnTo>
                <a:lnTo>
                  <a:pt x="12753" y="103"/>
                </a:lnTo>
                <a:lnTo>
                  <a:pt x="15300" y="409"/>
                </a:lnTo>
                <a:lnTo>
                  <a:pt x="17887" y="946"/>
                </a:lnTo>
                <a:lnTo>
                  <a:pt x="19336" y="3540"/>
                </a:lnTo>
                <a:lnTo>
                  <a:pt x="20394" y="6130"/>
                </a:lnTo>
                <a:lnTo>
                  <a:pt x="21103" y="8766"/>
                </a:lnTo>
                <a:lnTo>
                  <a:pt x="21493" y="11500"/>
                </a:lnTo>
                <a:lnTo>
                  <a:pt x="21600" y="14383"/>
                </a:lnTo>
                <a:lnTo>
                  <a:pt x="21464" y="17469"/>
                </a:lnTo>
                <a:lnTo>
                  <a:pt x="19464" y="19278"/>
                </a:lnTo>
                <a:lnTo>
                  <a:pt x="18051" y="20311"/>
                </a:lnTo>
                <a:lnTo>
                  <a:pt x="16560" y="20956"/>
                </a:lnTo>
                <a:lnTo>
                  <a:pt x="14309" y="21600"/>
                </a:lnTo>
                <a:lnTo>
                  <a:pt x="14309" y="18870"/>
                </a:lnTo>
                <a:lnTo>
                  <a:pt x="14309" y="16123"/>
                </a:lnTo>
                <a:lnTo>
                  <a:pt x="14309" y="13338"/>
                </a:lnTo>
                <a:lnTo>
                  <a:pt x="11959" y="12314"/>
                </a:lnTo>
                <a:lnTo>
                  <a:pt x="10102" y="11781"/>
                </a:lnTo>
                <a:lnTo>
                  <a:pt x="7155" y="11273"/>
                </a:lnTo>
                <a:lnTo>
                  <a:pt x="4207" y="10765"/>
                </a:lnTo>
                <a:lnTo>
                  <a:pt x="2350" y="10232"/>
                </a:lnTo>
                <a:lnTo>
                  <a:pt x="0" y="9208"/>
                </a:lnTo>
                <a:lnTo>
                  <a:pt x="0" y="6477"/>
                </a:lnTo>
                <a:lnTo>
                  <a:pt x="0" y="3730"/>
                </a:lnTo>
                <a:lnTo>
                  <a:pt x="0" y="946"/>
                </a:lnTo>
                <a:close/>
              </a:path>
            </a:pathLst>
          </a:custGeom>
          <a:solidFill>
            <a:srgbClr val="BEAB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0" name="contour_13448"/>
          <p:cNvSpPr/>
          <p:nvPr/>
        </p:nvSpPr>
        <p:spPr>
          <a:xfrm>
            <a:off x="10490506" y="1625842"/>
            <a:ext cx="51016" cy="35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1551"/>
                </a:moveTo>
                <a:lnTo>
                  <a:pt x="16342" y="2224"/>
                </a:lnTo>
                <a:lnTo>
                  <a:pt x="18443" y="2905"/>
                </a:lnTo>
                <a:lnTo>
                  <a:pt x="20008" y="3459"/>
                </a:lnTo>
                <a:lnTo>
                  <a:pt x="21600" y="4021"/>
                </a:lnTo>
                <a:lnTo>
                  <a:pt x="21091" y="6922"/>
                </a:lnTo>
                <a:lnTo>
                  <a:pt x="20582" y="9827"/>
                </a:lnTo>
                <a:lnTo>
                  <a:pt x="20069" y="12740"/>
                </a:lnTo>
                <a:lnTo>
                  <a:pt x="19554" y="15672"/>
                </a:lnTo>
                <a:lnTo>
                  <a:pt x="19036" y="18625"/>
                </a:lnTo>
                <a:lnTo>
                  <a:pt x="18514" y="21600"/>
                </a:lnTo>
                <a:lnTo>
                  <a:pt x="16660" y="20853"/>
                </a:lnTo>
                <a:lnTo>
                  <a:pt x="14805" y="20093"/>
                </a:lnTo>
                <a:lnTo>
                  <a:pt x="12954" y="19324"/>
                </a:lnTo>
                <a:lnTo>
                  <a:pt x="11105" y="18546"/>
                </a:lnTo>
                <a:lnTo>
                  <a:pt x="9257" y="17755"/>
                </a:lnTo>
                <a:lnTo>
                  <a:pt x="8492" y="17438"/>
                </a:lnTo>
                <a:lnTo>
                  <a:pt x="7143" y="16876"/>
                </a:lnTo>
                <a:lnTo>
                  <a:pt x="4052" y="15588"/>
                </a:lnTo>
                <a:lnTo>
                  <a:pt x="2712" y="14670"/>
                </a:lnTo>
                <a:lnTo>
                  <a:pt x="1364" y="13747"/>
                </a:lnTo>
                <a:lnTo>
                  <a:pt x="0" y="12811"/>
                </a:lnTo>
                <a:lnTo>
                  <a:pt x="0" y="9906"/>
                </a:lnTo>
                <a:lnTo>
                  <a:pt x="0" y="6983"/>
                </a:lnTo>
                <a:lnTo>
                  <a:pt x="0" y="4021"/>
                </a:lnTo>
                <a:lnTo>
                  <a:pt x="2021" y="2079"/>
                </a:lnTo>
                <a:lnTo>
                  <a:pt x="3947" y="826"/>
                </a:lnTo>
                <a:lnTo>
                  <a:pt x="5841" y="163"/>
                </a:lnTo>
                <a:lnTo>
                  <a:pt x="7764" y="0"/>
                </a:lnTo>
                <a:lnTo>
                  <a:pt x="9769" y="242"/>
                </a:lnTo>
                <a:lnTo>
                  <a:pt x="11917" y="791"/>
                </a:lnTo>
                <a:lnTo>
                  <a:pt x="14271" y="1551"/>
                </a:lnTo>
                <a:close/>
              </a:path>
            </a:pathLst>
          </a:custGeom>
          <a:solidFill>
            <a:srgbClr val="F0F1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1" name="contour_13449"/>
          <p:cNvSpPr/>
          <p:nvPr/>
        </p:nvSpPr>
        <p:spPr>
          <a:xfrm>
            <a:off x="8355125" y="1626519"/>
            <a:ext cx="58304" cy="278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297"/>
                </a:moveTo>
                <a:lnTo>
                  <a:pt x="20293" y="13727"/>
                </a:lnTo>
                <a:lnTo>
                  <a:pt x="19294" y="16045"/>
                </a:lnTo>
                <a:lnTo>
                  <a:pt x="18098" y="18316"/>
                </a:lnTo>
                <a:lnTo>
                  <a:pt x="16200" y="21600"/>
                </a:lnTo>
                <a:lnTo>
                  <a:pt x="14178" y="21521"/>
                </a:lnTo>
                <a:lnTo>
                  <a:pt x="12728" y="21368"/>
                </a:lnTo>
                <a:lnTo>
                  <a:pt x="11445" y="21046"/>
                </a:lnTo>
                <a:lnTo>
                  <a:pt x="9925" y="20453"/>
                </a:lnTo>
                <a:lnTo>
                  <a:pt x="7762" y="19481"/>
                </a:lnTo>
                <a:lnTo>
                  <a:pt x="6305" y="18853"/>
                </a:lnTo>
                <a:lnTo>
                  <a:pt x="4838" y="18220"/>
                </a:lnTo>
                <a:lnTo>
                  <a:pt x="3353" y="17582"/>
                </a:lnTo>
                <a:lnTo>
                  <a:pt x="1690" y="16774"/>
                </a:lnTo>
                <a:lnTo>
                  <a:pt x="0" y="15949"/>
                </a:lnTo>
                <a:lnTo>
                  <a:pt x="797" y="12241"/>
                </a:lnTo>
                <a:lnTo>
                  <a:pt x="1526" y="9268"/>
                </a:lnTo>
                <a:lnTo>
                  <a:pt x="2314" y="6810"/>
                </a:lnTo>
                <a:lnTo>
                  <a:pt x="3280" y="4662"/>
                </a:lnTo>
                <a:lnTo>
                  <a:pt x="4549" y="2600"/>
                </a:lnTo>
                <a:lnTo>
                  <a:pt x="6242" y="407"/>
                </a:lnTo>
                <a:lnTo>
                  <a:pt x="8267" y="0"/>
                </a:lnTo>
                <a:lnTo>
                  <a:pt x="10130" y="68"/>
                </a:lnTo>
                <a:lnTo>
                  <a:pt x="11864" y="571"/>
                </a:lnTo>
                <a:lnTo>
                  <a:pt x="13508" y="1464"/>
                </a:lnTo>
                <a:lnTo>
                  <a:pt x="15096" y="2701"/>
                </a:lnTo>
                <a:lnTo>
                  <a:pt x="16662" y="4250"/>
                </a:lnTo>
                <a:lnTo>
                  <a:pt x="18244" y="6058"/>
                </a:lnTo>
                <a:lnTo>
                  <a:pt x="19877" y="8087"/>
                </a:lnTo>
                <a:lnTo>
                  <a:pt x="21600" y="10297"/>
                </a:lnTo>
                <a:close/>
              </a:path>
            </a:pathLst>
          </a:custGeom>
          <a:solidFill>
            <a:srgbClr val="C5B8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2" name="contour_13450"/>
          <p:cNvSpPr/>
          <p:nvPr/>
        </p:nvSpPr>
        <p:spPr>
          <a:xfrm>
            <a:off x="4091650" y="1596070"/>
            <a:ext cx="3687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75" y="0"/>
                </a:moveTo>
                <a:lnTo>
                  <a:pt x="19133" y="3342"/>
                </a:lnTo>
                <a:lnTo>
                  <a:pt x="20490" y="5712"/>
                </a:lnTo>
                <a:lnTo>
                  <a:pt x="21276" y="7455"/>
                </a:lnTo>
                <a:lnTo>
                  <a:pt x="21600" y="8912"/>
                </a:lnTo>
                <a:lnTo>
                  <a:pt x="21583" y="10427"/>
                </a:lnTo>
                <a:lnTo>
                  <a:pt x="21344" y="12343"/>
                </a:lnTo>
                <a:lnTo>
                  <a:pt x="19184" y="13664"/>
                </a:lnTo>
                <a:lnTo>
                  <a:pt x="16964" y="14879"/>
                </a:lnTo>
                <a:lnTo>
                  <a:pt x="14693" y="16006"/>
                </a:lnTo>
                <a:lnTo>
                  <a:pt x="12367" y="17058"/>
                </a:lnTo>
                <a:lnTo>
                  <a:pt x="9989" y="18042"/>
                </a:lnTo>
                <a:lnTo>
                  <a:pt x="7564" y="18977"/>
                </a:lnTo>
                <a:lnTo>
                  <a:pt x="5088" y="19872"/>
                </a:lnTo>
                <a:lnTo>
                  <a:pt x="2566" y="20742"/>
                </a:lnTo>
                <a:lnTo>
                  <a:pt x="0" y="21600"/>
                </a:lnTo>
                <a:lnTo>
                  <a:pt x="636" y="17493"/>
                </a:lnTo>
                <a:lnTo>
                  <a:pt x="1174" y="14259"/>
                </a:lnTo>
                <a:lnTo>
                  <a:pt x="1682" y="11753"/>
                </a:lnTo>
                <a:lnTo>
                  <a:pt x="2211" y="9828"/>
                </a:lnTo>
                <a:lnTo>
                  <a:pt x="2830" y="8338"/>
                </a:lnTo>
                <a:lnTo>
                  <a:pt x="3599" y="7134"/>
                </a:lnTo>
                <a:lnTo>
                  <a:pt x="4576" y="6070"/>
                </a:lnTo>
                <a:lnTo>
                  <a:pt x="5823" y="4999"/>
                </a:lnTo>
                <a:lnTo>
                  <a:pt x="7402" y="3774"/>
                </a:lnTo>
                <a:lnTo>
                  <a:pt x="9541" y="2786"/>
                </a:lnTo>
                <a:lnTo>
                  <a:pt x="11261" y="2064"/>
                </a:lnTo>
                <a:lnTo>
                  <a:pt x="13472" y="1253"/>
                </a:lnTo>
                <a:lnTo>
                  <a:pt x="17075" y="0"/>
                </a:lnTo>
                <a:close/>
              </a:path>
            </a:pathLst>
          </a:custGeom>
          <a:solidFill>
            <a:srgbClr val="D7E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3" name="contour_13451"/>
          <p:cNvSpPr/>
          <p:nvPr/>
        </p:nvSpPr>
        <p:spPr>
          <a:xfrm>
            <a:off x="1540853" y="1610646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688"/>
                </a:lnTo>
                <a:lnTo>
                  <a:pt x="7133" y="1376"/>
                </a:lnTo>
                <a:lnTo>
                  <a:pt x="10719" y="2068"/>
                </a:lnTo>
                <a:lnTo>
                  <a:pt x="14321" y="2765"/>
                </a:lnTo>
                <a:lnTo>
                  <a:pt x="17944" y="3465"/>
                </a:lnTo>
                <a:lnTo>
                  <a:pt x="21600" y="4170"/>
                </a:lnTo>
                <a:lnTo>
                  <a:pt x="20585" y="9145"/>
                </a:lnTo>
                <a:lnTo>
                  <a:pt x="19818" y="12622"/>
                </a:lnTo>
                <a:lnTo>
                  <a:pt x="19143" y="15070"/>
                </a:lnTo>
                <a:lnTo>
                  <a:pt x="18414" y="16951"/>
                </a:lnTo>
                <a:lnTo>
                  <a:pt x="17485" y="18719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0" y="17901"/>
                </a:lnTo>
                <a:lnTo>
                  <a:pt x="0" y="14949"/>
                </a:lnTo>
                <a:lnTo>
                  <a:pt x="0" y="11988"/>
                </a:lnTo>
                <a:lnTo>
                  <a:pt x="0" y="9015"/>
                </a:lnTo>
                <a:lnTo>
                  <a:pt x="0" y="6030"/>
                </a:lnTo>
                <a:lnTo>
                  <a:pt x="0" y="3027"/>
                </a:lnTo>
                <a:lnTo>
                  <a:pt x="0" y="0"/>
                </a:lnTo>
                <a:close/>
              </a:path>
            </a:pathLst>
          </a:custGeom>
          <a:solidFill>
            <a:srgbClr val="9394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4" name="contour_13452"/>
          <p:cNvSpPr/>
          <p:nvPr/>
        </p:nvSpPr>
        <p:spPr>
          <a:xfrm>
            <a:off x="7495142" y="1610646"/>
            <a:ext cx="58304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252" y="177"/>
                </a:lnTo>
                <a:lnTo>
                  <a:pt x="9077" y="539"/>
                </a:lnTo>
                <a:lnTo>
                  <a:pt x="10886" y="1078"/>
                </a:lnTo>
                <a:lnTo>
                  <a:pt x="12679" y="1766"/>
                </a:lnTo>
                <a:lnTo>
                  <a:pt x="14464" y="2585"/>
                </a:lnTo>
                <a:lnTo>
                  <a:pt x="16243" y="3519"/>
                </a:lnTo>
                <a:lnTo>
                  <a:pt x="18022" y="4549"/>
                </a:lnTo>
                <a:lnTo>
                  <a:pt x="19807" y="5654"/>
                </a:lnTo>
                <a:lnTo>
                  <a:pt x="21600" y="6820"/>
                </a:lnTo>
                <a:lnTo>
                  <a:pt x="21138" y="10838"/>
                </a:lnTo>
                <a:lnTo>
                  <a:pt x="20701" y="13600"/>
                </a:lnTo>
                <a:lnTo>
                  <a:pt x="20039" y="16382"/>
                </a:lnTo>
                <a:lnTo>
                  <a:pt x="18900" y="20461"/>
                </a:lnTo>
                <a:lnTo>
                  <a:pt x="16713" y="21109"/>
                </a:lnTo>
                <a:lnTo>
                  <a:pt x="15117" y="21470"/>
                </a:lnTo>
                <a:lnTo>
                  <a:pt x="13657" y="21600"/>
                </a:lnTo>
                <a:lnTo>
                  <a:pt x="11864" y="21539"/>
                </a:lnTo>
                <a:lnTo>
                  <a:pt x="9283" y="21314"/>
                </a:lnTo>
                <a:lnTo>
                  <a:pt x="8510" y="21259"/>
                </a:lnTo>
                <a:lnTo>
                  <a:pt x="7152" y="21163"/>
                </a:lnTo>
                <a:lnTo>
                  <a:pt x="4039" y="20938"/>
                </a:lnTo>
                <a:lnTo>
                  <a:pt x="2705" y="20782"/>
                </a:lnTo>
                <a:lnTo>
                  <a:pt x="1361" y="20625"/>
                </a:lnTo>
                <a:lnTo>
                  <a:pt x="0" y="20461"/>
                </a:lnTo>
                <a:lnTo>
                  <a:pt x="729" y="15925"/>
                </a:lnTo>
                <a:lnTo>
                  <a:pt x="1326" y="12604"/>
                </a:lnTo>
                <a:lnTo>
                  <a:pt x="1941" y="9910"/>
                </a:lnTo>
                <a:lnTo>
                  <a:pt x="2724" y="7298"/>
                </a:lnTo>
                <a:lnTo>
                  <a:pt x="3829" y="4181"/>
                </a:lnTo>
                <a:lnTo>
                  <a:pt x="5400" y="0"/>
                </a:lnTo>
                <a:close/>
              </a:path>
            </a:pathLst>
          </a:custGeom>
          <a:solidFill>
            <a:srgbClr val="D5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5" name="contour_13453"/>
          <p:cNvSpPr/>
          <p:nvPr/>
        </p:nvSpPr>
        <p:spPr>
          <a:xfrm>
            <a:off x="1154589" y="1572071"/>
            <a:ext cx="51016" cy="31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1474"/>
                </a:moveTo>
                <a:lnTo>
                  <a:pt x="8146" y="1162"/>
                </a:lnTo>
                <a:lnTo>
                  <a:pt x="10137" y="845"/>
                </a:lnTo>
                <a:lnTo>
                  <a:pt x="12152" y="528"/>
                </a:lnTo>
                <a:lnTo>
                  <a:pt x="13818" y="267"/>
                </a:lnTo>
                <a:lnTo>
                  <a:pt x="15512" y="0"/>
                </a:lnTo>
                <a:lnTo>
                  <a:pt x="17002" y="730"/>
                </a:lnTo>
                <a:lnTo>
                  <a:pt x="18514" y="1474"/>
                </a:lnTo>
                <a:lnTo>
                  <a:pt x="19125" y="4463"/>
                </a:lnTo>
                <a:lnTo>
                  <a:pt x="19739" y="7462"/>
                </a:lnTo>
                <a:lnTo>
                  <a:pt x="20353" y="10470"/>
                </a:lnTo>
                <a:lnTo>
                  <a:pt x="20974" y="13504"/>
                </a:lnTo>
                <a:lnTo>
                  <a:pt x="21600" y="16569"/>
                </a:lnTo>
                <a:lnTo>
                  <a:pt x="19462" y="17067"/>
                </a:lnTo>
                <a:lnTo>
                  <a:pt x="17320" y="17565"/>
                </a:lnTo>
                <a:lnTo>
                  <a:pt x="15179" y="18063"/>
                </a:lnTo>
                <a:lnTo>
                  <a:pt x="13034" y="18566"/>
                </a:lnTo>
                <a:lnTo>
                  <a:pt x="10880" y="19064"/>
                </a:lnTo>
                <a:lnTo>
                  <a:pt x="8723" y="19567"/>
                </a:lnTo>
                <a:lnTo>
                  <a:pt x="6557" y="20070"/>
                </a:lnTo>
                <a:lnTo>
                  <a:pt x="4382" y="20579"/>
                </a:lnTo>
                <a:lnTo>
                  <a:pt x="2197" y="21087"/>
                </a:lnTo>
                <a:lnTo>
                  <a:pt x="0" y="21600"/>
                </a:lnTo>
                <a:lnTo>
                  <a:pt x="0" y="18274"/>
                </a:lnTo>
                <a:lnTo>
                  <a:pt x="0" y="14928"/>
                </a:lnTo>
                <a:lnTo>
                  <a:pt x="0" y="11537"/>
                </a:lnTo>
                <a:lnTo>
                  <a:pt x="2040" y="11537"/>
                </a:lnTo>
                <a:lnTo>
                  <a:pt x="4092" y="11537"/>
                </a:lnTo>
                <a:lnTo>
                  <a:pt x="6171" y="11537"/>
                </a:lnTo>
                <a:lnTo>
                  <a:pt x="6171" y="8211"/>
                </a:lnTo>
                <a:lnTo>
                  <a:pt x="6171" y="4865"/>
                </a:lnTo>
                <a:lnTo>
                  <a:pt x="6171" y="1474"/>
                </a:lnTo>
                <a:close/>
              </a:path>
            </a:pathLst>
          </a:custGeom>
          <a:solidFill>
            <a:srgbClr val="3B3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6" name="contour_13454"/>
          <p:cNvSpPr/>
          <p:nvPr/>
        </p:nvSpPr>
        <p:spPr>
          <a:xfrm>
            <a:off x="389350" y="1582347"/>
            <a:ext cx="51016" cy="35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898"/>
                </a:moveTo>
                <a:lnTo>
                  <a:pt x="14472" y="2274"/>
                </a:lnTo>
                <a:lnTo>
                  <a:pt x="16289" y="3698"/>
                </a:lnTo>
                <a:lnTo>
                  <a:pt x="18076" y="5176"/>
                </a:lnTo>
                <a:lnTo>
                  <a:pt x="19844" y="6715"/>
                </a:lnTo>
                <a:lnTo>
                  <a:pt x="21600" y="8329"/>
                </a:lnTo>
                <a:lnTo>
                  <a:pt x="20233" y="10891"/>
                </a:lnTo>
                <a:lnTo>
                  <a:pt x="18841" y="13306"/>
                </a:lnTo>
                <a:lnTo>
                  <a:pt x="17391" y="15588"/>
                </a:lnTo>
                <a:lnTo>
                  <a:pt x="15845" y="17729"/>
                </a:lnTo>
                <a:lnTo>
                  <a:pt x="14176" y="19733"/>
                </a:lnTo>
                <a:lnTo>
                  <a:pt x="12343" y="21600"/>
                </a:lnTo>
                <a:lnTo>
                  <a:pt x="9992" y="21600"/>
                </a:lnTo>
                <a:lnTo>
                  <a:pt x="7946" y="21282"/>
                </a:lnTo>
                <a:lnTo>
                  <a:pt x="6067" y="20667"/>
                </a:lnTo>
                <a:lnTo>
                  <a:pt x="4209" y="19769"/>
                </a:lnTo>
                <a:lnTo>
                  <a:pt x="2234" y="18601"/>
                </a:lnTo>
                <a:lnTo>
                  <a:pt x="0" y="17176"/>
                </a:lnTo>
                <a:lnTo>
                  <a:pt x="31" y="12815"/>
                </a:lnTo>
                <a:lnTo>
                  <a:pt x="247" y="9887"/>
                </a:lnTo>
                <a:lnTo>
                  <a:pt x="833" y="7701"/>
                </a:lnTo>
                <a:lnTo>
                  <a:pt x="1975" y="5569"/>
                </a:lnTo>
                <a:lnTo>
                  <a:pt x="3857" y="2800"/>
                </a:lnTo>
                <a:lnTo>
                  <a:pt x="6520" y="1194"/>
                </a:lnTo>
                <a:lnTo>
                  <a:pt x="8307" y="292"/>
                </a:lnTo>
                <a:lnTo>
                  <a:pt x="9637" y="0"/>
                </a:lnTo>
                <a:lnTo>
                  <a:pt x="10936" y="234"/>
                </a:lnTo>
                <a:lnTo>
                  <a:pt x="12621" y="898"/>
                </a:lnTo>
                <a:close/>
              </a:path>
            </a:pathLst>
          </a:custGeom>
          <a:solidFill>
            <a:srgbClr val="FB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7" name="contour_13455"/>
          <p:cNvSpPr/>
          <p:nvPr/>
        </p:nvSpPr>
        <p:spPr>
          <a:xfrm>
            <a:off x="5285955" y="1581494"/>
            <a:ext cx="3007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5" y="0"/>
                </a:moveTo>
                <a:lnTo>
                  <a:pt x="3732" y="1058"/>
                </a:lnTo>
                <a:lnTo>
                  <a:pt x="6678" y="2122"/>
                </a:lnTo>
                <a:lnTo>
                  <a:pt x="9499" y="3209"/>
                </a:lnTo>
                <a:lnTo>
                  <a:pt x="12195" y="4337"/>
                </a:lnTo>
                <a:lnTo>
                  <a:pt x="14759" y="5522"/>
                </a:lnTo>
                <a:lnTo>
                  <a:pt x="17183" y="6782"/>
                </a:lnTo>
                <a:lnTo>
                  <a:pt x="19465" y="8136"/>
                </a:lnTo>
                <a:lnTo>
                  <a:pt x="21600" y="9600"/>
                </a:lnTo>
                <a:lnTo>
                  <a:pt x="20988" y="11266"/>
                </a:lnTo>
                <a:lnTo>
                  <a:pt x="20145" y="12850"/>
                </a:lnTo>
                <a:lnTo>
                  <a:pt x="19077" y="14371"/>
                </a:lnTo>
                <a:lnTo>
                  <a:pt x="17816" y="15845"/>
                </a:lnTo>
                <a:lnTo>
                  <a:pt x="16371" y="17290"/>
                </a:lnTo>
                <a:lnTo>
                  <a:pt x="14765" y="18718"/>
                </a:lnTo>
                <a:lnTo>
                  <a:pt x="13011" y="20150"/>
                </a:lnTo>
                <a:lnTo>
                  <a:pt x="11132" y="21600"/>
                </a:lnTo>
                <a:lnTo>
                  <a:pt x="8395" y="20066"/>
                </a:lnTo>
                <a:lnTo>
                  <a:pt x="6129" y="18538"/>
                </a:lnTo>
                <a:lnTo>
                  <a:pt x="4287" y="17006"/>
                </a:lnTo>
                <a:lnTo>
                  <a:pt x="2837" y="15468"/>
                </a:lnTo>
                <a:lnTo>
                  <a:pt x="1732" y="13913"/>
                </a:lnTo>
                <a:lnTo>
                  <a:pt x="937" y="12334"/>
                </a:lnTo>
                <a:lnTo>
                  <a:pt x="408" y="10723"/>
                </a:lnTo>
                <a:lnTo>
                  <a:pt x="110" y="9074"/>
                </a:lnTo>
                <a:lnTo>
                  <a:pt x="0" y="7380"/>
                </a:lnTo>
                <a:lnTo>
                  <a:pt x="42" y="5633"/>
                </a:lnTo>
                <a:lnTo>
                  <a:pt x="194" y="3826"/>
                </a:lnTo>
                <a:lnTo>
                  <a:pt x="413" y="1949"/>
                </a:lnTo>
                <a:lnTo>
                  <a:pt x="665" y="0"/>
                </a:lnTo>
                <a:close/>
              </a:path>
            </a:pathLst>
          </a:custGeom>
          <a:solidFill>
            <a:srgbClr val="D2D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8" name="contour_13456"/>
          <p:cNvSpPr/>
          <p:nvPr/>
        </p:nvSpPr>
        <p:spPr>
          <a:xfrm>
            <a:off x="6708039" y="1523190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986" y="0"/>
                </a:lnTo>
                <a:lnTo>
                  <a:pt x="10800" y="0"/>
                </a:lnTo>
                <a:lnTo>
                  <a:pt x="10674" y="1522"/>
                </a:lnTo>
                <a:lnTo>
                  <a:pt x="10548" y="3065"/>
                </a:lnTo>
                <a:lnTo>
                  <a:pt x="10483" y="4382"/>
                </a:lnTo>
                <a:lnTo>
                  <a:pt x="10418" y="5707"/>
                </a:lnTo>
                <a:lnTo>
                  <a:pt x="10350" y="7051"/>
                </a:lnTo>
                <a:lnTo>
                  <a:pt x="10267" y="8362"/>
                </a:lnTo>
                <a:lnTo>
                  <a:pt x="10184" y="9679"/>
                </a:lnTo>
                <a:lnTo>
                  <a:pt x="10098" y="11016"/>
                </a:lnTo>
                <a:lnTo>
                  <a:pt x="10447" y="12696"/>
                </a:lnTo>
                <a:lnTo>
                  <a:pt x="10800" y="14400"/>
                </a:lnTo>
                <a:lnTo>
                  <a:pt x="12874" y="15281"/>
                </a:lnTo>
                <a:lnTo>
                  <a:pt x="14317" y="15826"/>
                </a:lnTo>
                <a:lnTo>
                  <a:pt x="15800" y="16255"/>
                </a:lnTo>
                <a:lnTo>
                  <a:pt x="18000" y="16800"/>
                </a:lnTo>
                <a:lnTo>
                  <a:pt x="19321" y="18310"/>
                </a:lnTo>
                <a:lnTo>
                  <a:pt x="20138" y="19313"/>
                </a:lnTo>
                <a:lnTo>
                  <a:pt x="20783" y="20258"/>
                </a:lnTo>
                <a:lnTo>
                  <a:pt x="21600" y="21600"/>
                </a:lnTo>
                <a:lnTo>
                  <a:pt x="16409" y="20791"/>
                </a:lnTo>
                <a:lnTo>
                  <a:pt x="12330" y="20143"/>
                </a:lnTo>
                <a:lnTo>
                  <a:pt x="9187" y="19615"/>
                </a:lnTo>
                <a:lnTo>
                  <a:pt x="6800" y="19171"/>
                </a:lnTo>
                <a:lnTo>
                  <a:pt x="4993" y="18770"/>
                </a:lnTo>
                <a:lnTo>
                  <a:pt x="3586" y="18372"/>
                </a:lnTo>
                <a:lnTo>
                  <a:pt x="2405" y="17938"/>
                </a:lnTo>
                <a:lnTo>
                  <a:pt x="1267" y="17426"/>
                </a:lnTo>
                <a:lnTo>
                  <a:pt x="0" y="16800"/>
                </a:lnTo>
                <a:lnTo>
                  <a:pt x="0" y="15214"/>
                </a:lnTo>
                <a:lnTo>
                  <a:pt x="0" y="13618"/>
                </a:lnTo>
                <a:lnTo>
                  <a:pt x="0" y="12000"/>
                </a:lnTo>
                <a:lnTo>
                  <a:pt x="2380" y="12000"/>
                </a:lnTo>
                <a:lnTo>
                  <a:pt x="4774" y="12000"/>
                </a:lnTo>
                <a:lnTo>
                  <a:pt x="7200" y="12000"/>
                </a:lnTo>
                <a:lnTo>
                  <a:pt x="7200" y="10303"/>
                </a:lnTo>
                <a:lnTo>
                  <a:pt x="7200" y="8604"/>
                </a:lnTo>
                <a:lnTo>
                  <a:pt x="7200" y="6900"/>
                </a:lnTo>
                <a:lnTo>
                  <a:pt x="7200" y="5189"/>
                </a:lnTo>
                <a:lnTo>
                  <a:pt x="7200" y="3470"/>
                </a:lnTo>
                <a:lnTo>
                  <a:pt x="7200" y="1742"/>
                </a:lnTo>
                <a:lnTo>
                  <a:pt x="7200" y="0"/>
                </a:lnTo>
                <a:close/>
              </a:path>
            </a:pathLst>
          </a:custGeom>
          <a:solidFill>
            <a:srgbClr val="A097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59" name="contour_13457"/>
          <p:cNvSpPr/>
          <p:nvPr/>
        </p:nvSpPr>
        <p:spPr>
          <a:xfrm>
            <a:off x="1431533" y="1552342"/>
            <a:ext cx="390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60" y="0"/>
                </a:moveTo>
                <a:lnTo>
                  <a:pt x="11058" y="683"/>
                </a:lnTo>
                <a:lnTo>
                  <a:pt x="13186" y="1248"/>
                </a:lnTo>
                <a:lnTo>
                  <a:pt x="15023" y="1905"/>
                </a:lnTo>
                <a:lnTo>
                  <a:pt x="17151" y="2860"/>
                </a:lnTo>
                <a:lnTo>
                  <a:pt x="20149" y="4320"/>
                </a:lnTo>
                <a:lnTo>
                  <a:pt x="21116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116" y="14066"/>
                </a:lnTo>
                <a:lnTo>
                  <a:pt x="20149" y="17280"/>
                </a:lnTo>
                <a:lnTo>
                  <a:pt x="17679" y="18187"/>
                </a:lnTo>
                <a:lnTo>
                  <a:pt x="15205" y="18952"/>
                </a:lnTo>
                <a:lnTo>
                  <a:pt x="12718" y="19596"/>
                </a:lnTo>
                <a:lnTo>
                  <a:pt x="10216" y="20131"/>
                </a:lnTo>
                <a:lnTo>
                  <a:pt x="7697" y="20585"/>
                </a:lnTo>
                <a:lnTo>
                  <a:pt x="5158" y="20965"/>
                </a:lnTo>
                <a:lnTo>
                  <a:pt x="2591" y="21298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664" y="8640"/>
                </a:lnTo>
                <a:lnTo>
                  <a:pt x="5344" y="8640"/>
                </a:lnTo>
                <a:lnTo>
                  <a:pt x="8060" y="8640"/>
                </a:lnTo>
                <a:lnTo>
                  <a:pt x="8060" y="5784"/>
                </a:lnTo>
                <a:lnTo>
                  <a:pt x="8060" y="2912"/>
                </a:lnTo>
                <a:lnTo>
                  <a:pt x="8060" y="0"/>
                </a:lnTo>
                <a:close/>
              </a:path>
            </a:pathLst>
          </a:custGeom>
          <a:solidFill>
            <a:srgbClr val="413E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0" name="contour_13458"/>
          <p:cNvSpPr/>
          <p:nvPr/>
        </p:nvSpPr>
        <p:spPr>
          <a:xfrm>
            <a:off x="6678887" y="1494038"/>
            <a:ext cx="2125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15" y="0"/>
                </a:moveTo>
                <a:lnTo>
                  <a:pt x="16459" y="1678"/>
                </a:lnTo>
                <a:lnTo>
                  <a:pt x="17919" y="3348"/>
                </a:lnTo>
                <a:lnTo>
                  <a:pt x="19170" y="5016"/>
                </a:lnTo>
                <a:lnTo>
                  <a:pt x="20193" y="6679"/>
                </a:lnTo>
                <a:lnTo>
                  <a:pt x="20948" y="8340"/>
                </a:lnTo>
                <a:lnTo>
                  <a:pt x="21430" y="9998"/>
                </a:lnTo>
                <a:lnTo>
                  <a:pt x="21600" y="11654"/>
                </a:lnTo>
                <a:lnTo>
                  <a:pt x="21444" y="13310"/>
                </a:lnTo>
                <a:lnTo>
                  <a:pt x="20926" y="14964"/>
                </a:lnTo>
                <a:lnTo>
                  <a:pt x="20030" y="16620"/>
                </a:lnTo>
                <a:lnTo>
                  <a:pt x="18733" y="18278"/>
                </a:lnTo>
                <a:lnTo>
                  <a:pt x="17000" y="19937"/>
                </a:lnTo>
                <a:lnTo>
                  <a:pt x="14815" y="21600"/>
                </a:lnTo>
                <a:lnTo>
                  <a:pt x="9919" y="21600"/>
                </a:lnTo>
                <a:lnTo>
                  <a:pt x="4993" y="21600"/>
                </a:lnTo>
                <a:lnTo>
                  <a:pt x="0" y="21600"/>
                </a:lnTo>
                <a:lnTo>
                  <a:pt x="0" y="19937"/>
                </a:lnTo>
                <a:lnTo>
                  <a:pt x="0" y="18271"/>
                </a:lnTo>
                <a:lnTo>
                  <a:pt x="0" y="16606"/>
                </a:lnTo>
                <a:lnTo>
                  <a:pt x="0" y="14938"/>
                </a:lnTo>
                <a:lnTo>
                  <a:pt x="0" y="13262"/>
                </a:lnTo>
                <a:lnTo>
                  <a:pt x="0" y="11585"/>
                </a:lnTo>
                <a:lnTo>
                  <a:pt x="0" y="9900"/>
                </a:lnTo>
                <a:lnTo>
                  <a:pt x="0" y="8208"/>
                </a:lnTo>
                <a:lnTo>
                  <a:pt x="0" y="6509"/>
                </a:lnTo>
                <a:lnTo>
                  <a:pt x="0" y="4800"/>
                </a:lnTo>
                <a:lnTo>
                  <a:pt x="4896" y="4800"/>
                </a:lnTo>
                <a:lnTo>
                  <a:pt x="9822" y="4800"/>
                </a:lnTo>
                <a:lnTo>
                  <a:pt x="14815" y="4800"/>
                </a:lnTo>
                <a:lnTo>
                  <a:pt x="14815" y="3214"/>
                </a:lnTo>
                <a:lnTo>
                  <a:pt x="14815" y="1618"/>
                </a:lnTo>
                <a:lnTo>
                  <a:pt x="14815" y="0"/>
                </a:lnTo>
                <a:close/>
              </a:path>
            </a:pathLst>
          </a:custGeom>
          <a:solidFill>
            <a:srgbClr val="B4C0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1" name="contour_13459"/>
          <p:cNvSpPr/>
          <p:nvPr/>
        </p:nvSpPr>
        <p:spPr>
          <a:xfrm>
            <a:off x="5060953" y="1486750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171" y="19"/>
                </a:lnTo>
                <a:lnTo>
                  <a:pt x="9716" y="142"/>
                </a:lnTo>
                <a:lnTo>
                  <a:pt x="11606" y="481"/>
                </a:lnTo>
                <a:lnTo>
                  <a:pt x="13216" y="1142"/>
                </a:lnTo>
                <a:lnTo>
                  <a:pt x="14922" y="2231"/>
                </a:lnTo>
                <a:lnTo>
                  <a:pt x="17100" y="3857"/>
                </a:lnTo>
                <a:lnTo>
                  <a:pt x="18760" y="5357"/>
                </a:lnTo>
                <a:lnTo>
                  <a:pt x="19782" y="6421"/>
                </a:lnTo>
                <a:lnTo>
                  <a:pt x="20588" y="7551"/>
                </a:lnTo>
                <a:lnTo>
                  <a:pt x="21600" y="9257"/>
                </a:lnTo>
                <a:lnTo>
                  <a:pt x="20966" y="11226"/>
                </a:lnTo>
                <a:lnTo>
                  <a:pt x="20178" y="13087"/>
                </a:lnTo>
                <a:lnTo>
                  <a:pt x="19249" y="14861"/>
                </a:lnTo>
                <a:lnTo>
                  <a:pt x="18194" y="16573"/>
                </a:lnTo>
                <a:lnTo>
                  <a:pt x="17024" y="18252"/>
                </a:lnTo>
                <a:lnTo>
                  <a:pt x="15757" y="19921"/>
                </a:lnTo>
                <a:lnTo>
                  <a:pt x="14400" y="21600"/>
                </a:lnTo>
                <a:lnTo>
                  <a:pt x="14695" y="20134"/>
                </a:lnTo>
                <a:lnTo>
                  <a:pt x="14998" y="18659"/>
                </a:lnTo>
                <a:lnTo>
                  <a:pt x="15300" y="17163"/>
                </a:lnTo>
                <a:lnTo>
                  <a:pt x="15005" y="15571"/>
                </a:lnTo>
                <a:lnTo>
                  <a:pt x="14702" y="13969"/>
                </a:lnTo>
                <a:lnTo>
                  <a:pt x="14400" y="12343"/>
                </a:lnTo>
                <a:lnTo>
                  <a:pt x="12074" y="11500"/>
                </a:lnTo>
                <a:lnTo>
                  <a:pt x="9731" y="10834"/>
                </a:lnTo>
                <a:lnTo>
                  <a:pt x="7358" y="10306"/>
                </a:lnTo>
                <a:lnTo>
                  <a:pt x="4950" y="9890"/>
                </a:lnTo>
                <a:lnTo>
                  <a:pt x="2502" y="9550"/>
                </a:lnTo>
                <a:lnTo>
                  <a:pt x="0" y="9257"/>
                </a:lnTo>
                <a:lnTo>
                  <a:pt x="677" y="6961"/>
                </a:lnTo>
                <a:lnTo>
                  <a:pt x="1202" y="5332"/>
                </a:lnTo>
                <a:lnTo>
                  <a:pt x="1750" y="3925"/>
                </a:lnTo>
                <a:lnTo>
                  <a:pt x="2491" y="2296"/>
                </a:lnTo>
                <a:lnTo>
                  <a:pt x="3600" y="0"/>
                </a:lnTo>
                <a:close/>
              </a:path>
            </a:pathLst>
          </a:custGeom>
          <a:solidFill>
            <a:srgbClr val="DD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2" name="contour_13460"/>
          <p:cNvSpPr/>
          <p:nvPr/>
        </p:nvSpPr>
        <p:spPr>
          <a:xfrm>
            <a:off x="10767450" y="1458210"/>
            <a:ext cx="65592" cy="212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785"/>
                </a:moveTo>
                <a:lnTo>
                  <a:pt x="20014" y="6785"/>
                </a:lnTo>
                <a:lnTo>
                  <a:pt x="18418" y="6785"/>
                </a:lnTo>
                <a:lnTo>
                  <a:pt x="16800" y="6785"/>
                </a:lnTo>
                <a:lnTo>
                  <a:pt x="16800" y="11681"/>
                </a:lnTo>
                <a:lnTo>
                  <a:pt x="16800" y="16607"/>
                </a:lnTo>
                <a:lnTo>
                  <a:pt x="16800" y="21600"/>
                </a:lnTo>
                <a:lnTo>
                  <a:pt x="15137" y="21600"/>
                </a:lnTo>
                <a:lnTo>
                  <a:pt x="13471" y="21600"/>
                </a:lnTo>
                <a:lnTo>
                  <a:pt x="11806" y="21600"/>
                </a:lnTo>
                <a:lnTo>
                  <a:pt x="10138" y="21600"/>
                </a:lnTo>
                <a:lnTo>
                  <a:pt x="8462" y="21600"/>
                </a:lnTo>
                <a:lnTo>
                  <a:pt x="6785" y="21600"/>
                </a:lnTo>
                <a:lnTo>
                  <a:pt x="5100" y="21600"/>
                </a:lnTo>
                <a:lnTo>
                  <a:pt x="3408" y="21600"/>
                </a:lnTo>
                <a:lnTo>
                  <a:pt x="1709" y="21600"/>
                </a:lnTo>
                <a:lnTo>
                  <a:pt x="0" y="21600"/>
                </a:lnTo>
                <a:lnTo>
                  <a:pt x="0" y="16704"/>
                </a:lnTo>
                <a:lnTo>
                  <a:pt x="0" y="11778"/>
                </a:lnTo>
                <a:lnTo>
                  <a:pt x="0" y="6785"/>
                </a:lnTo>
                <a:lnTo>
                  <a:pt x="1663" y="4600"/>
                </a:lnTo>
                <a:lnTo>
                  <a:pt x="3322" y="2867"/>
                </a:lnTo>
                <a:lnTo>
                  <a:pt x="4980" y="1570"/>
                </a:lnTo>
                <a:lnTo>
                  <a:pt x="6636" y="674"/>
                </a:lnTo>
                <a:lnTo>
                  <a:pt x="8290" y="156"/>
                </a:lnTo>
                <a:lnTo>
                  <a:pt x="9946" y="0"/>
                </a:lnTo>
                <a:lnTo>
                  <a:pt x="11602" y="170"/>
                </a:lnTo>
                <a:lnTo>
                  <a:pt x="13260" y="652"/>
                </a:lnTo>
                <a:lnTo>
                  <a:pt x="14921" y="1407"/>
                </a:lnTo>
                <a:lnTo>
                  <a:pt x="16584" y="2430"/>
                </a:lnTo>
                <a:lnTo>
                  <a:pt x="18252" y="3681"/>
                </a:lnTo>
                <a:lnTo>
                  <a:pt x="19922" y="5141"/>
                </a:lnTo>
                <a:lnTo>
                  <a:pt x="21600" y="6785"/>
                </a:lnTo>
                <a:close/>
              </a:path>
            </a:pathLst>
          </a:custGeom>
          <a:solidFill>
            <a:srgbClr val="E4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3" name="contour_13461"/>
          <p:cNvSpPr/>
          <p:nvPr/>
        </p:nvSpPr>
        <p:spPr>
          <a:xfrm>
            <a:off x="4485201" y="1449326"/>
            <a:ext cx="46614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31" y="475"/>
                </a:moveTo>
                <a:lnTo>
                  <a:pt x="12745" y="158"/>
                </a:lnTo>
                <a:lnTo>
                  <a:pt x="14579" y="0"/>
                </a:lnTo>
                <a:lnTo>
                  <a:pt x="16119" y="0"/>
                </a:lnTo>
                <a:lnTo>
                  <a:pt x="17851" y="158"/>
                </a:lnTo>
                <a:lnTo>
                  <a:pt x="20263" y="475"/>
                </a:lnTo>
                <a:lnTo>
                  <a:pt x="21006" y="4415"/>
                </a:lnTo>
                <a:lnTo>
                  <a:pt x="21451" y="7196"/>
                </a:lnTo>
                <a:lnTo>
                  <a:pt x="21600" y="9214"/>
                </a:lnTo>
                <a:lnTo>
                  <a:pt x="21451" y="10851"/>
                </a:lnTo>
                <a:lnTo>
                  <a:pt x="21006" y="12502"/>
                </a:lnTo>
                <a:lnTo>
                  <a:pt x="20263" y="14558"/>
                </a:lnTo>
                <a:lnTo>
                  <a:pt x="18101" y="15689"/>
                </a:lnTo>
                <a:lnTo>
                  <a:pt x="15923" y="16699"/>
                </a:lnTo>
                <a:lnTo>
                  <a:pt x="13721" y="17604"/>
                </a:lnTo>
                <a:lnTo>
                  <a:pt x="11496" y="18417"/>
                </a:lnTo>
                <a:lnTo>
                  <a:pt x="9250" y="19153"/>
                </a:lnTo>
                <a:lnTo>
                  <a:pt x="6977" y="19826"/>
                </a:lnTo>
                <a:lnTo>
                  <a:pt x="4681" y="20449"/>
                </a:lnTo>
                <a:lnTo>
                  <a:pt x="2354" y="21037"/>
                </a:lnTo>
                <a:lnTo>
                  <a:pt x="0" y="21600"/>
                </a:lnTo>
                <a:lnTo>
                  <a:pt x="0" y="19273"/>
                </a:lnTo>
                <a:lnTo>
                  <a:pt x="0" y="16931"/>
                </a:lnTo>
                <a:lnTo>
                  <a:pt x="0" y="14558"/>
                </a:lnTo>
                <a:lnTo>
                  <a:pt x="1570" y="13794"/>
                </a:lnTo>
                <a:lnTo>
                  <a:pt x="3168" y="13016"/>
                </a:lnTo>
                <a:lnTo>
                  <a:pt x="4947" y="12034"/>
                </a:lnTo>
                <a:lnTo>
                  <a:pt x="6754" y="11038"/>
                </a:lnTo>
                <a:lnTo>
                  <a:pt x="6970" y="10228"/>
                </a:lnTo>
                <a:lnTo>
                  <a:pt x="7355" y="8802"/>
                </a:lnTo>
                <a:lnTo>
                  <a:pt x="8233" y="5538"/>
                </a:lnTo>
                <a:lnTo>
                  <a:pt x="8858" y="3866"/>
                </a:lnTo>
                <a:lnTo>
                  <a:pt x="9493" y="2183"/>
                </a:lnTo>
                <a:lnTo>
                  <a:pt x="10131" y="475"/>
                </a:lnTo>
                <a:close/>
              </a:path>
            </a:pathLst>
          </a:custGeom>
          <a:solidFill>
            <a:srgbClr val="E2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4" name="contour_13462"/>
          <p:cNvSpPr/>
          <p:nvPr/>
        </p:nvSpPr>
        <p:spPr>
          <a:xfrm>
            <a:off x="11576417" y="140658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270"/>
                </a:lnTo>
                <a:lnTo>
                  <a:pt x="4872" y="524"/>
                </a:lnTo>
                <a:lnTo>
                  <a:pt x="5807" y="794"/>
                </a:lnTo>
                <a:lnTo>
                  <a:pt x="6974" y="1134"/>
                </a:lnTo>
                <a:lnTo>
                  <a:pt x="8523" y="1588"/>
                </a:lnTo>
                <a:lnTo>
                  <a:pt x="10609" y="2192"/>
                </a:lnTo>
                <a:lnTo>
                  <a:pt x="13380" y="3002"/>
                </a:lnTo>
                <a:lnTo>
                  <a:pt x="16993" y="4055"/>
                </a:lnTo>
                <a:lnTo>
                  <a:pt x="21600" y="5400"/>
                </a:lnTo>
                <a:lnTo>
                  <a:pt x="20835" y="8073"/>
                </a:lnTo>
                <a:lnTo>
                  <a:pt x="20069" y="10762"/>
                </a:lnTo>
                <a:lnTo>
                  <a:pt x="19295" y="13462"/>
                </a:lnTo>
                <a:lnTo>
                  <a:pt x="18514" y="16200"/>
                </a:lnTo>
                <a:lnTo>
                  <a:pt x="16351" y="17302"/>
                </a:lnTo>
                <a:lnTo>
                  <a:pt x="14777" y="18025"/>
                </a:lnTo>
                <a:lnTo>
                  <a:pt x="13340" y="18538"/>
                </a:lnTo>
                <a:lnTo>
                  <a:pt x="11587" y="19003"/>
                </a:lnTo>
                <a:lnTo>
                  <a:pt x="9066" y="19575"/>
                </a:lnTo>
                <a:lnTo>
                  <a:pt x="8313" y="19753"/>
                </a:lnTo>
                <a:lnTo>
                  <a:pt x="6983" y="20072"/>
                </a:lnTo>
                <a:lnTo>
                  <a:pt x="3940" y="20801"/>
                </a:lnTo>
                <a:lnTo>
                  <a:pt x="2962" y="20995"/>
                </a:lnTo>
                <a:lnTo>
                  <a:pt x="0" y="21600"/>
                </a:lnTo>
                <a:lnTo>
                  <a:pt x="509" y="18036"/>
                </a:lnTo>
                <a:lnTo>
                  <a:pt x="1018" y="14467"/>
                </a:lnTo>
                <a:lnTo>
                  <a:pt x="1531" y="10881"/>
                </a:lnTo>
                <a:lnTo>
                  <a:pt x="2046" y="7279"/>
                </a:lnTo>
                <a:lnTo>
                  <a:pt x="2564" y="3656"/>
                </a:lnTo>
                <a:lnTo>
                  <a:pt x="3086" y="0"/>
                </a:lnTo>
                <a:close/>
              </a:path>
            </a:pathLst>
          </a:custGeom>
          <a:solidFill>
            <a:srgbClr val="C5D9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5" name="contour_13463"/>
          <p:cNvSpPr/>
          <p:nvPr/>
        </p:nvSpPr>
        <p:spPr>
          <a:xfrm>
            <a:off x="11714889" y="1370142"/>
            <a:ext cx="3679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37" y="0"/>
                </a:moveTo>
                <a:lnTo>
                  <a:pt x="14373" y="1966"/>
                </a:lnTo>
                <a:lnTo>
                  <a:pt x="15802" y="3863"/>
                </a:lnTo>
                <a:lnTo>
                  <a:pt x="17107" y="5715"/>
                </a:lnTo>
                <a:lnTo>
                  <a:pt x="18280" y="7541"/>
                </a:lnTo>
                <a:lnTo>
                  <a:pt x="19298" y="9368"/>
                </a:lnTo>
                <a:lnTo>
                  <a:pt x="20154" y="11220"/>
                </a:lnTo>
                <a:lnTo>
                  <a:pt x="20826" y="13114"/>
                </a:lnTo>
                <a:lnTo>
                  <a:pt x="21300" y="15077"/>
                </a:lnTo>
                <a:lnTo>
                  <a:pt x="21561" y="17129"/>
                </a:lnTo>
                <a:lnTo>
                  <a:pt x="21600" y="19295"/>
                </a:lnTo>
                <a:lnTo>
                  <a:pt x="21395" y="21600"/>
                </a:lnTo>
                <a:lnTo>
                  <a:pt x="18369" y="21600"/>
                </a:lnTo>
                <a:lnTo>
                  <a:pt x="15340" y="21600"/>
                </a:lnTo>
                <a:lnTo>
                  <a:pt x="12302" y="21600"/>
                </a:lnTo>
                <a:lnTo>
                  <a:pt x="9251" y="21600"/>
                </a:lnTo>
                <a:lnTo>
                  <a:pt x="6187" y="21600"/>
                </a:lnTo>
                <a:lnTo>
                  <a:pt x="3106" y="21600"/>
                </a:lnTo>
                <a:lnTo>
                  <a:pt x="0" y="21600"/>
                </a:lnTo>
                <a:lnTo>
                  <a:pt x="2118" y="20835"/>
                </a:lnTo>
                <a:lnTo>
                  <a:pt x="4249" y="20069"/>
                </a:lnTo>
                <a:lnTo>
                  <a:pt x="6388" y="19295"/>
                </a:lnTo>
                <a:lnTo>
                  <a:pt x="8558" y="18514"/>
                </a:lnTo>
                <a:lnTo>
                  <a:pt x="8947" y="16388"/>
                </a:lnTo>
                <a:lnTo>
                  <a:pt x="9106" y="14876"/>
                </a:lnTo>
                <a:lnTo>
                  <a:pt x="9054" y="13253"/>
                </a:lnTo>
                <a:lnTo>
                  <a:pt x="8823" y="10800"/>
                </a:lnTo>
                <a:lnTo>
                  <a:pt x="8605" y="8347"/>
                </a:lnTo>
                <a:lnTo>
                  <a:pt x="8502" y="6724"/>
                </a:lnTo>
                <a:lnTo>
                  <a:pt x="8498" y="5212"/>
                </a:lnTo>
                <a:lnTo>
                  <a:pt x="8558" y="3086"/>
                </a:lnTo>
                <a:lnTo>
                  <a:pt x="10680" y="1555"/>
                </a:lnTo>
                <a:lnTo>
                  <a:pt x="12837" y="0"/>
                </a:lnTo>
                <a:close/>
              </a:path>
            </a:pathLst>
          </a:custGeom>
          <a:solidFill>
            <a:srgbClr val="A2B6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6" name="contour_13464"/>
          <p:cNvSpPr/>
          <p:nvPr/>
        </p:nvSpPr>
        <p:spPr>
          <a:xfrm>
            <a:off x="3975042" y="1367752"/>
            <a:ext cx="72880" cy="25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480"/>
                </a:moveTo>
                <a:lnTo>
                  <a:pt x="11915" y="320"/>
                </a:lnTo>
                <a:lnTo>
                  <a:pt x="13038" y="160"/>
                </a:lnTo>
                <a:lnTo>
                  <a:pt x="14174" y="0"/>
                </a:lnTo>
                <a:lnTo>
                  <a:pt x="15710" y="1058"/>
                </a:lnTo>
                <a:lnTo>
                  <a:pt x="16772" y="2178"/>
                </a:lnTo>
                <a:lnTo>
                  <a:pt x="17636" y="3900"/>
                </a:lnTo>
                <a:lnTo>
                  <a:pt x="18570" y="6780"/>
                </a:lnTo>
                <a:lnTo>
                  <a:pt x="19846" y="11344"/>
                </a:lnTo>
                <a:lnTo>
                  <a:pt x="20425" y="14359"/>
                </a:lnTo>
                <a:lnTo>
                  <a:pt x="21008" y="17392"/>
                </a:lnTo>
                <a:lnTo>
                  <a:pt x="21600" y="20474"/>
                </a:lnTo>
                <a:lnTo>
                  <a:pt x="20205" y="20634"/>
                </a:lnTo>
                <a:lnTo>
                  <a:pt x="18809" y="20782"/>
                </a:lnTo>
                <a:lnTo>
                  <a:pt x="17416" y="20911"/>
                </a:lnTo>
                <a:lnTo>
                  <a:pt x="16021" y="21034"/>
                </a:lnTo>
                <a:lnTo>
                  <a:pt x="14625" y="21145"/>
                </a:lnTo>
                <a:lnTo>
                  <a:pt x="13230" y="21243"/>
                </a:lnTo>
                <a:lnTo>
                  <a:pt x="12636" y="21317"/>
                </a:lnTo>
                <a:lnTo>
                  <a:pt x="10843" y="21557"/>
                </a:lnTo>
                <a:lnTo>
                  <a:pt x="9236" y="21600"/>
                </a:lnTo>
                <a:lnTo>
                  <a:pt x="7815" y="21477"/>
                </a:lnTo>
                <a:lnTo>
                  <a:pt x="6525" y="21065"/>
                </a:lnTo>
                <a:lnTo>
                  <a:pt x="5311" y="20253"/>
                </a:lnTo>
                <a:lnTo>
                  <a:pt x="4123" y="18930"/>
                </a:lnTo>
                <a:lnTo>
                  <a:pt x="2905" y="16974"/>
                </a:lnTo>
                <a:lnTo>
                  <a:pt x="1603" y="14273"/>
                </a:lnTo>
                <a:lnTo>
                  <a:pt x="808" y="11246"/>
                </a:lnTo>
                <a:lnTo>
                  <a:pt x="0" y="8170"/>
                </a:lnTo>
                <a:lnTo>
                  <a:pt x="1333" y="6091"/>
                </a:lnTo>
                <a:lnTo>
                  <a:pt x="2627" y="4423"/>
                </a:lnTo>
                <a:lnTo>
                  <a:pt x="3903" y="3125"/>
                </a:lnTo>
                <a:lnTo>
                  <a:pt x="5186" y="2153"/>
                </a:lnTo>
                <a:lnTo>
                  <a:pt x="6495" y="1446"/>
                </a:lnTo>
                <a:lnTo>
                  <a:pt x="7852" y="966"/>
                </a:lnTo>
                <a:lnTo>
                  <a:pt x="9279" y="658"/>
                </a:lnTo>
                <a:lnTo>
                  <a:pt x="10800" y="480"/>
                </a:lnTo>
                <a:close/>
              </a:path>
            </a:pathLst>
          </a:custGeom>
          <a:solidFill>
            <a:srgbClr val="ABB6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7" name="contour_13465"/>
          <p:cNvSpPr/>
          <p:nvPr/>
        </p:nvSpPr>
        <p:spPr>
          <a:xfrm>
            <a:off x="5673144" y="1355566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51" y="648"/>
                </a:lnTo>
                <a:lnTo>
                  <a:pt x="2702" y="1310"/>
                </a:lnTo>
                <a:lnTo>
                  <a:pt x="4051" y="2002"/>
                </a:lnTo>
                <a:lnTo>
                  <a:pt x="5400" y="2700"/>
                </a:lnTo>
                <a:lnTo>
                  <a:pt x="6907" y="3456"/>
                </a:lnTo>
                <a:lnTo>
                  <a:pt x="8438" y="4219"/>
                </a:lnTo>
                <a:lnTo>
                  <a:pt x="9511" y="5126"/>
                </a:lnTo>
                <a:lnTo>
                  <a:pt x="10430" y="5954"/>
                </a:lnTo>
                <a:lnTo>
                  <a:pt x="11299" y="6847"/>
                </a:lnTo>
                <a:lnTo>
                  <a:pt x="12233" y="7956"/>
                </a:lnTo>
                <a:lnTo>
                  <a:pt x="13334" y="9410"/>
                </a:lnTo>
                <a:lnTo>
                  <a:pt x="14712" y="11354"/>
                </a:lnTo>
                <a:lnTo>
                  <a:pt x="16478" y="13939"/>
                </a:lnTo>
                <a:lnTo>
                  <a:pt x="18737" y="17309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74D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8" name="contour_13466"/>
          <p:cNvSpPr/>
          <p:nvPr/>
        </p:nvSpPr>
        <p:spPr>
          <a:xfrm>
            <a:off x="10024075" y="131183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94"/>
                </a:lnTo>
                <a:lnTo>
                  <a:pt x="7133" y="1188"/>
                </a:lnTo>
                <a:lnTo>
                  <a:pt x="10719" y="1786"/>
                </a:lnTo>
                <a:lnTo>
                  <a:pt x="14321" y="2387"/>
                </a:lnTo>
                <a:lnTo>
                  <a:pt x="17944" y="2992"/>
                </a:lnTo>
                <a:lnTo>
                  <a:pt x="21600" y="3600"/>
                </a:lnTo>
                <a:lnTo>
                  <a:pt x="21227" y="5854"/>
                </a:lnTo>
                <a:lnTo>
                  <a:pt x="20817" y="8104"/>
                </a:lnTo>
                <a:lnTo>
                  <a:pt x="20380" y="10354"/>
                </a:lnTo>
                <a:lnTo>
                  <a:pt x="19915" y="12600"/>
                </a:lnTo>
                <a:lnTo>
                  <a:pt x="19440" y="15113"/>
                </a:lnTo>
                <a:lnTo>
                  <a:pt x="18965" y="17662"/>
                </a:lnTo>
                <a:lnTo>
                  <a:pt x="17593" y="19616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ED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69" name="contour_13467"/>
          <p:cNvSpPr/>
          <p:nvPr/>
        </p:nvSpPr>
        <p:spPr>
          <a:xfrm>
            <a:off x="3676234" y="1317713"/>
            <a:ext cx="65592" cy="30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999"/>
                </a:moveTo>
                <a:lnTo>
                  <a:pt x="16800" y="4403"/>
                </a:lnTo>
                <a:lnTo>
                  <a:pt x="16800" y="7828"/>
                </a:lnTo>
                <a:lnTo>
                  <a:pt x="16800" y="11300"/>
                </a:lnTo>
                <a:lnTo>
                  <a:pt x="17988" y="13849"/>
                </a:lnTo>
                <a:lnTo>
                  <a:pt x="19183" y="16414"/>
                </a:lnTo>
                <a:lnTo>
                  <a:pt x="20383" y="18989"/>
                </a:lnTo>
                <a:lnTo>
                  <a:pt x="21600" y="21600"/>
                </a:lnTo>
                <a:lnTo>
                  <a:pt x="19956" y="21209"/>
                </a:lnTo>
                <a:lnTo>
                  <a:pt x="18310" y="20817"/>
                </a:lnTo>
                <a:lnTo>
                  <a:pt x="16663" y="20421"/>
                </a:lnTo>
                <a:lnTo>
                  <a:pt x="15014" y="20029"/>
                </a:lnTo>
                <a:lnTo>
                  <a:pt x="13363" y="19638"/>
                </a:lnTo>
                <a:lnTo>
                  <a:pt x="11710" y="19241"/>
                </a:lnTo>
                <a:lnTo>
                  <a:pt x="10051" y="18845"/>
                </a:lnTo>
                <a:lnTo>
                  <a:pt x="8390" y="18448"/>
                </a:lnTo>
                <a:lnTo>
                  <a:pt x="6725" y="18052"/>
                </a:lnTo>
                <a:lnTo>
                  <a:pt x="5052" y="17655"/>
                </a:lnTo>
                <a:lnTo>
                  <a:pt x="3374" y="17253"/>
                </a:lnTo>
                <a:lnTo>
                  <a:pt x="1692" y="16852"/>
                </a:lnTo>
                <a:lnTo>
                  <a:pt x="0" y="16450"/>
                </a:lnTo>
                <a:lnTo>
                  <a:pt x="2477" y="12062"/>
                </a:lnTo>
                <a:lnTo>
                  <a:pt x="4538" y="8477"/>
                </a:lnTo>
                <a:lnTo>
                  <a:pt x="6257" y="5629"/>
                </a:lnTo>
                <a:lnTo>
                  <a:pt x="7711" y="3445"/>
                </a:lnTo>
                <a:lnTo>
                  <a:pt x="8974" y="1864"/>
                </a:lnTo>
                <a:lnTo>
                  <a:pt x="10123" y="809"/>
                </a:lnTo>
                <a:lnTo>
                  <a:pt x="11232" y="206"/>
                </a:lnTo>
                <a:lnTo>
                  <a:pt x="12379" y="0"/>
                </a:lnTo>
                <a:lnTo>
                  <a:pt x="13639" y="108"/>
                </a:lnTo>
                <a:lnTo>
                  <a:pt x="15086" y="464"/>
                </a:lnTo>
                <a:lnTo>
                  <a:pt x="16800" y="999"/>
                </a:lnTo>
                <a:close/>
              </a:path>
            </a:pathLst>
          </a:custGeom>
          <a:solidFill>
            <a:srgbClr val="AAB1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0" name="contour_13468"/>
          <p:cNvSpPr/>
          <p:nvPr/>
        </p:nvSpPr>
        <p:spPr>
          <a:xfrm>
            <a:off x="1285773" y="1217095"/>
            <a:ext cx="4952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70" y="0"/>
                </a:moveTo>
                <a:lnTo>
                  <a:pt x="20240" y="3011"/>
                </a:lnTo>
                <a:lnTo>
                  <a:pt x="21041" y="5238"/>
                </a:lnTo>
                <a:lnTo>
                  <a:pt x="21489" y="6890"/>
                </a:lnTo>
                <a:lnTo>
                  <a:pt x="21600" y="8178"/>
                </a:lnTo>
                <a:lnTo>
                  <a:pt x="21397" y="9310"/>
                </a:lnTo>
                <a:lnTo>
                  <a:pt x="20894" y="10495"/>
                </a:lnTo>
                <a:lnTo>
                  <a:pt x="20113" y="11939"/>
                </a:lnTo>
                <a:lnTo>
                  <a:pt x="18981" y="13125"/>
                </a:lnTo>
                <a:lnTo>
                  <a:pt x="17840" y="14315"/>
                </a:lnTo>
                <a:lnTo>
                  <a:pt x="16686" y="15525"/>
                </a:lnTo>
                <a:lnTo>
                  <a:pt x="16197" y="16065"/>
                </a:lnTo>
                <a:lnTo>
                  <a:pt x="15332" y="17015"/>
                </a:lnTo>
                <a:lnTo>
                  <a:pt x="13359" y="19194"/>
                </a:lnTo>
                <a:lnTo>
                  <a:pt x="12097" y="19988"/>
                </a:lnTo>
                <a:lnTo>
                  <a:pt x="10822" y="20790"/>
                </a:lnTo>
                <a:lnTo>
                  <a:pt x="9535" y="21600"/>
                </a:lnTo>
                <a:lnTo>
                  <a:pt x="7647" y="21065"/>
                </a:lnTo>
                <a:lnTo>
                  <a:pt x="5753" y="20528"/>
                </a:lnTo>
                <a:lnTo>
                  <a:pt x="3852" y="19991"/>
                </a:lnTo>
                <a:lnTo>
                  <a:pt x="1936" y="19448"/>
                </a:lnTo>
                <a:lnTo>
                  <a:pt x="0" y="18900"/>
                </a:lnTo>
                <a:lnTo>
                  <a:pt x="1453" y="17461"/>
                </a:lnTo>
                <a:lnTo>
                  <a:pt x="2905" y="16022"/>
                </a:lnTo>
                <a:lnTo>
                  <a:pt x="4361" y="14580"/>
                </a:lnTo>
                <a:lnTo>
                  <a:pt x="5813" y="13138"/>
                </a:lnTo>
                <a:lnTo>
                  <a:pt x="7272" y="11694"/>
                </a:lnTo>
                <a:lnTo>
                  <a:pt x="8731" y="10246"/>
                </a:lnTo>
                <a:lnTo>
                  <a:pt x="10196" y="8797"/>
                </a:lnTo>
                <a:lnTo>
                  <a:pt x="11661" y="7341"/>
                </a:lnTo>
                <a:lnTo>
                  <a:pt x="13133" y="5883"/>
                </a:lnTo>
                <a:lnTo>
                  <a:pt x="14611" y="4420"/>
                </a:lnTo>
                <a:lnTo>
                  <a:pt x="16092" y="2954"/>
                </a:lnTo>
                <a:lnTo>
                  <a:pt x="17576" y="1480"/>
                </a:lnTo>
                <a:lnTo>
                  <a:pt x="19070" y="0"/>
                </a:lnTo>
                <a:close/>
              </a:path>
            </a:pathLst>
          </a:custGeom>
          <a:solidFill>
            <a:srgbClr val="F4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1" name="contour_13469"/>
          <p:cNvSpPr/>
          <p:nvPr/>
        </p:nvSpPr>
        <p:spPr>
          <a:xfrm>
            <a:off x="1839661" y="1179015"/>
            <a:ext cx="2915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227" y="3440"/>
                </a:lnTo>
                <a:lnTo>
                  <a:pt x="20817" y="5965"/>
                </a:lnTo>
                <a:lnTo>
                  <a:pt x="20347" y="8466"/>
                </a:lnTo>
                <a:lnTo>
                  <a:pt x="19786" y="10947"/>
                </a:lnTo>
                <a:lnTo>
                  <a:pt x="19116" y="13408"/>
                </a:lnTo>
                <a:lnTo>
                  <a:pt x="18311" y="15853"/>
                </a:lnTo>
                <a:lnTo>
                  <a:pt x="17350" y="18287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373" y="18160"/>
                </a:lnTo>
                <a:lnTo>
                  <a:pt x="783" y="15635"/>
                </a:lnTo>
                <a:lnTo>
                  <a:pt x="1253" y="13134"/>
                </a:lnTo>
                <a:lnTo>
                  <a:pt x="1814" y="10653"/>
                </a:lnTo>
                <a:lnTo>
                  <a:pt x="2484" y="8192"/>
                </a:lnTo>
                <a:lnTo>
                  <a:pt x="3289" y="5747"/>
                </a:lnTo>
                <a:lnTo>
                  <a:pt x="4250" y="3313"/>
                </a:lnTo>
                <a:lnTo>
                  <a:pt x="5400" y="892"/>
                </a:lnTo>
                <a:close/>
              </a:path>
            </a:pathLst>
          </a:custGeom>
          <a:solidFill>
            <a:srgbClr val="D6C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2" name="contour_13470"/>
          <p:cNvSpPr/>
          <p:nvPr/>
        </p:nvSpPr>
        <p:spPr>
          <a:xfrm>
            <a:off x="11649297" y="1085911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155" y="2219"/>
                </a:lnTo>
                <a:lnTo>
                  <a:pt x="20645" y="4285"/>
                </a:lnTo>
                <a:lnTo>
                  <a:pt x="20049" y="6213"/>
                </a:lnTo>
                <a:lnTo>
                  <a:pt x="19345" y="8019"/>
                </a:lnTo>
                <a:lnTo>
                  <a:pt x="18511" y="9723"/>
                </a:lnTo>
                <a:lnTo>
                  <a:pt x="17518" y="11340"/>
                </a:lnTo>
                <a:lnTo>
                  <a:pt x="16351" y="12884"/>
                </a:lnTo>
                <a:lnTo>
                  <a:pt x="14982" y="14377"/>
                </a:lnTo>
                <a:lnTo>
                  <a:pt x="13388" y="15830"/>
                </a:lnTo>
                <a:lnTo>
                  <a:pt x="11547" y="17264"/>
                </a:lnTo>
                <a:lnTo>
                  <a:pt x="9439" y="18692"/>
                </a:lnTo>
                <a:lnTo>
                  <a:pt x="7037" y="20131"/>
                </a:lnTo>
                <a:lnTo>
                  <a:pt x="4320" y="21600"/>
                </a:lnTo>
                <a:lnTo>
                  <a:pt x="3607" y="19818"/>
                </a:lnTo>
                <a:lnTo>
                  <a:pt x="2894" y="18033"/>
                </a:lnTo>
                <a:lnTo>
                  <a:pt x="2177" y="16240"/>
                </a:lnTo>
                <a:lnTo>
                  <a:pt x="1456" y="14440"/>
                </a:lnTo>
                <a:lnTo>
                  <a:pt x="730" y="12628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9711" y="9026"/>
                </a:lnTo>
                <a:lnTo>
                  <a:pt x="10269" y="7625"/>
                </a:lnTo>
                <a:lnTo>
                  <a:pt x="10800" y="5400"/>
                </a:lnTo>
                <a:lnTo>
                  <a:pt x="11331" y="3175"/>
                </a:lnTo>
                <a:lnTo>
                  <a:pt x="11889" y="1774"/>
                </a:lnTo>
                <a:lnTo>
                  <a:pt x="12960" y="0"/>
                </a:lnTo>
                <a:close/>
              </a:path>
            </a:pathLst>
          </a:custGeom>
          <a:solidFill>
            <a:srgbClr val="E9E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3" name="contour_13471"/>
          <p:cNvSpPr/>
          <p:nvPr/>
        </p:nvSpPr>
        <p:spPr>
          <a:xfrm>
            <a:off x="8741389" y="896765"/>
            <a:ext cx="80168" cy="214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77" y="544"/>
                </a:moveTo>
                <a:lnTo>
                  <a:pt x="8768" y="808"/>
                </a:lnTo>
                <a:lnTo>
                  <a:pt x="10555" y="1616"/>
                </a:lnTo>
                <a:lnTo>
                  <a:pt x="11165" y="1932"/>
                </a:lnTo>
                <a:lnTo>
                  <a:pt x="13009" y="2865"/>
                </a:lnTo>
                <a:lnTo>
                  <a:pt x="14250" y="3446"/>
                </a:lnTo>
                <a:lnTo>
                  <a:pt x="15509" y="4033"/>
                </a:lnTo>
                <a:lnTo>
                  <a:pt x="16728" y="4607"/>
                </a:lnTo>
                <a:lnTo>
                  <a:pt x="17948" y="5194"/>
                </a:lnTo>
                <a:lnTo>
                  <a:pt x="19165" y="5789"/>
                </a:lnTo>
                <a:lnTo>
                  <a:pt x="20383" y="6392"/>
                </a:lnTo>
                <a:lnTo>
                  <a:pt x="21600" y="7002"/>
                </a:lnTo>
                <a:lnTo>
                  <a:pt x="21600" y="10646"/>
                </a:lnTo>
                <a:lnTo>
                  <a:pt x="21600" y="14349"/>
                </a:lnTo>
                <a:lnTo>
                  <a:pt x="20353" y="15157"/>
                </a:lnTo>
                <a:lnTo>
                  <a:pt x="19106" y="15950"/>
                </a:lnTo>
                <a:lnTo>
                  <a:pt x="17859" y="16722"/>
                </a:lnTo>
                <a:lnTo>
                  <a:pt x="16612" y="17478"/>
                </a:lnTo>
                <a:lnTo>
                  <a:pt x="15363" y="18213"/>
                </a:lnTo>
                <a:lnTo>
                  <a:pt x="14113" y="18940"/>
                </a:lnTo>
                <a:lnTo>
                  <a:pt x="13586" y="19293"/>
                </a:lnTo>
                <a:lnTo>
                  <a:pt x="11992" y="20373"/>
                </a:lnTo>
                <a:lnTo>
                  <a:pt x="10417" y="21159"/>
                </a:lnTo>
                <a:lnTo>
                  <a:pt x="8984" y="21600"/>
                </a:lnTo>
                <a:lnTo>
                  <a:pt x="7650" y="21585"/>
                </a:lnTo>
                <a:lnTo>
                  <a:pt x="6374" y="20990"/>
                </a:lnTo>
                <a:lnTo>
                  <a:pt x="5107" y="19690"/>
                </a:lnTo>
                <a:lnTo>
                  <a:pt x="3807" y="17574"/>
                </a:lnTo>
                <a:lnTo>
                  <a:pt x="2431" y="14518"/>
                </a:lnTo>
                <a:lnTo>
                  <a:pt x="1628" y="12034"/>
                </a:lnTo>
                <a:lnTo>
                  <a:pt x="819" y="9536"/>
                </a:lnTo>
                <a:lnTo>
                  <a:pt x="0" y="7002"/>
                </a:lnTo>
                <a:lnTo>
                  <a:pt x="1400" y="4151"/>
                </a:lnTo>
                <a:lnTo>
                  <a:pt x="2682" y="2064"/>
                </a:lnTo>
                <a:lnTo>
                  <a:pt x="3925" y="713"/>
                </a:lnTo>
                <a:lnTo>
                  <a:pt x="5204" y="44"/>
                </a:lnTo>
                <a:lnTo>
                  <a:pt x="6596" y="0"/>
                </a:lnTo>
                <a:lnTo>
                  <a:pt x="8177" y="544"/>
                </a:lnTo>
                <a:close/>
              </a:path>
            </a:pathLst>
          </a:custGeom>
          <a:solidFill>
            <a:srgbClr val="E0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4" name="contour_13472"/>
          <p:cNvSpPr/>
          <p:nvPr/>
        </p:nvSpPr>
        <p:spPr>
          <a:xfrm>
            <a:off x="4769433" y="79439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150" y="18891"/>
                </a:lnTo>
                <a:lnTo>
                  <a:pt x="2322" y="16187"/>
                </a:lnTo>
                <a:lnTo>
                  <a:pt x="3515" y="13491"/>
                </a:lnTo>
                <a:lnTo>
                  <a:pt x="4725" y="10800"/>
                </a:lnTo>
                <a:lnTo>
                  <a:pt x="5600" y="8791"/>
                </a:lnTo>
                <a:lnTo>
                  <a:pt x="6485" y="6774"/>
                </a:lnTo>
                <a:lnTo>
                  <a:pt x="7382" y="4726"/>
                </a:lnTo>
                <a:lnTo>
                  <a:pt x="9077" y="2380"/>
                </a:lnTo>
                <a:lnTo>
                  <a:pt x="10800" y="0"/>
                </a:lnTo>
                <a:close/>
              </a:path>
            </a:pathLst>
          </a:custGeom>
          <a:solidFill>
            <a:srgbClr val="46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5" name="contour_13473"/>
          <p:cNvSpPr/>
          <p:nvPr/>
        </p:nvSpPr>
        <p:spPr>
          <a:xfrm>
            <a:off x="4769433" y="692359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B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6" name="contour_13474"/>
          <p:cNvSpPr/>
          <p:nvPr/>
        </p:nvSpPr>
        <p:spPr>
          <a:xfrm>
            <a:off x="4521641" y="677783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297"/>
                </a:lnTo>
                <a:lnTo>
                  <a:pt x="3715" y="616"/>
                </a:lnTo>
                <a:lnTo>
                  <a:pt x="5573" y="956"/>
                </a:lnTo>
                <a:lnTo>
                  <a:pt x="7428" y="1312"/>
                </a:lnTo>
                <a:lnTo>
                  <a:pt x="9283" y="1685"/>
                </a:lnTo>
                <a:lnTo>
                  <a:pt x="11008" y="2003"/>
                </a:lnTo>
                <a:lnTo>
                  <a:pt x="12744" y="2317"/>
                </a:lnTo>
                <a:lnTo>
                  <a:pt x="14502" y="2635"/>
                </a:lnTo>
                <a:lnTo>
                  <a:pt x="15954" y="3548"/>
                </a:lnTo>
                <a:lnTo>
                  <a:pt x="17418" y="4466"/>
                </a:lnTo>
                <a:lnTo>
                  <a:pt x="18900" y="5400"/>
                </a:lnTo>
                <a:lnTo>
                  <a:pt x="19859" y="9531"/>
                </a:lnTo>
                <a:lnTo>
                  <a:pt x="20480" y="12436"/>
                </a:lnTo>
                <a:lnTo>
                  <a:pt x="20890" y="14899"/>
                </a:lnTo>
                <a:lnTo>
                  <a:pt x="21219" y="17696"/>
                </a:lnTo>
                <a:lnTo>
                  <a:pt x="21600" y="21600"/>
                </a:lnTo>
                <a:lnTo>
                  <a:pt x="19694" y="20763"/>
                </a:lnTo>
                <a:lnTo>
                  <a:pt x="17798" y="19883"/>
                </a:lnTo>
                <a:lnTo>
                  <a:pt x="15919" y="18938"/>
                </a:lnTo>
                <a:lnTo>
                  <a:pt x="14056" y="17928"/>
                </a:lnTo>
                <a:lnTo>
                  <a:pt x="12212" y="16821"/>
                </a:lnTo>
                <a:lnTo>
                  <a:pt x="10387" y="15617"/>
                </a:lnTo>
                <a:lnTo>
                  <a:pt x="8586" y="14294"/>
                </a:lnTo>
                <a:lnTo>
                  <a:pt x="6812" y="12836"/>
                </a:lnTo>
                <a:lnTo>
                  <a:pt x="5062" y="11232"/>
                </a:lnTo>
                <a:lnTo>
                  <a:pt x="3343" y="9472"/>
                </a:lnTo>
                <a:lnTo>
                  <a:pt x="1655" y="7528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7" name="contour_13475"/>
          <p:cNvSpPr/>
          <p:nvPr/>
        </p:nvSpPr>
        <p:spPr>
          <a:xfrm>
            <a:off x="10933646" y="6304113"/>
            <a:ext cx="4515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14" y="0"/>
                </a:moveTo>
                <a:lnTo>
                  <a:pt x="19045" y="2791"/>
                </a:lnTo>
                <a:lnTo>
                  <a:pt x="19756" y="5599"/>
                </a:lnTo>
                <a:lnTo>
                  <a:pt x="20307" y="8441"/>
                </a:lnTo>
                <a:lnTo>
                  <a:pt x="20760" y="11331"/>
                </a:lnTo>
                <a:lnTo>
                  <a:pt x="21171" y="14273"/>
                </a:lnTo>
                <a:lnTo>
                  <a:pt x="21600" y="17280"/>
                </a:lnTo>
                <a:lnTo>
                  <a:pt x="19299" y="17755"/>
                </a:lnTo>
                <a:lnTo>
                  <a:pt x="16995" y="18230"/>
                </a:lnTo>
                <a:lnTo>
                  <a:pt x="14691" y="18706"/>
                </a:lnTo>
                <a:lnTo>
                  <a:pt x="12379" y="19185"/>
                </a:lnTo>
                <a:lnTo>
                  <a:pt x="10061" y="19665"/>
                </a:lnTo>
                <a:lnTo>
                  <a:pt x="7732" y="20144"/>
                </a:lnTo>
                <a:lnTo>
                  <a:pt x="5397" y="20628"/>
                </a:lnTo>
                <a:lnTo>
                  <a:pt x="3047" y="21112"/>
                </a:lnTo>
                <a:lnTo>
                  <a:pt x="683" y="21600"/>
                </a:lnTo>
                <a:lnTo>
                  <a:pt x="303" y="16667"/>
                </a:lnTo>
                <a:lnTo>
                  <a:pt x="77" y="13198"/>
                </a:lnTo>
                <a:lnTo>
                  <a:pt x="0" y="10705"/>
                </a:lnTo>
                <a:lnTo>
                  <a:pt x="77" y="8713"/>
                </a:lnTo>
                <a:lnTo>
                  <a:pt x="303" y="6748"/>
                </a:lnTo>
                <a:lnTo>
                  <a:pt x="683" y="4320"/>
                </a:lnTo>
                <a:lnTo>
                  <a:pt x="2921" y="2933"/>
                </a:lnTo>
                <a:lnTo>
                  <a:pt x="5027" y="1879"/>
                </a:lnTo>
                <a:lnTo>
                  <a:pt x="7059" y="1110"/>
                </a:lnTo>
                <a:lnTo>
                  <a:pt x="9071" y="588"/>
                </a:lnTo>
                <a:lnTo>
                  <a:pt x="11128" y="264"/>
                </a:lnTo>
                <a:lnTo>
                  <a:pt x="13279" y="86"/>
                </a:lnTo>
                <a:lnTo>
                  <a:pt x="15590" y="13"/>
                </a:lnTo>
                <a:lnTo>
                  <a:pt x="18114" y="0"/>
                </a:lnTo>
                <a:close/>
              </a:path>
            </a:pathLst>
          </a:custGeom>
          <a:solidFill>
            <a:srgbClr val="CBD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8" name="contour_13476"/>
          <p:cNvSpPr/>
          <p:nvPr/>
        </p:nvSpPr>
        <p:spPr>
          <a:xfrm>
            <a:off x="7189046" y="6232515"/>
            <a:ext cx="43728" cy="278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54"/>
                </a:moveTo>
                <a:lnTo>
                  <a:pt x="21600" y="8388"/>
                </a:lnTo>
                <a:lnTo>
                  <a:pt x="21600" y="12144"/>
                </a:lnTo>
                <a:lnTo>
                  <a:pt x="21600" y="15951"/>
                </a:lnTo>
                <a:lnTo>
                  <a:pt x="19246" y="17324"/>
                </a:lnTo>
                <a:lnTo>
                  <a:pt x="17521" y="18149"/>
                </a:lnTo>
                <a:lnTo>
                  <a:pt x="15588" y="18759"/>
                </a:lnTo>
                <a:lnTo>
                  <a:pt x="12600" y="19482"/>
                </a:lnTo>
                <a:lnTo>
                  <a:pt x="10087" y="20120"/>
                </a:lnTo>
                <a:lnTo>
                  <a:pt x="7538" y="20764"/>
                </a:lnTo>
                <a:lnTo>
                  <a:pt x="5584" y="21182"/>
                </a:lnTo>
                <a:lnTo>
                  <a:pt x="3600" y="21600"/>
                </a:lnTo>
                <a:lnTo>
                  <a:pt x="2887" y="18245"/>
                </a:lnTo>
                <a:lnTo>
                  <a:pt x="2171" y="14878"/>
                </a:lnTo>
                <a:lnTo>
                  <a:pt x="1454" y="11500"/>
                </a:lnTo>
                <a:lnTo>
                  <a:pt x="731" y="8094"/>
                </a:lnTo>
                <a:lnTo>
                  <a:pt x="0" y="4654"/>
                </a:lnTo>
                <a:lnTo>
                  <a:pt x="2682" y="2943"/>
                </a:lnTo>
                <a:lnTo>
                  <a:pt x="5162" y="1593"/>
                </a:lnTo>
                <a:lnTo>
                  <a:pt x="7499" y="633"/>
                </a:lnTo>
                <a:lnTo>
                  <a:pt x="9745" y="96"/>
                </a:lnTo>
                <a:lnTo>
                  <a:pt x="11959" y="0"/>
                </a:lnTo>
                <a:lnTo>
                  <a:pt x="14195" y="384"/>
                </a:lnTo>
                <a:lnTo>
                  <a:pt x="16510" y="1265"/>
                </a:lnTo>
                <a:lnTo>
                  <a:pt x="18961" y="2683"/>
                </a:lnTo>
                <a:lnTo>
                  <a:pt x="21600" y="4654"/>
                </a:lnTo>
                <a:close/>
              </a:path>
            </a:pathLst>
          </a:custGeom>
          <a:solidFill>
            <a:srgbClr val="F8FB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79" name="contour_13477"/>
          <p:cNvSpPr/>
          <p:nvPr/>
        </p:nvSpPr>
        <p:spPr>
          <a:xfrm>
            <a:off x="1759493" y="614377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1" y="0"/>
                </a:lnTo>
                <a:lnTo>
                  <a:pt x="10027" y="0"/>
                </a:lnTo>
                <a:lnTo>
                  <a:pt x="12895" y="0"/>
                </a:lnTo>
                <a:lnTo>
                  <a:pt x="15777" y="0"/>
                </a:lnTo>
                <a:lnTo>
                  <a:pt x="18675" y="0"/>
                </a:lnTo>
                <a:lnTo>
                  <a:pt x="21600" y="0"/>
                </a:lnTo>
                <a:lnTo>
                  <a:pt x="20205" y="2729"/>
                </a:lnTo>
                <a:lnTo>
                  <a:pt x="18805" y="5249"/>
                </a:lnTo>
                <a:lnTo>
                  <a:pt x="17366" y="7571"/>
                </a:lnTo>
                <a:lnTo>
                  <a:pt x="15850" y="9724"/>
                </a:lnTo>
                <a:lnTo>
                  <a:pt x="14226" y="11718"/>
                </a:lnTo>
                <a:lnTo>
                  <a:pt x="12446" y="13583"/>
                </a:lnTo>
                <a:lnTo>
                  <a:pt x="10480" y="15336"/>
                </a:lnTo>
                <a:lnTo>
                  <a:pt x="8290" y="16992"/>
                </a:lnTo>
                <a:lnTo>
                  <a:pt x="5836" y="18576"/>
                </a:lnTo>
                <a:lnTo>
                  <a:pt x="3089" y="20106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E1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0" name="contour_13478"/>
          <p:cNvSpPr/>
          <p:nvPr/>
        </p:nvSpPr>
        <p:spPr>
          <a:xfrm>
            <a:off x="4366954" y="6135257"/>
            <a:ext cx="52656" cy="29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3" y="896"/>
                </a:moveTo>
                <a:lnTo>
                  <a:pt x="2834" y="530"/>
                </a:lnTo>
                <a:lnTo>
                  <a:pt x="4975" y="239"/>
                </a:lnTo>
                <a:lnTo>
                  <a:pt x="7097" y="53"/>
                </a:lnTo>
                <a:lnTo>
                  <a:pt x="9214" y="0"/>
                </a:lnTo>
                <a:lnTo>
                  <a:pt x="11334" y="106"/>
                </a:lnTo>
                <a:lnTo>
                  <a:pt x="13465" y="392"/>
                </a:lnTo>
                <a:lnTo>
                  <a:pt x="15621" y="896"/>
                </a:lnTo>
                <a:lnTo>
                  <a:pt x="17283" y="4284"/>
                </a:lnTo>
                <a:lnTo>
                  <a:pt x="18458" y="6786"/>
                </a:lnTo>
                <a:lnTo>
                  <a:pt x="19310" y="8849"/>
                </a:lnTo>
                <a:lnTo>
                  <a:pt x="20007" y="10911"/>
                </a:lnTo>
                <a:lnTo>
                  <a:pt x="20715" y="13414"/>
                </a:lnTo>
                <a:lnTo>
                  <a:pt x="21600" y="16802"/>
                </a:lnTo>
                <a:lnTo>
                  <a:pt x="19564" y="18785"/>
                </a:lnTo>
                <a:lnTo>
                  <a:pt x="17621" y="20195"/>
                </a:lnTo>
                <a:lnTo>
                  <a:pt x="15737" y="21091"/>
                </a:lnTo>
                <a:lnTo>
                  <a:pt x="13881" y="21536"/>
                </a:lnTo>
                <a:lnTo>
                  <a:pt x="12015" y="21600"/>
                </a:lnTo>
                <a:lnTo>
                  <a:pt x="10108" y="21335"/>
                </a:lnTo>
                <a:lnTo>
                  <a:pt x="8126" y="20810"/>
                </a:lnTo>
                <a:lnTo>
                  <a:pt x="6030" y="20084"/>
                </a:lnTo>
                <a:lnTo>
                  <a:pt x="3791" y="19225"/>
                </a:lnTo>
                <a:lnTo>
                  <a:pt x="2245" y="18021"/>
                </a:lnTo>
                <a:lnTo>
                  <a:pt x="673" y="16802"/>
                </a:lnTo>
                <a:lnTo>
                  <a:pt x="224" y="12698"/>
                </a:lnTo>
                <a:lnTo>
                  <a:pt x="0" y="9819"/>
                </a:lnTo>
                <a:lnTo>
                  <a:pt x="0" y="7401"/>
                </a:lnTo>
                <a:lnTo>
                  <a:pt x="224" y="4682"/>
                </a:lnTo>
                <a:lnTo>
                  <a:pt x="673" y="896"/>
                </a:lnTo>
                <a:close/>
              </a:path>
            </a:pathLst>
          </a:custGeom>
          <a:solidFill>
            <a:srgbClr val="E3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1" name="contour_13479"/>
          <p:cNvSpPr/>
          <p:nvPr/>
        </p:nvSpPr>
        <p:spPr>
          <a:xfrm>
            <a:off x="2247788" y="6135308"/>
            <a:ext cx="44712" cy="30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21" y="841"/>
                </a:moveTo>
                <a:lnTo>
                  <a:pt x="6021" y="259"/>
                </a:lnTo>
                <a:lnTo>
                  <a:pt x="7795" y="0"/>
                </a:lnTo>
                <a:lnTo>
                  <a:pt x="9686" y="0"/>
                </a:lnTo>
                <a:lnTo>
                  <a:pt x="12541" y="192"/>
                </a:lnTo>
                <a:lnTo>
                  <a:pt x="13749" y="265"/>
                </a:lnTo>
                <a:lnTo>
                  <a:pt x="17396" y="477"/>
                </a:lnTo>
                <a:lnTo>
                  <a:pt x="19248" y="659"/>
                </a:lnTo>
                <a:lnTo>
                  <a:pt x="21125" y="841"/>
                </a:lnTo>
                <a:lnTo>
                  <a:pt x="21442" y="4546"/>
                </a:lnTo>
                <a:lnTo>
                  <a:pt x="21600" y="7209"/>
                </a:lnTo>
                <a:lnTo>
                  <a:pt x="21600" y="9575"/>
                </a:lnTo>
                <a:lnTo>
                  <a:pt x="21442" y="12393"/>
                </a:lnTo>
                <a:lnTo>
                  <a:pt x="21125" y="16410"/>
                </a:lnTo>
                <a:lnTo>
                  <a:pt x="18822" y="18476"/>
                </a:lnTo>
                <a:lnTo>
                  <a:pt x="17122" y="19778"/>
                </a:lnTo>
                <a:lnTo>
                  <a:pt x="15516" y="20567"/>
                </a:lnTo>
                <a:lnTo>
                  <a:pt x="13499" y="21091"/>
                </a:lnTo>
                <a:lnTo>
                  <a:pt x="10562" y="21600"/>
                </a:lnTo>
                <a:lnTo>
                  <a:pt x="8038" y="19524"/>
                </a:lnTo>
                <a:lnTo>
                  <a:pt x="6211" y="17972"/>
                </a:lnTo>
                <a:lnTo>
                  <a:pt x="4785" y="16654"/>
                </a:lnTo>
                <a:lnTo>
                  <a:pt x="3471" y="15279"/>
                </a:lnTo>
                <a:lnTo>
                  <a:pt x="1975" y="13566"/>
                </a:lnTo>
                <a:lnTo>
                  <a:pt x="0" y="11220"/>
                </a:lnTo>
                <a:lnTo>
                  <a:pt x="729" y="8164"/>
                </a:lnTo>
                <a:lnTo>
                  <a:pt x="1338" y="6062"/>
                </a:lnTo>
                <a:lnTo>
                  <a:pt x="2158" y="3944"/>
                </a:lnTo>
                <a:lnTo>
                  <a:pt x="3521" y="841"/>
                </a:lnTo>
                <a:close/>
              </a:path>
            </a:pathLst>
          </a:custGeom>
          <a:solidFill>
            <a:srgbClr val="EBE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2" name="contour_13480"/>
          <p:cNvSpPr/>
          <p:nvPr/>
        </p:nvSpPr>
        <p:spPr>
          <a:xfrm>
            <a:off x="4827737" y="6070897"/>
            <a:ext cx="39916" cy="811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75" y="0"/>
                </a:moveTo>
                <a:lnTo>
                  <a:pt x="17731" y="0"/>
                </a:lnTo>
                <a:lnTo>
                  <a:pt x="19719" y="0"/>
                </a:lnTo>
                <a:lnTo>
                  <a:pt x="20220" y="2800"/>
                </a:lnTo>
                <a:lnTo>
                  <a:pt x="20642" y="5213"/>
                </a:lnTo>
                <a:lnTo>
                  <a:pt x="20985" y="7281"/>
                </a:lnTo>
                <a:lnTo>
                  <a:pt x="21253" y="9047"/>
                </a:lnTo>
                <a:lnTo>
                  <a:pt x="21446" y="10553"/>
                </a:lnTo>
                <a:lnTo>
                  <a:pt x="21561" y="11841"/>
                </a:lnTo>
                <a:lnTo>
                  <a:pt x="21600" y="12953"/>
                </a:lnTo>
                <a:lnTo>
                  <a:pt x="21561" y="13932"/>
                </a:lnTo>
                <a:lnTo>
                  <a:pt x="21446" y="14823"/>
                </a:lnTo>
                <a:lnTo>
                  <a:pt x="21253" y="15665"/>
                </a:lnTo>
                <a:lnTo>
                  <a:pt x="20985" y="16501"/>
                </a:lnTo>
                <a:lnTo>
                  <a:pt x="20642" y="17374"/>
                </a:lnTo>
                <a:lnTo>
                  <a:pt x="20220" y="18327"/>
                </a:lnTo>
                <a:lnTo>
                  <a:pt x="19719" y="19402"/>
                </a:lnTo>
                <a:lnTo>
                  <a:pt x="17167" y="20302"/>
                </a:lnTo>
                <a:lnTo>
                  <a:pt x="14832" y="20913"/>
                </a:lnTo>
                <a:lnTo>
                  <a:pt x="12549" y="21292"/>
                </a:lnTo>
                <a:lnTo>
                  <a:pt x="10147" y="21495"/>
                </a:lnTo>
                <a:lnTo>
                  <a:pt x="7458" y="21579"/>
                </a:lnTo>
                <a:lnTo>
                  <a:pt x="4314" y="21600"/>
                </a:lnTo>
                <a:lnTo>
                  <a:pt x="2173" y="21472"/>
                </a:lnTo>
                <a:lnTo>
                  <a:pt x="0" y="21342"/>
                </a:lnTo>
                <a:lnTo>
                  <a:pt x="1873" y="20702"/>
                </a:lnTo>
                <a:lnTo>
                  <a:pt x="3758" y="20056"/>
                </a:lnTo>
                <a:lnTo>
                  <a:pt x="5671" y="19402"/>
                </a:lnTo>
                <a:lnTo>
                  <a:pt x="7568" y="18389"/>
                </a:lnTo>
                <a:lnTo>
                  <a:pt x="9189" y="17301"/>
                </a:lnTo>
                <a:lnTo>
                  <a:pt x="10557" y="16146"/>
                </a:lnTo>
                <a:lnTo>
                  <a:pt x="11697" y="14934"/>
                </a:lnTo>
                <a:lnTo>
                  <a:pt x="12628" y="13670"/>
                </a:lnTo>
                <a:lnTo>
                  <a:pt x="13377" y="12363"/>
                </a:lnTo>
                <a:lnTo>
                  <a:pt x="13969" y="11022"/>
                </a:lnTo>
                <a:lnTo>
                  <a:pt x="14422" y="9654"/>
                </a:lnTo>
                <a:lnTo>
                  <a:pt x="14765" y="8267"/>
                </a:lnTo>
                <a:lnTo>
                  <a:pt x="15018" y="6870"/>
                </a:lnTo>
                <a:lnTo>
                  <a:pt x="15207" y="5469"/>
                </a:lnTo>
                <a:lnTo>
                  <a:pt x="15353" y="4074"/>
                </a:lnTo>
                <a:lnTo>
                  <a:pt x="15479" y="2693"/>
                </a:lnTo>
                <a:lnTo>
                  <a:pt x="15613" y="1331"/>
                </a:lnTo>
                <a:lnTo>
                  <a:pt x="15775" y="0"/>
                </a:lnTo>
                <a:close/>
              </a:path>
            </a:pathLst>
          </a:custGeom>
          <a:solidFill>
            <a:srgbClr val="DDDE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3" name="contour_13481"/>
          <p:cNvSpPr/>
          <p:nvPr/>
        </p:nvSpPr>
        <p:spPr>
          <a:xfrm>
            <a:off x="943238" y="6113204"/>
            <a:ext cx="58304" cy="238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88"/>
                </a:moveTo>
                <a:lnTo>
                  <a:pt x="1855" y="1084"/>
                </a:lnTo>
                <a:lnTo>
                  <a:pt x="3710" y="905"/>
                </a:lnTo>
                <a:lnTo>
                  <a:pt x="5567" y="740"/>
                </a:lnTo>
                <a:lnTo>
                  <a:pt x="7425" y="595"/>
                </a:lnTo>
                <a:lnTo>
                  <a:pt x="9283" y="463"/>
                </a:lnTo>
                <a:lnTo>
                  <a:pt x="11008" y="311"/>
                </a:lnTo>
                <a:lnTo>
                  <a:pt x="12744" y="159"/>
                </a:lnTo>
                <a:lnTo>
                  <a:pt x="14502" y="0"/>
                </a:lnTo>
                <a:lnTo>
                  <a:pt x="15954" y="423"/>
                </a:lnTo>
                <a:lnTo>
                  <a:pt x="17418" y="852"/>
                </a:lnTo>
                <a:lnTo>
                  <a:pt x="18900" y="1288"/>
                </a:lnTo>
                <a:lnTo>
                  <a:pt x="20039" y="5240"/>
                </a:lnTo>
                <a:lnTo>
                  <a:pt x="20701" y="7936"/>
                </a:lnTo>
                <a:lnTo>
                  <a:pt x="21138" y="10612"/>
                </a:lnTo>
                <a:lnTo>
                  <a:pt x="21600" y="14504"/>
                </a:lnTo>
                <a:lnTo>
                  <a:pt x="19748" y="15468"/>
                </a:lnTo>
                <a:lnTo>
                  <a:pt x="17893" y="16400"/>
                </a:lnTo>
                <a:lnTo>
                  <a:pt x="16038" y="17305"/>
                </a:lnTo>
                <a:lnTo>
                  <a:pt x="14178" y="18191"/>
                </a:lnTo>
                <a:lnTo>
                  <a:pt x="12317" y="19049"/>
                </a:lnTo>
                <a:lnTo>
                  <a:pt x="10592" y="19889"/>
                </a:lnTo>
                <a:lnTo>
                  <a:pt x="8856" y="20741"/>
                </a:lnTo>
                <a:lnTo>
                  <a:pt x="7098" y="21600"/>
                </a:lnTo>
                <a:lnTo>
                  <a:pt x="5646" y="21441"/>
                </a:lnTo>
                <a:lnTo>
                  <a:pt x="4182" y="21276"/>
                </a:lnTo>
                <a:lnTo>
                  <a:pt x="2700" y="21111"/>
                </a:lnTo>
                <a:lnTo>
                  <a:pt x="1742" y="16261"/>
                </a:lnTo>
                <a:lnTo>
                  <a:pt x="1120" y="12799"/>
                </a:lnTo>
                <a:lnTo>
                  <a:pt x="710" y="9786"/>
                </a:lnTo>
                <a:lnTo>
                  <a:pt x="381" y="6271"/>
                </a:lnTo>
                <a:lnTo>
                  <a:pt x="0" y="1288"/>
                </a:lnTo>
                <a:close/>
              </a:path>
            </a:pathLst>
          </a:custGeom>
          <a:solidFill>
            <a:srgbClr val="D7DC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4" name="contour_13482"/>
          <p:cNvSpPr/>
          <p:nvPr/>
        </p:nvSpPr>
        <p:spPr>
          <a:xfrm>
            <a:off x="7611750" y="6092047"/>
            <a:ext cx="65592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5" y="0"/>
                </a:moveTo>
                <a:lnTo>
                  <a:pt x="8162" y="37"/>
                </a:lnTo>
                <a:lnTo>
                  <a:pt x="9492" y="74"/>
                </a:lnTo>
                <a:lnTo>
                  <a:pt x="10822" y="127"/>
                </a:lnTo>
                <a:lnTo>
                  <a:pt x="12151" y="184"/>
                </a:lnTo>
                <a:lnTo>
                  <a:pt x="13512" y="221"/>
                </a:lnTo>
                <a:lnTo>
                  <a:pt x="14892" y="258"/>
                </a:lnTo>
                <a:lnTo>
                  <a:pt x="16570" y="311"/>
                </a:lnTo>
                <a:lnTo>
                  <a:pt x="18247" y="374"/>
                </a:lnTo>
                <a:lnTo>
                  <a:pt x="19922" y="443"/>
                </a:lnTo>
                <a:lnTo>
                  <a:pt x="21600" y="517"/>
                </a:lnTo>
                <a:lnTo>
                  <a:pt x="19853" y="4886"/>
                </a:lnTo>
                <a:lnTo>
                  <a:pt x="18590" y="7838"/>
                </a:lnTo>
                <a:lnTo>
                  <a:pt x="17606" y="9688"/>
                </a:lnTo>
                <a:lnTo>
                  <a:pt x="16702" y="10742"/>
                </a:lnTo>
                <a:lnTo>
                  <a:pt x="15672" y="11317"/>
                </a:lnTo>
                <a:lnTo>
                  <a:pt x="14316" y="11717"/>
                </a:lnTo>
                <a:lnTo>
                  <a:pt x="13092" y="11390"/>
                </a:lnTo>
                <a:lnTo>
                  <a:pt x="11851" y="11058"/>
                </a:lnTo>
                <a:lnTo>
                  <a:pt x="10313" y="11058"/>
                </a:lnTo>
                <a:lnTo>
                  <a:pt x="8767" y="11058"/>
                </a:lnTo>
                <a:lnTo>
                  <a:pt x="7200" y="11058"/>
                </a:lnTo>
                <a:lnTo>
                  <a:pt x="6149" y="14189"/>
                </a:lnTo>
                <a:lnTo>
                  <a:pt x="5549" y="16329"/>
                </a:lnTo>
                <a:lnTo>
                  <a:pt x="5174" y="18474"/>
                </a:lnTo>
                <a:lnTo>
                  <a:pt x="4800" y="21600"/>
                </a:lnTo>
                <a:lnTo>
                  <a:pt x="4800" y="18121"/>
                </a:lnTo>
                <a:lnTo>
                  <a:pt x="4800" y="14611"/>
                </a:lnTo>
                <a:lnTo>
                  <a:pt x="4800" y="11058"/>
                </a:lnTo>
                <a:lnTo>
                  <a:pt x="3374" y="9124"/>
                </a:lnTo>
                <a:lnTo>
                  <a:pt x="2400" y="7933"/>
                </a:lnTo>
                <a:lnTo>
                  <a:pt x="1423" y="6984"/>
                </a:lnTo>
                <a:lnTo>
                  <a:pt x="0" y="5787"/>
                </a:lnTo>
                <a:lnTo>
                  <a:pt x="1205" y="3215"/>
                </a:lnTo>
                <a:lnTo>
                  <a:pt x="2165" y="1623"/>
                </a:lnTo>
                <a:lnTo>
                  <a:pt x="3204" y="743"/>
                </a:lnTo>
                <a:lnTo>
                  <a:pt x="4651" y="295"/>
                </a:lnTo>
                <a:lnTo>
                  <a:pt x="6835" y="0"/>
                </a:lnTo>
                <a:close/>
              </a:path>
            </a:pathLst>
          </a:custGeom>
          <a:solidFill>
            <a:srgbClr val="9378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5" name="contour_13483"/>
          <p:cNvSpPr/>
          <p:nvPr/>
        </p:nvSpPr>
        <p:spPr>
          <a:xfrm>
            <a:off x="10935074" y="6070897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044"/>
                </a:lnTo>
                <a:lnTo>
                  <a:pt x="21600" y="8101"/>
                </a:lnTo>
                <a:lnTo>
                  <a:pt x="21600" y="12172"/>
                </a:lnTo>
                <a:lnTo>
                  <a:pt x="21600" y="16277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8A6D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6" name="contour_13484"/>
          <p:cNvSpPr/>
          <p:nvPr/>
        </p:nvSpPr>
        <p:spPr>
          <a:xfrm>
            <a:off x="2386260" y="605632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1782"/>
                </a:lnTo>
                <a:lnTo>
                  <a:pt x="16780" y="3568"/>
                </a:lnTo>
                <a:lnTo>
                  <a:pt x="17975" y="5360"/>
                </a:lnTo>
                <a:lnTo>
                  <a:pt x="19174" y="7160"/>
                </a:lnTo>
                <a:lnTo>
                  <a:pt x="20383" y="8971"/>
                </a:lnTo>
                <a:lnTo>
                  <a:pt x="21600" y="10800"/>
                </a:lnTo>
                <a:lnTo>
                  <a:pt x="19562" y="12326"/>
                </a:lnTo>
                <a:lnTo>
                  <a:pt x="17525" y="13856"/>
                </a:lnTo>
                <a:lnTo>
                  <a:pt x="15480" y="15390"/>
                </a:lnTo>
                <a:lnTo>
                  <a:pt x="13428" y="16931"/>
                </a:lnTo>
                <a:lnTo>
                  <a:pt x="11365" y="18475"/>
                </a:lnTo>
                <a:lnTo>
                  <a:pt x="9292" y="20034"/>
                </a:lnTo>
                <a:lnTo>
                  <a:pt x="7200" y="21600"/>
                </a:lnTo>
                <a:lnTo>
                  <a:pt x="7200" y="19220"/>
                </a:lnTo>
                <a:lnTo>
                  <a:pt x="7200" y="16826"/>
                </a:lnTo>
                <a:lnTo>
                  <a:pt x="7200" y="14400"/>
                </a:lnTo>
                <a:lnTo>
                  <a:pt x="5418" y="13507"/>
                </a:lnTo>
                <a:lnTo>
                  <a:pt x="3625" y="12614"/>
                </a:lnTo>
                <a:lnTo>
                  <a:pt x="1825" y="11711"/>
                </a:lnTo>
                <a:lnTo>
                  <a:pt x="0" y="10800"/>
                </a:lnTo>
                <a:lnTo>
                  <a:pt x="2038" y="9274"/>
                </a:lnTo>
                <a:lnTo>
                  <a:pt x="4075" y="7744"/>
                </a:lnTo>
                <a:lnTo>
                  <a:pt x="6120" y="6210"/>
                </a:lnTo>
                <a:lnTo>
                  <a:pt x="8172" y="4669"/>
                </a:lnTo>
                <a:lnTo>
                  <a:pt x="10235" y="3125"/>
                </a:lnTo>
                <a:lnTo>
                  <a:pt x="12308" y="1566"/>
                </a:lnTo>
                <a:lnTo>
                  <a:pt x="14400" y="0"/>
                </a:lnTo>
                <a:close/>
              </a:path>
            </a:pathLst>
          </a:custGeom>
          <a:solidFill>
            <a:srgbClr val="AAC3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7" name="contour_13485"/>
          <p:cNvSpPr/>
          <p:nvPr/>
        </p:nvSpPr>
        <p:spPr>
          <a:xfrm>
            <a:off x="4674689" y="605632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85" y="4994"/>
                </a:lnTo>
                <a:lnTo>
                  <a:pt x="19818" y="8506"/>
                </a:lnTo>
                <a:lnTo>
                  <a:pt x="19143" y="11007"/>
                </a:lnTo>
                <a:lnTo>
                  <a:pt x="18414" y="12986"/>
                </a:lnTo>
                <a:lnTo>
                  <a:pt x="17485" y="14917"/>
                </a:lnTo>
                <a:lnTo>
                  <a:pt x="16200" y="17280"/>
                </a:lnTo>
                <a:lnTo>
                  <a:pt x="12020" y="18870"/>
                </a:lnTo>
                <a:lnTo>
                  <a:pt x="9088" y="19889"/>
                </a:lnTo>
                <a:lnTo>
                  <a:pt x="6626" y="20546"/>
                </a:lnTo>
                <a:lnTo>
                  <a:pt x="3856" y="2104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B9A6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8" name="contour_13486"/>
          <p:cNvSpPr/>
          <p:nvPr/>
        </p:nvSpPr>
        <p:spPr>
          <a:xfrm>
            <a:off x="5447216" y="603445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545" y="596"/>
                </a:lnTo>
                <a:lnTo>
                  <a:pt x="18894" y="1117"/>
                </a:lnTo>
                <a:lnTo>
                  <a:pt x="20054" y="1851"/>
                </a:lnTo>
                <a:lnTo>
                  <a:pt x="21600" y="3086"/>
                </a:lnTo>
                <a:lnTo>
                  <a:pt x="20505" y="4990"/>
                </a:lnTo>
                <a:lnTo>
                  <a:pt x="19397" y="6887"/>
                </a:lnTo>
                <a:lnTo>
                  <a:pt x="18277" y="8773"/>
                </a:lnTo>
                <a:lnTo>
                  <a:pt x="17147" y="10655"/>
                </a:lnTo>
                <a:lnTo>
                  <a:pt x="16009" y="12534"/>
                </a:lnTo>
                <a:lnTo>
                  <a:pt x="15237" y="13901"/>
                </a:lnTo>
                <a:lnTo>
                  <a:pt x="14460" y="15290"/>
                </a:lnTo>
                <a:lnTo>
                  <a:pt x="13478" y="16829"/>
                </a:lnTo>
                <a:lnTo>
                  <a:pt x="12611" y="17999"/>
                </a:lnTo>
                <a:lnTo>
                  <a:pt x="11365" y="19394"/>
                </a:lnTo>
                <a:lnTo>
                  <a:pt x="9257" y="21600"/>
                </a:lnTo>
                <a:lnTo>
                  <a:pt x="6758" y="21106"/>
                </a:lnTo>
                <a:lnTo>
                  <a:pt x="5027" y="20699"/>
                </a:lnTo>
                <a:lnTo>
                  <a:pt x="3620" y="20230"/>
                </a:lnTo>
                <a:lnTo>
                  <a:pt x="2092" y="19551"/>
                </a:lnTo>
                <a:lnTo>
                  <a:pt x="0" y="18514"/>
                </a:lnTo>
                <a:lnTo>
                  <a:pt x="1210" y="16928"/>
                </a:lnTo>
                <a:lnTo>
                  <a:pt x="2422" y="15348"/>
                </a:lnTo>
                <a:lnTo>
                  <a:pt x="3641" y="13772"/>
                </a:lnTo>
                <a:lnTo>
                  <a:pt x="4866" y="12201"/>
                </a:lnTo>
                <a:lnTo>
                  <a:pt x="6094" y="10630"/>
                </a:lnTo>
                <a:lnTo>
                  <a:pt x="7329" y="9066"/>
                </a:lnTo>
                <a:lnTo>
                  <a:pt x="8356" y="7699"/>
                </a:lnTo>
                <a:lnTo>
                  <a:pt x="9402" y="6310"/>
                </a:lnTo>
                <a:lnTo>
                  <a:pt x="10649" y="4771"/>
                </a:lnTo>
                <a:lnTo>
                  <a:pt x="11692" y="3601"/>
                </a:lnTo>
                <a:lnTo>
                  <a:pt x="13096" y="2206"/>
                </a:lnTo>
                <a:lnTo>
                  <a:pt x="15429" y="0"/>
                </a:lnTo>
                <a:close/>
              </a:path>
            </a:pathLst>
          </a:custGeom>
          <a:solidFill>
            <a:srgbClr val="B4C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89" name="contour_13487"/>
          <p:cNvSpPr/>
          <p:nvPr/>
        </p:nvSpPr>
        <p:spPr>
          <a:xfrm>
            <a:off x="7328232" y="6034457"/>
            <a:ext cx="3572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75" y="0"/>
                </a:moveTo>
                <a:lnTo>
                  <a:pt x="4794" y="1531"/>
                </a:lnTo>
                <a:lnTo>
                  <a:pt x="5627" y="3086"/>
                </a:lnTo>
                <a:lnTo>
                  <a:pt x="6993" y="4616"/>
                </a:lnTo>
                <a:lnTo>
                  <a:pt x="8381" y="6171"/>
                </a:lnTo>
                <a:lnTo>
                  <a:pt x="11294" y="6171"/>
                </a:lnTo>
                <a:lnTo>
                  <a:pt x="14224" y="6171"/>
                </a:lnTo>
                <a:lnTo>
                  <a:pt x="17194" y="6171"/>
                </a:lnTo>
                <a:lnTo>
                  <a:pt x="18511" y="8199"/>
                </a:lnTo>
                <a:lnTo>
                  <a:pt x="19225" y="9800"/>
                </a:lnTo>
                <a:lnTo>
                  <a:pt x="19948" y="12343"/>
                </a:lnTo>
                <a:lnTo>
                  <a:pt x="20446" y="14065"/>
                </a:lnTo>
                <a:lnTo>
                  <a:pt x="20948" y="15814"/>
                </a:lnTo>
                <a:lnTo>
                  <a:pt x="21111" y="16484"/>
                </a:lnTo>
                <a:lnTo>
                  <a:pt x="21600" y="18514"/>
                </a:lnTo>
                <a:lnTo>
                  <a:pt x="18983" y="19125"/>
                </a:lnTo>
                <a:lnTo>
                  <a:pt x="16356" y="19739"/>
                </a:lnTo>
                <a:lnTo>
                  <a:pt x="13721" y="20353"/>
                </a:lnTo>
                <a:lnTo>
                  <a:pt x="11064" y="20974"/>
                </a:lnTo>
                <a:lnTo>
                  <a:pt x="8381" y="21600"/>
                </a:lnTo>
                <a:lnTo>
                  <a:pt x="7187" y="19776"/>
                </a:lnTo>
                <a:lnTo>
                  <a:pt x="6010" y="17947"/>
                </a:lnTo>
                <a:lnTo>
                  <a:pt x="4851" y="16111"/>
                </a:lnTo>
                <a:lnTo>
                  <a:pt x="3701" y="14271"/>
                </a:lnTo>
                <a:lnTo>
                  <a:pt x="2829" y="12911"/>
                </a:lnTo>
                <a:lnTo>
                  <a:pt x="1952" y="11537"/>
                </a:lnTo>
                <a:lnTo>
                  <a:pt x="1066" y="10149"/>
                </a:lnTo>
                <a:lnTo>
                  <a:pt x="229" y="7795"/>
                </a:lnTo>
                <a:lnTo>
                  <a:pt x="0" y="6221"/>
                </a:lnTo>
                <a:lnTo>
                  <a:pt x="410" y="4718"/>
                </a:lnTo>
                <a:lnTo>
                  <a:pt x="1511" y="2580"/>
                </a:lnTo>
                <a:lnTo>
                  <a:pt x="2736" y="1299"/>
                </a:lnTo>
                <a:lnTo>
                  <a:pt x="3975" y="0"/>
                </a:lnTo>
                <a:close/>
              </a:path>
            </a:pathLst>
          </a:custGeom>
          <a:solidFill>
            <a:srgbClr val="E8EC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0" name="contour_13488"/>
          <p:cNvSpPr/>
          <p:nvPr/>
        </p:nvSpPr>
        <p:spPr>
          <a:xfrm>
            <a:off x="4244107" y="6027169"/>
            <a:ext cx="314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6" y="0"/>
                </a:moveTo>
                <a:lnTo>
                  <a:pt x="3694" y="486"/>
                </a:lnTo>
                <a:lnTo>
                  <a:pt x="6792" y="1018"/>
                </a:lnTo>
                <a:lnTo>
                  <a:pt x="9735" y="1628"/>
                </a:lnTo>
                <a:lnTo>
                  <a:pt x="12547" y="2341"/>
                </a:lnTo>
                <a:lnTo>
                  <a:pt x="15249" y="3189"/>
                </a:lnTo>
                <a:lnTo>
                  <a:pt x="17881" y="4198"/>
                </a:lnTo>
                <a:lnTo>
                  <a:pt x="20457" y="5400"/>
                </a:lnTo>
                <a:lnTo>
                  <a:pt x="20983" y="7220"/>
                </a:lnTo>
                <a:lnTo>
                  <a:pt x="21334" y="9023"/>
                </a:lnTo>
                <a:lnTo>
                  <a:pt x="21535" y="10813"/>
                </a:lnTo>
                <a:lnTo>
                  <a:pt x="21600" y="12598"/>
                </a:lnTo>
                <a:lnTo>
                  <a:pt x="21545" y="14380"/>
                </a:lnTo>
                <a:lnTo>
                  <a:pt x="21384" y="16165"/>
                </a:lnTo>
                <a:lnTo>
                  <a:pt x="21139" y="17960"/>
                </a:lnTo>
                <a:lnTo>
                  <a:pt x="20823" y="19769"/>
                </a:lnTo>
                <a:lnTo>
                  <a:pt x="20457" y="21600"/>
                </a:lnTo>
                <a:lnTo>
                  <a:pt x="18432" y="20361"/>
                </a:lnTo>
                <a:lnTo>
                  <a:pt x="16417" y="19116"/>
                </a:lnTo>
                <a:lnTo>
                  <a:pt x="14412" y="17866"/>
                </a:lnTo>
                <a:lnTo>
                  <a:pt x="12422" y="16613"/>
                </a:lnTo>
                <a:lnTo>
                  <a:pt x="10432" y="15358"/>
                </a:lnTo>
                <a:lnTo>
                  <a:pt x="9599" y="14839"/>
                </a:lnTo>
                <a:lnTo>
                  <a:pt x="8141" y="13929"/>
                </a:lnTo>
                <a:lnTo>
                  <a:pt x="4792" y="11845"/>
                </a:lnTo>
                <a:lnTo>
                  <a:pt x="2902" y="10085"/>
                </a:lnTo>
                <a:lnTo>
                  <a:pt x="1544" y="8478"/>
                </a:lnTo>
                <a:lnTo>
                  <a:pt x="652" y="6947"/>
                </a:lnTo>
                <a:lnTo>
                  <a:pt x="160" y="5411"/>
                </a:lnTo>
                <a:lnTo>
                  <a:pt x="0" y="3793"/>
                </a:lnTo>
                <a:lnTo>
                  <a:pt x="105" y="2014"/>
                </a:lnTo>
                <a:lnTo>
                  <a:pt x="406" y="0"/>
                </a:lnTo>
                <a:close/>
              </a:path>
            </a:pathLst>
          </a:custGeom>
          <a:solidFill>
            <a:srgbClr val="836F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1" name="contour_13489"/>
          <p:cNvSpPr/>
          <p:nvPr/>
        </p:nvSpPr>
        <p:spPr>
          <a:xfrm>
            <a:off x="10986083" y="6005910"/>
            <a:ext cx="80168" cy="20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7" y="2219"/>
                </a:moveTo>
                <a:lnTo>
                  <a:pt x="15202" y="2864"/>
                </a:lnTo>
                <a:lnTo>
                  <a:pt x="16306" y="3525"/>
                </a:lnTo>
                <a:lnTo>
                  <a:pt x="17631" y="4346"/>
                </a:lnTo>
                <a:lnTo>
                  <a:pt x="18955" y="5197"/>
                </a:lnTo>
                <a:lnTo>
                  <a:pt x="20278" y="6070"/>
                </a:lnTo>
                <a:lnTo>
                  <a:pt x="21600" y="6967"/>
                </a:lnTo>
                <a:lnTo>
                  <a:pt x="20247" y="9862"/>
                </a:lnTo>
                <a:lnTo>
                  <a:pt x="18951" y="12437"/>
                </a:lnTo>
                <a:lnTo>
                  <a:pt x="17698" y="14701"/>
                </a:lnTo>
                <a:lnTo>
                  <a:pt x="16481" y="16654"/>
                </a:lnTo>
                <a:lnTo>
                  <a:pt x="15283" y="18280"/>
                </a:lnTo>
                <a:lnTo>
                  <a:pt x="14097" y="19594"/>
                </a:lnTo>
                <a:lnTo>
                  <a:pt x="12909" y="20582"/>
                </a:lnTo>
                <a:lnTo>
                  <a:pt x="11707" y="21243"/>
                </a:lnTo>
                <a:lnTo>
                  <a:pt x="10480" y="21585"/>
                </a:lnTo>
                <a:lnTo>
                  <a:pt x="9217" y="21600"/>
                </a:lnTo>
                <a:lnTo>
                  <a:pt x="7906" y="21288"/>
                </a:lnTo>
                <a:lnTo>
                  <a:pt x="6533" y="20643"/>
                </a:lnTo>
                <a:lnTo>
                  <a:pt x="5088" y="19670"/>
                </a:lnTo>
                <a:lnTo>
                  <a:pt x="3560" y="18363"/>
                </a:lnTo>
                <a:lnTo>
                  <a:pt x="2386" y="17110"/>
                </a:lnTo>
                <a:lnTo>
                  <a:pt x="1202" y="15849"/>
                </a:lnTo>
                <a:lnTo>
                  <a:pt x="0" y="14565"/>
                </a:lnTo>
                <a:lnTo>
                  <a:pt x="1308" y="10599"/>
                </a:lnTo>
                <a:lnTo>
                  <a:pt x="2539" y="7339"/>
                </a:lnTo>
                <a:lnTo>
                  <a:pt x="3715" y="4733"/>
                </a:lnTo>
                <a:lnTo>
                  <a:pt x="4866" y="2743"/>
                </a:lnTo>
                <a:lnTo>
                  <a:pt x="6009" y="1322"/>
                </a:lnTo>
                <a:lnTo>
                  <a:pt x="7173" y="418"/>
                </a:lnTo>
                <a:lnTo>
                  <a:pt x="8379" y="0"/>
                </a:lnTo>
                <a:lnTo>
                  <a:pt x="9653" y="15"/>
                </a:lnTo>
                <a:lnTo>
                  <a:pt x="11018" y="418"/>
                </a:lnTo>
                <a:lnTo>
                  <a:pt x="12497" y="1170"/>
                </a:lnTo>
                <a:lnTo>
                  <a:pt x="14117" y="2219"/>
                </a:lnTo>
                <a:close/>
              </a:path>
            </a:pathLst>
          </a:custGeom>
          <a:solidFill>
            <a:srgbClr val="DBDD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2" name="contour_13490"/>
          <p:cNvSpPr/>
          <p:nvPr/>
        </p:nvSpPr>
        <p:spPr>
          <a:xfrm>
            <a:off x="2014572" y="5961577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662" y="2308"/>
                </a:lnTo>
                <a:lnTo>
                  <a:pt x="15461" y="3968"/>
                </a:lnTo>
                <a:lnTo>
                  <a:pt x="17392" y="5236"/>
                </a:lnTo>
                <a:lnTo>
                  <a:pt x="18822" y="6369"/>
                </a:lnTo>
                <a:lnTo>
                  <a:pt x="20105" y="7622"/>
                </a:lnTo>
                <a:lnTo>
                  <a:pt x="21600" y="9257"/>
                </a:lnTo>
                <a:lnTo>
                  <a:pt x="21397" y="11500"/>
                </a:lnTo>
                <a:lnTo>
                  <a:pt x="20948" y="13556"/>
                </a:lnTo>
                <a:lnTo>
                  <a:pt x="20282" y="15512"/>
                </a:lnTo>
                <a:lnTo>
                  <a:pt x="19431" y="17450"/>
                </a:lnTo>
                <a:lnTo>
                  <a:pt x="18420" y="19449"/>
                </a:lnTo>
                <a:lnTo>
                  <a:pt x="17280" y="21600"/>
                </a:lnTo>
                <a:lnTo>
                  <a:pt x="14429" y="21091"/>
                </a:lnTo>
                <a:lnTo>
                  <a:pt x="11573" y="20582"/>
                </a:lnTo>
                <a:lnTo>
                  <a:pt x="8705" y="20069"/>
                </a:lnTo>
                <a:lnTo>
                  <a:pt x="5823" y="19554"/>
                </a:lnTo>
                <a:lnTo>
                  <a:pt x="2925" y="19036"/>
                </a:lnTo>
                <a:lnTo>
                  <a:pt x="0" y="18514"/>
                </a:lnTo>
                <a:lnTo>
                  <a:pt x="950" y="16478"/>
                </a:lnTo>
                <a:lnTo>
                  <a:pt x="1901" y="14438"/>
                </a:lnTo>
                <a:lnTo>
                  <a:pt x="2856" y="12398"/>
                </a:lnTo>
                <a:lnTo>
                  <a:pt x="3810" y="10353"/>
                </a:lnTo>
                <a:lnTo>
                  <a:pt x="4765" y="8301"/>
                </a:lnTo>
                <a:lnTo>
                  <a:pt x="5728" y="6239"/>
                </a:lnTo>
                <a:lnTo>
                  <a:pt x="6692" y="4172"/>
                </a:lnTo>
                <a:lnTo>
                  <a:pt x="7664" y="2092"/>
                </a:lnTo>
                <a:lnTo>
                  <a:pt x="8640" y="0"/>
                </a:lnTo>
                <a:close/>
              </a:path>
            </a:pathLst>
          </a:custGeom>
          <a:solidFill>
            <a:srgbClr val="A2A5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3" name="contour_13491"/>
          <p:cNvSpPr/>
          <p:nvPr/>
        </p:nvSpPr>
        <p:spPr>
          <a:xfrm>
            <a:off x="3756402" y="5969375"/>
            <a:ext cx="43728" cy="36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78" y="1825"/>
                </a:moveTo>
                <a:lnTo>
                  <a:pt x="12150" y="2720"/>
                </a:lnTo>
                <a:lnTo>
                  <a:pt x="15073" y="5422"/>
                </a:lnTo>
                <a:lnTo>
                  <a:pt x="17050" y="7159"/>
                </a:lnTo>
                <a:lnTo>
                  <a:pt x="19055" y="8919"/>
                </a:lnTo>
                <a:lnTo>
                  <a:pt x="20318" y="10839"/>
                </a:lnTo>
                <a:lnTo>
                  <a:pt x="21600" y="12791"/>
                </a:lnTo>
                <a:lnTo>
                  <a:pt x="21013" y="15672"/>
                </a:lnTo>
                <a:lnTo>
                  <a:pt x="20444" y="17540"/>
                </a:lnTo>
                <a:lnTo>
                  <a:pt x="19552" y="19216"/>
                </a:lnTo>
                <a:lnTo>
                  <a:pt x="18000" y="21521"/>
                </a:lnTo>
                <a:lnTo>
                  <a:pt x="15433" y="21600"/>
                </a:lnTo>
                <a:lnTo>
                  <a:pt x="12960" y="21299"/>
                </a:lnTo>
                <a:lnTo>
                  <a:pt x="10562" y="20666"/>
                </a:lnTo>
                <a:lnTo>
                  <a:pt x="8219" y="19740"/>
                </a:lnTo>
                <a:lnTo>
                  <a:pt x="5904" y="18557"/>
                </a:lnTo>
                <a:lnTo>
                  <a:pt x="3600" y="17156"/>
                </a:lnTo>
                <a:lnTo>
                  <a:pt x="2275" y="13777"/>
                </a:lnTo>
                <a:lnTo>
                  <a:pt x="1426" y="11407"/>
                </a:lnTo>
                <a:lnTo>
                  <a:pt x="878" y="9416"/>
                </a:lnTo>
                <a:lnTo>
                  <a:pt x="461" y="7177"/>
                </a:lnTo>
                <a:lnTo>
                  <a:pt x="0" y="4060"/>
                </a:lnTo>
                <a:lnTo>
                  <a:pt x="3006" y="1659"/>
                </a:lnTo>
                <a:lnTo>
                  <a:pt x="5090" y="341"/>
                </a:lnTo>
                <a:lnTo>
                  <a:pt x="6790" y="0"/>
                </a:lnTo>
                <a:lnTo>
                  <a:pt x="8640" y="533"/>
                </a:lnTo>
                <a:lnTo>
                  <a:pt x="11178" y="1825"/>
                </a:lnTo>
                <a:close/>
              </a:path>
            </a:pathLst>
          </a:custGeom>
          <a:solidFill>
            <a:srgbClr val="B2C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4" name="contour_13492"/>
          <p:cNvSpPr/>
          <p:nvPr/>
        </p:nvSpPr>
        <p:spPr>
          <a:xfrm>
            <a:off x="4558081" y="596157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5373" y="950"/>
                </a:lnTo>
                <a:lnTo>
                  <a:pt x="15213" y="3812"/>
                </a:lnTo>
                <a:lnTo>
                  <a:pt x="15129" y="6275"/>
                </a:lnTo>
                <a:lnTo>
                  <a:pt x="15043" y="8777"/>
                </a:lnTo>
                <a:lnTo>
                  <a:pt x="14987" y="10004"/>
                </a:lnTo>
                <a:lnTo>
                  <a:pt x="14827" y="13712"/>
                </a:lnTo>
                <a:lnTo>
                  <a:pt x="15126" y="15840"/>
                </a:lnTo>
                <a:lnTo>
                  <a:pt x="15429" y="18000"/>
                </a:lnTo>
                <a:lnTo>
                  <a:pt x="17274" y="19393"/>
                </a:lnTo>
                <a:lnTo>
                  <a:pt x="18533" y="20232"/>
                </a:lnTo>
                <a:lnTo>
                  <a:pt x="19783" y="20855"/>
                </a:lnTo>
                <a:lnTo>
                  <a:pt x="21600" y="21600"/>
                </a:lnTo>
                <a:lnTo>
                  <a:pt x="19539" y="21175"/>
                </a:lnTo>
                <a:lnTo>
                  <a:pt x="17481" y="20725"/>
                </a:lnTo>
                <a:lnTo>
                  <a:pt x="15429" y="20250"/>
                </a:lnTo>
                <a:lnTo>
                  <a:pt x="13707" y="19872"/>
                </a:lnTo>
                <a:lnTo>
                  <a:pt x="11957" y="19490"/>
                </a:lnTo>
                <a:lnTo>
                  <a:pt x="10618" y="18749"/>
                </a:lnTo>
                <a:lnTo>
                  <a:pt x="9257" y="18000"/>
                </a:lnTo>
                <a:lnTo>
                  <a:pt x="9257" y="15620"/>
                </a:lnTo>
                <a:lnTo>
                  <a:pt x="9257" y="13226"/>
                </a:lnTo>
                <a:lnTo>
                  <a:pt x="9257" y="10800"/>
                </a:lnTo>
                <a:lnTo>
                  <a:pt x="6961" y="9691"/>
                </a:lnTo>
                <a:lnTo>
                  <a:pt x="5332" y="8950"/>
                </a:lnTo>
                <a:lnTo>
                  <a:pt x="3925" y="8402"/>
                </a:lnTo>
                <a:lnTo>
                  <a:pt x="2296" y="7877"/>
                </a:lnTo>
                <a:lnTo>
                  <a:pt x="0" y="7200"/>
                </a:lnTo>
                <a:lnTo>
                  <a:pt x="2814" y="4824"/>
                </a:lnTo>
                <a:lnTo>
                  <a:pt x="5014" y="3038"/>
                </a:lnTo>
                <a:lnTo>
                  <a:pt x="6779" y="1757"/>
                </a:lnTo>
                <a:lnTo>
                  <a:pt x="8294" y="900"/>
                </a:lnTo>
                <a:lnTo>
                  <a:pt x="9732" y="378"/>
                </a:lnTo>
                <a:lnTo>
                  <a:pt x="11281" y="112"/>
                </a:lnTo>
                <a:lnTo>
                  <a:pt x="13120" y="14"/>
                </a:lnTo>
                <a:lnTo>
                  <a:pt x="15429" y="0"/>
                </a:lnTo>
                <a:close/>
              </a:path>
            </a:pathLst>
          </a:custGeom>
          <a:solidFill>
            <a:srgbClr val="4A4A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5" name="contour_13493"/>
          <p:cNvSpPr/>
          <p:nvPr/>
        </p:nvSpPr>
        <p:spPr>
          <a:xfrm>
            <a:off x="2313380" y="5946345"/>
            <a:ext cx="72880" cy="324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36"/>
                </a:moveTo>
                <a:lnTo>
                  <a:pt x="1542" y="145"/>
                </a:lnTo>
                <a:lnTo>
                  <a:pt x="2650" y="0"/>
                </a:lnTo>
                <a:lnTo>
                  <a:pt x="3635" y="0"/>
                </a:lnTo>
                <a:lnTo>
                  <a:pt x="4808" y="145"/>
                </a:lnTo>
                <a:lnTo>
                  <a:pt x="6480" y="436"/>
                </a:lnTo>
                <a:lnTo>
                  <a:pt x="6916" y="2766"/>
                </a:lnTo>
                <a:lnTo>
                  <a:pt x="7357" y="5130"/>
                </a:lnTo>
                <a:lnTo>
                  <a:pt x="8145" y="8051"/>
                </a:lnTo>
                <a:lnTo>
                  <a:pt x="8860" y="9751"/>
                </a:lnTo>
                <a:lnTo>
                  <a:pt x="9906" y="10894"/>
                </a:lnTo>
                <a:lnTo>
                  <a:pt x="11686" y="12130"/>
                </a:lnTo>
                <a:lnTo>
                  <a:pt x="12865" y="12469"/>
                </a:lnTo>
                <a:lnTo>
                  <a:pt x="14051" y="12808"/>
                </a:lnTo>
                <a:lnTo>
                  <a:pt x="15254" y="13152"/>
                </a:lnTo>
                <a:lnTo>
                  <a:pt x="16440" y="13515"/>
                </a:lnTo>
                <a:lnTo>
                  <a:pt x="17632" y="13883"/>
                </a:lnTo>
                <a:lnTo>
                  <a:pt x="18842" y="14251"/>
                </a:lnTo>
                <a:lnTo>
                  <a:pt x="19526" y="14431"/>
                </a:lnTo>
                <a:lnTo>
                  <a:pt x="21600" y="14968"/>
                </a:lnTo>
                <a:lnTo>
                  <a:pt x="21600" y="17371"/>
                </a:lnTo>
                <a:lnTo>
                  <a:pt x="21600" y="19813"/>
                </a:lnTo>
                <a:lnTo>
                  <a:pt x="20231" y="20031"/>
                </a:lnTo>
                <a:lnTo>
                  <a:pt x="18861" y="20229"/>
                </a:lnTo>
                <a:lnTo>
                  <a:pt x="17494" y="20413"/>
                </a:lnTo>
                <a:lnTo>
                  <a:pt x="16124" y="20583"/>
                </a:lnTo>
                <a:lnTo>
                  <a:pt x="14757" y="20743"/>
                </a:lnTo>
                <a:lnTo>
                  <a:pt x="13386" y="20888"/>
                </a:lnTo>
                <a:lnTo>
                  <a:pt x="12014" y="21024"/>
                </a:lnTo>
                <a:lnTo>
                  <a:pt x="10649" y="21271"/>
                </a:lnTo>
                <a:lnTo>
                  <a:pt x="9260" y="21518"/>
                </a:lnTo>
                <a:lnTo>
                  <a:pt x="7752" y="21600"/>
                </a:lnTo>
                <a:lnTo>
                  <a:pt x="6342" y="21566"/>
                </a:lnTo>
                <a:lnTo>
                  <a:pt x="4974" y="21324"/>
                </a:lnTo>
                <a:lnTo>
                  <a:pt x="3599" y="20767"/>
                </a:lnTo>
                <a:lnTo>
                  <a:pt x="2160" y="19813"/>
                </a:lnTo>
                <a:lnTo>
                  <a:pt x="1452" y="16615"/>
                </a:lnTo>
                <a:lnTo>
                  <a:pt x="948" y="13564"/>
                </a:lnTo>
                <a:lnTo>
                  <a:pt x="600" y="10541"/>
                </a:lnTo>
                <a:lnTo>
                  <a:pt x="359" y="7421"/>
                </a:lnTo>
                <a:lnTo>
                  <a:pt x="175" y="4093"/>
                </a:lnTo>
                <a:lnTo>
                  <a:pt x="0" y="436"/>
                </a:lnTo>
                <a:close/>
              </a:path>
            </a:pathLst>
          </a:custGeom>
          <a:solidFill>
            <a:srgbClr val="BCB9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6" name="contour_13494"/>
          <p:cNvSpPr/>
          <p:nvPr/>
        </p:nvSpPr>
        <p:spPr>
          <a:xfrm>
            <a:off x="2225924" y="5945361"/>
            <a:ext cx="2915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227" y="3440"/>
                </a:lnTo>
                <a:lnTo>
                  <a:pt x="20817" y="5965"/>
                </a:lnTo>
                <a:lnTo>
                  <a:pt x="20347" y="8466"/>
                </a:lnTo>
                <a:lnTo>
                  <a:pt x="19786" y="10947"/>
                </a:lnTo>
                <a:lnTo>
                  <a:pt x="19116" y="13408"/>
                </a:lnTo>
                <a:lnTo>
                  <a:pt x="18311" y="15853"/>
                </a:lnTo>
                <a:lnTo>
                  <a:pt x="17350" y="18287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373" y="18160"/>
                </a:lnTo>
                <a:lnTo>
                  <a:pt x="783" y="15635"/>
                </a:lnTo>
                <a:lnTo>
                  <a:pt x="1253" y="13134"/>
                </a:lnTo>
                <a:lnTo>
                  <a:pt x="1814" y="10653"/>
                </a:lnTo>
                <a:lnTo>
                  <a:pt x="2484" y="8192"/>
                </a:lnTo>
                <a:lnTo>
                  <a:pt x="3289" y="5747"/>
                </a:lnTo>
                <a:lnTo>
                  <a:pt x="4250" y="3313"/>
                </a:lnTo>
                <a:lnTo>
                  <a:pt x="5400" y="892"/>
                </a:lnTo>
                <a:close/>
              </a:path>
            </a:pathLst>
          </a:custGeom>
          <a:solidFill>
            <a:srgbClr val="F7E1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7" name="contour_13495"/>
          <p:cNvSpPr/>
          <p:nvPr/>
        </p:nvSpPr>
        <p:spPr>
          <a:xfrm>
            <a:off x="5155697" y="5945164"/>
            <a:ext cx="51016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674"/>
                </a:moveTo>
                <a:lnTo>
                  <a:pt x="5249" y="731"/>
                </a:lnTo>
                <a:lnTo>
                  <a:pt x="6823" y="193"/>
                </a:lnTo>
                <a:lnTo>
                  <a:pt x="8260" y="0"/>
                </a:lnTo>
                <a:lnTo>
                  <a:pt x="10013" y="100"/>
                </a:lnTo>
                <a:lnTo>
                  <a:pt x="12534" y="425"/>
                </a:lnTo>
                <a:lnTo>
                  <a:pt x="14228" y="611"/>
                </a:lnTo>
                <a:lnTo>
                  <a:pt x="15932" y="790"/>
                </a:lnTo>
                <a:lnTo>
                  <a:pt x="17660" y="976"/>
                </a:lnTo>
                <a:lnTo>
                  <a:pt x="19616" y="1322"/>
                </a:lnTo>
                <a:lnTo>
                  <a:pt x="21600" y="1674"/>
                </a:lnTo>
                <a:lnTo>
                  <a:pt x="21600" y="5619"/>
                </a:lnTo>
                <a:lnTo>
                  <a:pt x="21600" y="9578"/>
                </a:lnTo>
                <a:lnTo>
                  <a:pt x="21600" y="13550"/>
                </a:lnTo>
                <a:lnTo>
                  <a:pt x="21600" y="1755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611" y="17655"/>
                </a:lnTo>
                <a:lnTo>
                  <a:pt x="1225" y="13696"/>
                </a:lnTo>
                <a:lnTo>
                  <a:pt x="1839" y="9724"/>
                </a:lnTo>
                <a:lnTo>
                  <a:pt x="2459" y="5719"/>
                </a:lnTo>
                <a:lnTo>
                  <a:pt x="3086" y="1674"/>
                </a:lnTo>
                <a:close/>
              </a:path>
            </a:pathLst>
          </a:custGeom>
          <a:solidFill>
            <a:srgbClr val="787A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8" name="contour_13496"/>
          <p:cNvSpPr/>
          <p:nvPr/>
        </p:nvSpPr>
        <p:spPr>
          <a:xfrm>
            <a:off x="1825085" y="591784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508" y="436"/>
                </a:lnTo>
                <a:lnTo>
                  <a:pt x="13366" y="958"/>
                </a:lnTo>
                <a:lnTo>
                  <a:pt x="15021" y="1901"/>
                </a:lnTo>
                <a:lnTo>
                  <a:pt x="17280" y="3600"/>
                </a:lnTo>
                <a:lnTo>
                  <a:pt x="16718" y="5886"/>
                </a:lnTo>
                <a:lnTo>
                  <a:pt x="16032" y="8096"/>
                </a:lnTo>
                <a:lnTo>
                  <a:pt x="15237" y="10271"/>
                </a:lnTo>
                <a:lnTo>
                  <a:pt x="14342" y="12434"/>
                </a:lnTo>
                <a:lnTo>
                  <a:pt x="13366" y="14623"/>
                </a:lnTo>
                <a:lnTo>
                  <a:pt x="13163" y="16301"/>
                </a:lnTo>
                <a:lnTo>
                  <a:pt x="12960" y="18000"/>
                </a:lnTo>
                <a:lnTo>
                  <a:pt x="15098" y="18893"/>
                </a:lnTo>
                <a:lnTo>
                  <a:pt x="17250" y="19786"/>
                </a:lnTo>
                <a:lnTo>
                  <a:pt x="19410" y="2068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132" y="16369"/>
                </a:lnTo>
                <a:lnTo>
                  <a:pt x="2056" y="12262"/>
                </a:lnTo>
                <a:lnTo>
                  <a:pt x="2838" y="9101"/>
                </a:lnTo>
                <a:lnTo>
                  <a:pt x="3560" y="6703"/>
                </a:lnTo>
                <a:lnTo>
                  <a:pt x="4281" y="4896"/>
                </a:lnTo>
                <a:lnTo>
                  <a:pt x="5080" y="3499"/>
                </a:lnTo>
                <a:lnTo>
                  <a:pt x="6026" y="2336"/>
                </a:lnTo>
                <a:lnTo>
                  <a:pt x="7188" y="1231"/>
                </a:lnTo>
                <a:lnTo>
                  <a:pt x="8640" y="0"/>
                </a:lnTo>
                <a:close/>
              </a:path>
            </a:pathLst>
          </a:custGeom>
          <a:solidFill>
            <a:srgbClr val="36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499" name="contour_13497"/>
          <p:cNvSpPr/>
          <p:nvPr/>
        </p:nvSpPr>
        <p:spPr>
          <a:xfrm>
            <a:off x="1154589" y="5910561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82" y="518"/>
                </a:lnTo>
                <a:lnTo>
                  <a:pt x="4080" y="1071"/>
                </a:lnTo>
                <a:lnTo>
                  <a:pt x="6005" y="1680"/>
                </a:lnTo>
                <a:lnTo>
                  <a:pt x="7868" y="2359"/>
                </a:lnTo>
                <a:lnTo>
                  <a:pt x="9674" y="3132"/>
                </a:lnTo>
                <a:lnTo>
                  <a:pt x="11437" y="4026"/>
                </a:lnTo>
                <a:lnTo>
                  <a:pt x="13165" y="5050"/>
                </a:lnTo>
                <a:lnTo>
                  <a:pt x="14866" y="6234"/>
                </a:lnTo>
                <a:lnTo>
                  <a:pt x="16551" y="7599"/>
                </a:lnTo>
                <a:lnTo>
                  <a:pt x="18228" y="9158"/>
                </a:lnTo>
                <a:lnTo>
                  <a:pt x="19907" y="10938"/>
                </a:lnTo>
                <a:lnTo>
                  <a:pt x="21600" y="12960"/>
                </a:lnTo>
                <a:lnTo>
                  <a:pt x="20282" y="15677"/>
                </a:lnTo>
                <a:lnTo>
                  <a:pt x="19281" y="17483"/>
                </a:lnTo>
                <a:lnTo>
                  <a:pt x="18090" y="19185"/>
                </a:lnTo>
                <a:lnTo>
                  <a:pt x="16200" y="21600"/>
                </a:lnTo>
                <a:lnTo>
                  <a:pt x="14280" y="21224"/>
                </a:lnTo>
                <a:lnTo>
                  <a:pt x="12595" y="20632"/>
                </a:lnTo>
                <a:lnTo>
                  <a:pt x="11092" y="19790"/>
                </a:lnTo>
                <a:lnTo>
                  <a:pt x="9715" y="18658"/>
                </a:lnTo>
                <a:lnTo>
                  <a:pt x="8405" y="17194"/>
                </a:lnTo>
                <a:lnTo>
                  <a:pt x="7114" y="15358"/>
                </a:lnTo>
                <a:lnTo>
                  <a:pt x="5781" y="13111"/>
                </a:lnTo>
                <a:lnTo>
                  <a:pt x="4779" y="10964"/>
                </a:lnTo>
                <a:lnTo>
                  <a:pt x="3794" y="8804"/>
                </a:lnTo>
                <a:lnTo>
                  <a:pt x="2821" y="6631"/>
                </a:lnTo>
                <a:lnTo>
                  <a:pt x="1868" y="4441"/>
                </a:lnTo>
                <a:lnTo>
                  <a:pt x="926" y="2233"/>
                </a:lnTo>
                <a:lnTo>
                  <a:pt x="0" y="0"/>
                </a:lnTo>
                <a:close/>
              </a:path>
            </a:pathLst>
          </a:custGeom>
          <a:solidFill>
            <a:srgbClr val="8E7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0" name="contour_13498"/>
          <p:cNvSpPr/>
          <p:nvPr/>
        </p:nvSpPr>
        <p:spPr>
          <a:xfrm>
            <a:off x="1948980" y="5924423"/>
            <a:ext cx="43728" cy="517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55"/>
                </a:lnTo>
                <a:lnTo>
                  <a:pt x="12823" y="107"/>
                </a:lnTo>
                <a:lnTo>
                  <a:pt x="13777" y="128"/>
                </a:lnTo>
                <a:lnTo>
                  <a:pt x="15008" y="155"/>
                </a:lnTo>
                <a:lnTo>
                  <a:pt x="17341" y="207"/>
                </a:lnTo>
                <a:lnTo>
                  <a:pt x="21600" y="298"/>
                </a:lnTo>
                <a:lnTo>
                  <a:pt x="21600" y="2407"/>
                </a:lnTo>
                <a:lnTo>
                  <a:pt x="21600" y="4519"/>
                </a:lnTo>
                <a:lnTo>
                  <a:pt x="21600" y="6631"/>
                </a:lnTo>
                <a:lnTo>
                  <a:pt x="21600" y="8749"/>
                </a:lnTo>
                <a:lnTo>
                  <a:pt x="21600" y="10870"/>
                </a:lnTo>
                <a:lnTo>
                  <a:pt x="21600" y="12997"/>
                </a:lnTo>
                <a:lnTo>
                  <a:pt x="21600" y="15133"/>
                </a:lnTo>
                <a:lnTo>
                  <a:pt x="21600" y="17279"/>
                </a:lnTo>
                <a:lnTo>
                  <a:pt x="21600" y="19433"/>
                </a:lnTo>
                <a:lnTo>
                  <a:pt x="21600" y="21600"/>
                </a:lnTo>
                <a:lnTo>
                  <a:pt x="20707" y="19716"/>
                </a:lnTo>
                <a:lnTo>
                  <a:pt x="19811" y="17817"/>
                </a:lnTo>
                <a:lnTo>
                  <a:pt x="18900" y="15894"/>
                </a:lnTo>
                <a:lnTo>
                  <a:pt x="17575" y="13831"/>
                </a:lnTo>
                <a:lnTo>
                  <a:pt x="16150" y="12029"/>
                </a:lnTo>
                <a:lnTo>
                  <a:pt x="14612" y="10462"/>
                </a:lnTo>
                <a:lnTo>
                  <a:pt x="12956" y="9093"/>
                </a:lnTo>
                <a:lnTo>
                  <a:pt x="11171" y="7894"/>
                </a:lnTo>
                <a:lnTo>
                  <a:pt x="9248" y="6835"/>
                </a:lnTo>
                <a:lnTo>
                  <a:pt x="7178" y="5879"/>
                </a:lnTo>
                <a:lnTo>
                  <a:pt x="4954" y="5000"/>
                </a:lnTo>
                <a:lnTo>
                  <a:pt x="2567" y="4166"/>
                </a:lnTo>
                <a:lnTo>
                  <a:pt x="0" y="3341"/>
                </a:lnTo>
                <a:lnTo>
                  <a:pt x="2149" y="1579"/>
                </a:lnTo>
                <a:lnTo>
                  <a:pt x="3686" y="642"/>
                </a:lnTo>
                <a:lnTo>
                  <a:pt x="5353" y="222"/>
                </a:lnTo>
                <a:lnTo>
                  <a:pt x="7888" y="0"/>
                </a:lnTo>
                <a:close/>
              </a:path>
            </a:pathLst>
          </a:custGeom>
          <a:solidFill>
            <a:srgbClr val="DCAF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1" name="contour_13499"/>
          <p:cNvSpPr/>
          <p:nvPr/>
        </p:nvSpPr>
        <p:spPr>
          <a:xfrm>
            <a:off x="1322213" y="5859545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598" y="19818"/>
                </a:lnTo>
                <a:lnTo>
                  <a:pt x="1188" y="18036"/>
                </a:lnTo>
                <a:lnTo>
                  <a:pt x="1786" y="16251"/>
                </a:lnTo>
                <a:lnTo>
                  <a:pt x="2376" y="14464"/>
                </a:lnTo>
                <a:lnTo>
                  <a:pt x="2974" y="12674"/>
                </a:lnTo>
                <a:lnTo>
                  <a:pt x="3571" y="10881"/>
                </a:lnTo>
                <a:lnTo>
                  <a:pt x="4169" y="9083"/>
                </a:lnTo>
                <a:lnTo>
                  <a:pt x="4774" y="7279"/>
                </a:lnTo>
                <a:lnTo>
                  <a:pt x="5378" y="5470"/>
                </a:lnTo>
                <a:lnTo>
                  <a:pt x="5983" y="3656"/>
                </a:lnTo>
                <a:lnTo>
                  <a:pt x="6588" y="1831"/>
                </a:lnTo>
                <a:lnTo>
                  <a:pt x="7200" y="0"/>
                </a:lnTo>
                <a:close/>
              </a:path>
            </a:pathLst>
          </a:custGeom>
          <a:solidFill>
            <a:srgbClr val="2E2F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2" name="contour_13500"/>
          <p:cNvSpPr/>
          <p:nvPr/>
        </p:nvSpPr>
        <p:spPr>
          <a:xfrm>
            <a:off x="2568460" y="5859545"/>
            <a:ext cx="3125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149" y="0"/>
                </a:moveTo>
                <a:lnTo>
                  <a:pt x="20774" y="3969"/>
                </a:lnTo>
                <a:lnTo>
                  <a:pt x="21232" y="7171"/>
                </a:lnTo>
                <a:lnTo>
                  <a:pt x="21519" y="9717"/>
                </a:lnTo>
                <a:lnTo>
                  <a:pt x="21600" y="11718"/>
                </a:lnTo>
                <a:lnTo>
                  <a:pt x="21469" y="13284"/>
                </a:lnTo>
                <a:lnTo>
                  <a:pt x="21091" y="14526"/>
                </a:lnTo>
                <a:lnTo>
                  <a:pt x="20457" y="15555"/>
                </a:lnTo>
                <a:lnTo>
                  <a:pt x="19540" y="16484"/>
                </a:lnTo>
                <a:lnTo>
                  <a:pt x="18321" y="17420"/>
                </a:lnTo>
                <a:lnTo>
                  <a:pt x="16784" y="18479"/>
                </a:lnTo>
                <a:lnTo>
                  <a:pt x="14246" y="19335"/>
                </a:lnTo>
                <a:lnTo>
                  <a:pt x="12170" y="19945"/>
                </a:lnTo>
                <a:lnTo>
                  <a:pt x="9470" y="20601"/>
                </a:lnTo>
                <a:lnTo>
                  <a:pt x="5037" y="21600"/>
                </a:lnTo>
                <a:lnTo>
                  <a:pt x="2992" y="18792"/>
                </a:lnTo>
                <a:lnTo>
                  <a:pt x="1617" y="16786"/>
                </a:lnTo>
                <a:lnTo>
                  <a:pt x="771" y="15285"/>
                </a:lnTo>
                <a:lnTo>
                  <a:pt x="312" y="13986"/>
                </a:lnTo>
                <a:lnTo>
                  <a:pt x="101" y="12593"/>
                </a:lnTo>
                <a:lnTo>
                  <a:pt x="0" y="10800"/>
                </a:lnTo>
                <a:lnTo>
                  <a:pt x="1622" y="9050"/>
                </a:lnTo>
                <a:lnTo>
                  <a:pt x="3446" y="7225"/>
                </a:lnTo>
                <a:lnTo>
                  <a:pt x="5496" y="5416"/>
                </a:lnTo>
                <a:lnTo>
                  <a:pt x="7803" y="3723"/>
                </a:lnTo>
                <a:lnTo>
                  <a:pt x="10392" y="2238"/>
                </a:lnTo>
                <a:lnTo>
                  <a:pt x="13299" y="1058"/>
                </a:lnTo>
                <a:lnTo>
                  <a:pt x="16538" y="281"/>
                </a:lnTo>
                <a:lnTo>
                  <a:pt x="20149" y="0"/>
                </a:lnTo>
                <a:close/>
              </a:path>
            </a:pathLst>
          </a:custGeom>
          <a:solidFill>
            <a:srgbClr val="A7C0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3" name="contour_13501"/>
          <p:cNvSpPr/>
          <p:nvPr/>
        </p:nvSpPr>
        <p:spPr>
          <a:xfrm>
            <a:off x="10774738" y="5852257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044"/>
                </a:lnTo>
                <a:lnTo>
                  <a:pt x="21600" y="8101"/>
                </a:lnTo>
                <a:lnTo>
                  <a:pt x="21600" y="12172"/>
                </a:lnTo>
                <a:lnTo>
                  <a:pt x="21600" y="16277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4040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4" name="contour_13502"/>
          <p:cNvSpPr/>
          <p:nvPr/>
        </p:nvSpPr>
        <p:spPr>
          <a:xfrm>
            <a:off x="1817797" y="5852257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172" y="2138"/>
                </a:lnTo>
                <a:lnTo>
                  <a:pt x="20745" y="4280"/>
                </a:lnTo>
                <a:lnTo>
                  <a:pt x="20317" y="6421"/>
                </a:lnTo>
                <a:lnTo>
                  <a:pt x="19885" y="8566"/>
                </a:lnTo>
                <a:lnTo>
                  <a:pt x="19457" y="10720"/>
                </a:lnTo>
                <a:lnTo>
                  <a:pt x="19025" y="12877"/>
                </a:lnTo>
                <a:lnTo>
                  <a:pt x="18593" y="15043"/>
                </a:lnTo>
                <a:lnTo>
                  <a:pt x="18157" y="17218"/>
                </a:lnTo>
                <a:lnTo>
                  <a:pt x="17721" y="19403"/>
                </a:lnTo>
                <a:lnTo>
                  <a:pt x="17280" y="21600"/>
                </a:lnTo>
                <a:lnTo>
                  <a:pt x="16835" y="19560"/>
                </a:lnTo>
                <a:lnTo>
                  <a:pt x="16386" y="17508"/>
                </a:lnTo>
                <a:lnTo>
                  <a:pt x="15932" y="15429"/>
                </a:lnTo>
                <a:lnTo>
                  <a:pt x="15055" y="12920"/>
                </a:lnTo>
                <a:lnTo>
                  <a:pt x="14286" y="11318"/>
                </a:lnTo>
                <a:lnTo>
                  <a:pt x="12960" y="9257"/>
                </a:lnTo>
                <a:lnTo>
                  <a:pt x="9616" y="8887"/>
                </a:lnTo>
                <a:lnTo>
                  <a:pt x="7271" y="8702"/>
                </a:lnTo>
                <a:lnTo>
                  <a:pt x="5301" y="8702"/>
                </a:lnTo>
                <a:lnTo>
                  <a:pt x="3084" y="8887"/>
                </a:lnTo>
                <a:lnTo>
                  <a:pt x="0" y="9257"/>
                </a:lnTo>
                <a:lnTo>
                  <a:pt x="0" y="7424"/>
                </a:lnTo>
                <a:lnTo>
                  <a:pt x="0" y="5585"/>
                </a:lnTo>
                <a:lnTo>
                  <a:pt x="0" y="3740"/>
                </a:lnTo>
                <a:lnTo>
                  <a:pt x="0" y="1879"/>
                </a:lnTo>
                <a:lnTo>
                  <a:pt x="0" y="0"/>
                </a:lnTo>
                <a:close/>
              </a:path>
            </a:pathLst>
          </a:custGeom>
          <a:solidFill>
            <a:srgbClr val="5251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5" name="contour_13503"/>
          <p:cNvSpPr/>
          <p:nvPr/>
        </p:nvSpPr>
        <p:spPr>
          <a:xfrm>
            <a:off x="979678" y="5827201"/>
            <a:ext cx="58304" cy="32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58" y="0"/>
                </a:moveTo>
                <a:lnTo>
                  <a:pt x="16238" y="531"/>
                </a:lnTo>
                <a:lnTo>
                  <a:pt x="18900" y="2132"/>
                </a:lnTo>
                <a:lnTo>
                  <a:pt x="19624" y="5349"/>
                </a:lnTo>
                <a:lnTo>
                  <a:pt x="20188" y="8488"/>
                </a:lnTo>
                <a:lnTo>
                  <a:pt x="20628" y="11618"/>
                </a:lnTo>
                <a:lnTo>
                  <a:pt x="20984" y="14806"/>
                </a:lnTo>
                <a:lnTo>
                  <a:pt x="21295" y="18115"/>
                </a:lnTo>
                <a:lnTo>
                  <a:pt x="21600" y="21600"/>
                </a:lnTo>
                <a:lnTo>
                  <a:pt x="19818" y="21201"/>
                </a:lnTo>
                <a:lnTo>
                  <a:pt x="18033" y="20797"/>
                </a:lnTo>
                <a:lnTo>
                  <a:pt x="16251" y="20393"/>
                </a:lnTo>
                <a:lnTo>
                  <a:pt x="14464" y="19994"/>
                </a:lnTo>
                <a:lnTo>
                  <a:pt x="12674" y="19590"/>
                </a:lnTo>
                <a:lnTo>
                  <a:pt x="10881" y="19186"/>
                </a:lnTo>
                <a:lnTo>
                  <a:pt x="9083" y="18782"/>
                </a:lnTo>
                <a:lnTo>
                  <a:pt x="7279" y="18373"/>
                </a:lnTo>
                <a:lnTo>
                  <a:pt x="5470" y="17969"/>
                </a:lnTo>
                <a:lnTo>
                  <a:pt x="3653" y="17560"/>
                </a:lnTo>
                <a:lnTo>
                  <a:pt x="1831" y="17147"/>
                </a:lnTo>
                <a:lnTo>
                  <a:pt x="0" y="16733"/>
                </a:lnTo>
                <a:lnTo>
                  <a:pt x="2533" y="12961"/>
                </a:lnTo>
                <a:lnTo>
                  <a:pt x="4598" y="9924"/>
                </a:lnTo>
                <a:lnTo>
                  <a:pt x="6288" y="7520"/>
                </a:lnTo>
                <a:lnTo>
                  <a:pt x="7695" y="5646"/>
                </a:lnTo>
                <a:lnTo>
                  <a:pt x="8913" y="4210"/>
                </a:lnTo>
                <a:lnTo>
                  <a:pt x="10031" y="3100"/>
                </a:lnTo>
                <a:lnTo>
                  <a:pt x="11143" y="2229"/>
                </a:lnTo>
                <a:lnTo>
                  <a:pt x="12339" y="1489"/>
                </a:lnTo>
                <a:lnTo>
                  <a:pt x="13713" y="779"/>
                </a:lnTo>
                <a:lnTo>
                  <a:pt x="15358" y="0"/>
                </a:lnTo>
                <a:close/>
              </a:path>
            </a:pathLst>
          </a:custGeom>
          <a:solidFill>
            <a:srgbClr val="474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6" name="contour_13504"/>
          <p:cNvSpPr/>
          <p:nvPr/>
        </p:nvSpPr>
        <p:spPr>
          <a:xfrm>
            <a:off x="10366611" y="5815817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056" y="2376"/>
                </a:lnTo>
                <a:lnTo>
                  <a:pt x="14112" y="4756"/>
                </a:lnTo>
                <a:lnTo>
                  <a:pt x="15170" y="7137"/>
                </a:lnTo>
                <a:lnTo>
                  <a:pt x="16234" y="9521"/>
                </a:lnTo>
                <a:lnTo>
                  <a:pt x="17297" y="11919"/>
                </a:lnTo>
                <a:lnTo>
                  <a:pt x="18365" y="14321"/>
                </a:lnTo>
                <a:lnTo>
                  <a:pt x="19438" y="16736"/>
                </a:lnTo>
                <a:lnTo>
                  <a:pt x="20515" y="19159"/>
                </a:lnTo>
                <a:lnTo>
                  <a:pt x="21600" y="21600"/>
                </a:lnTo>
                <a:lnTo>
                  <a:pt x="19882" y="21060"/>
                </a:lnTo>
                <a:lnTo>
                  <a:pt x="18216" y="20490"/>
                </a:lnTo>
                <a:lnTo>
                  <a:pt x="16596" y="19881"/>
                </a:lnTo>
                <a:lnTo>
                  <a:pt x="15017" y="19224"/>
                </a:lnTo>
                <a:lnTo>
                  <a:pt x="13469" y="18516"/>
                </a:lnTo>
                <a:lnTo>
                  <a:pt x="11950" y="17747"/>
                </a:lnTo>
                <a:lnTo>
                  <a:pt x="10450" y="16908"/>
                </a:lnTo>
                <a:lnTo>
                  <a:pt x="8964" y="16001"/>
                </a:lnTo>
                <a:lnTo>
                  <a:pt x="7488" y="15012"/>
                </a:lnTo>
                <a:lnTo>
                  <a:pt x="6012" y="13941"/>
                </a:lnTo>
                <a:lnTo>
                  <a:pt x="4531" y="12770"/>
                </a:lnTo>
                <a:lnTo>
                  <a:pt x="3041" y="11504"/>
                </a:lnTo>
                <a:lnTo>
                  <a:pt x="1534" y="10126"/>
                </a:lnTo>
                <a:lnTo>
                  <a:pt x="0" y="8640"/>
                </a:lnTo>
                <a:lnTo>
                  <a:pt x="1697" y="8640"/>
                </a:lnTo>
                <a:lnTo>
                  <a:pt x="3396" y="8640"/>
                </a:lnTo>
                <a:lnTo>
                  <a:pt x="5100" y="8640"/>
                </a:lnTo>
                <a:lnTo>
                  <a:pt x="6811" y="8640"/>
                </a:lnTo>
                <a:lnTo>
                  <a:pt x="8530" y="8640"/>
                </a:lnTo>
                <a:lnTo>
                  <a:pt x="10258" y="8640"/>
                </a:lnTo>
                <a:lnTo>
                  <a:pt x="12000" y="8640"/>
                </a:lnTo>
                <a:lnTo>
                  <a:pt x="12000" y="5784"/>
                </a:lnTo>
                <a:lnTo>
                  <a:pt x="12000" y="2912"/>
                </a:lnTo>
                <a:lnTo>
                  <a:pt x="12000" y="0"/>
                </a:lnTo>
                <a:close/>
              </a:path>
            </a:pathLst>
          </a:custGeom>
          <a:solidFill>
            <a:srgbClr val="4748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7" name="contour_13505"/>
          <p:cNvSpPr/>
          <p:nvPr/>
        </p:nvSpPr>
        <p:spPr>
          <a:xfrm>
            <a:off x="4791297" y="580124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7D7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8" name="contour_13506"/>
          <p:cNvSpPr/>
          <p:nvPr/>
        </p:nvSpPr>
        <p:spPr>
          <a:xfrm>
            <a:off x="1803221" y="5779377"/>
            <a:ext cx="42912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42" y="0"/>
                </a:moveTo>
                <a:lnTo>
                  <a:pt x="19692" y="2705"/>
                </a:lnTo>
                <a:lnTo>
                  <a:pt x="20672" y="5019"/>
                </a:lnTo>
                <a:lnTo>
                  <a:pt x="21299" y="7071"/>
                </a:lnTo>
                <a:lnTo>
                  <a:pt x="21600" y="9000"/>
                </a:lnTo>
                <a:lnTo>
                  <a:pt x="21600" y="10933"/>
                </a:lnTo>
                <a:lnTo>
                  <a:pt x="21321" y="13005"/>
                </a:lnTo>
                <a:lnTo>
                  <a:pt x="20786" y="15351"/>
                </a:lnTo>
                <a:lnTo>
                  <a:pt x="20019" y="18105"/>
                </a:lnTo>
                <a:lnTo>
                  <a:pt x="19186" y="19527"/>
                </a:lnTo>
                <a:lnTo>
                  <a:pt x="18342" y="20971"/>
                </a:lnTo>
                <a:lnTo>
                  <a:pt x="15503" y="21390"/>
                </a:lnTo>
                <a:lnTo>
                  <a:pt x="13511" y="21600"/>
                </a:lnTo>
                <a:lnTo>
                  <a:pt x="11838" y="21600"/>
                </a:lnTo>
                <a:lnTo>
                  <a:pt x="9956" y="21390"/>
                </a:lnTo>
                <a:lnTo>
                  <a:pt x="7337" y="20971"/>
                </a:lnTo>
                <a:lnTo>
                  <a:pt x="7337" y="18661"/>
                </a:lnTo>
                <a:lnTo>
                  <a:pt x="7337" y="16336"/>
                </a:lnTo>
                <a:lnTo>
                  <a:pt x="7337" y="13981"/>
                </a:lnTo>
                <a:lnTo>
                  <a:pt x="5521" y="13114"/>
                </a:lnTo>
                <a:lnTo>
                  <a:pt x="3694" y="12247"/>
                </a:lnTo>
                <a:lnTo>
                  <a:pt x="1860" y="11370"/>
                </a:lnTo>
                <a:lnTo>
                  <a:pt x="0" y="10485"/>
                </a:lnTo>
                <a:lnTo>
                  <a:pt x="2018" y="9332"/>
                </a:lnTo>
                <a:lnTo>
                  <a:pt x="4039" y="8179"/>
                </a:lnTo>
                <a:lnTo>
                  <a:pt x="6060" y="7022"/>
                </a:lnTo>
                <a:lnTo>
                  <a:pt x="8085" y="5861"/>
                </a:lnTo>
                <a:lnTo>
                  <a:pt x="10121" y="4701"/>
                </a:lnTo>
                <a:lnTo>
                  <a:pt x="12161" y="3534"/>
                </a:lnTo>
                <a:lnTo>
                  <a:pt x="14212" y="2363"/>
                </a:lnTo>
                <a:lnTo>
                  <a:pt x="16270" y="1185"/>
                </a:lnTo>
                <a:lnTo>
                  <a:pt x="18342" y="0"/>
                </a:lnTo>
                <a:close/>
              </a:path>
            </a:pathLst>
          </a:custGeom>
          <a:solidFill>
            <a:srgbClr val="867B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09" name="contour_13507"/>
          <p:cNvSpPr/>
          <p:nvPr/>
        </p:nvSpPr>
        <p:spPr>
          <a:xfrm>
            <a:off x="10206275" y="577937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604" y="2125"/>
                </a:lnTo>
                <a:lnTo>
                  <a:pt x="4135" y="4285"/>
                </a:lnTo>
                <a:lnTo>
                  <a:pt x="4641" y="5365"/>
                </a:lnTo>
                <a:lnTo>
                  <a:pt x="6171" y="8640"/>
                </a:lnTo>
                <a:lnTo>
                  <a:pt x="8362" y="9124"/>
                </a:lnTo>
                <a:lnTo>
                  <a:pt x="9917" y="9340"/>
                </a:lnTo>
                <a:lnTo>
                  <a:pt x="11575" y="9340"/>
                </a:lnTo>
                <a:lnTo>
                  <a:pt x="14077" y="9180"/>
                </a:lnTo>
                <a:lnTo>
                  <a:pt x="16191" y="9063"/>
                </a:lnTo>
                <a:lnTo>
                  <a:pt x="18332" y="8942"/>
                </a:lnTo>
                <a:lnTo>
                  <a:pt x="19955" y="8791"/>
                </a:lnTo>
                <a:lnTo>
                  <a:pt x="21600" y="8640"/>
                </a:lnTo>
                <a:lnTo>
                  <a:pt x="20989" y="11206"/>
                </a:lnTo>
                <a:lnTo>
                  <a:pt x="20375" y="13781"/>
                </a:lnTo>
                <a:lnTo>
                  <a:pt x="19761" y="16364"/>
                </a:lnTo>
                <a:lnTo>
                  <a:pt x="19141" y="18969"/>
                </a:lnTo>
                <a:lnTo>
                  <a:pt x="18514" y="21600"/>
                </a:lnTo>
                <a:lnTo>
                  <a:pt x="16530" y="21289"/>
                </a:lnTo>
                <a:lnTo>
                  <a:pt x="14571" y="20943"/>
                </a:lnTo>
                <a:lnTo>
                  <a:pt x="12630" y="20542"/>
                </a:lnTo>
                <a:lnTo>
                  <a:pt x="10701" y="20079"/>
                </a:lnTo>
                <a:lnTo>
                  <a:pt x="8788" y="19535"/>
                </a:lnTo>
                <a:lnTo>
                  <a:pt x="6881" y="18900"/>
                </a:lnTo>
                <a:lnTo>
                  <a:pt x="4983" y="18153"/>
                </a:lnTo>
                <a:lnTo>
                  <a:pt x="3086" y="17280"/>
                </a:lnTo>
                <a:lnTo>
                  <a:pt x="1765" y="14066"/>
                </a:lnTo>
                <a:lnTo>
                  <a:pt x="944" y="11785"/>
                </a:lnTo>
                <a:lnTo>
                  <a:pt x="475" y="9815"/>
                </a:lnTo>
                <a:lnTo>
                  <a:pt x="210" y="7534"/>
                </a:lnTo>
                <a:lnTo>
                  <a:pt x="0" y="4320"/>
                </a:lnTo>
                <a:lnTo>
                  <a:pt x="1531" y="2177"/>
                </a:lnTo>
                <a:lnTo>
                  <a:pt x="3086" y="0"/>
                </a:lnTo>
                <a:close/>
              </a:path>
            </a:pathLst>
          </a:custGeom>
          <a:solidFill>
            <a:srgbClr val="EE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0" name="contour_13508"/>
          <p:cNvSpPr/>
          <p:nvPr/>
        </p:nvSpPr>
        <p:spPr>
          <a:xfrm>
            <a:off x="8683085" y="5779377"/>
            <a:ext cx="28729" cy="44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38" y="0"/>
                </a:moveTo>
                <a:lnTo>
                  <a:pt x="18389" y="4204"/>
                </a:lnTo>
                <a:lnTo>
                  <a:pt x="19830" y="7430"/>
                </a:lnTo>
                <a:lnTo>
                  <a:pt x="20816" y="9902"/>
                </a:lnTo>
                <a:lnTo>
                  <a:pt x="21392" y="11835"/>
                </a:lnTo>
                <a:lnTo>
                  <a:pt x="21600" y="13447"/>
                </a:lnTo>
                <a:lnTo>
                  <a:pt x="21501" y="14952"/>
                </a:lnTo>
                <a:lnTo>
                  <a:pt x="21134" y="16568"/>
                </a:lnTo>
                <a:lnTo>
                  <a:pt x="20548" y="18514"/>
                </a:lnTo>
                <a:lnTo>
                  <a:pt x="18038" y="20052"/>
                </a:lnTo>
                <a:lnTo>
                  <a:pt x="15885" y="20884"/>
                </a:lnTo>
                <a:lnTo>
                  <a:pt x="12893" y="21304"/>
                </a:lnTo>
                <a:lnTo>
                  <a:pt x="7879" y="21600"/>
                </a:lnTo>
                <a:lnTo>
                  <a:pt x="6718" y="21533"/>
                </a:lnTo>
                <a:lnTo>
                  <a:pt x="4674" y="21420"/>
                </a:lnTo>
                <a:lnTo>
                  <a:pt x="0" y="21159"/>
                </a:lnTo>
                <a:lnTo>
                  <a:pt x="482" y="19008"/>
                </a:lnTo>
                <a:lnTo>
                  <a:pt x="986" y="16857"/>
                </a:lnTo>
                <a:lnTo>
                  <a:pt x="1512" y="14709"/>
                </a:lnTo>
                <a:lnTo>
                  <a:pt x="2055" y="12562"/>
                </a:lnTo>
                <a:lnTo>
                  <a:pt x="2630" y="10163"/>
                </a:lnTo>
                <a:lnTo>
                  <a:pt x="3211" y="7727"/>
                </a:lnTo>
                <a:lnTo>
                  <a:pt x="4614" y="5262"/>
                </a:lnTo>
                <a:lnTo>
                  <a:pt x="5907" y="3759"/>
                </a:lnTo>
                <a:lnTo>
                  <a:pt x="7847" y="2610"/>
                </a:lnTo>
                <a:lnTo>
                  <a:pt x="11173" y="1199"/>
                </a:lnTo>
                <a:lnTo>
                  <a:pt x="13786" y="607"/>
                </a:lnTo>
                <a:lnTo>
                  <a:pt x="16438" y="0"/>
                </a:lnTo>
                <a:close/>
              </a:path>
            </a:pathLst>
          </a:custGeom>
          <a:solidFill>
            <a:srgbClr val="B7CE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1" name="contour_13509"/>
          <p:cNvSpPr/>
          <p:nvPr/>
        </p:nvSpPr>
        <p:spPr>
          <a:xfrm>
            <a:off x="10162547" y="5770828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556"/>
                </a:lnTo>
                <a:lnTo>
                  <a:pt x="0" y="13499"/>
                </a:lnTo>
                <a:lnTo>
                  <a:pt x="0" y="9428"/>
                </a:lnTo>
                <a:lnTo>
                  <a:pt x="0" y="5323"/>
                </a:lnTo>
                <a:lnTo>
                  <a:pt x="0" y="1178"/>
                </a:lnTo>
                <a:close/>
              </a:path>
            </a:pathLst>
          </a:custGeom>
          <a:solidFill>
            <a:srgbClr val="8D74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2" name="contour_13510"/>
          <p:cNvSpPr/>
          <p:nvPr/>
        </p:nvSpPr>
        <p:spPr>
          <a:xfrm>
            <a:off x="1293061" y="576480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4" y="0"/>
                </a:lnTo>
                <a:lnTo>
                  <a:pt x="6437" y="0"/>
                </a:lnTo>
                <a:lnTo>
                  <a:pt x="8608" y="0"/>
                </a:lnTo>
                <a:lnTo>
                  <a:pt x="10800" y="0"/>
                </a:lnTo>
                <a:lnTo>
                  <a:pt x="10577" y="2565"/>
                </a:lnTo>
                <a:lnTo>
                  <a:pt x="10350" y="5146"/>
                </a:lnTo>
                <a:lnTo>
                  <a:pt x="10123" y="7765"/>
                </a:lnTo>
                <a:lnTo>
                  <a:pt x="10346" y="10552"/>
                </a:lnTo>
                <a:lnTo>
                  <a:pt x="10573" y="13354"/>
                </a:lnTo>
                <a:lnTo>
                  <a:pt x="10800" y="16200"/>
                </a:lnTo>
                <a:lnTo>
                  <a:pt x="13478" y="18025"/>
                </a:lnTo>
                <a:lnTo>
                  <a:pt x="15379" y="19219"/>
                </a:lnTo>
                <a:lnTo>
                  <a:pt x="17021" y="20039"/>
                </a:lnTo>
                <a:lnTo>
                  <a:pt x="18922" y="20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828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3" name="contour_13511"/>
          <p:cNvSpPr/>
          <p:nvPr/>
        </p:nvSpPr>
        <p:spPr>
          <a:xfrm>
            <a:off x="7582598" y="5764801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36" y="173"/>
                </a:lnTo>
                <a:lnTo>
                  <a:pt x="3856" y="367"/>
                </a:lnTo>
                <a:lnTo>
                  <a:pt x="5762" y="605"/>
                </a:lnTo>
                <a:lnTo>
                  <a:pt x="7657" y="890"/>
                </a:lnTo>
                <a:lnTo>
                  <a:pt x="9542" y="1240"/>
                </a:lnTo>
                <a:lnTo>
                  <a:pt x="11421" y="1663"/>
                </a:lnTo>
                <a:lnTo>
                  <a:pt x="13295" y="2169"/>
                </a:lnTo>
                <a:lnTo>
                  <a:pt x="15163" y="2773"/>
                </a:lnTo>
                <a:lnTo>
                  <a:pt x="17032" y="3486"/>
                </a:lnTo>
                <a:lnTo>
                  <a:pt x="18900" y="4320"/>
                </a:lnTo>
                <a:lnTo>
                  <a:pt x="20039" y="7184"/>
                </a:lnTo>
                <a:lnTo>
                  <a:pt x="20782" y="9798"/>
                </a:lnTo>
                <a:lnTo>
                  <a:pt x="21219" y="12355"/>
                </a:lnTo>
                <a:lnTo>
                  <a:pt x="21441" y="15047"/>
                </a:lnTo>
                <a:lnTo>
                  <a:pt x="21535" y="18066"/>
                </a:lnTo>
                <a:lnTo>
                  <a:pt x="21600" y="21600"/>
                </a:lnTo>
                <a:lnTo>
                  <a:pt x="19591" y="20788"/>
                </a:lnTo>
                <a:lnTo>
                  <a:pt x="18166" y="20157"/>
                </a:lnTo>
                <a:lnTo>
                  <a:pt x="16934" y="19500"/>
                </a:lnTo>
                <a:lnTo>
                  <a:pt x="15509" y="18611"/>
                </a:lnTo>
                <a:lnTo>
                  <a:pt x="13500" y="17280"/>
                </a:lnTo>
                <a:lnTo>
                  <a:pt x="13500" y="14424"/>
                </a:lnTo>
                <a:lnTo>
                  <a:pt x="13500" y="11552"/>
                </a:lnTo>
                <a:lnTo>
                  <a:pt x="13500" y="8640"/>
                </a:lnTo>
                <a:lnTo>
                  <a:pt x="11829" y="9176"/>
                </a:lnTo>
                <a:lnTo>
                  <a:pt x="10157" y="9711"/>
                </a:lnTo>
                <a:lnTo>
                  <a:pt x="8481" y="10247"/>
                </a:lnTo>
                <a:lnTo>
                  <a:pt x="6801" y="10783"/>
                </a:lnTo>
                <a:lnTo>
                  <a:pt x="5114" y="11323"/>
                </a:lnTo>
                <a:lnTo>
                  <a:pt x="3418" y="11867"/>
                </a:lnTo>
                <a:lnTo>
                  <a:pt x="1714" y="12411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746A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4" name="contour_13512"/>
          <p:cNvSpPr/>
          <p:nvPr/>
        </p:nvSpPr>
        <p:spPr>
          <a:xfrm>
            <a:off x="7888694" y="5750225"/>
            <a:ext cx="51016" cy="314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8" y="2485"/>
                </a:lnTo>
                <a:lnTo>
                  <a:pt x="963" y="5009"/>
                </a:lnTo>
                <a:lnTo>
                  <a:pt x="2015" y="7494"/>
                </a:lnTo>
                <a:lnTo>
                  <a:pt x="3086" y="10019"/>
                </a:lnTo>
                <a:lnTo>
                  <a:pt x="5381" y="10620"/>
                </a:lnTo>
                <a:lnTo>
                  <a:pt x="7011" y="10920"/>
                </a:lnTo>
                <a:lnTo>
                  <a:pt x="8418" y="10920"/>
                </a:lnTo>
                <a:lnTo>
                  <a:pt x="10047" y="10620"/>
                </a:lnTo>
                <a:lnTo>
                  <a:pt x="12343" y="10019"/>
                </a:lnTo>
                <a:lnTo>
                  <a:pt x="13586" y="7043"/>
                </a:lnTo>
                <a:lnTo>
                  <a:pt x="14321" y="5009"/>
                </a:lnTo>
                <a:lnTo>
                  <a:pt x="14839" y="2976"/>
                </a:lnTo>
                <a:lnTo>
                  <a:pt x="15429" y="0"/>
                </a:lnTo>
                <a:lnTo>
                  <a:pt x="16823" y="3071"/>
                </a:lnTo>
                <a:lnTo>
                  <a:pt x="17842" y="5360"/>
                </a:lnTo>
                <a:lnTo>
                  <a:pt x="18656" y="7278"/>
                </a:lnTo>
                <a:lnTo>
                  <a:pt x="19443" y="9257"/>
                </a:lnTo>
                <a:lnTo>
                  <a:pt x="20366" y="11697"/>
                </a:lnTo>
                <a:lnTo>
                  <a:pt x="21600" y="15028"/>
                </a:lnTo>
                <a:lnTo>
                  <a:pt x="19841" y="17633"/>
                </a:lnTo>
                <a:lnTo>
                  <a:pt x="18280" y="19381"/>
                </a:lnTo>
                <a:lnTo>
                  <a:pt x="16755" y="20463"/>
                </a:lnTo>
                <a:lnTo>
                  <a:pt x="15105" y="21064"/>
                </a:lnTo>
                <a:lnTo>
                  <a:pt x="13173" y="21380"/>
                </a:lnTo>
                <a:lnTo>
                  <a:pt x="10800" y="21600"/>
                </a:lnTo>
                <a:lnTo>
                  <a:pt x="8328" y="21545"/>
                </a:lnTo>
                <a:lnTo>
                  <a:pt x="6699" y="21365"/>
                </a:lnTo>
                <a:lnTo>
                  <a:pt x="5193" y="20909"/>
                </a:lnTo>
                <a:lnTo>
                  <a:pt x="3086" y="20037"/>
                </a:lnTo>
                <a:lnTo>
                  <a:pt x="2030" y="16846"/>
                </a:lnTo>
                <a:lnTo>
                  <a:pt x="1256" y="13645"/>
                </a:lnTo>
                <a:lnTo>
                  <a:pt x="716" y="10404"/>
                </a:lnTo>
                <a:lnTo>
                  <a:pt x="361" y="7073"/>
                </a:lnTo>
                <a:lnTo>
                  <a:pt x="139" y="3622"/>
                </a:lnTo>
                <a:lnTo>
                  <a:pt x="0" y="0"/>
                </a:lnTo>
                <a:close/>
              </a:path>
            </a:pathLst>
          </a:custGeom>
          <a:solidFill>
            <a:srgbClr val="EF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5" name="contour_13513"/>
          <p:cNvSpPr/>
          <p:nvPr/>
        </p:nvSpPr>
        <p:spPr>
          <a:xfrm>
            <a:off x="2224612" y="5721073"/>
            <a:ext cx="450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2765" y="770"/>
                </a:lnTo>
                <a:lnTo>
                  <a:pt x="4897" y="1555"/>
                </a:lnTo>
                <a:lnTo>
                  <a:pt x="7025" y="2347"/>
                </a:lnTo>
                <a:lnTo>
                  <a:pt x="9150" y="3150"/>
                </a:lnTo>
                <a:lnTo>
                  <a:pt x="10734" y="3733"/>
                </a:lnTo>
                <a:lnTo>
                  <a:pt x="12324" y="4324"/>
                </a:lnTo>
                <a:lnTo>
                  <a:pt x="13942" y="4921"/>
                </a:lnTo>
                <a:lnTo>
                  <a:pt x="16389" y="6296"/>
                </a:lnTo>
                <a:lnTo>
                  <a:pt x="17899" y="7366"/>
                </a:lnTo>
                <a:lnTo>
                  <a:pt x="19101" y="8683"/>
                </a:lnTo>
                <a:lnTo>
                  <a:pt x="20618" y="10800"/>
                </a:lnTo>
                <a:lnTo>
                  <a:pt x="21104" y="12586"/>
                </a:lnTo>
                <a:lnTo>
                  <a:pt x="21600" y="14400"/>
                </a:lnTo>
                <a:lnTo>
                  <a:pt x="19646" y="16790"/>
                </a:lnTo>
                <a:lnTo>
                  <a:pt x="18266" y="18338"/>
                </a:lnTo>
                <a:lnTo>
                  <a:pt x="16808" y="19717"/>
                </a:lnTo>
                <a:lnTo>
                  <a:pt x="14610" y="21600"/>
                </a:lnTo>
                <a:lnTo>
                  <a:pt x="14610" y="19220"/>
                </a:lnTo>
                <a:lnTo>
                  <a:pt x="14610" y="16826"/>
                </a:lnTo>
                <a:lnTo>
                  <a:pt x="14610" y="14400"/>
                </a:lnTo>
                <a:lnTo>
                  <a:pt x="12313" y="13601"/>
                </a:lnTo>
                <a:lnTo>
                  <a:pt x="10499" y="13190"/>
                </a:lnTo>
                <a:lnTo>
                  <a:pt x="7619" y="12823"/>
                </a:lnTo>
                <a:lnTo>
                  <a:pt x="4778" y="12244"/>
                </a:lnTo>
                <a:lnTo>
                  <a:pt x="2964" y="11718"/>
                </a:lnTo>
                <a:lnTo>
                  <a:pt x="629" y="10800"/>
                </a:lnTo>
                <a:lnTo>
                  <a:pt x="210" y="8014"/>
                </a:lnTo>
                <a:lnTo>
                  <a:pt x="0" y="6059"/>
                </a:lnTo>
                <a:lnTo>
                  <a:pt x="0" y="4417"/>
                </a:lnTo>
                <a:lnTo>
                  <a:pt x="210" y="2570"/>
                </a:lnTo>
                <a:lnTo>
                  <a:pt x="629" y="0"/>
                </a:lnTo>
                <a:close/>
              </a:path>
            </a:pathLst>
          </a:custGeom>
          <a:solidFill>
            <a:srgbClr val="7166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6" name="contour_13514"/>
          <p:cNvSpPr/>
          <p:nvPr/>
        </p:nvSpPr>
        <p:spPr>
          <a:xfrm>
            <a:off x="8092757" y="572107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536"/>
                </a:lnTo>
                <a:lnTo>
                  <a:pt x="8057" y="1071"/>
                </a:lnTo>
                <a:lnTo>
                  <a:pt x="10292" y="1607"/>
                </a:lnTo>
                <a:lnTo>
                  <a:pt x="12532" y="2143"/>
                </a:lnTo>
                <a:lnTo>
                  <a:pt x="14782" y="2683"/>
                </a:lnTo>
                <a:lnTo>
                  <a:pt x="17042" y="3227"/>
                </a:lnTo>
                <a:lnTo>
                  <a:pt x="19314" y="3771"/>
                </a:lnTo>
                <a:lnTo>
                  <a:pt x="21600" y="4320"/>
                </a:lnTo>
                <a:lnTo>
                  <a:pt x="21247" y="7404"/>
                </a:lnTo>
                <a:lnTo>
                  <a:pt x="20884" y="9621"/>
                </a:lnTo>
                <a:lnTo>
                  <a:pt x="20336" y="11591"/>
                </a:lnTo>
                <a:lnTo>
                  <a:pt x="19433" y="13936"/>
                </a:lnTo>
                <a:lnTo>
                  <a:pt x="18000" y="17280"/>
                </a:lnTo>
                <a:lnTo>
                  <a:pt x="15757" y="18170"/>
                </a:lnTo>
                <a:lnTo>
                  <a:pt x="13543" y="18909"/>
                </a:lnTo>
                <a:lnTo>
                  <a:pt x="11344" y="19522"/>
                </a:lnTo>
                <a:lnTo>
                  <a:pt x="9144" y="20040"/>
                </a:lnTo>
                <a:lnTo>
                  <a:pt x="6923" y="20481"/>
                </a:lnTo>
                <a:lnTo>
                  <a:pt x="4669" y="20870"/>
                </a:lnTo>
                <a:lnTo>
                  <a:pt x="2369" y="21237"/>
                </a:lnTo>
                <a:lnTo>
                  <a:pt x="0" y="21600"/>
                </a:lnTo>
                <a:lnTo>
                  <a:pt x="446" y="18926"/>
                </a:lnTo>
                <a:lnTo>
                  <a:pt x="893" y="16252"/>
                </a:lnTo>
                <a:lnTo>
                  <a:pt x="1339" y="13569"/>
                </a:lnTo>
                <a:lnTo>
                  <a:pt x="1786" y="10882"/>
                </a:lnTo>
                <a:lnTo>
                  <a:pt x="2236" y="8182"/>
                </a:lnTo>
                <a:lnTo>
                  <a:pt x="2689" y="5469"/>
                </a:lnTo>
                <a:lnTo>
                  <a:pt x="3143" y="2743"/>
                </a:lnTo>
                <a:lnTo>
                  <a:pt x="3600" y="0"/>
                </a:lnTo>
                <a:close/>
              </a:path>
            </a:pathLst>
          </a:custGeom>
          <a:solidFill>
            <a:srgbClr val="292A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7" name="contour_13515"/>
          <p:cNvSpPr/>
          <p:nvPr/>
        </p:nvSpPr>
        <p:spPr>
          <a:xfrm>
            <a:off x="10679994" y="5713785"/>
            <a:ext cx="3033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80" y="0"/>
                </a:moveTo>
                <a:lnTo>
                  <a:pt x="12949" y="893"/>
                </a:lnTo>
                <a:lnTo>
                  <a:pt x="15533" y="1786"/>
                </a:lnTo>
                <a:lnTo>
                  <a:pt x="18128" y="2689"/>
                </a:lnTo>
                <a:lnTo>
                  <a:pt x="20759" y="3600"/>
                </a:lnTo>
                <a:lnTo>
                  <a:pt x="21341" y="6156"/>
                </a:lnTo>
                <a:lnTo>
                  <a:pt x="21600" y="7967"/>
                </a:lnTo>
                <a:lnTo>
                  <a:pt x="21600" y="9904"/>
                </a:lnTo>
                <a:lnTo>
                  <a:pt x="21408" y="12823"/>
                </a:lnTo>
                <a:lnTo>
                  <a:pt x="21268" y="15289"/>
                </a:lnTo>
                <a:lnTo>
                  <a:pt x="21123" y="17788"/>
                </a:lnTo>
                <a:lnTo>
                  <a:pt x="21034" y="18738"/>
                </a:lnTo>
                <a:lnTo>
                  <a:pt x="20759" y="21600"/>
                </a:lnTo>
                <a:lnTo>
                  <a:pt x="17822" y="20581"/>
                </a:lnTo>
                <a:lnTo>
                  <a:pt x="14884" y="19562"/>
                </a:lnTo>
                <a:lnTo>
                  <a:pt x="11937" y="18540"/>
                </a:lnTo>
                <a:lnTo>
                  <a:pt x="8978" y="17514"/>
                </a:lnTo>
                <a:lnTo>
                  <a:pt x="6005" y="16481"/>
                </a:lnTo>
                <a:lnTo>
                  <a:pt x="3015" y="15444"/>
                </a:lnTo>
                <a:lnTo>
                  <a:pt x="0" y="14400"/>
                </a:lnTo>
                <a:lnTo>
                  <a:pt x="1469" y="12362"/>
                </a:lnTo>
                <a:lnTo>
                  <a:pt x="2937" y="10325"/>
                </a:lnTo>
                <a:lnTo>
                  <a:pt x="4411" y="8280"/>
                </a:lnTo>
                <a:lnTo>
                  <a:pt x="5890" y="6228"/>
                </a:lnTo>
                <a:lnTo>
                  <a:pt x="7380" y="4165"/>
                </a:lnTo>
                <a:lnTo>
                  <a:pt x="8875" y="2092"/>
                </a:lnTo>
                <a:lnTo>
                  <a:pt x="10380" y="0"/>
                </a:lnTo>
                <a:close/>
              </a:path>
            </a:pathLst>
          </a:custGeom>
          <a:solidFill>
            <a:srgbClr val="4E4D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8" name="contour_13516"/>
          <p:cNvSpPr/>
          <p:nvPr/>
        </p:nvSpPr>
        <p:spPr>
          <a:xfrm>
            <a:off x="3982330" y="5728966"/>
            <a:ext cx="58304" cy="299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12"/>
                </a:moveTo>
                <a:lnTo>
                  <a:pt x="19548" y="9824"/>
                </a:lnTo>
                <a:lnTo>
                  <a:pt x="17939" y="13613"/>
                </a:lnTo>
                <a:lnTo>
                  <a:pt x="16637" y="16368"/>
                </a:lnTo>
                <a:lnTo>
                  <a:pt x="15509" y="18294"/>
                </a:lnTo>
                <a:lnTo>
                  <a:pt x="14410" y="19580"/>
                </a:lnTo>
                <a:lnTo>
                  <a:pt x="13211" y="20430"/>
                </a:lnTo>
                <a:lnTo>
                  <a:pt x="11772" y="21038"/>
                </a:lnTo>
                <a:lnTo>
                  <a:pt x="9958" y="21600"/>
                </a:lnTo>
                <a:lnTo>
                  <a:pt x="8286" y="21553"/>
                </a:lnTo>
                <a:lnTo>
                  <a:pt x="6626" y="21458"/>
                </a:lnTo>
                <a:lnTo>
                  <a:pt x="4971" y="21317"/>
                </a:lnTo>
                <a:lnTo>
                  <a:pt x="3318" y="21122"/>
                </a:lnTo>
                <a:lnTo>
                  <a:pt x="1661" y="20871"/>
                </a:lnTo>
                <a:lnTo>
                  <a:pt x="0" y="20556"/>
                </a:lnTo>
                <a:lnTo>
                  <a:pt x="1431" y="15255"/>
                </a:lnTo>
                <a:lnTo>
                  <a:pt x="2533" y="11388"/>
                </a:lnTo>
                <a:lnTo>
                  <a:pt x="3445" y="8633"/>
                </a:lnTo>
                <a:lnTo>
                  <a:pt x="4304" y="6675"/>
                </a:lnTo>
                <a:lnTo>
                  <a:pt x="5254" y="5201"/>
                </a:lnTo>
                <a:lnTo>
                  <a:pt x="6429" y="3883"/>
                </a:lnTo>
                <a:lnTo>
                  <a:pt x="7973" y="2414"/>
                </a:lnTo>
                <a:lnTo>
                  <a:pt x="9879" y="1417"/>
                </a:lnTo>
                <a:lnTo>
                  <a:pt x="11672" y="630"/>
                </a:lnTo>
                <a:lnTo>
                  <a:pt x="13376" y="131"/>
                </a:lnTo>
                <a:lnTo>
                  <a:pt x="15020" y="0"/>
                </a:lnTo>
                <a:lnTo>
                  <a:pt x="16637" y="325"/>
                </a:lnTo>
                <a:lnTo>
                  <a:pt x="18252" y="1181"/>
                </a:lnTo>
                <a:lnTo>
                  <a:pt x="19899" y="2650"/>
                </a:lnTo>
                <a:lnTo>
                  <a:pt x="21600" y="4812"/>
                </a:lnTo>
                <a:close/>
              </a:path>
            </a:pathLst>
          </a:custGeom>
          <a:solidFill>
            <a:srgbClr val="EB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19" name="contour_13517"/>
          <p:cNvSpPr/>
          <p:nvPr/>
        </p:nvSpPr>
        <p:spPr>
          <a:xfrm>
            <a:off x="10408699" y="5706497"/>
            <a:ext cx="324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2" y="0"/>
                </a:moveTo>
                <a:lnTo>
                  <a:pt x="4529" y="302"/>
                </a:lnTo>
                <a:lnTo>
                  <a:pt x="7854" y="696"/>
                </a:lnTo>
                <a:lnTo>
                  <a:pt x="11096" y="1231"/>
                </a:lnTo>
                <a:lnTo>
                  <a:pt x="14271" y="1974"/>
                </a:lnTo>
                <a:lnTo>
                  <a:pt x="17396" y="2985"/>
                </a:lnTo>
                <a:lnTo>
                  <a:pt x="20508" y="4320"/>
                </a:lnTo>
                <a:lnTo>
                  <a:pt x="21251" y="7318"/>
                </a:lnTo>
                <a:lnTo>
                  <a:pt x="21585" y="10122"/>
                </a:lnTo>
                <a:lnTo>
                  <a:pt x="21600" y="12839"/>
                </a:lnTo>
                <a:lnTo>
                  <a:pt x="21367" y="15582"/>
                </a:lnTo>
                <a:lnTo>
                  <a:pt x="20974" y="18468"/>
                </a:lnTo>
                <a:lnTo>
                  <a:pt x="20508" y="21600"/>
                </a:lnTo>
                <a:lnTo>
                  <a:pt x="17071" y="21298"/>
                </a:lnTo>
                <a:lnTo>
                  <a:pt x="13746" y="20904"/>
                </a:lnTo>
                <a:lnTo>
                  <a:pt x="10504" y="20369"/>
                </a:lnTo>
                <a:lnTo>
                  <a:pt x="7329" y="19626"/>
                </a:lnTo>
                <a:lnTo>
                  <a:pt x="4204" y="18615"/>
                </a:lnTo>
                <a:lnTo>
                  <a:pt x="1092" y="17280"/>
                </a:lnTo>
                <a:lnTo>
                  <a:pt x="349" y="14282"/>
                </a:lnTo>
                <a:lnTo>
                  <a:pt x="15" y="11478"/>
                </a:lnTo>
                <a:lnTo>
                  <a:pt x="0" y="8761"/>
                </a:lnTo>
                <a:lnTo>
                  <a:pt x="233" y="6018"/>
                </a:lnTo>
                <a:lnTo>
                  <a:pt x="626" y="3132"/>
                </a:lnTo>
                <a:lnTo>
                  <a:pt x="1092" y="0"/>
                </a:lnTo>
                <a:close/>
              </a:path>
            </a:pathLst>
          </a:custGeom>
          <a:solidFill>
            <a:srgbClr val="BCC1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0" name="contour_13518"/>
          <p:cNvSpPr/>
          <p:nvPr/>
        </p:nvSpPr>
        <p:spPr>
          <a:xfrm>
            <a:off x="7568022" y="5706497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65" y="353"/>
                </a:lnTo>
                <a:lnTo>
                  <a:pt x="8659" y="716"/>
                </a:lnTo>
                <a:lnTo>
                  <a:pt x="11763" y="1264"/>
                </a:lnTo>
                <a:lnTo>
                  <a:pt x="15358" y="2167"/>
                </a:lnTo>
                <a:lnTo>
                  <a:pt x="20422" y="3600"/>
                </a:lnTo>
                <a:lnTo>
                  <a:pt x="21096" y="6188"/>
                </a:lnTo>
                <a:lnTo>
                  <a:pt x="21471" y="8755"/>
                </a:lnTo>
                <a:lnTo>
                  <a:pt x="21600" y="11311"/>
                </a:lnTo>
                <a:lnTo>
                  <a:pt x="21518" y="13864"/>
                </a:lnTo>
                <a:lnTo>
                  <a:pt x="21266" y="16423"/>
                </a:lnTo>
                <a:lnTo>
                  <a:pt x="20885" y="18997"/>
                </a:lnTo>
                <a:lnTo>
                  <a:pt x="20422" y="21600"/>
                </a:lnTo>
                <a:lnTo>
                  <a:pt x="16379" y="21600"/>
                </a:lnTo>
                <a:lnTo>
                  <a:pt x="12321" y="21600"/>
                </a:lnTo>
                <a:lnTo>
                  <a:pt x="8251" y="21600"/>
                </a:lnTo>
                <a:lnTo>
                  <a:pt x="4146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2825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1" name="contour_13519"/>
          <p:cNvSpPr/>
          <p:nvPr/>
        </p:nvSpPr>
        <p:spPr>
          <a:xfrm>
            <a:off x="7254638" y="570649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77" y="167"/>
                </a:lnTo>
                <a:lnTo>
                  <a:pt x="10143" y="518"/>
                </a:lnTo>
                <a:lnTo>
                  <a:pt x="12077" y="1037"/>
                </a:lnTo>
                <a:lnTo>
                  <a:pt x="13988" y="1696"/>
                </a:lnTo>
                <a:lnTo>
                  <a:pt x="15885" y="2484"/>
                </a:lnTo>
                <a:lnTo>
                  <a:pt x="17783" y="3380"/>
                </a:lnTo>
                <a:lnTo>
                  <a:pt x="19684" y="4358"/>
                </a:lnTo>
                <a:lnTo>
                  <a:pt x="21600" y="5400"/>
                </a:lnTo>
                <a:lnTo>
                  <a:pt x="19931" y="7992"/>
                </a:lnTo>
                <a:lnTo>
                  <a:pt x="18252" y="10514"/>
                </a:lnTo>
                <a:lnTo>
                  <a:pt x="16555" y="12949"/>
                </a:lnTo>
                <a:lnTo>
                  <a:pt x="14818" y="15287"/>
                </a:lnTo>
                <a:lnTo>
                  <a:pt x="13034" y="17518"/>
                </a:lnTo>
                <a:lnTo>
                  <a:pt x="11183" y="19624"/>
                </a:lnTo>
                <a:lnTo>
                  <a:pt x="9257" y="21600"/>
                </a:lnTo>
                <a:lnTo>
                  <a:pt x="6591" y="20747"/>
                </a:lnTo>
                <a:lnTo>
                  <a:pt x="4777" y="20039"/>
                </a:lnTo>
                <a:lnTo>
                  <a:pt x="3370" y="19219"/>
                </a:lnTo>
                <a:lnTo>
                  <a:pt x="1925" y="18025"/>
                </a:lnTo>
                <a:lnTo>
                  <a:pt x="0" y="16200"/>
                </a:lnTo>
                <a:lnTo>
                  <a:pt x="913" y="12609"/>
                </a:lnTo>
                <a:lnTo>
                  <a:pt x="1645" y="9979"/>
                </a:lnTo>
                <a:lnTo>
                  <a:pt x="2364" y="7846"/>
                </a:lnTo>
                <a:lnTo>
                  <a:pt x="3243" y="5778"/>
                </a:lnTo>
                <a:lnTo>
                  <a:pt x="4456" y="3310"/>
                </a:lnTo>
                <a:lnTo>
                  <a:pt x="6171" y="0"/>
                </a:lnTo>
                <a:close/>
              </a:path>
            </a:pathLst>
          </a:custGeom>
          <a:solidFill>
            <a:srgbClr val="E9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2" name="contour_13520"/>
          <p:cNvSpPr/>
          <p:nvPr/>
        </p:nvSpPr>
        <p:spPr>
          <a:xfrm>
            <a:off x="2051012" y="570649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015"/>
                </a:lnTo>
                <a:lnTo>
                  <a:pt x="8506" y="1782"/>
                </a:lnTo>
                <a:lnTo>
                  <a:pt x="11007" y="2457"/>
                </a:lnTo>
                <a:lnTo>
                  <a:pt x="12986" y="3186"/>
                </a:lnTo>
                <a:lnTo>
                  <a:pt x="14917" y="4115"/>
                </a:lnTo>
                <a:lnTo>
                  <a:pt x="17280" y="5400"/>
                </a:lnTo>
                <a:lnTo>
                  <a:pt x="18870" y="9580"/>
                </a:lnTo>
                <a:lnTo>
                  <a:pt x="19889" y="12512"/>
                </a:lnTo>
                <a:lnTo>
                  <a:pt x="20546" y="14974"/>
                </a:lnTo>
                <a:lnTo>
                  <a:pt x="21047" y="177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9C2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3" name="contour_13521"/>
          <p:cNvSpPr/>
          <p:nvPr/>
        </p:nvSpPr>
        <p:spPr>
          <a:xfrm>
            <a:off x="1846949" y="5684633"/>
            <a:ext cx="3109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241" y="2349"/>
                </a:lnTo>
                <a:lnTo>
                  <a:pt x="9448" y="4263"/>
                </a:lnTo>
                <a:lnTo>
                  <a:pt x="12759" y="5827"/>
                </a:lnTo>
                <a:lnTo>
                  <a:pt x="15296" y="7120"/>
                </a:lnTo>
                <a:lnTo>
                  <a:pt x="17195" y="8230"/>
                </a:lnTo>
                <a:lnTo>
                  <a:pt x="18582" y="9237"/>
                </a:lnTo>
                <a:lnTo>
                  <a:pt x="19585" y="10225"/>
                </a:lnTo>
                <a:lnTo>
                  <a:pt x="20334" y="11281"/>
                </a:lnTo>
                <a:lnTo>
                  <a:pt x="20967" y="12485"/>
                </a:lnTo>
                <a:lnTo>
                  <a:pt x="21600" y="13921"/>
                </a:lnTo>
                <a:lnTo>
                  <a:pt x="21534" y="15703"/>
                </a:lnTo>
                <a:lnTo>
                  <a:pt x="21372" y="17096"/>
                </a:lnTo>
                <a:lnTo>
                  <a:pt x="20987" y="18822"/>
                </a:lnTo>
                <a:lnTo>
                  <a:pt x="20253" y="21600"/>
                </a:lnTo>
                <a:lnTo>
                  <a:pt x="16592" y="21219"/>
                </a:lnTo>
                <a:lnTo>
                  <a:pt x="13970" y="20890"/>
                </a:lnTo>
                <a:lnTo>
                  <a:pt x="11661" y="20480"/>
                </a:lnTo>
                <a:lnTo>
                  <a:pt x="8937" y="19859"/>
                </a:lnTo>
                <a:lnTo>
                  <a:pt x="5063" y="18900"/>
                </a:lnTo>
                <a:lnTo>
                  <a:pt x="3965" y="17023"/>
                </a:lnTo>
                <a:lnTo>
                  <a:pt x="3205" y="15611"/>
                </a:lnTo>
                <a:lnTo>
                  <a:pt x="2684" y="14399"/>
                </a:lnTo>
                <a:lnTo>
                  <a:pt x="2304" y="13119"/>
                </a:lnTo>
                <a:lnTo>
                  <a:pt x="1970" y="11502"/>
                </a:lnTo>
                <a:lnTo>
                  <a:pt x="1580" y="9283"/>
                </a:lnTo>
                <a:lnTo>
                  <a:pt x="1251" y="7549"/>
                </a:lnTo>
                <a:lnTo>
                  <a:pt x="911" y="5805"/>
                </a:lnTo>
                <a:lnTo>
                  <a:pt x="572" y="4039"/>
                </a:lnTo>
                <a:lnTo>
                  <a:pt x="385" y="2705"/>
                </a:lnTo>
                <a:lnTo>
                  <a:pt x="192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4938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4" name="contour_13522"/>
          <p:cNvSpPr/>
          <p:nvPr/>
        </p:nvSpPr>
        <p:spPr>
          <a:xfrm>
            <a:off x="5119257" y="568463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9246" y="14312"/>
                </a:lnTo>
                <a:lnTo>
                  <a:pt x="17507" y="15241"/>
                </a:lnTo>
                <a:lnTo>
                  <a:pt x="15865" y="15980"/>
                </a:lnTo>
                <a:lnTo>
                  <a:pt x="13802" y="16762"/>
                </a:lnTo>
                <a:lnTo>
                  <a:pt x="10800" y="17820"/>
                </a:lnTo>
                <a:lnTo>
                  <a:pt x="8791" y="18546"/>
                </a:lnTo>
                <a:lnTo>
                  <a:pt x="6772" y="19276"/>
                </a:lnTo>
                <a:lnTo>
                  <a:pt x="4723" y="20015"/>
                </a:lnTo>
                <a:lnTo>
                  <a:pt x="2380" y="2080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076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5" name="contour_13523"/>
          <p:cNvSpPr/>
          <p:nvPr/>
        </p:nvSpPr>
        <p:spPr>
          <a:xfrm>
            <a:off x="8209365" y="5684378"/>
            <a:ext cx="43728" cy="31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8"/>
                </a:moveTo>
                <a:lnTo>
                  <a:pt x="20819" y="3330"/>
                </a:lnTo>
                <a:lnTo>
                  <a:pt x="19998" y="6386"/>
                </a:lnTo>
                <a:lnTo>
                  <a:pt x="19116" y="9356"/>
                </a:lnTo>
                <a:lnTo>
                  <a:pt x="18140" y="12239"/>
                </a:lnTo>
                <a:lnTo>
                  <a:pt x="17046" y="15051"/>
                </a:lnTo>
                <a:lnTo>
                  <a:pt x="15811" y="17798"/>
                </a:lnTo>
                <a:lnTo>
                  <a:pt x="14400" y="20483"/>
                </a:lnTo>
                <a:lnTo>
                  <a:pt x="11884" y="21229"/>
                </a:lnTo>
                <a:lnTo>
                  <a:pt x="9547" y="21575"/>
                </a:lnTo>
                <a:lnTo>
                  <a:pt x="7290" y="21600"/>
                </a:lnTo>
                <a:lnTo>
                  <a:pt x="5015" y="21377"/>
                </a:lnTo>
                <a:lnTo>
                  <a:pt x="2621" y="20981"/>
                </a:lnTo>
                <a:lnTo>
                  <a:pt x="0" y="20483"/>
                </a:lnTo>
                <a:lnTo>
                  <a:pt x="1123" y="14508"/>
                </a:lnTo>
                <a:lnTo>
                  <a:pt x="1994" y="10366"/>
                </a:lnTo>
                <a:lnTo>
                  <a:pt x="2808" y="7538"/>
                </a:lnTo>
                <a:lnTo>
                  <a:pt x="3744" y="5513"/>
                </a:lnTo>
                <a:lnTo>
                  <a:pt x="4997" y="3757"/>
                </a:lnTo>
                <a:lnTo>
                  <a:pt x="6750" y="1762"/>
                </a:lnTo>
                <a:lnTo>
                  <a:pt x="9245" y="934"/>
                </a:lnTo>
                <a:lnTo>
                  <a:pt x="11689" y="396"/>
                </a:lnTo>
                <a:lnTo>
                  <a:pt x="14112" y="102"/>
                </a:lnTo>
                <a:lnTo>
                  <a:pt x="16549" y="0"/>
                </a:lnTo>
                <a:lnTo>
                  <a:pt x="19037" y="41"/>
                </a:lnTo>
                <a:lnTo>
                  <a:pt x="21600" y="178"/>
                </a:lnTo>
                <a:close/>
              </a:path>
            </a:pathLst>
          </a:custGeom>
          <a:solidFill>
            <a:srgbClr val="D2D5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6" name="contour_13524"/>
          <p:cNvSpPr/>
          <p:nvPr/>
        </p:nvSpPr>
        <p:spPr>
          <a:xfrm>
            <a:off x="5476368" y="5671304"/>
            <a:ext cx="53377" cy="497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68" y="3217"/>
                </a:moveTo>
                <a:lnTo>
                  <a:pt x="19362" y="4760"/>
                </a:lnTo>
                <a:lnTo>
                  <a:pt x="20379" y="5956"/>
                </a:lnTo>
                <a:lnTo>
                  <a:pt x="20998" y="7411"/>
                </a:lnTo>
                <a:lnTo>
                  <a:pt x="21600" y="9739"/>
                </a:lnTo>
                <a:lnTo>
                  <a:pt x="21562" y="11747"/>
                </a:lnTo>
                <a:lnTo>
                  <a:pt x="21479" y="13727"/>
                </a:lnTo>
                <a:lnTo>
                  <a:pt x="21349" y="15692"/>
                </a:lnTo>
                <a:lnTo>
                  <a:pt x="21169" y="17649"/>
                </a:lnTo>
                <a:lnTo>
                  <a:pt x="20936" y="19614"/>
                </a:lnTo>
                <a:lnTo>
                  <a:pt x="20644" y="21600"/>
                </a:lnTo>
                <a:lnTo>
                  <a:pt x="18695" y="21600"/>
                </a:lnTo>
                <a:lnTo>
                  <a:pt x="16734" y="21600"/>
                </a:lnTo>
                <a:lnTo>
                  <a:pt x="14746" y="21600"/>
                </a:lnTo>
                <a:lnTo>
                  <a:pt x="14277" y="19595"/>
                </a:lnTo>
                <a:lnTo>
                  <a:pt x="14003" y="18124"/>
                </a:lnTo>
                <a:lnTo>
                  <a:pt x="13826" y="16463"/>
                </a:lnTo>
                <a:lnTo>
                  <a:pt x="13640" y="13889"/>
                </a:lnTo>
                <a:lnTo>
                  <a:pt x="13268" y="11304"/>
                </a:lnTo>
                <a:lnTo>
                  <a:pt x="12953" y="9596"/>
                </a:lnTo>
                <a:lnTo>
                  <a:pt x="12519" y="8009"/>
                </a:lnTo>
                <a:lnTo>
                  <a:pt x="11797" y="5785"/>
                </a:lnTo>
                <a:lnTo>
                  <a:pt x="9844" y="4700"/>
                </a:lnTo>
                <a:lnTo>
                  <a:pt x="7998" y="3944"/>
                </a:lnTo>
                <a:lnTo>
                  <a:pt x="6173" y="3435"/>
                </a:lnTo>
                <a:lnTo>
                  <a:pt x="4285" y="3097"/>
                </a:lnTo>
                <a:lnTo>
                  <a:pt x="2256" y="2853"/>
                </a:lnTo>
                <a:lnTo>
                  <a:pt x="0" y="2622"/>
                </a:lnTo>
                <a:lnTo>
                  <a:pt x="2097" y="1351"/>
                </a:lnTo>
                <a:lnTo>
                  <a:pt x="4067" y="522"/>
                </a:lnTo>
                <a:lnTo>
                  <a:pt x="5949" y="85"/>
                </a:lnTo>
                <a:lnTo>
                  <a:pt x="7780" y="0"/>
                </a:lnTo>
                <a:lnTo>
                  <a:pt x="9600" y="218"/>
                </a:lnTo>
                <a:lnTo>
                  <a:pt x="11449" y="693"/>
                </a:lnTo>
                <a:lnTo>
                  <a:pt x="13369" y="1382"/>
                </a:lnTo>
                <a:lnTo>
                  <a:pt x="15395" y="2236"/>
                </a:lnTo>
                <a:lnTo>
                  <a:pt x="17568" y="3217"/>
                </a:lnTo>
                <a:close/>
              </a:path>
            </a:pathLst>
          </a:custGeom>
          <a:solidFill>
            <a:srgbClr val="937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7" name="contour_13525"/>
          <p:cNvSpPr/>
          <p:nvPr/>
        </p:nvSpPr>
        <p:spPr>
          <a:xfrm>
            <a:off x="7225486" y="5684633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247" y="5065"/>
                </a:lnTo>
                <a:lnTo>
                  <a:pt x="20884" y="8659"/>
                </a:lnTo>
                <a:lnTo>
                  <a:pt x="20336" y="11763"/>
                </a:lnTo>
                <a:lnTo>
                  <a:pt x="19433" y="15358"/>
                </a:lnTo>
                <a:lnTo>
                  <a:pt x="18000" y="20422"/>
                </a:lnTo>
                <a:lnTo>
                  <a:pt x="15412" y="21096"/>
                </a:lnTo>
                <a:lnTo>
                  <a:pt x="12845" y="21471"/>
                </a:lnTo>
                <a:lnTo>
                  <a:pt x="10289" y="21600"/>
                </a:lnTo>
                <a:lnTo>
                  <a:pt x="7736" y="21518"/>
                </a:lnTo>
                <a:lnTo>
                  <a:pt x="5177" y="21266"/>
                </a:lnTo>
                <a:lnTo>
                  <a:pt x="2603" y="20885"/>
                </a:lnTo>
                <a:lnTo>
                  <a:pt x="0" y="20422"/>
                </a:lnTo>
                <a:lnTo>
                  <a:pt x="0" y="16379"/>
                </a:lnTo>
                <a:lnTo>
                  <a:pt x="0" y="12321"/>
                </a:lnTo>
                <a:lnTo>
                  <a:pt x="0" y="8251"/>
                </a:lnTo>
                <a:lnTo>
                  <a:pt x="0" y="4146"/>
                </a:lnTo>
                <a:lnTo>
                  <a:pt x="0" y="0"/>
                </a:lnTo>
                <a:close/>
              </a:path>
            </a:pathLst>
          </a:custGeom>
          <a:solidFill>
            <a:srgbClr val="B89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8" name="contour_13526"/>
          <p:cNvSpPr/>
          <p:nvPr/>
        </p:nvSpPr>
        <p:spPr>
          <a:xfrm>
            <a:off x="3938602" y="565548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85" y="4994"/>
                </a:lnTo>
                <a:lnTo>
                  <a:pt x="19818" y="8506"/>
                </a:lnTo>
                <a:lnTo>
                  <a:pt x="19143" y="11007"/>
                </a:lnTo>
                <a:lnTo>
                  <a:pt x="18414" y="12986"/>
                </a:lnTo>
                <a:lnTo>
                  <a:pt x="17485" y="14917"/>
                </a:lnTo>
                <a:lnTo>
                  <a:pt x="16200" y="17280"/>
                </a:lnTo>
                <a:lnTo>
                  <a:pt x="12020" y="18870"/>
                </a:lnTo>
                <a:lnTo>
                  <a:pt x="9088" y="19889"/>
                </a:lnTo>
                <a:lnTo>
                  <a:pt x="6626" y="20546"/>
                </a:lnTo>
                <a:lnTo>
                  <a:pt x="3856" y="2104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3C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29" name="contour_13527"/>
          <p:cNvSpPr/>
          <p:nvPr/>
        </p:nvSpPr>
        <p:spPr>
          <a:xfrm>
            <a:off x="1329501" y="5655481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54"/>
                </a:lnTo>
                <a:lnTo>
                  <a:pt x="2084" y="299"/>
                </a:lnTo>
                <a:lnTo>
                  <a:pt x="3175" y="454"/>
                </a:lnTo>
                <a:lnTo>
                  <a:pt x="4536" y="648"/>
                </a:lnTo>
                <a:lnTo>
                  <a:pt x="6343" y="907"/>
                </a:lnTo>
                <a:lnTo>
                  <a:pt x="8777" y="1253"/>
                </a:lnTo>
                <a:lnTo>
                  <a:pt x="12010" y="1716"/>
                </a:lnTo>
                <a:lnTo>
                  <a:pt x="16225" y="2317"/>
                </a:lnTo>
                <a:lnTo>
                  <a:pt x="21600" y="3086"/>
                </a:lnTo>
                <a:lnTo>
                  <a:pt x="20819" y="3419"/>
                </a:lnTo>
                <a:lnTo>
                  <a:pt x="19807" y="3854"/>
                </a:lnTo>
                <a:lnTo>
                  <a:pt x="17896" y="4675"/>
                </a:lnTo>
                <a:lnTo>
                  <a:pt x="14400" y="6171"/>
                </a:lnTo>
                <a:lnTo>
                  <a:pt x="13997" y="8362"/>
                </a:lnTo>
                <a:lnTo>
                  <a:pt x="13817" y="9914"/>
                </a:lnTo>
                <a:lnTo>
                  <a:pt x="13817" y="11575"/>
                </a:lnTo>
                <a:lnTo>
                  <a:pt x="13950" y="14077"/>
                </a:lnTo>
                <a:lnTo>
                  <a:pt x="14047" y="16191"/>
                </a:lnTo>
                <a:lnTo>
                  <a:pt x="14148" y="18332"/>
                </a:lnTo>
                <a:lnTo>
                  <a:pt x="14274" y="19955"/>
                </a:lnTo>
                <a:lnTo>
                  <a:pt x="14400" y="21600"/>
                </a:lnTo>
                <a:lnTo>
                  <a:pt x="12262" y="20989"/>
                </a:lnTo>
                <a:lnTo>
                  <a:pt x="10116" y="20375"/>
                </a:lnTo>
                <a:lnTo>
                  <a:pt x="7963" y="19761"/>
                </a:lnTo>
                <a:lnTo>
                  <a:pt x="5792" y="19141"/>
                </a:lnTo>
                <a:lnTo>
                  <a:pt x="3600" y="18514"/>
                </a:lnTo>
                <a:lnTo>
                  <a:pt x="4302" y="16706"/>
                </a:lnTo>
                <a:lnTo>
                  <a:pt x="5008" y="14898"/>
                </a:lnTo>
                <a:lnTo>
                  <a:pt x="5710" y="13090"/>
                </a:lnTo>
                <a:lnTo>
                  <a:pt x="6415" y="11281"/>
                </a:lnTo>
                <a:lnTo>
                  <a:pt x="7117" y="9473"/>
                </a:lnTo>
                <a:lnTo>
                  <a:pt x="7135" y="8652"/>
                </a:lnTo>
                <a:lnTo>
                  <a:pt x="7200" y="6171"/>
                </a:lnTo>
                <a:lnTo>
                  <a:pt x="5418" y="4644"/>
                </a:lnTo>
                <a:lnTo>
                  <a:pt x="3625" y="3110"/>
                </a:lnTo>
                <a:lnTo>
                  <a:pt x="1825" y="1564"/>
                </a:lnTo>
                <a:lnTo>
                  <a:pt x="0" y="0"/>
                </a:lnTo>
                <a:close/>
              </a:path>
            </a:pathLst>
          </a:custGeom>
          <a:solidFill>
            <a:srgbClr val="302F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0" name="contour_13528"/>
          <p:cNvSpPr/>
          <p:nvPr/>
        </p:nvSpPr>
        <p:spPr>
          <a:xfrm>
            <a:off x="622566" y="5683373"/>
            <a:ext cx="51016" cy="243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18"/>
                </a:moveTo>
                <a:lnTo>
                  <a:pt x="5153" y="595"/>
                </a:lnTo>
                <a:lnTo>
                  <a:pt x="7211" y="246"/>
                </a:lnTo>
                <a:lnTo>
                  <a:pt x="9263" y="52"/>
                </a:lnTo>
                <a:lnTo>
                  <a:pt x="11309" y="0"/>
                </a:lnTo>
                <a:lnTo>
                  <a:pt x="13358" y="65"/>
                </a:lnTo>
                <a:lnTo>
                  <a:pt x="15407" y="226"/>
                </a:lnTo>
                <a:lnTo>
                  <a:pt x="17462" y="472"/>
                </a:lnTo>
                <a:lnTo>
                  <a:pt x="19523" y="776"/>
                </a:lnTo>
                <a:lnTo>
                  <a:pt x="21600" y="1118"/>
                </a:lnTo>
                <a:lnTo>
                  <a:pt x="20687" y="5248"/>
                </a:lnTo>
                <a:lnTo>
                  <a:pt x="19955" y="8299"/>
                </a:lnTo>
                <a:lnTo>
                  <a:pt x="19236" y="10813"/>
                </a:lnTo>
                <a:lnTo>
                  <a:pt x="18357" y="13327"/>
                </a:lnTo>
                <a:lnTo>
                  <a:pt x="17144" y="16378"/>
                </a:lnTo>
                <a:lnTo>
                  <a:pt x="15429" y="20508"/>
                </a:lnTo>
                <a:lnTo>
                  <a:pt x="13204" y="21122"/>
                </a:lnTo>
                <a:lnTo>
                  <a:pt x="11004" y="21471"/>
                </a:lnTo>
                <a:lnTo>
                  <a:pt x="8816" y="21600"/>
                </a:lnTo>
                <a:lnTo>
                  <a:pt x="6631" y="21535"/>
                </a:lnTo>
                <a:lnTo>
                  <a:pt x="4440" y="21309"/>
                </a:lnTo>
                <a:lnTo>
                  <a:pt x="2231" y="20954"/>
                </a:lnTo>
                <a:lnTo>
                  <a:pt x="0" y="20508"/>
                </a:lnTo>
                <a:lnTo>
                  <a:pt x="210" y="15699"/>
                </a:lnTo>
                <a:lnTo>
                  <a:pt x="475" y="12287"/>
                </a:lnTo>
                <a:lnTo>
                  <a:pt x="944" y="9339"/>
                </a:lnTo>
                <a:lnTo>
                  <a:pt x="1765" y="5927"/>
                </a:lnTo>
                <a:lnTo>
                  <a:pt x="3086" y="1118"/>
                </a:lnTo>
                <a:close/>
              </a:path>
            </a:pathLst>
          </a:custGeom>
          <a:solidFill>
            <a:srgbClr val="B5AB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1" name="contour_13529"/>
          <p:cNvSpPr/>
          <p:nvPr/>
        </p:nvSpPr>
        <p:spPr>
          <a:xfrm>
            <a:off x="10438179" y="5670057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3699" y="0"/>
                </a:lnTo>
                <a:lnTo>
                  <a:pt x="6651" y="0"/>
                </a:lnTo>
                <a:lnTo>
                  <a:pt x="9612" y="0"/>
                </a:lnTo>
                <a:lnTo>
                  <a:pt x="12585" y="0"/>
                </a:lnTo>
                <a:lnTo>
                  <a:pt x="15570" y="0"/>
                </a:lnTo>
                <a:lnTo>
                  <a:pt x="18573" y="0"/>
                </a:lnTo>
                <a:lnTo>
                  <a:pt x="21600" y="0"/>
                </a:lnTo>
                <a:lnTo>
                  <a:pt x="20912" y="3564"/>
                </a:lnTo>
                <a:lnTo>
                  <a:pt x="20224" y="7133"/>
                </a:lnTo>
                <a:lnTo>
                  <a:pt x="19532" y="10719"/>
                </a:lnTo>
                <a:lnTo>
                  <a:pt x="18835" y="14321"/>
                </a:lnTo>
                <a:lnTo>
                  <a:pt x="18135" y="17944"/>
                </a:lnTo>
                <a:lnTo>
                  <a:pt x="17430" y="21600"/>
                </a:lnTo>
                <a:lnTo>
                  <a:pt x="12455" y="20585"/>
                </a:lnTo>
                <a:lnTo>
                  <a:pt x="8978" y="19818"/>
                </a:lnTo>
                <a:lnTo>
                  <a:pt x="6530" y="19143"/>
                </a:lnTo>
                <a:lnTo>
                  <a:pt x="4649" y="18414"/>
                </a:lnTo>
                <a:lnTo>
                  <a:pt x="2881" y="17485"/>
                </a:lnTo>
                <a:lnTo>
                  <a:pt x="751" y="16200"/>
                </a:lnTo>
                <a:lnTo>
                  <a:pt x="250" y="12020"/>
                </a:lnTo>
                <a:lnTo>
                  <a:pt x="0" y="9088"/>
                </a:lnTo>
                <a:lnTo>
                  <a:pt x="0" y="6626"/>
                </a:lnTo>
                <a:lnTo>
                  <a:pt x="250" y="3856"/>
                </a:lnTo>
                <a:lnTo>
                  <a:pt x="751" y="0"/>
                </a:lnTo>
                <a:close/>
              </a:path>
            </a:pathLst>
          </a:custGeom>
          <a:solidFill>
            <a:srgbClr val="9495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2" name="contour_13530"/>
          <p:cNvSpPr/>
          <p:nvPr/>
        </p:nvSpPr>
        <p:spPr>
          <a:xfrm>
            <a:off x="10002211" y="5633617"/>
            <a:ext cx="5307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97" y="0"/>
                </a:moveTo>
                <a:lnTo>
                  <a:pt x="19269" y="0"/>
                </a:lnTo>
                <a:lnTo>
                  <a:pt x="20764" y="0"/>
                </a:lnTo>
                <a:lnTo>
                  <a:pt x="21114" y="2274"/>
                </a:lnTo>
                <a:lnTo>
                  <a:pt x="21383" y="4484"/>
                </a:lnTo>
                <a:lnTo>
                  <a:pt x="21556" y="6656"/>
                </a:lnTo>
                <a:lnTo>
                  <a:pt x="21600" y="8813"/>
                </a:lnTo>
                <a:lnTo>
                  <a:pt x="21499" y="10979"/>
                </a:lnTo>
                <a:lnTo>
                  <a:pt x="21226" y="13176"/>
                </a:lnTo>
                <a:lnTo>
                  <a:pt x="20764" y="15429"/>
                </a:lnTo>
                <a:lnTo>
                  <a:pt x="19064" y="16765"/>
                </a:lnTo>
                <a:lnTo>
                  <a:pt x="17349" y="17916"/>
                </a:lnTo>
                <a:lnTo>
                  <a:pt x="15605" y="18891"/>
                </a:lnTo>
                <a:lnTo>
                  <a:pt x="13820" y="19702"/>
                </a:lnTo>
                <a:lnTo>
                  <a:pt x="11972" y="20366"/>
                </a:lnTo>
                <a:lnTo>
                  <a:pt x="10053" y="20896"/>
                </a:lnTo>
                <a:lnTo>
                  <a:pt x="8044" y="21304"/>
                </a:lnTo>
                <a:lnTo>
                  <a:pt x="5932" y="21600"/>
                </a:lnTo>
                <a:lnTo>
                  <a:pt x="3651" y="19986"/>
                </a:lnTo>
                <a:lnTo>
                  <a:pt x="2272" y="18804"/>
                </a:lnTo>
                <a:lnTo>
                  <a:pt x="1240" y="17477"/>
                </a:lnTo>
                <a:lnTo>
                  <a:pt x="0" y="15429"/>
                </a:lnTo>
                <a:lnTo>
                  <a:pt x="1762" y="15429"/>
                </a:lnTo>
                <a:lnTo>
                  <a:pt x="3530" y="15429"/>
                </a:lnTo>
                <a:lnTo>
                  <a:pt x="5304" y="15429"/>
                </a:lnTo>
                <a:lnTo>
                  <a:pt x="7092" y="15429"/>
                </a:lnTo>
                <a:lnTo>
                  <a:pt x="8899" y="15429"/>
                </a:lnTo>
                <a:lnTo>
                  <a:pt x="8899" y="13389"/>
                </a:lnTo>
                <a:lnTo>
                  <a:pt x="8899" y="11337"/>
                </a:lnTo>
                <a:lnTo>
                  <a:pt x="8899" y="9257"/>
                </a:lnTo>
                <a:lnTo>
                  <a:pt x="10859" y="9257"/>
                </a:lnTo>
                <a:lnTo>
                  <a:pt x="12832" y="9257"/>
                </a:lnTo>
                <a:lnTo>
                  <a:pt x="14831" y="9257"/>
                </a:lnTo>
                <a:lnTo>
                  <a:pt x="15656" y="6961"/>
                </a:lnTo>
                <a:lnTo>
                  <a:pt x="16222" y="5332"/>
                </a:lnTo>
                <a:lnTo>
                  <a:pt x="16673" y="3925"/>
                </a:lnTo>
                <a:lnTo>
                  <a:pt x="17151" y="2296"/>
                </a:lnTo>
                <a:lnTo>
                  <a:pt x="17797" y="0"/>
                </a:lnTo>
                <a:close/>
              </a:path>
            </a:pathLst>
          </a:custGeom>
          <a:solidFill>
            <a:srgbClr val="BAA9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3" name="contour_13531"/>
          <p:cNvSpPr/>
          <p:nvPr/>
        </p:nvSpPr>
        <p:spPr>
          <a:xfrm>
            <a:off x="7925133" y="5670057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19686" y="10805"/>
                </a:lnTo>
                <a:lnTo>
                  <a:pt x="18298" y="14531"/>
                </a:lnTo>
                <a:lnTo>
                  <a:pt x="17210" y="17026"/>
                </a:lnTo>
                <a:lnTo>
                  <a:pt x="16197" y="18733"/>
                </a:lnTo>
                <a:lnTo>
                  <a:pt x="15036" y="20110"/>
                </a:lnTo>
                <a:lnTo>
                  <a:pt x="13500" y="21600"/>
                </a:lnTo>
                <a:lnTo>
                  <a:pt x="11807" y="20374"/>
                </a:lnTo>
                <a:lnTo>
                  <a:pt x="10179" y="18997"/>
                </a:lnTo>
                <a:lnTo>
                  <a:pt x="8608" y="17464"/>
                </a:lnTo>
                <a:lnTo>
                  <a:pt x="7088" y="15790"/>
                </a:lnTo>
                <a:lnTo>
                  <a:pt x="5613" y="13970"/>
                </a:lnTo>
                <a:lnTo>
                  <a:pt x="4174" y="12015"/>
                </a:lnTo>
                <a:lnTo>
                  <a:pt x="2762" y="9931"/>
                </a:lnTo>
                <a:lnTo>
                  <a:pt x="1374" y="7727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F0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4" name="contour_13532"/>
          <p:cNvSpPr/>
          <p:nvPr/>
        </p:nvSpPr>
        <p:spPr>
          <a:xfrm>
            <a:off x="5060953" y="5641314"/>
            <a:ext cx="43728" cy="433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795" y="1643"/>
                </a:moveTo>
                <a:lnTo>
                  <a:pt x="15646" y="3314"/>
                </a:lnTo>
                <a:lnTo>
                  <a:pt x="17316" y="4978"/>
                </a:lnTo>
                <a:lnTo>
                  <a:pt x="18842" y="6712"/>
                </a:lnTo>
                <a:lnTo>
                  <a:pt x="20261" y="8591"/>
                </a:lnTo>
                <a:lnTo>
                  <a:pt x="21600" y="10698"/>
                </a:lnTo>
                <a:lnTo>
                  <a:pt x="21031" y="13729"/>
                </a:lnTo>
                <a:lnTo>
                  <a:pt x="20560" y="15811"/>
                </a:lnTo>
                <a:lnTo>
                  <a:pt x="20012" y="17468"/>
                </a:lnTo>
                <a:lnTo>
                  <a:pt x="19217" y="19223"/>
                </a:lnTo>
                <a:lnTo>
                  <a:pt x="18000" y="21600"/>
                </a:lnTo>
                <a:lnTo>
                  <a:pt x="16992" y="21193"/>
                </a:lnTo>
                <a:lnTo>
                  <a:pt x="16049" y="20811"/>
                </a:lnTo>
                <a:lnTo>
                  <a:pt x="14962" y="20372"/>
                </a:lnTo>
                <a:lnTo>
                  <a:pt x="13522" y="19790"/>
                </a:lnTo>
                <a:lnTo>
                  <a:pt x="11516" y="18980"/>
                </a:lnTo>
                <a:lnTo>
                  <a:pt x="8737" y="17857"/>
                </a:lnTo>
                <a:lnTo>
                  <a:pt x="4968" y="16338"/>
                </a:lnTo>
                <a:lnTo>
                  <a:pt x="0" y="14332"/>
                </a:lnTo>
                <a:lnTo>
                  <a:pt x="619" y="11970"/>
                </a:lnTo>
                <a:lnTo>
                  <a:pt x="1253" y="9775"/>
                </a:lnTo>
                <a:lnTo>
                  <a:pt x="1958" y="7718"/>
                </a:lnTo>
                <a:lnTo>
                  <a:pt x="2797" y="5767"/>
                </a:lnTo>
                <a:lnTo>
                  <a:pt x="3838" y="3892"/>
                </a:lnTo>
                <a:lnTo>
                  <a:pt x="5134" y="2064"/>
                </a:lnTo>
                <a:lnTo>
                  <a:pt x="6750" y="251"/>
                </a:lnTo>
                <a:lnTo>
                  <a:pt x="9713" y="0"/>
                </a:lnTo>
                <a:lnTo>
                  <a:pt x="11538" y="360"/>
                </a:lnTo>
                <a:lnTo>
                  <a:pt x="13795" y="1643"/>
                </a:lnTo>
                <a:close/>
              </a:path>
            </a:pathLst>
          </a:custGeom>
          <a:solidFill>
            <a:srgbClr val="B191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5" name="contour_13533"/>
          <p:cNvSpPr/>
          <p:nvPr/>
        </p:nvSpPr>
        <p:spPr>
          <a:xfrm>
            <a:off x="2138468" y="5646087"/>
            <a:ext cx="3644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80"/>
                </a:moveTo>
                <a:lnTo>
                  <a:pt x="7348" y="380"/>
                </a:lnTo>
                <a:lnTo>
                  <a:pt x="10122" y="16"/>
                </a:lnTo>
                <a:lnTo>
                  <a:pt x="12787" y="0"/>
                </a:lnTo>
                <a:lnTo>
                  <a:pt x="15492" y="249"/>
                </a:lnTo>
                <a:lnTo>
                  <a:pt x="18382" y="670"/>
                </a:lnTo>
                <a:lnTo>
                  <a:pt x="21600" y="1180"/>
                </a:lnTo>
                <a:lnTo>
                  <a:pt x="20788" y="4219"/>
                </a:lnTo>
                <a:lnTo>
                  <a:pt x="20157" y="6375"/>
                </a:lnTo>
                <a:lnTo>
                  <a:pt x="19500" y="8237"/>
                </a:lnTo>
                <a:lnTo>
                  <a:pt x="18611" y="10394"/>
                </a:lnTo>
                <a:lnTo>
                  <a:pt x="17280" y="13432"/>
                </a:lnTo>
                <a:lnTo>
                  <a:pt x="14424" y="13432"/>
                </a:lnTo>
                <a:lnTo>
                  <a:pt x="11552" y="13432"/>
                </a:lnTo>
                <a:lnTo>
                  <a:pt x="8640" y="13432"/>
                </a:lnTo>
                <a:lnTo>
                  <a:pt x="8640" y="16132"/>
                </a:lnTo>
                <a:lnTo>
                  <a:pt x="8640" y="18847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216" y="18933"/>
                </a:lnTo>
                <a:lnTo>
                  <a:pt x="471" y="16315"/>
                </a:lnTo>
                <a:lnTo>
                  <a:pt x="795" y="13734"/>
                </a:lnTo>
                <a:lnTo>
                  <a:pt x="1210" y="11182"/>
                </a:lnTo>
                <a:lnTo>
                  <a:pt x="1745" y="8658"/>
                </a:lnTo>
                <a:lnTo>
                  <a:pt x="2424" y="6155"/>
                </a:lnTo>
                <a:lnTo>
                  <a:pt x="3275" y="3663"/>
                </a:lnTo>
                <a:lnTo>
                  <a:pt x="4320" y="1180"/>
                </a:lnTo>
                <a:close/>
              </a:path>
            </a:pathLst>
          </a:custGeom>
          <a:solidFill>
            <a:srgbClr val="6364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6" name="contour_13534"/>
          <p:cNvSpPr/>
          <p:nvPr/>
        </p:nvSpPr>
        <p:spPr>
          <a:xfrm>
            <a:off x="899510" y="5640905"/>
            <a:ext cx="52648" cy="448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40" y="0"/>
                </a:moveTo>
                <a:lnTo>
                  <a:pt x="19423" y="0"/>
                </a:lnTo>
                <a:lnTo>
                  <a:pt x="20930" y="0"/>
                </a:lnTo>
                <a:lnTo>
                  <a:pt x="21202" y="2560"/>
                </a:lnTo>
                <a:lnTo>
                  <a:pt x="21418" y="5073"/>
                </a:lnTo>
                <a:lnTo>
                  <a:pt x="21558" y="7559"/>
                </a:lnTo>
                <a:lnTo>
                  <a:pt x="21600" y="10035"/>
                </a:lnTo>
                <a:lnTo>
                  <a:pt x="21525" y="12513"/>
                </a:lnTo>
                <a:lnTo>
                  <a:pt x="21307" y="15013"/>
                </a:lnTo>
                <a:lnTo>
                  <a:pt x="20930" y="17555"/>
                </a:lnTo>
                <a:lnTo>
                  <a:pt x="19268" y="19019"/>
                </a:lnTo>
                <a:lnTo>
                  <a:pt x="17689" y="20045"/>
                </a:lnTo>
                <a:lnTo>
                  <a:pt x="16071" y="20740"/>
                </a:lnTo>
                <a:lnTo>
                  <a:pt x="14289" y="21221"/>
                </a:lnTo>
                <a:lnTo>
                  <a:pt x="12229" y="21600"/>
                </a:lnTo>
                <a:lnTo>
                  <a:pt x="10193" y="21094"/>
                </a:lnTo>
                <a:lnTo>
                  <a:pt x="8435" y="20308"/>
                </a:lnTo>
                <a:lnTo>
                  <a:pt x="6889" y="19269"/>
                </a:lnTo>
                <a:lnTo>
                  <a:pt x="5493" y="17991"/>
                </a:lnTo>
                <a:lnTo>
                  <a:pt x="4180" y="16498"/>
                </a:lnTo>
                <a:lnTo>
                  <a:pt x="2885" y="14817"/>
                </a:lnTo>
                <a:lnTo>
                  <a:pt x="1543" y="12959"/>
                </a:lnTo>
                <a:lnTo>
                  <a:pt x="777" y="11755"/>
                </a:lnTo>
                <a:lnTo>
                  <a:pt x="0" y="10533"/>
                </a:lnTo>
                <a:lnTo>
                  <a:pt x="1570" y="10719"/>
                </a:lnTo>
                <a:lnTo>
                  <a:pt x="3166" y="10902"/>
                </a:lnTo>
                <a:lnTo>
                  <a:pt x="5179" y="11032"/>
                </a:lnTo>
                <a:lnTo>
                  <a:pt x="7140" y="11112"/>
                </a:lnTo>
                <a:lnTo>
                  <a:pt x="9075" y="11127"/>
                </a:lnTo>
                <a:lnTo>
                  <a:pt x="11006" y="11049"/>
                </a:lnTo>
                <a:lnTo>
                  <a:pt x="12959" y="10860"/>
                </a:lnTo>
                <a:lnTo>
                  <a:pt x="14950" y="10533"/>
                </a:lnTo>
                <a:lnTo>
                  <a:pt x="16050" y="7921"/>
                </a:lnTo>
                <a:lnTo>
                  <a:pt x="16756" y="6067"/>
                </a:lnTo>
                <a:lnTo>
                  <a:pt x="17211" y="4466"/>
                </a:lnTo>
                <a:lnTo>
                  <a:pt x="17557" y="2612"/>
                </a:lnTo>
                <a:lnTo>
                  <a:pt x="17940" y="0"/>
                </a:lnTo>
                <a:close/>
              </a:path>
            </a:pathLst>
          </a:custGeom>
          <a:solidFill>
            <a:srgbClr val="6656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7" name="contour_13535"/>
          <p:cNvSpPr/>
          <p:nvPr/>
        </p:nvSpPr>
        <p:spPr>
          <a:xfrm>
            <a:off x="8340549" y="563361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9110" y="19246"/>
                </a:lnTo>
                <a:lnTo>
                  <a:pt x="7949" y="17507"/>
                </a:lnTo>
                <a:lnTo>
                  <a:pt x="7025" y="15865"/>
                </a:lnTo>
                <a:lnTo>
                  <a:pt x="6048" y="13802"/>
                </a:lnTo>
                <a:lnTo>
                  <a:pt x="4725" y="10800"/>
                </a:lnTo>
                <a:lnTo>
                  <a:pt x="3818" y="8791"/>
                </a:lnTo>
                <a:lnTo>
                  <a:pt x="2905" y="6772"/>
                </a:lnTo>
                <a:lnTo>
                  <a:pt x="1982" y="4723"/>
                </a:lnTo>
                <a:lnTo>
                  <a:pt x="999" y="2380"/>
                </a:lnTo>
                <a:lnTo>
                  <a:pt x="0" y="0"/>
                </a:lnTo>
                <a:close/>
              </a:path>
            </a:pathLst>
          </a:custGeom>
          <a:solidFill>
            <a:srgbClr val="8B8D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8" name="contour_13536"/>
          <p:cNvSpPr/>
          <p:nvPr/>
        </p:nvSpPr>
        <p:spPr>
          <a:xfrm>
            <a:off x="6722615" y="5655481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800" y="2040"/>
                </a:lnTo>
                <a:lnTo>
                  <a:pt x="10800" y="4092"/>
                </a:lnTo>
                <a:lnTo>
                  <a:pt x="10800" y="6171"/>
                </a:lnTo>
                <a:lnTo>
                  <a:pt x="12574" y="7094"/>
                </a:lnTo>
                <a:lnTo>
                  <a:pt x="13975" y="7594"/>
                </a:lnTo>
                <a:lnTo>
                  <a:pt x="16200" y="8100"/>
                </a:lnTo>
                <a:lnTo>
                  <a:pt x="17707" y="8449"/>
                </a:lnTo>
                <a:lnTo>
                  <a:pt x="19238" y="8800"/>
                </a:lnTo>
                <a:lnTo>
                  <a:pt x="20409" y="9029"/>
                </a:lnTo>
                <a:lnTo>
                  <a:pt x="21600" y="9257"/>
                </a:lnTo>
                <a:lnTo>
                  <a:pt x="19888" y="9041"/>
                </a:lnTo>
                <a:lnTo>
                  <a:pt x="18152" y="8822"/>
                </a:lnTo>
                <a:lnTo>
                  <a:pt x="16273" y="8692"/>
                </a:lnTo>
                <a:lnTo>
                  <a:pt x="14442" y="8597"/>
                </a:lnTo>
                <a:lnTo>
                  <a:pt x="12644" y="8554"/>
                </a:lnTo>
                <a:lnTo>
                  <a:pt x="10862" y="8581"/>
                </a:lnTo>
                <a:lnTo>
                  <a:pt x="9072" y="8696"/>
                </a:lnTo>
                <a:lnTo>
                  <a:pt x="7258" y="8915"/>
                </a:lnTo>
                <a:lnTo>
                  <a:pt x="5400" y="9257"/>
                </a:lnTo>
                <a:lnTo>
                  <a:pt x="4371" y="11204"/>
                </a:lnTo>
                <a:lnTo>
                  <a:pt x="3645" y="13151"/>
                </a:lnTo>
                <a:lnTo>
                  <a:pt x="3167" y="15132"/>
                </a:lnTo>
                <a:lnTo>
                  <a:pt x="2886" y="17178"/>
                </a:lnTo>
                <a:lnTo>
                  <a:pt x="2746" y="19323"/>
                </a:lnTo>
                <a:lnTo>
                  <a:pt x="2700" y="21600"/>
                </a:lnTo>
                <a:lnTo>
                  <a:pt x="2236" y="19684"/>
                </a:lnTo>
                <a:lnTo>
                  <a:pt x="1795" y="17777"/>
                </a:lnTo>
                <a:lnTo>
                  <a:pt x="1385" y="15870"/>
                </a:lnTo>
                <a:lnTo>
                  <a:pt x="1012" y="13960"/>
                </a:lnTo>
                <a:lnTo>
                  <a:pt x="680" y="12040"/>
                </a:lnTo>
                <a:lnTo>
                  <a:pt x="397" y="10106"/>
                </a:lnTo>
                <a:lnTo>
                  <a:pt x="167" y="8149"/>
                </a:lnTo>
                <a:lnTo>
                  <a:pt x="0" y="6171"/>
                </a:lnTo>
                <a:lnTo>
                  <a:pt x="1296" y="3934"/>
                </a:lnTo>
                <a:lnTo>
                  <a:pt x="2470" y="2317"/>
                </a:lnTo>
                <a:lnTo>
                  <a:pt x="3645" y="1216"/>
                </a:lnTo>
                <a:lnTo>
                  <a:pt x="4944" y="534"/>
                </a:lnTo>
                <a:lnTo>
                  <a:pt x="6488" y="170"/>
                </a:lnTo>
                <a:lnTo>
                  <a:pt x="8400" y="25"/>
                </a:lnTo>
                <a:lnTo>
                  <a:pt x="10800" y="0"/>
                </a:lnTo>
                <a:close/>
              </a:path>
            </a:pathLst>
          </a:custGeom>
          <a:solidFill>
            <a:srgbClr val="857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39" name="contour_13537"/>
          <p:cNvSpPr/>
          <p:nvPr/>
        </p:nvSpPr>
        <p:spPr>
          <a:xfrm>
            <a:off x="2349820" y="564819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383" y="0"/>
                </a:lnTo>
                <a:lnTo>
                  <a:pt x="16435" y="0"/>
                </a:lnTo>
                <a:lnTo>
                  <a:pt x="18514" y="0"/>
                </a:lnTo>
                <a:lnTo>
                  <a:pt x="19465" y="3214"/>
                </a:lnTo>
                <a:lnTo>
                  <a:pt x="20100" y="5495"/>
                </a:lnTo>
                <a:lnTo>
                  <a:pt x="20569" y="7465"/>
                </a:lnTo>
                <a:lnTo>
                  <a:pt x="21020" y="9746"/>
                </a:lnTo>
                <a:lnTo>
                  <a:pt x="21600" y="12960"/>
                </a:lnTo>
                <a:lnTo>
                  <a:pt x="19690" y="14031"/>
                </a:lnTo>
                <a:lnTo>
                  <a:pt x="17780" y="15098"/>
                </a:lnTo>
                <a:lnTo>
                  <a:pt x="15864" y="16174"/>
                </a:lnTo>
                <a:lnTo>
                  <a:pt x="13944" y="17245"/>
                </a:lnTo>
                <a:lnTo>
                  <a:pt x="12016" y="18325"/>
                </a:lnTo>
                <a:lnTo>
                  <a:pt x="10078" y="19410"/>
                </a:lnTo>
                <a:lnTo>
                  <a:pt x="8131" y="20503"/>
                </a:lnTo>
                <a:lnTo>
                  <a:pt x="6171" y="21600"/>
                </a:lnTo>
                <a:lnTo>
                  <a:pt x="5298" y="19155"/>
                </a:lnTo>
                <a:lnTo>
                  <a:pt x="4425" y="16710"/>
                </a:lnTo>
                <a:lnTo>
                  <a:pt x="3549" y="14256"/>
                </a:lnTo>
                <a:lnTo>
                  <a:pt x="2669" y="11794"/>
                </a:lnTo>
                <a:lnTo>
                  <a:pt x="1784" y="9318"/>
                </a:lnTo>
                <a:lnTo>
                  <a:pt x="895" y="6830"/>
                </a:lnTo>
                <a:lnTo>
                  <a:pt x="0" y="4320"/>
                </a:lnTo>
                <a:lnTo>
                  <a:pt x="2037" y="5033"/>
                </a:lnTo>
                <a:lnTo>
                  <a:pt x="4076" y="5746"/>
                </a:lnTo>
                <a:lnTo>
                  <a:pt x="6125" y="6463"/>
                </a:lnTo>
                <a:lnTo>
                  <a:pt x="8183" y="7184"/>
                </a:lnTo>
                <a:lnTo>
                  <a:pt x="10254" y="7910"/>
                </a:lnTo>
                <a:lnTo>
                  <a:pt x="12343" y="8640"/>
                </a:lnTo>
                <a:lnTo>
                  <a:pt x="12343" y="5784"/>
                </a:lnTo>
                <a:lnTo>
                  <a:pt x="12343" y="2912"/>
                </a:lnTo>
                <a:lnTo>
                  <a:pt x="12343" y="0"/>
                </a:lnTo>
                <a:close/>
              </a:path>
            </a:pathLst>
          </a:custGeom>
          <a:solidFill>
            <a:srgbClr val="CCD5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0" name="contour_13538"/>
          <p:cNvSpPr/>
          <p:nvPr/>
        </p:nvSpPr>
        <p:spPr>
          <a:xfrm>
            <a:off x="1547485" y="5655467"/>
            <a:ext cx="37096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56" y="11"/>
                </a:moveTo>
                <a:lnTo>
                  <a:pt x="18489" y="3497"/>
                </a:lnTo>
                <a:lnTo>
                  <a:pt x="19355" y="7006"/>
                </a:lnTo>
                <a:lnTo>
                  <a:pt x="20026" y="10557"/>
                </a:lnTo>
                <a:lnTo>
                  <a:pt x="20577" y="14168"/>
                </a:lnTo>
                <a:lnTo>
                  <a:pt x="21078" y="17843"/>
                </a:lnTo>
                <a:lnTo>
                  <a:pt x="21600" y="21600"/>
                </a:lnTo>
                <a:lnTo>
                  <a:pt x="18600" y="21600"/>
                </a:lnTo>
                <a:lnTo>
                  <a:pt x="15595" y="21600"/>
                </a:lnTo>
                <a:lnTo>
                  <a:pt x="12582" y="21600"/>
                </a:lnTo>
                <a:lnTo>
                  <a:pt x="9557" y="21600"/>
                </a:lnTo>
                <a:lnTo>
                  <a:pt x="6518" y="21600"/>
                </a:lnTo>
                <a:lnTo>
                  <a:pt x="3463" y="21600"/>
                </a:lnTo>
                <a:lnTo>
                  <a:pt x="382" y="21600"/>
                </a:lnTo>
                <a:lnTo>
                  <a:pt x="127" y="17746"/>
                </a:lnTo>
                <a:lnTo>
                  <a:pt x="0" y="14978"/>
                </a:lnTo>
                <a:lnTo>
                  <a:pt x="0" y="12516"/>
                </a:lnTo>
                <a:lnTo>
                  <a:pt x="127" y="9586"/>
                </a:lnTo>
                <a:lnTo>
                  <a:pt x="382" y="5408"/>
                </a:lnTo>
                <a:lnTo>
                  <a:pt x="3161" y="2947"/>
                </a:lnTo>
                <a:lnTo>
                  <a:pt x="5695" y="1366"/>
                </a:lnTo>
                <a:lnTo>
                  <a:pt x="8182" y="480"/>
                </a:lnTo>
                <a:lnTo>
                  <a:pt x="10817" y="92"/>
                </a:lnTo>
                <a:lnTo>
                  <a:pt x="13809" y="0"/>
                </a:lnTo>
                <a:lnTo>
                  <a:pt x="17356" y="11"/>
                </a:lnTo>
                <a:close/>
              </a:path>
            </a:pathLst>
          </a:custGeom>
          <a:solidFill>
            <a:srgbClr val="3836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1" name="contour_13539"/>
          <p:cNvSpPr/>
          <p:nvPr/>
        </p:nvSpPr>
        <p:spPr>
          <a:xfrm>
            <a:off x="8493597" y="5604465"/>
            <a:ext cx="2186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17323" y="21125"/>
                </a:lnTo>
                <a:lnTo>
                  <a:pt x="13032" y="20647"/>
                </a:lnTo>
                <a:lnTo>
                  <a:pt x="8726" y="20170"/>
                </a:lnTo>
                <a:lnTo>
                  <a:pt x="4385" y="19687"/>
                </a:lnTo>
                <a:lnTo>
                  <a:pt x="0" y="19200"/>
                </a:lnTo>
                <a:lnTo>
                  <a:pt x="1793" y="15991"/>
                </a:lnTo>
                <a:lnTo>
                  <a:pt x="3305" y="13296"/>
                </a:lnTo>
                <a:lnTo>
                  <a:pt x="4601" y="11050"/>
                </a:lnTo>
                <a:lnTo>
                  <a:pt x="5717" y="9182"/>
                </a:lnTo>
                <a:lnTo>
                  <a:pt x="6710" y="7632"/>
                </a:lnTo>
                <a:lnTo>
                  <a:pt x="7632" y="6331"/>
                </a:lnTo>
                <a:lnTo>
                  <a:pt x="8525" y="5210"/>
                </a:lnTo>
                <a:lnTo>
                  <a:pt x="9454" y="4205"/>
                </a:lnTo>
                <a:lnTo>
                  <a:pt x="10447" y="3250"/>
                </a:lnTo>
                <a:lnTo>
                  <a:pt x="11570" y="2273"/>
                </a:lnTo>
                <a:lnTo>
                  <a:pt x="12874" y="1212"/>
                </a:lnTo>
                <a:lnTo>
                  <a:pt x="14400" y="0"/>
                </a:lnTo>
                <a:close/>
              </a:path>
            </a:pathLst>
          </a:custGeom>
          <a:solidFill>
            <a:srgbClr val="A78D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2" name="contour_13540"/>
          <p:cNvSpPr/>
          <p:nvPr/>
        </p:nvSpPr>
        <p:spPr>
          <a:xfrm>
            <a:off x="10301019" y="5589889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65" y="2138"/>
                </a:lnTo>
                <a:lnTo>
                  <a:pt x="20531" y="4280"/>
                </a:lnTo>
                <a:lnTo>
                  <a:pt x="19996" y="6421"/>
                </a:lnTo>
                <a:lnTo>
                  <a:pt x="19456" y="8566"/>
                </a:lnTo>
                <a:lnTo>
                  <a:pt x="18922" y="10720"/>
                </a:lnTo>
                <a:lnTo>
                  <a:pt x="18382" y="12877"/>
                </a:lnTo>
                <a:lnTo>
                  <a:pt x="17842" y="15043"/>
                </a:lnTo>
                <a:lnTo>
                  <a:pt x="17296" y="17218"/>
                </a:lnTo>
                <a:lnTo>
                  <a:pt x="16751" y="19403"/>
                </a:lnTo>
                <a:lnTo>
                  <a:pt x="16200" y="21600"/>
                </a:lnTo>
                <a:lnTo>
                  <a:pt x="12992" y="20989"/>
                </a:lnTo>
                <a:lnTo>
                  <a:pt x="9774" y="20375"/>
                </a:lnTo>
                <a:lnTo>
                  <a:pt x="6545" y="19761"/>
                </a:lnTo>
                <a:lnTo>
                  <a:pt x="3289" y="19141"/>
                </a:lnTo>
                <a:lnTo>
                  <a:pt x="0" y="18514"/>
                </a:lnTo>
                <a:lnTo>
                  <a:pt x="918" y="16660"/>
                </a:lnTo>
                <a:lnTo>
                  <a:pt x="1852" y="14805"/>
                </a:lnTo>
                <a:lnTo>
                  <a:pt x="2797" y="12954"/>
                </a:lnTo>
                <a:lnTo>
                  <a:pt x="3758" y="11105"/>
                </a:lnTo>
                <a:lnTo>
                  <a:pt x="4725" y="9257"/>
                </a:lnTo>
                <a:lnTo>
                  <a:pt x="5600" y="7535"/>
                </a:lnTo>
                <a:lnTo>
                  <a:pt x="6485" y="5804"/>
                </a:lnTo>
                <a:lnTo>
                  <a:pt x="7382" y="4048"/>
                </a:lnTo>
                <a:lnTo>
                  <a:pt x="8510" y="2712"/>
                </a:lnTo>
                <a:lnTo>
                  <a:pt x="9650" y="1364"/>
                </a:lnTo>
                <a:lnTo>
                  <a:pt x="10800" y="0"/>
                </a:lnTo>
                <a:close/>
              </a:path>
            </a:pathLst>
          </a:custGeom>
          <a:solidFill>
            <a:srgbClr val="CDD1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3" name="contour_13541"/>
          <p:cNvSpPr/>
          <p:nvPr/>
        </p:nvSpPr>
        <p:spPr>
          <a:xfrm>
            <a:off x="5490944" y="5597177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688"/>
                </a:lnTo>
                <a:lnTo>
                  <a:pt x="7133" y="1376"/>
                </a:lnTo>
                <a:lnTo>
                  <a:pt x="10719" y="2068"/>
                </a:lnTo>
                <a:lnTo>
                  <a:pt x="14321" y="2765"/>
                </a:lnTo>
                <a:lnTo>
                  <a:pt x="17944" y="3465"/>
                </a:lnTo>
                <a:lnTo>
                  <a:pt x="21600" y="4170"/>
                </a:lnTo>
                <a:lnTo>
                  <a:pt x="20585" y="9145"/>
                </a:lnTo>
                <a:lnTo>
                  <a:pt x="19818" y="12622"/>
                </a:lnTo>
                <a:lnTo>
                  <a:pt x="19143" y="15070"/>
                </a:lnTo>
                <a:lnTo>
                  <a:pt x="18414" y="16951"/>
                </a:lnTo>
                <a:lnTo>
                  <a:pt x="17485" y="18719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0" y="17901"/>
                </a:lnTo>
                <a:lnTo>
                  <a:pt x="0" y="14949"/>
                </a:lnTo>
                <a:lnTo>
                  <a:pt x="0" y="11988"/>
                </a:lnTo>
                <a:lnTo>
                  <a:pt x="0" y="9015"/>
                </a:lnTo>
                <a:lnTo>
                  <a:pt x="0" y="6030"/>
                </a:lnTo>
                <a:lnTo>
                  <a:pt x="0" y="3027"/>
                </a:lnTo>
                <a:lnTo>
                  <a:pt x="0" y="0"/>
                </a:lnTo>
                <a:close/>
              </a:path>
            </a:pathLst>
          </a:custGeom>
          <a:solidFill>
            <a:srgbClr val="9D88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4" name="contour_13542"/>
          <p:cNvSpPr/>
          <p:nvPr/>
        </p:nvSpPr>
        <p:spPr>
          <a:xfrm>
            <a:off x="5017225" y="5604465"/>
            <a:ext cx="8745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58" y="0"/>
                </a:lnTo>
                <a:lnTo>
                  <a:pt x="2516" y="0"/>
                </a:lnTo>
                <a:lnTo>
                  <a:pt x="3775" y="0"/>
                </a:lnTo>
                <a:lnTo>
                  <a:pt x="5035" y="0"/>
                </a:lnTo>
                <a:lnTo>
                  <a:pt x="6295" y="0"/>
                </a:lnTo>
                <a:lnTo>
                  <a:pt x="7556" y="0"/>
                </a:lnTo>
                <a:lnTo>
                  <a:pt x="8820" y="0"/>
                </a:lnTo>
                <a:lnTo>
                  <a:pt x="10085" y="0"/>
                </a:lnTo>
                <a:lnTo>
                  <a:pt x="11353" y="0"/>
                </a:lnTo>
                <a:lnTo>
                  <a:pt x="12623" y="0"/>
                </a:lnTo>
                <a:lnTo>
                  <a:pt x="13896" y="0"/>
                </a:lnTo>
                <a:lnTo>
                  <a:pt x="15170" y="0"/>
                </a:lnTo>
                <a:lnTo>
                  <a:pt x="16448" y="0"/>
                </a:lnTo>
                <a:lnTo>
                  <a:pt x="17732" y="0"/>
                </a:lnTo>
                <a:lnTo>
                  <a:pt x="19017" y="0"/>
                </a:lnTo>
                <a:lnTo>
                  <a:pt x="20306" y="0"/>
                </a:lnTo>
                <a:lnTo>
                  <a:pt x="21600" y="0"/>
                </a:lnTo>
                <a:lnTo>
                  <a:pt x="21600" y="3571"/>
                </a:lnTo>
                <a:lnTo>
                  <a:pt x="21600" y="7200"/>
                </a:lnTo>
                <a:lnTo>
                  <a:pt x="20327" y="7200"/>
                </a:lnTo>
                <a:lnTo>
                  <a:pt x="19053" y="7200"/>
                </a:lnTo>
                <a:lnTo>
                  <a:pt x="17775" y="7200"/>
                </a:lnTo>
                <a:lnTo>
                  <a:pt x="16492" y="7200"/>
                </a:lnTo>
                <a:lnTo>
                  <a:pt x="15203" y="7200"/>
                </a:lnTo>
                <a:lnTo>
                  <a:pt x="13907" y="7200"/>
                </a:lnTo>
                <a:lnTo>
                  <a:pt x="12600" y="7200"/>
                </a:lnTo>
                <a:lnTo>
                  <a:pt x="12600" y="11959"/>
                </a:lnTo>
                <a:lnTo>
                  <a:pt x="12600" y="16747"/>
                </a:lnTo>
                <a:lnTo>
                  <a:pt x="12600" y="21600"/>
                </a:lnTo>
                <a:lnTo>
                  <a:pt x="11549" y="20491"/>
                </a:lnTo>
                <a:lnTo>
                  <a:pt x="10499" y="19375"/>
                </a:lnTo>
                <a:lnTo>
                  <a:pt x="9448" y="18252"/>
                </a:lnTo>
                <a:lnTo>
                  <a:pt x="8399" y="17122"/>
                </a:lnTo>
                <a:lnTo>
                  <a:pt x="7349" y="15991"/>
                </a:lnTo>
                <a:lnTo>
                  <a:pt x="6300" y="14846"/>
                </a:lnTo>
                <a:lnTo>
                  <a:pt x="5396" y="13903"/>
                </a:lnTo>
                <a:lnTo>
                  <a:pt x="4478" y="12953"/>
                </a:lnTo>
                <a:lnTo>
                  <a:pt x="3348" y="11642"/>
                </a:lnTo>
                <a:lnTo>
                  <a:pt x="2227" y="10224"/>
                </a:lnTo>
                <a:lnTo>
                  <a:pt x="1111" y="873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966D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5" name="contour_13543"/>
          <p:cNvSpPr/>
          <p:nvPr/>
        </p:nvSpPr>
        <p:spPr>
          <a:xfrm>
            <a:off x="4273850" y="560446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485" y="2383"/>
                </a:lnTo>
                <a:lnTo>
                  <a:pt x="21316" y="4705"/>
                </a:lnTo>
                <a:lnTo>
                  <a:pt x="21074" y="6980"/>
                </a:lnTo>
                <a:lnTo>
                  <a:pt x="20740" y="9212"/>
                </a:lnTo>
                <a:lnTo>
                  <a:pt x="20286" y="11419"/>
                </a:lnTo>
                <a:lnTo>
                  <a:pt x="19692" y="13612"/>
                </a:lnTo>
                <a:lnTo>
                  <a:pt x="18936" y="15804"/>
                </a:lnTo>
                <a:lnTo>
                  <a:pt x="18000" y="18000"/>
                </a:lnTo>
                <a:lnTo>
                  <a:pt x="15804" y="18936"/>
                </a:lnTo>
                <a:lnTo>
                  <a:pt x="13612" y="19692"/>
                </a:lnTo>
                <a:lnTo>
                  <a:pt x="11419" y="20286"/>
                </a:lnTo>
                <a:lnTo>
                  <a:pt x="9212" y="20740"/>
                </a:lnTo>
                <a:lnTo>
                  <a:pt x="6980" y="21074"/>
                </a:lnTo>
                <a:lnTo>
                  <a:pt x="4705" y="21316"/>
                </a:lnTo>
                <a:lnTo>
                  <a:pt x="2383" y="21485"/>
                </a:lnTo>
                <a:lnTo>
                  <a:pt x="0" y="21600"/>
                </a:lnTo>
                <a:lnTo>
                  <a:pt x="1559" y="18169"/>
                </a:lnTo>
                <a:lnTo>
                  <a:pt x="2722" y="15998"/>
                </a:lnTo>
                <a:lnTo>
                  <a:pt x="3852" y="14663"/>
                </a:lnTo>
                <a:lnTo>
                  <a:pt x="5299" y="13745"/>
                </a:lnTo>
                <a:lnTo>
                  <a:pt x="7423" y="12823"/>
                </a:lnTo>
                <a:lnTo>
                  <a:pt x="9101" y="11819"/>
                </a:lnTo>
                <a:lnTo>
                  <a:pt x="10800" y="10800"/>
                </a:lnTo>
                <a:lnTo>
                  <a:pt x="11016" y="8014"/>
                </a:lnTo>
                <a:lnTo>
                  <a:pt x="11124" y="6059"/>
                </a:lnTo>
                <a:lnTo>
                  <a:pt x="11124" y="4417"/>
                </a:lnTo>
                <a:lnTo>
                  <a:pt x="11016" y="2570"/>
                </a:lnTo>
                <a:lnTo>
                  <a:pt x="10800" y="0"/>
                </a:lnTo>
                <a:close/>
              </a:path>
            </a:pathLst>
          </a:custGeom>
          <a:solidFill>
            <a:srgbClr val="E6E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6" name="contour_13544"/>
          <p:cNvSpPr/>
          <p:nvPr/>
        </p:nvSpPr>
        <p:spPr>
          <a:xfrm>
            <a:off x="2189484" y="559717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4835" y="20377"/>
                </a:lnTo>
                <a:lnTo>
                  <a:pt x="12390" y="19155"/>
                </a:lnTo>
                <a:lnTo>
                  <a:pt x="9936" y="17928"/>
                </a:lnTo>
                <a:lnTo>
                  <a:pt x="7474" y="16697"/>
                </a:lnTo>
                <a:lnTo>
                  <a:pt x="4998" y="15457"/>
                </a:lnTo>
                <a:lnTo>
                  <a:pt x="2510" y="14213"/>
                </a:lnTo>
                <a:lnTo>
                  <a:pt x="0" y="12960"/>
                </a:lnTo>
                <a:lnTo>
                  <a:pt x="2138" y="11889"/>
                </a:lnTo>
                <a:lnTo>
                  <a:pt x="4290" y="10817"/>
                </a:lnTo>
                <a:lnTo>
                  <a:pt x="6450" y="9733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DA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7" name="contour_13545"/>
          <p:cNvSpPr/>
          <p:nvPr/>
        </p:nvSpPr>
        <p:spPr>
          <a:xfrm>
            <a:off x="914086" y="5580663"/>
            <a:ext cx="51016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66" y="66"/>
                </a:lnTo>
                <a:lnTo>
                  <a:pt x="13898" y="187"/>
                </a:lnTo>
                <a:lnTo>
                  <a:pt x="15824" y="375"/>
                </a:lnTo>
                <a:lnTo>
                  <a:pt x="17743" y="628"/>
                </a:lnTo>
                <a:lnTo>
                  <a:pt x="19665" y="952"/>
                </a:lnTo>
                <a:lnTo>
                  <a:pt x="21600" y="1347"/>
                </a:lnTo>
                <a:lnTo>
                  <a:pt x="20069" y="2289"/>
                </a:lnTo>
                <a:lnTo>
                  <a:pt x="18514" y="3246"/>
                </a:lnTo>
                <a:lnTo>
                  <a:pt x="16984" y="4815"/>
                </a:lnTo>
                <a:lnTo>
                  <a:pt x="15429" y="6410"/>
                </a:lnTo>
                <a:lnTo>
                  <a:pt x="15429" y="9757"/>
                </a:lnTo>
                <a:lnTo>
                  <a:pt x="15429" y="13124"/>
                </a:lnTo>
                <a:lnTo>
                  <a:pt x="15429" y="16537"/>
                </a:lnTo>
                <a:lnTo>
                  <a:pt x="13411" y="17767"/>
                </a:lnTo>
                <a:lnTo>
                  <a:pt x="11932" y="18506"/>
                </a:lnTo>
                <a:lnTo>
                  <a:pt x="10275" y="19053"/>
                </a:lnTo>
                <a:lnTo>
                  <a:pt x="7714" y="19701"/>
                </a:lnTo>
                <a:lnTo>
                  <a:pt x="5560" y="20268"/>
                </a:lnTo>
                <a:lnTo>
                  <a:pt x="3376" y="20846"/>
                </a:lnTo>
                <a:lnTo>
                  <a:pt x="1700" y="21220"/>
                </a:lnTo>
                <a:lnTo>
                  <a:pt x="0" y="21600"/>
                </a:lnTo>
                <a:lnTo>
                  <a:pt x="1176" y="15220"/>
                </a:lnTo>
                <a:lnTo>
                  <a:pt x="2138" y="10395"/>
                </a:lnTo>
                <a:lnTo>
                  <a:pt x="3005" y="6876"/>
                </a:lnTo>
                <a:lnTo>
                  <a:pt x="3894" y="4405"/>
                </a:lnTo>
                <a:lnTo>
                  <a:pt x="4925" y="2739"/>
                </a:lnTo>
                <a:lnTo>
                  <a:pt x="6208" y="1620"/>
                </a:lnTo>
                <a:lnTo>
                  <a:pt x="7865" y="790"/>
                </a:lnTo>
                <a:lnTo>
                  <a:pt x="10016" y="0"/>
                </a:lnTo>
                <a:close/>
              </a:path>
            </a:pathLst>
          </a:custGeom>
          <a:solidFill>
            <a:srgbClr val="816F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8" name="contour_13546"/>
          <p:cNvSpPr/>
          <p:nvPr/>
        </p:nvSpPr>
        <p:spPr>
          <a:xfrm>
            <a:off x="4973497" y="5568026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19" y="559"/>
                </a:lnTo>
                <a:lnTo>
                  <a:pt x="5321" y="1256"/>
                </a:lnTo>
                <a:lnTo>
                  <a:pt x="7549" y="2098"/>
                </a:lnTo>
                <a:lnTo>
                  <a:pt x="9554" y="3089"/>
                </a:lnTo>
                <a:lnTo>
                  <a:pt x="11387" y="4224"/>
                </a:lnTo>
                <a:lnTo>
                  <a:pt x="13093" y="5514"/>
                </a:lnTo>
                <a:lnTo>
                  <a:pt x="14720" y="6955"/>
                </a:lnTo>
                <a:lnTo>
                  <a:pt x="16319" y="8557"/>
                </a:lnTo>
                <a:lnTo>
                  <a:pt x="17935" y="10316"/>
                </a:lnTo>
                <a:lnTo>
                  <a:pt x="19616" y="12235"/>
                </a:lnTo>
                <a:lnTo>
                  <a:pt x="20585" y="13843"/>
                </a:lnTo>
                <a:lnTo>
                  <a:pt x="21172" y="15132"/>
                </a:lnTo>
                <a:lnTo>
                  <a:pt x="21474" y="16558"/>
                </a:lnTo>
                <a:lnTo>
                  <a:pt x="21586" y="18564"/>
                </a:lnTo>
                <a:lnTo>
                  <a:pt x="21600" y="21600"/>
                </a:lnTo>
                <a:lnTo>
                  <a:pt x="17719" y="20375"/>
                </a:lnTo>
                <a:lnTo>
                  <a:pt x="14666" y="19369"/>
                </a:lnTo>
                <a:lnTo>
                  <a:pt x="12298" y="18502"/>
                </a:lnTo>
                <a:lnTo>
                  <a:pt x="10472" y="17690"/>
                </a:lnTo>
                <a:lnTo>
                  <a:pt x="9050" y="16851"/>
                </a:lnTo>
                <a:lnTo>
                  <a:pt x="7898" y="15904"/>
                </a:lnTo>
                <a:lnTo>
                  <a:pt x="6872" y="14765"/>
                </a:lnTo>
                <a:lnTo>
                  <a:pt x="5832" y="13352"/>
                </a:lnTo>
                <a:lnTo>
                  <a:pt x="4640" y="11584"/>
                </a:lnTo>
                <a:lnTo>
                  <a:pt x="3784" y="9671"/>
                </a:lnTo>
                <a:lnTo>
                  <a:pt x="2959" y="7757"/>
                </a:lnTo>
                <a:lnTo>
                  <a:pt x="2167" y="5838"/>
                </a:lnTo>
                <a:lnTo>
                  <a:pt x="1408" y="3907"/>
                </a:lnTo>
                <a:lnTo>
                  <a:pt x="688" y="1963"/>
                </a:lnTo>
                <a:lnTo>
                  <a:pt x="0" y="0"/>
                </a:lnTo>
                <a:close/>
              </a:path>
            </a:pathLst>
          </a:custGeom>
          <a:solidFill>
            <a:srgbClr val="D3B8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49" name="contour_13547"/>
          <p:cNvSpPr/>
          <p:nvPr/>
        </p:nvSpPr>
        <p:spPr>
          <a:xfrm>
            <a:off x="4594521" y="556802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20835" y="6458"/>
                </a:lnTo>
                <a:lnTo>
                  <a:pt x="20069" y="8605"/>
                </a:lnTo>
                <a:lnTo>
                  <a:pt x="19295" y="10770"/>
                </a:lnTo>
                <a:lnTo>
                  <a:pt x="18514" y="12960"/>
                </a:lnTo>
                <a:lnTo>
                  <a:pt x="16475" y="12960"/>
                </a:lnTo>
                <a:lnTo>
                  <a:pt x="14423" y="12960"/>
                </a:lnTo>
                <a:lnTo>
                  <a:pt x="12343" y="12960"/>
                </a:lnTo>
                <a:lnTo>
                  <a:pt x="11210" y="15526"/>
                </a:lnTo>
                <a:lnTo>
                  <a:pt x="10510" y="17280"/>
                </a:lnTo>
                <a:lnTo>
                  <a:pt x="9958" y="19034"/>
                </a:lnTo>
                <a:lnTo>
                  <a:pt x="9257" y="21600"/>
                </a:lnTo>
                <a:lnTo>
                  <a:pt x="7532" y="20926"/>
                </a:lnTo>
                <a:lnTo>
                  <a:pt x="6316" y="20252"/>
                </a:lnTo>
                <a:lnTo>
                  <a:pt x="5027" y="19172"/>
                </a:lnTo>
                <a:lnTo>
                  <a:pt x="3086" y="17280"/>
                </a:lnTo>
                <a:lnTo>
                  <a:pt x="2388" y="14429"/>
                </a:lnTo>
                <a:lnTo>
                  <a:pt x="1796" y="11595"/>
                </a:lnTo>
                <a:lnTo>
                  <a:pt x="1287" y="8757"/>
                </a:lnTo>
                <a:lnTo>
                  <a:pt x="833" y="5888"/>
                </a:lnTo>
                <a:lnTo>
                  <a:pt x="413" y="2976"/>
                </a:lnTo>
                <a:lnTo>
                  <a:pt x="0" y="0"/>
                </a:lnTo>
                <a:close/>
              </a:path>
            </a:pathLst>
          </a:custGeom>
          <a:solidFill>
            <a:srgbClr val="8873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0" name="contour_13548"/>
          <p:cNvSpPr/>
          <p:nvPr/>
        </p:nvSpPr>
        <p:spPr>
          <a:xfrm>
            <a:off x="7706494" y="5582601"/>
            <a:ext cx="43728" cy="526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99" y="132"/>
                </a:lnTo>
                <a:lnTo>
                  <a:pt x="5083" y="344"/>
                </a:lnTo>
                <a:lnTo>
                  <a:pt x="7481" y="688"/>
                </a:lnTo>
                <a:lnTo>
                  <a:pt x="9814" y="1208"/>
                </a:lnTo>
                <a:lnTo>
                  <a:pt x="12114" y="1958"/>
                </a:lnTo>
                <a:lnTo>
                  <a:pt x="14400" y="2990"/>
                </a:lnTo>
                <a:lnTo>
                  <a:pt x="14720" y="4963"/>
                </a:lnTo>
                <a:lnTo>
                  <a:pt x="14864" y="6864"/>
                </a:lnTo>
                <a:lnTo>
                  <a:pt x="14857" y="8730"/>
                </a:lnTo>
                <a:lnTo>
                  <a:pt x="14728" y="10595"/>
                </a:lnTo>
                <a:lnTo>
                  <a:pt x="14501" y="12500"/>
                </a:lnTo>
                <a:lnTo>
                  <a:pt x="14202" y="14482"/>
                </a:lnTo>
                <a:lnTo>
                  <a:pt x="14299" y="16198"/>
                </a:lnTo>
                <a:lnTo>
                  <a:pt x="14400" y="17938"/>
                </a:lnTo>
                <a:lnTo>
                  <a:pt x="16520" y="19089"/>
                </a:lnTo>
                <a:lnTo>
                  <a:pt x="17978" y="19782"/>
                </a:lnTo>
                <a:lnTo>
                  <a:pt x="19447" y="20303"/>
                </a:lnTo>
                <a:lnTo>
                  <a:pt x="21600" y="20927"/>
                </a:lnTo>
                <a:lnTo>
                  <a:pt x="19030" y="21376"/>
                </a:lnTo>
                <a:lnTo>
                  <a:pt x="17183" y="21600"/>
                </a:lnTo>
                <a:lnTo>
                  <a:pt x="15541" y="21600"/>
                </a:lnTo>
                <a:lnTo>
                  <a:pt x="13586" y="21376"/>
                </a:lnTo>
                <a:lnTo>
                  <a:pt x="10800" y="20927"/>
                </a:lnTo>
                <a:lnTo>
                  <a:pt x="10130" y="18987"/>
                </a:lnTo>
                <a:lnTo>
                  <a:pt x="9594" y="17068"/>
                </a:lnTo>
                <a:lnTo>
                  <a:pt x="9166" y="15151"/>
                </a:lnTo>
                <a:lnTo>
                  <a:pt x="8827" y="13220"/>
                </a:lnTo>
                <a:lnTo>
                  <a:pt x="8550" y="11259"/>
                </a:lnTo>
                <a:lnTo>
                  <a:pt x="8312" y="9250"/>
                </a:lnTo>
                <a:lnTo>
                  <a:pt x="7762" y="7627"/>
                </a:lnTo>
                <a:lnTo>
                  <a:pt x="7200" y="5979"/>
                </a:lnTo>
                <a:lnTo>
                  <a:pt x="4820" y="5979"/>
                </a:lnTo>
                <a:lnTo>
                  <a:pt x="2426" y="5979"/>
                </a:lnTo>
                <a:lnTo>
                  <a:pt x="0" y="5979"/>
                </a:lnTo>
                <a:lnTo>
                  <a:pt x="0" y="4003"/>
                </a:lnTo>
                <a:lnTo>
                  <a:pt x="0" y="2015"/>
                </a:lnTo>
                <a:lnTo>
                  <a:pt x="0" y="0"/>
                </a:lnTo>
                <a:close/>
              </a:path>
            </a:pathLst>
          </a:custGeom>
          <a:solidFill>
            <a:srgbClr val="F1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1" name="contour_13549"/>
          <p:cNvSpPr/>
          <p:nvPr/>
        </p:nvSpPr>
        <p:spPr>
          <a:xfrm>
            <a:off x="10570674" y="555345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19" y="2038"/>
                </a:lnTo>
                <a:lnTo>
                  <a:pt x="16438" y="4075"/>
                </a:lnTo>
                <a:lnTo>
                  <a:pt x="17460" y="6120"/>
                </a:lnTo>
                <a:lnTo>
                  <a:pt x="18486" y="8172"/>
                </a:lnTo>
                <a:lnTo>
                  <a:pt x="19519" y="10235"/>
                </a:lnTo>
                <a:lnTo>
                  <a:pt x="20556" y="12308"/>
                </a:lnTo>
                <a:lnTo>
                  <a:pt x="21600" y="14400"/>
                </a:lnTo>
                <a:lnTo>
                  <a:pt x="19580" y="16027"/>
                </a:lnTo>
                <a:lnTo>
                  <a:pt x="18050" y="17215"/>
                </a:lnTo>
                <a:lnTo>
                  <a:pt x="16708" y="18169"/>
                </a:lnTo>
                <a:lnTo>
                  <a:pt x="15250" y="19084"/>
                </a:lnTo>
                <a:lnTo>
                  <a:pt x="13381" y="20160"/>
                </a:lnTo>
                <a:lnTo>
                  <a:pt x="10800" y="21600"/>
                </a:lnTo>
                <a:lnTo>
                  <a:pt x="7798" y="21139"/>
                </a:lnTo>
                <a:lnTo>
                  <a:pt x="5735" y="20722"/>
                </a:lnTo>
                <a:lnTo>
                  <a:pt x="4093" y="20174"/>
                </a:lnTo>
                <a:lnTo>
                  <a:pt x="2354" y="19325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2225" y="10044"/>
                </a:lnTo>
                <a:lnTo>
                  <a:pt x="4432" y="9493"/>
                </a:lnTo>
                <a:lnTo>
                  <a:pt x="6653" y="9086"/>
                </a:lnTo>
                <a:lnTo>
                  <a:pt x="8917" y="8755"/>
                </a:lnTo>
                <a:lnTo>
                  <a:pt x="11250" y="8438"/>
                </a:lnTo>
                <a:lnTo>
                  <a:pt x="12031" y="8129"/>
                </a:lnTo>
                <a:lnTo>
                  <a:pt x="14400" y="7200"/>
                </a:lnTo>
                <a:lnTo>
                  <a:pt x="14400" y="4820"/>
                </a:lnTo>
                <a:lnTo>
                  <a:pt x="14400" y="2426"/>
                </a:lnTo>
                <a:lnTo>
                  <a:pt x="14400" y="0"/>
                </a:lnTo>
                <a:close/>
              </a:path>
            </a:pathLst>
          </a:custGeom>
          <a:solidFill>
            <a:srgbClr val="B1B6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2" name="contour_13550"/>
          <p:cNvSpPr/>
          <p:nvPr/>
        </p:nvSpPr>
        <p:spPr>
          <a:xfrm>
            <a:off x="9994923" y="556073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2380"/>
                </a:lnTo>
                <a:lnTo>
                  <a:pt x="8640" y="4774"/>
                </a:lnTo>
                <a:lnTo>
                  <a:pt x="8640" y="7200"/>
                </a:lnTo>
                <a:lnTo>
                  <a:pt x="11206" y="7200"/>
                </a:lnTo>
                <a:lnTo>
                  <a:pt x="13781" y="7200"/>
                </a:lnTo>
                <a:lnTo>
                  <a:pt x="16364" y="7200"/>
                </a:lnTo>
                <a:lnTo>
                  <a:pt x="18969" y="7200"/>
                </a:lnTo>
                <a:lnTo>
                  <a:pt x="21600" y="7200"/>
                </a:lnTo>
                <a:lnTo>
                  <a:pt x="21600" y="9576"/>
                </a:lnTo>
                <a:lnTo>
                  <a:pt x="21600" y="11956"/>
                </a:lnTo>
                <a:lnTo>
                  <a:pt x="21600" y="14346"/>
                </a:lnTo>
                <a:lnTo>
                  <a:pt x="21600" y="16747"/>
                </a:lnTo>
                <a:lnTo>
                  <a:pt x="21600" y="19163"/>
                </a:lnTo>
                <a:lnTo>
                  <a:pt x="21600" y="21600"/>
                </a:lnTo>
                <a:lnTo>
                  <a:pt x="16606" y="21186"/>
                </a:lnTo>
                <a:lnTo>
                  <a:pt x="13094" y="20833"/>
                </a:lnTo>
                <a:lnTo>
                  <a:pt x="10593" y="20437"/>
                </a:lnTo>
                <a:lnTo>
                  <a:pt x="8614" y="19901"/>
                </a:lnTo>
                <a:lnTo>
                  <a:pt x="6683" y="19120"/>
                </a:lnTo>
                <a:lnTo>
                  <a:pt x="4320" y="18000"/>
                </a:lnTo>
                <a:lnTo>
                  <a:pt x="3318" y="15797"/>
                </a:lnTo>
                <a:lnTo>
                  <a:pt x="2493" y="13594"/>
                </a:lnTo>
                <a:lnTo>
                  <a:pt x="1819" y="11387"/>
                </a:lnTo>
                <a:lnTo>
                  <a:pt x="1274" y="9166"/>
                </a:lnTo>
                <a:lnTo>
                  <a:pt x="842" y="6923"/>
                </a:lnTo>
                <a:lnTo>
                  <a:pt x="501" y="4651"/>
                </a:lnTo>
                <a:lnTo>
                  <a:pt x="229" y="2347"/>
                </a:lnTo>
                <a:lnTo>
                  <a:pt x="0" y="0"/>
                </a:lnTo>
                <a:close/>
              </a:path>
            </a:pathLst>
          </a:custGeom>
          <a:solidFill>
            <a:srgbClr val="6061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3" name="contour_13551"/>
          <p:cNvSpPr/>
          <p:nvPr/>
        </p:nvSpPr>
        <p:spPr>
          <a:xfrm>
            <a:off x="8034453" y="557531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324"/>
                </a:lnTo>
                <a:lnTo>
                  <a:pt x="7970" y="626"/>
                </a:lnTo>
                <a:lnTo>
                  <a:pt x="9904" y="1093"/>
                </a:lnTo>
                <a:lnTo>
                  <a:pt x="12823" y="1892"/>
                </a:lnTo>
                <a:lnTo>
                  <a:pt x="15289" y="2553"/>
                </a:lnTo>
                <a:lnTo>
                  <a:pt x="17788" y="3223"/>
                </a:lnTo>
                <a:lnTo>
                  <a:pt x="19681" y="3767"/>
                </a:lnTo>
                <a:lnTo>
                  <a:pt x="21600" y="4320"/>
                </a:lnTo>
                <a:lnTo>
                  <a:pt x="20581" y="6765"/>
                </a:lnTo>
                <a:lnTo>
                  <a:pt x="19562" y="9210"/>
                </a:lnTo>
                <a:lnTo>
                  <a:pt x="18540" y="11664"/>
                </a:lnTo>
                <a:lnTo>
                  <a:pt x="17514" y="14126"/>
                </a:lnTo>
                <a:lnTo>
                  <a:pt x="16481" y="16602"/>
                </a:lnTo>
                <a:lnTo>
                  <a:pt x="15444" y="19090"/>
                </a:lnTo>
                <a:lnTo>
                  <a:pt x="14400" y="21600"/>
                </a:lnTo>
                <a:lnTo>
                  <a:pt x="12618" y="20529"/>
                </a:lnTo>
                <a:lnTo>
                  <a:pt x="10825" y="19457"/>
                </a:lnTo>
                <a:lnTo>
                  <a:pt x="9025" y="18373"/>
                </a:lnTo>
                <a:lnTo>
                  <a:pt x="7200" y="17280"/>
                </a:lnTo>
                <a:lnTo>
                  <a:pt x="7200" y="14424"/>
                </a:lnTo>
                <a:lnTo>
                  <a:pt x="7200" y="11552"/>
                </a:lnTo>
                <a:lnTo>
                  <a:pt x="7200" y="8640"/>
                </a:lnTo>
                <a:lnTo>
                  <a:pt x="5062" y="7055"/>
                </a:lnTo>
                <a:lnTo>
                  <a:pt x="3600" y="6074"/>
                </a:lnTo>
                <a:lnTo>
                  <a:pt x="2138" y="5301"/>
                </a:lnTo>
                <a:lnTo>
                  <a:pt x="0" y="4320"/>
                </a:lnTo>
                <a:lnTo>
                  <a:pt x="1786" y="2177"/>
                </a:lnTo>
                <a:lnTo>
                  <a:pt x="3600" y="0"/>
                </a:lnTo>
                <a:close/>
              </a:path>
            </a:pathLst>
          </a:custGeom>
          <a:solidFill>
            <a:srgbClr val="EDF1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4" name="contour_13552"/>
          <p:cNvSpPr/>
          <p:nvPr/>
        </p:nvSpPr>
        <p:spPr>
          <a:xfrm>
            <a:off x="7444126" y="5574053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556"/>
                </a:lnTo>
                <a:lnTo>
                  <a:pt x="0" y="13499"/>
                </a:lnTo>
                <a:lnTo>
                  <a:pt x="0" y="9428"/>
                </a:lnTo>
                <a:lnTo>
                  <a:pt x="0" y="5323"/>
                </a:lnTo>
                <a:lnTo>
                  <a:pt x="0" y="1178"/>
                </a:lnTo>
                <a:close/>
              </a:path>
            </a:pathLst>
          </a:custGeom>
          <a:solidFill>
            <a:srgbClr val="E8E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5" name="contour_13553"/>
          <p:cNvSpPr/>
          <p:nvPr/>
        </p:nvSpPr>
        <p:spPr>
          <a:xfrm>
            <a:off x="7917845" y="5559331"/>
            <a:ext cx="43728" cy="451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73"/>
                </a:moveTo>
                <a:lnTo>
                  <a:pt x="3942" y="300"/>
                </a:lnTo>
                <a:lnTo>
                  <a:pt x="6736" y="73"/>
                </a:lnTo>
                <a:lnTo>
                  <a:pt x="8777" y="0"/>
                </a:lnTo>
                <a:lnTo>
                  <a:pt x="10469" y="73"/>
                </a:lnTo>
                <a:lnTo>
                  <a:pt x="12208" y="300"/>
                </a:lnTo>
                <a:lnTo>
                  <a:pt x="14400" y="673"/>
                </a:lnTo>
                <a:lnTo>
                  <a:pt x="16402" y="2630"/>
                </a:lnTo>
                <a:lnTo>
                  <a:pt x="17816" y="4112"/>
                </a:lnTo>
                <a:lnTo>
                  <a:pt x="18842" y="5413"/>
                </a:lnTo>
                <a:lnTo>
                  <a:pt x="19681" y="6826"/>
                </a:lnTo>
                <a:lnTo>
                  <a:pt x="20534" y="8636"/>
                </a:lnTo>
                <a:lnTo>
                  <a:pt x="21600" y="11137"/>
                </a:lnTo>
                <a:lnTo>
                  <a:pt x="20783" y="13906"/>
                </a:lnTo>
                <a:lnTo>
                  <a:pt x="20185" y="15838"/>
                </a:lnTo>
                <a:lnTo>
                  <a:pt x="19638" y="17429"/>
                </a:lnTo>
                <a:lnTo>
                  <a:pt x="18968" y="19179"/>
                </a:lnTo>
                <a:lnTo>
                  <a:pt x="18000" y="21600"/>
                </a:lnTo>
                <a:lnTo>
                  <a:pt x="16189" y="20306"/>
                </a:lnTo>
                <a:lnTo>
                  <a:pt x="14386" y="19002"/>
                </a:lnTo>
                <a:lnTo>
                  <a:pt x="12586" y="17694"/>
                </a:lnTo>
                <a:lnTo>
                  <a:pt x="10793" y="16379"/>
                </a:lnTo>
                <a:lnTo>
                  <a:pt x="9000" y="15060"/>
                </a:lnTo>
                <a:lnTo>
                  <a:pt x="8255" y="14520"/>
                </a:lnTo>
                <a:lnTo>
                  <a:pt x="6944" y="13564"/>
                </a:lnTo>
                <a:lnTo>
                  <a:pt x="3938" y="11381"/>
                </a:lnTo>
                <a:lnTo>
                  <a:pt x="2639" y="10150"/>
                </a:lnTo>
                <a:lnTo>
                  <a:pt x="1328" y="8908"/>
                </a:lnTo>
                <a:lnTo>
                  <a:pt x="0" y="7649"/>
                </a:lnTo>
                <a:lnTo>
                  <a:pt x="0" y="5343"/>
                </a:lnTo>
                <a:lnTo>
                  <a:pt x="0" y="3024"/>
                </a:lnTo>
                <a:lnTo>
                  <a:pt x="0" y="673"/>
                </a:lnTo>
                <a:close/>
              </a:path>
            </a:pathLst>
          </a:custGeom>
          <a:solidFill>
            <a:srgbClr val="9F5D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6" name="contour_13554"/>
          <p:cNvSpPr/>
          <p:nvPr/>
        </p:nvSpPr>
        <p:spPr>
          <a:xfrm>
            <a:off x="3953178" y="5553450"/>
            <a:ext cx="51016" cy="374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615" y="2309"/>
                </a:lnTo>
                <a:lnTo>
                  <a:pt x="11973" y="4623"/>
                </a:lnTo>
                <a:lnTo>
                  <a:pt x="13333" y="6937"/>
                </a:lnTo>
                <a:lnTo>
                  <a:pt x="14700" y="9255"/>
                </a:lnTo>
                <a:lnTo>
                  <a:pt x="16067" y="11585"/>
                </a:lnTo>
                <a:lnTo>
                  <a:pt x="17440" y="13920"/>
                </a:lnTo>
                <a:lnTo>
                  <a:pt x="18820" y="16267"/>
                </a:lnTo>
                <a:lnTo>
                  <a:pt x="20205" y="18623"/>
                </a:lnTo>
                <a:lnTo>
                  <a:pt x="21600" y="20995"/>
                </a:lnTo>
                <a:lnTo>
                  <a:pt x="17379" y="21239"/>
                </a:lnTo>
                <a:lnTo>
                  <a:pt x="14052" y="21419"/>
                </a:lnTo>
                <a:lnTo>
                  <a:pt x="11473" y="21541"/>
                </a:lnTo>
                <a:lnTo>
                  <a:pt x="9482" y="21600"/>
                </a:lnTo>
                <a:lnTo>
                  <a:pt x="7933" y="21600"/>
                </a:lnTo>
                <a:lnTo>
                  <a:pt x="6671" y="21541"/>
                </a:lnTo>
                <a:lnTo>
                  <a:pt x="5545" y="21419"/>
                </a:lnTo>
                <a:lnTo>
                  <a:pt x="4400" y="21239"/>
                </a:lnTo>
                <a:lnTo>
                  <a:pt x="3086" y="20995"/>
                </a:lnTo>
                <a:lnTo>
                  <a:pt x="1682" y="18724"/>
                </a:lnTo>
                <a:lnTo>
                  <a:pt x="892" y="17094"/>
                </a:lnTo>
                <a:lnTo>
                  <a:pt x="429" y="15314"/>
                </a:lnTo>
                <a:lnTo>
                  <a:pt x="0" y="12597"/>
                </a:lnTo>
                <a:lnTo>
                  <a:pt x="1315" y="10153"/>
                </a:lnTo>
                <a:lnTo>
                  <a:pt x="2743" y="7945"/>
                </a:lnTo>
                <a:lnTo>
                  <a:pt x="4274" y="5904"/>
                </a:lnTo>
                <a:lnTo>
                  <a:pt x="5881" y="3947"/>
                </a:lnTo>
                <a:lnTo>
                  <a:pt x="7548" y="2007"/>
                </a:lnTo>
                <a:lnTo>
                  <a:pt x="9257" y="0"/>
                </a:lnTo>
                <a:close/>
              </a:path>
            </a:pathLst>
          </a:custGeom>
          <a:solidFill>
            <a:srgbClr val="BBB5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7" name="contour_13555"/>
          <p:cNvSpPr/>
          <p:nvPr/>
        </p:nvSpPr>
        <p:spPr>
          <a:xfrm>
            <a:off x="11306762" y="554616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21600" y="6886"/>
                </a:lnTo>
                <a:lnTo>
                  <a:pt x="21600" y="9461"/>
                </a:lnTo>
                <a:lnTo>
                  <a:pt x="21600" y="12044"/>
                </a:lnTo>
                <a:lnTo>
                  <a:pt x="21600" y="14649"/>
                </a:lnTo>
                <a:lnTo>
                  <a:pt x="21600" y="17280"/>
                </a:lnTo>
                <a:lnTo>
                  <a:pt x="19235" y="18865"/>
                </a:lnTo>
                <a:lnTo>
                  <a:pt x="17366" y="19634"/>
                </a:lnTo>
                <a:lnTo>
                  <a:pt x="14400" y="20252"/>
                </a:lnTo>
                <a:lnTo>
                  <a:pt x="12391" y="20676"/>
                </a:lnTo>
                <a:lnTo>
                  <a:pt x="10350" y="21112"/>
                </a:lnTo>
                <a:lnTo>
                  <a:pt x="8784" y="21354"/>
                </a:lnTo>
                <a:lnTo>
                  <a:pt x="7200" y="21600"/>
                </a:lnTo>
                <a:lnTo>
                  <a:pt x="7423" y="18649"/>
                </a:lnTo>
                <a:lnTo>
                  <a:pt x="7650" y="15660"/>
                </a:lnTo>
                <a:lnTo>
                  <a:pt x="7427" y="12662"/>
                </a:lnTo>
                <a:lnTo>
                  <a:pt x="7067" y="10398"/>
                </a:lnTo>
                <a:lnTo>
                  <a:pt x="6358" y="8437"/>
                </a:lnTo>
                <a:lnTo>
                  <a:pt x="5083" y="6342"/>
                </a:lnTo>
                <a:lnTo>
                  <a:pt x="3035" y="3672"/>
                </a:lnTo>
                <a:lnTo>
                  <a:pt x="0" y="0"/>
                </a:lnTo>
                <a:close/>
              </a:path>
            </a:pathLst>
          </a:custGeom>
          <a:solidFill>
            <a:srgbClr val="DF78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8" name="contour_13556"/>
          <p:cNvSpPr/>
          <p:nvPr/>
        </p:nvSpPr>
        <p:spPr>
          <a:xfrm>
            <a:off x="6591431" y="5531586"/>
            <a:ext cx="2950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72" y="0"/>
                </a:moveTo>
                <a:lnTo>
                  <a:pt x="12588" y="1529"/>
                </a:lnTo>
                <a:lnTo>
                  <a:pt x="14370" y="3005"/>
                </a:lnTo>
                <a:lnTo>
                  <a:pt x="15997" y="4445"/>
                </a:lnTo>
                <a:lnTo>
                  <a:pt x="17459" y="5866"/>
                </a:lnTo>
                <a:lnTo>
                  <a:pt x="18729" y="7286"/>
                </a:lnTo>
                <a:lnTo>
                  <a:pt x="19796" y="8726"/>
                </a:lnTo>
                <a:lnTo>
                  <a:pt x="20634" y="10200"/>
                </a:lnTo>
                <a:lnTo>
                  <a:pt x="21226" y="11726"/>
                </a:lnTo>
                <a:lnTo>
                  <a:pt x="21552" y="13322"/>
                </a:lnTo>
                <a:lnTo>
                  <a:pt x="21600" y="15007"/>
                </a:lnTo>
                <a:lnTo>
                  <a:pt x="21344" y="16800"/>
                </a:lnTo>
                <a:lnTo>
                  <a:pt x="18809" y="16702"/>
                </a:lnTo>
                <a:lnTo>
                  <a:pt x="16259" y="16601"/>
                </a:lnTo>
                <a:lnTo>
                  <a:pt x="13671" y="16500"/>
                </a:lnTo>
                <a:lnTo>
                  <a:pt x="12449" y="16546"/>
                </a:lnTo>
                <a:lnTo>
                  <a:pt x="10288" y="16622"/>
                </a:lnTo>
                <a:lnTo>
                  <a:pt x="5336" y="16800"/>
                </a:lnTo>
                <a:lnTo>
                  <a:pt x="3458" y="18235"/>
                </a:lnTo>
                <a:lnTo>
                  <a:pt x="2278" y="19214"/>
                </a:lnTo>
                <a:lnTo>
                  <a:pt x="1291" y="20186"/>
                </a:lnTo>
                <a:lnTo>
                  <a:pt x="0" y="21600"/>
                </a:lnTo>
                <a:lnTo>
                  <a:pt x="726" y="19925"/>
                </a:lnTo>
                <a:lnTo>
                  <a:pt x="1462" y="18254"/>
                </a:lnTo>
                <a:lnTo>
                  <a:pt x="2209" y="16586"/>
                </a:lnTo>
                <a:lnTo>
                  <a:pt x="2972" y="14918"/>
                </a:lnTo>
                <a:lnTo>
                  <a:pt x="3757" y="13255"/>
                </a:lnTo>
                <a:lnTo>
                  <a:pt x="4552" y="11592"/>
                </a:lnTo>
                <a:lnTo>
                  <a:pt x="5363" y="9931"/>
                </a:lnTo>
                <a:lnTo>
                  <a:pt x="6195" y="8273"/>
                </a:lnTo>
                <a:lnTo>
                  <a:pt x="7049" y="6617"/>
                </a:lnTo>
                <a:lnTo>
                  <a:pt x="7924" y="4961"/>
                </a:lnTo>
                <a:lnTo>
                  <a:pt x="8815" y="3305"/>
                </a:lnTo>
                <a:lnTo>
                  <a:pt x="9733" y="1654"/>
                </a:lnTo>
                <a:lnTo>
                  <a:pt x="10672" y="0"/>
                </a:lnTo>
                <a:close/>
              </a:path>
            </a:pathLst>
          </a:custGeom>
          <a:solidFill>
            <a:srgbClr val="C6C5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59" name="contour_13557"/>
          <p:cNvSpPr/>
          <p:nvPr/>
        </p:nvSpPr>
        <p:spPr>
          <a:xfrm>
            <a:off x="2357108" y="5546162"/>
            <a:ext cx="58304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04" y="0"/>
                </a:lnTo>
                <a:lnTo>
                  <a:pt x="11313" y="0"/>
                </a:lnTo>
                <a:lnTo>
                  <a:pt x="12928" y="0"/>
                </a:lnTo>
                <a:lnTo>
                  <a:pt x="14556" y="0"/>
                </a:lnTo>
                <a:lnTo>
                  <a:pt x="16200" y="0"/>
                </a:lnTo>
                <a:lnTo>
                  <a:pt x="16200" y="2780"/>
                </a:lnTo>
                <a:lnTo>
                  <a:pt x="16200" y="5578"/>
                </a:lnTo>
                <a:lnTo>
                  <a:pt x="16200" y="8413"/>
                </a:lnTo>
                <a:lnTo>
                  <a:pt x="17804" y="9957"/>
                </a:lnTo>
                <a:lnTo>
                  <a:pt x="18900" y="10911"/>
                </a:lnTo>
                <a:lnTo>
                  <a:pt x="19996" y="11664"/>
                </a:lnTo>
                <a:lnTo>
                  <a:pt x="21600" y="12619"/>
                </a:lnTo>
                <a:lnTo>
                  <a:pt x="18379" y="14836"/>
                </a:lnTo>
                <a:lnTo>
                  <a:pt x="15665" y="16683"/>
                </a:lnTo>
                <a:lnTo>
                  <a:pt x="13384" y="18184"/>
                </a:lnTo>
                <a:lnTo>
                  <a:pt x="11464" y="19371"/>
                </a:lnTo>
                <a:lnTo>
                  <a:pt x="9825" y="20271"/>
                </a:lnTo>
                <a:lnTo>
                  <a:pt x="8397" y="20914"/>
                </a:lnTo>
                <a:lnTo>
                  <a:pt x="7101" y="21331"/>
                </a:lnTo>
                <a:lnTo>
                  <a:pt x="5864" y="21550"/>
                </a:lnTo>
                <a:lnTo>
                  <a:pt x="4609" y="21600"/>
                </a:lnTo>
                <a:lnTo>
                  <a:pt x="3264" y="21512"/>
                </a:lnTo>
                <a:lnTo>
                  <a:pt x="1752" y="21314"/>
                </a:lnTo>
                <a:lnTo>
                  <a:pt x="0" y="21032"/>
                </a:lnTo>
                <a:lnTo>
                  <a:pt x="0" y="18252"/>
                </a:lnTo>
                <a:lnTo>
                  <a:pt x="0" y="15454"/>
                </a:lnTo>
                <a:lnTo>
                  <a:pt x="0" y="12619"/>
                </a:lnTo>
                <a:lnTo>
                  <a:pt x="1328" y="11168"/>
                </a:lnTo>
                <a:lnTo>
                  <a:pt x="2665" y="9734"/>
                </a:lnTo>
                <a:lnTo>
                  <a:pt x="4012" y="8320"/>
                </a:lnTo>
                <a:lnTo>
                  <a:pt x="5365" y="6928"/>
                </a:lnTo>
                <a:lnTo>
                  <a:pt x="6728" y="5557"/>
                </a:lnTo>
                <a:lnTo>
                  <a:pt x="8100" y="4206"/>
                </a:lnTo>
                <a:lnTo>
                  <a:pt x="8100" y="2120"/>
                </a:lnTo>
                <a:lnTo>
                  <a:pt x="8100" y="0"/>
                </a:lnTo>
                <a:close/>
              </a:path>
            </a:pathLst>
          </a:custGeom>
          <a:solidFill>
            <a:srgbClr val="D7DD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0" name="contour_13558"/>
          <p:cNvSpPr/>
          <p:nvPr/>
        </p:nvSpPr>
        <p:spPr>
          <a:xfrm>
            <a:off x="10738298" y="5546162"/>
            <a:ext cx="43728" cy="360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302" y="877"/>
                </a:lnTo>
                <a:lnTo>
                  <a:pt x="7585" y="1597"/>
                </a:lnTo>
                <a:lnTo>
                  <a:pt x="10044" y="2247"/>
                </a:lnTo>
                <a:lnTo>
                  <a:pt x="11880" y="2919"/>
                </a:lnTo>
                <a:lnTo>
                  <a:pt x="13291" y="3695"/>
                </a:lnTo>
                <a:lnTo>
                  <a:pt x="14476" y="4673"/>
                </a:lnTo>
                <a:lnTo>
                  <a:pt x="15631" y="5933"/>
                </a:lnTo>
                <a:lnTo>
                  <a:pt x="16960" y="7565"/>
                </a:lnTo>
                <a:lnTo>
                  <a:pt x="18122" y="9751"/>
                </a:lnTo>
                <a:lnTo>
                  <a:pt x="18994" y="11509"/>
                </a:lnTo>
                <a:lnTo>
                  <a:pt x="20009" y="13769"/>
                </a:lnTo>
                <a:lnTo>
                  <a:pt x="21600" y="17451"/>
                </a:lnTo>
                <a:lnTo>
                  <a:pt x="17622" y="19406"/>
                </a:lnTo>
                <a:lnTo>
                  <a:pt x="14800" y="20684"/>
                </a:lnTo>
                <a:lnTo>
                  <a:pt x="12712" y="21382"/>
                </a:lnTo>
                <a:lnTo>
                  <a:pt x="10948" y="21600"/>
                </a:lnTo>
                <a:lnTo>
                  <a:pt x="9097" y="21439"/>
                </a:lnTo>
                <a:lnTo>
                  <a:pt x="6750" y="20994"/>
                </a:lnTo>
                <a:lnTo>
                  <a:pt x="5033" y="18764"/>
                </a:lnTo>
                <a:lnTo>
                  <a:pt x="3704" y="16426"/>
                </a:lnTo>
                <a:lnTo>
                  <a:pt x="2696" y="13974"/>
                </a:lnTo>
                <a:lnTo>
                  <a:pt x="1933" y="11413"/>
                </a:lnTo>
                <a:lnTo>
                  <a:pt x="1354" y="8734"/>
                </a:lnTo>
                <a:lnTo>
                  <a:pt x="886" y="5942"/>
                </a:lnTo>
                <a:lnTo>
                  <a:pt x="457" y="3032"/>
                </a:lnTo>
                <a:lnTo>
                  <a:pt x="0" y="0"/>
                </a:lnTo>
                <a:close/>
              </a:path>
            </a:pathLst>
          </a:custGeom>
          <a:solidFill>
            <a:srgbClr val="ECD3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1" name="contour_13559"/>
          <p:cNvSpPr/>
          <p:nvPr/>
        </p:nvSpPr>
        <p:spPr>
          <a:xfrm>
            <a:off x="6496687" y="5531586"/>
            <a:ext cx="2915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300" y="1193"/>
                </a:lnTo>
                <a:lnTo>
                  <a:pt x="15428" y="2278"/>
                </a:lnTo>
                <a:lnTo>
                  <a:pt x="17253" y="3336"/>
                </a:lnTo>
                <a:lnTo>
                  <a:pt x="18846" y="4457"/>
                </a:lnTo>
                <a:lnTo>
                  <a:pt x="20272" y="5717"/>
                </a:lnTo>
                <a:lnTo>
                  <a:pt x="21600" y="7200"/>
                </a:lnTo>
                <a:lnTo>
                  <a:pt x="21330" y="8832"/>
                </a:lnTo>
                <a:lnTo>
                  <a:pt x="20952" y="10452"/>
                </a:lnTo>
                <a:lnTo>
                  <a:pt x="20488" y="12058"/>
                </a:lnTo>
                <a:lnTo>
                  <a:pt x="19931" y="13654"/>
                </a:lnTo>
                <a:lnTo>
                  <a:pt x="19300" y="15245"/>
                </a:lnTo>
                <a:lnTo>
                  <a:pt x="18603" y="16831"/>
                </a:lnTo>
                <a:lnTo>
                  <a:pt x="17847" y="18418"/>
                </a:lnTo>
                <a:lnTo>
                  <a:pt x="17042" y="20006"/>
                </a:lnTo>
                <a:lnTo>
                  <a:pt x="16200" y="21600"/>
                </a:lnTo>
                <a:lnTo>
                  <a:pt x="13343" y="20347"/>
                </a:lnTo>
                <a:lnTo>
                  <a:pt x="10660" y="19094"/>
                </a:lnTo>
                <a:lnTo>
                  <a:pt x="8149" y="17818"/>
                </a:lnTo>
                <a:lnTo>
                  <a:pt x="5827" y="16493"/>
                </a:lnTo>
                <a:lnTo>
                  <a:pt x="3694" y="15096"/>
                </a:lnTo>
                <a:lnTo>
                  <a:pt x="1750" y="13606"/>
                </a:lnTo>
                <a:lnTo>
                  <a:pt x="0" y="12000"/>
                </a:lnTo>
                <a:lnTo>
                  <a:pt x="772" y="10368"/>
                </a:lnTo>
                <a:lnTo>
                  <a:pt x="1739" y="8798"/>
                </a:lnTo>
                <a:lnTo>
                  <a:pt x="2884" y="7279"/>
                </a:lnTo>
                <a:lnTo>
                  <a:pt x="4190" y="5798"/>
                </a:lnTo>
                <a:lnTo>
                  <a:pt x="5654" y="4342"/>
                </a:lnTo>
                <a:lnTo>
                  <a:pt x="7252" y="2897"/>
                </a:lnTo>
                <a:lnTo>
                  <a:pt x="8969" y="1454"/>
                </a:lnTo>
                <a:lnTo>
                  <a:pt x="10800" y="0"/>
                </a:lnTo>
                <a:close/>
              </a:path>
            </a:pathLst>
          </a:custGeom>
          <a:solidFill>
            <a:srgbClr val="BFD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2" name="contour_13560"/>
          <p:cNvSpPr/>
          <p:nvPr/>
        </p:nvSpPr>
        <p:spPr>
          <a:xfrm>
            <a:off x="4768719" y="5517010"/>
            <a:ext cx="2332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1" y="0"/>
                </a:moveTo>
                <a:lnTo>
                  <a:pt x="11421" y="1223"/>
                </a:lnTo>
                <a:lnTo>
                  <a:pt x="14162" y="2192"/>
                </a:lnTo>
                <a:lnTo>
                  <a:pt x="16902" y="3418"/>
                </a:lnTo>
                <a:lnTo>
                  <a:pt x="20912" y="5400"/>
                </a:lnTo>
                <a:lnTo>
                  <a:pt x="21377" y="7231"/>
                </a:lnTo>
                <a:lnTo>
                  <a:pt x="21587" y="9015"/>
                </a:lnTo>
                <a:lnTo>
                  <a:pt x="21600" y="10778"/>
                </a:lnTo>
                <a:lnTo>
                  <a:pt x="21458" y="12547"/>
                </a:lnTo>
                <a:lnTo>
                  <a:pt x="21215" y="14345"/>
                </a:lnTo>
                <a:lnTo>
                  <a:pt x="20912" y="16200"/>
                </a:lnTo>
                <a:lnTo>
                  <a:pt x="16450" y="16200"/>
                </a:lnTo>
                <a:lnTo>
                  <a:pt x="11961" y="16200"/>
                </a:lnTo>
                <a:lnTo>
                  <a:pt x="7411" y="16200"/>
                </a:lnTo>
                <a:lnTo>
                  <a:pt x="4934" y="17804"/>
                </a:lnTo>
                <a:lnTo>
                  <a:pt x="3402" y="18900"/>
                </a:lnTo>
                <a:lnTo>
                  <a:pt x="2194" y="19996"/>
                </a:lnTo>
                <a:lnTo>
                  <a:pt x="661" y="21600"/>
                </a:lnTo>
                <a:lnTo>
                  <a:pt x="560" y="19742"/>
                </a:lnTo>
                <a:lnTo>
                  <a:pt x="466" y="17888"/>
                </a:lnTo>
                <a:lnTo>
                  <a:pt x="385" y="16030"/>
                </a:lnTo>
                <a:lnTo>
                  <a:pt x="310" y="14175"/>
                </a:lnTo>
                <a:lnTo>
                  <a:pt x="243" y="12317"/>
                </a:lnTo>
                <a:lnTo>
                  <a:pt x="162" y="10592"/>
                </a:lnTo>
                <a:lnTo>
                  <a:pt x="81" y="8856"/>
                </a:lnTo>
                <a:lnTo>
                  <a:pt x="0" y="7098"/>
                </a:lnTo>
                <a:lnTo>
                  <a:pt x="486" y="4514"/>
                </a:lnTo>
                <a:lnTo>
                  <a:pt x="1424" y="2913"/>
                </a:lnTo>
                <a:lnTo>
                  <a:pt x="3496" y="1631"/>
                </a:lnTo>
                <a:lnTo>
                  <a:pt x="7411" y="0"/>
                </a:lnTo>
                <a:close/>
              </a:path>
            </a:pathLst>
          </a:custGeom>
          <a:solidFill>
            <a:srgbClr val="5346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3" name="contour_13561"/>
          <p:cNvSpPr/>
          <p:nvPr/>
        </p:nvSpPr>
        <p:spPr>
          <a:xfrm>
            <a:off x="4295714" y="5539792"/>
            <a:ext cx="58304" cy="294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69"/>
                </a:moveTo>
                <a:lnTo>
                  <a:pt x="20585" y="9451"/>
                </a:lnTo>
                <a:lnTo>
                  <a:pt x="19815" y="12790"/>
                </a:lnTo>
                <a:lnTo>
                  <a:pt x="19140" y="15146"/>
                </a:lnTo>
                <a:lnTo>
                  <a:pt x="18414" y="16947"/>
                </a:lnTo>
                <a:lnTo>
                  <a:pt x="17485" y="18651"/>
                </a:lnTo>
                <a:lnTo>
                  <a:pt x="16200" y="20697"/>
                </a:lnTo>
                <a:lnTo>
                  <a:pt x="14388" y="21114"/>
                </a:lnTo>
                <a:lnTo>
                  <a:pt x="12585" y="21392"/>
                </a:lnTo>
                <a:lnTo>
                  <a:pt x="10792" y="21552"/>
                </a:lnTo>
                <a:lnTo>
                  <a:pt x="9002" y="21600"/>
                </a:lnTo>
                <a:lnTo>
                  <a:pt x="7212" y="21557"/>
                </a:lnTo>
                <a:lnTo>
                  <a:pt x="5422" y="21429"/>
                </a:lnTo>
                <a:lnTo>
                  <a:pt x="3623" y="21237"/>
                </a:lnTo>
                <a:lnTo>
                  <a:pt x="1817" y="20986"/>
                </a:lnTo>
                <a:lnTo>
                  <a:pt x="0" y="20697"/>
                </a:lnTo>
                <a:lnTo>
                  <a:pt x="0" y="17166"/>
                </a:lnTo>
                <a:lnTo>
                  <a:pt x="0" y="13613"/>
                </a:lnTo>
                <a:lnTo>
                  <a:pt x="0" y="10012"/>
                </a:lnTo>
                <a:lnTo>
                  <a:pt x="1671" y="8249"/>
                </a:lnTo>
                <a:lnTo>
                  <a:pt x="2911" y="7036"/>
                </a:lnTo>
                <a:lnTo>
                  <a:pt x="4090" y="6069"/>
                </a:lnTo>
                <a:lnTo>
                  <a:pt x="5584" y="5049"/>
                </a:lnTo>
                <a:lnTo>
                  <a:pt x="7762" y="3665"/>
                </a:lnTo>
                <a:lnTo>
                  <a:pt x="9204" y="2709"/>
                </a:lnTo>
                <a:lnTo>
                  <a:pt x="10657" y="1747"/>
                </a:lnTo>
                <a:lnTo>
                  <a:pt x="12128" y="769"/>
                </a:lnTo>
                <a:lnTo>
                  <a:pt x="14105" y="176"/>
                </a:lnTo>
                <a:lnTo>
                  <a:pt x="15736" y="0"/>
                </a:lnTo>
                <a:lnTo>
                  <a:pt x="17156" y="299"/>
                </a:lnTo>
                <a:lnTo>
                  <a:pt x="18514" y="1133"/>
                </a:lnTo>
                <a:lnTo>
                  <a:pt x="19948" y="2570"/>
                </a:lnTo>
                <a:lnTo>
                  <a:pt x="21600" y="4669"/>
                </a:lnTo>
                <a:close/>
              </a:path>
            </a:pathLst>
          </a:custGeom>
          <a:solidFill>
            <a:srgbClr val="7C6A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4" name="contour_13562"/>
          <p:cNvSpPr/>
          <p:nvPr/>
        </p:nvSpPr>
        <p:spPr>
          <a:xfrm>
            <a:off x="819342" y="552429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923" y="2678"/>
                </a:lnTo>
                <a:lnTo>
                  <a:pt x="20398" y="4579"/>
                </a:lnTo>
                <a:lnTo>
                  <a:pt x="19850" y="6221"/>
                </a:lnTo>
                <a:lnTo>
                  <a:pt x="19109" y="8122"/>
                </a:lnTo>
                <a:lnTo>
                  <a:pt x="18000" y="10800"/>
                </a:lnTo>
                <a:lnTo>
                  <a:pt x="15620" y="10800"/>
                </a:lnTo>
                <a:lnTo>
                  <a:pt x="13226" y="10800"/>
                </a:lnTo>
                <a:lnTo>
                  <a:pt x="10800" y="10800"/>
                </a:lnTo>
                <a:lnTo>
                  <a:pt x="9691" y="13478"/>
                </a:lnTo>
                <a:lnTo>
                  <a:pt x="8950" y="15379"/>
                </a:lnTo>
                <a:lnTo>
                  <a:pt x="8402" y="17021"/>
                </a:lnTo>
                <a:lnTo>
                  <a:pt x="7877" y="18922"/>
                </a:lnTo>
                <a:lnTo>
                  <a:pt x="7200" y="21600"/>
                </a:lnTo>
                <a:lnTo>
                  <a:pt x="7200" y="19224"/>
                </a:lnTo>
                <a:lnTo>
                  <a:pt x="7200" y="16844"/>
                </a:lnTo>
                <a:lnTo>
                  <a:pt x="7200" y="14454"/>
                </a:lnTo>
                <a:lnTo>
                  <a:pt x="7200" y="12053"/>
                </a:lnTo>
                <a:lnTo>
                  <a:pt x="7200" y="9637"/>
                </a:lnTo>
                <a:lnTo>
                  <a:pt x="7200" y="7200"/>
                </a:lnTo>
                <a:lnTo>
                  <a:pt x="4820" y="7200"/>
                </a:lnTo>
                <a:lnTo>
                  <a:pt x="2426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766C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5" name="contour_13563"/>
          <p:cNvSpPr/>
          <p:nvPr/>
        </p:nvSpPr>
        <p:spPr>
          <a:xfrm>
            <a:off x="10279155" y="5523948"/>
            <a:ext cx="65592" cy="367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5"/>
                </a:moveTo>
                <a:lnTo>
                  <a:pt x="20460" y="556"/>
                </a:lnTo>
                <a:lnTo>
                  <a:pt x="19313" y="916"/>
                </a:lnTo>
                <a:lnTo>
                  <a:pt x="18149" y="1275"/>
                </a:lnTo>
                <a:lnTo>
                  <a:pt x="15965" y="3196"/>
                </a:lnTo>
                <a:lnTo>
                  <a:pt x="14741" y="4596"/>
                </a:lnTo>
                <a:lnTo>
                  <a:pt x="14030" y="6162"/>
                </a:lnTo>
                <a:lnTo>
                  <a:pt x="13387" y="8579"/>
                </a:lnTo>
                <a:lnTo>
                  <a:pt x="13058" y="11164"/>
                </a:lnTo>
                <a:lnTo>
                  <a:pt x="12763" y="13761"/>
                </a:lnTo>
                <a:lnTo>
                  <a:pt x="12492" y="16371"/>
                </a:lnTo>
                <a:lnTo>
                  <a:pt x="12240" y="18986"/>
                </a:lnTo>
                <a:lnTo>
                  <a:pt x="12000" y="21600"/>
                </a:lnTo>
                <a:lnTo>
                  <a:pt x="11525" y="19058"/>
                </a:lnTo>
                <a:lnTo>
                  <a:pt x="11047" y="16508"/>
                </a:lnTo>
                <a:lnTo>
                  <a:pt x="10570" y="13949"/>
                </a:lnTo>
                <a:lnTo>
                  <a:pt x="10087" y="11369"/>
                </a:lnTo>
                <a:lnTo>
                  <a:pt x="9600" y="8763"/>
                </a:lnTo>
                <a:lnTo>
                  <a:pt x="8016" y="9469"/>
                </a:lnTo>
                <a:lnTo>
                  <a:pt x="6430" y="10175"/>
                </a:lnTo>
                <a:lnTo>
                  <a:pt x="4836" y="10886"/>
                </a:lnTo>
                <a:lnTo>
                  <a:pt x="3235" y="11600"/>
                </a:lnTo>
                <a:lnTo>
                  <a:pt x="1625" y="12319"/>
                </a:lnTo>
                <a:lnTo>
                  <a:pt x="0" y="13042"/>
                </a:lnTo>
                <a:lnTo>
                  <a:pt x="0" y="10214"/>
                </a:lnTo>
                <a:lnTo>
                  <a:pt x="0" y="7368"/>
                </a:lnTo>
                <a:lnTo>
                  <a:pt x="0" y="4484"/>
                </a:lnTo>
                <a:lnTo>
                  <a:pt x="1649" y="3474"/>
                </a:lnTo>
                <a:lnTo>
                  <a:pt x="3290" y="2619"/>
                </a:lnTo>
                <a:lnTo>
                  <a:pt x="4925" y="1904"/>
                </a:lnTo>
                <a:lnTo>
                  <a:pt x="6559" y="1326"/>
                </a:lnTo>
                <a:lnTo>
                  <a:pt x="8191" y="869"/>
                </a:lnTo>
                <a:lnTo>
                  <a:pt x="9828" y="522"/>
                </a:lnTo>
                <a:lnTo>
                  <a:pt x="11470" y="270"/>
                </a:lnTo>
                <a:lnTo>
                  <a:pt x="13121" y="107"/>
                </a:lnTo>
                <a:lnTo>
                  <a:pt x="14782" y="21"/>
                </a:lnTo>
                <a:lnTo>
                  <a:pt x="16459" y="0"/>
                </a:lnTo>
                <a:lnTo>
                  <a:pt x="18151" y="30"/>
                </a:lnTo>
                <a:lnTo>
                  <a:pt x="19865" y="103"/>
                </a:lnTo>
                <a:lnTo>
                  <a:pt x="21600" y="205"/>
                </a:lnTo>
                <a:close/>
              </a:path>
            </a:pathLst>
          </a:custGeom>
          <a:solidFill>
            <a:srgbClr val="999D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6" name="contour_13564"/>
          <p:cNvSpPr/>
          <p:nvPr/>
        </p:nvSpPr>
        <p:spPr>
          <a:xfrm>
            <a:off x="7814502" y="5517010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190" y="19760"/>
                </a:lnTo>
                <a:lnTo>
                  <a:pt x="12200" y="18369"/>
                </a:lnTo>
                <a:lnTo>
                  <a:pt x="9270" y="17284"/>
                </a:lnTo>
                <a:lnTo>
                  <a:pt x="7043" y="16356"/>
                </a:lnTo>
                <a:lnTo>
                  <a:pt x="5147" y="15422"/>
                </a:lnTo>
                <a:lnTo>
                  <a:pt x="3230" y="14342"/>
                </a:lnTo>
                <a:lnTo>
                  <a:pt x="930" y="12960"/>
                </a:lnTo>
                <a:lnTo>
                  <a:pt x="310" y="9487"/>
                </a:lnTo>
                <a:lnTo>
                  <a:pt x="0" y="7076"/>
                </a:lnTo>
                <a:lnTo>
                  <a:pt x="0" y="5106"/>
                </a:lnTo>
                <a:lnTo>
                  <a:pt x="310" y="2955"/>
                </a:lnTo>
                <a:lnTo>
                  <a:pt x="930" y="0"/>
                </a:lnTo>
                <a:close/>
              </a:path>
            </a:pathLst>
          </a:custGeom>
          <a:solidFill>
            <a:srgbClr val="E2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7" name="contour_13565"/>
          <p:cNvSpPr/>
          <p:nvPr/>
        </p:nvSpPr>
        <p:spPr>
          <a:xfrm>
            <a:off x="1081709" y="5510414"/>
            <a:ext cx="52656" cy="284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09" y="2478"/>
                </a:moveTo>
                <a:lnTo>
                  <a:pt x="19355" y="3734"/>
                </a:lnTo>
                <a:lnTo>
                  <a:pt x="20927" y="5006"/>
                </a:lnTo>
                <a:lnTo>
                  <a:pt x="21376" y="9287"/>
                </a:lnTo>
                <a:lnTo>
                  <a:pt x="21600" y="12291"/>
                </a:lnTo>
                <a:lnTo>
                  <a:pt x="21600" y="14813"/>
                </a:lnTo>
                <a:lnTo>
                  <a:pt x="21376" y="17651"/>
                </a:lnTo>
                <a:lnTo>
                  <a:pt x="20927" y="21600"/>
                </a:lnTo>
                <a:lnTo>
                  <a:pt x="18694" y="20704"/>
                </a:lnTo>
                <a:lnTo>
                  <a:pt x="16583" y="19753"/>
                </a:lnTo>
                <a:lnTo>
                  <a:pt x="14574" y="18724"/>
                </a:lnTo>
                <a:lnTo>
                  <a:pt x="12652" y="17601"/>
                </a:lnTo>
                <a:lnTo>
                  <a:pt x="10796" y="16351"/>
                </a:lnTo>
                <a:lnTo>
                  <a:pt x="8984" y="14962"/>
                </a:lnTo>
                <a:lnTo>
                  <a:pt x="7202" y="13397"/>
                </a:lnTo>
                <a:lnTo>
                  <a:pt x="5432" y="11644"/>
                </a:lnTo>
                <a:lnTo>
                  <a:pt x="3653" y="9680"/>
                </a:lnTo>
                <a:lnTo>
                  <a:pt x="1851" y="7473"/>
                </a:lnTo>
                <a:lnTo>
                  <a:pt x="0" y="5006"/>
                </a:lnTo>
                <a:lnTo>
                  <a:pt x="2036" y="2937"/>
                </a:lnTo>
                <a:lnTo>
                  <a:pt x="3979" y="1466"/>
                </a:lnTo>
                <a:lnTo>
                  <a:pt x="5863" y="531"/>
                </a:lnTo>
                <a:lnTo>
                  <a:pt x="7719" y="66"/>
                </a:lnTo>
                <a:lnTo>
                  <a:pt x="9585" y="0"/>
                </a:lnTo>
                <a:lnTo>
                  <a:pt x="11492" y="277"/>
                </a:lnTo>
                <a:lnTo>
                  <a:pt x="13477" y="824"/>
                </a:lnTo>
                <a:lnTo>
                  <a:pt x="15570" y="1582"/>
                </a:lnTo>
                <a:lnTo>
                  <a:pt x="17809" y="2478"/>
                </a:lnTo>
                <a:close/>
              </a:path>
            </a:pathLst>
          </a:custGeom>
          <a:solidFill>
            <a:srgbClr val="C9B7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8" name="contour_13566"/>
          <p:cNvSpPr/>
          <p:nvPr/>
        </p:nvSpPr>
        <p:spPr>
          <a:xfrm>
            <a:off x="491382" y="5517010"/>
            <a:ext cx="3216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30" y="445"/>
                </a:lnTo>
                <a:lnTo>
                  <a:pt x="6466" y="891"/>
                </a:lnTo>
                <a:lnTo>
                  <a:pt x="9716" y="1339"/>
                </a:lnTo>
                <a:lnTo>
                  <a:pt x="12981" y="1790"/>
                </a:lnTo>
                <a:lnTo>
                  <a:pt x="16265" y="2244"/>
                </a:lnTo>
                <a:lnTo>
                  <a:pt x="19579" y="2700"/>
                </a:lnTo>
                <a:lnTo>
                  <a:pt x="20675" y="4547"/>
                </a:lnTo>
                <a:lnTo>
                  <a:pt x="21321" y="5891"/>
                </a:lnTo>
                <a:lnTo>
                  <a:pt x="21600" y="7123"/>
                </a:lnTo>
                <a:lnTo>
                  <a:pt x="21600" y="8629"/>
                </a:lnTo>
                <a:lnTo>
                  <a:pt x="21414" y="10800"/>
                </a:lnTo>
                <a:lnTo>
                  <a:pt x="21350" y="12250"/>
                </a:lnTo>
                <a:lnTo>
                  <a:pt x="21287" y="13708"/>
                </a:lnTo>
                <a:lnTo>
                  <a:pt x="21223" y="15188"/>
                </a:lnTo>
                <a:lnTo>
                  <a:pt x="20406" y="17032"/>
                </a:lnTo>
                <a:lnTo>
                  <a:pt x="19579" y="18900"/>
                </a:lnTo>
                <a:lnTo>
                  <a:pt x="18516" y="19192"/>
                </a:lnTo>
                <a:lnTo>
                  <a:pt x="17141" y="19572"/>
                </a:lnTo>
                <a:lnTo>
                  <a:pt x="14542" y="20290"/>
                </a:lnTo>
                <a:lnTo>
                  <a:pt x="9789" y="21600"/>
                </a:lnTo>
                <a:lnTo>
                  <a:pt x="8982" y="19818"/>
                </a:lnTo>
                <a:lnTo>
                  <a:pt x="8174" y="18036"/>
                </a:lnTo>
                <a:lnTo>
                  <a:pt x="7366" y="16251"/>
                </a:lnTo>
                <a:lnTo>
                  <a:pt x="6554" y="14464"/>
                </a:lnTo>
                <a:lnTo>
                  <a:pt x="5746" y="12674"/>
                </a:lnTo>
                <a:lnTo>
                  <a:pt x="4929" y="10881"/>
                </a:lnTo>
                <a:lnTo>
                  <a:pt x="4116" y="9083"/>
                </a:lnTo>
                <a:lnTo>
                  <a:pt x="3299" y="7279"/>
                </a:lnTo>
                <a:lnTo>
                  <a:pt x="2482" y="5470"/>
                </a:lnTo>
                <a:lnTo>
                  <a:pt x="1654" y="3656"/>
                </a:lnTo>
                <a:lnTo>
                  <a:pt x="832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C5CB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69" name="contour_13567"/>
          <p:cNvSpPr/>
          <p:nvPr/>
        </p:nvSpPr>
        <p:spPr>
          <a:xfrm>
            <a:off x="10446779" y="5507586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96"/>
                </a:moveTo>
                <a:lnTo>
                  <a:pt x="2646" y="722"/>
                </a:lnTo>
                <a:lnTo>
                  <a:pt x="5231" y="335"/>
                </a:lnTo>
                <a:lnTo>
                  <a:pt x="7772" y="82"/>
                </a:lnTo>
                <a:lnTo>
                  <a:pt x="10300" y="0"/>
                </a:lnTo>
                <a:lnTo>
                  <a:pt x="12830" y="131"/>
                </a:lnTo>
                <a:lnTo>
                  <a:pt x="15390" y="514"/>
                </a:lnTo>
                <a:lnTo>
                  <a:pt x="18000" y="1196"/>
                </a:lnTo>
                <a:lnTo>
                  <a:pt x="18979" y="3669"/>
                </a:lnTo>
                <a:lnTo>
                  <a:pt x="19750" y="6142"/>
                </a:lnTo>
                <a:lnTo>
                  <a:pt x="20347" y="8627"/>
                </a:lnTo>
                <a:lnTo>
                  <a:pt x="20794" y="11133"/>
                </a:lnTo>
                <a:lnTo>
                  <a:pt x="21114" y="13675"/>
                </a:lnTo>
                <a:lnTo>
                  <a:pt x="21341" y="16258"/>
                </a:lnTo>
                <a:lnTo>
                  <a:pt x="21492" y="18894"/>
                </a:lnTo>
                <a:lnTo>
                  <a:pt x="21600" y="21600"/>
                </a:lnTo>
                <a:lnTo>
                  <a:pt x="19267" y="20755"/>
                </a:lnTo>
                <a:lnTo>
                  <a:pt x="16960" y="19890"/>
                </a:lnTo>
                <a:lnTo>
                  <a:pt x="14674" y="18980"/>
                </a:lnTo>
                <a:lnTo>
                  <a:pt x="12416" y="18025"/>
                </a:lnTo>
                <a:lnTo>
                  <a:pt x="10177" y="17005"/>
                </a:lnTo>
                <a:lnTo>
                  <a:pt x="7963" y="15907"/>
                </a:lnTo>
                <a:lnTo>
                  <a:pt x="5771" y="14724"/>
                </a:lnTo>
                <a:lnTo>
                  <a:pt x="3600" y="13438"/>
                </a:lnTo>
                <a:lnTo>
                  <a:pt x="2167" y="10157"/>
                </a:lnTo>
                <a:lnTo>
                  <a:pt x="1264" y="7880"/>
                </a:lnTo>
                <a:lnTo>
                  <a:pt x="716" y="6019"/>
                </a:lnTo>
                <a:lnTo>
                  <a:pt x="353" y="3987"/>
                </a:lnTo>
                <a:lnTo>
                  <a:pt x="0" y="1196"/>
                </a:lnTo>
                <a:close/>
              </a:path>
            </a:pathLst>
          </a:custGeom>
          <a:solidFill>
            <a:srgbClr val="7677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0" name="contour_13568"/>
          <p:cNvSpPr/>
          <p:nvPr/>
        </p:nvSpPr>
        <p:spPr>
          <a:xfrm>
            <a:off x="4893329" y="5500794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350" y="3456"/>
                </a:lnTo>
                <a:lnTo>
                  <a:pt x="18311" y="5994"/>
                </a:lnTo>
                <a:lnTo>
                  <a:pt x="19116" y="8545"/>
                </a:lnTo>
                <a:lnTo>
                  <a:pt x="19786" y="11112"/>
                </a:lnTo>
                <a:lnTo>
                  <a:pt x="20347" y="13700"/>
                </a:lnTo>
                <a:lnTo>
                  <a:pt x="20817" y="16309"/>
                </a:lnTo>
                <a:lnTo>
                  <a:pt x="21227" y="1894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677"/>
                </a:lnTo>
                <a:lnTo>
                  <a:pt x="0" y="15750"/>
                </a:lnTo>
                <a:lnTo>
                  <a:pt x="0" y="12815"/>
                </a:lnTo>
                <a:lnTo>
                  <a:pt x="0" y="9868"/>
                </a:lnTo>
                <a:lnTo>
                  <a:pt x="0" y="6908"/>
                </a:lnTo>
                <a:lnTo>
                  <a:pt x="0" y="3931"/>
                </a:lnTo>
                <a:lnTo>
                  <a:pt x="0" y="930"/>
                </a:lnTo>
                <a:close/>
              </a:path>
            </a:pathLst>
          </a:custGeom>
          <a:solidFill>
            <a:srgbClr val="7550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1" name="contour_13569"/>
          <p:cNvSpPr/>
          <p:nvPr/>
        </p:nvSpPr>
        <p:spPr>
          <a:xfrm>
            <a:off x="10075091" y="550243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36" y="3551"/>
                </a:lnTo>
                <a:lnTo>
                  <a:pt x="19824" y="6545"/>
                </a:lnTo>
                <a:lnTo>
                  <a:pt x="18757" y="9115"/>
                </a:lnTo>
                <a:lnTo>
                  <a:pt x="17410" y="11413"/>
                </a:lnTo>
                <a:lnTo>
                  <a:pt x="15664" y="13582"/>
                </a:lnTo>
                <a:lnTo>
                  <a:pt x="13414" y="15759"/>
                </a:lnTo>
                <a:lnTo>
                  <a:pt x="10532" y="18092"/>
                </a:lnTo>
                <a:lnTo>
                  <a:pt x="8480" y="19250"/>
                </a:lnTo>
                <a:lnTo>
                  <a:pt x="6415" y="20416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E7E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2" name="contour_13570"/>
          <p:cNvSpPr/>
          <p:nvPr/>
        </p:nvSpPr>
        <p:spPr>
          <a:xfrm>
            <a:off x="4383170" y="548057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04" y="0"/>
                </a:lnTo>
                <a:lnTo>
                  <a:pt x="9843" y="0"/>
                </a:lnTo>
                <a:lnTo>
                  <a:pt x="11689" y="0"/>
                </a:lnTo>
                <a:lnTo>
                  <a:pt x="13549" y="0"/>
                </a:lnTo>
                <a:lnTo>
                  <a:pt x="15429" y="0"/>
                </a:lnTo>
                <a:lnTo>
                  <a:pt x="15302" y="2765"/>
                </a:lnTo>
                <a:lnTo>
                  <a:pt x="15172" y="5551"/>
                </a:lnTo>
                <a:lnTo>
                  <a:pt x="15043" y="8372"/>
                </a:lnTo>
                <a:lnTo>
                  <a:pt x="15040" y="11884"/>
                </a:lnTo>
                <a:lnTo>
                  <a:pt x="15142" y="14196"/>
                </a:lnTo>
                <a:lnTo>
                  <a:pt x="15429" y="17280"/>
                </a:lnTo>
                <a:lnTo>
                  <a:pt x="17261" y="19172"/>
                </a:lnTo>
                <a:lnTo>
                  <a:pt x="18514" y="20252"/>
                </a:lnTo>
                <a:lnTo>
                  <a:pt x="19767" y="20926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9257" y="18744"/>
                </a:lnTo>
                <a:lnTo>
                  <a:pt x="9257" y="15872"/>
                </a:lnTo>
                <a:lnTo>
                  <a:pt x="9257" y="12960"/>
                </a:lnTo>
                <a:lnTo>
                  <a:pt x="6961" y="11629"/>
                </a:lnTo>
                <a:lnTo>
                  <a:pt x="5332" y="10740"/>
                </a:lnTo>
                <a:lnTo>
                  <a:pt x="3925" y="10083"/>
                </a:lnTo>
                <a:lnTo>
                  <a:pt x="2296" y="9452"/>
                </a:lnTo>
                <a:lnTo>
                  <a:pt x="0" y="8640"/>
                </a:lnTo>
                <a:lnTo>
                  <a:pt x="2040" y="8640"/>
                </a:lnTo>
                <a:lnTo>
                  <a:pt x="4092" y="8640"/>
                </a:lnTo>
                <a:lnTo>
                  <a:pt x="6171" y="8640"/>
                </a:lnTo>
                <a:lnTo>
                  <a:pt x="6171" y="5784"/>
                </a:lnTo>
                <a:lnTo>
                  <a:pt x="6171" y="2912"/>
                </a:lnTo>
                <a:lnTo>
                  <a:pt x="6171" y="0"/>
                </a:lnTo>
                <a:close/>
              </a:path>
            </a:pathLst>
          </a:custGeom>
          <a:solidFill>
            <a:srgbClr val="3C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3" name="contour_13571"/>
          <p:cNvSpPr/>
          <p:nvPr/>
        </p:nvSpPr>
        <p:spPr>
          <a:xfrm>
            <a:off x="1948980" y="5487858"/>
            <a:ext cx="3033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80" y="0"/>
                </a:moveTo>
                <a:lnTo>
                  <a:pt x="13436" y="745"/>
                </a:lnTo>
                <a:lnTo>
                  <a:pt x="15538" y="1368"/>
                </a:lnTo>
                <a:lnTo>
                  <a:pt x="17656" y="2207"/>
                </a:lnTo>
                <a:lnTo>
                  <a:pt x="20759" y="3600"/>
                </a:lnTo>
                <a:lnTo>
                  <a:pt x="21341" y="6156"/>
                </a:lnTo>
                <a:lnTo>
                  <a:pt x="21600" y="7967"/>
                </a:lnTo>
                <a:lnTo>
                  <a:pt x="21600" y="9904"/>
                </a:lnTo>
                <a:lnTo>
                  <a:pt x="21408" y="12823"/>
                </a:lnTo>
                <a:lnTo>
                  <a:pt x="21268" y="15289"/>
                </a:lnTo>
                <a:lnTo>
                  <a:pt x="21123" y="17788"/>
                </a:lnTo>
                <a:lnTo>
                  <a:pt x="21034" y="18738"/>
                </a:lnTo>
                <a:lnTo>
                  <a:pt x="20759" y="21600"/>
                </a:lnTo>
                <a:lnTo>
                  <a:pt x="17334" y="21600"/>
                </a:lnTo>
                <a:lnTo>
                  <a:pt x="13904" y="21600"/>
                </a:lnTo>
                <a:lnTo>
                  <a:pt x="10457" y="21600"/>
                </a:lnTo>
                <a:lnTo>
                  <a:pt x="6996" y="21600"/>
                </a:lnTo>
                <a:lnTo>
                  <a:pt x="3514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3430" y="10800"/>
                </a:lnTo>
                <a:lnTo>
                  <a:pt x="6882" y="10800"/>
                </a:lnTo>
                <a:lnTo>
                  <a:pt x="10380" y="10800"/>
                </a:lnTo>
                <a:lnTo>
                  <a:pt x="10380" y="8662"/>
                </a:lnTo>
                <a:lnTo>
                  <a:pt x="10380" y="6516"/>
                </a:lnTo>
                <a:lnTo>
                  <a:pt x="10380" y="4363"/>
                </a:lnTo>
                <a:lnTo>
                  <a:pt x="10380" y="2192"/>
                </a:lnTo>
                <a:lnTo>
                  <a:pt x="10380" y="0"/>
                </a:lnTo>
                <a:close/>
              </a:path>
            </a:pathLst>
          </a:custGeom>
          <a:solidFill>
            <a:srgbClr val="E5D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4" name="contour_13572"/>
          <p:cNvSpPr/>
          <p:nvPr/>
        </p:nvSpPr>
        <p:spPr>
          <a:xfrm>
            <a:off x="4505878" y="5480570"/>
            <a:ext cx="376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" y="0"/>
                </a:moveTo>
                <a:lnTo>
                  <a:pt x="1853" y="242"/>
                </a:lnTo>
                <a:lnTo>
                  <a:pt x="2949" y="467"/>
                </a:lnTo>
                <a:lnTo>
                  <a:pt x="4213" y="730"/>
                </a:lnTo>
                <a:lnTo>
                  <a:pt x="5886" y="1076"/>
                </a:lnTo>
                <a:lnTo>
                  <a:pt x="8217" y="1555"/>
                </a:lnTo>
                <a:lnTo>
                  <a:pt x="11446" y="2225"/>
                </a:lnTo>
                <a:lnTo>
                  <a:pt x="15827" y="3128"/>
                </a:lnTo>
                <a:lnTo>
                  <a:pt x="21600" y="4320"/>
                </a:lnTo>
                <a:lnTo>
                  <a:pt x="20416" y="6765"/>
                </a:lnTo>
                <a:lnTo>
                  <a:pt x="19232" y="9210"/>
                </a:lnTo>
                <a:lnTo>
                  <a:pt x="18044" y="11664"/>
                </a:lnTo>
                <a:lnTo>
                  <a:pt x="16852" y="14126"/>
                </a:lnTo>
                <a:lnTo>
                  <a:pt x="15651" y="16602"/>
                </a:lnTo>
                <a:lnTo>
                  <a:pt x="14446" y="19090"/>
                </a:lnTo>
                <a:lnTo>
                  <a:pt x="13233" y="21600"/>
                </a:lnTo>
                <a:lnTo>
                  <a:pt x="10120" y="21047"/>
                </a:lnTo>
                <a:lnTo>
                  <a:pt x="7911" y="20546"/>
                </a:lnTo>
                <a:lnTo>
                  <a:pt x="6003" y="19889"/>
                </a:lnTo>
                <a:lnTo>
                  <a:pt x="3795" y="18870"/>
                </a:lnTo>
                <a:lnTo>
                  <a:pt x="682" y="17280"/>
                </a:lnTo>
                <a:lnTo>
                  <a:pt x="213" y="14321"/>
                </a:lnTo>
                <a:lnTo>
                  <a:pt x="4" y="11487"/>
                </a:lnTo>
                <a:lnTo>
                  <a:pt x="0" y="8713"/>
                </a:lnTo>
                <a:lnTo>
                  <a:pt x="146" y="5923"/>
                </a:lnTo>
                <a:lnTo>
                  <a:pt x="393" y="3041"/>
                </a:lnTo>
                <a:lnTo>
                  <a:pt x="682" y="0"/>
                </a:lnTo>
                <a:close/>
              </a:path>
            </a:pathLst>
          </a:custGeom>
          <a:solidFill>
            <a:srgbClr val="5E5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5" name="contour_13573"/>
          <p:cNvSpPr/>
          <p:nvPr/>
        </p:nvSpPr>
        <p:spPr>
          <a:xfrm>
            <a:off x="8282245" y="546599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216"/>
                </a:lnTo>
                <a:lnTo>
                  <a:pt x="4872" y="419"/>
                </a:lnTo>
                <a:lnTo>
                  <a:pt x="5807" y="635"/>
                </a:lnTo>
                <a:lnTo>
                  <a:pt x="6974" y="907"/>
                </a:lnTo>
                <a:lnTo>
                  <a:pt x="8523" y="1270"/>
                </a:lnTo>
                <a:lnTo>
                  <a:pt x="10609" y="1754"/>
                </a:lnTo>
                <a:lnTo>
                  <a:pt x="13380" y="2402"/>
                </a:lnTo>
                <a:lnTo>
                  <a:pt x="16993" y="3244"/>
                </a:lnTo>
                <a:lnTo>
                  <a:pt x="21600" y="4320"/>
                </a:lnTo>
                <a:lnTo>
                  <a:pt x="19014" y="8558"/>
                </a:lnTo>
                <a:lnTo>
                  <a:pt x="17018" y="11794"/>
                </a:lnTo>
                <a:lnTo>
                  <a:pt x="15463" y="14239"/>
                </a:lnTo>
                <a:lnTo>
                  <a:pt x="14204" y="16088"/>
                </a:lnTo>
                <a:lnTo>
                  <a:pt x="13099" y="17544"/>
                </a:lnTo>
                <a:lnTo>
                  <a:pt x="12003" y="18814"/>
                </a:lnTo>
                <a:lnTo>
                  <a:pt x="10769" y="20101"/>
                </a:lnTo>
                <a:lnTo>
                  <a:pt x="9257" y="21600"/>
                </a:lnTo>
                <a:lnTo>
                  <a:pt x="6884" y="20550"/>
                </a:lnTo>
                <a:lnTo>
                  <a:pt x="5187" y="19660"/>
                </a:lnTo>
                <a:lnTo>
                  <a:pt x="3907" y="18697"/>
                </a:lnTo>
                <a:lnTo>
                  <a:pt x="2786" y="17423"/>
                </a:lnTo>
                <a:lnTo>
                  <a:pt x="1571" y="15587"/>
                </a:lnTo>
                <a:lnTo>
                  <a:pt x="0" y="12960"/>
                </a:lnTo>
                <a:lnTo>
                  <a:pt x="488" y="9487"/>
                </a:lnTo>
                <a:lnTo>
                  <a:pt x="892" y="7076"/>
                </a:lnTo>
                <a:lnTo>
                  <a:pt x="1361" y="5106"/>
                </a:lnTo>
                <a:lnTo>
                  <a:pt x="2043" y="2955"/>
                </a:lnTo>
                <a:lnTo>
                  <a:pt x="3086" y="0"/>
                </a:lnTo>
                <a:close/>
              </a:path>
            </a:pathLst>
          </a:custGeom>
          <a:solidFill>
            <a:srgbClr val="3738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6" name="contour_13574"/>
          <p:cNvSpPr/>
          <p:nvPr/>
        </p:nvSpPr>
        <p:spPr>
          <a:xfrm>
            <a:off x="7648190" y="5465994"/>
            <a:ext cx="4407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60" y="0"/>
                </a:moveTo>
                <a:lnTo>
                  <a:pt x="19110" y="2730"/>
                </a:lnTo>
                <a:lnTo>
                  <a:pt x="19807" y="4899"/>
                </a:lnTo>
                <a:lnTo>
                  <a:pt x="20539" y="8372"/>
                </a:lnTo>
                <a:lnTo>
                  <a:pt x="21064" y="10705"/>
                </a:lnTo>
                <a:lnTo>
                  <a:pt x="21600" y="13077"/>
                </a:lnTo>
                <a:lnTo>
                  <a:pt x="21557" y="14122"/>
                </a:lnTo>
                <a:lnTo>
                  <a:pt x="21432" y="17280"/>
                </a:lnTo>
                <a:lnTo>
                  <a:pt x="19607" y="19021"/>
                </a:lnTo>
                <a:lnTo>
                  <a:pt x="18257" y="20049"/>
                </a:lnTo>
                <a:lnTo>
                  <a:pt x="16706" y="20775"/>
                </a:lnTo>
                <a:lnTo>
                  <a:pt x="14288" y="21600"/>
                </a:lnTo>
                <a:lnTo>
                  <a:pt x="12020" y="20710"/>
                </a:lnTo>
                <a:lnTo>
                  <a:pt x="10473" y="19993"/>
                </a:lnTo>
                <a:lnTo>
                  <a:pt x="8937" y="19064"/>
                </a:lnTo>
                <a:lnTo>
                  <a:pt x="6698" y="17548"/>
                </a:lnTo>
                <a:lnTo>
                  <a:pt x="5747" y="16917"/>
                </a:lnTo>
                <a:lnTo>
                  <a:pt x="2875" y="15003"/>
                </a:lnTo>
                <a:lnTo>
                  <a:pt x="1450" y="13988"/>
                </a:lnTo>
                <a:lnTo>
                  <a:pt x="0" y="12960"/>
                </a:lnTo>
                <a:lnTo>
                  <a:pt x="1568" y="8882"/>
                </a:lnTo>
                <a:lnTo>
                  <a:pt x="2715" y="6255"/>
                </a:lnTo>
                <a:lnTo>
                  <a:pt x="3765" y="4532"/>
                </a:lnTo>
                <a:lnTo>
                  <a:pt x="5058" y="3167"/>
                </a:lnTo>
                <a:lnTo>
                  <a:pt x="6923" y="1620"/>
                </a:lnTo>
                <a:lnTo>
                  <a:pt x="8830" y="829"/>
                </a:lnTo>
                <a:lnTo>
                  <a:pt x="10355" y="350"/>
                </a:lnTo>
                <a:lnTo>
                  <a:pt x="12016" y="104"/>
                </a:lnTo>
                <a:lnTo>
                  <a:pt x="14345" y="13"/>
                </a:lnTo>
                <a:lnTo>
                  <a:pt x="17860" y="0"/>
                </a:lnTo>
                <a:close/>
              </a:path>
            </a:pathLst>
          </a:custGeom>
          <a:solidFill>
            <a:srgbClr val="F7FB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7" name="contour_13575"/>
          <p:cNvSpPr/>
          <p:nvPr/>
        </p:nvSpPr>
        <p:spPr>
          <a:xfrm>
            <a:off x="4434186" y="5451418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23" y="534"/>
                </a:lnTo>
                <a:lnTo>
                  <a:pt x="4781" y="1102"/>
                </a:lnTo>
                <a:lnTo>
                  <a:pt x="7081" y="1719"/>
                </a:lnTo>
                <a:lnTo>
                  <a:pt x="9335" y="2407"/>
                </a:lnTo>
                <a:lnTo>
                  <a:pt x="11545" y="3181"/>
                </a:lnTo>
                <a:lnTo>
                  <a:pt x="13720" y="4055"/>
                </a:lnTo>
                <a:lnTo>
                  <a:pt x="15869" y="5045"/>
                </a:lnTo>
                <a:lnTo>
                  <a:pt x="18000" y="6171"/>
                </a:lnTo>
                <a:lnTo>
                  <a:pt x="18900" y="8066"/>
                </a:lnTo>
                <a:lnTo>
                  <a:pt x="19638" y="9948"/>
                </a:lnTo>
                <a:lnTo>
                  <a:pt x="20228" y="11828"/>
                </a:lnTo>
                <a:lnTo>
                  <a:pt x="20689" y="13719"/>
                </a:lnTo>
                <a:lnTo>
                  <a:pt x="21038" y="15629"/>
                </a:lnTo>
                <a:lnTo>
                  <a:pt x="21294" y="17570"/>
                </a:lnTo>
                <a:lnTo>
                  <a:pt x="21478" y="19557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3205" y="20048"/>
                </a:lnTo>
                <a:lnTo>
                  <a:pt x="12431" y="18909"/>
                </a:lnTo>
                <a:lnTo>
                  <a:pt x="11743" y="17619"/>
                </a:lnTo>
                <a:lnTo>
                  <a:pt x="10800" y="15620"/>
                </a:lnTo>
                <a:lnTo>
                  <a:pt x="9378" y="12651"/>
                </a:lnTo>
                <a:lnTo>
                  <a:pt x="8284" y="10757"/>
                </a:lnTo>
                <a:lnTo>
                  <a:pt x="7153" y="9553"/>
                </a:lnTo>
                <a:lnTo>
                  <a:pt x="5638" y="8662"/>
                </a:lnTo>
                <a:lnTo>
                  <a:pt x="3377" y="7702"/>
                </a:lnTo>
                <a:lnTo>
                  <a:pt x="1699" y="6943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2828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8" name="contour_13576"/>
          <p:cNvSpPr/>
          <p:nvPr/>
        </p:nvSpPr>
        <p:spPr>
          <a:xfrm>
            <a:off x="10191699" y="5458494"/>
            <a:ext cx="80168" cy="29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5"/>
                </a:moveTo>
                <a:lnTo>
                  <a:pt x="20767" y="3474"/>
                </a:lnTo>
                <a:lnTo>
                  <a:pt x="19931" y="6600"/>
                </a:lnTo>
                <a:lnTo>
                  <a:pt x="19067" y="9527"/>
                </a:lnTo>
                <a:lnTo>
                  <a:pt x="18162" y="12272"/>
                </a:lnTo>
                <a:lnTo>
                  <a:pt x="17194" y="14845"/>
                </a:lnTo>
                <a:lnTo>
                  <a:pt x="16147" y="17252"/>
                </a:lnTo>
                <a:lnTo>
                  <a:pt x="15004" y="19498"/>
                </a:lnTo>
                <a:lnTo>
                  <a:pt x="13745" y="21600"/>
                </a:lnTo>
                <a:lnTo>
                  <a:pt x="12406" y="21241"/>
                </a:lnTo>
                <a:lnTo>
                  <a:pt x="11098" y="20758"/>
                </a:lnTo>
                <a:lnTo>
                  <a:pt x="9818" y="20147"/>
                </a:lnTo>
                <a:lnTo>
                  <a:pt x="8558" y="19413"/>
                </a:lnTo>
                <a:lnTo>
                  <a:pt x="7315" y="18555"/>
                </a:lnTo>
                <a:lnTo>
                  <a:pt x="6087" y="17574"/>
                </a:lnTo>
                <a:lnTo>
                  <a:pt x="4868" y="16469"/>
                </a:lnTo>
                <a:lnTo>
                  <a:pt x="3654" y="15247"/>
                </a:lnTo>
                <a:lnTo>
                  <a:pt x="2441" y="13907"/>
                </a:lnTo>
                <a:lnTo>
                  <a:pt x="1223" y="12449"/>
                </a:lnTo>
                <a:lnTo>
                  <a:pt x="0" y="10878"/>
                </a:lnTo>
                <a:lnTo>
                  <a:pt x="0" y="8219"/>
                </a:lnTo>
                <a:lnTo>
                  <a:pt x="0" y="5517"/>
                </a:lnTo>
                <a:lnTo>
                  <a:pt x="1361" y="4820"/>
                </a:lnTo>
                <a:lnTo>
                  <a:pt x="2714" y="4155"/>
                </a:lnTo>
                <a:lnTo>
                  <a:pt x="4061" y="3533"/>
                </a:lnTo>
                <a:lnTo>
                  <a:pt x="5402" y="2954"/>
                </a:lnTo>
                <a:lnTo>
                  <a:pt x="6741" y="2418"/>
                </a:lnTo>
                <a:lnTo>
                  <a:pt x="8076" y="1930"/>
                </a:lnTo>
                <a:lnTo>
                  <a:pt x="9414" y="1490"/>
                </a:lnTo>
                <a:lnTo>
                  <a:pt x="10749" y="1099"/>
                </a:lnTo>
                <a:lnTo>
                  <a:pt x="12086" y="767"/>
                </a:lnTo>
                <a:lnTo>
                  <a:pt x="13425" y="488"/>
                </a:lnTo>
                <a:lnTo>
                  <a:pt x="14770" y="273"/>
                </a:lnTo>
                <a:lnTo>
                  <a:pt x="16119" y="118"/>
                </a:lnTo>
                <a:lnTo>
                  <a:pt x="17476" y="21"/>
                </a:lnTo>
                <a:lnTo>
                  <a:pt x="18841" y="0"/>
                </a:lnTo>
                <a:lnTo>
                  <a:pt x="20216" y="43"/>
                </a:lnTo>
                <a:lnTo>
                  <a:pt x="21600" y="155"/>
                </a:lnTo>
                <a:close/>
              </a:path>
            </a:pathLst>
          </a:custGeom>
          <a:solidFill>
            <a:srgbClr val="6262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79" name="contour_13577"/>
          <p:cNvSpPr/>
          <p:nvPr/>
        </p:nvSpPr>
        <p:spPr>
          <a:xfrm>
            <a:off x="5147512" y="5436842"/>
            <a:ext cx="3733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51" y="0"/>
                </a:moveTo>
                <a:lnTo>
                  <a:pt x="9735" y="1786"/>
                </a:lnTo>
                <a:lnTo>
                  <a:pt x="10532" y="3600"/>
                </a:lnTo>
                <a:lnTo>
                  <a:pt x="11839" y="5386"/>
                </a:lnTo>
                <a:lnTo>
                  <a:pt x="13167" y="7200"/>
                </a:lnTo>
                <a:lnTo>
                  <a:pt x="15954" y="7200"/>
                </a:lnTo>
                <a:lnTo>
                  <a:pt x="18758" y="7200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18902" y="14252"/>
                </a:lnTo>
                <a:lnTo>
                  <a:pt x="16182" y="14101"/>
                </a:lnTo>
                <a:lnTo>
                  <a:pt x="13429" y="13950"/>
                </a:lnTo>
                <a:lnTo>
                  <a:pt x="10001" y="13946"/>
                </a:lnTo>
                <a:lnTo>
                  <a:pt x="7745" y="14065"/>
                </a:lnTo>
                <a:lnTo>
                  <a:pt x="4735" y="14400"/>
                </a:lnTo>
                <a:lnTo>
                  <a:pt x="2888" y="16538"/>
                </a:lnTo>
                <a:lnTo>
                  <a:pt x="1834" y="18000"/>
                </a:lnTo>
                <a:lnTo>
                  <a:pt x="1176" y="19462"/>
                </a:lnTo>
                <a:lnTo>
                  <a:pt x="519" y="21600"/>
                </a:lnTo>
                <a:lnTo>
                  <a:pt x="186" y="17201"/>
                </a:lnTo>
                <a:lnTo>
                  <a:pt x="0" y="13828"/>
                </a:lnTo>
                <a:lnTo>
                  <a:pt x="13" y="11257"/>
                </a:lnTo>
                <a:lnTo>
                  <a:pt x="270" y="9270"/>
                </a:lnTo>
                <a:lnTo>
                  <a:pt x="818" y="7639"/>
                </a:lnTo>
                <a:lnTo>
                  <a:pt x="1716" y="6149"/>
                </a:lnTo>
                <a:lnTo>
                  <a:pt x="3002" y="4576"/>
                </a:lnTo>
                <a:lnTo>
                  <a:pt x="4735" y="2700"/>
                </a:lnTo>
                <a:lnTo>
                  <a:pt x="6826" y="1361"/>
                </a:lnTo>
                <a:lnTo>
                  <a:pt x="8951" y="0"/>
                </a:lnTo>
                <a:close/>
              </a:path>
            </a:pathLst>
          </a:custGeom>
          <a:solidFill>
            <a:srgbClr val="917F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0" name="contour_13578"/>
          <p:cNvSpPr/>
          <p:nvPr/>
        </p:nvSpPr>
        <p:spPr>
          <a:xfrm>
            <a:off x="9696115" y="5422266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72" y="871"/>
                </a:lnTo>
                <a:lnTo>
                  <a:pt x="9921" y="1818"/>
                </a:lnTo>
                <a:lnTo>
                  <a:pt x="11716" y="2848"/>
                </a:lnTo>
                <a:lnTo>
                  <a:pt x="13466" y="3960"/>
                </a:lnTo>
                <a:lnTo>
                  <a:pt x="15172" y="5155"/>
                </a:lnTo>
                <a:lnTo>
                  <a:pt x="16833" y="6433"/>
                </a:lnTo>
                <a:lnTo>
                  <a:pt x="18456" y="7801"/>
                </a:lnTo>
                <a:lnTo>
                  <a:pt x="20045" y="9256"/>
                </a:lnTo>
                <a:lnTo>
                  <a:pt x="21600" y="10800"/>
                </a:lnTo>
                <a:lnTo>
                  <a:pt x="21483" y="13802"/>
                </a:lnTo>
                <a:lnTo>
                  <a:pt x="21264" y="15865"/>
                </a:lnTo>
                <a:lnTo>
                  <a:pt x="20795" y="17507"/>
                </a:lnTo>
                <a:lnTo>
                  <a:pt x="19928" y="19246"/>
                </a:lnTo>
                <a:lnTo>
                  <a:pt x="18514" y="21600"/>
                </a:lnTo>
                <a:lnTo>
                  <a:pt x="16475" y="21600"/>
                </a:lnTo>
                <a:lnTo>
                  <a:pt x="14423" y="21600"/>
                </a:lnTo>
                <a:lnTo>
                  <a:pt x="12343" y="21600"/>
                </a:lnTo>
                <a:lnTo>
                  <a:pt x="11673" y="19814"/>
                </a:lnTo>
                <a:lnTo>
                  <a:pt x="10991" y="18000"/>
                </a:lnTo>
                <a:lnTo>
                  <a:pt x="10130" y="16214"/>
                </a:lnTo>
                <a:lnTo>
                  <a:pt x="9257" y="14400"/>
                </a:lnTo>
                <a:lnTo>
                  <a:pt x="6869" y="14184"/>
                </a:lnTo>
                <a:lnTo>
                  <a:pt x="5193" y="14076"/>
                </a:lnTo>
                <a:lnTo>
                  <a:pt x="3786" y="14076"/>
                </a:lnTo>
                <a:lnTo>
                  <a:pt x="2203" y="14184"/>
                </a:lnTo>
                <a:lnTo>
                  <a:pt x="0" y="14400"/>
                </a:lnTo>
                <a:lnTo>
                  <a:pt x="1009" y="10555"/>
                </a:lnTo>
                <a:lnTo>
                  <a:pt x="1796" y="7729"/>
                </a:lnTo>
                <a:lnTo>
                  <a:pt x="2469" y="5663"/>
                </a:lnTo>
                <a:lnTo>
                  <a:pt x="3135" y="4108"/>
                </a:lnTo>
                <a:lnTo>
                  <a:pt x="3903" y="2815"/>
                </a:lnTo>
                <a:lnTo>
                  <a:pt x="4879" y="1530"/>
                </a:lnTo>
                <a:lnTo>
                  <a:pt x="6171" y="0"/>
                </a:lnTo>
                <a:close/>
              </a:path>
            </a:pathLst>
          </a:custGeom>
          <a:solidFill>
            <a:srgbClr val="D5D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1" name="contour_13579"/>
          <p:cNvSpPr/>
          <p:nvPr/>
        </p:nvSpPr>
        <p:spPr>
          <a:xfrm>
            <a:off x="7750222" y="5458706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125" y="4277"/>
                </a:lnTo>
                <a:lnTo>
                  <a:pt x="20647" y="8568"/>
                </a:lnTo>
                <a:lnTo>
                  <a:pt x="20170" y="12874"/>
                </a:lnTo>
                <a:lnTo>
                  <a:pt x="19687" y="17215"/>
                </a:lnTo>
                <a:lnTo>
                  <a:pt x="19200" y="21600"/>
                </a:lnTo>
                <a:lnTo>
                  <a:pt x="17381" y="20369"/>
                </a:lnTo>
                <a:lnTo>
                  <a:pt x="15674" y="19087"/>
                </a:lnTo>
                <a:lnTo>
                  <a:pt x="14059" y="17734"/>
                </a:lnTo>
                <a:lnTo>
                  <a:pt x="12511" y="16301"/>
                </a:lnTo>
                <a:lnTo>
                  <a:pt x="11011" y="14767"/>
                </a:lnTo>
                <a:lnTo>
                  <a:pt x="9535" y="13118"/>
                </a:lnTo>
                <a:lnTo>
                  <a:pt x="8064" y="11347"/>
                </a:lnTo>
                <a:lnTo>
                  <a:pt x="6574" y="9425"/>
                </a:lnTo>
                <a:lnTo>
                  <a:pt x="5045" y="7351"/>
                </a:lnTo>
                <a:lnTo>
                  <a:pt x="3454" y="5090"/>
                </a:lnTo>
                <a:lnTo>
                  <a:pt x="1778" y="2650"/>
                </a:lnTo>
                <a:lnTo>
                  <a:pt x="0" y="0"/>
                </a:lnTo>
                <a:close/>
              </a:path>
            </a:pathLst>
          </a:custGeom>
          <a:solidFill>
            <a:srgbClr val="D7E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2" name="contour_13580"/>
          <p:cNvSpPr/>
          <p:nvPr/>
        </p:nvSpPr>
        <p:spPr>
          <a:xfrm>
            <a:off x="3814706" y="5444130"/>
            <a:ext cx="4509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08" y="1099"/>
                </a:lnTo>
                <a:lnTo>
                  <a:pt x="4206" y="2209"/>
                </a:lnTo>
                <a:lnTo>
                  <a:pt x="6301" y="3329"/>
                </a:lnTo>
                <a:lnTo>
                  <a:pt x="8388" y="4459"/>
                </a:lnTo>
                <a:lnTo>
                  <a:pt x="10472" y="5591"/>
                </a:lnTo>
                <a:lnTo>
                  <a:pt x="12420" y="6631"/>
                </a:lnTo>
                <a:lnTo>
                  <a:pt x="14378" y="7677"/>
                </a:lnTo>
                <a:lnTo>
                  <a:pt x="16364" y="8739"/>
                </a:lnTo>
                <a:lnTo>
                  <a:pt x="18605" y="10538"/>
                </a:lnTo>
                <a:lnTo>
                  <a:pt x="19998" y="11886"/>
                </a:lnTo>
                <a:lnTo>
                  <a:pt x="20794" y="13204"/>
                </a:lnTo>
                <a:lnTo>
                  <a:pt x="21244" y="14901"/>
                </a:lnTo>
                <a:lnTo>
                  <a:pt x="21600" y="17394"/>
                </a:lnTo>
                <a:lnTo>
                  <a:pt x="21275" y="19480"/>
                </a:lnTo>
                <a:lnTo>
                  <a:pt x="20944" y="21600"/>
                </a:lnTo>
                <a:lnTo>
                  <a:pt x="18347" y="21020"/>
                </a:lnTo>
                <a:lnTo>
                  <a:pt x="16504" y="20569"/>
                </a:lnTo>
                <a:lnTo>
                  <a:pt x="14912" y="20100"/>
                </a:lnTo>
                <a:lnTo>
                  <a:pt x="13069" y="19465"/>
                </a:lnTo>
                <a:lnTo>
                  <a:pt x="10472" y="18514"/>
                </a:lnTo>
                <a:lnTo>
                  <a:pt x="10472" y="16475"/>
                </a:lnTo>
                <a:lnTo>
                  <a:pt x="10472" y="14423"/>
                </a:lnTo>
                <a:lnTo>
                  <a:pt x="10472" y="12343"/>
                </a:lnTo>
                <a:lnTo>
                  <a:pt x="8165" y="12343"/>
                </a:lnTo>
                <a:lnTo>
                  <a:pt x="5843" y="12343"/>
                </a:lnTo>
                <a:lnTo>
                  <a:pt x="3491" y="12343"/>
                </a:lnTo>
                <a:lnTo>
                  <a:pt x="2447" y="10316"/>
                </a:lnTo>
                <a:lnTo>
                  <a:pt x="1881" y="8714"/>
                </a:lnTo>
                <a:lnTo>
                  <a:pt x="1309" y="6171"/>
                </a:lnTo>
                <a:lnTo>
                  <a:pt x="915" y="4450"/>
                </a:lnTo>
                <a:lnTo>
                  <a:pt x="517" y="2700"/>
                </a:lnTo>
                <a:lnTo>
                  <a:pt x="258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BFB6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3" name="contour_13581"/>
          <p:cNvSpPr/>
          <p:nvPr/>
        </p:nvSpPr>
        <p:spPr>
          <a:xfrm>
            <a:off x="782902" y="542955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930" y="5828"/>
                </a:lnTo>
                <a:lnTo>
                  <a:pt x="20261" y="8057"/>
                </a:lnTo>
                <a:lnTo>
                  <a:pt x="19591" y="10292"/>
                </a:lnTo>
                <a:lnTo>
                  <a:pt x="18922" y="12532"/>
                </a:lnTo>
                <a:lnTo>
                  <a:pt x="18247" y="14782"/>
                </a:lnTo>
                <a:lnTo>
                  <a:pt x="17566" y="17042"/>
                </a:lnTo>
                <a:lnTo>
                  <a:pt x="16886" y="19314"/>
                </a:lnTo>
                <a:lnTo>
                  <a:pt x="16200" y="21600"/>
                </a:lnTo>
                <a:lnTo>
                  <a:pt x="12609" y="20441"/>
                </a:lnTo>
                <a:lnTo>
                  <a:pt x="9979" y="19534"/>
                </a:lnTo>
                <a:lnTo>
                  <a:pt x="7852" y="18677"/>
                </a:lnTo>
                <a:lnTo>
                  <a:pt x="5778" y="17665"/>
                </a:lnTo>
                <a:lnTo>
                  <a:pt x="3310" y="16308"/>
                </a:lnTo>
                <a:lnTo>
                  <a:pt x="0" y="14400"/>
                </a:lnTo>
                <a:lnTo>
                  <a:pt x="270" y="11808"/>
                </a:lnTo>
                <a:lnTo>
                  <a:pt x="848" y="9407"/>
                </a:lnTo>
                <a:lnTo>
                  <a:pt x="1701" y="7110"/>
                </a:lnTo>
                <a:lnTo>
                  <a:pt x="2776" y="4831"/>
                </a:lnTo>
                <a:lnTo>
                  <a:pt x="4023" y="2491"/>
                </a:lnTo>
                <a:lnTo>
                  <a:pt x="5400" y="0"/>
                </a:lnTo>
                <a:close/>
              </a:path>
            </a:pathLst>
          </a:custGeom>
          <a:solidFill>
            <a:srgbClr val="D0D4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4" name="contour_13582"/>
          <p:cNvSpPr/>
          <p:nvPr/>
        </p:nvSpPr>
        <p:spPr>
          <a:xfrm>
            <a:off x="7903269" y="5423031"/>
            <a:ext cx="94744" cy="194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38" y="2182"/>
                </a:moveTo>
                <a:lnTo>
                  <a:pt x="15565" y="2869"/>
                </a:lnTo>
                <a:lnTo>
                  <a:pt x="16609" y="3572"/>
                </a:lnTo>
                <a:lnTo>
                  <a:pt x="17609" y="4267"/>
                </a:lnTo>
                <a:lnTo>
                  <a:pt x="18608" y="4978"/>
                </a:lnTo>
                <a:lnTo>
                  <a:pt x="19604" y="5721"/>
                </a:lnTo>
                <a:lnTo>
                  <a:pt x="20603" y="6473"/>
                </a:lnTo>
                <a:lnTo>
                  <a:pt x="21600" y="7232"/>
                </a:lnTo>
                <a:lnTo>
                  <a:pt x="21600" y="11240"/>
                </a:lnTo>
                <a:lnTo>
                  <a:pt x="21600" y="15313"/>
                </a:lnTo>
                <a:lnTo>
                  <a:pt x="20412" y="16234"/>
                </a:lnTo>
                <a:lnTo>
                  <a:pt x="19241" y="17131"/>
                </a:lnTo>
                <a:lnTo>
                  <a:pt x="18083" y="17972"/>
                </a:lnTo>
                <a:lnTo>
                  <a:pt x="16938" y="18756"/>
                </a:lnTo>
                <a:lnTo>
                  <a:pt x="15803" y="19467"/>
                </a:lnTo>
                <a:lnTo>
                  <a:pt x="14676" y="20097"/>
                </a:lnTo>
                <a:lnTo>
                  <a:pt x="13556" y="20638"/>
                </a:lnTo>
                <a:lnTo>
                  <a:pt x="12442" y="21067"/>
                </a:lnTo>
                <a:lnTo>
                  <a:pt x="11330" y="21382"/>
                </a:lnTo>
                <a:lnTo>
                  <a:pt x="10220" y="21560"/>
                </a:lnTo>
                <a:lnTo>
                  <a:pt x="9110" y="21600"/>
                </a:lnTo>
                <a:lnTo>
                  <a:pt x="7997" y="21479"/>
                </a:lnTo>
                <a:lnTo>
                  <a:pt x="6880" y="21196"/>
                </a:lnTo>
                <a:lnTo>
                  <a:pt x="5759" y="20735"/>
                </a:lnTo>
                <a:lnTo>
                  <a:pt x="4629" y="20081"/>
                </a:lnTo>
                <a:lnTo>
                  <a:pt x="3491" y="19224"/>
                </a:lnTo>
                <a:lnTo>
                  <a:pt x="2341" y="18149"/>
                </a:lnTo>
                <a:lnTo>
                  <a:pt x="1178" y="16848"/>
                </a:lnTo>
                <a:lnTo>
                  <a:pt x="0" y="15313"/>
                </a:lnTo>
                <a:lnTo>
                  <a:pt x="1185" y="11976"/>
                </a:lnTo>
                <a:lnTo>
                  <a:pt x="2310" y="9091"/>
                </a:lnTo>
                <a:lnTo>
                  <a:pt x="3390" y="6626"/>
                </a:lnTo>
                <a:lnTo>
                  <a:pt x="4435" y="4582"/>
                </a:lnTo>
                <a:lnTo>
                  <a:pt x="5461" y="2933"/>
                </a:lnTo>
                <a:lnTo>
                  <a:pt x="6480" y="1665"/>
                </a:lnTo>
                <a:lnTo>
                  <a:pt x="7505" y="768"/>
                </a:lnTo>
                <a:lnTo>
                  <a:pt x="8552" y="218"/>
                </a:lnTo>
                <a:lnTo>
                  <a:pt x="9630" y="0"/>
                </a:lnTo>
                <a:lnTo>
                  <a:pt x="10755" y="105"/>
                </a:lnTo>
                <a:lnTo>
                  <a:pt x="11940" y="517"/>
                </a:lnTo>
                <a:lnTo>
                  <a:pt x="13196" y="1212"/>
                </a:lnTo>
                <a:lnTo>
                  <a:pt x="14538" y="2182"/>
                </a:lnTo>
                <a:close/>
              </a:path>
            </a:pathLst>
          </a:custGeom>
          <a:solidFill>
            <a:srgbClr val="BCC1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5" name="contour_13583"/>
          <p:cNvSpPr/>
          <p:nvPr/>
        </p:nvSpPr>
        <p:spPr>
          <a:xfrm>
            <a:off x="5702296" y="5405992"/>
            <a:ext cx="43728" cy="38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962"/>
                </a:moveTo>
                <a:lnTo>
                  <a:pt x="6199" y="413"/>
                </a:lnTo>
                <a:lnTo>
                  <a:pt x="8762" y="107"/>
                </a:lnTo>
                <a:lnTo>
                  <a:pt x="11308" y="0"/>
                </a:lnTo>
                <a:lnTo>
                  <a:pt x="13849" y="70"/>
                </a:lnTo>
                <a:lnTo>
                  <a:pt x="16398" y="272"/>
                </a:lnTo>
                <a:lnTo>
                  <a:pt x="18979" y="582"/>
                </a:lnTo>
                <a:lnTo>
                  <a:pt x="21600" y="962"/>
                </a:lnTo>
                <a:lnTo>
                  <a:pt x="20740" y="1341"/>
                </a:lnTo>
                <a:lnTo>
                  <a:pt x="18140" y="2493"/>
                </a:lnTo>
                <a:lnTo>
                  <a:pt x="15955" y="4057"/>
                </a:lnTo>
                <a:lnTo>
                  <a:pt x="14681" y="5267"/>
                </a:lnTo>
                <a:lnTo>
                  <a:pt x="13831" y="6745"/>
                </a:lnTo>
                <a:lnTo>
                  <a:pt x="12910" y="9106"/>
                </a:lnTo>
                <a:lnTo>
                  <a:pt x="12719" y="10220"/>
                </a:lnTo>
                <a:lnTo>
                  <a:pt x="12150" y="13601"/>
                </a:lnTo>
                <a:lnTo>
                  <a:pt x="11704" y="16242"/>
                </a:lnTo>
                <a:lnTo>
                  <a:pt x="11257" y="18905"/>
                </a:lnTo>
                <a:lnTo>
                  <a:pt x="10800" y="21600"/>
                </a:lnTo>
                <a:lnTo>
                  <a:pt x="8662" y="20783"/>
                </a:lnTo>
                <a:lnTo>
                  <a:pt x="6516" y="19961"/>
                </a:lnTo>
                <a:lnTo>
                  <a:pt x="4363" y="19140"/>
                </a:lnTo>
                <a:lnTo>
                  <a:pt x="2192" y="18310"/>
                </a:lnTo>
                <a:lnTo>
                  <a:pt x="0" y="17472"/>
                </a:lnTo>
                <a:lnTo>
                  <a:pt x="158" y="14488"/>
                </a:lnTo>
                <a:lnTo>
                  <a:pt x="414" y="11640"/>
                </a:lnTo>
                <a:lnTo>
                  <a:pt x="828" y="8895"/>
                </a:lnTo>
                <a:lnTo>
                  <a:pt x="1454" y="6220"/>
                </a:lnTo>
                <a:lnTo>
                  <a:pt x="2358" y="3587"/>
                </a:lnTo>
                <a:lnTo>
                  <a:pt x="3600" y="962"/>
                </a:lnTo>
                <a:close/>
              </a:path>
            </a:pathLst>
          </a:custGeom>
          <a:solidFill>
            <a:srgbClr val="7570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6" name="contour_13584"/>
          <p:cNvSpPr/>
          <p:nvPr/>
        </p:nvSpPr>
        <p:spPr>
          <a:xfrm>
            <a:off x="9950539" y="5407675"/>
            <a:ext cx="44384" cy="298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506" y="11"/>
                </a:moveTo>
                <a:lnTo>
                  <a:pt x="14506" y="3493"/>
                </a:lnTo>
                <a:lnTo>
                  <a:pt x="14506" y="6996"/>
                </a:lnTo>
                <a:lnTo>
                  <a:pt x="14506" y="10547"/>
                </a:lnTo>
                <a:lnTo>
                  <a:pt x="16613" y="12481"/>
                </a:lnTo>
                <a:lnTo>
                  <a:pt x="18053" y="13676"/>
                </a:lnTo>
                <a:lnTo>
                  <a:pt x="19493" y="14620"/>
                </a:lnTo>
                <a:lnTo>
                  <a:pt x="21600" y="15815"/>
                </a:lnTo>
                <a:lnTo>
                  <a:pt x="19483" y="18871"/>
                </a:lnTo>
                <a:lnTo>
                  <a:pt x="17968" y="20488"/>
                </a:lnTo>
                <a:lnTo>
                  <a:pt x="16326" y="21221"/>
                </a:lnTo>
                <a:lnTo>
                  <a:pt x="13829" y="21600"/>
                </a:lnTo>
                <a:lnTo>
                  <a:pt x="11414" y="21505"/>
                </a:lnTo>
                <a:lnTo>
                  <a:pt x="8966" y="21410"/>
                </a:lnTo>
                <a:lnTo>
                  <a:pt x="7750" y="21379"/>
                </a:lnTo>
                <a:lnTo>
                  <a:pt x="4075" y="21268"/>
                </a:lnTo>
                <a:lnTo>
                  <a:pt x="2210" y="21179"/>
                </a:lnTo>
                <a:lnTo>
                  <a:pt x="319" y="21084"/>
                </a:lnTo>
                <a:lnTo>
                  <a:pt x="106" y="17322"/>
                </a:lnTo>
                <a:lnTo>
                  <a:pt x="0" y="14620"/>
                </a:lnTo>
                <a:lnTo>
                  <a:pt x="0" y="12217"/>
                </a:lnTo>
                <a:lnTo>
                  <a:pt x="106" y="9356"/>
                </a:lnTo>
                <a:lnTo>
                  <a:pt x="319" y="5279"/>
                </a:lnTo>
                <a:lnTo>
                  <a:pt x="2642" y="2876"/>
                </a:lnTo>
                <a:lnTo>
                  <a:pt x="4760" y="1333"/>
                </a:lnTo>
                <a:lnTo>
                  <a:pt x="6838" y="469"/>
                </a:lnTo>
                <a:lnTo>
                  <a:pt x="9041" y="90"/>
                </a:lnTo>
                <a:lnTo>
                  <a:pt x="11541" y="0"/>
                </a:lnTo>
                <a:lnTo>
                  <a:pt x="14506" y="11"/>
                </a:lnTo>
                <a:close/>
              </a:path>
            </a:pathLst>
          </a:custGeom>
          <a:solidFill>
            <a:srgbClr val="494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7" name="contour_13585"/>
          <p:cNvSpPr/>
          <p:nvPr/>
        </p:nvSpPr>
        <p:spPr>
          <a:xfrm>
            <a:off x="965102" y="5405438"/>
            <a:ext cx="58304" cy="313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1549"/>
                </a:moveTo>
                <a:lnTo>
                  <a:pt x="19813" y="5280"/>
                </a:lnTo>
                <a:lnTo>
                  <a:pt x="20409" y="7927"/>
                </a:lnTo>
                <a:lnTo>
                  <a:pt x="20820" y="10213"/>
                </a:lnTo>
                <a:lnTo>
                  <a:pt x="21173" y="12861"/>
                </a:lnTo>
                <a:lnTo>
                  <a:pt x="21600" y="16591"/>
                </a:lnTo>
                <a:lnTo>
                  <a:pt x="18584" y="18582"/>
                </a:lnTo>
                <a:lnTo>
                  <a:pt x="16259" y="20041"/>
                </a:lnTo>
                <a:lnTo>
                  <a:pt x="14461" y="21003"/>
                </a:lnTo>
                <a:lnTo>
                  <a:pt x="13027" y="21510"/>
                </a:lnTo>
                <a:lnTo>
                  <a:pt x="11796" y="21600"/>
                </a:lnTo>
                <a:lnTo>
                  <a:pt x="10603" y="21304"/>
                </a:lnTo>
                <a:lnTo>
                  <a:pt x="9285" y="20657"/>
                </a:lnTo>
                <a:lnTo>
                  <a:pt x="7679" y="19705"/>
                </a:lnTo>
                <a:lnTo>
                  <a:pt x="6105" y="18181"/>
                </a:lnTo>
                <a:lnTo>
                  <a:pt x="4552" y="16621"/>
                </a:lnTo>
                <a:lnTo>
                  <a:pt x="3019" y="15007"/>
                </a:lnTo>
                <a:lnTo>
                  <a:pt x="1504" y="13327"/>
                </a:lnTo>
                <a:lnTo>
                  <a:pt x="0" y="11577"/>
                </a:lnTo>
                <a:lnTo>
                  <a:pt x="3056" y="8358"/>
                </a:lnTo>
                <a:lnTo>
                  <a:pt x="5592" y="5736"/>
                </a:lnTo>
                <a:lnTo>
                  <a:pt x="7687" y="3665"/>
                </a:lnTo>
                <a:lnTo>
                  <a:pt x="9428" y="2101"/>
                </a:lnTo>
                <a:lnTo>
                  <a:pt x="10905" y="998"/>
                </a:lnTo>
                <a:lnTo>
                  <a:pt x="12196" y="311"/>
                </a:lnTo>
                <a:lnTo>
                  <a:pt x="13392" y="0"/>
                </a:lnTo>
                <a:lnTo>
                  <a:pt x="14575" y="10"/>
                </a:lnTo>
                <a:lnTo>
                  <a:pt x="15830" y="301"/>
                </a:lnTo>
                <a:lnTo>
                  <a:pt x="17242" y="832"/>
                </a:lnTo>
                <a:lnTo>
                  <a:pt x="18900" y="1549"/>
                </a:lnTo>
                <a:close/>
              </a:path>
            </a:pathLst>
          </a:custGeom>
          <a:solidFill>
            <a:srgbClr val="5A5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8" name="contour_13586"/>
          <p:cNvSpPr/>
          <p:nvPr/>
        </p:nvSpPr>
        <p:spPr>
          <a:xfrm>
            <a:off x="5527384" y="5414978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044"/>
                </a:lnTo>
                <a:lnTo>
                  <a:pt x="21600" y="8101"/>
                </a:lnTo>
                <a:lnTo>
                  <a:pt x="21600" y="12172"/>
                </a:lnTo>
                <a:lnTo>
                  <a:pt x="21600" y="16277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1C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89" name="contour_13587"/>
          <p:cNvSpPr/>
          <p:nvPr/>
        </p:nvSpPr>
        <p:spPr>
          <a:xfrm>
            <a:off x="6926679" y="5378538"/>
            <a:ext cx="43728" cy="42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982" y="922"/>
                </a:lnTo>
                <a:lnTo>
                  <a:pt x="10771" y="1844"/>
                </a:lnTo>
                <a:lnTo>
                  <a:pt x="12575" y="2777"/>
                </a:lnTo>
                <a:lnTo>
                  <a:pt x="14400" y="3717"/>
                </a:lnTo>
                <a:lnTo>
                  <a:pt x="14400" y="5947"/>
                </a:lnTo>
                <a:lnTo>
                  <a:pt x="14400" y="8178"/>
                </a:lnTo>
                <a:lnTo>
                  <a:pt x="14400" y="10408"/>
                </a:lnTo>
                <a:lnTo>
                  <a:pt x="14400" y="12638"/>
                </a:lnTo>
                <a:lnTo>
                  <a:pt x="14400" y="14868"/>
                </a:lnTo>
                <a:lnTo>
                  <a:pt x="16538" y="16366"/>
                </a:lnTo>
                <a:lnTo>
                  <a:pt x="18000" y="17251"/>
                </a:lnTo>
                <a:lnTo>
                  <a:pt x="19462" y="17875"/>
                </a:lnTo>
                <a:lnTo>
                  <a:pt x="21600" y="18585"/>
                </a:lnTo>
                <a:lnTo>
                  <a:pt x="18958" y="19723"/>
                </a:lnTo>
                <a:lnTo>
                  <a:pt x="16603" y="20611"/>
                </a:lnTo>
                <a:lnTo>
                  <a:pt x="14414" y="21232"/>
                </a:lnTo>
                <a:lnTo>
                  <a:pt x="12258" y="21570"/>
                </a:lnTo>
                <a:lnTo>
                  <a:pt x="10008" y="21600"/>
                </a:lnTo>
                <a:lnTo>
                  <a:pt x="7538" y="21310"/>
                </a:lnTo>
                <a:lnTo>
                  <a:pt x="4723" y="20674"/>
                </a:lnTo>
                <a:lnTo>
                  <a:pt x="2380" y="19637"/>
                </a:lnTo>
                <a:lnTo>
                  <a:pt x="0" y="18585"/>
                </a:lnTo>
                <a:lnTo>
                  <a:pt x="893" y="16285"/>
                </a:lnTo>
                <a:lnTo>
                  <a:pt x="1782" y="13984"/>
                </a:lnTo>
                <a:lnTo>
                  <a:pt x="2678" y="11675"/>
                </a:lnTo>
                <a:lnTo>
                  <a:pt x="3571" y="9363"/>
                </a:lnTo>
                <a:lnTo>
                  <a:pt x="4471" y="7040"/>
                </a:lnTo>
                <a:lnTo>
                  <a:pt x="5375" y="4706"/>
                </a:lnTo>
                <a:lnTo>
                  <a:pt x="6286" y="2360"/>
                </a:lnTo>
                <a:lnTo>
                  <a:pt x="7200" y="0"/>
                </a:lnTo>
                <a:close/>
              </a:path>
            </a:pathLst>
          </a:custGeom>
          <a:solidFill>
            <a:srgbClr val="2D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0" name="contour_13588"/>
          <p:cNvSpPr/>
          <p:nvPr/>
        </p:nvSpPr>
        <p:spPr>
          <a:xfrm>
            <a:off x="4842313" y="5385826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422" y="1116"/>
                </a:lnTo>
                <a:lnTo>
                  <a:pt x="5770" y="2239"/>
                </a:lnTo>
                <a:lnTo>
                  <a:pt x="7134" y="3377"/>
                </a:lnTo>
                <a:lnTo>
                  <a:pt x="8921" y="4640"/>
                </a:lnTo>
                <a:lnTo>
                  <a:pt x="10667" y="5778"/>
                </a:lnTo>
                <a:lnTo>
                  <a:pt x="12395" y="6804"/>
                </a:lnTo>
                <a:lnTo>
                  <a:pt x="14133" y="7736"/>
                </a:lnTo>
                <a:lnTo>
                  <a:pt x="15901" y="8586"/>
                </a:lnTo>
                <a:lnTo>
                  <a:pt x="17718" y="9371"/>
                </a:lnTo>
                <a:lnTo>
                  <a:pt x="19610" y="10105"/>
                </a:lnTo>
                <a:lnTo>
                  <a:pt x="21600" y="10800"/>
                </a:lnTo>
                <a:lnTo>
                  <a:pt x="19560" y="10800"/>
                </a:lnTo>
                <a:lnTo>
                  <a:pt x="17508" y="10800"/>
                </a:lnTo>
                <a:lnTo>
                  <a:pt x="15429" y="10800"/>
                </a:lnTo>
                <a:lnTo>
                  <a:pt x="15429" y="12938"/>
                </a:lnTo>
                <a:lnTo>
                  <a:pt x="15429" y="15084"/>
                </a:lnTo>
                <a:lnTo>
                  <a:pt x="15429" y="17237"/>
                </a:lnTo>
                <a:lnTo>
                  <a:pt x="15429" y="19408"/>
                </a:lnTo>
                <a:lnTo>
                  <a:pt x="15429" y="21600"/>
                </a:lnTo>
                <a:lnTo>
                  <a:pt x="13596" y="21600"/>
                </a:lnTo>
                <a:lnTo>
                  <a:pt x="11757" y="21600"/>
                </a:lnTo>
                <a:lnTo>
                  <a:pt x="9911" y="21600"/>
                </a:lnTo>
                <a:lnTo>
                  <a:pt x="8051" y="21600"/>
                </a:lnTo>
                <a:lnTo>
                  <a:pt x="6171" y="21600"/>
                </a:lnTo>
                <a:lnTo>
                  <a:pt x="6298" y="19890"/>
                </a:lnTo>
                <a:lnTo>
                  <a:pt x="6428" y="18169"/>
                </a:lnTo>
                <a:lnTo>
                  <a:pt x="6557" y="16423"/>
                </a:lnTo>
                <a:lnTo>
                  <a:pt x="6431" y="14566"/>
                </a:lnTo>
                <a:lnTo>
                  <a:pt x="6301" y="12697"/>
                </a:lnTo>
                <a:lnTo>
                  <a:pt x="6171" y="10800"/>
                </a:lnTo>
                <a:lnTo>
                  <a:pt x="4339" y="9349"/>
                </a:lnTo>
                <a:lnTo>
                  <a:pt x="3086" y="8492"/>
                </a:lnTo>
                <a:lnTo>
                  <a:pt x="1833" y="7888"/>
                </a:lnTo>
                <a:lnTo>
                  <a:pt x="0" y="7200"/>
                </a:lnTo>
                <a:lnTo>
                  <a:pt x="765" y="5418"/>
                </a:lnTo>
                <a:lnTo>
                  <a:pt x="1531" y="3629"/>
                </a:lnTo>
                <a:lnTo>
                  <a:pt x="2305" y="1825"/>
                </a:lnTo>
                <a:lnTo>
                  <a:pt x="3086" y="0"/>
                </a:lnTo>
                <a:close/>
              </a:path>
            </a:pathLst>
          </a:custGeom>
          <a:solidFill>
            <a:srgbClr val="3632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1" name="contour_13589"/>
          <p:cNvSpPr/>
          <p:nvPr/>
        </p:nvSpPr>
        <p:spPr>
          <a:xfrm>
            <a:off x="1198317" y="536396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382" y="1782"/>
                </a:lnTo>
                <a:lnTo>
                  <a:pt x="7164" y="3564"/>
                </a:lnTo>
                <a:lnTo>
                  <a:pt x="8950" y="5350"/>
                </a:lnTo>
                <a:lnTo>
                  <a:pt x="10739" y="7139"/>
                </a:lnTo>
                <a:lnTo>
                  <a:pt x="12532" y="8932"/>
                </a:lnTo>
                <a:lnTo>
                  <a:pt x="14332" y="10732"/>
                </a:lnTo>
                <a:lnTo>
                  <a:pt x="16135" y="12535"/>
                </a:lnTo>
                <a:lnTo>
                  <a:pt x="17950" y="14350"/>
                </a:lnTo>
                <a:lnTo>
                  <a:pt x="19768" y="16168"/>
                </a:lnTo>
                <a:lnTo>
                  <a:pt x="21600" y="18000"/>
                </a:lnTo>
                <a:lnTo>
                  <a:pt x="19156" y="18810"/>
                </a:lnTo>
                <a:lnTo>
                  <a:pt x="16794" y="19559"/>
                </a:lnTo>
                <a:lnTo>
                  <a:pt x="14468" y="20228"/>
                </a:lnTo>
                <a:lnTo>
                  <a:pt x="12128" y="20801"/>
                </a:lnTo>
                <a:lnTo>
                  <a:pt x="9720" y="21265"/>
                </a:lnTo>
                <a:lnTo>
                  <a:pt x="7200" y="21600"/>
                </a:lnTo>
                <a:lnTo>
                  <a:pt x="4432" y="20095"/>
                </a:lnTo>
                <a:lnTo>
                  <a:pt x="2758" y="18842"/>
                </a:lnTo>
                <a:lnTo>
                  <a:pt x="1505" y="17168"/>
                </a:lnTo>
                <a:lnTo>
                  <a:pt x="0" y="14400"/>
                </a:lnTo>
                <a:lnTo>
                  <a:pt x="335" y="11880"/>
                </a:lnTo>
                <a:lnTo>
                  <a:pt x="799" y="9472"/>
                </a:lnTo>
                <a:lnTo>
                  <a:pt x="1372" y="7132"/>
                </a:lnTo>
                <a:lnTo>
                  <a:pt x="2041" y="4806"/>
                </a:lnTo>
                <a:lnTo>
                  <a:pt x="2790" y="2444"/>
                </a:lnTo>
                <a:lnTo>
                  <a:pt x="3600" y="0"/>
                </a:lnTo>
                <a:close/>
              </a:path>
            </a:pathLst>
          </a:custGeom>
          <a:solidFill>
            <a:srgbClr val="5656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2" name="contour_13590"/>
          <p:cNvSpPr/>
          <p:nvPr/>
        </p:nvSpPr>
        <p:spPr>
          <a:xfrm>
            <a:off x="8391565" y="537853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758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3" name="contour_13591"/>
          <p:cNvSpPr/>
          <p:nvPr/>
        </p:nvSpPr>
        <p:spPr>
          <a:xfrm>
            <a:off x="4310290" y="535667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9" y="1150"/>
                </a:lnTo>
                <a:lnTo>
                  <a:pt x="5413" y="2322"/>
                </a:lnTo>
                <a:lnTo>
                  <a:pt x="8109" y="3515"/>
                </a:lnTo>
                <a:lnTo>
                  <a:pt x="10800" y="4725"/>
                </a:lnTo>
                <a:lnTo>
                  <a:pt x="11694" y="5114"/>
                </a:lnTo>
                <a:lnTo>
                  <a:pt x="13267" y="5805"/>
                </a:lnTo>
                <a:lnTo>
                  <a:pt x="16874" y="7382"/>
                </a:lnTo>
                <a:lnTo>
                  <a:pt x="19220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274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4" name="contour_13592"/>
          <p:cNvSpPr/>
          <p:nvPr/>
        </p:nvSpPr>
        <p:spPr>
          <a:xfrm>
            <a:off x="1212893" y="535667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022" y="18112"/>
                </a:lnTo>
                <a:lnTo>
                  <a:pt x="11772" y="15440"/>
                </a:lnTo>
                <a:lnTo>
                  <a:pt x="8597" y="13424"/>
                </a:lnTo>
                <a:lnTo>
                  <a:pt x="6242" y="11891"/>
                </a:lnTo>
                <a:lnTo>
                  <a:pt x="4460" y="10667"/>
                </a:lnTo>
                <a:lnTo>
                  <a:pt x="2997" y="9590"/>
                </a:lnTo>
                <a:lnTo>
                  <a:pt x="1593" y="8492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6063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5" name="contour_13593"/>
          <p:cNvSpPr/>
          <p:nvPr/>
        </p:nvSpPr>
        <p:spPr>
          <a:xfrm>
            <a:off x="2102028" y="5342098"/>
            <a:ext cx="211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7" y="0"/>
                </a:lnTo>
                <a:lnTo>
                  <a:pt x="9863" y="0"/>
                </a:lnTo>
                <a:lnTo>
                  <a:pt x="14876" y="0"/>
                </a:lnTo>
                <a:lnTo>
                  <a:pt x="16892" y="1774"/>
                </a:lnTo>
                <a:lnTo>
                  <a:pt x="18521" y="3569"/>
                </a:lnTo>
                <a:lnTo>
                  <a:pt x="19793" y="5381"/>
                </a:lnTo>
                <a:lnTo>
                  <a:pt x="20715" y="7209"/>
                </a:lnTo>
                <a:lnTo>
                  <a:pt x="21310" y="9050"/>
                </a:lnTo>
                <a:lnTo>
                  <a:pt x="21600" y="10903"/>
                </a:lnTo>
                <a:lnTo>
                  <a:pt x="21593" y="12766"/>
                </a:lnTo>
                <a:lnTo>
                  <a:pt x="21310" y="14634"/>
                </a:lnTo>
                <a:lnTo>
                  <a:pt x="20774" y="16511"/>
                </a:lnTo>
                <a:lnTo>
                  <a:pt x="19993" y="18392"/>
                </a:lnTo>
                <a:lnTo>
                  <a:pt x="17457" y="19985"/>
                </a:lnTo>
                <a:lnTo>
                  <a:pt x="14876" y="21600"/>
                </a:lnTo>
                <a:lnTo>
                  <a:pt x="9960" y="21600"/>
                </a:lnTo>
                <a:lnTo>
                  <a:pt x="5013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5F5D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6" name="contour_13594"/>
          <p:cNvSpPr/>
          <p:nvPr/>
        </p:nvSpPr>
        <p:spPr>
          <a:xfrm>
            <a:off x="10000899" y="5349386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1918" y="302"/>
                </a:lnTo>
                <a:lnTo>
                  <a:pt x="3011" y="583"/>
                </a:lnTo>
                <a:lnTo>
                  <a:pt x="4270" y="913"/>
                </a:lnTo>
                <a:lnTo>
                  <a:pt x="5938" y="1345"/>
                </a:lnTo>
                <a:lnTo>
                  <a:pt x="8261" y="1944"/>
                </a:lnTo>
                <a:lnTo>
                  <a:pt x="11480" y="2781"/>
                </a:lnTo>
                <a:lnTo>
                  <a:pt x="15846" y="3910"/>
                </a:lnTo>
                <a:lnTo>
                  <a:pt x="21600" y="5400"/>
                </a:lnTo>
                <a:lnTo>
                  <a:pt x="20774" y="8608"/>
                </a:lnTo>
                <a:lnTo>
                  <a:pt x="19945" y="11826"/>
                </a:lnTo>
                <a:lnTo>
                  <a:pt x="19115" y="15055"/>
                </a:lnTo>
                <a:lnTo>
                  <a:pt x="18277" y="18311"/>
                </a:lnTo>
                <a:lnTo>
                  <a:pt x="17430" y="21600"/>
                </a:lnTo>
                <a:lnTo>
                  <a:pt x="14532" y="21087"/>
                </a:lnTo>
                <a:lnTo>
                  <a:pt x="11697" y="20493"/>
                </a:lnTo>
                <a:lnTo>
                  <a:pt x="8907" y="19764"/>
                </a:lnTo>
                <a:lnTo>
                  <a:pt x="6159" y="18841"/>
                </a:lnTo>
                <a:lnTo>
                  <a:pt x="3444" y="17674"/>
                </a:lnTo>
                <a:lnTo>
                  <a:pt x="751" y="16200"/>
                </a:lnTo>
                <a:lnTo>
                  <a:pt x="250" y="12020"/>
                </a:lnTo>
                <a:lnTo>
                  <a:pt x="0" y="9088"/>
                </a:lnTo>
                <a:lnTo>
                  <a:pt x="0" y="6626"/>
                </a:lnTo>
                <a:lnTo>
                  <a:pt x="250" y="3856"/>
                </a:lnTo>
                <a:lnTo>
                  <a:pt x="751" y="0"/>
                </a:lnTo>
                <a:close/>
              </a:path>
            </a:pathLst>
          </a:custGeom>
          <a:solidFill>
            <a:srgbClr val="DE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7" name="contour_13595"/>
          <p:cNvSpPr/>
          <p:nvPr/>
        </p:nvSpPr>
        <p:spPr>
          <a:xfrm>
            <a:off x="8690373" y="5349189"/>
            <a:ext cx="43728" cy="29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5"/>
                </a:moveTo>
                <a:lnTo>
                  <a:pt x="21006" y="3685"/>
                </a:lnTo>
                <a:lnTo>
                  <a:pt x="20412" y="7230"/>
                </a:lnTo>
                <a:lnTo>
                  <a:pt x="19814" y="10792"/>
                </a:lnTo>
                <a:lnTo>
                  <a:pt x="19213" y="14370"/>
                </a:lnTo>
                <a:lnTo>
                  <a:pt x="18608" y="17969"/>
                </a:lnTo>
                <a:lnTo>
                  <a:pt x="18000" y="21600"/>
                </a:lnTo>
                <a:lnTo>
                  <a:pt x="15746" y="21133"/>
                </a:lnTo>
                <a:lnTo>
                  <a:pt x="13496" y="20635"/>
                </a:lnTo>
                <a:lnTo>
                  <a:pt x="11246" y="20120"/>
                </a:lnTo>
                <a:lnTo>
                  <a:pt x="9000" y="19589"/>
                </a:lnTo>
                <a:lnTo>
                  <a:pt x="7740" y="19304"/>
                </a:lnTo>
                <a:lnTo>
                  <a:pt x="3938" y="18457"/>
                </a:lnTo>
                <a:lnTo>
                  <a:pt x="1984" y="17352"/>
                </a:lnTo>
                <a:lnTo>
                  <a:pt x="0" y="16236"/>
                </a:lnTo>
                <a:lnTo>
                  <a:pt x="0" y="12691"/>
                </a:lnTo>
                <a:lnTo>
                  <a:pt x="0" y="9124"/>
                </a:lnTo>
                <a:lnTo>
                  <a:pt x="0" y="5509"/>
                </a:lnTo>
                <a:lnTo>
                  <a:pt x="2390" y="3948"/>
                </a:lnTo>
                <a:lnTo>
                  <a:pt x="4738" y="2693"/>
                </a:lnTo>
                <a:lnTo>
                  <a:pt x="7060" y="1706"/>
                </a:lnTo>
                <a:lnTo>
                  <a:pt x="9374" y="965"/>
                </a:lnTo>
                <a:lnTo>
                  <a:pt x="11707" y="456"/>
                </a:lnTo>
                <a:lnTo>
                  <a:pt x="14076" y="139"/>
                </a:lnTo>
                <a:lnTo>
                  <a:pt x="16502" y="0"/>
                </a:lnTo>
                <a:lnTo>
                  <a:pt x="19001" y="11"/>
                </a:lnTo>
                <a:lnTo>
                  <a:pt x="21600" y="145"/>
                </a:lnTo>
                <a:close/>
              </a:path>
            </a:pathLst>
          </a:custGeom>
          <a:solidFill>
            <a:srgbClr val="EB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8" name="contour_13596"/>
          <p:cNvSpPr/>
          <p:nvPr/>
        </p:nvSpPr>
        <p:spPr>
          <a:xfrm>
            <a:off x="5409465" y="5342098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190" y="19760"/>
                </a:lnTo>
                <a:lnTo>
                  <a:pt x="12200" y="18369"/>
                </a:lnTo>
                <a:lnTo>
                  <a:pt x="9270" y="17284"/>
                </a:lnTo>
                <a:lnTo>
                  <a:pt x="7043" y="16356"/>
                </a:lnTo>
                <a:lnTo>
                  <a:pt x="5147" y="15422"/>
                </a:lnTo>
                <a:lnTo>
                  <a:pt x="3230" y="14342"/>
                </a:lnTo>
                <a:lnTo>
                  <a:pt x="930" y="12960"/>
                </a:lnTo>
                <a:lnTo>
                  <a:pt x="310" y="9487"/>
                </a:lnTo>
                <a:lnTo>
                  <a:pt x="0" y="7076"/>
                </a:lnTo>
                <a:lnTo>
                  <a:pt x="0" y="5106"/>
                </a:lnTo>
                <a:lnTo>
                  <a:pt x="310" y="2955"/>
                </a:lnTo>
                <a:lnTo>
                  <a:pt x="930" y="0"/>
                </a:lnTo>
                <a:close/>
              </a:path>
            </a:pathLst>
          </a:custGeom>
          <a:solidFill>
            <a:srgbClr val="1B1B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599" name="contour_13597"/>
          <p:cNvSpPr/>
          <p:nvPr/>
        </p:nvSpPr>
        <p:spPr>
          <a:xfrm>
            <a:off x="4266562" y="534938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594"/>
                </a:lnTo>
                <a:lnTo>
                  <a:pt x="11956" y="1188"/>
                </a:lnTo>
                <a:lnTo>
                  <a:pt x="14346" y="1786"/>
                </a:lnTo>
                <a:lnTo>
                  <a:pt x="16747" y="2387"/>
                </a:lnTo>
                <a:lnTo>
                  <a:pt x="19163" y="2992"/>
                </a:lnTo>
                <a:lnTo>
                  <a:pt x="21600" y="3600"/>
                </a:lnTo>
                <a:lnTo>
                  <a:pt x="21186" y="7762"/>
                </a:lnTo>
                <a:lnTo>
                  <a:pt x="20833" y="10688"/>
                </a:lnTo>
                <a:lnTo>
                  <a:pt x="20437" y="12773"/>
                </a:lnTo>
                <a:lnTo>
                  <a:pt x="19901" y="14422"/>
                </a:lnTo>
                <a:lnTo>
                  <a:pt x="19120" y="16031"/>
                </a:lnTo>
                <a:lnTo>
                  <a:pt x="18000" y="18000"/>
                </a:lnTo>
                <a:lnTo>
                  <a:pt x="15797" y="18835"/>
                </a:lnTo>
                <a:lnTo>
                  <a:pt x="13594" y="19523"/>
                </a:lnTo>
                <a:lnTo>
                  <a:pt x="11387" y="20084"/>
                </a:lnTo>
                <a:lnTo>
                  <a:pt x="9166" y="20538"/>
                </a:lnTo>
                <a:lnTo>
                  <a:pt x="6923" y="20898"/>
                </a:lnTo>
                <a:lnTo>
                  <a:pt x="4651" y="21182"/>
                </a:lnTo>
                <a:lnTo>
                  <a:pt x="2347" y="21409"/>
                </a:lnTo>
                <a:lnTo>
                  <a:pt x="0" y="21600"/>
                </a:lnTo>
                <a:lnTo>
                  <a:pt x="1141" y="17291"/>
                </a:lnTo>
                <a:lnTo>
                  <a:pt x="2045" y="14314"/>
                </a:lnTo>
                <a:lnTo>
                  <a:pt x="2920" y="12298"/>
                </a:lnTo>
                <a:lnTo>
                  <a:pt x="3971" y="10872"/>
                </a:lnTo>
                <a:lnTo>
                  <a:pt x="5404" y="9670"/>
                </a:lnTo>
                <a:lnTo>
                  <a:pt x="7423" y="8323"/>
                </a:lnTo>
                <a:lnTo>
                  <a:pt x="9101" y="7765"/>
                </a:lnTo>
                <a:lnTo>
                  <a:pt x="10800" y="7200"/>
                </a:lnTo>
                <a:lnTo>
                  <a:pt x="9907" y="5418"/>
                </a:lnTo>
                <a:lnTo>
                  <a:pt x="9014" y="3629"/>
                </a:lnTo>
                <a:lnTo>
                  <a:pt x="8111" y="1825"/>
                </a:lnTo>
                <a:lnTo>
                  <a:pt x="7200" y="0"/>
                </a:lnTo>
                <a:close/>
              </a:path>
            </a:pathLst>
          </a:custGeom>
          <a:solidFill>
            <a:srgbClr val="2F27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0" name="contour_13598"/>
          <p:cNvSpPr/>
          <p:nvPr/>
        </p:nvSpPr>
        <p:spPr>
          <a:xfrm>
            <a:off x="5053665" y="533481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535" y="138"/>
                </a:lnTo>
                <a:lnTo>
                  <a:pt x="10167" y="462"/>
                </a:lnTo>
                <a:lnTo>
                  <a:pt x="11824" y="1236"/>
                </a:lnTo>
                <a:lnTo>
                  <a:pt x="14271" y="2700"/>
                </a:lnTo>
                <a:lnTo>
                  <a:pt x="15651" y="3469"/>
                </a:lnTo>
                <a:lnTo>
                  <a:pt x="17036" y="4242"/>
                </a:lnTo>
                <a:lnTo>
                  <a:pt x="18443" y="5028"/>
                </a:lnTo>
                <a:lnTo>
                  <a:pt x="19227" y="5927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9656" y="20822"/>
                </a:lnTo>
                <a:lnTo>
                  <a:pt x="17712" y="20045"/>
                </a:lnTo>
                <a:lnTo>
                  <a:pt x="15765" y="19267"/>
                </a:lnTo>
                <a:lnTo>
                  <a:pt x="13815" y="18485"/>
                </a:lnTo>
                <a:lnTo>
                  <a:pt x="11858" y="17703"/>
                </a:lnTo>
                <a:lnTo>
                  <a:pt x="9902" y="16921"/>
                </a:lnTo>
                <a:lnTo>
                  <a:pt x="7936" y="16135"/>
                </a:lnTo>
                <a:lnTo>
                  <a:pt x="5965" y="15345"/>
                </a:lnTo>
                <a:lnTo>
                  <a:pt x="3987" y="14554"/>
                </a:lnTo>
                <a:lnTo>
                  <a:pt x="1996" y="13759"/>
                </a:lnTo>
                <a:lnTo>
                  <a:pt x="0" y="12960"/>
                </a:lnTo>
                <a:lnTo>
                  <a:pt x="1018" y="10822"/>
                </a:lnTo>
                <a:lnTo>
                  <a:pt x="2040" y="8679"/>
                </a:lnTo>
                <a:lnTo>
                  <a:pt x="3061" y="6528"/>
                </a:lnTo>
                <a:lnTo>
                  <a:pt x="4092" y="4368"/>
                </a:lnTo>
                <a:lnTo>
                  <a:pt x="5128" y="2195"/>
                </a:lnTo>
                <a:lnTo>
                  <a:pt x="6171" y="0"/>
                </a:lnTo>
                <a:close/>
              </a:path>
            </a:pathLst>
          </a:custGeom>
          <a:solidFill>
            <a:srgbClr val="8F8C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1" name="contour_13599"/>
          <p:cNvSpPr/>
          <p:nvPr/>
        </p:nvSpPr>
        <p:spPr>
          <a:xfrm>
            <a:off x="4507517" y="5341930"/>
            <a:ext cx="43276" cy="438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12" y="82"/>
                </a:moveTo>
                <a:lnTo>
                  <a:pt x="5995" y="0"/>
                </a:lnTo>
                <a:lnTo>
                  <a:pt x="7824" y="68"/>
                </a:lnTo>
                <a:lnTo>
                  <a:pt x="9781" y="366"/>
                </a:lnTo>
                <a:lnTo>
                  <a:pt x="12732" y="979"/>
                </a:lnTo>
                <a:lnTo>
                  <a:pt x="13979" y="1216"/>
                </a:lnTo>
                <a:lnTo>
                  <a:pt x="17748" y="1933"/>
                </a:lnTo>
                <a:lnTo>
                  <a:pt x="19661" y="2794"/>
                </a:lnTo>
                <a:lnTo>
                  <a:pt x="21600" y="3669"/>
                </a:lnTo>
                <a:lnTo>
                  <a:pt x="21600" y="6039"/>
                </a:lnTo>
                <a:lnTo>
                  <a:pt x="21600" y="8424"/>
                </a:lnTo>
                <a:lnTo>
                  <a:pt x="21600" y="10841"/>
                </a:lnTo>
                <a:lnTo>
                  <a:pt x="19301" y="11731"/>
                </a:lnTo>
                <a:lnTo>
                  <a:pt x="17475" y="12193"/>
                </a:lnTo>
                <a:lnTo>
                  <a:pt x="14550" y="12634"/>
                </a:lnTo>
                <a:lnTo>
                  <a:pt x="11011" y="13341"/>
                </a:lnTo>
                <a:lnTo>
                  <a:pt x="8708" y="13986"/>
                </a:lnTo>
                <a:lnTo>
                  <a:pt x="7151" y="14840"/>
                </a:lnTo>
                <a:lnTo>
                  <a:pt x="5853" y="16167"/>
                </a:lnTo>
                <a:lnTo>
                  <a:pt x="4321" y="18236"/>
                </a:lnTo>
                <a:lnTo>
                  <a:pt x="3870" y="19907"/>
                </a:lnTo>
                <a:lnTo>
                  <a:pt x="3412" y="21600"/>
                </a:lnTo>
                <a:lnTo>
                  <a:pt x="2099" y="17268"/>
                </a:lnTo>
                <a:lnTo>
                  <a:pt x="1131" y="13947"/>
                </a:lnTo>
                <a:lnTo>
                  <a:pt x="480" y="11422"/>
                </a:lnTo>
                <a:lnTo>
                  <a:pt x="113" y="9475"/>
                </a:lnTo>
                <a:lnTo>
                  <a:pt x="0" y="7890"/>
                </a:lnTo>
                <a:lnTo>
                  <a:pt x="116" y="6448"/>
                </a:lnTo>
                <a:lnTo>
                  <a:pt x="429" y="4938"/>
                </a:lnTo>
                <a:lnTo>
                  <a:pt x="909" y="3138"/>
                </a:lnTo>
                <a:lnTo>
                  <a:pt x="2150" y="1621"/>
                </a:lnTo>
                <a:lnTo>
                  <a:pt x="3412" y="82"/>
                </a:lnTo>
                <a:close/>
              </a:path>
            </a:pathLst>
          </a:custGeom>
          <a:solidFill>
            <a:srgbClr val="40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2" name="contour_13600"/>
          <p:cNvSpPr/>
          <p:nvPr/>
        </p:nvSpPr>
        <p:spPr>
          <a:xfrm>
            <a:off x="4434186" y="5348672"/>
            <a:ext cx="58960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17"/>
                </a:moveTo>
                <a:lnTo>
                  <a:pt x="1535" y="437"/>
                </a:lnTo>
                <a:lnTo>
                  <a:pt x="3070" y="364"/>
                </a:lnTo>
                <a:lnTo>
                  <a:pt x="4606" y="300"/>
                </a:lnTo>
                <a:lnTo>
                  <a:pt x="6141" y="242"/>
                </a:lnTo>
                <a:lnTo>
                  <a:pt x="7676" y="190"/>
                </a:lnTo>
                <a:lnTo>
                  <a:pt x="8312" y="163"/>
                </a:lnTo>
                <a:lnTo>
                  <a:pt x="9430" y="111"/>
                </a:lnTo>
                <a:lnTo>
                  <a:pt x="11993" y="0"/>
                </a:lnTo>
                <a:lnTo>
                  <a:pt x="14706" y="369"/>
                </a:lnTo>
                <a:lnTo>
                  <a:pt x="16610" y="764"/>
                </a:lnTo>
                <a:lnTo>
                  <a:pt x="17969" y="1339"/>
                </a:lnTo>
                <a:lnTo>
                  <a:pt x="19040" y="2261"/>
                </a:lnTo>
                <a:lnTo>
                  <a:pt x="20083" y="3690"/>
                </a:lnTo>
                <a:lnTo>
                  <a:pt x="21360" y="5787"/>
                </a:lnTo>
                <a:lnTo>
                  <a:pt x="21520" y="9867"/>
                </a:lnTo>
                <a:lnTo>
                  <a:pt x="21600" y="12729"/>
                </a:lnTo>
                <a:lnTo>
                  <a:pt x="21600" y="15133"/>
                </a:lnTo>
                <a:lnTo>
                  <a:pt x="21520" y="17837"/>
                </a:lnTo>
                <a:lnTo>
                  <a:pt x="21360" y="21600"/>
                </a:lnTo>
                <a:lnTo>
                  <a:pt x="19520" y="20704"/>
                </a:lnTo>
                <a:lnTo>
                  <a:pt x="17683" y="19792"/>
                </a:lnTo>
                <a:lnTo>
                  <a:pt x="15849" y="18864"/>
                </a:lnTo>
                <a:lnTo>
                  <a:pt x="14015" y="17931"/>
                </a:lnTo>
                <a:lnTo>
                  <a:pt x="12180" y="16988"/>
                </a:lnTo>
                <a:lnTo>
                  <a:pt x="11422" y="16608"/>
                </a:lnTo>
                <a:lnTo>
                  <a:pt x="10084" y="15934"/>
                </a:lnTo>
                <a:lnTo>
                  <a:pt x="7019" y="14395"/>
                </a:lnTo>
                <a:lnTo>
                  <a:pt x="4881" y="12724"/>
                </a:lnTo>
                <a:lnTo>
                  <a:pt x="3487" y="11417"/>
                </a:lnTo>
                <a:lnTo>
                  <a:pt x="2531" y="10052"/>
                </a:lnTo>
                <a:lnTo>
                  <a:pt x="1717" y="8196"/>
                </a:lnTo>
                <a:lnTo>
                  <a:pt x="740" y="5418"/>
                </a:lnTo>
                <a:lnTo>
                  <a:pt x="374" y="2983"/>
                </a:lnTo>
                <a:lnTo>
                  <a:pt x="0" y="517"/>
                </a:lnTo>
                <a:close/>
              </a:path>
            </a:pathLst>
          </a:custGeom>
          <a:solidFill>
            <a:srgbClr val="5147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3" name="contour_13601"/>
          <p:cNvSpPr/>
          <p:nvPr/>
        </p:nvSpPr>
        <p:spPr>
          <a:xfrm>
            <a:off x="9768995" y="532752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460" y="853"/>
                </a:lnTo>
                <a:lnTo>
                  <a:pt x="13043" y="1561"/>
                </a:lnTo>
                <a:lnTo>
                  <a:pt x="14450" y="2381"/>
                </a:lnTo>
                <a:lnTo>
                  <a:pt x="16126" y="3575"/>
                </a:lnTo>
                <a:lnTo>
                  <a:pt x="18514" y="5400"/>
                </a:lnTo>
                <a:lnTo>
                  <a:pt x="19125" y="8608"/>
                </a:lnTo>
                <a:lnTo>
                  <a:pt x="19739" y="11826"/>
                </a:lnTo>
                <a:lnTo>
                  <a:pt x="20353" y="15055"/>
                </a:lnTo>
                <a:lnTo>
                  <a:pt x="20974" y="1831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765" y="18927"/>
                </a:lnTo>
                <a:lnTo>
                  <a:pt x="1531" y="16243"/>
                </a:lnTo>
                <a:lnTo>
                  <a:pt x="2305" y="13538"/>
                </a:lnTo>
                <a:lnTo>
                  <a:pt x="3086" y="10800"/>
                </a:lnTo>
                <a:lnTo>
                  <a:pt x="5125" y="10800"/>
                </a:lnTo>
                <a:lnTo>
                  <a:pt x="7177" y="10800"/>
                </a:lnTo>
                <a:lnTo>
                  <a:pt x="9257" y="10800"/>
                </a:lnTo>
                <a:lnTo>
                  <a:pt x="9257" y="7231"/>
                </a:lnTo>
                <a:lnTo>
                  <a:pt x="9257" y="3640"/>
                </a:lnTo>
                <a:lnTo>
                  <a:pt x="9257" y="0"/>
                </a:lnTo>
                <a:close/>
              </a:path>
            </a:pathLst>
          </a:custGeom>
          <a:solidFill>
            <a:srgbClr val="EAE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4" name="contour_13602"/>
          <p:cNvSpPr/>
          <p:nvPr/>
        </p:nvSpPr>
        <p:spPr>
          <a:xfrm>
            <a:off x="7436838" y="5326210"/>
            <a:ext cx="51016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0"/>
                </a:moveTo>
                <a:lnTo>
                  <a:pt x="14648" y="634"/>
                </a:lnTo>
                <a:lnTo>
                  <a:pt x="16484" y="1322"/>
                </a:lnTo>
                <a:lnTo>
                  <a:pt x="18209" y="2189"/>
                </a:lnTo>
                <a:lnTo>
                  <a:pt x="19887" y="3348"/>
                </a:lnTo>
                <a:lnTo>
                  <a:pt x="21600" y="4920"/>
                </a:lnTo>
                <a:lnTo>
                  <a:pt x="21600" y="7677"/>
                </a:lnTo>
                <a:lnTo>
                  <a:pt x="21600" y="10450"/>
                </a:lnTo>
                <a:lnTo>
                  <a:pt x="21600" y="13260"/>
                </a:lnTo>
                <a:lnTo>
                  <a:pt x="19779" y="14244"/>
                </a:lnTo>
                <a:lnTo>
                  <a:pt x="18011" y="15124"/>
                </a:lnTo>
                <a:lnTo>
                  <a:pt x="16259" y="15925"/>
                </a:lnTo>
                <a:lnTo>
                  <a:pt x="14494" y="16650"/>
                </a:lnTo>
                <a:lnTo>
                  <a:pt x="12685" y="17322"/>
                </a:lnTo>
                <a:lnTo>
                  <a:pt x="10800" y="17951"/>
                </a:lnTo>
                <a:lnTo>
                  <a:pt x="9251" y="18493"/>
                </a:lnTo>
                <a:lnTo>
                  <a:pt x="7677" y="19040"/>
                </a:lnTo>
                <a:lnTo>
                  <a:pt x="5761" y="19699"/>
                </a:lnTo>
                <a:lnTo>
                  <a:pt x="3842" y="20341"/>
                </a:lnTo>
                <a:lnTo>
                  <a:pt x="1922" y="20975"/>
                </a:lnTo>
                <a:lnTo>
                  <a:pt x="0" y="21600"/>
                </a:lnTo>
                <a:lnTo>
                  <a:pt x="1867" y="16092"/>
                </a:lnTo>
                <a:lnTo>
                  <a:pt x="3397" y="11676"/>
                </a:lnTo>
                <a:lnTo>
                  <a:pt x="4669" y="8215"/>
                </a:lnTo>
                <a:lnTo>
                  <a:pt x="5752" y="5588"/>
                </a:lnTo>
                <a:lnTo>
                  <a:pt x="6730" y="3661"/>
                </a:lnTo>
                <a:lnTo>
                  <a:pt x="7671" y="2306"/>
                </a:lnTo>
                <a:lnTo>
                  <a:pt x="8655" y="1393"/>
                </a:lnTo>
                <a:lnTo>
                  <a:pt x="9757" y="788"/>
                </a:lnTo>
                <a:lnTo>
                  <a:pt x="11053" y="367"/>
                </a:lnTo>
                <a:lnTo>
                  <a:pt x="12621" y="0"/>
                </a:lnTo>
                <a:close/>
              </a:path>
            </a:pathLst>
          </a:custGeom>
          <a:solidFill>
            <a:srgbClr val="A3C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5" name="contour_13603"/>
          <p:cNvSpPr/>
          <p:nvPr/>
        </p:nvSpPr>
        <p:spPr>
          <a:xfrm>
            <a:off x="4047922" y="5342098"/>
            <a:ext cx="3765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41" y="0"/>
                </a:moveTo>
                <a:lnTo>
                  <a:pt x="15304" y="0"/>
                </a:lnTo>
                <a:lnTo>
                  <a:pt x="18084" y="0"/>
                </a:lnTo>
                <a:lnTo>
                  <a:pt x="20902" y="0"/>
                </a:lnTo>
                <a:lnTo>
                  <a:pt x="21182" y="2603"/>
                </a:lnTo>
                <a:lnTo>
                  <a:pt x="21408" y="5177"/>
                </a:lnTo>
                <a:lnTo>
                  <a:pt x="21558" y="7736"/>
                </a:lnTo>
                <a:lnTo>
                  <a:pt x="21600" y="10285"/>
                </a:lnTo>
                <a:lnTo>
                  <a:pt x="21525" y="12841"/>
                </a:lnTo>
                <a:lnTo>
                  <a:pt x="21299" y="15408"/>
                </a:lnTo>
                <a:lnTo>
                  <a:pt x="20902" y="18000"/>
                </a:lnTo>
                <a:lnTo>
                  <a:pt x="18043" y="19649"/>
                </a:lnTo>
                <a:lnTo>
                  <a:pt x="15961" y="20660"/>
                </a:lnTo>
                <a:lnTo>
                  <a:pt x="14054" y="21208"/>
                </a:lnTo>
                <a:lnTo>
                  <a:pt x="11722" y="21463"/>
                </a:lnTo>
                <a:lnTo>
                  <a:pt x="8361" y="21600"/>
                </a:lnTo>
                <a:lnTo>
                  <a:pt x="5439" y="19588"/>
                </a:lnTo>
                <a:lnTo>
                  <a:pt x="3591" y="18169"/>
                </a:lnTo>
                <a:lnTo>
                  <a:pt x="2040" y="16664"/>
                </a:lnTo>
                <a:lnTo>
                  <a:pt x="0" y="14400"/>
                </a:lnTo>
                <a:lnTo>
                  <a:pt x="2763" y="14400"/>
                </a:lnTo>
                <a:lnTo>
                  <a:pt x="5543" y="14400"/>
                </a:lnTo>
                <a:lnTo>
                  <a:pt x="8361" y="14400"/>
                </a:lnTo>
                <a:lnTo>
                  <a:pt x="9397" y="12035"/>
                </a:lnTo>
                <a:lnTo>
                  <a:pt x="9937" y="10166"/>
                </a:lnTo>
                <a:lnTo>
                  <a:pt x="10451" y="7200"/>
                </a:lnTo>
                <a:lnTo>
                  <a:pt x="10965" y="4234"/>
                </a:lnTo>
                <a:lnTo>
                  <a:pt x="11504" y="2365"/>
                </a:lnTo>
                <a:lnTo>
                  <a:pt x="12541" y="0"/>
                </a:lnTo>
                <a:close/>
              </a:path>
            </a:pathLst>
          </a:custGeom>
          <a:solidFill>
            <a:srgbClr val="EA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6" name="contour_13604"/>
          <p:cNvSpPr/>
          <p:nvPr/>
        </p:nvSpPr>
        <p:spPr>
          <a:xfrm>
            <a:off x="2218636" y="5326261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21600" y="5221"/>
                </a:lnTo>
                <a:lnTo>
                  <a:pt x="21600" y="9279"/>
                </a:lnTo>
                <a:lnTo>
                  <a:pt x="21600" y="13349"/>
                </a:lnTo>
                <a:lnTo>
                  <a:pt x="21600" y="1745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2B27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7" name="contour_13605"/>
          <p:cNvSpPr/>
          <p:nvPr/>
        </p:nvSpPr>
        <p:spPr>
          <a:xfrm>
            <a:off x="1781357" y="5320234"/>
            <a:ext cx="3031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94" y="0"/>
                </a:moveTo>
                <a:lnTo>
                  <a:pt x="8512" y="1159"/>
                </a:lnTo>
                <a:lnTo>
                  <a:pt x="10964" y="2066"/>
                </a:lnTo>
                <a:lnTo>
                  <a:pt x="12984" y="2923"/>
                </a:lnTo>
                <a:lnTo>
                  <a:pt x="15004" y="3935"/>
                </a:lnTo>
                <a:lnTo>
                  <a:pt x="17456" y="5292"/>
                </a:lnTo>
                <a:lnTo>
                  <a:pt x="20774" y="7200"/>
                </a:lnTo>
                <a:lnTo>
                  <a:pt x="21325" y="9680"/>
                </a:lnTo>
                <a:lnTo>
                  <a:pt x="21584" y="12038"/>
                </a:lnTo>
                <a:lnTo>
                  <a:pt x="21600" y="14342"/>
                </a:lnTo>
                <a:lnTo>
                  <a:pt x="21434" y="16661"/>
                </a:lnTo>
                <a:lnTo>
                  <a:pt x="21138" y="19058"/>
                </a:lnTo>
                <a:lnTo>
                  <a:pt x="20774" y="21600"/>
                </a:lnTo>
                <a:lnTo>
                  <a:pt x="17518" y="20848"/>
                </a:lnTo>
                <a:lnTo>
                  <a:pt x="14365" y="20056"/>
                </a:lnTo>
                <a:lnTo>
                  <a:pt x="11306" y="19199"/>
                </a:lnTo>
                <a:lnTo>
                  <a:pt x="8346" y="18238"/>
                </a:lnTo>
                <a:lnTo>
                  <a:pt x="5474" y="17143"/>
                </a:lnTo>
                <a:lnTo>
                  <a:pt x="2695" y="15872"/>
                </a:lnTo>
                <a:lnTo>
                  <a:pt x="0" y="14400"/>
                </a:lnTo>
                <a:lnTo>
                  <a:pt x="57" y="11822"/>
                </a:lnTo>
                <a:lnTo>
                  <a:pt x="514" y="9374"/>
                </a:lnTo>
                <a:lnTo>
                  <a:pt x="1314" y="7009"/>
                </a:lnTo>
                <a:lnTo>
                  <a:pt x="2399" y="4691"/>
                </a:lnTo>
                <a:lnTo>
                  <a:pt x="3708" y="2369"/>
                </a:lnTo>
                <a:lnTo>
                  <a:pt x="5194" y="0"/>
                </a:lnTo>
                <a:close/>
              </a:path>
            </a:pathLst>
          </a:custGeom>
          <a:solidFill>
            <a:srgbClr val="3F38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8" name="contour_13606"/>
          <p:cNvSpPr/>
          <p:nvPr/>
        </p:nvSpPr>
        <p:spPr>
          <a:xfrm>
            <a:off x="10075091" y="531294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2424" y="16256"/>
                </a:lnTo>
                <a:lnTo>
                  <a:pt x="4389" y="12061"/>
                </a:lnTo>
                <a:lnTo>
                  <a:pt x="6039" y="8843"/>
                </a:lnTo>
                <a:lnTo>
                  <a:pt x="7517" y="6415"/>
                </a:lnTo>
                <a:lnTo>
                  <a:pt x="8964" y="4609"/>
                </a:lnTo>
                <a:lnTo>
                  <a:pt x="10519" y="3244"/>
                </a:lnTo>
                <a:lnTo>
                  <a:pt x="12329" y="2138"/>
                </a:lnTo>
                <a:lnTo>
                  <a:pt x="14537" y="1115"/>
                </a:lnTo>
                <a:lnTo>
                  <a:pt x="17280" y="0"/>
                </a:lnTo>
                <a:close/>
              </a:path>
            </a:pathLst>
          </a:custGeom>
          <a:solidFill>
            <a:srgbClr val="B8BE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09" name="contour_13607"/>
          <p:cNvSpPr/>
          <p:nvPr/>
        </p:nvSpPr>
        <p:spPr>
          <a:xfrm>
            <a:off x="8719525" y="5291082"/>
            <a:ext cx="58304" cy="51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836" y="1007"/>
                </a:lnTo>
                <a:lnTo>
                  <a:pt x="16176" y="2016"/>
                </a:lnTo>
                <a:lnTo>
                  <a:pt x="17520" y="3026"/>
                </a:lnTo>
                <a:lnTo>
                  <a:pt x="18870" y="4045"/>
                </a:lnTo>
                <a:lnTo>
                  <a:pt x="20228" y="5070"/>
                </a:lnTo>
                <a:lnTo>
                  <a:pt x="21600" y="6101"/>
                </a:lnTo>
                <a:lnTo>
                  <a:pt x="20971" y="7580"/>
                </a:lnTo>
                <a:lnTo>
                  <a:pt x="20339" y="9060"/>
                </a:lnTo>
                <a:lnTo>
                  <a:pt x="19705" y="10536"/>
                </a:lnTo>
                <a:lnTo>
                  <a:pt x="19067" y="12013"/>
                </a:lnTo>
                <a:lnTo>
                  <a:pt x="18360" y="13660"/>
                </a:lnTo>
                <a:lnTo>
                  <a:pt x="17645" y="15334"/>
                </a:lnTo>
                <a:lnTo>
                  <a:pt x="16767" y="17098"/>
                </a:lnTo>
                <a:lnTo>
                  <a:pt x="16043" y="18312"/>
                </a:lnTo>
                <a:lnTo>
                  <a:pt x="15082" y="19544"/>
                </a:lnTo>
                <a:lnTo>
                  <a:pt x="13500" y="21353"/>
                </a:lnTo>
                <a:lnTo>
                  <a:pt x="11583" y="21524"/>
                </a:lnTo>
                <a:lnTo>
                  <a:pt x="10222" y="21600"/>
                </a:lnTo>
                <a:lnTo>
                  <a:pt x="8772" y="21600"/>
                </a:lnTo>
                <a:lnTo>
                  <a:pt x="6583" y="21542"/>
                </a:lnTo>
                <a:lnTo>
                  <a:pt x="5657" y="21524"/>
                </a:lnTo>
                <a:lnTo>
                  <a:pt x="2859" y="21460"/>
                </a:lnTo>
                <a:lnTo>
                  <a:pt x="1439" y="21408"/>
                </a:lnTo>
                <a:lnTo>
                  <a:pt x="0" y="21353"/>
                </a:lnTo>
                <a:lnTo>
                  <a:pt x="1126" y="20956"/>
                </a:lnTo>
                <a:lnTo>
                  <a:pt x="2268" y="20554"/>
                </a:lnTo>
                <a:lnTo>
                  <a:pt x="3853" y="19837"/>
                </a:lnTo>
                <a:lnTo>
                  <a:pt x="5332" y="19099"/>
                </a:lnTo>
                <a:lnTo>
                  <a:pt x="6736" y="18309"/>
                </a:lnTo>
                <a:lnTo>
                  <a:pt x="8097" y="17427"/>
                </a:lnTo>
                <a:lnTo>
                  <a:pt x="9439" y="16420"/>
                </a:lnTo>
                <a:lnTo>
                  <a:pt x="10800" y="15252"/>
                </a:lnTo>
                <a:lnTo>
                  <a:pt x="11399" y="13376"/>
                </a:lnTo>
                <a:lnTo>
                  <a:pt x="11904" y="11506"/>
                </a:lnTo>
                <a:lnTo>
                  <a:pt x="12323" y="9633"/>
                </a:lnTo>
                <a:lnTo>
                  <a:pt x="12666" y="7751"/>
                </a:lnTo>
                <a:lnTo>
                  <a:pt x="12947" y="5854"/>
                </a:lnTo>
                <a:lnTo>
                  <a:pt x="13171" y="3935"/>
                </a:lnTo>
                <a:lnTo>
                  <a:pt x="13351" y="1986"/>
                </a:lnTo>
                <a:lnTo>
                  <a:pt x="13500" y="0"/>
                </a:lnTo>
                <a:close/>
              </a:path>
            </a:pathLst>
          </a:custGeom>
          <a:solidFill>
            <a:srgbClr val="E3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0" name="contour_13608"/>
          <p:cNvSpPr/>
          <p:nvPr/>
        </p:nvSpPr>
        <p:spPr>
          <a:xfrm>
            <a:off x="8668509" y="5305658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37" y="1374"/>
                </a:lnTo>
                <a:lnTo>
                  <a:pt x="16701" y="2438"/>
                </a:lnTo>
                <a:lnTo>
                  <a:pt x="17889" y="3418"/>
                </a:lnTo>
                <a:lnTo>
                  <a:pt x="18943" y="4539"/>
                </a:lnTo>
                <a:lnTo>
                  <a:pt x="20097" y="6024"/>
                </a:lnTo>
                <a:lnTo>
                  <a:pt x="21600" y="8100"/>
                </a:lnTo>
                <a:lnTo>
                  <a:pt x="20585" y="9782"/>
                </a:lnTo>
                <a:lnTo>
                  <a:pt x="19479" y="11413"/>
                </a:lnTo>
                <a:lnTo>
                  <a:pt x="18269" y="12995"/>
                </a:lnTo>
                <a:lnTo>
                  <a:pt x="16956" y="14529"/>
                </a:lnTo>
                <a:lnTo>
                  <a:pt x="15535" y="16019"/>
                </a:lnTo>
                <a:lnTo>
                  <a:pt x="13997" y="17469"/>
                </a:lnTo>
                <a:lnTo>
                  <a:pt x="12338" y="18881"/>
                </a:lnTo>
                <a:lnTo>
                  <a:pt x="10554" y="20258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713" y="19634"/>
                </a:lnTo>
                <a:lnTo>
                  <a:pt x="1482" y="17726"/>
                </a:lnTo>
                <a:lnTo>
                  <a:pt x="2311" y="15868"/>
                </a:lnTo>
                <a:lnTo>
                  <a:pt x="3205" y="14051"/>
                </a:lnTo>
                <a:lnTo>
                  <a:pt x="4164" y="12266"/>
                </a:lnTo>
                <a:lnTo>
                  <a:pt x="5188" y="10506"/>
                </a:lnTo>
                <a:lnTo>
                  <a:pt x="6290" y="8764"/>
                </a:lnTo>
                <a:lnTo>
                  <a:pt x="7465" y="7028"/>
                </a:lnTo>
                <a:lnTo>
                  <a:pt x="8713" y="5292"/>
                </a:lnTo>
                <a:lnTo>
                  <a:pt x="10044" y="3548"/>
                </a:lnTo>
                <a:lnTo>
                  <a:pt x="11461" y="1787"/>
                </a:lnTo>
                <a:lnTo>
                  <a:pt x="12960" y="0"/>
                </a:lnTo>
                <a:close/>
              </a:path>
            </a:pathLst>
          </a:custGeom>
          <a:solidFill>
            <a:srgbClr val="9298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1" name="contour_13609"/>
          <p:cNvSpPr/>
          <p:nvPr/>
        </p:nvSpPr>
        <p:spPr>
          <a:xfrm>
            <a:off x="4864177" y="5325277"/>
            <a:ext cx="58304" cy="386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27" y="28"/>
                </a:moveTo>
                <a:lnTo>
                  <a:pt x="8883" y="0"/>
                </a:lnTo>
                <a:lnTo>
                  <a:pt x="11316" y="65"/>
                </a:lnTo>
                <a:lnTo>
                  <a:pt x="13189" y="301"/>
                </a:lnTo>
                <a:lnTo>
                  <a:pt x="14674" y="785"/>
                </a:lnTo>
                <a:lnTo>
                  <a:pt x="15935" y="1607"/>
                </a:lnTo>
                <a:lnTo>
                  <a:pt x="17148" y="2836"/>
                </a:lnTo>
                <a:lnTo>
                  <a:pt x="18471" y="4558"/>
                </a:lnTo>
                <a:lnTo>
                  <a:pt x="20080" y="6849"/>
                </a:lnTo>
                <a:lnTo>
                  <a:pt x="20582" y="9034"/>
                </a:lnTo>
                <a:lnTo>
                  <a:pt x="21090" y="11231"/>
                </a:lnTo>
                <a:lnTo>
                  <a:pt x="21600" y="13461"/>
                </a:lnTo>
                <a:lnTo>
                  <a:pt x="20188" y="16306"/>
                </a:lnTo>
                <a:lnTo>
                  <a:pt x="19154" y="18100"/>
                </a:lnTo>
                <a:lnTo>
                  <a:pt x="17993" y="19614"/>
                </a:lnTo>
                <a:lnTo>
                  <a:pt x="16200" y="21600"/>
                </a:lnTo>
                <a:lnTo>
                  <a:pt x="15746" y="19659"/>
                </a:lnTo>
                <a:lnTo>
                  <a:pt x="15282" y="17689"/>
                </a:lnTo>
                <a:lnTo>
                  <a:pt x="14202" y="15219"/>
                </a:lnTo>
                <a:lnTo>
                  <a:pt x="13322" y="13779"/>
                </a:lnTo>
                <a:lnTo>
                  <a:pt x="12172" y="12818"/>
                </a:lnTo>
                <a:lnTo>
                  <a:pt x="10284" y="11777"/>
                </a:lnTo>
                <a:lnTo>
                  <a:pt x="8446" y="11349"/>
                </a:lnTo>
                <a:lnTo>
                  <a:pt x="6580" y="10918"/>
                </a:lnTo>
                <a:lnTo>
                  <a:pt x="4733" y="10458"/>
                </a:lnTo>
                <a:lnTo>
                  <a:pt x="2859" y="9994"/>
                </a:lnTo>
                <a:lnTo>
                  <a:pt x="1439" y="9697"/>
                </a:lnTo>
                <a:lnTo>
                  <a:pt x="0" y="9392"/>
                </a:lnTo>
                <a:lnTo>
                  <a:pt x="926" y="5579"/>
                </a:lnTo>
                <a:lnTo>
                  <a:pt x="1685" y="3186"/>
                </a:lnTo>
                <a:lnTo>
                  <a:pt x="2554" y="1762"/>
                </a:lnTo>
                <a:lnTo>
                  <a:pt x="3810" y="859"/>
                </a:lnTo>
                <a:lnTo>
                  <a:pt x="5727" y="28"/>
                </a:lnTo>
                <a:close/>
              </a:path>
            </a:pathLst>
          </a:custGeom>
          <a:solidFill>
            <a:srgbClr val="362A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2" name="contour_13610"/>
          <p:cNvSpPr/>
          <p:nvPr/>
        </p:nvSpPr>
        <p:spPr>
          <a:xfrm>
            <a:off x="10022763" y="5312946"/>
            <a:ext cx="377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1918" y="484"/>
                </a:lnTo>
                <a:lnTo>
                  <a:pt x="3011" y="937"/>
                </a:lnTo>
                <a:lnTo>
                  <a:pt x="4270" y="1456"/>
                </a:lnTo>
                <a:lnTo>
                  <a:pt x="5938" y="2147"/>
                </a:lnTo>
                <a:lnTo>
                  <a:pt x="8261" y="3110"/>
                </a:lnTo>
                <a:lnTo>
                  <a:pt x="11480" y="4445"/>
                </a:lnTo>
                <a:lnTo>
                  <a:pt x="15846" y="6255"/>
                </a:lnTo>
                <a:lnTo>
                  <a:pt x="21600" y="8640"/>
                </a:lnTo>
                <a:lnTo>
                  <a:pt x="20774" y="11206"/>
                </a:lnTo>
                <a:lnTo>
                  <a:pt x="19945" y="13781"/>
                </a:lnTo>
                <a:lnTo>
                  <a:pt x="19115" y="16364"/>
                </a:lnTo>
                <a:lnTo>
                  <a:pt x="18277" y="18969"/>
                </a:lnTo>
                <a:lnTo>
                  <a:pt x="17430" y="21600"/>
                </a:lnTo>
                <a:lnTo>
                  <a:pt x="14903" y="20589"/>
                </a:lnTo>
                <a:lnTo>
                  <a:pt x="12426" y="19544"/>
                </a:lnTo>
                <a:lnTo>
                  <a:pt x="9995" y="18438"/>
                </a:lnTo>
                <a:lnTo>
                  <a:pt x="7614" y="17254"/>
                </a:lnTo>
                <a:lnTo>
                  <a:pt x="5279" y="15958"/>
                </a:lnTo>
                <a:lnTo>
                  <a:pt x="2990" y="14537"/>
                </a:lnTo>
                <a:lnTo>
                  <a:pt x="751" y="12960"/>
                </a:lnTo>
                <a:lnTo>
                  <a:pt x="250" y="9487"/>
                </a:lnTo>
                <a:lnTo>
                  <a:pt x="0" y="7076"/>
                </a:lnTo>
                <a:lnTo>
                  <a:pt x="0" y="5106"/>
                </a:lnTo>
                <a:lnTo>
                  <a:pt x="250" y="2955"/>
                </a:lnTo>
                <a:lnTo>
                  <a:pt x="751" y="0"/>
                </a:lnTo>
                <a:close/>
              </a:path>
            </a:pathLst>
          </a:custGeom>
          <a:solidFill>
            <a:srgbClr val="B2B6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3" name="contour_13611"/>
          <p:cNvSpPr/>
          <p:nvPr/>
        </p:nvSpPr>
        <p:spPr>
          <a:xfrm>
            <a:off x="6438383" y="5312946"/>
            <a:ext cx="2328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16" y="0"/>
                </a:lnTo>
                <a:lnTo>
                  <a:pt x="8045" y="0"/>
                </a:lnTo>
                <a:lnTo>
                  <a:pt x="12088" y="0"/>
                </a:lnTo>
                <a:lnTo>
                  <a:pt x="16165" y="0"/>
                </a:lnTo>
                <a:lnTo>
                  <a:pt x="20282" y="0"/>
                </a:lnTo>
                <a:lnTo>
                  <a:pt x="20491" y="1811"/>
                </a:lnTo>
                <a:lnTo>
                  <a:pt x="20674" y="3626"/>
                </a:lnTo>
                <a:lnTo>
                  <a:pt x="20843" y="5437"/>
                </a:lnTo>
                <a:lnTo>
                  <a:pt x="20992" y="7251"/>
                </a:lnTo>
                <a:lnTo>
                  <a:pt x="21127" y="9066"/>
                </a:lnTo>
                <a:lnTo>
                  <a:pt x="21282" y="10751"/>
                </a:lnTo>
                <a:lnTo>
                  <a:pt x="21438" y="12445"/>
                </a:lnTo>
                <a:lnTo>
                  <a:pt x="21600" y="14163"/>
                </a:lnTo>
                <a:lnTo>
                  <a:pt x="20944" y="16323"/>
                </a:lnTo>
                <a:lnTo>
                  <a:pt x="20282" y="18514"/>
                </a:lnTo>
                <a:lnTo>
                  <a:pt x="18815" y="18848"/>
                </a:lnTo>
                <a:lnTo>
                  <a:pt x="16922" y="19283"/>
                </a:lnTo>
                <a:lnTo>
                  <a:pt x="13325" y="20103"/>
                </a:lnTo>
                <a:lnTo>
                  <a:pt x="6761" y="21600"/>
                </a:lnTo>
                <a:lnTo>
                  <a:pt x="6091" y="19462"/>
                </a:lnTo>
                <a:lnTo>
                  <a:pt x="5422" y="17320"/>
                </a:lnTo>
                <a:lnTo>
                  <a:pt x="4753" y="15179"/>
                </a:lnTo>
                <a:lnTo>
                  <a:pt x="4077" y="13034"/>
                </a:lnTo>
                <a:lnTo>
                  <a:pt x="3407" y="10880"/>
                </a:lnTo>
                <a:lnTo>
                  <a:pt x="2731" y="8723"/>
                </a:lnTo>
                <a:lnTo>
                  <a:pt x="2055" y="6557"/>
                </a:lnTo>
                <a:lnTo>
                  <a:pt x="1372" y="4382"/>
                </a:lnTo>
                <a:lnTo>
                  <a:pt x="69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CC7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4" name="contour_13612"/>
          <p:cNvSpPr/>
          <p:nvPr/>
        </p:nvSpPr>
        <p:spPr>
          <a:xfrm>
            <a:off x="1446109" y="5312946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563" y="15192"/>
                </a:lnTo>
                <a:lnTo>
                  <a:pt x="17524" y="15984"/>
                </a:lnTo>
                <a:lnTo>
                  <a:pt x="15484" y="16776"/>
                </a:lnTo>
                <a:lnTo>
                  <a:pt x="13438" y="17575"/>
                </a:lnTo>
                <a:lnTo>
                  <a:pt x="11386" y="18374"/>
                </a:lnTo>
                <a:lnTo>
                  <a:pt x="9325" y="19174"/>
                </a:lnTo>
                <a:lnTo>
                  <a:pt x="7258" y="19980"/>
                </a:lnTo>
                <a:lnTo>
                  <a:pt x="5178" y="20786"/>
                </a:lnTo>
                <a:lnTo>
                  <a:pt x="3086" y="21600"/>
                </a:lnTo>
                <a:lnTo>
                  <a:pt x="2475" y="17323"/>
                </a:lnTo>
                <a:lnTo>
                  <a:pt x="1861" y="13032"/>
                </a:lnTo>
                <a:lnTo>
                  <a:pt x="1247" y="8726"/>
                </a:lnTo>
                <a:lnTo>
                  <a:pt x="62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2A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5" name="contour_13613"/>
          <p:cNvSpPr/>
          <p:nvPr/>
        </p:nvSpPr>
        <p:spPr>
          <a:xfrm>
            <a:off x="7393110" y="5305301"/>
            <a:ext cx="58304" cy="22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7"/>
                </a:moveTo>
                <a:lnTo>
                  <a:pt x="21600" y="4555"/>
                </a:lnTo>
                <a:lnTo>
                  <a:pt x="21600" y="8777"/>
                </a:lnTo>
                <a:lnTo>
                  <a:pt x="21600" y="13014"/>
                </a:lnTo>
                <a:lnTo>
                  <a:pt x="21600" y="17286"/>
                </a:lnTo>
                <a:lnTo>
                  <a:pt x="21600" y="21600"/>
                </a:lnTo>
                <a:lnTo>
                  <a:pt x="19818" y="21012"/>
                </a:lnTo>
                <a:lnTo>
                  <a:pt x="18036" y="20431"/>
                </a:lnTo>
                <a:lnTo>
                  <a:pt x="16251" y="19843"/>
                </a:lnTo>
                <a:lnTo>
                  <a:pt x="14464" y="19262"/>
                </a:lnTo>
                <a:lnTo>
                  <a:pt x="12674" y="18674"/>
                </a:lnTo>
                <a:lnTo>
                  <a:pt x="10881" y="18086"/>
                </a:lnTo>
                <a:lnTo>
                  <a:pt x="9083" y="17498"/>
                </a:lnTo>
                <a:lnTo>
                  <a:pt x="7279" y="16903"/>
                </a:lnTo>
                <a:lnTo>
                  <a:pt x="5470" y="16308"/>
                </a:lnTo>
                <a:lnTo>
                  <a:pt x="3656" y="15713"/>
                </a:lnTo>
                <a:lnTo>
                  <a:pt x="1831" y="15118"/>
                </a:lnTo>
                <a:lnTo>
                  <a:pt x="0" y="14516"/>
                </a:lnTo>
                <a:lnTo>
                  <a:pt x="1895" y="11746"/>
                </a:lnTo>
                <a:lnTo>
                  <a:pt x="3688" y="9280"/>
                </a:lnTo>
                <a:lnTo>
                  <a:pt x="5408" y="7127"/>
                </a:lnTo>
                <a:lnTo>
                  <a:pt x="7077" y="5264"/>
                </a:lnTo>
                <a:lnTo>
                  <a:pt x="8721" y="3698"/>
                </a:lnTo>
                <a:lnTo>
                  <a:pt x="10363" y="2409"/>
                </a:lnTo>
                <a:lnTo>
                  <a:pt x="12029" y="1403"/>
                </a:lnTo>
                <a:lnTo>
                  <a:pt x="13746" y="673"/>
                </a:lnTo>
                <a:lnTo>
                  <a:pt x="15536" y="205"/>
                </a:lnTo>
                <a:lnTo>
                  <a:pt x="17426" y="0"/>
                </a:lnTo>
                <a:lnTo>
                  <a:pt x="19437" y="50"/>
                </a:lnTo>
                <a:lnTo>
                  <a:pt x="21600" y="347"/>
                </a:lnTo>
                <a:close/>
              </a:path>
            </a:pathLst>
          </a:custGeom>
          <a:solidFill>
            <a:srgbClr val="747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6" name="contour_13614"/>
          <p:cNvSpPr/>
          <p:nvPr/>
        </p:nvSpPr>
        <p:spPr>
          <a:xfrm>
            <a:off x="7094302" y="5321487"/>
            <a:ext cx="65592" cy="272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86"/>
                </a:moveTo>
                <a:lnTo>
                  <a:pt x="20230" y="6439"/>
                </a:lnTo>
                <a:lnTo>
                  <a:pt x="18857" y="8092"/>
                </a:lnTo>
                <a:lnTo>
                  <a:pt x="17486" y="9739"/>
                </a:lnTo>
                <a:lnTo>
                  <a:pt x="16114" y="11392"/>
                </a:lnTo>
                <a:lnTo>
                  <a:pt x="14743" y="13040"/>
                </a:lnTo>
                <a:lnTo>
                  <a:pt x="13370" y="14693"/>
                </a:lnTo>
                <a:lnTo>
                  <a:pt x="12000" y="16346"/>
                </a:lnTo>
                <a:lnTo>
                  <a:pt x="10771" y="18028"/>
                </a:lnTo>
                <a:lnTo>
                  <a:pt x="9526" y="19733"/>
                </a:lnTo>
                <a:lnTo>
                  <a:pt x="8119" y="21086"/>
                </a:lnTo>
                <a:lnTo>
                  <a:pt x="7003" y="21600"/>
                </a:lnTo>
                <a:lnTo>
                  <a:pt x="5592" y="21328"/>
                </a:lnTo>
                <a:lnTo>
                  <a:pt x="3300" y="20323"/>
                </a:lnTo>
                <a:lnTo>
                  <a:pt x="2210" y="19011"/>
                </a:lnTo>
                <a:lnTo>
                  <a:pt x="1111" y="17687"/>
                </a:lnTo>
                <a:lnTo>
                  <a:pt x="0" y="16346"/>
                </a:lnTo>
                <a:lnTo>
                  <a:pt x="0" y="12525"/>
                </a:lnTo>
                <a:lnTo>
                  <a:pt x="0" y="8682"/>
                </a:lnTo>
                <a:lnTo>
                  <a:pt x="0" y="4786"/>
                </a:lnTo>
                <a:lnTo>
                  <a:pt x="1752" y="3214"/>
                </a:lnTo>
                <a:lnTo>
                  <a:pt x="3451" y="1977"/>
                </a:lnTo>
                <a:lnTo>
                  <a:pt x="5110" y="1064"/>
                </a:lnTo>
                <a:lnTo>
                  <a:pt x="6737" y="439"/>
                </a:lnTo>
                <a:lnTo>
                  <a:pt x="8342" y="92"/>
                </a:lnTo>
                <a:lnTo>
                  <a:pt x="9936" y="0"/>
                </a:lnTo>
                <a:lnTo>
                  <a:pt x="11527" y="145"/>
                </a:lnTo>
                <a:lnTo>
                  <a:pt x="13128" y="503"/>
                </a:lnTo>
                <a:lnTo>
                  <a:pt x="14746" y="1052"/>
                </a:lnTo>
                <a:lnTo>
                  <a:pt x="16392" y="1780"/>
                </a:lnTo>
                <a:lnTo>
                  <a:pt x="18077" y="2653"/>
                </a:lnTo>
                <a:lnTo>
                  <a:pt x="19810" y="3665"/>
                </a:lnTo>
                <a:lnTo>
                  <a:pt x="21600" y="4786"/>
                </a:lnTo>
                <a:close/>
              </a:path>
            </a:pathLst>
          </a:custGeom>
          <a:solidFill>
            <a:srgbClr val="E1E6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7" name="contour_13615"/>
          <p:cNvSpPr/>
          <p:nvPr/>
        </p:nvSpPr>
        <p:spPr>
          <a:xfrm>
            <a:off x="4339442" y="5312946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40" y="918"/>
                </a:lnTo>
                <a:lnTo>
                  <a:pt x="6795" y="1852"/>
                </a:lnTo>
                <a:lnTo>
                  <a:pt x="8646" y="2797"/>
                </a:lnTo>
                <a:lnTo>
                  <a:pt x="10495" y="3758"/>
                </a:lnTo>
                <a:lnTo>
                  <a:pt x="12343" y="4725"/>
                </a:lnTo>
                <a:lnTo>
                  <a:pt x="14065" y="5600"/>
                </a:lnTo>
                <a:lnTo>
                  <a:pt x="15796" y="6485"/>
                </a:lnTo>
                <a:lnTo>
                  <a:pt x="17552" y="7382"/>
                </a:lnTo>
                <a:lnTo>
                  <a:pt x="18888" y="8510"/>
                </a:lnTo>
                <a:lnTo>
                  <a:pt x="20236" y="965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462" y="21065"/>
                </a:lnTo>
                <a:lnTo>
                  <a:pt x="17320" y="20531"/>
                </a:lnTo>
                <a:lnTo>
                  <a:pt x="15179" y="19996"/>
                </a:lnTo>
                <a:lnTo>
                  <a:pt x="13034" y="19456"/>
                </a:lnTo>
                <a:lnTo>
                  <a:pt x="10880" y="18922"/>
                </a:lnTo>
                <a:lnTo>
                  <a:pt x="8723" y="18382"/>
                </a:lnTo>
                <a:lnTo>
                  <a:pt x="6557" y="17842"/>
                </a:lnTo>
                <a:lnTo>
                  <a:pt x="4382" y="17296"/>
                </a:lnTo>
                <a:lnTo>
                  <a:pt x="2197" y="16751"/>
                </a:lnTo>
                <a:lnTo>
                  <a:pt x="0" y="16200"/>
                </a:lnTo>
                <a:lnTo>
                  <a:pt x="611" y="12992"/>
                </a:lnTo>
                <a:lnTo>
                  <a:pt x="1225" y="9774"/>
                </a:lnTo>
                <a:lnTo>
                  <a:pt x="1839" y="6545"/>
                </a:lnTo>
                <a:lnTo>
                  <a:pt x="2459" y="3289"/>
                </a:lnTo>
                <a:lnTo>
                  <a:pt x="3086" y="0"/>
                </a:lnTo>
                <a:close/>
              </a:path>
            </a:pathLst>
          </a:custGeom>
          <a:solidFill>
            <a:srgbClr val="35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8" name="contour_13616"/>
          <p:cNvSpPr/>
          <p:nvPr/>
        </p:nvSpPr>
        <p:spPr>
          <a:xfrm>
            <a:off x="943238" y="5261930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765" y="1728"/>
                </a:lnTo>
                <a:lnTo>
                  <a:pt x="5214" y="3469"/>
                </a:lnTo>
                <a:lnTo>
                  <a:pt x="5668" y="5233"/>
                </a:lnTo>
                <a:lnTo>
                  <a:pt x="6359" y="6998"/>
                </a:lnTo>
                <a:lnTo>
                  <a:pt x="6899" y="8165"/>
                </a:lnTo>
                <a:lnTo>
                  <a:pt x="7569" y="9258"/>
                </a:lnTo>
                <a:lnTo>
                  <a:pt x="8640" y="10800"/>
                </a:lnTo>
                <a:lnTo>
                  <a:pt x="11984" y="11794"/>
                </a:lnTo>
                <a:lnTo>
                  <a:pt x="14329" y="12431"/>
                </a:lnTo>
                <a:lnTo>
                  <a:pt x="16299" y="12841"/>
                </a:lnTo>
                <a:lnTo>
                  <a:pt x="18516" y="13154"/>
                </a:lnTo>
                <a:lnTo>
                  <a:pt x="21600" y="13500"/>
                </a:lnTo>
                <a:lnTo>
                  <a:pt x="20745" y="15104"/>
                </a:lnTo>
                <a:lnTo>
                  <a:pt x="19885" y="16713"/>
                </a:lnTo>
                <a:lnTo>
                  <a:pt x="19025" y="18328"/>
                </a:lnTo>
                <a:lnTo>
                  <a:pt x="18157" y="19956"/>
                </a:lnTo>
                <a:lnTo>
                  <a:pt x="17280" y="21600"/>
                </a:lnTo>
                <a:lnTo>
                  <a:pt x="14429" y="21155"/>
                </a:lnTo>
                <a:lnTo>
                  <a:pt x="11573" y="20709"/>
                </a:lnTo>
                <a:lnTo>
                  <a:pt x="8705" y="20261"/>
                </a:lnTo>
                <a:lnTo>
                  <a:pt x="5823" y="19810"/>
                </a:lnTo>
                <a:lnTo>
                  <a:pt x="2925" y="19356"/>
                </a:lnTo>
                <a:lnTo>
                  <a:pt x="0" y="18900"/>
                </a:lnTo>
                <a:lnTo>
                  <a:pt x="428" y="17029"/>
                </a:lnTo>
                <a:lnTo>
                  <a:pt x="855" y="15155"/>
                </a:lnTo>
                <a:lnTo>
                  <a:pt x="1283" y="13281"/>
                </a:lnTo>
                <a:lnTo>
                  <a:pt x="1715" y="11405"/>
                </a:lnTo>
                <a:lnTo>
                  <a:pt x="2143" y="9520"/>
                </a:lnTo>
                <a:lnTo>
                  <a:pt x="2575" y="7633"/>
                </a:lnTo>
                <a:lnTo>
                  <a:pt x="3007" y="5738"/>
                </a:lnTo>
                <a:lnTo>
                  <a:pt x="3443" y="3834"/>
                </a:lnTo>
                <a:lnTo>
                  <a:pt x="3879" y="1922"/>
                </a:lnTo>
                <a:lnTo>
                  <a:pt x="4320" y="0"/>
                </a:lnTo>
                <a:close/>
              </a:path>
            </a:pathLst>
          </a:custGeom>
          <a:solidFill>
            <a:srgbClr val="3937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19" name="contour_13617"/>
          <p:cNvSpPr/>
          <p:nvPr/>
        </p:nvSpPr>
        <p:spPr>
          <a:xfrm>
            <a:off x="7042026" y="5276506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24" y="0"/>
                </a:moveTo>
                <a:lnTo>
                  <a:pt x="18018" y="2354"/>
                </a:lnTo>
                <a:lnTo>
                  <a:pt x="19084" y="4093"/>
                </a:lnTo>
                <a:lnTo>
                  <a:pt x="19871" y="5735"/>
                </a:lnTo>
                <a:lnTo>
                  <a:pt x="20627" y="7798"/>
                </a:lnTo>
                <a:lnTo>
                  <a:pt x="21600" y="10800"/>
                </a:lnTo>
                <a:lnTo>
                  <a:pt x="19799" y="13381"/>
                </a:lnTo>
                <a:lnTo>
                  <a:pt x="18417" y="15250"/>
                </a:lnTo>
                <a:lnTo>
                  <a:pt x="17154" y="16708"/>
                </a:lnTo>
                <a:lnTo>
                  <a:pt x="15730" y="18050"/>
                </a:lnTo>
                <a:lnTo>
                  <a:pt x="13857" y="19580"/>
                </a:lnTo>
                <a:lnTo>
                  <a:pt x="11248" y="21600"/>
                </a:lnTo>
                <a:lnTo>
                  <a:pt x="7826" y="21600"/>
                </a:lnTo>
                <a:lnTo>
                  <a:pt x="4384" y="21600"/>
                </a:lnTo>
                <a:lnTo>
                  <a:pt x="895" y="21600"/>
                </a:lnTo>
                <a:lnTo>
                  <a:pt x="543" y="18997"/>
                </a:lnTo>
                <a:lnTo>
                  <a:pt x="254" y="16423"/>
                </a:lnTo>
                <a:lnTo>
                  <a:pt x="62" y="13864"/>
                </a:lnTo>
                <a:lnTo>
                  <a:pt x="0" y="11311"/>
                </a:lnTo>
                <a:lnTo>
                  <a:pt x="98" y="8755"/>
                </a:lnTo>
                <a:lnTo>
                  <a:pt x="383" y="6188"/>
                </a:lnTo>
                <a:lnTo>
                  <a:pt x="895" y="3600"/>
                </a:lnTo>
                <a:lnTo>
                  <a:pt x="4747" y="2167"/>
                </a:lnTo>
                <a:lnTo>
                  <a:pt x="7480" y="1264"/>
                </a:lnTo>
                <a:lnTo>
                  <a:pt x="9840" y="716"/>
                </a:lnTo>
                <a:lnTo>
                  <a:pt x="12573" y="353"/>
                </a:lnTo>
                <a:lnTo>
                  <a:pt x="16424" y="0"/>
                </a:lnTo>
                <a:close/>
              </a:path>
            </a:pathLst>
          </a:custGeom>
          <a:solidFill>
            <a:srgbClr val="4F47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0" name="contour_13618"/>
          <p:cNvSpPr/>
          <p:nvPr/>
        </p:nvSpPr>
        <p:spPr>
          <a:xfrm>
            <a:off x="5155697" y="5247354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509"/>
                </a:lnTo>
                <a:lnTo>
                  <a:pt x="4076" y="1018"/>
                </a:lnTo>
                <a:lnTo>
                  <a:pt x="6125" y="1531"/>
                </a:lnTo>
                <a:lnTo>
                  <a:pt x="8183" y="2046"/>
                </a:lnTo>
                <a:lnTo>
                  <a:pt x="10254" y="2564"/>
                </a:lnTo>
                <a:lnTo>
                  <a:pt x="12343" y="3086"/>
                </a:lnTo>
                <a:lnTo>
                  <a:pt x="11732" y="4919"/>
                </a:lnTo>
                <a:lnTo>
                  <a:pt x="11118" y="6758"/>
                </a:lnTo>
                <a:lnTo>
                  <a:pt x="10504" y="8603"/>
                </a:lnTo>
                <a:lnTo>
                  <a:pt x="9884" y="10464"/>
                </a:lnTo>
                <a:lnTo>
                  <a:pt x="9257" y="12343"/>
                </a:lnTo>
                <a:lnTo>
                  <a:pt x="11004" y="13216"/>
                </a:lnTo>
                <a:lnTo>
                  <a:pt x="12750" y="14089"/>
                </a:lnTo>
                <a:lnTo>
                  <a:pt x="14503" y="14966"/>
                </a:lnTo>
                <a:lnTo>
                  <a:pt x="16262" y="15845"/>
                </a:lnTo>
                <a:lnTo>
                  <a:pt x="18030" y="16731"/>
                </a:lnTo>
                <a:lnTo>
                  <a:pt x="19807" y="17619"/>
                </a:lnTo>
                <a:lnTo>
                  <a:pt x="21600" y="18514"/>
                </a:lnTo>
                <a:lnTo>
                  <a:pt x="19508" y="19545"/>
                </a:lnTo>
                <a:lnTo>
                  <a:pt x="17980" y="20224"/>
                </a:lnTo>
                <a:lnTo>
                  <a:pt x="16573" y="20693"/>
                </a:lnTo>
                <a:lnTo>
                  <a:pt x="14842" y="21100"/>
                </a:lnTo>
                <a:lnTo>
                  <a:pt x="12343" y="21600"/>
                </a:lnTo>
                <a:lnTo>
                  <a:pt x="10809" y="20042"/>
                </a:lnTo>
                <a:lnTo>
                  <a:pt x="9689" y="18844"/>
                </a:lnTo>
                <a:lnTo>
                  <a:pt x="8797" y="17761"/>
                </a:lnTo>
                <a:lnTo>
                  <a:pt x="7940" y="16543"/>
                </a:lnTo>
                <a:lnTo>
                  <a:pt x="6934" y="14950"/>
                </a:lnTo>
                <a:lnTo>
                  <a:pt x="5591" y="12729"/>
                </a:lnTo>
                <a:lnTo>
                  <a:pt x="4530" y="11016"/>
                </a:lnTo>
                <a:lnTo>
                  <a:pt x="3459" y="9291"/>
                </a:lnTo>
                <a:lnTo>
                  <a:pt x="2376" y="7545"/>
                </a:lnTo>
                <a:lnTo>
                  <a:pt x="1003" y="4919"/>
                </a:lnTo>
                <a:lnTo>
                  <a:pt x="296" y="3259"/>
                </a:lnTo>
                <a:lnTo>
                  <a:pt x="37" y="1855"/>
                </a:lnTo>
                <a:lnTo>
                  <a:pt x="0" y="0"/>
                </a:lnTo>
                <a:close/>
              </a:path>
            </a:pathLst>
          </a:custGeom>
          <a:solidFill>
            <a:srgbClr val="545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1" name="contour_13619"/>
          <p:cNvSpPr/>
          <p:nvPr/>
        </p:nvSpPr>
        <p:spPr>
          <a:xfrm>
            <a:off x="4850301" y="5247354"/>
            <a:ext cx="357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82" y="0"/>
                </a:moveTo>
                <a:lnTo>
                  <a:pt x="4783" y="1001"/>
                </a:lnTo>
                <a:lnTo>
                  <a:pt x="5598" y="2016"/>
                </a:lnTo>
                <a:lnTo>
                  <a:pt x="6708" y="3324"/>
                </a:lnTo>
                <a:lnTo>
                  <a:pt x="7836" y="4651"/>
                </a:lnTo>
                <a:lnTo>
                  <a:pt x="8910" y="5947"/>
                </a:lnTo>
                <a:lnTo>
                  <a:pt x="10003" y="7265"/>
                </a:lnTo>
                <a:lnTo>
                  <a:pt x="11434" y="8424"/>
                </a:lnTo>
                <a:lnTo>
                  <a:pt x="12751" y="9250"/>
                </a:lnTo>
                <a:lnTo>
                  <a:pt x="14513" y="9970"/>
                </a:lnTo>
                <a:lnTo>
                  <a:pt x="17279" y="10810"/>
                </a:lnTo>
                <a:lnTo>
                  <a:pt x="21600" y="12000"/>
                </a:lnTo>
                <a:lnTo>
                  <a:pt x="20354" y="13358"/>
                </a:lnTo>
                <a:lnTo>
                  <a:pt x="19107" y="14717"/>
                </a:lnTo>
                <a:lnTo>
                  <a:pt x="17856" y="16080"/>
                </a:lnTo>
                <a:lnTo>
                  <a:pt x="16601" y="17448"/>
                </a:lnTo>
                <a:lnTo>
                  <a:pt x="15337" y="18823"/>
                </a:lnTo>
                <a:lnTo>
                  <a:pt x="14068" y="20206"/>
                </a:lnTo>
                <a:lnTo>
                  <a:pt x="12791" y="21600"/>
                </a:lnTo>
                <a:lnTo>
                  <a:pt x="11628" y="20254"/>
                </a:lnTo>
                <a:lnTo>
                  <a:pt x="10470" y="18907"/>
                </a:lnTo>
                <a:lnTo>
                  <a:pt x="9320" y="17558"/>
                </a:lnTo>
                <a:lnTo>
                  <a:pt x="8179" y="16207"/>
                </a:lnTo>
                <a:lnTo>
                  <a:pt x="7043" y="14854"/>
                </a:lnTo>
                <a:lnTo>
                  <a:pt x="5911" y="13500"/>
                </a:lnTo>
                <a:lnTo>
                  <a:pt x="4907" y="12355"/>
                </a:lnTo>
                <a:lnTo>
                  <a:pt x="3889" y="11194"/>
                </a:lnTo>
                <a:lnTo>
                  <a:pt x="1912" y="8762"/>
                </a:lnTo>
                <a:lnTo>
                  <a:pt x="652" y="7025"/>
                </a:lnTo>
                <a:lnTo>
                  <a:pt x="40" y="5726"/>
                </a:lnTo>
                <a:lnTo>
                  <a:pt x="0" y="4603"/>
                </a:lnTo>
                <a:lnTo>
                  <a:pt x="471" y="3401"/>
                </a:lnTo>
                <a:lnTo>
                  <a:pt x="1383" y="1855"/>
                </a:lnTo>
                <a:lnTo>
                  <a:pt x="2674" y="934"/>
                </a:lnTo>
                <a:lnTo>
                  <a:pt x="3982" y="0"/>
                </a:lnTo>
                <a:close/>
              </a:path>
            </a:pathLst>
          </a:custGeom>
          <a:solidFill>
            <a:srgbClr val="3837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2" name="contour_13620"/>
          <p:cNvSpPr/>
          <p:nvPr/>
        </p:nvSpPr>
        <p:spPr>
          <a:xfrm>
            <a:off x="1365941" y="5247354"/>
            <a:ext cx="2917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96" y="0"/>
                </a:moveTo>
                <a:lnTo>
                  <a:pt x="9125" y="1066"/>
                </a:lnTo>
                <a:lnTo>
                  <a:pt x="11839" y="1919"/>
                </a:lnTo>
                <a:lnTo>
                  <a:pt x="13997" y="2758"/>
                </a:lnTo>
                <a:lnTo>
                  <a:pt x="16037" y="3784"/>
                </a:lnTo>
                <a:lnTo>
                  <a:pt x="18416" y="5198"/>
                </a:lnTo>
                <a:lnTo>
                  <a:pt x="21584" y="7200"/>
                </a:lnTo>
                <a:lnTo>
                  <a:pt x="21600" y="9796"/>
                </a:lnTo>
                <a:lnTo>
                  <a:pt x="21298" y="12294"/>
                </a:lnTo>
                <a:lnTo>
                  <a:pt x="20640" y="14710"/>
                </a:lnTo>
                <a:lnTo>
                  <a:pt x="19587" y="17053"/>
                </a:lnTo>
                <a:lnTo>
                  <a:pt x="18120" y="19346"/>
                </a:lnTo>
                <a:lnTo>
                  <a:pt x="16188" y="21600"/>
                </a:lnTo>
                <a:lnTo>
                  <a:pt x="12621" y="21600"/>
                </a:lnTo>
                <a:lnTo>
                  <a:pt x="9033" y="21600"/>
                </a:lnTo>
                <a:lnTo>
                  <a:pt x="5396" y="21600"/>
                </a:lnTo>
                <a:lnTo>
                  <a:pt x="3977" y="19318"/>
                </a:lnTo>
                <a:lnTo>
                  <a:pt x="3113" y="17644"/>
                </a:lnTo>
                <a:lnTo>
                  <a:pt x="2466" y="15754"/>
                </a:lnTo>
                <a:lnTo>
                  <a:pt x="1684" y="12823"/>
                </a:lnTo>
                <a:lnTo>
                  <a:pt x="987" y="10375"/>
                </a:lnTo>
                <a:lnTo>
                  <a:pt x="275" y="7888"/>
                </a:lnTo>
                <a:lnTo>
                  <a:pt x="135" y="5760"/>
                </a:lnTo>
                <a:lnTo>
                  <a:pt x="0" y="3600"/>
                </a:lnTo>
                <a:lnTo>
                  <a:pt x="2676" y="1814"/>
                </a:lnTo>
                <a:lnTo>
                  <a:pt x="5396" y="0"/>
                </a:lnTo>
                <a:close/>
              </a:path>
            </a:pathLst>
          </a:custGeom>
          <a:solidFill>
            <a:srgbClr val="221E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3" name="contour_13621"/>
          <p:cNvSpPr/>
          <p:nvPr/>
        </p:nvSpPr>
        <p:spPr>
          <a:xfrm>
            <a:off x="6926679" y="5240066"/>
            <a:ext cx="58304" cy="388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731" y="879"/>
                </a:lnTo>
                <a:lnTo>
                  <a:pt x="4779" y="1774"/>
                </a:lnTo>
                <a:lnTo>
                  <a:pt x="6674" y="3272"/>
                </a:lnTo>
                <a:lnTo>
                  <a:pt x="8475" y="4600"/>
                </a:lnTo>
                <a:lnTo>
                  <a:pt x="10225" y="5746"/>
                </a:lnTo>
                <a:lnTo>
                  <a:pt x="11956" y="6698"/>
                </a:lnTo>
                <a:lnTo>
                  <a:pt x="13703" y="7443"/>
                </a:lnTo>
                <a:lnTo>
                  <a:pt x="15503" y="7965"/>
                </a:lnTo>
                <a:lnTo>
                  <a:pt x="17396" y="8261"/>
                </a:lnTo>
                <a:lnTo>
                  <a:pt x="19416" y="8310"/>
                </a:lnTo>
                <a:lnTo>
                  <a:pt x="21600" y="8099"/>
                </a:lnTo>
                <a:lnTo>
                  <a:pt x="21335" y="11112"/>
                </a:lnTo>
                <a:lnTo>
                  <a:pt x="21063" y="13250"/>
                </a:lnTo>
                <a:lnTo>
                  <a:pt x="20652" y="15097"/>
                </a:lnTo>
                <a:lnTo>
                  <a:pt x="19975" y="17235"/>
                </a:lnTo>
                <a:lnTo>
                  <a:pt x="18900" y="20247"/>
                </a:lnTo>
                <a:lnTo>
                  <a:pt x="16924" y="20948"/>
                </a:lnTo>
                <a:lnTo>
                  <a:pt x="14996" y="21393"/>
                </a:lnTo>
                <a:lnTo>
                  <a:pt x="13100" y="21600"/>
                </a:lnTo>
                <a:lnTo>
                  <a:pt x="11213" y="21580"/>
                </a:lnTo>
                <a:lnTo>
                  <a:pt x="9315" y="21341"/>
                </a:lnTo>
                <a:lnTo>
                  <a:pt x="7385" y="20891"/>
                </a:lnTo>
                <a:lnTo>
                  <a:pt x="5400" y="20247"/>
                </a:lnTo>
                <a:lnTo>
                  <a:pt x="3829" y="17870"/>
                </a:lnTo>
                <a:lnTo>
                  <a:pt x="2724" y="16085"/>
                </a:lnTo>
                <a:lnTo>
                  <a:pt x="1941" y="14554"/>
                </a:lnTo>
                <a:lnTo>
                  <a:pt x="1326" y="12934"/>
                </a:lnTo>
                <a:lnTo>
                  <a:pt x="729" y="10897"/>
                </a:lnTo>
                <a:lnTo>
                  <a:pt x="0" y="8099"/>
                </a:lnTo>
                <a:lnTo>
                  <a:pt x="742" y="5463"/>
                </a:lnTo>
                <a:lnTo>
                  <a:pt x="1272" y="3738"/>
                </a:lnTo>
                <a:lnTo>
                  <a:pt x="1839" y="2171"/>
                </a:lnTo>
                <a:lnTo>
                  <a:pt x="2700" y="0"/>
                </a:lnTo>
                <a:close/>
              </a:path>
            </a:pathLst>
          </a:custGeom>
          <a:solidFill>
            <a:srgbClr val="5755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4" name="contour_13622"/>
          <p:cNvSpPr/>
          <p:nvPr/>
        </p:nvSpPr>
        <p:spPr>
          <a:xfrm>
            <a:off x="629854" y="5240066"/>
            <a:ext cx="2944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05" y="1752"/>
                </a:lnTo>
                <a:lnTo>
                  <a:pt x="9907" y="3070"/>
                </a:lnTo>
                <a:lnTo>
                  <a:pt x="12971" y="4093"/>
                </a:lnTo>
                <a:lnTo>
                  <a:pt x="15280" y="4968"/>
                </a:lnTo>
                <a:lnTo>
                  <a:pt x="17200" y="5832"/>
                </a:lnTo>
                <a:lnTo>
                  <a:pt x="19114" y="6828"/>
                </a:lnTo>
                <a:lnTo>
                  <a:pt x="21386" y="8100"/>
                </a:lnTo>
                <a:lnTo>
                  <a:pt x="21600" y="10090"/>
                </a:lnTo>
                <a:lnTo>
                  <a:pt x="21370" y="11958"/>
                </a:lnTo>
                <a:lnTo>
                  <a:pt x="20696" y="13740"/>
                </a:lnTo>
                <a:lnTo>
                  <a:pt x="19579" y="15468"/>
                </a:lnTo>
                <a:lnTo>
                  <a:pt x="18029" y="17177"/>
                </a:lnTo>
                <a:lnTo>
                  <a:pt x="16040" y="18900"/>
                </a:lnTo>
                <a:lnTo>
                  <a:pt x="14879" y="19192"/>
                </a:lnTo>
                <a:lnTo>
                  <a:pt x="13377" y="19572"/>
                </a:lnTo>
                <a:lnTo>
                  <a:pt x="10538" y="20290"/>
                </a:lnTo>
                <a:lnTo>
                  <a:pt x="5347" y="21600"/>
                </a:lnTo>
                <a:lnTo>
                  <a:pt x="4903" y="19818"/>
                </a:lnTo>
                <a:lnTo>
                  <a:pt x="4464" y="18036"/>
                </a:lnTo>
                <a:lnTo>
                  <a:pt x="4021" y="16251"/>
                </a:lnTo>
                <a:lnTo>
                  <a:pt x="3582" y="14464"/>
                </a:lnTo>
                <a:lnTo>
                  <a:pt x="3138" y="12674"/>
                </a:lnTo>
                <a:lnTo>
                  <a:pt x="2695" y="10881"/>
                </a:lnTo>
                <a:lnTo>
                  <a:pt x="2251" y="9083"/>
                </a:lnTo>
                <a:lnTo>
                  <a:pt x="1802" y="7279"/>
                </a:lnTo>
                <a:lnTo>
                  <a:pt x="1353" y="5470"/>
                </a:lnTo>
                <a:lnTo>
                  <a:pt x="904" y="3656"/>
                </a:lnTo>
                <a:lnTo>
                  <a:pt x="454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6752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5" name="contour_13623"/>
          <p:cNvSpPr/>
          <p:nvPr/>
        </p:nvSpPr>
        <p:spPr>
          <a:xfrm>
            <a:off x="8304109" y="5239541"/>
            <a:ext cx="65592" cy="588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93"/>
                </a:moveTo>
                <a:lnTo>
                  <a:pt x="20916" y="217"/>
                </a:lnTo>
                <a:lnTo>
                  <a:pt x="19709" y="260"/>
                </a:lnTo>
                <a:lnTo>
                  <a:pt x="16949" y="359"/>
                </a:lnTo>
                <a:lnTo>
                  <a:pt x="15379" y="773"/>
                </a:lnTo>
                <a:lnTo>
                  <a:pt x="14342" y="1175"/>
                </a:lnTo>
                <a:lnTo>
                  <a:pt x="13370" y="1793"/>
                </a:lnTo>
                <a:lnTo>
                  <a:pt x="12000" y="2869"/>
                </a:lnTo>
                <a:lnTo>
                  <a:pt x="11537" y="4720"/>
                </a:lnTo>
                <a:lnTo>
                  <a:pt x="11141" y="6572"/>
                </a:lnTo>
                <a:lnTo>
                  <a:pt x="10805" y="8424"/>
                </a:lnTo>
                <a:lnTo>
                  <a:pt x="10524" y="10281"/>
                </a:lnTo>
                <a:lnTo>
                  <a:pt x="10289" y="12143"/>
                </a:lnTo>
                <a:lnTo>
                  <a:pt x="10094" y="14011"/>
                </a:lnTo>
                <a:lnTo>
                  <a:pt x="9936" y="15890"/>
                </a:lnTo>
                <a:lnTo>
                  <a:pt x="9804" y="17779"/>
                </a:lnTo>
                <a:lnTo>
                  <a:pt x="9696" y="19681"/>
                </a:lnTo>
                <a:lnTo>
                  <a:pt x="9600" y="21600"/>
                </a:lnTo>
                <a:lnTo>
                  <a:pt x="8410" y="21600"/>
                </a:lnTo>
                <a:lnTo>
                  <a:pt x="7200" y="21600"/>
                </a:lnTo>
                <a:lnTo>
                  <a:pt x="7327" y="20195"/>
                </a:lnTo>
                <a:lnTo>
                  <a:pt x="7452" y="18766"/>
                </a:lnTo>
                <a:lnTo>
                  <a:pt x="7541" y="16965"/>
                </a:lnTo>
                <a:lnTo>
                  <a:pt x="7596" y="15210"/>
                </a:lnTo>
                <a:lnTo>
                  <a:pt x="7606" y="13479"/>
                </a:lnTo>
                <a:lnTo>
                  <a:pt x="7553" y="11750"/>
                </a:lnTo>
                <a:lnTo>
                  <a:pt x="7423" y="10003"/>
                </a:lnTo>
                <a:lnTo>
                  <a:pt x="7200" y="8220"/>
                </a:lnTo>
                <a:lnTo>
                  <a:pt x="5414" y="7155"/>
                </a:lnTo>
                <a:lnTo>
                  <a:pt x="4147" y="6484"/>
                </a:lnTo>
                <a:lnTo>
                  <a:pt x="3053" y="6077"/>
                </a:lnTo>
                <a:lnTo>
                  <a:pt x="1786" y="5807"/>
                </a:lnTo>
                <a:lnTo>
                  <a:pt x="0" y="5544"/>
                </a:lnTo>
                <a:lnTo>
                  <a:pt x="1702" y="4466"/>
                </a:lnTo>
                <a:lnTo>
                  <a:pt x="3341" y="3519"/>
                </a:lnTo>
                <a:lnTo>
                  <a:pt x="4934" y="2697"/>
                </a:lnTo>
                <a:lnTo>
                  <a:pt x="6494" y="1996"/>
                </a:lnTo>
                <a:lnTo>
                  <a:pt x="8040" y="1410"/>
                </a:lnTo>
                <a:lnTo>
                  <a:pt x="9586" y="934"/>
                </a:lnTo>
                <a:lnTo>
                  <a:pt x="11143" y="562"/>
                </a:lnTo>
                <a:lnTo>
                  <a:pt x="12727" y="289"/>
                </a:lnTo>
                <a:lnTo>
                  <a:pt x="14357" y="107"/>
                </a:lnTo>
                <a:lnTo>
                  <a:pt x="16042" y="13"/>
                </a:lnTo>
                <a:lnTo>
                  <a:pt x="17803" y="0"/>
                </a:lnTo>
                <a:lnTo>
                  <a:pt x="19649" y="62"/>
                </a:lnTo>
                <a:lnTo>
                  <a:pt x="21600" y="193"/>
                </a:lnTo>
                <a:close/>
              </a:path>
            </a:pathLst>
          </a:custGeom>
          <a:solidFill>
            <a:srgbClr val="B8B7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6" name="contour_13624"/>
          <p:cNvSpPr/>
          <p:nvPr/>
        </p:nvSpPr>
        <p:spPr>
          <a:xfrm>
            <a:off x="2320668" y="523277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95" y="2257"/>
                </a:lnTo>
                <a:lnTo>
                  <a:pt x="20106" y="4568"/>
                </a:lnTo>
                <a:lnTo>
                  <a:pt x="20772" y="6934"/>
                </a:lnTo>
                <a:lnTo>
                  <a:pt x="21222" y="9356"/>
                </a:lnTo>
                <a:lnTo>
                  <a:pt x="21485" y="11844"/>
                </a:lnTo>
                <a:lnTo>
                  <a:pt x="21600" y="14400"/>
                </a:lnTo>
                <a:lnTo>
                  <a:pt x="19588" y="17042"/>
                </a:lnTo>
                <a:lnTo>
                  <a:pt x="18166" y="18677"/>
                </a:lnTo>
                <a:lnTo>
                  <a:pt x="16664" y="19969"/>
                </a:lnTo>
                <a:lnTo>
                  <a:pt x="14400" y="21600"/>
                </a:lnTo>
                <a:lnTo>
                  <a:pt x="13687" y="19462"/>
                </a:lnTo>
                <a:lnTo>
                  <a:pt x="12971" y="17316"/>
                </a:lnTo>
                <a:lnTo>
                  <a:pt x="12254" y="15163"/>
                </a:lnTo>
                <a:lnTo>
                  <a:pt x="11531" y="12992"/>
                </a:lnTo>
                <a:lnTo>
                  <a:pt x="10800" y="10800"/>
                </a:lnTo>
                <a:lnTo>
                  <a:pt x="8662" y="11513"/>
                </a:lnTo>
                <a:lnTo>
                  <a:pt x="6516" y="12229"/>
                </a:lnTo>
                <a:lnTo>
                  <a:pt x="4363" y="12946"/>
                </a:lnTo>
                <a:lnTo>
                  <a:pt x="2192" y="13669"/>
                </a:lnTo>
                <a:lnTo>
                  <a:pt x="0" y="14400"/>
                </a:lnTo>
                <a:lnTo>
                  <a:pt x="0" y="12020"/>
                </a:lnTo>
                <a:lnTo>
                  <a:pt x="0" y="9626"/>
                </a:lnTo>
                <a:lnTo>
                  <a:pt x="0" y="7200"/>
                </a:lnTo>
                <a:lnTo>
                  <a:pt x="2297" y="5357"/>
                </a:lnTo>
                <a:lnTo>
                  <a:pt x="4363" y="3820"/>
                </a:lnTo>
                <a:lnTo>
                  <a:pt x="6307" y="2574"/>
                </a:lnTo>
                <a:lnTo>
                  <a:pt x="8237" y="1595"/>
                </a:lnTo>
                <a:lnTo>
                  <a:pt x="10264" y="871"/>
                </a:lnTo>
                <a:lnTo>
                  <a:pt x="12496" y="374"/>
                </a:lnTo>
                <a:lnTo>
                  <a:pt x="15037" y="90"/>
                </a:lnTo>
                <a:lnTo>
                  <a:pt x="18000" y="0"/>
                </a:lnTo>
                <a:close/>
              </a:path>
            </a:pathLst>
          </a:custGeom>
          <a:solidFill>
            <a:srgbClr val="AC9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7" name="contour_13625"/>
          <p:cNvSpPr/>
          <p:nvPr/>
        </p:nvSpPr>
        <p:spPr>
          <a:xfrm>
            <a:off x="8734101" y="5232778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10" y="1840"/>
                </a:lnTo>
                <a:lnTo>
                  <a:pt x="9400" y="3231"/>
                </a:lnTo>
                <a:lnTo>
                  <a:pt x="12330" y="4316"/>
                </a:lnTo>
                <a:lnTo>
                  <a:pt x="14557" y="5244"/>
                </a:lnTo>
                <a:lnTo>
                  <a:pt x="16453" y="6178"/>
                </a:lnTo>
                <a:lnTo>
                  <a:pt x="18370" y="7258"/>
                </a:lnTo>
                <a:lnTo>
                  <a:pt x="20670" y="8640"/>
                </a:lnTo>
                <a:lnTo>
                  <a:pt x="212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290" y="18645"/>
                </a:lnTo>
                <a:lnTo>
                  <a:pt x="20670" y="21600"/>
                </a:lnTo>
                <a:lnTo>
                  <a:pt x="17259" y="21600"/>
                </a:lnTo>
                <a:lnTo>
                  <a:pt x="13844" y="21600"/>
                </a:lnTo>
                <a:lnTo>
                  <a:pt x="10412" y="21600"/>
                </a:lnTo>
                <a:lnTo>
                  <a:pt x="6966" y="21600"/>
                </a:lnTo>
                <a:lnTo>
                  <a:pt x="3498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4D4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8" name="contour_13626"/>
          <p:cNvSpPr/>
          <p:nvPr/>
        </p:nvSpPr>
        <p:spPr>
          <a:xfrm>
            <a:off x="6831935" y="524006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0"/>
                </a:lnTo>
                <a:lnTo>
                  <a:pt x="11956" y="0"/>
                </a:lnTo>
                <a:lnTo>
                  <a:pt x="14346" y="0"/>
                </a:lnTo>
                <a:lnTo>
                  <a:pt x="16747" y="0"/>
                </a:lnTo>
                <a:lnTo>
                  <a:pt x="19163" y="0"/>
                </a:lnTo>
                <a:lnTo>
                  <a:pt x="21600" y="0"/>
                </a:lnTo>
                <a:lnTo>
                  <a:pt x="21006" y="3564"/>
                </a:lnTo>
                <a:lnTo>
                  <a:pt x="20412" y="7133"/>
                </a:lnTo>
                <a:lnTo>
                  <a:pt x="19814" y="10719"/>
                </a:lnTo>
                <a:lnTo>
                  <a:pt x="19213" y="14321"/>
                </a:lnTo>
                <a:lnTo>
                  <a:pt x="18608" y="17944"/>
                </a:lnTo>
                <a:lnTo>
                  <a:pt x="18000" y="21600"/>
                </a:lnTo>
                <a:lnTo>
                  <a:pt x="15772" y="20930"/>
                </a:lnTo>
                <a:lnTo>
                  <a:pt x="13543" y="20261"/>
                </a:lnTo>
                <a:lnTo>
                  <a:pt x="11308" y="19591"/>
                </a:lnTo>
                <a:lnTo>
                  <a:pt x="9068" y="18922"/>
                </a:lnTo>
                <a:lnTo>
                  <a:pt x="6818" y="18247"/>
                </a:lnTo>
                <a:lnTo>
                  <a:pt x="4558" y="17566"/>
                </a:lnTo>
                <a:lnTo>
                  <a:pt x="2286" y="16886"/>
                </a:lnTo>
                <a:lnTo>
                  <a:pt x="0" y="16200"/>
                </a:lnTo>
                <a:lnTo>
                  <a:pt x="1782" y="14861"/>
                </a:lnTo>
                <a:lnTo>
                  <a:pt x="3571" y="13522"/>
                </a:lnTo>
                <a:lnTo>
                  <a:pt x="5375" y="12166"/>
                </a:lnTo>
                <a:lnTo>
                  <a:pt x="7200" y="10800"/>
                </a:lnTo>
                <a:lnTo>
                  <a:pt x="7200" y="7231"/>
                </a:lnTo>
                <a:lnTo>
                  <a:pt x="7200" y="3640"/>
                </a:lnTo>
                <a:lnTo>
                  <a:pt x="7200" y="0"/>
                </a:lnTo>
                <a:close/>
              </a:path>
            </a:pathLst>
          </a:custGeom>
          <a:solidFill>
            <a:srgbClr val="A0A3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29" name="contour_13627"/>
          <p:cNvSpPr/>
          <p:nvPr/>
        </p:nvSpPr>
        <p:spPr>
          <a:xfrm>
            <a:off x="8551675" y="5202314"/>
            <a:ext cx="29378" cy="523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25" y="542"/>
                </a:moveTo>
                <a:lnTo>
                  <a:pt x="9672" y="181"/>
                </a:lnTo>
                <a:lnTo>
                  <a:pt x="12582" y="0"/>
                </a:lnTo>
                <a:lnTo>
                  <a:pt x="15025" y="0"/>
                </a:lnTo>
                <a:lnTo>
                  <a:pt x="17774" y="181"/>
                </a:lnTo>
                <a:lnTo>
                  <a:pt x="21600" y="542"/>
                </a:lnTo>
                <a:lnTo>
                  <a:pt x="20791" y="2945"/>
                </a:lnTo>
                <a:lnTo>
                  <a:pt x="19891" y="5138"/>
                </a:lnTo>
                <a:lnTo>
                  <a:pt x="18878" y="7142"/>
                </a:lnTo>
                <a:lnTo>
                  <a:pt x="17726" y="8992"/>
                </a:lnTo>
                <a:lnTo>
                  <a:pt x="16397" y="10713"/>
                </a:lnTo>
                <a:lnTo>
                  <a:pt x="14880" y="12334"/>
                </a:lnTo>
                <a:lnTo>
                  <a:pt x="13139" y="13887"/>
                </a:lnTo>
                <a:lnTo>
                  <a:pt x="11146" y="15397"/>
                </a:lnTo>
                <a:lnTo>
                  <a:pt x="8884" y="16895"/>
                </a:lnTo>
                <a:lnTo>
                  <a:pt x="6312" y="18408"/>
                </a:lnTo>
                <a:lnTo>
                  <a:pt x="3419" y="19966"/>
                </a:lnTo>
                <a:lnTo>
                  <a:pt x="166" y="21600"/>
                </a:lnTo>
                <a:lnTo>
                  <a:pt x="21" y="19341"/>
                </a:lnTo>
                <a:lnTo>
                  <a:pt x="0" y="17154"/>
                </a:lnTo>
                <a:lnTo>
                  <a:pt x="113" y="15024"/>
                </a:lnTo>
                <a:lnTo>
                  <a:pt x="364" y="12936"/>
                </a:lnTo>
                <a:lnTo>
                  <a:pt x="777" y="10878"/>
                </a:lnTo>
                <a:lnTo>
                  <a:pt x="1356" y="8836"/>
                </a:lnTo>
                <a:lnTo>
                  <a:pt x="2106" y="6796"/>
                </a:lnTo>
                <a:lnTo>
                  <a:pt x="3044" y="4744"/>
                </a:lnTo>
                <a:lnTo>
                  <a:pt x="4180" y="2662"/>
                </a:lnTo>
                <a:lnTo>
                  <a:pt x="5525" y="542"/>
                </a:lnTo>
                <a:close/>
              </a:path>
            </a:pathLst>
          </a:custGeom>
          <a:solidFill>
            <a:srgbClr val="BBBF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0" name="contour_13628"/>
          <p:cNvSpPr/>
          <p:nvPr/>
        </p:nvSpPr>
        <p:spPr>
          <a:xfrm>
            <a:off x="4747569" y="5232778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4277"/>
                </a:lnTo>
                <a:lnTo>
                  <a:pt x="20375" y="8568"/>
                </a:lnTo>
                <a:lnTo>
                  <a:pt x="19761" y="12874"/>
                </a:lnTo>
                <a:lnTo>
                  <a:pt x="19141" y="17215"/>
                </a:lnTo>
                <a:lnTo>
                  <a:pt x="18514" y="21600"/>
                </a:lnTo>
                <a:lnTo>
                  <a:pt x="17582" y="21240"/>
                </a:lnTo>
                <a:lnTo>
                  <a:pt x="16728" y="20902"/>
                </a:lnTo>
                <a:lnTo>
                  <a:pt x="15793" y="20542"/>
                </a:lnTo>
                <a:lnTo>
                  <a:pt x="14626" y="20088"/>
                </a:lnTo>
                <a:lnTo>
                  <a:pt x="13077" y="19483"/>
                </a:lnTo>
                <a:lnTo>
                  <a:pt x="10991" y="18677"/>
                </a:lnTo>
                <a:lnTo>
                  <a:pt x="8220" y="17597"/>
                </a:lnTo>
                <a:lnTo>
                  <a:pt x="4607" y="16193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55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1" name="contour_13629"/>
          <p:cNvSpPr/>
          <p:nvPr/>
        </p:nvSpPr>
        <p:spPr>
          <a:xfrm>
            <a:off x="2102028" y="5216890"/>
            <a:ext cx="43728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29"/>
                </a:moveTo>
                <a:lnTo>
                  <a:pt x="2570" y="210"/>
                </a:lnTo>
                <a:lnTo>
                  <a:pt x="4417" y="0"/>
                </a:lnTo>
                <a:lnTo>
                  <a:pt x="6059" y="0"/>
                </a:lnTo>
                <a:lnTo>
                  <a:pt x="8014" y="210"/>
                </a:lnTo>
                <a:lnTo>
                  <a:pt x="10800" y="629"/>
                </a:lnTo>
                <a:lnTo>
                  <a:pt x="11794" y="3859"/>
                </a:lnTo>
                <a:lnTo>
                  <a:pt x="12431" y="6015"/>
                </a:lnTo>
                <a:lnTo>
                  <a:pt x="12841" y="7595"/>
                </a:lnTo>
                <a:lnTo>
                  <a:pt x="13154" y="9101"/>
                </a:lnTo>
                <a:lnTo>
                  <a:pt x="13500" y="11034"/>
                </a:lnTo>
                <a:lnTo>
                  <a:pt x="14256" y="13330"/>
                </a:lnTo>
                <a:lnTo>
                  <a:pt x="15257" y="15291"/>
                </a:lnTo>
                <a:lnTo>
                  <a:pt x="16499" y="17007"/>
                </a:lnTo>
                <a:lnTo>
                  <a:pt x="17975" y="18570"/>
                </a:lnTo>
                <a:lnTo>
                  <a:pt x="19678" y="20069"/>
                </a:lnTo>
                <a:lnTo>
                  <a:pt x="21600" y="21600"/>
                </a:lnTo>
                <a:lnTo>
                  <a:pt x="19217" y="21488"/>
                </a:lnTo>
                <a:lnTo>
                  <a:pt x="16895" y="21324"/>
                </a:lnTo>
                <a:lnTo>
                  <a:pt x="14620" y="21090"/>
                </a:lnTo>
                <a:lnTo>
                  <a:pt x="12388" y="20765"/>
                </a:lnTo>
                <a:lnTo>
                  <a:pt x="10181" y="20324"/>
                </a:lnTo>
                <a:lnTo>
                  <a:pt x="7988" y="19748"/>
                </a:lnTo>
                <a:lnTo>
                  <a:pt x="5796" y="19014"/>
                </a:lnTo>
                <a:lnTo>
                  <a:pt x="3600" y="18105"/>
                </a:lnTo>
                <a:lnTo>
                  <a:pt x="2664" y="15973"/>
                </a:lnTo>
                <a:lnTo>
                  <a:pt x="1908" y="13844"/>
                </a:lnTo>
                <a:lnTo>
                  <a:pt x="1314" y="11716"/>
                </a:lnTo>
                <a:lnTo>
                  <a:pt x="860" y="9573"/>
                </a:lnTo>
                <a:lnTo>
                  <a:pt x="526" y="7406"/>
                </a:lnTo>
                <a:lnTo>
                  <a:pt x="284" y="5197"/>
                </a:lnTo>
                <a:lnTo>
                  <a:pt x="115" y="2943"/>
                </a:lnTo>
                <a:lnTo>
                  <a:pt x="0" y="629"/>
                </a:lnTo>
                <a:close/>
              </a:path>
            </a:pathLst>
          </a:custGeom>
          <a:solidFill>
            <a:srgbClr val="5A53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2" name="contour_13630"/>
          <p:cNvSpPr/>
          <p:nvPr/>
        </p:nvSpPr>
        <p:spPr>
          <a:xfrm>
            <a:off x="5337896" y="5201614"/>
            <a:ext cx="72880" cy="31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94"/>
                </a:moveTo>
                <a:lnTo>
                  <a:pt x="1395" y="1197"/>
                </a:lnTo>
                <a:lnTo>
                  <a:pt x="2791" y="1020"/>
                </a:lnTo>
                <a:lnTo>
                  <a:pt x="4184" y="859"/>
                </a:lnTo>
                <a:lnTo>
                  <a:pt x="5579" y="707"/>
                </a:lnTo>
                <a:lnTo>
                  <a:pt x="6972" y="571"/>
                </a:lnTo>
                <a:lnTo>
                  <a:pt x="8370" y="445"/>
                </a:lnTo>
                <a:lnTo>
                  <a:pt x="8964" y="349"/>
                </a:lnTo>
                <a:lnTo>
                  <a:pt x="10757" y="61"/>
                </a:lnTo>
                <a:lnTo>
                  <a:pt x="11923" y="0"/>
                </a:lnTo>
                <a:lnTo>
                  <a:pt x="12846" y="40"/>
                </a:lnTo>
                <a:lnTo>
                  <a:pt x="13837" y="242"/>
                </a:lnTo>
                <a:lnTo>
                  <a:pt x="15211" y="672"/>
                </a:lnTo>
                <a:lnTo>
                  <a:pt x="17280" y="1394"/>
                </a:lnTo>
                <a:lnTo>
                  <a:pt x="18431" y="4647"/>
                </a:lnTo>
                <a:lnTo>
                  <a:pt x="19252" y="7047"/>
                </a:lnTo>
                <a:lnTo>
                  <a:pt x="19857" y="9017"/>
                </a:lnTo>
                <a:lnTo>
                  <a:pt x="20371" y="10977"/>
                </a:lnTo>
                <a:lnTo>
                  <a:pt x="20913" y="13346"/>
                </a:lnTo>
                <a:lnTo>
                  <a:pt x="21600" y="16549"/>
                </a:lnTo>
                <a:lnTo>
                  <a:pt x="20123" y="18104"/>
                </a:lnTo>
                <a:lnTo>
                  <a:pt x="19047" y="19145"/>
                </a:lnTo>
                <a:lnTo>
                  <a:pt x="18062" y="19913"/>
                </a:lnTo>
                <a:lnTo>
                  <a:pt x="16857" y="20650"/>
                </a:lnTo>
                <a:lnTo>
                  <a:pt x="15120" y="21600"/>
                </a:lnTo>
                <a:lnTo>
                  <a:pt x="14040" y="19074"/>
                </a:lnTo>
                <a:lnTo>
                  <a:pt x="12960" y="16549"/>
                </a:lnTo>
                <a:lnTo>
                  <a:pt x="11880" y="14023"/>
                </a:lnTo>
                <a:lnTo>
                  <a:pt x="10800" y="11497"/>
                </a:lnTo>
                <a:lnTo>
                  <a:pt x="9377" y="10674"/>
                </a:lnTo>
                <a:lnTo>
                  <a:pt x="7953" y="9946"/>
                </a:lnTo>
                <a:lnTo>
                  <a:pt x="6532" y="9300"/>
                </a:lnTo>
                <a:lnTo>
                  <a:pt x="5102" y="8719"/>
                </a:lnTo>
                <a:lnTo>
                  <a:pt x="3663" y="8183"/>
                </a:lnTo>
                <a:lnTo>
                  <a:pt x="2210" y="7688"/>
                </a:lnTo>
                <a:lnTo>
                  <a:pt x="1115" y="7072"/>
                </a:lnTo>
                <a:lnTo>
                  <a:pt x="0" y="6446"/>
                </a:lnTo>
                <a:lnTo>
                  <a:pt x="0" y="3940"/>
                </a:lnTo>
                <a:lnTo>
                  <a:pt x="0" y="1394"/>
                </a:lnTo>
                <a:close/>
              </a:path>
            </a:pathLst>
          </a:custGeom>
          <a:solidFill>
            <a:srgbClr val="DFE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3" name="contour_13631"/>
          <p:cNvSpPr/>
          <p:nvPr/>
        </p:nvSpPr>
        <p:spPr>
          <a:xfrm>
            <a:off x="4069786" y="5189050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9" y="0"/>
                </a:moveTo>
                <a:lnTo>
                  <a:pt x="9049" y="553"/>
                </a:lnTo>
                <a:lnTo>
                  <a:pt x="11788" y="1054"/>
                </a:lnTo>
                <a:lnTo>
                  <a:pt x="14154" y="1711"/>
                </a:lnTo>
                <a:lnTo>
                  <a:pt x="16894" y="2730"/>
                </a:lnTo>
                <a:lnTo>
                  <a:pt x="20754" y="4320"/>
                </a:lnTo>
                <a:lnTo>
                  <a:pt x="21335" y="7279"/>
                </a:lnTo>
                <a:lnTo>
                  <a:pt x="21595" y="10113"/>
                </a:lnTo>
                <a:lnTo>
                  <a:pt x="21600" y="12887"/>
                </a:lnTo>
                <a:lnTo>
                  <a:pt x="21418" y="15677"/>
                </a:lnTo>
                <a:lnTo>
                  <a:pt x="21112" y="18559"/>
                </a:lnTo>
                <a:lnTo>
                  <a:pt x="20754" y="21600"/>
                </a:lnTo>
                <a:lnTo>
                  <a:pt x="17330" y="21600"/>
                </a:lnTo>
                <a:lnTo>
                  <a:pt x="13900" y="21600"/>
                </a:lnTo>
                <a:lnTo>
                  <a:pt x="10455" y="21600"/>
                </a:lnTo>
                <a:lnTo>
                  <a:pt x="6994" y="21600"/>
                </a:lnTo>
                <a:lnTo>
                  <a:pt x="3513" y="21600"/>
                </a:lnTo>
                <a:lnTo>
                  <a:pt x="0" y="21600"/>
                </a:lnTo>
                <a:lnTo>
                  <a:pt x="643" y="18926"/>
                </a:lnTo>
                <a:lnTo>
                  <a:pt x="1287" y="16252"/>
                </a:lnTo>
                <a:lnTo>
                  <a:pt x="1930" y="13569"/>
                </a:lnTo>
                <a:lnTo>
                  <a:pt x="2574" y="10882"/>
                </a:lnTo>
                <a:lnTo>
                  <a:pt x="3222" y="8182"/>
                </a:lnTo>
                <a:lnTo>
                  <a:pt x="3876" y="5469"/>
                </a:lnTo>
                <a:lnTo>
                  <a:pt x="4530" y="2743"/>
                </a:lnTo>
                <a:lnTo>
                  <a:pt x="5189" y="0"/>
                </a:lnTo>
                <a:close/>
              </a:path>
            </a:pathLst>
          </a:custGeom>
          <a:solidFill>
            <a:srgbClr val="FAE8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4" name="contour_13632"/>
          <p:cNvSpPr/>
          <p:nvPr/>
        </p:nvSpPr>
        <p:spPr>
          <a:xfrm>
            <a:off x="935950" y="5196338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09"/>
                </a:lnTo>
                <a:lnTo>
                  <a:pt x="7133" y="1018"/>
                </a:lnTo>
                <a:lnTo>
                  <a:pt x="10719" y="1531"/>
                </a:lnTo>
                <a:lnTo>
                  <a:pt x="14321" y="2046"/>
                </a:lnTo>
                <a:lnTo>
                  <a:pt x="17944" y="2564"/>
                </a:lnTo>
                <a:lnTo>
                  <a:pt x="21600" y="3086"/>
                </a:lnTo>
                <a:lnTo>
                  <a:pt x="20682" y="4940"/>
                </a:lnTo>
                <a:lnTo>
                  <a:pt x="19748" y="6795"/>
                </a:lnTo>
                <a:lnTo>
                  <a:pt x="18803" y="8646"/>
                </a:lnTo>
                <a:lnTo>
                  <a:pt x="17842" y="10495"/>
                </a:lnTo>
                <a:lnTo>
                  <a:pt x="16875" y="12343"/>
                </a:lnTo>
                <a:lnTo>
                  <a:pt x="16486" y="13108"/>
                </a:lnTo>
                <a:lnTo>
                  <a:pt x="15795" y="14457"/>
                </a:lnTo>
                <a:lnTo>
                  <a:pt x="14218" y="17552"/>
                </a:lnTo>
                <a:lnTo>
                  <a:pt x="13090" y="18888"/>
                </a:lnTo>
                <a:lnTo>
                  <a:pt x="11950" y="20236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3637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5" name="contour_13633"/>
          <p:cNvSpPr/>
          <p:nvPr/>
        </p:nvSpPr>
        <p:spPr>
          <a:xfrm>
            <a:off x="593414" y="5189648"/>
            <a:ext cx="58304" cy="285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61"/>
                </a:moveTo>
                <a:lnTo>
                  <a:pt x="21600" y="8705"/>
                </a:lnTo>
                <a:lnTo>
                  <a:pt x="21600" y="12371"/>
                </a:lnTo>
                <a:lnTo>
                  <a:pt x="21600" y="16087"/>
                </a:lnTo>
                <a:lnTo>
                  <a:pt x="19834" y="17427"/>
                </a:lnTo>
                <a:lnTo>
                  <a:pt x="18541" y="18232"/>
                </a:lnTo>
                <a:lnTo>
                  <a:pt x="17091" y="18827"/>
                </a:lnTo>
                <a:lnTo>
                  <a:pt x="14850" y="19533"/>
                </a:lnTo>
                <a:lnTo>
                  <a:pt x="12965" y="20156"/>
                </a:lnTo>
                <a:lnTo>
                  <a:pt x="11054" y="20784"/>
                </a:lnTo>
                <a:lnTo>
                  <a:pt x="9588" y="21192"/>
                </a:lnTo>
                <a:lnTo>
                  <a:pt x="8100" y="21600"/>
                </a:lnTo>
                <a:lnTo>
                  <a:pt x="8100" y="17956"/>
                </a:lnTo>
                <a:lnTo>
                  <a:pt x="8100" y="14290"/>
                </a:lnTo>
                <a:lnTo>
                  <a:pt x="8100" y="10574"/>
                </a:lnTo>
                <a:lnTo>
                  <a:pt x="6091" y="8876"/>
                </a:lnTo>
                <a:lnTo>
                  <a:pt x="4666" y="7740"/>
                </a:lnTo>
                <a:lnTo>
                  <a:pt x="3434" y="6902"/>
                </a:lnTo>
                <a:lnTo>
                  <a:pt x="2009" y="6097"/>
                </a:lnTo>
                <a:lnTo>
                  <a:pt x="0" y="5061"/>
                </a:lnTo>
                <a:lnTo>
                  <a:pt x="1777" y="3495"/>
                </a:lnTo>
                <a:lnTo>
                  <a:pt x="3564" y="2222"/>
                </a:lnTo>
                <a:lnTo>
                  <a:pt x="5357" y="1235"/>
                </a:lnTo>
                <a:lnTo>
                  <a:pt x="7160" y="540"/>
                </a:lnTo>
                <a:lnTo>
                  <a:pt x="8967" y="127"/>
                </a:lnTo>
                <a:lnTo>
                  <a:pt x="10776" y="0"/>
                </a:lnTo>
                <a:lnTo>
                  <a:pt x="12585" y="154"/>
                </a:lnTo>
                <a:lnTo>
                  <a:pt x="14396" y="590"/>
                </a:lnTo>
                <a:lnTo>
                  <a:pt x="16203" y="1296"/>
                </a:lnTo>
                <a:lnTo>
                  <a:pt x="18009" y="2282"/>
                </a:lnTo>
                <a:lnTo>
                  <a:pt x="19807" y="3534"/>
                </a:lnTo>
                <a:lnTo>
                  <a:pt x="21600" y="5061"/>
                </a:lnTo>
                <a:close/>
              </a:path>
            </a:pathLst>
          </a:custGeom>
          <a:solidFill>
            <a:srgbClr val="6366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6" name="contour_13634"/>
          <p:cNvSpPr/>
          <p:nvPr/>
        </p:nvSpPr>
        <p:spPr>
          <a:xfrm>
            <a:off x="4579632" y="5194210"/>
            <a:ext cx="65905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91" y="1192"/>
                </a:moveTo>
                <a:lnTo>
                  <a:pt x="4104" y="751"/>
                </a:lnTo>
                <a:lnTo>
                  <a:pt x="5702" y="420"/>
                </a:lnTo>
                <a:lnTo>
                  <a:pt x="7292" y="192"/>
                </a:lnTo>
                <a:lnTo>
                  <a:pt x="8876" y="53"/>
                </a:lnTo>
                <a:lnTo>
                  <a:pt x="10455" y="0"/>
                </a:lnTo>
                <a:lnTo>
                  <a:pt x="12031" y="16"/>
                </a:lnTo>
                <a:lnTo>
                  <a:pt x="13608" y="102"/>
                </a:lnTo>
                <a:lnTo>
                  <a:pt x="15189" y="241"/>
                </a:lnTo>
                <a:lnTo>
                  <a:pt x="16775" y="429"/>
                </a:lnTo>
                <a:lnTo>
                  <a:pt x="18371" y="657"/>
                </a:lnTo>
                <a:lnTo>
                  <a:pt x="19978" y="914"/>
                </a:lnTo>
                <a:lnTo>
                  <a:pt x="21600" y="1192"/>
                </a:lnTo>
                <a:lnTo>
                  <a:pt x="21600" y="3216"/>
                </a:lnTo>
                <a:lnTo>
                  <a:pt x="21600" y="5273"/>
                </a:lnTo>
                <a:lnTo>
                  <a:pt x="19945" y="5273"/>
                </a:lnTo>
                <a:lnTo>
                  <a:pt x="18287" y="5273"/>
                </a:lnTo>
                <a:lnTo>
                  <a:pt x="16629" y="5273"/>
                </a:lnTo>
                <a:lnTo>
                  <a:pt x="14969" y="5273"/>
                </a:lnTo>
                <a:lnTo>
                  <a:pt x="13302" y="5273"/>
                </a:lnTo>
                <a:lnTo>
                  <a:pt x="11632" y="5273"/>
                </a:lnTo>
                <a:lnTo>
                  <a:pt x="9956" y="5273"/>
                </a:lnTo>
                <a:lnTo>
                  <a:pt x="8272" y="5273"/>
                </a:lnTo>
                <a:lnTo>
                  <a:pt x="6581" y="5273"/>
                </a:lnTo>
                <a:lnTo>
                  <a:pt x="4880" y="5273"/>
                </a:lnTo>
                <a:lnTo>
                  <a:pt x="5353" y="7698"/>
                </a:lnTo>
                <a:lnTo>
                  <a:pt x="5828" y="10131"/>
                </a:lnTo>
                <a:lnTo>
                  <a:pt x="6303" y="12571"/>
                </a:lnTo>
                <a:lnTo>
                  <a:pt x="6784" y="15033"/>
                </a:lnTo>
                <a:lnTo>
                  <a:pt x="7268" y="17518"/>
                </a:lnTo>
                <a:lnTo>
                  <a:pt x="5850" y="18327"/>
                </a:lnTo>
                <a:lnTo>
                  <a:pt x="4426" y="19139"/>
                </a:lnTo>
                <a:lnTo>
                  <a:pt x="2998" y="19951"/>
                </a:lnTo>
                <a:lnTo>
                  <a:pt x="1557" y="20771"/>
                </a:lnTo>
                <a:lnTo>
                  <a:pt x="103" y="21600"/>
                </a:lnTo>
                <a:lnTo>
                  <a:pt x="24" y="18755"/>
                </a:lnTo>
                <a:lnTo>
                  <a:pt x="0" y="16049"/>
                </a:lnTo>
                <a:lnTo>
                  <a:pt x="57" y="13453"/>
                </a:lnTo>
                <a:lnTo>
                  <a:pt x="222" y="10939"/>
                </a:lnTo>
                <a:lnTo>
                  <a:pt x="523" y="8482"/>
                </a:lnTo>
                <a:lnTo>
                  <a:pt x="984" y="6057"/>
                </a:lnTo>
                <a:lnTo>
                  <a:pt x="1631" y="3637"/>
                </a:lnTo>
                <a:lnTo>
                  <a:pt x="2491" y="1192"/>
                </a:lnTo>
                <a:close/>
              </a:path>
            </a:pathLst>
          </a:custGeom>
          <a:solidFill>
            <a:srgbClr val="4B4A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7" name="contour_13635"/>
          <p:cNvSpPr/>
          <p:nvPr/>
        </p:nvSpPr>
        <p:spPr>
          <a:xfrm>
            <a:off x="695446" y="518905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984" y="785"/>
                </a:lnTo>
                <a:lnTo>
                  <a:pt x="14329" y="1364"/>
                </a:lnTo>
                <a:lnTo>
                  <a:pt x="16299" y="1912"/>
                </a:lnTo>
                <a:lnTo>
                  <a:pt x="18516" y="2599"/>
                </a:lnTo>
                <a:lnTo>
                  <a:pt x="21600" y="3600"/>
                </a:lnTo>
                <a:lnTo>
                  <a:pt x="21064" y="5828"/>
                </a:lnTo>
                <a:lnTo>
                  <a:pt x="20529" y="8057"/>
                </a:lnTo>
                <a:lnTo>
                  <a:pt x="19993" y="10292"/>
                </a:lnTo>
                <a:lnTo>
                  <a:pt x="19457" y="12532"/>
                </a:lnTo>
                <a:lnTo>
                  <a:pt x="18917" y="14782"/>
                </a:lnTo>
                <a:lnTo>
                  <a:pt x="18373" y="17042"/>
                </a:lnTo>
                <a:lnTo>
                  <a:pt x="17829" y="19314"/>
                </a:lnTo>
                <a:lnTo>
                  <a:pt x="17280" y="21600"/>
                </a:lnTo>
                <a:lnTo>
                  <a:pt x="14429" y="21006"/>
                </a:lnTo>
                <a:lnTo>
                  <a:pt x="11573" y="20412"/>
                </a:lnTo>
                <a:lnTo>
                  <a:pt x="8705" y="19814"/>
                </a:lnTo>
                <a:lnTo>
                  <a:pt x="5823" y="19213"/>
                </a:lnTo>
                <a:lnTo>
                  <a:pt x="2925" y="18608"/>
                </a:lnTo>
                <a:lnTo>
                  <a:pt x="0" y="18000"/>
                </a:lnTo>
                <a:lnTo>
                  <a:pt x="2138" y="17107"/>
                </a:lnTo>
                <a:lnTo>
                  <a:pt x="4290" y="16214"/>
                </a:lnTo>
                <a:lnTo>
                  <a:pt x="6450" y="15311"/>
                </a:lnTo>
                <a:lnTo>
                  <a:pt x="8640" y="14400"/>
                </a:lnTo>
                <a:lnTo>
                  <a:pt x="8281" y="13640"/>
                </a:lnTo>
                <a:lnTo>
                  <a:pt x="7651" y="12298"/>
                </a:lnTo>
                <a:lnTo>
                  <a:pt x="6212" y="9223"/>
                </a:lnTo>
                <a:lnTo>
                  <a:pt x="5931" y="8399"/>
                </a:lnTo>
                <a:lnTo>
                  <a:pt x="5443" y="6941"/>
                </a:lnTo>
                <a:lnTo>
                  <a:pt x="4320" y="3600"/>
                </a:lnTo>
                <a:lnTo>
                  <a:pt x="6463" y="1814"/>
                </a:lnTo>
                <a:lnTo>
                  <a:pt x="8640" y="0"/>
                </a:lnTo>
                <a:close/>
              </a:path>
            </a:pathLst>
          </a:custGeom>
          <a:solidFill>
            <a:srgbClr val="2928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8" name="contour_13636"/>
          <p:cNvSpPr/>
          <p:nvPr/>
        </p:nvSpPr>
        <p:spPr>
          <a:xfrm>
            <a:off x="7866830" y="5180545"/>
            <a:ext cx="51016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39"/>
                </a:moveTo>
                <a:lnTo>
                  <a:pt x="5249" y="491"/>
                </a:lnTo>
                <a:lnTo>
                  <a:pt x="6823" y="130"/>
                </a:lnTo>
                <a:lnTo>
                  <a:pt x="8260" y="0"/>
                </a:lnTo>
                <a:lnTo>
                  <a:pt x="10013" y="61"/>
                </a:lnTo>
                <a:lnTo>
                  <a:pt x="12534" y="286"/>
                </a:lnTo>
                <a:lnTo>
                  <a:pt x="13287" y="341"/>
                </a:lnTo>
                <a:lnTo>
                  <a:pt x="14617" y="437"/>
                </a:lnTo>
                <a:lnTo>
                  <a:pt x="17660" y="662"/>
                </a:lnTo>
                <a:lnTo>
                  <a:pt x="19616" y="900"/>
                </a:lnTo>
                <a:lnTo>
                  <a:pt x="21600" y="1139"/>
                </a:lnTo>
                <a:lnTo>
                  <a:pt x="21600" y="5190"/>
                </a:lnTo>
                <a:lnTo>
                  <a:pt x="21600" y="9255"/>
                </a:lnTo>
                <a:lnTo>
                  <a:pt x="21600" y="13334"/>
                </a:lnTo>
                <a:lnTo>
                  <a:pt x="21600" y="17446"/>
                </a:lnTo>
                <a:lnTo>
                  <a:pt x="21600" y="21600"/>
                </a:lnTo>
                <a:lnTo>
                  <a:pt x="19462" y="20925"/>
                </a:lnTo>
                <a:lnTo>
                  <a:pt x="17320" y="20250"/>
                </a:lnTo>
                <a:lnTo>
                  <a:pt x="15179" y="19574"/>
                </a:lnTo>
                <a:lnTo>
                  <a:pt x="13034" y="18892"/>
                </a:lnTo>
                <a:lnTo>
                  <a:pt x="10880" y="18217"/>
                </a:lnTo>
                <a:lnTo>
                  <a:pt x="8723" y="17535"/>
                </a:lnTo>
                <a:lnTo>
                  <a:pt x="6557" y="16853"/>
                </a:lnTo>
                <a:lnTo>
                  <a:pt x="4382" y="16164"/>
                </a:lnTo>
                <a:lnTo>
                  <a:pt x="2197" y="15475"/>
                </a:lnTo>
                <a:lnTo>
                  <a:pt x="0" y="14780"/>
                </a:lnTo>
                <a:lnTo>
                  <a:pt x="765" y="11404"/>
                </a:lnTo>
                <a:lnTo>
                  <a:pt x="1531" y="8014"/>
                </a:lnTo>
                <a:lnTo>
                  <a:pt x="2305" y="4597"/>
                </a:lnTo>
                <a:lnTo>
                  <a:pt x="3086" y="1139"/>
                </a:lnTo>
                <a:close/>
              </a:path>
            </a:pathLst>
          </a:custGeom>
          <a:solidFill>
            <a:srgbClr val="ED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39" name="contour_13637"/>
          <p:cNvSpPr/>
          <p:nvPr/>
        </p:nvSpPr>
        <p:spPr>
          <a:xfrm>
            <a:off x="7655478" y="5189050"/>
            <a:ext cx="51016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3945"/>
                </a:lnTo>
                <a:lnTo>
                  <a:pt x="20375" y="7904"/>
                </a:lnTo>
                <a:lnTo>
                  <a:pt x="19761" y="11876"/>
                </a:lnTo>
                <a:lnTo>
                  <a:pt x="19141" y="15881"/>
                </a:lnTo>
                <a:lnTo>
                  <a:pt x="18514" y="19926"/>
                </a:lnTo>
                <a:lnTo>
                  <a:pt x="16351" y="20869"/>
                </a:lnTo>
                <a:lnTo>
                  <a:pt x="14777" y="21407"/>
                </a:lnTo>
                <a:lnTo>
                  <a:pt x="13340" y="21600"/>
                </a:lnTo>
                <a:lnTo>
                  <a:pt x="11587" y="21500"/>
                </a:lnTo>
                <a:lnTo>
                  <a:pt x="9066" y="21175"/>
                </a:lnTo>
                <a:lnTo>
                  <a:pt x="7372" y="20989"/>
                </a:lnTo>
                <a:lnTo>
                  <a:pt x="5668" y="20810"/>
                </a:lnTo>
                <a:lnTo>
                  <a:pt x="3940" y="20624"/>
                </a:lnTo>
                <a:lnTo>
                  <a:pt x="1984" y="20278"/>
                </a:lnTo>
                <a:lnTo>
                  <a:pt x="0" y="19926"/>
                </a:lnTo>
                <a:lnTo>
                  <a:pt x="0" y="15981"/>
                </a:lnTo>
                <a:lnTo>
                  <a:pt x="0" y="12022"/>
                </a:lnTo>
                <a:lnTo>
                  <a:pt x="0" y="8050"/>
                </a:lnTo>
                <a:lnTo>
                  <a:pt x="0" y="4045"/>
                </a:lnTo>
                <a:lnTo>
                  <a:pt x="0" y="0"/>
                </a:lnTo>
                <a:close/>
              </a:path>
            </a:pathLst>
          </a:custGeom>
          <a:solidFill>
            <a:srgbClr val="E7E5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0" name="contour_13638"/>
          <p:cNvSpPr/>
          <p:nvPr/>
        </p:nvSpPr>
        <p:spPr>
          <a:xfrm>
            <a:off x="841206" y="5175487"/>
            <a:ext cx="58304" cy="29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76"/>
                </a:moveTo>
                <a:lnTo>
                  <a:pt x="18379" y="8780"/>
                </a:lnTo>
                <a:lnTo>
                  <a:pt x="15665" y="12278"/>
                </a:lnTo>
                <a:lnTo>
                  <a:pt x="13384" y="15121"/>
                </a:lnTo>
                <a:lnTo>
                  <a:pt x="11464" y="17369"/>
                </a:lnTo>
                <a:lnTo>
                  <a:pt x="9825" y="19075"/>
                </a:lnTo>
                <a:lnTo>
                  <a:pt x="8397" y="20298"/>
                </a:lnTo>
                <a:lnTo>
                  <a:pt x="7101" y="21090"/>
                </a:lnTo>
                <a:lnTo>
                  <a:pt x="5864" y="21504"/>
                </a:lnTo>
                <a:lnTo>
                  <a:pt x="4609" y="21600"/>
                </a:lnTo>
                <a:lnTo>
                  <a:pt x="3264" y="21430"/>
                </a:lnTo>
                <a:lnTo>
                  <a:pt x="1752" y="21053"/>
                </a:lnTo>
                <a:lnTo>
                  <a:pt x="0" y="20521"/>
                </a:lnTo>
                <a:lnTo>
                  <a:pt x="427" y="16726"/>
                </a:lnTo>
                <a:lnTo>
                  <a:pt x="780" y="14000"/>
                </a:lnTo>
                <a:lnTo>
                  <a:pt x="1191" y="11576"/>
                </a:lnTo>
                <a:lnTo>
                  <a:pt x="1787" y="8690"/>
                </a:lnTo>
                <a:lnTo>
                  <a:pt x="2700" y="4576"/>
                </a:lnTo>
                <a:lnTo>
                  <a:pt x="4701" y="2588"/>
                </a:lnTo>
                <a:lnTo>
                  <a:pt x="6610" y="1206"/>
                </a:lnTo>
                <a:lnTo>
                  <a:pt x="8456" y="361"/>
                </a:lnTo>
                <a:lnTo>
                  <a:pt x="10260" y="0"/>
                </a:lnTo>
                <a:lnTo>
                  <a:pt x="12050" y="64"/>
                </a:lnTo>
                <a:lnTo>
                  <a:pt x="13846" y="484"/>
                </a:lnTo>
                <a:lnTo>
                  <a:pt x="15676" y="1206"/>
                </a:lnTo>
                <a:lnTo>
                  <a:pt x="17561" y="2169"/>
                </a:lnTo>
                <a:lnTo>
                  <a:pt x="19529" y="3311"/>
                </a:lnTo>
                <a:lnTo>
                  <a:pt x="21600" y="4576"/>
                </a:lnTo>
                <a:close/>
              </a:path>
            </a:pathLst>
          </a:custGeom>
          <a:solidFill>
            <a:srgbClr val="9494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1" name="contour_13639"/>
          <p:cNvSpPr/>
          <p:nvPr/>
        </p:nvSpPr>
        <p:spPr>
          <a:xfrm>
            <a:off x="9820011" y="5173162"/>
            <a:ext cx="58304" cy="39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11"/>
                </a:moveTo>
                <a:lnTo>
                  <a:pt x="1928" y="237"/>
                </a:lnTo>
                <a:lnTo>
                  <a:pt x="3313" y="0"/>
                </a:lnTo>
                <a:lnTo>
                  <a:pt x="4544" y="0"/>
                </a:lnTo>
                <a:lnTo>
                  <a:pt x="6010" y="237"/>
                </a:lnTo>
                <a:lnTo>
                  <a:pt x="8100" y="711"/>
                </a:lnTo>
                <a:lnTo>
                  <a:pt x="8467" y="3105"/>
                </a:lnTo>
                <a:lnTo>
                  <a:pt x="8824" y="5504"/>
                </a:lnTo>
                <a:lnTo>
                  <a:pt x="9164" y="7906"/>
                </a:lnTo>
                <a:lnTo>
                  <a:pt x="9480" y="10316"/>
                </a:lnTo>
                <a:lnTo>
                  <a:pt x="9766" y="12734"/>
                </a:lnTo>
                <a:lnTo>
                  <a:pt x="10589" y="15468"/>
                </a:lnTo>
                <a:lnTo>
                  <a:pt x="11518" y="16946"/>
                </a:lnTo>
                <a:lnTo>
                  <a:pt x="13351" y="18443"/>
                </a:lnTo>
                <a:lnTo>
                  <a:pt x="14866" y="18957"/>
                </a:lnTo>
                <a:lnTo>
                  <a:pt x="16051" y="19316"/>
                </a:lnTo>
                <a:lnTo>
                  <a:pt x="17304" y="19625"/>
                </a:lnTo>
                <a:lnTo>
                  <a:pt x="19022" y="19976"/>
                </a:lnTo>
                <a:lnTo>
                  <a:pt x="21600" y="20466"/>
                </a:lnTo>
                <a:lnTo>
                  <a:pt x="19756" y="20830"/>
                </a:lnTo>
                <a:lnTo>
                  <a:pt x="17939" y="21146"/>
                </a:lnTo>
                <a:lnTo>
                  <a:pt x="16146" y="21387"/>
                </a:lnTo>
                <a:lnTo>
                  <a:pt x="14367" y="21545"/>
                </a:lnTo>
                <a:lnTo>
                  <a:pt x="12595" y="21600"/>
                </a:lnTo>
                <a:lnTo>
                  <a:pt x="10819" y="21537"/>
                </a:lnTo>
                <a:lnTo>
                  <a:pt x="9034" y="21339"/>
                </a:lnTo>
                <a:lnTo>
                  <a:pt x="7231" y="20988"/>
                </a:lnTo>
                <a:lnTo>
                  <a:pt x="5400" y="20466"/>
                </a:lnTo>
                <a:lnTo>
                  <a:pt x="4307" y="18175"/>
                </a:lnTo>
                <a:lnTo>
                  <a:pt x="3375" y="15855"/>
                </a:lnTo>
                <a:lnTo>
                  <a:pt x="2584" y="13497"/>
                </a:lnTo>
                <a:lnTo>
                  <a:pt x="1912" y="11090"/>
                </a:lnTo>
                <a:lnTo>
                  <a:pt x="1339" y="8617"/>
                </a:lnTo>
                <a:lnTo>
                  <a:pt x="842" y="6073"/>
                </a:lnTo>
                <a:lnTo>
                  <a:pt x="405" y="3441"/>
                </a:lnTo>
                <a:lnTo>
                  <a:pt x="0" y="711"/>
                </a:ln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2" name="contour_13640"/>
          <p:cNvSpPr/>
          <p:nvPr/>
        </p:nvSpPr>
        <p:spPr>
          <a:xfrm>
            <a:off x="5068241" y="5165051"/>
            <a:ext cx="58304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550" y="1620"/>
                </a:lnTo>
                <a:lnTo>
                  <a:pt x="3102" y="1351"/>
                </a:lnTo>
                <a:lnTo>
                  <a:pt x="4655" y="1109"/>
                </a:lnTo>
                <a:lnTo>
                  <a:pt x="6210" y="892"/>
                </a:lnTo>
                <a:lnTo>
                  <a:pt x="7762" y="689"/>
                </a:lnTo>
                <a:lnTo>
                  <a:pt x="9204" y="466"/>
                </a:lnTo>
                <a:lnTo>
                  <a:pt x="10657" y="236"/>
                </a:lnTo>
                <a:lnTo>
                  <a:pt x="12128" y="0"/>
                </a:lnTo>
                <a:lnTo>
                  <a:pt x="13473" y="636"/>
                </a:lnTo>
                <a:lnTo>
                  <a:pt x="14828" y="1273"/>
                </a:lnTo>
                <a:lnTo>
                  <a:pt x="16200" y="1922"/>
                </a:lnTo>
                <a:lnTo>
                  <a:pt x="17091" y="5169"/>
                </a:lnTo>
                <a:lnTo>
                  <a:pt x="17985" y="8422"/>
                </a:lnTo>
                <a:lnTo>
                  <a:pt x="18878" y="11689"/>
                </a:lnTo>
                <a:lnTo>
                  <a:pt x="19780" y="14968"/>
                </a:lnTo>
                <a:lnTo>
                  <a:pt x="20687" y="1826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7704"/>
                </a:lnTo>
                <a:lnTo>
                  <a:pt x="0" y="13794"/>
                </a:lnTo>
                <a:lnTo>
                  <a:pt x="0" y="9872"/>
                </a:lnTo>
                <a:lnTo>
                  <a:pt x="0" y="5917"/>
                </a:lnTo>
                <a:lnTo>
                  <a:pt x="0" y="1922"/>
                </a:lnTo>
                <a:close/>
              </a:path>
            </a:pathLst>
          </a:custGeom>
          <a:solidFill>
            <a:srgbClr val="EDE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3" name="contour_13641"/>
          <p:cNvSpPr/>
          <p:nvPr/>
        </p:nvSpPr>
        <p:spPr>
          <a:xfrm>
            <a:off x="7866830" y="5160175"/>
            <a:ext cx="58304" cy="21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015"/>
                </a:moveTo>
                <a:lnTo>
                  <a:pt x="21600" y="11836"/>
                </a:lnTo>
                <a:lnTo>
                  <a:pt x="21600" y="16685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6780"/>
                </a:lnTo>
                <a:lnTo>
                  <a:pt x="0" y="11930"/>
                </a:lnTo>
                <a:lnTo>
                  <a:pt x="0" y="7015"/>
                </a:lnTo>
                <a:lnTo>
                  <a:pt x="1679" y="4689"/>
                </a:lnTo>
                <a:lnTo>
                  <a:pt x="3416" y="2851"/>
                </a:lnTo>
                <a:lnTo>
                  <a:pt x="5195" y="1488"/>
                </a:lnTo>
                <a:lnTo>
                  <a:pt x="7012" y="569"/>
                </a:lnTo>
                <a:lnTo>
                  <a:pt x="8853" y="80"/>
                </a:lnTo>
                <a:lnTo>
                  <a:pt x="10708" y="0"/>
                </a:lnTo>
                <a:lnTo>
                  <a:pt x="12571" y="314"/>
                </a:lnTo>
                <a:lnTo>
                  <a:pt x="14426" y="992"/>
                </a:lnTo>
                <a:lnTo>
                  <a:pt x="16268" y="2027"/>
                </a:lnTo>
                <a:lnTo>
                  <a:pt x="18085" y="3384"/>
                </a:lnTo>
                <a:lnTo>
                  <a:pt x="19864" y="5054"/>
                </a:lnTo>
                <a:lnTo>
                  <a:pt x="21600" y="7015"/>
                </a:lnTo>
                <a:close/>
              </a:path>
            </a:pathLst>
          </a:custGeom>
          <a:solidFill>
            <a:srgbClr val="6A64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4" name="contour_13642"/>
          <p:cNvSpPr/>
          <p:nvPr/>
        </p:nvSpPr>
        <p:spPr>
          <a:xfrm>
            <a:off x="4805873" y="5158178"/>
            <a:ext cx="65592" cy="249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489"/>
                </a:moveTo>
                <a:lnTo>
                  <a:pt x="4123" y="839"/>
                </a:lnTo>
                <a:lnTo>
                  <a:pt x="5734" y="379"/>
                </a:lnTo>
                <a:lnTo>
                  <a:pt x="7289" y="101"/>
                </a:lnTo>
                <a:lnTo>
                  <a:pt x="8842" y="0"/>
                </a:lnTo>
                <a:lnTo>
                  <a:pt x="10442" y="69"/>
                </a:lnTo>
                <a:lnTo>
                  <a:pt x="12149" y="303"/>
                </a:lnTo>
                <a:lnTo>
                  <a:pt x="13512" y="435"/>
                </a:lnTo>
                <a:lnTo>
                  <a:pt x="14892" y="568"/>
                </a:lnTo>
                <a:lnTo>
                  <a:pt x="16570" y="757"/>
                </a:lnTo>
                <a:lnTo>
                  <a:pt x="18247" y="978"/>
                </a:lnTo>
                <a:lnTo>
                  <a:pt x="19925" y="1224"/>
                </a:lnTo>
                <a:lnTo>
                  <a:pt x="21600" y="1489"/>
                </a:lnTo>
                <a:lnTo>
                  <a:pt x="20230" y="4813"/>
                </a:lnTo>
                <a:lnTo>
                  <a:pt x="18902" y="7873"/>
                </a:lnTo>
                <a:lnTo>
                  <a:pt x="17597" y="10655"/>
                </a:lnTo>
                <a:lnTo>
                  <a:pt x="16291" y="13159"/>
                </a:lnTo>
                <a:lnTo>
                  <a:pt x="14964" y="15361"/>
                </a:lnTo>
                <a:lnTo>
                  <a:pt x="13596" y="17247"/>
                </a:lnTo>
                <a:lnTo>
                  <a:pt x="12163" y="18818"/>
                </a:lnTo>
                <a:lnTo>
                  <a:pt x="10651" y="20048"/>
                </a:lnTo>
                <a:lnTo>
                  <a:pt x="9031" y="20931"/>
                </a:lnTo>
                <a:lnTo>
                  <a:pt x="7289" y="21455"/>
                </a:lnTo>
                <a:lnTo>
                  <a:pt x="5400" y="21600"/>
                </a:lnTo>
                <a:lnTo>
                  <a:pt x="4049" y="21360"/>
                </a:lnTo>
                <a:lnTo>
                  <a:pt x="2698" y="21089"/>
                </a:lnTo>
                <a:lnTo>
                  <a:pt x="1349" y="20780"/>
                </a:lnTo>
                <a:lnTo>
                  <a:pt x="0" y="20414"/>
                </a:lnTo>
                <a:lnTo>
                  <a:pt x="302" y="15758"/>
                </a:lnTo>
                <a:lnTo>
                  <a:pt x="578" y="12446"/>
                </a:lnTo>
                <a:lnTo>
                  <a:pt x="943" y="9570"/>
                </a:lnTo>
                <a:lnTo>
                  <a:pt x="1512" y="6220"/>
                </a:lnTo>
                <a:lnTo>
                  <a:pt x="2400" y="1489"/>
                </a:lnTo>
                <a:close/>
              </a:path>
            </a:pathLst>
          </a:custGeom>
          <a:solidFill>
            <a:srgbClr val="5D59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5" name="contour_13643"/>
          <p:cNvSpPr/>
          <p:nvPr/>
        </p:nvSpPr>
        <p:spPr>
          <a:xfrm>
            <a:off x="2145756" y="5159898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3522" y="1651"/>
                </a:lnTo>
                <a:lnTo>
                  <a:pt x="15476" y="2913"/>
                </a:lnTo>
                <a:lnTo>
                  <a:pt x="16961" y="4048"/>
                </a:lnTo>
                <a:lnTo>
                  <a:pt x="18279" y="5314"/>
                </a:lnTo>
                <a:lnTo>
                  <a:pt x="19721" y="6964"/>
                </a:lnTo>
                <a:lnTo>
                  <a:pt x="21600" y="9257"/>
                </a:lnTo>
                <a:lnTo>
                  <a:pt x="21136" y="11439"/>
                </a:lnTo>
                <a:lnTo>
                  <a:pt x="20466" y="13500"/>
                </a:lnTo>
                <a:lnTo>
                  <a:pt x="19618" y="15493"/>
                </a:lnTo>
                <a:lnTo>
                  <a:pt x="18608" y="17474"/>
                </a:lnTo>
                <a:lnTo>
                  <a:pt x="17458" y="19492"/>
                </a:lnTo>
                <a:lnTo>
                  <a:pt x="16200" y="21600"/>
                </a:lnTo>
                <a:lnTo>
                  <a:pt x="13527" y="20835"/>
                </a:lnTo>
                <a:lnTo>
                  <a:pt x="10838" y="20069"/>
                </a:lnTo>
                <a:lnTo>
                  <a:pt x="8138" y="19295"/>
                </a:lnTo>
                <a:lnTo>
                  <a:pt x="5400" y="18514"/>
                </a:lnTo>
                <a:lnTo>
                  <a:pt x="6739" y="16987"/>
                </a:lnTo>
                <a:lnTo>
                  <a:pt x="8078" y="15453"/>
                </a:lnTo>
                <a:lnTo>
                  <a:pt x="9434" y="13907"/>
                </a:lnTo>
                <a:lnTo>
                  <a:pt x="10800" y="12343"/>
                </a:lnTo>
                <a:lnTo>
                  <a:pt x="7231" y="12343"/>
                </a:lnTo>
                <a:lnTo>
                  <a:pt x="3640" y="12343"/>
                </a:lnTo>
                <a:lnTo>
                  <a:pt x="0" y="12343"/>
                </a:lnTo>
                <a:lnTo>
                  <a:pt x="0" y="10306"/>
                </a:lnTo>
                <a:lnTo>
                  <a:pt x="0" y="8267"/>
                </a:lnTo>
                <a:lnTo>
                  <a:pt x="0" y="6218"/>
                </a:lnTo>
                <a:lnTo>
                  <a:pt x="0" y="4160"/>
                </a:lnTo>
                <a:lnTo>
                  <a:pt x="0" y="2089"/>
                </a:lnTo>
                <a:lnTo>
                  <a:pt x="0" y="0"/>
                </a:lnTo>
                <a:close/>
              </a:path>
            </a:pathLst>
          </a:custGeom>
          <a:solidFill>
            <a:srgbClr val="6761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6" name="contour_13644"/>
          <p:cNvSpPr/>
          <p:nvPr/>
        </p:nvSpPr>
        <p:spPr>
          <a:xfrm>
            <a:off x="8652621" y="5116170"/>
            <a:ext cx="596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929" y="1793"/>
                </a:lnTo>
                <a:lnTo>
                  <a:pt x="1394" y="3614"/>
                </a:lnTo>
                <a:lnTo>
                  <a:pt x="2247" y="5393"/>
                </a:lnTo>
                <a:lnTo>
                  <a:pt x="3116" y="7200"/>
                </a:lnTo>
                <a:lnTo>
                  <a:pt x="4882" y="7380"/>
                </a:lnTo>
                <a:lnTo>
                  <a:pt x="6142" y="7416"/>
                </a:lnTo>
                <a:lnTo>
                  <a:pt x="7497" y="7286"/>
                </a:lnTo>
                <a:lnTo>
                  <a:pt x="9554" y="6977"/>
                </a:lnTo>
                <a:lnTo>
                  <a:pt x="11666" y="6844"/>
                </a:lnTo>
                <a:lnTo>
                  <a:pt x="13076" y="6822"/>
                </a:lnTo>
                <a:lnTo>
                  <a:pt x="14415" y="6934"/>
                </a:lnTo>
                <a:lnTo>
                  <a:pt x="16319" y="7200"/>
                </a:lnTo>
                <a:lnTo>
                  <a:pt x="17787" y="9500"/>
                </a:lnTo>
                <a:lnTo>
                  <a:pt x="18825" y="11200"/>
                </a:lnTo>
                <a:lnTo>
                  <a:pt x="19577" y="12600"/>
                </a:lnTo>
                <a:lnTo>
                  <a:pt x="20193" y="14000"/>
                </a:lnTo>
                <a:lnTo>
                  <a:pt x="20818" y="15700"/>
                </a:lnTo>
                <a:lnTo>
                  <a:pt x="21600" y="18000"/>
                </a:lnTo>
                <a:lnTo>
                  <a:pt x="19857" y="18594"/>
                </a:lnTo>
                <a:lnTo>
                  <a:pt x="18112" y="19188"/>
                </a:lnTo>
                <a:lnTo>
                  <a:pt x="16358" y="19786"/>
                </a:lnTo>
                <a:lnTo>
                  <a:pt x="14597" y="20387"/>
                </a:lnTo>
                <a:lnTo>
                  <a:pt x="12825" y="20992"/>
                </a:lnTo>
                <a:lnTo>
                  <a:pt x="11038" y="21600"/>
                </a:lnTo>
                <a:lnTo>
                  <a:pt x="11038" y="19220"/>
                </a:lnTo>
                <a:lnTo>
                  <a:pt x="11038" y="16826"/>
                </a:lnTo>
                <a:lnTo>
                  <a:pt x="11038" y="14400"/>
                </a:lnTo>
                <a:lnTo>
                  <a:pt x="9303" y="13601"/>
                </a:lnTo>
                <a:lnTo>
                  <a:pt x="7932" y="13190"/>
                </a:lnTo>
                <a:lnTo>
                  <a:pt x="5756" y="12823"/>
                </a:lnTo>
                <a:lnTo>
                  <a:pt x="3610" y="12244"/>
                </a:lnTo>
                <a:lnTo>
                  <a:pt x="2239" y="11718"/>
                </a:lnTo>
                <a:lnTo>
                  <a:pt x="475" y="10800"/>
                </a:lnTo>
                <a:lnTo>
                  <a:pt x="158" y="8014"/>
                </a:lnTo>
                <a:lnTo>
                  <a:pt x="0" y="6059"/>
                </a:lnTo>
                <a:lnTo>
                  <a:pt x="0" y="4417"/>
                </a:lnTo>
                <a:lnTo>
                  <a:pt x="158" y="2570"/>
                </a:lnTo>
                <a:lnTo>
                  <a:pt x="475" y="0"/>
                </a:lnTo>
                <a:close/>
              </a:path>
            </a:pathLst>
          </a:custGeom>
          <a:solidFill>
            <a:srgbClr val="D6CA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7" name="contour_13645"/>
          <p:cNvSpPr/>
          <p:nvPr/>
        </p:nvSpPr>
        <p:spPr>
          <a:xfrm>
            <a:off x="1271197" y="5138034"/>
            <a:ext cx="65592" cy="29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258" y="1164"/>
                </a:lnTo>
                <a:lnTo>
                  <a:pt x="17561" y="2023"/>
                </a:lnTo>
                <a:lnTo>
                  <a:pt x="18655" y="2834"/>
                </a:lnTo>
                <a:lnTo>
                  <a:pt x="19886" y="3854"/>
                </a:lnTo>
                <a:lnTo>
                  <a:pt x="21600" y="5337"/>
                </a:lnTo>
                <a:lnTo>
                  <a:pt x="20318" y="8134"/>
                </a:lnTo>
                <a:lnTo>
                  <a:pt x="19054" y="10792"/>
                </a:lnTo>
                <a:lnTo>
                  <a:pt x="17782" y="13263"/>
                </a:lnTo>
                <a:lnTo>
                  <a:pt x="16478" y="15499"/>
                </a:lnTo>
                <a:lnTo>
                  <a:pt x="15122" y="17458"/>
                </a:lnTo>
                <a:lnTo>
                  <a:pt x="13690" y="19097"/>
                </a:lnTo>
                <a:lnTo>
                  <a:pt x="12154" y="20362"/>
                </a:lnTo>
                <a:lnTo>
                  <a:pt x="10495" y="21210"/>
                </a:lnTo>
                <a:lnTo>
                  <a:pt x="8690" y="21600"/>
                </a:lnTo>
                <a:lnTo>
                  <a:pt x="6173" y="20629"/>
                </a:lnTo>
                <a:lnTo>
                  <a:pt x="4406" y="19887"/>
                </a:lnTo>
                <a:lnTo>
                  <a:pt x="3146" y="19204"/>
                </a:lnTo>
                <a:lnTo>
                  <a:pt x="2153" y="18435"/>
                </a:lnTo>
                <a:lnTo>
                  <a:pt x="1183" y="17421"/>
                </a:lnTo>
                <a:lnTo>
                  <a:pt x="0" y="16012"/>
                </a:lnTo>
                <a:lnTo>
                  <a:pt x="0" y="12484"/>
                </a:lnTo>
                <a:lnTo>
                  <a:pt x="0" y="8935"/>
                </a:lnTo>
                <a:lnTo>
                  <a:pt x="0" y="5337"/>
                </a:lnTo>
                <a:lnTo>
                  <a:pt x="1260" y="5433"/>
                </a:lnTo>
                <a:lnTo>
                  <a:pt x="2542" y="5524"/>
                </a:lnTo>
                <a:lnTo>
                  <a:pt x="3365" y="5561"/>
                </a:lnTo>
                <a:lnTo>
                  <a:pt x="5851" y="5668"/>
                </a:lnTo>
                <a:lnTo>
                  <a:pt x="7483" y="5764"/>
                </a:lnTo>
                <a:lnTo>
                  <a:pt x="9142" y="5860"/>
                </a:lnTo>
                <a:lnTo>
                  <a:pt x="10831" y="5476"/>
                </a:lnTo>
                <a:lnTo>
                  <a:pt x="11942" y="4734"/>
                </a:lnTo>
                <a:lnTo>
                  <a:pt x="12967" y="3096"/>
                </a:lnTo>
                <a:lnTo>
                  <a:pt x="14400" y="0"/>
                </a:lnTo>
                <a:close/>
              </a:path>
            </a:pathLst>
          </a:custGeom>
          <a:solidFill>
            <a:srgbClr val="2921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8" name="contour_13646"/>
          <p:cNvSpPr/>
          <p:nvPr/>
        </p:nvSpPr>
        <p:spPr>
          <a:xfrm>
            <a:off x="8442581" y="512345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7755" y="2376"/>
                </a:lnTo>
                <a:lnTo>
                  <a:pt x="18230" y="4756"/>
                </a:lnTo>
                <a:lnTo>
                  <a:pt x="18706" y="7135"/>
                </a:lnTo>
                <a:lnTo>
                  <a:pt x="19185" y="9522"/>
                </a:lnTo>
                <a:lnTo>
                  <a:pt x="19665" y="11916"/>
                </a:lnTo>
                <a:lnTo>
                  <a:pt x="20144" y="14321"/>
                </a:lnTo>
                <a:lnTo>
                  <a:pt x="20628" y="16733"/>
                </a:lnTo>
                <a:lnTo>
                  <a:pt x="21112" y="19159"/>
                </a:lnTo>
                <a:lnTo>
                  <a:pt x="21600" y="21600"/>
                </a:lnTo>
                <a:lnTo>
                  <a:pt x="18744" y="21600"/>
                </a:lnTo>
                <a:lnTo>
                  <a:pt x="15872" y="21600"/>
                </a:lnTo>
                <a:lnTo>
                  <a:pt x="12960" y="21600"/>
                </a:lnTo>
                <a:lnTo>
                  <a:pt x="12960" y="19220"/>
                </a:lnTo>
                <a:lnTo>
                  <a:pt x="12960" y="16826"/>
                </a:lnTo>
                <a:lnTo>
                  <a:pt x="12960" y="14400"/>
                </a:lnTo>
                <a:lnTo>
                  <a:pt x="10394" y="14400"/>
                </a:lnTo>
                <a:lnTo>
                  <a:pt x="7819" y="14400"/>
                </a:lnTo>
                <a:lnTo>
                  <a:pt x="5236" y="14400"/>
                </a:lnTo>
                <a:lnTo>
                  <a:pt x="2631" y="14400"/>
                </a:lnTo>
                <a:lnTo>
                  <a:pt x="0" y="14400"/>
                </a:lnTo>
                <a:lnTo>
                  <a:pt x="924" y="12593"/>
                </a:lnTo>
                <a:lnTo>
                  <a:pt x="1862" y="10789"/>
                </a:lnTo>
                <a:lnTo>
                  <a:pt x="2817" y="8993"/>
                </a:lnTo>
                <a:lnTo>
                  <a:pt x="3780" y="7200"/>
                </a:lnTo>
                <a:lnTo>
                  <a:pt x="4834" y="5191"/>
                </a:lnTo>
                <a:lnTo>
                  <a:pt x="5905" y="3150"/>
                </a:lnTo>
                <a:lnTo>
                  <a:pt x="7262" y="1588"/>
                </a:lnTo>
                <a:lnTo>
                  <a:pt x="8640" y="0"/>
                </a:lnTo>
                <a:close/>
              </a:path>
            </a:pathLst>
          </a:custGeom>
          <a:solidFill>
            <a:srgbClr val="45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49" name="contour_13647"/>
          <p:cNvSpPr/>
          <p:nvPr/>
        </p:nvSpPr>
        <p:spPr>
          <a:xfrm>
            <a:off x="4113514" y="5107570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930"/>
                </a:moveTo>
                <a:lnTo>
                  <a:pt x="12113" y="310"/>
                </a:lnTo>
                <a:lnTo>
                  <a:pt x="14524" y="0"/>
                </a:lnTo>
                <a:lnTo>
                  <a:pt x="16494" y="0"/>
                </a:lnTo>
                <a:lnTo>
                  <a:pt x="18645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840" y="16190"/>
                </a:lnTo>
                <a:lnTo>
                  <a:pt x="3231" y="12200"/>
                </a:lnTo>
                <a:lnTo>
                  <a:pt x="4316" y="9270"/>
                </a:lnTo>
                <a:lnTo>
                  <a:pt x="5244" y="7043"/>
                </a:lnTo>
                <a:lnTo>
                  <a:pt x="6178" y="5147"/>
                </a:lnTo>
                <a:lnTo>
                  <a:pt x="7258" y="3230"/>
                </a:lnTo>
                <a:lnTo>
                  <a:pt x="8640" y="930"/>
                </a:lnTo>
                <a:close/>
              </a:path>
            </a:pathLst>
          </a:custGeom>
          <a:solidFill>
            <a:srgbClr val="1111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0" name="contour_13648"/>
          <p:cNvSpPr/>
          <p:nvPr/>
        </p:nvSpPr>
        <p:spPr>
          <a:xfrm>
            <a:off x="1664749" y="511617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33" y="1550"/>
                </a:lnTo>
                <a:lnTo>
                  <a:pt x="8258" y="3127"/>
                </a:lnTo>
                <a:lnTo>
                  <a:pt x="10577" y="4725"/>
                </a:lnTo>
                <a:lnTo>
                  <a:pt x="12521" y="6043"/>
                </a:lnTo>
                <a:lnTo>
                  <a:pt x="14497" y="7382"/>
                </a:lnTo>
                <a:lnTo>
                  <a:pt x="16236" y="9137"/>
                </a:lnTo>
                <a:lnTo>
                  <a:pt x="17474" y="10751"/>
                </a:lnTo>
                <a:lnTo>
                  <a:pt x="18554" y="12911"/>
                </a:lnTo>
                <a:lnTo>
                  <a:pt x="19814" y="16303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D1B8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1" name="contour_13649"/>
          <p:cNvSpPr/>
          <p:nvPr/>
        </p:nvSpPr>
        <p:spPr>
          <a:xfrm>
            <a:off x="11561841" y="5101594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410"/>
                </a:lnTo>
                <a:lnTo>
                  <a:pt x="3290" y="821"/>
                </a:lnTo>
                <a:lnTo>
                  <a:pt x="4937" y="1237"/>
                </a:lnTo>
                <a:lnTo>
                  <a:pt x="6586" y="1647"/>
                </a:lnTo>
                <a:lnTo>
                  <a:pt x="8237" y="2057"/>
                </a:lnTo>
                <a:lnTo>
                  <a:pt x="9890" y="2473"/>
                </a:lnTo>
                <a:lnTo>
                  <a:pt x="11549" y="2889"/>
                </a:lnTo>
                <a:lnTo>
                  <a:pt x="13210" y="3305"/>
                </a:lnTo>
                <a:lnTo>
                  <a:pt x="14875" y="3721"/>
                </a:lnTo>
                <a:lnTo>
                  <a:pt x="16548" y="4136"/>
                </a:lnTo>
                <a:lnTo>
                  <a:pt x="18226" y="4558"/>
                </a:lnTo>
                <a:lnTo>
                  <a:pt x="19908" y="4979"/>
                </a:lnTo>
                <a:lnTo>
                  <a:pt x="21600" y="5400"/>
                </a:lnTo>
                <a:lnTo>
                  <a:pt x="20016" y="6291"/>
                </a:lnTo>
                <a:lnTo>
                  <a:pt x="18430" y="7182"/>
                </a:lnTo>
                <a:lnTo>
                  <a:pt x="16836" y="8078"/>
                </a:lnTo>
                <a:lnTo>
                  <a:pt x="15235" y="8980"/>
                </a:lnTo>
                <a:lnTo>
                  <a:pt x="13625" y="9887"/>
                </a:lnTo>
                <a:lnTo>
                  <a:pt x="12000" y="10800"/>
                </a:lnTo>
                <a:lnTo>
                  <a:pt x="12000" y="14369"/>
                </a:lnTo>
                <a:lnTo>
                  <a:pt x="12000" y="17960"/>
                </a:lnTo>
                <a:lnTo>
                  <a:pt x="12000" y="21600"/>
                </a:lnTo>
                <a:lnTo>
                  <a:pt x="10574" y="21600"/>
                </a:lnTo>
                <a:lnTo>
                  <a:pt x="9144" y="21600"/>
                </a:lnTo>
                <a:lnTo>
                  <a:pt x="7709" y="21600"/>
                </a:lnTo>
                <a:lnTo>
                  <a:pt x="6262" y="21600"/>
                </a:lnTo>
                <a:lnTo>
                  <a:pt x="4800" y="21600"/>
                </a:lnTo>
                <a:lnTo>
                  <a:pt x="4898" y="19035"/>
                </a:lnTo>
                <a:lnTo>
                  <a:pt x="4999" y="16454"/>
                </a:lnTo>
                <a:lnTo>
                  <a:pt x="5100" y="13835"/>
                </a:lnTo>
                <a:lnTo>
                  <a:pt x="5002" y="11048"/>
                </a:lnTo>
                <a:lnTo>
                  <a:pt x="4901" y="8246"/>
                </a:lnTo>
                <a:lnTo>
                  <a:pt x="4800" y="5400"/>
                </a:lnTo>
                <a:lnTo>
                  <a:pt x="3612" y="4061"/>
                </a:lnTo>
                <a:lnTo>
                  <a:pt x="2417" y="2722"/>
                </a:lnTo>
                <a:lnTo>
                  <a:pt x="1217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E7D7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2" name="contour_13650"/>
          <p:cNvSpPr/>
          <p:nvPr/>
        </p:nvSpPr>
        <p:spPr>
          <a:xfrm>
            <a:off x="7334806" y="5079730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85" y="1266"/>
                </a:lnTo>
                <a:lnTo>
                  <a:pt x="4454" y="2508"/>
                </a:lnTo>
                <a:lnTo>
                  <a:pt x="6502" y="3730"/>
                </a:lnTo>
                <a:lnTo>
                  <a:pt x="8428" y="4942"/>
                </a:lnTo>
                <a:lnTo>
                  <a:pt x="10234" y="6154"/>
                </a:lnTo>
                <a:lnTo>
                  <a:pt x="11910" y="7370"/>
                </a:lnTo>
                <a:lnTo>
                  <a:pt x="13465" y="8601"/>
                </a:lnTo>
                <a:lnTo>
                  <a:pt x="14895" y="9854"/>
                </a:lnTo>
                <a:lnTo>
                  <a:pt x="16191" y="11135"/>
                </a:lnTo>
                <a:lnTo>
                  <a:pt x="17362" y="12455"/>
                </a:lnTo>
                <a:lnTo>
                  <a:pt x="18403" y="13820"/>
                </a:lnTo>
                <a:lnTo>
                  <a:pt x="19310" y="15239"/>
                </a:lnTo>
                <a:lnTo>
                  <a:pt x="20088" y="16716"/>
                </a:lnTo>
                <a:lnTo>
                  <a:pt x="20727" y="18265"/>
                </a:lnTo>
                <a:lnTo>
                  <a:pt x="21233" y="19889"/>
                </a:lnTo>
                <a:lnTo>
                  <a:pt x="21600" y="21600"/>
                </a:lnTo>
                <a:lnTo>
                  <a:pt x="19012" y="20557"/>
                </a:lnTo>
                <a:lnTo>
                  <a:pt x="16602" y="19535"/>
                </a:lnTo>
                <a:lnTo>
                  <a:pt x="14368" y="18522"/>
                </a:lnTo>
                <a:lnTo>
                  <a:pt x="12303" y="17502"/>
                </a:lnTo>
                <a:lnTo>
                  <a:pt x="10407" y="16466"/>
                </a:lnTo>
                <a:lnTo>
                  <a:pt x="8683" y="15399"/>
                </a:lnTo>
                <a:lnTo>
                  <a:pt x="7119" y="14286"/>
                </a:lnTo>
                <a:lnTo>
                  <a:pt x="5720" y="13116"/>
                </a:lnTo>
                <a:lnTo>
                  <a:pt x="4480" y="11874"/>
                </a:lnTo>
                <a:lnTo>
                  <a:pt x="3400" y="10549"/>
                </a:lnTo>
                <a:lnTo>
                  <a:pt x="2475" y="9128"/>
                </a:lnTo>
                <a:lnTo>
                  <a:pt x="1702" y="7595"/>
                </a:lnTo>
                <a:lnTo>
                  <a:pt x="1080" y="5940"/>
                </a:lnTo>
                <a:lnTo>
                  <a:pt x="765" y="4456"/>
                </a:lnTo>
                <a:lnTo>
                  <a:pt x="475" y="2972"/>
                </a:lnTo>
                <a:lnTo>
                  <a:pt x="220" y="1486"/>
                </a:lnTo>
                <a:lnTo>
                  <a:pt x="0" y="0"/>
                </a:lnTo>
                <a:close/>
              </a:path>
            </a:pathLst>
          </a:custGeom>
          <a:solidFill>
            <a:srgbClr val="CFE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3" name="contour_13651"/>
          <p:cNvSpPr/>
          <p:nvPr/>
        </p:nvSpPr>
        <p:spPr>
          <a:xfrm>
            <a:off x="5294169" y="509430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918"/>
                </a:lnTo>
                <a:lnTo>
                  <a:pt x="4327" y="1852"/>
                </a:lnTo>
                <a:lnTo>
                  <a:pt x="6487" y="2797"/>
                </a:lnTo>
                <a:lnTo>
                  <a:pt x="8644" y="3758"/>
                </a:lnTo>
                <a:lnTo>
                  <a:pt x="10800" y="4725"/>
                </a:lnTo>
                <a:lnTo>
                  <a:pt x="12809" y="5600"/>
                </a:lnTo>
                <a:lnTo>
                  <a:pt x="14828" y="6485"/>
                </a:lnTo>
                <a:lnTo>
                  <a:pt x="16877" y="7382"/>
                </a:lnTo>
                <a:lnTo>
                  <a:pt x="18436" y="8510"/>
                </a:lnTo>
                <a:lnTo>
                  <a:pt x="20009" y="965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998"/>
                </a:lnTo>
                <a:lnTo>
                  <a:pt x="0" y="14402"/>
                </a:lnTo>
                <a:lnTo>
                  <a:pt x="0" y="10800"/>
                </a:lnTo>
                <a:lnTo>
                  <a:pt x="0" y="7198"/>
                </a:lnTo>
                <a:lnTo>
                  <a:pt x="0" y="3602"/>
                </a:lnTo>
                <a:lnTo>
                  <a:pt x="0" y="0"/>
                </a:lnTo>
                <a:close/>
              </a:path>
            </a:pathLst>
          </a:custGeom>
          <a:solidFill>
            <a:srgbClr val="7D7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4" name="contour_13652"/>
          <p:cNvSpPr/>
          <p:nvPr/>
        </p:nvSpPr>
        <p:spPr>
          <a:xfrm>
            <a:off x="389350" y="5079730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856"/>
                </a:lnTo>
                <a:lnTo>
                  <a:pt x="21600" y="5728"/>
                </a:lnTo>
                <a:lnTo>
                  <a:pt x="21600" y="8640"/>
                </a:lnTo>
                <a:lnTo>
                  <a:pt x="20412" y="9919"/>
                </a:lnTo>
                <a:lnTo>
                  <a:pt x="19522" y="10727"/>
                </a:lnTo>
                <a:lnTo>
                  <a:pt x="18492" y="11413"/>
                </a:lnTo>
                <a:lnTo>
                  <a:pt x="16874" y="12321"/>
                </a:lnTo>
                <a:lnTo>
                  <a:pt x="16140" y="12740"/>
                </a:lnTo>
                <a:lnTo>
                  <a:pt x="13922" y="14005"/>
                </a:lnTo>
                <a:lnTo>
                  <a:pt x="12372" y="14826"/>
                </a:lnTo>
                <a:lnTo>
                  <a:pt x="10800" y="15660"/>
                </a:lnTo>
                <a:lnTo>
                  <a:pt x="9250" y="16533"/>
                </a:lnTo>
                <a:lnTo>
                  <a:pt x="7678" y="17414"/>
                </a:lnTo>
                <a:lnTo>
                  <a:pt x="6144" y="18269"/>
                </a:lnTo>
                <a:lnTo>
                  <a:pt x="4610" y="19112"/>
                </a:lnTo>
                <a:lnTo>
                  <a:pt x="3074" y="19950"/>
                </a:lnTo>
                <a:lnTo>
                  <a:pt x="1538" y="20779"/>
                </a:lnTo>
                <a:lnTo>
                  <a:pt x="0" y="21600"/>
                </a:lnTo>
                <a:lnTo>
                  <a:pt x="384" y="18541"/>
                </a:lnTo>
                <a:lnTo>
                  <a:pt x="701" y="16334"/>
                </a:lnTo>
                <a:lnTo>
                  <a:pt x="1066" y="14364"/>
                </a:lnTo>
                <a:lnTo>
                  <a:pt x="1594" y="12010"/>
                </a:lnTo>
                <a:lnTo>
                  <a:pt x="2400" y="8640"/>
                </a:lnTo>
                <a:lnTo>
                  <a:pt x="4001" y="7085"/>
                </a:lnTo>
                <a:lnTo>
                  <a:pt x="5167" y="6039"/>
                </a:lnTo>
                <a:lnTo>
                  <a:pt x="6238" y="5262"/>
                </a:lnTo>
                <a:lnTo>
                  <a:pt x="7553" y="4497"/>
                </a:lnTo>
                <a:lnTo>
                  <a:pt x="9451" y="3508"/>
                </a:lnTo>
                <a:lnTo>
                  <a:pt x="10711" y="2825"/>
                </a:lnTo>
                <a:lnTo>
                  <a:pt x="11978" y="2134"/>
                </a:lnTo>
                <a:lnTo>
                  <a:pt x="13265" y="1434"/>
                </a:lnTo>
                <a:lnTo>
                  <a:pt x="15029" y="734"/>
                </a:lnTo>
                <a:lnTo>
                  <a:pt x="16344" y="311"/>
                </a:lnTo>
                <a:lnTo>
                  <a:pt x="17611" y="91"/>
                </a:lnTo>
                <a:lnTo>
                  <a:pt x="19229" y="13"/>
                </a:lnTo>
                <a:lnTo>
                  <a:pt x="21600" y="0"/>
                </a:lnTo>
                <a:close/>
              </a:path>
            </a:pathLst>
          </a:custGeom>
          <a:solidFill>
            <a:srgbClr val="C3C9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5" name="contour_13653"/>
          <p:cNvSpPr/>
          <p:nvPr/>
        </p:nvSpPr>
        <p:spPr>
          <a:xfrm>
            <a:off x="8428005" y="5072442"/>
            <a:ext cx="3644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38" y="0"/>
                </a:moveTo>
                <a:lnTo>
                  <a:pt x="11735" y="972"/>
                </a:lnTo>
                <a:lnTo>
                  <a:pt x="13977" y="1768"/>
                </a:lnTo>
                <a:lnTo>
                  <a:pt x="15726" y="2588"/>
                </a:lnTo>
                <a:lnTo>
                  <a:pt x="17337" y="3632"/>
                </a:lnTo>
                <a:lnTo>
                  <a:pt x="19173" y="5105"/>
                </a:lnTo>
                <a:lnTo>
                  <a:pt x="21596" y="7200"/>
                </a:lnTo>
                <a:lnTo>
                  <a:pt x="21600" y="9799"/>
                </a:lnTo>
                <a:lnTo>
                  <a:pt x="21354" y="12294"/>
                </a:lnTo>
                <a:lnTo>
                  <a:pt x="20827" y="14710"/>
                </a:lnTo>
                <a:lnTo>
                  <a:pt x="19993" y="17053"/>
                </a:lnTo>
                <a:lnTo>
                  <a:pt x="18818" y="19343"/>
                </a:lnTo>
                <a:lnTo>
                  <a:pt x="17277" y="21600"/>
                </a:lnTo>
                <a:lnTo>
                  <a:pt x="14422" y="21600"/>
                </a:lnTo>
                <a:lnTo>
                  <a:pt x="11549" y="21600"/>
                </a:lnTo>
                <a:lnTo>
                  <a:pt x="8638" y="21600"/>
                </a:lnTo>
                <a:lnTo>
                  <a:pt x="6842" y="19750"/>
                </a:lnTo>
                <a:lnTo>
                  <a:pt x="5261" y="17842"/>
                </a:lnTo>
                <a:lnTo>
                  <a:pt x="3874" y="15869"/>
                </a:lnTo>
                <a:lnTo>
                  <a:pt x="2674" y="13824"/>
                </a:lnTo>
                <a:lnTo>
                  <a:pt x="1641" y="11704"/>
                </a:lnTo>
                <a:lnTo>
                  <a:pt x="752" y="9497"/>
                </a:lnTo>
                <a:lnTo>
                  <a:pt x="0" y="7200"/>
                </a:lnTo>
                <a:lnTo>
                  <a:pt x="1805" y="4302"/>
                </a:lnTo>
                <a:lnTo>
                  <a:pt x="3308" y="2588"/>
                </a:lnTo>
                <a:lnTo>
                  <a:pt x="5317" y="1379"/>
                </a:lnTo>
                <a:lnTo>
                  <a:pt x="8638" y="0"/>
                </a:lnTo>
                <a:close/>
              </a:path>
            </a:pathLst>
          </a:custGeom>
          <a:solidFill>
            <a:srgbClr val="F1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6" name="contour_13654"/>
          <p:cNvSpPr/>
          <p:nvPr/>
        </p:nvSpPr>
        <p:spPr>
          <a:xfrm>
            <a:off x="1737629" y="505786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6" y="896"/>
                </a:lnTo>
                <a:lnTo>
                  <a:pt x="8032" y="1541"/>
                </a:lnTo>
                <a:lnTo>
                  <a:pt x="10238" y="2030"/>
                </a:lnTo>
                <a:lnTo>
                  <a:pt x="11768" y="2473"/>
                </a:lnTo>
                <a:lnTo>
                  <a:pt x="13021" y="2963"/>
                </a:lnTo>
                <a:lnTo>
                  <a:pt x="14400" y="3600"/>
                </a:lnTo>
                <a:lnTo>
                  <a:pt x="14400" y="5980"/>
                </a:lnTo>
                <a:lnTo>
                  <a:pt x="14400" y="8374"/>
                </a:lnTo>
                <a:lnTo>
                  <a:pt x="14400" y="10800"/>
                </a:lnTo>
                <a:lnTo>
                  <a:pt x="16538" y="12121"/>
                </a:lnTo>
                <a:lnTo>
                  <a:pt x="18000" y="12938"/>
                </a:lnTo>
                <a:lnTo>
                  <a:pt x="19462" y="13583"/>
                </a:lnTo>
                <a:lnTo>
                  <a:pt x="21600" y="14400"/>
                </a:lnTo>
                <a:lnTo>
                  <a:pt x="19462" y="14400"/>
                </a:lnTo>
                <a:lnTo>
                  <a:pt x="17316" y="14400"/>
                </a:lnTo>
                <a:lnTo>
                  <a:pt x="15163" y="14400"/>
                </a:lnTo>
                <a:lnTo>
                  <a:pt x="12992" y="14400"/>
                </a:lnTo>
                <a:lnTo>
                  <a:pt x="10800" y="14400"/>
                </a:lnTo>
                <a:lnTo>
                  <a:pt x="10800" y="16780"/>
                </a:lnTo>
                <a:lnTo>
                  <a:pt x="10800" y="19174"/>
                </a:lnTo>
                <a:lnTo>
                  <a:pt x="10800" y="21600"/>
                </a:lnTo>
                <a:lnTo>
                  <a:pt x="8420" y="21600"/>
                </a:lnTo>
                <a:lnTo>
                  <a:pt x="6026" y="21600"/>
                </a:lnTo>
                <a:lnTo>
                  <a:pt x="3600" y="21600"/>
                </a:lnTo>
                <a:lnTo>
                  <a:pt x="3204" y="19224"/>
                </a:lnTo>
                <a:lnTo>
                  <a:pt x="2808" y="16844"/>
                </a:lnTo>
                <a:lnTo>
                  <a:pt x="2412" y="14465"/>
                </a:lnTo>
                <a:lnTo>
                  <a:pt x="2012" y="12078"/>
                </a:lnTo>
                <a:lnTo>
                  <a:pt x="1613" y="9684"/>
                </a:lnTo>
                <a:lnTo>
                  <a:pt x="1213" y="7279"/>
                </a:lnTo>
                <a:lnTo>
                  <a:pt x="810" y="4867"/>
                </a:lnTo>
                <a:lnTo>
                  <a:pt x="407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D6F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7" name="contour_13655"/>
          <p:cNvSpPr/>
          <p:nvPr/>
        </p:nvSpPr>
        <p:spPr>
          <a:xfrm>
            <a:off x="10956938" y="5065030"/>
            <a:ext cx="65592" cy="22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0"/>
                </a:moveTo>
                <a:lnTo>
                  <a:pt x="21182" y="4117"/>
                </a:lnTo>
                <a:lnTo>
                  <a:pt x="20794" y="6923"/>
                </a:lnTo>
                <a:lnTo>
                  <a:pt x="20208" y="9848"/>
                </a:lnTo>
                <a:lnTo>
                  <a:pt x="19200" y="14219"/>
                </a:lnTo>
                <a:lnTo>
                  <a:pt x="17568" y="15664"/>
                </a:lnTo>
                <a:lnTo>
                  <a:pt x="16339" y="16686"/>
                </a:lnTo>
                <a:lnTo>
                  <a:pt x="15281" y="17441"/>
                </a:lnTo>
                <a:lnTo>
                  <a:pt x="14160" y="18061"/>
                </a:lnTo>
                <a:lnTo>
                  <a:pt x="12744" y="18703"/>
                </a:lnTo>
                <a:lnTo>
                  <a:pt x="10800" y="19506"/>
                </a:lnTo>
                <a:lnTo>
                  <a:pt x="10126" y="19816"/>
                </a:lnTo>
                <a:lnTo>
                  <a:pt x="8940" y="20359"/>
                </a:lnTo>
                <a:lnTo>
                  <a:pt x="6226" y="21600"/>
                </a:lnTo>
                <a:lnTo>
                  <a:pt x="4961" y="21487"/>
                </a:lnTo>
                <a:lnTo>
                  <a:pt x="3689" y="21381"/>
                </a:lnTo>
                <a:lnTo>
                  <a:pt x="2400" y="21269"/>
                </a:lnTo>
                <a:lnTo>
                  <a:pt x="1392" y="17145"/>
                </a:lnTo>
                <a:lnTo>
                  <a:pt x="806" y="14304"/>
                </a:lnTo>
                <a:lnTo>
                  <a:pt x="418" y="11420"/>
                </a:lnTo>
                <a:lnTo>
                  <a:pt x="0" y="7169"/>
                </a:lnTo>
                <a:lnTo>
                  <a:pt x="1685" y="6063"/>
                </a:lnTo>
                <a:lnTo>
                  <a:pt x="3350" y="5033"/>
                </a:lnTo>
                <a:lnTo>
                  <a:pt x="5002" y="4089"/>
                </a:lnTo>
                <a:lnTo>
                  <a:pt x="6643" y="3229"/>
                </a:lnTo>
                <a:lnTo>
                  <a:pt x="8278" y="2460"/>
                </a:lnTo>
                <a:lnTo>
                  <a:pt x="9910" y="1784"/>
                </a:lnTo>
                <a:lnTo>
                  <a:pt x="11544" y="1205"/>
                </a:lnTo>
                <a:lnTo>
                  <a:pt x="13183" y="740"/>
                </a:lnTo>
                <a:lnTo>
                  <a:pt x="14832" y="374"/>
                </a:lnTo>
                <a:lnTo>
                  <a:pt x="16495" y="127"/>
                </a:lnTo>
                <a:lnTo>
                  <a:pt x="18173" y="0"/>
                </a:lnTo>
                <a:lnTo>
                  <a:pt x="19874" y="0"/>
                </a:lnTo>
                <a:lnTo>
                  <a:pt x="21600" y="120"/>
                </a:lnTo>
                <a:close/>
              </a:path>
            </a:pathLst>
          </a:custGeom>
          <a:solidFill>
            <a:srgbClr val="8F71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8" name="contour_13656"/>
          <p:cNvSpPr/>
          <p:nvPr/>
        </p:nvSpPr>
        <p:spPr>
          <a:xfrm>
            <a:off x="695446" y="5049157"/>
            <a:ext cx="58304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1"/>
                </a:moveTo>
                <a:lnTo>
                  <a:pt x="1553" y="682"/>
                </a:lnTo>
                <a:lnTo>
                  <a:pt x="3105" y="570"/>
                </a:lnTo>
                <a:lnTo>
                  <a:pt x="4657" y="466"/>
                </a:lnTo>
                <a:lnTo>
                  <a:pt x="6210" y="374"/>
                </a:lnTo>
                <a:lnTo>
                  <a:pt x="7762" y="291"/>
                </a:lnTo>
                <a:lnTo>
                  <a:pt x="9204" y="195"/>
                </a:lnTo>
                <a:lnTo>
                  <a:pt x="10657" y="100"/>
                </a:lnTo>
                <a:lnTo>
                  <a:pt x="12128" y="0"/>
                </a:lnTo>
                <a:lnTo>
                  <a:pt x="14329" y="611"/>
                </a:lnTo>
                <a:lnTo>
                  <a:pt x="16092" y="1505"/>
                </a:lnTo>
                <a:lnTo>
                  <a:pt x="17561" y="2744"/>
                </a:lnTo>
                <a:lnTo>
                  <a:pt x="18873" y="4382"/>
                </a:lnTo>
                <a:lnTo>
                  <a:pt x="20174" y="6490"/>
                </a:lnTo>
                <a:lnTo>
                  <a:pt x="21600" y="9126"/>
                </a:lnTo>
                <a:lnTo>
                  <a:pt x="20072" y="10889"/>
                </a:lnTo>
                <a:lnTo>
                  <a:pt x="18544" y="12656"/>
                </a:lnTo>
                <a:lnTo>
                  <a:pt x="17010" y="14428"/>
                </a:lnTo>
                <a:lnTo>
                  <a:pt x="15471" y="16207"/>
                </a:lnTo>
                <a:lnTo>
                  <a:pt x="13924" y="17991"/>
                </a:lnTo>
                <a:lnTo>
                  <a:pt x="12369" y="19791"/>
                </a:lnTo>
                <a:lnTo>
                  <a:pt x="10800" y="21600"/>
                </a:lnTo>
                <a:lnTo>
                  <a:pt x="10130" y="19542"/>
                </a:lnTo>
                <a:lnTo>
                  <a:pt x="9461" y="17475"/>
                </a:lnTo>
                <a:lnTo>
                  <a:pt x="8783" y="15392"/>
                </a:lnTo>
                <a:lnTo>
                  <a:pt x="8100" y="13284"/>
                </a:lnTo>
                <a:lnTo>
                  <a:pt x="8807" y="10524"/>
                </a:lnTo>
                <a:lnTo>
                  <a:pt x="9326" y="8736"/>
                </a:lnTo>
                <a:lnTo>
                  <a:pt x="9904" y="7143"/>
                </a:lnTo>
                <a:lnTo>
                  <a:pt x="10800" y="4969"/>
                </a:lnTo>
                <a:lnTo>
                  <a:pt x="9018" y="4283"/>
                </a:lnTo>
                <a:lnTo>
                  <a:pt x="7233" y="3597"/>
                </a:lnTo>
                <a:lnTo>
                  <a:pt x="5441" y="2906"/>
                </a:lnTo>
                <a:lnTo>
                  <a:pt x="3640" y="2212"/>
                </a:lnTo>
                <a:lnTo>
                  <a:pt x="1828" y="1513"/>
                </a:lnTo>
                <a:lnTo>
                  <a:pt x="0" y="811"/>
                </a:lnTo>
                <a:close/>
              </a:path>
            </a:pathLst>
          </a:custGeom>
          <a:solidFill>
            <a:srgbClr val="5F5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59" name="contour_13657"/>
          <p:cNvSpPr/>
          <p:nvPr/>
        </p:nvSpPr>
        <p:spPr>
          <a:xfrm>
            <a:off x="4732993" y="502871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9" y="2851"/>
                </a:lnTo>
                <a:lnTo>
                  <a:pt x="1018" y="5707"/>
                </a:lnTo>
                <a:lnTo>
                  <a:pt x="1531" y="8575"/>
                </a:lnTo>
                <a:lnTo>
                  <a:pt x="2046" y="11457"/>
                </a:lnTo>
                <a:lnTo>
                  <a:pt x="2564" y="14355"/>
                </a:lnTo>
                <a:lnTo>
                  <a:pt x="3086" y="17280"/>
                </a:lnTo>
                <a:lnTo>
                  <a:pt x="4783" y="15854"/>
                </a:lnTo>
                <a:lnTo>
                  <a:pt x="6483" y="14429"/>
                </a:lnTo>
                <a:lnTo>
                  <a:pt x="8183" y="12999"/>
                </a:lnTo>
                <a:lnTo>
                  <a:pt x="9887" y="11565"/>
                </a:lnTo>
                <a:lnTo>
                  <a:pt x="11599" y="10130"/>
                </a:lnTo>
                <a:lnTo>
                  <a:pt x="13315" y="8688"/>
                </a:lnTo>
                <a:lnTo>
                  <a:pt x="15040" y="7240"/>
                </a:lnTo>
                <a:lnTo>
                  <a:pt x="16771" y="5784"/>
                </a:lnTo>
                <a:lnTo>
                  <a:pt x="18514" y="4320"/>
                </a:lnTo>
                <a:lnTo>
                  <a:pt x="19023" y="7171"/>
                </a:lnTo>
                <a:lnTo>
                  <a:pt x="19533" y="10027"/>
                </a:lnTo>
                <a:lnTo>
                  <a:pt x="20045" y="12895"/>
                </a:lnTo>
                <a:lnTo>
                  <a:pt x="20560" y="15777"/>
                </a:lnTo>
                <a:lnTo>
                  <a:pt x="21079" y="1867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BAAB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0" name="contour_13658"/>
          <p:cNvSpPr/>
          <p:nvPr/>
        </p:nvSpPr>
        <p:spPr>
          <a:xfrm>
            <a:off x="11335913" y="5050578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19181" y="4824"/>
                </a:lnTo>
                <a:lnTo>
                  <a:pt x="17251" y="8604"/>
                </a:lnTo>
                <a:lnTo>
                  <a:pt x="15694" y="11498"/>
                </a:lnTo>
                <a:lnTo>
                  <a:pt x="14402" y="13658"/>
                </a:lnTo>
                <a:lnTo>
                  <a:pt x="13260" y="15242"/>
                </a:lnTo>
                <a:lnTo>
                  <a:pt x="12156" y="16402"/>
                </a:lnTo>
                <a:lnTo>
                  <a:pt x="10978" y="17294"/>
                </a:lnTo>
                <a:lnTo>
                  <a:pt x="9612" y="18072"/>
                </a:lnTo>
                <a:lnTo>
                  <a:pt x="7949" y="18900"/>
                </a:lnTo>
                <a:lnTo>
                  <a:pt x="6374" y="19714"/>
                </a:lnTo>
                <a:lnTo>
                  <a:pt x="4771" y="20534"/>
                </a:lnTo>
                <a:lnTo>
                  <a:pt x="3595" y="21067"/>
                </a:lnTo>
                <a:lnTo>
                  <a:pt x="2400" y="21600"/>
                </a:lnTo>
                <a:lnTo>
                  <a:pt x="1925" y="17323"/>
                </a:lnTo>
                <a:lnTo>
                  <a:pt x="1447" y="13032"/>
                </a:lnTo>
                <a:lnTo>
                  <a:pt x="970" y="8726"/>
                </a:lnTo>
                <a:lnTo>
                  <a:pt x="48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432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1" name="contour_13659"/>
          <p:cNvSpPr/>
          <p:nvPr/>
        </p:nvSpPr>
        <p:spPr>
          <a:xfrm>
            <a:off x="8551901" y="5027293"/>
            <a:ext cx="42744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1"/>
                </a:moveTo>
                <a:lnTo>
                  <a:pt x="2243" y="653"/>
                </a:lnTo>
                <a:lnTo>
                  <a:pt x="4489" y="516"/>
                </a:lnTo>
                <a:lnTo>
                  <a:pt x="6732" y="395"/>
                </a:lnTo>
                <a:lnTo>
                  <a:pt x="8979" y="291"/>
                </a:lnTo>
                <a:lnTo>
                  <a:pt x="11483" y="146"/>
                </a:lnTo>
                <a:lnTo>
                  <a:pt x="14028" y="0"/>
                </a:lnTo>
                <a:lnTo>
                  <a:pt x="16606" y="528"/>
                </a:lnTo>
                <a:lnTo>
                  <a:pt x="18193" y="1181"/>
                </a:lnTo>
                <a:lnTo>
                  <a:pt x="19449" y="2387"/>
                </a:lnTo>
                <a:lnTo>
                  <a:pt x="21033" y="4578"/>
                </a:lnTo>
                <a:lnTo>
                  <a:pt x="21600" y="7314"/>
                </a:lnTo>
                <a:lnTo>
                  <a:pt x="21589" y="9401"/>
                </a:lnTo>
                <a:lnTo>
                  <a:pt x="20819" y="11904"/>
                </a:lnTo>
                <a:lnTo>
                  <a:pt x="19107" y="15883"/>
                </a:lnTo>
                <a:lnTo>
                  <a:pt x="17663" y="17771"/>
                </a:lnTo>
                <a:lnTo>
                  <a:pt x="16205" y="19675"/>
                </a:lnTo>
                <a:lnTo>
                  <a:pt x="14731" y="21600"/>
                </a:lnTo>
                <a:lnTo>
                  <a:pt x="12297" y="21600"/>
                </a:lnTo>
                <a:lnTo>
                  <a:pt x="9848" y="21600"/>
                </a:lnTo>
                <a:lnTo>
                  <a:pt x="7366" y="21600"/>
                </a:lnTo>
                <a:lnTo>
                  <a:pt x="7509" y="19085"/>
                </a:lnTo>
                <a:lnTo>
                  <a:pt x="7653" y="16565"/>
                </a:lnTo>
                <a:lnTo>
                  <a:pt x="7797" y="14049"/>
                </a:lnTo>
                <a:lnTo>
                  <a:pt x="7940" y="11530"/>
                </a:lnTo>
                <a:lnTo>
                  <a:pt x="8084" y="9014"/>
                </a:lnTo>
                <a:lnTo>
                  <a:pt x="7727" y="7006"/>
                </a:lnTo>
                <a:lnTo>
                  <a:pt x="7366" y="4969"/>
                </a:lnTo>
                <a:lnTo>
                  <a:pt x="5163" y="3434"/>
                </a:lnTo>
                <a:lnTo>
                  <a:pt x="3661" y="2486"/>
                </a:lnTo>
                <a:lnTo>
                  <a:pt x="2169" y="1742"/>
                </a:lnTo>
                <a:lnTo>
                  <a:pt x="0" y="811"/>
                </a:lnTo>
                <a:close/>
              </a:path>
            </a:pathLst>
          </a:custGeom>
          <a:solidFill>
            <a:srgbClr val="C9B4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2" name="contour_13660"/>
          <p:cNvSpPr/>
          <p:nvPr/>
        </p:nvSpPr>
        <p:spPr>
          <a:xfrm>
            <a:off x="4179106" y="500685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874" y="1598"/>
                </a:lnTo>
                <a:lnTo>
                  <a:pt x="14854" y="3215"/>
                </a:lnTo>
                <a:lnTo>
                  <a:pt x="16733" y="4900"/>
                </a:lnTo>
                <a:lnTo>
                  <a:pt x="18493" y="6692"/>
                </a:lnTo>
                <a:lnTo>
                  <a:pt x="20120" y="8644"/>
                </a:lnTo>
                <a:lnTo>
                  <a:pt x="21600" y="10800"/>
                </a:lnTo>
                <a:lnTo>
                  <a:pt x="20347" y="13381"/>
                </a:lnTo>
                <a:lnTo>
                  <a:pt x="19386" y="15250"/>
                </a:lnTo>
                <a:lnTo>
                  <a:pt x="18508" y="16708"/>
                </a:lnTo>
                <a:lnTo>
                  <a:pt x="17518" y="18050"/>
                </a:lnTo>
                <a:lnTo>
                  <a:pt x="16214" y="19580"/>
                </a:lnTo>
                <a:lnTo>
                  <a:pt x="14400" y="21600"/>
                </a:lnTo>
                <a:lnTo>
                  <a:pt x="12362" y="20074"/>
                </a:lnTo>
                <a:lnTo>
                  <a:pt x="10325" y="18544"/>
                </a:lnTo>
                <a:lnTo>
                  <a:pt x="8280" y="17010"/>
                </a:lnTo>
                <a:lnTo>
                  <a:pt x="6228" y="15469"/>
                </a:lnTo>
                <a:lnTo>
                  <a:pt x="4165" y="13925"/>
                </a:lnTo>
                <a:lnTo>
                  <a:pt x="2092" y="12366"/>
                </a:lnTo>
                <a:lnTo>
                  <a:pt x="0" y="10800"/>
                </a:lnTo>
                <a:lnTo>
                  <a:pt x="2380" y="10800"/>
                </a:lnTo>
                <a:lnTo>
                  <a:pt x="4774" y="10800"/>
                </a:lnTo>
                <a:lnTo>
                  <a:pt x="7200" y="10800"/>
                </a:lnTo>
                <a:lnTo>
                  <a:pt x="8309" y="8122"/>
                </a:lnTo>
                <a:lnTo>
                  <a:pt x="9050" y="6221"/>
                </a:lnTo>
                <a:lnTo>
                  <a:pt x="9598" y="4579"/>
                </a:lnTo>
                <a:lnTo>
                  <a:pt x="10123" y="2678"/>
                </a:lnTo>
                <a:lnTo>
                  <a:pt x="10800" y="0"/>
                </a:lnTo>
                <a:close/>
              </a:path>
            </a:pathLst>
          </a:custGeom>
          <a:solidFill>
            <a:srgbClr val="8282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3" name="contour_13661"/>
          <p:cNvSpPr/>
          <p:nvPr/>
        </p:nvSpPr>
        <p:spPr>
          <a:xfrm>
            <a:off x="3865722" y="5011485"/>
            <a:ext cx="58304" cy="245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17" y="334"/>
                </a:moveTo>
                <a:lnTo>
                  <a:pt x="14083" y="167"/>
                </a:lnTo>
                <a:lnTo>
                  <a:pt x="15873" y="0"/>
                </a:lnTo>
                <a:lnTo>
                  <a:pt x="17374" y="1162"/>
                </a:lnTo>
                <a:lnTo>
                  <a:pt x="18900" y="2337"/>
                </a:lnTo>
                <a:lnTo>
                  <a:pt x="19435" y="6151"/>
                </a:lnTo>
                <a:lnTo>
                  <a:pt x="19972" y="9978"/>
                </a:lnTo>
                <a:lnTo>
                  <a:pt x="20509" y="13824"/>
                </a:lnTo>
                <a:lnTo>
                  <a:pt x="21052" y="17690"/>
                </a:lnTo>
                <a:lnTo>
                  <a:pt x="21600" y="21600"/>
                </a:lnTo>
                <a:lnTo>
                  <a:pt x="19818" y="21067"/>
                </a:lnTo>
                <a:lnTo>
                  <a:pt x="18036" y="20541"/>
                </a:lnTo>
                <a:lnTo>
                  <a:pt x="16251" y="20008"/>
                </a:lnTo>
                <a:lnTo>
                  <a:pt x="14467" y="19475"/>
                </a:lnTo>
                <a:lnTo>
                  <a:pt x="12677" y="18948"/>
                </a:lnTo>
                <a:lnTo>
                  <a:pt x="10881" y="18415"/>
                </a:lnTo>
                <a:lnTo>
                  <a:pt x="9086" y="17876"/>
                </a:lnTo>
                <a:lnTo>
                  <a:pt x="7282" y="17343"/>
                </a:lnTo>
                <a:lnTo>
                  <a:pt x="5473" y="16804"/>
                </a:lnTo>
                <a:lnTo>
                  <a:pt x="3656" y="16264"/>
                </a:lnTo>
                <a:lnTo>
                  <a:pt x="1833" y="15725"/>
                </a:lnTo>
                <a:lnTo>
                  <a:pt x="0" y="15179"/>
                </a:lnTo>
                <a:lnTo>
                  <a:pt x="2055" y="10318"/>
                </a:lnTo>
                <a:lnTo>
                  <a:pt x="3675" y="6665"/>
                </a:lnTo>
                <a:lnTo>
                  <a:pt x="5003" y="4045"/>
                </a:lnTo>
                <a:lnTo>
                  <a:pt x="6183" y="2279"/>
                </a:lnTo>
                <a:lnTo>
                  <a:pt x="7360" y="1201"/>
                </a:lnTo>
                <a:lnTo>
                  <a:pt x="8678" y="636"/>
                </a:lnTo>
                <a:lnTo>
                  <a:pt x="10284" y="405"/>
                </a:lnTo>
                <a:lnTo>
                  <a:pt x="12317" y="334"/>
                </a:lnTo>
                <a:close/>
              </a:path>
            </a:pathLst>
          </a:custGeom>
          <a:solidFill>
            <a:srgbClr val="8184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4" name="contour_13662"/>
          <p:cNvSpPr/>
          <p:nvPr/>
        </p:nvSpPr>
        <p:spPr>
          <a:xfrm>
            <a:off x="7310858" y="4992274"/>
            <a:ext cx="45812" cy="36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3" y="0"/>
                </a:moveTo>
                <a:lnTo>
                  <a:pt x="3024" y="1272"/>
                </a:lnTo>
                <a:lnTo>
                  <a:pt x="5065" y="2545"/>
                </a:lnTo>
                <a:lnTo>
                  <a:pt x="7113" y="3821"/>
                </a:lnTo>
                <a:lnTo>
                  <a:pt x="9161" y="5098"/>
                </a:lnTo>
                <a:lnTo>
                  <a:pt x="11212" y="6379"/>
                </a:lnTo>
                <a:lnTo>
                  <a:pt x="13274" y="7660"/>
                </a:lnTo>
                <a:lnTo>
                  <a:pt x="15343" y="8949"/>
                </a:lnTo>
                <a:lnTo>
                  <a:pt x="17418" y="10243"/>
                </a:lnTo>
                <a:lnTo>
                  <a:pt x="19504" y="11545"/>
                </a:lnTo>
                <a:lnTo>
                  <a:pt x="21600" y="12852"/>
                </a:lnTo>
                <a:lnTo>
                  <a:pt x="20748" y="14973"/>
                </a:lnTo>
                <a:lnTo>
                  <a:pt x="19896" y="17102"/>
                </a:lnTo>
                <a:lnTo>
                  <a:pt x="19033" y="19248"/>
                </a:lnTo>
                <a:lnTo>
                  <a:pt x="18164" y="21420"/>
                </a:lnTo>
                <a:lnTo>
                  <a:pt x="15875" y="21600"/>
                </a:lnTo>
                <a:lnTo>
                  <a:pt x="13645" y="21570"/>
                </a:lnTo>
                <a:lnTo>
                  <a:pt x="11463" y="21334"/>
                </a:lnTo>
                <a:lnTo>
                  <a:pt x="9322" y="20897"/>
                </a:lnTo>
                <a:lnTo>
                  <a:pt x="7209" y="20255"/>
                </a:lnTo>
                <a:lnTo>
                  <a:pt x="5123" y="19415"/>
                </a:lnTo>
                <a:lnTo>
                  <a:pt x="3048" y="18374"/>
                </a:lnTo>
                <a:lnTo>
                  <a:pt x="983" y="17136"/>
                </a:lnTo>
                <a:lnTo>
                  <a:pt x="316" y="14129"/>
                </a:lnTo>
                <a:lnTo>
                  <a:pt x="14" y="11378"/>
                </a:lnTo>
                <a:lnTo>
                  <a:pt x="0" y="8739"/>
                </a:lnTo>
                <a:lnTo>
                  <a:pt x="203" y="6062"/>
                </a:lnTo>
                <a:lnTo>
                  <a:pt x="557" y="3196"/>
                </a:lnTo>
                <a:lnTo>
                  <a:pt x="983" y="0"/>
                </a:lnTo>
                <a:close/>
              </a:path>
            </a:pathLst>
          </a:custGeom>
          <a:solidFill>
            <a:srgbClr val="E7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5" name="contour_13663"/>
          <p:cNvSpPr/>
          <p:nvPr/>
        </p:nvSpPr>
        <p:spPr>
          <a:xfrm>
            <a:off x="8078181" y="4986743"/>
            <a:ext cx="43728" cy="419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47"/>
                </a:moveTo>
                <a:lnTo>
                  <a:pt x="19220" y="2847"/>
                </a:lnTo>
                <a:lnTo>
                  <a:pt x="16826" y="2847"/>
                </a:lnTo>
                <a:lnTo>
                  <a:pt x="14400" y="2847"/>
                </a:lnTo>
                <a:lnTo>
                  <a:pt x="14400" y="5498"/>
                </a:lnTo>
                <a:lnTo>
                  <a:pt x="14400" y="8154"/>
                </a:lnTo>
                <a:lnTo>
                  <a:pt x="14400" y="10817"/>
                </a:lnTo>
                <a:lnTo>
                  <a:pt x="14400" y="13491"/>
                </a:lnTo>
                <a:lnTo>
                  <a:pt x="14400" y="16177"/>
                </a:lnTo>
                <a:lnTo>
                  <a:pt x="14400" y="18877"/>
                </a:lnTo>
                <a:lnTo>
                  <a:pt x="14400" y="21600"/>
                </a:lnTo>
                <a:lnTo>
                  <a:pt x="12262" y="21600"/>
                </a:lnTo>
                <a:lnTo>
                  <a:pt x="10116" y="21600"/>
                </a:lnTo>
                <a:lnTo>
                  <a:pt x="7963" y="21600"/>
                </a:lnTo>
                <a:lnTo>
                  <a:pt x="5792" y="21600"/>
                </a:lnTo>
                <a:lnTo>
                  <a:pt x="3600" y="21600"/>
                </a:lnTo>
                <a:lnTo>
                  <a:pt x="4115" y="20036"/>
                </a:lnTo>
                <a:lnTo>
                  <a:pt x="4640" y="18449"/>
                </a:lnTo>
                <a:lnTo>
                  <a:pt x="5324" y="16079"/>
                </a:lnTo>
                <a:lnTo>
                  <a:pt x="5944" y="13750"/>
                </a:lnTo>
                <a:lnTo>
                  <a:pt x="6476" y="11417"/>
                </a:lnTo>
                <a:lnTo>
                  <a:pt x="6905" y="9047"/>
                </a:lnTo>
                <a:lnTo>
                  <a:pt x="7200" y="6597"/>
                </a:lnTo>
                <a:lnTo>
                  <a:pt x="5188" y="4955"/>
                </a:lnTo>
                <a:lnTo>
                  <a:pt x="3766" y="4017"/>
                </a:lnTo>
                <a:lnTo>
                  <a:pt x="2264" y="3432"/>
                </a:lnTo>
                <a:lnTo>
                  <a:pt x="0" y="2847"/>
                </a:lnTo>
                <a:lnTo>
                  <a:pt x="2722" y="1710"/>
                </a:lnTo>
                <a:lnTo>
                  <a:pt x="5202" y="855"/>
                </a:lnTo>
                <a:lnTo>
                  <a:pt x="7510" y="285"/>
                </a:lnTo>
                <a:lnTo>
                  <a:pt x="9716" y="0"/>
                </a:lnTo>
                <a:lnTo>
                  <a:pt x="11884" y="0"/>
                </a:lnTo>
                <a:lnTo>
                  <a:pt x="14090" y="285"/>
                </a:lnTo>
                <a:lnTo>
                  <a:pt x="16398" y="855"/>
                </a:lnTo>
                <a:lnTo>
                  <a:pt x="18878" y="1710"/>
                </a:lnTo>
                <a:lnTo>
                  <a:pt x="21600" y="2847"/>
                </a:lnTo>
                <a:close/>
              </a:path>
            </a:pathLst>
          </a:custGeom>
          <a:solidFill>
            <a:srgbClr val="D3C2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6" name="contour_13664"/>
          <p:cNvSpPr/>
          <p:nvPr/>
        </p:nvSpPr>
        <p:spPr>
          <a:xfrm>
            <a:off x="7903269" y="4990576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89"/>
                </a:moveTo>
                <a:lnTo>
                  <a:pt x="6199" y="510"/>
                </a:lnTo>
                <a:lnTo>
                  <a:pt x="8762" y="133"/>
                </a:lnTo>
                <a:lnTo>
                  <a:pt x="11308" y="0"/>
                </a:lnTo>
                <a:lnTo>
                  <a:pt x="13849" y="87"/>
                </a:lnTo>
                <a:lnTo>
                  <a:pt x="16398" y="337"/>
                </a:lnTo>
                <a:lnTo>
                  <a:pt x="18979" y="719"/>
                </a:lnTo>
                <a:lnTo>
                  <a:pt x="21600" y="1189"/>
                </a:lnTo>
                <a:lnTo>
                  <a:pt x="21247" y="4832"/>
                </a:lnTo>
                <a:lnTo>
                  <a:pt x="20884" y="7450"/>
                </a:lnTo>
                <a:lnTo>
                  <a:pt x="20336" y="9777"/>
                </a:lnTo>
                <a:lnTo>
                  <a:pt x="19433" y="12548"/>
                </a:lnTo>
                <a:lnTo>
                  <a:pt x="18000" y="16497"/>
                </a:lnTo>
                <a:lnTo>
                  <a:pt x="15790" y="17533"/>
                </a:lnTo>
                <a:lnTo>
                  <a:pt x="13576" y="18421"/>
                </a:lnTo>
                <a:lnTo>
                  <a:pt x="11351" y="19176"/>
                </a:lnTo>
                <a:lnTo>
                  <a:pt x="9119" y="19814"/>
                </a:lnTo>
                <a:lnTo>
                  <a:pt x="6869" y="20360"/>
                </a:lnTo>
                <a:lnTo>
                  <a:pt x="4601" y="20824"/>
                </a:lnTo>
                <a:lnTo>
                  <a:pt x="2315" y="21233"/>
                </a:lnTo>
                <a:lnTo>
                  <a:pt x="0" y="21600"/>
                </a:lnTo>
                <a:lnTo>
                  <a:pt x="158" y="17911"/>
                </a:lnTo>
                <a:lnTo>
                  <a:pt x="414" y="14390"/>
                </a:lnTo>
                <a:lnTo>
                  <a:pt x="828" y="10996"/>
                </a:lnTo>
                <a:lnTo>
                  <a:pt x="1454" y="7690"/>
                </a:lnTo>
                <a:lnTo>
                  <a:pt x="2358" y="4434"/>
                </a:lnTo>
                <a:lnTo>
                  <a:pt x="3600" y="1189"/>
                </a:lnTo>
                <a:close/>
              </a:path>
            </a:pathLst>
          </a:custGeom>
          <a:solidFill>
            <a:srgbClr val="1E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7" name="contour_13665"/>
          <p:cNvSpPr/>
          <p:nvPr/>
        </p:nvSpPr>
        <p:spPr>
          <a:xfrm>
            <a:off x="1030694" y="4992274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77" y="313"/>
                </a:lnTo>
                <a:lnTo>
                  <a:pt x="3151" y="637"/>
                </a:lnTo>
                <a:lnTo>
                  <a:pt x="4726" y="972"/>
                </a:lnTo>
                <a:lnTo>
                  <a:pt x="6300" y="1312"/>
                </a:lnTo>
                <a:lnTo>
                  <a:pt x="7877" y="1663"/>
                </a:lnTo>
                <a:lnTo>
                  <a:pt x="9451" y="2025"/>
                </a:lnTo>
                <a:lnTo>
                  <a:pt x="10798" y="2279"/>
                </a:lnTo>
                <a:lnTo>
                  <a:pt x="12163" y="2533"/>
                </a:lnTo>
                <a:lnTo>
                  <a:pt x="13469" y="2857"/>
                </a:lnTo>
                <a:lnTo>
                  <a:pt x="14486" y="3170"/>
                </a:lnTo>
                <a:lnTo>
                  <a:pt x="15557" y="3607"/>
                </a:lnTo>
                <a:lnTo>
                  <a:pt x="17016" y="4304"/>
                </a:lnTo>
                <a:lnTo>
                  <a:pt x="19200" y="5400"/>
                </a:lnTo>
                <a:lnTo>
                  <a:pt x="20256" y="8726"/>
                </a:lnTo>
                <a:lnTo>
                  <a:pt x="20856" y="10957"/>
                </a:lnTo>
                <a:lnTo>
                  <a:pt x="21230" y="13111"/>
                </a:lnTo>
                <a:lnTo>
                  <a:pt x="21600" y="16200"/>
                </a:lnTo>
                <a:lnTo>
                  <a:pt x="20100" y="17431"/>
                </a:lnTo>
                <a:lnTo>
                  <a:pt x="18629" y="18533"/>
                </a:lnTo>
                <a:lnTo>
                  <a:pt x="17172" y="19499"/>
                </a:lnTo>
                <a:lnTo>
                  <a:pt x="15713" y="20304"/>
                </a:lnTo>
                <a:lnTo>
                  <a:pt x="14239" y="20930"/>
                </a:lnTo>
                <a:lnTo>
                  <a:pt x="12739" y="21368"/>
                </a:lnTo>
                <a:lnTo>
                  <a:pt x="11198" y="21595"/>
                </a:lnTo>
                <a:lnTo>
                  <a:pt x="9600" y="21600"/>
                </a:lnTo>
                <a:lnTo>
                  <a:pt x="8179" y="19310"/>
                </a:lnTo>
                <a:lnTo>
                  <a:pt x="6850" y="16897"/>
                </a:lnTo>
                <a:lnTo>
                  <a:pt x="5597" y="14369"/>
                </a:lnTo>
                <a:lnTo>
                  <a:pt x="4406" y="11718"/>
                </a:lnTo>
                <a:lnTo>
                  <a:pt x="3264" y="8959"/>
                </a:lnTo>
                <a:lnTo>
                  <a:pt x="2158" y="6080"/>
                </a:lnTo>
                <a:lnTo>
                  <a:pt x="1075" y="3094"/>
                </a:lnTo>
                <a:lnTo>
                  <a:pt x="0" y="0"/>
                </a:lnTo>
                <a:close/>
              </a:path>
            </a:pathLst>
          </a:custGeom>
          <a:solidFill>
            <a:srgbClr val="D6D9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8" name="contour_13666"/>
          <p:cNvSpPr/>
          <p:nvPr/>
        </p:nvSpPr>
        <p:spPr>
          <a:xfrm>
            <a:off x="10782026" y="4970410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91"/>
                </a:lnTo>
                <a:lnTo>
                  <a:pt x="2341" y="560"/>
                </a:lnTo>
                <a:lnTo>
                  <a:pt x="3646" y="877"/>
                </a:lnTo>
                <a:lnTo>
                  <a:pt x="5374" y="1292"/>
                </a:lnTo>
                <a:lnTo>
                  <a:pt x="7780" y="1868"/>
                </a:lnTo>
                <a:lnTo>
                  <a:pt x="11115" y="2672"/>
                </a:lnTo>
                <a:lnTo>
                  <a:pt x="15638" y="3757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30"/>
                </a:lnTo>
                <a:lnTo>
                  <a:pt x="0" y="13900"/>
                </a:lnTo>
                <a:lnTo>
                  <a:pt x="0" y="10455"/>
                </a:lnTo>
                <a:lnTo>
                  <a:pt x="0" y="6994"/>
                </a:lnTo>
                <a:lnTo>
                  <a:pt x="0" y="3513"/>
                </a:lnTo>
                <a:lnTo>
                  <a:pt x="0" y="0"/>
                </a:lnTo>
                <a:close/>
              </a:path>
            </a:pathLst>
          </a:custGeom>
          <a:solidFill>
            <a:srgbClr val="F0DA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69" name="contour_13667"/>
          <p:cNvSpPr/>
          <p:nvPr/>
        </p:nvSpPr>
        <p:spPr>
          <a:xfrm>
            <a:off x="10075091" y="4977698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5" y="875"/>
                </a:lnTo>
                <a:lnTo>
                  <a:pt x="4484" y="1804"/>
                </a:lnTo>
                <a:lnTo>
                  <a:pt x="6557" y="2808"/>
                </a:lnTo>
                <a:lnTo>
                  <a:pt x="8541" y="3904"/>
                </a:lnTo>
                <a:lnTo>
                  <a:pt x="10461" y="5125"/>
                </a:lnTo>
                <a:lnTo>
                  <a:pt x="12327" y="6480"/>
                </a:lnTo>
                <a:lnTo>
                  <a:pt x="14167" y="8008"/>
                </a:lnTo>
                <a:lnTo>
                  <a:pt x="15993" y="9720"/>
                </a:lnTo>
                <a:lnTo>
                  <a:pt x="17829" y="11637"/>
                </a:lnTo>
                <a:lnTo>
                  <a:pt x="19690" y="13792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6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0" name="contour_13668"/>
          <p:cNvSpPr/>
          <p:nvPr/>
        </p:nvSpPr>
        <p:spPr>
          <a:xfrm>
            <a:off x="5367048" y="4982902"/>
            <a:ext cx="72880" cy="385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9"/>
                </a:moveTo>
                <a:lnTo>
                  <a:pt x="3037" y="748"/>
                </a:lnTo>
                <a:lnTo>
                  <a:pt x="5586" y="409"/>
                </a:lnTo>
                <a:lnTo>
                  <a:pt x="7707" y="168"/>
                </a:lnTo>
                <a:lnTo>
                  <a:pt x="9461" y="29"/>
                </a:lnTo>
                <a:lnTo>
                  <a:pt x="10908" y="0"/>
                </a:lnTo>
                <a:lnTo>
                  <a:pt x="12113" y="90"/>
                </a:lnTo>
                <a:lnTo>
                  <a:pt x="13135" y="306"/>
                </a:lnTo>
                <a:lnTo>
                  <a:pt x="14034" y="662"/>
                </a:lnTo>
                <a:lnTo>
                  <a:pt x="14874" y="1160"/>
                </a:lnTo>
                <a:lnTo>
                  <a:pt x="15714" y="1814"/>
                </a:lnTo>
                <a:lnTo>
                  <a:pt x="16617" y="2627"/>
                </a:lnTo>
                <a:lnTo>
                  <a:pt x="17643" y="3612"/>
                </a:lnTo>
                <a:lnTo>
                  <a:pt x="18537" y="5214"/>
                </a:lnTo>
                <a:lnTo>
                  <a:pt x="19189" y="6526"/>
                </a:lnTo>
                <a:lnTo>
                  <a:pt x="19792" y="8017"/>
                </a:lnTo>
                <a:lnTo>
                  <a:pt x="20531" y="10163"/>
                </a:lnTo>
                <a:lnTo>
                  <a:pt x="21600" y="13427"/>
                </a:lnTo>
                <a:lnTo>
                  <a:pt x="21187" y="16284"/>
                </a:lnTo>
                <a:lnTo>
                  <a:pt x="20825" y="18090"/>
                </a:lnTo>
                <a:lnTo>
                  <a:pt x="20310" y="19606"/>
                </a:lnTo>
                <a:lnTo>
                  <a:pt x="19440" y="21600"/>
                </a:lnTo>
                <a:lnTo>
                  <a:pt x="17833" y="20954"/>
                </a:lnTo>
                <a:lnTo>
                  <a:pt x="16692" y="20419"/>
                </a:lnTo>
                <a:lnTo>
                  <a:pt x="15708" y="19798"/>
                </a:lnTo>
                <a:lnTo>
                  <a:pt x="14567" y="18895"/>
                </a:lnTo>
                <a:lnTo>
                  <a:pt x="12960" y="17514"/>
                </a:lnTo>
                <a:lnTo>
                  <a:pt x="12960" y="15086"/>
                </a:lnTo>
                <a:lnTo>
                  <a:pt x="12960" y="12651"/>
                </a:lnTo>
                <a:lnTo>
                  <a:pt x="12960" y="10207"/>
                </a:lnTo>
                <a:lnTo>
                  <a:pt x="12960" y="7743"/>
                </a:lnTo>
                <a:lnTo>
                  <a:pt x="12960" y="5255"/>
                </a:lnTo>
                <a:lnTo>
                  <a:pt x="11534" y="5255"/>
                </a:lnTo>
                <a:lnTo>
                  <a:pt x="10107" y="5255"/>
                </a:lnTo>
                <a:lnTo>
                  <a:pt x="8679" y="5255"/>
                </a:lnTo>
                <a:lnTo>
                  <a:pt x="7247" y="5255"/>
                </a:lnTo>
                <a:lnTo>
                  <a:pt x="5810" y="5255"/>
                </a:lnTo>
                <a:lnTo>
                  <a:pt x="4368" y="5255"/>
                </a:lnTo>
                <a:lnTo>
                  <a:pt x="2920" y="5255"/>
                </a:lnTo>
                <a:lnTo>
                  <a:pt x="1464" y="5255"/>
                </a:lnTo>
                <a:lnTo>
                  <a:pt x="0" y="5255"/>
                </a:lnTo>
                <a:lnTo>
                  <a:pt x="0" y="3228"/>
                </a:lnTo>
                <a:lnTo>
                  <a:pt x="0" y="1169"/>
                </a:lnTo>
                <a:close/>
              </a:path>
            </a:pathLst>
          </a:custGeom>
          <a:solidFill>
            <a:srgbClr val="D7C1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1" name="contour_13669"/>
          <p:cNvSpPr/>
          <p:nvPr/>
        </p:nvSpPr>
        <p:spPr>
          <a:xfrm>
            <a:off x="5104681" y="4955834"/>
            <a:ext cx="7216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85" y="216"/>
                </a:lnTo>
                <a:lnTo>
                  <a:pt x="2768" y="436"/>
                </a:lnTo>
                <a:lnTo>
                  <a:pt x="4151" y="661"/>
                </a:lnTo>
                <a:lnTo>
                  <a:pt x="5534" y="894"/>
                </a:lnTo>
                <a:lnTo>
                  <a:pt x="6915" y="1132"/>
                </a:lnTo>
                <a:lnTo>
                  <a:pt x="8298" y="1374"/>
                </a:lnTo>
                <a:lnTo>
                  <a:pt x="9681" y="1620"/>
                </a:lnTo>
                <a:lnTo>
                  <a:pt x="10372" y="1719"/>
                </a:lnTo>
                <a:lnTo>
                  <a:pt x="12462" y="2026"/>
                </a:lnTo>
                <a:lnTo>
                  <a:pt x="13123" y="2151"/>
                </a:lnTo>
                <a:lnTo>
                  <a:pt x="15126" y="2532"/>
                </a:lnTo>
                <a:lnTo>
                  <a:pt x="16343" y="2735"/>
                </a:lnTo>
                <a:lnTo>
                  <a:pt x="17582" y="2942"/>
                </a:lnTo>
                <a:lnTo>
                  <a:pt x="19078" y="4065"/>
                </a:lnTo>
                <a:lnTo>
                  <a:pt x="19981" y="5491"/>
                </a:lnTo>
                <a:lnTo>
                  <a:pt x="21063" y="8450"/>
                </a:lnTo>
                <a:lnTo>
                  <a:pt x="21482" y="11133"/>
                </a:lnTo>
                <a:lnTo>
                  <a:pt x="21600" y="13003"/>
                </a:lnTo>
                <a:lnTo>
                  <a:pt x="21399" y="14939"/>
                </a:lnTo>
                <a:lnTo>
                  <a:pt x="20858" y="17820"/>
                </a:lnTo>
                <a:lnTo>
                  <a:pt x="20250" y="19695"/>
                </a:lnTo>
                <a:lnTo>
                  <a:pt x="19632" y="21600"/>
                </a:lnTo>
                <a:lnTo>
                  <a:pt x="18337" y="20745"/>
                </a:lnTo>
                <a:lnTo>
                  <a:pt x="17037" y="19885"/>
                </a:lnTo>
                <a:lnTo>
                  <a:pt x="15732" y="19025"/>
                </a:lnTo>
                <a:lnTo>
                  <a:pt x="14417" y="18157"/>
                </a:lnTo>
                <a:lnTo>
                  <a:pt x="13088" y="17280"/>
                </a:lnTo>
                <a:lnTo>
                  <a:pt x="14170" y="15137"/>
                </a:lnTo>
                <a:lnTo>
                  <a:pt x="15270" y="12960"/>
                </a:lnTo>
                <a:lnTo>
                  <a:pt x="14166" y="12385"/>
                </a:lnTo>
                <a:lnTo>
                  <a:pt x="13056" y="11807"/>
                </a:lnTo>
                <a:lnTo>
                  <a:pt x="11930" y="11223"/>
                </a:lnTo>
                <a:lnTo>
                  <a:pt x="10497" y="10454"/>
                </a:lnTo>
                <a:lnTo>
                  <a:pt x="9066" y="9681"/>
                </a:lnTo>
                <a:lnTo>
                  <a:pt x="7635" y="8908"/>
                </a:lnTo>
                <a:lnTo>
                  <a:pt x="6540" y="8342"/>
                </a:lnTo>
                <a:lnTo>
                  <a:pt x="5427" y="7772"/>
                </a:lnTo>
                <a:lnTo>
                  <a:pt x="4057" y="6985"/>
                </a:lnTo>
                <a:lnTo>
                  <a:pt x="2698" y="6134"/>
                </a:lnTo>
                <a:lnTo>
                  <a:pt x="1346" y="5240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5D57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2" name="contour_13670"/>
          <p:cNvSpPr/>
          <p:nvPr/>
        </p:nvSpPr>
        <p:spPr>
          <a:xfrm>
            <a:off x="775614" y="498498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400" y="2380"/>
                </a:lnTo>
                <a:lnTo>
                  <a:pt x="14400" y="4774"/>
                </a:lnTo>
                <a:lnTo>
                  <a:pt x="14400" y="7200"/>
                </a:lnTo>
                <a:lnTo>
                  <a:pt x="16780" y="7200"/>
                </a:lnTo>
                <a:lnTo>
                  <a:pt x="19174" y="7200"/>
                </a:lnTo>
                <a:lnTo>
                  <a:pt x="21600" y="7200"/>
                </a:lnTo>
                <a:lnTo>
                  <a:pt x="21006" y="9576"/>
                </a:lnTo>
                <a:lnTo>
                  <a:pt x="20412" y="11956"/>
                </a:lnTo>
                <a:lnTo>
                  <a:pt x="19814" y="14346"/>
                </a:lnTo>
                <a:lnTo>
                  <a:pt x="19213" y="16747"/>
                </a:lnTo>
                <a:lnTo>
                  <a:pt x="18608" y="19163"/>
                </a:lnTo>
                <a:lnTo>
                  <a:pt x="18000" y="21600"/>
                </a:lnTo>
                <a:lnTo>
                  <a:pt x="16196" y="19850"/>
                </a:lnTo>
                <a:lnTo>
                  <a:pt x="14393" y="18097"/>
                </a:lnTo>
                <a:lnTo>
                  <a:pt x="12593" y="16340"/>
                </a:lnTo>
                <a:lnTo>
                  <a:pt x="10796" y="14584"/>
                </a:lnTo>
                <a:lnTo>
                  <a:pt x="9000" y="12823"/>
                </a:lnTo>
                <a:lnTo>
                  <a:pt x="7326" y="11192"/>
                </a:lnTo>
                <a:lnTo>
                  <a:pt x="5645" y="9554"/>
                </a:lnTo>
                <a:lnTo>
                  <a:pt x="3938" y="7888"/>
                </a:lnTo>
                <a:lnTo>
                  <a:pt x="1663" y="5353"/>
                </a:lnTo>
                <a:lnTo>
                  <a:pt x="493" y="3686"/>
                </a:lnTo>
                <a:lnTo>
                  <a:pt x="61" y="2149"/>
                </a:lnTo>
                <a:lnTo>
                  <a:pt x="0" y="0"/>
                </a:lnTo>
                <a:close/>
              </a:path>
            </a:pathLst>
          </a:custGeom>
          <a:solidFill>
            <a:srgbClr val="D8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3" name="contour_13671"/>
          <p:cNvSpPr/>
          <p:nvPr/>
        </p:nvSpPr>
        <p:spPr>
          <a:xfrm>
            <a:off x="6941255" y="4977071"/>
            <a:ext cx="58304" cy="224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2"/>
                </a:moveTo>
                <a:lnTo>
                  <a:pt x="21600" y="4760"/>
                </a:lnTo>
                <a:lnTo>
                  <a:pt x="21600" y="8931"/>
                </a:lnTo>
                <a:lnTo>
                  <a:pt x="21600" y="13117"/>
                </a:lnTo>
                <a:lnTo>
                  <a:pt x="21600" y="17337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841" y="17554"/>
                </a:lnTo>
                <a:lnTo>
                  <a:pt x="3559" y="13936"/>
                </a:lnTo>
                <a:lnTo>
                  <a:pt x="5187" y="10737"/>
                </a:lnTo>
                <a:lnTo>
                  <a:pt x="6761" y="7965"/>
                </a:lnTo>
                <a:lnTo>
                  <a:pt x="8316" y="5606"/>
                </a:lnTo>
                <a:lnTo>
                  <a:pt x="9885" y="3661"/>
                </a:lnTo>
                <a:lnTo>
                  <a:pt x="11505" y="2135"/>
                </a:lnTo>
                <a:lnTo>
                  <a:pt x="13211" y="1015"/>
                </a:lnTo>
                <a:lnTo>
                  <a:pt x="15039" y="301"/>
                </a:lnTo>
                <a:lnTo>
                  <a:pt x="17023" y="0"/>
                </a:lnTo>
                <a:lnTo>
                  <a:pt x="19200" y="98"/>
                </a:lnTo>
                <a:lnTo>
                  <a:pt x="21600" y="602"/>
                </a:lnTo>
                <a:close/>
              </a:path>
            </a:pathLst>
          </a:custGeom>
          <a:solidFill>
            <a:srgbClr val="403D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4" name="contour_13672"/>
          <p:cNvSpPr/>
          <p:nvPr/>
        </p:nvSpPr>
        <p:spPr>
          <a:xfrm>
            <a:off x="4004194" y="4955834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867"/>
                </a:lnTo>
                <a:lnTo>
                  <a:pt x="4327" y="1750"/>
                </a:lnTo>
                <a:lnTo>
                  <a:pt x="6487" y="2643"/>
                </a:lnTo>
                <a:lnTo>
                  <a:pt x="8644" y="3552"/>
                </a:lnTo>
                <a:lnTo>
                  <a:pt x="10800" y="4465"/>
                </a:lnTo>
                <a:lnTo>
                  <a:pt x="12809" y="5292"/>
                </a:lnTo>
                <a:lnTo>
                  <a:pt x="14828" y="6128"/>
                </a:lnTo>
                <a:lnTo>
                  <a:pt x="16877" y="6975"/>
                </a:lnTo>
                <a:lnTo>
                  <a:pt x="18436" y="8042"/>
                </a:lnTo>
                <a:lnTo>
                  <a:pt x="20009" y="9119"/>
                </a:lnTo>
                <a:lnTo>
                  <a:pt x="21600" y="10206"/>
                </a:lnTo>
                <a:lnTo>
                  <a:pt x="21600" y="13578"/>
                </a:lnTo>
                <a:lnTo>
                  <a:pt x="21600" y="16972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58" y="17166"/>
                </a:lnTo>
                <a:lnTo>
                  <a:pt x="1454" y="13910"/>
                </a:lnTo>
                <a:lnTo>
                  <a:pt x="828" y="10604"/>
                </a:lnTo>
                <a:lnTo>
                  <a:pt x="414" y="7210"/>
                </a:lnTo>
                <a:lnTo>
                  <a:pt x="158" y="3689"/>
                </a:lnTo>
                <a:lnTo>
                  <a:pt x="0" y="0"/>
                </a:lnTo>
                <a:close/>
              </a:path>
            </a:pathLst>
          </a:custGeom>
          <a:solidFill>
            <a:srgbClr val="282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5" name="contour_13673"/>
          <p:cNvSpPr/>
          <p:nvPr/>
        </p:nvSpPr>
        <p:spPr>
          <a:xfrm>
            <a:off x="3734538" y="497769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63"/>
                </a:lnTo>
                <a:lnTo>
                  <a:pt x="6860" y="529"/>
                </a:lnTo>
                <a:lnTo>
                  <a:pt x="8618" y="896"/>
                </a:lnTo>
                <a:lnTo>
                  <a:pt x="11340" y="1462"/>
                </a:lnTo>
                <a:lnTo>
                  <a:pt x="15509" y="2329"/>
                </a:lnTo>
                <a:lnTo>
                  <a:pt x="21600" y="3600"/>
                </a:lnTo>
                <a:lnTo>
                  <a:pt x="20529" y="5828"/>
                </a:lnTo>
                <a:lnTo>
                  <a:pt x="19462" y="8057"/>
                </a:lnTo>
                <a:lnTo>
                  <a:pt x="18386" y="10292"/>
                </a:lnTo>
                <a:lnTo>
                  <a:pt x="17315" y="12532"/>
                </a:lnTo>
                <a:lnTo>
                  <a:pt x="16235" y="14782"/>
                </a:lnTo>
                <a:lnTo>
                  <a:pt x="15150" y="17042"/>
                </a:lnTo>
                <a:lnTo>
                  <a:pt x="14057" y="19314"/>
                </a:lnTo>
                <a:lnTo>
                  <a:pt x="12960" y="21600"/>
                </a:lnTo>
                <a:lnTo>
                  <a:pt x="8938" y="18774"/>
                </a:lnTo>
                <a:lnTo>
                  <a:pt x="6139" y="16762"/>
                </a:lnTo>
                <a:lnTo>
                  <a:pt x="4203" y="15253"/>
                </a:lnTo>
                <a:lnTo>
                  <a:pt x="2778" y="13961"/>
                </a:lnTo>
                <a:lnTo>
                  <a:pt x="1495" y="12575"/>
                </a:lnTo>
                <a:lnTo>
                  <a:pt x="0" y="10800"/>
                </a:lnTo>
                <a:lnTo>
                  <a:pt x="683" y="7798"/>
                </a:lnTo>
                <a:lnTo>
                  <a:pt x="1248" y="5735"/>
                </a:lnTo>
                <a:lnTo>
                  <a:pt x="1905" y="4093"/>
                </a:lnTo>
                <a:lnTo>
                  <a:pt x="2860" y="2354"/>
                </a:lnTo>
                <a:lnTo>
                  <a:pt x="4320" y="0"/>
                </a:lnTo>
                <a:close/>
              </a:path>
            </a:pathLst>
          </a:custGeom>
          <a:solidFill>
            <a:srgbClr val="CAB3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6" name="contour_13674"/>
          <p:cNvSpPr/>
          <p:nvPr/>
        </p:nvSpPr>
        <p:spPr>
          <a:xfrm>
            <a:off x="1489837" y="4977698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0800" y="2040"/>
                </a:lnTo>
                <a:lnTo>
                  <a:pt x="10800" y="4092"/>
                </a:lnTo>
                <a:lnTo>
                  <a:pt x="10800" y="6171"/>
                </a:lnTo>
                <a:lnTo>
                  <a:pt x="13100" y="7646"/>
                </a:lnTo>
                <a:lnTo>
                  <a:pt x="14800" y="8714"/>
                </a:lnTo>
                <a:lnTo>
                  <a:pt x="16200" y="9547"/>
                </a:lnTo>
                <a:lnTo>
                  <a:pt x="17600" y="10316"/>
                </a:lnTo>
                <a:lnTo>
                  <a:pt x="19300" y="11189"/>
                </a:lnTo>
                <a:lnTo>
                  <a:pt x="21600" y="12343"/>
                </a:lnTo>
                <a:lnTo>
                  <a:pt x="19818" y="13870"/>
                </a:lnTo>
                <a:lnTo>
                  <a:pt x="18032" y="15401"/>
                </a:lnTo>
                <a:lnTo>
                  <a:pt x="16240" y="16937"/>
                </a:lnTo>
                <a:lnTo>
                  <a:pt x="14440" y="18480"/>
                </a:lnTo>
                <a:lnTo>
                  <a:pt x="12629" y="20032"/>
                </a:lnTo>
                <a:lnTo>
                  <a:pt x="10800" y="21600"/>
                </a:lnTo>
                <a:lnTo>
                  <a:pt x="9072" y="19928"/>
                </a:lnTo>
                <a:lnTo>
                  <a:pt x="7394" y="18249"/>
                </a:lnTo>
                <a:lnTo>
                  <a:pt x="5774" y="16549"/>
                </a:lnTo>
                <a:lnTo>
                  <a:pt x="4219" y="14811"/>
                </a:lnTo>
                <a:lnTo>
                  <a:pt x="2736" y="13028"/>
                </a:lnTo>
                <a:lnTo>
                  <a:pt x="1325" y="11180"/>
                </a:lnTo>
                <a:lnTo>
                  <a:pt x="0" y="9257"/>
                </a:lnTo>
                <a:lnTo>
                  <a:pt x="353" y="6591"/>
                </a:lnTo>
                <a:lnTo>
                  <a:pt x="716" y="4777"/>
                </a:lnTo>
                <a:lnTo>
                  <a:pt x="1264" y="3370"/>
                </a:lnTo>
                <a:lnTo>
                  <a:pt x="2167" y="1925"/>
                </a:lnTo>
                <a:lnTo>
                  <a:pt x="3600" y="0"/>
                </a:lnTo>
                <a:close/>
              </a:path>
            </a:pathLst>
          </a:custGeom>
          <a:solidFill>
            <a:srgbClr val="F1E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7" name="contour_13675"/>
          <p:cNvSpPr/>
          <p:nvPr/>
        </p:nvSpPr>
        <p:spPr>
          <a:xfrm>
            <a:off x="10424915" y="4953998"/>
            <a:ext cx="58304" cy="300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321"/>
                </a:moveTo>
                <a:lnTo>
                  <a:pt x="4887" y="577"/>
                </a:lnTo>
                <a:lnTo>
                  <a:pt x="6483" y="152"/>
                </a:lnTo>
                <a:lnTo>
                  <a:pt x="7943" y="0"/>
                </a:lnTo>
                <a:lnTo>
                  <a:pt x="9736" y="79"/>
                </a:lnTo>
                <a:lnTo>
                  <a:pt x="12317" y="336"/>
                </a:lnTo>
                <a:lnTo>
                  <a:pt x="14051" y="482"/>
                </a:lnTo>
                <a:lnTo>
                  <a:pt x="15795" y="624"/>
                </a:lnTo>
                <a:lnTo>
                  <a:pt x="17561" y="771"/>
                </a:lnTo>
                <a:lnTo>
                  <a:pt x="18895" y="949"/>
                </a:lnTo>
                <a:lnTo>
                  <a:pt x="20239" y="1132"/>
                </a:lnTo>
                <a:lnTo>
                  <a:pt x="21600" y="1321"/>
                </a:lnTo>
                <a:lnTo>
                  <a:pt x="20363" y="3513"/>
                </a:lnTo>
                <a:lnTo>
                  <a:pt x="19121" y="5688"/>
                </a:lnTo>
                <a:lnTo>
                  <a:pt x="17871" y="7848"/>
                </a:lnTo>
                <a:lnTo>
                  <a:pt x="16618" y="9993"/>
                </a:lnTo>
                <a:lnTo>
                  <a:pt x="15358" y="12132"/>
                </a:lnTo>
                <a:lnTo>
                  <a:pt x="14197" y="14140"/>
                </a:lnTo>
                <a:lnTo>
                  <a:pt x="13028" y="16169"/>
                </a:lnTo>
                <a:lnTo>
                  <a:pt x="11845" y="18218"/>
                </a:lnTo>
                <a:lnTo>
                  <a:pt x="9982" y="20190"/>
                </a:lnTo>
                <a:lnTo>
                  <a:pt x="8621" y="21285"/>
                </a:lnTo>
                <a:lnTo>
                  <a:pt x="7366" y="21600"/>
                </a:lnTo>
                <a:lnTo>
                  <a:pt x="5824" y="21243"/>
                </a:lnTo>
                <a:lnTo>
                  <a:pt x="3596" y="20305"/>
                </a:lnTo>
                <a:lnTo>
                  <a:pt x="2408" y="19230"/>
                </a:lnTo>
                <a:lnTo>
                  <a:pt x="1212" y="18145"/>
                </a:lnTo>
                <a:lnTo>
                  <a:pt x="0" y="17049"/>
                </a:lnTo>
                <a:lnTo>
                  <a:pt x="381" y="13180"/>
                </a:lnTo>
                <a:lnTo>
                  <a:pt x="710" y="10428"/>
                </a:lnTo>
                <a:lnTo>
                  <a:pt x="1120" y="8037"/>
                </a:lnTo>
                <a:lnTo>
                  <a:pt x="1741" y="5253"/>
                </a:lnTo>
                <a:lnTo>
                  <a:pt x="2700" y="1321"/>
                </a:lnTo>
                <a:close/>
              </a:path>
            </a:pathLst>
          </a:custGeom>
          <a:solidFill>
            <a:srgbClr val="EE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8" name="contour_13676"/>
          <p:cNvSpPr/>
          <p:nvPr/>
        </p:nvSpPr>
        <p:spPr>
          <a:xfrm>
            <a:off x="3581491" y="4934699"/>
            <a:ext cx="43728" cy="28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985"/>
                </a:moveTo>
                <a:lnTo>
                  <a:pt x="20887" y="8274"/>
                </a:lnTo>
                <a:lnTo>
                  <a:pt x="20171" y="11575"/>
                </a:lnTo>
                <a:lnTo>
                  <a:pt x="19454" y="14887"/>
                </a:lnTo>
                <a:lnTo>
                  <a:pt x="18731" y="18227"/>
                </a:lnTo>
                <a:lnTo>
                  <a:pt x="18000" y="21600"/>
                </a:lnTo>
                <a:lnTo>
                  <a:pt x="15746" y="21118"/>
                </a:lnTo>
                <a:lnTo>
                  <a:pt x="13496" y="20603"/>
                </a:lnTo>
                <a:lnTo>
                  <a:pt x="11246" y="20071"/>
                </a:lnTo>
                <a:lnTo>
                  <a:pt x="9000" y="19523"/>
                </a:lnTo>
                <a:lnTo>
                  <a:pt x="7740" y="19230"/>
                </a:lnTo>
                <a:lnTo>
                  <a:pt x="3938" y="18354"/>
                </a:lnTo>
                <a:lnTo>
                  <a:pt x="1984" y="17214"/>
                </a:lnTo>
                <a:lnTo>
                  <a:pt x="0" y="16062"/>
                </a:lnTo>
                <a:lnTo>
                  <a:pt x="0" y="12401"/>
                </a:lnTo>
                <a:lnTo>
                  <a:pt x="0" y="8718"/>
                </a:lnTo>
                <a:lnTo>
                  <a:pt x="0" y="4985"/>
                </a:lnTo>
                <a:lnTo>
                  <a:pt x="2225" y="2420"/>
                </a:lnTo>
                <a:lnTo>
                  <a:pt x="4504" y="831"/>
                </a:lnTo>
                <a:lnTo>
                  <a:pt x="6833" y="66"/>
                </a:lnTo>
                <a:lnTo>
                  <a:pt x="9209" y="0"/>
                </a:lnTo>
                <a:lnTo>
                  <a:pt x="11621" y="476"/>
                </a:lnTo>
                <a:lnTo>
                  <a:pt x="14072" y="1351"/>
                </a:lnTo>
                <a:lnTo>
                  <a:pt x="16556" y="2492"/>
                </a:lnTo>
                <a:lnTo>
                  <a:pt x="19066" y="3750"/>
                </a:lnTo>
                <a:lnTo>
                  <a:pt x="21600" y="4985"/>
                </a:lnTo>
                <a:close/>
              </a:path>
            </a:pathLst>
          </a:custGeom>
          <a:solidFill>
            <a:srgbClr val="4244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79" name="contour_13677"/>
          <p:cNvSpPr/>
          <p:nvPr/>
        </p:nvSpPr>
        <p:spPr>
          <a:xfrm>
            <a:off x="3450307" y="4919394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1337"/>
                </a:lnTo>
                <a:lnTo>
                  <a:pt x="2678" y="2678"/>
                </a:lnTo>
                <a:lnTo>
                  <a:pt x="4034" y="4031"/>
                </a:lnTo>
                <a:lnTo>
                  <a:pt x="5400" y="5400"/>
                </a:lnTo>
                <a:lnTo>
                  <a:pt x="9580" y="6232"/>
                </a:lnTo>
                <a:lnTo>
                  <a:pt x="12512" y="6788"/>
                </a:lnTo>
                <a:lnTo>
                  <a:pt x="14974" y="7198"/>
                </a:lnTo>
                <a:lnTo>
                  <a:pt x="17744" y="7592"/>
                </a:lnTo>
                <a:lnTo>
                  <a:pt x="21600" y="8100"/>
                </a:lnTo>
                <a:lnTo>
                  <a:pt x="20450" y="9793"/>
                </a:lnTo>
                <a:lnTo>
                  <a:pt x="19278" y="11483"/>
                </a:lnTo>
                <a:lnTo>
                  <a:pt x="18085" y="13168"/>
                </a:lnTo>
                <a:lnTo>
                  <a:pt x="16875" y="14850"/>
                </a:lnTo>
                <a:lnTo>
                  <a:pt x="16486" y="15409"/>
                </a:lnTo>
                <a:lnTo>
                  <a:pt x="15795" y="16392"/>
                </a:lnTo>
                <a:lnTo>
                  <a:pt x="14218" y="18646"/>
                </a:lnTo>
                <a:lnTo>
                  <a:pt x="12523" y="20112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B0C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0" name="contour_13678"/>
          <p:cNvSpPr/>
          <p:nvPr/>
        </p:nvSpPr>
        <p:spPr>
          <a:xfrm>
            <a:off x="8143773" y="4933970"/>
            <a:ext cx="43728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688"/>
                </a:lnTo>
                <a:lnTo>
                  <a:pt x="11956" y="1376"/>
                </a:lnTo>
                <a:lnTo>
                  <a:pt x="14346" y="2068"/>
                </a:lnTo>
                <a:lnTo>
                  <a:pt x="16747" y="2765"/>
                </a:lnTo>
                <a:lnTo>
                  <a:pt x="19163" y="3465"/>
                </a:lnTo>
                <a:lnTo>
                  <a:pt x="21600" y="4170"/>
                </a:lnTo>
                <a:lnTo>
                  <a:pt x="20203" y="6709"/>
                </a:lnTo>
                <a:lnTo>
                  <a:pt x="18785" y="9203"/>
                </a:lnTo>
                <a:lnTo>
                  <a:pt x="17327" y="11646"/>
                </a:lnTo>
                <a:lnTo>
                  <a:pt x="15818" y="14040"/>
                </a:lnTo>
                <a:lnTo>
                  <a:pt x="14238" y="16371"/>
                </a:lnTo>
                <a:lnTo>
                  <a:pt x="12571" y="18644"/>
                </a:lnTo>
                <a:lnTo>
                  <a:pt x="10800" y="20849"/>
                </a:lnTo>
                <a:lnTo>
                  <a:pt x="7798" y="21350"/>
                </a:lnTo>
                <a:lnTo>
                  <a:pt x="5735" y="21600"/>
                </a:lnTo>
                <a:lnTo>
                  <a:pt x="4093" y="21600"/>
                </a:lnTo>
                <a:lnTo>
                  <a:pt x="2354" y="21350"/>
                </a:lnTo>
                <a:lnTo>
                  <a:pt x="0" y="20849"/>
                </a:lnTo>
                <a:lnTo>
                  <a:pt x="0" y="18373"/>
                </a:lnTo>
                <a:lnTo>
                  <a:pt x="0" y="15887"/>
                </a:lnTo>
                <a:lnTo>
                  <a:pt x="0" y="13394"/>
                </a:lnTo>
                <a:lnTo>
                  <a:pt x="0" y="10879"/>
                </a:lnTo>
                <a:lnTo>
                  <a:pt x="0" y="8340"/>
                </a:lnTo>
                <a:lnTo>
                  <a:pt x="2380" y="8340"/>
                </a:lnTo>
                <a:lnTo>
                  <a:pt x="4774" y="8340"/>
                </a:lnTo>
                <a:lnTo>
                  <a:pt x="7200" y="8340"/>
                </a:lnTo>
                <a:lnTo>
                  <a:pt x="7200" y="5583"/>
                </a:lnTo>
                <a:lnTo>
                  <a:pt x="7200" y="2811"/>
                </a:lnTo>
                <a:lnTo>
                  <a:pt x="7200" y="0"/>
                </a:lnTo>
                <a:close/>
              </a:path>
            </a:pathLst>
          </a:custGeom>
          <a:solidFill>
            <a:srgbClr val="2627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1" name="contour_13679"/>
          <p:cNvSpPr/>
          <p:nvPr/>
        </p:nvSpPr>
        <p:spPr>
          <a:xfrm>
            <a:off x="6496687" y="4897530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1833"/>
                </a:lnTo>
                <a:lnTo>
                  <a:pt x="19429" y="3672"/>
                </a:lnTo>
                <a:lnTo>
                  <a:pt x="20146" y="5517"/>
                </a:lnTo>
                <a:lnTo>
                  <a:pt x="20869" y="7378"/>
                </a:lnTo>
                <a:lnTo>
                  <a:pt x="21600" y="9257"/>
                </a:lnTo>
                <a:lnTo>
                  <a:pt x="20808" y="9399"/>
                </a:lnTo>
                <a:lnTo>
                  <a:pt x="19408" y="9649"/>
                </a:lnTo>
                <a:lnTo>
                  <a:pt x="16200" y="10220"/>
                </a:lnTo>
                <a:lnTo>
                  <a:pt x="14414" y="10920"/>
                </a:lnTo>
                <a:lnTo>
                  <a:pt x="12622" y="11627"/>
                </a:lnTo>
                <a:lnTo>
                  <a:pt x="10800" y="12343"/>
                </a:lnTo>
                <a:lnTo>
                  <a:pt x="10476" y="14731"/>
                </a:lnTo>
                <a:lnTo>
                  <a:pt x="10314" y="16407"/>
                </a:lnTo>
                <a:lnTo>
                  <a:pt x="10314" y="17814"/>
                </a:lnTo>
                <a:lnTo>
                  <a:pt x="10476" y="19397"/>
                </a:lnTo>
                <a:lnTo>
                  <a:pt x="10800" y="21600"/>
                </a:lnTo>
                <a:lnTo>
                  <a:pt x="8420" y="21600"/>
                </a:lnTo>
                <a:lnTo>
                  <a:pt x="6026" y="21600"/>
                </a:lnTo>
                <a:lnTo>
                  <a:pt x="3600" y="21600"/>
                </a:lnTo>
                <a:lnTo>
                  <a:pt x="2725" y="19582"/>
                </a:lnTo>
                <a:lnTo>
                  <a:pt x="2200" y="18104"/>
                </a:lnTo>
                <a:lnTo>
                  <a:pt x="1811" y="16447"/>
                </a:lnTo>
                <a:lnTo>
                  <a:pt x="1350" y="13886"/>
                </a:lnTo>
                <a:lnTo>
                  <a:pt x="943" y="11732"/>
                </a:lnTo>
                <a:lnTo>
                  <a:pt x="533" y="9547"/>
                </a:lnTo>
                <a:lnTo>
                  <a:pt x="266" y="7872"/>
                </a:lnTo>
                <a:lnTo>
                  <a:pt x="0" y="6171"/>
                </a:lnTo>
                <a:lnTo>
                  <a:pt x="2545" y="6171"/>
                </a:lnTo>
                <a:lnTo>
                  <a:pt x="5094" y="6171"/>
                </a:lnTo>
                <a:lnTo>
                  <a:pt x="7650" y="6171"/>
                </a:lnTo>
                <a:lnTo>
                  <a:pt x="10217" y="6171"/>
                </a:lnTo>
                <a:lnTo>
                  <a:pt x="12794" y="6171"/>
                </a:lnTo>
                <a:lnTo>
                  <a:pt x="15386" y="6171"/>
                </a:lnTo>
                <a:lnTo>
                  <a:pt x="18000" y="6171"/>
                </a:lnTo>
                <a:lnTo>
                  <a:pt x="18000" y="4132"/>
                </a:lnTo>
                <a:lnTo>
                  <a:pt x="18000" y="2080"/>
                </a:lnTo>
                <a:lnTo>
                  <a:pt x="18000" y="0"/>
                </a:lnTo>
                <a:close/>
              </a:path>
            </a:pathLst>
          </a:custGeom>
          <a:solidFill>
            <a:srgbClr val="8BB2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2" name="contour_13680"/>
          <p:cNvSpPr/>
          <p:nvPr/>
        </p:nvSpPr>
        <p:spPr>
          <a:xfrm>
            <a:off x="6409231" y="4912106"/>
            <a:ext cx="2339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29" y="0"/>
                </a:moveTo>
                <a:lnTo>
                  <a:pt x="10679" y="424"/>
                </a:lnTo>
                <a:lnTo>
                  <a:pt x="13397" y="772"/>
                </a:lnTo>
                <a:lnTo>
                  <a:pt x="16143" y="1223"/>
                </a:lnTo>
                <a:lnTo>
                  <a:pt x="20187" y="1964"/>
                </a:lnTo>
                <a:lnTo>
                  <a:pt x="21068" y="3173"/>
                </a:lnTo>
                <a:lnTo>
                  <a:pt x="21499" y="4043"/>
                </a:lnTo>
                <a:lnTo>
                  <a:pt x="21600" y="4995"/>
                </a:lnTo>
                <a:lnTo>
                  <a:pt x="21499" y="6451"/>
                </a:lnTo>
                <a:lnTo>
                  <a:pt x="21439" y="7774"/>
                </a:lnTo>
                <a:lnTo>
                  <a:pt x="21371" y="9117"/>
                </a:lnTo>
                <a:lnTo>
                  <a:pt x="21196" y="10500"/>
                </a:lnTo>
                <a:lnTo>
                  <a:pt x="21028" y="11904"/>
                </a:lnTo>
                <a:lnTo>
                  <a:pt x="20967" y="12832"/>
                </a:lnTo>
                <a:lnTo>
                  <a:pt x="20907" y="13767"/>
                </a:lnTo>
                <a:lnTo>
                  <a:pt x="20846" y="14715"/>
                </a:lnTo>
                <a:lnTo>
                  <a:pt x="20745" y="16092"/>
                </a:lnTo>
                <a:lnTo>
                  <a:pt x="20624" y="17469"/>
                </a:lnTo>
                <a:lnTo>
                  <a:pt x="20490" y="18847"/>
                </a:lnTo>
                <a:lnTo>
                  <a:pt x="20348" y="20223"/>
                </a:lnTo>
                <a:lnTo>
                  <a:pt x="20187" y="21600"/>
                </a:lnTo>
                <a:lnTo>
                  <a:pt x="16849" y="21600"/>
                </a:lnTo>
                <a:lnTo>
                  <a:pt x="13458" y="21600"/>
                </a:lnTo>
                <a:lnTo>
                  <a:pt x="13458" y="20239"/>
                </a:lnTo>
                <a:lnTo>
                  <a:pt x="13458" y="18876"/>
                </a:lnTo>
                <a:lnTo>
                  <a:pt x="13458" y="17514"/>
                </a:lnTo>
                <a:lnTo>
                  <a:pt x="13458" y="16149"/>
                </a:lnTo>
                <a:lnTo>
                  <a:pt x="13458" y="14778"/>
                </a:lnTo>
                <a:lnTo>
                  <a:pt x="13458" y="13406"/>
                </a:lnTo>
                <a:lnTo>
                  <a:pt x="13458" y="12027"/>
                </a:lnTo>
                <a:lnTo>
                  <a:pt x="13458" y="10643"/>
                </a:lnTo>
                <a:lnTo>
                  <a:pt x="13458" y="9253"/>
                </a:lnTo>
                <a:lnTo>
                  <a:pt x="13458" y="7855"/>
                </a:lnTo>
                <a:lnTo>
                  <a:pt x="9010" y="7855"/>
                </a:lnTo>
                <a:lnTo>
                  <a:pt x="4535" y="7855"/>
                </a:lnTo>
                <a:lnTo>
                  <a:pt x="0" y="7855"/>
                </a:lnTo>
                <a:lnTo>
                  <a:pt x="1110" y="6559"/>
                </a:lnTo>
                <a:lnTo>
                  <a:pt x="2221" y="5261"/>
                </a:lnTo>
                <a:lnTo>
                  <a:pt x="3338" y="3957"/>
                </a:lnTo>
                <a:lnTo>
                  <a:pt x="4461" y="2647"/>
                </a:lnTo>
                <a:lnTo>
                  <a:pt x="5592" y="1329"/>
                </a:lnTo>
                <a:lnTo>
                  <a:pt x="6729" y="0"/>
                </a:lnTo>
                <a:close/>
              </a:path>
            </a:pathLst>
          </a:custGeom>
          <a:solidFill>
            <a:srgbClr val="CEE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3" name="contour_13681"/>
          <p:cNvSpPr/>
          <p:nvPr/>
        </p:nvSpPr>
        <p:spPr>
          <a:xfrm>
            <a:off x="2174908" y="4875666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3" y="570"/>
                </a:lnTo>
                <a:lnTo>
                  <a:pt x="3086" y="1145"/>
                </a:lnTo>
                <a:lnTo>
                  <a:pt x="4630" y="1719"/>
                </a:lnTo>
                <a:lnTo>
                  <a:pt x="6173" y="2298"/>
                </a:lnTo>
                <a:lnTo>
                  <a:pt x="7716" y="2881"/>
                </a:lnTo>
                <a:lnTo>
                  <a:pt x="9259" y="3465"/>
                </a:lnTo>
                <a:lnTo>
                  <a:pt x="10800" y="4052"/>
                </a:lnTo>
                <a:lnTo>
                  <a:pt x="12350" y="4618"/>
                </a:lnTo>
                <a:lnTo>
                  <a:pt x="13922" y="5188"/>
                </a:lnTo>
                <a:lnTo>
                  <a:pt x="15386" y="5754"/>
                </a:lnTo>
                <a:lnTo>
                  <a:pt x="16874" y="6329"/>
                </a:lnTo>
                <a:lnTo>
                  <a:pt x="18235" y="6839"/>
                </a:lnTo>
                <a:lnTo>
                  <a:pt x="19618" y="7357"/>
                </a:lnTo>
                <a:lnTo>
                  <a:pt x="20602" y="7992"/>
                </a:lnTo>
                <a:lnTo>
                  <a:pt x="21600" y="8640"/>
                </a:lnTo>
                <a:lnTo>
                  <a:pt x="21600" y="10783"/>
                </a:lnTo>
                <a:lnTo>
                  <a:pt x="21600" y="12960"/>
                </a:lnTo>
                <a:lnTo>
                  <a:pt x="20102" y="13902"/>
                </a:lnTo>
                <a:lnTo>
                  <a:pt x="18878" y="14502"/>
                </a:lnTo>
                <a:lnTo>
                  <a:pt x="16874" y="15271"/>
                </a:lnTo>
                <a:lnTo>
                  <a:pt x="16140" y="15556"/>
                </a:lnTo>
                <a:lnTo>
                  <a:pt x="13922" y="16412"/>
                </a:lnTo>
                <a:lnTo>
                  <a:pt x="13145" y="16692"/>
                </a:lnTo>
                <a:lnTo>
                  <a:pt x="10800" y="17548"/>
                </a:lnTo>
                <a:lnTo>
                  <a:pt x="9250" y="18140"/>
                </a:lnTo>
                <a:lnTo>
                  <a:pt x="7678" y="18740"/>
                </a:lnTo>
                <a:lnTo>
                  <a:pt x="6144" y="19319"/>
                </a:lnTo>
                <a:lnTo>
                  <a:pt x="4608" y="19894"/>
                </a:lnTo>
                <a:lnTo>
                  <a:pt x="3072" y="20468"/>
                </a:lnTo>
                <a:lnTo>
                  <a:pt x="1536" y="21034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DDF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4" name="contour_13682"/>
          <p:cNvSpPr/>
          <p:nvPr/>
        </p:nvSpPr>
        <p:spPr>
          <a:xfrm>
            <a:off x="2313380" y="4882954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051" y="1287"/>
                </a:lnTo>
                <a:lnTo>
                  <a:pt x="3407" y="2592"/>
                </a:lnTo>
                <a:lnTo>
                  <a:pt x="4042" y="4403"/>
                </a:lnTo>
                <a:lnTo>
                  <a:pt x="4693" y="6094"/>
                </a:lnTo>
                <a:lnTo>
                  <a:pt x="5392" y="7702"/>
                </a:lnTo>
                <a:lnTo>
                  <a:pt x="6170" y="9254"/>
                </a:lnTo>
                <a:lnTo>
                  <a:pt x="7063" y="10791"/>
                </a:lnTo>
                <a:lnTo>
                  <a:pt x="8100" y="12343"/>
                </a:lnTo>
                <a:lnTo>
                  <a:pt x="9890" y="13025"/>
                </a:lnTo>
                <a:lnTo>
                  <a:pt x="11645" y="13574"/>
                </a:lnTo>
                <a:lnTo>
                  <a:pt x="13392" y="14012"/>
                </a:lnTo>
                <a:lnTo>
                  <a:pt x="15155" y="14364"/>
                </a:lnTo>
                <a:lnTo>
                  <a:pt x="16961" y="14648"/>
                </a:lnTo>
                <a:lnTo>
                  <a:pt x="18838" y="14885"/>
                </a:lnTo>
                <a:lnTo>
                  <a:pt x="20207" y="15154"/>
                </a:lnTo>
                <a:lnTo>
                  <a:pt x="21600" y="15429"/>
                </a:lnTo>
                <a:lnTo>
                  <a:pt x="21600" y="16959"/>
                </a:lnTo>
                <a:lnTo>
                  <a:pt x="21600" y="18514"/>
                </a:lnTo>
                <a:lnTo>
                  <a:pt x="19804" y="19039"/>
                </a:lnTo>
                <a:lnTo>
                  <a:pt x="18023" y="19533"/>
                </a:lnTo>
                <a:lnTo>
                  <a:pt x="16243" y="19992"/>
                </a:lnTo>
                <a:lnTo>
                  <a:pt x="14464" y="20409"/>
                </a:lnTo>
                <a:lnTo>
                  <a:pt x="12679" y="20773"/>
                </a:lnTo>
                <a:lnTo>
                  <a:pt x="10886" y="21082"/>
                </a:lnTo>
                <a:lnTo>
                  <a:pt x="9077" y="21328"/>
                </a:lnTo>
                <a:lnTo>
                  <a:pt x="7252" y="21501"/>
                </a:lnTo>
                <a:lnTo>
                  <a:pt x="5400" y="21600"/>
                </a:lnTo>
                <a:lnTo>
                  <a:pt x="3758" y="20029"/>
                </a:lnTo>
                <a:lnTo>
                  <a:pt x="2611" y="18814"/>
                </a:lnTo>
                <a:lnTo>
                  <a:pt x="1812" y="17693"/>
                </a:lnTo>
                <a:lnTo>
                  <a:pt x="1212" y="16413"/>
                </a:lnTo>
                <a:lnTo>
                  <a:pt x="656" y="14716"/>
                </a:lnTo>
                <a:lnTo>
                  <a:pt x="0" y="12343"/>
                </a:lnTo>
                <a:lnTo>
                  <a:pt x="251" y="10167"/>
                </a:lnTo>
                <a:lnTo>
                  <a:pt x="591" y="8106"/>
                </a:lnTo>
                <a:lnTo>
                  <a:pt x="1012" y="6107"/>
                </a:lnTo>
                <a:lnTo>
                  <a:pt x="1509" y="4126"/>
                </a:lnTo>
                <a:lnTo>
                  <a:pt x="2074" y="2104"/>
                </a:lnTo>
                <a:lnTo>
                  <a:pt x="2700" y="0"/>
                </a:lnTo>
                <a:close/>
              </a:path>
            </a:pathLst>
          </a:custGeom>
          <a:solidFill>
            <a:srgbClr val="BEA2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5" name="contour_13683"/>
          <p:cNvSpPr/>
          <p:nvPr/>
        </p:nvSpPr>
        <p:spPr>
          <a:xfrm>
            <a:off x="1387805" y="4861090"/>
            <a:ext cx="51016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203" y="2012"/>
                </a:lnTo>
                <a:lnTo>
                  <a:pt x="16978" y="4025"/>
                </a:lnTo>
                <a:lnTo>
                  <a:pt x="17746" y="6041"/>
                </a:lnTo>
                <a:lnTo>
                  <a:pt x="18514" y="8058"/>
                </a:lnTo>
                <a:lnTo>
                  <a:pt x="19375" y="10303"/>
                </a:lnTo>
                <a:lnTo>
                  <a:pt x="20248" y="12586"/>
                </a:lnTo>
                <a:lnTo>
                  <a:pt x="21199" y="15588"/>
                </a:lnTo>
                <a:lnTo>
                  <a:pt x="21551" y="17712"/>
                </a:lnTo>
                <a:lnTo>
                  <a:pt x="21600" y="20789"/>
                </a:lnTo>
                <a:lnTo>
                  <a:pt x="19789" y="20918"/>
                </a:lnTo>
                <a:lnTo>
                  <a:pt x="17974" y="21030"/>
                </a:lnTo>
                <a:lnTo>
                  <a:pt x="16163" y="21134"/>
                </a:lnTo>
                <a:lnTo>
                  <a:pt x="14349" y="21226"/>
                </a:lnTo>
                <a:lnTo>
                  <a:pt x="12534" y="21309"/>
                </a:lnTo>
                <a:lnTo>
                  <a:pt x="10849" y="21405"/>
                </a:lnTo>
                <a:lnTo>
                  <a:pt x="9155" y="21500"/>
                </a:lnTo>
                <a:lnTo>
                  <a:pt x="7437" y="21600"/>
                </a:lnTo>
                <a:lnTo>
                  <a:pt x="5277" y="21197"/>
                </a:lnTo>
                <a:lnTo>
                  <a:pt x="3086" y="20789"/>
                </a:lnTo>
                <a:lnTo>
                  <a:pt x="1839" y="18303"/>
                </a:lnTo>
                <a:lnTo>
                  <a:pt x="1102" y="16606"/>
                </a:lnTo>
                <a:lnTo>
                  <a:pt x="583" y="14923"/>
                </a:lnTo>
                <a:lnTo>
                  <a:pt x="0" y="12474"/>
                </a:lnTo>
                <a:lnTo>
                  <a:pt x="879" y="12590"/>
                </a:lnTo>
                <a:lnTo>
                  <a:pt x="2432" y="12790"/>
                </a:lnTo>
                <a:lnTo>
                  <a:pt x="5980" y="13255"/>
                </a:lnTo>
                <a:lnTo>
                  <a:pt x="8489" y="13255"/>
                </a:lnTo>
                <a:lnTo>
                  <a:pt x="10140" y="13056"/>
                </a:lnTo>
                <a:lnTo>
                  <a:pt x="12343" y="12474"/>
                </a:lnTo>
                <a:lnTo>
                  <a:pt x="13478" y="9380"/>
                </a:lnTo>
                <a:lnTo>
                  <a:pt x="14207" y="7185"/>
                </a:lnTo>
                <a:lnTo>
                  <a:pt x="14676" y="5289"/>
                </a:lnTo>
                <a:lnTo>
                  <a:pt x="15034" y="3093"/>
                </a:lnTo>
                <a:lnTo>
                  <a:pt x="15429" y="0"/>
                </a:lnTo>
                <a:close/>
              </a:path>
            </a:pathLst>
          </a:custGeom>
          <a:solidFill>
            <a:srgbClr val="2E2E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6" name="contour_13684"/>
          <p:cNvSpPr/>
          <p:nvPr/>
        </p:nvSpPr>
        <p:spPr>
          <a:xfrm>
            <a:off x="11255746" y="4862570"/>
            <a:ext cx="58304" cy="349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89"/>
                </a:moveTo>
                <a:lnTo>
                  <a:pt x="21036" y="4003"/>
                </a:lnTo>
                <a:lnTo>
                  <a:pt x="19332" y="5241"/>
                </a:lnTo>
                <a:lnTo>
                  <a:pt x="17863" y="6376"/>
                </a:lnTo>
                <a:lnTo>
                  <a:pt x="16367" y="7529"/>
                </a:lnTo>
                <a:lnTo>
                  <a:pt x="14909" y="8627"/>
                </a:lnTo>
                <a:lnTo>
                  <a:pt x="13427" y="9744"/>
                </a:lnTo>
                <a:lnTo>
                  <a:pt x="11818" y="11721"/>
                </a:lnTo>
                <a:lnTo>
                  <a:pt x="10608" y="13743"/>
                </a:lnTo>
                <a:lnTo>
                  <a:pt x="9669" y="15962"/>
                </a:lnTo>
                <a:lnTo>
                  <a:pt x="8875" y="18529"/>
                </a:lnTo>
                <a:lnTo>
                  <a:pt x="8100" y="21600"/>
                </a:lnTo>
                <a:lnTo>
                  <a:pt x="6091" y="20753"/>
                </a:lnTo>
                <a:lnTo>
                  <a:pt x="4666" y="20096"/>
                </a:lnTo>
                <a:lnTo>
                  <a:pt x="3434" y="19412"/>
                </a:lnTo>
                <a:lnTo>
                  <a:pt x="2009" y="18484"/>
                </a:lnTo>
                <a:lnTo>
                  <a:pt x="0" y="17097"/>
                </a:lnTo>
                <a:lnTo>
                  <a:pt x="0" y="14121"/>
                </a:lnTo>
                <a:lnTo>
                  <a:pt x="0" y="11126"/>
                </a:lnTo>
                <a:lnTo>
                  <a:pt x="0" y="8092"/>
                </a:lnTo>
                <a:lnTo>
                  <a:pt x="1720" y="5705"/>
                </a:lnTo>
                <a:lnTo>
                  <a:pt x="3429" y="3773"/>
                </a:lnTo>
                <a:lnTo>
                  <a:pt x="5133" y="2269"/>
                </a:lnTo>
                <a:lnTo>
                  <a:pt x="6839" y="1166"/>
                </a:lnTo>
                <a:lnTo>
                  <a:pt x="8559" y="441"/>
                </a:lnTo>
                <a:lnTo>
                  <a:pt x="10298" y="59"/>
                </a:lnTo>
                <a:lnTo>
                  <a:pt x="12064" y="0"/>
                </a:lnTo>
                <a:lnTo>
                  <a:pt x="13867" y="239"/>
                </a:lnTo>
                <a:lnTo>
                  <a:pt x="15714" y="743"/>
                </a:lnTo>
                <a:lnTo>
                  <a:pt x="17615" y="1486"/>
                </a:lnTo>
                <a:lnTo>
                  <a:pt x="19572" y="2445"/>
                </a:lnTo>
                <a:lnTo>
                  <a:pt x="21600" y="3589"/>
                </a:lnTo>
                <a:close/>
              </a:path>
            </a:pathLst>
          </a:custGeom>
          <a:solidFill>
            <a:srgbClr val="3334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7" name="contour_13685"/>
          <p:cNvSpPr/>
          <p:nvPr/>
        </p:nvSpPr>
        <p:spPr>
          <a:xfrm>
            <a:off x="8245805" y="4846514"/>
            <a:ext cx="65592" cy="450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553" y="1394"/>
                </a:lnTo>
                <a:lnTo>
                  <a:pt x="7913" y="2812"/>
                </a:lnTo>
                <a:lnTo>
                  <a:pt x="8729" y="5456"/>
                </a:lnTo>
                <a:lnTo>
                  <a:pt x="9562" y="7800"/>
                </a:lnTo>
                <a:lnTo>
                  <a:pt x="10438" y="9881"/>
                </a:lnTo>
                <a:lnTo>
                  <a:pt x="11376" y="11733"/>
                </a:lnTo>
                <a:lnTo>
                  <a:pt x="12401" y="13388"/>
                </a:lnTo>
                <a:lnTo>
                  <a:pt x="13538" y="14880"/>
                </a:lnTo>
                <a:lnTo>
                  <a:pt x="14810" y="16245"/>
                </a:lnTo>
                <a:lnTo>
                  <a:pt x="16241" y="17520"/>
                </a:lnTo>
                <a:lnTo>
                  <a:pt x="17851" y="18732"/>
                </a:lnTo>
                <a:lnTo>
                  <a:pt x="19668" y="19920"/>
                </a:lnTo>
                <a:lnTo>
                  <a:pt x="20626" y="20433"/>
                </a:lnTo>
                <a:lnTo>
                  <a:pt x="21600" y="20957"/>
                </a:lnTo>
                <a:lnTo>
                  <a:pt x="20026" y="21048"/>
                </a:lnTo>
                <a:lnTo>
                  <a:pt x="18449" y="21132"/>
                </a:lnTo>
                <a:lnTo>
                  <a:pt x="16874" y="21205"/>
                </a:lnTo>
                <a:lnTo>
                  <a:pt x="15300" y="21275"/>
                </a:lnTo>
                <a:lnTo>
                  <a:pt x="13726" y="21338"/>
                </a:lnTo>
                <a:lnTo>
                  <a:pt x="12149" y="21394"/>
                </a:lnTo>
                <a:lnTo>
                  <a:pt x="10802" y="21481"/>
                </a:lnTo>
                <a:lnTo>
                  <a:pt x="9437" y="21572"/>
                </a:lnTo>
                <a:lnTo>
                  <a:pt x="8131" y="21600"/>
                </a:lnTo>
                <a:lnTo>
                  <a:pt x="7114" y="21579"/>
                </a:lnTo>
                <a:lnTo>
                  <a:pt x="6043" y="21488"/>
                </a:lnTo>
                <a:lnTo>
                  <a:pt x="4584" y="21289"/>
                </a:lnTo>
                <a:lnTo>
                  <a:pt x="2400" y="20957"/>
                </a:lnTo>
                <a:lnTo>
                  <a:pt x="1344" y="18869"/>
                </a:lnTo>
                <a:lnTo>
                  <a:pt x="744" y="17443"/>
                </a:lnTo>
                <a:lnTo>
                  <a:pt x="370" y="16029"/>
                </a:lnTo>
                <a:lnTo>
                  <a:pt x="0" y="13972"/>
                </a:lnTo>
                <a:lnTo>
                  <a:pt x="1426" y="13972"/>
                </a:lnTo>
                <a:lnTo>
                  <a:pt x="2856" y="13972"/>
                </a:lnTo>
                <a:lnTo>
                  <a:pt x="4291" y="13972"/>
                </a:lnTo>
                <a:lnTo>
                  <a:pt x="5738" y="13972"/>
                </a:lnTo>
                <a:lnTo>
                  <a:pt x="7200" y="13972"/>
                </a:lnTo>
                <a:lnTo>
                  <a:pt x="7200" y="11666"/>
                </a:lnTo>
                <a:lnTo>
                  <a:pt x="7200" y="9357"/>
                </a:lnTo>
                <a:lnTo>
                  <a:pt x="7200" y="7038"/>
                </a:lnTo>
                <a:lnTo>
                  <a:pt x="7200" y="4708"/>
                </a:lnTo>
                <a:lnTo>
                  <a:pt x="7200" y="2365"/>
                </a:lnTo>
                <a:lnTo>
                  <a:pt x="7200" y="0"/>
                </a:lnTo>
                <a:close/>
              </a:path>
            </a:pathLst>
          </a:custGeom>
          <a:solidFill>
            <a:srgbClr val="7B7B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8" name="contour_13686"/>
          <p:cNvSpPr/>
          <p:nvPr/>
        </p:nvSpPr>
        <p:spPr>
          <a:xfrm>
            <a:off x="4062498" y="4853802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23" y="0"/>
                </a:lnTo>
                <a:lnTo>
                  <a:pt x="5850" y="0"/>
                </a:lnTo>
                <a:lnTo>
                  <a:pt x="8785" y="0"/>
                </a:lnTo>
                <a:lnTo>
                  <a:pt x="11732" y="0"/>
                </a:lnTo>
                <a:lnTo>
                  <a:pt x="14692" y="0"/>
                </a:lnTo>
                <a:lnTo>
                  <a:pt x="17669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8144" y="17350"/>
                </a:lnTo>
                <a:lnTo>
                  <a:pt x="15606" y="18311"/>
                </a:lnTo>
                <a:lnTo>
                  <a:pt x="13055" y="19116"/>
                </a:lnTo>
                <a:lnTo>
                  <a:pt x="10488" y="19786"/>
                </a:lnTo>
                <a:lnTo>
                  <a:pt x="7900" y="20347"/>
                </a:lnTo>
                <a:lnTo>
                  <a:pt x="5291" y="20817"/>
                </a:lnTo>
                <a:lnTo>
                  <a:pt x="2658" y="2122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687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89" name="contour_13687"/>
          <p:cNvSpPr/>
          <p:nvPr/>
        </p:nvSpPr>
        <p:spPr>
          <a:xfrm>
            <a:off x="3581491" y="4868378"/>
            <a:ext cx="44194" cy="38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48" y="0"/>
                </a:moveTo>
                <a:lnTo>
                  <a:pt x="16371" y="919"/>
                </a:lnTo>
                <a:lnTo>
                  <a:pt x="17821" y="1654"/>
                </a:lnTo>
                <a:lnTo>
                  <a:pt x="19267" y="2590"/>
                </a:lnTo>
                <a:lnTo>
                  <a:pt x="21372" y="4105"/>
                </a:lnTo>
                <a:lnTo>
                  <a:pt x="21600" y="6868"/>
                </a:lnTo>
                <a:lnTo>
                  <a:pt x="21529" y="9396"/>
                </a:lnTo>
                <a:lnTo>
                  <a:pt x="21208" y="11834"/>
                </a:lnTo>
                <a:lnTo>
                  <a:pt x="20692" y="14326"/>
                </a:lnTo>
                <a:lnTo>
                  <a:pt x="20036" y="17015"/>
                </a:lnTo>
                <a:lnTo>
                  <a:pt x="18312" y="19523"/>
                </a:lnTo>
                <a:lnTo>
                  <a:pt x="16638" y="20713"/>
                </a:lnTo>
                <a:lnTo>
                  <a:pt x="13578" y="21600"/>
                </a:lnTo>
                <a:lnTo>
                  <a:pt x="11295" y="21555"/>
                </a:lnTo>
                <a:lnTo>
                  <a:pt x="9030" y="21456"/>
                </a:lnTo>
                <a:lnTo>
                  <a:pt x="6775" y="21309"/>
                </a:lnTo>
                <a:lnTo>
                  <a:pt x="4524" y="21103"/>
                </a:lnTo>
                <a:lnTo>
                  <a:pt x="2269" y="20845"/>
                </a:lnTo>
                <a:lnTo>
                  <a:pt x="0" y="20525"/>
                </a:lnTo>
                <a:lnTo>
                  <a:pt x="1646" y="19769"/>
                </a:lnTo>
                <a:lnTo>
                  <a:pt x="3313" y="19002"/>
                </a:lnTo>
                <a:lnTo>
                  <a:pt x="5674" y="17191"/>
                </a:lnTo>
                <a:lnTo>
                  <a:pt x="7416" y="15361"/>
                </a:lnTo>
                <a:lnTo>
                  <a:pt x="8763" y="13329"/>
                </a:lnTo>
                <a:lnTo>
                  <a:pt x="9927" y="10919"/>
                </a:lnTo>
                <a:lnTo>
                  <a:pt x="11131" y="7955"/>
                </a:lnTo>
                <a:lnTo>
                  <a:pt x="12029" y="5718"/>
                </a:lnTo>
                <a:lnTo>
                  <a:pt x="12941" y="3448"/>
                </a:lnTo>
                <a:lnTo>
                  <a:pt x="13589" y="1736"/>
                </a:lnTo>
                <a:lnTo>
                  <a:pt x="14248" y="0"/>
                </a:lnTo>
                <a:close/>
              </a:path>
            </a:pathLst>
          </a:custGeom>
          <a:solidFill>
            <a:srgbClr val="E3E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0" name="contour_13688"/>
          <p:cNvSpPr/>
          <p:nvPr/>
        </p:nvSpPr>
        <p:spPr>
          <a:xfrm>
            <a:off x="680870" y="4853802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26"/>
                </a:lnTo>
                <a:lnTo>
                  <a:pt x="11826" y="1655"/>
                </a:lnTo>
                <a:lnTo>
                  <a:pt x="15055" y="2485"/>
                </a:lnTo>
                <a:lnTo>
                  <a:pt x="18311" y="3323"/>
                </a:lnTo>
                <a:lnTo>
                  <a:pt x="21600" y="4170"/>
                </a:lnTo>
                <a:lnTo>
                  <a:pt x="21087" y="7068"/>
                </a:lnTo>
                <a:lnTo>
                  <a:pt x="20493" y="9903"/>
                </a:lnTo>
                <a:lnTo>
                  <a:pt x="19764" y="12693"/>
                </a:lnTo>
                <a:lnTo>
                  <a:pt x="18841" y="15441"/>
                </a:lnTo>
                <a:lnTo>
                  <a:pt x="17674" y="18156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670" y="18268"/>
                </a:lnTo>
                <a:lnTo>
                  <a:pt x="1339" y="15687"/>
                </a:lnTo>
                <a:lnTo>
                  <a:pt x="2009" y="13098"/>
                </a:lnTo>
                <a:lnTo>
                  <a:pt x="2678" y="10504"/>
                </a:lnTo>
                <a:lnTo>
                  <a:pt x="3353" y="7898"/>
                </a:lnTo>
                <a:lnTo>
                  <a:pt x="4034" y="5279"/>
                </a:lnTo>
                <a:lnTo>
                  <a:pt x="4714" y="2648"/>
                </a:lnTo>
                <a:lnTo>
                  <a:pt x="5400" y="0"/>
                </a:lnTo>
                <a:close/>
              </a:path>
            </a:pathLst>
          </a:custGeom>
          <a:solidFill>
            <a:srgbClr val="FBEE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1" name="contour_13689"/>
          <p:cNvSpPr/>
          <p:nvPr/>
        </p:nvSpPr>
        <p:spPr>
          <a:xfrm>
            <a:off x="1803221" y="4853802"/>
            <a:ext cx="3748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69" y="0"/>
                </a:lnTo>
                <a:lnTo>
                  <a:pt x="5943" y="0"/>
                </a:lnTo>
                <a:lnTo>
                  <a:pt x="8925" y="0"/>
                </a:lnTo>
                <a:lnTo>
                  <a:pt x="11919" y="0"/>
                </a:lnTo>
                <a:lnTo>
                  <a:pt x="14926" y="0"/>
                </a:lnTo>
                <a:lnTo>
                  <a:pt x="17950" y="0"/>
                </a:lnTo>
                <a:lnTo>
                  <a:pt x="20999" y="0"/>
                </a:lnTo>
                <a:lnTo>
                  <a:pt x="21302" y="5090"/>
                </a:lnTo>
                <a:lnTo>
                  <a:pt x="21499" y="8816"/>
                </a:lnTo>
                <a:lnTo>
                  <a:pt x="21600" y="11491"/>
                </a:lnTo>
                <a:lnTo>
                  <a:pt x="21600" y="13432"/>
                </a:lnTo>
                <a:lnTo>
                  <a:pt x="21499" y="14954"/>
                </a:lnTo>
                <a:lnTo>
                  <a:pt x="21302" y="16373"/>
                </a:lnTo>
                <a:lnTo>
                  <a:pt x="20999" y="18000"/>
                </a:lnTo>
                <a:lnTo>
                  <a:pt x="18488" y="19393"/>
                </a:lnTo>
                <a:lnTo>
                  <a:pt x="16774" y="20232"/>
                </a:lnTo>
                <a:lnTo>
                  <a:pt x="15073" y="20855"/>
                </a:lnTo>
                <a:lnTo>
                  <a:pt x="12600" y="21600"/>
                </a:lnTo>
                <a:lnTo>
                  <a:pt x="12600" y="19224"/>
                </a:lnTo>
                <a:lnTo>
                  <a:pt x="12600" y="16844"/>
                </a:lnTo>
                <a:lnTo>
                  <a:pt x="12600" y="14454"/>
                </a:lnTo>
                <a:lnTo>
                  <a:pt x="12600" y="12053"/>
                </a:lnTo>
                <a:lnTo>
                  <a:pt x="12600" y="9637"/>
                </a:lnTo>
                <a:lnTo>
                  <a:pt x="12600" y="7200"/>
                </a:lnTo>
                <a:lnTo>
                  <a:pt x="10105" y="7200"/>
                </a:lnTo>
                <a:lnTo>
                  <a:pt x="7602" y="7200"/>
                </a:lnTo>
                <a:lnTo>
                  <a:pt x="5090" y="7200"/>
                </a:lnTo>
                <a:lnTo>
                  <a:pt x="2558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F1C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2" name="contour_13690"/>
          <p:cNvSpPr/>
          <p:nvPr/>
        </p:nvSpPr>
        <p:spPr>
          <a:xfrm>
            <a:off x="1386493" y="4839226"/>
            <a:ext cx="45040" cy="448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05" y="0"/>
                </a:moveTo>
                <a:lnTo>
                  <a:pt x="19181" y="2296"/>
                </a:lnTo>
                <a:lnTo>
                  <a:pt x="19901" y="3992"/>
                </a:lnTo>
                <a:lnTo>
                  <a:pt x="20433" y="5593"/>
                </a:lnTo>
                <a:lnTo>
                  <a:pt x="20943" y="7605"/>
                </a:lnTo>
                <a:lnTo>
                  <a:pt x="21600" y="10533"/>
                </a:lnTo>
                <a:lnTo>
                  <a:pt x="20565" y="13051"/>
                </a:lnTo>
                <a:lnTo>
                  <a:pt x="19737" y="14873"/>
                </a:lnTo>
                <a:lnTo>
                  <a:pt x="18923" y="16295"/>
                </a:lnTo>
                <a:lnTo>
                  <a:pt x="17927" y="17604"/>
                </a:lnTo>
                <a:lnTo>
                  <a:pt x="16553" y="19097"/>
                </a:lnTo>
                <a:lnTo>
                  <a:pt x="14610" y="21066"/>
                </a:lnTo>
                <a:lnTo>
                  <a:pt x="12202" y="21417"/>
                </a:lnTo>
                <a:lnTo>
                  <a:pt x="9909" y="21586"/>
                </a:lnTo>
                <a:lnTo>
                  <a:pt x="7672" y="21600"/>
                </a:lnTo>
                <a:lnTo>
                  <a:pt x="5421" y="21498"/>
                </a:lnTo>
                <a:lnTo>
                  <a:pt x="3097" y="21309"/>
                </a:lnTo>
                <a:lnTo>
                  <a:pt x="629" y="21066"/>
                </a:lnTo>
                <a:lnTo>
                  <a:pt x="210" y="18559"/>
                </a:lnTo>
                <a:lnTo>
                  <a:pt x="0" y="16758"/>
                </a:lnTo>
                <a:lnTo>
                  <a:pt x="0" y="15157"/>
                </a:lnTo>
                <a:lnTo>
                  <a:pt x="210" y="13251"/>
                </a:lnTo>
                <a:lnTo>
                  <a:pt x="629" y="10533"/>
                </a:lnTo>
                <a:lnTo>
                  <a:pt x="2726" y="9764"/>
                </a:lnTo>
                <a:lnTo>
                  <a:pt x="4816" y="9164"/>
                </a:lnTo>
                <a:lnTo>
                  <a:pt x="6917" y="8686"/>
                </a:lnTo>
                <a:lnTo>
                  <a:pt x="9059" y="8279"/>
                </a:lnTo>
                <a:lnTo>
                  <a:pt x="11265" y="7900"/>
                </a:lnTo>
                <a:lnTo>
                  <a:pt x="13240" y="7335"/>
                </a:lnTo>
                <a:lnTo>
                  <a:pt x="14519" y="6667"/>
                </a:lnTo>
                <a:lnTo>
                  <a:pt x="15662" y="5463"/>
                </a:lnTo>
                <a:lnTo>
                  <a:pt x="17231" y="3293"/>
                </a:lnTo>
                <a:lnTo>
                  <a:pt x="17664" y="1657"/>
                </a:lnTo>
                <a:lnTo>
                  <a:pt x="18105" y="0"/>
                </a:lnTo>
                <a:close/>
              </a:path>
            </a:pathLst>
          </a:custGeom>
          <a:solidFill>
            <a:srgbClr val="393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3" name="contour_13691"/>
          <p:cNvSpPr/>
          <p:nvPr/>
        </p:nvSpPr>
        <p:spPr>
          <a:xfrm>
            <a:off x="4412322" y="4846208"/>
            <a:ext cx="51016" cy="294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4"/>
                </a:moveTo>
                <a:lnTo>
                  <a:pt x="21600" y="3757"/>
                </a:lnTo>
                <a:lnTo>
                  <a:pt x="21600" y="7310"/>
                </a:lnTo>
                <a:lnTo>
                  <a:pt x="21600" y="10912"/>
                </a:lnTo>
                <a:lnTo>
                  <a:pt x="19767" y="10912"/>
                </a:lnTo>
                <a:lnTo>
                  <a:pt x="17928" y="10912"/>
                </a:lnTo>
                <a:lnTo>
                  <a:pt x="16083" y="10912"/>
                </a:lnTo>
                <a:lnTo>
                  <a:pt x="14222" y="10912"/>
                </a:lnTo>
                <a:lnTo>
                  <a:pt x="12343" y="10912"/>
                </a:lnTo>
                <a:lnTo>
                  <a:pt x="12343" y="14445"/>
                </a:lnTo>
                <a:lnTo>
                  <a:pt x="12343" y="17998"/>
                </a:lnTo>
                <a:lnTo>
                  <a:pt x="12343" y="21600"/>
                </a:lnTo>
                <a:lnTo>
                  <a:pt x="10282" y="20969"/>
                </a:lnTo>
                <a:lnTo>
                  <a:pt x="8223" y="20301"/>
                </a:lnTo>
                <a:lnTo>
                  <a:pt x="6171" y="19596"/>
                </a:lnTo>
                <a:lnTo>
                  <a:pt x="4450" y="19035"/>
                </a:lnTo>
                <a:lnTo>
                  <a:pt x="2700" y="18468"/>
                </a:lnTo>
                <a:lnTo>
                  <a:pt x="1361" y="17368"/>
                </a:lnTo>
                <a:lnTo>
                  <a:pt x="0" y="16256"/>
                </a:lnTo>
                <a:lnTo>
                  <a:pt x="0" y="12724"/>
                </a:lnTo>
                <a:lnTo>
                  <a:pt x="0" y="9170"/>
                </a:lnTo>
                <a:lnTo>
                  <a:pt x="0" y="5568"/>
                </a:lnTo>
                <a:lnTo>
                  <a:pt x="2135" y="3901"/>
                </a:lnTo>
                <a:lnTo>
                  <a:pt x="4246" y="2586"/>
                </a:lnTo>
                <a:lnTo>
                  <a:pt x="6350" y="1592"/>
                </a:lnTo>
                <a:lnTo>
                  <a:pt x="8449" y="876"/>
                </a:lnTo>
                <a:lnTo>
                  <a:pt x="10559" y="395"/>
                </a:lnTo>
                <a:lnTo>
                  <a:pt x="12688" y="118"/>
                </a:lnTo>
                <a:lnTo>
                  <a:pt x="14845" y="0"/>
                </a:lnTo>
                <a:lnTo>
                  <a:pt x="17045" y="5"/>
                </a:lnTo>
                <a:lnTo>
                  <a:pt x="19292" y="96"/>
                </a:lnTo>
                <a:lnTo>
                  <a:pt x="21600" y="224"/>
                </a:lnTo>
                <a:close/>
              </a:path>
            </a:pathLst>
          </a:custGeom>
          <a:solidFill>
            <a:srgbClr val="F3E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4" name="contour_13692"/>
          <p:cNvSpPr/>
          <p:nvPr/>
        </p:nvSpPr>
        <p:spPr>
          <a:xfrm>
            <a:off x="8827394" y="4817362"/>
            <a:ext cx="233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4" y="0"/>
                </a:moveTo>
                <a:lnTo>
                  <a:pt x="5807" y="0"/>
                </a:lnTo>
                <a:lnTo>
                  <a:pt x="10297" y="0"/>
                </a:lnTo>
                <a:lnTo>
                  <a:pt x="14848" y="0"/>
                </a:lnTo>
                <a:lnTo>
                  <a:pt x="15408" y="1782"/>
                </a:lnTo>
                <a:lnTo>
                  <a:pt x="15962" y="3564"/>
                </a:lnTo>
                <a:lnTo>
                  <a:pt x="16522" y="5349"/>
                </a:lnTo>
                <a:lnTo>
                  <a:pt x="17076" y="7136"/>
                </a:lnTo>
                <a:lnTo>
                  <a:pt x="17637" y="8926"/>
                </a:lnTo>
                <a:lnTo>
                  <a:pt x="18197" y="10719"/>
                </a:lnTo>
                <a:lnTo>
                  <a:pt x="18757" y="12517"/>
                </a:lnTo>
                <a:lnTo>
                  <a:pt x="19325" y="14321"/>
                </a:lnTo>
                <a:lnTo>
                  <a:pt x="19892" y="16130"/>
                </a:lnTo>
                <a:lnTo>
                  <a:pt x="20459" y="17944"/>
                </a:lnTo>
                <a:lnTo>
                  <a:pt x="21026" y="19769"/>
                </a:lnTo>
                <a:lnTo>
                  <a:pt x="21600" y="21600"/>
                </a:lnTo>
                <a:lnTo>
                  <a:pt x="15152" y="19548"/>
                </a:lnTo>
                <a:lnTo>
                  <a:pt x="10277" y="17939"/>
                </a:lnTo>
                <a:lnTo>
                  <a:pt x="6732" y="16637"/>
                </a:lnTo>
                <a:lnTo>
                  <a:pt x="4254" y="15509"/>
                </a:lnTo>
                <a:lnTo>
                  <a:pt x="2600" y="14410"/>
                </a:lnTo>
                <a:lnTo>
                  <a:pt x="1506" y="13211"/>
                </a:lnTo>
                <a:lnTo>
                  <a:pt x="722" y="11772"/>
                </a:lnTo>
                <a:lnTo>
                  <a:pt x="0" y="9958"/>
                </a:lnTo>
                <a:lnTo>
                  <a:pt x="61" y="8286"/>
                </a:lnTo>
                <a:lnTo>
                  <a:pt x="182" y="6626"/>
                </a:lnTo>
                <a:lnTo>
                  <a:pt x="365" y="4971"/>
                </a:lnTo>
                <a:lnTo>
                  <a:pt x="614" y="3318"/>
                </a:lnTo>
                <a:lnTo>
                  <a:pt x="939" y="1661"/>
                </a:lnTo>
                <a:lnTo>
                  <a:pt x="1344" y="0"/>
                </a:lnTo>
                <a:close/>
              </a:path>
            </a:pathLst>
          </a:custGeom>
          <a:solidFill>
            <a:srgbClr val="F8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5" name="contour_13693"/>
          <p:cNvSpPr/>
          <p:nvPr/>
        </p:nvSpPr>
        <p:spPr>
          <a:xfrm>
            <a:off x="8193375" y="4840137"/>
            <a:ext cx="45142" cy="35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308"/>
                </a:moveTo>
                <a:lnTo>
                  <a:pt x="19295" y="8308"/>
                </a:lnTo>
                <a:lnTo>
                  <a:pt x="16976" y="8308"/>
                </a:lnTo>
                <a:lnTo>
                  <a:pt x="14626" y="8308"/>
                </a:lnTo>
                <a:lnTo>
                  <a:pt x="14626" y="11236"/>
                </a:lnTo>
                <a:lnTo>
                  <a:pt x="14626" y="14183"/>
                </a:lnTo>
                <a:lnTo>
                  <a:pt x="14626" y="17169"/>
                </a:lnTo>
                <a:lnTo>
                  <a:pt x="12334" y="18494"/>
                </a:lnTo>
                <a:lnTo>
                  <a:pt x="10525" y="19212"/>
                </a:lnTo>
                <a:lnTo>
                  <a:pt x="7651" y="19938"/>
                </a:lnTo>
                <a:lnTo>
                  <a:pt x="5705" y="20439"/>
                </a:lnTo>
                <a:lnTo>
                  <a:pt x="3728" y="20944"/>
                </a:lnTo>
                <a:lnTo>
                  <a:pt x="2971" y="21108"/>
                </a:lnTo>
                <a:lnTo>
                  <a:pt x="677" y="21600"/>
                </a:lnTo>
                <a:lnTo>
                  <a:pt x="300" y="16589"/>
                </a:lnTo>
                <a:lnTo>
                  <a:pt x="77" y="13057"/>
                </a:lnTo>
                <a:lnTo>
                  <a:pt x="0" y="10510"/>
                </a:lnTo>
                <a:lnTo>
                  <a:pt x="77" y="8463"/>
                </a:lnTo>
                <a:lnTo>
                  <a:pt x="300" y="6416"/>
                </a:lnTo>
                <a:lnTo>
                  <a:pt x="677" y="3877"/>
                </a:lnTo>
                <a:lnTo>
                  <a:pt x="3445" y="1821"/>
                </a:lnTo>
                <a:lnTo>
                  <a:pt x="5967" y="549"/>
                </a:lnTo>
                <a:lnTo>
                  <a:pt x="8300" y="0"/>
                </a:lnTo>
                <a:lnTo>
                  <a:pt x="10500" y="106"/>
                </a:lnTo>
                <a:lnTo>
                  <a:pt x="12627" y="806"/>
                </a:lnTo>
                <a:lnTo>
                  <a:pt x="14744" y="2043"/>
                </a:lnTo>
                <a:lnTo>
                  <a:pt x="16906" y="3748"/>
                </a:lnTo>
                <a:lnTo>
                  <a:pt x="19169" y="5857"/>
                </a:lnTo>
                <a:lnTo>
                  <a:pt x="21600" y="8308"/>
                </a:lnTo>
                <a:close/>
              </a:path>
            </a:pathLst>
          </a:custGeom>
          <a:solidFill>
            <a:srgbClr val="8C8E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6" name="contour_13694"/>
          <p:cNvSpPr/>
          <p:nvPr/>
        </p:nvSpPr>
        <p:spPr>
          <a:xfrm>
            <a:off x="7823102" y="4823339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930"/>
                </a:moveTo>
                <a:lnTo>
                  <a:pt x="12113" y="310"/>
                </a:lnTo>
                <a:lnTo>
                  <a:pt x="14524" y="0"/>
                </a:lnTo>
                <a:lnTo>
                  <a:pt x="16494" y="0"/>
                </a:lnTo>
                <a:lnTo>
                  <a:pt x="18645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840" y="16190"/>
                </a:lnTo>
                <a:lnTo>
                  <a:pt x="3231" y="12200"/>
                </a:lnTo>
                <a:lnTo>
                  <a:pt x="4316" y="9270"/>
                </a:lnTo>
                <a:lnTo>
                  <a:pt x="5244" y="7043"/>
                </a:lnTo>
                <a:lnTo>
                  <a:pt x="6178" y="5147"/>
                </a:lnTo>
                <a:lnTo>
                  <a:pt x="7258" y="3230"/>
                </a:lnTo>
                <a:lnTo>
                  <a:pt x="8640" y="930"/>
                </a:lnTo>
                <a:close/>
              </a:path>
            </a:pathLst>
          </a:custGeom>
          <a:solidFill>
            <a:srgbClr val="ED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7" name="contour_13695"/>
          <p:cNvSpPr/>
          <p:nvPr/>
        </p:nvSpPr>
        <p:spPr>
          <a:xfrm>
            <a:off x="10322883" y="4788210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65" y="2138"/>
                </a:lnTo>
                <a:lnTo>
                  <a:pt x="20531" y="4280"/>
                </a:lnTo>
                <a:lnTo>
                  <a:pt x="19996" y="6421"/>
                </a:lnTo>
                <a:lnTo>
                  <a:pt x="19456" y="8566"/>
                </a:lnTo>
                <a:lnTo>
                  <a:pt x="18922" y="10720"/>
                </a:lnTo>
                <a:lnTo>
                  <a:pt x="18382" y="12877"/>
                </a:lnTo>
                <a:lnTo>
                  <a:pt x="17842" y="15043"/>
                </a:lnTo>
                <a:lnTo>
                  <a:pt x="17296" y="17218"/>
                </a:lnTo>
                <a:lnTo>
                  <a:pt x="16751" y="1940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661" y="19659"/>
                </a:lnTo>
                <a:lnTo>
                  <a:pt x="2311" y="17675"/>
                </a:lnTo>
                <a:lnTo>
                  <a:pt x="1301" y="15645"/>
                </a:lnTo>
                <a:lnTo>
                  <a:pt x="605" y="13568"/>
                </a:lnTo>
                <a:lnTo>
                  <a:pt x="184" y="11439"/>
                </a:lnTo>
                <a:lnTo>
                  <a:pt x="0" y="9257"/>
                </a:lnTo>
                <a:lnTo>
                  <a:pt x="3019" y="7906"/>
                </a:lnTo>
                <a:lnTo>
                  <a:pt x="5152" y="7134"/>
                </a:lnTo>
                <a:lnTo>
                  <a:pt x="7403" y="6653"/>
                </a:lnTo>
                <a:lnTo>
                  <a:pt x="10800" y="6171"/>
                </a:lnTo>
                <a:lnTo>
                  <a:pt x="8127" y="4644"/>
                </a:lnTo>
                <a:lnTo>
                  <a:pt x="5438" y="3110"/>
                </a:lnTo>
                <a:lnTo>
                  <a:pt x="2738" y="1564"/>
                </a:lnTo>
                <a:lnTo>
                  <a:pt x="0" y="0"/>
                </a:lnTo>
                <a:close/>
              </a:path>
            </a:pathLst>
          </a:custGeom>
          <a:solidFill>
            <a:srgbClr val="7B7D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8" name="contour_13696"/>
          <p:cNvSpPr/>
          <p:nvPr/>
        </p:nvSpPr>
        <p:spPr>
          <a:xfrm>
            <a:off x="10745586" y="481736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85" y="4994"/>
                </a:lnTo>
                <a:lnTo>
                  <a:pt x="19818" y="8506"/>
                </a:lnTo>
                <a:lnTo>
                  <a:pt x="19143" y="11007"/>
                </a:lnTo>
                <a:lnTo>
                  <a:pt x="18414" y="12986"/>
                </a:lnTo>
                <a:lnTo>
                  <a:pt x="17485" y="14917"/>
                </a:lnTo>
                <a:lnTo>
                  <a:pt x="16200" y="17280"/>
                </a:lnTo>
                <a:lnTo>
                  <a:pt x="12020" y="18870"/>
                </a:lnTo>
                <a:lnTo>
                  <a:pt x="9088" y="19889"/>
                </a:lnTo>
                <a:lnTo>
                  <a:pt x="6626" y="20546"/>
                </a:lnTo>
                <a:lnTo>
                  <a:pt x="3856" y="2104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0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699" name="contour_13697"/>
          <p:cNvSpPr/>
          <p:nvPr/>
        </p:nvSpPr>
        <p:spPr>
          <a:xfrm>
            <a:off x="10381187" y="482465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2960" y="12938"/>
                </a:lnTo>
                <a:lnTo>
                  <a:pt x="12960" y="15084"/>
                </a:lnTo>
                <a:lnTo>
                  <a:pt x="12960" y="17237"/>
                </a:lnTo>
                <a:lnTo>
                  <a:pt x="12960" y="19408"/>
                </a:lnTo>
                <a:lnTo>
                  <a:pt x="12960" y="21600"/>
                </a:lnTo>
                <a:lnTo>
                  <a:pt x="9746" y="20923"/>
                </a:lnTo>
                <a:lnTo>
                  <a:pt x="7465" y="20398"/>
                </a:lnTo>
                <a:lnTo>
                  <a:pt x="5495" y="19850"/>
                </a:lnTo>
                <a:lnTo>
                  <a:pt x="3214" y="19109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8662"/>
                </a:lnTo>
                <a:lnTo>
                  <a:pt x="8640" y="6516"/>
                </a:lnTo>
                <a:lnTo>
                  <a:pt x="8640" y="4363"/>
                </a:lnTo>
                <a:lnTo>
                  <a:pt x="8640" y="2192"/>
                </a:lnTo>
                <a:lnTo>
                  <a:pt x="8640" y="0"/>
                </a:lnTo>
                <a:close/>
              </a:path>
            </a:pathLst>
          </a:custGeom>
          <a:solidFill>
            <a:srgbClr val="6661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0" name="contour_13698"/>
          <p:cNvSpPr/>
          <p:nvPr/>
        </p:nvSpPr>
        <p:spPr>
          <a:xfrm>
            <a:off x="2109316" y="4817362"/>
            <a:ext cx="58304" cy="294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883"/>
                </a:lnTo>
                <a:lnTo>
                  <a:pt x="14367" y="1765"/>
                </a:lnTo>
                <a:lnTo>
                  <a:pt x="16160" y="2653"/>
                </a:lnTo>
                <a:lnTo>
                  <a:pt x="17960" y="3547"/>
                </a:lnTo>
                <a:lnTo>
                  <a:pt x="19772" y="4445"/>
                </a:lnTo>
                <a:lnTo>
                  <a:pt x="21600" y="5349"/>
                </a:lnTo>
                <a:lnTo>
                  <a:pt x="21219" y="9382"/>
                </a:lnTo>
                <a:lnTo>
                  <a:pt x="20890" y="12228"/>
                </a:lnTo>
                <a:lnTo>
                  <a:pt x="20479" y="14667"/>
                </a:lnTo>
                <a:lnTo>
                  <a:pt x="19859" y="17470"/>
                </a:lnTo>
                <a:lnTo>
                  <a:pt x="18900" y="21397"/>
                </a:lnTo>
                <a:lnTo>
                  <a:pt x="17024" y="21552"/>
                </a:lnTo>
                <a:lnTo>
                  <a:pt x="15611" y="21600"/>
                </a:lnTo>
                <a:lnTo>
                  <a:pt x="14399" y="21482"/>
                </a:lnTo>
                <a:lnTo>
                  <a:pt x="13119" y="21167"/>
                </a:lnTo>
                <a:lnTo>
                  <a:pt x="11502" y="20594"/>
                </a:lnTo>
                <a:lnTo>
                  <a:pt x="9283" y="19728"/>
                </a:lnTo>
                <a:lnTo>
                  <a:pt x="8510" y="19444"/>
                </a:lnTo>
                <a:lnTo>
                  <a:pt x="7152" y="18936"/>
                </a:lnTo>
                <a:lnTo>
                  <a:pt x="4039" y="17781"/>
                </a:lnTo>
                <a:lnTo>
                  <a:pt x="3445" y="17529"/>
                </a:lnTo>
                <a:lnTo>
                  <a:pt x="2398" y="17080"/>
                </a:lnTo>
                <a:lnTo>
                  <a:pt x="0" y="16048"/>
                </a:lnTo>
                <a:lnTo>
                  <a:pt x="1172" y="15652"/>
                </a:lnTo>
                <a:lnTo>
                  <a:pt x="2362" y="15256"/>
                </a:lnTo>
                <a:lnTo>
                  <a:pt x="3118" y="14951"/>
                </a:lnTo>
                <a:lnTo>
                  <a:pt x="5400" y="14042"/>
                </a:lnTo>
                <a:lnTo>
                  <a:pt x="6907" y="13480"/>
                </a:lnTo>
                <a:lnTo>
                  <a:pt x="8438" y="12913"/>
                </a:lnTo>
                <a:lnTo>
                  <a:pt x="9609" y="11811"/>
                </a:lnTo>
                <a:lnTo>
                  <a:pt x="10800" y="10698"/>
                </a:lnTo>
                <a:lnTo>
                  <a:pt x="10800" y="7163"/>
                </a:lnTo>
                <a:lnTo>
                  <a:pt x="10800" y="3605"/>
                </a:lnTo>
                <a:lnTo>
                  <a:pt x="10800" y="0"/>
                </a:lnTo>
                <a:close/>
              </a:path>
            </a:pathLst>
          </a:custGeom>
          <a:solidFill>
            <a:srgbClr val="22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1" name="contour_13699"/>
          <p:cNvSpPr/>
          <p:nvPr/>
        </p:nvSpPr>
        <p:spPr>
          <a:xfrm>
            <a:off x="10840330" y="4795498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355" y="578"/>
                </a:lnTo>
                <a:lnTo>
                  <a:pt x="5964" y="1210"/>
                </a:lnTo>
                <a:lnTo>
                  <a:pt x="7552" y="1901"/>
                </a:lnTo>
                <a:lnTo>
                  <a:pt x="9129" y="2657"/>
                </a:lnTo>
                <a:lnTo>
                  <a:pt x="10711" y="3483"/>
                </a:lnTo>
                <a:lnTo>
                  <a:pt x="12317" y="4385"/>
                </a:lnTo>
                <a:lnTo>
                  <a:pt x="13657" y="5065"/>
                </a:lnTo>
                <a:lnTo>
                  <a:pt x="15015" y="5746"/>
                </a:lnTo>
                <a:lnTo>
                  <a:pt x="16551" y="6637"/>
                </a:lnTo>
                <a:lnTo>
                  <a:pt x="17747" y="7463"/>
                </a:lnTo>
                <a:lnTo>
                  <a:pt x="19224" y="8694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20045" y="21222"/>
                </a:lnTo>
                <a:lnTo>
                  <a:pt x="18492" y="20828"/>
                </a:lnTo>
                <a:lnTo>
                  <a:pt x="16940" y="20417"/>
                </a:lnTo>
                <a:lnTo>
                  <a:pt x="15387" y="20002"/>
                </a:lnTo>
                <a:lnTo>
                  <a:pt x="13838" y="19575"/>
                </a:lnTo>
                <a:lnTo>
                  <a:pt x="12396" y="19197"/>
                </a:lnTo>
                <a:lnTo>
                  <a:pt x="10943" y="18819"/>
                </a:lnTo>
                <a:lnTo>
                  <a:pt x="9472" y="18436"/>
                </a:lnTo>
                <a:lnTo>
                  <a:pt x="7379" y="17091"/>
                </a:lnTo>
                <a:lnTo>
                  <a:pt x="5640" y="15536"/>
                </a:lnTo>
                <a:lnTo>
                  <a:pt x="4142" y="13684"/>
                </a:lnTo>
                <a:lnTo>
                  <a:pt x="2778" y="11432"/>
                </a:lnTo>
                <a:lnTo>
                  <a:pt x="1434" y="8705"/>
                </a:lnTo>
                <a:lnTo>
                  <a:pt x="0" y="5400"/>
                </a:lnTo>
                <a:lnTo>
                  <a:pt x="1339" y="2722"/>
                </a:lnTo>
                <a:lnTo>
                  <a:pt x="2700" y="0"/>
                </a:lnTo>
                <a:close/>
              </a:path>
            </a:pathLst>
          </a:custGeom>
          <a:solidFill>
            <a:srgbClr val="5B5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2" name="contour_13700"/>
          <p:cNvSpPr/>
          <p:nvPr/>
        </p:nvSpPr>
        <p:spPr>
          <a:xfrm>
            <a:off x="4550793" y="4780922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1604"/>
                </a:lnTo>
                <a:lnTo>
                  <a:pt x="8640" y="3213"/>
                </a:lnTo>
                <a:lnTo>
                  <a:pt x="8640" y="4828"/>
                </a:lnTo>
                <a:lnTo>
                  <a:pt x="8640" y="6456"/>
                </a:lnTo>
                <a:lnTo>
                  <a:pt x="8640" y="8100"/>
                </a:lnTo>
                <a:lnTo>
                  <a:pt x="11496" y="8100"/>
                </a:lnTo>
                <a:lnTo>
                  <a:pt x="14368" y="8100"/>
                </a:lnTo>
                <a:lnTo>
                  <a:pt x="17280" y="8100"/>
                </a:lnTo>
                <a:lnTo>
                  <a:pt x="18611" y="10109"/>
                </a:lnTo>
                <a:lnTo>
                  <a:pt x="19500" y="11534"/>
                </a:lnTo>
                <a:lnTo>
                  <a:pt x="20157" y="12766"/>
                </a:lnTo>
                <a:lnTo>
                  <a:pt x="20788" y="14191"/>
                </a:lnTo>
                <a:lnTo>
                  <a:pt x="21600" y="16200"/>
                </a:lnTo>
                <a:lnTo>
                  <a:pt x="18744" y="16200"/>
                </a:lnTo>
                <a:lnTo>
                  <a:pt x="15872" y="16200"/>
                </a:lnTo>
                <a:lnTo>
                  <a:pt x="12960" y="16200"/>
                </a:lnTo>
                <a:lnTo>
                  <a:pt x="11889" y="17537"/>
                </a:lnTo>
                <a:lnTo>
                  <a:pt x="10817" y="18878"/>
                </a:lnTo>
                <a:lnTo>
                  <a:pt x="9733" y="20231"/>
                </a:lnTo>
                <a:lnTo>
                  <a:pt x="8640" y="21600"/>
                </a:lnTo>
                <a:lnTo>
                  <a:pt x="7927" y="19818"/>
                </a:lnTo>
                <a:lnTo>
                  <a:pt x="7214" y="18036"/>
                </a:lnTo>
                <a:lnTo>
                  <a:pt x="6502" y="16251"/>
                </a:lnTo>
                <a:lnTo>
                  <a:pt x="5784" y="14464"/>
                </a:lnTo>
                <a:lnTo>
                  <a:pt x="5072" y="12674"/>
                </a:lnTo>
                <a:lnTo>
                  <a:pt x="4355" y="10881"/>
                </a:lnTo>
                <a:lnTo>
                  <a:pt x="3633" y="9083"/>
                </a:lnTo>
                <a:lnTo>
                  <a:pt x="2912" y="7279"/>
                </a:lnTo>
                <a:lnTo>
                  <a:pt x="2190" y="5470"/>
                </a:lnTo>
                <a:lnTo>
                  <a:pt x="1460" y="3656"/>
                </a:lnTo>
                <a:lnTo>
                  <a:pt x="734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F2E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3" name="contour_13701"/>
          <p:cNvSpPr/>
          <p:nvPr/>
        </p:nvSpPr>
        <p:spPr>
          <a:xfrm>
            <a:off x="7976149" y="4780565"/>
            <a:ext cx="51016" cy="29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1600" y="3788"/>
                </a:lnTo>
                <a:lnTo>
                  <a:pt x="21600" y="7335"/>
                </a:lnTo>
                <a:lnTo>
                  <a:pt x="21600" y="10931"/>
                </a:lnTo>
                <a:lnTo>
                  <a:pt x="19779" y="12184"/>
                </a:lnTo>
                <a:lnTo>
                  <a:pt x="18008" y="13315"/>
                </a:lnTo>
                <a:lnTo>
                  <a:pt x="16259" y="14334"/>
                </a:lnTo>
                <a:lnTo>
                  <a:pt x="14494" y="15268"/>
                </a:lnTo>
                <a:lnTo>
                  <a:pt x="12685" y="16127"/>
                </a:lnTo>
                <a:lnTo>
                  <a:pt x="10800" y="16932"/>
                </a:lnTo>
                <a:lnTo>
                  <a:pt x="9251" y="17626"/>
                </a:lnTo>
                <a:lnTo>
                  <a:pt x="7677" y="18330"/>
                </a:lnTo>
                <a:lnTo>
                  <a:pt x="5761" y="19167"/>
                </a:lnTo>
                <a:lnTo>
                  <a:pt x="3842" y="19989"/>
                </a:lnTo>
                <a:lnTo>
                  <a:pt x="1922" y="20800"/>
                </a:lnTo>
                <a:lnTo>
                  <a:pt x="0" y="21600"/>
                </a:lnTo>
                <a:lnTo>
                  <a:pt x="1182" y="15033"/>
                </a:lnTo>
                <a:lnTo>
                  <a:pt x="2055" y="10509"/>
                </a:lnTo>
                <a:lnTo>
                  <a:pt x="2777" y="7485"/>
                </a:lnTo>
                <a:lnTo>
                  <a:pt x="3505" y="5409"/>
                </a:lnTo>
                <a:lnTo>
                  <a:pt x="4391" y="3740"/>
                </a:lnTo>
                <a:lnTo>
                  <a:pt x="5591" y="1926"/>
                </a:lnTo>
                <a:lnTo>
                  <a:pt x="7606" y="1131"/>
                </a:lnTo>
                <a:lnTo>
                  <a:pt x="9590" y="581"/>
                </a:lnTo>
                <a:lnTo>
                  <a:pt x="11562" y="229"/>
                </a:lnTo>
                <a:lnTo>
                  <a:pt x="13531" y="48"/>
                </a:lnTo>
                <a:lnTo>
                  <a:pt x="15506" y="0"/>
                </a:lnTo>
                <a:lnTo>
                  <a:pt x="17499" y="37"/>
                </a:lnTo>
                <a:lnTo>
                  <a:pt x="19529" y="139"/>
                </a:lnTo>
                <a:lnTo>
                  <a:pt x="21600" y="261"/>
                </a:lnTo>
                <a:close/>
              </a:path>
            </a:pathLst>
          </a:custGeom>
          <a:solidFill>
            <a:srgbClr val="D2D4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4" name="contour_13702"/>
          <p:cNvSpPr/>
          <p:nvPr/>
        </p:nvSpPr>
        <p:spPr>
          <a:xfrm>
            <a:off x="7465990" y="4786979"/>
            <a:ext cx="51016" cy="30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76"/>
                </a:moveTo>
                <a:lnTo>
                  <a:pt x="2231" y="518"/>
                </a:lnTo>
                <a:lnTo>
                  <a:pt x="4440" y="233"/>
                </a:lnTo>
                <a:lnTo>
                  <a:pt x="6631" y="52"/>
                </a:lnTo>
                <a:lnTo>
                  <a:pt x="8816" y="0"/>
                </a:lnTo>
                <a:lnTo>
                  <a:pt x="11004" y="104"/>
                </a:lnTo>
                <a:lnTo>
                  <a:pt x="13204" y="383"/>
                </a:lnTo>
                <a:lnTo>
                  <a:pt x="15429" y="876"/>
                </a:lnTo>
                <a:lnTo>
                  <a:pt x="17144" y="4186"/>
                </a:lnTo>
                <a:lnTo>
                  <a:pt x="18357" y="6632"/>
                </a:lnTo>
                <a:lnTo>
                  <a:pt x="19236" y="8647"/>
                </a:lnTo>
                <a:lnTo>
                  <a:pt x="19955" y="10663"/>
                </a:lnTo>
                <a:lnTo>
                  <a:pt x="20687" y="13108"/>
                </a:lnTo>
                <a:lnTo>
                  <a:pt x="21600" y="16419"/>
                </a:lnTo>
                <a:lnTo>
                  <a:pt x="19563" y="17274"/>
                </a:lnTo>
                <a:lnTo>
                  <a:pt x="17524" y="18129"/>
                </a:lnTo>
                <a:lnTo>
                  <a:pt x="15475" y="18989"/>
                </a:lnTo>
                <a:lnTo>
                  <a:pt x="13417" y="19854"/>
                </a:lnTo>
                <a:lnTo>
                  <a:pt x="11346" y="20724"/>
                </a:lnTo>
                <a:lnTo>
                  <a:pt x="9257" y="21600"/>
                </a:lnTo>
                <a:lnTo>
                  <a:pt x="8875" y="19139"/>
                </a:lnTo>
                <a:lnTo>
                  <a:pt x="8492" y="16662"/>
                </a:lnTo>
                <a:lnTo>
                  <a:pt x="8100" y="14150"/>
                </a:lnTo>
                <a:lnTo>
                  <a:pt x="6934" y="9424"/>
                </a:lnTo>
                <a:lnTo>
                  <a:pt x="6011" y="6678"/>
                </a:lnTo>
                <a:lnTo>
                  <a:pt x="4848" y="4875"/>
                </a:lnTo>
                <a:lnTo>
                  <a:pt x="2965" y="2958"/>
                </a:lnTo>
                <a:lnTo>
                  <a:pt x="2228" y="2440"/>
                </a:lnTo>
                <a:lnTo>
                  <a:pt x="0" y="876"/>
                </a:lnTo>
                <a:close/>
              </a:path>
            </a:pathLst>
          </a:custGeom>
          <a:solidFill>
            <a:srgbClr val="DBC5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5" name="contour_13703"/>
          <p:cNvSpPr/>
          <p:nvPr/>
        </p:nvSpPr>
        <p:spPr>
          <a:xfrm>
            <a:off x="5155697" y="476634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475"/>
                </a:lnTo>
                <a:lnTo>
                  <a:pt x="4392" y="972"/>
                </a:lnTo>
                <a:lnTo>
                  <a:pt x="6584" y="1490"/>
                </a:lnTo>
                <a:lnTo>
                  <a:pt x="8777" y="2025"/>
                </a:lnTo>
                <a:lnTo>
                  <a:pt x="10004" y="2311"/>
                </a:lnTo>
                <a:lnTo>
                  <a:pt x="13712" y="3164"/>
                </a:lnTo>
                <a:lnTo>
                  <a:pt x="15833" y="4342"/>
                </a:lnTo>
                <a:lnTo>
                  <a:pt x="17305" y="5611"/>
                </a:lnTo>
                <a:lnTo>
                  <a:pt x="18504" y="7592"/>
                </a:lnTo>
                <a:lnTo>
                  <a:pt x="19807" y="10913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470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6" name="contour_13704"/>
          <p:cNvSpPr/>
          <p:nvPr/>
        </p:nvSpPr>
        <p:spPr>
          <a:xfrm>
            <a:off x="1263909" y="4766346"/>
            <a:ext cx="65592" cy="315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986" y="0"/>
                </a:lnTo>
                <a:lnTo>
                  <a:pt x="5582" y="0"/>
                </a:lnTo>
                <a:lnTo>
                  <a:pt x="7200" y="0"/>
                </a:lnTo>
                <a:lnTo>
                  <a:pt x="7478" y="1272"/>
                </a:lnTo>
                <a:lnTo>
                  <a:pt x="8316" y="5103"/>
                </a:lnTo>
                <a:lnTo>
                  <a:pt x="8952" y="7523"/>
                </a:lnTo>
                <a:lnTo>
                  <a:pt x="9600" y="9977"/>
                </a:lnTo>
                <a:lnTo>
                  <a:pt x="11304" y="9882"/>
                </a:lnTo>
                <a:lnTo>
                  <a:pt x="12514" y="9658"/>
                </a:lnTo>
                <a:lnTo>
                  <a:pt x="13802" y="9124"/>
                </a:lnTo>
                <a:lnTo>
                  <a:pt x="15749" y="8106"/>
                </a:lnTo>
                <a:lnTo>
                  <a:pt x="17393" y="7273"/>
                </a:lnTo>
                <a:lnTo>
                  <a:pt x="19058" y="6430"/>
                </a:lnTo>
                <a:lnTo>
                  <a:pt x="20321" y="5717"/>
                </a:lnTo>
                <a:lnTo>
                  <a:pt x="21600" y="4988"/>
                </a:lnTo>
                <a:lnTo>
                  <a:pt x="20890" y="8176"/>
                </a:lnTo>
                <a:lnTo>
                  <a:pt x="20321" y="10531"/>
                </a:lnTo>
                <a:lnTo>
                  <a:pt x="19762" y="12471"/>
                </a:lnTo>
                <a:lnTo>
                  <a:pt x="19078" y="14412"/>
                </a:lnTo>
                <a:lnTo>
                  <a:pt x="18134" y="16766"/>
                </a:lnTo>
                <a:lnTo>
                  <a:pt x="16800" y="19954"/>
                </a:lnTo>
                <a:lnTo>
                  <a:pt x="15036" y="20782"/>
                </a:lnTo>
                <a:lnTo>
                  <a:pt x="13322" y="21331"/>
                </a:lnTo>
                <a:lnTo>
                  <a:pt x="11638" y="21600"/>
                </a:lnTo>
                <a:lnTo>
                  <a:pt x="9962" y="21595"/>
                </a:lnTo>
                <a:lnTo>
                  <a:pt x="8280" y="21321"/>
                </a:lnTo>
                <a:lnTo>
                  <a:pt x="6564" y="20772"/>
                </a:lnTo>
                <a:lnTo>
                  <a:pt x="4800" y="19954"/>
                </a:lnTo>
                <a:lnTo>
                  <a:pt x="3403" y="16896"/>
                </a:lnTo>
                <a:lnTo>
                  <a:pt x="2422" y="14616"/>
                </a:lnTo>
                <a:lnTo>
                  <a:pt x="1726" y="12706"/>
                </a:lnTo>
                <a:lnTo>
                  <a:pt x="1178" y="10735"/>
                </a:lnTo>
                <a:lnTo>
                  <a:pt x="648" y="8306"/>
                </a:lnTo>
                <a:lnTo>
                  <a:pt x="0" y="4988"/>
                </a:lnTo>
                <a:lnTo>
                  <a:pt x="1190" y="2514"/>
                </a:lnTo>
                <a:lnTo>
                  <a:pt x="2400" y="0"/>
                </a:lnTo>
                <a:close/>
              </a:path>
            </a:pathLst>
          </a:custGeom>
          <a:solidFill>
            <a:srgbClr val="877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7" name="contour_13705"/>
          <p:cNvSpPr/>
          <p:nvPr/>
        </p:nvSpPr>
        <p:spPr>
          <a:xfrm>
            <a:off x="1110861" y="4729906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5" y="0"/>
                </a:lnTo>
                <a:lnTo>
                  <a:pt x="14380" y="0"/>
                </a:lnTo>
                <a:lnTo>
                  <a:pt x="16200" y="0"/>
                </a:lnTo>
                <a:lnTo>
                  <a:pt x="17077" y="2588"/>
                </a:lnTo>
                <a:lnTo>
                  <a:pt x="17858" y="5210"/>
                </a:lnTo>
                <a:lnTo>
                  <a:pt x="18565" y="7867"/>
                </a:lnTo>
                <a:lnTo>
                  <a:pt x="19213" y="10554"/>
                </a:lnTo>
                <a:lnTo>
                  <a:pt x="19823" y="13275"/>
                </a:lnTo>
                <a:lnTo>
                  <a:pt x="20412" y="16023"/>
                </a:lnTo>
                <a:lnTo>
                  <a:pt x="20998" y="18796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794" y="21440"/>
                </a:lnTo>
                <a:lnTo>
                  <a:pt x="2195" y="21164"/>
                </a:lnTo>
                <a:lnTo>
                  <a:pt x="5400" y="20520"/>
                </a:lnTo>
                <a:lnTo>
                  <a:pt x="7595" y="19647"/>
                </a:lnTo>
                <a:lnTo>
                  <a:pt x="8996" y="18805"/>
                </a:lnTo>
                <a:lnTo>
                  <a:pt x="10800" y="17280"/>
                </a:lnTo>
                <a:lnTo>
                  <a:pt x="11213" y="14282"/>
                </a:lnTo>
                <a:lnTo>
                  <a:pt x="11399" y="11478"/>
                </a:lnTo>
                <a:lnTo>
                  <a:pt x="11407" y="8761"/>
                </a:lnTo>
                <a:lnTo>
                  <a:pt x="11278" y="6018"/>
                </a:lnTo>
                <a:lnTo>
                  <a:pt x="11059" y="3132"/>
                </a:lnTo>
                <a:lnTo>
                  <a:pt x="10800" y="0"/>
                </a:lnTo>
                <a:close/>
              </a:path>
            </a:pathLst>
          </a:custGeom>
          <a:solidFill>
            <a:srgbClr val="7A7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8" name="contour_13706"/>
          <p:cNvSpPr/>
          <p:nvPr/>
        </p:nvSpPr>
        <p:spPr>
          <a:xfrm>
            <a:off x="10388475" y="4749832"/>
            <a:ext cx="58304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66" y="0"/>
                </a:moveTo>
                <a:lnTo>
                  <a:pt x="11127" y="51"/>
                </a:lnTo>
                <a:lnTo>
                  <a:pt x="12876" y="147"/>
                </a:lnTo>
                <a:lnTo>
                  <a:pt x="14623" y="289"/>
                </a:lnTo>
                <a:lnTo>
                  <a:pt x="16362" y="476"/>
                </a:lnTo>
                <a:lnTo>
                  <a:pt x="18103" y="714"/>
                </a:lnTo>
                <a:lnTo>
                  <a:pt x="19848" y="1003"/>
                </a:lnTo>
                <a:lnTo>
                  <a:pt x="21600" y="1347"/>
                </a:lnTo>
                <a:lnTo>
                  <a:pt x="20261" y="1975"/>
                </a:lnTo>
                <a:lnTo>
                  <a:pt x="18914" y="2608"/>
                </a:lnTo>
                <a:lnTo>
                  <a:pt x="17550" y="3246"/>
                </a:lnTo>
                <a:lnTo>
                  <a:pt x="16211" y="4294"/>
                </a:lnTo>
                <a:lnTo>
                  <a:pt x="14864" y="5342"/>
                </a:lnTo>
                <a:lnTo>
                  <a:pt x="13500" y="6410"/>
                </a:lnTo>
                <a:lnTo>
                  <a:pt x="13500" y="9757"/>
                </a:lnTo>
                <a:lnTo>
                  <a:pt x="13500" y="13124"/>
                </a:lnTo>
                <a:lnTo>
                  <a:pt x="13500" y="16537"/>
                </a:lnTo>
                <a:lnTo>
                  <a:pt x="11734" y="17767"/>
                </a:lnTo>
                <a:lnTo>
                  <a:pt x="10444" y="18506"/>
                </a:lnTo>
                <a:lnTo>
                  <a:pt x="8991" y="19053"/>
                </a:lnTo>
                <a:lnTo>
                  <a:pt x="6750" y="19701"/>
                </a:lnTo>
                <a:lnTo>
                  <a:pt x="4865" y="20268"/>
                </a:lnTo>
                <a:lnTo>
                  <a:pt x="2954" y="20846"/>
                </a:lnTo>
                <a:lnTo>
                  <a:pt x="1488" y="21220"/>
                </a:lnTo>
                <a:lnTo>
                  <a:pt x="0" y="21600"/>
                </a:lnTo>
                <a:lnTo>
                  <a:pt x="580" y="17519"/>
                </a:lnTo>
                <a:lnTo>
                  <a:pt x="1199" y="13772"/>
                </a:lnTo>
                <a:lnTo>
                  <a:pt x="1920" y="10385"/>
                </a:lnTo>
                <a:lnTo>
                  <a:pt x="2811" y="7397"/>
                </a:lnTo>
                <a:lnTo>
                  <a:pt x="3934" y="4835"/>
                </a:lnTo>
                <a:lnTo>
                  <a:pt x="5357" y="2724"/>
                </a:lnTo>
                <a:lnTo>
                  <a:pt x="7144" y="1104"/>
                </a:lnTo>
                <a:lnTo>
                  <a:pt x="9366" y="0"/>
                </a:lnTo>
                <a:close/>
              </a:path>
            </a:pathLst>
          </a:custGeom>
          <a:solidFill>
            <a:srgbClr val="CED4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09" name="contour_13707"/>
          <p:cNvSpPr/>
          <p:nvPr/>
        </p:nvSpPr>
        <p:spPr>
          <a:xfrm>
            <a:off x="7996592" y="4737194"/>
            <a:ext cx="3057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02" y="0"/>
                </a:moveTo>
                <a:lnTo>
                  <a:pt x="14700" y="3283"/>
                </a:lnTo>
                <a:lnTo>
                  <a:pt x="17254" y="5850"/>
                </a:lnTo>
                <a:lnTo>
                  <a:pt x="19087" y="7909"/>
                </a:lnTo>
                <a:lnTo>
                  <a:pt x="20313" y="9677"/>
                </a:lnTo>
                <a:lnTo>
                  <a:pt x="21059" y="11354"/>
                </a:lnTo>
                <a:lnTo>
                  <a:pt x="21440" y="13162"/>
                </a:lnTo>
                <a:lnTo>
                  <a:pt x="21579" y="15307"/>
                </a:lnTo>
                <a:lnTo>
                  <a:pt x="21600" y="18000"/>
                </a:lnTo>
                <a:lnTo>
                  <a:pt x="18217" y="19076"/>
                </a:lnTo>
                <a:lnTo>
                  <a:pt x="15545" y="19660"/>
                </a:lnTo>
                <a:lnTo>
                  <a:pt x="11302" y="20250"/>
                </a:lnTo>
                <a:lnTo>
                  <a:pt x="8429" y="20657"/>
                </a:lnTo>
                <a:lnTo>
                  <a:pt x="5509" y="21067"/>
                </a:lnTo>
                <a:lnTo>
                  <a:pt x="4392" y="21200"/>
                </a:lnTo>
                <a:lnTo>
                  <a:pt x="1004" y="21600"/>
                </a:lnTo>
                <a:lnTo>
                  <a:pt x="808" y="19408"/>
                </a:lnTo>
                <a:lnTo>
                  <a:pt x="638" y="17212"/>
                </a:lnTo>
                <a:lnTo>
                  <a:pt x="489" y="15019"/>
                </a:lnTo>
                <a:lnTo>
                  <a:pt x="360" y="12823"/>
                </a:lnTo>
                <a:lnTo>
                  <a:pt x="180" y="10375"/>
                </a:lnTo>
                <a:lnTo>
                  <a:pt x="0" y="7888"/>
                </a:lnTo>
                <a:lnTo>
                  <a:pt x="499" y="5760"/>
                </a:lnTo>
                <a:lnTo>
                  <a:pt x="1004" y="3600"/>
                </a:lnTo>
                <a:lnTo>
                  <a:pt x="4083" y="2207"/>
                </a:lnTo>
                <a:lnTo>
                  <a:pt x="6184" y="1368"/>
                </a:lnTo>
                <a:lnTo>
                  <a:pt x="8269" y="745"/>
                </a:lnTo>
                <a:lnTo>
                  <a:pt x="11302" y="0"/>
                </a:lnTo>
                <a:close/>
              </a:path>
            </a:pathLst>
          </a:custGeom>
          <a:solidFill>
            <a:srgbClr val="2321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0" name="contour_13708"/>
          <p:cNvSpPr/>
          <p:nvPr/>
        </p:nvSpPr>
        <p:spPr>
          <a:xfrm>
            <a:off x="2247788" y="473719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9331" y="2195"/>
                </a:lnTo>
                <a:lnTo>
                  <a:pt x="12990" y="3819"/>
                </a:lnTo>
                <a:lnTo>
                  <a:pt x="15600" y="5020"/>
                </a:lnTo>
                <a:lnTo>
                  <a:pt x="17461" y="5953"/>
                </a:lnTo>
                <a:lnTo>
                  <a:pt x="18883" y="6765"/>
                </a:lnTo>
                <a:lnTo>
                  <a:pt x="20161" y="761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8960" y="18183"/>
                </a:lnTo>
                <a:lnTo>
                  <a:pt x="16308" y="18922"/>
                </a:lnTo>
                <a:lnTo>
                  <a:pt x="13647" y="19522"/>
                </a:lnTo>
                <a:lnTo>
                  <a:pt x="10964" y="20019"/>
                </a:lnTo>
                <a:lnTo>
                  <a:pt x="8260" y="20442"/>
                </a:lnTo>
                <a:lnTo>
                  <a:pt x="5534" y="20827"/>
                </a:lnTo>
                <a:lnTo>
                  <a:pt x="2782" y="21203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CDCE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1" name="contour_13709"/>
          <p:cNvSpPr/>
          <p:nvPr/>
        </p:nvSpPr>
        <p:spPr>
          <a:xfrm>
            <a:off x="1766781" y="472261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3" y="1464"/>
                </a:lnTo>
                <a:lnTo>
                  <a:pt x="5413" y="2946"/>
                </a:lnTo>
                <a:lnTo>
                  <a:pt x="8109" y="4437"/>
                </a:lnTo>
                <a:lnTo>
                  <a:pt x="10800" y="5940"/>
                </a:lnTo>
                <a:lnTo>
                  <a:pt x="12809" y="7042"/>
                </a:lnTo>
                <a:lnTo>
                  <a:pt x="14826" y="8152"/>
                </a:lnTo>
                <a:lnTo>
                  <a:pt x="16874" y="9279"/>
                </a:lnTo>
                <a:lnTo>
                  <a:pt x="19220" y="11107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C4C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2" name="contour_13710"/>
          <p:cNvSpPr/>
          <p:nvPr/>
        </p:nvSpPr>
        <p:spPr>
          <a:xfrm>
            <a:off x="1548141" y="4729906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26"/>
                </a:lnTo>
                <a:lnTo>
                  <a:pt x="11826" y="1655"/>
                </a:lnTo>
                <a:lnTo>
                  <a:pt x="15055" y="2485"/>
                </a:lnTo>
                <a:lnTo>
                  <a:pt x="18311" y="3323"/>
                </a:lnTo>
                <a:lnTo>
                  <a:pt x="21600" y="4170"/>
                </a:lnTo>
                <a:lnTo>
                  <a:pt x="21087" y="7068"/>
                </a:lnTo>
                <a:lnTo>
                  <a:pt x="20493" y="9903"/>
                </a:lnTo>
                <a:lnTo>
                  <a:pt x="19764" y="12693"/>
                </a:lnTo>
                <a:lnTo>
                  <a:pt x="18841" y="15441"/>
                </a:lnTo>
                <a:lnTo>
                  <a:pt x="17674" y="18156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670" y="18268"/>
                </a:lnTo>
                <a:lnTo>
                  <a:pt x="1339" y="15687"/>
                </a:lnTo>
                <a:lnTo>
                  <a:pt x="2009" y="13098"/>
                </a:lnTo>
                <a:lnTo>
                  <a:pt x="2678" y="10504"/>
                </a:lnTo>
                <a:lnTo>
                  <a:pt x="3353" y="7898"/>
                </a:lnTo>
                <a:lnTo>
                  <a:pt x="4034" y="5279"/>
                </a:lnTo>
                <a:lnTo>
                  <a:pt x="4714" y="2648"/>
                </a:lnTo>
                <a:lnTo>
                  <a:pt x="5400" y="0"/>
                </a:lnTo>
                <a:close/>
              </a:path>
            </a:pathLst>
          </a:custGeom>
          <a:solidFill>
            <a:srgbClr val="F4F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3" name="contour_13711"/>
          <p:cNvSpPr/>
          <p:nvPr/>
        </p:nvSpPr>
        <p:spPr>
          <a:xfrm>
            <a:off x="1438821" y="470804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608" y="484"/>
                </a:lnTo>
                <a:lnTo>
                  <a:pt x="5551" y="937"/>
                </a:lnTo>
                <a:lnTo>
                  <a:pt x="6638" y="1456"/>
                </a:lnTo>
                <a:lnTo>
                  <a:pt x="8078" y="2147"/>
                </a:lnTo>
                <a:lnTo>
                  <a:pt x="10084" y="3110"/>
                </a:lnTo>
                <a:lnTo>
                  <a:pt x="12863" y="4445"/>
                </a:lnTo>
                <a:lnTo>
                  <a:pt x="16632" y="6255"/>
                </a:lnTo>
                <a:lnTo>
                  <a:pt x="21600" y="8640"/>
                </a:lnTo>
                <a:lnTo>
                  <a:pt x="19807" y="12869"/>
                </a:lnTo>
                <a:lnTo>
                  <a:pt x="18504" y="15526"/>
                </a:lnTo>
                <a:lnTo>
                  <a:pt x="17305" y="17112"/>
                </a:lnTo>
                <a:lnTo>
                  <a:pt x="15833" y="18127"/>
                </a:lnTo>
                <a:lnTo>
                  <a:pt x="13712" y="19068"/>
                </a:lnTo>
                <a:lnTo>
                  <a:pt x="12481" y="19297"/>
                </a:lnTo>
                <a:lnTo>
                  <a:pt x="8777" y="19980"/>
                </a:lnTo>
                <a:lnTo>
                  <a:pt x="6602" y="20382"/>
                </a:lnTo>
                <a:lnTo>
                  <a:pt x="4421" y="20784"/>
                </a:lnTo>
                <a:lnTo>
                  <a:pt x="2221" y="21190"/>
                </a:lnTo>
                <a:lnTo>
                  <a:pt x="0" y="21600"/>
                </a:lnTo>
                <a:lnTo>
                  <a:pt x="446" y="18926"/>
                </a:lnTo>
                <a:lnTo>
                  <a:pt x="893" y="16252"/>
                </a:lnTo>
                <a:lnTo>
                  <a:pt x="1339" y="13569"/>
                </a:lnTo>
                <a:lnTo>
                  <a:pt x="1786" y="10882"/>
                </a:lnTo>
                <a:lnTo>
                  <a:pt x="2236" y="8182"/>
                </a:lnTo>
                <a:lnTo>
                  <a:pt x="2689" y="5469"/>
                </a:lnTo>
                <a:lnTo>
                  <a:pt x="3143" y="2743"/>
                </a:lnTo>
                <a:lnTo>
                  <a:pt x="3600" y="0"/>
                </a:lnTo>
                <a:close/>
              </a:path>
            </a:pathLst>
          </a:custGeom>
          <a:solidFill>
            <a:srgbClr val="29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4" name="contour_13712"/>
          <p:cNvSpPr/>
          <p:nvPr/>
        </p:nvSpPr>
        <p:spPr>
          <a:xfrm>
            <a:off x="7946997" y="4692206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895"/>
                </a:moveTo>
                <a:lnTo>
                  <a:pt x="6188" y="383"/>
                </a:lnTo>
                <a:lnTo>
                  <a:pt x="8755" y="98"/>
                </a:lnTo>
                <a:lnTo>
                  <a:pt x="11311" y="0"/>
                </a:lnTo>
                <a:lnTo>
                  <a:pt x="13864" y="62"/>
                </a:lnTo>
                <a:lnTo>
                  <a:pt x="16423" y="254"/>
                </a:lnTo>
                <a:lnTo>
                  <a:pt x="18997" y="543"/>
                </a:lnTo>
                <a:lnTo>
                  <a:pt x="21600" y="895"/>
                </a:lnTo>
                <a:lnTo>
                  <a:pt x="20848" y="4141"/>
                </a:lnTo>
                <a:lnTo>
                  <a:pt x="20056" y="7283"/>
                </a:lnTo>
                <a:lnTo>
                  <a:pt x="19199" y="10332"/>
                </a:lnTo>
                <a:lnTo>
                  <a:pt x="18238" y="13282"/>
                </a:lnTo>
                <a:lnTo>
                  <a:pt x="17143" y="16144"/>
                </a:lnTo>
                <a:lnTo>
                  <a:pt x="15872" y="18914"/>
                </a:lnTo>
                <a:lnTo>
                  <a:pt x="14400" y="21600"/>
                </a:lnTo>
                <a:lnTo>
                  <a:pt x="11822" y="21543"/>
                </a:lnTo>
                <a:lnTo>
                  <a:pt x="9374" y="21088"/>
                </a:lnTo>
                <a:lnTo>
                  <a:pt x="7009" y="20290"/>
                </a:lnTo>
                <a:lnTo>
                  <a:pt x="4691" y="19209"/>
                </a:lnTo>
                <a:lnTo>
                  <a:pt x="2369" y="17904"/>
                </a:lnTo>
                <a:lnTo>
                  <a:pt x="0" y="16424"/>
                </a:lnTo>
                <a:lnTo>
                  <a:pt x="353" y="12573"/>
                </a:lnTo>
                <a:lnTo>
                  <a:pt x="716" y="9840"/>
                </a:lnTo>
                <a:lnTo>
                  <a:pt x="1264" y="7480"/>
                </a:lnTo>
                <a:lnTo>
                  <a:pt x="2167" y="4747"/>
                </a:lnTo>
                <a:lnTo>
                  <a:pt x="3600" y="895"/>
                </a:lnTo>
                <a:close/>
              </a:path>
            </a:pathLst>
          </a:custGeom>
          <a:solidFill>
            <a:srgbClr val="31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5" name="contour_13713"/>
          <p:cNvSpPr/>
          <p:nvPr/>
        </p:nvSpPr>
        <p:spPr>
          <a:xfrm>
            <a:off x="6132288" y="4716416"/>
            <a:ext cx="51016" cy="353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49" y="1509"/>
                </a:moveTo>
                <a:lnTo>
                  <a:pt x="10754" y="2048"/>
                </a:lnTo>
                <a:lnTo>
                  <a:pt x="11824" y="3001"/>
                </a:lnTo>
                <a:lnTo>
                  <a:pt x="14271" y="5178"/>
                </a:lnTo>
                <a:lnTo>
                  <a:pt x="15651" y="6358"/>
                </a:lnTo>
                <a:lnTo>
                  <a:pt x="17036" y="7543"/>
                </a:lnTo>
                <a:lnTo>
                  <a:pt x="18443" y="8745"/>
                </a:lnTo>
                <a:lnTo>
                  <a:pt x="20008" y="10704"/>
                </a:lnTo>
                <a:lnTo>
                  <a:pt x="21600" y="12695"/>
                </a:lnTo>
                <a:lnTo>
                  <a:pt x="21600" y="15638"/>
                </a:lnTo>
                <a:lnTo>
                  <a:pt x="21600" y="18599"/>
                </a:lnTo>
                <a:lnTo>
                  <a:pt x="21600" y="21600"/>
                </a:lnTo>
                <a:lnTo>
                  <a:pt x="19783" y="20839"/>
                </a:lnTo>
                <a:lnTo>
                  <a:pt x="17968" y="20068"/>
                </a:lnTo>
                <a:lnTo>
                  <a:pt x="16154" y="19289"/>
                </a:lnTo>
                <a:lnTo>
                  <a:pt x="14345" y="18501"/>
                </a:lnTo>
                <a:lnTo>
                  <a:pt x="12534" y="17704"/>
                </a:lnTo>
                <a:lnTo>
                  <a:pt x="11787" y="17383"/>
                </a:lnTo>
                <a:lnTo>
                  <a:pt x="10464" y="16818"/>
                </a:lnTo>
                <a:lnTo>
                  <a:pt x="7437" y="15513"/>
                </a:lnTo>
                <a:lnTo>
                  <a:pt x="4888" y="13812"/>
                </a:lnTo>
                <a:lnTo>
                  <a:pt x="3363" y="12454"/>
                </a:lnTo>
                <a:lnTo>
                  <a:pt x="2256" y="10727"/>
                </a:lnTo>
                <a:lnTo>
                  <a:pt x="953" y="7926"/>
                </a:lnTo>
                <a:lnTo>
                  <a:pt x="716" y="6897"/>
                </a:lnTo>
                <a:lnTo>
                  <a:pt x="0" y="3789"/>
                </a:lnTo>
                <a:lnTo>
                  <a:pt x="2169" y="1719"/>
                </a:lnTo>
                <a:lnTo>
                  <a:pt x="3965" y="454"/>
                </a:lnTo>
                <a:lnTo>
                  <a:pt x="5690" y="0"/>
                </a:lnTo>
                <a:lnTo>
                  <a:pt x="7649" y="347"/>
                </a:lnTo>
                <a:lnTo>
                  <a:pt x="10149" y="1509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6" name="contour_13714"/>
          <p:cNvSpPr/>
          <p:nvPr/>
        </p:nvSpPr>
        <p:spPr>
          <a:xfrm>
            <a:off x="8282245" y="469346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04" y="2376"/>
                </a:lnTo>
                <a:lnTo>
                  <a:pt x="20808" y="4756"/>
                </a:lnTo>
                <a:lnTo>
                  <a:pt x="20412" y="7135"/>
                </a:lnTo>
                <a:lnTo>
                  <a:pt x="20012" y="9522"/>
                </a:lnTo>
                <a:lnTo>
                  <a:pt x="19613" y="11916"/>
                </a:lnTo>
                <a:lnTo>
                  <a:pt x="19213" y="14321"/>
                </a:lnTo>
                <a:lnTo>
                  <a:pt x="18810" y="16733"/>
                </a:lnTo>
                <a:lnTo>
                  <a:pt x="18407" y="19159"/>
                </a:lnTo>
                <a:lnTo>
                  <a:pt x="18000" y="21600"/>
                </a:lnTo>
                <a:lnTo>
                  <a:pt x="16366" y="20484"/>
                </a:lnTo>
                <a:lnTo>
                  <a:pt x="14717" y="19361"/>
                </a:lnTo>
                <a:lnTo>
                  <a:pt x="13050" y="18223"/>
                </a:lnTo>
                <a:lnTo>
                  <a:pt x="10897" y="16844"/>
                </a:lnTo>
                <a:lnTo>
                  <a:pt x="8770" y="15538"/>
                </a:lnTo>
                <a:lnTo>
                  <a:pt x="6635" y="14288"/>
                </a:lnTo>
                <a:lnTo>
                  <a:pt x="4478" y="13090"/>
                </a:lnTo>
                <a:lnTo>
                  <a:pt x="2275" y="11930"/>
                </a:lnTo>
                <a:lnTo>
                  <a:pt x="0" y="10800"/>
                </a:lnTo>
                <a:lnTo>
                  <a:pt x="1678" y="9439"/>
                </a:lnTo>
                <a:lnTo>
                  <a:pt x="3362" y="8086"/>
                </a:lnTo>
                <a:lnTo>
                  <a:pt x="5054" y="6739"/>
                </a:lnTo>
                <a:lnTo>
                  <a:pt x="6750" y="5400"/>
                </a:lnTo>
                <a:lnTo>
                  <a:pt x="8633" y="3892"/>
                </a:lnTo>
                <a:lnTo>
                  <a:pt x="10548" y="2362"/>
                </a:lnTo>
                <a:lnTo>
                  <a:pt x="12485" y="1210"/>
                </a:lnTo>
                <a:lnTo>
                  <a:pt x="14029" y="511"/>
                </a:lnTo>
                <a:lnTo>
                  <a:pt x="15710" y="151"/>
                </a:lnTo>
                <a:lnTo>
                  <a:pt x="18054" y="18"/>
                </a:lnTo>
                <a:lnTo>
                  <a:pt x="21600" y="0"/>
                </a:lnTo>
                <a:close/>
              </a:path>
            </a:pathLst>
          </a:custGeom>
          <a:solidFill>
            <a:srgbClr val="EF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7" name="contour_13715"/>
          <p:cNvSpPr/>
          <p:nvPr/>
        </p:nvSpPr>
        <p:spPr>
          <a:xfrm>
            <a:off x="11080834" y="4685195"/>
            <a:ext cx="6559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568"/>
                </a:moveTo>
                <a:lnTo>
                  <a:pt x="13714" y="189"/>
                </a:lnTo>
                <a:lnTo>
                  <a:pt x="14945" y="0"/>
                </a:lnTo>
                <a:lnTo>
                  <a:pt x="16039" y="0"/>
                </a:lnTo>
                <a:lnTo>
                  <a:pt x="17342" y="189"/>
                </a:lnTo>
                <a:lnTo>
                  <a:pt x="19200" y="568"/>
                </a:lnTo>
                <a:lnTo>
                  <a:pt x="20011" y="3697"/>
                </a:lnTo>
                <a:lnTo>
                  <a:pt x="20542" y="5918"/>
                </a:lnTo>
                <a:lnTo>
                  <a:pt x="20906" y="7837"/>
                </a:lnTo>
                <a:lnTo>
                  <a:pt x="21221" y="10058"/>
                </a:lnTo>
                <a:lnTo>
                  <a:pt x="21600" y="13187"/>
                </a:lnTo>
                <a:lnTo>
                  <a:pt x="20014" y="13187"/>
                </a:lnTo>
                <a:lnTo>
                  <a:pt x="18418" y="13187"/>
                </a:lnTo>
                <a:lnTo>
                  <a:pt x="16800" y="13187"/>
                </a:lnTo>
                <a:lnTo>
                  <a:pt x="16800" y="15968"/>
                </a:lnTo>
                <a:lnTo>
                  <a:pt x="16800" y="18765"/>
                </a:lnTo>
                <a:lnTo>
                  <a:pt x="16800" y="21600"/>
                </a:lnTo>
                <a:lnTo>
                  <a:pt x="15137" y="21600"/>
                </a:lnTo>
                <a:lnTo>
                  <a:pt x="13471" y="21600"/>
                </a:lnTo>
                <a:lnTo>
                  <a:pt x="11806" y="21600"/>
                </a:lnTo>
                <a:lnTo>
                  <a:pt x="10138" y="21600"/>
                </a:lnTo>
                <a:lnTo>
                  <a:pt x="8462" y="21600"/>
                </a:lnTo>
                <a:lnTo>
                  <a:pt x="6785" y="21600"/>
                </a:lnTo>
                <a:lnTo>
                  <a:pt x="5100" y="21600"/>
                </a:lnTo>
                <a:lnTo>
                  <a:pt x="3408" y="21600"/>
                </a:lnTo>
                <a:lnTo>
                  <a:pt x="1709" y="21600"/>
                </a:lnTo>
                <a:lnTo>
                  <a:pt x="0" y="21600"/>
                </a:lnTo>
                <a:lnTo>
                  <a:pt x="0" y="19514"/>
                </a:lnTo>
                <a:lnTo>
                  <a:pt x="0" y="17394"/>
                </a:lnTo>
                <a:lnTo>
                  <a:pt x="1570" y="16868"/>
                </a:lnTo>
                <a:lnTo>
                  <a:pt x="2719" y="16531"/>
                </a:lnTo>
                <a:lnTo>
                  <a:pt x="4008" y="16228"/>
                </a:lnTo>
                <a:lnTo>
                  <a:pt x="6000" y="15816"/>
                </a:lnTo>
                <a:lnTo>
                  <a:pt x="7966" y="15210"/>
                </a:lnTo>
                <a:lnTo>
                  <a:pt x="9247" y="14735"/>
                </a:lnTo>
                <a:lnTo>
                  <a:pt x="10404" y="14142"/>
                </a:lnTo>
                <a:lnTo>
                  <a:pt x="12000" y="13187"/>
                </a:lnTo>
                <a:lnTo>
                  <a:pt x="12360" y="9931"/>
                </a:lnTo>
                <a:lnTo>
                  <a:pt x="12540" y="7647"/>
                </a:lnTo>
                <a:lnTo>
                  <a:pt x="12540" y="5729"/>
                </a:lnTo>
                <a:lnTo>
                  <a:pt x="12360" y="3571"/>
                </a:lnTo>
                <a:lnTo>
                  <a:pt x="12000" y="568"/>
                </a:lnTo>
                <a:close/>
              </a:path>
            </a:pathLst>
          </a:custGeom>
          <a:solidFill>
            <a:srgbClr val="E2E5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8" name="contour_13716"/>
          <p:cNvSpPr/>
          <p:nvPr/>
        </p:nvSpPr>
        <p:spPr>
          <a:xfrm>
            <a:off x="1001542" y="4679590"/>
            <a:ext cx="51016" cy="225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1505"/>
                </a:moveTo>
                <a:lnTo>
                  <a:pt x="16342" y="2334"/>
                </a:lnTo>
                <a:lnTo>
                  <a:pt x="18443" y="3170"/>
                </a:lnTo>
                <a:lnTo>
                  <a:pt x="19227" y="3944"/>
                </a:lnTo>
                <a:lnTo>
                  <a:pt x="21600" y="6299"/>
                </a:lnTo>
                <a:lnTo>
                  <a:pt x="21600" y="10905"/>
                </a:lnTo>
                <a:lnTo>
                  <a:pt x="21600" y="15538"/>
                </a:lnTo>
                <a:lnTo>
                  <a:pt x="21600" y="20234"/>
                </a:lnTo>
                <a:lnTo>
                  <a:pt x="19789" y="20450"/>
                </a:lnTo>
                <a:lnTo>
                  <a:pt x="17974" y="20638"/>
                </a:lnTo>
                <a:lnTo>
                  <a:pt x="16163" y="20806"/>
                </a:lnTo>
                <a:lnTo>
                  <a:pt x="14349" y="20959"/>
                </a:lnTo>
                <a:lnTo>
                  <a:pt x="12537" y="21105"/>
                </a:lnTo>
                <a:lnTo>
                  <a:pt x="10852" y="21266"/>
                </a:lnTo>
                <a:lnTo>
                  <a:pt x="9155" y="21433"/>
                </a:lnTo>
                <a:lnTo>
                  <a:pt x="7437" y="21600"/>
                </a:lnTo>
                <a:lnTo>
                  <a:pt x="5277" y="20917"/>
                </a:lnTo>
                <a:lnTo>
                  <a:pt x="3086" y="20234"/>
                </a:lnTo>
                <a:lnTo>
                  <a:pt x="1839" y="16068"/>
                </a:lnTo>
                <a:lnTo>
                  <a:pt x="1102" y="13232"/>
                </a:lnTo>
                <a:lnTo>
                  <a:pt x="583" y="10410"/>
                </a:lnTo>
                <a:lnTo>
                  <a:pt x="0" y="6299"/>
                </a:lnTo>
                <a:lnTo>
                  <a:pt x="2111" y="3609"/>
                </a:lnTo>
                <a:lnTo>
                  <a:pt x="4058" y="1707"/>
                </a:lnTo>
                <a:lnTo>
                  <a:pt x="5925" y="530"/>
                </a:lnTo>
                <a:lnTo>
                  <a:pt x="7791" y="0"/>
                </a:lnTo>
                <a:lnTo>
                  <a:pt x="9751" y="35"/>
                </a:lnTo>
                <a:lnTo>
                  <a:pt x="11883" y="564"/>
                </a:lnTo>
                <a:lnTo>
                  <a:pt x="14271" y="1505"/>
                </a:lnTo>
                <a:close/>
              </a:path>
            </a:pathLst>
          </a:custGeom>
          <a:solidFill>
            <a:srgbClr val="AEAE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19" name="contour_13717"/>
          <p:cNvSpPr/>
          <p:nvPr/>
        </p:nvSpPr>
        <p:spPr>
          <a:xfrm>
            <a:off x="10140683" y="4664315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4" y="0"/>
                </a:moveTo>
                <a:lnTo>
                  <a:pt x="9066" y="652"/>
                </a:lnTo>
                <a:lnTo>
                  <a:pt x="12514" y="1175"/>
                </a:lnTo>
                <a:lnTo>
                  <a:pt x="14940" y="1680"/>
                </a:lnTo>
                <a:lnTo>
                  <a:pt x="16805" y="2294"/>
                </a:lnTo>
                <a:lnTo>
                  <a:pt x="18557" y="3132"/>
                </a:lnTo>
                <a:lnTo>
                  <a:pt x="20670" y="4320"/>
                </a:lnTo>
                <a:lnTo>
                  <a:pt x="21302" y="7318"/>
                </a:lnTo>
                <a:lnTo>
                  <a:pt x="21588" y="10122"/>
                </a:lnTo>
                <a:lnTo>
                  <a:pt x="21600" y="12839"/>
                </a:lnTo>
                <a:lnTo>
                  <a:pt x="21402" y="15582"/>
                </a:lnTo>
                <a:lnTo>
                  <a:pt x="21067" y="18468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513" y="18926"/>
                </a:lnTo>
                <a:lnTo>
                  <a:pt x="1025" y="16252"/>
                </a:lnTo>
                <a:lnTo>
                  <a:pt x="1538" y="13569"/>
                </a:lnTo>
                <a:lnTo>
                  <a:pt x="2050" y="10882"/>
                </a:lnTo>
                <a:lnTo>
                  <a:pt x="2567" y="8182"/>
                </a:lnTo>
                <a:lnTo>
                  <a:pt x="3088" y="5469"/>
                </a:lnTo>
                <a:lnTo>
                  <a:pt x="3609" y="2743"/>
                </a:lnTo>
                <a:lnTo>
                  <a:pt x="4134" y="0"/>
                </a:lnTo>
                <a:close/>
              </a:path>
            </a:pathLst>
          </a:custGeom>
          <a:solidFill>
            <a:srgbClr val="9091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0" name="contour_13718"/>
          <p:cNvSpPr/>
          <p:nvPr/>
        </p:nvSpPr>
        <p:spPr>
          <a:xfrm>
            <a:off x="8005301" y="4620587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786" y="0"/>
                </a:lnTo>
                <a:lnTo>
                  <a:pt x="21600" y="0"/>
                </a:lnTo>
                <a:lnTo>
                  <a:pt x="21600" y="2182"/>
                </a:lnTo>
                <a:lnTo>
                  <a:pt x="21600" y="4366"/>
                </a:lnTo>
                <a:lnTo>
                  <a:pt x="21600" y="6557"/>
                </a:lnTo>
                <a:lnTo>
                  <a:pt x="21600" y="8757"/>
                </a:lnTo>
                <a:lnTo>
                  <a:pt x="21600" y="10967"/>
                </a:lnTo>
                <a:lnTo>
                  <a:pt x="21600" y="13188"/>
                </a:lnTo>
                <a:lnTo>
                  <a:pt x="21600" y="15429"/>
                </a:lnTo>
                <a:lnTo>
                  <a:pt x="19462" y="15429"/>
                </a:lnTo>
                <a:lnTo>
                  <a:pt x="17316" y="15429"/>
                </a:lnTo>
                <a:lnTo>
                  <a:pt x="15163" y="15429"/>
                </a:lnTo>
                <a:lnTo>
                  <a:pt x="12992" y="15429"/>
                </a:lnTo>
                <a:lnTo>
                  <a:pt x="10800" y="15429"/>
                </a:lnTo>
                <a:lnTo>
                  <a:pt x="10800" y="17468"/>
                </a:lnTo>
                <a:lnTo>
                  <a:pt x="10800" y="19520"/>
                </a:lnTo>
                <a:lnTo>
                  <a:pt x="10800" y="21600"/>
                </a:lnTo>
                <a:lnTo>
                  <a:pt x="8662" y="20989"/>
                </a:lnTo>
                <a:lnTo>
                  <a:pt x="6516" y="20375"/>
                </a:lnTo>
                <a:lnTo>
                  <a:pt x="4363" y="19761"/>
                </a:lnTo>
                <a:lnTo>
                  <a:pt x="2192" y="19141"/>
                </a:lnTo>
                <a:lnTo>
                  <a:pt x="0" y="18514"/>
                </a:lnTo>
                <a:lnTo>
                  <a:pt x="1253" y="16543"/>
                </a:lnTo>
                <a:lnTo>
                  <a:pt x="2214" y="15086"/>
                </a:lnTo>
                <a:lnTo>
                  <a:pt x="3092" y="13886"/>
                </a:lnTo>
                <a:lnTo>
                  <a:pt x="4082" y="12685"/>
                </a:lnTo>
                <a:lnTo>
                  <a:pt x="5386" y="11229"/>
                </a:lnTo>
                <a:lnTo>
                  <a:pt x="7200" y="9257"/>
                </a:lnTo>
                <a:lnTo>
                  <a:pt x="10094" y="8979"/>
                </a:lnTo>
                <a:lnTo>
                  <a:pt x="12103" y="8841"/>
                </a:lnTo>
                <a:lnTo>
                  <a:pt x="13745" y="8841"/>
                </a:lnTo>
                <a:lnTo>
                  <a:pt x="15538" y="8979"/>
                </a:lnTo>
                <a:lnTo>
                  <a:pt x="18000" y="9257"/>
                </a:lnTo>
                <a:lnTo>
                  <a:pt x="18000" y="7424"/>
                </a:lnTo>
                <a:lnTo>
                  <a:pt x="18000" y="5585"/>
                </a:lnTo>
                <a:lnTo>
                  <a:pt x="18000" y="3740"/>
                </a:lnTo>
                <a:lnTo>
                  <a:pt x="18000" y="1879"/>
                </a:lnTo>
                <a:lnTo>
                  <a:pt x="18000" y="0"/>
                </a:lnTo>
                <a:close/>
              </a:path>
            </a:pathLst>
          </a:custGeom>
          <a:solidFill>
            <a:srgbClr val="6666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1" name="contour_13719"/>
          <p:cNvSpPr/>
          <p:nvPr/>
        </p:nvSpPr>
        <p:spPr>
          <a:xfrm>
            <a:off x="4849601" y="4627875"/>
            <a:ext cx="522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62" y="0"/>
                </a:moveTo>
                <a:lnTo>
                  <a:pt x="14306" y="553"/>
                </a:lnTo>
                <a:lnTo>
                  <a:pt x="15898" y="1054"/>
                </a:lnTo>
                <a:lnTo>
                  <a:pt x="17273" y="1711"/>
                </a:lnTo>
                <a:lnTo>
                  <a:pt x="18865" y="2730"/>
                </a:lnTo>
                <a:lnTo>
                  <a:pt x="21108" y="4320"/>
                </a:lnTo>
                <a:lnTo>
                  <a:pt x="21446" y="7279"/>
                </a:lnTo>
                <a:lnTo>
                  <a:pt x="21597" y="10113"/>
                </a:lnTo>
                <a:lnTo>
                  <a:pt x="21600" y="12887"/>
                </a:lnTo>
                <a:lnTo>
                  <a:pt x="21494" y="15677"/>
                </a:lnTo>
                <a:lnTo>
                  <a:pt x="21317" y="18559"/>
                </a:lnTo>
                <a:lnTo>
                  <a:pt x="21108" y="21600"/>
                </a:lnTo>
                <a:lnTo>
                  <a:pt x="19019" y="21600"/>
                </a:lnTo>
                <a:lnTo>
                  <a:pt x="16926" y="21600"/>
                </a:lnTo>
                <a:lnTo>
                  <a:pt x="14833" y="21600"/>
                </a:lnTo>
                <a:lnTo>
                  <a:pt x="12737" y="21600"/>
                </a:lnTo>
                <a:lnTo>
                  <a:pt x="10633" y="21600"/>
                </a:lnTo>
                <a:lnTo>
                  <a:pt x="8525" y="21600"/>
                </a:lnTo>
                <a:lnTo>
                  <a:pt x="6408" y="21600"/>
                </a:lnTo>
                <a:lnTo>
                  <a:pt x="4282" y="21600"/>
                </a:lnTo>
                <a:lnTo>
                  <a:pt x="2147" y="21600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577" y="11435"/>
                </a:lnTo>
                <a:lnTo>
                  <a:pt x="2732" y="10450"/>
                </a:lnTo>
                <a:lnTo>
                  <a:pt x="4029" y="9573"/>
                </a:lnTo>
                <a:lnTo>
                  <a:pt x="6031" y="8372"/>
                </a:lnTo>
                <a:lnTo>
                  <a:pt x="8033" y="7158"/>
                </a:lnTo>
                <a:lnTo>
                  <a:pt x="9330" y="6333"/>
                </a:lnTo>
                <a:lnTo>
                  <a:pt x="10485" y="5512"/>
                </a:lnTo>
                <a:lnTo>
                  <a:pt x="12062" y="4320"/>
                </a:lnTo>
                <a:lnTo>
                  <a:pt x="12062" y="2177"/>
                </a:lnTo>
                <a:lnTo>
                  <a:pt x="12062" y="0"/>
                </a:lnTo>
                <a:close/>
              </a:path>
            </a:pathLst>
          </a:custGeom>
          <a:solidFill>
            <a:srgbClr val="E8E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2" name="contour_13720"/>
          <p:cNvSpPr/>
          <p:nvPr/>
        </p:nvSpPr>
        <p:spPr>
          <a:xfrm>
            <a:off x="1409669" y="4632430"/>
            <a:ext cx="51016" cy="39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0"/>
                </a:moveTo>
                <a:lnTo>
                  <a:pt x="15327" y="374"/>
                </a:lnTo>
                <a:lnTo>
                  <a:pt x="18514" y="1507"/>
                </a:lnTo>
                <a:lnTo>
                  <a:pt x="19156" y="3970"/>
                </a:lnTo>
                <a:lnTo>
                  <a:pt x="19699" y="6442"/>
                </a:lnTo>
                <a:lnTo>
                  <a:pt x="20159" y="8921"/>
                </a:lnTo>
                <a:lnTo>
                  <a:pt x="20545" y="11417"/>
                </a:lnTo>
                <a:lnTo>
                  <a:pt x="20869" y="13924"/>
                </a:lnTo>
                <a:lnTo>
                  <a:pt x="21146" y="16456"/>
                </a:lnTo>
                <a:lnTo>
                  <a:pt x="21384" y="19016"/>
                </a:lnTo>
                <a:lnTo>
                  <a:pt x="21600" y="21600"/>
                </a:lnTo>
                <a:lnTo>
                  <a:pt x="20032" y="20728"/>
                </a:lnTo>
                <a:lnTo>
                  <a:pt x="18443" y="19844"/>
                </a:lnTo>
                <a:lnTo>
                  <a:pt x="17064" y="19096"/>
                </a:lnTo>
                <a:lnTo>
                  <a:pt x="15679" y="18345"/>
                </a:lnTo>
                <a:lnTo>
                  <a:pt x="14271" y="17581"/>
                </a:lnTo>
                <a:lnTo>
                  <a:pt x="12911" y="16834"/>
                </a:lnTo>
                <a:lnTo>
                  <a:pt x="11537" y="16082"/>
                </a:lnTo>
                <a:lnTo>
                  <a:pt x="10149" y="15319"/>
                </a:lnTo>
                <a:lnTo>
                  <a:pt x="8159" y="14463"/>
                </a:lnTo>
                <a:lnTo>
                  <a:pt x="6634" y="13941"/>
                </a:lnTo>
                <a:lnTo>
                  <a:pt x="5091" y="13675"/>
                </a:lnTo>
                <a:lnTo>
                  <a:pt x="3043" y="13575"/>
                </a:lnTo>
                <a:lnTo>
                  <a:pt x="0" y="13563"/>
                </a:lnTo>
                <a:lnTo>
                  <a:pt x="0" y="10906"/>
                </a:lnTo>
                <a:lnTo>
                  <a:pt x="0" y="8234"/>
                </a:lnTo>
                <a:lnTo>
                  <a:pt x="0" y="5526"/>
                </a:lnTo>
                <a:lnTo>
                  <a:pt x="1996" y="4388"/>
                </a:lnTo>
                <a:lnTo>
                  <a:pt x="3990" y="3428"/>
                </a:lnTo>
                <a:lnTo>
                  <a:pt x="5992" y="2612"/>
                </a:lnTo>
                <a:lnTo>
                  <a:pt x="8014" y="1897"/>
                </a:lnTo>
                <a:lnTo>
                  <a:pt x="10059" y="1250"/>
                </a:lnTo>
                <a:lnTo>
                  <a:pt x="12142" y="631"/>
                </a:lnTo>
                <a:lnTo>
                  <a:pt x="14271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3" name="contour_13721"/>
          <p:cNvSpPr/>
          <p:nvPr/>
        </p:nvSpPr>
        <p:spPr>
          <a:xfrm>
            <a:off x="4288426" y="4628421"/>
            <a:ext cx="66146" cy="28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19" y="5090"/>
                </a:moveTo>
                <a:lnTo>
                  <a:pt x="21538" y="9311"/>
                </a:lnTo>
                <a:lnTo>
                  <a:pt x="21600" y="12278"/>
                </a:lnTo>
                <a:lnTo>
                  <a:pt x="21600" y="14787"/>
                </a:lnTo>
                <a:lnTo>
                  <a:pt x="21538" y="17632"/>
                </a:lnTo>
                <a:lnTo>
                  <a:pt x="21419" y="21600"/>
                </a:lnTo>
                <a:lnTo>
                  <a:pt x="19886" y="20879"/>
                </a:lnTo>
                <a:lnTo>
                  <a:pt x="18356" y="20147"/>
                </a:lnTo>
                <a:lnTo>
                  <a:pt x="16826" y="19415"/>
                </a:lnTo>
                <a:lnTo>
                  <a:pt x="15298" y="18678"/>
                </a:lnTo>
                <a:lnTo>
                  <a:pt x="13768" y="17935"/>
                </a:lnTo>
                <a:lnTo>
                  <a:pt x="12237" y="17186"/>
                </a:lnTo>
                <a:lnTo>
                  <a:pt x="10710" y="16438"/>
                </a:lnTo>
                <a:lnTo>
                  <a:pt x="9172" y="15717"/>
                </a:lnTo>
                <a:lnTo>
                  <a:pt x="7613" y="14991"/>
                </a:lnTo>
                <a:lnTo>
                  <a:pt x="6159" y="14270"/>
                </a:lnTo>
                <a:lnTo>
                  <a:pt x="4686" y="13538"/>
                </a:lnTo>
                <a:lnTo>
                  <a:pt x="3337" y="12888"/>
                </a:lnTo>
                <a:lnTo>
                  <a:pt x="1966" y="12228"/>
                </a:lnTo>
                <a:lnTo>
                  <a:pt x="990" y="11419"/>
                </a:lnTo>
                <a:lnTo>
                  <a:pt x="0" y="10594"/>
                </a:lnTo>
                <a:lnTo>
                  <a:pt x="0" y="7864"/>
                </a:lnTo>
                <a:lnTo>
                  <a:pt x="0" y="5090"/>
                </a:lnTo>
                <a:lnTo>
                  <a:pt x="1683" y="3742"/>
                </a:lnTo>
                <a:lnTo>
                  <a:pt x="3356" y="2586"/>
                </a:lnTo>
                <a:lnTo>
                  <a:pt x="5017" y="1634"/>
                </a:lnTo>
                <a:lnTo>
                  <a:pt x="6671" y="886"/>
                </a:lnTo>
                <a:lnTo>
                  <a:pt x="8318" y="358"/>
                </a:lnTo>
                <a:lnTo>
                  <a:pt x="9960" y="61"/>
                </a:lnTo>
                <a:lnTo>
                  <a:pt x="11597" y="0"/>
                </a:lnTo>
                <a:lnTo>
                  <a:pt x="13232" y="182"/>
                </a:lnTo>
                <a:lnTo>
                  <a:pt x="14865" y="616"/>
                </a:lnTo>
                <a:lnTo>
                  <a:pt x="16500" y="1321"/>
                </a:lnTo>
                <a:lnTo>
                  <a:pt x="18135" y="2289"/>
                </a:lnTo>
                <a:lnTo>
                  <a:pt x="19775" y="3544"/>
                </a:lnTo>
                <a:lnTo>
                  <a:pt x="21419" y="5090"/>
                </a:lnTo>
                <a:close/>
              </a:path>
            </a:pathLst>
          </a:custGeom>
          <a:solidFill>
            <a:srgbClr val="E0D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4" name="contour_13722"/>
          <p:cNvSpPr/>
          <p:nvPr/>
        </p:nvSpPr>
        <p:spPr>
          <a:xfrm>
            <a:off x="965102" y="4626038"/>
            <a:ext cx="51016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674"/>
                </a:moveTo>
                <a:lnTo>
                  <a:pt x="5249" y="731"/>
                </a:lnTo>
                <a:lnTo>
                  <a:pt x="6823" y="193"/>
                </a:lnTo>
                <a:lnTo>
                  <a:pt x="8260" y="0"/>
                </a:lnTo>
                <a:lnTo>
                  <a:pt x="10013" y="100"/>
                </a:lnTo>
                <a:lnTo>
                  <a:pt x="12534" y="425"/>
                </a:lnTo>
                <a:lnTo>
                  <a:pt x="14228" y="611"/>
                </a:lnTo>
                <a:lnTo>
                  <a:pt x="15932" y="790"/>
                </a:lnTo>
                <a:lnTo>
                  <a:pt x="17660" y="976"/>
                </a:lnTo>
                <a:lnTo>
                  <a:pt x="19616" y="1322"/>
                </a:lnTo>
                <a:lnTo>
                  <a:pt x="21600" y="1674"/>
                </a:lnTo>
                <a:lnTo>
                  <a:pt x="21600" y="6064"/>
                </a:lnTo>
                <a:lnTo>
                  <a:pt x="21600" y="10481"/>
                </a:lnTo>
                <a:lnTo>
                  <a:pt x="21600" y="14958"/>
                </a:lnTo>
                <a:lnTo>
                  <a:pt x="19462" y="15615"/>
                </a:lnTo>
                <a:lnTo>
                  <a:pt x="17320" y="16273"/>
                </a:lnTo>
                <a:lnTo>
                  <a:pt x="15179" y="16931"/>
                </a:lnTo>
                <a:lnTo>
                  <a:pt x="13034" y="17595"/>
                </a:lnTo>
                <a:lnTo>
                  <a:pt x="10880" y="18252"/>
                </a:lnTo>
                <a:lnTo>
                  <a:pt x="8723" y="18917"/>
                </a:lnTo>
                <a:lnTo>
                  <a:pt x="6557" y="19581"/>
                </a:lnTo>
                <a:lnTo>
                  <a:pt x="4382" y="20252"/>
                </a:lnTo>
                <a:lnTo>
                  <a:pt x="2197" y="20923"/>
                </a:lnTo>
                <a:lnTo>
                  <a:pt x="0" y="21600"/>
                </a:lnTo>
                <a:lnTo>
                  <a:pt x="611" y="17655"/>
                </a:lnTo>
                <a:lnTo>
                  <a:pt x="1225" y="13696"/>
                </a:lnTo>
                <a:lnTo>
                  <a:pt x="1839" y="9724"/>
                </a:lnTo>
                <a:lnTo>
                  <a:pt x="2459" y="5719"/>
                </a:lnTo>
                <a:lnTo>
                  <a:pt x="3086" y="1674"/>
                </a:lnTo>
                <a:close/>
              </a:path>
            </a:pathLst>
          </a:custGeom>
          <a:solidFill>
            <a:srgbClr val="2421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5" name="contour_13723"/>
          <p:cNvSpPr/>
          <p:nvPr/>
        </p:nvSpPr>
        <p:spPr>
          <a:xfrm>
            <a:off x="5119257" y="4613299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64" y="697"/>
                </a:lnTo>
                <a:lnTo>
                  <a:pt x="6002" y="1312"/>
                </a:lnTo>
                <a:lnTo>
                  <a:pt x="8280" y="1901"/>
                </a:lnTo>
                <a:lnTo>
                  <a:pt x="10164" y="2511"/>
                </a:lnTo>
                <a:lnTo>
                  <a:pt x="11719" y="3186"/>
                </a:lnTo>
                <a:lnTo>
                  <a:pt x="13010" y="3974"/>
                </a:lnTo>
                <a:lnTo>
                  <a:pt x="14102" y="4930"/>
                </a:lnTo>
                <a:lnTo>
                  <a:pt x="15065" y="6097"/>
                </a:lnTo>
                <a:lnTo>
                  <a:pt x="15958" y="7522"/>
                </a:lnTo>
                <a:lnTo>
                  <a:pt x="16853" y="9256"/>
                </a:lnTo>
                <a:lnTo>
                  <a:pt x="17810" y="11345"/>
                </a:lnTo>
                <a:lnTo>
                  <a:pt x="18900" y="13835"/>
                </a:lnTo>
                <a:lnTo>
                  <a:pt x="19298" y="14980"/>
                </a:lnTo>
                <a:lnTo>
                  <a:pt x="19997" y="16994"/>
                </a:lnTo>
                <a:lnTo>
                  <a:pt x="21600" y="21600"/>
                </a:lnTo>
                <a:lnTo>
                  <a:pt x="18084" y="20984"/>
                </a:lnTo>
                <a:lnTo>
                  <a:pt x="15139" y="20444"/>
                </a:lnTo>
                <a:lnTo>
                  <a:pt x="12701" y="19953"/>
                </a:lnTo>
                <a:lnTo>
                  <a:pt x="10699" y="19472"/>
                </a:lnTo>
                <a:lnTo>
                  <a:pt x="9074" y="18976"/>
                </a:lnTo>
                <a:lnTo>
                  <a:pt x="7754" y="18430"/>
                </a:lnTo>
                <a:lnTo>
                  <a:pt x="6679" y="17798"/>
                </a:lnTo>
                <a:lnTo>
                  <a:pt x="5779" y="17048"/>
                </a:lnTo>
                <a:lnTo>
                  <a:pt x="4987" y="16151"/>
                </a:lnTo>
                <a:lnTo>
                  <a:pt x="4241" y="15071"/>
                </a:lnTo>
                <a:lnTo>
                  <a:pt x="3473" y="13775"/>
                </a:lnTo>
                <a:lnTo>
                  <a:pt x="2616" y="12236"/>
                </a:lnTo>
                <a:lnTo>
                  <a:pt x="1862" y="9531"/>
                </a:lnTo>
                <a:lnTo>
                  <a:pt x="1339" y="7355"/>
                </a:lnTo>
                <a:lnTo>
                  <a:pt x="799" y="4558"/>
                </a:lnTo>
                <a:lnTo>
                  <a:pt x="0" y="0"/>
                </a:lnTo>
                <a:close/>
              </a:path>
            </a:pathLst>
          </a:custGeom>
          <a:solidFill>
            <a:srgbClr val="8E88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6" name="contour_13724"/>
          <p:cNvSpPr/>
          <p:nvPr/>
        </p:nvSpPr>
        <p:spPr>
          <a:xfrm>
            <a:off x="6948543" y="4569571"/>
            <a:ext cx="72880" cy="372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6" y="583"/>
                </a:lnTo>
                <a:lnTo>
                  <a:pt x="1426" y="1609"/>
                </a:lnTo>
                <a:lnTo>
                  <a:pt x="3510" y="3962"/>
                </a:lnTo>
                <a:lnTo>
                  <a:pt x="4841" y="5204"/>
                </a:lnTo>
                <a:lnTo>
                  <a:pt x="6182" y="6306"/>
                </a:lnTo>
                <a:lnTo>
                  <a:pt x="7532" y="7282"/>
                </a:lnTo>
                <a:lnTo>
                  <a:pt x="8891" y="8139"/>
                </a:lnTo>
                <a:lnTo>
                  <a:pt x="10260" y="8895"/>
                </a:lnTo>
                <a:lnTo>
                  <a:pt x="11640" y="9562"/>
                </a:lnTo>
                <a:lnTo>
                  <a:pt x="13031" y="10150"/>
                </a:lnTo>
                <a:lnTo>
                  <a:pt x="14431" y="10665"/>
                </a:lnTo>
                <a:lnTo>
                  <a:pt x="15844" y="11129"/>
                </a:lnTo>
                <a:lnTo>
                  <a:pt x="17265" y="11552"/>
                </a:lnTo>
                <a:lnTo>
                  <a:pt x="18699" y="11940"/>
                </a:lnTo>
                <a:lnTo>
                  <a:pt x="20144" y="12308"/>
                </a:lnTo>
                <a:lnTo>
                  <a:pt x="21600" y="12671"/>
                </a:lnTo>
                <a:lnTo>
                  <a:pt x="21600" y="14766"/>
                </a:lnTo>
                <a:lnTo>
                  <a:pt x="21600" y="16895"/>
                </a:lnTo>
                <a:lnTo>
                  <a:pt x="18887" y="18356"/>
                </a:lnTo>
                <a:lnTo>
                  <a:pt x="16645" y="19535"/>
                </a:lnTo>
                <a:lnTo>
                  <a:pt x="14800" y="20443"/>
                </a:lnTo>
                <a:lnTo>
                  <a:pt x="13282" y="21080"/>
                </a:lnTo>
                <a:lnTo>
                  <a:pt x="12020" y="21465"/>
                </a:lnTo>
                <a:lnTo>
                  <a:pt x="10945" y="21600"/>
                </a:lnTo>
                <a:lnTo>
                  <a:pt x="9981" y="21494"/>
                </a:lnTo>
                <a:lnTo>
                  <a:pt x="9063" y="21161"/>
                </a:lnTo>
                <a:lnTo>
                  <a:pt x="8117" y="20607"/>
                </a:lnTo>
                <a:lnTo>
                  <a:pt x="7072" y="19843"/>
                </a:lnTo>
                <a:lnTo>
                  <a:pt x="5856" y="18876"/>
                </a:lnTo>
                <a:lnTo>
                  <a:pt x="4739" y="17288"/>
                </a:lnTo>
                <a:lnTo>
                  <a:pt x="3691" y="15721"/>
                </a:lnTo>
                <a:lnTo>
                  <a:pt x="2702" y="14116"/>
                </a:lnTo>
                <a:lnTo>
                  <a:pt x="1763" y="12409"/>
                </a:lnTo>
                <a:lnTo>
                  <a:pt x="866" y="10542"/>
                </a:lnTo>
                <a:lnTo>
                  <a:pt x="0" y="8447"/>
                </a:lnTo>
                <a:lnTo>
                  <a:pt x="0" y="5656"/>
                </a:lnTo>
                <a:lnTo>
                  <a:pt x="0" y="2847"/>
                </a:lnTo>
                <a:lnTo>
                  <a:pt x="0" y="0"/>
                </a:lnTo>
                <a:close/>
              </a:path>
            </a:pathLst>
          </a:custGeom>
          <a:solidFill>
            <a:srgbClr val="9E9F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7" name="contour_13725"/>
          <p:cNvSpPr/>
          <p:nvPr/>
        </p:nvSpPr>
        <p:spPr>
          <a:xfrm>
            <a:off x="5039089" y="4576859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426" y="554"/>
                </a:lnTo>
                <a:lnTo>
                  <a:pt x="4088" y="1058"/>
                </a:lnTo>
                <a:lnTo>
                  <a:pt x="4749" y="1562"/>
                </a:lnTo>
                <a:lnTo>
                  <a:pt x="5478" y="2117"/>
                </a:lnTo>
                <a:lnTo>
                  <a:pt x="6342" y="2776"/>
                </a:lnTo>
                <a:lnTo>
                  <a:pt x="7401" y="3582"/>
                </a:lnTo>
                <a:lnTo>
                  <a:pt x="8726" y="4590"/>
                </a:lnTo>
                <a:lnTo>
                  <a:pt x="10379" y="5850"/>
                </a:lnTo>
                <a:lnTo>
                  <a:pt x="12428" y="7412"/>
                </a:lnTo>
                <a:lnTo>
                  <a:pt x="14936" y="9324"/>
                </a:lnTo>
                <a:lnTo>
                  <a:pt x="17971" y="11635"/>
                </a:lnTo>
                <a:lnTo>
                  <a:pt x="21600" y="14400"/>
                </a:lnTo>
                <a:lnTo>
                  <a:pt x="20930" y="16182"/>
                </a:lnTo>
                <a:lnTo>
                  <a:pt x="20261" y="17971"/>
                </a:lnTo>
                <a:lnTo>
                  <a:pt x="19583" y="19775"/>
                </a:lnTo>
                <a:lnTo>
                  <a:pt x="18900" y="21600"/>
                </a:lnTo>
                <a:lnTo>
                  <a:pt x="17199" y="20628"/>
                </a:lnTo>
                <a:lnTo>
                  <a:pt x="15498" y="19656"/>
                </a:lnTo>
                <a:lnTo>
                  <a:pt x="13794" y="18680"/>
                </a:lnTo>
                <a:lnTo>
                  <a:pt x="12088" y="17708"/>
                </a:lnTo>
                <a:lnTo>
                  <a:pt x="10376" y="16729"/>
                </a:lnTo>
                <a:lnTo>
                  <a:pt x="8664" y="15750"/>
                </a:lnTo>
                <a:lnTo>
                  <a:pt x="6944" y="14767"/>
                </a:lnTo>
                <a:lnTo>
                  <a:pt x="5219" y="13781"/>
                </a:lnTo>
                <a:lnTo>
                  <a:pt x="3488" y="12794"/>
                </a:lnTo>
                <a:lnTo>
                  <a:pt x="1747" y="11797"/>
                </a:lnTo>
                <a:lnTo>
                  <a:pt x="0" y="10800"/>
                </a:lnTo>
                <a:lnTo>
                  <a:pt x="535" y="8662"/>
                </a:lnTo>
                <a:lnTo>
                  <a:pt x="1072" y="6516"/>
                </a:lnTo>
                <a:lnTo>
                  <a:pt x="1609" y="4363"/>
                </a:lnTo>
                <a:lnTo>
                  <a:pt x="2152" y="2192"/>
                </a:lnTo>
                <a:lnTo>
                  <a:pt x="2700" y="0"/>
                </a:lnTo>
                <a:close/>
              </a:path>
            </a:pathLst>
          </a:custGeom>
          <a:solidFill>
            <a:srgbClr val="7B70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8" name="contour_13726"/>
          <p:cNvSpPr/>
          <p:nvPr/>
        </p:nvSpPr>
        <p:spPr>
          <a:xfrm>
            <a:off x="4995361" y="4569571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57" y="1861"/>
                </a:lnTo>
                <a:lnTo>
                  <a:pt x="20230" y="3229"/>
                </a:lnTo>
                <a:lnTo>
                  <a:pt x="20813" y="4784"/>
                </a:lnTo>
                <a:lnTo>
                  <a:pt x="21600" y="7200"/>
                </a:lnTo>
                <a:lnTo>
                  <a:pt x="20702" y="9677"/>
                </a:lnTo>
                <a:lnTo>
                  <a:pt x="19671" y="11984"/>
                </a:lnTo>
                <a:lnTo>
                  <a:pt x="18502" y="14144"/>
                </a:lnTo>
                <a:lnTo>
                  <a:pt x="17187" y="16168"/>
                </a:lnTo>
                <a:lnTo>
                  <a:pt x="15728" y="18076"/>
                </a:lnTo>
                <a:lnTo>
                  <a:pt x="14114" y="19879"/>
                </a:lnTo>
                <a:lnTo>
                  <a:pt x="12343" y="21600"/>
                </a:lnTo>
                <a:lnTo>
                  <a:pt x="10044" y="21553"/>
                </a:lnTo>
                <a:lnTo>
                  <a:pt x="7992" y="21247"/>
                </a:lnTo>
                <a:lnTo>
                  <a:pt x="6073" y="20714"/>
                </a:lnTo>
                <a:lnTo>
                  <a:pt x="4178" y="19973"/>
                </a:lnTo>
                <a:lnTo>
                  <a:pt x="2191" y="19062"/>
                </a:lnTo>
                <a:lnTo>
                  <a:pt x="0" y="18000"/>
                </a:lnTo>
                <a:lnTo>
                  <a:pt x="2040" y="18000"/>
                </a:lnTo>
                <a:lnTo>
                  <a:pt x="4092" y="18000"/>
                </a:lnTo>
                <a:lnTo>
                  <a:pt x="6171" y="18000"/>
                </a:lnTo>
                <a:lnTo>
                  <a:pt x="6171" y="15620"/>
                </a:lnTo>
                <a:lnTo>
                  <a:pt x="6171" y="13226"/>
                </a:lnTo>
                <a:lnTo>
                  <a:pt x="6171" y="10800"/>
                </a:lnTo>
                <a:lnTo>
                  <a:pt x="8211" y="10800"/>
                </a:lnTo>
                <a:lnTo>
                  <a:pt x="10263" y="10800"/>
                </a:lnTo>
                <a:lnTo>
                  <a:pt x="12343" y="10800"/>
                </a:lnTo>
                <a:lnTo>
                  <a:pt x="12343" y="8420"/>
                </a:lnTo>
                <a:lnTo>
                  <a:pt x="12343" y="6026"/>
                </a:lnTo>
                <a:lnTo>
                  <a:pt x="12343" y="3600"/>
                </a:lnTo>
                <a:lnTo>
                  <a:pt x="14176" y="2279"/>
                </a:lnTo>
                <a:lnTo>
                  <a:pt x="15429" y="1462"/>
                </a:lnTo>
                <a:lnTo>
                  <a:pt x="16681" y="817"/>
                </a:lnTo>
                <a:lnTo>
                  <a:pt x="18514" y="0"/>
                </a:lnTo>
                <a:close/>
              </a:path>
            </a:pathLst>
          </a:custGeom>
          <a:solidFill>
            <a:srgbClr val="5756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29" name="contour_13727"/>
          <p:cNvSpPr/>
          <p:nvPr/>
        </p:nvSpPr>
        <p:spPr>
          <a:xfrm>
            <a:off x="1919828" y="4567151"/>
            <a:ext cx="51016" cy="388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79" y="65"/>
                </a:lnTo>
                <a:lnTo>
                  <a:pt x="13910" y="186"/>
                </a:lnTo>
                <a:lnTo>
                  <a:pt x="15830" y="369"/>
                </a:lnTo>
                <a:lnTo>
                  <a:pt x="17743" y="620"/>
                </a:lnTo>
                <a:lnTo>
                  <a:pt x="19665" y="944"/>
                </a:lnTo>
                <a:lnTo>
                  <a:pt x="21600" y="1345"/>
                </a:lnTo>
                <a:lnTo>
                  <a:pt x="21600" y="4023"/>
                </a:lnTo>
                <a:lnTo>
                  <a:pt x="21600" y="6717"/>
                </a:lnTo>
                <a:lnTo>
                  <a:pt x="21600" y="9447"/>
                </a:lnTo>
                <a:lnTo>
                  <a:pt x="19801" y="10727"/>
                </a:lnTo>
                <a:lnTo>
                  <a:pt x="18039" y="11910"/>
                </a:lnTo>
                <a:lnTo>
                  <a:pt x="16283" y="13016"/>
                </a:lnTo>
                <a:lnTo>
                  <a:pt x="14509" y="14061"/>
                </a:lnTo>
                <a:lnTo>
                  <a:pt x="12692" y="15058"/>
                </a:lnTo>
                <a:lnTo>
                  <a:pt x="10800" y="16030"/>
                </a:lnTo>
                <a:lnTo>
                  <a:pt x="9251" y="16844"/>
                </a:lnTo>
                <a:lnTo>
                  <a:pt x="7677" y="17675"/>
                </a:lnTo>
                <a:lnTo>
                  <a:pt x="5764" y="18671"/>
                </a:lnTo>
                <a:lnTo>
                  <a:pt x="3845" y="19656"/>
                </a:lnTo>
                <a:lnTo>
                  <a:pt x="1922" y="20632"/>
                </a:lnTo>
                <a:lnTo>
                  <a:pt x="0" y="21600"/>
                </a:lnTo>
                <a:lnTo>
                  <a:pt x="1058" y="15844"/>
                </a:lnTo>
                <a:lnTo>
                  <a:pt x="1938" y="11343"/>
                </a:lnTo>
                <a:lnTo>
                  <a:pt x="2722" y="7916"/>
                </a:lnTo>
                <a:lnTo>
                  <a:pt x="3490" y="5388"/>
                </a:lnTo>
                <a:lnTo>
                  <a:pt x="4329" y="3581"/>
                </a:lnTo>
                <a:lnTo>
                  <a:pt x="5317" y="2313"/>
                </a:lnTo>
                <a:lnTo>
                  <a:pt x="6542" y="1414"/>
                </a:lnTo>
                <a:lnTo>
                  <a:pt x="8078" y="705"/>
                </a:lnTo>
                <a:lnTo>
                  <a:pt x="10016" y="0"/>
                </a:lnTo>
                <a:close/>
              </a:path>
            </a:pathLst>
          </a:custGeom>
          <a:solidFill>
            <a:srgbClr val="3534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0" name="contour_13728"/>
          <p:cNvSpPr/>
          <p:nvPr/>
        </p:nvSpPr>
        <p:spPr>
          <a:xfrm>
            <a:off x="1985420" y="4562283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956" y="1527"/>
                </a:lnTo>
                <a:lnTo>
                  <a:pt x="18493" y="3061"/>
                </a:lnTo>
                <a:lnTo>
                  <a:pt x="20036" y="4607"/>
                </a:lnTo>
                <a:lnTo>
                  <a:pt x="21600" y="6171"/>
                </a:lnTo>
                <a:lnTo>
                  <a:pt x="19526" y="9541"/>
                </a:lnTo>
                <a:lnTo>
                  <a:pt x="17863" y="12185"/>
                </a:lnTo>
                <a:lnTo>
                  <a:pt x="16505" y="14222"/>
                </a:lnTo>
                <a:lnTo>
                  <a:pt x="15351" y="15762"/>
                </a:lnTo>
                <a:lnTo>
                  <a:pt x="14296" y="16922"/>
                </a:lnTo>
                <a:lnTo>
                  <a:pt x="13235" y="17811"/>
                </a:lnTo>
                <a:lnTo>
                  <a:pt x="12062" y="18548"/>
                </a:lnTo>
                <a:lnTo>
                  <a:pt x="10680" y="19249"/>
                </a:lnTo>
                <a:lnTo>
                  <a:pt x="8979" y="20020"/>
                </a:lnTo>
                <a:lnTo>
                  <a:pt x="7282" y="20421"/>
                </a:lnTo>
                <a:lnTo>
                  <a:pt x="5965" y="20702"/>
                </a:lnTo>
                <a:lnTo>
                  <a:pt x="4601" y="20943"/>
                </a:lnTo>
                <a:lnTo>
                  <a:pt x="2756" y="21217"/>
                </a:lnTo>
                <a:lnTo>
                  <a:pt x="0" y="21600"/>
                </a:lnTo>
                <a:lnTo>
                  <a:pt x="938" y="19563"/>
                </a:lnTo>
                <a:lnTo>
                  <a:pt x="1885" y="17629"/>
                </a:lnTo>
                <a:lnTo>
                  <a:pt x="2848" y="15787"/>
                </a:lnTo>
                <a:lnTo>
                  <a:pt x="3836" y="14025"/>
                </a:lnTo>
                <a:lnTo>
                  <a:pt x="4860" y="12334"/>
                </a:lnTo>
                <a:lnTo>
                  <a:pt x="5928" y="10704"/>
                </a:lnTo>
                <a:lnTo>
                  <a:pt x="7048" y="9118"/>
                </a:lnTo>
                <a:lnTo>
                  <a:pt x="8233" y="7572"/>
                </a:lnTo>
                <a:lnTo>
                  <a:pt x="9492" y="6051"/>
                </a:lnTo>
                <a:lnTo>
                  <a:pt x="10831" y="4542"/>
                </a:lnTo>
                <a:lnTo>
                  <a:pt x="12260" y="3039"/>
                </a:lnTo>
                <a:lnTo>
                  <a:pt x="13790" y="1531"/>
                </a:lnTo>
                <a:lnTo>
                  <a:pt x="15429" y="0"/>
                </a:lnTo>
                <a:close/>
              </a:path>
            </a:pathLst>
          </a:custGeom>
          <a:solidFill>
            <a:srgbClr val="34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1" name="contour_13729"/>
          <p:cNvSpPr/>
          <p:nvPr/>
        </p:nvSpPr>
        <p:spPr>
          <a:xfrm>
            <a:off x="4208258" y="4554995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962" y="2287"/>
                </a:lnTo>
                <a:lnTo>
                  <a:pt x="10420" y="3904"/>
                </a:lnTo>
                <a:lnTo>
                  <a:pt x="11949" y="5073"/>
                </a:lnTo>
                <a:lnTo>
                  <a:pt x="12800" y="6029"/>
                </a:lnTo>
                <a:lnTo>
                  <a:pt x="13232" y="6993"/>
                </a:lnTo>
                <a:lnTo>
                  <a:pt x="13500" y="8194"/>
                </a:lnTo>
                <a:lnTo>
                  <a:pt x="13232" y="9571"/>
                </a:lnTo>
                <a:lnTo>
                  <a:pt x="12960" y="10967"/>
                </a:lnTo>
                <a:lnTo>
                  <a:pt x="12960" y="12695"/>
                </a:lnTo>
                <a:lnTo>
                  <a:pt x="12960" y="14437"/>
                </a:lnTo>
                <a:lnTo>
                  <a:pt x="12960" y="16200"/>
                </a:lnTo>
                <a:lnTo>
                  <a:pt x="15098" y="16870"/>
                </a:lnTo>
                <a:lnTo>
                  <a:pt x="17245" y="17539"/>
                </a:lnTo>
                <a:lnTo>
                  <a:pt x="19410" y="18217"/>
                </a:lnTo>
                <a:lnTo>
                  <a:pt x="21600" y="18900"/>
                </a:lnTo>
                <a:lnTo>
                  <a:pt x="18926" y="19235"/>
                </a:lnTo>
                <a:lnTo>
                  <a:pt x="16252" y="19570"/>
                </a:lnTo>
                <a:lnTo>
                  <a:pt x="13569" y="19904"/>
                </a:lnTo>
                <a:lnTo>
                  <a:pt x="10882" y="20239"/>
                </a:lnTo>
                <a:lnTo>
                  <a:pt x="8182" y="20577"/>
                </a:lnTo>
                <a:lnTo>
                  <a:pt x="5469" y="20917"/>
                </a:lnTo>
                <a:lnTo>
                  <a:pt x="2743" y="21257"/>
                </a:lnTo>
                <a:lnTo>
                  <a:pt x="0" y="21600"/>
                </a:lnTo>
                <a:lnTo>
                  <a:pt x="359" y="19818"/>
                </a:lnTo>
                <a:lnTo>
                  <a:pt x="713" y="18036"/>
                </a:lnTo>
                <a:lnTo>
                  <a:pt x="1071" y="16251"/>
                </a:lnTo>
                <a:lnTo>
                  <a:pt x="1426" y="14464"/>
                </a:lnTo>
                <a:lnTo>
                  <a:pt x="1784" y="12674"/>
                </a:lnTo>
                <a:lnTo>
                  <a:pt x="2143" y="10881"/>
                </a:lnTo>
                <a:lnTo>
                  <a:pt x="2501" y="9083"/>
                </a:lnTo>
                <a:lnTo>
                  <a:pt x="2864" y="7279"/>
                </a:lnTo>
                <a:lnTo>
                  <a:pt x="3227" y="5470"/>
                </a:lnTo>
                <a:lnTo>
                  <a:pt x="3590" y="3656"/>
                </a:lnTo>
                <a:lnTo>
                  <a:pt x="3953" y="1831"/>
                </a:lnTo>
                <a:lnTo>
                  <a:pt x="4320" y="0"/>
                </a:lnTo>
                <a:close/>
              </a:path>
            </a:pathLst>
          </a:custGeom>
          <a:solidFill>
            <a:srgbClr val="735F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2" name="contour_13730"/>
          <p:cNvSpPr/>
          <p:nvPr/>
        </p:nvSpPr>
        <p:spPr>
          <a:xfrm>
            <a:off x="9732555" y="4554995"/>
            <a:ext cx="80168" cy="37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36" y="0"/>
                </a:moveTo>
                <a:lnTo>
                  <a:pt x="20324" y="2244"/>
                </a:lnTo>
                <a:lnTo>
                  <a:pt x="20758" y="3864"/>
                </a:lnTo>
                <a:lnTo>
                  <a:pt x="21121" y="5647"/>
                </a:lnTo>
                <a:lnTo>
                  <a:pt x="21600" y="8372"/>
                </a:lnTo>
                <a:lnTo>
                  <a:pt x="20744" y="10926"/>
                </a:lnTo>
                <a:lnTo>
                  <a:pt x="19784" y="13144"/>
                </a:lnTo>
                <a:lnTo>
                  <a:pt x="18729" y="15078"/>
                </a:lnTo>
                <a:lnTo>
                  <a:pt x="17588" y="16773"/>
                </a:lnTo>
                <a:lnTo>
                  <a:pt x="16371" y="18280"/>
                </a:lnTo>
                <a:lnTo>
                  <a:pt x="15087" y="19649"/>
                </a:lnTo>
                <a:lnTo>
                  <a:pt x="13745" y="20930"/>
                </a:lnTo>
                <a:lnTo>
                  <a:pt x="12361" y="21202"/>
                </a:lnTo>
                <a:lnTo>
                  <a:pt x="10983" y="21399"/>
                </a:lnTo>
                <a:lnTo>
                  <a:pt x="9612" y="21529"/>
                </a:lnTo>
                <a:lnTo>
                  <a:pt x="8241" y="21592"/>
                </a:lnTo>
                <a:lnTo>
                  <a:pt x="6875" y="21600"/>
                </a:lnTo>
                <a:lnTo>
                  <a:pt x="5508" y="21550"/>
                </a:lnTo>
                <a:lnTo>
                  <a:pt x="4137" y="21458"/>
                </a:lnTo>
                <a:lnTo>
                  <a:pt x="2765" y="21315"/>
                </a:lnTo>
                <a:lnTo>
                  <a:pt x="1386" y="21140"/>
                </a:lnTo>
                <a:lnTo>
                  <a:pt x="0" y="20930"/>
                </a:lnTo>
                <a:lnTo>
                  <a:pt x="0" y="18854"/>
                </a:lnTo>
                <a:lnTo>
                  <a:pt x="0" y="16744"/>
                </a:lnTo>
                <a:lnTo>
                  <a:pt x="1245" y="16966"/>
                </a:lnTo>
                <a:lnTo>
                  <a:pt x="2508" y="17184"/>
                </a:lnTo>
                <a:lnTo>
                  <a:pt x="3857" y="17313"/>
                </a:lnTo>
                <a:lnTo>
                  <a:pt x="5184" y="17410"/>
                </a:lnTo>
                <a:lnTo>
                  <a:pt x="6500" y="17447"/>
                </a:lnTo>
                <a:lnTo>
                  <a:pt x="7809" y="17418"/>
                </a:lnTo>
                <a:lnTo>
                  <a:pt x="9121" y="17301"/>
                </a:lnTo>
                <a:lnTo>
                  <a:pt x="10443" y="17083"/>
                </a:lnTo>
                <a:lnTo>
                  <a:pt x="11782" y="16744"/>
                </a:lnTo>
                <a:lnTo>
                  <a:pt x="12446" y="13755"/>
                </a:lnTo>
                <a:lnTo>
                  <a:pt x="12879" y="11608"/>
                </a:lnTo>
                <a:lnTo>
                  <a:pt x="13178" y="9699"/>
                </a:lnTo>
                <a:lnTo>
                  <a:pt x="13435" y="7426"/>
                </a:lnTo>
                <a:lnTo>
                  <a:pt x="13745" y="4186"/>
                </a:lnTo>
                <a:lnTo>
                  <a:pt x="15265" y="2771"/>
                </a:lnTo>
                <a:lnTo>
                  <a:pt x="16332" y="1846"/>
                </a:lnTo>
                <a:lnTo>
                  <a:pt x="17227" y="1210"/>
                </a:lnTo>
                <a:lnTo>
                  <a:pt x="18234" y="661"/>
                </a:lnTo>
                <a:lnTo>
                  <a:pt x="19636" y="0"/>
                </a:lnTo>
                <a:close/>
              </a:path>
            </a:pathLst>
          </a:custGeom>
          <a:solidFill>
            <a:srgbClr val="E2E4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3" name="contour_13731"/>
          <p:cNvSpPr/>
          <p:nvPr/>
        </p:nvSpPr>
        <p:spPr>
          <a:xfrm>
            <a:off x="855782" y="4569571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462" y="15113"/>
                </a:lnTo>
                <a:lnTo>
                  <a:pt x="17320" y="15826"/>
                </a:lnTo>
                <a:lnTo>
                  <a:pt x="15179" y="16538"/>
                </a:lnTo>
                <a:lnTo>
                  <a:pt x="13034" y="17258"/>
                </a:lnTo>
                <a:lnTo>
                  <a:pt x="10880" y="17971"/>
                </a:lnTo>
                <a:lnTo>
                  <a:pt x="8723" y="18691"/>
                </a:lnTo>
                <a:lnTo>
                  <a:pt x="6557" y="19411"/>
                </a:lnTo>
                <a:lnTo>
                  <a:pt x="4382" y="20138"/>
                </a:lnTo>
                <a:lnTo>
                  <a:pt x="2197" y="208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626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4" name="contour_13732"/>
          <p:cNvSpPr/>
          <p:nvPr/>
        </p:nvSpPr>
        <p:spPr>
          <a:xfrm>
            <a:off x="8267669" y="454770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792" y="16907"/>
                </a:lnTo>
                <a:lnTo>
                  <a:pt x="17980" y="17593"/>
                </a:lnTo>
                <a:lnTo>
                  <a:pt x="16166" y="18268"/>
                </a:lnTo>
                <a:lnTo>
                  <a:pt x="14352" y="18927"/>
                </a:lnTo>
                <a:lnTo>
                  <a:pt x="12534" y="19575"/>
                </a:lnTo>
                <a:lnTo>
                  <a:pt x="10849" y="20201"/>
                </a:lnTo>
                <a:lnTo>
                  <a:pt x="9155" y="20833"/>
                </a:lnTo>
                <a:lnTo>
                  <a:pt x="7437" y="21476"/>
                </a:lnTo>
                <a:lnTo>
                  <a:pt x="5277" y="21535"/>
                </a:lnTo>
                <a:lnTo>
                  <a:pt x="3086" y="21600"/>
                </a:lnTo>
                <a:lnTo>
                  <a:pt x="1839" y="18463"/>
                </a:lnTo>
                <a:lnTo>
                  <a:pt x="1102" y="16292"/>
                </a:lnTo>
                <a:lnTo>
                  <a:pt x="583" y="14078"/>
                </a:lnTo>
                <a:lnTo>
                  <a:pt x="0" y="10800"/>
                </a:lnTo>
                <a:lnTo>
                  <a:pt x="1830" y="9439"/>
                </a:lnTo>
                <a:lnTo>
                  <a:pt x="3660" y="8084"/>
                </a:lnTo>
                <a:lnTo>
                  <a:pt x="5493" y="6739"/>
                </a:lnTo>
                <a:lnTo>
                  <a:pt x="7329" y="5400"/>
                </a:lnTo>
                <a:lnTo>
                  <a:pt x="8689" y="4396"/>
                </a:lnTo>
                <a:lnTo>
                  <a:pt x="10063" y="3386"/>
                </a:lnTo>
                <a:lnTo>
                  <a:pt x="11451" y="2365"/>
                </a:lnTo>
                <a:lnTo>
                  <a:pt x="13441" y="1210"/>
                </a:lnTo>
                <a:lnTo>
                  <a:pt x="14966" y="513"/>
                </a:lnTo>
                <a:lnTo>
                  <a:pt x="16509" y="151"/>
                </a:lnTo>
                <a:lnTo>
                  <a:pt x="18557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4D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5" name="contour_13733"/>
          <p:cNvSpPr/>
          <p:nvPr/>
        </p:nvSpPr>
        <p:spPr>
          <a:xfrm>
            <a:off x="2065588" y="4554995"/>
            <a:ext cx="58304" cy="280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82" y="674"/>
                </a:lnTo>
                <a:lnTo>
                  <a:pt x="4080" y="1392"/>
                </a:lnTo>
                <a:lnTo>
                  <a:pt x="6005" y="2184"/>
                </a:lnTo>
                <a:lnTo>
                  <a:pt x="7868" y="3066"/>
                </a:lnTo>
                <a:lnTo>
                  <a:pt x="9674" y="4071"/>
                </a:lnTo>
                <a:lnTo>
                  <a:pt x="11437" y="5233"/>
                </a:lnTo>
                <a:lnTo>
                  <a:pt x="13165" y="6564"/>
                </a:lnTo>
                <a:lnTo>
                  <a:pt x="14866" y="8102"/>
                </a:lnTo>
                <a:lnTo>
                  <a:pt x="16551" y="9876"/>
                </a:lnTo>
                <a:lnTo>
                  <a:pt x="18228" y="11903"/>
                </a:lnTo>
                <a:lnTo>
                  <a:pt x="19907" y="14217"/>
                </a:lnTo>
                <a:lnTo>
                  <a:pt x="21600" y="16844"/>
                </a:lnTo>
                <a:lnTo>
                  <a:pt x="19510" y="18366"/>
                </a:lnTo>
                <a:lnTo>
                  <a:pt x="17577" y="19646"/>
                </a:lnTo>
                <a:lnTo>
                  <a:pt x="15752" y="20651"/>
                </a:lnTo>
                <a:lnTo>
                  <a:pt x="13997" y="21319"/>
                </a:lnTo>
                <a:lnTo>
                  <a:pt x="12263" y="21600"/>
                </a:lnTo>
                <a:lnTo>
                  <a:pt x="10514" y="21454"/>
                </a:lnTo>
                <a:lnTo>
                  <a:pt x="8705" y="20820"/>
                </a:lnTo>
                <a:lnTo>
                  <a:pt x="6788" y="19652"/>
                </a:lnTo>
                <a:lnTo>
                  <a:pt x="4725" y="17900"/>
                </a:lnTo>
                <a:lnTo>
                  <a:pt x="2722" y="15704"/>
                </a:lnTo>
                <a:lnTo>
                  <a:pt x="1496" y="13975"/>
                </a:lnTo>
                <a:lnTo>
                  <a:pt x="0" y="11230"/>
                </a:lnTo>
                <a:lnTo>
                  <a:pt x="0" y="7518"/>
                </a:lnTo>
                <a:lnTo>
                  <a:pt x="0" y="3784"/>
                </a:lnTo>
                <a:lnTo>
                  <a:pt x="0" y="0"/>
                </a:lnTo>
                <a:close/>
              </a:path>
            </a:pathLst>
          </a:custGeom>
          <a:solidFill>
            <a:srgbClr val="E4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6" name="contour_13734"/>
          <p:cNvSpPr/>
          <p:nvPr/>
        </p:nvSpPr>
        <p:spPr>
          <a:xfrm>
            <a:off x="892222" y="453313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8031"/>
                </a:lnTo>
                <a:lnTo>
                  <a:pt x="10800" y="14440"/>
                </a:lnTo>
                <a:lnTo>
                  <a:pt x="10800" y="10800"/>
                </a:lnTo>
                <a:lnTo>
                  <a:pt x="8662" y="11869"/>
                </a:lnTo>
                <a:lnTo>
                  <a:pt x="6516" y="12944"/>
                </a:lnTo>
                <a:lnTo>
                  <a:pt x="4363" y="14018"/>
                </a:lnTo>
                <a:lnTo>
                  <a:pt x="2192" y="15104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A39F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7" name="contour_13735"/>
          <p:cNvSpPr/>
          <p:nvPr/>
        </p:nvSpPr>
        <p:spPr>
          <a:xfrm>
            <a:off x="10701858" y="453313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28" y="652"/>
                </a:lnTo>
                <a:lnTo>
                  <a:pt x="6872" y="1175"/>
                </a:lnTo>
                <a:lnTo>
                  <a:pt x="8935" y="1680"/>
                </a:lnTo>
                <a:lnTo>
                  <a:pt x="10609" y="2294"/>
                </a:lnTo>
                <a:lnTo>
                  <a:pt x="12298" y="3132"/>
                </a:lnTo>
                <a:lnTo>
                  <a:pt x="14400" y="4320"/>
                </a:lnTo>
                <a:lnTo>
                  <a:pt x="15750" y="6640"/>
                </a:lnTo>
                <a:lnTo>
                  <a:pt x="16960" y="8999"/>
                </a:lnTo>
                <a:lnTo>
                  <a:pt x="18047" y="11396"/>
                </a:lnTo>
                <a:lnTo>
                  <a:pt x="19037" y="13850"/>
                </a:lnTo>
                <a:lnTo>
                  <a:pt x="19944" y="16364"/>
                </a:lnTo>
                <a:lnTo>
                  <a:pt x="20794" y="18943"/>
                </a:lnTo>
                <a:lnTo>
                  <a:pt x="21600" y="21600"/>
                </a:lnTo>
                <a:lnTo>
                  <a:pt x="19253" y="21371"/>
                </a:lnTo>
                <a:lnTo>
                  <a:pt x="16949" y="21099"/>
                </a:lnTo>
                <a:lnTo>
                  <a:pt x="14677" y="20758"/>
                </a:lnTo>
                <a:lnTo>
                  <a:pt x="12434" y="20326"/>
                </a:lnTo>
                <a:lnTo>
                  <a:pt x="10213" y="19781"/>
                </a:lnTo>
                <a:lnTo>
                  <a:pt x="8006" y="19107"/>
                </a:lnTo>
                <a:lnTo>
                  <a:pt x="5803" y="18282"/>
                </a:lnTo>
                <a:lnTo>
                  <a:pt x="3600" y="17280"/>
                </a:lnTo>
                <a:lnTo>
                  <a:pt x="2369" y="14416"/>
                </a:lnTo>
                <a:lnTo>
                  <a:pt x="1508" y="11707"/>
                </a:lnTo>
                <a:lnTo>
                  <a:pt x="929" y="9037"/>
                </a:lnTo>
                <a:lnTo>
                  <a:pt x="544" y="6277"/>
                </a:lnTo>
                <a:lnTo>
                  <a:pt x="263" y="3309"/>
                </a:lnTo>
                <a:lnTo>
                  <a:pt x="0" y="0"/>
                </a:lnTo>
                <a:close/>
              </a:path>
            </a:pathLst>
          </a:custGeom>
          <a:solidFill>
            <a:srgbClr val="E6EB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8" name="contour_13736"/>
          <p:cNvSpPr/>
          <p:nvPr/>
        </p:nvSpPr>
        <p:spPr>
          <a:xfrm>
            <a:off x="5541960" y="4531491"/>
            <a:ext cx="36440" cy="32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092"/>
                </a:moveTo>
                <a:lnTo>
                  <a:pt x="7318" y="349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33"/>
                </a:lnTo>
                <a:lnTo>
                  <a:pt x="18468" y="626"/>
                </a:lnTo>
                <a:lnTo>
                  <a:pt x="21600" y="1092"/>
                </a:lnTo>
                <a:lnTo>
                  <a:pt x="21298" y="4529"/>
                </a:lnTo>
                <a:lnTo>
                  <a:pt x="20904" y="7854"/>
                </a:lnTo>
                <a:lnTo>
                  <a:pt x="20369" y="11096"/>
                </a:lnTo>
                <a:lnTo>
                  <a:pt x="19626" y="14271"/>
                </a:lnTo>
                <a:lnTo>
                  <a:pt x="18615" y="17396"/>
                </a:lnTo>
                <a:lnTo>
                  <a:pt x="17280" y="20508"/>
                </a:lnTo>
                <a:lnTo>
                  <a:pt x="14282" y="21251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67"/>
                </a:lnTo>
                <a:lnTo>
                  <a:pt x="3132" y="20974"/>
                </a:lnTo>
                <a:lnTo>
                  <a:pt x="0" y="20508"/>
                </a:lnTo>
                <a:lnTo>
                  <a:pt x="302" y="17071"/>
                </a:lnTo>
                <a:lnTo>
                  <a:pt x="696" y="13746"/>
                </a:lnTo>
                <a:lnTo>
                  <a:pt x="1231" y="10504"/>
                </a:lnTo>
                <a:lnTo>
                  <a:pt x="1974" y="7329"/>
                </a:lnTo>
                <a:lnTo>
                  <a:pt x="2985" y="4204"/>
                </a:lnTo>
                <a:lnTo>
                  <a:pt x="4320" y="1092"/>
                </a:lnTo>
                <a:close/>
              </a:path>
            </a:pathLst>
          </a:custGeom>
          <a:solidFill>
            <a:srgbClr val="2728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39" name="contour_13737"/>
          <p:cNvSpPr/>
          <p:nvPr/>
        </p:nvSpPr>
        <p:spPr>
          <a:xfrm>
            <a:off x="4638249" y="453313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28" y="414"/>
                </a:lnTo>
                <a:lnTo>
                  <a:pt x="6872" y="767"/>
                </a:lnTo>
                <a:lnTo>
                  <a:pt x="8932" y="1163"/>
                </a:lnTo>
                <a:lnTo>
                  <a:pt x="10609" y="1699"/>
                </a:lnTo>
                <a:lnTo>
                  <a:pt x="12298" y="2480"/>
                </a:lnTo>
                <a:lnTo>
                  <a:pt x="14400" y="3600"/>
                </a:lnTo>
                <a:lnTo>
                  <a:pt x="15624" y="5749"/>
                </a:lnTo>
                <a:lnTo>
                  <a:pt x="16722" y="7920"/>
                </a:lnTo>
                <a:lnTo>
                  <a:pt x="17716" y="10116"/>
                </a:lnTo>
                <a:lnTo>
                  <a:pt x="18616" y="12341"/>
                </a:lnTo>
                <a:lnTo>
                  <a:pt x="19440" y="14598"/>
                </a:lnTo>
                <a:lnTo>
                  <a:pt x="20203" y="16891"/>
                </a:lnTo>
                <a:lnTo>
                  <a:pt x="20916" y="19224"/>
                </a:lnTo>
                <a:lnTo>
                  <a:pt x="21600" y="21600"/>
                </a:lnTo>
                <a:lnTo>
                  <a:pt x="19224" y="21006"/>
                </a:lnTo>
                <a:lnTo>
                  <a:pt x="16844" y="20412"/>
                </a:lnTo>
                <a:lnTo>
                  <a:pt x="14454" y="19814"/>
                </a:lnTo>
                <a:lnTo>
                  <a:pt x="12053" y="19213"/>
                </a:lnTo>
                <a:lnTo>
                  <a:pt x="9637" y="18608"/>
                </a:lnTo>
                <a:lnTo>
                  <a:pt x="7200" y="18000"/>
                </a:lnTo>
                <a:lnTo>
                  <a:pt x="8986" y="16214"/>
                </a:lnTo>
                <a:lnTo>
                  <a:pt x="10800" y="14400"/>
                </a:lnTo>
                <a:lnTo>
                  <a:pt x="9626" y="13291"/>
                </a:lnTo>
                <a:lnTo>
                  <a:pt x="8438" y="12164"/>
                </a:lnTo>
                <a:lnTo>
                  <a:pt x="6930" y="10703"/>
                </a:lnTo>
                <a:lnTo>
                  <a:pt x="5400" y="9223"/>
                </a:lnTo>
                <a:lnTo>
                  <a:pt x="3892" y="7780"/>
                </a:lnTo>
                <a:lnTo>
                  <a:pt x="2362" y="6314"/>
                </a:lnTo>
                <a:lnTo>
                  <a:pt x="698" y="4270"/>
                </a:lnTo>
                <a:lnTo>
                  <a:pt x="86" y="2635"/>
                </a:lnTo>
                <a:lnTo>
                  <a:pt x="0" y="0"/>
                </a:lnTo>
                <a:close/>
              </a:path>
            </a:pathLst>
          </a:custGeom>
          <a:solidFill>
            <a:srgbClr val="46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0" name="contour_13738"/>
          <p:cNvSpPr/>
          <p:nvPr/>
        </p:nvSpPr>
        <p:spPr>
          <a:xfrm>
            <a:off x="9674251" y="4518555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4518" y="2087"/>
                </a:lnTo>
                <a:lnTo>
                  <a:pt x="15530" y="4177"/>
                </a:lnTo>
                <a:lnTo>
                  <a:pt x="16540" y="6273"/>
                </a:lnTo>
                <a:lnTo>
                  <a:pt x="17550" y="8372"/>
                </a:lnTo>
                <a:lnTo>
                  <a:pt x="18681" y="10705"/>
                </a:lnTo>
                <a:lnTo>
                  <a:pt x="19829" y="13077"/>
                </a:lnTo>
                <a:lnTo>
                  <a:pt x="21076" y="16196"/>
                </a:lnTo>
                <a:lnTo>
                  <a:pt x="21535" y="18403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770" y="21440"/>
                </a:lnTo>
                <a:lnTo>
                  <a:pt x="2128" y="21164"/>
                </a:lnTo>
                <a:lnTo>
                  <a:pt x="5233" y="20520"/>
                </a:lnTo>
                <a:lnTo>
                  <a:pt x="6998" y="19833"/>
                </a:lnTo>
                <a:lnTo>
                  <a:pt x="8165" y="19267"/>
                </a:lnTo>
                <a:lnTo>
                  <a:pt x="9258" y="18516"/>
                </a:lnTo>
                <a:lnTo>
                  <a:pt x="10800" y="17280"/>
                </a:lnTo>
                <a:lnTo>
                  <a:pt x="11615" y="14420"/>
                </a:lnTo>
                <a:lnTo>
                  <a:pt x="12215" y="11668"/>
                </a:lnTo>
                <a:lnTo>
                  <a:pt x="12652" y="8938"/>
                </a:lnTo>
                <a:lnTo>
                  <a:pt x="12979" y="6139"/>
                </a:lnTo>
                <a:lnTo>
                  <a:pt x="13243" y="3192"/>
                </a:lnTo>
                <a:lnTo>
                  <a:pt x="13500" y="0"/>
                </a:lnTo>
                <a:close/>
              </a:path>
            </a:pathLst>
          </a:custGeom>
          <a:solidFill>
            <a:srgbClr val="F1EB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1" name="contour_13739"/>
          <p:cNvSpPr/>
          <p:nvPr/>
        </p:nvSpPr>
        <p:spPr>
          <a:xfrm>
            <a:off x="8346853" y="4511267"/>
            <a:ext cx="5200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9" y="0"/>
                </a:moveTo>
                <a:lnTo>
                  <a:pt x="2410" y="0"/>
                </a:lnTo>
                <a:lnTo>
                  <a:pt x="4423" y="0"/>
                </a:lnTo>
                <a:lnTo>
                  <a:pt x="6463" y="0"/>
                </a:lnTo>
                <a:lnTo>
                  <a:pt x="6463" y="2856"/>
                </a:lnTo>
                <a:lnTo>
                  <a:pt x="6463" y="5728"/>
                </a:lnTo>
                <a:lnTo>
                  <a:pt x="6463" y="8640"/>
                </a:lnTo>
                <a:lnTo>
                  <a:pt x="8443" y="9690"/>
                </a:lnTo>
                <a:lnTo>
                  <a:pt x="9893" y="10320"/>
                </a:lnTo>
                <a:lnTo>
                  <a:pt x="11519" y="10787"/>
                </a:lnTo>
                <a:lnTo>
                  <a:pt x="14032" y="11340"/>
                </a:lnTo>
                <a:lnTo>
                  <a:pt x="16145" y="11828"/>
                </a:lnTo>
                <a:lnTo>
                  <a:pt x="18288" y="12321"/>
                </a:lnTo>
                <a:lnTo>
                  <a:pt x="19932" y="12640"/>
                </a:lnTo>
                <a:lnTo>
                  <a:pt x="21600" y="12960"/>
                </a:lnTo>
                <a:lnTo>
                  <a:pt x="20849" y="15098"/>
                </a:lnTo>
                <a:lnTo>
                  <a:pt x="20098" y="17245"/>
                </a:lnTo>
                <a:lnTo>
                  <a:pt x="19339" y="19410"/>
                </a:lnTo>
                <a:lnTo>
                  <a:pt x="18573" y="21600"/>
                </a:lnTo>
                <a:lnTo>
                  <a:pt x="16750" y="20930"/>
                </a:lnTo>
                <a:lnTo>
                  <a:pt x="14931" y="20244"/>
                </a:lnTo>
                <a:lnTo>
                  <a:pt x="13114" y="19539"/>
                </a:lnTo>
                <a:lnTo>
                  <a:pt x="11301" y="18822"/>
                </a:lnTo>
                <a:lnTo>
                  <a:pt x="9491" y="18092"/>
                </a:lnTo>
                <a:lnTo>
                  <a:pt x="7801" y="17440"/>
                </a:lnTo>
                <a:lnTo>
                  <a:pt x="6103" y="16783"/>
                </a:lnTo>
                <a:lnTo>
                  <a:pt x="4381" y="16114"/>
                </a:lnTo>
                <a:lnTo>
                  <a:pt x="3796" y="15651"/>
                </a:lnTo>
                <a:lnTo>
                  <a:pt x="2767" y="14835"/>
                </a:lnTo>
                <a:lnTo>
                  <a:pt x="409" y="12960"/>
                </a:lnTo>
                <a:lnTo>
                  <a:pt x="136" y="9590"/>
                </a:lnTo>
                <a:lnTo>
                  <a:pt x="0" y="7236"/>
                </a:lnTo>
                <a:lnTo>
                  <a:pt x="0" y="5266"/>
                </a:lnTo>
                <a:lnTo>
                  <a:pt x="136" y="3059"/>
                </a:lnTo>
                <a:lnTo>
                  <a:pt x="409" y="0"/>
                </a:lnTo>
                <a:close/>
              </a:path>
            </a:pathLst>
          </a:custGeom>
          <a:solidFill>
            <a:srgbClr val="F5F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2" name="contour_13740"/>
          <p:cNvSpPr/>
          <p:nvPr/>
        </p:nvSpPr>
        <p:spPr>
          <a:xfrm>
            <a:off x="4309299" y="4504241"/>
            <a:ext cx="40419" cy="434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41" y="94"/>
                </a:moveTo>
                <a:lnTo>
                  <a:pt x="18726" y="2379"/>
                </a:lnTo>
                <a:lnTo>
                  <a:pt x="20062" y="4589"/>
                </a:lnTo>
                <a:lnTo>
                  <a:pt x="20926" y="6823"/>
                </a:lnTo>
                <a:lnTo>
                  <a:pt x="21413" y="9181"/>
                </a:lnTo>
                <a:lnTo>
                  <a:pt x="21600" y="11756"/>
                </a:lnTo>
                <a:lnTo>
                  <a:pt x="21573" y="14639"/>
                </a:lnTo>
                <a:lnTo>
                  <a:pt x="20303" y="17055"/>
                </a:lnTo>
                <a:lnTo>
                  <a:pt x="18765" y="18377"/>
                </a:lnTo>
                <a:lnTo>
                  <a:pt x="15637" y="19735"/>
                </a:lnTo>
                <a:lnTo>
                  <a:pt x="13121" y="20162"/>
                </a:lnTo>
                <a:lnTo>
                  <a:pt x="10617" y="20542"/>
                </a:lnTo>
                <a:lnTo>
                  <a:pt x="8113" y="20879"/>
                </a:lnTo>
                <a:lnTo>
                  <a:pt x="5604" y="21165"/>
                </a:lnTo>
                <a:lnTo>
                  <a:pt x="3077" y="21408"/>
                </a:lnTo>
                <a:lnTo>
                  <a:pt x="530" y="21600"/>
                </a:lnTo>
                <a:lnTo>
                  <a:pt x="171" y="18963"/>
                </a:lnTo>
                <a:lnTo>
                  <a:pt x="0" y="16533"/>
                </a:lnTo>
                <a:lnTo>
                  <a:pt x="101" y="14244"/>
                </a:lnTo>
                <a:lnTo>
                  <a:pt x="557" y="12021"/>
                </a:lnTo>
                <a:lnTo>
                  <a:pt x="1449" y="9782"/>
                </a:lnTo>
                <a:lnTo>
                  <a:pt x="2855" y="7464"/>
                </a:lnTo>
                <a:lnTo>
                  <a:pt x="6080" y="4230"/>
                </a:lnTo>
                <a:lnTo>
                  <a:pt x="8428" y="2068"/>
                </a:lnTo>
                <a:lnTo>
                  <a:pt x="10290" y="782"/>
                </a:lnTo>
                <a:lnTo>
                  <a:pt x="12054" y="159"/>
                </a:lnTo>
                <a:lnTo>
                  <a:pt x="14107" y="0"/>
                </a:lnTo>
                <a:lnTo>
                  <a:pt x="16841" y="94"/>
                </a:lnTo>
                <a:close/>
              </a:path>
            </a:pathLst>
          </a:custGeom>
          <a:solidFill>
            <a:srgbClr val="AE93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3" name="contour_13741"/>
          <p:cNvSpPr/>
          <p:nvPr/>
        </p:nvSpPr>
        <p:spPr>
          <a:xfrm>
            <a:off x="4171818" y="4525843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299"/>
                </a:lnTo>
                <a:lnTo>
                  <a:pt x="3564" y="594"/>
                </a:lnTo>
                <a:lnTo>
                  <a:pt x="5349" y="893"/>
                </a:lnTo>
                <a:lnTo>
                  <a:pt x="7136" y="1188"/>
                </a:lnTo>
                <a:lnTo>
                  <a:pt x="8926" y="1487"/>
                </a:lnTo>
                <a:lnTo>
                  <a:pt x="10719" y="1786"/>
                </a:lnTo>
                <a:lnTo>
                  <a:pt x="12517" y="2084"/>
                </a:lnTo>
                <a:lnTo>
                  <a:pt x="14321" y="2387"/>
                </a:lnTo>
                <a:lnTo>
                  <a:pt x="16130" y="2689"/>
                </a:lnTo>
                <a:lnTo>
                  <a:pt x="17944" y="2992"/>
                </a:lnTo>
                <a:lnTo>
                  <a:pt x="19769" y="3294"/>
                </a:lnTo>
                <a:lnTo>
                  <a:pt x="21600" y="3600"/>
                </a:lnTo>
                <a:lnTo>
                  <a:pt x="21600" y="6145"/>
                </a:lnTo>
                <a:lnTo>
                  <a:pt x="21600" y="8694"/>
                </a:lnTo>
                <a:lnTo>
                  <a:pt x="21600" y="11250"/>
                </a:lnTo>
                <a:lnTo>
                  <a:pt x="21600" y="13817"/>
                </a:lnTo>
                <a:lnTo>
                  <a:pt x="21600" y="16394"/>
                </a:lnTo>
                <a:lnTo>
                  <a:pt x="21600" y="18986"/>
                </a:lnTo>
                <a:lnTo>
                  <a:pt x="21600" y="21600"/>
                </a:lnTo>
                <a:lnTo>
                  <a:pt x="20930" y="19818"/>
                </a:lnTo>
                <a:lnTo>
                  <a:pt x="20261" y="18029"/>
                </a:lnTo>
                <a:lnTo>
                  <a:pt x="19583" y="16225"/>
                </a:lnTo>
                <a:lnTo>
                  <a:pt x="18900" y="14400"/>
                </a:lnTo>
                <a:lnTo>
                  <a:pt x="17115" y="14400"/>
                </a:lnTo>
                <a:lnTo>
                  <a:pt x="15320" y="14400"/>
                </a:lnTo>
                <a:lnTo>
                  <a:pt x="13500" y="14400"/>
                </a:lnTo>
                <a:lnTo>
                  <a:pt x="12798" y="12618"/>
                </a:lnTo>
                <a:lnTo>
                  <a:pt x="12115" y="10822"/>
                </a:lnTo>
                <a:lnTo>
                  <a:pt x="11451" y="9014"/>
                </a:lnTo>
                <a:lnTo>
                  <a:pt x="10800" y="7200"/>
                </a:lnTo>
                <a:lnTo>
                  <a:pt x="9234" y="5854"/>
                </a:lnTo>
                <a:lnTo>
                  <a:pt x="8135" y="4986"/>
                </a:lnTo>
                <a:lnTo>
                  <a:pt x="6974" y="4208"/>
                </a:lnTo>
                <a:lnTo>
                  <a:pt x="5233" y="3150"/>
                </a:lnTo>
                <a:lnTo>
                  <a:pt x="3505" y="2110"/>
                </a:lnTo>
                <a:lnTo>
                  <a:pt x="1763" y="1062"/>
                </a:lnTo>
                <a:lnTo>
                  <a:pt x="0" y="0"/>
                </a:lnTo>
                <a:close/>
              </a:path>
            </a:pathLst>
          </a:custGeom>
          <a:solidFill>
            <a:srgbClr val="685A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4" name="contour_13742"/>
          <p:cNvSpPr/>
          <p:nvPr/>
        </p:nvSpPr>
        <p:spPr>
          <a:xfrm>
            <a:off x="6853799" y="4516419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96"/>
                </a:moveTo>
                <a:lnTo>
                  <a:pt x="2646" y="722"/>
                </a:lnTo>
                <a:lnTo>
                  <a:pt x="5231" y="335"/>
                </a:lnTo>
                <a:lnTo>
                  <a:pt x="7772" y="82"/>
                </a:lnTo>
                <a:lnTo>
                  <a:pt x="10300" y="0"/>
                </a:lnTo>
                <a:lnTo>
                  <a:pt x="12830" y="131"/>
                </a:lnTo>
                <a:lnTo>
                  <a:pt x="15390" y="514"/>
                </a:lnTo>
                <a:lnTo>
                  <a:pt x="18000" y="1196"/>
                </a:lnTo>
                <a:lnTo>
                  <a:pt x="18979" y="3669"/>
                </a:lnTo>
                <a:lnTo>
                  <a:pt x="19750" y="6142"/>
                </a:lnTo>
                <a:lnTo>
                  <a:pt x="20347" y="8627"/>
                </a:lnTo>
                <a:lnTo>
                  <a:pt x="20794" y="11133"/>
                </a:lnTo>
                <a:lnTo>
                  <a:pt x="21114" y="13675"/>
                </a:lnTo>
                <a:lnTo>
                  <a:pt x="21341" y="16258"/>
                </a:lnTo>
                <a:lnTo>
                  <a:pt x="21492" y="18894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4400" y="18903"/>
                </a:lnTo>
                <a:lnTo>
                  <a:pt x="14400" y="16189"/>
                </a:lnTo>
                <a:lnTo>
                  <a:pt x="14400" y="13438"/>
                </a:lnTo>
                <a:lnTo>
                  <a:pt x="12020" y="13438"/>
                </a:lnTo>
                <a:lnTo>
                  <a:pt x="9626" y="13438"/>
                </a:lnTo>
                <a:lnTo>
                  <a:pt x="7200" y="13438"/>
                </a:lnTo>
                <a:lnTo>
                  <a:pt x="7200" y="10741"/>
                </a:lnTo>
                <a:lnTo>
                  <a:pt x="7200" y="8027"/>
                </a:lnTo>
                <a:lnTo>
                  <a:pt x="7200" y="5277"/>
                </a:lnTo>
                <a:lnTo>
                  <a:pt x="5062" y="3779"/>
                </a:lnTo>
                <a:lnTo>
                  <a:pt x="3600" y="2853"/>
                </a:lnTo>
                <a:lnTo>
                  <a:pt x="2138" y="2122"/>
                </a:lnTo>
                <a:lnTo>
                  <a:pt x="0" y="1196"/>
                </a:lnTo>
                <a:close/>
              </a:path>
            </a:pathLst>
          </a:custGeom>
          <a:solidFill>
            <a:srgbClr val="2F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5" name="contour_13743"/>
          <p:cNvSpPr/>
          <p:nvPr/>
        </p:nvSpPr>
        <p:spPr>
          <a:xfrm>
            <a:off x="5658568" y="4503979"/>
            <a:ext cx="3644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900" y="1173"/>
                </a:lnTo>
                <a:lnTo>
                  <a:pt x="16317" y="2069"/>
                </a:lnTo>
                <a:lnTo>
                  <a:pt x="17457" y="2866"/>
                </a:lnTo>
                <a:lnTo>
                  <a:pt x="18559" y="3750"/>
                </a:lnTo>
                <a:lnTo>
                  <a:pt x="19859" y="4892"/>
                </a:lnTo>
                <a:lnTo>
                  <a:pt x="21600" y="6480"/>
                </a:lnTo>
                <a:lnTo>
                  <a:pt x="21146" y="8158"/>
                </a:lnTo>
                <a:lnTo>
                  <a:pt x="20762" y="9402"/>
                </a:lnTo>
                <a:lnTo>
                  <a:pt x="20343" y="10431"/>
                </a:lnTo>
                <a:lnTo>
                  <a:pt x="19781" y="11467"/>
                </a:lnTo>
                <a:lnTo>
                  <a:pt x="18978" y="12731"/>
                </a:lnTo>
                <a:lnTo>
                  <a:pt x="17820" y="14446"/>
                </a:lnTo>
                <a:lnTo>
                  <a:pt x="16939" y="15792"/>
                </a:lnTo>
                <a:lnTo>
                  <a:pt x="16053" y="17146"/>
                </a:lnTo>
                <a:lnTo>
                  <a:pt x="15155" y="18520"/>
                </a:lnTo>
                <a:lnTo>
                  <a:pt x="14429" y="19537"/>
                </a:lnTo>
                <a:lnTo>
                  <a:pt x="13699" y="20561"/>
                </a:lnTo>
                <a:lnTo>
                  <a:pt x="12960" y="21600"/>
                </a:lnTo>
                <a:lnTo>
                  <a:pt x="10394" y="21172"/>
                </a:lnTo>
                <a:lnTo>
                  <a:pt x="7819" y="20742"/>
                </a:lnTo>
                <a:lnTo>
                  <a:pt x="5236" y="20313"/>
                </a:lnTo>
                <a:lnTo>
                  <a:pt x="2631" y="19878"/>
                </a:lnTo>
                <a:lnTo>
                  <a:pt x="0" y="19440"/>
                </a:lnTo>
                <a:lnTo>
                  <a:pt x="2856" y="19440"/>
                </a:lnTo>
                <a:lnTo>
                  <a:pt x="5728" y="19440"/>
                </a:lnTo>
                <a:lnTo>
                  <a:pt x="8640" y="19440"/>
                </a:lnTo>
                <a:lnTo>
                  <a:pt x="8588" y="18215"/>
                </a:lnTo>
                <a:lnTo>
                  <a:pt x="8541" y="16984"/>
                </a:lnTo>
                <a:lnTo>
                  <a:pt x="8489" y="15736"/>
                </a:lnTo>
                <a:lnTo>
                  <a:pt x="8459" y="14535"/>
                </a:lnTo>
                <a:lnTo>
                  <a:pt x="8428" y="13334"/>
                </a:lnTo>
                <a:lnTo>
                  <a:pt x="8398" y="12135"/>
                </a:lnTo>
                <a:lnTo>
                  <a:pt x="8372" y="10934"/>
                </a:lnTo>
                <a:lnTo>
                  <a:pt x="8316" y="9722"/>
                </a:lnTo>
                <a:lnTo>
                  <a:pt x="8260" y="8493"/>
                </a:lnTo>
                <a:lnTo>
                  <a:pt x="8264" y="7225"/>
                </a:lnTo>
                <a:lnTo>
                  <a:pt x="8312" y="5959"/>
                </a:lnTo>
                <a:lnTo>
                  <a:pt x="8398" y="4692"/>
                </a:lnTo>
                <a:lnTo>
                  <a:pt x="8510" y="3426"/>
                </a:lnTo>
                <a:lnTo>
                  <a:pt x="8640" y="2160"/>
                </a:lnTo>
                <a:lnTo>
                  <a:pt x="10783" y="1089"/>
                </a:lnTo>
                <a:lnTo>
                  <a:pt x="12960" y="0"/>
                </a:lnTo>
                <a:close/>
              </a:path>
            </a:pathLst>
          </a:custGeom>
          <a:solidFill>
            <a:srgbClr val="EFF2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6" name="contour_13744"/>
          <p:cNvSpPr/>
          <p:nvPr/>
        </p:nvSpPr>
        <p:spPr>
          <a:xfrm>
            <a:off x="10016787" y="4496691"/>
            <a:ext cx="3709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1" y="0"/>
                </a:moveTo>
                <a:lnTo>
                  <a:pt x="15252" y="2108"/>
                </a:lnTo>
                <a:lnTo>
                  <a:pt x="16974" y="3711"/>
                </a:lnTo>
                <a:lnTo>
                  <a:pt x="18697" y="5620"/>
                </a:lnTo>
                <a:lnTo>
                  <a:pt x="21218" y="8640"/>
                </a:lnTo>
                <a:lnTo>
                  <a:pt x="21473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473" y="18645"/>
                </a:lnTo>
                <a:lnTo>
                  <a:pt x="21218" y="21600"/>
                </a:lnTo>
                <a:lnTo>
                  <a:pt x="18218" y="21600"/>
                </a:lnTo>
                <a:lnTo>
                  <a:pt x="15213" y="21600"/>
                </a:lnTo>
                <a:lnTo>
                  <a:pt x="12200" y="21600"/>
                </a:lnTo>
                <a:lnTo>
                  <a:pt x="9175" y="21600"/>
                </a:lnTo>
                <a:lnTo>
                  <a:pt x="6136" y="21600"/>
                </a:lnTo>
                <a:lnTo>
                  <a:pt x="3081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521" y="8640"/>
                </a:lnTo>
                <a:lnTo>
                  <a:pt x="5050" y="8640"/>
                </a:lnTo>
                <a:lnTo>
                  <a:pt x="7588" y="8640"/>
                </a:lnTo>
                <a:lnTo>
                  <a:pt x="10146" y="8640"/>
                </a:lnTo>
                <a:lnTo>
                  <a:pt x="12731" y="8640"/>
                </a:lnTo>
                <a:lnTo>
                  <a:pt x="12731" y="5784"/>
                </a:lnTo>
                <a:lnTo>
                  <a:pt x="12731" y="2912"/>
                </a:lnTo>
                <a:lnTo>
                  <a:pt x="12731" y="0"/>
                </a:lnTo>
                <a:close/>
              </a:path>
            </a:pathLst>
          </a:custGeom>
          <a:solidFill>
            <a:srgbClr val="C3C7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7" name="contour_13745"/>
          <p:cNvSpPr/>
          <p:nvPr/>
        </p:nvSpPr>
        <p:spPr>
          <a:xfrm>
            <a:off x="1905252" y="4496902"/>
            <a:ext cx="58304" cy="296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742" y="4827"/>
                </a:moveTo>
                <a:lnTo>
                  <a:pt x="20666" y="7625"/>
                </a:lnTo>
                <a:lnTo>
                  <a:pt x="21600" y="10465"/>
                </a:lnTo>
                <a:lnTo>
                  <a:pt x="19867" y="13152"/>
                </a:lnTo>
                <a:lnTo>
                  <a:pt x="18179" y="15393"/>
                </a:lnTo>
                <a:lnTo>
                  <a:pt x="16521" y="17230"/>
                </a:lnTo>
                <a:lnTo>
                  <a:pt x="14874" y="18690"/>
                </a:lnTo>
                <a:lnTo>
                  <a:pt x="13219" y="19811"/>
                </a:lnTo>
                <a:lnTo>
                  <a:pt x="11542" y="20628"/>
                </a:lnTo>
                <a:lnTo>
                  <a:pt x="9825" y="21175"/>
                </a:lnTo>
                <a:lnTo>
                  <a:pt x="8049" y="21488"/>
                </a:lnTo>
                <a:lnTo>
                  <a:pt x="6197" y="21600"/>
                </a:lnTo>
                <a:lnTo>
                  <a:pt x="4247" y="21547"/>
                </a:lnTo>
                <a:lnTo>
                  <a:pt x="2190" y="21361"/>
                </a:lnTo>
                <a:lnTo>
                  <a:pt x="0" y="21085"/>
                </a:lnTo>
                <a:lnTo>
                  <a:pt x="265" y="17294"/>
                </a:lnTo>
                <a:lnTo>
                  <a:pt x="537" y="14570"/>
                </a:lnTo>
                <a:lnTo>
                  <a:pt x="948" y="12149"/>
                </a:lnTo>
                <a:lnTo>
                  <a:pt x="1625" y="9265"/>
                </a:lnTo>
                <a:lnTo>
                  <a:pt x="2700" y="5156"/>
                </a:lnTo>
                <a:lnTo>
                  <a:pt x="4701" y="3488"/>
                </a:lnTo>
                <a:lnTo>
                  <a:pt x="6658" y="2076"/>
                </a:lnTo>
                <a:lnTo>
                  <a:pt x="8578" y="977"/>
                </a:lnTo>
                <a:lnTo>
                  <a:pt x="10471" y="260"/>
                </a:lnTo>
                <a:lnTo>
                  <a:pt x="12342" y="0"/>
                </a:lnTo>
                <a:lnTo>
                  <a:pt x="14199" y="255"/>
                </a:lnTo>
                <a:lnTo>
                  <a:pt x="16046" y="1099"/>
                </a:lnTo>
                <a:lnTo>
                  <a:pt x="17893" y="2602"/>
                </a:lnTo>
                <a:lnTo>
                  <a:pt x="19742" y="4827"/>
                </a:lnTo>
                <a:close/>
              </a:path>
            </a:pathLst>
          </a:custGeom>
          <a:solidFill>
            <a:srgbClr val="F3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8" name="contour_13746"/>
          <p:cNvSpPr/>
          <p:nvPr/>
        </p:nvSpPr>
        <p:spPr>
          <a:xfrm>
            <a:off x="7597174" y="4452963"/>
            <a:ext cx="2915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188"/>
                </a:lnTo>
                <a:lnTo>
                  <a:pt x="16162" y="2381"/>
                </a:lnTo>
                <a:lnTo>
                  <a:pt x="18862" y="3583"/>
                </a:lnTo>
                <a:lnTo>
                  <a:pt x="21600" y="4800"/>
                </a:lnTo>
                <a:lnTo>
                  <a:pt x="21541" y="6566"/>
                </a:lnTo>
                <a:lnTo>
                  <a:pt x="21443" y="7886"/>
                </a:lnTo>
                <a:lnTo>
                  <a:pt x="21254" y="8995"/>
                </a:lnTo>
                <a:lnTo>
                  <a:pt x="20920" y="10140"/>
                </a:lnTo>
                <a:lnTo>
                  <a:pt x="20374" y="11561"/>
                </a:lnTo>
                <a:lnTo>
                  <a:pt x="19575" y="13500"/>
                </a:lnTo>
                <a:lnTo>
                  <a:pt x="18976" y="15017"/>
                </a:lnTo>
                <a:lnTo>
                  <a:pt x="18371" y="16546"/>
                </a:lnTo>
                <a:lnTo>
                  <a:pt x="17761" y="18094"/>
                </a:lnTo>
                <a:lnTo>
                  <a:pt x="17248" y="19253"/>
                </a:lnTo>
                <a:lnTo>
                  <a:pt x="16724" y="20417"/>
                </a:lnTo>
                <a:lnTo>
                  <a:pt x="16200" y="21600"/>
                </a:lnTo>
                <a:lnTo>
                  <a:pt x="12182" y="21149"/>
                </a:lnTo>
                <a:lnTo>
                  <a:pt x="9331" y="20798"/>
                </a:lnTo>
                <a:lnTo>
                  <a:pt x="6869" y="20434"/>
                </a:lnTo>
                <a:lnTo>
                  <a:pt x="4018" y="19939"/>
                </a:lnTo>
                <a:lnTo>
                  <a:pt x="0" y="19200"/>
                </a:lnTo>
                <a:lnTo>
                  <a:pt x="0" y="17614"/>
                </a:lnTo>
                <a:lnTo>
                  <a:pt x="0" y="16018"/>
                </a:lnTo>
                <a:lnTo>
                  <a:pt x="0" y="14400"/>
                </a:lnTo>
                <a:lnTo>
                  <a:pt x="3569" y="14400"/>
                </a:lnTo>
                <a:lnTo>
                  <a:pt x="7160" y="14400"/>
                </a:lnTo>
                <a:lnTo>
                  <a:pt x="10800" y="14400"/>
                </a:lnTo>
                <a:lnTo>
                  <a:pt x="10800" y="12816"/>
                </a:lnTo>
                <a:lnTo>
                  <a:pt x="10800" y="11230"/>
                </a:lnTo>
                <a:lnTo>
                  <a:pt x="10800" y="9643"/>
                </a:lnTo>
                <a:lnTo>
                  <a:pt x="10800" y="8052"/>
                </a:lnTo>
                <a:lnTo>
                  <a:pt x="10800" y="6456"/>
                </a:lnTo>
                <a:lnTo>
                  <a:pt x="10800" y="4853"/>
                </a:lnTo>
                <a:lnTo>
                  <a:pt x="10800" y="3245"/>
                </a:lnTo>
                <a:lnTo>
                  <a:pt x="10800" y="1627"/>
                </a:lnTo>
                <a:lnTo>
                  <a:pt x="10800" y="0"/>
                </a:lnTo>
                <a:close/>
              </a:path>
            </a:pathLst>
          </a:custGeom>
          <a:solidFill>
            <a:srgbClr val="5353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49" name="contour_13747"/>
          <p:cNvSpPr/>
          <p:nvPr/>
        </p:nvSpPr>
        <p:spPr>
          <a:xfrm>
            <a:off x="4332154" y="445296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76" y="3940"/>
                </a:lnTo>
                <a:lnTo>
                  <a:pt x="18562" y="7020"/>
                </a:lnTo>
                <a:lnTo>
                  <a:pt x="19843" y="9491"/>
                </a:lnTo>
                <a:lnTo>
                  <a:pt x="20700" y="11612"/>
                </a:lnTo>
                <a:lnTo>
                  <a:pt x="21222" y="13625"/>
                </a:lnTo>
                <a:lnTo>
                  <a:pt x="21488" y="15794"/>
                </a:lnTo>
                <a:lnTo>
                  <a:pt x="21586" y="1836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82" y="20529"/>
                </a:lnTo>
                <a:lnTo>
                  <a:pt x="3571" y="19457"/>
                </a:lnTo>
                <a:lnTo>
                  <a:pt x="5375" y="18373"/>
                </a:lnTo>
                <a:lnTo>
                  <a:pt x="7200" y="17280"/>
                </a:lnTo>
                <a:lnTo>
                  <a:pt x="7200" y="15137"/>
                </a:lnTo>
                <a:lnTo>
                  <a:pt x="7200" y="12986"/>
                </a:lnTo>
                <a:lnTo>
                  <a:pt x="7200" y="10800"/>
                </a:lnTo>
                <a:lnTo>
                  <a:pt x="7200" y="8657"/>
                </a:lnTo>
                <a:lnTo>
                  <a:pt x="7200" y="6506"/>
                </a:lnTo>
                <a:lnTo>
                  <a:pt x="7200" y="4320"/>
                </a:lnTo>
                <a:lnTo>
                  <a:pt x="9338" y="2579"/>
                </a:lnTo>
                <a:lnTo>
                  <a:pt x="10800" y="1551"/>
                </a:lnTo>
                <a:lnTo>
                  <a:pt x="12262" y="825"/>
                </a:lnTo>
                <a:lnTo>
                  <a:pt x="14400" y="0"/>
                </a:lnTo>
                <a:close/>
              </a:path>
            </a:pathLst>
          </a:custGeom>
          <a:solidFill>
            <a:srgbClr val="5956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0" name="contour_13748"/>
          <p:cNvSpPr/>
          <p:nvPr/>
        </p:nvSpPr>
        <p:spPr>
          <a:xfrm>
            <a:off x="4171818" y="4452963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698" y="1786"/>
                </a:lnTo>
                <a:lnTo>
                  <a:pt x="14995" y="3578"/>
                </a:lnTo>
                <a:lnTo>
                  <a:pt x="15300" y="5400"/>
                </a:lnTo>
                <a:lnTo>
                  <a:pt x="15521" y="6192"/>
                </a:lnTo>
                <a:lnTo>
                  <a:pt x="15910" y="7592"/>
                </a:lnTo>
                <a:lnTo>
                  <a:pt x="16800" y="10800"/>
                </a:lnTo>
                <a:lnTo>
                  <a:pt x="18386" y="10800"/>
                </a:lnTo>
                <a:lnTo>
                  <a:pt x="19982" y="10800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20832" y="18130"/>
                </a:lnTo>
                <a:lnTo>
                  <a:pt x="20129" y="18245"/>
                </a:lnTo>
                <a:lnTo>
                  <a:pt x="19438" y="18360"/>
                </a:lnTo>
                <a:lnTo>
                  <a:pt x="18694" y="18486"/>
                </a:lnTo>
                <a:lnTo>
                  <a:pt x="17842" y="18626"/>
                </a:lnTo>
                <a:lnTo>
                  <a:pt x="16819" y="18796"/>
                </a:lnTo>
                <a:lnTo>
                  <a:pt x="15571" y="19004"/>
                </a:lnTo>
                <a:lnTo>
                  <a:pt x="14035" y="19260"/>
                </a:lnTo>
                <a:lnTo>
                  <a:pt x="12156" y="19573"/>
                </a:lnTo>
                <a:lnTo>
                  <a:pt x="9871" y="19955"/>
                </a:lnTo>
                <a:lnTo>
                  <a:pt x="7123" y="20412"/>
                </a:lnTo>
                <a:lnTo>
                  <a:pt x="3852" y="20959"/>
                </a:lnTo>
                <a:lnTo>
                  <a:pt x="0" y="21600"/>
                </a:lnTo>
                <a:lnTo>
                  <a:pt x="2674" y="18929"/>
                </a:lnTo>
                <a:lnTo>
                  <a:pt x="4639" y="16988"/>
                </a:lnTo>
                <a:lnTo>
                  <a:pt x="6070" y="15620"/>
                </a:lnTo>
                <a:lnTo>
                  <a:pt x="7138" y="14674"/>
                </a:lnTo>
                <a:lnTo>
                  <a:pt x="8016" y="13993"/>
                </a:lnTo>
                <a:lnTo>
                  <a:pt x="8880" y="13428"/>
                </a:lnTo>
                <a:lnTo>
                  <a:pt x="9900" y="12823"/>
                </a:lnTo>
                <a:lnTo>
                  <a:pt x="11294" y="11160"/>
                </a:lnTo>
                <a:lnTo>
                  <a:pt x="12300" y="9310"/>
                </a:lnTo>
                <a:lnTo>
                  <a:pt x="13015" y="7265"/>
                </a:lnTo>
                <a:lnTo>
                  <a:pt x="13536" y="5033"/>
                </a:lnTo>
                <a:lnTo>
                  <a:pt x="13966" y="2610"/>
                </a:lnTo>
                <a:lnTo>
                  <a:pt x="14400" y="0"/>
                </a:lnTo>
                <a:close/>
              </a:path>
            </a:pathLst>
          </a:custGeom>
          <a:solidFill>
            <a:srgbClr val="7A6C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1" name="contour_13749"/>
          <p:cNvSpPr/>
          <p:nvPr/>
        </p:nvSpPr>
        <p:spPr>
          <a:xfrm>
            <a:off x="4951633" y="4444363"/>
            <a:ext cx="51016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930"/>
                </a:moveTo>
                <a:lnTo>
                  <a:pt x="5474" y="310"/>
                </a:lnTo>
                <a:lnTo>
                  <a:pt x="7150" y="0"/>
                </a:lnTo>
                <a:lnTo>
                  <a:pt x="8557" y="0"/>
                </a:lnTo>
                <a:lnTo>
                  <a:pt x="10140" y="310"/>
                </a:lnTo>
                <a:lnTo>
                  <a:pt x="12343" y="930"/>
                </a:lnTo>
                <a:lnTo>
                  <a:pt x="12343" y="4346"/>
                </a:lnTo>
                <a:lnTo>
                  <a:pt x="12343" y="7782"/>
                </a:lnTo>
                <a:lnTo>
                  <a:pt x="12343" y="11265"/>
                </a:lnTo>
                <a:lnTo>
                  <a:pt x="14176" y="12288"/>
                </a:lnTo>
                <a:lnTo>
                  <a:pt x="16015" y="13317"/>
                </a:lnTo>
                <a:lnTo>
                  <a:pt x="17860" y="14345"/>
                </a:lnTo>
                <a:lnTo>
                  <a:pt x="19721" y="15384"/>
                </a:lnTo>
                <a:lnTo>
                  <a:pt x="21600" y="16433"/>
                </a:lnTo>
                <a:lnTo>
                  <a:pt x="19462" y="16944"/>
                </a:lnTo>
                <a:lnTo>
                  <a:pt x="17320" y="17456"/>
                </a:lnTo>
                <a:lnTo>
                  <a:pt x="15179" y="17967"/>
                </a:lnTo>
                <a:lnTo>
                  <a:pt x="13034" y="18484"/>
                </a:lnTo>
                <a:lnTo>
                  <a:pt x="10880" y="18996"/>
                </a:lnTo>
                <a:lnTo>
                  <a:pt x="8723" y="19512"/>
                </a:lnTo>
                <a:lnTo>
                  <a:pt x="6557" y="20029"/>
                </a:lnTo>
                <a:lnTo>
                  <a:pt x="4382" y="20551"/>
                </a:lnTo>
                <a:lnTo>
                  <a:pt x="2197" y="21073"/>
                </a:lnTo>
                <a:lnTo>
                  <a:pt x="0" y="21600"/>
                </a:lnTo>
                <a:lnTo>
                  <a:pt x="580" y="15435"/>
                </a:lnTo>
                <a:lnTo>
                  <a:pt x="1018" y="11126"/>
                </a:lnTo>
                <a:lnTo>
                  <a:pt x="1404" y="8092"/>
                </a:lnTo>
                <a:lnTo>
                  <a:pt x="1821" y="5762"/>
                </a:lnTo>
                <a:lnTo>
                  <a:pt x="2351" y="3571"/>
                </a:lnTo>
                <a:lnTo>
                  <a:pt x="3086" y="930"/>
                </a:lnTo>
                <a:close/>
              </a:path>
            </a:pathLst>
          </a:custGeom>
          <a:solidFill>
            <a:srgbClr val="3537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2" name="contour_13750"/>
          <p:cNvSpPr/>
          <p:nvPr/>
        </p:nvSpPr>
        <p:spPr>
          <a:xfrm>
            <a:off x="4448762" y="4450339"/>
            <a:ext cx="36440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783"/>
                </a:moveTo>
                <a:lnTo>
                  <a:pt x="7534" y="594"/>
                </a:lnTo>
                <a:lnTo>
                  <a:pt x="9815" y="0"/>
                </a:lnTo>
                <a:lnTo>
                  <a:pt x="11785" y="0"/>
                </a:lnTo>
                <a:lnTo>
                  <a:pt x="14066" y="594"/>
                </a:lnTo>
                <a:lnTo>
                  <a:pt x="17280" y="1783"/>
                </a:lnTo>
                <a:lnTo>
                  <a:pt x="18459" y="5048"/>
                </a:lnTo>
                <a:lnTo>
                  <a:pt x="19367" y="8239"/>
                </a:lnTo>
                <a:lnTo>
                  <a:pt x="20066" y="11429"/>
                </a:lnTo>
                <a:lnTo>
                  <a:pt x="20628" y="14679"/>
                </a:lnTo>
                <a:lnTo>
                  <a:pt x="21120" y="1804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799" y="15789"/>
                </a:lnTo>
                <a:lnTo>
                  <a:pt x="1408" y="11717"/>
                </a:lnTo>
                <a:lnTo>
                  <a:pt x="1944" y="8833"/>
                </a:lnTo>
                <a:lnTo>
                  <a:pt x="2527" y="6579"/>
                </a:lnTo>
                <a:lnTo>
                  <a:pt x="3279" y="4414"/>
                </a:lnTo>
                <a:lnTo>
                  <a:pt x="4320" y="1783"/>
                </a:lnTo>
                <a:close/>
              </a:path>
            </a:pathLst>
          </a:custGeom>
          <a:solidFill>
            <a:srgbClr val="21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3" name="contour_13751"/>
          <p:cNvSpPr/>
          <p:nvPr/>
        </p:nvSpPr>
        <p:spPr>
          <a:xfrm>
            <a:off x="5124708" y="4409235"/>
            <a:ext cx="2370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4" y="0"/>
                </a:moveTo>
                <a:lnTo>
                  <a:pt x="6064" y="0"/>
                </a:lnTo>
                <a:lnTo>
                  <a:pt x="10481" y="0"/>
                </a:lnTo>
                <a:lnTo>
                  <a:pt x="14958" y="0"/>
                </a:lnTo>
                <a:lnTo>
                  <a:pt x="15615" y="2138"/>
                </a:lnTo>
                <a:lnTo>
                  <a:pt x="16273" y="4280"/>
                </a:lnTo>
                <a:lnTo>
                  <a:pt x="16931" y="6421"/>
                </a:lnTo>
                <a:lnTo>
                  <a:pt x="17595" y="8566"/>
                </a:lnTo>
                <a:lnTo>
                  <a:pt x="18252" y="10720"/>
                </a:lnTo>
                <a:lnTo>
                  <a:pt x="18917" y="12877"/>
                </a:lnTo>
                <a:lnTo>
                  <a:pt x="19581" y="15043"/>
                </a:lnTo>
                <a:lnTo>
                  <a:pt x="20252" y="17218"/>
                </a:lnTo>
                <a:lnTo>
                  <a:pt x="20923" y="19403"/>
                </a:lnTo>
                <a:lnTo>
                  <a:pt x="21600" y="21600"/>
                </a:lnTo>
                <a:lnTo>
                  <a:pt x="17655" y="20989"/>
                </a:lnTo>
                <a:lnTo>
                  <a:pt x="13696" y="20375"/>
                </a:lnTo>
                <a:lnTo>
                  <a:pt x="9724" y="19761"/>
                </a:lnTo>
                <a:lnTo>
                  <a:pt x="5719" y="19141"/>
                </a:lnTo>
                <a:lnTo>
                  <a:pt x="1674" y="18514"/>
                </a:lnTo>
                <a:lnTo>
                  <a:pt x="731" y="16351"/>
                </a:lnTo>
                <a:lnTo>
                  <a:pt x="193" y="14777"/>
                </a:lnTo>
                <a:lnTo>
                  <a:pt x="0" y="13340"/>
                </a:lnTo>
                <a:lnTo>
                  <a:pt x="100" y="11587"/>
                </a:lnTo>
                <a:lnTo>
                  <a:pt x="425" y="9066"/>
                </a:lnTo>
                <a:lnTo>
                  <a:pt x="611" y="7372"/>
                </a:lnTo>
                <a:lnTo>
                  <a:pt x="790" y="5668"/>
                </a:lnTo>
                <a:lnTo>
                  <a:pt x="976" y="3940"/>
                </a:lnTo>
                <a:lnTo>
                  <a:pt x="1322" y="1984"/>
                </a:lnTo>
                <a:lnTo>
                  <a:pt x="1674" y="0"/>
                </a:lnTo>
                <a:close/>
              </a:path>
            </a:pathLst>
          </a:custGeom>
          <a:solidFill>
            <a:srgbClr val="292A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4" name="contour_13752"/>
          <p:cNvSpPr/>
          <p:nvPr/>
        </p:nvSpPr>
        <p:spPr>
          <a:xfrm>
            <a:off x="4784009" y="4432863"/>
            <a:ext cx="65592" cy="273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57"/>
                </a:moveTo>
                <a:lnTo>
                  <a:pt x="19982" y="9708"/>
                </a:lnTo>
                <a:lnTo>
                  <a:pt x="18797" y="13432"/>
                </a:lnTo>
                <a:lnTo>
                  <a:pt x="17846" y="16007"/>
                </a:lnTo>
                <a:lnTo>
                  <a:pt x="16930" y="17904"/>
                </a:lnTo>
                <a:lnTo>
                  <a:pt x="15847" y="19611"/>
                </a:lnTo>
                <a:lnTo>
                  <a:pt x="14400" y="21600"/>
                </a:lnTo>
                <a:lnTo>
                  <a:pt x="12749" y="21456"/>
                </a:lnTo>
                <a:lnTo>
                  <a:pt x="11124" y="21157"/>
                </a:lnTo>
                <a:lnTo>
                  <a:pt x="9516" y="20715"/>
                </a:lnTo>
                <a:lnTo>
                  <a:pt x="7922" y="20146"/>
                </a:lnTo>
                <a:lnTo>
                  <a:pt x="6341" y="19462"/>
                </a:lnTo>
                <a:lnTo>
                  <a:pt x="4762" y="18674"/>
                </a:lnTo>
                <a:lnTo>
                  <a:pt x="3180" y="17801"/>
                </a:lnTo>
                <a:lnTo>
                  <a:pt x="1596" y="16858"/>
                </a:lnTo>
                <a:lnTo>
                  <a:pt x="0" y="15852"/>
                </a:lnTo>
                <a:lnTo>
                  <a:pt x="1637" y="12139"/>
                </a:lnTo>
                <a:lnTo>
                  <a:pt x="3202" y="8949"/>
                </a:lnTo>
                <a:lnTo>
                  <a:pt x="4716" y="6265"/>
                </a:lnTo>
                <a:lnTo>
                  <a:pt x="6199" y="4075"/>
                </a:lnTo>
                <a:lnTo>
                  <a:pt x="7670" y="2374"/>
                </a:lnTo>
                <a:lnTo>
                  <a:pt x="9154" y="1132"/>
                </a:lnTo>
                <a:lnTo>
                  <a:pt x="10670" y="345"/>
                </a:lnTo>
                <a:lnTo>
                  <a:pt x="12238" y="0"/>
                </a:lnTo>
                <a:lnTo>
                  <a:pt x="13879" y="75"/>
                </a:lnTo>
                <a:lnTo>
                  <a:pt x="15614" y="563"/>
                </a:lnTo>
                <a:lnTo>
                  <a:pt x="17467" y="1448"/>
                </a:lnTo>
                <a:lnTo>
                  <a:pt x="19454" y="2719"/>
                </a:lnTo>
                <a:lnTo>
                  <a:pt x="21600" y="4357"/>
                </a:lnTo>
                <a:close/>
              </a:path>
            </a:pathLst>
          </a:custGeom>
          <a:solidFill>
            <a:srgbClr val="1B1C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5" name="contour_13753"/>
          <p:cNvSpPr/>
          <p:nvPr/>
        </p:nvSpPr>
        <p:spPr>
          <a:xfrm>
            <a:off x="9914755" y="4416523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65" y="2138"/>
                </a:lnTo>
                <a:lnTo>
                  <a:pt x="20531" y="4280"/>
                </a:lnTo>
                <a:lnTo>
                  <a:pt x="19996" y="6421"/>
                </a:lnTo>
                <a:lnTo>
                  <a:pt x="19456" y="8566"/>
                </a:lnTo>
                <a:lnTo>
                  <a:pt x="18922" y="10720"/>
                </a:lnTo>
                <a:lnTo>
                  <a:pt x="18382" y="12877"/>
                </a:lnTo>
                <a:lnTo>
                  <a:pt x="17842" y="15043"/>
                </a:lnTo>
                <a:lnTo>
                  <a:pt x="17296" y="17218"/>
                </a:lnTo>
                <a:lnTo>
                  <a:pt x="16751" y="19403"/>
                </a:lnTo>
                <a:lnTo>
                  <a:pt x="16200" y="21600"/>
                </a:lnTo>
                <a:lnTo>
                  <a:pt x="13527" y="20835"/>
                </a:lnTo>
                <a:lnTo>
                  <a:pt x="10838" y="20069"/>
                </a:lnTo>
                <a:lnTo>
                  <a:pt x="8138" y="19295"/>
                </a:lnTo>
                <a:lnTo>
                  <a:pt x="5400" y="18514"/>
                </a:lnTo>
                <a:lnTo>
                  <a:pt x="6739" y="16987"/>
                </a:lnTo>
                <a:lnTo>
                  <a:pt x="8078" y="15453"/>
                </a:lnTo>
                <a:lnTo>
                  <a:pt x="9434" y="13907"/>
                </a:lnTo>
                <a:lnTo>
                  <a:pt x="10800" y="12343"/>
                </a:lnTo>
                <a:lnTo>
                  <a:pt x="8127" y="11578"/>
                </a:lnTo>
                <a:lnTo>
                  <a:pt x="5438" y="10812"/>
                </a:lnTo>
                <a:lnTo>
                  <a:pt x="2738" y="10038"/>
                </a:lnTo>
                <a:lnTo>
                  <a:pt x="0" y="9257"/>
                </a:lnTo>
                <a:lnTo>
                  <a:pt x="2020" y="7285"/>
                </a:lnTo>
                <a:lnTo>
                  <a:pt x="3548" y="5829"/>
                </a:lnTo>
                <a:lnTo>
                  <a:pt x="4892" y="4629"/>
                </a:lnTo>
                <a:lnTo>
                  <a:pt x="6350" y="3428"/>
                </a:lnTo>
                <a:lnTo>
                  <a:pt x="8219" y="1972"/>
                </a:lnTo>
                <a:lnTo>
                  <a:pt x="10800" y="0"/>
                </a:ln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6" name="contour_13754"/>
          <p:cNvSpPr/>
          <p:nvPr/>
        </p:nvSpPr>
        <p:spPr>
          <a:xfrm>
            <a:off x="4288426" y="4401947"/>
            <a:ext cx="28729" cy="446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38" y="0"/>
                </a:moveTo>
                <a:lnTo>
                  <a:pt x="18389" y="4204"/>
                </a:lnTo>
                <a:lnTo>
                  <a:pt x="19830" y="7430"/>
                </a:lnTo>
                <a:lnTo>
                  <a:pt x="20816" y="9902"/>
                </a:lnTo>
                <a:lnTo>
                  <a:pt x="21392" y="11835"/>
                </a:lnTo>
                <a:lnTo>
                  <a:pt x="21600" y="13447"/>
                </a:lnTo>
                <a:lnTo>
                  <a:pt x="21501" y="14952"/>
                </a:lnTo>
                <a:lnTo>
                  <a:pt x="21134" y="16568"/>
                </a:lnTo>
                <a:lnTo>
                  <a:pt x="20548" y="18514"/>
                </a:lnTo>
                <a:lnTo>
                  <a:pt x="18038" y="20052"/>
                </a:lnTo>
                <a:lnTo>
                  <a:pt x="15885" y="20884"/>
                </a:lnTo>
                <a:lnTo>
                  <a:pt x="12893" y="21304"/>
                </a:lnTo>
                <a:lnTo>
                  <a:pt x="7879" y="21600"/>
                </a:lnTo>
                <a:lnTo>
                  <a:pt x="6718" y="21533"/>
                </a:lnTo>
                <a:lnTo>
                  <a:pt x="4674" y="21420"/>
                </a:lnTo>
                <a:lnTo>
                  <a:pt x="0" y="21159"/>
                </a:lnTo>
                <a:lnTo>
                  <a:pt x="482" y="19008"/>
                </a:lnTo>
                <a:lnTo>
                  <a:pt x="986" y="16857"/>
                </a:lnTo>
                <a:lnTo>
                  <a:pt x="1512" y="14709"/>
                </a:lnTo>
                <a:lnTo>
                  <a:pt x="2055" y="12562"/>
                </a:lnTo>
                <a:lnTo>
                  <a:pt x="2630" y="10163"/>
                </a:lnTo>
                <a:lnTo>
                  <a:pt x="3211" y="7727"/>
                </a:lnTo>
                <a:lnTo>
                  <a:pt x="4614" y="5262"/>
                </a:lnTo>
                <a:lnTo>
                  <a:pt x="5907" y="3759"/>
                </a:lnTo>
                <a:lnTo>
                  <a:pt x="7847" y="2610"/>
                </a:lnTo>
                <a:lnTo>
                  <a:pt x="11173" y="1199"/>
                </a:lnTo>
                <a:lnTo>
                  <a:pt x="13786" y="607"/>
                </a:lnTo>
                <a:lnTo>
                  <a:pt x="16438" y="0"/>
                </a:lnTo>
                <a:close/>
              </a:path>
            </a:pathLst>
          </a:custGeom>
          <a:solidFill>
            <a:srgbClr val="7F74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7" name="contour_13755"/>
          <p:cNvSpPr/>
          <p:nvPr/>
        </p:nvSpPr>
        <p:spPr>
          <a:xfrm>
            <a:off x="4228198" y="4409235"/>
            <a:ext cx="383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97" y="0"/>
                </a:moveTo>
                <a:lnTo>
                  <a:pt x="18309" y="2566"/>
                </a:lnTo>
                <a:lnTo>
                  <a:pt x="19126" y="5141"/>
                </a:lnTo>
                <a:lnTo>
                  <a:pt x="19942" y="7724"/>
                </a:lnTo>
                <a:lnTo>
                  <a:pt x="20767" y="10329"/>
                </a:lnTo>
                <a:lnTo>
                  <a:pt x="21600" y="12960"/>
                </a:lnTo>
                <a:lnTo>
                  <a:pt x="19060" y="14031"/>
                </a:lnTo>
                <a:lnTo>
                  <a:pt x="16520" y="15098"/>
                </a:lnTo>
                <a:lnTo>
                  <a:pt x="13972" y="16174"/>
                </a:lnTo>
                <a:lnTo>
                  <a:pt x="11420" y="17245"/>
                </a:lnTo>
                <a:lnTo>
                  <a:pt x="8855" y="18325"/>
                </a:lnTo>
                <a:lnTo>
                  <a:pt x="6278" y="19410"/>
                </a:lnTo>
                <a:lnTo>
                  <a:pt x="3689" y="20503"/>
                </a:lnTo>
                <a:lnTo>
                  <a:pt x="1083" y="21600"/>
                </a:lnTo>
                <a:lnTo>
                  <a:pt x="480" y="16606"/>
                </a:lnTo>
                <a:lnTo>
                  <a:pt x="119" y="13094"/>
                </a:lnTo>
                <a:lnTo>
                  <a:pt x="0" y="10593"/>
                </a:lnTo>
                <a:lnTo>
                  <a:pt x="119" y="8614"/>
                </a:lnTo>
                <a:lnTo>
                  <a:pt x="480" y="6683"/>
                </a:lnTo>
                <a:lnTo>
                  <a:pt x="1083" y="4320"/>
                </a:lnTo>
                <a:lnTo>
                  <a:pt x="3714" y="2985"/>
                </a:lnTo>
                <a:lnTo>
                  <a:pt x="6356" y="1974"/>
                </a:lnTo>
                <a:lnTo>
                  <a:pt x="9040" y="1231"/>
                </a:lnTo>
                <a:lnTo>
                  <a:pt x="11781" y="696"/>
                </a:lnTo>
                <a:lnTo>
                  <a:pt x="14591" y="302"/>
                </a:lnTo>
                <a:lnTo>
                  <a:pt x="17497" y="0"/>
                </a:lnTo>
                <a:close/>
              </a:path>
            </a:pathLst>
          </a:custGeom>
          <a:solidFill>
            <a:srgbClr val="2A28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8" name="contour_13756"/>
          <p:cNvSpPr/>
          <p:nvPr/>
        </p:nvSpPr>
        <p:spPr>
          <a:xfrm>
            <a:off x="10892060" y="4409235"/>
            <a:ext cx="3572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75" y="0"/>
                </a:moveTo>
                <a:lnTo>
                  <a:pt x="7266" y="913"/>
                </a:lnTo>
                <a:lnTo>
                  <a:pt x="9835" y="1867"/>
                </a:lnTo>
                <a:lnTo>
                  <a:pt x="11919" y="3039"/>
                </a:lnTo>
                <a:lnTo>
                  <a:pt x="13752" y="4610"/>
                </a:lnTo>
                <a:lnTo>
                  <a:pt x="15576" y="6761"/>
                </a:lnTo>
                <a:lnTo>
                  <a:pt x="16290" y="8159"/>
                </a:lnTo>
                <a:lnTo>
                  <a:pt x="17013" y="9566"/>
                </a:lnTo>
                <a:lnTo>
                  <a:pt x="17744" y="10991"/>
                </a:lnTo>
                <a:lnTo>
                  <a:pt x="18485" y="12398"/>
                </a:lnTo>
                <a:lnTo>
                  <a:pt x="19229" y="13815"/>
                </a:lnTo>
                <a:lnTo>
                  <a:pt x="19983" y="15247"/>
                </a:lnTo>
                <a:lnTo>
                  <a:pt x="20384" y="16061"/>
                </a:lnTo>
                <a:lnTo>
                  <a:pt x="21600" y="18514"/>
                </a:lnTo>
                <a:lnTo>
                  <a:pt x="18983" y="19125"/>
                </a:lnTo>
                <a:lnTo>
                  <a:pt x="16356" y="19739"/>
                </a:lnTo>
                <a:lnTo>
                  <a:pt x="13721" y="20353"/>
                </a:lnTo>
                <a:lnTo>
                  <a:pt x="11064" y="20974"/>
                </a:lnTo>
                <a:lnTo>
                  <a:pt x="8381" y="21600"/>
                </a:lnTo>
                <a:lnTo>
                  <a:pt x="7187" y="19776"/>
                </a:lnTo>
                <a:lnTo>
                  <a:pt x="6010" y="17947"/>
                </a:lnTo>
                <a:lnTo>
                  <a:pt x="4851" y="16111"/>
                </a:lnTo>
                <a:lnTo>
                  <a:pt x="3701" y="14271"/>
                </a:lnTo>
                <a:lnTo>
                  <a:pt x="2829" y="12911"/>
                </a:lnTo>
                <a:lnTo>
                  <a:pt x="1952" y="11537"/>
                </a:lnTo>
                <a:lnTo>
                  <a:pt x="1066" y="10149"/>
                </a:lnTo>
                <a:lnTo>
                  <a:pt x="229" y="7795"/>
                </a:lnTo>
                <a:lnTo>
                  <a:pt x="0" y="6221"/>
                </a:lnTo>
                <a:lnTo>
                  <a:pt x="410" y="4718"/>
                </a:lnTo>
                <a:lnTo>
                  <a:pt x="1511" y="2580"/>
                </a:lnTo>
                <a:lnTo>
                  <a:pt x="2736" y="1299"/>
                </a:lnTo>
                <a:lnTo>
                  <a:pt x="3975" y="0"/>
                </a:lnTo>
                <a:close/>
              </a:path>
            </a:pathLst>
          </a:custGeom>
          <a:solidFill>
            <a:srgbClr val="F1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59" name="contour_13757"/>
          <p:cNvSpPr/>
          <p:nvPr/>
        </p:nvSpPr>
        <p:spPr>
          <a:xfrm>
            <a:off x="9987635" y="4401947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044"/>
                </a:lnTo>
                <a:lnTo>
                  <a:pt x="21600" y="8101"/>
                </a:lnTo>
                <a:lnTo>
                  <a:pt x="21600" y="12172"/>
                </a:lnTo>
                <a:lnTo>
                  <a:pt x="21600" y="16277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EACE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0" name="contour_13758"/>
          <p:cNvSpPr/>
          <p:nvPr/>
        </p:nvSpPr>
        <p:spPr>
          <a:xfrm>
            <a:off x="7349069" y="4365507"/>
            <a:ext cx="65905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" y="0"/>
                </a:moveTo>
                <a:lnTo>
                  <a:pt x="1682" y="0"/>
                </a:lnTo>
                <a:lnTo>
                  <a:pt x="3270" y="0"/>
                </a:lnTo>
                <a:lnTo>
                  <a:pt x="4880" y="0"/>
                </a:lnTo>
                <a:lnTo>
                  <a:pt x="5076" y="1939"/>
                </a:lnTo>
                <a:lnTo>
                  <a:pt x="5276" y="3890"/>
                </a:lnTo>
                <a:lnTo>
                  <a:pt x="5477" y="5869"/>
                </a:lnTo>
                <a:lnTo>
                  <a:pt x="6069" y="7976"/>
                </a:lnTo>
                <a:lnTo>
                  <a:pt x="6664" y="10094"/>
                </a:lnTo>
                <a:lnTo>
                  <a:pt x="7268" y="12245"/>
                </a:lnTo>
                <a:lnTo>
                  <a:pt x="8840" y="13004"/>
                </a:lnTo>
                <a:lnTo>
                  <a:pt x="10414" y="13657"/>
                </a:lnTo>
                <a:lnTo>
                  <a:pt x="11991" y="14220"/>
                </a:lnTo>
                <a:lnTo>
                  <a:pt x="13572" y="14706"/>
                </a:lnTo>
                <a:lnTo>
                  <a:pt x="15160" y="15122"/>
                </a:lnTo>
                <a:lnTo>
                  <a:pt x="16756" y="15482"/>
                </a:lnTo>
                <a:lnTo>
                  <a:pt x="18361" y="15792"/>
                </a:lnTo>
                <a:lnTo>
                  <a:pt x="19976" y="16069"/>
                </a:lnTo>
                <a:lnTo>
                  <a:pt x="21600" y="16327"/>
                </a:lnTo>
                <a:lnTo>
                  <a:pt x="21600" y="18351"/>
                </a:lnTo>
                <a:lnTo>
                  <a:pt x="21600" y="20408"/>
                </a:lnTo>
                <a:lnTo>
                  <a:pt x="19978" y="20686"/>
                </a:lnTo>
                <a:lnTo>
                  <a:pt x="18371" y="20943"/>
                </a:lnTo>
                <a:lnTo>
                  <a:pt x="16775" y="21171"/>
                </a:lnTo>
                <a:lnTo>
                  <a:pt x="15189" y="21359"/>
                </a:lnTo>
                <a:lnTo>
                  <a:pt x="13608" y="21498"/>
                </a:lnTo>
                <a:lnTo>
                  <a:pt x="12031" y="21584"/>
                </a:lnTo>
                <a:lnTo>
                  <a:pt x="10455" y="21600"/>
                </a:lnTo>
                <a:lnTo>
                  <a:pt x="8876" y="21547"/>
                </a:lnTo>
                <a:lnTo>
                  <a:pt x="7292" y="21408"/>
                </a:lnTo>
                <a:lnTo>
                  <a:pt x="5702" y="21180"/>
                </a:lnTo>
                <a:lnTo>
                  <a:pt x="4104" y="20849"/>
                </a:lnTo>
                <a:lnTo>
                  <a:pt x="2491" y="20408"/>
                </a:lnTo>
                <a:lnTo>
                  <a:pt x="1631" y="17963"/>
                </a:lnTo>
                <a:lnTo>
                  <a:pt x="984" y="15543"/>
                </a:lnTo>
                <a:lnTo>
                  <a:pt x="523" y="13118"/>
                </a:lnTo>
                <a:lnTo>
                  <a:pt x="222" y="10661"/>
                </a:lnTo>
                <a:lnTo>
                  <a:pt x="57" y="8147"/>
                </a:lnTo>
                <a:lnTo>
                  <a:pt x="0" y="5551"/>
                </a:lnTo>
                <a:lnTo>
                  <a:pt x="24" y="2845"/>
                </a:lnTo>
                <a:lnTo>
                  <a:pt x="103" y="0"/>
                </a:lnTo>
                <a:close/>
              </a:path>
            </a:pathLst>
          </a:custGeom>
          <a:solidFill>
            <a:srgbClr val="CFD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1" name="contour_13759"/>
          <p:cNvSpPr/>
          <p:nvPr/>
        </p:nvSpPr>
        <p:spPr>
          <a:xfrm>
            <a:off x="4769433" y="4350931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9145" y="1015"/>
                </a:lnTo>
                <a:lnTo>
                  <a:pt x="12622" y="1782"/>
                </a:lnTo>
                <a:lnTo>
                  <a:pt x="15070" y="2457"/>
                </a:lnTo>
                <a:lnTo>
                  <a:pt x="16951" y="3186"/>
                </a:lnTo>
                <a:lnTo>
                  <a:pt x="18719" y="4115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688" y="18036"/>
                </a:lnTo>
                <a:lnTo>
                  <a:pt x="1376" y="14467"/>
                </a:lnTo>
                <a:lnTo>
                  <a:pt x="2068" y="10881"/>
                </a:lnTo>
                <a:lnTo>
                  <a:pt x="2765" y="7279"/>
                </a:lnTo>
                <a:lnTo>
                  <a:pt x="3465" y="3656"/>
                </a:lnTo>
                <a:lnTo>
                  <a:pt x="4170" y="0"/>
                </a:lnTo>
                <a:close/>
              </a:path>
            </a:pathLst>
          </a:custGeom>
          <a:solidFill>
            <a:srgbClr val="7977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2" name="contour_13760"/>
          <p:cNvSpPr/>
          <p:nvPr/>
        </p:nvSpPr>
        <p:spPr>
          <a:xfrm>
            <a:off x="4250725" y="4358219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" y="0"/>
                </a:moveTo>
                <a:lnTo>
                  <a:pt x="5221" y="0"/>
                </a:lnTo>
                <a:lnTo>
                  <a:pt x="9279" y="0"/>
                </a:lnTo>
                <a:lnTo>
                  <a:pt x="13349" y="0"/>
                </a:lnTo>
                <a:lnTo>
                  <a:pt x="1745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535" y="21247"/>
                </a:lnTo>
                <a:lnTo>
                  <a:pt x="12941" y="20884"/>
                </a:lnTo>
                <a:lnTo>
                  <a:pt x="9837" y="20336"/>
                </a:lnTo>
                <a:lnTo>
                  <a:pt x="6242" y="19433"/>
                </a:lnTo>
                <a:lnTo>
                  <a:pt x="1178" y="18000"/>
                </a:lnTo>
                <a:lnTo>
                  <a:pt x="504" y="15412"/>
                </a:lnTo>
                <a:lnTo>
                  <a:pt x="129" y="12845"/>
                </a:lnTo>
                <a:lnTo>
                  <a:pt x="0" y="10289"/>
                </a:lnTo>
                <a:lnTo>
                  <a:pt x="82" y="7736"/>
                </a:lnTo>
                <a:lnTo>
                  <a:pt x="334" y="5177"/>
                </a:lnTo>
                <a:lnTo>
                  <a:pt x="715" y="2603"/>
                </a:lnTo>
                <a:lnTo>
                  <a:pt x="1178" y="0"/>
                </a:lnTo>
                <a:close/>
              </a:path>
            </a:pathLst>
          </a:custGeom>
          <a:solidFill>
            <a:srgbClr val="706A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3" name="contour_13761"/>
          <p:cNvSpPr/>
          <p:nvPr/>
        </p:nvSpPr>
        <p:spPr>
          <a:xfrm>
            <a:off x="2131180" y="4336355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30" y="554"/>
                </a:lnTo>
                <a:lnTo>
                  <a:pt x="1586" y="1058"/>
                </a:lnTo>
                <a:lnTo>
                  <a:pt x="2342" y="1562"/>
                </a:lnTo>
                <a:lnTo>
                  <a:pt x="3175" y="2117"/>
                </a:lnTo>
                <a:lnTo>
                  <a:pt x="4163" y="2776"/>
                </a:lnTo>
                <a:lnTo>
                  <a:pt x="5372" y="3582"/>
                </a:lnTo>
                <a:lnTo>
                  <a:pt x="6887" y="4590"/>
                </a:lnTo>
                <a:lnTo>
                  <a:pt x="8776" y="5850"/>
                </a:lnTo>
                <a:lnTo>
                  <a:pt x="11118" y="7412"/>
                </a:lnTo>
                <a:lnTo>
                  <a:pt x="13984" y="9324"/>
                </a:lnTo>
                <a:lnTo>
                  <a:pt x="17453" y="11635"/>
                </a:lnTo>
                <a:lnTo>
                  <a:pt x="21600" y="14400"/>
                </a:lnTo>
                <a:lnTo>
                  <a:pt x="18147" y="16542"/>
                </a:lnTo>
                <a:lnTo>
                  <a:pt x="15398" y="18212"/>
                </a:lnTo>
                <a:lnTo>
                  <a:pt x="13201" y="19465"/>
                </a:lnTo>
                <a:lnTo>
                  <a:pt x="11402" y="20365"/>
                </a:lnTo>
                <a:lnTo>
                  <a:pt x="9853" y="20966"/>
                </a:lnTo>
                <a:lnTo>
                  <a:pt x="8399" y="21334"/>
                </a:lnTo>
                <a:lnTo>
                  <a:pt x="6890" y="21521"/>
                </a:lnTo>
                <a:lnTo>
                  <a:pt x="5169" y="21589"/>
                </a:lnTo>
                <a:lnTo>
                  <a:pt x="3086" y="21600"/>
                </a:lnTo>
                <a:lnTo>
                  <a:pt x="2746" y="19224"/>
                </a:lnTo>
                <a:lnTo>
                  <a:pt x="2407" y="16844"/>
                </a:lnTo>
                <a:lnTo>
                  <a:pt x="2067" y="14465"/>
                </a:lnTo>
                <a:lnTo>
                  <a:pt x="1725" y="12078"/>
                </a:lnTo>
                <a:lnTo>
                  <a:pt x="1382" y="9684"/>
                </a:lnTo>
                <a:lnTo>
                  <a:pt x="1040" y="7279"/>
                </a:lnTo>
                <a:lnTo>
                  <a:pt x="694" y="4867"/>
                </a:lnTo>
                <a:lnTo>
                  <a:pt x="349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7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4" name="contour_13762"/>
          <p:cNvSpPr/>
          <p:nvPr/>
        </p:nvSpPr>
        <p:spPr>
          <a:xfrm>
            <a:off x="2233212" y="4356885"/>
            <a:ext cx="72880" cy="213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47"/>
                </a:moveTo>
                <a:lnTo>
                  <a:pt x="1395" y="1156"/>
                </a:lnTo>
                <a:lnTo>
                  <a:pt x="2791" y="979"/>
                </a:lnTo>
                <a:lnTo>
                  <a:pt x="4184" y="825"/>
                </a:lnTo>
                <a:lnTo>
                  <a:pt x="5579" y="677"/>
                </a:lnTo>
                <a:lnTo>
                  <a:pt x="6975" y="545"/>
                </a:lnTo>
                <a:lnTo>
                  <a:pt x="8370" y="427"/>
                </a:lnTo>
                <a:lnTo>
                  <a:pt x="9556" y="243"/>
                </a:lnTo>
                <a:lnTo>
                  <a:pt x="10757" y="52"/>
                </a:lnTo>
                <a:lnTo>
                  <a:pt x="12364" y="0"/>
                </a:lnTo>
                <a:lnTo>
                  <a:pt x="13785" y="147"/>
                </a:lnTo>
                <a:lnTo>
                  <a:pt x="15075" y="640"/>
                </a:lnTo>
                <a:lnTo>
                  <a:pt x="16289" y="1612"/>
                </a:lnTo>
                <a:lnTo>
                  <a:pt x="17477" y="3195"/>
                </a:lnTo>
                <a:lnTo>
                  <a:pt x="18695" y="5536"/>
                </a:lnTo>
                <a:lnTo>
                  <a:pt x="19997" y="8768"/>
                </a:lnTo>
                <a:lnTo>
                  <a:pt x="20792" y="12390"/>
                </a:lnTo>
                <a:lnTo>
                  <a:pt x="21600" y="16071"/>
                </a:lnTo>
                <a:lnTo>
                  <a:pt x="19963" y="18044"/>
                </a:lnTo>
                <a:lnTo>
                  <a:pt x="18410" y="19561"/>
                </a:lnTo>
                <a:lnTo>
                  <a:pt x="16928" y="20636"/>
                </a:lnTo>
                <a:lnTo>
                  <a:pt x="15500" y="21313"/>
                </a:lnTo>
                <a:lnTo>
                  <a:pt x="14109" y="21600"/>
                </a:lnTo>
                <a:lnTo>
                  <a:pt x="12744" y="21519"/>
                </a:lnTo>
                <a:lnTo>
                  <a:pt x="11385" y="21114"/>
                </a:lnTo>
                <a:lnTo>
                  <a:pt x="10018" y="20385"/>
                </a:lnTo>
                <a:lnTo>
                  <a:pt x="8629" y="19369"/>
                </a:lnTo>
                <a:lnTo>
                  <a:pt x="7201" y="18096"/>
                </a:lnTo>
                <a:lnTo>
                  <a:pt x="5720" y="16572"/>
                </a:lnTo>
                <a:lnTo>
                  <a:pt x="4169" y="14834"/>
                </a:lnTo>
                <a:lnTo>
                  <a:pt x="2532" y="12906"/>
                </a:lnTo>
                <a:lnTo>
                  <a:pt x="1274" y="10822"/>
                </a:lnTo>
                <a:lnTo>
                  <a:pt x="0" y="8709"/>
                </a:lnTo>
                <a:lnTo>
                  <a:pt x="0" y="5058"/>
                </a:lnTo>
                <a:lnTo>
                  <a:pt x="0" y="1347"/>
                </a:lnTo>
                <a:close/>
              </a:path>
            </a:pathLst>
          </a:custGeom>
          <a:solidFill>
            <a:srgbClr val="F3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5" name="contour_13763"/>
          <p:cNvSpPr/>
          <p:nvPr/>
        </p:nvSpPr>
        <p:spPr>
          <a:xfrm>
            <a:off x="10315595" y="4350654"/>
            <a:ext cx="58304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262"/>
                </a:moveTo>
                <a:lnTo>
                  <a:pt x="4576" y="62"/>
                </a:lnTo>
                <a:lnTo>
                  <a:pt x="5989" y="0"/>
                </a:lnTo>
                <a:lnTo>
                  <a:pt x="7201" y="152"/>
                </a:lnTo>
                <a:lnTo>
                  <a:pt x="8481" y="558"/>
                </a:lnTo>
                <a:lnTo>
                  <a:pt x="10098" y="1295"/>
                </a:lnTo>
                <a:lnTo>
                  <a:pt x="12317" y="2411"/>
                </a:lnTo>
                <a:lnTo>
                  <a:pt x="14051" y="3238"/>
                </a:lnTo>
                <a:lnTo>
                  <a:pt x="15795" y="4072"/>
                </a:lnTo>
                <a:lnTo>
                  <a:pt x="17561" y="4919"/>
                </a:lnTo>
                <a:lnTo>
                  <a:pt x="18155" y="5243"/>
                </a:lnTo>
                <a:lnTo>
                  <a:pt x="19202" y="5822"/>
                </a:lnTo>
                <a:lnTo>
                  <a:pt x="21600" y="7152"/>
                </a:lnTo>
                <a:lnTo>
                  <a:pt x="19867" y="10638"/>
                </a:lnTo>
                <a:lnTo>
                  <a:pt x="18179" y="13553"/>
                </a:lnTo>
                <a:lnTo>
                  <a:pt x="16521" y="15930"/>
                </a:lnTo>
                <a:lnTo>
                  <a:pt x="14874" y="17824"/>
                </a:lnTo>
                <a:lnTo>
                  <a:pt x="13219" y="19278"/>
                </a:lnTo>
                <a:lnTo>
                  <a:pt x="11543" y="20339"/>
                </a:lnTo>
                <a:lnTo>
                  <a:pt x="9825" y="21049"/>
                </a:lnTo>
                <a:lnTo>
                  <a:pt x="8049" y="21455"/>
                </a:lnTo>
                <a:lnTo>
                  <a:pt x="6194" y="21600"/>
                </a:lnTo>
                <a:lnTo>
                  <a:pt x="4247" y="21531"/>
                </a:lnTo>
                <a:lnTo>
                  <a:pt x="2187" y="21297"/>
                </a:lnTo>
                <a:lnTo>
                  <a:pt x="0" y="20932"/>
                </a:lnTo>
                <a:lnTo>
                  <a:pt x="381" y="15737"/>
                </a:lnTo>
                <a:lnTo>
                  <a:pt x="710" y="12071"/>
                </a:lnTo>
                <a:lnTo>
                  <a:pt x="1120" y="8929"/>
                </a:lnTo>
                <a:lnTo>
                  <a:pt x="1741" y="5319"/>
                </a:lnTo>
                <a:lnTo>
                  <a:pt x="2700" y="262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6" name="contour_13764"/>
          <p:cNvSpPr/>
          <p:nvPr/>
        </p:nvSpPr>
        <p:spPr>
          <a:xfrm>
            <a:off x="4813161" y="4336355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171" y="16841"/>
                </a:lnTo>
                <a:lnTo>
                  <a:pt x="6171" y="12053"/>
                </a:lnTo>
                <a:lnTo>
                  <a:pt x="6171" y="7200"/>
                </a:lnTo>
                <a:lnTo>
                  <a:pt x="4644" y="5414"/>
                </a:lnTo>
                <a:lnTo>
                  <a:pt x="3110" y="3629"/>
                </a:lnTo>
                <a:lnTo>
                  <a:pt x="1564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3A37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7" name="contour_13765"/>
          <p:cNvSpPr/>
          <p:nvPr/>
        </p:nvSpPr>
        <p:spPr>
          <a:xfrm>
            <a:off x="4047922" y="4319243"/>
            <a:ext cx="43728" cy="303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807"/>
                </a:moveTo>
                <a:lnTo>
                  <a:pt x="6070" y="805"/>
                </a:lnTo>
                <a:lnTo>
                  <a:pt x="8456" y="203"/>
                </a:lnTo>
                <a:lnTo>
                  <a:pt x="10800" y="0"/>
                </a:lnTo>
                <a:lnTo>
                  <a:pt x="13144" y="203"/>
                </a:lnTo>
                <a:lnTo>
                  <a:pt x="15530" y="805"/>
                </a:lnTo>
                <a:lnTo>
                  <a:pt x="18000" y="1807"/>
                </a:lnTo>
                <a:lnTo>
                  <a:pt x="19325" y="5671"/>
                </a:lnTo>
                <a:lnTo>
                  <a:pt x="20174" y="8414"/>
                </a:lnTo>
                <a:lnTo>
                  <a:pt x="20722" y="10782"/>
                </a:lnTo>
                <a:lnTo>
                  <a:pt x="21139" y="13524"/>
                </a:lnTo>
                <a:lnTo>
                  <a:pt x="21600" y="17388"/>
                </a:lnTo>
                <a:lnTo>
                  <a:pt x="18958" y="18977"/>
                </a:lnTo>
                <a:lnTo>
                  <a:pt x="16603" y="20219"/>
                </a:lnTo>
                <a:lnTo>
                  <a:pt x="14414" y="21086"/>
                </a:lnTo>
                <a:lnTo>
                  <a:pt x="12258" y="21558"/>
                </a:lnTo>
                <a:lnTo>
                  <a:pt x="10008" y="21600"/>
                </a:lnTo>
                <a:lnTo>
                  <a:pt x="7538" y="21195"/>
                </a:lnTo>
                <a:lnTo>
                  <a:pt x="4723" y="20307"/>
                </a:lnTo>
                <a:lnTo>
                  <a:pt x="2380" y="18858"/>
                </a:lnTo>
                <a:lnTo>
                  <a:pt x="0" y="17388"/>
                </a:lnTo>
                <a:lnTo>
                  <a:pt x="461" y="13524"/>
                </a:lnTo>
                <a:lnTo>
                  <a:pt x="878" y="10782"/>
                </a:lnTo>
                <a:lnTo>
                  <a:pt x="1426" y="8414"/>
                </a:lnTo>
                <a:lnTo>
                  <a:pt x="2275" y="5671"/>
                </a:lnTo>
                <a:lnTo>
                  <a:pt x="3600" y="1807"/>
                </a:lnTo>
                <a:close/>
              </a:path>
            </a:pathLst>
          </a:custGeom>
          <a:solidFill>
            <a:srgbClr val="1516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8" name="contour_13766"/>
          <p:cNvSpPr/>
          <p:nvPr/>
        </p:nvSpPr>
        <p:spPr>
          <a:xfrm>
            <a:off x="4565369" y="429262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5" y="2138"/>
                </a:lnTo>
                <a:lnTo>
                  <a:pt x="12315" y="4281"/>
                </a:lnTo>
                <a:lnTo>
                  <a:pt x="13846" y="6424"/>
                </a:lnTo>
                <a:lnTo>
                  <a:pt x="15382" y="8575"/>
                </a:lnTo>
                <a:lnTo>
                  <a:pt x="16925" y="10735"/>
                </a:lnTo>
                <a:lnTo>
                  <a:pt x="18474" y="12904"/>
                </a:lnTo>
                <a:lnTo>
                  <a:pt x="20032" y="15085"/>
                </a:lnTo>
                <a:lnTo>
                  <a:pt x="21600" y="17280"/>
                </a:lnTo>
                <a:lnTo>
                  <a:pt x="18258" y="18887"/>
                </a:lnTo>
                <a:lnTo>
                  <a:pt x="15888" y="19976"/>
                </a:lnTo>
                <a:lnTo>
                  <a:pt x="14148" y="20676"/>
                </a:lnTo>
                <a:lnTo>
                  <a:pt x="12688" y="21099"/>
                </a:lnTo>
                <a:lnTo>
                  <a:pt x="11173" y="21367"/>
                </a:lnTo>
                <a:lnTo>
                  <a:pt x="9257" y="21600"/>
                </a:lnTo>
                <a:lnTo>
                  <a:pt x="6964" y="19872"/>
                </a:lnTo>
                <a:lnTo>
                  <a:pt x="5314" y="18580"/>
                </a:lnTo>
                <a:lnTo>
                  <a:pt x="4048" y="17483"/>
                </a:lnTo>
                <a:lnTo>
                  <a:pt x="2913" y="16338"/>
                </a:lnTo>
                <a:lnTo>
                  <a:pt x="1651" y="14913"/>
                </a:lnTo>
                <a:lnTo>
                  <a:pt x="0" y="12960"/>
                </a:lnTo>
                <a:lnTo>
                  <a:pt x="2040" y="12960"/>
                </a:lnTo>
                <a:lnTo>
                  <a:pt x="4092" y="12960"/>
                </a:lnTo>
                <a:lnTo>
                  <a:pt x="6171" y="12960"/>
                </a:lnTo>
                <a:lnTo>
                  <a:pt x="7122" y="9746"/>
                </a:lnTo>
                <a:lnTo>
                  <a:pt x="7757" y="7465"/>
                </a:lnTo>
                <a:lnTo>
                  <a:pt x="8227" y="5495"/>
                </a:lnTo>
                <a:lnTo>
                  <a:pt x="8677" y="3214"/>
                </a:lnTo>
                <a:lnTo>
                  <a:pt x="9257" y="0"/>
                </a:lnTo>
                <a:close/>
              </a:path>
            </a:pathLst>
          </a:custGeom>
          <a:solidFill>
            <a:srgbClr val="2725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69" name="contour_13767"/>
          <p:cNvSpPr/>
          <p:nvPr/>
        </p:nvSpPr>
        <p:spPr>
          <a:xfrm>
            <a:off x="4390458" y="430720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792"/>
                </a:lnTo>
                <a:lnTo>
                  <a:pt x="4756" y="1584"/>
                </a:lnTo>
                <a:lnTo>
                  <a:pt x="7135" y="2380"/>
                </a:lnTo>
                <a:lnTo>
                  <a:pt x="9522" y="3175"/>
                </a:lnTo>
                <a:lnTo>
                  <a:pt x="11916" y="3971"/>
                </a:lnTo>
                <a:lnTo>
                  <a:pt x="14321" y="4774"/>
                </a:lnTo>
                <a:lnTo>
                  <a:pt x="16733" y="5576"/>
                </a:lnTo>
                <a:lnTo>
                  <a:pt x="19159" y="6386"/>
                </a:lnTo>
                <a:lnTo>
                  <a:pt x="21600" y="7200"/>
                </a:lnTo>
                <a:lnTo>
                  <a:pt x="21006" y="9576"/>
                </a:lnTo>
                <a:lnTo>
                  <a:pt x="20412" y="11956"/>
                </a:lnTo>
                <a:lnTo>
                  <a:pt x="19814" y="14346"/>
                </a:lnTo>
                <a:lnTo>
                  <a:pt x="19213" y="16747"/>
                </a:lnTo>
                <a:lnTo>
                  <a:pt x="18608" y="19163"/>
                </a:lnTo>
                <a:lnTo>
                  <a:pt x="18000" y="21600"/>
                </a:lnTo>
                <a:lnTo>
                  <a:pt x="18000" y="19220"/>
                </a:lnTo>
                <a:lnTo>
                  <a:pt x="18000" y="16826"/>
                </a:lnTo>
                <a:lnTo>
                  <a:pt x="18000" y="14400"/>
                </a:lnTo>
                <a:lnTo>
                  <a:pt x="15667" y="13820"/>
                </a:lnTo>
                <a:lnTo>
                  <a:pt x="13349" y="13385"/>
                </a:lnTo>
                <a:lnTo>
                  <a:pt x="11027" y="13054"/>
                </a:lnTo>
                <a:lnTo>
                  <a:pt x="8698" y="12802"/>
                </a:lnTo>
                <a:lnTo>
                  <a:pt x="6336" y="12589"/>
                </a:lnTo>
                <a:lnTo>
                  <a:pt x="3938" y="12388"/>
                </a:lnTo>
                <a:lnTo>
                  <a:pt x="1984" y="11599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5453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0" name="contour_13768"/>
          <p:cNvSpPr/>
          <p:nvPr/>
        </p:nvSpPr>
        <p:spPr>
          <a:xfrm>
            <a:off x="10075091" y="4287125"/>
            <a:ext cx="58304" cy="220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98"/>
                </a:moveTo>
                <a:lnTo>
                  <a:pt x="21084" y="9581"/>
                </a:lnTo>
                <a:lnTo>
                  <a:pt x="20631" y="12462"/>
                </a:lnTo>
                <a:lnTo>
                  <a:pt x="19988" y="15387"/>
                </a:lnTo>
                <a:lnTo>
                  <a:pt x="18900" y="19698"/>
                </a:lnTo>
                <a:lnTo>
                  <a:pt x="17053" y="20628"/>
                </a:lnTo>
                <a:lnTo>
                  <a:pt x="15709" y="21185"/>
                </a:lnTo>
                <a:lnTo>
                  <a:pt x="14477" y="21457"/>
                </a:lnTo>
                <a:lnTo>
                  <a:pt x="12971" y="21529"/>
                </a:lnTo>
                <a:lnTo>
                  <a:pt x="10800" y="21486"/>
                </a:lnTo>
                <a:lnTo>
                  <a:pt x="10155" y="21507"/>
                </a:lnTo>
                <a:lnTo>
                  <a:pt x="9018" y="21536"/>
                </a:lnTo>
                <a:lnTo>
                  <a:pt x="6412" y="21600"/>
                </a:lnTo>
                <a:lnTo>
                  <a:pt x="4236" y="20385"/>
                </a:lnTo>
                <a:lnTo>
                  <a:pt x="2932" y="19026"/>
                </a:lnTo>
                <a:lnTo>
                  <a:pt x="1974" y="16667"/>
                </a:lnTo>
                <a:lnTo>
                  <a:pt x="842" y="12434"/>
                </a:lnTo>
                <a:lnTo>
                  <a:pt x="424" y="8945"/>
                </a:lnTo>
                <a:lnTo>
                  <a:pt x="0" y="5398"/>
                </a:lnTo>
                <a:lnTo>
                  <a:pt x="2039" y="3747"/>
                </a:lnTo>
                <a:lnTo>
                  <a:pt x="3947" y="2402"/>
                </a:lnTo>
                <a:lnTo>
                  <a:pt x="5751" y="1351"/>
                </a:lnTo>
                <a:lnTo>
                  <a:pt x="7479" y="601"/>
                </a:lnTo>
                <a:lnTo>
                  <a:pt x="9153" y="150"/>
                </a:lnTo>
                <a:lnTo>
                  <a:pt x="10800" y="0"/>
                </a:lnTo>
                <a:lnTo>
                  <a:pt x="12447" y="150"/>
                </a:lnTo>
                <a:lnTo>
                  <a:pt x="14121" y="601"/>
                </a:lnTo>
                <a:lnTo>
                  <a:pt x="15849" y="1351"/>
                </a:lnTo>
                <a:lnTo>
                  <a:pt x="17653" y="2402"/>
                </a:lnTo>
                <a:lnTo>
                  <a:pt x="19561" y="3747"/>
                </a:lnTo>
                <a:lnTo>
                  <a:pt x="21600" y="5398"/>
                </a:lnTo>
                <a:close/>
              </a:path>
            </a:pathLst>
          </a:custGeom>
          <a:solidFill>
            <a:srgbClr val="F7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1" name="contour_13769"/>
          <p:cNvSpPr/>
          <p:nvPr/>
        </p:nvSpPr>
        <p:spPr>
          <a:xfrm>
            <a:off x="4390458" y="429262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400" y="20444"/>
                </a:lnTo>
                <a:lnTo>
                  <a:pt x="17204" y="19267"/>
                </a:lnTo>
                <a:lnTo>
                  <a:pt x="15012" y="18079"/>
                </a:lnTo>
                <a:lnTo>
                  <a:pt x="12823" y="16875"/>
                </a:lnTo>
                <a:lnTo>
                  <a:pt x="12100" y="16486"/>
                </a:lnTo>
                <a:lnTo>
                  <a:pt x="10818" y="15795"/>
                </a:lnTo>
                <a:lnTo>
                  <a:pt x="7888" y="14218"/>
                </a:lnTo>
                <a:lnTo>
                  <a:pt x="5767" y="12463"/>
                </a:lnTo>
                <a:lnTo>
                  <a:pt x="4295" y="10849"/>
                </a:lnTo>
                <a:lnTo>
                  <a:pt x="3096" y="8689"/>
                </a:lnTo>
                <a:lnTo>
                  <a:pt x="1793" y="5297"/>
                </a:lnTo>
                <a:lnTo>
                  <a:pt x="0" y="0"/>
                </a:lnTo>
                <a:close/>
              </a:path>
            </a:pathLst>
          </a:custGeom>
          <a:solidFill>
            <a:srgbClr val="1D1F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2" name="contour_13770"/>
          <p:cNvSpPr/>
          <p:nvPr/>
        </p:nvSpPr>
        <p:spPr>
          <a:xfrm>
            <a:off x="2276940" y="4227035"/>
            <a:ext cx="4342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585" y="1231"/>
                </a:lnTo>
                <a:lnTo>
                  <a:pt x="8286" y="2253"/>
                </a:lnTo>
                <a:lnTo>
                  <a:pt x="11233" y="3135"/>
                </a:lnTo>
                <a:lnTo>
                  <a:pt x="13549" y="3940"/>
                </a:lnTo>
                <a:lnTo>
                  <a:pt x="15369" y="4737"/>
                </a:lnTo>
                <a:lnTo>
                  <a:pt x="16823" y="5582"/>
                </a:lnTo>
                <a:lnTo>
                  <a:pt x="18033" y="6548"/>
                </a:lnTo>
                <a:lnTo>
                  <a:pt x="19135" y="7696"/>
                </a:lnTo>
                <a:lnTo>
                  <a:pt x="20255" y="9094"/>
                </a:lnTo>
                <a:lnTo>
                  <a:pt x="21524" y="10800"/>
                </a:lnTo>
                <a:lnTo>
                  <a:pt x="21600" y="13534"/>
                </a:lnTo>
                <a:lnTo>
                  <a:pt x="21296" y="15308"/>
                </a:lnTo>
                <a:lnTo>
                  <a:pt x="20310" y="16904"/>
                </a:lnTo>
                <a:lnTo>
                  <a:pt x="18349" y="19094"/>
                </a:lnTo>
                <a:lnTo>
                  <a:pt x="16438" y="20338"/>
                </a:lnTo>
                <a:lnTo>
                  <a:pt x="14499" y="21600"/>
                </a:lnTo>
                <a:lnTo>
                  <a:pt x="13839" y="20261"/>
                </a:lnTo>
                <a:lnTo>
                  <a:pt x="13169" y="18900"/>
                </a:lnTo>
                <a:lnTo>
                  <a:pt x="12255" y="17178"/>
                </a:lnTo>
                <a:lnTo>
                  <a:pt x="11327" y="15429"/>
                </a:lnTo>
                <a:lnTo>
                  <a:pt x="10443" y="13707"/>
                </a:lnTo>
                <a:lnTo>
                  <a:pt x="9544" y="11957"/>
                </a:lnTo>
                <a:lnTo>
                  <a:pt x="8406" y="10618"/>
                </a:lnTo>
                <a:lnTo>
                  <a:pt x="7250" y="9257"/>
                </a:lnTo>
                <a:lnTo>
                  <a:pt x="4854" y="9257"/>
                </a:lnTo>
                <a:lnTo>
                  <a:pt x="2443" y="9257"/>
                </a:lnTo>
                <a:lnTo>
                  <a:pt x="0" y="9257"/>
                </a:lnTo>
                <a:lnTo>
                  <a:pt x="0" y="7424"/>
                </a:lnTo>
                <a:lnTo>
                  <a:pt x="0" y="5585"/>
                </a:lnTo>
                <a:lnTo>
                  <a:pt x="0" y="3740"/>
                </a:lnTo>
                <a:lnTo>
                  <a:pt x="0" y="1879"/>
                </a:lnTo>
                <a:lnTo>
                  <a:pt x="0" y="0"/>
                </a:lnTo>
                <a:close/>
              </a:path>
            </a:pathLst>
          </a:custGeom>
          <a:solidFill>
            <a:srgbClr val="8535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3" name="contour_13771"/>
          <p:cNvSpPr/>
          <p:nvPr/>
        </p:nvSpPr>
        <p:spPr>
          <a:xfrm>
            <a:off x="7414974" y="4234323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05"/>
                </a:lnTo>
                <a:lnTo>
                  <a:pt x="4280" y="611"/>
                </a:lnTo>
                <a:lnTo>
                  <a:pt x="6421" y="916"/>
                </a:lnTo>
                <a:lnTo>
                  <a:pt x="8566" y="1225"/>
                </a:lnTo>
                <a:lnTo>
                  <a:pt x="10720" y="1531"/>
                </a:lnTo>
                <a:lnTo>
                  <a:pt x="12877" y="1839"/>
                </a:lnTo>
                <a:lnTo>
                  <a:pt x="15043" y="2148"/>
                </a:lnTo>
                <a:lnTo>
                  <a:pt x="17218" y="2459"/>
                </a:lnTo>
                <a:lnTo>
                  <a:pt x="19403" y="2771"/>
                </a:lnTo>
                <a:lnTo>
                  <a:pt x="21600" y="3086"/>
                </a:lnTo>
                <a:lnTo>
                  <a:pt x="21001" y="6974"/>
                </a:lnTo>
                <a:lnTo>
                  <a:pt x="20535" y="9939"/>
                </a:lnTo>
                <a:lnTo>
                  <a:pt x="20165" y="12164"/>
                </a:lnTo>
                <a:lnTo>
                  <a:pt x="19860" y="13830"/>
                </a:lnTo>
                <a:lnTo>
                  <a:pt x="19576" y="15117"/>
                </a:lnTo>
                <a:lnTo>
                  <a:pt x="19283" y="16206"/>
                </a:lnTo>
                <a:lnTo>
                  <a:pt x="18940" y="17277"/>
                </a:lnTo>
                <a:lnTo>
                  <a:pt x="18514" y="18514"/>
                </a:lnTo>
                <a:lnTo>
                  <a:pt x="16613" y="19708"/>
                </a:lnTo>
                <a:lnTo>
                  <a:pt x="15339" y="20427"/>
                </a:lnTo>
                <a:lnTo>
                  <a:pt x="14108" y="20961"/>
                </a:lnTo>
                <a:lnTo>
                  <a:pt x="12343" y="21600"/>
                </a:lnTo>
                <a:lnTo>
                  <a:pt x="12559" y="19644"/>
                </a:lnTo>
                <a:lnTo>
                  <a:pt x="12778" y="17660"/>
                </a:lnTo>
                <a:lnTo>
                  <a:pt x="12908" y="15512"/>
                </a:lnTo>
                <a:lnTo>
                  <a:pt x="13003" y="13420"/>
                </a:lnTo>
                <a:lnTo>
                  <a:pt x="13046" y="11365"/>
                </a:lnTo>
                <a:lnTo>
                  <a:pt x="13019" y="9328"/>
                </a:lnTo>
                <a:lnTo>
                  <a:pt x="12904" y="7282"/>
                </a:lnTo>
                <a:lnTo>
                  <a:pt x="12685" y="5209"/>
                </a:lnTo>
                <a:lnTo>
                  <a:pt x="12343" y="3086"/>
                </a:lnTo>
                <a:lnTo>
                  <a:pt x="10328" y="1858"/>
                </a:lnTo>
                <a:lnTo>
                  <a:pt x="8439" y="1052"/>
                </a:lnTo>
                <a:lnTo>
                  <a:pt x="6566" y="562"/>
                </a:lnTo>
                <a:lnTo>
                  <a:pt x="4607" y="293"/>
                </a:lnTo>
                <a:lnTo>
                  <a:pt x="2453" y="139"/>
                </a:lnTo>
                <a:lnTo>
                  <a:pt x="0" y="0"/>
                </a:lnTo>
                <a:close/>
              </a:path>
            </a:pathLst>
          </a:custGeom>
          <a:solidFill>
            <a:srgbClr val="CEC5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4" name="contour_13772"/>
          <p:cNvSpPr/>
          <p:nvPr/>
        </p:nvSpPr>
        <p:spPr>
          <a:xfrm>
            <a:off x="4273850" y="4219747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1616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5" name="contour_13773"/>
          <p:cNvSpPr/>
          <p:nvPr/>
        </p:nvSpPr>
        <p:spPr>
          <a:xfrm>
            <a:off x="7990725" y="4219747"/>
            <a:ext cx="3080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0" y="1117"/>
                </a:lnTo>
                <a:lnTo>
                  <a:pt x="9295" y="1975"/>
                </a:lnTo>
                <a:lnTo>
                  <a:pt x="12192" y="2681"/>
                </a:lnTo>
                <a:lnTo>
                  <a:pt x="14395" y="3348"/>
                </a:lnTo>
                <a:lnTo>
                  <a:pt x="16270" y="4079"/>
                </a:lnTo>
                <a:lnTo>
                  <a:pt x="18166" y="4983"/>
                </a:lnTo>
                <a:lnTo>
                  <a:pt x="20440" y="6171"/>
                </a:lnTo>
                <a:lnTo>
                  <a:pt x="21089" y="8409"/>
                </a:lnTo>
                <a:lnTo>
                  <a:pt x="21467" y="10606"/>
                </a:lnTo>
                <a:lnTo>
                  <a:pt x="21600" y="12784"/>
                </a:lnTo>
                <a:lnTo>
                  <a:pt x="21534" y="14956"/>
                </a:lnTo>
                <a:lnTo>
                  <a:pt x="21293" y="17138"/>
                </a:lnTo>
                <a:lnTo>
                  <a:pt x="20920" y="19347"/>
                </a:lnTo>
                <a:lnTo>
                  <a:pt x="20440" y="21600"/>
                </a:lnTo>
                <a:lnTo>
                  <a:pt x="17405" y="21600"/>
                </a:lnTo>
                <a:lnTo>
                  <a:pt x="14359" y="21600"/>
                </a:lnTo>
                <a:lnTo>
                  <a:pt x="11303" y="21600"/>
                </a:lnTo>
                <a:lnTo>
                  <a:pt x="8222" y="21600"/>
                </a:lnTo>
                <a:lnTo>
                  <a:pt x="5110" y="21600"/>
                </a:lnTo>
                <a:lnTo>
                  <a:pt x="4604" y="19462"/>
                </a:lnTo>
                <a:lnTo>
                  <a:pt x="4098" y="17320"/>
                </a:lnTo>
                <a:lnTo>
                  <a:pt x="3592" y="15179"/>
                </a:lnTo>
                <a:lnTo>
                  <a:pt x="3081" y="13034"/>
                </a:lnTo>
                <a:lnTo>
                  <a:pt x="2575" y="10880"/>
                </a:lnTo>
                <a:lnTo>
                  <a:pt x="2064" y="8723"/>
                </a:lnTo>
                <a:lnTo>
                  <a:pt x="1553" y="6557"/>
                </a:lnTo>
                <a:lnTo>
                  <a:pt x="1037" y="4382"/>
                </a:lnTo>
                <a:lnTo>
                  <a:pt x="52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F8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6" name="contour_13774"/>
          <p:cNvSpPr/>
          <p:nvPr/>
        </p:nvSpPr>
        <p:spPr>
          <a:xfrm>
            <a:off x="5396200" y="4205171"/>
            <a:ext cx="58304" cy="31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85" y="0"/>
                </a:lnTo>
                <a:lnTo>
                  <a:pt x="6280" y="0"/>
                </a:lnTo>
                <a:lnTo>
                  <a:pt x="8100" y="0"/>
                </a:lnTo>
                <a:lnTo>
                  <a:pt x="8602" y="2496"/>
                </a:lnTo>
                <a:lnTo>
                  <a:pt x="9112" y="5031"/>
                </a:lnTo>
                <a:lnTo>
                  <a:pt x="9949" y="7527"/>
                </a:lnTo>
                <a:lnTo>
                  <a:pt x="10800" y="10063"/>
                </a:lnTo>
                <a:lnTo>
                  <a:pt x="12625" y="10430"/>
                </a:lnTo>
                <a:lnTo>
                  <a:pt x="14410" y="10591"/>
                </a:lnTo>
                <a:lnTo>
                  <a:pt x="16178" y="10596"/>
                </a:lnTo>
                <a:lnTo>
                  <a:pt x="17950" y="10481"/>
                </a:lnTo>
                <a:lnTo>
                  <a:pt x="19751" y="10289"/>
                </a:lnTo>
                <a:lnTo>
                  <a:pt x="21600" y="10063"/>
                </a:lnTo>
                <a:lnTo>
                  <a:pt x="21600" y="13389"/>
                </a:lnTo>
                <a:lnTo>
                  <a:pt x="21600" y="16735"/>
                </a:lnTo>
                <a:lnTo>
                  <a:pt x="21600" y="20126"/>
                </a:lnTo>
                <a:lnTo>
                  <a:pt x="19745" y="20357"/>
                </a:lnTo>
                <a:lnTo>
                  <a:pt x="17890" y="20564"/>
                </a:lnTo>
                <a:lnTo>
                  <a:pt x="16033" y="20750"/>
                </a:lnTo>
                <a:lnTo>
                  <a:pt x="14175" y="20916"/>
                </a:lnTo>
                <a:lnTo>
                  <a:pt x="12317" y="21072"/>
                </a:lnTo>
                <a:lnTo>
                  <a:pt x="11551" y="21147"/>
                </a:lnTo>
                <a:lnTo>
                  <a:pt x="10198" y="21283"/>
                </a:lnTo>
                <a:lnTo>
                  <a:pt x="7098" y="21600"/>
                </a:lnTo>
                <a:lnTo>
                  <a:pt x="5646" y="21112"/>
                </a:lnTo>
                <a:lnTo>
                  <a:pt x="4182" y="20624"/>
                </a:lnTo>
                <a:lnTo>
                  <a:pt x="2700" y="20126"/>
                </a:lnTo>
                <a:lnTo>
                  <a:pt x="1661" y="16503"/>
                </a:lnTo>
                <a:lnTo>
                  <a:pt x="1002" y="13912"/>
                </a:lnTo>
                <a:lnTo>
                  <a:pt x="591" y="11618"/>
                </a:lnTo>
                <a:lnTo>
                  <a:pt x="300" y="8896"/>
                </a:lnTo>
                <a:lnTo>
                  <a:pt x="0" y="5031"/>
                </a:lnTo>
                <a:lnTo>
                  <a:pt x="1339" y="2536"/>
                </a:lnTo>
                <a:lnTo>
                  <a:pt x="2700" y="0"/>
                </a:lnTo>
                <a:close/>
              </a:path>
            </a:pathLst>
          </a:custGeom>
          <a:solidFill>
            <a:srgbClr val="CBD0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7" name="contour_13775"/>
          <p:cNvSpPr/>
          <p:nvPr/>
        </p:nvSpPr>
        <p:spPr>
          <a:xfrm>
            <a:off x="1919828" y="4197883"/>
            <a:ext cx="2944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05" y="1752"/>
                </a:lnTo>
                <a:lnTo>
                  <a:pt x="9907" y="3070"/>
                </a:lnTo>
                <a:lnTo>
                  <a:pt x="12971" y="4093"/>
                </a:lnTo>
                <a:lnTo>
                  <a:pt x="15280" y="4968"/>
                </a:lnTo>
                <a:lnTo>
                  <a:pt x="17200" y="5832"/>
                </a:lnTo>
                <a:lnTo>
                  <a:pt x="19114" y="6828"/>
                </a:lnTo>
                <a:lnTo>
                  <a:pt x="21386" y="8100"/>
                </a:lnTo>
                <a:lnTo>
                  <a:pt x="21600" y="10090"/>
                </a:lnTo>
                <a:lnTo>
                  <a:pt x="21370" y="11958"/>
                </a:lnTo>
                <a:lnTo>
                  <a:pt x="20696" y="13740"/>
                </a:lnTo>
                <a:lnTo>
                  <a:pt x="19579" y="15468"/>
                </a:lnTo>
                <a:lnTo>
                  <a:pt x="18029" y="17177"/>
                </a:lnTo>
                <a:lnTo>
                  <a:pt x="16040" y="18900"/>
                </a:lnTo>
                <a:lnTo>
                  <a:pt x="14879" y="19192"/>
                </a:lnTo>
                <a:lnTo>
                  <a:pt x="13377" y="19572"/>
                </a:lnTo>
                <a:lnTo>
                  <a:pt x="10538" y="20290"/>
                </a:lnTo>
                <a:lnTo>
                  <a:pt x="5347" y="21600"/>
                </a:lnTo>
                <a:lnTo>
                  <a:pt x="4903" y="19818"/>
                </a:lnTo>
                <a:lnTo>
                  <a:pt x="4464" y="18036"/>
                </a:lnTo>
                <a:lnTo>
                  <a:pt x="4021" y="16251"/>
                </a:lnTo>
                <a:lnTo>
                  <a:pt x="3582" y="14464"/>
                </a:lnTo>
                <a:lnTo>
                  <a:pt x="3138" y="12674"/>
                </a:lnTo>
                <a:lnTo>
                  <a:pt x="2695" y="10881"/>
                </a:lnTo>
                <a:lnTo>
                  <a:pt x="2251" y="9083"/>
                </a:lnTo>
                <a:lnTo>
                  <a:pt x="1802" y="7279"/>
                </a:lnTo>
                <a:lnTo>
                  <a:pt x="1353" y="5470"/>
                </a:lnTo>
                <a:lnTo>
                  <a:pt x="904" y="3656"/>
                </a:lnTo>
                <a:lnTo>
                  <a:pt x="454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6D62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8" name="contour_13776"/>
          <p:cNvSpPr/>
          <p:nvPr/>
        </p:nvSpPr>
        <p:spPr>
          <a:xfrm>
            <a:off x="5410776" y="4196622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5"/>
                </a:moveTo>
                <a:lnTo>
                  <a:pt x="2603" y="543"/>
                </a:lnTo>
                <a:lnTo>
                  <a:pt x="5177" y="254"/>
                </a:lnTo>
                <a:lnTo>
                  <a:pt x="7736" y="62"/>
                </a:lnTo>
                <a:lnTo>
                  <a:pt x="10289" y="0"/>
                </a:lnTo>
                <a:lnTo>
                  <a:pt x="12845" y="98"/>
                </a:lnTo>
                <a:lnTo>
                  <a:pt x="15412" y="383"/>
                </a:lnTo>
                <a:lnTo>
                  <a:pt x="18000" y="895"/>
                </a:lnTo>
                <a:lnTo>
                  <a:pt x="19433" y="4747"/>
                </a:lnTo>
                <a:lnTo>
                  <a:pt x="20336" y="7480"/>
                </a:lnTo>
                <a:lnTo>
                  <a:pt x="20884" y="9840"/>
                </a:lnTo>
                <a:lnTo>
                  <a:pt x="21247" y="12573"/>
                </a:lnTo>
                <a:lnTo>
                  <a:pt x="21600" y="16424"/>
                </a:lnTo>
                <a:lnTo>
                  <a:pt x="19231" y="17904"/>
                </a:lnTo>
                <a:lnTo>
                  <a:pt x="16909" y="19209"/>
                </a:lnTo>
                <a:lnTo>
                  <a:pt x="14591" y="20290"/>
                </a:lnTo>
                <a:lnTo>
                  <a:pt x="12226" y="21088"/>
                </a:lnTo>
                <a:lnTo>
                  <a:pt x="9778" y="21543"/>
                </a:lnTo>
                <a:lnTo>
                  <a:pt x="7200" y="21600"/>
                </a:lnTo>
                <a:lnTo>
                  <a:pt x="5728" y="18914"/>
                </a:lnTo>
                <a:lnTo>
                  <a:pt x="4457" y="16144"/>
                </a:lnTo>
                <a:lnTo>
                  <a:pt x="3362" y="13282"/>
                </a:lnTo>
                <a:lnTo>
                  <a:pt x="2401" y="10332"/>
                </a:lnTo>
                <a:lnTo>
                  <a:pt x="1544" y="7283"/>
                </a:lnTo>
                <a:lnTo>
                  <a:pt x="752" y="4141"/>
                </a:lnTo>
                <a:lnTo>
                  <a:pt x="0" y="895"/>
                </a:lnTo>
                <a:close/>
              </a:path>
            </a:pathLst>
          </a:custGeom>
          <a:solidFill>
            <a:srgbClr val="E3E7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79" name="contour_13777"/>
          <p:cNvSpPr/>
          <p:nvPr/>
        </p:nvSpPr>
        <p:spPr>
          <a:xfrm>
            <a:off x="10657219" y="4183307"/>
            <a:ext cx="59215" cy="381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91" y="0"/>
                </a:moveTo>
                <a:lnTo>
                  <a:pt x="4748" y="0"/>
                </a:lnTo>
                <a:lnTo>
                  <a:pt x="6516" y="0"/>
                </a:lnTo>
                <a:lnTo>
                  <a:pt x="8308" y="0"/>
                </a:lnTo>
                <a:lnTo>
                  <a:pt x="8802" y="2822"/>
                </a:lnTo>
                <a:lnTo>
                  <a:pt x="9305" y="5681"/>
                </a:lnTo>
                <a:lnTo>
                  <a:pt x="10177" y="8953"/>
                </a:lnTo>
                <a:lnTo>
                  <a:pt x="10993" y="11325"/>
                </a:lnTo>
                <a:lnTo>
                  <a:pt x="11894" y="13068"/>
                </a:lnTo>
                <a:lnTo>
                  <a:pt x="13011" y="14465"/>
                </a:lnTo>
                <a:lnTo>
                  <a:pt x="14483" y="15783"/>
                </a:lnTo>
                <a:lnTo>
                  <a:pt x="16448" y="17303"/>
                </a:lnTo>
                <a:lnTo>
                  <a:pt x="18157" y="18452"/>
                </a:lnTo>
                <a:lnTo>
                  <a:pt x="19875" y="19571"/>
                </a:lnTo>
                <a:lnTo>
                  <a:pt x="21600" y="20658"/>
                </a:lnTo>
                <a:lnTo>
                  <a:pt x="19718" y="20922"/>
                </a:lnTo>
                <a:lnTo>
                  <a:pt x="17846" y="21162"/>
                </a:lnTo>
                <a:lnTo>
                  <a:pt x="15985" y="21360"/>
                </a:lnTo>
                <a:lnTo>
                  <a:pt x="14132" y="21505"/>
                </a:lnTo>
                <a:lnTo>
                  <a:pt x="12282" y="21592"/>
                </a:lnTo>
                <a:lnTo>
                  <a:pt x="10434" y="21600"/>
                </a:lnTo>
                <a:lnTo>
                  <a:pt x="8584" y="21521"/>
                </a:lnTo>
                <a:lnTo>
                  <a:pt x="6729" y="21348"/>
                </a:lnTo>
                <a:lnTo>
                  <a:pt x="4865" y="21063"/>
                </a:lnTo>
                <a:lnTo>
                  <a:pt x="2991" y="20658"/>
                </a:lnTo>
                <a:lnTo>
                  <a:pt x="1832" y="18249"/>
                </a:lnTo>
                <a:lnTo>
                  <a:pt x="1055" y="15993"/>
                </a:lnTo>
                <a:lnTo>
                  <a:pt x="561" y="13692"/>
                </a:lnTo>
                <a:lnTo>
                  <a:pt x="245" y="11143"/>
                </a:lnTo>
                <a:lnTo>
                  <a:pt x="0" y="8152"/>
                </a:lnTo>
                <a:lnTo>
                  <a:pt x="234" y="5764"/>
                </a:lnTo>
                <a:lnTo>
                  <a:pt x="622" y="4119"/>
                </a:lnTo>
                <a:lnTo>
                  <a:pt x="1449" y="2450"/>
                </a:lnTo>
                <a:lnTo>
                  <a:pt x="2991" y="0"/>
                </a:lnTo>
                <a:close/>
              </a:path>
            </a:pathLst>
          </a:custGeom>
          <a:solidFill>
            <a:srgbClr val="A826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0" name="contour_13778"/>
          <p:cNvSpPr/>
          <p:nvPr/>
        </p:nvSpPr>
        <p:spPr>
          <a:xfrm>
            <a:off x="4288426" y="4110427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921" y="710"/>
                </a:lnTo>
                <a:lnTo>
                  <a:pt x="9439" y="1503"/>
                </a:lnTo>
                <a:lnTo>
                  <a:pt x="11902" y="2367"/>
                </a:lnTo>
                <a:lnTo>
                  <a:pt x="14329" y="3280"/>
                </a:lnTo>
                <a:lnTo>
                  <a:pt x="16740" y="4234"/>
                </a:lnTo>
                <a:lnTo>
                  <a:pt x="19155" y="5203"/>
                </a:lnTo>
                <a:lnTo>
                  <a:pt x="21600" y="6171"/>
                </a:lnTo>
                <a:lnTo>
                  <a:pt x="20948" y="6946"/>
                </a:lnTo>
                <a:lnTo>
                  <a:pt x="20347" y="7662"/>
                </a:lnTo>
                <a:lnTo>
                  <a:pt x="19695" y="8439"/>
                </a:lnTo>
                <a:lnTo>
                  <a:pt x="18878" y="9411"/>
                </a:lnTo>
                <a:lnTo>
                  <a:pt x="17794" y="10701"/>
                </a:lnTo>
                <a:lnTo>
                  <a:pt x="16334" y="12439"/>
                </a:lnTo>
                <a:lnTo>
                  <a:pt x="14394" y="14750"/>
                </a:lnTo>
                <a:lnTo>
                  <a:pt x="11863" y="17761"/>
                </a:lnTo>
                <a:lnTo>
                  <a:pt x="8640" y="21600"/>
                </a:lnTo>
                <a:lnTo>
                  <a:pt x="7776" y="19749"/>
                </a:lnTo>
                <a:lnTo>
                  <a:pt x="6912" y="17897"/>
                </a:lnTo>
                <a:lnTo>
                  <a:pt x="6048" y="16046"/>
                </a:lnTo>
                <a:lnTo>
                  <a:pt x="5184" y="14194"/>
                </a:lnTo>
                <a:lnTo>
                  <a:pt x="4320" y="12343"/>
                </a:lnTo>
                <a:lnTo>
                  <a:pt x="3430" y="10686"/>
                </a:lnTo>
                <a:lnTo>
                  <a:pt x="2527" y="9020"/>
                </a:lnTo>
                <a:lnTo>
                  <a:pt x="1620" y="7329"/>
                </a:lnTo>
                <a:lnTo>
                  <a:pt x="816" y="5221"/>
                </a:lnTo>
                <a:lnTo>
                  <a:pt x="0" y="3086"/>
                </a:lnTo>
                <a:lnTo>
                  <a:pt x="2143" y="1555"/>
                </a:lnTo>
                <a:lnTo>
                  <a:pt x="4320" y="0"/>
                </a:lnTo>
                <a:close/>
              </a:path>
            </a:pathLst>
          </a:custGeom>
          <a:solidFill>
            <a:srgbClr val="F0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1" name="contour_13779"/>
          <p:cNvSpPr/>
          <p:nvPr/>
        </p:nvSpPr>
        <p:spPr>
          <a:xfrm>
            <a:off x="2255076" y="405941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739"/>
                </a:lnTo>
                <a:lnTo>
                  <a:pt x="6823" y="1318"/>
                </a:lnTo>
                <a:lnTo>
                  <a:pt x="8260" y="1931"/>
                </a:lnTo>
                <a:lnTo>
                  <a:pt x="10013" y="2778"/>
                </a:lnTo>
                <a:lnTo>
                  <a:pt x="12534" y="4052"/>
                </a:lnTo>
                <a:lnTo>
                  <a:pt x="14228" y="4890"/>
                </a:lnTo>
                <a:lnTo>
                  <a:pt x="15932" y="5741"/>
                </a:lnTo>
                <a:lnTo>
                  <a:pt x="17660" y="6597"/>
                </a:lnTo>
                <a:lnTo>
                  <a:pt x="19616" y="7612"/>
                </a:lnTo>
                <a:lnTo>
                  <a:pt x="21600" y="8640"/>
                </a:lnTo>
                <a:lnTo>
                  <a:pt x="20073" y="10778"/>
                </a:lnTo>
                <a:lnTo>
                  <a:pt x="18542" y="12921"/>
                </a:lnTo>
                <a:lnTo>
                  <a:pt x="17005" y="15072"/>
                </a:lnTo>
                <a:lnTo>
                  <a:pt x="15463" y="17232"/>
                </a:lnTo>
                <a:lnTo>
                  <a:pt x="13910" y="19405"/>
                </a:lnTo>
                <a:lnTo>
                  <a:pt x="12343" y="21600"/>
                </a:lnTo>
                <a:lnTo>
                  <a:pt x="10815" y="19462"/>
                </a:lnTo>
                <a:lnTo>
                  <a:pt x="9285" y="17319"/>
                </a:lnTo>
                <a:lnTo>
                  <a:pt x="7754" y="15176"/>
                </a:lnTo>
                <a:lnTo>
                  <a:pt x="6218" y="13025"/>
                </a:lnTo>
                <a:lnTo>
                  <a:pt x="4675" y="10865"/>
                </a:lnTo>
                <a:lnTo>
                  <a:pt x="3126" y="8696"/>
                </a:lnTo>
                <a:lnTo>
                  <a:pt x="1568" y="6515"/>
                </a:lnTo>
                <a:lnTo>
                  <a:pt x="0" y="4320"/>
                </a:lnTo>
                <a:lnTo>
                  <a:pt x="1531" y="2177"/>
                </a:lnTo>
                <a:lnTo>
                  <a:pt x="3086" y="0"/>
                </a:lnTo>
                <a:close/>
              </a:path>
            </a:pathLst>
          </a:custGeom>
          <a:solidFill>
            <a:srgbClr val="ACC6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2" name="contour_13780"/>
          <p:cNvSpPr/>
          <p:nvPr/>
        </p:nvSpPr>
        <p:spPr>
          <a:xfrm>
            <a:off x="7721070" y="403754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80" y="2709"/>
                </a:lnTo>
                <a:lnTo>
                  <a:pt x="19742" y="5413"/>
                </a:lnTo>
                <a:lnTo>
                  <a:pt x="18788" y="8109"/>
                </a:lnTo>
                <a:lnTo>
                  <a:pt x="17820" y="10800"/>
                </a:lnTo>
                <a:lnTo>
                  <a:pt x="17120" y="12809"/>
                </a:lnTo>
                <a:lnTo>
                  <a:pt x="16412" y="14826"/>
                </a:lnTo>
                <a:lnTo>
                  <a:pt x="15695" y="16874"/>
                </a:lnTo>
                <a:lnTo>
                  <a:pt x="14338" y="19220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270" y="18775"/>
                </a:lnTo>
                <a:lnTo>
                  <a:pt x="2640" y="16705"/>
                </a:lnTo>
                <a:lnTo>
                  <a:pt x="2173" y="14386"/>
                </a:lnTo>
                <a:lnTo>
                  <a:pt x="1620" y="10800"/>
                </a:lnTo>
                <a:lnTo>
                  <a:pt x="1132" y="7785"/>
                </a:lnTo>
                <a:lnTo>
                  <a:pt x="639" y="4726"/>
                </a:lnTo>
                <a:lnTo>
                  <a:pt x="480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EDF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3" name="contour_13781"/>
          <p:cNvSpPr/>
          <p:nvPr/>
        </p:nvSpPr>
        <p:spPr>
          <a:xfrm>
            <a:off x="7998013" y="3964667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410"/>
                </a:lnTo>
                <a:lnTo>
                  <a:pt x="3290" y="821"/>
                </a:lnTo>
                <a:lnTo>
                  <a:pt x="4937" y="1237"/>
                </a:lnTo>
                <a:lnTo>
                  <a:pt x="6586" y="1647"/>
                </a:lnTo>
                <a:lnTo>
                  <a:pt x="8237" y="2057"/>
                </a:lnTo>
                <a:lnTo>
                  <a:pt x="9890" y="2473"/>
                </a:lnTo>
                <a:lnTo>
                  <a:pt x="11549" y="2889"/>
                </a:lnTo>
                <a:lnTo>
                  <a:pt x="13210" y="3305"/>
                </a:lnTo>
                <a:lnTo>
                  <a:pt x="14875" y="3721"/>
                </a:lnTo>
                <a:lnTo>
                  <a:pt x="16548" y="4136"/>
                </a:lnTo>
                <a:lnTo>
                  <a:pt x="18226" y="4558"/>
                </a:lnTo>
                <a:lnTo>
                  <a:pt x="19908" y="4979"/>
                </a:lnTo>
                <a:lnTo>
                  <a:pt x="21600" y="5400"/>
                </a:lnTo>
                <a:lnTo>
                  <a:pt x="21125" y="8608"/>
                </a:lnTo>
                <a:lnTo>
                  <a:pt x="20647" y="11826"/>
                </a:lnTo>
                <a:lnTo>
                  <a:pt x="20170" y="15055"/>
                </a:lnTo>
                <a:lnTo>
                  <a:pt x="19687" y="18311"/>
                </a:lnTo>
                <a:lnTo>
                  <a:pt x="19200" y="21600"/>
                </a:lnTo>
                <a:lnTo>
                  <a:pt x="17546" y="20682"/>
                </a:lnTo>
                <a:lnTo>
                  <a:pt x="15895" y="19748"/>
                </a:lnTo>
                <a:lnTo>
                  <a:pt x="14246" y="18797"/>
                </a:lnTo>
                <a:lnTo>
                  <a:pt x="12598" y="17842"/>
                </a:lnTo>
                <a:lnTo>
                  <a:pt x="10949" y="16875"/>
                </a:lnTo>
                <a:lnTo>
                  <a:pt x="10267" y="16486"/>
                </a:lnTo>
                <a:lnTo>
                  <a:pt x="9065" y="15795"/>
                </a:lnTo>
                <a:lnTo>
                  <a:pt x="6310" y="14218"/>
                </a:lnTo>
                <a:lnTo>
                  <a:pt x="4651" y="12728"/>
                </a:lnTo>
                <a:lnTo>
                  <a:pt x="3470" y="11410"/>
                </a:lnTo>
                <a:lnTo>
                  <a:pt x="2590" y="9877"/>
                </a:lnTo>
                <a:lnTo>
                  <a:pt x="1834" y="7727"/>
                </a:lnTo>
                <a:lnTo>
                  <a:pt x="1030" y="4568"/>
                </a:lnTo>
                <a:lnTo>
                  <a:pt x="0" y="0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4" name="contour_13782"/>
          <p:cNvSpPr/>
          <p:nvPr/>
        </p:nvSpPr>
        <p:spPr>
          <a:xfrm>
            <a:off x="7932421" y="3928227"/>
            <a:ext cx="65592" cy="22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19217" y="6956"/>
                </a:lnTo>
                <a:lnTo>
                  <a:pt x="17378" y="12198"/>
                </a:lnTo>
                <a:lnTo>
                  <a:pt x="15955" y="15958"/>
                </a:lnTo>
                <a:lnTo>
                  <a:pt x="14818" y="18508"/>
                </a:lnTo>
                <a:lnTo>
                  <a:pt x="13838" y="20096"/>
                </a:lnTo>
                <a:lnTo>
                  <a:pt x="12888" y="20968"/>
                </a:lnTo>
                <a:lnTo>
                  <a:pt x="11834" y="21389"/>
                </a:lnTo>
                <a:lnTo>
                  <a:pt x="10548" y="21600"/>
                </a:lnTo>
                <a:lnTo>
                  <a:pt x="9293" y="20708"/>
                </a:lnTo>
                <a:lnTo>
                  <a:pt x="8028" y="19801"/>
                </a:lnTo>
                <a:lnTo>
                  <a:pt x="6749" y="18888"/>
                </a:lnTo>
                <a:lnTo>
                  <a:pt x="6185" y="18515"/>
                </a:lnTo>
                <a:lnTo>
                  <a:pt x="5184" y="17848"/>
                </a:lnTo>
                <a:lnTo>
                  <a:pt x="2897" y="16330"/>
                </a:lnTo>
                <a:lnTo>
                  <a:pt x="1459" y="15199"/>
                </a:lnTo>
                <a:lnTo>
                  <a:pt x="0" y="14053"/>
                </a:lnTo>
                <a:lnTo>
                  <a:pt x="0" y="9409"/>
                </a:lnTo>
                <a:lnTo>
                  <a:pt x="0" y="4736"/>
                </a:lnTo>
                <a:lnTo>
                  <a:pt x="0" y="0"/>
                </a:lnTo>
                <a:close/>
              </a:path>
            </a:pathLst>
          </a:custGeom>
          <a:solidFill>
            <a:srgbClr val="C9D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5" name="contour_13783"/>
          <p:cNvSpPr/>
          <p:nvPr/>
        </p:nvSpPr>
        <p:spPr>
          <a:xfrm>
            <a:off x="10439491" y="3767892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713"/>
                </a:lnTo>
                <a:lnTo>
                  <a:pt x="3564" y="1426"/>
                </a:lnTo>
                <a:lnTo>
                  <a:pt x="5349" y="2138"/>
                </a:lnTo>
                <a:lnTo>
                  <a:pt x="7136" y="2856"/>
                </a:lnTo>
                <a:lnTo>
                  <a:pt x="8926" y="3568"/>
                </a:lnTo>
                <a:lnTo>
                  <a:pt x="10719" y="4285"/>
                </a:lnTo>
                <a:lnTo>
                  <a:pt x="12517" y="5007"/>
                </a:lnTo>
                <a:lnTo>
                  <a:pt x="14321" y="5728"/>
                </a:lnTo>
                <a:lnTo>
                  <a:pt x="16130" y="6450"/>
                </a:lnTo>
                <a:lnTo>
                  <a:pt x="17944" y="7180"/>
                </a:lnTo>
                <a:lnTo>
                  <a:pt x="19769" y="7906"/>
                </a:lnTo>
                <a:lnTo>
                  <a:pt x="21600" y="8640"/>
                </a:lnTo>
                <a:lnTo>
                  <a:pt x="19691" y="12951"/>
                </a:lnTo>
                <a:lnTo>
                  <a:pt x="18306" y="15924"/>
                </a:lnTo>
                <a:lnTo>
                  <a:pt x="17221" y="17915"/>
                </a:lnTo>
                <a:lnTo>
                  <a:pt x="16205" y="19284"/>
                </a:lnTo>
                <a:lnTo>
                  <a:pt x="15042" y="20395"/>
                </a:lnTo>
                <a:lnTo>
                  <a:pt x="13500" y="21600"/>
                </a:lnTo>
                <a:lnTo>
                  <a:pt x="11777" y="20684"/>
                </a:lnTo>
                <a:lnTo>
                  <a:pt x="10125" y="19639"/>
                </a:lnTo>
                <a:lnTo>
                  <a:pt x="8535" y="18464"/>
                </a:lnTo>
                <a:lnTo>
                  <a:pt x="7001" y="17159"/>
                </a:lnTo>
                <a:lnTo>
                  <a:pt x="5522" y="15720"/>
                </a:lnTo>
                <a:lnTo>
                  <a:pt x="4085" y="14152"/>
                </a:lnTo>
                <a:lnTo>
                  <a:pt x="2689" y="12450"/>
                </a:lnTo>
                <a:lnTo>
                  <a:pt x="1331" y="10614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F7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6" name="contour_13784"/>
          <p:cNvSpPr/>
          <p:nvPr/>
        </p:nvSpPr>
        <p:spPr>
          <a:xfrm>
            <a:off x="4514353" y="3592980"/>
            <a:ext cx="102032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53" y="5016"/>
                </a:lnTo>
                <a:lnTo>
                  <a:pt x="21149" y="8572"/>
                </a:lnTo>
                <a:lnTo>
                  <a:pt x="20915" y="11655"/>
                </a:lnTo>
                <a:lnTo>
                  <a:pt x="20576" y="15238"/>
                </a:lnTo>
                <a:lnTo>
                  <a:pt x="20057" y="20282"/>
                </a:lnTo>
                <a:lnTo>
                  <a:pt x="19053" y="21093"/>
                </a:lnTo>
                <a:lnTo>
                  <a:pt x="18315" y="21526"/>
                </a:lnTo>
                <a:lnTo>
                  <a:pt x="17626" y="21600"/>
                </a:lnTo>
                <a:lnTo>
                  <a:pt x="16766" y="21343"/>
                </a:lnTo>
                <a:lnTo>
                  <a:pt x="15520" y="20782"/>
                </a:lnTo>
                <a:lnTo>
                  <a:pt x="14619" y="20410"/>
                </a:lnTo>
                <a:lnTo>
                  <a:pt x="13711" y="20038"/>
                </a:lnTo>
                <a:lnTo>
                  <a:pt x="12792" y="19660"/>
                </a:lnTo>
                <a:lnTo>
                  <a:pt x="11848" y="19166"/>
                </a:lnTo>
                <a:lnTo>
                  <a:pt x="10896" y="18673"/>
                </a:lnTo>
                <a:lnTo>
                  <a:pt x="9933" y="18172"/>
                </a:lnTo>
                <a:lnTo>
                  <a:pt x="8981" y="17753"/>
                </a:lnTo>
                <a:lnTo>
                  <a:pt x="8024" y="17334"/>
                </a:lnTo>
                <a:lnTo>
                  <a:pt x="7054" y="16915"/>
                </a:lnTo>
                <a:lnTo>
                  <a:pt x="6045" y="16462"/>
                </a:lnTo>
                <a:lnTo>
                  <a:pt x="5037" y="16002"/>
                </a:lnTo>
                <a:lnTo>
                  <a:pt x="4028" y="15522"/>
                </a:lnTo>
                <a:lnTo>
                  <a:pt x="3021" y="15042"/>
                </a:lnTo>
                <a:lnTo>
                  <a:pt x="2013" y="14542"/>
                </a:lnTo>
                <a:lnTo>
                  <a:pt x="1007" y="14035"/>
                </a:lnTo>
                <a:lnTo>
                  <a:pt x="0" y="13521"/>
                </a:lnTo>
                <a:lnTo>
                  <a:pt x="0" y="10168"/>
                </a:lnTo>
                <a:lnTo>
                  <a:pt x="0" y="6761"/>
                </a:lnTo>
                <a:lnTo>
                  <a:pt x="1007" y="6382"/>
                </a:lnTo>
                <a:lnTo>
                  <a:pt x="2013" y="6003"/>
                </a:lnTo>
                <a:lnTo>
                  <a:pt x="3021" y="5632"/>
                </a:lnTo>
                <a:lnTo>
                  <a:pt x="4028" y="5253"/>
                </a:lnTo>
                <a:lnTo>
                  <a:pt x="5036" y="4881"/>
                </a:lnTo>
                <a:lnTo>
                  <a:pt x="6043" y="4503"/>
                </a:lnTo>
                <a:lnTo>
                  <a:pt x="7051" y="4131"/>
                </a:lnTo>
                <a:lnTo>
                  <a:pt x="8057" y="3752"/>
                </a:lnTo>
                <a:lnTo>
                  <a:pt x="9064" y="3380"/>
                </a:lnTo>
                <a:lnTo>
                  <a:pt x="9922" y="3056"/>
                </a:lnTo>
                <a:lnTo>
                  <a:pt x="10786" y="2731"/>
                </a:lnTo>
                <a:lnTo>
                  <a:pt x="11662" y="2400"/>
                </a:lnTo>
                <a:lnTo>
                  <a:pt x="12489" y="2096"/>
                </a:lnTo>
                <a:lnTo>
                  <a:pt x="13321" y="1792"/>
                </a:lnTo>
                <a:lnTo>
                  <a:pt x="14163" y="1481"/>
                </a:lnTo>
                <a:lnTo>
                  <a:pt x="14924" y="1197"/>
                </a:lnTo>
                <a:lnTo>
                  <a:pt x="15688" y="913"/>
                </a:lnTo>
                <a:lnTo>
                  <a:pt x="16464" y="622"/>
                </a:lnTo>
                <a:lnTo>
                  <a:pt x="17490" y="358"/>
                </a:lnTo>
                <a:lnTo>
                  <a:pt x="18517" y="176"/>
                </a:lnTo>
                <a:lnTo>
                  <a:pt x="19545" y="68"/>
                </a:lnTo>
                <a:lnTo>
                  <a:pt x="20572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BACF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7" name="contour_13785"/>
          <p:cNvSpPr/>
          <p:nvPr/>
        </p:nvSpPr>
        <p:spPr>
          <a:xfrm>
            <a:off x="1621021" y="3571116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6" y="1528"/>
                </a:lnTo>
                <a:lnTo>
                  <a:pt x="13856" y="3056"/>
                </a:lnTo>
                <a:lnTo>
                  <a:pt x="15390" y="4590"/>
                </a:lnTo>
                <a:lnTo>
                  <a:pt x="16931" y="6129"/>
                </a:lnTo>
                <a:lnTo>
                  <a:pt x="18475" y="7676"/>
                </a:lnTo>
                <a:lnTo>
                  <a:pt x="20034" y="9231"/>
                </a:lnTo>
                <a:lnTo>
                  <a:pt x="21600" y="10800"/>
                </a:lnTo>
                <a:lnTo>
                  <a:pt x="19426" y="10633"/>
                </a:lnTo>
                <a:lnTo>
                  <a:pt x="17244" y="10465"/>
                </a:lnTo>
                <a:lnTo>
                  <a:pt x="15048" y="10295"/>
                </a:lnTo>
                <a:lnTo>
                  <a:pt x="12823" y="10125"/>
                </a:lnTo>
                <a:lnTo>
                  <a:pt x="9882" y="10112"/>
                </a:lnTo>
                <a:lnTo>
                  <a:pt x="7938" y="10176"/>
                </a:lnTo>
                <a:lnTo>
                  <a:pt x="6134" y="10384"/>
                </a:lnTo>
                <a:lnTo>
                  <a:pt x="3600" y="10800"/>
                </a:lnTo>
                <a:lnTo>
                  <a:pt x="2315" y="12568"/>
                </a:lnTo>
                <a:lnTo>
                  <a:pt x="1436" y="14251"/>
                </a:lnTo>
                <a:lnTo>
                  <a:pt x="864" y="15922"/>
                </a:lnTo>
                <a:lnTo>
                  <a:pt x="500" y="17655"/>
                </a:lnTo>
                <a:lnTo>
                  <a:pt x="245" y="19524"/>
                </a:lnTo>
                <a:lnTo>
                  <a:pt x="0" y="21600"/>
                </a:lnTo>
                <a:lnTo>
                  <a:pt x="0" y="19818"/>
                </a:lnTo>
                <a:lnTo>
                  <a:pt x="0" y="18033"/>
                </a:lnTo>
                <a:lnTo>
                  <a:pt x="0" y="16249"/>
                </a:lnTo>
                <a:lnTo>
                  <a:pt x="0" y="14459"/>
                </a:lnTo>
                <a:lnTo>
                  <a:pt x="0" y="12663"/>
                </a:lnTo>
                <a:lnTo>
                  <a:pt x="0" y="10859"/>
                </a:lnTo>
                <a:lnTo>
                  <a:pt x="0" y="9050"/>
                </a:lnTo>
                <a:lnTo>
                  <a:pt x="0" y="7231"/>
                </a:lnTo>
                <a:lnTo>
                  <a:pt x="0" y="5400"/>
                </a:lnTo>
                <a:lnTo>
                  <a:pt x="2138" y="5400"/>
                </a:lnTo>
                <a:lnTo>
                  <a:pt x="4284" y="5400"/>
                </a:lnTo>
                <a:lnTo>
                  <a:pt x="6437" y="5400"/>
                </a:lnTo>
                <a:lnTo>
                  <a:pt x="8608" y="5400"/>
                </a:lnTo>
                <a:lnTo>
                  <a:pt x="10800" y="5400"/>
                </a:lnTo>
                <a:lnTo>
                  <a:pt x="10800" y="3615"/>
                </a:lnTo>
                <a:lnTo>
                  <a:pt x="10800" y="1820"/>
                </a:lnTo>
                <a:lnTo>
                  <a:pt x="10800" y="0"/>
                </a:lnTo>
                <a:close/>
              </a:path>
            </a:pathLst>
          </a:custGeom>
          <a:solidFill>
            <a:srgbClr val="97C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8" name="contour_13786"/>
          <p:cNvSpPr/>
          <p:nvPr/>
        </p:nvSpPr>
        <p:spPr>
          <a:xfrm>
            <a:off x="1555429" y="3553224"/>
            <a:ext cx="58304" cy="324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70" y="238"/>
                </a:moveTo>
                <a:lnTo>
                  <a:pt x="10514" y="48"/>
                </a:lnTo>
                <a:lnTo>
                  <a:pt x="12228" y="0"/>
                </a:lnTo>
                <a:lnTo>
                  <a:pt x="13867" y="141"/>
                </a:lnTo>
                <a:lnTo>
                  <a:pt x="15487" y="524"/>
                </a:lnTo>
                <a:lnTo>
                  <a:pt x="17145" y="1193"/>
                </a:lnTo>
                <a:lnTo>
                  <a:pt x="18900" y="2206"/>
                </a:lnTo>
                <a:lnTo>
                  <a:pt x="19813" y="5309"/>
                </a:lnTo>
                <a:lnTo>
                  <a:pt x="20488" y="8407"/>
                </a:lnTo>
                <a:lnTo>
                  <a:pt x="20963" y="11539"/>
                </a:lnTo>
                <a:lnTo>
                  <a:pt x="21279" y="14754"/>
                </a:lnTo>
                <a:lnTo>
                  <a:pt x="21476" y="18095"/>
                </a:lnTo>
                <a:lnTo>
                  <a:pt x="21600" y="21600"/>
                </a:lnTo>
                <a:lnTo>
                  <a:pt x="20542" y="19796"/>
                </a:lnTo>
                <a:lnTo>
                  <a:pt x="19475" y="17983"/>
                </a:lnTo>
                <a:lnTo>
                  <a:pt x="18395" y="16145"/>
                </a:lnTo>
                <a:lnTo>
                  <a:pt x="16751" y="14172"/>
                </a:lnTo>
                <a:lnTo>
                  <a:pt x="15482" y="13072"/>
                </a:lnTo>
                <a:lnTo>
                  <a:pt x="13500" y="11903"/>
                </a:lnTo>
                <a:lnTo>
                  <a:pt x="11715" y="12747"/>
                </a:lnTo>
                <a:lnTo>
                  <a:pt x="9974" y="13716"/>
                </a:lnTo>
                <a:lnTo>
                  <a:pt x="8267" y="14807"/>
                </a:lnTo>
                <a:lnTo>
                  <a:pt x="6591" y="16000"/>
                </a:lnTo>
                <a:lnTo>
                  <a:pt x="4933" y="17290"/>
                </a:lnTo>
                <a:lnTo>
                  <a:pt x="3289" y="18662"/>
                </a:lnTo>
                <a:lnTo>
                  <a:pt x="1647" y="20102"/>
                </a:lnTo>
                <a:lnTo>
                  <a:pt x="0" y="21600"/>
                </a:lnTo>
                <a:lnTo>
                  <a:pt x="996" y="15670"/>
                </a:lnTo>
                <a:lnTo>
                  <a:pt x="1817" y="11176"/>
                </a:lnTo>
                <a:lnTo>
                  <a:pt x="2560" y="7859"/>
                </a:lnTo>
                <a:lnTo>
                  <a:pt x="3326" y="5474"/>
                </a:lnTo>
                <a:lnTo>
                  <a:pt x="4217" y="3772"/>
                </a:lnTo>
                <a:lnTo>
                  <a:pt x="5338" y="2497"/>
                </a:lnTo>
                <a:lnTo>
                  <a:pt x="6788" y="1401"/>
                </a:lnTo>
                <a:lnTo>
                  <a:pt x="8670" y="238"/>
                </a:lnTo>
                <a:close/>
              </a:path>
            </a:pathLst>
          </a:custGeom>
          <a:solidFill>
            <a:srgbClr val="84B8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89" name="contour_13787"/>
          <p:cNvSpPr/>
          <p:nvPr/>
        </p:nvSpPr>
        <p:spPr>
          <a:xfrm>
            <a:off x="6861087" y="3506012"/>
            <a:ext cx="59944" cy="286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09" y="5124"/>
                </a:moveTo>
                <a:lnTo>
                  <a:pt x="21403" y="9375"/>
                </a:lnTo>
                <a:lnTo>
                  <a:pt x="21600" y="12357"/>
                </a:lnTo>
                <a:lnTo>
                  <a:pt x="21600" y="14861"/>
                </a:lnTo>
                <a:lnTo>
                  <a:pt x="21403" y="17679"/>
                </a:lnTo>
                <a:lnTo>
                  <a:pt x="21009" y="21600"/>
                </a:lnTo>
                <a:lnTo>
                  <a:pt x="18984" y="20941"/>
                </a:lnTo>
                <a:lnTo>
                  <a:pt x="17041" y="20238"/>
                </a:lnTo>
                <a:lnTo>
                  <a:pt x="15169" y="19464"/>
                </a:lnTo>
                <a:lnTo>
                  <a:pt x="13357" y="18601"/>
                </a:lnTo>
                <a:lnTo>
                  <a:pt x="11600" y="17618"/>
                </a:lnTo>
                <a:lnTo>
                  <a:pt x="9885" y="16481"/>
                </a:lnTo>
                <a:lnTo>
                  <a:pt x="8204" y="15180"/>
                </a:lnTo>
                <a:lnTo>
                  <a:pt x="6550" y="13675"/>
                </a:lnTo>
                <a:lnTo>
                  <a:pt x="4911" y="11940"/>
                </a:lnTo>
                <a:lnTo>
                  <a:pt x="3280" y="9957"/>
                </a:lnTo>
                <a:lnTo>
                  <a:pt x="1647" y="7694"/>
                </a:lnTo>
                <a:lnTo>
                  <a:pt x="0" y="5124"/>
                </a:lnTo>
                <a:lnTo>
                  <a:pt x="1754" y="3531"/>
                </a:lnTo>
                <a:lnTo>
                  <a:pt x="3506" y="2241"/>
                </a:lnTo>
                <a:lnTo>
                  <a:pt x="5252" y="1241"/>
                </a:lnTo>
                <a:lnTo>
                  <a:pt x="6999" y="538"/>
                </a:lnTo>
                <a:lnTo>
                  <a:pt x="8745" y="126"/>
                </a:lnTo>
                <a:lnTo>
                  <a:pt x="10489" y="0"/>
                </a:lnTo>
                <a:lnTo>
                  <a:pt x="12235" y="154"/>
                </a:lnTo>
                <a:lnTo>
                  <a:pt x="13982" y="599"/>
                </a:lnTo>
                <a:lnTo>
                  <a:pt x="15733" y="1318"/>
                </a:lnTo>
                <a:lnTo>
                  <a:pt x="17487" y="2312"/>
                </a:lnTo>
                <a:lnTo>
                  <a:pt x="19244" y="3581"/>
                </a:lnTo>
                <a:lnTo>
                  <a:pt x="21009" y="5124"/>
                </a:lnTo>
                <a:close/>
              </a:path>
            </a:pathLst>
          </a:custGeom>
          <a:solidFill>
            <a:srgbClr val="7C92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0" name="contour_13788"/>
          <p:cNvSpPr/>
          <p:nvPr/>
        </p:nvSpPr>
        <p:spPr>
          <a:xfrm>
            <a:off x="3756402" y="3490948"/>
            <a:ext cx="72880" cy="305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52" y="912"/>
                </a:lnTo>
                <a:lnTo>
                  <a:pt x="2702" y="1833"/>
                </a:lnTo>
                <a:lnTo>
                  <a:pt x="4052" y="2755"/>
                </a:lnTo>
                <a:lnTo>
                  <a:pt x="5402" y="3677"/>
                </a:lnTo>
                <a:lnTo>
                  <a:pt x="6752" y="4609"/>
                </a:lnTo>
                <a:lnTo>
                  <a:pt x="8102" y="5536"/>
                </a:lnTo>
                <a:lnTo>
                  <a:pt x="9452" y="6474"/>
                </a:lnTo>
                <a:lnTo>
                  <a:pt x="10800" y="7406"/>
                </a:lnTo>
                <a:lnTo>
                  <a:pt x="11832" y="8096"/>
                </a:lnTo>
                <a:lnTo>
                  <a:pt x="12869" y="8797"/>
                </a:lnTo>
                <a:lnTo>
                  <a:pt x="13921" y="9507"/>
                </a:lnTo>
                <a:lnTo>
                  <a:pt x="15388" y="10532"/>
                </a:lnTo>
                <a:lnTo>
                  <a:pt x="16874" y="11567"/>
                </a:lnTo>
                <a:lnTo>
                  <a:pt x="18235" y="12500"/>
                </a:lnTo>
                <a:lnTo>
                  <a:pt x="19617" y="13447"/>
                </a:lnTo>
                <a:lnTo>
                  <a:pt x="20602" y="14441"/>
                </a:lnTo>
                <a:lnTo>
                  <a:pt x="21600" y="15451"/>
                </a:lnTo>
                <a:lnTo>
                  <a:pt x="21600" y="18005"/>
                </a:lnTo>
                <a:lnTo>
                  <a:pt x="21600" y="20601"/>
                </a:lnTo>
                <a:lnTo>
                  <a:pt x="18382" y="20977"/>
                </a:lnTo>
                <a:lnTo>
                  <a:pt x="15645" y="21276"/>
                </a:lnTo>
                <a:lnTo>
                  <a:pt x="13338" y="21487"/>
                </a:lnTo>
                <a:lnTo>
                  <a:pt x="11409" y="21600"/>
                </a:lnTo>
                <a:lnTo>
                  <a:pt x="9802" y="21600"/>
                </a:lnTo>
                <a:lnTo>
                  <a:pt x="8467" y="21476"/>
                </a:lnTo>
                <a:lnTo>
                  <a:pt x="7353" y="21219"/>
                </a:lnTo>
                <a:lnTo>
                  <a:pt x="6402" y="20807"/>
                </a:lnTo>
                <a:lnTo>
                  <a:pt x="5564" y="20235"/>
                </a:lnTo>
                <a:lnTo>
                  <a:pt x="4789" y="19494"/>
                </a:lnTo>
                <a:lnTo>
                  <a:pt x="4020" y="18561"/>
                </a:lnTo>
                <a:lnTo>
                  <a:pt x="3205" y="17433"/>
                </a:lnTo>
                <a:lnTo>
                  <a:pt x="2294" y="16094"/>
                </a:lnTo>
                <a:lnTo>
                  <a:pt x="1175" y="13185"/>
                </a:lnTo>
                <a:lnTo>
                  <a:pt x="495" y="10893"/>
                </a:lnTo>
                <a:lnTo>
                  <a:pt x="147" y="8446"/>
                </a:lnTo>
                <a:lnTo>
                  <a:pt x="17" y="5073"/>
                </a:lnTo>
                <a:lnTo>
                  <a:pt x="0" y="0"/>
                </a:lnTo>
                <a:close/>
              </a:path>
            </a:pathLst>
          </a:custGeom>
          <a:solidFill>
            <a:srgbClr val="8E91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1" name="contour_13789"/>
          <p:cNvSpPr/>
          <p:nvPr/>
        </p:nvSpPr>
        <p:spPr>
          <a:xfrm>
            <a:off x="3661658" y="3454508"/>
            <a:ext cx="58304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5" y="459"/>
                </a:lnTo>
                <a:lnTo>
                  <a:pt x="3108" y="938"/>
                </a:lnTo>
                <a:lnTo>
                  <a:pt x="4660" y="1437"/>
                </a:lnTo>
                <a:lnTo>
                  <a:pt x="6213" y="1942"/>
                </a:lnTo>
                <a:lnTo>
                  <a:pt x="7762" y="2460"/>
                </a:lnTo>
                <a:lnTo>
                  <a:pt x="8405" y="2663"/>
                </a:lnTo>
                <a:lnTo>
                  <a:pt x="9536" y="3024"/>
                </a:lnTo>
                <a:lnTo>
                  <a:pt x="12128" y="3844"/>
                </a:lnTo>
                <a:lnTo>
                  <a:pt x="14221" y="5477"/>
                </a:lnTo>
                <a:lnTo>
                  <a:pt x="15960" y="7366"/>
                </a:lnTo>
                <a:lnTo>
                  <a:pt x="17458" y="9616"/>
                </a:lnTo>
                <a:lnTo>
                  <a:pt x="18822" y="12351"/>
                </a:lnTo>
                <a:lnTo>
                  <a:pt x="20166" y="15664"/>
                </a:lnTo>
                <a:lnTo>
                  <a:pt x="21600" y="19678"/>
                </a:lnTo>
                <a:lnTo>
                  <a:pt x="19745" y="19980"/>
                </a:lnTo>
                <a:lnTo>
                  <a:pt x="17890" y="20249"/>
                </a:lnTo>
                <a:lnTo>
                  <a:pt x="16033" y="20491"/>
                </a:lnTo>
                <a:lnTo>
                  <a:pt x="14175" y="20708"/>
                </a:lnTo>
                <a:lnTo>
                  <a:pt x="12317" y="20911"/>
                </a:lnTo>
                <a:lnTo>
                  <a:pt x="11551" y="21010"/>
                </a:lnTo>
                <a:lnTo>
                  <a:pt x="10198" y="21187"/>
                </a:lnTo>
                <a:lnTo>
                  <a:pt x="7098" y="21600"/>
                </a:lnTo>
                <a:lnTo>
                  <a:pt x="5646" y="20964"/>
                </a:lnTo>
                <a:lnTo>
                  <a:pt x="4182" y="20327"/>
                </a:lnTo>
                <a:lnTo>
                  <a:pt x="2700" y="19678"/>
                </a:lnTo>
                <a:lnTo>
                  <a:pt x="1741" y="14759"/>
                </a:lnTo>
                <a:lnTo>
                  <a:pt x="1121" y="11276"/>
                </a:lnTo>
                <a:lnTo>
                  <a:pt x="710" y="8284"/>
                </a:lnTo>
                <a:lnTo>
                  <a:pt x="381" y="4841"/>
                </a:lnTo>
                <a:lnTo>
                  <a:pt x="0" y="0"/>
                </a:lnTo>
                <a:close/>
              </a:path>
            </a:pathLst>
          </a:custGeom>
          <a:solidFill>
            <a:srgbClr val="9597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2" name="contour_13790"/>
          <p:cNvSpPr/>
          <p:nvPr/>
        </p:nvSpPr>
        <p:spPr>
          <a:xfrm>
            <a:off x="6744479" y="3454508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972"/>
                </a:lnTo>
                <a:lnTo>
                  <a:pt x="3888" y="1944"/>
                </a:lnTo>
                <a:lnTo>
                  <a:pt x="5835" y="2916"/>
                </a:lnTo>
                <a:lnTo>
                  <a:pt x="7785" y="3893"/>
                </a:lnTo>
                <a:lnTo>
                  <a:pt x="9742" y="4871"/>
                </a:lnTo>
                <a:lnTo>
                  <a:pt x="11698" y="5848"/>
                </a:lnTo>
                <a:lnTo>
                  <a:pt x="13664" y="6831"/>
                </a:lnTo>
                <a:lnTo>
                  <a:pt x="15635" y="7819"/>
                </a:lnTo>
                <a:lnTo>
                  <a:pt x="17613" y="8807"/>
                </a:lnTo>
                <a:lnTo>
                  <a:pt x="19604" y="9801"/>
                </a:lnTo>
                <a:lnTo>
                  <a:pt x="21600" y="10800"/>
                </a:lnTo>
                <a:lnTo>
                  <a:pt x="20835" y="13473"/>
                </a:lnTo>
                <a:lnTo>
                  <a:pt x="20069" y="16162"/>
                </a:lnTo>
                <a:lnTo>
                  <a:pt x="19295" y="18862"/>
                </a:lnTo>
                <a:lnTo>
                  <a:pt x="18514" y="21600"/>
                </a:lnTo>
                <a:lnTo>
                  <a:pt x="16351" y="21524"/>
                </a:lnTo>
                <a:lnTo>
                  <a:pt x="14777" y="21379"/>
                </a:lnTo>
                <a:lnTo>
                  <a:pt x="13340" y="21071"/>
                </a:lnTo>
                <a:lnTo>
                  <a:pt x="11587" y="20504"/>
                </a:lnTo>
                <a:lnTo>
                  <a:pt x="9066" y="19575"/>
                </a:lnTo>
                <a:lnTo>
                  <a:pt x="8313" y="19310"/>
                </a:lnTo>
                <a:lnTo>
                  <a:pt x="6983" y="18841"/>
                </a:lnTo>
                <a:lnTo>
                  <a:pt x="3940" y="17761"/>
                </a:lnTo>
                <a:lnTo>
                  <a:pt x="1984" y="16988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A6B8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3" name="contour_13791"/>
          <p:cNvSpPr/>
          <p:nvPr/>
        </p:nvSpPr>
        <p:spPr>
          <a:xfrm>
            <a:off x="4390458" y="3460448"/>
            <a:ext cx="51016" cy="232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1255"/>
                </a:moveTo>
                <a:lnTo>
                  <a:pt x="19125" y="5283"/>
                </a:lnTo>
                <a:lnTo>
                  <a:pt x="19739" y="9325"/>
                </a:lnTo>
                <a:lnTo>
                  <a:pt x="20353" y="13380"/>
                </a:lnTo>
                <a:lnTo>
                  <a:pt x="20974" y="17470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117"/>
                </a:lnTo>
                <a:lnTo>
                  <a:pt x="0" y="12607"/>
                </a:lnTo>
                <a:lnTo>
                  <a:pt x="0" y="8036"/>
                </a:lnTo>
                <a:lnTo>
                  <a:pt x="1833" y="5154"/>
                </a:lnTo>
                <a:lnTo>
                  <a:pt x="3746" y="3004"/>
                </a:lnTo>
                <a:lnTo>
                  <a:pt x="5730" y="1499"/>
                </a:lnTo>
                <a:lnTo>
                  <a:pt x="7773" y="549"/>
                </a:lnTo>
                <a:lnTo>
                  <a:pt x="9865" y="81"/>
                </a:lnTo>
                <a:lnTo>
                  <a:pt x="11994" y="0"/>
                </a:lnTo>
                <a:lnTo>
                  <a:pt x="14154" y="231"/>
                </a:lnTo>
                <a:lnTo>
                  <a:pt x="16330" y="671"/>
                </a:lnTo>
                <a:lnTo>
                  <a:pt x="18514" y="1255"/>
                </a:lnTo>
                <a:close/>
              </a:path>
            </a:pathLst>
          </a:custGeom>
          <a:solidFill>
            <a:srgbClr val="9AA8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4" name="contour_13792"/>
          <p:cNvSpPr/>
          <p:nvPr/>
        </p:nvSpPr>
        <p:spPr>
          <a:xfrm>
            <a:off x="3676234" y="3425356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69" y="613"/>
                </a:lnTo>
                <a:lnTo>
                  <a:pt x="2910" y="1309"/>
                </a:lnTo>
                <a:lnTo>
                  <a:pt x="4326" y="2082"/>
                </a:lnTo>
                <a:lnTo>
                  <a:pt x="5718" y="2929"/>
                </a:lnTo>
                <a:lnTo>
                  <a:pt x="7089" y="3840"/>
                </a:lnTo>
                <a:lnTo>
                  <a:pt x="8443" y="4821"/>
                </a:lnTo>
                <a:lnTo>
                  <a:pt x="9783" y="5862"/>
                </a:lnTo>
                <a:lnTo>
                  <a:pt x="11109" y="6960"/>
                </a:lnTo>
                <a:lnTo>
                  <a:pt x="12426" y="8113"/>
                </a:lnTo>
                <a:lnTo>
                  <a:pt x="13735" y="9310"/>
                </a:lnTo>
                <a:lnTo>
                  <a:pt x="15040" y="10554"/>
                </a:lnTo>
                <a:lnTo>
                  <a:pt x="16345" y="11837"/>
                </a:lnTo>
                <a:lnTo>
                  <a:pt x="17649" y="13154"/>
                </a:lnTo>
                <a:lnTo>
                  <a:pt x="18960" y="14502"/>
                </a:lnTo>
                <a:lnTo>
                  <a:pt x="20276" y="15880"/>
                </a:lnTo>
                <a:lnTo>
                  <a:pt x="21600" y="17280"/>
                </a:lnTo>
                <a:lnTo>
                  <a:pt x="20045" y="18693"/>
                </a:lnTo>
                <a:lnTo>
                  <a:pt x="18673" y="19829"/>
                </a:lnTo>
                <a:lnTo>
                  <a:pt x="17382" y="20688"/>
                </a:lnTo>
                <a:lnTo>
                  <a:pt x="16068" y="21267"/>
                </a:lnTo>
                <a:lnTo>
                  <a:pt x="14628" y="21574"/>
                </a:lnTo>
                <a:lnTo>
                  <a:pt x="12960" y="21600"/>
                </a:lnTo>
                <a:lnTo>
                  <a:pt x="11681" y="20300"/>
                </a:lnTo>
                <a:lnTo>
                  <a:pt x="10426" y="18948"/>
                </a:lnTo>
                <a:lnTo>
                  <a:pt x="9193" y="17544"/>
                </a:lnTo>
                <a:lnTo>
                  <a:pt x="7983" y="16083"/>
                </a:lnTo>
                <a:lnTo>
                  <a:pt x="6793" y="14567"/>
                </a:lnTo>
                <a:lnTo>
                  <a:pt x="5622" y="12999"/>
                </a:lnTo>
                <a:lnTo>
                  <a:pt x="4469" y="11375"/>
                </a:lnTo>
                <a:lnTo>
                  <a:pt x="3331" y="9698"/>
                </a:lnTo>
                <a:lnTo>
                  <a:pt x="2208" y="7962"/>
                </a:lnTo>
                <a:lnTo>
                  <a:pt x="1097" y="6169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707B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5" name="contour_13793"/>
          <p:cNvSpPr/>
          <p:nvPr/>
        </p:nvSpPr>
        <p:spPr>
          <a:xfrm>
            <a:off x="8559189" y="3418068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1303" y="1858"/>
                </a:lnTo>
                <a:lnTo>
                  <a:pt x="20984" y="3715"/>
                </a:lnTo>
                <a:lnTo>
                  <a:pt x="20644" y="5573"/>
                </a:lnTo>
                <a:lnTo>
                  <a:pt x="20288" y="7428"/>
                </a:lnTo>
                <a:lnTo>
                  <a:pt x="19915" y="9283"/>
                </a:lnTo>
                <a:lnTo>
                  <a:pt x="19597" y="11008"/>
                </a:lnTo>
                <a:lnTo>
                  <a:pt x="19283" y="12744"/>
                </a:lnTo>
                <a:lnTo>
                  <a:pt x="18965" y="14502"/>
                </a:lnTo>
                <a:lnTo>
                  <a:pt x="18052" y="15954"/>
                </a:lnTo>
                <a:lnTo>
                  <a:pt x="17134" y="17418"/>
                </a:lnTo>
                <a:lnTo>
                  <a:pt x="16200" y="18900"/>
                </a:lnTo>
                <a:lnTo>
                  <a:pt x="12992" y="19435"/>
                </a:lnTo>
                <a:lnTo>
                  <a:pt x="9774" y="19972"/>
                </a:lnTo>
                <a:lnTo>
                  <a:pt x="6545" y="20509"/>
                </a:lnTo>
                <a:lnTo>
                  <a:pt x="3289" y="21052"/>
                </a:lnTo>
                <a:lnTo>
                  <a:pt x="0" y="21600"/>
                </a:lnTo>
                <a:lnTo>
                  <a:pt x="448" y="19818"/>
                </a:lnTo>
                <a:lnTo>
                  <a:pt x="891" y="18036"/>
                </a:lnTo>
                <a:lnTo>
                  <a:pt x="1339" y="16251"/>
                </a:lnTo>
                <a:lnTo>
                  <a:pt x="1782" y="14464"/>
                </a:lnTo>
                <a:lnTo>
                  <a:pt x="2230" y="12674"/>
                </a:lnTo>
                <a:lnTo>
                  <a:pt x="2678" y="10881"/>
                </a:lnTo>
                <a:lnTo>
                  <a:pt x="3127" y="9083"/>
                </a:lnTo>
                <a:lnTo>
                  <a:pt x="3580" y="7279"/>
                </a:lnTo>
                <a:lnTo>
                  <a:pt x="4034" y="5470"/>
                </a:lnTo>
                <a:lnTo>
                  <a:pt x="4487" y="3656"/>
                </a:lnTo>
                <a:lnTo>
                  <a:pt x="4941" y="1831"/>
                </a:lnTo>
                <a:lnTo>
                  <a:pt x="5400" y="0"/>
                </a:lnTo>
                <a:close/>
              </a:path>
            </a:pathLst>
          </a:custGeom>
          <a:solidFill>
            <a:srgbClr val="B5C9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6" name="contour_13794"/>
          <p:cNvSpPr/>
          <p:nvPr/>
        </p:nvSpPr>
        <p:spPr>
          <a:xfrm>
            <a:off x="8486309" y="3432644"/>
            <a:ext cx="43728" cy="286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630"/>
                </a:lnTo>
                <a:lnTo>
                  <a:pt x="21600" y="7282"/>
                </a:lnTo>
                <a:lnTo>
                  <a:pt x="21600" y="10984"/>
                </a:lnTo>
                <a:lnTo>
                  <a:pt x="19865" y="13148"/>
                </a:lnTo>
                <a:lnTo>
                  <a:pt x="18583" y="14548"/>
                </a:lnTo>
                <a:lnTo>
                  <a:pt x="17122" y="15800"/>
                </a:lnTo>
                <a:lnTo>
                  <a:pt x="14850" y="17508"/>
                </a:lnTo>
                <a:lnTo>
                  <a:pt x="13907" y="18244"/>
                </a:lnTo>
                <a:lnTo>
                  <a:pt x="11052" y="20485"/>
                </a:lnTo>
                <a:lnTo>
                  <a:pt x="8762" y="21320"/>
                </a:lnTo>
                <a:lnTo>
                  <a:pt x="7171" y="21600"/>
                </a:lnTo>
                <a:lnTo>
                  <a:pt x="5540" y="21336"/>
                </a:lnTo>
                <a:lnTo>
                  <a:pt x="3121" y="20529"/>
                </a:lnTo>
                <a:lnTo>
                  <a:pt x="1573" y="18519"/>
                </a:lnTo>
                <a:lnTo>
                  <a:pt x="0" y="16476"/>
                </a:lnTo>
                <a:lnTo>
                  <a:pt x="0" y="13214"/>
                </a:lnTo>
                <a:lnTo>
                  <a:pt x="0" y="9941"/>
                </a:lnTo>
                <a:lnTo>
                  <a:pt x="0" y="6656"/>
                </a:lnTo>
                <a:lnTo>
                  <a:pt x="0" y="3345"/>
                </a:lnTo>
                <a:lnTo>
                  <a:pt x="0" y="0"/>
                </a:lnTo>
                <a:close/>
              </a:path>
            </a:pathLst>
          </a:custGeom>
          <a:solidFill>
            <a:srgbClr val="C3D5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7" name="contour_13795"/>
          <p:cNvSpPr/>
          <p:nvPr/>
        </p:nvSpPr>
        <p:spPr>
          <a:xfrm>
            <a:off x="7108878" y="3418068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60" y="734"/>
                </a:lnTo>
                <a:lnTo>
                  <a:pt x="3718" y="1482"/>
                </a:lnTo>
                <a:lnTo>
                  <a:pt x="5573" y="2242"/>
                </a:lnTo>
                <a:lnTo>
                  <a:pt x="7428" y="3007"/>
                </a:lnTo>
                <a:lnTo>
                  <a:pt x="9283" y="3780"/>
                </a:lnTo>
                <a:lnTo>
                  <a:pt x="11008" y="4480"/>
                </a:lnTo>
                <a:lnTo>
                  <a:pt x="12744" y="5188"/>
                </a:lnTo>
                <a:lnTo>
                  <a:pt x="14502" y="5905"/>
                </a:lnTo>
                <a:lnTo>
                  <a:pt x="16664" y="7275"/>
                </a:lnTo>
                <a:lnTo>
                  <a:pt x="18074" y="8346"/>
                </a:lnTo>
                <a:lnTo>
                  <a:pt x="19040" y="9465"/>
                </a:lnTo>
                <a:lnTo>
                  <a:pt x="19864" y="10986"/>
                </a:lnTo>
                <a:lnTo>
                  <a:pt x="20852" y="13262"/>
                </a:lnTo>
                <a:lnTo>
                  <a:pt x="21222" y="15258"/>
                </a:lnTo>
                <a:lnTo>
                  <a:pt x="21600" y="17280"/>
                </a:lnTo>
                <a:lnTo>
                  <a:pt x="19996" y="18740"/>
                </a:lnTo>
                <a:lnTo>
                  <a:pt x="18773" y="19695"/>
                </a:lnTo>
                <a:lnTo>
                  <a:pt x="17542" y="20352"/>
                </a:lnTo>
                <a:lnTo>
                  <a:pt x="15914" y="20917"/>
                </a:lnTo>
                <a:lnTo>
                  <a:pt x="13500" y="21600"/>
                </a:lnTo>
                <a:lnTo>
                  <a:pt x="11856" y="20494"/>
                </a:lnTo>
                <a:lnTo>
                  <a:pt x="10249" y="19328"/>
                </a:lnTo>
                <a:lnTo>
                  <a:pt x="8675" y="18084"/>
                </a:lnTo>
                <a:lnTo>
                  <a:pt x="7139" y="16762"/>
                </a:lnTo>
                <a:lnTo>
                  <a:pt x="5638" y="15353"/>
                </a:lnTo>
                <a:lnTo>
                  <a:pt x="4174" y="13841"/>
                </a:lnTo>
                <a:lnTo>
                  <a:pt x="2746" y="12226"/>
                </a:lnTo>
                <a:lnTo>
                  <a:pt x="1355" y="10493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C8E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8" name="contour_13796"/>
          <p:cNvSpPr/>
          <p:nvPr/>
        </p:nvSpPr>
        <p:spPr>
          <a:xfrm>
            <a:off x="9827299" y="3410780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489" y="583"/>
                </a:lnTo>
                <a:lnTo>
                  <a:pt x="10643" y="1102"/>
                </a:lnTo>
                <a:lnTo>
                  <a:pt x="12874" y="1839"/>
                </a:lnTo>
                <a:lnTo>
                  <a:pt x="16200" y="3086"/>
                </a:lnTo>
                <a:lnTo>
                  <a:pt x="17302" y="5249"/>
                </a:lnTo>
                <a:lnTo>
                  <a:pt x="18025" y="6823"/>
                </a:lnTo>
                <a:lnTo>
                  <a:pt x="18538" y="8260"/>
                </a:lnTo>
                <a:lnTo>
                  <a:pt x="19003" y="10013"/>
                </a:lnTo>
                <a:lnTo>
                  <a:pt x="19575" y="12534"/>
                </a:lnTo>
                <a:lnTo>
                  <a:pt x="19980" y="14228"/>
                </a:lnTo>
                <a:lnTo>
                  <a:pt x="20390" y="15932"/>
                </a:lnTo>
                <a:lnTo>
                  <a:pt x="20801" y="17660"/>
                </a:lnTo>
                <a:lnTo>
                  <a:pt x="21200" y="19616"/>
                </a:lnTo>
                <a:lnTo>
                  <a:pt x="21600" y="21600"/>
                </a:lnTo>
                <a:lnTo>
                  <a:pt x="17744" y="21205"/>
                </a:lnTo>
                <a:lnTo>
                  <a:pt x="14974" y="20847"/>
                </a:lnTo>
                <a:lnTo>
                  <a:pt x="12512" y="20378"/>
                </a:lnTo>
                <a:lnTo>
                  <a:pt x="9580" y="19650"/>
                </a:lnTo>
                <a:lnTo>
                  <a:pt x="5400" y="18514"/>
                </a:lnTo>
                <a:lnTo>
                  <a:pt x="3775" y="16521"/>
                </a:lnTo>
                <a:lnTo>
                  <a:pt x="2484" y="14531"/>
                </a:lnTo>
                <a:lnTo>
                  <a:pt x="1496" y="12522"/>
                </a:lnTo>
                <a:lnTo>
                  <a:pt x="778" y="10476"/>
                </a:lnTo>
                <a:lnTo>
                  <a:pt x="292" y="8365"/>
                </a:lnTo>
                <a:lnTo>
                  <a:pt x="0" y="6171"/>
                </a:lnTo>
                <a:lnTo>
                  <a:pt x="1415" y="3907"/>
                </a:lnTo>
                <a:lnTo>
                  <a:pt x="2452" y="2506"/>
                </a:lnTo>
                <a:lnTo>
                  <a:pt x="3607" y="1398"/>
                </a:lnTo>
                <a:lnTo>
                  <a:pt x="5400" y="0"/>
                </a:lnTo>
                <a:close/>
              </a:path>
            </a:pathLst>
          </a:custGeom>
          <a:solidFill>
            <a:srgbClr val="B8D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799" name="contour_13797"/>
          <p:cNvSpPr/>
          <p:nvPr/>
        </p:nvSpPr>
        <p:spPr>
          <a:xfrm>
            <a:off x="7240062" y="3411152"/>
            <a:ext cx="51927" cy="287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87" y="1280"/>
                </a:moveTo>
                <a:lnTo>
                  <a:pt x="20157" y="3676"/>
                </a:lnTo>
                <a:lnTo>
                  <a:pt x="20951" y="5771"/>
                </a:lnTo>
                <a:lnTo>
                  <a:pt x="21342" y="8735"/>
                </a:lnTo>
                <a:lnTo>
                  <a:pt x="21600" y="13735"/>
                </a:lnTo>
                <a:lnTo>
                  <a:pt x="21476" y="16333"/>
                </a:lnTo>
                <a:lnTo>
                  <a:pt x="21348" y="18953"/>
                </a:lnTo>
                <a:lnTo>
                  <a:pt x="21221" y="21600"/>
                </a:lnTo>
                <a:lnTo>
                  <a:pt x="19438" y="21217"/>
                </a:lnTo>
                <a:lnTo>
                  <a:pt x="17656" y="20818"/>
                </a:lnTo>
                <a:lnTo>
                  <a:pt x="15873" y="20408"/>
                </a:lnTo>
                <a:lnTo>
                  <a:pt x="14094" y="19981"/>
                </a:lnTo>
                <a:lnTo>
                  <a:pt x="12314" y="19549"/>
                </a:lnTo>
                <a:lnTo>
                  <a:pt x="10659" y="19166"/>
                </a:lnTo>
                <a:lnTo>
                  <a:pt x="8995" y="18783"/>
                </a:lnTo>
                <a:lnTo>
                  <a:pt x="7306" y="18395"/>
                </a:lnTo>
                <a:lnTo>
                  <a:pt x="4802" y="17000"/>
                </a:lnTo>
                <a:lnTo>
                  <a:pt x="3304" y="15704"/>
                </a:lnTo>
                <a:lnTo>
                  <a:pt x="2216" y="13767"/>
                </a:lnTo>
                <a:lnTo>
                  <a:pt x="937" y="10447"/>
                </a:lnTo>
                <a:lnTo>
                  <a:pt x="473" y="7838"/>
                </a:lnTo>
                <a:lnTo>
                  <a:pt x="0" y="5191"/>
                </a:lnTo>
                <a:lnTo>
                  <a:pt x="1798" y="4398"/>
                </a:lnTo>
                <a:lnTo>
                  <a:pt x="3595" y="3621"/>
                </a:lnTo>
                <a:lnTo>
                  <a:pt x="5399" y="2861"/>
                </a:lnTo>
                <a:lnTo>
                  <a:pt x="7200" y="2111"/>
                </a:lnTo>
                <a:lnTo>
                  <a:pt x="9210" y="1258"/>
                </a:lnTo>
                <a:lnTo>
                  <a:pt x="11250" y="383"/>
                </a:lnTo>
                <a:lnTo>
                  <a:pt x="13563" y="27"/>
                </a:lnTo>
                <a:lnTo>
                  <a:pt x="15109" y="0"/>
                </a:lnTo>
                <a:lnTo>
                  <a:pt x="16586" y="388"/>
                </a:lnTo>
                <a:lnTo>
                  <a:pt x="18687" y="1280"/>
                </a:lnTo>
                <a:close/>
              </a:path>
            </a:pathLst>
          </a:custGeom>
          <a:solidFill>
            <a:srgbClr val="BAD3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0" name="contour_13798"/>
          <p:cNvSpPr/>
          <p:nvPr/>
        </p:nvSpPr>
        <p:spPr>
          <a:xfrm>
            <a:off x="7888694" y="3410780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247" y="5065"/>
                </a:lnTo>
                <a:lnTo>
                  <a:pt x="20884" y="8659"/>
                </a:lnTo>
                <a:lnTo>
                  <a:pt x="20336" y="11763"/>
                </a:lnTo>
                <a:lnTo>
                  <a:pt x="19433" y="15358"/>
                </a:lnTo>
                <a:lnTo>
                  <a:pt x="18000" y="20422"/>
                </a:lnTo>
                <a:lnTo>
                  <a:pt x="15412" y="21096"/>
                </a:lnTo>
                <a:lnTo>
                  <a:pt x="12845" y="21471"/>
                </a:lnTo>
                <a:lnTo>
                  <a:pt x="10289" y="21600"/>
                </a:lnTo>
                <a:lnTo>
                  <a:pt x="7736" y="21518"/>
                </a:lnTo>
                <a:lnTo>
                  <a:pt x="5177" y="21266"/>
                </a:lnTo>
                <a:lnTo>
                  <a:pt x="2603" y="20885"/>
                </a:lnTo>
                <a:lnTo>
                  <a:pt x="0" y="20422"/>
                </a:lnTo>
                <a:lnTo>
                  <a:pt x="0" y="16379"/>
                </a:lnTo>
                <a:lnTo>
                  <a:pt x="0" y="12321"/>
                </a:lnTo>
                <a:lnTo>
                  <a:pt x="0" y="8251"/>
                </a:lnTo>
                <a:lnTo>
                  <a:pt x="0" y="4146"/>
                </a:lnTo>
                <a:lnTo>
                  <a:pt x="0" y="0"/>
                </a:lnTo>
                <a:close/>
              </a:path>
            </a:pathLst>
          </a:custGeom>
          <a:solidFill>
            <a:srgbClr val="D6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1" name="contour_13799"/>
          <p:cNvSpPr/>
          <p:nvPr/>
        </p:nvSpPr>
        <p:spPr>
          <a:xfrm>
            <a:off x="11241170" y="3388180"/>
            <a:ext cx="72880" cy="29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32"/>
                </a:moveTo>
                <a:lnTo>
                  <a:pt x="1642" y="305"/>
                </a:lnTo>
                <a:lnTo>
                  <a:pt x="3234" y="126"/>
                </a:lnTo>
                <a:lnTo>
                  <a:pt x="4778" y="21"/>
                </a:lnTo>
                <a:lnTo>
                  <a:pt x="6281" y="0"/>
                </a:lnTo>
                <a:lnTo>
                  <a:pt x="7750" y="84"/>
                </a:lnTo>
                <a:lnTo>
                  <a:pt x="9186" y="295"/>
                </a:lnTo>
                <a:lnTo>
                  <a:pt x="10599" y="653"/>
                </a:lnTo>
                <a:lnTo>
                  <a:pt x="11990" y="1175"/>
                </a:lnTo>
                <a:lnTo>
                  <a:pt x="13366" y="1880"/>
                </a:lnTo>
                <a:lnTo>
                  <a:pt x="14733" y="2792"/>
                </a:lnTo>
                <a:lnTo>
                  <a:pt x="16094" y="3924"/>
                </a:lnTo>
                <a:lnTo>
                  <a:pt x="17457" y="5299"/>
                </a:lnTo>
                <a:lnTo>
                  <a:pt x="18824" y="6931"/>
                </a:lnTo>
                <a:lnTo>
                  <a:pt x="20205" y="8849"/>
                </a:lnTo>
                <a:lnTo>
                  <a:pt x="21600" y="11066"/>
                </a:lnTo>
                <a:lnTo>
                  <a:pt x="21600" y="14547"/>
                </a:lnTo>
                <a:lnTo>
                  <a:pt x="21600" y="18050"/>
                </a:lnTo>
                <a:lnTo>
                  <a:pt x="21600" y="21600"/>
                </a:lnTo>
                <a:lnTo>
                  <a:pt x="20159" y="20773"/>
                </a:lnTo>
                <a:lnTo>
                  <a:pt x="18721" y="19920"/>
                </a:lnTo>
                <a:lnTo>
                  <a:pt x="17291" y="19040"/>
                </a:lnTo>
                <a:lnTo>
                  <a:pt x="15863" y="18129"/>
                </a:lnTo>
                <a:lnTo>
                  <a:pt x="14437" y="17197"/>
                </a:lnTo>
                <a:lnTo>
                  <a:pt x="13016" y="16238"/>
                </a:lnTo>
                <a:lnTo>
                  <a:pt x="11599" y="15253"/>
                </a:lnTo>
                <a:lnTo>
                  <a:pt x="10182" y="14242"/>
                </a:lnTo>
                <a:lnTo>
                  <a:pt x="8767" y="13210"/>
                </a:lnTo>
                <a:lnTo>
                  <a:pt x="7353" y="12151"/>
                </a:lnTo>
                <a:lnTo>
                  <a:pt x="5940" y="11066"/>
                </a:lnTo>
                <a:lnTo>
                  <a:pt x="5439" y="10681"/>
                </a:lnTo>
                <a:lnTo>
                  <a:pt x="4555" y="9997"/>
                </a:lnTo>
                <a:lnTo>
                  <a:pt x="2532" y="8432"/>
                </a:lnTo>
                <a:lnTo>
                  <a:pt x="1274" y="7126"/>
                </a:lnTo>
                <a:lnTo>
                  <a:pt x="0" y="5799"/>
                </a:lnTo>
                <a:lnTo>
                  <a:pt x="0" y="3187"/>
                </a:lnTo>
                <a:lnTo>
                  <a:pt x="0" y="532"/>
                </a:lnTo>
                <a:close/>
              </a:path>
            </a:pathLst>
          </a:custGeom>
          <a:solidFill>
            <a:srgbClr val="CFE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2" name="contour_13800"/>
          <p:cNvSpPr/>
          <p:nvPr/>
        </p:nvSpPr>
        <p:spPr>
          <a:xfrm>
            <a:off x="4004194" y="3374340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0"/>
                </a:lnTo>
                <a:lnTo>
                  <a:pt x="8967" y="0"/>
                </a:lnTo>
                <a:lnTo>
                  <a:pt x="10751" y="0"/>
                </a:lnTo>
                <a:lnTo>
                  <a:pt x="12541" y="0"/>
                </a:lnTo>
                <a:lnTo>
                  <a:pt x="14337" y="0"/>
                </a:lnTo>
                <a:lnTo>
                  <a:pt x="16141" y="0"/>
                </a:lnTo>
                <a:lnTo>
                  <a:pt x="17950" y="0"/>
                </a:lnTo>
                <a:lnTo>
                  <a:pt x="19769" y="0"/>
                </a:lnTo>
                <a:lnTo>
                  <a:pt x="21600" y="0"/>
                </a:lnTo>
                <a:lnTo>
                  <a:pt x="20317" y="354"/>
                </a:lnTo>
                <a:lnTo>
                  <a:pt x="19027" y="717"/>
                </a:lnTo>
                <a:lnTo>
                  <a:pt x="17717" y="1080"/>
                </a:lnTo>
                <a:lnTo>
                  <a:pt x="15260" y="3020"/>
                </a:lnTo>
                <a:lnTo>
                  <a:pt x="13886" y="4432"/>
                </a:lnTo>
                <a:lnTo>
                  <a:pt x="13084" y="6013"/>
                </a:lnTo>
                <a:lnTo>
                  <a:pt x="12361" y="8454"/>
                </a:lnTo>
                <a:lnTo>
                  <a:pt x="11991" y="11064"/>
                </a:lnTo>
                <a:lnTo>
                  <a:pt x="11659" y="13686"/>
                </a:lnTo>
                <a:lnTo>
                  <a:pt x="11354" y="16321"/>
                </a:lnTo>
                <a:lnTo>
                  <a:pt x="11070" y="18960"/>
                </a:lnTo>
                <a:lnTo>
                  <a:pt x="10800" y="21600"/>
                </a:lnTo>
                <a:lnTo>
                  <a:pt x="9018" y="20887"/>
                </a:lnTo>
                <a:lnTo>
                  <a:pt x="7233" y="20174"/>
                </a:lnTo>
                <a:lnTo>
                  <a:pt x="5440" y="19457"/>
                </a:lnTo>
                <a:lnTo>
                  <a:pt x="3640" y="18736"/>
                </a:lnTo>
                <a:lnTo>
                  <a:pt x="1828" y="18010"/>
                </a:lnTo>
                <a:lnTo>
                  <a:pt x="0" y="17280"/>
                </a:lnTo>
                <a:lnTo>
                  <a:pt x="672" y="16943"/>
                </a:lnTo>
                <a:lnTo>
                  <a:pt x="2700" y="15932"/>
                </a:lnTo>
                <a:lnTo>
                  <a:pt x="4039" y="14459"/>
                </a:lnTo>
                <a:lnTo>
                  <a:pt x="5400" y="12960"/>
                </a:lnTo>
                <a:lnTo>
                  <a:pt x="5400" y="10394"/>
                </a:lnTo>
                <a:lnTo>
                  <a:pt x="5400" y="7819"/>
                </a:lnTo>
                <a:lnTo>
                  <a:pt x="5400" y="5236"/>
                </a:lnTo>
                <a:lnTo>
                  <a:pt x="5400" y="2631"/>
                </a:lnTo>
                <a:lnTo>
                  <a:pt x="5400" y="0"/>
                </a:lnTo>
                <a:close/>
              </a:path>
            </a:pathLst>
          </a:custGeom>
          <a:solidFill>
            <a:srgbClr val="A5B2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3" name="contour_13801"/>
          <p:cNvSpPr/>
          <p:nvPr/>
        </p:nvSpPr>
        <p:spPr>
          <a:xfrm>
            <a:off x="7065150" y="3360187"/>
            <a:ext cx="58304" cy="287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17" y="1392"/>
                </a:moveTo>
                <a:lnTo>
                  <a:pt x="14083" y="2044"/>
                </a:lnTo>
                <a:lnTo>
                  <a:pt x="15873" y="2696"/>
                </a:lnTo>
                <a:lnTo>
                  <a:pt x="17650" y="4214"/>
                </a:lnTo>
                <a:lnTo>
                  <a:pt x="18743" y="5573"/>
                </a:lnTo>
                <a:lnTo>
                  <a:pt x="19597" y="7534"/>
                </a:lnTo>
                <a:lnTo>
                  <a:pt x="20663" y="10877"/>
                </a:lnTo>
                <a:lnTo>
                  <a:pt x="21128" y="13479"/>
                </a:lnTo>
                <a:lnTo>
                  <a:pt x="21600" y="16121"/>
                </a:lnTo>
                <a:lnTo>
                  <a:pt x="19818" y="15216"/>
                </a:lnTo>
                <a:lnTo>
                  <a:pt x="18033" y="14312"/>
                </a:lnTo>
                <a:lnTo>
                  <a:pt x="16240" y="13403"/>
                </a:lnTo>
                <a:lnTo>
                  <a:pt x="14440" y="12488"/>
                </a:lnTo>
                <a:lnTo>
                  <a:pt x="12628" y="11567"/>
                </a:lnTo>
                <a:lnTo>
                  <a:pt x="10800" y="10641"/>
                </a:lnTo>
                <a:lnTo>
                  <a:pt x="10800" y="14263"/>
                </a:lnTo>
                <a:lnTo>
                  <a:pt x="10800" y="17907"/>
                </a:lnTo>
                <a:lnTo>
                  <a:pt x="10800" y="21600"/>
                </a:lnTo>
                <a:lnTo>
                  <a:pt x="8996" y="20953"/>
                </a:lnTo>
                <a:lnTo>
                  <a:pt x="7195" y="20263"/>
                </a:lnTo>
                <a:lnTo>
                  <a:pt x="5400" y="19545"/>
                </a:lnTo>
                <a:lnTo>
                  <a:pt x="3893" y="18970"/>
                </a:lnTo>
                <a:lnTo>
                  <a:pt x="2362" y="18389"/>
                </a:lnTo>
                <a:lnTo>
                  <a:pt x="1191" y="17266"/>
                </a:lnTo>
                <a:lnTo>
                  <a:pt x="0" y="16121"/>
                </a:lnTo>
                <a:lnTo>
                  <a:pt x="0" y="12499"/>
                </a:lnTo>
                <a:lnTo>
                  <a:pt x="0" y="8855"/>
                </a:lnTo>
                <a:lnTo>
                  <a:pt x="0" y="5162"/>
                </a:lnTo>
                <a:lnTo>
                  <a:pt x="1728" y="2816"/>
                </a:lnTo>
                <a:lnTo>
                  <a:pt x="3388" y="1238"/>
                </a:lnTo>
                <a:lnTo>
                  <a:pt x="5027" y="334"/>
                </a:lnTo>
                <a:lnTo>
                  <a:pt x="6693" y="0"/>
                </a:lnTo>
                <a:lnTo>
                  <a:pt x="8432" y="132"/>
                </a:lnTo>
                <a:lnTo>
                  <a:pt x="10292" y="630"/>
                </a:lnTo>
                <a:lnTo>
                  <a:pt x="12317" y="1392"/>
                </a:lnTo>
                <a:close/>
              </a:path>
            </a:pathLst>
          </a:custGeom>
          <a:solidFill>
            <a:srgbClr val="BDD4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4" name="contour_13802"/>
          <p:cNvSpPr/>
          <p:nvPr/>
        </p:nvSpPr>
        <p:spPr>
          <a:xfrm>
            <a:off x="5549248" y="3337900"/>
            <a:ext cx="377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6697" y="1011"/>
                </a:lnTo>
                <a:lnTo>
                  <a:pt x="9174" y="2056"/>
                </a:lnTo>
                <a:lnTo>
                  <a:pt x="11605" y="3162"/>
                </a:lnTo>
                <a:lnTo>
                  <a:pt x="13986" y="4346"/>
                </a:lnTo>
                <a:lnTo>
                  <a:pt x="16321" y="5642"/>
                </a:lnTo>
                <a:lnTo>
                  <a:pt x="18610" y="7063"/>
                </a:lnTo>
                <a:lnTo>
                  <a:pt x="20849" y="8640"/>
                </a:lnTo>
                <a:lnTo>
                  <a:pt x="2135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50" y="18645"/>
                </a:lnTo>
                <a:lnTo>
                  <a:pt x="20849" y="21600"/>
                </a:lnTo>
                <a:lnTo>
                  <a:pt x="18373" y="21600"/>
                </a:lnTo>
                <a:lnTo>
                  <a:pt x="15887" y="21600"/>
                </a:lnTo>
                <a:lnTo>
                  <a:pt x="13394" y="21600"/>
                </a:lnTo>
                <a:lnTo>
                  <a:pt x="10879" y="21600"/>
                </a:lnTo>
                <a:lnTo>
                  <a:pt x="8340" y="21600"/>
                </a:lnTo>
                <a:lnTo>
                  <a:pt x="8340" y="18744"/>
                </a:lnTo>
                <a:lnTo>
                  <a:pt x="8340" y="15872"/>
                </a:lnTo>
                <a:lnTo>
                  <a:pt x="8340" y="12960"/>
                </a:lnTo>
                <a:lnTo>
                  <a:pt x="5863" y="11375"/>
                </a:lnTo>
                <a:lnTo>
                  <a:pt x="4170" y="10394"/>
                </a:lnTo>
                <a:lnTo>
                  <a:pt x="2477" y="9621"/>
                </a:lnTo>
                <a:lnTo>
                  <a:pt x="0" y="8640"/>
                </a:lnTo>
                <a:lnTo>
                  <a:pt x="1034" y="6502"/>
                </a:lnTo>
                <a:lnTo>
                  <a:pt x="2068" y="4350"/>
                </a:lnTo>
                <a:lnTo>
                  <a:pt x="3115" y="2190"/>
                </a:lnTo>
                <a:lnTo>
                  <a:pt x="4170" y="0"/>
                </a:lnTo>
                <a:close/>
              </a:path>
            </a:pathLst>
          </a:custGeom>
          <a:solidFill>
            <a:srgbClr val="8AA0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5" name="contour_13803"/>
          <p:cNvSpPr/>
          <p:nvPr/>
        </p:nvSpPr>
        <p:spPr>
          <a:xfrm>
            <a:off x="4383170" y="3346799"/>
            <a:ext cx="58304" cy="275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53"/>
                </a:moveTo>
                <a:lnTo>
                  <a:pt x="21014" y="5070"/>
                </a:lnTo>
                <a:lnTo>
                  <a:pt x="20258" y="5876"/>
                </a:lnTo>
                <a:lnTo>
                  <a:pt x="18822" y="7396"/>
                </a:lnTo>
                <a:lnTo>
                  <a:pt x="16200" y="10168"/>
                </a:lnTo>
                <a:lnTo>
                  <a:pt x="16870" y="12998"/>
                </a:lnTo>
                <a:lnTo>
                  <a:pt x="17539" y="15844"/>
                </a:lnTo>
                <a:lnTo>
                  <a:pt x="18217" y="18702"/>
                </a:lnTo>
                <a:lnTo>
                  <a:pt x="18900" y="21600"/>
                </a:lnTo>
                <a:lnTo>
                  <a:pt x="17029" y="21034"/>
                </a:lnTo>
                <a:lnTo>
                  <a:pt x="15155" y="20468"/>
                </a:lnTo>
                <a:lnTo>
                  <a:pt x="13281" y="19902"/>
                </a:lnTo>
                <a:lnTo>
                  <a:pt x="11405" y="19331"/>
                </a:lnTo>
                <a:lnTo>
                  <a:pt x="9520" y="18765"/>
                </a:lnTo>
                <a:lnTo>
                  <a:pt x="7633" y="18193"/>
                </a:lnTo>
                <a:lnTo>
                  <a:pt x="5738" y="17622"/>
                </a:lnTo>
                <a:lnTo>
                  <a:pt x="3834" y="17045"/>
                </a:lnTo>
                <a:lnTo>
                  <a:pt x="1922" y="16467"/>
                </a:lnTo>
                <a:lnTo>
                  <a:pt x="0" y="15884"/>
                </a:lnTo>
                <a:lnTo>
                  <a:pt x="1787" y="12209"/>
                </a:lnTo>
                <a:lnTo>
                  <a:pt x="3480" y="9002"/>
                </a:lnTo>
                <a:lnTo>
                  <a:pt x="5108" y="6265"/>
                </a:lnTo>
                <a:lnTo>
                  <a:pt x="6701" y="4007"/>
                </a:lnTo>
                <a:lnTo>
                  <a:pt x="8289" y="2246"/>
                </a:lnTo>
                <a:lnTo>
                  <a:pt x="9895" y="983"/>
                </a:lnTo>
                <a:lnTo>
                  <a:pt x="11553" y="234"/>
                </a:lnTo>
                <a:lnTo>
                  <a:pt x="13289" y="0"/>
                </a:lnTo>
                <a:lnTo>
                  <a:pt x="15134" y="297"/>
                </a:lnTo>
                <a:lnTo>
                  <a:pt x="17113" y="1132"/>
                </a:lnTo>
                <a:lnTo>
                  <a:pt x="19259" y="2515"/>
                </a:lnTo>
                <a:lnTo>
                  <a:pt x="21600" y="4453"/>
                </a:lnTo>
                <a:close/>
              </a:path>
            </a:pathLst>
          </a:custGeom>
          <a:solidFill>
            <a:srgbClr val="BAC7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6" name="contour_13804"/>
          <p:cNvSpPr/>
          <p:nvPr/>
        </p:nvSpPr>
        <p:spPr>
          <a:xfrm>
            <a:off x="6817359" y="329417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037" y="688"/>
                </a:lnTo>
                <a:lnTo>
                  <a:pt x="8843" y="1292"/>
                </a:lnTo>
                <a:lnTo>
                  <a:pt x="10545" y="2149"/>
                </a:lnTo>
                <a:lnTo>
                  <a:pt x="12960" y="3600"/>
                </a:lnTo>
                <a:lnTo>
                  <a:pt x="12960" y="5980"/>
                </a:lnTo>
                <a:lnTo>
                  <a:pt x="12960" y="8374"/>
                </a:lnTo>
                <a:lnTo>
                  <a:pt x="12960" y="10800"/>
                </a:lnTo>
                <a:lnTo>
                  <a:pt x="15526" y="13190"/>
                </a:lnTo>
                <a:lnTo>
                  <a:pt x="17280" y="14738"/>
                </a:lnTo>
                <a:lnTo>
                  <a:pt x="19034" y="16117"/>
                </a:lnTo>
                <a:lnTo>
                  <a:pt x="21600" y="18000"/>
                </a:lnTo>
                <a:lnTo>
                  <a:pt x="18749" y="18594"/>
                </a:lnTo>
                <a:lnTo>
                  <a:pt x="15893" y="19188"/>
                </a:lnTo>
                <a:lnTo>
                  <a:pt x="13025" y="19786"/>
                </a:lnTo>
                <a:lnTo>
                  <a:pt x="10143" y="20387"/>
                </a:lnTo>
                <a:lnTo>
                  <a:pt x="7245" y="20992"/>
                </a:lnTo>
                <a:lnTo>
                  <a:pt x="4320" y="21600"/>
                </a:lnTo>
                <a:lnTo>
                  <a:pt x="3698" y="19408"/>
                </a:lnTo>
                <a:lnTo>
                  <a:pt x="3089" y="17215"/>
                </a:lnTo>
                <a:lnTo>
                  <a:pt x="2484" y="15019"/>
                </a:lnTo>
                <a:lnTo>
                  <a:pt x="1892" y="12823"/>
                </a:lnTo>
                <a:lnTo>
                  <a:pt x="1551" y="11596"/>
                </a:lnTo>
                <a:lnTo>
                  <a:pt x="523" y="7888"/>
                </a:lnTo>
                <a:lnTo>
                  <a:pt x="264" y="5760"/>
                </a:lnTo>
                <a:lnTo>
                  <a:pt x="0" y="3600"/>
                </a:lnTo>
                <a:lnTo>
                  <a:pt x="2143" y="1814"/>
                </a:lnTo>
                <a:lnTo>
                  <a:pt x="4320" y="0"/>
                </a:lnTo>
                <a:close/>
              </a:path>
            </a:pathLst>
          </a:custGeom>
          <a:solidFill>
            <a:srgbClr val="A83B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7" name="contour_13805"/>
          <p:cNvSpPr/>
          <p:nvPr/>
        </p:nvSpPr>
        <p:spPr>
          <a:xfrm>
            <a:off x="11481673" y="3308748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611"/>
                </a:lnTo>
                <a:lnTo>
                  <a:pt x="16713" y="1225"/>
                </a:lnTo>
                <a:lnTo>
                  <a:pt x="18328" y="1839"/>
                </a:lnTo>
                <a:lnTo>
                  <a:pt x="19956" y="2459"/>
                </a:lnTo>
                <a:lnTo>
                  <a:pt x="21600" y="3086"/>
                </a:lnTo>
                <a:lnTo>
                  <a:pt x="20115" y="4443"/>
                </a:lnTo>
                <a:lnTo>
                  <a:pt x="18627" y="5801"/>
                </a:lnTo>
                <a:lnTo>
                  <a:pt x="17140" y="7162"/>
                </a:lnTo>
                <a:lnTo>
                  <a:pt x="15649" y="8529"/>
                </a:lnTo>
                <a:lnTo>
                  <a:pt x="14151" y="9896"/>
                </a:lnTo>
                <a:lnTo>
                  <a:pt x="12649" y="11269"/>
                </a:lnTo>
                <a:lnTo>
                  <a:pt x="11140" y="12648"/>
                </a:lnTo>
                <a:lnTo>
                  <a:pt x="9626" y="14034"/>
                </a:lnTo>
                <a:lnTo>
                  <a:pt x="8100" y="15429"/>
                </a:lnTo>
                <a:lnTo>
                  <a:pt x="7430" y="13901"/>
                </a:lnTo>
                <a:lnTo>
                  <a:pt x="6761" y="12364"/>
                </a:lnTo>
                <a:lnTo>
                  <a:pt x="6083" y="10822"/>
                </a:lnTo>
                <a:lnTo>
                  <a:pt x="5400" y="9257"/>
                </a:lnTo>
                <a:lnTo>
                  <a:pt x="7185" y="9257"/>
                </a:lnTo>
                <a:lnTo>
                  <a:pt x="8980" y="9257"/>
                </a:lnTo>
                <a:lnTo>
                  <a:pt x="10800" y="9257"/>
                </a:lnTo>
                <a:lnTo>
                  <a:pt x="11632" y="6961"/>
                </a:lnTo>
                <a:lnTo>
                  <a:pt x="12188" y="5332"/>
                </a:lnTo>
                <a:lnTo>
                  <a:pt x="12598" y="3925"/>
                </a:lnTo>
                <a:lnTo>
                  <a:pt x="12992" y="2296"/>
                </a:lnTo>
                <a:lnTo>
                  <a:pt x="13500" y="0"/>
                </a:lnTo>
                <a:lnTo>
                  <a:pt x="0" y="15429"/>
                </a:lnTo>
                <a:lnTo>
                  <a:pt x="1785" y="15429"/>
                </a:lnTo>
                <a:lnTo>
                  <a:pt x="3580" y="15429"/>
                </a:lnTo>
                <a:lnTo>
                  <a:pt x="5400" y="15429"/>
                </a:lnTo>
                <a:lnTo>
                  <a:pt x="5400" y="17468"/>
                </a:lnTo>
                <a:lnTo>
                  <a:pt x="5400" y="19520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0" y="19560"/>
                </a:lnTo>
                <a:lnTo>
                  <a:pt x="0" y="17508"/>
                </a:lnTo>
                <a:lnTo>
                  <a:pt x="0" y="15429"/>
                </a:lnTo>
                <a:lnTo>
                  <a:pt x="13500" y="0"/>
                </a:lnTo>
                <a:close/>
              </a:path>
            </a:pathLst>
          </a:custGeom>
          <a:solidFill>
            <a:srgbClr val="B9D0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8" name="contour_13806"/>
          <p:cNvSpPr/>
          <p:nvPr/>
        </p:nvSpPr>
        <p:spPr>
          <a:xfrm>
            <a:off x="6926679" y="3308748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82" y="518"/>
                </a:lnTo>
                <a:lnTo>
                  <a:pt x="4080" y="1071"/>
                </a:lnTo>
                <a:lnTo>
                  <a:pt x="6005" y="1680"/>
                </a:lnTo>
                <a:lnTo>
                  <a:pt x="7868" y="2359"/>
                </a:lnTo>
                <a:lnTo>
                  <a:pt x="9674" y="3132"/>
                </a:lnTo>
                <a:lnTo>
                  <a:pt x="11437" y="4026"/>
                </a:lnTo>
                <a:lnTo>
                  <a:pt x="13165" y="5050"/>
                </a:lnTo>
                <a:lnTo>
                  <a:pt x="14866" y="6234"/>
                </a:lnTo>
                <a:lnTo>
                  <a:pt x="16551" y="7599"/>
                </a:lnTo>
                <a:lnTo>
                  <a:pt x="18228" y="9158"/>
                </a:lnTo>
                <a:lnTo>
                  <a:pt x="19907" y="10938"/>
                </a:lnTo>
                <a:lnTo>
                  <a:pt x="21600" y="12960"/>
                </a:lnTo>
                <a:lnTo>
                  <a:pt x="20930" y="15098"/>
                </a:lnTo>
                <a:lnTo>
                  <a:pt x="20261" y="17250"/>
                </a:lnTo>
                <a:lnTo>
                  <a:pt x="19583" y="19410"/>
                </a:lnTo>
                <a:lnTo>
                  <a:pt x="18900" y="21600"/>
                </a:lnTo>
                <a:lnTo>
                  <a:pt x="17320" y="20628"/>
                </a:lnTo>
                <a:lnTo>
                  <a:pt x="15744" y="19647"/>
                </a:lnTo>
                <a:lnTo>
                  <a:pt x="14167" y="18662"/>
                </a:lnTo>
                <a:lnTo>
                  <a:pt x="12595" y="17664"/>
                </a:lnTo>
                <a:lnTo>
                  <a:pt x="11021" y="16667"/>
                </a:lnTo>
                <a:lnTo>
                  <a:pt x="9450" y="15660"/>
                </a:lnTo>
                <a:lnTo>
                  <a:pt x="8095" y="14839"/>
                </a:lnTo>
                <a:lnTo>
                  <a:pt x="6718" y="14005"/>
                </a:lnTo>
                <a:lnTo>
                  <a:pt x="5160" y="12973"/>
                </a:lnTo>
                <a:lnTo>
                  <a:pt x="3939" y="12070"/>
                </a:lnTo>
                <a:lnTo>
                  <a:pt x="2430" y="10796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97AE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09" name="contour_13807"/>
          <p:cNvSpPr/>
          <p:nvPr/>
        </p:nvSpPr>
        <p:spPr>
          <a:xfrm>
            <a:off x="10067803" y="3308748"/>
            <a:ext cx="58304" cy="31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47" y="686"/>
                </a:lnTo>
                <a:lnTo>
                  <a:pt x="5891" y="1241"/>
                </a:lnTo>
                <a:lnTo>
                  <a:pt x="7123" y="1866"/>
                </a:lnTo>
                <a:lnTo>
                  <a:pt x="8629" y="2749"/>
                </a:lnTo>
                <a:lnTo>
                  <a:pt x="10800" y="4096"/>
                </a:lnTo>
                <a:lnTo>
                  <a:pt x="11445" y="4484"/>
                </a:lnTo>
                <a:lnTo>
                  <a:pt x="12582" y="5160"/>
                </a:lnTo>
                <a:lnTo>
                  <a:pt x="15188" y="6719"/>
                </a:lnTo>
                <a:lnTo>
                  <a:pt x="17364" y="8752"/>
                </a:lnTo>
                <a:lnTo>
                  <a:pt x="18668" y="10346"/>
                </a:lnTo>
                <a:lnTo>
                  <a:pt x="19626" y="12323"/>
                </a:lnTo>
                <a:lnTo>
                  <a:pt x="20758" y="15506"/>
                </a:lnTo>
                <a:lnTo>
                  <a:pt x="21176" y="17827"/>
                </a:lnTo>
                <a:lnTo>
                  <a:pt x="21600" y="20177"/>
                </a:lnTo>
                <a:lnTo>
                  <a:pt x="18128" y="20858"/>
                </a:lnTo>
                <a:lnTo>
                  <a:pt x="15387" y="21343"/>
                </a:lnTo>
                <a:lnTo>
                  <a:pt x="13241" y="21600"/>
                </a:lnTo>
                <a:lnTo>
                  <a:pt x="11556" y="21600"/>
                </a:lnTo>
                <a:lnTo>
                  <a:pt x="10201" y="21318"/>
                </a:lnTo>
                <a:lnTo>
                  <a:pt x="9040" y="20727"/>
                </a:lnTo>
                <a:lnTo>
                  <a:pt x="7943" y="19794"/>
                </a:lnTo>
                <a:lnTo>
                  <a:pt x="6774" y="18498"/>
                </a:lnTo>
                <a:lnTo>
                  <a:pt x="5400" y="16808"/>
                </a:lnTo>
                <a:lnTo>
                  <a:pt x="4304" y="14699"/>
                </a:lnTo>
                <a:lnTo>
                  <a:pt x="3475" y="13035"/>
                </a:lnTo>
                <a:lnTo>
                  <a:pt x="2654" y="11244"/>
                </a:lnTo>
                <a:lnTo>
                  <a:pt x="1582" y="8772"/>
                </a:lnTo>
                <a:lnTo>
                  <a:pt x="0" y="5044"/>
                </a:lnTo>
                <a:lnTo>
                  <a:pt x="1339" y="2542"/>
                </a:lnTo>
                <a:lnTo>
                  <a:pt x="2700" y="0"/>
                </a:lnTo>
                <a:close/>
              </a:path>
            </a:pathLst>
          </a:custGeom>
          <a:solidFill>
            <a:srgbClr val="C5DA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0" name="contour_13808"/>
          <p:cNvSpPr/>
          <p:nvPr/>
        </p:nvSpPr>
        <p:spPr>
          <a:xfrm>
            <a:off x="9922036" y="3302597"/>
            <a:ext cx="51016" cy="353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12" y="977"/>
                </a:moveTo>
                <a:lnTo>
                  <a:pt x="17857" y="1895"/>
                </a:lnTo>
                <a:lnTo>
                  <a:pt x="19718" y="2827"/>
                </a:lnTo>
                <a:lnTo>
                  <a:pt x="21600" y="3764"/>
                </a:lnTo>
                <a:lnTo>
                  <a:pt x="20292" y="6287"/>
                </a:lnTo>
                <a:lnTo>
                  <a:pt x="18980" y="8811"/>
                </a:lnTo>
                <a:lnTo>
                  <a:pt x="17666" y="11344"/>
                </a:lnTo>
                <a:lnTo>
                  <a:pt x="16348" y="13886"/>
                </a:lnTo>
                <a:lnTo>
                  <a:pt x="15021" y="16441"/>
                </a:lnTo>
                <a:lnTo>
                  <a:pt x="13688" y="19009"/>
                </a:lnTo>
                <a:lnTo>
                  <a:pt x="12343" y="21600"/>
                </a:lnTo>
                <a:lnTo>
                  <a:pt x="10599" y="19709"/>
                </a:lnTo>
                <a:lnTo>
                  <a:pt x="8853" y="17814"/>
                </a:lnTo>
                <a:lnTo>
                  <a:pt x="7100" y="15915"/>
                </a:lnTo>
                <a:lnTo>
                  <a:pt x="5338" y="14006"/>
                </a:lnTo>
                <a:lnTo>
                  <a:pt x="3573" y="12093"/>
                </a:lnTo>
                <a:lnTo>
                  <a:pt x="1793" y="10162"/>
                </a:lnTo>
                <a:lnTo>
                  <a:pt x="0" y="8223"/>
                </a:lnTo>
                <a:lnTo>
                  <a:pt x="2012" y="5815"/>
                </a:lnTo>
                <a:lnTo>
                  <a:pt x="3873" y="3795"/>
                </a:lnTo>
                <a:lnTo>
                  <a:pt x="5653" y="2181"/>
                </a:lnTo>
                <a:lnTo>
                  <a:pt x="7430" y="994"/>
                </a:lnTo>
                <a:lnTo>
                  <a:pt x="9282" y="263"/>
                </a:lnTo>
                <a:lnTo>
                  <a:pt x="11278" y="0"/>
                </a:lnTo>
                <a:lnTo>
                  <a:pt x="13497" y="232"/>
                </a:lnTo>
                <a:lnTo>
                  <a:pt x="16012" y="977"/>
                </a:lnTo>
                <a:close/>
              </a:path>
            </a:pathLst>
          </a:custGeom>
          <a:solidFill>
            <a:srgbClr val="B8C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1" name="contour_13809"/>
          <p:cNvSpPr/>
          <p:nvPr/>
        </p:nvSpPr>
        <p:spPr>
          <a:xfrm>
            <a:off x="5775176" y="3301460"/>
            <a:ext cx="2328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16" y="0"/>
                </a:lnTo>
                <a:lnTo>
                  <a:pt x="8045" y="0"/>
                </a:lnTo>
                <a:lnTo>
                  <a:pt x="12088" y="0"/>
                </a:lnTo>
                <a:lnTo>
                  <a:pt x="16165" y="0"/>
                </a:lnTo>
                <a:lnTo>
                  <a:pt x="20282" y="0"/>
                </a:lnTo>
                <a:lnTo>
                  <a:pt x="20491" y="1552"/>
                </a:lnTo>
                <a:lnTo>
                  <a:pt x="20674" y="3105"/>
                </a:lnTo>
                <a:lnTo>
                  <a:pt x="20843" y="4658"/>
                </a:lnTo>
                <a:lnTo>
                  <a:pt x="20992" y="6210"/>
                </a:lnTo>
                <a:lnTo>
                  <a:pt x="21127" y="7762"/>
                </a:lnTo>
                <a:lnTo>
                  <a:pt x="21282" y="9204"/>
                </a:lnTo>
                <a:lnTo>
                  <a:pt x="21438" y="10657"/>
                </a:lnTo>
                <a:lnTo>
                  <a:pt x="21600" y="12128"/>
                </a:lnTo>
                <a:lnTo>
                  <a:pt x="20985" y="13870"/>
                </a:lnTo>
                <a:lnTo>
                  <a:pt x="20174" y="15193"/>
                </a:lnTo>
                <a:lnTo>
                  <a:pt x="18754" y="16367"/>
                </a:lnTo>
                <a:lnTo>
                  <a:pt x="16327" y="17650"/>
                </a:lnTo>
                <a:lnTo>
                  <a:pt x="12460" y="19305"/>
                </a:lnTo>
                <a:lnTo>
                  <a:pt x="6761" y="21600"/>
                </a:lnTo>
                <a:lnTo>
                  <a:pt x="6199" y="19818"/>
                </a:lnTo>
                <a:lnTo>
                  <a:pt x="5645" y="18036"/>
                </a:lnTo>
                <a:lnTo>
                  <a:pt x="5084" y="16251"/>
                </a:lnTo>
                <a:lnTo>
                  <a:pt x="4530" y="14464"/>
                </a:lnTo>
                <a:lnTo>
                  <a:pt x="3968" y="12674"/>
                </a:lnTo>
                <a:lnTo>
                  <a:pt x="3407" y="10881"/>
                </a:lnTo>
                <a:lnTo>
                  <a:pt x="2846" y="9083"/>
                </a:lnTo>
                <a:lnTo>
                  <a:pt x="2278" y="7279"/>
                </a:lnTo>
                <a:lnTo>
                  <a:pt x="1710" y="5470"/>
                </a:lnTo>
                <a:lnTo>
                  <a:pt x="1143" y="3656"/>
                </a:lnTo>
                <a:lnTo>
                  <a:pt x="575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8F9E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2" name="contour_13810"/>
          <p:cNvSpPr/>
          <p:nvPr/>
        </p:nvSpPr>
        <p:spPr>
          <a:xfrm>
            <a:off x="782902" y="3305848"/>
            <a:ext cx="43728" cy="46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7"/>
                </a:lnTo>
                <a:lnTo>
                  <a:pt x="14425" y="142"/>
                </a:lnTo>
                <a:lnTo>
                  <a:pt x="16056" y="344"/>
                </a:lnTo>
                <a:lnTo>
                  <a:pt x="18277" y="722"/>
                </a:lnTo>
                <a:lnTo>
                  <a:pt x="21600" y="1344"/>
                </a:lnTo>
                <a:lnTo>
                  <a:pt x="21578" y="4666"/>
                </a:lnTo>
                <a:lnTo>
                  <a:pt x="21416" y="6867"/>
                </a:lnTo>
                <a:lnTo>
                  <a:pt x="20977" y="8444"/>
                </a:lnTo>
                <a:lnTo>
                  <a:pt x="20117" y="9892"/>
                </a:lnTo>
                <a:lnTo>
                  <a:pt x="18702" y="11712"/>
                </a:lnTo>
                <a:lnTo>
                  <a:pt x="17431" y="12886"/>
                </a:lnTo>
                <a:lnTo>
                  <a:pt x="16150" y="14071"/>
                </a:lnTo>
                <a:lnTo>
                  <a:pt x="14850" y="15270"/>
                </a:lnTo>
                <a:lnTo>
                  <a:pt x="13597" y="16465"/>
                </a:lnTo>
                <a:lnTo>
                  <a:pt x="12334" y="17667"/>
                </a:lnTo>
                <a:lnTo>
                  <a:pt x="11052" y="18886"/>
                </a:lnTo>
                <a:lnTo>
                  <a:pt x="9115" y="20209"/>
                </a:lnTo>
                <a:lnTo>
                  <a:pt x="7574" y="21013"/>
                </a:lnTo>
                <a:lnTo>
                  <a:pt x="5893" y="21424"/>
                </a:lnTo>
                <a:lnTo>
                  <a:pt x="3546" y="21576"/>
                </a:lnTo>
                <a:lnTo>
                  <a:pt x="0" y="21600"/>
                </a:lnTo>
                <a:lnTo>
                  <a:pt x="1271" y="16357"/>
                </a:lnTo>
                <a:lnTo>
                  <a:pt x="2326" y="12147"/>
                </a:lnTo>
                <a:lnTo>
                  <a:pt x="3233" y="8839"/>
                </a:lnTo>
                <a:lnTo>
                  <a:pt x="4054" y="6300"/>
                </a:lnTo>
                <a:lnTo>
                  <a:pt x="4860" y="4402"/>
                </a:lnTo>
                <a:lnTo>
                  <a:pt x="5710" y="3018"/>
                </a:lnTo>
                <a:lnTo>
                  <a:pt x="6671" y="2012"/>
                </a:lnTo>
                <a:lnTo>
                  <a:pt x="7812" y="1263"/>
                </a:lnTo>
                <a:lnTo>
                  <a:pt x="9194" y="635"/>
                </a:lnTo>
                <a:lnTo>
                  <a:pt x="10883" y="0"/>
                </a:lnTo>
                <a:close/>
              </a:path>
            </a:pathLst>
          </a:custGeom>
          <a:solidFill>
            <a:srgbClr val="6355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3" name="contour_13811"/>
          <p:cNvSpPr/>
          <p:nvPr/>
        </p:nvSpPr>
        <p:spPr>
          <a:xfrm>
            <a:off x="6984166" y="3294172"/>
            <a:ext cx="299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8" y="0"/>
                </a:moveTo>
                <a:lnTo>
                  <a:pt x="4061" y="0"/>
                </a:lnTo>
                <a:lnTo>
                  <a:pt x="7554" y="0"/>
                </a:lnTo>
                <a:lnTo>
                  <a:pt x="11094" y="0"/>
                </a:lnTo>
                <a:lnTo>
                  <a:pt x="13348" y="1571"/>
                </a:lnTo>
                <a:lnTo>
                  <a:pt x="15312" y="3191"/>
                </a:lnTo>
                <a:lnTo>
                  <a:pt x="17014" y="4875"/>
                </a:lnTo>
                <a:lnTo>
                  <a:pt x="18475" y="6625"/>
                </a:lnTo>
                <a:lnTo>
                  <a:pt x="19714" y="8449"/>
                </a:lnTo>
                <a:lnTo>
                  <a:pt x="20749" y="10353"/>
                </a:lnTo>
                <a:lnTo>
                  <a:pt x="21600" y="12343"/>
                </a:lnTo>
                <a:lnTo>
                  <a:pt x="19635" y="14636"/>
                </a:lnTo>
                <a:lnTo>
                  <a:pt x="18149" y="16286"/>
                </a:lnTo>
                <a:lnTo>
                  <a:pt x="16841" y="17552"/>
                </a:lnTo>
                <a:lnTo>
                  <a:pt x="15423" y="18687"/>
                </a:lnTo>
                <a:lnTo>
                  <a:pt x="13605" y="19949"/>
                </a:lnTo>
                <a:lnTo>
                  <a:pt x="11094" y="21600"/>
                </a:lnTo>
                <a:lnTo>
                  <a:pt x="7974" y="20310"/>
                </a:lnTo>
                <a:lnTo>
                  <a:pt x="5841" y="19236"/>
                </a:lnTo>
                <a:lnTo>
                  <a:pt x="3709" y="17801"/>
                </a:lnTo>
                <a:lnTo>
                  <a:pt x="588" y="15429"/>
                </a:lnTo>
                <a:lnTo>
                  <a:pt x="263" y="13216"/>
                </a:lnTo>
                <a:lnTo>
                  <a:pt x="68" y="11013"/>
                </a:lnTo>
                <a:lnTo>
                  <a:pt x="0" y="8816"/>
                </a:lnTo>
                <a:lnTo>
                  <a:pt x="37" y="6619"/>
                </a:lnTo>
                <a:lnTo>
                  <a:pt x="158" y="4422"/>
                </a:lnTo>
                <a:lnTo>
                  <a:pt x="347" y="2216"/>
                </a:lnTo>
                <a:lnTo>
                  <a:pt x="588" y="0"/>
                </a:lnTo>
                <a:close/>
              </a:path>
            </a:pathLst>
          </a:custGeom>
          <a:solidFill>
            <a:srgbClr val="B2D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4" name="contour_13812"/>
          <p:cNvSpPr/>
          <p:nvPr/>
        </p:nvSpPr>
        <p:spPr>
          <a:xfrm>
            <a:off x="6676752" y="3302262"/>
            <a:ext cx="53151" cy="57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33" y="2267"/>
                </a:moveTo>
                <a:lnTo>
                  <a:pt x="17765" y="3066"/>
                </a:lnTo>
                <a:lnTo>
                  <a:pt x="19322" y="3879"/>
                </a:lnTo>
                <a:lnTo>
                  <a:pt x="20451" y="4523"/>
                </a:lnTo>
                <a:lnTo>
                  <a:pt x="21600" y="5174"/>
                </a:lnTo>
                <a:lnTo>
                  <a:pt x="18283" y="6086"/>
                </a:lnTo>
                <a:lnTo>
                  <a:pt x="15644" y="6770"/>
                </a:lnTo>
                <a:lnTo>
                  <a:pt x="13535" y="7227"/>
                </a:lnTo>
                <a:lnTo>
                  <a:pt x="11811" y="7457"/>
                </a:lnTo>
                <a:lnTo>
                  <a:pt x="10325" y="7457"/>
                </a:lnTo>
                <a:lnTo>
                  <a:pt x="8930" y="7227"/>
                </a:lnTo>
                <a:lnTo>
                  <a:pt x="7478" y="6770"/>
                </a:lnTo>
                <a:lnTo>
                  <a:pt x="5826" y="6086"/>
                </a:lnTo>
                <a:lnTo>
                  <a:pt x="3830" y="5174"/>
                </a:lnTo>
                <a:lnTo>
                  <a:pt x="3830" y="6981"/>
                </a:lnTo>
                <a:lnTo>
                  <a:pt x="3830" y="8791"/>
                </a:lnTo>
                <a:lnTo>
                  <a:pt x="3830" y="10600"/>
                </a:lnTo>
                <a:lnTo>
                  <a:pt x="3830" y="12415"/>
                </a:lnTo>
                <a:lnTo>
                  <a:pt x="3830" y="14236"/>
                </a:lnTo>
                <a:lnTo>
                  <a:pt x="3830" y="16064"/>
                </a:lnTo>
                <a:lnTo>
                  <a:pt x="3830" y="17899"/>
                </a:lnTo>
                <a:lnTo>
                  <a:pt x="3830" y="19744"/>
                </a:lnTo>
                <a:lnTo>
                  <a:pt x="3830" y="21600"/>
                </a:lnTo>
                <a:lnTo>
                  <a:pt x="2361" y="21600"/>
                </a:lnTo>
                <a:lnTo>
                  <a:pt x="868" y="21600"/>
                </a:lnTo>
                <a:lnTo>
                  <a:pt x="732" y="19719"/>
                </a:lnTo>
                <a:lnTo>
                  <a:pt x="610" y="17838"/>
                </a:lnTo>
                <a:lnTo>
                  <a:pt x="501" y="15955"/>
                </a:lnTo>
                <a:lnTo>
                  <a:pt x="403" y="14074"/>
                </a:lnTo>
                <a:lnTo>
                  <a:pt x="311" y="12188"/>
                </a:lnTo>
                <a:lnTo>
                  <a:pt x="210" y="10441"/>
                </a:lnTo>
                <a:lnTo>
                  <a:pt x="104" y="8681"/>
                </a:lnTo>
                <a:lnTo>
                  <a:pt x="0" y="6893"/>
                </a:lnTo>
                <a:lnTo>
                  <a:pt x="287" y="5423"/>
                </a:lnTo>
                <a:lnTo>
                  <a:pt x="575" y="3939"/>
                </a:lnTo>
                <a:lnTo>
                  <a:pt x="868" y="2437"/>
                </a:lnTo>
                <a:lnTo>
                  <a:pt x="2988" y="1407"/>
                </a:lnTo>
                <a:lnTo>
                  <a:pt x="4946" y="654"/>
                </a:lnTo>
                <a:lnTo>
                  <a:pt x="6791" y="183"/>
                </a:lnTo>
                <a:lnTo>
                  <a:pt x="8583" y="0"/>
                </a:lnTo>
                <a:lnTo>
                  <a:pt x="10369" y="112"/>
                </a:lnTo>
                <a:lnTo>
                  <a:pt x="12202" y="523"/>
                </a:lnTo>
                <a:lnTo>
                  <a:pt x="14139" y="1237"/>
                </a:lnTo>
                <a:lnTo>
                  <a:pt x="16233" y="2267"/>
                </a:lnTo>
                <a:close/>
              </a:path>
            </a:pathLst>
          </a:custGeom>
          <a:solidFill>
            <a:srgbClr val="899C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5" name="contour_13813"/>
          <p:cNvSpPr/>
          <p:nvPr/>
        </p:nvSpPr>
        <p:spPr>
          <a:xfrm>
            <a:off x="5899072" y="3286884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52" y="418"/>
                </a:lnTo>
                <a:lnTo>
                  <a:pt x="4047" y="850"/>
                </a:lnTo>
                <a:lnTo>
                  <a:pt x="5989" y="1318"/>
                </a:lnTo>
                <a:lnTo>
                  <a:pt x="7879" y="1843"/>
                </a:lnTo>
                <a:lnTo>
                  <a:pt x="9723" y="2452"/>
                </a:lnTo>
                <a:lnTo>
                  <a:pt x="11524" y="3164"/>
                </a:lnTo>
                <a:lnTo>
                  <a:pt x="13284" y="3996"/>
                </a:lnTo>
                <a:lnTo>
                  <a:pt x="15007" y="4979"/>
                </a:lnTo>
                <a:lnTo>
                  <a:pt x="16697" y="6127"/>
                </a:lnTo>
                <a:lnTo>
                  <a:pt x="18357" y="7466"/>
                </a:lnTo>
                <a:lnTo>
                  <a:pt x="19991" y="9014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19591" y="19109"/>
                </a:lnTo>
                <a:lnTo>
                  <a:pt x="18166" y="19850"/>
                </a:lnTo>
                <a:lnTo>
                  <a:pt x="16934" y="20398"/>
                </a:lnTo>
                <a:lnTo>
                  <a:pt x="15509" y="20923"/>
                </a:lnTo>
                <a:lnTo>
                  <a:pt x="13500" y="21600"/>
                </a:lnTo>
                <a:lnTo>
                  <a:pt x="13400" y="20610"/>
                </a:lnTo>
                <a:lnTo>
                  <a:pt x="13227" y="18857"/>
                </a:lnTo>
                <a:lnTo>
                  <a:pt x="12825" y="14850"/>
                </a:lnTo>
                <a:lnTo>
                  <a:pt x="12304" y="12154"/>
                </a:lnTo>
                <a:lnTo>
                  <a:pt x="11723" y="9979"/>
                </a:lnTo>
                <a:lnTo>
                  <a:pt x="10943" y="8132"/>
                </a:lnTo>
                <a:lnTo>
                  <a:pt x="9820" y="6419"/>
                </a:lnTo>
                <a:lnTo>
                  <a:pt x="8216" y="4640"/>
                </a:lnTo>
                <a:lnTo>
                  <a:pt x="6596" y="3611"/>
                </a:lnTo>
                <a:lnTo>
                  <a:pt x="4973" y="2632"/>
                </a:lnTo>
                <a:lnTo>
                  <a:pt x="3337" y="1703"/>
                </a:lnTo>
                <a:lnTo>
                  <a:pt x="1685" y="828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6" name="contour_13814"/>
          <p:cNvSpPr/>
          <p:nvPr/>
        </p:nvSpPr>
        <p:spPr>
          <a:xfrm>
            <a:off x="6686175" y="3288058"/>
            <a:ext cx="65592" cy="219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29"/>
                </a:moveTo>
                <a:lnTo>
                  <a:pt x="20482" y="10261"/>
                </a:lnTo>
                <a:lnTo>
                  <a:pt x="19608" y="13171"/>
                </a:lnTo>
                <a:lnTo>
                  <a:pt x="18530" y="16103"/>
                </a:lnTo>
                <a:lnTo>
                  <a:pt x="16800" y="20400"/>
                </a:lnTo>
                <a:lnTo>
                  <a:pt x="15034" y="20989"/>
                </a:lnTo>
                <a:lnTo>
                  <a:pt x="13714" y="21370"/>
                </a:lnTo>
                <a:lnTo>
                  <a:pt x="12605" y="21564"/>
                </a:lnTo>
                <a:lnTo>
                  <a:pt x="11460" y="21600"/>
                </a:lnTo>
                <a:lnTo>
                  <a:pt x="10039" y="21507"/>
                </a:lnTo>
                <a:lnTo>
                  <a:pt x="8100" y="21298"/>
                </a:lnTo>
                <a:lnTo>
                  <a:pt x="6583" y="21169"/>
                </a:lnTo>
                <a:lnTo>
                  <a:pt x="5054" y="21040"/>
                </a:lnTo>
                <a:lnTo>
                  <a:pt x="3506" y="20903"/>
                </a:lnTo>
                <a:lnTo>
                  <a:pt x="2990" y="20831"/>
                </a:lnTo>
                <a:lnTo>
                  <a:pt x="2081" y="20702"/>
                </a:lnTo>
                <a:lnTo>
                  <a:pt x="0" y="20400"/>
                </a:lnTo>
                <a:lnTo>
                  <a:pt x="1454" y="14802"/>
                </a:lnTo>
                <a:lnTo>
                  <a:pt x="2885" y="10225"/>
                </a:lnTo>
                <a:lnTo>
                  <a:pt x="4306" y="6589"/>
                </a:lnTo>
                <a:lnTo>
                  <a:pt x="5734" y="3823"/>
                </a:lnTo>
                <a:lnTo>
                  <a:pt x="7186" y="1854"/>
                </a:lnTo>
                <a:lnTo>
                  <a:pt x="8676" y="611"/>
                </a:lnTo>
                <a:lnTo>
                  <a:pt x="10224" y="14"/>
                </a:lnTo>
                <a:lnTo>
                  <a:pt x="11844" y="0"/>
                </a:lnTo>
                <a:lnTo>
                  <a:pt x="13550" y="489"/>
                </a:lnTo>
                <a:lnTo>
                  <a:pt x="15365" y="1408"/>
                </a:lnTo>
                <a:lnTo>
                  <a:pt x="17299" y="2687"/>
                </a:lnTo>
                <a:lnTo>
                  <a:pt x="19373" y="4254"/>
                </a:lnTo>
                <a:lnTo>
                  <a:pt x="21600" y="6029"/>
                </a:lnTo>
                <a:close/>
              </a:path>
            </a:pathLst>
          </a:custGeom>
          <a:solidFill>
            <a:srgbClr val="93A7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7" name="contour_13815"/>
          <p:cNvSpPr/>
          <p:nvPr/>
        </p:nvSpPr>
        <p:spPr>
          <a:xfrm>
            <a:off x="10716434" y="3271047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895"/>
                </a:moveTo>
                <a:lnTo>
                  <a:pt x="6188" y="383"/>
                </a:lnTo>
                <a:lnTo>
                  <a:pt x="8755" y="98"/>
                </a:lnTo>
                <a:lnTo>
                  <a:pt x="11311" y="0"/>
                </a:lnTo>
                <a:lnTo>
                  <a:pt x="13864" y="62"/>
                </a:lnTo>
                <a:lnTo>
                  <a:pt x="16423" y="254"/>
                </a:lnTo>
                <a:lnTo>
                  <a:pt x="18997" y="543"/>
                </a:lnTo>
                <a:lnTo>
                  <a:pt x="21600" y="895"/>
                </a:lnTo>
                <a:lnTo>
                  <a:pt x="20848" y="4141"/>
                </a:lnTo>
                <a:lnTo>
                  <a:pt x="20056" y="7283"/>
                </a:lnTo>
                <a:lnTo>
                  <a:pt x="19199" y="10332"/>
                </a:lnTo>
                <a:lnTo>
                  <a:pt x="18238" y="13282"/>
                </a:lnTo>
                <a:lnTo>
                  <a:pt x="17143" y="16144"/>
                </a:lnTo>
                <a:lnTo>
                  <a:pt x="15872" y="18914"/>
                </a:lnTo>
                <a:lnTo>
                  <a:pt x="14400" y="21600"/>
                </a:lnTo>
                <a:lnTo>
                  <a:pt x="11822" y="21543"/>
                </a:lnTo>
                <a:lnTo>
                  <a:pt x="9374" y="21088"/>
                </a:lnTo>
                <a:lnTo>
                  <a:pt x="7009" y="20290"/>
                </a:lnTo>
                <a:lnTo>
                  <a:pt x="4691" y="19209"/>
                </a:lnTo>
                <a:lnTo>
                  <a:pt x="2369" y="17904"/>
                </a:lnTo>
                <a:lnTo>
                  <a:pt x="0" y="16424"/>
                </a:lnTo>
                <a:lnTo>
                  <a:pt x="353" y="12573"/>
                </a:lnTo>
                <a:lnTo>
                  <a:pt x="716" y="9840"/>
                </a:lnTo>
                <a:lnTo>
                  <a:pt x="1264" y="7480"/>
                </a:lnTo>
                <a:lnTo>
                  <a:pt x="2167" y="4747"/>
                </a:lnTo>
                <a:lnTo>
                  <a:pt x="3600" y="895"/>
                </a:lnTo>
                <a:close/>
              </a:path>
            </a:pathLst>
          </a:custGeom>
          <a:solidFill>
            <a:srgbClr val="BDAD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8" name="contour_13816"/>
          <p:cNvSpPr/>
          <p:nvPr/>
        </p:nvSpPr>
        <p:spPr>
          <a:xfrm>
            <a:off x="10388475" y="3286884"/>
            <a:ext cx="43728" cy="294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67"/>
                </a:lnTo>
                <a:lnTo>
                  <a:pt x="2084" y="518"/>
                </a:lnTo>
                <a:lnTo>
                  <a:pt x="3175" y="785"/>
                </a:lnTo>
                <a:lnTo>
                  <a:pt x="4536" y="1122"/>
                </a:lnTo>
                <a:lnTo>
                  <a:pt x="6343" y="1571"/>
                </a:lnTo>
                <a:lnTo>
                  <a:pt x="8777" y="2169"/>
                </a:lnTo>
                <a:lnTo>
                  <a:pt x="12010" y="2970"/>
                </a:lnTo>
                <a:lnTo>
                  <a:pt x="16225" y="4012"/>
                </a:lnTo>
                <a:lnTo>
                  <a:pt x="21600" y="5343"/>
                </a:lnTo>
                <a:lnTo>
                  <a:pt x="21600" y="8874"/>
                </a:lnTo>
                <a:lnTo>
                  <a:pt x="21600" y="12427"/>
                </a:lnTo>
                <a:lnTo>
                  <a:pt x="21600" y="16028"/>
                </a:lnTo>
                <a:lnTo>
                  <a:pt x="19354" y="18079"/>
                </a:lnTo>
                <a:lnTo>
                  <a:pt x="17075" y="19650"/>
                </a:lnTo>
                <a:lnTo>
                  <a:pt x="14746" y="20751"/>
                </a:lnTo>
                <a:lnTo>
                  <a:pt x="12337" y="21397"/>
                </a:lnTo>
                <a:lnTo>
                  <a:pt x="9832" y="21600"/>
                </a:lnTo>
                <a:lnTo>
                  <a:pt x="7200" y="21370"/>
                </a:lnTo>
                <a:lnTo>
                  <a:pt x="5692" y="18517"/>
                </a:lnTo>
                <a:lnTo>
                  <a:pt x="4446" y="15680"/>
                </a:lnTo>
                <a:lnTo>
                  <a:pt x="3395" y="12806"/>
                </a:lnTo>
                <a:lnTo>
                  <a:pt x="2488" y="9852"/>
                </a:lnTo>
                <a:lnTo>
                  <a:pt x="1660" y="6764"/>
                </a:lnTo>
                <a:lnTo>
                  <a:pt x="850" y="3499"/>
                </a:lnTo>
                <a:lnTo>
                  <a:pt x="0" y="0"/>
                </a:lnTo>
                <a:close/>
              </a:path>
            </a:pathLst>
          </a:custGeom>
          <a:solidFill>
            <a:srgbClr val="CEE2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19" name="contour_13817"/>
          <p:cNvSpPr/>
          <p:nvPr/>
        </p:nvSpPr>
        <p:spPr>
          <a:xfrm>
            <a:off x="4179106" y="3280616"/>
            <a:ext cx="80168" cy="208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95"/>
                </a:moveTo>
                <a:lnTo>
                  <a:pt x="21600" y="11487"/>
                </a:lnTo>
                <a:lnTo>
                  <a:pt x="21600" y="16510"/>
                </a:lnTo>
                <a:lnTo>
                  <a:pt x="21600" y="21600"/>
                </a:lnTo>
                <a:lnTo>
                  <a:pt x="20263" y="21600"/>
                </a:lnTo>
                <a:lnTo>
                  <a:pt x="18927" y="21600"/>
                </a:lnTo>
                <a:lnTo>
                  <a:pt x="17588" y="21600"/>
                </a:lnTo>
                <a:lnTo>
                  <a:pt x="16251" y="21600"/>
                </a:lnTo>
                <a:lnTo>
                  <a:pt x="14912" y="21600"/>
                </a:lnTo>
                <a:lnTo>
                  <a:pt x="13569" y="21600"/>
                </a:lnTo>
                <a:lnTo>
                  <a:pt x="12226" y="21600"/>
                </a:lnTo>
                <a:lnTo>
                  <a:pt x="10881" y="21600"/>
                </a:lnTo>
                <a:lnTo>
                  <a:pt x="9533" y="21600"/>
                </a:lnTo>
                <a:lnTo>
                  <a:pt x="8182" y="21600"/>
                </a:lnTo>
                <a:lnTo>
                  <a:pt x="6828" y="21600"/>
                </a:lnTo>
                <a:lnTo>
                  <a:pt x="5471" y="21600"/>
                </a:lnTo>
                <a:lnTo>
                  <a:pt x="4110" y="21600"/>
                </a:lnTo>
                <a:lnTo>
                  <a:pt x="2745" y="21600"/>
                </a:lnTo>
                <a:lnTo>
                  <a:pt x="1375" y="21600"/>
                </a:lnTo>
                <a:lnTo>
                  <a:pt x="0" y="21600"/>
                </a:lnTo>
                <a:lnTo>
                  <a:pt x="0" y="17854"/>
                </a:lnTo>
                <a:lnTo>
                  <a:pt x="0" y="14048"/>
                </a:lnTo>
                <a:lnTo>
                  <a:pt x="1345" y="11948"/>
                </a:lnTo>
                <a:lnTo>
                  <a:pt x="2690" y="9916"/>
                </a:lnTo>
                <a:lnTo>
                  <a:pt x="4037" y="7990"/>
                </a:lnTo>
                <a:lnTo>
                  <a:pt x="5382" y="6201"/>
                </a:lnTo>
                <a:lnTo>
                  <a:pt x="6727" y="4569"/>
                </a:lnTo>
                <a:lnTo>
                  <a:pt x="8073" y="3142"/>
                </a:lnTo>
                <a:lnTo>
                  <a:pt x="9420" y="1933"/>
                </a:lnTo>
                <a:lnTo>
                  <a:pt x="10767" y="989"/>
                </a:lnTo>
                <a:lnTo>
                  <a:pt x="12114" y="332"/>
                </a:lnTo>
                <a:lnTo>
                  <a:pt x="13465" y="0"/>
                </a:lnTo>
                <a:lnTo>
                  <a:pt x="14816" y="15"/>
                </a:lnTo>
                <a:lnTo>
                  <a:pt x="16169" y="423"/>
                </a:lnTo>
                <a:lnTo>
                  <a:pt x="17522" y="1239"/>
                </a:lnTo>
                <a:lnTo>
                  <a:pt x="18878" y="2500"/>
                </a:lnTo>
                <a:lnTo>
                  <a:pt x="20239" y="4244"/>
                </a:lnTo>
                <a:lnTo>
                  <a:pt x="21600" y="6495"/>
                </a:lnTo>
                <a:close/>
              </a:path>
            </a:pathLst>
          </a:custGeom>
          <a:solidFill>
            <a:srgbClr val="B9C7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0" name="contour_13818"/>
          <p:cNvSpPr/>
          <p:nvPr/>
        </p:nvSpPr>
        <p:spPr>
          <a:xfrm>
            <a:off x="4390458" y="3243156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099" y="652"/>
                </a:lnTo>
                <a:lnTo>
                  <a:pt x="10363" y="1175"/>
                </a:lnTo>
                <a:lnTo>
                  <a:pt x="13364" y="1680"/>
                </a:lnTo>
                <a:lnTo>
                  <a:pt x="15670" y="2294"/>
                </a:lnTo>
                <a:lnTo>
                  <a:pt x="17837" y="3132"/>
                </a:lnTo>
                <a:lnTo>
                  <a:pt x="20450" y="4320"/>
                </a:lnTo>
                <a:lnTo>
                  <a:pt x="21232" y="7318"/>
                </a:lnTo>
                <a:lnTo>
                  <a:pt x="21585" y="10122"/>
                </a:lnTo>
                <a:lnTo>
                  <a:pt x="21600" y="12839"/>
                </a:lnTo>
                <a:lnTo>
                  <a:pt x="21355" y="15582"/>
                </a:lnTo>
                <a:lnTo>
                  <a:pt x="20940" y="18468"/>
                </a:lnTo>
                <a:lnTo>
                  <a:pt x="20450" y="21600"/>
                </a:lnTo>
                <a:lnTo>
                  <a:pt x="17076" y="21600"/>
                </a:lnTo>
                <a:lnTo>
                  <a:pt x="13696" y="21600"/>
                </a:lnTo>
                <a:lnTo>
                  <a:pt x="10302" y="21600"/>
                </a:lnTo>
                <a:lnTo>
                  <a:pt x="6892" y="21600"/>
                </a:lnTo>
                <a:lnTo>
                  <a:pt x="3461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3EB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1" name="contour_13819"/>
          <p:cNvSpPr/>
          <p:nvPr/>
        </p:nvSpPr>
        <p:spPr>
          <a:xfrm>
            <a:off x="3632506" y="322129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52" y="2640"/>
                </a:lnTo>
                <a:lnTo>
                  <a:pt x="19368" y="5292"/>
                </a:lnTo>
                <a:lnTo>
                  <a:pt x="19868" y="7953"/>
                </a:lnTo>
                <a:lnTo>
                  <a:pt x="20282" y="10636"/>
                </a:lnTo>
                <a:lnTo>
                  <a:pt x="20635" y="13340"/>
                </a:lnTo>
                <a:lnTo>
                  <a:pt x="20956" y="16066"/>
                </a:lnTo>
                <a:lnTo>
                  <a:pt x="21269" y="18818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2297" y="6428"/>
                </a:lnTo>
                <a:lnTo>
                  <a:pt x="4363" y="4584"/>
                </a:lnTo>
                <a:lnTo>
                  <a:pt x="6307" y="3089"/>
                </a:lnTo>
                <a:lnTo>
                  <a:pt x="8237" y="1914"/>
                </a:lnTo>
                <a:lnTo>
                  <a:pt x="10264" y="1045"/>
                </a:lnTo>
                <a:lnTo>
                  <a:pt x="12496" y="449"/>
                </a:lnTo>
                <a:lnTo>
                  <a:pt x="15037" y="108"/>
                </a:lnTo>
                <a:lnTo>
                  <a:pt x="18000" y="0"/>
                </a:lnTo>
                <a:close/>
              </a:path>
            </a:pathLst>
          </a:custGeom>
          <a:solidFill>
            <a:srgbClr val="6271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2" name="contour_13820"/>
          <p:cNvSpPr/>
          <p:nvPr/>
        </p:nvSpPr>
        <p:spPr>
          <a:xfrm>
            <a:off x="1905252" y="321400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481" y="839"/>
                </a:lnTo>
                <a:lnTo>
                  <a:pt x="8323" y="3377"/>
                </a:lnTo>
                <a:lnTo>
                  <a:pt x="10091" y="5674"/>
                </a:lnTo>
                <a:lnTo>
                  <a:pt x="11970" y="7330"/>
                </a:lnTo>
                <a:lnTo>
                  <a:pt x="14011" y="8507"/>
                </a:lnTo>
                <a:lnTo>
                  <a:pt x="16261" y="9367"/>
                </a:lnTo>
                <a:lnTo>
                  <a:pt x="18774" y="10076"/>
                </a:lnTo>
                <a:lnTo>
                  <a:pt x="21600" y="10800"/>
                </a:lnTo>
                <a:lnTo>
                  <a:pt x="19440" y="11880"/>
                </a:lnTo>
                <a:lnTo>
                  <a:pt x="17280" y="12960"/>
                </a:lnTo>
                <a:lnTo>
                  <a:pt x="15120" y="14040"/>
                </a:lnTo>
                <a:lnTo>
                  <a:pt x="12960" y="15120"/>
                </a:lnTo>
                <a:lnTo>
                  <a:pt x="10800" y="16200"/>
                </a:lnTo>
                <a:lnTo>
                  <a:pt x="8640" y="17280"/>
                </a:lnTo>
                <a:lnTo>
                  <a:pt x="6480" y="18360"/>
                </a:lnTo>
                <a:lnTo>
                  <a:pt x="4320" y="19440"/>
                </a:lnTo>
                <a:lnTo>
                  <a:pt x="2160" y="20520"/>
                </a:lnTo>
                <a:lnTo>
                  <a:pt x="0" y="21600"/>
                </a:lnTo>
                <a:lnTo>
                  <a:pt x="385" y="19404"/>
                </a:lnTo>
                <a:lnTo>
                  <a:pt x="778" y="17212"/>
                </a:lnTo>
                <a:lnTo>
                  <a:pt x="1174" y="15016"/>
                </a:lnTo>
                <a:lnTo>
                  <a:pt x="1577" y="12823"/>
                </a:lnTo>
                <a:lnTo>
                  <a:pt x="2016" y="10375"/>
                </a:lnTo>
                <a:lnTo>
                  <a:pt x="2462" y="7888"/>
                </a:lnTo>
                <a:lnTo>
                  <a:pt x="3175" y="5353"/>
                </a:lnTo>
                <a:lnTo>
                  <a:pt x="3910" y="3686"/>
                </a:lnTo>
                <a:lnTo>
                  <a:pt x="5101" y="2149"/>
                </a:lnTo>
                <a:lnTo>
                  <a:pt x="7200" y="0"/>
                </a:lnTo>
                <a:close/>
              </a:path>
            </a:pathLst>
          </a:custGeom>
          <a:solidFill>
            <a:srgbClr val="8C69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3" name="contour_13821"/>
          <p:cNvSpPr/>
          <p:nvPr/>
        </p:nvSpPr>
        <p:spPr>
          <a:xfrm>
            <a:off x="5161323" y="3184852"/>
            <a:ext cx="308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5" y="0"/>
                </a:moveTo>
                <a:lnTo>
                  <a:pt x="3995" y="462"/>
                </a:lnTo>
                <a:lnTo>
                  <a:pt x="6003" y="899"/>
                </a:lnTo>
                <a:lnTo>
                  <a:pt x="8149" y="1561"/>
                </a:lnTo>
                <a:lnTo>
                  <a:pt x="11382" y="2700"/>
                </a:lnTo>
                <a:lnTo>
                  <a:pt x="12757" y="4576"/>
                </a:lnTo>
                <a:lnTo>
                  <a:pt x="13753" y="5989"/>
                </a:lnTo>
                <a:lnTo>
                  <a:pt x="14524" y="7201"/>
                </a:lnTo>
                <a:lnTo>
                  <a:pt x="15240" y="8481"/>
                </a:lnTo>
                <a:lnTo>
                  <a:pt x="16057" y="10098"/>
                </a:lnTo>
                <a:lnTo>
                  <a:pt x="17130" y="12317"/>
                </a:lnTo>
                <a:lnTo>
                  <a:pt x="17794" y="13657"/>
                </a:lnTo>
                <a:lnTo>
                  <a:pt x="18468" y="15015"/>
                </a:lnTo>
                <a:lnTo>
                  <a:pt x="19270" y="16659"/>
                </a:lnTo>
                <a:lnTo>
                  <a:pt x="20057" y="18303"/>
                </a:lnTo>
                <a:lnTo>
                  <a:pt x="20834" y="19953"/>
                </a:lnTo>
                <a:lnTo>
                  <a:pt x="21600" y="21600"/>
                </a:lnTo>
                <a:lnTo>
                  <a:pt x="18249" y="21114"/>
                </a:lnTo>
                <a:lnTo>
                  <a:pt x="15091" y="20582"/>
                </a:lnTo>
                <a:lnTo>
                  <a:pt x="12093" y="19972"/>
                </a:lnTo>
                <a:lnTo>
                  <a:pt x="9226" y="19259"/>
                </a:lnTo>
                <a:lnTo>
                  <a:pt x="6473" y="18411"/>
                </a:lnTo>
                <a:lnTo>
                  <a:pt x="3791" y="17401"/>
                </a:lnTo>
                <a:lnTo>
                  <a:pt x="1165" y="16200"/>
                </a:lnTo>
                <a:lnTo>
                  <a:pt x="628" y="14380"/>
                </a:lnTo>
                <a:lnTo>
                  <a:pt x="271" y="12577"/>
                </a:lnTo>
                <a:lnTo>
                  <a:pt x="66" y="10787"/>
                </a:lnTo>
                <a:lnTo>
                  <a:pt x="0" y="9002"/>
                </a:lnTo>
                <a:lnTo>
                  <a:pt x="56" y="7220"/>
                </a:lnTo>
                <a:lnTo>
                  <a:pt x="220" y="5435"/>
                </a:lnTo>
                <a:lnTo>
                  <a:pt x="470" y="3640"/>
                </a:lnTo>
                <a:lnTo>
                  <a:pt x="792" y="1831"/>
                </a:lnTo>
                <a:lnTo>
                  <a:pt x="1165" y="0"/>
                </a:lnTo>
                <a:close/>
              </a:path>
            </a:pathLst>
          </a:custGeom>
          <a:solidFill>
            <a:srgbClr val="C2C2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4" name="contour_13822"/>
          <p:cNvSpPr/>
          <p:nvPr/>
        </p:nvSpPr>
        <p:spPr>
          <a:xfrm>
            <a:off x="10767450" y="3199428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19872" y="6070"/>
                </a:lnTo>
                <a:lnTo>
                  <a:pt x="18130" y="6745"/>
                </a:lnTo>
                <a:lnTo>
                  <a:pt x="16367" y="7425"/>
                </a:lnTo>
                <a:lnTo>
                  <a:pt x="13770" y="8732"/>
                </a:lnTo>
                <a:lnTo>
                  <a:pt x="12074" y="9860"/>
                </a:lnTo>
                <a:lnTo>
                  <a:pt x="10922" y="11248"/>
                </a:lnTo>
                <a:lnTo>
                  <a:pt x="9941" y="13327"/>
                </a:lnTo>
                <a:lnTo>
                  <a:pt x="8775" y="16535"/>
                </a:lnTo>
                <a:lnTo>
                  <a:pt x="8440" y="19051"/>
                </a:lnTo>
                <a:lnTo>
                  <a:pt x="8100" y="21600"/>
                </a:lnTo>
                <a:lnTo>
                  <a:pt x="6091" y="20747"/>
                </a:lnTo>
                <a:lnTo>
                  <a:pt x="4666" y="20039"/>
                </a:lnTo>
                <a:lnTo>
                  <a:pt x="3434" y="19219"/>
                </a:lnTo>
                <a:lnTo>
                  <a:pt x="2009" y="18025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889E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5" name="contour_13823"/>
          <p:cNvSpPr/>
          <p:nvPr/>
        </p:nvSpPr>
        <p:spPr>
          <a:xfrm>
            <a:off x="5622128" y="3199428"/>
            <a:ext cx="72880" cy="236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439"/>
                </a:lnTo>
                <a:lnTo>
                  <a:pt x="2851" y="878"/>
                </a:lnTo>
                <a:lnTo>
                  <a:pt x="4279" y="1316"/>
                </a:lnTo>
                <a:lnTo>
                  <a:pt x="5707" y="1755"/>
                </a:lnTo>
                <a:lnTo>
                  <a:pt x="7137" y="2194"/>
                </a:lnTo>
                <a:lnTo>
                  <a:pt x="8567" y="2639"/>
                </a:lnTo>
                <a:lnTo>
                  <a:pt x="10001" y="3078"/>
                </a:lnTo>
                <a:lnTo>
                  <a:pt x="11437" y="3524"/>
                </a:lnTo>
                <a:lnTo>
                  <a:pt x="12878" y="3962"/>
                </a:lnTo>
                <a:lnTo>
                  <a:pt x="14321" y="4408"/>
                </a:lnTo>
                <a:lnTo>
                  <a:pt x="15766" y="4853"/>
                </a:lnTo>
                <a:lnTo>
                  <a:pt x="17217" y="5299"/>
                </a:lnTo>
                <a:lnTo>
                  <a:pt x="18673" y="5751"/>
                </a:lnTo>
                <a:lnTo>
                  <a:pt x="20133" y="6196"/>
                </a:lnTo>
                <a:lnTo>
                  <a:pt x="21600" y="6648"/>
                </a:lnTo>
                <a:lnTo>
                  <a:pt x="21600" y="9946"/>
                </a:lnTo>
                <a:lnTo>
                  <a:pt x="21600" y="13296"/>
                </a:lnTo>
                <a:lnTo>
                  <a:pt x="20233" y="13994"/>
                </a:lnTo>
                <a:lnTo>
                  <a:pt x="18863" y="14673"/>
                </a:lnTo>
                <a:lnTo>
                  <a:pt x="17496" y="15344"/>
                </a:lnTo>
                <a:lnTo>
                  <a:pt x="16127" y="15989"/>
                </a:lnTo>
                <a:lnTo>
                  <a:pt x="14757" y="16627"/>
                </a:lnTo>
                <a:lnTo>
                  <a:pt x="13388" y="17259"/>
                </a:lnTo>
                <a:lnTo>
                  <a:pt x="12014" y="17870"/>
                </a:lnTo>
                <a:lnTo>
                  <a:pt x="10649" y="18595"/>
                </a:lnTo>
                <a:lnTo>
                  <a:pt x="9260" y="19333"/>
                </a:lnTo>
                <a:lnTo>
                  <a:pt x="7951" y="19885"/>
                </a:lnTo>
                <a:lnTo>
                  <a:pt x="6623" y="20437"/>
                </a:lnTo>
                <a:lnTo>
                  <a:pt x="5417" y="21015"/>
                </a:lnTo>
                <a:lnTo>
                  <a:pt x="4190" y="21600"/>
                </a:lnTo>
                <a:lnTo>
                  <a:pt x="3182" y="20782"/>
                </a:lnTo>
                <a:lnTo>
                  <a:pt x="2160" y="19945"/>
                </a:lnTo>
                <a:lnTo>
                  <a:pt x="1732" y="15996"/>
                </a:lnTo>
                <a:lnTo>
                  <a:pt x="1302" y="12033"/>
                </a:lnTo>
                <a:lnTo>
                  <a:pt x="873" y="8058"/>
                </a:lnTo>
                <a:lnTo>
                  <a:pt x="438" y="4049"/>
                </a:lnTo>
                <a:lnTo>
                  <a:pt x="0" y="0"/>
                </a:lnTo>
                <a:close/>
              </a:path>
            </a:pathLst>
          </a:custGeom>
          <a:solidFill>
            <a:srgbClr val="D3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6" name="contour_13824"/>
          <p:cNvSpPr/>
          <p:nvPr/>
        </p:nvSpPr>
        <p:spPr>
          <a:xfrm>
            <a:off x="2378972" y="3183409"/>
            <a:ext cx="36440" cy="305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19"/>
                </a:moveTo>
                <a:lnTo>
                  <a:pt x="4994" y="453"/>
                </a:lnTo>
                <a:lnTo>
                  <a:pt x="8506" y="113"/>
                </a:lnTo>
                <a:lnTo>
                  <a:pt x="11007" y="0"/>
                </a:lnTo>
                <a:lnTo>
                  <a:pt x="12986" y="113"/>
                </a:lnTo>
                <a:lnTo>
                  <a:pt x="14917" y="453"/>
                </a:lnTo>
                <a:lnTo>
                  <a:pt x="17280" y="1019"/>
                </a:lnTo>
                <a:lnTo>
                  <a:pt x="18870" y="4847"/>
                </a:lnTo>
                <a:lnTo>
                  <a:pt x="19889" y="7564"/>
                </a:lnTo>
                <a:lnTo>
                  <a:pt x="20546" y="9910"/>
                </a:lnTo>
                <a:lnTo>
                  <a:pt x="21047" y="12627"/>
                </a:lnTo>
                <a:lnTo>
                  <a:pt x="21600" y="16455"/>
                </a:lnTo>
                <a:lnTo>
                  <a:pt x="18926" y="17093"/>
                </a:lnTo>
                <a:lnTo>
                  <a:pt x="16252" y="17731"/>
                </a:lnTo>
                <a:lnTo>
                  <a:pt x="13569" y="18369"/>
                </a:lnTo>
                <a:lnTo>
                  <a:pt x="10882" y="19007"/>
                </a:lnTo>
                <a:lnTo>
                  <a:pt x="8182" y="19650"/>
                </a:lnTo>
                <a:lnTo>
                  <a:pt x="5469" y="20298"/>
                </a:lnTo>
                <a:lnTo>
                  <a:pt x="2743" y="20947"/>
                </a:lnTo>
                <a:lnTo>
                  <a:pt x="0" y="21600"/>
                </a:lnTo>
                <a:lnTo>
                  <a:pt x="0" y="18204"/>
                </a:lnTo>
                <a:lnTo>
                  <a:pt x="0" y="14803"/>
                </a:lnTo>
                <a:lnTo>
                  <a:pt x="0" y="11387"/>
                </a:lnTo>
                <a:lnTo>
                  <a:pt x="0" y="7955"/>
                </a:lnTo>
                <a:lnTo>
                  <a:pt x="0" y="4502"/>
                </a:lnTo>
                <a:lnTo>
                  <a:pt x="0" y="1019"/>
                </a:lnTo>
                <a:close/>
              </a:path>
            </a:pathLst>
          </a:custGeom>
          <a:solidFill>
            <a:srgbClr val="B9A1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7" name="contour_13825"/>
          <p:cNvSpPr/>
          <p:nvPr/>
        </p:nvSpPr>
        <p:spPr>
          <a:xfrm>
            <a:off x="4047922" y="3192140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462" y="15113"/>
                </a:lnTo>
                <a:lnTo>
                  <a:pt x="17320" y="15826"/>
                </a:lnTo>
                <a:lnTo>
                  <a:pt x="15179" y="16538"/>
                </a:lnTo>
                <a:lnTo>
                  <a:pt x="13034" y="17258"/>
                </a:lnTo>
                <a:lnTo>
                  <a:pt x="10880" y="17971"/>
                </a:lnTo>
                <a:lnTo>
                  <a:pt x="8723" y="18691"/>
                </a:lnTo>
                <a:lnTo>
                  <a:pt x="6557" y="19411"/>
                </a:lnTo>
                <a:lnTo>
                  <a:pt x="4382" y="20138"/>
                </a:lnTo>
                <a:lnTo>
                  <a:pt x="2197" y="208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0AB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8" name="contour_13826"/>
          <p:cNvSpPr/>
          <p:nvPr/>
        </p:nvSpPr>
        <p:spPr>
          <a:xfrm>
            <a:off x="10592538" y="3170276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6810" y="2125"/>
                </a:lnTo>
                <a:lnTo>
                  <a:pt x="7147" y="4285"/>
                </a:lnTo>
                <a:lnTo>
                  <a:pt x="7888" y="6445"/>
                </a:lnTo>
                <a:lnTo>
                  <a:pt x="8640" y="8640"/>
                </a:lnTo>
                <a:lnTo>
                  <a:pt x="10154" y="9050"/>
                </a:lnTo>
                <a:lnTo>
                  <a:pt x="11256" y="9279"/>
                </a:lnTo>
                <a:lnTo>
                  <a:pt x="12262" y="9361"/>
                </a:lnTo>
                <a:lnTo>
                  <a:pt x="13489" y="9323"/>
                </a:lnTo>
                <a:lnTo>
                  <a:pt x="15254" y="9180"/>
                </a:lnTo>
                <a:lnTo>
                  <a:pt x="16440" y="9102"/>
                </a:lnTo>
                <a:lnTo>
                  <a:pt x="17632" y="9024"/>
                </a:lnTo>
                <a:lnTo>
                  <a:pt x="18842" y="8942"/>
                </a:lnTo>
                <a:lnTo>
                  <a:pt x="20211" y="8791"/>
                </a:lnTo>
                <a:lnTo>
                  <a:pt x="21600" y="8640"/>
                </a:lnTo>
                <a:lnTo>
                  <a:pt x="21600" y="10783"/>
                </a:lnTo>
                <a:lnTo>
                  <a:pt x="21600" y="12960"/>
                </a:lnTo>
                <a:lnTo>
                  <a:pt x="20410" y="13716"/>
                </a:lnTo>
                <a:lnTo>
                  <a:pt x="19522" y="14213"/>
                </a:lnTo>
                <a:lnTo>
                  <a:pt x="18492" y="14658"/>
                </a:lnTo>
                <a:lnTo>
                  <a:pt x="16874" y="15271"/>
                </a:lnTo>
                <a:lnTo>
                  <a:pt x="16140" y="15556"/>
                </a:lnTo>
                <a:lnTo>
                  <a:pt x="13921" y="16412"/>
                </a:lnTo>
                <a:lnTo>
                  <a:pt x="12889" y="16788"/>
                </a:lnTo>
                <a:lnTo>
                  <a:pt x="11852" y="17168"/>
                </a:lnTo>
                <a:lnTo>
                  <a:pt x="10800" y="17548"/>
                </a:lnTo>
                <a:lnTo>
                  <a:pt x="9768" y="17941"/>
                </a:lnTo>
                <a:lnTo>
                  <a:pt x="8731" y="18338"/>
                </a:lnTo>
                <a:lnTo>
                  <a:pt x="7679" y="18740"/>
                </a:lnTo>
                <a:lnTo>
                  <a:pt x="6400" y="19224"/>
                </a:lnTo>
                <a:lnTo>
                  <a:pt x="5121" y="19704"/>
                </a:lnTo>
                <a:lnTo>
                  <a:pt x="3840" y="20183"/>
                </a:lnTo>
                <a:lnTo>
                  <a:pt x="2562" y="20658"/>
                </a:lnTo>
                <a:lnTo>
                  <a:pt x="1281" y="21129"/>
                </a:lnTo>
                <a:lnTo>
                  <a:pt x="0" y="21600"/>
                </a:lnTo>
                <a:lnTo>
                  <a:pt x="11" y="17353"/>
                </a:lnTo>
                <a:lnTo>
                  <a:pt x="91" y="14589"/>
                </a:lnTo>
                <a:lnTo>
                  <a:pt x="307" y="12718"/>
                </a:lnTo>
                <a:lnTo>
                  <a:pt x="726" y="11146"/>
                </a:lnTo>
                <a:lnTo>
                  <a:pt x="1417" y="9279"/>
                </a:lnTo>
                <a:lnTo>
                  <a:pt x="2322" y="7620"/>
                </a:lnTo>
                <a:lnTo>
                  <a:pt x="3240" y="5940"/>
                </a:lnTo>
                <a:lnTo>
                  <a:pt x="3694" y="5093"/>
                </a:lnTo>
                <a:lnTo>
                  <a:pt x="5063" y="2532"/>
                </a:lnTo>
                <a:lnTo>
                  <a:pt x="5765" y="1274"/>
                </a:lnTo>
                <a:lnTo>
                  <a:pt x="6480" y="0"/>
                </a:lnTo>
                <a:close/>
              </a:path>
            </a:pathLst>
          </a:custGeom>
          <a:solidFill>
            <a:srgbClr val="9DA8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29" name="contour_13827"/>
          <p:cNvSpPr/>
          <p:nvPr/>
        </p:nvSpPr>
        <p:spPr>
          <a:xfrm>
            <a:off x="4273850" y="3162988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10009" y="0"/>
                </a:lnTo>
                <a:lnTo>
                  <a:pt x="11920" y="0"/>
                </a:lnTo>
                <a:lnTo>
                  <a:pt x="13838" y="0"/>
                </a:lnTo>
                <a:lnTo>
                  <a:pt x="15763" y="0"/>
                </a:lnTo>
                <a:lnTo>
                  <a:pt x="17696" y="0"/>
                </a:lnTo>
                <a:lnTo>
                  <a:pt x="19640" y="0"/>
                </a:lnTo>
                <a:lnTo>
                  <a:pt x="21600" y="0"/>
                </a:lnTo>
                <a:lnTo>
                  <a:pt x="21600" y="2856"/>
                </a:lnTo>
                <a:lnTo>
                  <a:pt x="21600" y="5728"/>
                </a:lnTo>
                <a:lnTo>
                  <a:pt x="21600" y="8640"/>
                </a:lnTo>
                <a:lnTo>
                  <a:pt x="19991" y="9556"/>
                </a:lnTo>
                <a:lnTo>
                  <a:pt x="18376" y="10446"/>
                </a:lnTo>
                <a:lnTo>
                  <a:pt x="16756" y="11310"/>
                </a:lnTo>
                <a:lnTo>
                  <a:pt x="15131" y="12148"/>
                </a:lnTo>
                <a:lnTo>
                  <a:pt x="13500" y="12960"/>
                </a:lnTo>
                <a:lnTo>
                  <a:pt x="12609" y="14653"/>
                </a:lnTo>
                <a:lnTo>
                  <a:pt x="11710" y="16364"/>
                </a:lnTo>
                <a:lnTo>
                  <a:pt x="10800" y="18092"/>
                </a:lnTo>
                <a:lnTo>
                  <a:pt x="9461" y="19833"/>
                </a:lnTo>
                <a:lnTo>
                  <a:pt x="8100" y="21600"/>
                </a:lnTo>
                <a:lnTo>
                  <a:pt x="6234" y="19984"/>
                </a:lnTo>
                <a:lnTo>
                  <a:pt x="4876" y="18762"/>
                </a:lnTo>
                <a:lnTo>
                  <a:pt x="3796" y="17686"/>
                </a:lnTo>
                <a:lnTo>
                  <a:pt x="2776" y="16520"/>
                </a:lnTo>
                <a:lnTo>
                  <a:pt x="1585" y="15025"/>
                </a:lnTo>
                <a:lnTo>
                  <a:pt x="0" y="12960"/>
                </a:lnTo>
                <a:lnTo>
                  <a:pt x="1604" y="12960"/>
                </a:lnTo>
                <a:lnTo>
                  <a:pt x="3213" y="12960"/>
                </a:lnTo>
                <a:lnTo>
                  <a:pt x="4828" y="12960"/>
                </a:lnTo>
                <a:lnTo>
                  <a:pt x="6456" y="12960"/>
                </a:lnTo>
                <a:lnTo>
                  <a:pt x="8100" y="12960"/>
                </a:lnTo>
                <a:lnTo>
                  <a:pt x="8100" y="10394"/>
                </a:lnTo>
                <a:lnTo>
                  <a:pt x="8100" y="7819"/>
                </a:lnTo>
                <a:lnTo>
                  <a:pt x="8100" y="5236"/>
                </a:lnTo>
                <a:lnTo>
                  <a:pt x="8100" y="2631"/>
                </a:lnTo>
                <a:lnTo>
                  <a:pt x="8100" y="0"/>
                </a:lnTo>
                <a:close/>
              </a:path>
            </a:pathLst>
          </a:custGeom>
          <a:solidFill>
            <a:srgbClr val="4A4A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0" name="contour_13828"/>
          <p:cNvSpPr/>
          <p:nvPr/>
        </p:nvSpPr>
        <p:spPr>
          <a:xfrm>
            <a:off x="4740281" y="3126548"/>
            <a:ext cx="4372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6" y="0"/>
                </a:lnTo>
                <a:lnTo>
                  <a:pt x="14400" y="0"/>
                </a:lnTo>
                <a:lnTo>
                  <a:pt x="14274" y="1031"/>
                </a:lnTo>
                <a:lnTo>
                  <a:pt x="14148" y="2079"/>
                </a:lnTo>
                <a:lnTo>
                  <a:pt x="14051" y="3423"/>
                </a:lnTo>
                <a:lnTo>
                  <a:pt x="13950" y="4787"/>
                </a:lnTo>
                <a:lnTo>
                  <a:pt x="13824" y="6123"/>
                </a:lnTo>
                <a:lnTo>
                  <a:pt x="13698" y="7479"/>
                </a:lnTo>
                <a:lnTo>
                  <a:pt x="14047" y="8640"/>
                </a:lnTo>
                <a:lnTo>
                  <a:pt x="14400" y="9818"/>
                </a:lnTo>
                <a:lnTo>
                  <a:pt x="16553" y="10578"/>
                </a:lnTo>
                <a:lnTo>
                  <a:pt x="18022" y="11036"/>
                </a:lnTo>
                <a:lnTo>
                  <a:pt x="19480" y="11375"/>
                </a:lnTo>
                <a:lnTo>
                  <a:pt x="21600" y="11782"/>
                </a:lnTo>
                <a:lnTo>
                  <a:pt x="20880" y="11945"/>
                </a:lnTo>
                <a:lnTo>
                  <a:pt x="18702" y="12434"/>
                </a:lnTo>
                <a:lnTo>
                  <a:pt x="16042" y="13113"/>
                </a:lnTo>
                <a:lnTo>
                  <a:pt x="13644" y="13795"/>
                </a:lnTo>
                <a:lnTo>
                  <a:pt x="11473" y="14494"/>
                </a:lnTo>
                <a:lnTo>
                  <a:pt x="9500" y="15234"/>
                </a:lnTo>
                <a:lnTo>
                  <a:pt x="7690" y="16033"/>
                </a:lnTo>
                <a:lnTo>
                  <a:pt x="6016" y="16913"/>
                </a:lnTo>
                <a:lnTo>
                  <a:pt x="4439" y="17889"/>
                </a:lnTo>
                <a:lnTo>
                  <a:pt x="2934" y="18982"/>
                </a:lnTo>
                <a:lnTo>
                  <a:pt x="1465" y="20212"/>
                </a:lnTo>
                <a:lnTo>
                  <a:pt x="0" y="21600"/>
                </a:lnTo>
                <a:lnTo>
                  <a:pt x="436" y="20222"/>
                </a:lnTo>
                <a:lnTo>
                  <a:pt x="889" y="18841"/>
                </a:lnTo>
                <a:lnTo>
                  <a:pt x="1364" y="17463"/>
                </a:lnTo>
                <a:lnTo>
                  <a:pt x="1868" y="16086"/>
                </a:lnTo>
                <a:lnTo>
                  <a:pt x="2398" y="14712"/>
                </a:lnTo>
                <a:lnTo>
                  <a:pt x="2959" y="13339"/>
                </a:lnTo>
                <a:lnTo>
                  <a:pt x="3550" y="11972"/>
                </a:lnTo>
                <a:lnTo>
                  <a:pt x="4180" y="10611"/>
                </a:lnTo>
                <a:lnTo>
                  <a:pt x="4846" y="9255"/>
                </a:lnTo>
                <a:lnTo>
                  <a:pt x="5555" y="7906"/>
                </a:lnTo>
                <a:lnTo>
                  <a:pt x="6304" y="6564"/>
                </a:lnTo>
                <a:lnTo>
                  <a:pt x="7103" y="5231"/>
                </a:lnTo>
                <a:lnTo>
                  <a:pt x="7945" y="3906"/>
                </a:lnTo>
                <a:lnTo>
                  <a:pt x="8845" y="2592"/>
                </a:lnTo>
                <a:lnTo>
                  <a:pt x="9792" y="1290"/>
                </a:lnTo>
                <a:lnTo>
                  <a:pt x="10800" y="0"/>
                </a:lnTo>
                <a:close/>
              </a:path>
            </a:pathLst>
          </a:custGeom>
          <a:solidFill>
            <a:srgbClr val="5958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1" name="contour_13829"/>
          <p:cNvSpPr/>
          <p:nvPr/>
        </p:nvSpPr>
        <p:spPr>
          <a:xfrm>
            <a:off x="4244698" y="317027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19903" y="6221"/>
                </a:lnTo>
                <a:lnTo>
                  <a:pt x="18203" y="8122"/>
                </a:lnTo>
                <a:lnTo>
                  <a:pt x="16502" y="10027"/>
                </a:lnTo>
                <a:lnTo>
                  <a:pt x="14799" y="11940"/>
                </a:lnTo>
                <a:lnTo>
                  <a:pt x="13087" y="13854"/>
                </a:lnTo>
                <a:lnTo>
                  <a:pt x="11371" y="15777"/>
                </a:lnTo>
                <a:lnTo>
                  <a:pt x="9646" y="17708"/>
                </a:lnTo>
                <a:lnTo>
                  <a:pt x="7915" y="19647"/>
                </a:lnTo>
                <a:lnTo>
                  <a:pt x="6171" y="21600"/>
                </a:lnTo>
                <a:lnTo>
                  <a:pt x="4644" y="19462"/>
                </a:lnTo>
                <a:lnTo>
                  <a:pt x="3110" y="17310"/>
                </a:lnTo>
                <a:lnTo>
                  <a:pt x="1564" y="1515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21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2" name="contour_13830"/>
          <p:cNvSpPr/>
          <p:nvPr/>
        </p:nvSpPr>
        <p:spPr>
          <a:xfrm>
            <a:off x="8318685" y="3140585"/>
            <a:ext cx="58304" cy="369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315"/>
                </a:moveTo>
                <a:lnTo>
                  <a:pt x="19435" y="2844"/>
                </a:lnTo>
                <a:lnTo>
                  <a:pt x="19972" y="5381"/>
                </a:lnTo>
                <a:lnTo>
                  <a:pt x="20509" y="7927"/>
                </a:lnTo>
                <a:lnTo>
                  <a:pt x="21052" y="10493"/>
                </a:lnTo>
                <a:lnTo>
                  <a:pt x="21600" y="13086"/>
                </a:lnTo>
                <a:lnTo>
                  <a:pt x="19818" y="14023"/>
                </a:lnTo>
                <a:lnTo>
                  <a:pt x="18033" y="14959"/>
                </a:lnTo>
                <a:lnTo>
                  <a:pt x="16249" y="15900"/>
                </a:lnTo>
                <a:lnTo>
                  <a:pt x="14459" y="16841"/>
                </a:lnTo>
                <a:lnTo>
                  <a:pt x="12663" y="17781"/>
                </a:lnTo>
                <a:lnTo>
                  <a:pt x="10859" y="18731"/>
                </a:lnTo>
                <a:lnTo>
                  <a:pt x="9050" y="19680"/>
                </a:lnTo>
                <a:lnTo>
                  <a:pt x="7231" y="20638"/>
                </a:lnTo>
                <a:lnTo>
                  <a:pt x="5400" y="21600"/>
                </a:lnTo>
                <a:lnTo>
                  <a:pt x="4636" y="19191"/>
                </a:lnTo>
                <a:lnTo>
                  <a:pt x="3872" y="16781"/>
                </a:lnTo>
                <a:lnTo>
                  <a:pt x="3105" y="14363"/>
                </a:lnTo>
                <a:lnTo>
                  <a:pt x="2336" y="11937"/>
                </a:lnTo>
                <a:lnTo>
                  <a:pt x="1561" y="9497"/>
                </a:lnTo>
                <a:lnTo>
                  <a:pt x="783" y="7045"/>
                </a:lnTo>
                <a:lnTo>
                  <a:pt x="0" y="4572"/>
                </a:lnTo>
                <a:lnTo>
                  <a:pt x="1852" y="3950"/>
                </a:lnTo>
                <a:lnTo>
                  <a:pt x="3707" y="3350"/>
                </a:lnTo>
                <a:lnTo>
                  <a:pt x="5562" y="2767"/>
                </a:lnTo>
                <a:lnTo>
                  <a:pt x="7422" y="2197"/>
                </a:lnTo>
                <a:lnTo>
                  <a:pt x="9283" y="1643"/>
                </a:lnTo>
                <a:lnTo>
                  <a:pt x="11008" y="1103"/>
                </a:lnTo>
                <a:lnTo>
                  <a:pt x="12744" y="553"/>
                </a:lnTo>
                <a:lnTo>
                  <a:pt x="14502" y="0"/>
                </a:lnTo>
                <a:lnTo>
                  <a:pt x="15954" y="102"/>
                </a:lnTo>
                <a:lnTo>
                  <a:pt x="17418" y="209"/>
                </a:lnTo>
                <a:lnTo>
                  <a:pt x="18900" y="315"/>
                </a:lnTo>
                <a:close/>
              </a:path>
            </a:pathLst>
          </a:custGeom>
          <a:solidFill>
            <a:srgbClr val="656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3" name="contour_13831"/>
          <p:cNvSpPr/>
          <p:nvPr/>
        </p:nvSpPr>
        <p:spPr>
          <a:xfrm>
            <a:off x="7224451" y="3133836"/>
            <a:ext cx="3747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6" y="0"/>
                </a:moveTo>
                <a:lnTo>
                  <a:pt x="1773" y="242"/>
                </a:lnTo>
                <a:lnTo>
                  <a:pt x="2873" y="467"/>
                </a:lnTo>
                <a:lnTo>
                  <a:pt x="4142" y="730"/>
                </a:lnTo>
                <a:lnTo>
                  <a:pt x="5822" y="1076"/>
                </a:lnTo>
                <a:lnTo>
                  <a:pt x="8162" y="1555"/>
                </a:lnTo>
                <a:lnTo>
                  <a:pt x="11405" y="2225"/>
                </a:lnTo>
                <a:lnTo>
                  <a:pt x="15803" y="3128"/>
                </a:lnTo>
                <a:lnTo>
                  <a:pt x="21600" y="4320"/>
                </a:lnTo>
                <a:lnTo>
                  <a:pt x="18248" y="9487"/>
                </a:lnTo>
                <a:lnTo>
                  <a:pt x="15782" y="13249"/>
                </a:lnTo>
                <a:lnTo>
                  <a:pt x="13980" y="15911"/>
                </a:lnTo>
                <a:lnTo>
                  <a:pt x="12619" y="17772"/>
                </a:lnTo>
                <a:lnTo>
                  <a:pt x="11485" y="19142"/>
                </a:lnTo>
                <a:lnTo>
                  <a:pt x="10351" y="20317"/>
                </a:lnTo>
                <a:lnTo>
                  <a:pt x="8998" y="21600"/>
                </a:lnTo>
                <a:lnTo>
                  <a:pt x="6280" y="20926"/>
                </a:lnTo>
                <a:lnTo>
                  <a:pt x="4499" y="20252"/>
                </a:lnTo>
                <a:lnTo>
                  <a:pt x="2869" y="19172"/>
                </a:lnTo>
                <a:lnTo>
                  <a:pt x="596" y="17280"/>
                </a:lnTo>
                <a:lnTo>
                  <a:pt x="168" y="14368"/>
                </a:lnTo>
                <a:lnTo>
                  <a:pt x="0" y="11521"/>
                </a:lnTo>
                <a:lnTo>
                  <a:pt x="21" y="8700"/>
                </a:lnTo>
                <a:lnTo>
                  <a:pt x="168" y="5867"/>
                </a:lnTo>
                <a:lnTo>
                  <a:pt x="382" y="2981"/>
                </a:lnTo>
                <a:lnTo>
                  <a:pt x="596" y="0"/>
                </a:lnTo>
                <a:close/>
              </a:path>
            </a:pathLst>
          </a:custGeom>
          <a:solidFill>
            <a:srgbClr val="A795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4" name="contour_13832"/>
          <p:cNvSpPr/>
          <p:nvPr/>
        </p:nvSpPr>
        <p:spPr>
          <a:xfrm>
            <a:off x="10439491" y="3111972"/>
            <a:ext cx="4372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691" y="2733"/>
                </a:lnTo>
                <a:lnTo>
                  <a:pt x="19364" y="5470"/>
                </a:lnTo>
                <a:lnTo>
                  <a:pt x="20023" y="8211"/>
                </a:lnTo>
                <a:lnTo>
                  <a:pt x="20588" y="10499"/>
                </a:lnTo>
                <a:lnTo>
                  <a:pt x="21164" y="12825"/>
                </a:lnTo>
                <a:lnTo>
                  <a:pt x="21380" y="14872"/>
                </a:lnTo>
                <a:lnTo>
                  <a:pt x="21600" y="16948"/>
                </a:lnTo>
                <a:lnTo>
                  <a:pt x="19451" y="19405"/>
                </a:lnTo>
                <a:lnTo>
                  <a:pt x="17914" y="20706"/>
                </a:lnTo>
                <a:lnTo>
                  <a:pt x="16247" y="21295"/>
                </a:lnTo>
                <a:lnTo>
                  <a:pt x="13712" y="21600"/>
                </a:lnTo>
                <a:lnTo>
                  <a:pt x="11261" y="21524"/>
                </a:lnTo>
                <a:lnTo>
                  <a:pt x="8777" y="21447"/>
                </a:lnTo>
                <a:lnTo>
                  <a:pt x="7542" y="21422"/>
                </a:lnTo>
                <a:lnTo>
                  <a:pt x="3812" y="21333"/>
                </a:lnTo>
                <a:lnTo>
                  <a:pt x="1919" y="21261"/>
                </a:lnTo>
                <a:lnTo>
                  <a:pt x="0" y="21185"/>
                </a:lnTo>
                <a:lnTo>
                  <a:pt x="0" y="18384"/>
                </a:lnTo>
                <a:lnTo>
                  <a:pt x="0" y="15567"/>
                </a:lnTo>
                <a:lnTo>
                  <a:pt x="0" y="12711"/>
                </a:lnTo>
                <a:lnTo>
                  <a:pt x="2326" y="11948"/>
                </a:lnTo>
                <a:lnTo>
                  <a:pt x="4644" y="11364"/>
                </a:lnTo>
                <a:lnTo>
                  <a:pt x="6962" y="10910"/>
                </a:lnTo>
                <a:lnTo>
                  <a:pt x="9295" y="10550"/>
                </a:lnTo>
                <a:lnTo>
                  <a:pt x="11657" y="10236"/>
                </a:lnTo>
                <a:lnTo>
                  <a:pt x="14062" y="9931"/>
                </a:lnTo>
                <a:lnTo>
                  <a:pt x="15041" y="9567"/>
                </a:lnTo>
                <a:lnTo>
                  <a:pt x="18000" y="8474"/>
                </a:lnTo>
                <a:lnTo>
                  <a:pt x="18000" y="5673"/>
                </a:lnTo>
                <a:lnTo>
                  <a:pt x="18000" y="2856"/>
                </a:lnTo>
                <a:lnTo>
                  <a:pt x="18000" y="0"/>
                </a:lnTo>
                <a:close/>
              </a:path>
            </a:pathLst>
          </a:custGeom>
          <a:solidFill>
            <a:srgbClr val="B5C6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5" name="contour_13833"/>
          <p:cNvSpPr/>
          <p:nvPr/>
        </p:nvSpPr>
        <p:spPr>
          <a:xfrm>
            <a:off x="7276502" y="312654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9763" y="1782"/>
                </a:lnTo>
                <a:lnTo>
                  <a:pt x="10856" y="3578"/>
                </a:lnTo>
                <a:lnTo>
                  <a:pt x="11919" y="5386"/>
                </a:lnTo>
                <a:lnTo>
                  <a:pt x="12960" y="7200"/>
                </a:lnTo>
                <a:lnTo>
                  <a:pt x="15677" y="8521"/>
                </a:lnTo>
                <a:lnTo>
                  <a:pt x="17483" y="9338"/>
                </a:lnTo>
                <a:lnTo>
                  <a:pt x="19185" y="9983"/>
                </a:lnTo>
                <a:lnTo>
                  <a:pt x="21600" y="10800"/>
                </a:lnTo>
                <a:lnTo>
                  <a:pt x="19639" y="12614"/>
                </a:lnTo>
                <a:lnTo>
                  <a:pt x="17656" y="14414"/>
                </a:lnTo>
                <a:lnTo>
                  <a:pt x="15660" y="16200"/>
                </a:lnTo>
                <a:lnTo>
                  <a:pt x="14826" y="16956"/>
                </a:lnTo>
                <a:lnTo>
                  <a:pt x="12321" y="19238"/>
                </a:lnTo>
                <a:lnTo>
                  <a:pt x="10454" y="20390"/>
                </a:lnTo>
                <a:lnTo>
                  <a:pt x="8882" y="21089"/>
                </a:lnTo>
                <a:lnTo>
                  <a:pt x="7011" y="21449"/>
                </a:lnTo>
                <a:lnTo>
                  <a:pt x="4247" y="2158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F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6" name="contour_13834"/>
          <p:cNvSpPr/>
          <p:nvPr/>
        </p:nvSpPr>
        <p:spPr>
          <a:xfrm>
            <a:off x="4871465" y="311197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371" y="2347"/>
                </a:lnTo>
                <a:lnTo>
                  <a:pt x="21099" y="4651"/>
                </a:lnTo>
                <a:lnTo>
                  <a:pt x="20758" y="6923"/>
                </a:lnTo>
                <a:lnTo>
                  <a:pt x="20326" y="9166"/>
                </a:lnTo>
                <a:lnTo>
                  <a:pt x="19781" y="11387"/>
                </a:lnTo>
                <a:lnTo>
                  <a:pt x="19107" y="13594"/>
                </a:lnTo>
                <a:lnTo>
                  <a:pt x="18282" y="15797"/>
                </a:lnTo>
                <a:lnTo>
                  <a:pt x="17280" y="18000"/>
                </a:lnTo>
                <a:lnTo>
                  <a:pt x="14416" y="19231"/>
                </a:lnTo>
                <a:lnTo>
                  <a:pt x="11707" y="20092"/>
                </a:lnTo>
                <a:lnTo>
                  <a:pt x="9037" y="20668"/>
                </a:lnTo>
                <a:lnTo>
                  <a:pt x="6277" y="21056"/>
                </a:lnTo>
                <a:lnTo>
                  <a:pt x="3309" y="21337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2856" y="14400"/>
                </a:lnTo>
                <a:lnTo>
                  <a:pt x="5728" y="14400"/>
                </a:lnTo>
                <a:lnTo>
                  <a:pt x="8640" y="14400"/>
                </a:lnTo>
                <a:lnTo>
                  <a:pt x="8640" y="12024"/>
                </a:lnTo>
                <a:lnTo>
                  <a:pt x="8640" y="9644"/>
                </a:lnTo>
                <a:lnTo>
                  <a:pt x="8640" y="7254"/>
                </a:lnTo>
                <a:lnTo>
                  <a:pt x="8640" y="4853"/>
                </a:lnTo>
                <a:lnTo>
                  <a:pt x="8640" y="2437"/>
                </a:lnTo>
                <a:lnTo>
                  <a:pt x="8640" y="0"/>
                </a:lnTo>
                <a:close/>
              </a:path>
            </a:pathLst>
          </a:custGeom>
          <a:solidFill>
            <a:srgbClr val="BCA0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7" name="contour_13835"/>
          <p:cNvSpPr/>
          <p:nvPr/>
        </p:nvSpPr>
        <p:spPr>
          <a:xfrm>
            <a:off x="8544613" y="3076684"/>
            <a:ext cx="51016" cy="28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34"/>
                </a:moveTo>
                <a:lnTo>
                  <a:pt x="20230" y="7989"/>
                </a:lnTo>
                <a:lnTo>
                  <a:pt x="18838" y="11059"/>
                </a:lnTo>
                <a:lnTo>
                  <a:pt x="17388" y="13960"/>
                </a:lnTo>
                <a:lnTo>
                  <a:pt x="15845" y="16681"/>
                </a:lnTo>
                <a:lnTo>
                  <a:pt x="14176" y="19227"/>
                </a:lnTo>
                <a:lnTo>
                  <a:pt x="12343" y="21600"/>
                </a:lnTo>
                <a:lnTo>
                  <a:pt x="9992" y="21594"/>
                </a:lnTo>
                <a:lnTo>
                  <a:pt x="7946" y="21195"/>
                </a:lnTo>
                <a:lnTo>
                  <a:pt x="6067" y="20414"/>
                </a:lnTo>
                <a:lnTo>
                  <a:pt x="4209" y="19278"/>
                </a:lnTo>
                <a:lnTo>
                  <a:pt x="2234" y="17788"/>
                </a:lnTo>
                <a:lnTo>
                  <a:pt x="0" y="15978"/>
                </a:lnTo>
                <a:lnTo>
                  <a:pt x="0" y="12262"/>
                </a:lnTo>
                <a:lnTo>
                  <a:pt x="0" y="8523"/>
                </a:lnTo>
                <a:lnTo>
                  <a:pt x="0" y="4734"/>
                </a:lnTo>
                <a:lnTo>
                  <a:pt x="2407" y="3148"/>
                </a:lnTo>
                <a:lnTo>
                  <a:pt x="4650" y="1861"/>
                </a:lnTo>
                <a:lnTo>
                  <a:pt x="6767" y="894"/>
                </a:lnTo>
                <a:lnTo>
                  <a:pt x="8800" y="264"/>
                </a:lnTo>
                <a:lnTo>
                  <a:pt x="10794" y="0"/>
                </a:lnTo>
                <a:lnTo>
                  <a:pt x="12787" y="107"/>
                </a:lnTo>
                <a:lnTo>
                  <a:pt x="14824" y="618"/>
                </a:lnTo>
                <a:lnTo>
                  <a:pt x="16944" y="1546"/>
                </a:lnTo>
                <a:lnTo>
                  <a:pt x="19190" y="2912"/>
                </a:lnTo>
                <a:lnTo>
                  <a:pt x="21600" y="4734"/>
                </a:lnTo>
                <a:close/>
              </a:path>
            </a:pathLst>
          </a:custGeom>
          <a:solidFill>
            <a:srgbClr val="595A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8" name="contour_13836"/>
          <p:cNvSpPr/>
          <p:nvPr/>
        </p:nvSpPr>
        <p:spPr>
          <a:xfrm>
            <a:off x="6817359" y="308282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7" y="920"/>
                </a:lnTo>
                <a:lnTo>
                  <a:pt x="8111" y="1858"/>
                </a:lnTo>
                <a:lnTo>
                  <a:pt x="10357" y="2812"/>
                </a:lnTo>
                <a:lnTo>
                  <a:pt x="12600" y="3780"/>
                </a:lnTo>
                <a:lnTo>
                  <a:pt x="13345" y="4091"/>
                </a:lnTo>
                <a:lnTo>
                  <a:pt x="14656" y="4644"/>
                </a:lnTo>
                <a:lnTo>
                  <a:pt x="17662" y="5905"/>
                </a:lnTo>
                <a:lnTo>
                  <a:pt x="19616" y="726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9224" y="17755"/>
                </a:lnTo>
                <a:lnTo>
                  <a:pt x="16844" y="18230"/>
                </a:lnTo>
                <a:lnTo>
                  <a:pt x="14465" y="18706"/>
                </a:lnTo>
                <a:lnTo>
                  <a:pt x="12078" y="19185"/>
                </a:lnTo>
                <a:lnTo>
                  <a:pt x="9684" y="19665"/>
                </a:lnTo>
                <a:lnTo>
                  <a:pt x="7279" y="20144"/>
                </a:lnTo>
                <a:lnTo>
                  <a:pt x="4867" y="20628"/>
                </a:lnTo>
                <a:lnTo>
                  <a:pt x="2441" y="21112"/>
                </a:lnTo>
                <a:lnTo>
                  <a:pt x="0" y="21600"/>
                </a:lnTo>
                <a:lnTo>
                  <a:pt x="446" y="18926"/>
                </a:lnTo>
                <a:lnTo>
                  <a:pt x="893" y="16252"/>
                </a:lnTo>
                <a:lnTo>
                  <a:pt x="1339" y="13569"/>
                </a:lnTo>
                <a:lnTo>
                  <a:pt x="1786" y="10882"/>
                </a:lnTo>
                <a:lnTo>
                  <a:pt x="2236" y="8182"/>
                </a:lnTo>
                <a:lnTo>
                  <a:pt x="2689" y="5469"/>
                </a:lnTo>
                <a:lnTo>
                  <a:pt x="3143" y="2743"/>
                </a:lnTo>
                <a:lnTo>
                  <a:pt x="3600" y="0"/>
                </a:lnTo>
                <a:close/>
              </a:path>
            </a:pathLst>
          </a:custGeom>
          <a:solidFill>
            <a:srgbClr val="BCCA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39" name="contour_13837"/>
          <p:cNvSpPr/>
          <p:nvPr/>
        </p:nvSpPr>
        <p:spPr>
          <a:xfrm>
            <a:off x="4259274" y="3075532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48" y="0"/>
                </a:lnTo>
                <a:lnTo>
                  <a:pt x="5900" y="0"/>
                </a:lnTo>
                <a:lnTo>
                  <a:pt x="8861" y="0"/>
                </a:lnTo>
                <a:lnTo>
                  <a:pt x="11834" y="0"/>
                </a:lnTo>
                <a:lnTo>
                  <a:pt x="14820" y="0"/>
                </a:lnTo>
                <a:lnTo>
                  <a:pt x="17822" y="0"/>
                </a:lnTo>
                <a:lnTo>
                  <a:pt x="20849" y="0"/>
                </a:lnTo>
                <a:lnTo>
                  <a:pt x="2135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50" y="12020"/>
                </a:lnTo>
                <a:lnTo>
                  <a:pt x="20849" y="16200"/>
                </a:lnTo>
                <a:lnTo>
                  <a:pt x="18114" y="17696"/>
                </a:lnTo>
                <a:lnTo>
                  <a:pt x="15424" y="18835"/>
                </a:lnTo>
                <a:lnTo>
                  <a:pt x="12735" y="19710"/>
                </a:lnTo>
                <a:lnTo>
                  <a:pt x="9995" y="20401"/>
                </a:lnTo>
                <a:lnTo>
                  <a:pt x="7160" y="21006"/>
                </a:lnTo>
                <a:lnTo>
                  <a:pt x="4170" y="21600"/>
                </a:lnTo>
                <a:lnTo>
                  <a:pt x="3482" y="18036"/>
                </a:lnTo>
                <a:lnTo>
                  <a:pt x="2794" y="14467"/>
                </a:lnTo>
                <a:lnTo>
                  <a:pt x="2102" y="10881"/>
                </a:lnTo>
                <a:lnTo>
                  <a:pt x="1405" y="7279"/>
                </a:lnTo>
                <a:lnTo>
                  <a:pt x="705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7D9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0" name="contour_13838"/>
          <p:cNvSpPr/>
          <p:nvPr/>
        </p:nvSpPr>
        <p:spPr>
          <a:xfrm>
            <a:off x="11525401" y="306824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613" y="893"/>
                </a:lnTo>
                <a:lnTo>
                  <a:pt x="6150" y="1786"/>
                </a:lnTo>
                <a:lnTo>
                  <a:pt x="7693" y="2689"/>
                </a:lnTo>
                <a:lnTo>
                  <a:pt x="9257" y="3600"/>
                </a:lnTo>
                <a:lnTo>
                  <a:pt x="8492" y="5382"/>
                </a:lnTo>
                <a:lnTo>
                  <a:pt x="7727" y="7175"/>
                </a:lnTo>
                <a:lnTo>
                  <a:pt x="6952" y="8975"/>
                </a:lnTo>
                <a:lnTo>
                  <a:pt x="6171" y="10800"/>
                </a:lnTo>
                <a:lnTo>
                  <a:pt x="8353" y="10800"/>
                </a:lnTo>
                <a:lnTo>
                  <a:pt x="10538" y="10800"/>
                </a:lnTo>
                <a:lnTo>
                  <a:pt x="12729" y="10800"/>
                </a:lnTo>
                <a:lnTo>
                  <a:pt x="14929" y="10800"/>
                </a:lnTo>
                <a:lnTo>
                  <a:pt x="17138" y="10800"/>
                </a:lnTo>
                <a:lnTo>
                  <a:pt x="19360" y="10800"/>
                </a:lnTo>
                <a:lnTo>
                  <a:pt x="21600" y="10800"/>
                </a:lnTo>
                <a:lnTo>
                  <a:pt x="20446" y="13100"/>
                </a:lnTo>
                <a:lnTo>
                  <a:pt x="19573" y="14800"/>
                </a:lnTo>
                <a:lnTo>
                  <a:pt x="18804" y="16200"/>
                </a:lnTo>
                <a:lnTo>
                  <a:pt x="17971" y="17600"/>
                </a:lnTo>
                <a:lnTo>
                  <a:pt x="16904" y="19300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9257" y="19220"/>
                </a:lnTo>
                <a:lnTo>
                  <a:pt x="9257" y="16826"/>
                </a:lnTo>
                <a:lnTo>
                  <a:pt x="9257" y="14400"/>
                </a:lnTo>
                <a:lnTo>
                  <a:pt x="7424" y="14400"/>
                </a:lnTo>
                <a:lnTo>
                  <a:pt x="5585" y="14400"/>
                </a:lnTo>
                <a:lnTo>
                  <a:pt x="3740" y="14400"/>
                </a:lnTo>
                <a:lnTo>
                  <a:pt x="1879" y="14400"/>
                </a:lnTo>
                <a:lnTo>
                  <a:pt x="0" y="14400"/>
                </a:lnTo>
                <a:lnTo>
                  <a:pt x="509" y="12024"/>
                </a:lnTo>
                <a:lnTo>
                  <a:pt x="1018" y="9644"/>
                </a:lnTo>
                <a:lnTo>
                  <a:pt x="1531" y="7254"/>
                </a:lnTo>
                <a:lnTo>
                  <a:pt x="2046" y="4853"/>
                </a:lnTo>
                <a:lnTo>
                  <a:pt x="2564" y="2437"/>
                </a:lnTo>
                <a:lnTo>
                  <a:pt x="3086" y="0"/>
                </a:lnTo>
                <a:close/>
              </a:path>
            </a:pathLst>
          </a:custGeom>
          <a:solidFill>
            <a:srgbClr val="CADC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1" name="contour_13839"/>
          <p:cNvSpPr/>
          <p:nvPr/>
        </p:nvSpPr>
        <p:spPr>
          <a:xfrm>
            <a:off x="1234619" y="3039092"/>
            <a:ext cx="2410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87" y="0"/>
                </a:moveTo>
                <a:lnTo>
                  <a:pt x="16427" y="0"/>
                </a:lnTo>
                <a:lnTo>
                  <a:pt x="19719" y="0"/>
                </a:lnTo>
                <a:lnTo>
                  <a:pt x="20529" y="3430"/>
                </a:lnTo>
                <a:lnTo>
                  <a:pt x="21123" y="6202"/>
                </a:lnTo>
                <a:lnTo>
                  <a:pt x="21495" y="8419"/>
                </a:lnTo>
                <a:lnTo>
                  <a:pt x="21600" y="10183"/>
                </a:lnTo>
                <a:lnTo>
                  <a:pt x="21430" y="11597"/>
                </a:lnTo>
                <a:lnTo>
                  <a:pt x="20940" y="12761"/>
                </a:lnTo>
                <a:lnTo>
                  <a:pt x="20117" y="13778"/>
                </a:lnTo>
                <a:lnTo>
                  <a:pt x="18929" y="14748"/>
                </a:lnTo>
                <a:lnTo>
                  <a:pt x="17348" y="15775"/>
                </a:lnTo>
                <a:lnTo>
                  <a:pt x="15356" y="16958"/>
                </a:lnTo>
                <a:lnTo>
                  <a:pt x="12626" y="17928"/>
                </a:lnTo>
                <a:lnTo>
                  <a:pt x="10470" y="18653"/>
                </a:lnTo>
                <a:lnTo>
                  <a:pt x="8151" y="19358"/>
                </a:lnTo>
                <a:lnTo>
                  <a:pt x="4951" y="20268"/>
                </a:lnTo>
                <a:lnTo>
                  <a:pt x="124" y="21600"/>
                </a:lnTo>
                <a:lnTo>
                  <a:pt x="0" y="19824"/>
                </a:lnTo>
                <a:lnTo>
                  <a:pt x="78" y="18122"/>
                </a:lnTo>
                <a:lnTo>
                  <a:pt x="359" y="16474"/>
                </a:lnTo>
                <a:lnTo>
                  <a:pt x="843" y="14863"/>
                </a:lnTo>
                <a:lnTo>
                  <a:pt x="1522" y="13272"/>
                </a:lnTo>
                <a:lnTo>
                  <a:pt x="2404" y="11683"/>
                </a:lnTo>
                <a:lnTo>
                  <a:pt x="3481" y="10078"/>
                </a:lnTo>
                <a:lnTo>
                  <a:pt x="4768" y="8438"/>
                </a:lnTo>
                <a:lnTo>
                  <a:pt x="6251" y="6749"/>
                </a:lnTo>
                <a:lnTo>
                  <a:pt x="7387" y="5477"/>
                </a:lnTo>
                <a:lnTo>
                  <a:pt x="8530" y="4195"/>
                </a:lnTo>
                <a:lnTo>
                  <a:pt x="9693" y="2897"/>
                </a:lnTo>
                <a:lnTo>
                  <a:pt x="10562" y="2177"/>
                </a:lnTo>
                <a:lnTo>
                  <a:pt x="13187" y="0"/>
                </a:lnTo>
                <a:close/>
              </a:path>
            </a:pathLst>
          </a:custGeom>
          <a:solidFill>
            <a:srgbClr val="615A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2" name="contour_13840"/>
          <p:cNvSpPr/>
          <p:nvPr/>
        </p:nvSpPr>
        <p:spPr>
          <a:xfrm>
            <a:off x="3690810" y="3048312"/>
            <a:ext cx="51016" cy="34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915"/>
                </a:moveTo>
                <a:lnTo>
                  <a:pt x="20069" y="8480"/>
                </a:lnTo>
                <a:lnTo>
                  <a:pt x="18533" y="9051"/>
                </a:lnTo>
                <a:lnTo>
                  <a:pt x="16971" y="9625"/>
                </a:lnTo>
                <a:lnTo>
                  <a:pt x="16289" y="10045"/>
                </a:lnTo>
                <a:lnTo>
                  <a:pt x="15089" y="10784"/>
                </a:lnTo>
                <a:lnTo>
                  <a:pt x="12343" y="12476"/>
                </a:lnTo>
                <a:lnTo>
                  <a:pt x="12343" y="15492"/>
                </a:lnTo>
                <a:lnTo>
                  <a:pt x="12343" y="18525"/>
                </a:lnTo>
                <a:lnTo>
                  <a:pt x="12343" y="21600"/>
                </a:lnTo>
                <a:lnTo>
                  <a:pt x="10303" y="21600"/>
                </a:lnTo>
                <a:lnTo>
                  <a:pt x="8251" y="21600"/>
                </a:lnTo>
                <a:lnTo>
                  <a:pt x="6171" y="21600"/>
                </a:lnTo>
                <a:lnTo>
                  <a:pt x="6298" y="19433"/>
                </a:lnTo>
                <a:lnTo>
                  <a:pt x="6428" y="17253"/>
                </a:lnTo>
                <a:lnTo>
                  <a:pt x="6557" y="15040"/>
                </a:lnTo>
                <a:lnTo>
                  <a:pt x="6431" y="12686"/>
                </a:lnTo>
                <a:lnTo>
                  <a:pt x="6301" y="10319"/>
                </a:lnTo>
                <a:lnTo>
                  <a:pt x="6171" y="7915"/>
                </a:lnTo>
                <a:lnTo>
                  <a:pt x="4339" y="6076"/>
                </a:lnTo>
                <a:lnTo>
                  <a:pt x="3086" y="4991"/>
                </a:lnTo>
                <a:lnTo>
                  <a:pt x="1833" y="4224"/>
                </a:lnTo>
                <a:lnTo>
                  <a:pt x="0" y="3353"/>
                </a:lnTo>
                <a:lnTo>
                  <a:pt x="2577" y="1670"/>
                </a:lnTo>
                <a:lnTo>
                  <a:pt x="4940" y="579"/>
                </a:lnTo>
                <a:lnTo>
                  <a:pt x="7131" y="36"/>
                </a:lnTo>
                <a:lnTo>
                  <a:pt x="9199" y="0"/>
                </a:lnTo>
                <a:lnTo>
                  <a:pt x="11189" y="424"/>
                </a:lnTo>
                <a:lnTo>
                  <a:pt x="13148" y="1268"/>
                </a:lnTo>
                <a:lnTo>
                  <a:pt x="15123" y="2482"/>
                </a:lnTo>
                <a:lnTo>
                  <a:pt x="17160" y="4023"/>
                </a:lnTo>
                <a:lnTo>
                  <a:pt x="19304" y="5848"/>
                </a:lnTo>
                <a:lnTo>
                  <a:pt x="21600" y="7915"/>
                </a:lnTo>
                <a:close/>
              </a:path>
            </a:pathLst>
          </a:custGeom>
          <a:solidFill>
            <a:srgbClr val="AE58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3" name="contour_13841"/>
          <p:cNvSpPr/>
          <p:nvPr/>
        </p:nvSpPr>
        <p:spPr>
          <a:xfrm>
            <a:off x="8267669" y="3040849"/>
            <a:ext cx="58304" cy="296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340"/>
                </a:moveTo>
                <a:lnTo>
                  <a:pt x="18544" y="12749"/>
                </a:lnTo>
                <a:lnTo>
                  <a:pt x="16008" y="15526"/>
                </a:lnTo>
                <a:lnTo>
                  <a:pt x="13913" y="17719"/>
                </a:lnTo>
                <a:lnTo>
                  <a:pt x="12172" y="19375"/>
                </a:lnTo>
                <a:lnTo>
                  <a:pt x="10695" y="20543"/>
                </a:lnTo>
                <a:lnTo>
                  <a:pt x="9404" y="21271"/>
                </a:lnTo>
                <a:lnTo>
                  <a:pt x="8208" y="21600"/>
                </a:lnTo>
                <a:lnTo>
                  <a:pt x="7025" y="21589"/>
                </a:lnTo>
                <a:lnTo>
                  <a:pt x="5770" y="21281"/>
                </a:lnTo>
                <a:lnTo>
                  <a:pt x="4358" y="20719"/>
                </a:lnTo>
                <a:lnTo>
                  <a:pt x="2700" y="19959"/>
                </a:lnTo>
                <a:lnTo>
                  <a:pt x="1787" y="16009"/>
                </a:lnTo>
                <a:lnTo>
                  <a:pt x="1191" y="13205"/>
                </a:lnTo>
                <a:lnTo>
                  <a:pt x="780" y="10784"/>
                </a:lnTo>
                <a:lnTo>
                  <a:pt x="427" y="7981"/>
                </a:lnTo>
                <a:lnTo>
                  <a:pt x="0" y="4030"/>
                </a:lnTo>
                <a:lnTo>
                  <a:pt x="2006" y="2204"/>
                </a:lnTo>
                <a:lnTo>
                  <a:pt x="3918" y="961"/>
                </a:lnTo>
                <a:lnTo>
                  <a:pt x="5756" y="239"/>
                </a:lnTo>
                <a:lnTo>
                  <a:pt x="7533" y="0"/>
                </a:lnTo>
                <a:lnTo>
                  <a:pt x="9269" y="186"/>
                </a:lnTo>
                <a:lnTo>
                  <a:pt x="10978" y="754"/>
                </a:lnTo>
                <a:lnTo>
                  <a:pt x="12676" y="1651"/>
                </a:lnTo>
                <a:lnTo>
                  <a:pt x="14383" y="2830"/>
                </a:lnTo>
                <a:lnTo>
                  <a:pt x="16111" y="4237"/>
                </a:lnTo>
                <a:lnTo>
                  <a:pt x="17879" y="5819"/>
                </a:lnTo>
                <a:lnTo>
                  <a:pt x="19702" y="7540"/>
                </a:lnTo>
                <a:lnTo>
                  <a:pt x="21600" y="9340"/>
                </a:lnTo>
                <a:close/>
              </a:path>
            </a:pathLst>
          </a:custGeom>
          <a:solidFill>
            <a:srgbClr val="8F9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4" name="contour_13842"/>
          <p:cNvSpPr/>
          <p:nvPr/>
        </p:nvSpPr>
        <p:spPr>
          <a:xfrm>
            <a:off x="11036392" y="3023802"/>
            <a:ext cx="44442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8" y="0"/>
                </a:moveTo>
                <a:lnTo>
                  <a:pt x="10520" y="64"/>
                </a:lnTo>
                <a:lnTo>
                  <a:pt x="12964" y="124"/>
                </a:lnTo>
                <a:lnTo>
                  <a:pt x="14183" y="149"/>
                </a:lnTo>
                <a:lnTo>
                  <a:pt x="17849" y="220"/>
                </a:lnTo>
                <a:lnTo>
                  <a:pt x="19712" y="283"/>
                </a:lnTo>
                <a:lnTo>
                  <a:pt x="21600" y="347"/>
                </a:lnTo>
                <a:lnTo>
                  <a:pt x="20169" y="2125"/>
                </a:lnTo>
                <a:lnTo>
                  <a:pt x="18731" y="3896"/>
                </a:lnTo>
                <a:lnTo>
                  <a:pt x="17293" y="5667"/>
                </a:lnTo>
                <a:lnTo>
                  <a:pt x="15851" y="7439"/>
                </a:lnTo>
                <a:lnTo>
                  <a:pt x="14409" y="9206"/>
                </a:lnTo>
                <a:lnTo>
                  <a:pt x="12964" y="10974"/>
                </a:lnTo>
                <a:lnTo>
                  <a:pt x="11742" y="12497"/>
                </a:lnTo>
                <a:lnTo>
                  <a:pt x="10495" y="14045"/>
                </a:lnTo>
                <a:lnTo>
                  <a:pt x="8884" y="15968"/>
                </a:lnTo>
                <a:lnTo>
                  <a:pt x="7240" y="17863"/>
                </a:lnTo>
                <a:lnTo>
                  <a:pt x="5572" y="19737"/>
                </a:lnTo>
                <a:lnTo>
                  <a:pt x="3889" y="21600"/>
                </a:lnTo>
                <a:lnTo>
                  <a:pt x="2132" y="21600"/>
                </a:lnTo>
                <a:lnTo>
                  <a:pt x="347" y="21600"/>
                </a:lnTo>
                <a:lnTo>
                  <a:pt x="280" y="19443"/>
                </a:lnTo>
                <a:lnTo>
                  <a:pt x="223" y="17282"/>
                </a:lnTo>
                <a:lnTo>
                  <a:pt x="170" y="15125"/>
                </a:lnTo>
                <a:lnTo>
                  <a:pt x="124" y="12964"/>
                </a:lnTo>
                <a:lnTo>
                  <a:pt x="64" y="10556"/>
                </a:lnTo>
                <a:lnTo>
                  <a:pt x="0" y="8108"/>
                </a:lnTo>
                <a:lnTo>
                  <a:pt x="460" y="5026"/>
                </a:lnTo>
                <a:lnTo>
                  <a:pt x="1353" y="2823"/>
                </a:lnTo>
                <a:lnTo>
                  <a:pt x="2823" y="1353"/>
                </a:lnTo>
                <a:lnTo>
                  <a:pt x="5026" y="460"/>
                </a:lnTo>
                <a:lnTo>
                  <a:pt x="8108" y="0"/>
                </a:lnTo>
                <a:close/>
              </a:path>
            </a:pathLst>
          </a:custGeom>
          <a:solidFill>
            <a:srgbClr val="D2E5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5" name="contour_13843"/>
          <p:cNvSpPr/>
          <p:nvPr/>
        </p:nvSpPr>
        <p:spPr>
          <a:xfrm>
            <a:off x="10301019" y="300265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241"/>
                </a:lnTo>
                <a:lnTo>
                  <a:pt x="8506" y="475"/>
                </a:lnTo>
                <a:lnTo>
                  <a:pt x="11007" y="793"/>
                </a:lnTo>
                <a:lnTo>
                  <a:pt x="12986" y="1277"/>
                </a:lnTo>
                <a:lnTo>
                  <a:pt x="14917" y="2012"/>
                </a:lnTo>
                <a:lnTo>
                  <a:pt x="17280" y="3086"/>
                </a:lnTo>
                <a:lnTo>
                  <a:pt x="18192" y="5113"/>
                </a:lnTo>
                <a:lnTo>
                  <a:pt x="18956" y="7137"/>
                </a:lnTo>
                <a:lnTo>
                  <a:pt x="19596" y="9165"/>
                </a:lnTo>
                <a:lnTo>
                  <a:pt x="20123" y="11201"/>
                </a:lnTo>
                <a:lnTo>
                  <a:pt x="20550" y="13247"/>
                </a:lnTo>
                <a:lnTo>
                  <a:pt x="20896" y="15305"/>
                </a:lnTo>
                <a:lnTo>
                  <a:pt x="21177" y="17382"/>
                </a:lnTo>
                <a:lnTo>
                  <a:pt x="21406" y="19477"/>
                </a:lnTo>
                <a:lnTo>
                  <a:pt x="21600" y="21600"/>
                </a:lnTo>
                <a:lnTo>
                  <a:pt x="18386" y="21112"/>
                </a:lnTo>
                <a:lnTo>
                  <a:pt x="16105" y="20708"/>
                </a:lnTo>
                <a:lnTo>
                  <a:pt x="14135" y="20239"/>
                </a:lnTo>
                <a:lnTo>
                  <a:pt x="11854" y="19557"/>
                </a:lnTo>
                <a:lnTo>
                  <a:pt x="8640" y="18514"/>
                </a:lnTo>
                <a:lnTo>
                  <a:pt x="8251" y="16126"/>
                </a:lnTo>
                <a:lnTo>
                  <a:pt x="8057" y="14450"/>
                </a:lnTo>
                <a:lnTo>
                  <a:pt x="8057" y="13043"/>
                </a:lnTo>
                <a:lnTo>
                  <a:pt x="8251" y="11460"/>
                </a:lnTo>
                <a:lnTo>
                  <a:pt x="8640" y="9257"/>
                </a:lnTo>
                <a:lnTo>
                  <a:pt x="5784" y="9257"/>
                </a:lnTo>
                <a:lnTo>
                  <a:pt x="2912" y="9257"/>
                </a:lnTo>
                <a:lnTo>
                  <a:pt x="0" y="9257"/>
                </a:lnTo>
                <a:lnTo>
                  <a:pt x="0" y="7424"/>
                </a:lnTo>
                <a:lnTo>
                  <a:pt x="0" y="5585"/>
                </a:lnTo>
                <a:lnTo>
                  <a:pt x="0" y="3740"/>
                </a:lnTo>
                <a:lnTo>
                  <a:pt x="0" y="1879"/>
                </a:lnTo>
                <a:lnTo>
                  <a:pt x="0" y="0"/>
                </a:lnTo>
                <a:close/>
              </a:path>
            </a:pathLst>
          </a:custGeom>
          <a:solidFill>
            <a:srgbClr val="A7B3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6" name="contour_13844"/>
          <p:cNvSpPr/>
          <p:nvPr/>
        </p:nvSpPr>
        <p:spPr>
          <a:xfrm>
            <a:off x="5177561" y="3024276"/>
            <a:ext cx="58304" cy="239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7"/>
                </a:moveTo>
                <a:lnTo>
                  <a:pt x="21219" y="5070"/>
                </a:lnTo>
                <a:lnTo>
                  <a:pt x="20890" y="8522"/>
                </a:lnTo>
                <a:lnTo>
                  <a:pt x="20480" y="11520"/>
                </a:lnTo>
                <a:lnTo>
                  <a:pt x="19859" y="15012"/>
                </a:lnTo>
                <a:lnTo>
                  <a:pt x="18900" y="19943"/>
                </a:lnTo>
                <a:lnTo>
                  <a:pt x="16713" y="20877"/>
                </a:lnTo>
                <a:lnTo>
                  <a:pt x="15117" y="21409"/>
                </a:lnTo>
                <a:lnTo>
                  <a:pt x="13657" y="21600"/>
                </a:lnTo>
                <a:lnTo>
                  <a:pt x="11864" y="21501"/>
                </a:lnTo>
                <a:lnTo>
                  <a:pt x="9283" y="21179"/>
                </a:lnTo>
                <a:lnTo>
                  <a:pt x="7549" y="20995"/>
                </a:lnTo>
                <a:lnTo>
                  <a:pt x="5805" y="20818"/>
                </a:lnTo>
                <a:lnTo>
                  <a:pt x="4039" y="20633"/>
                </a:lnTo>
                <a:lnTo>
                  <a:pt x="2705" y="20410"/>
                </a:lnTo>
                <a:lnTo>
                  <a:pt x="1361" y="20180"/>
                </a:lnTo>
                <a:lnTo>
                  <a:pt x="0" y="19943"/>
                </a:lnTo>
                <a:lnTo>
                  <a:pt x="1134" y="13736"/>
                </a:lnTo>
                <a:lnTo>
                  <a:pt x="2025" y="9738"/>
                </a:lnTo>
                <a:lnTo>
                  <a:pt x="2973" y="7115"/>
                </a:lnTo>
                <a:lnTo>
                  <a:pt x="4280" y="5037"/>
                </a:lnTo>
                <a:lnTo>
                  <a:pt x="6242" y="2683"/>
                </a:lnTo>
                <a:lnTo>
                  <a:pt x="8213" y="1729"/>
                </a:lnTo>
                <a:lnTo>
                  <a:pt x="10128" y="1013"/>
                </a:lnTo>
                <a:lnTo>
                  <a:pt x="12010" y="513"/>
                </a:lnTo>
                <a:lnTo>
                  <a:pt x="13878" y="191"/>
                </a:lnTo>
                <a:lnTo>
                  <a:pt x="15752" y="33"/>
                </a:lnTo>
                <a:lnTo>
                  <a:pt x="17650" y="0"/>
                </a:lnTo>
                <a:lnTo>
                  <a:pt x="19591" y="72"/>
                </a:lnTo>
                <a:lnTo>
                  <a:pt x="21600" y="217"/>
                </a:lnTo>
                <a:close/>
              </a:path>
            </a:pathLst>
          </a:custGeom>
          <a:solidFill>
            <a:srgbClr val="E0E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7" name="contour_13845"/>
          <p:cNvSpPr/>
          <p:nvPr/>
        </p:nvSpPr>
        <p:spPr>
          <a:xfrm>
            <a:off x="9994923" y="3021856"/>
            <a:ext cx="58304" cy="318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806"/>
                </a:moveTo>
                <a:lnTo>
                  <a:pt x="4660" y="881"/>
                </a:lnTo>
                <a:lnTo>
                  <a:pt x="6585" y="282"/>
                </a:lnTo>
                <a:lnTo>
                  <a:pt x="8491" y="0"/>
                </a:lnTo>
                <a:lnTo>
                  <a:pt x="10395" y="20"/>
                </a:lnTo>
                <a:lnTo>
                  <a:pt x="12304" y="332"/>
                </a:lnTo>
                <a:lnTo>
                  <a:pt x="14234" y="930"/>
                </a:lnTo>
                <a:lnTo>
                  <a:pt x="16200" y="1806"/>
                </a:lnTo>
                <a:lnTo>
                  <a:pt x="17361" y="4478"/>
                </a:lnTo>
                <a:lnTo>
                  <a:pt x="18311" y="7091"/>
                </a:lnTo>
                <a:lnTo>
                  <a:pt x="19100" y="9709"/>
                </a:lnTo>
                <a:lnTo>
                  <a:pt x="19778" y="12406"/>
                </a:lnTo>
                <a:lnTo>
                  <a:pt x="20385" y="15241"/>
                </a:lnTo>
                <a:lnTo>
                  <a:pt x="20979" y="18280"/>
                </a:lnTo>
                <a:lnTo>
                  <a:pt x="21600" y="21600"/>
                </a:lnTo>
                <a:lnTo>
                  <a:pt x="19818" y="20784"/>
                </a:lnTo>
                <a:lnTo>
                  <a:pt x="18036" y="19967"/>
                </a:lnTo>
                <a:lnTo>
                  <a:pt x="16251" y="19151"/>
                </a:lnTo>
                <a:lnTo>
                  <a:pt x="14464" y="18329"/>
                </a:lnTo>
                <a:lnTo>
                  <a:pt x="12674" y="17513"/>
                </a:lnTo>
                <a:lnTo>
                  <a:pt x="10881" y="16686"/>
                </a:lnTo>
                <a:lnTo>
                  <a:pt x="9083" y="15865"/>
                </a:lnTo>
                <a:lnTo>
                  <a:pt x="7279" y="15038"/>
                </a:lnTo>
                <a:lnTo>
                  <a:pt x="5470" y="14212"/>
                </a:lnTo>
                <a:lnTo>
                  <a:pt x="3656" y="13376"/>
                </a:lnTo>
                <a:lnTo>
                  <a:pt x="1831" y="12544"/>
                </a:lnTo>
                <a:lnTo>
                  <a:pt x="0" y="11703"/>
                </a:lnTo>
                <a:lnTo>
                  <a:pt x="670" y="9254"/>
                </a:lnTo>
                <a:lnTo>
                  <a:pt x="1339" y="6789"/>
                </a:lnTo>
                <a:lnTo>
                  <a:pt x="2017" y="4315"/>
                </a:lnTo>
                <a:lnTo>
                  <a:pt x="2700" y="1806"/>
                </a:lnTo>
                <a:close/>
              </a:path>
            </a:pathLst>
          </a:custGeom>
          <a:solidFill>
            <a:srgbClr val="7981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8" name="contour_13846"/>
          <p:cNvSpPr/>
          <p:nvPr/>
        </p:nvSpPr>
        <p:spPr>
          <a:xfrm>
            <a:off x="4980785" y="3002652"/>
            <a:ext cx="51016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933"/>
                </a:lnTo>
                <a:lnTo>
                  <a:pt x="3888" y="1866"/>
                </a:lnTo>
                <a:lnTo>
                  <a:pt x="5835" y="2799"/>
                </a:lnTo>
                <a:lnTo>
                  <a:pt x="7785" y="3737"/>
                </a:lnTo>
                <a:lnTo>
                  <a:pt x="9742" y="4676"/>
                </a:lnTo>
                <a:lnTo>
                  <a:pt x="11698" y="5614"/>
                </a:lnTo>
                <a:lnTo>
                  <a:pt x="13664" y="6557"/>
                </a:lnTo>
                <a:lnTo>
                  <a:pt x="15635" y="7506"/>
                </a:lnTo>
                <a:lnTo>
                  <a:pt x="17613" y="8454"/>
                </a:lnTo>
                <a:lnTo>
                  <a:pt x="19604" y="9408"/>
                </a:lnTo>
                <a:lnTo>
                  <a:pt x="21600" y="10367"/>
                </a:lnTo>
                <a:lnTo>
                  <a:pt x="20835" y="12933"/>
                </a:lnTo>
                <a:lnTo>
                  <a:pt x="20069" y="15514"/>
                </a:lnTo>
                <a:lnTo>
                  <a:pt x="19295" y="18106"/>
                </a:lnTo>
                <a:lnTo>
                  <a:pt x="18514" y="20734"/>
                </a:lnTo>
                <a:lnTo>
                  <a:pt x="16351" y="21227"/>
                </a:lnTo>
                <a:lnTo>
                  <a:pt x="14777" y="21502"/>
                </a:lnTo>
                <a:lnTo>
                  <a:pt x="13340" y="21600"/>
                </a:lnTo>
                <a:lnTo>
                  <a:pt x="11587" y="21553"/>
                </a:lnTo>
                <a:lnTo>
                  <a:pt x="9066" y="21382"/>
                </a:lnTo>
                <a:lnTo>
                  <a:pt x="7372" y="21289"/>
                </a:lnTo>
                <a:lnTo>
                  <a:pt x="5668" y="21196"/>
                </a:lnTo>
                <a:lnTo>
                  <a:pt x="3940" y="21097"/>
                </a:lnTo>
                <a:lnTo>
                  <a:pt x="1984" y="20916"/>
                </a:lnTo>
                <a:lnTo>
                  <a:pt x="0" y="20734"/>
                </a:lnTo>
                <a:lnTo>
                  <a:pt x="0" y="17313"/>
                </a:lnTo>
                <a:lnTo>
                  <a:pt x="0" y="13887"/>
                </a:lnTo>
                <a:lnTo>
                  <a:pt x="0" y="10445"/>
                </a:lnTo>
                <a:lnTo>
                  <a:pt x="0" y="6987"/>
                </a:lnTo>
                <a:lnTo>
                  <a:pt x="0" y="3509"/>
                </a:lnTo>
                <a:lnTo>
                  <a:pt x="0" y="0"/>
                </a:lnTo>
                <a:close/>
              </a:path>
            </a:pathLst>
          </a:custGeom>
          <a:solidFill>
            <a:srgbClr val="2626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49" name="contour_13847"/>
          <p:cNvSpPr/>
          <p:nvPr/>
        </p:nvSpPr>
        <p:spPr>
          <a:xfrm>
            <a:off x="11634349" y="3002652"/>
            <a:ext cx="2952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36" y="0"/>
                </a:moveTo>
                <a:lnTo>
                  <a:pt x="14460" y="0"/>
                </a:lnTo>
                <a:lnTo>
                  <a:pt x="18006" y="0"/>
                </a:lnTo>
                <a:lnTo>
                  <a:pt x="21600" y="0"/>
                </a:lnTo>
                <a:lnTo>
                  <a:pt x="20806" y="4107"/>
                </a:lnTo>
                <a:lnTo>
                  <a:pt x="20134" y="7341"/>
                </a:lnTo>
                <a:lnTo>
                  <a:pt x="19499" y="9847"/>
                </a:lnTo>
                <a:lnTo>
                  <a:pt x="18838" y="11772"/>
                </a:lnTo>
                <a:lnTo>
                  <a:pt x="18065" y="13262"/>
                </a:lnTo>
                <a:lnTo>
                  <a:pt x="17105" y="14466"/>
                </a:lnTo>
                <a:lnTo>
                  <a:pt x="15884" y="15530"/>
                </a:lnTo>
                <a:lnTo>
                  <a:pt x="14327" y="16601"/>
                </a:lnTo>
                <a:lnTo>
                  <a:pt x="12354" y="17826"/>
                </a:lnTo>
                <a:lnTo>
                  <a:pt x="9683" y="18814"/>
                </a:lnTo>
                <a:lnTo>
                  <a:pt x="7534" y="19536"/>
                </a:lnTo>
                <a:lnTo>
                  <a:pt x="4772" y="20347"/>
                </a:lnTo>
                <a:lnTo>
                  <a:pt x="272" y="21600"/>
                </a:lnTo>
                <a:lnTo>
                  <a:pt x="0" y="19165"/>
                </a:lnTo>
                <a:lnTo>
                  <a:pt x="37" y="16891"/>
                </a:lnTo>
                <a:lnTo>
                  <a:pt x="368" y="14734"/>
                </a:lnTo>
                <a:lnTo>
                  <a:pt x="981" y="12667"/>
                </a:lnTo>
                <a:lnTo>
                  <a:pt x="1850" y="10649"/>
                </a:lnTo>
                <a:lnTo>
                  <a:pt x="2959" y="8649"/>
                </a:lnTo>
                <a:lnTo>
                  <a:pt x="4292" y="6625"/>
                </a:lnTo>
                <a:lnTo>
                  <a:pt x="5833" y="4545"/>
                </a:lnTo>
                <a:lnTo>
                  <a:pt x="7561" y="2376"/>
                </a:lnTo>
                <a:lnTo>
                  <a:pt x="8403" y="1787"/>
                </a:lnTo>
                <a:lnTo>
                  <a:pt x="10936" y="0"/>
                </a:lnTo>
                <a:close/>
              </a:path>
            </a:pathLst>
          </a:custGeom>
          <a:solidFill>
            <a:srgbClr val="C6D6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0" name="contour_13848"/>
          <p:cNvSpPr/>
          <p:nvPr/>
        </p:nvSpPr>
        <p:spPr>
          <a:xfrm>
            <a:off x="9805435" y="298078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86" y="4565"/>
                </a:lnTo>
                <a:lnTo>
                  <a:pt x="21485" y="7726"/>
                </a:lnTo>
                <a:lnTo>
                  <a:pt x="21208" y="9878"/>
                </a:lnTo>
                <a:lnTo>
                  <a:pt x="20668" y="11412"/>
                </a:lnTo>
                <a:lnTo>
                  <a:pt x="19778" y="12726"/>
                </a:lnTo>
                <a:lnTo>
                  <a:pt x="18450" y="14216"/>
                </a:lnTo>
                <a:lnTo>
                  <a:pt x="16441" y="15534"/>
                </a:lnTo>
                <a:lnTo>
                  <a:pt x="14400" y="16877"/>
                </a:lnTo>
                <a:lnTo>
                  <a:pt x="12391" y="18234"/>
                </a:lnTo>
                <a:lnTo>
                  <a:pt x="10350" y="19616"/>
                </a:lnTo>
                <a:lnTo>
                  <a:pt x="9569" y="20110"/>
                </a:lnTo>
                <a:lnTo>
                  <a:pt x="7200" y="21600"/>
                </a:lnTo>
                <a:lnTo>
                  <a:pt x="6181" y="19562"/>
                </a:lnTo>
                <a:lnTo>
                  <a:pt x="5162" y="17525"/>
                </a:lnTo>
                <a:lnTo>
                  <a:pt x="4140" y="15480"/>
                </a:lnTo>
                <a:lnTo>
                  <a:pt x="3114" y="13428"/>
                </a:lnTo>
                <a:lnTo>
                  <a:pt x="2081" y="11365"/>
                </a:lnTo>
                <a:lnTo>
                  <a:pt x="1044" y="9292"/>
                </a:lnTo>
                <a:lnTo>
                  <a:pt x="0" y="7200"/>
                </a:lnTo>
                <a:lnTo>
                  <a:pt x="2376" y="6408"/>
                </a:lnTo>
                <a:lnTo>
                  <a:pt x="4756" y="5616"/>
                </a:lnTo>
                <a:lnTo>
                  <a:pt x="7135" y="4820"/>
                </a:lnTo>
                <a:lnTo>
                  <a:pt x="9522" y="4025"/>
                </a:lnTo>
                <a:lnTo>
                  <a:pt x="11916" y="3229"/>
                </a:lnTo>
                <a:lnTo>
                  <a:pt x="14321" y="2426"/>
                </a:lnTo>
                <a:lnTo>
                  <a:pt x="16733" y="1624"/>
                </a:lnTo>
                <a:lnTo>
                  <a:pt x="19159" y="814"/>
                </a:lnTo>
                <a:lnTo>
                  <a:pt x="21600" y="0"/>
                </a:lnTo>
                <a:close/>
              </a:path>
            </a:pathLst>
          </a:custGeom>
          <a:solidFill>
            <a:srgbClr val="C6D8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1" name="contour_13849"/>
          <p:cNvSpPr/>
          <p:nvPr/>
        </p:nvSpPr>
        <p:spPr>
          <a:xfrm>
            <a:off x="5702296" y="298807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744" y="21600"/>
                </a:lnTo>
                <a:lnTo>
                  <a:pt x="15872" y="21600"/>
                </a:lnTo>
                <a:lnTo>
                  <a:pt x="12960" y="21600"/>
                </a:lnTo>
                <a:lnTo>
                  <a:pt x="12960" y="19220"/>
                </a:lnTo>
                <a:lnTo>
                  <a:pt x="12960" y="16826"/>
                </a:lnTo>
                <a:lnTo>
                  <a:pt x="12960" y="14400"/>
                </a:lnTo>
                <a:lnTo>
                  <a:pt x="10817" y="13806"/>
                </a:lnTo>
                <a:lnTo>
                  <a:pt x="8666" y="13208"/>
                </a:lnTo>
                <a:lnTo>
                  <a:pt x="6480" y="12600"/>
                </a:lnTo>
                <a:lnTo>
                  <a:pt x="4337" y="12006"/>
                </a:lnTo>
                <a:lnTo>
                  <a:pt x="2186" y="11408"/>
                </a:lnTo>
                <a:lnTo>
                  <a:pt x="0" y="10800"/>
                </a:lnTo>
                <a:lnTo>
                  <a:pt x="0" y="8420"/>
                </a:lnTo>
                <a:lnTo>
                  <a:pt x="0" y="6026"/>
                </a:lnTo>
                <a:lnTo>
                  <a:pt x="0" y="3600"/>
                </a:lnTo>
                <a:lnTo>
                  <a:pt x="2795" y="2606"/>
                </a:lnTo>
                <a:lnTo>
                  <a:pt x="5430" y="1804"/>
                </a:lnTo>
                <a:lnTo>
                  <a:pt x="7975" y="1177"/>
                </a:lnTo>
                <a:lnTo>
                  <a:pt x="10493" y="702"/>
                </a:lnTo>
                <a:lnTo>
                  <a:pt x="13051" y="367"/>
                </a:lnTo>
                <a:lnTo>
                  <a:pt x="15708" y="151"/>
                </a:lnTo>
                <a:lnTo>
                  <a:pt x="18537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A6AF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2" name="contour_13850"/>
          <p:cNvSpPr/>
          <p:nvPr/>
        </p:nvSpPr>
        <p:spPr>
          <a:xfrm>
            <a:off x="2051012" y="2966213"/>
            <a:ext cx="5896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18" y="0"/>
                </a:moveTo>
                <a:lnTo>
                  <a:pt x="17697" y="1398"/>
                </a:lnTo>
                <a:lnTo>
                  <a:pt x="18810" y="2506"/>
                </a:lnTo>
                <a:lnTo>
                  <a:pt x="19865" y="3907"/>
                </a:lnTo>
                <a:lnTo>
                  <a:pt x="21357" y="6171"/>
                </a:lnTo>
                <a:lnTo>
                  <a:pt x="21565" y="8227"/>
                </a:lnTo>
                <a:lnTo>
                  <a:pt x="21600" y="10106"/>
                </a:lnTo>
                <a:lnTo>
                  <a:pt x="21464" y="11917"/>
                </a:lnTo>
                <a:lnTo>
                  <a:pt x="21168" y="13772"/>
                </a:lnTo>
                <a:lnTo>
                  <a:pt x="20711" y="15777"/>
                </a:lnTo>
                <a:lnTo>
                  <a:pt x="19414" y="17252"/>
                </a:lnTo>
                <a:lnTo>
                  <a:pt x="17977" y="18412"/>
                </a:lnTo>
                <a:lnTo>
                  <a:pt x="16421" y="19295"/>
                </a:lnTo>
                <a:lnTo>
                  <a:pt x="14766" y="19943"/>
                </a:lnTo>
                <a:lnTo>
                  <a:pt x="13036" y="20406"/>
                </a:lnTo>
                <a:lnTo>
                  <a:pt x="11253" y="20717"/>
                </a:lnTo>
                <a:lnTo>
                  <a:pt x="9434" y="20927"/>
                </a:lnTo>
                <a:lnTo>
                  <a:pt x="7603" y="21075"/>
                </a:lnTo>
                <a:lnTo>
                  <a:pt x="5782" y="21205"/>
                </a:lnTo>
                <a:lnTo>
                  <a:pt x="3994" y="21359"/>
                </a:lnTo>
                <a:lnTo>
                  <a:pt x="3406" y="21396"/>
                </a:lnTo>
                <a:lnTo>
                  <a:pt x="2371" y="21458"/>
                </a:lnTo>
                <a:lnTo>
                  <a:pt x="0" y="21600"/>
                </a:lnTo>
                <a:lnTo>
                  <a:pt x="0" y="19767"/>
                </a:lnTo>
                <a:lnTo>
                  <a:pt x="0" y="17928"/>
                </a:lnTo>
                <a:lnTo>
                  <a:pt x="0" y="16083"/>
                </a:lnTo>
                <a:lnTo>
                  <a:pt x="0" y="14222"/>
                </a:lnTo>
                <a:lnTo>
                  <a:pt x="0" y="12343"/>
                </a:lnTo>
                <a:lnTo>
                  <a:pt x="1402" y="12559"/>
                </a:lnTo>
                <a:lnTo>
                  <a:pt x="2827" y="12778"/>
                </a:lnTo>
                <a:lnTo>
                  <a:pt x="4651" y="12932"/>
                </a:lnTo>
                <a:lnTo>
                  <a:pt x="6402" y="13031"/>
                </a:lnTo>
                <a:lnTo>
                  <a:pt x="8113" y="13046"/>
                </a:lnTo>
                <a:lnTo>
                  <a:pt x="9819" y="12957"/>
                </a:lnTo>
                <a:lnTo>
                  <a:pt x="11552" y="12732"/>
                </a:lnTo>
                <a:lnTo>
                  <a:pt x="13348" y="12343"/>
                </a:lnTo>
                <a:lnTo>
                  <a:pt x="14269" y="10380"/>
                </a:lnTo>
                <a:lnTo>
                  <a:pt x="14939" y="8412"/>
                </a:lnTo>
                <a:lnTo>
                  <a:pt x="15404" y="6412"/>
                </a:lnTo>
                <a:lnTo>
                  <a:pt x="15711" y="4360"/>
                </a:lnTo>
                <a:lnTo>
                  <a:pt x="15900" y="2231"/>
                </a:lnTo>
                <a:lnTo>
                  <a:pt x="16018" y="0"/>
                </a:lnTo>
                <a:close/>
              </a:path>
            </a:pathLst>
          </a:custGeom>
          <a:solidFill>
            <a:srgbClr val="C9A7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3" name="contour_13851"/>
          <p:cNvSpPr/>
          <p:nvPr/>
        </p:nvSpPr>
        <p:spPr>
          <a:xfrm>
            <a:off x="4091650" y="297350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6" y="1076"/>
                </a:lnTo>
                <a:lnTo>
                  <a:pt x="15232" y="1849"/>
                </a:lnTo>
                <a:lnTo>
                  <a:pt x="17438" y="2441"/>
                </a:lnTo>
                <a:lnTo>
                  <a:pt x="18968" y="2968"/>
                </a:lnTo>
                <a:lnTo>
                  <a:pt x="20221" y="3555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9224" y="12960"/>
                </a:lnTo>
                <a:lnTo>
                  <a:pt x="16844" y="12960"/>
                </a:lnTo>
                <a:lnTo>
                  <a:pt x="14454" y="12960"/>
                </a:lnTo>
                <a:lnTo>
                  <a:pt x="12053" y="12960"/>
                </a:lnTo>
                <a:lnTo>
                  <a:pt x="9637" y="12960"/>
                </a:lnTo>
                <a:lnTo>
                  <a:pt x="7200" y="12960"/>
                </a:lnTo>
                <a:lnTo>
                  <a:pt x="7200" y="15816"/>
                </a:lnTo>
                <a:lnTo>
                  <a:pt x="7200" y="18688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893" y="18926"/>
                </a:lnTo>
                <a:lnTo>
                  <a:pt x="1782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5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AB9E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4" name="contour_13852"/>
          <p:cNvSpPr/>
          <p:nvPr/>
        </p:nvSpPr>
        <p:spPr>
          <a:xfrm>
            <a:off x="8106174" y="2966213"/>
            <a:ext cx="3759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6" y="0"/>
                </a:moveTo>
                <a:lnTo>
                  <a:pt x="1838" y="403"/>
                </a:lnTo>
                <a:lnTo>
                  <a:pt x="2935" y="781"/>
                </a:lnTo>
                <a:lnTo>
                  <a:pt x="4199" y="1213"/>
                </a:lnTo>
                <a:lnTo>
                  <a:pt x="5874" y="1793"/>
                </a:lnTo>
                <a:lnTo>
                  <a:pt x="8206" y="2592"/>
                </a:lnTo>
                <a:lnTo>
                  <a:pt x="11438" y="3704"/>
                </a:lnTo>
                <a:lnTo>
                  <a:pt x="15822" y="5213"/>
                </a:lnTo>
                <a:lnTo>
                  <a:pt x="21600" y="7200"/>
                </a:lnTo>
                <a:lnTo>
                  <a:pt x="20415" y="9238"/>
                </a:lnTo>
                <a:lnTo>
                  <a:pt x="19230" y="11275"/>
                </a:lnTo>
                <a:lnTo>
                  <a:pt x="18041" y="13320"/>
                </a:lnTo>
                <a:lnTo>
                  <a:pt x="16848" y="15372"/>
                </a:lnTo>
                <a:lnTo>
                  <a:pt x="15646" y="17435"/>
                </a:lnTo>
                <a:lnTo>
                  <a:pt x="14440" y="19508"/>
                </a:lnTo>
                <a:lnTo>
                  <a:pt x="13226" y="21600"/>
                </a:lnTo>
                <a:lnTo>
                  <a:pt x="10551" y="20441"/>
                </a:lnTo>
                <a:lnTo>
                  <a:pt x="8575" y="19534"/>
                </a:lnTo>
                <a:lnTo>
                  <a:pt x="6946" y="18677"/>
                </a:lnTo>
                <a:lnTo>
                  <a:pt x="5317" y="17665"/>
                </a:lnTo>
                <a:lnTo>
                  <a:pt x="3341" y="16308"/>
                </a:lnTo>
                <a:lnTo>
                  <a:pt x="666" y="14400"/>
                </a:lnTo>
                <a:lnTo>
                  <a:pt x="222" y="11920"/>
                </a:lnTo>
                <a:lnTo>
                  <a:pt x="13" y="9562"/>
                </a:lnTo>
                <a:lnTo>
                  <a:pt x="0" y="7258"/>
                </a:lnTo>
                <a:lnTo>
                  <a:pt x="134" y="4939"/>
                </a:lnTo>
                <a:lnTo>
                  <a:pt x="373" y="2542"/>
                </a:lnTo>
                <a:lnTo>
                  <a:pt x="666" y="0"/>
                </a:lnTo>
                <a:close/>
              </a:path>
            </a:pathLst>
          </a:custGeom>
          <a:solidFill>
            <a:srgbClr val="D6E6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5" name="contour_13853"/>
          <p:cNvSpPr/>
          <p:nvPr/>
        </p:nvSpPr>
        <p:spPr>
          <a:xfrm>
            <a:off x="4097298" y="2922127"/>
            <a:ext cx="59944" cy="29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1600" y="3788"/>
                </a:lnTo>
                <a:lnTo>
                  <a:pt x="21600" y="7335"/>
                </a:lnTo>
                <a:lnTo>
                  <a:pt x="21600" y="10931"/>
                </a:lnTo>
                <a:lnTo>
                  <a:pt x="19743" y="10931"/>
                </a:lnTo>
                <a:lnTo>
                  <a:pt x="17884" y="10931"/>
                </a:lnTo>
                <a:lnTo>
                  <a:pt x="16019" y="10931"/>
                </a:lnTo>
                <a:lnTo>
                  <a:pt x="14147" y="10931"/>
                </a:lnTo>
                <a:lnTo>
                  <a:pt x="12267" y="10931"/>
                </a:lnTo>
                <a:lnTo>
                  <a:pt x="10376" y="10931"/>
                </a:lnTo>
                <a:lnTo>
                  <a:pt x="8469" y="10931"/>
                </a:lnTo>
                <a:lnTo>
                  <a:pt x="8469" y="14457"/>
                </a:lnTo>
                <a:lnTo>
                  <a:pt x="8469" y="18004"/>
                </a:lnTo>
                <a:lnTo>
                  <a:pt x="8469" y="21600"/>
                </a:lnTo>
                <a:lnTo>
                  <a:pt x="6909" y="21600"/>
                </a:lnTo>
                <a:lnTo>
                  <a:pt x="5344" y="21600"/>
                </a:lnTo>
                <a:lnTo>
                  <a:pt x="3774" y="21600"/>
                </a:lnTo>
                <a:lnTo>
                  <a:pt x="2190" y="21600"/>
                </a:lnTo>
                <a:lnTo>
                  <a:pt x="591" y="21600"/>
                </a:lnTo>
                <a:lnTo>
                  <a:pt x="197" y="17791"/>
                </a:lnTo>
                <a:lnTo>
                  <a:pt x="0" y="15054"/>
                </a:lnTo>
                <a:lnTo>
                  <a:pt x="0" y="12622"/>
                </a:lnTo>
                <a:lnTo>
                  <a:pt x="197" y="9725"/>
                </a:lnTo>
                <a:lnTo>
                  <a:pt x="591" y="5596"/>
                </a:lnTo>
                <a:lnTo>
                  <a:pt x="2240" y="4316"/>
                </a:lnTo>
                <a:lnTo>
                  <a:pt x="3926" y="3227"/>
                </a:lnTo>
                <a:lnTo>
                  <a:pt x="5641" y="2321"/>
                </a:lnTo>
                <a:lnTo>
                  <a:pt x="7382" y="1584"/>
                </a:lnTo>
                <a:lnTo>
                  <a:pt x="9144" y="1008"/>
                </a:lnTo>
                <a:lnTo>
                  <a:pt x="10922" y="571"/>
                </a:lnTo>
                <a:lnTo>
                  <a:pt x="12708" y="267"/>
                </a:lnTo>
                <a:lnTo>
                  <a:pt x="14499" y="80"/>
                </a:lnTo>
                <a:lnTo>
                  <a:pt x="16290" y="0"/>
                </a:lnTo>
                <a:lnTo>
                  <a:pt x="18073" y="11"/>
                </a:lnTo>
                <a:lnTo>
                  <a:pt x="19846" y="101"/>
                </a:lnTo>
                <a:lnTo>
                  <a:pt x="21600" y="261"/>
                </a:lnTo>
                <a:close/>
              </a:path>
            </a:pathLst>
          </a:custGeom>
          <a:solidFill>
            <a:srgbClr val="7C7D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6" name="contour_13854"/>
          <p:cNvSpPr/>
          <p:nvPr/>
        </p:nvSpPr>
        <p:spPr>
          <a:xfrm>
            <a:off x="7560734" y="2920349"/>
            <a:ext cx="51016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811" y="1620"/>
                </a:lnTo>
                <a:lnTo>
                  <a:pt x="3623" y="1351"/>
                </a:lnTo>
                <a:lnTo>
                  <a:pt x="5437" y="1109"/>
                </a:lnTo>
                <a:lnTo>
                  <a:pt x="7251" y="892"/>
                </a:lnTo>
                <a:lnTo>
                  <a:pt x="9066" y="689"/>
                </a:lnTo>
                <a:lnTo>
                  <a:pt x="9816" y="590"/>
                </a:lnTo>
                <a:lnTo>
                  <a:pt x="11136" y="413"/>
                </a:lnTo>
                <a:lnTo>
                  <a:pt x="14163" y="0"/>
                </a:lnTo>
                <a:lnTo>
                  <a:pt x="15601" y="636"/>
                </a:lnTo>
                <a:lnTo>
                  <a:pt x="17049" y="1273"/>
                </a:lnTo>
                <a:lnTo>
                  <a:pt x="18514" y="1922"/>
                </a:lnTo>
                <a:lnTo>
                  <a:pt x="19125" y="5818"/>
                </a:lnTo>
                <a:lnTo>
                  <a:pt x="19739" y="9728"/>
                </a:lnTo>
                <a:lnTo>
                  <a:pt x="20353" y="13650"/>
                </a:lnTo>
                <a:lnTo>
                  <a:pt x="20974" y="1760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704"/>
                </a:lnTo>
                <a:lnTo>
                  <a:pt x="0" y="13794"/>
                </a:lnTo>
                <a:lnTo>
                  <a:pt x="0" y="9872"/>
                </a:lnTo>
                <a:lnTo>
                  <a:pt x="0" y="5917"/>
                </a:lnTo>
                <a:lnTo>
                  <a:pt x="0" y="1922"/>
                </a:lnTo>
                <a:close/>
              </a:path>
            </a:pathLst>
          </a:custGeom>
          <a:solidFill>
            <a:srgbClr val="E2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7" name="contour_13855"/>
          <p:cNvSpPr/>
          <p:nvPr/>
        </p:nvSpPr>
        <p:spPr>
          <a:xfrm>
            <a:off x="5316033" y="2907909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23" y="0"/>
                </a:lnTo>
                <a:lnTo>
                  <a:pt x="5850" y="0"/>
                </a:lnTo>
                <a:lnTo>
                  <a:pt x="8785" y="0"/>
                </a:lnTo>
                <a:lnTo>
                  <a:pt x="11732" y="0"/>
                </a:lnTo>
                <a:lnTo>
                  <a:pt x="14692" y="0"/>
                </a:lnTo>
                <a:lnTo>
                  <a:pt x="17669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8144" y="17350"/>
                </a:lnTo>
                <a:lnTo>
                  <a:pt x="15606" y="18311"/>
                </a:lnTo>
                <a:lnTo>
                  <a:pt x="13055" y="19116"/>
                </a:lnTo>
                <a:lnTo>
                  <a:pt x="10488" y="19786"/>
                </a:lnTo>
                <a:lnTo>
                  <a:pt x="7900" y="20347"/>
                </a:lnTo>
                <a:lnTo>
                  <a:pt x="5291" y="20817"/>
                </a:lnTo>
                <a:lnTo>
                  <a:pt x="2658" y="2122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B6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8" name="contour_13856"/>
          <p:cNvSpPr/>
          <p:nvPr/>
        </p:nvSpPr>
        <p:spPr>
          <a:xfrm>
            <a:off x="8092757" y="290790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01" y="0"/>
                </a:lnTo>
                <a:lnTo>
                  <a:pt x="4799" y="0"/>
                </a:lnTo>
                <a:lnTo>
                  <a:pt x="7200" y="0"/>
                </a:lnTo>
                <a:lnTo>
                  <a:pt x="9601" y="0"/>
                </a:lnTo>
                <a:lnTo>
                  <a:pt x="11999" y="0"/>
                </a:lnTo>
                <a:lnTo>
                  <a:pt x="14400" y="0"/>
                </a:lnTo>
                <a:lnTo>
                  <a:pt x="16801" y="0"/>
                </a:lnTo>
                <a:lnTo>
                  <a:pt x="19199" y="0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FD7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59" name="contour_13857"/>
          <p:cNvSpPr/>
          <p:nvPr/>
        </p:nvSpPr>
        <p:spPr>
          <a:xfrm>
            <a:off x="8318685" y="2899360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895"/>
                </a:moveTo>
                <a:lnTo>
                  <a:pt x="6188" y="383"/>
                </a:lnTo>
                <a:lnTo>
                  <a:pt x="8755" y="98"/>
                </a:lnTo>
                <a:lnTo>
                  <a:pt x="11311" y="0"/>
                </a:lnTo>
                <a:lnTo>
                  <a:pt x="13864" y="62"/>
                </a:lnTo>
                <a:lnTo>
                  <a:pt x="16423" y="254"/>
                </a:lnTo>
                <a:lnTo>
                  <a:pt x="18997" y="543"/>
                </a:lnTo>
                <a:lnTo>
                  <a:pt x="21600" y="895"/>
                </a:lnTo>
                <a:lnTo>
                  <a:pt x="21006" y="4312"/>
                </a:lnTo>
                <a:lnTo>
                  <a:pt x="20412" y="7733"/>
                </a:lnTo>
                <a:lnTo>
                  <a:pt x="19814" y="11170"/>
                </a:lnTo>
                <a:lnTo>
                  <a:pt x="19213" y="14623"/>
                </a:lnTo>
                <a:lnTo>
                  <a:pt x="18608" y="18096"/>
                </a:lnTo>
                <a:lnTo>
                  <a:pt x="18000" y="21600"/>
                </a:lnTo>
                <a:lnTo>
                  <a:pt x="15772" y="20958"/>
                </a:lnTo>
                <a:lnTo>
                  <a:pt x="13543" y="20316"/>
                </a:lnTo>
                <a:lnTo>
                  <a:pt x="11308" y="19674"/>
                </a:lnTo>
                <a:lnTo>
                  <a:pt x="9068" y="19033"/>
                </a:lnTo>
                <a:lnTo>
                  <a:pt x="6818" y="18386"/>
                </a:lnTo>
                <a:lnTo>
                  <a:pt x="4558" y="17733"/>
                </a:lnTo>
                <a:lnTo>
                  <a:pt x="2286" y="17081"/>
                </a:lnTo>
                <a:lnTo>
                  <a:pt x="0" y="16424"/>
                </a:lnTo>
                <a:lnTo>
                  <a:pt x="353" y="12573"/>
                </a:lnTo>
                <a:lnTo>
                  <a:pt x="716" y="9840"/>
                </a:lnTo>
                <a:lnTo>
                  <a:pt x="1264" y="7480"/>
                </a:lnTo>
                <a:lnTo>
                  <a:pt x="2167" y="4747"/>
                </a:lnTo>
                <a:lnTo>
                  <a:pt x="3600" y="895"/>
                </a:lnTo>
                <a:close/>
              </a:path>
            </a:pathLst>
          </a:custGeom>
          <a:solidFill>
            <a:srgbClr val="BAC9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0" name="contour_13858"/>
          <p:cNvSpPr/>
          <p:nvPr/>
        </p:nvSpPr>
        <p:spPr>
          <a:xfrm>
            <a:off x="3763690" y="2898522"/>
            <a:ext cx="87456" cy="23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92"/>
                </a:moveTo>
                <a:lnTo>
                  <a:pt x="1253" y="1662"/>
                </a:lnTo>
                <a:lnTo>
                  <a:pt x="2507" y="1452"/>
                </a:lnTo>
                <a:lnTo>
                  <a:pt x="3760" y="1268"/>
                </a:lnTo>
                <a:lnTo>
                  <a:pt x="5013" y="1097"/>
                </a:lnTo>
                <a:lnTo>
                  <a:pt x="6268" y="939"/>
                </a:lnTo>
                <a:lnTo>
                  <a:pt x="7520" y="795"/>
                </a:lnTo>
                <a:lnTo>
                  <a:pt x="8775" y="657"/>
                </a:lnTo>
                <a:lnTo>
                  <a:pt x="9400" y="532"/>
                </a:lnTo>
                <a:lnTo>
                  <a:pt x="11286" y="158"/>
                </a:lnTo>
                <a:lnTo>
                  <a:pt x="13525" y="0"/>
                </a:lnTo>
                <a:lnTo>
                  <a:pt x="15169" y="7"/>
                </a:lnTo>
                <a:lnTo>
                  <a:pt x="16355" y="296"/>
                </a:lnTo>
                <a:lnTo>
                  <a:pt x="17228" y="966"/>
                </a:lnTo>
                <a:lnTo>
                  <a:pt x="17928" y="2128"/>
                </a:lnTo>
                <a:lnTo>
                  <a:pt x="18599" y="3889"/>
                </a:lnTo>
                <a:lnTo>
                  <a:pt x="19381" y="6366"/>
                </a:lnTo>
                <a:lnTo>
                  <a:pt x="19975" y="9677"/>
                </a:lnTo>
                <a:lnTo>
                  <a:pt x="20405" y="12364"/>
                </a:lnTo>
                <a:lnTo>
                  <a:pt x="20876" y="15865"/>
                </a:lnTo>
                <a:lnTo>
                  <a:pt x="21600" y="21600"/>
                </a:lnTo>
                <a:lnTo>
                  <a:pt x="20412" y="21600"/>
                </a:lnTo>
                <a:lnTo>
                  <a:pt x="19222" y="21600"/>
                </a:lnTo>
                <a:lnTo>
                  <a:pt x="18027" y="21600"/>
                </a:lnTo>
                <a:lnTo>
                  <a:pt x="16826" y="21600"/>
                </a:lnTo>
                <a:lnTo>
                  <a:pt x="15619" y="21600"/>
                </a:lnTo>
                <a:lnTo>
                  <a:pt x="14400" y="21600"/>
                </a:lnTo>
                <a:lnTo>
                  <a:pt x="14400" y="17258"/>
                </a:lnTo>
                <a:lnTo>
                  <a:pt x="14400" y="12889"/>
                </a:lnTo>
                <a:lnTo>
                  <a:pt x="14400" y="8461"/>
                </a:lnTo>
                <a:lnTo>
                  <a:pt x="13212" y="8461"/>
                </a:lnTo>
                <a:lnTo>
                  <a:pt x="12024" y="8461"/>
                </a:lnTo>
                <a:lnTo>
                  <a:pt x="10834" y="8461"/>
                </a:lnTo>
                <a:lnTo>
                  <a:pt x="9643" y="8461"/>
                </a:lnTo>
                <a:lnTo>
                  <a:pt x="8449" y="8461"/>
                </a:lnTo>
                <a:lnTo>
                  <a:pt x="7254" y="8461"/>
                </a:lnTo>
                <a:lnTo>
                  <a:pt x="6055" y="8461"/>
                </a:lnTo>
                <a:lnTo>
                  <a:pt x="4853" y="8461"/>
                </a:lnTo>
                <a:lnTo>
                  <a:pt x="3647" y="8461"/>
                </a:lnTo>
                <a:lnTo>
                  <a:pt x="2437" y="8461"/>
                </a:lnTo>
                <a:lnTo>
                  <a:pt x="1220" y="8461"/>
                </a:lnTo>
                <a:lnTo>
                  <a:pt x="0" y="8461"/>
                </a:lnTo>
                <a:lnTo>
                  <a:pt x="0" y="5203"/>
                </a:lnTo>
                <a:lnTo>
                  <a:pt x="0" y="1892"/>
                </a:lnTo>
                <a:close/>
              </a:path>
            </a:pathLst>
          </a:custGeom>
          <a:solidFill>
            <a:srgbClr val="8E85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1" name="contour_13859"/>
          <p:cNvSpPr/>
          <p:nvPr/>
        </p:nvSpPr>
        <p:spPr>
          <a:xfrm>
            <a:off x="2217215" y="2894302"/>
            <a:ext cx="37861" cy="42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883" y="2964"/>
                </a:moveTo>
                <a:lnTo>
                  <a:pt x="17771" y="4256"/>
                </a:lnTo>
                <a:lnTo>
                  <a:pt x="19675" y="5556"/>
                </a:lnTo>
                <a:lnTo>
                  <a:pt x="21600" y="6874"/>
                </a:lnTo>
                <a:lnTo>
                  <a:pt x="18852" y="6874"/>
                </a:lnTo>
                <a:lnTo>
                  <a:pt x="16087" y="6874"/>
                </a:lnTo>
                <a:lnTo>
                  <a:pt x="13284" y="6874"/>
                </a:lnTo>
                <a:lnTo>
                  <a:pt x="12253" y="9296"/>
                </a:lnTo>
                <a:lnTo>
                  <a:pt x="11717" y="11203"/>
                </a:lnTo>
                <a:lnTo>
                  <a:pt x="11205" y="14237"/>
                </a:lnTo>
                <a:lnTo>
                  <a:pt x="10694" y="17270"/>
                </a:lnTo>
                <a:lnTo>
                  <a:pt x="10158" y="19181"/>
                </a:lnTo>
                <a:lnTo>
                  <a:pt x="9126" y="21600"/>
                </a:lnTo>
                <a:lnTo>
                  <a:pt x="6378" y="21600"/>
                </a:lnTo>
                <a:lnTo>
                  <a:pt x="3613" y="21600"/>
                </a:lnTo>
                <a:lnTo>
                  <a:pt x="811" y="21600"/>
                </a:lnTo>
                <a:lnTo>
                  <a:pt x="653" y="19358"/>
                </a:lnTo>
                <a:lnTo>
                  <a:pt x="516" y="17116"/>
                </a:lnTo>
                <a:lnTo>
                  <a:pt x="395" y="14870"/>
                </a:lnTo>
                <a:lnTo>
                  <a:pt x="291" y="12624"/>
                </a:lnTo>
                <a:lnTo>
                  <a:pt x="146" y="10121"/>
                </a:lnTo>
                <a:lnTo>
                  <a:pt x="0" y="7580"/>
                </a:lnTo>
                <a:lnTo>
                  <a:pt x="528" y="5000"/>
                </a:lnTo>
                <a:lnTo>
                  <a:pt x="1181" y="3409"/>
                </a:lnTo>
                <a:lnTo>
                  <a:pt x="2387" y="2143"/>
                </a:lnTo>
                <a:lnTo>
                  <a:pt x="4578" y="545"/>
                </a:lnTo>
                <a:lnTo>
                  <a:pt x="7314" y="0"/>
                </a:lnTo>
                <a:lnTo>
                  <a:pt x="9401" y="70"/>
                </a:lnTo>
                <a:lnTo>
                  <a:pt x="11904" y="983"/>
                </a:lnTo>
                <a:lnTo>
                  <a:pt x="15883" y="2964"/>
                </a:lnTo>
                <a:close/>
              </a:path>
            </a:pathLst>
          </a:custGeom>
          <a:solidFill>
            <a:srgbClr val="FBF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2" name="contour_13860"/>
          <p:cNvSpPr/>
          <p:nvPr/>
        </p:nvSpPr>
        <p:spPr>
          <a:xfrm>
            <a:off x="5571112" y="2884733"/>
            <a:ext cx="51016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930"/>
                </a:moveTo>
                <a:lnTo>
                  <a:pt x="8652" y="310"/>
                </a:lnTo>
                <a:lnTo>
                  <a:pt x="10374" y="0"/>
                </a:lnTo>
                <a:lnTo>
                  <a:pt x="11781" y="0"/>
                </a:lnTo>
                <a:lnTo>
                  <a:pt x="13318" y="310"/>
                </a:lnTo>
                <a:lnTo>
                  <a:pt x="15429" y="930"/>
                </a:lnTo>
                <a:lnTo>
                  <a:pt x="15429" y="4346"/>
                </a:lnTo>
                <a:lnTo>
                  <a:pt x="15429" y="7782"/>
                </a:lnTo>
                <a:lnTo>
                  <a:pt x="15429" y="11265"/>
                </a:lnTo>
                <a:lnTo>
                  <a:pt x="17468" y="11265"/>
                </a:lnTo>
                <a:lnTo>
                  <a:pt x="19520" y="11265"/>
                </a:lnTo>
                <a:lnTo>
                  <a:pt x="21600" y="11265"/>
                </a:lnTo>
                <a:lnTo>
                  <a:pt x="21600" y="14681"/>
                </a:lnTo>
                <a:lnTo>
                  <a:pt x="21600" y="18117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315" y="16190"/>
                </a:lnTo>
                <a:lnTo>
                  <a:pt x="2308" y="12200"/>
                </a:lnTo>
                <a:lnTo>
                  <a:pt x="3083" y="9270"/>
                </a:lnTo>
                <a:lnTo>
                  <a:pt x="3746" y="7043"/>
                </a:lnTo>
                <a:lnTo>
                  <a:pt x="4413" y="5147"/>
                </a:lnTo>
                <a:lnTo>
                  <a:pt x="5184" y="3230"/>
                </a:lnTo>
                <a:lnTo>
                  <a:pt x="6171" y="930"/>
                </a:lnTo>
                <a:close/>
              </a:path>
            </a:pathLst>
          </a:custGeom>
          <a:solidFill>
            <a:srgbClr val="CACF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3" name="contour_13861"/>
          <p:cNvSpPr/>
          <p:nvPr/>
        </p:nvSpPr>
        <p:spPr>
          <a:xfrm>
            <a:off x="4609097" y="2864181"/>
            <a:ext cx="3036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67" y="0"/>
                </a:moveTo>
                <a:lnTo>
                  <a:pt x="13420" y="583"/>
                </a:lnTo>
                <a:lnTo>
                  <a:pt x="15520" y="1102"/>
                </a:lnTo>
                <a:lnTo>
                  <a:pt x="17635" y="1839"/>
                </a:lnTo>
                <a:lnTo>
                  <a:pt x="20734" y="3086"/>
                </a:lnTo>
                <a:lnTo>
                  <a:pt x="21227" y="5249"/>
                </a:lnTo>
                <a:lnTo>
                  <a:pt x="21502" y="6823"/>
                </a:lnTo>
                <a:lnTo>
                  <a:pt x="21600" y="8260"/>
                </a:lnTo>
                <a:lnTo>
                  <a:pt x="21553" y="10013"/>
                </a:lnTo>
                <a:lnTo>
                  <a:pt x="21382" y="12534"/>
                </a:lnTo>
                <a:lnTo>
                  <a:pt x="21289" y="14228"/>
                </a:lnTo>
                <a:lnTo>
                  <a:pt x="21196" y="15932"/>
                </a:lnTo>
                <a:lnTo>
                  <a:pt x="21097" y="17660"/>
                </a:lnTo>
                <a:lnTo>
                  <a:pt x="21009" y="18638"/>
                </a:lnTo>
                <a:lnTo>
                  <a:pt x="20734" y="21600"/>
                </a:lnTo>
                <a:lnTo>
                  <a:pt x="17272" y="21236"/>
                </a:lnTo>
                <a:lnTo>
                  <a:pt x="13814" y="20850"/>
                </a:lnTo>
                <a:lnTo>
                  <a:pt x="10367" y="20443"/>
                </a:lnTo>
                <a:lnTo>
                  <a:pt x="7475" y="20119"/>
                </a:lnTo>
                <a:lnTo>
                  <a:pt x="4536" y="19792"/>
                </a:lnTo>
                <a:lnTo>
                  <a:pt x="2286" y="19159"/>
                </a:lnTo>
                <a:lnTo>
                  <a:pt x="0" y="18514"/>
                </a:lnTo>
                <a:lnTo>
                  <a:pt x="0" y="16475"/>
                </a:lnTo>
                <a:lnTo>
                  <a:pt x="0" y="14423"/>
                </a:lnTo>
                <a:lnTo>
                  <a:pt x="0" y="12343"/>
                </a:lnTo>
                <a:lnTo>
                  <a:pt x="3426" y="12343"/>
                </a:lnTo>
                <a:lnTo>
                  <a:pt x="6873" y="12343"/>
                </a:lnTo>
                <a:lnTo>
                  <a:pt x="10367" y="12343"/>
                </a:lnTo>
                <a:lnTo>
                  <a:pt x="10367" y="10306"/>
                </a:lnTo>
                <a:lnTo>
                  <a:pt x="10367" y="8267"/>
                </a:lnTo>
                <a:lnTo>
                  <a:pt x="10367" y="6218"/>
                </a:lnTo>
                <a:lnTo>
                  <a:pt x="10367" y="4160"/>
                </a:lnTo>
                <a:lnTo>
                  <a:pt x="10367" y="2089"/>
                </a:lnTo>
                <a:lnTo>
                  <a:pt x="10367" y="0"/>
                </a:lnTo>
                <a:close/>
              </a:path>
            </a:pathLst>
          </a:custGeom>
          <a:solidFill>
            <a:srgbClr val="6B6C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4" name="contour_13862"/>
          <p:cNvSpPr/>
          <p:nvPr/>
        </p:nvSpPr>
        <p:spPr>
          <a:xfrm>
            <a:off x="2116604" y="2871469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10" y="1840"/>
                </a:lnTo>
                <a:lnTo>
                  <a:pt x="9400" y="3231"/>
                </a:lnTo>
                <a:lnTo>
                  <a:pt x="12330" y="4316"/>
                </a:lnTo>
                <a:lnTo>
                  <a:pt x="14557" y="5244"/>
                </a:lnTo>
                <a:lnTo>
                  <a:pt x="16453" y="6178"/>
                </a:lnTo>
                <a:lnTo>
                  <a:pt x="18370" y="7258"/>
                </a:lnTo>
                <a:lnTo>
                  <a:pt x="20670" y="8640"/>
                </a:lnTo>
                <a:lnTo>
                  <a:pt x="212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290" y="18645"/>
                </a:lnTo>
                <a:lnTo>
                  <a:pt x="20670" y="21600"/>
                </a:lnTo>
                <a:lnTo>
                  <a:pt x="17259" y="21600"/>
                </a:lnTo>
                <a:lnTo>
                  <a:pt x="13844" y="21600"/>
                </a:lnTo>
                <a:lnTo>
                  <a:pt x="10412" y="21600"/>
                </a:lnTo>
                <a:lnTo>
                  <a:pt x="6966" y="21600"/>
                </a:lnTo>
                <a:lnTo>
                  <a:pt x="3498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9696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5" name="contour_13863"/>
          <p:cNvSpPr/>
          <p:nvPr/>
        </p:nvSpPr>
        <p:spPr>
          <a:xfrm>
            <a:off x="1533565" y="288604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470"/>
                </a:lnTo>
                <a:lnTo>
                  <a:pt x="8104" y="972"/>
                </a:lnTo>
                <a:lnTo>
                  <a:pt x="10354" y="1490"/>
                </a:lnTo>
                <a:lnTo>
                  <a:pt x="12600" y="2025"/>
                </a:lnTo>
                <a:lnTo>
                  <a:pt x="15113" y="2592"/>
                </a:lnTo>
                <a:lnTo>
                  <a:pt x="17662" y="3164"/>
                </a:lnTo>
                <a:lnTo>
                  <a:pt x="19616" y="4271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3434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6" name="contour_13864"/>
          <p:cNvSpPr/>
          <p:nvPr/>
        </p:nvSpPr>
        <p:spPr>
          <a:xfrm>
            <a:off x="8449869" y="287875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4835" y="20377"/>
                </a:lnTo>
                <a:lnTo>
                  <a:pt x="12390" y="19155"/>
                </a:lnTo>
                <a:lnTo>
                  <a:pt x="9936" y="17928"/>
                </a:lnTo>
                <a:lnTo>
                  <a:pt x="7474" y="16697"/>
                </a:lnTo>
                <a:lnTo>
                  <a:pt x="4998" y="15457"/>
                </a:lnTo>
                <a:lnTo>
                  <a:pt x="2510" y="14213"/>
                </a:lnTo>
                <a:lnTo>
                  <a:pt x="0" y="12960"/>
                </a:lnTo>
                <a:lnTo>
                  <a:pt x="855" y="10394"/>
                </a:lnTo>
                <a:lnTo>
                  <a:pt x="1715" y="7819"/>
                </a:lnTo>
                <a:lnTo>
                  <a:pt x="2575" y="5236"/>
                </a:lnTo>
                <a:lnTo>
                  <a:pt x="3443" y="2631"/>
                </a:lnTo>
                <a:lnTo>
                  <a:pt x="4320" y="0"/>
                </a:lnTo>
                <a:close/>
              </a:path>
            </a:pathLst>
          </a:custGeom>
          <a:solidFill>
            <a:srgbClr val="BDAC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7" name="contour_13865"/>
          <p:cNvSpPr/>
          <p:nvPr/>
        </p:nvSpPr>
        <p:spPr>
          <a:xfrm>
            <a:off x="9965771" y="2851295"/>
            <a:ext cx="72880" cy="347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79"/>
                </a:moveTo>
                <a:lnTo>
                  <a:pt x="21244" y="6469"/>
                </a:lnTo>
                <a:lnTo>
                  <a:pt x="20887" y="9464"/>
                </a:lnTo>
                <a:lnTo>
                  <a:pt x="20529" y="12472"/>
                </a:lnTo>
                <a:lnTo>
                  <a:pt x="20168" y="15493"/>
                </a:lnTo>
                <a:lnTo>
                  <a:pt x="19805" y="18533"/>
                </a:lnTo>
                <a:lnTo>
                  <a:pt x="19440" y="21600"/>
                </a:lnTo>
                <a:lnTo>
                  <a:pt x="19440" y="18606"/>
                </a:lnTo>
                <a:lnTo>
                  <a:pt x="19440" y="15593"/>
                </a:lnTo>
                <a:lnTo>
                  <a:pt x="19440" y="12540"/>
                </a:lnTo>
                <a:lnTo>
                  <a:pt x="17960" y="12195"/>
                </a:lnTo>
                <a:lnTo>
                  <a:pt x="16479" y="11851"/>
                </a:lnTo>
                <a:lnTo>
                  <a:pt x="14997" y="11502"/>
                </a:lnTo>
                <a:lnTo>
                  <a:pt x="13513" y="11158"/>
                </a:lnTo>
                <a:lnTo>
                  <a:pt x="12027" y="10814"/>
                </a:lnTo>
                <a:lnTo>
                  <a:pt x="10539" y="10465"/>
                </a:lnTo>
                <a:lnTo>
                  <a:pt x="9046" y="10116"/>
                </a:lnTo>
                <a:lnTo>
                  <a:pt x="7551" y="9767"/>
                </a:lnTo>
                <a:lnTo>
                  <a:pt x="6052" y="9418"/>
                </a:lnTo>
                <a:lnTo>
                  <a:pt x="4547" y="9069"/>
                </a:lnTo>
                <a:lnTo>
                  <a:pt x="3037" y="8716"/>
                </a:lnTo>
                <a:lnTo>
                  <a:pt x="1523" y="8363"/>
                </a:lnTo>
                <a:lnTo>
                  <a:pt x="0" y="8009"/>
                </a:lnTo>
                <a:lnTo>
                  <a:pt x="0" y="5762"/>
                </a:lnTo>
                <a:lnTo>
                  <a:pt x="0" y="3479"/>
                </a:lnTo>
                <a:lnTo>
                  <a:pt x="1663" y="2736"/>
                </a:lnTo>
                <a:lnTo>
                  <a:pt x="3277" y="2057"/>
                </a:lnTo>
                <a:lnTo>
                  <a:pt x="4847" y="1450"/>
                </a:lnTo>
                <a:lnTo>
                  <a:pt x="6383" y="933"/>
                </a:lnTo>
                <a:lnTo>
                  <a:pt x="7895" y="516"/>
                </a:lnTo>
                <a:lnTo>
                  <a:pt x="9385" y="213"/>
                </a:lnTo>
                <a:lnTo>
                  <a:pt x="10867" y="36"/>
                </a:lnTo>
                <a:lnTo>
                  <a:pt x="12347" y="0"/>
                </a:lnTo>
                <a:lnTo>
                  <a:pt x="13830" y="122"/>
                </a:lnTo>
                <a:lnTo>
                  <a:pt x="15327" y="408"/>
                </a:lnTo>
                <a:lnTo>
                  <a:pt x="16844" y="870"/>
                </a:lnTo>
                <a:lnTo>
                  <a:pt x="18390" y="1531"/>
                </a:lnTo>
                <a:lnTo>
                  <a:pt x="19974" y="2396"/>
                </a:lnTo>
                <a:lnTo>
                  <a:pt x="21600" y="3479"/>
                </a:lnTo>
                <a:close/>
              </a:path>
            </a:pathLst>
          </a:custGeom>
          <a:solidFill>
            <a:srgbClr val="D7E7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8" name="contour_13866"/>
          <p:cNvSpPr/>
          <p:nvPr/>
        </p:nvSpPr>
        <p:spPr>
          <a:xfrm>
            <a:off x="2196772" y="2849605"/>
            <a:ext cx="58304" cy="35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732"/>
                </a:lnTo>
                <a:lnTo>
                  <a:pt x="14367" y="1464"/>
                </a:lnTo>
                <a:lnTo>
                  <a:pt x="16160" y="2201"/>
                </a:lnTo>
                <a:lnTo>
                  <a:pt x="17960" y="2942"/>
                </a:lnTo>
                <a:lnTo>
                  <a:pt x="19772" y="3687"/>
                </a:lnTo>
                <a:lnTo>
                  <a:pt x="21600" y="4437"/>
                </a:lnTo>
                <a:lnTo>
                  <a:pt x="20363" y="6292"/>
                </a:lnTo>
                <a:lnTo>
                  <a:pt x="19121" y="8133"/>
                </a:lnTo>
                <a:lnTo>
                  <a:pt x="17871" y="9961"/>
                </a:lnTo>
                <a:lnTo>
                  <a:pt x="16618" y="11776"/>
                </a:lnTo>
                <a:lnTo>
                  <a:pt x="15358" y="13587"/>
                </a:lnTo>
                <a:lnTo>
                  <a:pt x="14197" y="15286"/>
                </a:lnTo>
                <a:lnTo>
                  <a:pt x="13027" y="17003"/>
                </a:lnTo>
                <a:lnTo>
                  <a:pt x="11845" y="18738"/>
                </a:lnTo>
                <a:lnTo>
                  <a:pt x="9982" y="20406"/>
                </a:lnTo>
                <a:lnTo>
                  <a:pt x="8621" y="21334"/>
                </a:lnTo>
                <a:lnTo>
                  <a:pt x="7366" y="21600"/>
                </a:lnTo>
                <a:lnTo>
                  <a:pt x="5824" y="21298"/>
                </a:lnTo>
                <a:lnTo>
                  <a:pt x="3596" y="20504"/>
                </a:lnTo>
                <a:lnTo>
                  <a:pt x="2408" y="19594"/>
                </a:lnTo>
                <a:lnTo>
                  <a:pt x="1212" y="18676"/>
                </a:lnTo>
                <a:lnTo>
                  <a:pt x="0" y="17749"/>
                </a:lnTo>
                <a:lnTo>
                  <a:pt x="1283" y="17292"/>
                </a:lnTo>
                <a:lnTo>
                  <a:pt x="2573" y="16830"/>
                </a:lnTo>
                <a:lnTo>
                  <a:pt x="3883" y="16364"/>
                </a:lnTo>
                <a:lnTo>
                  <a:pt x="5956" y="14820"/>
                </a:lnTo>
                <a:lnTo>
                  <a:pt x="7309" y="13529"/>
                </a:lnTo>
                <a:lnTo>
                  <a:pt x="8232" y="12011"/>
                </a:lnTo>
                <a:lnTo>
                  <a:pt x="9018" y="9788"/>
                </a:lnTo>
                <a:lnTo>
                  <a:pt x="9958" y="6381"/>
                </a:lnTo>
                <a:lnTo>
                  <a:pt x="10236" y="4273"/>
                </a:lnTo>
                <a:lnTo>
                  <a:pt x="10516" y="2152"/>
                </a:lnTo>
                <a:lnTo>
                  <a:pt x="10800" y="0"/>
                </a:lnTo>
                <a:close/>
              </a:path>
            </a:pathLst>
          </a:custGeom>
          <a:solidFill>
            <a:srgbClr val="4B44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69" name="contour_13867"/>
          <p:cNvSpPr/>
          <p:nvPr/>
        </p:nvSpPr>
        <p:spPr>
          <a:xfrm>
            <a:off x="5199425" y="2849772"/>
            <a:ext cx="65592" cy="216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45" y="0"/>
                </a:moveTo>
                <a:lnTo>
                  <a:pt x="10450" y="849"/>
                </a:lnTo>
                <a:lnTo>
                  <a:pt x="11964" y="1698"/>
                </a:lnTo>
                <a:lnTo>
                  <a:pt x="13500" y="2554"/>
                </a:lnTo>
                <a:lnTo>
                  <a:pt x="14174" y="2917"/>
                </a:lnTo>
                <a:lnTo>
                  <a:pt x="15365" y="3548"/>
                </a:lnTo>
                <a:lnTo>
                  <a:pt x="18094" y="4992"/>
                </a:lnTo>
                <a:lnTo>
                  <a:pt x="18610" y="5297"/>
                </a:lnTo>
                <a:lnTo>
                  <a:pt x="19519" y="5841"/>
                </a:lnTo>
                <a:lnTo>
                  <a:pt x="21600" y="7089"/>
                </a:lnTo>
                <a:lnTo>
                  <a:pt x="20407" y="10448"/>
                </a:lnTo>
                <a:lnTo>
                  <a:pt x="19322" y="13307"/>
                </a:lnTo>
                <a:lnTo>
                  <a:pt x="18262" y="15766"/>
                </a:lnTo>
                <a:lnTo>
                  <a:pt x="17143" y="17907"/>
                </a:lnTo>
                <a:lnTo>
                  <a:pt x="15883" y="19822"/>
                </a:lnTo>
                <a:lnTo>
                  <a:pt x="14400" y="21600"/>
                </a:lnTo>
                <a:lnTo>
                  <a:pt x="12766" y="21237"/>
                </a:lnTo>
                <a:lnTo>
                  <a:pt x="11148" y="20737"/>
                </a:lnTo>
                <a:lnTo>
                  <a:pt x="9542" y="20105"/>
                </a:lnTo>
                <a:lnTo>
                  <a:pt x="7946" y="19358"/>
                </a:lnTo>
                <a:lnTo>
                  <a:pt x="6355" y="18509"/>
                </a:lnTo>
                <a:lnTo>
                  <a:pt x="4766" y="17573"/>
                </a:lnTo>
                <a:lnTo>
                  <a:pt x="3180" y="16557"/>
                </a:lnTo>
                <a:lnTo>
                  <a:pt x="1591" y="15484"/>
                </a:lnTo>
                <a:lnTo>
                  <a:pt x="0" y="14344"/>
                </a:lnTo>
                <a:lnTo>
                  <a:pt x="1332" y="9207"/>
                </a:lnTo>
                <a:lnTo>
                  <a:pt x="2513" y="5384"/>
                </a:lnTo>
                <a:lnTo>
                  <a:pt x="3706" y="2714"/>
                </a:lnTo>
                <a:lnTo>
                  <a:pt x="5066" y="1030"/>
                </a:lnTo>
                <a:lnTo>
                  <a:pt x="6758" y="181"/>
                </a:lnTo>
                <a:lnTo>
                  <a:pt x="8945" y="0"/>
                </a:lnTo>
                <a:close/>
              </a:path>
            </a:pathLst>
          </a:custGeom>
          <a:solidFill>
            <a:srgbClr val="2C2A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0" name="contour_13868"/>
          <p:cNvSpPr/>
          <p:nvPr/>
        </p:nvSpPr>
        <p:spPr>
          <a:xfrm>
            <a:off x="5206713" y="2820351"/>
            <a:ext cx="58304" cy="292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5"/>
                </a:moveTo>
                <a:lnTo>
                  <a:pt x="21219" y="3966"/>
                </a:lnTo>
                <a:lnTo>
                  <a:pt x="20890" y="6753"/>
                </a:lnTo>
                <a:lnTo>
                  <a:pt x="20480" y="9207"/>
                </a:lnTo>
                <a:lnTo>
                  <a:pt x="19859" y="12102"/>
                </a:lnTo>
                <a:lnTo>
                  <a:pt x="18900" y="16219"/>
                </a:lnTo>
                <a:lnTo>
                  <a:pt x="17023" y="17387"/>
                </a:lnTo>
                <a:lnTo>
                  <a:pt x="15611" y="18194"/>
                </a:lnTo>
                <a:lnTo>
                  <a:pt x="14399" y="18748"/>
                </a:lnTo>
                <a:lnTo>
                  <a:pt x="13119" y="19152"/>
                </a:lnTo>
                <a:lnTo>
                  <a:pt x="11502" y="19507"/>
                </a:lnTo>
                <a:lnTo>
                  <a:pt x="9283" y="19921"/>
                </a:lnTo>
                <a:lnTo>
                  <a:pt x="7549" y="20271"/>
                </a:lnTo>
                <a:lnTo>
                  <a:pt x="5805" y="20631"/>
                </a:lnTo>
                <a:lnTo>
                  <a:pt x="4039" y="20992"/>
                </a:lnTo>
                <a:lnTo>
                  <a:pt x="2705" y="21191"/>
                </a:lnTo>
                <a:lnTo>
                  <a:pt x="1361" y="21396"/>
                </a:lnTo>
                <a:lnTo>
                  <a:pt x="0" y="21600"/>
                </a:lnTo>
                <a:lnTo>
                  <a:pt x="1593" y="18291"/>
                </a:lnTo>
                <a:lnTo>
                  <a:pt x="3091" y="15245"/>
                </a:lnTo>
                <a:lnTo>
                  <a:pt x="4525" y="12468"/>
                </a:lnTo>
                <a:lnTo>
                  <a:pt x="5921" y="9955"/>
                </a:lnTo>
                <a:lnTo>
                  <a:pt x="7312" y="7722"/>
                </a:lnTo>
                <a:lnTo>
                  <a:pt x="8721" y="5758"/>
                </a:lnTo>
                <a:lnTo>
                  <a:pt x="10179" y="4079"/>
                </a:lnTo>
                <a:lnTo>
                  <a:pt x="11718" y="2685"/>
                </a:lnTo>
                <a:lnTo>
                  <a:pt x="13362" y="1571"/>
                </a:lnTo>
                <a:lnTo>
                  <a:pt x="15144" y="753"/>
                </a:lnTo>
                <a:lnTo>
                  <a:pt x="17094" y="231"/>
                </a:lnTo>
                <a:lnTo>
                  <a:pt x="19235" y="0"/>
                </a:lnTo>
                <a:lnTo>
                  <a:pt x="21600" y="75"/>
                </a:lnTo>
                <a:close/>
              </a:path>
            </a:pathLst>
          </a:custGeom>
          <a:solidFill>
            <a:srgbClr val="7477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1" name="contour_13869"/>
          <p:cNvSpPr/>
          <p:nvPr/>
        </p:nvSpPr>
        <p:spPr>
          <a:xfrm>
            <a:off x="4674689" y="282045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557" y="2955"/>
                </a:lnTo>
                <a:lnTo>
                  <a:pt x="20239" y="5106"/>
                </a:lnTo>
                <a:lnTo>
                  <a:pt x="20708" y="7076"/>
                </a:lnTo>
                <a:lnTo>
                  <a:pt x="21112" y="9487"/>
                </a:lnTo>
                <a:lnTo>
                  <a:pt x="21600" y="12960"/>
                </a:lnTo>
                <a:lnTo>
                  <a:pt x="20029" y="15250"/>
                </a:lnTo>
                <a:lnTo>
                  <a:pt x="18814" y="16878"/>
                </a:lnTo>
                <a:lnTo>
                  <a:pt x="17693" y="18092"/>
                </a:lnTo>
                <a:lnTo>
                  <a:pt x="16413" y="19120"/>
                </a:lnTo>
                <a:lnTo>
                  <a:pt x="14716" y="20209"/>
                </a:lnTo>
                <a:lnTo>
                  <a:pt x="12343" y="21600"/>
                </a:lnTo>
                <a:lnTo>
                  <a:pt x="10050" y="21401"/>
                </a:lnTo>
                <a:lnTo>
                  <a:pt x="8001" y="20995"/>
                </a:lnTo>
                <a:lnTo>
                  <a:pt x="6085" y="20382"/>
                </a:lnTo>
                <a:lnTo>
                  <a:pt x="4187" y="19561"/>
                </a:lnTo>
                <a:lnTo>
                  <a:pt x="2197" y="18528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1956" y="7681"/>
                </a:lnTo>
                <a:lnTo>
                  <a:pt x="3391" y="7111"/>
                </a:lnTo>
                <a:lnTo>
                  <a:pt x="5011" y="6696"/>
                </a:lnTo>
                <a:lnTo>
                  <a:pt x="7523" y="6212"/>
                </a:lnTo>
                <a:lnTo>
                  <a:pt x="10748" y="5564"/>
                </a:lnTo>
                <a:lnTo>
                  <a:pt x="13009" y="4990"/>
                </a:lnTo>
                <a:lnTo>
                  <a:pt x="14611" y="4320"/>
                </a:lnTo>
                <a:lnTo>
                  <a:pt x="15857" y="3378"/>
                </a:lnTo>
                <a:lnTo>
                  <a:pt x="17058" y="1996"/>
                </a:lnTo>
                <a:lnTo>
                  <a:pt x="18514" y="0"/>
                </a:lnTo>
                <a:close/>
              </a:path>
            </a:pathLst>
          </a:custGeom>
          <a:solidFill>
            <a:srgbClr val="D6DC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2" name="contour_13870"/>
          <p:cNvSpPr/>
          <p:nvPr/>
        </p:nvSpPr>
        <p:spPr>
          <a:xfrm>
            <a:off x="8704402" y="2791301"/>
            <a:ext cx="23803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337" y="0"/>
                </a:moveTo>
                <a:lnTo>
                  <a:pt x="20820" y="3223"/>
                </a:lnTo>
                <a:lnTo>
                  <a:pt x="21203" y="5964"/>
                </a:lnTo>
                <a:lnTo>
                  <a:pt x="21468" y="8275"/>
                </a:lnTo>
                <a:lnTo>
                  <a:pt x="21600" y="10206"/>
                </a:lnTo>
                <a:lnTo>
                  <a:pt x="21580" y="11815"/>
                </a:lnTo>
                <a:lnTo>
                  <a:pt x="21388" y="13150"/>
                </a:lnTo>
                <a:lnTo>
                  <a:pt x="21005" y="14267"/>
                </a:lnTo>
                <a:lnTo>
                  <a:pt x="20416" y="15215"/>
                </a:lnTo>
                <a:lnTo>
                  <a:pt x="19603" y="16051"/>
                </a:lnTo>
                <a:lnTo>
                  <a:pt x="18545" y="16824"/>
                </a:lnTo>
                <a:lnTo>
                  <a:pt x="17222" y="17591"/>
                </a:lnTo>
                <a:lnTo>
                  <a:pt x="15621" y="18399"/>
                </a:lnTo>
                <a:lnTo>
                  <a:pt x="13723" y="19306"/>
                </a:lnTo>
                <a:lnTo>
                  <a:pt x="11541" y="20064"/>
                </a:lnTo>
                <a:lnTo>
                  <a:pt x="9338" y="20827"/>
                </a:lnTo>
                <a:lnTo>
                  <a:pt x="7110" y="21600"/>
                </a:lnTo>
                <a:lnTo>
                  <a:pt x="5112" y="18377"/>
                </a:lnTo>
                <a:lnTo>
                  <a:pt x="3452" y="15638"/>
                </a:lnTo>
                <a:lnTo>
                  <a:pt x="2110" y="13329"/>
                </a:lnTo>
                <a:lnTo>
                  <a:pt x="1098" y="11398"/>
                </a:lnTo>
                <a:lnTo>
                  <a:pt x="410" y="9791"/>
                </a:lnTo>
                <a:lnTo>
                  <a:pt x="46" y="8456"/>
                </a:lnTo>
                <a:lnTo>
                  <a:pt x="0" y="7340"/>
                </a:lnTo>
                <a:lnTo>
                  <a:pt x="265" y="6391"/>
                </a:lnTo>
                <a:lnTo>
                  <a:pt x="853" y="5556"/>
                </a:lnTo>
                <a:lnTo>
                  <a:pt x="1746" y="4780"/>
                </a:lnTo>
                <a:lnTo>
                  <a:pt x="2950" y="4013"/>
                </a:lnTo>
                <a:lnTo>
                  <a:pt x="4464" y="3203"/>
                </a:lnTo>
                <a:lnTo>
                  <a:pt x="6283" y="2294"/>
                </a:lnTo>
                <a:lnTo>
                  <a:pt x="10688" y="968"/>
                </a:lnTo>
                <a:lnTo>
                  <a:pt x="13617" y="287"/>
                </a:lnTo>
                <a:lnTo>
                  <a:pt x="16395" y="37"/>
                </a:lnTo>
                <a:lnTo>
                  <a:pt x="20337" y="0"/>
                </a:lnTo>
                <a:close/>
              </a:path>
            </a:pathLst>
          </a:custGeom>
          <a:solidFill>
            <a:srgbClr val="BFCF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3" name="contour_13871"/>
          <p:cNvSpPr/>
          <p:nvPr/>
        </p:nvSpPr>
        <p:spPr>
          <a:xfrm>
            <a:off x="2145756" y="279858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26" y="1817"/>
                </a:lnTo>
                <a:lnTo>
                  <a:pt x="20239" y="3635"/>
                </a:lnTo>
                <a:lnTo>
                  <a:pt x="19535" y="5446"/>
                </a:lnTo>
                <a:lnTo>
                  <a:pt x="18818" y="7258"/>
                </a:lnTo>
                <a:lnTo>
                  <a:pt x="18092" y="9066"/>
                </a:lnTo>
                <a:lnTo>
                  <a:pt x="17440" y="10751"/>
                </a:lnTo>
                <a:lnTo>
                  <a:pt x="16783" y="12445"/>
                </a:lnTo>
                <a:lnTo>
                  <a:pt x="16114" y="14163"/>
                </a:lnTo>
                <a:lnTo>
                  <a:pt x="14520" y="16305"/>
                </a:lnTo>
                <a:lnTo>
                  <a:pt x="13206" y="17712"/>
                </a:lnTo>
                <a:lnTo>
                  <a:pt x="11694" y="18696"/>
                </a:lnTo>
                <a:lnTo>
                  <a:pt x="9504" y="19573"/>
                </a:lnTo>
                <a:lnTo>
                  <a:pt x="6160" y="20647"/>
                </a:lnTo>
                <a:lnTo>
                  <a:pt x="4126" y="20961"/>
                </a:lnTo>
                <a:lnTo>
                  <a:pt x="2078" y="21279"/>
                </a:lnTo>
                <a:lnTo>
                  <a:pt x="0" y="21600"/>
                </a:lnTo>
                <a:lnTo>
                  <a:pt x="773" y="17817"/>
                </a:lnTo>
                <a:lnTo>
                  <a:pt x="1426" y="14753"/>
                </a:lnTo>
                <a:lnTo>
                  <a:pt x="2009" y="12293"/>
                </a:lnTo>
                <a:lnTo>
                  <a:pt x="2575" y="10319"/>
                </a:lnTo>
                <a:lnTo>
                  <a:pt x="3167" y="8711"/>
                </a:lnTo>
                <a:lnTo>
                  <a:pt x="3845" y="7356"/>
                </a:lnTo>
                <a:lnTo>
                  <a:pt x="4653" y="6137"/>
                </a:lnTo>
                <a:lnTo>
                  <a:pt x="5646" y="4937"/>
                </a:lnTo>
                <a:lnTo>
                  <a:pt x="6869" y="3638"/>
                </a:lnTo>
                <a:lnTo>
                  <a:pt x="8372" y="2123"/>
                </a:lnTo>
                <a:lnTo>
                  <a:pt x="10679" y="1086"/>
                </a:lnTo>
                <a:lnTo>
                  <a:pt x="12524" y="460"/>
                </a:lnTo>
                <a:lnTo>
                  <a:pt x="14532" y="136"/>
                </a:lnTo>
                <a:lnTo>
                  <a:pt x="17349" y="19"/>
                </a:lnTo>
                <a:lnTo>
                  <a:pt x="21600" y="0"/>
                </a:lnTo>
                <a:close/>
              </a:path>
            </a:pathLst>
          </a:custGeom>
          <a:solidFill>
            <a:srgbClr val="272A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4" name="contour_13872"/>
          <p:cNvSpPr/>
          <p:nvPr/>
        </p:nvSpPr>
        <p:spPr>
          <a:xfrm>
            <a:off x="4361306" y="2813165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55" y="3564"/>
                </a:lnTo>
                <a:lnTo>
                  <a:pt x="20709" y="7133"/>
                </a:lnTo>
                <a:lnTo>
                  <a:pt x="20261" y="10719"/>
                </a:lnTo>
                <a:lnTo>
                  <a:pt x="19810" y="14321"/>
                </a:lnTo>
                <a:lnTo>
                  <a:pt x="19356" y="17944"/>
                </a:lnTo>
                <a:lnTo>
                  <a:pt x="18900" y="21600"/>
                </a:lnTo>
                <a:lnTo>
                  <a:pt x="17323" y="20768"/>
                </a:lnTo>
                <a:lnTo>
                  <a:pt x="15749" y="19931"/>
                </a:lnTo>
                <a:lnTo>
                  <a:pt x="14172" y="19089"/>
                </a:lnTo>
                <a:lnTo>
                  <a:pt x="12598" y="18241"/>
                </a:lnTo>
                <a:lnTo>
                  <a:pt x="11024" y="17393"/>
                </a:lnTo>
                <a:lnTo>
                  <a:pt x="9450" y="16535"/>
                </a:lnTo>
                <a:lnTo>
                  <a:pt x="8095" y="15827"/>
                </a:lnTo>
                <a:lnTo>
                  <a:pt x="6718" y="15115"/>
                </a:lnTo>
                <a:lnTo>
                  <a:pt x="5022" y="14132"/>
                </a:lnTo>
                <a:lnTo>
                  <a:pt x="3340" y="13068"/>
                </a:lnTo>
                <a:lnTo>
                  <a:pt x="1666" y="11950"/>
                </a:lnTo>
                <a:lnTo>
                  <a:pt x="0" y="10800"/>
                </a:lnTo>
                <a:lnTo>
                  <a:pt x="0" y="8122"/>
                </a:lnTo>
                <a:lnTo>
                  <a:pt x="0" y="5400"/>
                </a:lnTo>
                <a:lnTo>
                  <a:pt x="1553" y="4855"/>
                </a:lnTo>
                <a:lnTo>
                  <a:pt x="3105" y="4315"/>
                </a:lnTo>
                <a:lnTo>
                  <a:pt x="4658" y="3775"/>
                </a:lnTo>
                <a:lnTo>
                  <a:pt x="6210" y="3235"/>
                </a:lnTo>
                <a:lnTo>
                  <a:pt x="7762" y="2700"/>
                </a:lnTo>
                <a:lnTo>
                  <a:pt x="9204" y="2198"/>
                </a:lnTo>
                <a:lnTo>
                  <a:pt x="10657" y="1690"/>
                </a:lnTo>
                <a:lnTo>
                  <a:pt x="12128" y="1183"/>
                </a:lnTo>
                <a:lnTo>
                  <a:pt x="14159" y="605"/>
                </a:lnTo>
                <a:lnTo>
                  <a:pt x="15665" y="254"/>
                </a:lnTo>
                <a:lnTo>
                  <a:pt x="17105" y="76"/>
                </a:lnTo>
                <a:lnTo>
                  <a:pt x="18932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E6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5" name="contour_13873"/>
          <p:cNvSpPr/>
          <p:nvPr/>
        </p:nvSpPr>
        <p:spPr>
          <a:xfrm>
            <a:off x="7006847" y="279130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381" y="1616"/>
                </a:lnTo>
                <a:lnTo>
                  <a:pt x="15250" y="2838"/>
                </a:lnTo>
                <a:lnTo>
                  <a:pt x="16708" y="3914"/>
                </a:lnTo>
                <a:lnTo>
                  <a:pt x="18050" y="5080"/>
                </a:lnTo>
                <a:lnTo>
                  <a:pt x="19580" y="6575"/>
                </a:lnTo>
                <a:lnTo>
                  <a:pt x="21600" y="8640"/>
                </a:lnTo>
                <a:lnTo>
                  <a:pt x="21038" y="11055"/>
                </a:lnTo>
                <a:lnTo>
                  <a:pt x="20477" y="12761"/>
                </a:lnTo>
                <a:lnTo>
                  <a:pt x="19577" y="14563"/>
                </a:lnTo>
                <a:lnTo>
                  <a:pt x="18000" y="17280"/>
                </a:lnTo>
                <a:lnTo>
                  <a:pt x="15624" y="18256"/>
                </a:lnTo>
                <a:lnTo>
                  <a:pt x="13262" y="19086"/>
                </a:lnTo>
                <a:lnTo>
                  <a:pt x="10897" y="19799"/>
                </a:lnTo>
                <a:lnTo>
                  <a:pt x="8507" y="20434"/>
                </a:lnTo>
                <a:lnTo>
                  <a:pt x="6080" y="21021"/>
                </a:lnTo>
                <a:lnTo>
                  <a:pt x="3600" y="21600"/>
                </a:lnTo>
                <a:lnTo>
                  <a:pt x="2383" y="18645"/>
                </a:lnTo>
                <a:lnTo>
                  <a:pt x="1588" y="16494"/>
                </a:lnTo>
                <a:lnTo>
                  <a:pt x="1040" y="14524"/>
                </a:lnTo>
                <a:lnTo>
                  <a:pt x="569" y="12113"/>
                </a:lnTo>
                <a:lnTo>
                  <a:pt x="0" y="8640"/>
                </a:lnTo>
                <a:lnTo>
                  <a:pt x="1926" y="6238"/>
                </a:lnTo>
                <a:lnTo>
                  <a:pt x="3398" y="4540"/>
                </a:lnTo>
                <a:lnTo>
                  <a:pt x="4723" y="3309"/>
                </a:lnTo>
                <a:lnTo>
                  <a:pt x="6199" y="2303"/>
                </a:lnTo>
                <a:lnTo>
                  <a:pt x="8125" y="1279"/>
                </a:lnTo>
                <a:lnTo>
                  <a:pt x="10800" y="0"/>
                </a:lnTo>
                <a:close/>
              </a:path>
            </a:pathLst>
          </a:custGeom>
          <a:solidFill>
            <a:srgbClr val="8285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6" name="contour_13874"/>
          <p:cNvSpPr/>
          <p:nvPr/>
        </p:nvSpPr>
        <p:spPr>
          <a:xfrm>
            <a:off x="3631792" y="2754205"/>
            <a:ext cx="29866" cy="66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214"/>
                </a:moveTo>
                <a:lnTo>
                  <a:pt x="9867" y="71"/>
                </a:lnTo>
                <a:lnTo>
                  <a:pt x="12729" y="0"/>
                </a:lnTo>
                <a:lnTo>
                  <a:pt x="15133" y="0"/>
                </a:lnTo>
                <a:lnTo>
                  <a:pt x="17837" y="71"/>
                </a:lnTo>
                <a:lnTo>
                  <a:pt x="21600" y="214"/>
                </a:lnTo>
                <a:lnTo>
                  <a:pt x="20978" y="1801"/>
                </a:lnTo>
                <a:lnTo>
                  <a:pt x="20319" y="3386"/>
                </a:lnTo>
                <a:lnTo>
                  <a:pt x="19623" y="4966"/>
                </a:lnTo>
                <a:lnTo>
                  <a:pt x="19070" y="6292"/>
                </a:lnTo>
                <a:lnTo>
                  <a:pt x="18511" y="7640"/>
                </a:lnTo>
                <a:lnTo>
                  <a:pt x="17431" y="8671"/>
                </a:lnTo>
                <a:lnTo>
                  <a:pt x="16329" y="9719"/>
                </a:lnTo>
                <a:lnTo>
                  <a:pt x="12845" y="9719"/>
                </a:lnTo>
                <a:lnTo>
                  <a:pt x="9340" y="9719"/>
                </a:lnTo>
                <a:lnTo>
                  <a:pt x="5787" y="9719"/>
                </a:lnTo>
                <a:lnTo>
                  <a:pt x="5787" y="11399"/>
                </a:lnTo>
                <a:lnTo>
                  <a:pt x="5787" y="13081"/>
                </a:lnTo>
                <a:lnTo>
                  <a:pt x="5787" y="14768"/>
                </a:lnTo>
                <a:lnTo>
                  <a:pt x="5787" y="16463"/>
                </a:lnTo>
                <a:lnTo>
                  <a:pt x="5787" y="18164"/>
                </a:lnTo>
                <a:lnTo>
                  <a:pt x="5787" y="19875"/>
                </a:lnTo>
                <a:lnTo>
                  <a:pt x="5787" y="21600"/>
                </a:lnTo>
                <a:lnTo>
                  <a:pt x="3173" y="21600"/>
                </a:lnTo>
                <a:lnTo>
                  <a:pt x="517" y="21600"/>
                </a:lnTo>
                <a:lnTo>
                  <a:pt x="437" y="19996"/>
                </a:lnTo>
                <a:lnTo>
                  <a:pt x="364" y="18392"/>
                </a:lnTo>
                <a:lnTo>
                  <a:pt x="300" y="16788"/>
                </a:lnTo>
                <a:lnTo>
                  <a:pt x="242" y="15184"/>
                </a:lnTo>
                <a:lnTo>
                  <a:pt x="190" y="13580"/>
                </a:lnTo>
                <a:lnTo>
                  <a:pt x="127" y="12090"/>
                </a:lnTo>
                <a:lnTo>
                  <a:pt x="63" y="10591"/>
                </a:lnTo>
                <a:lnTo>
                  <a:pt x="0" y="9070"/>
                </a:lnTo>
                <a:lnTo>
                  <a:pt x="242" y="7314"/>
                </a:lnTo>
                <a:lnTo>
                  <a:pt x="596" y="5762"/>
                </a:lnTo>
                <a:lnTo>
                  <a:pt x="1186" y="4349"/>
                </a:lnTo>
                <a:lnTo>
                  <a:pt x="2156" y="2999"/>
                </a:lnTo>
                <a:lnTo>
                  <a:pt x="3647" y="1644"/>
                </a:lnTo>
                <a:lnTo>
                  <a:pt x="5787" y="214"/>
                </a:lnTo>
                <a:close/>
              </a:path>
            </a:pathLst>
          </a:custGeom>
          <a:solidFill>
            <a:srgbClr val="959F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7" name="contour_13875"/>
          <p:cNvSpPr/>
          <p:nvPr/>
        </p:nvSpPr>
        <p:spPr>
          <a:xfrm>
            <a:off x="1147301" y="2791301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44" y="0"/>
                </a:lnTo>
                <a:lnTo>
                  <a:pt x="8101" y="0"/>
                </a:lnTo>
                <a:lnTo>
                  <a:pt x="12172" y="0"/>
                </a:lnTo>
                <a:lnTo>
                  <a:pt x="16277" y="0"/>
                </a:lnTo>
                <a:lnTo>
                  <a:pt x="20422" y="0"/>
                </a:lnTo>
                <a:lnTo>
                  <a:pt x="20885" y="2603"/>
                </a:lnTo>
                <a:lnTo>
                  <a:pt x="21266" y="5177"/>
                </a:lnTo>
                <a:lnTo>
                  <a:pt x="21518" y="7736"/>
                </a:lnTo>
                <a:lnTo>
                  <a:pt x="21600" y="10289"/>
                </a:lnTo>
                <a:lnTo>
                  <a:pt x="21471" y="12845"/>
                </a:lnTo>
                <a:lnTo>
                  <a:pt x="21096" y="15412"/>
                </a:lnTo>
                <a:lnTo>
                  <a:pt x="20422" y="18000"/>
                </a:lnTo>
                <a:lnTo>
                  <a:pt x="15358" y="19433"/>
                </a:lnTo>
                <a:lnTo>
                  <a:pt x="11763" y="20336"/>
                </a:lnTo>
                <a:lnTo>
                  <a:pt x="8659" y="20884"/>
                </a:lnTo>
                <a:lnTo>
                  <a:pt x="5065" y="21247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BD7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8" name="contour_13876"/>
          <p:cNvSpPr/>
          <p:nvPr/>
        </p:nvSpPr>
        <p:spPr>
          <a:xfrm>
            <a:off x="5432640" y="277672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06" y="2376"/>
                </a:lnTo>
                <a:lnTo>
                  <a:pt x="20412" y="4756"/>
                </a:lnTo>
                <a:lnTo>
                  <a:pt x="19818" y="7135"/>
                </a:lnTo>
                <a:lnTo>
                  <a:pt x="19219" y="9522"/>
                </a:lnTo>
                <a:lnTo>
                  <a:pt x="18619" y="11916"/>
                </a:lnTo>
                <a:lnTo>
                  <a:pt x="18020" y="14321"/>
                </a:lnTo>
                <a:lnTo>
                  <a:pt x="17415" y="16733"/>
                </a:lnTo>
                <a:lnTo>
                  <a:pt x="16810" y="19159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D4D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79" name="contour_13877"/>
          <p:cNvSpPr/>
          <p:nvPr/>
        </p:nvSpPr>
        <p:spPr>
          <a:xfrm>
            <a:off x="10978802" y="2777876"/>
            <a:ext cx="51016" cy="28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34"/>
                </a:moveTo>
                <a:lnTo>
                  <a:pt x="20989" y="8073"/>
                </a:lnTo>
                <a:lnTo>
                  <a:pt x="20375" y="11424"/>
                </a:lnTo>
                <a:lnTo>
                  <a:pt x="19761" y="14786"/>
                </a:lnTo>
                <a:lnTo>
                  <a:pt x="19141" y="18176"/>
                </a:lnTo>
                <a:lnTo>
                  <a:pt x="18514" y="21600"/>
                </a:lnTo>
                <a:lnTo>
                  <a:pt x="17582" y="21319"/>
                </a:lnTo>
                <a:lnTo>
                  <a:pt x="16728" y="21055"/>
                </a:lnTo>
                <a:lnTo>
                  <a:pt x="15793" y="20774"/>
                </a:lnTo>
                <a:lnTo>
                  <a:pt x="14626" y="20419"/>
                </a:lnTo>
                <a:lnTo>
                  <a:pt x="13077" y="19947"/>
                </a:lnTo>
                <a:lnTo>
                  <a:pt x="10991" y="19317"/>
                </a:lnTo>
                <a:lnTo>
                  <a:pt x="8220" y="18474"/>
                </a:lnTo>
                <a:lnTo>
                  <a:pt x="4607" y="17378"/>
                </a:lnTo>
                <a:lnTo>
                  <a:pt x="0" y="15978"/>
                </a:lnTo>
                <a:lnTo>
                  <a:pt x="0" y="12262"/>
                </a:lnTo>
                <a:lnTo>
                  <a:pt x="0" y="8523"/>
                </a:lnTo>
                <a:lnTo>
                  <a:pt x="0" y="4734"/>
                </a:lnTo>
                <a:lnTo>
                  <a:pt x="2407" y="3148"/>
                </a:lnTo>
                <a:lnTo>
                  <a:pt x="4650" y="1861"/>
                </a:lnTo>
                <a:lnTo>
                  <a:pt x="6767" y="894"/>
                </a:lnTo>
                <a:lnTo>
                  <a:pt x="8800" y="264"/>
                </a:lnTo>
                <a:lnTo>
                  <a:pt x="10794" y="0"/>
                </a:lnTo>
                <a:lnTo>
                  <a:pt x="12787" y="107"/>
                </a:lnTo>
                <a:lnTo>
                  <a:pt x="14824" y="618"/>
                </a:lnTo>
                <a:lnTo>
                  <a:pt x="16944" y="1546"/>
                </a:lnTo>
                <a:lnTo>
                  <a:pt x="19190" y="2912"/>
                </a:lnTo>
                <a:lnTo>
                  <a:pt x="21600" y="4734"/>
                </a:lnTo>
                <a:close/>
              </a:path>
            </a:pathLst>
          </a:custGeom>
          <a:solidFill>
            <a:srgbClr val="ED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0" name="contour_13878"/>
          <p:cNvSpPr/>
          <p:nvPr/>
        </p:nvSpPr>
        <p:spPr>
          <a:xfrm>
            <a:off x="10978795" y="2770195"/>
            <a:ext cx="94744" cy="211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06" y="2481"/>
                </a:moveTo>
                <a:lnTo>
                  <a:pt x="14763" y="3060"/>
                </a:lnTo>
                <a:lnTo>
                  <a:pt x="15937" y="3654"/>
                </a:lnTo>
                <a:lnTo>
                  <a:pt x="17072" y="4234"/>
                </a:lnTo>
                <a:lnTo>
                  <a:pt x="18204" y="4821"/>
                </a:lnTo>
                <a:lnTo>
                  <a:pt x="19337" y="5422"/>
                </a:lnTo>
                <a:lnTo>
                  <a:pt x="20468" y="6031"/>
                </a:lnTo>
                <a:lnTo>
                  <a:pt x="21600" y="6655"/>
                </a:lnTo>
                <a:lnTo>
                  <a:pt x="19674" y="11543"/>
                </a:lnTo>
                <a:lnTo>
                  <a:pt x="18189" y="15227"/>
                </a:lnTo>
                <a:lnTo>
                  <a:pt x="17041" y="17864"/>
                </a:lnTo>
                <a:lnTo>
                  <a:pt x="16127" y="19639"/>
                </a:lnTo>
                <a:lnTo>
                  <a:pt x="15343" y="20724"/>
                </a:lnTo>
                <a:lnTo>
                  <a:pt x="14583" y="21295"/>
                </a:lnTo>
                <a:lnTo>
                  <a:pt x="13744" y="21526"/>
                </a:lnTo>
                <a:lnTo>
                  <a:pt x="12724" y="21600"/>
                </a:lnTo>
                <a:lnTo>
                  <a:pt x="11769" y="20404"/>
                </a:lnTo>
                <a:lnTo>
                  <a:pt x="10800" y="19193"/>
                </a:lnTo>
                <a:lnTo>
                  <a:pt x="10280" y="18584"/>
                </a:lnTo>
                <a:lnTo>
                  <a:pt x="8705" y="16757"/>
                </a:lnTo>
                <a:lnTo>
                  <a:pt x="7685" y="15428"/>
                </a:lnTo>
                <a:lnTo>
                  <a:pt x="6646" y="14083"/>
                </a:lnTo>
                <a:lnTo>
                  <a:pt x="5687" y="13028"/>
                </a:lnTo>
                <a:lnTo>
                  <a:pt x="4727" y="11981"/>
                </a:lnTo>
                <a:lnTo>
                  <a:pt x="3767" y="10941"/>
                </a:lnTo>
                <a:lnTo>
                  <a:pt x="2806" y="9909"/>
                </a:lnTo>
                <a:lnTo>
                  <a:pt x="1879" y="8832"/>
                </a:lnTo>
                <a:lnTo>
                  <a:pt x="945" y="7747"/>
                </a:lnTo>
                <a:lnTo>
                  <a:pt x="0" y="6655"/>
                </a:lnTo>
                <a:lnTo>
                  <a:pt x="1163" y="4538"/>
                </a:lnTo>
                <a:lnTo>
                  <a:pt x="2298" y="2882"/>
                </a:lnTo>
                <a:lnTo>
                  <a:pt x="3414" y="1634"/>
                </a:lnTo>
                <a:lnTo>
                  <a:pt x="4518" y="772"/>
                </a:lnTo>
                <a:lnTo>
                  <a:pt x="5613" y="238"/>
                </a:lnTo>
                <a:lnTo>
                  <a:pt x="6708" y="0"/>
                </a:lnTo>
                <a:lnTo>
                  <a:pt x="7809" y="15"/>
                </a:lnTo>
                <a:lnTo>
                  <a:pt x="8921" y="245"/>
                </a:lnTo>
                <a:lnTo>
                  <a:pt x="10049" y="646"/>
                </a:lnTo>
                <a:lnTo>
                  <a:pt x="11204" y="1181"/>
                </a:lnTo>
                <a:lnTo>
                  <a:pt x="12387" y="1805"/>
                </a:lnTo>
                <a:lnTo>
                  <a:pt x="13606" y="2481"/>
                </a:lnTo>
                <a:close/>
              </a:path>
            </a:pathLst>
          </a:custGeom>
          <a:solidFill>
            <a:srgbClr val="CC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1" name="contour_13879"/>
          <p:cNvSpPr/>
          <p:nvPr/>
        </p:nvSpPr>
        <p:spPr>
          <a:xfrm>
            <a:off x="8049029" y="2755743"/>
            <a:ext cx="58304" cy="346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920" y="1315"/>
                </a:moveTo>
                <a:lnTo>
                  <a:pt x="19135" y="2202"/>
                </a:lnTo>
                <a:lnTo>
                  <a:pt x="20361" y="3094"/>
                </a:lnTo>
                <a:lnTo>
                  <a:pt x="21600" y="3999"/>
                </a:lnTo>
                <a:lnTo>
                  <a:pt x="20366" y="5900"/>
                </a:lnTo>
                <a:lnTo>
                  <a:pt x="19121" y="7788"/>
                </a:lnTo>
                <a:lnTo>
                  <a:pt x="17871" y="9663"/>
                </a:lnTo>
                <a:lnTo>
                  <a:pt x="16616" y="11528"/>
                </a:lnTo>
                <a:lnTo>
                  <a:pt x="15358" y="13379"/>
                </a:lnTo>
                <a:lnTo>
                  <a:pt x="14197" y="15126"/>
                </a:lnTo>
                <a:lnTo>
                  <a:pt x="13028" y="16878"/>
                </a:lnTo>
                <a:lnTo>
                  <a:pt x="11845" y="18657"/>
                </a:lnTo>
                <a:lnTo>
                  <a:pt x="9982" y="20372"/>
                </a:lnTo>
                <a:lnTo>
                  <a:pt x="8621" y="21322"/>
                </a:lnTo>
                <a:lnTo>
                  <a:pt x="7366" y="21600"/>
                </a:lnTo>
                <a:lnTo>
                  <a:pt x="5824" y="21286"/>
                </a:lnTo>
                <a:lnTo>
                  <a:pt x="3596" y="20472"/>
                </a:lnTo>
                <a:lnTo>
                  <a:pt x="2408" y="19539"/>
                </a:lnTo>
                <a:lnTo>
                  <a:pt x="1212" y="18597"/>
                </a:lnTo>
                <a:lnTo>
                  <a:pt x="0" y="17647"/>
                </a:lnTo>
                <a:lnTo>
                  <a:pt x="535" y="14944"/>
                </a:lnTo>
                <a:lnTo>
                  <a:pt x="1069" y="12233"/>
                </a:lnTo>
                <a:lnTo>
                  <a:pt x="1609" y="9513"/>
                </a:lnTo>
                <a:lnTo>
                  <a:pt x="2152" y="6769"/>
                </a:lnTo>
                <a:lnTo>
                  <a:pt x="2700" y="3999"/>
                </a:lnTo>
                <a:lnTo>
                  <a:pt x="2700" y="7006"/>
                </a:lnTo>
                <a:lnTo>
                  <a:pt x="2700" y="10031"/>
                </a:lnTo>
                <a:lnTo>
                  <a:pt x="2700" y="13097"/>
                </a:lnTo>
                <a:lnTo>
                  <a:pt x="3216" y="12315"/>
                </a:lnTo>
                <a:lnTo>
                  <a:pt x="4779" y="9949"/>
                </a:lnTo>
                <a:lnTo>
                  <a:pt x="6175" y="7984"/>
                </a:lnTo>
                <a:lnTo>
                  <a:pt x="7595" y="5987"/>
                </a:lnTo>
                <a:lnTo>
                  <a:pt x="8959" y="4003"/>
                </a:lnTo>
                <a:lnTo>
                  <a:pt x="10346" y="1988"/>
                </a:lnTo>
                <a:lnTo>
                  <a:pt x="12239" y="550"/>
                </a:lnTo>
                <a:lnTo>
                  <a:pt x="13657" y="0"/>
                </a:lnTo>
                <a:lnTo>
                  <a:pt x="15314" y="278"/>
                </a:lnTo>
                <a:lnTo>
                  <a:pt x="17920" y="1315"/>
                </a:lnTo>
                <a:close/>
              </a:path>
            </a:pathLst>
          </a:custGeom>
          <a:solidFill>
            <a:srgbClr val="9296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2" name="contour_13880"/>
          <p:cNvSpPr/>
          <p:nvPr/>
        </p:nvSpPr>
        <p:spPr>
          <a:xfrm>
            <a:off x="7465990" y="2740285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900" y="1334"/>
                </a:lnTo>
                <a:lnTo>
                  <a:pt x="16317" y="2347"/>
                </a:lnTo>
                <a:lnTo>
                  <a:pt x="17457" y="3242"/>
                </a:lnTo>
                <a:lnTo>
                  <a:pt x="18559" y="4214"/>
                </a:lnTo>
                <a:lnTo>
                  <a:pt x="19859" y="5467"/>
                </a:lnTo>
                <a:lnTo>
                  <a:pt x="21600" y="7200"/>
                </a:lnTo>
                <a:lnTo>
                  <a:pt x="21069" y="9110"/>
                </a:lnTo>
                <a:lnTo>
                  <a:pt x="20606" y="10464"/>
                </a:lnTo>
                <a:lnTo>
                  <a:pt x="20032" y="11626"/>
                </a:lnTo>
                <a:lnTo>
                  <a:pt x="19164" y="12967"/>
                </a:lnTo>
                <a:lnTo>
                  <a:pt x="17820" y="14851"/>
                </a:lnTo>
                <a:lnTo>
                  <a:pt x="16939" y="16123"/>
                </a:lnTo>
                <a:lnTo>
                  <a:pt x="16053" y="17405"/>
                </a:lnTo>
                <a:lnTo>
                  <a:pt x="15155" y="18703"/>
                </a:lnTo>
                <a:lnTo>
                  <a:pt x="14066" y="20141"/>
                </a:lnTo>
                <a:lnTo>
                  <a:pt x="12960" y="21600"/>
                </a:lnTo>
                <a:lnTo>
                  <a:pt x="10053" y="20806"/>
                </a:lnTo>
                <a:lnTo>
                  <a:pt x="7923" y="20186"/>
                </a:lnTo>
                <a:lnTo>
                  <a:pt x="6212" y="19608"/>
                </a:lnTo>
                <a:lnTo>
                  <a:pt x="4562" y="18941"/>
                </a:lnTo>
                <a:lnTo>
                  <a:pt x="2614" y="18050"/>
                </a:lnTo>
                <a:lnTo>
                  <a:pt x="0" y="16800"/>
                </a:lnTo>
                <a:lnTo>
                  <a:pt x="678" y="15146"/>
                </a:lnTo>
                <a:lnTo>
                  <a:pt x="1404" y="13666"/>
                </a:lnTo>
                <a:lnTo>
                  <a:pt x="2225" y="12288"/>
                </a:lnTo>
                <a:lnTo>
                  <a:pt x="3184" y="10949"/>
                </a:lnTo>
                <a:lnTo>
                  <a:pt x="4316" y="9574"/>
                </a:lnTo>
                <a:lnTo>
                  <a:pt x="5668" y="8100"/>
                </a:lnTo>
                <a:lnTo>
                  <a:pt x="6687" y="6926"/>
                </a:lnTo>
                <a:lnTo>
                  <a:pt x="7720" y="5738"/>
                </a:lnTo>
                <a:lnTo>
                  <a:pt x="8999" y="4296"/>
                </a:lnTo>
                <a:lnTo>
                  <a:pt x="10303" y="2858"/>
                </a:lnTo>
                <a:lnTo>
                  <a:pt x="11625" y="1428"/>
                </a:lnTo>
                <a:lnTo>
                  <a:pt x="12960" y="0"/>
                </a:lnTo>
                <a:close/>
              </a:path>
            </a:pathLst>
          </a:custGeom>
          <a:solidFill>
            <a:srgbClr val="DBE2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3" name="contour_13881"/>
          <p:cNvSpPr/>
          <p:nvPr/>
        </p:nvSpPr>
        <p:spPr>
          <a:xfrm>
            <a:off x="7378534" y="2725709"/>
            <a:ext cx="2155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28" y="0"/>
                </a:lnTo>
                <a:lnTo>
                  <a:pt x="9686" y="0"/>
                </a:lnTo>
                <a:lnTo>
                  <a:pt x="14609" y="0"/>
                </a:lnTo>
                <a:lnTo>
                  <a:pt x="16531" y="1892"/>
                </a:lnTo>
                <a:lnTo>
                  <a:pt x="17699" y="3283"/>
                </a:lnTo>
                <a:lnTo>
                  <a:pt x="18576" y="4866"/>
                </a:lnTo>
                <a:lnTo>
                  <a:pt x="19635" y="7329"/>
                </a:lnTo>
                <a:lnTo>
                  <a:pt x="20577" y="9374"/>
                </a:lnTo>
                <a:lnTo>
                  <a:pt x="21542" y="11451"/>
                </a:lnTo>
                <a:lnTo>
                  <a:pt x="21600" y="13883"/>
                </a:lnTo>
                <a:lnTo>
                  <a:pt x="21147" y="15935"/>
                </a:lnTo>
                <a:lnTo>
                  <a:pt x="19971" y="17783"/>
                </a:lnTo>
                <a:lnTo>
                  <a:pt x="17860" y="19613"/>
                </a:lnTo>
                <a:lnTo>
                  <a:pt x="14609" y="21600"/>
                </a:lnTo>
                <a:lnTo>
                  <a:pt x="9781" y="21600"/>
                </a:lnTo>
                <a:lnTo>
                  <a:pt x="4923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6A5B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4" name="contour_13882"/>
          <p:cNvSpPr/>
          <p:nvPr/>
        </p:nvSpPr>
        <p:spPr>
          <a:xfrm>
            <a:off x="4004194" y="2762149"/>
            <a:ext cx="51016" cy="29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0"/>
                </a:lnTo>
                <a:lnTo>
                  <a:pt x="4280" y="1061"/>
                </a:lnTo>
                <a:lnTo>
                  <a:pt x="6421" y="1591"/>
                </a:lnTo>
                <a:lnTo>
                  <a:pt x="8566" y="2127"/>
                </a:lnTo>
                <a:lnTo>
                  <a:pt x="10720" y="2657"/>
                </a:lnTo>
                <a:lnTo>
                  <a:pt x="12877" y="3193"/>
                </a:lnTo>
                <a:lnTo>
                  <a:pt x="15043" y="3729"/>
                </a:lnTo>
                <a:lnTo>
                  <a:pt x="17218" y="4270"/>
                </a:lnTo>
                <a:lnTo>
                  <a:pt x="19403" y="4811"/>
                </a:lnTo>
                <a:lnTo>
                  <a:pt x="21600" y="5357"/>
                </a:lnTo>
                <a:lnTo>
                  <a:pt x="19326" y="10275"/>
                </a:lnTo>
                <a:lnTo>
                  <a:pt x="17687" y="13698"/>
                </a:lnTo>
                <a:lnTo>
                  <a:pt x="16428" y="16082"/>
                </a:lnTo>
                <a:lnTo>
                  <a:pt x="15287" y="17866"/>
                </a:lnTo>
                <a:lnTo>
                  <a:pt x="14012" y="19500"/>
                </a:lnTo>
                <a:lnTo>
                  <a:pt x="12343" y="21429"/>
                </a:lnTo>
                <a:lnTo>
                  <a:pt x="10069" y="21600"/>
                </a:lnTo>
                <a:lnTo>
                  <a:pt x="7896" y="21455"/>
                </a:lnTo>
                <a:lnTo>
                  <a:pt x="5810" y="20904"/>
                </a:lnTo>
                <a:lnTo>
                  <a:pt x="3805" y="19880"/>
                </a:lnTo>
                <a:lnTo>
                  <a:pt x="1873" y="18295"/>
                </a:lnTo>
                <a:lnTo>
                  <a:pt x="0" y="16071"/>
                </a:lnTo>
                <a:lnTo>
                  <a:pt x="0" y="12889"/>
                </a:lnTo>
                <a:lnTo>
                  <a:pt x="0" y="9696"/>
                </a:lnTo>
                <a:lnTo>
                  <a:pt x="0" y="6493"/>
                </a:lnTo>
                <a:lnTo>
                  <a:pt x="0" y="3262"/>
                </a:lnTo>
                <a:lnTo>
                  <a:pt x="0" y="0"/>
                </a:lnTo>
                <a:close/>
              </a:path>
            </a:pathLst>
          </a:custGeom>
          <a:solidFill>
            <a:srgbClr val="CDD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5" name="contour_13883"/>
          <p:cNvSpPr/>
          <p:nvPr/>
        </p:nvSpPr>
        <p:spPr>
          <a:xfrm>
            <a:off x="2204060" y="2747573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71" y="2578"/>
                </a:lnTo>
                <a:lnTo>
                  <a:pt x="20844" y="4856"/>
                </a:lnTo>
                <a:lnTo>
                  <a:pt x="20282" y="6905"/>
                </a:lnTo>
                <a:lnTo>
                  <a:pt x="19545" y="8777"/>
                </a:lnTo>
                <a:lnTo>
                  <a:pt x="18595" y="10530"/>
                </a:lnTo>
                <a:lnTo>
                  <a:pt x="17396" y="12226"/>
                </a:lnTo>
                <a:lnTo>
                  <a:pt x="15906" y="13921"/>
                </a:lnTo>
                <a:lnTo>
                  <a:pt x="13122" y="16207"/>
                </a:lnTo>
                <a:lnTo>
                  <a:pt x="10897" y="17986"/>
                </a:lnTo>
                <a:lnTo>
                  <a:pt x="9102" y="19325"/>
                </a:lnTo>
                <a:lnTo>
                  <a:pt x="7603" y="20282"/>
                </a:lnTo>
                <a:lnTo>
                  <a:pt x="6272" y="20927"/>
                </a:lnTo>
                <a:lnTo>
                  <a:pt x="4979" y="21316"/>
                </a:lnTo>
                <a:lnTo>
                  <a:pt x="3588" y="21517"/>
                </a:lnTo>
                <a:lnTo>
                  <a:pt x="1971" y="21589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434" y="12758"/>
                </a:lnTo>
                <a:lnTo>
                  <a:pt x="2522" y="11549"/>
                </a:lnTo>
                <a:lnTo>
                  <a:pt x="3486" y="10555"/>
                </a:lnTo>
                <a:lnTo>
                  <a:pt x="4536" y="9565"/>
                </a:lnTo>
                <a:lnTo>
                  <a:pt x="5889" y="8366"/>
                </a:lnTo>
                <a:lnTo>
                  <a:pt x="7762" y="6750"/>
                </a:lnTo>
                <a:lnTo>
                  <a:pt x="9204" y="5479"/>
                </a:lnTo>
                <a:lnTo>
                  <a:pt x="10657" y="4198"/>
                </a:lnTo>
                <a:lnTo>
                  <a:pt x="12128" y="2898"/>
                </a:lnTo>
                <a:lnTo>
                  <a:pt x="13870" y="1678"/>
                </a:lnTo>
                <a:lnTo>
                  <a:pt x="15193" y="860"/>
                </a:lnTo>
                <a:lnTo>
                  <a:pt x="16367" y="364"/>
                </a:lnTo>
                <a:lnTo>
                  <a:pt x="17650" y="108"/>
                </a:lnTo>
                <a:lnTo>
                  <a:pt x="19305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434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6" name="contour_13884"/>
          <p:cNvSpPr/>
          <p:nvPr/>
        </p:nvSpPr>
        <p:spPr>
          <a:xfrm>
            <a:off x="1883389" y="2741422"/>
            <a:ext cx="51016" cy="28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24" y="6608"/>
                </a:moveTo>
                <a:lnTo>
                  <a:pt x="19816" y="7541"/>
                </a:lnTo>
                <a:lnTo>
                  <a:pt x="21600" y="10362"/>
                </a:lnTo>
                <a:lnTo>
                  <a:pt x="21600" y="14076"/>
                </a:lnTo>
                <a:lnTo>
                  <a:pt x="21600" y="17813"/>
                </a:lnTo>
                <a:lnTo>
                  <a:pt x="21600" y="21600"/>
                </a:lnTo>
                <a:lnTo>
                  <a:pt x="19462" y="21044"/>
                </a:lnTo>
                <a:lnTo>
                  <a:pt x="17323" y="20487"/>
                </a:lnTo>
                <a:lnTo>
                  <a:pt x="15182" y="19931"/>
                </a:lnTo>
                <a:lnTo>
                  <a:pt x="13034" y="19369"/>
                </a:lnTo>
                <a:lnTo>
                  <a:pt x="10883" y="18813"/>
                </a:lnTo>
                <a:lnTo>
                  <a:pt x="8723" y="18251"/>
                </a:lnTo>
                <a:lnTo>
                  <a:pt x="6557" y="17689"/>
                </a:lnTo>
                <a:lnTo>
                  <a:pt x="4385" y="17122"/>
                </a:lnTo>
                <a:lnTo>
                  <a:pt x="2197" y="16554"/>
                </a:lnTo>
                <a:lnTo>
                  <a:pt x="0" y="15981"/>
                </a:lnTo>
                <a:lnTo>
                  <a:pt x="0" y="12267"/>
                </a:lnTo>
                <a:lnTo>
                  <a:pt x="0" y="8530"/>
                </a:lnTo>
                <a:lnTo>
                  <a:pt x="0" y="4743"/>
                </a:lnTo>
                <a:lnTo>
                  <a:pt x="2395" y="2439"/>
                </a:lnTo>
                <a:lnTo>
                  <a:pt x="4613" y="927"/>
                </a:lnTo>
                <a:lnTo>
                  <a:pt x="6705" y="140"/>
                </a:lnTo>
                <a:lnTo>
                  <a:pt x="8720" y="0"/>
                </a:lnTo>
                <a:lnTo>
                  <a:pt x="10701" y="444"/>
                </a:lnTo>
                <a:lnTo>
                  <a:pt x="12695" y="1399"/>
                </a:lnTo>
                <a:lnTo>
                  <a:pt x="14750" y="2793"/>
                </a:lnTo>
                <a:lnTo>
                  <a:pt x="16913" y="4552"/>
                </a:lnTo>
                <a:lnTo>
                  <a:pt x="19224" y="6608"/>
                </a:lnTo>
                <a:close/>
              </a:path>
            </a:pathLst>
          </a:custGeom>
          <a:solidFill>
            <a:srgbClr val="1D1E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7" name="contour_13885"/>
          <p:cNvSpPr/>
          <p:nvPr/>
        </p:nvSpPr>
        <p:spPr>
          <a:xfrm>
            <a:off x="7014135" y="271842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6343" y="20460"/>
                </a:lnTo>
                <a:lnTo>
                  <a:pt x="13500" y="17012"/>
                </a:lnTo>
                <a:lnTo>
                  <a:pt x="12783" y="16416"/>
                </a:lnTo>
                <a:lnTo>
                  <a:pt x="11526" y="15366"/>
                </a:lnTo>
                <a:lnTo>
                  <a:pt x="8640" y="12960"/>
                </a:lnTo>
                <a:lnTo>
                  <a:pt x="5772" y="13941"/>
                </a:lnTo>
                <a:lnTo>
                  <a:pt x="3914" y="14714"/>
                </a:lnTo>
                <a:lnTo>
                  <a:pt x="2259" y="15695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BEC0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8" name="contour_13886"/>
          <p:cNvSpPr/>
          <p:nvPr/>
        </p:nvSpPr>
        <p:spPr>
          <a:xfrm>
            <a:off x="666294" y="2725709"/>
            <a:ext cx="51016" cy="294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29"/>
                </a:lnTo>
                <a:lnTo>
                  <a:pt x="4280" y="1059"/>
                </a:lnTo>
                <a:lnTo>
                  <a:pt x="6421" y="1588"/>
                </a:lnTo>
                <a:lnTo>
                  <a:pt x="8566" y="2123"/>
                </a:lnTo>
                <a:lnTo>
                  <a:pt x="10720" y="2652"/>
                </a:lnTo>
                <a:lnTo>
                  <a:pt x="12877" y="3187"/>
                </a:lnTo>
                <a:lnTo>
                  <a:pt x="15043" y="3721"/>
                </a:lnTo>
                <a:lnTo>
                  <a:pt x="17218" y="4261"/>
                </a:lnTo>
                <a:lnTo>
                  <a:pt x="19403" y="4801"/>
                </a:lnTo>
                <a:lnTo>
                  <a:pt x="21600" y="5347"/>
                </a:lnTo>
                <a:lnTo>
                  <a:pt x="21600" y="8881"/>
                </a:lnTo>
                <a:lnTo>
                  <a:pt x="21600" y="12436"/>
                </a:lnTo>
                <a:lnTo>
                  <a:pt x="21600" y="16040"/>
                </a:lnTo>
                <a:lnTo>
                  <a:pt x="19752" y="17633"/>
                </a:lnTo>
                <a:lnTo>
                  <a:pt x="17894" y="18953"/>
                </a:lnTo>
                <a:lnTo>
                  <a:pt x="16021" y="19996"/>
                </a:lnTo>
                <a:lnTo>
                  <a:pt x="14126" y="20777"/>
                </a:lnTo>
                <a:lnTo>
                  <a:pt x="12201" y="21301"/>
                </a:lnTo>
                <a:lnTo>
                  <a:pt x="10238" y="21573"/>
                </a:lnTo>
                <a:lnTo>
                  <a:pt x="8233" y="21600"/>
                </a:lnTo>
                <a:lnTo>
                  <a:pt x="6171" y="21386"/>
                </a:lnTo>
                <a:lnTo>
                  <a:pt x="4780" y="18558"/>
                </a:lnTo>
                <a:lnTo>
                  <a:pt x="3666" y="15772"/>
                </a:lnTo>
                <a:lnTo>
                  <a:pt x="2765" y="12960"/>
                </a:lnTo>
                <a:lnTo>
                  <a:pt x="2012" y="10051"/>
                </a:lnTo>
                <a:lnTo>
                  <a:pt x="1342" y="6967"/>
                </a:lnTo>
                <a:lnTo>
                  <a:pt x="691" y="3641"/>
                </a:lnTo>
                <a:lnTo>
                  <a:pt x="0" y="0"/>
                </a:lnTo>
                <a:close/>
              </a:path>
            </a:pathLst>
          </a:custGeom>
          <a:solidFill>
            <a:srgbClr val="404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89" name="contour_13887"/>
          <p:cNvSpPr/>
          <p:nvPr/>
        </p:nvSpPr>
        <p:spPr>
          <a:xfrm>
            <a:off x="4971391" y="2711133"/>
            <a:ext cx="4583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93" y="0"/>
                </a:moveTo>
                <a:lnTo>
                  <a:pt x="3259" y="950"/>
                </a:lnTo>
                <a:lnTo>
                  <a:pt x="5530" y="1901"/>
                </a:lnTo>
                <a:lnTo>
                  <a:pt x="7800" y="2856"/>
                </a:lnTo>
                <a:lnTo>
                  <a:pt x="10077" y="3810"/>
                </a:lnTo>
                <a:lnTo>
                  <a:pt x="12361" y="4765"/>
                </a:lnTo>
                <a:lnTo>
                  <a:pt x="14655" y="5728"/>
                </a:lnTo>
                <a:lnTo>
                  <a:pt x="16956" y="6692"/>
                </a:lnTo>
                <a:lnTo>
                  <a:pt x="19271" y="7664"/>
                </a:lnTo>
                <a:lnTo>
                  <a:pt x="21600" y="8640"/>
                </a:lnTo>
                <a:lnTo>
                  <a:pt x="20920" y="11206"/>
                </a:lnTo>
                <a:lnTo>
                  <a:pt x="20236" y="13781"/>
                </a:lnTo>
                <a:lnTo>
                  <a:pt x="19553" y="16364"/>
                </a:lnTo>
                <a:lnTo>
                  <a:pt x="18863" y="18969"/>
                </a:lnTo>
                <a:lnTo>
                  <a:pt x="18165" y="21600"/>
                </a:lnTo>
                <a:lnTo>
                  <a:pt x="15923" y="21384"/>
                </a:lnTo>
                <a:lnTo>
                  <a:pt x="13721" y="21129"/>
                </a:lnTo>
                <a:lnTo>
                  <a:pt x="11550" y="20805"/>
                </a:lnTo>
                <a:lnTo>
                  <a:pt x="9404" y="20390"/>
                </a:lnTo>
                <a:lnTo>
                  <a:pt x="7281" y="19855"/>
                </a:lnTo>
                <a:lnTo>
                  <a:pt x="5176" y="19176"/>
                </a:lnTo>
                <a:lnTo>
                  <a:pt x="3081" y="18325"/>
                </a:lnTo>
                <a:lnTo>
                  <a:pt x="993" y="17280"/>
                </a:lnTo>
                <a:lnTo>
                  <a:pt x="319" y="14252"/>
                </a:lnTo>
                <a:lnTo>
                  <a:pt x="14" y="11478"/>
                </a:lnTo>
                <a:lnTo>
                  <a:pt x="0" y="8813"/>
                </a:lnTo>
                <a:lnTo>
                  <a:pt x="210" y="6108"/>
                </a:lnTo>
                <a:lnTo>
                  <a:pt x="563" y="3218"/>
                </a:lnTo>
                <a:lnTo>
                  <a:pt x="993" y="0"/>
                </a:lnTo>
                <a:close/>
              </a:path>
            </a:pathLst>
          </a:custGeom>
          <a:solidFill>
            <a:srgbClr val="2F2F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0" name="contour_13888"/>
          <p:cNvSpPr/>
          <p:nvPr/>
        </p:nvSpPr>
        <p:spPr>
          <a:xfrm>
            <a:off x="2473716" y="268926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611"/>
                </a:lnTo>
                <a:lnTo>
                  <a:pt x="9461" y="1225"/>
                </a:lnTo>
                <a:lnTo>
                  <a:pt x="12044" y="1839"/>
                </a:lnTo>
                <a:lnTo>
                  <a:pt x="14649" y="2459"/>
                </a:lnTo>
                <a:lnTo>
                  <a:pt x="17280" y="3086"/>
                </a:lnTo>
                <a:lnTo>
                  <a:pt x="14424" y="3086"/>
                </a:lnTo>
                <a:lnTo>
                  <a:pt x="11552" y="3086"/>
                </a:lnTo>
                <a:lnTo>
                  <a:pt x="8640" y="3086"/>
                </a:lnTo>
                <a:lnTo>
                  <a:pt x="10122" y="3931"/>
                </a:lnTo>
                <a:lnTo>
                  <a:pt x="11625" y="4786"/>
                </a:lnTo>
                <a:lnTo>
                  <a:pt x="13859" y="6202"/>
                </a:lnTo>
                <a:lnTo>
                  <a:pt x="15958" y="7619"/>
                </a:lnTo>
                <a:lnTo>
                  <a:pt x="17941" y="9078"/>
                </a:lnTo>
                <a:lnTo>
                  <a:pt x="19816" y="10636"/>
                </a:lnTo>
                <a:lnTo>
                  <a:pt x="21600" y="12343"/>
                </a:lnTo>
                <a:lnTo>
                  <a:pt x="20917" y="14916"/>
                </a:lnTo>
                <a:lnTo>
                  <a:pt x="20352" y="16684"/>
                </a:lnTo>
                <a:lnTo>
                  <a:pt x="19695" y="18092"/>
                </a:lnTo>
                <a:lnTo>
                  <a:pt x="18740" y="19582"/>
                </a:lnTo>
                <a:lnTo>
                  <a:pt x="17280" y="21600"/>
                </a:lnTo>
                <a:lnTo>
                  <a:pt x="14498" y="21008"/>
                </a:lnTo>
                <a:lnTo>
                  <a:pt x="11841" y="20378"/>
                </a:lnTo>
                <a:lnTo>
                  <a:pt x="9288" y="19675"/>
                </a:lnTo>
                <a:lnTo>
                  <a:pt x="6843" y="18863"/>
                </a:lnTo>
                <a:lnTo>
                  <a:pt x="4484" y="17906"/>
                </a:lnTo>
                <a:lnTo>
                  <a:pt x="2208" y="16774"/>
                </a:lnTo>
                <a:lnTo>
                  <a:pt x="0" y="15429"/>
                </a:lnTo>
                <a:lnTo>
                  <a:pt x="4" y="13395"/>
                </a:lnTo>
                <a:lnTo>
                  <a:pt x="203" y="11420"/>
                </a:lnTo>
                <a:lnTo>
                  <a:pt x="579" y="9489"/>
                </a:lnTo>
                <a:lnTo>
                  <a:pt x="1106" y="7588"/>
                </a:lnTo>
                <a:lnTo>
                  <a:pt x="1767" y="5699"/>
                </a:lnTo>
                <a:lnTo>
                  <a:pt x="2536" y="3817"/>
                </a:lnTo>
                <a:lnTo>
                  <a:pt x="3396" y="1922"/>
                </a:lnTo>
                <a:lnTo>
                  <a:pt x="4320" y="0"/>
                </a:lnTo>
                <a:close/>
              </a:path>
            </a:pathLst>
          </a:custGeom>
          <a:solidFill>
            <a:srgbClr val="B49E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1" name="contour_13889"/>
          <p:cNvSpPr/>
          <p:nvPr/>
        </p:nvSpPr>
        <p:spPr>
          <a:xfrm>
            <a:off x="4652825" y="2696557"/>
            <a:ext cx="46118" cy="367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13" y="0"/>
                </a:moveTo>
                <a:lnTo>
                  <a:pt x="5670" y="0"/>
                </a:lnTo>
                <a:lnTo>
                  <a:pt x="7940" y="0"/>
                </a:lnTo>
                <a:lnTo>
                  <a:pt x="10240" y="0"/>
                </a:lnTo>
                <a:lnTo>
                  <a:pt x="10240" y="2545"/>
                </a:lnTo>
                <a:lnTo>
                  <a:pt x="10240" y="5098"/>
                </a:lnTo>
                <a:lnTo>
                  <a:pt x="10240" y="7660"/>
                </a:lnTo>
                <a:lnTo>
                  <a:pt x="10240" y="10243"/>
                </a:lnTo>
                <a:lnTo>
                  <a:pt x="10240" y="12852"/>
                </a:lnTo>
                <a:lnTo>
                  <a:pt x="12496" y="12852"/>
                </a:lnTo>
                <a:lnTo>
                  <a:pt x="14766" y="12852"/>
                </a:lnTo>
                <a:lnTo>
                  <a:pt x="17067" y="12852"/>
                </a:lnTo>
                <a:lnTo>
                  <a:pt x="18118" y="9665"/>
                </a:lnTo>
                <a:lnTo>
                  <a:pt x="18821" y="7403"/>
                </a:lnTo>
                <a:lnTo>
                  <a:pt x="19340" y="5449"/>
                </a:lnTo>
                <a:lnTo>
                  <a:pt x="19839" y="3187"/>
                </a:lnTo>
                <a:lnTo>
                  <a:pt x="20480" y="0"/>
                </a:lnTo>
                <a:lnTo>
                  <a:pt x="21105" y="4922"/>
                </a:lnTo>
                <a:lnTo>
                  <a:pt x="21477" y="8384"/>
                </a:lnTo>
                <a:lnTo>
                  <a:pt x="21600" y="10860"/>
                </a:lnTo>
                <a:lnTo>
                  <a:pt x="21477" y="12826"/>
                </a:lnTo>
                <a:lnTo>
                  <a:pt x="21105" y="14758"/>
                </a:lnTo>
                <a:lnTo>
                  <a:pt x="20480" y="17136"/>
                </a:lnTo>
                <a:lnTo>
                  <a:pt x="18429" y="18374"/>
                </a:lnTo>
                <a:lnTo>
                  <a:pt x="16367" y="19415"/>
                </a:lnTo>
                <a:lnTo>
                  <a:pt x="14295" y="20255"/>
                </a:lnTo>
                <a:lnTo>
                  <a:pt x="12196" y="20897"/>
                </a:lnTo>
                <a:lnTo>
                  <a:pt x="10070" y="21334"/>
                </a:lnTo>
                <a:lnTo>
                  <a:pt x="7902" y="21570"/>
                </a:lnTo>
                <a:lnTo>
                  <a:pt x="5687" y="21600"/>
                </a:lnTo>
                <a:lnTo>
                  <a:pt x="3413" y="21420"/>
                </a:lnTo>
                <a:lnTo>
                  <a:pt x="2055" y="19141"/>
                </a:lnTo>
                <a:lnTo>
                  <a:pt x="1246" y="17487"/>
                </a:lnTo>
                <a:lnTo>
                  <a:pt x="669" y="15658"/>
                </a:lnTo>
                <a:lnTo>
                  <a:pt x="0" y="12852"/>
                </a:lnTo>
                <a:lnTo>
                  <a:pt x="539" y="9408"/>
                </a:lnTo>
                <a:lnTo>
                  <a:pt x="986" y="7017"/>
                </a:lnTo>
                <a:lnTo>
                  <a:pt x="1505" y="5064"/>
                </a:lnTo>
                <a:lnTo>
                  <a:pt x="2260" y="2930"/>
                </a:lnTo>
                <a:lnTo>
                  <a:pt x="3413" y="0"/>
                </a:lnTo>
                <a:close/>
              </a:path>
            </a:pathLst>
          </a:custGeom>
          <a:solidFill>
            <a:srgbClr val="3532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2" name="contour_13890"/>
          <p:cNvSpPr/>
          <p:nvPr/>
        </p:nvSpPr>
        <p:spPr>
          <a:xfrm>
            <a:off x="3727250" y="2710819"/>
            <a:ext cx="51016" cy="294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88" y="759"/>
                </a:lnTo>
                <a:lnTo>
                  <a:pt x="13935" y="1576"/>
                </a:lnTo>
                <a:lnTo>
                  <a:pt x="15861" y="2463"/>
                </a:lnTo>
                <a:lnTo>
                  <a:pt x="17777" y="3419"/>
                </a:lnTo>
                <a:lnTo>
                  <a:pt x="19687" y="4450"/>
                </a:lnTo>
                <a:lnTo>
                  <a:pt x="21600" y="5572"/>
                </a:lnTo>
                <a:lnTo>
                  <a:pt x="21017" y="8628"/>
                </a:lnTo>
                <a:lnTo>
                  <a:pt x="20498" y="10760"/>
                </a:lnTo>
                <a:lnTo>
                  <a:pt x="19761" y="12966"/>
                </a:lnTo>
                <a:lnTo>
                  <a:pt x="18514" y="16257"/>
                </a:lnTo>
                <a:lnTo>
                  <a:pt x="16351" y="17347"/>
                </a:lnTo>
                <a:lnTo>
                  <a:pt x="14777" y="18063"/>
                </a:lnTo>
                <a:lnTo>
                  <a:pt x="13340" y="18571"/>
                </a:lnTo>
                <a:lnTo>
                  <a:pt x="11587" y="19030"/>
                </a:lnTo>
                <a:lnTo>
                  <a:pt x="9063" y="19597"/>
                </a:lnTo>
                <a:lnTo>
                  <a:pt x="8310" y="19773"/>
                </a:lnTo>
                <a:lnTo>
                  <a:pt x="6983" y="20088"/>
                </a:lnTo>
                <a:lnTo>
                  <a:pt x="3940" y="20809"/>
                </a:lnTo>
                <a:lnTo>
                  <a:pt x="2959" y="21007"/>
                </a:lnTo>
                <a:lnTo>
                  <a:pt x="0" y="21600"/>
                </a:lnTo>
                <a:lnTo>
                  <a:pt x="1176" y="14596"/>
                </a:lnTo>
                <a:lnTo>
                  <a:pt x="2138" y="9333"/>
                </a:lnTo>
                <a:lnTo>
                  <a:pt x="3005" y="5546"/>
                </a:lnTo>
                <a:lnTo>
                  <a:pt x="3894" y="2992"/>
                </a:lnTo>
                <a:lnTo>
                  <a:pt x="4925" y="1416"/>
                </a:lnTo>
                <a:lnTo>
                  <a:pt x="6208" y="556"/>
                </a:lnTo>
                <a:lnTo>
                  <a:pt x="7865" y="171"/>
                </a:lnTo>
                <a:lnTo>
                  <a:pt x="10016" y="0"/>
                </a:lnTo>
                <a:close/>
              </a:path>
            </a:pathLst>
          </a:custGeom>
          <a:solidFill>
            <a:srgbClr val="7A78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3" name="contour_13891"/>
          <p:cNvSpPr/>
          <p:nvPr/>
        </p:nvSpPr>
        <p:spPr>
          <a:xfrm>
            <a:off x="1489837" y="268926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86" y="4994"/>
                </a:lnTo>
                <a:lnTo>
                  <a:pt x="20833" y="8506"/>
                </a:lnTo>
                <a:lnTo>
                  <a:pt x="20437" y="11007"/>
                </a:lnTo>
                <a:lnTo>
                  <a:pt x="19901" y="12986"/>
                </a:lnTo>
                <a:lnTo>
                  <a:pt x="19120" y="14917"/>
                </a:lnTo>
                <a:lnTo>
                  <a:pt x="18000" y="17280"/>
                </a:lnTo>
                <a:lnTo>
                  <a:pt x="15797" y="18282"/>
                </a:lnTo>
                <a:lnTo>
                  <a:pt x="13594" y="19107"/>
                </a:lnTo>
                <a:lnTo>
                  <a:pt x="11387" y="19781"/>
                </a:lnTo>
                <a:lnTo>
                  <a:pt x="9166" y="20326"/>
                </a:lnTo>
                <a:lnTo>
                  <a:pt x="6923" y="20758"/>
                </a:lnTo>
                <a:lnTo>
                  <a:pt x="4651" y="21099"/>
                </a:lnTo>
                <a:lnTo>
                  <a:pt x="2347" y="21371"/>
                </a:lnTo>
                <a:lnTo>
                  <a:pt x="0" y="21600"/>
                </a:lnTo>
                <a:lnTo>
                  <a:pt x="698" y="18170"/>
                </a:lnTo>
                <a:lnTo>
                  <a:pt x="1444" y="15228"/>
                </a:lnTo>
                <a:lnTo>
                  <a:pt x="2315" y="12649"/>
                </a:lnTo>
                <a:lnTo>
                  <a:pt x="3402" y="10312"/>
                </a:lnTo>
                <a:lnTo>
                  <a:pt x="4784" y="8096"/>
                </a:lnTo>
                <a:lnTo>
                  <a:pt x="6548" y="5867"/>
                </a:lnTo>
                <a:lnTo>
                  <a:pt x="8777" y="3508"/>
                </a:lnTo>
                <a:lnTo>
                  <a:pt x="11178" y="2030"/>
                </a:lnTo>
                <a:lnTo>
                  <a:pt x="13000" y="1041"/>
                </a:lnTo>
                <a:lnTo>
                  <a:pt x="14598" y="436"/>
                </a:lnTo>
                <a:lnTo>
                  <a:pt x="16326" y="130"/>
                </a:lnTo>
                <a:lnTo>
                  <a:pt x="18540" y="17"/>
                </a:lnTo>
                <a:lnTo>
                  <a:pt x="21600" y="0"/>
                </a:lnTo>
                <a:close/>
              </a:path>
            </a:pathLst>
          </a:custGeom>
          <a:solidFill>
            <a:srgbClr val="B4B4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4" name="contour_13892"/>
          <p:cNvSpPr/>
          <p:nvPr/>
        </p:nvSpPr>
        <p:spPr>
          <a:xfrm>
            <a:off x="8624125" y="2704537"/>
            <a:ext cx="51672" cy="284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64" y="1897"/>
                </a:moveTo>
                <a:lnTo>
                  <a:pt x="16409" y="2744"/>
                </a:lnTo>
                <a:lnTo>
                  <a:pt x="18483" y="3606"/>
                </a:lnTo>
                <a:lnTo>
                  <a:pt x="20028" y="4298"/>
                </a:lnTo>
                <a:lnTo>
                  <a:pt x="21600" y="5006"/>
                </a:lnTo>
                <a:lnTo>
                  <a:pt x="19714" y="7467"/>
                </a:lnTo>
                <a:lnTo>
                  <a:pt x="17877" y="9674"/>
                </a:lnTo>
                <a:lnTo>
                  <a:pt x="16064" y="11644"/>
                </a:lnTo>
                <a:lnTo>
                  <a:pt x="14261" y="13397"/>
                </a:lnTo>
                <a:lnTo>
                  <a:pt x="12445" y="14957"/>
                </a:lnTo>
                <a:lnTo>
                  <a:pt x="10602" y="16351"/>
                </a:lnTo>
                <a:lnTo>
                  <a:pt x="8707" y="17595"/>
                </a:lnTo>
                <a:lnTo>
                  <a:pt x="6748" y="18724"/>
                </a:lnTo>
                <a:lnTo>
                  <a:pt x="4701" y="19747"/>
                </a:lnTo>
                <a:lnTo>
                  <a:pt x="2550" y="20698"/>
                </a:lnTo>
                <a:lnTo>
                  <a:pt x="274" y="21600"/>
                </a:lnTo>
                <a:lnTo>
                  <a:pt x="91" y="17651"/>
                </a:lnTo>
                <a:lnTo>
                  <a:pt x="0" y="14813"/>
                </a:lnTo>
                <a:lnTo>
                  <a:pt x="0" y="12291"/>
                </a:lnTo>
                <a:lnTo>
                  <a:pt x="91" y="9287"/>
                </a:lnTo>
                <a:lnTo>
                  <a:pt x="274" y="5006"/>
                </a:lnTo>
                <a:lnTo>
                  <a:pt x="2300" y="2622"/>
                </a:lnTo>
                <a:lnTo>
                  <a:pt x="4210" y="1068"/>
                </a:lnTo>
                <a:lnTo>
                  <a:pt x="6072" y="232"/>
                </a:lnTo>
                <a:lnTo>
                  <a:pt x="7951" y="0"/>
                </a:lnTo>
                <a:lnTo>
                  <a:pt x="9913" y="277"/>
                </a:lnTo>
                <a:lnTo>
                  <a:pt x="12031" y="940"/>
                </a:lnTo>
                <a:lnTo>
                  <a:pt x="14364" y="1897"/>
                </a:lnTo>
                <a:close/>
              </a:path>
            </a:pathLst>
          </a:custGeom>
          <a:solidFill>
            <a:srgbClr val="CEC8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5" name="contour_13893"/>
          <p:cNvSpPr/>
          <p:nvPr/>
        </p:nvSpPr>
        <p:spPr>
          <a:xfrm>
            <a:off x="1329501" y="2696557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14" y="778"/>
                </a:lnTo>
                <a:lnTo>
                  <a:pt x="20255" y="1793"/>
                </a:lnTo>
                <a:lnTo>
                  <a:pt x="18822" y="3708"/>
                </a:lnTo>
                <a:lnTo>
                  <a:pt x="16200" y="7200"/>
                </a:lnTo>
                <a:lnTo>
                  <a:pt x="16200" y="11959"/>
                </a:lnTo>
                <a:lnTo>
                  <a:pt x="16200" y="16747"/>
                </a:lnTo>
                <a:lnTo>
                  <a:pt x="16200" y="21600"/>
                </a:lnTo>
                <a:lnTo>
                  <a:pt x="15385" y="21240"/>
                </a:lnTo>
                <a:lnTo>
                  <a:pt x="14637" y="20902"/>
                </a:lnTo>
                <a:lnTo>
                  <a:pt x="13819" y="20542"/>
                </a:lnTo>
                <a:lnTo>
                  <a:pt x="12798" y="20088"/>
                </a:lnTo>
                <a:lnTo>
                  <a:pt x="11443" y="19483"/>
                </a:lnTo>
                <a:lnTo>
                  <a:pt x="9617" y="18677"/>
                </a:lnTo>
                <a:lnTo>
                  <a:pt x="7193" y="17597"/>
                </a:lnTo>
                <a:lnTo>
                  <a:pt x="4031" y="16193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C59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6" name="contour_13894"/>
          <p:cNvSpPr/>
          <p:nvPr/>
        </p:nvSpPr>
        <p:spPr>
          <a:xfrm>
            <a:off x="4405034" y="2652829"/>
            <a:ext cx="2756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134" y="0"/>
                </a:moveTo>
                <a:lnTo>
                  <a:pt x="18510" y="2444"/>
                </a:lnTo>
                <a:lnTo>
                  <a:pt x="19681" y="4703"/>
                </a:lnTo>
                <a:lnTo>
                  <a:pt x="20618" y="6823"/>
                </a:lnTo>
                <a:lnTo>
                  <a:pt x="21269" y="8847"/>
                </a:lnTo>
                <a:lnTo>
                  <a:pt x="21600" y="10825"/>
                </a:lnTo>
                <a:lnTo>
                  <a:pt x="21577" y="12803"/>
                </a:lnTo>
                <a:lnTo>
                  <a:pt x="21155" y="14821"/>
                </a:lnTo>
                <a:lnTo>
                  <a:pt x="20298" y="16931"/>
                </a:lnTo>
                <a:lnTo>
                  <a:pt x="18973" y="19175"/>
                </a:lnTo>
                <a:lnTo>
                  <a:pt x="17134" y="21600"/>
                </a:lnTo>
                <a:lnTo>
                  <a:pt x="13741" y="20989"/>
                </a:lnTo>
                <a:lnTo>
                  <a:pt x="10337" y="20375"/>
                </a:lnTo>
                <a:lnTo>
                  <a:pt x="6922" y="19761"/>
                </a:lnTo>
                <a:lnTo>
                  <a:pt x="3478" y="19141"/>
                </a:lnTo>
                <a:lnTo>
                  <a:pt x="0" y="18514"/>
                </a:lnTo>
                <a:lnTo>
                  <a:pt x="503" y="16632"/>
                </a:lnTo>
                <a:lnTo>
                  <a:pt x="1028" y="14750"/>
                </a:lnTo>
                <a:lnTo>
                  <a:pt x="1576" y="12871"/>
                </a:lnTo>
                <a:lnTo>
                  <a:pt x="2142" y="10991"/>
                </a:lnTo>
                <a:lnTo>
                  <a:pt x="2741" y="8893"/>
                </a:lnTo>
                <a:lnTo>
                  <a:pt x="3347" y="6761"/>
                </a:lnTo>
                <a:lnTo>
                  <a:pt x="4809" y="4604"/>
                </a:lnTo>
                <a:lnTo>
                  <a:pt x="6157" y="3289"/>
                </a:lnTo>
                <a:lnTo>
                  <a:pt x="8179" y="2283"/>
                </a:lnTo>
                <a:lnTo>
                  <a:pt x="11645" y="1049"/>
                </a:lnTo>
                <a:lnTo>
                  <a:pt x="14370" y="528"/>
                </a:lnTo>
                <a:lnTo>
                  <a:pt x="17134" y="0"/>
                </a:lnTo>
                <a:close/>
              </a:path>
            </a:pathLst>
          </a:custGeom>
          <a:solidFill>
            <a:srgbClr val="2B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7" name="contour_13895"/>
          <p:cNvSpPr/>
          <p:nvPr/>
        </p:nvSpPr>
        <p:spPr>
          <a:xfrm>
            <a:off x="2182196" y="2645541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839" y="1804"/>
                </a:lnTo>
                <a:lnTo>
                  <a:pt x="20066" y="3604"/>
                </a:lnTo>
                <a:lnTo>
                  <a:pt x="19278" y="5405"/>
                </a:lnTo>
                <a:lnTo>
                  <a:pt x="18484" y="7204"/>
                </a:lnTo>
                <a:lnTo>
                  <a:pt x="17685" y="9002"/>
                </a:lnTo>
                <a:lnTo>
                  <a:pt x="16875" y="10800"/>
                </a:lnTo>
                <a:lnTo>
                  <a:pt x="16238" y="12350"/>
                </a:lnTo>
                <a:lnTo>
                  <a:pt x="15590" y="13921"/>
                </a:lnTo>
                <a:lnTo>
                  <a:pt x="14893" y="15401"/>
                </a:lnTo>
                <a:lnTo>
                  <a:pt x="14294" y="16540"/>
                </a:lnTo>
                <a:lnTo>
                  <a:pt x="13570" y="17707"/>
                </a:lnTo>
                <a:lnTo>
                  <a:pt x="12479" y="1927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9691"/>
                </a:lnTo>
                <a:lnTo>
                  <a:pt x="0" y="17779"/>
                </a:lnTo>
                <a:lnTo>
                  <a:pt x="0" y="15862"/>
                </a:lnTo>
                <a:lnTo>
                  <a:pt x="0" y="13937"/>
                </a:lnTo>
                <a:lnTo>
                  <a:pt x="0" y="12004"/>
                </a:lnTo>
                <a:lnTo>
                  <a:pt x="0" y="10060"/>
                </a:lnTo>
                <a:lnTo>
                  <a:pt x="0" y="8100"/>
                </a:lnTo>
                <a:lnTo>
                  <a:pt x="3569" y="8100"/>
                </a:lnTo>
                <a:lnTo>
                  <a:pt x="7160" y="8100"/>
                </a:lnTo>
                <a:lnTo>
                  <a:pt x="10800" y="8100"/>
                </a:lnTo>
                <a:lnTo>
                  <a:pt x="10800" y="6496"/>
                </a:lnTo>
                <a:lnTo>
                  <a:pt x="10800" y="4887"/>
                </a:lnTo>
                <a:lnTo>
                  <a:pt x="10800" y="3272"/>
                </a:lnTo>
                <a:lnTo>
                  <a:pt x="10800" y="1644"/>
                </a:lnTo>
                <a:lnTo>
                  <a:pt x="10800" y="0"/>
                </a:lnTo>
                <a:close/>
              </a:path>
            </a:pathLst>
          </a:custGeom>
          <a:solidFill>
            <a:srgbClr val="3836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8" name="contour_13896"/>
          <p:cNvSpPr/>
          <p:nvPr/>
        </p:nvSpPr>
        <p:spPr>
          <a:xfrm>
            <a:off x="3858434" y="2645541"/>
            <a:ext cx="3590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36" y="0"/>
                </a:moveTo>
                <a:lnTo>
                  <a:pt x="19276" y="1410"/>
                </a:lnTo>
                <a:lnTo>
                  <a:pt x="20482" y="2821"/>
                </a:lnTo>
                <a:lnTo>
                  <a:pt x="21223" y="4240"/>
                </a:lnTo>
                <a:lnTo>
                  <a:pt x="21569" y="5672"/>
                </a:lnTo>
                <a:lnTo>
                  <a:pt x="21600" y="7124"/>
                </a:lnTo>
                <a:lnTo>
                  <a:pt x="21390" y="8599"/>
                </a:lnTo>
                <a:lnTo>
                  <a:pt x="20999" y="10104"/>
                </a:lnTo>
                <a:lnTo>
                  <a:pt x="20513" y="11647"/>
                </a:lnTo>
                <a:lnTo>
                  <a:pt x="20000" y="13230"/>
                </a:lnTo>
                <a:lnTo>
                  <a:pt x="19658" y="14440"/>
                </a:lnTo>
                <a:lnTo>
                  <a:pt x="19307" y="15669"/>
                </a:lnTo>
                <a:lnTo>
                  <a:pt x="18878" y="17153"/>
                </a:lnTo>
                <a:lnTo>
                  <a:pt x="18435" y="18634"/>
                </a:lnTo>
                <a:lnTo>
                  <a:pt x="17988" y="20118"/>
                </a:lnTo>
                <a:lnTo>
                  <a:pt x="17536" y="21600"/>
                </a:lnTo>
                <a:lnTo>
                  <a:pt x="15362" y="21600"/>
                </a:lnTo>
                <a:lnTo>
                  <a:pt x="13152" y="21600"/>
                </a:lnTo>
                <a:lnTo>
                  <a:pt x="12670" y="20174"/>
                </a:lnTo>
                <a:lnTo>
                  <a:pt x="12188" y="18747"/>
                </a:lnTo>
                <a:lnTo>
                  <a:pt x="11705" y="17319"/>
                </a:lnTo>
                <a:lnTo>
                  <a:pt x="11219" y="15887"/>
                </a:lnTo>
                <a:lnTo>
                  <a:pt x="10732" y="14450"/>
                </a:lnTo>
                <a:lnTo>
                  <a:pt x="10245" y="13008"/>
                </a:lnTo>
                <a:lnTo>
                  <a:pt x="9754" y="11560"/>
                </a:lnTo>
                <a:lnTo>
                  <a:pt x="9263" y="10104"/>
                </a:lnTo>
                <a:lnTo>
                  <a:pt x="8768" y="8640"/>
                </a:lnTo>
                <a:lnTo>
                  <a:pt x="5870" y="8640"/>
                </a:lnTo>
                <a:lnTo>
                  <a:pt x="2955" y="8640"/>
                </a:lnTo>
                <a:lnTo>
                  <a:pt x="0" y="8640"/>
                </a:lnTo>
                <a:lnTo>
                  <a:pt x="693" y="7098"/>
                </a:lnTo>
                <a:lnTo>
                  <a:pt x="1267" y="5990"/>
                </a:lnTo>
                <a:lnTo>
                  <a:pt x="1933" y="5005"/>
                </a:lnTo>
                <a:lnTo>
                  <a:pt x="2902" y="3832"/>
                </a:lnTo>
                <a:lnTo>
                  <a:pt x="4384" y="2160"/>
                </a:lnTo>
                <a:lnTo>
                  <a:pt x="7777" y="1430"/>
                </a:lnTo>
                <a:lnTo>
                  <a:pt x="10158" y="953"/>
                </a:lnTo>
                <a:lnTo>
                  <a:pt x="12157" y="624"/>
                </a:lnTo>
                <a:lnTo>
                  <a:pt x="14406" y="341"/>
                </a:lnTo>
                <a:lnTo>
                  <a:pt x="17536" y="0"/>
                </a:lnTo>
                <a:close/>
              </a:path>
            </a:pathLst>
          </a:custGeom>
          <a:solidFill>
            <a:srgbClr val="C0C1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899" name="contour_13897"/>
          <p:cNvSpPr/>
          <p:nvPr/>
        </p:nvSpPr>
        <p:spPr>
          <a:xfrm>
            <a:off x="10811178" y="2659403"/>
            <a:ext cx="65592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5" y="0"/>
                </a:moveTo>
                <a:lnTo>
                  <a:pt x="8162" y="37"/>
                </a:lnTo>
                <a:lnTo>
                  <a:pt x="9492" y="74"/>
                </a:lnTo>
                <a:lnTo>
                  <a:pt x="10822" y="127"/>
                </a:lnTo>
                <a:lnTo>
                  <a:pt x="12151" y="184"/>
                </a:lnTo>
                <a:lnTo>
                  <a:pt x="13512" y="221"/>
                </a:lnTo>
                <a:lnTo>
                  <a:pt x="14892" y="258"/>
                </a:lnTo>
                <a:lnTo>
                  <a:pt x="16570" y="311"/>
                </a:lnTo>
                <a:lnTo>
                  <a:pt x="18247" y="374"/>
                </a:lnTo>
                <a:lnTo>
                  <a:pt x="19922" y="443"/>
                </a:lnTo>
                <a:lnTo>
                  <a:pt x="21600" y="517"/>
                </a:lnTo>
                <a:lnTo>
                  <a:pt x="19853" y="4886"/>
                </a:lnTo>
                <a:lnTo>
                  <a:pt x="18590" y="7838"/>
                </a:lnTo>
                <a:lnTo>
                  <a:pt x="17606" y="9688"/>
                </a:lnTo>
                <a:lnTo>
                  <a:pt x="16702" y="10742"/>
                </a:lnTo>
                <a:lnTo>
                  <a:pt x="15672" y="11317"/>
                </a:lnTo>
                <a:lnTo>
                  <a:pt x="14316" y="11717"/>
                </a:lnTo>
                <a:lnTo>
                  <a:pt x="13092" y="11390"/>
                </a:lnTo>
                <a:lnTo>
                  <a:pt x="11851" y="11058"/>
                </a:lnTo>
                <a:lnTo>
                  <a:pt x="10313" y="11058"/>
                </a:lnTo>
                <a:lnTo>
                  <a:pt x="8767" y="11058"/>
                </a:lnTo>
                <a:lnTo>
                  <a:pt x="7200" y="11058"/>
                </a:lnTo>
                <a:lnTo>
                  <a:pt x="6149" y="14189"/>
                </a:lnTo>
                <a:lnTo>
                  <a:pt x="5549" y="16329"/>
                </a:lnTo>
                <a:lnTo>
                  <a:pt x="5174" y="18474"/>
                </a:lnTo>
                <a:lnTo>
                  <a:pt x="4800" y="21600"/>
                </a:lnTo>
                <a:lnTo>
                  <a:pt x="4800" y="18121"/>
                </a:lnTo>
                <a:lnTo>
                  <a:pt x="4800" y="14611"/>
                </a:lnTo>
                <a:lnTo>
                  <a:pt x="4800" y="11058"/>
                </a:lnTo>
                <a:lnTo>
                  <a:pt x="3374" y="9124"/>
                </a:lnTo>
                <a:lnTo>
                  <a:pt x="2400" y="7933"/>
                </a:lnTo>
                <a:lnTo>
                  <a:pt x="1423" y="6984"/>
                </a:lnTo>
                <a:lnTo>
                  <a:pt x="0" y="5787"/>
                </a:lnTo>
                <a:lnTo>
                  <a:pt x="1205" y="3215"/>
                </a:lnTo>
                <a:lnTo>
                  <a:pt x="2165" y="1623"/>
                </a:lnTo>
                <a:lnTo>
                  <a:pt x="3204" y="743"/>
                </a:lnTo>
                <a:lnTo>
                  <a:pt x="4651" y="295"/>
                </a:lnTo>
                <a:lnTo>
                  <a:pt x="6835" y="0"/>
                </a:lnTo>
                <a:close/>
              </a:path>
            </a:pathLst>
          </a:custGeom>
          <a:solidFill>
            <a:srgbClr val="DDD8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0" name="contour_13898"/>
          <p:cNvSpPr/>
          <p:nvPr/>
        </p:nvSpPr>
        <p:spPr>
          <a:xfrm>
            <a:off x="7895982" y="2652829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30" y="389"/>
                </a:lnTo>
                <a:lnTo>
                  <a:pt x="20066" y="896"/>
                </a:lnTo>
                <a:lnTo>
                  <a:pt x="18425" y="1854"/>
                </a:lnTo>
                <a:lnTo>
                  <a:pt x="15429" y="3600"/>
                </a:lnTo>
                <a:lnTo>
                  <a:pt x="14663" y="5497"/>
                </a:lnTo>
                <a:lnTo>
                  <a:pt x="13886" y="7423"/>
                </a:lnTo>
                <a:lnTo>
                  <a:pt x="13120" y="9101"/>
                </a:lnTo>
                <a:lnTo>
                  <a:pt x="12343" y="10800"/>
                </a:lnTo>
                <a:lnTo>
                  <a:pt x="10303" y="10800"/>
                </a:lnTo>
                <a:lnTo>
                  <a:pt x="8251" y="10800"/>
                </a:lnTo>
                <a:lnTo>
                  <a:pt x="6171" y="10800"/>
                </a:lnTo>
                <a:lnTo>
                  <a:pt x="4696" y="13100"/>
                </a:lnTo>
                <a:lnTo>
                  <a:pt x="3629" y="14800"/>
                </a:lnTo>
                <a:lnTo>
                  <a:pt x="2796" y="16200"/>
                </a:lnTo>
                <a:lnTo>
                  <a:pt x="2027" y="17600"/>
                </a:lnTo>
                <a:lnTo>
                  <a:pt x="1154" y="193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EE5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1" name="contour_13899"/>
          <p:cNvSpPr/>
          <p:nvPr/>
        </p:nvSpPr>
        <p:spPr>
          <a:xfrm>
            <a:off x="1737629" y="2652523"/>
            <a:ext cx="51016" cy="289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9"/>
                </a:moveTo>
                <a:lnTo>
                  <a:pt x="21600" y="3827"/>
                </a:lnTo>
                <a:lnTo>
                  <a:pt x="21600" y="7447"/>
                </a:lnTo>
                <a:lnTo>
                  <a:pt x="21600" y="11116"/>
                </a:lnTo>
                <a:lnTo>
                  <a:pt x="19708" y="13260"/>
                </a:lnTo>
                <a:lnTo>
                  <a:pt x="18317" y="14649"/>
                </a:lnTo>
                <a:lnTo>
                  <a:pt x="16734" y="15890"/>
                </a:lnTo>
                <a:lnTo>
                  <a:pt x="14271" y="17583"/>
                </a:lnTo>
                <a:lnTo>
                  <a:pt x="12911" y="18557"/>
                </a:lnTo>
                <a:lnTo>
                  <a:pt x="11537" y="19537"/>
                </a:lnTo>
                <a:lnTo>
                  <a:pt x="10149" y="20533"/>
                </a:lnTo>
                <a:lnTo>
                  <a:pt x="7795" y="21355"/>
                </a:lnTo>
                <a:lnTo>
                  <a:pt x="6221" y="21600"/>
                </a:lnTo>
                <a:lnTo>
                  <a:pt x="4718" y="21235"/>
                </a:lnTo>
                <a:lnTo>
                  <a:pt x="2580" y="20239"/>
                </a:lnTo>
                <a:lnTo>
                  <a:pt x="1299" y="18416"/>
                </a:lnTo>
                <a:lnTo>
                  <a:pt x="0" y="16559"/>
                </a:lnTo>
                <a:lnTo>
                  <a:pt x="0" y="12961"/>
                </a:lnTo>
                <a:lnTo>
                  <a:pt x="0" y="9341"/>
                </a:lnTo>
                <a:lnTo>
                  <a:pt x="0" y="5672"/>
                </a:lnTo>
                <a:lnTo>
                  <a:pt x="2135" y="3974"/>
                </a:lnTo>
                <a:lnTo>
                  <a:pt x="4246" y="2635"/>
                </a:lnTo>
                <a:lnTo>
                  <a:pt x="6350" y="1622"/>
                </a:lnTo>
                <a:lnTo>
                  <a:pt x="8449" y="893"/>
                </a:lnTo>
                <a:lnTo>
                  <a:pt x="10559" y="403"/>
                </a:lnTo>
                <a:lnTo>
                  <a:pt x="12688" y="120"/>
                </a:lnTo>
                <a:lnTo>
                  <a:pt x="14845" y="0"/>
                </a:lnTo>
                <a:lnTo>
                  <a:pt x="17045" y="5"/>
                </a:lnTo>
                <a:lnTo>
                  <a:pt x="19292" y="98"/>
                </a:lnTo>
                <a:lnTo>
                  <a:pt x="21600" y="229"/>
                </a:lnTo>
                <a:close/>
              </a:path>
            </a:pathLst>
          </a:custGeom>
          <a:solidFill>
            <a:srgbClr val="01010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2" name="contour_13900"/>
          <p:cNvSpPr/>
          <p:nvPr/>
        </p:nvSpPr>
        <p:spPr>
          <a:xfrm>
            <a:off x="4230122" y="2645417"/>
            <a:ext cx="58304" cy="292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1"/>
                </a:moveTo>
                <a:lnTo>
                  <a:pt x="21254" y="3931"/>
                </a:lnTo>
                <a:lnTo>
                  <a:pt x="20941" y="6689"/>
                </a:lnTo>
                <a:lnTo>
                  <a:pt x="20531" y="9141"/>
                </a:lnTo>
                <a:lnTo>
                  <a:pt x="19894" y="12061"/>
                </a:lnTo>
                <a:lnTo>
                  <a:pt x="18900" y="16223"/>
                </a:lnTo>
                <a:lnTo>
                  <a:pt x="17118" y="17637"/>
                </a:lnTo>
                <a:lnTo>
                  <a:pt x="15368" y="18745"/>
                </a:lnTo>
                <a:lnTo>
                  <a:pt x="13627" y="19627"/>
                </a:lnTo>
                <a:lnTo>
                  <a:pt x="11853" y="20347"/>
                </a:lnTo>
                <a:lnTo>
                  <a:pt x="10022" y="20982"/>
                </a:lnTo>
                <a:lnTo>
                  <a:pt x="8100" y="21600"/>
                </a:lnTo>
                <a:lnTo>
                  <a:pt x="8100" y="18046"/>
                </a:lnTo>
                <a:lnTo>
                  <a:pt x="8100" y="14470"/>
                </a:lnTo>
                <a:lnTo>
                  <a:pt x="8100" y="10846"/>
                </a:lnTo>
                <a:lnTo>
                  <a:pt x="6091" y="9190"/>
                </a:lnTo>
                <a:lnTo>
                  <a:pt x="4666" y="8082"/>
                </a:lnTo>
                <a:lnTo>
                  <a:pt x="3434" y="7265"/>
                </a:lnTo>
                <a:lnTo>
                  <a:pt x="2009" y="6479"/>
                </a:lnTo>
                <a:lnTo>
                  <a:pt x="0" y="5469"/>
                </a:lnTo>
                <a:lnTo>
                  <a:pt x="1855" y="4452"/>
                </a:lnTo>
                <a:lnTo>
                  <a:pt x="3669" y="3544"/>
                </a:lnTo>
                <a:lnTo>
                  <a:pt x="5449" y="2742"/>
                </a:lnTo>
                <a:lnTo>
                  <a:pt x="7206" y="2049"/>
                </a:lnTo>
                <a:lnTo>
                  <a:pt x="8951" y="1457"/>
                </a:lnTo>
                <a:lnTo>
                  <a:pt x="10689" y="968"/>
                </a:lnTo>
                <a:lnTo>
                  <a:pt x="12436" y="581"/>
                </a:lnTo>
                <a:lnTo>
                  <a:pt x="14199" y="290"/>
                </a:lnTo>
                <a:lnTo>
                  <a:pt x="15987" y="97"/>
                </a:lnTo>
                <a:lnTo>
                  <a:pt x="17809" y="0"/>
                </a:lnTo>
                <a:lnTo>
                  <a:pt x="19678" y="0"/>
                </a:lnTo>
                <a:lnTo>
                  <a:pt x="21600" y="91"/>
                </a:lnTo>
                <a:close/>
              </a:path>
            </a:pathLst>
          </a:custGeom>
          <a:solidFill>
            <a:srgbClr val="BCC1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3" name="contour_13901"/>
          <p:cNvSpPr/>
          <p:nvPr/>
        </p:nvSpPr>
        <p:spPr>
          <a:xfrm>
            <a:off x="1577293" y="2645541"/>
            <a:ext cx="6559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210" y="1747"/>
                </a:lnTo>
                <a:lnTo>
                  <a:pt x="10819" y="3496"/>
                </a:lnTo>
                <a:lnTo>
                  <a:pt x="11429" y="5243"/>
                </a:lnTo>
                <a:lnTo>
                  <a:pt x="12038" y="6992"/>
                </a:lnTo>
                <a:lnTo>
                  <a:pt x="12648" y="8739"/>
                </a:lnTo>
                <a:lnTo>
                  <a:pt x="13241" y="9945"/>
                </a:lnTo>
                <a:lnTo>
                  <a:pt x="13774" y="10967"/>
                </a:lnTo>
                <a:lnTo>
                  <a:pt x="14352" y="11951"/>
                </a:lnTo>
                <a:lnTo>
                  <a:pt x="15082" y="13049"/>
                </a:lnTo>
                <a:lnTo>
                  <a:pt x="16066" y="14413"/>
                </a:lnTo>
                <a:lnTo>
                  <a:pt x="17410" y="16191"/>
                </a:lnTo>
                <a:lnTo>
                  <a:pt x="19219" y="18536"/>
                </a:lnTo>
                <a:lnTo>
                  <a:pt x="21600" y="21600"/>
                </a:lnTo>
                <a:lnTo>
                  <a:pt x="20832" y="21381"/>
                </a:lnTo>
                <a:lnTo>
                  <a:pt x="20129" y="21180"/>
                </a:lnTo>
                <a:lnTo>
                  <a:pt x="19438" y="20983"/>
                </a:lnTo>
                <a:lnTo>
                  <a:pt x="18694" y="20770"/>
                </a:lnTo>
                <a:lnTo>
                  <a:pt x="17842" y="20526"/>
                </a:lnTo>
                <a:lnTo>
                  <a:pt x="16819" y="20233"/>
                </a:lnTo>
                <a:lnTo>
                  <a:pt x="15571" y="19878"/>
                </a:lnTo>
                <a:lnTo>
                  <a:pt x="14035" y="19440"/>
                </a:lnTo>
                <a:lnTo>
                  <a:pt x="12156" y="18900"/>
                </a:lnTo>
                <a:lnTo>
                  <a:pt x="9871" y="18249"/>
                </a:lnTo>
                <a:lnTo>
                  <a:pt x="7123" y="17462"/>
                </a:lnTo>
                <a:lnTo>
                  <a:pt x="3852" y="16530"/>
                </a:lnTo>
                <a:lnTo>
                  <a:pt x="0" y="15429"/>
                </a:lnTo>
                <a:lnTo>
                  <a:pt x="1188" y="14410"/>
                </a:lnTo>
                <a:lnTo>
                  <a:pt x="2378" y="13389"/>
                </a:lnTo>
                <a:lnTo>
                  <a:pt x="3574" y="12364"/>
                </a:lnTo>
                <a:lnTo>
                  <a:pt x="4774" y="11337"/>
                </a:lnTo>
                <a:lnTo>
                  <a:pt x="5981" y="10300"/>
                </a:lnTo>
                <a:lnTo>
                  <a:pt x="7200" y="9257"/>
                </a:lnTo>
                <a:lnTo>
                  <a:pt x="8011" y="6776"/>
                </a:lnTo>
                <a:lnTo>
                  <a:pt x="8542" y="5054"/>
                </a:lnTo>
                <a:lnTo>
                  <a:pt x="8906" y="3647"/>
                </a:lnTo>
                <a:lnTo>
                  <a:pt x="9221" y="2111"/>
                </a:lnTo>
                <a:lnTo>
                  <a:pt x="9600" y="0"/>
                </a:lnTo>
                <a:close/>
              </a:path>
            </a:pathLst>
          </a:custGeom>
          <a:solidFill>
            <a:srgbClr val="1011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4" name="contour_13902"/>
          <p:cNvSpPr/>
          <p:nvPr/>
        </p:nvSpPr>
        <p:spPr>
          <a:xfrm>
            <a:off x="746462" y="2652829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4" y="0"/>
                </a:moveTo>
                <a:lnTo>
                  <a:pt x="9066" y="652"/>
                </a:lnTo>
                <a:lnTo>
                  <a:pt x="12514" y="1175"/>
                </a:lnTo>
                <a:lnTo>
                  <a:pt x="14940" y="1680"/>
                </a:lnTo>
                <a:lnTo>
                  <a:pt x="16805" y="2294"/>
                </a:lnTo>
                <a:lnTo>
                  <a:pt x="18557" y="3132"/>
                </a:lnTo>
                <a:lnTo>
                  <a:pt x="20670" y="4320"/>
                </a:lnTo>
                <a:lnTo>
                  <a:pt x="21302" y="7318"/>
                </a:lnTo>
                <a:lnTo>
                  <a:pt x="21588" y="10122"/>
                </a:lnTo>
                <a:lnTo>
                  <a:pt x="21600" y="12839"/>
                </a:lnTo>
                <a:lnTo>
                  <a:pt x="21402" y="15582"/>
                </a:lnTo>
                <a:lnTo>
                  <a:pt x="21067" y="18468"/>
                </a:lnTo>
                <a:lnTo>
                  <a:pt x="20670" y="21600"/>
                </a:lnTo>
                <a:lnTo>
                  <a:pt x="18111" y="21064"/>
                </a:lnTo>
                <a:lnTo>
                  <a:pt x="15552" y="20529"/>
                </a:lnTo>
                <a:lnTo>
                  <a:pt x="12985" y="19993"/>
                </a:lnTo>
                <a:lnTo>
                  <a:pt x="10413" y="19457"/>
                </a:lnTo>
                <a:lnTo>
                  <a:pt x="7830" y="18917"/>
                </a:lnTo>
                <a:lnTo>
                  <a:pt x="5234" y="18373"/>
                </a:lnTo>
                <a:lnTo>
                  <a:pt x="2625" y="17829"/>
                </a:lnTo>
                <a:lnTo>
                  <a:pt x="0" y="17280"/>
                </a:lnTo>
                <a:lnTo>
                  <a:pt x="682" y="14429"/>
                </a:lnTo>
                <a:lnTo>
                  <a:pt x="1364" y="11573"/>
                </a:lnTo>
                <a:lnTo>
                  <a:pt x="2050" y="8705"/>
                </a:lnTo>
                <a:lnTo>
                  <a:pt x="2741" y="5823"/>
                </a:lnTo>
                <a:lnTo>
                  <a:pt x="3435" y="2925"/>
                </a:lnTo>
                <a:lnTo>
                  <a:pt x="4134" y="0"/>
                </a:lnTo>
                <a:close/>
              </a:path>
            </a:pathLst>
          </a:custGeom>
          <a:solidFill>
            <a:srgbClr val="1314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5" name="contour_13903"/>
          <p:cNvSpPr/>
          <p:nvPr/>
        </p:nvSpPr>
        <p:spPr>
          <a:xfrm>
            <a:off x="2240500" y="263825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285" y="21211"/>
                </a:lnTo>
                <a:lnTo>
                  <a:pt x="16999" y="20779"/>
                </a:lnTo>
                <a:lnTo>
                  <a:pt x="14731" y="20288"/>
                </a:lnTo>
                <a:lnTo>
                  <a:pt x="12481" y="19710"/>
                </a:lnTo>
                <a:lnTo>
                  <a:pt x="10249" y="19035"/>
                </a:lnTo>
                <a:lnTo>
                  <a:pt x="8024" y="18236"/>
                </a:lnTo>
                <a:lnTo>
                  <a:pt x="5810" y="17296"/>
                </a:lnTo>
                <a:lnTo>
                  <a:pt x="3600" y="16200"/>
                </a:lnTo>
                <a:lnTo>
                  <a:pt x="2167" y="12020"/>
                </a:lnTo>
                <a:lnTo>
                  <a:pt x="1264" y="9088"/>
                </a:lnTo>
                <a:lnTo>
                  <a:pt x="716" y="6626"/>
                </a:lnTo>
                <a:lnTo>
                  <a:pt x="3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C3B2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6" name="contour_13904"/>
          <p:cNvSpPr/>
          <p:nvPr/>
        </p:nvSpPr>
        <p:spPr>
          <a:xfrm>
            <a:off x="7159894" y="2629026"/>
            <a:ext cx="51016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56"/>
                </a:lnTo>
                <a:lnTo>
                  <a:pt x="11485" y="152"/>
                </a:lnTo>
                <a:lnTo>
                  <a:pt x="13506" y="294"/>
                </a:lnTo>
                <a:lnTo>
                  <a:pt x="15527" y="481"/>
                </a:lnTo>
                <a:lnTo>
                  <a:pt x="17548" y="719"/>
                </a:lnTo>
                <a:lnTo>
                  <a:pt x="19570" y="1008"/>
                </a:lnTo>
                <a:lnTo>
                  <a:pt x="21600" y="1347"/>
                </a:lnTo>
                <a:lnTo>
                  <a:pt x="21390" y="4962"/>
                </a:lnTo>
                <a:lnTo>
                  <a:pt x="21125" y="7559"/>
                </a:lnTo>
                <a:lnTo>
                  <a:pt x="20656" y="9868"/>
                </a:lnTo>
                <a:lnTo>
                  <a:pt x="19835" y="12618"/>
                </a:lnTo>
                <a:lnTo>
                  <a:pt x="18514" y="16537"/>
                </a:lnTo>
                <a:lnTo>
                  <a:pt x="16484" y="17473"/>
                </a:lnTo>
                <a:lnTo>
                  <a:pt x="14450" y="18284"/>
                </a:lnTo>
                <a:lnTo>
                  <a:pt x="12414" y="18982"/>
                </a:lnTo>
                <a:lnTo>
                  <a:pt x="10368" y="19580"/>
                </a:lnTo>
                <a:lnTo>
                  <a:pt x="8316" y="20101"/>
                </a:lnTo>
                <a:lnTo>
                  <a:pt x="6255" y="20547"/>
                </a:lnTo>
                <a:lnTo>
                  <a:pt x="4184" y="20937"/>
                </a:lnTo>
                <a:lnTo>
                  <a:pt x="2101" y="21286"/>
                </a:lnTo>
                <a:lnTo>
                  <a:pt x="0" y="21600"/>
                </a:lnTo>
                <a:lnTo>
                  <a:pt x="62" y="14441"/>
                </a:lnTo>
                <a:lnTo>
                  <a:pt x="238" y="9266"/>
                </a:lnTo>
                <a:lnTo>
                  <a:pt x="660" y="5701"/>
                </a:lnTo>
                <a:lnTo>
                  <a:pt x="1463" y="3372"/>
                </a:lnTo>
                <a:lnTo>
                  <a:pt x="2768" y="1899"/>
                </a:lnTo>
                <a:lnTo>
                  <a:pt x="4706" y="901"/>
                </a:lnTo>
                <a:lnTo>
                  <a:pt x="7412" y="0"/>
                </a:lnTo>
                <a:close/>
              </a:path>
            </a:pathLst>
          </a:custGeom>
          <a:solidFill>
            <a:srgbClr val="8386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7" name="contour_13905"/>
          <p:cNvSpPr/>
          <p:nvPr/>
        </p:nvSpPr>
        <p:spPr>
          <a:xfrm>
            <a:off x="10090797" y="2594525"/>
            <a:ext cx="2808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7" y="0"/>
                </a:moveTo>
                <a:lnTo>
                  <a:pt x="9900" y="1687"/>
                </a:lnTo>
                <a:lnTo>
                  <a:pt x="13494" y="2914"/>
                </a:lnTo>
                <a:lnTo>
                  <a:pt x="15994" y="3876"/>
                </a:lnTo>
                <a:lnTo>
                  <a:pt x="17855" y="4781"/>
                </a:lnTo>
                <a:lnTo>
                  <a:pt x="19554" y="5820"/>
                </a:lnTo>
                <a:lnTo>
                  <a:pt x="21555" y="7200"/>
                </a:lnTo>
                <a:lnTo>
                  <a:pt x="21600" y="8794"/>
                </a:lnTo>
                <a:lnTo>
                  <a:pt x="21449" y="10346"/>
                </a:lnTo>
                <a:lnTo>
                  <a:pt x="21090" y="11863"/>
                </a:lnTo>
                <a:lnTo>
                  <a:pt x="20524" y="13356"/>
                </a:lnTo>
                <a:lnTo>
                  <a:pt x="19733" y="14827"/>
                </a:lnTo>
                <a:lnTo>
                  <a:pt x="18713" y="16289"/>
                </a:lnTo>
                <a:lnTo>
                  <a:pt x="17457" y="17743"/>
                </a:lnTo>
                <a:lnTo>
                  <a:pt x="15949" y="19200"/>
                </a:lnTo>
                <a:lnTo>
                  <a:pt x="12462" y="20112"/>
                </a:lnTo>
                <a:lnTo>
                  <a:pt x="10130" y="20666"/>
                </a:lnTo>
                <a:lnTo>
                  <a:pt x="7904" y="21086"/>
                </a:lnTo>
                <a:lnTo>
                  <a:pt x="4737" y="21600"/>
                </a:lnTo>
                <a:lnTo>
                  <a:pt x="3005" y="19930"/>
                </a:lnTo>
                <a:lnTo>
                  <a:pt x="1704" y="18274"/>
                </a:lnTo>
                <a:lnTo>
                  <a:pt x="796" y="16632"/>
                </a:lnTo>
                <a:lnTo>
                  <a:pt x="241" y="14998"/>
                </a:lnTo>
                <a:lnTo>
                  <a:pt x="0" y="13366"/>
                </a:lnTo>
                <a:lnTo>
                  <a:pt x="39" y="11736"/>
                </a:lnTo>
                <a:lnTo>
                  <a:pt x="314" y="10102"/>
                </a:lnTo>
                <a:lnTo>
                  <a:pt x="785" y="8460"/>
                </a:lnTo>
                <a:lnTo>
                  <a:pt x="1413" y="6806"/>
                </a:lnTo>
                <a:lnTo>
                  <a:pt x="2164" y="5136"/>
                </a:lnTo>
                <a:lnTo>
                  <a:pt x="2994" y="3449"/>
                </a:lnTo>
                <a:lnTo>
                  <a:pt x="3863" y="1738"/>
                </a:lnTo>
                <a:lnTo>
                  <a:pt x="4737" y="0"/>
                </a:lnTo>
                <a:close/>
              </a:path>
            </a:pathLst>
          </a:custGeom>
          <a:solidFill>
            <a:srgbClr val="CFD9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8" name="contour_13906"/>
          <p:cNvSpPr/>
          <p:nvPr/>
        </p:nvSpPr>
        <p:spPr>
          <a:xfrm>
            <a:off x="7050574" y="2607891"/>
            <a:ext cx="43728" cy="376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694"/>
                </a:moveTo>
                <a:lnTo>
                  <a:pt x="6228" y="280"/>
                </a:lnTo>
                <a:lnTo>
                  <a:pt x="8780" y="59"/>
                </a:lnTo>
                <a:lnTo>
                  <a:pt x="11293" y="0"/>
                </a:lnTo>
                <a:lnTo>
                  <a:pt x="13799" y="71"/>
                </a:lnTo>
                <a:lnTo>
                  <a:pt x="16330" y="230"/>
                </a:lnTo>
                <a:lnTo>
                  <a:pt x="18918" y="452"/>
                </a:lnTo>
                <a:lnTo>
                  <a:pt x="21600" y="694"/>
                </a:lnTo>
                <a:lnTo>
                  <a:pt x="21056" y="1744"/>
                </a:lnTo>
                <a:lnTo>
                  <a:pt x="20556" y="2714"/>
                </a:lnTo>
                <a:lnTo>
                  <a:pt x="20012" y="3767"/>
                </a:lnTo>
                <a:lnTo>
                  <a:pt x="19332" y="5084"/>
                </a:lnTo>
                <a:lnTo>
                  <a:pt x="18428" y="6832"/>
                </a:lnTo>
                <a:lnTo>
                  <a:pt x="17212" y="9186"/>
                </a:lnTo>
                <a:lnTo>
                  <a:pt x="15595" y="12318"/>
                </a:lnTo>
                <a:lnTo>
                  <a:pt x="13486" y="16399"/>
                </a:lnTo>
                <a:lnTo>
                  <a:pt x="10800" y="21600"/>
                </a:lnTo>
                <a:lnTo>
                  <a:pt x="9907" y="19530"/>
                </a:lnTo>
                <a:lnTo>
                  <a:pt x="9014" y="17448"/>
                </a:lnTo>
                <a:lnTo>
                  <a:pt x="8111" y="15357"/>
                </a:lnTo>
                <a:lnTo>
                  <a:pt x="7200" y="13238"/>
                </a:lnTo>
                <a:lnTo>
                  <a:pt x="4820" y="13238"/>
                </a:lnTo>
                <a:lnTo>
                  <a:pt x="2426" y="13238"/>
                </a:lnTo>
                <a:lnTo>
                  <a:pt x="0" y="13238"/>
                </a:lnTo>
                <a:lnTo>
                  <a:pt x="353" y="10127"/>
                </a:lnTo>
                <a:lnTo>
                  <a:pt x="716" y="7919"/>
                </a:lnTo>
                <a:lnTo>
                  <a:pt x="1264" y="6013"/>
                </a:lnTo>
                <a:lnTo>
                  <a:pt x="2167" y="3805"/>
                </a:lnTo>
                <a:lnTo>
                  <a:pt x="3600" y="694"/>
                </a:lnTo>
                <a:close/>
              </a:path>
            </a:pathLst>
          </a:custGeom>
          <a:solidFill>
            <a:srgbClr val="3333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09" name="contour_13907"/>
          <p:cNvSpPr/>
          <p:nvPr/>
        </p:nvSpPr>
        <p:spPr>
          <a:xfrm>
            <a:off x="2451852" y="2614705"/>
            <a:ext cx="58384" cy="308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9"/>
                </a:moveTo>
                <a:lnTo>
                  <a:pt x="1909" y="847"/>
                </a:lnTo>
                <a:lnTo>
                  <a:pt x="3807" y="551"/>
                </a:lnTo>
                <a:lnTo>
                  <a:pt x="5695" y="306"/>
                </a:lnTo>
                <a:lnTo>
                  <a:pt x="7574" y="123"/>
                </a:lnTo>
                <a:lnTo>
                  <a:pt x="9451" y="15"/>
                </a:lnTo>
                <a:lnTo>
                  <a:pt x="11324" y="0"/>
                </a:lnTo>
                <a:lnTo>
                  <a:pt x="13201" y="97"/>
                </a:lnTo>
                <a:lnTo>
                  <a:pt x="15083" y="317"/>
                </a:lnTo>
                <a:lnTo>
                  <a:pt x="16973" y="669"/>
                </a:lnTo>
                <a:lnTo>
                  <a:pt x="18874" y="1179"/>
                </a:lnTo>
                <a:lnTo>
                  <a:pt x="19998" y="4380"/>
                </a:lnTo>
                <a:lnTo>
                  <a:pt x="20772" y="7566"/>
                </a:lnTo>
                <a:lnTo>
                  <a:pt x="21260" y="10808"/>
                </a:lnTo>
                <a:lnTo>
                  <a:pt x="21516" y="14177"/>
                </a:lnTo>
                <a:lnTo>
                  <a:pt x="21600" y="17751"/>
                </a:lnTo>
                <a:lnTo>
                  <a:pt x="21570" y="21600"/>
                </a:lnTo>
                <a:lnTo>
                  <a:pt x="19769" y="20998"/>
                </a:lnTo>
                <a:lnTo>
                  <a:pt x="17971" y="20359"/>
                </a:lnTo>
                <a:lnTo>
                  <a:pt x="16178" y="19686"/>
                </a:lnTo>
                <a:lnTo>
                  <a:pt x="14673" y="19150"/>
                </a:lnTo>
                <a:lnTo>
                  <a:pt x="13144" y="18608"/>
                </a:lnTo>
                <a:lnTo>
                  <a:pt x="11974" y="17562"/>
                </a:lnTo>
                <a:lnTo>
                  <a:pt x="10785" y="16495"/>
                </a:lnTo>
                <a:lnTo>
                  <a:pt x="10785" y="13120"/>
                </a:lnTo>
                <a:lnTo>
                  <a:pt x="10785" y="9725"/>
                </a:lnTo>
                <a:lnTo>
                  <a:pt x="10785" y="6284"/>
                </a:lnTo>
                <a:lnTo>
                  <a:pt x="9014" y="4758"/>
                </a:lnTo>
                <a:lnTo>
                  <a:pt x="7614" y="3931"/>
                </a:lnTo>
                <a:lnTo>
                  <a:pt x="5393" y="3094"/>
                </a:lnTo>
                <a:lnTo>
                  <a:pt x="3888" y="2517"/>
                </a:lnTo>
                <a:lnTo>
                  <a:pt x="2359" y="1935"/>
                </a:lnTo>
                <a:lnTo>
                  <a:pt x="1189" y="1557"/>
                </a:lnTo>
                <a:lnTo>
                  <a:pt x="0" y="1179"/>
                </a:lnTo>
                <a:close/>
              </a:path>
            </a:pathLst>
          </a:custGeom>
          <a:solidFill>
            <a:srgbClr val="6161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0" name="contour_13908"/>
          <p:cNvSpPr/>
          <p:nvPr/>
        </p:nvSpPr>
        <p:spPr>
          <a:xfrm>
            <a:off x="4937057" y="2578295"/>
            <a:ext cx="43728" cy="380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938"/>
                </a:moveTo>
                <a:lnTo>
                  <a:pt x="6257" y="380"/>
                </a:lnTo>
                <a:lnTo>
                  <a:pt x="8798" y="83"/>
                </a:lnTo>
                <a:lnTo>
                  <a:pt x="11279" y="0"/>
                </a:lnTo>
                <a:lnTo>
                  <a:pt x="13745" y="91"/>
                </a:lnTo>
                <a:lnTo>
                  <a:pt x="16254" y="310"/>
                </a:lnTo>
                <a:lnTo>
                  <a:pt x="18857" y="607"/>
                </a:lnTo>
                <a:lnTo>
                  <a:pt x="21600" y="938"/>
                </a:lnTo>
                <a:lnTo>
                  <a:pt x="20707" y="3496"/>
                </a:lnTo>
                <a:lnTo>
                  <a:pt x="19818" y="6054"/>
                </a:lnTo>
                <a:lnTo>
                  <a:pt x="18922" y="8620"/>
                </a:lnTo>
                <a:lnTo>
                  <a:pt x="18029" y="11191"/>
                </a:lnTo>
                <a:lnTo>
                  <a:pt x="17129" y="13773"/>
                </a:lnTo>
                <a:lnTo>
                  <a:pt x="16225" y="16368"/>
                </a:lnTo>
                <a:lnTo>
                  <a:pt x="15314" y="18976"/>
                </a:lnTo>
                <a:lnTo>
                  <a:pt x="14400" y="21600"/>
                </a:lnTo>
                <a:lnTo>
                  <a:pt x="12024" y="20918"/>
                </a:lnTo>
                <a:lnTo>
                  <a:pt x="9644" y="20236"/>
                </a:lnTo>
                <a:lnTo>
                  <a:pt x="7254" y="19550"/>
                </a:lnTo>
                <a:lnTo>
                  <a:pt x="4853" y="18860"/>
                </a:lnTo>
                <a:lnTo>
                  <a:pt x="2437" y="18166"/>
                </a:lnTo>
                <a:lnTo>
                  <a:pt x="0" y="17468"/>
                </a:lnTo>
                <a:lnTo>
                  <a:pt x="414" y="12538"/>
                </a:lnTo>
                <a:lnTo>
                  <a:pt x="767" y="9091"/>
                </a:lnTo>
                <a:lnTo>
                  <a:pt x="1163" y="6666"/>
                </a:lnTo>
                <a:lnTo>
                  <a:pt x="1699" y="4802"/>
                </a:lnTo>
                <a:lnTo>
                  <a:pt x="2480" y="3050"/>
                </a:lnTo>
                <a:lnTo>
                  <a:pt x="3600" y="938"/>
                </a:lnTo>
                <a:close/>
              </a:path>
            </a:pathLst>
          </a:custGeom>
          <a:solidFill>
            <a:srgbClr val="7879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1" name="contour_13909"/>
          <p:cNvSpPr/>
          <p:nvPr/>
        </p:nvSpPr>
        <p:spPr>
          <a:xfrm>
            <a:off x="4485201" y="2572661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4" y="0"/>
                </a:moveTo>
                <a:lnTo>
                  <a:pt x="7061" y="302"/>
                </a:lnTo>
                <a:lnTo>
                  <a:pt x="9893" y="696"/>
                </a:lnTo>
                <a:lnTo>
                  <a:pt x="12654" y="1231"/>
                </a:lnTo>
                <a:lnTo>
                  <a:pt x="15358" y="1974"/>
                </a:lnTo>
                <a:lnTo>
                  <a:pt x="18020" y="2985"/>
                </a:lnTo>
                <a:lnTo>
                  <a:pt x="20670" y="4320"/>
                </a:lnTo>
                <a:lnTo>
                  <a:pt x="21302" y="7318"/>
                </a:lnTo>
                <a:lnTo>
                  <a:pt x="21588" y="10122"/>
                </a:lnTo>
                <a:lnTo>
                  <a:pt x="21600" y="12839"/>
                </a:lnTo>
                <a:lnTo>
                  <a:pt x="21402" y="15582"/>
                </a:lnTo>
                <a:lnTo>
                  <a:pt x="21067" y="18468"/>
                </a:lnTo>
                <a:lnTo>
                  <a:pt x="20670" y="21600"/>
                </a:lnTo>
                <a:lnTo>
                  <a:pt x="19512" y="21116"/>
                </a:lnTo>
                <a:lnTo>
                  <a:pt x="18429" y="20663"/>
                </a:lnTo>
                <a:lnTo>
                  <a:pt x="17181" y="20144"/>
                </a:lnTo>
                <a:lnTo>
                  <a:pt x="15527" y="19449"/>
                </a:lnTo>
                <a:lnTo>
                  <a:pt x="13225" y="18490"/>
                </a:lnTo>
                <a:lnTo>
                  <a:pt x="10033" y="17155"/>
                </a:lnTo>
                <a:lnTo>
                  <a:pt x="5705" y="15345"/>
                </a:lnTo>
                <a:lnTo>
                  <a:pt x="0" y="12960"/>
                </a:lnTo>
                <a:lnTo>
                  <a:pt x="819" y="10394"/>
                </a:lnTo>
                <a:lnTo>
                  <a:pt x="1641" y="7819"/>
                </a:lnTo>
                <a:lnTo>
                  <a:pt x="2464" y="5236"/>
                </a:lnTo>
                <a:lnTo>
                  <a:pt x="3295" y="2631"/>
                </a:lnTo>
                <a:lnTo>
                  <a:pt x="4134" y="0"/>
                </a:lnTo>
                <a:close/>
              </a:path>
            </a:pathLst>
          </a:custGeom>
          <a:solidFill>
            <a:srgbClr val="3335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2" name="contour_13910"/>
          <p:cNvSpPr/>
          <p:nvPr/>
        </p:nvSpPr>
        <p:spPr>
          <a:xfrm>
            <a:off x="11248458" y="2572661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56" y="173"/>
                </a:lnTo>
                <a:lnTo>
                  <a:pt x="1463" y="333"/>
                </a:lnTo>
                <a:lnTo>
                  <a:pt x="2279" y="521"/>
                </a:lnTo>
                <a:lnTo>
                  <a:pt x="3359" y="768"/>
                </a:lnTo>
                <a:lnTo>
                  <a:pt x="4863" y="1111"/>
                </a:lnTo>
                <a:lnTo>
                  <a:pt x="6947" y="1589"/>
                </a:lnTo>
                <a:lnTo>
                  <a:pt x="9774" y="2234"/>
                </a:lnTo>
                <a:lnTo>
                  <a:pt x="13500" y="3086"/>
                </a:lnTo>
                <a:lnTo>
                  <a:pt x="12965" y="4919"/>
                </a:lnTo>
                <a:lnTo>
                  <a:pt x="12428" y="6758"/>
                </a:lnTo>
                <a:lnTo>
                  <a:pt x="11891" y="8603"/>
                </a:lnTo>
                <a:lnTo>
                  <a:pt x="11348" y="10464"/>
                </a:lnTo>
                <a:lnTo>
                  <a:pt x="10800" y="12343"/>
                </a:lnTo>
                <a:lnTo>
                  <a:pt x="12582" y="12852"/>
                </a:lnTo>
                <a:lnTo>
                  <a:pt x="14367" y="13361"/>
                </a:lnTo>
                <a:lnTo>
                  <a:pt x="16159" y="13873"/>
                </a:lnTo>
                <a:lnTo>
                  <a:pt x="17960" y="14389"/>
                </a:lnTo>
                <a:lnTo>
                  <a:pt x="19772" y="14907"/>
                </a:lnTo>
                <a:lnTo>
                  <a:pt x="21600" y="15429"/>
                </a:lnTo>
                <a:lnTo>
                  <a:pt x="20182" y="15321"/>
                </a:lnTo>
                <a:lnTo>
                  <a:pt x="18741" y="15213"/>
                </a:lnTo>
                <a:lnTo>
                  <a:pt x="16894" y="15129"/>
                </a:lnTo>
                <a:lnTo>
                  <a:pt x="15017" y="15043"/>
                </a:lnTo>
                <a:lnTo>
                  <a:pt x="14097" y="14987"/>
                </a:lnTo>
                <a:lnTo>
                  <a:pt x="11316" y="14827"/>
                </a:lnTo>
                <a:lnTo>
                  <a:pt x="9720" y="15126"/>
                </a:lnTo>
                <a:lnTo>
                  <a:pt x="8100" y="15429"/>
                </a:lnTo>
                <a:lnTo>
                  <a:pt x="7055" y="17274"/>
                </a:lnTo>
                <a:lnTo>
                  <a:pt x="6426" y="18533"/>
                </a:lnTo>
                <a:lnTo>
                  <a:pt x="5959" y="19783"/>
                </a:lnTo>
                <a:lnTo>
                  <a:pt x="5400" y="21600"/>
                </a:lnTo>
                <a:lnTo>
                  <a:pt x="5449" y="20813"/>
                </a:lnTo>
                <a:lnTo>
                  <a:pt x="5589" y="18443"/>
                </a:lnTo>
                <a:lnTo>
                  <a:pt x="5716" y="14676"/>
                </a:lnTo>
                <a:lnTo>
                  <a:pt x="5773" y="11784"/>
                </a:lnTo>
                <a:lnTo>
                  <a:pt x="5721" y="9578"/>
                </a:lnTo>
                <a:lnTo>
                  <a:pt x="5532" y="7865"/>
                </a:lnTo>
                <a:lnTo>
                  <a:pt x="5168" y="6455"/>
                </a:lnTo>
                <a:lnTo>
                  <a:pt x="4598" y="5156"/>
                </a:lnTo>
                <a:lnTo>
                  <a:pt x="3785" y="3774"/>
                </a:lnTo>
                <a:lnTo>
                  <a:pt x="2700" y="2123"/>
                </a:lnTo>
                <a:lnTo>
                  <a:pt x="1361" y="1071"/>
                </a:lnTo>
                <a:lnTo>
                  <a:pt x="0" y="0"/>
                </a:lnTo>
                <a:close/>
              </a:path>
            </a:pathLst>
          </a:custGeom>
          <a:solidFill>
            <a:srgbClr val="797A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3" name="contour_13911"/>
          <p:cNvSpPr/>
          <p:nvPr/>
        </p:nvSpPr>
        <p:spPr>
          <a:xfrm>
            <a:off x="4572657" y="2573718"/>
            <a:ext cx="44712" cy="293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5" y="4585"/>
                </a:moveTo>
                <a:lnTo>
                  <a:pt x="21442" y="8735"/>
                </a:lnTo>
                <a:lnTo>
                  <a:pt x="21600" y="11647"/>
                </a:lnTo>
                <a:lnTo>
                  <a:pt x="21600" y="14093"/>
                </a:lnTo>
                <a:lnTo>
                  <a:pt x="21442" y="16843"/>
                </a:lnTo>
                <a:lnTo>
                  <a:pt x="21125" y="20672"/>
                </a:lnTo>
                <a:lnTo>
                  <a:pt x="18579" y="21037"/>
                </a:lnTo>
                <a:lnTo>
                  <a:pt x="16062" y="21337"/>
                </a:lnTo>
                <a:lnTo>
                  <a:pt x="13559" y="21536"/>
                </a:lnTo>
                <a:lnTo>
                  <a:pt x="11062" y="21600"/>
                </a:lnTo>
                <a:lnTo>
                  <a:pt x="8563" y="21498"/>
                </a:lnTo>
                <a:lnTo>
                  <a:pt x="6052" y="21203"/>
                </a:lnTo>
                <a:lnTo>
                  <a:pt x="3521" y="20672"/>
                </a:lnTo>
                <a:lnTo>
                  <a:pt x="2120" y="16683"/>
                </a:lnTo>
                <a:lnTo>
                  <a:pt x="1236" y="13851"/>
                </a:lnTo>
                <a:lnTo>
                  <a:pt x="701" y="11406"/>
                </a:lnTo>
                <a:lnTo>
                  <a:pt x="345" y="8575"/>
                </a:lnTo>
                <a:lnTo>
                  <a:pt x="0" y="4585"/>
                </a:lnTo>
                <a:lnTo>
                  <a:pt x="2609" y="2960"/>
                </a:lnTo>
                <a:lnTo>
                  <a:pt x="5038" y="1646"/>
                </a:lnTo>
                <a:lnTo>
                  <a:pt x="7337" y="692"/>
                </a:lnTo>
                <a:lnTo>
                  <a:pt x="9555" y="129"/>
                </a:lnTo>
                <a:lnTo>
                  <a:pt x="11738" y="0"/>
                </a:lnTo>
                <a:lnTo>
                  <a:pt x="13939" y="343"/>
                </a:lnTo>
                <a:lnTo>
                  <a:pt x="16206" y="1196"/>
                </a:lnTo>
                <a:lnTo>
                  <a:pt x="18583" y="2595"/>
                </a:lnTo>
                <a:lnTo>
                  <a:pt x="21125" y="4585"/>
                </a:lnTo>
                <a:close/>
              </a:path>
            </a:pathLst>
          </a:custGeom>
          <a:solidFill>
            <a:srgbClr val="2F32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4" name="contour_13912"/>
          <p:cNvSpPr/>
          <p:nvPr/>
        </p:nvSpPr>
        <p:spPr>
          <a:xfrm>
            <a:off x="7283790" y="2550797"/>
            <a:ext cx="3644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384" y="2667"/>
                </a:lnTo>
                <a:lnTo>
                  <a:pt x="21129" y="5285"/>
                </a:lnTo>
                <a:lnTo>
                  <a:pt x="20805" y="7866"/>
                </a:lnTo>
                <a:lnTo>
                  <a:pt x="20390" y="10418"/>
                </a:lnTo>
                <a:lnTo>
                  <a:pt x="19855" y="12942"/>
                </a:lnTo>
                <a:lnTo>
                  <a:pt x="19176" y="15445"/>
                </a:lnTo>
                <a:lnTo>
                  <a:pt x="18325" y="17937"/>
                </a:lnTo>
                <a:lnTo>
                  <a:pt x="17280" y="20420"/>
                </a:lnTo>
                <a:lnTo>
                  <a:pt x="14252" y="21220"/>
                </a:lnTo>
                <a:lnTo>
                  <a:pt x="11478" y="21584"/>
                </a:lnTo>
                <a:lnTo>
                  <a:pt x="8813" y="21600"/>
                </a:lnTo>
                <a:lnTo>
                  <a:pt x="6108" y="21351"/>
                </a:lnTo>
                <a:lnTo>
                  <a:pt x="3218" y="20930"/>
                </a:lnTo>
                <a:lnTo>
                  <a:pt x="0" y="20420"/>
                </a:lnTo>
                <a:lnTo>
                  <a:pt x="1007" y="18439"/>
                </a:lnTo>
                <a:lnTo>
                  <a:pt x="2017" y="16458"/>
                </a:lnTo>
                <a:lnTo>
                  <a:pt x="3033" y="14482"/>
                </a:lnTo>
                <a:lnTo>
                  <a:pt x="4052" y="12505"/>
                </a:lnTo>
                <a:lnTo>
                  <a:pt x="5184" y="10300"/>
                </a:lnTo>
                <a:lnTo>
                  <a:pt x="6329" y="8058"/>
                </a:lnTo>
                <a:lnTo>
                  <a:pt x="7733" y="5697"/>
                </a:lnTo>
                <a:lnTo>
                  <a:pt x="8891" y="4072"/>
                </a:lnTo>
                <a:lnTo>
                  <a:pt x="10428" y="2422"/>
                </a:lnTo>
                <a:lnTo>
                  <a:pt x="12960" y="0"/>
                </a:lnTo>
                <a:close/>
              </a:path>
            </a:pathLst>
          </a:custGeom>
          <a:solidFill>
            <a:srgbClr val="E1E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5" name="contour_13913"/>
          <p:cNvSpPr/>
          <p:nvPr/>
        </p:nvSpPr>
        <p:spPr>
          <a:xfrm>
            <a:off x="4798585" y="2536221"/>
            <a:ext cx="3813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11" y="0"/>
                </a:moveTo>
                <a:lnTo>
                  <a:pt x="18558" y="0"/>
                </a:lnTo>
                <a:lnTo>
                  <a:pt x="20638" y="0"/>
                </a:lnTo>
                <a:lnTo>
                  <a:pt x="21018" y="2621"/>
                </a:lnTo>
                <a:lnTo>
                  <a:pt x="21328" y="5202"/>
                </a:lnTo>
                <a:lnTo>
                  <a:pt x="21530" y="7751"/>
                </a:lnTo>
                <a:lnTo>
                  <a:pt x="21600" y="10292"/>
                </a:lnTo>
                <a:lnTo>
                  <a:pt x="21493" y="12838"/>
                </a:lnTo>
                <a:lnTo>
                  <a:pt x="21187" y="15401"/>
                </a:lnTo>
                <a:lnTo>
                  <a:pt x="20638" y="18000"/>
                </a:lnTo>
                <a:lnTo>
                  <a:pt x="18013" y="19242"/>
                </a:lnTo>
                <a:lnTo>
                  <a:pt x="15380" y="20146"/>
                </a:lnTo>
                <a:lnTo>
                  <a:pt x="12705" y="20772"/>
                </a:lnTo>
                <a:lnTo>
                  <a:pt x="9960" y="21186"/>
                </a:lnTo>
                <a:lnTo>
                  <a:pt x="7112" y="21442"/>
                </a:lnTo>
                <a:lnTo>
                  <a:pt x="4128" y="21600"/>
                </a:lnTo>
                <a:lnTo>
                  <a:pt x="3310" y="19462"/>
                </a:lnTo>
                <a:lnTo>
                  <a:pt x="2489" y="17316"/>
                </a:lnTo>
                <a:lnTo>
                  <a:pt x="1668" y="15163"/>
                </a:lnTo>
                <a:lnTo>
                  <a:pt x="838" y="12992"/>
                </a:lnTo>
                <a:lnTo>
                  <a:pt x="0" y="10800"/>
                </a:lnTo>
                <a:lnTo>
                  <a:pt x="1791" y="10534"/>
                </a:lnTo>
                <a:lnTo>
                  <a:pt x="3612" y="10267"/>
                </a:lnTo>
                <a:lnTo>
                  <a:pt x="4767" y="10062"/>
                </a:lnTo>
                <a:lnTo>
                  <a:pt x="8255" y="9450"/>
                </a:lnTo>
                <a:lnTo>
                  <a:pt x="10559" y="9072"/>
                </a:lnTo>
                <a:lnTo>
                  <a:pt x="12899" y="8690"/>
                </a:lnTo>
                <a:lnTo>
                  <a:pt x="14690" y="7952"/>
                </a:lnTo>
                <a:lnTo>
                  <a:pt x="16511" y="7200"/>
                </a:lnTo>
                <a:lnTo>
                  <a:pt x="16511" y="4820"/>
                </a:lnTo>
                <a:lnTo>
                  <a:pt x="16511" y="2426"/>
                </a:lnTo>
                <a:lnTo>
                  <a:pt x="16511" y="0"/>
                </a:lnTo>
                <a:close/>
              </a:path>
            </a:pathLst>
          </a:custGeom>
          <a:solidFill>
            <a:srgbClr val="AD9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6" name="contour_13914"/>
          <p:cNvSpPr/>
          <p:nvPr/>
        </p:nvSpPr>
        <p:spPr>
          <a:xfrm>
            <a:off x="1577293" y="2543509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423" y="0"/>
                </a:lnTo>
                <a:lnTo>
                  <a:pt x="21600" y="0"/>
                </a:lnTo>
                <a:lnTo>
                  <a:pt x="21241" y="1782"/>
                </a:lnTo>
                <a:lnTo>
                  <a:pt x="20887" y="3564"/>
                </a:lnTo>
                <a:lnTo>
                  <a:pt x="20529" y="5349"/>
                </a:lnTo>
                <a:lnTo>
                  <a:pt x="20174" y="7136"/>
                </a:lnTo>
                <a:lnTo>
                  <a:pt x="19816" y="8926"/>
                </a:lnTo>
                <a:lnTo>
                  <a:pt x="19457" y="10719"/>
                </a:lnTo>
                <a:lnTo>
                  <a:pt x="19099" y="12517"/>
                </a:lnTo>
                <a:lnTo>
                  <a:pt x="18736" y="14321"/>
                </a:lnTo>
                <a:lnTo>
                  <a:pt x="18373" y="16130"/>
                </a:lnTo>
                <a:lnTo>
                  <a:pt x="18010" y="17944"/>
                </a:lnTo>
                <a:lnTo>
                  <a:pt x="17647" y="19769"/>
                </a:lnTo>
                <a:lnTo>
                  <a:pt x="17280" y="21600"/>
                </a:lnTo>
                <a:lnTo>
                  <a:pt x="14429" y="21154"/>
                </a:lnTo>
                <a:lnTo>
                  <a:pt x="11573" y="20709"/>
                </a:lnTo>
                <a:lnTo>
                  <a:pt x="8705" y="20261"/>
                </a:lnTo>
                <a:lnTo>
                  <a:pt x="5823" y="19810"/>
                </a:lnTo>
                <a:lnTo>
                  <a:pt x="2925" y="19356"/>
                </a:lnTo>
                <a:lnTo>
                  <a:pt x="0" y="18900"/>
                </a:lnTo>
                <a:lnTo>
                  <a:pt x="2000" y="18487"/>
                </a:lnTo>
                <a:lnTo>
                  <a:pt x="4035" y="18066"/>
                </a:lnTo>
                <a:lnTo>
                  <a:pt x="6510" y="16907"/>
                </a:lnTo>
                <a:lnTo>
                  <a:pt x="8372" y="15703"/>
                </a:lnTo>
                <a:lnTo>
                  <a:pt x="9759" y="14421"/>
                </a:lnTo>
                <a:lnTo>
                  <a:pt x="10804" y="13033"/>
                </a:lnTo>
                <a:lnTo>
                  <a:pt x="11642" y="11507"/>
                </a:lnTo>
                <a:lnTo>
                  <a:pt x="12407" y="9817"/>
                </a:lnTo>
                <a:lnTo>
                  <a:pt x="13228" y="7933"/>
                </a:lnTo>
                <a:lnTo>
                  <a:pt x="13971" y="6332"/>
                </a:lnTo>
                <a:lnTo>
                  <a:pt x="14744" y="4738"/>
                </a:lnTo>
                <a:lnTo>
                  <a:pt x="15548" y="3151"/>
                </a:lnTo>
                <a:lnTo>
                  <a:pt x="16394" y="1571"/>
                </a:lnTo>
                <a:lnTo>
                  <a:pt x="17280" y="0"/>
                </a:lnTo>
                <a:close/>
              </a:path>
            </a:pathLst>
          </a:custGeom>
          <a:solidFill>
            <a:srgbClr val="9385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7" name="contour_13915"/>
          <p:cNvSpPr/>
          <p:nvPr/>
        </p:nvSpPr>
        <p:spPr>
          <a:xfrm>
            <a:off x="11503537" y="2507069"/>
            <a:ext cx="65592" cy="429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9898" y="1705"/>
                </a:lnTo>
                <a:lnTo>
                  <a:pt x="10200" y="3439"/>
                </a:lnTo>
                <a:lnTo>
                  <a:pt x="11321" y="5495"/>
                </a:lnTo>
                <a:lnTo>
                  <a:pt x="12523" y="7050"/>
                </a:lnTo>
                <a:lnTo>
                  <a:pt x="13810" y="8197"/>
                </a:lnTo>
                <a:lnTo>
                  <a:pt x="15182" y="9026"/>
                </a:lnTo>
                <a:lnTo>
                  <a:pt x="16644" y="9627"/>
                </a:lnTo>
                <a:lnTo>
                  <a:pt x="18199" y="10096"/>
                </a:lnTo>
                <a:lnTo>
                  <a:pt x="19850" y="10521"/>
                </a:lnTo>
                <a:lnTo>
                  <a:pt x="21600" y="10998"/>
                </a:lnTo>
                <a:lnTo>
                  <a:pt x="20381" y="11731"/>
                </a:lnTo>
                <a:lnTo>
                  <a:pt x="19145" y="12472"/>
                </a:lnTo>
                <a:lnTo>
                  <a:pt x="18072" y="13121"/>
                </a:lnTo>
                <a:lnTo>
                  <a:pt x="16994" y="13773"/>
                </a:lnTo>
                <a:lnTo>
                  <a:pt x="15900" y="14437"/>
                </a:lnTo>
                <a:lnTo>
                  <a:pt x="15430" y="14723"/>
                </a:lnTo>
                <a:lnTo>
                  <a:pt x="14597" y="15221"/>
                </a:lnTo>
                <a:lnTo>
                  <a:pt x="12694" y="16369"/>
                </a:lnTo>
                <a:lnTo>
                  <a:pt x="10865" y="17534"/>
                </a:lnTo>
                <a:lnTo>
                  <a:pt x="9658" y="18352"/>
                </a:lnTo>
                <a:lnTo>
                  <a:pt x="8542" y="19206"/>
                </a:lnTo>
                <a:lnTo>
                  <a:pt x="6974" y="20478"/>
                </a:lnTo>
                <a:lnTo>
                  <a:pt x="5345" y="21505"/>
                </a:lnTo>
                <a:lnTo>
                  <a:pt x="4080" y="21600"/>
                </a:lnTo>
                <a:lnTo>
                  <a:pt x="2100" y="20852"/>
                </a:lnTo>
                <a:lnTo>
                  <a:pt x="1056" y="19602"/>
                </a:lnTo>
                <a:lnTo>
                  <a:pt x="0" y="18330"/>
                </a:lnTo>
                <a:lnTo>
                  <a:pt x="0" y="15907"/>
                </a:lnTo>
                <a:lnTo>
                  <a:pt x="0" y="13469"/>
                </a:lnTo>
                <a:lnTo>
                  <a:pt x="0" y="10998"/>
                </a:lnTo>
                <a:lnTo>
                  <a:pt x="1584" y="10998"/>
                </a:lnTo>
                <a:lnTo>
                  <a:pt x="3170" y="10998"/>
                </a:lnTo>
                <a:lnTo>
                  <a:pt x="4764" y="10998"/>
                </a:lnTo>
                <a:lnTo>
                  <a:pt x="6365" y="10998"/>
                </a:lnTo>
                <a:lnTo>
                  <a:pt x="7975" y="10998"/>
                </a:lnTo>
                <a:lnTo>
                  <a:pt x="9600" y="10998"/>
                </a:lnTo>
                <a:lnTo>
                  <a:pt x="9600" y="8820"/>
                </a:lnTo>
                <a:lnTo>
                  <a:pt x="9600" y="6635"/>
                </a:lnTo>
                <a:lnTo>
                  <a:pt x="9600" y="4443"/>
                </a:lnTo>
                <a:lnTo>
                  <a:pt x="9600" y="2233"/>
                </a:lnTo>
                <a:lnTo>
                  <a:pt x="9600" y="0"/>
                </a:lnTo>
                <a:close/>
              </a:path>
            </a:pathLst>
          </a:custGeom>
          <a:solidFill>
            <a:srgbClr val="D9DF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8" name="contour_13916"/>
          <p:cNvSpPr/>
          <p:nvPr/>
        </p:nvSpPr>
        <p:spPr>
          <a:xfrm>
            <a:off x="1599157" y="252164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727" y="3056"/>
                </a:lnTo>
                <a:lnTo>
                  <a:pt x="19853" y="6113"/>
                </a:lnTo>
                <a:lnTo>
                  <a:pt x="18977" y="9180"/>
                </a:lnTo>
                <a:lnTo>
                  <a:pt x="18098" y="12258"/>
                </a:lnTo>
                <a:lnTo>
                  <a:pt x="17212" y="15352"/>
                </a:lnTo>
                <a:lnTo>
                  <a:pt x="16323" y="18463"/>
                </a:lnTo>
                <a:lnTo>
                  <a:pt x="15429" y="21600"/>
                </a:lnTo>
                <a:lnTo>
                  <a:pt x="13883" y="20056"/>
                </a:lnTo>
                <a:lnTo>
                  <a:pt x="12337" y="18511"/>
                </a:lnTo>
                <a:lnTo>
                  <a:pt x="10794" y="16956"/>
                </a:lnTo>
                <a:lnTo>
                  <a:pt x="9254" y="15395"/>
                </a:lnTo>
                <a:lnTo>
                  <a:pt x="7714" y="13835"/>
                </a:lnTo>
                <a:lnTo>
                  <a:pt x="6279" y="12393"/>
                </a:lnTo>
                <a:lnTo>
                  <a:pt x="4838" y="10946"/>
                </a:lnTo>
                <a:lnTo>
                  <a:pt x="3376" y="9472"/>
                </a:lnTo>
                <a:lnTo>
                  <a:pt x="1700" y="7452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7F7F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19" name="contour_13917"/>
          <p:cNvSpPr/>
          <p:nvPr/>
        </p:nvSpPr>
        <p:spPr>
          <a:xfrm>
            <a:off x="11153714" y="2519510"/>
            <a:ext cx="51016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811" y="1620"/>
                </a:lnTo>
                <a:lnTo>
                  <a:pt x="3623" y="1351"/>
                </a:lnTo>
                <a:lnTo>
                  <a:pt x="5437" y="1109"/>
                </a:lnTo>
                <a:lnTo>
                  <a:pt x="7251" y="892"/>
                </a:lnTo>
                <a:lnTo>
                  <a:pt x="9066" y="689"/>
                </a:lnTo>
                <a:lnTo>
                  <a:pt x="9816" y="590"/>
                </a:lnTo>
                <a:lnTo>
                  <a:pt x="11136" y="413"/>
                </a:lnTo>
                <a:lnTo>
                  <a:pt x="14163" y="0"/>
                </a:lnTo>
                <a:lnTo>
                  <a:pt x="15601" y="636"/>
                </a:lnTo>
                <a:lnTo>
                  <a:pt x="17049" y="1273"/>
                </a:lnTo>
                <a:lnTo>
                  <a:pt x="18514" y="1922"/>
                </a:lnTo>
                <a:lnTo>
                  <a:pt x="19125" y="5818"/>
                </a:lnTo>
                <a:lnTo>
                  <a:pt x="19739" y="9728"/>
                </a:lnTo>
                <a:lnTo>
                  <a:pt x="20353" y="13650"/>
                </a:lnTo>
                <a:lnTo>
                  <a:pt x="20974" y="17605"/>
                </a:lnTo>
                <a:lnTo>
                  <a:pt x="21600" y="21600"/>
                </a:lnTo>
                <a:lnTo>
                  <a:pt x="19462" y="20951"/>
                </a:lnTo>
                <a:lnTo>
                  <a:pt x="17320" y="20301"/>
                </a:lnTo>
                <a:lnTo>
                  <a:pt x="15179" y="19652"/>
                </a:lnTo>
                <a:lnTo>
                  <a:pt x="13034" y="18996"/>
                </a:lnTo>
                <a:lnTo>
                  <a:pt x="10880" y="18347"/>
                </a:lnTo>
                <a:lnTo>
                  <a:pt x="8723" y="17691"/>
                </a:lnTo>
                <a:lnTo>
                  <a:pt x="6557" y="17035"/>
                </a:lnTo>
                <a:lnTo>
                  <a:pt x="4382" y="16372"/>
                </a:lnTo>
                <a:lnTo>
                  <a:pt x="2197" y="15710"/>
                </a:lnTo>
                <a:lnTo>
                  <a:pt x="0" y="15041"/>
                </a:lnTo>
                <a:lnTo>
                  <a:pt x="0" y="10705"/>
                </a:lnTo>
                <a:lnTo>
                  <a:pt x="0" y="6343"/>
                </a:lnTo>
                <a:lnTo>
                  <a:pt x="0" y="1922"/>
                </a:lnTo>
                <a:close/>
              </a:path>
            </a:pathLst>
          </a:custGeom>
          <a:solidFill>
            <a:srgbClr val="505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0" name="contour_13918"/>
          <p:cNvSpPr/>
          <p:nvPr/>
        </p:nvSpPr>
        <p:spPr>
          <a:xfrm>
            <a:off x="5330608" y="2499781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616"/>
                </a:lnTo>
                <a:lnTo>
                  <a:pt x="6823" y="1098"/>
                </a:lnTo>
                <a:lnTo>
                  <a:pt x="8260" y="1609"/>
                </a:lnTo>
                <a:lnTo>
                  <a:pt x="10013" y="2315"/>
                </a:lnTo>
                <a:lnTo>
                  <a:pt x="12534" y="3377"/>
                </a:lnTo>
                <a:lnTo>
                  <a:pt x="14228" y="4075"/>
                </a:lnTo>
                <a:lnTo>
                  <a:pt x="15932" y="4784"/>
                </a:lnTo>
                <a:lnTo>
                  <a:pt x="17660" y="5497"/>
                </a:lnTo>
                <a:lnTo>
                  <a:pt x="19616" y="6343"/>
                </a:lnTo>
                <a:lnTo>
                  <a:pt x="21600" y="7200"/>
                </a:lnTo>
                <a:lnTo>
                  <a:pt x="20128" y="7920"/>
                </a:lnTo>
                <a:lnTo>
                  <a:pt x="18635" y="8647"/>
                </a:lnTo>
                <a:lnTo>
                  <a:pt x="16752" y="9979"/>
                </a:lnTo>
                <a:lnTo>
                  <a:pt x="15589" y="11232"/>
                </a:lnTo>
                <a:lnTo>
                  <a:pt x="14666" y="13140"/>
                </a:lnTo>
                <a:lnTo>
                  <a:pt x="13500" y="16423"/>
                </a:lnTo>
                <a:lnTo>
                  <a:pt x="13117" y="18133"/>
                </a:lnTo>
                <a:lnTo>
                  <a:pt x="12735" y="19854"/>
                </a:lnTo>
                <a:lnTo>
                  <a:pt x="12343" y="21600"/>
                </a:lnTo>
                <a:lnTo>
                  <a:pt x="10815" y="20412"/>
                </a:lnTo>
                <a:lnTo>
                  <a:pt x="9285" y="19220"/>
                </a:lnTo>
                <a:lnTo>
                  <a:pt x="7748" y="18025"/>
                </a:lnTo>
                <a:lnTo>
                  <a:pt x="6205" y="16826"/>
                </a:lnTo>
                <a:lnTo>
                  <a:pt x="4653" y="15617"/>
                </a:lnTo>
                <a:lnTo>
                  <a:pt x="3086" y="14400"/>
                </a:lnTo>
                <a:lnTo>
                  <a:pt x="4616" y="12614"/>
                </a:lnTo>
                <a:lnTo>
                  <a:pt x="6171" y="10800"/>
                </a:lnTo>
                <a:lnTo>
                  <a:pt x="4644" y="9018"/>
                </a:lnTo>
                <a:lnTo>
                  <a:pt x="3110" y="7225"/>
                </a:lnTo>
                <a:lnTo>
                  <a:pt x="1564" y="5425"/>
                </a:lnTo>
                <a:lnTo>
                  <a:pt x="0" y="3600"/>
                </a:lnTo>
                <a:lnTo>
                  <a:pt x="1531" y="1814"/>
                </a:lnTo>
                <a:lnTo>
                  <a:pt x="3086" y="0"/>
                </a:lnTo>
                <a:close/>
              </a:path>
            </a:pathLst>
          </a:custGeom>
          <a:solidFill>
            <a:srgbClr val="DFE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1" name="contour_13919"/>
          <p:cNvSpPr/>
          <p:nvPr/>
        </p:nvSpPr>
        <p:spPr>
          <a:xfrm>
            <a:off x="11663210" y="2477917"/>
            <a:ext cx="21368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37" y="0"/>
                </a:moveTo>
                <a:lnTo>
                  <a:pt x="11301" y="1393"/>
                </a:lnTo>
                <a:lnTo>
                  <a:pt x="14181" y="2676"/>
                </a:lnTo>
                <a:lnTo>
                  <a:pt x="16635" y="3892"/>
                </a:lnTo>
                <a:lnTo>
                  <a:pt x="18631" y="5082"/>
                </a:lnTo>
                <a:lnTo>
                  <a:pt x="20149" y="6288"/>
                </a:lnTo>
                <a:lnTo>
                  <a:pt x="21151" y="7551"/>
                </a:lnTo>
                <a:lnTo>
                  <a:pt x="21600" y="8912"/>
                </a:lnTo>
                <a:lnTo>
                  <a:pt x="21467" y="10416"/>
                </a:lnTo>
                <a:lnTo>
                  <a:pt x="20731" y="12100"/>
                </a:lnTo>
                <a:lnTo>
                  <a:pt x="19162" y="13504"/>
                </a:lnTo>
                <a:lnTo>
                  <a:pt x="17563" y="14887"/>
                </a:lnTo>
                <a:lnTo>
                  <a:pt x="15913" y="16254"/>
                </a:lnTo>
                <a:lnTo>
                  <a:pt x="14159" y="17606"/>
                </a:lnTo>
                <a:lnTo>
                  <a:pt x="12288" y="18945"/>
                </a:lnTo>
                <a:lnTo>
                  <a:pt x="10255" y="20276"/>
                </a:lnTo>
                <a:lnTo>
                  <a:pt x="8037" y="21600"/>
                </a:lnTo>
                <a:lnTo>
                  <a:pt x="4383" y="21600"/>
                </a:lnTo>
                <a:lnTo>
                  <a:pt x="670" y="21600"/>
                </a:lnTo>
                <a:lnTo>
                  <a:pt x="575" y="20205"/>
                </a:lnTo>
                <a:lnTo>
                  <a:pt x="486" y="18809"/>
                </a:lnTo>
                <a:lnTo>
                  <a:pt x="413" y="17414"/>
                </a:lnTo>
                <a:lnTo>
                  <a:pt x="339" y="16021"/>
                </a:lnTo>
                <a:lnTo>
                  <a:pt x="273" y="14625"/>
                </a:lnTo>
                <a:lnTo>
                  <a:pt x="214" y="13230"/>
                </a:lnTo>
                <a:lnTo>
                  <a:pt x="118" y="12044"/>
                </a:lnTo>
                <a:lnTo>
                  <a:pt x="22" y="10843"/>
                </a:lnTo>
                <a:lnTo>
                  <a:pt x="0" y="9329"/>
                </a:lnTo>
                <a:lnTo>
                  <a:pt x="96" y="7893"/>
                </a:lnTo>
                <a:lnTo>
                  <a:pt x="390" y="6515"/>
                </a:lnTo>
                <a:lnTo>
                  <a:pt x="980" y="5182"/>
                </a:lnTo>
                <a:lnTo>
                  <a:pt x="1952" y="3882"/>
                </a:lnTo>
                <a:lnTo>
                  <a:pt x="3389" y="2592"/>
                </a:lnTo>
                <a:lnTo>
                  <a:pt x="5385" y="1305"/>
                </a:lnTo>
                <a:lnTo>
                  <a:pt x="8037" y="0"/>
                </a:lnTo>
                <a:close/>
              </a:path>
            </a:pathLst>
          </a:custGeom>
          <a:solidFill>
            <a:srgbClr val="CED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2" name="contour_13920"/>
          <p:cNvSpPr/>
          <p:nvPr/>
        </p:nvSpPr>
        <p:spPr>
          <a:xfrm>
            <a:off x="11233882" y="2490802"/>
            <a:ext cx="51016" cy="30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4"/>
                </a:moveTo>
                <a:lnTo>
                  <a:pt x="2089" y="817"/>
                </a:lnTo>
                <a:lnTo>
                  <a:pt x="4156" y="495"/>
                </a:lnTo>
                <a:lnTo>
                  <a:pt x="6212" y="240"/>
                </a:lnTo>
                <a:lnTo>
                  <a:pt x="8254" y="66"/>
                </a:lnTo>
                <a:lnTo>
                  <a:pt x="10294" y="0"/>
                </a:lnTo>
                <a:lnTo>
                  <a:pt x="12334" y="56"/>
                </a:lnTo>
                <a:lnTo>
                  <a:pt x="14379" y="260"/>
                </a:lnTo>
                <a:lnTo>
                  <a:pt x="16438" y="628"/>
                </a:lnTo>
                <a:lnTo>
                  <a:pt x="18514" y="1184"/>
                </a:lnTo>
                <a:lnTo>
                  <a:pt x="19690" y="4405"/>
                </a:lnTo>
                <a:lnTo>
                  <a:pt x="20520" y="7625"/>
                </a:lnTo>
                <a:lnTo>
                  <a:pt x="21066" y="10902"/>
                </a:lnTo>
                <a:lnTo>
                  <a:pt x="21387" y="14286"/>
                </a:lnTo>
                <a:lnTo>
                  <a:pt x="21548" y="17833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2343" y="18226"/>
                </a:lnTo>
                <a:lnTo>
                  <a:pt x="12343" y="14832"/>
                </a:lnTo>
                <a:lnTo>
                  <a:pt x="12343" y="11392"/>
                </a:lnTo>
                <a:lnTo>
                  <a:pt x="10306" y="11392"/>
                </a:lnTo>
                <a:lnTo>
                  <a:pt x="8267" y="11392"/>
                </a:lnTo>
                <a:lnTo>
                  <a:pt x="6218" y="11392"/>
                </a:lnTo>
                <a:lnTo>
                  <a:pt x="4160" y="11392"/>
                </a:lnTo>
                <a:lnTo>
                  <a:pt x="2089" y="11392"/>
                </a:lnTo>
                <a:lnTo>
                  <a:pt x="0" y="11392"/>
                </a:lnTo>
                <a:lnTo>
                  <a:pt x="0" y="8018"/>
                </a:lnTo>
                <a:lnTo>
                  <a:pt x="0" y="4624"/>
                </a:lnTo>
                <a:lnTo>
                  <a:pt x="0" y="1184"/>
                </a:lnTo>
                <a:close/>
              </a:path>
            </a:pathLst>
          </a:custGeom>
          <a:solidFill>
            <a:srgbClr val="4E4E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3" name="contour_13921"/>
          <p:cNvSpPr/>
          <p:nvPr/>
        </p:nvSpPr>
        <p:spPr>
          <a:xfrm>
            <a:off x="1876101" y="2448765"/>
            <a:ext cx="2370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45" y="611"/>
                </a:lnTo>
                <a:lnTo>
                  <a:pt x="7904" y="1225"/>
                </a:lnTo>
                <a:lnTo>
                  <a:pt x="11876" y="1839"/>
                </a:lnTo>
                <a:lnTo>
                  <a:pt x="15881" y="2459"/>
                </a:lnTo>
                <a:lnTo>
                  <a:pt x="19926" y="3086"/>
                </a:lnTo>
                <a:lnTo>
                  <a:pt x="20869" y="5249"/>
                </a:lnTo>
                <a:lnTo>
                  <a:pt x="21407" y="6823"/>
                </a:lnTo>
                <a:lnTo>
                  <a:pt x="21600" y="8260"/>
                </a:lnTo>
                <a:lnTo>
                  <a:pt x="21500" y="10013"/>
                </a:lnTo>
                <a:lnTo>
                  <a:pt x="21175" y="12534"/>
                </a:lnTo>
                <a:lnTo>
                  <a:pt x="20989" y="14228"/>
                </a:lnTo>
                <a:lnTo>
                  <a:pt x="20810" y="15932"/>
                </a:lnTo>
                <a:lnTo>
                  <a:pt x="20624" y="17660"/>
                </a:lnTo>
                <a:lnTo>
                  <a:pt x="20278" y="19616"/>
                </a:lnTo>
                <a:lnTo>
                  <a:pt x="19926" y="21600"/>
                </a:lnTo>
                <a:lnTo>
                  <a:pt x="15536" y="21600"/>
                </a:lnTo>
                <a:lnTo>
                  <a:pt x="11119" y="21600"/>
                </a:lnTo>
                <a:lnTo>
                  <a:pt x="6642" y="21600"/>
                </a:lnTo>
                <a:lnTo>
                  <a:pt x="5985" y="19462"/>
                </a:lnTo>
                <a:lnTo>
                  <a:pt x="5327" y="17320"/>
                </a:lnTo>
                <a:lnTo>
                  <a:pt x="4669" y="15179"/>
                </a:lnTo>
                <a:lnTo>
                  <a:pt x="4005" y="13034"/>
                </a:lnTo>
                <a:lnTo>
                  <a:pt x="3348" y="10880"/>
                </a:lnTo>
                <a:lnTo>
                  <a:pt x="2683" y="8723"/>
                </a:lnTo>
                <a:lnTo>
                  <a:pt x="2019" y="6557"/>
                </a:lnTo>
                <a:lnTo>
                  <a:pt x="1348" y="4382"/>
                </a:lnTo>
                <a:lnTo>
                  <a:pt x="677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1013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4" name="contour_13922"/>
          <p:cNvSpPr/>
          <p:nvPr/>
        </p:nvSpPr>
        <p:spPr>
          <a:xfrm>
            <a:off x="1262269" y="2441477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0D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5" name="contour_13923"/>
          <p:cNvSpPr/>
          <p:nvPr/>
        </p:nvSpPr>
        <p:spPr>
          <a:xfrm>
            <a:off x="4827737" y="2433934"/>
            <a:ext cx="43728" cy="31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8"/>
                </a:moveTo>
                <a:lnTo>
                  <a:pt x="20819" y="3330"/>
                </a:lnTo>
                <a:lnTo>
                  <a:pt x="19998" y="6386"/>
                </a:lnTo>
                <a:lnTo>
                  <a:pt x="19116" y="9356"/>
                </a:lnTo>
                <a:lnTo>
                  <a:pt x="18140" y="12239"/>
                </a:lnTo>
                <a:lnTo>
                  <a:pt x="17046" y="15051"/>
                </a:lnTo>
                <a:lnTo>
                  <a:pt x="15811" y="17798"/>
                </a:lnTo>
                <a:lnTo>
                  <a:pt x="14400" y="20483"/>
                </a:lnTo>
                <a:lnTo>
                  <a:pt x="11884" y="21229"/>
                </a:lnTo>
                <a:lnTo>
                  <a:pt x="9547" y="21575"/>
                </a:lnTo>
                <a:lnTo>
                  <a:pt x="7290" y="21600"/>
                </a:lnTo>
                <a:lnTo>
                  <a:pt x="5015" y="21377"/>
                </a:lnTo>
                <a:lnTo>
                  <a:pt x="2621" y="20981"/>
                </a:lnTo>
                <a:lnTo>
                  <a:pt x="0" y="20483"/>
                </a:lnTo>
                <a:lnTo>
                  <a:pt x="1123" y="14508"/>
                </a:lnTo>
                <a:lnTo>
                  <a:pt x="1994" y="10366"/>
                </a:lnTo>
                <a:lnTo>
                  <a:pt x="2808" y="7538"/>
                </a:lnTo>
                <a:lnTo>
                  <a:pt x="3744" y="5513"/>
                </a:lnTo>
                <a:lnTo>
                  <a:pt x="4997" y="3757"/>
                </a:lnTo>
                <a:lnTo>
                  <a:pt x="6750" y="1762"/>
                </a:lnTo>
                <a:lnTo>
                  <a:pt x="9245" y="934"/>
                </a:lnTo>
                <a:lnTo>
                  <a:pt x="11689" y="396"/>
                </a:lnTo>
                <a:lnTo>
                  <a:pt x="14112" y="102"/>
                </a:lnTo>
                <a:lnTo>
                  <a:pt x="16549" y="0"/>
                </a:lnTo>
                <a:lnTo>
                  <a:pt x="19037" y="41"/>
                </a:lnTo>
                <a:lnTo>
                  <a:pt x="21600" y="178"/>
                </a:lnTo>
                <a:close/>
              </a:path>
            </a:pathLst>
          </a:custGeom>
          <a:solidFill>
            <a:srgbClr val="B1CA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6" name="contour_13924"/>
          <p:cNvSpPr/>
          <p:nvPr/>
        </p:nvSpPr>
        <p:spPr>
          <a:xfrm>
            <a:off x="4630961" y="2434189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36" y="340"/>
                </a:lnTo>
                <a:lnTo>
                  <a:pt x="6361" y="707"/>
                </a:lnTo>
                <a:lnTo>
                  <a:pt x="8173" y="1123"/>
                </a:lnTo>
                <a:lnTo>
                  <a:pt x="9977" y="1598"/>
                </a:lnTo>
                <a:lnTo>
                  <a:pt x="11772" y="2149"/>
                </a:lnTo>
                <a:lnTo>
                  <a:pt x="13562" y="2792"/>
                </a:lnTo>
                <a:lnTo>
                  <a:pt x="15344" y="3537"/>
                </a:lnTo>
                <a:lnTo>
                  <a:pt x="17123" y="4401"/>
                </a:lnTo>
                <a:lnTo>
                  <a:pt x="18900" y="5400"/>
                </a:lnTo>
                <a:lnTo>
                  <a:pt x="20056" y="9580"/>
                </a:lnTo>
                <a:lnTo>
                  <a:pt x="20774" y="12512"/>
                </a:lnTo>
                <a:lnTo>
                  <a:pt x="21184" y="14974"/>
                </a:lnTo>
                <a:lnTo>
                  <a:pt x="21416" y="17744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0" y="21600"/>
                </a:lnTo>
                <a:lnTo>
                  <a:pt x="14440" y="21600"/>
                </a:lnTo>
                <a:lnTo>
                  <a:pt x="12628" y="21600"/>
                </a:lnTo>
                <a:lnTo>
                  <a:pt x="10800" y="21600"/>
                </a:lnTo>
                <a:lnTo>
                  <a:pt x="10800" y="18031"/>
                </a:lnTo>
                <a:lnTo>
                  <a:pt x="10800" y="14440"/>
                </a:lnTo>
                <a:lnTo>
                  <a:pt x="10800" y="10800"/>
                </a:lnTo>
                <a:lnTo>
                  <a:pt x="9018" y="11691"/>
                </a:lnTo>
                <a:lnTo>
                  <a:pt x="7233" y="12582"/>
                </a:lnTo>
                <a:lnTo>
                  <a:pt x="5440" y="13478"/>
                </a:lnTo>
                <a:lnTo>
                  <a:pt x="3640" y="14380"/>
                </a:lnTo>
                <a:lnTo>
                  <a:pt x="1828" y="15287"/>
                </a:lnTo>
                <a:lnTo>
                  <a:pt x="0" y="16200"/>
                </a:lnTo>
                <a:lnTo>
                  <a:pt x="535" y="12992"/>
                </a:lnTo>
                <a:lnTo>
                  <a:pt x="1072" y="9774"/>
                </a:lnTo>
                <a:lnTo>
                  <a:pt x="1609" y="6545"/>
                </a:lnTo>
                <a:lnTo>
                  <a:pt x="2152" y="3289"/>
                </a:lnTo>
                <a:lnTo>
                  <a:pt x="2700" y="0"/>
                </a:lnTo>
                <a:close/>
              </a:path>
            </a:pathLst>
          </a:custGeom>
          <a:solidFill>
            <a:srgbClr val="8AAE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7" name="contour_13925"/>
          <p:cNvSpPr/>
          <p:nvPr/>
        </p:nvSpPr>
        <p:spPr>
          <a:xfrm>
            <a:off x="8260381" y="2405037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0329" y="3737"/>
                </a:lnTo>
                <a:lnTo>
                  <a:pt x="19274" y="6755"/>
                </a:lnTo>
                <a:lnTo>
                  <a:pt x="18371" y="9161"/>
                </a:lnTo>
                <a:lnTo>
                  <a:pt x="17546" y="11062"/>
                </a:lnTo>
                <a:lnTo>
                  <a:pt x="16744" y="12562"/>
                </a:lnTo>
                <a:lnTo>
                  <a:pt x="15894" y="13772"/>
                </a:lnTo>
                <a:lnTo>
                  <a:pt x="14929" y="14793"/>
                </a:lnTo>
                <a:lnTo>
                  <a:pt x="13792" y="15740"/>
                </a:lnTo>
                <a:lnTo>
                  <a:pt x="12409" y="16715"/>
                </a:lnTo>
                <a:lnTo>
                  <a:pt x="10717" y="17826"/>
                </a:lnTo>
                <a:lnTo>
                  <a:pt x="8726" y="18650"/>
                </a:lnTo>
                <a:lnTo>
                  <a:pt x="7175" y="19255"/>
                </a:lnTo>
                <a:lnTo>
                  <a:pt x="5548" y="19829"/>
                </a:lnTo>
                <a:lnTo>
                  <a:pt x="3326" y="20551"/>
                </a:lnTo>
                <a:lnTo>
                  <a:pt x="0" y="21600"/>
                </a:lnTo>
                <a:lnTo>
                  <a:pt x="1958" y="18082"/>
                </a:lnTo>
                <a:lnTo>
                  <a:pt x="3614" y="15129"/>
                </a:lnTo>
                <a:lnTo>
                  <a:pt x="5015" y="12661"/>
                </a:lnTo>
                <a:lnTo>
                  <a:pt x="6210" y="10606"/>
                </a:lnTo>
                <a:lnTo>
                  <a:pt x="7250" y="8887"/>
                </a:lnTo>
                <a:lnTo>
                  <a:pt x="8186" y="7430"/>
                </a:lnTo>
                <a:lnTo>
                  <a:pt x="9065" y="6162"/>
                </a:lnTo>
                <a:lnTo>
                  <a:pt x="9943" y="5005"/>
                </a:lnTo>
                <a:lnTo>
                  <a:pt x="10865" y="3885"/>
                </a:lnTo>
                <a:lnTo>
                  <a:pt x="11880" y="2728"/>
                </a:lnTo>
                <a:lnTo>
                  <a:pt x="13043" y="1456"/>
                </a:lnTo>
                <a:lnTo>
                  <a:pt x="14400" y="0"/>
                </a:lnTo>
                <a:close/>
              </a:path>
            </a:pathLst>
          </a:custGeom>
          <a:solidFill>
            <a:srgbClr val="AAAE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8" name="contour_13926"/>
          <p:cNvSpPr/>
          <p:nvPr/>
        </p:nvSpPr>
        <p:spPr>
          <a:xfrm>
            <a:off x="7407686" y="2418899"/>
            <a:ext cx="37883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99" y="0"/>
                </a:moveTo>
                <a:lnTo>
                  <a:pt x="10713" y="85"/>
                </a:lnTo>
                <a:lnTo>
                  <a:pt x="13227" y="169"/>
                </a:lnTo>
                <a:lnTo>
                  <a:pt x="15745" y="250"/>
                </a:lnTo>
                <a:lnTo>
                  <a:pt x="18259" y="335"/>
                </a:lnTo>
                <a:lnTo>
                  <a:pt x="20777" y="415"/>
                </a:lnTo>
                <a:lnTo>
                  <a:pt x="21234" y="5313"/>
                </a:lnTo>
                <a:lnTo>
                  <a:pt x="21509" y="8754"/>
                </a:lnTo>
                <a:lnTo>
                  <a:pt x="21600" y="11211"/>
                </a:lnTo>
                <a:lnTo>
                  <a:pt x="21509" y="13152"/>
                </a:lnTo>
                <a:lnTo>
                  <a:pt x="21234" y="15045"/>
                </a:lnTo>
                <a:lnTo>
                  <a:pt x="20777" y="17363"/>
                </a:lnTo>
                <a:lnTo>
                  <a:pt x="17686" y="18922"/>
                </a:lnTo>
                <a:lnTo>
                  <a:pt x="15491" y="19922"/>
                </a:lnTo>
                <a:lnTo>
                  <a:pt x="13597" y="20566"/>
                </a:lnTo>
                <a:lnTo>
                  <a:pt x="11403" y="21058"/>
                </a:lnTo>
                <a:lnTo>
                  <a:pt x="8311" y="21600"/>
                </a:lnTo>
                <a:lnTo>
                  <a:pt x="7193" y="19558"/>
                </a:lnTo>
                <a:lnTo>
                  <a:pt x="6084" y="17507"/>
                </a:lnTo>
                <a:lnTo>
                  <a:pt x="4987" y="15452"/>
                </a:lnTo>
                <a:lnTo>
                  <a:pt x="3898" y="13389"/>
                </a:lnTo>
                <a:lnTo>
                  <a:pt x="3279" y="12241"/>
                </a:lnTo>
                <a:lnTo>
                  <a:pt x="1413" y="8770"/>
                </a:lnTo>
                <a:lnTo>
                  <a:pt x="711" y="6728"/>
                </a:lnTo>
                <a:lnTo>
                  <a:pt x="0" y="4652"/>
                </a:lnTo>
                <a:lnTo>
                  <a:pt x="2464" y="2199"/>
                </a:lnTo>
                <a:lnTo>
                  <a:pt x="4139" y="894"/>
                </a:lnTo>
                <a:lnTo>
                  <a:pt x="5797" y="309"/>
                </a:lnTo>
                <a:lnTo>
                  <a:pt x="8199" y="0"/>
                </a:lnTo>
                <a:close/>
              </a:path>
            </a:pathLst>
          </a:custGeom>
          <a:solidFill>
            <a:srgbClr val="3132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29" name="contour_13927"/>
          <p:cNvSpPr/>
          <p:nvPr/>
        </p:nvSpPr>
        <p:spPr>
          <a:xfrm>
            <a:off x="4864177" y="241961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1058"/>
                </a:lnTo>
                <a:lnTo>
                  <a:pt x="6823" y="1879"/>
                </a:lnTo>
                <a:lnTo>
                  <a:pt x="8260" y="2743"/>
                </a:lnTo>
                <a:lnTo>
                  <a:pt x="10013" y="3914"/>
                </a:lnTo>
                <a:lnTo>
                  <a:pt x="12534" y="5668"/>
                </a:lnTo>
                <a:lnTo>
                  <a:pt x="14228" y="6813"/>
                </a:lnTo>
                <a:lnTo>
                  <a:pt x="15932" y="7962"/>
                </a:lnTo>
                <a:lnTo>
                  <a:pt x="17660" y="9128"/>
                </a:lnTo>
                <a:lnTo>
                  <a:pt x="18962" y="10394"/>
                </a:lnTo>
                <a:lnTo>
                  <a:pt x="20273" y="11668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502" y="21328"/>
                </a:lnTo>
                <a:lnTo>
                  <a:pt x="17416" y="21030"/>
                </a:lnTo>
                <a:lnTo>
                  <a:pt x="15345" y="20693"/>
                </a:lnTo>
                <a:lnTo>
                  <a:pt x="13284" y="20308"/>
                </a:lnTo>
                <a:lnTo>
                  <a:pt x="11232" y="19868"/>
                </a:lnTo>
                <a:lnTo>
                  <a:pt x="9189" y="19354"/>
                </a:lnTo>
                <a:lnTo>
                  <a:pt x="7153" y="18757"/>
                </a:lnTo>
                <a:lnTo>
                  <a:pt x="5116" y="18071"/>
                </a:lnTo>
                <a:lnTo>
                  <a:pt x="3086" y="17280"/>
                </a:lnTo>
                <a:lnTo>
                  <a:pt x="1672" y="14066"/>
                </a:lnTo>
                <a:lnTo>
                  <a:pt x="805" y="11785"/>
                </a:lnTo>
                <a:lnTo>
                  <a:pt x="336" y="9815"/>
                </a:lnTo>
                <a:lnTo>
                  <a:pt x="117" y="7534"/>
                </a:lnTo>
                <a:lnTo>
                  <a:pt x="0" y="4320"/>
                </a:lnTo>
                <a:lnTo>
                  <a:pt x="1531" y="2177"/>
                </a:lnTo>
                <a:lnTo>
                  <a:pt x="3086" y="0"/>
                </a:lnTo>
                <a:close/>
              </a:path>
            </a:pathLst>
          </a:custGeom>
          <a:solidFill>
            <a:srgbClr val="9EBB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0" name="contour_13928"/>
          <p:cNvSpPr/>
          <p:nvPr/>
        </p:nvSpPr>
        <p:spPr>
          <a:xfrm>
            <a:off x="1890677" y="2405037"/>
            <a:ext cx="3566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54" y="0"/>
                </a:moveTo>
                <a:lnTo>
                  <a:pt x="19393" y="2207"/>
                </a:lnTo>
                <a:lnTo>
                  <a:pt x="20585" y="4147"/>
                </a:lnTo>
                <a:lnTo>
                  <a:pt x="21295" y="6001"/>
                </a:lnTo>
                <a:lnTo>
                  <a:pt x="21600" y="7949"/>
                </a:lnTo>
                <a:lnTo>
                  <a:pt x="21556" y="10163"/>
                </a:lnTo>
                <a:lnTo>
                  <a:pt x="21238" y="12823"/>
                </a:lnTo>
                <a:lnTo>
                  <a:pt x="19102" y="15840"/>
                </a:lnTo>
                <a:lnTo>
                  <a:pt x="17570" y="17539"/>
                </a:lnTo>
                <a:lnTo>
                  <a:pt x="15920" y="18547"/>
                </a:lnTo>
                <a:lnTo>
                  <a:pt x="13413" y="19490"/>
                </a:lnTo>
                <a:lnTo>
                  <a:pt x="10751" y="19998"/>
                </a:lnTo>
                <a:lnTo>
                  <a:pt x="8077" y="20452"/>
                </a:lnTo>
                <a:lnTo>
                  <a:pt x="5393" y="20862"/>
                </a:lnTo>
                <a:lnTo>
                  <a:pt x="2697" y="2124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2917" y="10800"/>
                </a:lnTo>
                <a:lnTo>
                  <a:pt x="5852" y="10800"/>
                </a:lnTo>
                <a:lnTo>
                  <a:pt x="8827" y="10800"/>
                </a:lnTo>
                <a:lnTo>
                  <a:pt x="8827" y="8420"/>
                </a:lnTo>
                <a:lnTo>
                  <a:pt x="8827" y="6026"/>
                </a:lnTo>
                <a:lnTo>
                  <a:pt x="8827" y="3600"/>
                </a:lnTo>
                <a:lnTo>
                  <a:pt x="11449" y="2279"/>
                </a:lnTo>
                <a:lnTo>
                  <a:pt x="13241" y="1462"/>
                </a:lnTo>
                <a:lnTo>
                  <a:pt x="15033" y="817"/>
                </a:lnTo>
                <a:lnTo>
                  <a:pt x="17654" y="0"/>
                </a:lnTo>
                <a:close/>
              </a:path>
            </a:pathLst>
          </a:custGeom>
          <a:solidFill>
            <a:srgbClr val="DDBE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1" name="contour_13929"/>
          <p:cNvSpPr/>
          <p:nvPr/>
        </p:nvSpPr>
        <p:spPr>
          <a:xfrm>
            <a:off x="1460685" y="241232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2143"/>
                </a:lnTo>
                <a:lnTo>
                  <a:pt x="2700" y="4320"/>
                </a:lnTo>
                <a:lnTo>
                  <a:pt x="5040" y="6320"/>
                </a:lnTo>
                <a:lnTo>
                  <a:pt x="7243" y="7711"/>
                </a:lnTo>
                <a:lnTo>
                  <a:pt x="9382" y="8592"/>
                </a:lnTo>
                <a:lnTo>
                  <a:pt x="11524" y="9059"/>
                </a:lnTo>
                <a:lnTo>
                  <a:pt x="13748" y="9202"/>
                </a:lnTo>
                <a:lnTo>
                  <a:pt x="16121" y="9115"/>
                </a:lnTo>
                <a:lnTo>
                  <a:pt x="18713" y="8895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1011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2" name="contour_13930"/>
          <p:cNvSpPr/>
          <p:nvPr/>
        </p:nvSpPr>
        <p:spPr>
          <a:xfrm>
            <a:off x="1103573" y="241232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814" y="4229"/>
                </a:lnTo>
                <a:lnTo>
                  <a:pt x="18562" y="6869"/>
                </a:lnTo>
                <a:lnTo>
                  <a:pt x="17500" y="8407"/>
                </a:lnTo>
                <a:lnTo>
                  <a:pt x="16301" y="9331"/>
                </a:lnTo>
                <a:lnTo>
                  <a:pt x="14623" y="10126"/>
                </a:lnTo>
                <a:lnTo>
                  <a:pt x="13788" y="10273"/>
                </a:lnTo>
                <a:lnTo>
                  <a:pt x="12712" y="10463"/>
                </a:lnTo>
                <a:lnTo>
                  <a:pt x="10681" y="10822"/>
                </a:lnTo>
                <a:lnTo>
                  <a:pt x="6977" y="11474"/>
                </a:lnTo>
                <a:lnTo>
                  <a:pt x="5299" y="12269"/>
                </a:lnTo>
                <a:lnTo>
                  <a:pt x="4100" y="13193"/>
                </a:lnTo>
                <a:lnTo>
                  <a:pt x="3038" y="14731"/>
                </a:lnTo>
                <a:lnTo>
                  <a:pt x="1786" y="1737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F31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3" name="contour_13931"/>
          <p:cNvSpPr/>
          <p:nvPr/>
        </p:nvSpPr>
        <p:spPr>
          <a:xfrm>
            <a:off x="4077074" y="238317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433" y="2791"/>
                </a:lnTo>
                <a:lnTo>
                  <a:pt x="19315" y="5599"/>
                </a:lnTo>
                <a:lnTo>
                  <a:pt x="19997" y="8441"/>
                </a:lnTo>
                <a:lnTo>
                  <a:pt x="20559" y="11331"/>
                </a:lnTo>
                <a:lnTo>
                  <a:pt x="21069" y="14273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920" y="18891"/>
                </a:lnTo>
                <a:lnTo>
                  <a:pt x="1858" y="16187"/>
                </a:lnTo>
                <a:lnTo>
                  <a:pt x="2812" y="13491"/>
                </a:lnTo>
                <a:lnTo>
                  <a:pt x="3780" y="10800"/>
                </a:lnTo>
                <a:lnTo>
                  <a:pt x="4480" y="8791"/>
                </a:lnTo>
                <a:lnTo>
                  <a:pt x="5188" y="6774"/>
                </a:lnTo>
                <a:lnTo>
                  <a:pt x="5905" y="4726"/>
                </a:lnTo>
                <a:lnTo>
                  <a:pt x="7262" y="2380"/>
                </a:lnTo>
                <a:lnTo>
                  <a:pt x="8640" y="0"/>
                </a:lnTo>
                <a:close/>
              </a:path>
            </a:pathLst>
          </a:custGeom>
          <a:solidFill>
            <a:srgbClr val="1717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4" name="contour_13932"/>
          <p:cNvSpPr/>
          <p:nvPr/>
        </p:nvSpPr>
        <p:spPr>
          <a:xfrm>
            <a:off x="1642885" y="2397749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356"/>
                </a:lnTo>
                <a:lnTo>
                  <a:pt x="2851" y="713"/>
                </a:lnTo>
                <a:lnTo>
                  <a:pt x="4279" y="1069"/>
                </a:lnTo>
                <a:lnTo>
                  <a:pt x="5707" y="1426"/>
                </a:lnTo>
                <a:lnTo>
                  <a:pt x="7137" y="1782"/>
                </a:lnTo>
                <a:lnTo>
                  <a:pt x="8567" y="2144"/>
                </a:lnTo>
                <a:lnTo>
                  <a:pt x="10001" y="2500"/>
                </a:lnTo>
                <a:lnTo>
                  <a:pt x="11437" y="2862"/>
                </a:lnTo>
                <a:lnTo>
                  <a:pt x="12878" y="3218"/>
                </a:lnTo>
                <a:lnTo>
                  <a:pt x="14321" y="3580"/>
                </a:lnTo>
                <a:lnTo>
                  <a:pt x="15766" y="3942"/>
                </a:lnTo>
                <a:lnTo>
                  <a:pt x="17217" y="4304"/>
                </a:lnTo>
                <a:lnTo>
                  <a:pt x="18673" y="4671"/>
                </a:lnTo>
                <a:lnTo>
                  <a:pt x="20133" y="5033"/>
                </a:lnTo>
                <a:lnTo>
                  <a:pt x="21600" y="5400"/>
                </a:lnTo>
                <a:lnTo>
                  <a:pt x="21600" y="8078"/>
                </a:lnTo>
                <a:lnTo>
                  <a:pt x="21600" y="10800"/>
                </a:lnTo>
                <a:lnTo>
                  <a:pt x="20231" y="10611"/>
                </a:lnTo>
                <a:lnTo>
                  <a:pt x="18842" y="10422"/>
                </a:lnTo>
                <a:lnTo>
                  <a:pt x="17656" y="10325"/>
                </a:lnTo>
                <a:lnTo>
                  <a:pt x="16464" y="10228"/>
                </a:lnTo>
                <a:lnTo>
                  <a:pt x="15254" y="10125"/>
                </a:lnTo>
                <a:lnTo>
                  <a:pt x="14075" y="10001"/>
                </a:lnTo>
                <a:lnTo>
                  <a:pt x="12889" y="9877"/>
                </a:lnTo>
                <a:lnTo>
                  <a:pt x="11686" y="9747"/>
                </a:lnTo>
                <a:lnTo>
                  <a:pt x="10927" y="10006"/>
                </a:lnTo>
                <a:lnTo>
                  <a:pt x="8640" y="10800"/>
                </a:lnTo>
                <a:lnTo>
                  <a:pt x="7767" y="14029"/>
                </a:lnTo>
                <a:lnTo>
                  <a:pt x="7251" y="16232"/>
                </a:lnTo>
                <a:lnTo>
                  <a:pt x="6888" y="18419"/>
                </a:lnTo>
                <a:lnTo>
                  <a:pt x="6480" y="21600"/>
                </a:lnTo>
                <a:lnTo>
                  <a:pt x="4873" y="20747"/>
                </a:lnTo>
                <a:lnTo>
                  <a:pt x="3732" y="20039"/>
                </a:lnTo>
                <a:lnTo>
                  <a:pt x="2748" y="19219"/>
                </a:lnTo>
                <a:lnTo>
                  <a:pt x="1607" y="18025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6060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5" name="contour_13933"/>
          <p:cNvSpPr/>
          <p:nvPr/>
        </p:nvSpPr>
        <p:spPr>
          <a:xfrm>
            <a:off x="615278" y="2389281"/>
            <a:ext cx="43728" cy="30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841"/>
                </a:moveTo>
                <a:lnTo>
                  <a:pt x="6156" y="259"/>
                </a:lnTo>
                <a:lnTo>
                  <a:pt x="7967" y="0"/>
                </a:lnTo>
                <a:lnTo>
                  <a:pt x="9904" y="0"/>
                </a:lnTo>
                <a:lnTo>
                  <a:pt x="12823" y="192"/>
                </a:lnTo>
                <a:lnTo>
                  <a:pt x="14058" y="265"/>
                </a:lnTo>
                <a:lnTo>
                  <a:pt x="17788" y="477"/>
                </a:lnTo>
                <a:lnTo>
                  <a:pt x="19681" y="659"/>
                </a:lnTo>
                <a:lnTo>
                  <a:pt x="21600" y="841"/>
                </a:lnTo>
                <a:lnTo>
                  <a:pt x="21006" y="4266"/>
                </a:lnTo>
                <a:lnTo>
                  <a:pt x="20412" y="7696"/>
                </a:lnTo>
                <a:lnTo>
                  <a:pt x="19814" y="11143"/>
                </a:lnTo>
                <a:lnTo>
                  <a:pt x="19213" y="14604"/>
                </a:lnTo>
                <a:lnTo>
                  <a:pt x="18608" y="18086"/>
                </a:lnTo>
                <a:lnTo>
                  <a:pt x="18000" y="21600"/>
                </a:lnTo>
                <a:lnTo>
                  <a:pt x="16992" y="21019"/>
                </a:lnTo>
                <a:lnTo>
                  <a:pt x="16049" y="20474"/>
                </a:lnTo>
                <a:lnTo>
                  <a:pt x="14962" y="19851"/>
                </a:lnTo>
                <a:lnTo>
                  <a:pt x="13522" y="19015"/>
                </a:lnTo>
                <a:lnTo>
                  <a:pt x="11516" y="17863"/>
                </a:lnTo>
                <a:lnTo>
                  <a:pt x="8737" y="16260"/>
                </a:lnTo>
                <a:lnTo>
                  <a:pt x="4968" y="14085"/>
                </a:lnTo>
                <a:lnTo>
                  <a:pt x="0" y="11220"/>
                </a:lnTo>
                <a:lnTo>
                  <a:pt x="893" y="8651"/>
                </a:lnTo>
                <a:lnTo>
                  <a:pt x="1786" y="6067"/>
                </a:lnTo>
                <a:lnTo>
                  <a:pt x="2689" y="3472"/>
                </a:lnTo>
                <a:lnTo>
                  <a:pt x="3600" y="841"/>
                </a:lnTo>
                <a:close/>
              </a:path>
            </a:pathLst>
          </a:custGeom>
          <a:solidFill>
            <a:srgbClr val="EEE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6" name="contour_13934"/>
          <p:cNvSpPr/>
          <p:nvPr/>
        </p:nvSpPr>
        <p:spPr>
          <a:xfrm>
            <a:off x="10395763" y="237588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411" y="1336"/>
                </a:lnTo>
                <a:lnTo>
                  <a:pt x="7214" y="2682"/>
                </a:lnTo>
                <a:lnTo>
                  <a:pt x="9014" y="4032"/>
                </a:lnTo>
                <a:lnTo>
                  <a:pt x="10807" y="5389"/>
                </a:lnTo>
                <a:lnTo>
                  <a:pt x="12600" y="6750"/>
                </a:lnTo>
                <a:lnTo>
                  <a:pt x="13345" y="7308"/>
                </a:lnTo>
                <a:lnTo>
                  <a:pt x="14656" y="8294"/>
                </a:lnTo>
                <a:lnTo>
                  <a:pt x="17662" y="10548"/>
                </a:lnTo>
                <a:lnTo>
                  <a:pt x="18961" y="11819"/>
                </a:lnTo>
                <a:lnTo>
                  <a:pt x="20272" y="131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285" y="21341"/>
                </a:lnTo>
                <a:lnTo>
                  <a:pt x="16999" y="21049"/>
                </a:lnTo>
                <a:lnTo>
                  <a:pt x="14735" y="20714"/>
                </a:lnTo>
                <a:lnTo>
                  <a:pt x="12485" y="20326"/>
                </a:lnTo>
                <a:lnTo>
                  <a:pt x="10253" y="19872"/>
                </a:lnTo>
                <a:lnTo>
                  <a:pt x="8032" y="19343"/>
                </a:lnTo>
                <a:lnTo>
                  <a:pt x="5814" y="18720"/>
                </a:lnTo>
                <a:lnTo>
                  <a:pt x="3600" y="18000"/>
                </a:lnTo>
                <a:lnTo>
                  <a:pt x="2059" y="15430"/>
                </a:lnTo>
                <a:lnTo>
                  <a:pt x="1102" y="13583"/>
                </a:lnTo>
                <a:lnTo>
                  <a:pt x="554" y="11941"/>
                </a:lnTo>
                <a:lnTo>
                  <a:pt x="245" y="9986"/>
                </a:lnTo>
                <a:lnTo>
                  <a:pt x="0" y="7200"/>
                </a:lnTo>
                <a:lnTo>
                  <a:pt x="1051" y="4864"/>
                </a:lnTo>
                <a:lnTo>
                  <a:pt x="1778" y="3334"/>
                </a:lnTo>
                <a:lnTo>
                  <a:pt x="2516" y="1940"/>
                </a:lnTo>
                <a:lnTo>
                  <a:pt x="3600" y="0"/>
                </a:lnTo>
                <a:close/>
              </a:path>
            </a:pathLst>
          </a:custGeom>
          <a:solidFill>
            <a:srgbClr val="DCE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7" name="contour_13935"/>
          <p:cNvSpPr/>
          <p:nvPr/>
        </p:nvSpPr>
        <p:spPr>
          <a:xfrm>
            <a:off x="10322883" y="2381337"/>
            <a:ext cx="58304" cy="251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577"/>
                </a:moveTo>
                <a:lnTo>
                  <a:pt x="4887" y="688"/>
                </a:lnTo>
                <a:lnTo>
                  <a:pt x="6483" y="182"/>
                </a:lnTo>
                <a:lnTo>
                  <a:pt x="7943" y="0"/>
                </a:lnTo>
                <a:lnTo>
                  <a:pt x="9736" y="94"/>
                </a:lnTo>
                <a:lnTo>
                  <a:pt x="12317" y="401"/>
                </a:lnTo>
                <a:lnTo>
                  <a:pt x="14051" y="576"/>
                </a:lnTo>
                <a:lnTo>
                  <a:pt x="15795" y="745"/>
                </a:lnTo>
                <a:lnTo>
                  <a:pt x="17561" y="920"/>
                </a:lnTo>
                <a:lnTo>
                  <a:pt x="18895" y="1133"/>
                </a:lnTo>
                <a:lnTo>
                  <a:pt x="20239" y="1352"/>
                </a:lnTo>
                <a:lnTo>
                  <a:pt x="21600" y="1577"/>
                </a:lnTo>
                <a:lnTo>
                  <a:pt x="19548" y="7555"/>
                </a:lnTo>
                <a:lnTo>
                  <a:pt x="17941" y="12074"/>
                </a:lnTo>
                <a:lnTo>
                  <a:pt x="16637" y="15360"/>
                </a:lnTo>
                <a:lnTo>
                  <a:pt x="15509" y="17657"/>
                </a:lnTo>
                <a:lnTo>
                  <a:pt x="14410" y="19190"/>
                </a:lnTo>
                <a:lnTo>
                  <a:pt x="13211" y="20204"/>
                </a:lnTo>
                <a:lnTo>
                  <a:pt x="11772" y="20930"/>
                </a:lnTo>
                <a:lnTo>
                  <a:pt x="9958" y="21600"/>
                </a:lnTo>
                <a:lnTo>
                  <a:pt x="8286" y="21544"/>
                </a:lnTo>
                <a:lnTo>
                  <a:pt x="6626" y="21431"/>
                </a:lnTo>
                <a:lnTo>
                  <a:pt x="4971" y="21262"/>
                </a:lnTo>
                <a:lnTo>
                  <a:pt x="3318" y="21030"/>
                </a:lnTo>
                <a:lnTo>
                  <a:pt x="1661" y="20730"/>
                </a:lnTo>
                <a:lnTo>
                  <a:pt x="0" y="20354"/>
                </a:lnTo>
                <a:lnTo>
                  <a:pt x="381" y="15735"/>
                </a:lnTo>
                <a:lnTo>
                  <a:pt x="710" y="12449"/>
                </a:lnTo>
                <a:lnTo>
                  <a:pt x="1120" y="9595"/>
                </a:lnTo>
                <a:lnTo>
                  <a:pt x="1741" y="6272"/>
                </a:lnTo>
                <a:lnTo>
                  <a:pt x="2700" y="1577"/>
                </a:lnTo>
                <a:close/>
              </a:path>
            </a:pathLst>
          </a:custGeom>
          <a:solidFill>
            <a:srgbClr val="EB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8" name="contour_13936"/>
          <p:cNvSpPr/>
          <p:nvPr/>
        </p:nvSpPr>
        <p:spPr>
          <a:xfrm>
            <a:off x="5192137" y="2368597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3835" y="1786"/>
                </a:lnTo>
                <a:lnTo>
                  <a:pt x="14170" y="3578"/>
                </a:lnTo>
                <a:lnTo>
                  <a:pt x="14512" y="5400"/>
                </a:lnTo>
                <a:lnTo>
                  <a:pt x="14761" y="6196"/>
                </a:lnTo>
                <a:lnTo>
                  <a:pt x="15198" y="7596"/>
                </a:lnTo>
                <a:lnTo>
                  <a:pt x="16200" y="10800"/>
                </a:lnTo>
                <a:lnTo>
                  <a:pt x="17985" y="10800"/>
                </a:lnTo>
                <a:lnTo>
                  <a:pt x="19780" y="10800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728" y="20707"/>
                </a:lnTo>
                <a:lnTo>
                  <a:pt x="3469" y="19811"/>
                </a:lnTo>
                <a:lnTo>
                  <a:pt x="5233" y="18900"/>
                </a:lnTo>
                <a:lnTo>
                  <a:pt x="7131" y="17629"/>
                </a:lnTo>
                <a:lnTo>
                  <a:pt x="8681" y="16402"/>
                </a:lnTo>
                <a:lnTo>
                  <a:pt x="9971" y="14987"/>
                </a:lnTo>
                <a:lnTo>
                  <a:pt x="11086" y="13169"/>
                </a:lnTo>
                <a:lnTo>
                  <a:pt x="12118" y="10717"/>
                </a:lnTo>
                <a:lnTo>
                  <a:pt x="12469" y="8726"/>
                </a:lnTo>
                <a:lnTo>
                  <a:pt x="12714" y="7175"/>
                </a:lnTo>
                <a:lnTo>
                  <a:pt x="12925" y="5548"/>
                </a:lnTo>
                <a:lnTo>
                  <a:pt x="13165" y="3326"/>
                </a:lnTo>
                <a:lnTo>
                  <a:pt x="13500" y="0"/>
                </a:lnTo>
                <a:close/>
              </a:path>
            </a:pathLst>
          </a:custGeom>
          <a:solidFill>
            <a:srgbClr val="7465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39" name="contour_13937"/>
          <p:cNvSpPr/>
          <p:nvPr/>
        </p:nvSpPr>
        <p:spPr>
          <a:xfrm>
            <a:off x="4193682" y="2375885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6487" y="19462"/>
                </a:lnTo>
                <a:lnTo>
                  <a:pt x="5774" y="17320"/>
                </a:lnTo>
                <a:lnTo>
                  <a:pt x="5062" y="15179"/>
                </a:lnTo>
                <a:lnTo>
                  <a:pt x="4342" y="13034"/>
                </a:lnTo>
                <a:lnTo>
                  <a:pt x="3629" y="10880"/>
                </a:lnTo>
                <a:lnTo>
                  <a:pt x="2909" y="8723"/>
                </a:lnTo>
                <a:lnTo>
                  <a:pt x="2189" y="6557"/>
                </a:lnTo>
                <a:lnTo>
                  <a:pt x="1462" y="4382"/>
                </a:lnTo>
                <a:lnTo>
                  <a:pt x="734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4446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0" name="contour_13938"/>
          <p:cNvSpPr/>
          <p:nvPr/>
        </p:nvSpPr>
        <p:spPr>
          <a:xfrm>
            <a:off x="3814189" y="2368597"/>
            <a:ext cx="442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68" y="0"/>
                </a:moveTo>
                <a:lnTo>
                  <a:pt x="9628" y="1534"/>
                </a:lnTo>
                <a:lnTo>
                  <a:pt x="11168" y="2725"/>
                </a:lnTo>
                <a:lnTo>
                  <a:pt x="12698" y="4183"/>
                </a:lnTo>
                <a:lnTo>
                  <a:pt x="14929" y="6523"/>
                </a:lnTo>
                <a:lnTo>
                  <a:pt x="16185" y="7812"/>
                </a:lnTo>
                <a:lnTo>
                  <a:pt x="17451" y="9108"/>
                </a:lnTo>
                <a:lnTo>
                  <a:pt x="18736" y="10422"/>
                </a:lnTo>
                <a:lnTo>
                  <a:pt x="20134" y="12420"/>
                </a:lnTo>
                <a:lnTo>
                  <a:pt x="20981" y="14000"/>
                </a:lnTo>
                <a:lnTo>
                  <a:pt x="21415" y="15700"/>
                </a:lnTo>
                <a:lnTo>
                  <a:pt x="21579" y="18054"/>
                </a:lnTo>
                <a:lnTo>
                  <a:pt x="21600" y="21600"/>
                </a:lnTo>
                <a:lnTo>
                  <a:pt x="19280" y="21409"/>
                </a:lnTo>
                <a:lnTo>
                  <a:pt x="17003" y="21179"/>
                </a:lnTo>
                <a:lnTo>
                  <a:pt x="14762" y="20891"/>
                </a:lnTo>
                <a:lnTo>
                  <a:pt x="12545" y="20527"/>
                </a:lnTo>
                <a:lnTo>
                  <a:pt x="10353" y="20074"/>
                </a:lnTo>
                <a:lnTo>
                  <a:pt x="8169" y="19512"/>
                </a:lnTo>
                <a:lnTo>
                  <a:pt x="5992" y="18824"/>
                </a:lnTo>
                <a:lnTo>
                  <a:pt x="3811" y="18000"/>
                </a:lnTo>
                <a:lnTo>
                  <a:pt x="2426" y="15732"/>
                </a:lnTo>
                <a:lnTo>
                  <a:pt x="1338" y="13460"/>
                </a:lnTo>
                <a:lnTo>
                  <a:pt x="559" y="11146"/>
                </a:lnTo>
                <a:lnTo>
                  <a:pt x="107" y="8755"/>
                </a:lnTo>
                <a:lnTo>
                  <a:pt x="0" y="6253"/>
                </a:lnTo>
                <a:lnTo>
                  <a:pt x="253" y="3600"/>
                </a:lnTo>
                <a:lnTo>
                  <a:pt x="2092" y="2048"/>
                </a:lnTo>
                <a:lnTo>
                  <a:pt x="3444" y="1159"/>
                </a:lnTo>
                <a:lnTo>
                  <a:pt x="4981" y="587"/>
                </a:lnTo>
                <a:lnTo>
                  <a:pt x="7368" y="0"/>
                </a:lnTo>
                <a:close/>
              </a:path>
            </a:pathLst>
          </a:custGeom>
          <a:solidFill>
            <a:srgbClr val="4541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1" name="contour_13939"/>
          <p:cNvSpPr/>
          <p:nvPr/>
        </p:nvSpPr>
        <p:spPr>
          <a:xfrm>
            <a:off x="5512094" y="2375171"/>
            <a:ext cx="44442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8" y="0"/>
                </a:moveTo>
                <a:lnTo>
                  <a:pt x="10520" y="64"/>
                </a:lnTo>
                <a:lnTo>
                  <a:pt x="12964" y="124"/>
                </a:lnTo>
                <a:lnTo>
                  <a:pt x="14183" y="149"/>
                </a:lnTo>
                <a:lnTo>
                  <a:pt x="17849" y="220"/>
                </a:lnTo>
                <a:lnTo>
                  <a:pt x="19712" y="283"/>
                </a:lnTo>
                <a:lnTo>
                  <a:pt x="21600" y="347"/>
                </a:lnTo>
                <a:lnTo>
                  <a:pt x="21600" y="2688"/>
                </a:lnTo>
                <a:lnTo>
                  <a:pt x="21600" y="5044"/>
                </a:lnTo>
                <a:lnTo>
                  <a:pt x="21600" y="7431"/>
                </a:lnTo>
                <a:lnTo>
                  <a:pt x="20622" y="7300"/>
                </a:lnTo>
                <a:lnTo>
                  <a:pt x="18901" y="7070"/>
                </a:lnTo>
                <a:lnTo>
                  <a:pt x="14958" y="6546"/>
                </a:lnTo>
                <a:lnTo>
                  <a:pt x="12079" y="6542"/>
                </a:lnTo>
                <a:lnTo>
                  <a:pt x="10127" y="6773"/>
                </a:lnTo>
                <a:lnTo>
                  <a:pt x="7431" y="7431"/>
                </a:lnTo>
                <a:lnTo>
                  <a:pt x="6043" y="9305"/>
                </a:lnTo>
                <a:lnTo>
                  <a:pt x="4824" y="11222"/>
                </a:lnTo>
                <a:lnTo>
                  <a:pt x="3751" y="13180"/>
                </a:lnTo>
                <a:lnTo>
                  <a:pt x="2791" y="15196"/>
                </a:lnTo>
                <a:lnTo>
                  <a:pt x="1920" y="17268"/>
                </a:lnTo>
                <a:lnTo>
                  <a:pt x="1116" y="19400"/>
                </a:lnTo>
                <a:lnTo>
                  <a:pt x="347" y="21600"/>
                </a:lnTo>
                <a:lnTo>
                  <a:pt x="280" y="19443"/>
                </a:lnTo>
                <a:lnTo>
                  <a:pt x="223" y="17282"/>
                </a:lnTo>
                <a:lnTo>
                  <a:pt x="170" y="15125"/>
                </a:lnTo>
                <a:lnTo>
                  <a:pt x="124" y="12964"/>
                </a:lnTo>
                <a:lnTo>
                  <a:pt x="64" y="10556"/>
                </a:lnTo>
                <a:lnTo>
                  <a:pt x="0" y="8108"/>
                </a:lnTo>
                <a:lnTo>
                  <a:pt x="460" y="5026"/>
                </a:lnTo>
                <a:lnTo>
                  <a:pt x="1353" y="2823"/>
                </a:lnTo>
                <a:lnTo>
                  <a:pt x="2823" y="1353"/>
                </a:lnTo>
                <a:lnTo>
                  <a:pt x="5026" y="460"/>
                </a:lnTo>
                <a:lnTo>
                  <a:pt x="8108" y="0"/>
                </a:lnTo>
                <a:close/>
              </a:path>
            </a:pathLst>
          </a:custGeom>
          <a:solidFill>
            <a:srgbClr val="DAE2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2" name="contour_13940"/>
          <p:cNvSpPr/>
          <p:nvPr/>
        </p:nvSpPr>
        <p:spPr>
          <a:xfrm>
            <a:off x="4485201" y="2368597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9" y="0"/>
                </a:moveTo>
                <a:lnTo>
                  <a:pt x="9049" y="553"/>
                </a:lnTo>
                <a:lnTo>
                  <a:pt x="11788" y="1054"/>
                </a:lnTo>
                <a:lnTo>
                  <a:pt x="14154" y="1711"/>
                </a:lnTo>
                <a:lnTo>
                  <a:pt x="16894" y="2730"/>
                </a:lnTo>
                <a:lnTo>
                  <a:pt x="20754" y="4320"/>
                </a:lnTo>
                <a:lnTo>
                  <a:pt x="21335" y="7279"/>
                </a:lnTo>
                <a:lnTo>
                  <a:pt x="21595" y="10113"/>
                </a:lnTo>
                <a:lnTo>
                  <a:pt x="21600" y="12887"/>
                </a:lnTo>
                <a:lnTo>
                  <a:pt x="21418" y="15677"/>
                </a:lnTo>
                <a:lnTo>
                  <a:pt x="21112" y="18559"/>
                </a:lnTo>
                <a:lnTo>
                  <a:pt x="20754" y="21600"/>
                </a:lnTo>
                <a:lnTo>
                  <a:pt x="17330" y="21600"/>
                </a:lnTo>
                <a:lnTo>
                  <a:pt x="13900" y="21600"/>
                </a:lnTo>
                <a:lnTo>
                  <a:pt x="10455" y="21600"/>
                </a:lnTo>
                <a:lnTo>
                  <a:pt x="6994" y="21600"/>
                </a:lnTo>
                <a:lnTo>
                  <a:pt x="3513" y="21600"/>
                </a:lnTo>
                <a:lnTo>
                  <a:pt x="0" y="21600"/>
                </a:lnTo>
                <a:lnTo>
                  <a:pt x="643" y="18926"/>
                </a:lnTo>
                <a:lnTo>
                  <a:pt x="1287" y="16252"/>
                </a:lnTo>
                <a:lnTo>
                  <a:pt x="1930" y="13569"/>
                </a:lnTo>
                <a:lnTo>
                  <a:pt x="2574" y="10882"/>
                </a:lnTo>
                <a:lnTo>
                  <a:pt x="3222" y="8182"/>
                </a:lnTo>
                <a:lnTo>
                  <a:pt x="3876" y="5469"/>
                </a:lnTo>
                <a:lnTo>
                  <a:pt x="4530" y="2743"/>
                </a:lnTo>
                <a:lnTo>
                  <a:pt x="5189" y="0"/>
                </a:lnTo>
                <a:close/>
              </a:path>
            </a:pathLst>
          </a:custGeom>
          <a:solidFill>
            <a:srgbClr val="283B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3" name="contour_13941"/>
          <p:cNvSpPr/>
          <p:nvPr/>
        </p:nvSpPr>
        <p:spPr>
          <a:xfrm>
            <a:off x="10825754" y="234673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70" y="1674"/>
                </a:lnTo>
                <a:lnTo>
                  <a:pt x="12150" y="3377"/>
                </a:lnTo>
                <a:lnTo>
                  <a:pt x="13687" y="5677"/>
                </a:lnTo>
                <a:lnTo>
                  <a:pt x="15250" y="7369"/>
                </a:lnTo>
                <a:lnTo>
                  <a:pt x="16988" y="8654"/>
                </a:lnTo>
                <a:lnTo>
                  <a:pt x="19055" y="9731"/>
                </a:lnTo>
                <a:lnTo>
                  <a:pt x="21600" y="10800"/>
                </a:lnTo>
                <a:lnTo>
                  <a:pt x="20002" y="12874"/>
                </a:lnTo>
                <a:lnTo>
                  <a:pt x="18385" y="14854"/>
                </a:lnTo>
                <a:lnTo>
                  <a:pt x="16700" y="16733"/>
                </a:lnTo>
                <a:lnTo>
                  <a:pt x="14908" y="18493"/>
                </a:lnTo>
                <a:lnTo>
                  <a:pt x="12956" y="20120"/>
                </a:lnTo>
                <a:lnTo>
                  <a:pt x="10800" y="21600"/>
                </a:lnTo>
                <a:lnTo>
                  <a:pt x="8219" y="20347"/>
                </a:lnTo>
                <a:lnTo>
                  <a:pt x="6350" y="19386"/>
                </a:lnTo>
                <a:lnTo>
                  <a:pt x="4892" y="18508"/>
                </a:lnTo>
                <a:lnTo>
                  <a:pt x="3550" y="17518"/>
                </a:lnTo>
                <a:lnTo>
                  <a:pt x="2020" y="16214"/>
                </a:lnTo>
                <a:lnTo>
                  <a:pt x="0" y="14400"/>
                </a:lnTo>
                <a:lnTo>
                  <a:pt x="1163" y="11930"/>
                </a:lnTo>
                <a:lnTo>
                  <a:pt x="2437" y="9680"/>
                </a:lnTo>
                <a:lnTo>
                  <a:pt x="3827" y="7600"/>
                </a:lnTo>
                <a:lnTo>
                  <a:pt x="5350" y="5641"/>
                </a:lnTo>
                <a:lnTo>
                  <a:pt x="7013" y="3755"/>
                </a:lnTo>
                <a:lnTo>
                  <a:pt x="8827" y="1890"/>
                </a:lnTo>
                <a:lnTo>
                  <a:pt x="10800" y="0"/>
                </a:lnTo>
                <a:close/>
              </a:path>
            </a:pathLst>
          </a:custGeom>
          <a:solidFill>
            <a:srgbClr val="EB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4" name="contour_13942"/>
          <p:cNvSpPr/>
          <p:nvPr/>
        </p:nvSpPr>
        <p:spPr>
          <a:xfrm>
            <a:off x="10417627" y="2351886"/>
            <a:ext cx="58304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855" y="1620"/>
                </a:lnTo>
                <a:lnTo>
                  <a:pt x="3710" y="1351"/>
                </a:lnTo>
                <a:lnTo>
                  <a:pt x="5567" y="1109"/>
                </a:lnTo>
                <a:lnTo>
                  <a:pt x="7425" y="892"/>
                </a:lnTo>
                <a:lnTo>
                  <a:pt x="9283" y="689"/>
                </a:lnTo>
                <a:lnTo>
                  <a:pt x="10049" y="590"/>
                </a:lnTo>
                <a:lnTo>
                  <a:pt x="11402" y="413"/>
                </a:lnTo>
                <a:lnTo>
                  <a:pt x="14502" y="0"/>
                </a:lnTo>
                <a:lnTo>
                  <a:pt x="15954" y="636"/>
                </a:lnTo>
                <a:lnTo>
                  <a:pt x="17418" y="1273"/>
                </a:lnTo>
                <a:lnTo>
                  <a:pt x="18900" y="1922"/>
                </a:lnTo>
                <a:lnTo>
                  <a:pt x="19435" y="5818"/>
                </a:lnTo>
                <a:lnTo>
                  <a:pt x="19972" y="9728"/>
                </a:lnTo>
                <a:lnTo>
                  <a:pt x="20509" y="13650"/>
                </a:lnTo>
                <a:lnTo>
                  <a:pt x="21052" y="17605"/>
                </a:lnTo>
                <a:lnTo>
                  <a:pt x="21600" y="21600"/>
                </a:lnTo>
                <a:lnTo>
                  <a:pt x="19818" y="21056"/>
                </a:lnTo>
                <a:lnTo>
                  <a:pt x="18036" y="20518"/>
                </a:lnTo>
                <a:lnTo>
                  <a:pt x="16251" y="19973"/>
                </a:lnTo>
                <a:lnTo>
                  <a:pt x="14464" y="19435"/>
                </a:lnTo>
                <a:lnTo>
                  <a:pt x="12674" y="18891"/>
                </a:lnTo>
                <a:lnTo>
                  <a:pt x="10881" y="18347"/>
                </a:lnTo>
                <a:lnTo>
                  <a:pt x="9083" y="17802"/>
                </a:lnTo>
                <a:lnTo>
                  <a:pt x="7279" y="17251"/>
                </a:lnTo>
                <a:lnTo>
                  <a:pt x="5470" y="16700"/>
                </a:lnTo>
                <a:lnTo>
                  <a:pt x="3656" y="16149"/>
                </a:lnTo>
                <a:lnTo>
                  <a:pt x="1831" y="15598"/>
                </a:lnTo>
                <a:lnTo>
                  <a:pt x="0" y="15041"/>
                </a:lnTo>
                <a:lnTo>
                  <a:pt x="0" y="10705"/>
                </a:lnTo>
                <a:lnTo>
                  <a:pt x="0" y="6343"/>
                </a:lnTo>
                <a:lnTo>
                  <a:pt x="0" y="1922"/>
                </a:lnTo>
                <a:close/>
              </a:path>
            </a:pathLst>
          </a:custGeom>
          <a:solidFill>
            <a:srgbClr val="D5CA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5" name="contour_13943"/>
          <p:cNvSpPr/>
          <p:nvPr/>
        </p:nvSpPr>
        <p:spPr>
          <a:xfrm>
            <a:off x="10177123" y="2324869"/>
            <a:ext cx="6559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0272" y="403"/>
                </a:lnTo>
                <a:lnTo>
                  <a:pt x="10901" y="781"/>
                </a:lnTo>
                <a:lnTo>
                  <a:pt x="11626" y="1213"/>
                </a:lnTo>
                <a:lnTo>
                  <a:pt x="12586" y="1793"/>
                </a:lnTo>
                <a:lnTo>
                  <a:pt x="13922" y="2592"/>
                </a:lnTo>
                <a:lnTo>
                  <a:pt x="15775" y="3704"/>
                </a:lnTo>
                <a:lnTo>
                  <a:pt x="18288" y="5213"/>
                </a:lnTo>
                <a:lnTo>
                  <a:pt x="21600" y="7200"/>
                </a:lnTo>
                <a:lnTo>
                  <a:pt x="20112" y="9054"/>
                </a:lnTo>
                <a:lnTo>
                  <a:pt x="18665" y="10750"/>
                </a:lnTo>
                <a:lnTo>
                  <a:pt x="17244" y="12301"/>
                </a:lnTo>
                <a:lnTo>
                  <a:pt x="15840" y="13712"/>
                </a:lnTo>
                <a:lnTo>
                  <a:pt x="14441" y="14987"/>
                </a:lnTo>
                <a:lnTo>
                  <a:pt x="13032" y="16135"/>
                </a:lnTo>
                <a:lnTo>
                  <a:pt x="11604" y="17165"/>
                </a:lnTo>
                <a:lnTo>
                  <a:pt x="10142" y="18083"/>
                </a:lnTo>
                <a:lnTo>
                  <a:pt x="8635" y="18893"/>
                </a:lnTo>
                <a:lnTo>
                  <a:pt x="7070" y="19606"/>
                </a:lnTo>
                <a:lnTo>
                  <a:pt x="5438" y="20225"/>
                </a:lnTo>
                <a:lnTo>
                  <a:pt x="3722" y="20758"/>
                </a:lnTo>
                <a:lnTo>
                  <a:pt x="1915" y="21215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1584" y="14400"/>
                </a:lnTo>
                <a:lnTo>
                  <a:pt x="3170" y="14400"/>
                </a:lnTo>
                <a:lnTo>
                  <a:pt x="4764" y="14400"/>
                </a:lnTo>
                <a:lnTo>
                  <a:pt x="6365" y="14400"/>
                </a:lnTo>
                <a:lnTo>
                  <a:pt x="7975" y="14400"/>
                </a:lnTo>
                <a:lnTo>
                  <a:pt x="9600" y="14400"/>
                </a:lnTo>
                <a:lnTo>
                  <a:pt x="9600" y="12024"/>
                </a:lnTo>
                <a:lnTo>
                  <a:pt x="9600" y="9644"/>
                </a:lnTo>
                <a:lnTo>
                  <a:pt x="9600" y="7254"/>
                </a:lnTo>
                <a:lnTo>
                  <a:pt x="9600" y="4853"/>
                </a:lnTo>
                <a:lnTo>
                  <a:pt x="9600" y="2437"/>
                </a:lnTo>
                <a:lnTo>
                  <a:pt x="9600" y="0"/>
                </a:lnTo>
                <a:close/>
              </a:path>
            </a:pathLst>
          </a:custGeom>
          <a:solidFill>
            <a:srgbClr val="E3E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6" name="contour_13944"/>
          <p:cNvSpPr/>
          <p:nvPr/>
        </p:nvSpPr>
        <p:spPr>
          <a:xfrm>
            <a:off x="8231229" y="2346733"/>
            <a:ext cx="65592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19217" y="6274"/>
                </a:lnTo>
                <a:lnTo>
                  <a:pt x="17323" y="11158"/>
                </a:lnTo>
                <a:lnTo>
                  <a:pt x="15818" y="14844"/>
                </a:lnTo>
                <a:lnTo>
                  <a:pt x="14602" y="17503"/>
                </a:lnTo>
                <a:lnTo>
                  <a:pt x="13574" y="19310"/>
                </a:lnTo>
                <a:lnTo>
                  <a:pt x="12631" y="20445"/>
                </a:lnTo>
                <a:lnTo>
                  <a:pt x="11674" y="21090"/>
                </a:lnTo>
                <a:lnTo>
                  <a:pt x="10601" y="21416"/>
                </a:lnTo>
                <a:lnTo>
                  <a:pt x="9310" y="21600"/>
                </a:lnTo>
                <a:lnTo>
                  <a:pt x="8026" y="20742"/>
                </a:lnTo>
                <a:lnTo>
                  <a:pt x="7025" y="19927"/>
                </a:lnTo>
                <a:lnTo>
                  <a:pt x="5974" y="18800"/>
                </a:lnTo>
                <a:lnTo>
                  <a:pt x="4543" y="16999"/>
                </a:lnTo>
                <a:lnTo>
                  <a:pt x="2400" y="14178"/>
                </a:lnTo>
                <a:lnTo>
                  <a:pt x="1805" y="10669"/>
                </a:lnTo>
                <a:lnTo>
                  <a:pt x="1210" y="7139"/>
                </a:lnTo>
                <a:lnTo>
                  <a:pt x="607" y="3594"/>
                </a:lnTo>
                <a:lnTo>
                  <a:pt x="0" y="0"/>
                </a:lnTo>
                <a:close/>
              </a:path>
            </a:pathLst>
          </a:custGeom>
          <a:solidFill>
            <a:srgbClr val="C7B9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7" name="contour_13945"/>
          <p:cNvSpPr/>
          <p:nvPr/>
        </p:nvSpPr>
        <p:spPr>
          <a:xfrm>
            <a:off x="1227469" y="2339584"/>
            <a:ext cx="65439" cy="508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46" y="2454"/>
                </a:moveTo>
                <a:lnTo>
                  <a:pt x="20888" y="4641"/>
                </a:lnTo>
                <a:lnTo>
                  <a:pt x="21417" y="6170"/>
                </a:lnTo>
                <a:lnTo>
                  <a:pt x="21600" y="7757"/>
                </a:lnTo>
                <a:lnTo>
                  <a:pt x="21595" y="10118"/>
                </a:lnTo>
                <a:lnTo>
                  <a:pt x="21177" y="12169"/>
                </a:lnTo>
                <a:lnTo>
                  <a:pt x="20748" y="14251"/>
                </a:lnTo>
                <a:lnTo>
                  <a:pt x="20549" y="15294"/>
                </a:lnTo>
                <a:lnTo>
                  <a:pt x="19940" y="18432"/>
                </a:lnTo>
                <a:lnTo>
                  <a:pt x="19767" y="19221"/>
                </a:lnTo>
                <a:lnTo>
                  <a:pt x="19245" y="21600"/>
                </a:lnTo>
                <a:lnTo>
                  <a:pt x="18973" y="20257"/>
                </a:lnTo>
                <a:lnTo>
                  <a:pt x="18699" y="18893"/>
                </a:lnTo>
                <a:lnTo>
                  <a:pt x="18160" y="17005"/>
                </a:lnTo>
                <a:lnTo>
                  <a:pt x="17611" y="15297"/>
                </a:lnTo>
                <a:lnTo>
                  <a:pt x="17008" y="13719"/>
                </a:lnTo>
                <a:lnTo>
                  <a:pt x="16308" y="12219"/>
                </a:lnTo>
                <a:lnTo>
                  <a:pt x="15463" y="10737"/>
                </a:lnTo>
                <a:lnTo>
                  <a:pt x="14434" y="9224"/>
                </a:lnTo>
                <a:lnTo>
                  <a:pt x="12812" y="8902"/>
                </a:lnTo>
                <a:lnTo>
                  <a:pt x="11205" y="8682"/>
                </a:lnTo>
                <a:lnTo>
                  <a:pt x="9610" y="8558"/>
                </a:lnTo>
                <a:lnTo>
                  <a:pt x="8020" y="8518"/>
                </a:lnTo>
                <a:lnTo>
                  <a:pt x="6433" y="8555"/>
                </a:lnTo>
                <a:lnTo>
                  <a:pt x="4842" y="8651"/>
                </a:lnTo>
                <a:lnTo>
                  <a:pt x="3243" y="8803"/>
                </a:lnTo>
                <a:lnTo>
                  <a:pt x="1631" y="8998"/>
                </a:lnTo>
                <a:lnTo>
                  <a:pt x="0" y="9224"/>
                </a:lnTo>
                <a:lnTo>
                  <a:pt x="0" y="7178"/>
                </a:lnTo>
                <a:lnTo>
                  <a:pt x="0" y="5121"/>
                </a:lnTo>
                <a:lnTo>
                  <a:pt x="0" y="3035"/>
                </a:lnTo>
                <a:lnTo>
                  <a:pt x="1621" y="2630"/>
                </a:lnTo>
                <a:lnTo>
                  <a:pt x="3243" y="2234"/>
                </a:lnTo>
                <a:lnTo>
                  <a:pt x="4867" y="1847"/>
                </a:lnTo>
                <a:lnTo>
                  <a:pt x="6493" y="1470"/>
                </a:lnTo>
                <a:lnTo>
                  <a:pt x="8119" y="1102"/>
                </a:lnTo>
                <a:lnTo>
                  <a:pt x="9627" y="739"/>
                </a:lnTo>
                <a:lnTo>
                  <a:pt x="11145" y="381"/>
                </a:lnTo>
                <a:lnTo>
                  <a:pt x="12685" y="15"/>
                </a:lnTo>
                <a:lnTo>
                  <a:pt x="14737" y="0"/>
                </a:lnTo>
                <a:lnTo>
                  <a:pt x="16134" y="118"/>
                </a:lnTo>
                <a:lnTo>
                  <a:pt x="17222" y="489"/>
                </a:lnTo>
                <a:lnTo>
                  <a:pt x="18345" y="1228"/>
                </a:lnTo>
                <a:lnTo>
                  <a:pt x="19846" y="2454"/>
                </a:lnTo>
                <a:close/>
              </a:path>
            </a:pathLst>
          </a:custGeom>
          <a:solidFill>
            <a:srgbClr val="3739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8" name="contour_13946"/>
          <p:cNvSpPr/>
          <p:nvPr/>
        </p:nvSpPr>
        <p:spPr>
          <a:xfrm>
            <a:off x="8289533" y="2324869"/>
            <a:ext cx="51016" cy="37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5009" y="533"/>
                </a:lnTo>
                <a:lnTo>
                  <a:pt x="16823" y="1017"/>
                </a:lnTo>
                <a:lnTo>
                  <a:pt x="18230" y="1650"/>
                </a:lnTo>
                <a:lnTo>
                  <a:pt x="19675" y="2633"/>
                </a:lnTo>
                <a:lnTo>
                  <a:pt x="21600" y="4167"/>
                </a:lnTo>
                <a:lnTo>
                  <a:pt x="21381" y="7117"/>
                </a:lnTo>
                <a:lnTo>
                  <a:pt x="21097" y="9971"/>
                </a:lnTo>
                <a:lnTo>
                  <a:pt x="20705" y="12746"/>
                </a:lnTo>
                <a:lnTo>
                  <a:pt x="20171" y="15471"/>
                </a:lnTo>
                <a:lnTo>
                  <a:pt x="19455" y="18158"/>
                </a:lnTo>
                <a:lnTo>
                  <a:pt x="18514" y="20833"/>
                </a:lnTo>
                <a:lnTo>
                  <a:pt x="16095" y="21292"/>
                </a:lnTo>
                <a:lnTo>
                  <a:pt x="13883" y="21554"/>
                </a:lnTo>
                <a:lnTo>
                  <a:pt x="11824" y="21600"/>
                </a:lnTo>
                <a:lnTo>
                  <a:pt x="9871" y="21425"/>
                </a:lnTo>
                <a:lnTo>
                  <a:pt x="7977" y="21008"/>
                </a:lnTo>
                <a:lnTo>
                  <a:pt x="6091" y="20337"/>
                </a:lnTo>
                <a:lnTo>
                  <a:pt x="4166" y="19400"/>
                </a:lnTo>
                <a:lnTo>
                  <a:pt x="2151" y="18179"/>
                </a:lnTo>
                <a:lnTo>
                  <a:pt x="0" y="16667"/>
                </a:lnTo>
                <a:lnTo>
                  <a:pt x="1432" y="14396"/>
                </a:lnTo>
                <a:lnTo>
                  <a:pt x="2876" y="12167"/>
                </a:lnTo>
                <a:lnTo>
                  <a:pt x="4335" y="9987"/>
                </a:lnTo>
                <a:lnTo>
                  <a:pt x="5829" y="7858"/>
                </a:lnTo>
                <a:lnTo>
                  <a:pt x="7366" y="5788"/>
                </a:lnTo>
                <a:lnTo>
                  <a:pt x="8955" y="3783"/>
                </a:lnTo>
                <a:lnTo>
                  <a:pt x="10612" y="1854"/>
                </a:lnTo>
                <a:lnTo>
                  <a:pt x="12343" y="0"/>
                </a:lnTo>
                <a:close/>
              </a:path>
            </a:pathLst>
          </a:custGeom>
          <a:solidFill>
            <a:srgbClr val="5E5A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49" name="contour_13947"/>
          <p:cNvSpPr/>
          <p:nvPr/>
        </p:nvSpPr>
        <p:spPr>
          <a:xfrm>
            <a:off x="4718417" y="231758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84"/>
                </a:lnTo>
                <a:lnTo>
                  <a:pt x="7967" y="416"/>
                </a:lnTo>
                <a:lnTo>
                  <a:pt x="9904" y="864"/>
                </a:lnTo>
                <a:lnTo>
                  <a:pt x="12823" y="1685"/>
                </a:lnTo>
                <a:lnTo>
                  <a:pt x="15289" y="2327"/>
                </a:lnTo>
                <a:lnTo>
                  <a:pt x="17788" y="2975"/>
                </a:lnTo>
                <a:lnTo>
                  <a:pt x="19681" y="4180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246" y="17512"/>
                </a:lnTo>
                <a:lnTo>
                  <a:pt x="17521" y="18301"/>
                </a:lnTo>
                <a:lnTo>
                  <a:pt x="15588" y="18884"/>
                </a:lnTo>
                <a:lnTo>
                  <a:pt x="12600" y="19575"/>
                </a:lnTo>
                <a:lnTo>
                  <a:pt x="10087" y="20185"/>
                </a:lnTo>
                <a:lnTo>
                  <a:pt x="7538" y="20801"/>
                </a:lnTo>
                <a:lnTo>
                  <a:pt x="5584" y="21200"/>
                </a:lnTo>
                <a:lnTo>
                  <a:pt x="3600" y="21600"/>
                </a:lnTo>
                <a:lnTo>
                  <a:pt x="2599" y="17744"/>
                </a:lnTo>
                <a:lnTo>
                  <a:pt x="1912" y="14974"/>
                </a:lnTo>
                <a:lnTo>
                  <a:pt x="1364" y="12512"/>
                </a:lnTo>
                <a:lnTo>
                  <a:pt x="785" y="9580"/>
                </a:lnTo>
                <a:lnTo>
                  <a:pt x="0" y="5400"/>
                </a:lnTo>
                <a:lnTo>
                  <a:pt x="1786" y="2722"/>
                </a:lnTo>
                <a:lnTo>
                  <a:pt x="3600" y="0"/>
                </a:lnTo>
                <a:close/>
              </a:path>
            </a:pathLst>
          </a:custGeom>
          <a:solidFill>
            <a:srgbClr val="5D6E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0" name="contour_13948"/>
          <p:cNvSpPr/>
          <p:nvPr/>
        </p:nvSpPr>
        <p:spPr>
          <a:xfrm>
            <a:off x="2357108" y="231758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713"/>
                </a:lnTo>
                <a:lnTo>
                  <a:pt x="13781" y="1429"/>
                </a:lnTo>
                <a:lnTo>
                  <a:pt x="16364" y="2146"/>
                </a:lnTo>
                <a:lnTo>
                  <a:pt x="18969" y="2869"/>
                </a:lnTo>
                <a:lnTo>
                  <a:pt x="21600" y="3600"/>
                </a:lnTo>
                <a:lnTo>
                  <a:pt x="21064" y="5828"/>
                </a:lnTo>
                <a:lnTo>
                  <a:pt x="20529" y="8057"/>
                </a:lnTo>
                <a:lnTo>
                  <a:pt x="19993" y="10292"/>
                </a:lnTo>
                <a:lnTo>
                  <a:pt x="19457" y="12532"/>
                </a:lnTo>
                <a:lnTo>
                  <a:pt x="18917" y="14782"/>
                </a:lnTo>
                <a:lnTo>
                  <a:pt x="18373" y="17042"/>
                </a:lnTo>
                <a:lnTo>
                  <a:pt x="17829" y="19314"/>
                </a:lnTo>
                <a:lnTo>
                  <a:pt x="17280" y="21600"/>
                </a:lnTo>
                <a:lnTo>
                  <a:pt x="14835" y="20581"/>
                </a:lnTo>
                <a:lnTo>
                  <a:pt x="12390" y="19562"/>
                </a:lnTo>
                <a:lnTo>
                  <a:pt x="9936" y="18540"/>
                </a:lnTo>
                <a:lnTo>
                  <a:pt x="7474" y="17514"/>
                </a:lnTo>
                <a:lnTo>
                  <a:pt x="4998" y="16481"/>
                </a:lnTo>
                <a:lnTo>
                  <a:pt x="2510" y="15444"/>
                </a:lnTo>
                <a:lnTo>
                  <a:pt x="0" y="14400"/>
                </a:lnTo>
                <a:lnTo>
                  <a:pt x="1223" y="12362"/>
                </a:lnTo>
                <a:lnTo>
                  <a:pt x="2445" y="10325"/>
                </a:lnTo>
                <a:lnTo>
                  <a:pt x="3672" y="8280"/>
                </a:lnTo>
                <a:lnTo>
                  <a:pt x="4903" y="6228"/>
                </a:lnTo>
                <a:lnTo>
                  <a:pt x="6143" y="4165"/>
                </a:lnTo>
                <a:lnTo>
                  <a:pt x="7387" y="2092"/>
                </a:lnTo>
                <a:lnTo>
                  <a:pt x="8640" y="0"/>
                </a:lnTo>
                <a:close/>
              </a:path>
            </a:pathLst>
          </a:custGeom>
          <a:solidFill>
            <a:srgbClr val="1010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1" name="contour_13949"/>
          <p:cNvSpPr/>
          <p:nvPr/>
        </p:nvSpPr>
        <p:spPr>
          <a:xfrm>
            <a:off x="10169835" y="230300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19405" y="9331"/>
                </a:lnTo>
                <a:lnTo>
                  <a:pt x="17781" y="12990"/>
                </a:lnTo>
                <a:lnTo>
                  <a:pt x="16580" y="15600"/>
                </a:lnTo>
                <a:lnTo>
                  <a:pt x="15647" y="17461"/>
                </a:lnTo>
                <a:lnTo>
                  <a:pt x="14835" y="18883"/>
                </a:lnTo>
                <a:lnTo>
                  <a:pt x="13988" y="20161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417" y="18960"/>
                </a:lnTo>
                <a:lnTo>
                  <a:pt x="2678" y="16308"/>
                </a:lnTo>
                <a:lnTo>
                  <a:pt x="2078" y="13647"/>
                </a:lnTo>
                <a:lnTo>
                  <a:pt x="1581" y="10964"/>
                </a:lnTo>
                <a:lnTo>
                  <a:pt x="1158" y="8260"/>
                </a:lnTo>
                <a:lnTo>
                  <a:pt x="773" y="5534"/>
                </a:lnTo>
                <a:lnTo>
                  <a:pt x="397" y="2782"/>
                </a:lnTo>
                <a:lnTo>
                  <a:pt x="0" y="0"/>
                </a:lnTo>
                <a:close/>
              </a:path>
            </a:pathLst>
          </a:custGeom>
          <a:solidFill>
            <a:srgbClr val="EF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2" name="contour_13950"/>
          <p:cNvSpPr/>
          <p:nvPr/>
        </p:nvSpPr>
        <p:spPr>
          <a:xfrm>
            <a:off x="2269652" y="2281141"/>
            <a:ext cx="4372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68" y="2042"/>
                </a:lnTo>
                <a:lnTo>
                  <a:pt x="16330" y="4093"/>
                </a:lnTo>
                <a:lnTo>
                  <a:pt x="17280" y="6152"/>
                </a:lnTo>
                <a:lnTo>
                  <a:pt x="18223" y="8211"/>
                </a:lnTo>
                <a:lnTo>
                  <a:pt x="19292" y="10499"/>
                </a:lnTo>
                <a:lnTo>
                  <a:pt x="20376" y="12825"/>
                </a:lnTo>
                <a:lnTo>
                  <a:pt x="20984" y="14872"/>
                </a:lnTo>
                <a:lnTo>
                  <a:pt x="21600" y="16948"/>
                </a:lnTo>
                <a:lnTo>
                  <a:pt x="19451" y="19405"/>
                </a:lnTo>
                <a:lnTo>
                  <a:pt x="17914" y="20706"/>
                </a:lnTo>
                <a:lnTo>
                  <a:pt x="16247" y="21295"/>
                </a:lnTo>
                <a:lnTo>
                  <a:pt x="13712" y="21600"/>
                </a:lnTo>
                <a:lnTo>
                  <a:pt x="11261" y="21524"/>
                </a:lnTo>
                <a:lnTo>
                  <a:pt x="8777" y="21447"/>
                </a:lnTo>
                <a:lnTo>
                  <a:pt x="7542" y="21422"/>
                </a:lnTo>
                <a:lnTo>
                  <a:pt x="3812" y="21333"/>
                </a:lnTo>
                <a:lnTo>
                  <a:pt x="1919" y="21261"/>
                </a:lnTo>
                <a:lnTo>
                  <a:pt x="0" y="21185"/>
                </a:lnTo>
                <a:lnTo>
                  <a:pt x="569" y="18032"/>
                </a:lnTo>
                <a:lnTo>
                  <a:pt x="1040" y="15795"/>
                </a:lnTo>
                <a:lnTo>
                  <a:pt x="1588" y="13863"/>
                </a:lnTo>
                <a:lnTo>
                  <a:pt x="2383" y="11626"/>
                </a:lnTo>
                <a:lnTo>
                  <a:pt x="3600" y="8474"/>
                </a:lnTo>
                <a:lnTo>
                  <a:pt x="6386" y="8093"/>
                </a:lnTo>
                <a:lnTo>
                  <a:pt x="8341" y="7902"/>
                </a:lnTo>
                <a:lnTo>
                  <a:pt x="9983" y="7902"/>
                </a:lnTo>
                <a:lnTo>
                  <a:pt x="11830" y="8093"/>
                </a:lnTo>
                <a:lnTo>
                  <a:pt x="14400" y="8474"/>
                </a:lnTo>
                <a:lnTo>
                  <a:pt x="14400" y="5673"/>
                </a:lnTo>
                <a:lnTo>
                  <a:pt x="14400" y="2856"/>
                </a:lnTo>
                <a:lnTo>
                  <a:pt x="14400" y="0"/>
                </a:lnTo>
                <a:close/>
              </a:path>
            </a:pathLst>
          </a:custGeom>
          <a:solidFill>
            <a:srgbClr val="31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3" name="contour_13951"/>
          <p:cNvSpPr/>
          <p:nvPr/>
        </p:nvSpPr>
        <p:spPr>
          <a:xfrm>
            <a:off x="8012589" y="228114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851"/>
                </a:lnTo>
                <a:lnTo>
                  <a:pt x="21600" y="5707"/>
                </a:lnTo>
                <a:lnTo>
                  <a:pt x="21600" y="8575"/>
                </a:lnTo>
                <a:lnTo>
                  <a:pt x="21600" y="11457"/>
                </a:lnTo>
                <a:lnTo>
                  <a:pt x="21600" y="14355"/>
                </a:lnTo>
                <a:lnTo>
                  <a:pt x="21600" y="17280"/>
                </a:lnTo>
                <a:lnTo>
                  <a:pt x="19792" y="17846"/>
                </a:lnTo>
                <a:lnTo>
                  <a:pt x="17980" y="18395"/>
                </a:lnTo>
                <a:lnTo>
                  <a:pt x="16166" y="18935"/>
                </a:lnTo>
                <a:lnTo>
                  <a:pt x="14352" y="19462"/>
                </a:lnTo>
                <a:lnTo>
                  <a:pt x="12534" y="19980"/>
                </a:lnTo>
                <a:lnTo>
                  <a:pt x="10849" y="20481"/>
                </a:lnTo>
                <a:lnTo>
                  <a:pt x="9155" y="20987"/>
                </a:lnTo>
                <a:lnTo>
                  <a:pt x="7437" y="21501"/>
                </a:lnTo>
                <a:lnTo>
                  <a:pt x="5277" y="21548"/>
                </a:lnTo>
                <a:lnTo>
                  <a:pt x="3086" y="21600"/>
                </a:lnTo>
                <a:lnTo>
                  <a:pt x="1839" y="19090"/>
                </a:lnTo>
                <a:lnTo>
                  <a:pt x="1102" y="17353"/>
                </a:lnTo>
                <a:lnTo>
                  <a:pt x="583" y="15582"/>
                </a:lnTo>
                <a:lnTo>
                  <a:pt x="0" y="12960"/>
                </a:lnTo>
                <a:lnTo>
                  <a:pt x="1827" y="11327"/>
                </a:lnTo>
                <a:lnTo>
                  <a:pt x="3657" y="9707"/>
                </a:lnTo>
                <a:lnTo>
                  <a:pt x="5493" y="8091"/>
                </a:lnTo>
                <a:lnTo>
                  <a:pt x="7329" y="6480"/>
                </a:lnTo>
                <a:lnTo>
                  <a:pt x="8689" y="5275"/>
                </a:lnTo>
                <a:lnTo>
                  <a:pt x="10063" y="4065"/>
                </a:lnTo>
                <a:lnTo>
                  <a:pt x="11451" y="2834"/>
                </a:lnTo>
                <a:lnTo>
                  <a:pt x="13441" y="1452"/>
                </a:lnTo>
                <a:lnTo>
                  <a:pt x="14966" y="613"/>
                </a:lnTo>
                <a:lnTo>
                  <a:pt x="16509" y="181"/>
                </a:lnTo>
                <a:lnTo>
                  <a:pt x="18557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F2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4" name="contour_13952"/>
          <p:cNvSpPr/>
          <p:nvPr/>
        </p:nvSpPr>
        <p:spPr>
          <a:xfrm>
            <a:off x="1737629" y="229571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23" y="194"/>
                </a:lnTo>
                <a:lnTo>
                  <a:pt x="4218" y="423"/>
                </a:lnTo>
                <a:lnTo>
                  <a:pt x="6295" y="704"/>
                </a:lnTo>
                <a:lnTo>
                  <a:pt x="8353" y="1050"/>
                </a:lnTo>
                <a:lnTo>
                  <a:pt x="10399" y="1477"/>
                </a:lnTo>
                <a:lnTo>
                  <a:pt x="12435" y="2004"/>
                </a:lnTo>
                <a:lnTo>
                  <a:pt x="14463" y="2644"/>
                </a:lnTo>
                <a:lnTo>
                  <a:pt x="16487" y="3408"/>
                </a:lnTo>
                <a:lnTo>
                  <a:pt x="18514" y="4320"/>
                </a:lnTo>
                <a:lnTo>
                  <a:pt x="19693" y="7188"/>
                </a:lnTo>
                <a:lnTo>
                  <a:pt x="20486" y="9845"/>
                </a:lnTo>
                <a:lnTo>
                  <a:pt x="20983" y="12459"/>
                </a:lnTo>
                <a:lnTo>
                  <a:pt x="21273" y="15185"/>
                </a:lnTo>
                <a:lnTo>
                  <a:pt x="21449" y="18179"/>
                </a:lnTo>
                <a:lnTo>
                  <a:pt x="21600" y="21600"/>
                </a:lnTo>
                <a:lnTo>
                  <a:pt x="19665" y="20680"/>
                </a:lnTo>
                <a:lnTo>
                  <a:pt x="17734" y="19742"/>
                </a:lnTo>
                <a:lnTo>
                  <a:pt x="15808" y="18788"/>
                </a:lnTo>
                <a:lnTo>
                  <a:pt x="13886" y="17820"/>
                </a:lnTo>
                <a:lnTo>
                  <a:pt x="12451" y="17120"/>
                </a:lnTo>
                <a:lnTo>
                  <a:pt x="11010" y="16412"/>
                </a:lnTo>
                <a:lnTo>
                  <a:pt x="9547" y="15695"/>
                </a:lnTo>
                <a:lnTo>
                  <a:pt x="8708" y="15012"/>
                </a:lnTo>
                <a:lnTo>
                  <a:pt x="6171" y="12960"/>
                </a:lnTo>
                <a:lnTo>
                  <a:pt x="6171" y="10104"/>
                </a:lnTo>
                <a:lnTo>
                  <a:pt x="6171" y="7232"/>
                </a:lnTo>
                <a:lnTo>
                  <a:pt x="6171" y="4320"/>
                </a:lnTo>
                <a:lnTo>
                  <a:pt x="4339" y="2735"/>
                </a:lnTo>
                <a:lnTo>
                  <a:pt x="3086" y="1754"/>
                </a:lnTo>
                <a:lnTo>
                  <a:pt x="1833" y="981"/>
                </a:lnTo>
                <a:lnTo>
                  <a:pt x="0" y="0"/>
                </a:lnTo>
                <a:close/>
              </a:path>
            </a:pathLst>
          </a:custGeom>
          <a:solidFill>
            <a:srgbClr val="5F61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5" name="contour_13953"/>
          <p:cNvSpPr/>
          <p:nvPr/>
        </p:nvSpPr>
        <p:spPr>
          <a:xfrm>
            <a:off x="4499777" y="229571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54" y="2674"/>
                </a:lnTo>
                <a:lnTo>
                  <a:pt x="20707" y="5348"/>
                </a:lnTo>
                <a:lnTo>
                  <a:pt x="20261" y="8031"/>
                </a:lnTo>
                <a:lnTo>
                  <a:pt x="19814" y="10718"/>
                </a:lnTo>
                <a:lnTo>
                  <a:pt x="19364" y="13418"/>
                </a:lnTo>
                <a:lnTo>
                  <a:pt x="18911" y="16131"/>
                </a:lnTo>
                <a:lnTo>
                  <a:pt x="18457" y="18857"/>
                </a:lnTo>
                <a:lnTo>
                  <a:pt x="18000" y="21600"/>
                </a:lnTo>
                <a:lnTo>
                  <a:pt x="15556" y="19799"/>
                </a:lnTo>
                <a:lnTo>
                  <a:pt x="13331" y="18010"/>
                </a:lnTo>
                <a:lnTo>
                  <a:pt x="11297" y="16200"/>
                </a:lnTo>
                <a:lnTo>
                  <a:pt x="9425" y="14334"/>
                </a:lnTo>
                <a:lnTo>
                  <a:pt x="7686" y="12377"/>
                </a:lnTo>
                <a:lnTo>
                  <a:pt x="6055" y="10290"/>
                </a:lnTo>
                <a:lnTo>
                  <a:pt x="4500" y="8044"/>
                </a:lnTo>
                <a:lnTo>
                  <a:pt x="2992" y="5603"/>
                </a:lnTo>
                <a:lnTo>
                  <a:pt x="1501" y="2933"/>
                </a:lnTo>
                <a:lnTo>
                  <a:pt x="0" y="0"/>
                </a:lnTo>
                <a:close/>
              </a:path>
            </a:pathLst>
          </a:custGeom>
          <a:solidFill>
            <a:srgbClr val="314F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6" name="contour_13954"/>
          <p:cNvSpPr/>
          <p:nvPr/>
        </p:nvSpPr>
        <p:spPr>
          <a:xfrm>
            <a:off x="7400398" y="228114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92" y="229"/>
                </a:lnTo>
                <a:lnTo>
                  <a:pt x="12193" y="700"/>
                </a:lnTo>
                <a:lnTo>
                  <a:pt x="14486" y="1378"/>
                </a:lnTo>
                <a:lnTo>
                  <a:pt x="16765" y="2229"/>
                </a:lnTo>
                <a:lnTo>
                  <a:pt x="19105" y="3218"/>
                </a:lnTo>
                <a:lnTo>
                  <a:pt x="21600" y="4320"/>
                </a:lnTo>
                <a:lnTo>
                  <a:pt x="19818" y="6458"/>
                </a:lnTo>
                <a:lnTo>
                  <a:pt x="18032" y="8601"/>
                </a:lnTo>
                <a:lnTo>
                  <a:pt x="16247" y="10744"/>
                </a:lnTo>
                <a:lnTo>
                  <a:pt x="14454" y="12895"/>
                </a:lnTo>
                <a:lnTo>
                  <a:pt x="12654" y="15055"/>
                </a:lnTo>
                <a:lnTo>
                  <a:pt x="10847" y="17224"/>
                </a:lnTo>
                <a:lnTo>
                  <a:pt x="9029" y="19405"/>
                </a:lnTo>
                <a:lnTo>
                  <a:pt x="7200" y="21600"/>
                </a:lnTo>
                <a:lnTo>
                  <a:pt x="5418" y="19462"/>
                </a:lnTo>
                <a:lnTo>
                  <a:pt x="3629" y="17310"/>
                </a:lnTo>
                <a:lnTo>
                  <a:pt x="1825" y="15150"/>
                </a:lnTo>
                <a:lnTo>
                  <a:pt x="0" y="12960"/>
                </a:lnTo>
                <a:lnTo>
                  <a:pt x="972" y="9863"/>
                </a:lnTo>
                <a:lnTo>
                  <a:pt x="1768" y="7620"/>
                </a:lnTo>
                <a:lnTo>
                  <a:pt x="2588" y="5871"/>
                </a:lnTo>
                <a:lnTo>
                  <a:pt x="3632" y="4260"/>
                </a:lnTo>
                <a:lnTo>
                  <a:pt x="5105" y="2424"/>
                </a:lnTo>
                <a:lnTo>
                  <a:pt x="7200" y="0"/>
                </a:lnTo>
                <a:close/>
              </a:path>
            </a:pathLst>
          </a:custGeom>
          <a:solidFill>
            <a:srgbClr val="D1BA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7" name="contour_13955"/>
          <p:cNvSpPr/>
          <p:nvPr/>
        </p:nvSpPr>
        <p:spPr>
          <a:xfrm>
            <a:off x="1329501" y="2266565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90" y="376"/>
                </a:lnTo>
                <a:lnTo>
                  <a:pt x="11478" y="778"/>
                </a:lnTo>
                <a:lnTo>
                  <a:pt x="13165" y="1192"/>
                </a:lnTo>
                <a:lnTo>
                  <a:pt x="14850" y="1620"/>
                </a:lnTo>
                <a:lnTo>
                  <a:pt x="16735" y="2074"/>
                </a:lnTo>
                <a:lnTo>
                  <a:pt x="18646" y="2532"/>
                </a:lnTo>
                <a:lnTo>
                  <a:pt x="20112" y="3417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20318" y="12783"/>
                </a:lnTo>
                <a:lnTo>
                  <a:pt x="19027" y="12601"/>
                </a:lnTo>
                <a:lnTo>
                  <a:pt x="17717" y="12420"/>
                </a:lnTo>
                <a:lnTo>
                  <a:pt x="17099" y="12502"/>
                </a:lnTo>
                <a:lnTo>
                  <a:pt x="16006" y="12640"/>
                </a:lnTo>
                <a:lnTo>
                  <a:pt x="13500" y="12960"/>
                </a:lnTo>
                <a:lnTo>
                  <a:pt x="12830" y="15098"/>
                </a:lnTo>
                <a:lnTo>
                  <a:pt x="12161" y="17250"/>
                </a:lnTo>
                <a:lnTo>
                  <a:pt x="11483" y="19410"/>
                </a:lnTo>
                <a:lnTo>
                  <a:pt x="10800" y="21600"/>
                </a:lnTo>
                <a:lnTo>
                  <a:pt x="9272" y="20377"/>
                </a:lnTo>
                <a:lnTo>
                  <a:pt x="7744" y="19155"/>
                </a:lnTo>
                <a:lnTo>
                  <a:pt x="6210" y="17928"/>
                </a:lnTo>
                <a:lnTo>
                  <a:pt x="4671" y="16697"/>
                </a:lnTo>
                <a:lnTo>
                  <a:pt x="3124" y="15457"/>
                </a:lnTo>
                <a:lnTo>
                  <a:pt x="1569" y="14213"/>
                </a:lnTo>
                <a:lnTo>
                  <a:pt x="0" y="12960"/>
                </a:lnTo>
                <a:lnTo>
                  <a:pt x="1604" y="12960"/>
                </a:lnTo>
                <a:lnTo>
                  <a:pt x="3213" y="12960"/>
                </a:lnTo>
                <a:lnTo>
                  <a:pt x="4828" y="12960"/>
                </a:lnTo>
                <a:lnTo>
                  <a:pt x="6456" y="12960"/>
                </a:lnTo>
                <a:lnTo>
                  <a:pt x="8100" y="12960"/>
                </a:lnTo>
                <a:lnTo>
                  <a:pt x="8100" y="10394"/>
                </a:lnTo>
                <a:lnTo>
                  <a:pt x="8100" y="7819"/>
                </a:lnTo>
                <a:lnTo>
                  <a:pt x="8100" y="5236"/>
                </a:lnTo>
                <a:lnTo>
                  <a:pt x="8100" y="2631"/>
                </a:lnTo>
                <a:lnTo>
                  <a:pt x="8100" y="0"/>
                </a:lnTo>
                <a:close/>
              </a:path>
            </a:pathLst>
          </a:custGeom>
          <a:solidFill>
            <a:srgbClr val="7472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8" name="contour_13956"/>
          <p:cNvSpPr/>
          <p:nvPr/>
        </p:nvSpPr>
        <p:spPr>
          <a:xfrm>
            <a:off x="10694570" y="2266565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029" y="752"/>
                </a:lnTo>
                <a:lnTo>
                  <a:pt x="9651" y="1544"/>
                </a:lnTo>
                <a:lnTo>
                  <a:pt x="12195" y="2401"/>
                </a:lnTo>
                <a:lnTo>
                  <a:pt x="14658" y="3362"/>
                </a:lnTo>
                <a:lnTo>
                  <a:pt x="17047" y="4457"/>
                </a:lnTo>
                <a:lnTo>
                  <a:pt x="19358" y="5728"/>
                </a:lnTo>
                <a:lnTo>
                  <a:pt x="21600" y="7200"/>
                </a:lnTo>
                <a:lnTo>
                  <a:pt x="21552" y="9778"/>
                </a:lnTo>
                <a:lnTo>
                  <a:pt x="21172" y="12226"/>
                </a:lnTo>
                <a:lnTo>
                  <a:pt x="20507" y="14591"/>
                </a:lnTo>
                <a:lnTo>
                  <a:pt x="19604" y="16909"/>
                </a:lnTo>
                <a:lnTo>
                  <a:pt x="18516" y="19231"/>
                </a:lnTo>
                <a:lnTo>
                  <a:pt x="17280" y="21600"/>
                </a:lnTo>
                <a:lnTo>
                  <a:pt x="17280" y="19220"/>
                </a:lnTo>
                <a:lnTo>
                  <a:pt x="17280" y="16826"/>
                </a:lnTo>
                <a:lnTo>
                  <a:pt x="17280" y="14400"/>
                </a:lnTo>
                <a:lnTo>
                  <a:pt x="14442" y="13324"/>
                </a:lnTo>
                <a:lnTo>
                  <a:pt x="12200" y="12740"/>
                </a:lnTo>
                <a:lnTo>
                  <a:pt x="8640" y="12150"/>
                </a:lnTo>
                <a:lnTo>
                  <a:pt x="6229" y="11743"/>
                </a:lnTo>
                <a:lnTo>
                  <a:pt x="3780" y="11333"/>
                </a:lnTo>
                <a:lnTo>
                  <a:pt x="1901" y="11066"/>
                </a:lnTo>
                <a:lnTo>
                  <a:pt x="0" y="10800"/>
                </a:lnTo>
                <a:lnTo>
                  <a:pt x="855" y="8662"/>
                </a:lnTo>
                <a:lnTo>
                  <a:pt x="1715" y="6516"/>
                </a:lnTo>
                <a:lnTo>
                  <a:pt x="2575" y="4363"/>
                </a:lnTo>
                <a:lnTo>
                  <a:pt x="3443" y="2192"/>
                </a:lnTo>
                <a:lnTo>
                  <a:pt x="4320" y="0"/>
                </a:lnTo>
                <a:close/>
              </a:path>
            </a:pathLst>
          </a:custGeom>
          <a:solidFill>
            <a:srgbClr val="C7B7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59" name="contour_13957"/>
          <p:cNvSpPr/>
          <p:nvPr/>
        </p:nvSpPr>
        <p:spPr>
          <a:xfrm>
            <a:off x="10577962" y="2245780"/>
            <a:ext cx="72880" cy="214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57"/>
                </a:moveTo>
                <a:lnTo>
                  <a:pt x="21116" y="10620"/>
                </a:lnTo>
                <a:lnTo>
                  <a:pt x="20730" y="13609"/>
                </a:lnTo>
                <a:lnTo>
                  <a:pt x="20237" y="16591"/>
                </a:lnTo>
                <a:lnTo>
                  <a:pt x="19440" y="20946"/>
                </a:lnTo>
                <a:lnTo>
                  <a:pt x="17922" y="21600"/>
                </a:lnTo>
                <a:lnTo>
                  <a:pt x="16764" y="21556"/>
                </a:lnTo>
                <a:lnTo>
                  <a:pt x="14977" y="20777"/>
                </a:lnTo>
                <a:lnTo>
                  <a:pt x="13668" y="20205"/>
                </a:lnTo>
                <a:lnTo>
                  <a:pt x="12340" y="19624"/>
                </a:lnTo>
                <a:lnTo>
                  <a:pt x="10973" y="18912"/>
                </a:lnTo>
                <a:lnTo>
                  <a:pt x="9586" y="18192"/>
                </a:lnTo>
                <a:lnTo>
                  <a:pt x="8206" y="17568"/>
                </a:lnTo>
                <a:lnTo>
                  <a:pt x="6804" y="16929"/>
                </a:lnTo>
                <a:lnTo>
                  <a:pt x="5443" y="16290"/>
                </a:lnTo>
                <a:lnTo>
                  <a:pt x="4080" y="15636"/>
                </a:lnTo>
                <a:lnTo>
                  <a:pt x="2719" y="14968"/>
                </a:lnTo>
                <a:lnTo>
                  <a:pt x="1361" y="14292"/>
                </a:lnTo>
                <a:lnTo>
                  <a:pt x="0" y="13602"/>
                </a:lnTo>
                <a:lnTo>
                  <a:pt x="0" y="9959"/>
                </a:lnTo>
                <a:lnTo>
                  <a:pt x="0" y="6257"/>
                </a:lnTo>
                <a:lnTo>
                  <a:pt x="1577" y="4377"/>
                </a:lnTo>
                <a:lnTo>
                  <a:pt x="3136" y="2850"/>
                </a:lnTo>
                <a:lnTo>
                  <a:pt x="4681" y="1667"/>
                </a:lnTo>
                <a:lnTo>
                  <a:pt x="6214" y="815"/>
                </a:lnTo>
                <a:lnTo>
                  <a:pt x="7739" y="257"/>
                </a:lnTo>
                <a:lnTo>
                  <a:pt x="9260" y="0"/>
                </a:lnTo>
                <a:lnTo>
                  <a:pt x="10776" y="7"/>
                </a:lnTo>
                <a:lnTo>
                  <a:pt x="12297" y="272"/>
                </a:lnTo>
                <a:lnTo>
                  <a:pt x="13820" y="779"/>
                </a:lnTo>
                <a:lnTo>
                  <a:pt x="15349" y="1498"/>
                </a:lnTo>
                <a:lnTo>
                  <a:pt x="16889" y="2424"/>
                </a:lnTo>
                <a:lnTo>
                  <a:pt x="18442" y="3540"/>
                </a:lnTo>
                <a:lnTo>
                  <a:pt x="20012" y="4825"/>
                </a:lnTo>
                <a:lnTo>
                  <a:pt x="21600" y="6257"/>
                </a:lnTo>
                <a:close/>
              </a:path>
            </a:pathLst>
          </a:custGeom>
          <a:solidFill>
            <a:srgbClr val="CCC0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0" name="contour_13958"/>
          <p:cNvSpPr/>
          <p:nvPr/>
        </p:nvSpPr>
        <p:spPr>
          <a:xfrm>
            <a:off x="2386260" y="2237348"/>
            <a:ext cx="29152" cy="43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"/>
                </a:moveTo>
                <a:lnTo>
                  <a:pt x="21600" y="2405"/>
                </a:lnTo>
                <a:lnTo>
                  <a:pt x="21600" y="4781"/>
                </a:lnTo>
                <a:lnTo>
                  <a:pt x="21600" y="7157"/>
                </a:lnTo>
                <a:lnTo>
                  <a:pt x="21600" y="9540"/>
                </a:lnTo>
                <a:lnTo>
                  <a:pt x="21600" y="11931"/>
                </a:lnTo>
                <a:lnTo>
                  <a:pt x="21600" y="14332"/>
                </a:lnTo>
                <a:lnTo>
                  <a:pt x="21600" y="16740"/>
                </a:lnTo>
                <a:lnTo>
                  <a:pt x="21600" y="19163"/>
                </a:lnTo>
                <a:lnTo>
                  <a:pt x="21600" y="21600"/>
                </a:lnTo>
                <a:lnTo>
                  <a:pt x="17744" y="21140"/>
                </a:lnTo>
                <a:lnTo>
                  <a:pt x="14974" y="20723"/>
                </a:lnTo>
                <a:lnTo>
                  <a:pt x="12512" y="20177"/>
                </a:lnTo>
                <a:lnTo>
                  <a:pt x="9580" y="19328"/>
                </a:lnTo>
                <a:lnTo>
                  <a:pt x="5400" y="18005"/>
                </a:lnTo>
                <a:lnTo>
                  <a:pt x="3688" y="15683"/>
                </a:lnTo>
                <a:lnTo>
                  <a:pt x="2317" y="13376"/>
                </a:lnTo>
                <a:lnTo>
                  <a:pt x="1264" y="11053"/>
                </a:lnTo>
                <a:lnTo>
                  <a:pt x="535" y="8677"/>
                </a:lnTo>
                <a:lnTo>
                  <a:pt x="113" y="6215"/>
                </a:lnTo>
                <a:lnTo>
                  <a:pt x="0" y="3627"/>
                </a:lnTo>
                <a:lnTo>
                  <a:pt x="3370" y="1862"/>
                </a:lnTo>
                <a:lnTo>
                  <a:pt x="6572" y="776"/>
                </a:lnTo>
                <a:lnTo>
                  <a:pt x="9801" y="208"/>
                </a:lnTo>
                <a:lnTo>
                  <a:pt x="13257" y="4"/>
                </a:lnTo>
                <a:lnTo>
                  <a:pt x="17123" y="0"/>
                </a:lnTo>
                <a:lnTo>
                  <a:pt x="21600" y="32"/>
                </a:lnTo>
                <a:close/>
              </a:path>
            </a:pathLst>
          </a:custGeom>
          <a:solidFill>
            <a:srgbClr val="2521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1" name="contour_13959"/>
          <p:cNvSpPr/>
          <p:nvPr/>
        </p:nvSpPr>
        <p:spPr>
          <a:xfrm>
            <a:off x="9280700" y="2208261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3" y="1116"/>
                </a:lnTo>
                <a:lnTo>
                  <a:pt x="3100" y="2236"/>
                </a:lnTo>
                <a:lnTo>
                  <a:pt x="4647" y="3359"/>
                </a:lnTo>
                <a:lnTo>
                  <a:pt x="6194" y="4486"/>
                </a:lnTo>
                <a:lnTo>
                  <a:pt x="7738" y="5616"/>
                </a:lnTo>
                <a:lnTo>
                  <a:pt x="9283" y="6750"/>
                </a:lnTo>
                <a:lnTo>
                  <a:pt x="10603" y="7693"/>
                </a:lnTo>
                <a:lnTo>
                  <a:pt x="11945" y="8647"/>
                </a:lnTo>
                <a:lnTo>
                  <a:pt x="13638" y="9914"/>
                </a:lnTo>
                <a:lnTo>
                  <a:pt x="15196" y="11153"/>
                </a:lnTo>
                <a:lnTo>
                  <a:pt x="16616" y="12424"/>
                </a:lnTo>
                <a:lnTo>
                  <a:pt x="17898" y="13795"/>
                </a:lnTo>
                <a:lnTo>
                  <a:pt x="19040" y="15336"/>
                </a:lnTo>
                <a:lnTo>
                  <a:pt x="20039" y="17104"/>
                </a:lnTo>
                <a:lnTo>
                  <a:pt x="20893" y="19170"/>
                </a:lnTo>
                <a:lnTo>
                  <a:pt x="21600" y="21600"/>
                </a:lnTo>
                <a:lnTo>
                  <a:pt x="19867" y="21341"/>
                </a:lnTo>
                <a:lnTo>
                  <a:pt x="18149" y="21056"/>
                </a:lnTo>
                <a:lnTo>
                  <a:pt x="16448" y="20729"/>
                </a:lnTo>
                <a:lnTo>
                  <a:pt x="14761" y="20347"/>
                </a:lnTo>
                <a:lnTo>
                  <a:pt x="13084" y="19897"/>
                </a:lnTo>
                <a:lnTo>
                  <a:pt x="11418" y="19364"/>
                </a:lnTo>
                <a:lnTo>
                  <a:pt x="9758" y="18738"/>
                </a:lnTo>
                <a:lnTo>
                  <a:pt x="8100" y="18000"/>
                </a:lnTo>
                <a:lnTo>
                  <a:pt x="7187" y="15214"/>
                </a:lnTo>
                <a:lnTo>
                  <a:pt x="6591" y="13259"/>
                </a:lnTo>
                <a:lnTo>
                  <a:pt x="6180" y="11617"/>
                </a:lnTo>
                <a:lnTo>
                  <a:pt x="5827" y="9770"/>
                </a:lnTo>
                <a:lnTo>
                  <a:pt x="5400" y="7200"/>
                </a:lnTo>
                <a:lnTo>
                  <a:pt x="3615" y="7200"/>
                </a:lnTo>
                <a:lnTo>
                  <a:pt x="1820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82A2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2" name="contour_13960"/>
          <p:cNvSpPr/>
          <p:nvPr/>
        </p:nvSpPr>
        <p:spPr>
          <a:xfrm>
            <a:off x="10242715" y="221554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015"/>
                </a:lnTo>
                <a:lnTo>
                  <a:pt x="8506" y="1782"/>
                </a:lnTo>
                <a:lnTo>
                  <a:pt x="11007" y="2457"/>
                </a:lnTo>
                <a:lnTo>
                  <a:pt x="12986" y="3186"/>
                </a:lnTo>
                <a:lnTo>
                  <a:pt x="14917" y="4115"/>
                </a:lnTo>
                <a:lnTo>
                  <a:pt x="17280" y="5400"/>
                </a:lnTo>
                <a:lnTo>
                  <a:pt x="18870" y="9580"/>
                </a:lnTo>
                <a:lnTo>
                  <a:pt x="19889" y="12512"/>
                </a:lnTo>
                <a:lnTo>
                  <a:pt x="20546" y="14974"/>
                </a:lnTo>
                <a:lnTo>
                  <a:pt x="21047" y="177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6DA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3" name="contour_13961"/>
          <p:cNvSpPr/>
          <p:nvPr/>
        </p:nvSpPr>
        <p:spPr>
          <a:xfrm>
            <a:off x="1752205" y="2214893"/>
            <a:ext cx="58304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5"/>
                </a:moveTo>
                <a:lnTo>
                  <a:pt x="21600" y="3966"/>
                </a:lnTo>
                <a:lnTo>
                  <a:pt x="21600" y="7478"/>
                </a:lnTo>
                <a:lnTo>
                  <a:pt x="21600" y="11038"/>
                </a:lnTo>
                <a:lnTo>
                  <a:pt x="20228" y="13266"/>
                </a:lnTo>
                <a:lnTo>
                  <a:pt x="18800" y="15199"/>
                </a:lnTo>
                <a:lnTo>
                  <a:pt x="17315" y="16868"/>
                </a:lnTo>
                <a:lnTo>
                  <a:pt x="15773" y="18305"/>
                </a:lnTo>
                <a:lnTo>
                  <a:pt x="14175" y="19551"/>
                </a:lnTo>
                <a:lnTo>
                  <a:pt x="12517" y="20639"/>
                </a:lnTo>
                <a:lnTo>
                  <a:pt x="10800" y="21600"/>
                </a:lnTo>
                <a:lnTo>
                  <a:pt x="8875" y="21167"/>
                </a:lnTo>
                <a:lnTo>
                  <a:pt x="7071" y="20533"/>
                </a:lnTo>
                <a:lnTo>
                  <a:pt x="5335" y="19715"/>
                </a:lnTo>
                <a:lnTo>
                  <a:pt x="3615" y="18732"/>
                </a:lnTo>
                <a:lnTo>
                  <a:pt x="1852" y="17592"/>
                </a:lnTo>
                <a:lnTo>
                  <a:pt x="0" y="16319"/>
                </a:lnTo>
                <a:lnTo>
                  <a:pt x="1785" y="16319"/>
                </a:lnTo>
                <a:lnTo>
                  <a:pt x="3580" y="16319"/>
                </a:lnTo>
                <a:lnTo>
                  <a:pt x="5400" y="16319"/>
                </a:lnTo>
                <a:lnTo>
                  <a:pt x="5400" y="12828"/>
                </a:lnTo>
                <a:lnTo>
                  <a:pt x="5400" y="9316"/>
                </a:lnTo>
                <a:lnTo>
                  <a:pt x="5400" y="5756"/>
                </a:lnTo>
                <a:lnTo>
                  <a:pt x="6990" y="3570"/>
                </a:lnTo>
                <a:lnTo>
                  <a:pt x="8659" y="1996"/>
                </a:lnTo>
                <a:lnTo>
                  <a:pt x="10395" y="945"/>
                </a:lnTo>
                <a:lnTo>
                  <a:pt x="12188" y="322"/>
                </a:lnTo>
                <a:lnTo>
                  <a:pt x="14026" y="37"/>
                </a:lnTo>
                <a:lnTo>
                  <a:pt x="15898" y="0"/>
                </a:lnTo>
                <a:lnTo>
                  <a:pt x="17793" y="121"/>
                </a:lnTo>
                <a:lnTo>
                  <a:pt x="19696" y="312"/>
                </a:lnTo>
                <a:lnTo>
                  <a:pt x="21600" y="475"/>
                </a:lnTo>
                <a:close/>
              </a:path>
            </a:pathLst>
          </a:custGeom>
          <a:solidFill>
            <a:srgbClr val="7865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4" name="contour_13962"/>
          <p:cNvSpPr/>
          <p:nvPr/>
        </p:nvSpPr>
        <p:spPr>
          <a:xfrm>
            <a:off x="2116604" y="2193503"/>
            <a:ext cx="51016" cy="22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9"/>
                </a:moveTo>
                <a:lnTo>
                  <a:pt x="21600" y="4420"/>
                </a:lnTo>
                <a:lnTo>
                  <a:pt x="21600" y="8676"/>
                </a:lnTo>
                <a:lnTo>
                  <a:pt x="21600" y="12946"/>
                </a:lnTo>
                <a:lnTo>
                  <a:pt x="21600" y="1725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6880"/>
                </a:lnTo>
                <a:lnTo>
                  <a:pt x="0" y="12132"/>
                </a:lnTo>
                <a:lnTo>
                  <a:pt x="0" y="7319"/>
                </a:lnTo>
                <a:lnTo>
                  <a:pt x="2188" y="5662"/>
                </a:lnTo>
                <a:lnTo>
                  <a:pt x="4329" y="4227"/>
                </a:lnTo>
                <a:lnTo>
                  <a:pt x="6440" y="3006"/>
                </a:lnTo>
                <a:lnTo>
                  <a:pt x="8535" y="1999"/>
                </a:lnTo>
                <a:lnTo>
                  <a:pt x="10630" y="1200"/>
                </a:lnTo>
                <a:lnTo>
                  <a:pt x="12738" y="607"/>
                </a:lnTo>
                <a:lnTo>
                  <a:pt x="14873" y="207"/>
                </a:lnTo>
                <a:lnTo>
                  <a:pt x="17055" y="7"/>
                </a:lnTo>
                <a:lnTo>
                  <a:pt x="19292" y="0"/>
                </a:lnTo>
                <a:lnTo>
                  <a:pt x="21600" y="179"/>
                </a:lnTo>
                <a:close/>
              </a:path>
            </a:pathLst>
          </a:custGeom>
          <a:solidFill>
            <a:srgbClr val="A68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5" name="contour_13963"/>
          <p:cNvSpPr/>
          <p:nvPr/>
        </p:nvSpPr>
        <p:spPr>
          <a:xfrm>
            <a:off x="1642885" y="2200973"/>
            <a:ext cx="728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90" y="0"/>
                </a:lnTo>
                <a:lnTo>
                  <a:pt x="6130" y="0"/>
                </a:lnTo>
                <a:lnTo>
                  <a:pt x="7677" y="0"/>
                </a:lnTo>
                <a:lnTo>
                  <a:pt x="9232" y="0"/>
                </a:lnTo>
                <a:lnTo>
                  <a:pt x="10800" y="0"/>
                </a:lnTo>
                <a:lnTo>
                  <a:pt x="10800" y="2856"/>
                </a:lnTo>
                <a:lnTo>
                  <a:pt x="10800" y="5728"/>
                </a:lnTo>
                <a:lnTo>
                  <a:pt x="10800" y="8640"/>
                </a:lnTo>
                <a:lnTo>
                  <a:pt x="12327" y="8640"/>
                </a:lnTo>
                <a:lnTo>
                  <a:pt x="13856" y="8640"/>
                </a:lnTo>
                <a:lnTo>
                  <a:pt x="15390" y="8640"/>
                </a:lnTo>
                <a:lnTo>
                  <a:pt x="16930" y="8640"/>
                </a:lnTo>
                <a:lnTo>
                  <a:pt x="18477" y="8640"/>
                </a:lnTo>
                <a:lnTo>
                  <a:pt x="20032" y="8640"/>
                </a:lnTo>
                <a:lnTo>
                  <a:pt x="21600" y="8640"/>
                </a:lnTo>
                <a:lnTo>
                  <a:pt x="21172" y="11206"/>
                </a:lnTo>
                <a:lnTo>
                  <a:pt x="20742" y="13781"/>
                </a:lnTo>
                <a:lnTo>
                  <a:pt x="20313" y="16364"/>
                </a:lnTo>
                <a:lnTo>
                  <a:pt x="19878" y="18969"/>
                </a:lnTo>
                <a:lnTo>
                  <a:pt x="19440" y="21600"/>
                </a:lnTo>
                <a:lnTo>
                  <a:pt x="19440" y="18744"/>
                </a:lnTo>
                <a:lnTo>
                  <a:pt x="19440" y="15872"/>
                </a:lnTo>
                <a:lnTo>
                  <a:pt x="19440" y="12960"/>
                </a:lnTo>
                <a:lnTo>
                  <a:pt x="18146" y="13189"/>
                </a:lnTo>
                <a:lnTo>
                  <a:pt x="16833" y="13414"/>
                </a:lnTo>
                <a:lnTo>
                  <a:pt x="14079" y="13690"/>
                </a:lnTo>
                <a:lnTo>
                  <a:pt x="11906" y="13867"/>
                </a:lnTo>
                <a:lnTo>
                  <a:pt x="10206" y="13919"/>
                </a:lnTo>
                <a:lnTo>
                  <a:pt x="8880" y="13820"/>
                </a:lnTo>
                <a:lnTo>
                  <a:pt x="7821" y="13543"/>
                </a:lnTo>
                <a:lnTo>
                  <a:pt x="6925" y="13055"/>
                </a:lnTo>
                <a:lnTo>
                  <a:pt x="6089" y="12334"/>
                </a:lnTo>
                <a:lnTo>
                  <a:pt x="5208" y="11349"/>
                </a:lnTo>
                <a:lnTo>
                  <a:pt x="4177" y="10074"/>
                </a:lnTo>
                <a:lnTo>
                  <a:pt x="3305" y="8268"/>
                </a:lnTo>
                <a:lnTo>
                  <a:pt x="2652" y="6843"/>
                </a:lnTo>
                <a:lnTo>
                  <a:pt x="2017" y="5309"/>
                </a:lnTo>
                <a:lnTo>
                  <a:pt x="1199" y="3192"/>
                </a:lnTo>
                <a:lnTo>
                  <a:pt x="0" y="0"/>
                </a:lnTo>
                <a:close/>
              </a:path>
            </a:pathLst>
          </a:custGeom>
          <a:solidFill>
            <a:srgbClr val="7074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6" name="contour_13964"/>
          <p:cNvSpPr/>
          <p:nvPr/>
        </p:nvSpPr>
        <p:spPr>
          <a:xfrm>
            <a:off x="5235150" y="2186397"/>
            <a:ext cx="2986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9867" y="785"/>
                </a:lnTo>
                <a:lnTo>
                  <a:pt x="12729" y="1364"/>
                </a:lnTo>
                <a:lnTo>
                  <a:pt x="15133" y="1912"/>
                </a:lnTo>
                <a:lnTo>
                  <a:pt x="17837" y="2599"/>
                </a:lnTo>
                <a:lnTo>
                  <a:pt x="21600" y="3600"/>
                </a:lnTo>
                <a:lnTo>
                  <a:pt x="20477" y="5857"/>
                </a:lnTo>
                <a:lnTo>
                  <a:pt x="19334" y="8111"/>
                </a:lnTo>
                <a:lnTo>
                  <a:pt x="18169" y="10357"/>
                </a:lnTo>
                <a:lnTo>
                  <a:pt x="16988" y="12600"/>
                </a:lnTo>
                <a:lnTo>
                  <a:pt x="16608" y="13345"/>
                </a:lnTo>
                <a:lnTo>
                  <a:pt x="15934" y="14656"/>
                </a:lnTo>
                <a:lnTo>
                  <a:pt x="14395" y="17662"/>
                </a:lnTo>
                <a:lnTo>
                  <a:pt x="12740" y="19616"/>
                </a:lnTo>
                <a:lnTo>
                  <a:pt x="11058" y="21600"/>
                </a:lnTo>
                <a:lnTo>
                  <a:pt x="7574" y="21600"/>
                </a:lnTo>
                <a:lnTo>
                  <a:pt x="4069" y="21600"/>
                </a:lnTo>
                <a:lnTo>
                  <a:pt x="517" y="21600"/>
                </a:lnTo>
                <a:lnTo>
                  <a:pt x="416" y="19408"/>
                </a:lnTo>
                <a:lnTo>
                  <a:pt x="332" y="17212"/>
                </a:lnTo>
                <a:lnTo>
                  <a:pt x="258" y="15019"/>
                </a:lnTo>
                <a:lnTo>
                  <a:pt x="190" y="12823"/>
                </a:lnTo>
                <a:lnTo>
                  <a:pt x="95" y="10375"/>
                </a:lnTo>
                <a:lnTo>
                  <a:pt x="0" y="7888"/>
                </a:lnTo>
                <a:lnTo>
                  <a:pt x="380" y="5353"/>
                </a:lnTo>
                <a:lnTo>
                  <a:pt x="1112" y="3686"/>
                </a:lnTo>
                <a:lnTo>
                  <a:pt x="2730" y="2149"/>
                </a:lnTo>
                <a:lnTo>
                  <a:pt x="5787" y="0"/>
                </a:lnTo>
                <a:close/>
              </a:path>
            </a:pathLst>
          </a:custGeom>
          <a:solidFill>
            <a:srgbClr val="B1B9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7" name="contour_13965"/>
          <p:cNvSpPr/>
          <p:nvPr/>
        </p:nvSpPr>
        <p:spPr>
          <a:xfrm>
            <a:off x="4164530" y="217182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713"/>
                </a:lnTo>
                <a:lnTo>
                  <a:pt x="11956" y="1426"/>
                </a:lnTo>
                <a:lnTo>
                  <a:pt x="14346" y="2143"/>
                </a:lnTo>
                <a:lnTo>
                  <a:pt x="16747" y="2864"/>
                </a:lnTo>
                <a:lnTo>
                  <a:pt x="19163" y="3590"/>
                </a:lnTo>
                <a:lnTo>
                  <a:pt x="21600" y="4320"/>
                </a:lnTo>
                <a:lnTo>
                  <a:pt x="20808" y="5270"/>
                </a:lnTo>
                <a:lnTo>
                  <a:pt x="20012" y="6225"/>
                </a:lnTo>
                <a:lnTo>
                  <a:pt x="18914" y="7543"/>
                </a:lnTo>
                <a:lnTo>
                  <a:pt x="17212" y="9586"/>
                </a:lnTo>
                <a:lnTo>
                  <a:pt x="14609" y="12709"/>
                </a:lnTo>
                <a:lnTo>
                  <a:pt x="10800" y="17280"/>
                </a:lnTo>
                <a:lnTo>
                  <a:pt x="12938" y="18135"/>
                </a:lnTo>
                <a:lnTo>
                  <a:pt x="15084" y="18995"/>
                </a:lnTo>
                <a:lnTo>
                  <a:pt x="17237" y="19855"/>
                </a:lnTo>
                <a:lnTo>
                  <a:pt x="19408" y="20723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893" y="18926"/>
                </a:lnTo>
                <a:lnTo>
                  <a:pt x="1782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5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504A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8" name="contour_13966"/>
          <p:cNvSpPr/>
          <p:nvPr/>
        </p:nvSpPr>
        <p:spPr>
          <a:xfrm>
            <a:off x="868667" y="2164533"/>
            <a:ext cx="3084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4" y="0"/>
                </a:moveTo>
                <a:lnTo>
                  <a:pt x="4558" y="0"/>
                </a:lnTo>
                <a:lnTo>
                  <a:pt x="7952" y="0"/>
                </a:lnTo>
                <a:lnTo>
                  <a:pt x="11392" y="0"/>
                </a:lnTo>
                <a:lnTo>
                  <a:pt x="12591" y="1821"/>
                </a:lnTo>
                <a:lnTo>
                  <a:pt x="13674" y="3592"/>
                </a:lnTo>
                <a:lnTo>
                  <a:pt x="14648" y="5341"/>
                </a:lnTo>
                <a:lnTo>
                  <a:pt x="15542" y="7106"/>
                </a:lnTo>
                <a:lnTo>
                  <a:pt x="16363" y="8915"/>
                </a:lnTo>
                <a:lnTo>
                  <a:pt x="17134" y="10800"/>
                </a:lnTo>
                <a:lnTo>
                  <a:pt x="17798" y="12349"/>
                </a:lnTo>
                <a:lnTo>
                  <a:pt x="18471" y="13923"/>
                </a:lnTo>
                <a:lnTo>
                  <a:pt x="19273" y="15839"/>
                </a:lnTo>
                <a:lnTo>
                  <a:pt x="20059" y="17758"/>
                </a:lnTo>
                <a:lnTo>
                  <a:pt x="20834" y="19678"/>
                </a:lnTo>
                <a:lnTo>
                  <a:pt x="21600" y="21600"/>
                </a:lnTo>
                <a:lnTo>
                  <a:pt x="17833" y="21548"/>
                </a:lnTo>
                <a:lnTo>
                  <a:pt x="14286" y="21387"/>
                </a:lnTo>
                <a:lnTo>
                  <a:pt x="10902" y="21066"/>
                </a:lnTo>
                <a:lnTo>
                  <a:pt x="7625" y="20520"/>
                </a:lnTo>
                <a:lnTo>
                  <a:pt x="4405" y="19690"/>
                </a:lnTo>
                <a:lnTo>
                  <a:pt x="1184" y="18514"/>
                </a:lnTo>
                <a:lnTo>
                  <a:pt x="628" y="16438"/>
                </a:lnTo>
                <a:lnTo>
                  <a:pt x="260" y="14379"/>
                </a:lnTo>
                <a:lnTo>
                  <a:pt x="56" y="12334"/>
                </a:lnTo>
                <a:lnTo>
                  <a:pt x="0" y="10294"/>
                </a:lnTo>
                <a:lnTo>
                  <a:pt x="66" y="8254"/>
                </a:lnTo>
                <a:lnTo>
                  <a:pt x="240" y="6212"/>
                </a:lnTo>
                <a:lnTo>
                  <a:pt x="495" y="4156"/>
                </a:lnTo>
                <a:lnTo>
                  <a:pt x="817" y="2089"/>
                </a:lnTo>
                <a:lnTo>
                  <a:pt x="1184" y="0"/>
                </a:lnTo>
                <a:close/>
              </a:path>
            </a:pathLst>
          </a:custGeom>
          <a:solidFill>
            <a:srgbClr val="8788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69" name="contour_13967"/>
          <p:cNvSpPr/>
          <p:nvPr/>
        </p:nvSpPr>
        <p:spPr>
          <a:xfrm>
            <a:off x="10286443" y="217910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06" y="2376"/>
                </a:lnTo>
                <a:lnTo>
                  <a:pt x="20412" y="4756"/>
                </a:lnTo>
                <a:lnTo>
                  <a:pt x="19818" y="7135"/>
                </a:lnTo>
                <a:lnTo>
                  <a:pt x="19219" y="9522"/>
                </a:lnTo>
                <a:lnTo>
                  <a:pt x="18619" y="11916"/>
                </a:lnTo>
                <a:lnTo>
                  <a:pt x="18020" y="14321"/>
                </a:lnTo>
                <a:lnTo>
                  <a:pt x="17415" y="16733"/>
                </a:lnTo>
                <a:lnTo>
                  <a:pt x="16810" y="19159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4806" y="19224"/>
                </a:lnTo>
                <a:lnTo>
                  <a:pt x="4212" y="16844"/>
                </a:lnTo>
                <a:lnTo>
                  <a:pt x="3618" y="14465"/>
                </a:lnTo>
                <a:lnTo>
                  <a:pt x="3019" y="12078"/>
                </a:lnTo>
                <a:lnTo>
                  <a:pt x="2419" y="9684"/>
                </a:lnTo>
                <a:lnTo>
                  <a:pt x="1820" y="7279"/>
                </a:lnTo>
                <a:lnTo>
                  <a:pt x="1215" y="4867"/>
                </a:lnTo>
                <a:lnTo>
                  <a:pt x="61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3B5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0" name="contour_13968"/>
          <p:cNvSpPr/>
          <p:nvPr/>
        </p:nvSpPr>
        <p:spPr>
          <a:xfrm>
            <a:off x="1876101" y="217182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6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31"/>
                </a:lnTo>
                <a:lnTo>
                  <a:pt x="16602" y="7675"/>
                </a:lnTo>
                <a:lnTo>
                  <a:pt x="19090" y="9234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2960" y="12938"/>
                </a:lnTo>
                <a:lnTo>
                  <a:pt x="12960" y="15084"/>
                </a:lnTo>
                <a:lnTo>
                  <a:pt x="12960" y="17237"/>
                </a:lnTo>
                <a:lnTo>
                  <a:pt x="12960" y="19408"/>
                </a:lnTo>
                <a:lnTo>
                  <a:pt x="12960" y="21600"/>
                </a:lnTo>
                <a:lnTo>
                  <a:pt x="10394" y="20887"/>
                </a:lnTo>
                <a:lnTo>
                  <a:pt x="7819" y="20171"/>
                </a:lnTo>
                <a:lnTo>
                  <a:pt x="5236" y="19454"/>
                </a:lnTo>
                <a:lnTo>
                  <a:pt x="2631" y="18731"/>
                </a:lnTo>
                <a:lnTo>
                  <a:pt x="0" y="18000"/>
                </a:lnTo>
                <a:lnTo>
                  <a:pt x="536" y="15772"/>
                </a:lnTo>
                <a:lnTo>
                  <a:pt x="1071" y="13543"/>
                </a:lnTo>
                <a:lnTo>
                  <a:pt x="1607" y="11308"/>
                </a:lnTo>
                <a:lnTo>
                  <a:pt x="2143" y="9068"/>
                </a:lnTo>
                <a:lnTo>
                  <a:pt x="2683" y="6818"/>
                </a:lnTo>
                <a:lnTo>
                  <a:pt x="3227" y="4558"/>
                </a:lnTo>
                <a:lnTo>
                  <a:pt x="3771" y="2286"/>
                </a:lnTo>
                <a:lnTo>
                  <a:pt x="4320" y="0"/>
                </a:lnTo>
                <a:close/>
              </a:path>
            </a:pathLst>
          </a:custGeom>
          <a:solidFill>
            <a:srgbClr val="2F2E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1" name="contour_13969"/>
          <p:cNvSpPr/>
          <p:nvPr/>
        </p:nvSpPr>
        <p:spPr>
          <a:xfrm>
            <a:off x="10228139" y="2177878"/>
            <a:ext cx="51016" cy="2435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92"/>
                </a:moveTo>
                <a:lnTo>
                  <a:pt x="2231" y="646"/>
                </a:lnTo>
                <a:lnTo>
                  <a:pt x="4440" y="291"/>
                </a:lnTo>
                <a:lnTo>
                  <a:pt x="6631" y="65"/>
                </a:lnTo>
                <a:lnTo>
                  <a:pt x="8816" y="0"/>
                </a:lnTo>
                <a:lnTo>
                  <a:pt x="11004" y="129"/>
                </a:lnTo>
                <a:lnTo>
                  <a:pt x="13204" y="478"/>
                </a:lnTo>
                <a:lnTo>
                  <a:pt x="15429" y="1092"/>
                </a:lnTo>
                <a:lnTo>
                  <a:pt x="17144" y="5222"/>
                </a:lnTo>
                <a:lnTo>
                  <a:pt x="18357" y="8273"/>
                </a:lnTo>
                <a:lnTo>
                  <a:pt x="19236" y="10787"/>
                </a:lnTo>
                <a:lnTo>
                  <a:pt x="19955" y="13301"/>
                </a:lnTo>
                <a:lnTo>
                  <a:pt x="20687" y="16352"/>
                </a:lnTo>
                <a:lnTo>
                  <a:pt x="21600" y="20482"/>
                </a:lnTo>
                <a:lnTo>
                  <a:pt x="19523" y="20824"/>
                </a:lnTo>
                <a:lnTo>
                  <a:pt x="17462" y="21128"/>
                </a:lnTo>
                <a:lnTo>
                  <a:pt x="15407" y="21374"/>
                </a:lnTo>
                <a:lnTo>
                  <a:pt x="13358" y="21535"/>
                </a:lnTo>
                <a:lnTo>
                  <a:pt x="11309" y="21600"/>
                </a:lnTo>
                <a:lnTo>
                  <a:pt x="9263" y="21548"/>
                </a:lnTo>
                <a:lnTo>
                  <a:pt x="7211" y="21354"/>
                </a:lnTo>
                <a:lnTo>
                  <a:pt x="5153" y="21005"/>
                </a:lnTo>
                <a:lnTo>
                  <a:pt x="3086" y="20482"/>
                </a:lnTo>
                <a:lnTo>
                  <a:pt x="1765" y="15673"/>
                </a:lnTo>
                <a:lnTo>
                  <a:pt x="944" y="12261"/>
                </a:lnTo>
                <a:lnTo>
                  <a:pt x="475" y="9313"/>
                </a:lnTo>
                <a:lnTo>
                  <a:pt x="210" y="5901"/>
                </a:lnTo>
                <a:lnTo>
                  <a:pt x="0" y="1092"/>
                </a:lnTo>
                <a:close/>
              </a:path>
            </a:pathLst>
          </a:custGeom>
          <a:solidFill>
            <a:srgbClr val="DF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2" name="contour_13970"/>
          <p:cNvSpPr/>
          <p:nvPr/>
        </p:nvSpPr>
        <p:spPr>
          <a:xfrm>
            <a:off x="8304109" y="214995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664" y="1631"/>
                </a:lnTo>
                <a:lnTo>
                  <a:pt x="18166" y="2923"/>
                </a:lnTo>
                <a:lnTo>
                  <a:pt x="19588" y="4558"/>
                </a:lnTo>
                <a:lnTo>
                  <a:pt x="21600" y="7200"/>
                </a:lnTo>
                <a:lnTo>
                  <a:pt x="21290" y="9724"/>
                </a:lnTo>
                <a:lnTo>
                  <a:pt x="20833" y="12132"/>
                </a:lnTo>
                <a:lnTo>
                  <a:pt x="20254" y="14472"/>
                </a:lnTo>
                <a:lnTo>
                  <a:pt x="19573" y="16794"/>
                </a:lnTo>
                <a:lnTo>
                  <a:pt x="18814" y="19156"/>
                </a:lnTo>
                <a:lnTo>
                  <a:pt x="18000" y="21600"/>
                </a:lnTo>
                <a:lnTo>
                  <a:pt x="15772" y="21154"/>
                </a:lnTo>
                <a:lnTo>
                  <a:pt x="13543" y="20707"/>
                </a:lnTo>
                <a:lnTo>
                  <a:pt x="11308" y="20261"/>
                </a:lnTo>
                <a:lnTo>
                  <a:pt x="9068" y="19814"/>
                </a:lnTo>
                <a:lnTo>
                  <a:pt x="6818" y="19364"/>
                </a:lnTo>
                <a:lnTo>
                  <a:pt x="4558" y="18911"/>
                </a:lnTo>
                <a:lnTo>
                  <a:pt x="2286" y="18457"/>
                </a:lnTo>
                <a:lnTo>
                  <a:pt x="0" y="18000"/>
                </a:lnTo>
                <a:lnTo>
                  <a:pt x="1710" y="17705"/>
                </a:lnTo>
                <a:lnTo>
                  <a:pt x="3431" y="17402"/>
                </a:lnTo>
                <a:lnTo>
                  <a:pt x="5177" y="17100"/>
                </a:lnTo>
                <a:lnTo>
                  <a:pt x="8453" y="15484"/>
                </a:lnTo>
                <a:lnTo>
                  <a:pt x="10289" y="14306"/>
                </a:lnTo>
                <a:lnTo>
                  <a:pt x="11354" y="12989"/>
                </a:lnTo>
                <a:lnTo>
                  <a:pt x="12319" y="10955"/>
                </a:lnTo>
                <a:lnTo>
                  <a:pt x="12812" y="8780"/>
                </a:lnTo>
                <a:lnTo>
                  <a:pt x="13255" y="6595"/>
                </a:lnTo>
                <a:lnTo>
                  <a:pt x="13662" y="4399"/>
                </a:lnTo>
                <a:lnTo>
                  <a:pt x="14040" y="2200"/>
                </a:lnTo>
                <a:lnTo>
                  <a:pt x="14400" y="0"/>
                </a:lnTo>
                <a:close/>
              </a:path>
            </a:pathLst>
          </a:custGeom>
          <a:solidFill>
            <a:srgbClr val="B2BA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3" name="contour_13971"/>
          <p:cNvSpPr/>
          <p:nvPr/>
        </p:nvSpPr>
        <p:spPr>
          <a:xfrm>
            <a:off x="2255076" y="2142670"/>
            <a:ext cx="3182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92" y="0"/>
                </a:moveTo>
                <a:lnTo>
                  <a:pt x="12341" y="765"/>
                </a:lnTo>
                <a:lnTo>
                  <a:pt x="14804" y="1531"/>
                </a:lnTo>
                <a:lnTo>
                  <a:pt x="17277" y="2305"/>
                </a:lnTo>
                <a:lnTo>
                  <a:pt x="19785" y="3086"/>
                </a:lnTo>
                <a:lnTo>
                  <a:pt x="20685" y="5323"/>
                </a:lnTo>
                <a:lnTo>
                  <a:pt x="21293" y="7529"/>
                </a:lnTo>
                <a:lnTo>
                  <a:pt x="21595" y="9714"/>
                </a:lnTo>
                <a:lnTo>
                  <a:pt x="21600" y="11889"/>
                </a:lnTo>
                <a:lnTo>
                  <a:pt x="21298" y="14074"/>
                </a:lnTo>
                <a:lnTo>
                  <a:pt x="20695" y="16277"/>
                </a:lnTo>
                <a:lnTo>
                  <a:pt x="19785" y="18514"/>
                </a:lnTo>
                <a:lnTo>
                  <a:pt x="16535" y="19607"/>
                </a:lnTo>
                <a:lnTo>
                  <a:pt x="13454" y="20360"/>
                </a:lnTo>
                <a:lnTo>
                  <a:pt x="10397" y="20850"/>
                </a:lnTo>
                <a:lnTo>
                  <a:pt x="7226" y="21165"/>
                </a:lnTo>
                <a:lnTo>
                  <a:pt x="3809" y="21387"/>
                </a:lnTo>
                <a:lnTo>
                  <a:pt x="0" y="21600"/>
                </a:lnTo>
                <a:lnTo>
                  <a:pt x="890" y="19656"/>
                </a:lnTo>
                <a:lnTo>
                  <a:pt x="1781" y="17712"/>
                </a:lnTo>
                <a:lnTo>
                  <a:pt x="2671" y="15765"/>
                </a:lnTo>
                <a:lnTo>
                  <a:pt x="3566" y="13815"/>
                </a:lnTo>
                <a:lnTo>
                  <a:pt x="4461" y="11858"/>
                </a:lnTo>
                <a:lnTo>
                  <a:pt x="5357" y="9902"/>
                </a:lnTo>
                <a:lnTo>
                  <a:pt x="6257" y="7936"/>
                </a:lnTo>
                <a:lnTo>
                  <a:pt x="7162" y="5965"/>
                </a:lnTo>
                <a:lnTo>
                  <a:pt x="8067" y="3987"/>
                </a:lnTo>
                <a:lnTo>
                  <a:pt x="8977" y="1996"/>
                </a:lnTo>
                <a:lnTo>
                  <a:pt x="9892" y="0"/>
                </a:lnTo>
                <a:close/>
              </a:path>
            </a:pathLst>
          </a:custGeom>
          <a:solidFill>
            <a:srgbClr val="1E1F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4" name="contour_13972"/>
          <p:cNvSpPr/>
          <p:nvPr/>
        </p:nvSpPr>
        <p:spPr>
          <a:xfrm>
            <a:off x="8542922" y="2128094"/>
            <a:ext cx="3084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4" y="0"/>
                </a:moveTo>
                <a:lnTo>
                  <a:pt x="2113" y="1339"/>
                </a:lnTo>
                <a:lnTo>
                  <a:pt x="3057" y="2700"/>
                </a:lnTo>
                <a:lnTo>
                  <a:pt x="4343" y="4422"/>
                </a:lnTo>
                <a:lnTo>
                  <a:pt x="5650" y="6171"/>
                </a:lnTo>
                <a:lnTo>
                  <a:pt x="6895" y="7893"/>
                </a:lnTo>
                <a:lnTo>
                  <a:pt x="8161" y="9643"/>
                </a:lnTo>
                <a:lnTo>
                  <a:pt x="9764" y="10982"/>
                </a:lnTo>
                <a:lnTo>
                  <a:pt x="11392" y="12343"/>
                </a:lnTo>
                <a:lnTo>
                  <a:pt x="14766" y="12343"/>
                </a:lnTo>
                <a:lnTo>
                  <a:pt x="18160" y="12343"/>
                </a:lnTo>
                <a:lnTo>
                  <a:pt x="21600" y="12343"/>
                </a:lnTo>
                <a:lnTo>
                  <a:pt x="21600" y="14176"/>
                </a:lnTo>
                <a:lnTo>
                  <a:pt x="21600" y="16015"/>
                </a:lnTo>
                <a:lnTo>
                  <a:pt x="21600" y="17860"/>
                </a:lnTo>
                <a:lnTo>
                  <a:pt x="21600" y="19721"/>
                </a:lnTo>
                <a:lnTo>
                  <a:pt x="21600" y="21600"/>
                </a:lnTo>
                <a:lnTo>
                  <a:pt x="17833" y="21548"/>
                </a:lnTo>
                <a:lnTo>
                  <a:pt x="14286" y="21387"/>
                </a:lnTo>
                <a:lnTo>
                  <a:pt x="10902" y="21066"/>
                </a:lnTo>
                <a:lnTo>
                  <a:pt x="7625" y="20520"/>
                </a:lnTo>
                <a:lnTo>
                  <a:pt x="4405" y="19690"/>
                </a:lnTo>
                <a:lnTo>
                  <a:pt x="1184" y="18514"/>
                </a:lnTo>
                <a:lnTo>
                  <a:pt x="628" y="16438"/>
                </a:lnTo>
                <a:lnTo>
                  <a:pt x="260" y="14379"/>
                </a:lnTo>
                <a:lnTo>
                  <a:pt x="56" y="12334"/>
                </a:lnTo>
                <a:lnTo>
                  <a:pt x="0" y="10294"/>
                </a:lnTo>
                <a:lnTo>
                  <a:pt x="66" y="8254"/>
                </a:lnTo>
                <a:lnTo>
                  <a:pt x="240" y="6212"/>
                </a:lnTo>
                <a:lnTo>
                  <a:pt x="495" y="4156"/>
                </a:lnTo>
                <a:lnTo>
                  <a:pt x="817" y="2089"/>
                </a:lnTo>
                <a:lnTo>
                  <a:pt x="1184" y="0"/>
                </a:lnTo>
                <a:close/>
              </a:path>
            </a:pathLst>
          </a:custGeom>
          <a:solidFill>
            <a:srgbClr val="E3F4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5" name="contour_13973"/>
          <p:cNvSpPr/>
          <p:nvPr/>
        </p:nvSpPr>
        <p:spPr>
          <a:xfrm>
            <a:off x="5498232" y="214267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19" y="2038"/>
                </a:lnTo>
                <a:lnTo>
                  <a:pt x="16438" y="4075"/>
                </a:lnTo>
                <a:lnTo>
                  <a:pt x="17460" y="6120"/>
                </a:lnTo>
                <a:lnTo>
                  <a:pt x="18486" y="8172"/>
                </a:lnTo>
                <a:lnTo>
                  <a:pt x="19519" y="10235"/>
                </a:lnTo>
                <a:lnTo>
                  <a:pt x="20556" y="12308"/>
                </a:lnTo>
                <a:lnTo>
                  <a:pt x="21600" y="14400"/>
                </a:lnTo>
                <a:lnTo>
                  <a:pt x="19296" y="14252"/>
                </a:lnTo>
                <a:lnTo>
                  <a:pt x="16974" y="14101"/>
                </a:lnTo>
                <a:lnTo>
                  <a:pt x="14623" y="13950"/>
                </a:lnTo>
                <a:lnTo>
                  <a:pt x="11696" y="13946"/>
                </a:lnTo>
                <a:lnTo>
                  <a:pt x="9770" y="14065"/>
                </a:lnTo>
                <a:lnTo>
                  <a:pt x="7200" y="14400"/>
                </a:lnTo>
                <a:lnTo>
                  <a:pt x="5623" y="16538"/>
                </a:lnTo>
                <a:lnTo>
                  <a:pt x="4723" y="18000"/>
                </a:lnTo>
                <a:lnTo>
                  <a:pt x="4162" y="19462"/>
                </a:lnTo>
                <a:lnTo>
                  <a:pt x="3600" y="21600"/>
                </a:lnTo>
                <a:lnTo>
                  <a:pt x="2570" y="19231"/>
                </a:lnTo>
                <a:lnTo>
                  <a:pt x="1663" y="16909"/>
                </a:lnTo>
                <a:lnTo>
                  <a:pt x="911" y="14591"/>
                </a:lnTo>
                <a:lnTo>
                  <a:pt x="356" y="12226"/>
                </a:lnTo>
                <a:lnTo>
                  <a:pt x="40" y="9778"/>
                </a:lnTo>
                <a:lnTo>
                  <a:pt x="0" y="7200"/>
                </a:lnTo>
                <a:lnTo>
                  <a:pt x="1915" y="5688"/>
                </a:lnTo>
                <a:lnTo>
                  <a:pt x="3827" y="4435"/>
                </a:lnTo>
                <a:lnTo>
                  <a:pt x="5764" y="3388"/>
                </a:lnTo>
                <a:lnTo>
                  <a:pt x="7758" y="2480"/>
                </a:lnTo>
                <a:lnTo>
                  <a:pt x="9842" y="1652"/>
                </a:lnTo>
                <a:lnTo>
                  <a:pt x="12046" y="846"/>
                </a:lnTo>
                <a:lnTo>
                  <a:pt x="14400" y="0"/>
                </a:lnTo>
                <a:close/>
              </a:path>
            </a:pathLst>
          </a:custGeom>
          <a:solidFill>
            <a:srgbClr val="7878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6" name="contour_13974"/>
          <p:cNvSpPr/>
          <p:nvPr/>
        </p:nvSpPr>
        <p:spPr>
          <a:xfrm>
            <a:off x="10155259" y="2113518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7" y="674"/>
                </a:lnTo>
                <a:lnTo>
                  <a:pt x="3635" y="1361"/>
                </a:lnTo>
                <a:lnTo>
                  <a:pt x="5446" y="2065"/>
                </a:lnTo>
                <a:lnTo>
                  <a:pt x="7258" y="2782"/>
                </a:lnTo>
                <a:lnTo>
                  <a:pt x="9066" y="3508"/>
                </a:lnTo>
                <a:lnTo>
                  <a:pt x="9816" y="3802"/>
                </a:lnTo>
                <a:lnTo>
                  <a:pt x="11136" y="4311"/>
                </a:lnTo>
                <a:lnTo>
                  <a:pt x="14163" y="5486"/>
                </a:lnTo>
                <a:lnTo>
                  <a:pt x="16305" y="7080"/>
                </a:lnTo>
                <a:lnTo>
                  <a:pt x="17712" y="8394"/>
                </a:lnTo>
                <a:lnTo>
                  <a:pt x="18696" y="9906"/>
                </a:lnTo>
                <a:lnTo>
                  <a:pt x="19573" y="12096"/>
                </a:lnTo>
                <a:lnTo>
                  <a:pt x="20647" y="15440"/>
                </a:lnTo>
                <a:lnTo>
                  <a:pt x="20961" y="17474"/>
                </a:lnTo>
                <a:lnTo>
                  <a:pt x="21279" y="19522"/>
                </a:lnTo>
                <a:lnTo>
                  <a:pt x="21600" y="21600"/>
                </a:lnTo>
                <a:lnTo>
                  <a:pt x="19344" y="20926"/>
                </a:lnTo>
                <a:lnTo>
                  <a:pt x="17181" y="20226"/>
                </a:lnTo>
                <a:lnTo>
                  <a:pt x="15095" y="19479"/>
                </a:lnTo>
                <a:lnTo>
                  <a:pt x="13080" y="18649"/>
                </a:lnTo>
                <a:lnTo>
                  <a:pt x="11121" y="17721"/>
                </a:lnTo>
                <a:lnTo>
                  <a:pt x="9211" y="16667"/>
                </a:lnTo>
                <a:lnTo>
                  <a:pt x="7338" y="15461"/>
                </a:lnTo>
                <a:lnTo>
                  <a:pt x="5489" y="14079"/>
                </a:lnTo>
                <a:lnTo>
                  <a:pt x="3657" y="12498"/>
                </a:lnTo>
                <a:lnTo>
                  <a:pt x="1833" y="10692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7375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7" name="contour_13975"/>
          <p:cNvSpPr/>
          <p:nvPr/>
        </p:nvSpPr>
        <p:spPr>
          <a:xfrm>
            <a:off x="7123454" y="2098570"/>
            <a:ext cx="45331" cy="368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98" y="0"/>
                </a:moveTo>
                <a:lnTo>
                  <a:pt x="12821" y="500"/>
                </a:lnTo>
                <a:lnTo>
                  <a:pt x="14919" y="1099"/>
                </a:lnTo>
                <a:lnTo>
                  <a:pt x="16891" y="1894"/>
                </a:lnTo>
                <a:lnTo>
                  <a:pt x="18832" y="2993"/>
                </a:lnTo>
                <a:lnTo>
                  <a:pt x="20836" y="4494"/>
                </a:lnTo>
                <a:lnTo>
                  <a:pt x="21353" y="7471"/>
                </a:lnTo>
                <a:lnTo>
                  <a:pt x="21590" y="10242"/>
                </a:lnTo>
                <a:lnTo>
                  <a:pt x="21600" y="12927"/>
                </a:lnTo>
                <a:lnTo>
                  <a:pt x="21440" y="15643"/>
                </a:lnTo>
                <a:lnTo>
                  <a:pt x="21169" y="18495"/>
                </a:lnTo>
                <a:lnTo>
                  <a:pt x="20836" y="21600"/>
                </a:lnTo>
                <a:lnTo>
                  <a:pt x="18544" y="21600"/>
                </a:lnTo>
                <a:lnTo>
                  <a:pt x="16235" y="21600"/>
                </a:lnTo>
                <a:lnTo>
                  <a:pt x="13891" y="21600"/>
                </a:lnTo>
                <a:lnTo>
                  <a:pt x="13891" y="18773"/>
                </a:lnTo>
                <a:lnTo>
                  <a:pt x="13891" y="15930"/>
                </a:lnTo>
                <a:lnTo>
                  <a:pt x="13891" y="13047"/>
                </a:lnTo>
                <a:lnTo>
                  <a:pt x="11609" y="11769"/>
                </a:lnTo>
                <a:lnTo>
                  <a:pt x="9810" y="11076"/>
                </a:lnTo>
                <a:lnTo>
                  <a:pt x="6945" y="10375"/>
                </a:lnTo>
                <a:lnTo>
                  <a:pt x="5008" y="9891"/>
                </a:lnTo>
                <a:lnTo>
                  <a:pt x="3039" y="9404"/>
                </a:lnTo>
                <a:lnTo>
                  <a:pt x="1531" y="9092"/>
                </a:lnTo>
                <a:lnTo>
                  <a:pt x="0" y="8771"/>
                </a:lnTo>
                <a:lnTo>
                  <a:pt x="1452" y="6312"/>
                </a:lnTo>
                <a:lnTo>
                  <a:pt x="2861" y="4225"/>
                </a:lnTo>
                <a:lnTo>
                  <a:pt x="4348" y="2532"/>
                </a:lnTo>
                <a:lnTo>
                  <a:pt x="6035" y="1249"/>
                </a:lnTo>
                <a:lnTo>
                  <a:pt x="8046" y="398"/>
                </a:lnTo>
                <a:lnTo>
                  <a:pt x="10498" y="0"/>
                </a:lnTo>
                <a:close/>
              </a:path>
            </a:pathLst>
          </a:custGeom>
          <a:solidFill>
            <a:srgbClr val="D2DE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8" name="contour_13976"/>
          <p:cNvSpPr/>
          <p:nvPr/>
        </p:nvSpPr>
        <p:spPr>
          <a:xfrm>
            <a:off x="5687720" y="2119166"/>
            <a:ext cx="31076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66" y="930"/>
                </a:moveTo>
                <a:lnTo>
                  <a:pt x="8986" y="310"/>
                </a:lnTo>
                <a:lnTo>
                  <a:pt x="11737" y="0"/>
                </a:lnTo>
                <a:lnTo>
                  <a:pt x="14047" y="0"/>
                </a:lnTo>
                <a:lnTo>
                  <a:pt x="16646" y="310"/>
                </a:lnTo>
                <a:lnTo>
                  <a:pt x="20263" y="930"/>
                </a:lnTo>
                <a:lnTo>
                  <a:pt x="21007" y="5709"/>
                </a:lnTo>
                <a:lnTo>
                  <a:pt x="21453" y="9070"/>
                </a:lnTo>
                <a:lnTo>
                  <a:pt x="21600" y="11464"/>
                </a:lnTo>
                <a:lnTo>
                  <a:pt x="21453" y="13357"/>
                </a:lnTo>
                <a:lnTo>
                  <a:pt x="21007" y="15205"/>
                </a:lnTo>
                <a:lnTo>
                  <a:pt x="20263" y="17466"/>
                </a:lnTo>
                <a:lnTo>
                  <a:pt x="17016" y="18743"/>
                </a:lnTo>
                <a:lnTo>
                  <a:pt x="13753" y="19711"/>
                </a:lnTo>
                <a:lnTo>
                  <a:pt x="10440" y="20422"/>
                </a:lnTo>
                <a:lnTo>
                  <a:pt x="7056" y="20934"/>
                </a:lnTo>
                <a:lnTo>
                  <a:pt x="3586" y="21311"/>
                </a:lnTo>
                <a:lnTo>
                  <a:pt x="0" y="21600"/>
                </a:lnTo>
                <a:lnTo>
                  <a:pt x="350" y="18942"/>
                </a:lnTo>
                <a:lnTo>
                  <a:pt x="735" y="16309"/>
                </a:lnTo>
                <a:lnTo>
                  <a:pt x="1175" y="13700"/>
                </a:lnTo>
                <a:lnTo>
                  <a:pt x="1702" y="11112"/>
                </a:lnTo>
                <a:lnTo>
                  <a:pt x="2330" y="8545"/>
                </a:lnTo>
                <a:lnTo>
                  <a:pt x="3085" y="5994"/>
                </a:lnTo>
                <a:lnTo>
                  <a:pt x="3987" y="3456"/>
                </a:lnTo>
                <a:lnTo>
                  <a:pt x="5066" y="930"/>
                </a:lnTo>
                <a:close/>
              </a:path>
            </a:pathLst>
          </a:custGeom>
          <a:solidFill>
            <a:srgbClr val="D1D4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79" name="contour_13977"/>
          <p:cNvSpPr/>
          <p:nvPr/>
        </p:nvSpPr>
        <p:spPr>
          <a:xfrm>
            <a:off x="8573765" y="208436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6794" y="2376"/>
                </a:lnTo>
                <a:lnTo>
                  <a:pt x="17388" y="4756"/>
                </a:lnTo>
                <a:lnTo>
                  <a:pt x="17982" y="7135"/>
                </a:lnTo>
                <a:lnTo>
                  <a:pt x="18581" y="9522"/>
                </a:lnTo>
                <a:lnTo>
                  <a:pt x="19181" y="11916"/>
                </a:lnTo>
                <a:lnTo>
                  <a:pt x="19780" y="14321"/>
                </a:lnTo>
                <a:lnTo>
                  <a:pt x="20385" y="16733"/>
                </a:lnTo>
                <a:lnTo>
                  <a:pt x="20990" y="1915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9767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0" name="contour_13978"/>
          <p:cNvSpPr/>
          <p:nvPr/>
        </p:nvSpPr>
        <p:spPr>
          <a:xfrm>
            <a:off x="832708" y="2084366"/>
            <a:ext cx="44938" cy="506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2" y="0"/>
                </a:moveTo>
                <a:lnTo>
                  <a:pt x="655" y="1348"/>
                </a:lnTo>
                <a:lnTo>
                  <a:pt x="732" y="2718"/>
                </a:lnTo>
                <a:lnTo>
                  <a:pt x="1072" y="4877"/>
                </a:lnTo>
                <a:lnTo>
                  <a:pt x="1489" y="6841"/>
                </a:lnTo>
                <a:lnTo>
                  <a:pt x="2067" y="8689"/>
                </a:lnTo>
                <a:lnTo>
                  <a:pt x="2904" y="10522"/>
                </a:lnTo>
                <a:lnTo>
                  <a:pt x="4085" y="12426"/>
                </a:lnTo>
                <a:lnTo>
                  <a:pt x="6614" y="12839"/>
                </a:lnTo>
                <a:lnTo>
                  <a:pt x="9108" y="13069"/>
                </a:lnTo>
                <a:lnTo>
                  <a:pt x="11585" y="13150"/>
                </a:lnTo>
                <a:lnTo>
                  <a:pt x="14058" y="13097"/>
                </a:lnTo>
                <a:lnTo>
                  <a:pt x="16538" y="12945"/>
                </a:lnTo>
                <a:lnTo>
                  <a:pt x="19050" y="12712"/>
                </a:lnTo>
                <a:lnTo>
                  <a:pt x="21600" y="12426"/>
                </a:lnTo>
                <a:lnTo>
                  <a:pt x="21600" y="14480"/>
                </a:lnTo>
                <a:lnTo>
                  <a:pt x="21600" y="16546"/>
                </a:lnTo>
                <a:lnTo>
                  <a:pt x="21600" y="18639"/>
                </a:lnTo>
                <a:lnTo>
                  <a:pt x="19207" y="19661"/>
                </a:lnTo>
                <a:lnTo>
                  <a:pt x="16951" y="20435"/>
                </a:lnTo>
                <a:lnTo>
                  <a:pt x="14758" y="20985"/>
                </a:lnTo>
                <a:lnTo>
                  <a:pt x="12559" y="21345"/>
                </a:lnTo>
                <a:lnTo>
                  <a:pt x="10275" y="21541"/>
                </a:lnTo>
                <a:lnTo>
                  <a:pt x="7840" y="21600"/>
                </a:lnTo>
                <a:lnTo>
                  <a:pt x="5178" y="21553"/>
                </a:lnTo>
                <a:lnTo>
                  <a:pt x="4501" y="21125"/>
                </a:lnTo>
                <a:lnTo>
                  <a:pt x="3310" y="20370"/>
                </a:lnTo>
                <a:lnTo>
                  <a:pt x="582" y="18639"/>
                </a:lnTo>
                <a:lnTo>
                  <a:pt x="315" y="16555"/>
                </a:lnTo>
                <a:lnTo>
                  <a:pt x="133" y="14483"/>
                </a:lnTo>
                <a:lnTo>
                  <a:pt x="32" y="12417"/>
                </a:lnTo>
                <a:lnTo>
                  <a:pt x="0" y="10357"/>
                </a:lnTo>
                <a:lnTo>
                  <a:pt x="32" y="8298"/>
                </a:lnTo>
                <a:lnTo>
                  <a:pt x="112" y="6235"/>
                </a:lnTo>
                <a:lnTo>
                  <a:pt x="238" y="4169"/>
                </a:lnTo>
                <a:lnTo>
                  <a:pt x="396" y="2091"/>
                </a:lnTo>
                <a:lnTo>
                  <a:pt x="582" y="0"/>
                </a:lnTo>
                <a:close/>
              </a:path>
            </a:pathLst>
          </a:custGeom>
          <a:solidFill>
            <a:srgbClr val="5556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1" name="contour_13979"/>
          <p:cNvSpPr/>
          <p:nvPr/>
        </p:nvSpPr>
        <p:spPr>
          <a:xfrm>
            <a:off x="1788302" y="2084366"/>
            <a:ext cx="2220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22" y="0"/>
                </a:moveTo>
                <a:lnTo>
                  <a:pt x="12108" y="0"/>
                </a:lnTo>
                <a:lnTo>
                  <a:pt x="16822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5326" y="18916"/>
                </a:lnTo>
                <a:lnTo>
                  <a:pt x="10435" y="16786"/>
                </a:lnTo>
                <a:lnTo>
                  <a:pt x="6749" y="15090"/>
                </a:lnTo>
                <a:lnTo>
                  <a:pt x="4090" y="13719"/>
                </a:lnTo>
                <a:lnTo>
                  <a:pt x="2283" y="12552"/>
                </a:lnTo>
                <a:lnTo>
                  <a:pt x="1148" y="11480"/>
                </a:lnTo>
                <a:lnTo>
                  <a:pt x="510" y="10387"/>
                </a:lnTo>
                <a:lnTo>
                  <a:pt x="184" y="9158"/>
                </a:lnTo>
                <a:lnTo>
                  <a:pt x="0" y="7679"/>
                </a:lnTo>
                <a:lnTo>
                  <a:pt x="858" y="6199"/>
                </a:lnTo>
                <a:lnTo>
                  <a:pt x="1673" y="5060"/>
                </a:lnTo>
                <a:lnTo>
                  <a:pt x="2800" y="3893"/>
                </a:lnTo>
                <a:lnTo>
                  <a:pt x="4601" y="2330"/>
                </a:lnTo>
                <a:lnTo>
                  <a:pt x="7422" y="0"/>
                </a:lnTo>
                <a:close/>
              </a:path>
            </a:pathLst>
          </a:custGeom>
          <a:solidFill>
            <a:srgbClr val="3131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2" name="contour_13980"/>
          <p:cNvSpPr/>
          <p:nvPr/>
        </p:nvSpPr>
        <p:spPr>
          <a:xfrm>
            <a:off x="2524732" y="2084366"/>
            <a:ext cx="43728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923" y="6165"/>
                </a:lnTo>
                <a:lnTo>
                  <a:pt x="20412" y="10474"/>
                </a:lnTo>
                <a:lnTo>
                  <a:pt x="19962" y="13508"/>
                </a:lnTo>
                <a:lnTo>
                  <a:pt x="19476" y="15838"/>
                </a:lnTo>
                <a:lnTo>
                  <a:pt x="18857" y="18029"/>
                </a:lnTo>
                <a:lnTo>
                  <a:pt x="18000" y="20670"/>
                </a:lnTo>
                <a:lnTo>
                  <a:pt x="15214" y="21290"/>
                </a:lnTo>
                <a:lnTo>
                  <a:pt x="13259" y="21600"/>
                </a:lnTo>
                <a:lnTo>
                  <a:pt x="11617" y="21600"/>
                </a:lnTo>
                <a:lnTo>
                  <a:pt x="9770" y="21290"/>
                </a:lnTo>
                <a:lnTo>
                  <a:pt x="7200" y="20670"/>
                </a:lnTo>
                <a:lnTo>
                  <a:pt x="7200" y="17254"/>
                </a:lnTo>
                <a:lnTo>
                  <a:pt x="7200" y="13818"/>
                </a:lnTo>
                <a:lnTo>
                  <a:pt x="7200" y="10335"/>
                </a:lnTo>
                <a:lnTo>
                  <a:pt x="4820" y="10335"/>
                </a:lnTo>
                <a:lnTo>
                  <a:pt x="2426" y="10335"/>
                </a:lnTo>
                <a:lnTo>
                  <a:pt x="0" y="10335"/>
                </a:lnTo>
                <a:lnTo>
                  <a:pt x="0" y="6919"/>
                </a:lnTo>
                <a:lnTo>
                  <a:pt x="0" y="3483"/>
                </a:lnTo>
                <a:lnTo>
                  <a:pt x="0" y="0"/>
                </a:lnTo>
                <a:close/>
              </a:path>
            </a:pathLst>
          </a:custGeom>
          <a:solidFill>
            <a:srgbClr val="7D72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3" name="contour_13981"/>
          <p:cNvSpPr/>
          <p:nvPr/>
        </p:nvSpPr>
        <p:spPr>
          <a:xfrm>
            <a:off x="7764798" y="209165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94"/>
                </a:lnTo>
                <a:lnTo>
                  <a:pt x="7133" y="1188"/>
                </a:lnTo>
                <a:lnTo>
                  <a:pt x="10719" y="1786"/>
                </a:lnTo>
                <a:lnTo>
                  <a:pt x="14321" y="2387"/>
                </a:lnTo>
                <a:lnTo>
                  <a:pt x="17944" y="2992"/>
                </a:lnTo>
                <a:lnTo>
                  <a:pt x="21600" y="3600"/>
                </a:lnTo>
                <a:lnTo>
                  <a:pt x="20585" y="7762"/>
                </a:lnTo>
                <a:lnTo>
                  <a:pt x="19818" y="10688"/>
                </a:lnTo>
                <a:lnTo>
                  <a:pt x="19143" y="12773"/>
                </a:lnTo>
                <a:lnTo>
                  <a:pt x="18414" y="14422"/>
                </a:lnTo>
                <a:lnTo>
                  <a:pt x="17485" y="16031"/>
                </a:lnTo>
                <a:lnTo>
                  <a:pt x="16200" y="18000"/>
                </a:lnTo>
                <a:lnTo>
                  <a:pt x="12020" y="19325"/>
                </a:lnTo>
                <a:lnTo>
                  <a:pt x="9088" y="20174"/>
                </a:lnTo>
                <a:lnTo>
                  <a:pt x="6626" y="20722"/>
                </a:lnTo>
                <a:lnTo>
                  <a:pt x="3856" y="21139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E50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4" name="contour_13982"/>
          <p:cNvSpPr/>
          <p:nvPr/>
        </p:nvSpPr>
        <p:spPr>
          <a:xfrm>
            <a:off x="8056317" y="2040638"/>
            <a:ext cx="37861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31" y="0"/>
                </a:moveTo>
                <a:lnTo>
                  <a:pt x="18694" y="0"/>
                </a:lnTo>
                <a:lnTo>
                  <a:pt x="20789" y="0"/>
                </a:lnTo>
                <a:lnTo>
                  <a:pt x="20918" y="1349"/>
                </a:lnTo>
                <a:lnTo>
                  <a:pt x="21030" y="2698"/>
                </a:lnTo>
                <a:lnTo>
                  <a:pt x="21134" y="4049"/>
                </a:lnTo>
                <a:lnTo>
                  <a:pt x="21226" y="5400"/>
                </a:lnTo>
                <a:lnTo>
                  <a:pt x="21309" y="6751"/>
                </a:lnTo>
                <a:lnTo>
                  <a:pt x="21405" y="8006"/>
                </a:lnTo>
                <a:lnTo>
                  <a:pt x="21500" y="9268"/>
                </a:lnTo>
                <a:lnTo>
                  <a:pt x="21600" y="10547"/>
                </a:lnTo>
                <a:lnTo>
                  <a:pt x="21072" y="12420"/>
                </a:lnTo>
                <a:lnTo>
                  <a:pt x="20419" y="13537"/>
                </a:lnTo>
                <a:lnTo>
                  <a:pt x="19213" y="14342"/>
                </a:lnTo>
                <a:lnTo>
                  <a:pt x="17022" y="15279"/>
                </a:lnTo>
                <a:lnTo>
                  <a:pt x="14286" y="15499"/>
                </a:lnTo>
                <a:lnTo>
                  <a:pt x="12199" y="15424"/>
                </a:lnTo>
                <a:lnTo>
                  <a:pt x="9696" y="14926"/>
                </a:lnTo>
                <a:lnTo>
                  <a:pt x="5717" y="13867"/>
                </a:lnTo>
                <a:lnTo>
                  <a:pt x="3829" y="13178"/>
                </a:lnTo>
                <a:lnTo>
                  <a:pt x="1925" y="12485"/>
                </a:lnTo>
                <a:lnTo>
                  <a:pt x="0" y="11782"/>
                </a:lnTo>
                <a:lnTo>
                  <a:pt x="877" y="11727"/>
                </a:lnTo>
                <a:lnTo>
                  <a:pt x="2428" y="11633"/>
                </a:lnTo>
                <a:lnTo>
                  <a:pt x="5979" y="11413"/>
                </a:lnTo>
                <a:lnTo>
                  <a:pt x="9758" y="10454"/>
                </a:lnTo>
                <a:lnTo>
                  <a:pt x="11862" y="9728"/>
                </a:lnTo>
                <a:lnTo>
                  <a:pt x="13051" y="8866"/>
                </a:lnTo>
                <a:lnTo>
                  <a:pt x="14083" y="7501"/>
                </a:lnTo>
                <a:lnTo>
                  <a:pt x="14557" y="6150"/>
                </a:lnTo>
                <a:lnTo>
                  <a:pt x="14993" y="4795"/>
                </a:lnTo>
                <a:lnTo>
                  <a:pt x="15392" y="3438"/>
                </a:lnTo>
                <a:lnTo>
                  <a:pt x="15754" y="2079"/>
                </a:lnTo>
                <a:lnTo>
                  <a:pt x="16191" y="1047"/>
                </a:lnTo>
                <a:lnTo>
                  <a:pt x="16631" y="0"/>
                </a:lnTo>
                <a:lnTo>
                  <a:pt x="8316" y="15709"/>
                </a:lnTo>
                <a:lnTo>
                  <a:pt x="8927" y="16141"/>
                </a:lnTo>
                <a:lnTo>
                  <a:pt x="9538" y="16575"/>
                </a:lnTo>
                <a:lnTo>
                  <a:pt x="10382" y="17174"/>
                </a:lnTo>
                <a:lnTo>
                  <a:pt x="11696" y="18103"/>
                </a:lnTo>
                <a:lnTo>
                  <a:pt x="13700" y="19522"/>
                </a:lnTo>
                <a:lnTo>
                  <a:pt x="16631" y="21600"/>
                </a:lnTo>
                <a:lnTo>
                  <a:pt x="13883" y="21600"/>
                </a:lnTo>
                <a:lnTo>
                  <a:pt x="11118" y="21600"/>
                </a:lnTo>
                <a:lnTo>
                  <a:pt x="8316" y="21600"/>
                </a:lnTo>
                <a:lnTo>
                  <a:pt x="8316" y="20434"/>
                </a:lnTo>
                <a:lnTo>
                  <a:pt x="8316" y="19263"/>
                </a:lnTo>
                <a:lnTo>
                  <a:pt x="8316" y="18089"/>
                </a:lnTo>
                <a:lnTo>
                  <a:pt x="8316" y="16905"/>
                </a:lnTo>
                <a:lnTo>
                  <a:pt x="8316" y="15709"/>
                </a:lnTo>
                <a:lnTo>
                  <a:pt x="16631" y="0"/>
                </a:lnTo>
                <a:close/>
              </a:path>
            </a:pathLst>
          </a:custGeom>
          <a:solidFill>
            <a:srgbClr val="DE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5" name="contour_13983"/>
          <p:cNvSpPr/>
          <p:nvPr/>
        </p:nvSpPr>
        <p:spPr>
          <a:xfrm>
            <a:off x="5060953" y="2084366"/>
            <a:ext cx="58304" cy="50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18" y="1462"/>
                </a:lnTo>
                <a:lnTo>
                  <a:pt x="11642" y="2950"/>
                </a:lnTo>
                <a:lnTo>
                  <a:pt x="12971" y="4941"/>
                </a:lnTo>
                <a:lnTo>
                  <a:pt x="14386" y="6356"/>
                </a:lnTo>
                <a:lnTo>
                  <a:pt x="15925" y="7359"/>
                </a:lnTo>
                <a:lnTo>
                  <a:pt x="17617" y="8105"/>
                </a:lnTo>
                <a:lnTo>
                  <a:pt x="19499" y="8743"/>
                </a:lnTo>
                <a:lnTo>
                  <a:pt x="21600" y="9435"/>
                </a:lnTo>
                <a:lnTo>
                  <a:pt x="20363" y="10750"/>
                </a:lnTo>
                <a:lnTo>
                  <a:pt x="19121" y="12055"/>
                </a:lnTo>
                <a:lnTo>
                  <a:pt x="17871" y="13351"/>
                </a:lnTo>
                <a:lnTo>
                  <a:pt x="16618" y="14637"/>
                </a:lnTo>
                <a:lnTo>
                  <a:pt x="15358" y="15920"/>
                </a:lnTo>
                <a:lnTo>
                  <a:pt x="14197" y="17125"/>
                </a:lnTo>
                <a:lnTo>
                  <a:pt x="13028" y="18342"/>
                </a:lnTo>
                <a:lnTo>
                  <a:pt x="11845" y="19571"/>
                </a:lnTo>
                <a:lnTo>
                  <a:pt x="9982" y="20754"/>
                </a:lnTo>
                <a:lnTo>
                  <a:pt x="8621" y="21411"/>
                </a:lnTo>
                <a:lnTo>
                  <a:pt x="7366" y="21600"/>
                </a:lnTo>
                <a:lnTo>
                  <a:pt x="5824" y="21386"/>
                </a:lnTo>
                <a:lnTo>
                  <a:pt x="3596" y="20823"/>
                </a:lnTo>
                <a:lnTo>
                  <a:pt x="2408" y="20178"/>
                </a:lnTo>
                <a:lnTo>
                  <a:pt x="1212" y="19527"/>
                </a:lnTo>
                <a:lnTo>
                  <a:pt x="0" y="18870"/>
                </a:lnTo>
                <a:lnTo>
                  <a:pt x="1172" y="18408"/>
                </a:lnTo>
                <a:lnTo>
                  <a:pt x="2362" y="17936"/>
                </a:lnTo>
                <a:lnTo>
                  <a:pt x="4204" y="17046"/>
                </a:lnTo>
                <a:lnTo>
                  <a:pt x="5932" y="16125"/>
                </a:lnTo>
                <a:lnTo>
                  <a:pt x="7584" y="15115"/>
                </a:lnTo>
                <a:lnTo>
                  <a:pt x="9196" y="13954"/>
                </a:lnTo>
                <a:lnTo>
                  <a:pt x="10800" y="12580"/>
                </a:lnTo>
                <a:lnTo>
                  <a:pt x="11197" y="10382"/>
                </a:lnTo>
                <a:lnTo>
                  <a:pt x="11381" y="8341"/>
                </a:lnTo>
                <a:lnTo>
                  <a:pt x="11394" y="6372"/>
                </a:lnTo>
                <a:lnTo>
                  <a:pt x="11275" y="4381"/>
                </a:lnTo>
                <a:lnTo>
                  <a:pt x="11065" y="2290"/>
                </a:lnTo>
                <a:lnTo>
                  <a:pt x="10800" y="0"/>
                </a:lnTo>
                <a:close/>
              </a:path>
            </a:pathLst>
          </a:custGeom>
          <a:solidFill>
            <a:srgbClr val="CBE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6" name="contour_13984"/>
          <p:cNvSpPr/>
          <p:nvPr/>
        </p:nvSpPr>
        <p:spPr>
          <a:xfrm>
            <a:off x="9958490" y="2074687"/>
            <a:ext cx="72880" cy="242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12" y="506"/>
                </a:moveTo>
                <a:lnTo>
                  <a:pt x="13353" y="337"/>
                </a:lnTo>
                <a:lnTo>
                  <a:pt x="14703" y="169"/>
                </a:lnTo>
                <a:lnTo>
                  <a:pt x="16070" y="0"/>
                </a:lnTo>
                <a:lnTo>
                  <a:pt x="17183" y="701"/>
                </a:lnTo>
                <a:lnTo>
                  <a:pt x="18304" y="1408"/>
                </a:lnTo>
                <a:lnTo>
                  <a:pt x="19440" y="2129"/>
                </a:lnTo>
                <a:lnTo>
                  <a:pt x="20196" y="7010"/>
                </a:lnTo>
                <a:lnTo>
                  <a:pt x="20688" y="10462"/>
                </a:lnTo>
                <a:lnTo>
                  <a:pt x="21017" y="13422"/>
                </a:lnTo>
                <a:lnTo>
                  <a:pt x="21285" y="16823"/>
                </a:lnTo>
                <a:lnTo>
                  <a:pt x="21600" y="21600"/>
                </a:lnTo>
                <a:lnTo>
                  <a:pt x="20580" y="21055"/>
                </a:lnTo>
                <a:lnTo>
                  <a:pt x="19557" y="20503"/>
                </a:lnTo>
                <a:lnTo>
                  <a:pt x="18518" y="19951"/>
                </a:lnTo>
                <a:lnTo>
                  <a:pt x="17172" y="19289"/>
                </a:lnTo>
                <a:lnTo>
                  <a:pt x="15816" y="18621"/>
                </a:lnTo>
                <a:lnTo>
                  <a:pt x="14444" y="17952"/>
                </a:lnTo>
                <a:lnTo>
                  <a:pt x="13113" y="17271"/>
                </a:lnTo>
                <a:lnTo>
                  <a:pt x="11774" y="16589"/>
                </a:lnTo>
                <a:lnTo>
                  <a:pt x="10418" y="15895"/>
                </a:lnTo>
                <a:lnTo>
                  <a:pt x="8744" y="15707"/>
                </a:lnTo>
                <a:lnTo>
                  <a:pt x="7214" y="15843"/>
                </a:lnTo>
                <a:lnTo>
                  <a:pt x="5778" y="16310"/>
                </a:lnTo>
                <a:lnTo>
                  <a:pt x="4389" y="17122"/>
                </a:lnTo>
                <a:lnTo>
                  <a:pt x="2996" y="18264"/>
                </a:lnTo>
                <a:lnTo>
                  <a:pt x="1549" y="19757"/>
                </a:lnTo>
                <a:lnTo>
                  <a:pt x="0" y="21600"/>
                </a:lnTo>
                <a:lnTo>
                  <a:pt x="0" y="17310"/>
                </a:lnTo>
                <a:lnTo>
                  <a:pt x="0" y="12994"/>
                </a:lnTo>
                <a:lnTo>
                  <a:pt x="0" y="8619"/>
                </a:lnTo>
                <a:lnTo>
                  <a:pt x="1354" y="5887"/>
                </a:lnTo>
                <a:lnTo>
                  <a:pt x="2758" y="3875"/>
                </a:lnTo>
                <a:lnTo>
                  <a:pt x="4210" y="2466"/>
                </a:lnTo>
                <a:lnTo>
                  <a:pt x="5702" y="1551"/>
                </a:lnTo>
                <a:lnTo>
                  <a:pt x="7232" y="1012"/>
                </a:lnTo>
                <a:lnTo>
                  <a:pt x="8798" y="733"/>
                </a:lnTo>
                <a:lnTo>
                  <a:pt x="10392" y="604"/>
                </a:lnTo>
                <a:lnTo>
                  <a:pt x="12012" y="506"/>
                </a:lnTo>
                <a:close/>
              </a:path>
            </a:pathLst>
          </a:custGeom>
          <a:solidFill>
            <a:srgbClr val="56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7" name="contour_13985"/>
          <p:cNvSpPr/>
          <p:nvPr/>
        </p:nvSpPr>
        <p:spPr>
          <a:xfrm>
            <a:off x="4900617" y="2075139"/>
            <a:ext cx="51016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56"/>
                </a:lnTo>
                <a:lnTo>
                  <a:pt x="11485" y="152"/>
                </a:lnTo>
                <a:lnTo>
                  <a:pt x="13506" y="294"/>
                </a:lnTo>
                <a:lnTo>
                  <a:pt x="15527" y="481"/>
                </a:lnTo>
                <a:lnTo>
                  <a:pt x="17548" y="719"/>
                </a:lnTo>
                <a:lnTo>
                  <a:pt x="19570" y="1008"/>
                </a:lnTo>
                <a:lnTo>
                  <a:pt x="21600" y="1347"/>
                </a:lnTo>
                <a:lnTo>
                  <a:pt x="21390" y="4962"/>
                </a:lnTo>
                <a:lnTo>
                  <a:pt x="21125" y="7559"/>
                </a:lnTo>
                <a:lnTo>
                  <a:pt x="20656" y="9868"/>
                </a:lnTo>
                <a:lnTo>
                  <a:pt x="19835" y="12618"/>
                </a:lnTo>
                <a:lnTo>
                  <a:pt x="18514" y="16537"/>
                </a:lnTo>
                <a:lnTo>
                  <a:pt x="16484" y="17473"/>
                </a:lnTo>
                <a:lnTo>
                  <a:pt x="14450" y="18284"/>
                </a:lnTo>
                <a:lnTo>
                  <a:pt x="12414" y="18982"/>
                </a:lnTo>
                <a:lnTo>
                  <a:pt x="10368" y="19580"/>
                </a:lnTo>
                <a:lnTo>
                  <a:pt x="8316" y="20101"/>
                </a:lnTo>
                <a:lnTo>
                  <a:pt x="6255" y="20547"/>
                </a:lnTo>
                <a:lnTo>
                  <a:pt x="4184" y="20937"/>
                </a:lnTo>
                <a:lnTo>
                  <a:pt x="2101" y="21286"/>
                </a:lnTo>
                <a:lnTo>
                  <a:pt x="0" y="21600"/>
                </a:lnTo>
                <a:lnTo>
                  <a:pt x="62" y="14441"/>
                </a:lnTo>
                <a:lnTo>
                  <a:pt x="238" y="9266"/>
                </a:lnTo>
                <a:lnTo>
                  <a:pt x="660" y="5701"/>
                </a:lnTo>
                <a:lnTo>
                  <a:pt x="1463" y="3372"/>
                </a:lnTo>
                <a:lnTo>
                  <a:pt x="2768" y="1899"/>
                </a:lnTo>
                <a:lnTo>
                  <a:pt x="4706" y="901"/>
                </a:lnTo>
                <a:lnTo>
                  <a:pt x="7412" y="0"/>
                </a:lnTo>
                <a:close/>
              </a:path>
            </a:pathLst>
          </a:custGeom>
          <a:solidFill>
            <a:srgbClr val="83C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8" name="contour_13986"/>
          <p:cNvSpPr/>
          <p:nvPr/>
        </p:nvSpPr>
        <p:spPr>
          <a:xfrm>
            <a:off x="4004194" y="2047926"/>
            <a:ext cx="5200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37" y="0"/>
                </a:moveTo>
                <a:lnTo>
                  <a:pt x="17138" y="0"/>
                </a:lnTo>
                <a:lnTo>
                  <a:pt x="19151" y="0"/>
                </a:lnTo>
                <a:lnTo>
                  <a:pt x="21191" y="0"/>
                </a:lnTo>
                <a:lnTo>
                  <a:pt x="21464" y="2955"/>
                </a:lnTo>
                <a:lnTo>
                  <a:pt x="21600" y="5106"/>
                </a:lnTo>
                <a:lnTo>
                  <a:pt x="21600" y="7076"/>
                </a:lnTo>
                <a:lnTo>
                  <a:pt x="21464" y="9487"/>
                </a:lnTo>
                <a:lnTo>
                  <a:pt x="21191" y="12960"/>
                </a:lnTo>
                <a:lnTo>
                  <a:pt x="19572" y="15250"/>
                </a:lnTo>
                <a:lnTo>
                  <a:pt x="18334" y="16878"/>
                </a:lnTo>
                <a:lnTo>
                  <a:pt x="17219" y="18092"/>
                </a:lnTo>
                <a:lnTo>
                  <a:pt x="15978" y="19120"/>
                </a:lnTo>
                <a:lnTo>
                  <a:pt x="14359" y="20209"/>
                </a:lnTo>
                <a:lnTo>
                  <a:pt x="12109" y="21600"/>
                </a:lnTo>
                <a:lnTo>
                  <a:pt x="9972" y="21220"/>
                </a:lnTo>
                <a:lnTo>
                  <a:pt x="7947" y="20684"/>
                </a:lnTo>
                <a:lnTo>
                  <a:pt x="5991" y="20006"/>
                </a:lnTo>
                <a:lnTo>
                  <a:pt x="4048" y="19202"/>
                </a:lnTo>
                <a:lnTo>
                  <a:pt x="2068" y="18287"/>
                </a:lnTo>
                <a:lnTo>
                  <a:pt x="0" y="17280"/>
                </a:lnTo>
                <a:lnTo>
                  <a:pt x="1477" y="14714"/>
                </a:lnTo>
                <a:lnTo>
                  <a:pt x="2600" y="12960"/>
                </a:lnTo>
                <a:lnTo>
                  <a:pt x="3939" y="11206"/>
                </a:lnTo>
                <a:lnTo>
                  <a:pt x="6055" y="8640"/>
                </a:lnTo>
                <a:lnTo>
                  <a:pt x="8489" y="8381"/>
                </a:lnTo>
                <a:lnTo>
                  <a:pt x="10178" y="8251"/>
                </a:lnTo>
                <a:lnTo>
                  <a:pt x="11558" y="8251"/>
                </a:lnTo>
                <a:lnTo>
                  <a:pt x="13066" y="8381"/>
                </a:lnTo>
                <a:lnTo>
                  <a:pt x="15137" y="8640"/>
                </a:lnTo>
                <a:lnTo>
                  <a:pt x="15137" y="5784"/>
                </a:lnTo>
                <a:lnTo>
                  <a:pt x="15137" y="2912"/>
                </a:lnTo>
                <a:lnTo>
                  <a:pt x="15137" y="0"/>
                </a:lnTo>
                <a:close/>
              </a:path>
            </a:pathLst>
          </a:custGeom>
          <a:solidFill>
            <a:srgbClr val="4244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89" name="contour_13987"/>
          <p:cNvSpPr/>
          <p:nvPr/>
        </p:nvSpPr>
        <p:spPr>
          <a:xfrm>
            <a:off x="9885603" y="204792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19285" y="21211"/>
                </a:lnTo>
                <a:lnTo>
                  <a:pt x="16999" y="20779"/>
                </a:lnTo>
                <a:lnTo>
                  <a:pt x="14731" y="20288"/>
                </a:lnTo>
                <a:lnTo>
                  <a:pt x="12481" y="19710"/>
                </a:lnTo>
                <a:lnTo>
                  <a:pt x="10249" y="19035"/>
                </a:lnTo>
                <a:lnTo>
                  <a:pt x="8024" y="18236"/>
                </a:lnTo>
                <a:lnTo>
                  <a:pt x="5810" y="17296"/>
                </a:lnTo>
                <a:lnTo>
                  <a:pt x="3600" y="16200"/>
                </a:lnTo>
                <a:lnTo>
                  <a:pt x="2167" y="12020"/>
                </a:lnTo>
                <a:lnTo>
                  <a:pt x="1264" y="9088"/>
                </a:lnTo>
                <a:lnTo>
                  <a:pt x="716" y="6626"/>
                </a:lnTo>
                <a:lnTo>
                  <a:pt x="3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C6CD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0" name="contour_13988"/>
          <p:cNvSpPr/>
          <p:nvPr/>
        </p:nvSpPr>
        <p:spPr>
          <a:xfrm>
            <a:off x="5410776" y="206250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536"/>
                </a:lnTo>
                <a:lnTo>
                  <a:pt x="8057" y="1071"/>
                </a:lnTo>
                <a:lnTo>
                  <a:pt x="10292" y="1607"/>
                </a:lnTo>
                <a:lnTo>
                  <a:pt x="12532" y="2143"/>
                </a:lnTo>
                <a:lnTo>
                  <a:pt x="14782" y="2683"/>
                </a:lnTo>
                <a:lnTo>
                  <a:pt x="17042" y="3227"/>
                </a:lnTo>
                <a:lnTo>
                  <a:pt x="19314" y="3771"/>
                </a:lnTo>
                <a:lnTo>
                  <a:pt x="21600" y="4320"/>
                </a:lnTo>
                <a:lnTo>
                  <a:pt x="20819" y="4787"/>
                </a:lnTo>
                <a:lnTo>
                  <a:pt x="19811" y="5396"/>
                </a:lnTo>
                <a:lnTo>
                  <a:pt x="17896" y="6545"/>
                </a:lnTo>
                <a:lnTo>
                  <a:pt x="14400" y="8640"/>
                </a:lnTo>
                <a:lnTo>
                  <a:pt x="14400" y="11496"/>
                </a:lnTo>
                <a:lnTo>
                  <a:pt x="14400" y="14368"/>
                </a:lnTo>
                <a:lnTo>
                  <a:pt x="14400" y="17280"/>
                </a:lnTo>
                <a:lnTo>
                  <a:pt x="12074" y="18433"/>
                </a:lnTo>
                <a:lnTo>
                  <a:pt x="9734" y="19315"/>
                </a:lnTo>
                <a:lnTo>
                  <a:pt x="7366" y="19997"/>
                </a:lnTo>
                <a:lnTo>
                  <a:pt x="4957" y="20559"/>
                </a:lnTo>
                <a:lnTo>
                  <a:pt x="2506" y="21069"/>
                </a:lnTo>
                <a:lnTo>
                  <a:pt x="0" y="21600"/>
                </a:lnTo>
                <a:lnTo>
                  <a:pt x="446" y="18926"/>
                </a:lnTo>
                <a:lnTo>
                  <a:pt x="893" y="16252"/>
                </a:lnTo>
                <a:lnTo>
                  <a:pt x="1339" y="13569"/>
                </a:lnTo>
                <a:lnTo>
                  <a:pt x="1786" y="10882"/>
                </a:lnTo>
                <a:lnTo>
                  <a:pt x="2236" y="8182"/>
                </a:lnTo>
                <a:lnTo>
                  <a:pt x="2689" y="5469"/>
                </a:lnTo>
                <a:lnTo>
                  <a:pt x="3143" y="2743"/>
                </a:lnTo>
                <a:lnTo>
                  <a:pt x="3600" y="0"/>
                </a:lnTo>
                <a:close/>
              </a:path>
            </a:pathLst>
          </a:custGeom>
          <a:solidFill>
            <a:srgbClr val="B19C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1" name="contour_13989"/>
          <p:cNvSpPr/>
          <p:nvPr/>
        </p:nvSpPr>
        <p:spPr>
          <a:xfrm>
            <a:off x="1723053" y="202606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4524" y="2328"/>
                </a:lnTo>
                <a:lnTo>
                  <a:pt x="15906" y="4704"/>
                </a:lnTo>
                <a:lnTo>
                  <a:pt x="17150" y="7132"/>
                </a:lnTo>
                <a:lnTo>
                  <a:pt x="18300" y="9603"/>
                </a:lnTo>
                <a:lnTo>
                  <a:pt x="19397" y="12118"/>
                </a:lnTo>
                <a:lnTo>
                  <a:pt x="20481" y="14679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838" y="16023"/>
                </a:lnTo>
                <a:lnTo>
                  <a:pt x="1490" y="11772"/>
                </a:lnTo>
                <a:lnTo>
                  <a:pt x="2009" y="8597"/>
                </a:lnTo>
                <a:lnTo>
                  <a:pt x="2441" y="6242"/>
                </a:lnTo>
                <a:lnTo>
                  <a:pt x="2834" y="4463"/>
                </a:lnTo>
                <a:lnTo>
                  <a:pt x="3244" y="2994"/>
                </a:lnTo>
                <a:lnTo>
                  <a:pt x="3724" y="1594"/>
                </a:lnTo>
                <a:lnTo>
                  <a:pt x="4320" y="0"/>
                </a:lnTo>
                <a:close/>
              </a:path>
            </a:pathLst>
          </a:custGeom>
          <a:solidFill>
            <a:srgbClr val="1C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2" name="contour_13990"/>
          <p:cNvSpPr/>
          <p:nvPr/>
        </p:nvSpPr>
        <p:spPr>
          <a:xfrm>
            <a:off x="7772086" y="2004198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0887" y="1966"/>
                </a:lnTo>
                <a:lnTo>
                  <a:pt x="20118" y="3875"/>
                </a:lnTo>
                <a:lnTo>
                  <a:pt x="19289" y="5732"/>
                </a:lnTo>
                <a:lnTo>
                  <a:pt x="18395" y="7549"/>
                </a:lnTo>
                <a:lnTo>
                  <a:pt x="17436" y="9334"/>
                </a:lnTo>
                <a:lnTo>
                  <a:pt x="16412" y="11094"/>
                </a:lnTo>
                <a:lnTo>
                  <a:pt x="15310" y="12836"/>
                </a:lnTo>
                <a:lnTo>
                  <a:pt x="14135" y="14572"/>
                </a:lnTo>
                <a:lnTo>
                  <a:pt x="12887" y="16308"/>
                </a:lnTo>
                <a:lnTo>
                  <a:pt x="11556" y="18052"/>
                </a:lnTo>
                <a:lnTo>
                  <a:pt x="10139" y="19813"/>
                </a:lnTo>
                <a:lnTo>
                  <a:pt x="8640" y="21600"/>
                </a:lnTo>
                <a:lnTo>
                  <a:pt x="8817" y="20317"/>
                </a:lnTo>
                <a:lnTo>
                  <a:pt x="8999" y="19027"/>
                </a:lnTo>
                <a:lnTo>
                  <a:pt x="9180" y="17717"/>
                </a:lnTo>
                <a:lnTo>
                  <a:pt x="9003" y="16324"/>
                </a:lnTo>
                <a:lnTo>
                  <a:pt x="8821" y="14923"/>
                </a:lnTo>
                <a:lnTo>
                  <a:pt x="8640" y="13500"/>
                </a:lnTo>
                <a:lnTo>
                  <a:pt x="6074" y="12412"/>
                </a:lnTo>
                <a:lnTo>
                  <a:pt x="4320" y="11769"/>
                </a:lnTo>
                <a:lnTo>
                  <a:pt x="2566" y="11316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9018"/>
                </a:lnTo>
                <a:lnTo>
                  <a:pt x="8640" y="7233"/>
                </a:lnTo>
                <a:lnTo>
                  <a:pt x="8640" y="5440"/>
                </a:lnTo>
                <a:lnTo>
                  <a:pt x="8640" y="3640"/>
                </a:lnTo>
                <a:lnTo>
                  <a:pt x="8640" y="1828"/>
                </a:lnTo>
                <a:lnTo>
                  <a:pt x="8640" y="0"/>
                </a:lnTo>
                <a:close/>
              </a:path>
            </a:pathLst>
          </a:custGeom>
          <a:solidFill>
            <a:srgbClr val="E0E4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3" name="contour_13991"/>
          <p:cNvSpPr/>
          <p:nvPr/>
        </p:nvSpPr>
        <p:spPr>
          <a:xfrm>
            <a:off x="8092757" y="2003483"/>
            <a:ext cx="65592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84" y="0"/>
                </a:moveTo>
                <a:lnTo>
                  <a:pt x="11894" y="43"/>
                </a:lnTo>
                <a:lnTo>
                  <a:pt x="13214" y="85"/>
                </a:lnTo>
                <a:lnTo>
                  <a:pt x="14549" y="124"/>
                </a:lnTo>
                <a:lnTo>
                  <a:pt x="15866" y="156"/>
                </a:lnTo>
                <a:lnTo>
                  <a:pt x="17191" y="188"/>
                </a:lnTo>
                <a:lnTo>
                  <a:pt x="18533" y="220"/>
                </a:lnTo>
                <a:lnTo>
                  <a:pt x="20057" y="283"/>
                </a:lnTo>
                <a:lnTo>
                  <a:pt x="21600" y="347"/>
                </a:lnTo>
                <a:lnTo>
                  <a:pt x="21600" y="2108"/>
                </a:lnTo>
                <a:lnTo>
                  <a:pt x="21600" y="3889"/>
                </a:lnTo>
                <a:lnTo>
                  <a:pt x="20182" y="4226"/>
                </a:lnTo>
                <a:lnTo>
                  <a:pt x="18756" y="4516"/>
                </a:lnTo>
                <a:lnTo>
                  <a:pt x="17330" y="4771"/>
                </a:lnTo>
                <a:lnTo>
                  <a:pt x="15900" y="4994"/>
                </a:lnTo>
                <a:lnTo>
                  <a:pt x="13466" y="5625"/>
                </a:lnTo>
                <a:lnTo>
                  <a:pt x="11762" y="6170"/>
                </a:lnTo>
                <a:lnTo>
                  <a:pt x="10565" y="6804"/>
                </a:lnTo>
                <a:lnTo>
                  <a:pt x="9646" y="7679"/>
                </a:lnTo>
                <a:lnTo>
                  <a:pt x="8777" y="8962"/>
                </a:lnTo>
                <a:lnTo>
                  <a:pt x="7733" y="10807"/>
                </a:lnTo>
                <a:lnTo>
                  <a:pt x="7058" y="12936"/>
                </a:lnTo>
                <a:lnTo>
                  <a:pt x="6427" y="15058"/>
                </a:lnTo>
                <a:lnTo>
                  <a:pt x="5842" y="17197"/>
                </a:lnTo>
                <a:lnTo>
                  <a:pt x="5299" y="19372"/>
                </a:lnTo>
                <a:lnTo>
                  <a:pt x="4800" y="21600"/>
                </a:lnTo>
                <a:lnTo>
                  <a:pt x="3612" y="20725"/>
                </a:lnTo>
                <a:lnTo>
                  <a:pt x="2419" y="19843"/>
                </a:lnTo>
                <a:lnTo>
                  <a:pt x="1217" y="18958"/>
                </a:lnTo>
                <a:lnTo>
                  <a:pt x="0" y="18058"/>
                </a:lnTo>
                <a:lnTo>
                  <a:pt x="559" y="16340"/>
                </a:lnTo>
                <a:lnTo>
                  <a:pt x="1121" y="14626"/>
                </a:lnTo>
                <a:lnTo>
                  <a:pt x="1685" y="12908"/>
                </a:lnTo>
                <a:lnTo>
                  <a:pt x="2249" y="11193"/>
                </a:lnTo>
                <a:lnTo>
                  <a:pt x="2878" y="9280"/>
                </a:lnTo>
                <a:lnTo>
                  <a:pt x="3516" y="7332"/>
                </a:lnTo>
                <a:lnTo>
                  <a:pt x="4438" y="4970"/>
                </a:lnTo>
                <a:lnTo>
                  <a:pt x="5297" y="3160"/>
                </a:lnTo>
                <a:lnTo>
                  <a:pt x="6218" y="1828"/>
                </a:lnTo>
                <a:lnTo>
                  <a:pt x="7325" y="907"/>
                </a:lnTo>
                <a:lnTo>
                  <a:pt x="8738" y="322"/>
                </a:lnTo>
                <a:lnTo>
                  <a:pt x="10584" y="0"/>
                </a:lnTo>
                <a:close/>
              </a:path>
            </a:pathLst>
          </a:custGeom>
          <a:solidFill>
            <a:srgbClr val="8A77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4" name="contour_13992"/>
          <p:cNvSpPr/>
          <p:nvPr/>
        </p:nvSpPr>
        <p:spPr>
          <a:xfrm>
            <a:off x="1780169" y="2018774"/>
            <a:ext cx="376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" y="0"/>
                </a:moveTo>
                <a:lnTo>
                  <a:pt x="1853" y="242"/>
                </a:lnTo>
                <a:lnTo>
                  <a:pt x="2949" y="467"/>
                </a:lnTo>
                <a:lnTo>
                  <a:pt x="4213" y="730"/>
                </a:lnTo>
                <a:lnTo>
                  <a:pt x="5886" y="1076"/>
                </a:lnTo>
                <a:lnTo>
                  <a:pt x="8217" y="1555"/>
                </a:lnTo>
                <a:lnTo>
                  <a:pt x="11446" y="2225"/>
                </a:lnTo>
                <a:lnTo>
                  <a:pt x="15827" y="3128"/>
                </a:lnTo>
                <a:lnTo>
                  <a:pt x="21600" y="4320"/>
                </a:lnTo>
                <a:lnTo>
                  <a:pt x="20416" y="6765"/>
                </a:lnTo>
                <a:lnTo>
                  <a:pt x="19232" y="9210"/>
                </a:lnTo>
                <a:lnTo>
                  <a:pt x="18044" y="11664"/>
                </a:lnTo>
                <a:lnTo>
                  <a:pt x="16852" y="14126"/>
                </a:lnTo>
                <a:lnTo>
                  <a:pt x="15651" y="16602"/>
                </a:lnTo>
                <a:lnTo>
                  <a:pt x="14446" y="19090"/>
                </a:lnTo>
                <a:lnTo>
                  <a:pt x="13233" y="21600"/>
                </a:lnTo>
                <a:lnTo>
                  <a:pt x="10120" y="21047"/>
                </a:lnTo>
                <a:lnTo>
                  <a:pt x="7911" y="20546"/>
                </a:lnTo>
                <a:lnTo>
                  <a:pt x="6003" y="19889"/>
                </a:lnTo>
                <a:lnTo>
                  <a:pt x="3795" y="18870"/>
                </a:lnTo>
                <a:lnTo>
                  <a:pt x="682" y="17280"/>
                </a:lnTo>
                <a:lnTo>
                  <a:pt x="213" y="14321"/>
                </a:lnTo>
                <a:lnTo>
                  <a:pt x="4" y="11487"/>
                </a:lnTo>
                <a:lnTo>
                  <a:pt x="0" y="8713"/>
                </a:lnTo>
                <a:lnTo>
                  <a:pt x="146" y="5923"/>
                </a:lnTo>
                <a:lnTo>
                  <a:pt x="393" y="3041"/>
                </a:lnTo>
                <a:lnTo>
                  <a:pt x="682" y="0"/>
                </a:lnTo>
                <a:close/>
              </a:path>
            </a:pathLst>
          </a:custGeom>
          <a:solidFill>
            <a:srgbClr val="5E59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5" name="contour_13993"/>
          <p:cNvSpPr/>
          <p:nvPr/>
        </p:nvSpPr>
        <p:spPr>
          <a:xfrm>
            <a:off x="1985420" y="2010174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930"/>
                </a:moveTo>
                <a:lnTo>
                  <a:pt x="12113" y="310"/>
                </a:lnTo>
                <a:lnTo>
                  <a:pt x="14524" y="0"/>
                </a:lnTo>
                <a:lnTo>
                  <a:pt x="16494" y="0"/>
                </a:lnTo>
                <a:lnTo>
                  <a:pt x="18645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840" y="16190"/>
                </a:lnTo>
                <a:lnTo>
                  <a:pt x="3231" y="12200"/>
                </a:lnTo>
                <a:lnTo>
                  <a:pt x="4316" y="9270"/>
                </a:lnTo>
                <a:lnTo>
                  <a:pt x="5244" y="7043"/>
                </a:lnTo>
                <a:lnTo>
                  <a:pt x="6178" y="5147"/>
                </a:lnTo>
                <a:lnTo>
                  <a:pt x="7258" y="3230"/>
                </a:lnTo>
                <a:lnTo>
                  <a:pt x="8640" y="930"/>
                </a:lnTo>
                <a:close/>
              </a:path>
            </a:pathLst>
          </a:custGeom>
          <a:solidFill>
            <a:srgbClr val="B4B7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6" name="contour_13994"/>
          <p:cNvSpPr/>
          <p:nvPr/>
        </p:nvSpPr>
        <p:spPr>
          <a:xfrm>
            <a:off x="1941692" y="201148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516" y="4190"/>
                </a:lnTo>
                <a:lnTo>
                  <a:pt x="4914" y="3154"/>
                </a:lnTo>
                <a:lnTo>
                  <a:pt x="7229" y="2273"/>
                </a:lnTo>
                <a:lnTo>
                  <a:pt x="9504" y="1550"/>
                </a:lnTo>
                <a:lnTo>
                  <a:pt x="11776" y="972"/>
                </a:lnTo>
                <a:lnTo>
                  <a:pt x="14083" y="535"/>
                </a:lnTo>
                <a:lnTo>
                  <a:pt x="16463" y="232"/>
                </a:lnTo>
                <a:lnTo>
                  <a:pt x="18958" y="59"/>
                </a:lnTo>
                <a:lnTo>
                  <a:pt x="21600" y="0"/>
                </a:lnTo>
                <a:close/>
              </a:path>
            </a:pathLst>
          </a:custGeom>
          <a:solidFill>
            <a:srgbClr val="4D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7" name="contour_13995"/>
          <p:cNvSpPr/>
          <p:nvPr/>
        </p:nvSpPr>
        <p:spPr>
          <a:xfrm>
            <a:off x="7721070" y="1996910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688"/>
                </a:lnTo>
                <a:lnTo>
                  <a:pt x="7133" y="1376"/>
                </a:lnTo>
                <a:lnTo>
                  <a:pt x="10719" y="2068"/>
                </a:lnTo>
                <a:lnTo>
                  <a:pt x="14321" y="2765"/>
                </a:lnTo>
                <a:lnTo>
                  <a:pt x="17944" y="3465"/>
                </a:lnTo>
                <a:lnTo>
                  <a:pt x="21600" y="4170"/>
                </a:lnTo>
                <a:lnTo>
                  <a:pt x="20585" y="9145"/>
                </a:lnTo>
                <a:lnTo>
                  <a:pt x="19818" y="12622"/>
                </a:lnTo>
                <a:lnTo>
                  <a:pt x="19143" y="15070"/>
                </a:lnTo>
                <a:lnTo>
                  <a:pt x="18414" y="16951"/>
                </a:lnTo>
                <a:lnTo>
                  <a:pt x="17485" y="18719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0" y="17901"/>
                </a:lnTo>
                <a:lnTo>
                  <a:pt x="0" y="14949"/>
                </a:lnTo>
                <a:lnTo>
                  <a:pt x="0" y="11988"/>
                </a:lnTo>
                <a:lnTo>
                  <a:pt x="0" y="9015"/>
                </a:lnTo>
                <a:lnTo>
                  <a:pt x="0" y="6030"/>
                </a:lnTo>
                <a:lnTo>
                  <a:pt x="0" y="3027"/>
                </a:lnTo>
                <a:lnTo>
                  <a:pt x="0" y="0"/>
                </a:lnTo>
                <a:close/>
              </a:path>
            </a:pathLst>
          </a:custGeom>
          <a:solidFill>
            <a:srgbClr val="DB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8" name="contour_13996"/>
          <p:cNvSpPr/>
          <p:nvPr/>
        </p:nvSpPr>
        <p:spPr>
          <a:xfrm>
            <a:off x="4222834" y="1982334"/>
            <a:ext cx="58304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401" y="933"/>
                </a:lnTo>
                <a:lnTo>
                  <a:pt x="6102" y="1866"/>
                </a:lnTo>
                <a:lnTo>
                  <a:pt x="7806" y="2799"/>
                </a:lnTo>
                <a:lnTo>
                  <a:pt x="9512" y="3737"/>
                </a:lnTo>
                <a:lnTo>
                  <a:pt x="11224" y="4676"/>
                </a:lnTo>
                <a:lnTo>
                  <a:pt x="12936" y="5614"/>
                </a:lnTo>
                <a:lnTo>
                  <a:pt x="14656" y="6557"/>
                </a:lnTo>
                <a:lnTo>
                  <a:pt x="16381" y="7506"/>
                </a:lnTo>
                <a:lnTo>
                  <a:pt x="18112" y="8454"/>
                </a:lnTo>
                <a:lnTo>
                  <a:pt x="19853" y="9408"/>
                </a:lnTo>
                <a:lnTo>
                  <a:pt x="21600" y="10367"/>
                </a:lnTo>
                <a:lnTo>
                  <a:pt x="20930" y="12933"/>
                </a:lnTo>
                <a:lnTo>
                  <a:pt x="20261" y="15514"/>
                </a:lnTo>
                <a:lnTo>
                  <a:pt x="19583" y="18106"/>
                </a:lnTo>
                <a:lnTo>
                  <a:pt x="18900" y="20734"/>
                </a:lnTo>
                <a:lnTo>
                  <a:pt x="16713" y="21227"/>
                </a:lnTo>
                <a:lnTo>
                  <a:pt x="15117" y="21502"/>
                </a:lnTo>
                <a:lnTo>
                  <a:pt x="13657" y="21600"/>
                </a:lnTo>
                <a:lnTo>
                  <a:pt x="11864" y="21553"/>
                </a:lnTo>
                <a:lnTo>
                  <a:pt x="9283" y="21382"/>
                </a:lnTo>
                <a:lnTo>
                  <a:pt x="7549" y="21289"/>
                </a:lnTo>
                <a:lnTo>
                  <a:pt x="5805" y="21196"/>
                </a:lnTo>
                <a:lnTo>
                  <a:pt x="4039" y="21097"/>
                </a:lnTo>
                <a:lnTo>
                  <a:pt x="2705" y="20978"/>
                </a:lnTo>
                <a:lnTo>
                  <a:pt x="1361" y="20859"/>
                </a:lnTo>
                <a:lnTo>
                  <a:pt x="0" y="20734"/>
                </a:lnTo>
                <a:lnTo>
                  <a:pt x="445" y="17313"/>
                </a:lnTo>
                <a:lnTo>
                  <a:pt x="891" y="13887"/>
                </a:lnTo>
                <a:lnTo>
                  <a:pt x="1339" y="10445"/>
                </a:lnTo>
                <a:lnTo>
                  <a:pt x="1790" y="6987"/>
                </a:lnTo>
                <a:lnTo>
                  <a:pt x="2244" y="3509"/>
                </a:lnTo>
                <a:lnTo>
                  <a:pt x="2700" y="0"/>
                </a:lnTo>
                <a:close/>
              </a:path>
            </a:pathLst>
          </a:custGeom>
          <a:solidFill>
            <a:srgbClr val="C3D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3999" name="contour_13997"/>
          <p:cNvSpPr/>
          <p:nvPr/>
        </p:nvSpPr>
        <p:spPr>
          <a:xfrm>
            <a:off x="8508173" y="1995474"/>
            <a:ext cx="51016" cy="378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9"/>
                </a:moveTo>
                <a:lnTo>
                  <a:pt x="3533" y="366"/>
                </a:lnTo>
                <a:lnTo>
                  <a:pt x="6017" y="91"/>
                </a:lnTo>
                <a:lnTo>
                  <a:pt x="7798" y="0"/>
                </a:lnTo>
                <a:lnTo>
                  <a:pt x="9217" y="91"/>
                </a:lnTo>
                <a:lnTo>
                  <a:pt x="10618" y="366"/>
                </a:lnTo>
                <a:lnTo>
                  <a:pt x="12343" y="819"/>
                </a:lnTo>
                <a:lnTo>
                  <a:pt x="13293" y="3662"/>
                </a:lnTo>
                <a:lnTo>
                  <a:pt x="13929" y="5731"/>
                </a:lnTo>
                <a:lnTo>
                  <a:pt x="14398" y="7627"/>
                </a:lnTo>
                <a:lnTo>
                  <a:pt x="14848" y="9946"/>
                </a:lnTo>
                <a:lnTo>
                  <a:pt x="15429" y="13288"/>
                </a:lnTo>
                <a:lnTo>
                  <a:pt x="17302" y="15993"/>
                </a:lnTo>
                <a:lnTo>
                  <a:pt x="18567" y="17764"/>
                </a:lnTo>
                <a:lnTo>
                  <a:pt x="19807" y="19372"/>
                </a:lnTo>
                <a:lnTo>
                  <a:pt x="21600" y="21600"/>
                </a:lnTo>
                <a:lnTo>
                  <a:pt x="19477" y="21413"/>
                </a:lnTo>
                <a:lnTo>
                  <a:pt x="17382" y="21193"/>
                </a:lnTo>
                <a:lnTo>
                  <a:pt x="15305" y="20923"/>
                </a:lnTo>
                <a:lnTo>
                  <a:pt x="13247" y="20590"/>
                </a:lnTo>
                <a:lnTo>
                  <a:pt x="11201" y="20179"/>
                </a:lnTo>
                <a:lnTo>
                  <a:pt x="9165" y="19672"/>
                </a:lnTo>
                <a:lnTo>
                  <a:pt x="7137" y="19056"/>
                </a:lnTo>
                <a:lnTo>
                  <a:pt x="5113" y="18321"/>
                </a:lnTo>
                <a:lnTo>
                  <a:pt x="3086" y="17444"/>
                </a:lnTo>
                <a:lnTo>
                  <a:pt x="1907" y="14684"/>
                </a:lnTo>
                <a:lnTo>
                  <a:pt x="1114" y="12128"/>
                </a:lnTo>
                <a:lnTo>
                  <a:pt x="617" y="9613"/>
                </a:lnTo>
                <a:lnTo>
                  <a:pt x="327" y="6991"/>
                </a:lnTo>
                <a:lnTo>
                  <a:pt x="151" y="4111"/>
                </a:lnTo>
                <a:lnTo>
                  <a:pt x="0" y="819"/>
                </a:lnTo>
                <a:close/>
              </a:path>
            </a:pathLst>
          </a:custGeom>
          <a:solidFill>
            <a:srgbClr val="E2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0" name="contour_13998"/>
          <p:cNvSpPr/>
          <p:nvPr/>
        </p:nvSpPr>
        <p:spPr>
          <a:xfrm>
            <a:off x="2349820" y="1996910"/>
            <a:ext cx="43728" cy="295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196" y="5693"/>
                </a:lnTo>
                <a:lnTo>
                  <a:pt x="19123" y="9880"/>
                </a:lnTo>
                <a:lnTo>
                  <a:pt x="18263" y="12933"/>
                </a:lnTo>
                <a:lnTo>
                  <a:pt x="17489" y="15226"/>
                </a:lnTo>
                <a:lnTo>
                  <a:pt x="16668" y="17136"/>
                </a:lnTo>
                <a:lnTo>
                  <a:pt x="15682" y="19030"/>
                </a:lnTo>
                <a:lnTo>
                  <a:pt x="14400" y="21281"/>
                </a:lnTo>
                <a:lnTo>
                  <a:pt x="11945" y="21600"/>
                </a:lnTo>
                <a:lnTo>
                  <a:pt x="9691" y="21504"/>
                </a:lnTo>
                <a:lnTo>
                  <a:pt x="7513" y="21063"/>
                </a:lnTo>
                <a:lnTo>
                  <a:pt x="5292" y="20344"/>
                </a:lnTo>
                <a:lnTo>
                  <a:pt x="2898" y="19429"/>
                </a:lnTo>
                <a:lnTo>
                  <a:pt x="1462" y="17711"/>
                </a:lnTo>
                <a:lnTo>
                  <a:pt x="0" y="15961"/>
                </a:lnTo>
                <a:lnTo>
                  <a:pt x="0" y="12800"/>
                </a:lnTo>
                <a:lnTo>
                  <a:pt x="0" y="9630"/>
                </a:lnTo>
                <a:lnTo>
                  <a:pt x="0" y="6448"/>
                </a:lnTo>
                <a:lnTo>
                  <a:pt x="0" y="3240"/>
                </a:lnTo>
                <a:lnTo>
                  <a:pt x="0" y="0"/>
                </a:lnTo>
                <a:close/>
              </a:path>
            </a:pathLst>
          </a:custGeom>
          <a:solidFill>
            <a:srgbClr val="8D81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1" name="contour_13999"/>
          <p:cNvSpPr/>
          <p:nvPr/>
        </p:nvSpPr>
        <p:spPr>
          <a:xfrm>
            <a:off x="1234757" y="1989622"/>
            <a:ext cx="2308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0" y="0"/>
                </a:moveTo>
                <a:lnTo>
                  <a:pt x="10196" y="765"/>
                </a:lnTo>
                <a:lnTo>
                  <a:pt x="13593" y="1531"/>
                </a:lnTo>
                <a:lnTo>
                  <a:pt x="17003" y="2305"/>
                </a:lnTo>
                <a:lnTo>
                  <a:pt x="20461" y="3086"/>
                </a:lnTo>
                <a:lnTo>
                  <a:pt x="21109" y="5249"/>
                </a:lnTo>
                <a:lnTo>
                  <a:pt x="21470" y="6823"/>
                </a:lnTo>
                <a:lnTo>
                  <a:pt x="21600" y="8260"/>
                </a:lnTo>
                <a:lnTo>
                  <a:pt x="21539" y="10013"/>
                </a:lnTo>
                <a:lnTo>
                  <a:pt x="21314" y="12534"/>
                </a:lnTo>
                <a:lnTo>
                  <a:pt x="21191" y="14228"/>
                </a:lnTo>
                <a:lnTo>
                  <a:pt x="21068" y="15932"/>
                </a:lnTo>
                <a:lnTo>
                  <a:pt x="20938" y="17660"/>
                </a:lnTo>
                <a:lnTo>
                  <a:pt x="20700" y="19616"/>
                </a:lnTo>
                <a:lnTo>
                  <a:pt x="20461" y="21600"/>
                </a:lnTo>
                <a:lnTo>
                  <a:pt x="16410" y="21600"/>
                </a:lnTo>
                <a:lnTo>
                  <a:pt x="12345" y="21600"/>
                </a:lnTo>
                <a:lnTo>
                  <a:pt x="8266" y="21600"/>
                </a:lnTo>
                <a:lnTo>
                  <a:pt x="4154" y="21600"/>
                </a:lnTo>
                <a:lnTo>
                  <a:pt x="0" y="21600"/>
                </a:lnTo>
                <a:lnTo>
                  <a:pt x="675" y="19462"/>
                </a:lnTo>
                <a:lnTo>
                  <a:pt x="1350" y="17320"/>
                </a:lnTo>
                <a:lnTo>
                  <a:pt x="2026" y="15179"/>
                </a:lnTo>
                <a:lnTo>
                  <a:pt x="2708" y="13034"/>
                </a:lnTo>
                <a:lnTo>
                  <a:pt x="3383" y="10880"/>
                </a:lnTo>
                <a:lnTo>
                  <a:pt x="4065" y="8723"/>
                </a:lnTo>
                <a:lnTo>
                  <a:pt x="4747" y="6557"/>
                </a:lnTo>
                <a:lnTo>
                  <a:pt x="5436" y="4382"/>
                </a:lnTo>
                <a:lnTo>
                  <a:pt x="6125" y="2197"/>
                </a:lnTo>
                <a:lnTo>
                  <a:pt x="6820" y="0"/>
                </a:lnTo>
                <a:close/>
              </a:path>
            </a:pathLst>
          </a:custGeom>
          <a:solidFill>
            <a:srgbClr val="0C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2" name="contour_14000"/>
          <p:cNvSpPr/>
          <p:nvPr/>
        </p:nvSpPr>
        <p:spPr>
          <a:xfrm>
            <a:off x="9922043" y="196775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19462" y="6458"/>
                </a:lnTo>
                <a:lnTo>
                  <a:pt x="17310" y="8610"/>
                </a:lnTo>
                <a:lnTo>
                  <a:pt x="15150" y="10770"/>
                </a:lnTo>
                <a:lnTo>
                  <a:pt x="12960" y="12960"/>
                </a:lnTo>
                <a:lnTo>
                  <a:pt x="15098" y="15098"/>
                </a:lnTo>
                <a:lnTo>
                  <a:pt x="17250" y="17250"/>
                </a:lnTo>
                <a:lnTo>
                  <a:pt x="19410" y="19410"/>
                </a:lnTo>
                <a:lnTo>
                  <a:pt x="21600" y="21600"/>
                </a:lnTo>
                <a:lnTo>
                  <a:pt x="18926" y="21064"/>
                </a:lnTo>
                <a:lnTo>
                  <a:pt x="16252" y="20529"/>
                </a:lnTo>
                <a:lnTo>
                  <a:pt x="13569" y="19993"/>
                </a:lnTo>
                <a:lnTo>
                  <a:pt x="10882" y="19457"/>
                </a:lnTo>
                <a:lnTo>
                  <a:pt x="8182" y="18917"/>
                </a:lnTo>
                <a:lnTo>
                  <a:pt x="5469" y="18373"/>
                </a:lnTo>
                <a:lnTo>
                  <a:pt x="2743" y="17829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DDE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3" name="contour_14001"/>
          <p:cNvSpPr/>
          <p:nvPr/>
        </p:nvSpPr>
        <p:spPr>
          <a:xfrm>
            <a:off x="613966" y="1961373"/>
            <a:ext cx="52328" cy="287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285"/>
                </a:moveTo>
                <a:lnTo>
                  <a:pt x="19657" y="12993"/>
                </a:lnTo>
                <a:lnTo>
                  <a:pt x="17831" y="15268"/>
                </a:lnTo>
                <a:lnTo>
                  <a:pt x="16089" y="17137"/>
                </a:lnTo>
                <a:lnTo>
                  <a:pt x="14386" y="18634"/>
                </a:lnTo>
                <a:lnTo>
                  <a:pt x="12689" y="19791"/>
                </a:lnTo>
                <a:lnTo>
                  <a:pt x="10962" y="20635"/>
                </a:lnTo>
                <a:lnTo>
                  <a:pt x="9166" y="21194"/>
                </a:lnTo>
                <a:lnTo>
                  <a:pt x="7262" y="21507"/>
                </a:lnTo>
                <a:lnTo>
                  <a:pt x="5216" y="21600"/>
                </a:lnTo>
                <a:lnTo>
                  <a:pt x="2987" y="21501"/>
                </a:lnTo>
                <a:lnTo>
                  <a:pt x="542" y="21249"/>
                </a:lnTo>
                <a:lnTo>
                  <a:pt x="181" y="17335"/>
                </a:lnTo>
                <a:lnTo>
                  <a:pt x="0" y="14522"/>
                </a:lnTo>
                <a:lnTo>
                  <a:pt x="0" y="12023"/>
                </a:lnTo>
                <a:lnTo>
                  <a:pt x="181" y="9046"/>
                </a:lnTo>
                <a:lnTo>
                  <a:pt x="542" y="4802"/>
                </a:lnTo>
                <a:lnTo>
                  <a:pt x="3138" y="2812"/>
                </a:lnTo>
                <a:lnTo>
                  <a:pt x="5484" y="1338"/>
                </a:lnTo>
                <a:lnTo>
                  <a:pt x="7632" y="395"/>
                </a:lnTo>
                <a:lnTo>
                  <a:pt x="9636" y="0"/>
                </a:lnTo>
                <a:lnTo>
                  <a:pt x="11549" y="181"/>
                </a:lnTo>
                <a:lnTo>
                  <a:pt x="13423" y="948"/>
                </a:lnTo>
                <a:lnTo>
                  <a:pt x="15313" y="2319"/>
                </a:lnTo>
                <a:lnTo>
                  <a:pt x="17268" y="4320"/>
                </a:lnTo>
                <a:lnTo>
                  <a:pt x="19347" y="6973"/>
                </a:lnTo>
                <a:lnTo>
                  <a:pt x="21600" y="10285"/>
                </a:lnTo>
                <a:close/>
              </a:path>
            </a:pathLst>
          </a:custGeom>
          <a:solidFill>
            <a:srgbClr val="F2F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4" name="contour_14002"/>
          <p:cNvSpPr/>
          <p:nvPr/>
        </p:nvSpPr>
        <p:spPr>
          <a:xfrm>
            <a:off x="1167343" y="1945558"/>
            <a:ext cx="45550" cy="360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1"/>
                </a:moveTo>
                <a:lnTo>
                  <a:pt x="21579" y="4495"/>
                </a:lnTo>
                <a:lnTo>
                  <a:pt x="21420" y="7299"/>
                </a:lnTo>
                <a:lnTo>
                  <a:pt x="20999" y="9217"/>
                </a:lnTo>
                <a:lnTo>
                  <a:pt x="20176" y="10850"/>
                </a:lnTo>
                <a:lnTo>
                  <a:pt x="18818" y="12811"/>
                </a:lnTo>
                <a:lnTo>
                  <a:pt x="16983" y="14546"/>
                </a:lnTo>
                <a:lnTo>
                  <a:pt x="15120" y="16310"/>
                </a:lnTo>
                <a:lnTo>
                  <a:pt x="13313" y="18092"/>
                </a:lnTo>
                <a:lnTo>
                  <a:pt x="11474" y="19910"/>
                </a:lnTo>
                <a:lnTo>
                  <a:pt x="9276" y="21120"/>
                </a:lnTo>
                <a:lnTo>
                  <a:pt x="7755" y="21600"/>
                </a:lnTo>
                <a:lnTo>
                  <a:pt x="6204" y="21412"/>
                </a:lnTo>
                <a:lnTo>
                  <a:pt x="3916" y="20626"/>
                </a:lnTo>
                <a:lnTo>
                  <a:pt x="2139" y="18818"/>
                </a:lnTo>
                <a:lnTo>
                  <a:pt x="1137" y="17223"/>
                </a:lnTo>
                <a:lnTo>
                  <a:pt x="546" y="14956"/>
                </a:lnTo>
                <a:lnTo>
                  <a:pt x="0" y="11121"/>
                </a:lnTo>
                <a:lnTo>
                  <a:pt x="539" y="7286"/>
                </a:lnTo>
                <a:lnTo>
                  <a:pt x="1078" y="5010"/>
                </a:lnTo>
                <a:lnTo>
                  <a:pt x="1942" y="3403"/>
                </a:lnTo>
                <a:lnTo>
                  <a:pt x="3456" y="1564"/>
                </a:lnTo>
                <a:lnTo>
                  <a:pt x="5747" y="935"/>
                </a:lnTo>
                <a:lnTo>
                  <a:pt x="8001" y="494"/>
                </a:lnTo>
                <a:lnTo>
                  <a:pt x="10233" y="205"/>
                </a:lnTo>
                <a:lnTo>
                  <a:pt x="12459" y="52"/>
                </a:lnTo>
                <a:lnTo>
                  <a:pt x="14691" y="0"/>
                </a:lnTo>
                <a:lnTo>
                  <a:pt x="16952" y="26"/>
                </a:lnTo>
                <a:lnTo>
                  <a:pt x="19250" y="105"/>
                </a:lnTo>
                <a:lnTo>
                  <a:pt x="21600" y="201"/>
                </a:lnTo>
                <a:close/>
              </a:path>
            </a:pathLst>
          </a:custGeom>
          <a:solidFill>
            <a:srgbClr val="18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5" name="contour_14003"/>
          <p:cNvSpPr/>
          <p:nvPr/>
        </p:nvSpPr>
        <p:spPr>
          <a:xfrm>
            <a:off x="884934" y="195318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26" y="37"/>
                </a:lnTo>
                <a:lnTo>
                  <a:pt x="4766" y="127"/>
                </a:lnTo>
                <a:lnTo>
                  <a:pt x="7042" y="296"/>
                </a:lnTo>
                <a:lnTo>
                  <a:pt x="9266" y="562"/>
                </a:lnTo>
                <a:lnTo>
                  <a:pt x="11459" y="953"/>
                </a:lnTo>
                <a:lnTo>
                  <a:pt x="13633" y="1487"/>
                </a:lnTo>
                <a:lnTo>
                  <a:pt x="15808" y="2191"/>
                </a:lnTo>
                <a:lnTo>
                  <a:pt x="18000" y="3086"/>
                </a:lnTo>
                <a:lnTo>
                  <a:pt x="18853" y="5110"/>
                </a:lnTo>
                <a:lnTo>
                  <a:pt x="19559" y="7125"/>
                </a:lnTo>
                <a:lnTo>
                  <a:pt x="20124" y="9143"/>
                </a:lnTo>
                <a:lnTo>
                  <a:pt x="20574" y="11170"/>
                </a:lnTo>
                <a:lnTo>
                  <a:pt x="20920" y="13207"/>
                </a:lnTo>
                <a:lnTo>
                  <a:pt x="21179" y="15262"/>
                </a:lnTo>
                <a:lnTo>
                  <a:pt x="21366" y="17342"/>
                </a:lnTo>
                <a:lnTo>
                  <a:pt x="21503" y="19452"/>
                </a:lnTo>
                <a:lnTo>
                  <a:pt x="21600" y="21600"/>
                </a:lnTo>
                <a:lnTo>
                  <a:pt x="19030" y="21298"/>
                </a:lnTo>
                <a:lnTo>
                  <a:pt x="17183" y="20986"/>
                </a:lnTo>
                <a:lnTo>
                  <a:pt x="15541" y="20517"/>
                </a:lnTo>
                <a:lnTo>
                  <a:pt x="13586" y="19742"/>
                </a:lnTo>
                <a:lnTo>
                  <a:pt x="10800" y="18514"/>
                </a:lnTo>
                <a:lnTo>
                  <a:pt x="10152" y="16543"/>
                </a:lnTo>
                <a:lnTo>
                  <a:pt x="9623" y="14592"/>
                </a:lnTo>
                <a:lnTo>
                  <a:pt x="9194" y="12645"/>
                </a:lnTo>
                <a:lnTo>
                  <a:pt x="8845" y="10683"/>
                </a:lnTo>
                <a:lnTo>
                  <a:pt x="8557" y="8692"/>
                </a:lnTo>
                <a:lnTo>
                  <a:pt x="8312" y="6653"/>
                </a:lnTo>
                <a:lnTo>
                  <a:pt x="7610" y="4558"/>
                </a:lnTo>
                <a:lnTo>
                  <a:pt x="6876" y="3277"/>
                </a:lnTo>
                <a:lnTo>
                  <a:pt x="5659" y="2287"/>
                </a:lnTo>
                <a:lnTo>
                  <a:pt x="3503" y="1061"/>
                </a:lnTo>
                <a:lnTo>
                  <a:pt x="1764" y="534"/>
                </a:lnTo>
                <a:lnTo>
                  <a:pt x="0" y="0"/>
                </a:lnTo>
                <a:close/>
              </a:path>
            </a:pathLst>
          </a:custGeom>
          <a:solidFill>
            <a:srgbClr val="1E1F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6" name="contour_14004"/>
          <p:cNvSpPr/>
          <p:nvPr/>
        </p:nvSpPr>
        <p:spPr>
          <a:xfrm>
            <a:off x="11173938" y="1945894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CFBD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7" name="contour_14005"/>
          <p:cNvSpPr/>
          <p:nvPr/>
        </p:nvSpPr>
        <p:spPr>
          <a:xfrm>
            <a:off x="4456050" y="1938606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21203" y="6588"/>
                </a:lnTo>
                <a:lnTo>
                  <a:pt x="20806" y="7781"/>
                </a:lnTo>
                <a:lnTo>
                  <a:pt x="20258" y="9428"/>
                </a:lnTo>
                <a:lnTo>
                  <a:pt x="19405" y="11983"/>
                </a:lnTo>
                <a:lnTo>
                  <a:pt x="18104" y="15887"/>
                </a:lnTo>
                <a:lnTo>
                  <a:pt x="16200" y="21600"/>
                </a:lnTo>
                <a:lnTo>
                  <a:pt x="14178" y="21379"/>
                </a:lnTo>
                <a:lnTo>
                  <a:pt x="12728" y="21076"/>
                </a:lnTo>
                <a:lnTo>
                  <a:pt x="11445" y="20509"/>
                </a:lnTo>
                <a:lnTo>
                  <a:pt x="9925" y="19505"/>
                </a:lnTo>
                <a:lnTo>
                  <a:pt x="7762" y="17885"/>
                </a:lnTo>
                <a:lnTo>
                  <a:pt x="6305" y="16864"/>
                </a:lnTo>
                <a:lnTo>
                  <a:pt x="4838" y="15833"/>
                </a:lnTo>
                <a:lnTo>
                  <a:pt x="3353" y="14785"/>
                </a:lnTo>
                <a:lnTo>
                  <a:pt x="2859" y="14197"/>
                </a:lnTo>
                <a:lnTo>
                  <a:pt x="1990" y="131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89CD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8" name="contour_14006"/>
          <p:cNvSpPr/>
          <p:nvPr/>
        </p:nvSpPr>
        <p:spPr>
          <a:xfrm>
            <a:off x="7611750" y="1929678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930"/>
                </a:moveTo>
                <a:lnTo>
                  <a:pt x="7318" y="298"/>
                </a:lnTo>
                <a:lnTo>
                  <a:pt x="10122" y="12"/>
                </a:lnTo>
                <a:lnTo>
                  <a:pt x="12839" y="0"/>
                </a:lnTo>
                <a:lnTo>
                  <a:pt x="15582" y="198"/>
                </a:lnTo>
                <a:lnTo>
                  <a:pt x="18468" y="533"/>
                </a:lnTo>
                <a:lnTo>
                  <a:pt x="21600" y="930"/>
                </a:lnTo>
                <a:lnTo>
                  <a:pt x="21600" y="3853"/>
                </a:lnTo>
                <a:lnTo>
                  <a:pt x="21600" y="6780"/>
                </a:lnTo>
                <a:lnTo>
                  <a:pt x="21600" y="9715"/>
                </a:lnTo>
                <a:lnTo>
                  <a:pt x="21600" y="12662"/>
                </a:lnTo>
                <a:lnTo>
                  <a:pt x="21600" y="15622"/>
                </a:lnTo>
                <a:lnTo>
                  <a:pt x="21600" y="18599"/>
                </a:lnTo>
                <a:lnTo>
                  <a:pt x="21600" y="21600"/>
                </a:lnTo>
                <a:lnTo>
                  <a:pt x="18926" y="21087"/>
                </a:lnTo>
                <a:lnTo>
                  <a:pt x="16252" y="20575"/>
                </a:lnTo>
                <a:lnTo>
                  <a:pt x="13569" y="20062"/>
                </a:lnTo>
                <a:lnTo>
                  <a:pt x="10882" y="19550"/>
                </a:lnTo>
                <a:lnTo>
                  <a:pt x="8182" y="19033"/>
                </a:lnTo>
                <a:lnTo>
                  <a:pt x="5469" y="18512"/>
                </a:lnTo>
                <a:lnTo>
                  <a:pt x="2743" y="17991"/>
                </a:lnTo>
                <a:lnTo>
                  <a:pt x="0" y="17466"/>
                </a:lnTo>
                <a:lnTo>
                  <a:pt x="652" y="12534"/>
                </a:lnTo>
                <a:lnTo>
                  <a:pt x="1175" y="9086"/>
                </a:lnTo>
                <a:lnTo>
                  <a:pt x="1680" y="6660"/>
                </a:lnTo>
                <a:lnTo>
                  <a:pt x="2294" y="4795"/>
                </a:lnTo>
                <a:lnTo>
                  <a:pt x="3132" y="3043"/>
                </a:lnTo>
                <a:lnTo>
                  <a:pt x="4320" y="930"/>
                </a:lnTo>
                <a:close/>
              </a:path>
            </a:pathLst>
          </a:custGeom>
          <a:solidFill>
            <a:srgbClr val="F3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09" name="contour_14007"/>
          <p:cNvSpPr/>
          <p:nvPr/>
        </p:nvSpPr>
        <p:spPr>
          <a:xfrm>
            <a:off x="2094740" y="1916385"/>
            <a:ext cx="36440" cy="29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1600" y="3782"/>
                </a:lnTo>
                <a:lnTo>
                  <a:pt x="21600" y="7308"/>
                </a:lnTo>
                <a:lnTo>
                  <a:pt x="21600" y="10851"/>
                </a:lnTo>
                <a:lnTo>
                  <a:pt x="21600" y="14409"/>
                </a:lnTo>
                <a:lnTo>
                  <a:pt x="21600" y="17988"/>
                </a:lnTo>
                <a:lnTo>
                  <a:pt x="21600" y="21600"/>
                </a:lnTo>
                <a:lnTo>
                  <a:pt x="18896" y="21136"/>
                </a:lnTo>
                <a:lnTo>
                  <a:pt x="16196" y="20640"/>
                </a:lnTo>
                <a:lnTo>
                  <a:pt x="13496" y="20128"/>
                </a:lnTo>
                <a:lnTo>
                  <a:pt x="10800" y="19600"/>
                </a:lnTo>
                <a:lnTo>
                  <a:pt x="9288" y="19317"/>
                </a:lnTo>
                <a:lnTo>
                  <a:pt x="4726" y="18474"/>
                </a:lnTo>
                <a:lnTo>
                  <a:pt x="2380" y="17380"/>
                </a:lnTo>
                <a:lnTo>
                  <a:pt x="0" y="16265"/>
                </a:lnTo>
                <a:lnTo>
                  <a:pt x="0" y="12739"/>
                </a:lnTo>
                <a:lnTo>
                  <a:pt x="0" y="9192"/>
                </a:lnTo>
                <a:lnTo>
                  <a:pt x="0" y="5596"/>
                </a:lnTo>
                <a:lnTo>
                  <a:pt x="2527" y="3505"/>
                </a:lnTo>
                <a:lnTo>
                  <a:pt x="5063" y="1990"/>
                </a:lnTo>
                <a:lnTo>
                  <a:pt x="7629" y="966"/>
                </a:lnTo>
                <a:lnTo>
                  <a:pt x="10243" y="352"/>
                </a:lnTo>
                <a:lnTo>
                  <a:pt x="12925" y="53"/>
                </a:lnTo>
                <a:lnTo>
                  <a:pt x="15699" y="0"/>
                </a:lnTo>
                <a:lnTo>
                  <a:pt x="18585" y="96"/>
                </a:lnTo>
                <a:lnTo>
                  <a:pt x="21600" y="261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0" name="contour_14008"/>
          <p:cNvSpPr/>
          <p:nvPr/>
        </p:nvSpPr>
        <p:spPr>
          <a:xfrm>
            <a:off x="979678" y="1917594"/>
            <a:ext cx="58304" cy="501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007"/>
                </a:moveTo>
                <a:lnTo>
                  <a:pt x="14486" y="1149"/>
                </a:lnTo>
                <a:lnTo>
                  <a:pt x="15628" y="1400"/>
                </a:lnTo>
                <a:lnTo>
                  <a:pt x="18247" y="1977"/>
                </a:lnTo>
                <a:lnTo>
                  <a:pt x="19912" y="2369"/>
                </a:lnTo>
                <a:lnTo>
                  <a:pt x="21600" y="2771"/>
                </a:lnTo>
                <a:lnTo>
                  <a:pt x="21600" y="4328"/>
                </a:lnTo>
                <a:lnTo>
                  <a:pt x="21600" y="5909"/>
                </a:lnTo>
                <a:lnTo>
                  <a:pt x="19691" y="5909"/>
                </a:lnTo>
                <a:lnTo>
                  <a:pt x="17780" y="5909"/>
                </a:lnTo>
                <a:lnTo>
                  <a:pt x="15862" y="5909"/>
                </a:lnTo>
                <a:lnTo>
                  <a:pt x="13937" y="5909"/>
                </a:lnTo>
                <a:lnTo>
                  <a:pt x="12004" y="5909"/>
                </a:lnTo>
                <a:lnTo>
                  <a:pt x="10060" y="5909"/>
                </a:lnTo>
                <a:lnTo>
                  <a:pt x="8100" y="5909"/>
                </a:lnTo>
                <a:lnTo>
                  <a:pt x="8770" y="7849"/>
                </a:lnTo>
                <a:lnTo>
                  <a:pt x="9437" y="9794"/>
                </a:lnTo>
                <a:lnTo>
                  <a:pt x="10109" y="11743"/>
                </a:lnTo>
                <a:lnTo>
                  <a:pt x="10781" y="13695"/>
                </a:lnTo>
                <a:lnTo>
                  <a:pt x="11453" y="15656"/>
                </a:lnTo>
                <a:lnTo>
                  <a:pt x="12131" y="17627"/>
                </a:lnTo>
                <a:lnTo>
                  <a:pt x="12814" y="19607"/>
                </a:lnTo>
                <a:lnTo>
                  <a:pt x="13500" y="21600"/>
                </a:lnTo>
                <a:lnTo>
                  <a:pt x="11896" y="21600"/>
                </a:lnTo>
                <a:lnTo>
                  <a:pt x="10287" y="21600"/>
                </a:lnTo>
                <a:lnTo>
                  <a:pt x="8672" y="21600"/>
                </a:lnTo>
                <a:lnTo>
                  <a:pt x="7044" y="21600"/>
                </a:lnTo>
                <a:lnTo>
                  <a:pt x="5400" y="21600"/>
                </a:lnTo>
                <a:lnTo>
                  <a:pt x="5494" y="19952"/>
                </a:lnTo>
                <a:lnTo>
                  <a:pt x="5589" y="18280"/>
                </a:lnTo>
                <a:lnTo>
                  <a:pt x="5662" y="16130"/>
                </a:lnTo>
                <a:lnTo>
                  <a:pt x="5738" y="13949"/>
                </a:lnTo>
                <a:lnTo>
                  <a:pt x="5832" y="11815"/>
                </a:lnTo>
                <a:lnTo>
                  <a:pt x="5926" y="9650"/>
                </a:lnTo>
                <a:lnTo>
                  <a:pt x="5665" y="7792"/>
                </a:lnTo>
                <a:lnTo>
                  <a:pt x="5400" y="5909"/>
                </a:lnTo>
                <a:lnTo>
                  <a:pt x="3785" y="4695"/>
                </a:lnTo>
                <a:lnTo>
                  <a:pt x="2684" y="3964"/>
                </a:lnTo>
                <a:lnTo>
                  <a:pt x="1590" y="3417"/>
                </a:lnTo>
                <a:lnTo>
                  <a:pt x="0" y="2771"/>
                </a:lnTo>
                <a:lnTo>
                  <a:pt x="1777" y="1566"/>
                </a:lnTo>
                <a:lnTo>
                  <a:pt x="3445" y="731"/>
                </a:lnTo>
                <a:lnTo>
                  <a:pt x="5052" y="226"/>
                </a:lnTo>
                <a:lnTo>
                  <a:pt x="6647" y="0"/>
                </a:lnTo>
                <a:lnTo>
                  <a:pt x="8275" y="13"/>
                </a:lnTo>
                <a:lnTo>
                  <a:pt x="9987" y="213"/>
                </a:lnTo>
                <a:lnTo>
                  <a:pt x="11823" y="559"/>
                </a:lnTo>
                <a:lnTo>
                  <a:pt x="13838" y="1007"/>
                </a:lnTo>
                <a:close/>
              </a:path>
            </a:pathLst>
          </a:custGeom>
          <a:solidFill>
            <a:srgbClr val="514D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1" name="contour_14009"/>
          <p:cNvSpPr/>
          <p:nvPr/>
        </p:nvSpPr>
        <p:spPr>
          <a:xfrm>
            <a:off x="11175578" y="1894878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69" y="583"/>
                </a:lnTo>
                <a:lnTo>
                  <a:pt x="7171" y="1084"/>
                </a:lnTo>
                <a:lnTo>
                  <a:pt x="9717" y="1547"/>
                </a:lnTo>
                <a:lnTo>
                  <a:pt x="11718" y="2017"/>
                </a:lnTo>
                <a:lnTo>
                  <a:pt x="13284" y="2536"/>
                </a:lnTo>
                <a:lnTo>
                  <a:pt x="14526" y="3154"/>
                </a:lnTo>
                <a:lnTo>
                  <a:pt x="15555" y="3914"/>
                </a:lnTo>
                <a:lnTo>
                  <a:pt x="16484" y="4860"/>
                </a:lnTo>
                <a:lnTo>
                  <a:pt x="17420" y="6035"/>
                </a:lnTo>
                <a:lnTo>
                  <a:pt x="18479" y="7491"/>
                </a:lnTo>
                <a:lnTo>
                  <a:pt x="19335" y="9655"/>
                </a:lnTo>
                <a:lnTo>
                  <a:pt x="19945" y="11396"/>
                </a:lnTo>
                <a:lnTo>
                  <a:pt x="20601" y="13634"/>
                </a:lnTo>
                <a:lnTo>
                  <a:pt x="21600" y="17280"/>
                </a:lnTo>
                <a:lnTo>
                  <a:pt x="19818" y="17993"/>
                </a:lnTo>
                <a:lnTo>
                  <a:pt x="18033" y="18706"/>
                </a:lnTo>
                <a:lnTo>
                  <a:pt x="16241" y="19423"/>
                </a:lnTo>
                <a:lnTo>
                  <a:pt x="14440" y="20144"/>
                </a:lnTo>
                <a:lnTo>
                  <a:pt x="12628" y="20870"/>
                </a:lnTo>
                <a:lnTo>
                  <a:pt x="10800" y="21600"/>
                </a:lnTo>
                <a:lnTo>
                  <a:pt x="10382" y="18649"/>
                </a:lnTo>
                <a:lnTo>
                  <a:pt x="9958" y="15660"/>
                </a:lnTo>
                <a:lnTo>
                  <a:pt x="9077" y="12688"/>
                </a:lnTo>
                <a:lnTo>
                  <a:pt x="8143" y="10200"/>
                </a:lnTo>
                <a:lnTo>
                  <a:pt x="7125" y="8100"/>
                </a:lnTo>
                <a:lnTo>
                  <a:pt x="6005" y="6290"/>
                </a:lnTo>
                <a:lnTo>
                  <a:pt x="4757" y="4670"/>
                </a:lnTo>
                <a:lnTo>
                  <a:pt x="3356" y="3149"/>
                </a:lnTo>
                <a:lnTo>
                  <a:pt x="1777" y="1624"/>
                </a:lnTo>
                <a:lnTo>
                  <a:pt x="0" y="0"/>
                </a:lnTo>
                <a:close/>
              </a:path>
            </a:pathLst>
          </a:custGeom>
          <a:solidFill>
            <a:srgbClr val="BCBF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2" name="contour_14010"/>
          <p:cNvSpPr/>
          <p:nvPr/>
        </p:nvSpPr>
        <p:spPr>
          <a:xfrm>
            <a:off x="6846511" y="1886329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556"/>
                </a:lnTo>
                <a:lnTo>
                  <a:pt x="0" y="13499"/>
                </a:lnTo>
                <a:lnTo>
                  <a:pt x="0" y="9428"/>
                </a:lnTo>
                <a:lnTo>
                  <a:pt x="0" y="5323"/>
                </a:lnTo>
                <a:lnTo>
                  <a:pt x="0" y="1178"/>
                </a:lnTo>
                <a:close/>
              </a:path>
            </a:pathLst>
          </a:custGeom>
          <a:solidFill>
            <a:srgbClr val="2C2F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3" name="contour_14011"/>
          <p:cNvSpPr/>
          <p:nvPr/>
        </p:nvSpPr>
        <p:spPr>
          <a:xfrm>
            <a:off x="8267669" y="1865726"/>
            <a:ext cx="2328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61" y="0"/>
                </a:moveTo>
                <a:lnTo>
                  <a:pt x="12460" y="2620"/>
                </a:lnTo>
                <a:lnTo>
                  <a:pt x="16327" y="4490"/>
                </a:lnTo>
                <a:lnTo>
                  <a:pt x="18754" y="5897"/>
                </a:lnTo>
                <a:lnTo>
                  <a:pt x="20174" y="7122"/>
                </a:lnTo>
                <a:lnTo>
                  <a:pt x="20985" y="8446"/>
                </a:lnTo>
                <a:lnTo>
                  <a:pt x="21600" y="10149"/>
                </a:lnTo>
                <a:lnTo>
                  <a:pt x="21363" y="12195"/>
                </a:lnTo>
                <a:lnTo>
                  <a:pt x="21127" y="14271"/>
                </a:lnTo>
                <a:lnTo>
                  <a:pt x="20944" y="16342"/>
                </a:lnTo>
                <a:lnTo>
                  <a:pt x="20755" y="18443"/>
                </a:lnTo>
                <a:lnTo>
                  <a:pt x="20518" y="20008"/>
                </a:lnTo>
                <a:lnTo>
                  <a:pt x="20282" y="21600"/>
                </a:lnTo>
                <a:lnTo>
                  <a:pt x="16266" y="21600"/>
                </a:lnTo>
                <a:lnTo>
                  <a:pt x="12237" y="21600"/>
                </a:lnTo>
                <a:lnTo>
                  <a:pt x="8194" y="21600"/>
                </a:lnTo>
                <a:lnTo>
                  <a:pt x="4117" y="21600"/>
                </a:lnTo>
                <a:lnTo>
                  <a:pt x="0" y="21600"/>
                </a:lnTo>
                <a:lnTo>
                  <a:pt x="669" y="19462"/>
                </a:lnTo>
                <a:lnTo>
                  <a:pt x="1339" y="17320"/>
                </a:lnTo>
                <a:lnTo>
                  <a:pt x="2008" y="15179"/>
                </a:lnTo>
                <a:lnTo>
                  <a:pt x="2684" y="13034"/>
                </a:lnTo>
                <a:lnTo>
                  <a:pt x="3353" y="10880"/>
                </a:lnTo>
                <a:lnTo>
                  <a:pt x="4029" y="8723"/>
                </a:lnTo>
                <a:lnTo>
                  <a:pt x="4705" y="6557"/>
                </a:lnTo>
                <a:lnTo>
                  <a:pt x="5388" y="4382"/>
                </a:lnTo>
                <a:lnTo>
                  <a:pt x="6071" y="2197"/>
                </a:lnTo>
                <a:lnTo>
                  <a:pt x="6761" y="0"/>
                </a:lnTo>
                <a:close/>
              </a:path>
            </a:pathLst>
          </a:custGeom>
          <a:solidFill>
            <a:srgbClr val="D0CF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4" name="contour_14012"/>
          <p:cNvSpPr/>
          <p:nvPr/>
        </p:nvSpPr>
        <p:spPr>
          <a:xfrm>
            <a:off x="1708477" y="186572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594" y="3564"/>
                </a:lnTo>
                <a:lnTo>
                  <a:pt x="19188" y="7133"/>
                </a:lnTo>
                <a:lnTo>
                  <a:pt x="19786" y="10719"/>
                </a:lnTo>
                <a:lnTo>
                  <a:pt x="20387" y="14321"/>
                </a:lnTo>
                <a:lnTo>
                  <a:pt x="20992" y="179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354" y="8780"/>
                </a:lnTo>
                <a:lnTo>
                  <a:pt x="4079" y="7479"/>
                </a:lnTo>
                <a:lnTo>
                  <a:pt x="6012" y="6313"/>
                </a:lnTo>
                <a:lnTo>
                  <a:pt x="9000" y="4725"/>
                </a:lnTo>
                <a:lnTo>
                  <a:pt x="10674" y="3818"/>
                </a:lnTo>
                <a:lnTo>
                  <a:pt x="12355" y="2905"/>
                </a:lnTo>
                <a:lnTo>
                  <a:pt x="14062" y="1982"/>
                </a:lnTo>
                <a:lnTo>
                  <a:pt x="15044" y="1490"/>
                </a:lnTo>
                <a:lnTo>
                  <a:pt x="18000" y="0"/>
                </a:lnTo>
                <a:close/>
              </a:path>
            </a:pathLst>
          </a:custGeom>
          <a:solidFill>
            <a:srgbClr val="6E6E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5" name="contour_14013"/>
          <p:cNvSpPr/>
          <p:nvPr/>
        </p:nvSpPr>
        <p:spPr>
          <a:xfrm>
            <a:off x="5316033" y="1849510"/>
            <a:ext cx="31076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66" y="930"/>
                </a:moveTo>
                <a:lnTo>
                  <a:pt x="8986" y="310"/>
                </a:lnTo>
                <a:lnTo>
                  <a:pt x="11737" y="0"/>
                </a:lnTo>
                <a:lnTo>
                  <a:pt x="14047" y="0"/>
                </a:lnTo>
                <a:lnTo>
                  <a:pt x="16646" y="310"/>
                </a:lnTo>
                <a:lnTo>
                  <a:pt x="20263" y="930"/>
                </a:lnTo>
                <a:lnTo>
                  <a:pt x="21007" y="5709"/>
                </a:lnTo>
                <a:lnTo>
                  <a:pt x="21453" y="9070"/>
                </a:lnTo>
                <a:lnTo>
                  <a:pt x="21600" y="11464"/>
                </a:lnTo>
                <a:lnTo>
                  <a:pt x="21453" y="13357"/>
                </a:lnTo>
                <a:lnTo>
                  <a:pt x="21007" y="15205"/>
                </a:lnTo>
                <a:lnTo>
                  <a:pt x="20263" y="17466"/>
                </a:lnTo>
                <a:lnTo>
                  <a:pt x="17016" y="18743"/>
                </a:lnTo>
                <a:lnTo>
                  <a:pt x="13753" y="19711"/>
                </a:lnTo>
                <a:lnTo>
                  <a:pt x="10440" y="20422"/>
                </a:lnTo>
                <a:lnTo>
                  <a:pt x="7056" y="20934"/>
                </a:lnTo>
                <a:lnTo>
                  <a:pt x="3586" y="21311"/>
                </a:lnTo>
                <a:lnTo>
                  <a:pt x="0" y="21600"/>
                </a:lnTo>
                <a:lnTo>
                  <a:pt x="350" y="18942"/>
                </a:lnTo>
                <a:lnTo>
                  <a:pt x="735" y="16309"/>
                </a:lnTo>
                <a:lnTo>
                  <a:pt x="1175" y="13700"/>
                </a:lnTo>
                <a:lnTo>
                  <a:pt x="1702" y="11112"/>
                </a:lnTo>
                <a:lnTo>
                  <a:pt x="2330" y="8545"/>
                </a:lnTo>
                <a:lnTo>
                  <a:pt x="3085" y="5994"/>
                </a:lnTo>
                <a:lnTo>
                  <a:pt x="3987" y="3456"/>
                </a:lnTo>
                <a:lnTo>
                  <a:pt x="5066" y="930"/>
                </a:lnTo>
                <a:close/>
              </a:path>
            </a:pathLst>
          </a:custGeom>
          <a:solidFill>
            <a:srgbClr val="C676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6" name="contour_14014"/>
          <p:cNvSpPr/>
          <p:nvPr/>
        </p:nvSpPr>
        <p:spPr>
          <a:xfrm>
            <a:off x="2364396" y="1851150"/>
            <a:ext cx="36068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58" y="0"/>
                </a:moveTo>
                <a:lnTo>
                  <a:pt x="19409" y="4645"/>
                </a:lnTo>
                <a:lnTo>
                  <a:pt x="20683" y="7957"/>
                </a:lnTo>
                <a:lnTo>
                  <a:pt x="21382" y="10423"/>
                </a:lnTo>
                <a:lnTo>
                  <a:pt x="21600" y="12534"/>
                </a:lnTo>
                <a:lnTo>
                  <a:pt x="21443" y="14781"/>
                </a:lnTo>
                <a:lnTo>
                  <a:pt x="21002" y="17651"/>
                </a:lnTo>
                <a:lnTo>
                  <a:pt x="18571" y="19724"/>
                </a:lnTo>
                <a:lnTo>
                  <a:pt x="16437" y="20905"/>
                </a:lnTo>
                <a:lnTo>
                  <a:pt x="14263" y="21448"/>
                </a:lnTo>
                <a:lnTo>
                  <a:pt x="11714" y="21596"/>
                </a:lnTo>
                <a:lnTo>
                  <a:pt x="8458" y="21600"/>
                </a:lnTo>
                <a:lnTo>
                  <a:pt x="5665" y="21427"/>
                </a:lnTo>
                <a:lnTo>
                  <a:pt x="2850" y="21250"/>
                </a:lnTo>
                <a:lnTo>
                  <a:pt x="0" y="21073"/>
                </a:lnTo>
                <a:lnTo>
                  <a:pt x="821" y="16201"/>
                </a:lnTo>
                <a:lnTo>
                  <a:pt x="1440" y="12775"/>
                </a:lnTo>
                <a:lnTo>
                  <a:pt x="1986" y="10334"/>
                </a:lnTo>
                <a:lnTo>
                  <a:pt x="2575" y="8404"/>
                </a:lnTo>
                <a:lnTo>
                  <a:pt x="3326" y="6520"/>
                </a:lnTo>
                <a:lnTo>
                  <a:pt x="4365" y="4215"/>
                </a:lnTo>
                <a:lnTo>
                  <a:pt x="7743" y="2664"/>
                </a:lnTo>
                <a:lnTo>
                  <a:pt x="10113" y="1669"/>
                </a:lnTo>
                <a:lnTo>
                  <a:pt x="12103" y="1028"/>
                </a:lnTo>
                <a:lnTo>
                  <a:pt x="14342" y="539"/>
                </a:lnTo>
                <a:lnTo>
                  <a:pt x="17458" y="0"/>
                </a:lnTo>
                <a:close/>
              </a:path>
            </a:pathLst>
          </a:custGeom>
          <a:solidFill>
            <a:srgbClr val="B6A3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7" name="contour_14015"/>
          <p:cNvSpPr/>
          <p:nvPr/>
        </p:nvSpPr>
        <p:spPr>
          <a:xfrm>
            <a:off x="4069786" y="183657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708" y="2138"/>
                </a:lnTo>
                <a:lnTo>
                  <a:pt x="18135" y="4280"/>
                </a:lnTo>
                <a:lnTo>
                  <a:pt x="18563" y="6421"/>
                </a:lnTo>
                <a:lnTo>
                  <a:pt x="18995" y="8566"/>
                </a:lnTo>
                <a:lnTo>
                  <a:pt x="19423" y="10720"/>
                </a:lnTo>
                <a:lnTo>
                  <a:pt x="19855" y="12877"/>
                </a:lnTo>
                <a:lnTo>
                  <a:pt x="20287" y="15043"/>
                </a:lnTo>
                <a:lnTo>
                  <a:pt x="20723" y="17218"/>
                </a:lnTo>
                <a:lnTo>
                  <a:pt x="21159" y="1940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024" y="19798"/>
                </a:lnTo>
                <a:lnTo>
                  <a:pt x="2056" y="17996"/>
                </a:lnTo>
                <a:lnTo>
                  <a:pt x="3089" y="16194"/>
                </a:lnTo>
                <a:lnTo>
                  <a:pt x="4126" y="14395"/>
                </a:lnTo>
                <a:lnTo>
                  <a:pt x="5167" y="12599"/>
                </a:lnTo>
                <a:lnTo>
                  <a:pt x="6212" y="10800"/>
                </a:lnTo>
                <a:lnTo>
                  <a:pt x="6648" y="10022"/>
                </a:lnTo>
                <a:lnTo>
                  <a:pt x="7975" y="7677"/>
                </a:lnTo>
                <a:lnTo>
                  <a:pt x="9150" y="5736"/>
                </a:lnTo>
                <a:lnTo>
                  <a:pt x="10385" y="3811"/>
                </a:lnTo>
                <a:lnTo>
                  <a:pt x="11660" y="1901"/>
                </a:lnTo>
                <a:lnTo>
                  <a:pt x="12960" y="0"/>
                </a:lnTo>
                <a:close/>
              </a:path>
            </a:pathLst>
          </a:custGeom>
          <a:solidFill>
            <a:srgbClr val="DA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8" name="contour_14016"/>
          <p:cNvSpPr/>
          <p:nvPr/>
        </p:nvSpPr>
        <p:spPr>
          <a:xfrm>
            <a:off x="6837117" y="1843862"/>
            <a:ext cx="4018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2" y="0"/>
                </a:moveTo>
                <a:lnTo>
                  <a:pt x="3686" y="868"/>
                </a:lnTo>
                <a:lnTo>
                  <a:pt x="6209" y="1758"/>
                </a:lnTo>
                <a:lnTo>
                  <a:pt x="8700" y="2696"/>
                </a:lnTo>
                <a:lnTo>
                  <a:pt x="11164" y="3694"/>
                </a:lnTo>
                <a:lnTo>
                  <a:pt x="13597" y="4769"/>
                </a:lnTo>
                <a:lnTo>
                  <a:pt x="16002" y="5940"/>
                </a:lnTo>
                <a:lnTo>
                  <a:pt x="18376" y="7223"/>
                </a:lnTo>
                <a:lnTo>
                  <a:pt x="20719" y="8640"/>
                </a:lnTo>
                <a:lnTo>
                  <a:pt x="21306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06" y="18645"/>
                </a:lnTo>
                <a:lnTo>
                  <a:pt x="20719" y="21600"/>
                </a:lnTo>
                <a:lnTo>
                  <a:pt x="18161" y="21384"/>
                </a:lnTo>
                <a:lnTo>
                  <a:pt x="15650" y="21129"/>
                </a:lnTo>
                <a:lnTo>
                  <a:pt x="13174" y="20805"/>
                </a:lnTo>
                <a:lnTo>
                  <a:pt x="10726" y="20390"/>
                </a:lnTo>
                <a:lnTo>
                  <a:pt x="8305" y="19855"/>
                </a:lnTo>
                <a:lnTo>
                  <a:pt x="5903" y="19176"/>
                </a:lnTo>
                <a:lnTo>
                  <a:pt x="3514" y="18325"/>
                </a:lnTo>
                <a:lnTo>
                  <a:pt x="1132" y="17280"/>
                </a:lnTo>
                <a:lnTo>
                  <a:pt x="364" y="14252"/>
                </a:lnTo>
                <a:lnTo>
                  <a:pt x="16" y="11478"/>
                </a:lnTo>
                <a:lnTo>
                  <a:pt x="0" y="8813"/>
                </a:lnTo>
                <a:lnTo>
                  <a:pt x="239" y="6108"/>
                </a:lnTo>
                <a:lnTo>
                  <a:pt x="642" y="3218"/>
                </a:lnTo>
                <a:lnTo>
                  <a:pt x="1132" y="0"/>
                </a:lnTo>
                <a:close/>
              </a:path>
            </a:pathLst>
          </a:custGeom>
          <a:solidFill>
            <a:srgbClr val="B5B7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19" name="contour_14017"/>
          <p:cNvSpPr/>
          <p:nvPr/>
        </p:nvSpPr>
        <p:spPr>
          <a:xfrm>
            <a:off x="1052557" y="1827916"/>
            <a:ext cx="51016" cy="52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94" y="0"/>
                </a:moveTo>
                <a:lnTo>
                  <a:pt x="19480" y="282"/>
                </a:lnTo>
                <a:lnTo>
                  <a:pt x="21600" y="565"/>
                </a:lnTo>
                <a:lnTo>
                  <a:pt x="21600" y="2551"/>
                </a:lnTo>
                <a:lnTo>
                  <a:pt x="21600" y="4550"/>
                </a:lnTo>
                <a:lnTo>
                  <a:pt x="21600" y="6575"/>
                </a:lnTo>
                <a:lnTo>
                  <a:pt x="20946" y="6990"/>
                </a:lnTo>
                <a:lnTo>
                  <a:pt x="19798" y="7720"/>
                </a:lnTo>
                <a:lnTo>
                  <a:pt x="17166" y="9394"/>
                </a:lnTo>
                <a:lnTo>
                  <a:pt x="15046" y="10902"/>
                </a:lnTo>
                <a:lnTo>
                  <a:pt x="13411" y="12333"/>
                </a:lnTo>
                <a:lnTo>
                  <a:pt x="12170" y="13775"/>
                </a:lnTo>
                <a:lnTo>
                  <a:pt x="11226" y="15326"/>
                </a:lnTo>
                <a:lnTo>
                  <a:pt x="10488" y="17083"/>
                </a:lnTo>
                <a:lnTo>
                  <a:pt x="9862" y="19145"/>
                </a:lnTo>
                <a:lnTo>
                  <a:pt x="9257" y="21600"/>
                </a:lnTo>
                <a:lnTo>
                  <a:pt x="7421" y="21005"/>
                </a:lnTo>
                <a:lnTo>
                  <a:pt x="5585" y="20410"/>
                </a:lnTo>
                <a:lnTo>
                  <a:pt x="3737" y="19809"/>
                </a:lnTo>
                <a:lnTo>
                  <a:pt x="1876" y="19205"/>
                </a:lnTo>
                <a:lnTo>
                  <a:pt x="0" y="18595"/>
                </a:lnTo>
                <a:lnTo>
                  <a:pt x="1099" y="16783"/>
                </a:lnTo>
                <a:lnTo>
                  <a:pt x="2209" y="14974"/>
                </a:lnTo>
                <a:lnTo>
                  <a:pt x="3333" y="13171"/>
                </a:lnTo>
                <a:lnTo>
                  <a:pt x="4459" y="11374"/>
                </a:lnTo>
                <a:lnTo>
                  <a:pt x="5594" y="9580"/>
                </a:lnTo>
                <a:lnTo>
                  <a:pt x="6631" y="7906"/>
                </a:lnTo>
                <a:lnTo>
                  <a:pt x="7677" y="6217"/>
                </a:lnTo>
                <a:lnTo>
                  <a:pt x="8739" y="4508"/>
                </a:lnTo>
                <a:lnTo>
                  <a:pt x="10538" y="2581"/>
                </a:lnTo>
                <a:lnTo>
                  <a:pt x="11886" y="1382"/>
                </a:lnTo>
                <a:lnTo>
                  <a:pt x="13204" y="697"/>
                </a:lnTo>
                <a:lnTo>
                  <a:pt x="14901" y="310"/>
                </a:lnTo>
                <a:lnTo>
                  <a:pt x="17394" y="0"/>
                </a:lnTo>
                <a:close/>
              </a:path>
            </a:pathLst>
          </a:custGeom>
          <a:solidFill>
            <a:srgbClr val="5A5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0" name="contour_14018"/>
          <p:cNvSpPr/>
          <p:nvPr/>
        </p:nvSpPr>
        <p:spPr>
          <a:xfrm>
            <a:off x="11560201" y="1836574"/>
            <a:ext cx="4536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1" y="0"/>
                </a:moveTo>
                <a:lnTo>
                  <a:pt x="2842" y="0"/>
                </a:lnTo>
                <a:lnTo>
                  <a:pt x="4910" y="0"/>
                </a:lnTo>
                <a:lnTo>
                  <a:pt x="6985" y="0"/>
                </a:lnTo>
                <a:lnTo>
                  <a:pt x="9077" y="0"/>
                </a:lnTo>
                <a:lnTo>
                  <a:pt x="11190" y="0"/>
                </a:lnTo>
                <a:lnTo>
                  <a:pt x="11190" y="2380"/>
                </a:lnTo>
                <a:lnTo>
                  <a:pt x="11190" y="4774"/>
                </a:lnTo>
                <a:lnTo>
                  <a:pt x="11190" y="7200"/>
                </a:lnTo>
                <a:lnTo>
                  <a:pt x="13251" y="6487"/>
                </a:lnTo>
                <a:lnTo>
                  <a:pt x="15320" y="5771"/>
                </a:lnTo>
                <a:lnTo>
                  <a:pt x="17395" y="5054"/>
                </a:lnTo>
                <a:lnTo>
                  <a:pt x="19487" y="4331"/>
                </a:lnTo>
                <a:lnTo>
                  <a:pt x="21600" y="3600"/>
                </a:lnTo>
                <a:lnTo>
                  <a:pt x="21170" y="5828"/>
                </a:lnTo>
                <a:lnTo>
                  <a:pt x="20739" y="8057"/>
                </a:lnTo>
                <a:lnTo>
                  <a:pt x="20309" y="10292"/>
                </a:lnTo>
                <a:lnTo>
                  <a:pt x="19879" y="12532"/>
                </a:lnTo>
                <a:lnTo>
                  <a:pt x="19445" y="14782"/>
                </a:lnTo>
                <a:lnTo>
                  <a:pt x="19008" y="17042"/>
                </a:lnTo>
                <a:lnTo>
                  <a:pt x="18571" y="19314"/>
                </a:lnTo>
                <a:lnTo>
                  <a:pt x="18130" y="21600"/>
                </a:lnTo>
                <a:lnTo>
                  <a:pt x="16107" y="20534"/>
                </a:lnTo>
                <a:lnTo>
                  <a:pt x="14102" y="19454"/>
                </a:lnTo>
                <a:lnTo>
                  <a:pt x="12120" y="18353"/>
                </a:lnTo>
                <a:lnTo>
                  <a:pt x="10163" y="17222"/>
                </a:lnTo>
                <a:lnTo>
                  <a:pt x="8231" y="16052"/>
                </a:lnTo>
                <a:lnTo>
                  <a:pt x="6322" y="14832"/>
                </a:lnTo>
                <a:lnTo>
                  <a:pt x="4445" y="13558"/>
                </a:lnTo>
                <a:lnTo>
                  <a:pt x="2599" y="12215"/>
                </a:lnTo>
                <a:lnTo>
                  <a:pt x="781" y="10800"/>
                </a:lnTo>
                <a:lnTo>
                  <a:pt x="260" y="7798"/>
                </a:lnTo>
                <a:lnTo>
                  <a:pt x="0" y="5735"/>
                </a:lnTo>
                <a:lnTo>
                  <a:pt x="0" y="4093"/>
                </a:lnTo>
                <a:lnTo>
                  <a:pt x="260" y="2354"/>
                </a:lnTo>
                <a:lnTo>
                  <a:pt x="781" y="0"/>
                </a:lnTo>
                <a:close/>
              </a:path>
            </a:pathLst>
          </a:custGeom>
          <a:solidFill>
            <a:srgbClr val="D5D6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1" name="contour_14019"/>
          <p:cNvSpPr/>
          <p:nvPr/>
        </p:nvSpPr>
        <p:spPr>
          <a:xfrm>
            <a:off x="2327956" y="182928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21146" y="5270"/>
                </a:lnTo>
                <a:lnTo>
                  <a:pt x="20693" y="6225"/>
                </a:lnTo>
                <a:lnTo>
                  <a:pt x="20063" y="7543"/>
                </a:lnTo>
                <a:lnTo>
                  <a:pt x="19091" y="9586"/>
                </a:lnTo>
                <a:lnTo>
                  <a:pt x="17604" y="12709"/>
                </a:lnTo>
                <a:lnTo>
                  <a:pt x="15429" y="17280"/>
                </a:lnTo>
                <a:lnTo>
                  <a:pt x="13898" y="15137"/>
                </a:lnTo>
                <a:lnTo>
                  <a:pt x="12343" y="12960"/>
                </a:lnTo>
                <a:lnTo>
                  <a:pt x="10815" y="15098"/>
                </a:lnTo>
                <a:lnTo>
                  <a:pt x="9279" y="17250"/>
                </a:lnTo>
                <a:lnTo>
                  <a:pt x="7736" y="19410"/>
                </a:lnTo>
                <a:lnTo>
                  <a:pt x="6171" y="21600"/>
                </a:lnTo>
                <a:lnTo>
                  <a:pt x="6171" y="19034"/>
                </a:lnTo>
                <a:lnTo>
                  <a:pt x="6171" y="16459"/>
                </a:lnTo>
                <a:lnTo>
                  <a:pt x="6171" y="13876"/>
                </a:lnTo>
                <a:lnTo>
                  <a:pt x="6171" y="11271"/>
                </a:lnTo>
                <a:lnTo>
                  <a:pt x="6171" y="8640"/>
                </a:lnTo>
                <a:lnTo>
                  <a:pt x="4132" y="8640"/>
                </a:lnTo>
                <a:lnTo>
                  <a:pt x="2080" y="864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5B5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2" name="contour_14020"/>
          <p:cNvSpPr/>
          <p:nvPr/>
        </p:nvSpPr>
        <p:spPr>
          <a:xfrm>
            <a:off x="11241170" y="1821480"/>
            <a:ext cx="43728" cy="442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253"/>
                </a:moveTo>
                <a:lnTo>
                  <a:pt x="6253" y="0"/>
                </a:lnTo>
                <a:lnTo>
                  <a:pt x="8755" y="107"/>
                </a:lnTo>
                <a:lnTo>
                  <a:pt x="11146" y="559"/>
                </a:lnTo>
                <a:lnTo>
                  <a:pt x="13460" y="1338"/>
                </a:lnTo>
                <a:lnTo>
                  <a:pt x="15732" y="2426"/>
                </a:lnTo>
                <a:lnTo>
                  <a:pt x="18000" y="3811"/>
                </a:lnTo>
                <a:lnTo>
                  <a:pt x="18824" y="5992"/>
                </a:lnTo>
                <a:lnTo>
                  <a:pt x="19512" y="8169"/>
                </a:lnTo>
                <a:lnTo>
                  <a:pt x="20074" y="10353"/>
                </a:lnTo>
                <a:lnTo>
                  <a:pt x="20527" y="12545"/>
                </a:lnTo>
                <a:lnTo>
                  <a:pt x="20891" y="14762"/>
                </a:lnTo>
                <a:lnTo>
                  <a:pt x="21179" y="17003"/>
                </a:lnTo>
                <a:lnTo>
                  <a:pt x="21409" y="19280"/>
                </a:lnTo>
                <a:lnTo>
                  <a:pt x="21600" y="21600"/>
                </a:lnTo>
                <a:lnTo>
                  <a:pt x="20995" y="19956"/>
                </a:lnTo>
                <a:lnTo>
                  <a:pt x="20376" y="18291"/>
                </a:lnTo>
                <a:lnTo>
                  <a:pt x="18814" y="16103"/>
                </a:lnTo>
                <a:lnTo>
                  <a:pt x="17208" y="14466"/>
                </a:lnTo>
                <a:lnTo>
                  <a:pt x="15487" y="13239"/>
                </a:lnTo>
                <a:lnTo>
                  <a:pt x="13561" y="12264"/>
                </a:lnTo>
                <a:lnTo>
                  <a:pt x="11351" y="11396"/>
                </a:lnTo>
                <a:lnTo>
                  <a:pt x="8777" y="10482"/>
                </a:lnTo>
                <a:lnTo>
                  <a:pt x="7135" y="9884"/>
                </a:lnTo>
                <a:lnTo>
                  <a:pt x="5483" y="9283"/>
                </a:lnTo>
                <a:lnTo>
                  <a:pt x="3812" y="8674"/>
                </a:lnTo>
                <a:lnTo>
                  <a:pt x="1919" y="8027"/>
                </a:lnTo>
                <a:lnTo>
                  <a:pt x="0" y="7368"/>
                </a:lnTo>
                <a:lnTo>
                  <a:pt x="817" y="5248"/>
                </a:lnTo>
                <a:lnTo>
                  <a:pt x="1462" y="3800"/>
                </a:lnTo>
                <a:lnTo>
                  <a:pt x="2279" y="2355"/>
                </a:lnTo>
                <a:lnTo>
                  <a:pt x="3600" y="253"/>
                </a:lnTo>
                <a:close/>
              </a:path>
            </a:pathLst>
          </a:custGeom>
          <a:solidFill>
            <a:srgbClr val="C7B5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3" name="contour_14021"/>
          <p:cNvSpPr/>
          <p:nvPr/>
        </p:nvSpPr>
        <p:spPr>
          <a:xfrm>
            <a:off x="7722658" y="1807422"/>
            <a:ext cx="4213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921" y="0"/>
                </a:moveTo>
                <a:lnTo>
                  <a:pt x="3967" y="346"/>
                </a:lnTo>
                <a:lnTo>
                  <a:pt x="4946" y="670"/>
                </a:lnTo>
                <a:lnTo>
                  <a:pt x="6074" y="1043"/>
                </a:lnTo>
                <a:lnTo>
                  <a:pt x="7569" y="1537"/>
                </a:lnTo>
                <a:lnTo>
                  <a:pt x="9649" y="2222"/>
                </a:lnTo>
                <a:lnTo>
                  <a:pt x="12533" y="3175"/>
                </a:lnTo>
                <a:lnTo>
                  <a:pt x="16445" y="4468"/>
                </a:lnTo>
                <a:lnTo>
                  <a:pt x="21600" y="6171"/>
                </a:lnTo>
                <a:lnTo>
                  <a:pt x="20203" y="8143"/>
                </a:lnTo>
                <a:lnTo>
                  <a:pt x="19146" y="9600"/>
                </a:lnTo>
                <a:lnTo>
                  <a:pt x="18215" y="10800"/>
                </a:lnTo>
                <a:lnTo>
                  <a:pt x="17207" y="12000"/>
                </a:lnTo>
                <a:lnTo>
                  <a:pt x="15914" y="13457"/>
                </a:lnTo>
                <a:lnTo>
                  <a:pt x="14129" y="15429"/>
                </a:lnTo>
                <a:lnTo>
                  <a:pt x="11659" y="15429"/>
                </a:lnTo>
                <a:lnTo>
                  <a:pt x="9175" y="15429"/>
                </a:lnTo>
                <a:lnTo>
                  <a:pt x="6657" y="15429"/>
                </a:lnTo>
                <a:lnTo>
                  <a:pt x="5286" y="17261"/>
                </a:lnTo>
                <a:lnTo>
                  <a:pt x="4438" y="18514"/>
                </a:lnTo>
                <a:lnTo>
                  <a:pt x="3769" y="19767"/>
                </a:lnTo>
                <a:lnTo>
                  <a:pt x="2921" y="21600"/>
                </a:lnTo>
                <a:lnTo>
                  <a:pt x="1718" y="19175"/>
                </a:lnTo>
                <a:lnTo>
                  <a:pt x="852" y="16931"/>
                </a:lnTo>
                <a:lnTo>
                  <a:pt x="291" y="14821"/>
                </a:lnTo>
                <a:lnTo>
                  <a:pt x="15" y="12803"/>
                </a:lnTo>
                <a:lnTo>
                  <a:pt x="0" y="10825"/>
                </a:lnTo>
                <a:lnTo>
                  <a:pt x="217" y="8847"/>
                </a:lnTo>
                <a:lnTo>
                  <a:pt x="643" y="6823"/>
                </a:lnTo>
                <a:lnTo>
                  <a:pt x="1255" y="4703"/>
                </a:lnTo>
                <a:lnTo>
                  <a:pt x="2021" y="2444"/>
                </a:lnTo>
                <a:lnTo>
                  <a:pt x="2921" y="0"/>
                </a:lnTo>
                <a:close/>
              </a:path>
            </a:pathLst>
          </a:custGeom>
          <a:solidFill>
            <a:srgbClr val="9CA3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4" name="contour_14022"/>
          <p:cNvSpPr/>
          <p:nvPr/>
        </p:nvSpPr>
        <p:spPr>
          <a:xfrm>
            <a:off x="10614402" y="1778270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302" y="1026"/>
                </a:lnTo>
                <a:lnTo>
                  <a:pt x="7585" y="1868"/>
                </a:lnTo>
                <a:lnTo>
                  <a:pt x="10044" y="2628"/>
                </a:lnTo>
                <a:lnTo>
                  <a:pt x="11880" y="3414"/>
                </a:lnTo>
                <a:lnTo>
                  <a:pt x="13291" y="4322"/>
                </a:lnTo>
                <a:lnTo>
                  <a:pt x="14476" y="5465"/>
                </a:lnTo>
                <a:lnTo>
                  <a:pt x="15631" y="6940"/>
                </a:lnTo>
                <a:lnTo>
                  <a:pt x="16960" y="8848"/>
                </a:lnTo>
                <a:lnTo>
                  <a:pt x="18122" y="11405"/>
                </a:lnTo>
                <a:lnTo>
                  <a:pt x="18994" y="13461"/>
                </a:lnTo>
                <a:lnTo>
                  <a:pt x="20009" y="16104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58" y="17166"/>
                </a:lnTo>
                <a:lnTo>
                  <a:pt x="1454" y="13910"/>
                </a:lnTo>
                <a:lnTo>
                  <a:pt x="828" y="10604"/>
                </a:lnTo>
                <a:lnTo>
                  <a:pt x="414" y="7210"/>
                </a:lnTo>
                <a:lnTo>
                  <a:pt x="158" y="3689"/>
                </a:lnTo>
                <a:lnTo>
                  <a:pt x="0" y="0"/>
                </a:lnTo>
                <a:close/>
              </a:path>
            </a:pathLst>
          </a:custGeom>
          <a:solidFill>
            <a:srgbClr val="DBDC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5" name="contour_14023"/>
          <p:cNvSpPr/>
          <p:nvPr/>
        </p:nvSpPr>
        <p:spPr>
          <a:xfrm>
            <a:off x="2495580" y="175640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1782"/>
                </a:lnTo>
                <a:lnTo>
                  <a:pt x="2678" y="3575"/>
                </a:lnTo>
                <a:lnTo>
                  <a:pt x="4034" y="5375"/>
                </a:lnTo>
                <a:lnTo>
                  <a:pt x="5400" y="7200"/>
                </a:lnTo>
                <a:lnTo>
                  <a:pt x="9580" y="7416"/>
                </a:lnTo>
                <a:lnTo>
                  <a:pt x="12512" y="7524"/>
                </a:lnTo>
                <a:lnTo>
                  <a:pt x="14974" y="7524"/>
                </a:lnTo>
                <a:lnTo>
                  <a:pt x="17744" y="7416"/>
                </a:lnTo>
                <a:lnTo>
                  <a:pt x="21600" y="7200"/>
                </a:lnTo>
                <a:lnTo>
                  <a:pt x="21092" y="9605"/>
                </a:lnTo>
                <a:lnTo>
                  <a:pt x="20531" y="12006"/>
                </a:lnTo>
                <a:lnTo>
                  <a:pt x="19915" y="14400"/>
                </a:lnTo>
                <a:lnTo>
                  <a:pt x="19678" y="15408"/>
                </a:lnTo>
                <a:lnTo>
                  <a:pt x="18965" y="18450"/>
                </a:lnTo>
                <a:lnTo>
                  <a:pt x="17593" y="20012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29E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6" name="contour_14024"/>
          <p:cNvSpPr/>
          <p:nvPr/>
        </p:nvSpPr>
        <p:spPr>
          <a:xfrm>
            <a:off x="5192137" y="1756406"/>
            <a:ext cx="51016" cy="247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3776"/>
                </a:lnTo>
                <a:lnTo>
                  <a:pt x="20375" y="7564"/>
                </a:lnTo>
                <a:lnTo>
                  <a:pt x="19761" y="11366"/>
                </a:lnTo>
                <a:lnTo>
                  <a:pt x="19141" y="15199"/>
                </a:lnTo>
                <a:lnTo>
                  <a:pt x="18514" y="19070"/>
                </a:lnTo>
                <a:lnTo>
                  <a:pt x="16388" y="20532"/>
                </a:lnTo>
                <a:lnTo>
                  <a:pt x="14876" y="21263"/>
                </a:lnTo>
                <a:lnTo>
                  <a:pt x="13253" y="21498"/>
                </a:lnTo>
                <a:lnTo>
                  <a:pt x="10800" y="21454"/>
                </a:lnTo>
                <a:lnTo>
                  <a:pt x="8742" y="21530"/>
                </a:lnTo>
                <a:lnTo>
                  <a:pt x="6653" y="21600"/>
                </a:lnTo>
                <a:lnTo>
                  <a:pt x="4882" y="20348"/>
                </a:lnTo>
                <a:lnTo>
                  <a:pt x="3086" y="19070"/>
                </a:lnTo>
                <a:lnTo>
                  <a:pt x="2475" y="15294"/>
                </a:lnTo>
                <a:lnTo>
                  <a:pt x="1861" y="11506"/>
                </a:lnTo>
                <a:lnTo>
                  <a:pt x="1247" y="7704"/>
                </a:lnTo>
                <a:lnTo>
                  <a:pt x="626" y="3871"/>
                </a:lnTo>
                <a:lnTo>
                  <a:pt x="0" y="0"/>
                </a:lnTo>
                <a:close/>
              </a:path>
            </a:pathLst>
          </a:custGeom>
          <a:solidFill>
            <a:srgbClr val="BFD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7" name="contour_14025"/>
          <p:cNvSpPr/>
          <p:nvPr/>
        </p:nvSpPr>
        <p:spPr>
          <a:xfrm>
            <a:off x="6904815" y="1741830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297"/>
                </a:lnTo>
                <a:lnTo>
                  <a:pt x="3715" y="616"/>
                </a:lnTo>
                <a:lnTo>
                  <a:pt x="5573" y="956"/>
                </a:lnTo>
                <a:lnTo>
                  <a:pt x="7428" y="1312"/>
                </a:lnTo>
                <a:lnTo>
                  <a:pt x="9283" y="1685"/>
                </a:lnTo>
                <a:lnTo>
                  <a:pt x="11008" y="2003"/>
                </a:lnTo>
                <a:lnTo>
                  <a:pt x="12744" y="2317"/>
                </a:lnTo>
                <a:lnTo>
                  <a:pt x="14502" y="2635"/>
                </a:lnTo>
                <a:lnTo>
                  <a:pt x="15954" y="3548"/>
                </a:lnTo>
                <a:lnTo>
                  <a:pt x="17418" y="4466"/>
                </a:lnTo>
                <a:lnTo>
                  <a:pt x="18900" y="5400"/>
                </a:lnTo>
                <a:lnTo>
                  <a:pt x="19859" y="9531"/>
                </a:lnTo>
                <a:lnTo>
                  <a:pt x="20480" y="12436"/>
                </a:lnTo>
                <a:lnTo>
                  <a:pt x="20890" y="14899"/>
                </a:lnTo>
                <a:lnTo>
                  <a:pt x="21219" y="17696"/>
                </a:lnTo>
                <a:lnTo>
                  <a:pt x="21600" y="21600"/>
                </a:lnTo>
                <a:lnTo>
                  <a:pt x="19742" y="21303"/>
                </a:lnTo>
                <a:lnTo>
                  <a:pt x="17885" y="20984"/>
                </a:lnTo>
                <a:lnTo>
                  <a:pt x="16027" y="20644"/>
                </a:lnTo>
                <a:lnTo>
                  <a:pt x="14172" y="20288"/>
                </a:lnTo>
                <a:lnTo>
                  <a:pt x="12317" y="19915"/>
                </a:lnTo>
                <a:lnTo>
                  <a:pt x="10592" y="19597"/>
                </a:lnTo>
                <a:lnTo>
                  <a:pt x="8856" y="19283"/>
                </a:lnTo>
                <a:lnTo>
                  <a:pt x="7098" y="18965"/>
                </a:lnTo>
                <a:lnTo>
                  <a:pt x="5646" y="18052"/>
                </a:lnTo>
                <a:lnTo>
                  <a:pt x="4182" y="17134"/>
                </a:lnTo>
                <a:lnTo>
                  <a:pt x="2700" y="16200"/>
                </a:lnTo>
                <a:lnTo>
                  <a:pt x="1741" y="12069"/>
                </a:lnTo>
                <a:lnTo>
                  <a:pt x="1120" y="9164"/>
                </a:lnTo>
                <a:lnTo>
                  <a:pt x="710" y="6701"/>
                </a:lnTo>
                <a:lnTo>
                  <a:pt x="381" y="3904"/>
                </a:lnTo>
                <a:lnTo>
                  <a:pt x="0" y="0"/>
                </a:lnTo>
                <a:close/>
              </a:path>
            </a:pathLst>
          </a:custGeom>
          <a:solidFill>
            <a:srgbClr val="8A7D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8" name="contour_14026"/>
          <p:cNvSpPr/>
          <p:nvPr/>
        </p:nvSpPr>
        <p:spPr>
          <a:xfrm>
            <a:off x="5622128" y="1719966"/>
            <a:ext cx="3013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8" y="1728"/>
                </a:lnTo>
                <a:lnTo>
                  <a:pt x="1081" y="3469"/>
                </a:lnTo>
                <a:lnTo>
                  <a:pt x="1630" y="5233"/>
                </a:lnTo>
                <a:lnTo>
                  <a:pt x="2466" y="7017"/>
                </a:lnTo>
                <a:lnTo>
                  <a:pt x="3119" y="8192"/>
                </a:lnTo>
                <a:lnTo>
                  <a:pt x="3928" y="9277"/>
                </a:lnTo>
                <a:lnTo>
                  <a:pt x="5224" y="10800"/>
                </a:lnTo>
                <a:lnTo>
                  <a:pt x="8337" y="11372"/>
                </a:lnTo>
                <a:lnTo>
                  <a:pt x="11461" y="11929"/>
                </a:lnTo>
                <a:lnTo>
                  <a:pt x="14595" y="12469"/>
                </a:lnTo>
                <a:lnTo>
                  <a:pt x="17740" y="12992"/>
                </a:lnTo>
                <a:lnTo>
                  <a:pt x="20895" y="13500"/>
                </a:lnTo>
                <a:lnTo>
                  <a:pt x="21365" y="15590"/>
                </a:lnTo>
                <a:lnTo>
                  <a:pt x="21600" y="17056"/>
                </a:lnTo>
                <a:lnTo>
                  <a:pt x="21600" y="18287"/>
                </a:lnTo>
                <a:lnTo>
                  <a:pt x="21365" y="19672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CFD6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29" name="contour_14027"/>
          <p:cNvSpPr/>
          <p:nvPr/>
        </p:nvSpPr>
        <p:spPr>
          <a:xfrm>
            <a:off x="4249486" y="1734542"/>
            <a:ext cx="316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53" y="0"/>
                </a:moveTo>
                <a:lnTo>
                  <a:pt x="12484" y="1801"/>
                </a:lnTo>
                <a:lnTo>
                  <a:pt x="13309" y="3599"/>
                </a:lnTo>
                <a:lnTo>
                  <a:pt x="14140" y="5400"/>
                </a:lnTo>
                <a:lnTo>
                  <a:pt x="14970" y="7201"/>
                </a:lnTo>
                <a:lnTo>
                  <a:pt x="15796" y="8999"/>
                </a:lnTo>
                <a:lnTo>
                  <a:pt x="16626" y="10800"/>
                </a:lnTo>
                <a:lnTo>
                  <a:pt x="17457" y="12601"/>
                </a:lnTo>
                <a:lnTo>
                  <a:pt x="18283" y="14399"/>
                </a:lnTo>
                <a:lnTo>
                  <a:pt x="19113" y="16200"/>
                </a:lnTo>
                <a:lnTo>
                  <a:pt x="19944" y="18001"/>
                </a:lnTo>
                <a:lnTo>
                  <a:pt x="20769" y="19799"/>
                </a:lnTo>
                <a:lnTo>
                  <a:pt x="21600" y="21600"/>
                </a:lnTo>
                <a:lnTo>
                  <a:pt x="18009" y="21479"/>
                </a:lnTo>
                <a:lnTo>
                  <a:pt x="14582" y="21281"/>
                </a:lnTo>
                <a:lnTo>
                  <a:pt x="11280" y="20968"/>
                </a:lnTo>
                <a:lnTo>
                  <a:pt x="8057" y="20493"/>
                </a:lnTo>
                <a:lnTo>
                  <a:pt x="4884" y="19818"/>
                </a:lnTo>
                <a:lnTo>
                  <a:pt x="1706" y="18900"/>
                </a:lnTo>
                <a:lnTo>
                  <a:pt x="786" y="16934"/>
                </a:lnTo>
                <a:lnTo>
                  <a:pt x="229" y="15012"/>
                </a:lnTo>
                <a:lnTo>
                  <a:pt x="0" y="13114"/>
                </a:lnTo>
                <a:lnTo>
                  <a:pt x="65" y="11224"/>
                </a:lnTo>
                <a:lnTo>
                  <a:pt x="393" y="9320"/>
                </a:lnTo>
                <a:lnTo>
                  <a:pt x="955" y="7387"/>
                </a:lnTo>
                <a:lnTo>
                  <a:pt x="1706" y="5400"/>
                </a:lnTo>
                <a:lnTo>
                  <a:pt x="4660" y="3324"/>
                </a:lnTo>
                <a:lnTo>
                  <a:pt x="6679" y="2068"/>
                </a:lnTo>
                <a:lnTo>
                  <a:pt x="8699" y="1129"/>
                </a:lnTo>
                <a:lnTo>
                  <a:pt x="11653" y="0"/>
                </a:lnTo>
                <a:close/>
              </a:path>
            </a:pathLst>
          </a:custGeom>
          <a:solidFill>
            <a:srgbClr val="D9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0" name="contour_14028"/>
          <p:cNvSpPr/>
          <p:nvPr/>
        </p:nvSpPr>
        <p:spPr>
          <a:xfrm>
            <a:off x="4798585" y="1705390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6408" y="19818"/>
                </a:lnTo>
                <a:lnTo>
                  <a:pt x="5616" y="18033"/>
                </a:lnTo>
                <a:lnTo>
                  <a:pt x="4824" y="16249"/>
                </a:lnTo>
                <a:lnTo>
                  <a:pt x="4025" y="14458"/>
                </a:lnTo>
                <a:lnTo>
                  <a:pt x="3226" y="12663"/>
                </a:lnTo>
                <a:lnTo>
                  <a:pt x="2426" y="10859"/>
                </a:lnTo>
                <a:lnTo>
                  <a:pt x="1620" y="9050"/>
                </a:lnTo>
                <a:lnTo>
                  <a:pt x="814" y="7231"/>
                </a:lnTo>
                <a:lnTo>
                  <a:pt x="0" y="5400"/>
                </a:lnTo>
                <a:lnTo>
                  <a:pt x="4759" y="5400"/>
                </a:lnTo>
                <a:lnTo>
                  <a:pt x="9547" y="5400"/>
                </a:lnTo>
                <a:lnTo>
                  <a:pt x="14400" y="5400"/>
                </a:lnTo>
                <a:lnTo>
                  <a:pt x="14400" y="3615"/>
                </a:lnTo>
                <a:lnTo>
                  <a:pt x="14400" y="1820"/>
                </a:lnTo>
                <a:lnTo>
                  <a:pt x="14400" y="0"/>
                </a:lnTo>
                <a:close/>
              </a:path>
            </a:pathLst>
          </a:custGeom>
          <a:solidFill>
            <a:srgbClr val="7DA9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1" name="contour_14029"/>
          <p:cNvSpPr/>
          <p:nvPr/>
        </p:nvSpPr>
        <p:spPr>
          <a:xfrm>
            <a:off x="2160332" y="1712678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18" y="0"/>
                </a:moveTo>
                <a:lnTo>
                  <a:pt x="11195" y="335"/>
                </a:lnTo>
                <a:lnTo>
                  <a:pt x="12196" y="621"/>
                </a:lnTo>
                <a:lnTo>
                  <a:pt x="13111" y="983"/>
                </a:lnTo>
                <a:lnTo>
                  <a:pt x="14227" y="1523"/>
                </a:lnTo>
                <a:lnTo>
                  <a:pt x="15831" y="2365"/>
                </a:lnTo>
                <a:lnTo>
                  <a:pt x="16909" y="2911"/>
                </a:lnTo>
                <a:lnTo>
                  <a:pt x="17993" y="3467"/>
                </a:lnTo>
                <a:lnTo>
                  <a:pt x="19092" y="4028"/>
                </a:lnTo>
                <a:lnTo>
                  <a:pt x="20337" y="4709"/>
                </a:lnTo>
                <a:lnTo>
                  <a:pt x="21600" y="5400"/>
                </a:lnTo>
                <a:lnTo>
                  <a:pt x="20343" y="6070"/>
                </a:lnTo>
                <a:lnTo>
                  <a:pt x="19077" y="6745"/>
                </a:lnTo>
                <a:lnTo>
                  <a:pt x="17794" y="7425"/>
                </a:lnTo>
                <a:lnTo>
                  <a:pt x="15905" y="8732"/>
                </a:lnTo>
                <a:lnTo>
                  <a:pt x="14672" y="9860"/>
                </a:lnTo>
                <a:lnTo>
                  <a:pt x="13834" y="11248"/>
                </a:lnTo>
                <a:lnTo>
                  <a:pt x="13121" y="13327"/>
                </a:lnTo>
                <a:lnTo>
                  <a:pt x="12273" y="16535"/>
                </a:lnTo>
                <a:lnTo>
                  <a:pt x="12029" y="19051"/>
                </a:lnTo>
                <a:lnTo>
                  <a:pt x="11782" y="21600"/>
                </a:lnTo>
                <a:lnTo>
                  <a:pt x="10808" y="18922"/>
                </a:lnTo>
                <a:lnTo>
                  <a:pt x="9818" y="16200"/>
                </a:lnTo>
                <a:lnTo>
                  <a:pt x="8424" y="15898"/>
                </a:lnTo>
                <a:lnTo>
                  <a:pt x="7434" y="15763"/>
                </a:lnTo>
                <a:lnTo>
                  <a:pt x="6380" y="15763"/>
                </a:lnTo>
                <a:lnTo>
                  <a:pt x="4787" y="15865"/>
                </a:lnTo>
                <a:lnTo>
                  <a:pt x="3442" y="15941"/>
                </a:lnTo>
                <a:lnTo>
                  <a:pt x="2079" y="16011"/>
                </a:lnTo>
                <a:lnTo>
                  <a:pt x="1047" y="16103"/>
                </a:lnTo>
                <a:lnTo>
                  <a:pt x="0" y="16200"/>
                </a:lnTo>
                <a:lnTo>
                  <a:pt x="819" y="15120"/>
                </a:lnTo>
                <a:lnTo>
                  <a:pt x="1649" y="14029"/>
                </a:lnTo>
                <a:lnTo>
                  <a:pt x="2720" y="12593"/>
                </a:lnTo>
                <a:lnTo>
                  <a:pt x="3806" y="11135"/>
                </a:lnTo>
                <a:lnTo>
                  <a:pt x="4866" y="9720"/>
                </a:lnTo>
                <a:lnTo>
                  <a:pt x="5944" y="8289"/>
                </a:lnTo>
                <a:lnTo>
                  <a:pt x="7079" y="6534"/>
                </a:lnTo>
                <a:lnTo>
                  <a:pt x="7860" y="5087"/>
                </a:lnTo>
                <a:lnTo>
                  <a:pt x="8654" y="3164"/>
                </a:lnTo>
                <a:lnTo>
                  <a:pt x="9818" y="0"/>
                </a:lnTo>
                <a:close/>
              </a:path>
            </a:pathLst>
          </a:custGeom>
          <a:solidFill>
            <a:srgbClr val="3D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2" name="contour_14030"/>
          <p:cNvSpPr/>
          <p:nvPr/>
        </p:nvSpPr>
        <p:spPr>
          <a:xfrm>
            <a:off x="7815158" y="1712678"/>
            <a:ext cx="5167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4" y="0"/>
                </a:moveTo>
                <a:lnTo>
                  <a:pt x="2449" y="677"/>
                </a:lnTo>
                <a:lnTo>
                  <a:pt x="4012" y="1202"/>
                </a:lnTo>
                <a:lnTo>
                  <a:pt x="5402" y="1750"/>
                </a:lnTo>
                <a:lnTo>
                  <a:pt x="7056" y="2491"/>
                </a:lnTo>
                <a:lnTo>
                  <a:pt x="9414" y="3600"/>
                </a:lnTo>
                <a:lnTo>
                  <a:pt x="10169" y="5497"/>
                </a:lnTo>
                <a:lnTo>
                  <a:pt x="10937" y="7423"/>
                </a:lnTo>
                <a:lnTo>
                  <a:pt x="11315" y="8266"/>
                </a:lnTo>
                <a:lnTo>
                  <a:pt x="12460" y="10800"/>
                </a:lnTo>
                <a:lnTo>
                  <a:pt x="14818" y="11016"/>
                </a:lnTo>
                <a:lnTo>
                  <a:pt x="16473" y="11124"/>
                </a:lnTo>
                <a:lnTo>
                  <a:pt x="17862" y="11124"/>
                </a:lnTo>
                <a:lnTo>
                  <a:pt x="19425" y="11016"/>
                </a:lnTo>
                <a:lnTo>
                  <a:pt x="21600" y="10800"/>
                </a:lnTo>
                <a:lnTo>
                  <a:pt x="20997" y="12938"/>
                </a:lnTo>
                <a:lnTo>
                  <a:pt x="20391" y="15084"/>
                </a:lnTo>
                <a:lnTo>
                  <a:pt x="19784" y="17237"/>
                </a:lnTo>
                <a:lnTo>
                  <a:pt x="19172" y="19408"/>
                </a:lnTo>
                <a:lnTo>
                  <a:pt x="18553" y="21600"/>
                </a:lnTo>
                <a:lnTo>
                  <a:pt x="16814" y="20570"/>
                </a:lnTo>
                <a:lnTo>
                  <a:pt x="15071" y="19541"/>
                </a:lnTo>
                <a:lnTo>
                  <a:pt x="13332" y="18515"/>
                </a:lnTo>
                <a:lnTo>
                  <a:pt x="11589" y="17485"/>
                </a:lnTo>
                <a:lnTo>
                  <a:pt x="9849" y="16459"/>
                </a:lnTo>
                <a:lnTo>
                  <a:pt x="8107" y="15430"/>
                </a:lnTo>
                <a:lnTo>
                  <a:pt x="6367" y="14400"/>
                </a:lnTo>
                <a:lnTo>
                  <a:pt x="4667" y="13561"/>
                </a:lnTo>
                <a:lnTo>
                  <a:pt x="2940" y="12712"/>
                </a:lnTo>
                <a:lnTo>
                  <a:pt x="1615" y="11765"/>
                </a:lnTo>
                <a:lnTo>
                  <a:pt x="274" y="10800"/>
                </a:lnTo>
                <a:lnTo>
                  <a:pt x="91" y="8014"/>
                </a:lnTo>
                <a:lnTo>
                  <a:pt x="0" y="6059"/>
                </a:lnTo>
                <a:lnTo>
                  <a:pt x="0" y="4417"/>
                </a:lnTo>
                <a:lnTo>
                  <a:pt x="91" y="2570"/>
                </a:lnTo>
                <a:lnTo>
                  <a:pt x="274" y="0"/>
                </a:lnTo>
                <a:close/>
              </a:path>
            </a:pathLst>
          </a:custGeom>
          <a:solidFill>
            <a:srgbClr val="524C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3" name="contour_14031"/>
          <p:cNvSpPr/>
          <p:nvPr/>
        </p:nvSpPr>
        <p:spPr>
          <a:xfrm>
            <a:off x="2131180" y="1697388"/>
            <a:ext cx="58304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27" y="0"/>
                </a:moveTo>
                <a:lnTo>
                  <a:pt x="6961" y="85"/>
                </a:lnTo>
                <a:lnTo>
                  <a:pt x="8594" y="169"/>
                </a:lnTo>
                <a:lnTo>
                  <a:pt x="10230" y="250"/>
                </a:lnTo>
                <a:lnTo>
                  <a:pt x="11864" y="335"/>
                </a:lnTo>
                <a:lnTo>
                  <a:pt x="13500" y="415"/>
                </a:lnTo>
                <a:lnTo>
                  <a:pt x="13333" y="2428"/>
                </a:lnTo>
                <a:lnTo>
                  <a:pt x="13165" y="4453"/>
                </a:lnTo>
                <a:lnTo>
                  <a:pt x="12995" y="6504"/>
                </a:lnTo>
                <a:lnTo>
                  <a:pt x="13162" y="8694"/>
                </a:lnTo>
                <a:lnTo>
                  <a:pt x="13330" y="10893"/>
                </a:lnTo>
                <a:lnTo>
                  <a:pt x="13500" y="13126"/>
                </a:lnTo>
                <a:lnTo>
                  <a:pt x="15509" y="14558"/>
                </a:lnTo>
                <a:lnTo>
                  <a:pt x="16934" y="15495"/>
                </a:lnTo>
                <a:lnTo>
                  <a:pt x="18166" y="16139"/>
                </a:lnTo>
                <a:lnTo>
                  <a:pt x="19591" y="16694"/>
                </a:lnTo>
                <a:lnTo>
                  <a:pt x="21600" y="17363"/>
                </a:lnTo>
                <a:lnTo>
                  <a:pt x="19929" y="17888"/>
                </a:lnTo>
                <a:lnTo>
                  <a:pt x="18255" y="18414"/>
                </a:lnTo>
                <a:lnTo>
                  <a:pt x="16581" y="18939"/>
                </a:lnTo>
                <a:lnTo>
                  <a:pt x="14899" y="19469"/>
                </a:lnTo>
                <a:lnTo>
                  <a:pt x="13214" y="19998"/>
                </a:lnTo>
                <a:lnTo>
                  <a:pt x="11518" y="20528"/>
                </a:lnTo>
                <a:lnTo>
                  <a:pt x="9814" y="21062"/>
                </a:lnTo>
                <a:lnTo>
                  <a:pt x="8100" y="21600"/>
                </a:lnTo>
                <a:lnTo>
                  <a:pt x="8267" y="19587"/>
                </a:lnTo>
                <a:lnTo>
                  <a:pt x="8435" y="17562"/>
                </a:lnTo>
                <a:lnTo>
                  <a:pt x="8608" y="15507"/>
                </a:lnTo>
                <a:lnTo>
                  <a:pt x="8440" y="13321"/>
                </a:lnTo>
                <a:lnTo>
                  <a:pt x="8270" y="11122"/>
                </a:lnTo>
                <a:lnTo>
                  <a:pt x="8100" y="8889"/>
                </a:lnTo>
                <a:lnTo>
                  <a:pt x="6091" y="7457"/>
                </a:lnTo>
                <a:lnTo>
                  <a:pt x="4666" y="6521"/>
                </a:lnTo>
                <a:lnTo>
                  <a:pt x="3434" y="5877"/>
                </a:lnTo>
                <a:lnTo>
                  <a:pt x="2009" y="5322"/>
                </a:lnTo>
                <a:lnTo>
                  <a:pt x="0" y="4652"/>
                </a:lnTo>
                <a:lnTo>
                  <a:pt x="1601" y="2199"/>
                </a:lnTo>
                <a:lnTo>
                  <a:pt x="2689" y="894"/>
                </a:lnTo>
                <a:lnTo>
                  <a:pt x="3766" y="309"/>
                </a:lnTo>
                <a:lnTo>
                  <a:pt x="5327" y="0"/>
                </a:lnTo>
                <a:close/>
              </a:path>
            </a:pathLst>
          </a:custGeom>
          <a:solidFill>
            <a:srgbClr val="6161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4" name="contour_14032"/>
          <p:cNvSpPr/>
          <p:nvPr/>
        </p:nvSpPr>
        <p:spPr>
          <a:xfrm>
            <a:off x="4674689" y="165437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4576" y="2825"/>
                </a:lnTo>
                <a:lnTo>
                  <a:pt x="15617" y="4895"/>
                </a:lnTo>
                <a:lnTo>
                  <a:pt x="16550" y="7214"/>
                </a:lnTo>
                <a:lnTo>
                  <a:pt x="17820" y="10800"/>
                </a:lnTo>
                <a:lnTo>
                  <a:pt x="18546" y="12809"/>
                </a:lnTo>
                <a:lnTo>
                  <a:pt x="19276" y="14826"/>
                </a:lnTo>
                <a:lnTo>
                  <a:pt x="20015" y="16874"/>
                </a:lnTo>
                <a:lnTo>
                  <a:pt x="20801" y="19220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76" y="18896"/>
                </a:lnTo>
                <a:lnTo>
                  <a:pt x="778" y="16196"/>
                </a:lnTo>
                <a:lnTo>
                  <a:pt x="1192" y="13496"/>
                </a:lnTo>
                <a:lnTo>
                  <a:pt x="1620" y="10800"/>
                </a:lnTo>
                <a:lnTo>
                  <a:pt x="2074" y="7785"/>
                </a:lnTo>
                <a:lnTo>
                  <a:pt x="2532" y="4726"/>
                </a:lnTo>
                <a:lnTo>
                  <a:pt x="3421" y="2380"/>
                </a:lnTo>
                <a:lnTo>
                  <a:pt x="4320" y="0"/>
                </a:lnTo>
                <a:close/>
              </a:path>
            </a:pathLst>
          </a:custGeom>
          <a:solidFill>
            <a:srgbClr val="E0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5" name="contour_14033"/>
          <p:cNvSpPr/>
          <p:nvPr/>
        </p:nvSpPr>
        <p:spPr>
          <a:xfrm>
            <a:off x="6780919" y="1644987"/>
            <a:ext cx="65592" cy="302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99"/>
                </a:moveTo>
                <a:lnTo>
                  <a:pt x="3430" y="854"/>
                </a:lnTo>
                <a:lnTo>
                  <a:pt x="6202" y="380"/>
                </a:lnTo>
                <a:lnTo>
                  <a:pt x="8419" y="83"/>
                </a:lnTo>
                <a:lnTo>
                  <a:pt x="10183" y="0"/>
                </a:lnTo>
                <a:lnTo>
                  <a:pt x="11597" y="135"/>
                </a:lnTo>
                <a:lnTo>
                  <a:pt x="12761" y="526"/>
                </a:lnTo>
                <a:lnTo>
                  <a:pt x="13778" y="1182"/>
                </a:lnTo>
                <a:lnTo>
                  <a:pt x="14748" y="2129"/>
                </a:lnTo>
                <a:lnTo>
                  <a:pt x="15775" y="3389"/>
                </a:lnTo>
                <a:lnTo>
                  <a:pt x="16958" y="4977"/>
                </a:lnTo>
                <a:lnTo>
                  <a:pt x="17928" y="7153"/>
                </a:lnTo>
                <a:lnTo>
                  <a:pt x="18653" y="8871"/>
                </a:lnTo>
                <a:lnTo>
                  <a:pt x="19358" y="10719"/>
                </a:lnTo>
                <a:lnTo>
                  <a:pt x="20268" y="13270"/>
                </a:lnTo>
                <a:lnTo>
                  <a:pt x="21600" y="17118"/>
                </a:lnTo>
                <a:lnTo>
                  <a:pt x="19882" y="19466"/>
                </a:lnTo>
                <a:lnTo>
                  <a:pt x="18403" y="20928"/>
                </a:lnTo>
                <a:lnTo>
                  <a:pt x="16951" y="21600"/>
                </a:lnTo>
                <a:lnTo>
                  <a:pt x="15310" y="21564"/>
                </a:lnTo>
                <a:lnTo>
                  <a:pt x="13265" y="20918"/>
                </a:lnTo>
                <a:lnTo>
                  <a:pt x="12005" y="19986"/>
                </a:lnTo>
                <a:lnTo>
                  <a:pt x="10738" y="19049"/>
                </a:lnTo>
                <a:lnTo>
                  <a:pt x="9451" y="18096"/>
                </a:lnTo>
                <a:lnTo>
                  <a:pt x="8184" y="17201"/>
                </a:lnTo>
                <a:lnTo>
                  <a:pt x="6907" y="16300"/>
                </a:lnTo>
                <a:lnTo>
                  <a:pt x="5616" y="15389"/>
                </a:lnTo>
                <a:lnTo>
                  <a:pt x="3802" y="13244"/>
                </a:lnTo>
                <a:lnTo>
                  <a:pt x="2479" y="11136"/>
                </a:lnTo>
                <a:lnTo>
                  <a:pt x="1502" y="8715"/>
                </a:lnTo>
                <a:lnTo>
                  <a:pt x="725" y="5617"/>
                </a:lnTo>
                <a:lnTo>
                  <a:pt x="0" y="1499"/>
                </a:lnTo>
                <a:close/>
              </a:path>
            </a:pathLst>
          </a:custGeom>
          <a:solidFill>
            <a:srgbClr val="C7D2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6" name="contour_14034"/>
          <p:cNvSpPr/>
          <p:nvPr/>
        </p:nvSpPr>
        <p:spPr>
          <a:xfrm>
            <a:off x="1919828" y="163979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54" y="2674"/>
                </a:lnTo>
                <a:lnTo>
                  <a:pt x="20707" y="5348"/>
                </a:lnTo>
                <a:lnTo>
                  <a:pt x="20261" y="8031"/>
                </a:lnTo>
                <a:lnTo>
                  <a:pt x="19814" y="10718"/>
                </a:lnTo>
                <a:lnTo>
                  <a:pt x="19364" y="13418"/>
                </a:lnTo>
                <a:lnTo>
                  <a:pt x="18911" y="16131"/>
                </a:lnTo>
                <a:lnTo>
                  <a:pt x="18457" y="18857"/>
                </a:lnTo>
                <a:lnTo>
                  <a:pt x="18000" y="21600"/>
                </a:lnTo>
                <a:lnTo>
                  <a:pt x="15772" y="21064"/>
                </a:lnTo>
                <a:lnTo>
                  <a:pt x="13543" y="20529"/>
                </a:lnTo>
                <a:lnTo>
                  <a:pt x="11308" y="19993"/>
                </a:lnTo>
                <a:lnTo>
                  <a:pt x="9068" y="19457"/>
                </a:lnTo>
                <a:lnTo>
                  <a:pt x="6818" y="18917"/>
                </a:lnTo>
                <a:lnTo>
                  <a:pt x="4558" y="18373"/>
                </a:lnTo>
                <a:lnTo>
                  <a:pt x="2286" y="17829"/>
                </a:lnTo>
                <a:lnTo>
                  <a:pt x="0" y="17280"/>
                </a:lnTo>
                <a:lnTo>
                  <a:pt x="1678" y="15107"/>
                </a:lnTo>
                <a:lnTo>
                  <a:pt x="3359" y="12943"/>
                </a:lnTo>
                <a:lnTo>
                  <a:pt x="5051" y="10787"/>
                </a:lnTo>
                <a:lnTo>
                  <a:pt x="6750" y="8640"/>
                </a:lnTo>
                <a:lnTo>
                  <a:pt x="7308" y="7923"/>
                </a:lnTo>
                <a:lnTo>
                  <a:pt x="8294" y="6666"/>
                </a:lnTo>
                <a:lnTo>
                  <a:pt x="10548" y="3780"/>
                </a:lnTo>
                <a:lnTo>
                  <a:pt x="12485" y="1935"/>
                </a:lnTo>
                <a:lnTo>
                  <a:pt x="14029" y="816"/>
                </a:lnTo>
                <a:lnTo>
                  <a:pt x="15710" y="242"/>
                </a:lnTo>
                <a:lnTo>
                  <a:pt x="18054" y="30"/>
                </a:lnTo>
                <a:lnTo>
                  <a:pt x="21600" y="0"/>
                </a:lnTo>
                <a:close/>
              </a:path>
            </a:pathLst>
          </a:custGeom>
          <a:solidFill>
            <a:srgbClr val="3534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7" name="contour_14035"/>
          <p:cNvSpPr/>
          <p:nvPr/>
        </p:nvSpPr>
        <p:spPr>
          <a:xfrm>
            <a:off x="1438821" y="1639798"/>
            <a:ext cx="58304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597" y="2435"/>
                </a:lnTo>
                <a:lnTo>
                  <a:pt x="9102" y="4902"/>
                </a:lnTo>
                <a:lnTo>
                  <a:pt x="10292" y="8396"/>
                </a:lnTo>
                <a:lnTo>
                  <a:pt x="11497" y="10974"/>
                </a:lnTo>
                <a:lnTo>
                  <a:pt x="12833" y="12966"/>
                </a:lnTo>
                <a:lnTo>
                  <a:pt x="14418" y="14690"/>
                </a:lnTo>
                <a:lnTo>
                  <a:pt x="16367" y="16471"/>
                </a:lnTo>
                <a:lnTo>
                  <a:pt x="17839" y="17800"/>
                </a:lnTo>
                <a:lnTo>
                  <a:pt x="19332" y="19149"/>
                </a:lnTo>
                <a:lnTo>
                  <a:pt x="20458" y="20108"/>
                </a:lnTo>
                <a:lnTo>
                  <a:pt x="21600" y="21083"/>
                </a:lnTo>
                <a:lnTo>
                  <a:pt x="20048" y="21163"/>
                </a:lnTo>
                <a:lnTo>
                  <a:pt x="18495" y="21236"/>
                </a:lnTo>
                <a:lnTo>
                  <a:pt x="16943" y="21300"/>
                </a:lnTo>
                <a:lnTo>
                  <a:pt x="15390" y="21358"/>
                </a:lnTo>
                <a:lnTo>
                  <a:pt x="13838" y="21410"/>
                </a:lnTo>
                <a:lnTo>
                  <a:pt x="13195" y="21437"/>
                </a:lnTo>
                <a:lnTo>
                  <a:pt x="12064" y="21489"/>
                </a:lnTo>
                <a:lnTo>
                  <a:pt x="9472" y="21600"/>
                </a:lnTo>
                <a:lnTo>
                  <a:pt x="7598" y="21326"/>
                </a:lnTo>
                <a:lnTo>
                  <a:pt x="5940" y="20936"/>
                </a:lnTo>
                <a:lnTo>
                  <a:pt x="4423" y="20309"/>
                </a:lnTo>
                <a:lnTo>
                  <a:pt x="2978" y="19328"/>
                </a:lnTo>
                <a:lnTo>
                  <a:pt x="1528" y="17868"/>
                </a:lnTo>
                <a:lnTo>
                  <a:pt x="0" y="15813"/>
                </a:lnTo>
                <a:lnTo>
                  <a:pt x="0" y="12329"/>
                </a:lnTo>
                <a:lnTo>
                  <a:pt x="0" y="8823"/>
                </a:lnTo>
                <a:lnTo>
                  <a:pt x="0" y="5271"/>
                </a:lnTo>
                <a:lnTo>
                  <a:pt x="2009" y="3647"/>
                </a:lnTo>
                <a:lnTo>
                  <a:pt x="3434" y="2562"/>
                </a:lnTo>
                <a:lnTo>
                  <a:pt x="4666" y="1760"/>
                </a:lnTo>
                <a:lnTo>
                  <a:pt x="6091" y="991"/>
                </a:lnTo>
                <a:lnTo>
                  <a:pt x="8100" y="0"/>
                </a:lnTo>
                <a:close/>
              </a:path>
            </a:pathLst>
          </a:custGeom>
          <a:solidFill>
            <a:srgbClr val="65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8" name="contour_14036"/>
          <p:cNvSpPr/>
          <p:nvPr/>
        </p:nvSpPr>
        <p:spPr>
          <a:xfrm>
            <a:off x="10350613" y="1654374"/>
            <a:ext cx="45149" cy="432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0" y="0"/>
                </a:moveTo>
                <a:lnTo>
                  <a:pt x="1004" y="2480"/>
                </a:lnTo>
                <a:lnTo>
                  <a:pt x="1335" y="5001"/>
                </a:lnTo>
                <a:lnTo>
                  <a:pt x="2667" y="7456"/>
                </a:lnTo>
                <a:lnTo>
                  <a:pt x="4079" y="9456"/>
                </a:lnTo>
                <a:lnTo>
                  <a:pt x="5593" y="11075"/>
                </a:lnTo>
                <a:lnTo>
                  <a:pt x="7228" y="12384"/>
                </a:lnTo>
                <a:lnTo>
                  <a:pt x="9003" y="13468"/>
                </a:lnTo>
                <a:lnTo>
                  <a:pt x="10938" y="14392"/>
                </a:lnTo>
                <a:lnTo>
                  <a:pt x="13054" y="15235"/>
                </a:lnTo>
                <a:lnTo>
                  <a:pt x="15369" y="16072"/>
                </a:lnTo>
                <a:lnTo>
                  <a:pt x="17908" y="16977"/>
                </a:lnTo>
                <a:lnTo>
                  <a:pt x="19742" y="17578"/>
                </a:lnTo>
                <a:lnTo>
                  <a:pt x="21600" y="18185"/>
                </a:lnTo>
                <a:lnTo>
                  <a:pt x="17385" y="19498"/>
                </a:lnTo>
                <a:lnTo>
                  <a:pt x="14156" y="20465"/>
                </a:lnTo>
                <a:lnTo>
                  <a:pt x="11701" y="21120"/>
                </a:lnTo>
                <a:lnTo>
                  <a:pt x="9812" y="21487"/>
                </a:lnTo>
                <a:lnTo>
                  <a:pt x="8281" y="21600"/>
                </a:lnTo>
                <a:lnTo>
                  <a:pt x="6897" y="21484"/>
                </a:lnTo>
                <a:lnTo>
                  <a:pt x="5450" y="21171"/>
                </a:lnTo>
                <a:lnTo>
                  <a:pt x="3731" y="20687"/>
                </a:lnTo>
                <a:lnTo>
                  <a:pt x="1956" y="19174"/>
                </a:lnTo>
                <a:lnTo>
                  <a:pt x="976" y="17956"/>
                </a:lnTo>
                <a:lnTo>
                  <a:pt x="439" y="16395"/>
                </a:lnTo>
                <a:lnTo>
                  <a:pt x="0" y="13853"/>
                </a:lnTo>
                <a:lnTo>
                  <a:pt x="122" y="11376"/>
                </a:lnTo>
                <a:lnTo>
                  <a:pt x="244" y="8867"/>
                </a:lnTo>
                <a:lnTo>
                  <a:pt x="338" y="6376"/>
                </a:lnTo>
                <a:lnTo>
                  <a:pt x="436" y="3852"/>
                </a:lnTo>
                <a:lnTo>
                  <a:pt x="558" y="1939"/>
                </a:lnTo>
                <a:lnTo>
                  <a:pt x="680" y="0"/>
                </a:lnTo>
                <a:close/>
              </a:path>
            </a:pathLst>
          </a:custGeom>
          <a:solidFill>
            <a:srgbClr val="E7E1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39" name="contour_14037"/>
          <p:cNvSpPr/>
          <p:nvPr/>
        </p:nvSpPr>
        <p:spPr>
          <a:xfrm>
            <a:off x="4055210" y="1625222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6735" y="2138"/>
                </a:lnTo>
                <a:lnTo>
                  <a:pt x="17269" y="4280"/>
                </a:lnTo>
                <a:lnTo>
                  <a:pt x="17804" y="6421"/>
                </a:lnTo>
                <a:lnTo>
                  <a:pt x="18344" y="8566"/>
                </a:lnTo>
                <a:lnTo>
                  <a:pt x="18878" y="10720"/>
                </a:lnTo>
                <a:lnTo>
                  <a:pt x="19418" y="12877"/>
                </a:lnTo>
                <a:lnTo>
                  <a:pt x="19958" y="15043"/>
                </a:lnTo>
                <a:lnTo>
                  <a:pt x="20504" y="17218"/>
                </a:lnTo>
                <a:lnTo>
                  <a:pt x="21049" y="19403"/>
                </a:lnTo>
                <a:lnTo>
                  <a:pt x="21600" y="21600"/>
                </a:lnTo>
                <a:lnTo>
                  <a:pt x="20261" y="20073"/>
                </a:lnTo>
                <a:lnTo>
                  <a:pt x="18922" y="18536"/>
                </a:lnTo>
                <a:lnTo>
                  <a:pt x="17566" y="16993"/>
                </a:lnTo>
                <a:lnTo>
                  <a:pt x="16200" y="15429"/>
                </a:lnTo>
                <a:lnTo>
                  <a:pt x="12020" y="15243"/>
                </a:lnTo>
                <a:lnTo>
                  <a:pt x="9088" y="15151"/>
                </a:lnTo>
                <a:lnTo>
                  <a:pt x="6626" y="15151"/>
                </a:lnTo>
                <a:lnTo>
                  <a:pt x="3856" y="15243"/>
                </a:lnTo>
                <a:lnTo>
                  <a:pt x="0" y="15429"/>
                </a:lnTo>
                <a:lnTo>
                  <a:pt x="470" y="13497"/>
                </a:lnTo>
                <a:lnTo>
                  <a:pt x="972" y="11568"/>
                </a:lnTo>
                <a:lnTo>
                  <a:pt x="1490" y="9640"/>
                </a:lnTo>
                <a:lnTo>
                  <a:pt x="2025" y="7714"/>
                </a:lnTo>
                <a:lnTo>
                  <a:pt x="2592" y="5560"/>
                </a:lnTo>
                <a:lnTo>
                  <a:pt x="3164" y="3376"/>
                </a:lnTo>
                <a:lnTo>
                  <a:pt x="4277" y="1700"/>
                </a:lnTo>
                <a:lnTo>
                  <a:pt x="5400" y="0"/>
                </a:lnTo>
                <a:close/>
              </a:path>
            </a:pathLst>
          </a:custGeom>
          <a:solidFill>
            <a:srgbClr val="E2E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0" name="contour_14038"/>
          <p:cNvSpPr/>
          <p:nvPr/>
        </p:nvSpPr>
        <p:spPr>
          <a:xfrm>
            <a:off x="1591869" y="1632510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91"/>
                </a:lnTo>
                <a:lnTo>
                  <a:pt x="2341" y="560"/>
                </a:lnTo>
                <a:lnTo>
                  <a:pt x="3646" y="877"/>
                </a:lnTo>
                <a:lnTo>
                  <a:pt x="5374" y="1292"/>
                </a:lnTo>
                <a:lnTo>
                  <a:pt x="7780" y="1868"/>
                </a:lnTo>
                <a:lnTo>
                  <a:pt x="11115" y="2672"/>
                </a:lnTo>
                <a:lnTo>
                  <a:pt x="15638" y="3757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30"/>
                </a:lnTo>
                <a:lnTo>
                  <a:pt x="0" y="13900"/>
                </a:lnTo>
                <a:lnTo>
                  <a:pt x="0" y="10455"/>
                </a:lnTo>
                <a:lnTo>
                  <a:pt x="0" y="6994"/>
                </a:lnTo>
                <a:lnTo>
                  <a:pt x="0" y="3513"/>
                </a:lnTo>
                <a:lnTo>
                  <a:pt x="0" y="0"/>
                </a:lnTo>
                <a:close/>
              </a:path>
            </a:pathLst>
          </a:custGeom>
          <a:solidFill>
            <a:srgbClr val="3534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1" name="contour_14039"/>
          <p:cNvSpPr/>
          <p:nvPr/>
        </p:nvSpPr>
        <p:spPr>
          <a:xfrm>
            <a:off x="1416957" y="161793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80"/>
                </a:lnTo>
                <a:lnTo>
                  <a:pt x="2084" y="349"/>
                </a:lnTo>
                <a:lnTo>
                  <a:pt x="3175" y="529"/>
                </a:lnTo>
                <a:lnTo>
                  <a:pt x="4536" y="756"/>
                </a:lnTo>
                <a:lnTo>
                  <a:pt x="6343" y="1058"/>
                </a:lnTo>
                <a:lnTo>
                  <a:pt x="8777" y="1462"/>
                </a:lnTo>
                <a:lnTo>
                  <a:pt x="12010" y="2002"/>
                </a:lnTo>
                <a:lnTo>
                  <a:pt x="16225" y="2704"/>
                </a:lnTo>
                <a:lnTo>
                  <a:pt x="21600" y="3600"/>
                </a:lnTo>
                <a:lnTo>
                  <a:pt x="21600" y="5738"/>
                </a:lnTo>
                <a:lnTo>
                  <a:pt x="21600" y="7884"/>
                </a:lnTo>
                <a:lnTo>
                  <a:pt x="21600" y="10037"/>
                </a:lnTo>
                <a:lnTo>
                  <a:pt x="21600" y="12208"/>
                </a:lnTo>
                <a:lnTo>
                  <a:pt x="21600" y="14400"/>
                </a:lnTo>
                <a:lnTo>
                  <a:pt x="19890" y="14252"/>
                </a:lnTo>
                <a:lnTo>
                  <a:pt x="18169" y="14101"/>
                </a:lnTo>
                <a:lnTo>
                  <a:pt x="16423" y="13950"/>
                </a:lnTo>
                <a:lnTo>
                  <a:pt x="15599" y="14018"/>
                </a:lnTo>
                <a:lnTo>
                  <a:pt x="14141" y="14134"/>
                </a:lnTo>
                <a:lnTo>
                  <a:pt x="10800" y="14400"/>
                </a:lnTo>
                <a:lnTo>
                  <a:pt x="9349" y="16538"/>
                </a:lnTo>
                <a:lnTo>
                  <a:pt x="8492" y="18000"/>
                </a:lnTo>
                <a:lnTo>
                  <a:pt x="7888" y="19462"/>
                </a:lnTo>
                <a:lnTo>
                  <a:pt x="7200" y="21600"/>
                </a:lnTo>
                <a:lnTo>
                  <a:pt x="7200" y="19224"/>
                </a:lnTo>
                <a:lnTo>
                  <a:pt x="7200" y="16844"/>
                </a:lnTo>
                <a:lnTo>
                  <a:pt x="7200" y="14454"/>
                </a:lnTo>
                <a:lnTo>
                  <a:pt x="7200" y="12053"/>
                </a:lnTo>
                <a:lnTo>
                  <a:pt x="7200" y="9637"/>
                </a:lnTo>
                <a:lnTo>
                  <a:pt x="7200" y="7200"/>
                </a:lnTo>
                <a:lnTo>
                  <a:pt x="4820" y="7200"/>
                </a:lnTo>
                <a:lnTo>
                  <a:pt x="2426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53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2" name="contour_14040"/>
          <p:cNvSpPr/>
          <p:nvPr/>
        </p:nvSpPr>
        <p:spPr>
          <a:xfrm>
            <a:off x="1379504" y="1610646"/>
            <a:ext cx="3985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297" y="0"/>
                </a:moveTo>
                <a:lnTo>
                  <a:pt x="21019" y="4028"/>
                </a:lnTo>
                <a:lnTo>
                  <a:pt x="21454" y="6872"/>
                </a:lnTo>
                <a:lnTo>
                  <a:pt x="21600" y="8935"/>
                </a:lnTo>
                <a:lnTo>
                  <a:pt x="21454" y="10609"/>
                </a:lnTo>
                <a:lnTo>
                  <a:pt x="21019" y="12298"/>
                </a:lnTo>
                <a:lnTo>
                  <a:pt x="20297" y="14400"/>
                </a:lnTo>
                <a:lnTo>
                  <a:pt x="17962" y="15671"/>
                </a:lnTo>
                <a:lnTo>
                  <a:pt x="15593" y="16801"/>
                </a:lnTo>
                <a:lnTo>
                  <a:pt x="13187" y="17802"/>
                </a:lnTo>
                <a:lnTo>
                  <a:pt x="10747" y="18698"/>
                </a:lnTo>
                <a:lnTo>
                  <a:pt x="8266" y="19505"/>
                </a:lnTo>
                <a:lnTo>
                  <a:pt x="5739" y="20246"/>
                </a:lnTo>
                <a:lnTo>
                  <a:pt x="3168" y="20938"/>
                </a:lnTo>
                <a:lnTo>
                  <a:pt x="549" y="21600"/>
                </a:lnTo>
                <a:lnTo>
                  <a:pt x="182" y="19001"/>
                </a:lnTo>
                <a:lnTo>
                  <a:pt x="0" y="16600"/>
                </a:lnTo>
                <a:lnTo>
                  <a:pt x="91" y="14339"/>
                </a:lnTo>
                <a:lnTo>
                  <a:pt x="545" y="12143"/>
                </a:lnTo>
                <a:lnTo>
                  <a:pt x="1457" y="9947"/>
                </a:lnTo>
                <a:lnTo>
                  <a:pt x="2911" y="7679"/>
                </a:lnTo>
                <a:lnTo>
                  <a:pt x="5893" y="4835"/>
                </a:lnTo>
                <a:lnTo>
                  <a:pt x="8203" y="2797"/>
                </a:lnTo>
                <a:lnTo>
                  <a:pt x="10142" y="1433"/>
                </a:lnTo>
                <a:lnTo>
                  <a:pt x="12018" y="605"/>
                </a:lnTo>
                <a:lnTo>
                  <a:pt x="14135" y="180"/>
                </a:lnTo>
                <a:lnTo>
                  <a:pt x="16793" y="22"/>
                </a:lnTo>
                <a:lnTo>
                  <a:pt x="20297" y="0"/>
                </a:lnTo>
                <a:close/>
              </a:path>
            </a:pathLst>
          </a:custGeom>
          <a:solidFill>
            <a:srgbClr val="9595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3" name="contour_14041"/>
          <p:cNvSpPr/>
          <p:nvPr/>
        </p:nvSpPr>
        <p:spPr>
          <a:xfrm>
            <a:off x="548425" y="1617934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" y="0"/>
                </a:moveTo>
                <a:lnTo>
                  <a:pt x="5221" y="0"/>
                </a:lnTo>
                <a:lnTo>
                  <a:pt x="9279" y="0"/>
                </a:lnTo>
                <a:lnTo>
                  <a:pt x="13349" y="0"/>
                </a:lnTo>
                <a:lnTo>
                  <a:pt x="1745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535" y="21247"/>
                </a:lnTo>
                <a:lnTo>
                  <a:pt x="12941" y="20884"/>
                </a:lnTo>
                <a:lnTo>
                  <a:pt x="9837" y="20336"/>
                </a:lnTo>
                <a:lnTo>
                  <a:pt x="6242" y="19433"/>
                </a:lnTo>
                <a:lnTo>
                  <a:pt x="1178" y="18000"/>
                </a:lnTo>
                <a:lnTo>
                  <a:pt x="504" y="15412"/>
                </a:lnTo>
                <a:lnTo>
                  <a:pt x="129" y="12845"/>
                </a:lnTo>
                <a:lnTo>
                  <a:pt x="0" y="10289"/>
                </a:lnTo>
                <a:lnTo>
                  <a:pt x="82" y="7736"/>
                </a:lnTo>
                <a:lnTo>
                  <a:pt x="334" y="5177"/>
                </a:lnTo>
                <a:lnTo>
                  <a:pt x="715" y="2603"/>
                </a:lnTo>
                <a:lnTo>
                  <a:pt x="1178" y="0"/>
                </a:lnTo>
                <a:close/>
              </a:path>
            </a:pathLst>
          </a:custGeom>
          <a:solidFill>
            <a:srgbClr val="FA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4" name="contour_14042"/>
          <p:cNvSpPr/>
          <p:nvPr/>
        </p:nvSpPr>
        <p:spPr>
          <a:xfrm>
            <a:off x="8282245" y="161793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4835" y="20377"/>
                </a:lnTo>
                <a:lnTo>
                  <a:pt x="12390" y="19155"/>
                </a:lnTo>
                <a:lnTo>
                  <a:pt x="9936" y="17928"/>
                </a:lnTo>
                <a:lnTo>
                  <a:pt x="7474" y="16697"/>
                </a:lnTo>
                <a:lnTo>
                  <a:pt x="4998" y="15457"/>
                </a:lnTo>
                <a:lnTo>
                  <a:pt x="2510" y="14213"/>
                </a:lnTo>
                <a:lnTo>
                  <a:pt x="0" y="12960"/>
                </a:lnTo>
                <a:lnTo>
                  <a:pt x="855" y="10394"/>
                </a:lnTo>
                <a:lnTo>
                  <a:pt x="1715" y="7819"/>
                </a:lnTo>
                <a:lnTo>
                  <a:pt x="2575" y="5236"/>
                </a:lnTo>
                <a:lnTo>
                  <a:pt x="3443" y="2631"/>
                </a:lnTo>
                <a:lnTo>
                  <a:pt x="4320" y="0"/>
                </a:lnTo>
                <a:close/>
              </a:path>
            </a:pathLst>
          </a:custGeom>
          <a:solidFill>
            <a:srgbClr val="CABD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5" name="contour_14043"/>
          <p:cNvSpPr/>
          <p:nvPr/>
        </p:nvSpPr>
        <p:spPr>
          <a:xfrm>
            <a:off x="498670" y="1588782"/>
            <a:ext cx="37052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61" y="503"/>
                </a:lnTo>
                <a:lnTo>
                  <a:pt x="4121" y="1009"/>
                </a:lnTo>
                <a:lnTo>
                  <a:pt x="6177" y="1516"/>
                </a:lnTo>
                <a:lnTo>
                  <a:pt x="8234" y="2026"/>
                </a:lnTo>
                <a:lnTo>
                  <a:pt x="9381" y="2309"/>
                </a:lnTo>
                <a:lnTo>
                  <a:pt x="12861" y="3164"/>
                </a:lnTo>
                <a:lnTo>
                  <a:pt x="15316" y="3866"/>
                </a:lnTo>
                <a:lnTo>
                  <a:pt x="17007" y="4445"/>
                </a:lnTo>
                <a:lnTo>
                  <a:pt x="18724" y="5214"/>
                </a:lnTo>
                <a:lnTo>
                  <a:pt x="21243" y="6480"/>
                </a:lnTo>
                <a:lnTo>
                  <a:pt x="21447" y="8230"/>
                </a:lnTo>
                <a:lnTo>
                  <a:pt x="21562" y="9506"/>
                </a:lnTo>
                <a:lnTo>
                  <a:pt x="21600" y="10675"/>
                </a:lnTo>
                <a:lnTo>
                  <a:pt x="21579" y="12109"/>
                </a:lnTo>
                <a:lnTo>
                  <a:pt x="21507" y="14174"/>
                </a:lnTo>
                <a:lnTo>
                  <a:pt x="21468" y="15561"/>
                </a:lnTo>
                <a:lnTo>
                  <a:pt x="21430" y="16956"/>
                </a:lnTo>
                <a:lnTo>
                  <a:pt x="21392" y="18369"/>
                </a:lnTo>
                <a:lnTo>
                  <a:pt x="21345" y="19436"/>
                </a:lnTo>
                <a:lnTo>
                  <a:pt x="21294" y="20511"/>
                </a:lnTo>
                <a:lnTo>
                  <a:pt x="21243" y="21600"/>
                </a:lnTo>
                <a:lnTo>
                  <a:pt x="19136" y="21600"/>
                </a:lnTo>
                <a:lnTo>
                  <a:pt x="16994" y="21600"/>
                </a:lnTo>
                <a:lnTo>
                  <a:pt x="17143" y="20933"/>
                </a:lnTo>
                <a:lnTo>
                  <a:pt x="17594" y="18917"/>
                </a:lnTo>
                <a:lnTo>
                  <a:pt x="17776" y="17403"/>
                </a:lnTo>
                <a:lnTo>
                  <a:pt x="17904" y="15928"/>
                </a:lnTo>
                <a:lnTo>
                  <a:pt x="17955" y="14481"/>
                </a:lnTo>
                <a:lnTo>
                  <a:pt x="17912" y="13044"/>
                </a:lnTo>
                <a:lnTo>
                  <a:pt x="17751" y="11601"/>
                </a:lnTo>
                <a:lnTo>
                  <a:pt x="17453" y="10139"/>
                </a:lnTo>
                <a:lnTo>
                  <a:pt x="16994" y="8640"/>
                </a:lnTo>
                <a:lnTo>
                  <a:pt x="14484" y="7631"/>
                </a:lnTo>
                <a:lnTo>
                  <a:pt x="12028" y="6852"/>
                </a:lnTo>
                <a:lnTo>
                  <a:pt x="9504" y="6232"/>
                </a:lnTo>
                <a:lnTo>
                  <a:pt x="6781" y="5713"/>
                </a:lnTo>
                <a:lnTo>
                  <a:pt x="3718" y="5232"/>
                </a:lnTo>
                <a:lnTo>
                  <a:pt x="1874" y="4780"/>
                </a:lnTo>
                <a:lnTo>
                  <a:pt x="0" y="4320"/>
                </a:lnTo>
                <a:lnTo>
                  <a:pt x="0" y="2892"/>
                </a:lnTo>
                <a:lnTo>
                  <a:pt x="0" y="1456"/>
                </a:lnTo>
                <a:lnTo>
                  <a:pt x="0" y="0"/>
                </a:lnTo>
                <a:close/>
              </a:path>
            </a:pathLst>
          </a:custGeom>
          <a:solidFill>
            <a:srgbClr val="9255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6" name="contour_14044"/>
          <p:cNvSpPr/>
          <p:nvPr/>
        </p:nvSpPr>
        <p:spPr>
          <a:xfrm>
            <a:off x="2014572" y="1597703"/>
            <a:ext cx="58304" cy="275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159"/>
                </a:moveTo>
                <a:lnTo>
                  <a:pt x="21600" y="12997"/>
                </a:lnTo>
                <a:lnTo>
                  <a:pt x="21600" y="15880"/>
                </a:lnTo>
                <a:lnTo>
                  <a:pt x="19807" y="16858"/>
                </a:lnTo>
                <a:lnTo>
                  <a:pt x="18023" y="17785"/>
                </a:lnTo>
                <a:lnTo>
                  <a:pt x="16243" y="18648"/>
                </a:lnTo>
                <a:lnTo>
                  <a:pt x="14464" y="19432"/>
                </a:lnTo>
                <a:lnTo>
                  <a:pt x="12679" y="20118"/>
                </a:lnTo>
                <a:lnTo>
                  <a:pt x="10886" y="20696"/>
                </a:lnTo>
                <a:lnTo>
                  <a:pt x="9077" y="21148"/>
                </a:lnTo>
                <a:lnTo>
                  <a:pt x="7252" y="21451"/>
                </a:lnTo>
                <a:lnTo>
                  <a:pt x="5400" y="21600"/>
                </a:lnTo>
                <a:lnTo>
                  <a:pt x="3829" y="18093"/>
                </a:lnTo>
                <a:lnTo>
                  <a:pt x="2724" y="15479"/>
                </a:lnTo>
                <a:lnTo>
                  <a:pt x="1941" y="13288"/>
                </a:lnTo>
                <a:lnTo>
                  <a:pt x="1326" y="11029"/>
                </a:lnTo>
                <a:lnTo>
                  <a:pt x="729" y="8243"/>
                </a:lnTo>
                <a:lnTo>
                  <a:pt x="0" y="4439"/>
                </a:lnTo>
                <a:lnTo>
                  <a:pt x="1949" y="2523"/>
                </a:lnTo>
                <a:lnTo>
                  <a:pt x="3839" y="1173"/>
                </a:lnTo>
                <a:lnTo>
                  <a:pt x="5684" y="343"/>
                </a:lnTo>
                <a:lnTo>
                  <a:pt x="7487" y="0"/>
                </a:lnTo>
                <a:lnTo>
                  <a:pt x="9264" y="109"/>
                </a:lnTo>
                <a:lnTo>
                  <a:pt x="11016" y="624"/>
                </a:lnTo>
                <a:lnTo>
                  <a:pt x="12758" y="1504"/>
                </a:lnTo>
                <a:lnTo>
                  <a:pt x="14496" y="2723"/>
                </a:lnTo>
                <a:lnTo>
                  <a:pt x="16240" y="4239"/>
                </a:lnTo>
                <a:lnTo>
                  <a:pt x="18001" y="6006"/>
                </a:lnTo>
                <a:lnTo>
                  <a:pt x="19783" y="7991"/>
                </a:lnTo>
                <a:lnTo>
                  <a:pt x="21600" y="10159"/>
                </a:lnTo>
                <a:close/>
              </a:path>
            </a:pathLst>
          </a:custGeom>
          <a:solidFill>
            <a:srgbClr val="F6F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7" name="contour_14045"/>
          <p:cNvSpPr/>
          <p:nvPr/>
        </p:nvSpPr>
        <p:spPr>
          <a:xfrm>
            <a:off x="1591869" y="1566918"/>
            <a:ext cx="43728" cy="53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729"/>
                </a:lnTo>
                <a:lnTo>
                  <a:pt x="17975" y="1458"/>
                </a:lnTo>
                <a:lnTo>
                  <a:pt x="19775" y="2195"/>
                </a:lnTo>
                <a:lnTo>
                  <a:pt x="21600" y="2939"/>
                </a:lnTo>
                <a:lnTo>
                  <a:pt x="21024" y="4987"/>
                </a:lnTo>
                <a:lnTo>
                  <a:pt x="20423" y="7012"/>
                </a:lnTo>
                <a:lnTo>
                  <a:pt x="19786" y="9010"/>
                </a:lnTo>
                <a:lnTo>
                  <a:pt x="19098" y="10988"/>
                </a:lnTo>
                <a:lnTo>
                  <a:pt x="18346" y="12942"/>
                </a:lnTo>
                <a:lnTo>
                  <a:pt x="17514" y="14879"/>
                </a:lnTo>
                <a:lnTo>
                  <a:pt x="16589" y="16795"/>
                </a:lnTo>
                <a:lnTo>
                  <a:pt x="15556" y="18691"/>
                </a:lnTo>
                <a:lnTo>
                  <a:pt x="14400" y="20571"/>
                </a:lnTo>
                <a:lnTo>
                  <a:pt x="11826" y="21250"/>
                </a:lnTo>
                <a:lnTo>
                  <a:pt x="9536" y="21574"/>
                </a:lnTo>
                <a:lnTo>
                  <a:pt x="7369" y="21600"/>
                </a:lnTo>
                <a:lnTo>
                  <a:pt x="5166" y="21397"/>
                </a:lnTo>
                <a:lnTo>
                  <a:pt x="2765" y="21033"/>
                </a:lnTo>
                <a:lnTo>
                  <a:pt x="0" y="20571"/>
                </a:lnTo>
                <a:lnTo>
                  <a:pt x="0" y="18629"/>
                </a:lnTo>
                <a:lnTo>
                  <a:pt x="0" y="16675"/>
                </a:lnTo>
                <a:lnTo>
                  <a:pt x="0" y="14694"/>
                </a:lnTo>
                <a:lnTo>
                  <a:pt x="1782" y="13930"/>
                </a:lnTo>
                <a:lnTo>
                  <a:pt x="3578" y="13186"/>
                </a:lnTo>
                <a:lnTo>
                  <a:pt x="5386" y="12463"/>
                </a:lnTo>
                <a:lnTo>
                  <a:pt x="7200" y="11755"/>
                </a:lnTo>
                <a:lnTo>
                  <a:pt x="8546" y="10051"/>
                </a:lnTo>
                <a:lnTo>
                  <a:pt x="9414" y="8852"/>
                </a:lnTo>
                <a:lnTo>
                  <a:pt x="10192" y="7591"/>
                </a:lnTo>
                <a:lnTo>
                  <a:pt x="11250" y="5695"/>
                </a:lnTo>
                <a:lnTo>
                  <a:pt x="12157" y="4094"/>
                </a:lnTo>
                <a:lnTo>
                  <a:pt x="13079" y="2469"/>
                </a:lnTo>
                <a:lnTo>
                  <a:pt x="13734" y="1243"/>
                </a:lnTo>
                <a:lnTo>
                  <a:pt x="14400" y="0"/>
                </a:lnTo>
                <a:close/>
              </a:path>
            </a:pathLst>
          </a:custGeom>
          <a:solidFill>
            <a:srgbClr val="9393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8" name="contour_14046"/>
          <p:cNvSpPr/>
          <p:nvPr/>
        </p:nvSpPr>
        <p:spPr>
          <a:xfrm>
            <a:off x="498670" y="156691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498" y="839"/>
                </a:lnTo>
                <a:lnTo>
                  <a:pt x="10220" y="3377"/>
                </a:lnTo>
                <a:lnTo>
                  <a:pt x="11735" y="5674"/>
                </a:lnTo>
                <a:lnTo>
                  <a:pt x="13346" y="7330"/>
                </a:lnTo>
                <a:lnTo>
                  <a:pt x="15095" y="8507"/>
                </a:lnTo>
                <a:lnTo>
                  <a:pt x="17024" y="9367"/>
                </a:lnTo>
                <a:lnTo>
                  <a:pt x="19178" y="10076"/>
                </a:lnTo>
                <a:lnTo>
                  <a:pt x="21600" y="10800"/>
                </a:lnTo>
                <a:lnTo>
                  <a:pt x="20073" y="12582"/>
                </a:lnTo>
                <a:lnTo>
                  <a:pt x="18542" y="14368"/>
                </a:lnTo>
                <a:lnTo>
                  <a:pt x="17005" y="16160"/>
                </a:lnTo>
                <a:lnTo>
                  <a:pt x="15463" y="17960"/>
                </a:lnTo>
                <a:lnTo>
                  <a:pt x="13910" y="19771"/>
                </a:lnTo>
                <a:lnTo>
                  <a:pt x="12343" y="21600"/>
                </a:lnTo>
                <a:lnTo>
                  <a:pt x="10815" y="19818"/>
                </a:lnTo>
                <a:lnTo>
                  <a:pt x="9285" y="18032"/>
                </a:lnTo>
                <a:lnTo>
                  <a:pt x="7754" y="16247"/>
                </a:lnTo>
                <a:lnTo>
                  <a:pt x="6218" y="14454"/>
                </a:lnTo>
                <a:lnTo>
                  <a:pt x="4675" y="12654"/>
                </a:lnTo>
                <a:lnTo>
                  <a:pt x="3126" y="10847"/>
                </a:lnTo>
                <a:lnTo>
                  <a:pt x="1568" y="9029"/>
                </a:lnTo>
                <a:lnTo>
                  <a:pt x="0" y="7200"/>
                </a:lnTo>
                <a:lnTo>
                  <a:pt x="1833" y="7200"/>
                </a:lnTo>
                <a:lnTo>
                  <a:pt x="3672" y="7200"/>
                </a:lnTo>
                <a:lnTo>
                  <a:pt x="5517" y="7200"/>
                </a:lnTo>
                <a:lnTo>
                  <a:pt x="7378" y="7200"/>
                </a:lnTo>
                <a:lnTo>
                  <a:pt x="9257" y="7200"/>
                </a:lnTo>
                <a:lnTo>
                  <a:pt x="9257" y="4820"/>
                </a:lnTo>
                <a:lnTo>
                  <a:pt x="9257" y="2426"/>
                </a:lnTo>
                <a:lnTo>
                  <a:pt x="9257" y="0"/>
                </a:lnTo>
                <a:close/>
              </a:path>
            </a:pathLst>
          </a:custGeom>
          <a:solidFill>
            <a:srgbClr val="F6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49" name="contour_14047"/>
          <p:cNvSpPr/>
          <p:nvPr/>
        </p:nvSpPr>
        <p:spPr>
          <a:xfrm>
            <a:off x="1642885" y="155963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0"/>
                </a:lnTo>
                <a:lnTo>
                  <a:pt x="16015" y="0"/>
                </a:lnTo>
                <a:lnTo>
                  <a:pt x="17860" y="0"/>
                </a:lnTo>
                <a:lnTo>
                  <a:pt x="19721" y="0"/>
                </a:lnTo>
                <a:lnTo>
                  <a:pt x="21600" y="0"/>
                </a:lnTo>
                <a:lnTo>
                  <a:pt x="20224" y="4847"/>
                </a:lnTo>
                <a:lnTo>
                  <a:pt x="19097" y="8657"/>
                </a:lnTo>
                <a:lnTo>
                  <a:pt x="18125" y="11599"/>
                </a:lnTo>
                <a:lnTo>
                  <a:pt x="17218" y="13846"/>
                </a:lnTo>
                <a:lnTo>
                  <a:pt x="16280" y="15565"/>
                </a:lnTo>
                <a:lnTo>
                  <a:pt x="15225" y="16921"/>
                </a:lnTo>
                <a:lnTo>
                  <a:pt x="13957" y="18088"/>
                </a:lnTo>
                <a:lnTo>
                  <a:pt x="12383" y="19228"/>
                </a:lnTo>
                <a:lnTo>
                  <a:pt x="10414" y="20520"/>
                </a:lnTo>
                <a:lnTo>
                  <a:pt x="8310" y="21056"/>
                </a:lnTo>
                <a:lnTo>
                  <a:pt x="6171" y="21600"/>
                </a:lnTo>
                <a:lnTo>
                  <a:pt x="6171" y="18744"/>
                </a:lnTo>
                <a:lnTo>
                  <a:pt x="6171" y="15872"/>
                </a:lnTo>
                <a:lnTo>
                  <a:pt x="6171" y="12960"/>
                </a:lnTo>
                <a:lnTo>
                  <a:pt x="4339" y="11375"/>
                </a:lnTo>
                <a:lnTo>
                  <a:pt x="3086" y="10394"/>
                </a:lnTo>
                <a:lnTo>
                  <a:pt x="1833" y="9621"/>
                </a:lnTo>
                <a:lnTo>
                  <a:pt x="0" y="8640"/>
                </a:lnTo>
                <a:lnTo>
                  <a:pt x="2037" y="8640"/>
                </a:lnTo>
                <a:lnTo>
                  <a:pt x="4076" y="8640"/>
                </a:lnTo>
                <a:lnTo>
                  <a:pt x="6125" y="8640"/>
                </a:lnTo>
                <a:lnTo>
                  <a:pt x="8183" y="8640"/>
                </a:lnTo>
                <a:lnTo>
                  <a:pt x="10254" y="8640"/>
                </a:lnTo>
                <a:lnTo>
                  <a:pt x="12343" y="8640"/>
                </a:lnTo>
                <a:lnTo>
                  <a:pt x="12343" y="5784"/>
                </a:lnTo>
                <a:lnTo>
                  <a:pt x="12343" y="2912"/>
                </a:lnTo>
                <a:lnTo>
                  <a:pt x="12343" y="0"/>
                </a:lnTo>
                <a:close/>
              </a:path>
            </a:pathLst>
          </a:custGeom>
          <a:solidFill>
            <a:srgbClr val="DECD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0" name="contour_14048"/>
          <p:cNvSpPr/>
          <p:nvPr/>
        </p:nvSpPr>
        <p:spPr>
          <a:xfrm>
            <a:off x="8005301" y="1501326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2037"/>
                </a:lnTo>
                <a:lnTo>
                  <a:pt x="8640" y="4076"/>
                </a:lnTo>
                <a:lnTo>
                  <a:pt x="8640" y="6125"/>
                </a:lnTo>
                <a:lnTo>
                  <a:pt x="8640" y="8183"/>
                </a:lnTo>
                <a:lnTo>
                  <a:pt x="8640" y="10254"/>
                </a:lnTo>
                <a:lnTo>
                  <a:pt x="8640" y="12343"/>
                </a:lnTo>
                <a:lnTo>
                  <a:pt x="11206" y="12343"/>
                </a:lnTo>
                <a:lnTo>
                  <a:pt x="13781" y="12343"/>
                </a:lnTo>
                <a:lnTo>
                  <a:pt x="16364" y="12343"/>
                </a:lnTo>
                <a:lnTo>
                  <a:pt x="18969" y="12343"/>
                </a:lnTo>
                <a:lnTo>
                  <a:pt x="21600" y="12343"/>
                </a:lnTo>
                <a:lnTo>
                  <a:pt x="21600" y="14176"/>
                </a:lnTo>
                <a:lnTo>
                  <a:pt x="21600" y="16015"/>
                </a:lnTo>
                <a:lnTo>
                  <a:pt x="21600" y="17860"/>
                </a:lnTo>
                <a:lnTo>
                  <a:pt x="21600" y="19721"/>
                </a:lnTo>
                <a:lnTo>
                  <a:pt x="21600" y="21600"/>
                </a:lnTo>
                <a:lnTo>
                  <a:pt x="18749" y="21600"/>
                </a:lnTo>
                <a:lnTo>
                  <a:pt x="15893" y="21600"/>
                </a:lnTo>
                <a:lnTo>
                  <a:pt x="13025" y="21600"/>
                </a:lnTo>
                <a:lnTo>
                  <a:pt x="10143" y="21600"/>
                </a:lnTo>
                <a:lnTo>
                  <a:pt x="7245" y="21600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170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1" name="contour_14049"/>
          <p:cNvSpPr/>
          <p:nvPr/>
        </p:nvSpPr>
        <p:spPr>
          <a:xfrm>
            <a:off x="1358653" y="1523190"/>
            <a:ext cx="51016" cy="387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383" y="0"/>
                </a:lnTo>
                <a:lnTo>
                  <a:pt x="16435" y="0"/>
                </a:lnTo>
                <a:lnTo>
                  <a:pt x="18514" y="0"/>
                </a:lnTo>
                <a:lnTo>
                  <a:pt x="19742" y="2781"/>
                </a:lnTo>
                <a:lnTo>
                  <a:pt x="20517" y="4806"/>
                </a:lnTo>
                <a:lnTo>
                  <a:pt x="20986" y="6661"/>
                </a:lnTo>
                <a:lnTo>
                  <a:pt x="21298" y="8930"/>
                </a:lnTo>
                <a:lnTo>
                  <a:pt x="21600" y="12199"/>
                </a:lnTo>
                <a:lnTo>
                  <a:pt x="19924" y="14187"/>
                </a:lnTo>
                <a:lnTo>
                  <a:pt x="18304" y="15871"/>
                </a:lnTo>
                <a:lnTo>
                  <a:pt x="16703" y="17282"/>
                </a:lnTo>
                <a:lnTo>
                  <a:pt x="15068" y="18465"/>
                </a:lnTo>
                <a:lnTo>
                  <a:pt x="13358" y="19449"/>
                </a:lnTo>
                <a:lnTo>
                  <a:pt x="11528" y="20274"/>
                </a:lnTo>
                <a:lnTo>
                  <a:pt x="9532" y="20982"/>
                </a:lnTo>
                <a:lnTo>
                  <a:pt x="7329" y="21600"/>
                </a:lnTo>
                <a:lnTo>
                  <a:pt x="6273" y="21287"/>
                </a:lnTo>
                <a:lnTo>
                  <a:pt x="3086" y="20331"/>
                </a:lnTo>
                <a:lnTo>
                  <a:pt x="2043" y="17306"/>
                </a:lnTo>
                <a:lnTo>
                  <a:pt x="1361" y="15159"/>
                </a:lnTo>
                <a:lnTo>
                  <a:pt x="892" y="13305"/>
                </a:lnTo>
                <a:lnTo>
                  <a:pt x="488" y="11158"/>
                </a:lnTo>
                <a:lnTo>
                  <a:pt x="0" y="8133"/>
                </a:lnTo>
                <a:lnTo>
                  <a:pt x="2037" y="8133"/>
                </a:lnTo>
                <a:lnTo>
                  <a:pt x="4076" y="8133"/>
                </a:lnTo>
                <a:lnTo>
                  <a:pt x="6125" y="8133"/>
                </a:lnTo>
                <a:lnTo>
                  <a:pt x="8183" y="8133"/>
                </a:lnTo>
                <a:lnTo>
                  <a:pt x="10254" y="8133"/>
                </a:lnTo>
                <a:lnTo>
                  <a:pt x="12343" y="8133"/>
                </a:lnTo>
                <a:lnTo>
                  <a:pt x="12343" y="5445"/>
                </a:lnTo>
                <a:lnTo>
                  <a:pt x="12343" y="2741"/>
                </a:lnTo>
                <a:lnTo>
                  <a:pt x="12343" y="0"/>
                </a:lnTo>
                <a:close/>
              </a:path>
            </a:pathLst>
          </a:custGeom>
          <a:solidFill>
            <a:srgbClr val="7570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2" name="contour_14050"/>
          <p:cNvSpPr/>
          <p:nvPr/>
        </p:nvSpPr>
        <p:spPr>
          <a:xfrm>
            <a:off x="7174470" y="1494038"/>
            <a:ext cx="3207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48" y="139"/>
                </a:lnTo>
                <a:lnTo>
                  <a:pt x="6930" y="364"/>
                </a:lnTo>
                <a:lnTo>
                  <a:pt x="10189" y="722"/>
                </a:lnTo>
                <a:lnTo>
                  <a:pt x="13364" y="1262"/>
                </a:lnTo>
                <a:lnTo>
                  <a:pt x="16501" y="2033"/>
                </a:lnTo>
                <a:lnTo>
                  <a:pt x="19632" y="3086"/>
                </a:lnTo>
                <a:lnTo>
                  <a:pt x="20638" y="5348"/>
                </a:lnTo>
                <a:lnTo>
                  <a:pt x="21291" y="7551"/>
                </a:lnTo>
                <a:lnTo>
                  <a:pt x="21600" y="9714"/>
                </a:lnTo>
                <a:lnTo>
                  <a:pt x="21575" y="11868"/>
                </a:lnTo>
                <a:lnTo>
                  <a:pt x="21232" y="14034"/>
                </a:lnTo>
                <a:lnTo>
                  <a:pt x="20579" y="16240"/>
                </a:lnTo>
                <a:lnTo>
                  <a:pt x="19632" y="18514"/>
                </a:lnTo>
                <a:lnTo>
                  <a:pt x="15980" y="19742"/>
                </a:lnTo>
                <a:lnTo>
                  <a:pt x="13389" y="20517"/>
                </a:lnTo>
                <a:lnTo>
                  <a:pt x="11151" y="20986"/>
                </a:lnTo>
                <a:lnTo>
                  <a:pt x="8560" y="21298"/>
                </a:lnTo>
                <a:lnTo>
                  <a:pt x="4908" y="21600"/>
                </a:lnTo>
                <a:lnTo>
                  <a:pt x="3936" y="19767"/>
                </a:lnTo>
                <a:lnTo>
                  <a:pt x="2960" y="17928"/>
                </a:lnTo>
                <a:lnTo>
                  <a:pt x="1983" y="16083"/>
                </a:lnTo>
                <a:lnTo>
                  <a:pt x="996" y="14222"/>
                </a:lnTo>
                <a:lnTo>
                  <a:pt x="0" y="12343"/>
                </a:lnTo>
                <a:lnTo>
                  <a:pt x="3244" y="12343"/>
                </a:lnTo>
                <a:lnTo>
                  <a:pt x="6508" y="12343"/>
                </a:lnTo>
                <a:lnTo>
                  <a:pt x="9816" y="12343"/>
                </a:lnTo>
                <a:lnTo>
                  <a:pt x="9816" y="10303"/>
                </a:lnTo>
                <a:lnTo>
                  <a:pt x="9816" y="8251"/>
                </a:lnTo>
                <a:lnTo>
                  <a:pt x="9816" y="6171"/>
                </a:lnTo>
                <a:lnTo>
                  <a:pt x="6572" y="6171"/>
                </a:lnTo>
                <a:lnTo>
                  <a:pt x="3308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BDB9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3" name="contour_14051"/>
          <p:cNvSpPr/>
          <p:nvPr/>
        </p:nvSpPr>
        <p:spPr>
          <a:xfrm>
            <a:off x="7619038" y="1485110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600" y="4524"/>
                </a:lnTo>
                <a:lnTo>
                  <a:pt x="21600" y="7904"/>
                </a:lnTo>
                <a:lnTo>
                  <a:pt x="21600" y="11298"/>
                </a:lnTo>
                <a:lnTo>
                  <a:pt x="21600" y="14708"/>
                </a:lnTo>
                <a:lnTo>
                  <a:pt x="21600" y="1813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52" y="15501"/>
                </a:lnTo>
                <a:lnTo>
                  <a:pt x="1175" y="11237"/>
                </a:lnTo>
                <a:lnTo>
                  <a:pt x="1680" y="8236"/>
                </a:lnTo>
                <a:lnTo>
                  <a:pt x="2294" y="5930"/>
                </a:lnTo>
                <a:lnTo>
                  <a:pt x="3132" y="3763"/>
                </a:lnTo>
                <a:lnTo>
                  <a:pt x="4320" y="1150"/>
                </a:lnTo>
                <a:close/>
              </a:path>
            </a:pathLst>
          </a:custGeom>
          <a:solidFill>
            <a:srgbClr val="D3CD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4" name="contour_14052"/>
          <p:cNvSpPr/>
          <p:nvPr/>
        </p:nvSpPr>
        <p:spPr>
          <a:xfrm>
            <a:off x="2240500" y="1463574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51"/>
                </a:moveTo>
                <a:lnTo>
                  <a:pt x="3856" y="250"/>
                </a:lnTo>
                <a:lnTo>
                  <a:pt x="6626" y="0"/>
                </a:lnTo>
                <a:lnTo>
                  <a:pt x="9088" y="0"/>
                </a:lnTo>
                <a:lnTo>
                  <a:pt x="12020" y="250"/>
                </a:lnTo>
                <a:lnTo>
                  <a:pt x="16200" y="751"/>
                </a:lnTo>
                <a:lnTo>
                  <a:pt x="17696" y="3486"/>
                </a:lnTo>
                <a:lnTo>
                  <a:pt x="18835" y="6176"/>
                </a:lnTo>
                <a:lnTo>
                  <a:pt x="19710" y="8865"/>
                </a:lnTo>
                <a:lnTo>
                  <a:pt x="20401" y="11605"/>
                </a:lnTo>
                <a:lnTo>
                  <a:pt x="21006" y="14440"/>
                </a:lnTo>
                <a:lnTo>
                  <a:pt x="21600" y="17430"/>
                </a:lnTo>
                <a:lnTo>
                  <a:pt x="18036" y="18118"/>
                </a:lnTo>
                <a:lnTo>
                  <a:pt x="14467" y="18806"/>
                </a:lnTo>
                <a:lnTo>
                  <a:pt x="10881" y="19498"/>
                </a:lnTo>
                <a:lnTo>
                  <a:pt x="7279" y="20195"/>
                </a:lnTo>
                <a:lnTo>
                  <a:pt x="3656" y="20895"/>
                </a:lnTo>
                <a:lnTo>
                  <a:pt x="0" y="21600"/>
                </a:lnTo>
                <a:lnTo>
                  <a:pt x="0" y="18652"/>
                </a:lnTo>
                <a:lnTo>
                  <a:pt x="0" y="15700"/>
                </a:lnTo>
                <a:lnTo>
                  <a:pt x="0" y="12739"/>
                </a:lnTo>
                <a:lnTo>
                  <a:pt x="0" y="9766"/>
                </a:lnTo>
                <a:lnTo>
                  <a:pt x="0" y="6780"/>
                </a:lnTo>
                <a:lnTo>
                  <a:pt x="0" y="3778"/>
                </a:lnTo>
                <a:lnTo>
                  <a:pt x="0" y="751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5" name="contour_14053"/>
          <p:cNvSpPr/>
          <p:nvPr/>
        </p:nvSpPr>
        <p:spPr>
          <a:xfrm>
            <a:off x="9725267" y="1428446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298" y="1814"/>
                </a:lnTo>
                <a:lnTo>
                  <a:pt x="20982" y="3629"/>
                </a:lnTo>
                <a:lnTo>
                  <a:pt x="20658" y="5440"/>
                </a:lnTo>
                <a:lnTo>
                  <a:pt x="20321" y="7255"/>
                </a:lnTo>
                <a:lnTo>
                  <a:pt x="19980" y="9066"/>
                </a:lnTo>
                <a:lnTo>
                  <a:pt x="19678" y="10751"/>
                </a:lnTo>
                <a:lnTo>
                  <a:pt x="19375" y="12445"/>
                </a:lnTo>
                <a:lnTo>
                  <a:pt x="19068" y="14163"/>
                </a:lnTo>
                <a:lnTo>
                  <a:pt x="17963" y="16712"/>
                </a:lnTo>
                <a:lnTo>
                  <a:pt x="16943" y="18237"/>
                </a:lnTo>
                <a:lnTo>
                  <a:pt x="15414" y="19344"/>
                </a:lnTo>
                <a:lnTo>
                  <a:pt x="12792" y="20647"/>
                </a:lnTo>
                <a:lnTo>
                  <a:pt x="10731" y="21119"/>
                </a:lnTo>
                <a:lnTo>
                  <a:pt x="8640" y="21600"/>
                </a:lnTo>
                <a:lnTo>
                  <a:pt x="8791" y="19644"/>
                </a:lnTo>
                <a:lnTo>
                  <a:pt x="8942" y="17660"/>
                </a:lnTo>
                <a:lnTo>
                  <a:pt x="9020" y="15965"/>
                </a:lnTo>
                <a:lnTo>
                  <a:pt x="9098" y="14262"/>
                </a:lnTo>
                <a:lnTo>
                  <a:pt x="9180" y="12534"/>
                </a:lnTo>
                <a:lnTo>
                  <a:pt x="9279" y="10849"/>
                </a:lnTo>
                <a:lnTo>
                  <a:pt x="9379" y="9155"/>
                </a:lnTo>
                <a:lnTo>
                  <a:pt x="9482" y="7437"/>
                </a:lnTo>
                <a:lnTo>
                  <a:pt x="9063" y="5277"/>
                </a:lnTo>
                <a:lnTo>
                  <a:pt x="8640" y="3086"/>
                </a:lnTo>
                <a:lnTo>
                  <a:pt x="6502" y="2320"/>
                </a:lnTo>
                <a:lnTo>
                  <a:pt x="4350" y="1555"/>
                </a:lnTo>
                <a:lnTo>
                  <a:pt x="2190" y="781"/>
                </a:lnTo>
                <a:lnTo>
                  <a:pt x="0" y="0"/>
                </a:lnTo>
                <a:close/>
              </a:path>
            </a:pathLst>
          </a:custGeom>
          <a:solidFill>
            <a:srgbClr val="D3DF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6" name="contour_14054"/>
          <p:cNvSpPr/>
          <p:nvPr/>
        </p:nvSpPr>
        <p:spPr>
          <a:xfrm>
            <a:off x="8012589" y="144302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16" y="0"/>
                </a:lnTo>
                <a:lnTo>
                  <a:pt x="8162" y="0"/>
                </a:lnTo>
                <a:lnTo>
                  <a:pt x="10214" y="0"/>
                </a:lnTo>
                <a:lnTo>
                  <a:pt x="12275" y="0"/>
                </a:lnTo>
                <a:lnTo>
                  <a:pt x="14342" y="0"/>
                </a:lnTo>
                <a:lnTo>
                  <a:pt x="16422" y="0"/>
                </a:lnTo>
                <a:lnTo>
                  <a:pt x="18514" y="0"/>
                </a:lnTo>
                <a:lnTo>
                  <a:pt x="17903" y="3208"/>
                </a:lnTo>
                <a:lnTo>
                  <a:pt x="17289" y="6426"/>
                </a:lnTo>
                <a:lnTo>
                  <a:pt x="16675" y="9655"/>
                </a:lnTo>
                <a:lnTo>
                  <a:pt x="16055" y="12911"/>
                </a:lnTo>
                <a:lnTo>
                  <a:pt x="15429" y="16200"/>
                </a:lnTo>
                <a:lnTo>
                  <a:pt x="16956" y="17539"/>
                </a:lnTo>
                <a:lnTo>
                  <a:pt x="18493" y="18878"/>
                </a:lnTo>
                <a:lnTo>
                  <a:pt x="20036" y="20234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298" y="19035"/>
                </a:lnTo>
                <a:lnTo>
                  <a:pt x="6428" y="16454"/>
                </a:lnTo>
                <a:lnTo>
                  <a:pt x="6557" y="13835"/>
                </a:lnTo>
                <a:lnTo>
                  <a:pt x="6431" y="11048"/>
                </a:lnTo>
                <a:lnTo>
                  <a:pt x="6301" y="8246"/>
                </a:lnTo>
                <a:lnTo>
                  <a:pt x="6171" y="5400"/>
                </a:lnTo>
                <a:lnTo>
                  <a:pt x="4644" y="4061"/>
                </a:lnTo>
                <a:lnTo>
                  <a:pt x="3107" y="2722"/>
                </a:lnTo>
                <a:lnTo>
                  <a:pt x="1564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F7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7" name="contour_14055"/>
          <p:cNvSpPr/>
          <p:nvPr/>
        </p:nvSpPr>
        <p:spPr>
          <a:xfrm>
            <a:off x="2072876" y="1406582"/>
            <a:ext cx="51016" cy="368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6171" y="2827"/>
                </a:lnTo>
                <a:lnTo>
                  <a:pt x="6171" y="5670"/>
                </a:lnTo>
                <a:lnTo>
                  <a:pt x="6171" y="8553"/>
                </a:lnTo>
                <a:lnTo>
                  <a:pt x="8353" y="8553"/>
                </a:lnTo>
                <a:lnTo>
                  <a:pt x="10538" y="8553"/>
                </a:lnTo>
                <a:lnTo>
                  <a:pt x="12729" y="8553"/>
                </a:lnTo>
                <a:lnTo>
                  <a:pt x="14929" y="8553"/>
                </a:lnTo>
                <a:lnTo>
                  <a:pt x="17138" y="8553"/>
                </a:lnTo>
                <a:lnTo>
                  <a:pt x="19360" y="8553"/>
                </a:lnTo>
                <a:lnTo>
                  <a:pt x="21600" y="8553"/>
                </a:lnTo>
                <a:lnTo>
                  <a:pt x="20606" y="11397"/>
                </a:lnTo>
                <a:lnTo>
                  <a:pt x="19829" y="13479"/>
                </a:lnTo>
                <a:lnTo>
                  <a:pt x="19094" y="15168"/>
                </a:lnTo>
                <a:lnTo>
                  <a:pt x="18227" y="16806"/>
                </a:lnTo>
                <a:lnTo>
                  <a:pt x="17064" y="18760"/>
                </a:lnTo>
                <a:lnTo>
                  <a:pt x="15429" y="21382"/>
                </a:lnTo>
                <a:lnTo>
                  <a:pt x="13127" y="21600"/>
                </a:lnTo>
                <a:lnTo>
                  <a:pt x="10985" y="21450"/>
                </a:lnTo>
                <a:lnTo>
                  <a:pt x="8958" y="20933"/>
                </a:lnTo>
                <a:lnTo>
                  <a:pt x="6998" y="20043"/>
                </a:lnTo>
                <a:lnTo>
                  <a:pt x="5057" y="18769"/>
                </a:lnTo>
                <a:lnTo>
                  <a:pt x="3086" y="17106"/>
                </a:lnTo>
                <a:lnTo>
                  <a:pt x="2172" y="14262"/>
                </a:lnTo>
                <a:lnTo>
                  <a:pt x="1490" y="11538"/>
                </a:lnTo>
                <a:lnTo>
                  <a:pt x="987" y="8835"/>
                </a:lnTo>
                <a:lnTo>
                  <a:pt x="608" y="6072"/>
                </a:lnTo>
                <a:lnTo>
                  <a:pt x="296" y="3160"/>
                </a:lnTo>
                <a:lnTo>
                  <a:pt x="0" y="0"/>
                </a:lnTo>
                <a:close/>
              </a:path>
            </a:pathLst>
          </a:custGeom>
          <a:solidFill>
            <a:srgbClr val="E59D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8" name="contour_14056"/>
          <p:cNvSpPr/>
          <p:nvPr/>
        </p:nvSpPr>
        <p:spPr>
          <a:xfrm>
            <a:off x="5476368" y="1398755"/>
            <a:ext cx="80168" cy="22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15" y="84"/>
                </a:moveTo>
                <a:lnTo>
                  <a:pt x="14659" y="105"/>
                </a:lnTo>
                <a:lnTo>
                  <a:pt x="16304" y="183"/>
                </a:lnTo>
                <a:lnTo>
                  <a:pt x="17628" y="246"/>
                </a:lnTo>
                <a:lnTo>
                  <a:pt x="18951" y="323"/>
                </a:lnTo>
                <a:lnTo>
                  <a:pt x="20275" y="422"/>
                </a:lnTo>
                <a:lnTo>
                  <a:pt x="21600" y="520"/>
                </a:lnTo>
                <a:lnTo>
                  <a:pt x="21600" y="4005"/>
                </a:lnTo>
                <a:lnTo>
                  <a:pt x="21600" y="7547"/>
                </a:lnTo>
                <a:lnTo>
                  <a:pt x="20477" y="8713"/>
                </a:lnTo>
                <a:lnTo>
                  <a:pt x="19644" y="9472"/>
                </a:lnTo>
                <a:lnTo>
                  <a:pt x="18682" y="10139"/>
                </a:lnTo>
                <a:lnTo>
                  <a:pt x="17182" y="11060"/>
                </a:lnTo>
                <a:lnTo>
                  <a:pt x="15937" y="11861"/>
                </a:lnTo>
                <a:lnTo>
                  <a:pt x="14712" y="12711"/>
                </a:lnTo>
                <a:lnTo>
                  <a:pt x="13496" y="13632"/>
                </a:lnTo>
                <a:lnTo>
                  <a:pt x="12290" y="14615"/>
                </a:lnTo>
                <a:lnTo>
                  <a:pt x="11091" y="15684"/>
                </a:lnTo>
                <a:lnTo>
                  <a:pt x="9893" y="16829"/>
                </a:lnTo>
                <a:lnTo>
                  <a:pt x="8693" y="18066"/>
                </a:lnTo>
                <a:lnTo>
                  <a:pt x="7485" y="19408"/>
                </a:lnTo>
                <a:lnTo>
                  <a:pt x="6311" y="20131"/>
                </a:lnTo>
                <a:lnTo>
                  <a:pt x="5127" y="20855"/>
                </a:lnTo>
                <a:lnTo>
                  <a:pt x="3927" y="21600"/>
                </a:lnTo>
                <a:lnTo>
                  <a:pt x="2484" y="17672"/>
                </a:lnTo>
                <a:lnTo>
                  <a:pt x="1594" y="14904"/>
                </a:lnTo>
                <a:lnTo>
                  <a:pt x="890" y="11966"/>
                </a:lnTo>
                <a:lnTo>
                  <a:pt x="0" y="7547"/>
                </a:lnTo>
                <a:lnTo>
                  <a:pt x="1312" y="5783"/>
                </a:lnTo>
                <a:lnTo>
                  <a:pt x="2594" y="4307"/>
                </a:lnTo>
                <a:lnTo>
                  <a:pt x="3851" y="3085"/>
                </a:lnTo>
                <a:lnTo>
                  <a:pt x="5096" y="2101"/>
                </a:lnTo>
                <a:lnTo>
                  <a:pt x="6335" y="1335"/>
                </a:lnTo>
                <a:lnTo>
                  <a:pt x="7574" y="766"/>
                </a:lnTo>
                <a:lnTo>
                  <a:pt x="8827" y="365"/>
                </a:lnTo>
                <a:lnTo>
                  <a:pt x="10097" y="119"/>
                </a:lnTo>
                <a:lnTo>
                  <a:pt x="11397" y="7"/>
                </a:lnTo>
                <a:lnTo>
                  <a:pt x="12732" y="0"/>
                </a:lnTo>
                <a:lnTo>
                  <a:pt x="14115" y="84"/>
                </a:lnTo>
                <a:close/>
              </a:path>
            </a:pathLst>
          </a:custGeom>
          <a:solidFill>
            <a:srgbClr val="B5C3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59" name="contour_14057"/>
          <p:cNvSpPr/>
          <p:nvPr/>
        </p:nvSpPr>
        <p:spPr>
          <a:xfrm>
            <a:off x="7655478" y="1362854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360"/>
                </a:lnTo>
                <a:lnTo>
                  <a:pt x="4872" y="698"/>
                </a:lnTo>
                <a:lnTo>
                  <a:pt x="5807" y="1058"/>
                </a:lnTo>
                <a:lnTo>
                  <a:pt x="6974" y="1512"/>
                </a:lnTo>
                <a:lnTo>
                  <a:pt x="8523" y="2117"/>
                </a:lnTo>
                <a:lnTo>
                  <a:pt x="10609" y="2923"/>
                </a:lnTo>
                <a:lnTo>
                  <a:pt x="13380" y="4003"/>
                </a:lnTo>
                <a:lnTo>
                  <a:pt x="16993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611" y="17323"/>
                </a:lnTo>
                <a:lnTo>
                  <a:pt x="1225" y="13032"/>
                </a:lnTo>
                <a:lnTo>
                  <a:pt x="1839" y="8726"/>
                </a:lnTo>
                <a:lnTo>
                  <a:pt x="2459" y="4385"/>
                </a:lnTo>
                <a:lnTo>
                  <a:pt x="3086" y="0"/>
                </a:lnTo>
                <a:close/>
              </a:path>
            </a:pathLst>
          </a:custGeom>
          <a:solidFill>
            <a:srgbClr val="DAE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0" name="contour_14058"/>
          <p:cNvSpPr/>
          <p:nvPr/>
        </p:nvSpPr>
        <p:spPr>
          <a:xfrm>
            <a:off x="745230" y="1326414"/>
            <a:ext cx="3038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76" y="0"/>
                </a:moveTo>
                <a:lnTo>
                  <a:pt x="2192" y="343"/>
                </a:lnTo>
                <a:lnTo>
                  <a:pt x="3451" y="672"/>
                </a:lnTo>
                <a:lnTo>
                  <a:pt x="5020" y="1080"/>
                </a:lnTo>
                <a:lnTo>
                  <a:pt x="7254" y="1663"/>
                </a:lnTo>
                <a:lnTo>
                  <a:pt x="10523" y="2514"/>
                </a:lnTo>
                <a:lnTo>
                  <a:pt x="15181" y="3729"/>
                </a:lnTo>
                <a:lnTo>
                  <a:pt x="21600" y="5400"/>
                </a:lnTo>
                <a:lnTo>
                  <a:pt x="18175" y="5400"/>
                </a:lnTo>
                <a:lnTo>
                  <a:pt x="14730" y="5400"/>
                </a:lnTo>
                <a:lnTo>
                  <a:pt x="11238" y="5400"/>
                </a:lnTo>
                <a:lnTo>
                  <a:pt x="11808" y="7182"/>
                </a:lnTo>
                <a:lnTo>
                  <a:pt x="12378" y="8967"/>
                </a:lnTo>
                <a:lnTo>
                  <a:pt x="12948" y="10751"/>
                </a:lnTo>
                <a:lnTo>
                  <a:pt x="13523" y="12542"/>
                </a:lnTo>
                <a:lnTo>
                  <a:pt x="14098" y="14337"/>
                </a:lnTo>
                <a:lnTo>
                  <a:pt x="14673" y="16141"/>
                </a:lnTo>
                <a:lnTo>
                  <a:pt x="15253" y="17950"/>
                </a:lnTo>
                <a:lnTo>
                  <a:pt x="15833" y="19769"/>
                </a:lnTo>
                <a:lnTo>
                  <a:pt x="16419" y="21600"/>
                </a:lnTo>
                <a:lnTo>
                  <a:pt x="11782" y="20585"/>
                </a:lnTo>
                <a:lnTo>
                  <a:pt x="8544" y="19815"/>
                </a:lnTo>
                <a:lnTo>
                  <a:pt x="6264" y="19140"/>
                </a:lnTo>
                <a:lnTo>
                  <a:pt x="4513" y="18414"/>
                </a:lnTo>
                <a:lnTo>
                  <a:pt x="2860" y="17485"/>
                </a:lnTo>
                <a:lnTo>
                  <a:pt x="876" y="16200"/>
                </a:lnTo>
                <a:lnTo>
                  <a:pt x="471" y="14388"/>
                </a:lnTo>
                <a:lnTo>
                  <a:pt x="202" y="12585"/>
                </a:lnTo>
                <a:lnTo>
                  <a:pt x="47" y="10792"/>
                </a:lnTo>
                <a:lnTo>
                  <a:pt x="0" y="9002"/>
                </a:lnTo>
                <a:lnTo>
                  <a:pt x="41" y="7212"/>
                </a:lnTo>
                <a:lnTo>
                  <a:pt x="166" y="5422"/>
                </a:lnTo>
                <a:lnTo>
                  <a:pt x="352" y="3623"/>
                </a:lnTo>
                <a:lnTo>
                  <a:pt x="596" y="1817"/>
                </a:lnTo>
                <a:lnTo>
                  <a:pt x="876" y="0"/>
                </a:lnTo>
                <a:close/>
              </a:path>
            </a:pathLst>
          </a:custGeom>
          <a:solidFill>
            <a:srgbClr val="8A2C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1" name="contour_14059"/>
          <p:cNvSpPr/>
          <p:nvPr/>
        </p:nvSpPr>
        <p:spPr>
          <a:xfrm>
            <a:off x="11620145" y="132641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20051" y="18630"/>
                </a:lnTo>
                <a:lnTo>
                  <a:pt x="18894" y="20007"/>
                </a:lnTo>
                <a:lnTo>
                  <a:pt x="17545" y="20828"/>
                </a:lnTo>
                <a:lnTo>
                  <a:pt x="15429" y="21600"/>
                </a:lnTo>
                <a:lnTo>
                  <a:pt x="13454" y="20185"/>
                </a:lnTo>
                <a:lnTo>
                  <a:pt x="12047" y="19089"/>
                </a:lnTo>
                <a:lnTo>
                  <a:pt x="10815" y="17960"/>
                </a:lnTo>
                <a:lnTo>
                  <a:pt x="9371" y="16443"/>
                </a:lnTo>
                <a:lnTo>
                  <a:pt x="7329" y="14175"/>
                </a:lnTo>
                <a:lnTo>
                  <a:pt x="5949" y="12685"/>
                </a:lnTo>
                <a:lnTo>
                  <a:pt x="4564" y="11183"/>
                </a:lnTo>
                <a:lnTo>
                  <a:pt x="3157" y="9661"/>
                </a:lnTo>
                <a:lnTo>
                  <a:pt x="1592" y="7549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AEBE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2" name="contour_14060"/>
          <p:cNvSpPr/>
          <p:nvPr/>
        </p:nvSpPr>
        <p:spPr>
          <a:xfrm>
            <a:off x="5461792" y="1297262"/>
            <a:ext cx="8016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09" y="0"/>
                </a:moveTo>
                <a:lnTo>
                  <a:pt x="15953" y="2565"/>
                </a:lnTo>
                <a:lnTo>
                  <a:pt x="16196" y="5146"/>
                </a:lnTo>
                <a:lnTo>
                  <a:pt x="16445" y="7765"/>
                </a:lnTo>
                <a:lnTo>
                  <a:pt x="16982" y="11345"/>
                </a:lnTo>
                <a:lnTo>
                  <a:pt x="17455" y="13900"/>
                </a:lnTo>
                <a:lnTo>
                  <a:pt x="18010" y="15822"/>
                </a:lnTo>
                <a:lnTo>
                  <a:pt x="18790" y="17485"/>
                </a:lnTo>
                <a:lnTo>
                  <a:pt x="19941" y="19283"/>
                </a:lnTo>
                <a:lnTo>
                  <a:pt x="21600" y="21600"/>
                </a:lnTo>
                <a:lnTo>
                  <a:pt x="20263" y="21265"/>
                </a:lnTo>
                <a:lnTo>
                  <a:pt x="18927" y="20930"/>
                </a:lnTo>
                <a:lnTo>
                  <a:pt x="17588" y="20596"/>
                </a:lnTo>
                <a:lnTo>
                  <a:pt x="16251" y="20261"/>
                </a:lnTo>
                <a:lnTo>
                  <a:pt x="14912" y="19926"/>
                </a:lnTo>
                <a:lnTo>
                  <a:pt x="13569" y="19591"/>
                </a:lnTo>
                <a:lnTo>
                  <a:pt x="12226" y="19256"/>
                </a:lnTo>
                <a:lnTo>
                  <a:pt x="10881" y="18922"/>
                </a:lnTo>
                <a:lnTo>
                  <a:pt x="9533" y="18581"/>
                </a:lnTo>
                <a:lnTo>
                  <a:pt x="8182" y="18247"/>
                </a:lnTo>
                <a:lnTo>
                  <a:pt x="6828" y="17906"/>
                </a:lnTo>
                <a:lnTo>
                  <a:pt x="5471" y="17566"/>
                </a:lnTo>
                <a:lnTo>
                  <a:pt x="4110" y="17226"/>
                </a:lnTo>
                <a:lnTo>
                  <a:pt x="2745" y="16886"/>
                </a:lnTo>
                <a:lnTo>
                  <a:pt x="1375" y="16546"/>
                </a:lnTo>
                <a:lnTo>
                  <a:pt x="0" y="16200"/>
                </a:lnTo>
                <a:lnTo>
                  <a:pt x="0" y="13522"/>
                </a:lnTo>
                <a:lnTo>
                  <a:pt x="0" y="10800"/>
                </a:lnTo>
                <a:lnTo>
                  <a:pt x="1308" y="9725"/>
                </a:lnTo>
                <a:lnTo>
                  <a:pt x="2610" y="8705"/>
                </a:lnTo>
                <a:lnTo>
                  <a:pt x="3910" y="7733"/>
                </a:lnTo>
                <a:lnTo>
                  <a:pt x="5215" y="6804"/>
                </a:lnTo>
                <a:lnTo>
                  <a:pt x="6529" y="5918"/>
                </a:lnTo>
                <a:lnTo>
                  <a:pt x="7855" y="5065"/>
                </a:lnTo>
                <a:lnTo>
                  <a:pt x="8982" y="4325"/>
                </a:lnTo>
                <a:lnTo>
                  <a:pt x="10125" y="3575"/>
                </a:lnTo>
                <a:lnTo>
                  <a:pt x="11240" y="2851"/>
                </a:lnTo>
                <a:lnTo>
                  <a:pt x="12357" y="2133"/>
                </a:lnTo>
                <a:lnTo>
                  <a:pt x="13474" y="1415"/>
                </a:lnTo>
                <a:lnTo>
                  <a:pt x="14592" y="707"/>
                </a:lnTo>
                <a:lnTo>
                  <a:pt x="15709" y="0"/>
                </a:lnTo>
                <a:close/>
              </a:path>
            </a:pathLst>
          </a:custGeom>
          <a:solidFill>
            <a:srgbClr val="D4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3" name="contour_14061"/>
          <p:cNvSpPr/>
          <p:nvPr/>
        </p:nvSpPr>
        <p:spPr>
          <a:xfrm>
            <a:off x="8675797" y="1297262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584" y="891"/>
                </a:lnTo>
                <a:lnTo>
                  <a:pt x="15170" y="1782"/>
                </a:lnTo>
                <a:lnTo>
                  <a:pt x="16764" y="2678"/>
                </a:lnTo>
                <a:lnTo>
                  <a:pt x="18365" y="3580"/>
                </a:lnTo>
                <a:lnTo>
                  <a:pt x="19975" y="4487"/>
                </a:lnTo>
                <a:lnTo>
                  <a:pt x="21600" y="5400"/>
                </a:lnTo>
                <a:lnTo>
                  <a:pt x="19982" y="10427"/>
                </a:lnTo>
                <a:lnTo>
                  <a:pt x="18797" y="13927"/>
                </a:lnTo>
                <a:lnTo>
                  <a:pt x="17846" y="16340"/>
                </a:lnTo>
                <a:lnTo>
                  <a:pt x="16930" y="18128"/>
                </a:lnTo>
                <a:lnTo>
                  <a:pt x="15847" y="19732"/>
                </a:lnTo>
                <a:lnTo>
                  <a:pt x="14400" y="21600"/>
                </a:lnTo>
                <a:lnTo>
                  <a:pt x="12749" y="21465"/>
                </a:lnTo>
                <a:lnTo>
                  <a:pt x="11124" y="21184"/>
                </a:lnTo>
                <a:lnTo>
                  <a:pt x="9516" y="20768"/>
                </a:lnTo>
                <a:lnTo>
                  <a:pt x="7922" y="20234"/>
                </a:lnTo>
                <a:lnTo>
                  <a:pt x="6341" y="19591"/>
                </a:lnTo>
                <a:lnTo>
                  <a:pt x="4762" y="18851"/>
                </a:lnTo>
                <a:lnTo>
                  <a:pt x="3180" y="18031"/>
                </a:lnTo>
                <a:lnTo>
                  <a:pt x="1596" y="17145"/>
                </a:lnTo>
                <a:lnTo>
                  <a:pt x="0" y="16200"/>
                </a:lnTo>
                <a:lnTo>
                  <a:pt x="538" y="12922"/>
                </a:lnTo>
                <a:lnTo>
                  <a:pt x="967" y="10708"/>
                </a:lnTo>
                <a:lnTo>
                  <a:pt x="1514" y="8537"/>
                </a:lnTo>
                <a:lnTo>
                  <a:pt x="2400" y="5400"/>
                </a:lnTo>
                <a:lnTo>
                  <a:pt x="4140" y="5557"/>
                </a:lnTo>
                <a:lnTo>
                  <a:pt x="5424" y="6080"/>
                </a:lnTo>
                <a:lnTo>
                  <a:pt x="7349" y="7425"/>
                </a:lnTo>
                <a:lnTo>
                  <a:pt x="8006" y="7873"/>
                </a:lnTo>
                <a:lnTo>
                  <a:pt x="9984" y="9239"/>
                </a:lnTo>
                <a:lnTo>
                  <a:pt x="10486" y="9628"/>
                </a:lnTo>
                <a:lnTo>
                  <a:pt x="12000" y="10800"/>
                </a:lnTo>
                <a:lnTo>
                  <a:pt x="12000" y="7231"/>
                </a:lnTo>
                <a:lnTo>
                  <a:pt x="12000" y="3640"/>
                </a:lnTo>
                <a:lnTo>
                  <a:pt x="12000" y="0"/>
                </a:lnTo>
                <a:close/>
              </a:path>
            </a:pathLst>
          </a:custGeom>
          <a:solidFill>
            <a:srgbClr val="B3BE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4" name="contour_14062"/>
          <p:cNvSpPr/>
          <p:nvPr/>
        </p:nvSpPr>
        <p:spPr>
          <a:xfrm>
            <a:off x="6693463" y="1289187"/>
            <a:ext cx="65592" cy="305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56"/>
                </a:moveTo>
                <a:lnTo>
                  <a:pt x="20486" y="3200"/>
                </a:lnTo>
                <a:lnTo>
                  <a:pt x="19342" y="5655"/>
                </a:lnTo>
                <a:lnTo>
                  <a:pt x="18163" y="7934"/>
                </a:lnTo>
                <a:lnTo>
                  <a:pt x="16946" y="10044"/>
                </a:lnTo>
                <a:lnTo>
                  <a:pt x="15691" y="11994"/>
                </a:lnTo>
                <a:lnTo>
                  <a:pt x="14395" y="13805"/>
                </a:lnTo>
                <a:lnTo>
                  <a:pt x="13054" y="15487"/>
                </a:lnTo>
                <a:lnTo>
                  <a:pt x="11666" y="17046"/>
                </a:lnTo>
                <a:lnTo>
                  <a:pt x="10229" y="18503"/>
                </a:lnTo>
                <a:lnTo>
                  <a:pt x="8741" y="19861"/>
                </a:lnTo>
                <a:lnTo>
                  <a:pt x="7200" y="21137"/>
                </a:lnTo>
                <a:lnTo>
                  <a:pt x="5126" y="21446"/>
                </a:lnTo>
                <a:lnTo>
                  <a:pt x="3715" y="21600"/>
                </a:lnTo>
                <a:lnTo>
                  <a:pt x="2621" y="21600"/>
                </a:lnTo>
                <a:lnTo>
                  <a:pt x="1498" y="21446"/>
                </a:lnTo>
                <a:lnTo>
                  <a:pt x="0" y="21137"/>
                </a:lnTo>
                <a:lnTo>
                  <a:pt x="0" y="17736"/>
                </a:lnTo>
                <a:lnTo>
                  <a:pt x="0" y="14314"/>
                </a:lnTo>
                <a:lnTo>
                  <a:pt x="0" y="10846"/>
                </a:lnTo>
                <a:lnTo>
                  <a:pt x="1433" y="8335"/>
                </a:lnTo>
                <a:lnTo>
                  <a:pt x="2921" y="6226"/>
                </a:lnTo>
                <a:lnTo>
                  <a:pt x="4462" y="4476"/>
                </a:lnTo>
                <a:lnTo>
                  <a:pt x="6048" y="3072"/>
                </a:lnTo>
                <a:lnTo>
                  <a:pt x="7678" y="1971"/>
                </a:lnTo>
                <a:lnTo>
                  <a:pt x="9343" y="1142"/>
                </a:lnTo>
                <a:lnTo>
                  <a:pt x="11040" y="566"/>
                </a:lnTo>
                <a:lnTo>
                  <a:pt x="12763" y="201"/>
                </a:lnTo>
                <a:lnTo>
                  <a:pt x="14508" y="21"/>
                </a:lnTo>
                <a:lnTo>
                  <a:pt x="16270" y="0"/>
                </a:lnTo>
                <a:lnTo>
                  <a:pt x="18041" y="103"/>
                </a:lnTo>
                <a:lnTo>
                  <a:pt x="19822" y="298"/>
                </a:lnTo>
                <a:lnTo>
                  <a:pt x="21600" y="556"/>
                </a:lnTo>
                <a:close/>
              </a:path>
            </a:pathLst>
          </a:custGeom>
          <a:solidFill>
            <a:srgbClr val="ABB4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5" name="contour_14063"/>
          <p:cNvSpPr/>
          <p:nvPr/>
        </p:nvSpPr>
        <p:spPr>
          <a:xfrm>
            <a:off x="717310" y="1304550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46" y="1802"/>
                </a:lnTo>
                <a:lnTo>
                  <a:pt x="20488" y="3601"/>
                </a:lnTo>
                <a:lnTo>
                  <a:pt x="19926" y="5403"/>
                </a:lnTo>
                <a:lnTo>
                  <a:pt x="19361" y="7202"/>
                </a:lnTo>
                <a:lnTo>
                  <a:pt x="18796" y="9001"/>
                </a:lnTo>
                <a:lnTo>
                  <a:pt x="18223" y="10800"/>
                </a:lnTo>
                <a:lnTo>
                  <a:pt x="17752" y="12349"/>
                </a:lnTo>
                <a:lnTo>
                  <a:pt x="17276" y="13923"/>
                </a:lnTo>
                <a:lnTo>
                  <a:pt x="16621" y="15861"/>
                </a:lnTo>
                <a:lnTo>
                  <a:pt x="15912" y="17783"/>
                </a:lnTo>
                <a:lnTo>
                  <a:pt x="15167" y="19696"/>
                </a:lnTo>
                <a:lnTo>
                  <a:pt x="14400" y="21600"/>
                </a:lnTo>
                <a:lnTo>
                  <a:pt x="12614" y="21600"/>
                </a:lnTo>
                <a:lnTo>
                  <a:pt x="10800" y="21600"/>
                </a:lnTo>
                <a:lnTo>
                  <a:pt x="10800" y="19418"/>
                </a:lnTo>
                <a:lnTo>
                  <a:pt x="10800" y="17234"/>
                </a:lnTo>
                <a:lnTo>
                  <a:pt x="10800" y="15043"/>
                </a:lnTo>
                <a:lnTo>
                  <a:pt x="10800" y="12843"/>
                </a:lnTo>
                <a:lnTo>
                  <a:pt x="10800" y="10633"/>
                </a:lnTo>
                <a:lnTo>
                  <a:pt x="10800" y="8412"/>
                </a:lnTo>
                <a:lnTo>
                  <a:pt x="10800" y="6171"/>
                </a:lnTo>
                <a:lnTo>
                  <a:pt x="8662" y="6171"/>
                </a:lnTo>
                <a:lnTo>
                  <a:pt x="6516" y="6171"/>
                </a:lnTo>
                <a:lnTo>
                  <a:pt x="4363" y="6171"/>
                </a:lnTo>
                <a:lnTo>
                  <a:pt x="2192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9A91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6" name="contour_14064"/>
          <p:cNvSpPr/>
          <p:nvPr/>
        </p:nvSpPr>
        <p:spPr>
          <a:xfrm>
            <a:off x="702209" y="1260823"/>
            <a:ext cx="4425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13" y="0"/>
                </a:moveTo>
                <a:lnTo>
                  <a:pt x="6165" y="0"/>
                </a:lnTo>
                <a:lnTo>
                  <a:pt x="8530" y="0"/>
                </a:lnTo>
                <a:lnTo>
                  <a:pt x="10928" y="0"/>
                </a:lnTo>
                <a:lnTo>
                  <a:pt x="10708" y="2304"/>
                </a:lnTo>
                <a:lnTo>
                  <a:pt x="10483" y="4626"/>
                </a:lnTo>
                <a:lnTo>
                  <a:pt x="10259" y="6977"/>
                </a:lnTo>
                <a:lnTo>
                  <a:pt x="10259" y="9904"/>
                </a:lnTo>
                <a:lnTo>
                  <a:pt x="10430" y="11830"/>
                </a:lnTo>
                <a:lnTo>
                  <a:pt x="10928" y="14400"/>
                </a:lnTo>
                <a:lnTo>
                  <a:pt x="13575" y="15725"/>
                </a:lnTo>
                <a:lnTo>
                  <a:pt x="15453" y="16574"/>
                </a:lnTo>
                <a:lnTo>
                  <a:pt x="17075" y="17122"/>
                </a:lnTo>
                <a:lnTo>
                  <a:pt x="18953" y="17539"/>
                </a:lnTo>
                <a:lnTo>
                  <a:pt x="21600" y="18000"/>
                </a:lnTo>
                <a:lnTo>
                  <a:pt x="19252" y="18396"/>
                </a:lnTo>
                <a:lnTo>
                  <a:pt x="16901" y="18792"/>
                </a:lnTo>
                <a:lnTo>
                  <a:pt x="14549" y="19188"/>
                </a:lnTo>
                <a:lnTo>
                  <a:pt x="12191" y="19588"/>
                </a:lnTo>
                <a:lnTo>
                  <a:pt x="9825" y="19987"/>
                </a:lnTo>
                <a:lnTo>
                  <a:pt x="7449" y="20387"/>
                </a:lnTo>
                <a:lnTo>
                  <a:pt x="5066" y="20790"/>
                </a:lnTo>
                <a:lnTo>
                  <a:pt x="2668" y="21193"/>
                </a:lnTo>
                <a:lnTo>
                  <a:pt x="256" y="21600"/>
                </a:lnTo>
                <a:lnTo>
                  <a:pt x="128" y="16510"/>
                </a:lnTo>
                <a:lnTo>
                  <a:pt x="43" y="12784"/>
                </a:lnTo>
                <a:lnTo>
                  <a:pt x="0" y="10109"/>
                </a:lnTo>
                <a:lnTo>
                  <a:pt x="0" y="8168"/>
                </a:lnTo>
                <a:lnTo>
                  <a:pt x="43" y="6646"/>
                </a:lnTo>
                <a:lnTo>
                  <a:pt x="128" y="5227"/>
                </a:lnTo>
                <a:lnTo>
                  <a:pt x="256" y="3600"/>
                </a:lnTo>
                <a:lnTo>
                  <a:pt x="2021" y="1814"/>
                </a:lnTo>
                <a:lnTo>
                  <a:pt x="3813" y="0"/>
                </a:lnTo>
                <a:close/>
              </a:path>
            </a:pathLst>
          </a:custGeom>
          <a:solidFill>
            <a:srgbClr val="CECE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7" name="contour_14065"/>
          <p:cNvSpPr/>
          <p:nvPr/>
        </p:nvSpPr>
        <p:spPr>
          <a:xfrm>
            <a:off x="7203622" y="1252988"/>
            <a:ext cx="65592" cy="29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0" y="69"/>
                </a:moveTo>
                <a:lnTo>
                  <a:pt x="15996" y="111"/>
                </a:lnTo>
                <a:lnTo>
                  <a:pt x="17299" y="164"/>
                </a:lnTo>
                <a:lnTo>
                  <a:pt x="18619" y="207"/>
                </a:lnTo>
                <a:lnTo>
                  <a:pt x="19361" y="254"/>
                </a:lnTo>
                <a:lnTo>
                  <a:pt x="21600" y="398"/>
                </a:lnTo>
                <a:lnTo>
                  <a:pt x="20158" y="3138"/>
                </a:lnTo>
                <a:lnTo>
                  <a:pt x="18734" y="5650"/>
                </a:lnTo>
                <a:lnTo>
                  <a:pt x="17328" y="7940"/>
                </a:lnTo>
                <a:lnTo>
                  <a:pt x="15922" y="10023"/>
                </a:lnTo>
                <a:lnTo>
                  <a:pt x="14510" y="11905"/>
                </a:lnTo>
                <a:lnTo>
                  <a:pt x="13085" y="13601"/>
                </a:lnTo>
                <a:lnTo>
                  <a:pt x="11635" y="15112"/>
                </a:lnTo>
                <a:lnTo>
                  <a:pt x="10150" y="16464"/>
                </a:lnTo>
                <a:lnTo>
                  <a:pt x="8621" y="17651"/>
                </a:lnTo>
                <a:lnTo>
                  <a:pt x="7039" y="18695"/>
                </a:lnTo>
                <a:lnTo>
                  <a:pt x="5398" y="19602"/>
                </a:lnTo>
                <a:lnTo>
                  <a:pt x="3682" y="20381"/>
                </a:lnTo>
                <a:lnTo>
                  <a:pt x="1886" y="21043"/>
                </a:lnTo>
                <a:lnTo>
                  <a:pt x="0" y="21600"/>
                </a:lnTo>
                <a:lnTo>
                  <a:pt x="754" y="15298"/>
                </a:lnTo>
                <a:lnTo>
                  <a:pt x="1339" y="10956"/>
                </a:lnTo>
                <a:lnTo>
                  <a:pt x="1874" y="8036"/>
                </a:lnTo>
                <a:lnTo>
                  <a:pt x="2486" y="6016"/>
                </a:lnTo>
                <a:lnTo>
                  <a:pt x="3295" y="4368"/>
                </a:lnTo>
                <a:lnTo>
                  <a:pt x="4426" y="2550"/>
                </a:lnTo>
                <a:lnTo>
                  <a:pt x="5914" y="1537"/>
                </a:lnTo>
                <a:lnTo>
                  <a:pt x="7358" y="822"/>
                </a:lnTo>
                <a:lnTo>
                  <a:pt x="8777" y="360"/>
                </a:lnTo>
                <a:lnTo>
                  <a:pt x="10198" y="101"/>
                </a:lnTo>
                <a:lnTo>
                  <a:pt x="11642" y="0"/>
                </a:lnTo>
                <a:lnTo>
                  <a:pt x="13135" y="0"/>
                </a:lnTo>
                <a:lnTo>
                  <a:pt x="14700" y="69"/>
                </a:lnTo>
                <a:close/>
              </a:path>
            </a:pathLst>
          </a:custGeom>
          <a:solidFill>
            <a:srgbClr val="DEE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8" name="contour_14066"/>
          <p:cNvSpPr/>
          <p:nvPr/>
        </p:nvSpPr>
        <p:spPr>
          <a:xfrm>
            <a:off x="4055210" y="124624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42" y="786"/>
                </a:lnTo>
                <a:lnTo>
                  <a:pt x="6949" y="1452"/>
                </a:lnTo>
                <a:lnTo>
                  <a:pt x="9442" y="2052"/>
                </a:lnTo>
                <a:lnTo>
                  <a:pt x="11436" y="2640"/>
                </a:lnTo>
                <a:lnTo>
                  <a:pt x="13049" y="3266"/>
                </a:lnTo>
                <a:lnTo>
                  <a:pt x="14395" y="3992"/>
                </a:lnTo>
                <a:lnTo>
                  <a:pt x="15595" y="4864"/>
                </a:lnTo>
                <a:lnTo>
                  <a:pt x="16765" y="5940"/>
                </a:lnTo>
                <a:lnTo>
                  <a:pt x="18021" y="7271"/>
                </a:lnTo>
                <a:lnTo>
                  <a:pt x="19477" y="8908"/>
                </a:lnTo>
                <a:lnTo>
                  <a:pt x="20529" y="10921"/>
                </a:lnTo>
                <a:lnTo>
                  <a:pt x="21600" y="12960"/>
                </a:lnTo>
                <a:lnTo>
                  <a:pt x="20816" y="13509"/>
                </a:lnTo>
                <a:lnTo>
                  <a:pt x="20066" y="14036"/>
                </a:lnTo>
                <a:lnTo>
                  <a:pt x="19131" y="14688"/>
                </a:lnTo>
                <a:lnTo>
                  <a:pt x="17801" y="15621"/>
                </a:lnTo>
                <a:lnTo>
                  <a:pt x="15854" y="16982"/>
                </a:lnTo>
                <a:lnTo>
                  <a:pt x="13080" y="18926"/>
                </a:lnTo>
                <a:lnTo>
                  <a:pt x="9257" y="21600"/>
                </a:lnTo>
                <a:lnTo>
                  <a:pt x="9448" y="19548"/>
                </a:lnTo>
                <a:lnTo>
                  <a:pt x="9643" y="17483"/>
                </a:lnTo>
                <a:lnTo>
                  <a:pt x="9837" y="15388"/>
                </a:lnTo>
                <a:lnTo>
                  <a:pt x="9646" y="13159"/>
                </a:lnTo>
                <a:lnTo>
                  <a:pt x="9452" y="10917"/>
                </a:lnTo>
                <a:lnTo>
                  <a:pt x="9257" y="8640"/>
                </a:lnTo>
                <a:lnTo>
                  <a:pt x="6961" y="7309"/>
                </a:lnTo>
                <a:lnTo>
                  <a:pt x="5332" y="6420"/>
                </a:lnTo>
                <a:lnTo>
                  <a:pt x="3925" y="5763"/>
                </a:lnTo>
                <a:lnTo>
                  <a:pt x="2296" y="5132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D3D9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69" name="contour_14067"/>
          <p:cNvSpPr/>
          <p:nvPr/>
        </p:nvSpPr>
        <p:spPr>
          <a:xfrm>
            <a:off x="6802783" y="1209807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709" y="2673"/>
                </a:lnTo>
                <a:lnTo>
                  <a:pt x="10783" y="5362"/>
                </a:lnTo>
                <a:lnTo>
                  <a:pt x="11865" y="8062"/>
                </a:lnTo>
                <a:lnTo>
                  <a:pt x="12960" y="10800"/>
                </a:lnTo>
                <a:lnTo>
                  <a:pt x="14183" y="12328"/>
                </a:lnTo>
                <a:lnTo>
                  <a:pt x="15405" y="13856"/>
                </a:lnTo>
                <a:lnTo>
                  <a:pt x="16632" y="15390"/>
                </a:lnTo>
                <a:lnTo>
                  <a:pt x="17863" y="16929"/>
                </a:lnTo>
                <a:lnTo>
                  <a:pt x="19101" y="18479"/>
                </a:lnTo>
                <a:lnTo>
                  <a:pt x="20345" y="20034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2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1069" y="18927"/>
                </a:lnTo>
                <a:lnTo>
                  <a:pt x="2141" y="16249"/>
                </a:lnTo>
                <a:lnTo>
                  <a:pt x="3212" y="13570"/>
                </a:lnTo>
                <a:lnTo>
                  <a:pt x="4288" y="10881"/>
                </a:lnTo>
                <a:lnTo>
                  <a:pt x="5368" y="8181"/>
                </a:lnTo>
                <a:lnTo>
                  <a:pt x="6452" y="5470"/>
                </a:lnTo>
                <a:lnTo>
                  <a:pt x="7543" y="2743"/>
                </a:lnTo>
                <a:lnTo>
                  <a:pt x="8640" y="0"/>
                </a:lnTo>
                <a:close/>
              </a:path>
            </a:pathLst>
          </a:custGeom>
          <a:solidFill>
            <a:srgbClr val="ED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0" name="contour_14068"/>
          <p:cNvSpPr/>
          <p:nvPr/>
        </p:nvSpPr>
        <p:spPr>
          <a:xfrm>
            <a:off x="7480566" y="1204166"/>
            <a:ext cx="80168" cy="215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656"/>
                </a:moveTo>
                <a:lnTo>
                  <a:pt x="20754" y="9960"/>
                </a:lnTo>
                <a:lnTo>
                  <a:pt x="20062" y="12919"/>
                </a:lnTo>
                <a:lnTo>
                  <a:pt x="19157" y="15900"/>
                </a:lnTo>
                <a:lnTo>
                  <a:pt x="17673" y="20270"/>
                </a:lnTo>
                <a:lnTo>
                  <a:pt x="16375" y="20928"/>
                </a:lnTo>
                <a:lnTo>
                  <a:pt x="15081" y="21337"/>
                </a:lnTo>
                <a:lnTo>
                  <a:pt x="13789" y="21549"/>
                </a:lnTo>
                <a:lnTo>
                  <a:pt x="12497" y="21600"/>
                </a:lnTo>
                <a:lnTo>
                  <a:pt x="11203" y="21527"/>
                </a:lnTo>
                <a:lnTo>
                  <a:pt x="9901" y="21373"/>
                </a:lnTo>
                <a:lnTo>
                  <a:pt x="8591" y="21183"/>
                </a:lnTo>
                <a:lnTo>
                  <a:pt x="7350" y="21088"/>
                </a:lnTo>
                <a:lnTo>
                  <a:pt x="6091" y="20986"/>
                </a:lnTo>
                <a:lnTo>
                  <a:pt x="4872" y="20869"/>
                </a:lnTo>
                <a:lnTo>
                  <a:pt x="3654" y="20738"/>
                </a:lnTo>
                <a:lnTo>
                  <a:pt x="2437" y="20592"/>
                </a:lnTo>
                <a:lnTo>
                  <a:pt x="1217" y="20431"/>
                </a:lnTo>
                <a:lnTo>
                  <a:pt x="0" y="20270"/>
                </a:lnTo>
                <a:lnTo>
                  <a:pt x="0" y="16646"/>
                </a:lnTo>
                <a:lnTo>
                  <a:pt x="0" y="12963"/>
                </a:lnTo>
                <a:lnTo>
                  <a:pt x="1386" y="10888"/>
                </a:lnTo>
                <a:lnTo>
                  <a:pt x="2753" y="8922"/>
                </a:lnTo>
                <a:lnTo>
                  <a:pt x="4104" y="7103"/>
                </a:lnTo>
                <a:lnTo>
                  <a:pt x="5445" y="5437"/>
                </a:lnTo>
                <a:lnTo>
                  <a:pt x="6775" y="3953"/>
                </a:lnTo>
                <a:lnTo>
                  <a:pt x="8098" y="2674"/>
                </a:lnTo>
                <a:lnTo>
                  <a:pt x="9418" y="1615"/>
                </a:lnTo>
                <a:lnTo>
                  <a:pt x="10737" y="804"/>
                </a:lnTo>
                <a:lnTo>
                  <a:pt x="12057" y="256"/>
                </a:lnTo>
                <a:lnTo>
                  <a:pt x="13384" y="0"/>
                </a:lnTo>
                <a:lnTo>
                  <a:pt x="14717" y="44"/>
                </a:lnTo>
                <a:lnTo>
                  <a:pt x="16061" y="424"/>
                </a:lnTo>
                <a:lnTo>
                  <a:pt x="17417" y="1155"/>
                </a:lnTo>
                <a:lnTo>
                  <a:pt x="18792" y="2251"/>
                </a:lnTo>
                <a:lnTo>
                  <a:pt x="20184" y="3749"/>
                </a:lnTo>
                <a:lnTo>
                  <a:pt x="21600" y="5656"/>
                </a:lnTo>
                <a:close/>
              </a:path>
            </a:pathLst>
          </a:custGeom>
          <a:solidFill>
            <a:srgbClr val="EC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1" name="contour_14069"/>
          <p:cNvSpPr/>
          <p:nvPr/>
        </p:nvSpPr>
        <p:spPr>
          <a:xfrm>
            <a:off x="1227469" y="1210958"/>
            <a:ext cx="51016" cy="28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34"/>
                </a:moveTo>
                <a:lnTo>
                  <a:pt x="20230" y="7989"/>
                </a:lnTo>
                <a:lnTo>
                  <a:pt x="18838" y="11059"/>
                </a:lnTo>
                <a:lnTo>
                  <a:pt x="17388" y="13960"/>
                </a:lnTo>
                <a:lnTo>
                  <a:pt x="15845" y="16681"/>
                </a:lnTo>
                <a:lnTo>
                  <a:pt x="14176" y="19227"/>
                </a:lnTo>
                <a:lnTo>
                  <a:pt x="12343" y="21600"/>
                </a:lnTo>
                <a:lnTo>
                  <a:pt x="9992" y="21594"/>
                </a:lnTo>
                <a:lnTo>
                  <a:pt x="7946" y="21195"/>
                </a:lnTo>
                <a:lnTo>
                  <a:pt x="6063" y="20419"/>
                </a:lnTo>
                <a:lnTo>
                  <a:pt x="4209" y="19278"/>
                </a:lnTo>
                <a:lnTo>
                  <a:pt x="2234" y="17788"/>
                </a:lnTo>
                <a:lnTo>
                  <a:pt x="0" y="15978"/>
                </a:lnTo>
                <a:lnTo>
                  <a:pt x="0" y="12262"/>
                </a:lnTo>
                <a:lnTo>
                  <a:pt x="0" y="8523"/>
                </a:lnTo>
                <a:lnTo>
                  <a:pt x="0" y="4734"/>
                </a:lnTo>
                <a:lnTo>
                  <a:pt x="2407" y="3148"/>
                </a:lnTo>
                <a:lnTo>
                  <a:pt x="4650" y="1861"/>
                </a:lnTo>
                <a:lnTo>
                  <a:pt x="6767" y="894"/>
                </a:lnTo>
                <a:lnTo>
                  <a:pt x="8800" y="264"/>
                </a:lnTo>
                <a:lnTo>
                  <a:pt x="10794" y="0"/>
                </a:lnTo>
                <a:lnTo>
                  <a:pt x="12787" y="107"/>
                </a:lnTo>
                <a:lnTo>
                  <a:pt x="14824" y="618"/>
                </a:lnTo>
                <a:lnTo>
                  <a:pt x="16944" y="1546"/>
                </a:lnTo>
                <a:lnTo>
                  <a:pt x="19190" y="2912"/>
                </a:lnTo>
                <a:lnTo>
                  <a:pt x="21600" y="4734"/>
                </a:lnTo>
                <a:close/>
              </a:path>
            </a:pathLst>
          </a:custGeom>
          <a:solidFill>
            <a:srgbClr val="AF21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2" name="contour_14070"/>
          <p:cNvSpPr/>
          <p:nvPr/>
        </p:nvSpPr>
        <p:spPr>
          <a:xfrm>
            <a:off x="1227469" y="1144215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2037"/>
                </a:lnTo>
                <a:lnTo>
                  <a:pt x="8640" y="4076"/>
                </a:lnTo>
                <a:lnTo>
                  <a:pt x="8640" y="6125"/>
                </a:lnTo>
                <a:lnTo>
                  <a:pt x="8640" y="8183"/>
                </a:lnTo>
                <a:lnTo>
                  <a:pt x="8640" y="10254"/>
                </a:lnTo>
                <a:lnTo>
                  <a:pt x="8640" y="12343"/>
                </a:lnTo>
                <a:lnTo>
                  <a:pt x="11206" y="12343"/>
                </a:lnTo>
                <a:lnTo>
                  <a:pt x="13781" y="12343"/>
                </a:lnTo>
                <a:lnTo>
                  <a:pt x="16364" y="12343"/>
                </a:lnTo>
                <a:lnTo>
                  <a:pt x="18969" y="12343"/>
                </a:lnTo>
                <a:lnTo>
                  <a:pt x="21600" y="12343"/>
                </a:lnTo>
                <a:lnTo>
                  <a:pt x="21600" y="14176"/>
                </a:lnTo>
                <a:lnTo>
                  <a:pt x="21600" y="16015"/>
                </a:lnTo>
                <a:lnTo>
                  <a:pt x="21600" y="17860"/>
                </a:lnTo>
                <a:lnTo>
                  <a:pt x="21600" y="19721"/>
                </a:lnTo>
                <a:lnTo>
                  <a:pt x="21600" y="21600"/>
                </a:lnTo>
                <a:lnTo>
                  <a:pt x="18749" y="21600"/>
                </a:lnTo>
                <a:lnTo>
                  <a:pt x="15893" y="21600"/>
                </a:lnTo>
                <a:lnTo>
                  <a:pt x="13025" y="21600"/>
                </a:lnTo>
                <a:lnTo>
                  <a:pt x="10143" y="21600"/>
                </a:lnTo>
                <a:lnTo>
                  <a:pt x="7245" y="21600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B7E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3" name="contour_14071"/>
          <p:cNvSpPr/>
          <p:nvPr/>
        </p:nvSpPr>
        <p:spPr>
          <a:xfrm>
            <a:off x="4179106" y="1041651"/>
            <a:ext cx="58304" cy="24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70"/>
                </a:moveTo>
                <a:lnTo>
                  <a:pt x="15295" y="121"/>
                </a:lnTo>
                <a:lnTo>
                  <a:pt x="16762" y="185"/>
                </a:lnTo>
                <a:lnTo>
                  <a:pt x="18247" y="236"/>
                </a:lnTo>
                <a:lnTo>
                  <a:pt x="19081" y="293"/>
                </a:lnTo>
                <a:lnTo>
                  <a:pt x="21600" y="466"/>
                </a:lnTo>
                <a:lnTo>
                  <a:pt x="21416" y="5212"/>
                </a:lnTo>
                <a:lnTo>
                  <a:pt x="21184" y="8580"/>
                </a:lnTo>
                <a:lnTo>
                  <a:pt x="20774" y="11483"/>
                </a:lnTo>
                <a:lnTo>
                  <a:pt x="20056" y="14857"/>
                </a:lnTo>
                <a:lnTo>
                  <a:pt x="18900" y="19603"/>
                </a:lnTo>
                <a:lnTo>
                  <a:pt x="17083" y="20362"/>
                </a:lnTo>
                <a:lnTo>
                  <a:pt x="15277" y="20956"/>
                </a:lnTo>
                <a:lnTo>
                  <a:pt x="13478" y="21364"/>
                </a:lnTo>
                <a:lnTo>
                  <a:pt x="11688" y="21581"/>
                </a:lnTo>
                <a:lnTo>
                  <a:pt x="9898" y="21600"/>
                </a:lnTo>
                <a:lnTo>
                  <a:pt x="8108" y="21421"/>
                </a:lnTo>
                <a:lnTo>
                  <a:pt x="6315" y="21032"/>
                </a:lnTo>
                <a:lnTo>
                  <a:pt x="4512" y="20426"/>
                </a:lnTo>
                <a:lnTo>
                  <a:pt x="2700" y="19603"/>
                </a:lnTo>
                <a:lnTo>
                  <a:pt x="1615" y="15744"/>
                </a:lnTo>
                <a:lnTo>
                  <a:pt x="972" y="13128"/>
                </a:lnTo>
                <a:lnTo>
                  <a:pt x="518" y="10564"/>
                </a:lnTo>
                <a:lnTo>
                  <a:pt x="0" y="6845"/>
                </a:lnTo>
                <a:lnTo>
                  <a:pt x="1717" y="4580"/>
                </a:lnTo>
                <a:lnTo>
                  <a:pt x="3375" y="2864"/>
                </a:lnTo>
                <a:lnTo>
                  <a:pt x="5003" y="1620"/>
                </a:lnTo>
                <a:lnTo>
                  <a:pt x="6634" y="785"/>
                </a:lnTo>
                <a:lnTo>
                  <a:pt x="8300" y="287"/>
                </a:lnTo>
                <a:lnTo>
                  <a:pt x="10036" y="45"/>
                </a:lnTo>
                <a:lnTo>
                  <a:pt x="11869" y="0"/>
                </a:lnTo>
                <a:lnTo>
                  <a:pt x="13838" y="70"/>
                </a:lnTo>
                <a:close/>
              </a:path>
            </a:pathLst>
          </a:custGeom>
          <a:solidFill>
            <a:srgbClr val="F8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4" name="contour_14072"/>
          <p:cNvSpPr/>
          <p:nvPr/>
        </p:nvSpPr>
        <p:spPr>
          <a:xfrm>
            <a:off x="8624781" y="954727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600" y="0"/>
                </a:moveTo>
                <a:lnTo>
                  <a:pt x="11297" y="0"/>
                </a:lnTo>
                <a:lnTo>
                  <a:pt x="12996" y="0"/>
                </a:lnTo>
                <a:lnTo>
                  <a:pt x="14700" y="0"/>
                </a:lnTo>
                <a:lnTo>
                  <a:pt x="16411" y="0"/>
                </a:lnTo>
                <a:lnTo>
                  <a:pt x="18130" y="0"/>
                </a:lnTo>
                <a:lnTo>
                  <a:pt x="19858" y="0"/>
                </a:lnTo>
                <a:lnTo>
                  <a:pt x="21600" y="0"/>
                </a:lnTo>
                <a:lnTo>
                  <a:pt x="21600" y="2143"/>
                </a:lnTo>
                <a:lnTo>
                  <a:pt x="21600" y="4320"/>
                </a:lnTo>
                <a:lnTo>
                  <a:pt x="19903" y="4320"/>
                </a:lnTo>
                <a:lnTo>
                  <a:pt x="18204" y="4320"/>
                </a:lnTo>
                <a:lnTo>
                  <a:pt x="16500" y="4320"/>
                </a:lnTo>
                <a:lnTo>
                  <a:pt x="14789" y="4320"/>
                </a:lnTo>
                <a:lnTo>
                  <a:pt x="13070" y="4320"/>
                </a:lnTo>
                <a:lnTo>
                  <a:pt x="11342" y="4320"/>
                </a:lnTo>
                <a:lnTo>
                  <a:pt x="9600" y="4320"/>
                </a:lnTo>
                <a:lnTo>
                  <a:pt x="9600" y="2177"/>
                </a:lnTo>
                <a:lnTo>
                  <a:pt x="9600" y="0"/>
                </a:lnTo>
                <a:lnTo>
                  <a:pt x="7368" y="10109"/>
                </a:lnTo>
                <a:lnTo>
                  <a:pt x="8774" y="11543"/>
                </a:lnTo>
                <a:lnTo>
                  <a:pt x="10181" y="12977"/>
                </a:lnTo>
                <a:lnTo>
                  <a:pt x="11587" y="14412"/>
                </a:lnTo>
                <a:lnTo>
                  <a:pt x="12994" y="15846"/>
                </a:lnTo>
                <a:lnTo>
                  <a:pt x="14400" y="17280"/>
                </a:lnTo>
                <a:lnTo>
                  <a:pt x="12816" y="17755"/>
                </a:lnTo>
                <a:lnTo>
                  <a:pt x="11230" y="18230"/>
                </a:lnTo>
                <a:lnTo>
                  <a:pt x="9643" y="18706"/>
                </a:lnTo>
                <a:lnTo>
                  <a:pt x="8052" y="19185"/>
                </a:lnTo>
                <a:lnTo>
                  <a:pt x="6456" y="19665"/>
                </a:lnTo>
                <a:lnTo>
                  <a:pt x="4853" y="20144"/>
                </a:lnTo>
                <a:lnTo>
                  <a:pt x="3245" y="20628"/>
                </a:lnTo>
                <a:lnTo>
                  <a:pt x="1627" y="21112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502" y="10973"/>
                </a:lnTo>
                <a:lnTo>
                  <a:pt x="2810" y="9703"/>
                </a:lnTo>
                <a:lnTo>
                  <a:pt x="4106" y="9145"/>
                </a:lnTo>
                <a:lnTo>
                  <a:pt x="5566" y="9284"/>
                </a:lnTo>
                <a:lnTo>
                  <a:pt x="7368" y="10109"/>
                </a:lnTo>
                <a:lnTo>
                  <a:pt x="9600" y="0"/>
                </a:lnTo>
                <a:close/>
              </a:path>
            </a:pathLst>
          </a:custGeom>
          <a:solidFill>
            <a:srgbClr val="F1F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5" name="contour_14073"/>
          <p:cNvSpPr/>
          <p:nvPr/>
        </p:nvSpPr>
        <p:spPr>
          <a:xfrm>
            <a:off x="9696115" y="918287"/>
            <a:ext cx="72880" cy="28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689"/>
                </a:lnTo>
                <a:lnTo>
                  <a:pt x="21600" y="7401"/>
                </a:lnTo>
                <a:lnTo>
                  <a:pt x="21600" y="11163"/>
                </a:lnTo>
                <a:lnTo>
                  <a:pt x="20064" y="13100"/>
                </a:lnTo>
                <a:lnTo>
                  <a:pt x="18924" y="14433"/>
                </a:lnTo>
                <a:lnTo>
                  <a:pt x="17837" y="15494"/>
                </a:lnTo>
                <a:lnTo>
                  <a:pt x="16459" y="16616"/>
                </a:lnTo>
                <a:lnTo>
                  <a:pt x="14446" y="18140"/>
                </a:lnTo>
                <a:lnTo>
                  <a:pt x="13116" y="19206"/>
                </a:lnTo>
                <a:lnTo>
                  <a:pt x="11776" y="20277"/>
                </a:lnTo>
                <a:lnTo>
                  <a:pt x="10420" y="21366"/>
                </a:lnTo>
                <a:lnTo>
                  <a:pt x="8707" y="21600"/>
                </a:lnTo>
                <a:lnTo>
                  <a:pt x="7236" y="21405"/>
                </a:lnTo>
                <a:lnTo>
                  <a:pt x="5942" y="20774"/>
                </a:lnTo>
                <a:lnTo>
                  <a:pt x="4765" y="19713"/>
                </a:lnTo>
                <a:lnTo>
                  <a:pt x="3644" y="18223"/>
                </a:lnTo>
                <a:lnTo>
                  <a:pt x="2516" y="16298"/>
                </a:lnTo>
                <a:lnTo>
                  <a:pt x="1322" y="13948"/>
                </a:lnTo>
                <a:lnTo>
                  <a:pt x="0" y="11163"/>
                </a:lnTo>
                <a:lnTo>
                  <a:pt x="1395" y="10225"/>
                </a:lnTo>
                <a:lnTo>
                  <a:pt x="2789" y="9293"/>
                </a:lnTo>
                <a:lnTo>
                  <a:pt x="4184" y="8361"/>
                </a:lnTo>
                <a:lnTo>
                  <a:pt x="5579" y="7434"/>
                </a:lnTo>
                <a:lnTo>
                  <a:pt x="6975" y="6508"/>
                </a:lnTo>
                <a:lnTo>
                  <a:pt x="8370" y="5581"/>
                </a:lnTo>
                <a:lnTo>
                  <a:pt x="8964" y="5180"/>
                </a:lnTo>
                <a:lnTo>
                  <a:pt x="10757" y="3968"/>
                </a:lnTo>
                <a:lnTo>
                  <a:pt x="12144" y="3087"/>
                </a:lnTo>
                <a:lnTo>
                  <a:pt x="13489" y="2305"/>
                </a:lnTo>
                <a:lnTo>
                  <a:pt x="14811" y="1624"/>
                </a:lnTo>
                <a:lnTo>
                  <a:pt x="16124" y="1055"/>
                </a:lnTo>
                <a:lnTo>
                  <a:pt x="17444" y="603"/>
                </a:lnTo>
                <a:lnTo>
                  <a:pt x="18788" y="273"/>
                </a:lnTo>
                <a:lnTo>
                  <a:pt x="20166" y="67"/>
                </a:lnTo>
                <a:lnTo>
                  <a:pt x="21600" y="0"/>
                </a:lnTo>
                <a:close/>
              </a:path>
            </a:pathLst>
          </a:custGeom>
          <a:solidFill>
            <a:srgbClr val="F0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6" name="contour_14074"/>
          <p:cNvSpPr/>
          <p:nvPr/>
        </p:nvSpPr>
        <p:spPr>
          <a:xfrm>
            <a:off x="5767888" y="887481"/>
            <a:ext cx="72880" cy="219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628"/>
                </a:moveTo>
                <a:lnTo>
                  <a:pt x="1369" y="1470"/>
                </a:lnTo>
                <a:lnTo>
                  <a:pt x="2739" y="1320"/>
                </a:lnTo>
                <a:lnTo>
                  <a:pt x="4108" y="1183"/>
                </a:lnTo>
                <a:lnTo>
                  <a:pt x="5478" y="1054"/>
                </a:lnTo>
                <a:lnTo>
                  <a:pt x="6845" y="939"/>
                </a:lnTo>
                <a:lnTo>
                  <a:pt x="8217" y="832"/>
                </a:lnTo>
                <a:lnTo>
                  <a:pt x="9586" y="731"/>
                </a:lnTo>
                <a:lnTo>
                  <a:pt x="10271" y="645"/>
                </a:lnTo>
                <a:lnTo>
                  <a:pt x="12340" y="366"/>
                </a:lnTo>
                <a:lnTo>
                  <a:pt x="13649" y="294"/>
                </a:lnTo>
                <a:lnTo>
                  <a:pt x="14977" y="229"/>
                </a:lnTo>
                <a:lnTo>
                  <a:pt x="16183" y="115"/>
                </a:lnTo>
                <a:lnTo>
                  <a:pt x="17410" y="0"/>
                </a:lnTo>
                <a:lnTo>
                  <a:pt x="18889" y="1413"/>
                </a:lnTo>
                <a:lnTo>
                  <a:pt x="19768" y="3715"/>
                </a:lnTo>
                <a:lnTo>
                  <a:pt x="20799" y="8885"/>
                </a:lnTo>
                <a:lnTo>
                  <a:pt x="21196" y="12399"/>
                </a:lnTo>
                <a:lnTo>
                  <a:pt x="21600" y="15971"/>
                </a:lnTo>
                <a:lnTo>
                  <a:pt x="20006" y="18100"/>
                </a:lnTo>
                <a:lnTo>
                  <a:pt x="18524" y="19700"/>
                </a:lnTo>
                <a:lnTo>
                  <a:pt x="17122" y="20797"/>
                </a:lnTo>
                <a:lnTo>
                  <a:pt x="15772" y="21421"/>
                </a:lnTo>
                <a:lnTo>
                  <a:pt x="14446" y="21600"/>
                </a:lnTo>
                <a:lnTo>
                  <a:pt x="13116" y="21363"/>
                </a:lnTo>
                <a:lnTo>
                  <a:pt x="11748" y="20747"/>
                </a:lnTo>
                <a:lnTo>
                  <a:pt x="10320" y="19771"/>
                </a:lnTo>
                <a:lnTo>
                  <a:pt x="8798" y="18466"/>
                </a:lnTo>
                <a:lnTo>
                  <a:pt x="7154" y="16867"/>
                </a:lnTo>
                <a:lnTo>
                  <a:pt x="5808" y="15555"/>
                </a:lnTo>
                <a:lnTo>
                  <a:pt x="4454" y="14228"/>
                </a:lnTo>
                <a:lnTo>
                  <a:pt x="3080" y="12887"/>
                </a:lnTo>
                <a:lnTo>
                  <a:pt x="2063" y="11539"/>
                </a:lnTo>
                <a:lnTo>
                  <a:pt x="1039" y="10176"/>
                </a:lnTo>
                <a:lnTo>
                  <a:pt x="0" y="8799"/>
                </a:lnTo>
                <a:lnTo>
                  <a:pt x="0" y="5242"/>
                </a:lnTo>
                <a:lnTo>
                  <a:pt x="0" y="1628"/>
                </a:lnTo>
                <a:close/>
              </a:path>
            </a:pathLst>
          </a:custGeom>
          <a:solidFill>
            <a:srgbClr val="EE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7" name="contour_14075"/>
          <p:cNvSpPr/>
          <p:nvPr/>
        </p:nvSpPr>
        <p:spPr>
          <a:xfrm>
            <a:off x="4441393" y="442454"/>
            <a:ext cx="58384" cy="385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26" y="1184"/>
                </a:moveTo>
                <a:lnTo>
                  <a:pt x="4632" y="674"/>
                </a:lnTo>
                <a:lnTo>
                  <a:pt x="6522" y="314"/>
                </a:lnTo>
                <a:lnTo>
                  <a:pt x="8402" y="94"/>
                </a:lnTo>
                <a:lnTo>
                  <a:pt x="10273" y="0"/>
                </a:lnTo>
                <a:lnTo>
                  <a:pt x="12141" y="12"/>
                </a:lnTo>
                <a:lnTo>
                  <a:pt x="14013" y="118"/>
                </a:lnTo>
                <a:lnTo>
                  <a:pt x="15889" y="306"/>
                </a:lnTo>
                <a:lnTo>
                  <a:pt x="17777" y="555"/>
                </a:lnTo>
                <a:lnTo>
                  <a:pt x="19678" y="853"/>
                </a:lnTo>
                <a:lnTo>
                  <a:pt x="21600" y="1184"/>
                </a:lnTo>
                <a:lnTo>
                  <a:pt x="20042" y="2278"/>
                </a:lnTo>
                <a:lnTo>
                  <a:pt x="18472" y="3381"/>
                </a:lnTo>
                <a:lnTo>
                  <a:pt x="16881" y="4500"/>
                </a:lnTo>
                <a:lnTo>
                  <a:pt x="15218" y="5798"/>
                </a:lnTo>
                <a:lnTo>
                  <a:pt x="13592" y="7158"/>
                </a:lnTo>
                <a:lnTo>
                  <a:pt x="12004" y="8579"/>
                </a:lnTo>
                <a:lnTo>
                  <a:pt x="10445" y="10049"/>
                </a:lnTo>
                <a:lnTo>
                  <a:pt x="8914" y="11576"/>
                </a:lnTo>
                <a:lnTo>
                  <a:pt x="7404" y="13148"/>
                </a:lnTo>
                <a:lnTo>
                  <a:pt x="5910" y="14761"/>
                </a:lnTo>
                <a:lnTo>
                  <a:pt x="4430" y="16418"/>
                </a:lnTo>
                <a:lnTo>
                  <a:pt x="2961" y="18113"/>
                </a:lnTo>
                <a:lnTo>
                  <a:pt x="1496" y="19840"/>
                </a:lnTo>
                <a:lnTo>
                  <a:pt x="30" y="21600"/>
                </a:lnTo>
                <a:lnTo>
                  <a:pt x="0" y="18803"/>
                </a:lnTo>
                <a:lnTo>
                  <a:pt x="19" y="16116"/>
                </a:lnTo>
                <a:lnTo>
                  <a:pt x="119" y="13523"/>
                </a:lnTo>
                <a:lnTo>
                  <a:pt x="324" y="11000"/>
                </a:lnTo>
                <a:lnTo>
                  <a:pt x="661" y="8526"/>
                </a:lnTo>
                <a:lnTo>
                  <a:pt x="1154" y="6080"/>
                </a:lnTo>
                <a:lnTo>
                  <a:pt x="1833" y="3638"/>
                </a:lnTo>
                <a:lnTo>
                  <a:pt x="2726" y="1184"/>
                </a:lnTo>
                <a:close/>
              </a:path>
            </a:pathLst>
          </a:custGeom>
          <a:solidFill>
            <a:srgbClr val="CECE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8" name="contour_14076"/>
          <p:cNvSpPr/>
          <p:nvPr/>
        </p:nvSpPr>
        <p:spPr>
          <a:xfrm>
            <a:off x="11066258" y="6260509"/>
            <a:ext cx="51016" cy="290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33"/>
                </a:moveTo>
                <a:lnTo>
                  <a:pt x="14318" y="830"/>
                </a:lnTo>
                <a:lnTo>
                  <a:pt x="15635" y="1502"/>
                </a:lnTo>
                <a:lnTo>
                  <a:pt x="16999" y="2310"/>
                </a:lnTo>
                <a:lnTo>
                  <a:pt x="18844" y="3498"/>
                </a:lnTo>
                <a:lnTo>
                  <a:pt x="21600" y="5331"/>
                </a:lnTo>
                <a:lnTo>
                  <a:pt x="19560" y="5331"/>
                </a:lnTo>
                <a:lnTo>
                  <a:pt x="17508" y="5331"/>
                </a:lnTo>
                <a:lnTo>
                  <a:pt x="15429" y="5331"/>
                </a:lnTo>
                <a:lnTo>
                  <a:pt x="14478" y="9366"/>
                </a:lnTo>
                <a:lnTo>
                  <a:pt x="13843" y="12229"/>
                </a:lnTo>
                <a:lnTo>
                  <a:pt x="13373" y="14702"/>
                </a:lnTo>
                <a:lnTo>
                  <a:pt x="12923" y="17565"/>
                </a:lnTo>
                <a:lnTo>
                  <a:pt x="12343" y="21600"/>
                </a:lnTo>
                <a:lnTo>
                  <a:pt x="10306" y="20705"/>
                </a:lnTo>
                <a:lnTo>
                  <a:pt x="8264" y="19810"/>
                </a:lnTo>
                <a:lnTo>
                  <a:pt x="6218" y="18910"/>
                </a:lnTo>
                <a:lnTo>
                  <a:pt x="4160" y="18005"/>
                </a:lnTo>
                <a:lnTo>
                  <a:pt x="2089" y="17099"/>
                </a:lnTo>
                <a:lnTo>
                  <a:pt x="0" y="16177"/>
                </a:lnTo>
                <a:lnTo>
                  <a:pt x="2465" y="10786"/>
                </a:lnTo>
                <a:lnTo>
                  <a:pt x="4379" y="6735"/>
                </a:lnTo>
                <a:lnTo>
                  <a:pt x="5894" y="3840"/>
                </a:lnTo>
                <a:lnTo>
                  <a:pt x="7156" y="1909"/>
                </a:lnTo>
                <a:lnTo>
                  <a:pt x="8310" y="748"/>
                </a:lnTo>
                <a:lnTo>
                  <a:pt x="9507" y="179"/>
                </a:lnTo>
                <a:lnTo>
                  <a:pt x="10896" y="0"/>
                </a:lnTo>
                <a:lnTo>
                  <a:pt x="12621" y="33"/>
                </a:lnTo>
                <a:close/>
              </a:path>
            </a:pathLst>
          </a:custGeom>
          <a:solidFill>
            <a:srgbClr val="C0D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79" name="contour_14077"/>
          <p:cNvSpPr/>
          <p:nvPr/>
        </p:nvSpPr>
        <p:spPr>
          <a:xfrm>
            <a:off x="7145318" y="624580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20" y="674"/>
                </a:lnTo>
                <a:lnTo>
                  <a:pt x="9547" y="1348"/>
                </a:lnTo>
                <a:lnTo>
                  <a:pt x="10729" y="2428"/>
                </a:lnTo>
                <a:lnTo>
                  <a:pt x="12343" y="4320"/>
                </a:lnTo>
                <a:lnTo>
                  <a:pt x="12343" y="7176"/>
                </a:lnTo>
                <a:lnTo>
                  <a:pt x="12343" y="10048"/>
                </a:lnTo>
                <a:lnTo>
                  <a:pt x="12343" y="12960"/>
                </a:lnTo>
                <a:lnTo>
                  <a:pt x="14176" y="12960"/>
                </a:lnTo>
                <a:lnTo>
                  <a:pt x="16015" y="12960"/>
                </a:lnTo>
                <a:lnTo>
                  <a:pt x="17860" y="12960"/>
                </a:lnTo>
                <a:lnTo>
                  <a:pt x="19721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7758" y="20814"/>
                </a:lnTo>
                <a:lnTo>
                  <a:pt x="14651" y="20148"/>
                </a:lnTo>
                <a:lnTo>
                  <a:pt x="12158" y="19548"/>
                </a:lnTo>
                <a:lnTo>
                  <a:pt x="10164" y="18960"/>
                </a:lnTo>
                <a:lnTo>
                  <a:pt x="8551" y="18334"/>
                </a:lnTo>
                <a:lnTo>
                  <a:pt x="7205" y="17608"/>
                </a:lnTo>
                <a:lnTo>
                  <a:pt x="6005" y="16736"/>
                </a:lnTo>
                <a:lnTo>
                  <a:pt x="4835" y="15660"/>
                </a:lnTo>
                <a:lnTo>
                  <a:pt x="3579" y="14329"/>
                </a:lnTo>
                <a:lnTo>
                  <a:pt x="2123" y="12692"/>
                </a:lnTo>
                <a:lnTo>
                  <a:pt x="1071" y="10679"/>
                </a:lnTo>
                <a:lnTo>
                  <a:pt x="0" y="8640"/>
                </a:lnTo>
                <a:lnTo>
                  <a:pt x="1614" y="5923"/>
                </a:lnTo>
                <a:lnTo>
                  <a:pt x="2796" y="4117"/>
                </a:lnTo>
                <a:lnTo>
                  <a:pt x="4123" y="2415"/>
                </a:lnTo>
                <a:lnTo>
                  <a:pt x="6171" y="0"/>
                </a:lnTo>
                <a:close/>
              </a:path>
            </a:pathLst>
          </a:custGeom>
          <a:solidFill>
            <a:srgbClr val="C2D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0" name="contour_14078"/>
          <p:cNvSpPr/>
          <p:nvPr/>
        </p:nvSpPr>
        <p:spPr>
          <a:xfrm>
            <a:off x="10044299" y="6202081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2" y="1150"/>
                </a:lnTo>
                <a:lnTo>
                  <a:pt x="6110" y="2322"/>
                </a:lnTo>
                <a:lnTo>
                  <a:pt x="8690" y="3515"/>
                </a:lnTo>
                <a:lnTo>
                  <a:pt x="11265" y="4725"/>
                </a:lnTo>
                <a:lnTo>
                  <a:pt x="12121" y="5114"/>
                </a:lnTo>
                <a:lnTo>
                  <a:pt x="13626" y="5805"/>
                </a:lnTo>
                <a:lnTo>
                  <a:pt x="17077" y="7382"/>
                </a:lnTo>
                <a:lnTo>
                  <a:pt x="19322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BED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1" name="contour_14079"/>
          <p:cNvSpPr/>
          <p:nvPr/>
        </p:nvSpPr>
        <p:spPr>
          <a:xfrm>
            <a:off x="7713782" y="6165641"/>
            <a:ext cx="51016" cy="51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7" y="0"/>
                </a:lnTo>
                <a:lnTo>
                  <a:pt x="13349" y="0"/>
                </a:lnTo>
                <a:lnTo>
                  <a:pt x="15429" y="0"/>
                </a:lnTo>
                <a:lnTo>
                  <a:pt x="15302" y="1944"/>
                </a:lnTo>
                <a:lnTo>
                  <a:pt x="15172" y="3903"/>
                </a:lnTo>
                <a:lnTo>
                  <a:pt x="15043" y="5886"/>
                </a:lnTo>
                <a:lnTo>
                  <a:pt x="15040" y="8355"/>
                </a:lnTo>
                <a:lnTo>
                  <a:pt x="15142" y="9980"/>
                </a:lnTo>
                <a:lnTo>
                  <a:pt x="15429" y="12148"/>
                </a:lnTo>
                <a:lnTo>
                  <a:pt x="17261" y="13479"/>
                </a:lnTo>
                <a:lnTo>
                  <a:pt x="18514" y="14238"/>
                </a:lnTo>
                <a:lnTo>
                  <a:pt x="19767" y="14712"/>
                </a:lnTo>
                <a:lnTo>
                  <a:pt x="21600" y="15186"/>
                </a:lnTo>
                <a:lnTo>
                  <a:pt x="20310" y="16990"/>
                </a:lnTo>
                <a:lnTo>
                  <a:pt x="19236" y="18223"/>
                </a:lnTo>
                <a:lnTo>
                  <a:pt x="17801" y="19456"/>
                </a:lnTo>
                <a:lnTo>
                  <a:pt x="15429" y="21260"/>
                </a:lnTo>
                <a:lnTo>
                  <a:pt x="13216" y="21448"/>
                </a:lnTo>
                <a:lnTo>
                  <a:pt x="11013" y="21561"/>
                </a:lnTo>
                <a:lnTo>
                  <a:pt x="8816" y="21600"/>
                </a:lnTo>
                <a:lnTo>
                  <a:pt x="6619" y="21579"/>
                </a:lnTo>
                <a:lnTo>
                  <a:pt x="4422" y="21509"/>
                </a:lnTo>
                <a:lnTo>
                  <a:pt x="2216" y="21400"/>
                </a:lnTo>
                <a:lnTo>
                  <a:pt x="0" y="21260"/>
                </a:lnTo>
                <a:lnTo>
                  <a:pt x="679" y="20953"/>
                </a:lnTo>
                <a:lnTo>
                  <a:pt x="1879" y="20412"/>
                </a:lnTo>
                <a:lnTo>
                  <a:pt x="4629" y="19170"/>
                </a:lnTo>
                <a:lnTo>
                  <a:pt x="6893" y="17196"/>
                </a:lnTo>
                <a:lnTo>
                  <a:pt x="8297" y="15805"/>
                </a:lnTo>
                <a:lnTo>
                  <a:pt x="9094" y="14624"/>
                </a:lnTo>
                <a:lnTo>
                  <a:pt x="9535" y="13281"/>
                </a:lnTo>
                <a:lnTo>
                  <a:pt x="9871" y="11401"/>
                </a:lnTo>
                <a:lnTo>
                  <a:pt x="9840" y="9491"/>
                </a:lnTo>
                <a:lnTo>
                  <a:pt x="9785" y="7590"/>
                </a:lnTo>
                <a:lnTo>
                  <a:pt x="9701" y="5692"/>
                </a:lnTo>
                <a:lnTo>
                  <a:pt x="9584" y="3799"/>
                </a:lnTo>
                <a:lnTo>
                  <a:pt x="9439" y="1901"/>
                </a:lnTo>
                <a:lnTo>
                  <a:pt x="9257" y="0"/>
                </a:lnTo>
                <a:close/>
              </a:path>
            </a:pathLst>
          </a:custGeom>
          <a:solidFill>
            <a:srgbClr val="E4E5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2" name="contour_14080"/>
          <p:cNvSpPr/>
          <p:nvPr/>
        </p:nvSpPr>
        <p:spPr>
          <a:xfrm>
            <a:off x="4660113" y="613648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29" y="1163"/>
                </a:lnTo>
                <a:lnTo>
                  <a:pt x="5249" y="2329"/>
                </a:lnTo>
                <a:lnTo>
                  <a:pt x="7571" y="3528"/>
                </a:lnTo>
                <a:lnTo>
                  <a:pt x="9724" y="4792"/>
                </a:lnTo>
                <a:lnTo>
                  <a:pt x="11718" y="6145"/>
                </a:lnTo>
                <a:lnTo>
                  <a:pt x="13583" y="7628"/>
                </a:lnTo>
                <a:lnTo>
                  <a:pt x="15336" y="9266"/>
                </a:lnTo>
                <a:lnTo>
                  <a:pt x="16992" y="11092"/>
                </a:lnTo>
                <a:lnTo>
                  <a:pt x="18576" y="13136"/>
                </a:lnTo>
                <a:lnTo>
                  <a:pt x="20106" y="15426"/>
                </a:lnTo>
                <a:lnTo>
                  <a:pt x="21600" y="18000"/>
                </a:lnTo>
                <a:lnTo>
                  <a:pt x="19246" y="19325"/>
                </a:lnTo>
                <a:lnTo>
                  <a:pt x="17507" y="20174"/>
                </a:lnTo>
                <a:lnTo>
                  <a:pt x="15865" y="20722"/>
                </a:lnTo>
                <a:lnTo>
                  <a:pt x="13802" y="21139"/>
                </a:lnTo>
                <a:lnTo>
                  <a:pt x="10800" y="21600"/>
                </a:lnTo>
                <a:lnTo>
                  <a:pt x="8863" y="19807"/>
                </a:lnTo>
                <a:lnTo>
                  <a:pt x="7085" y="17932"/>
                </a:lnTo>
                <a:lnTo>
                  <a:pt x="5447" y="15970"/>
                </a:lnTo>
                <a:lnTo>
                  <a:pt x="3935" y="13918"/>
                </a:lnTo>
                <a:lnTo>
                  <a:pt x="2531" y="11776"/>
                </a:lnTo>
                <a:lnTo>
                  <a:pt x="1224" y="9536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D9E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3" name="contour_14081"/>
          <p:cNvSpPr/>
          <p:nvPr/>
        </p:nvSpPr>
        <p:spPr>
          <a:xfrm>
            <a:off x="8041741" y="6121957"/>
            <a:ext cx="65592" cy="21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171"/>
                </a:moveTo>
                <a:lnTo>
                  <a:pt x="20482" y="11550"/>
                </a:lnTo>
                <a:lnTo>
                  <a:pt x="19608" y="14508"/>
                </a:lnTo>
                <a:lnTo>
                  <a:pt x="18530" y="17408"/>
                </a:lnTo>
                <a:lnTo>
                  <a:pt x="16800" y="21600"/>
                </a:lnTo>
                <a:lnTo>
                  <a:pt x="15034" y="21521"/>
                </a:lnTo>
                <a:lnTo>
                  <a:pt x="13714" y="21391"/>
                </a:lnTo>
                <a:lnTo>
                  <a:pt x="12605" y="21138"/>
                </a:lnTo>
                <a:lnTo>
                  <a:pt x="11460" y="20691"/>
                </a:lnTo>
                <a:lnTo>
                  <a:pt x="10039" y="19962"/>
                </a:lnTo>
                <a:lnTo>
                  <a:pt x="8100" y="18895"/>
                </a:lnTo>
                <a:lnTo>
                  <a:pt x="7423" y="18541"/>
                </a:lnTo>
                <a:lnTo>
                  <a:pt x="6233" y="17913"/>
                </a:lnTo>
                <a:lnTo>
                  <a:pt x="3506" y="16471"/>
                </a:lnTo>
                <a:lnTo>
                  <a:pt x="2347" y="15785"/>
                </a:lnTo>
                <a:lnTo>
                  <a:pt x="1183" y="15085"/>
                </a:lnTo>
                <a:lnTo>
                  <a:pt x="0" y="14386"/>
                </a:lnTo>
                <a:lnTo>
                  <a:pt x="0" y="10807"/>
                </a:lnTo>
                <a:lnTo>
                  <a:pt x="0" y="7171"/>
                </a:lnTo>
                <a:lnTo>
                  <a:pt x="3250" y="5122"/>
                </a:lnTo>
                <a:lnTo>
                  <a:pt x="6017" y="3412"/>
                </a:lnTo>
                <a:lnTo>
                  <a:pt x="8362" y="2049"/>
                </a:lnTo>
                <a:lnTo>
                  <a:pt x="10346" y="1024"/>
                </a:lnTo>
                <a:lnTo>
                  <a:pt x="12024" y="339"/>
                </a:lnTo>
                <a:lnTo>
                  <a:pt x="13459" y="0"/>
                </a:lnTo>
                <a:lnTo>
                  <a:pt x="14707" y="0"/>
                </a:lnTo>
                <a:lnTo>
                  <a:pt x="15830" y="339"/>
                </a:lnTo>
                <a:lnTo>
                  <a:pt x="16884" y="1024"/>
                </a:lnTo>
                <a:lnTo>
                  <a:pt x="17928" y="2049"/>
                </a:lnTo>
                <a:lnTo>
                  <a:pt x="19022" y="3412"/>
                </a:lnTo>
                <a:lnTo>
                  <a:pt x="20227" y="5122"/>
                </a:lnTo>
                <a:lnTo>
                  <a:pt x="21600" y="7171"/>
                </a:lnTo>
                <a:close/>
              </a:path>
            </a:pathLst>
          </a:custGeom>
          <a:solidFill>
            <a:srgbClr val="8B1D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4" name="contour_14082"/>
          <p:cNvSpPr/>
          <p:nvPr/>
        </p:nvSpPr>
        <p:spPr>
          <a:xfrm>
            <a:off x="7684630" y="6100049"/>
            <a:ext cx="2969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40" y="746"/>
                </a:lnTo>
                <a:lnTo>
                  <a:pt x="10561" y="1327"/>
                </a:lnTo>
                <a:lnTo>
                  <a:pt x="13515" y="1867"/>
                </a:lnTo>
                <a:lnTo>
                  <a:pt x="15630" y="2489"/>
                </a:lnTo>
                <a:lnTo>
                  <a:pt x="17454" y="3319"/>
                </a:lnTo>
                <a:lnTo>
                  <a:pt x="19532" y="4481"/>
                </a:lnTo>
                <a:lnTo>
                  <a:pt x="20444" y="6199"/>
                </a:lnTo>
                <a:lnTo>
                  <a:pt x="21049" y="7879"/>
                </a:lnTo>
                <a:lnTo>
                  <a:pt x="21409" y="9542"/>
                </a:lnTo>
                <a:lnTo>
                  <a:pt x="21573" y="11215"/>
                </a:lnTo>
                <a:lnTo>
                  <a:pt x="21600" y="12926"/>
                </a:lnTo>
                <a:lnTo>
                  <a:pt x="21536" y="14700"/>
                </a:lnTo>
                <a:lnTo>
                  <a:pt x="21489" y="15996"/>
                </a:lnTo>
                <a:lnTo>
                  <a:pt x="21441" y="17299"/>
                </a:lnTo>
                <a:lnTo>
                  <a:pt x="21393" y="18619"/>
                </a:lnTo>
                <a:lnTo>
                  <a:pt x="21303" y="20100"/>
                </a:lnTo>
                <a:lnTo>
                  <a:pt x="21208" y="21600"/>
                </a:lnTo>
                <a:lnTo>
                  <a:pt x="18896" y="20189"/>
                </a:lnTo>
                <a:lnTo>
                  <a:pt x="16775" y="18758"/>
                </a:lnTo>
                <a:lnTo>
                  <a:pt x="14819" y="17306"/>
                </a:lnTo>
                <a:lnTo>
                  <a:pt x="13016" y="15835"/>
                </a:lnTo>
                <a:lnTo>
                  <a:pt x="11351" y="14342"/>
                </a:lnTo>
                <a:lnTo>
                  <a:pt x="9809" y="12830"/>
                </a:lnTo>
                <a:lnTo>
                  <a:pt x="8372" y="11297"/>
                </a:lnTo>
                <a:lnTo>
                  <a:pt x="7030" y="9744"/>
                </a:lnTo>
                <a:lnTo>
                  <a:pt x="5758" y="8170"/>
                </a:lnTo>
                <a:lnTo>
                  <a:pt x="4549" y="6576"/>
                </a:lnTo>
                <a:lnTo>
                  <a:pt x="3388" y="4963"/>
                </a:lnTo>
                <a:lnTo>
                  <a:pt x="2248" y="3329"/>
                </a:lnTo>
                <a:lnTo>
                  <a:pt x="1124" y="1675"/>
                </a:lnTo>
                <a:lnTo>
                  <a:pt x="0" y="0"/>
                </a:lnTo>
                <a:close/>
              </a:path>
            </a:pathLst>
          </a:custGeom>
          <a:solidFill>
            <a:srgbClr val="9886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5" name="contour_14083"/>
          <p:cNvSpPr/>
          <p:nvPr/>
        </p:nvSpPr>
        <p:spPr>
          <a:xfrm>
            <a:off x="3858434" y="6063609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491"/>
                </a:lnTo>
                <a:lnTo>
                  <a:pt x="7105" y="1059"/>
                </a:lnTo>
                <a:lnTo>
                  <a:pt x="10562" y="1757"/>
                </a:lnTo>
                <a:lnTo>
                  <a:pt x="13968" y="2641"/>
                </a:lnTo>
                <a:lnTo>
                  <a:pt x="17332" y="3757"/>
                </a:lnTo>
                <a:lnTo>
                  <a:pt x="20670" y="5167"/>
                </a:lnTo>
                <a:lnTo>
                  <a:pt x="21290" y="9167"/>
                </a:lnTo>
                <a:lnTo>
                  <a:pt x="21600" y="11973"/>
                </a:lnTo>
                <a:lnTo>
                  <a:pt x="21600" y="14329"/>
                </a:lnTo>
                <a:lnTo>
                  <a:pt x="21290" y="16980"/>
                </a:lnTo>
                <a:lnTo>
                  <a:pt x="20670" y="20670"/>
                </a:lnTo>
                <a:lnTo>
                  <a:pt x="16980" y="21290"/>
                </a:lnTo>
                <a:lnTo>
                  <a:pt x="14329" y="21600"/>
                </a:lnTo>
                <a:lnTo>
                  <a:pt x="11973" y="21600"/>
                </a:lnTo>
                <a:lnTo>
                  <a:pt x="9167" y="21290"/>
                </a:lnTo>
                <a:lnTo>
                  <a:pt x="5167" y="20670"/>
                </a:lnTo>
                <a:lnTo>
                  <a:pt x="3757" y="17332"/>
                </a:lnTo>
                <a:lnTo>
                  <a:pt x="2641" y="13968"/>
                </a:lnTo>
                <a:lnTo>
                  <a:pt x="1757" y="10562"/>
                </a:lnTo>
                <a:lnTo>
                  <a:pt x="1059" y="7105"/>
                </a:lnTo>
                <a:lnTo>
                  <a:pt x="491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BAC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6" name="contour_14084"/>
          <p:cNvSpPr/>
          <p:nvPr/>
        </p:nvSpPr>
        <p:spPr>
          <a:xfrm>
            <a:off x="10206275" y="604174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CAC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7" name="contour_14085"/>
          <p:cNvSpPr/>
          <p:nvPr/>
        </p:nvSpPr>
        <p:spPr>
          <a:xfrm>
            <a:off x="4018770" y="601259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6" y="1710"/>
                </a:lnTo>
                <a:lnTo>
                  <a:pt x="11693" y="3431"/>
                </a:lnTo>
                <a:lnTo>
                  <a:pt x="12150" y="5177"/>
                </a:lnTo>
                <a:lnTo>
                  <a:pt x="13334" y="7898"/>
                </a:lnTo>
                <a:lnTo>
                  <a:pt x="14436" y="9814"/>
                </a:lnTo>
                <a:lnTo>
                  <a:pt x="15638" y="11171"/>
                </a:lnTo>
                <a:lnTo>
                  <a:pt x="17114" y="12218"/>
                </a:lnTo>
                <a:lnTo>
                  <a:pt x="19040" y="13212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400" y="20830"/>
                </a:lnTo>
                <a:lnTo>
                  <a:pt x="17204" y="20045"/>
                </a:lnTo>
                <a:lnTo>
                  <a:pt x="15012" y="19253"/>
                </a:lnTo>
                <a:lnTo>
                  <a:pt x="12823" y="18450"/>
                </a:lnTo>
                <a:lnTo>
                  <a:pt x="11192" y="17867"/>
                </a:lnTo>
                <a:lnTo>
                  <a:pt x="9554" y="17276"/>
                </a:lnTo>
                <a:lnTo>
                  <a:pt x="7888" y="16679"/>
                </a:lnTo>
                <a:lnTo>
                  <a:pt x="5378" y="15188"/>
                </a:lnTo>
                <a:lnTo>
                  <a:pt x="3546" y="13691"/>
                </a:lnTo>
                <a:lnTo>
                  <a:pt x="2178" y="11988"/>
                </a:lnTo>
                <a:lnTo>
                  <a:pt x="1066" y="9889"/>
                </a:lnTo>
                <a:lnTo>
                  <a:pt x="0" y="7200"/>
                </a:lnTo>
                <a:lnTo>
                  <a:pt x="1782" y="6012"/>
                </a:lnTo>
                <a:lnTo>
                  <a:pt x="3568" y="4820"/>
                </a:lnTo>
                <a:lnTo>
                  <a:pt x="5360" y="3629"/>
                </a:lnTo>
                <a:lnTo>
                  <a:pt x="7160" y="2426"/>
                </a:lnTo>
                <a:lnTo>
                  <a:pt x="8971" y="1217"/>
                </a:lnTo>
                <a:lnTo>
                  <a:pt x="10800" y="0"/>
                </a:lnTo>
                <a:close/>
              </a:path>
            </a:pathLst>
          </a:custGeom>
          <a:solidFill>
            <a:srgbClr val="737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8" name="contour_14086"/>
          <p:cNvSpPr/>
          <p:nvPr/>
        </p:nvSpPr>
        <p:spPr>
          <a:xfrm>
            <a:off x="5177561" y="5938416"/>
            <a:ext cx="65592" cy="304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20"/>
                </a:moveTo>
                <a:lnTo>
                  <a:pt x="3250" y="517"/>
                </a:lnTo>
                <a:lnTo>
                  <a:pt x="6017" y="212"/>
                </a:lnTo>
                <a:lnTo>
                  <a:pt x="8362" y="31"/>
                </a:lnTo>
                <a:lnTo>
                  <a:pt x="10346" y="0"/>
                </a:lnTo>
                <a:lnTo>
                  <a:pt x="12024" y="155"/>
                </a:lnTo>
                <a:lnTo>
                  <a:pt x="13459" y="517"/>
                </a:lnTo>
                <a:lnTo>
                  <a:pt x="14707" y="1112"/>
                </a:lnTo>
                <a:lnTo>
                  <a:pt x="15830" y="1975"/>
                </a:lnTo>
                <a:lnTo>
                  <a:pt x="16884" y="3133"/>
                </a:lnTo>
                <a:lnTo>
                  <a:pt x="17928" y="4612"/>
                </a:lnTo>
                <a:lnTo>
                  <a:pt x="19022" y="6442"/>
                </a:lnTo>
                <a:lnTo>
                  <a:pt x="20227" y="8644"/>
                </a:lnTo>
                <a:lnTo>
                  <a:pt x="21600" y="11260"/>
                </a:lnTo>
                <a:lnTo>
                  <a:pt x="21005" y="13819"/>
                </a:lnTo>
                <a:lnTo>
                  <a:pt x="20410" y="16389"/>
                </a:lnTo>
                <a:lnTo>
                  <a:pt x="19807" y="18979"/>
                </a:lnTo>
                <a:lnTo>
                  <a:pt x="19200" y="21600"/>
                </a:lnTo>
                <a:lnTo>
                  <a:pt x="17724" y="20008"/>
                </a:lnTo>
                <a:lnTo>
                  <a:pt x="16246" y="18420"/>
                </a:lnTo>
                <a:lnTo>
                  <a:pt x="14770" y="16828"/>
                </a:lnTo>
                <a:lnTo>
                  <a:pt x="13291" y="15236"/>
                </a:lnTo>
                <a:lnTo>
                  <a:pt x="11815" y="13649"/>
                </a:lnTo>
                <a:lnTo>
                  <a:pt x="10339" y="12056"/>
                </a:lnTo>
                <a:lnTo>
                  <a:pt x="8861" y="10464"/>
                </a:lnTo>
                <a:lnTo>
                  <a:pt x="7385" y="8872"/>
                </a:lnTo>
                <a:lnTo>
                  <a:pt x="5909" y="7284"/>
                </a:lnTo>
                <a:lnTo>
                  <a:pt x="4430" y="5692"/>
                </a:lnTo>
                <a:lnTo>
                  <a:pt x="2954" y="4100"/>
                </a:lnTo>
                <a:lnTo>
                  <a:pt x="1476" y="2513"/>
                </a:lnTo>
                <a:lnTo>
                  <a:pt x="0" y="920"/>
                </a:lnTo>
                <a:close/>
              </a:path>
            </a:pathLst>
          </a:custGeom>
          <a:solidFill>
            <a:srgbClr val="D5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89" name="contour_14087"/>
          <p:cNvSpPr/>
          <p:nvPr/>
        </p:nvSpPr>
        <p:spPr>
          <a:xfrm>
            <a:off x="10679994" y="59324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470"/>
                </a:lnTo>
                <a:lnTo>
                  <a:pt x="5404" y="972"/>
                </a:lnTo>
                <a:lnTo>
                  <a:pt x="8104" y="1490"/>
                </a:lnTo>
                <a:lnTo>
                  <a:pt x="10800" y="2025"/>
                </a:lnTo>
                <a:lnTo>
                  <a:pt x="13815" y="2592"/>
                </a:lnTo>
                <a:lnTo>
                  <a:pt x="16874" y="3164"/>
                </a:lnTo>
                <a:lnTo>
                  <a:pt x="19220" y="427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809" y="17642"/>
                </a:lnTo>
                <a:lnTo>
                  <a:pt x="16001" y="18743"/>
                </a:lnTo>
                <a:lnTo>
                  <a:pt x="13159" y="19597"/>
                </a:lnTo>
                <a:lnTo>
                  <a:pt x="10269" y="20299"/>
                </a:lnTo>
                <a:lnTo>
                  <a:pt x="7327" y="20936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FD2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0" name="contour_14088"/>
          <p:cNvSpPr/>
          <p:nvPr/>
        </p:nvSpPr>
        <p:spPr>
          <a:xfrm>
            <a:off x="10869482" y="591784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19717" y="14813"/>
                </a:lnTo>
                <a:lnTo>
                  <a:pt x="18338" y="15967"/>
                </a:lnTo>
                <a:lnTo>
                  <a:pt x="16790" y="16900"/>
                </a:lnTo>
                <a:lnTo>
                  <a:pt x="14400" y="18092"/>
                </a:lnTo>
                <a:lnTo>
                  <a:pt x="12391" y="19120"/>
                </a:lnTo>
                <a:lnTo>
                  <a:pt x="10350" y="20166"/>
                </a:lnTo>
                <a:lnTo>
                  <a:pt x="9569" y="20524"/>
                </a:lnTo>
                <a:lnTo>
                  <a:pt x="7200" y="21600"/>
                </a:lnTo>
                <a:lnTo>
                  <a:pt x="6012" y="19462"/>
                </a:lnTo>
                <a:lnTo>
                  <a:pt x="4820" y="17319"/>
                </a:lnTo>
                <a:lnTo>
                  <a:pt x="3625" y="15168"/>
                </a:lnTo>
                <a:lnTo>
                  <a:pt x="2426" y="13008"/>
                </a:lnTo>
                <a:lnTo>
                  <a:pt x="1217" y="10835"/>
                </a:lnTo>
                <a:lnTo>
                  <a:pt x="0" y="8640"/>
                </a:lnTo>
                <a:lnTo>
                  <a:pt x="2376" y="7690"/>
                </a:lnTo>
                <a:lnTo>
                  <a:pt x="4756" y="6739"/>
                </a:lnTo>
                <a:lnTo>
                  <a:pt x="7135" y="5784"/>
                </a:lnTo>
                <a:lnTo>
                  <a:pt x="9522" y="4830"/>
                </a:lnTo>
                <a:lnTo>
                  <a:pt x="11916" y="3875"/>
                </a:lnTo>
                <a:lnTo>
                  <a:pt x="14321" y="2912"/>
                </a:lnTo>
                <a:lnTo>
                  <a:pt x="16733" y="1948"/>
                </a:lnTo>
                <a:lnTo>
                  <a:pt x="19159" y="976"/>
                </a:lnTo>
                <a:lnTo>
                  <a:pt x="21600" y="0"/>
                </a:lnTo>
                <a:close/>
              </a:path>
            </a:pathLst>
          </a:custGeom>
          <a:solidFill>
            <a:srgbClr val="454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1" name="contour_14089"/>
          <p:cNvSpPr/>
          <p:nvPr/>
        </p:nvSpPr>
        <p:spPr>
          <a:xfrm>
            <a:off x="10658130" y="5917849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414" y="645"/>
                </a:lnTo>
                <a:lnTo>
                  <a:pt x="11549" y="1389"/>
                </a:lnTo>
                <a:lnTo>
                  <a:pt x="13619" y="2219"/>
                </a:lnTo>
                <a:lnTo>
                  <a:pt x="15642" y="3123"/>
                </a:lnTo>
                <a:lnTo>
                  <a:pt x="17636" y="4092"/>
                </a:lnTo>
                <a:lnTo>
                  <a:pt x="19616" y="5110"/>
                </a:lnTo>
                <a:lnTo>
                  <a:pt x="21600" y="6171"/>
                </a:lnTo>
                <a:lnTo>
                  <a:pt x="19462" y="6171"/>
                </a:lnTo>
                <a:lnTo>
                  <a:pt x="17316" y="6171"/>
                </a:lnTo>
                <a:lnTo>
                  <a:pt x="15163" y="6171"/>
                </a:lnTo>
                <a:lnTo>
                  <a:pt x="12992" y="6171"/>
                </a:lnTo>
                <a:lnTo>
                  <a:pt x="10800" y="6171"/>
                </a:lnTo>
                <a:lnTo>
                  <a:pt x="11538" y="8347"/>
                </a:lnTo>
                <a:lnTo>
                  <a:pt x="12316" y="10337"/>
                </a:lnTo>
                <a:lnTo>
                  <a:pt x="13172" y="12173"/>
                </a:lnTo>
                <a:lnTo>
                  <a:pt x="14134" y="13886"/>
                </a:lnTo>
                <a:lnTo>
                  <a:pt x="15232" y="15500"/>
                </a:lnTo>
                <a:lnTo>
                  <a:pt x="16495" y="17049"/>
                </a:lnTo>
                <a:lnTo>
                  <a:pt x="17957" y="18564"/>
                </a:lnTo>
                <a:lnTo>
                  <a:pt x="19649" y="20069"/>
                </a:lnTo>
                <a:lnTo>
                  <a:pt x="21600" y="21600"/>
                </a:lnTo>
                <a:lnTo>
                  <a:pt x="19102" y="21307"/>
                </a:lnTo>
                <a:lnTo>
                  <a:pt x="16650" y="20967"/>
                </a:lnTo>
                <a:lnTo>
                  <a:pt x="14242" y="20551"/>
                </a:lnTo>
                <a:lnTo>
                  <a:pt x="11869" y="20023"/>
                </a:lnTo>
                <a:lnTo>
                  <a:pt x="9522" y="19357"/>
                </a:lnTo>
                <a:lnTo>
                  <a:pt x="7200" y="18514"/>
                </a:lnTo>
                <a:lnTo>
                  <a:pt x="6984" y="16219"/>
                </a:lnTo>
                <a:lnTo>
                  <a:pt x="6876" y="14589"/>
                </a:lnTo>
                <a:lnTo>
                  <a:pt x="6876" y="13182"/>
                </a:lnTo>
                <a:lnTo>
                  <a:pt x="6984" y="11553"/>
                </a:lnTo>
                <a:lnTo>
                  <a:pt x="7200" y="9257"/>
                </a:lnTo>
                <a:lnTo>
                  <a:pt x="5062" y="8014"/>
                </a:lnTo>
                <a:lnTo>
                  <a:pt x="3600" y="7279"/>
                </a:lnTo>
                <a:lnTo>
                  <a:pt x="2138" y="6761"/>
                </a:lnTo>
                <a:lnTo>
                  <a:pt x="0" y="6171"/>
                </a:lnTo>
                <a:lnTo>
                  <a:pt x="1631" y="4123"/>
                </a:lnTo>
                <a:lnTo>
                  <a:pt x="2923" y="2796"/>
                </a:lnTo>
                <a:lnTo>
                  <a:pt x="4558" y="1614"/>
                </a:lnTo>
                <a:lnTo>
                  <a:pt x="7200" y="0"/>
                </a:lnTo>
                <a:close/>
              </a:path>
            </a:pathLst>
          </a:custGeom>
          <a:solidFill>
            <a:srgbClr val="9C9D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2" name="contour_14090"/>
          <p:cNvSpPr/>
          <p:nvPr/>
        </p:nvSpPr>
        <p:spPr>
          <a:xfrm>
            <a:off x="4835025" y="5919438"/>
            <a:ext cx="51016" cy="275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66"/>
                </a:moveTo>
                <a:lnTo>
                  <a:pt x="20961" y="7733"/>
                </a:lnTo>
                <a:lnTo>
                  <a:pt x="20427" y="10012"/>
                </a:lnTo>
                <a:lnTo>
                  <a:pt x="19708" y="12371"/>
                </a:lnTo>
                <a:lnTo>
                  <a:pt x="18514" y="15889"/>
                </a:lnTo>
                <a:lnTo>
                  <a:pt x="16323" y="17277"/>
                </a:lnTo>
                <a:lnTo>
                  <a:pt x="14771" y="18110"/>
                </a:lnTo>
                <a:lnTo>
                  <a:pt x="13111" y="18727"/>
                </a:lnTo>
                <a:lnTo>
                  <a:pt x="10609" y="19458"/>
                </a:lnTo>
                <a:lnTo>
                  <a:pt x="8495" y="20104"/>
                </a:lnTo>
                <a:lnTo>
                  <a:pt x="6353" y="20755"/>
                </a:lnTo>
                <a:lnTo>
                  <a:pt x="4730" y="21177"/>
                </a:lnTo>
                <a:lnTo>
                  <a:pt x="3086" y="21600"/>
                </a:lnTo>
                <a:lnTo>
                  <a:pt x="2475" y="18208"/>
                </a:lnTo>
                <a:lnTo>
                  <a:pt x="1861" y="14804"/>
                </a:lnTo>
                <a:lnTo>
                  <a:pt x="1247" y="11388"/>
                </a:lnTo>
                <a:lnTo>
                  <a:pt x="626" y="7944"/>
                </a:lnTo>
                <a:lnTo>
                  <a:pt x="0" y="4466"/>
                </a:lnTo>
                <a:lnTo>
                  <a:pt x="2444" y="3090"/>
                </a:lnTo>
                <a:lnTo>
                  <a:pt x="4703" y="1919"/>
                </a:lnTo>
                <a:lnTo>
                  <a:pt x="6823" y="982"/>
                </a:lnTo>
                <a:lnTo>
                  <a:pt x="8847" y="331"/>
                </a:lnTo>
                <a:lnTo>
                  <a:pt x="10825" y="0"/>
                </a:lnTo>
                <a:lnTo>
                  <a:pt x="12803" y="23"/>
                </a:lnTo>
                <a:lnTo>
                  <a:pt x="14821" y="445"/>
                </a:lnTo>
                <a:lnTo>
                  <a:pt x="16931" y="1302"/>
                </a:lnTo>
                <a:lnTo>
                  <a:pt x="19175" y="2627"/>
                </a:lnTo>
                <a:lnTo>
                  <a:pt x="21600" y="4466"/>
                </a:lnTo>
                <a:close/>
              </a:path>
            </a:pathLst>
          </a:custGeom>
          <a:solidFill>
            <a:srgbClr val="8420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3" name="contour_14091"/>
          <p:cNvSpPr/>
          <p:nvPr/>
        </p:nvSpPr>
        <p:spPr>
          <a:xfrm>
            <a:off x="1489247" y="5924911"/>
            <a:ext cx="51606" cy="293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6"/>
                </a:moveTo>
                <a:lnTo>
                  <a:pt x="21600" y="3708"/>
                </a:lnTo>
                <a:lnTo>
                  <a:pt x="21600" y="7271"/>
                </a:lnTo>
                <a:lnTo>
                  <a:pt x="21600" y="10883"/>
                </a:lnTo>
                <a:lnTo>
                  <a:pt x="19800" y="12142"/>
                </a:lnTo>
                <a:lnTo>
                  <a:pt x="18049" y="13278"/>
                </a:lnTo>
                <a:lnTo>
                  <a:pt x="16320" y="14302"/>
                </a:lnTo>
                <a:lnTo>
                  <a:pt x="14575" y="15239"/>
                </a:lnTo>
                <a:lnTo>
                  <a:pt x="12787" y="16102"/>
                </a:lnTo>
                <a:lnTo>
                  <a:pt x="10924" y="16911"/>
                </a:lnTo>
                <a:lnTo>
                  <a:pt x="9392" y="17608"/>
                </a:lnTo>
                <a:lnTo>
                  <a:pt x="7837" y="18315"/>
                </a:lnTo>
                <a:lnTo>
                  <a:pt x="5942" y="19157"/>
                </a:lnTo>
                <a:lnTo>
                  <a:pt x="4045" y="19982"/>
                </a:lnTo>
                <a:lnTo>
                  <a:pt x="2147" y="20796"/>
                </a:lnTo>
                <a:lnTo>
                  <a:pt x="247" y="21600"/>
                </a:lnTo>
                <a:lnTo>
                  <a:pt x="82" y="17726"/>
                </a:lnTo>
                <a:lnTo>
                  <a:pt x="0" y="14950"/>
                </a:lnTo>
                <a:lnTo>
                  <a:pt x="0" y="12507"/>
                </a:lnTo>
                <a:lnTo>
                  <a:pt x="82" y="9624"/>
                </a:lnTo>
                <a:lnTo>
                  <a:pt x="247" y="5525"/>
                </a:lnTo>
                <a:lnTo>
                  <a:pt x="2398" y="4180"/>
                </a:lnTo>
                <a:lnTo>
                  <a:pt x="4509" y="3044"/>
                </a:lnTo>
                <a:lnTo>
                  <a:pt x="6589" y="2106"/>
                </a:lnTo>
                <a:lnTo>
                  <a:pt x="8657" y="1356"/>
                </a:lnTo>
                <a:lnTo>
                  <a:pt x="10728" y="777"/>
                </a:lnTo>
                <a:lnTo>
                  <a:pt x="12815" y="364"/>
                </a:lnTo>
                <a:lnTo>
                  <a:pt x="14932" y="113"/>
                </a:lnTo>
                <a:lnTo>
                  <a:pt x="17091" y="0"/>
                </a:lnTo>
                <a:lnTo>
                  <a:pt x="19309" y="21"/>
                </a:lnTo>
                <a:lnTo>
                  <a:pt x="21600" y="166"/>
                </a:lnTo>
                <a:close/>
              </a:path>
            </a:pathLst>
          </a:custGeom>
          <a:solidFill>
            <a:srgbClr val="2524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4" name="contour_14092"/>
          <p:cNvSpPr/>
          <p:nvPr/>
        </p:nvSpPr>
        <p:spPr>
          <a:xfrm>
            <a:off x="2422700" y="5895985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52" y="2385"/>
                </a:lnTo>
                <a:lnTo>
                  <a:pt x="8402" y="4089"/>
                </a:lnTo>
                <a:lnTo>
                  <a:pt x="10805" y="5372"/>
                </a:lnTo>
                <a:lnTo>
                  <a:pt x="12604" y="6489"/>
                </a:lnTo>
                <a:lnTo>
                  <a:pt x="14251" y="7699"/>
                </a:lnTo>
                <a:lnTo>
                  <a:pt x="16200" y="9257"/>
                </a:lnTo>
                <a:lnTo>
                  <a:pt x="15671" y="11738"/>
                </a:lnTo>
                <a:lnTo>
                  <a:pt x="15125" y="13460"/>
                </a:lnTo>
                <a:lnTo>
                  <a:pt x="14305" y="14867"/>
                </a:lnTo>
                <a:lnTo>
                  <a:pt x="12949" y="16404"/>
                </a:lnTo>
                <a:lnTo>
                  <a:pt x="10800" y="18514"/>
                </a:lnTo>
                <a:lnTo>
                  <a:pt x="9628" y="18848"/>
                </a:lnTo>
                <a:lnTo>
                  <a:pt x="8111" y="19283"/>
                </a:lnTo>
                <a:lnTo>
                  <a:pt x="5243" y="20103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lnTo>
                  <a:pt x="10800" y="0"/>
                </a:lnTo>
                <a:lnTo>
                  <a:pt x="13473" y="1527"/>
                </a:lnTo>
                <a:lnTo>
                  <a:pt x="16162" y="3061"/>
                </a:lnTo>
                <a:lnTo>
                  <a:pt x="18862" y="4607"/>
                </a:lnTo>
                <a:lnTo>
                  <a:pt x="21600" y="6171"/>
                </a:lnTo>
                <a:lnTo>
                  <a:pt x="18031" y="6171"/>
                </a:lnTo>
                <a:lnTo>
                  <a:pt x="14440" y="6171"/>
                </a:lnTo>
                <a:lnTo>
                  <a:pt x="10800" y="6171"/>
                </a:lnTo>
                <a:lnTo>
                  <a:pt x="10800" y="4132"/>
                </a:lnTo>
                <a:lnTo>
                  <a:pt x="10800" y="2080"/>
                </a:lnTo>
                <a:lnTo>
                  <a:pt x="10800" y="0"/>
                </a:lnTo>
                <a:lnTo>
                  <a:pt x="0" y="0"/>
                </a:lnTo>
                <a:close/>
              </a:path>
            </a:pathLst>
          </a:custGeom>
          <a:solidFill>
            <a:srgbClr val="CED5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5" name="contour_14093"/>
          <p:cNvSpPr/>
          <p:nvPr/>
        </p:nvSpPr>
        <p:spPr>
          <a:xfrm>
            <a:off x="9849171" y="5866381"/>
            <a:ext cx="29152" cy="38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9" y="0"/>
                </a:moveTo>
                <a:lnTo>
                  <a:pt x="16394" y="82"/>
                </a:lnTo>
                <a:lnTo>
                  <a:pt x="18981" y="169"/>
                </a:lnTo>
                <a:lnTo>
                  <a:pt x="21600" y="256"/>
                </a:lnTo>
                <a:lnTo>
                  <a:pt x="21600" y="3169"/>
                </a:lnTo>
                <a:lnTo>
                  <a:pt x="21600" y="6087"/>
                </a:lnTo>
                <a:lnTo>
                  <a:pt x="21600" y="9013"/>
                </a:lnTo>
                <a:lnTo>
                  <a:pt x="21600" y="11948"/>
                </a:lnTo>
                <a:lnTo>
                  <a:pt x="21600" y="14899"/>
                </a:lnTo>
                <a:lnTo>
                  <a:pt x="21600" y="17870"/>
                </a:lnTo>
                <a:lnTo>
                  <a:pt x="21600" y="20862"/>
                </a:lnTo>
                <a:lnTo>
                  <a:pt x="17739" y="21357"/>
                </a:lnTo>
                <a:lnTo>
                  <a:pt x="14969" y="21600"/>
                </a:lnTo>
                <a:lnTo>
                  <a:pt x="12506" y="21600"/>
                </a:lnTo>
                <a:lnTo>
                  <a:pt x="9574" y="21357"/>
                </a:lnTo>
                <a:lnTo>
                  <a:pt x="5400" y="20862"/>
                </a:lnTo>
                <a:lnTo>
                  <a:pt x="3731" y="18229"/>
                </a:lnTo>
                <a:lnTo>
                  <a:pt x="2392" y="15575"/>
                </a:lnTo>
                <a:lnTo>
                  <a:pt x="1366" y="12879"/>
                </a:lnTo>
                <a:lnTo>
                  <a:pt x="637" y="10126"/>
                </a:lnTo>
                <a:lnTo>
                  <a:pt x="184" y="7295"/>
                </a:lnTo>
                <a:lnTo>
                  <a:pt x="0" y="4377"/>
                </a:lnTo>
                <a:lnTo>
                  <a:pt x="3251" y="1986"/>
                </a:lnTo>
                <a:lnTo>
                  <a:pt x="5778" y="738"/>
                </a:lnTo>
                <a:lnTo>
                  <a:pt x="8872" y="210"/>
                </a:lnTo>
                <a:lnTo>
                  <a:pt x="13829" y="0"/>
                </a:lnTo>
                <a:close/>
              </a:path>
            </a:pathLst>
          </a:custGeom>
          <a:solidFill>
            <a:srgbClr val="D0D1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6" name="contour_14094"/>
          <p:cNvSpPr/>
          <p:nvPr/>
        </p:nvSpPr>
        <p:spPr>
          <a:xfrm>
            <a:off x="10490506" y="5859545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5" y="0"/>
                </a:lnTo>
                <a:lnTo>
                  <a:pt x="19780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818" y="21241"/>
                </a:lnTo>
                <a:lnTo>
                  <a:pt x="18036" y="20887"/>
                </a:lnTo>
                <a:lnTo>
                  <a:pt x="16251" y="20529"/>
                </a:lnTo>
                <a:lnTo>
                  <a:pt x="14464" y="20174"/>
                </a:lnTo>
                <a:lnTo>
                  <a:pt x="12674" y="19816"/>
                </a:lnTo>
                <a:lnTo>
                  <a:pt x="10881" y="19457"/>
                </a:lnTo>
                <a:lnTo>
                  <a:pt x="9083" y="19099"/>
                </a:lnTo>
                <a:lnTo>
                  <a:pt x="7279" y="18736"/>
                </a:lnTo>
                <a:lnTo>
                  <a:pt x="5470" y="18373"/>
                </a:lnTo>
                <a:lnTo>
                  <a:pt x="3656" y="18010"/>
                </a:lnTo>
                <a:lnTo>
                  <a:pt x="1831" y="17647"/>
                </a:lnTo>
                <a:lnTo>
                  <a:pt x="0" y="17280"/>
                </a:lnTo>
                <a:lnTo>
                  <a:pt x="0" y="15137"/>
                </a:lnTo>
                <a:lnTo>
                  <a:pt x="0" y="12960"/>
                </a:lnTo>
                <a:lnTo>
                  <a:pt x="1704" y="12372"/>
                </a:lnTo>
                <a:lnTo>
                  <a:pt x="3410" y="11867"/>
                </a:lnTo>
                <a:lnTo>
                  <a:pt x="5119" y="11422"/>
                </a:lnTo>
                <a:lnTo>
                  <a:pt x="6834" y="11020"/>
                </a:lnTo>
                <a:lnTo>
                  <a:pt x="8556" y="10644"/>
                </a:lnTo>
                <a:lnTo>
                  <a:pt x="10284" y="10277"/>
                </a:lnTo>
                <a:lnTo>
                  <a:pt x="11880" y="9465"/>
                </a:lnTo>
                <a:lnTo>
                  <a:pt x="13500" y="8640"/>
                </a:lnTo>
                <a:lnTo>
                  <a:pt x="14189" y="6493"/>
                </a:lnTo>
                <a:lnTo>
                  <a:pt x="14869" y="4333"/>
                </a:lnTo>
                <a:lnTo>
                  <a:pt x="15539" y="2169"/>
                </a:lnTo>
                <a:lnTo>
                  <a:pt x="16200" y="0"/>
                </a:lnTo>
                <a:close/>
              </a:path>
            </a:pathLst>
          </a:custGeom>
          <a:solidFill>
            <a:srgbClr val="7C80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7" name="contour_14095"/>
          <p:cNvSpPr/>
          <p:nvPr/>
        </p:nvSpPr>
        <p:spPr>
          <a:xfrm>
            <a:off x="8617493" y="5859545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589" y="1679"/>
                </a:lnTo>
                <a:lnTo>
                  <a:pt x="16118" y="3345"/>
                </a:lnTo>
                <a:lnTo>
                  <a:pt x="17526" y="5020"/>
                </a:lnTo>
                <a:lnTo>
                  <a:pt x="18796" y="6736"/>
                </a:lnTo>
                <a:lnTo>
                  <a:pt x="19915" y="8510"/>
                </a:lnTo>
                <a:lnTo>
                  <a:pt x="20853" y="10371"/>
                </a:lnTo>
                <a:lnTo>
                  <a:pt x="21600" y="12343"/>
                </a:lnTo>
                <a:lnTo>
                  <a:pt x="19876" y="14250"/>
                </a:lnTo>
                <a:lnTo>
                  <a:pt x="17971" y="15950"/>
                </a:lnTo>
                <a:lnTo>
                  <a:pt x="15885" y="17487"/>
                </a:lnTo>
                <a:lnTo>
                  <a:pt x="13630" y="18909"/>
                </a:lnTo>
                <a:lnTo>
                  <a:pt x="11210" y="20264"/>
                </a:lnTo>
                <a:lnTo>
                  <a:pt x="8640" y="21600"/>
                </a:lnTo>
                <a:lnTo>
                  <a:pt x="6463" y="19949"/>
                </a:lnTo>
                <a:lnTo>
                  <a:pt x="4899" y="18687"/>
                </a:lnTo>
                <a:lnTo>
                  <a:pt x="3711" y="17552"/>
                </a:lnTo>
                <a:lnTo>
                  <a:pt x="2657" y="16286"/>
                </a:lnTo>
                <a:lnTo>
                  <a:pt x="1503" y="14636"/>
                </a:lnTo>
                <a:lnTo>
                  <a:pt x="0" y="12343"/>
                </a:lnTo>
                <a:lnTo>
                  <a:pt x="1486" y="10359"/>
                </a:lnTo>
                <a:lnTo>
                  <a:pt x="3115" y="8483"/>
                </a:lnTo>
                <a:lnTo>
                  <a:pt x="4877" y="6693"/>
                </a:lnTo>
                <a:lnTo>
                  <a:pt x="6756" y="4971"/>
                </a:lnTo>
                <a:lnTo>
                  <a:pt x="8739" y="3296"/>
                </a:lnTo>
                <a:lnTo>
                  <a:pt x="10813" y="1645"/>
                </a:lnTo>
                <a:lnTo>
                  <a:pt x="12960" y="0"/>
                </a:lnTo>
                <a:close/>
              </a:path>
            </a:pathLst>
          </a:custGeom>
          <a:solidFill>
            <a:srgbClr val="BCD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8" name="contour_14096"/>
          <p:cNvSpPr/>
          <p:nvPr/>
        </p:nvSpPr>
        <p:spPr>
          <a:xfrm>
            <a:off x="10650842" y="5866833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5891" y="20585"/>
                </a:lnTo>
                <a:lnTo>
                  <a:pt x="12530" y="19818"/>
                </a:lnTo>
                <a:lnTo>
                  <a:pt x="10136" y="19143"/>
                </a:lnTo>
                <a:lnTo>
                  <a:pt x="8243" y="18414"/>
                </a:lnTo>
                <a:lnTo>
                  <a:pt x="6395" y="17485"/>
                </a:lnTo>
                <a:lnTo>
                  <a:pt x="4134" y="16200"/>
                </a:lnTo>
                <a:lnTo>
                  <a:pt x="2613" y="12020"/>
                </a:lnTo>
                <a:lnTo>
                  <a:pt x="1637" y="9088"/>
                </a:lnTo>
                <a:lnTo>
                  <a:pt x="1009" y="6626"/>
                </a:lnTo>
                <a:lnTo>
                  <a:pt x="529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4343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099" name="contour_14097"/>
          <p:cNvSpPr/>
          <p:nvPr/>
        </p:nvSpPr>
        <p:spPr>
          <a:xfrm>
            <a:off x="4026058" y="5865397"/>
            <a:ext cx="72880" cy="378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9"/>
                </a:moveTo>
                <a:lnTo>
                  <a:pt x="3214" y="515"/>
                </a:lnTo>
                <a:lnTo>
                  <a:pt x="5946" y="274"/>
                </a:lnTo>
                <a:lnTo>
                  <a:pt x="8251" y="100"/>
                </a:lnTo>
                <a:lnTo>
                  <a:pt x="10180" y="4"/>
                </a:lnTo>
                <a:lnTo>
                  <a:pt x="11789" y="0"/>
                </a:lnTo>
                <a:lnTo>
                  <a:pt x="13128" y="87"/>
                </a:lnTo>
                <a:lnTo>
                  <a:pt x="14252" y="283"/>
                </a:lnTo>
                <a:lnTo>
                  <a:pt x="15213" y="594"/>
                </a:lnTo>
                <a:lnTo>
                  <a:pt x="16064" y="1027"/>
                </a:lnTo>
                <a:lnTo>
                  <a:pt x="16861" y="1596"/>
                </a:lnTo>
                <a:lnTo>
                  <a:pt x="17652" y="2307"/>
                </a:lnTo>
                <a:lnTo>
                  <a:pt x="18494" y="3171"/>
                </a:lnTo>
                <a:lnTo>
                  <a:pt x="19440" y="4194"/>
                </a:lnTo>
                <a:lnTo>
                  <a:pt x="20153" y="5823"/>
                </a:lnTo>
                <a:lnTo>
                  <a:pt x="20872" y="7469"/>
                </a:lnTo>
                <a:lnTo>
                  <a:pt x="21600" y="9131"/>
                </a:lnTo>
                <a:lnTo>
                  <a:pt x="21259" y="12473"/>
                </a:lnTo>
                <a:lnTo>
                  <a:pt x="20976" y="14792"/>
                </a:lnTo>
                <a:lnTo>
                  <a:pt x="20647" y="16687"/>
                </a:lnTo>
                <a:lnTo>
                  <a:pt x="20170" y="18757"/>
                </a:lnTo>
                <a:lnTo>
                  <a:pt x="19440" y="21600"/>
                </a:lnTo>
                <a:lnTo>
                  <a:pt x="18639" y="19626"/>
                </a:lnTo>
                <a:lnTo>
                  <a:pt x="17829" y="17639"/>
                </a:lnTo>
                <a:lnTo>
                  <a:pt x="17010" y="15623"/>
                </a:lnTo>
                <a:lnTo>
                  <a:pt x="15818" y="13504"/>
                </a:lnTo>
                <a:lnTo>
                  <a:pt x="14574" y="11721"/>
                </a:lnTo>
                <a:lnTo>
                  <a:pt x="13280" y="10241"/>
                </a:lnTo>
                <a:lnTo>
                  <a:pt x="11943" y="9032"/>
                </a:lnTo>
                <a:lnTo>
                  <a:pt x="10565" y="8059"/>
                </a:lnTo>
                <a:lnTo>
                  <a:pt x="9145" y="7282"/>
                </a:lnTo>
                <a:lnTo>
                  <a:pt x="7692" y="6675"/>
                </a:lnTo>
                <a:lnTo>
                  <a:pt x="6206" y="6205"/>
                </a:lnTo>
                <a:lnTo>
                  <a:pt x="4692" y="5831"/>
                </a:lnTo>
                <a:lnTo>
                  <a:pt x="3149" y="5524"/>
                </a:lnTo>
                <a:lnTo>
                  <a:pt x="1585" y="5249"/>
                </a:lnTo>
                <a:lnTo>
                  <a:pt x="0" y="4975"/>
                </a:lnTo>
                <a:lnTo>
                  <a:pt x="0" y="2914"/>
                </a:lnTo>
                <a:lnTo>
                  <a:pt x="0" y="819"/>
                </a:lnTo>
                <a:close/>
              </a:path>
            </a:pathLst>
          </a:custGeom>
          <a:solidFill>
            <a:srgbClr val="20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0" name="contour_14098"/>
          <p:cNvSpPr/>
          <p:nvPr/>
        </p:nvSpPr>
        <p:spPr>
          <a:xfrm>
            <a:off x="7152606" y="5868597"/>
            <a:ext cx="65592" cy="275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36"/>
                </a:moveTo>
                <a:lnTo>
                  <a:pt x="21298" y="8649"/>
                </a:lnTo>
                <a:lnTo>
                  <a:pt x="21022" y="11692"/>
                </a:lnTo>
                <a:lnTo>
                  <a:pt x="20657" y="14301"/>
                </a:lnTo>
                <a:lnTo>
                  <a:pt x="20088" y="17298"/>
                </a:lnTo>
                <a:lnTo>
                  <a:pt x="19200" y="21497"/>
                </a:lnTo>
                <a:lnTo>
                  <a:pt x="17453" y="21600"/>
                </a:lnTo>
                <a:lnTo>
                  <a:pt x="15830" y="21554"/>
                </a:lnTo>
                <a:lnTo>
                  <a:pt x="14273" y="21348"/>
                </a:lnTo>
                <a:lnTo>
                  <a:pt x="12730" y="20976"/>
                </a:lnTo>
                <a:lnTo>
                  <a:pt x="11141" y="20433"/>
                </a:lnTo>
                <a:lnTo>
                  <a:pt x="9451" y="19712"/>
                </a:lnTo>
                <a:lnTo>
                  <a:pt x="8088" y="19180"/>
                </a:lnTo>
                <a:lnTo>
                  <a:pt x="6708" y="18648"/>
                </a:lnTo>
                <a:lnTo>
                  <a:pt x="5028" y="17968"/>
                </a:lnTo>
                <a:lnTo>
                  <a:pt x="3350" y="17258"/>
                </a:lnTo>
                <a:lnTo>
                  <a:pt x="1675" y="16526"/>
                </a:lnTo>
                <a:lnTo>
                  <a:pt x="0" y="15777"/>
                </a:lnTo>
                <a:lnTo>
                  <a:pt x="1637" y="12081"/>
                </a:lnTo>
                <a:lnTo>
                  <a:pt x="3202" y="8907"/>
                </a:lnTo>
                <a:lnTo>
                  <a:pt x="4716" y="6235"/>
                </a:lnTo>
                <a:lnTo>
                  <a:pt x="6199" y="4056"/>
                </a:lnTo>
                <a:lnTo>
                  <a:pt x="7670" y="2363"/>
                </a:lnTo>
                <a:lnTo>
                  <a:pt x="9154" y="1127"/>
                </a:lnTo>
                <a:lnTo>
                  <a:pt x="10670" y="343"/>
                </a:lnTo>
                <a:lnTo>
                  <a:pt x="12238" y="0"/>
                </a:lnTo>
                <a:lnTo>
                  <a:pt x="13879" y="74"/>
                </a:lnTo>
                <a:lnTo>
                  <a:pt x="15614" y="561"/>
                </a:lnTo>
                <a:lnTo>
                  <a:pt x="17467" y="1442"/>
                </a:lnTo>
                <a:lnTo>
                  <a:pt x="19454" y="2706"/>
                </a:lnTo>
                <a:lnTo>
                  <a:pt x="21600" y="4336"/>
                </a:lnTo>
                <a:close/>
              </a:path>
            </a:pathLst>
          </a:custGeom>
          <a:solidFill>
            <a:srgbClr val="C7CC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1" name="contour_14099"/>
          <p:cNvSpPr/>
          <p:nvPr/>
        </p:nvSpPr>
        <p:spPr>
          <a:xfrm>
            <a:off x="10454067" y="581581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569"/>
                </a:lnTo>
                <a:lnTo>
                  <a:pt x="15865" y="1040"/>
                </a:lnTo>
                <a:lnTo>
                  <a:pt x="17507" y="1588"/>
                </a:lnTo>
                <a:lnTo>
                  <a:pt x="19246" y="2383"/>
                </a:lnTo>
                <a:lnTo>
                  <a:pt x="21600" y="3600"/>
                </a:lnTo>
                <a:lnTo>
                  <a:pt x="20819" y="3989"/>
                </a:lnTo>
                <a:lnTo>
                  <a:pt x="19811" y="4496"/>
                </a:lnTo>
                <a:lnTo>
                  <a:pt x="17896" y="5454"/>
                </a:lnTo>
                <a:lnTo>
                  <a:pt x="14400" y="7200"/>
                </a:lnTo>
                <a:lnTo>
                  <a:pt x="14958" y="7981"/>
                </a:lnTo>
                <a:lnTo>
                  <a:pt x="16650" y="10350"/>
                </a:lnTo>
                <a:lnTo>
                  <a:pt x="17320" y="12359"/>
                </a:lnTo>
                <a:lnTo>
                  <a:pt x="18000" y="14400"/>
                </a:lnTo>
                <a:lnTo>
                  <a:pt x="15988" y="16790"/>
                </a:lnTo>
                <a:lnTo>
                  <a:pt x="14566" y="18338"/>
                </a:lnTo>
                <a:lnTo>
                  <a:pt x="13064" y="19717"/>
                </a:lnTo>
                <a:lnTo>
                  <a:pt x="10800" y="21600"/>
                </a:lnTo>
                <a:lnTo>
                  <a:pt x="9018" y="19818"/>
                </a:lnTo>
                <a:lnTo>
                  <a:pt x="7232" y="18032"/>
                </a:lnTo>
                <a:lnTo>
                  <a:pt x="5440" y="16240"/>
                </a:lnTo>
                <a:lnTo>
                  <a:pt x="3640" y="14440"/>
                </a:lnTo>
                <a:lnTo>
                  <a:pt x="1829" y="12629"/>
                </a:lnTo>
                <a:lnTo>
                  <a:pt x="0" y="10800"/>
                </a:lnTo>
                <a:lnTo>
                  <a:pt x="2826" y="7448"/>
                </a:lnTo>
                <a:lnTo>
                  <a:pt x="4838" y="5116"/>
                </a:lnTo>
                <a:lnTo>
                  <a:pt x="6347" y="3503"/>
                </a:lnTo>
                <a:lnTo>
                  <a:pt x="7639" y="2315"/>
                </a:lnTo>
                <a:lnTo>
                  <a:pt x="9025" y="1246"/>
                </a:lnTo>
                <a:lnTo>
                  <a:pt x="10800" y="0"/>
                </a:lnTo>
                <a:close/>
              </a:path>
            </a:pathLst>
          </a:custGeom>
          <a:solidFill>
            <a:srgbClr val="E6E8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2" name="contour_14100"/>
          <p:cNvSpPr/>
          <p:nvPr/>
        </p:nvSpPr>
        <p:spPr>
          <a:xfrm>
            <a:off x="3770978" y="5828294"/>
            <a:ext cx="65592" cy="23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92"/>
                </a:moveTo>
                <a:lnTo>
                  <a:pt x="3430" y="1077"/>
                </a:lnTo>
                <a:lnTo>
                  <a:pt x="6202" y="480"/>
                </a:lnTo>
                <a:lnTo>
                  <a:pt x="8419" y="105"/>
                </a:lnTo>
                <a:lnTo>
                  <a:pt x="10183" y="0"/>
                </a:lnTo>
                <a:lnTo>
                  <a:pt x="11597" y="177"/>
                </a:lnTo>
                <a:lnTo>
                  <a:pt x="12761" y="664"/>
                </a:lnTo>
                <a:lnTo>
                  <a:pt x="13778" y="1491"/>
                </a:lnTo>
                <a:lnTo>
                  <a:pt x="14748" y="2687"/>
                </a:lnTo>
                <a:lnTo>
                  <a:pt x="15775" y="4277"/>
                </a:lnTo>
                <a:lnTo>
                  <a:pt x="16958" y="6280"/>
                </a:lnTo>
                <a:lnTo>
                  <a:pt x="17928" y="9026"/>
                </a:lnTo>
                <a:lnTo>
                  <a:pt x="18653" y="11194"/>
                </a:lnTo>
                <a:lnTo>
                  <a:pt x="19358" y="13526"/>
                </a:lnTo>
                <a:lnTo>
                  <a:pt x="20268" y="16745"/>
                </a:lnTo>
                <a:lnTo>
                  <a:pt x="21600" y="21600"/>
                </a:lnTo>
                <a:lnTo>
                  <a:pt x="19980" y="21140"/>
                </a:lnTo>
                <a:lnTo>
                  <a:pt x="18358" y="20661"/>
                </a:lnTo>
                <a:lnTo>
                  <a:pt x="16738" y="20168"/>
                </a:lnTo>
                <a:lnTo>
                  <a:pt x="15120" y="19655"/>
                </a:lnTo>
                <a:lnTo>
                  <a:pt x="13500" y="19136"/>
                </a:lnTo>
                <a:lnTo>
                  <a:pt x="11995" y="18677"/>
                </a:lnTo>
                <a:lnTo>
                  <a:pt x="10481" y="18217"/>
                </a:lnTo>
                <a:lnTo>
                  <a:pt x="8945" y="17750"/>
                </a:lnTo>
                <a:lnTo>
                  <a:pt x="7183" y="16450"/>
                </a:lnTo>
                <a:lnTo>
                  <a:pt x="5705" y="15011"/>
                </a:lnTo>
                <a:lnTo>
                  <a:pt x="4435" y="13323"/>
                </a:lnTo>
                <a:lnTo>
                  <a:pt x="3302" y="11273"/>
                </a:lnTo>
                <a:lnTo>
                  <a:pt x="2234" y="8764"/>
                </a:lnTo>
                <a:lnTo>
                  <a:pt x="1157" y="5669"/>
                </a:lnTo>
                <a:lnTo>
                  <a:pt x="0" y="1892"/>
                </a:lnTo>
                <a:close/>
              </a:path>
            </a:pathLst>
          </a:custGeom>
          <a:solidFill>
            <a:srgbClr val="22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3" name="contour_14101"/>
          <p:cNvSpPr/>
          <p:nvPr/>
        </p:nvSpPr>
        <p:spPr>
          <a:xfrm>
            <a:off x="3741826" y="5815817"/>
            <a:ext cx="58304" cy="362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9" y="617"/>
                </a:lnTo>
                <a:lnTo>
                  <a:pt x="1471" y="1181"/>
                </a:lnTo>
                <a:lnTo>
                  <a:pt x="2163" y="1741"/>
                </a:lnTo>
                <a:lnTo>
                  <a:pt x="2908" y="2336"/>
                </a:lnTo>
                <a:lnTo>
                  <a:pt x="3758" y="3022"/>
                </a:lnTo>
                <a:lnTo>
                  <a:pt x="4782" y="3842"/>
                </a:lnTo>
                <a:lnTo>
                  <a:pt x="6029" y="4850"/>
                </a:lnTo>
                <a:lnTo>
                  <a:pt x="7565" y="6083"/>
                </a:lnTo>
                <a:lnTo>
                  <a:pt x="9445" y="7594"/>
                </a:lnTo>
                <a:lnTo>
                  <a:pt x="11729" y="9430"/>
                </a:lnTo>
                <a:lnTo>
                  <a:pt x="14477" y="11640"/>
                </a:lnTo>
                <a:lnTo>
                  <a:pt x="17747" y="14271"/>
                </a:lnTo>
                <a:lnTo>
                  <a:pt x="21600" y="17367"/>
                </a:lnTo>
                <a:lnTo>
                  <a:pt x="18371" y="18661"/>
                </a:lnTo>
                <a:lnTo>
                  <a:pt x="15649" y="19720"/>
                </a:lnTo>
                <a:lnTo>
                  <a:pt x="13365" y="20541"/>
                </a:lnTo>
                <a:lnTo>
                  <a:pt x="11440" y="21131"/>
                </a:lnTo>
                <a:lnTo>
                  <a:pt x="9801" y="21483"/>
                </a:lnTo>
                <a:lnTo>
                  <a:pt x="8370" y="21600"/>
                </a:lnTo>
                <a:lnTo>
                  <a:pt x="7074" y="21483"/>
                </a:lnTo>
                <a:lnTo>
                  <a:pt x="5840" y="21131"/>
                </a:lnTo>
                <a:lnTo>
                  <a:pt x="4590" y="20541"/>
                </a:lnTo>
                <a:lnTo>
                  <a:pt x="3251" y="19720"/>
                </a:lnTo>
                <a:lnTo>
                  <a:pt x="1744" y="18661"/>
                </a:lnTo>
                <a:lnTo>
                  <a:pt x="0" y="17367"/>
                </a:lnTo>
                <a:lnTo>
                  <a:pt x="0" y="14501"/>
                </a:lnTo>
                <a:lnTo>
                  <a:pt x="0" y="11631"/>
                </a:lnTo>
                <a:lnTo>
                  <a:pt x="0" y="8749"/>
                </a:lnTo>
                <a:lnTo>
                  <a:pt x="0" y="5853"/>
                </a:lnTo>
                <a:lnTo>
                  <a:pt x="0" y="2939"/>
                </a:lnTo>
                <a:lnTo>
                  <a:pt x="0" y="0"/>
                </a:lnTo>
                <a:close/>
              </a:path>
            </a:pathLst>
          </a:custGeom>
          <a:solidFill>
            <a:srgbClr val="6567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4" name="contour_14102"/>
          <p:cNvSpPr/>
          <p:nvPr/>
        </p:nvSpPr>
        <p:spPr>
          <a:xfrm>
            <a:off x="8325973" y="580852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626"/>
                </a:lnTo>
                <a:lnTo>
                  <a:pt x="8104" y="1296"/>
                </a:lnTo>
                <a:lnTo>
                  <a:pt x="10354" y="1987"/>
                </a:lnTo>
                <a:lnTo>
                  <a:pt x="12600" y="2700"/>
                </a:lnTo>
                <a:lnTo>
                  <a:pt x="15113" y="3456"/>
                </a:lnTo>
                <a:lnTo>
                  <a:pt x="17662" y="4219"/>
                </a:lnTo>
                <a:lnTo>
                  <a:pt x="19616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E6F1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5" name="contour_14103"/>
          <p:cNvSpPr/>
          <p:nvPr/>
        </p:nvSpPr>
        <p:spPr>
          <a:xfrm>
            <a:off x="10250003" y="5801241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89" y="158"/>
                </a:lnTo>
                <a:lnTo>
                  <a:pt x="7210" y="414"/>
                </a:lnTo>
                <a:lnTo>
                  <a:pt x="10604" y="828"/>
                </a:lnTo>
                <a:lnTo>
                  <a:pt x="13910" y="1454"/>
                </a:lnTo>
                <a:lnTo>
                  <a:pt x="17166" y="2358"/>
                </a:lnTo>
                <a:lnTo>
                  <a:pt x="20411" y="3600"/>
                </a:lnTo>
                <a:lnTo>
                  <a:pt x="21090" y="6199"/>
                </a:lnTo>
                <a:lnTo>
                  <a:pt x="21467" y="8762"/>
                </a:lnTo>
                <a:lnTo>
                  <a:pt x="21600" y="11308"/>
                </a:lnTo>
                <a:lnTo>
                  <a:pt x="21513" y="13849"/>
                </a:lnTo>
                <a:lnTo>
                  <a:pt x="21263" y="16398"/>
                </a:lnTo>
                <a:lnTo>
                  <a:pt x="20881" y="18979"/>
                </a:lnTo>
                <a:lnTo>
                  <a:pt x="20411" y="21600"/>
                </a:lnTo>
                <a:lnTo>
                  <a:pt x="16615" y="20923"/>
                </a:lnTo>
                <a:lnTo>
                  <a:pt x="13920" y="20398"/>
                </a:lnTo>
                <a:lnTo>
                  <a:pt x="11593" y="19850"/>
                </a:lnTo>
                <a:lnTo>
                  <a:pt x="8899" y="19109"/>
                </a:lnTo>
                <a:lnTo>
                  <a:pt x="5103" y="18000"/>
                </a:lnTo>
                <a:lnTo>
                  <a:pt x="5103" y="15620"/>
                </a:lnTo>
                <a:lnTo>
                  <a:pt x="5103" y="13226"/>
                </a:lnTo>
                <a:lnTo>
                  <a:pt x="5103" y="10800"/>
                </a:lnTo>
                <a:lnTo>
                  <a:pt x="4143" y="8626"/>
                </a:lnTo>
                <a:lnTo>
                  <a:pt x="3154" y="6458"/>
                </a:lnTo>
                <a:lnTo>
                  <a:pt x="2133" y="4298"/>
                </a:lnTo>
                <a:lnTo>
                  <a:pt x="1082" y="2146"/>
                </a:lnTo>
                <a:lnTo>
                  <a:pt x="0" y="0"/>
                </a:lnTo>
                <a:close/>
              </a:path>
            </a:pathLst>
          </a:custGeom>
          <a:solidFill>
            <a:srgbClr val="F5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6" name="contour_14104"/>
          <p:cNvSpPr/>
          <p:nvPr/>
        </p:nvSpPr>
        <p:spPr>
          <a:xfrm>
            <a:off x="8049029" y="580124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50" y="2376"/>
                </a:lnTo>
                <a:lnTo>
                  <a:pt x="19699" y="4756"/>
                </a:lnTo>
                <a:lnTo>
                  <a:pt x="18744" y="7135"/>
                </a:lnTo>
                <a:lnTo>
                  <a:pt x="17790" y="9522"/>
                </a:lnTo>
                <a:lnTo>
                  <a:pt x="16835" y="11916"/>
                </a:lnTo>
                <a:lnTo>
                  <a:pt x="15872" y="14321"/>
                </a:lnTo>
                <a:lnTo>
                  <a:pt x="14908" y="16733"/>
                </a:lnTo>
                <a:lnTo>
                  <a:pt x="13936" y="19159"/>
                </a:lnTo>
                <a:lnTo>
                  <a:pt x="12960" y="21600"/>
                </a:lnTo>
                <a:lnTo>
                  <a:pt x="11889" y="19818"/>
                </a:lnTo>
                <a:lnTo>
                  <a:pt x="10817" y="18029"/>
                </a:lnTo>
                <a:lnTo>
                  <a:pt x="9733" y="16225"/>
                </a:lnTo>
                <a:lnTo>
                  <a:pt x="8640" y="14400"/>
                </a:lnTo>
                <a:lnTo>
                  <a:pt x="5923" y="13079"/>
                </a:lnTo>
                <a:lnTo>
                  <a:pt x="4121" y="12262"/>
                </a:lnTo>
                <a:lnTo>
                  <a:pt x="2415" y="11617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8420"/>
                </a:lnTo>
                <a:lnTo>
                  <a:pt x="8640" y="6026"/>
                </a:lnTo>
                <a:lnTo>
                  <a:pt x="8640" y="3600"/>
                </a:lnTo>
                <a:lnTo>
                  <a:pt x="6502" y="2707"/>
                </a:lnTo>
                <a:lnTo>
                  <a:pt x="4350" y="1814"/>
                </a:lnTo>
                <a:lnTo>
                  <a:pt x="2190" y="911"/>
                </a:lnTo>
                <a:lnTo>
                  <a:pt x="0" y="0"/>
                </a:lnTo>
                <a:close/>
              </a:path>
            </a:pathLst>
          </a:custGeom>
          <a:solidFill>
            <a:srgbClr val="4D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7" name="contour_14105"/>
          <p:cNvSpPr/>
          <p:nvPr/>
        </p:nvSpPr>
        <p:spPr>
          <a:xfrm>
            <a:off x="7407686" y="5786075"/>
            <a:ext cx="65592" cy="22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134"/>
                </a:moveTo>
                <a:lnTo>
                  <a:pt x="15017" y="198"/>
                </a:lnTo>
                <a:lnTo>
                  <a:pt x="16546" y="261"/>
                </a:lnTo>
                <a:lnTo>
                  <a:pt x="18094" y="324"/>
                </a:lnTo>
                <a:lnTo>
                  <a:pt x="19253" y="402"/>
                </a:lnTo>
                <a:lnTo>
                  <a:pt x="20417" y="487"/>
                </a:lnTo>
                <a:lnTo>
                  <a:pt x="21600" y="571"/>
                </a:lnTo>
                <a:lnTo>
                  <a:pt x="20330" y="4550"/>
                </a:lnTo>
                <a:lnTo>
                  <a:pt x="19092" y="7950"/>
                </a:lnTo>
                <a:lnTo>
                  <a:pt x="17866" y="10821"/>
                </a:lnTo>
                <a:lnTo>
                  <a:pt x="16625" y="13234"/>
                </a:lnTo>
                <a:lnTo>
                  <a:pt x="15348" y="15251"/>
                </a:lnTo>
                <a:lnTo>
                  <a:pt x="14014" y="16930"/>
                </a:lnTo>
                <a:lnTo>
                  <a:pt x="12595" y="18348"/>
                </a:lnTo>
                <a:lnTo>
                  <a:pt x="11074" y="19547"/>
                </a:lnTo>
                <a:lnTo>
                  <a:pt x="9422" y="20612"/>
                </a:lnTo>
                <a:lnTo>
                  <a:pt x="7622" y="21600"/>
                </a:lnTo>
                <a:lnTo>
                  <a:pt x="5942" y="21572"/>
                </a:lnTo>
                <a:lnTo>
                  <a:pt x="4759" y="20888"/>
                </a:lnTo>
                <a:lnTo>
                  <a:pt x="3514" y="18941"/>
                </a:lnTo>
                <a:lnTo>
                  <a:pt x="1649" y="15117"/>
                </a:lnTo>
                <a:lnTo>
                  <a:pt x="830" y="11400"/>
                </a:lnTo>
                <a:lnTo>
                  <a:pt x="0" y="7626"/>
                </a:lnTo>
                <a:lnTo>
                  <a:pt x="1464" y="5150"/>
                </a:lnTo>
                <a:lnTo>
                  <a:pt x="2899" y="3266"/>
                </a:lnTo>
                <a:lnTo>
                  <a:pt x="4322" y="1898"/>
                </a:lnTo>
                <a:lnTo>
                  <a:pt x="5753" y="959"/>
                </a:lnTo>
                <a:lnTo>
                  <a:pt x="7200" y="381"/>
                </a:lnTo>
                <a:lnTo>
                  <a:pt x="8683" y="85"/>
                </a:lnTo>
                <a:lnTo>
                  <a:pt x="10217" y="0"/>
                </a:lnTo>
                <a:lnTo>
                  <a:pt x="11818" y="35"/>
                </a:lnTo>
                <a:lnTo>
                  <a:pt x="13500" y="134"/>
                </a:lnTo>
                <a:close/>
              </a:path>
            </a:pathLst>
          </a:custGeom>
          <a:solidFill>
            <a:srgbClr val="EA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8" name="contour_14106"/>
          <p:cNvSpPr/>
          <p:nvPr/>
        </p:nvSpPr>
        <p:spPr>
          <a:xfrm>
            <a:off x="5643992" y="5757513"/>
            <a:ext cx="3850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54" y="0"/>
                </a:moveTo>
                <a:lnTo>
                  <a:pt x="18382" y="0"/>
                </a:lnTo>
                <a:lnTo>
                  <a:pt x="20443" y="0"/>
                </a:lnTo>
                <a:lnTo>
                  <a:pt x="20938" y="1993"/>
                </a:lnTo>
                <a:lnTo>
                  <a:pt x="21314" y="3926"/>
                </a:lnTo>
                <a:lnTo>
                  <a:pt x="21547" y="5824"/>
                </a:lnTo>
                <a:lnTo>
                  <a:pt x="21600" y="7709"/>
                </a:lnTo>
                <a:lnTo>
                  <a:pt x="21453" y="9601"/>
                </a:lnTo>
                <a:lnTo>
                  <a:pt x="21077" y="11524"/>
                </a:lnTo>
                <a:lnTo>
                  <a:pt x="20443" y="13500"/>
                </a:lnTo>
                <a:lnTo>
                  <a:pt x="18366" y="14669"/>
                </a:lnTo>
                <a:lnTo>
                  <a:pt x="16248" y="15744"/>
                </a:lnTo>
                <a:lnTo>
                  <a:pt x="14081" y="16737"/>
                </a:lnTo>
                <a:lnTo>
                  <a:pt x="11869" y="17661"/>
                </a:lnTo>
                <a:lnTo>
                  <a:pt x="9604" y="18525"/>
                </a:lnTo>
                <a:lnTo>
                  <a:pt x="7286" y="19337"/>
                </a:lnTo>
                <a:lnTo>
                  <a:pt x="4914" y="20115"/>
                </a:lnTo>
                <a:lnTo>
                  <a:pt x="2486" y="20866"/>
                </a:lnTo>
                <a:lnTo>
                  <a:pt x="0" y="21600"/>
                </a:lnTo>
                <a:lnTo>
                  <a:pt x="777" y="18452"/>
                </a:lnTo>
                <a:lnTo>
                  <a:pt x="1361" y="16240"/>
                </a:lnTo>
                <a:lnTo>
                  <a:pt x="1873" y="14672"/>
                </a:lnTo>
                <a:lnTo>
                  <a:pt x="2420" y="13441"/>
                </a:lnTo>
                <a:lnTo>
                  <a:pt x="3124" y="12250"/>
                </a:lnTo>
                <a:lnTo>
                  <a:pt x="4089" y="10800"/>
                </a:lnTo>
                <a:lnTo>
                  <a:pt x="6525" y="10228"/>
                </a:lnTo>
                <a:lnTo>
                  <a:pt x="8970" y="9671"/>
                </a:lnTo>
                <a:lnTo>
                  <a:pt x="11424" y="9131"/>
                </a:lnTo>
                <a:lnTo>
                  <a:pt x="13885" y="8608"/>
                </a:lnTo>
                <a:lnTo>
                  <a:pt x="16354" y="8100"/>
                </a:lnTo>
                <a:lnTo>
                  <a:pt x="16722" y="6010"/>
                </a:lnTo>
                <a:lnTo>
                  <a:pt x="16906" y="4544"/>
                </a:lnTo>
                <a:lnTo>
                  <a:pt x="16906" y="3313"/>
                </a:lnTo>
                <a:lnTo>
                  <a:pt x="16722" y="1928"/>
                </a:lnTo>
                <a:lnTo>
                  <a:pt x="16354" y="0"/>
                </a:lnTo>
                <a:close/>
              </a:path>
            </a:pathLst>
          </a:custGeom>
          <a:solidFill>
            <a:srgbClr val="7472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09" name="contour_14107"/>
          <p:cNvSpPr/>
          <p:nvPr/>
        </p:nvSpPr>
        <p:spPr>
          <a:xfrm>
            <a:off x="4842313" y="5793953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26" y="37"/>
                </a:lnTo>
                <a:lnTo>
                  <a:pt x="4766" y="127"/>
                </a:lnTo>
                <a:lnTo>
                  <a:pt x="7042" y="296"/>
                </a:lnTo>
                <a:lnTo>
                  <a:pt x="9266" y="562"/>
                </a:lnTo>
                <a:lnTo>
                  <a:pt x="11459" y="953"/>
                </a:lnTo>
                <a:lnTo>
                  <a:pt x="13633" y="1487"/>
                </a:lnTo>
                <a:lnTo>
                  <a:pt x="15808" y="2191"/>
                </a:lnTo>
                <a:lnTo>
                  <a:pt x="18000" y="3086"/>
                </a:lnTo>
                <a:lnTo>
                  <a:pt x="18853" y="5110"/>
                </a:lnTo>
                <a:lnTo>
                  <a:pt x="19559" y="7125"/>
                </a:lnTo>
                <a:lnTo>
                  <a:pt x="20124" y="9143"/>
                </a:lnTo>
                <a:lnTo>
                  <a:pt x="20574" y="11170"/>
                </a:lnTo>
                <a:lnTo>
                  <a:pt x="20920" y="13207"/>
                </a:lnTo>
                <a:lnTo>
                  <a:pt x="21179" y="15262"/>
                </a:lnTo>
                <a:lnTo>
                  <a:pt x="21366" y="17342"/>
                </a:lnTo>
                <a:lnTo>
                  <a:pt x="21503" y="19452"/>
                </a:lnTo>
                <a:lnTo>
                  <a:pt x="21600" y="21600"/>
                </a:lnTo>
                <a:lnTo>
                  <a:pt x="19224" y="21091"/>
                </a:lnTo>
                <a:lnTo>
                  <a:pt x="16844" y="20582"/>
                </a:lnTo>
                <a:lnTo>
                  <a:pt x="14454" y="20069"/>
                </a:lnTo>
                <a:lnTo>
                  <a:pt x="12053" y="19554"/>
                </a:lnTo>
                <a:lnTo>
                  <a:pt x="9637" y="19036"/>
                </a:lnTo>
                <a:lnTo>
                  <a:pt x="7200" y="18514"/>
                </a:lnTo>
                <a:lnTo>
                  <a:pt x="9580" y="18514"/>
                </a:lnTo>
                <a:lnTo>
                  <a:pt x="11974" y="18514"/>
                </a:lnTo>
                <a:lnTo>
                  <a:pt x="14400" y="18514"/>
                </a:lnTo>
                <a:lnTo>
                  <a:pt x="13360" y="16576"/>
                </a:lnTo>
                <a:lnTo>
                  <a:pt x="12323" y="14694"/>
                </a:lnTo>
                <a:lnTo>
                  <a:pt x="11272" y="12867"/>
                </a:lnTo>
                <a:lnTo>
                  <a:pt x="10184" y="11093"/>
                </a:lnTo>
                <a:lnTo>
                  <a:pt x="9040" y="9368"/>
                </a:lnTo>
                <a:lnTo>
                  <a:pt x="7826" y="7696"/>
                </a:lnTo>
                <a:lnTo>
                  <a:pt x="6520" y="6067"/>
                </a:lnTo>
                <a:lnTo>
                  <a:pt x="5101" y="4487"/>
                </a:lnTo>
                <a:lnTo>
                  <a:pt x="3557" y="2950"/>
                </a:lnTo>
                <a:lnTo>
                  <a:pt x="1861" y="1453"/>
                </a:lnTo>
                <a:lnTo>
                  <a:pt x="0" y="0"/>
                </a:lnTo>
                <a:close/>
              </a:path>
            </a:pathLst>
          </a:custGeom>
          <a:solidFill>
            <a:srgbClr val="847B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0" name="contour_14108"/>
          <p:cNvSpPr/>
          <p:nvPr/>
        </p:nvSpPr>
        <p:spPr>
          <a:xfrm>
            <a:off x="863070" y="577208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BB3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1" name="contour_14109"/>
          <p:cNvSpPr/>
          <p:nvPr/>
        </p:nvSpPr>
        <p:spPr>
          <a:xfrm>
            <a:off x="10570674" y="575022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211" y="2315"/>
                </a:lnTo>
                <a:lnTo>
                  <a:pt x="20779" y="4601"/>
                </a:lnTo>
                <a:lnTo>
                  <a:pt x="20288" y="6869"/>
                </a:lnTo>
                <a:lnTo>
                  <a:pt x="19710" y="9119"/>
                </a:lnTo>
                <a:lnTo>
                  <a:pt x="19035" y="11351"/>
                </a:lnTo>
                <a:lnTo>
                  <a:pt x="18236" y="13576"/>
                </a:lnTo>
                <a:lnTo>
                  <a:pt x="17296" y="15790"/>
                </a:lnTo>
                <a:lnTo>
                  <a:pt x="16200" y="18000"/>
                </a:lnTo>
                <a:lnTo>
                  <a:pt x="12020" y="19433"/>
                </a:lnTo>
                <a:lnTo>
                  <a:pt x="9088" y="20336"/>
                </a:lnTo>
                <a:lnTo>
                  <a:pt x="6626" y="20884"/>
                </a:lnTo>
                <a:lnTo>
                  <a:pt x="3856" y="21247"/>
                </a:lnTo>
                <a:lnTo>
                  <a:pt x="0" y="21600"/>
                </a:lnTo>
                <a:lnTo>
                  <a:pt x="1820" y="16409"/>
                </a:lnTo>
                <a:lnTo>
                  <a:pt x="3278" y="12330"/>
                </a:lnTo>
                <a:lnTo>
                  <a:pt x="4466" y="9187"/>
                </a:lnTo>
                <a:lnTo>
                  <a:pt x="5465" y="6800"/>
                </a:lnTo>
                <a:lnTo>
                  <a:pt x="6367" y="4993"/>
                </a:lnTo>
                <a:lnTo>
                  <a:pt x="7263" y="3586"/>
                </a:lnTo>
                <a:lnTo>
                  <a:pt x="8240" y="2405"/>
                </a:lnTo>
                <a:lnTo>
                  <a:pt x="9391" y="1267"/>
                </a:lnTo>
                <a:lnTo>
                  <a:pt x="10800" y="0"/>
                </a:lnTo>
                <a:close/>
              </a:path>
            </a:pathLst>
          </a:custGeom>
          <a:solidFill>
            <a:srgbClr val="3F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2" name="contour_14110"/>
          <p:cNvSpPr/>
          <p:nvPr/>
        </p:nvSpPr>
        <p:spPr>
          <a:xfrm>
            <a:off x="1730341" y="5757513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04" y="381"/>
                </a:lnTo>
                <a:lnTo>
                  <a:pt x="6701" y="710"/>
                </a:lnTo>
                <a:lnTo>
                  <a:pt x="9164" y="1120"/>
                </a:lnTo>
                <a:lnTo>
                  <a:pt x="12069" y="1741"/>
                </a:lnTo>
                <a:lnTo>
                  <a:pt x="16200" y="2700"/>
                </a:lnTo>
                <a:lnTo>
                  <a:pt x="17372" y="4577"/>
                </a:lnTo>
                <a:lnTo>
                  <a:pt x="18182" y="5989"/>
                </a:lnTo>
                <a:lnTo>
                  <a:pt x="18738" y="7201"/>
                </a:lnTo>
                <a:lnTo>
                  <a:pt x="19143" y="8481"/>
                </a:lnTo>
                <a:lnTo>
                  <a:pt x="19499" y="10098"/>
                </a:lnTo>
                <a:lnTo>
                  <a:pt x="19915" y="12317"/>
                </a:lnTo>
                <a:lnTo>
                  <a:pt x="20266" y="14051"/>
                </a:lnTo>
                <a:lnTo>
                  <a:pt x="20628" y="15795"/>
                </a:lnTo>
                <a:lnTo>
                  <a:pt x="20990" y="17561"/>
                </a:lnTo>
                <a:lnTo>
                  <a:pt x="21190" y="18895"/>
                </a:lnTo>
                <a:lnTo>
                  <a:pt x="21395" y="20239"/>
                </a:lnTo>
                <a:lnTo>
                  <a:pt x="21600" y="21600"/>
                </a:lnTo>
                <a:lnTo>
                  <a:pt x="20596" y="20261"/>
                </a:lnTo>
                <a:lnTo>
                  <a:pt x="19575" y="18900"/>
                </a:lnTo>
                <a:lnTo>
                  <a:pt x="17901" y="17561"/>
                </a:lnTo>
                <a:lnTo>
                  <a:pt x="16200" y="16200"/>
                </a:lnTo>
                <a:lnTo>
                  <a:pt x="12631" y="16200"/>
                </a:lnTo>
                <a:lnTo>
                  <a:pt x="9040" y="16200"/>
                </a:lnTo>
                <a:lnTo>
                  <a:pt x="5400" y="16200"/>
                </a:lnTo>
                <a:lnTo>
                  <a:pt x="4806" y="14418"/>
                </a:lnTo>
                <a:lnTo>
                  <a:pt x="4212" y="12633"/>
                </a:lnTo>
                <a:lnTo>
                  <a:pt x="3618" y="10849"/>
                </a:lnTo>
                <a:lnTo>
                  <a:pt x="3019" y="9059"/>
                </a:lnTo>
                <a:lnTo>
                  <a:pt x="2419" y="7263"/>
                </a:lnTo>
                <a:lnTo>
                  <a:pt x="1820" y="5459"/>
                </a:lnTo>
                <a:lnTo>
                  <a:pt x="1215" y="3650"/>
                </a:lnTo>
                <a:lnTo>
                  <a:pt x="61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7D6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3" name="contour_14111"/>
          <p:cNvSpPr/>
          <p:nvPr/>
        </p:nvSpPr>
        <p:spPr>
          <a:xfrm>
            <a:off x="5571112" y="5721073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9" y="511"/>
                </a:lnTo>
                <a:lnTo>
                  <a:pt x="1471" y="979"/>
                </a:lnTo>
                <a:lnTo>
                  <a:pt x="2163" y="1444"/>
                </a:lnTo>
                <a:lnTo>
                  <a:pt x="2908" y="1937"/>
                </a:lnTo>
                <a:lnTo>
                  <a:pt x="3758" y="2506"/>
                </a:lnTo>
                <a:lnTo>
                  <a:pt x="4782" y="3186"/>
                </a:lnTo>
                <a:lnTo>
                  <a:pt x="6029" y="4021"/>
                </a:lnTo>
                <a:lnTo>
                  <a:pt x="7565" y="5044"/>
                </a:lnTo>
                <a:lnTo>
                  <a:pt x="9445" y="6296"/>
                </a:lnTo>
                <a:lnTo>
                  <a:pt x="11729" y="7819"/>
                </a:lnTo>
                <a:lnTo>
                  <a:pt x="14477" y="9652"/>
                </a:lnTo>
                <a:lnTo>
                  <a:pt x="17747" y="11833"/>
                </a:lnTo>
                <a:lnTo>
                  <a:pt x="21600" y="14400"/>
                </a:lnTo>
                <a:lnTo>
                  <a:pt x="20263" y="16182"/>
                </a:lnTo>
                <a:lnTo>
                  <a:pt x="18922" y="17971"/>
                </a:lnTo>
                <a:lnTo>
                  <a:pt x="17569" y="19775"/>
                </a:lnTo>
                <a:lnTo>
                  <a:pt x="16200" y="21600"/>
                </a:lnTo>
                <a:lnTo>
                  <a:pt x="14464" y="20657"/>
                </a:lnTo>
                <a:lnTo>
                  <a:pt x="13173" y="19904"/>
                </a:lnTo>
                <a:lnTo>
                  <a:pt x="12091" y="19166"/>
                </a:lnTo>
                <a:lnTo>
                  <a:pt x="10986" y="18270"/>
                </a:lnTo>
                <a:lnTo>
                  <a:pt x="9620" y="17042"/>
                </a:lnTo>
                <a:lnTo>
                  <a:pt x="7762" y="15300"/>
                </a:lnTo>
                <a:lnTo>
                  <a:pt x="6305" y="13982"/>
                </a:lnTo>
                <a:lnTo>
                  <a:pt x="4838" y="12654"/>
                </a:lnTo>
                <a:lnTo>
                  <a:pt x="3353" y="11308"/>
                </a:lnTo>
                <a:lnTo>
                  <a:pt x="2246" y="9950"/>
                </a:lnTo>
                <a:lnTo>
                  <a:pt x="1129" y="8582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CCCE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4" name="contour_14112"/>
          <p:cNvSpPr/>
          <p:nvPr/>
        </p:nvSpPr>
        <p:spPr>
          <a:xfrm>
            <a:off x="10067089" y="5713071"/>
            <a:ext cx="44442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8" y="0"/>
                </a:moveTo>
                <a:lnTo>
                  <a:pt x="10520" y="64"/>
                </a:lnTo>
                <a:lnTo>
                  <a:pt x="12964" y="124"/>
                </a:lnTo>
                <a:lnTo>
                  <a:pt x="14183" y="149"/>
                </a:lnTo>
                <a:lnTo>
                  <a:pt x="17849" y="220"/>
                </a:lnTo>
                <a:lnTo>
                  <a:pt x="19712" y="283"/>
                </a:lnTo>
                <a:lnTo>
                  <a:pt x="21600" y="347"/>
                </a:lnTo>
                <a:lnTo>
                  <a:pt x="19262" y="932"/>
                </a:lnTo>
                <a:lnTo>
                  <a:pt x="16921" y="1520"/>
                </a:lnTo>
                <a:lnTo>
                  <a:pt x="14569" y="2108"/>
                </a:lnTo>
                <a:lnTo>
                  <a:pt x="12210" y="2696"/>
                </a:lnTo>
                <a:lnTo>
                  <a:pt x="9829" y="3291"/>
                </a:lnTo>
                <a:lnTo>
                  <a:pt x="7431" y="3889"/>
                </a:lnTo>
                <a:lnTo>
                  <a:pt x="8016" y="6231"/>
                </a:lnTo>
                <a:lnTo>
                  <a:pt x="8604" y="8572"/>
                </a:lnTo>
                <a:lnTo>
                  <a:pt x="9192" y="10920"/>
                </a:lnTo>
                <a:lnTo>
                  <a:pt x="9780" y="13283"/>
                </a:lnTo>
                <a:lnTo>
                  <a:pt x="10375" y="15660"/>
                </a:lnTo>
                <a:lnTo>
                  <a:pt x="10974" y="18058"/>
                </a:lnTo>
                <a:lnTo>
                  <a:pt x="8870" y="18759"/>
                </a:lnTo>
                <a:lnTo>
                  <a:pt x="6758" y="19464"/>
                </a:lnTo>
                <a:lnTo>
                  <a:pt x="4640" y="20173"/>
                </a:lnTo>
                <a:lnTo>
                  <a:pt x="2504" y="20881"/>
                </a:lnTo>
                <a:lnTo>
                  <a:pt x="347" y="21600"/>
                </a:lnTo>
                <a:lnTo>
                  <a:pt x="280" y="19443"/>
                </a:lnTo>
                <a:lnTo>
                  <a:pt x="223" y="17282"/>
                </a:lnTo>
                <a:lnTo>
                  <a:pt x="170" y="15125"/>
                </a:lnTo>
                <a:lnTo>
                  <a:pt x="124" y="12964"/>
                </a:lnTo>
                <a:lnTo>
                  <a:pt x="64" y="10556"/>
                </a:lnTo>
                <a:lnTo>
                  <a:pt x="0" y="8108"/>
                </a:lnTo>
                <a:lnTo>
                  <a:pt x="460" y="5026"/>
                </a:lnTo>
                <a:lnTo>
                  <a:pt x="1353" y="2823"/>
                </a:lnTo>
                <a:lnTo>
                  <a:pt x="2823" y="1353"/>
                </a:lnTo>
                <a:lnTo>
                  <a:pt x="5026" y="460"/>
                </a:lnTo>
                <a:lnTo>
                  <a:pt x="8108" y="0"/>
                </a:lnTo>
                <a:close/>
              </a:path>
            </a:pathLst>
          </a:custGeom>
          <a:solidFill>
            <a:srgbClr val="FB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5" name="contour_14113"/>
          <p:cNvSpPr/>
          <p:nvPr/>
        </p:nvSpPr>
        <p:spPr>
          <a:xfrm>
            <a:off x="5402505" y="5721073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50" y="1806"/>
                </a:lnTo>
                <a:lnTo>
                  <a:pt x="17677" y="3309"/>
                </a:lnTo>
                <a:lnTo>
                  <a:pt x="19211" y="5318"/>
                </a:lnTo>
                <a:lnTo>
                  <a:pt x="21228" y="8640"/>
                </a:lnTo>
                <a:lnTo>
                  <a:pt x="21476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476" y="18645"/>
                </a:lnTo>
                <a:lnTo>
                  <a:pt x="21228" y="21600"/>
                </a:lnTo>
                <a:lnTo>
                  <a:pt x="18305" y="21600"/>
                </a:lnTo>
                <a:lnTo>
                  <a:pt x="15378" y="21600"/>
                </a:lnTo>
                <a:lnTo>
                  <a:pt x="12443" y="21600"/>
                </a:lnTo>
                <a:lnTo>
                  <a:pt x="9496" y="21600"/>
                </a:lnTo>
                <a:lnTo>
                  <a:pt x="6536" y="21600"/>
                </a:lnTo>
                <a:lnTo>
                  <a:pt x="3559" y="21600"/>
                </a:lnTo>
                <a:lnTo>
                  <a:pt x="558" y="21600"/>
                </a:lnTo>
                <a:lnTo>
                  <a:pt x="186" y="18645"/>
                </a:lnTo>
                <a:lnTo>
                  <a:pt x="0" y="16494"/>
                </a:lnTo>
                <a:lnTo>
                  <a:pt x="0" y="14524"/>
                </a:lnTo>
                <a:lnTo>
                  <a:pt x="186" y="12113"/>
                </a:lnTo>
                <a:lnTo>
                  <a:pt x="558" y="8640"/>
                </a:lnTo>
                <a:lnTo>
                  <a:pt x="2985" y="6238"/>
                </a:lnTo>
                <a:lnTo>
                  <a:pt x="4808" y="4540"/>
                </a:lnTo>
                <a:lnTo>
                  <a:pt x="6370" y="3309"/>
                </a:lnTo>
                <a:lnTo>
                  <a:pt x="8024" y="2303"/>
                </a:lnTo>
                <a:lnTo>
                  <a:pt x="10103" y="1279"/>
                </a:lnTo>
                <a:lnTo>
                  <a:pt x="12960" y="0"/>
                </a:lnTo>
                <a:close/>
              </a:path>
            </a:pathLst>
          </a:custGeom>
          <a:solidFill>
            <a:srgbClr val="302F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6" name="contour_14114"/>
          <p:cNvSpPr/>
          <p:nvPr/>
        </p:nvSpPr>
        <p:spPr>
          <a:xfrm>
            <a:off x="7537434" y="5706497"/>
            <a:ext cx="3058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20324" y="19818"/>
                </a:lnTo>
                <a:lnTo>
                  <a:pt x="19047" y="18029"/>
                </a:lnTo>
                <a:lnTo>
                  <a:pt x="17756" y="16225"/>
                </a:lnTo>
                <a:lnTo>
                  <a:pt x="16453" y="14400"/>
                </a:lnTo>
                <a:lnTo>
                  <a:pt x="13396" y="15113"/>
                </a:lnTo>
                <a:lnTo>
                  <a:pt x="10329" y="15829"/>
                </a:lnTo>
                <a:lnTo>
                  <a:pt x="7251" y="16546"/>
                </a:lnTo>
                <a:lnTo>
                  <a:pt x="4148" y="17269"/>
                </a:lnTo>
                <a:lnTo>
                  <a:pt x="1014" y="18000"/>
                </a:lnTo>
                <a:lnTo>
                  <a:pt x="448" y="13864"/>
                </a:lnTo>
                <a:lnTo>
                  <a:pt x="113" y="10955"/>
                </a:lnTo>
                <a:lnTo>
                  <a:pt x="0" y="8874"/>
                </a:lnTo>
                <a:lnTo>
                  <a:pt x="113" y="7222"/>
                </a:lnTo>
                <a:lnTo>
                  <a:pt x="448" y="5598"/>
                </a:lnTo>
                <a:lnTo>
                  <a:pt x="1014" y="3600"/>
                </a:lnTo>
                <a:lnTo>
                  <a:pt x="4503" y="2408"/>
                </a:lnTo>
                <a:lnTo>
                  <a:pt x="7771" y="1483"/>
                </a:lnTo>
                <a:lnTo>
                  <a:pt x="10972" y="803"/>
                </a:lnTo>
                <a:lnTo>
                  <a:pt x="14246" y="342"/>
                </a:lnTo>
                <a:lnTo>
                  <a:pt x="17740" y="83"/>
                </a:lnTo>
                <a:lnTo>
                  <a:pt x="21600" y="0"/>
                </a:lnTo>
                <a:close/>
              </a:path>
            </a:pathLst>
          </a:custGeom>
          <a:solidFill>
            <a:srgbClr val="7C75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7" name="contour_14115"/>
          <p:cNvSpPr/>
          <p:nvPr/>
        </p:nvSpPr>
        <p:spPr>
          <a:xfrm>
            <a:off x="6715327" y="5727902"/>
            <a:ext cx="44712" cy="296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5" y="335"/>
                </a:moveTo>
                <a:lnTo>
                  <a:pt x="21442" y="4131"/>
                </a:lnTo>
                <a:lnTo>
                  <a:pt x="21600" y="6858"/>
                </a:lnTo>
                <a:lnTo>
                  <a:pt x="21600" y="9282"/>
                </a:lnTo>
                <a:lnTo>
                  <a:pt x="21442" y="12169"/>
                </a:lnTo>
                <a:lnTo>
                  <a:pt x="21125" y="16284"/>
                </a:lnTo>
                <a:lnTo>
                  <a:pt x="18822" y="18559"/>
                </a:lnTo>
                <a:lnTo>
                  <a:pt x="17122" y="19973"/>
                </a:lnTo>
                <a:lnTo>
                  <a:pt x="15516" y="20781"/>
                </a:lnTo>
                <a:lnTo>
                  <a:pt x="13499" y="21238"/>
                </a:lnTo>
                <a:lnTo>
                  <a:pt x="10562" y="21600"/>
                </a:lnTo>
                <a:lnTo>
                  <a:pt x="8541" y="19282"/>
                </a:lnTo>
                <a:lnTo>
                  <a:pt x="6665" y="16815"/>
                </a:lnTo>
                <a:lnTo>
                  <a:pt x="4904" y="14216"/>
                </a:lnTo>
                <a:lnTo>
                  <a:pt x="3225" y="11483"/>
                </a:lnTo>
                <a:lnTo>
                  <a:pt x="1602" y="8623"/>
                </a:lnTo>
                <a:lnTo>
                  <a:pt x="0" y="5651"/>
                </a:lnTo>
                <a:lnTo>
                  <a:pt x="2271" y="3636"/>
                </a:lnTo>
                <a:lnTo>
                  <a:pt x="4517" y="2148"/>
                </a:lnTo>
                <a:lnTo>
                  <a:pt x="6756" y="1111"/>
                </a:lnTo>
                <a:lnTo>
                  <a:pt x="9013" y="457"/>
                </a:lnTo>
                <a:lnTo>
                  <a:pt x="11298" y="112"/>
                </a:lnTo>
                <a:lnTo>
                  <a:pt x="13632" y="0"/>
                </a:lnTo>
                <a:lnTo>
                  <a:pt x="16037" y="48"/>
                </a:lnTo>
                <a:lnTo>
                  <a:pt x="18526" y="186"/>
                </a:lnTo>
                <a:lnTo>
                  <a:pt x="21125" y="335"/>
                </a:lnTo>
                <a:close/>
              </a:path>
            </a:pathLst>
          </a:custGeom>
          <a:solidFill>
            <a:srgbClr val="7767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8" name="contour_14116"/>
          <p:cNvSpPr/>
          <p:nvPr/>
        </p:nvSpPr>
        <p:spPr>
          <a:xfrm>
            <a:off x="5534672" y="5728361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5113" y="2138"/>
                </a:lnTo>
                <a:lnTo>
                  <a:pt x="15826" y="4280"/>
                </a:lnTo>
                <a:lnTo>
                  <a:pt x="16538" y="6421"/>
                </a:lnTo>
                <a:lnTo>
                  <a:pt x="17258" y="8566"/>
                </a:lnTo>
                <a:lnTo>
                  <a:pt x="17971" y="10720"/>
                </a:lnTo>
                <a:lnTo>
                  <a:pt x="18691" y="12877"/>
                </a:lnTo>
                <a:lnTo>
                  <a:pt x="19411" y="15043"/>
                </a:lnTo>
                <a:lnTo>
                  <a:pt x="20138" y="17218"/>
                </a:lnTo>
                <a:lnTo>
                  <a:pt x="20866" y="1940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675C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19" name="contour_14117"/>
          <p:cNvSpPr/>
          <p:nvPr/>
        </p:nvSpPr>
        <p:spPr>
          <a:xfrm>
            <a:off x="8260381" y="5705186"/>
            <a:ext cx="36440" cy="321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883"/>
                </a:moveTo>
                <a:lnTo>
                  <a:pt x="12113" y="294"/>
                </a:lnTo>
                <a:lnTo>
                  <a:pt x="14524" y="0"/>
                </a:lnTo>
                <a:lnTo>
                  <a:pt x="16494" y="0"/>
                </a:lnTo>
                <a:lnTo>
                  <a:pt x="18645" y="294"/>
                </a:lnTo>
                <a:lnTo>
                  <a:pt x="21600" y="883"/>
                </a:lnTo>
                <a:lnTo>
                  <a:pt x="21298" y="4354"/>
                </a:lnTo>
                <a:lnTo>
                  <a:pt x="20904" y="7713"/>
                </a:lnTo>
                <a:lnTo>
                  <a:pt x="20369" y="10989"/>
                </a:lnTo>
                <a:lnTo>
                  <a:pt x="19626" y="14196"/>
                </a:lnTo>
                <a:lnTo>
                  <a:pt x="18615" y="17354"/>
                </a:lnTo>
                <a:lnTo>
                  <a:pt x="17280" y="20497"/>
                </a:lnTo>
                <a:lnTo>
                  <a:pt x="14282" y="21247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65"/>
                </a:lnTo>
                <a:lnTo>
                  <a:pt x="3132" y="20967"/>
                </a:lnTo>
                <a:lnTo>
                  <a:pt x="0" y="20497"/>
                </a:lnTo>
                <a:lnTo>
                  <a:pt x="1011" y="17525"/>
                </a:lnTo>
                <a:lnTo>
                  <a:pt x="2056" y="14612"/>
                </a:lnTo>
                <a:lnTo>
                  <a:pt x="3162" y="11754"/>
                </a:lnTo>
                <a:lnTo>
                  <a:pt x="4346" y="8954"/>
                </a:lnTo>
                <a:lnTo>
                  <a:pt x="5642" y="6208"/>
                </a:lnTo>
                <a:lnTo>
                  <a:pt x="7063" y="3516"/>
                </a:lnTo>
                <a:lnTo>
                  <a:pt x="8640" y="883"/>
                </a:lnTo>
                <a:close/>
              </a:path>
            </a:pathLst>
          </a:custGeom>
          <a:solidFill>
            <a:srgbClr val="CFD3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0" name="contour_14118"/>
          <p:cNvSpPr/>
          <p:nvPr/>
        </p:nvSpPr>
        <p:spPr>
          <a:xfrm>
            <a:off x="10526946" y="5684633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9" y="0"/>
                </a:moveTo>
                <a:lnTo>
                  <a:pt x="9049" y="553"/>
                </a:lnTo>
                <a:lnTo>
                  <a:pt x="11788" y="1054"/>
                </a:lnTo>
                <a:lnTo>
                  <a:pt x="14154" y="1711"/>
                </a:lnTo>
                <a:lnTo>
                  <a:pt x="16894" y="2730"/>
                </a:lnTo>
                <a:lnTo>
                  <a:pt x="20754" y="4320"/>
                </a:lnTo>
                <a:lnTo>
                  <a:pt x="21335" y="7279"/>
                </a:lnTo>
                <a:lnTo>
                  <a:pt x="21595" y="10113"/>
                </a:lnTo>
                <a:lnTo>
                  <a:pt x="21600" y="12887"/>
                </a:lnTo>
                <a:lnTo>
                  <a:pt x="21418" y="15677"/>
                </a:lnTo>
                <a:lnTo>
                  <a:pt x="21112" y="18559"/>
                </a:lnTo>
                <a:lnTo>
                  <a:pt x="20754" y="21600"/>
                </a:lnTo>
                <a:lnTo>
                  <a:pt x="17330" y="20887"/>
                </a:lnTo>
                <a:lnTo>
                  <a:pt x="13900" y="20174"/>
                </a:lnTo>
                <a:lnTo>
                  <a:pt x="10455" y="19457"/>
                </a:lnTo>
                <a:lnTo>
                  <a:pt x="6994" y="18736"/>
                </a:lnTo>
                <a:lnTo>
                  <a:pt x="3513" y="18010"/>
                </a:lnTo>
                <a:lnTo>
                  <a:pt x="0" y="17280"/>
                </a:lnTo>
                <a:lnTo>
                  <a:pt x="856" y="14429"/>
                </a:lnTo>
                <a:lnTo>
                  <a:pt x="1712" y="11573"/>
                </a:lnTo>
                <a:lnTo>
                  <a:pt x="2574" y="8705"/>
                </a:lnTo>
                <a:lnTo>
                  <a:pt x="3440" y="5823"/>
                </a:lnTo>
                <a:lnTo>
                  <a:pt x="4312" y="2925"/>
                </a:lnTo>
                <a:lnTo>
                  <a:pt x="5189" y="0"/>
                </a:lnTo>
                <a:close/>
              </a:path>
            </a:pathLst>
          </a:custGeom>
          <a:solidFill>
            <a:srgbClr val="C3C7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1" name="contour_14119"/>
          <p:cNvSpPr/>
          <p:nvPr/>
        </p:nvSpPr>
        <p:spPr>
          <a:xfrm>
            <a:off x="5316033" y="568463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475"/>
                </a:lnTo>
                <a:lnTo>
                  <a:pt x="4392" y="972"/>
                </a:lnTo>
                <a:lnTo>
                  <a:pt x="6584" y="1490"/>
                </a:lnTo>
                <a:lnTo>
                  <a:pt x="8777" y="2025"/>
                </a:lnTo>
                <a:lnTo>
                  <a:pt x="10004" y="2311"/>
                </a:lnTo>
                <a:lnTo>
                  <a:pt x="13712" y="3164"/>
                </a:lnTo>
                <a:lnTo>
                  <a:pt x="15833" y="4342"/>
                </a:lnTo>
                <a:lnTo>
                  <a:pt x="17305" y="5611"/>
                </a:lnTo>
                <a:lnTo>
                  <a:pt x="18504" y="7592"/>
                </a:lnTo>
                <a:lnTo>
                  <a:pt x="19807" y="10913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476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2" name="contour_14120"/>
          <p:cNvSpPr/>
          <p:nvPr/>
        </p:nvSpPr>
        <p:spPr>
          <a:xfrm>
            <a:off x="5228343" y="5684633"/>
            <a:ext cx="2938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29" y="0"/>
                </a:moveTo>
                <a:lnTo>
                  <a:pt x="8711" y="0"/>
                </a:lnTo>
                <a:lnTo>
                  <a:pt x="11904" y="0"/>
                </a:lnTo>
                <a:lnTo>
                  <a:pt x="15107" y="0"/>
                </a:lnTo>
                <a:lnTo>
                  <a:pt x="18337" y="0"/>
                </a:lnTo>
                <a:lnTo>
                  <a:pt x="21600" y="0"/>
                </a:lnTo>
                <a:lnTo>
                  <a:pt x="21011" y="2376"/>
                </a:lnTo>
                <a:lnTo>
                  <a:pt x="20421" y="4756"/>
                </a:lnTo>
                <a:lnTo>
                  <a:pt x="19832" y="7135"/>
                </a:lnTo>
                <a:lnTo>
                  <a:pt x="19237" y="9522"/>
                </a:lnTo>
                <a:lnTo>
                  <a:pt x="18643" y="11916"/>
                </a:lnTo>
                <a:lnTo>
                  <a:pt x="18048" y="14321"/>
                </a:lnTo>
                <a:lnTo>
                  <a:pt x="17448" y="16733"/>
                </a:lnTo>
                <a:lnTo>
                  <a:pt x="16848" y="19159"/>
                </a:lnTo>
                <a:lnTo>
                  <a:pt x="16243" y="21600"/>
                </a:lnTo>
                <a:lnTo>
                  <a:pt x="12680" y="20441"/>
                </a:lnTo>
                <a:lnTo>
                  <a:pt x="10071" y="19534"/>
                </a:lnTo>
                <a:lnTo>
                  <a:pt x="7955" y="18677"/>
                </a:lnTo>
                <a:lnTo>
                  <a:pt x="5904" y="17665"/>
                </a:lnTo>
                <a:lnTo>
                  <a:pt x="3455" y="16308"/>
                </a:lnTo>
                <a:lnTo>
                  <a:pt x="171" y="14400"/>
                </a:lnTo>
                <a:lnTo>
                  <a:pt x="0" y="11758"/>
                </a:lnTo>
                <a:lnTo>
                  <a:pt x="177" y="9230"/>
                </a:lnTo>
                <a:lnTo>
                  <a:pt x="755" y="6800"/>
                </a:lnTo>
                <a:lnTo>
                  <a:pt x="1795" y="4460"/>
                </a:lnTo>
                <a:lnTo>
                  <a:pt x="3370" y="2196"/>
                </a:lnTo>
                <a:lnTo>
                  <a:pt x="5529" y="0"/>
                </a:lnTo>
                <a:close/>
              </a:path>
            </a:pathLst>
          </a:custGeom>
          <a:solidFill>
            <a:srgbClr val="31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3" name="contour_14121"/>
          <p:cNvSpPr/>
          <p:nvPr/>
        </p:nvSpPr>
        <p:spPr>
          <a:xfrm>
            <a:off x="935950" y="5686222"/>
            <a:ext cx="51016" cy="348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32"/>
                </a:moveTo>
                <a:lnTo>
                  <a:pt x="20727" y="6089"/>
                </a:lnTo>
                <a:lnTo>
                  <a:pt x="19853" y="8645"/>
                </a:lnTo>
                <a:lnTo>
                  <a:pt x="18977" y="11211"/>
                </a:lnTo>
                <a:lnTo>
                  <a:pt x="18098" y="13786"/>
                </a:lnTo>
                <a:lnTo>
                  <a:pt x="17212" y="16374"/>
                </a:lnTo>
                <a:lnTo>
                  <a:pt x="16323" y="18976"/>
                </a:lnTo>
                <a:lnTo>
                  <a:pt x="15429" y="21600"/>
                </a:lnTo>
                <a:lnTo>
                  <a:pt x="15172" y="19454"/>
                </a:lnTo>
                <a:lnTo>
                  <a:pt x="14916" y="17295"/>
                </a:lnTo>
                <a:lnTo>
                  <a:pt x="14657" y="15105"/>
                </a:lnTo>
                <a:lnTo>
                  <a:pt x="13272" y="10994"/>
                </a:lnTo>
                <a:lnTo>
                  <a:pt x="12263" y="8695"/>
                </a:lnTo>
                <a:lnTo>
                  <a:pt x="11133" y="7354"/>
                </a:lnTo>
                <a:lnTo>
                  <a:pt x="9390" y="6143"/>
                </a:lnTo>
                <a:lnTo>
                  <a:pt x="7526" y="5524"/>
                </a:lnTo>
                <a:lnTo>
                  <a:pt x="5653" y="4969"/>
                </a:lnTo>
                <a:lnTo>
                  <a:pt x="3771" y="4458"/>
                </a:lnTo>
                <a:lnTo>
                  <a:pt x="1885" y="3984"/>
                </a:lnTo>
                <a:lnTo>
                  <a:pt x="0" y="3532"/>
                </a:lnTo>
                <a:lnTo>
                  <a:pt x="2425" y="2078"/>
                </a:lnTo>
                <a:lnTo>
                  <a:pt x="4669" y="1030"/>
                </a:lnTo>
                <a:lnTo>
                  <a:pt x="6779" y="352"/>
                </a:lnTo>
                <a:lnTo>
                  <a:pt x="8797" y="18"/>
                </a:lnTo>
                <a:lnTo>
                  <a:pt x="10775" y="0"/>
                </a:lnTo>
                <a:lnTo>
                  <a:pt x="12753" y="262"/>
                </a:lnTo>
                <a:lnTo>
                  <a:pt x="14777" y="777"/>
                </a:lnTo>
                <a:lnTo>
                  <a:pt x="16897" y="1518"/>
                </a:lnTo>
                <a:lnTo>
                  <a:pt x="19156" y="2444"/>
                </a:lnTo>
                <a:lnTo>
                  <a:pt x="21600" y="3532"/>
                </a:lnTo>
                <a:close/>
              </a:path>
            </a:pathLst>
          </a:custGeom>
          <a:solidFill>
            <a:srgbClr val="AEB0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4" name="contour_14122"/>
          <p:cNvSpPr/>
          <p:nvPr/>
        </p:nvSpPr>
        <p:spPr>
          <a:xfrm>
            <a:off x="7961573" y="5677345"/>
            <a:ext cx="450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85" y="0"/>
                </a:moveTo>
                <a:lnTo>
                  <a:pt x="14526" y="2081"/>
                </a:lnTo>
                <a:lnTo>
                  <a:pt x="16602" y="3150"/>
                </a:lnTo>
                <a:lnTo>
                  <a:pt x="17367" y="3542"/>
                </a:lnTo>
                <a:lnTo>
                  <a:pt x="17476" y="3600"/>
                </a:lnTo>
                <a:lnTo>
                  <a:pt x="10485" y="0"/>
                </a:lnTo>
                <a:lnTo>
                  <a:pt x="10730" y="4442"/>
                </a:lnTo>
                <a:lnTo>
                  <a:pt x="12929" y="5566"/>
                </a:lnTo>
                <a:lnTo>
                  <a:pt x="15029" y="6703"/>
                </a:lnTo>
                <a:lnTo>
                  <a:pt x="17056" y="7920"/>
                </a:lnTo>
                <a:lnTo>
                  <a:pt x="19028" y="9263"/>
                </a:lnTo>
                <a:lnTo>
                  <a:pt x="20971" y="10800"/>
                </a:lnTo>
                <a:lnTo>
                  <a:pt x="21390" y="13694"/>
                </a:lnTo>
                <a:lnTo>
                  <a:pt x="21600" y="15703"/>
                </a:lnTo>
                <a:lnTo>
                  <a:pt x="21600" y="17345"/>
                </a:lnTo>
                <a:lnTo>
                  <a:pt x="21390" y="19138"/>
                </a:lnTo>
                <a:lnTo>
                  <a:pt x="20971" y="21600"/>
                </a:lnTo>
                <a:lnTo>
                  <a:pt x="18776" y="20560"/>
                </a:lnTo>
                <a:lnTo>
                  <a:pt x="16644" y="19523"/>
                </a:lnTo>
                <a:lnTo>
                  <a:pt x="14575" y="18472"/>
                </a:lnTo>
                <a:lnTo>
                  <a:pt x="12565" y="17384"/>
                </a:lnTo>
                <a:lnTo>
                  <a:pt x="10611" y="16240"/>
                </a:lnTo>
                <a:lnTo>
                  <a:pt x="8717" y="15026"/>
                </a:lnTo>
                <a:lnTo>
                  <a:pt x="6871" y="13720"/>
                </a:lnTo>
                <a:lnTo>
                  <a:pt x="5082" y="12301"/>
                </a:lnTo>
                <a:lnTo>
                  <a:pt x="3341" y="10757"/>
                </a:lnTo>
                <a:lnTo>
                  <a:pt x="1646" y="9061"/>
                </a:lnTo>
                <a:lnTo>
                  <a:pt x="0" y="7200"/>
                </a:lnTo>
                <a:lnTo>
                  <a:pt x="2209" y="5803"/>
                </a:lnTo>
                <a:lnTo>
                  <a:pt x="4149" y="4788"/>
                </a:lnTo>
                <a:lnTo>
                  <a:pt x="6057" y="4194"/>
                </a:lnTo>
                <a:lnTo>
                  <a:pt x="8172" y="4064"/>
                </a:lnTo>
                <a:lnTo>
                  <a:pt x="10730" y="4442"/>
                </a:lnTo>
                <a:lnTo>
                  <a:pt x="10485" y="0"/>
                </a:lnTo>
                <a:close/>
              </a:path>
            </a:pathLst>
          </a:custGeom>
          <a:solidFill>
            <a:srgbClr val="E8E8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5" name="contour_14123"/>
          <p:cNvSpPr/>
          <p:nvPr/>
        </p:nvSpPr>
        <p:spPr>
          <a:xfrm>
            <a:off x="7568022" y="5662769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1A1B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6" name="contour_14124"/>
          <p:cNvSpPr/>
          <p:nvPr/>
        </p:nvSpPr>
        <p:spPr>
          <a:xfrm>
            <a:off x="629854" y="5640905"/>
            <a:ext cx="469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20" y="0"/>
                </a:moveTo>
                <a:lnTo>
                  <a:pt x="15256" y="1660"/>
                </a:lnTo>
                <a:lnTo>
                  <a:pt x="16796" y="3222"/>
                </a:lnTo>
                <a:lnTo>
                  <a:pt x="18084" y="4777"/>
                </a:lnTo>
                <a:lnTo>
                  <a:pt x="19161" y="6419"/>
                </a:lnTo>
                <a:lnTo>
                  <a:pt x="20077" y="8244"/>
                </a:lnTo>
                <a:lnTo>
                  <a:pt x="20875" y="10346"/>
                </a:lnTo>
                <a:lnTo>
                  <a:pt x="21600" y="12823"/>
                </a:lnTo>
                <a:lnTo>
                  <a:pt x="21114" y="14533"/>
                </a:lnTo>
                <a:lnTo>
                  <a:pt x="20627" y="16254"/>
                </a:lnTo>
                <a:lnTo>
                  <a:pt x="20130" y="18000"/>
                </a:lnTo>
                <a:lnTo>
                  <a:pt x="18074" y="18752"/>
                </a:lnTo>
                <a:lnTo>
                  <a:pt x="16014" y="19386"/>
                </a:lnTo>
                <a:lnTo>
                  <a:pt x="13940" y="19922"/>
                </a:lnTo>
                <a:lnTo>
                  <a:pt x="11860" y="20372"/>
                </a:lnTo>
                <a:lnTo>
                  <a:pt x="9763" y="20750"/>
                </a:lnTo>
                <a:lnTo>
                  <a:pt x="7650" y="21071"/>
                </a:lnTo>
                <a:lnTo>
                  <a:pt x="5512" y="21348"/>
                </a:lnTo>
                <a:lnTo>
                  <a:pt x="3355" y="21600"/>
                </a:lnTo>
                <a:lnTo>
                  <a:pt x="2691" y="19462"/>
                </a:lnTo>
                <a:lnTo>
                  <a:pt x="2023" y="17316"/>
                </a:lnTo>
                <a:lnTo>
                  <a:pt x="1355" y="15163"/>
                </a:lnTo>
                <a:lnTo>
                  <a:pt x="681" y="12992"/>
                </a:lnTo>
                <a:lnTo>
                  <a:pt x="0" y="10800"/>
                </a:lnTo>
                <a:lnTo>
                  <a:pt x="2214" y="10800"/>
                </a:lnTo>
                <a:lnTo>
                  <a:pt x="4432" y="10800"/>
                </a:lnTo>
                <a:lnTo>
                  <a:pt x="6660" y="10800"/>
                </a:lnTo>
                <a:lnTo>
                  <a:pt x="8898" y="10800"/>
                </a:lnTo>
                <a:lnTo>
                  <a:pt x="11149" y="10800"/>
                </a:lnTo>
                <a:lnTo>
                  <a:pt x="13420" y="10800"/>
                </a:lnTo>
                <a:lnTo>
                  <a:pt x="13420" y="8662"/>
                </a:lnTo>
                <a:lnTo>
                  <a:pt x="13420" y="6516"/>
                </a:lnTo>
                <a:lnTo>
                  <a:pt x="13420" y="4363"/>
                </a:lnTo>
                <a:lnTo>
                  <a:pt x="13420" y="2192"/>
                </a:lnTo>
                <a:lnTo>
                  <a:pt x="13420" y="0"/>
                </a:lnTo>
                <a:close/>
              </a:path>
            </a:pathLst>
          </a:custGeom>
          <a:solidFill>
            <a:srgbClr val="675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7" name="contour_14125"/>
          <p:cNvSpPr/>
          <p:nvPr/>
        </p:nvSpPr>
        <p:spPr>
          <a:xfrm>
            <a:off x="5600264" y="5648193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8" y="1436"/>
                </a:lnTo>
                <a:lnTo>
                  <a:pt x="7093" y="2651"/>
                </a:lnTo>
                <a:lnTo>
                  <a:pt x="9777" y="3677"/>
                </a:lnTo>
                <a:lnTo>
                  <a:pt x="11988" y="4558"/>
                </a:lnTo>
                <a:lnTo>
                  <a:pt x="13797" y="5330"/>
                </a:lnTo>
                <a:lnTo>
                  <a:pt x="15285" y="6026"/>
                </a:lnTo>
                <a:lnTo>
                  <a:pt x="16524" y="6691"/>
                </a:lnTo>
                <a:lnTo>
                  <a:pt x="17588" y="7360"/>
                </a:lnTo>
                <a:lnTo>
                  <a:pt x="18552" y="8062"/>
                </a:lnTo>
                <a:lnTo>
                  <a:pt x="19491" y="8851"/>
                </a:lnTo>
                <a:lnTo>
                  <a:pt x="20482" y="974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20047" y="21136"/>
                </a:lnTo>
                <a:lnTo>
                  <a:pt x="18495" y="20666"/>
                </a:lnTo>
                <a:lnTo>
                  <a:pt x="16942" y="20196"/>
                </a:lnTo>
                <a:lnTo>
                  <a:pt x="15390" y="19715"/>
                </a:lnTo>
                <a:lnTo>
                  <a:pt x="13838" y="19235"/>
                </a:lnTo>
                <a:lnTo>
                  <a:pt x="12396" y="18797"/>
                </a:lnTo>
                <a:lnTo>
                  <a:pt x="10943" y="18355"/>
                </a:lnTo>
                <a:lnTo>
                  <a:pt x="9472" y="17906"/>
                </a:lnTo>
                <a:lnTo>
                  <a:pt x="6728" y="16740"/>
                </a:lnTo>
                <a:lnTo>
                  <a:pt x="4803" y="15833"/>
                </a:lnTo>
                <a:lnTo>
                  <a:pt x="3429" y="14980"/>
                </a:lnTo>
                <a:lnTo>
                  <a:pt x="2346" y="13991"/>
                </a:lnTo>
                <a:lnTo>
                  <a:pt x="1291" y="12663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8483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8" name="contour_14126"/>
          <p:cNvSpPr/>
          <p:nvPr/>
        </p:nvSpPr>
        <p:spPr>
          <a:xfrm>
            <a:off x="1984437" y="5640905"/>
            <a:ext cx="3742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87" y="0"/>
                </a:moveTo>
                <a:lnTo>
                  <a:pt x="13763" y="2110"/>
                </a:lnTo>
                <a:lnTo>
                  <a:pt x="14340" y="4219"/>
                </a:lnTo>
                <a:lnTo>
                  <a:pt x="14912" y="6329"/>
                </a:lnTo>
                <a:lnTo>
                  <a:pt x="15488" y="8438"/>
                </a:lnTo>
                <a:lnTo>
                  <a:pt x="16064" y="10548"/>
                </a:lnTo>
                <a:lnTo>
                  <a:pt x="16746" y="12485"/>
                </a:lnTo>
                <a:lnTo>
                  <a:pt x="17377" y="14029"/>
                </a:lnTo>
                <a:lnTo>
                  <a:pt x="18218" y="15710"/>
                </a:lnTo>
                <a:lnTo>
                  <a:pt x="19535" y="18054"/>
                </a:lnTo>
                <a:lnTo>
                  <a:pt x="21600" y="21600"/>
                </a:lnTo>
                <a:lnTo>
                  <a:pt x="18626" y="21600"/>
                </a:lnTo>
                <a:lnTo>
                  <a:pt x="15648" y="21600"/>
                </a:lnTo>
                <a:lnTo>
                  <a:pt x="12661" y="21600"/>
                </a:lnTo>
                <a:lnTo>
                  <a:pt x="9662" y="21600"/>
                </a:lnTo>
                <a:lnTo>
                  <a:pt x="6650" y="21600"/>
                </a:lnTo>
                <a:lnTo>
                  <a:pt x="3622" y="21600"/>
                </a:lnTo>
                <a:lnTo>
                  <a:pt x="568" y="21600"/>
                </a:lnTo>
                <a:lnTo>
                  <a:pt x="189" y="19246"/>
                </a:lnTo>
                <a:lnTo>
                  <a:pt x="0" y="17507"/>
                </a:lnTo>
                <a:lnTo>
                  <a:pt x="0" y="15865"/>
                </a:lnTo>
                <a:lnTo>
                  <a:pt x="189" y="13802"/>
                </a:lnTo>
                <a:lnTo>
                  <a:pt x="568" y="10800"/>
                </a:lnTo>
                <a:lnTo>
                  <a:pt x="2490" y="8784"/>
                </a:lnTo>
                <a:lnTo>
                  <a:pt x="4476" y="6912"/>
                </a:lnTo>
                <a:lnTo>
                  <a:pt x="6533" y="5144"/>
                </a:lnTo>
                <a:lnTo>
                  <a:pt x="8661" y="3434"/>
                </a:lnTo>
                <a:lnTo>
                  <a:pt x="10878" y="1732"/>
                </a:lnTo>
                <a:lnTo>
                  <a:pt x="13187" y="0"/>
                </a:lnTo>
                <a:close/>
              </a:path>
            </a:pathLst>
          </a:custGeom>
          <a:solidFill>
            <a:srgbClr val="8564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29" name="contour_14127"/>
          <p:cNvSpPr/>
          <p:nvPr/>
        </p:nvSpPr>
        <p:spPr>
          <a:xfrm>
            <a:off x="1978132" y="562632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663" y="1179"/>
                </a:lnTo>
                <a:lnTo>
                  <a:pt x="19708" y="2376"/>
                </a:lnTo>
                <a:lnTo>
                  <a:pt x="18109" y="4542"/>
                </a:lnTo>
                <a:lnTo>
                  <a:pt x="16692" y="6600"/>
                </a:lnTo>
                <a:lnTo>
                  <a:pt x="15470" y="8600"/>
                </a:lnTo>
                <a:lnTo>
                  <a:pt x="14455" y="10578"/>
                </a:lnTo>
                <a:lnTo>
                  <a:pt x="13660" y="12574"/>
                </a:lnTo>
                <a:lnTo>
                  <a:pt x="13103" y="14632"/>
                </a:lnTo>
                <a:lnTo>
                  <a:pt x="12787" y="16796"/>
                </a:lnTo>
                <a:lnTo>
                  <a:pt x="12735" y="19104"/>
                </a:lnTo>
                <a:lnTo>
                  <a:pt x="12960" y="21600"/>
                </a:lnTo>
                <a:lnTo>
                  <a:pt x="10394" y="20989"/>
                </a:lnTo>
                <a:lnTo>
                  <a:pt x="7819" y="20375"/>
                </a:lnTo>
                <a:lnTo>
                  <a:pt x="5236" y="19761"/>
                </a:lnTo>
                <a:lnTo>
                  <a:pt x="2631" y="19141"/>
                </a:lnTo>
                <a:lnTo>
                  <a:pt x="0" y="18514"/>
                </a:lnTo>
                <a:lnTo>
                  <a:pt x="1300" y="13910"/>
                </a:lnTo>
                <a:lnTo>
                  <a:pt x="2445" y="10140"/>
                </a:lnTo>
                <a:lnTo>
                  <a:pt x="3521" y="7122"/>
                </a:lnTo>
                <a:lnTo>
                  <a:pt x="4635" y="4771"/>
                </a:lnTo>
                <a:lnTo>
                  <a:pt x="5884" y="3005"/>
                </a:lnTo>
                <a:lnTo>
                  <a:pt x="7361" y="1737"/>
                </a:lnTo>
                <a:lnTo>
                  <a:pt x="9167" y="892"/>
                </a:lnTo>
                <a:lnTo>
                  <a:pt x="11392" y="376"/>
                </a:lnTo>
                <a:lnTo>
                  <a:pt x="14144" y="111"/>
                </a:lnTo>
                <a:lnTo>
                  <a:pt x="17513" y="15"/>
                </a:lnTo>
                <a:lnTo>
                  <a:pt x="21600" y="0"/>
                </a:lnTo>
                <a:close/>
              </a:path>
            </a:pathLst>
          </a:custGeom>
          <a:solidFill>
            <a:srgbClr val="BEA9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0" name="contour_14128"/>
          <p:cNvSpPr/>
          <p:nvPr/>
        </p:nvSpPr>
        <p:spPr>
          <a:xfrm>
            <a:off x="7130742" y="5646933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21600" y="5221"/>
                </a:lnTo>
                <a:lnTo>
                  <a:pt x="21600" y="9279"/>
                </a:lnTo>
                <a:lnTo>
                  <a:pt x="21600" y="13349"/>
                </a:lnTo>
                <a:lnTo>
                  <a:pt x="21600" y="1745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EE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1" name="contour_14129"/>
          <p:cNvSpPr/>
          <p:nvPr/>
        </p:nvSpPr>
        <p:spPr>
          <a:xfrm>
            <a:off x="7189046" y="5642655"/>
            <a:ext cx="72880" cy="27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111"/>
                </a:moveTo>
                <a:lnTo>
                  <a:pt x="20187" y="11823"/>
                </a:lnTo>
                <a:lnTo>
                  <a:pt x="18783" y="13454"/>
                </a:lnTo>
                <a:lnTo>
                  <a:pt x="17382" y="14999"/>
                </a:lnTo>
                <a:lnTo>
                  <a:pt x="15975" y="16436"/>
                </a:lnTo>
                <a:lnTo>
                  <a:pt x="14558" y="17751"/>
                </a:lnTo>
                <a:lnTo>
                  <a:pt x="13122" y="18940"/>
                </a:lnTo>
                <a:lnTo>
                  <a:pt x="11662" y="19986"/>
                </a:lnTo>
                <a:lnTo>
                  <a:pt x="10169" y="20876"/>
                </a:lnTo>
                <a:lnTo>
                  <a:pt x="8640" y="21600"/>
                </a:lnTo>
                <a:lnTo>
                  <a:pt x="7165" y="19790"/>
                </a:lnTo>
                <a:lnTo>
                  <a:pt x="5810" y="17774"/>
                </a:lnTo>
                <a:lnTo>
                  <a:pt x="4551" y="15545"/>
                </a:lnTo>
                <a:lnTo>
                  <a:pt x="3363" y="13092"/>
                </a:lnTo>
                <a:lnTo>
                  <a:pt x="2227" y="10415"/>
                </a:lnTo>
                <a:lnTo>
                  <a:pt x="1112" y="7508"/>
                </a:lnTo>
                <a:lnTo>
                  <a:pt x="0" y="4366"/>
                </a:lnTo>
                <a:lnTo>
                  <a:pt x="1704" y="3274"/>
                </a:lnTo>
                <a:lnTo>
                  <a:pt x="3324" y="2298"/>
                </a:lnTo>
                <a:lnTo>
                  <a:pt x="4871" y="1471"/>
                </a:lnTo>
                <a:lnTo>
                  <a:pt x="6353" y="810"/>
                </a:lnTo>
                <a:lnTo>
                  <a:pt x="7782" y="327"/>
                </a:lnTo>
                <a:lnTo>
                  <a:pt x="9169" y="52"/>
                </a:lnTo>
                <a:lnTo>
                  <a:pt x="10528" y="0"/>
                </a:lnTo>
                <a:lnTo>
                  <a:pt x="11865" y="195"/>
                </a:lnTo>
                <a:lnTo>
                  <a:pt x="13195" y="655"/>
                </a:lnTo>
                <a:lnTo>
                  <a:pt x="14526" y="1396"/>
                </a:lnTo>
                <a:lnTo>
                  <a:pt x="15872" y="2447"/>
                </a:lnTo>
                <a:lnTo>
                  <a:pt x="17239" y="3826"/>
                </a:lnTo>
                <a:lnTo>
                  <a:pt x="18643" y="5544"/>
                </a:lnTo>
                <a:lnTo>
                  <a:pt x="20092" y="7635"/>
                </a:lnTo>
                <a:lnTo>
                  <a:pt x="21600" y="10111"/>
                </a:lnTo>
                <a:close/>
              </a:path>
            </a:pathLst>
          </a:custGeom>
          <a:solidFill>
            <a:srgbClr val="5847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2" name="contour_14130"/>
          <p:cNvSpPr/>
          <p:nvPr/>
        </p:nvSpPr>
        <p:spPr>
          <a:xfrm>
            <a:off x="3537231" y="5626329"/>
            <a:ext cx="2191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4" y="0"/>
                </a:moveTo>
                <a:lnTo>
                  <a:pt x="5272" y="0"/>
                </a:lnTo>
                <a:lnTo>
                  <a:pt x="10049" y="0"/>
                </a:lnTo>
                <a:lnTo>
                  <a:pt x="14891" y="0"/>
                </a:lnTo>
                <a:lnTo>
                  <a:pt x="16981" y="1871"/>
                </a:lnTo>
                <a:lnTo>
                  <a:pt x="18770" y="3607"/>
                </a:lnTo>
                <a:lnTo>
                  <a:pt x="20171" y="5257"/>
                </a:lnTo>
                <a:lnTo>
                  <a:pt x="21140" y="6871"/>
                </a:lnTo>
                <a:lnTo>
                  <a:pt x="21600" y="8494"/>
                </a:lnTo>
                <a:lnTo>
                  <a:pt x="21485" y="10179"/>
                </a:lnTo>
                <a:lnTo>
                  <a:pt x="20738" y="11972"/>
                </a:lnTo>
                <a:lnTo>
                  <a:pt x="19294" y="13921"/>
                </a:lnTo>
                <a:lnTo>
                  <a:pt x="17132" y="15498"/>
                </a:lnTo>
                <a:lnTo>
                  <a:pt x="14912" y="17051"/>
                </a:lnTo>
                <a:lnTo>
                  <a:pt x="12614" y="18581"/>
                </a:lnTo>
                <a:lnTo>
                  <a:pt x="10215" y="20096"/>
                </a:lnTo>
                <a:lnTo>
                  <a:pt x="7708" y="21600"/>
                </a:lnTo>
                <a:lnTo>
                  <a:pt x="5158" y="19883"/>
                </a:lnTo>
                <a:lnTo>
                  <a:pt x="3225" y="18225"/>
                </a:lnTo>
                <a:lnTo>
                  <a:pt x="1825" y="16597"/>
                </a:lnTo>
                <a:lnTo>
                  <a:pt x="884" y="14966"/>
                </a:lnTo>
                <a:lnTo>
                  <a:pt x="323" y="13300"/>
                </a:lnTo>
                <a:lnTo>
                  <a:pt x="57" y="11564"/>
                </a:lnTo>
                <a:lnTo>
                  <a:pt x="0" y="9731"/>
                </a:lnTo>
                <a:lnTo>
                  <a:pt x="79" y="7762"/>
                </a:lnTo>
                <a:lnTo>
                  <a:pt x="144" y="6305"/>
                </a:lnTo>
                <a:lnTo>
                  <a:pt x="208" y="4838"/>
                </a:lnTo>
                <a:lnTo>
                  <a:pt x="273" y="3353"/>
                </a:lnTo>
                <a:lnTo>
                  <a:pt x="395" y="1688"/>
                </a:lnTo>
                <a:lnTo>
                  <a:pt x="524" y="0"/>
                </a:lnTo>
                <a:close/>
              </a:path>
            </a:pathLst>
          </a:custGeom>
          <a:solidFill>
            <a:srgbClr val="AEC8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3" name="contour_14131"/>
          <p:cNvSpPr/>
          <p:nvPr/>
        </p:nvSpPr>
        <p:spPr>
          <a:xfrm>
            <a:off x="10432203" y="5633617"/>
            <a:ext cx="376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67" y="0"/>
                </a:moveTo>
                <a:lnTo>
                  <a:pt x="11480" y="553"/>
                </a:lnTo>
                <a:lnTo>
                  <a:pt x="13689" y="1054"/>
                </a:lnTo>
                <a:lnTo>
                  <a:pt x="15597" y="1711"/>
                </a:lnTo>
                <a:lnTo>
                  <a:pt x="17805" y="2730"/>
                </a:lnTo>
                <a:lnTo>
                  <a:pt x="20918" y="4320"/>
                </a:lnTo>
                <a:lnTo>
                  <a:pt x="21387" y="7279"/>
                </a:lnTo>
                <a:lnTo>
                  <a:pt x="21596" y="10113"/>
                </a:lnTo>
                <a:lnTo>
                  <a:pt x="21600" y="12887"/>
                </a:lnTo>
                <a:lnTo>
                  <a:pt x="21454" y="15677"/>
                </a:lnTo>
                <a:lnTo>
                  <a:pt x="21207" y="18559"/>
                </a:lnTo>
                <a:lnTo>
                  <a:pt x="20918" y="21600"/>
                </a:lnTo>
                <a:lnTo>
                  <a:pt x="18328" y="21064"/>
                </a:lnTo>
                <a:lnTo>
                  <a:pt x="15739" y="20529"/>
                </a:lnTo>
                <a:lnTo>
                  <a:pt x="13141" y="19993"/>
                </a:lnTo>
                <a:lnTo>
                  <a:pt x="10539" y="19457"/>
                </a:lnTo>
                <a:lnTo>
                  <a:pt x="7924" y="18917"/>
                </a:lnTo>
                <a:lnTo>
                  <a:pt x="5296" y="18373"/>
                </a:lnTo>
                <a:lnTo>
                  <a:pt x="2657" y="17829"/>
                </a:lnTo>
                <a:lnTo>
                  <a:pt x="0" y="17280"/>
                </a:lnTo>
                <a:lnTo>
                  <a:pt x="1184" y="14835"/>
                </a:lnTo>
                <a:lnTo>
                  <a:pt x="2368" y="12390"/>
                </a:lnTo>
                <a:lnTo>
                  <a:pt x="3556" y="9936"/>
                </a:lnTo>
                <a:lnTo>
                  <a:pt x="4748" y="7474"/>
                </a:lnTo>
                <a:lnTo>
                  <a:pt x="5949" y="4998"/>
                </a:lnTo>
                <a:lnTo>
                  <a:pt x="7154" y="2510"/>
                </a:lnTo>
                <a:lnTo>
                  <a:pt x="8367" y="0"/>
                </a:lnTo>
                <a:close/>
              </a:path>
            </a:pathLst>
          </a:custGeom>
          <a:solidFill>
            <a:srgbClr val="ECE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4" name="contour_14132"/>
          <p:cNvSpPr/>
          <p:nvPr/>
        </p:nvSpPr>
        <p:spPr>
          <a:xfrm>
            <a:off x="8151061" y="5633617"/>
            <a:ext cx="36440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93"/>
                </a:lnTo>
                <a:lnTo>
                  <a:pt x="2341" y="564"/>
                </a:lnTo>
                <a:lnTo>
                  <a:pt x="3646" y="883"/>
                </a:lnTo>
                <a:lnTo>
                  <a:pt x="5374" y="1301"/>
                </a:lnTo>
                <a:lnTo>
                  <a:pt x="7780" y="1881"/>
                </a:lnTo>
                <a:lnTo>
                  <a:pt x="11115" y="2690"/>
                </a:lnTo>
                <a:lnTo>
                  <a:pt x="15638" y="3782"/>
                </a:lnTo>
                <a:lnTo>
                  <a:pt x="21600" y="5224"/>
                </a:lnTo>
                <a:lnTo>
                  <a:pt x="20097" y="8562"/>
                </a:lnTo>
                <a:lnTo>
                  <a:pt x="18943" y="11027"/>
                </a:lnTo>
                <a:lnTo>
                  <a:pt x="17889" y="13059"/>
                </a:lnTo>
                <a:lnTo>
                  <a:pt x="16701" y="15091"/>
                </a:lnTo>
                <a:lnTo>
                  <a:pt x="15137" y="17557"/>
                </a:lnTo>
                <a:lnTo>
                  <a:pt x="12960" y="20895"/>
                </a:lnTo>
                <a:lnTo>
                  <a:pt x="9487" y="21365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3C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5" name="contour_14133"/>
          <p:cNvSpPr/>
          <p:nvPr/>
        </p:nvSpPr>
        <p:spPr>
          <a:xfrm>
            <a:off x="1198317" y="5604465"/>
            <a:ext cx="3080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30" y="0"/>
                </a:moveTo>
                <a:lnTo>
                  <a:pt x="17865" y="0"/>
                </a:lnTo>
                <a:lnTo>
                  <a:pt x="20440" y="0"/>
                </a:lnTo>
                <a:lnTo>
                  <a:pt x="20920" y="2253"/>
                </a:lnTo>
                <a:lnTo>
                  <a:pt x="21293" y="4462"/>
                </a:lnTo>
                <a:lnTo>
                  <a:pt x="21534" y="6644"/>
                </a:lnTo>
                <a:lnTo>
                  <a:pt x="21600" y="8816"/>
                </a:lnTo>
                <a:lnTo>
                  <a:pt x="21467" y="10994"/>
                </a:lnTo>
                <a:lnTo>
                  <a:pt x="21089" y="13191"/>
                </a:lnTo>
                <a:lnTo>
                  <a:pt x="20440" y="15429"/>
                </a:lnTo>
                <a:lnTo>
                  <a:pt x="17778" y="16718"/>
                </a:lnTo>
                <a:lnTo>
                  <a:pt x="15054" y="17826"/>
                </a:lnTo>
                <a:lnTo>
                  <a:pt x="12259" y="18780"/>
                </a:lnTo>
                <a:lnTo>
                  <a:pt x="9372" y="19604"/>
                </a:lnTo>
                <a:lnTo>
                  <a:pt x="6377" y="20329"/>
                </a:lnTo>
                <a:lnTo>
                  <a:pt x="3260" y="20986"/>
                </a:lnTo>
                <a:lnTo>
                  <a:pt x="0" y="21600"/>
                </a:lnTo>
                <a:lnTo>
                  <a:pt x="445" y="19668"/>
                </a:lnTo>
                <a:lnTo>
                  <a:pt x="920" y="17740"/>
                </a:lnTo>
                <a:lnTo>
                  <a:pt x="1410" y="15811"/>
                </a:lnTo>
                <a:lnTo>
                  <a:pt x="1916" y="13886"/>
                </a:lnTo>
                <a:lnTo>
                  <a:pt x="2453" y="11732"/>
                </a:lnTo>
                <a:lnTo>
                  <a:pt x="2994" y="9547"/>
                </a:lnTo>
                <a:lnTo>
                  <a:pt x="4047" y="7872"/>
                </a:lnTo>
                <a:lnTo>
                  <a:pt x="5110" y="6171"/>
                </a:lnTo>
                <a:lnTo>
                  <a:pt x="8488" y="6171"/>
                </a:lnTo>
                <a:lnTo>
                  <a:pt x="11886" y="6171"/>
                </a:lnTo>
                <a:lnTo>
                  <a:pt x="15330" y="6171"/>
                </a:lnTo>
                <a:lnTo>
                  <a:pt x="15330" y="4132"/>
                </a:lnTo>
                <a:lnTo>
                  <a:pt x="15330" y="2080"/>
                </a:lnTo>
                <a:lnTo>
                  <a:pt x="15330" y="0"/>
                </a:lnTo>
                <a:close/>
              </a:path>
            </a:pathLst>
          </a:custGeom>
          <a:solidFill>
            <a:srgbClr val="B37A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6" name="contour_14134"/>
          <p:cNvSpPr/>
          <p:nvPr/>
        </p:nvSpPr>
        <p:spPr>
          <a:xfrm>
            <a:off x="826630" y="5633472"/>
            <a:ext cx="72880" cy="20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0"/>
                </a:moveTo>
                <a:lnTo>
                  <a:pt x="21600" y="5120"/>
                </a:lnTo>
                <a:lnTo>
                  <a:pt x="21600" y="10120"/>
                </a:lnTo>
                <a:lnTo>
                  <a:pt x="21600" y="15187"/>
                </a:lnTo>
                <a:lnTo>
                  <a:pt x="20023" y="17285"/>
                </a:lnTo>
                <a:lnTo>
                  <a:pt x="18470" y="18931"/>
                </a:lnTo>
                <a:lnTo>
                  <a:pt x="16937" y="20149"/>
                </a:lnTo>
                <a:lnTo>
                  <a:pt x="15418" y="20976"/>
                </a:lnTo>
                <a:lnTo>
                  <a:pt x="13908" y="21450"/>
                </a:lnTo>
                <a:lnTo>
                  <a:pt x="12403" y="21600"/>
                </a:lnTo>
                <a:lnTo>
                  <a:pt x="10899" y="21457"/>
                </a:lnTo>
                <a:lnTo>
                  <a:pt x="9392" y="21059"/>
                </a:lnTo>
                <a:lnTo>
                  <a:pt x="7875" y="20442"/>
                </a:lnTo>
                <a:lnTo>
                  <a:pt x="6344" y="19630"/>
                </a:lnTo>
                <a:lnTo>
                  <a:pt x="4797" y="18668"/>
                </a:lnTo>
                <a:lnTo>
                  <a:pt x="3227" y="17585"/>
                </a:lnTo>
                <a:lnTo>
                  <a:pt x="1629" y="16412"/>
                </a:lnTo>
                <a:lnTo>
                  <a:pt x="0" y="15187"/>
                </a:lnTo>
                <a:lnTo>
                  <a:pt x="0" y="11458"/>
                </a:lnTo>
                <a:lnTo>
                  <a:pt x="0" y="7669"/>
                </a:lnTo>
                <a:lnTo>
                  <a:pt x="1452" y="6736"/>
                </a:lnTo>
                <a:lnTo>
                  <a:pt x="2894" y="5834"/>
                </a:lnTo>
                <a:lnTo>
                  <a:pt x="4331" y="4977"/>
                </a:lnTo>
                <a:lnTo>
                  <a:pt x="5761" y="4158"/>
                </a:lnTo>
                <a:lnTo>
                  <a:pt x="7188" y="3398"/>
                </a:lnTo>
                <a:lnTo>
                  <a:pt x="8614" y="2692"/>
                </a:lnTo>
                <a:lnTo>
                  <a:pt x="10038" y="2052"/>
                </a:lnTo>
                <a:lnTo>
                  <a:pt x="11463" y="1489"/>
                </a:lnTo>
                <a:lnTo>
                  <a:pt x="12891" y="1007"/>
                </a:lnTo>
                <a:lnTo>
                  <a:pt x="14323" y="609"/>
                </a:lnTo>
                <a:lnTo>
                  <a:pt x="15759" y="301"/>
                </a:lnTo>
                <a:lnTo>
                  <a:pt x="17204" y="98"/>
                </a:lnTo>
                <a:lnTo>
                  <a:pt x="18658" y="0"/>
                </a:lnTo>
                <a:lnTo>
                  <a:pt x="20123" y="15"/>
                </a:lnTo>
                <a:lnTo>
                  <a:pt x="21600" y="150"/>
                </a:lnTo>
                <a:close/>
              </a:path>
            </a:pathLst>
          </a:custGeom>
          <a:solidFill>
            <a:srgbClr val="8F90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7" name="contour_14135"/>
          <p:cNvSpPr/>
          <p:nvPr/>
        </p:nvSpPr>
        <p:spPr>
          <a:xfrm>
            <a:off x="7121815" y="5626329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E8E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8" name="contour_14136"/>
          <p:cNvSpPr/>
          <p:nvPr/>
        </p:nvSpPr>
        <p:spPr>
          <a:xfrm>
            <a:off x="5372697" y="5626329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1313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39" name="contour_14137"/>
          <p:cNvSpPr/>
          <p:nvPr/>
        </p:nvSpPr>
        <p:spPr>
          <a:xfrm>
            <a:off x="914086" y="562632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02"/>
                </a:lnTo>
                <a:lnTo>
                  <a:pt x="2341" y="389"/>
                </a:lnTo>
                <a:lnTo>
                  <a:pt x="3646" y="608"/>
                </a:lnTo>
                <a:lnTo>
                  <a:pt x="5374" y="896"/>
                </a:lnTo>
                <a:lnTo>
                  <a:pt x="7780" y="1296"/>
                </a:lnTo>
                <a:lnTo>
                  <a:pt x="11115" y="1854"/>
                </a:lnTo>
                <a:lnTo>
                  <a:pt x="15638" y="2606"/>
                </a:lnTo>
                <a:lnTo>
                  <a:pt x="21600" y="3600"/>
                </a:lnTo>
                <a:lnTo>
                  <a:pt x="21064" y="5828"/>
                </a:lnTo>
                <a:lnTo>
                  <a:pt x="20529" y="8057"/>
                </a:lnTo>
                <a:lnTo>
                  <a:pt x="19993" y="10292"/>
                </a:lnTo>
                <a:lnTo>
                  <a:pt x="19457" y="12532"/>
                </a:lnTo>
                <a:lnTo>
                  <a:pt x="18917" y="14782"/>
                </a:lnTo>
                <a:lnTo>
                  <a:pt x="18373" y="17042"/>
                </a:lnTo>
                <a:lnTo>
                  <a:pt x="17829" y="19314"/>
                </a:lnTo>
                <a:lnTo>
                  <a:pt x="17280" y="21600"/>
                </a:lnTo>
                <a:lnTo>
                  <a:pt x="14196" y="21247"/>
                </a:lnTo>
                <a:lnTo>
                  <a:pt x="11979" y="20884"/>
                </a:lnTo>
                <a:lnTo>
                  <a:pt x="10009" y="20336"/>
                </a:lnTo>
                <a:lnTo>
                  <a:pt x="7664" y="19433"/>
                </a:lnTo>
                <a:lnTo>
                  <a:pt x="4320" y="18000"/>
                </a:lnTo>
                <a:lnTo>
                  <a:pt x="3430" y="15757"/>
                </a:lnTo>
                <a:lnTo>
                  <a:pt x="2691" y="13543"/>
                </a:lnTo>
                <a:lnTo>
                  <a:pt x="2078" y="11344"/>
                </a:lnTo>
                <a:lnTo>
                  <a:pt x="1560" y="9144"/>
                </a:lnTo>
                <a:lnTo>
                  <a:pt x="1119" y="6923"/>
                </a:lnTo>
                <a:lnTo>
                  <a:pt x="730" y="4669"/>
                </a:lnTo>
                <a:lnTo>
                  <a:pt x="363" y="2369"/>
                </a:lnTo>
                <a:lnTo>
                  <a:pt x="0" y="0"/>
                </a:lnTo>
                <a:close/>
              </a:path>
            </a:pathLst>
          </a:custGeom>
          <a:solidFill>
            <a:srgbClr val="796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0" name="contour_14138"/>
          <p:cNvSpPr/>
          <p:nvPr/>
        </p:nvSpPr>
        <p:spPr>
          <a:xfrm>
            <a:off x="10512370" y="5597177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9" y="0"/>
                </a:moveTo>
                <a:lnTo>
                  <a:pt x="9049" y="553"/>
                </a:lnTo>
                <a:lnTo>
                  <a:pt x="11788" y="1054"/>
                </a:lnTo>
                <a:lnTo>
                  <a:pt x="14154" y="1711"/>
                </a:lnTo>
                <a:lnTo>
                  <a:pt x="16894" y="2730"/>
                </a:lnTo>
                <a:lnTo>
                  <a:pt x="20754" y="4320"/>
                </a:lnTo>
                <a:lnTo>
                  <a:pt x="21335" y="7279"/>
                </a:lnTo>
                <a:lnTo>
                  <a:pt x="21595" y="10113"/>
                </a:lnTo>
                <a:lnTo>
                  <a:pt x="21600" y="12887"/>
                </a:lnTo>
                <a:lnTo>
                  <a:pt x="21418" y="15677"/>
                </a:lnTo>
                <a:lnTo>
                  <a:pt x="21112" y="18559"/>
                </a:lnTo>
                <a:lnTo>
                  <a:pt x="20754" y="21600"/>
                </a:lnTo>
                <a:lnTo>
                  <a:pt x="17330" y="20887"/>
                </a:lnTo>
                <a:lnTo>
                  <a:pt x="13900" y="20174"/>
                </a:lnTo>
                <a:lnTo>
                  <a:pt x="10455" y="19457"/>
                </a:lnTo>
                <a:lnTo>
                  <a:pt x="6994" y="18736"/>
                </a:lnTo>
                <a:lnTo>
                  <a:pt x="3513" y="18010"/>
                </a:lnTo>
                <a:lnTo>
                  <a:pt x="0" y="17280"/>
                </a:lnTo>
                <a:lnTo>
                  <a:pt x="856" y="14429"/>
                </a:lnTo>
                <a:lnTo>
                  <a:pt x="1712" y="11573"/>
                </a:lnTo>
                <a:lnTo>
                  <a:pt x="2574" y="8705"/>
                </a:lnTo>
                <a:lnTo>
                  <a:pt x="3440" y="5823"/>
                </a:lnTo>
                <a:lnTo>
                  <a:pt x="4312" y="2925"/>
                </a:lnTo>
                <a:lnTo>
                  <a:pt x="5189" y="0"/>
                </a:lnTo>
                <a:close/>
              </a:path>
            </a:pathLst>
          </a:custGeom>
          <a:solidFill>
            <a:srgbClr val="B9BD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1" name="contour_14139"/>
          <p:cNvSpPr/>
          <p:nvPr/>
        </p:nvSpPr>
        <p:spPr>
          <a:xfrm>
            <a:off x="7225486" y="5613575"/>
            <a:ext cx="58304" cy="27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618" y="7154"/>
                </a:moveTo>
                <a:lnTo>
                  <a:pt x="20601" y="8605"/>
                </a:lnTo>
                <a:lnTo>
                  <a:pt x="21600" y="10080"/>
                </a:lnTo>
                <a:lnTo>
                  <a:pt x="19815" y="10080"/>
                </a:lnTo>
                <a:lnTo>
                  <a:pt x="18020" y="10080"/>
                </a:lnTo>
                <a:lnTo>
                  <a:pt x="16200" y="10080"/>
                </a:lnTo>
                <a:lnTo>
                  <a:pt x="16200" y="13887"/>
                </a:lnTo>
                <a:lnTo>
                  <a:pt x="16200" y="17718"/>
                </a:lnTo>
                <a:lnTo>
                  <a:pt x="16200" y="21600"/>
                </a:lnTo>
                <a:lnTo>
                  <a:pt x="14418" y="21600"/>
                </a:lnTo>
                <a:lnTo>
                  <a:pt x="12633" y="21600"/>
                </a:lnTo>
                <a:lnTo>
                  <a:pt x="10846" y="21600"/>
                </a:lnTo>
                <a:lnTo>
                  <a:pt x="9056" y="21600"/>
                </a:lnTo>
                <a:lnTo>
                  <a:pt x="7260" y="21600"/>
                </a:lnTo>
                <a:lnTo>
                  <a:pt x="5459" y="21600"/>
                </a:lnTo>
                <a:lnTo>
                  <a:pt x="3648" y="21600"/>
                </a:lnTo>
                <a:lnTo>
                  <a:pt x="1828" y="21600"/>
                </a:lnTo>
                <a:lnTo>
                  <a:pt x="0" y="21600"/>
                </a:lnTo>
                <a:lnTo>
                  <a:pt x="0" y="17793"/>
                </a:lnTo>
                <a:lnTo>
                  <a:pt x="0" y="13962"/>
                </a:lnTo>
                <a:lnTo>
                  <a:pt x="0" y="10080"/>
                </a:lnTo>
                <a:lnTo>
                  <a:pt x="1774" y="6768"/>
                </a:lnTo>
                <a:lnTo>
                  <a:pt x="3515" y="4141"/>
                </a:lnTo>
                <a:lnTo>
                  <a:pt x="5235" y="2177"/>
                </a:lnTo>
                <a:lnTo>
                  <a:pt x="6944" y="852"/>
                </a:lnTo>
                <a:lnTo>
                  <a:pt x="8654" y="132"/>
                </a:lnTo>
                <a:lnTo>
                  <a:pt x="10379" y="0"/>
                </a:lnTo>
                <a:lnTo>
                  <a:pt x="12128" y="420"/>
                </a:lnTo>
                <a:lnTo>
                  <a:pt x="13916" y="1377"/>
                </a:lnTo>
                <a:lnTo>
                  <a:pt x="15752" y="2834"/>
                </a:lnTo>
                <a:lnTo>
                  <a:pt x="17647" y="4769"/>
                </a:lnTo>
                <a:lnTo>
                  <a:pt x="19618" y="7154"/>
                </a:lnTo>
                <a:close/>
              </a:path>
            </a:pathLst>
          </a:custGeom>
          <a:solidFill>
            <a:srgbClr val="5151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2" name="contour_14140"/>
          <p:cNvSpPr/>
          <p:nvPr/>
        </p:nvSpPr>
        <p:spPr>
          <a:xfrm>
            <a:off x="3849915" y="5619041"/>
            <a:ext cx="2435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2" y="0"/>
                </a:moveTo>
                <a:lnTo>
                  <a:pt x="5901" y="210"/>
                </a:lnTo>
                <a:lnTo>
                  <a:pt x="9313" y="475"/>
                </a:lnTo>
                <a:lnTo>
                  <a:pt x="12261" y="944"/>
                </a:lnTo>
                <a:lnTo>
                  <a:pt x="15673" y="1765"/>
                </a:lnTo>
                <a:lnTo>
                  <a:pt x="20482" y="3086"/>
                </a:lnTo>
                <a:lnTo>
                  <a:pt x="21005" y="5153"/>
                </a:lnTo>
                <a:lnTo>
                  <a:pt x="21354" y="7211"/>
                </a:lnTo>
                <a:lnTo>
                  <a:pt x="21548" y="9263"/>
                </a:lnTo>
                <a:lnTo>
                  <a:pt x="21600" y="11309"/>
                </a:lnTo>
                <a:lnTo>
                  <a:pt x="21535" y="13358"/>
                </a:lnTo>
                <a:lnTo>
                  <a:pt x="21374" y="15407"/>
                </a:lnTo>
                <a:lnTo>
                  <a:pt x="21128" y="17462"/>
                </a:lnTo>
                <a:lnTo>
                  <a:pt x="20824" y="19523"/>
                </a:lnTo>
                <a:lnTo>
                  <a:pt x="20482" y="21600"/>
                </a:lnTo>
                <a:lnTo>
                  <a:pt x="16352" y="20687"/>
                </a:lnTo>
                <a:lnTo>
                  <a:pt x="13301" y="19955"/>
                </a:lnTo>
                <a:lnTo>
                  <a:pt x="10787" y="19236"/>
                </a:lnTo>
                <a:lnTo>
                  <a:pt x="8273" y="18357"/>
                </a:lnTo>
                <a:lnTo>
                  <a:pt x="5222" y="17144"/>
                </a:lnTo>
                <a:lnTo>
                  <a:pt x="1092" y="15429"/>
                </a:lnTo>
                <a:lnTo>
                  <a:pt x="478" y="13204"/>
                </a:lnTo>
                <a:lnTo>
                  <a:pt x="129" y="11004"/>
                </a:lnTo>
                <a:lnTo>
                  <a:pt x="0" y="8816"/>
                </a:lnTo>
                <a:lnTo>
                  <a:pt x="65" y="6631"/>
                </a:lnTo>
                <a:lnTo>
                  <a:pt x="291" y="4440"/>
                </a:lnTo>
                <a:lnTo>
                  <a:pt x="646" y="2231"/>
                </a:lnTo>
                <a:lnTo>
                  <a:pt x="1092" y="0"/>
                </a:lnTo>
                <a:close/>
              </a:path>
            </a:pathLst>
          </a:custGeom>
          <a:solidFill>
            <a:srgbClr val="DDE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3" name="contour_14141"/>
          <p:cNvSpPr/>
          <p:nvPr/>
        </p:nvSpPr>
        <p:spPr>
          <a:xfrm>
            <a:off x="2102028" y="559717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88" y="3214"/>
                </a:lnTo>
                <a:lnTo>
                  <a:pt x="20157" y="5495"/>
                </a:lnTo>
                <a:lnTo>
                  <a:pt x="19500" y="7465"/>
                </a:lnTo>
                <a:lnTo>
                  <a:pt x="18611" y="9746"/>
                </a:lnTo>
                <a:lnTo>
                  <a:pt x="17280" y="12960"/>
                </a:lnTo>
                <a:lnTo>
                  <a:pt x="14424" y="12960"/>
                </a:lnTo>
                <a:lnTo>
                  <a:pt x="11552" y="12960"/>
                </a:lnTo>
                <a:lnTo>
                  <a:pt x="8640" y="12960"/>
                </a:lnTo>
                <a:lnTo>
                  <a:pt x="7569" y="15098"/>
                </a:lnTo>
                <a:lnTo>
                  <a:pt x="6497" y="17245"/>
                </a:lnTo>
                <a:lnTo>
                  <a:pt x="5413" y="19410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3D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4" name="contour_14142"/>
          <p:cNvSpPr/>
          <p:nvPr/>
        </p:nvSpPr>
        <p:spPr>
          <a:xfrm>
            <a:off x="724598" y="561175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308"/>
                </a:lnTo>
                <a:lnTo>
                  <a:pt x="9210" y="2620"/>
                </a:lnTo>
                <a:lnTo>
                  <a:pt x="11664" y="3934"/>
                </a:lnTo>
                <a:lnTo>
                  <a:pt x="14126" y="5255"/>
                </a:lnTo>
                <a:lnTo>
                  <a:pt x="16602" y="6579"/>
                </a:lnTo>
                <a:lnTo>
                  <a:pt x="19090" y="7915"/>
                </a:lnTo>
                <a:lnTo>
                  <a:pt x="21600" y="9257"/>
                </a:lnTo>
                <a:lnTo>
                  <a:pt x="20663" y="9590"/>
                </a:lnTo>
                <a:lnTo>
                  <a:pt x="19449" y="10025"/>
                </a:lnTo>
                <a:lnTo>
                  <a:pt x="17155" y="10846"/>
                </a:lnTo>
                <a:lnTo>
                  <a:pt x="12960" y="12343"/>
                </a:lnTo>
                <a:lnTo>
                  <a:pt x="10895" y="14395"/>
                </a:lnTo>
                <a:lnTo>
                  <a:pt x="9400" y="15898"/>
                </a:lnTo>
                <a:lnTo>
                  <a:pt x="8234" y="17116"/>
                </a:lnTo>
                <a:lnTo>
                  <a:pt x="7158" y="18298"/>
                </a:lnTo>
                <a:lnTo>
                  <a:pt x="5936" y="19708"/>
                </a:lnTo>
                <a:lnTo>
                  <a:pt x="4320" y="21600"/>
                </a:lnTo>
                <a:lnTo>
                  <a:pt x="3823" y="19789"/>
                </a:lnTo>
                <a:lnTo>
                  <a:pt x="3331" y="17977"/>
                </a:lnTo>
                <a:lnTo>
                  <a:pt x="2847" y="16163"/>
                </a:lnTo>
                <a:lnTo>
                  <a:pt x="2367" y="14349"/>
                </a:lnTo>
                <a:lnTo>
                  <a:pt x="1892" y="12534"/>
                </a:lnTo>
                <a:lnTo>
                  <a:pt x="1439" y="10849"/>
                </a:lnTo>
                <a:lnTo>
                  <a:pt x="985" y="9155"/>
                </a:lnTo>
                <a:lnTo>
                  <a:pt x="523" y="7437"/>
                </a:lnTo>
                <a:lnTo>
                  <a:pt x="264" y="5277"/>
                </a:lnTo>
                <a:lnTo>
                  <a:pt x="0" y="3086"/>
                </a:lnTo>
                <a:lnTo>
                  <a:pt x="2143" y="1555"/>
                </a:lnTo>
                <a:lnTo>
                  <a:pt x="4320" y="0"/>
                </a:lnTo>
                <a:close/>
              </a:path>
            </a:pathLst>
          </a:custGeom>
          <a:solidFill>
            <a:srgbClr val="3531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5" name="contour_14143"/>
          <p:cNvSpPr/>
          <p:nvPr/>
        </p:nvSpPr>
        <p:spPr>
          <a:xfrm>
            <a:off x="7006847" y="5575313"/>
            <a:ext cx="3093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77" y="0"/>
                </a:moveTo>
                <a:lnTo>
                  <a:pt x="13311" y="2609"/>
                </a:lnTo>
                <a:lnTo>
                  <a:pt x="15871" y="4774"/>
                </a:lnTo>
                <a:lnTo>
                  <a:pt x="17891" y="6571"/>
                </a:lnTo>
                <a:lnTo>
                  <a:pt x="19427" y="8076"/>
                </a:lnTo>
                <a:lnTo>
                  <a:pt x="20516" y="9365"/>
                </a:lnTo>
                <a:lnTo>
                  <a:pt x="21213" y="10512"/>
                </a:lnTo>
                <a:lnTo>
                  <a:pt x="21559" y="11597"/>
                </a:lnTo>
                <a:lnTo>
                  <a:pt x="21600" y="12691"/>
                </a:lnTo>
                <a:lnTo>
                  <a:pt x="21381" y="13874"/>
                </a:lnTo>
                <a:lnTo>
                  <a:pt x="20954" y="15218"/>
                </a:lnTo>
                <a:lnTo>
                  <a:pt x="20353" y="16800"/>
                </a:lnTo>
                <a:lnTo>
                  <a:pt x="17835" y="17988"/>
                </a:lnTo>
                <a:lnTo>
                  <a:pt x="15306" y="19181"/>
                </a:lnTo>
                <a:lnTo>
                  <a:pt x="12756" y="20383"/>
                </a:lnTo>
                <a:lnTo>
                  <a:pt x="10177" y="21600"/>
                </a:lnTo>
                <a:lnTo>
                  <a:pt x="9057" y="20016"/>
                </a:lnTo>
                <a:lnTo>
                  <a:pt x="7938" y="18430"/>
                </a:lnTo>
                <a:lnTo>
                  <a:pt x="6813" y="16843"/>
                </a:lnTo>
                <a:lnTo>
                  <a:pt x="5689" y="15252"/>
                </a:lnTo>
                <a:lnTo>
                  <a:pt x="4564" y="13656"/>
                </a:lnTo>
                <a:lnTo>
                  <a:pt x="3430" y="12053"/>
                </a:lnTo>
                <a:lnTo>
                  <a:pt x="2295" y="10445"/>
                </a:lnTo>
                <a:lnTo>
                  <a:pt x="1150" y="8827"/>
                </a:lnTo>
                <a:lnTo>
                  <a:pt x="0" y="7200"/>
                </a:lnTo>
                <a:lnTo>
                  <a:pt x="3363" y="7200"/>
                </a:lnTo>
                <a:lnTo>
                  <a:pt x="6747" y="7200"/>
                </a:lnTo>
                <a:lnTo>
                  <a:pt x="10177" y="7200"/>
                </a:lnTo>
                <a:lnTo>
                  <a:pt x="10177" y="5774"/>
                </a:lnTo>
                <a:lnTo>
                  <a:pt x="10177" y="4344"/>
                </a:lnTo>
                <a:lnTo>
                  <a:pt x="10177" y="2909"/>
                </a:lnTo>
                <a:lnTo>
                  <a:pt x="10177" y="1462"/>
                </a:lnTo>
                <a:lnTo>
                  <a:pt x="10177" y="0"/>
                </a:lnTo>
                <a:close/>
              </a:path>
            </a:pathLst>
          </a:custGeom>
          <a:solidFill>
            <a:srgbClr val="E4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6" name="contour_14144"/>
          <p:cNvSpPr/>
          <p:nvPr/>
        </p:nvSpPr>
        <p:spPr>
          <a:xfrm>
            <a:off x="1883389" y="5582601"/>
            <a:ext cx="291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34"/>
                </a:lnTo>
                <a:lnTo>
                  <a:pt x="2684" y="1047"/>
                </a:lnTo>
                <a:lnTo>
                  <a:pt x="4320" y="1683"/>
                </a:lnTo>
                <a:lnTo>
                  <a:pt x="6647" y="2591"/>
                </a:lnTo>
                <a:lnTo>
                  <a:pt x="10055" y="3916"/>
                </a:lnTo>
                <a:lnTo>
                  <a:pt x="14909" y="5809"/>
                </a:lnTo>
                <a:lnTo>
                  <a:pt x="21600" y="8413"/>
                </a:lnTo>
                <a:lnTo>
                  <a:pt x="20747" y="11542"/>
                </a:lnTo>
                <a:lnTo>
                  <a:pt x="20039" y="13763"/>
                </a:lnTo>
                <a:lnTo>
                  <a:pt x="19219" y="15682"/>
                </a:lnTo>
                <a:lnTo>
                  <a:pt x="18025" y="17903"/>
                </a:lnTo>
                <a:lnTo>
                  <a:pt x="16200" y="21032"/>
                </a:lnTo>
                <a:lnTo>
                  <a:pt x="12020" y="21411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11"/>
                </a:lnTo>
                <a:lnTo>
                  <a:pt x="0" y="21032"/>
                </a:lnTo>
                <a:lnTo>
                  <a:pt x="0" y="18058"/>
                </a:lnTo>
                <a:lnTo>
                  <a:pt x="0" y="15080"/>
                </a:lnTo>
                <a:lnTo>
                  <a:pt x="0" y="12093"/>
                </a:lnTo>
                <a:lnTo>
                  <a:pt x="0" y="9094"/>
                </a:lnTo>
                <a:lnTo>
                  <a:pt x="0" y="6082"/>
                </a:lnTo>
                <a:lnTo>
                  <a:pt x="0" y="3054"/>
                </a:lnTo>
                <a:lnTo>
                  <a:pt x="0" y="0"/>
                </a:lnTo>
                <a:close/>
              </a:path>
            </a:pathLst>
          </a:custGeom>
          <a:solidFill>
            <a:srgbClr val="5E4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7" name="contour_14145"/>
          <p:cNvSpPr/>
          <p:nvPr/>
        </p:nvSpPr>
        <p:spPr>
          <a:xfrm>
            <a:off x="7502430" y="5575313"/>
            <a:ext cx="43728" cy="458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566"/>
                </a:lnTo>
                <a:lnTo>
                  <a:pt x="11956" y="1133"/>
                </a:lnTo>
                <a:lnTo>
                  <a:pt x="14346" y="1702"/>
                </a:lnTo>
                <a:lnTo>
                  <a:pt x="16747" y="2276"/>
                </a:lnTo>
                <a:lnTo>
                  <a:pt x="19163" y="2852"/>
                </a:lnTo>
                <a:lnTo>
                  <a:pt x="21600" y="3432"/>
                </a:lnTo>
                <a:lnTo>
                  <a:pt x="21492" y="5708"/>
                </a:lnTo>
                <a:lnTo>
                  <a:pt x="21341" y="7925"/>
                </a:lnTo>
                <a:lnTo>
                  <a:pt x="21114" y="10098"/>
                </a:lnTo>
                <a:lnTo>
                  <a:pt x="20794" y="12236"/>
                </a:lnTo>
                <a:lnTo>
                  <a:pt x="20347" y="14344"/>
                </a:lnTo>
                <a:lnTo>
                  <a:pt x="19750" y="16434"/>
                </a:lnTo>
                <a:lnTo>
                  <a:pt x="18979" y="18514"/>
                </a:lnTo>
                <a:lnTo>
                  <a:pt x="18000" y="20594"/>
                </a:lnTo>
                <a:lnTo>
                  <a:pt x="15390" y="21168"/>
                </a:lnTo>
                <a:lnTo>
                  <a:pt x="12830" y="21490"/>
                </a:lnTo>
                <a:lnTo>
                  <a:pt x="10300" y="21600"/>
                </a:lnTo>
                <a:lnTo>
                  <a:pt x="7772" y="21531"/>
                </a:lnTo>
                <a:lnTo>
                  <a:pt x="5231" y="21319"/>
                </a:lnTo>
                <a:lnTo>
                  <a:pt x="2646" y="20992"/>
                </a:lnTo>
                <a:lnTo>
                  <a:pt x="0" y="20594"/>
                </a:lnTo>
                <a:lnTo>
                  <a:pt x="1566" y="20402"/>
                </a:lnTo>
                <a:lnTo>
                  <a:pt x="3150" y="20206"/>
                </a:lnTo>
                <a:lnTo>
                  <a:pt x="5519" y="19788"/>
                </a:lnTo>
                <a:lnTo>
                  <a:pt x="7787" y="19324"/>
                </a:lnTo>
                <a:lnTo>
                  <a:pt x="9997" y="18765"/>
                </a:lnTo>
                <a:lnTo>
                  <a:pt x="12186" y="18061"/>
                </a:lnTo>
                <a:lnTo>
                  <a:pt x="14400" y="17162"/>
                </a:lnTo>
                <a:lnTo>
                  <a:pt x="14832" y="14505"/>
                </a:lnTo>
                <a:lnTo>
                  <a:pt x="15048" y="12641"/>
                </a:lnTo>
                <a:lnTo>
                  <a:pt x="15048" y="11076"/>
                </a:lnTo>
                <a:lnTo>
                  <a:pt x="14832" y="9315"/>
                </a:lnTo>
                <a:lnTo>
                  <a:pt x="14400" y="6865"/>
                </a:lnTo>
                <a:lnTo>
                  <a:pt x="12020" y="6865"/>
                </a:lnTo>
                <a:lnTo>
                  <a:pt x="9626" y="6865"/>
                </a:lnTo>
                <a:lnTo>
                  <a:pt x="7200" y="6865"/>
                </a:lnTo>
                <a:lnTo>
                  <a:pt x="7200" y="4596"/>
                </a:lnTo>
                <a:lnTo>
                  <a:pt x="7200" y="2313"/>
                </a:lnTo>
                <a:lnTo>
                  <a:pt x="7200" y="0"/>
                </a:lnTo>
                <a:close/>
              </a:path>
            </a:pathLst>
          </a:custGeom>
          <a:solidFill>
            <a:srgbClr val="4145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8" name="contour_14146"/>
          <p:cNvSpPr/>
          <p:nvPr/>
        </p:nvSpPr>
        <p:spPr>
          <a:xfrm>
            <a:off x="8734101" y="5553450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639" y="677"/>
                </a:lnTo>
                <a:lnTo>
                  <a:pt x="16268" y="1202"/>
                </a:lnTo>
                <a:lnTo>
                  <a:pt x="17675" y="1750"/>
                </a:lnTo>
                <a:lnTo>
                  <a:pt x="19304" y="2491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20721" y="10699"/>
                </a:lnTo>
                <a:lnTo>
                  <a:pt x="19168" y="10526"/>
                </a:lnTo>
                <a:lnTo>
                  <a:pt x="15620" y="10123"/>
                </a:lnTo>
                <a:lnTo>
                  <a:pt x="13111" y="10123"/>
                </a:lnTo>
                <a:lnTo>
                  <a:pt x="11460" y="10296"/>
                </a:lnTo>
                <a:lnTo>
                  <a:pt x="9257" y="10800"/>
                </a:lnTo>
                <a:lnTo>
                  <a:pt x="8122" y="13478"/>
                </a:lnTo>
                <a:lnTo>
                  <a:pt x="7393" y="15379"/>
                </a:lnTo>
                <a:lnTo>
                  <a:pt x="6924" y="17021"/>
                </a:lnTo>
                <a:lnTo>
                  <a:pt x="6566" y="18922"/>
                </a:lnTo>
                <a:lnTo>
                  <a:pt x="6171" y="21600"/>
                </a:lnTo>
                <a:lnTo>
                  <a:pt x="5153" y="19818"/>
                </a:lnTo>
                <a:lnTo>
                  <a:pt x="4132" y="18032"/>
                </a:lnTo>
                <a:lnTo>
                  <a:pt x="3107" y="16240"/>
                </a:lnTo>
                <a:lnTo>
                  <a:pt x="2080" y="14440"/>
                </a:lnTo>
                <a:lnTo>
                  <a:pt x="1043" y="12629"/>
                </a:lnTo>
                <a:lnTo>
                  <a:pt x="0" y="10800"/>
                </a:lnTo>
                <a:lnTo>
                  <a:pt x="1342" y="10534"/>
                </a:lnTo>
                <a:lnTo>
                  <a:pt x="2700" y="10267"/>
                </a:lnTo>
                <a:lnTo>
                  <a:pt x="3564" y="10062"/>
                </a:lnTo>
                <a:lnTo>
                  <a:pt x="6171" y="9450"/>
                </a:lnTo>
                <a:lnTo>
                  <a:pt x="7893" y="9072"/>
                </a:lnTo>
                <a:lnTo>
                  <a:pt x="9643" y="8690"/>
                </a:lnTo>
                <a:lnTo>
                  <a:pt x="10985" y="7949"/>
                </a:lnTo>
                <a:lnTo>
                  <a:pt x="12343" y="7200"/>
                </a:lnTo>
                <a:lnTo>
                  <a:pt x="12343" y="4820"/>
                </a:lnTo>
                <a:lnTo>
                  <a:pt x="12343" y="2426"/>
                </a:lnTo>
                <a:lnTo>
                  <a:pt x="12343" y="0"/>
                </a:lnTo>
                <a:close/>
              </a:path>
            </a:pathLst>
          </a:custGeom>
          <a:solidFill>
            <a:srgbClr val="BAB6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49" name="contour_14147"/>
          <p:cNvSpPr/>
          <p:nvPr/>
        </p:nvSpPr>
        <p:spPr>
          <a:xfrm>
            <a:off x="3982330" y="555345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612"/>
                </a:lnTo>
                <a:lnTo>
                  <a:pt x="4327" y="1235"/>
                </a:lnTo>
                <a:lnTo>
                  <a:pt x="6487" y="1865"/>
                </a:lnTo>
                <a:lnTo>
                  <a:pt x="8644" y="2506"/>
                </a:lnTo>
                <a:lnTo>
                  <a:pt x="10800" y="3150"/>
                </a:lnTo>
                <a:lnTo>
                  <a:pt x="12809" y="3733"/>
                </a:lnTo>
                <a:lnTo>
                  <a:pt x="14828" y="4324"/>
                </a:lnTo>
                <a:lnTo>
                  <a:pt x="16877" y="4921"/>
                </a:lnTo>
                <a:lnTo>
                  <a:pt x="18436" y="5674"/>
                </a:lnTo>
                <a:lnTo>
                  <a:pt x="20009" y="6433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19220" y="14400"/>
                </a:lnTo>
                <a:lnTo>
                  <a:pt x="16826" y="14400"/>
                </a:lnTo>
                <a:lnTo>
                  <a:pt x="14400" y="14400"/>
                </a:lnTo>
                <a:lnTo>
                  <a:pt x="14400" y="16780"/>
                </a:lnTo>
                <a:lnTo>
                  <a:pt x="14400" y="19174"/>
                </a:lnTo>
                <a:lnTo>
                  <a:pt x="14400" y="21600"/>
                </a:lnTo>
                <a:lnTo>
                  <a:pt x="11711" y="20534"/>
                </a:lnTo>
                <a:lnTo>
                  <a:pt x="9612" y="19422"/>
                </a:lnTo>
                <a:lnTo>
                  <a:pt x="7909" y="18054"/>
                </a:lnTo>
                <a:lnTo>
                  <a:pt x="6412" y="16222"/>
                </a:lnTo>
                <a:lnTo>
                  <a:pt x="4921" y="13712"/>
                </a:lnTo>
                <a:lnTo>
                  <a:pt x="4338" y="12082"/>
                </a:lnTo>
                <a:lnTo>
                  <a:pt x="3748" y="10440"/>
                </a:lnTo>
                <a:lnTo>
                  <a:pt x="3150" y="8777"/>
                </a:lnTo>
                <a:lnTo>
                  <a:pt x="2545" y="7135"/>
                </a:lnTo>
                <a:lnTo>
                  <a:pt x="1937" y="5483"/>
                </a:lnTo>
                <a:lnTo>
                  <a:pt x="1321" y="3812"/>
                </a:lnTo>
                <a:lnTo>
                  <a:pt x="666" y="1919"/>
                </a:lnTo>
                <a:lnTo>
                  <a:pt x="0" y="0"/>
                </a:lnTo>
                <a:close/>
              </a:path>
            </a:pathLst>
          </a:custGeom>
          <a:solidFill>
            <a:srgbClr val="D7C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0" name="contour_14148"/>
          <p:cNvSpPr/>
          <p:nvPr/>
        </p:nvSpPr>
        <p:spPr>
          <a:xfrm>
            <a:off x="848494" y="556073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02"/>
                </a:lnTo>
                <a:lnTo>
                  <a:pt x="2341" y="389"/>
                </a:lnTo>
                <a:lnTo>
                  <a:pt x="3646" y="608"/>
                </a:lnTo>
                <a:lnTo>
                  <a:pt x="5374" y="896"/>
                </a:lnTo>
                <a:lnTo>
                  <a:pt x="7780" y="1296"/>
                </a:lnTo>
                <a:lnTo>
                  <a:pt x="11115" y="1854"/>
                </a:lnTo>
                <a:lnTo>
                  <a:pt x="15638" y="2606"/>
                </a:lnTo>
                <a:lnTo>
                  <a:pt x="21600" y="3600"/>
                </a:lnTo>
                <a:lnTo>
                  <a:pt x="20377" y="5638"/>
                </a:lnTo>
                <a:lnTo>
                  <a:pt x="19155" y="7675"/>
                </a:lnTo>
                <a:lnTo>
                  <a:pt x="17928" y="9720"/>
                </a:lnTo>
                <a:lnTo>
                  <a:pt x="16697" y="11772"/>
                </a:lnTo>
                <a:lnTo>
                  <a:pt x="15457" y="13835"/>
                </a:lnTo>
                <a:lnTo>
                  <a:pt x="14213" y="15908"/>
                </a:lnTo>
                <a:lnTo>
                  <a:pt x="12960" y="18000"/>
                </a:lnTo>
                <a:lnTo>
                  <a:pt x="10822" y="17107"/>
                </a:lnTo>
                <a:lnTo>
                  <a:pt x="8670" y="16214"/>
                </a:lnTo>
                <a:lnTo>
                  <a:pt x="6510" y="15311"/>
                </a:lnTo>
                <a:lnTo>
                  <a:pt x="4320" y="14400"/>
                </a:lnTo>
                <a:lnTo>
                  <a:pt x="3249" y="16182"/>
                </a:lnTo>
                <a:lnTo>
                  <a:pt x="2177" y="17971"/>
                </a:lnTo>
                <a:lnTo>
                  <a:pt x="1093" y="19775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736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1" name="contour_14149"/>
          <p:cNvSpPr/>
          <p:nvPr/>
        </p:nvSpPr>
        <p:spPr>
          <a:xfrm>
            <a:off x="644430" y="5546162"/>
            <a:ext cx="2946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33" y="1411"/>
                </a:lnTo>
                <a:lnTo>
                  <a:pt x="9948" y="2484"/>
                </a:lnTo>
                <a:lnTo>
                  <a:pt x="13020" y="3344"/>
                </a:lnTo>
                <a:lnTo>
                  <a:pt x="15328" y="4122"/>
                </a:lnTo>
                <a:lnTo>
                  <a:pt x="17240" y="4939"/>
                </a:lnTo>
                <a:lnTo>
                  <a:pt x="19126" y="5922"/>
                </a:lnTo>
                <a:lnTo>
                  <a:pt x="21370" y="7200"/>
                </a:lnTo>
                <a:lnTo>
                  <a:pt x="21600" y="9832"/>
                </a:lnTo>
                <a:lnTo>
                  <a:pt x="21397" y="12337"/>
                </a:lnTo>
                <a:lnTo>
                  <a:pt x="20751" y="14746"/>
                </a:lnTo>
                <a:lnTo>
                  <a:pt x="19650" y="17075"/>
                </a:lnTo>
                <a:lnTo>
                  <a:pt x="18079" y="19354"/>
                </a:lnTo>
                <a:lnTo>
                  <a:pt x="16028" y="21600"/>
                </a:lnTo>
                <a:lnTo>
                  <a:pt x="12496" y="21600"/>
                </a:lnTo>
                <a:lnTo>
                  <a:pt x="8943" y="21600"/>
                </a:lnTo>
                <a:lnTo>
                  <a:pt x="5343" y="21600"/>
                </a:lnTo>
                <a:lnTo>
                  <a:pt x="4755" y="19224"/>
                </a:lnTo>
                <a:lnTo>
                  <a:pt x="4167" y="16844"/>
                </a:lnTo>
                <a:lnTo>
                  <a:pt x="3580" y="14465"/>
                </a:lnTo>
                <a:lnTo>
                  <a:pt x="2986" y="12078"/>
                </a:lnTo>
                <a:lnTo>
                  <a:pt x="2393" y="9684"/>
                </a:lnTo>
                <a:lnTo>
                  <a:pt x="1800" y="7279"/>
                </a:lnTo>
                <a:lnTo>
                  <a:pt x="1202" y="4867"/>
                </a:lnTo>
                <a:lnTo>
                  <a:pt x="604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C0C5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2" name="contour_14150"/>
          <p:cNvSpPr/>
          <p:nvPr/>
        </p:nvSpPr>
        <p:spPr>
          <a:xfrm>
            <a:off x="10548810" y="5544325"/>
            <a:ext cx="51016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674"/>
                </a:moveTo>
                <a:lnTo>
                  <a:pt x="5249" y="731"/>
                </a:lnTo>
                <a:lnTo>
                  <a:pt x="6823" y="193"/>
                </a:lnTo>
                <a:lnTo>
                  <a:pt x="8260" y="0"/>
                </a:lnTo>
                <a:lnTo>
                  <a:pt x="10013" y="100"/>
                </a:lnTo>
                <a:lnTo>
                  <a:pt x="12534" y="425"/>
                </a:lnTo>
                <a:lnTo>
                  <a:pt x="14228" y="611"/>
                </a:lnTo>
                <a:lnTo>
                  <a:pt x="15932" y="790"/>
                </a:lnTo>
                <a:lnTo>
                  <a:pt x="17660" y="976"/>
                </a:lnTo>
                <a:lnTo>
                  <a:pt x="19616" y="1322"/>
                </a:lnTo>
                <a:lnTo>
                  <a:pt x="21600" y="1674"/>
                </a:lnTo>
                <a:lnTo>
                  <a:pt x="21600" y="6064"/>
                </a:lnTo>
                <a:lnTo>
                  <a:pt x="21600" y="10481"/>
                </a:lnTo>
                <a:lnTo>
                  <a:pt x="21600" y="14958"/>
                </a:lnTo>
                <a:lnTo>
                  <a:pt x="19462" y="15615"/>
                </a:lnTo>
                <a:lnTo>
                  <a:pt x="17320" y="16273"/>
                </a:lnTo>
                <a:lnTo>
                  <a:pt x="15179" y="16931"/>
                </a:lnTo>
                <a:lnTo>
                  <a:pt x="13034" y="17595"/>
                </a:lnTo>
                <a:lnTo>
                  <a:pt x="10880" y="18252"/>
                </a:lnTo>
                <a:lnTo>
                  <a:pt x="8723" y="18917"/>
                </a:lnTo>
                <a:lnTo>
                  <a:pt x="6557" y="19581"/>
                </a:lnTo>
                <a:lnTo>
                  <a:pt x="4382" y="20252"/>
                </a:lnTo>
                <a:lnTo>
                  <a:pt x="2197" y="20923"/>
                </a:lnTo>
                <a:lnTo>
                  <a:pt x="0" y="21600"/>
                </a:lnTo>
                <a:lnTo>
                  <a:pt x="611" y="17655"/>
                </a:lnTo>
                <a:lnTo>
                  <a:pt x="1225" y="13696"/>
                </a:lnTo>
                <a:lnTo>
                  <a:pt x="1839" y="9724"/>
                </a:lnTo>
                <a:lnTo>
                  <a:pt x="2459" y="5719"/>
                </a:lnTo>
                <a:lnTo>
                  <a:pt x="3086" y="1674"/>
                </a:lnTo>
                <a:close/>
              </a:path>
            </a:pathLst>
          </a:custGeom>
          <a:solidFill>
            <a:srgbClr val="6969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3" name="contour_14151"/>
          <p:cNvSpPr/>
          <p:nvPr/>
        </p:nvSpPr>
        <p:spPr>
          <a:xfrm>
            <a:off x="9798147" y="553887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3E4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4" name="contour_14152"/>
          <p:cNvSpPr/>
          <p:nvPr/>
        </p:nvSpPr>
        <p:spPr>
          <a:xfrm>
            <a:off x="5512808" y="5546162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624"/>
                </a:lnTo>
                <a:lnTo>
                  <a:pt x="8506" y="1124"/>
                </a:lnTo>
                <a:lnTo>
                  <a:pt x="11007" y="1608"/>
                </a:lnTo>
                <a:lnTo>
                  <a:pt x="12986" y="2195"/>
                </a:lnTo>
                <a:lnTo>
                  <a:pt x="14917" y="2997"/>
                </a:lnTo>
                <a:lnTo>
                  <a:pt x="17280" y="4134"/>
                </a:lnTo>
                <a:lnTo>
                  <a:pt x="18585" y="6871"/>
                </a:lnTo>
                <a:lnTo>
                  <a:pt x="19544" y="9504"/>
                </a:lnTo>
                <a:lnTo>
                  <a:pt x="20244" y="12117"/>
                </a:lnTo>
                <a:lnTo>
                  <a:pt x="20766" y="14795"/>
                </a:lnTo>
                <a:lnTo>
                  <a:pt x="21190" y="17615"/>
                </a:lnTo>
                <a:lnTo>
                  <a:pt x="21600" y="20670"/>
                </a:lnTo>
                <a:lnTo>
                  <a:pt x="18645" y="21290"/>
                </a:lnTo>
                <a:lnTo>
                  <a:pt x="16494" y="21600"/>
                </a:lnTo>
                <a:lnTo>
                  <a:pt x="14524" y="21600"/>
                </a:lnTo>
                <a:lnTo>
                  <a:pt x="12113" y="21290"/>
                </a:lnTo>
                <a:lnTo>
                  <a:pt x="8640" y="20670"/>
                </a:lnTo>
                <a:lnTo>
                  <a:pt x="7223" y="18198"/>
                </a:lnTo>
                <a:lnTo>
                  <a:pt x="5940" y="15693"/>
                </a:lnTo>
                <a:lnTo>
                  <a:pt x="4769" y="13154"/>
                </a:lnTo>
                <a:lnTo>
                  <a:pt x="3694" y="10587"/>
                </a:lnTo>
                <a:lnTo>
                  <a:pt x="2696" y="7987"/>
                </a:lnTo>
                <a:lnTo>
                  <a:pt x="1758" y="5358"/>
                </a:lnTo>
                <a:lnTo>
                  <a:pt x="868" y="2695"/>
                </a:lnTo>
                <a:lnTo>
                  <a:pt x="0" y="0"/>
                </a:lnTo>
                <a:close/>
              </a:path>
            </a:pathLst>
          </a:custGeom>
          <a:solidFill>
            <a:srgbClr val="BCBF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5" name="contour_14153"/>
          <p:cNvSpPr/>
          <p:nvPr/>
        </p:nvSpPr>
        <p:spPr>
          <a:xfrm>
            <a:off x="10482701" y="5495146"/>
            <a:ext cx="51533" cy="531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26" y="0"/>
                </a:moveTo>
                <a:lnTo>
                  <a:pt x="7035" y="1939"/>
                </a:lnTo>
                <a:lnTo>
                  <a:pt x="7652" y="3765"/>
                </a:lnTo>
                <a:lnTo>
                  <a:pt x="8178" y="5522"/>
                </a:lnTo>
                <a:lnTo>
                  <a:pt x="8608" y="7253"/>
                </a:lnTo>
                <a:lnTo>
                  <a:pt x="8944" y="9002"/>
                </a:lnTo>
                <a:lnTo>
                  <a:pt x="9186" y="10819"/>
                </a:lnTo>
                <a:lnTo>
                  <a:pt x="9332" y="12743"/>
                </a:lnTo>
                <a:lnTo>
                  <a:pt x="9381" y="14821"/>
                </a:lnTo>
                <a:lnTo>
                  <a:pt x="10979" y="15930"/>
                </a:lnTo>
                <a:lnTo>
                  <a:pt x="12149" y="16644"/>
                </a:lnTo>
                <a:lnTo>
                  <a:pt x="13462" y="17284"/>
                </a:lnTo>
                <a:lnTo>
                  <a:pt x="15491" y="18156"/>
                </a:lnTo>
                <a:lnTo>
                  <a:pt x="17195" y="18903"/>
                </a:lnTo>
                <a:lnTo>
                  <a:pt x="18927" y="19661"/>
                </a:lnTo>
                <a:lnTo>
                  <a:pt x="20256" y="20201"/>
                </a:lnTo>
                <a:lnTo>
                  <a:pt x="21600" y="20749"/>
                </a:lnTo>
                <a:lnTo>
                  <a:pt x="19517" y="21016"/>
                </a:lnTo>
                <a:lnTo>
                  <a:pt x="17464" y="21250"/>
                </a:lnTo>
                <a:lnTo>
                  <a:pt x="15432" y="21434"/>
                </a:lnTo>
                <a:lnTo>
                  <a:pt x="13416" y="21556"/>
                </a:lnTo>
                <a:lnTo>
                  <a:pt x="11406" y="21600"/>
                </a:lnTo>
                <a:lnTo>
                  <a:pt x="9396" y="21556"/>
                </a:lnTo>
                <a:lnTo>
                  <a:pt x="7377" y="21407"/>
                </a:lnTo>
                <a:lnTo>
                  <a:pt x="5337" y="21144"/>
                </a:lnTo>
                <a:lnTo>
                  <a:pt x="3272" y="20749"/>
                </a:lnTo>
                <a:lnTo>
                  <a:pt x="2184" y="18977"/>
                </a:lnTo>
                <a:lnTo>
                  <a:pt x="1344" y="17216"/>
                </a:lnTo>
                <a:lnTo>
                  <a:pt x="730" y="15449"/>
                </a:lnTo>
                <a:lnTo>
                  <a:pt x="315" y="13659"/>
                </a:lnTo>
                <a:lnTo>
                  <a:pt x="79" y="11830"/>
                </a:lnTo>
                <a:lnTo>
                  <a:pt x="0" y="9942"/>
                </a:lnTo>
                <a:lnTo>
                  <a:pt x="55" y="7983"/>
                </a:lnTo>
                <a:lnTo>
                  <a:pt x="217" y="5928"/>
                </a:lnTo>
                <a:lnTo>
                  <a:pt x="1924" y="3649"/>
                </a:lnTo>
                <a:lnTo>
                  <a:pt x="3131" y="2271"/>
                </a:lnTo>
                <a:lnTo>
                  <a:pt x="4405" y="1239"/>
                </a:lnTo>
                <a:lnTo>
                  <a:pt x="6326" y="0"/>
                </a:lnTo>
                <a:close/>
              </a:path>
            </a:pathLst>
          </a:custGeom>
          <a:solidFill>
            <a:srgbClr val="8D8C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6" name="contour_14154"/>
          <p:cNvSpPr/>
          <p:nvPr/>
        </p:nvSpPr>
        <p:spPr>
          <a:xfrm>
            <a:off x="8522749" y="5502434"/>
            <a:ext cx="43728" cy="298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490"/>
                </a:lnTo>
                <a:lnTo>
                  <a:pt x="11275" y="2980"/>
                </a:lnTo>
                <a:lnTo>
                  <a:pt x="13320" y="4476"/>
                </a:lnTo>
                <a:lnTo>
                  <a:pt x="15372" y="5977"/>
                </a:lnTo>
                <a:lnTo>
                  <a:pt x="17435" y="7488"/>
                </a:lnTo>
                <a:lnTo>
                  <a:pt x="19508" y="9004"/>
                </a:lnTo>
                <a:lnTo>
                  <a:pt x="21600" y="10531"/>
                </a:lnTo>
                <a:lnTo>
                  <a:pt x="19969" y="13659"/>
                </a:lnTo>
                <a:lnTo>
                  <a:pt x="18677" y="15797"/>
                </a:lnTo>
                <a:lnTo>
                  <a:pt x="17042" y="17935"/>
                </a:lnTo>
                <a:lnTo>
                  <a:pt x="14400" y="21063"/>
                </a:lnTo>
                <a:lnTo>
                  <a:pt x="11959" y="21426"/>
                </a:lnTo>
                <a:lnTo>
                  <a:pt x="9580" y="21589"/>
                </a:lnTo>
                <a:lnTo>
                  <a:pt x="7229" y="21600"/>
                </a:lnTo>
                <a:lnTo>
                  <a:pt x="4871" y="21489"/>
                </a:lnTo>
                <a:lnTo>
                  <a:pt x="2473" y="21300"/>
                </a:lnTo>
                <a:lnTo>
                  <a:pt x="0" y="21063"/>
                </a:lnTo>
                <a:lnTo>
                  <a:pt x="1019" y="18082"/>
                </a:lnTo>
                <a:lnTo>
                  <a:pt x="2038" y="15102"/>
                </a:lnTo>
                <a:lnTo>
                  <a:pt x="3060" y="12111"/>
                </a:lnTo>
                <a:lnTo>
                  <a:pt x="4086" y="9110"/>
                </a:lnTo>
                <a:lnTo>
                  <a:pt x="5119" y="6092"/>
                </a:lnTo>
                <a:lnTo>
                  <a:pt x="6156" y="3059"/>
                </a:lnTo>
                <a:lnTo>
                  <a:pt x="7200" y="0"/>
                </a:lnTo>
                <a:close/>
              </a:path>
            </a:pathLst>
          </a:custGeom>
          <a:solidFill>
            <a:srgbClr val="927F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7" name="contour_14155"/>
          <p:cNvSpPr/>
          <p:nvPr/>
        </p:nvSpPr>
        <p:spPr>
          <a:xfrm>
            <a:off x="4718417" y="551701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07D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8" name="contour_14156"/>
          <p:cNvSpPr/>
          <p:nvPr/>
        </p:nvSpPr>
        <p:spPr>
          <a:xfrm>
            <a:off x="5381624" y="5485584"/>
            <a:ext cx="51016" cy="314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72" y="55"/>
                </a:lnTo>
                <a:lnTo>
                  <a:pt x="14901" y="240"/>
                </a:lnTo>
                <a:lnTo>
                  <a:pt x="16407" y="691"/>
                </a:lnTo>
                <a:lnTo>
                  <a:pt x="18514" y="1563"/>
                </a:lnTo>
                <a:lnTo>
                  <a:pt x="19570" y="4754"/>
                </a:lnTo>
                <a:lnTo>
                  <a:pt x="20344" y="7950"/>
                </a:lnTo>
                <a:lnTo>
                  <a:pt x="20884" y="11196"/>
                </a:lnTo>
                <a:lnTo>
                  <a:pt x="21239" y="14527"/>
                </a:lnTo>
                <a:lnTo>
                  <a:pt x="21461" y="17978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2343" y="18289"/>
                </a:lnTo>
                <a:lnTo>
                  <a:pt x="12343" y="14958"/>
                </a:lnTo>
                <a:lnTo>
                  <a:pt x="12343" y="11581"/>
                </a:lnTo>
                <a:lnTo>
                  <a:pt x="10316" y="10079"/>
                </a:lnTo>
                <a:lnTo>
                  <a:pt x="8714" y="9272"/>
                </a:lnTo>
                <a:lnTo>
                  <a:pt x="6171" y="8451"/>
                </a:lnTo>
                <a:lnTo>
                  <a:pt x="4450" y="7890"/>
                </a:lnTo>
                <a:lnTo>
                  <a:pt x="2700" y="7319"/>
                </a:lnTo>
                <a:lnTo>
                  <a:pt x="1361" y="6948"/>
                </a:lnTo>
                <a:lnTo>
                  <a:pt x="0" y="6572"/>
                </a:lnTo>
                <a:lnTo>
                  <a:pt x="1759" y="3962"/>
                </a:lnTo>
                <a:lnTo>
                  <a:pt x="3320" y="2219"/>
                </a:lnTo>
                <a:lnTo>
                  <a:pt x="4845" y="1137"/>
                </a:lnTo>
                <a:lnTo>
                  <a:pt x="6495" y="536"/>
                </a:lnTo>
                <a:lnTo>
                  <a:pt x="8427" y="220"/>
                </a:lnTo>
                <a:lnTo>
                  <a:pt x="10800" y="0"/>
                </a:lnTo>
                <a:close/>
              </a:path>
            </a:pathLst>
          </a:custGeom>
          <a:solidFill>
            <a:srgbClr val="42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59" name="contour_14157"/>
          <p:cNvSpPr/>
          <p:nvPr/>
        </p:nvSpPr>
        <p:spPr>
          <a:xfrm>
            <a:off x="4616385" y="550972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8C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0" name="contour_14158"/>
          <p:cNvSpPr/>
          <p:nvPr/>
        </p:nvSpPr>
        <p:spPr>
          <a:xfrm>
            <a:off x="3989618" y="5502434"/>
            <a:ext cx="304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165" y="677"/>
                </a:lnTo>
                <a:lnTo>
                  <a:pt x="10474" y="1188"/>
                </a:lnTo>
                <a:lnTo>
                  <a:pt x="13508" y="1638"/>
                </a:lnTo>
                <a:lnTo>
                  <a:pt x="15838" y="2124"/>
                </a:lnTo>
                <a:lnTo>
                  <a:pt x="18029" y="2743"/>
                </a:lnTo>
                <a:lnTo>
                  <a:pt x="20670" y="3600"/>
                </a:lnTo>
                <a:lnTo>
                  <a:pt x="21290" y="6386"/>
                </a:lnTo>
                <a:lnTo>
                  <a:pt x="21600" y="8341"/>
                </a:lnTo>
                <a:lnTo>
                  <a:pt x="21600" y="9983"/>
                </a:lnTo>
                <a:lnTo>
                  <a:pt x="21290" y="11830"/>
                </a:lnTo>
                <a:lnTo>
                  <a:pt x="20670" y="14400"/>
                </a:lnTo>
                <a:lnTo>
                  <a:pt x="18215" y="14252"/>
                </a:lnTo>
                <a:lnTo>
                  <a:pt x="15745" y="14101"/>
                </a:lnTo>
                <a:lnTo>
                  <a:pt x="13239" y="13950"/>
                </a:lnTo>
                <a:lnTo>
                  <a:pt x="12056" y="14018"/>
                </a:lnTo>
                <a:lnTo>
                  <a:pt x="9963" y="14134"/>
                </a:lnTo>
                <a:lnTo>
                  <a:pt x="5167" y="14400"/>
                </a:lnTo>
                <a:lnTo>
                  <a:pt x="3886" y="16182"/>
                </a:lnTo>
                <a:lnTo>
                  <a:pt x="2604" y="17971"/>
                </a:lnTo>
                <a:lnTo>
                  <a:pt x="1307" y="19775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B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1" name="contour_14159"/>
          <p:cNvSpPr/>
          <p:nvPr/>
        </p:nvSpPr>
        <p:spPr>
          <a:xfrm>
            <a:off x="10614402" y="5487858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5891" y="20585"/>
                </a:lnTo>
                <a:lnTo>
                  <a:pt x="12530" y="19818"/>
                </a:lnTo>
                <a:lnTo>
                  <a:pt x="10136" y="19143"/>
                </a:lnTo>
                <a:lnTo>
                  <a:pt x="8243" y="18414"/>
                </a:lnTo>
                <a:lnTo>
                  <a:pt x="6395" y="17485"/>
                </a:lnTo>
                <a:lnTo>
                  <a:pt x="4134" y="16200"/>
                </a:lnTo>
                <a:lnTo>
                  <a:pt x="2613" y="12020"/>
                </a:lnTo>
                <a:lnTo>
                  <a:pt x="1637" y="9088"/>
                </a:lnTo>
                <a:lnTo>
                  <a:pt x="1009" y="6626"/>
                </a:lnTo>
                <a:lnTo>
                  <a:pt x="529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E9D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2" name="contour_14160"/>
          <p:cNvSpPr/>
          <p:nvPr/>
        </p:nvSpPr>
        <p:spPr>
          <a:xfrm>
            <a:off x="2612188" y="5465994"/>
            <a:ext cx="380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68" y="0"/>
                </a:moveTo>
                <a:lnTo>
                  <a:pt x="9086" y="1833"/>
                </a:lnTo>
                <a:lnTo>
                  <a:pt x="9909" y="3672"/>
                </a:lnTo>
                <a:lnTo>
                  <a:pt x="10732" y="5517"/>
                </a:lnTo>
                <a:lnTo>
                  <a:pt x="11563" y="7378"/>
                </a:lnTo>
                <a:lnTo>
                  <a:pt x="12402" y="9257"/>
                </a:lnTo>
                <a:lnTo>
                  <a:pt x="15134" y="9257"/>
                </a:lnTo>
                <a:lnTo>
                  <a:pt x="17884" y="9257"/>
                </a:lnTo>
                <a:lnTo>
                  <a:pt x="20670" y="9257"/>
                </a:lnTo>
                <a:lnTo>
                  <a:pt x="21290" y="11460"/>
                </a:lnTo>
                <a:lnTo>
                  <a:pt x="21600" y="13043"/>
                </a:lnTo>
                <a:lnTo>
                  <a:pt x="21600" y="14450"/>
                </a:lnTo>
                <a:lnTo>
                  <a:pt x="21290" y="16126"/>
                </a:lnTo>
                <a:lnTo>
                  <a:pt x="20670" y="18514"/>
                </a:lnTo>
                <a:lnTo>
                  <a:pt x="18103" y="19178"/>
                </a:lnTo>
                <a:lnTo>
                  <a:pt x="15569" y="19721"/>
                </a:lnTo>
                <a:lnTo>
                  <a:pt x="13047" y="20165"/>
                </a:lnTo>
                <a:lnTo>
                  <a:pt x="10521" y="20529"/>
                </a:lnTo>
                <a:lnTo>
                  <a:pt x="7974" y="20835"/>
                </a:lnTo>
                <a:lnTo>
                  <a:pt x="5382" y="21100"/>
                </a:lnTo>
                <a:lnTo>
                  <a:pt x="2728" y="21350"/>
                </a:lnTo>
                <a:lnTo>
                  <a:pt x="0" y="21600"/>
                </a:lnTo>
                <a:lnTo>
                  <a:pt x="744" y="19656"/>
                </a:lnTo>
                <a:lnTo>
                  <a:pt x="1488" y="17712"/>
                </a:lnTo>
                <a:lnTo>
                  <a:pt x="2232" y="15765"/>
                </a:lnTo>
                <a:lnTo>
                  <a:pt x="2981" y="13815"/>
                </a:lnTo>
                <a:lnTo>
                  <a:pt x="3729" y="11858"/>
                </a:lnTo>
                <a:lnTo>
                  <a:pt x="4477" y="9902"/>
                </a:lnTo>
                <a:lnTo>
                  <a:pt x="5229" y="7936"/>
                </a:lnTo>
                <a:lnTo>
                  <a:pt x="5986" y="5965"/>
                </a:lnTo>
                <a:lnTo>
                  <a:pt x="6743" y="3987"/>
                </a:lnTo>
                <a:lnTo>
                  <a:pt x="7503" y="1996"/>
                </a:lnTo>
                <a:lnTo>
                  <a:pt x="8268" y="0"/>
                </a:lnTo>
                <a:close/>
              </a:path>
            </a:pathLst>
          </a:custGeom>
          <a:solidFill>
            <a:srgbClr val="8976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3" name="contour_14161"/>
          <p:cNvSpPr/>
          <p:nvPr/>
        </p:nvSpPr>
        <p:spPr>
          <a:xfrm>
            <a:off x="3785554" y="548057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54" y="2674"/>
                </a:lnTo>
                <a:lnTo>
                  <a:pt x="20707" y="5348"/>
                </a:lnTo>
                <a:lnTo>
                  <a:pt x="20261" y="8031"/>
                </a:lnTo>
                <a:lnTo>
                  <a:pt x="19814" y="10718"/>
                </a:lnTo>
                <a:lnTo>
                  <a:pt x="19364" y="13418"/>
                </a:lnTo>
                <a:lnTo>
                  <a:pt x="18911" y="16131"/>
                </a:lnTo>
                <a:lnTo>
                  <a:pt x="18457" y="18857"/>
                </a:lnTo>
                <a:lnTo>
                  <a:pt x="18000" y="21600"/>
                </a:lnTo>
                <a:lnTo>
                  <a:pt x="15739" y="20136"/>
                </a:lnTo>
                <a:lnTo>
                  <a:pt x="13489" y="18654"/>
                </a:lnTo>
                <a:lnTo>
                  <a:pt x="11243" y="17163"/>
                </a:lnTo>
                <a:lnTo>
                  <a:pt x="9000" y="15660"/>
                </a:lnTo>
                <a:lnTo>
                  <a:pt x="8255" y="15168"/>
                </a:lnTo>
                <a:lnTo>
                  <a:pt x="6944" y="14304"/>
                </a:lnTo>
                <a:lnTo>
                  <a:pt x="3938" y="12321"/>
                </a:lnTo>
                <a:lnTo>
                  <a:pt x="2959" y="11405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E8E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4" name="contour_14162"/>
          <p:cNvSpPr/>
          <p:nvPr/>
        </p:nvSpPr>
        <p:spPr>
          <a:xfrm>
            <a:off x="1416957" y="5473894"/>
            <a:ext cx="58304" cy="306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175" y="1818"/>
                </a:moveTo>
                <a:lnTo>
                  <a:pt x="15179" y="3252"/>
                </a:lnTo>
                <a:lnTo>
                  <a:pt x="16200" y="4705"/>
                </a:lnTo>
                <a:lnTo>
                  <a:pt x="14861" y="7253"/>
                </a:lnTo>
                <a:lnTo>
                  <a:pt x="13500" y="9842"/>
                </a:lnTo>
                <a:lnTo>
                  <a:pt x="14837" y="11537"/>
                </a:lnTo>
                <a:lnTo>
                  <a:pt x="16176" y="13232"/>
                </a:lnTo>
                <a:lnTo>
                  <a:pt x="17520" y="14938"/>
                </a:lnTo>
                <a:lnTo>
                  <a:pt x="18870" y="16653"/>
                </a:lnTo>
                <a:lnTo>
                  <a:pt x="20228" y="18374"/>
                </a:lnTo>
                <a:lnTo>
                  <a:pt x="21600" y="20115"/>
                </a:lnTo>
                <a:lnTo>
                  <a:pt x="17631" y="20747"/>
                </a:lnTo>
                <a:lnTo>
                  <a:pt x="14429" y="21220"/>
                </a:lnTo>
                <a:lnTo>
                  <a:pt x="11883" y="21513"/>
                </a:lnTo>
                <a:lnTo>
                  <a:pt x="9882" y="21600"/>
                </a:lnTo>
                <a:lnTo>
                  <a:pt x="8316" y="21461"/>
                </a:lnTo>
                <a:lnTo>
                  <a:pt x="7074" y="21076"/>
                </a:lnTo>
                <a:lnTo>
                  <a:pt x="6045" y="20429"/>
                </a:lnTo>
                <a:lnTo>
                  <a:pt x="5117" y="19494"/>
                </a:lnTo>
                <a:lnTo>
                  <a:pt x="4180" y="18256"/>
                </a:lnTo>
                <a:lnTo>
                  <a:pt x="3121" y="16684"/>
                </a:lnTo>
                <a:lnTo>
                  <a:pt x="2265" y="14090"/>
                </a:lnTo>
                <a:lnTo>
                  <a:pt x="1655" y="11979"/>
                </a:lnTo>
                <a:lnTo>
                  <a:pt x="999" y="9226"/>
                </a:lnTo>
                <a:lnTo>
                  <a:pt x="0" y="4705"/>
                </a:lnTo>
                <a:lnTo>
                  <a:pt x="3299" y="2830"/>
                </a:lnTo>
                <a:lnTo>
                  <a:pt x="5829" y="1459"/>
                </a:lnTo>
                <a:lnTo>
                  <a:pt x="7757" y="555"/>
                </a:lnTo>
                <a:lnTo>
                  <a:pt x="9248" y="77"/>
                </a:lnTo>
                <a:lnTo>
                  <a:pt x="10471" y="0"/>
                </a:lnTo>
                <a:lnTo>
                  <a:pt x="11588" y="288"/>
                </a:lnTo>
                <a:lnTo>
                  <a:pt x="12768" y="904"/>
                </a:lnTo>
                <a:lnTo>
                  <a:pt x="14175" y="1818"/>
                </a:lnTo>
                <a:close/>
              </a:path>
            </a:pathLst>
          </a:custGeom>
          <a:solidFill>
            <a:srgbClr val="A794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5" name="contour_14163"/>
          <p:cNvSpPr/>
          <p:nvPr/>
        </p:nvSpPr>
        <p:spPr>
          <a:xfrm>
            <a:off x="5279593" y="5453407"/>
            <a:ext cx="58304" cy="271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009"/>
                </a:moveTo>
                <a:lnTo>
                  <a:pt x="19815" y="10009"/>
                </a:lnTo>
                <a:lnTo>
                  <a:pt x="18020" y="10009"/>
                </a:lnTo>
                <a:lnTo>
                  <a:pt x="16200" y="10009"/>
                </a:lnTo>
                <a:lnTo>
                  <a:pt x="16200" y="13840"/>
                </a:lnTo>
                <a:lnTo>
                  <a:pt x="16200" y="17694"/>
                </a:lnTo>
                <a:lnTo>
                  <a:pt x="16200" y="21600"/>
                </a:lnTo>
                <a:lnTo>
                  <a:pt x="13060" y="20244"/>
                </a:lnTo>
                <a:lnTo>
                  <a:pt x="10516" y="19079"/>
                </a:lnTo>
                <a:lnTo>
                  <a:pt x="8473" y="18001"/>
                </a:lnTo>
                <a:lnTo>
                  <a:pt x="6831" y="16911"/>
                </a:lnTo>
                <a:lnTo>
                  <a:pt x="5494" y="15700"/>
                </a:lnTo>
                <a:lnTo>
                  <a:pt x="4369" y="14269"/>
                </a:lnTo>
                <a:lnTo>
                  <a:pt x="3353" y="12507"/>
                </a:lnTo>
                <a:lnTo>
                  <a:pt x="2352" y="10316"/>
                </a:lnTo>
                <a:lnTo>
                  <a:pt x="1266" y="7586"/>
                </a:lnTo>
                <a:lnTo>
                  <a:pt x="0" y="4213"/>
                </a:lnTo>
                <a:lnTo>
                  <a:pt x="2190" y="2637"/>
                </a:lnTo>
                <a:lnTo>
                  <a:pt x="4212" y="1426"/>
                </a:lnTo>
                <a:lnTo>
                  <a:pt x="6088" y="580"/>
                </a:lnTo>
                <a:lnTo>
                  <a:pt x="7857" y="104"/>
                </a:lnTo>
                <a:lnTo>
                  <a:pt x="9544" y="0"/>
                </a:lnTo>
                <a:lnTo>
                  <a:pt x="11181" y="267"/>
                </a:lnTo>
                <a:lnTo>
                  <a:pt x="12795" y="921"/>
                </a:lnTo>
                <a:lnTo>
                  <a:pt x="14418" y="1959"/>
                </a:lnTo>
                <a:lnTo>
                  <a:pt x="16081" y="3379"/>
                </a:lnTo>
                <a:lnTo>
                  <a:pt x="17812" y="5193"/>
                </a:lnTo>
                <a:lnTo>
                  <a:pt x="19642" y="7401"/>
                </a:lnTo>
                <a:lnTo>
                  <a:pt x="21600" y="10009"/>
                </a:lnTo>
                <a:close/>
              </a:path>
            </a:pathLst>
          </a:custGeom>
          <a:solidFill>
            <a:srgbClr val="3E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6" name="contour_14164"/>
          <p:cNvSpPr/>
          <p:nvPr/>
        </p:nvSpPr>
        <p:spPr>
          <a:xfrm>
            <a:off x="2634052" y="5465994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09"/>
                </a:lnTo>
                <a:lnTo>
                  <a:pt x="7133" y="1018"/>
                </a:lnTo>
                <a:lnTo>
                  <a:pt x="10719" y="1531"/>
                </a:lnTo>
                <a:lnTo>
                  <a:pt x="14321" y="2046"/>
                </a:lnTo>
                <a:lnTo>
                  <a:pt x="17944" y="2564"/>
                </a:lnTo>
                <a:lnTo>
                  <a:pt x="21600" y="3086"/>
                </a:lnTo>
                <a:lnTo>
                  <a:pt x="21006" y="5122"/>
                </a:lnTo>
                <a:lnTo>
                  <a:pt x="20412" y="7162"/>
                </a:lnTo>
                <a:lnTo>
                  <a:pt x="19818" y="9202"/>
                </a:lnTo>
                <a:lnTo>
                  <a:pt x="19219" y="11247"/>
                </a:lnTo>
                <a:lnTo>
                  <a:pt x="18619" y="13299"/>
                </a:lnTo>
                <a:lnTo>
                  <a:pt x="18020" y="15361"/>
                </a:lnTo>
                <a:lnTo>
                  <a:pt x="17415" y="17428"/>
                </a:lnTo>
                <a:lnTo>
                  <a:pt x="16810" y="19508"/>
                </a:lnTo>
                <a:lnTo>
                  <a:pt x="16200" y="21600"/>
                </a:lnTo>
                <a:lnTo>
                  <a:pt x="12992" y="20989"/>
                </a:lnTo>
                <a:lnTo>
                  <a:pt x="9774" y="20375"/>
                </a:lnTo>
                <a:lnTo>
                  <a:pt x="6545" y="19761"/>
                </a:lnTo>
                <a:lnTo>
                  <a:pt x="3289" y="19141"/>
                </a:lnTo>
                <a:lnTo>
                  <a:pt x="0" y="18514"/>
                </a:lnTo>
                <a:lnTo>
                  <a:pt x="3569" y="18514"/>
                </a:lnTo>
                <a:lnTo>
                  <a:pt x="7160" y="18514"/>
                </a:lnTo>
                <a:lnTo>
                  <a:pt x="10800" y="18514"/>
                </a:lnTo>
                <a:lnTo>
                  <a:pt x="10800" y="16681"/>
                </a:lnTo>
                <a:lnTo>
                  <a:pt x="10800" y="14842"/>
                </a:lnTo>
                <a:lnTo>
                  <a:pt x="10800" y="12997"/>
                </a:lnTo>
                <a:lnTo>
                  <a:pt x="10800" y="11136"/>
                </a:lnTo>
                <a:lnTo>
                  <a:pt x="10800" y="9257"/>
                </a:lnTo>
                <a:lnTo>
                  <a:pt x="7231" y="9257"/>
                </a:lnTo>
                <a:lnTo>
                  <a:pt x="3640" y="9257"/>
                </a:lnTo>
                <a:lnTo>
                  <a:pt x="0" y="9257"/>
                </a:lnTo>
                <a:lnTo>
                  <a:pt x="0" y="7424"/>
                </a:lnTo>
                <a:lnTo>
                  <a:pt x="0" y="5585"/>
                </a:lnTo>
                <a:lnTo>
                  <a:pt x="0" y="3740"/>
                </a:lnTo>
                <a:lnTo>
                  <a:pt x="0" y="1879"/>
                </a:lnTo>
                <a:lnTo>
                  <a:pt x="0" y="0"/>
                </a:lnTo>
                <a:close/>
              </a:path>
            </a:pathLst>
          </a:custGeom>
          <a:solidFill>
            <a:srgbClr val="7E6F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7" name="contour_14165"/>
          <p:cNvSpPr/>
          <p:nvPr/>
        </p:nvSpPr>
        <p:spPr>
          <a:xfrm>
            <a:off x="9994923" y="5436842"/>
            <a:ext cx="28256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71" y="0"/>
                </a:moveTo>
                <a:lnTo>
                  <a:pt x="9343" y="2927"/>
                </a:lnTo>
                <a:lnTo>
                  <a:pt x="12524" y="5417"/>
                </a:lnTo>
                <a:lnTo>
                  <a:pt x="15154" y="7525"/>
                </a:lnTo>
                <a:lnTo>
                  <a:pt x="17277" y="9299"/>
                </a:lnTo>
                <a:lnTo>
                  <a:pt x="18926" y="10794"/>
                </a:lnTo>
                <a:lnTo>
                  <a:pt x="20146" y="12057"/>
                </a:lnTo>
                <a:lnTo>
                  <a:pt x="20970" y="13141"/>
                </a:lnTo>
                <a:lnTo>
                  <a:pt x="21444" y="14098"/>
                </a:lnTo>
                <a:lnTo>
                  <a:pt x="21600" y="14980"/>
                </a:lnTo>
                <a:lnTo>
                  <a:pt x="21477" y="15835"/>
                </a:lnTo>
                <a:lnTo>
                  <a:pt x="21121" y="16718"/>
                </a:lnTo>
                <a:lnTo>
                  <a:pt x="20564" y="17677"/>
                </a:lnTo>
                <a:lnTo>
                  <a:pt x="19845" y="18766"/>
                </a:lnTo>
                <a:lnTo>
                  <a:pt x="18291" y="20172"/>
                </a:lnTo>
                <a:lnTo>
                  <a:pt x="16714" y="21600"/>
                </a:lnTo>
                <a:lnTo>
                  <a:pt x="13405" y="21172"/>
                </a:lnTo>
                <a:lnTo>
                  <a:pt x="10084" y="20742"/>
                </a:lnTo>
                <a:lnTo>
                  <a:pt x="6752" y="20313"/>
                </a:lnTo>
                <a:lnTo>
                  <a:pt x="3393" y="19878"/>
                </a:lnTo>
                <a:lnTo>
                  <a:pt x="0" y="19440"/>
                </a:lnTo>
                <a:lnTo>
                  <a:pt x="3683" y="19440"/>
                </a:lnTo>
                <a:lnTo>
                  <a:pt x="7388" y="19440"/>
                </a:lnTo>
                <a:lnTo>
                  <a:pt x="11143" y="19440"/>
                </a:lnTo>
                <a:lnTo>
                  <a:pt x="10719" y="17960"/>
                </a:lnTo>
                <a:lnTo>
                  <a:pt x="10296" y="16479"/>
                </a:lnTo>
                <a:lnTo>
                  <a:pt x="9867" y="14997"/>
                </a:lnTo>
                <a:lnTo>
                  <a:pt x="9443" y="13513"/>
                </a:lnTo>
                <a:lnTo>
                  <a:pt x="9020" y="12027"/>
                </a:lnTo>
                <a:lnTo>
                  <a:pt x="8591" y="10539"/>
                </a:lnTo>
                <a:lnTo>
                  <a:pt x="8162" y="9046"/>
                </a:lnTo>
                <a:lnTo>
                  <a:pt x="7733" y="7551"/>
                </a:lnTo>
                <a:lnTo>
                  <a:pt x="7304" y="6052"/>
                </a:lnTo>
                <a:lnTo>
                  <a:pt x="6875" y="4547"/>
                </a:lnTo>
                <a:lnTo>
                  <a:pt x="6440" y="3037"/>
                </a:lnTo>
                <a:lnTo>
                  <a:pt x="6006" y="1523"/>
                </a:lnTo>
                <a:lnTo>
                  <a:pt x="5571" y="0"/>
                </a:lnTo>
                <a:close/>
              </a:path>
            </a:pathLst>
          </a:custGeom>
          <a:solidFill>
            <a:srgbClr val="8D8F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8" name="contour_14166"/>
          <p:cNvSpPr/>
          <p:nvPr/>
        </p:nvSpPr>
        <p:spPr>
          <a:xfrm>
            <a:off x="1446109" y="5458706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492" y="2706"/>
                </a:lnTo>
                <a:lnTo>
                  <a:pt x="21341" y="5342"/>
                </a:lnTo>
                <a:lnTo>
                  <a:pt x="21114" y="7925"/>
                </a:lnTo>
                <a:lnTo>
                  <a:pt x="20794" y="10467"/>
                </a:lnTo>
                <a:lnTo>
                  <a:pt x="20347" y="12973"/>
                </a:lnTo>
                <a:lnTo>
                  <a:pt x="19750" y="15458"/>
                </a:lnTo>
                <a:lnTo>
                  <a:pt x="18979" y="17931"/>
                </a:lnTo>
                <a:lnTo>
                  <a:pt x="18000" y="20404"/>
                </a:lnTo>
                <a:lnTo>
                  <a:pt x="15390" y="21086"/>
                </a:lnTo>
                <a:lnTo>
                  <a:pt x="12830" y="21469"/>
                </a:lnTo>
                <a:lnTo>
                  <a:pt x="10300" y="21600"/>
                </a:lnTo>
                <a:lnTo>
                  <a:pt x="7772" y="21518"/>
                </a:lnTo>
                <a:lnTo>
                  <a:pt x="5231" y="21265"/>
                </a:lnTo>
                <a:lnTo>
                  <a:pt x="2646" y="20878"/>
                </a:lnTo>
                <a:lnTo>
                  <a:pt x="0" y="20404"/>
                </a:lnTo>
                <a:lnTo>
                  <a:pt x="1336" y="18352"/>
                </a:lnTo>
                <a:lnTo>
                  <a:pt x="2682" y="16307"/>
                </a:lnTo>
                <a:lnTo>
                  <a:pt x="4032" y="14267"/>
                </a:lnTo>
                <a:lnTo>
                  <a:pt x="5389" y="12234"/>
                </a:lnTo>
                <a:lnTo>
                  <a:pt x="6750" y="10202"/>
                </a:lnTo>
                <a:lnTo>
                  <a:pt x="8003" y="8305"/>
                </a:lnTo>
                <a:lnTo>
                  <a:pt x="9266" y="6399"/>
                </a:lnTo>
                <a:lnTo>
                  <a:pt x="10548" y="4464"/>
                </a:lnTo>
                <a:lnTo>
                  <a:pt x="11819" y="2991"/>
                </a:lnTo>
                <a:lnTo>
                  <a:pt x="13100" y="1506"/>
                </a:lnTo>
                <a:lnTo>
                  <a:pt x="14400" y="0"/>
                </a:lnTo>
                <a:close/>
              </a:path>
            </a:pathLst>
          </a:custGeom>
          <a:solidFill>
            <a:srgbClr val="846C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69" name="contour_14167"/>
          <p:cNvSpPr/>
          <p:nvPr/>
        </p:nvSpPr>
        <p:spPr>
          <a:xfrm>
            <a:off x="9666963" y="5429554"/>
            <a:ext cx="36440" cy="597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139" y="1744"/>
                </a:lnTo>
                <a:lnTo>
                  <a:pt x="11556" y="3462"/>
                </a:lnTo>
                <a:lnTo>
                  <a:pt x="12887" y="5164"/>
                </a:lnTo>
                <a:lnTo>
                  <a:pt x="14135" y="6858"/>
                </a:lnTo>
                <a:lnTo>
                  <a:pt x="15310" y="8553"/>
                </a:lnTo>
                <a:lnTo>
                  <a:pt x="16412" y="10252"/>
                </a:lnTo>
                <a:lnTo>
                  <a:pt x="17436" y="11970"/>
                </a:lnTo>
                <a:lnTo>
                  <a:pt x="18395" y="13711"/>
                </a:lnTo>
                <a:lnTo>
                  <a:pt x="19289" y="15485"/>
                </a:lnTo>
                <a:lnTo>
                  <a:pt x="20118" y="17297"/>
                </a:lnTo>
                <a:lnTo>
                  <a:pt x="20887" y="19160"/>
                </a:lnTo>
                <a:lnTo>
                  <a:pt x="21600" y="21078"/>
                </a:lnTo>
                <a:lnTo>
                  <a:pt x="16606" y="21368"/>
                </a:lnTo>
                <a:lnTo>
                  <a:pt x="13094" y="21542"/>
                </a:lnTo>
                <a:lnTo>
                  <a:pt x="10593" y="21600"/>
                </a:lnTo>
                <a:lnTo>
                  <a:pt x="8614" y="21542"/>
                </a:lnTo>
                <a:lnTo>
                  <a:pt x="6683" y="21368"/>
                </a:lnTo>
                <a:lnTo>
                  <a:pt x="4320" y="21078"/>
                </a:lnTo>
                <a:lnTo>
                  <a:pt x="2730" y="19118"/>
                </a:lnTo>
                <a:lnTo>
                  <a:pt x="1711" y="17727"/>
                </a:lnTo>
                <a:lnTo>
                  <a:pt x="1054" y="16525"/>
                </a:lnTo>
                <a:lnTo>
                  <a:pt x="553" y="15134"/>
                </a:lnTo>
                <a:lnTo>
                  <a:pt x="0" y="13174"/>
                </a:lnTo>
                <a:lnTo>
                  <a:pt x="2856" y="13174"/>
                </a:lnTo>
                <a:lnTo>
                  <a:pt x="5728" y="13174"/>
                </a:lnTo>
                <a:lnTo>
                  <a:pt x="8640" y="13174"/>
                </a:lnTo>
                <a:lnTo>
                  <a:pt x="8640" y="11311"/>
                </a:lnTo>
                <a:lnTo>
                  <a:pt x="8640" y="9446"/>
                </a:lnTo>
                <a:lnTo>
                  <a:pt x="8640" y="7575"/>
                </a:lnTo>
                <a:lnTo>
                  <a:pt x="8640" y="5696"/>
                </a:lnTo>
                <a:lnTo>
                  <a:pt x="8640" y="3810"/>
                </a:lnTo>
                <a:lnTo>
                  <a:pt x="8640" y="1913"/>
                </a:lnTo>
                <a:lnTo>
                  <a:pt x="8640" y="0"/>
                </a:lnTo>
                <a:close/>
              </a:path>
            </a:pathLst>
          </a:custGeom>
          <a:solidFill>
            <a:srgbClr val="E9E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0" name="contour_14168"/>
          <p:cNvSpPr/>
          <p:nvPr/>
        </p:nvSpPr>
        <p:spPr>
          <a:xfrm>
            <a:off x="637142" y="5450157"/>
            <a:ext cx="51016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895"/>
                </a:moveTo>
                <a:lnTo>
                  <a:pt x="5153" y="476"/>
                </a:lnTo>
                <a:lnTo>
                  <a:pt x="7211" y="197"/>
                </a:lnTo>
                <a:lnTo>
                  <a:pt x="9263" y="41"/>
                </a:lnTo>
                <a:lnTo>
                  <a:pt x="11309" y="0"/>
                </a:lnTo>
                <a:lnTo>
                  <a:pt x="13358" y="52"/>
                </a:lnTo>
                <a:lnTo>
                  <a:pt x="15407" y="181"/>
                </a:lnTo>
                <a:lnTo>
                  <a:pt x="17462" y="378"/>
                </a:lnTo>
                <a:lnTo>
                  <a:pt x="19523" y="621"/>
                </a:lnTo>
                <a:lnTo>
                  <a:pt x="21600" y="895"/>
                </a:lnTo>
                <a:lnTo>
                  <a:pt x="20261" y="1838"/>
                </a:lnTo>
                <a:lnTo>
                  <a:pt x="18900" y="2795"/>
                </a:lnTo>
                <a:lnTo>
                  <a:pt x="17178" y="4099"/>
                </a:lnTo>
                <a:lnTo>
                  <a:pt x="15429" y="5425"/>
                </a:lnTo>
                <a:lnTo>
                  <a:pt x="13707" y="6688"/>
                </a:lnTo>
                <a:lnTo>
                  <a:pt x="11957" y="7971"/>
                </a:lnTo>
                <a:lnTo>
                  <a:pt x="10618" y="9597"/>
                </a:lnTo>
                <a:lnTo>
                  <a:pt x="9257" y="11248"/>
                </a:lnTo>
                <a:lnTo>
                  <a:pt x="9257" y="14669"/>
                </a:lnTo>
                <a:lnTo>
                  <a:pt x="9257" y="18111"/>
                </a:lnTo>
                <a:lnTo>
                  <a:pt x="9257" y="21600"/>
                </a:lnTo>
                <a:lnTo>
                  <a:pt x="7424" y="20575"/>
                </a:lnTo>
                <a:lnTo>
                  <a:pt x="5585" y="19545"/>
                </a:lnTo>
                <a:lnTo>
                  <a:pt x="3740" y="18515"/>
                </a:lnTo>
                <a:lnTo>
                  <a:pt x="1879" y="17475"/>
                </a:lnTo>
                <a:lnTo>
                  <a:pt x="0" y="16424"/>
                </a:lnTo>
                <a:lnTo>
                  <a:pt x="210" y="12573"/>
                </a:lnTo>
                <a:lnTo>
                  <a:pt x="475" y="9840"/>
                </a:lnTo>
                <a:lnTo>
                  <a:pt x="944" y="7480"/>
                </a:lnTo>
                <a:lnTo>
                  <a:pt x="1765" y="4747"/>
                </a:lnTo>
                <a:lnTo>
                  <a:pt x="3086" y="895"/>
                </a:lnTo>
                <a:close/>
              </a:path>
            </a:pathLst>
          </a:custGeom>
          <a:solidFill>
            <a:srgbClr val="C1C7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1" name="contour_14169"/>
          <p:cNvSpPr/>
          <p:nvPr/>
        </p:nvSpPr>
        <p:spPr>
          <a:xfrm>
            <a:off x="1358653" y="5436842"/>
            <a:ext cx="36440" cy="378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600" y="2938"/>
                </a:lnTo>
                <a:lnTo>
                  <a:pt x="21600" y="5880"/>
                </a:lnTo>
                <a:lnTo>
                  <a:pt x="21600" y="8830"/>
                </a:lnTo>
                <a:lnTo>
                  <a:pt x="21600" y="11793"/>
                </a:lnTo>
                <a:lnTo>
                  <a:pt x="21600" y="14768"/>
                </a:lnTo>
                <a:lnTo>
                  <a:pt x="21600" y="17760"/>
                </a:lnTo>
                <a:lnTo>
                  <a:pt x="21600" y="20777"/>
                </a:lnTo>
                <a:lnTo>
                  <a:pt x="16606" y="21234"/>
                </a:lnTo>
                <a:lnTo>
                  <a:pt x="13094" y="21509"/>
                </a:lnTo>
                <a:lnTo>
                  <a:pt x="10593" y="21600"/>
                </a:lnTo>
                <a:lnTo>
                  <a:pt x="8614" y="21509"/>
                </a:lnTo>
                <a:lnTo>
                  <a:pt x="6683" y="21234"/>
                </a:lnTo>
                <a:lnTo>
                  <a:pt x="4320" y="20777"/>
                </a:lnTo>
                <a:lnTo>
                  <a:pt x="2730" y="17686"/>
                </a:lnTo>
                <a:lnTo>
                  <a:pt x="1711" y="15491"/>
                </a:lnTo>
                <a:lnTo>
                  <a:pt x="1054" y="13597"/>
                </a:lnTo>
                <a:lnTo>
                  <a:pt x="553" y="11403"/>
                </a:lnTo>
                <a:lnTo>
                  <a:pt x="0" y="8311"/>
                </a:lnTo>
                <a:lnTo>
                  <a:pt x="2566" y="8311"/>
                </a:lnTo>
                <a:lnTo>
                  <a:pt x="5141" y="8311"/>
                </a:lnTo>
                <a:lnTo>
                  <a:pt x="7724" y="8311"/>
                </a:lnTo>
                <a:lnTo>
                  <a:pt x="10329" y="8311"/>
                </a:lnTo>
                <a:lnTo>
                  <a:pt x="12960" y="8311"/>
                </a:lnTo>
                <a:lnTo>
                  <a:pt x="12960" y="5564"/>
                </a:lnTo>
                <a:lnTo>
                  <a:pt x="12960" y="2801"/>
                </a:lnTo>
                <a:lnTo>
                  <a:pt x="12960" y="0"/>
                </a:lnTo>
                <a:close/>
              </a:path>
            </a:pathLst>
          </a:custGeom>
          <a:solidFill>
            <a:srgbClr val="E4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2" name="contour_14170"/>
          <p:cNvSpPr/>
          <p:nvPr/>
        </p:nvSpPr>
        <p:spPr>
          <a:xfrm>
            <a:off x="1234757" y="5423308"/>
            <a:ext cx="43728" cy="426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61"/>
                </a:moveTo>
                <a:lnTo>
                  <a:pt x="19703" y="3618"/>
                </a:lnTo>
                <a:lnTo>
                  <a:pt x="17777" y="4082"/>
                </a:lnTo>
                <a:lnTo>
                  <a:pt x="16099" y="5454"/>
                </a:lnTo>
                <a:lnTo>
                  <a:pt x="14400" y="6848"/>
                </a:lnTo>
                <a:lnTo>
                  <a:pt x="14717" y="9389"/>
                </a:lnTo>
                <a:lnTo>
                  <a:pt x="15178" y="11879"/>
                </a:lnTo>
                <a:lnTo>
                  <a:pt x="15764" y="14327"/>
                </a:lnTo>
                <a:lnTo>
                  <a:pt x="16445" y="16754"/>
                </a:lnTo>
                <a:lnTo>
                  <a:pt x="17197" y="19173"/>
                </a:lnTo>
                <a:lnTo>
                  <a:pt x="18000" y="21600"/>
                </a:lnTo>
                <a:lnTo>
                  <a:pt x="15700" y="20221"/>
                </a:lnTo>
                <a:lnTo>
                  <a:pt x="14000" y="19177"/>
                </a:lnTo>
                <a:lnTo>
                  <a:pt x="12600" y="18259"/>
                </a:lnTo>
                <a:lnTo>
                  <a:pt x="11200" y="17263"/>
                </a:lnTo>
                <a:lnTo>
                  <a:pt x="9500" y="15987"/>
                </a:lnTo>
                <a:lnTo>
                  <a:pt x="7200" y="14224"/>
                </a:lnTo>
                <a:lnTo>
                  <a:pt x="7200" y="11787"/>
                </a:lnTo>
                <a:lnTo>
                  <a:pt x="7200" y="9334"/>
                </a:lnTo>
                <a:lnTo>
                  <a:pt x="7200" y="6848"/>
                </a:lnTo>
                <a:lnTo>
                  <a:pt x="5062" y="5495"/>
                </a:lnTo>
                <a:lnTo>
                  <a:pt x="3600" y="4658"/>
                </a:lnTo>
                <a:lnTo>
                  <a:pt x="2138" y="3998"/>
                </a:lnTo>
                <a:lnTo>
                  <a:pt x="0" y="3161"/>
                </a:lnTo>
                <a:lnTo>
                  <a:pt x="2416" y="1586"/>
                </a:lnTo>
                <a:lnTo>
                  <a:pt x="4763" y="583"/>
                </a:lnTo>
                <a:lnTo>
                  <a:pt x="7067" y="81"/>
                </a:lnTo>
                <a:lnTo>
                  <a:pt x="9360" y="0"/>
                </a:lnTo>
                <a:lnTo>
                  <a:pt x="11664" y="262"/>
                </a:lnTo>
                <a:lnTo>
                  <a:pt x="14015" y="786"/>
                </a:lnTo>
                <a:lnTo>
                  <a:pt x="16434" y="1497"/>
                </a:lnTo>
                <a:lnTo>
                  <a:pt x="18954" y="2312"/>
                </a:lnTo>
                <a:lnTo>
                  <a:pt x="21600" y="3161"/>
                </a:lnTo>
                <a:close/>
              </a:path>
            </a:pathLst>
          </a:custGeom>
          <a:solidFill>
            <a:srgbClr val="B2A5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3" name="contour_14171"/>
          <p:cNvSpPr/>
          <p:nvPr/>
        </p:nvSpPr>
        <p:spPr>
          <a:xfrm>
            <a:off x="8034453" y="5429204"/>
            <a:ext cx="65592" cy="29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256"/>
                </a:moveTo>
                <a:lnTo>
                  <a:pt x="16800" y="3783"/>
                </a:lnTo>
                <a:lnTo>
                  <a:pt x="16800" y="7332"/>
                </a:lnTo>
                <a:lnTo>
                  <a:pt x="16800" y="10928"/>
                </a:lnTo>
                <a:lnTo>
                  <a:pt x="18226" y="12886"/>
                </a:lnTo>
                <a:lnTo>
                  <a:pt x="19200" y="14098"/>
                </a:lnTo>
                <a:lnTo>
                  <a:pt x="20174" y="15053"/>
                </a:lnTo>
                <a:lnTo>
                  <a:pt x="21600" y="16264"/>
                </a:lnTo>
                <a:lnTo>
                  <a:pt x="20112" y="16099"/>
                </a:lnTo>
                <a:lnTo>
                  <a:pt x="18600" y="15933"/>
                </a:lnTo>
                <a:lnTo>
                  <a:pt x="16903" y="16136"/>
                </a:lnTo>
                <a:lnTo>
                  <a:pt x="15370" y="16483"/>
                </a:lnTo>
                <a:lnTo>
                  <a:pt x="13927" y="16984"/>
                </a:lnTo>
                <a:lnTo>
                  <a:pt x="12509" y="17657"/>
                </a:lnTo>
                <a:lnTo>
                  <a:pt x="11040" y="18526"/>
                </a:lnTo>
                <a:lnTo>
                  <a:pt x="9451" y="19599"/>
                </a:lnTo>
                <a:lnTo>
                  <a:pt x="7915" y="20261"/>
                </a:lnTo>
                <a:lnTo>
                  <a:pt x="6367" y="20922"/>
                </a:lnTo>
                <a:lnTo>
                  <a:pt x="4800" y="21600"/>
                </a:lnTo>
                <a:lnTo>
                  <a:pt x="3038" y="18617"/>
                </a:lnTo>
                <a:lnTo>
                  <a:pt x="1949" y="16515"/>
                </a:lnTo>
                <a:lnTo>
                  <a:pt x="1087" y="14284"/>
                </a:lnTo>
                <a:lnTo>
                  <a:pt x="0" y="10928"/>
                </a:lnTo>
                <a:lnTo>
                  <a:pt x="1529" y="9012"/>
                </a:lnTo>
                <a:lnTo>
                  <a:pt x="3005" y="7230"/>
                </a:lnTo>
                <a:lnTo>
                  <a:pt x="4445" y="5603"/>
                </a:lnTo>
                <a:lnTo>
                  <a:pt x="5866" y="4141"/>
                </a:lnTo>
                <a:lnTo>
                  <a:pt x="7286" y="2871"/>
                </a:lnTo>
                <a:lnTo>
                  <a:pt x="8726" y="1804"/>
                </a:lnTo>
                <a:lnTo>
                  <a:pt x="10200" y="966"/>
                </a:lnTo>
                <a:lnTo>
                  <a:pt x="11726" y="374"/>
                </a:lnTo>
                <a:lnTo>
                  <a:pt x="13322" y="48"/>
                </a:lnTo>
                <a:lnTo>
                  <a:pt x="15007" y="0"/>
                </a:lnTo>
                <a:lnTo>
                  <a:pt x="16800" y="256"/>
                </a:lnTo>
                <a:close/>
              </a:path>
            </a:pathLst>
          </a:custGeom>
          <a:solidFill>
            <a:srgbClr val="EC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4" name="contour_14172"/>
          <p:cNvSpPr/>
          <p:nvPr/>
        </p:nvSpPr>
        <p:spPr>
          <a:xfrm>
            <a:off x="4762145" y="5428570"/>
            <a:ext cx="291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568"/>
                </a:moveTo>
                <a:lnTo>
                  <a:pt x="9580" y="189"/>
                </a:lnTo>
                <a:lnTo>
                  <a:pt x="12512" y="0"/>
                </a:lnTo>
                <a:lnTo>
                  <a:pt x="14974" y="0"/>
                </a:lnTo>
                <a:lnTo>
                  <a:pt x="17744" y="189"/>
                </a:lnTo>
                <a:lnTo>
                  <a:pt x="21600" y="568"/>
                </a:lnTo>
                <a:lnTo>
                  <a:pt x="21600" y="3542"/>
                </a:lnTo>
                <a:lnTo>
                  <a:pt x="21600" y="6520"/>
                </a:lnTo>
                <a:lnTo>
                  <a:pt x="21600" y="9507"/>
                </a:lnTo>
                <a:lnTo>
                  <a:pt x="21600" y="12506"/>
                </a:lnTo>
                <a:lnTo>
                  <a:pt x="21600" y="15518"/>
                </a:lnTo>
                <a:lnTo>
                  <a:pt x="21600" y="18546"/>
                </a:lnTo>
                <a:lnTo>
                  <a:pt x="21600" y="21600"/>
                </a:lnTo>
                <a:lnTo>
                  <a:pt x="18544" y="20410"/>
                </a:lnTo>
                <a:lnTo>
                  <a:pt x="15487" y="19219"/>
                </a:lnTo>
                <a:lnTo>
                  <a:pt x="12420" y="18025"/>
                </a:lnTo>
                <a:lnTo>
                  <a:pt x="9342" y="16826"/>
                </a:lnTo>
                <a:lnTo>
                  <a:pt x="6248" y="15618"/>
                </a:lnTo>
                <a:lnTo>
                  <a:pt x="3137" y="14407"/>
                </a:lnTo>
                <a:lnTo>
                  <a:pt x="0" y="13187"/>
                </a:lnTo>
                <a:lnTo>
                  <a:pt x="853" y="10058"/>
                </a:lnTo>
                <a:lnTo>
                  <a:pt x="1561" y="7837"/>
                </a:lnTo>
                <a:lnTo>
                  <a:pt x="2381" y="5918"/>
                </a:lnTo>
                <a:lnTo>
                  <a:pt x="3575" y="3697"/>
                </a:lnTo>
                <a:lnTo>
                  <a:pt x="5400" y="568"/>
                </a:lnTo>
                <a:close/>
              </a:path>
            </a:pathLst>
          </a:custGeom>
          <a:solidFill>
            <a:srgbClr val="2421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5" name="contour_14173"/>
          <p:cNvSpPr/>
          <p:nvPr/>
        </p:nvSpPr>
        <p:spPr>
          <a:xfrm>
            <a:off x="10490506" y="541497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7" y="806"/>
                </a:lnTo>
                <a:lnTo>
                  <a:pt x="5236" y="1656"/>
                </a:lnTo>
                <a:lnTo>
                  <a:pt x="7750" y="2563"/>
                </a:lnTo>
                <a:lnTo>
                  <a:pt x="10204" y="3553"/>
                </a:lnTo>
                <a:lnTo>
                  <a:pt x="12601" y="4640"/>
                </a:lnTo>
                <a:lnTo>
                  <a:pt x="14960" y="5850"/>
                </a:lnTo>
                <a:lnTo>
                  <a:pt x="17280" y="7200"/>
                </a:lnTo>
                <a:lnTo>
                  <a:pt x="18520" y="9601"/>
                </a:lnTo>
                <a:lnTo>
                  <a:pt x="19462" y="11905"/>
                </a:lnTo>
                <a:lnTo>
                  <a:pt x="20170" y="14184"/>
                </a:lnTo>
                <a:lnTo>
                  <a:pt x="20719" y="16513"/>
                </a:lnTo>
                <a:lnTo>
                  <a:pt x="21172" y="18961"/>
                </a:lnTo>
                <a:lnTo>
                  <a:pt x="21600" y="21600"/>
                </a:lnTo>
                <a:lnTo>
                  <a:pt x="21064" y="19814"/>
                </a:lnTo>
                <a:lnTo>
                  <a:pt x="20520" y="18000"/>
                </a:lnTo>
                <a:lnTo>
                  <a:pt x="18913" y="16214"/>
                </a:lnTo>
                <a:lnTo>
                  <a:pt x="17280" y="14400"/>
                </a:lnTo>
                <a:lnTo>
                  <a:pt x="14360" y="14137"/>
                </a:lnTo>
                <a:lnTo>
                  <a:pt x="11504" y="14022"/>
                </a:lnTo>
                <a:lnTo>
                  <a:pt x="8675" y="14022"/>
                </a:lnTo>
                <a:lnTo>
                  <a:pt x="5841" y="14105"/>
                </a:lnTo>
                <a:lnTo>
                  <a:pt x="2964" y="14238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E6D4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6" name="contour_14174"/>
          <p:cNvSpPr/>
          <p:nvPr/>
        </p:nvSpPr>
        <p:spPr>
          <a:xfrm>
            <a:off x="7487854" y="5407690"/>
            <a:ext cx="65592" cy="27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8" y="405"/>
                </a:lnTo>
                <a:lnTo>
                  <a:pt x="1471" y="775"/>
                </a:lnTo>
                <a:lnTo>
                  <a:pt x="2162" y="1140"/>
                </a:lnTo>
                <a:lnTo>
                  <a:pt x="2906" y="1533"/>
                </a:lnTo>
                <a:lnTo>
                  <a:pt x="3758" y="1983"/>
                </a:lnTo>
                <a:lnTo>
                  <a:pt x="4781" y="2524"/>
                </a:lnTo>
                <a:lnTo>
                  <a:pt x="6029" y="3179"/>
                </a:lnTo>
                <a:lnTo>
                  <a:pt x="7565" y="3988"/>
                </a:lnTo>
                <a:lnTo>
                  <a:pt x="9444" y="4985"/>
                </a:lnTo>
                <a:lnTo>
                  <a:pt x="11729" y="6188"/>
                </a:lnTo>
                <a:lnTo>
                  <a:pt x="14477" y="7641"/>
                </a:lnTo>
                <a:lnTo>
                  <a:pt x="17748" y="9361"/>
                </a:lnTo>
                <a:lnTo>
                  <a:pt x="21600" y="11395"/>
                </a:lnTo>
                <a:lnTo>
                  <a:pt x="18425" y="15150"/>
                </a:lnTo>
                <a:lnTo>
                  <a:pt x="15994" y="17948"/>
                </a:lnTo>
                <a:lnTo>
                  <a:pt x="14155" y="19879"/>
                </a:lnTo>
                <a:lnTo>
                  <a:pt x="12754" y="21064"/>
                </a:lnTo>
                <a:lnTo>
                  <a:pt x="11638" y="21600"/>
                </a:lnTo>
                <a:lnTo>
                  <a:pt x="10646" y="21589"/>
                </a:lnTo>
                <a:lnTo>
                  <a:pt x="9634" y="21144"/>
                </a:lnTo>
                <a:lnTo>
                  <a:pt x="8438" y="20364"/>
                </a:lnTo>
                <a:lnTo>
                  <a:pt x="7435" y="18694"/>
                </a:lnTo>
                <a:lnTo>
                  <a:pt x="6422" y="17019"/>
                </a:lnTo>
                <a:lnTo>
                  <a:pt x="5400" y="15315"/>
                </a:lnTo>
                <a:lnTo>
                  <a:pt x="4373" y="13692"/>
                </a:lnTo>
                <a:lnTo>
                  <a:pt x="3336" y="12051"/>
                </a:lnTo>
                <a:lnTo>
                  <a:pt x="2287" y="10393"/>
                </a:lnTo>
                <a:lnTo>
                  <a:pt x="1152" y="8062"/>
                </a:lnTo>
                <a:lnTo>
                  <a:pt x="0" y="5698"/>
                </a:lnTo>
                <a:lnTo>
                  <a:pt x="0" y="2872"/>
                </a:lnTo>
                <a:lnTo>
                  <a:pt x="0" y="0"/>
                </a:lnTo>
                <a:close/>
              </a:path>
            </a:pathLst>
          </a:custGeom>
          <a:solidFill>
            <a:srgbClr val="DAEE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7" name="contour_14175"/>
          <p:cNvSpPr/>
          <p:nvPr/>
        </p:nvSpPr>
        <p:spPr>
          <a:xfrm>
            <a:off x="6874023" y="5400402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08" y="0"/>
                </a:moveTo>
                <a:lnTo>
                  <a:pt x="21303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03" y="12020"/>
                </a:lnTo>
                <a:lnTo>
                  <a:pt x="20708" y="16200"/>
                </a:lnTo>
                <a:lnTo>
                  <a:pt x="18287" y="17350"/>
                </a:lnTo>
                <a:lnTo>
                  <a:pt x="15853" y="18311"/>
                </a:lnTo>
                <a:lnTo>
                  <a:pt x="13408" y="19116"/>
                </a:lnTo>
                <a:lnTo>
                  <a:pt x="10947" y="19786"/>
                </a:lnTo>
                <a:lnTo>
                  <a:pt x="8466" y="20347"/>
                </a:lnTo>
                <a:lnTo>
                  <a:pt x="5965" y="20817"/>
                </a:lnTo>
                <a:lnTo>
                  <a:pt x="3440" y="21227"/>
                </a:lnTo>
                <a:lnTo>
                  <a:pt x="892" y="21600"/>
                </a:lnTo>
                <a:lnTo>
                  <a:pt x="297" y="17744"/>
                </a:lnTo>
                <a:lnTo>
                  <a:pt x="0" y="14974"/>
                </a:lnTo>
                <a:lnTo>
                  <a:pt x="0" y="12512"/>
                </a:lnTo>
                <a:lnTo>
                  <a:pt x="297" y="9580"/>
                </a:lnTo>
                <a:lnTo>
                  <a:pt x="892" y="5400"/>
                </a:lnTo>
                <a:lnTo>
                  <a:pt x="3313" y="4250"/>
                </a:lnTo>
                <a:lnTo>
                  <a:pt x="5747" y="3289"/>
                </a:lnTo>
                <a:lnTo>
                  <a:pt x="8192" y="2484"/>
                </a:lnTo>
                <a:lnTo>
                  <a:pt x="10653" y="1814"/>
                </a:lnTo>
                <a:lnTo>
                  <a:pt x="13134" y="1253"/>
                </a:lnTo>
                <a:lnTo>
                  <a:pt x="15635" y="783"/>
                </a:lnTo>
                <a:lnTo>
                  <a:pt x="18160" y="373"/>
                </a:lnTo>
                <a:lnTo>
                  <a:pt x="20708" y="0"/>
                </a:lnTo>
                <a:close/>
              </a:path>
            </a:pathLst>
          </a:custGeom>
          <a:solidFill>
            <a:srgbClr val="EDDD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8" name="contour_14176"/>
          <p:cNvSpPr/>
          <p:nvPr/>
        </p:nvSpPr>
        <p:spPr>
          <a:xfrm>
            <a:off x="4381901" y="5400905"/>
            <a:ext cx="44996" cy="432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04" y="2254"/>
                </a:moveTo>
                <a:lnTo>
                  <a:pt x="12532" y="4283"/>
                </a:lnTo>
                <a:lnTo>
                  <a:pt x="13865" y="6341"/>
                </a:lnTo>
                <a:lnTo>
                  <a:pt x="15121" y="8424"/>
                </a:lnTo>
                <a:lnTo>
                  <a:pt x="16307" y="10540"/>
                </a:lnTo>
                <a:lnTo>
                  <a:pt x="17437" y="12685"/>
                </a:lnTo>
                <a:lnTo>
                  <a:pt x="18518" y="14859"/>
                </a:lnTo>
                <a:lnTo>
                  <a:pt x="19564" y="17069"/>
                </a:lnTo>
                <a:lnTo>
                  <a:pt x="20589" y="19317"/>
                </a:lnTo>
                <a:lnTo>
                  <a:pt x="21600" y="21600"/>
                </a:lnTo>
                <a:lnTo>
                  <a:pt x="19494" y="21036"/>
                </a:lnTo>
                <a:lnTo>
                  <a:pt x="17391" y="20456"/>
                </a:lnTo>
                <a:lnTo>
                  <a:pt x="15292" y="19863"/>
                </a:lnTo>
                <a:lnTo>
                  <a:pt x="13197" y="19258"/>
                </a:lnTo>
                <a:lnTo>
                  <a:pt x="11104" y="18643"/>
                </a:lnTo>
                <a:lnTo>
                  <a:pt x="9152" y="18089"/>
                </a:lnTo>
                <a:lnTo>
                  <a:pt x="7190" y="17536"/>
                </a:lnTo>
                <a:lnTo>
                  <a:pt x="5199" y="16978"/>
                </a:lnTo>
                <a:lnTo>
                  <a:pt x="3684" y="16097"/>
                </a:lnTo>
                <a:lnTo>
                  <a:pt x="2155" y="15212"/>
                </a:lnTo>
                <a:lnTo>
                  <a:pt x="609" y="14316"/>
                </a:lnTo>
                <a:lnTo>
                  <a:pt x="203" y="11563"/>
                </a:lnTo>
                <a:lnTo>
                  <a:pt x="0" y="9622"/>
                </a:lnTo>
                <a:lnTo>
                  <a:pt x="0" y="7961"/>
                </a:lnTo>
                <a:lnTo>
                  <a:pt x="203" y="6056"/>
                </a:lnTo>
                <a:lnTo>
                  <a:pt x="609" y="3391"/>
                </a:lnTo>
                <a:lnTo>
                  <a:pt x="2855" y="1380"/>
                </a:lnTo>
                <a:lnTo>
                  <a:pt x="4741" y="244"/>
                </a:lnTo>
                <a:lnTo>
                  <a:pt x="6549" y="0"/>
                </a:lnTo>
                <a:lnTo>
                  <a:pt x="8575" y="663"/>
                </a:lnTo>
                <a:lnTo>
                  <a:pt x="11104" y="2254"/>
                </a:lnTo>
                <a:close/>
              </a:path>
            </a:pathLst>
          </a:custGeom>
          <a:solidFill>
            <a:srgbClr val="2627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79" name="contour_14177"/>
          <p:cNvSpPr/>
          <p:nvPr/>
        </p:nvSpPr>
        <p:spPr>
          <a:xfrm>
            <a:off x="3537763" y="5385826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1782"/>
                </a:lnTo>
                <a:lnTo>
                  <a:pt x="17982" y="3567"/>
                </a:lnTo>
                <a:lnTo>
                  <a:pt x="18878" y="5360"/>
                </a:lnTo>
                <a:lnTo>
                  <a:pt x="19780" y="7160"/>
                </a:lnTo>
                <a:lnTo>
                  <a:pt x="20687" y="8972"/>
                </a:lnTo>
                <a:lnTo>
                  <a:pt x="21600" y="10800"/>
                </a:lnTo>
                <a:lnTo>
                  <a:pt x="18031" y="10800"/>
                </a:lnTo>
                <a:lnTo>
                  <a:pt x="14440" y="10800"/>
                </a:lnTo>
                <a:lnTo>
                  <a:pt x="10800" y="10800"/>
                </a:lnTo>
                <a:lnTo>
                  <a:pt x="9185" y="12574"/>
                </a:lnTo>
                <a:lnTo>
                  <a:pt x="8311" y="13975"/>
                </a:lnTo>
                <a:lnTo>
                  <a:pt x="7425" y="16200"/>
                </a:lnTo>
                <a:lnTo>
                  <a:pt x="6815" y="17707"/>
                </a:lnTo>
                <a:lnTo>
                  <a:pt x="6199" y="19238"/>
                </a:lnTo>
                <a:lnTo>
                  <a:pt x="5999" y="19823"/>
                </a:lnTo>
                <a:lnTo>
                  <a:pt x="5400" y="21600"/>
                </a:lnTo>
                <a:lnTo>
                  <a:pt x="4477" y="19807"/>
                </a:lnTo>
                <a:lnTo>
                  <a:pt x="3602" y="18022"/>
                </a:lnTo>
                <a:lnTo>
                  <a:pt x="2786" y="16243"/>
                </a:lnTo>
                <a:lnTo>
                  <a:pt x="2047" y="14464"/>
                </a:lnTo>
                <a:lnTo>
                  <a:pt x="1399" y="12679"/>
                </a:lnTo>
                <a:lnTo>
                  <a:pt x="853" y="10886"/>
                </a:lnTo>
                <a:lnTo>
                  <a:pt x="427" y="9077"/>
                </a:lnTo>
                <a:lnTo>
                  <a:pt x="140" y="7252"/>
                </a:lnTo>
                <a:lnTo>
                  <a:pt x="0" y="5400"/>
                </a:lnTo>
                <a:lnTo>
                  <a:pt x="3310" y="3829"/>
                </a:lnTo>
                <a:lnTo>
                  <a:pt x="5778" y="2724"/>
                </a:lnTo>
                <a:lnTo>
                  <a:pt x="7852" y="1941"/>
                </a:lnTo>
                <a:lnTo>
                  <a:pt x="9979" y="1326"/>
                </a:lnTo>
                <a:lnTo>
                  <a:pt x="12609" y="729"/>
                </a:lnTo>
                <a:lnTo>
                  <a:pt x="16200" y="0"/>
                </a:lnTo>
                <a:close/>
              </a:path>
            </a:pathLst>
          </a:custGeom>
          <a:solidFill>
            <a:srgbClr val="E3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0" name="contour_14178"/>
          <p:cNvSpPr/>
          <p:nvPr/>
        </p:nvSpPr>
        <p:spPr>
          <a:xfrm>
            <a:off x="7442486" y="5385826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BBD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1" name="contour_14179"/>
          <p:cNvSpPr/>
          <p:nvPr/>
        </p:nvSpPr>
        <p:spPr>
          <a:xfrm>
            <a:off x="1621021" y="538582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64" y="2873"/>
                </a:lnTo>
                <a:lnTo>
                  <a:pt x="10838" y="4986"/>
                </a:lnTo>
                <a:lnTo>
                  <a:pt x="14099" y="6530"/>
                </a:lnTo>
                <a:lnTo>
                  <a:pt x="16427" y="7697"/>
                </a:lnTo>
                <a:lnTo>
                  <a:pt x="18203" y="8669"/>
                </a:lnTo>
                <a:lnTo>
                  <a:pt x="19802" y="9641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18112" y="18961"/>
                </a:lnTo>
                <a:lnTo>
                  <a:pt x="14602" y="19696"/>
                </a:lnTo>
                <a:lnTo>
                  <a:pt x="11048" y="20264"/>
                </a:lnTo>
                <a:lnTo>
                  <a:pt x="7436" y="20732"/>
                </a:lnTo>
                <a:lnTo>
                  <a:pt x="3758" y="21157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836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2" name="contour_14180"/>
          <p:cNvSpPr/>
          <p:nvPr/>
        </p:nvSpPr>
        <p:spPr>
          <a:xfrm>
            <a:off x="7640902" y="5378377"/>
            <a:ext cx="72880" cy="293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90" y="0"/>
                </a:moveTo>
                <a:lnTo>
                  <a:pt x="5398" y="381"/>
                </a:lnTo>
                <a:lnTo>
                  <a:pt x="6625" y="768"/>
                </a:lnTo>
                <a:lnTo>
                  <a:pt x="7932" y="1160"/>
                </a:lnTo>
                <a:lnTo>
                  <a:pt x="9260" y="1552"/>
                </a:lnTo>
                <a:lnTo>
                  <a:pt x="9945" y="1783"/>
                </a:lnTo>
                <a:lnTo>
                  <a:pt x="12016" y="2465"/>
                </a:lnTo>
                <a:lnTo>
                  <a:pt x="12707" y="2680"/>
                </a:lnTo>
                <a:lnTo>
                  <a:pt x="14796" y="3314"/>
                </a:lnTo>
                <a:lnTo>
                  <a:pt x="16157" y="3738"/>
                </a:lnTo>
                <a:lnTo>
                  <a:pt x="17518" y="4167"/>
                </a:lnTo>
                <a:lnTo>
                  <a:pt x="18878" y="4608"/>
                </a:lnTo>
                <a:lnTo>
                  <a:pt x="20239" y="5048"/>
                </a:lnTo>
                <a:lnTo>
                  <a:pt x="21600" y="5489"/>
                </a:lnTo>
                <a:lnTo>
                  <a:pt x="21600" y="8158"/>
                </a:lnTo>
                <a:lnTo>
                  <a:pt x="21600" y="10859"/>
                </a:lnTo>
                <a:lnTo>
                  <a:pt x="20207" y="12148"/>
                </a:lnTo>
                <a:lnTo>
                  <a:pt x="18824" y="13351"/>
                </a:lnTo>
                <a:lnTo>
                  <a:pt x="17446" y="14490"/>
                </a:lnTo>
                <a:lnTo>
                  <a:pt x="16060" y="15564"/>
                </a:lnTo>
                <a:lnTo>
                  <a:pt x="14658" y="16589"/>
                </a:lnTo>
                <a:lnTo>
                  <a:pt x="13230" y="17572"/>
                </a:lnTo>
                <a:lnTo>
                  <a:pt x="12636" y="18045"/>
                </a:lnTo>
                <a:lnTo>
                  <a:pt x="10843" y="19457"/>
                </a:lnTo>
                <a:lnTo>
                  <a:pt x="9677" y="20220"/>
                </a:lnTo>
                <a:lnTo>
                  <a:pt x="8754" y="20714"/>
                </a:lnTo>
                <a:lnTo>
                  <a:pt x="7763" y="21041"/>
                </a:lnTo>
                <a:lnTo>
                  <a:pt x="6389" y="21299"/>
                </a:lnTo>
                <a:lnTo>
                  <a:pt x="4320" y="21600"/>
                </a:lnTo>
                <a:lnTo>
                  <a:pt x="3110" y="18415"/>
                </a:lnTo>
                <a:lnTo>
                  <a:pt x="2259" y="16025"/>
                </a:lnTo>
                <a:lnTo>
                  <a:pt x="1642" y="13985"/>
                </a:lnTo>
                <a:lnTo>
                  <a:pt x="1138" y="11847"/>
                </a:lnTo>
                <a:lnTo>
                  <a:pt x="631" y="9167"/>
                </a:lnTo>
                <a:lnTo>
                  <a:pt x="0" y="5489"/>
                </a:lnTo>
                <a:lnTo>
                  <a:pt x="1281" y="2384"/>
                </a:lnTo>
                <a:lnTo>
                  <a:pt x="2143" y="779"/>
                </a:lnTo>
                <a:lnTo>
                  <a:pt x="2983" y="156"/>
                </a:lnTo>
                <a:lnTo>
                  <a:pt x="4190" y="0"/>
                </a:lnTo>
                <a:close/>
              </a:path>
            </a:pathLst>
          </a:custGeom>
          <a:solidFill>
            <a:srgbClr val="EB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3" name="contour_14181"/>
          <p:cNvSpPr/>
          <p:nvPr/>
        </p:nvSpPr>
        <p:spPr>
          <a:xfrm>
            <a:off x="1781357" y="5385826"/>
            <a:ext cx="3177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811" y="799"/>
                </a:lnTo>
                <a:lnTo>
                  <a:pt x="9883" y="1408"/>
                </a:lnTo>
                <a:lnTo>
                  <a:pt x="12767" y="1944"/>
                </a:lnTo>
                <a:lnTo>
                  <a:pt x="15021" y="2527"/>
                </a:lnTo>
                <a:lnTo>
                  <a:pt x="17186" y="3279"/>
                </a:lnTo>
                <a:lnTo>
                  <a:pt x="19817" y="4320"/>
                </a:lnTo>
                <a:lnTo>
                  <a:pt x="21006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006" y="14066"/>
                </a:lnTo>
                <a:lnTo>
                  <a:pt x="19817" y="17280"/>
                </a:lnTo>
                <a:lnTo>
                  <a:pt x="16552" y="18459"/>
                </a:lnTo>
                <a:lnTo>
                  <a:pt x="13361" y="19367"/>
                </a:lnTo>
                <a:lnTo>
                  <a:pt x="10171" y="20066"/>
                </a:lnTo>
                <a:lnTo>
                  <a:pt x="6921" y="20628"/>
                </a:lnTo>
                <a:lnTo>
                  <a:pt x="3552" y="2112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F4B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4" name="contour_14182"/>
          <p:cNvSpPr/>
          <p:nvPr/>
        </p:nvSpPr>
        <p:spPr>
          <a:xfrm>
            <a:off x="10169835" y="537853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470"/>
                </a:lnTo>
                <a:lnTo>
                  <a:pt x="8104" y="972"/>
                </a:lnTo>
                <a:lnTo>
                  <a:pt x="10354" y="1490"/>
                </a:lnTo>
                <a:lnTo>
                  <a:pt x="12600" y="2025"/>
                </a:lnTo>
                <a:lnTo>
                  <a:pt x="15113" y="2592"/>
                </a:lnTo>
                <a:lnTo>
                  <a:pt x="17662" y="3164"/>
                </a:lnTo>
                <a:lnTo>
                  <a:pt x="19616" y="427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6F6E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5" name="contour_14183"/>
          <p:cNvSpPr/>
          <p:nvPr/>
        </p:nvSpPr>
        <p:spPr>
          <a:xfrm>
            <a:off x="7282150" y="5379930"/>
            <a:ext cx="52656" cy="423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08"/>
                </a:moveTo>
                <a:lnTo>
                  <a:pt x="20787" y="3317"/>
                </a:lnTo>
                <a:lnTo>
                  <a:pt x="18329" y="4243"/>
                </a:lnTo>
                <a:lnTo>
                  <a:pt x="16293" y="5124"/>
                </a:lnTo>
                <a:lnTo>
                  <a:pt x="14305" y="6024"/>
                </a:lnTo>
                <a:lnTo>
                  <a:pt x="12359" y="6979"/>
                </a:lnTo>
                <a:lnTo>
                  <a:pt x="10443" y="8017"/>
                </a:lnTo>
                <a:lnTo>
                  <a:pt x="8544" y="9162"/>
                </a:lnTo>
                <a:lnTo>
                  <a:pt x="6652" y="10445"/>
                </a:lnTo>
                <a:lnTo>
                  <a:pt x="6203" y="13434"/>
                </a:lnTo>
                <a:lnTo>
                  <a:pt x="5979" y="15509"/>
                </a:lnTo>
                <a:lnTo>
                  <a:pt x="5979" y="17205"/>
                </a:lnTo>
                <a:lnTo>
                  <a:pt x="6203" y="19057"/>
                </a:lnTo>
                <a:lnTo>
                  <a:pt x="6652" y="21600"/>
                </a:lnTo>
                <a:lnTo>
                  <a:pt x="4876" y="20890"/>
                </a:lnTo>
                <a:lnTo>
                  <a:pt x="3662" y="20265"/>
                </a:lnTo>
                <a:lnTo>
                  <a:pt x="2448" y="19380"/>
                </a:lnTo>
                <a:lnTo>
                  <a:pt x="673" y="17882"/>
                </a:lnTo>
                <a:lnTo>
                  <a:pt x="224" y="15227"/>
                </a:lnTo>
                <a:lnTo>
                  <a:pt x="0" y="13319"/>
                </a:lnTo>
                <a:lnTo>
                  <a:pt x="0" y="11624"/>
                </a:lnTo>
                <a:lnTo>
                  <a:pt x="224" y="9605"/>
                </a:lnTo>
                <a:lnTo>
                  <a:pt x="673" y="6727"/>
                </a:lnTo>
                <a:lnTo>
                  <a:pt x="2795" y="4306"/>
                </a:lnTo>
                <a:lnTo>
                  <a:pt x="4795" y="2469"/>
                </a:lnTo>
                <a:lnTo>
                  <a:pt x="6718" y="1175"/>
                </a:lnTo>
                <a:lnTo>
                  <a:pt x="8607" y="368"/>
                </a:lnTo>
                <a:lnTo>
                  <a:pt x="10503" y="0"/>
                </a:lnTo>
                <a:lnTo>
                  <a:pt x="12449" y="22"/>
                </a:lnTo>
                <a:lnTo>
                  <a:pt x="14488" y="383"/>
                </a:lnTo>
                <a:lnTo>
                  <a:pt x="16664" y="1034"/>
                </a:lnTo>
                <a:lnTo>
                  <a:pt x="19020" y="1926"/>
                </a:lnTo>
                <a:lnTo>
                  <a:pt x="21600" y="3008"/>
                </a:lnTo>
                <a:close/>
              </a:path>
            </a:pathLst>
          </a:custGeom>
          <a:solidFill>
            <a:srgbClr val="EE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6" name="contour_14184"/>
          <p:cNvSpPr/>
          <p:nvPr/>
        </p:nvSpPr>
        <p:spPr>
          <a:xfrm>
            <a:off x="4397746" y="5356674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808" y="2376"/>
                </a:lnTo>
                <a:lnTo>
                  <a:pt x="20016" y="4756"/>
                </a:lnTo>
                <a:lnTo>
                  <a:pt x="19224" y="7135"/>
                </a:lnTo>
                <a:lnTo>
                  <a:pt x="18425" y="9522"/>
                </a:lnTo>
                <a:lnTo>
                  <a:pt x="17626" y="11916"/>
                </a:lnTo>
                <a:lnTo>
                  <a:pt x="16826" y="14321"/>
                </a:lnTo>
                <a:lnTo>
                  <a:pt x="16020" y="16733"/>
                </a:lnTo>
                <a:lnTo>
                  <a:pt x="15214" y="1915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05C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7" name="contour_14185"/>
          <p:cNvSpPr/>
          <p:nvPr/>
        </p:nvSpPr>
        <p:spPr>
          <a:xfrm>
            <a:off x="5490944" y="5356674"/>
            <a:ext cx="43728" cy="307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19" y="3179"/>
                </a:lnTo>
                <a:lnTo>
                  <a:pt x="19998" y="6260"/>
                </a:lnTo>
                <a:lnTo>
                  <a:pt x="19116" y="9254"/>
                </a:lnTo>
                <a:lnTo>
                  <a:pt x="18140" y="12162"/>
                </a:lnTo>
                <a:lnTo>
                  <a:pt x="17046" y="14997"/>
                </a:lnTo>
                <a:lnTo>
                  <a:pt x="15811" y="17766"/>
                </a:lnTo>
                <a:lnTo>
                  <a:pt x="14400" y="20474"/>
                </a:lnTo>
                <a:lnTo>
                  <a:pt x="11884" y="21226"/>
                </a:lnTo>
                <a:lnTo>
                  <a:pt x="9547" y="21574"/>
                </a:lnTo>
                <a:lnTo>
                  <a:pt x="7290" y="21600"/>
                </a:lnTo>
                <a:lnTo>
                  <a:pt x="5015" y="21375"/>
                </a:lnTo>
                <a:lnTo>
                  <a:pt x="2621" y="20976"/>
                </a:lnTo>
                <a:lnTo>
                  <a:pt x="0" y="20474"/>
                </a:lnTo>
                <a:lnTo>
                  <a:pt x="1678" y="17899"/>
                </a:lnTo>
                <a:lnTo>
                  <a:pt x="3359" y="15335"/>
                </a:lnTo>
                <a:lnTo>
                  <a:pt x="5051" y="12781"/>
                </a:lnTo>
                <a:lnTo>
                  <a:pt x="6750" y="10237"/>
                </a:lnTo>
                <a:lnTo>
                  <a:pt x="7308" y="9387"/>
                </a:lnTo>
                <a:lnTo>
                  <a:pt x="8294" y="7898"/>
                </a:lnTo>
                <a:lnTo>
                  <a:pt x="10548" y="4479"/>
                </a:lnTo>
                <a:lnTo>
                  <a:pt x="12485" y="2293"/>
                </a:lnTo>
                <a:lnTo>
                  <a:pt x="14029" y="967"/>
                </a:lnTo>
                <a:lnTo>
                  <a:pt x="15710" y="287"/>
                </a:lnTo>
                <a:lnTo>
                  <a:pt x="18054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CBCE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8" name="contour_14186"/>
          <p:cNvSpPr/>
          <p:nvPr/>
        </p:nvSpPr>
        <p:spPr>
          <a:xfrm>
            <a:off x="1103573" y="5372372"/>
            <a:ext cx="72880" cy="210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46" y="2124"/>
                </a:moveTo>
                <a:lnTo>
                  <a:pt x="15044" y="2461"/>
                </a:lnTo>
                <a:lnTo>
                  <a:pt x="16101" y="3059"/>
                </a:lnTo>
                <a:lnTo>
                  <a:pt x="18522" y="4428"/>
                </a:lnTo>
                <a:lnTo>
                  <a:pt x="18973" y="4704"/>
                </a:lnTo>
                <a:lnTo>
                  <a:pt x="19770" y="5198"/>
                </a:lnTo>
                <a:lnTo>
                  <a:pt x="21600" y="6327"/>
                </a:lnTo>
                <a:lnTo>
                  <a:pt x="21600" y="10037"/>
                </a:lnTo>
                <a:lnTo>
                  <a:pt x="21600" y="13807"/>
                </a:lnTo>
                <a:lnTo>
                  <a:pt x="18511" y="15968"/>
                </a:lnTo>
                <a:lnTo>
                  <a:pt x="15921" y="17756"/>
                </a:lnTo>
                <a:lnTo>
                  <a:pt x="13768" y="19184"/>
                </a:lnTo>
                <a:lnTo>
                  <a:pt x="11992" y="20261"/>
                </a:lnTo>
                <a:lnTo>
                  <a:pt x="10534" y="21017"/>
                </a:lnTo>
                <a:lnTo>
                  <a:pt x="9329" y="21458"/>
                </a:lnTo>
                <a:lnTo>
                  <a:pt x="8318" y="21600"/>
                </a:lnTo>
                <a:lnTo>
                  <a:pt x="7439" y="21465"/>
                </a:lnTo>
                <a:lnTo>
                  <a:pt x="6633" y="21069"/>
                </a:lnTo>
                <a:lnTo>
                  <a:pt x="5836" y="20426"/>
                </a:lnTo>
                <a:lnTo>
                  <a:pt x="4992" y="19551"/>
                </a:lnTo>
                <a:lnTo>
                  <a:pt x="4035" y="18451"/>
                </a:lnTo>
                <a:lnTo>
                  <a:pt x="2994" y="15916"/>
                </a:lnTo>
                <a:lnTo>
                  <a:pt x="2225" y="13807"/>
                </a:lnTo>
                <a:lnTo>
                  <a:pt x="1354" y="10987"/>
                </a:lnTo>
                <a:lnTo>
                  <a:pt x="0" y="6327"/>
                </a:lnTo>
                <a:lnTo>
                  <a:pt x="1534" y="4278"/>
                </a:lnTo>
                <a:lnTo>
                  <a:pt x="2987" y="2663"/>
                </a:lnTo>
                <a:lnTo>
                  <a:pt x="4387" y="1451"/>
                </a:lnTo>
                <a:lnTo>
                  <a:pt x="5750" y="628"/>
                </a:lnTo>
                <a:lnTo>
                  <a:pt x="7102" y="150"/>
                </a:lnTo>
                <a:lnTo>
                  <a:pt x="8463" y="0"/>
                </a:lnTo>
                <a:lnTo>
                  <a:pt x="9856" y="150"/>
                </a:lnTo>
                <a:lnTo>
                  <a:pt x="11301" y="568"/>
                </a:lnTo>
                <a:lnTo>
                  <a:pt x="12824" y="1234"/>
                </a:lnTo>
                <a:lnTo>
                  <a:pt x="14446" y="2124"/>
                </a:lnTo>
                <a:close/>
              </a:path>
            </a:pathLst>
          </a:custGeom>
          <a:solidFill>
            <a:srgbClr val="645E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89" name="contour_14187"/>
          <p:cNvSpPr/>
          <p:nvPr/>
        </p:nvSpPr>
        <p:spPr>
          <a:xfrm>
            <a:off x="8617493" y="532752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221" y="1697"/>
                </a:lnTo>
                <a:lnTo>
                  <a:pt x="8122" y="3397"/>
                </a:lnTo>
                <a:lnTo>
                  <a:pt x="10027" y="5098"/>
                </a:lnTo>
                <a:lnTo>
                  <a:pt x="11940" y="6801"/>
                </a:lnTo>
                <a:lnTo>
                  <a:pt x="13854" y="8513"/>
                </a:lnTo>
                <a:lnTo>
                  <a:pt x="15777" y="10229"/>
                </a:lnTo>
                <a:lnTo>
                  <a:pt x="17708" y="11954"/>
                </a:lnTo>
                <a:lnTo>
                  <a:pt x="19647" y="13685"/>
                </a:lnTo>
                <a:lnTo>
                  <a:pt x="21600" y="15429"/>
                </a:lnTo>
                <a:lnTo>
                  <a:pt x="18744" y="15429"/>
                </a:lnTo>
                <a:lnTo>
                  <a:pt x="15872" y="15429"/>
                </a:lnTo>
                <a:lnTo>
                  <a:pt x="12960" y="15429"/>
                </a:lnTo>
                <a:lnTo>
                  <a:pt x="12960" y="17468"/>
                </a:lnTo>
                <a:lnTo>
                  <a:pt x="12960" y="19520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CED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0" name="contour_14188"/>
          <p:cNvSpPr/>
          <p:nvPr/>
        </p:nvSpPr>
        <p:spPr>
          <a:xfrm>
            <a:off x="7473278" y="534209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984" y="942"/>
                </a:lnTo>
                <a:lnTo>
                  <a:pt x="14329" y="1637"/>
                </a:lnTo>
                <a:lnTo>
                  <a:pt x="16299" y="2294"/>
                </a:lnTo>
                <a:lnTo>
                  <a:pt x="18516" y="3119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2856" y="17280"/>
                </a:lnTo>
                <a:lnTo>
                  <a:pt x="5728" y="17280"/>
                </a:lnTo>
                <a:lnTo>
                  <a:pt x="8640" y="17280"/>
                </a:lnTo>
                <a:lnTo>
                  <a:pt x="8281" y="16368"/>
                </a:lnTo>
                <a:lnTo>
                  <a:pt x="7651" y="14757"/>
                </a:lnTo>
                <a:lnTo>
                  <a:pt x="6212" y="11068"/>
                </a:lnTo>
                <a:lnTo>
                  <a:pt x="5931" y="10079"/>
                </a:lnTo>
                <a:lnTo>
                  <a:pt x="5443" y="8329"/>
                </a:lnTo>
                <a:lnTo>
                  <a:pt x="4320" y="4320"/>
                </a:lnTo>
                <a:lnTo>
                  <a:pt x="6463" y="2177"/>
                </a:lnTo>
                <a:lnTo>
                  <a:pt x="8640" y="0"/>
                </a:lnTo>
                <a:close/>
              </a:path>
            </a:pathLst>
          </a:custGeom>
          <a:solidFill>
            <a:srgbClr val="9CC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1" name="contour_14189"/>
          <p:cNvSpPr/>
          <p:nvPr/>
        </p:nvSpPr>
        <p:spPr>
          <a:xfrm>
            <a:off x="5592976" y="5342098"/>
            <a:ext cx="72880" cy="29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90" y="0"/>
                </a:lnTo>
                <a:lnTo>
                  <a:pt x="6130" y="0"/>
                </a:lnTo>
                <a:lnTo>
                  <a:pt x="7677" y="0"/>
                </a:lnTo>
                <a:lnTo>
                  <a:pt x="9232" y="0"/>
                </a:lnTo>
                <a:lnTo>
                  <a:pt x="10800" y="0"/>
                </a:lnTo>
                <a:lnTo>
                  <a:pt x="10800" y="3569"/>
                </a:lnTo>
                <a:lnTo>
                  <a:pt x="10800" y="7159"/>
                </a:lnTo>
                <a:lnTo>
                  <a:pt x="10800" y="10797"/>
                </a:lnTo>
                <a:lnTo>
                  <a:pt x="12327" y="10797"/>
                </a:lnTo>
                <a:lnTo>
                  <a:pt x="13856" y="10797"/>
                </a:lnTo>
                <a:lnTo>
                  <a:pt x="15390" y="10797"/>
                </a:lnTo>
                <a:lnTo>
                  <a:pt x="16930" y="10797"/>
                </a:lnTo>
                <a:lnTo>
                  <a:pt x="18477" y="10797"/>
                </a:lnTo>
                <a:lnTo>
                  <a:pt x="20032" y="10797"/>
                </a:lnTo>
                <a:lnTo>
                  <a:pt x="21600" y="10797"/>
                </a:lnTo>
                <a:lnTo>
                  <a:pt x="21600" y="13475"/>
                </a:lnTo>
                <a:lnTo>
                  <a:pt x="21600" y="16196"/>
                </a:lnTo>
                <a:lnTo>
                  <a:pt x="20157" y="17270"/>
                </a:lnTo>
                <a:lnTo>
                  <a:pt x="18734" y="18258"/>
                </a:lnTo>
                <a:lnTo>
                  <a:pt x="17319" y="19149"/>
                </a:lnTo>
                <a:lnTo>
                  <a:pt x="15908" y="19926"/>
                </a:lnTo>
                <a:lnTo>
                  <a:pt x="14491" y="20569"/>
                </a:lnTo>
                <a:lnTo>
                  <a:pt x="13066" y="21076"/>
                </a:lnTo>
                <a:lnTo>
                  <a:pt x="11619" y="21422"/>
                </a:lnTo>
                <a:lnTo>
                  <a:pt x="10146" y="21600"/>
                </a:lnTo>
                <a:lnTo>
                  <a:pt x="8640" y="21595"/>
                </a:lnTo>
                <a:lnTo>
                  <a:pt x="7329" y="19354"/>
                </a:lnTo>
                <a:lnTo>
                  <a:pt x="6113" y="16990"/>
                </a:lnTo>
                <a:lnTo>
                  <a:pt x="4977" y="14495"/>
                </a:lnTo>
                <a:lnTo>
                  <a:pt x="3905" y="11872"/>
                </a:lnTo>
                <a:lnTo>
                  <a:pt x="2888" y="9113"/>
                </a:lnTo>
                <a:lnTo>
                  <a:pt x="1907" y="6219"/>
                </a:lnTo>
                <a:lnTo>
                  <a:pt x="950" y="3180"/>
                </a:lnTo>
                <a:lnTo>
                  <a:pt x="0" y="0"/>
                </a:lnTo>
                <a:close/>
              </a:path>
            </a:pathLst>
          </a:custGeom>
          <a:solidFill>
            <a:srgbClr val="E7EA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2" name="contour_14190"/>
          <p:cNvSpPr/>
          <p:nvPr/>
        </p:nvSpPr>
        <p:spPr>
          <a:xfrm>
            <a:off x="9687916" y="5327522"/>
            <a:ext cx="44639" cy="287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1" y="0"/>
                </a:moveTo>
                <a:lnTo>
                  <a:pt x="2592" y="482"/>
                </a:lnTo>
                <a:lnTo>
                  <a:pt x="4743" y="986"/>
                </a:lnTo>
                <a:lnTo>
                  <a:pt x="6891" y="1512"/>
                </a:lnTo>
                <a:lnTo>
                  <a:pt x="9038" y="2055"/>
                </a:lnTo>
                <a:lnTo>
                  <a:pt x="10241" y="2345"/>
                </a:lnTo>
                <a:lnTo>
                  <a:pt x="13873" y="3211"/>
                </a:lnTo>
                <a:lnTo>
                  <a:pt x="16338" y="4614"/>
                </a:lnTo>
                <a:lnTo>
                  <a:pt x="17841" y="5907"/>
                </a:lnTo>
                <a:lnTo>
                  <a:pt x="18990" y="7847"/>
                </a:lnTo>
                <a:lnTo>
                  <a:pt x="20401" y="11173"/>
                </a:lnTo>
                <a:lnTo>
                  <a:pt x="20997" y="13786"/>
                </a:lnTo>
                <a:lnTo>
                  <a:pt x="21600" y="16438"/>
                </a:lnTo>
                <a:lnTo>
                  <a:pt x="17396" y="18389"/>
                </a:lnTo>
                <a:lnTo>
                  <a:pt x="14170" y="19830"/>
                </a:lnTo>
                <a:lnTo>
                  <a:pt x="11698" y="20816"/>
                </a:lnTo>
                <a:lnTo>
                  <a:pt x="9765" y="21392"/>
                </a:lnTo>
                <a:lnTo>
                  <a:pt x="8153" y="21600"/>
                </a:lnTo>
                <a:lnTo>
                  <a:pt x="6648" y="21501"/>
                </a:lnTo>
                <a:lnTo>
                  <a:pt x="5032" y="21134"/>
                </a:lnTo>
                <a:lnTo>
                  <a:pt x="3086" y="20548"/>
                </a:lnTo>
                <a:lnTo>
                  <a:pt x="1548" y="18038"/>
                </a:lnTo>
                <a:lnTo>
                  <a:pt x="716" y="15885"/>
                </a:lnTo>
                <a:lnTo>
                  <a:pt x="296" y="12893"/>
                </a:lnTo>
                <a:lnTo>
                  <a:pt x="0" y="7879"/>
                </a:lnTo>
                <a:lnTo>
                  <a:pt x="145" y="5277"/>
                </a:lnTo>
                <a:lnTo>
                  <a:pt x="293" y="2658"/>
                </a:lnTo>
                <a:lnTo>
                  <a:pt x="441" y="0"/>
                </a:lnTo>
                <a:close/>
              </a:path>
            </a:pathLst>
          </a:custGeom>
          <a:solidFill>
            <a:srgbClr val="DF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3" name="contour_14191"/>
          <p:cNvSpPr/>
          <p:nvPr/>
        </p:nvSpPr>
        <p:spPr>
          <a:xfrm>
            <a:off x="8500885" y="533481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450" y="5857"/>
                </a:lnTo>
                <a:lnTo>
                  <a:pt x="19278" y="8111"/>
                </a:lnTo>
                <a:lnTo>
                  <a:pt x="18085" y="10357"/>
                </a:lnTo>
                <a:lnTo>
                  <a:pt x="16875" y="12600"/>
                </a:lnTo>
                <a:lnTo>
                  <a:pt x="16486" y="13345"/>
                </a:lnTo>
                <a:lnTo>
                  <a:pt x="15795" y="14656"/>
                </a:lnTo>
                <a:lnTo>
                  <a:pt x="14218" y="17662"/>
                </a:lnTo>
                <a:lnTo>
                  <a:pt x="12523" y="19616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DDD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4" name="contour_14192"/>
          <p:cNvSpPr/>
          <p:nvPr/>
        </p:nvSpPr>
        <p:spPr>
          <a:xfrm>
            <a:off x="8267669" y="5334810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044"/>
                </a:lnTo>
                <a:lnTo>
                  <a:pt x="21600" y="8101"/>
                </a:lnTo>
                <a:lnTo>
                  <a:pt x="21600" y="12172"/>
                </a:lnTo>
                <a:lnTo>
                  <a:pt x="21600" y="16277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F1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5" name="contour_14193"/>
          <p:cNvSpPr/>
          <p:nvPr/>
        </p:nvSpPr>
        <p:spPr>
          <a:xfrm>
            <a:off x="9928675" y="5326924"/>
            <a:ext cx="58960" cy="29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24" y="106"/>
                </a:moveTo>
                <a:lnTo>
                  <a:pt x="15366" y="153"/>
                </a:lnTo>
                <a:lnTo>
                  <a:pt x="16815" y="201"/>
                </a:lnTo>
                <a:lnTo>
                  <a:pt x="18284" y="249"/>
                </a:lnTo>
                <a:lnTo>
                  <a:pt x="19109" y="291"/>
                </a:lnTo>
                <a:lnTo>
                  <a:pt x="21600" y="434"/>
                </a:lnTo>
                <a:lnTo>
                  <a:pt x="20276" y="1090"/>
                </a:lnTo>
                <a:lnTo>
                  <a:pt x="18946" y="1751"/>
                </a:lnTo>
                <a:lnTo>
                  <a:pt x="17595" y="2418"/>
                </a:lnTo>
                <a:lnTo>
                  <a:pt x="16271" y="3514"/>
                </a:lnTo>
                <a:lnTo>
                  <a:pt x="14941" y="4609"/>
                </a:lnTo>
                <a:lnTo>
                  <a:pt x="13590" y="5725"/>
                </a:lnTo>
                <a:lnTo>
                  <a:pt x="13590" y="9218"/>
                </a:lnTo>
                <a:lnTo>
                  <a:pt x="13590" y="12742"/>
                </a:lnTo>
                <a:lnTo>
                  <a:pt x="13590" y="16308"/>
                </a:lnTo>
                <a:lnTo>
                  <a:pt x="11844" y="17594"/>
                </a:lnTo>
                <a:lnTo>
                  <a:pt x="10565" y="18367"/>
                </a:lnTo>
                <a:lnTo>
                  <a:pt x="9131" y="18938"/>
                </a:lnTo>
                <a:lnTo>
                  <a:pt x="6915" y="19616"/>
                </a:lnTo>
                <a:lnTo>
                  <a:pt x="5052" y="20208"/>
                </a:lnTo>
                <a:lnTo>
                  <a:pt x="3161" y="20812"/>
                </a:lnTo>
                <a:lnTo>
                  <a:pt x="1711" y="21203"/>
                </a:lnTo>
                <a:lnTo>
                  <a:pt x="240" y="21600"/>
                </a:lnTo>
                <a:lnTo>
                  <a:pt x="80" y="17822"/>
                </a:lnTo>
                <a:lnTo>
                  <a:pt x="0" y="15107"/>
                </a:lnTo>
                <a:lnTo>
                  <a:pt x="0" y="12694"/>
                </a:lnTo>
                <a:lnTo>
                  <a:pt x="80" y="9821"/>
                </a:lnTo>
                <a:lnTo>
                  <a:pt x="240" y="5725"/>
                </a:lnTo>
                <a:lnTo>
                  <a:pt x="1858" y="3667"/>
                </a:lnTo>
                <a:lnTo>
                  <a:pt x="3474" y="2164"/>
                </a:lnTo>
                <a:lnTo>
                  <a:pt x="5097" y="1127"/>
                </a:lnTo>
                <a:lnTo>
                  <a:pt x="6750" y="471"/>
                </a:lnTo>
                <a:lnTo>
                  <a:pt x="8440" y="127"/>
                </a:lnTo>
                <a:lnTo>
                  <a:pt x="10191" y="0"/>
                </a:lnTo>
                <a:lnTo>
                  <a:pt x="12012" y="21"/>
                </a:lnTo>
                <a:lnTo>
                  <a:pt x="13924" y="106"/>
                </a:lnTo>
                <a:close/>
              </a:path>
            </a:pathLst>
          </a:custGeom>
          <a:solidFill>
            <a:srgbClr val="757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6" name="contour_14194"/>
          <p:cNvSpPr/>
          <p:nvPr/>
        </p:nvSpPr>
        <p:spPr>
          <a:xfrm>
            <a:off x="1438821" y="5326305"/>
            <a:ext cx="58304" cy="23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125"/>
                </a:moveTo>
                <a:lnTo>
                  <a:pt x="4887" y="485"/>
                </a:lnTo>
                <a:lnTo>
                  <a:pt x="6483" y="128"/>
                </a:lnTo>
                <a:lnTo>
                  <a:pt x="7943" y="0"/>
                </a:lnTo>
                <a:lnTo>
                  <a:pt x="9736" y="61"/>
                </a:lnTo>
                <a:lnTo>
                  <a:pt x="12317" y="283"/>
                </a:lnTo>
                <a:lnTo>
                  <a:pt x="13090" y="337"/>
                </a:lnTo>
                <a:lnTo>
                  <a:pt x="14448" y="431"/>
                </a:lnTo>
                <a:lnTo>
                  <a:pt x="17561" y="654"/>
                </a:lnTo>
                <a:lnTo>
                  <a:pt x="18895" y="809"/>
                </a:lnTo>
                <a:lnTo>
                  <a:pt x="20239" y="964"/>
                </a:lnTo>
                <a:lnTo>
                  <a:pt x="21600" y="1125"/>
                </a:lnTo>
                <a:lnTo>
                  <a:pt x="21219" y="6207"/>
                </a:lnTo>
                <a:lnTo>
                  <a:pt x="20890" y="9792"/>
                </a:lnTo>
                <a:lnTo>
                  <a:pt x="20480" y="12866"/>
                </a:lnTo>
                <a:lnTo>
                  <a:pt x="19858" y="16397"/>
                </a:lnTo>
                <a:lnTo>
                  <a:pt x="18900" y="21344"/>
                </a:lnTo>
                <a:lnTo>
                  <a:pt x="17024" y="21539"/>
                </a:lnTo>
                <a:lnTo>
                  <a:pt x="15611" y="21600"/>
                </a:lnTo>
                <a:lnTo>
                  <a:pt x="14399" y="21452"/>
                </a:lnTo>
                <a:lnTo>
                  <a:pt x="13119" y="21054"/>
                </a:lnTo>
                <a:lnTo>
                  <a:pt x="11502" y="20333"/>
                </a:lnTo>
                <a:lnTo>
                  <a:pt x="9283" y="19241"/>
                </a:lnTo>
                <a:lnTo>
                  <a:pt x="8510" y="18884"/>
                </a:lnTo>
                <a:lnTo>
                  <a:pt x="7152" y="18244"/>
                </a:lnTo>
                <a:lnTo>
                  <a:pt x="4039" y="16788"/>
                </a:lnTo>
                <a:lnTo>
                  <a:pt x="3445" y="16471"/>
                </a:lnTo>
                <a:lnTo>
                  <a:pt x="2398" y="15905"/>
                </a:lnTo>
                <a:lnTo>
                  <a:pt x="0" y="14604"/>
                </a:lnTo>
                <a:lnTo>
                  <a:pt x="462" y="10635"/>
                </a:lnTo>
                <a:lnTo>
                  <a:pt x="899" y="7905"/>
                </a:lnTo>
                <a:lnTo>
                  <a:pt x="1561" y="5156"/>
                </a:lnTo>
                <a:lnTo>
                  <a:pt x="2700" y="1125"/>
                </a:lnTo>
                <a:close/>
              </a:path>
            </a:pathLst>
          </a:custGeom>
          <a:solidFill>
            <a:srgbClr val="957D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7" name="contour_14195"/>
          <p:cNvSpPr/>
          <p:nvPr/>
        </p:nvSpPr>
        <p:spPr>
          <a:xfrm>
            <a:off x="6780919" y="5312946"/>
            <a:ext cx="51016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020" y="6165"/>
                </a:lnTo>
                <a:lnTo>
                  <a:pt x="20582" y="10474"/>
                </a:lnTo>
                <a:lnTo>
                  <a:pt x="20196" y="13508"/>
                </a:lnTo>
                <a:lnTo>
                  <a:pt x="19779" y="15838"/>
                </a:lnTo>
                <a:lnTo>
                  <a:pt x="19249" y="18029"/>
                </a:lnTo>
                <a:lnTo>
                  <a:pt x="18514" y="20670"/>
                </a:lnTo>
                <a:lnTo>
                  <a:pt x="16126" y="21290"/>
                </a:lnTo>
                <a:lnTo>
                  <a:pt x="14450" y="21600"/>
                </a:lnTo>
                <a:lnTo>
                  <a:pt x="13043" y="21600"/>
                </a:lnTo>
                <a:lnTo>
                  <a:pt x="11460" y="21290"/>
                </a:lnTo>
                <a:lnTo>
                  <a:pt x="9257" y="20670"/>
                </a:lnTo>
                <a:lnTo>
                  <a:pt x="9344" y="19580"/>
                </a:lnTo>
                <a:lnTo>
                  <a:pt x="9492" y="17652"/>
                </a:lnTo>
                <a:lnTo>
                  <a:pt x="9837" y="13239"/>
                </a:lnTo>
                <a:lnTo>
                  <a:pt x="9646" y="10573"/>
                </a:lnTo>
                <a:lnTo>
                  <a:pt x="9452" y="7891"/>
                </a:lnTo>
                <a:lnTo>
                  <a:pt x="9257" y="5167"/>
                </a:lnTo>
                <a:lnTo>
                  <a:pt x="7424" y="4144"/>
                </a:lnTo>
                <a:lnTo>
                  <a:pt x="5585" y="3116"/>
                </a:lnTo>
                <a:lnTo>
                  <a:pt x="3740" y="2088"/>
                </a:lnTo>
                <a:lnTo>
                  <a:pt x="1879" y="1049"/>
                </a:lnTo>
                <a:lnTo>
                  <a:pt x="0" y="0"/>
                </a:lnTo>
                <a:close/>
              </a:path>
            </a:pathLst>
          </a:custGeom>
          <a:solidFill>
            <a:srgbClr val="DCD1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8" name="contour_14196"/>
          <p:cNvSpPr/>
          <p:nvPr/>
        </p:nvSpPr>
        <p:spPr>
          <a:xfrm>
            <a:off x="4740281" y="5291016"/>
            <a:ext cx="29152" cy="4379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2"/>
                </a:moveTo>
                <a:lnTo>
                  <a:pt x="21600" y="2405"/>
                </a:lnTo>
                <a:lnTo>
                  <a:pt x="21600" y="4781"/>
                </a:lnTo>
                <a:lnTo>
                  <a:pt x="21600" y="7157"/>
                </a:lnTo>
                <a:lnTo>
                  <a:pt x="21600" y="9540"/>
                </a:lnTo>
                <a:lnTo>
                  <a:pt x="21600" y="11931"/>
                </a:lnTo>
                <a:lnTo>
                  <a:pt x="21600" y="14332"/>
                </a:lnTo>
                <a:lnTo>
                  <a:pt x="21600" y="16740"/>
                </a:lnTo>
                <a:lnTo>
                  <a:pt x="21600" y="19163"/>
                </a:lnTo>
                <a:lnTo>
                  <a:pt x="21600" y="21600"/>
                </a:lnTo>
                <a:lnTo>
                  <a:pt x="17744" y="21140"/>
                </a:lnTo>
                <a:lnTo>
                  <a:pt x="14974" y="20723"/>
                </a:lnTo>
                <a:lnTo>
                  <a:pt x="12512" y="20177"/>
                </a:lnTo>
                <a:lnTo>
                  <a:pt x="9580" y="19328"/>
                </a:lnTo>
                <a:lnTo>
                  <a:pt x="5400" y="18005"/>
                </a:lnTo>
                <a:lnTo>
                  <a:pt x="3688" y="15683"/>
                </a:lnTo>
                <a:lnTo>
                  <a:pt x="2317" y="13376"/>
                </a:lnTo>
                <a:lnTo>
                  <a:pt x="1264" y="11053"/>
                </a:lnTo>
                <a:lnTo>
                  <a:pt x="535" y="8677"/>
                </a:lnTo>
                <a:lnTo>
                  <a:pt x="113" y="6215"/>
                </a:lnTo>
                <a:lnTo>
                  <a:pt x="0" y="3627"/>
                </a:lnTo>
                <a:lnTo>
                  <a:pt x="3370" y="1862"/>
                </a:lnTo>
                <a:lnTo>
                  <a:pt x="6572" y="776"/>
                </a:lnTo>
                <a:lnTo>
                  <a:pt x="9806" y="208"/>
                </a:lnTo>
                <a:lnTo>
                  <a:pt x="13257" y="4"/>
                </a:lnTo>
                <a:lnTo>
                  <a:pt x="17123" y="0"/>
                </a:lnTo>
                <a:lnTo>
                  <a:pt x="21600" y="32"/>
                </a:lnTo>
                <a:close/>
              </a:path>
            </a:pathLst>
          </a:custGeom>
          <a:solidFill>
            <a:srgbClr val="3A36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199" name="contour_14197"/>
          <p:cNvSpPr/>
          <p:nvPr/>
        </p:nvSpPr>
        <p:spPr>
          <a:xfrm>
            <a:off x="3975042" y="529837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611" y="2354"/>
                </a:lnTo>
                <a:lnTo>
                  <a:pt x="19500" y="4093"/>
                </a:lnTo>
                <a:lnTo>
                  <a:pt x="20157" y="5735"/>
                </a:lnTo>
                <a:lnTo>
                  <a:pt x="20788" y="7798"/>
                </a:lnTo>
                <a:lnTo>
                  <a:pt x="21600" y="10800"/>
                </a:lnTo>
                <a:lnTo>
                  <a:pt x="19872" y="13381"/>
                </a:lnTo>
                <a:lnTo>
                  <a:pt x="18580" y="15250"/>
                </a:lnTo>
                <a:lnTo>
                  <a:pt x="17483" y="16708"/>
                </a:lnTo>
                <a:lnTo>
                  <a:pt x="16338" y="18050"/>
                </a:lnTo>
                <a:lnTo>
                  <a:pt x="14913" y="19580"/>
                </a:lnTo>
                <a:lnTo>
                  <a:pt x="12960" y="21600"/>
                </a:lnTo>
                <a:lnTo>
                  <a:pt x="10619" y="19926"/>
                </a:lnTo>
                <a:lnTo>
                  <a:pt x="8338" y="18227"/>
                </a:lnTo>
                <a:lnTo>
                  <a:pt x="6126" y="16488"/>
                </a:lnTo>
                <a:lnTo>
                  <a:pt x="3996" y="14684"/>
                </a:lnTo>
                <a:lnTo>
                  <a:pt x="1948" y="12794"/>
                </a:lnTo>
                <a:lnTo>
                  <a:pt x="0" y="10800"/>
                </a:lnTo>
                <a:lnTo>
                  <a:pt x="372" y="8410"/>
                </a:lnTo>
                <a:lnTo>
                  <a:pt x="946" y="6862"/>
                </a:lnTo>
                <a:lnTo>
                  <a:pt x="2125" y="5483"/>
                </a:lnTo>
                <a:lnTo>
                  <a:pt x="4320" y="3600"/>
                </a:lnTo>
                <a:lnTo>
                  <a:pt x="7664" y="2491"/>
                </a:lnTo>
                <a:lnTo>
                  <a:pt x="10009" y="1750"/>
                </a:lnTo>
                <a:lnTo>
                  <a:pt x="11979" y="1202"/>
                </a:lnTo>
                <a:lnTo>
                  <a:pt x="14196" y="677"/>
                </a:lnTo>
                <a:lnTo>
                  <a:pt x="17280" y="0"/>
                </a:lnTo>
                <a:close/>
              </a:path>
            </a:pathLst>
          </a:custGeom>
          <a:solidFill>
            <a:srgbClr val="E4E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0" name="contour_14198"/>
          <p:cNvSpPr/>
          <p:nvPr/>
        </p:nvSpPr>
        <p:spPr>
          <a:xfrm>
            <a:off x="1766781" y="5261930"/>
            <a:ext cx="31251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12" y="0"/>
                </a:moveTo>
                <a:lnTo>
                  <a:pt x="17610" y="0"/>
                </a:lnTo>
                <a:lnTo>
                  <a:pt x="20149" y="0"/>
                </a:lnTo>
                <a:lnTo>
                  <a:pt x="20774" y="3430"/>
                </a:lnTo>
                <a:lnTo>
                  <a:pt x="21232" y="6202"/>
                </a:lnTo>
                <a:lnTo>
                  <a:pt x="21519" y="8419"/>
                </a:lnTo>
                <a:lnTo>
                  <a:pt x="21600" y="10183"/>
                </a:lnTo>
                <a:lnTo>
                  <a:pt x="21469" y="11597"/>
                </a:lnTo>
                <a:lnTo>
                  <a:pt x="21091" y="12761"/>
                </a:lnTo>
                <a:lnTo>
                  <a:pt x="20457" y="13778"/>
                </a:lnTo>
                <a:lnTo>
                  <a:pt x="19540" y="14748"/>
                </a:lnTo>
                <a:lnTo>
                  <a:pt x="18321" y="15775"/>
                </a:lnTo>
                <a:lnTo>
                  <a:pt x="16784" y="16958"/>
                </a:lnTo>
                <a:lnTo>
                  <a:pt x="14679" y="17928"/>
                </a:lnTo>
                <a:lnTo>
                  <a:pt x="13016" y="18653"/>
                </a:lnTo>
                <a:lnTo>
                  <a:pt x="11228" y="19358"/>
                </a:lnTo>
                <a:lnTo>
                  <a:pt x="8760" y="20268"/>
                </a:lnTo>
                <a:lnTo>
                  <a:pt x="5037" y="21600"/>
                </a:lnTo>
                <a:lnTo>
                  <a:pt x="3486" y="19958"/>
                </a:lnTo>
                <a:lnTo>
                  <a:pt x="2448" y="18763"/>
                </a:lnTo>
                <a:lnTo>
                  <a:pt x="1682" y="17669"/>
                </a:lnTo>
                <a:lnTo>
                  <a:pt x="947" y="16330"/>
                </a:lnTo>
                <a:lnTo>
                  <a:pt x="0" y="14400"/>
                </a:lnTo>
                <a:lnTo>
                  <a:pt x="2453" y="13171"/>
                </a:lnTo>
                <a:lnTo>
                  <a:pt x="4957" y="11962"/>
                </a:lnTo>
                <a:lnTo>
                  <a:pt x="7501" y="10774"/>
                </a:lnTo>
                <a:lnTo>
                  <a:pt x="10075" y="9600"/>
                </a:lnTo>
                <a:lnTo>
                  <a:pt x="11037" y="8155"/>
                </a:lnTo>
                <a:lnTo>
                  <a:pt x="11651" y="7140"/>
                </a:lnTo>
                <a:lnTo>
                  <a:pt x="12185" y="6082"/>
                </a:lnTo>
                <a:lnTo>
                  <a:pt x="12906" y="4500"/>
                </a:lnTo>
                <a:lnTo>
                  <a:pt x="13233" y="3840"/>
                </a:lnTo>
                <a:lnTo>
                  <a:pt x="13802" y="2671"/>
                </a:lnTo>
                <a:lnTo>
                  <a:pt x="15112" y="0"/>
                </a:lnTo>
                <a:close/>
              </a:path>
            </a:pathLst>
          </a:custGeom>
          <a:solidFill>
            <a:srgbClr val="AE9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1" name="contour_14199"/>
          <p:cNvSpPr/>
          <p:nvPr/>
        </p:nvSpPr>
        <p:spPr>
          <a:xfrm>
            <a:off x="10162547" y="5283794"/>
            <a:ext cx="58304" cy="290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380"/>
                </a:lnTo>
                <a:lnTo>
                  <a:pt x="3715" y="775"/>
                </a:lnTo>
                <a:lnTo>
                  <a:pt x="5573" y="1182"/>
                </a:lnTo>
                <a:lnTo>
                  <a:pt x="7428" y="1599"/>
                </a:lnTo>
                <a:lnTo>
                  <a:pt x="9283" y="2033"/>
                </a:lnTo>
                <a:lnTo>
                  <a:pt x="11008" y="2413"/>
                </a:lnTo>
                <a:lnTo>
                  <a:pt x="12744" y="2792"/>
                </a:lnTo>
                <a:lnTo>
                  <a:pt x="14502" y="3177"/>
                </a:lnTo>
                <a:lnTo>
                  <a:pt x="17075" y="4565"/>
                </a:lnTo>
                <a:lnTo>
                  <a:pt x="18595" y="5845"/>
                </a:lnTo>
                <a:lnTo>
                  <a:pt x="19656" y="7764"/>
                </a:lnTo>
                <a:lnTo>
                  <a:pt x="20852" y="11055"/>
                </a:lnTo>
                <a:lnTo>
                  <a:pt x="21222" y="13641"/>
                </a:lnTo>
                <a:lnTo>
                  <a:pt x="21600" y="16265"/>
                </a:lnTo>
                <a:lnTo>
                  <a:pt x="18392" y="18141"/>
                </a:lnTo>
                <a:lnTo>
                  <a:pt x="15782" y="19605"/>
                </a:lnTo>
                <a:lnTo>
                  <a:pt x="13659" y="20662"/>
                </a:lnTo>
                <a:lnTo>
                  <a:pt x="11915" y="21329"/>
                </a:lnTo>
                <a:lnTo>
                  <a:pt x="10441" y="21600"/>
                </a:lnTo>
                <a:lnTo>
                  <a:pt x="9121" y="21481"/>
                </a:lnTo>
                <a:lnTo>
                  <a:pt x="7849" y="20987"/>
                </a:lnTo>
                <a:lnTo>
                  <a:pt x="6512" y="20120"/>
                </a:lnTo>
                <a:lnTo>
                  <a:pt x="5003" y="18884"/>
                </a:lnTo>
                <a:lnTo>
                  <a:pt x="3208" y="17284"/>
                </a:lnTo>
                <a:lnTo>
                  <a:pt x="2149" y="15159"/>
                </a:lnTo>
                <a:lnTo>
                  <a:pt x="1080" y="13012"/>
                </a:lnTo>
                <a:lnTo>
                  <a:pt x="0" y="10843"/>
                </a:lnTo>
                <a:lnTo>
                  <a:pt x="0" y="7260"/>
                </a:lnTo>
                <a:lnTo>
                  <a:pt x="0" y="3654"/>
                </a:lnTo>
                <a:lnTo>
                  <a:pt x="0" y="0"/>
                </a:lnTo>
                <a:close/>
              </a:path>
            </a:pathLst>
          </a:custGeom>
          <a:solidFill>
            <a:srgbClr val="F1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2" name="contour_14200"/>
          <p:cNvSpPr/>
          <p:nvPr/>
        </p:nvSpPr>
        <p:spPr>
          <a:xfrm>
            <a:off x="5556536" y="5269218"/>
            <a:ext cx="30770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79" y="719"/>
                </a:lnTo>
                <a:lnTo>
                  <a:pt x="6723" y="1469"/>
                </a:lnTo>
                <a:lnTo>
                  <a:pt x="9767" y="2272"/>
                </a:lnTo>
                <a:lnTo>
                  <a:pt x="12632" y="3151"/>
                </a:lnTo>
                <a:lnTo>
                  <a:pt x="15353" y="4130"/>
                </a:lnTo>
                <a:lnTo>
                  <a:pt x="17952" y="5232"/>
                </a:lnTo>
                <a:lnTo>
                  <a:pt x="20464" y="6480"/>
                </a:lnTo>
                <a:lnTo>
                  <a:pt x="20940" y="8007"/>
                </a:lnTo>
                <a:lnTo>
                  <a:pt x="21283" y="9523"/>
                </a:lnTo>
                <a:lnTo>
                  <a:pt x="21498" y="11031"/>
                </a:lnTo>
                <a:lnTo>
                  <a:pt x="21600" y="12532"/>
                </a:lnTo>
                <a:lnTo>
                  <a:pt x="21600" y="14034"/>
                </a:lnTo>
                <a:lnTo>
                  <a:pt x="21508" y="15533"/>
                </a:lnTo>
                <a:lnTo>
                  <a:pt x="21339" y="17036"/>
                </a:lnTo>
                <a:lnTo>
                  <a:pt x="21099" y="18548"/>
                </a:lnTo>
                <a:lnTo>
                  <a:pt x="20807" y="20066"/>
                </a:lnTo>
                <a:lnTo>
                  <a:pt x="20464" y="21600"/>
                </a:lnTo>
                <a:lnTo>
                  <a:pt x="17927" y="21600"/>
                </a:lnTo>
                <a:lnTo>
                  <a:pt x="15348" y="21600"/>
                </a:lnTo>
                <a:lnTo>
                  <a:pt x="15348" y="20174"/>
                </a:lnTo>
                <a:lnTo>
                  <a:pt x="15348" y="18747"/>
                </a:lnTo>
                <a:lnTo>
                  <a:pt x="15348" y="17319"/>
                </a:lnTo>
                <a:lnTo>
                  <a:pt x="15348" y="15887"/>
                </a:lnTo>
                <a:lnTo>
                  <a:pt x="15348" y="14450"/>
                </a:lnTo>
                <a:lnTo>
                  <a:pt x="15348" y="13008"/>
                </a:lnTo>
                <a:lnTo>
                  <a:pt x="15348" y="11560"/>
                </a:lnTo>
                <a:lnTo>
                  <a:pt x="15348" y="10104"/>
                </a:lnTo>
                <a:lnTo>
                  <a:pt x="15348" y="8640"/>
                </a:lnTo>
                <a:lnTo>
                  <a:pt x="12309" y="8640"/>
                </a:lnTo>
                <a:lnTo>
                  <a:pt x="9260" y="8640"/>
                </a:lnTo>
                <a:lnTo>
                  <a:pt x="6201" y="8640"/>
                </a:lnTo>
                <a:lnTo>
                  <a:pt x="3116" y="8640"/>
                </a:lnTo>
                <a:lnTo>
                  <a:pt x="0" y="8640"/>
                </a:lnTo>
                <a:lnTo>
                  <a:pt x="0" y="7214"/>
                </a:lnTo>
                <a:lnTo>
                  <a:pt x="0" y="5787"/>
                </a:lnTo>
                <a:lnTo>
                  <a:pt x="0" y="4352"/>
                </a:lnTo>
                <a:lnTo>
                  <a:pt x="0" y="2912"/>
                </a:lnTo>
                <a:lnTo>
                  <a:pt x="0" y="1462"/>
                </a:lnTo>
                <a:lnTo>
                  <a:pt x="0" y="0"/>
                </a:lnTo>
                <a:close/>
              </a:path>
            </a:pathLst>
          </a:custGeom>
          <a:solidFill>
            <a:srgbClr val="D1C7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3" name="contour_14201"/>
          <p:cNvSpPr/>
          <p:nvPr/>
        </p:nvSpPr>
        <p:spPr>
          <a:xfrm>
            <a:off x="5068241" y="5269218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7068" y="513"/>
                </a:lnTo>
                <a:lnTo>
                  <a:pt x="9903" y="1107"/>
                </a:lnTo>
                <a:lnTo>
                  <a:pt x="12693" y="1836"/>
                </a:lnTo>
                <a:lnTo>
                  <a:pt x="15441" y="2759"/>
                </a:lnTo>
                <a:lnTo>
                  <a:pt x="18156" y="3926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8268" y="20930"/>
                </a:lnTo>
                <a:lnTo>
                  <a:pt x="15687" y="20261"/>
                </a:lnTo>
                <a:lnTo>
                  <a:pt x="13098" y="19591"/>
                </a:lnTo>
                <a:lnTo>
                  <a:pt x="10504" y="18922"/>
                </a:lnTo>
                <a:lnTo>
                  <a:pt x="7898" y="18247"/>
                </a:lnTo>
                <a:lnTo>
                  <a:pt x="5279" y="17566"/>
                </a:lnTo>
                <a:lnTo>
                  <a:pt x="2648" y="16886"/>
                </a:lnTo>
                <a:lnTo>
                  <a:pt x="0" y="16200"/>
                </a:lnTo>
                <a:lnTo>
                  <a:pt x="826" y="12992"/>
                </a:lnTo>
                <a:lnTo>
                  <a:pt x="1655" y="9774"/>
                </a:lnTo>
                <a:lnTo>
                  <a:pt x="2485" y="6545"/>
                </a:lnTo>
                <a:lnTo>
                  <a:pt x="3323" y="3289"/>
                </a:lnTo>
                <a:lnTo>
                  <a:pt x="4170" y="0"/>
                </a:lnTo>
                <a:close/>
              </a:path>
            </a:pathLst>
          </a:custGeom>
          <a:solidFill>
            <a:srgbClr val="8674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4" name="contour_14202"/>
          <p:cNvSpPr/>
          <p:nvPr/>
        </p:nvSpPr>
        <p:spPr>
          <a:xfrm>
            <a:off x="1985420" y="5254642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764" y="1984"/>
                </a:lnTo>
                <a:lnTo>
                  <a:pt x="11513" y="3746"/>
                </a:lnTo>
                <a:lnTo>
                  <a:pt x="13732" y="5363"/>
                </a:lnTo>
                <a:lnTo>
                  <a:pt x="15503" y="6903"/>
                </a:lnTo>
                <a:lnTo>
                  <a:pt x="16918" y="8439"/>
                </a:lnTo>
                <a:lnTo>
                  <a:pt x="18058" y="10038"/>
                </a:lnTo>
                <a:lnTo>
                  <a:pt x="19008" y="11775"/>
                </a:lnTo>
                <a:lnTo>
                  <a:pt x="19856" y="13719"/>
                </a:lnTo>
                <a:lnTo>
                  <a:pt x="20693" y="15941"/>
                </a:lnTo>
                <a:lnTo>
                  <a:pt x="21600" y="18514"/>
                </a:lnTo>
                <a:lnTo>
                  <a:pt x="18036" y="19023"/>
                </a:lnTo>
                <a:lnTo>
                  <a:pt x="14467" y="19533"/>
                </a:lnTo>
                <a:lnTo>
                  <a:pt x="10881" y="20045"/>
                </a:lnTo>
                <a:lnTo>
                  <a:pt x="7279" y="20560"/>
                </a:lnTo>
                <a:lnTo>
                  <a:pt x="3656" y="21079"/>
                </a:lnTo>
                <a:lnTo>
                  <a:pt x="0" y="21600"/>
                </a:lnTo>
                <a:lnTo>
                  <a:pt x="535" y="19462"/>
                </a:lnTo>
                <a:lnTo>
                  <a:pt x="1069" y="17320"/>
                </a:lnTo>
                <a:lnTo>
                  <a:pt x="1604" y="15179"/>
                </a:lnTo>
                <a:lnTo>
                  <a:pt x="2144" y="13034"/>
                </a:lnTo>
                <a:lnTo>
                  <a:pt x="2678" y="10880"/>
                </a:lnTo>
                <a:lnTo>
                  <a:pt x="3218" y="8723"/>
                </a:lnTo>
                <a:lnTo>
                  <a:pt x="3758" y="6557"/>
                </a:lnTo>
                <a:lnTo>
                  <a:pt x="4304" y="4382"/>
                </a:lnTo>
                <a:lnTo>
                  <a:pt x="4849" y="2197"/>
                </a:lnTo>
                <a:lnTo>
                  <a:pt x="5400" y="0"/>
                </a:lnTo>
                <a:close/>
              </a:path>
            </a:pathLst>
          </a:custGeom>
          <a:solidFill>
            <a:srgbClr val="A28C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5" name="contour_14203"/>
          <p:cNvSpPr/>
          <p:nvPr/>
        </p:nvSpPr>
        <p:spPr>
          <a:xfrm>
            <a:off x="1737629" y="526921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4E7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6" name="contour_14204"/>
          <p:cNvSpPr/>
          <p:nvPr/>
        </p:nvSpPr>
        <p:spPr>
          <a:xfrm>
            <a:off x="578838" y="526921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EDC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7" name="contour_14205"/>
          <p:cNvSpPr/>
          <p:nvPr/>
        </p:nvSpPr>
        <p:spPr>
          <a:xfrm>
            <a:off x="7028711" y="5247354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67" y="216"/>
                </a:lnTo>
                <a:lnTo>
                  <a:pt x="5285" y="471"/>
                </a:lnTo>
                <a:lnTo>
                  <a:pt x="7866" y="795"/>
                </a:lnTo>
                <a:lnTo>
                  <a:pt x="10418" y="1210"/>
                </a:lnTo>
                <a:lnTo>
                  <a:pt x="12942" y="1745"/>
                </a:lnTo>
                <a:lnTo>
                  <a:pt x="15445" y="2424"/>
                </a:lnTo>
                <a:lnTo>
                  <a:pt x="17937" y="3275"/>
                </a:lnTo>
                <a:lnTo>
                  <a:pt x="20420" y="4320"/>
                </a:lnTo>
                <a:lnTo>
                  <a:pt x="21220" y="7348"/>
                </a:lnTo>
                <a:lnTo>
                  <a:pt x="21584" y="10122"/>
                </a:lnTo>
                <a:lnTo>
                  <a:pt x="21600" y="12787"/>
                </a:lnTo>
                <a:lnTo>
                  <a:pt x="21351" y="15492"/>
                </a:lnTo>
                <a:lnTo>
                  <a:pt x="20930" y="18382"/>
                </a:lnTo>
                <a:lnTo>
                  <a:pt x="20420" y="21600"/>
                </a:lnTo>
                <a:lnTo>
                  <a:pt x="17381" y="20917"/>
                </a:lnTo>
                <a:lnTo>
                  <a:pt x="15225" y="20352"/>
                </a:lnTo>
                <a:lnTo>
                  <a:pt x="13363" y="19695"/>
                </a:lnTo>
                <a:lnTo>
                  <a:pt x="11206" y="18740"/>
                </a:lnTo>
                <a:lnTo>
                  <a:pt x="8168" y="17280"/>
                </a:lnTo>
                <a:lnTo>
                  <a:pt x="8045" y="14066"/>
                </a:lnTo>
                <a:lnTo>
                  <a:pt x="7984" y="11785"/>
                </a:lnTo>
                <a:lnTo>
                  <a:pt x="7984" y="9815"/>
                </a:lnTo>
                <a:lnTo>
                  <a:pt x="8045" y="7534"/>
                </a:lnTo>
                <a:lnTo>
                  <a:pt x="8168" y="4320"/>
                </a:lnTo>
                <a:lnTo>
                  <a:pt x="5754" y="2808"/>
                </a:lnTo>
                <a:lnTo>
                  <a:pt x="4096" y="1853"/>
                </a:lnTo>
                <a:lnTo>
                  <a:pt x="2434" y="1054"/>
                </a:lnTo>
                <a:lnTo>
                  <a:pt x="0" y="0"/>
                </a:lnTo>
                <a:close/>
              </a:path>
            </a:pathLst>
          </a:custGeom>
          <a:solidFill>
            <a:srgbClr val="E4CF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8" name="contour_14206"/>
          <p:cNvSpPr/>
          <p:nvPr/>
        </p:nvSpPr>
        <p:spPr>
          <a:xfrm>
            <a:off x="4492489" y="5240066"/>
            <a:ext cx="6559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393"/>
                </a:lnTo>
                <a:lnTo>
                  <a:pt x="3290" y="785"/>
                </a:lnTo>
                <a:lnTo>
                  <a:pt x="4937" y="1183"/>
                </a:lnTo>
                <a:lnTo>
                  <a:pt x="6586" y="1576"/>
                </a:lnTo>
                <a:lnTo>
                  <a:pt x="8237" y="1969"/>
                </a:lnTo>
                <a:lnTo>
                  <a:pt x="9890" y="2367"/>
                </a:lnTo>
                <a:lnTo>
                  <a:pt x="11549" y="2765"/>
                </a:lnTo>
                <a:lnTo>
                  <a:pt x="13210" y="3162"/>
                </a:lnTo>
                <a:lnTo>
                  <a:pt x="14875" y="3560"/>
                </a:lnTo>
                <a:lnTo>
                  <a:pt x="16548" y="3958"/>
                </a:lnTo>
                <a:lnTo>
                  <a:pt x="18226" y="4361"/>
                </a:lnTo>
                <a:lnTo>
                  <a:pt x="19908" y="4764"/>
                </a:lnTo>
                <a:lnTo>
                  <a:pt x="21600" y="5167"/>
                </a:lnTo>
                <a:lnTo>
                  <a:pt x="21600" y="7731"/>
                </a:lnTo>
                <a:lnTo>
                  <a:pt x="21600" y="10335"/>
                </a:lnTo>
                <a:lnTo>
                  <a:pt x="19903" y="10335"/>
                </a:lnTo>
                <a:lnTo>
                  <a:pt x="18204" y="10335"/>
                </a:lnTo>
                <a:lnTo>
                  <a:pt x="16500" y="10335"/>
                </a:lnTo>
                <a:lnTo>
                  <a:pt x="14789" y="10335"/>
                </a:lnTo>
                <a:lnTo>
                  <a:pt x="13070" y="10335"/>
                </a:lnTo>
                <a:lnTo>
                  <a:pt x="11342" y="10335"/>
                </a:lnTo>
                <a:lnTo>
                  <a:pt x="9600" y="10335"/>
                </a:lnTo>
                <a:lnTo>
                  <a:pt x="9600" y="13751"/>
                </a:lnTo>
                <a:lnTo>
                  <a:pt x="9600" y="17187"/>
                </a:lnTo>
                <a:lnTo>
                  <a:pt x="9600" y="20670"/>
                </a:lnTo>
                <a:lnTo>
                  <a:pt x="7886" y="21290"/>
                </a:lnTo>
                <a:lnTo>
                  <a:pt x="6655" y="21600"/>
                </a:lnTo>
                <a:lnTo>
                  <a:pt x="5561" y="21600"/>
                </a:lnTo>
                <a:lnTo>
                  <a:pt x="4258" y="21290"/>
                </a:lnTo>
                <a:lnTo>
                  <a:pt x="2400" y="20670"/>
                </a:lnTo>
                <a:lnTo>
                  <a:pt x="2004" y="17259"/>
                </a:lnTo>
                <a:lnTo>
                  <a:pt x="1608" y="13844"/>
                </a:lnTo>
                <a:lnTo>
                  <a:pt x="1210" y="10412"/>
                </a:lnTo>
                <a:lnTo>
                  <a:pt x="809" y="6966"/>
                </a:lnTo>
                <a:lnTo>
                  <a:pt x="406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4647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09" name="contour_14207"/>
          <p:cNvSpPr/>
          <p:nvPr/>
        </p:nvSpPr>
        <p:spPr>
          <a:xfrm>
            <a:off x="7910557" y="5210914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66" y="891"/>
                </a:lnTo>
                <a:lnTo>
                  <a:pt x="3874" y="1852"/>
                </a:lnTo>
                <a:lnTo>
                  <a:pt x="5732" y="2889"/>
                </a:lnTo>
                <a:lnTo>
                  <a:pt x="7549" y="4007"/>
                </a:lnTo>
                <a:lnTo>
                  <a:pt x="9334" y="5206"/>
                </a:lnTo>
                <a:lnTo>
                  <a:pt x="11094" y="6491"/>
                </a:lnTo>
                <a:lnTo>
                  <a:pt x="12836" y="7862"/>
                </a:lnTo>
                <a:lnTo>
                  <a:pt x="14572" y="9331"/>
                </a:lnTo>
                <a:lnTo>
                  <a:pt x="16308" y="10892"/>
                </a:lnTo>
                <a:lnTo>
                  <a:pt x="18052" y="12555"/>
                </a:lnTo>
                <a:lnTo>
                  <a:pt x="19813" y="14326"/>
                </a:lnTo>
                <a:lnTo>
                  <a:pt x="21600" y="16200"/>
                </a:lnTo>
                <a:lnTo>
                  <a:pt x="19818" y="16794"/>
                </a:lnTo>
                <a:lnTo>
                  <a:pt x="18033" y="17388"/>
                </a:lnTo>
                <a:lnTo>
                  <a:pt x="16249" y="17982"/>
                </a:lnTo>
                <a:lnTo>
                  <a:pt x="14459" y="18581"/>
                </a:lnTo>
                <a:lnTo>
                  <a:pt x="12663" y="19181"/>
                </a:lnTo>
                <a:lnTo>
                  <a:pt x="10859" y="19780"/>
                </a:lnTo>
                <a:lnTo>
                  <a:pt x="9050" y="20385"/>
                </a:lnTo>
                <a:lnTo>
                  <a:pt x="7231" y="20990"/>
                </a:lnTo>
                <a:lnTo>
                  <a:pt x="5400" y="21600"/>
                </a:lnTo>
                <a:lnTo>
                  <a:pt x="5400" y="18031"/>
                </a:lnTo>
                <a:lnTo>
                  <a:pt x="5400" y="14440"/>
                </a:lnTo>
                <a:lnTo>
                  <a:pt x="5400" y="10800"/>
                </a:lnTo>
                <a:lnTo>
                  <a:pt x="3615" y="10800"/>
                </a:lnTo>
                <a:lnTo>
                  <a:pt x="1820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E5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0" name="contour_14208"/>
          <p:cNvSpPr/>
          <p:nvPr/>
        </p:nvSpPr>
        <p:spPr>
          <a:xfrm>
            <a:off x="3937618" y="5210914"/>
            <a:ext cx="59288" cy="281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8" y="0"/>
                </a:moveTo>
                <a:lnTo>
                  <a:pt x="2291" y="924"/>
                </a:lnTo>
                <a:lnTo>
                  <a:pt x="4169" y="1920"/>
                </a:lnTo>
                <a:lnTo>
                  <a:pt x="5995" y="2995"/>
                </a:lnTo>
                <a:lnTo>
                  <a:pt x="7782" y="4153"/>
                </a:lnTo>
                <a:lnTo>
                  <a:pt x="9537" y="5396"/>
                </a:lnTo>
                <a:lnTo>
                  <a:pt x="11269" y="6728"/>
                </a:lnTo>
                <a:lnTo>
                  <a:pt x="12981" y="8150"/>
                </a:lnTo>
                <a:lnTo>
                  <a:pt x="14689" y="9672"/>
                </a:lnTo>
                <a:lnTo>
                  <a:pt x="16396" y="11290"/>
                </a:lnTo>
                <a:lnTo>
                  <a:pt x="18111" y="13014"/>
                </a:lnTo>
                <a:lnTo>
                  <a:pt x="19842" y="14850"/>
                </a:lnTo>
                <a:lnTo>
                  <a:pt x="21600" y="16792"/>
                </a:lnTo>
                <a:lnTo>
                  <a:pt x="19749" y="17783"/>
                </a:lnTo>
                <a:lnTo>
                  <a:pt x="17941" y="18706"/>
                </a:lnTo>
                <a:lnTo>
                  <a:pt x="16157" y="19546"/>
                </a:lnTo>
                <a:lnTo>
                  <a:pt x="14391" y="20268"/>
                </a:lnTo>
                <a:lnTo>
                  <a:pt x="12631" y="20861"/>
                </a:lnTo>
                <a:lnTo>
                  <a:pt x="10862" y="21298"/>
                </a:lnTo>
                <a:lnTo>
                  <a:pt x="9078" y="21550"/>
                </a:lnTo>
                <a:lnTo>
                  <a:pt x="7267" y="21600"/>
                </a:lnTo>
                <a:lnTo>
                  <a:pt x="5417" y="21421"/>
                </a:lnTo>
                <a:lnTo>
                  <a:pt x="3513" y="20990"/>
                </a:lnTo>
                <a:lnTo>
                  <a:pt x="1946" y="18908"/>
                </a:lnTo>
                <a:lnTo>
                  <a:pt x="358" y="16792"/>
                </a:lnTo>
                <a:lnTo>
                  <a:pt x="119" y="12460"/>
                </a:lnTo>
                <a:lnTo>
                  <a:pt x="0" y="9420"/>
                </a:lnTo>
                <a:lnTo>
                  <a:pt x="0" y="6868"/>
                </a:lnTo>
                <a:lnTo>
                  <a:pt x="119" y="3996"/>
                </a:lnTo>
                <a:lnTo>
                  <a:pt x="358" y="0"/>
                </a:lnTo>
                <a:close/>
              </a:path>
            </a:pathLst>
          </a:custGeom>
          <a:solidFill>
            <a:srgbClr val="CDD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1" name="contour_14209"/>
          <p:cNvSpPr/>
          <p:nvPr/>
        </p:nvSpPr>
        <p:spPr>
          <a:xfrm>
            <a:off x="6824647" y="5203626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221" y="1697"/>
                </a:lnTo>
                <a:lnTo>
                  <a:pt x="8122" y="3397"/>
                </a:lnTo>
                <a:lnTo>
                  <a:pt x="10027" y="5098"/>
                </a:lnTo>
                <a:lnTo>
                  <a:pt x="11940" y="6801"/>
                </a:lnTo>
                <a:lnTo>
                  <a:pt x="13854" y="8513"/>
                </a:lnTo>
                <a:lnTo>
                  <a:pt x="15777" y="10229"/>
                </a:lnTo>
                <a:lnTo>
                  <a:pt x="17708" y="11954"/>
                </a:lnTo>
                <a:lnTo>
                  <a:pt x="19647" y="13685"/>
                </a:lnTo>
                <a:lnTo>
                  <a:pt x="21600" y="15429"/>
                </a:lnTo>
                <a:lnTo>
                  <a:pt x="18744" y="15429"/>
                </a:lnTo>
                <a:lnTo>
                  <a:pt x="15872" y="15429"/>
                </a:lnTo>
                <a:lnTo>
                  <a:pt x="12960" y="15429"/>
                </a:lnTo>
                <a:lnTo>
                  <a:pt x="12960" y="17468"/>
                </a:lnTo>
                <a:lnTo>
                  <a:pt x="12960" y="19520"/>
                </a:lnTo>
                <a:lnTo>
                  <a:pt x="12960" y="21600"/>
                </a:lnTo>
                <a:lnTo>
                  <a:pt x="10394" y="20989"/>
                </a:lnTo>
                <a:lnTo>
                  <a:pt x="7819" y="20375"/>
                </a:lnTo>
                <a:lnTo>
                  <a:pt x="5236" y="19761"/>
                </a:lnTo>
                <a:lnTo>
                  <a:pt x="2631" y="19141"/>
                </a:lnTo>
                <a:lnTo>
                  <a:pt x="0" y="18514"/>
                </a:lnTo>
                <a:lnTo>
                  <a:pt x="475" y="16478"/>
                </a:lnTo>
                <a:lnTo>
                  <a:pt x="950" y="14438"/>
                </a:lnTo>
                <a:lnTo>
                  <a:pt x="1426" y="12398"/>
                </a:lnTo>
                <a:lnTo>
                  <a:pt x="1905" y="10353"/>
                </a:lnTo>
                <a:lnTo>
                  <a:pt x="2385" y="8301"/>
                </a:lnTo>
                <a:lnTo>
                  <a:pt x="2864" y="6239"/>
                </a:lnTo>
                <a:lnTo>
                  <a:pt x="3348" y="4172"/>
                </a:lnTo>
                <a:lnTo>
                  <a:pt x="3832" y="2092"/>
                </a:lnTo>
                <a:lnTo>
                  <a:pt x="4320" y="0"/>
                </a:lnTo>
                <a:close/>
              </a:path>
            </a:pathLst>
          </a:custGeom>
          <a:solidFill>
            <a:srgbClr val="CAC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2" name="contour_14210"/>
          <p:cNvSpPr/>
          <p:nvPr/>
        </p:nvSpPr>
        <p:spPr>
          <a:xfrm>
            <a:off x="11050421" y="5196338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5" y="0"/>
                </a:moveTo>
                <a:lnTo>
                  <a:pt x="4141" y="752"/>
                </a:lnTo>
                <a:lnTo>
                  <a:pt x="7283" y="1544"/>
                </a:lnTo>
                <a:lnTo>
                  <a:pt x="10332" y="2401"/>
                </a:lnTo>
                <a:lnTo>
                  <a:pt x="13282" y="3362"/>
                </a:lnTo>
                <a:lnTo>
                  <a:pt x="16144" y="4457"/>
                </a:lnTo>
                <a:lnTo>
                  <a:pt x="18914" y="5728"/>
                </a:lnTo>
                <a:lnTo>
                  <a:pt x="21600" y="7200"/>
                </a:lnTo>
                <a:lnTo>
                  <a:pt x="21543" y="9778"/>
                </a:lnTo>
                <a:lnTo>
                  <a:pt x="21088" y="12226"/>
                </a:lnTo>
                <a:lnTo>
                  <a:pt x="20290" y="14591"/>
                </a:lnTo>
                <a:lnTo>
                  <a:pt x="19209" y="16909"/>
                </a:lnTo>
                <a:lnTo>
                  <a:pt x="17904" y="19231"/>
                </a:lnTo>
                <a:lnTo>
                  <a:pt x="16424" y="21600"/>
                </a:lnTo>
                <a:lnTo>
                  <a:pt x="12573" y="21247"/>
                </a:lnTo>
                <a:lnTo>
                  <a:pt x="9840" y="20884"/>
                </a:lnTo>
                <a:lnTo>
                  <a:pt x="7480" y="20336"/>
                </a:lnTo>
                <a:lnTo>
                  <a:pt x="4747" y="19433"/>
                </a:lnTo>
                <a:lnTo>
                  <a:pt x="895" y="18000"/>
                </a:lnTo>
                <a:lnTo>
                  <a:pt x="383" y="15412"/>
                </a:lnTo>
                <a:lnTo>
                  <a:pt x="98" y="12845"/>
                </a:lnTo>
                <a:lnTo>
                  <a:pt x="0" y="10289"/>
                </a:lnTo>
                <a:lnTo>
                  <a:pt x="62" y="7736"/>
                </a:lnTo>
                <a:lnTo>
                  <a:pt x="254" y="5177"/>
                </a:lnTo>
                <a:lnTo>
                  <a:pt x="543" y="2603"/>
                </a:lnTo>
                <a:lnTo>
                  <a:pt x="895" y="0"/>
                </a:lnTo>
                <a:close/>
              </a:path>
            </a:pathLst>
          </a:custGeom>
          <a:solidFill>
            <a:srgbClr val="B9AC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3" name="contour_14211"/>
          <p:cNvSpPr/>
          <p:nvPr/>
        </p:nvSpPr>
        <p:spPr>
          <a:xfrm>
            <a:off x="972390" y="5208990"/>
            <a:ext cx="36440" cy="38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83"/>
                </a:moveTo>
                <a:lnTo>
                  <a:pt x="4994" y="480"/>
                </a:lnTo>
                <a:lnTo>
                  <a:pt x="8506" y="119"/>
                </a:lnTo>
                <a:lnTo>
                  <a:pt x="11007" y="0"/>
                </a:lnTo>
                <a:lnTo>
                  <a:pt x="12986" y="119"/>
                </a:lnTo>
                <a:lnTo>
                  <a:pt x="14917" y="480"/>
                </a:lnTo>
                <a:lnTo>
                  <a:pt x="17280" y="1083"/>
                </a:lnTo>
                <a:lnTo>
                  <a:pt x="18615" y="3714"/>
                </a:lnTo>
                <a:lnTo>
                  <a:pt x="19626" y="6356"/>
                </a:lnTo>
                <a:lnTo>
                  <a:pt x="20369" y="9040"/>
                </a:lnTo>
                <a:lnTo>
                  <a:pt x="20904" y="11781"/>
                </a:lnTo>
                <a:lnTo>
                  <a:pt x="21298" y="14591"/>
                </a:lnTo>
                <a:lnTo>
                  <a:pt x="21600" y="17497"/>
                </a:lnTo>
                <a:lnTo>
                  <a:pt x="19034" y="18309"/>
                </a:lnTo>
                <a:lnTo>
                  <a:pt x="16459" y="19126"/>
                </a:lnTo>
                <a:lnTo>
                  <a:pt x="13876" y="19942"/>
                </a:lnTo>
                <a:lnTo>
                  <a:pt x="11271" y="20767"/>
                </a:lnTo>
                <a:lnTo>
                  <a:pt x="8640" y="21600"/>
                </a:lnTo>
                <a:lnTo>
                  <a:pt x="7569" y="19060"/>
                </a:lnTo>
                <a:lnTo>
                  <a:pt x="6502" y="16520"/>
                </a:lnTo>
                <a:lnTo>
                  <a:pt x="5426" y="13972"/>
                </a:lnTo>
                <a:lnTo>
                  <a:pt x="4350" y="11420"/>
                </a:lnTo>
                <a:lnTo>
                  <a:pt x="3275" y="8855"/>
                </a:lnTo>
                <a:lnTo>
                  <a:pt x="2190" y="6278"/>
                </a:lnTo>
                <a:lnTo>
                  <a:pt x="1097" y="3689"/>
                </a:lnTo>
                <a:lnTo>
                  <a:pt x="0" y="1083"/>
                </a:lnTo>
                <a:close/>
              </a:path>
            </a:pathLst>
          </a:custGeom>
          <a:solidFill>
            <a:srgbClr val="3331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4" name="contour_14212"/>
          <p:cNvSpPr/>
          <p:nvPr/>
        </p:nvSpPr>
        <p:spPr>
          <a:xfrm>
            <a:off x="7976149" y="5181762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8635" y="2138"/>
                </a:lnTo>
                <a:lnTo>
                  <a:pt x="9172" y="4284"/>
                </a:lnTo>
                <a:lnTo>
                  <a:pt x="9709" y="6437"/>
                </a:lnTo>
                <a:lnTo>
                  <a:pt x="10252" y="8608"/>
                </a:lnTo>
                <a:lnTo>
                  <a:pt x="10800" y="10800"/>
                </a:lnTo>
                <a:lnTo>
                  <a:pt x="12366" y="12344"/>
                </a:lnTo>
                <a:lnTo>
                  <a:pt x="13465" y="13306"/>
                </a:lnTo>
                <a:lnTo>
                  <a:pt x="14626" y="14083"/>
                </a:lnTo>
                <a:lnTo>
                  <a:pt x="16367" y="15077"/>
                </a:lnTo>
                <a:lnTo>
                  <a:pt x="18095" y="16042"/>
                </a:lnTo>
                <a:lnTo>
                  <a:pt x="19837" y="17014"/>
                </a:lnTo>
                <a:lnTo>
                  <a:pt x="21600" y="18000"/>
                </a:lnTo>
                <a:lnTo>
                  <a:pt x="19818" y="18299"/>
                </a:lnTo>
                <a:lnTo>
                  <a:pt x="18036" y="18594"/>
                </a:lnTo>
                <a:lnTo>
                  <a:pt x="16251" y="18893"/>
                </a:lnTo>
                <a:lnTo>
                  <a:pt x="14464" y="19188"/>
                </a:lnTo>
                <a:lnTo>
                  <a:pt x="12674" y="19487"/>
                </a:lnTo>
                <a:lnTo>
                  <a:pt x="10881" y="19786"/>
                </a:lnTo>
                <a:lnTo>
                  <a:pt x="9083" y="20084"/>
                </a:lnTo>
                <a:lnTo>
                  <a:pt x="7279" y="20387"/>
                </a:lnTo>
                <a:lnTo>
                  <a:pt x="5470" y="20689"/>
                </a:lnTo>
                <a:lnTo>
                  <a:pt x="3656" y="20992"/>
                </a:lnTo>
                <a:lnTo>
                  <a:pt x="1831" y="21294"/>
                </a:lnTo>
                <a:lnTo>
                  <a:pt x="0" y="21600"/>
                </a:lnTo>
                <a:lnTo>
                  <a:pt x="802" y="19462"/>
                </a:lnTo>
                <a:lnTo>
                  <a:pt x="1604" y="17323"/>
                </a:lnTo>
                <a:lnTo>
                  <a:pt x="2408" y="15178"/>
                </a:lnTo>
                <a:lnTo>
                  <a:pt x="3213" y="13032"/>
                </a:lnTo>
                <a:lnTo>
                  <a:pt x="4020" y="10883"/>
                </a:lnTo>
                <a:lnTo>
                  <a:pt x="4828" y="8723"/>
                </a:lnTo>
                <a:lnTo>
                  <a:pt x="5640" y="6556"/>
                </a:lnTo>
                <a:lnTo>
                  <a:pt x="6456" y="4381"/>
                </a:lnTo>
                <a:lnTo>
                  <a:pt x="7276" y="2196"/>
                </a:lnTo>
                <a:lnTo>
                  <a:pt x="8100" y="0"/>
                </a:lnTo>
                <a:close/>
              </a:path>
            </a:pathLst>
          </a:custGeom>
          <a:solidFill>
            <a:srgbClr val="DFE4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5" name="contour_14213"/>
          <p:cNvSpPr/>
          <p:nvPr/>
        </p:nvSpPr>
        <p:spPr>
          <a:xfrm>
            <a:off x="10592538" y="519633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475"/>
                </a:lnTo>
                <a:lnTo>
                  <a:pt x="4392" y="972"/>
                </a:lnTo>
                <a:lnTo>
                  <a:pt x="6584" y="1490"/>
                </a:lnTo>
                <a:lnTo>
                  <a:pt x="8777" y="2025"/>
                </a:lnTo>
                <a:lnTo>
                  <a:pt x="10004" y="2311"/>
                </a:lnTo>
                <a:lnTo>
                  <a:pt x="13712" y="3164"/>
                </a:lnTo>
                <a:lnTo>
                  <a:pt x="15833" y="4342"/>
                </a:lnTo>
                <a:lnTo>
                  <a:pt x="17305" y="5611"/>
                </a:lnTo>
                <a:lnTo>
                  <a:pt x="18504" y="7592"/>
                </a:lnTo>
                <a:lnTo>
                  <a:pt x="19807" y="10913"/>
                </a:lnTo>
                <a:lnTo>
                  <a:pt x="21600" y="16200"/>
                </a:lnTo>
                <a:lnTo>
                  <a:pt x="19372" y="16870"/>
                </a:lnTo>
                <a:lnTo>
                  <a:pt x="17143" y="17539"/>
                </a:lnTo>
                <a:lnTo>
                  <a:pt x="14908" y="18209"/>
                </a:lnTo>
                <a:lnTo>
                  <a:pt x="12668" y="18878"/>
                </a:lnTo>
                <a:lnTo>
                  <a:pt x="10418" y="19553"/>
                </a:lnTo>
                <a:lnTo>
                  <a:pt x="8158" y="20234"/>
                </a:lnTo>
                <a:lnTo>
                  <a:pt x="5886" y="20914"/>
                </a:lnTo>
                <a:lnTo>
                  <a:pt x="3600" y="21600"/>
                </a:lnTo>
                <a:lnTo>
                  <a:pt x="3006" y="18036"/>
                </a:lnTo>
                <a:lnTo>
                  <a:pt x="2412" y="14467"/>
                </a:lnTo>
                <a:lnTo>
                  <a:pt x="1814" y="10881"/>
                </a:lnTo>
                <a:lnTo>
                  <a:pt x="1213" y="7279"/>
                </a:lnTo>
                <a:lnTo>
                  <a:pt x="608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F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6" name="contour_14214"/>
          <p:cNvSpPr/>
          <p:nvPr/>
        </p:nvSpPr>
        <p:spPr>
          <a:xfrm>
            <a:off x="8617493" y="5167186"/>
            <a:ext cx="43728" cy="298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608" y="590"/>
                </a:lnTo>
                <a:lnTo>
                  <a:pt x="5551" y="1143"/>
                </a:lnTo>
                <a:lnTo>
                  <a:pt x="6638" y="1775"/>
                </a:lnTo>
                <a:lnTo>
                  <a:pt x="8078" y="2617"/>
                </a:lnTo>
                <a:lnTo>
                  <a:pt x="10084" y="3791"/>
                </a:lnTo>
                <a:lnTo>
                  <a:pt x="12863" y="5418"/>
                </a:lnTo>
                <a:lnTo>
                  <a:pt x="16632" y="7625"/>
                </a:lnTo>
                <a:lnTo>
                  <a:pt x="21600" y="10531"/>
                </a:lnTo>
                <a:lnTo>
                  <a:pt x="19969" y="13659"/>
                </a:lnTo>
                <a:lnTo>
                  <a:pt x="18677" y="15797"/>
                </a:lnTo>
                <a:lnTo>
                  <a:pt x="17042" y="17935"/>
                </a:lnTo>
                <a:lnTo>
                  <a:pt x="14400" y="21063"/>
                </a:lnTo>
                <a:lnTo>
                  <a:pt x="11959" y="21426"/>
                </a:lnTo>
                <a:lnTo>
                  <a:pt x="9580" y="21589"/>
                </a:lnTo>
                <a:lnTo>
                  <a:pt x="7229" y="21600"/>
                </a:lnTo>
                <a:lnTo>
                  <a:pt x="4871" y="21489"/>
                </a:lnTo>
                <a:lnTo>
                  <a:pt x="2473" y="21300"/>
                </a:lnTo>
                <a:lnTo>
                  <a:pt x="0" y="21063"/>
                </a:lnTo>
                <a:lnTo>
                  <a:pt x="594" y="17588"/>
                </a:lnTo>
                <a:lnTo>
                  <a:pt x="1188" y="14107"/>
                </a:lnTo>
                <a:lnTo>
                  <a:pt x="1786" y="10610"/>
                </a:lnTo>
                <a:lnTo>
                  <a:pt x="2387" y="7098"/>
                </a:lnTo>
                <a:lnTo>
                  <a:pt x="2992" y="3565"/>
                </a:lnTo>
                <a:lnTo>
                  <a:pt x="3600" y="0"/>
                </a:lnTo>
                <a:close/>
              </a:path>
            </a:pathLst>
          </a:custGeom>
          <a:solidFill>
            <a:srgbClr val="3233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7" name="contour_14215"/>
          <p:cNvSpPr/>
          <p:nvPr/>
        </p:nvSpPr>
        <p:spPr>
          <a:xfrm>
            <a:off x="8296821" y="5174474"/>
            <a:ext cx="58304" cy="30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849"/>
                </a:lnTo>
                <a:lnTo>
                  <a:pt x="14367" y="1698"/>
                </a:lnTo>
                <a:lnTo>
                  <a:pt x="16159" y="2551"/>
                </a:lnTo>
                <a:lnTo>
                  <a:pt x="17960" y="3411"/>
                </a:lnTo>
                <a:lnTo>
                  <a:pt x="19772" y="4275"/>
                </a:lnTo>
                <a:lnTo>
                  <a:pt x="21600" y="5144"/>
                </a:lnTo>
                <a:lnTo>
                  <a:pt x="19548" y="10057"/>
                </a:lnTo>
                <a:lnTo>
                  <a:pt x="17941" y="13771"/>
                </a:lnTo>
                <a:lnTo>
                  <a:pt x="16637" y="16471"/>
                </a:lnTo>
                <a:lnTo>
                  <a:pt x="15509" y="18359"/>
                </a:lnTo>
                <a:lnTo>
                  <a:pt x="14410" y="19620"/>
                </a:lnTo>
                <a:lnTo>
                  <a:pt x="13211" y="20453"/>
                </a:lnTo>
                <a:lnTo>
                  <a:pt x="11772" y="21050"/>
                </a:lnTo>
                <a:lnTo>
                  <a:pt x="9958" y="21600"/>
                </a:lnTo>
                <a:lnTo>
                  <a:pt x="8286" y="21554"/>
                </a:lnTo>
                <a:lnTo>
                  <a:pt x="6626" y="21461"/>
                </a:lnTo>
                <a:lnTo>
                  <a:pt x="4971" y="21322"/>
                </a:lnTo>
                <a:lnTo>
                  <a:pt x="3318" y="21132"/>
                </a:lnTo>
                <a:lnTo>
                  <a:pt x="1661" y="20885"/>
                </a:lnTo>
                <a:lnTo>
                  <a:pt x="0" y="20576"/>
                </a:lnTo>
                <a:lnTo>
                  <a:pt x="1282" y="20046"/>
                </a:lnTo>
                <a:lnTo>
                  <a:pt x="2573" y="19512"/>
                </a:lnTo>
                <a:lnTo>
                  <a:pt x="3883" y="18971"/>
                </a:lnTo>
                <a:lnTo>
                  <a:pt x="5956" y="17181"/>
                </a:lnTo>
                <a:lnTo>
                  <a:pt x="7309" y="15684"/>
                </a:lnTo>
                <a:lnTo>
                  <a:pt x="8232" y="13925"/>
                </a:lnTo>
                <a:lnTo>
                  <a:pt x="9018" y="11348"/>
                </a:lnTo>
                <a:lnTo>
                  <a:pt x="9958" y="7397"/>
                </a:lnTo>
                <a:lnTo>
                  <a:pt x="10236" y="4954"/>
                </a:lnTo>
                <a:lnTo>
                  <a:pt x="10516" y="2495"/>
                </a:lnTo>
                <a:lnTo>
                  <a:pt x="10800" y="0"/>
                </a:lnTo>
                <a:close/>
              </a:path>
            </a:pathLst>
          </a:custGeom>
          <a:solidFill>
            <a:srgbClr val="6B1E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8" name="contour_14216"/>
          <p:cNvSpPr/>
          <p:nvPr/>
        </p:nvSpPr>
        <p:spPr>
          <a:xfrm>
            <a:off x="3288550" y="5168199"/>
            <a:ext cx="37861" cy="572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66"/>
                </a:moveTo>
                <a:lnTo>
                  <a:pt x="20760" y="2871"/>
                </a:lnTo>
                <a:lnTo>
                  <a:pt x="19276" y="3762"/>
                </a:lnTo>
                <a:lnTo>
                  <a:pt x="15883" y="5800"/>
                </a:lnTo>
                <a:lnTo>
                  <a:pt x="13817" y="7229"/>
                </a:lnTo>
                <a:lnTo>
                  <a:pt x="11937" y="8675"/>
                </a:lnTo>
                <a:lnTo>
                  <a:pt x="10220" y="10147"/>
                </a:lnTo>
                <a:lnTo>
                  <a:pt x="8644" y="11648"/>
                </a:lnTo>
                <a:lnTo>
                  <a:pt x="7189" y="13184"/>
                </a:lnTo>
                <a:lnTo>
                  <a:pt x="5825" y="14761"/>
                </a:lnTo>
                <a:lnTo>
                  <a:pt x="4528" y="16388"/>
                </a:lnTo>
                <a:lnTo>
                  <a:pt x="3276" y="18064"/>
                </a:lnTo>
                <a:lnTo>
                  <a:pt x="2046" y="19800"/>
                </a:lnTo>
                <a:lnTo>
                  <a:pt x="811" y="21600"/>
                </a:lnTo>
                <a:lnTo>
                  <a:pt x="682" y="19712"/>
                </a:lnTo>
                <a:lnTo>
                  <a:pt x="570" y="17825"/>
                </a:lnTo>
                <a:lnTo>
                  <a:pt x="466" y="15934"/>
                </a:lnTo>
                <a:lnTo>
                  <a:pt x="374" y="14044"/>
                </a:lnTo>
                <a:lnTo>
                  <a:pt x="291" y="12153"/>
                </a:lnTo>
                <a:lnTo>
                  <a:pt x="195" y="10397"/>
                </a:lnTo>
                <a:lnTo>
                  <a:pt x="100" y="8631"/>
                </a:lnTo>
                <a:lnTo>
                  <a:pt x="0" y="6842"/>
                </a:lnTo>
                <a:lnTo>
                  <a:pt x="528" y="4223"/>
                </a:lnTo>
                <a:lnTo>
                  <a:pt x="1181" y="2668"/>
                </a:lnTo>
                <a:lnTo>
                  <a:pt x="2387" y="1566"/>
                </a:lnTo>
                <a:lnTo>
                  <a:pt x="4578" y="305"/>
                </a:lnTo>
                <a:lnTo>
                  <a:pt x="7688" y="0"/>
                </a:lnTo>
                <a:lnTo>
                  <a:pt x="10548" y="33"/>
                </a:lnTo>
                <a:lnTo>
                  <a:pt x="13259" y="346"/>
                </a:lnTo>
                <a:lnTo>
                  <a:pt x="15933" y="879"/>
                </a:lnTo>
                <a:lnTo>
                  <a:pt x="18677" y="1572"/>
                </a:lnTo>
                <a:lnTo>
                  <a:pt x="21600" y="2366"/>
                </a:lnTo>
                <a:close/>
              </a:path>
            </a:pathLst>
          </a:custGeom>
          <a:solidFill>
            <a:srgbClr val="DFEC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19" name="contour_14217"/>
          <p:cNvSpPr/>
          <p:nvPr/>
        </p:nvSpPr>
        <p:spPr>
          <a:xfrm>
            <a:off x="3880298" y="5158637"/>
            <a:ext cx="51016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17"/>
                </a:moveTo>
                <a:lnTo>
                  <a:pt x="5153" y="594"/>
                </a:lnTo>
                <a:lnTo>
                  <a:pt x="7211" y="245"/>
                </a:lnTo>
                <a:lnTo>
                  <a:pt x="9263" y="52"/>
                </a:lnTo>
                <a:lnTo>
                  <a:pt x="11309" y="0"/>
                </a:lnTo>
                <a:lnTo>
                  <a:pt x="13358" y="65"/>
                </a:lnTo>
                <a:lnTo>
                  <a:pt x="15407" y="226"/>
                </a:lnTo>
                <a:lnTo>
                  <a:pt x="17462" y="471"/>
                </a:lnTo>
                <a:lnTo>
                  <a:pt x="19523" y="775"/>
                </a:lnTo>
                <a:lnTo>
                  <a:pt x="21600" y="1117"/>
                </a:lnTo>
                <a:lnTo>
                  <a:pt x="21390" y="5920"/>
                </a:lnTo>
                <a:lnTo>
                  <a:pt x="21125" y="9328"/>
                </a:lnTo>
                <a:lnTo>
                  <a:pt x="20656" y="12272"/>
                </a:lnTo>
                <a:lnTo>
                  <a:pt x="19835" y="15680"/>
                </a:lnTo>
                <a:lnTo>
                  <a:pt x="18514" y="20483"/>
                </a:lnTo>
                <a:lnTo>
                  <a:pt x="16447" y="21006"/>
                </a:lnTo>
                <a:lnTo>
                  <a:pt x="14389" y="21355"/>
                </a:lnTo>
                <a:lnTo>
                  <a:pt x="12337" y="21548"/>
                </a:lnTo>
                <a:lnTo>
                  <a:pt x="10291" y="21600"/>
                </a:lnTo>
                <a:lnTo>
                  <a:pt x="8242" y="21535"/>
                </a:lnTo>
                <a:lnTo>
                  <a:pt x="6193" y="21374"/>
                </a:lnTo>
                <a:lnTo>
                  <a:pt x="4138" y="21129"/>
                </a:lnTo>
                <a:lnTo>
                  <a:pt x="2077" y="20825"/>
                </a:lnTo>
                <a:lnTo>
                  <a:pt x="0" y="20483"/>
                </a:lnTo>
                <a:lnTo>
                  <a:pt x="210" y="15680"/>
                </a:lnTo>
                <a:lnTo>
                  <a:pt x="475" y="12272"/>
                </a:lnTo>
                <a:lnTo>
                  <a:pt x="944" y="9328"/>
                </a:lnTo>
                <a:lnTo>
                  <a:pt x="1765" y="5920"/>
                </a:lnTo>
                <a:lnTo>
                  <a:pt x="3086" y="1117"/>
                </a:lnTo>
                <a:close/>
              </a:path>
            </a:pathLst>
          </a:custGeom>
          <a:solidFill>
            <a:srgbClr val="6D6F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0" name="contour_14218"/>
          <p:cNvSpPr/>
          <p:nvPr/>
        </p:nvSpPr>
        <p:spPr>
          <a:xfrm>
            <a:off x="11459809" y="514532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20917" y="7404"/>
                </a:lnTo>
                <a:lnTo>
                  <a:pt x="20352" y="9621"/>
                </a:lnTo>
                <a:lnTo>
                  <a:pt x="19695" y="11591"/>
                </a:lnTo>
                <a:lnTo>
                  <a:pt x="18740" y="13936"/>
                </a:lnTo>
                <a:lnTo>
                  <a:pt x="17280" y="17280"/>
                </a:lnTo>
                <a:lnTo>
                  <a:pt x="13936" y="18740"/>
                </a:lnTo>
                <a:lnTo>
                  <a:pt x="11591" y="19695"/>
                </a:lnTo>
                <a:lnTo>
                  <a:pt x="9621" y="20352"/>
                </a:lnTo>
                <a:lnTo>
                  <a:pt x="7404" y="20917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EC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1" name="contour_14219"/>
          <p:cNvSpPr/>
          <p:nvPr/>
        </p:nvSpPr>
        <p:spPr>
          <a:xfrm>
            <a:off x="6839223" y="5159898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9145" y="1015"/>
                </a:lnTo>
                <a:lnTo>
                  <a:pt x="12622" y="1782"/>
                </a:lnTo>
                <a:lnTo>
                  <a:pt x="15070" y="2457"/>
                </a:lnTo>
                <a:lnTo>
                  <a:pt x="16951" y="3186"/>
                </a:lnTo>
                <a:lnTo>
                  <a:pt x="18719" y="4115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688" y="18036"/>
                </a:lnTo>
                <a:lnTo>
                  <a:pt x="1376" y="14467"/>
                </a:lnTo>
                <a:lnTo>
                  <a:pt x="2068" y="10881"/>
                </a:lnTo>
                <a:lnTo>
                  <a:pt x="2765" y="7279"/>
                </a:lnTo>
                <a:lnTo>
                  <a:pt x="3465" y="3656"/>
                </a:lnTo>
                <a:lnTo>
                  <a:pt x="4170" y="0"/>
                </a:lnTo>
                <a:close/>
              </a:path>
            </a:pathLst>
          </a:custGeom>
          <a:solidFill>
            <a:srgbClr val="F0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2" name="contour_14220"/>
          <p:cNvSpPr/>
          <p:nvPr/>
        </p:nvSpPr>
        <p:spPr>
          <a:xfrm>
            <a:off x="4222834" y="514532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EAE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3" name="contour_14221"/>
          <p:cNvSpPr/>
          <p:nvPr/>
        </p:nvSpPr>
        <p:spPr>
          <a:xfrm>
            <a:off x="1657461" y="513803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778"/>
                </a:lnTo>
                <a:lnTo>
                  <a:pt x="3888" y="1555"/>
                </a:lnTo>
                <a:lnTo>
                  <a:pt x="5835" y="2333"/>
                </a:lnTo>
                <a:lnTo>
                  <a:pt x="7785" y="3115"/>
                </a:lnTo>
                <a:lnTo>
                  <a:pt x="9742" y="3897"/>
                </a:lnTo>
                <a:lnTo>
                  <a:pt x="11698" y="4679"/>
                </a:lnTo>
                <a:lnTo>
                  <a:pt x="13664" y="5465"/>
                </a:lnTo>
                <a:lnTo>
                  <a:pt x="15635" y="6255"/>
                </a:lnTo>
                <a:lnTo>
                  <a:pt x="17613" y="7046"/>
                </a:lnTo>
                <a:lnTo>
                  <a:pt x="19604" y="7841"/>
                </a:lnTo>
                <a:lnTo>
                  <a:pt x="21600" y="8640"/>
                </a:lnTo>
                <a:lnTo>
                  <a:pt x="20835" y="10778"/>
                </a:lnTo>
                <a:lnTo>
                  <a:pt x="20069" y="12925"/>
                </a:lnTo>
                <a:lnTo>
                  <a:pt x="19295" y="15090"/>
                </a:lnTo>
                <a:lnTo>
                  <a:pt x="18514" y="17280"/>
                </a:lnTo>
                <a:lnTo>
                  <a:pt x="16351" y="18161"/>
                </a:lnTo>
                <a:lnTo>
                  <a:pt x="14777" y="18740"/>
                </a:lnTo>
                <a:lnTo>
                  <a:pt x="13340" y="19151"/>
                </a:lnTo>
                <a:lnTo>
                  <a:pt x="11587" y="19522"/>
                </a:lnTo>
                <a:lnTo>
                  <a:pt x="9066" y="19980"/>
                </a:lnTo>
                <a:lnTo>
                  <a:pt x="7372" y="20304"/>
                </a:lnTo>
                <a:lnTo>
                  <a:pt x="5668" y="20632"/>
                </a:lnTo>
                <a:lnTo>
                  <a:pt x="3940" y="20961"/>
                </a:lnTo>
                <a:lnTo>
                  <a:pt x="2962" y="2112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B3D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4" name="contour_14222"/>
          <p:cNvSpPr/>
          <p:nvPr/>
        </p:nvSpPr>
        <p:spPr>
          <a:xfrm>
            <a:off x="8274957" y="5138034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5" y="2138"/>
                </a:lnTo>
                <a:lnTo>
                  <a:pt x="20531" y="4280"/>
                </a:lnTo>
                <a:lnTo>
                  <a:pt x="19996" y="6421"/>
                </a:lnTo>
                <a:lnTo>
                  <a:pt x="19456" y="8566"/>
                </a:lnTo>
                <a:lnTo>
                  <a:pt x="18922" y="10720"/>
                </a:lnTo>
                <a:lnTo>
                  <a:pt x="18382" y="12877"/>
                </a:lnTo>
                <a:lnTo>
                  <a:pt x="17842" y="15043"/>
                </a:lnTo>
                <a:lnTo>
                  <a:pt x="17296" y="17218"/>
                </a:lnTo>
                <a:lnTo>
                  <a:pt x="16751" y="19403"/>
                </a:lnTo>
                <a:lnTo>
                  <a:pt x="16200" y="21600"/>
                </a:lnTo>
                <a:lnTo>
                  <a:pt x="10908" y="20073"/>
                </a:lnTo>
                <a:lnTo>
                  <a:pt x="7565" y="19002"/>
                </a:lnTo>
                <a:lnTo>
                  <a:pt x="5524" y="18110"/>
                </a:lnTo>
                <a:lnTo>
                  <a:pt x="4147" y="17113"/>
                </a:lnTo>
                <a:lnTo>
                  <a:pt x="2786" y="15731"/>
                </a:lnTo>
                <a:lnTo>
                  <a:pt x="1949" y="13805"/>
                </a:lnTo>
                <a:lnTo>
                  <a:pt x="1220" y="11926"/>
                </a:lnTo>
                <a:lnTo>
                  <a:pt x="626" y="10053"/>
                </a:lnTo>
                <a:lnTo>
                  <a:pt x="211" y="8146"/>
                </a:lnTo>
                <a:lnTo>
                  <a:pt x="0" y="6171"/>
                </a:lnTo>
                <a:lnTo>
                  <a:pt x="2641" y="3984"/>
                </a:lnTo>
                <a:lnTo>
                  <a:pt x="5022" y="2385"/>
                </a:lnTo>
                <a:lnTo>
                  <a:pt x="7387" y="1284"/>
                </a:lnTo>
                <a:lnTo>
                  <a:pt x="9979" y="583"/>
                </a:lnTo>
                <a:lnTo>
                  <a:pt x="13046" y="197"/>
                </a:lnTo>
                <a:lnTo>
                  <a:pt x="16837" y="34"/>
                </a:lnTo>
                <a:lnTo>
                  <a:pt x="21600" y="0"/>
                </a:lnTo>
                <a:close/>
              </a:path>
            </a:pathLst>
          </a:custGeom>
          <a:solidFill>
            <a:srgbClr val="8B2F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5" name="contour_14223"/>
          <p:cNvSpPr/>
          <p:nvPr/>
        </p:nvSpPr>
        <p:spPr>
          <a:xfrm>
            <a:off x="8209365" y="5159898"/>
            <a:ext cx="3649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42" y="0"/>
                </a:moveTo>
                <a:lnTo>
                  <a:pt x="15806" y="436"/>
                </a:lnTo>
                <a:lnTo>
                  <a:pt x="17661" y="958"/>
                </a:lnTo>
                <a:lnTo>
                  <a:pt x="19314" y="1901"/>
                </a:lnTo>
                <a:lnTo>
                  <a:pt x="21570" y="3600"/>
                </a:lnTo>
                <a:lnTo>
                  <a:pt x="21600" y="6239"/>
                </a:lnTo>
                <a:lnTo>
                  <a:pt x="21354" y="8719"/>
                </a:lnTo>
                <a:lnTo>
                  <a:pt x="20811" y="11095"/>
                </a:lnTo>
                <a:lnTo>
                  <a:pt x="19956" y="13403"/>
                </a:lnTo>
                <a:lnTo>
                  <a:pt x="18774" y="15689"/>
                </a:lnTo>
                <a:lnTo>
                  <a:pt x="17256" y="18000"/>
                </a:lnTo>
                <a:lnTo>
                  <a:pt x="14391" y="19076"/>
                </a:lnTo>
                <a:lnTo>
                  <a:pt x="11643" y="19872"/>
                </a:lnTo>
                <a:lnTo>
                  <a:pt x="8921" y="20459"/>
                </a:lnTo>
                <a:lnTo>
                  <a:pt x="6130" y="20898"/>
                </a:lnTo>
                <a:lnTo>
                  <a:pt x="3188" y="21254"/>
                </a:lnTo>
                <a:lnTo>
                  <a:pt x="0" y="21600"/>
                </a:lnTo>
                <a:lnTo>
                  <a:pt x="1005" y="19404"/>
                </a:lnTo>
                <a:lnTo>
                  <a:pt x="2015" y="17208"/>
                </a:lnTo>
                <a:lnTo>
                  <a:pt x="3028" y="15016"/>
                </a:lnTo>
                <a:lnTo>
                  <a:pt x="4046" y="12823"/>
                </a:lnTo>
                <a:lnTo>
                  <a:pt x="4797" y="11192"/>
                </a:lnTo>
                <a:lnTo>
                  <a:pt x="5552" y="9554"/>
                </a:lnTo>
                <a:lnTo>
                  <a:pt x="6320" y="7888"/>
                </a:lnTo>
                <a:lnTo>
                  <a:pt x="7722" y="5353"/>
                </a:lnTo>
                <a:lnTo>
                  <a:pt x="8878" y="3686"/>
                </a:lnTo>
                <a:lnTo>
                  <a:pt x="10414" y="2149"/>
                </a:lnTo>
                <a:lnTo>
                  <a:pt x="12942" y="0"/>
                </a:lnTo>
                <a:close/>
              </a:path>
            </a:pathLst>
          </a:custGeom>
          <a:solidFill>
            <a:srgbClr val="E7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6" name="contour_14224"/>
          <p:cNvSpPr/>
          <p:nvPr/>
        </p:nvSpPr>
        <p:spPr>
          <a:xfrm>
            <a:off x="4039978" y="5152187"/>
            <a:ext cx="38736" cy="29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86" y="309"/>
                </a:moveTo>
                <a:lnTo>
                  <a:pt x="21295" y="4109"/>
                </a:lnTo>
                <a:lnTo>
                  <a:pt x="21600" y="6840"/>
                </a:lnTo>
                <a:lnTo>
                  <a:pt x="21600" y="9267"/>
                </a:lnTo>
                <a:lnTo>
                  <a:pt x="21295" y="12157"/>
                </a:lnTo>
                <a:lnTo>
                  <a:pt x="20686" y="16277"/>
                </a:lnTo>
                <a:lnTo>
                  <a:pt x="18203" y="17411"/>
                </a:lnTo>
                <a:lnTo>
                  <a:pt x="15707" y="18358"/>
                </a:lnTo>
                <a:lnTo>
                  <a:pt x="13200" y="19152"/>
                </a:lnTo>
                <a:lnTo>
                  <a:pt x="10676" y="19812"/>
                </a:lnTo>
                <a:lnTo>
                  <a:pt x="8132" y="20365"/>
                </a:lnTo>
                <a:lnTo>
                  <a:pt x="5568" y="20828"/>
                </a:lnTo>
                <a:lnTo>
                  <a:pt x="2979" y="21233"/>
                </a:lnTo>
                <a:lnTo>
                  <a:pt x="366" y="21600"/>
                </a:lnTo>
                <a:lnTo>
                  <a:pt x="122" y="17800"/>
                </a:lnTo>
                <a:lnTo>
                  <a:pt x="0" y="15069"/>
                </a:lnTo>
                <a:lnTo>
                  <a:pt x="0" y="12642"/>
                </a:lnTo>
                <a:lnTo>
                  <a:pt x="122" y="9751"/>
                </a:lnTo>
                <a:lnTo>
                  <a:pt x="366" y="5632"/>
                </a:lnTo>
                <a:lnTo>
                  <a:pt x="2670" y="3449"/>
                </a:lnTo>
                <a:lnTo>
                  <a:pt x="5027" y="1890"/>
                </a:lnTo>
                <a:lnTo>
                  <a:pt x="7445" y="862"/>
                </a:lnTo>
                <a:lnTo>
                  <a:pt x="9932" y="271"/>
                </a:lnTo>
                <a:lnTo>
                  <a:pt x="12489" y="16"/>
                </a:lnTo>
                <a:lnTo>
                  <a:pt x="15130" y="0"/>
                </a:lnTo>
                <a:lnTo>
                  <a:pt x="17861" y="128"/>
                </a:lnTo>
                <a:lnTo>
                  <a:pt x="20686" y="309"/>
                </a:lnTo>
                <a:close/>
              </a:path>
            </a:pathLst>
          </a:custGeom>
          <a:solidFill>
            <a:srgbClr val="2722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7" name="contour_14225"/>
          <p:cNvSpPr/>
          <p:nvPr/>
        </p:nvSpPr>
        <p:spPr>
          <a:xfrm>
            <a:off x="3763690" y="514532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652"/>
                </a:lnTo>
                <a:lnTo>
                  <a:pt x="8506" y="1175"/>
                </a:lnTo>
                <a:lnTo>
                  <a:pt x="11007" y="1680"/>
                </a:lnTo>
                <a:lnTo>
                  <a:pt x="12986" y="2294"/>
                </a:lnTo>
                <a:lnTo>
                  <a:pt x="14917" y="3132"/>
                </a:lnTo>
                <a:lnTo>
                  <a:pt x="17280" y="4320"/>
                </a:lnTo>
                <a:lnTo>
                  <a:pt x="18585" y="7180"/>
                </a:lnTo>
                <a:lnTo>
                  <a:pt x="19544" y="9932"/>
                </a:lnTo>
                <a:lnTo>
                  <a:pt x="20244" y="12662"/>
                </a:lnTo>
                <a:lnTo>
                  <a:pt x="20766" y="15461"/>
                </a:lnTo>
                <a:lnTo>
                  <a:pt x="21190" y="18408"/>
                </a:lnTo>
                <a:lnTo>
                  <a:pt x="21600" y="21600"/>
                </a:lnTo>
                <a:lnTo>
                  <a:pt x="16753" y="19673"/>
                </a:lnTo>
                <a:lnTo>
                  <a:pt x="12943" y="18096"/>
                </a:lnTo>
                <a:lnTo>
                  <a:pt x="10001" y="16736"/>
                </a:lnTo>
                <a:lnTo>
                  <a:pt x="7754" y="15466"/>
                </a:lnTo>
                <a:lnTo>
                  <a:pt x="6035" y="14152"/>
                </a:lnTo>
                <a:lnTo>
                  <a:pt x="4679" y="12675"/>
                </a:lnTo>
                <a:lnTo>
                  <a:pt x="3512" y="10899"/>
                </a:lnTo>
                <a:lnTo>
                  <a:pt x="2372" y="8696"/>
                </a:lnTo>
                <a:lnTo>
                  <a:pt x="1080" y="5940"/>
                </a:lnTo>
                <a:lnTo>
                  <a:pt x="544" y="2989"/>
                </a:lnTo>
                <a:lnTo>
                  <a:pt x="0" y="0"/>
                </a:lnTo>
                <a:close/>
              </a:path>
            </a:pathLst>
          </a:custGeom>
          <a:solidFill>
            <a:srgbClr val="B09A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8" name="contour_14226"/>
          <p:cNvSpPr/>
          <p:nvPr/>
        </p:nvSpPr>
        <p:spPr>
          <a:xfrm>
            <a:off x="11146426" y="513074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21139" y="7404"/>
                </a:lnTo>
                <a:lnTo>
                  <a:pt x="20722" y="9621"/>
                </a:lnTo>
                <a:lnTo>
                  <a:pt x="20174" y="11591"/>
                </a:lnTo>
                <a:lnTo>
                  <a:pt x="19325" y="13936"/>
                </a:lnTo>
                <a:lnTo>
                  <a:pt x="18000" y="17280"/>
                </a:lnTo>
                <a:lnTo>
                  <a:pt x="15624" y="18416"/>
                </a:lnTo>
                <a:lnTo>
                  <a:pt x="13291" y="19306"/>
                </a:lnTo>
                <a:lnTo>
                  <a:pt x="10966" y="20015"/>
                </a:lnTo>
                <a:lnTo>
                  <a:pt x="8604" y="20593"/>
                </a:lnTo>
                <a:lnTo>
                  <a:pt x="6163" y="21103"/>
                </a:lnTo>
                <a:lnTo>
                  <a:pt x="3600" y="21600"/>
                </a:lnTo>
                <a:lnTo>
                  <a:pt x="3154" y="18926"/>
                </a:lnTo>
                <a:lnTo>
                  <a:pt x="2707" y="16252"/>
                </a:lnTo>
                <a:lnTo>
                  <a:pt x="2261" y="13569"/>
                </a:lnTo>
                <a:lnTo>
                  <a:pt x="1814" y="10882"/>
                </a:lnTo>
                <a:lnTo>
                  <a:pt x="1364" y="8182"/>
                </a:lnTo>
                <a:lnTo>
                  <a:pt x="911" y="5469"/>
                </a:lnTo>
                <a:lnTo>
                  <a:pt x="457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29" name="contour_14227"/>
          <p:cNvSpPr/>
          <p:nvPr/>
        </p:nvSpPr>
        <p:spPr>
          <a:xfrm>
            <a:off x="1765746" y="5130746"/>
            <a:ext cx="3747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6" y="0"/>
                </a:moveTo>
                <a:lnTo>
                  <a:pt x="1773" y="242"/>
                </a:lnTo>
                <a:lnTo>
                  <a:pt x="2873" y="467"/>
                </a:lnTo>
                <a:lnTo>
                  <a:pt x="4142" y="730"/>
                </a:lnTo>
                <a:lnTo>
                  <a:pt x="5822" y="1076"/>
                </a:lnTo>
                <a:lnTo>
                  <a:pt x="8162" y="1555"/>
                </a:lnTo>
                <a:lnTo>
                  <a:pt x="11405" y="2225"/>
                </a:lnTo>
                <a:lnTo>
                  <a:pt x="15803" y="3128"/>
                </a:lnTo>
                <a:lnTo>
                  <a:pt x="21600" y="4320"/>
                </a:lnTo>
                <a:lnTo>
                  <a:pt x="18248" y="9487"/>
                </a:lnTo>
                <a:lnTo>
                  <a:pt x="15782" y="13249"/>
                </a:lnTo>
                <a:lnTo>
                  <a:pt x="13980" y="15911"/>
                </a:lnTo>
                <a:lnTo>
                  <a:pt x="12619" y="17772"/>
                </a:lnTo>
                <a:lnTo>
                  <a:pt x="11485" y="19142"/>
                </a:lnTo>
                <a:lnTo>
                  <a:pt x="10351" y="20317"/>
                </a:lnTo>
                <a:lnTo>
                  <a:pt x="8998" y="21600"/>
                </a:lnTo>
                <a:lnTo>
                  <a:pt x="6280" y="20926"/>
                </a:lnTo>
                <a:lnTo>
                  <a:pt x="4499" y="20252"/>
                </a:lnTo>
                <a:lnTo>
                  <a:pt x="2869" y="19172"/>
                </a:lnTo>
                <a:lnTo>
                  <a:pt x="596" y="17280"/>
                </a:lnTo>
                <a:lnTo>
                  <a:pt x="168" y="14368"/>
                </a:lnTo>
                <a:lnTo>
                  <a:pt x="0" y="11521"/>
                </a:lnTo>
                <a:lnTo>
                  <a:pt x="21" y="8700"/>
                </a:lnTo>
                <a:lnTo>
                  <a:pt x="168" y="5867"/>
                </a:lnTo>
                <a:lnTo>
                  <a:pt x="382" y="2981"/>
                </a:lnTo>
                <a:lnTo>
                  <a:pt x="596" y="0"/>
                </a:lnTo>
                <a:close/>
              </a:path>
            </a:pathLst>
          </a:custGeom>
          <a:solidFill>
            <a:srgbClr val="8568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0" name="contour_14228"/>
          <p:cNvSpPr/>
          <p:nvPr/>
        </p:nvSpPr>
        <p:spPr>
          <a:xfrm>
            <a:off x="1371917" y="5138034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1918" y="302"/>
                </a:lnTo>
                <a:lnTo>
                  <a:pt x="3011" y="583"/>
                </a:lnTo>
                <a:lnTo>
                  <a:pt x="4270" y="913"/>
                </a:lnTo>
                <a:lnTo>
                  <a:pt x="5938" y="1345"/>
                </a:lnTo>
                <a:lnTo>
                  <a:pt x="8261" y="1944"/>
                </a:lnTo>
                <a:lnTo>
                  <a:pt x="11480" y="2781"/>
                </a:lnTo>
                <a:lnTo>
                  <a:pt x="15846" y="3910"/>
                </a:lnTo>
                <a:lnTo>
                  <a:pt x="21600" y="5400"/>
                </a:lnTo>
                <a:lnTo>
                  <a:pt x="20774" y="8608"/>
                </a:lnTo>
                <a:lnTo>
                  <a:pt x="19945" y="11826"/>
                </a:lnTo>
                <a:lnTo>
                  <a:pt x="19115" y="15055"/>
                </a:lnTo>
                <a:lnTo>
                  <a:pt x="18277" y="18311"/>
                </a:lnTo>
                <a:lnTo>
                  <a:pt x="17430" y="21600"/>
                </a:lnTo>
                <a:lnTo>
                  <a:pt x="14532" y="21087"/>
                </a:lnTo>
                <a:lnTo>
                  <a:pt x="11697" y="20493"/>
                </a:lnTo>
                <a:lnTo>
                  <a:pt x="8907" y="19764"/>
                </a:lnTo>
                <a:lnTo>
                  <a:pt x="6159" y="18841"/>
                </a:lnTo>
                <a:lnTo>
                  <a:pt x="3444" y="17674"/>
                </a:lnTo>
                <a:lnTo>
                  <a:pt x="751" y="16200"/>
                </a:lnTo>
                <a:lnTo>
                  <a:pt x="250" y="12020"/>
                </a:lnTo>
                <a:lnTo>
                  <a:pt x="0" y="9088"/>
                </a:lnTo>
                <a:lnTo>
                  <a:pt x="0" y="6626"/>
                </a:lnTo>
                <a:lnTo>
                  <a:pt x="250" y="3856"/>
                </a:lnTo>
                <a:lnTo>
                  <a:pt x="751" y="0"/>
                </a:lnTo>
                <a:close/>
              </a:path>
            </a:pathLst>
          </a:custGeom>
          <a:solidFill>
            <a:srgbClr val="1A16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1" name="contour_14229"/>
          <p:cNvSpPr/>
          <p:nvPr/>
        </p:nvSpPr>
        <p:spPr>
          <a:xfrm>
            <a:off x="462230" y="5130746"/>
            <a:ext cx="80168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11" y="5257"/>
                </a:lnTo>
                <a:lnTo>
                  <a:pt x="21215" y="8966"/>
                </a:lnTo>
                <a:lnTo>
                  <a:pt x="20917" y="12146"/>
                </a:lnTo>
                <a:lnTo>
                  <a:pt x="20422" y="15799"/>
                </a:lnTo>
                <a:lnTo>
                  <a:pt x="19636" y="20917"/>
                </a:lnTo>
                <a:lnTo>
                  <a:pt x="18378" y="21419"/>
                </a:lnTo>
                <a:lnTo>
                  <a:pt x="17131" y="21600"/>
                </a:lnTo>
                <a:lnTo>
                  <a:pt x="15892" y="21509"/>
                </a:lnTo>
                <a:lnTo>
                  <a:pt x="14659" y="21196"/>
                </a:lnTo>
                <a:lnTo>
                  <a:pt x="13423" y="20715"/>
                </a:lnTo>
                <a:lnTo>
                  <a:pt x="12188" y="20115"/>
                </a:lnTo>
                <a:lnTo>
                  <a:pt x="10947" y="19439"/>
                </a:lnTo>
                <a:lnTo>
                  <a:pt x="9696" y="18741"/>
                </a:lnTo>
                <a:lnTo>
                  <a:pt x="8768" y="18309"/>
                </a:lnTo>
                <a:lnTo>
                  <a:pt x="7833" y="17877"/>
                </a:lnTo>
                <a:lnTo>
                  <a:pt x="6885" y="17445"/>
                </a:lnTo>
                <a:lnTo>
                  <a:pt x="5506" y="16789"/>
                </a:lnTo>
                <a:lnTo>
                  <a:pt x="4128" y="16113"/>
                </a:lnTo>
                <a:lnTo>
                  <a:pt x="2751" y="15409"/>
                </a:lnTo>
                <a:lnTo>
                  <a:pt x="1375" y="14691"/>
                </a:lnTo>
                <a:lnTo>
                  <a:pt x="0" y="13944"/>
                </a:lnTo>
                <a:lnTo>
                  <a:pt x="0" y="10486"/>
                </a:lnTo>
                <a:lnTo>
                  <a:pt x="0" y="6972"/>
                </a:lnTo>
                <a:lnTo>
                  <a:pt x="1227" y="6470"/>
                </a:lnTo>
                <a:lnTo>
                  <a:pt x="2455" y="5968"/>
                </a:lnTo>
                <a:lnTo>
                  <a:pt x="3682" y="5473"/>
                </a:lnTo>
                <a:lnTo>
                  <a:pt x="4909" y="4978"/>
                </a:lnTo>
                <a:lnTo>
                  <a:pt x="6136" y="4476"/>
                </a:lnTo>
                <a:lnTo>
                  <a:pt x="7364" y="3981"/>
                </a:lnTo>
                <a:lnTo>
                  <a:pt x="8591" y="3486"/>
                </a:lnTo>
                <a:lnTo>
                  <a:pt x="9202" y="3235"/>
                </a:lnTo>
                <a:lnTo>
                  <a:pt x="11045" y="2475"/>
                </a:lnTo>
                <a:lnTo>
                  <a:pt x="11637" y="2245"/>
                </a:lnTo>
                <a:lnTo>
                  <a:pt x="13423" y="1527"/>
                </a:lnTo>
                <a:lnTo>
                  <a:pt x="13965" y="1304"/>
                </a:lnTo>
                <a:lnTo>
                  <a:pt x="15605" y="641"/>
                </a:lnTo>
                <a:lnTo>
                  <a:pt x="16801" y="335"/>
                </a:lnTo>
                <a:lnTo>
                  <a:pt x="18001" y="146"/>
                </a:lnTo>
                <a:lnTo>
                  <a:pt x="19200" y="49"/>
                </a:lnTo>
                <a:lnTo>
                  <a:pt x="20400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24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2" name="contour_14230"/>
          <p:cNvSpPr/>
          <p:nvPr/>
        </p:nvSpPr>
        <p:spPr>
          <a:xfrm>
            <a:off x="5257729" y="5108882"/>
            <a:ext cx="30318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92" y="0"/>
                </a:moveTo>
                <a:lnTo>
                  <a:pt x="9211" y="409"/>
                </a:lnTo>
                <a:lnTo>
                  <a:pt x="12031" y="830"/>
                </a:lnTo>
                <a:lnTo>
                  <a:pt x="14398" y="1464"/>
                </a:lnTo>
                <a:lnTo>
                  <a:pt x="17062" y="2510"/>
                </a:lnTo>
                <a:lnTo>
                  <a:pt x="20769" y="4170"/>
                </a:lnTo>
                <a:lnTo>
                  <a:pt x="21335" y="7030"/>
                </a:lnTo>
                <a:lnTo>
                  <a:pt x="21595" y="9762"/>
                </a:lnTo>
                <a:lnTo>
                  <a:pt x="21600" y="12439"/>
                </a:lnTo>
                <a:lnTo>
                  <a:pt x="21423" y="15128"/>
                </a:lnTo>
                <a:lnTo>
                  <a:pt x="21127" y="17910"/>
                </a:lnTo>
                <a:lnTo>
                  <a:pt x="20769" y="20849"/>
                </a:lnTo>
                <a:lnTo>
                  <a:pt x="17062" y="21350"/>
                </a:lnTo>
                <a:lnTo>
                  <a:pt x="14398" y="21600"/>
                </a:lnTo>
                <a:lnTo>
                  <a:pt x="12031" y="21600"/>
                </a:lnTo>
                <a:lnTo>
                  <a:pt x="9211" y="21350"/>
                </a:lnTo>
                <a:lnTo>
                  <a:pt x="5192" y="20849"/>
                </a:lnTo>
                <a:lnTo>
                  <a:pt x="3588" y="18189"/>
                </a:lnTo>
                <a:lnTo>
                  <a:pt x="2305" y="15499"/>
                </a:lnTo>
                <a:lnTo>
                  <a:pt x="1319" y="12772"/>
                </a:lnTo>
                <a:lnTo>
                  <a:pt x="613" y="9987"/>
                </a:lnTo>
                <a:lnTo>
                  <a:pt x="182" y="7122"/>
                </a:lnTo>
                <a:lnTo>
                  <a:pt x="0" y="4170"/>
                </a:lnTo>
                <a:lnTo>
                  <a:pt x="2575" y="2102"/>
                </a:lnTo>
                <a:lnTo>
                  <a:pt x="5192" y="0"/>
                </a:lnTo>
                <a:close/>
              </a:path>
            </a:pathLst>
          </a:custGeom>
          <a:solidFill>
            <a:srgbClr val="E5E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3" name="contour_14231"/>
          <p:cNvSpPr/>
          <p:nvPr/>
        </p:nvSpPr>
        <p:spPr>
          <a:xfrm>
            <a:off x="1744917" y="510159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2040"/>
                </a:lnTo>
                <a:lnTo>
                  <a:pt x="8640" y="4092"/>
                </a:lnTo>
                <a:lnTo>
                  <a:pt x="8640" y="6171"/>
                </a:lnTo>
                <a:lnTo>
                  <a:pt x="11854" y="7122"/>
                </a:lnTo>
                <a:lnTo>
                  <a:pt x="14135" y="7757"/>
                </a:lnTo>
                <a:lnTo>
                  <a:pt x="16105" y="8227"/>
                </a:lnTo>
                <a:lnTo>
                  <a:pt x="18386" y="8677"/>
                </a:lnTo>
                <a:lnTo>
                  <a:pt x="21600" y="9257"/>
                </a:lnTo>
                <a:lnTo>
                  <a:pt x="20524" y="9498"/>
                </a:lnTo>
                <a:lnTo>
                  <a:pt x="17280" y="10220"/>
                </a:lnTo>
                <a:lnTo>
                  <a:pt x="15137" y="11272"/>
                </a:lnTo>
                <a:lnTo>
                  <a:pt x="12960" y="12343"/>
                </a:lnTo>
                <a:lnTo>
                  <a:pt x="12701" y="14731"/>
                </a:lnTo>
                <a:lnTo>
                  <a:pt x="12571" y="16407"/>
                </a:lnTo>
                <a:lnTo>
                  <a:pt x="12571" y="17814"/>
                </a:lnTo>
                <a:lnTo>
                  <a:pt x="12701" y="19397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892" y="19462"/>
                </a:lnTo>
                <a:lnTo>
                  <a:pt x="3465" y="17320"/>
                </a:lnTo>
                <a:lnTo>
                  <a:pt x="3037" y="15179"/>
                </a:lnTo>
                <a:lnTo>
                  <a:pt x="2605" y="13034"/>
                </a:lnTo>
                <a:lnTo>
                  <a:pt x="2177" y="10880"/>
                </a:lnTo>
                <a:lnTo>
                  <a:pt x="1745" y="8723"/>
                </a:lnTo>
                <a:lnTo>
                  <a:pt x="1313" y="6557"/>
                </a:lnTo>
                <a:lnTo>
                  <a:pt x="877" y="4382"/>
                </a:lnTo>
                <a:lnTo>
                  <a:pt x="44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D8B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4" name="contour_14232"/>
          <p:cNvSpPr/>
          <p:nvPr/>
        </p:nvSpPr>
        <p:spPr>
          <a:xfrm>
            <a:off x="4689265" y="5108882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47" y="1566"/>
                </a:lnTo>
                <a:lnTo>
                  <a:pt x="16193" y="3081"/>
                </a:lnTo>
                <a:lnTo>
                  <a:pt x="16952" y="4577"/>
                </a:lnTo>
                <a:lnTo>
                  <a:pt x="17647" y="6086"/>
                </a:lnTo>
                <a:lnTo>
                  <a:pt x="18292" y="7644"/>
                </a:lnTo>
                <a:lnTo>
                  <a:pt x="18900" y="9283"/>
                </a:lnTo>
                <a:lnTo>
                  <a:pt x="19458" y="10603"/>
                </a:lnTo>
                <a:lnTo>
                  <a:pt x="20023" y="11945"/>
                </a:lnTo>
                <a:lnTo>
                  <a:pt x="20585" y="13492"/>
                </a:lnTo>
                <a:lnTo>
                  <a:pt x="20938" y="14731"/>
                </a:lnTo>
                <a:lnTo>
                  <a:pt x="21226" y="16316"/>
                </a:lnTo>
                <a:lnTo>
                  <a:pt x="21600" y="18900"/>
                </a:lnTo>
                <a:lnTo>
                  <a:pt x="19559" y="20039"/>
                </a:lnTo>
                <a:lnTo>
                  <a:pt x="18126" y="20701"/>
                </a:lnTo>
                <a:lnTo>
                  <a:pt x="16632" y="21138"/>
                </a:lnTo>
                <a:lnTo>
                  <a:pt x="14400" y="21600"/>
                </a:lnTo>
                <a:lnTo>
                  <a:pt x="13399" y="19753"/>
                </a:lnTo>
                <a:lnTo>
                  <a:pt x="12712" y="18409"/>
                </a:lnTo>
                <a:lnTo>
                  <a:pt x="12164" y="17177"/>
                </a:lnTo>
                <a:lnTo>
                  <a:pt x="11585" y="15671"/>
                </a:lnTo>
                <a:lnTo>
                  <a:pt x="10800" y="13500"/>
                </a:lnTo>
                <a:lnTo>
                  <a:pt x="11693" y="12163"/>
                </a:lnTo>
                <a:lnTo>
                  <a:pt x="12586" y="10822"/>
                </a:lnTo>
                <a:lnTo>
                  <a:pt x="13489" y="9469"/>
                </a:lnTo>
                <a:lnTo>
                  <a:pt x="14400" y="8100"/>
                </a:lnTo>
                <a:lnTo>
                  <a:pt x="12362" y="7336"/>
                </a:lnTo>
                <a:lnTo>
                  <a:pt x="10325" y="6572"/>
                </a:lnTo>
                <a:lnTo>
                  <a:pt x="8280" y="5805"/>
                </a:lnTo>
                <a:lnTo>
                  <a:pt x="6228" y="5036"/>
                </a:lnTo>
                <a:lnTo>
                  <a:pt x="4165" y="4261"/>
                </a:lnTo>
                <a:lnTo>
                  <a:pt x="2092" y="3483"/>
                </a:lnTo>
                <a:lnTo>
                  <a:pt x="0" y="2700"/>
                </a:lnTo>
                <a:lnTo>
                  <a:pt x="3067" y="1563"/>
                </a:lnTo>
                <a:lnTo>
                  <a:pt x="5332" y="799"/>
                </a:lnTo>
                <a:lnTo>
                  <a:pt x="7200" y="338"/>
                </a:lnTo>
                <a:lnTo>
                  <a:pt x="9068" y="100"/>
                </a:lnTo>
                <a:lnTo>
                  <a:pt x="11333" y="13"/>
                </a:lnTo>
                <a:lnTo>
                  <a:pt x="14400" y="0"/>
                </a:lnTo>
                <a:close/>
              </a:path>
            </a:pathLst>
          </a:custGeom>
          <a:solidFill>
            <a:srgbClr val="7A77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5" name="contour_14233"/>
          <p:cNvSpPr/>
          <p:nvPr/>
        </p:nvSpPr>
        <p:spPr>
          <a:xfrm>
            <a:off x="4587233" y="5109917"/>
            <a:ext cx="65592" cy="281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402"/>
                </a:moveTo>
                <a:lnTo>
                  <a:pt x="20597" y="13924"/>
                </a:lnTo>
                <a:lnTo>
                  <a:pt x="19762" y="16264"/>
                </a:lnTo>
                <a:lnTo>
                  <a:pt x="18646" y="18470"/>
                </a:lnTo>
                <a:lnTo>
                  <a:pt x="16800" y="21600"/>
                </a:lnTo>
                <a:lnTo>
                  <a:pt x="15242" y="21135"/>
                </a:lnTo>
                <a:lnTo>
                  <a:pt x="13721" y="20536"/>
                </a:lnTo>
                <a:lnTo>
                  <a:pt x="12221" y="19814"/>
                </a:lnTo>
                <a:lnTo>
                  <a:pt x="10730" y="18985"/>
                </a:lnTo>
                <a:lnTo>
                  <a:pt x="9238" y="18067"/>
                </a:lnTo>
                <a:lnTo>
                  <a:pt x="7726" y="17071"/>
                </a:lnTo>
                <a:lnTo>
                  <a:pt x="5875" y="16645"/>
                </a:lnTo>
                <a:lnTo>
                  <a:pt x="4349" y="16880"/>
                </a:lnTo>
                <a:lnTo>
                  <a:pt x="2978" y="17787"/>
                </a:lnTo>
                <a:lnTo>
                  <a:pt x="1586" y="19360"/>
                </a:lnTo>
                <a:lnTo>
                  <a:pt x="0" y="21600"/>
                </a:lnTo>
                <a:lnTo>
                  <a:pt x="398" y="17457"/>
                </a:lnTo>
                <a:lnTo>
                  <a:pt x="814" y="13863"/>
                </a:lnTo>
                <a:lnTo>
                  <a:pt x="1306" y="10699"/>
                </a:lnTo>
                <a:lnTo>
                  <a:pt x="1944" y="7866"/>
                </a:lnTo>
                <a:lnTo>
                  <a:pt x="2796" y="5252"/>
                </a:lnTo>
                <a:lnTo>
                  <a:pt x="3926" y="2755"/>
                </a:lnTo>
                <a:lnTo>
                  <a:pt x="5400" y="258"/>
                </a:lnTo>
                <a:lnTo>
                  <a:pt x="7202" y="0"/>
                </a:lnTo>
                <a:lnTo>
                  <a:pt x="8923" y="129"/>
                </a:lnTo>
                <a:lnTo>
                  <a:pt x="10579" y="610"/>
                </a:lnTo>
                <a:lnTo>
                  <a:pt x="12182" y="1394"/>
                </a:lnTo>
                <a:lnTo>
                  <a:pt x="13752" y="2452"/>
                </a:lnTo>
                <a:lnTo>
                  <a:pt x="15300" y="3740"/>
                </a:lnTo>
                <a:lnTo>
                  <a:pt x="16843" y="5218"/>
                </a:lnTo>
                <a:lnTo>
                  <a:pt x="18398" y="6847"/>
                </a:lnTo>
                <a:lnTo>
                  <a:pt x="19978" y="8588"/>
                </a:lnTo>
                <a:lnTo>
                  <a:pt x="21600" y="10402"/>
                </a:lnTo>
                <a:close/>
              </a:path>
            </a:pathLst>
          </a:custGeom>
          <a:solidFill>
            <a:srgbClr val="302F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6" name="contour_14234"/>
          <p:cNvSpPr/>
          <p:nvPr/>
        </p:nvSpPr>
        <p:spPr>
          <a:xfrm>
            <a:off x="11634721" y="5094306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1892" y="5450"/>
                </a:lnTo>
                <a:lnTo>
                  <a:pt x="3283" y="4399"/>
                </a:lnTo>
                <a:lnTo>
                  <a:pt x="4866" y="3622"/>
                </a:lnTo>
                <a:lnTo>
                  <a:pt x="7329" y="2700"/>
                </a:lnTo>
                <a:lnTo>
                  <a:pt x="9374" y="1886"/>
                </a:lnTo>
                <a:lnTo>
                  <a:pt x="11451" y="1066"/>
                </a:lnTo>
                <a:lnTo>
                  <a:pt x="13441" y="547"/>
                </a:lnTo>
                <a:lnTo>
                  <a:pt x="14966" y="230"/>
                </a:lnTo>
                <a:lnTo>
                  <a:pt x="16509" y="65"/>
                </a:lnTo>
                <a:lnTo>
                  <a:pt x="18557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3530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7" name="contour_14235"/>
          <p:cNvSpPr/>
          <p:nvPr/>
        </p:nvSpPr>
        <p:spPr>
          <a:xfrm>
            <a:off x="11503537" y="508701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9" y="1150"/>
                </a:lnTo>
                <a:lnTo>
                  <a:pt x="5413" y="2322"/>
                </a:lnTo>
                <a:lnTo>
                  <a:pt x="8109" y="3515"/>
                </a:lnTo>
                <a:lnTo>
                  <a:pt x="10800" y="4725"/>
                </a:lnTo>
                <a:lnTo>
                  <a:pt x="11694" y="5114"/>
                </a:lnTo>
                <a:lnTo>
                  <a:pt x="13267" y="5805"/>
                </a:lnTo>
                <a:lnTo>
                  <a:pt x="16874" y="7382"/>
                </a:lnTo>
                <a:lnTo>
                  <a:pt x="19220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A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8" name="contour_14236"/>
          <p:cNvSpPr/>
          <p:nvPr/>
        </p:nvSpPr>
        <p:spPr>
          <a:xfrm>
            <a:off x="4303002" y="5101237"/>
            <a:ext cx="51016" cy="29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1600" y="3788"/>
                </a:lnTo>
                <a:lnTo>
                  <a:pt x="21600" y="7335"/>
                </a:lnTo>
                <a:lnTo>
                  <a:pt x="21600" y="10931"/>
                </a:lnTo>
                <a:lnTo>
                  <a:pt x="19563" y="10931"/>
                </a:lnTo>
                <a:lnTo>
                  <a:pt x="17524" y="10931"/>
                </a:lnTo>
                <a:lnTo>
                  <a:pt x="15475" y="10931"/>
                </a:lnTo>
                <a:lnTo>
                  <a:pt x="13417" y="10931"/>
                </a:lnTo>
                <a:lnTo>
                  <a:pt x="11346" y="10931"/>
                </a:lnTo>
                <a:lnTo>
                  <a:pt x="9257" y="10931"/>
                </a:lnTo>
                <a:lnTo>
                  <a:pt x="9257" y="14457"/>
                </a:lnTo>
                <a:lnTo>
                  <a:pt x="9257" y="18004"/>
                </a:lnTo>
                <a:lnTo>
                  <a:pt x="9257" y="21600"/>
                </a:lnTo>
                <a:lnTo>
                  <a:pt x="7424" y="21600"/>
                </a:lnTo>
                <a:lnTo>
                  <a:pt x="5585" y="21600"/>
                </a:lnTo>
                <a:lnTo>
                  <a:pt x="3740" y="21600"/>
                </a:lnTo>
                <a:lnTo>
                  <a:pt x="1879" y="21600"/>
                </a:lnTo>
                <a:lnTo>
                  <a:pt x="0" y="21600"/>
                </a:lnTo>
                <a:lnTo>
                  <a:pt x="953" y="15364"/>
                </a:lnTo>
                <a:lnTo>
                  <a:pt x="1691" y="11043"/>
                </a:lnTo>
                <a:lnTo>
                  <a:pt x="2367" y="8082"/>
                </a:lnTo>
                <a:lnTo>
                  <a:pt x="3141" y="5943"/>
                </a:lnTo>
                <a:lnTo>
                  <a:pt x="4163" y="4070"/>
                </a:lnTo>
                <a:lnTo>
                  <a:pt x="5591" y="1926"/>
                </a:lnTo>
                <a:lnTo>
                  <a:pt x="7606" y="1131"/>
                </a:lnTo>
                <a:lnTo>
                  <a:pt x="9590" y="581"/>
                </a:lnTo>
                <a:lnTo>
                  <a:pt x="11562" y="229"/>
                </a:lnTo>
                <a:lnTo>
                  <a:pt x="13531" y="48"/>
                </a:lnTo>
                <a:lnTo>
                  <a:pt x="15506" y="0"/>
                </a:lnTo>
                <a:lnTo>
                  <a:pt x="17499" y="37"/>
                </a:lnTo>
                <a:lnTo>
                  <a:pt x="19529" y="139"/>
                </a:lnTo>
                <a:lnTo>
                  <a:pt x="21600" y="261"/>
                </a:lnTo>
                <a:close/>
              </a:path>
            </a:pathLst>
          </a:custGeom>
          <a:solidFill>
            <a:srgbClr val="BEB1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39" name="contour_14237"/>
          <p:cNvSpPr/>
          <p:nvPr/>
        </p:nvSpPr>
        <p:spPr>
          <a:xfrm>
            <a:off x="3632506" y="5087018"/>
            <a:ext cx="65592" cy="37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386" y="0"/>
                </a:lnTo>
                <a:lnTo>
                  <a:pt x="19982" y="0"/>
                </a:lnTo>
                <a:lnTo>
                  <a:pt x="21600" y="0"/>
                </a:lnTo>
                <a:lnTo>
                  <a:pt x="21041" y="2061"/>
                </a:lnTo>
                <a:lnTo>
                  <a:pt x="20479" y="4121"/>
                </a:lnTo>
                <a:lnTo>
                  <a:pt x="19915" y="6177"/>
                </a:lnTo>
                <a:lnTo>
                  <a:pt x="19349" y="8234"/>
                </a:lnTo>
                <a:lnTo>
                  <a:pt x="18720" y="10528"/>
                </a:lnTo>
                <a:lnTo>
                  <a:pt x="18084" y="12861"/>
                </a:lnTo>
                <a:lnTo>
                  <a:pt x="17304" y="15316"/>
                </a:lnTo>
                <a:lnTo>
                  <a:pt x="16661" y="17007"/>
                </a:lnTo>
                <a:lnTo>
                  <a:pt x="15806" y="18724"/>
                </a:lnTo>
                <a:lnTo>
                  <a:pt x="14400" y="21243"/>
                </a:lnTo>
                <a:lnTo>
                  <a:pt x="12718" y="21447"/>
                </a:lnTo>
                <a:lnTo>
                  <a:pt x="11494" y="21562"/>
                </a:lnTo>
                <a:lnTo>
                  <a:pt x="10375" y="21600"/>
                </a:lnTo>
                <a:lnTo>
                  <a:pt x="9012" y="21579"/>
                </a:lnTo>
                <a:lnTo>
                  <a:pt x="7051" y="21507"/>
                </a:lnTo>
                <a:lnTo>
                  <a:pt x="5734" y="21468"/>
                </a:lnTo>
                <a:lnTo>
                  <a:pt x="4409" y="21430"/>
                </a:lnTo>
                <a:lnTo>
                  <a:pt x="3065" y="21392"/>
                </a:lnTo>
                <a:lnTo>
                  <a:pt x="1543" y="21320"/>
                </a:lnTo>
                <a:lnTo>
                  <a:pt x="0" y="21243"/>
                </a:lnTo>
                <a:lnTo>
                  <a:pt x="1495" y="19816"/>
                </a:lnTo>
                <a:lnTo>
                  <a:pt x="2995" y="18401"/>
                </a:lnTo>
                <a:lnTo>
                  <a:pt x="4500" y="16994"/>
                </a:lnTo>
                <a:lnTo>
                  <a:pt x="5129" y="16400"/>
                </a:lnTo>
                <a:lnTo>
                  <a:pt x="7032" y="14607"/>
                </a:lnTo>
                <a:lnTo>
                  <a:pt x="8323" y="13698"/>
                </a:lnTo>
                <a:lnTo>
                  <a:pt x="9353" y="13149"/>
                </a:lnTo>
                <a:lnTo>
                  <a:pt x="10474" y="12865"/>
                </a:lnTo>
                <a:lnTo>
                  <a:pt x="12036" y="12763"/>
                </a:lnTo>
                <a:lnTo>
                  <a:pt x="14400" y="12746"/>
                </a:lnTo>
                <a:lnTo>
                  <a:pt x="14796" y="10639"/>
                </a:lnTo>
                <a:lnTo>
                  <a:pt x="15194" y="8523"/>
                </a:lnTo>
                <a:lnTo>
                  <a:pt x="15600" y="6373"/>
                </a:lnTo>
                <a:lnTo>
                  <a:pt x="15996" y="4266"/>
                </a:lnTo>
                <a:lnTo>
                  <a:pt x="16394" y="2150"/>
                </a:lnTo>
                <a:lnTo>
                  <a:pt x="16800" y="0"/>
                </a:lnTo>
                <a:close/>
              </a:path>
            </a:pathLst>
          </a:custGeom>
          <a:solidFill>
            <a:srgbClr val="4151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0" name="contour_14238"/>
          <p:cNvSpPr/>
          <p:nvPr/>
        </p:nvSpPr>
        <p:spPr>
          <a:xfrm>
            <a:off x="3479459" y="5092666"/>
            <a:ext cx="2915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227" y="3440"/>
                </a:lnTo>
                <a:lnTo>
                  <a:pt x="20817" y="5965"/>
                </a:lnTo>
                <a:lnTo>
                  <a:pt x="20347" y="8466"/>
                </a:lnTo>
                <a:lnTo>
                  <a:pt x="19786" y="10947"/>
                </a:lnTo>
                <a:lnTo>
                  <a:pt x="19116" y="13408"/>
                </a:lnTo>
                <a:lnTo>
                  <a:pt x="18311" y="15853"/>
                </a:lnTo>
                <a:lnTo>
                  <a:pt x="17350" y="18287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373" y="18160"/>
                </a:lnTo>
                <a:lnTo>
                  <a:pt x="783" y="15635"/>
                </a:lnTo>
                <a:lnTo>
                  <a:pt x="1253" y="13134"/>
                </a:lnTo>
                <a:lnTo>
                  <a:pt x="1814" y="10653"/>
                </a:lnTo>
                <a:lnTo>
                  <a:pt x="2484" y="8192"/>
                </a:lnTo>
                <a:lnTo>
                  <a:pt x="3289" y="5747"/>
                </a:lnTo>
                <a:lnTo>
                  <a:pt x="4250" y="3313"/>
                </a:lnTo>
                <a:lnTo>
                  <a:pt x="5400" y="892"/>
                </a:lnTo>
                <a:close/>
              </a:path>
            </a:pathLst>
          </a:custGeom>
          <a:solidFill>
            <a:srgbClr val="A5B0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1" name="contour_14239"/>
          <p:cNvSpPr/>
          <p:nvPr/>
        </p:nvSpPr>
        <p:spPr>
          <a:xfrm>
            <a:off x="1963556" y="5092994"/>
            <a:ext cx="36440" cy="321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883"/>
                </a:moveTo>
                <a:lnTo>
                  <a:pt x="12113" y="294"/>
                </a:lnTo>
                <a:lnTo>
                  <a:pt x="14524" y="0"/>
                </a:lnTo>
                <a:lnTo>
                  <a:pt x="16494" y="0"/>
                </a:lnTo>
                <a:lnTo>
                  <a:pt x="18645" y="294"/>
                </a:lnTo>
                <a:lnTo>
                  <a:pt x="21600" y="883"/>
                </a:lnTo>
                <a:lnTo>
                  <a:pt x="21298" y="4354"/>
                </a:lnTo>
                <a:lnTo>
                  <a:pt x="20904" y="7713"/>
                </a:lnTo>
                <a:lnTo>
                  <a:pt x="20369" y="10989"/>
                </a:lnTo>
                <a:lnTo>
                  <a:pt x="19626" y="14196"/>
                </a:lnTo>
                <a:lnTo>
                  <a:pt x="18615" y="17354"/>
                </a:lnTo>
                <a:lnTo>
                  <a:pt x="17280" y="20497"/>
                </a:lnTo>
                <a:lnTo>
                  <a:pt x="14282" y="21247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65"/>
                </a:lnTo>
                <a:lnTo>
                  <a:pt x="3132" y="20967"/>
                </a:lnTo>
                <a:lnTo>
                  <a:pt x="0" y="20497"/>
                </a:lnTo>
                <a:lnTo>
                  <a:pt x="1011" y="17525"/>
                </a:lnTo>
                <a:lnTo>
                  <a:pt x="2056" y="14612"/>
                </a:lnTo>
                <a:lnTo>
                  <a:pt x="3162" y="11754"/>
                </a:lnTo>
                <a:lnTo>
                  <a:pt x="4346" y="8954"/>
                </a:lnTo>
                <a:lnTo>
                  <a:pt x="5642" y="6208"/>
                </a:lnTo>
                <a:lnTo>
                  <a:pt x="7063" y="3516"/>
                </a:lnTo>
                <a:lnTo>
                  <a:pt x="8640" y="883"/>
                </a:lnTo>
                <a:close/>
              </a:path>
            </a:pathLst>
          </a:custGeom>
          <a:solidFill>
            <a:srgbClr val="DDBC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2" name="contour_14240"/>
          <p:cNvSpPr/>
          <p:nvPr/>
        </p:nvSpPr>
        <p:spPr>
          <a:xfrm>
            <a:off x="1074421" y="5093650"/>
            <a:ext cx="43728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9"/>
                </a:move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6979"/>
                </a:lnTo>
                <a:lnTo>
                  <a:pt x="0" y="12331"/>
                </a:lnTo>
                <a:lnTo>
                  <a:pt x="0" y="7619"/>
                </a:lnTo>
                <a:lnTo>
                  <a:pt x="2120" y="4725"/>
                </a:lnTo>
                <a:lnTo>
                  <a:pt x="4345" y="2642"/>
                </a:lnTo>
                <a:lnTo>
                  <a:pt x="6660" y="1251"/>
                </a:lnTo>
                <a:lnTo>
                  <a:pt x="9050" y="426"/>
                </a:lnTo>
                <a:lnTo>
                  <a:pt x="11502" y="49"/>
                </a:lnTo>
                <a:lnTo>
                  <a:pt x="13997" y="0"/>
                </a:lnTo>
                <a:lnTo>
                  <a:pt x="16524" y="161"/>
                </a:lnTo>
                <a:lnTo>
                  <a:pt x="19062" y="412"/>
                </a:lnTo>
                <a:lnTo>
                  <a:pt x="21600" y="629"/>
                </a:lnTo>
                <a:close/>
              </a:path>
            </a:pathLst>
          </a:custGeom>
          <a:solidFill>
            <a:srgbClr val="918E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3" name="contour_14241"/>
          <p:cNvSpPr/>
          <p:nvPr/>
        </p:nvSpPr>
        <p:spPr>
          <a:xfrm>
            <a:off x="5031801" y="5093089"/>
            <a:ext cx="43728" cy="376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98"/>
                </a:moveTo>
                <a:lnTo>
                  <a:pt x="2603" y="418"/>
                </a:lnTo>
                <a:lnTo>
                  <a:pt x="5177" y="192"/>
                </a:lnTo>
                <a:lnTo>
                  <a:pt x="7736" y="42"/>
                </a:lnTo>
                <a:lnTo>
                  <a:pt x="10285" y="0"/>
                </a:lnTo>
                <a:lnTo>
                  <a:pt x="12841" y="75"/>
                </a:lnTo>
                <a:lnTo>
                  <a:pt x="15408" y="301"/>
                </a:lnTo>
                <a:lnTo>
                  <a:pt x="18000" y="698"/>
                </a:lnTo>
                <a:lnTo>
                  <a:pt x="19649" y="3557"/>
                </a:lnTo>
                <a:lnTo>
                  <a:pt x="20660" y="5639"/>
                </a:lnTo>
                <a:lnTo>
                  <a:pt x="21208" y="7546"/>
                </a:lnTo>
                <a:lnTo>
                  <a:pt x="21463" y="9878"/>
                </a:lnTo>
                <a:lnTo>
                  <a:pt x="21600" y="13239"/>
                </a:lnTo>
                <a:lnTo>
                  <a:pt x="19588" y="16161"/>
                </a:lnTo>
                <a:lnTo>
                  <a:pt x="18169" y="18009"/>
                </a:lnTo>
                <a:lnTo>
                  <a:pt x="16664" y="19560"/>
                </a:lnTo>
                <a:lnTo>
                  <a:pt x="14400" y="21600"/>
                </a:lnTo>
                <a:lnTo>
                  <a:pt x="14400" y="19117"/>
                </a:lnTo>
                <a:lnTo>
                  <a:pt x="14400" y="16625"/>
                </a:lnTo>
                <a:lnTo>
                  <a:pt x="14400" y="14125"/>
                </a:lnTo>
                <a:lnTo>
                  <a:pt x="14400" y="11605"/>
                </a:lnTo>
                <a:lnTo>
                  <a:pt x="14400" y="9059"/>
                </a:lnTo>
                <a:lnTo>
                  <a:pt x="12024" y="9749"/>
                </a:lnTo>
                <a:lnTo>
                  <a:pt x="9644" y="10438"/>
                </a:lnTo>
                <a:lnTo>
                  <a:pt x="7254" y="11132"/>
                </a:lnTo>
                <a:lnTo>
                  <a:pt x="4853" y="11830"/>
                </a:lnTo>
                <a:lnTo>
                  <a:pt x="2437" y="12533"/>
                </a:lnTo>
                <a:lnTo>
                  <a:pt x="0" y="13239"/>
                </a:lnTo>
                <a:lnTo>
                  <a:pt x="0" y="10756"/>
                </a:lnTo>
                <a:lnTo>
                  <a:pt x="0" y="8265"/>
                </a:lnTo>
                <a:lnTo>
                  <a:pt x="0" y="5765"/>
                </a:lnTo>
                <a:lnTo>
                  <a:pt x="0" y="3244"/>
                </a:lnTo>
                <a:lnTo>
                  <a:pt x="0" y="698"/>
                </a:lnTo>
                <a:close/>
              </a:path>
            </a:pathLst>
          </a:custGeom>
          <a:solidFill>
            <a:srgbClr val="685D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4" name="contour_14242"/>
          <p:cNvSpPr/>
          <p:nvPr/>
        </p:nvSpPr>
        <p:spPr>
          <a:xfrm>
            <a:off x="4018770" y="5072442"/>
            <a:ext cx="3223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84" y="0"/>
                </a:moveTo>
                <a:lnTo>
                  <a:pt x="7784" y="611"/>
                </a:lnTo>
                <a:lnTo>
                  <a:pt x="10695" y="1225"/>
                </a:lnTo>
                <a:lnTo>
                  <a:pt x="13615" y="1839"/>
                </a:lnTo>
                <a:lnTo>
                  <a:pt x="16560" y="2459"/>
                </a:lnTo>
                <a:lnTo>
                  <a:pt x="19534" y="3086"/>
                </a:lnTo>
                <a:lnTo>
                  <a:pt x="20682" y="6353"/>
                </a:lnTo>
                <a:lnTo>
                  <a:pt x="21370" y="8680"/>
                </a:lnTo>
                <a:lnTo>
                  <a:pt x="21600" y="10411"/>
                </a:lnTo>
                <a:lnTo>
                  <a:pt x="21370" y="11883"/>
                </a:lnTo>
                <a:lnTo>
                  <a:pt x="20682" y="13441"/>
                </a:lnTo>
                <a:lnTo>
                  <a:pt x="19534" y="15429"/>
                </a:lnTo>
                <a:lnTo>
                  <a:pt x="16873" y="16654"/>
                </a:lnTo>
                <a:lnTo>
                  <a:pt x="14245" y="17697"/>
                </a:lnTo>
                <a:lnTo>
                  <a:pt x="11603" y="18595"/>
                </a:lnTo>
                <a:lnTo>
                  <a:pt x="8903" y="19394"/>
                </a:lnTo>
                <a:lnTo>
                  <a:pt x="6100" y="20131"/>
                </a:lnTo>
                <a:lnTo>
                  <a:pt x="3145" y="20853"/>
                </a:lnTo>
                <a:lnTo>
                  <a:pt x="0" y="21600"/>
                </a:lnTo>
                <a:lnTo>
                  <a:pt x="483" y="19462"/>
                </a:lnTo>
                <a:lnTo>
                  <a:pt x="967" y="17320"/>
                </a:lnTo>
                <a:lnTo>
                  <a:pt x="1450" y="15179"/>
                </a:lnTo>
                <a:lnTo>
                  <a:pt x="1939" y="13034"/>
                </a:lnTo>
                <a:lnTo>
                  <a:pt x="2422" y="10880"/>
                </a:lnTo>
                <a:lnTo>
                  <a:pt x="2911" y="8723"/>
                </a:lnTo>
                <a:lnTo>
                  <a:pt x="3399" y="6557"/>
                </a:lnTo>
                <a:lnTo>
                  <a:pt x="3892" y="4382"/>
                </a:lnTo>
                <a:lnTo>
                  <a:pt x="4385" y="2197"/>
                </a:lnTo>
                <a:lnTo>
                  <a:pt x="4884" y="0"/>
                </a:lnTo>
                <a:close/>
              </a:path>
            </a:pathLst>
          </a:custGeom>
          <a:solidFill>
            <a:srgbClr val="B49A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5" name="contour_14243"/>
          <p:cNvSpPr/>
          <p:nvPr/>
        </p:nvSpPr>
        <p:spPr>
          <a:xfrm>
            <a:off x="8471733" y="506515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176" y="2143"/>
                </a:lnTo>
                <a:lnTo>
                  <a:pt x="9711" y="4294"/>
                </a:lnTo>
                <a:lnTo>
                  <a:pt x="10260" y="6480"/>
                </a:lnTo>
                <a:lnTo>
                  <a:pt x="11150" y="8623"/>
                </a:lnTo>
                <a:lnTo>
                  <a:pt x="12048" y="10774"/>
                </a:lnTo>
                <a:lnTo>
                  <a:pt x="12960" y="12960"/>
                </a:lnTo>
                <a:lnTo>
                  <a:pt x="15816" y="12960"/>
                </a:lnTo>
                <a:lnTo>
                  <a:pt x="18688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257" y="16066"/>
                </a:lnTo>
                <a:lnTo>
                  <a:pt x="2259" y="11845"/>
                </a:lnTo>
                <a:lnTo>
                  <a:pt x="3115" y="8692"/>
                </a:lnTo>
                <a:lnTo>
                  <a:pt x="3914" y="6346"/>
                </a:lnTo>
                <a:lnTo>
                  <a:pt x="4769" y="4558"/>
                </a:lnTo>
                <a:lnTo>
                  <a:pt x="5772" y="3072"/>
                </a:lnTo>
                <a:lnTo>
                  <a:pt x="7029" y="1637"/>
                </a:lnTo>
                <a:lnTo>
                  <a:pt x="8640" y="0"/>
                </a:lnTo>
                <a:close/>
              </a:path>
            </a:pathLst>
          </a:custGeom>
          <a:solidFill>
            <a:srgbClr val="3F3C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6" name="contour_14244"/>
          <p:cNvSpPr/>
          <p:nvPr/>
        </p:nvSpPr>
        <p:spPr>
          <a:xfrm>
            <a:off x="1373229" y="5094306"/>
            <a:ext cx="51016" cy="380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820"/>
                </a:lnTo>
                <a:lnTo>
                  <a:pt x="16015" y="1644"/>
                </a:lnTo>
                <a:lnTo>
                  <a:pt x="17860" y="2468"/>
                </a:lnTo>
                <a:lnTo>
                  <a:pt x="19721" y="3300"/>
                </a:lnTo>
                <a:lnTo>
                  <a:pt x="21600" y="4141"/>
                </a:lnTo>
                <a:lnTo>
                  <a:pt x="20443" y="6729"/>
                </a:lnTo>
                <a:lnTo>
                  <a:pt x="19261" y="9243"/>
                </a:lnTo>
                <a:lnTo>
                  <a:pt x="18039" y="11682"/>
                </a:lnTo>
                <a:lnTo>
                  <a:pt x="16755" y="14051"/>
                </a:lnTo>
                <a:lnTo>
                  <a:pt x="15388" y="16341"/>
                </a:lnTo>
                <a:lnTo>
                  <a:pt x="13926" y="18560"/>
                </a:lnTo>
                <a:lnTo>
                  <a:pt x="12343" y="20706"/>
                </a:lnTo>
                <a:lnTo>
                  <a:pt x="10171" y="21285"/>
                </a:lnTo>
                <a:lnTo>
                  <a:pt x="8165" y="21567"/>
                </a:lnTo>
                <a:lnTo>
                  <a:pt x="6239" y="21600"/>
                </a:lnTo>
                <a:lnTo>
                  <a:pt x="4298" y="21430"/>
                </a:lnTo>
                <a:lnTo>
                  <a:pt x="2249" y="21115"/>
                </a:lnTo>
                <a:lnTo>
                  <a:pt x="0" y="20706"/>
                </a:lnTo>
                <a:lnTo>
                  <a:pt x="0" y="17968"/>
                </a:lnTo>
                <a:lnTo>
                  <a:pt x="0" y="15214"/>
                </a:lnTo>
                <a:lnTo>
                  <a:pt x="0" y="12423"/>
                </a:lnTo>
                <a:lnTo>
                  <a:pt x="1907" y="11554"/>
                </a:lnTo>
                <a:lnTo>
                  <a:pt x="3799" y="10920"/>
                </a:lnTo>
                <a:lnTo>
                  <a:pt x="5702" y="10452"/>
                </a:lnTo>
                <a:lnTo>
                  <a:pt x="7643" y="10071"/>
                </a:lnTo>
                <a:lnTo>
                  <a:pt x="9643" y="9707"/>
                </a:lnTo>
                <a:lnTo>
                  <a:pt x="10312" y="9351"/>
                </a:lnTo>
                <a:lnTo>
                  <a:pt x="12343" y="8282"/>
                </a:lnTo>
                <a:lnTo>
                  <a:pt x="12343" y="5545"/>
                </a:lnTo>
                <a:lnTo>
                  <a:pt x="12343" y="2791"/>
                </a:lnTo>
                <a:lnTo>
                  <a:pt x="12343" y="0"/>
                </a:lnTo>
                <a:close/>
              </a:path>
            </a:pathLst>
          </a:custGeom>
          <a:solidFill>
            <a:srgbClr val="393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7" name="contour_14245"/>
          <p:cNvSpPr/>
          <p:nvPr/>
        </p:nvSpPr>
        <p:spPr>
          <a:xfrm>
            <a:off x="4703841" y="5073579"/>
            <a:ext cx="51016" cy="425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09" y="809"/>
                </a:moveTo>
                <a:lnTo>
                  <a:pt x="17854" y="1571"/>
                </a:lnTo>
                <a:lnTo>
                  <a:pt x="19715" y="2343"/>
                </a:lnTo>
                <a:lnTo>
                  <a:pt x="21600" y="3120"/>
                </a:lnTo>
                <a:lnTo>
                  <a:pt x="20239" y="5152"/>
                </a:lnTo>
                <a:lnTo>
                  <a:pt x="18881" y="7189"/>
                </a:lnTo>
                <a:lnTo>
                  <a:pt x="17521" y="9225"/>
                </a:lnTo>
                <a:lnTo>
                  <a:pt x="16157" y="11266"/>
                </a:lnTo>
                <a:lnTo>
                  <a:pt x="14790" y="13317"/>
                </a:lnTo>
                <a:lnTo>
                  <a:pt x="13417" y="15372"/>
                </a:lnTo>
                <a:lnTo>
                  <a:pt x="12037" y="17438"/>
                </a:lnTo>
                <a:lnTo>
                  <a:pt x="10652" y="19512"/>
                </a:lnTo>
                <a:lnTo>
                  <a:pt x="9257" y="21600"/>
                </a:lnTo>
                <a:lnTo>
                  <a:pt x="9257" y="19405"/>
                </a:lnTo>
                <a:lnTo>
                  <a:pt x="9257" y="17202"/>
                </a:lnTo>
                <a:lnTo>
                  <a:pt x="9257" y="14991"/>
                </a:lnTo>
                <a:lnTo>
                  <a:pt x="9257" y="12763"/>
                </a:lnTo>
                <a:lnTo>
                  <a:pt x="9257" y="10512"/>
                </a:lnTo>
                <a:lnTo>
                  <a:pt x="6958" y="9262"/>
                </a:lnTo>
                <a:lnTo>
                  <a:pt x="5329" y="8446"/>
                </a:lnTo>
                <a:lnTo>
                  <a:pt x="3922" y="7884"/>
                </a:lnTo>
                <a:lnTo>
                  <a:pt x="2296" y="7400"/>
                </a:lnTo>
                <a:lnTo>
                  <a:pt x="0" y="6816"/>
                </a:lnTo>
                <a:lnTo>
                  <a:pt x="2009" y="4820"/>
                </a:lnTo>
                <a:lnTo>
                  <a:pt x="3869" y="3145"/>
                </a:lnTo>
                <a:lnTo>
                  <a:pt x="5650" y="1807"/>
                </a:lnTo>
                <a:lnTo>
                  <a:pt x="7427" y="824"/>
                </a:lnTo>
                <a:lnTo>
                  <a:pt x="9279" y="218"/>
                </a:lnTo>
                <a:lnTo>
                  <a:pt x="11275" y="0"/>
                </a:lnTo>
                <a:lnTo>
                  <a:pt x="13494" y="192"/>
                </a:lnTo>
                <a:lnTo>
                  <a:pt x="16009" y="809"/>
                </a:lnTo>
                <a:close/>
              </a:path>
            </a:pathLst>
          </a:custGeom>
          <a:solidFill>
            <a:srgbClr val="9392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8" name="contour_14246"/>
          <p:cNvSpPr/>
          <p:nvPr/>
        </p:nvSpPr>
        <p:spPr>
          <a:xfrm>
            <a:off x="3902162" y="5065154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151"/>
                </a:lnTo>
                <a:lnTo>
                  <a:pt x="2341" y="292"/>
                </a:lnTo>
                <a:lnTo>
                  <a:pt x="3646" y="456"/>
                </a:lnTo>
                <a:lnTo>
                  <a:pt x="5374" y="672"/>
                </a:lnTo>
                <a:lnTo>
                  <a:pt x="7780" y="972"/>
                </a:lnTo>
                <a:lnTo>
                  <a:pt x="11115" y="1390"/>
                </a:lnTo>
                <a:lnTo>
                  <a:pt x="15638" y="1955"/>
                </a:lnTo>
                <a:lnTo>
                  <a:pt x="21600" y="2700"/>
                </a:lnTo>
                <a:lnTo>
                  <a:pt x="20688" y="2751"/>
                </a:lnTo>
                <a:lnTo>
                  <a:pt x="19077" y="2838"/>
                </a:lnTo>
                <a:lnTo>
                  <a:pt x="15388" y="3038"/>
                </a:lnTo>
                <a:lnTo>
                  <a:pt x="12079" y="4220"/>
                </a:lnTo>
                <a:lnTo>
                  <a:pt x="9979" y="5133"/>
                </a:lnTo>
                <a:lnTo>
                  <a:pt x="8679" y="6067"/>
                </a:lnTo>
                <a:lnTo>
                  <a:pt x="7759" y="7320"/>
                </a:lnTo>
                <a:lnTo>
                  <a:pt x="6817" y="9185"/>
                </a:lnTo>
                <a:lnTo>
                  <a:pt x="6376" y="10957"/>
                </a:lnTo>
                <a:lnTo>
                  <a:pt x="5962" y="12725"/>
                </a:lnTo>
                <a:lnTo>
                  <a:pt x="5577" y="14494"/>
                </a:lnTo>
                <a:lnTo>
                  <a:pt x="5219" y="16265"/>
                </a:lnTo>
                <a:lnTo>
                  <a:pt x="4890" y="18039"/>
                </a:lnTo>
                <a:lnTo>
                  <a:pt x="4588" y="19815"/>
                </a:lnTo>
                <a:lnTo>
                  <a:pt x="4320" y="21600"/>
                </a:lnTo>
                <a:lnTo>
                  <a:pt x="2177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8685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49" name="contour_14247"/>
          <p:cNvSpPr/>
          <p:nvPr/>
        </p:nvSpPr>
        <p:spPr>
          <a:xfrm>
            <a:off x="1059845" y="5051300"/>
            <a:ext cx="37591" cy="357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80" y="115"/>
                </a:moveTo>
                <a:lnTo>
                  <a:pt x="17082" y="1388"/>
                </a:lnTo>
                <a:lnTo>
                  <a:pt x="18995" y="2671"/>
                </a:lnTo>
                <a:lnTo>
                  <a:pt x="20938" y="3971"/>
                </a:lnTo>
                <a:lnTo>
                  <a:pt x="21386" y="6999"/>
                </a:lnTo>
                <a:lnTo>
                  <a:pt x="21592" y="9885"/>
                </a:lnTo>
                <a:lnTo>
                  <a:pt x="21600" y="12711"/>
                </a:lnTo>
                <a:lnTo>
                  <a:pt x="21462" y="15553"/>
                </a:lnTo>
                <a:lnTo>
                  <a:pt x="21223" y="18493"/>
                </a:lnTo>
                <a:lnTo>
                  <a:pt x="20938" y="21600"/>
                </a:lnTo>
                <a:lnTo>
                  <a:pt x="18451" y="21600"/>
                </a:lnTo>
                <a:lnTo>
                  <a:pt x="15955" y="21600"/>
                </a:lnTo>
                <a:lnTo>
                  <a:pt x="13451" y="21600"/>
                </a:lnTo>
                <a:lnTo>
                  <a:pt x="10926" y="21600"/>
                </a:lnTo>
                <a:lnTo>
                  <a:pt x="8375" y="21600"/>
                </a:lnTo>
                <a:lnTo>
                  <a:pt x="8375" y="18687"/>
                </a:lnTo>
                <a:lnTo>
                  <a:pt x="8375" y="15756"/>
                </a:lnTo>
                <a:lnTo>
                  <a:pt x="8375" y="12785"/>
                </a:lnTo>
                <a:lnTo>
                  <a:pt x="5888" y="11168"/>
                </a:lnTo>
                <a:lnTo>
                  <a:pt x="4188" y="10168"/>
                </a:lnTo>
                <a:lnTo>
                  <a:pt x="2487" y="9379"/>
                </a:lnTo>
                <a:lnTo>
                  <a:pt x="0" y="8378"/>
                </a:lnTo>
                <a:lnTo>
                  <a:pt x="2291" y="5298"/>
                </a:lnTo>
                <a:lnTo>
                  <a:pt x="4284" y="2979"/>
                </a:lnTo>
                <a:lnTo>
                  <a:pt x="6277" y="1371"/>
                </a:lnTo>
                <a:lnTo>
                  <a:pt x="8564" y="401"/>
                </a:lnTo>
                <a:lnTo>
                  <a:pt x="11432" y="0"/>
                </a:lnTo>
                <a:lnTo>
                  <a:pt x="15180" y="115"/>
                </a:lnTo>
                <a:close/>
              </a:path>
            </a:pathLst>
          </a:custGeom>
          <a:solidFill>
            <a:srgbClr val="7B77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0" name="contour_14248"/>
          <p:cNvSpPr/>
          <p:nvPr/>
        </p:nvSpPr>
        <p:spPr>
          <a:xfrm>
            <a:off x="9528164" y="5064440"/>
            <a:ext cx="3840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71" y="0"/>
                </a:moveTo>
                <a:lnTo>
                  <a:pt x="10751" y="105"/>
                </a:lnTo>
                <a:lnTo>
                  <a:pt x="13231" y="211"/>
                </a:lnTo>
                <a:lnTo>
                  <a:pt x="15714" y="311"/>
                </a:lnTo>
                <a:lnTo>
                  <a:pt x="18194" y="416"/>
                </a:lnTo>
                <a:lnTo>
                  <a:pt x="20678" y="517"/>
                </a:lnTo>
                <a:lnTo>
                  <a:pt x="21293" y="4280"/>
                </a:lnTo>
                <a:lnTo>
                  <a:pt x="21600" y="6984"/>
                </a:lnTo>
                <a:lnTo>
                  <a:pt x="21600" y="9387"/>
                </a:lnTo>
                <a:lnTo>
                  <a:pt x="21293" y="12249"/>
                </a:lnTo>
                <a:lnTo>
                  <a:pt x="20678" y="16329"/>
                </a:lnTo>
                <a:lnTo>
                  <a:pt x="18169" y="17452"/>
                </a:lnTo>
                <a:lnTo>
                  <a:pt x="15657" y="18390"/>
                </a:lnTo>
                <a:lnTo>
                  <a:pt x="13128" y="19175"/>
                </a:lnTo>
                <a:lnTo>
                  <a:pt x="10583" y="19829"/>
                </a:lnTo>
                <a:lnTo>
                  <a:pt x="8017" y="20377"/>
                </a:lnTo>
                <a:lnTo>
                  <a:pt x="5431" y="20836"/>
                </a:lnTo>
                <a:lnTo>
                  <a:pt x="2820" y="21236"/>
                </a:lnTo>
                <a:lnTo>
                  <a:pt x="184" y="21600"/>
                </a:lnTo>
                <a:lnTo>
                  <a:pt x="61" y="17837"/>
                </a:lnTo>
                <a:lnTo>
                  <a:pt x="0" y="15133"/>
                </a:lnTo>
                <a:lnTo>
                  <a:pt x="0" y="12729"/>
                </a:lnTo>
                <a:lnTo>
                  <a:pt x="61" y="9867"/>
                </a:lnTo>
                <a:lnTo>
                  <a:pt x="184" y="5787"/>
                </a:lnTo>
                <a:lnTo>
                  <a:pt x="2615" y="2736"/>
                </a:lnTo>
                <a:lnTo>
                  <a:pt x="4267" y="1112"/>
                </a:lnTo>
                <a:lnTo>
                  <a:pt x="5902" y="385"/>
                </a:lnTo>
                <a:lnTo>
                  <a:pt x="8271" y="0"/>
                </a:lnTo>
                <a:close/>
              </a:path>
            </a:pathLst>
          </a:custGeom>
          <a:solidFill>
            <a:srgbClr val="A0C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1" name="contour_14249"/>
          <p:cNvSpPr/>
          <p:nvPr/>
        </p:nvSpPr>
        <p:spPr>
          <a:xfrm>
            <a:off x="6562279" y="506515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18031"/>
                </a:lnTo>
                <a:lnTo>
                  <a:pt x="7200" y="14440"/>
                </a:lnTo>
                <a:lnTo>
                  <a:pt x="7200" y="10800"/>
                </a:lnTo>
                <a:lnTo>
                  <a:pt x="5062" y="8818"/>
                </a:lnTo>
                <a:lnTo>
                  <a:pt x="3600" y="7592"/>
                </a:lnTo>
                <a:lnTo>
                  <a:pt x="2138" y="6626"/>
                </a:lnTo>
                <a:lnTo>
                  <a:pt x="0" y="5400"/>
                </a:lnTo>
                <a:lnTo>
                  <a:pt x="2228" y="4509"/>
                </a:lnTo>
                <a:lnTo>
                  <a:pt x="4475" y="3613"/>
                </a:lnTo>
                <a:lnTo>
                  <a:pt x="6750" y="2700"/>
                </a:lnTo>
                <a:lnTo>
                  <a:pt x="8633" y="1944"/>
                </a:lnTo>
                <a:lnTo>
                  <a:pt x="10548" y="1183"/>
                </a:lnTo>
                <a:lnTo>
                  <a:pt x="12485" y="605"/>
                </a:lnTo>
                <a:lnTo>
                  <a:pt x="14029" y="254"/>
                </a:lnTo>
                <a:lnTo>
                  <a:pt x="15710" y="76"/>
                </a:lnTo>
                <a:lnTo>
                  <a:pt x="18054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79A8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2" name="contour_14250"/>
          <p:cNvSpPr/>
          <p:nvPr/>
        </p:nvSpPr>
        <p:spPr>
          <a:xfrm>
            <a:off x="4660113" y="506515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54" y="2674"/>
                </a:lnTo>
                <a:lnTo>
                  <a:pt x="20707" y="5348"/>
                </a:lnTo>
                <a:lnTo>
                  <a:pt x="20261" y="8031"/>
                </a:lnTo>
                <a:lnTo>
                  <a:pt x="19814" y="10718"/>
                </a:lnTo>
                <a:lnTo>
                  <a:pt x="19364" y="13418"/>
                </a:lnTo>
                <a:lnTo>
                  <a:pt x="18911" y="16131"/>
                </a:lnTo>
                <a:lnTo>
                  <a:pt x="18457" y="18857"/>
                </a:lnTo>
                <a:lnTo>
                  <a:pt x="18000" y="21600"/>
                </a:lnTo>
                <a:lnTo>
                  <a:pt x="17107" y="19462"/>
                </a:lnTo>
                <a:lnTo>
                  <a:pt x="16214" y="17315"/>
                </a:lnTo>
                <a:lnTo>
                  <a:pt x="15311" y="15150"/>
                </a:lnTo>
                <a:lnTo>
                  <a:pt x="14400" y="12960"/>
                </a:lnTo>
                <a:lnTo>
                  <a:pt x="12312" y="11435"/>
                </a:lnTo>
                <a:lnTo>
                  <a:pt x="10847" y="10450"/>
                </a:lnTo>
                <a:lnTo>
                  <a:pt x="9299" y="9573"/>
                </a:lnTo>
                <a:lnTo>
                  <a:pt x="6977" y="8372"/>
                </a:lnTo>
                <a:lnTo>
                  <a:pt x="4644" y="7158"/>
                </a:lnTo>
                <a:lnTo>
                  <a:pt x="3139" y="6333"/>
                </a:lnTo>
                <a:lnTo>
                  <a:pt x="1811" y="5512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5D5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3" name="contour_14251"/>
          <p:cNvSpPr/>
          <p:nvPr/>
        </p:nvSpPr>
        <p:spPr>
          <a:xfrm>
            <a:off x="9696115" y="4999562"/>
            <a:ext cx="3184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32" y="0"/>
                </a:moveTo>
                <a:lnTo>
                  <a:pt x="17284" y="0"/>
                </a:lnTo>
                <a:lnTo>
                  <a:pt x="19776" y="0"/>
                </a:lnTo>
                <a:lnTo>
                  <a:pt x="19998" y="1369"/>
                </a:lnTo>
                <a:lnTo>
                  <a:pt x="20201" y="2739"/>
                </a:lnTo>
                <a:lnTo>
                  <a:pt x="20389" y="4106"/>
                </a:lnTo>
                <a:lnTo>
                  <a:pt x="20562" y="5476"/>
                </a:lnTo>
                <a:lnTo>
                  <a:pt x="20725" y="6843"/>
                </a:lnTo>
                <a:lnTo>
                  <a:pt x="20873" y="8214"/>
                </a:lnTo>
                <a:lnTo>
                  <a:pt x="21012" y="9586"/>
                </a:lnTo>
                <a:lnTo>
                  <a:pt x="21264" y="10951"/>
                </a:lnTo>
                <a:lnTo>
                  <a:pt x="21516" y="12340"/>
                </a:lnTo>
                <a:lnTo>
                  <a:pt x="21600" y="13848"/>
                </a:lnTo>
                <a:lnTo>
                  <a:pt x="21565" y="15258"/>
                </a:lnTo>
                <a:lnTo>
                  <a:pt x="21318" y="16626"/>
                </a:lnTo>
                <a:lnTo>
                  <a:pt x="20750" y="18001"/>
                </a:lnTo>
                <a:lnTo>
                  <a:pt x="19776" y="19440"/>
                </a:lnTo>
                <a:lnTo>
                  <a:pt x="16513" y="20148"/>
                </a:lnTo>
                <a:lnTo>
                  <a:pt x="13398" y="20652"/>
                </a:lnTo>
                <a:lnTo>
                  <a:pt x="10308" y="21000"/>
                </a:lnTo>
                <a:lnTo>
                  <a:pt x="7129" y="21241"/>
                </a:lnTo>
                <a:lnTo>
                  <a:pt x="3733" y="21425"/>
                </a:lnTo>
                <a:lnTo>
                  <a:pt x="0" y="21600"/>
                </a:lnTo>
                <a:lnTo>
                  <a:pt x="1533" y="20440"/>
                </a:lnTo>
                <a:lnTo>
                  <a:pt x="3075" y="19274"/>
                </a:lnTo>
                <a:lnTo>
                  <a:pt x="4637" y="18090"/>
                </a:lnTo>
                <a:lnTo>
                  <a:pt x="6091" y="16759"/>
                </a:lnTo>
                <a:lnTo>
                  <a:pt x="7381" y="15418"/>
                </a:lnTo>
                <a:lnTo>
                  <a:pt x="8523" y="14068"/>
                </a:lnTo>
                <a:lnTo>
                  <a:pt x="9527" y="12709"/>
                </a:lnTo>
                <a:lnTo>
                  <a:pt x="10412" y="11340"/>
                </a:lnTo>
                <a:lnTo>
                  <a:pt x="11193" y="9960"/>
                </a:lnTo>
                <a:lnTo>
                  <a:pt x="11880" y="8569"/>
                </a:lnTo>
                <a:lnTo>
                  <a:pt x="12483" y="7169"/>
                </a:lnTo>
                <a:lnTo>
                  <a:pt x="13027" y="5756"/>
                </a:lnTo>
                <a:lnTo>
                  <a:pt x="13522" y="4335"/>
                </a:lnTo>
                <a:lnTo>
                  <a:pt x="13976" y="2901"/>
                </a:lnTo>
                <a:lnTo>
                  <a:pt x="14407" y="1456"/>
                </a:lnTo>
                <a:lnTo>
                  <a:pt x="14832" y="0"/>
                </a:lnTo>
                <a:close/>
              </a:path>
            </a:pathLst>
          </a:custGeom>
          <a:solidFill>
            <a:srgbClr val="DBDA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4" name="contour_14252"/>
          <p:cNvSpPr/>
          <p:nvPr/>
        </p:nvSpPr>
        <p:spPr>
          <a:xfrm>
            <a:off x="8508173" y="503600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7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5" name="contour_14253"/>
          <p:cNvSpPr/>
          <p:nvPr/>
        </p:nvSpPr>
        <p:spPr>
          <a:xfrm>
            <a:off x="4441474" y="5043290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603" y="2061"/>
                </a:lnTo>
                <a:lnTo>
                  <a:pt x="8016" y="4152"/>
                </a:lnTo>
                <a:lnTo>
                  <a:pt x="8976" y="6774"/>
                </a:lnTo>
                <a:lnTo>
                  <a:pt x="9758" y="8303"/>
                </a:lnTo>
                <a:lnTo>
                  <a:pt x="10781" y="9323"/>
                </a:lnTo>
                <a:lnTo>
                  <a:pt x="12458" y="10428"/>
                </a:lnTo>
                <a:lnTo>
                  <a:pt x="14093" y="10882"/>
                </a:lnTo>
                <a:lnTo>
                  <a:pt x="15749" y="11340"/>
                </a:lnTo>
                <a:lnTo>
                  <a:pt x="17393" y="11828"/>
                </a:lnTo>
                <a:lnTo>
                  <a:pt x="19058" y="12321"/>
                </a:lnTo>
                <a:lnTo>
                  <a:pt x="19692" y="12480"/>
                </a:lnTo>
                <a:lnTo>
                  <a:pt x="21600" y="12960"/>
                </a:lnTo>
                <a:lnTo>
                  <a:pt x="20482" y="15660"/>
                </a:lnTo>
                <a:lnTo>
                  <a:pt x="19608" y="17457"/>
                </a:lnTo>
                <a:lnTo>
                  <a:pt x="18530" y="19168"/>
                </a:lnTo>
                <a:lnTo>
                  <a:pt x="16800" y="21600"/>
                </a:lnTo>
                <a:lnTo>
                  <a:pt x="15238" y="21168"/>
                </a:lnTo>
                <a:lnTo>
                  <a:pt x="13776" y="20684"/>
                </a:lnTo>
                <a:lnTo>
                  <a:pt x="12370" y="20127"/>
                </a:lnTo>
                <a:lnTo>
                  <a:pt x="10982" y="19475"/>
                </a:lnTo>
                <a:lnTo>
                  <a:pt x="9571" y="18714"/>
                </a:lnTo>
                <a:lnTo>
                  <a:pt x="8100" y="17820"/>
                </a:lnTo>
                <a:lnTo>
                  <a:pt x="7512" y="17483"/>
                </a:lnTo>
                <a:lnTo>
                  <a:pt x="5738" y="16455"/>
                </a:lnTo>
                <a:lnTo>
                  <a:pt x="4298" y="15604"/>
                </a:lnTo>
                <a:lnTo>
                  <a:pt x="2863" y="14736"/>
                </a:lnTo>
                <a:lnTo>
                  <a:pt x="1430" y="13850"/>
                </a:lnTo>
                <a:lnTo>
                  <a:pt x="0" y="12960"/>
                </a:lnTo>
                <a:lnTo>
                  <a:pt x="528" y="12722"/>
                </a:lnTo>
                <a:lnTo>
                  <a:pt x="1462" y="12303"/>
                </a:lnTo>
                <a:lnTo>
                  <a:pt x="3600" y="11340"/>
                </a:lnTo>
                <a:lnTo>
                  <a:pt x="4790" y="10450"/>
                </a:lnTo>
                <a:lnTo>
                  <a:pt x="5986" y="9547"/>
                </a:lnTo>
                <a:lnTo>
                  <a:pt x="7200" y="8640"/>
                </a:lnTo>
                <a:lnTo>
                  <a:pt x="7200" y="5784"/>
                </a:lnTo>
                <a:lnTo>
                  <a:pt x="7200" y="2912"/>
                </a:lnTo>
                <a:lnTo>
                  <a:pt x="7200" y="0"/>
                </a:lnTo>
                <a:close/>
              </a:path>
            </a:pathLst>
          </a:custGeom>
          <a:solidFill>
            <a:srgbClr val="5050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6" name="contour_14254"/>
          <p:cNvSpPr/>
          <p:nvPr/>
        </p:nvSpPr>
        <p:spPr>
          <a:xfrm>
            <a:off x="11501934" y="5036002"/>
            <a:ext cx="3235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0" y="0"/>
                </a:moveTo>
                <a:lnTo>
                  <a:pt x="4091" y="781"/>
                </a:lnTo>
                <a:lnTo>
                  <a:pt x="7020" y="1602"/>
                </a:lnTo>
                <a:lnTo>
                  <a:pt x="9866" y="2484"/>
                </a:lnTo>
                <a:lnTo>
                  <a:pt x="12629" y="3460"/>
                </a:lnTo>
                <a:lnTo>
                  <a:pt x="15324" y="4554"/>
                </a:lnTo>
                <a:lnTo>
                  <a:pt x="17956" y="5789"/>
                </a:lnTo>
                <a:lnTo>
                  <a:pt x="20530" y="7200"/>
                </a:lnTo>
                <a:lnTo>
                  <a:pt x="21245" y="9716"/>
                </a:lnTo>
                <a:lnTo>
                  <a:pt x="21576" y="12053"/>
                </a:lnTo>
                <a:lnTo>
                  <a:pt x="21600" y="14310"/>
                </a:lnTo>
                <a:lnTo>
                  <a:pt x="21386" y="16585"/>
                </a:lnTo>
                <a:lnTo>
                  <a:pt x="21006" y="18979"/>
                </a:lnTo>
                <a:lnTo>
                  <a:pt x="20530" y="21600"/>
                </a:lnTo>
                <a:lnTo>
                  <a:pt x="17509" y="20819"/>
                </a:lnTo>
                <a:lnTo>
                  <a:pt x="14580" y="19998"/>
                </a:lnTo>
                <a:lnTo>
                  <a:pt x="11734" y="19116"/>
                </a:lnTo>
                <a:lnTo>
                  <a:pt x="8971" y="18140"/>
                </a:lnTo>
                <a:lnTo>
                  <a:pt x="6276" y="17046"/>
                </a:lnTo>
                <a:lnTo>
                  <a:pt x="3644" y="15811"/>
                </a:lnTo>
                <a:lnTo>
                  <a:pt x="1070" y="14400"/>
                </a:lnTo>
                <a:lnTo>
                  <a:pt x="355" y="11884"/>
                </a:lnTo>
                <a:lnTo>
                  <a:pt x="24" y="9547"/>
                </a:lnTo>
                <a:lnTo>
                  <a:pt x="0" y="7290"/>
                </a:lnTo>
                <a:lnTo>
                  <a:pt x="214" y="5015"/>
                </a:lnTo>
                <a:lnTo>
                  <a:pt x="594" y="2621"/>
                </a:lnTo>
                <a:lnTo>
                  <a:pt x="1070" y="0"/>
                </a:lnTo>
                <a:close/>
              </a:path>
            </a:pathLst>
          </a:custGeom>
          <a:solidFill>
            <a:srgbClr val="F6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7" name="contour_14255"/>
          <p:cNvSpPr/>
          <p:nvPr/>
        </p:nvSpPr>
        <p:spPr>
          <a:xfrm>
            <a:off x="9594084" y="503600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734"/>
                </a:lnTo>
                <a:lnTo>
                  <a:pt x="4327" y="1482"/>
                </a:lnTo>
                <a:lnTo>
                  <a:pt x="6487" y="2238"/>
                </a:lnTo>
                <a:lnTo>
                  <a:pt x="8644" y="3007"/>
                </a:lnTo>
                <a:lnTo>
                  <a:pt x="10800" y="3780"/>
                </a:lnTo>
                <a:lnTo>
                  <a:pt x="12809" y="4480"/>
                </a:lnTo>
                <a:lnTo>
                  <a:pt x="14828" y="5188"/>
                </a:lnTo>
                <a:lnTo>
                  <a:pt x="16877" y="5905"/>
                </a:lnTo>
                <a:lnTo>
                  <a:pt x="18436" y="6808"/>
                </a:lnTo>
                <a:lnTo>
                  <a:pt x="20009" y="7720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9246" y="19259"/>
                </a:lnTo>
                <a:lnTo>
                  <a:pt x="17507" y="20472"/>
                </a:lnTo>
                <a:lnTo>
                  <a:pt x="15865" y="21129"/>
                </a:lnTo>
                <a:lnTo>
                  <a:pt x="13802" y="21436"/>
                </a:lnTo>
                <a:lnTo>
                  <a:pt x="10800" y="21600"/>
                </a:lnTo>
                <a:lnTo>
                  <a:pt x="9338" y="19371"/>
                </a:lnTo>
                <a:lnTo>
                  <a:pt x="7967" y="17090"/>
                </a:lnTo>
                <a:lnTo>
                  <a:pt x="6678" y="14766"/>
                </a:lnTo>
                <a:lnTo>
                  <a:pt x="5458" y="12398"/>
                </a:lnTo>
                <a:lnTo>
                  <a:pt x="4295" y="9988"/>
                </a:lnTo>
                <a:lnTo>
                  <a:pt x="3179" y="7543"/>
                </a:lnTo>
                <a:lnTo>
                  <a:pt x="2099" y="5063"/>
                </a:lnTo>
                <a:lnTo>
                  <a:pt x="1044" y="2544"/>
                </a:lnTo>
                <a:lnTo>
                  <a:pt x="0" y="0"/>
                </a:lnTo>
                <a:close/>
              </a:path>
            </a:pathLst>
          </a:custGeom>
          <a:solidFill>
            <a:srgbClr val="9AA2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8" name="contour_14256"/>
          <p:cNvSpPr/>
          <p:nvPr/>
        </p:nvSpPr>
        <p:spPr>
          <a:xfrm>
            <a:off x="615278" y="504329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2856"/>
                </a:lnTo>
                <a:lnTo>
                  <a:pt x="12960" y="5728"/>
                </a:lnTo>
                <a:lnTo>
                  <a:pt x="12960" y="8640"/>
                </a:lnTo>
                <a:lnTo>
                  <a:pt x="15098" y="9711"/>
                </a:lnTo>
                <a:lnTo>
                  <a:pt x="17250" y="10783"/>
                </a:lnTo>
                <a:lnTo>
                  <a:pt x="19410" y="11867"/>
                </a:lnTo>
                <a:lnTo>
                  <a:pt x="21600" y="12960"/>
                </a:lnTo>
                <a:lnTo>
                  <a:pt x="20503" y="13509"/>
                </a:lnTo>
                <a:lnTo>
                  <a:pt x="19453" y="14036"/>
                </a:lnTo>
                <a:lnTo>
                  <a:pt x="18144" y="14688"/>
                </a:lnTo>
                <a:lnTo>
                  <a:pt x="16282" y="15621"/>
                </a:lnTo>
                <a:lnTo>
                  <a:pt x="13556" y="16982"/>
                </a:lnTo>
                <a:lnTo>
                  <a:pt x="9672" y="18926"/>
                </a:lnTo>
                <a:lnTo>
                  <a:pt x="4320" y="21600"/>
                </a:lnTo>
                <a:lnTo>
                  <a:pt x="2717" y="16070"/>
                </a:lnTo>
                <a:lnTo>
                  <a:pt x="1629" y="12243"/>
                </a:lnTo>
                <a:lnTo>
                  <a:pt x="933" y="9634"/>
                </a:lnTo>
                <a:lnTo>
                  <a:pt x="510" y="7763"/>
                </a:lnTo>
                <a:lnTo>
                  <a:pt x="238" y="6152"/>
                </a:lnTo>
                <a:lnTo>
                  <a:pt x="0" y="4320"/>
                </a:lnTo>
                <a:lnTo>
                  <a:pt x="2143" y="2177"/>
                </a:lnTo>
                <a:lnTo>
                  <a:pt x="4320" y="0"/>
                </a:lnTo>
                <a:close/>
              </a:path>
            </a:pathLst>
          </a:custGeom>
          <a:solidFill>
            <a:srgbClr val="D3D9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59" name="contour_14257"/>
          <p:cNvSpPr/>
          <p:nvPr/>
        </p:nvSpPr>
        <p:spPr>
          <a:xfrm>
            <a:off x="4303002" y="500685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713"/>
                </a:lnTo>
                <a:lnTo>
                  <a:pt x="9461" y="1429"/>
                </a:lnTo>
                <a:lnTo>
                  <a:pt x="12044" y="2146"/>
                </a:lnTo>
                <a:lnTo>
                  <a:pt x="14649" y="2869"/>
                </a:lnTo>
                <a:lnTo>
                  <a:pt x="17280" y="3600"/>
                </a:lnTo>
                <a:lnTo>
                  <a:pt x="15137" y="5386"/>
                </a:lnTo>
                <a:lnTo>
                  <a:pt x="12960" y="7200"/>
                </a:lnTo>
                <a:lnTo>
                  <a:pt x="15098" y="8093"/>
                </a:lnTo>
                <a:lnTo>
                  <a:pt x="17245" y="8986"/>
                </a:lnTo>
                <a:lnTo>
                  <a:pt x="19410" y="9889"/>
                </a:lnTo>
                <a:lnTo>
                  <a:pt x="21600" y="10800"/>
                </a:lnTo>
                <a:lnTo>
                  <a:pt x="20745" y="12938"/>
                </a:lnTo>
                <a:lnTo>
                  <a:pt x="19885" y="15084"/>
                </a:lnTo>
                <a:lnTo>
                  <a:pt x="19025" y="17237"/>
                </a:lnTo>
                <a:lnTo>
                  <a:pt x="18157" y="19408"/>
                </a:lnTo>
                <a:lnTo>
                  <a:pt x="17280" y="21600"/>
                </a:lnTo>
                <a:lnTo>
                  <a:pt x="14571" y="20848"/>
                </a:lnTo>
                <a:lnTo>
                  <a:pt x="11949" y="20056"/>
                </a:lnTo>
                <a:lnTo>
                  <a:pt x="9405" y="19199"/>
                </a:lnTo>
                <a:lnTo>
                  <a:pt x="6942" y="18238"/>
                </a:lnTo>
                <a:lnTo>
                  <a:pt x="4553" y="17143"/>
                </a:lnTo>
                <a:lnTo>
                  <a:pt x="2242" y="15872"/>
                </a:lnTo>
                <a:lnTo>
                  <a:pt x="0" y="14400"/>
                </a:lnTo>
                <a:lnTo>
                  <a:pt x="48" y="11822"/>
                </a:lnTo>
                <a:lnTo>
                  <a:pt x="428" y="9374"/>
                </a:lnTo>
                <a:lnTo>
                  <a:pt x="1093" y="7009"/>
                </a:lnTo>
                <a:lnTo>
                  <a:pt x="1996" y="4691"/>
                </a:lnTo>
                <a:lnTo>
                  <a:pt x="3084" y="2369"/>
                </a:lnTo>
                <a:lnTo>
                  <a:pt x="4320" y="0"/>
                </a:lnTo>
                <a:close/>
              </a:path>
            </a:pathLst>
          </a:custGeom>
          <a:solidFill>
            <a:srgbClr val="6865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0" name="contour_14258"/>
          <p:cNvSpPr/>
          <p:nvPr/>
        </p:nvSpPr>
        <p:spPr>
          <a:xfrm>
            <a:off x="2065588" y="502871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45" y="0"/>
                </a:lnTo>
                <a:lnTo>
                  <a:pt x="8694" y="0"/>
                </a:lnTo>
                <a:lnTo>
                  <a:pt x="11250" y="0"/>
                </a:lnTo>
                <a:lnTo>
                  <a:pt x="13817" y="0"/>
                </a:lnTo>
                <a:lnTo>
                  <a:pt x="16394" y="0"/>
                </a:lnTo>
                <a:lnTo>
                  <a:pt x="18986" y="0"/>
                </a:lnTo>
                <a:lnTo>
                  <a:pt x="21600" y="0"/>
                </a:lnTo>
                <a:lnTo>
                  <a:pt x="19462" y="713"/>
                </a:lnTo>
                <a:lnTo>
                  <a:pt x="17316" y="1429"/>
                </a:lnTo>
                <a:lnTo>
                  <a:pt x="15163" y="2146"/>
                </a:lnTo>
                <a:lnTo>
                  <a:pt x="12992" y="2869"/>
                </a:lnTo>
                <a:lnTo>
                  <a:pt x="10800" y="3600"/>
                </a:lnTo>
                <a:lnTo>
                  <a:pt x="11246" y="5828"/>
                </a:lnTo>
                <a:lnTo>
                  <a:pt x="11693" y="8057"/>
                </a:lnTo>
                <a:lnTo>
                  <a:pt x="12139" y="10292"/>
                </a:lnTo>
                <a:lnTo>
                  <a:pt x="12586" y="12532"/>
                </a:lnTo>
                <a:lnTo>
                  <a:pt x="13036" y="14782"/>
                </a:lnTo>
                <a:lnTo>
                  <a:pt x="13489" y="17042"/>
                </a:lnTo>
                <a:lnTo>
                  <a:pt x="13943" y="19314"/>
                </a:lnTo>
                <a:lnTo>
                  <a:pt x="14400" y="21600"/>
                </a:lnTo>
                <a:lnTo>
                  <a:pt x="12024" y="21006"/>
                </a:lnTo>
                <a:lnTo>
                  <a:pt x="9644" y="20412"/>
                </a:lnTo>
                <a:lnTo>
                  <a:pt x="7254" y="19814"/>
                </a:lnTo>
                <a:lnTo>
                  <a:pt x="4853" y="19213"/>
                </a:lnTo>
                <a:lnTo>
                  <a:pt x="2437" y="18608"/>
                </a:lnTo>
                <a:lnTo>
                  <a:pt x="0" y="18000"/>
                </a:lnTo>
                <a:lnTo>
                  <a:pt x="1897" y="17554"/>
                </a:lnTo>
                <a:lnTo>
                  <a:pt x="3823" y="17100"/>
                </a:lnTo>
                <a:lnTo>
                  <a:pt x="5501" y="15761"/>
                </a:lnTo>
                <a:lnTo>
                  <a:pt x="7200" y="14400"/>
                </a:lnTo>
                <a:lnTo>
                  <a:pt x="6876" y="11894"/>
                </a:lnTo>
                <a:lnTo>
                  <a:pt x="6408" y="9486"/>
                </a:lnTo>
                <a:lnTo>
                  <a:pt x="5818" y="7132"/>
                </a:lnTo>
                <a:lnTo>
                  <a:pt x="5137" y="4795"/>
                </a:lnTo>
                <a:lnTo>
                  <a:pt x="4388" y="2430"/>
                </a:lnTo>
                <a:lnTo>
                  <a:pt x="3600" y="0"/>
                </a:lnTo>
                <a:close/>
              </a:path>
            </a:pathLst>
          </a:custGeom>
          <a:solidFill>
            <a:srgbClr val="736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1" name="contour_14259"/>
          <p:cNvSpPr/>
          <p:nvPr/>
        </p:nvSpPr>
        <p:spPr>
          <a:xfrm>
            <a:off x="9455612" y="4997507"/>
            <a:ext cx="58304" cy="31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23"/>
                </a:moveTo>
                <a:lnTo>
                  <a:pt x="3472" y="742"/>
                </a:lnTo>
                <a:lnTo>
                  <a:pt x="6213" y="257"/>
                </a:lnTo>
                <a:lnTo>
                  <a:pt x="8359" y="0"/>
                </a:lnTo>
                <a:lnTo>
                  <a:pt x="10044" y="0"/>
                </a:lnTo>
                <a:lnTo>
                  <a:pt x="11399" y="282"/>
                </a:lnTo>
                <a:lnTo>
                  <a:pt x="12560" y="873"/>
                </a:lnTo>
                <a:lnTo>
                  <a:pt x="13657" y="1806"/>
                </a:lnTo>
                <a:lnTo>
                  <a:pt x="14826" y="3102"/>
                </a:lnTo>
                <a:lnTo>
                  <a:pt x="16200" y="4792"/>
                </a:lnTo>
                <a:lnTo>
                  <a:pt x="17296" y="6901"/>
                </a:lnTo>
                <a:lnTo>
                  <a:pt x="18125" y="8565"/>
                </a:lnTo>
                <a:lnTo>
                  <a:pt x="18946" y="10356"/>
                </a:lnTo>
                <a:lnTo>
                  <a:pt x="20018" y="12828"/>
                </a:lnTo>
                <a:lnTo>
                  <a:pt x="21600" y="16556"/>
                </a:lnTo>
                <a:lnTo>
                  <a:pt x="19818" y="17388"/>
                </a:lnTo>
                <a:lnTo>
                  <a:pt x="18033" y="18220"/>
                </a:lnTo>
                <a:lnTo>
                  <a:pt x="16241" y="19058"/>
                </a:lnTo>
                <a:lnTo>
                  <a:pt x="14440" y="19900"/>
                </a:lnTo>
                <a:lnTo>
                  <a:pt x="12628" y="20748"/>
                </a:lnTo>
                <a:lnTo>
                  <a:pt x="10800" y="21600"/>
                </a:lnTo>
                <a:lnTo>
                  <a:pt x="10800" y="18266"/>
                </a:lnTo>
                <a:lnTo>
                  <a:pt x="10800" y="14911"/>
                </a:lnTo>
                <a:lnTo>
                  <a:pt x="10800" y="11511"/>
                </a:lnTo>
                <a:lnTo>
                  <a:pt x="9018" y="11511"/>
                </a:lnTo>
                <a:lnTo>
                  <a:pt x="7233" y="11511"/>
                </a:lnTo>
                <a:lnTo>
                  <a:pt x="5441" y="11511"/>
                </a:lnTo>
                <a:lnTo>
                  <a:pt x="3640" y="11511"/>
                </a:lnTo>
                <a:lnTo>
                  <a:pt x="1828" y="11511"/>
                </a:lnTo>
                <a:lnTo>
                  <a:pt x="0" y="11511"/>
                </a:lnTo>
                <a:lnTo>
                  <a:pt x="0" y="8177"/>
                </a:lnTo>
                <a:lnTo>
                  <a:pt x="0" y="4822"/>
                </a:lnTo>
                <a:lnTo>
                  <a:pt x="0" y="1423"/>
                </a:lnTo>
                <a:close/>
              </a:path>
            </a:pathLst>
          </a:custGeom>
          <a:solidFill>
            <a:srgbClr val="B3C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2" name="contour_14260"/>
          <p:cNvSpPr/>
          <p:nvPr/>
        </p:nvSpPr>
        <p:spPr>
          <a:xfrm>
            <a:off x="8034453" y="499227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512" y="2825"/>
                </a:lnTo>
                <a:lnTo>
                  <a:pt x="18301" y="4895"/>
                </a:lnTo>
                <a:lnTo>
                  <a:pt x="18884" y="7214"/>
                </a:lnTo>
                <a:lnTo>
                  <a:pt x="19575" y="10800"/>
                </a:lnTo>
                <a:lnTo>
                  <a:pt x="20185" y="13815"/>
                </a:lnTo>
                <a:lnTo>
                  <a:pt x="20801" y="16874"/>
                </a:lnTo>
                <a:lnTo>
                  <a:pt x="21200" y="1922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470" y="18896"/>
                </a:lnTo>
                <a:lnTo>
                  <a:pt x="972" y="16196"/>
                </a:lnTo>
                <a:lnTo>
                  <a:pt x="1490" y="13496"/>
                </a:lnTo>
                <a:lnTo>
                  <a:pt x="2025" y="10800"/>
                </a:lnTo>
                <a:lnTo>
                  <a:pt x="2592" y="7785"/>
                </a:lnTo>
                <a:lnTo>
                  <a:pt x="3164" y="4726"/>
                </a:lnTo>
                <a:lnTo>
                  <a:pt x="4277" y="2380"/>
                </a:lnTo>
                <a:lnTo>
                  <a:pt x="5400" y="0"/>
                </a:lnTo>
                <a:close/>
              </a:path>
            </a:pathLst>
          </a:custGeom>
          <a:solidFill>
            <a:srgbClr val="E0E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3" name="contour_14261"/>
          <p:cNvSpPr/>
          <p:nvPr/>
        </p:nvSpPr>
        <p:spPr>
          <a:xfrm>
            <a:off x="3632506" y="4975075"/>
            <a:ext cx="36440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783"/>
                </a:moveTo>
                <a:lnTo>
                  <a:pt x="7534" y="594"/>
                </a:lnTo>
                <a:lnTo>
                  <a:pt x="9815" y="0"/>
                </a:lnTo>
                <a:lnTo>
                  <a:pt x="11785" y="0"/>
                </a:lnTo>
                <a:lnTo>
                  <a:pt x="14066" y="594"/>
                </a:lnTo>
                <a:lnTo>
                  <a:pt x="17280" y="1783"/>
                </a:lnTo>
                <a:lnTo>
                  <a:pt x="18459" y="5048"/>
                </a:lnTo>
                <a:lnTo>
                  <a:pt x="19367" y="8239"/>
                </a:lnTo>
                <a:lnTo>
                  <a:pt x="20066" y="11429"/>
                </a:lnTo>
                <a:lnTo>
                  <a:pt x="20628" y="14679"/>
                </a:lnTo>
                <a:lnTo>
                  <a:pt x="21120" y="1804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799" y="15789"/>
                </a:lnTo>
                <a:lnTo>
                  <a:pt x="1408" y="11717"/>
                </a:lnTo>
                <a:lnTo>
                  <a:pt x="1944" y="8833"/>
                </a:lnTo>
                <a:lnTo>
                  <a:pt x="2527" y="6579"/>
                </a:lnTo>
                <a:lnTo>
                  <a:pt x="3279" y="4414"/>
                </a:lnTo>
                <a:lnTo>
                  <a:pt x="4320" y="1783"/>
                </a:lnTo>
                <a:close/>
              </a:path>
            </a:pathLst>
          </a:custGeom>
          <a:solidFill>
            <a:srgbClr val="9B9F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4" name="contour_14262"/>
          <p:cNvSpPr/>
          <p:nvPr/>
        </p:nvSpPr>
        <p:spPr>
          <a:xfrm>
            <a:off x="5315049" y="4992274"/>
            <a:ext cx="3742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" y="0"/>
                </a:moveTo>
                <a:lnTo>
                  <a:pt x="3542" y="0"/>
                </a:lnTo>
                <a:lnTo>
                  <a:pt x="6520" y="0"/>
                </a:lnTo>
                <a:lnTo>
                  <a:pt x="9507" y="0"/>
                </a:lnTo>
                <a:lnTo>
                  <a:pt x="12506" y="0"/>
                </a:lnTo>
                <a:lnTo>
                  <a:pt x="15518" y="0"/>
                </a:lnTo>
                <a:lnTo>
                  <a:pt x="18546" y="0"/>
                </a:lnTo>
                <a:lnTo>
                  <a:pt x="21600" y="0"/>
                </a:lnTo>
                <a:lnTo>
                  <a:pt x="20410" y="3056"/>
                </a:lnTo>
                <a:lnTo>
                  <a:pt x="19219" y="6113"/>
                </a:lnTo>
                <a:lnTo>
                  <a:pt x="18025" y="9180"/>
                </a:lnTo>
                <a:lnTo>
                  <a:pt x="16826" y="12258"/>
                </a:lnTo>
                <a:lnTo>
                  <a:pt x="15618" y="15352"/>
                </a:lnTo>
                <a:lnTo>
                  <a:pt x="14407" y="18463"/>
                </a:lnTo>
                <a:lnTo>
                  <a:pt x="13187" y="21600"/>
                </a:lnTo>
                <a:lnTo>
                  <a:pt x="10058" y="20747"/>
                </a:lnTo>
                <a:lnTo>
                  <a:pt x="7837" y="20039"/>
                </a:lnTo>
                <a:lnTo>
                  <a:pt x="5918" y="19219"/>
                </a:lnTo>
                <a:lnTo>
                  <a:pt x="3697" y="18025"/>
                </a:lnTo>
                <a:lnTo>
                  <a:pt x="568" y="16200"/>
                </a:lnTo>
                <a:lnTo>
                  <a:pt x="189" y="12020"/>
                </a:lnTo>
                <a:lnTo>
                  <a:pt x="0" y="9088"/>
                </a:lnTo>
                <a:lnTo>
                  <a:pt x="0" y="6626"/>
                </a:lnTo>
                <a:lnTo>
                  <a:pt x="189" y="3856"/>
                </a:lnTo>
                <a:lnTo>
                  <a:pt x="568" y="0"/>
                </a:lnTo>
                <a:close/>
              </a:path>
            </a:pathLst>
          </a:custGeom>
          <a:solidFill>
            <a:srgbClr val="E7E9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5" name="contour_14263"/>
          <p:cNvSpPr/>
          <p:nvPr/>
        </p:nvSpPr>
        <p:spPr>
          <a:xfrm>
            <a:off x="3756402" y="497769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982" y="1782"/>
                </a:lnTo>
                <a:lnTo>
                  <a:pt x="10768" y="3568"/>
                </a:lnTo>
                <a:lnTo>
                  <a:pt x="12553" y="5353"/>
                </a:lnTo>
                <a:lnTo>
                  <a:pt x="14346" y="7146"/>
                </a:lnTo>
                <a:lnTo>
                  <a:pt x="16146" y="8946"/>
                </a:lnTo>
                <a:lnTo>
                  <a:pt x="17953" y="10753"/>
                </a:lnTo>
                <a:lnTo>
                  <a:pt x="19771" y="12571"/>
                </a:lnTo>
                <a:lnTo>
                  <a:pt x="21600" y="14400"/>
                </a:lnTo>
                <a:lnTo>
                  <a:pt x="19314" y="14281"/>
                </a:lnTo>
                <a:lnTo>
                  <a:pt x="17028" y="14166"/>
                </a:lnTo>
                <a:lnTo>
                  <a:pt x="14746" y="14051"/>
                </a:lnTo>
                <a:lnTo>
                  <a:pt x="12460" y="13932"/>
                </a:lnTo>
                <a:lnTo>
                  <a:pt x="10174" y="13813"/>
                </a:lnTo>
                <a:lnTo>
                  <a:pt x="7888" y="13698"/>
                </a:lnTo>
                <a:lnTo>
                  <a:pt x="5760" y="14047"/>
                </a:lnTo>
                <a:lnTo>
                  <a:pt x="3600" y="14400"/>
                </a:lnTo>
                <a:lnTo>
                  <a:pt x="2207" y="16553"/>
                </a:lnTo>
                <a:lnTo>
                  <a:pt x="1368" y="18022"/>
                </a:lnTo>
                <a:lnTo>
                  <a:pt x="745" y="19480"/>
                </a:lnTo>
                <a:lnTo>
                  <a:pt x="0" y="21600"/>
                </a:lnTo>
                <a:lnTo>
                  <a:pt x="385" y="19404"/>
                </a:lnTo>
                <a:lnTo>
                  <a:pt x="778" y="17212"/>
                </a:lnTo>
                <a:lnTo>
                  <a:pt x="1174" y="15016"/>
                </a:lnTo>
                <a:lnTo>
                  <a:pt x="1577" y="12823"/>
                </a:lnTo>
                <a:lnTo>
                  <a:pt x="2016" y="10375"/>
                </a:lnTo>
                <a:lnTo>
                  <a:pt x="2462" y="7888"/>
                </a:lnTo>
                <a:lnTo>
                  <a:pt x="3175" y="5353"/>
                </a:lnTo>
                <a:lnTo>
                  <a:pt x="3910" y="3686"/>
                </a:lnTo>
                <a:lnTo>
                  <a:pt x="5101" y="2149"/>
                </a:lnTo>
                <a:lnTo>
                  <a:pt x="7200" y="0"/>
                </a:lnTo>
                <a:close/>
              </a:path>
            </a:pathLst>
          </a:custGeom>
          <a:solidFill>
            <a:srgbClr val="B294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6" name="contour_14264"/>
          <p:cNvSpPr/>
          <p:nvPr/>
        </p:nvSpPr>
        <p:spPr>
          <a:xfrm>
            <a:off x="10628978" y="4970410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3571"/>
                </a:lnTo>
                <a:lnTo>
                  <a:pt x="21600" y="7200"/>
                </a:lnTo>
                <a:lnTo>
                  <a:pt x="20102" y="8770"/>
                </a:lnTo>
                <a:lnTo>
                  <a:pt x="18878" y="9770"/>
                </a:lnTo>
                <a:lnTo>
                  <a:pt x="16874" y="11052"/>
                </a:lnTo>
                <a:lnTo>
                  <a:pt x="15408" y="11995"/>
                </a:lnTo>
                <a:lnTo>
                  <a:pt x="13922" y="12953"/>
                </a:lnTo>
                <a:lnTo>
                  <a:pt x="13145" y="13421"/>
                </a:lnTo>
                <a:lnTo>
                  <a:pt x="10800" y="14846"/>
                </a:lnTo>
                <a:lnTo>
                  <a:pt x="9250" y="15833"/>
                </a:lnTo>
                <a:lnTo>
                  <a:pt x="7678" y="16834"/>
                </a:lnTo>
                <a:lnTo>
                  <a:pt x="6144" y="17798"/>
                </a:lnTo>
                <a:lnTo>
                  <a:pt x="4608" y="18763"/>
                </a:lnTo>
                <a:lnTo>
                  <a:pt x="3072" y="19714"/>
                </a:lnTo>
                <a:lnTo>
                  <a:pt x="1536" y="2065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A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7" name="contour_14265"/>
          <p:cNvSpPr/>
          <p:nvPr/>
        </p:nvSpPr>
        <p:spPr>
          <a:xfrm>
            <a:off x="4324210" y="4963559"/>
            <a:ext cx="37096" cy="287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65" y="4123"/>
                </a:moveTo>
                <a:lnTo>
                  <a:pt x="17692" y="6277"/>
                </a:lnTo>
                <a:lnTo>
                  <a:pt x="19635" y="8443"/>
                </a:lnTo>
                <a:lnTo>
                  <a:pt x="21600" y="10636"/>
                </a:lnTo>
                <a:lnTo>
                  <a:pt x="21600" y="14259"/>
                </a:lnTo>
                <a:lnTo>
                  <a:pt x="21600" y="17905"/>
                </a:lnTo>
                <a:lnTo>
                  <a:pt x="21600" y="21600"/>
                </a:lnTo>
                <a:lnTo>
                  <a:pt x="18600" y="21600"/>
                </a:lnTo>
                <a:lnTo>
                  <a:pt x="15595" y="21600"/>
                </a:lnTo>
                <a:lnTo>
                  <a:pt x="12582" y="21600"/>
                </a:lnTo>
                <a:lnTo>
                  <a:pt x="9557" y="21600"/>
                </a:lnTo>
                <a:lnTo>
                  <a:pt x="6518" y="21600"/>
                </a:lnTo>
                <a:lnTo>
                  <a:pt x="3463" y="21600"/>
                </a:lnTo>
                <a:lnTo>
                  <a:pt x="382" y="21600"/>
                </a:lnTo>
                <a:lnTo>
                  <a:pt x="127" y="17686"/>
                </a:lnTo>
                <a:lnTo>
                  <a:pt x="0" y="14873"/>
                </a:lnTo>
                <a:lnTo>
                  <a:pt x="0" y="12373"/>
                </a:lnTo>
                <a:lnTo>
                  <a:pt x="127" y="9397"/>
                </a:lnTo>
                <a:lnTo>
                  <a:pt x="382" y="5153"/>
                </a:lnTo>
                <a:lnTo>
                  <a:pt x="3055" y="2105"/>
                </a:lnTo>
                <a:lnTo>
                  <a:pt x="5351" y="450"/>
                </a:lnTo>
                <a:lnTo>
                  <a:pt x="7520" y="0"/>
                </a:lnTo>
                <a:lnTo>
                  <a:pt x="9811" y="587"/>
                </a:lnTo>
                <a:lnTo>
                  <a:pt x="12476" y="2023"/>
                </a:lnTo>
                <a:lnTo>
                  <a:pt x="15765" y="4123"/>
                </a:lnTo>
                <a:close/>
              </a:path>
            </a:pathLst>
          </a:custGeom>
          <a:solidFill>
            <a:srgbClr val="817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8" name="contour_14266"/>
          <p:cNvSpPr/>
          <p:nvPr/>
        </p:nvSpPr>
        <p:spPr>
          <a:xfrm>
            <a:off x="9411177" y="4955834"/>
            <a:ext cx="2257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1" y="0"/>
                </a:moveTo>
                <a:lnTo>
                  <a:pt x="12261" y="0"/>
                </a:lnTo>
                <a:lnTo>
                  <a:pt x="16899" y="0"/>
                </a:lnTo>
                <a:lnTo>
                  <a:pt x="21600" y="0"/>
                </a:lnTo>
                <a:lnTo>
                  <a:pt x="21600" y="1426"/>
                </a:lnTo>
                <a:lnTo>
                  <a:pt x="21600" y="2853"/>
                </a:lnTo>
                <a:lnTo>
                  <a:pt x="21600" y="4288"/>
                </a:lnTo>
                <a:lnTo>
                  <a:pt x="21600" y="5728"/>
                </a:lnTo>
                <a:lnTo>
                  <a:pt x="21600" y="7178"/>
                </a:lnTo>
                <a:lnTo>
                  <a:pt x="21600" y="8640"/>
                </a:lnTo>
                <a:lnTo>
                  <a:pt x="16990" y="8640"/>
                </a:lnTo>
                <a:lnTo>
                  <a:pt x="12352" y="8640"/>
                </a:lnTo>
                <a:lnTo>
                  <a:pt x="7651" y="8640"/>
                </a:lnTo>
                <a:lnTo>
                  <a:pt x="7651" y="10066"/>
                </a:lnTo>
                <a:lnTo>
                  <a:pt x="7651" y="11493"/>
                </a:lnTo>
                <a:lnTo>
                  <a:pt x="7651" y="12921"/>
                </a:lnTo>
                <a:lnTo>
                  <a:pt x="7651" y="14353"/>
                </a:lnTo>
                <a:lnTo>
                  <a:pt x="7651" y="15790"/>
                </a:lnTo>
                <a:lnTo>
                  <a:pt x="7651" y="17232"/>
                </a:lnTo>
                <a:lnTo>
                  <a:pt x="7651" y="18680"/>
                </a:lnTo>
                <a:lnTo>
                  <a:pt x="7651" y="20136"/>
                </a:lnTo>
                <a:lnTo>
                  <a:pt x="7651" y="21600"/>
                </a:lnTo>
                <a:lnTo>
                  <a:pt x="4192" y="21600"/>
                </a:lnTo>
                <a:lnTo>
                  <a:pt x="677" y="21600"/>
                </a:lnTo>
                <a:lnTo>
                  <a:pt x="586" y="20205"/>
                </a:lnTo>
                <a:lnTo>
                  <a:pt x="502" y="18809"/>
                </a:lnTo>
                <a:lnTo>
                  <a:pt x="432" y="17414"/>
                </a:lnTo>
                <a:lnTo>
                  <a:pt x="363" y="16021"/>
                </a:lnTo>
                <a:lnTo>
                  <a:pt x="300" y="14625"/>
                </a:lnTo>
                <a:lnTo>
                  <a:pt x="244" y="13230"/>
                </a:lnTo>
                <a:lnTo>
                  <a:pt x="153" y="12044"/>
                </a:lnTo>
                <a:lnTo>
                  <a:pt x="63" y="10843"/>
                </a:lnTo>
                <a:lnTo>
                  <a:pt x="0" y="8214"/>
                </a:lnTo>
                <a:lnTo>
                  <a:pt x="49" y="6204"/>
                </a:lnTo>
                <a:lnTo>
                  <a:pt x="300" y="4683"/>
                </a:lnTo>
                <a:lnTo>
                  <a:pt x="837" y="3527"/>
                </a:lnTo>
                <a:lnTo>
                  <a:pt x="1751" y="2607"/>
                </a:lnTo>
                <a:lnTo>
                  <a:pt x="3132" y="1797"/>
                </a:lnTo>
                <a:lnTo>
                  <a:pt x="5070" y="970"/>
                </a:lnTo>
                <a:lnTo>
                  <a:pt x="7651" y="0"/>
                </a:lnTo>
                <a:close/>
              </a:path>
            </a:pathLst>
          </a:custGeom>
          <a:solidFill>
            <a:srgbClr val="8EB7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69" name="contour_14267"/>
          <p:cNvSpPr/>
          <p:nvPr/>
        </p:nvSpPr>
        <p:spPr>
          <a:xfrm>
            <a:off x="7006847" y="4941258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7323" y="21065"/>
                </a:lnTo>
                <a:lnTo>
                  <a:pt x="13032" y="20528"/>
                </a:lnTo>
                <a:lnTo>
                  <a:pt x="8726" y="19991"/>
                </a:lnTo>
                <a:lnTo>
                  <a:pt x="4385" y="19448"/>
                </a:lnTo>
                <a:lnTo>
                  <a:pt x="0" y="18900"/>
                </a:lnTo>
                <a:lnTo>
                  <a:pt x="770" y="17296"/>
                </a:lnTo>
                <a:lnTo>
                  <a:pt x="1555" y="15692"/>
                </a:lnTo>
                <a:lnTo>
                  <a:pt x="2354" y="14089"/>
                </a:lnTo>
                <a:lnTo>
                  <a:pt x="3154" y="12488"/>
                </a:lnTo>
                <a:lnTo>
                  <a:pt x="4032" y="10697"/>
                </a:lnTo>
                <a:lnTo>
                  <a:pt x="4925" y="8880"/>
                </a:lnTo>
                <a:lnTo>
                  <a:pt x="6278" y="6953"/>
                </a:lnTo>
                <a:lnTo>
                  <a:pt x="7798" y="5149"/>
                </a:lnTo>
                <a:lnTo>
                  <a:pt x="9583" y="3418"/>
                </a:lnTo>
                <a:lnTo>
                  <a:pt x="11743" y="1717"/>
                </a:lnTo>
                <a:lnTo>
                  <a:pt x="14400" y="0"/>
                </a:lnTo>
                <a:close/>
              </a:path>
            </a:pathLst>
          </a:custGeom>
          <a:solidFill>
            <a:srgbClr val="ABAC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0" name="contour_14268"/>
          <p:cNvSpPr/>
          <p:nvPr/>
        </p:nvSpPr>
        <p:spPr>
          <a:xfrm>
            <a:off x="5687720" y="4949479"/>
            <a:ext cx="47372" cy="355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79" y="266"/>
                </a:moveTo>
                <a:lnTo>
                  <a:pt x="17719" y="2075"/>
                </a:lnTo>
                <a:lnTo>
                  <a:pt x="19101" y="3511"/>
                </a:lnTo>
                <a:lnTo>
                  <a:pt x="20018" y="5072"/>
                </a:lnTo>
                <a:lnTo>
                  <a:pt x="20753" y="7240"/>
                </a:lnTo>
                <a:lnTo>
                  <a:pt x="21600" y="10516"/>
                </a:lnTo>
                <a:lnTo>
                  <a:pt x="21052" y="12715"/>
                </a:lnTo>
                <a:lnTo>
                  <a:pt x="20497" y="14928"/>
                </a:lnTo>
                <a:lnTo>
                  <a:pt x="19938" y="17167"/>
                </a:lnTo>
                <a:lnTo>
                  <a:pt x="17901" y="18093"/>
                </a:lnTo>
                <a:lnTo>
                  <a:pt x="15861" y="18882"/>
                </a:lnTo>
                <a:lnTo>
                  <a:pt x="13811" y="19543"/>
                </a:lnTo>
                <a:lnTo>
                  <a:pt x="11747" y="20093"/>
                </a:lnTo>
                <a:lnTo>
                  <a:pt x="9670" y="20558"/>
                </a:lnTo>
                <a:lnTo>
                  <a:pt x="7577" y="20953"/>
                </a:lnTo>
                <a:lnTo>
                  <a:pt x="5460" y="21290"/>
                </a:lnTo>
                <a:lnTo>
                  <a:pt x="3323" y="21600"/>
                </a:lnTo>
                <a:lnTo>
                  <a:pt x="2200" y="18567"/>
                </a:lnTo>
                <a:lnTo>
                  <a:pt x="1465" y="16360"/>
                </a:lnTo>
                <a:lnTo>
                  <a:pt x="960" y="14338"/>
                </a:lnTo>
                <a:lnTo>
                  <a:pt x="525" y="11864"/>
                </a:lnTo>
                <a:lnTo>
                  <a:pt x="0" y="8300"/>
                </a:lnTo>
                <a:lnTo>
                  <a:pt x="1881" y="5879"/>
                </a:lnTo>
                <a:lnTo>
                  <a:pt x="3609" y="3906"/>
                </a:lnTo>
                <a:lnTo>
                  <a:pt x="5274" y="2359"/>
                </a:lnTo>
                <a:lnTo>
                  <a:pt x="6959" y="1215"/>
                </a:lnTo>
                <a:lnTo>
                  <a:pt x="8743" y="457"/>
                </a:lnTo>
                <a:lnTo>
                  <a:pt x="10720" y="58"/>
                </a:lnTo>
                <a:lnTo>
                  <a:pt x="12970" y="0"/>
                </a:lnTo>
                <a:lnTo>
                  <a:pt x="15579" y="266"/>
                </a:lnTo>
                <a:close/>
              </a:path>
            </a:pathLst>
          </a:custGeom>
          <a:solidFill>
            <a:srgbClr val="D6DB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1" name="contour_14269"/>
          <p:cNvSpPr/>
          <p:nvPr/>
        </p:nvSpPr>
        <p:spPr>
          <a:xfrm>
            <a:off x="7859542" y="4955834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376"/>
                </a:lnTo>
                <a:lnTo>
                  <a:pt x="18706" y="4756"/>
                </a:lnTo>
                <a:lnTo>
                  <a:pt x="19423" y="7146"/>
                </a:lnTo>
                <a:lnTo>
                  <a:pt x="20144" y="9547"/>
                </a:lnTo>
                <a:lnTo>
                  <a:pt x="20870" y="11963"/>
                </a:lnTo>
                <a:lnTo>
                  <a:pt x="21600" y="14400"/>
                </a:lnTo>
                <a:lnTo>
                  <a:pt x="18744" y="14400"/>
                </a:lnTo>
                <a:lnTo>
                  <a:pt x="15872" y="14400"/>
                </a:lnTo>
                <a:lnTo>
                  <a:pt x="12960" y="14400"/>
                </a:lnTo>
                <a:lnTo>
                  <a:pt x="11375" y="16538"/>
                </a:lnTo>
                <a:lnTo>
                  <a:pt x="10394" y="18000"/>
                </a:lnTo>
                <a:lnTo>
                  <a:pt x="9621" y="19462"/>
                </a:lnTo>
                <a:lnTo>
                  <a:pt x="8640" y="21600"/>
                </a:lnTo>
                <a:lnTo>
                  <a:pt x="8640" y="19462"/>
                </a:lnTo>
                <a:lnTo>
                  <a:pt x="8640" y="17316"/>
                </a:lnTo>
                <a:lnTo>
                  <a:pt x="8640" y="15163"/>
                </a:lnTo>
                <a:lnTo>
                  <a:pt x="8640" y="12992"/>
                </a:lnTo>
                <a:lnTo>
                  <a:pt x="8640" y="10800"/>
                </a:lnTo>
                <a:lnTo>
                  <a:pt x="5784" y="10800"/>
                </a:lnTo>
                <a:lnTo>
                  <a:pt x="2912" y="10800"/>
                </a:lnTo>
                <a:lnTo>
                  <a:pt x="0" y="10800"/>
                </a:lnTo>
                <a:lnTo>
                  <a:pt x="0" y="8420"/>
                </a:lnTo>
                <a:lnTo>
                  <a:pt x="0" y="6026"/>
                </a:lnTo>
                <a:lnTo>
                  <a:pt x="0" y="3600"/>
                </a:lnTo>
                <a:lnTo>
                  <a:pt x="2791" y="2639"/>
                </a:lnTo>
                <a:lnTo>
                  <a:pt x="5599" y="1904"/>
                </a:lnTo>
                <a:lnTo>
                  <a:pt x="8441" y="1336"/>
                </a:lnTo>
                <a:lnTo>
                  <a:pt x="11331" y="868"/>
                </a:lnTo>
                <a:lnTo>
                  <a:pt x="14273" y="443"/>
                </a:lnTo>
                <a:lnTo>
                  <a:pt x="17280" y="0"/>
                </a:lnTo>
                <a:close/>
              </a:path>
            </a:pathLst>
          </a:custGeom>
          <a:solidFill>
            <a:srgbClr val="4A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2" name="contour_14270"/>
          <p:cNvSpPr/>
          <p:nvPr/>
        </p:nvSpPr>
        <p:spPr>
          <a:xfrm>
            <a:off x="688158" y="4955834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247" y="5065"/>
                </a:lnTo>
                <a:lnTo>
                  <a:pt x="20884" y="8659"/>
                </a:lnTo>
                <a:lnTo>
                  <a:pt x="20336" y="11763"/>
                </a:lnTo>
                <a:lnTo>
                  <a:pt x="19433" y="15358"/>
                </a:lnTo>
                <a:lnTo>
                  <a:pt x="18000" y="20422"/>
                </a:lnTo>
                <a:lnTo>
                  <a:pt x="15412" y="21096"/>
                </a:lnTo>
                <a:lnTo>
                  <a:pt x="12845" y="21471"/>
                </a:lnTo>
                <a:lnTo>
                  <a:pt x="10289" y="21600"/>
                </a:lnTo>
                <a:lnTo>
                  <a:pt x="7736" y="21518"/>
                </a:lnTo>
                <a:lnTo>
                  <a:pt x="5177" y="21266"/>
                </a:lnTo>
                <a:lnTo>
                  <a:pt x="2603" y="20885"/>
                </a:lnTo>
                <a:lnTo>
                  <a:pt x="0" y="20422"/>
                </a:lnTo>
                <a:lnTo>
                  <a:pt x="0" y="16379"/>
                </a:lnTo>
                <a:lnTo>
                  <a:pt x="0" y="12321"/>
                </a:lnTo>
                <a:lnTo>
                  <a:pt x="0" y="8251"/>
                </a:lnTo>
                <a:lnTo>
                  <a:pt x="0" y="4146"/>
                </a:lnTo>
                <a:lnTo>
                  <a:pt x="0" y="0"/>
                </a:lnTo>
                <a:close/>
              </a:path>
            </a:pathLst>
          </a:custGeom>
          <a:solidFill>
            <a:srgbClr val="D4D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3" name="contour_14271"/>
          <p:cNvSpPr/>
          <p:nvPr/>
        </p:nvSpPr>
        <p:spPr>
          <a:xfrm>
            <a:off x="6540415" y="4926682"/>
            <a:ext cx="51016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1" y="1657"/>
                </a:lnTo>
                <a:lnTo>
                  <a:pt x="7023" y="3053"/>
                </a:lnTo>
                <a:lnTo>
                  <a:pt x="9603" y="4253"/>
                </a:lnTo>
                <a:lnTo>
                  <a:pt x="11679" y="5322"/>
                </a:lnTo>
                <a:lnTo>
                  <a:pt x="13340" y="6331"/>
                </a:lnTo>
                <a:lnTo>
                  <a:pt x="14673" y="7339"/>
                </a:lnTo>
                <a:lnTo>
                  <a:pt x="15762" y="8424"/>
                </a:lnTo>
                <a:lnTo>
                  <a:pt x="16700" y="9645"/>
                </a:lnTo>
                <a:lnTo>
                  <a:pt x="17573" y="11069"/>
                </a:lnTo>
                <a:lnTo>
                  <a:pt x="18471" y="12763"/>
                </a:lnTo>
                <a:lnTo>
                  <a:pt x="19477" y="14796"/>
                </a:lnTo>
                <a:lnTo>
                  <a:pt x="20177" y="16649"/>
                </a:lnTo>
                <a:lnTo>
                  <a:pt x="20884" y="18518"/>
                </a:lnTo>
                <a:lnTo>
                  <a:pt x="21600" y="20408"/>
                </a:lnTo>
                <a:lnTo>
                  <a:pt x="19496" y="20780"/>
                </a:lnTo>
                <a:lnTo>
                  <a:pt x="17422" y="21102"/>
                </a:lnTo>
                <a:lnTo>
                  <a:pt x="15370" y="21363"/>
                </a:lnTo>
                <a:lnTo>
                  <a:pt x="13330" y="21535"/>
                </a:lnTo>
                <a:lnTo>
                  <a:pt x="11300" y="21600"/>
                </a:lnTo>
                <a:lnTo>
                  <a:pt x="9269" y="21543"/>
                </a:lnTo>
                <a:lnTo>
                  <a:pt x="7227" y="21339"/>
                </a:lnTo>
                <a:lnTo>
                  <a:pt x="5169" y="20967"/>
                </a:lnTo>
                <a:lnTo>
                  <a:pt x="3086" y="20408"/>
                </a:lnTo>
                <a:lnTo>
                  <a:pt x="2157" y="17943"/>
                </a:lnTo>
                <a:lnTo>
                  <a:pt x="1435" y="15486"/>
                </a:lnTo>
                <a:lnTo>
                  <a:pt x="898" y="13020"/>
                </a:lnTo>
                <a:lnTo>
                  <a:pt x="515" y="10531"/>
                </a:lnTo>
                <a:lnTo>
                  <a:pt x="262" y="8000"/>
                </a:lnTo>
                <a:lnTo>
                  <a:pt x="108" y="5408"/>
                </a:lnTo>
                <a:lnTo>
                  <a:pt x="31" y="2747"/>
                </a:lnTo>
                <a:lnTo>
                  <a:pt x="0" y="0"/>
                </a:lnTo>
                <a:close/>
              </a:path>
            </a:pathLst>
          </a:custGeom>
          <a:solidFill>
            <a:srgbClr val="86AC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4" name="contour_14272"/>
          <p:cNvSpPr/>
          <p:nvPr/>
        </p:nvSpPr>
        <p:spPr>
          <a:xfrm>
            <a:off x="10439491" y="491939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0"/>
                </a:lnTo>
                <a:lnTo>
                  <a:pt x="3672" y="0"/>
                </a:lnTo>
                <a:lnTo>
                  <a:pt x="5517" y="0"/>
                </a:lnTo>
                <a:lnTo>
                  <a:pt x="7378" y="0"/>
                </a:lnTo>
                <a:lnTo>
                  <a:pt x="9257" y="0"/>
                </a:lnTo>
                <a:lnTo>
                  <a:pt x="9257" y="2856"/>
                </a:lnTo>
                <a:lnTo>
                  <a:pt x="9257" y="5728"/>
                </a:lnTo>
                <a:lnTo>
                  <a:pt x="9257" y="8640"/>
                </a:lnTo>
                <a:lnTo>
                  <a:pt x="11294" y="8640"/>
                </a:lnTo>
                <a:lnTo>
                  <a:pt x="13333" y="8640"/>
                </a:lnTo>
                <a:lnTo>
                  <a:pt x="15382" y="8640"/>
                </a:lnTo>
                <a:lnTo>
                  <a:pt x="17440" y="8640"/>
                </a:lnTo>
                <a:lnTo>
                  <a:pt x="19511" y="8640"/>
                </a:lnTo>
                <a:lnTo>
                  <a:pt x="21600" y="8640"/>
                </a:lnTo>
                <a:lnTo>
                  <a:pt x="20989" y="11206"/>
                </a:lnTo>
                <a:lnTo>
                  <a:pt x="20375" y="13781"/>
                </a:lnTo>
                <a:lnTo>
                  <a:pt x="19761" y="16364"/>
                </a:lnTo>
                <a:lnTo>
                  <a:pt x="19141" y="18969"/>
                </a:lnTo>
                <a:lnTo>
                  <a:pt x="18514" y="21600"/>
                </a:lnTo>
                <a:lnTo>
                  <a:pt x="16240" y="20749"/>
                </a:lnTo>
                <a:lnTo>
                  <a:pt x="14176" y="19777"/>
                </a:lnTo>
                <a:lnTo>
                  <a:pt x="12287" y="18684"/>
                </a:lnTo>
                <a:lnTo>
                  <a:pt x="10544" y="17453"/>
                </a:lnTo>
                <a:lnTo>
                  <a:pt x="8921" y="16075"/>
                </a:lnTo>
                <a:lnTo>
                  <a:pt x="7384" y="14550"/>
                </a:lnTo>
                <a:lnTo>
                  <a:pt x="5906" y="12861"/>
                </a:lnTo>
                <a:lnTo>
                  <a:pt x="4459" y="10999"/>
                </a:lnTo>
                <a:lnTo>
                  <a:pt x="3012" y="8964"/>
                </a:lnTo>
                <a:lnTo>
                  <a:pt x="1537" y="6739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E9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5" name="contour_14273"/>
          <p:cNvSpPr/>
          <p:nvPr/>
        </p:nvSpPr>
        <p:spPr>
          <a:xfrm>
            <a:off x="1706735" y="4904818"/>
            <a:ext cx="2407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2" y="0"/>
                </a:moveTo>
                <a:lnTo>
                  <a:pt x="11333" y="1993"/>
                </a:lnTo>
                <a:lnTo>
                  <a:pt x="14047" y="3866"/>
                </a:lnTo>
                <a:lnTo>
                  <a:pt x="16277" y="5653"/>
                </a:lnTo>
                <a:lnTo>
                  <a:pt x="18062" y="7400"/>
                </a:lnTo>
                <a:lnTo>
                  <a:pt x="19442" y="9140"/>
                </a:lnTo>
                <a:lnTo>
                  <a:pt x="20449" y="10911"/>
                </a:lnTo>
                <a:lnTo>
                  <a:pt x="21116" y="12753"/>
                </a:lnTo>
                <a:lnTo>
                  <a:pt x="21489" y="14707"/>
                </a:lnTo>
                <a:lnTo>
                  <a:pt x="21600" y="16805"/>
                </a:lnTo>
                <a:lnTo>
                  <a:pt x="21482" y="19091"/>
                </a:lnTo>
                <a:lnTo>
                  <a:pt x="21181" y="21600"/>
                </a:lnTo>
                <a:lnTo>
                  <a:pt x="16316" y="21298"/>
                </a:lnTo>
                <a:lnTo>
                  <a:pt x="12863" y="20986"/>
                </a:lnTo>
                <a:lnTo>
                  <a:pt x="9881" y="20517"/>
                </a:lnTo>
                <a:lnTo>
                  <a:pt x="6428" y="19742"/>
                </a:lnTo>
                <a:lnTo>
                  <a:pt x="1563" y="18514"/>
                </a:lnTo>
                <a:lnTo>
                  <a:pt x="746" y="16293"/>
                </a:lnTo>
                <a:lnTo>
                  <a:pt x="235" y="14089"/>
                </a:lnTo>
                <a:lnTo>
                  <a:pt x="0" y="11899"/>
                </a:lnTo>
                <a:lnTo>
                  <a:pt x="33" y="9714"/>
                </a:lnTo>
                <a:lnTo>
                  <a:pt x="314" y="7523"/>
                </a:lnTo>
                <a:lnTo>
                  <a:pt x="831" y="5317"/>
                </a:lnTo>
                <a:lnTo>
                  <a:pt x="1563" y="3086"/>
                </a:lnTo>
                <a:lnTo>
                  <a:pt x="4807" y="1555"/>
                </a:lnTo>
                <a:lnTo>
                  <a:pt x="8102" y="0"/>
                </a:lnTo>
                <a:close/>
              </a:path>
            </a:pathLst>
          </a:custGeom>
          <a:solidFill>
            <a:srgbClr val="EFE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6" name="contour_14274"/>
          <p:cNvSpPr/>
          <p:nvPr/>
        </p:nvSpPr>
        <p:spPr>
          <a:xfrm>
            <a:off x="10628978" y="4904818"/>
            <a:ext cx="51016" cy="376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19" y="828"/>
                </a:lnTo>
                <a:lnTo>
                  <a:pt x="6758" y="1659"/>
                </a:lnTo>
                <a:lnTo>
                  <a:pt x="8603" y="2491"/>
                </a:lnTo>
                <a:lnTo>
                  <a:pt x="10464" y="3331"/>
                </a:lnTo>
                <a:lnTo>
                  <a:pt x="12343" y="4180"/>
                </a:lnTo>
                <a:lnTo>
                  <a:pt x="11732" y="6662"/>
                </a:lnTo>
                <a:lnTo>
                  <a:pt x="11118" y="9153"/>
                </a:lnTo>
                <a:lnTo>
                  <a:pt x="10504" y="11653"/>
                </a:lnTo>
                <a:lnTo>
                  <a:pt x="9884" y="14173"/>
                </a:lnTo>
                <a:lnTo>
                  <a:pt x="9257" y="16718"/>
                </a:lnTo>
                <a:lnTo>
                  <a:pt x="11294" y="17408"/>
                </a:lnTo>
                <a:lnTo>
                  <a:pt x="13333" y="18098"/>
                </a:lnTo>
                <a:lnTo>
                  <a:pt x="15382" y="18791"/>
                </a:lnTo>
                <a:lnTo>
                  <a:pt x="17440" y="19489"/>
                </a:lnTo>
                <a:lnTo>
                  <a:pt x="19511" y="20191"/>
                </a:lnTo>
                <a:lnTo>
                  <a:pt x="21600" y="20898"/>
                </a:lnTo>
                <a:lnTo>
                  <a:pt x="19523" y="21119"/>
                </a:lnTo>
                <a:lnTo>
                  <a:pt x="17459" y="21312"/>
                </a:lnTo>
                <a:lnTo>
                  <a:pt x="15407" y="21462"/>
                </a:lnTo>
                <a:lnTo>
                  <a:pt x="13358" y="21562"/>
                </a:lnTo>
                <a:lnTo>
                  <a:pt x="11312" y="21600"/>
                </a:lnTo>
                <a:lnTo>
                  <a:pt x="9266" y="21562"/>
                </a:lnTo>
                <a:lnTo>
                  <a:pt x="7214" y="21441"/>
                </a:lnTo>
                <a:lnTo>
                  <a:pt x="5156" y="21224"/>
                </a:lnTo>
                <a:lnTo>
                  <a:pt x="3086" y="20898"/>
                </a:lnTo>
                <a:lnTo>
                  <a:pt x="1672" y="18039"/>
                </a:lnTo>
                <a:lnTo>
                  <a:pt x="805" y="15958"/>
                </a:lnTo>
                <a:lnTo>
                  <a:pt x="336" y="14052"/>
                </a:lnTo>
                <a:lnTo>
                  <a:pt x="117" y="11720"/>
                </a:lnTo>
                <a:lnTo>
                  <a:pt x="0" y="8359"/>
                </a:lnTo>
                <a:lnTo>
                  <a:pt x="808" y="5438"/>
                </a:lnTo>
                <a:lnTo>
                  <a:pt x="1401" y="3590"/>
                </a:lnTo>
                <a:lnTo>
                  <a:pt x="2061" y="2040"/>
                </a:lnTo>
                <a:lnTo>
                  <a:pt x="3086" y="0"/>
                </a:lnTo>
                <a:close/>
              </a:path>
            </a:pathLst>
          </a:custGeom>
          <a:solidFill>
            <a:srgbClr val="D4D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7" name="contour_14275"/>
          <p:cNvSpPr/>
          <p:nvPr/>
        </p:nvSpPr>
        <p:spPr>
          <a:xfrm>
            <a:off x="8602917" y="489753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708" y="2138"/>
                </a:lnTo>
                <a:lnTo>
                  <a:pt x="18135" y="4280"/>
                </a:lnTo>
                <a:lnTo>
                  <a:pt x="18563" y="6421"/>
                </a:lnTo>
                <a:lnTo>
                  <a:pt x="18995" y="8566"/>
                </a:lnTo>
                <a:lnTo>
                  <a:pt x="19423" y="10720"/>
                </a:lnTo>
                <a:lnTo>
                  <a:pt x="19855" y="12877"/>
                </a:lnTo>
                <a:lnTo>
                  <a:pt x="20287" y="15043"/>
                </a:lnTo>
                <a:lnTo>
                  <a:pt x="20723" y="17218"/>
                </a:lnTo>
                <a:lnTo>
                  <a:pt x="21159" y="1940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9767"/>
                </a:lnTo>
                <a:lnTo>
                  <a:pt x="0" y="17928"/>
                </a:lnTo>
                <a:lnTo>
                  <a:pt x="0" y="16083"/>
                </a:lnTo>
                <a:lnTo>
                  <a:pt x="0" y="14222"/>
                </a:lnTo>
                <a:lnTo>
                  <a:pt x="0" y="12343"/>
                </a:lnTo>
                <a:lnTo>
                  <a:pt x="2566" y="12343"/>
                </a:lnTo>
                <a:lnTo>
                  <a:pt x="5141" y="12343"/>
                </a:lnTo>
                <a:lnTo>
                  <a:pt x="7724" y="12343"/>
                </a:lnTo>
                <a:lnTo>
                  <a:pt x="10329" y="12343"/>
                </a:lnTo>
                <a:lnTo>
                  <a:pt x="12960" y="12343"/>
                </a:lnTo>
                <a:lnTo>
                  <a:pt x="12960" y="10306"/>
                </a:lnTo>
                <a:lnTo>
                  <a:pt x="12960" y="8267"/>
                </a:lnTo>
                <a:lnTo>
                  <a:pt x="12960" y="6218"/>
                </a:lnTo>
                <a:lnTo>
                  <a:pt x="12960" y="4160"/>
                </a:lnTo>
                <a:lnTo>
                  <a:pt x="12960" y="2089"/>
                </a:lnTo>
                <a:lnTo>
                  <a:pt x="12960" y="0"/>
                </a:lnTo>
                <a:close/>
              </a:path>
            </a:pathLst>
          </a:custGeom>
          <a:solidFill>
            <a:srgbClr val="B3B6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8" name="contour_14276"/>
          <p:cNvSpPr/>
          <p:nvPr/>
        </p:nvSpPr>
        <p:spPr>
          <a:xfrm>
            <a:off x="11379641" y="4895628"/>
            <a:ext cx="36527" cy="456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00"/>
                </a:moveTo>
                <a:lnTo>
                  <a:pt x="4922" y="400"/>
                </a:lnTo>
                <a:lnTo>
                  <a:pt x="8387" y="100"/>
                </a:lnTo>
                <a:lnTo>
                  <a:pt x="10873" y="0"/>
                </a:lnTo>
                <a:lnTo>
                  <a:pt x="12856" y="100"/>
                </a:lnTo>
                <a:lnTo>
                  <a:pt x="14821" y="400"/>
                </a:lnTo>
                <a:lnTo>
                  <a:pt x="17239" y="900"/>
                </a:lnTo>
                <a:lnTo>
                  <a:pt x="18876" y="3077"/>
                </a:lnTo>
                <a:lnTo>
                  <a:pt x="20087" y="5258"/>
                </a:lnTo>
                <a:lnTo>
                  <a:pt x="20915" y="7473"/>
                </a:lnTo>
                <a:lnTo>
                  <a:pt x="21406" y="9760"/>
                </a:lnTo>
                <a:lnTo>
                  <a:pt x="21600" y="12158"/>
                </a:lnTo>
                <a:lnTo>
                  <a:pt x="21548" y="14700"/>
                </a:lnTo>
                <a:lnTo>
                  <a:pt x="19139" y="17232"/>
                </a:lnTo>
                <a:lnTo>
                  <a:pt x="17437" y="18799"/>
                </a:lnTo>
                <a:lnTo>
                  <a:pt x="15640" y="20037"/>
                </a:lnTo>
                <a:lnTo>
                  <a:pt x="12929" y="21600"/>
                </a:lnTo>
                <a:lnTo>
                  <a:pt x="12929" y="19551"/>
                </a:lnTo>
                <a:lnTo>
                  <a:pt x="12929" y="17495"/>
                </a:lnTo>
                <a:lnTo>
                  <a:pt x="12929" y="15432"/>
                </a:lnTo>
                <a:lnTo>
                  <a:pt x="12929" y="13351"/>
                </a:lnTo>
                <a:lnTo>
                  <a:pt x="12929" y="11250"/>
                </a:lnTo>
                <a:lnTo>
                  <a:pt x="10369" y="11250"/>
                </a:lnTo>
                <a:lnTo>
                  <a:pt x="7800" y="11250"/>
                </a:lnTo>
                <a:lnTo>
                  <a:pt x="5223" y="11250"/>
                </a:lnTo>
                <a:lnTo>
                  <a:pt x="2625" y="11250"/>
                </a:lnTo>
                <a:lnTo>
                  <a:pt x="0" y="11250"/>
                </a:lnTo>
                <a:lnTo>
                  <a:pt x="0" y="9201"/>
                </a:lnTo>
                <a:lnTo>
                  <a:pt x="0" y="7145"/>
                </a:lnTo>
                <a:lnTo>
                  <a:pt x="0" y="5082"/>
                </a:lnTo>
                <a:lnTo>
                  <a:pt x="0" y="3001"/>
                </a:lnTo>
                <a:lnTo>
                  <a:pt x="0" y="900"/>
                </a:lnTo>
                <a:close/>
              </a:path>
            </a:pathLst>
          </a:custGeom>
          <a:solidFill>
            <a:srgbClr val="59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79" name="contour_14277"/>
          <p:cNvSpPr/>
          <p:nvPr/>
        </p:nvSpPr>
        <p:spPr>
          <a:xfrm>
            <a:off x="8325973" y="4889258"/>
            <a:ext cx="43728" cy="318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668"/>
                </a:moveTo>
                <a:lnTo>
                  <a:pt x="13586" y="223"/>
                </a:lnTo>
                <a:lnTo>
                  <a:pt x="15541" y="0"/>
                </a:lnTo>
                <a:lnTo>
                  <a:pt x="17183" y="0"/>
                </a:lnTo>
                <a:lnTo>
                  <a:pt x="19030" y="223"/>
                </a:lnTo>
                <a:lnTo>
                  <a:pt x="21600" y="668"/>
                </a:lnTo>
                <a:lnTo>
                  <a:pt x="21442" y="4243"/>
                </a:lnTo>
                <a:lnTo>
                  <a:pt x="21186" y="7655"/>
                </a:lnTo>
                <a:lnTo>
                  <a:pt x="20772" y="10943"/>
                </a:lnTo>
                <a:lnTo>
                  <a:pt x="20146" y="14148"/>
                </a:lnTo>
                <a:lnTo>
                  <a:pt x="19242" y="17303"/>
                </a:lnTo>
                <a:lnTo>
                  <a:pt x="18000" y="20448"/>
                </a:lnTo>
                <a:lnTo>
                  <a:pt x="15401" y="21105"/>
                </a:lnTo>
                <a:lnTo>
                  <a:pt x="12838" y="21471"/>
                </a:lnTo>
                <a:lnTo>
                  <a:pt x="10292" y="21600"/>
                </a:lnTo>
                <a:lnTo>
                  <a:pt x="7751" y="21516"/>
                </a:lnTo>
                <a:lnTo>
                  <a:pt x="5202" y="21274"/>
                </a:lnTo>
                <a:lnTo>
                  <a:pt x="2621" y="20903"/>
                </a:lnTo>
                <a:lnTo>
                  <a:pt x="0" y="20448"/>
                </a:lnTo>
                <a:lnTo>
                  <a:pt x="1739" y="19459"/>
                </a:lnTo>
                <a:lnTo>
                  <a:pt x="3503" y="18460"/>
                </a:lnTo>
                <a:lnTo>
                  <a:pt x="5666" y="16630"/>
                </a:lnTo>
                <a:lnTo>
                  <a:pt x="6934" y="14909"/>
                </a:lnTo>
                <a:lnTo>
                  <a:pt x="7808" y="12288"/>
                </a:lnTo>
                <a:lnTo>
                  <a:pt x="8777" y="7779"/>
                </a:lnTo>
                <a:lnTo>
                  <a:pt x="9443" y="5430"/>
                </a:lnTo>
                <a:lnTo>
                  <a:pt x="10120" y="3066"/>
                </a:lnTo>
                <a:lnTo>
                  <a:pt x="10800" y="668"/>
                </a:lnTo>
                <a:close/>
              </a:path>
            </a:pathLst>
          </a:custGeom>
          <a:solidFill>
            <a:srgbClr val="6A5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0" name="contour_14278"/>
          <p:cNvSpPr/>
          <p:nvPr/>
        </p:nvSpPr>
        <p:spPr>
          <a:xfrm>
            <a:off x="1737629" y="487566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71" y="1782"/>
                </a:lnTo>
                <a:lnTo>
                  <a:pt x="2143" y="3571"/>
                </a:lnTo>
                <a:lnTo>
                  <a:pt x="3227" y="5375"/>
                </a:lnTo>
                <a:lnTo>
                  <a:pt x="4320" y="7200"/>
                </a:lnTo>
                <a:lnTo>
                  <a:pt x="6826" y="8075"/>
                </a:lnTo>
                <a:lnTo>
                  <a:pt x="8588" y="8600"/>
                </a:lnTo>
                <a:lnTo>
                  <a:pt x="10441" y="8989"/>
                </a:lnTo>
                <a:lnTo>
                  <a:pt x="13228" y="9450"/>
                </a:lnTo>
                <a:lnTo>
                  <a:pt x="15993" y="9896"/>
                </a:lnTo>
                <a:lnTo>
                  <a:pt x="18779" y="10343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2960" y="12938"/>
                </a:lnTo>
                <a:lnTo>
                  <a:pt x="12960" y="15084"/>
                </a:lnTo>
                <a:lnTo>
                  <a:pt x="12960" y="17237"/>
                </a:lnTo>
                <a:lnTo>
                  <a:pt x="12960" y="19408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36B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1" name="contour_14279"/>
          <p:cNvSpPr/>
          <p:nvPr/>
        </p:nvSpPr>
        <p:spPr>
          <a:xfrm>
            <a:off x="3311835" y="4882794"/>
            <a:ext cx="72880" cy="225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90" y="0"/>
                </a:moveTo>
                <a:lnTo>
                  <a:pt x="5398" y="496"/>
                </a:lnTo>
                <a:lnTo>
                  <a:pt x="6625" y="999"/>
                </a:lnTo>
                <a:lnTo>
                  <a:pt x="7932" y="1509"/>
                </a:lnTo>
                <a:lnTo>
                  <a:pt x="9260" y="2019"/>
                </a:lnTo>
                <a:lnTo>
                  <a:pt x="9945" y="2319"/>
                </a:lnTo>
                <a:lnTo>
                  <a:pt x="12016" y="3206"/>
                </a:lnTo>
                <a:lnTo>
                  <a:pt x="12707" y="3486"/>
                </a:lnTo>
                <a:lnTo>
                  <a:pt x="14796" y="4310"/>
                </a:lnTo>
                <a:lnTo>
                  <a:pt x="16157" y="4862"/>
                </a:lnTo>
                <a:lnTo>
                  <a:pt x="17518" y="5421"/>
                </a:lnTo>
                <a:lnTo>
                  <a:pt x="18878" y="5994"/>
                </a:lnTo>
                <a:lnTo>
                  <a:pt x="20239" y="6567"/>
                </a:lnTo>
                <a:lnTo>
                  <a:pt x="21600" y="7139"/>
                </a:lnTo>
                <a:lnTo>
                  <a:pt x="21600" y="10611"/>
                </a:lnTo>
                <a:lnTo>
                  <a:pt x="21600" y="14125"/>
                </a:lnTo>
                <a:lnTo>
                  <a:pt x="18747" y="16396"/>
                </a:lnTo>
                <a:lnTo>
                  <a:pt x="16347" y="18254"/>
                </a:lnTo>
                <a:lnTo>
                  <a:pt x="14340" y="19700"/>
                </a:lnTo>
                <a:lnTo>
                  <a:pt x="12662" y="20741"/>
                </a:lnTo>
                <a:lnTo>
                  <a:pt x="11247" y="21369"/>
                </a:lnTo>
                <a:lnTo>
                  <a:pt x="10035" y="21600"/>
                </a:lnTo>
                <a:lnTo>
                  <a:pt x="8964" y="21425"/>
                </a:lnTo>
                <a:lnTo>
                  <a:pt x="7970" y="20853"/>
                </a:lnTo>
                <a:lnTo>
                  <a:pt x="6992" y="19875"/>
                </a:lnTo>
                <a:lnTo>
                  <a:pt x="5964" y="18498"/>
                </a:lnTo>
                <a:lnTo>
                  <a:pt x="4823" y="16731"/>
                </a:lnTo>
                <a:lnTo>
                  <a:pt x="3510" y="14558"/>
                </a:lnTo>
                <a:lnTo>
                  <a:pt x="2350" y="12113"/>
                </a:lnTo>
                <a:lnTo>
                  <a:pt x="1184" y="9640"/>
                </a:lnTo>
                <a:lnTo>
                  <a:pt x="0" y="7139"/>
                </a:lnTo>
                <a:lnTo>
                  <a:pt x="1281" y="3102"/>
                </a:lnTo>
                <a:lnTo>
                  <a:pt x="2143" y="1013"/>
                </a:lnTo>
                <a:lnTo>
                  <a:pt x="2983" y="203"/>
                </a:lnTo>
                <a:lnTo>
                  <a:pt x="4190" y="0"/>
                </a:lnTo>
                <a:close/>
              </a:path>
            </a:pathLst>
          </a:custGeom>
          <a:solidFill>
            <a:srgbClr val="D7E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2" name="contour_14280"/>
          <p:cNvSpPr/>
          <p:nvPr/>
        </p:nvSpPr>
        <p:spPr>
          <a:xfrm>
            <a:off x="11518113" y="4868378"/>
            <a:ext cx="3807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5" y="0"/>
                </a:moveTo>
                <a:lnTo>
                  <a:pt x="6864" y="835"/>
                </a:lnTo>
                <a:lnTo>
                  <a:pt x="9448" y="1697"/>
                </a:lnTo>
                <a:lnTo>
                  <a:pt x="11904" y="2609"/>
                </a:lnTo>
                <a:lnTo>
                  <a:pt x="14240" y="3593"/>
                </a:lnTo>
                <a:lnTo>
                  <a:pt x="16469" y="4673"/>
                </a:lnTo>
                <a:lnTo>
                  <a:pt x="18611" y="5866"/>
                </a:lnTo>
                <a:lnTo>
                  <a:pt x="20674" y="7200"/>
                </a:lnTo>
                <a:lnTo>
                  <a:pt x="21091" y="8822"/>
                </a:lnTo>
                <a:lnTo>
                  <a:pt x="21377" y="10426"/>
                </a:lnTo>
                <a:lnTo>
                  <a:pt x="21542" y="12017"/>
                </a:lnTo>
                <a:lnTo>
                  <a:pt x="21600" y="13601"/>
                </a:lnTo>
                <a:lnTo>
                  <a:pt x="21563" y="15182"/>
                </a:lnTo>
                <a:lnTo>
                  <a:pt x="21439" y="16766"/>
                </a:lnTo>
                <a:lnTo>
                  <a:pt x="21240" y="18362"/>
                </a:lnTo>
                <a:lnTo>
                  <a:pt x="20984" y="19970"/>
                </a:lnTo>
                <a:lnTo>
                  <a:pt x="20674" y="21600"/>
                </a:lnTo>
                <a:lnTo>
                  <a:pt x="19566" y="20213"/>
                </a:lnTo>
                <a:lnTo>
                  <a:pt x="18449" y="18816"/>
                </a:lnTo>
                <a:lnTo>
                  <a:pt x="17316" y="17400"/>
                </a:lnTo>
                <a:lnTo>
                  <a:pt x="16002" y="15919"/>
                </a:lnTo>
                <a:lnTo>
                  <a:pt x="14625" y="14472"/>
                </a:lnTo>
                <a:lnTo>
                  <a:pt x="13186" y="13058"/>
                </a:lnTo>
                <a:lnTo>
                  <a:pt x="11697" y="11671"/>
                </a:lnTo>
                <a:lnTo>
                  <a:pt x="10151" y="10308"/>
                </a:lnTo>
                <a:lnTo>
                  <a:pt x="8559" y="8964"/>
                </a:lnTo>
                <a:lnTo>
                  <a:pt x="6926" y="7634"/>
                </a:lnTo>
                <a:lnTo>
                  <a:pt x="5247" y="6317"/>
                </a:lnTo>
                <a:lnTo>
                  <a:pt x="3531" y="5009"/>
                </a:lnTo>
                <a:lnTo>
                  <a:pt x="1782" y="3706"/>
                </a:lnTo>
                <a:lnTo>
                  <a:pt x="0" y="2400"/>
                </a:lnTo>
                <a:lnTo>
                  <a:pt x="2051" y="1210"/>
                </a:lnTo>
                <a:lnTo>
                  <a:pt x="4135" y="0"/>
                </a:lnTo>
                <a:close/>
              </a:path>
            </a:pathLst>
          </a:custGeom>
          <a:solidFill>
            <a:srgbClr val="28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3" name="contour_14281"/>
          <p:cNvSpPr/>
          <p:nvPr/>
        </p:nvSpPr>
        <p:spPr>
          <a:xfrm>
            <a:off x="8398853" y="4861090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5192" y="2376"/>
                </a:lnTo>
                <a:lnTo>
                  <a:pt x="15984" y="4756"/>
                </a:lnTo>
                <a:lnTo>
                  <a:pt x="16776" y="7135"/>
                </a:lnTo>
                <a:lnTo>
                  <a:pt x="17575" y="9522"/>
                </a:lnTo>
                <a:lnTo>
                  <a:pt x="18374" y="11916"/>
                </a:lnTo>
                <a:lnTo>
                  <a:pt x="19174" y="14321"/>
                </a:lnTo>
                <a:lnTo>
                  <a:pt x="19980" y="16733"/>
                </a:lnTo>
                <a:lnTo>
                  <a:pt x="20786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C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4" name="contour_14282"/>
          <p:cNvSpPr/>
          <p:nvPr/>
        </p:nvSpPr>
        <p:spPr>
          <a:xfrm>
            <a:off x="8100045" y="4846514"/>
            <a:ext cx="3857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6" y="108"/>
                </a:lnTo>
                <a:lnTo>
                  <a:pt x="5342" y="259"/>
                </a:lnTo>
                <a:lnTo>
                  <a:pt x="7925" y="486"/>
                </a:lnTo>
                <a:lnTo>
                  <a:pt x="10467" y="806"/>
                </a:lnTo>
                <a:lnTo>
                  <a:pt x="12973" y="1253"/>
                </a:lnTo>
                <a:lnTo>
                  <a:pt x="15458" y="1850"/>
                </a:lnTo>
                <a:lnTo>
                  <a:pt x="17931" y="2621"/>
                </a:lnTo>
                <a:lnTo>
                  <a:pt x="20404" y="3600"/>
                </a:lnTo>
                <a:lnTo>
                  <a:pt x="21086" y="6210"/>
                </a:lnTo>
                <a:lnTo>
                  <a:pt x="21469" y="8770"/>
                </a:lnTo>
                <a:lnTo>
                  <a:pt x="21600" y="11300"/>
                </a:lnTo>
                <a:lnTo>
                  <a:pt x="21518" y="13828"/>
                </a:lnTo>
                <a:lnTo>
                  <a:pt x="21265" y="16369"/>
                </a:lnTo>
                <a:lnTo>
                  <a:pt x="20878" y="18954"/>
                </a:lnTo>
                <a:lnTo>
                  <a:pt x="20404" y="21600"/>
                </a:lnTo>
                <a:lnTo>
                  <a:pt x="17368" y="21031"/>
                </a:lnTo>
                <a:lnTo>
                  <a:pt x="15213" y="20560"/>
                </a:lnTo>
                <a:lnTo>
                  <a:pt x="13353" y="20012"/>
                </a:lnTo>
                <a:lnTo>
                  <a:pt x="11198" y="19217"/>
                </a:lnTo>
                <a:lnTo>
                  <a:pt x="8162" y="18000"/>
                </a:lnTo>
                <a:lnTo>
                  <a:pt x="7794" y="15214"/>
                </a:lnTo>
                <a:lnTo>
                  <a:pt x="7611" y="13259"/>
                </a:lnTo>
                <a:lnTo>
                  <a:pt x="7611" y="11617"/>
                </a:lnTo>
                <a:lnTo>
                  <a:pt x="7794" y="9770"/>
                </a:lnTo>
                <a:lnTo>
                  <a:pt x="8162" y="7200"/>
                </a:lnTo>
                <a:lnTo>
                  <a:pt x="5464" y="7200"/>
                </a:lnTo>
                <a:lnTo>
                  <a:pt x="2751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2928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5" name="contour_14283"/>
          <p:cNvSpPr/>
          <p:nvPr/>
        </p:nvSpPr>
        <p:spPr>
          <a:xfrm>
            <a:off x="7792310" y="4861090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8184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6" name="contour_14284"/>
          <p:cNvSpPr/>
          <p:nvPr/>
        </p:nvSpPr>
        <p:spPr>
          <a:xfrm>
            <a:off x="1074421" y="4845326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0887" y="4270"/>
                </a:lnTo>
                <a:lnTo>
                  <a:pt x="20174" y="7700"/>
                </a:lnTo>
                <a:lnTo>
                  <a:pt x="19457" y="11145"/>
                </a:lnTo>
                <a:lnTo>
                  <a:pt x="18736" y="14606"/>
                </a:lnTo>
                <a:lnTo>
                  <a:pt x="18010" y="18087"/>
                </a:lnTo>
                <a:lnTo>
                  <a:pt x="17280" y="21600"/>
                </a:lnTo>
                <a:lnTo>
                  <a:pt x="14429" y="20744"/>
                </a:lnTo>
                <a:lnTo>
                  <a:pt x="11573" y="19888"/>
                </a:lnTo>
                <a:lnTo>
                  <a:pt x="8705" y="19026"/>
                </a:lnTo>
                <a:lnTo>
                  <a:pt x="5823" y="18160"/>
                </a:lnTo>
                <a:lnTo>
                  <a:pt x="2925" y="17288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1E1D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7" name="contour_14285"/>
          <p:cNvSpPr/>
          <p:nvPr/>
        </p:nvSpPr>
        <p:spPr>
          <a:xfrm>
            <a:off x="4732993" y="4846514"/>
            <a:ext cx="2399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96" y="0"/>
                </a:lnTo>
                <a:lnTo>
                  <a:pt x="7806" y="0"/>
                </a:lnTo>
                <a:lnTo>
                  <a:pt x="11728" y="0"/>
                </a:lnTo>
                <a:lnTo>
                  <a:pt x="15683" y="0"/>
                </a:lnTo>
                <a:lnTo>
                  <a:pt x="19678" y="0"/>
                </a:lnTo>
                <a:lnTo>
                  <a:pt x="19980" y="1811"/>
                </a:lnTo>
                <a:lnTo>
                  <a:pt x="20249" y="3623"/>
                </a:lnTo>
                <a:lnTo>
                  <a:pt x="20491" y="5437"/>
                </a:lnTo>
                <a:lnTo>
                  <a:pt x="20708" y="7251"/>
                </a:lnTo>
                <a:lnTo>
                  <a:pt x="20911" y="9066"/>
                </a:lnTo>
                <a:lnTo>
                  <a:pt x="21134" y="10751"/>
                </a:lnTo>
                <a:lnTo>
                  <a:pt x="21364" y="12445"/>
                </a:lnTo>
                <a:lnTo>
                  <a:pt x="21600" y="14163"/>
                </a:lnTo>
                <a:lnTo>
                  <a:pt x="20964" y="15601"/>
                </a:lnTo>
                <a:lnTo>
                  <a:pt x="20327" y="17049"/>
                </a:lnTo>
                <a:lnTo>
                  <a:pt x="19678" y="18514"/>
                </a:lnTo>
                <a:lnTo>
                  <a:pt x="15782" y="19125"/>
                </a:lnTo>
                <a:lnTo>
                  <a:pt x="11872" y="19739"/>
                </a:lnTo>
                <a:lnTo>
                  <a:pt x="7950" y="20353"/>
                </a:lnTo>
                <a:lnTo>
                  <a:pt x="3995" y="20974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2D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8" name="contour_14286"/>
          <p:cNvSpPr/>
          <p:nvPr/>
        </p:nvSpPr>
        <p:spPr>
          <a:xfrm>
            <a:off x="7728358" y="4839226"/>
            <a:ext cx="51016" cy="24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36"/>
                </a:lnTo>
                <a:lnTo>
                  <a:pt x="4280" y="1272"/>
                </a:lnTo>
                <a:lnTo>
                  <a:pt x="6421" y="1908"/>
                </a:lnTo>
                <a:lnTo>
                  <a:pt x="8566" y="2550"/>
                </a:lnTo>
                <a:lnTo>
                  <a:pt x="10720" y="3186"/>
                </a:lnTo>
                <a:lnTo>
                  <a:pt x="12877" y="3828"/>
                </a:lnTo>
                <a:lnTo>
                  <a:pt x="15043" y="4470"/>
                </a:lnTo>
                <a:lnTo>
                  <a:pt x="17218" y="5119"/>
                </a:lnTo>
                <a:lnTo>
                  <a:pt x="19403" y="5768"/>
                </a:lnTo>
                <a:lnTo>
                  <a:pt x="21600" y="6423"/>
                </a:lnTo>
                <a:lnTo>
                  <a:pt x="20835" y="9602"/>
                </a:lnTo>
                <a:lnTo>
                  <a:pt x="20069" y="12794"/>
                </a:lnTo>
                <a:lnTo>
                  <a:pt x="19295" y="16012"/>
                </a:lnTo>
                <a:lnTo>
                  <a:pt x="18514" y="19269"/>
                </a:lnTo>
                <a:lnTo>
                  <a:pt x="16388" y="20386"/>
                </a:lnTo>
                <a:lnTo>
                  <a:pt x="14876" y="20971"/>
                </a:lnTo>
                <a:lnTo>
                  <a:pt x="13253" y="21202"/>
                </a:lnTo>
                <a:lnTo>
                  <a:pt x="10800" y="21272"/>
                </a:lnTo>
                <a:lnTo>
                  <a:pt x="8742" y="21433"/>
                </a:lnTo>
                <a:lnTo>
                  <a:pt x="6653" y="21600"/>
                </a:lnTo>
                <a:lnTo>
                  <a:pt x="4882" y="20444"/>
                </a:lnTo>
                <a:lnTo>
                  <a:pt x="3086" y="19269"/>
                </a:lnTo>
                <a:lnTo>
                  <a:pt x="2475" y="15453"/>
                </a:lnTo>
                <a:lnTo>
                  <a:pt x="1861" y="11625"/>
                </a:lnTo>
                <a:lnTo>
                  <a:pt x="1247" y="7784"/>
                </a:lnTo>
                <a:lnTo>
                  <a:pt x="626" y="3912"/>
                </a:lnTo>
                <a:lnTo>
                  <a:pt x="0" y="0"/>
                </a:lnTo>
                <a:close/>
              </a:path>
            </a:pathLst>
          </a:custGeom>
          <a:solidFill>
            <a:srgbClr val="F5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89" name="contour_14287"/>
          <p:cNvSpPr/>
          <p:nvPr/>
        </p:nvSpPr>
        <p:spPr>
          <a:xfrm>
            <a:off x="1591155" y="4810074"/>
            <a:ext cx="2383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51" y="0"/>
                </a:moveTo>
                <a:lnTo>
                  <a:pt x="11616" y="0"/>
                </a:lnTo>
                <a:lnTo>
                  <a:pt x="16007" y="0"/>
                </a:lnTo>
                <a:lnTo>
                  <a:pt x="20458" y="0"/>
                </a:lnTo>
                <a:lnTo>
                  <a:pt x="20907" y="2603"/>
                </a:lnTo>
                <a:lnTo>
                  <a:pt x="21276" y="5177"/>
                </a:lnTo>
                <a:lnTo>
                  <a:pt x="21521" y="7736"/>
                </a:lnTo>
                <a:lnTo>
                  <a:pt x="21600" y="10289"/>
                </a:lnTo>
                <a:lnTo>
                  <a:pt x="21475" y="12845"/>
                </a:lnTo>
                <a:lnTo>
                  <a:pt x="21111" y="15412"/>
                </a:lnTo>
                <a:lnTo>
                  <a:pt x="20458" y="18000"/>
                </a:lnTo>
                <a:lnTo>
                  <a:pt x="15545" y="19433"/>
                </a:lnTo>
                <a:lnTo>
                  <a:pt x="12058" y="20336"/>
                </a:lnTo>
                <a:lnTo>
                  <a:pt x="9047" y="20884"/>
                </a:lnTo>
                <a:lnTo>
                  <a:pt x="5560" y="21247"/>
                </a:lnTo>
                <a:lnTo>
                  <a:pt x="647" y="21600"/>
                </a:lnTo>
                <a:lnTo>
                  <a:pt x="522" y="19408"/>
                </a:lnTo>
                <a:lnTo>
                  <a:pt x="416" y="17212"/>
                </a:lnTo>
                <a:lnTo>
                  <a:pt x="324" y="15019"/>
                </a:lnTo>
                <a:lnTo>
                  <a:pt x="238" y="12823"/>
                </a:lnTo>
                <a:lnTo>
                  <a:pt x="119" y="10375"/>
                </a:lnTo>
                <a:lnTo>
                  <a:pt x="0" y="7888"/>
                </a:lnTo>
                <a:lnTo>
                  <a:pt x="475" y="5353"/>
                </a:lnTo>
                <a:lnTo>
                  <a:pt x="1393" y="3686"/>
                </a:lnTo>
                <a:lnTo>
                  <a:pt x="3421" y="2149"/>
                </a:lnTo>
                <a:lnTo>
                  <a:pt x="7251" y="0"/>
                </a:lnTo>
                <a:close/>
              </a:path>
            </a:pathLst>
          </a:custGeom>
          <a:solidFill>
            <a:srgbClr val="1214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0" name="contour_14288"/>
          <p:cNvSpPr/>
          <p:nvPr/>
        </p:nvSpPr>
        <p:spPr>
          <a:xfrm>
            <a:off x="8085469" y="4801598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0887" y="4270"/>
                </a:lnTo>
                <a:lnTo>
                  <a:pt x="20174" y="7700"/>
                </a:lnTo>
                <a:lnTo>
                  <a:pt x="19457" y="11145"/>
                </a:lnTo>
                <a:lnTo>
                  <a:pt x="18736" y="14606"/>
                </a:lnTo>
                <a:lnTo>
                  <a:pt x="18010" y="18087"/>
                </a:lnTo>
                <a:lnTo>
                  <a:pt x="17280" y="21600"/>
                </a:lnTo>
                <a:lnTo>
                  <a:pt x="14429" y="20744"/>
                </a:lnTo>
                <a:lnTo>
                  <a:pt x="11573" y="19888"/>
                </a:lnTo>
                <a:lnTo>
                  <a:pt x="8705" y="19026"/>
                </a:lnTo>
                <a:lnTo>
                  <a:pt x="5823" y="18160"/>
                </a:lnTo>
                <a:lnTo>
                  <a:pt x="2925" y="17288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ED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1" name="contour_14289"/>
          <p:cNvSpPr/>
          <p:nvPr/>
        </p:nvSpPr>
        <p:spPr>
          <a:xfrm>
            <a:off x="1730341" y="4788210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765"/>
                </a:lnTo>
                <a:lnTo>
                  <a:pt x="10762" y="1531"/>
                </a:lnTo>
                <a:lnTo>
                  <a:pt x="13462" y="2305"/>
                </a:lnTo>
                <a:lnTo>
                  <a:pt x="16200" y="3086"/>
                </a:lnTo>
                <a:lnTo>
                  <a:pt x="17302" y="5249"/>
                </a:lnTo>
                <a:lnTo>
                  <a:pt x="18025" y="6823"/>
                </a:lnTo>
                <a:lnTo>
                  <a:pt x="18538" y="8260"/>
                </a:lnTo>
                <a:lnTo>
                  <a:pt x="19003" y="10013"/>
                </a:lnTo>
                <a:lnTo>
                  <a:pt x="19575" y="12534"/>
                </a:lnTo>
                <a:lnTo>
                  <a:pt x="19980" y="14228"/>
                </a:lnTo>
                <a:lnTo>
                  <a:pt x="20390" y="15932"/>
                </a:lnTo>
                <a:lnTo>
                  <a:pt x="20801" y="17660"/>
                </a:lnTo>
                <a:lnTo>
                  <a:pt x="21200" y="19616"/>
                </a:lnTo>
                <a:lnTo>
                  <a:pt x="21600" y="21600"/>
                </a:lnTo>
                <a:lnTo>
                  <a:pt x="18036" y="21091"/>
                </a:lnTo>
                <a:lnTo>
                  <a:pt x="14467" y="20582"/>
                </a:lnTo>
                <a:lnTo>
                  <a:pt x="10881" y="20069"/>
                </a:lnTo>
                <a:lnTo>
                  <a:pt x="7279" y="19554"/>
                </a:lnTo>
                <a:lnTo>
                  <a:pt x="3656" y="19036"/>
                </a:lnTo>
                <a:lnTo>
                  <a:pt x="0" y="18514"/>
                </a:lnTo>
                <a:lnTo>
                  <a:pt x="594" y="16478"/>
                </a:lnTo>
                <a:lnTo>
                  <a:pt x="1188" y="14438"/>
                </a:lnTo>
                <a:lnTo>
                  <a:pt x="1782" y="12398"/>
                </a:lnTo>
                <a:lnTo>
                  <a:pt x="2381" y="10353"/>
                </a:lnTo>
                <a:lnTo>
                  <a:pt x="2981" y="8301"/>
                </a:lnTo>
                <a:lnTo>
                  <a:pt x="3580" y="6239"/>
                </a:lnTo>
                <a:lnTo>
                  <a:pt x="4185" y="4172"/>
                </a:lnTo>
                <a:lnTo>
                  <a:pt x="4790" y="2092"/>
                </a:lnTo>
                <a:lnTo>
                  <a:pt x="5400" y="0"/>
                </a:lnTo>
                <a:close/>
              </a:path>
            </a:pathLst>
          </a:custGeom>
          <a:solidFill>
            <a:srgbClr val="2A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2" name="contour_14290"/>
          <p:cNvSpPr/>
          <p:nvPr/>
        </p:nvSpPr>
        <p:spPr>
          <a:xfrm>
            <a:off x="8049029" y="4788210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32" y="2695"/>
                </a:lnTo>
                <a:lnTo>
                  <a:pt x="19842" y="5358"/>
                </a:lnTo>
                <a:lnTo>
                  <a:pt x="18904" y="7987"/>
                </a:lnTo>
                <a:lnTo>
                  <a:pt x="17906" y="10587"/>
                </a:lnTo>
                <a:lnTo>
                  <a:pt x="16831" y="13154"/>
                </a:lnTo>
                <a:lnTo>
                  <a:pt x="15660" y="15693"/>
                </a:lnTo>
                <a:lnTo>
                  <a:pt x="14377" y="18198"/>
                </a:lnTo>
                <a:lnTo>
                  <a:pt x="12960" y="20670"/>
                </a:lnTo>
                <a:lnTo>
                  <a:pt x="9487" y="212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290"/>
                </a:lnTo>
                <a:lnTo>
                  <a:pt x="0" y="20670"/>
                </a:lnTo>
                <a:lnTo>
                  <a:pt x="1054" y="15494"/>
                </a:lnTo>
                <a:lnTo>
                  <a:pt x="1914" y="11559"/>
                </a:lnTo>
                <a:lnTo>
                  <a:pt x="2670" y="8628"/>
                </a:lnTo>
                <a:lnTo>
                  <a:pt x="3421" y="6478"/>
                </a:lnTo>
                <a:lnTo>
                  <a:pt x="4272" y="4870"/>
                </a:lnTo>
                <a:lnTo>
                  <a:pt x="5314" y="3580"/>
                </a:lnTo>
                <a:lnTo>
                  <a:pt x="6648" y="2381"/>
                </a:lnTo>
                <a:lnTo>
                  <a:pt x="8372" y="1033"/>
                </a:lnTo>
                <a:lnTo>
                  <a:pt x="10679" y="529"/>
                </a:lnTo>
                <a:lnTo>
                  <a:pt x="12524" y="223"/>
                </a:lnTo>
                <a:lnTo>
                  <a:pt x="14532" y="66"/>
                </a:lnTo>
                <a:lnTo>
                  <a:pt x="17349" y="8"/>
                </a:lnTo>
                <a:lnTo>
                  <a:pt x="21600" y="0"/>
                </a:lnTo>
                <a:close/>
              </a:path>
            </a:pathLst>
          </a:custGeom>
          <a:solidFill>
            <a:srgbClr val="E1E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3" name="contour_14291"/>
          <p:cNvSpPr/>
          <p:nvPr/>
        </p:nvSpPr>
        <p:spPr>
          <a:xfrm>
            <a:off x="4295714" y="4788210"/>
            <a:ext cx="58304" cy="29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873"/>
                </a:lnTo>
                <a:lnTo>
                  <a:pt x="3564" y="1746"/>
                </a:lnTo>
                <a:lnTo>
                  <a:pt x="5349" y="2619"/>
                </a:lnTo>
                <a:lnTo>
                  <a:pt x="7136" y="3498"/>
                </a:lnTo>
                <a:lnTo>
                  <a:pt x="8926" y="4371"/>
                </a:lnTo>
                <a:lnTo>
                  <a:pt x="10719" y="5249"/>
                </a:lnTo>
                <a:lnTo>
                  <a:pt x="12517" y="6133"/>
                </a:lnTo>
                <a:lnTo>
                  <a:pt x="14321" y="7017"/>
                </a:lnTo>
                <a:lnTo>
                  <a:pt x="16130" y="7900"/>
                </a:lnTo>
                <a:lnTo>
                  <a:pt x="17944" y="8795"/>
                </a:lnTo>
                <a:lnTo>
                  <a:pt x="19769" y="9683"/>
                </a:lnTo>
                <a:lnTo>
                  <a:pt x="21600" y="10583"/>
                </a:lnTo>
                <a:lnTo>
                  <a:pt x="19310" y="15044"/>
                </a:lnTo>
                <a:lnTo>
                  <a:pt x="17674" y="18044"/>
                </a:lnTo>
                <a:lnTo>
                  <a:pt x="16451" y="19896"/>
                </a:lnTo>
                <a:lnTo>
                  <a:pt x="15398" y="20902"/>
                </a:lnTo>
                <a:lnTo>
                  <a:pt x="14267" y="21367"/>
                </a:lnTo>
                <a:lnTo>
                  <a:pt x="12814" y="21600"/>
                </a:lnTo>
                <a:lnTo>
                  <a:pt x="11934" y="21245"/>
                </a:lnTo>
                <a:lnTo>
                  <a:pt x="9283" y="20171"/>
                </a:lnTo>
                <a:lnTo>
                  <a:pt x="8397" y="19870"/>
                </a:lnTo>
                <a:lnTo>
                  <a:pt x="5727" y="18954"/>
                </a:lnTo>
                <a:lnTo>
                  <a:pt x="4439" y="17584"/>
                </a:lnTo>
                <a:lnTo>
                  <a:pt x="3496" y="16197"/>
                </a:lnTo>
                <a:lnTo>
                  <a:pt x="2740" y="14277"/>
                </a:lnTo>
                <a:lnTo>
                  <a:pt x="2012" y="11287"/>
                </a:lnTo>
                <a:lnTo>
                  <a:pt x="1150" y="6704"/>
                </a:lnTo>
                <a:lnTo>
                  <a:pt x="0" y="0"/>
                </a:lnTo>
                <a:close/>
              </a:path>
            </a:pathLst>
          </a:custGeom>
          <a:solidFill>
            <a:srgbClr val="EDE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4" name="contour_14292"/>
          <p:cNvSpPr/>
          <p:nvPr/>
        </p:nvSpPr>
        <p:spPr>
          <a:xfrm>
            <a:off x="10854906" y="478092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626"/>
                </a:lnTo>
                <a:lnTo>
                  <a:pt x="8104" y="1296"/>
                </a:lnTo>
                <a:lnTo>
                  <a:pt x="10354" y="1987"/>
                </a:lnTo>
                <a:lnTo>
                  <a:pt x="12600" y="2700"/>
                </a:lnTo>
                <a:lnTo>
                  <a:pt x="15113" y="3456"/>
                </a:lnTo>
                <a:lnTo>
                  <a:pt x="17662" y="4219"/>
                </a:lnTo>
                <a:lnTo>
                  <a:pt x="19616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B2B6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5" name="contour_14293"/>
          <p:cNvSpPr/>
          <p:nvPr/>
        </p:nvSpPr>
        <p:spPr>
          <a:xfrm>
            <a:off x="892222" y="477363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154"/>
                </a:lnTo>
                <a:lnTo>
                  <a:pt x="2084" y="299"/>
                </a:lnTo>
                <a:lnTo>
                  <a:pt x="3175" y="454"/>
                </a:lnTo>
                <a:lnTo>
                  <a:pt x="4536" y="648"/>
                </a:lnTo>
                <a:lnTo>
                  <a:pt x="6343" y="907"/>
                </a:lnTo>
                <a:lnTo>
                  <a:pt x="8777" y="1253"/>
                </a:lnTo>
                <a:lnTo>
                  <a:pt x="12010" y="1716"/>
                </a:lnTo>
                <a:lnTo>
                  <a:pt x="16225" y="2317"/>
                </a:lnTo>
                <a:lnTo>
                  <a:pt x="21600" y="3086"/>
                </a:lnTo>
                <a:lnTo>
                  <a:pt x="18317" y="5122"/>
                </a:lnTo>
                <a:lnTo>
                  <a:pt x="15750" y="6653"/>
                </a:lnTo>
                <a:lnTo>
                  <a:pt x="13691" y="7751"/>
                </a:lnTo>
                <a:lnTo>
                  <a:pt x="11923" y="8486"/>
                </a:lnTo>
                <a:lnTo>
                  <a:pt x="10246" y="8933"/>
                </a:lnTo>
                <a:lnTo>
                  <a:pt x="8438" y="9161"/>
                </a:lnTo>
                <a:lnTo>
                  <a:pt x="6293" y="9245"/>
                </a:lnTo>
                <a:lnTo>
                  <a:pt x="3600" y="9257"/>
                </a:lnTo>
                <a:lnTo>
                  <a:pt x="2524" y="11284"/>
                </a:lnTo>
                <a:lnTo>
                  <a:pt x="1940" y="12886"/>
                </a:lnTo>
                <a:lnTo>
                  <a:pt x="1350" y="15429"/>
                </a:lnTo>
                <a:lnTo>
                  <a:pt x="904" y="17468"/>
                </a:lnTo>
                <a:lnTo>
                  <a:pt x="454" y="1952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3636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6" name="contour_14294"/>
          <p:cNvSpPr/>
          <p:nvPr/>
        </p:nvSpPr>
        <p:spPr>
          <a:xfrm>
            <a:off x="10752874" y="4753184"/>
            <a:ext cx="58304" cy="35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22"/>
                </a:moveTo>
                <a:lnTo>
                  <a:pt x="20390" y="6189"/>
                </a:lnTo>
                <a:lnTo>
                  <a:pt x="19173" y="8679"/>
                </a:lnTo>
                <a:lnTo>
                  <a:pt x="17931" y="11083"/>
                </a:lnTo>
                <a:lnTo>
                  <a:pt x="16651" y="13398"/>
                </a:lnTo>
                <a:lnTo>
                  <a:pt x="15312" y="15613"/>
                </a:lnTo>
                <a:lnTo>
                  <a:pt x="13902" y="17726"/>
                </a:lnTo>
                <a:lnTo>
                  <a:pt x="12404" y="19721"/>
                </a:lnTo>
                <a:lnTo>
                  <a:pt x="10800" y="21600"/>
                </a:lnTo>
                <a:lnTo>
                  <a:pt x="9007" y="20984"/>
                </a:lnTo>
                <a:lnTo>
                  <a:pt x="7349" y="20112"/>
                </a:lnTo>
                <a:lnTo>
                  <a:pt x="5797" y="19007"/>
                </a:lnTo>
                <a:lnTo>
                  <a:pt x="4317" y="17685"/>
                </a:lnTo>
                <a:lnTo>
                  <a:pt x="2881" y="16166"/>
                </a:lnTo>
                <a:lnTo>
                  <a:pt x="1450" y="14467"/>
                </a:lnTo>
                <a:lnTo>
                  <a:pt x="0" y="12611"/>
                </a:lnTo>
                <a:lnTo>
                  <a:pt x="1604" y="12611"/>
                </a:lnTo>
                <a:lnTo>
                  <a:pt x="3213" y="12611"/>
                </a:lnTo>
                <a:lnTo>
                  <a:pt x="4828" y="12611"/>
                </a:lnTo>
                <a:lnTo>
                  <a:pt x="6456" y="12611"/>
                </a:lnTo>
                <a:lnTo>
                  <a:pt x="8100" y="12611"/>
                </a:lnTo>
                <a:lnTo>
                  <a:pt x="8100" y="9640"/>
                </a:lnTo>
                <a:lnTo>
                  <a:pt x="8100" y="6652"/>
                </a:lnTo>
                <a:lnTo>
                  <a:pt x="8100" y="3622"/>
                </a:lnTo>
                <a:lnTo>
                  <a:pt x="10330" y="1888"/>
                </a:lnTo>
                <a:lnTo>
                  <a:pt x="12293" y="688"/>
                </a:lnTo>
                <a:lnTo>
                  <a:pt x="14086" y="49"/>
                </a:lnTo>
                <a:lnTo>
                  <a:pt x="15811" y="0"/>
                </a:lnTo>
                <a:lnTo>
                  <a:pt x="17572" y="562"/>
                </a:lnTo>
                <a:lnTo>
                  <a:pt x="19467" y="1762"/>
                </a:lnTo>
                <a:lnTo>
                  <a:pt x="21600" y="3622"/>
                </a:lnTo>
                <a:close/>
              </a:path>
            </a:pathLst>
          </a:custGeom>
          <a:solidFill>
            <a:srgbClr val="FC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7" name="contour_14295"/>
          <p:cNvSpPr/>
          <p:nvPr/>
        </p:nvSpPr>
        <p:spPr>
          <a:xfrm>
            <a:off x="9878315" y="4749766"/>
            <a:ext cx="80168" cy="241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89"/>
                </a:moveTo>
                <a:lnTo>
                  <a:pt x="1227" y="1574"/>
                </a:lnTo>
                <a:lnTo>
                  <a:pt x="2455" y="1373"/>
                </a:lnTo>
                <a:lnTo>
                  <a:pt x="3680" y="1184"/>
                </a:lnTo>
                <a:lnTo>
                  <a:pt x="4907" y="1015"/>
                </a:lnTo>
                <a:lnTo>
                  <a:pt x="6134" y="852"/>
                </a:lnTo>
                <a:lnTo>
                  <a:pt x="7362" y="703"/>
                </a:lnTo>
                <a:lnTo>
                  <a:pt x="8591" y="566"/>
                </a:lnTo>
                <a:lnTo>
                  <a:pt x="9202" y="442"/>
                </a:lnTo>
                <a:lnTo>
                  <a:pt x="11045" y="72"/>
                </a:lnTo>
                <a:lnTo>
                  <a:pt x="12418" y="0"/>
                </a:lnTo>
                <a:lnTo>
                  <a:pt x="13736" y="59"/>
                </a:lnTo>
                <a:lnTo>
                  <a:pt x="15030" y="332"/>
                </a:lnTo>
                <a:lnTo>
                  <a:pt x="16332" y="878"/>
                </a:lnTo>
                <a:lnTo>
                  <a:pt x="17673" y="1789"/>
                </a:lnTo>
                <a:lnTo>
                  <a:pt x="18745" y="5979"/>
                </a:lnTo>
                <a:lnTo>
                  <a:pt x="19505" y="9069"/>
                </a:lnTo>
                <a:lnTo>
                  <a:pt x="20062" y="11607"/>
                </a:lnTo>
                <a:lnTo>
                  <a:pt x="20524" y="14131"/>
                </a:lnTo>
                <a:lnTo>
                  <a:pt x="20999" y="17182"/>
                </a:lnTo>
                <a:lnTo>
                  <a:pt x="21600" y="21307"/>
                </a:lnTo>
                <a:lnTo>
                  <a:pt x="20198" y="21502"/>
                </a:lnTo>
                <a:lnTo>
                  <a:pt x="19191" y="21600"/>
                </a:lnTo>
                <a:lnTo>
                  <a:pt x="18295" y="21600"/>
                </a:lnTo>
                <a:lnTo>
                  <a:pt x="17229" y="21502"/>
                </a:lnTo>
                <a:lnTo>
                  <a:pt x="15709" y="21307"/>
                </a:lnTo>
                <a:lnTo>
                  <a:pt x="14735" y="18080"/>
                </a:lnTo>
                <a:lnTo>
                  <a:pt x="13745" y="14801"/>
                </a:lnTo>
                <a:lnTo>
                  <a:pt x="12585" y="14079"/>
                </a:lnTo>
                <a:lnTo>
                  <a:pt x="11422" y="13409"/>
                </a:lnTo>
                <a:lnTo>
                  <a:pt x="10258" y="12784"/>
                </a:lnTo>
                <a:lnTo>
                  <a:pt x="9090" y="12199"/>
                </a:lnTo>
                <a:lnTo>
                  <a:pt x="7921" y="11652"/>
                </a:lnTo>
                <a:lnTo>
                  <a:pt x="6751" y="11145"/>
                </a:lnTo>
                <a:lnTo>
                  <a:pt x="5490" y="10598"/>
                </a:lnTo>
                <a:lnTo>
                  <a:pt x="4222" y="10045"/>
                </a:lnTo>
                <a:lnTo>
                  <a:pt x="2938" y="9492"/>
                </a:lnTo>
                <a:lnTo>
                  <a:pt x="2506" y="9317"/>
                </a:lnTo>
                <a:lnTo>
                  <a:pt x="1744" y="9004"/>
                </a:lnTo>
                <a:lnTo>
                  <a:pt x="0" y="8295"/>
                </a:lnTo>
                <a:lnTo>
                  <a:pt x="0" y="5068"/>
                </a:lnTo>
                <a:lnTo>
                  <a:pt x="0" y="1789"/>
                </a:lnTo>
                <a:close/>
              </a:path>
            </a:pathLst>
          </a:custGeom>
          <a:solidFill>
            <a:srgbClr val="DCD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8" name="contour_14296"/>
          <p:cNvSpPr/>
          <p:nvPr/>
        </p:nvSpPr>
        <p:spPr>
          <a:xfrm>
            <a:off x="7779374" y="476634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462" y="19818"/>
                </a:lnTo>
                <a:lnTo>
                  <a:pt x="17323" y="18036"/>
                </a:lnTo>
                <a:lnTo>
                  <a:pt x="15180" y="16250"/>
                </a:lnTo>
                <a:lnTo>
                  <a:pt x="13033" y="14461"/>
                </a:lnTo>
                <a:lnTo>
                  <a:pt x="10882" y="12668"/>
                </a:lnTo>
                <a:lnTo>
                  <a:pt x="8722" y="10868"/>
                </a:lnTo>
                <a:lnTo>
                  <a:pt x="6558" y="9065"/>
                </a:lnTo>
                <a:lnTo>
                  <a:pt x="4380" y="7250"/>
                </a:lnTo>
                <a:lnTo>
                  <a:pt x="2199" y="5432"/>
                </a:lnTo>
                <a:lnTo>
                  <a:pt x="0" y="3600"/>
                </a:lnTo>
                <a:lnTo>
                  <a:pt x="2877" y="2412"/>
                </a:lnTo>
                <a:lnTo>
                  <a:pt x="5197" y="1519"/>
                </a:lnTo>
                <a:lnTo>
                  <a:pt x="7214" y="878"/>
                </a:lnTo>
                <a:lnTo>
                  <a:pt x="9180" y="450"/>
                </a:lnTo>
                <a:lnTo>
                  <a:pt x="11349" y="191"/>
                </a:lnTo>
                <a:lnTo>
                  <a:pt x="13971" y="58"/>
                </a:lnTo>
                <a:lnTo>
                  <a:pt x="17306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F8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299" name="contour_14297"/>
          <p:cNvSpPr/>
          <p:nvPr/>
        </p:nvSpPr>
        <p:spPr>
          <a:xfrm>
            <a:off x="10672706" y="473719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853"/>
                </a:lnTo>
                <a:lnTo>
                  <a:pt x="15379" y="1561"/>
                </a:lnTo>
                <a:lnTo>
                  <a:pt x="17021" y="2381"/>
                </a:lnTo>
                <a:lnTo>
                  <a:pt x="18922" y="3575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82" y="20261"/>
                </a:lnTo>
                <a:lnTo>
                  <a:pt x="3575" y="18922"/>
                </a:lnTo>
                <a:lnTo>
                  <a:pt x="5375" y="17566"/>
                </a:lnTo>
                <a:lnTo>
                  <a:pt x="7200" y="16200"/>
                </a:lnTo>
                <a:lnTo>
                  <a:pt x="8309" y="12020"/>
                </a:lnTo>
                <a:lnTo>
                  <a:pt x="9050" y="9088"/>
                </a:lnTo>
                <a:lnTo>
                  <a:pt x="9598" y="6626"/>
                </a:lnTo>
                <a:lnTo>
                  <a:pt x="10123" y="3856"/>
                </a:lnTo>
                <a:lnTo>
                  <a:pt x="10800" y="0"/>
                </a:lnTo>
                <a:close/>
              </a:path>
            </a:pathLst>
          </a:custGeom>
          <a:solidFill>
            <a:srgbClr val="9999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0" name="contour_14298"/>
          <p:cNvSpPr/>
          <p:nvPr/>
        </p:nvSpPr>
        <p:spPr>
          <a:xfrm>
            <a:off x="10461355" y="473719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011" y="1464"/>
                </a:lnTo>
                <a:lnTo>
                  <a:pt x="10814" y="2946"/>
                </a:lnTo>
                <a:lnTo>
                  <a:pt x="12611" y="4437"/>
                </a:lnTo>
                <a:lnTo>
                  <a:pt x="14400" y="5940"/>
                </a:lnTo>
                <a:lnTo>
                  <a:pt x="15408" y="6774"/>
                </a:lnTo>
                <a:lnTo>
                  <a:pt x="18450" y="9279"/>
                </a:lnTo>
                <a:lnTo>
                  <a:pt x="20016" y="11107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1019" y="14835"/>
                </a:lnTo>
                <a:lnTo>
                  <a:pt x="2038" y="12390"/>
                </a:lnTo>
                <a:lnTo>
                  <a:pt x="3060" y="9936"/>
                </a:lnTo>
                <a:lnTo>
                  <a:pt x="4086" y="7474"/>
                </a:lnTo>
                <a:lnTo>
                  <a:pt x="5119" y="4998"/>
                </a:lnTo>
                <a:lnTo>
                  <a:pt x="6156" y="2510"/>
                </a:lnTo>
                <a:lnTo>
                  <a:pt x="7200" y="0"/>
                </a:lnTo>
                <a:close/>
              </a:path>
            </a:pathLst>
          </a:custGeom>
          <a:solidFill>
            <a:srgbClr val="C3C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1" name="contour_14299"/>
          <p:cNvSpPr/>
          <p:nvPr/>
        </p:nvSpPr>
        <p:spPr>
          <a:xfrm>
            <a:off x="7209212" y="4737194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9" y="0"/>
                </a:moveTo>
                <a:lnTo>
                  <a:pt x="4220" y="817"/>
                </a:lnTo>
                <a:lnTo>
                  <a:pt x="6292" y="1462"/>
                </a:lnTo>
                <a:lnTo>
                  <a:pt x="8363" y="2279"/>
                </a:lnTo>
                <a:lnTo>
                  <a:pt x="11394" y="3600"/>
                </a:lnTo>
                <a:lnTo>
                  <a:pt x="11394" y="5980"/>
                </a:lnTo>
                <a:lnTo>
                  <a:pt x="11394" y="8374"/>
                </a:lnTo>
                <a:lnTo>
                  <a:pt x="11394" y="10800"/>
                </a:lnTo>
                <a:lnTo>
                  <a:pt x="14767" y="10800"/>
                </a:lnTo>
                <a:lnTo>
                  <a:pt x="18161" y="10800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7911" y="21442"/>
                </a:lnTo>
                <a:lnTo>
                  <a:pt x="14390" y="21186"/>
                </a:lnTo>
                <a:lnTo>
                  <a:pt x="10996" y="20772"/>
                </a:lnTo>
                <a:lnTo>
                  <a:pt x="7690" y="20146"/>
                </a:lnTo>
                <a:lnTo>
                  <a:pt x="4434" y="19242"/>
                </a:lnTo>
                <a:lnTo>
                  <a:pt x="1189" y="18000"/>
                </a:lnTo>
                <a:lnTo>
                  <a:pt x="510" y="15401"/>
                </a:lnTo>
                <a:lnTo>
                  <a:pt x="133" y="12838"/>
                </a:lnTo>
                <a:lnTo>
                  <a:pt x="0" y="10292"/>
                </a:lnTo>
                <a:lnTo>
                  <a:pt x="87" y="7751"/>
                </a:lnTo>
                <a:lnTo>
                  <a:pt x="337" y="5202"/>
                </a:lnTo>
                <a:lnTo>
                  <a:pt x="719" y="2621"/>
                </a:lnTo>
                <a:lnTo>
                  <a:pt x="1189" y="0"/>
                </a:lnTo>
                <a:close/>
              </a:path>
            </a:pathLst>
          </a:custGeom>
          <a:solidFill>
            <a:srgbClr val="2928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2" name="contour_14300"/>
          <p:cNvSpPr/>
          <p:nvPr/>
        </p:nvSpPr>
        <p:spPr>
          <a:xfrm>
            <a:off x="1212893" y="4737194"/>
            <a:ext cx="36440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93"/>
                </a:lnTo>
                <a:lnTo>
                  <a:pt x="2341" y="564"/>
                </a:lnTo>
                <a:lnTo>
                  <a:pt x="3646" y="883"/>
                </a:lnTo>
                <a:lnTo>
                  <a:pt x="5374" y="1301"/>
                </a:lnTo>
                <a:lnTo>
                  <a:pt x="7780" y="1881"/>
                </a:lnTo>
                <a:lnTo>
                  <a:pt x="11115" y="2690"/>
                </a:lnTo>
                <a:lnTo>
                  <a:pt x="15638" y="3782"/>
                </a:lnTo>
                <a:lnTo>
                  <a:pt x="21600" y="5224"/>
                </a:lnTo>
                <a:lnTo>
                  <a:pt x="20097" y="8562"/>
                </a:lnTo>
                <a:lnTo>
                  <a:pt x="18943" y="11027"/>
                </a:lnTo>
                <a:lnTo>
                  <a:pt x="17889" y="13059"/>
                </a:lnTo>
                <a:lnTo>
                  <a:pt x="16701" y="15091"/>
                </a:lnTo>
                <a:lnTo>
                  <a:pt x="15137" y="17557"/>
                </a:lnTo>
                <a:lnTo>
                  <a:pt x="12960" y="20895"/>
                </a:lnTo>
                <a:lnTo>
                  <a:pt x="9487" y="21365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1413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3" name="contour_14301"/>
          <p:cNvSpPr/>
          <p:nvPr/>
        </p:nvSpPr>
        <p:spPr>
          <a:xfrm>
            <a:off x="1919828" y="4722618"/>
            <a:ext cx="3857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04" y="0"/>
                </a:moveTo>
                <a:lnTo>
                  <a:pt x="20878" y="2646"/>
                </a:lnTo>
                <a:lnTo>
                  <a:pt x="21265" y="5231"/>
                </a:lnTo>
                <a:lnTo>
                  <a:pt x="21518" y="7772"/>
                </a:lnTo>
                <a:lnTo>
                  <a:pt x="21600" y="10300"/>
                </a:lnTo>
                <a:lnTo>
                  <a:pt x="21469" y="12830"/>
                </a:lnTo>
                <a:lnTo>
                  <a:pt x="21086" y="15390"/>
                </a:lnTo>
                <a:lnTo>
                  <a:pt x="20404" y="18000"/>
                </a:lnTo>
                <a:lnTo>
                  <a:pt x="17931" y="18979"/>
                </a:lnTo>
                <a:lnTo>
                  <a:pt x="15458" y="19750"/>
                </a:lnTo>
                <a:lnTo>
                  <a:pt x="12973" y="20347"/>
                </a:lnTo>
                <a:lnTo>
                  <a:pt x="10467" y="20794"/>
                </a:lnTo>
                <a:lnTo>
                  <a:pt x="7925" y="21114"/>
                </a:lnTo>
                <a:lnTo>
                  <a:pt x="5342" y="21341"/>
                </a:lnTo>
                <a:lnTo>
                  <a:pt x="2706" y="21492"/>
                </a:lnTo>
                <a:lnTo>
                  <a:pt x="0" y="21600"/>
                </a:lnTo>
                <a:lnTo>
                  <a:pt x="2787" y="16229"/>
                </a:lnTo>
                <a:lnTo>
                  <a:pt x="5109" y="11830"/>
                </a:lnTo>
                <a:lnTo>
                  <a:pt x="7064" y="8309"/>
                </a:lnTo>
                <a:lnTo>
                  <a:pt x="8737" y="5566"/>
                </a:lnTo>
                <a:lnTo>
                  <a:pt x="10227" y="3506"/>
                </a:lnTo>
                <a:lnTo>
                  <a:pt x="11622" y="2027"/>
                </a:lnTo>
                <a:lnTo>
                  <a:pt x="13014" y="1040"/>
                </a:lnTo>
                <a:lnTo>
                  <a:pt x="14499" y="439"/>
                </a:lnTo>
                <a:lnTo>
                  <a:pt x="16160" y="130"/>
                </a:lnTo>
                <a:lnTo>
                  <a:pt x="18099" y="18"/>
                </a:lnTo>
                <a:lnTo>
                  <a:pt x="20404" y="0"/>
                </a:lnTo>
                <a:close/>
              </a:path>
            </a:pathLst>
          </a:custGeom>
          <a:solidFill>
            <a:srgbClr val="4140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4" name="contour_14302"/>
          <p:cNvSpPr/>
          <p:nvPr/>
        </p:nvSpPr>
        <p:spPr>
          <a:xfrm>
            <a:off x="11350489" y="4715330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91"/>
                </a:lnTo>
                <a:lnTo>
                  <a:pt x="2341" y="560"/>
                </a:lnTo>
                <a:lnTo>
                  <a:pt x="3646" y="877"/>
                </a:lnTo>
                <a:lnTo>
                  <a:pt x="5374" y="1292"/>
                </a:lnTo>
                <a:lnTo>
                  <a:pt x="7780" y="1868"/>
                </a:lnTo>
                <a:lnTo>
                  <a:pt x="11115" y="2672"/>
                </a:lnTo>
                <a:lnTo>
                  <a:pt x="15638" y="3757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30"/>
                </a:lnTo>
                <a:lnTo>
                  <a:pt x="0" y="13900"/>
                </a:lnTo>
                <a:lnTo>
                  <a:pt x="0" y="10455"/>
                </a:lnTo>
                <a:lnTo>
                  <a:pt x="0" y="6994"/>
                </a:lnTo>
                <a:lnTo>
                  <a:pt x="0" y="3513"/>
                </a:lnTo>
                <a:lnTo>
                  <a:pt x="0" y="0"/>
                </a:lnTo>
                <a:close/>
              </a:path>
            </a:pathLst>
          </a:custGeom>
          <a:solidFill>
            <a:srgbClr val="AFB2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5" name="contour_14303"/>
          <p:cNvSpPr/>
          <p:nvPr/>
        </p:nvSpPr>
        <p:spPr>
          <a:xfrm>
            <a:off x="8406141" y="4722618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256"/>
                </a:lnTo>
                <a:lnTo>
                  <a:pt x="3564" y="509"/>
                </a:lnTo>
                <a:lnTo>
                  <a:pt x="5349" y="765"/>
                </a:lnTo>
                <a:lnTo>
                  <a:pt x="7136" y="1018"/>
                </a:lnTo>
                <a:lnTo>
                  <a:pt x="8926" y="1274"/>
                </a:lnTo>
                <a:lnTo>
                  <a:pt x="10719" y="1531"/>
                </a:lnTo>
                <a:lnTo>
                  <a:pt x="12517" y="1787"/>
                </a:lnTo>
                <a:lnTo>
                  <a:pt x="14321" y="2046"/>
                </a:lnTo>
                <a:lnTo>
                  <a:pt x="16130" y="2305"/>
                </a:lnTo>
                <a:lnTo>
                  <a:pt x="17944" y="2564"/>
                </a:lnTo>
                <a:lnTo>
                  <a:pt x="19769" y="2823"/>
                </a:lnTo>
                <a:lnTo>
                  <a:pt x="21600" y="3086"/>
                </a:lnTo>
                <a:lnTo>
                  <a:pt x="20264" y="4104"/>
                </a:lnTo>
                <a:lnTo>
                  <a:pt x="18924" y="5125"/>
                </a:lnTo>
                <a:lnTo>
                  <a:pt x="17580" y="6147"/>
                </a:lnTo>
                <a:lnTo>
                  <a:pt x="16230" y="7177"/>
                </a:lnTo>
                <a:lnTo>
                  <a:pt x="14872" y="8214"/>
                </a:lnTo>
                <a:lnTo>
                  <a:pt x="13500" y="9257"/>
                </a:lnTo>
                <a:lnTo>
                  <a:pt x="12342" y="11217"/>
                </a:lnTo>
                <a:lnTo>
                  <a:pt x="11621" y="12553"/>
                </a:lnTo>
                <a:lnTo>
                  <a:pt x="11038" y="13880"/>
                </a:lnTo>
                <a:lnTo>
                  <a:pt x="10292" y="15814"/>
                </a:lnTo>
                <a:lnTo>
                  <a:pt x="9650" y="17453"/>
                </a:lnTo>
                <a:lnTo>
                  <a:pt x="8996" y="19116"/>
                </a:lnTo>
                <a:lnTo>
                  <a:pt x="8551" y="20350"/>
                </a:lnTo>
                <a:lnTo>
                  <a:pt x="8100" y="21600"/>
                </a:lnTo>
                <a:lnTo>
                  <a:pt x="7560" y="20032"/>
                </a:lnTo>
                <a:lnTo>
                  <a:pt x="7015" y="18443"/>
                </a:lnTo>
                <a:lnTo>
                  <a:pt x="6537" y="17064"/>
                </a:lnTo>
                <a:lnTo>
                  <a:pt x="6056" y="15679"/>
                </a:lnTo>
                <a:lnTo>
                  <a:pt x="5567" y="14271"/>
                </a:lnTo>
                <a:lnTo>
                  <a:pt x="5098" y="12911"/>
                </a:lnTo>
                <a:lnTo>
                  <a:pt x="4625" y="11537"/>
                </a:lnTo>
                <a:lnTo>
                  <a:pt x="4145" y="10149"/>
                </a:lnTo>
                <a:lnTo>
                  <a:pt x="3505" y="8433"/>
                </a:lnTo>
                <a:lnTo>
                  <a:pt x="2838" y="6727"/>
                </a:lnTo>
                <a:lnTo>
                  <a:pt x="2149" y="5033"/>
                </a:lnTo>
                <a:lnTo>
                  <a:pt x="1445" y="3348"/>
                </a:lnTo>
                <a:lnTo>
                  <a:pt x="726" y="1672"/>
                </a:lnTo>
                <a:lnTo>
                  <a:pt x="0" y="0"/>
                </a:lnTo>
                <a:close/>
              </a:path>
            </a:pathLst>
          </a:custGeom>
          <a:solidFill>
            <a:srgbClr val="F2F2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6" name="contour_14304"/>
          <p:cNvSpPr/>
          <p:nvPr/>
        </p:nvSpPr>
        <p:spPr>
          <a:xfrm>
            <a:off x="8114621" y="4722618"/>
            <a:ext cx="299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06" y="0"/>
                </a:moveTo>
                <a:lnTo>
                  <a:pt x="13626" y="1290"/>
                </a:lnTo>
                <a:lnTo>
                  <a:pt x="15759" y="2364"/>
                </a:lnTo>
                <a:lnTo>
                  <a:pt x="17891" y="3799"/>
                </a:lnTo>
                <a:lnTo>
                  <a:pt x="21012" y="6171"/>
                </a:lnTo>
                <a:lnTo>
                  <a:pt x="21337" y="8384"/>
                </a:lnTo>
                <a:lnTo>
                  <a:pt x="21532" y="10587"/>
                </a:lnTo>
                <a:lnTo>
                  <a:pt x="21600" y="12784"/>
                </a:lnTo>
                <a:lnTo>
                  <a:pt x="21563" y="14981"/>
                </a:lnTo>
                <a:lnTo>
                  <a:pt x="21442" y="17178"/>
                </a:lnTo>
                <a:lnTo>
                  <a:pt x="21253" y="19384"/>
                </a:lnTo>
                <a:lnTo>
                  <a:pt x="21012" y="21600"/>
                </a:lnTo>
                <a:lnTo>
                  <a:pt x="18091" y="20190"/>
                </a:lnTo>
                <a:lnTo>
                  <a:pt x="15228" y="18773"/>
                </a:lnTo>
                <a:lnTo>
                  <a:pt x="12439" y="17336"/>
                </a:lnTo>
                <a:lnTo>
                  <a:pt x="9739" y="15857"/>
                </a:lnTo>
                <a:lnTo>
                  <a:pt x="7128" y="14327"/>
                </a:lnTo>
                <a:lnTo>
                  <a:pt x="4628" y="12729"/>
                </a:lnTo>
                <a:lnTo>
                  <a:pt x="2248" y="11044"/>
                </a:lnTo>
                <a:lnTo>
                  <a:pt x="0" y="9257"/>
                </a:lnTo>
                <a:lnTo>
                  <a:pt x="1691" y="6964"/>
                </a:lnTo>
                <a:lnTo>
                  <a:pt x="3015" y="5314"/>
                </a:lnTo>
                <a:lnTo>
                  <a:pt x="4265" y="4048"/>
                </a:lnTo>
                <a:lnTo>
                  <a:pt x="5741" y="2913"/>
                </a:lnTo>
                <a:lnTo>
                  <a:pt x="7722" y="1651"/>
                </a:lnTo>
                <a:lnTo>
                  <a:pt x="10506" y="0"/>
                </a:lnTo>
                <a:close/>
              </a:path>
            </a:pathLst>
          </a:custGeom>
          <a:solidFill>
            <a:srgbClr val="8285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7" name="contour_14305"/>
          <p:cNvSpPr/>
          <p:nvPr/>
        </p:nvSpPr>
        <p:spPr>
          <a:xfrm>
            <a:off x="2036436" y="472261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06" y="3564"/>
                </a:lnTo>
                <a:lnTo>
                  <a:pt x="20412" y="7133"/>
                </a:lnTo>
                <a:lnTo>
                  <a:pt x="19814" y="10719"/>
                </a:lnTo>
                <a:lnTo>
                  <a:pt x="19213" y="14321"/>
                </a:lnTo>
                <a:lnTo>
                  <a:pt x="18608" y="17944"/>
                </a:lnTo>
                <a:lnTo>
                  <a:pt x="18000" y="21600"/>
                </a:lnTo>
                <a:lnTo>
                  <a:pt x="16196" y="20056"/>
                </a:lnTo>
                <a:lnTo>
                  <a:pt x="14393" y="18511"/>
                </a:lnTo>
                <a:lnTo>
                  <a:pt x="12593" y="16956"/>
                </a:lnTo>
                <a:lnTo>
                  <a:pt x="10796" y="15395"/>
                </a:lnTo>
                <a:lnTo>
                  <a:pt x="9000" y="13835"/>
                </a:lnTo>
                <a:lnTo>
                  <a:pt x="7326" y="12393"/>
                </a:lnTo>
                <a:lnTo>
                  <a:pt x="5645" y="10946"/>
                </a:lnTo>
                <a:lnTo>
                  <a:pt x="3938" y="9472"/>
                </a:lnTo>
                <a:lnTo>
                  <a:pt x="1984" y="7452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ACA1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8" name="contour_14306"/>
          <p:cNvSpPr/>
          <p:nvPr/>
        </p:nvSpPr>
        <p:spPr>
          <a:xfrm>
            <a:off x="5139700" y="4722618"/>
            <a:ext cx="37861" cy="42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1" y="0"/>
                </a:moveTo>
                <a:lnTo>
                  <a:pt x="2869" y="1818"/>
                </a:lnTo>
                <a:lnTo>
                  <a:pt x="4927" y="3636"/>
                </a:lnTo>
                <a:lnTo>
                  <a:pt x="6989" y="5458"/>
                </a:lnTo>
                <a:lnTo>
                  <a:pt x="9056" y="7283"/>
                </a:lnTo>
                <a:lnTo>
                  <a:pt x="11126" y="9112"/>
                </a:lnTo>
                <a:lnTo>
                  <a:pt x="13205" y="10949"/>
                </a:lnTo>
                <a:lnTo>
                  <a:pt x="15288" y="12789"/>
                </a:lnTo>
                <a:lnTo>
                  <a:pt x="17384" y="14640"/>
                </a:lnTo>
                <a:lnTo>
                  <a:pt x="19484" y="16495"/>
                </a:lnTo>
                <a:lnTo>
                  <a:pt x="21600" y="18364"/>
                </a:lnTo>
                <a:lnTo>
                  <a:pt x="16324" y="19907"/>
                </a:lnTo>
                <a:lnTo>
                  <a:pt x="12640" y="20910"/>
                </a:lnTo>
                <a:lnTo>
                  <a:pt x="10070" y="21449"/>
                </a:lnTo>
                <a:lnTo>
                  <a:pt x="8133" y="21600"/>
                </a:lnTo>
                <a:lnTo>
                  <a:pt x="6345" y="21431"/>
                </a:lnTo>
                <a:lnTo>
                  <a:pt x="4220" y="21020"/>
                </a:lnTo>
                <a:lnTo>
                  <a:pt x="2237" y="19415"/>
                </a:lnTo>
                <a:lnTo>
                  <a:pt x="1135" y="18151"/>
                </a:lnTo>
                <a:lnTo>
                  <a:pt x="524" y="16561"/>
                </a:lnTo>
                <a:lnTo>
                  <a:pt x="0" y="13990"/>
                </a:lnTo>
                <a:lnTo>
                  <a:pt x="133" y="11658"/>
                </a:lnTo>
                <a:lnTo>
                  <a:pt x="270" y="9325"/>
                </a:lnTo>
                <a:lnTo>
                  <a:pt x="407" y="6993"/>
                </a:lnTo>
                <a:lnTo>
                  <a:pt x="541" y="4665"/>
                </a:lnTo>
                <a:lnTo>
                  <a:pt x="674" y="2332"/>
                </a:lnTo>
                <a:lnTo>
                  <a:pt x="811" y="0"/>
                </a:lnTo>
                <a:close/>
              </a:path>
            </a:pathLst>
          </a:custGeom>
          <a:solidFill>
            <a:srgbClr val="CFC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09" name="contour_14307"/>
          <p:cNvSpPr/>
          <p:nvPr/>
        </p:nvSpPr>
        <p:spPr>
          <a:xfrm>
            <a:off x="7240062" y="4715330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221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0" name="contour_14308"/>
          <p:cNvSpPr/>
          <p:nvPr/>
        </p:nvSpPr>
        <p:spPr>
          <a:xfrm>
            <a:off x="855782" y="4700755"/>
            <a:ext cx="36440" cy="40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298" y="2473"/>
                </a:lnTo>
                <a:lnTo>
                  <a:pt x="20965" y="4915"/>
                </a:lnTo>
                <a:lnTo>
                  <a:pt x="20580" y="7334"/>
                </a:lnTo>
                <a:lnTo>
                  <a:pt x="20127" y="9734"/>
                </a:lnTo>
                <a:lnTo>
                  <a:pt x="19587" y="12115"/>
                </a:lnTo>
                <a:lnTo>
                  <a:pt x="18943" y="14484"/>
                </a:lnTo>
                <a:lnTo>
                  <a:pt x="18183" y="16846"/>
                </a:lnTo>
                <a:lnTo>
                  <a:pt x="17280" y="19200"/>
                </a:lnTo>
                <a:lnTo>
                  <a:pt x="16325" y="19553"/>
                </a:lnTo>
                <a:lnTo>
                  <a:pt x="14645" y="20175"/>
                </a:lnTo>
                <a:lnTo>
                  <a:pt x="10800" y="21600"/>
                </a:lnTo>
                <a:lnTo>
                  <a:pt x="8657" y="20809"/>
                </a:lnTo>
                <a:lnTo>
                  <a:pt x="6506" y="20006"/>
                </a:lnTo>
                <a:lnTo>
                  <a:pt x="4320" y="19200"/>
                </a:lnTo>
                <a:lnTo>
                  <a:pt x="3417" y="16846"/>
                </a:lnTo>
                <a:lnTo>
                  <a:pt x="2657" y="14484"/>
                </a:lnTo>
                <a:lnTo>
                  <a:pt x="2013" y="12115"/>
                </a:lnTo>
                <a:lnTo>
                  <a:pt x="1473" y="9734"/>
                </a:lnTo>
                <a:lnTo>
                  <a:pt x="1020" y="7334"/>
                </a:lnTo>
                <a:lnTo>
                  <a:pt x="635" y="4915"/>
                </a:lnTo>
                <a:lnTo>
                  <a:pt x="302" y="2473"/>
                </a:lnTo>
                <a:lnTo>
                  <a:pt x="0" y="0"/>
                </a:lnTo>
                <a:close/>
              </a:path>
            </a:pathLst>
          </a:custGeom>
          <a:solidFill>
            <a:srgbClr val="515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1" name="contour_14309"/>
          <p:cNvSpPr/>
          <p:nvPr/>
        </p:nvSpPr>
        <p:spPr>
          <a:xfrm>
            <a:off x="10963257" y="4664315"/>
            <a:ext cx="4469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90" y="0"/>
                </a:moveTo>
                <a:lnTo>
                  <a:pt x="5737" y="0"/>
                </a:lnTo>
                <a:lnTo>
                  <a:pt x="7512" y="0"/>
                </a:lnTo>
                <a:lnTo>
                  <a:pt x="7266" y="1620"/>
                </a:lnTo>
                <a:lnTo>
                  <a:pt x="7016" y="3268"/>
                </a:lnTo>
                <a:lnTo>
                  <a:pt x="6840" y="5375"/>
                </a:lnTo>
                <a:lnTo>
                  <a:pt x="6727" y="7400"/>
                </a:lnTo>
                <a:lnTo>
                  <a:pt x="6709" y="9377"/>
                </a:lnTo>
                <a:lnTo>
                  <a:pt x="6811" y="11349"/>
                </a:lnTo>
                <a:lnTo>
                  <a:pt x="7069" y="13352"/>
                </a:lnTo>
                <a:lnTo>
                  <a:pt x="7512" y="15429"/>
                </a:lnTo>
                <a:lnTo>
                  <a:pt x="9752" y="16493"/>
                </a:lnTo>
                <a:lnTo>
                  <a:pt x="11999" y="17268"/>
                </a:lnTo>
                <a:lnTo>
                  <a:pt x="14281" y="17805"/>
                </a:lnTo>
                <a:lnTo>
                  <a:pt x="16624" y="18159"/>
                </a:lnTo>
                <a:lnTo>
                  <a:pt x="19054" y="18379"/>
                </a:lnTo>
                <a:lnTo>
                  <a:pt x="21600" y="18514"/>
                </a:lnTo>
                <a:lnTo>
                  <a:pt x="19455" y="18959"/>
                </a:lnTo>
                <a:lnTo>
                  <a:pt x="17310" y="19394"/>
                </a:lnTo>
                <a:lnTo>
                  <a:pt x="15162" y="19826"/>
                </a:lnTo>
                <a:lnTo>
                  <a:pt x="13014" y="20248"/>
                </a:lnTo>
                <a:lnTo>
                  <a:pt x="10619" y="20733"/>
                </a:lnTo>
                <a:lnTo>
                  <a:pt x="8185" y="21227"/>
                </a:lnTo>
                <a:lnTo>
                  <a:pt x="6104" y="21412"/>
                </a:lnTo>
                <a:lnTo>
                  <a:pt x="3990" y="21600"/>
                </a:lnTo>
                <a:lnTo>
                  <a:pt x="1948" y="19761"/>
                </a:lnTo>
                <a:lnTo>
                  <a:pt x="849" y="18456"/>
                </a:lnTo>
                <a:lnTo>
                  <a:pt x="328" y="17058"/>
                </a:lnTo>
                <a:lnTo>
                  <a:pt x="0" y="14947"/>
                </a:lnTo>
                <a:lnTo>
                  <a:pt x="14" y="12889"/>
                </a:lnTo>
                <a:lnTo>
                  <a:pt x="28" y="10800"/>
                </a:lnTo>
                <a:lnTo>
                  <a:pt x="14" y="8742"/>
                </a:lnTo>
                <a:lnTo>
                  <a:pt x="0" y="6653"/>
                </a:lnTo>
                <a:lnTo>
                  <a:pt x="328" y="4542"/>
                </a:lnTo>
                <a:lnTo>
                  <a:pt x="849" y="3144"/>
                </a:lnTo>
                <a:lnTo>
                  <a:pt x="1948" y="1839"/>
                </a:lnTo>
                <a:lnTo>
                  <a:pt x="3990" y="0"/>
                </a:lnTo>
                <a:close/>
              </a:path>
            </a:pathLst>
          </a:custGeom>
          <a:solidFill>
            <a:srgbClr val="3F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2" name="contour_14310"/>
          <p:cNvSpPr/>
          <p:nvPr/>
        </p:nvSpPr>
        <p:spPr>
          <a:xfrm>
            <a:off x="10636266" y="468617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91" y="1820"/>
                </a:lnTo>
                <a:lnTo>
                  <a:pt x="9270" y="3278"/>
                </a:lnTo>
                <a:lnTo>
                  <a:pt x="12413" y="4466"/>
                </a:lnTo>
                <a:lnTo>
                  <a:pt x="14800" y="5465"/>
                </a:lnTo>
                <a:lnTo>
                  <a:pt x="16607" y="6367"/>
                </a:lnTo>
                <a:lnTo>
                  <a:pt x="18014" y="7263"/>
                </a:lnTo>
                <a:lnTo>
                  <a:pt x="19195" y="8240"/>
                </a:lnTo>
                <a:lnTo>
                  <a:pt x="20333" y="9391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285" y="21211"/>
                </a:lnTo>
                <a:lnTo>
                  <a:pt x="16999" y="20779"/>
                </a:lnTo>
                <a:lnTo>
                  <a:pt x="14731" y="20288"/>
                </a:lnTo>
                <a:lnTo>
                  <a:pt x="12481" y="19710"/>
                </a:lnTo>
                <a:lnTo>
                  <a:pt x="10249" y="19035"/>
                </a:lnTo>
                <a:lnTo>
                  <a:pt x="8024" y="18236"/>
                </a:lnTo>
                <a:lnTo>
                  <a:pt x="5810" y="17296"/>
                </a:lnTo>
                <a:lnTo>
                  <a:pt x="3600" y="16200"/>
                </a:lnTo>
                <a:lnTo>
                  <a:pt x="2167" y="12020"/>
                </a:lnTo>
                <a:lnTo>
                  <a:pt x="1264" y="9088"/>
                </a:lnTo>
                <a:lnTo>
                  <a:pt x="716" y="6626"/>
                </a:lnTo>
                <a:lnTo>
                  <a:pt x="3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3137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3" name="contour_14311"/>
          <p:cNvSpPr/>
          <p:nvPr/>
        </p:nvSpPr>
        <p:spPr>
          <a:xfrm>
            <a:off x="4295714" y="468617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19405" y="9331"/>
                </a:lnTo>
                <a:lnTo>
                  <a:pt x="17781" y="12990"/>
                </a:lnTo>
                <a:lnTo>
                  <a:pt x="16580" y="15600"/>
                </a:lnTo>
                <a:lnTo>
                  <a:pt x="15647" y="17461"/>
                </a:lnTo>
                <a:lnTo>
                  <a:pt x="14835" y="18883"/>
                </a:lnTo>
                <a:lnTo>
                  <a:pt x="13988" y="20161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417" y="18960"/>
                </a:lnTo>
                <a:lnTo>
                  <a:pt x="2678" y="16308"/>
                </a:lnTo>
                <a:lnTo>
                  <a:pt x="2078" y="13647"/>
                </a:lnTo>
                <a:lnTo>
                  <a:pt x="1581" y="10964"/>
                </a:lnTo>
                <a:lnTo>
                  <a:pt x="1158" y="8260"/>
                </a:lnTo>
                <a:lnTo>
                  <a:pt x="773" y="5534"/>
                </a:lnTo>
                <a:lnTo>
                  <a:pt x="397" y="2782"/>
                </a:lnTo>
                <a:lnTo>
                  <a:pt x="0" y="0"/>
                </a:lnTo>
                <a:close/>
              </a:path>
            </a:pathLst>
          </a:custGeom>
          <a:solidFill>
            <a:srgbClr val="AC82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4" name="contour_14312"/>
          <p:cNvSpPr/>
          <p:nvPr/>
        </p:nvSpPr>
        <p:spPr>
          <a:xfrm>
            <a:off x="1817797" y="468617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626"/>
                </a:lnTo>
                <a:lnTo>
                  <a:pt x="8104" y="1296"/>
                </a:lnTo>
                <a:lnTo>
                  <a:pt x="10354" y="1987"/>
                </a:lnTo>
                <a:lnTo>
                  <a:pt x="12600" y="2700"/>
                </a:lnTo>
                <a:lnTo>
                  <a:pt x="15113" y="3456"/>
                </a:lnTo>
                <a:lnTo>
                  <a:pt x="17662" y="4219"/>
                </a:lnTo>
                <a:lnTo>
                  <a:pt x="19616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868B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5" name="contour_14313"/>
          <p:cNvSpPr/>
          <p:nvPr/>
        </p:nvSpPr>
        <p:spPr>
          <a:xfrm>
            <a:off x="6795495" y="4671078"/>
            <a:ext cx="58304" cy="442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256"/>
                </a:moveTo>
                <a:lnTo>
                  <a:pt x="19988" y="2358"/>
                </a:lnTo>
                <a:lnTo>
                  <a:pt x="20631" y="3803"/>
                </a:lnTo>
                <a:lnTo>
                  <a:pt x="21084" y="5251"/>
                </a:lnTo>
                <a:lnTo>
                  <a:pt x="21600" y="7371"/>
                </a:lnTo>
                <a:lnTo>
                  <a:pt x="19939" y="8466"/>
                </a:lnTo>
                <a:lnTo>
                  <a:pt x="18276" y="9558"/>
                </a:lnTo>
                <a:lnTo>
                  <a:pt x="16616" y="10654"/>
                </a:lnTo>
                <a:lnTo>
                  <a:pt x="14953" y="11750"/>
                </a:lnTo>
                <a:lnTo>
                  <a:pt x="13292" y="12842"/>
                </a:lnTo>
                <a:lnTo>
                  <a:pt x="11632" y="13938"/>
                </a:lnTo>
                <a:lnTo>
                  <a:pt x="9968" y="15033"/>
                </a:lnTo>
                <a:lnTo>
                  <a:pt x="8308" y="16129"/>
                </a:lnTo>
                <a:lnTo>
                  <a:pt x="6647" y="17221"/>
                </a:lnTo>
                <a:lnTo>
                  <a:pt x="4984" y="18317"/>
                </a:lnTo>
                <a:lnTo>
                  <a:pt x="3324" y="19412"/>
                </a:lnTo>
                <a:lnTo>
                  <a:pt x="1661" y="20504"/>
                </a:lnTo>
                <a:lnTo>
                  <a:pt x="0" y="21600"/>
                </a:lnTo>
                <a:lnTo>
                  <a:pt x="32" y="19202"/>
                </a:lnTo>
                <a:lnTo>
                  <a:pt x="113" y="16890"/>
                </a:lnTo>
                <a:lnTo>
                  <a:pt x="265" y="14645"/>
                </a:lnTo>
                <a:lnTo>
                  <a:pt x="502" y="12451"/>
                </a:lnTo>
                <a:lnTo>
                  <a:pt x="845" y="10284"/>
                </a:lnTo>
                <a:lnTo>
                  <a:pt x="1312" y="8136"/>
                </a:lnTo>
                <a:lnTo>
                  <a:pt x="1925" y="5987"/>
                </a:lnTo>
                <a:lnTo>
                  <a:pt x="2700" y="3813"/>
                </a:lnTo>
                <a:lnTo>
                  <a:pt x="4455" y="2828"/>
                </a:lnTo>
                <a:lnTo>
                  <a:pt x="6207" y="1985"/>
                </a:lnTo>
                <a:lnTo>
                  <a:pt x="7960" y="1291"/>
                </a:lnTo>
                <a:lnTo>
                  <a:pt x="9725" y="743"/>
                </a:lnTo>
                <a:lnTo>
                  <a:pt x="11505" y="345"/>
                </a:lnTo>
                <a:lnTo>
                  <a:pt x="13306" y="96"/>
                </a:lnTo>
                <a:lnTo>
                  <a:pt x="15134" y="0"/>
                </a:lnTo>
                <a:lnTo>
                  <a:pt x="16996" y="50"/>
                </a:lnTo>
                <a:lnTo>
                  <a:pt x="18900" y="256"/>
                </a:lnTo>
                <a:close/>
              </a:path>
            </a:pathLst>
          </a:custGeom>
          <a:solidFill>
            <a:srgbClr val="7B73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6" name="contour_14314"/>
          <p:cNvSpPr/>
          <p:nvPr/>
        </p:nvSpPr>
        <p:spPr>
          <a:xfrm>
            <a:off x="6868375" y="4663127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0887" y="4270"/>
                </a:lnTo>
                <a:lnTo>
                  <a:pt x="20174" y="7700"/>
                </a:lnTo>
                <a:lnTo>
                  <a:pt x="19457" y="11145"/>
                </a:lnTo>
                <a:lnTo>
                  <a:pt x="18736" y="14606"/>
                </a:lnTo>
                <a:lnTo>
                  <a:pt x="18010" y="18087"/>
                </a:lnTo>
                <a:lnTo>
                  <a:pt x="17280" y="21600"/>
                </a:lnTo>
                <a:lnTo>
                  <a:pt x="14429" y="20744"/>
                </a:lnTo>
                <a:lnTo>
                  <a:pt x="11573" y="19888"/>
                </a:lnTo>
                <a:lnTo>
                  <a:pt x="8705" y="19026"/>
                </a:lnTo>
                <a:lnTo>
                  <a:pt x="5823" y="18160"/>
                </a:lnTo>
                <a:lnTo>
                  <a:pt x="2925" y="17288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B2B6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7" name="contour_14315"/>
          <p:cNvSpPr/>
          <p:nvPr/>
        </p:nvSpPr>
        <p:spPr>
          <a:xfrm>
            <a:off x="1584581" y="467160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63"/>
                </a:lnTo>
                <a:lnTo>
                  <a:pt x="6860" y="529"/>
                </a:lnTo>
                <a:lnTo>
                  <a:pt x="8618" y="896"/>
                </a:lnTo>
                <a:lnTo>
                  <a:pt x="11340" y="1462"/>
                </a:lnTo>
                <a:lnTo>
                  <a:pt x="15509" y="2329"/>
                </a:lnTo>
                <a:lnTo>
                  <a:pt x="21600" y="3600"/>
                </a:lnTo>
                <a:lnTo>
                  <a:pt x="18744" y="3600"/>
                </a:lnTo>
                <a:lnTo>
                  <a:pt x="15872" y="3600"/>
                </a:lnTo>
                <a:lnTo>
                  <a:pt x="12960" y="3600"/>
                </a:lnTo>
                <a:lnTo>
                  <a:pt x="12960" y="6145"/>
                </a:lnTo>
                <a:lnTo>
                  <a:pt x="12960" y="8694"/>
                </a:lnTo>
                <a:lnTo>
                  <a:pt x="12960" y="11250"/>
                </a:lnTo>
                <a:lnTo>
                  <a:pt x="12960" y="13817"/>
                </a:lnTo>
                <a:lnTo>
                  <a:pt x="12960" y="16394"/>
                </a:lnTo>
                <a:lnTo>
                  <a:pt x="12960" y="18986"/>
                </a:lnTo>
                <a:lnTo>
                  <a:pt x="12960" y="21600"/>
                </a:lnTo>
                <a:lnTo>
                  <a:pt x="10087" y="20441"/>
                </a:lnTo>
                <a:lnTo>
                  <a:pt x="7983" y="19534"/>
                </a:lnTo>
                <a:lnTo>
                  <a:pt x="6277" y="18677"/>
                </a:lnTo>
                <a:lnTo>
                  <a:pt x="4622" y="17665"/>
                </a:lnTo>
                <a:lnTo>
                  <a:pt x="2648" y="16308"/>
                </a:lnTo>
                <a:lnTo>
                  <a:pt x="0" y="14400"/>
                </a:lnTo>
                <a:lnTo>
                  <a:pt x="216" y="11808"/>
                </a:lnTo>
                <a:lnTo>
                  <a:pt x="678" y="9407"/>
                </a:lnTo>
                <a:lnTo>
                  <a:pt x="1361" y="7110"/>
                </a:lnTo>
                <a:lnTo>
                  <a:pt x="2220" y="4831"/>
                </a:lnTo>
                <a:lnTo>
                  <a:pt x="3218" y="2491"/>
                </a:lnTo>
                <a:lnTo>
                  <a:pt x="4320" y="0"/>
                </a:lnTo>
                <a:close/>
              </a:path>
            </a:pathLst>
          </a:custGeom>
          <a:solidFill>
            <a:srgbClr val="585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8" name="contour_14316"/>
          <p:cNvSpPr/>
          <p:nvPr/>
        </p:nvSpPr>
        <p:spPr>
          <a:xfrm>
            <a:off x="10250003" y="4647610"/>
            <a:ext cx="51016" cy="385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92"/>
                </a:moveTo>
                <a:lnTo>
                  <a:pt x="2104" y="820"/>
                </a:lnTo>
                <a:lnTo>
                  <a:pt x="4178" y="498"/>
                </a:lnTo>
                <a:lnTo>
                  <a:pt x="6230" y="237"/>
                </a:lnTo>
                <a:lnTo>
                  <a:pt x="8270" y="65"/>
                </a:lnTo>
                <a:lnTo>
                  <a:pt x="10300" y="0"/>
                </a:lnTo>
                <a:lnTo>
                  <a:pt x="12331" y="57"/>
                </a:lnTo>
                <a:lnTo>
                  <a:pt x="14373" y="261"/>
                </a:lnTo>
                <a:lnTo>
                  <a:pt x="16431" y="633"/>
                </a:lnTo>
                <a:lnTo>
                  <a:pt x="18514" y="1192"/>
                </a:lnTo>
                <a:lnTo>
                  <a:pt x="19443" y="3657"/>
                </a:lnTo>
                <a:lnTo>
                  <a:pt x="20165" y="6114"/>
                </a:lnTo>
                <a:lnTo>
                  <a:pt x="20702" y="8580"/>
                </a:lnTo>
                <a:lnTo>
                  <a:pt x="21085" y="11069"/>
                </a:lnTo>
                <a:lnTo>
                  <a:pt x="21338" y="13600"/>
                </a:lnTo>
                <a:lnTo>
                  <a:pt x="21492" y="16192"/>
                </a:lnTo>
                <a:lnTo>
                  <a:pt x="21569" y="18853"/>
                </a:lnTo>
                <a:lnTo>
                  <a:pt x="21600" y="21600"/>
                </a:lnTo>
                <a:lnTo>
                  <a:pt x="19853" y="20445"/>
                </a:lnTo>
                <a:lnTo>
                  <a:pt x="18107" y="19290"/>
                </a:lnTo>
                <a:lnTo>
                  <a:pt x="16354" y="18131"/>
                </a:lnTo>
                <a:lnTo>
                  <a:pt x="14595" y="16967"/>
                </a:lnTo>
                <a:lnTo>
                  <a:pt x="12827" y="15796"/>
                </a:lnTo>
                <a:lnTo>
                  <a:pt x="11050" y="14620"/>
                </a:lnTo>
                <a:lnTo>
                  <a:pt x="9257" y="13437"/>
                </a:lnTo>
                <a:lnTo>
                  <a:pt x="10022" y="11416"/>
                </a:lnTo>
                <a:lnTo>
                  <a:pt x="10788" y="9388"/>
                </a:lnTo>
                <a:lnTo>
                  <a:pt x="11562" y="7343"/>
                </a:lnTo>
                <a:lnTo>
                  <a:pt x="12343" y="5273"/>
                </a:lnTo>
                <a:lnTo>
                  <a:pt x="10306" y="4600"/>
                </a:lnTo>
                <a:lnTo>
                  <a:pt x="8267" y="3927"/>
                </a:lnTo>
                <a:lnTo>
                  <a:pt x="6218" y="3249"/>
                </a:lnTo>
                <a:lnTo>
                  <a:pt x="4160" y="2567"/>
                </a:lnTo>
                <a:lnTo>
                  <a:pt x="2089" y="1882"/>
                </a:lnTo>
                <a:lnTo>
                  <a:pt x="0" y="1192"/>
                </a:lnTo>
                <a:close/>
              </a:path>
            </a:pathLst>
          </a:custGeom>
          <a:solidFill>
            <a:srgbClr val="C6CD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19" name="contour_14317"/>
          <p:cNvSpPr/>
          <p:nvPr/>
        </p:nvSpPr>
        <p:spPr>
          <a:xfrm>
            <a:off x="8049029" y="465702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594" y="3564"/>
                </a:lnTo>
                <a:lnTo>
                  <a:pt x="19188" y="7133"/>
                </a:lnTo>
                <a:lnTo>
                  <a:pt x="19786" y="10719"/>
                </a:lnTo>
                <a:lnTo>
                  <a:pt x="20387" y="14321"/>
                </a:lnTo>
                <a:lnTo>
                  <a:pt x="20992" y="179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392"/>
                </a:lnTo>
                <a:lnTo>
                  <a:pt x="0" y="15174"/>
                </a:lnTo>
                <a:lnTo>
                  <a:pt x="0" y="11945"/>
                </a:lnTo>
                <a:lnTo>
                  <a:pt x="0" y="8689"/>
                </a:lnTo>
                <a:lnTo>
                  <a:pt x="0" y="5400"/>
                </a:lnTo>
                <a:lnTo>
                  <a:pt x="2354" y="3785"/>
                </a:lnTo>
                <a:lnTo>
                  <a:pt x="4079" y="2862"/>
                </a:lnTo>
                <a:lnTo>
                  <a:pt x="6012" y="2279"/>
                </a:lnTo>
                <a:lnTo>
                  <a:pt x="9000" y="1685"/>
                </a:lnTo>
                <a:lnTo>
                  <a:pt x="11513" y="1156"/>
                </a:lnTo>
                <a:lnTo>
                  <a:pt x="14062" y="610"/>
                </a:lnTo>
                <a:lnTo>
                  <a:pt x="16016" y="308"/>
                </a:lnTo>
                <a:lnTo>
                  <a:pt x="18000" y="0"/>
                </a:lnTo>
                <a:close/>
              </a:path>
            </a:pathLst>
          </a:custGeom>
          <a:solidFill>
            <a:srgbClr val="6264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0" name="contour_14318"/>
          <p:cNvSpPr/>
          <p:nvPr/>
        </p:nvSpPr>
        <p:spPr>
          <a:xfrm>
            <a:off x="7196334" y="4655584"/>
            <a:ext cx="36440" cy="305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19"/>
                </a:moveTo>
                <a:lnTo>
                  <a:pt x="4994" y="453"/>
                </a:lnTo>
                <a:lnTo>
                  <a:pt x="8506" y="113"/>
                </a:lnTo>
                <a:lnTo>
                  <a:pt x="11007" y="0"/>
                </a:lnTo>
                <a:lnTo>
                  <a:pt x="12986" y="113"/>
                </a:lnTo>
                <a:lnTo>
                  <a:pt x="14917" y="453"/>
                </a:lnTo>
                <a:lnTo>
                  <a:pt x="17280" y="1019"/>
                </a:lnTo>
                <a:lnTo>
                  <a:pt x="18870" y="4847"/>
                </a:lnTo>
                <a:lnTo>
                  <a:pt x="19889" y="7564"/>
                </a:lnTo>
                <a:lnTo>
                  <a:pt x="20546" y="9910"/>
                </a:lnTo>
                <a:lnTo>
                  <a:pt x="21047" y="12627"/>
                </a:lnTo>
                <a:lnTo>
                  <a:pt x="21600" y="16455"/>
                </a:lnTo>
                <a:lnTo>
                  <a:pt x="18926" y="17093"/>
                </a:lnTo>
                <a:lnTo>
                  <a:pt x="16252" y="17731"/>
                </a:lnTo>
                <a:lnTo>
                  <a:pt x="13569" y="18369"/>
                </a:lnTo>
                <a:lnTo>
                  <a:pt x="10882" y="19007"/>
                </a:lnTo>
                <a:lnTo>
                  <a:pt x="8182" y="19650"/>
                </a:lnTo>
                <a:lnTo>
                  <a:pt x="5469" y="20298"/>
                </a:lnTo>
                <a:lnTo>
                  <a:pt x="2743" y="20947"/>
                </a:lnTo>
                <a:lnTo>
                  <a:pt x="0" y="21600"/>
                </a:lnTo>
                <a:lnTo>
                  <a:pt x="0" y="18204"/>
                </a:lnTo>
                <a:lnTo>
                  <a:pt x="0" y="14803"/>
                </a:lnTo>
                <a:lnTo>
                  <a:pt x="0" y="11387"/>
                </a:lnTo>
                <a:lnTo>
                  <a:pt x="0" y="7955"/>
                </a:lnTo>
                <a:lnTo>
                  <a:pt x="0" y="4502"/>
                </a:lnTo>
                <a:lnTo>
                  <a:pt x="0" y="1019"/>
                </a:lnTo>
                <a:close/>
              </a:path>
            </a:pathLst>
          </a:custGeom>
          <a:solidFill>
            <a:srgbClr val="2B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1" name="contour_14319"/>
          <p:cNvSpPr/>
          <p:nvPr/>
        </p:nvSpPr>
        <p:spPr>
          <a:xfrm>
            <a:off x="3864272" y="4635163"/>
            <a:ext cx="3060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56" y="0"/>
                </a:moveTo>
                <a:lnTo>
                  <a:pt x="18349" y="1925"/>
                </a:lnTo>
                <a:lnTo>
                  <a:pt x="19563" y="3370"/>
                </a:lnTo>
                <a:lnTo>
                  <a:pt x="20345" y="4777"/>
                </a:lnTo>
                <a:lnTo>
                  <a:pt x="20942" y="6591"/>
                </a:lnTo>
                <a:lnTo>
                  <a:pt x="21600" y="9257"/>
                </a:lnTo>
                <a:lnTo>
                  <a:pt x="19311" y="10988"/>
                </a:lnTo>
                <a:lnTo>
                  <a:pt x="16929" y="12645"/>
                </a:lnTo>
                <a:lnTo>
                  <a:pt x="14455" y="14234"/>
                </a:lnTo>
                <a:lnTo>
                  <a:pt x="11898" y="15771"/>
                </a:lnTo>
                <a:lnTo>
                  <a:pt x="9270" y="17265"/>
                </a:lnTo>
                <a:lnTo>
                  <a:pt x="6579" y="18724"/>
                </a:lnTo>
                <a:lnTo>
                  <a:pt x="3827" y="20168"/>
                </a:lnTo>
                <a:lnTo>
                  <a:pt x="1024" y="21600"/>
                </a:lnTo>
                <a:lnTo>
                  <a:pt x="458" y="18024"/>
                </a:lnTo>
                <a:lnTo>
                  <a:pt x="113" y="15512"/>
                </a:lnTo>
                <a:lnTo>
                  <a:pt x="0" y="13722"/>
                </a:lnTo>
                <a:lnTo>
                  <a:pt x="113" y="12309"/>
                </a:lnTo>
                <a:lnTo>
                  <a:pt x="458" y="10936"/>
                </a:lnTo>
                <a:lnTo>
                  <a:pt x="1024" y="9257"/>
                </a:lnTo>
                <a:lnTo>
                  <a:pt x="4851" y="8307"/>
                </a:lnTo>
                <a:lnTo>
                  <a:pt x="7567" y="7671"/>
                </a:lnTo>
                <a:lnTo>
                  <a:pt x="9913" y="7202"/>
                </a:lnTo>
                <a:lnTo>
                  <a:pt x="12629" y="6752"/>
                </a:lnTo>
                <a:lnTo>
                  <a:pt x="16456" y="6171"/>
                </a:lnTo>
                <a:lnTo>
                  <a:pt x="16456" y="4132"/>
                </a:lnTo>
                <a:lnTo>
                  <a:pt x="16456" y="2080"/>
                </a:lnTo>
                <a:lnTo>
                  <a:pt x="16456" y="0"/>
                </a:lnTo>
                <a:close/>
              </a:path>
            </a:pathLst>
          </a:custGeom>
          <a:solidFill>
            <a:srgbClr val="E9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2" name="contour_14320"/>
          <p:cNvSpPr/>
          <p:nvPr/>
        </p:nvSpPr>
        <p:spPr>
          <a:xfrm>
            <a:off x="11306762" y="464973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015"/>
                </a:lnTo>
                <a:lnTo>
                  <a:pt x="8506" y="1782"/>
                </a:lnTo>
                <a:lnTo>
                  <a:pt x="11007" y="2457"/>
                </a:lnTo>
                <a:lnTo>
                  <a:pt x="12986" y="3186"/>
                </a:lnTo>
                <a:lnTo>
                  <a:pt x="14917" y="4115"/>
                </a:lnTo>
                <a:lnTo>
                  <a:pt x="17280" y="5400"/>
                </a:lnTo>
                <a:lnTo>
                  <a:pt x="18870" y="9580"/>
                </a:lnTo>
                <a:lnTo>
                  <a:pt x="19889" y="12512"/>
                </a:lnTo>
                <a:lnTo>
                  <a:pt x="20546" y="14974"/>
                </a:lnTo>
                <a:lnTo>
                  <a:pt x="21047" y="177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7E6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3" name="contour_14321"/>
          <p:cNvSpPr/>
          <p:nvPr/>
        </p:nvSpPr>
        <p:spPr>
          <a:xfrm>
            <a:off x="10585250" y="464973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853"/>
                </a:lnTo>
                <a:lnTo>
                  <a:pt x="15379" y="1561"/>
                </a:lnTo>
                <a:lnTo>
                  <a:pt x="17021" y="2381"/>
                </a:lnTo>
                <a:lnTo>
                  <a:pt x="18922" y="3575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893" y="18927"/>
                </a:lnTo>
                <a:lnTo>
                  <a:pt x="1786" y="16243"/>
                </a:lnTo>
                <a:lnTo>
                  <a:pt x="2689" y="13538"/>
                </a:lnTo>
                <a:lnTo>
                  <a:pt x="3600" y="10800"/>
                </a:lnTo>
                <a:lnTo>
                  <a:pt x="5980" y="10800"/>
                </a:lnTo>
                <a:lnTo>
                  <a:pt x="8374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E9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4" name="contour_14322"/>
          <p:cNvSpPr/>
          <p:nvPr/>
        </p:nvSpPr>
        <p:spPr>
          <a:xfrm>
            <a:off x="3529950" y="4627875"/>
            <a:ext cx="2967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91" y="0"/>
                </a:moveTo>
                <a:lnTo>
                  <a:pt x="12927" y="2933"/>
                </a:lnTo>
                <a:lnTo>
                  <a:pt x="14343" y="5182"/>
                </a:lnTo>
                <a:lnTo>
                  <a:pt x="15282" y="6895"/>
                </a:lnTo>
                <a:lnTo>
                  <a:pt x="15770" y="8220"/>
                </a:lnTo>
                <a:lnTo>
                  <a:pt x="15850" y="9307"/>
                </a:lnTo>
                <a:lnTo>
                  <a:pt x="15553" y="10301"/>
                </a:lnTo>
                <a:lnTo>
                  <a:pt x="14916" y="11350"/>
                </a:lnTo>
                <a:lnTo>
                  <a:pt x="13972" y="12600"/>
                </a:lnTo>
                <a:lnTo>
                  <a:pt x="12492" y="13493"/>
                </a:lnTo>
                <a:lnTo>
                  <a:pt x="10991" y="14400"/>
                </a:lnTo>
                <a:lnTo>
                  <a:pt x="13617" y="14995"/>
                </a:lnTo>
                <a:lnTo>
                  <a:pt x="16258" y="15590"/>
                </a:lnTo>
                <a:lnTo>
                  <a:pt x="18911" y="16193"/>
                </a:lnTo>
                <a:lnTo>
                  <a:pt x="21600" y="16800"/>
                </a:lnTo>
                <a:lnTo>
                  <a:pt x="20253" y="17105"/>
                </a:lnTo>
                <a:lnTo>
                  <a:pt x="18964" y="17398"/>
                </a:lnTo>
                <a:lnTo>
                  <a:pt x="17356" y="17760"/>
                </a:lnTo>
                <a:lnTo>
                  <a:pt x="15070" y="18278"/>
                </a:lnTo>
                <a:lnTo>
                  <a:pt x="11723" y="19034"/>
                </a:lnTo>
                <a:lnTo>
                  <a:pt x="6954" y="20114"/>
                </a:lnTo>
                <a:lnTo>
                  <a:pt x="382" y="21600"/>
                </a:lnTo>
                <a:lnTo>
                  <a:pt x="122" y="19649"/>
                </a:lnTo>
                <a:lnTo>
                  <a:pt x="0" y="17803"/>
                </a:lnTo>
                <a:lnTo>
                  <a:pt x="27" y="16042"/>
                </a:lnTo>
                <a:lnTo>
                  <a:pt x="212" y="14357"/>
                </a:lnTo>
                <a:lnTo>
                  <a:pt x="573" y="12727"/>
                </a:lnTo>
                <a:lnTo>
                  <a:pt x="1114" y="11143"/>
                </a:lnTo>
                <a:lnTo>
                  <a:pt x="1851" y="9586"/>
                </a:lnTo>
                <a:lnTo>
                  <a:pt x="2795" y="8040"/>
                </a:lnTo>
                <a:lnTo>
                  <a:pt x="3957" y="6494"/>
                </a:lnTo>
                <a:lnTo>
                  <a:pt x="5347" y="4934"/>
                </a:lnTo>
                <a:lnTo>
                  <a:pt x="6975" y="3341"/>
                </a:lnTo>
                <a:lnTo>
                  <a:pt x="8853" y="1702"/>
                </a:lnTo>
                <a:lnTo>
                  <a:pt x="10991" y="0"/>
                </a:lnTo>
                <a:close/>
              </a:path>
            </a:pathLst>
          </a:custGeom>
          <a:solidFill>
            <a:srgbClr val="FC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5" name="contour_14323"/>
          <p:cNvSpPr/>
          <p:nvPr/>
        </p:nvSpPr>
        <p:spPr>
          <a:xfrm>
            <a:off x="8697661" y="462787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893"/>
                </a:lnTo>
                <a:lnTo>
                  <a:pt x="16162" y="1786"/>
                </a:lnTo>
                <a:lnTo>
                  <a:pt x="18862" y="2689"/>
                </a:lnTo>
                <a:lnTo>
                  <a:pt x="21600" y="3600"/>
                </a:lnTo>
                <a:lnTo>
                  <a:pt x="21497" y="6156"/>
                </a:lnTo>
                <a:lnTo>
                  <a:pt x="21254" y="7967"/>
                </a:lnTo>
                <a:lnTo>
                  <a:pt x="20677" y="9904"/>
                </a:lnTo>
                <a:lnTo>
                  <a:pt x="19575" y="12823"/>
                </a:lnTo>
                <a:lnTo>
                  <a:pt x="18673" y="15289"/>
                </a:lnTo>
                <a:lnTo>
                  <a:pt x="17761" y="17788"/>
                </a:lnTo>
                <a:lnTo>
                  <a:pt x="16988" y="19681"/>
                </a:lnTo>
                <a:lnTo>
                  <a:pt x="16200" y="21600"/>
                </a:lnTo>
                <a:lnTo>
                  <a:pt x="12992" y="20887"/>
                </a:lnTo>
                <a:lnTo>
                  <a:pt x="9774" y="20171"/>
                </a:lnTo>
                <a:lnTo>
                  <a:pt x="6545" y="19454"/>
                </a:lnTo>
                <a:lnTo>
                  <a:pt x="3289" y="18731"/>
                </a:lnTo>
                <a:lnTo>
                  <a:pt x="0" y="18000"/>
                </a:lnTo>
                <a:lnTo>
                  <a:pt x="1339" y="15772"/>
                </a:lnTo>
                <a:lnTo>
                  <a:pt x="2673" y="13543"/>
                </a:lnTo>
                <a:lnTo>
                  <a:pt x="4018" y="11308"/>
                </a:lnTo>
                <a:lnTo>
                  <a:pt x="5362" y="9068"/>
                </a:lnTo>
                <a:lnTo>
                  <a:pt x="6707" y="6818"/>
                </a:lnTo>
                <a:lnTo>
                  <a:pt x="8062" y="4558"/>
                </a:lnTo>
                <a:lnTo>
                  <a:pt x="9428" y="2286"/>
                </a:lnTo>
                <a:lnTo>
                  <a:pt x="10800" y="0"/>
                </a:lnTo>
                <a:close/>
              </a:path>
            </a:pathLst>
          </a:custGeom>
          <a:solidFill>
            <a:srgbClr val="EF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6" name="contour_14324"/>
          <p:cNvSpPr/>
          <p:nvPr/>
        </p:nvSpPr>
        <p:spPr>
          <a:xfrm>
            <a:off x="4791297" y="4620587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5" y="1182"/>
                </a:lnTo>
                <a:lnTo>
                  <a:pt x="4459" y="2342"/>
                </a:lnTo>
                <a:lnTo>
                  <a:pt x="6477" y="3496"/>
                </a:lnTo>
                <a:lnTo>
                  <a:pt x="8359" y="4669"/>
                </a:lnTo>
                <a:lnTo>
                  <a:pt x="10118" y="5878"/>
                </a:lnTo>
                <a:lnTo>
                  <a:pt x="11760" y="7140"/>
                </a:lnTo>
                <a:lnTo>
                  <a:pt x="13290" y="8483"/>
                </a:lnTo>
                <a:lnTo>
                  <a:pt x="14722" y="9914"/>
                </a:lnTo>
                <a:lnTo>
                  <a:pt x="16058" y="11463"/>
                </a:lnTo>
                <a:lnTo>
                  <a:pt x="17308" y="13145"/>
                </a:lnTo>
                <a:lnTo>
                  <a:pt x="18477" y="14981"/>
                </a:lnTo>
                <a:lnTo>
                  <a:pt x="19579" y="16987"/>
                </a:lnTo>
                <a:lnTo>
                  <a:pt x="20619" y="19187"/>
                </a:lnTo>
                <a:lnTo>
                  <a:pt x="21600" y="21600"/>
                </a:lnTo>
                <a:lnTo>
                  <a:pt x="18036" y="21020"/>
                </a:lnTo>
                <a:lnTo>
                  <a:pt x="15530" y="20582"/>
                </a:lnTo>
                <a:lnTo>
                  <a:pt x="13744" y="20196"/>
                </a:lnTo>
                <a:lnTo>
                  <a:pt x="12331" y="19779"/>
                </a:lnTo>
                <a:lnTo>
                  <a:pt x="10951" y="19249"/>
                </a:lnTo>
                <a:lnTo>
                  <a:pt x="9257" y="18514"/>
                </a:lnTo>
                <a:lnTo>
                  <a:pt x="8307" y="16219"/>
                </a:lnTo>
                <a:lnTo>
                  <a:pt x="7671" y="14589"/>
                </a:lnTo>
                <a:lnTo>
                  <a:pt x="7202" y="13182"/>
                </a:lnTo>
                <a:lnTo>
                  <a:pt x="6752" y="11553"/>
                </a:lnTo>
                <a:lnTo>
                  <a:pt x="6171" y="9257"/>
                </a:lnTo>
                <a:lnTo>
                  <a:pt x="4641" y="8458"/>
                </a:lnTo>
                <a:lnTo>
                  <a:pt x="3104" y="7674"/>
                </a:lnTo>
                <a:lnTo>
                  <a:pt x="1558" y="6912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514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7" name="contour_14325"/>
          <p:cNvSpPr/>
          <p:nvPr/>
        </p:nvSpPr>
        <p:spPr>
          <a:xfrm>
            <a:off x="6861087" y="4619326"/>
            <a:ext cx="51016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17"/>
                </a:moveTo>
                <a:lnTo>
                  <a:pt x="2077" y="775"/>
                </a:lnTo>
                <a:lnTo>
                  <a:pt x="4138" y="471"/>
                </a:lnTo>
                <a:lnTo>
                  <a:pt x="6193" y="226"/>
                </a:lnTo>
                <a:lnTo>
                  <a:pt x="8242" y="65"/>
                </a:lnTo>
                <a:lnTo>
                  <a:pt x="10291" y="0"/>
                </a:lnTo>
                <a:lnTo>
                  <a:pt x="12337" y="52"/>
                </a:lnTo>
                <a:lnTo>
                  <a:pt x="14389" y="245"/>
                </a:lnTo>
                <a:lnTo>
                  <a:pt x="16447" y="594"/>
                </a:lnTo>
                <a:lnTo>
                  <a:pt x="18514" y="1117"/>
                </a:lnTo>
                <a:lnTo>
                  <a:pt x="19835" y="5920"/>
                </a:lnTo>
                <a:lnTo>
                  <a:pt x="20656" y="9328"/>
                </a:lnTo>
                <a:lnTo>
                  <a:pt x="21125" y="12272"/>
                </a:lnTo>
                <a:lnTo>
                  <a:pt x="21390" y="15680"/>
                </a:lnTo>
                <a:lnTo>
                  <a:pt x="21600" y="20483"/>
                </a:lnTo>
                <a:lnTo>
                  <a:pt x="19523" y="20825"/>
                </a:lnTo>
                <a:lnTo>
                  <a:pt x="17462" y="21129"/>
                </a:lnTo>
                <a:lnTo>
                  <a:pt x="15407" y="21374"/>
                </a:lnTo>
                <a:lnTo>
                  <a:pt x="13358" y="21535"/>
                </a:lnTo>
                <a:lnTo>
                  <a:pt x="11309" y="21600"/>
                </a:lnTo>
                <a:lnTo>
                  <a:pt x="9263" y="21548"/>
                </a:lnTo>
                <a:lnTo>
                  <a:pt x="7211" y="21355"/>
                </a:lnTo>
                <a:lnTo>
                  <a:pt x="5153" y="21006"/>
                </a:lnTo>
                <a:lnTo>
                  <a:pt x="3086" y="20483"/>
                </a:lnTo>
                <a:lnTo>
                  <a:pt x="1765" y="15680"/>
                </a:lnTo>
                <a:lnTo>
                  <a:pt x="944" y="12272"/>
                </a:lnTo>
                <a:lnTo>
                  <a:pt x="475" y="9328"/>
                </a:lnTo>
                <a:lnTo>
                  <a:pt x="210" y="5920"/>
                </a:lnTo>
                <a:lnTo>
                  <a:pt x="0" y="1117"/>
                </a:lnTo>
                <a:close/>
              </a:path>
            </a:pathLst>
          </a:custGeom>
          <a:solidFill>
            <a:srgbClr val="2A28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8" name="contour_14326"/>
          <p:cNvSpPr/>
          <p:nvPr/>
        </p:nvSpPr>
        <p:spPr>
          <a:xfrm>
            <a:off x="4791297" y="458414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21600" y="7171"/>
                </a:lnTo>
                <a:lnTo>
                  <a:pt x="21600" y="10027"/>
                </a:lnTo>
                <a:lnTo>
                  <a:pt x="21600" y="12895"/>
                </a:lnTo>
                <a:lnTo>
                  <a:pt x="21600" y="15777"/>
                </a:lnTo>
                <a:lnTo>
                  <a:pt x="21600" y="18675"/>
                </a:lnTo>
                <a:lnTo>
                  <a:pt x="21600" y="21600"/>
                </a:lnTo>
                <a:lnTo>
                  <a:pt x="19793" y="20676"/>
                </a:lnTo>
                <a:lnTo>
                  <a:pt x="17989" y="19738"/>
                </a:lnTo>
                <a:lnTo>
                  <a:pt x="16193" y="18783"/>
                </a:lnTo>
                <a:lnTo>
                  <a:pt x="14400" y="17820"/>
                </a:lnTo>
                <a:lnTo>
                  <a:pt x="13392" y="17293"/>
                </a:lnTo>
                <a:lnTo>
                  <a:pt x="10350" y="15695"/>
                </a:lnTo>
                <a:lnTo>
                  <a:pt x="8788" y="14338"/>
                </a:lnTo>
                <a:lnTo>
                  <a:pt x="7200" y="12960"/>
                </a:lnTo>
                <a:lnTo>
                  <a:pt x="7200" y="10104"/>
                </a:lnTo>
                <a:lnTo>
                  <a:pt x="7200" y="7232"/>
                </a:lnTo>
                <a:lnTo>
                  <a:pt x="7200" y="4320"/>
                </a:lnTo>
                <a:lnTo>
                  <a:pt x="5418" y="3249"/>
                </a:lnTo>
                <a:lnTo>
                  <a:pt x="3629" y="2177"/>
                </a:lnTo>
                <a:lnTo>
                  <a:pt x="1825" y="1093"/>
                </a:lnTo>
                <a:lnTo>
                  <a:pt x="0" y="0"/>
                </a:lnTo>
                <a:close/>
              </a:path>
            </a:pathLst>
          </a:custGeom>
          <a:solidFill>
            <a:srgbClr val="8B7F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29" name="contour_14327"/>
          <p:cNvSpPr/>
          <p:nvPr/>
        </p:nvSpPr>
        <p:spPr>
          <a:xfrm>
            <a:off x="5286881" y="4569571"/>
            <a:ext cx="36440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93"/>
                </a:lnTo>
                <a:lnTo>
                  <a:pt x="2341" y="564"/>
                </a:lnTo>
                <a:lnTo>
                  <a:pt x="3646" y="883"/>
                </a:lnTo>
                <a:lnTo>
                  <a:pt x="5374" y="1301"/>
                </a:lnTo>
                <a:lnTo>
                  <a:pt x="7780" y="1881"/>
                </a:lnTo>
                <a:lnTo>
                  <a:pt x="11115" y="2690"/>
                </a:lnTo>
                <a:lnTo>
                  <a:pt x="15638" y="3782"/>
                </a:lnTo>
                <a:lnTo>
                  <a:pt x="21600" y="5224"/>
                </a:lnTo>
                <a:lnTo>
                  <a:pt x="20097" y="8562"/>
                </a:lnTo>
                <a:lnTo>
                  <a:pt x="18943" y="11027"/>
                </a:lnTo>
                <a:lnTo>
                  <a:pt x="17889" y="13059"/>
                </a:lnTo>
                <a:lnTo>
                  <a:pt x="16701" y="15091"/>
                </a:lnTo>
                <a:lnTo>
                  <a:pt x="15137" y="17557"/>
                </a:lnTo>
                <a:lnTo>
                  <a:pt x="12960" y="20895"/>
                </a:lnTo>
                <a:lnTo>
                  <a:pt x="9487" y="21365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2928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0" name="contour_14328"/>
          <p:cNvSpPr/>
          <p:nvPr/>
        </p:nvSpPr>
        <p:spPr>
          <a:xfrm>
            <a:off x="761031" y="4562698"/>
            <a:ext cx="37409" cy="506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28" y="1767"/>
                </a:moveTo>
                <a:lnTo>
                  <a:pt x="19117" y="3898"/>
                </a:lnTo>
                <a:lnTo>
                  <a:pt x="20207" y="6020"/>
                </a:lnTo>
                <a:lnTo>
                  <a:pt x="20944" y="8145"/>
                </a:lnTo>
                <a:lnTo>
                  <a:pt x="21385" y="10282"/>
                </a:lnTo>
                <a:lnTo>
                  <a:pt x="21587" y="12444"/>
                </a:lnTo>
                <a:lnTo>
                  <a:pt x="21600" y="14647"/>
                </a:lnTo>
                <a:lnTo>
                  <a:pt x="21478" y="16899"/>
                </a:lnTo>
                <a:lnTo>
                  <a:pt x="21272" y="19214"/>
                </a:lnTo>
                <a:lnTo>
                  <a:pt x="21040" y="21600"/>
                </a:lnTo>
                <a:lnTo>
                  <a:pt x="20607" y="20057"/>
                </a:lnTo>
                <a:lnTo>
                  <a:pt x="20173" y="18508"/>
                </a:lnTo>
                <a:lnTo>
                  <a:pt x="19732" y="16933"/>
                </a:lnTo>
                <a:lnTo>
                  <a:pt x="19307" y="16249"/>
                </a:lnTo>
                <a:lnTo>
                  <a:pt x="18553" y="15039"/>
                </a:lnTo>
                <a:lnTo>
                  <a:pt x="16832" y="12267"/>
                </a:lnTo>
                <a:lnTo>
                  <a:pt x="14749" y="12267"/>
                </a:lnTo>
                <a:lnTo>
                  <a:pt x="12649" y="12267"/>
                </a:lnTo>
                <a:lnTo>
                  <a:pt x="10520" y="12267"/>
                </a:lnTo>
                <a:lnTo>
                  <a:pt x="8437" y="12267"/>
                </a:lnTo>
                <a:lnTo>
                  <a:pt x="6337" y="12267"/>
                </a:lnTo>
                <a:lnTo>
                  <a:pt x="4208" y="12267"/>
                </a:lnTo>
                <a:lnTo>
                  <a:pt x="2790" y="9952"/>
                </a:lnTo>
                <a:lnTo>
                  <a:pt x="1860" y="8310"/>
                </a:lnTo>
                <a:lnTo>
                  <a:pt x="1220" y="6891"/>
                </a:lnTo>
                <a:lnTo>
                  <a:pt x="669" y="5248"/>
                </a:lnTo>
                <a:lnTo>
                  <a:pt x="0" y="2934"/>
                </a:lnTo>
                <a:lnTo>
                  <a:pt x="4696" y="1378"/>
                </a:lnTo>
                <a:lnTo>
                  <a:pt x="8033" y="411"/>
                </a:lnTo>
                <a:lnTo>
                  <a:pt x="10508" y="0"/>
                </a:lnTo>
                <a:lnTo>
                  <a:pt x="12603" y="109"/>
                </a:lnTo>
                <a:lnTo>
                  <a:pt x="14812" y="709"/>
                </a:lnTo>
                <a:lnTo>
                  <a:pt x="17628" y="1767"/>
                </a:lnTo>
                <a:close/>
              </a:path>
            </a:pathLst>
          </a:custGeom>
          <a:solidFill>
            <a:srgbClr val="B0AD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1" name="contour_14329"/>
          <p:cNvSpPr/>
          <p:nvPr/>
        </p:nvSpPr>
        <p:spPr>
          <a:xfrm>
            <a:off x="717310" y="4554995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99" y="648"/>
                </a:lnTo>
                <a:lnTo>
                  <a:pt x="9643" y="1195"/>
                </a:lnTo>
                <a:lnTo>
                  <a:pt x="10905" y="1843"/>
                </a:lnTo>
                <a:lnTo>
                  <a:pt x="12380" y="2804"/>
                </a:lnTo>
                <a:lnTo>
                  <a:pt x="14466" y="4277"/>
                </a:lnTo>
                <a:lnTo>
                  <a:pt x="15879" y="5220"/>
                </a:lnTo>
                <a:lnTo>
                  <a:pt x="17302" y="6167"/>
                </a:lnTo>
                <a:lnTo>
                  <a:pt x="18743" y="7128"/>
                </a:lnTo>
                <a:lnTo>
                  <a:pt x="20162" y="8950"/>
                </a:lnTo>
                <a:lnTo>
                  <a:pt x="21600" y="10800"/>
                </a:lnTo>
                <a:lnTo>
                  <a:pt x="20989" y="12938"/>
                </a:lnTo>
                <a:lnTo>
                  <a:pt x="20375" y="15084"/>
                </a:lnTo>
                <a:lnTo>
                  <a:pt x="19761" y="17237"/>
                </a:lnTo>
                <a:lnTo>
                  <a:pt x="19141" y="19408"/>
                </a:lnTo>
                <a:lnTo>
                  <a:pt x="18514" y="21600"/>
                </a:lnTo>
                <a:lnTo>
                  <a:pt x="16848" y="20304"/>
                </a:lnTo>
                <a:lnTo>
                  <a:pt x="15182" y="19008"/>
                </a:lnTo>
                <a:lnTo>
                  <a:pt x="13512" y="17708"/>
                </a:lnTo>
                <a:lnTo>
                  <a:pt x="11840" y="16409"/>
                </a:lnTo>
                <a:lnTo>
                  <a:pt x="10164" y="15106"/>
                </a:lnTo>
                <a:lnTo>
                  <a:pt x="8486" y="13802"/>
                </a:lnTo>
                <a:lnTo>
                  <a:pt x="6804" y="12492"/>
                </a:lnTo>
                <a:lnTo>
                  <a:pt x="5113" y="11178"/>
                </a:lnTo>
                <a:lnTo>
                  <a:pt x="3416" y="9857"/>
                </a:lnTo>
                <a:lnTo>
                  <a:pt x="1713" y="8532"/>
                </a:lnTo>
                <a:lnTo>
                  <a:pt x="0" y="7200"/>
                </a:lnTo>
                <a:lnTo>
                  <a:pt x="1527" y="5418"/>
                </a:lnTo>
                <a:lnTo>
                  <a:pt x="3064" y="3629"/>
                </a:lnTo>
                <a:lnTo>
                  <a:pt x="4607" y="1825"/>
                </a:lnTo>
                <a:lnTo>
                  <a:pt x="6171" y="0"/>
                </a:lnTo>
                <a:close/>
              </a:path>
            </a:pathLst>
          </a:custGeom>
          <a:solidFill>
            <a:srgbClr val="8884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2" name="contour_14330"/>
          <p:cNvSpPr/>
          <p:nvPr/>
        </p:nvSpPr>
        <p:spPr>
          <a:xfrm>
            <a:off x="6620583" y="456957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4252" y="1710"/>
                </a:lnTo>
                <a:lnTo>
                  <a:pt x="14101" y="3431"/>
                </a:lnTo>
                <a:lnTo>
                  <a:pt x="13950" y="5177"/>
                </a:lnTo>
                <a:lnTo>
                  <a:pt x="14018" y="6001"/>
                </a:lnTo>
                <a:lnTo>
                  <a:pt x="14134" y="7459"/>
                </a:lnTo>
                <a:lnTo>
                  <a:pt x="14400" y="10800"/>
                </a:lnTo>
                <a:lnTo>
                  <a:pt x="16538" y="12251"/>
                </a:lnTo>
                <a:lnTo>
                  <a:pt x="18000" y="13108"/>
                </a:lnTo>
                <a:lnTo>
                  <a:pt x="19462" y="13712"/>
                </a:lnTo>
                <a:lnTo>
                  <a:pt x="21600" y="14400"/>
                </a:lnTo>
                <a:lnTo>
                  <a:pt x="19372" y="14252"/>
                </a:lnTo>
                <a:lnTo>
                  <a:pt x="17125" y="14101"/>
                </a:lnTo>
                <a:lnTo>
                  <a:pt x="14850" y="13950"/>
                </a:lnTo>
                <a:lnTo>
                  <a:pt x="11740" y="13975"/>
                </a:lnTo>
                <a:lnTo>
                  <a:pt x="9389" y="14220"/>
                </a:lnTo>
                <a:lnTo>
                  <a:pt x="7373" y="14854"/>
                </a:lnTo>
                <a:lnTo>
                  <a:pt x="5281" y="16056"/>
                </a:lnTo>
                <a:lnTo>
                  <a:pt x="2700" y="18000"/>
                </a:lnTo>
                <a:lnTo>
                  <a:pt x="1361" y="19786"/>
                </a:lnTo>
                <a:lnTo>
                  <a:pt x="0" y="21600"/>
                </a:lnTo>
                <a:lnTo>
                  <a:pt x="385" y="19404"/>
                </a:lnTo>
                <a:lnTo>
                  <a:pt x="778" y="17212"/>
                </a:lnTo>
                <a:lnTo>
                  <a:pt x="1174" y="15016"/>
                </a:lnTo>
                <a:lnTo>
                  <a:pt x="1577" y="12823"/>
                </a:lnTo>
                <a:lnTo>
                  <a:pt x="2016" y="10375"/>
                </a:lnTo>
                <a:lnTo>
                  <a:pt x="2462" y="7888"/>
                </a:lnTo>
                <a:lnTo>
                  <a:pt x="3175" y="5353"/>
                </a:lnTo>
                <a:lnTo>
                  <a:pt x="3910" y="3686"/>
                </a:lnTo>
                <a:lnTo>
                  <a:pt x="5101" y="2149"/>
                </a:lnTo>
                <a:lnTo>
                  <a:pt x="7200" y="0"/>
                </a:lnTo>
                <a:close/>
              </a:path>
            </a:pathLst>
          </a:custGeom>
          <a:solidFill>
            <a:srgbClr val="C3AA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3" name="contour_14331"/>
          <p:cNvSpPr/>
          <p:nvPr/>
        </p:nvSpPr>
        <p:spPr>
          <a:xfrm>
            <a:off x="4164530" y="455499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EC3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4" name="contour_14332"/>
          <p:cNvSpPr/>
          <p:nvPr/>
        </p:nvSpPr>
        <p:spPr>
          <a:xfrm>
            <a:off x="8063605" y="4562283"/>
            <a:ext cx="58304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18916" y="6274"/>
                </a:lnTo>
                <a:lnTo>
                  <a:pt x="16786" y="11165"/>
                </a:lnTo>
                <a:lnTo>
                  <a:pt x="15090" y="14851"/>
                </a:lnTo>
                <a:lnTo>
                  <a:pt x="13719" y="17510"/>
                </a:lnTo>
                <a:lnTo>
                  <a:pt x="12552" y="19317"/>
                </a:lnTo>
                <a:lnTo>
                  <a:pt x="11480" y="20452"/>
                </a:lnTo>
                <a:lnTo>
                  <a:pt x="10387" y="21090"/>
                </a:lnTo>
                <a:lnTo>
                  <a:pt x="9158" y="21416"/>
                </a:lnTo>
                <a:lnTo>
                  <a:pt x="7679" y="21600"/>
                </a:lnTo>
                <a:lnTo>
                  <a:pt x="6199" y="20742"/>
                </a:lnTo>
                <a:lnTo>
                  <a:pt x="5060" y="19927"/>
                </a:lnTo>
                <a:lnTo>
                  <a:pt x="3893" y="18800"/>
                </a:lnTo>
                <a:lnTo>
                  <a:pt x="2330" y="16999"/>
                </a:lnTo>
                <a:lnTo>
                  <a:pt x="0" y="14178"/>
                </a:lnTo>
                <a:lnTo>
                  <a:pt x="0" y="9492"/>
                </a:lnTo>
                <a:lnTo>
                  <a:pt x="0" y="4778"/>
                </a:lnTo>
                <a:lnTo>
                  <a:pt x="0" y="0"/>
                </a:lnTo>
                <a:close/>
              </a:path>
            </a:pathLst>
          </a:custGeom>
          <a:solidFill>
            <a:srgbClr val="3B3A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5" name="contour_14333"/>
          <p:cNvSpPr/>
          <p:nvPr/>
        </p:nvSpPr>
        <p:spPr>
          <a:xfrm>
            <a:off x="6831935" y="453313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626"/>
                </a:lnTo>
                <a:lnTo>
                  <a:pt x="8104" y="1296"/>
                </a:lnTo>
                <a:lnTo>
                  <a:pt x="10354" y="1987"/>
                </a:lnTo>
                <a:lnTo>
                  <a:pt x="12600" y="2700"/>
                </a:lnTo>
                <a:lnTo>
                  <a:pt x="15113" y="3456"/>
                </a:lnTo>
                <a:lnTo>
                  <a:pt x="17662" y="4219"/>
                </a:lnTo>
                <a:lnTo>
                  <a:pt x="19616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F6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6" name="contour_14334"/>
          <p:cNvSpPr/>
          <p:nvPr/>
        </p:nvSpPr>
        <p:spPr>
          <a:xfrm>
            <a:off x="8041741" y="452584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9560" y="10800"/>
                </a:lnTo>
                <a:lnTo>
                  <a:pt x="17508" y="10800"/>
                </a:lnTo>
                <a:lnTo>
                  <a:pt x="15429" y="10800"/>
                </a:lnTo>
                <a:lnTo>
                  <a:pt x="15429" y="14369"/>
                </a:lnTo>
                <a:lnTo>
                  <a:pt x="15429" y="17960"/>
                </a:lnTo>
                <a:lnTo>
                  <a:pt x="15429" y="21600"/>
                </a:lnTo>
                <a:lnTo>
                  <a:pt x="13596" y="20531"/>
                </a:lnTo>
                <a:lnTo>
                  <a:pt x="11757" y="19456"/>
                </a:lnTo>
                <a:lnTo>
                  <a:pt x="9911" y="18382"/>
                </a:lnTo>
                <a:lnTo>
                  <a:pt x="8051" y="17296"/>
                </a:lnTo>
                <a:lnTo>
                  <a:pt x="6171" y="16200"/>
                </a:lnTo>
                <a:lnTo>
                  <a:pt x="6937" y="13527"/>
                </a:lnTo>
                <a:lnTo>
                  <a:pt x="7702" y="10843"/>
                </a:lnTo>
                <a:lnTo>
                  <a:pt x="8476" y="8138"/>
                </a:lnTo>
                <a:lnTo>
                  <a:pt x="9257" y="5400"/>
                </a:lnTo>
                <a:lnTo>
                  <a:pt x="7424" y="4331"/>
                </a:lnTo>
                <a:lnTo>
                  <a:pt x="5585" y="3256"/>
                </a:lnTo>
                <a:lnTo>
                  <a:pt x="3740" y="2182"/>
                </a:lnTo>
                <a:lnTo>
                  <a:pt x="1879" y="1096"/>
                </a:lnTo>
                <a:lnTo>
                  <a:pt x="0" y="0"/>
                </a:lnTo>
                <a:close/>
              </a:path>
            </a:pathLst>
          </a:custGeom>
          <a:solidFill>
            <a:srgbClr val="D5BB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7" name="contour_14335"/>
          <p:cNvSpPr/>
          <p:nvPr/>
        </p:nvSpPr>
        <p:spPr>
          <a:xfrm>
            <a:off x="4229488" y="4525843"/>
            <a:ext cx="37074" cy="370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9" y="0"/>
                </a:moveTo>
                <a:lnTo>
                  <a:pt x="3172" y="701"/>
                </a:lnTo>
                <a:lnTo>
                  <a:pt x="5979" y="1401"/>
                </a:lnTo>
                <a:lnTo>
                  <a:pt x="8798" y="2106"/>
                </a:lnTo>
                <a:lnTo>
                  <a:pt x="11630" y="2815"/>
                </a:lnTo>
                <a:lnTo>
                  <a:pt x="14479" y="3529"/>
                </a:lnTo>
                <a:lnTo>
                  <a:pt x="17354" y="4246"/>
                </a:lnTo>
                <a:lnTo>
                  <a:pt x="16513" y="6768"/>
                </a:lnTo>
                <a:lnTo>
                  <a:pt x="15668" y="9299"/>
                </a:lnTo>
                <a:lnTo>
                  <a:pt x="14823" y="11838"/>
                </a:lnTo>
                <a:lnTo>
                  <a:pt x="13970" y="14399"/>
                </a:lnTo>
                <a:lnTo>
                  <a:pt x="13108" y="16984"/>
                </a:lnTo>
                <a:lnTo>
                  <a:pt x="15210" y="18038"/>
                </a:lnTo>
                <a:lnTo>
                  <a:pt x="17320" y="19091"/>
                </a:lnTo>
                <a:lnTo>
                  <a:pt x="19447" y="20156"/>
                </a:lnTo>
                <a:lnTo>
                  <a:pt x="21600" y="21231"/>
                </a:lnTo>
                <a:lnTo>
                  <a:pt x="18114" y="21515"/>
                </a:lnTo>
                <a:lnTo>
                  <a:pt x="15061" y="21600"/>
                </a:lnTo>
                <a:lnTo>
                  <a:pt x="12267" y="21388"/>
                </a:lnTo>
                <a:lnTo>
                  <a:pt x="9571" y="20751"/>
                </a:lnTo>
                <a:lnTo>
                  <a:pt x="6811" y="19587"/>
                </a:lnTo>
                <a:lnTo>
                  <a:pt x="3817" y="17783"/>
                </a:lnTo>
                <a:lnTo>
                  <a:pt x="2013" y="14789"/>
                </a:lnTo>
                <a:lnTo>
                  <a:pt x="849" y="12029"/>
                </a:lnTo>
                <a:lnTo>
                  <a:pt x="212" y="9333"/>
                </a:lnTo>
                <a:lnTo>
                  <a:pt x="0" y="6539"/>
                </a:lnTo>
                <a:lnTo>
                  <a:pt x="85" y="3486"/>
                </a:lnTo>
                <a:lnTo>
                  <a:pt x="369" y="0"/>
                </a:lnTo>
                <a:close/>
              </a:path>
            </a:pathLst>
          </a:custGeom>
          <a:solidFill>
            <a:srgbClr val="594F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8" name="contour_14336"/>
          <p:cNvSpPr/>
          <p:nvPr/>
        </p:nvSpPr>
        <p:spPr>
          <a:xfrm>
            <a:off x="7670054" y="4511267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5" y="252"/>
                </a:lnTo>
                <a:lnTo>
                  <a:pt x="3108" y="515"/>
                </a:lnTo>
                <a:lnTo>
                  <a:pt x="4660" y="788"/>
                </a:lnTo>
                <a:lnTo>
                  <a:pt x="6213" y="1066"/>
                </a:lnTo>
                <a:lnTo>
                  <a:pt x="7762" y="1350"/>
                </a:lnTo>
                <a:lnTo>
                  <a:pt x="8405" y="1462"/>
                </a:lnTo>
                <a:lnTo>
                  <a:pt x="9536" y="1660"/>
                </a:lnTo>
                <a:lnTo>
                  <a:pt x="12128" y="2110"/>
                </a:lnTo>
                <a:lnTo>
                  <a:pt x="14221" y="3006"/>
                </a:lnTo>
                <a:lnTo>
                  <a:pt x="15960" y="4043"/>
                </a:lnTo>
                <a:lnTo>
                  <a:pt x="17458" y="5278"/>
                </a:lnTo>
                <a:lnTo>
                  <a:pt x="18822" y="6779"/>
                </a:lnTo>
                <a:lnTo>
                  <a:pt x="20166" y="8597"/>
                </a:lnTo>
                <a:lnTo>
                  <a:pt x="21600" y="10800"/>
                </a:lnTo>
                <a:lnTo>
                  <a:pt x="19815" y="10800"/>
                </a:lnTo>
                <a:lnTo>
                  <a:pt x="18020" y="10800"/>
                </a:lnTo>
                <a:lnTo>
                  <a:pt x="16200" y="10800"/>
                </a:lnTo>
                <a:lnTo>
                  <a:pt x="15368" y="13478"/>
                </a:lnTo>
                <a:lnTo>
                  <a:pt x="14812" y="15379"/>
                </a:lnTo>
                <a:lnTo>
                  <a:pt x="14402" y="17021"/>
                </a:lnTo>
                <a:lnTo>
                  <a:pt x="14008" y="18922"/>
                </a:lnTo>
                <a:lnTo>
                  <a:pt x="13500" y="21600"/>
                </a:lnTo>
                <a:lnTo>
                  <a:pt x="13165" y="19141"/>
                </a:lnTo>
                <a:lnTo>
                  <a:pt x="12825" y="16650"/>
                </a:lnTo>
                <a:lnTo>
                  <a:pt x="11861" y="14152"/>
                </a:lnTo>
                <a:lnTo>
                  <a:pt x="10865" y="12146"/>
                </a:lnTo>
                <a:lnTo>
                  <a:pt x="9804" y="10537"/>
                </a:lnTo>
                <a:lnTo>
                  <a:pt x="8640" y="9234"/>
                </a:lnTo>
                <a:lnTo>
                  <a:pt x="7341" y="8136"/>
                </a:lnTo>
                <a:lnTo>
                  <a:pt x="5867" y="7153"/>
                </a:lnTo>
                <a:lnTo>
                  <a:pt x="4190" y="6188"/>
                </a:lnTo>
                <a:lnTo>
                  <a:pt x="2268" y="5148"/>
                </a:lnTo>
                <a:lnTo>
                  <a:pt x="1142" y="4378"/>
                </a:lnTo>
                <a:lnTo>
                  <a:pt x="0" y="3600"/>
                </a:lnTo>
                <a:lnTo>
                  <a:pt x="0" y="1814"/>
                </a:lnTo>
                <a:lnTo>
                  <a:pt x="0" y="0"/>
                </a:lnTo>
                <a:close/>
              </a:path>
            </a:pathLst>
          </a:custGeom>
          <a:solidFill>
            <a:srgbClr val="F4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39" name="contour_14337"/>
          <p:cNvSpPr/>
          <p:nvPr/>
        </p:nvSpPr>
        <p:spPr>
          <a:xfrm>
            <a:off x="935950" y="450397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92" y="270"/>
                </a:lnTo>
                <a:lnTo>
                  <a:pt x="12193" y="848"/>
                </a:lnTo>
                <a:lnTo>
                  <a:pt x="14490" y="1701"/>
                </a:lnTo>
                <a:lnTo>
                  <a:pt x="16769" y="2776"/>
                </a:lnTo>
                <a:lnTo>
                  <a:pt x="19109" y="4023"/>
                </a:lnTo>
                <a:lnTo>
                  <a:pt x="21600" y="5400"/>
                </a:lnTo>
                <a:lnTo>
                  <a:pt x="20441" y="8991"/>
                </a:lnTo>
                <a:lnTo>
                  <a:pt x="19534" y="11621"/>
                </a:lnTo>
                <a:lnTo>
                  <a:pt x="18677" y="13754"/>
                </a:lnTo>
                <a:lnTo>
                  <a:pt x="17665" y="15822"/>
                </a:lnTo>
                <a:lnTo>
                  <a:pt x="16308" y="18290"/>
                </a:lnTo>
                <a:lnTo>
                  <a:pt x="14400" y="21600"/>
                </a:lnTo>
                <a:lnTo>
                  <a:pt x="11808" y="21330"/>
                </a:lnTo>
                <a:lnTo>
                  <a:pt x="9407" y="20752"/>
                </a:lnTo>
                <a:lnTo>
                  <a:pt x="7110" y="19899"/>
                </a:lnTo>
                <a:lnTo>
                  <a:pt x="4831" y="18824"/>
                </a:lnTo>
                <a:lnTo>
                  <a:pt x="2491" y="17577"/>
                </a:lnTo>
                <a:lnTo>
                  <a:pt x="0" y="16200"/>
                </a:lnTo>
                <a:lnTo>
                  <a:pt x="1159" y="12609"/>
                </a:lnTo>
                <a:lnTo>
                  <a:pt x="2066" y="9979"/>
                </a:lnTo>
                <a:lnTo>
                  <a:pt x="2923" y="7846"/>
                </a:lnTo>
                <a:lnTo>
                  <a:pt x="3935" y="5778"/>
                </a:lnTo>
                <a:lnTo>
                  <a:pt x="5292" y="3310"/>
                </a:lnTo>
                <a:lnTo>
                  <a:pt x="7200" y="0"/>
                </a:lnTo>
                <a:close/>
              </a:path>
            </a:pathLst>
          </a:custGeom>
          <a:solidFill>
            <a:srgbClr val="A985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0" name="contour_14338"/>
          <p:cNvSpPr/>
          <p:nvPr/>
        </p:nvSpPr>
        <p:spPr>
          <a:xfrm>
            <a:off x="8697661" y="4482115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44" y="1407"/>
                </a:lnTo>
                <a:lnTo>
                  <a:pt x="4933" y="2767"/>
                </a:lnTo>
                <a:lnTo>
                  <a:pt x="7158" y="4101"/>
                </a:lnTo>
                <a:lnTo>
                  <a:pt x="9232" y="5424"/>
                </a:lnTo>
                <a:lnTo>
                  <a:pt x="11150" y="6750"/>
                </a:lnTo>
                <a:lnTo>
                  <a:pt x="12912" y="8097"/>
                </a:lnTo>
                <a:lnTo>
                  <a:pt x="14520" y="9480"/>
                </a:lnTo>
                <a:lnTo>
                  <a:pt x="15975" y="10919"/>
                </a:lnTo>
                <a:lnTo>
                  <a:pt x="17284" y="12428"/>
                </a:lnTo>
                <a:lnTo>
                  <a:pt x="18442" y="14021"/>
                </a:lnTo>
                <a:lnTo>
                  <a:pt x="19449" y="15719"/>
                </a:lnTo>
                <a:lnTo>
                  <a:pt x="20313" y="17539"/>
                </a:lnTo>
                <a:lnTo>
                  <a:pt x="21030" y="19494"/>
                </a:lnTo>
                <a:lnTo>
                  <a:pt x="21600" y="21600"/>
                </a:lnTo>
                <a:lnTo>
                  <a:pt x="18744" y="21600"/>
                </a:lnTo>
                <a:lnTo>
                  <a:pt x="15872" y="21600"/>
                </a:lnTo>
                <a:lnTo>
                  <a:pt x="12960" y="21600"/>
                </a:lnTo>
                <a:lnTo>
                  <a:pt x="11137" y="19929"/>
                </a:lnTo>
                <a:lnTo>
                  <a:pt x="9863" y="18689"/>
                </a:lnTo>
                <a:lnTo>
                  <a:pt x="8796" y="17510"/>
                </a:lnTo>
                <a:lnTo>
                  <a:pt x="7599" y="16016"/>
                </a:lnTo>
                <a:lnTo>
                  <a:pt x="5940" y="13838"/>
                </a:lnTo>
                <a:lnTo>
                  <a:pt x="4812" y="12396"/>
                </a:lnTo>
                <a:lnTo>
                  <a:pt x="3681" y="10943"/>
                </a:lnTo>
                <a:lnTo>
                  <a:pt x="2532" y="9472"/>
                </a:lnTo>
                <a:lnTo>
                  <a:pt x="1296" y="7441"/>
                </a:lnTo>
                <a:lnTo>
                  <a:pt x="549" y="5935"/>
                </a:lnTo>
                <a:lnTo>
                  <a:pt x="164" y="4495"/>
                </a:lnTo>
                <a:lnTo>
                  <a:pt x="22" y="2668"/>
                </a:lnTo>
                <a:lnTo>
                  <a:pt x="0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1" name="contour_14339"/>
          <p:cNvSpPr/>
          <p:nvPr/>
        </p:nvSpPr>
        <p:spPr>
          <a:xfrm>
            <a:off x="6729903" y="4474827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67"/>
                </a:lnTo>
                <a:lnTo>
                  <a:pt x="4601" y="776"/>
                </a:lnTo>
                <a:lnTo>
                  <a:pt x="6869" y="1240"/>
                </a:lnTo>
                <a:lnTo>
                  <a:pt x="9119" y="1786"/>
                </a:lnTo>
                <a:lnTo>
                  <a:pt x="11351" y="2424"/>
                </a:lnTo>
                <a:lnTo>
                  <a:pt x="13576" y="3179"/>
                </a:lnTo>
                <a:lnTo>
                  <a:pt x="15790" y="4067"/>
                </a:lnTo>
                <a:lnTo>
                  <a:pt x="18000" y="5103"/>
                </a:lnTo>
                <a:lnTo>
                  <a:pt x="19433" y="9052"/>
                </a:lnTo>
                <a:lnTo>
                  <a:pt x="20336" y="11823"/>
                </a:lnTo>
                <a:lnTo>
                  <a:pt x="20884" y="14150"/>
                </a:lnTo>
                <a:lnTo>
                  <a:pt x="21247" y="16768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58" y="17166"/>
                </a:lnTo>
                <a:lnTo>
                  <a:pt x="1454" y="13910"/>
                </a:lnTo>
                <a:lnTo>
                  <a:pt x="828" y="10604"/>
                </a:lnTo>
                <a:lnTo>
                  <a:pt x="414" y="7210"/>
                </a:lnTo>
                <a:lnTo>
                  <a:pt x="158" y="3689"/>
                </a:lnTo>
                <a:lnTo>
                  <a:pt x="0" y="0"/>
                </a:lnTo>
                <a:close/>
              </a:path>
            </a:pathLst>
          </a:custGeom>
          <a:solidFill>
            <a:srgbClr val="E6D4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2" name="contour_14340"/>
          <p:cNvSpPr/>
          <p:nvPr/>
        </p:nvSpPr>
        <p:spPr>
          <a:xfrm>
            <a:off x="5439928" y="4473129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9"/>
                </a:moveTo>
                <a:lnTo>
                  <a:pt x="2621" y="719"/>
                </a:lnTo>
                <a:lnTo>
                  <a:pt x="5202" y="337"/>
                </a:lnTo>
                <a:lnTo>
                  <a:pt x="7751" y="87"/>
                </a:lnTo>
                <a:lnTo>
                  <a:pt x="10292" y="0"/>
                </a:lnTo>
                <a:lnTo>
                  <a:pt x="12838" y="133"/>
                </a:lnTo>
                <a:lnTo>
                  <a:pt x="15401" y="510"/>
                </a:lnTo>
                <a:lnTo>
                  <a:pt x="18000" y="1189"/>
                </a:lnTo>
                <a:lnTo>
                  <a:pt x="19285" y="4531"/>
                </a:lnTo>
                <a:lnTo>
                  <a:pt x="20164" y="7710"/>
                </a:lnTo>
                <a:lnTo>
                  <a:pt x="20736" y="10869"/>
                </a:lnTo>
                <a:lnTo>
                  <a:pt x="21100" y="14145"/>
                </a:lnTo>
                <a:lnTo>
                  <a:pt x="21355" y="17676"/>
                </a:lnTo>
                <a:lnTo>
                  <a:pt x="21600" y="21600"/>
                </a:lnTo>
                <a:lnTo>
                  <a:pt x="20513" y="21345"/>
                </a:lnTo>
                <a:lnTo>
                  <a:pt x="19516" y="21105"/>
                </a:lnTo>
                <a:lnTo>
                  <a:pt x="18425" y="20850"/>
                </a:lnTo>
                <a:lnTo>
                  <a:pt x="17064" y="20528"/>
                </a:lnTo>
                <a:lnTo>
                  <a:pt x="15257" y="20100"/>
                </a:lnTo>
                <a:lnTo>
                  <a:pt x="12823" y="19528"/>
                </a:lnTo>
                <a:lnTo>
                  <a:pt x="9590" y="18763"/>
                </a:lnTo>
                <a:lnTo>
                  <a:pt x="5375" y="17768"/>
                </a:lnTo>
                <a:lnTo>
                  <a:pt x="0" y="16497"/>
                </a:lnTo>
                <a:lnTo>
                  <a:pt x="0" y="13466"/>
                </a:lnTo>
                <a:lnTo>
                  <a:pt x="0" y="10425"/>
                </a:lnTo>
                <a:lnTo>
                  <a:pt x="0" y="7373"/>
                </a:lnTo>
                <a:lnTo>
                  <a:pt x="0" y="4297"/>
                </a:lnTo>
                <a:lnTo>
                  <a:pt x="0" y="1189"/>
                </a:lnTo>
                <a:close/>
              </a:path>
            </a:pathLst>
          </a:custGeom>
          <a:solidFill>
            <a:srgbClr val="4946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3" name="contour_14341"/>
          <p:cNvSpPr/>
          <p:nvPr/>
        </p:nvSpPr>
        <p:spPr>
          <a:xfrm>
            <a:off x="8734101" y="4438387"/>
            <a:ext cx="2220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19" y="418"/>
                </a:lnTo>
                <a:lnTo>
                  <a:pt x="6841" y="806"/>
                </a:lnTo>
                <a:lnTo>
                  <a:pt x="9783" y="1392"/>
                </a:lnTo>
                <a:lnTo>
                  <a:pt x="14178" y="2400"/>
                </a:lnTo>
                <a:lnTo>
                  <a:pt x="15631" y="4032"/>
                </a:lnTo>
                <a:lnTo>
                  <a:pt x="16659" y="5261"/>
                </a:lnTo>
                <a:lnTo>
                  <a:pt x="17418" y="6319"/>
                </a:lnTo>
                <a:lnTo>
                  <a:pt x="18041" y="7440"/>
                </a:lnTo>
                <a:lnTo>
                  <a:pt x="18686" y="8856"/>
                </a:lnTo>
                <a:lnTo>
                  <a:pt x="19495" y="10800"/>
                </a:lnTo>
                <a:lnTo>
                  <a:pt x="20189" y="12312"/>
                </a:lnTo>
                <a:lnTo>
                  <a:pt x="20891" y="13834"/>
                </a:lnTo>
                <a:lnTo>
                  <a:pt x="21600" y="15374"/>
                </a:lnTo>
                <a:lnTo>
                  <a:pt x="21550" y="15936"/>
                </a:lnTo>
                <a:lnTo>
                  <a:pt x="21465" y="16930"/>
                </a:lnTo>
                <a:lnTo>
                  <a:pt x="21267" y="19200"/>
                </a:lnTo>
                <a:lnTo>
                  <a:pt x="17120" y="20208"/>
                </a:lnTo>
                <a:lnTo>
                  <a:pt x="14263" y="20794"/>
                </a:lnTo>
                <a:lnTo>
                  <a:pt x="11364" y="21182"/>
                </a:lnTo>
                <a:lnTo>
                  <a:pt x="7089" y="21600"/>
                </a:lnTo>
                <a:lnTo>
                  <a:pt x="6373" y="19980"/>
                </a:lnTo>
                <a:lnTo>
                  <a:pt x="5664" y="18360"/>
                </a:lnTo>
                <a:lnTo>
                  <a:pt x="4955" y="16740"/>
                </a:lnTo>
                <a:lnTo>
                  <a:pt x="4246" y="15120"/>
                </a:lnTo>
                <a:lnTo>
                  <a:pt x="3544" y="13500"/>
                </a:lnTo>
                <a:lnTo>
                  <a:pt x="2885" y="11995"/>
                </a:lnTo>
                <a:lnTo>
                  <a:pt x="2219" y="10481"/>
                </a:lnTo>
                <a:lnTo>
                  <a:pt x="1552" y="8945"/>
                </a:lnTo>
                <a:lnTo>
                  <a:pt x="900" y="7176"/>
                </a:lnTo>
                <a:lnTo>
                  <a:pt x="461" y="5851"/>
                </a:lnTo>
                <a:lnTo>
                  <a:pt x="191" y="4718"/>
                </a:lnTo>
                <a:lnTo>
                  <a:pt x="57" y="3530"/>
                </a:lnTo>
                <a:lnTo>
                  <a:pt x="7" y="2042"/>
                </a:lnTo>
                <a:lnTo>
                  <a:pt x="0" y="0"/>
                </a:lnTo>
                <a:close/>
              </a:path>
            </a:pathLst>
          </a:custGeom>
          <a:solidFill>
            <a:srgbClr val="EA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4" name="contour_14342"/>
          <p:cNvSpPr/>
          <p:nvPr/>
        </p:nvSpPr>
        <p:spPr>
          <a:xfrm>
            <a:off x="7881406" y="4445675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0839" y="1804"/>
                </a:lnTo>
                <a:lnTo>
                  <a:pt x="20066" y="3605"/>
                </a:lnTo>
                <a:lnTo>
                  <a:pt x="19278" y="5405"/>
                </a:lnTo>
                <a:lnTo>
                  <a:pt x="18484" y="7204"/>
                </a:lnTo>
                <a:lnTo>
                  <a:pt x="17685" y="9002"/>
                </a:lnTo>
                <a:lnTo>
                  <a:pt x="16875" y="10800"/>
                </a:lnTo>
                <a:lnTo>
                  <a:pt x="16238" y="12350"/>
                </a:lnTo>
                <a:lnTo>
                  <a:pt x="15590" y="13921"/>
                </a:lnTo>
                <a:lnTo>
                  <a:pt x="14893" y="15401"/>
                </a:lnTo>
                <a:lnTo>
                  <a:pt x="14294" y="16540"/>
                </a:lnTo>
                <a:lnTo>
                  <a:pt x="13570" y="17707"/>
                </a:lnTo>
                <a:lnTo>
                  <a:pt x="12479" y="1927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448" y="19818"/>
                </a:lnTo>
                <a:lnTo>
                  <a:pt x="891" y="18036"/>
                </a:lnTo>
                <a:lnTo>
                  <a:pt x="1339" y="16251"/>
                </a:lnTo>
                <a:lnTo>
                  <a:pt x="1782" y="14464"/>
                </a:lnTo>
                <a:lnTo>
                  <a:pt x="2230" y="12674"/>
                </a:lnTo>
                <a:lnTo>
                  <a:pt x="2678" y="10881"/>
                </a:lnTo>
                <a:lnTo>
                  <a:pt x="3127" y="9083"/>
                </a:lnTo>
                <a:lnTo>
                  <a:pt x="3580" y="7279"/>
                </a:lnTo>
                <a:lnTo>
                  <a:pt x="4034" y="5470"/>
                </a:lnTo>
                <a:lnTo>
                  <a:pt x="4487" y="3656"/>
                </a:lnTo>
                <a:lnTo>
                  <a:pt x="4941" y="1831"/>
                </a:lnTo>
                <a:lnTo>
                  <a:pt x="5400" y="0"/>
                </a:lnTo>
                <a:close/>
              </a:path>
            </a:pathLst>
          </a:custGeom>
          <a:solidFill>
            <a:srgbClr val="EC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5" name="contour_14343"/>
          <p:cNvSpPr/>
          <p:nvPr/>
        </p:nvSpPr>
        <p:spPr>
          <a:xfrm>
            <a:off x="556974" y="445296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596" y="1786"/>
                </a:lnTo>
                <a:lnTo>
                  <a:pt x="11957" y="3600"/>
                </a:lnTo>
                <a:lnTo>
                  <a:pt x="13701" y="5357"/>
                </a:lnTo>
                <a:lnTo>
                  <a:pt x="15074" y="6422"/>
                </a:lnTo>
                <a:lnTo>
                  <a:pt x="16539" y="6970"/>
                </a:lnTo>
                <a:lnTo>
                  <a:pt x="18561" y="7171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19779" y="15246"/>
                </a:lnTo>
                <a:lnTo>
                  <a:pt x="18008" y="16009"/>
                </a:lnTo>
                <a:lnTo>
                  <a:pt x="16259" y="16697"/>
                </a:lnTo>
                <a:lnTo>
                  <a:pt x="14494" y="17327"/>
                </a:lnTo>
                <a:lnTo>
                  <a:pt x="12685" y="17906"/>
                </a:lnTo>
                <a:lnTo>
                  <a:pt x="10800" y="18450"/>
                </a:lnTo>
                <a:lnTo>
                  <a:pt x="9251" y="18918"/>
                </a:lnTo>
                <a:lnTo>
                  <a:pt x="7677" y="19393"/>
                </a:lnTo>
                <a:lnTo>
                  <a:pt x="5761" y="19958"/>
                </a:lnTo>
                <a:lnTo>
                  <a:pt x="3845" y="20513"/>
                </a:lnTo>
                <a:lnTo>
                  <a:pt x="1922" y="21060"/>
                </a:lnTo>
                <a:lnTo>
                  <a:pt x="0" y="21600"/>
                </a:lnTo>
                <a:lnTo>
                  <a:pt x="719" y="19404"/>
                </a:lnTo>
                <a:lnTo>
                  <a:pt x="1441" y="17208"/>
                </a:lnTo>
                <a:lnTo>
                  <a:pt x="2166" y="15016"/>
                </a:lnTo>
                <a:lnTo>
                  <a:pt x="2894" y="12823"/>
                </a:lnTo>
                <a:lnTo>
                  <a:pt x="3431" y="11192"/>
                </a:lnTo>
                <a:lnTo>
                  <a:pt x="3971" y="9554"/>
                </a:lnTo>
                <a:lnTo>
                  <a:pt x="4521" y="7888"/>
                </a:lnTo>
                <a:lnTo>
                  <a:pt x="5523" y="5353"/>
                </a:lnTo>
                <a:lnTo>
                  <a:pt x="6350" y="3686"/>
                </a:lnTo>
                <a:lnTo>
                  <a:pt x="7449" y="2149"/>
                </a:lnTo>
                <a:lnTo>
                  <a:pt x="9257" y="0"/>
                </a:lnTo>
                <a:close/>
              </a:path>
            </a:pathLst>
          </a:custGeom>
          <a:solidFill>
            <a:srgbClr val="ECF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6" name="contour_14344"/>
          <p:cNvSpPr/>
          <p:nvPr/>
        </p:nvSpPr>
        <p:spPr>
          <a:xfrm>
            <a:off x="7269214" y="4431099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20531" y="19767"/>
                </a:lnTo>
                <a:lnTo>
                  <a:pt x="19456" y="17928"/>
                </a:lnTo>
                <a:lnTo>
                  <a:pt x="18382" y="16083"/>
                </a:lnTo>
                <a:lnTo>
                  <a:pt x="17296" y="14222"/>
                </a:lnTo>
                <a:lnTo>
                  <a:pt x="16200" y="12343"/>
                </a:lnTo>
                <a:lnTo>
                  <a:pt x="12631" y="12343"/>
                </a:lnTo>
                <a:lnTo>
                  <a:pt x="9040" y="12343"/>
                </a:lnTo>
                <a:lnTo>
                  <a:pt x="5400" y="12343"/>
                </a:lnTo>
                <a:lnTo>
                  <a:pt x="3785" y="10316"/>
                </a:lnTo>
                <a:lnTo>
                  <a:pt x="2911" y="8714"/>
                </a:lnTo>
                <a:lnTo>
                  <a:pt x="2025" y="6171"/>
                </a:lnTo>
                <a:lnTo>
                  <a:pt x="1415" y="4450"/>
                </a:lnTo>
                <a:lnTo>
                  <a:pt x="799" y="2700"/>
                </a:lnTo>
                <a:lnTo>
                  <a:pt x="400" y="1361"/>
                </a:lnTo>
                <a:lnTo>
                  <a:pt x="0" y="0"/>
                </a:lnTo>
                <a:close/>
              </a:path>
            </a:pathLst>
          </a:custGeom>
          <a:solidFill>
            <a:srgbClr val="E1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7" name="contour_14345"/>
          <p:cNvSpPr/>
          <p:nvPr/>
        </p:nvSpPr>
        <p:spPr>
          <a:xfrm>
            <a:off x="3865722" y="446025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585" y="7762"/>
                </a:lnTo>
                <a:lnTo>
                  <a:pt x="19818" y="10688"/>
                </a:lnTo>
                <a:lnTo>
                  <a:pt x="19143" y="12773"/>
                </a:lnTo>
                <a:lnTo>
                  <a:pt x="18414" y="14422"/>
                </a:lnTo>
                <a:lnTo>
                  <a:pt x="17485" y="16031"/>
                </a:lnTo>
                <a:lnTo>
                  <a:pt x="16200" y="18000"/>
                </a:lnTo>
                <a:lnTo>
                  <a:pt x="12020" y="19325"/>
                </a:lnTo>
                <a:lnTo>
                  <a:pt x="9088" y="20174"/>
                </a:lnTo>
                <a:lnTo>
                  <a:pt x="6626" y="20722"/>
                </a:lnTo>
                <a:lnTo>
                  <a:pt x="3856" y="21139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E1DB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8" name="contour_14346"/>
          <p:cNvSpPr/>
          <p:nvPr/>
        </p:nvSpPr>
        <p:spPr>
          <a:xfrm>
            <a:off x="8318029" y="4431099"/>
            <a:ext cx="443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3" y="0"/>
                </a:moveTo>
                <a:lnTo>
                  <a:pt x="7576" y="679"/>
                </a:lnTo>
                <a:lnTo>
                  <a:pt x="7863" y="1879"/>
                </a:lnTo>
                <a:lnTo>
                  <a:pt x="8519" y="4629"/>
                </a:lnTo>
                <a:lnTo>
                  <a:pt x="9325" y="6159"/>
                </a:lnTo>
                <a:lnTo>
                  <a:pt x="10137" y="7696"/>
                </a:lnTo>
                <a:lnTo>
                  <a:pt x="10960" y="9257"/>
                </a:lnTo>
                <a:lnTo>
                  <a:pt x="13705" y="9535"/>
                </a:lnTo>
                <a:lnTo>
                  <a:pt x="15631" y="9674"/>
                </a:lnTo>
                <a:lnTo>
                  <a:pt x="17248" y="9674"/>
                </a:lnTo>
                <a:lnTo>
                  <a:pt x="19068" y="9535"/>
                </a:lnTo>
                <a:lnTo>
                  <a:pt x="21600" y="9257"/>
                </a:lnTo>
                <a:lnTo>
                  <a:pt x="21015" y="11294"/>
                </a:lnTo>
                <a:lnTo>
                  <a:pt x="20430" y="13333"/>
                </a:lnTo>
                <a:lnTo>
                  <a:pt x="19841" y="15382"/>
                </a:lnTo>
                <a:lnTo>
                  <a:pt x="19248" y="17440"/>
                </a:lnTo>
                <a:lnTo>
                  <a:pt x="18653" y="19511"/>
                </a:lnTo>
                <a:lnTo>
                  <a:pt x="18053" y="21600"/>
                </a:lnTo>
                <a:lnTo>
                  <a:pt x="18053" y="19767"/>
                </a:lnTo>
                <a:lnTo>
                  <a:pt x="18053" y="17928"/>
                </a:lnTo>
                <a:lnTo>
                  <a:pt x="18053" y="16083"/>
                </a:lnTo>
                <a:lnTo>
                  <a:pt x="18053" y="14222"/>
                </a:lnTo>
                <a:lnTo>
                  <a:pt x="18053" y="12343"/>
                </a:lnTo>
                <a:lnTo>
                  <a:pt x="15546" y="12343"/>
                </a:lnTo>
                <a:lnTo>
                  <a:pt x="13034" y="12343"/>
                </a:lnTo>
                <a:lnTo>
                  <a:pt x="10516" y="12343"/>
                </a:lnTo>
                <a:lnTo>
                  <a:pt x="7987" y="12343"/>
                </a:lnTo>
                <a:lnTo>
                  <a:pt x="5448" y="12343"/>
                </a:lnTo>
                <a:lnTo>
                  <a:pt x="2894" y="12343"/>
                </a:lnTo>
                <a:lnTo>
                  <a:pt x="319" y="12343"/>
                </a:lnTo>
                <a:lnTo>
                  <a:pt x="106" y="10140"/>
                </a:lnTo>
                <a:lnTo>
                  <a:pt x="0" y="8557"/>
                </a:lnTo>
                <a:lnTo>
                  <a:pt x="0" y="7150"/>
                </a:lnTo>
                <a:lnTo>
                  <a:pt x="106" y="5474"/>
                </a:lnTo>
                <a:lnTo>
                  <a:pt x="319" y="3086"/>
                </a:lnTo>
                <a:lnTo>
                  <a:pt x="2426" y="1842"/>
                </a:lnTo>
                <a:lnTo>
                  <a:pt x="3866" y="1108"/>
                </a:lnTo>
                <a:lnTo>
                  <a:pt x="5306" y="589"/>
                </a:lnTo>
                <a:lnTo>
                  <a:pt x="7413" y="0"/>
                </a:lnTo>
                <a:close/>
              </a:path>
            </a:pathLst>
          </a:custGeom>
          <a:solidFill>
            <a:srgbClr val="D3B4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49" name="contour_14347"/>
          <p:cNvSpPr/>
          <p:nvPr/>
        </p:nvSpPr>
        <p:spPr>
          <a:xfrm>
            <a:off x="6722615" y="443838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330" y="2825"/>
                </a:lnTo>
                <a:lnTo>
                  <a:pt x="18960" y="4895"/>
                </a:lnTo>
                <a:lnTo>
                  <a:pt x="19427" y="7214"/>
                </a:lnTo>
                <a:lnTo>
                  <a:pt x="19980" y="10800"/>
                </a:lnTo>
                <a:lnTo>
                  <a:pt x="20468" y="13815"/>
                </a:lnTo>
                <a:lnTo>
                  <a:pt x="20961" y="16874"/>
                </a:lnTo>
                <a:lnTo>
                  <a:pt x="21120" y="1804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920" y="18891"/>
                </a:lnTo>
                <a:lnTo>
                  <a:pt x="1858" y="16187"/>
                </a:lnTo>
                <a:lnTo>
                  <a:pt x="2812" y="13491"/>
                </a:lnTo>
                <a:lnTo>
                  <a:pt x="3780" y="10800"/>
                </a:lnTo>
                <a:lnTo>
                  <a:pt x="4480" y="8791"/>
                </a:lnTo>
                <a:lnTo>
                  <a:pt x="5188" y="6774"/>
                </a:lnTo>
                <a:lnTo>
                  <a:pt x="5905" y="4726"/>
                </a:lnTo>
                <a:lnTo>
                  <a:pt x="7262" y="2380"/>
                </a:lnTo>
                <a:lnTo>
                  <a:pt x="8640" y="0"/>
                </a:lnTo>
                <a:close/>
              </a:path>
            </a:pathLst>
          </a:custGeom>
          <a:solidFill>
            <a:srgbClr val="F6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0" name="contour_14348"/>
          <p:cNvSpPr/>
          <p:nvPr/>
        </p:nvSpPr>
        <p:spPr>
          <a:xfrm>
            <a:off x="4579945" y="4437126"/>
            <a:ext cx="51016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78"/>
                </a:moveTo>
                <a:lnTo>
                  <a:pt x="5153" y="626"/>
                </a:lnTo>
                <a:lnTo>
                  <a:pt x="7211" y="259"/>
                </a:lnTo>
                <a:lnTo>
                  <a:pt x="9263" y="54"/>
                </a:lnTo>
                <a:lnTo>
                  <a:pt x="11309" y="0"/>
                </a:lnTo>
                <a:lnTo>
                  <a:pt x="13358" y="68"/>
                </a:lnTo>
                <a:lnTo>
                  <a:pt x="15407" y="238"/>
                </a:lnTo>
                <a:lnTo>
                  <a:pt x="17462" y="497"/>
                </a:lnTo>
                <a:lnTo>
                  <a:pt x="19523" y="817"/>
                </a:lnTo>
                <a:lnTo>
                  <a:pt x="21600" y="1178"/>
                </a:lnTo>
                <a:lnTo>
                  <a:pt x="20069" y="2444"/>
                </a:lnTo>
                <a:lnTo>
                  <a:pt x="18514" y="3730"/>
                </a:lnTo>
                <a:lnTo>
                  <a:pt x="16984" y="5841"/>
                </a:lnTo>
                <a:lnTo>
                  <a:pt x="15429" y="7985"/>
                </a:lnTo>
                <a:lnTo>
                  <a:pt x="15429" y="12485"/>
                </a:lnTo>
                <a:lnTo>
                  <a:pt x="15429" y="17012"/>
                </a:lnTo>
                <a:lnTo>
                  <a:pt x="15429" y="21600"/>
                </a:lnTo>
                <a:lnTo>
                  <a:pt x="13247" y="21600"/>
                </a:lnTo>
                <a:lnTo>
                  <a:pt x="11062" y="21600"/>
                </a:lnTo>
                <a:lnTo>
                  <a:pt x="8871" y="21600"/>
                </a:lnTo>
                <a:lnTo>
                  <a:pt x="6671" y="21600"/>
                </a:lnTo>
                <a:lnTo>
                  <a:pt x="4462" y="21600"/>
                </a:lnTo>
                <a:lnTo>
                  <a:pt x="2240" y="21600"/>
                </a:lnTo>
                <a:lnTo>
                  <a:pt x="0" y="21600"/>
                </a:lnTo>
                <a:lnTo>
                  <a:pt x="210" y="16535"/>
                </a:lnTo>
                <a:lnTo>
                  <a:pt x="475" y="12941"/>
                </a:lnTo>
                <a:lnTo>
                  <a:pt x="944" y="9837"/>
                </a:lnTo>
                <a:lnTo>
                  <a:pt x="1765" y="6242"/>
                </a:lnTo>
                <a:lnTo>
                  <a:pt x="3086" y="1178"/>
                </a:lnTo>
                <a:close/>
              </a:path>
            </a:pathLst>
          </a:custGeom>
          <a:solidFill>
            <a:srgbClr val="1617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1" name="contour_14349"/>
          <p:cNvSpPr/>
          <p:nvPr/>
        </p:nvSpPr>
        <p:spPr>
          <a:xfrm>
            <a:off x="5170273" y="4408776"/>
            <a:ext cx="58304" cy="23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418"/>
                </a:moveTo>
                <a:lnTo>
                  <a:pt x="16200" y="4800"/>
                </a:lnTo>
                <a:lnTo>
                  <a:pt x="16200" y="9209"/>
                </a:lnTo>
                <a:lnTo>
                  <a:pt x="16200" y="13677"/>
                </a:lnTo>
                <a:lnTo>
                  <a:pt x="17804" y="16110"/>
                </a:lnTo>
                <a:lnTo>
                  <a:pt x="18900" y="17615"/>
                </a:lnTo>
                <a:lnTo>
                  <a:pt x="19996" y="18802"/>
                </a:lnTo>
                <a:lnTo>
                  <a:pt x="21600" y="20307"/>
                </a:lnTo>
                <a:lnTo>
                  <a:pt x="20047" y="20513"/>
                </a:lnTo>
                <a:lnTo>
                  <a:pt x="18495" y="20692"/>
                </a:lnTo>
                <a:lnTo>
                  <a:pt x="16942" y="20857"/>
                </a:lnTo>
                <a:lnTo>
                  <a:pt x="15390" y="21003"/>
                </a:lnTo>
                <a:lnTo>
                  <a:pt x="13838" y="21136"/>
                </a:lnTo>
                <a:lnTo>
                  <a:pt x="13195" y="21209"/>
                </a:lnTo>
                <a:lnTo>
                  <a:pt x="12064" y="21328"/>
                </a:lnTo>
                <a:lnTo>
                  <a:pt x="9472" y="21600"/>
                </a:lnTo>
                <a:lnTo>
                  <a:pt x="7271" y="20625"/>
                </a:lnTo>
                <a:lnTo>
                  <a:pt x="5508" y="19200"/>
                </a:lnTo>
                <a:lnTo>
                  <a:pt x="4039" y="17224"/>
                </a:lnTo>
                <a:lnTo>
                  <a:pt x="2727" y="14612"/>
                </a:lnTo>
                <a:lnTo>
                  <a:pt x="1426" y="11251"/>
                </a:lnTo>
                <a:lnTo>
                  <a:pt x="0" y="7048"/>
                </a:lnTo>
                <a:lnTo>
                  <a:pt x="1741" y="4535"/>
                </a:lnTo>
                <a:lnTo>
                  <a:pt x="3464" y="2678"/>
                </a:lnTo>
                <a:lnTo>
                  <a:pt x="5181" y="1386"/>
                </a:lnTo>
                <a:lnTo>
                  <a:pt x="6912" y="570"/>
                </a:lnTo>
                <a:lnTo>
                  <a:pt x="8664" y="139"/>
                </a:lnTo>
                <a:lnTo>
                  <a:pt x="10454" y="0"/>
                </a:lnTo>
                <a:lnTo>
                  <a:pt x="12298" y="60"/>
                </a:lnTo>
                <a:lnTo>
                  <a:pt x="14207" y="232"/>
                </a:lnTo>
                <a:lnTo>
                  <a:pt x="16200" y="418"/>
                </a:lnTo>
                <a:close/>
              </a:path>
            </a:pathLst>
          </a:custGeom>
          <a:solidFill>
            <a:srgbClr val="9D98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2" name="contour_14350"/>
          <p:cNvSpPr/>
          <p:nvPr/>
        </p:nvSpPr>
        <p:spPr>
          <a:xfrm>
            <a:off x="7546158" y="4380083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771" y="3310"/>
                </a:lnTo>
                <a:lnTo>
                  <a:pt x="18876" y="5778"/>
                </a:lnTo>
                <a:lnTo>
                  <a:pt x="19659" y="7846"/>
                </a:lnTo>
                <a:lnTo>
                  <a:pt x="20274" y="9979"/>
                </a:lnTo>
                <a:lnTo>
                  <a:pt x="20871" y="12609"/>
                </a:lnTo>
                <a:lnTo>
                  <a:pt x="21600" y="16200"/>
                </a:lnTo>
                <a:lnTo>
                  <a:pt x="18608" y="18322"/>
                </a:lnTo>
                <a:lnTo>
                  <a:pt x="16303" y="19883"/>
                </a:lnTo>
                <a:lnTo>
                  <a:pt x="14515" y="20925"/>
                </a:lnTo>
                <a:lnTo>
                  <a:pt x="13087" y="21481"/>
                </a:lnTo>
                <a:lnTo>
                  <a:pt x="11850" y="21600"/>
                </a:lnTo>
                <a:lnTo>
                  <a:pt x="10646" y="21325"/>
                </a:lnTo>
                <a:lnTo>
                  <a:pt x="9310" y="20693"/>
                </a:lnTo>
                <a:lnTo>
                  <a:pt x="7679" y="19742"/>
                </a:lnTo>
                <a:lnTo>
                  <a:pt x="6056" y="18144"/>
                </a:lnTo>
                <a:lnTo>
                  <a:pt x="4482" y="16519"/>
                </a:lnTo>
                <a:lnTo>
                  <a:pt x="2954" y="14801"/>
                </a:lnTo>
                <a:lnTo>
                  <a:pt x="1463" y="12917"/>
                </a:lnTo>
                <a:lnTo>
                  <a:pt x="0" y="10800"/>
                </a:lnTo>
                <a:lnTo>
                  <a:pt x="0" y="8122"/>
                </a:lnTo>
                <a:lnTo>
                  <a:pt x="0" y="5400"/>
                </a:lnTo>
                <a:lnTo>
                  <a:pt x="1793" y="4477"/>
                </a:lnTo>
                <a:lnTo>
                  <a:pt x="3578" y="3602"/>
                </a:lnTo>
                <a:lnTo>
                  <a:pt x="5357" y="2786"/>
                </a:lnTo>
                <a:lnTo>
                  <a:pt x="7136" y="2047"/>
                </a:lnTo>
                <a:lnTo>
                  <a:pt x="8921" y="1399"/>
                </a:lnTo>
                <a:lnTo>
                  <a:pt x="10714" y="853"/>
                </a:lnTo>
                <a:lnTo>
                  <a:pt x="12523" y="427"/>
                </a:lnTo>
                <a:lnTo>
                  <a:pt x="14348" y="140"/>
                </a:lnTo>
                <a:lnTo>
                  <a:pt x="16200" y="0"/>
                </a:lnTo>
                <a:close/>
              </a:path>
            </a:pathLst>
          </a:custGeom>
          <a:solidFill>
            <a:srgbClr val="B0AF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3" name="contour_14351"/>
          <p:cNvSpPr/>
          <p:nvPr/>
        </p:nvSpPr>
        <p:spPr>
          <a:xfrm>
            <a:off x="7436182" y="4372780"/>
            <a:ext cx="37096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56" y="11"/>
                </a:moveTo>
                <a:lnTo>
                  <a:pt x="18489" y="3497"/>
                </a:lnTo>
                <a:lnTo>
                  <a:pt x="19355" y="7006"/>
                </a:lnTo>
                <a:lnTo>
                  <a:pt x="20026" y="10557"/>
                </a:lnTo>
                <a:lnTo>
                  <a:pt x="20577" y="14168"/>
                </a:lnTo>
                <a:lnTo>
                  <a:pt x="21078" y="17843"/>
                </a:lnTo>
                <a:lnTo>
                  <a:pt x="21600" y="21600"/>
                </a:lnTo>
                <a:lnTo>
                  <a:pt x="18600" y="21600"/>
                </a:lnTo>
                <a:lnTo>
                  <a:pt x="15595" y="21600"/>
                </a:lnTo>
                <a:lnTo>
                  <a:pt x="12582" y="21600"/>
                </a:lnTo>
                <a:lnTo>
                  <a:pt x="9557" y="21600"/>
                </a:lnTo>
                <a:lnTo>
                  <a:pt x="6518" y="21600"/>
                </a:lnTo>
                <a:lnTo>
                  <a:pt x="3463" y="21600"/>
                </a:lnTo>
                <a:lnTo>
                  <a:pt x="382" y="21600"/>
                </a:lnTo>
                <a:lnTo>
                  <a:pt x="127" y="17746"/>
                </a:lnTo>
                <a:lnTo>
                  <a:pt x="0" y="14978"/>
                </a:lnTo>
                <a:lnTo>
                  <a:pt x="0" y="12516"/>
                </a:lnTo>
                <a:lnTo>
                  <a:pt x="127" y="9586"/>
                </a:lnTo>
                <a:lnTo>
                  <a:pt x="382" y="5408"/>
                </a:lnTo>
                <a:lnTo>
                  <a:pt x="3161" y="2947"/>
                </a:lnTo>
                <a:lnTo>
                  <a:pt x="5695" y="1366"/>
                </a:lnTo>
                <a:lnTo>
                  <a:pt x="8182" y="480"/>
                </a:lnTo>
                <a:lnTo>
                  <a:pt x="10817" y="92"/>
                </a:lnTo>
                <a:lnTo>
                  <a:pt x="13809" y="0"/>
                </a:lnTo>
                <a:lnTo>
                  <a:pt x="17356" y="11"/>
                </a:lnTo>
                <a:close/>
              </a:path>
            </a:pathLst>
          </a:custGeom>
          <a:solidFill>
            <a:srgbClr val="C8CC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4" name="contour_14352"/>
          <p:cNvSpPr/>
          <p:nvPr/>
        </p:nvSpPr>
        <p:spPr>
          <a:xfrm>
            <a:off x="3639794" y="437279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553"/>
                </a:lnTo>
                <a:lnTo>
                  <a:pt x="15865" y="1054"/>
                </a:lnTo>
                <a:lnTo>
                  <a:pt x="17507" y="1711"/>
                </a:lnTo>
                <a:lnTo>
                  <a:pt x="19246" y="2730"/>
                </a:lnTo>
                <a:lnTo>
                  <a:pt x="21600" y="4320"/>
                </a:lnTo>
                <a:lnTo>
                  <a:pt x="20848" y="7029"/>
                </a:lnTo>
                <a:lnTo>
                  <a:pt x="20056" y="9651"/>
                </a:lnTo>
                <a:lnTo>
                  <a:pt x="19199" y="12195"/>
                </a:lnTo>
                <a:lnTo>
                  <a:pt x="18238" y="14658"/>
                </a:lnTo>
                <a:lnTo>
                  <a:pt x="17143" y="17047"/>
                </a:lnTo>
                <a:lnTo>
                  <a:pt x="15872" y="19358"/>
                </a:lnTo>
                <a:lnTo>
                  <a:pt x="14400" y="21600"/>
                </a:lnTo>
                <a:lnTo>
                  <a:pt x="11822" y="21552"/>
                </a:lnTo>
                <a:lnTo>
                  <a:pt x="9374" y="21172"/>
                </a:lnTo>
                <a:lnTo>
                  <a:pt x="7009" y="20507"/>
                </a:lnTo>
                <a:lnTo>
                  <a:pt x="4691" y="19604"/>
                </a:lnTo>
                <a:lnTo>
                  <a:pt x="2369" y="18516"/>
                </a:lnTo>
                <a:lnTo>
                  <a:pt x="0" y="17280"/>
                </a:lnTo>
                <a:lnTo>
                  <a:pt x="1364" y="14606"/>
                </a:lnTo>
                <a:lnTo>
                  <a:pt x="2750" y="11988"/>
                </a:lnTo>
                <a:lnTo>
                  <a:pt x="4180" y="9435"/>
                </a:lnTo>
                <a:lnTo>
                  <a:pt x="5677" y="6955"/>
                </a:lnTo>
                <a:lnTo>
                  <a:pt x="7261" y="4549"/>
                </a:lnTo>
                <a:lnTo>
                  <a:pt x="8964" y="2229"/>
                </a:lnTo>
                <a:lnTo>
                  <a:pt x="10800" y="0"/>
                </a:lnTo>
                <a:close/>
              </a:path>
            </a:pathLst>
          </a:custGeom>
          <a:solidFill>
            <a:srgbClr val="BFD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5" name="contour_14353"/>
          <p:cNvSpPr/>
          <p:nvPr/>
        </p:nvSpPr>
        <p:spPr>
          <a:xfrm>
            <a:off x="4703841" y="4364195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51"/>
                </a:moveTo>
                <a:lnTo>
                  <a:pt x="9580" y="25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50"/>
                </a:lnTo>
                <a:lnTo>
                  <a:pt x="21600" y="751"/>
                </a:lnTo>
                <a:lnTo>
                  <a:pt x="21600" y="3699"/>
                </a:lnTo>
                <a:lnTo>
                  <a:pt x="21600" y="6651"/>
                </a:lnTo>
                <a:lnTo>
                  <a:pt x="21600" y="9612"/>
                </a:lnTo>
                <a:lnTo>
                  <a:pt x="21600" y="12585"/>
                </a:lnTo>
                <a:lnTo>
                  <a:pt x="21600" y="15570"/>
                </a:lnTo>
                <a:lnTo>
                  <a:pt x="21600" y="18573"/>
                </a:lnTo>
                <a:lnTo>
                  <a:pt x="21600" y="21600"/>
                </a:lnTo>
                <a:lnTo>
                  <a:pt x="18036" y="20912"/>
                </a:lnTo>
                <a:lnTo>
                  <a:pt x="14467" y="20224"/>
                </a:lnTo>
                <a:lnTo>
                  <a:pt x="10881" y="19532"/>
                </a:lnTo>
                <a:lnTo>
                  <a:pt x="7279" y="18835"/>
                </a:lnTo>
                <a:lnTo>
                  <a:pt x="3656" y="18135"/>
                </a:lnTo>
                <a:lnTo>
                  <a:pt x="0" y="17430"/>
                </a:lnTo>
                <a:lnTo>
                  <a:pt x="1015" y="12455"/>
                </a:lnTo>
                <a:lnTo>
                  <a:pt x="1782" y="8978"/>
                </a:lnTo>
                <a:lnTo>
                  <a:pt x="2457" y="6530"/>
                </a:lnTo>
                <a:lnTo>
                  <a:pt x="3186" y="4649"/>
                </a:lnTo>
                <a:lnTo>
                  <a:pt x="4115" y="2881"/>
                </a:lnTo>
                <a:lnTo>
                  <a:pt x="5400" y="751"/>
                </a:lnTo>
                <a:close/>
              </a:path>
            </a:pathLst>
          </a:custGeom>
          <a:solidFill>
            <a:srgbClr val="504D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6" name="contour_14354"/>
          <p:cNvSpPr/>
          <p:nvPr/>
        </p:nvSpPr>
        <p:spPr>
          <a:xfrm>
            <a:off x="4040634" y="4358219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4219" y="1231"/>
                </a:lnTo>
                <a:lnTo>
                  <a:pt x="5926" y="2513"/>
                </a:lnTo>
                <a:lnTo>
                  <a:pt x="7541" y="3866"/>
                </a:lnTo>
                <a:lnTo>
                  <a:pt x="9089" y="5299"/>
                </a:lnTo>
                <a:lnTo>
                  <a:pt x="10589" y="6833"/>
                </a:lnTo>
                <a:lnTo>
                  <a:pt x="12065" y="8482"/>
                </a:lnTo>
                <a:lnTo>
                  <a:pt x="13536" y="10253"/>
                </a:lnTo>
                <a:lnTo>
                  <a:pt x="15026" y="12175"/>
                </a:lnTo>
                <a:lnTo>
                  <a:pt x="16555" y="14249"/>
                </a:lnTo>
                <a:lnTo>
                  <a:pt x="18146" y="16510"/>
                </a:lnTo>
                <a:lnTo>
                  <a:pt x="19822" y="18950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475" y="17323"/>
                </a:lnTo>
                <a:lnTo>
                  <a:pt x="953" y="13032"/>
                </a:lnTo>
                <a:lnTo>
                  <a:pt x="1430" y="8726"/>
                </a:lnTo>
                <a:lnTo>
                  <a:pt x="1913" y="4385"/>
                </a:lnTo>
                <a:lnTo>
                  <a:pt x="2400" y="0"/>
                </a:lnTo>
                <a:close/>
              </a:path>
            </a:pathLst>
          </a:custGeom>
          <a:solidFill>
            <a:srgbClr val="2C2C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7" name="contour_14355"/>
          <p:cNvSpPr/>
          <p:nvPr/>
        </p:nvSpPr>
        <p:spPr>
          <a:xfrm>
            <a:off x="629854" y="4350931"/>
            <a:ext cx="43728" cy="440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6" y="1696"/>
                </a:lnTo>
                <a:lnTo>
                  <a:pt x="11696" y="3402"/>
                </a:lnTo>
                <a:lnTo>
                  <a:pt x="12150" y="5134"/>
                </a:lnTo>
                <a:lnTo>
                  <a:pt x="13511" y="8397"/>
                </a:lnTo>
                <a:lnTo>
                  <a:pt x="14598" y="10322"/>
                </a:lnTo>
                <a:lnTo>
                  <a:pt x="15977" y="11660"/>
                </a:lnTo>
                <a:lnTo>
                  <a:pt x="18223" y="13167"/>
                </a:lnTo>
                <a:lnTo>
                  <a:pt x="19901" y="13720"/>
                </a:lnTo>
                <a:lnTo>
                  <a:pt x="21600" y="14281"/>
                </a:lnTo>
                <a:lnTo>
                  <a:pt x="19188" y="16055"/>
                </a:lnTo>
                <a:lnTo>
                  <a:pt x="16934" y="17583"/>
                </a:lnTo>
                <a:lnTo>
                  <a:pt x="14767" y="18862"/>
                </a:lnTo>
                <a:lnTo>
                  <a:pt x="12629" y="19897"/>
                </a:lnTo>
                <a:lnTo>
                  <a:pt x="10447" y="20690"/>
                </a:lnTo>
                <a:lnTo>
                  <a:pt x="8161" y="21236"/>
                </a:lnTo>
                <a:lnTo>
                  <a:pt x="5702" y="21539"/>
                </a:lnTo>
                <a:lnTo>
                  <a:pt x="3002" y="21600"/>
                </a:lnTo>
                <a:lnTo>
                  <a:pt x="0" y="21421"/>
                </a:lnTo>
                <a:lnTo>
                  <a:pt x="1080" y="19279"/>
                </a:lnTo>
                <a:lnTo>
                  <a:pt x="2160" y="17137"/>
                </a:lnTo>
                <a:lnTo>
                  <a:pt x="3240" y="14995"/>
                </a:lnTo>
                <a:lnTo>
                  <a:pt x="4320" y="12853"/>
                </a:lnTo>
                <a:lnTo>
                  <a:pt x="5400" y="10711"/>
                </a:lnTo>
                <a:lnTo>
                  <a:pt x="6480" y="8569"/>
                </a:lnTo>
                <a:lnTo>
                  <a:pt x="7560" y="6426"/>
                </a:lnTo>
                <a:lnTo>
                  <a:pt x="8640" y="4284"/>
                </a:lnTo>
                <a:lnTo>
                  <a:pt x="9720" y="2142"/>
                </a:lnTo>
                <a:lnTo>
                  <a:pt x="10800" y="0"/>
                </a:lnTo>
                <a:close/>
              </a:path>
            </a:pathLst>
          </a:custGeom>
          <a:solidFill>
            <a:srgbClr val="F4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8" name="contour_14356"/>
          <p:cNvSpPr/>
          <p:nvPr/>
        </p:nvSpPr>
        <p:spPr>
          <a:xfrm>
            <a:off x="8624781" y="435821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241"/>
                </a:lnTo>
                <a:lnTo>
                  <a:pt x="8506" y="475"/>
                </a:lnTo>
                <a:lnTo>
                  <a:pt x="11007" y="793"/>
                </a:lnTo>
                <a:lnTo>
                  <a:pt x="12986" y="1277"/>
                </a:lnTo>
                <a:lnTo>
                  <a:pt x="14917" y="2012"/>
                </a:lnTo>
                <a:lnTo>
                  <a:pt x="17280" y="3086"/>
                </a:lnTo>
                <a:lnTo>
                  <a:pt x="18192" y="5113"/>
                </a:lnTo>
                <a:lnTo>
                  <a:pt x="18956" y="7137"/>
                </a:lnTo>
                <a:lnTo>
                  <a:pt x="19596" y="9165"/>
                </a:lnTo>
                <a:lnTo>
                  <a:pt x="20123" y="11201"/>
                </a:lnTo>
                <a:lnTo>
                  <a:pt x="20550" y="13247"/>
                </a:lnTo>
                <a:lnTo>
                  <a:pt x="20896" y="15305"/>
                </a:lnTo>
                <a:lnTo>
                  <a:pt x="21177" y="17382"/>
                </a:lnTo>
                <a:lnTo>
                  <a:pt x="21406" y="19477"/>
                </a:lnTo>
                <a:lnTo>
                  <a:pt x="21600" y="21600"/>
                </a:lnTo>
                <a:lnTo>
                  <a:pt x="19427" y="20144"/>
                </a:lnTo>
                <a:lnTo>
                  <a:pt x="17263" y="18681"/>
                </a:lnTo>
                <a:lnTo>
                  <a:pt x="15103" y="17215"/>
                </a:lnTo>
                <a:lnTo>
                  <a:pt x="12951" y="15743"/>
                </a:lnTo>
                <a:lnTo>
                  <a:pt x="10800" y="14271"/>
                </a:lnTo>
                <a:lnTo>
                  <a:pt x="8791" y="12911"/>
                </a:lnTo>
                <a:lnTo>
                  <a:pt x="6774" y="11537"/>
                </a:lnTo>
                <a:lnTo>
                  <a:pt x="4726" y="10149"/>
                </a:lnTo>
                <a:lnTo>
                  <a:pt x="2419" y="8159"/>
                </a:lnTo>
                <a:lnTo>
                  <a:pt x="1020" y="6634"/>
                </a:lnTo>
                <a:lnTo>
                  <a:pt x="302" y="5091"/>
                </a:lnTo>
                <a:lnTo>
                  <a:pt x="39" y="3043"/>
                </a:lnTo>
                <a:lnTo>
                  <a:pt x="0" y="0"/>
                </a:lnTo>
                <a:close/>
              </a:path>
            </a:pathLst>
          </a:custGeom>
          <a:solidFill>
            <a:srgbClr val="C0D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59" name="contour_14357"/>
          <p:cNvSpPr/>
          <p:nvPr/>
        </p:nvSpPr>
        <p:spPr>
          <a:xfrm>
            <a:off x="6897527" y="4357629"/>
            <a:ext cx="58304" cy="297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9"/>
                </a:moveTo>
                <a:lnTo>
                  <a:pt x="21600" y="3927"/>
                </a:lnTo>
                <a:lnTo>
                  <a:pt x="21600" y="7447"/>
                </a:lnTo>
                <a:lnTo>
                  <a:pt x="21600" y="11014"/>
                </a:lnTo>
                <a:lnTo>
                  <a:pt x="20228" y="13248"/>
                </a:lnTo>
                <a:lnTo>
                  <a:pt x="18800" y="15185"/>
                </a:lnTo>
                <a:lnTo>
                  <a:pt x="17315" y="16858"/>
                </a:lnTo>
                <a:lnTo>
                  <a:pt x="15773" y="18297"/>
                </a:lnTo>
                <a:lnTo>
                  <a:pt x="14175" y="19546"/>
                </a:lnTo>
                <a:lnTo>
                  <a:pt x="12517" y="20637"/>
                </a:lnTo>
                <a:lnTo>
                  <a:pt x="10800" y="21600"/>
                </a:lnTo>
                <a:lnTo>
                  <a:pt x="8875" y="21166"/>
                </a:lnTo>
                <a:lnTo>
                  <a:pt x="7071" y="20531"/>
                </a:lnTo>
                <a:lnTo>
                  <a:pt x="5335" y="19710"/>
                </a:lnTo>
                <a:lnTo>
                  <a:pt x="3615" y="18726"/>
                </a:lnTo>
                <a:lnTo>
                  <a:pt x="1852" y="17583"/>
                </a:lnTo>
                <a:lnTo>
                  <a:pt x="0" y="16307"/>
                </a:lnTo>
                <a:lnTo>
                  <a:pt x="1768" y="13269"/>
                </a:lnTo>
                <a:lnTo>
                  <a:pt x="3448" y="10549"/>
                </a:lnTo>
                <a:lnTo>
                  <a:pt x="5065" y="8146"/>
                </a:lnTo>
                <a:lnTo>
                  <a:pt x="6653" y="6050"/>
                </a:lnTo>
                <a:lnTo>
                  <a:pt x="8232" y="4271"/>
                </a:lnTo>
                <a:lnTo>
                  <a:pt x="9839" y="2800"/>
                </a:lnTo>
                <a:lnTo>
                  <a:pt x="11499" y="1641"/>
                </a:lnTo>
                <a:lnTo>
                  <a:pt x="13241" y="789"/>
                </a:lnTo>
                <a:lnTo>
                  <a:pt x="15093" y="238"/>
                </a:lnTo>
                <a:lnTo>
                  <a:pt x="17083" y="0"/>
                </a:lnTo>
                <a:lnTo>
                  <a:pt x="19243" y="64"/>
                </a:lnTo>
                <a:lnTo>
                  <a:pt x="21600" y="429"/>
                </a:lnTo>
                <a:close/>
              </a:path>
            </a:pathLst>
          </a:custGeom>
          <a:solidFill>
            <a:srgbClr val="E2E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0" name="contour_14358"/>
          <p:cNvSpPr/>
          <p:nvPr/>
        </p:nvSpPr>
        <p:spPr>
          <a:xfrm>
            <a:off x="5133833" y="4350931"/>
            <a:ext cx="58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41" y="395"/>
                </a:lnTo>
                <a:lnTo>
                  <a:pt x="3672" y="796"/>
                </a:lnTo>
                <a:lnTo>
                  <a:pt x="5494" y="1207"/>
                </a:lnTo>
                <a:lnTo>
                  <a:pt x="7309" y="1635"/>
                </a:lnTo>
                <a:lnTo>
                  <a:pt x="9118" y="2083"/>
                </a:lnTo>
                <a:lnTo>
                  <a:pt x="10916" y="2558"/>
                </a:lnTo>
                <a:lnTo>
                  <a:pt x="12712" y="3061"/>
                </a:lnTo>
                <a:lnTo>
                  <a:pt x="14499" y="3595"/>
                </a:lnTo>
                <a:lnTo>
                  <a:pt x="16281" y="4172"/>
                </a:lnTo>
                <a:lnTo>
                  <a:pt x="18058" y="4789"/>
                </a:lnTo>
                <a:lnTo>
                  <a:pt x="19832" y="5456"/>
                </a:lnTo>
                <a:lnTo>
                  <a:pt x="21600" y="6171"/>
                </a:lnTo>
                <a:lnTo>
                  <a:pt x="21265" y="8081"/>
                </a:lnTo>
                <a:lnTo>
                  <a:pt x="20930" y="9992"/>
                </a:lnTo>
                <a:lnTo>
                  <a:pt x="20596" y="11908"/>
                </a:lnTo>
                <a:lnTo>
                  <a:pt x="20261" y="13827"/>
                </a:lnTo>
                <a:lnTo>
                  <a:pt x="19923" y="15756"/>
                </a:lnTo>
                <a:lnTo>
                  <a:pt x="19583" y="17693"/>
                </a:lnTo>
                <a:lnTo>
                  <a:pt x="19243" y="19641"/>
                </a:lnTo>
                <a:lnTo>
                  <a:pt x="18900" y="21600"/>
                </a:lnTo>
                <a:lnTo>
                  <a:pt x="17869" y="20032"/>
                </a:lnTo>
                <a:lnTo>
                  <a:pt x="16821" y="18443"/>
                </a:lnTo>
                <a:lnTo>
                  <a:pt x="15655" y="16721"/>
                </a:lnTo>
                <a:lnTo>
                  <a:pt x="14504" y="15049"/>
                </a:lnTo>
                <a:lnTo>
                  <a:pt x="13362" y="13423"/>
                </a:lnTo>
                <a:lnTo>
                  <a:pt x="12212" y="11843"/>
                </a:lnTo>
                <a:lnTo>
                  <a:pt x="11051" y="10316"/>
                </a:lnTo>
                <a:lnTo>
                  <a:pt x="9863" y="8841"/>
                </a:lnTo>
                <a:lnTo>
                  <a:pt x="8640" y="7415"/>
                </a:lnTo>
                <a:lnTo>
                  <a:pt x="7374" y="6042"/>
                </a:lnTo>
                <a:lnTo>
                  <a:pt x="6051" y="4724"/>
                </a:lnTo>
                <a:lnTo>
                  <a:pt x="4663" y="3459"/>
                </a:lnTo>
                <a:lnTo>
                  <a:pt x="3197" y="2249"/>
                </a:lnTo>
                <a:lnTo>
                  <a:pt x="1647" y="1095"/>
                </a:lnTo>
                <a:lnTo>
                  <a:pt x="0" y="0"/>
                </a:lnTo>
                <a:close/>
              </a:path>
            </a:pathLst>
          </a:custGeom>
          <a:solidFill>
            <a:srgbClr val="DDE1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1" name="contour_14359"/>
          <p:cNvSpPr/>
          <p:nvPr/>
        </p:nvSpPr>
        <p:spPr>
          <a:xfrm>
            <a:off x="11284898" y="431449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1782"/>
                </a:lnTo>
                <a:lnTo>
                  <a:pt x="2678" y="3571"/>
                </a:lnTo>
                <a:lnTo>
                  <a:pt x="4034" y="5375"/>
                </a:lnTo>
                <a:lnTo>
                  <a:pt x="5400" y="7200"/>
                </a:lnTo>
                <a:lnTo>
                  <a:pt x="8969" y="7200"/>
                </a:lnTo>
                <a:lnTo>
                  <a:pt x="12560" y="7200"/>
                </a:lnTo>
                <a:lnTo>
                  <a:pt x="16200" y="7200"/>
                </a:lnTo>
                <a:lnTo>
                  <a:pt x="17815" y="9565"/>
                </a:lnTo>
                <a:lnTo>
                  <a:pt x="18689" y="11434"/>
                </a:lnTo>
                <a:lnTo>
                  <a:pt x="19575" y="14400"/>
                </a:lnTo>
                <a:lnTo>
                  <a:pt x="20185" y="16409"/>
                </a:lnTo>
                <a:lnTo>
                  <a:pt x="20801" y="18450"/>
                </a:lnTo>
                <a:lnTo>
                  <a:pt x="21200" y="2001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6353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2" name="contour_14360"/>
          <p:cNvSpPr/>
          <p:nvPr/>
        </p:nvSpPr>
        <p:spPr>
          <a:xfrm>
            <a:off x="5009937" y="4329869"/>
            <a:ext cx="43728" cy="356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31"/>
                </a:moveTo>
                <a:lnTo>
                  <a:pt x="20783" y="6555"/>
                </a:lnTo>
                <a:lnTo>
                  <a:pt x="20138" y="8348"/>
                </a:lnTo>
                <a:lnTo>
                  <a:pt x="19321" y="10142"/>
                </a:lnTo>
                <a:lnTo>
                  <a:pt x="18000" y="12766"/>
                </a:lnTo>
                <a:lnTo>
                  <a:pt x="15620" y="12766"/>
                </a:lnTo>
                <a:lnTo>
                  <a:pt x="13226" y="12766"/>
                </a:lnTo>
                <a:lnTo>
                  <a:pt x="10800" y="12766"/>
                </a:lnTo>
                <a:lnTo>
                  <a:pt x="10800" y="15685"/>
                </a:lnTo>
                <a:lnTo>
                  <a:pt x="10800" y="18623"/>
                </a:lnTo>
                <a:lnTo>
                  <a:pt x="10800" y="21600"/>
                </a:lnTo>
                <a:lnTo>
                  <a:pt x="8662" y="21600"/>
                </a:lnTo>
                <a:lnTo>
                  <a:pt x="6516" y="21600"/>
                </a:lnTo>
                <a:lnTo>
                  <a:pt x="4363" y="21600"/>
                </a:lnTo>
                <a:lnTo>
                  <a:pt x="2192" y="21600"/>
                </a:lnTo>
                <a:lnTo>
                  <a:pt x="0" y="21600"/>
                </a:lnTo>
                <a:lnTo>
                  <a:pt x="666" y="16578"/>
                </a:lnTo>
                <a:lnTo>
                  <a:pt x="1174" y="13044"/>
                </a:lnTo>
                <a:lnTo>
                  <a:pt x="1620" y="10500"/>
                </a:lnTo>
                <a:lnTo>
                  <a:pt x="2106" y="8459"/>
                </a:lnTo>
                <a:lnTo>
                  <a:pt x="2732" y="6436"/>
                </a:lnTo>
                <a:lnTo>
                  <a:pt x="3600" y="3931"/>
                </a:lnTo>
                <a:lnTo>
                  <a:pt x="6455" y="2098"/>
                </a:lnTo>
                <a:lnTo>
                  <a:pt x="9061" y="804"/>
                </a:lnTo>
                <a:lnTo>
                  <a:pt x="11513" y="88"/>
                </a:lnTo>
                <a:lnTo>
                  <a:pt x="13900" y="0"/>
                </a:lnTo>
                <a:lnTo>
                  <a:pt x="16315" y="579"/>
                </a:lnTo>
                <a:lnTo>
                  <a:pt x="18853" y="1877"/>
                </a:lnTo>
                <a:lnTo>
                  <a:pt x="21600" y="3931"/>
                </a:lnTo>
                <a:close/>
              </a:path>
            </a:pathLst>
          </a:custGeom>
          <a:solidFill>
            <a:srgbClr val="FA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3" name="contour_14361"/>
          <p:cNvSpPr/>
          <p:nvPr/>
        </p:nvSpPr>
        <p:spPr>
          <a:xfrm>
            <a:off x="4346730" y="4313580"/>
            <a:ext cx="51016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86" y="0"/>
                </a:moveTo>
                <a:lnTo>
                  <a:pt x="12241" y="131"/>
                </a:lnTo>
                <a:lnTo>
                  <a:pt x="15429" y="527"/>
                </a:lnTo>
                <a:lnTo>
                  <a:pt x="15302" y="2529"/>
                </a:lnTo>
                <a:lnTo>
                  <a:pt x="15172" y="4543"/>
                </a:lnTo>
                <a:lnTo>
                  <a:pt x="15043" y="6583"/>
                </a:lnTo>
                <a:lnTo>
                  <a:pt x="15101" y="7553"/>
                </a:lnTo>
                <a:lnTo>
                  <a:pt x="15200" y="9260"/>
                </a:lnTo>
                <a:lnTo>
                  <a:pt x="15429" y="13171"/>
                </a:lnTo>
                <a:lnTo>
                  <a:pt x="17261" y="14865"/>
                </a:lnTo>
                <a:lnTo>
                  <a:pt x="18514" y="15868"/>
                </a:lnTo>
                <a:lnTo>
                  <a:pt x="19767" y="16576"/>
                </a:lnTo>
                <a:lnTo>
                  <a:pt x="21600" y="17385"/>
                </a:lnTo>
                <a:lnTo>
                  <a:pt x="19767" y="18220"/>
                </a:lnTo>
                <a:lnTo>
                  <a:pt x="17928" y="19059"/>
                </a:lnTo>
                <a:lnTo>
                  <a:pt x="16083" y="19897"/>
                </a:lnTo>
                <a:lnTo>
                  <a:pt x="14222" y="20744"/>
                </a:lnTo>
                <a:lnTo>
                  <a:pt x="12343" y="21600"/>
                </a:lnTo>
                <a:lnTo>
                  <a:pt x="12343" y="18814"/>
                </a:lnTo>
                <a:lnTo>
                  <a:pt x="12343" y="16011"/>
                </a:lnTo>
                <a:lnTo>
                  <a:pt x="12343" y="13171"/>
                </a:lnTo>
                <a:lnTo>
                  <a:pt x="10316" y="11911"/>
                </a:lnTo>
                <a:lnTo>
                  <a:pt x="8714" y="11228"/>
                </a:lnTo>
                <a:lnTo>
                  <a:pt x="6171" y="10537"/>
                </a:lnTo>
                <a:lnTo>
                  <a:pt x="4450" y="10060"/>
                </a:lnTo>
                <a:lnTo>
                  <a:pt x="2700" y="9580"/>
                </a:lnTo>
                <a:lnTo>
                  <a:pt x="1361" y="9268"/>
                </a:lnTo>
                <a:lnTo>
                  <a:pt x="0" y="8956"/>
                </a:lnTo>
                <a:lnTo>
                  <a:pt x="1700" y="6166"/>
                </a:lnTo>
                <a:lnTo>
                  <a:pt x="3215" y="3995"/>
                </a:lnTo>
                <a:lnTo>
                  <a:pt x="4727" y="2369"/>
                </a:lnTo>
                <a:lnTo>
                  <a:pt x="6434" y="1214"/>
                </a:lnTo>
                <a:lnTo>
                  <a:pt x="8523" y="447"/>
                </a:lnTo>
                <a:lnTo>
                  <a:pt x="11186" y="0"/>
                </a:lnTo>
                <a:close/>
              </a:path>
            </a:pathLst>
          </a:custGeom>
          <a:solidFill>
            <a:srgbClr val="14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4" name="contour_14362"/>
          <p:cNvSpPr/>
          <p:nvPr/>
        </p:nvSpPr>
        <p:spPr>
          <a:xfrm>
            <a:off x="4681977" y="4284625"/>
            <a:ext cx="4372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76"/>
                </a:lnTo>
                <a:lnTo>
                  <a:pt x="12823" y="148"/>
                </a:lnTo>
                <a:lnTo>
                  <a:pt x="14062" y="178"/>
                </a:lnTo>
                <a:lnTo>
                  <a:pt x="17788" y="263"/>
                </a:lnTo>
                <a:lnTo>
                  <a:pt x="19681" y="339"/>
                </a:lnTo>
                <a:lnTo>
                  <a:pt x="21600" y="415"/>
                </a:lnTo>
                <a:lnTo>
                  <a:pt x="21287" y="3068"/>
                </a:lnTo>
                <a:lnTo>
                  <a:pt x="20952" y="5716"/>
                </a:lnTo>
                <a:lnTo>
                  <a:pt x="20610" y="8364"/>
                </a:lnTo>
                <a:lnTo>
                  <a:pt x="20250" y="11008"/>
                </a:lnTo>
                <a:lnTo>
                  <a:pt x="19872" y="13965"/>
                </a:lnTo>
                <a:lnTo>
                  <a:pt x="19490" y="16965"/>
                </a:lnTo>
                <a:lnTo>
                  <a:pt x="18752" y="19265"/>
                </a:lnTo>
                <a:lnTo>
                  <a:pt x="18000" y="21600"/>
                </a:lnTo>
                <a:lnTo>
                  <a:pt x="15624" y="21600"/>
                </a:lnTo>
                <a:lnTo>
                  <a:pt x="13226" y="21600"/>
                </a:lnTo>
                <a:lnTo>
                  <a:pt x="10800" y="21600"/>
                </a:lnTo>
                <a:lnTo>
                  <a:pt x="11023" y="19587"/>
                </a:lnTo>
                <a:lnTo>
                  <a:pt x="11246" y="17562"/>
                </a:lnTo>
                <a:lnTo>
                  <a:pt x="11473" y="15507"/>
                </a:lnTo>
                <a:lnTo>
                  <a:pt x="11250" y="13321"/>
                </a:lnTo>
                <a:lnTo>
                  <a:pt x="11027" y="11122"/>
                </a:lnTo>
                <a:lnTo>
                  <a:pt x="10800" y="8889"/>
                </a:lnTo>
                <a:lnTo>
                  <a:pt x="8122" y="7457"/>
                </a:lnTo>
                <a:lnTo>
                  <a:pt x="6221" y="6521"/>
                </a:lnTo>
                <a:lnTo>
                  <a:pt x="4579" y="5877"/>
                </a:lnTo>
                <a:lnTo>
                  <a:pt x="2678" y="5322"/>
                </a:lnTo>
                <a:lnTo>
                  <a:pt x="0" y="4652"/>
                </a:lnTo>
                <a:lnTo>
                  <a:pt x="2149" y="2199"/>
                </a:lnTo>
                <a:lnTo>
                  <a:pt x="3686" y="894"/>
                </a:lnTo>
                <a:lnTo>
                  <a:pt x="5353" y="309"/>
                </a:lnTo>
                <a:lnTo>
                  <a:pt x="7888" y="0"/>
                </a:lnTo>
                <a:close/>
              </a:path>
            </a:pathLst>
          </a:custGeom>
          <a:solidFill>
            <a:srgbClr val="846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5" name="contour_14363"/>
          <p:cNvSpPr/>
          <p:nvPr/>
        </p:nvSpPr>
        <p:spPr>
          <a:xfrm>
            <a:off x="10045939" y="4256187"/>
            <a:ext cx="43728" cy="448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21" y="1970"/>
                </a:lnTo>
                <a:lnTo>
                  <a:pt x="17366" y="3462"/>
                </a:lnTo>
                <a:lnTo>
                  <a:pt x="18338" y="4772"/>
                </a:lnTo>
                <a:lnTo>
                  <a:pt x="19235" y="6193"/>
                </a:lnTo>
                <a:lnTo>
                  <a:pt x="20254" y="8016"/>
                </a:lnTo>
                <a:lnTo>
                  <a:pt x="21600" y="10533"/>
                </a:lnTo>
                <a:lnTo>
                  <a:pt x="20628" y="13051"/>
                </a:lnTo>
                <a:lnTo>
                  <a:pt x="19832" y="14873"/>
                </a:lnTo>
                <a:lnTo>
                  <a:pt x="19012" y="16295"/>
                </a:lnTo>
                <a:lnTo>
                  <a:pt x="17968" y="17604"/>
                </a:lnTo>
                <a:lnTo>
                  <a:pt x="16495" y="19097"/>
                </a:lnTo>
                <a:lnTo>
                  <a:pt x="14400" y="21066"/>
                </a:lnTo>
                <a:lnTo>
                  <a:pt x="11916" y="21417"/>
                </a:lnTo>
                <a:lnTo>
                  <a:pt x="9558" y="21586"/>
                </a:lnTo>
                <a:lnTo>
                  <a:pt x="7254" y="21600"/>
                </a:lnTo>
                <a:lnTo>
                  <a:pt x="4936" y="21498"/>
                </a:lnTo>
                <a:lnTo>
                  <a:pt x="2542" y="21309"/>
                </a:lnTo>
                <a:lnTo>
                  <a:pt x="0" y="21066"/>
                </a:lnTo>
                <a:lnTo>
                  <a:pt x="0" y="18746"/>
                </a:lnTo>
                <a:lnTo>
                  <a:pt x="0" y="16411"/>
                </a:lnTo>
                <a:lnTo>
                  <a:pt x="0" y="14044"/>
                </a:lnTo>
                <a:lnTo>
                  <a:pt x="1710" y="14332"/>
                </a:lnTo>
                <a:lnTo>
                  <a:pt x="3431" y="14627"/>
                </a:lnTo>
                <a:lnTo>
                  <a:pt x="5177" y="14922"/>
                </a:lnTo>
                <a:lnTo>
                  <a:pt x="7034" y="14634"/>
                </a:lnTo>
                <a:lnTo>
                  <a:pt x="8903" y="14339"/>
                </a:lnTo>
                <a:lnTo>
                  <a:pt x="10800" y="14044"/>
                </a:lnTo>
                <a:lnTo>
                  <a:pt x="11783" y="11776"/>
                </a:lnTo>
                <a:lnTo>
                  <a:pt x="12560" y="9490"/>
                </a:lnTo>
                <a:lnTo>
                  <a:pt x="13176" y="7177"/>
                </a:lnTo>
                <a:lnTo>
                  <a:pt x="13662" y="4828"/>
                </a:lnTo>
                <a:lnTo>
                  <a:pt x="14058" y="2440"/>
                </a:lnTo>
                <a:lnTo>
                  <a:pt x="14400" y="0"/>
                </a:lnTo>
                <a:close/>
              </a:path>
            </a:pathLst>
          </a:custGeom>
          <a:solidFill>
            <a:srgbClr val="8B8D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6" name="contour_14364"/>
          <p:cNvSpPr/>
          <p:nvPr/>
        </p:nvSpPr>
        <p:spPr>
          <a:xfrm>
            <a:off x="935950" y="4277009"/>
            <a:ext cx="43728" cy="447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03"/>
                </a:moveTo>
                <a:lnTo>
                  <a:pt x="5090" y="250"/>
                </a:lnTo>
                <a:lnTo>
                  <a:pt x="8816" y="84"/>
                </a:lnTo>
                <a:lnTo>
                  <a:pt x="11491" y="0"/>
                </a:lnTo>
                <a:lnTo>
                  <a:pt x="13432" y="0"/>
                </a:lnTo>
                <a:lnTo>
                  <a:pt x="14954" y="84"/>
                </a:lnTo>
                <a:lnTo>
                  <a:pt x="16373" y="250"/>
                </a:lnTo>
                <a:lnTo>
                  <a:pt x="18000" y="503"/>
                </a:lnTo>
                <a:lnTo>
                  <a:pt x="19393" y="2606"/>
                </a:lnTo>
                <a:lnTo>
                  <a:pt x="20232" y="4040"/>
                </a:lnTo>
                <a:lnTo>
                  <a:pt x="20855" y="5464"/>
                </a:lnTo>
                <a:lnTo>
                  <a:pt x="21600" y="7535"/>
                </a:lnTo>
                <a:lnTo>
                  <a:pt x="20610" y="7697"/>
                </a:lnTo>
                <a:lnTo>
                  <a:pt x="18857" y="7982"/>
                </a:lnTo>
                <a:lnTo>
                  <a:pt x="14850" y="8632"/>
                </a:lnTo>
                <a:lnTo>
                  <a:pt x="12100" y="9357"/>
                </a:lnTo>
                <a:lnTo>
                  <a:pt x="9785" y="10183"/>
                </a:lnTo>
                <a:lnTo>
                  <a:pt x="7794" y="11213"/>
                </a:lnTo>
                <a:lnTo>
                  <a:pt x="6019" y="12549"/>
                </a:lnTo>
                <a:lnTo>
                  <a:pt x="4360" y="14293"/>
                </a:lnTo>
                <a:lnTo>
                  <a:pt x="2700" y="16544"/>
                </a:lnTo>
                <a:lnTo>
                  <a:pt x="2304" y="17289"/>
                </a:lnTo>
                <a:lnTo>
                  <a:pt x="1602" y="18601"/>
                </a:lnTo>
                <a:lnTo>
                  <a:pt x="0" y="21600"/>
                </a:lnTo>
                <a:lnTo>
                  <a:pt x="0" y="19279"/>
                </a:lnTo>
                <a:lnTo>
                  <a:pt x="0" y="16955"/>
                </a:lnTo>
                <a:lnTo>
                  <a:pt x="0" y="14631"/>
                </a:lnTo>
                <a:lnTo>
                  <a:pt x="0" y="12300"/>
                </a:lnTo>
                <a:lnTo>
                  <a:pt x="0" y="9961"/>
                </a:lnTo>
                <a:lnTo>
                  <a:pt x="0" y="7613"/>
                </a:lnTo>
                <a:lnTo>
                  <a:pt x="0" y="5257"/>
                </a:lnTo>
                <a:lnTo>
                  <a:pt x="0" y="2887"/>
                </a:lnTo>
                <a:lnTo>
                  <a:pt x="0" y="503"/>
                </a:lnTo>
                <a:close/>
              </a:path>
            </a:pathLst>
          </a:custGeom>
          <a:solidFill>
            <a:srgbClr val="C0AE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7" name="contour_14365"/>
          <p:cNvSpPr/>
          <p:nvPr/>
        </p:nvSpPr>
        <p:spPr>
          <a:xfrm>
            <a:off x="7932421" y="4265231"/>
            <a:ext cx="43728" cy="34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45"/>
                </a:moveTo>
                <a:lnTo>
                  <a:pt x="19818" y="5692"/>
                </a:lnTo>
                <a:lnTo>
                  <a:pt x="18032" y="7943"/>
                </a:lnTo>
                <a:lnTo>
                  <a:pt x="16247" y="10194"/>
                </a:lnTo>
                <a:lnTo>
                  <a:pt x="14454" y="12454"/>
                </a:lnTo>
                <a:lnTo>
                  <a:pt x="12654" y="14724"/>
                </a:lnTo>
                <a:lnTo>
                  <a:pt x="10847" y="17002"/>
                </a:lnTo>
                <a:lnTo>
                  <a:pt x="9029" y="19294"/>
                </a:lnTo>
                <a:lnTo>
                  <a:pt x="7200" y="21600"/>
                </a:lnTo>
                <a:lnTo>
                  <a:pt x="6181" y="19031"/>
                </a:lnTo>
                <a:lnTo>
                  <a:pt x="5162" y="16462"/>
                </a:lnTo>
                <a:lnTo>
                  <a:pt x="4140" y="13884"/>
                </a:lnTo>
                <a:lnTo>
                  <a:pt x="3114" y="11297"/>
                </a:lnTo>
                <a:lnTo>
                  <a:pt x="2081" y="8696"/>
                </a:lnTo>
                <a:lnTo>
                  <a:pt x="1044" y="6082"/>
                </a:lnTo>
                <a:lnTo>
                  <a:pt x="0" y="3445"/>
                </a:lnTo>
                <a:lnTo>
                  <a:pt x="2722" y="2070"/>
                </a:lnTo>
                <a:lnTo>
                  <a:pt x="5202" y="1035"/>
                </a:lnTo>
                <a:lnTo>
                  <a:pt x="7510" y="345"/>
                </a:lnTo>
                <a:lnTo>
                  <a:pt x="9716" y="0"/>
                </a:lnTo>
                <a:lnTo>
                  <a:pt x="11884" y="0"/>
                </a:lnTo>
                <a:lnTo>
                  <a:pt x="14090" y="345"/>
                </a:lnTo>
                <a:lnTo>
                  <a:pt x="16398" y="1035"/>
                </a:lnTo>
                <a:lnTo>
                  <a:pt x="18878" y="2070"/>
                </a:lnTo>
                <a:lnTo>
                  <a:pt x="21600" y="3445"/>
                </a:lnTo>
                <a:close/>
              </a:path>
            </a:pathLst>
          </a:custGeom>
          <a:solidFill>
            <a:srgbClr val="7D73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8" name="contour_14366"/>
          <p:cNvSpPr/>
          <p:nvPr/>
        </p:nvSpPr>
        <p:spPr>
          <a:xfrm>
            <a:off x="1817797" y="4263475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4277"/>
                </a:lnTo>
                <a:lnTo>
                  <a:pt x="20375" y="8568"/>
                </a:lnTo>
                <a:lnTo>
                  <a:pt x="19761" y="12874"/>
                </a:lnTo>
                <a:lnTo>
                  <a:pt x="19141" y="17215"/>
                </a:lnTo>
                <a:lnTo>
                  <a:pt x="18514" y="21600"/>
                </a:lnTo>
                <a:lnTo>
                  <a:pt x="16632" y="20966"/>
                </a:lnTo>
                <a:lnTo>
                  <a:pt x="14750" y="20304"/>
                </a:lnTo>
                <a:lnTo>
                  <a:pt x="12871" y="19613"/>
                </a:lnTo>
                <a:lnTo>
                  <a:pt x="10991" y="18900"/>
                </a:lnTo>
                <a:lnTo>
                  <a:pt x="8893" y="18144"/>
                </a:lnTo>
                <a:lnTo>
                  <a:pt x="6761" y="17381"/>
                </a:lnTo>
                <a:lnTo>
                  <a:pt x="4943" y="15811"/>
                </a:lnTo>
                <a:lnTo>
                  <a:pt x="3681" y="14119"/>
                </a:lnTo>
                <a:lnTo>
                  <a:pt x="2654" y="11477"/>
                </a:lnTo>
                <a:lnTo>
                  <a:pt x="1537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8B7A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69" name="contour_14367"/>
          <p:cNvSpPr/>
          <p:nvPr/>
        </p:nvSpPr>
        <p:spPr>
          <a:xfrm>
            <a:off x="10140683" y="424889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670"/>
                </a:lnTo>
                <a:lnTo>
                  <a:pt x="8057" y="1339"/>
                </a:lnTo>
                <a:lnTo>
                  <a:pt x="10292" y="2009"/>
                </a:lnTo>
                <a:lnTo>
                  <a:pt x="12532" y="2678"/>
                </a:lnTo>
                <a:lnTo>
                  <a:pt x="14782" y="3353"/>
                </a:lnTo>
                <a:lnTo>
                  <a:pt x="17042" y="4034"/>
                </a:lnTo>
                <a:lnTo>
                  <a:pt x="19314" y="4714"/>
                </a:lnTo>
                <a:lnTo>
                  <a:pt x="21600" y="5400"/>
                </a:lnTo>
                <a:lnTo>
                  <a:pt x="20887" y="8608"/>
                </a:lnTo>
                <a:lnTo>
                  <a:pt x="20171" y="11826"/>
                </a:lnTo>
                <a:lnTo>
                  <a:pt x="19454" y="15055"/>
                </a:lnTo>
                <a:lnTo>
                  <a:pt x="18731" y="18311"/>
                </a:lnTo>
                <a:lnTo>
                  <a:pt x="18000" y="21600"/>
                </a:lnTo>
                <a:lnTo>
                  <a:pt x="15772" y="20930"/>
                </a:lnTo>
                <a:lnTo>
                  <a:pt x="13543" y="20261"/>
                </a:lnTo>
                <a:lnTo>
                  <a:pt x="11308" y="19591"/>
                </a:lnTo>
                <a:lnTo>
                  <a:pt x="9068" y="18922"/>
                </a:lnTo>
                <a:lnTo>
                  <a:pt x="6818" y="18247"/>
                </a:lnTo>
                <a:lnTo>
                  <a:pt x="4558" y="17566"/>
                </a:lnTo>
                <a:lnTo>
                  <a:pt x="2286" y="16886"/>
                </a:lnTo>
                <a:lnTo>
                  <a:pt x="0" y="16200"/>
                </a:lnTo>
                <a:lnTo>
                  <a:pt x="713" y="12992"/>
                </a:lnTo>
                <a:lnTo>
                  <a:pt x="1429" y="9774"/>
                </a:lnTo>
                <a:lnTo>
                  <a:pt x="2146" y="6545"/>
                </a:lnTo>
                <a:lnTo>
                  <a:pt x="2869" y="3289"/>
                </a:lnTo>
                <a:lnTo>
                  <a:pt x="3600" y="0"/>
                </a:lnTo>
                <a:close/>
              </a:path>
            </a:pathLst>
          </a:custGeom>
          <a:solidFill>
            <a:srgbClr val="989A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0" name="contour_14368"/>
          <p:cNvSpPr/>
          <p:nvPr/>
        </p:nvSpPr>
        <p:spPr>
          <a:xfrm>
            <a:off x="1839661" y="421974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6C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1" name="contour_14369"/>
          <p:cNvSpPr/>
          <p:nvPr/>
        </p:nvSpPr>
        <p:spPr>
          <a:xfrm>
            <a:off x="7334806" y="421974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5B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2" name="contour_14370"/>
          <p:cNvSpPr/>
          <p:nvPr/>
        </p:nvSpPr>
        <p:spPr>
          <a:xfrm>
            <a:off x="4142666" y="4212459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00" y="0"/>
                </a:moveTo>
                <a:lnTo>
                  <a:pt x="19939" y="3214"/>
                </a:lnTo>
                <a:lnTo>
                  <a:pt x="20434" y="5495"/>
                </a:lnTo>
                <a:lnTo>
                  <a:pt x="20798" y="7465"/>
                </a:lnTo>
                <a:lnTo>
                  <a:pt x="21149" y="9746"/>
                </a:lnTo>
                <a:lnTo>
                  <a:pt x="21600" y="12960"/>
                </a:lnTo>
                <a:lnTo>
                  <a:pt x="20014" y="12960"/>
                </a:lnTo>
                <a:lnTo>
                  <a:pt x="18418" y="12960"/>
                </a:lnTo>
                <a:lnTo>
                  <a:pt x="16800" y="12960"/>
                </a:lnTo>
                <a:lnTo>
                  <a:pt x="16800" y="15816"/>
                </a:lnTo>
                <a:lnTo>
                  <a:pt x="16800" y="18688"/>
                </a:lnTo>
                <a:lnTo>
                  <a:pt x="16800" y="21600"/>
                </a:lnTo>
                <a:lnTo>
                  <a:pt x="15612" y="20529"/>
                </a:lnTo>
                <a:lnTo>
                  <a:pt x="14419" y="19457"/>
                </a:lnTo>
                <a:lnTo>
                  <a:pt x="13217" y="18373"/>
                </a:lnTo>
                <a:lnTo>
                  <a:pt x="12000" y="17280"/>
                </a:lnTo>
                <a:lnTo>
                  <a:pt x="12595" y="15142"/>
                </a:lnTo>
                <a:lnTo>
                  <a:pt x="13190" y="12995"/>
                </a:lnTo>
                <a:lnTo>
                  <a:pt x="13793" y="10830"/>
                </a:lnTo>
                <a:lnTo>
                  <a:pt x="14400" y="8640"/>
                </a:lnTo>
                <a:lnTo>
                  <a:pt x="12816" y="8640"/>
                </a:lnTo>
                <a:lnTo>
                  <a:pt x="11230" y="8640"/>
                </a:lnTo>
                <a:lnTo>
                  <a:pt x="9643" y="8640"/>
                </a:lnTo>
                <a:lnTo>
                  <a:pt x="8052" y="8640"/>
                </a:lnTo>
                <a:lnTo>
                  <a:pt x="6456" y="8640"/>
                </a:lnTo>
                <a:lnTo>
                  <a:pt x="4853" y="8640"/>
                </a:lnTo>
                <a:lnTo>
                  <a:pt x="3245" y="8640"/>
                </a:lnTo>
                <a:lnTo>
                  <a:pt x="1627" y="8640"/>
                </a:lnTo>
                <a:lnTo>
                  <a:pt x="0" y="8640"/>
                </a:lnTo>
                <a:lnTo>
                  <a:pt x="0" y="6497"/>
                </a:lnTo>
                <a:lnTo>
                  <a:pt x="0" y="4320"/>
                </a:lnTo>
                <a:lnTo>
                  <a:pt x="1380" y="3884"/>
                </a:lnTo>
                <a:lnTo>
                  <a:pt x="2760" y="3452"/>
                </a:lnTo>
                <a:lnTo>
                  <a:pt x="4140" y="3020"/>
                </a:lnTo>
                <a:lnTo>
                  <a:pt x="5520" y="2588"/>
                </a:lnTo>
                <a:lnTo>
                  <a:pt x="6900" y="2160"/>
                </a:lnTo>
                <a:lnTo>
                  <a:pt x="8182" y="1758"/>
                </a:lnTo>
                <a:lnTo>
                  <a:pt x="9473" y="1352"/>
                </a:lnTo>
                <a:lnTo>
                  <a:pt x="10781" y="946"/>
                </a:lnTo>
                <a:lnTo>
                  <a:pt x="12586" y="484"/>
                </a:lnTo>
                <a:lnTo>
                  <a:pt x="13925" y="203"/>
                </a:lnTo>
                <a:lnTo>
                  <a:pt x="15204" y="60"/>
                </a:lnTo>
                <a:lnTo>
                  <a:pt x="16829" y="9"/>
                </a:lnTo>
                <a:lnTo>
                  <a:pt x="19200" y="0"/>
                </a:lnTo>
                <a:close/>
              </a:path>
            </a:pathLst>
          </a:custGeom>
          <a:solidFill>
            <a:srgbClr val="2D2A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3" name="contour_14371"/>
          <p:cNvSpPr/>
          <p:nvPr/>
        </p:nvSpPr>
        <p:spPr>
          <a:xfrm>
            <a:off x="5097393" y="4219747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54" y="3856"/>
                </a:lnTo>
                <a:lnTo>
                  <a:pt x="20941" y="6626"/>
                </a:lnTo>
                <a:lnTo>
                  <a:pt x="20531" y="9088"/>
                </a:lnTo>
                <a:lnTo>
                  <a:pt x="19894" y="12020"/>
                </a:lnTo>
                <a:lnTo>
                  <a:pt x="18900" y="16200"/>
                </a:lnTo>
                <a:lnTo>
                  <a:pt x="17161" y="18020"/>
                </a:lnTo>
                <a:lnTo>
                  <a:pt x="15436" y="19435"/>
                </a:lnTo>
                <a:lnTo>
                  <a:pt x="13700" y="20471"/>
                </a:lnTo>
                <a:lnTo>
                  <a:pt x="11920" y="21157"/>
                </a:lnTo>
                <a:lnTo>
                  <a:pt x="10063" y="21524"/>
                </a:lnTo>
                <a:lnTo>
                  <a:pt x="8100" y="21600"/>
                </a:lnTo>
                <a:lnTo>
                  <a:pt x="6094" y="19440"/>
                </a:lnTo>
                <a:lnTo>
                  <a:pt x="4649" y="17825"/>
                </a:lnTo>
                <a:lnTo>
                  <a:pt x="3542" y="16454"/>
                </a:lnTo>
                <a:lnTo>
                  <a:pt x="2549" y="15023"/>
                </a:lnTo>
                <a:lnTo>
                  <a:pt x="1444" y="13241"/>
                </a:lnTo>
                <a:lnTo>
                  <a:pt x="0" y="10800"/>
                </a:lnTo>
                <a:lnTo>
                  <a:pt x="1550" y="9709"/>
                </a:lnTo>
                <a:lnTo>
                  <a:pt x="3102" y="8624"/>
                </a:lnTo>
                <a:lnTo>
                  <a:pt x="4655" y="7549"/>
                </a:lnTo>
                <a:lnTo>
                  <a:pt x="6210" y="6469"/>
                </a:lnTo>
                <a:lnTo>
                  <a:pt x="7762" y="5400"/>
                </a:lnTo>
                <a:lnTo>
                  <a:pt x="9204" y="4396"/>
                </a:lnTo>
                <a:lnTo>
                  <a:pt x="10657" y="3386"/>
                </a:lnTo>
                <a:lnTo>
                  <a:pt x="12128" y="2365"/>
                </a:lnTo>
                <a:lnTo>
                  <a:pt x="14159" y="1210"/>
                </a:lnTo>
                <a:lnTo>
                  <a:pt x="15665" y="513"/>
                </a:lnTo>
                <a:lnTo>
                  <a:pt x="17105" y="151"/>
                </a:lnTo>
                <a:lnTo>
                  <a:pt x="18932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FA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4" name="contour_14372"/>
          <p:cNvSpPr/>
          <p:nvPr/>
        </p:nvSpPr>
        <p:spPr>
          <a:xfrm>
            <a:off x="4273850" y="417601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04" y="2091"/>
                </a:lnTo>
                <a:lnTo>
                  <a:pt x="16207" y="4182"/>
                </a:lnTo>
                <a:lnTo>
                  <a:pt x="17104" y="6277"/>
                </a:lnTo>
                <a:lnTo>
                  <a:pt x="18000" y="8372"/>
                </a:lnTo>
                <a:lnTo>
                  <a:pt x="19004" y="10705"/>
                </a:lnTo>
                <a:lnTo>
                  <a:pt x="20023" y="13077"/>
                </a:lnTo>
                <a:lnTo>
                  <a:pt x="21132" y="16196"/>
                </a:lnTo>
                <a:lnTo>
                  <a:pt x="21542" y="18403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376" y="9353"/>
                </a:lnTo>
                <a:lnTo>
                  <a:pt x="4756" y="10066"/>
                </a:lnTo>
                <a:lnTo>
                  <a:pt x="7146" y="10783"/>
                </a:lnTo>
                <a:lnTo>
                  <a:pt x="9547" y="11504"/>
                </a:lnTo>
                <a:lnTo>
                  <a:pt x="11963" y="12230"/>
                </a:lnTo>
                <a:lnTo>
                  <a:pt x="14400" y="12960"/>
                </a:lnTo>
                <a:lnTo>
                  <a:pt x="14400" y="10394"/>
                </a:lnTo>
                <a:lnTo>
                  <a:pt x="14400" y="7819"/>
                </a:lnTo>
                <a:lnTo>
                  <a:pt x="14400" y="5236"/>
                </a:lnTo>
                <a:lnTo>
                  <a:pt x="14400" y="2631"/>
                </a:lnTo>
                <a:lnTo>
                  <a:pt x="14400" y="0"/>
                </a:lnTo>
                <a:close/>
              </a:path>
            </a:pathLst>
          </a:custGeom>
          <a:solidFill>
            <a:srgbClr val="8286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5" name="contour_14373"/>
          <p:cNvSpPr/>
          <p:nvPr/>
        </p:nvSpPr>
        <p:spPr>
          <a:xfrm>
            <a:off x="5447216" y="4190595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48" y="664"/>
                </a:lnTo>
                <a:lnTo>
                  <a:pt x="9590" y="1207"/>
                </a:lnTo>
                <a:lnTo>
                  <a:pt x="12671" y="1696"/>
                </a:lnTo>
                <a:lnTo>
                  <a:pt x="14926" y="2190"/>
                </a:lnTo>
                <a:lnTo>
                  <a:pt x="16597" y="2759"/>
                </a:lnTo>
                <a:lnTo>
                  <a:pt x="17928" y="3469"/>
                </a:lnTo>
                <a:lnTo>
                  <a:pt x="19155" y="4385"/>
                </a:lnTo>
                <a:lnTo>
                  <a:pt x="20520" y="5567"/>
                </a:lnTo>
                <a:lnTo>
                  <a:pt x="21056" y="6826"/>
                </a:lnTo>
                <a:lnTo>
                  <a:pt x="21600" y="8100"/>
                </a:lnTo>
                <a:lnTo>
                  <a:pt x="19034" y="8100"/>
                </a:lnTo>
                <a:lnTo>
                  <a:pt x="16459" y="8100"/>
                </a:lnTo>
                <a:lnTo>
                  <a:pt x="13876" y="8100"/>
                </a:lnTo>
                <a:lnTo>
                  <a:pt x="11271" y="8100"/>
                </a:lnTo>
                <a:lnTo>
                  <a:pt x="8640" y="8100"/>
                </a:lnTo>
                <a:lnTo>
                  <a:pt x="8640" y="10009"/>
                </a:lnTo>
                <a:lnTo>
                  <a:pt x="8640" y="11920"/>
                </a:lnTo>
                <a:lnTo>
                  <a:pt x="8640" y="13838"/>
                </a:lnTo>
                <a:lnTo>
                  <a:pt x="8640" y="15763"/>
                </a:lnTo>
                <a:lnTo>
                  <a:pt x="8640" y="17696"/>
                </a:lnTo>
                <a:lnTo>
                  <a:pt x="8640" y="19640"/>
                </a:lnTo>
                <a:lnTo>
                  <a:pt x="8640" y="21600"/>
                </a:lnTo>
                <a:lnTo>
                  <a:pt x="6497" y="21600"/>
                </a:lnTo>
                <a:lnTo>
                  <a:pt x="4320" y="21600"/>
                </a:lnTo>
                <a:lnTo>
                  <a:pt x="3961" y="19818"/>
                </a:lnTo>
                <a:lnTo>
                  <a:pt x="3607" y="18036"/>
                </a:lnTo>
                <a:lnTo>
                  <a:pt x="3249" y="16251"/>
                </a:lnTo>
                <a:lnTo>
                  <a:pt x="2894" y="14464"/>
                </a:lnTo>
                <a:lnTo>
                  <a:pt x="2536" y="12674"/>
                </a:lnTo>
                <a:lnTo>
                  <a:pt x="2177" y="10881"/>
                </a:lnTo>
                <a:lnTo>
                  <a:pt x="1819" y="9083"/>
                </a:lnTo>
                <a:lnTo>
                  <a:pt x="1456" y="7279"/>
                </a:lnTo>
                <a:lnTo>
                  <a:pt x="1093" y="5470"/>
                </a:lnTo>
                <a:lnTo>
                  <a:pt x="730" y="3656"/>
                </a:lnTo>
                <a:lnTo>
                  <a:pt x="367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F5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6" name="contour_14374"/>
          <p:cNvSpPr/>
          <p:nvPr/>
        </p:nvSpPr>
        <p:spPr>
          <a:xfrm>
            <a:off x="4142666" y="416873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610" y="2243"/>
                </a:lnTo>
                <a:lnTo>
                  <a:pt x="16808" y="4493"/>
                </a:lnTo>
                <a:lnTo>
                  <a:pt x="18000" y="6750"/>
                </a:lnTo>
                <a:lnTo>
                  <a:pt x="18504" y="7693"/>
                </a:lnTo>
                <a:lnTo>
                  <a:pt x="20023" y="10548"/>
                </a:lnTo>
                <a:lnTo>
                  <a:pt x="20794" y="12485"/>
                </a:lnTo>
                <a:lnTo>
                  <a:pt x="21258" y="14029"/>
                </a:lnTo>
                <a:lnTo>
                  <a:pt x="21499" y="15710"/>
                </a:lnTo>
                <a:lnTo>
                  <a:pt x="21586" y="1805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2376" y="14400"/>
                </a:lnTo>
                <a:lnTo>
                  <a:pt x="4756" y="14400"/>
                </a:lnTo>
                <a:lnTo>
                  <a:pt x="7146" y="14400"/>
                </a:lnTo>
                <a:lnTo>
                  <a:pt x="9547" y="14400"/>
                </a:lnTo>
                <a:lnTo>
                  <a:pt x="11963" y="14400"/>
                </a:lnTo>
                <a:lnTo>
                  <a:pt x="14400" y="14400"/>
                </a:lnTo>
                <a:lnTo>
                  <a:pt x="14400" y="12024"/>
                </a:lnTo>
                <a:lnTo>
                  <a:pt x="14400" y="9644"/>
                </a:lnTo>
                <a:lnTo>
                  <a:pt x="14400" y="7254"/>
                </a:lnTo>
                <a:lnTo>
                  <a:pt x="14400" y="4853"/>
                </a:lnTo>
                <a:lnTo>
                  <a:pt x="14400" y="2437"/>
                </a:lnTo>
                <a:lnTo>
                  <a:pt x="14400" y="0"/>
                </a:lnTo>
                <a:close/>
              </a:path>
            </a:pathLst>
          </a:custGeom>
          <a:solidFill>
            <a:srgbClr val="C5AB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7" name="contour_14375"/>
          <p:cNvSpPr/>
          <p:nvPr/>
        </p:nvSpPr>
        <p:spPr>
          <a:xfrm>
            <a:off x="768326" y="419059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713"/>
                </a:lnTo>
                <a:lnTo>
                  <a:pt x="11956" y="1426"/>
                </a:lnTo>
                <a:lnTo>
                  <a:pt x="14346" y="2143"/>
                </a:lnTo>
                <a:lnTo>
                  <a:pt x="16747" y="2864"/>
                </a:lnTo>
                <a:lnTo>
                  <a:pt x="19163" y="3590"/>
                </a:lnTo>
                <a:lnTo>
                  <a:pt x="21600" y="4320"/>
                </a:lnTo>
                <a:lnTo>
                  <a:pt x="19922" y="6493"/>
                </a:lnTo>
                <a:lnTo>
                  <a:pt x="18241" y="8657"/>
                </a:lnTo>
                <a:lnTo>
                  <a:pt x="16549" y="10813"/>
                </a:lnTo>
                <a:lnTo>
                  <a:pt x="14850" y="12960"/>
                </a:lnTo>
                <a:lnTo>
                  <a:pt x="14292" y="13677"/>
                </a:lnTo>
                <a:lnTo>
                  <a:pt x="13306" y="14934"/>
                </a:lnTo>
                <a:lnTo>
                  <a:pt x="11052" y="17820"/>
                </a:lnTo>
                <a:lnTo>
                  <a:pt x="9115" y="19665"/>
                </a:lnTo>
                <a:lnTo>
                  <a:pt x="7571" y="20784"/>
                </a:lnTo>
                <a:lnTo>
                  <a:pt x="5890" y="21358"/>
                </a:lnTo>
                <a:lnTo>
                  <a:pt x="3546" y="21570"/>
                </a:lnTo>
                <a:lnTo>
                  <a:pt x="0" y="21600"/>
                </a:lnTo>
                <a:lnTo>
                  <a:pt x="893" y="18926"/>
                </a:lnTo>
                <a:lnTo>
                  <a:pt x="1782" y="16252"/>
                </a:lnTo>
                <a:lnTo>
                  <a:pt x="2678" y="13569"/>
                </a:lnTo>
                <a:lnTo>
                  <a:pt x="3575" y="10882"/>
                </a:lnTo>
                <a:lnTo>
                  <a:pt x="4471" y="8182"/>
                </a:lnTo>
                <a:lnTo>
                  <a:pt x="5375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A6BF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8" name="contour_14376"/>
          <p:cNvSpPr/>
          <p:nvPr/>
        </p:nvSpPr>
        <p:spPr>
          <a:xfrm>
            <a:off x="9834587" y="4169030"/>
            <a:ext cx="36214" cy="434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75" y="76"/>
                </a:moveTo>
                <a:lnTo>
                  <a:pt x="20765" y="2595"/>
                </a:lnTo>
                <a:lnTo>
                  <a:pt x="21574" y="4353"/>
                </a:lnTo>
                <a:lnTo>
                  <a:pt x="21600" y="6858"/>
                </a:lnTo>
                <a:lnTo>
                  <a:pt x="20661" y="10610"/>
                </a:lnTo>
                <a:lnTo>
                  <a:pt x="19870" y="13365"/>
                </a:lnTo>
                <a:lnTo>
                  <a:pt x="19079" y="15369"/>
                </a:lnTo>
                <a:lnTo>
                  <a:pt x="18127" y="16862"/>
                </a:lnTo>
                <a:lnTo>
                  <a:pt x="16862" y="18084"/>
                </a:lnTo>
                <a:lnTo>
                  <a:pt x="15127" y="19284"/>
                </a:lnTo>
                <a:lnTo>
                  <a:pt x="12771" y="20694"/>
                </a:lnTo>
                <a:lnTo>
                  <a:pt x="10746" y="21143"/>
                </a:lnTo>
                <a:lnTo>
                  <a:pt x="8694" y="21600"/>
                </a:lnTo>
                <a:lnTo>
                  <a:pt x="8694" y="19208"/>
                </a:lnTo>
                <a:lnTo>
                  <a:pt x="8694" y="16794"/>
                </a:lnTo>
                <a:lnTo>
                  <a:pt x="8694" y="14350"/>
                </a:lnTo>
                <a:lnTo>
                  <a:pt x="6112" y="13020"/>
                </a:lnTo>
                <a:lnTo>
                  <a:pt x="4347" y="12197"/>
                </a:lnTo>
                <a:lnTo>
                  <a:pt x="2582" y="11545"/>
                </a:lnTo>
                <a:lnTo>
                  <a:pt x="0" y="10726"/>
                </a:lnTo>
                <a:lnTo>
                  <a:pt x="3691" y="7112"/>
                </a:lnTo>
                <a:lnTo>
                  <a:pt x="6551" y="4400"/>
                </a:lnTo>
                <a:lnTo>
                  <a:pt x="8803" y="2465"/>
                </a:lnTo>
                <a:lnTo>
                  <a:pt x="10659" y="1182"/>
                </a:lnTo>
                <a:lnTo>
                  <a:pt x="12337" y="424"/>
                </a:lnTo>
                <a:lnTo>
                  <a:pt x="14058" y="72"/>
                </a:lnTo>
                <a:lnTo>
                  <a:pt x="16027" y="0"/>
                </a:lnTo>
                <a:lnTo>
                  <a:pt x="18475" y="76"/>
                </a:lnTo>
                <a:close/>
              </a:path>
            </a:pathLst>
          </a:custGeom>
          <a:solidFill>
            <a:srgbClr val="C0D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79" name="contour_14377"/>
          <p:cNvSpPr/>
          <p:nvPr/>
        </p:nvSpPr>
        <p:spPr>
          <a:xfrm>
            <a:off x="3916024" y="4160729"/>
            <a:ext cx="44442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8" y="0"/>
                </a:moveTo>
                <a:lnTo>
                  <a:pt x="10520" y="64"/>
                </a:lnTo>
                <a:lnTo>
                  <a:pt x="12964" y="124"/>
                </a:lnTo>
                <a:lnTo>
                  <a:pt x="14183" y="149"/>
                </a:lnTo>
                <a:lnTo>
                  <a:pt x="17849" y="220"/>
                </a:lnTo>
                <a:lnTo>
                  <a:pt x="19712" y="283"/>
                </a:lnTo>
                <a:lnTo>
                  <a:pt x="21600" y="347"/>
                </a:lnTo>
                <a:lnTo>
                  <a:pt x="20169" y="2125"/>
                </a:lnTo>
                <a:lnTo>
                  <a:pt x="18731" y="3896"/>
                </a:lnTo>
                <a:lnTo>
                  <a:pt x="17293" y="5667"/>
                </a:lnTo>
                <a:lnTo>
                  <a:pt x="15851" y="7439"/>
                </a:lnTo>
                <a:lnTo>
                  <a:pt x="14409" y="9206"/>
                </a:lnTo>
                <a:lnTo>
                  <a:pt x="12964" y="10974"/>
                </a:lnTo>
                <a:lnTo>
                  <a:pt x="11742" y="12497"/>
                </a:lnTo>
                <a:lnTo>
                  <a:pt x="10495" y="14045"/>
                </a:lnTo>
                <a:lnTo>
                  <a:pt x="8884" y="15968"/>
                </a:lnTo>
                <a:lnTo>
                  <a:pt x="7240" y="17863"/>
                </a:lnTo>
                <a:lnTo>
                  <a:pt x="5572" y="19737"/>
                </a:lnTo>
                <a:lnTo>
                  <a:pt x="3889" y="21600"/>
                </a:lnTo>
                <a:lnTo>
                  <a:pt x="2132" y="21600"/>
                </a:lnTo>
                <a:lnTo>
                  <a:pt x="347" y="21600"/>
                </a:lnTo>
                <a:lnTo>
                  <a:pt x="280" y="19443"/>
                </a:lnTo>
                <a:lnTo>
                  <a:pt x="223" y="17282"/>
                </a:lnTo>
                <a:lnTo>
                  <a:pt x="170" y="15125"/>
                </a:lnTo>
                <a:lnTo>
                  <a:pt x="124" y="12964"/>
                </a:lnTo>
                <a:lnTo>
                  <a:pt x="64" y="10556"/>
                </a:lnTo>
                <a:lnTo>
                  <a:pt x="0" y="8108"/>
                </a:lnTo>
                <a:lnTo>
                  <a:pt x="460" y="5026"/>
                </a:lnTo>
                <a:lnTo>
                  <a:pt x="1353" y="2823"/>
                </a:lnTo>
                <a:lnTo>
                  <a:pt x="2823" y="1353"/>
                </a:lnTo>
                <a:lnTo>
                  <a:pt x="5026" y="460"/>
                </a:lnTo>
                <a:lnTo>
                  <a:pt x="8108" y="0"/>
                </a:lnTo>
                <a:close/>
              </a:path>
            </a:pathLst>
          </a:custGeom>
          <a:solidFill>
            <a:srgbClr val="E3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0" name="contour_14378"/>
          <p:cNvSpPr/>
          <p:nvPr/>
        </p:nvSpPr>
        <p:spPr>
          <a:xfrm>
            <a:off x="5425352" y="413957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99" y="1550"/>
                </a:lnTo>
                <a:lnTo>
                  <a:pt x="5590" y="3127"/>
                </a:lnTo>
                <a:lnTo>
                  <a:pt x="8372" y="4725"/>
                </a:lnTo>
                <a:lnTo>
                  <a:pt x="10705" y="6043"/>
                </a:lnTo>
                <a:lnTo>
                  <a:pt x="13077" y="7382"/>
                </a:lnTo>
                <a:lnTo>
                  <a:pt x="15163" y="9137"/>
                </a:lnTo>
                <a:lnTo>
                  <a:pt x="16649" y="10751"/>
                </a:lnTo>
                <a:lnTo>
                  <a:pt x="17945" y="12911"/>
                </a:lnTo>
                <a:lnTo>
                  <a:pt x="19457" y="1630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DD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1" name="contour_14379"/>
          <p:cNvSpPr/>
          <p:nvPr/>
        </p:nvSpPr>
        <p:spPr>
          <a:xfrm>
            <a:off x="4762145" y="410313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72" y="2138"/>
                </a:lnTo>
                <a:lnTo>
                  <a:pt x="20745" y="4280"/>
                </a:lnTo>
                <a:lnTo>
                  <a:pt x="20317" y="6421"/>
                </a:lnTo>
                <a:lnTo>
                  <a:pt x="19885" y="8566"/>
                </a:lnTo>
                <a:lnTo>
                  <a:pt x="19457" y="10720"/>
                </a:lnTo>
                <a:lnTo>
                  <a:pt x="19025" y="12877"/>
                </a:lnTo>
                <a:lnTo>
                  <a:pt x="18593" y="15043"/>
                </a:lnTo>
                <a:lnTo>
                  <a:pt x="18157" y="17218"/>
                </a:lnTo>
                <a:lnTo>
                  <a:pt x="17721" y="19403"/>
                </a:lnTo>
                <a:lnTo>
                  <a:pt x="17280" y="21600"/>
                </a:lnTo>
                <a:lnTo>
                  <a:pt x="15142" y="20073"/>
                </a:lnTo>
                <a:lnTo>
                  <a:pt x="12995" y="18539"/>
                </a:lnTo>
                <a:lnTo>
                  <a:pt x="10830" y="16993"/>
                </a:lnTo>
                <a:lnTo>
                  <a:pt x="8640" y="15429"/>
                </a:lnTo>
                <a:lnTo>
                  <a:pt x="8640" y="13577"/>
                </a:lnTo>
                <a:lnTo>
                  <a:pt x="8640" y="11726"/>
                </a:lnTo>
                <a:lnTo>
                  <a:pt x="8640" y="9874"/>
                </a:lnTo>
                <a:lnTo>
                  <a:pt x="8640" y="8023"/>
                </a:lnTo>
                <a:lnTo>
                  <a:pt x="8640" y="6171"/>
                </a:lnTo>
                <a:lnTo>
                  <a:pt x="6074" y="4928"/>
                </a:lnTo>
                <a:lnTo>
                  <a:pt x="4320" y="4193"/>
                </a:lnTo>
                <a:lnTo>
                  <a:pt x="2566" y="3675"/>
                </a:lnTo>
                <a:lnTo>
                  <a:pt x="0" y="3086"/>
                </a:lnTo>
                <a:lnTo>
                  <a:pt x="2786" y="2570"/>
                </a:lnTo>
                <a:lnTo>
                  <a:pt x="5577" y="2055"/>
                </a:lnTo>
                <a:lnTo>
                  <a:pt x="8372" y="1543"/>
                </a:lnTo>
                <a:lnTo>
                  <a:pt x="10705" y="1111"/>
                </a:lnTo>
                <a:lnTo>
                  <a:pt x="13077" y="676"/>
                </a:lnTo>
                <a:lnTo>
                  <a:pt x="16196" y="201"/>
                </a:lnTo>
                <a:lnTo>
                  <a:pt x="18403" y="25"/>
                </a:lnTo>
                <a:lnTo>
                  <a:pt x="21600" y="0"/>
                </a:lnTo>
                <a:close/>
              </a:path>
            </a:pathLst>
          </a:custGeom>
          <a:solidFill>
            <a:srgbClr val="6358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2" name="contour_14380"/>
          <p:cNvSpPr/>
          <p:nvPr/>
        </p:nvSpPr>
        <p:spPr>
          <a:xfrm>
            <a:off x="7648190" y="4013388"/>
            <a:ext cx="35806" cy="387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96" y="1280"/>
                </a:moveTo>
                <a:lnTo>
                  <a:pt x="7667" y="427"/>
                </a:lnTo>
                <a:lnTo>
                  <a:pt x="9989" y="0"/>
                </a:lnTo>
                <a:lnTo>
                  <a:pt x="11994" y="0"/>
                </a:lnTo>
                <a:lnTo>
                  <a:pt x="14315" y="427"/>
                </a:lnTo>
                <a:lnTo>
                  <a:pt x="17586" y="1280"/>
                </a:lnTo>
                <a:lnTo>
                  <a:pt x="19010" y="3840"/>
                </a:lnTo>
                <a:lnTo>
                  <a:pt x="20114" y="6210"/>
                </a:lnTo>
                <a:lnTo>
                  <a:pt x="20910" y="8486"/>
                </a:lnTo>
                <a:lnTo>
                  <a:pt x="21402" y="10761"/>
                </a:lnTo>
                <a:lnTo>
                  <a:pt x="21600" y="13131"/>
                </a:lnTo>
                <a:lnTo>
                  <a:pt x="21516" y="15695"/>
                </a:lnTo>
                <a:lnTo>
                  <a:pt x="21156" y="18552"/>
                </a:lnTo>
                <a:lnTo>
                  <a:pt x="19384" y="20064"/>
                </a:lnTo>
                <a:lnTo>
                  <a:pt x="17586" y="21600"/>
                </a:lnTo>
                <a:lnTo>
                  <a:pt x="14557" y="21218"/>
                </a:lnTo>
                <a:lnTo>
                  <a:pt x="11594" y="20694"/>
                </a:lnTo>
                <a:lnTo>
                  <a:pt x="8674" y="20035"/>
                </a:lnTo>
                <a:lnTo>
                  <a:pt x="5781" y="19279"/>
                </a:lnTo>
                <a:lnTo>
                  <a:pt x="2897" y="18438"/>
                </a:lnTo>
                <a:lnTo>
                  <a:pt x="0" y="17536"/>
                </a:lnTo>
                <a:lnTo>
                  <a:pt x="422" y="14712"/>
                </a:lnTo>
                <a:lnTo>
                  <a:pt x="910" y="11948"/>
                </a:lnTo>
                <a:lnTo>
                  <a:pt x="1512" y="9233"/>
                </a:lnTo>
                <a:lnTo>
                  <a:pt x="2264" y="6559"/>
                </a:lnTo>
                <a:lnTo>
                  <a:pt x="3214" y="3910"/>
                </a:lnTo>
                <a:lnTo>
                  <a:pt x="4396" y="1280"/>
                </a:lnTo>
                <a:close/>
              </a:path>
            </a:pathLst>
          </a:custGeom>
          <a:solidFill>
            <a:srgbClr val="EDE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3" name="contour_14381"/>
          <p:cNvSpPr/>
          <p:nvPr/>
        </p:nvSpPr>
        <p:spPr>
          <a:xfrm>
            <a:off x="1147301" y="3965265"/>
            <a:ext cx="58304" cy="226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370"/>
                </a:moveTo>
                <a:lnTo>
                  <a:pt x="20174" y="10769"/>
                </a:lnTo>
                <a:lnTo>
                  <a:pt x="18873" y="14287"/>
                </a:lnTo>
                <a:lnTo>
                  <a:pt x="17561" y="17020"/>
                </a:lnTo>
                <a:lnTo>
                  <a:pt x="16092" y="19088"/>
                </a:lnTo>
                <a:lnTo>
                  <a:pt x="14329" y="20580"/>
                </a:lnTo>
                <a:lnTo>
                  <a:pt x="12128" y="21600"/>
                </a:lnTo>
                <a:lnTo>
                  <a:pt x="11486" y="21531"/>
                </a:lnTo>
                <a:lnTo>
                  <a:pt x="10355" y="21406"/>
                </a:lnTo>
                <a:lnTo>
                  <a:pt x="7762" y="21114"/>
                </a:lnTo>
                <a:lnTo>
                  <a:pt x="6305" y="20989"/>
                </a:lnTo>
                <a:lnTo>
                  <a:pt x="4838" y="20865"/>
                </a:lnTo>
                <a:lnTo>
                  <a:pt x="3353" y="20733"/>
                </a:lnTo>
                <a:lnTo>
                  <a:pt x="1688" y="20490"/>
                </a:lnTo>
                <a:lnTo>
                  <a:pt x="0" y="20247"/>
                </a:lnTo>
                <a:lnTo>
                  <a:pt x="0" y="15661"/>
                </a:lnTo>
                <a:lnTo>
                  <a:pt x="0" y="11046"/>
                </a:lnTo>
                <a:lnTo>
                  <a:pt x="0" y="6370"/>
                </a:lnTo>
                <a:lnTo>
                  <a:pt x="1793" y="4448"/>
                </a:lnTo>
                <a:lnTo>
                  <a:pt x="3591" y="2873"/>
                </a:lnTo>
                <a:lnTo>
                  <a:pt x="5397" y="1631"/>
                </a:lnTo>
                <a:lnTo>
                  <a:pt x="7204" y="742"/>
                </a:lnTo>
                <a:lnTo>
                  <a:pt x="9015" y="194"/>
                </a:lnTo>
                <a:lnTo>
                  <a:pt x="10824" y="0"/>
                </a:lnTo>
                <a:lnTo>
                  <a:pt x="12633" y="160"/>
                </a:lnTo>
                <a:lnTo>
                  <a:pt x="14440" y="680"/>
                </a:lnTo>
                <a:lnTo>
                  <a:pt x="16243" y="1554"/>
                </a:lnTo>
                <a:lnTo>
                  <a:pt x="18036" y="2796"/>
                </a:lnTo>
                <a:lnTo>
                  <a:pt x="19823" y="4399"/>
                </a:lnTo>
                <a:lnTo>
                  <a:pt x="21600" y="6370"/>
                </a:lnTo>
                <a:close/>
              </a:path>
            </a:pathLst>
          </a:custGeom>
          <a:solidFill>
            <a:srgbClr val="A4BE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4" name="contour_14382"/>
          <p:cNvSpPr/>
          <p:nvPr/>
        </p:nvSpPr>
        <p:spPr>
          <a:xfrm>
            <a:off x="7830390" y="3744016"/>
            <a:ext cx="65592" cy="24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791"/>
                </a:moveTo>
                <a:lnTo>
                  <a:pt x="1577" y="1538"/>
                </a:lnTo>
                <a:lnTo>
                  <a:pt x="3151" y="1311"/>
                </a:lnTo>
                <a:lnTo>
                  <a:pt x="4726" y="1103"/>
                </a:lnTo>
                <a:lnTo>
                  <a:pt x="6300" y="908"/>
                </a:lnTo>
                <a:lnTo>
                  <a:pt x="7874" y="733"/>
                </a:lnTo>
                <a:lnTo>
                  <a:pt x="9451" y="571"/>
                </a:lnTo>
                <a:lnTo>
                  <a:pt x="10798" y="324"/>
                </a:lnTo>
                <a:lnTo>
                  <a:pt x="12163" y="78"/>
                </a:lnTo>
                <a:lnTo>
                  <a:pt x="13469" y="0"/>
                </a:lnTo>
                <a:lnTo>
                  <a:pt x="14486" y="52"/>
                </a:lnTo>
                <a:lnTo>
                  <a:pt x="15557" y="311"/>
                </a:lnTo>
                <a:lnTo>
                  <a:pt x="17016" y="863"/>
                </a:lnTo>
                <a:lnTo>
                  <a:pt x="19200" y="1791"/>
                </a:lnTo>
                <a:lnTo>
                  <a:pt x="20088" y="6657"/>
                </a:lnTo>
                <a:lnTo>
                  <a:pt x="20657" y="10102"/>
                </a:lnTo>
                <a:lnTo>
                  <a:pt x="21022" y="13061"/>
                </a:lnTo>
                <a:lnTo>
                  <a:pt x="21298" y="16468"/>
                </a:lnTo>
                <a:lnTo>
                  <a:pt x="21600" y="21256"/>
                </a:lnTo>
                <a:lnTo>
                  <a:pt x="19778" y="21529"/>
                </a:lnTo>
                <a:lnTo>
                  <a:pt x="18002" y="21600"/>
                </a:lnTo>
                <a:lnTo>
                  <a:pt x="16270" y="21477"/>
                </a:lnTo>
                <a:lnTo>
                  <a:pt x="14573" y="21146"/>
                </a:lnTo>
                <a:lnTo>
                  <a:pt x="12905" y="20601"/>
                </a:lnTo>
                <a:lnTo>
                  <a:pt x="11261" y="19848"/>
                </a:lnTo>
                <a:lnTo>
                  <a:pt x="9638" y="18875"/>
                </a:lnTo>
                <a:lnTo>
                  <a:pt x="8030" y="17687"/>
                </a:lnTo>
                <a:lnTo>
                  <a:pt x="6430" y="16267"/>
                </a:lnTo>
                <a:lnTo>
                  <a:pt x="4831" y="14625"/>
                </a:lnTo>
                <a:lnTo>
                  <a:pt x="3230" y="12750"/>
                </a:lnTo>
                <a:lnTo>
                  <a:pt x="1622" y="10635"/>
                </a:lnTo>
                <a:lnTo>
                  <a:pt x="0" y="8279"/>
                </a:lnTo>
                <a:lnTo>
                  <a:pt x="0" y="5061"/>
                </a:lnTo>
                <a:lnTo>
                  <a:pt x="0" y="1791"/>
                </a:lnTo>
                <a:close/>
              </a:path>
            </a:pathLst>
          </a:custGeom>
          <a:solidFill>
            <a:srgbClr val="F3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5" name="contour_14383"/>
          <p:cNvSpPr/>
          <p:nvPr/>
        </p:nvSpPr>
        <p:spPr>
          <a:xfrm>
            <a:off x="4638249" y="3702300"/>
            <a:ext cx="43728" cy="444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3" y="1681"/>
                </a:lnTo>
                <a:lnTo>
                  <a:pt x="450" y="3373"/>
                </a:lnTo>
                <a:lnTo>
                  <a:pt x="677" y="5090"/>
                </a:lnTo>
                <a:lnTo>
                  <a:pt x="2434" y="8312"/>
                </a:lnTo>
                <a:lnTo>
                  <a:pt x="3766" y="10117"/>
                </a:lnTo>
                <a:lnTo>
                  <a:pt x="5346" y="11165"/>
                </a:lnTo>
                <a:lnTo>
                  <a:pt x="7848" y="12113"/>
                </a:lnTo>
                <a:lnTo>
                  <a:pt x="10134" y="12531"/>
                </a:lnTo>
                <a:lnTo>
                  <a:pt x="12416" y="12920"/>
                </a:lnTo>
                <a:lnTo>
                  <a:pt x="14702" y="13278"/>
                </a:lnTo>
                <a:lnTo>
                  <a:pt x="16992" y="13604"/>
                </a:lnTo>
                <a:lnTo>
                  <a:pt x="19289" y="13897"/>
                </a:lnTo>
                <a:lnTo>
                  <a:pt x="21600" y="14159"/>
                </a:lnTo>
                <a:lnTo>
                  <a:pt x="19969" y="16262"/>
                </a:lnTo>
                <a:lnTo>
                  <a:pt x="18677" y="17699"/>
                </a:lnTo>
                <a:lnTo>
                  <a:pt x="17042" y="19136"/>
                </a:lnTo>
                <a:lnTo>
                  <a:pt x="14400" y="21239"/>
                </a:lnTo>
                <a:lnTo>
                  <a:pt x="11959" y="21483"/>
                </a:lnTo>
                <a:lnTo>
                  <a:pt x="9580" y="21593"/>
                </a:lnTo>
                <a:lnTo>
                  <a:pt x="7229" y="21600"/>
                </a:lnTo>
                <a:lnTo>
                  <a:pt x="4871" y="21526"/>
                </a:lnTo>
                <a:lnTo>
                  <a:pt x="2473" y="21398"/>
                </a:lnTo>
                <a:lnTo>
                  <a:pt x="0" y="21239"/>
                </a:lnTo>
                <a:lnTo>
                  <a:pt x="0" y="18903"/>
                </a:lnTo>
                <a:lnTo>
                  <a:pt x="0" y="16563"/>
                </a:lnTo>
                <a:lnTo>
                  <a:pt x="0" y="14223"/>
                </a:lnTo>
                <a:lnTo>
                  <a:pt x="0" y="11876"/>
                </a:lnTo>
                <a:lnTo>
                  <a:pt x="0" y="9522"/>
                </a:lnTo>
                <a:lnTo>
                  <a:pt x="0" y="7158"/>
                </a:lnTo>
                <a:lnTo>
                  <a:pt x="0" y="4786"/>
                </a:lnTo>
                <a:lnTo>
                  <a:pt x="0" y="2400"/>
                </a:lnTo>
                <a:lnTo>
                  <a:pt x="0" y="0"/>
                </a:lnTo>
                <a:close/>
              </a:path>
            </a:pathLst>
          </a:custGeom>
          <a:solidFill>
            <a:srgbClr val="B5D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6" name="contour_14384"/>
          <p:cNvSpPr/>
          <p:nvPr/>
        </p:nvSpPr>
        <p:spPr>
          <a:xfrm>
            <a:off x="8107333" y="3585510"/>
            <a:ext cx="51016" cy="23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69"/>
                </a:moveTo>
                <a:lnTo>
                  <a:pt x="21390" y="5194"/>
                </a:lnTo>
                <a:lnTo>
                  <a:pt x="21125" y="8760"/>
                </a:lnTo>
                <a:lnTo>
                  <a:pt x="20656" y="11840"/>
                </a:lnTo>
                <a:lnTo>
                  <a:pt x="19835" y="15406"/>
                </a:lnTo>
                <a:lnTo>
                  <a:pt x="18514" y="20432"/>
                </a:lnTo>
                <a:lnTo>
                  <a:pt x="16447" y="20979"/>
                </a:lnTo>
                <a:lnTo>
                  <a:pt x="14389" y="21343"/>
                </a:lnTo>
                <a:lnTo>
                  <a:pt x="12337" y="21546"/>
                </a:lnTo>
                <a:lnTo>
                  <a:pt x="10291" y="21600"/>
                </a:lnTo>
                <a:lnTo>
                  <a:pt x="8242" y="21532"/>
                </a:lnTo>
                <a:lnTo>
                  <a:pt x="6193" y="21364"/>
                </a:lnTo>
                <a:lnTo>
                  <a:pt x="4138" y="21107"/>
                </a:lnTo>
                <a:lnTo>
                  <a:pt x="2077" y="20789"/>
                </a:lnTo>
                <a:lnTo>
                  <a:pt x="0" y="20432"/>
                </a:lnTo>
                <a:lnTo>
                  <a:pt x="0" y="15967"/>
                </a:lnTo>
                <a:lnTo>
                  <a:pt x="0" y="11475"/>
                </a:lnTo>
                <a:lnTo>
                  <a:pt x="0" y="6923"/>
                </a:lnTo>
                <a:lnTo>
                  <a:pt x="2188" y="5356"/>
                </a:lnTo>
                <a:lnTo>
                  <a:pt x="4329" y="3998"/>
                </a:lnTo>
                <a:lnTo>
                  <a:pt x="6440" y="2844"/>
                </a:lnTo>
                <a:lnTo>
                  <a:pt x="8535" y="1891"/>
                </a:lnTo>
                <a:lnTo>
                  <a:pt x="10630" y="1135"/>
                </a:lnTo>
                <a:lnTo>
                  <a:pt x="12738" y="574"/>
                </a:lnTo>
                <a:lnTo>
                  <a:pt x="14873" y="196"/>
                </a:lnTo>
                <a:lnTo>
                  <a:pt x="17055" y="7"/>
                </a:lnTo>
                <a:lnTo>
                  <a:pt x="19292" y="0"/>
                </a:lnTo>
                <a:lnTo>
                  <a:pt x="21600" y="169"/>
                </a:lnTo>
                <a:close/>
              </a:path>
            </a:pathLst>
          </a:custGeom>
          <a:solidFill>
            <a:srgbClr val="8FA9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7" name="contour_14385"/>
          <p:cNvSpPr/>
          <p:nvPr/>
        </p:nvSpPr>
        <p:spPr>
          <a:xfrm>
            <a:off x="11467097" y="3565643"/>
            <a:ext cx="72880" cy="21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584"/>
                </a:moveTo>
                <a:lnTo>
                  <a:pt x="20630" y="9964"/>
                </a:lnTo>
                <a:lnTo>
                  <a:pt x="19859" y="12975"/>
                </a:lnTo>
                <a:lnTo>
                  <a:pt x="18876" y="16009"/>
                </a:lnTo>
                <a:lnTo>
                  <a:pt x="17280" y="20455"/>
                </a:lnTo>
                <a:lnTo>
                  <a:pt x="15751" y="20931"/>
                </a:lnTo>
                <a:lnTo>
                  <a:pt x="14269" y="21288"/>
                </a:lnTo>
                <a:lnTo>
                  <a:pt x="12815" y="21511"/>
                </a:lnTo>
                <a:lnTo>
                  <a:pt x="11364" y="21600"/>
                </a:lnTo>
                <a:lnTo>
                  <a:pt x="9888" y="21563"/>
                </a:lnTo>
                <a:lnTo>
                  <a:pt x="8370" y="21384"/>
                </a:lnTo>
                <a:lnTo>
                  <a:pt x="7763" y="21332"/>
                </a:lnTo>
                <a:lnTo>
                  <a:pt x="5931" y="21184"/>
                </a:lnTo>
                <a:lnTo>
                  <a:pt x="4447" y="21035"/>
                </a:lnTo>
                <a:lnTo>
                  <a:pt x="2966" y="20856"/>
                </a:lnTo>
                <a:lnTo>
                  <a:pt x="1482" y="20663"/>
                </a:lnTo>
                <a:lnTo>
                  <a:pt x="0" y="20455"/>
                </a:lnTo>
                <a:lnTo>
                  <a:pt x="0" y="16767"/>
                </a:lnTo>
                <a:lnTo>
                  <a:pt x="0" y="13019"/>
                </a:lnTo>
                <a:lnTo>
                  <a:pt x="1499" y="10573"/>
                </a:lnTo>
                <a:lnTo>
                  <a:pt x="2966" y="8350"/>
                </a:lnTo>
                <a:lnTo>
                  <a:pt x="4402" y="6350"/>
                </a:lnTo>
                <a:lnTo>
                  <a:pt x="5815" y="4595"/>
                </a:lnTo>
                <a:lnTo>
                  <a:pt x="7212" y="3101"/>
                </a:lnTo>
                <a:lnTo>
                  <a:pt x="8599" y="1874"/>
                </a:lnTo>
                <a:lnTo>
                  <a:pt x="9981" y="944"/>
                </a:lnTo>
                <a:lnTo>
                  <a:pt x="11364" y="312"/>
                </a:lnTo>
                <a:lnTo>
                  <a:pt x="12755" y="0"/>
                </a:lnTo>
                <a:lnTo>
                  <a:pt x="14161" y="15"/>
                </a:lnTo>
                <a:lnTo>
                  <a:pt x="15584" y="379"/>
                </a:lnTo>
                <a:lnTo>
                  <a:pt x="17034" y="1100"/>
                </a:lnTo>
                <a:lnTo>
                  <a:pt x="18518" y="2201"/>
                </a:lnTo>
                <a:lnTo>
                  <a:pt x="20036" y="3688"/>
                </a:lnTo>
                <a:lnTo>
                  <a:pt x="21600" y="5584"/>
                </a:lnTo>
                <a:close/>
              </a:path>
            </a:pathLst>
          </a:custGeom>
          <a:solidFill>
            <a:srgbClr val="CED5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8" name="contour_14386"/>
          <p:cNvSpPr/>
          <p:nvPr/>
        </p:nvSpPr>
        <p:spPr>
          <a:xfrm>
            <a:off x="4031240" y="3524983"/>
            <a:ext cx="38546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1337"/>
                </a:moveTo>
                <a:lnTo>
                  <a:pt x="5901" y="596"/>
                </a:lnTo>
                <a:lnTo>
                  <a:pt x="9222" y="150"/>
                </a:lnTo>
                <a:lnTo>
                  <a:pt x="11586" y="0"/>
                </a:lnTo>
                <a:lnTo>
                  <a:pt x="13457" y="150"/>
                </a:lnTo>
                <a:lnTo>
                  <a:pt x="15282" y="596"/>
                </a:lnTo>
                <a:lnTo>
                  <a:pt x="17516" y="1337"/>
                </a:lnTo>
                <a:lnTo>
                  <a:pt x="18504" y="3801"/>
                </a:lnTo>
                <a:lnTo>
                  <a:pt x="19309" y="6273"/>
                </a:lnTo>
                <a:lnTo>
                  <a:pt x="19950" y="8758"/>
                </a:lnTo>
                <a:lnTo>
                  <a:pt x="20456" y="11262"/>
                </a:lnTo>
                <a:lnTo>
                  <a:pt x="20849" y="13795"/>
                </a:lnTo>
                <a:lnTo>
                  <a:pt x="21155" y="16356"/>
                </a:lnTo>
                <a:lnTo>
                  <a:pt x="21396" y="18954"/>
                </a:lnTo>
                <a:lnTo>
                  <a:pt x="21600" y="21600"/>
                </a:lnTo>
                <a:lnTo>
                  <a:pt x="18933" y="21397"/>
                </a:lnTo>
                <a:lnTo>
                  <a:pt x="16315" y="21158"/>
                </a:lnTo>
                <a:lnTo>
                  <a:pt x="13734" y="20854"/>
                </a:lnTo>
                <a:lnTo>
                  <a:pt x="11182" y="20465"/>
                </a:lnTo>
                <a:lnTo>
                  <a:pt x="8658" y="19963"/>
                </a:lnTo>
                <a:lnTo>
                  <a:pt x="6155" y="19327"/>
                </a:lnTo>
                <a:lnTo>
                  <a:pt x="3663" y="18528"/>
                </a:lnTo>
                <a:lnTo>
                  <a:pt x="1180" y="17547"/>
                </a:lnTo>
                <a:lnTo>
                  <a:pt x="380" y="14707"/>
                </a:lnTo>
                <a:lnTo>
                  <a:pt x="16" y="12105"/>
                </a:lnTo>
                <a:lnTo>
                  <a:pt x="0" y="9605"/>
                </a:lnTo>
                <a:lnTo>
                  <a:pt x="249" y="7068"/>
                </a:lnTo>
                <a:lnTo>
                  <a:pt x="670" y="4356"/>
                </a:lnTo>
                <a:lnTo>
                  <a:pt x="1180" y="1337"/>
                </a:lnTo>
                <a:close/>
              </a:path>
            </a:pathLst>
          </a:custGeom>
          <a:solidFill>
            <a:srgbClr val="7D8E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89" name="contour_14387"/>
          <p:cNvSpPr/>
          <p:nvPr/>
        </p:nvSpPr>
        <p:spPr>
          <a:xfrm>
            <a:off x="1562717" y="3531768"/>
            <a:ext cx="43728" cy="320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19" y="137"/>
                </a:moveTo>
                <a:lnTo>
                  <a:pt x="9299" y="0"/>
                </a:lnTo>
                <a:lnTo>
                  <a:pt x="11491" y="54"/>
                </a:lnTo>
                <a:lnTo>
                  <a:pt x="13601" y="358"/>
                </a:lnTo>
                <a:lnTo>
                  <a:pt x="15736" y="972"/>
                </a:lnTo>
                <a:lnTo>
                  <a:pt x="18000" y="1959"/>
                </a:lnTo>
                <a:lnTo>
                  <a:pt x="19325" y="5612"/>
                </a:lnTo>
                <a:lnTo>
                  <a:pt x="20174" y="8205"/>
                </a:lnTo>
                <a:lnTo>
                  <a:pt x="20722" y="10444"/>
                </a:lnTo>
                <a:lnTo>
                  <a:pt x="21139" y="13037"/>
                </a:lnTo>
                <a:lnTo>
                  <a:pt x="21600" y="16690"/>
                </a:lnTo>
                <a:lnTo>
                  <a:pt x="19224" y="17230"/>
                </a:lnTo>
                <a:lnTo>
                  <a:pt x="16844" y="17770"/>
                </a:lnTo>
                <a:lnTo>
                  <a:pt x="14465" y="18310"/>
                </a:lnTo>
                <a:lnTo>
                  <a:pt x="12078" y="18855"/>
                </a:lnTo>
                <a:lnTo>
                  <a:pt x="9684" y="19400"/>
                </a:lnTo>
                <a:lnTo>
                  <a:pt x="7279" y="19945"/>
                </a:lnTo>
                <a:lnTo>
                  <a:pt x="4867" y="20495"/>
                </a:lnTo>
                <a:lnTo>
                  <a:pt x="2441" y="21045"/>
                </a:lnTo>
                <a:lnTo>
                  <a:pt x="0" y="21600"/>
                </a:lnTo>
                <a:lnTo>
                  <a:pt x="648" y="14706"/>
                </a:lnTo>
                <a:lnTo>
                  <a:pt x="1206" y="9712"/>
                </a:lnTo>
                <a:lnTo>
                  <a:pt x="1796" y="6246"/>
                </a:lnTo>
                <a:lnTo>
                  <a:pt x="2545" y="3928"/>
                </a:lnTo>
                <a:lnTo>
                  <a:pt x="3568" y="2391"/>
                </a:lnTo>
                <a:lnTo>
                  <a:pt x="4982" y="1252"/>
                </a:lnTo>
                <a:lnTo>
                  <a:pt x="6919" y="137"/>
                </a:lnTo>
                <a:close/>
              </a:path>
            </a:pathLst>
          </a:custGeom>
          <a:solidFill>
            <a:srgbClr val="8CB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0" name="contour_14388"/>
          <p:cNvSpPr/>
          <p:nvPr/>
        </p:nvSpPr>
        <p:spPr>
          <a:xfrm>
            <a:off x="3894874" y="348366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670"/>
                </a:lnTo>
                <a:lnTo>
                  <a:pt x="8057" y="1339"/>
                </a:lnTo>
                <a:lnTo>
                  <a:pt x="10292" y="2009"/>
                </a:lnTo>
                <a:lnTo>
                  <a:pt x="12532" y="2678"/>
                </a:lnTo>
                <a:lnTo>
                  <a:pt x="14782" y="3353"/>
                </a:lnTo>
                <a:lnTo>
                  <a:pt x="17042" y="4034"/>
                </a:lnTo>
                <a:lnTo>
                  <a:pt x="19314" y="4714"/>
                </a:lnTo>
                <a:lnTo>
                  <a:pt x="21600" y="5400"/>
                </a:lnTo>
                <a:lnTo>
                  <a:pt x="20887" y="8608"/>
                </a:lnTo>
                <a:lnTo>
                  <a:pt x="20171" y="11826"/>
                </a:lnTo>
                <a:lnTo>
                  <a:pt x="19454" y="15055"/>
                </a:lnTo>
                <a:lnTo>
                  <a:pt x="18731" y="18311"/>
                </a:lnTo>
                <a:lnTo>
                  <a:pt x="18000" y="21600"/>
                </a:lnTo>
                <a:lnTo>
                  <a:pt x="15772" y="20930"/>
                </a:lnTo>
                <a:lnTo>
                  <a:pt x="13543" y="20261"/>
                </a:lnTo>
                <a:lnTo>
                  <a:pt x="11308" y="19591"/>
                </a:lnTo>
                <a:lnTo>
                  <a:pt x="9068" y="18922"/>
                </a:lnTo>
                <a:lnTo>
                  <a:pt x="6818" y="18247"/>
                </a:lnTo>
                <a:lnTo>
                  <a:pt x="4558" y="17566"/>
                </a:lnTo>
                <a:lnTo>
                  <a:pt x="2286" y="16886"/>
                </a:lnTo>
                <a:lnTo>
                  <a:pt x="0" y="16200"/>
                </a:lnTo>
                <a:lnTo>
                  <a:pt x="713" y="12992"/>
                </a:lnTo>
                <a:lnTo>
                  <a:pt x="1429" y="9774"/>
                </a:lnTo>
                <a:lnTo>
                  <a:pt x="2146" y="6545"/>
                </a:lnTo>
                <a:lnTo>
                  <a:pt x="2869" y="3289"/>
                </a:lnTo>
                <a:lnTo>
                  <a:pt x="3600" y="0"/>
                </a:lnTo>
                <a:close/>
              </a:path>
            </a:pathLst>
          </a:custGeom>
          <a:solidFill>
            <a:srgbClr val="9BA6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1" name="contour_14389"/>
          <p:cNvSpPr/>
          <p:nvPr/>
        </p:nvSpPr>
        <p:spPr>
          <a:xfrm>
            <a:off x="9768995" y="347637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76"/>
                </a:lnTo>
                <a:lnTo>
                  <a:pt x="6823" y="221"/>
                </a:lnTo>
                <a:lnTo>
                  <a:pt x="8260" y="529"/>
                </a:lnTo>
                <a:lnTo>
                  <a:pt x="10013" y="1096"/>
                </a:lnTo>
                <a:lnTo>
                  <a:pt x="12534" y="2025"/>
                </a:lnTo>
                <a:lnTo>
                  <a:pt x="13287" y="2290"/>
                </a:lnTo>
                <a:lnTo>
                  <a:pt x="14617" y="2759"/>
                </a:lnTo>
                <a:lnTo>
                  <a:pt x="17660" y="3839"/>
                </a:lnTo>
                <a:lnTo>
                  <a:pt x="19616" y="4612"/>
                </a:lnTo>
                <a:lnTo>
                  <a:pt x="21600" y="5400"/>
                </a:lnTo>
                <a:lnTo>
                  <a:pt x="20989" y="8608"/>
                </a:lnTo>
                <a:lnTo>
                  <a:pt x="20375" y="11826"/>
                </a:lnTo>
                <a:lnTo>
                  <a:pt x="19761" y="15055"/>
                </a:lnTo>
                <a:lnTo>
                  <a:pt x="19141" y="18311"/>
                </a:lnTo>
                <a:lnTo>
                  <a:pt x="18514" y="21600"/>
                </a:lnTo>
                <a:lnTo>
                  <a:pt x="16478" y="20412"/>
                </a:lnTo>
                <a:lnTo>
                  <a:pt x="14438" y="19224"/>
                </a:lnTo>
                <a:lnTo>
                  <a:pt x="12398" y="18031"/>
                </a:lnTo>
                <a:lnTo>
                  <a:pt x="10353" y="16837"/>
                </a:lnTo>
                <a:lnTo>
                  <a:pt x="8301" y="15644"/>
                </a:lnTo>
                <a:lnTo>
                  <a:pt x="6239" y="14440"/>
                </a:lnTo>
                <a:lnTo>
                  <a:pt x="4172" y="13235"/>
                </a:lnTo>
                <a:lnTo>
                  <a:pt x="2092" y="12020"/>
                </a:lnTo>
                <a:lnTo>
                  <a:pt x="0" y="10800"/>
                </a:lnTo>
                <a:lnTo>
                  <a:pt x="765" y="8127"/>
                </a:lnTo>
                <a:lnTo>
                  <a:pt x="1531" y="5438"/>
                </a:lnTo>
                <a:lnTo>
                  <a:pt x="2305" y="2738"/>
                </a:lnTo>
                <a:lnTo>
                  <a:pt x="3086" y="0"/>
                </a:lnTo>
                <a:close/>
              </a:path>
            </a:pathLst>
          </a:custGeom>
          <a:solidFill>
            <a:srgbClr val="A0BD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2" name="contour_14390"/>
          <p:cNvSpPr/>
          <p:nvPr/>
        </p:nvSpPr>
        <p:spPr>
          <a:xfrm>
            <a:off x="5614840" y="3470206"/>
            <a:ext cx="51016" cy="28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40"/>
                </a:moveTo>
                <a:lnTo>
                  <a:pt x="20687" y="8466"/>
                </a:lnTo>
                <a:lnTo>
                  <a:pt x="19955" y="11195"/>
                </a:lnTo>
                <a:lnTo>
                  <a:pt x="19236" y="13403"/>
                </a:lnTo>
                <a:lnTo>
                  <a:pt x="18357" y="15554"/>
                </a:lnTo>
                <a:lnTo>
                  <a:pt x="17144" y="18115"/>
                </a:lnTo>
                <a:lnTo>
                  <a:pt x="15429" y="21550"/>
                </a:lnTo>
                <a:lnTo>
                  <a:pt x="13392" y="21600"/>
                </a:lnTo>
                <a:lnTo>
                  <a:pt x="11396" y="21471"/>
                </a:lnTo>
                <a:lnTo>
                  <a:pt x="9430" y="21135"/>
                </a:lnTo>
                <a:lnTo>
                  <a:pt x="7498" y="20586"/>
                </a:lnTo>
                <a:lnTo>
                  <a:pt x="5594" y="19807"/>
                </a:lnTo>
                <a:lnTo>
                  <a:pt x="3712" y="18787"/>
                </a:lnTo>
                <a:lnTo>
                  <a:pt x="1848" y="17504"/>
                </a:lnTo>
                <a:lnTo>
                  <a:pt x="0" y="15946"/>
                </a:lnTo>
                <a:lnTo>
                  <a:pt x="0" y="12243"/>
                </a:lnTo>
                <a:lnTo>
                  <a:pt x="0" y="8517"/>
                </a:lnTo>
                <a:lnTo>
                  <a:pt x="0" y="4740"/>
                </a:lnTo>
                <a:lnTo>
                  <a:pt x="2308" y="2695"/>
                </a:lnTo>
                <a:lnTo>
                  <a:pt x="4505" y="1261"/>
                </a:lnTo>
                <a:lnTo>
                  <a:pt x="6619" y="381"/>
                </a:lnTo>
                <a:lnTo>
                  <a:pt x="8677" y="0"/>
                </a:lnTo>
                <a:lnTo>
                  <a:pt x="10711" y="50"/>
                </a:lnTo>
                <a:lnTo>
                  <a:pt x="12756" y="476"/>
                </a:lnTo>
                <a:lnTo>
                  <a:pt x="14836" y="1221"/>
                </a:lnTo>
                <a:lnTo>
                  <a:pt x="16984" y="2219"/>
                </a:lnTo>
                <a:lnTo>
                  <a:pt x="19227" y="3412"/>
                </a:lnTo>
                <a:lnTo>
                  <a:pt x="21600" y="4740"/>
                </a:lnTo>
                <a:close/>
              </a:path>
            </a:pathLst>
          </a:custGeom>
          <a:solidFill>
            <a:srgbClr val="7C8B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3" name="contour_14391"/>
          <p:cNvSpPr/>
          <p:nvPr/>
        </p:nvSpPr>
        <p:spPr>
          <a:xfrm>
            <a:off x="5141121" y="3468071"/>
            <a:ext cx="94744" cy="22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80"/>
                </a:moveTo>
                <a:lnTo>
                  <a:pt x="21600" y="4478"/>
                </a:lnTo>
                <a:lnTo>
                  <a:pt x="21600" y="8032"/>
                </a:lnTo>
                <a:lnTo>
                  <a:pt x="20580" y="9562"/>
                </a:lnTo>
                <a:lnTo>
                  <a:pt x="19568" y="10994"/>
                </a:lnTo>
                <a:lnTo>
                  <a:pt x="18558" y="12341"/>
                </a:lnTo>
                <a:lnTo>
                  <a:pt x="17544" y="13610"/>
                </a:lnTo>
                <a:lnTo>
                  <a:pt x="16517" y="14816"/>
                </a:lnTo>
                <a:lnTo>
                  <a:pt x="15472" y="15966"/>
                </a:lnTo>
                <a:lnTo>
                  <a:pt x="14567" y="16932"/>
                </a:lnTo>
                <a:lnTo>
                  <a:pt x="13646" y="17919"/>
                </a:lnTo>
                <a:lnTo>
                  <a:pt x="12478" y="18991"/>
                </a:lnTo>
                <a:lnTo>
                  <a:pt x="11320" y="19915"/>
                </a:lnTo>
                <a:lnTo>
                  <a:pt x="10167" y="20662"/>
                </a:lnTo>
                <a:lnTo>
                  <a:pt x="9022" y="21212"/>
                </a:lnTo>
                <a:lnTo>
                  <a:pt x="7882" y="21537"/>
                </a:lnTo>
                <a:lnTo>
                  <a:pt x="6748" y="21600"/>
                </a:lnTo>
                <a:lnTo>
                  <a:pt x="5616" y="21381"/>
                </a:lnTo>
                <a:lnTo>
                  <a:pt x="4489" y="20852"/>
                </a:lnTo>
                <a:lnTo>
                  <a:pt x="3365" y="19985"/>
                </a:lnTo>
                <a:lnTo>
                  <a:pt x="2243" y="18758"/>
                </a:lnTo>
                <a:lnTo>
                  <a:pt x="1122" y="17129"/>
                </a:lnTo>
                <a:lnTo>
                  <a:pt x="0" y="15084"/>
                </a:lnTo>
                <a:lnTo>
                  <a:pt x="0" y="11586"/>
                </a:lnTo>
                <a:lnTo>
                  <a:pt x="0" y="8032"/>
                </a:lnTo>
                <a:lnTo>
                  <a:pt x="1063" y="6403"/>
                </a:lnTo>
                <a:lnTo>
                  <a:pt x="2147" y="5007"/>
                </a:lnTo>
                <a:lnTo>
                  <a:pt x="3245" y="3808"/>
                </a:lnTo>
                <a:lnTo>
                  <a:pt x="4360" y="2814"/>
                </a:lnTo>
                <a:lnTo>
                  <a:pt x="5486" y="1989"/>
                </a:lnTo>
                <a:lnTo>
                  <a:pt x="6625" y="1333"/>
                </a:lnTo>
                <a:lnTo>
                  <a:pt x="7771" y="832"/>
                </a:lnTo>
                <a:lnTo>
                  <a:pt x="8926" y="458"/>
                </a:lnTo>
                <a:lnTo>
                  <a:pt x="10086" y="205"/>
                </a:lnTo>
                <a:lnTo>
                  <a:pt x="11250" y="56"/>
                </a:lnTo>
                <a:lnTo>
                  <a:pt x="12417" y="0"/>
                </a:lnTo>
                <a:lnTo>
                  <a:pt x="13583" y="14"/>
                </a:lnTo>
                <a:lnTo>
                  <a:pt x="14748" y="92"/>
                </a:lnTo>
                <a:lnTo>
                  <a:pt x="15909" y="212"/>
                </a:lnTo>
                <a:lnTo>
                  <a:pt x="17064" y="367"/>
                </a:lnTo>
                <a:lnTo>
                  <a:pt x="18214" y="536"/>
                </a:lnTo>
                <a:lnTo>
                  <a:pt x="19354" y="705"/>
                </a:lnTo>
                <a:lnTo>
                  <a:pt x="20483" y="853"/>
                </a:lnTo>
                <a:lnTo>
                  <a:pt x="21600" y="980"/>
                </a:lnTo>
                <a:close/>
              </a:path>
            </a:pathLst>
          </a:custGeom>
          <a:solidFill>
            <a:srgbClr val="D9E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4" name="contour_14392"/>
          <p:cNvSpPr/>
          <p:nvPr/>
        </p:nvSpPr>
        <p:spPr>
          <a:xfrm>
            <a:off x="8508173" y="3432644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217" y="1847"/>
                </a:lnTo>
                <a:lnTo>
                  <a:pt x="20012" y="3191"/>
                </a:lnTo>
                <a:lnTo>
                  <a:pt x="20560" y="4423"/>
                </a:lnTo>
                <a:lnTo>
                  <a:pt x="21031" y="5929"/>
                </a:lnTo>
                <a:lnTo>
                  <a:pt x="21600" y="8100"/>
                </a:lnTo>
                <a:lnTo>
                  <a:pt x="19393" y="9461"/>
                </a:lnTo>
                <a:lnTo>
                  <a:pt x="17748" y="10438"/>
                </a:lnTo>
                <a:lnTo>
                  <a:pt x="16366" y="11181"/>
                </a:lnTo>
                <a:lnTo>
                  <a:pt x="14947" y="11839"/>
                </a:lnTo>
                <a:lnTo>
                  <a:pt x="13194" y="12560"/>
                </a:lnTo>
                <a:lnTo>
                  <a:pt x="10800" y="13500"/>
                </a:lnTo>
                <a:lnTo>
                  <a:pt x="11693" y="11829"/>
                </a:lnTo>
                <a:lnTo>
                  <a:pt x="12582" y="10157"/>
                </a:lnTo>
                <a:lnTo>
                  <a:pt x="13478" y="8481"/>
                </a:lnTo>
                <a:lnTo>
                  <a:pt x="14375" y="6801"/>
                </a:lnTo>
                <a:lnTo>
                  <a:pt x="15271" y="5114"/>
                </a:lnTo>
                <a:lnTo>
                  <a:pt x="16175" y="3418"/>
                </a:lnTo>
                <a:lnTo>
                  <a:pt x="17086" y="1714"/>
                </a:lnTo>
                <a:lnTo>
                  <a:pt x="18000" y="0"/>
                </a:lnTo>
                <a:lnTo>
                  <a:pt x="0" y="13500"/>
                </a:lnTo>
                <a:lnTo>
                  <a:pt x="2376" y="13946"/>
                </a:lnTo>
                <a:lnTo>
                  <a:pt x="4756" y="14391"/>
                </a:lnTo>
                <a:lnTo>
                  <a:pt x="7146" y="14839"/>
                </a:lnTo>
                <a:lnTo>
                  <a:pt x="9547" y="15290"/>
                </a:lnTo>
                <a:lnTo>
                  <a:pt x="11963" y="15744"/>
                </a:lnTo>
                <a:lnTo>
                  <a:pt x="14400" y="16200"/>
                </a:lnTo>
                <a:lnTo>
                  <a:pt x="13486" y="16543"/>
                </a:lnTo>
                <a:lnTo>
                  <a:pt x="12611" y="16872"/>
                </a:lnTo>
                <a:lnTo>
                  <a:pt x="11520" y="17280"/>
                </a:lnTo>
                <a:lnTo>
                  <a:pt x="9968" y="17863"/>
                </a:lnTo>
                <a:lnTo>
                  <a:pt x="7697" y="18714"/>
                </a:lnTo>
                <a:lnTo>
                  <a:pt x="4460" y="19929"/>
                </a:lnTo>
                <a:lnTo>
                  <a:pt x="0" y="21600"/>
                </a:lnTo>
                <a:lnTo>
                  <a:pt x="0" y="19996"/>
                </a:lnTo>
                <a:lnTo>
                  <a:pt x="0" y="18387"/>
                </a:lnTo>
                <a:lnTo>
                  <a:pt x="0" y="16772"/>
                </a:lnTo>
                <a:lnTo>
                  <a:pt x="0" y="15144"/>
                </a:lnTo>
                <a:lnTo>
                  <a:pt x="0" y="13500"/>
                </a:lnTo>
                <a:lnTo>
                  <a:pt x="18000" y="0"/>
                </a:lnTo>
                <a:close/>
              </a:path>
            </a:pathLst>
          </a:custGeom>
          <a:solidFill>
            <a:srgbClr val="BCCF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5" name="contour_14393"/>
          <p:cNvSpPr/>
          <p:nvPr/>
        </p:nvSpPr>
        <p:spPr>
          <a:xfrm>
            <a:off x="7983437" y="346179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1047" y="7404"/>
                </a:lnTo>
                <a:lnTo>
                  <a:pt x="20546" y="9621"/>
                </a:lnTo>
                <a:lnTo>
                  <a:pt x="19889" y="11591"/>
                </a:lnTo>
                <a:lnTo>
                  <a:pt x="18870" y="13936"/>
                </a:lnTo>
                <a:lnTo>
                  <a:pt x="17280" y="17280"/>
                </a:lnTo>
                <a:lnTo>
                  <a:pt x="14429" y="18416"/>
                </a:lnTo>
                <a:lnTo>
                  <a:pt x="11629" y="19306"/>
                </a:lnTo>
                <a:lnTo>
                  <a:pt x="8839" y="20015"/>
                </a:lnTo>
                <a:lnTo>
                  <a:pt x="6005" y="20593"/>
                </a:lnTo>
                <a:lnTo>
                  <a:pt x="3076" y="21103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C2D5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6" name="contour_14394"/>
          <p:cNvSpPr/>
          <p:nvPr/>
        </p:nvSpPr>
        <p:spPr>
          <a:xfrm>
            <a:off x="4798585" y="343993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093" y="2138"/>
                </a:lnTo>
                <a:lnTo>
                  <a:pt x="8986" y="4290"/>
                </a:lnTo>
                <a:lnTo>
                  <a:pt x="9889" y="6450"/>
                </a:lnTo>
                <a:lnTo>
                  <a:pt x="10800" y="8640"/>
                </a:lnTo>
                <a:lnTo>
                  <a:pt x="12938" y="7785"/>
                </a:lnTo>
                <a:lnTo>
                  <a:pt x="15084" y="6925"/>
                </a:lnTo>
                <a:lnTo>
                  <a:pt x="17237" y="6065"/>
                </a:lnTo>
                <a:lnTo>
                  <a:pt x="19408" y="5197"/>
                </a:lnTo>
                <a:lnTo>
                  <a:pt x="21600" y="4320"/>
                </a:lnTo>
                <a:lnTo>
                  <a:pt x="21247" y="7404"/>
                </a:lnTo>
                <a:lnTo>
                  <a:pt x="20884" y="9621"/>
                </a:lnTo>
                <a:lnTo>
                  <a:pt x="20336" y="11591"/>
                </a:lnTo>
                <a:lnTo>
                  <a:pt x="19433" y="13936"/>
                </a:lnTo>
                <a:lnTo>
                  <a:pt x="18000" y="17280"/>
                </a:lnTo>
                <a:lnTo>
                  <a:pt x="15790" y="18157"/>
                </a:lnTo>
                <a:lnTo>
                  <a:pt x="13576" y="18909"/>
                </a:lnTo>
                <a:lnTo>
                  <a:pt x="11351" y="19548"/>
                </a:lnTo>
                <a:lnTo>
                  <a:pt x="9119" y="20088"/>
                </a:lnTo>
                <a:lnTo>
                  <a:pt x="6869" y="20550"/>
                </a:lnTo>
                <a:lnTo>
                  <a:pt x="4601" y="20943"/>
                </a:lnTo>
                <a:lnTo>
                  <a:pt x="2315" y="21289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380" y="8640"/>
                </a:lnTo>
                <a:lnTo>
                  <a:pt x="4774" y="8640"/>
                </a:lnTo>
                <a:lnTo>
                  <a:pt x="7200" y="8640"/>
                </a:lnTo>
                <a:lnTo>
                  <a:pt x="7200" y="5784"/>
                </a:lnTo>
                <a:lnTo>
                  <a:pt x="7200" y="2912"/>
                </a:lnTo>
                <a:lnTo>
                  <a:pt x="7200" y="0"/>
                </a:lnTo>
                <a:close/>
              </a:path>
            </a:pathLst>
          </a:custGeom>
          <a:solidFill>
            <a:srgbClr val="949B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7" name="contour_14395"/>
          <p:cNvSpPr/>
          <p:nvPr/>
        </p:nvSpPr>
        <p:spPr>
          <a:xfrm>
            <a:off x="8180213" y="3439932"/>
            <a:ext cx="6559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125" y="4093"/>
                </a:lnTo>
                <a:lnTo>
                  <a:pt x="20647" y="8199"/>
                </a:lnTo>
                <a:lnTo>
                  <a:pt x="20170" y="12319"/>
                </a:lnTo>
                <a:lnTo>
                  <a:pt x="19687" y="16474"/>
                </a:lnTo>
                <a:lnTo>
                  <a:pt x="19200" y="20670"/>
                </a:lnTo>
                <a:lnTo>
                  <a:pt x="17342" y="21290"/>
                </a:lnTo>
                <a:lnTo>
                  <a:pt x="16039" y="21600"/>
                </a:lnTo>
                <a:lnTo>
                  <a:pt x="14945" y="21600"/>
                </a:lnTo>
                <a:lnTo>
                  <a:pt x="13714" y="21290"/>
                </a:lnTo>
                <a:lnTo>
                  <a:pt x="12000" y="20670"/>
                </a:lnTo>
                <a:lnTo>
                  <a:pt x="12000" y="16116"/>
                </a:lnTo>
                <a:lnTo>
                  <a:pt x="12000" y="11534"/>
                </a:lnTo>
                <a:lnTo>
                  <a:pt x="12000" y="6890"/>
                </a:lnTo>
                <a:lnTo>
                  <a:pt x="10303" y="6890"/>
                </a:lnTo>
                <a:lnTo>
                  <a:pt x="8604" y="6890"/>
                </a:lnTo>
                <a:lnTo>
                  <a:pt x="6900" y="6890"/>
                </a:lnTo>
                <a:lnTo>
                  <a:pt x="5189" y="6890"/>
                </a:lnTo>
                <a:lnTo>
                  <a:pt x="3470" y="6890"/>
                </a:lnTo>
                <a:lnTo>
                  <a:pt x="1742" y="6890"/>
                </a:lnTo>
                <a:lnTo>
                  <a:pt x="0" y="6890"/>
                </a:lnTo>
                <a:lnTo>
                  <a:pt x="0" y="3473"/>
                </a:lnTo>
                <a:lnTo>
                  <a:pt x="0" y="0"/>
                </a:lnTo>
                <a:close/>
              </a:path>
            </a:pathLst>
          </a:custGeom>
          <a:solidFill>
            <a:srgbClr val="B7CA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8" name="contour_14396"/>
          <p:cNvSpPr/>
          <p:nvPr/>
        </p:nvSpPr>
        <p:spPr>
          <a:xfrm>
            <a:off x="7450102" y="3425356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30" y="0"/>
                </a:moveTo>
                <a:lnTo>
                  <a:pt x="18118" y="3564"/>
                </a:lnTo>
                <a:lnTo>
                  <a:pt x="18806" y="7133"/>
                </a:lnTo>
                <a:lnTo>
                  <a:pt x="19498" y="10719"/>
                </a:lnTo>
                <a:lnTo>
                  <a:pt x="20195" y="14321"/>
                </a:lnTo>
                <a:lnTo>
                  <a:pt x="20895" y="17944"/>
                </a:lnTo>
                <a:lnTo>
                  <a:pt x="21600" y="21600"/>
                </a:lnTo>
                <a:lnTo>
                  <a:pt x="18652" y="21600"/>
                </a:lnTo>
                <a:lnTo>
                  <a:pt x="15700" y="21600"/>
                </a:lnTo>
                <a:lnTo>
                  <a:pt x="12739" y="21600"/>
                </a:lnTo>
                <a:lnTo>
                  <a:pt x="9766" y="21600"/>
                </a:lnTo>
                <a:lnTo>
                  <a:pt x="6780" y="21600"/>
                </a:lnTo>
                <a:lnTo>
                  <a:pt x="3778" y="21600"/>
                </a:lnTo>
                <a:lnTo>
                  <a:pt x="751" y="21600"/>
                </a:lnTo>
                <a:lnTo>
                  <a:pt x="250" y="17744"/>
                </a:lnTo>
                <a:lnTo>
                  <a:pt x="0" y="14974"/>
                </a:lnTo>
                <a:lnTo>
                  <a:pt x="0" y="12512"/>
                </a:lnTo>
                <a:lnTo>
                  <a:pt x="250" y="9580"/>
                </a:lnTo>
                <a:lnTo>
                  <a:pt x="751" y="5400"/>
                </a:lnTo>
                <a:lnTo>
                  <a:pt x="3486" y="3904"/>
                </a:lnTo>
                <a:lnTo>
                  <a:pt x="6176" y="2765"/>
                </a:lnTo>
                <a:lnTo>
                  <a:pt x="8865" y="1890"/>
                </a:lnTo>
                <a:lnTo>
                  <a:pt x="11605" y="1199"/>
                </a:lnTo>
                <a:lnTo>
                  <a:pt x="14440" y="594"/>
                </a:lnTo>
                <a:lnTo>
                  <a:pt x="17430" y="0"/>
                </a:lnTo>
                <a:close/>
              </a:path>
            </a:pathLst>
          </a:custGeom>
          <a:solidFill>
            <a:srgbClr val="7741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399" name="contour_14397"/>
          <p:cNvSpPr/>
          <p:nvPr/>
        </p:nvSpPr>
        <p:spPr>
          <a:xfrm>
            <a:off x="8230887" y="3411509"/>
            <a:ext cx="29495" cy="502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53" y="457"/>
                </a:moveTo>
                <a:lnTo>
                  <a:pt x="19310" y="1628"/>
                </a:lnTo>
                <a:lnTo>
                  <a:pt x="21600" y="2817"/>
                </a:lnTo>
                <a:lnTo>
                  <a:pt x="21525" y="5012"/>
                </a:lnTo>
                <a:lnTo>
                  <a:pt x="21381" y="6608"/>
                </a:lnTo>
                <a:lnTo>
                  <a:pt x="21077" y="8067"/>
                </a:lnTo>
                <a:lnTo>
                  <a:pt x="20517" y="9845"/>
                </a:lnTo>
                <a:lnTo>
                  <a:pt x="19599" y="12403"/>
                </a:lnTo>
                <a:lnTo>
                  <a:pt x="19006" y="14121"/>
                </a:lnTo>
                <a:lnTo>
                  <a:pt x="18414" y="15849"/>
                </a:lnTo>
                <a:lnTo>
                  <a:pt x="17805" y="17602"/>
                </a:lnTo>
                <a:lnTo>
                  <a:pt x="17042" y="19587"/>
                </a:lnTo>
                <a:lnTo>
                  <a:pt x="16263" y="21600"/>
                </a:lnTo>
                <a:lnTo>
                  <a:pt x="13236" y="20946"/>
                </a:lnTo>
                <a:lnTo>
                  <a:pt x="11112" y="20401"/>
                </a:lnTo>
                <a:lnTo>
                  <a:pt x="8897" y="19675"/>
                </a:lnTo>
                <a:lnTo>
                  <a:pt x="5588" y="18470"/>
                </a:lnTo>
                <a:lnTo>
                  <a:pt x="4072" y="16313"/>
                </a:lnTo>
                <a:lnTo>
                  <a:pt x="3149" y="14779"/>
                </a:lnTo>
                <a:lnTo>
                  <a:pt x="2444" y="13132"/>
                </a:lnTo>
                <a:lnTo>
                  <a:pt x="1585" y="10643"/>
                </a:lnTo>
                <a:lnTo>
                  <a:pt x="801" y="8555"/>
                </a:lnTo>
                <a:lnTo>
                  <a:pt x="0" y="6436"/>
                </a:lnTo>
                <a:lnTo>
                  <a:pt x="128" y="4642"/>
                </a:lnTo>
                <a:lnTo>
                  <a:pt x="251" y="2817"/>
                </a:lnTo>
                <a:lnTo>
                  <a:pt x="3597" y="1327"/>
                </a:lnTo>
                <a:lnTo>
                  <a:pt x="6565" y="410"/>
                </a:lnTo>
                <a:lnTo>
                  <a:pt x="9538" y="0"/>
                </a:lnTo>
                <a:lnTo>
                  <a:pt x="12906" y="38"/>
                </a:lnTo>
                <a:lnTo>
                  <a:pt x="17053" y="457"/>
                </a:lnTo>
                <a:close/>
              </a:path>
            </a:pathLst>
          </a:custGeom>
          <a:solidFill>
            <a:srgbClr val="C0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0" name="contour_14398"/>
          <p:cNvSpPr/>
          <p:nvPr/>
        </p:nvSpPr>
        <p:spPr>
          <a:xfrm>
            <a:off x="7203622" y="3410780"/>
            <a:ext cx="58304" cy="35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5" y="761"/>
                </a:lnTo>
                <a:lnTo>
                  <a:pt x="3110" y="1527"/>
                </a:lnTo>
                <a:lnTo>
                  <a:pt x="4660" y="2302"/>
                </a:lnTo>
                <a:lnTo>
                  <a:pt x="6213" y="3086"/>
                </a:lnTo>
                <a:lnTo>
                  <a:pt x="7762" y="3874"/>
                </a:lnTo>
                <a:lnTo>
                  <a:pt x="9204" y="4591"/>
                </a:lnTo>
                <a:lnTo>
                  <a:pt x="10657" y="5317"/>
                </a:lnTo>
                <a:lnTo>
                  <a:pt x="12128" y="6052"/>
                </a:lnTo>
                <a:lnTo>
                  <a:pt x="13835" y="7322"/>
                </a:lnTo>
                <a:lnTo>
                  <a:pt x="15341" y="8651"/>
                </a:lnTo>
                <a:lnTo>
                  <a:pt x="16699" y="10085"/>
                </a:lnTo>
                <a:lnTo>
                  <a:pt x="17955" y="11661"/>
                </a:lnTo>
                <a:lnTo>
                  <a:pt x="19159" y="13432"/>
                </a:lnTo>
                <a:lnTo>
                  <a:pt x="20358" y="15433"/>
                </a:lnTo>
                <a:lnTo>
                  <a:pt x="21600" y="17709"/>
                </a:lnTo>
                <a:lnTo>
                  <a:pt x="19751" y="19170"/>
                </a:lnTo>
                <a:lnTo>
                  <a:pt x="17998" y="20347"/>
                </a:lnTo>
                <a:lnTo>
                  <a:pt x="16284" y="21179"/>
                </a:lnTo>
                <a:lnTo>
                  <a:pt x="14531" y="21600"/>
                </a:lnTo>
                <a:lnTo>
                  <a:pt x="12677" y="21538"/>
                </a:lnTo>
                <a:lnTo>
                  <a:pt x="10652" y="20927"/>
                </a:lnTo>
                <a:lnTo>
                  <a:pt x="8572" y="19386"/>
                </a:lnTo>
                <a:lnTo>
                  <a:pt x="6820" y="17948"/>
                </a:lnTo>
                <a:lnTo>
                  <a:pt x="5341" y="16447"/>
                </a:lnTo>
                <a:lnTo>
                  <a:pt x="4080" y="14703"/>
                </a:lnTo>
                <a:lnTo>
                  <a:pt x="2978" y="12547"/>
                </a:lnTo>
                <a:lnTo>
                  <a:pt x="1982" y="9802"/>
                </a:lnTo>
                <a:lnTo>
                  <a:pt x="1034" y="6295"/>
                </a:lnTo>
                <a:lnTo>
                  <a:pt x="691" y="4215"/>
                </a:lnTo>
                <a:lnTo>
                  <a:pt x="348" y="2121"/>
                </a:lnTo>
                <a:lnTo>
                  <a:pt x="0" y="0"/>
                </a:lnTo>
                <a:close/>
              </a:path>
            </a:pathLst>
          </a:custGeom>
          <a:solidFill>
            <a:srgbClr val="C8E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1" name="contour_14399"/>
          <p:cNvSpPr/>
          <p:nvPr/>
        </p:nvSpPr>
        <p:spPr>
          <a:xfrm>
            <a:off x="9696115" y="3388916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382" y="1527"/>
                </a:lnTo>
                <a:lnTo>
                  <a:pt x="7164" y="3055"/>
                </a:lnTo>
                <a:lnTo>
                  <a:pt x="8950" y="4585"/>
                </a:lnTo>
                <a:lnTo>
                  <a:pt x="10739" y="6119"/>
                </a:lnTo>
                <a:lnTo>
                  <a:pt x="12532" y="7656"/>
                </a:lnTo>
                <a:lnTo>
                  <a:pt x="14332" y="9199"/>
                </a:lnTo>
                <a:lnTo>
                  <a:pt x="16135" y="10744"/>
                </a:lnTo>
                <a:lnTo>
                  <a:pt x="17950" y="12300"/>
                </a:lnTo>
                <a:lnTo>
                  <a:pt x="19768" y="13858"/>
                </a:lnTo>
                <a:lnTo>
                  <a:pt x="21600" y="15429"/>
                </a:lnTo>
                <a:lnTo>
                  <a:pt x="18065" y="17243"/>
                </a:lnTo>
                <a:lnTo>
                  <a:pt x="15440" y="18567"/>
                </a:lnTo>
                <a:lnTo>
                  <a:pt x="13478" y="19508"/>
                </a:lnTo>
                <a:lnTo>
                  <a:pt x="11927" y="20174"/>
                </a:lnTo>
                <a:lnTo>
                  <a:pt x="10530" y="20671"/>
                </a:lnTo>
                <a:lnTo>
                  <a:pt x="9040" y="21112"/>
                </a:lnTo>
                <a:lnTo>
                  <a:pt x="7200" y="21600"/>
                </a:lnTo>
                <a:lnTo>
                  <a:pt x="4558" y="19986"/>
                </a:lnTo>
                <a:lnTo>
                  <a:pt x="2923" y="18804"/>
                </a:lnTo>
                <a:lnTo>
                  <a:pt x="1631" y="17477"/>
                </a:lnTo>
                <a:lnTo>
                  <a:pt x="0" y="15429"/>
                </a:lnTo>
                <a:lnTo>
                  <a:pt x="2138" y="15429"/>
                </a:lnTo>
                <a:lnTo>
                  <a:pt x="4284" y="15429"/>
                </a:lnTo>
                <a:lnTo>
                  <a:pt x="6437" y="15429"/>
                </a:lnTo>
                <a:lnTo>
                  <a:pt x="8608" y="15429"/>
                </a:lnTo>
                <a:lnTo>
                  <a:pt x="10800" y="15429"/>
                </a:lnTo>
                <a:lnTo>
                  <a:pt x="9907" y="13519"/>
                </a:lnTo>
                <a:lnTo>
                  <a:pt x="9018" y="11608"/>
                </a:lnTo>
                <a:lnTo>
                  <a:pt x="8122" y="9692"/>
                </a:lnTo>
                <a:lnTo>
                  <a:pt x="7225" y="7773"/>
                </a:lnTo>
                <a:lnTo>
                  <a:pt x="6329" y="5844"/>
                </a:lnTo>
                <a:lnTo>
                  <a:pt x="5425" y="3907"/>
                </a:lnTo>
                <a:lnTo>
                  <a:pt x="4514" y="1959"/>
                </a:lnTo>
                <a:lnTo>
                  <a:pt x="3600" y="0"/>
                </a:lnTo>
                <a:close/>
              </a:path>
            </a:pathLst>
          </a:custGeom>
          <a:solidFill>
            <a:srgbClr val="C3D9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2" name="contour_14400"/>
          <p:cNvSpPr/>
          <p:nvPr/>
        </p:nvSpPr>
        <p:spPr>
          <a:xfrm>
            <a:off x="7750222" y="3418068"/>
            <a:ext cx="3057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98" y="0"/>
                </a:moveTo>
                <a:lnTo>
                  <a:pt x="13701" y="0"/>
                </a:lnTo>
                <a:lnTo>
                  <a:pt x="17126" y="0"/>
                </a:lnTo>
                <a:lnTo>
                  <a:pt x="20596" y="0"/>
                </a:lnTo>
                <a:lnTo>
                  <a:pt x="20792" y="2192"/>
                </a:lnTo>
                <a:lnTo>
                  <a:pt x="20962" y="4388"/>
                </a:lnTo>
                <a:lnTo>
                  <a:pt x="21111" y="6581"/>
                </a:lnTo>
                <a:lnTo>
                  <a:pt x="21240" y="8777"/>
                </a:lnTo>
                <a:lnTo>
                  <a:pt x="21420" y="11225"/>
                </a:lnTo>
                <a:lnTo>
                  <a:pt x="21600" y="13712"/>
                </a:lnTo>
                <a:lnTo>
                  <a:pt x="21101" y="15840"/>
                </a:lnTo>
                <a:lnTo>
                  <a:pt x="20596" y="18000"/>
                </a:lnTo>
                <a:lnTo>
                  <a:pt x="17517" y="19393"/>
                </a:lnTo>
                <a:lnTo>
                  <a:pt x="15416" y="20232"/>
                </a:lnTo>
                <a:lnTo>
                  <a:pt x="13331" y="20855"/>
                </a:lnTo>
                <a:lnTo>
                  <a:pt x="10298" y="21600"/>
                </a:lnTo>
                <a:lnTo>
                  <a:pt x="10298" y="19220"/>
                </a:lnTo>
                <a:lnTo>
                  <a:pt x="10298" y="16826"/>
                </a:lnTo>
                <a:lnTo>
                  <a:pt x="10298" y="14400"/>
                </a:lnTo>
                <a:lnTo>
                  <a:pt x="6894" y="14400"/>
                </a:lnTo>
                <a:lnTo>
                  <a:pt x="3470" y="14400"/>
                </a:lnTo>
                <a:lnTo>
                  <a:pt x="0" y="14400"/>
                </a:lnTo>
                <a:lnTo>
                  <a:pt x="1684" y="10555"/>
                </a:lnTo>
                <a:lnTo>
                  <a:pt x="2997" y="7729"/>
                </a:lnTo>
                <a:lnTo>
                  <a:pt x="4119" y="5663"/>
                </a:lnTo>
                <a:lnTo>
                  <a:pt x="5231" y="4108"/>
                </a:lnTo>
                <a:lnTo>
                  <a:pt x="6513" y="2815"/>
                </a:lnTo>
                <a:lnTo>
                  <a:pt x="8141" y="1530"/>
                </a:lnTo>
                <a:lnTo>
                  <a:pt x="10298" y="0"/>
                </a:lnTo>
                <a:close/>
              </a:path>
            </a:pathLst>
          </a:custGeom>
          <a:solidFill>
            <a:srgbClr val="EA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3" name="contour_14401"/>
          <p:cNvSpPr/>
          <p:nvPr/>
        </p:nvSpPr>
        <p:spPr>
          <a:xfrm>
            <a:off x="5913648" y="3388916"/>
            <a:ext cx="4209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98" y="0"/>
                </a:moveTo>
                <a:lnTo>
                  <a:pt x="20074" y="2676"/>
                </a:lnTo>
                <a:lnTo>
                  <a:pt x="21005" y="4666"/>
                </a:lnTo>
                <a:lnTo>
                  <a:pt x="21510" y="6161"/>
                </a:lnTo>
                <a:lnTo>
                  <a:pt x="21600" y="7351"/>
                </a:lnTo>
                <a:lnTo>
                  <a:pt x="21293" y="8436"/>
                </a:lnTo>
                <a:lnTo>
                  <a:pt x="20598" y="9605"/>
                </a:lnTo>
                <a:lnTo>
                  <a:pt x="19532" y="11052"/>
                </a:lnTo>
                <a:lnTo>
                  <a:pt x="18100" y="12307"/>
                </a:lnTo>
                <a:lnTo>
                  <a:pt x="16652" y="13572"/>
                </a:lnTo>
                <a:lnTo>
                  <a:pt x="15190" y="14851"/>
                </a:lnTo>
                <a:lnTo>
                  <a:pt x="13769" y="16123"/>
                </a:lnTo>
                <a:lnTo>
                  <a:pt x="12333" y="17405"/>
                </a:lnTo>
                <a:lnTo>
                  <a:pt x="10882" y="18703"/>
                </a:lnTo>
                <a:lnTo>
                  <a:pt x="9757" y="19661"/>
                </a:lnTo>
                <a:lnTo>
                  <a:pt x="8627" y="20623"/>
                </a:lnTo>
                <a:lnTo>
                  <a:pt x="7479" y="21600"/>
                </a:lnTo>
                <a:lnTo>
                  <a:pt x="5628" y="21005"/>
                </a:lnTo>
                <a:lnTo>
                  <a:pt x="3770" y="20410"/>
                </a:lnTo>
                <a:lnTo>
                  <a:pt x="1896" y="19807"/>
                </a:lnTo>
                <a:lnTo>
                  <a:pt x="0" y="19200"/>
                </a:lnTo>
                <a:lnTo>
                  <a:pt x="1324" y="17842"/>
                </a:lnTo>
                <a:lnTo>
                  <a:pt x="2644" y="16483"/>
                </a:lnTo>
                <a:lnTo>
                  <a:pt x="3968" y="15125"/>
                </a:lnTo>
                <a:lnTo>
                  <a:pt x="5292" y="13764"/>
                </a:lnTo>
                <a:lnTo>
                  <a:pt x="6619" y="12403"/>
                </a:lnTo>
                <a:lnTo>
                  <a:pt x="7947" y="11038"/>
                </a:lnTo>
                <a:lnTo>
                  <a:pt x="9278" y="9672"/>
                </a:lnTo>
                <a:lnTo>
                  <a:pt x="10613" y="8302"/>
                </a:lnTo>
                <a:lnTo>
                  <a:pt x="11948" y="6929"/>
                </a:lnTo>
                <a:lnTo>
                  <a:pt x="13291" y="5554"/>
                </a:lnTo>
                <a:lnTo>
                  <a:pt x="14637" y="4171"/>
                </a:lnTo>
                <a:lnTo>
                  <a:pt x="15983" y="2786"/>
                </a:lnTo>
                <a:lnTo>
                  <a:pt x="17337" y="1397"/>
                </a:lnTo>
                <a:lnTo>
                  <a:pt x="18698" y="0"/>
                </a:lnTo>
                <a:close/>
              </a:path>
            </a:pathLst>
          </a:custGeom>
          <a:solidFill>
            <a:srgbClr val="E7E7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4" name="contour_14402"/>
          <p:cNvSpPr/>
          <p:nvPr/>
        </p:nvSpPr>
        <p:spPr>
          <a:xfrm>
            <a:off x="5549248" y="341078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46"/>
                </a:lnTo>
                <a:lnTo>
                  <a:pt x="2341" y="670"/>
                </a:lnTo>
                <a:lnTo>
                  <a:pt x="3646" y="1040"/>
                </a:lnTo>
                <a:lnTo>
                  <a:pt x="5374" y="1537"/>
                </a:lnTo>
                <a:lnTo>
                  <a:pt x="7780" y="2222"/>
                </a:lnTo>
                <a:lnTo>
                  <a:pt x="11115" y="3175"/>
                </a:lnTo>
                <a:lnTo>
                  <a:pt x="15638" y="4468"/>
                </a:lnTo>
                <a:lnTo>
                  <a:pt x="21600" y="6171"/>
                </a:lnTo>
                <a:lnTo>
                  <a:pt x="19505" y="10155"/>
                </a:lnTo>
                <a:lnTo>
                  <a:pt x="17906" y="13191"/>
                </a:lnTo>
                <a:lnTo>
                  <a:pt x="16692" y="15459"/>
                </a:lnTo>
                <a:lnTo>
                  <a:pt x="15772" y="17141"/>
                </a:lnTo>
                <a:lnTo>
                  <a:pt x="15042" y="18412"/>
                </a:lnTo>
                <a:lnTo>
                  <a:pt x="14394" y="19462"/>
                </a:lnTo>
                <a:lnTo>
                  <a:pt x="13733" y="20461"/>
                </a:lnTo>
                <a:lnTo>
                  <a:pt x="12960" y="21600"/>
                </a:lnTo>
                <a:lnTo>
                  <a:pt x="10817" y="21600"/>
                </a:lnTo>
                <a:lnTo>
                  <a:pt x="8640" y="21600"/>
                </a:lnTo>
                <a:lnTo>
                  <a:pt x="7780" y="19804"/>
                </a:lnTo>
                <a:lnTo>
                  <a:pt x="6964" y="18014"/>
                </a:lnTo>
                <a:lnTo>
                  <a:pt x="6186" y="16231"/>
                </a:lnTo>
                <a:lnTo>
                  <a:pt x="5448" y="14438"/>
                </a:lnTo>
                <a:lnTo>
                  <a:pt x="4735" y="12630"/>
                </a:lnTo>
                <a:lnTo>
                  <a:pt x="4052" y="10800"/>
                </a:lnTo>
                <a:lnTo>
                  <a:pt x="3754" y="10022"/>
                </a:lnTo>
                <a:lnTo>
                  <a:pt x="2860" y="7677"/>
                </a:lnTo>
                <a:lnTo>
                  <a:pt x="2134" y="5761"/>
                </a:lnTo>
                <a:lnTo>
                  <a:pt x="1417" y="3842"/>
                </a:lnTo>
                <a:lnTo>
                  <a:pt x="708" y="1919"/>
                </a:lnTo>
                <a:lnTo>
                  <a:pt x="0" y="0"/>
                </a:lnTo>
                <a:close/>
              </a:path>
            </a:pathLst>
          </a:custGeom>
          <a:solidFill>
            <a:srgbClr val="A3B6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5" name="contour_14403"/>
          <p:cNvSpPr/>
          <p:nvPr/>
        </p:nvSpPr>
        <p:spPr>
          <a:xfrm>
            <a:off x="3616830" y="3396204"/>
            <a:ext cx="375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3" y="0"/>
                </a:moveTo>
                <a:lnTo>
                  <a:pt x="3313" y="1074"/>
                </a:lnTo>
                <a:lnTo>
                  <a:pt x="5292" y="1898"/>
                </a:lnTo>
                <a:lnTo>
                  <a:pt x="6923" y="2651"/>
                </a:lnTo>
                <a:lnTo>
                  <a:pt x="8554" y="3499"/>
                </a:lnTo>
                <a:lnTo>
                  <a:pt x="10534" y="4616"/>
                </a:lnTo>
                <a:lnTo>
                  <a:pt x="13213" y="6171"/>
                </a:lnTo>
                <a:lnTo>
                  <a:pt x="13339" y="8560"/>
                </a:lnTo>
                <a:lnTo>
                  <a:pt x="13402" y="10235"/>
                </a:lnTo>
                <a:lnTo>
                  <a:pt x="13402" y="11642"/>
                </a:lnTo>
                <a:lnTo>
                  <a:pt x="13339" y="13225"/>
                </a:lnTo>
                <a:lnTo>
                  <a:pt x="13213" y="15429"/>
                </a:lnTo>
                <a:lnTo>
                  <a:pt x="15704" y="16672"/>
                </a:lnTo>
                <a:lnTo>
                  <a:pt x="17407" y="17407"/>
                </a:lnTo>
                <a:lnTo>
                  <a:pt x="19109" y="17925"/>
                </a:lnTo>
                <a:lnTo>
                  <a:pt x="21600" y="18514"/>
                </a:lnTo>
                <a:lnTo>
                  <a:pt x="19554" y="19758"/>
                </a:lnTo>
                <a:lnTo>
                  <a:pt x="17998" y="20492"/>
                </a:lnTo>
                <a:lnTo>
                  <a:pt x="16149" y="21011"/>
                </a:lnTo>
                <a:lnTo>
                  <a:pt x="13213" y="21600"/>
                </a:lnTo>
                <a:lnTo>
                  <a:pt x="10588" y="20375"/>
                </a:lnTo>
                <a:lnTo>
                  <a:pt x="8232" y="19042"/>
                </a:lnTo>
                <a:lnTo>
                  <a:pt x="6097" y="17589"/>
                </a:lnTo>
                <a:lnTo>
                  <a:pt x="4151" y="15993"/>
                </a:lnTo>
                <a:lnTo>
                  <a:pt x="2344" y="14250"/>
                </a:lnTo>
                <a:lnTo>
                  <a:pt x="633" y="12343"/>
                </a:lnTo>
                <a:lnTo>
                  <a:pt x="222" y="10208"/>
                </a:lnTo>
                <a:lnTo>
                  <a:pt x="25" y="8183"/>
                </a:lnTo>
                <a:lnTo>
                  <a:pt x="0" y="6212"/>
                </a:lnTo>
                <a:lnTo>
                  <a:pt x="117" y="4231"/>
                </a:lnTo>
                <a:lnTo>
                  <a:pt x="340" y="2182"/>
                </a:lnTo>
                <a:lnTo>
                  <a:pt x="633" y="0"/>
                </a:lnTo>
                <a:close/>
              </a:path>
            </a:pathLst>
          </a:custGeom>
          <a:solidFill>
            <a:srgbClr val="9C9E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6" name="contour_14404"/>
          <p:cNvSpPr/>
          <p:nvPr/>
        </p:nvSpPr>
        <p:spPr>
          <a:xfrm>
            <a:off x="5024513" y="3402231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21600" y="5221"/>
                </a:lnTo>
                <a:lnTo>
                  <a:pt x="21600" y="9279"/>
                </a:lnTo>
                <a:lnTo>
                  <a:pt x="21600" y="13349"/>
                </a:lnTo>
                <a:lnTo>
                  <a:pt x="21600" y="1745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BECC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7" name="contour_14405"/>
          <p:cNvSpPr/>
          <p:nvPr/>
        </p:nvSpPr>
        <p:spPr>
          <a:xfrm>
            <a:off x="6831024" y="3367052"/>
            <a:ext cx="44639" cy="36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1" y="0"/>
                </a:moveTo>
                <a:lnTo>
                  <a:pt x="2655" y="1262"/>
                </a:lnTo>
                <a:lnTo>
                  <a:pt x="4807" y="2519"/>
                </a:lnTo>
                <a:lnTo>
                  <a:pt x="6894" y="3794"/>
                </a:lnTo>
                <a:lnTo>
                  <a:pt x="8922" y="5112"/>
                </a:lnTo>
                <a:lnTo>
                  <a:pt x="10893" y="6500"/>
                </a:lnTo>
                <a:lnTo>
                  <a:pt x="12805" y="7971"/>
                </a:lnTo>
                <a:lnTo>
                  <a:pt x="14667" y="9556"/>
                </a:lnTo>
                <a:lnTo>
                  <a:pt x="16472" y="11276"/>
                </a:lnTo>
                <a:lnTo>
                  <a:pt x="18229" y="13149"/>
                </a:lnTo>
                <a:lnTo>
                  <a:pt x="19939" y="15205"/>
                </a:lnTo>
                <a:lnTo>
                  <a:pt x="21600" y="17462"/>
                </a:lnTo>
                <a:lnTo>
                  <a:pt x="17449" y="18998"/>
                </a:lnTo>
                <a:lnTo>
                  <a:pt x="14258" y="20138"/>
                </a:lnTo>
                <a:lnTo>
                  <a:pt x="11807" y="20923"/>
                </a:lnTo>
                <a:lnTo>
                  <a:pt x="9881" y="21399"/>
                </a:lnTo>
                <a:lnTo>
                  <a:pt x="8263" y="21600"/>
                </a:lnTo>
                <a:lnTo>
                  <a:pt x="6736" y="21578"/>
                </a:lnTo>
                <a:lnTo>
                  <a:pt x="5082" y="21364"/>
                </a:lnTo>
                <a:lnTo>
                  <a:pt x="3086" y="21006"/>
                </a:lnTo>
                <a:lnTo>
                  <a:pt x="1481" y="18553"/>
                </a:lnTo>
                <a:lnTo>
                  <a:pt x="561" y="16379"/>
                </a:lnTo>
                <a:lnTo>
                  <a:pt x="138" y="14174"/>
                </a:lnTo>
                <a:lnTo>
                  <a:pt x="14" y="11638"/>
                </a:lnTo>
                <a:lnTo>
                  <a:pt x="0" y="8460"/>
                </a:lnTo>
                <a:lnTo>
                  <a:pt x="67" y="7216"/>
                </a:lnTo>
                <a:lnTo>
                  <a:pt x="180" y="5020"/>
                </a:lnTo>
                <a:lnTo>
                  <a:pt x="441" y="0"/>
                </a:lnTo>
                <a:close/>
              </a:path>
            </a:pathLst>
          </a:custGeom>
          <a:solidFill>
            <a:srgbClr val="8B97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8" name="contour_14406"/>
          <p:cNvSpPr/>
          <p:nvPr/>
        </p:nvSpPr>
        <p:spPr>
          <a:xfrm>
            <a:off x="7218198" y="3358343"/>
            <a:ext cx="58304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18"/>
                </a:moveTo>
                <a:lnTo>
                  <a:pt x="1553" y="1109"/>
                </a:lnTo>
                <a:lnTo>
                  <a:pt x="3105" y="926"/>
                </a:lnTo>
                <a:lnTo>
                  <a:pt x="4658" y="757"/>
                </a:lnTo>
                <a:lnTo>
                  <a:pt x="6210" y="608"/>
                </a:lnTo>
                <a:lnTo>
                  <a:pt x="7762" y="473"/>
                </a:lnTo>
                <a:lnTo>
                  <a:pt x="9204" y="318"/>
                </a:lnTo>
                <a:lnTo>
                  <a:pt x="10657" y="162"/>
                </a:lnTo>
                <a:lnTo>
                  <a:pt x="12128" y="0"/>
                </a:lnTo>
                <a:lnTo>
                  <a:pt x="13870" y="615"/>
                </a:lnTo>
                <a:lnTo>
                  <a:pt x="15193" y="1426"/>
                </a:lnTo>
                <a:lnTo>
                  <a:pt x="16367" y="2846"/>
                </a:lnTo>
                <a:lnTo>
                  <a:pt x="17650" y="5273"/>
                </a:lnTo>
                <a:lnTo>
                  <a:pt x="19305" y="9140"/>
                </a:lnTo>
                <a:lnTo>
                  <a:pt x="21600" y="14839"/>
                </a:lnTo>
                <a:lnTo>
                  <a:pt x="19818" y="15401"/>
                </a:lnTo>
                <a:lnTo>
                  <a:pt x="18036" y="15955"/>
                </a:lnTo>
                <a:lnTo>
                  <a:pt x="16251" y="16516"/>
                </a:lnTo>
                <a:lnTo>
                  <a:pt x="14464" y="17070"/>
                </a:lnTo>
                <a:lnTo>
                  <a:pt x="12674" y="17632"/>
                </a:lnTo>
                <a:lnTo>
                  <a:pt x="10881" y="18193"/>
                </a:lnTo>
                <a:lnTo>
                  <a:pt x="9083" y="18754"/>
                </a:lnTo>
                <a:lnTo>
                  <a:pt x="7279" y="19322"/>
                </a:lnTo>
                <a:lnTo>
                  <a:pt x="5470" y="19890"/>
                </a:lnTo>
                <a:lnTo>
                  <a:pt x="3656" y="20457"/>
                </a:lnTo>
                <a:lnTo>
                  <a:pt x="1831" y="21025"/>
                </a:lnTo>
                <a:lnTo>
                  <a:pt x="0" y="21600"/>
                </a:lnTo>
                <a:lnTo>
                  <a:pt x="0" y="17584"/>
                </a:lnTo>
                <a:lnTo>
                  <a:pt x="0" y="13555"/>
                </a:lnTo>
                <a:lnTo>
                  <a:pt x="0" y="9512"/>
                </a:lnTo>
                <a:lnTo>
                  <a:pt x="0" y="5435"/>
                </a:lnTo>
                <a:lnTo>
                  <a:pt x="0" y="1318"/>
                </a:lnTo>
                <a:close/>
              </a:path>
            </a:pathLst>
          </a:custGeom>
          <a:solidFill>
            <a:srgbClr val="BACD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09" name="contour_14407"/>
          <p:cNvSpPr/>
          <p:nvPr/>
        </p:nvSpPr>
        <p:spPr>
          <a:xfrm>
            <a:off x="6801413" y="3345188"/>
            <a:ext cx="3052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0" y="0"/>
                </a:moveTo>
                <a:lnTo>
                  <a:pt x="4203" y="752"/>
                </a:lnTo>
                <a:lnTo>
                  <a:pt x="7334" y="1544"/>
                </a:lnTo>
                <a:lnTo>
                  <a:pt x="10372" y="2401"/>
                </a:lnTo>
                <a:lnTo>
                  <a:pt x="13312" y="3362"/>
                </a:lnTo>
                <a:lnTo>
                  <a:pt x="16164" y="4457"/>
                </a:lnTo>
                <a:lnTo>
                  <a:pt x="18923" y="5728"/>
                </a:lnTo>
                <a:lnTo>
                  <a:pt x="21600" y="7200"/>
                </a:lnTo>
                <a:lnTo>
                  <a:pt x="21543" y="9778"/>
                </a:lnTo>
                <a:lnTo>
                  <a:pt x="21089" y="12226"/>
                </a:lnTo>
                <a:lnTo>
                  <a:pt x="20295" y="14591"/>
                </a:lnTo>
                <a:lnTo>
                  <a:pt x="19217" y="16909"/>
                </a:lnTo>
                <a:lnTo>
                  <a:pt x="17917" y="19231"/>
                </a:lnTo>
                <a:lnTo>
                  <a:pt x="16442" y="21600"/>
                </a:lnTo>
                <a:lnTo>
                  <a:pt x="11409" y="18515"/>
                </a:lnTo>
                <a:lnTo>
                  <a:pt x="7618" y="16103"/>
                </a:lnTo>
                <a:lnTo>
                  <a:pt x="4864" y="14166"/>
                </a:lnTo>
                <a:lnTo>
                  <a:pt x="2960" y="12510"/>
                </a:lnTo>
                <a:lnTo>
                  <a:pt x="1717" y="10937"/>
                </a:lnTo>
                <a:lnTo>
                  <a:pt x="934" y="9245"/>
                </a:lnTo>
                <a:lnTo>
                  <a:pt x="428" y="7240"/>
                </a:lnTo>
                <a:lnTo>
                  <a:pt x="0" y="4723"/>
                </a:lnTo>
                <a:lnTo>
                  <a:pt x="480" y="2380"/>
                </a:lnTo>
                <a:lnTo>
                  <a:pt x="970" y="0"/>
                </a:lnTo>
                <a:close/>
              </a:path>
            </a:pathLst>
          </a:custGeom>
          <a:solidFill>
            <a:srgbClr val="9BAE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0" name="contour_14408"/>
          <p:cNvSpPr/>
          <p:nvPr/>
        </p:nvSpPr>
        <p:spPr>
          <a:xfrm>
            <a:off x="8041741" y="3358124"/>
            <a:ext cx="31076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66" y="930"/>
                </a:moveTo>
                <a:lnTo>
                  <a:pt x="8986" y="310"/>
                </a:lnTo>
                <a:lnTo>
                  <a:pt x="11737" y="0"/>
                </a:lnTo>
                <a:lnTo>
                  <a:pt x="14047" y="0"/>
                </a:lnTo>
                <a:lnTo>
                  <a:pt x="16646" y="310"/>
                </a:lnTo>
                <a:lnTo>
                  <a:pt x="20263" y="930"/>
                </a:lnTo>
                <a:lnTo>
                  <a:pt x="21007" y="5709"/>
                </a:lnTo>
                <a:lnTo>
                  <a:pt x="21453" y="9070"/>
                </a:lnTo>
                <a:lnTo>
                  <a:pt x="21600" y="11464"/>
                </a:lnTo>
                <a:lnTo>
                  <a:pt x="21453" y="13357"/>
                </a:lnTo>
                <a:lnTo>
                  <a:pt x="21007" y="15205"/>
                </a:lnTo>
                <a:lnTo>
                  <a:pt x="20263" y="17466"/>
                </a:lnTo>
                <a:lnTo>
                  <a:pt x="17016" y="18743"/>
                </a:lnTo>
                <a:lnTo>
                  <a:pt x="13753" y="19711"/>
                </a:lnTo>
                <a:lnTo>
                  <a:pt x="10440" y="20422"/>
                </a:lnTo>
                <a:lnTo>
                  <a:pt x="7056" y="20934"/>
                </a:lnTo>
                <a:lnTo>
                  <a:pt x="3586" y="21311"/>
                </a:lnTo>
                <a:lnTo>
                  <a:pt x="0" y="21600"/>
                </a:lnTo>
                <a:lnTo>
                  <a:pt x="350" y="18942"/>
                </a:lnTo>
                <a:lnTo>
                  <a:pt x="735" y="16309"/>
                </a:lnTo>
                <a:lnTo>
                  <a:pt x="1175" y="13700"/>
                </a:lnTo>
                <a:lnTo>
                  <a:pt x="1702" y="11112"/>
                </a:lnTo>
                <a:lnTo>
                  <a:pt x="2330" y="8545"/>
                </a:lnTo>
                <a:lnTo>
                  <a:pt x="3085" y="5994"/>
                </a:lnTo>
                <a:lnTo>
                  <a:pt x="3987" y="3456"/>
                </a:lnTo>
                <a:lnTo>
                  <a:pt x="5066" y="930"/>
                </a:lnTo>
                <a:close/>
              </a:path>
            </a:pathLst>
          </a:custGeom>
          <a:solidFill>
            <a:srgbClr val="C0A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1" name="contour_14409"/>
          <p:cNvSpPr/>
          <p:nvPr/>
        </p:nvSpPr>
        <p:spPr>
          <a:xfrm>
            <a:off x="5184849" y="332332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68" y="1107"/>
                </a:lnTo>
                <a:lnTo>
                  <a:pt x="6653" y="2074"/>
                </a:lnTo>
                <a:lnTo>
                  <a:pt x="9086" y="2986"/>
                </a:lnTo>
                <a:lnTo>
                  <a:pt x="11102" y="3953"/>
                </a:lnTo>
                <a:lnTo>
                  <a:pt x="12823" y="5065"/>
                </a:lnTo>
                <a:lnTo>
                  <a:pt x="14386" y="6415"/>
                </a:lnTo>
                <a:lnTo>
                  <a:pt x="15912" y="8111"/>
                </a:lnTo>
                <a:lnTo>
                  <a:pt x="17539" y="10238"/>
                </a:lnTo>
                <a:lnTo>
                  <a:pt x="19390" y="12901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9B8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2" name="contour_14410"/>
          <p:cNvSpPr/>
          <p:nvPr/>
        </p:nvSpPr>
        <p:spPr>
          <a:xfrm>
            <a:off x="1424245" y="3308748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688"/>
                </a:lnTo>
                <a:lnTo>
                  <a:pt x="7133" y="1376"/>
                </a:lnTo>
                <a:lnTo>
                  <a:pt x="10719" y="2068"/>
                </a:lnTo>
                <a:lnTo>
                  <a:pt x="14321" y="2765"/>
                </a:lnTo>
                <a:lnTo>
                  <a:pt x="17944" y="3465"/>
                </a:lnTo>
                <a:lnTo>
                  <a:pt x="21600" y="4170"/>
                </a:lnTo>
                <a:lnTo>
                  <a:pt x="20585" y="9145"/>
                </a:lnTo>
                <a:lnTo>
                  <a:pt x="19818" y="12622"/>
                </a:lnTo>
                <a:lnTo>
                  <a:pt x="19143" y="15070"/>
                </a:lnTo>
                <a:lnTo>
                  <a:pt x="18414" y="16951"/>
                </a:lnTo>
                <a:lnTo>
                  <a:pt x="17485" y="18719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0" y="17901"/>
                </a:lnTo>
                <a:lnTo>
                  <a:pt x="0" y="14949"/>
                </a:lnTo>
                <a:lnTo>
                  <a:pt x="0" y="11988"/>
                </a:lnTo>
                <a:lnTo>
                  <a:pt x="0" y="9015"/>
                </a:lnTo>
                <a:lnTo>
                  <a:pt x="0" y="6030"/>
                </a:lnTo>
                <a:lnTo>
                  <a:pt x="0" y="3027"/>
                </a:lnTo>
                <a:lnTo>
                  <a:pt x="0" y="0"/>
                </a:lnTo>
                <a:close/>
              </a:path>
            </a:pathLst>
          </a:custGeom>
          <a:solidFill>
            <a:srgbClr val="ED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3" name="contour_14411"/>
          <p:cNvSpPr/>
          <p:nvPr/>
        </p:nvSpPr>
        <p:spPr>
          <a:xfrm>
            <a:off x="6533127" y="3316036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870" y="1925"/>
                </a:lnTo>
                <a:lnTo>
                  <a:pt x="19889" y="3370"/>
                </a:lnTo>
                <a:lnTo>
                  <a:pt x="20546" y="4777"/>
                </a:lnTo>
                <a:lnTo>
                  <a:pt x="21047" y="6591"/>
                </a:lnTo>
                <a:lnTo>
                  <a:pt x="21600" y="9257"/>
                </a:lnTo>
                <a:lnTo>
                  <a:pt x="19678" y="10988"/>
                </a:lnTo>
                <a:lnTo>
                  <a:pt x="17677" y="12645"/>
                </a:lnTo>
                <a:lnTo>
                  <a:pt x="15600" y="14234"/>
                </a:lnTo>
                <a:lnTo>
                  <a:pt x="13452" y="15771"/>
                </a:lnTo>
                <a:lnTo>
                  <a:pt x="11245" y="17265"/>
                </a:lnTo>
                <a:lnTo>
                  <a:pt x="8986" y="18724"/>
                </a:lnTo>
                <a:lnTo>
                  <a:pt x="6674" y="20168"/>
                </a:lnTo>
                <a:lnTo>
                  <a:pt x="4320" y="21600"/>
                </a:lnTo>
                <a:lnTo>
                  <a:pt x="2730" y="19675"/>
                </a:lnTo>
                <a:lnTo>
                  <a:pt x="1711" y="18230"/>
                </a:lnTo>
                <a:lnTo>
                  <a:pt x="1054" y="16823"/>
                </a:lnTo>
                <a:lnTo>
                  <a:pt x="553" y="15009"/>
                </a:lnTo>
                <a:lnTo>
                  <a:pt x="0" y="12343"/>
                </a:lnTo>
                <a:lnTo>
                  <a:pt x="1922" y="10612"/>
                </a:lnTo>
                <a:lnTo>
                  <a:pt x="3923" y="8955"/>
                </a:lnTo>
                <a:lnTo>
                  <a:pt x="6000" y="7366"/>
                </a:lnTo>
                <a:lnTo>
                  <a:pt x="8148" y="5829"/>
                </a:lnTo>
                <a:lnTo>
                  <a:pt x="10355" y="4335"/>
                </a:lnTo>
                <a:lnTo>
                  <a:pt x="12614" y="2876"/>
                </a:lnTo>
                <a:lnTo>
                  <a:pt x="14926" y="1432"/>
                </a:lnTo>
                <a:lnTo>
                  <a:pt x="17280" y="0"/>
                </a:lnTo>
                <a:close/>
              </a:path>
            </a:pathLst>
          </a:custGeom>
          <a:solidFill>
            <a:srgbClr val="EE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4" name="contour_14412"/>
          <p:cNvSpPr/>
          <p:nvPr/>
        </p:nvSpPr>
        <p:spPr>
          <a:xfrm>
            <a:off x="5629416" y="328688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457"/>
                </a:lnTo>
                <a:lnTo>
                  <a:pt x="2684" y="896"/>
                </a:lnTo>
                <a:lnTo>
                  <a:pt x="4320" y="1440"/>
                </a:lnTo>
                <a:lnTo>
                  <a:pt x="6647" y="2218"/>
                </a:lnTo>
                <a:lnTo>
                  <a:pt x="10055" y="3352"/>
                </a:lnTo>
                <a:lnTo>
                  <a:pt x="14909" y="4972"/>
                </a:lnTo>
                <a:lnTo>
                  <a:pt x="21600" y="7200"/>
                </a:lnTo>
                <a:lnTo>
                  <a:pt x="18857" y="11376"/>
                </a:lnTo>
                <a:lnTo>
                  <a:pt x="16826" y="14425"/>
                </a:lnTo>
                <a:lnTo>
                  <a:pt x="15325" y="16600"/>
                </a:lnTo>
                <a:lnTo>
                  <a:pt x="14159" y="18151"/>
                </a:lnTo>
                <a:lnTo>
                  <a:pt x="13144" y="19336"/>
                </a:lnTo>
                <a:lnTo>
                  <a:pt x="12085" y="20401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4C3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5" name="contour_14413"/>
          <p:cNvSpPr/>
          <p:nvPr/>
        </p:nvSpPr>
        <p:spPr>
          <a:xfrm>
            <a:off x="3734538" y="3272308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56" y="1728"/>
                </a:lnTo>
                <a:lnTo>
                  <a:pt x="1118" y="3470"/>
                </a:lnTo>
                <a:lnTo>
                  <a:pt x="1685" y="5233"/>
                </a:lnTo>
                <a:lnTo>
                  <a:pt x="2549" y="6998"/>
                </a:lnTo>
                <a:lnTo>
                  <a:pt x="3224" y="8165"/>
                </a:lnTo>
                <a:lnTo>
                  <a:pt x="4061" y="9258"/>
                </a:lnTo>
                <a:lnTo>
                  <a:pt x="5400" y="10800"/>
                </a:lnTo>
                <a:lnTo>
                  <a:pt x="9580" y="11794"/>
                </a:lnTo>
                <a:lnTo>
                  <a:pt x="12512" y="12431"/>
                </a:lnTo>
                <a:lnTo>
                  <a:pt x="14974" y="12841"/>
                </a:lnTo>
                <a:lnTo>
                  <a:pt x="17744" y="13154"/>
                </a:lnTo>
                <a:lnTo>
                  <a:pt x="21600" y="13500"/>
                </a:lnTo>
                <a:lnTo>
                  <a:pt x="19580" y="15225"/>
                </a:lnTo>
                <a:lnTo>
                  <a:pt x="18052" y="16500"/>
                </a:lnTo>
                <a:lnTo>
                  <a:pt x="16708" y="17550"/>
                </a:lnTo>
                <a:lnTo>
                  <a:pt x="15250" y="18600"/>
                </a:lnTo>
                <a:lnTo>
                  <a:pt x="13381" y="19875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6877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6" name="contour_14414"/>
          <p:cNvSpPr/>
          <p:nvPr/>
        </p:nvSpPr>
        <p:spPr>
          <a:xfrm>
            <a:off x="8777828" y="3250444"/>
            <a:ext cx="21864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1337"/>
                </a:lnTo>
                <a:lnTo>
                  <a:pt x="21600" y="2673"/>
                </a:lnTo>
                <a:lnTo>
                  <a:pt x="21600" y="4012"/>
                </a:lnTo>
                <a:lnTo>
                  <a:pt x="21600" y="5349"/>
                </a:lnTo>
                <a:lnTo>
                  <a:pt x="21600" y="6688"/>
                </a:lnTo>
                <a:lnTo>
                  <a:pt x="21600" y="8031"/>
                </a:lnTo>
                <a:lnTo>
                  <a:pt x="21600" y="9374"/>
                </a:lnTo>
                <a:lnTo>
                  <a:pt x="21600" y="10719"/>
                </a:lnTo>
                <a:lnTo>
                  <a:pt x="21600" y="12067"/>
                </a:lnTo>
                <a:lnTo>
                  <a:pt x="21600" y="13418"/>
                </a:lnTo>
                <a:lnTo>
                  <a:pt x="21600" y="14772"/>
                </a:lnTo>
                <a:lnTo>
                  <a:pt x="21600" y="16129"/>
                </a:lnTo>
                <a:lnTo>
                  <a:pt x="21600" y="17490"/>
                </a:lnTo>
                <a:lnTo>
                  <a:pt x="21600" y="18855"/>
                </a:lnTo>
                <a:lnTo>
                  <a:pt x="21600" y="20225"/>
                </a:lnTo>
                <a:lnTo>
                  <a:pt x="21600" y="21600"/>
                </a:lnTo>
                <a:lnTo>
                  <a:pt x="18029" y="21600"/>
                </a:lnTo>
                <a:lnTo>
                  <a:pt x="14400" y="21600"/>
                </a:lnTo>
                <a:lnTo>
                  <a:pt x="14400" y="20239"/>
                </a:lnTo>
                <a:lnTo>
                  <a:pt x="14400" y="18876"/>
                </a:lnTo>
                <a:lnTo>
                  <a:pt x="14400" y="17514"/>
                </a:lnTo>
                <a:lnTo>
                  <a:pt x="14400" y="16149"/>
                </a:lnTo>
                <a:lnTo>
                  <a:pt x="14400" y="14778"/>
                </a:lnTo>
                <a:lnTo>
                  <a:pt x="14400" y="13406"/>
                </a:lnTo>
                <a:lnTo>
                  <a:pt x="14400" y="12027"/>
                </a:lnTo>
                <a:lnTo>
                  <a:pt x="14400" y="10643"/>
                </a:lnTo>
                <a:lnTo>
                  <a:pt x="14400" y="9253"/>
                </a:lnTo>
                <a:lnTo>
                  <a:pt x="14400" y="7855"/>
                </a:lnTo>
                <a:lnTo>
                  <a:pt x="9641" y="7855"/>
                </a:lnTo>
                <a:lnTo>
                  <a:pt x="4853" y="7855"/>
                </a:lnTo>
                <a:lnTo>
                  <a:pt x="0" y="7855"/>
                </a:lnTo>
                <a:lnTo>
                  <a:pt x="1670" y="6871"/>
                </a:lnTo>
                <a:lnTo>
                  <a:pt x="3355" y="5887"/>
                </a:lnTo>
                <a:lnTo>
                  <a:pt x="5047" y="4907"/>
                </a:lnTo>
                <a:lnTo>
                  <a:pt x="6754" y="3927"/>
                </a:lnTo>
                <a:lnTo>
                  <a:pt x="8640" y="2832"/>
                </a:lnTo>
                <a:lnTo>
                  <a:pt x="10548" y="1718"/>
                </a:lnTo>
                <a:lnTo>
                  <a:pt x="12456" y="866"/>
                </a:lnTo>
                <a:lnTo>
                  <a:pt x="14400" y="0"/>
                </a:lnTo>
                <a:close/>
              </a:path>
            </a:pathLst>
          </a:custGeom>
          <a:solidFill>
            <a:srgbClr val="D3DE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7" name="contour_14415"/>
          <p:cNvSpPr/>
          <p:nvPr/>
        </p:nvSpPr>
        <p:spPr>
          <a:xfrm>
            <a:off x="8493597" y="3243156"/>
            <a:ext cx="58304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09" y="968"/>
                </a:lnTo>
                <a:lnTo>
                  <a:pt x="3434" y="1720"/>
                </a:lnTo>
                <a:lnTo>
                  <a:pt x="4666" y="2502"/>
                </a:lnTo>
                <a:lnTo>
                  <a:pt x="6091" y="3563"/>
                </a:lnTo>
                <a:lnTo>
                  <a:pt x="8100" y="5149"/>
                </a:lnTo>
                <a:lnTo>
                  <a:pt x="8100" y="8552"/>
                </a:lnTo>
                <a:lnTo>
                  <a:pt x="8100" y="11977"/>
                </a:lnTo>
                <a:lnTo>
                  <a:pt x="8100" y="15447"/>
                </a:lnTo>
                <a:lnTo>
                  <a:pt x="9771" y="14808"/>
                </a:lnTo>
                <a:lnTo>
                  <a:pt x="11443" y="14170"/>
                </a:lnTo>
                <a:lnTo>
                  <a:pt x="13119" y="13532"/>
                </a:lnTo>
                <a:lnTo>
                  <a:pt x="14799" y="12893"/>
                </a:lnTo>
                <a:lnTo>
                  <a:pt x="16486" y="12249"/>
                </a:lnTo>
                <a:lnTo>
                  <a:pt x="18182" y="11601"/>
                </a:lnTo>
                <a:lnTo>
                  <a:pt x="19886" y="10952"/>
                </a:lnTo>
                <a:lnTo>
                  <a:pt x="21600" y="10298"/>
                </a:lnTo>
                <a:lnTo>
                  <a:pt x="20174" y="13562"/>
                </a:lnTo>
                <a:lnTo>
                  <a:pt x="18873" y="16173"/>
                </a:lnTo>
                <a:lnTo>
                  <a:pt x="17561" y="18207"/>
                </a:lnTo>
                <a:lnTo>
                  <a:pt x="16092" y="19736"/>
                </a:lnTo>
                <a:lnTo>
                  <a:pt x="14329" y="20843"/>
                </a:lnTo>
                <a:lnTo>
                  <a:pt x="12128" y="21600"/>
                </a:lnTo>
                <a:lnTo>
                  <a:pt x="11486" y="21549"/>
                </a:lnTo>
                <a:lnTo>
                  <a:pt x="10355" y="21456"/>
                </a:lnTo>
                <a:lnTo>
                  <a:pt x="7762" y="21240"/>
                </a:lnTo>
                <a:lnTo>
                  <a:pt x="6305" y="21147"/>
                </a:lnTo>
                <a:lnTo>
                  <a:pt x="4838" y="21054"/>
                </a:lnTo>
                <a:lnTo>
                  <a:pt x="3353" y="20956"/>
                </a:lnTo>
                <a:lnTo>
                  <a:pt x="2519" y="20869"/>
                </a:lnTo>
                <a:lnTo>
                  <a:pt x="0" y="20596"/>
                </a:lnTo>
                <a:lnTo>
                  <a:pt x="0" y="17198"/>
                </a:lnTo>
                <a:lnTo>
                  <a:pt x="0" y="13794"/>
                </a:lnTo>
                <a:lnTo>
                  <a:pt x="0" y="10375"/>
                </a:lnTo>
                <a:lnTo>
                  <a:pt x="0" y="6941"/>
                </a:lnTo>
                <a:lnTo>
                  <a:pt x="0" y="3486"/>
                </a:lnTo>
                <a:lnTo>
                  <a:pt x="0" y="0"/>
                </a:lnTo>
                <a:close/>
              </a:path>
            </a:pathLst>
          </a:custGeom>
          <a:solidFill>
            <a:srgbClr val="C7D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8" name="contour_14416"/>
          <p:cNvSpPr/>
          <p:nvPr/>
        </p:nvSpPr>
        <p:spPr>
          <a:xfrm>
            <a:off x="5337896" y="3243156"/>
            <a:ext cx="51016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02"/>
                </a:lnTo>
                <a:lnTo>
                  <a:pt x="4280" y="1404"/>
                </a:lnTo>
                <a:lnTo>
                  <a:pt x="6421" y="2105"/>
                </a:lnTo>
                <a:lnTo>
                  <a:pt x="8566" y="2814"/>
                </a:lnTo>
                <a:lnTo>
                  <a:pt x="10720" y="3516"/>
                </a:lnTo>
                <a:lnTo>
                  <a:pt x="12877" y="4225"/>
                </a:lnTo>
                <a:lnTo>
                  <a:pt x="15043" y="4934"/>
                </a:lnTo>
                <a:lnTo>
                  <a:pt x="17218" y="5650"/>
                </a:lnTo>
                <a:lnTo>
                  <a:pt x="19403" y="6366"/>
                </a:lnTo>
                <a:lnTo>
                  <a:pt x="21600" y="7089"/>
                </a:lnTo>
                <a:lnTo>
                  <a:pt x="18980" y="13065"/>
                </a:lnTo>
                <a:lnTo>
                  <a:pt x="17110" y="17077"/>
                </a:lnTo>
                <a:lnTo>
                  <a:pt x="15703" y="19537"/>
                </a:lnTo>
                <a:lnTo>
                  <a:pt x="14478" y="20841"/>
                </a:lnTo>
                <a:lnTo>
                  <a:pt x="13154" y="21394"/>
                </a:lnTo>
                <a:lnTo>
                  <a:pt x="11451" y="21600"/>
                </a:lnTo>
                <a:lnTo>
                  <a:pt x="9405" y="20558"/>
                </a:lnTo>
                <a:lnTo>
                  <a:pt x="7329" y="19495"/>
                </a:lnTo>
                <a:lnTo>
                  <a:pt x="5258" y="18559"/>
                </a:lnTo>
                <a:lnTo>
                  <a:pt x="3157" y="17609"/>
                </a:lnTo>
                <a:lnTo>
                  <a:pt x="1592" y="15908"/>
                </a:lnTo>
                <a:lnTo>
                  <a:pt x="0" y="14178"/>
                </a:lnTo>
                <a:lnTo>
                  <a:pt x="0" y="9492"/>
                </a:lnTo>
                <a:lnTo>
                  <a:pt x="0" y="4778"/>
                </a:lnTo>
                <a:lnTo>
                  <a:pt x="0" y="0"/>
                </a:lnTo>
                <a:close/>
              </a:path>
            </a:pathLst>
          </a:custGeom>
          <a:solidFill>
            <a:srgbClr val="E9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19" name="contour_14417"/>
          <p:cNvSpPr/>
          <p:nvPr/>
        </p:nvSpPr>
        <p:spPr>
          <a:xfrm>
            <a:off x="5250441" y="322129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528"/>
                </a:lnTo>
                <a:lnTo>
                  <a:pt x="11275" y="3056"/>
                </a:lnTo>
                <a:lnTo>
                  <a:pt x="13320" y="4590"/>
                </a:lnTo>
                <a:lnTo>
                  <a:pt x="15372" y="6129"/>
                </a:lnTo>
                <a:lnTo>
                  <a:pt x="17435" y="7679"/>
                </a:lnTo>
                <a:lnTo>
                  <a:pt x="19508" y="9234"/>
                </a:lnTo>
                <a:lnTo>
                  <a:pt x="21600" y="10800"/>
                </a:lnTo>
                <a:lnTo>
                  <a:pt x="20707" y="13473"/>
                </a:lnTo>
                <a:lnTo>
                  <a:pt x="19814" y="16162"/>
                </a:lnTo>
                <a:lnTo>
                  <a:pt x="18911" y="18862"/>
                </a:lnTo>
                <a:lnTo>
                  <a:pt x="18000" y="21600"/>
                </a:lnTo>
                <a:lnTo>
                  <a:pt x="15444" y="21497"/>
                </a:lnTo>
                <a:lnTo>
                  <a:pt x="13633" y="21254"/>
                </a:lnTo>
                <a:lnTo>
                  <a:pt x="11696" y="20677"/>
                </a:lnTo>
                <a:lnTo>
                  <a:pt x="8777" y="19575"/>
                </a:lnTo>
                <a:lnTo>
                  <a:pt x="6311" y="18673"/>
                </a:lnTo>
                <a:lnTo>
                  <a:pt x="3812" y="17761"/>
                </a:lnTo>
                <a:lnTo>
                  <a:pt x="1919" y="16988"/>
                </a:lnTo>
                <a:lnTo>
                  <a:pt x="0" y="16200"/>
                </a:lnTo>
                <a:lnTo>
                  <a:pt x="1188" y="13527"/>
                </a:lnTo>
                <a:lnTo>
                  <a:pt x="2380" y="10849"/>
                </a:lnTo>
                <a:lnTo>
                  <a:pt x="3571" y="8159"/>
                </a:lnTo>
                <a:lnTo>
                  <a:pt x="4774" y="5459"/>
                </a:lnTo>
                <a:lnTo>
                  <a:pt x="5983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F0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0" name="contour_14418"/>
          <p:cNvSpPr/>
          <p:nvPr/>
        </p:nvSpPr>
        <p:spPr>
          <a:xfrm>
            <a:off x="8143773" y="3206716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7493" y="20795"/>
                </a:lnTo>
                <a:lnTo>
                  <a:pt x="14259" y="20115"/>
                </a:lnTo>
                <a:lnTo>
                  <a:pt x="11753" y="19472"/>
                </a:lnTo>
                <a:lnTo>
                  <a:pt x="9828" y="18803"/>
                </a:lnTo>
                <a:lnTo>
                  <a:pt x="8338" y="18020"/>
                </a:lnTo>
                <a:lnTo>
                  <a:pt x="7134" y="17048"/>
                </a:lnTo>
                <a:lnTo>
                  <a:pt x="6070" y="15811"/>
                </a:lnTo>
                <a:lnTo>
                  <a:pt x="4999" y="14234"/>
                </a:lnTo>
                <a:lnTo>
                  <a:pt x="3774" y="12236"/>
                </a:lnTo>
                <a:lnTo>
                  <a:pt x="2786" y="9531"/>
                </a:lnTo>
                <a:lnTo>
                  <a:pt x="2064" y="7355"/>
                </a:lnTo>
                <a:lnTo>
                  <a:pt x="1253" y="4558"/>
                </a:lnTo>
                <a:lnTo>
                  <a:pt x="0" y="0"/>
                </a:lnTo>
                <a:close/>
              </a:path>
            </a:pathLst>
          </a:custGeom>
          <a:solidFill>
            <a:srgbClr val="3D3E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1" name="contour_14419"/>
          <p:cNvSpPr/>
          <p:nvPr/>
        </p:nvSpPr>
        <p:spPr>
          <a:xfrm>
            <a:off x="9980347" y="3206716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19181" y="4824"/>
                </a:lnTo>
                <a:lnTo>
                  <a:pt x="17251" y="8604"/>
                </a:lnTo>
                <a:lnTo>
                  <a:pt x="15694" y="11498"/>
                </a:lnTo>
                <a:lnTo>
                  <a:pt x="14402" y="13658"/>
                </a:lnTo>
                <a:lnTo>
                  <a:pt x="13260" y="15242"/>
                </a:lnTo>
                <a:lnTo>
                  <a:pt x="12156" y="16402"/>
                </a:lnTo>
                <a:lnTo>
                  <a:pt x="10978" y="17294"/>
                </a:lnTo>
                <a:lnTo>
                  <a:pt x="9612" y="18072"/>
                </a:lnTo>
                <a:lnTo>
                  <a:pt x="7949" y="18900"/>
                </a:lnTo>
                <a:lnTo>
                  <a:pt x="6374" y="19714"/>
                </a:lnTo>
                <a:lnTo>
                  <a:pt x="4771" y="20534"/>
                </a:lnTo>
                <a:lnTo>
                  <a:pt x="3595" y="21067"/>
                </a:lnTo>
                <a:lnTo>
                  <a:pt x="2400" y="21600"/>
                </a:lnTo>
                <a:lnTo>
                  <a:pt x="1925" y="17323"/>
                </a:lnTo>
                <a:lnTo>
                  <a:pt x="1447" y="13032"/>
                </a:lnTo>
                <a:lnTo>
                  <a:pt x="970" y="8726"/>
                </a:lnTo>
                <a:lnTo>
                  <a:pt x="48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4D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2" name="contour_14420"/>
          <p:cNvSpPr/>
          <p:nvPr/>
        </p:nvSpPr>
        <p:spPr>
          <a:xfrm>
            <a:off x="5425352" y="3199428"/>
            <a:ext cx="87456" cy="226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397" y="2775"/>
                </a:lnTo>
                <a:lnTo>
                  <a:pt x="18274" y="4849"/>
                </a:lnTo>
                <a:lnTo>
                  <a:pt x="18985" y="6617"/>
                </a:lnTo>
                <a:lnTo>
                  <a:pt x="19674" y="8449"/>
                </a:lnTo>
                <a:lnTo>
                  <a:pt x="20497" y="10738"/>
                </a:lnTo>
                <a:lnTo>
                  <a:pt x="21600" y="13873"/>
                </a:lnTo>
                <a:lnTo>
                  <a:pt x="20527" y="17896"/>
                </a:lnTo>
                <a:lnTo>
                  <a:pt x="19773" y="20039"/>
                </a:lnTo>
                <a:lnTo>
                  <a:pt x="18976" y="21031"/>
                </a:lnTo>
                <a:lnTo>
                  <a:pt x="17779" y="21600"/>
                </a:lnTo>
                <a:lnTo>
                  <a:pt x="16546" y="21545"/>
                </a:lnTo>
                <a:lnTo>
                  <a:pt x="15293" y="21489"/>
                </a:lnTo>
                <a:lnTo>
                  <a:pt x="14899" y="21475"/>
                </a:lnTo>
                <a:lnTo>
                  <a:pt x="14200" y="21461"/>
                </a:lnTo>
                <a:lnTo>
                  <a:pt x="12604" y="21420"/>
                </a:lnTo>
                <a:lnTo>
                  <a:pt x="12190" y="21392"/>
                </a:lnTo>
                <a:lnTo>
                  <a:pt x="11461" y="21350"/>
                </a:lnTo>
                <a:lnTo>
                  <a:pt x="9788" y="21239"/>
                </a:lnTo>
                <a:lnTo>
                  <a:pt x="8851" y="21212"/>
                </a:lnTo>
                <a:lnTo>
                  <a:pt x="7906" y="21177"/>
                </a:lnTo>
                <a:lnTo>
                  <a:pt x="6950" y="21149"/>
                </a:lnTo>
                <a:lnTo>
                  <a:pt x="5791" y="21108"/>
                </a:lnTo>
                <a:lnTo>
                  <a:pt x="4633" y="21059"/>
                </a:lnTo>
                <a:lnTo>
                  <a:pt x="3476" y="21003"/>
                </a:lnTo>
                <a:lnTo>
                  <a:pt x="2317" y="20941"/>
                </a:lnTo>
                <a:lnTo>
                  <a:pt x="1159" y="20879"/>
                </a:lnTo>
                <a:lnTo>
                  <a:pt x="0" y="20809"/>
                </a:lnTo>
                <a:lnTo>
                  <a:pt x="0" y="17369"/>
                </a:lnTo>
                <a:lnTo>
                  <a:pt x="0" y="13873"/>
                </a:lnTo>
                <a:lnTo>
                  <a:pt x="1021" y="13450"/>
                </a:lnTo>
                <a:lnTo>
                  <a:pt x="2047" y="13027"/>
                </a:lnTo>
                <a:lnTo>
                  <a:pt x="3087" y="12597"/>
                </a:lnTo>
                <a:lnTo>
                  <a:pt x="4088" y="12160"/>
                </a:lnTo>
                <a:lnTo>
                  <a:pt x="5089" y="11716"/>
                </a:lnTo>
                <a:lnTo>
                  <a:pt x="6088" y="11279"/>
                </a:lnTo>
                <a:lnTo>
                  <a:pt x="7088" y="10835"/>
                </a:lnTo>
                <a:lnTo>
                  <a:pt x="7594" y="10634"/>
                </a:lnTo>
                <a:lnTo>
                  <a:pt x="9122" y="10009"/>
                </a:lnTo>
                <a:lnTo>
                  <a:pt x="11270" y="9010"/>
                </a:lnTo>
                <a:lnTo>
                  <a:pt x="12767" y="8116"/>
                </a:lnTo>
                <a:lnTo>
                  <a:pt x="13813" y="7040"/>
                </a:lnTo>
                <a:lnTo>
                  <a:pt x="14602" y="5514"/>
                </a:lnTo>
                <a:lnTo>
                  <a:pt x="15332" y="3260"/>
                </a:lnTo>
                <a:lnTo>
                  <a:pt x="16200" y="0"/>
                </a:lnTo>
                <a:close/>
              </a:path>
            </a:pathLst>
          </a:custGeom>
          <a:solidFill>
            <a:srgbClr val="99C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3" name="contour_14421"/>
          <p:cNvSpPr/>
          <p:nvPr/>
        </p:nvSpPr>
        <p:spPr>
          <a:xfrm>
            <a:off x="10497794" y="3177564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0579" y="1975"/>
                </a:lnTo>
                <a:lnTo>
                  <a:pt x="10352" y="3965"/>
                </a:lnTo>
                <a:lnTo>
                  <a:pt x="10125" y="5980"/>
                </a:lnTo>
                <a:lnTo>
                  <a:pt x="10120" y="8489"/>
                </a:lnTo>
                <a:lnTo>
                  <a:pt x="10298" y="10140"/>
                </a:lnTo>
                <a:lnTo>
                  <a:pt x="10800" y="12343"/>
                </a:lnTo>
                <a:lnTo>
                  <a:pt x="14008" y="13694"/>
                </a:lnTo>
                <a:lnTo>
                  <a:pt x="16200" y="14466"/>
                </a:lnTo>
                <a:lnTo>
                  <a:pt x="18392" y="14947"/>
                </a:lnTo>
                <a:lnTo>
                  <a:pt x="21600" y="15429"/>
                </a:lnTo>
                <a:lnTo>
                  <a:pt x="20374" y="17261"/>
                </a:lnTo>
                <a:lnTo>
                  <a:pt x="19408" y="18514"/>
                </a:lnTo>
                <a:lnTo>
                  <a:pt x="18182" y="19767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4865" y="19462"/>
                </a:lnTo>
                <a:lnTo>
                  <a:pt x="4331" y="17320"/>
                </a:lnTo>
                <a:lnTo>
                  <a:pt x="3796" y="15179"/>
                </a:lnTo>
                <a:lnTo>
                  <a:pt x="3256" y="13034"/>
                </a:lnTo>
                <a:lnTo>
                  <a:pt x="2722" y="10880"/>
                </a:lnTo>
                <a:lnTo>
                  <a:pt x="2182" y="8723"/>
                </a:lnTo>
                <a:lnTo>
                  <a:pt x="1642" y="6557"/>
                </a:lnTo>
                <a:lnTo>
                  <a:pt x="1096" y="4382"/>
                </a:lnTo>
                <a:lnTo>
                  <a:pt x="55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0A9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4" name="contour_14422"/>
          <p:cNvSpPr/>
          <p:nvPr/>
        </p:nvSpPr>
        <p:spPr>
          <a:xfrm>
            <a:off x="4820449" y="3199428"/>
            <a:ext cx="58304" cy="23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182" y="0"/>
                </a:lnTo>
                <a:lnTo>
                  <a:pt x="8967" y="0"/>
                </a:lnTo>
                <a:lnTo>
                  <a:pt x="10751" y="0"/>
                </a:lnTo>
                <a:lnTo>
                  <a:pt x="12541" y="0"/>
                </a:lnTo>
                <a:lnTo>
                  <a:pt x="14337" y="0"/>
                </a:lnTo>
                <a:lnTo>
                  <a:pt x="16141" y="0"/>
                </a:lnTo>
                <a:lnTo>
                  <a:pt x="17950" y="0"/>
                </a:lnTo>
                <a:lnTo>
                  <a:pt x="19769" y="0"/>
                </a:lnTo>
                <a:lnTo>
                  <a:pt x="21600" y="0"/>
                </a:lnTo>
                <a:lnTo>
                  <a:pt x="19548" y="6448"/>
                </a:lnTo>
                <a:lnTo>
                  <a:pt x="17939" y="11323"/>
                </a:lnTo>
                <a:lnTo>
                  <a:pt x="16637" y="14868"/>
                </a:lnTo>
                <a:lnTo>
                  <a:pt x="15509" y="17346"/>
                </a:lnTo>
                <a:lnTo>
                  <a:pt x="14410" y="19000"/>
                </a:lnTo>
                <a:lnTo>
                  <a:pt x="13211" y="20094"/>
                </a:lnTo>
                <a:lnTo>
                  <a:pt x="11772" y="20878"/>
                </a:lnTo>
                <a:lnTo>
                  <a:pt x="9958" y="21600"/>
                </a:lnTo>
                <a:lnTo>
                  <a:pt x="8286" y="21539"/>
                </a:lnTo>
                <a:lnTo>
                  <a:pt x="6626" y="21418"/>
                </a:lnTo>
                <a:lnTo>
                  <a:pt x="4971" y="21235"/>
                </a:lnTo>
                <a:lnTo>
                  <a:pt x="3318" y="20986"/>
                </a:lnTo>
                <a:lnTo>
                  <a:pt x="1661" y="20661"/>
                </a:lnTo>
                <a:lnTo>
                  <a:pt x="0" y="20256"/>
                </a:lnTo>
                <a:lnTo>
                  <a:pt x="672" y="19628"/>
                </a:lnTo>
                <a:lnTo>
                  <a:pt x="2700" y="17724"/>
                </a:lnTo>
                <a:lnTo>
                  <a:pt x="4039" y="15631"/>
                </a:lnTo>
                <a:lnTo>
                  <a:pt x="5400" y="13504"/>
                </a:lnTo>
                <a:lnTo>
                  <a:pt x="5400" y="9041"/>
                </a:lnTo>
                <a:lnTo>
                  <a:pt x="5400" y="4551"/>
                </a:lnTo>
                <a:lnTo>
                  <a:pt x="5400" y="0"/>
                </a:lnTo>
                <a:close/>
              </a:path>
            </a:pathLst>
          </a:custGeom>
          <a:solidFill>
            <a:srgbClr val="D7E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5" name="contour_14423"/>
          <p:cNvSpPr/>
          <p:nvPr/>
        </p:nvSpPr>
        <p:spPr>
          <a:xfrm>
            <a:off x="4689265" y="317027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94"/>
                </a:lnTo>
                <a:lnTo>
                  <a:pt x="7133" y="1188"/>
                </a:lnTo>
                <a:lnTo>
                  <a:pt x="10719" y="1786"/>
                </a:lnTo>
                <a:lnTo>
                  <a:pt x="14321" y="2387"/>
                </a:lnTo>
                <a:lnTo>
                  <a:pt x="17944" y="2992"/>
                </a:lnTo>
                <a:lnTo>
                  <a:pt x="21600" y="3600"/>
                </a:lnTo>
                <a:lnTo>
                  <a:pt x="20585" y="7762"/>
                </a:lnTo>
                <a:lnTo>
                  <a:pt x="19818" y="10688"/>
                </a:lnTo>
                <a:lnTo>
                  <a:pt x="19143" y="12773"/>
                </a:lnTo>
                <a:lnTo>
                  <a:pt x="18414" y="14422"/>
                </a:lnTo>
                <a:lnTo>
                  <a:pt x="17485" y="16031"/>
                </a:lnTo>
                <a:lnTo>
                  <a:pt x="16200" y="18000"/>
                </a:lnTo>
                <a:lnTo>
                  <a:pt x="12020" y="19325"/>
                </a:lnTo>
                <a:lnTo>
                  <a:pt x="9088" y="20174"/>
                </a:lnTo>
                <a:lnTo>
                  <a:pt x="6626" y="20722"/>
                </a:lnTo>
                <a:lnTo>
                  <a:pt x="3856" y="21139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FB7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6" name="contour_14424"/>
          <p:cNvSpPr/>
          <p:nvPr/>
        </p:nvSpPr>
        <p:spPr>
          <a:xfrm>
            <a:off x="7327518" y="315570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8713" y="2566"/>
                </a:lnTo>
                <a:lnTo>
                  <a:pt x="19429" y="5141"/>
                </a:lnTo>
                <a:lnTo>
                  <a:pt x="20146" y="7724"/>
                </a:lnTo>
                <a:lnTo>
                  <a:pt x="20869" y="10329"/>
                </a:lnTo>
                <a:lnTo>
                  <a:pt x="21600" y="12960"/>
                </a:lnTo>
                <a:lnTo>
                  <a:pt x="19224" y="13910"/>
                </a:lnTo>
                <a:lnTo>
                  <a:pt x="16844" y="14861"/>
                </a:lnTo>
                <a:lnTo>
                  <a:pt x="14465" y="15816"/>
                </a:lnTo>
                <a:lnTo>
                  <a:pt x="12078" y="16770"/>
                </a:lnTo>
                <a:lnTo>
                  <a:pt x="9684" y="17725"/>
                </a:lnTo>
                <a:lnTo>
                  <a:pt x="7279" y="18688"/>
                </a:lnTo>
                <a:lnTo>
                  <a:pt x="4867" y="19652"/>
                </a:lnTo>
                <a:lnTo>
                  <a:pt x="2441" y="20624"/>
                </a:lnTo>
                <a:lnTo>
                  <a:pt x="0" y="21600"/>
                </a:lnTo>
                <a:lnTo>
                  <a:pt x="2016" y="16610"/>
                </a:lnTo>
                <a:lnTo>
                  <a:pt x="3618" y="12684"/>
                </a:lnTo>
                <a:lnTo>
                  <a:pt x="4900" y="9638"/>
                </a:lnTo>
                <a:lnTo>
                  <a:pt x="5947" y="7305"/>
                </a:lnTo>
                <a:lnTo>
                  <a:pt x="6851" y="5495"/>
                </a:lnTo>
                <a:lnTo>
                  <a:pt x="7700" y="4039"/>
                </a:lnTo>
                <a:lnTo>
                  <a:pt x="8582" y="2756"/>
                </a:lnTo>
                <a:lnTo>
                  <a:pt x="9587" y="1469"/>
                </a:lnTo>
                <a:lnTo>
                  <a:pt x="10800" y="0"/>
                </a:lnTo>
                <a:close/>
              </a:path>
            </a:pathLst>
          </a:custGeom>
          <a:solidFill>
            <a:srgbClr val="8591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7" name="contour_14425"/>
          <p:cNvSpPr/>
          <p:nvPr/>
        </p:nvSpPr>
        <p:spPr>
          <a:xfrm>
            <a:off x="5141121" y="317027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820" y="5581"/>
                </a:lnTo>
                <a:lnTo>
                  <a:pt x="18446" y="9832"/>
                </a:lnTo>
                <a:lnTo>
                  <a:pt x="17371" y="13008"/>
                </a:lnTo>
                <a:lnTo>
                  <a:pt x="16494" y="15358"/>
                </a:lnTo>
                <a:lnTo>
                  <a:pt x="15716" y="17142"/>
                </a:lnTo>
                <a:lnTo>
                  <a:pt x="14934" y="18606"/>
                </a:lnTo>
                <a:lnTo>
                  <a:pt x="14049" y="20010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270" y="18775"/>
                </a:lnTo>
                <a:lnTo>
                  <a:pt x="2640" y="16705"/>
                </a:lnTo>
                <a:lnTo>
                  <a:pt x="2173" y="14386"/>
                </a:lnTo>
                <a:lnTo>
                  <a:pt x="1620" y="10800"/>
                </a:lnTo>
                <a:lnTo>
                  <a:pt x="1132" y="7785"/>
                </a:lnTo>
                <a:lnTo>
                  <a:pt x="639" y="4726"/>
                </a:lnTo>
                <a:lnTo>
                  <a:pt x="480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A6A9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8" name="contour_14426"/>
          <p:cNvSpPr/>
          <p:nvPr/>
        </p:nvSpPr>
        <p:spPr>
          <a:xfrm>
            <a:off x="3856794" y="3155700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18867" y="12960"/>
                </a:lnTo>
                <a:lnTo>
                  <a:pt x="16118" y="12960"/>
                </a:lnTo>
                <a:lnTo>
                  <a:pt x="13332" y="12960"/>
                </a:lnTo>
                <a:lnTo>
                  <a:pt x="11815" y="15526"/>
                </a:lnTo>
                <a:lnTo>
                  <a:pt x="10876" y="17280"/>
                </a:lnTo>
                <a:lnTo>
                  <a:pt x="10136" y="19034"/>
                </a:lnTo>
                <a:lnTo>
                  <a:pt x="9198" y="21600"/>
                </a:lnTo>
                <a:lnTo>
                  <a:pt x="6743" y="20775"/>
                </a:lnTo>
                <a:lnTo>
                  <a:pt x="5064" y="20049"/>
                </a:lnTo>
                <a:lnTo>
                  <a:pt x="3386" y="19021"/>
                </a:lnTo>
                <a:lnTo>
                  <a:pt x="930" y="17280"/>
                </a:lnTo>
                <a:lnTo>
                  <a:pt x="310" y="14066"/>
                </a:lnTo>
                <a:lnTo>
                  <a:pt x="0" y="11785"/>
                </a:lnTo>
                <a:lnTo>
                  <a:pt x="0" y="9815"/>
                </a:lnTo>
                <a:lnTo>
                  <a:pt x="310" y="7534"/>
                </a:lnTo>
                <a:lnTo>
                  <a:pt x="930" y="4320"/>
                </a:lnTo>
                <a:lnTo>
                  <a:pt x="3592" y="3033"/>
                </a:lnTo>
                <a:lnTo>
                  <a:pt x="6102" y="2022"/>
                </a:lnTo>
                <a:lnTo>
                  <a:pt x="8528" y="1261"/>
                </a:lnTo>
                <a:lnTo>
                  <a:pt x="10926" y="717"/>
                </a:lnTo>
                <a:lnTo>
                  <a:pt x="13369" y="354"/>
                </a:lnTo>
                <a:lnTo>
                  <a:pt x="15920" y="134"/>
                </a:lnTo>
                <a:lnTo>
                  <a:pt x="18640" y="26"/>
                </a:lnTo>
                <a:lnTo>
                  <a:pt x="21600" y="0"/>
                </a:lnTo>
                <a:close/>
              </a:path>
            </a:pathLst>
          </a:custGeom>
          <a:solidFill>
            <a:srgbClr val="BFC2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29" name="contour_14427"/>
          <p:cNvSpPr/>
          <p:nvPr/>
        </p:nvSpPr>
        <p:spPr>
          <a:xfrm>
            <a:off x="4456050" y="3148412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457"/>
                </a:lnTo>
                <a:lnTo>
                  <a:pt x="2684" y="896"/>
                </a:lnTo>
                <a:lnTo>
                  <a:pt x="4320" y="1440"/>
                </a:lnTo>
                <a:lnTo>
                  <a:pt x="6647" y="2218"/>
                </a:lnTo>
                <a:lnTo>
                  <a:pt x="10055" y="3352"/>
                </a:lnTo>
                <a:lnTo>
                  <a:pt x="14909" y="4972"/>
                </a:lnTo>
                <a:lnTo>
                  <a:pt x="21600" y="7200"/>
                </a:lnTo>
                <a:lnTo>
                  <a:pt x="20747" y="9770"/>
                </a:lnTo>
                <a:lnTo>
                  <a:pt x="20039" y="11617"/>
                </a:lnTo>
                <a:lnTo>
                  <a:pt x="19219" y="13259"/>
                </a:lnTo>
                <a:lnTo>
                  <a:pt x="18025" y="15214"/>
                </a:lnTo>
                <a:lnTo>
                  <a:pt x="16200" y="18000"/>
                </a:lnTo>
                <a:lnTo>
                  <a:pt x="12020" y="19217"/>
                </a:lnTo>
                <a:lnTo>
                  <a:pt x="9088" y="20012"/>
                </a:lnTo>
                <a:lnTo>
                  <a:pt x="6626" y="20560"/>
                </a:lnTo>
                <a:lnTo>
                  <a:pt x="3856" y="21031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A4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0" name="contour_14428"/>
          <p:cNvSpPr/>
          <p:nvPr/>
        </p:nvSpPr>
        <p:spPr>
          <a:xfrm>
            <a:off x="10395763" y="3097396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4550" y="19996"/>
                </a:lnTo>
                <a:lnTo>
                  <a:pt x="2851" y="18773"/>
                </a:lnTo>
                <a:lnTo>
                  <a:pt x="1757" y="17542"/>
                </a:lnTo>
                <a:lnTo>
                  <a:pt x="922" y="15914"/>
                </a:lnTo>
                <a:lnTo>
                  <a:pt x="0" y="13500"/>
                </a:lnTo>
                <a:lnTo>
                  <a:pt x="1325" y="11729"/>
                </a:lnTo>
                <a:lnTo>
                  <a:pt x="2758" y="9985"/>
                </a:lnTo>
                <a:lnTo>
                  <a:pt x="4320" y="8265"/>
                </a:lnTo>
                <a:lnTo>
                  <a:pt x="6012" y="6569"/>
                </a:lnTo>
                <a:lnTo>
                  <a:pt x="7848" y="4895"/>
                </a:lnTo>
                <a:lnTo>
                  <a:pt x="9857" y="3243"/>
                </a:lnTo>
                <a:lnTo>
                  <a:pt x="12031" y="1612"/>
                </a:lnTo>
                <a:lnTo>
                  <a:pt x="14400" y="0"/>
                </a:lnTo>
                <a:close/>
              </a:path>
            </a:pathLst>
          </a:custGeom>
          <a:solidFill>
            <a:srgbClr val="94A0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1" name="contour_14429"/>
          <p:cNvSpPr/>
          <p:nvPr/>
        </p:nvSpPr>
        <p:spPr>
          <a:xfrm>
            <a:off x="10483218" y="3104684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25" y="2020"/>
                </a:lnTo>
                <a:lnTo>
                  <a:pt x="16520" y="3550"/>
                </a:lnTo>
                <a:lnTo>
                  <a:pt x="17686" y="4892"/>
                </a:lnTo>
                <a:lnTo>
                  <a:pt x="18762" y="6350"/>
                </a:lnTo>
                <a:lnTo>
                  <a:pt x="19984" y="8219"/>
                </a:lnTo>
                <a:lnTo>
                  <a:pt x="21600" y="10800"/>
                </a:lnTo>
                <a:lnTo>
                  <a:pt x="20209" y="13381"/>
                </a:lnTo>
                <a:lnTo>
                  <a:pt x="19120" y="15250"/>
                </a:lnTo>
                <a:lnTo>
                  <a:pt x="18092" y="16708"/>
                </a:lnTo>
                <a:lnTo>
                  <a:pt x="16878" y="18050"/>
                </a:lnTo>
                <a:lnTo>
                  <a:pt x="15250" y="19580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028" y="19235"/>
                </a:lnTo>
                <a:lnTo>
                  <a:pt x="2328" y="17366"/>
                </a:lnTo>
                <a:lnTo>
                  <a:pt x="1620" y="14400"/>
                </a:lnTo>
                <a:lnTo>
                  <a:pt x="1132" y="12391"/>
                </a:lnTo>
                <a:lnTo>
                  <a:pt x="639" y="10350"/>
                </a:lnTo>
                <a:lnTo>
                  <a:pt x="320" y="8788"/>
                </a:lnTo>
                <a:lnTo>
                  <a:pt x="0" y="7200"/>
                </a:lnTo>
                <a:lnTo>
                  <a:pt x="2566" y="7200"/>
                </a:lnTo>
                <a:lnTo>
                  <a:pt x="5141" y="7200"/>
                </a:lnTo>
                <a:lnTo>
                  <a:pt x="7724" y="7200"/>
                </a:lnTo>
                <a:lnTo>
                  <a:pt x="10329" y="7200"/>
                </a:lnTo>
                <a:lnTo>
                  <a:pt x="12960" y="7200"/>
                </a:lnTo>
                <a:lnTo>
                  <a:pt x="12960" y="4820"/>
                </a:lnTo>
                <a:lnTo>
                  <a:pt x="12960" y="2426"/>
                </a:lnTo>
                <a:lnTo>
                  <a:pt x="12960" y="0"/>
                </a:lnTo>
                <a:close/>
              </a:path>
            </a:pathLst>
          </a:custGeom>
          <a:solidFill>
            <a:srgbClr val="97A5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2" name="contour_14430"/>
          <p:cNvSpPr/>
          <p:nvPr/>
        </p:nvSpPr>
        <p:spPr>
          <a:xfrm>
            <a:off x="6831935" y="3111972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67" y="216"/>
                </a:lnTo>
                <a:lnTo>
                  <a:pt x="5285" y="471"/>
                </a:lnTo>
                <a:lnTo>
                  <a:pt x="7866" y="795"/>
                </a:lnTo>
                <a:lnTo>
                  <a:pt x="10418" y="1210"/>
                </a:lnTo>
                <a:lnTo>
                  <a:pt x="12942" y="1745"/>
                </a:lnTo>
                <a:lnTo>
                  <a:pt x="15445" y="2424"/>
                </a:lnTo>
                <a:lnTo>
                  <a:pt x="17937" y="3275"/>
                </a:lnTo>
                <a:lnTo>
                  <a:pt x="20420" y="4320"/>
                </a:lnTo>
                <a:lnTo>
                  <a:pt x="21220" y="7348"/>
                </a:lnTo>
                <a:lnTo>
                  <a:pt x="21584" y="10122"/>
                </a:lnTo>
                <a:lnTo>
                  <a:pt x="21600" y="12787"/>
                </a:lnTo>
                <a:lnTo>
                  <a:pt x="21351" y="15492"/>
                </a:lnTo>
                <a:lnTo>
                  <a:pt x="20930" y="18382"/>
                </a:lnTo>
                <a:lnTo>
                  <a:pt x="20420" y="21600"/>
                </a:lnTo>
                <a:lnTo>
                  <a:pt x="17994" y="21600"/>
                </a:lnTo>
                <a:lnTo>
                  <a:pt x="15560" y="21600"/>
                </a:lnTo>
                <a:lnTo>
                  <a:pt x="13118" y="21600"/>
                </a:lnTo>
                <a:lnTo>
                  <a:pt x="10655" y="21600"/>
                </a:lnTo>
                <a:lnTo>
                  <a:pt x="8168" y="21600"/>
                </a:lnTo>
                <a:lnTo>
                  <a:pt x="8327" y="18986"/>
                </a:lnTo>
                <a:lnTo>
                  <a:pt x="8486" y="16368"/>
                </a:lnTo>
                <a:lnTo>
                  <a:pt x="8646" y="13755"/>
                </a:lnTo>
                <a:lnTo>
                  <a:pt x="8805" y="11137"/>
                </a:lnTo>
                <a:lnTo>
                  <a:pt x="8964" y="8523"/>
                </a:lnTo>
                <a:lnTo>
                  <a:pt x="8568" y="6437"/>
                </a:lnTo>
                <a:lnTo>
                  <a:pt x="8168" y="4320"/>
                </a:lnTo>
                <a:lnTo>
                  <a:pt x="5726" y="2726"/>
                </a:lnTo>
                <a:lnTo>
                  <a:pt x="4059" y="1741"/>
                </a:lnTo>
                <a:lnTo>
                  <a:pt x="2405" y="968"/>
                </a:lnTo>
                <a:lnTo>
                  <a:pt x="0" y="0"/>
                </a:lnTo>
                <a:close/>
              </a:path>
            </a:pathLst>
          </a:custGeom>
          <a:solidFill>
            <a:srgbClr val="B4C4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3" name="contour_14431"/>
          <p:cNvSpPr/>
          <p:nvPr/>
        </p:nvSpPr>
        <p:spPr>
          <a:xfrm>
            <a:off x="6759055" y="3104684"/>
            <a:ext cx="3107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43" y="0"/>
                </a:lnTo>
                <a:lnTo>
                  <a:pt x="6692" y="0"/>
                </a:lnTo>
                <a:lnTo>
                  <a:pt x="10055" y="0"/>
                </a:lnTo>
                <a:lnTo>
                  <a:pt x="13434" y="0"/>
                </a:lnTo>
                <a:lnTo>
                  <a:pt x="16833" y="0"/>
                </a:lnTo>
                <a:lnTo>
                  <a:pt x="20263" y="0"/>
                </a:lnTo>
                <a:lnTo>
                  <a:pt x="21007" y="4994"/>
                </a:lnTo>
                <a:lnTo>
                  <a:pt x="21453" y="8506"/>
                </a:lnTo>
                <a:lnTo>
                  <a:pt x="21600" y="11007"/>
                </a:lnTo>
                <a:lnTo>
                  <a:pt x="21453" y="12986"/>
                </a:lnTo>
                <a:lnTo>
                  <a:pt x="21007" y="14917"/>
                </a:lnTo>
                <a:lnTo>
                  <a:pt x="20263" y="17280"/>
                </a:lnTo>
                <a:lnTo>
                  <a:pt x="16940" y="18649"/>
                </a:lnTo>
                <a:lnTo>
                  <a:pt x="13728" y="19630"/>
                </a:lnTo>
                <a:lnTo>
                  <a:pt x="10526" y="20321"/>
                </a:lnTo>
                <a:lnTo>
                  <a:pt x="7239" y="20818"/>
                </a:lnTo>
                <a:lnTo>
                  <a:pt x="3759" y="2121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BDC9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4" name="contour_14432"/>
          <p:cNvSpPr/>
          <p:nvPr/>
        </p:nvSpPr>
        <p:spPr>
          <a:xfrm>
            <a:off x="4776721" y="309010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223"/>
                </a:lnTo>
                <a:lnTo>
                  <a:pt x="11275" y="2445"/>
                </a:lnTo>
                <a:lnTo>
                  <a:pt x="13320" y="3672"/>
                </a:lnTo>
                <a:lnTo>
                  <a:pt x="15372" y="4903"/>
                </a:lnTo>
                <a:lnTo>
                  <a:pt x="17435" y="6143"/>
                </a:lnTo>
                <a:lnTo>
                  <a:pt x="19508" y="7387"/>
                </a:lnTo>
                <a:lnTo>
                  <a:pt x="21600" y="8640"/>
                </a:lnTo>
                <a:lnTo>
                  <a:pt x="20887" y="11206"/>
                </a:lnTo>
                <a:lnTo>
                  <a:pt x="20171" y="13781"/>
                </a:lnTo>
                <a:lnTo>
                  <a:pt x="19454" y="16364"/>
                </a:lnTo>
                <a:lnTo>
                  <a:pt x="18731" y="18969"/>
                </a:lnTo>
                <a:lnTo>
                  <a:pt x="18000" y="21600"/>
                </a:lnTo>
                <a:lnTo>
                  <a:pt x="16992" y="21116"/>
                </a:lnTo>
                <a:lnTo>
                  <a:pt x="16049" y="20663"/>
                </a:lnTo>
                <a:lnTo>
                  <a:pt x="14962" y="20144"/>
                </a:lnTo>
                <a:lnTo>
                  <a:pt x="13522" y="19449"/>
                </a:lnTo>
                <a:lnTo>
                  <a:pt x="11516" y="18490"/>
                </a:lnTo>
                <a:lnTo>
                  <a:pt x="8737" y="17155"/>
                </a:lnTo>
                <a:lnTo>
                  <a:pt x="4968" y="15345"/>
                </a:lnTo>
                <a:lnTo>
                  <a:pt x="0" y="12960"/>
                </a:lnTo>
                <a:lnTo>
                  <a:pt x="1188" y="10822"/>
                </a:lnTo>
                <a:lnTo>
                  <a:pt x="2380" y="8679"/>
                </a:lnTo>
                <a:lnTo>
                  <a:pt x="3571" y="6528"/>
                </a:lnTo>
                <a:lnTo>
                  <a:pt x="4774" y="4368"/>
                </a:lnTo>
                <a:lnTo>
                  <a:pt x="5983" y="2195"/>
                </a:lnTo>
                <a:lnTo>
                  <a:pt x="7200" y="0"/>
                </a:lnTo>
                <a:close/>
              </a:path>
            </a:pathLst>
          </a:custGeom>
          <a:solidFill>
            <a:srgbClr val="3B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5" name="contour_14433"/>
          <p:cNvSpPr/>
          <p:nvPr/>
        </p:nvSpPr>
        <p:spPr>
          <a:xfrm>
            <a:off x="10519658" y="3082820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626"/>
                </a:lnTo>
                <a:lnTo>
                  <a:pt x="8104" y="1296"/>
                </a:lnTo>
                <a:lnTo>
                  <a:pt x="10354" y="1987"/>
                </a:lnTo>
                <a:lnTo>
                  <a:pt x="12600" y="2700"/>
                </a:lnTo>
                <a:lnTo>
                  <a:pt x="15113" y="3456"/>
                </a:lnTo>
                <a:lnTo>
                  <a:pt x="17662" y="4219"/>
                </a:lnTo>
                <a:lnTo>
                  <a:pt x="19616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D1E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6" name="contour_14434"/>
          <p:cNvSpPr/>
          <p:nvPr/>
        </p:nvSpPr>
        <p:spPr>
          <a:xfrm>
            <a:off x="10330171" y="307553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855"/>
                </a:lnTo>
                <a:lnTo>
                  <a:pt x="13781" y="1715"/>
                </a:lnTo>
                <a:lnTo>
                  <a:pt x="16364" y="2575"/>
                </a:lnTo>
                <a:lnTo>
                  <a:pt x="18969" y="3443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1223" y="14835"/>
                </a:lnTo>
                <a:lnTo>
                  <a:pt x="2445" y="12390"/>
                </a:lnTo>
                <a:lnTo>
                  <a:pt x="3672" y="9936"/>
                </a:lnTo>
                <a:lnTo>
                  <a:pt x="4903" y="7474"/>
                </a:lnTo>
                <a:lnTo>
                  <a:pt x="6143" y="4998"/>
                </a:lnTo>
                <a:lnTo>
                  <a:pt x="7387" y="2510"/>
                </a:lnTo>
                <a:lnTo>
                  <a:pt x="8640" y="0"/>
                </a:lnTo>
                <a:close/>
              </a:path>
            </a:pathLst>
          </a:custGeom>
          <a:solidFill>
            <a:srgbClr val="B9C9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7" name="contour_14435"/>
          <p:cNvSpPr/>
          <p:nvPr/>
        </p:nvSpPr>
        <p:spPr>
          <a:xfrm>
            <a:off x="8260381" y="308282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0"/>
                </a:lnTo>
                <a:lnTo>
                  <a:pt x="16015" y="0"/>
                </a:lnTo>
                <a:lnTo>
                  <a:pt x="17860" y="0"/>
                </a:lnTo>
                <a:lnTo>
                  <a:pt x="19721" y="0"/>
                </a:lnTo>
                <a:lnTo>
                  <a:pt x="21600" y="0"/>
                </a:lnTo>
                <a:lnTo>
                  <a:pt x="20964" y="2726"/>
                </a:lnTo>
                <a:lnTo>
                  <a:pt x="20282" y="5344"/>
                </a:lnTo>
                <a:lnTo>
                  <a:pt x="19533" y="7858"/>
                </a:lnTo>
                <a:lnTo>
                  <a:pt x="18696" y="10295"/>
                </a:lnTo>
                <a:lnTo>
                  <a:pt x="17749" y="12666"/>
                </a:lnTo>
                <a:lnTo>
                  <a:pt x="16666" y="14990"/>
                </a:lnTo>
                <a:lnTo>
                  <a:pt x="15429" y="17280"/>
                </a:lnTo>
                <a:lnTo>
                  <a:pt x="13531" y="18239"/>
                </a:lnTo>
                <a:lnTo>
                  <a:pt x="11639" y="19047"/>
                </a:lnTo>
                <a:lnTo>
                  <a:pt x="9745" y="19716"/>
                </a:lnTo>
                <a:lnTo>
                  <a:pt x="7841" y="20265"/>
                </a:lnTo>
                <a:lnTo>
                  <a:pt x="5921" y="20714"/>
                </a:lnTo>
                <a:lnTo>
                  <a:pt x="3981" y="21073"/>
                </a:lnTo>
                <a:lnTo>
                  <a:pt x="2009" y="21362"/>
                </a:lnTo>
                <a:lnTo>
                  <a:pt x="0" y="21600"/>
                </a:lnTo>
                <a:lnTo>
                  <a:pt x="488" y="18386"/>
                </a:lnTo>
                <a:lnTo>
                  <a:pt x="892" y="16105"/>
                </a:lnTo>
                <a:lnTo>
                  <a:pt x="1361" y="14135"/>
                </a:lnTo>
                <a:lnTo>
                  <a:pt x="2043" y="11854"/>
                </a:lnTo>
                <a:lnTo>
                  <a:pt x="3086" y="8640"/>
                </a:lnTo>
                <a:lnTo>
                  <a:pt x="5474" y="8251"/>
                </a:lnTo>
                <a:lnTo>
                  <a:pt x="7150" y="8057"/>
                </a:lnTo>
                <a:lnTo>
                  <a:pt x="8557" y="8057"/>
                </a:lnTo>
                <a:lnTo>
                  <a:pt x="10140" y="8251"/>
                </a:lnTo>
                <a:lnTo>
                  <a:pt x="12343" y="8640"/>
                </a:lnTo>
                <a:lnTo>
                  <a:pt x="12343" y="5784"/>
                </a:lnTo>
                <a:lnTo>
                  <a:pt x="12343" y="2912"/>
                </a:lnTo>
                <a:lnTo>
                  <a:pt x="12343" y="0"/>
                </a:lnTo>
                <a:close/>
              </a:path>
            </a:pathLst>
          </a:custGeom>
          <a:solidFill>
            <a:srgbClr val="BDCD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8" name="contour_14436"/>
          <p:cNvSpPr/>
          <p:nvPr/>
        </p:nvSpPr>
        <p:spPr>
          <a:xfrm>
            <a:off x="9951195" y="3069542"/>
            <a:ext cx="58304" cy="276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389"/>
                </a:moveTo>
                <a:lnTo>
                  <a:pt x="18735" y="14267"/>
                </a:lnTo>
                <a:lnTo>
                  <a:pt x="16516" y="17175"/>
                </a:lnTo>
                <a:lnTo>
                  <a:pt x="14782" y="19234"/>
                </a:lnTo>
                <a:lnTo>
                  <a:pt x="13373" y="20568"/>
                </a:lnTo>
                <a:lnTo>
                  <a:pt x="12118" y="21315"/>
                </a:lnTo>
                <a:lnTo>
                  <a:pt x="10862" y="21600"/>
                </a:lnTo>
                <a:lnTo>
                  <a:pt x="9436" y="21543"/>
                </a:lnTo>
                <a:lnTo>
                  <a:pt x="7679" y="21281"/>
                </a:lnTo>
                <a:lnTo>
                  <a:pt x="6199" y="20460"/>
                </a:lnTo>
                <a:lnTo>
                  <a:pt x="5060" y="19781"/>
                </a:lnTo>
                <a:lnTo>
                  <a:pt x="3893" y="18988"/>
                </a:lnTo>
                <a:lnTo>
                  <a:pt x="2330" y="17842"/>
                </a:lnTo>
                <a:lnTo>
                  <a:pt x="0" y="16092"/>
                </a:lnTo>
                <a:lnTo>
                  <a:pt x="672" y="12265"/>
                </a:lnTo>
                <a:lnTo>
                  <a:pt x="1382" y="9226"/>
                </a:lnTo>
                <a:lnTo>
                  <a:pt x="2214" y="6740"/>
                </a:lnTo>
                <a:lnTo>
                  <a:pt x="3248" y="4596"/>
                </a:lnTo>
                <a:lnTo>
                  <a:pt x="4566" y="2560"/>
                </a:lnTo>
                <a:lnTo>
                  <a:pt x="6242" y="411"/>
                </a:lnTo>
                <a:lnTo>
                  <a:pt x="8267" y="0"/>
                </a:lnTo>
                <a:lnTo>
                  <a:pt x="10130" y="68"/>
                </a:lnTo>
                <a:lnTo>
                  <a:pt x="11864" y="576"/>
                </a:lnTo>
                <a:lnTo>
                  <a:pt x="13508" y="1477"/>
                </a:lnTo>
                <a:lnTo>
                  <a:pt x="15096" y="2726"/>
                </a:lnTo>
                <a:lnTo>
                  <a:pt x="16662" y="4288"/>
                </a:lnTo>
                <a:lnTo>
                  <a:pt x="18244" y="6113"/>
                </a:lnTo>
                <a:lnTo>
                  <a:pt x="19877" y="8160"/>
                </a:lnTo>
                <a:lnTo>
                  <a:pt x="21600" y="10389"/>
                </a:lnTo>
                <a:close/>
              </a:path>
            </a:pathLst>
          </a:custGeom>
          <a:solidFill>
            <a:srgbClr val="6D6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39" name="contour_14437"/>
          <p:cNvSpPr/>
          <p:nvPr/>
        </p:nvSpPr>
        <p:spPr>
          <a:xfrm>
            <a:off x="8347837" y="3053668"/>
            <a:ext cx="30318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92" y="0"/>
                </a:moveTo>
                <a:lnTo>
                  <a:pt x="9211" y="409"/>
                </a:lnTo>
                <a:lnTo>
                  <a:pt x="12031" y="830"/>
                </a:lnTo>
                <a:lnTo>
                  <a:pt x="14398" y="1464"/>
                </a:lnTo>
                <a:lnTo>
                  <a:pt x="17062" y="2510"/>
                </a:lnTo>
                <a:lnTo>
                  <a:pt x="20769" y="4170"/>
                </a:lnTo>
                <a:lnTo>
                  <a:pt x="21335" y="7030"/>
                </a:lnTo>
                <a:lnTo>
                  <a:pt x="21595" y="9762"/>
                </a:lnTo>
                <a:lnTo>
                  <a:pt x="21600" y="12439"/>
                </a:lnTo>
                <a:lnTo>
                  <a:pt x="21423" y="15128"/>
                </a:lnTo>
                <a:lnTo>
                  <a:pt x="21127" y="17910"/>
                </a:lnTo>
                <a:lnTo>
                  <a:pt x="20769" y="20849"/>
                </a:lnTo>
                <a:lnTo>
                  <a:pt x="17062" y="21350"/>
                </a:lnTo>
                <a:lnTo>
                  <a:pt x="14398" y="21600"/>
                </a:lnTo>
                <a:lnTo>
                  <a:pt x="12031" y="21600"/>
                </a:lnTo>
                <a:lnTo>
                  <a:pt x="9211" y="21350"/>
                </a:lnTo>
                <a:lnTo>
                  <a:pt x="5192" y="20849"/>
                </a:lnTo>
                <a:lnTo>
                  <a:pt x="3588" y="18189"/>
                </a:lnTo>
                <a:lnTo>
                  <a:pt x="2305" y="15499"/>
                </a:lnTo>
                <a:lnTo>
                  <a:pt x="1319" y="12772"/>
                </a:lnTo>
                <a:lnTo>
                  <a:pt x="613" y="9987"/>
                </a:lnTo>
                <a:lnTo>
                  <a:pt x="182" y="7122"/>
                </a:lnTo>
                <a:lnTo>
                  <a:pt x="0" y="4170"/>
                </a:lnTo>
                <a:lnTo>
                  <a:pt x="2575" y="2102"/>
                </a:lnTo>
                <a:lnTo>
                  <a:pt x="5192" y="0"/>
                </a:lnTo>
                <a:close/>
              </a:path>
            </a:pathLst>
          </a:custGeom>
          <a:solidFill>
            <a:srgbClr val="D5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0" name="contour_14438"/>
          <p:cNvSpPr/>
          <p:nvPr/>
        </p:nvSpPr>
        <p:spPr>
          <a:xfrm>
            <a:off x="5403488" y="3053668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044"/>
                </a:lnTo>
                <a:lnTo>
                  <a:pt x="21600" y="8101"/>
                </a:lnTo>
                <a:lnTo>
                  <a:pt x="21600" y="12172"/>
                </a:lnTo>
                <a:lnTo>
                  <a:pt x="21600" y="16277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6234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1" name="contour_14439"/>
          <p:cNvSpPr/>
          <p:nvPr/>
        </p:nvSpPr>
        <p:spPr>
          <a:xfrm>
            <a:off x="5090105" y="305366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628" y="2563"/>
                </a:lnTo>
                <a:lnTo>
                  <a:pt x="19638" y="4954"/>
                </a:lnTo>
                <a:lnTo>
                  <a:pt x="18598" y="7178"/>
                </a:lnTo>
                <a:lnTo>
                  <a:pt x="17471" y="9248"/>
                </a:lnTo>
                <a:lnTo>
                  <a:pt x="16214" y="11171"/>
                </a:lnTo>
                <a:lnTo>
                  <a:pt x="14796" y="12956"/>
                </a:lnTo>
                <a:lnTo>
                  <a:pt x="13180" y="14612"/>
                </a:lnTo>
                <a:lnTo>
                  <a:pt x="11322" y="16150"/>
                </a:lnTo>
                <a:lnTo>
                  <a:pt x="9191" y="17575"/>
                </a:lnTo>
                <a:lnTo>
                  <a:pt x="6750" y="18900"/>
                </a:lnTo>
                <a:lnTo>
                  <a:pt x="4514" y="19832"/>
                </a:lnTo>
                <a:lnTo>
                  <a:pt x="2264" y="20736"/>
                </a:lnTo>
                <a:lnTo>
                  <a:pt x="0" y="21600"/>
                </a:lnTo>
                <a:lnTo>
                  <a:pt x="2272" y="16639"/>
                </a:lnTo>
                <a:lnTo>
                  <a:pt x="4208" y="12499"/>
                </a:lnTo>
                <a:lnTo>
                  <a:pt x="5882" y="9112"/>
                </a:lnTo>
                <a:lnTo>
                  <a:pt x="7373" y="6401"/>
                </a:lnTo>
                <a:lnTo>
                  <a:pt x="8748" y="4288"/>
                </a:lnTo>
                <a:lnTo>
                  <a:pt x="10091" y="2700"/>
                </a:lnTo>
                <a:lnTo>
                  <a:pt x="11473" y="1562"/>
                </a:lnTo>
                <a:lnTo>
                  <a:pt x="12971" y="799"/>
                </a:lnTo>
                <a:lnTo>
                  <a:pt x="14656" y="338"/>
                </a:lnTo>
                <a:lnTo>
                  <a:pt x="16607" y="101"/>
                </a:lnTo>
                <a:lnTo>
                  <a:pt x="18896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DAE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2" name="contour_14440"/>
          <p:cNvSpPr/>
          <p:nvPr/>
        </p:nvSpPr>
        <p:spPr>
          <a:xfrm>
            <a:off x="4878753" y="305366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19818" y="6458"/>
                </a:lnTo>
                <a:lnTo>
                  <a:pt x="18032" y="8601"/>
                </a:lnTo>
                <a:lnTo>
                  <a:pt x="16247" y="10744"/>
                </a:lnTo>
                <a:lnTo>
                  <a:pt x="14454" y="12895"/>
                </a:lnTo>
                <a:lnTo>
                  <a:pt x="12654" y="15055"/>
                </a:lnTo>
                <a:lnTo>
                  <a:pt x="10847" y="17224"/>
                </a:lnTo>
                <a:lnTo>
                  <a:pt x="9029" y="19405"/>
                </a:lnTo>
                <a:lnTo>
                  <a:pt x="7200" y="21600"/>
                </a:lnTo>
                <a:lnTo>
                  <a:pt x="4824" y="16066"/>
                </a:lnTo>
                <a:lnTo>
                  <a:pt x="3038" y="11845"/>
                </a:lnTo>
                <a:lnTo>
                  <a:pt x="1757" y="8692"/>
                </a:lnTo>
                <a:lnTo>
                  <a:pt x="900" y="6346"/>
                </a:lnTo>
                <a:lnTo>
                  <a:pt x="378" y="4558"/>
                </a:lnTo>
                <a:lnTo>
                  <a:pt x="112" y="3072"/>
                </a:lnTo>
                <a:lnTo>
                  <a:pt x="14" y="1637"/>
                </a:lnTo>
                <a:lnTo>
                  <a:pt x="0" y="0"/>
                </a:lnTo>
                <a:close/>
              </a:path>
            </a:pathLst>
          </a:custGeom>
          <a:solidFill>
            <a:srgbClr val="302F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3" name="contour_14441"/>
          <p:cNvSpPr/>
          <p:nvPr/>
        </p:nvSpPr>
        <p:spPr>
          <a:xfrm>
            <a:off x="7167182" y="3024516"/>
            <a:ext cx="4372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56" y="1790"/>
                </a:lnTo>
                <a:lnTo>
                  <a:pt x="19919" y="3108"/>
                </a:lnTo>
                <a:lnTo>
                  <a:pt x="20466" y="4339"/>
                </a:lnTo>
                <a:lnTo>
                  <a:pt x="20970" y="5873"/>
                </a:lnTo>
                <a:lnTo>
                  <a:pt x="21600" y="8100"/>
                </a:lnTo>
                <a:lnTo>
                  <a:pt x="20066" y="9693"/>
                </a:lnTo>
                <a:lnTo>
                  <a:pt x="18886" y="10865"/>
                </a:lnTo>
                <a:lnTo>
                  <a:pt x="17813" y="11815"/>
                </a:lnTo>
                <a:lnTo>
                  <a:pt x="16610" y="12747"/>
                </a:lnTo>
                <a:lnTo>
                  <a:pt x="15026" y="13859"/>
                </a:lnTo>
                <a:lnTo>
                  <a:pt x="12823" y="15358"/>
                </a:lnTo>
                <a:lnTo>
                  <a:pt x="11117" y="16538"/>
                </a:lnTo>
                <a:lnTo>
                  <a:pt x="9403" y="17725"/>
                </a:lnTo>
                <a:lnTo>
                  <a:pt x="7664" y="18932"/>
                </a:lnTo>
                <a:lnTo>
                  <a:pt x="6322" y="19813"/>
                </a:lnTo>
                <a:lnTo>
                  <a:pt x="4968" y="20701"/>
                </a:lnTo>
                <a:lnTo>
                  <a:pt x="3600" y="21600"/>
                </a:lnTo>
                <a:lnTo>
                  <a:pt x="2225" y="20293"/>
                </a:lnTo>
                <a:lnTo>
                  <a:pt x="1390" y="19294"/>
                </a:lnTo>
                <a:lnTo>
                  <a:pt x="760" y="18098"/>
                </a:lnTo>
                <a:lnTo>
                  <a:pt x="0" y="16200"/>
                </a:lnTo>
                <a:lnTo>
                  <a:pt x="1382" y="14669"/>
                </a:lnTo>
                <a:lnTo>
                  <a:pt x="2761" y="13222"/>
                </a:lnTo>
                <a:lnTo>
                  <a:pt x="4169" y="11831"/>
                </a:lnTo>
                <a:lnTo>
                  <a:pt x="5620" y="10473"/>
                </a:lnTo>
                <a:lnTo>
                  <a:pt x="7150" y="9126"/>
                </a:lnTo>
                <a:lnTo>
                  <a:pt x="8777" y="7762"/>
                </a:lnTo>
                <a:lnTo>
                  <a:pt x="10091" y="6637"/>
                </a:lnTo>
                <a:lnTo>
                  <a:pt x="11426" y="5495"/>
                </a:lnTo>
                <a:lnTo>
                  <a:pt x="13057" y="4112"/>
                </a:lnTo>
                <a:lnTo>
                  <a:pt x="14699" y="2738"/>
                </a:lnTo>
                <a:lnTo>
                  <a:pt x="16348" y="1369"/>
                </a:lnTo>
                <a:lnTo>
                  <a:pt x="18000" y="0"/>
                </a:lnTo>
                <a:close/>
              </a:path>
            </a:pathLst>
          </a:custGeom>
          <a:solidFill>
            <a:srgbClr val="D5E5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4" name="contour_14442"/>
          <p:cNvSpPr/>
          <p:nvPr/>
        </p:nvSpPr>
        <p:spPr>
          <a:xfrm>
            <a:off x="5206713" y="2966213"/>
            <a:ext cx="4372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786" y="0"/>
                </a:lnTo>
                <a:lnTo>
                  <a:pt x="21600" y="0"/>
                </a:ln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20513" y="21480"/>
                </a:lnTo>
                <a:lnTo>
                  <a:pt x="19516" y="21367"/>
                </a:lnTo>
                <a:lnTo>
                  <a:pt x="18425" y="21247"/>
                </a:lnTo>
                <a:lnTo>
                  <a:pt x="17064" y="21096"/>
                </a:lnTo>
                <a:lnTo>
                  <a:pt x="15257" y="20894"/>
                </a:lnTo>
                <a:lnTo>
                  <a:pt x="12823" y="20626"/>
                </a:lnTo>
                <a:lnTo>
                  <a:pt x="9590" y="20266"/>
                </a:lnTo>
                <a:lnTo>
                  <a:pt x="5375" y="19798"/>
                </a:lnTo>
                <a:lnTo>
                  <a:pt x="0" y="19200"/>
                </a:lnTo>
                <a:lnTo>
                  <a:pt x="1026" y="18979"/>
                </a:lnTo>
                <a:lnTo>
                  <a:pt x="2837" y="18590"/>
                </a:lnTo>
                <a:lnTo>
                  <a:pt x="6977" y="17700"/>
                </a:lnTo>
                <a:lnTo>
                  <a:pt x="9331" y="16932"/>
                </a:lnTo>
                <a:lnTo>
                  <a:pt x="10886" y="16332"/>
                </a:lnTo>
                <a:lnTo>
                  <a:pt x="12344" y="15590"/>
                </a:lnTo>
                <a:lnTo>
                  <a:pt x="14400" y="14400"/>
                </a:lnTo>
                <a:lnTo>
                  <a:pt x="15131" y="12818"/>
                </a:lnTo>
                <a:lnTo>
                  <a:pt x="15754" y="11242"/>
                </a:lnTo>
                <a:lnTo>
                  <a:pt x="16283" y="9662"/>
                </a:lnTo>
                <a:lnTo>
                  <a:pt x="16722" y="8081"/>
                </a:lnTo>
                <a:lnTo>
                  <a:pt x="17086" y="6490"/>
                </a:lnTo>
                <a:lnTo>
                  <a:pt x="17384" y="4891"/>
                </a:lnTo>
                <a:lnTo>
                  <a:pt x="17629" y="3278"/>
                </a:lnTo>
                <a:lnTo>
                  <a:pt x="17831" y="1649"/>
                </a:lnTo>
                <a:lnTo>
                  <a:pt x="18000" y="0"/>
                </a:lnTo>
                <a:close/>
              </a:path>
            </a:pathLst>
          </a:custGeom>
          <a:solidFill>
            <a:srgbClr val="C1C3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5" name="contour_14443"/>
          <p:cNvSpPr/>
          <p:nvPr/>
        </p:nvSpPr>
        <p:spPr>
          <a:xfrm>
            <a:off x="10505082" y="298078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373"/>
                </a:lnTo>
                <a:lnTo>
                  <a:pt x="8104" y="783"/>
                </a:lnTo>
                <a:lnTo>
                  <a:pt x="10354" y="1220"/>
                </a:lnTo>
                <a:lnTo>
                  <a:pt x="12600" y="1685"/>
                </a:lnTo>
                <a:lnTo>
                  <a:pt x="15113" y="2160"/>
                </a:lnTo>
                <a:lnTo>
                  <a:pt x="17662" y="2635"/>
                </a:lnTo>
                <a:lnTo>
                  <a:pt x="19616" y="4007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DCEC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6" name="contour_14444"/>
          <p:cNvSpPr/>
          <p:nvPr/>
        </p:nvSpPr>
        <p:spPr>
          <a:xfrm>
            <a:off x="7881406" y="2980074"/>
            <a:ext cx="51016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7" y="0"/>
                </a:moveTo>
                <a:lnTo>
                  <a:pt x="9121" y="43"/>
                </a:lnTo>
                <a:lnTo>
                  <a:pt x="10819" y="85"/>
                </a:lnTo>
                <a:lnTo>
                  <a:pt x="12534" y="124"/>
                </a:lnTo>
                <a:lnTo>
                  <a:pt x="14228" y="156"/>
                </a:lnTo>
                <a:lnTo>
                  <a:pt x="15932" y="188"/>
                </a:lnTo>
                <a:lnTo>
                  <a:pt x="17656" y="220"/>
                </a:lnTo>
                <a:lnTo>
                  <a:pt x="19616" y="283"/>
                </a:lnTo>
                <a:lnTo>
                  <a:pt x="21600" y="347"/>
                </a:lnTo>
                <a:lnTo>
                  <a:pt x="20903" y="2465"/>
                </a:lnTo>
                <a:lnTo>
                  <a:pt x="20347" y="3911"/>
                </a:lnTo>
                <a:lnTo>
                  <a:pt x="19647" y="5345"/>
                </a:lnTo>
                <a:lnTo>
                  <a:pt x="18514" y="7431"/>
                </a:lnTo>
                <a:lnTo>
                  <a:pt x="16357" y="7545"/>
                </a:lnTo>
                <a:lnTo>
                  <a:pt x="14756" y="7428"/>
                </a:lnTo>
                <a:lnTo>
                  <a:pt x="12343" y="6989"/>
                </a:lnTo>
                <a:lnTo>
                  <a:pt x="9896" y="6840"/>
                </a:lnTo>
                <a:lnTo>
                  <a:pt x="8297" y="6953"/>
                </a:lnTo>
                <a:lnTo>
                  <a:pt x="6171" y="7431"/>
                </a:lnTo>
                <a:lnTo>
                  <a:pt x="5218" y="9698"/>
                </a:lnTo>
                <a:lnTo>
                  <a:pt x="4496" y="11983"/>
                </a:lnTo>
                <a:lnTo>
                  <a:pt x="3965" y="14300"/>
                </a:lnTo>
                <a:lnTo>
                  <a:pt x="3579" y="16666"/>
                </a:lnTo>
                <a:lnTo>
                  <a:pt x="3302" y="19092"/>
                </a:lnTo>
                <a:lnTo>
                  <a:pt x="3086" y="21600"/>
                </a:lnTo>
                <a:lnTo>
                  <a:pt x="2641" y="19446"/>
                </a:lnTo>
                <a:lnTo>
                  <a:pt x="2203" y="17286"/>
                </a:lnTo>
                <a:lnTo>
                  <a:pt x="1771" y="15129"/>
                </a:lnTo>
                <a:lnTo>
                  <a:pt x="1348" y="12964"/>
                </a:lnTo>
                <a:lnTo>
                  <a:pt x="1108" y="11756"/>
                </a:lnTo>
                <a:lnTo>
                  <a:pt x="373" y="8108"/>
                </a:lnTo>
                <a:lnTo>
                  <a:pt x="188" y="6015"/>
                </a:lnTo>
                <a:lnTo>
                  <a:pt x="0" y="3889"/>
                </a:lnTo>
                <a:lnTo>
                  <a:pt x="1851" y="1838"/>
                </a:lnTo>
                <a:lnTo>
                  <a:pt x="3243" y="747"/>
                </a:lnTo>
                <a:lnTo>
                  <a:pt x="4872" y="259"/>
                </a:lnTo>
                <a:lnTo>
                  <a:pt x="7437" y="0"/>
                </a:lnTo>
                <a:close/>
              </a:path>
            </a:pathLst>
          </a:custGeom>
          <a:solidFill>
            <a:srgbClr val="9283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7" name="contour_14445"/>
          <p:cNvSpPr/>
          <p:nvPr/>
        </p:nvSpPr>
        <p:spPr>
          <a:xfrm>
            <a:off x="7480566" y="2951637"/>
            <a:ext cx="36440" cy="44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176" y="1685"/>
                </a:lnTo>
                <a:lnTo>
                  <a:pt x="9711" y="3380"/>
                </a:lnTo>
                <a:lnTo>
                  <a:pt x="10260" y="5100"/>
                </a:lnTo>
                <a:lnTo>
                  <a:pt x="11893" y="8342"/>
                </a:lnTo>
                <a:lnTo>
                  <a:pt x="13198" y="10254"/>
                </a:lnTo>
                <a:lnTo>
                  <a:pt x="14852" y="11584"/>
                </a:lnTo>
                <a:lnTo>
                  <a:pt x="17548" y="13081"/>
                </a:lnTo>
                <a:lnTo>
                  <a:pt x="19561" y="13630"/>
                </a:lnTo>
                <a:lnTo>
                  <a:pt x="21600" y="14187"/>
                </a:lnTo>
                <a:lnTo>
                  <a:pt x="19492" y="16294"/>
                </a:lnTo>
                <a:lnTo>
                  <a:pt x="17889" y="17734"/>
                </a:lnTo>
                <a:lnTo>
                  <a:pt x="15980" y="19174"/>
                </a:lnTo>
                <a:lnTo>
                  <a:pt x="12960" y="21281"/>
                </a:lnTo>
                <a:lnTo>
                  <a:pt x="9487" y="21494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494"/>
                </a:lnTo>
                <a:lnTo>
                  <a:pt x="0" y="21281"/>
                </a:lnTo>
                <a:lnTo>
                  <a:pt x="1292" y="16748"/>
                </a:lnTo>
                <a:lnTo>
                  <a:pt x="2333" y="13166"/>
                </a:lnTo>
                <a:lnTo>
                  <a:pt x="3201" y="10357"/>
                </a:lnTo>
                <a:lnTo>
                  <a:pt x="3957" y="8151"/>
                </a:lnTo>
                <a:lnTo>
                  <a:pt x="4683" y="6370"/>
                </a:lnTo>
                <a:lnTo>
                  <a:pt x="5439" y="4841"/>
                </a:lnTo>
                <a:lnTo>
                  <a:pt x="6307" y="3387"/>
                </a:lnTo>
                <a:lnTo>
                  <a:pt x="7348" y="1830"/>
                </a:lnTo>
                <a:lnTo>
                  <a:pt x="8640" y="0"/>
                </a:lnTo>
                <a:close/>
              </a:path>
            </a:pathLst>
          </a:custGeom>
          <a:solidFill>
            <a:srgbClr val="474B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8" name="contour_14446"/>
          <p:cNvSpPr/>
          <p:nvPr/>
        </p:nvSpPr>
        <p:spPr>
          <a:xfrm>
            <a:off x="6686175" y="296621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688"/>
                </a:lnTo>
                <a:lnTo>
                  <a:pt x="8640" y="1292"/>
                </a:lnTo>
                <a:lnTo>
                  <a:pt x="10394" y="2149"/>
                </a:lnTo>
                <a:lnTo>
                  <a:pt x="12960" y="3600"/>
                </a:lnTo>
                <a:lnTo>
                  <a:pt x="13219" y="6386"/>
                </a:lnTo>
                <a:lnTo>
                  <a:pt x="13349" y="8341"/>
                </a:lnTo>
                <a:lnTo>
                  <a:pt x="13349" y="9983"/>
                </a:lnTo>
                <a:lnTo>
                  <a:pt x="13219" y="11830"/>
                </a:lnTo>
                <a:lnTo>
                  <a:pt x="12960" y="14400"/>
                </a:lnTo>
                <a:lnTo>
                  <a:pt x="15816" y="14400"/>
                </a:lnTo>
                <a:lnTo>
                  <a:pt x="18688" y="144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9220"/>
                </a:lnTo>
                <a:lnTo>
                  <a:pt x="8640" y="16826"/>
                </a:lnTo>
                <a:lnTo>
                  <a:pt x="8640" y="14400"/>
                </a:lnTo>
                <a:lnTo>
                  <a:pt x="5784" y="14400"/>
                </a:lnTo>
                <a:lnTo>
                  <a:pt x="2912" y="14400"/>
                </a:lnTo>
                <a:lnTo>
                  <a:pt x="0" y="14400"/>
                </a:lnTo>
                <a:lnTo>
                  <a:pt x="713" y="12024"/>
                </a:lnTo>
                <a:lnTo>
                  <a:pt x="1426" y="9644"/>
                </a:lnTo>
                <a:lnTo>
                  <a:pt x="2143" y="7254"/>
                </a:lnTo>
                <a:lnTo>
                  <a:pt x="2864" y="4853"/>
                </a:lnTo>
                <a:lnTo>
                  <a:pt x="3590" y="2437"/>
                </a:lnTo>
                <a:lnTo>
                  <a:pt x="4320" y="0"/>
                </a:lnTo>
                <a:close/>
              </a:path>
            </a:pathLst>
          </a:custGeom>
          <a:solidFill>
            <a:srgbClr val="BCC8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49" name="contour_14447"/>
          <p:cNvSpPr/>
          <p:nvPr/>
        </p:nvSpPr>
        <p:spPr>
          <a:xfrm>
            <a:off x="7247350" y="2944349"/>
            <a:ext cx="2220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89" y="0"/>
                </a:moveTo>
                <a:lnTo>
                  <a:pt x="13065" y="2290"/>
                </a:lnTo>
                <a:lnTo>
                  <a:pt x="17077" y="3926"/>
                </a:lnTo>
                <a:lnTo>
                  <a:pt x="19537" y="5149"/>
                </a:lnTo>
                <a:lnTo>
                  <a:pt x="20841" y="6202"/>
                </a:lnTo>
                <a:lnTo>
                  <a:pt x="21394" y="7333"/>
                </a:lnTo>
                <a:lnTo>
                  <a:pt x="21600" y="8786"/>
                </a:lnTo>
                <a:lnTo>
                  <a:pt x="20558" y="10541"/>
                </a:lnTo>
                <a:lnTo>
                  <a:pt x="19495" y="12317"/>
                </a:lnTo>
                <a:lnTo>
                  <a:pt x="19027" y="13203"/>
                </a:lnTo>
                <a:lnTo>
                  <a:pt x="17609" y="15873"/>
                </a:lnTo>
                <a:lnTo>
                  <a:pt x="15823" y="17372"/>
                </a:lnTo>
                <a:lnTo>
                  <a:pt x="14015" y="18419"/>
                </a:lnTo>
                <a:lnTo>
                  <a:pt x="11335" y="19289"/>
                </a:lnTo>
                <a:lnTo>
                  <a:pt x="6947" y="20258"/>
                </a:lnTo>
                <a:lnTo>
                  <a:pt x="0" y="21600"/>
                </a:lnTo>
                <a:lnTo>
                  <a:pt x="588" y="19818"/>
                </a:lnTo>
                <a:lnTo>
                  <a:pt x="1170" y="18036"/>
                </a:lnTo>
                <a:lnTo>
                  <a:pt x="1758" y="16251"/>
                </a:lnTo>
                <a:lnTo>
                  <a:pt x="2339" y="14464"/>
                </a:lnTo>
                <a:lnTo>
                  <a:pt x="2928" y="12674"/>
                </a:lnTo>
                <a:lnTo>
                  <a:pt x="3516" y="10881"/>
                </a:lnTo>
                <a:lnTo>
                  <a:pt x="4104" y="9083"/>
                </a:lnTo>
                <a:lnTo>
                  <a:pt x="4700" y="7279"/>
                </a:lnTo>
                <a:lnTo>
                  <a:pt x="5295" y="5470"/>
                </a:lnTo>
                <a:lnTo>
                  <a:pt x="5891" y="3656"/>
                </a:lnTo>
                <a:lnTo>
                  <a:pt x="6486" y="1831"/>
                </a:lnTo>
                <a:lnTo>
                  <a:pt x="7089" y="0"/>
                </a:lnTo>
                <a:close/>
              </a:path>
            </a:pathLst>
          </a:custGeom>
          <a:solidFill>
            <a:srgbClr val="D3E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0" name="contour_14448"/>
          <p:cNvSpPr/>
          <p:nvPr/>
        </p:nvSpPr>
        <p:spPr>
          <a:xfrm>
            <a:off x="8347837" y="2930450"/>
            <a:ext cx="36440" cy="430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20" y="1262"/>
                </a:moveTo>
                <a:lnTo>
                  <a:pt x="19699" y="2282"/>
                </a:lnTo>
                <a:lnTo>
                  <a:pt x="21600" y="3317"/>
                </a:lnTo>
                <a:lnTo>
                  <a:pt x="20174" y="4977"/>
                </a:lnTo>
                <a:lnTo>
                  <a:pt x="18736" y="6651"/>
                </a:lnTo>
                <a:lnTo>
                  <a:pt x="17280" y="8345"/>
                </a:lnTo>
                <a:lnTo>
                  <a:pt x="15461" y="10882"/>
                </a:lnTo>
                <a:lnTo>
                  <a:pt x="14239" y="12795"/>
                </a:lnTo>
                <a:lnTo>
                  <a:pt x="13500" y="14455"/>
                </a:lnTo>
                <a:lnTo>
                  <a:pt x="13120" y="16232"/>
                </a:lnTo>
                <a:lnTo>
                  <a:pt x="12982" y="18488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380" y="19366"/>
                </a:lnTo>
                <a:lnTo>
                  <a:pt x="778" y="17139"/>
                </a:lnTo>
                <a:lnTo>
                  <a:pt x="1192" y="14912"/>
                </a:lnTo>
                <a:lnTo>
                  <a:pt x="1620" y="12685"/>
                </a:lnTo>
                <a:lnTo>
                  <a:pt x="2074" y="10198"/>
                </a:lnTo>
                <a:lnTo>
                  <a:pt x="2532" y="7675"/>
                </a:lnTo>
                <a:lnTo>
                  <a:pt x="3629" y="5116"/>
                </a:lnTo>
                <a:lnTo>
                  <a:pt x="4618" y="3547"/>
                </a:lnTo>
                <a:lnTo>
                  <a:pt x="6057" y="2322"/>
                </a:lnTo>
                <a:lnTo>
                  <a:pt x="8506" y="801"/>
                </a:lnTo>
                <a:lnTo>
                  <a:pt x="11159" y="165"/>
                </a:lnTo>
                <a:lnTo>
                  <a:pt x="13012" y="0"/>
                </a:lnTo>
                <a:lnTo>
                  <a:pt x="14939" y="351"/>
                </a:lnTo>
                <a:lnTo>
                  <a:pt x="17820" y="1262"/>
                </a:lnTo>
                <a:close/>
              </a:path>
            </a:pathLst>
          </a:custGeom>
          <a:solidFill>
            <a:srgbClr val="CDDB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1" name="contour_14449"/>
          <p:cNvSpPr/>
          <p:nvPr/>
        </p:nvSpPr>
        <p:spPr>
          <a:xfrm>
            <a:off x="5206713" y="292248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3D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2" name="contour_14450"/>
          <p:cNvSpPr/>
          <p:nvPr/>
        </p:nvSpPr>
        <p:spPr>
          <a:xfrm>
            <a:off x="11503537" y="2900621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702" y="0"/>
                </a:lnTo>
                <a:lnTo>
                  <a:pt x="9257" y="0"/>
                </a:lnTo>
                <a:lnTo>
                  <a:pt x="9257" y="2182"/>
                </a:lnTo>
                <a:lnTo>
                  <a:pt x="9257" y="4366"/>
                </a:lnTo>
                <a:lnTo>
                  <a:pt x="9257" y="6557"/>
                </a:lnTo>
                <a:lnTo>
                  <a:pt x="9257" y="8757"/>
                </a:lnTo>
                <a:lnTo>
                  <a:pt x="9257" y="10967"/>
                </a:lnTo>
                <a:lnTo>
                  <a:pt x="9257" y="13188"/>
                </a:lnTo>
                <a:lnTo>
                  <a:pt x="9257" y="15429"/>
                </a:lnTo>
                <a:lnTo>
                  <a:pt x="11294" y="14919"/>
                </a:lnTo>
                <a:lnTo>
                  <a:pt x="13333" y="14410"/>
                </a:lnTo>
                <a:lnTo>
                  <a:pt x="15382" y="13898"/>
                </a:lnTo>
                <a:lnTo>
                  <a:pt x="17440" y="13383"/>
                </a:lnTo>
                <a:lnTo>
                  <a:pt x="19511" y="12864"/>
                </a:lnTo>
                <a:lnTo>
                  <a:pt x="21600" y="12343"/>
                </a:lnTo>
                <a:lnTo>
                  <a:pt x="20687" y="14395"/>
                </a:lnTo>
                <a:lnTo>
                  <a:pt x="19955" y="15898"/>
                </a:lnTo>
                <a:lnTo>
                  <a:pt x="19236" y="17113"/>
                </a:lnTo>
                <a:lnTo>
                  <a:pt x="18357" y="18298"/>
                </a:lnTo>
                <a:lnTo>
                  <a:pt x="17144" y="19708"/>
                </a:lnTo>
                <a:lnTo>
                  <a:pt x="15429" y="21600"/>
                </a:lnTo>
                <a:lnTo>
                  <a:pt x="13423" y="21504"/>
                </a:lnTo>
                <a:lnTo>
                  <a:pt x="11457" y="21304"/>
                </a:lnTo>
                <a:lnTo>
                  <a:pt x="9523" y="21008"/>
                </a:lnTo>
                <a:lnTo>
                  <a:pt x="7612" y="20631"/>
                </a:lnTo>
                <a:lnTo>
                  <a:pt x="5715" y="20181"/>
                </a:lnTo>
                <a:lnTo>
                  <a:pt x="3817" y="19668"/>
                </a:lnTo>
                <a:lnTo>
                  <a:pt x="1916" y="19110"/>
                </a:lnTo>
                <a:lnTo>
                  <a:pt x="0" y="18514"/>
                </a:lnTo>
                <a:lnTo>
                  <a:pt x="762" y="18255"/>
                </a:lnTo>
                <a:lnTo>
                  <a:pt x="3061" y="17465"/>
                </a:lnTo>
                <a:lnTo>
                  <a:pt x="3836" y="16959"/>
                </a:lnTo>
                <a:lnTo>
                  <a:pt x="6171" y="15429"/>
                </a:lnTo>
                <a:lnTo>
                  <a:pt x="6517" y="13238"/>
                </a:lnTo>
                <a:lnTo>
                  <a:pt x="6671" y="11683"/>
                </a:lnTo>
                <a:lnTo>
                  <a:pt x="6671" y="10025"/>
                </a:lnTo>
                <a:lnTo>
                  <a:pt x="6557" y="7523"/>
                </a:lnTo>
                <a:lnTo>
                  <a:pt x="6474" y="5409"/>
                </a:lnTo>
                <a:lnTo>
                  <a:pt x="6387" y="3268"/>
                </a:lnTo>
                <a:lnTo>
                  <a:pt x="6279" y="1645"/>
                </a:lnTo>
                <a:lnTo>
                  <a:pt x="6171" y="0"/>
                </a:lnTo>
                <a:close/>
              </a:path>
            </a:pathLst>
          </a:custGeom>
          <a:solidFill>
            <a:srgbClr val="9B90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3" name="contour_14451"/>
          <p:cNvSpPr/>
          <p:nvPr/>
        </p:nvSpPr>
        <p:spPr>
          <a:xfrm>
            <a:off x="11525401" y="292248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81" y="536"/>
                </a:lnTo>
                <a:lnTo>
                  <a:pt x="9992" y="1071"/>
                </a:lnTo>
                <a:lnTo>
                  <a:pt x="11908" y="1607"/>
                </a:lnTo>
                <a:lnTo>
                  <a:pt x="13827" y="2143"/>
                </a:lnTo>
                <a:lnTo>
                  <a:pt x="15756" y="2683"/>
                </a:lnTo>
                <a:lnTo>
                  <a:pt x="17693" y="3227"/>
                </a:lnTo>
                <a:lnTo>
                  <a:pt x="19641" y="3771"/>
                </a:lnTo>
                <a:lnTo>
                  <a:pt x="21600" y="4320"/>
                </a:lnTo>
                <a:lnTo>
                  <a:pt x="20168" y="6674"/>
                </a:lnTo>
                <a:lnTo>
                  <a:pt x="18724" y="8986"/>
                </a:lnTo>
                <a:lnTo>
                  <a:pt x="17265" y="11245"/>
                </a:lnTo>
                <a:lnTo>
                  <a:pt x="15771" y="13452"/>
                </a:lnTo>
                <a:lnTo>
                  <a:pt x="14234" y="15600"/>
                </a:lnTo>
                <a:lnTo>
                  <a:pt x="12645" y="17677"/>
                </a:lnTo>
                <a:lnTo>
                  <a:pt x="10988" y="19678"/>
                </a:lnTo>
                <a:lnTo>
                  <a:pt x="9257" y="21600"/>
                </a:lnTo>
                <a:lnTo>
                  <a:pt x="6591" y="21047"/>
                </a:lnTo>
                <a:lnTo>
                  <a:pt x="4777" y="20546"/>
                </a:lnTo>
                <a:lnTo>
                  <a:pt x="3370" y="19889"/>
                </a:lnTo>
                <a:lnTo>
                  <a:pt x="1925" y="18870"/>
                </a:lnTo>
                <a:lnTo>
                  <a:pt x="0" y="17280"/>
                </a:lnTo>
                <a:lnTo>
                  <a:pt x="1527" y="15854"/>
                </a:lnTo>
                <a:lnTo>
                  <a:pt x="3058" y="14424"/>
                </a:lnTo>
                <a:lnTo>
                  <a:pt x="4595" y="12990"/>
                </a:lnTo>
                <a:lnTo>
                  <a:pt x="6137" y="11552"/>
                </a:lnTo>
                <a:lnTo>
                  <a:pt x="7690" y="10100"/>
                </a:lnTo>
                <a:lnTo>
                  <a:pt x="9257" y="8640"/>
                </a:lnTo>
                <a:lnTo>
                  <a:pt x="8492" y="6502"/>
                </a:lnTo>
                <a:lnTo>
                  <a:pt x="7727" y="4350"/>
                </a:lnTo>
                <a:lnTo>
                  <a:pt x="6952" y="2190"/>
                </a:lnTo>
                <a:lnTo>
                  <a:pt x="6171" y="0"/>
                </a:lnTo>
                <a:close/>
              </a:path>
            </a:pathLst>
          </a:custGeom>
          <a:solidFill>
            <a:srgbClr val="C9D7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4" name="contour_14452"/>
          <p:cNvSpPr/>
          <p:nvPr/>
        </p:nvSpPr>
        <p:spPr>
          <a:xfrm>
            <a:off x="2043724" y="2929773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48" y="0"/>
                </a:lnTo>
                <a:lnTo>
                  <a:pt x="5900" y="0"/>
                </a:lnTo>
                <a:lnTo>
                  <a:pt x="8861" y="0"/>
                </a:lnTo>
                <a:lnTo>
                  <a:pt x="11834" y="0"/>
                </a:lnTo>
                <a:lnTo>
                  <a:pt x="14820" y="0"/>
                </a:lnTo>
                <a:lnTo>
                  <a:pt x="17822" y="0"/>
                </a:lnTo>
                <a:lnTo>
                  <a:pt x="20849" y="0"/>
                </a:lnTo>
                <a:lnTo>
                  <a:pt x="2135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50" y="12020"/>
                </a:lnTo>
                <a:lnTo>
                  <a:pt x="20849" y="16200"/>
                </a:lnTo>
                <a:lnTo>
                  <a:pt x="18114" y="17696"/>
                </a:lnTo>
                <a:lnTo>
                  <a:pt x="15424" y="18835"/>
                </a:lnTo>
                <a:lnTo>
                  <a:pt x="12735" y="19710"/>
                </a:lnTo>
                <a:lnTo>
                  <a:pt x="9995" y="20401"/>
                </a:lnTo>
                <a:lnTo>
                  <a:pt x="7160" y="21006"/>
                </a:lnTo>
                <a:lnTo>
                  <a:pt x="4170" y="21600"/>
                </a:lnTo>
                <a:lnTo>
                  <a:pt x="3482" y="18036"/>
                </a:lnTo>
                <a:lnTo>
                  <a:pt x="2794" y="14467"/>
                </a:lnTo>
                <a:lnTo>
                  <a:pt x="2102" y="10881"/>
                </a:lnTo>
                <a:lnTo>
                  <a:pt x="1405" y="7279"/>
                </a:lnTo>
                <a:lnTo>
                  <a:pt x="705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A4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5" name="contour_14453"/>
          <p:cNvSpPr/>
          <p:nvPr/>
        </p:nvSpPr>
        <p:spPr>
          <a:xfrm>
            <a:off x="7756293" y="2886045"/>
            <a:ext cx="2308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9" y="0"/>
                </a:moveTo>
                <a:lnTo>
                  <a:pt x="5190" y="611"/>
                </a:lnTo>
                <a:lnTo>
                  <a:pt x="9255" y="1225"/>
                </a:lnTo>
                <a:lnTo>
                  <a:pt x="13334" y="1839"/>
                </a:lnTo>
                <a:lnTo>
                  <a:pt x="17446" y="2459"/>
                </a:lnTo>
                <a:lnTo>
                  <a:pt x="21600" y="3086"/>
                </a:lnTo>
                <a:lnTo>
                  <a:pt x="20850" y="5122"/>
                </a:lnTo>
                <a:lnTo>
                  <a:pt x="20100" y="7162"/>
                </a:lnTo>
                <a:lnTo>
                  <a:pt x="19349" y="9202"/>
                </a:lnTo>
                <a:lnTo>
                  <a:pt x="18592" y="11247"/>
                </a:lnTo>
                <a:lnTo>
                  <a:pt x="17835" y="13299"/>
                </a:lnTo>
                <a:lnTo>
                  <a:pt x="17078" y="15361"/>
                </a:lnTo>
                <a:lnTo>
                  <a:pt x="16314" y="17428"/>
                </a:lnTo>
                <a:lnTo>
                  <a:pt x="15550" y="19508"/>
                </a:lnTo>
                <a:lnTo>
                  <a:pt x="14780" y="21600"/>
                </a:lnTo>
                <a:lnTo>
                  <a:pt x="11404" y="20835"/>
                </a:lnTo>
                <a:lnTo>
                  <a:pt x="8007" y="20069"/>
                </a:lnTo>
                <a:lnTo>
                  <a:pt x="4597" y="19295"/>
                </a:lnTo>
                <a:lnTo>
                  <a:pt x="1139" y="18514"/>
                </a:lnTo>
                <a:lnTo>
                  <a:pt x="491" y="16351"/>
                </a:lnTo>
                <a:lnTo>
                  <a:pt x="130" y="14777"/>
                </a:lnTo>
                <a:lnTo>
                  <a:pt x="0" y="13340"/>
                </a:lnTo>
                <a:lnTo>
                  <a:pt x="61" y="11587"/>
                </a:lnTo>
                <a:lnTo>
                  <a:pt x="286" y="9066"/>
                </a:lnTo>
                <a:lnTo>
                  <a:pt x="409" y="7372"/>
                </a:lnTo>
                <a:lnTo>
                  <a:pt x="532" y="5668"/>
                </a:lnTo>
                <a:lnTo>
                  <a:pt x="662" y="3940"/>
                </a:lnTo>
                <a:lnTo>
                  <a:pt x="900" y="1984"/>
                </a:lnTo>
                <a:lnTo>
                  <a:pt x="1139" y="0"/>
                </a:lnTo>
                <a:close/>
              </a:path>
            </a:pathLst>
          </a:custGeom>
          <a:solidFill>
            <a:srgbClr val="D0E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6" name="contour_14454"/>
          <p:cNvSpPr/>
          <p:nvPr/>
        </p:nvSpPr>
        <p:spPr>
          <a:xfrm>
            <a:off x="7240062" y="288604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0800" y="2040"/>
                </a:lnTo>
                <a:lnTo>
                  <a:pt x="10800" y="4092"/>
                </a:lnTo>
                <a:lnTo>
                  <a:pt x="10800" y="6171"/>
                </a:lnTo>
                <a:lnTo>
                  <a:pt x="13478" y="7122"/>
                </a:lnTo>
                <a:lnTo>
                  <a:pt x="15379" y="7757"/>
                </a:lnTo>
                <a:lnTo>
                  <a:pt x="17021" y="8227"/>
                </a:lnTo>
                <a:lnTo>
                  <a:pt x="18922" y="8677"/>
                </a:lnTo>
                <a:lnTo>
                  <a:pt x="21600" y="9257"/>
                </a:lnTo>
                <a:lnTo>
                  <a:pt x="19818" y="10785"/>
                </a:lnTo>
                <a:lnTo>
                  <a:pt x="18032" y="12315"/>
                </a:lnTo>
                <a:lnTo>
                  <a:pt x="16247" y="13846"/>
                </a:lnTo>
                <a:lnTo>
                  <a:pt x="14454" y="15382"/>
                </a:lnTo>
                <a:lnTo>
                  <a:pt x="12654" y="16925"/>
                </a:lnTo>
                <a:lnTo>
                  <a:pt x="10847" y="18474"/>
                </a:lnTo>
                <a:lnTo>
                  <a:pt x="9029" y="20032"/>
                </a:lnTo>
                <a:lnTo>
                  <a:pt x="7200" y="21600"/>
                </a:lnTo>
                <a:lnTo>
                  <a:pt x="7200" y="19560"/>
                </a:lnTo>
                <a:lnTo>
                  <a:pt x="7200" y="17508"/>
                </a:lnTo>
                <a:lnTo>
                  <a:pt x="7200" y="15429"/>
                </a:lnTo>
                <a:lnTo>
                  <a:pt x="5062" y="14296"/>
                </a:lnTo>
                <a:lnTo>
                  <a:pt x="3600" y="13596"/>
                </a:lnTo>
                <a:lnTo>
                  <a:pt x="2138" y="13043"/>
                </a:lnTo>
                <a:lnTo>
                  <a:pt x="0" y="12343"/>
                </a:lnTo>
                <a:lnTo>
                  <a:pt x="2380" y="12343"/>
                </a:lnTo>
                <a:lnTo>
                  <a:pt x="4774" y="12343"/>
                </a:lnTo>
                <a:lnTo>
                  <a:pt x="7200" y="12343"/>
                </a:lnTo>
                <a:lnTo>
                  <a:pt x="6606" y="10306"/>
                </a:lnTo>
                <a:lnTo>
                  <a:pt x="6012" y="8267"/>
                </a:lnTo>
                <a:lnTo>
                  <a:pt x="5414" y="6218"/>
                </a:lnTo>
                <a:lnTo>
                  <a:pt x="4813" y="4160"/>
                </a:lnTo>
                <a:lnTo>
                  <a:pt x="4208" y="2089"/>
                </a:lnTo>
                <a:lnTo>
                  <a:pt x="3600" y="0"/>
                </a:lnTo>
                <a:close/>
              </a:path>
            </a:pathLst>
          </a:custGeom>
          <a:solidFill>
            <a:srgbClr val="D0E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7" name="contour_14455"/>
          <p:cNvSpPr/>
          <p:nvPr/>
        </p:nvSpPr>
        <p:spPr>
          <a:xfrm>
            <a:off x="7174470" y="2907909"/>
            <a:ext cx="43728" cy="32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45"/>
                </a:lnTo>
                <a:lnTo>
                  <a:pt x="2084" y="475"/>
                </a:lnTo>
                <a:lnTo>
                  <a:pt x="3175" y="720"/>
                </a:lnTo>
                <a:lnTo>
                  <a:pt x="4536" y="1029"/>
                </a:lnTo>
                <a:lnTo>
                  <a:pt x="6343" y="1440"/>
                </a:lnTo>
                <a:lnTo>
                  <a:pt x="8777" y="1989"/>
                </a:lnTo>
                <a:lnTo>
                  <a:pt x="12010" y="2724"/>
                </a:lnTo>
                <a:lnTo>
                  <a:pt x="16225" y="3679"/>
                </a:lnTo>
                <a:lnTo>
                  <a:pt x="21600" y="4899"/>
                </a:lnTo>
                <a:lnTo>
                  <a:pt x="21139" y="8544"/>
                </a:lnTo>
                <a:lnTo>
                  <a:pt x="20722" y="11131"/>
                </a:lnTo>
                <a:lnTo>
                  <a:pt x="20174" y="13365"/>
                </a:lnTo>
                <a:lnTo>
                  <a:pt x="19325" y="15951"/>
                </a:lnTo>
                <a:lnTo>
                  <a:pt x="18000" y="19596"/>
                </a:lnTo>
                <a:lnTo>
                  <a:pt x="15509" y="20679"/>
                </a:lnTo>
                <a:lnTo>
                  <a:pt x="13122" y="21355"/>
                </a:lnTo>
                <a:lnTo>
                  <a:pt x="10786" y="21600"/>
                </a:lnTo>
                <a:lnTo>
                  <a:pt x="8456" y="21404"/>
                </a:lnTo>
                <a:lnTo>
                  <a:pt x="6077" y="20743"/>
                </a:lnTo>
                <a:lnTo>
                  <a:pt x="3600" y="19596"/>
                </a:lnTo>
                <a:lnTo>
                  <a:pt x="2473" y="16373"/>
                </a:lnTo>
                <a:lnTo>
                  <a:pt x="1660" y="13267"/>
                </a:lnTo>
                <a:lnTo>
                  <a:pt x="1084" y="10175"/>
                </a:lnTo>
                <a:lnTo>
                  <a:pt x="662" y="7001"/>
                </a:lnTo>
                <a:lnTo>
                  <a:pt x="328" y="3645"/>
                </a:lnTo>
                <a:lnTo>
                  <a:pt x="0" y="0"/>
                </a:lnTo>
                <a:close/>
              </a:path>
            </a:pathLst>
          </a:custGeom>
          <a:solidFill>
            <a:srgbClr val="B9B6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8" name="contour_14456"/>
          <p:cNvSpPr/>
          <p:nvPr/>
        </p:nvSpPr>
        <p:spPr>
          <a:xfrm>
            <a:off x="4077074" y="2900621"/>
            <a:ext cx="58304" cy="23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460"/>
                </a:lnTo>
                <a:lnTo>
                  <a:pt x="3715" y="939"/>
                </a:lnTo>
                <a:lnTo>
                  <a:pt x="5573" y="1432"/>
                </a:lnTo>
                <a:lnTo>
                  <a:pt x="7428" y="1938"/>
                </a:lnTo>
                <a:lnTo>
                  <a:pt x="9283" y="2464"/>
                </a:lnTo>
                <a:lnTo>
                  <a:pt x="11008" y="2923"/>
                </a:lnTo>
                <a:lnTo>
                  <a:pt x="12744" y="3383"/>
                </a:lnTo>
                <a:lnTo>
                  <a:pt x="14502" y="3850"/>
                </a:lnTo>
                <a:lnTo>
                  <a:pt x="17075" y="5531"/>
                </a:lnTo>
                <a:lnTo>
                  <a:pt x="18595" y="7082"/>
                </a:lnTo>
                <a:lnTo>
                  <a:pt x="19656" y="9407"/>
                </a:lnTo>
                <a:lnTo>
                  <a:pt x="20852" y="13395"/>
                </a:lnTo>
                <a:lnTo>
                  <a:pt x="21222" y="16528"/>
                </a:lnTo>
                <a:lnTo>
                  <a:pt x="21600" y="19708"/>
                </a:lnTo>
                <a:lnTo>
                  <a:pt x="17631" y="20523"/>
                </a:lnTo>
                <a:lnTo>
                  <a:pt x="14429" y="21120"/>
                </a:lnTo>
                <a:lnTo>
                  <a:pt x="11883" y="21495"/>
                </a:lnTo>
                <a:lnTo>
                  <a:pt x="9882" y="21600"/>
                </a:lnTo>
                <a:lnTo>
                  <a:pt x="8316" y="21429"/>
                </a:lnTo>
                <a:lnTo>
                  <a:pt x="7074" y="20936"/>
                </a:lnTo>
                <a:lnTo>
                  <a:pt x="6045" y="20109"/>
                </a:lnTo>
                <a:lnTo>
                  <a:pt x="5116" y="18913"/>
                </a:lnTo>
                <a:lnTo>
                  <a:pt x="4180" y="17323"/>
                </a:lnTo>
                <a:lnTo>
                  <a:pt x="3121" y="15320"/>
                </a:lnTo>
                <a:lnTo>
                  <a:pt x="2265" y="12009"/>
                </a:lnTo>
                <a:lnTo>
                  <a:pt x="1655" y="9302"/>
                </a:lnTo>
                <a:lnTo>
                  <a:pt x="999" y="5781"/>
                </a:lnTo>
                <a:lnTo>
                  <a:pt x="0" y="0"/>
                </a:lnTo>
                <a:close/>
              </a:path>
            </a:pathLst>
          </a:custGeom>
          <a:solidFill>
            <a:srgbClr val="2A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59" name="contour_14457"/>
          <p:cNvSpPr/>
          <p:nvPr/>
        </p:nvSpPr>
        <p:spPr>
          <a:xfrm>
            <a:off x="5046377" y="2892072"/>
            <a:ext cx="43728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17"/>
                </a:moveTo>
                <a:lnTo>
                  <a:pt x="6188" y="478"/>
                </a:lnTo>
                <a:lnTo>
                  <a:pt x="8755" y="123"/>
                </a:lnTo>
                <a:lnTo>
                  <a:pt x="11311" y="0"/>
                </a:lnTo>
                <a:lnTo>
                  <a:pt x="13864" y="77"/>
                </a:lnTo>
                <a:lnTo>
                  <a:pt x="16423" y="316"/>
                </a:lnTo>
                <a:lnTo>
                  <a:pt x="18997" y="678"/>
                </a:lnTo>
                <a:lnTo>
                  <a:pt x="21600" y="1117"/>
                </a:lnTo>
                <a:lnTo>
                  <a:pt x="21247" y="5920"/>
                </a:lnTo>
                <a:lnTo>
                  <a:pt x="20884" y="9328"/>
                </a:lnTo>
                <a:lnTo>
                  <a:pt x="20336" y="12272"/>
                </a:lnTo>
                <a:lnTo>
                  <a:pt x="19433" y="15680"/>
                </a:lnTo>
                <a:lnTo>
                  <a:pt x="18000" y="20483"/>
                </a:lnTo>
                <a:lnTo>
                  <a:pt x="15412" y="21122"/>
                </a:lnTo>
                <a:lnTo>
                  <a:pt x="12845" y="21477"/>
                </a:lnTo>
                <a:lnTo>
                  <a:pt x="10289" y="21600"/>
                </a:lnTo>
                <a:lnTo>
                  <a:pt x="7736" y="21523"/>
                </a:lnTo>
                <a:lnTo>
                  <a:pt x="5177" y="21284"/>
                </a:lnTo>
                <a:lnTo>
                  <a:pt x="2603" y="20922"/>
                </a:lnTo>
                <a:lnTo>
                  <a:pt x="0" y="20483"/>
                </a:lnTo>
                <a:lnTo>
                  <a:pt x="353" y="15680"/>
                </a:lnTo>
                <a:lnTo>
                  <a:pt x="716" y="12272"/>
                </a:lnTo>
                <a:lnTo>
                  <a:pt x="1264" y="9328"/>
                </a:lnTo>
                <a:lnTo>
                  <a:pt x="2167" y="5920"/>
                </a:lnTo>
                <a:lnTo>
                  <a:pt x="3600" y="1117"/>
                </a:lnTo>
                <a:close/>
              </a:path>
            </a:pathLst>
          </a:custGeom>
          <a:solidFill>
            <a:srgbClr val="3130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0" name="contour_14458"/>
          <p:cNvSpPr/>
          <p:nvPr/>
        </p:nvSpPr>
        <p:spPr>
          <a:xfrm>
            <a:off x="4542522" y="2892167"/>
            <a:ext cx="66576" cy="37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70"/>
                </a:moveTo>
                <a:lnTo>
                  <a:pt x="21600" y="2746"/>
                </a:lnTo>
                <a:lnTo>
                  <a:pt x="21600" y="4856"/>
                </a:lnTo>
                <a:lnTo>
                  <a:pt x="19928" y="4856"/>
                </a:lnTo>
                <a:lnTo>
                  <a:pt x="18254" y="4856"/>
                </a:lnTo>
                <a:lnTo>
                  <a:pt x="16575" y="4856"/>
                </a:lnTo>
                <a:lnTo>
                  <a:pt x="14889" y="4856"/>
                </a:lnTo>
                <a:lnTo>
                  <a:pt x="13196" y="4856"/>
                </a:lnTo>
                <a:lnTo>
                  <a:pt x="11494" y="4856"/>
                </a:lnTo>
                <a:lnTo>
                  <a:pt x="9777" y="4856"/>
                </a:lnTo>
                <a:lnTo>
                  <a:pt x="9971" y="6844"/>
                </a:lnTo>
                <a:lnTo>
                  <a:pt x="10170" y="8845"/>
                </a:lnTo>
                <a:lnTo>
                  <a:pt x="10368" y="10875"/>
                </a:lnTo>
                <a:lnTo>
                  <a:pt x="10175" y="13035"/>
                </a:lnTo>
                <a:lnTo>
                  <a:pt x="9976" y="15208"/>
                </a:lnTo>
                <a:lnTo>
                  <a:pt x="9777" y="17414"/>
                </a:lnTo>
                <a:lnTo>
                  <a:pt x="8250" y="18557"/>
                </a:lnTo>
                <a:lnTo>
                  <a:pt x="6711" y="19461"/>
                </a:lnTo>
                <a:lnTo>
                  <a:pt x="5152" y="20177"/>
                </a:lnTo>
                <a:lnTo>
                  <a:pt x="3570" y="20742"/>
                </a:lnTo>
                <a:lnTo>
                  <a:pt x="1963" y="21202"/>
                </a:lnTo>
                <a:lnTo>
                  <a:pt x="319" y="21600"/>
                </a:lnTo>
                <a:lnTo>
                  <a:pt x="106" y="18737"/>
                </a:lnTo>
                <a:lnTo>
                  <a:pt x="0" y="16652"/>
                </a:lnTo>
                <a:lnTo>
                  <a:pt x="0" y="14743"/>
                </a:lnTo>
                <a:lnTo>
                  <a:pt x="106" y="12407"/>
                </a:lnTo>
                <a:lnTo>
                  <a:pt x="319" y="9042"/>
                </a:lnTo>
                <a:lnTo>
                  <a:pt x="1714" y="6698"/>
                </a:lnTo>
                <a:lnTo>
                  <a:pt x="3152" y="4780"/>
                </a:lnTo>
                <a:lnTo>
                  <a:pt x="4632" y="3248"/>
                </a:lnTo>
                <a:lnTo>
                  <a:pt x="6153" y="2064"/>
                </a:lnTo>
                <a:lnTo>
                  <a:pt x="7713" y="1185"/>
                </a:lnTo>
                <a:lnTo>
                  <a:pt x="9312" y="582"/>
                </a:lnTo>
                <a:lnTo>
                  <a:pt x="10953" y="205"/>
                </a:lnTo>
                <a:lnTo>
                  <a:pt x="12631" y="25"/>
                </a:lnTo>
                <a:lnTo>
                  <a:pt x="14350" y="0"/>
                </a:lnTo>
                <a:lnTo>
                  <a:pt x="16107" y="88"/>
                </a:lnTo>
                <a:lnTo>
                  <a:pt x="17900" y="255"/>
                </a:lnTo>
                <a:lnTo>
                  <a:pt x="19732" y="465"/>
                </a:lnTo>
                <a:lnTo>
                  <a:pt x="21600" y="670"/>
                </a:lnTo>
                <a:close/>
              </a:path>
            </a:pathLst>
          </a:custGeom>
          <a:solidFill>
            <a:srgbClr val="BEBA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1" name="contour_14459"/>
          <p:cNvSpPr/>
          <p:nvPr/>
        </p:nvSpPr>
        <p:spPr>
          <a:xfrm>
            <a:off x="5396200" y="2878757"/>
            <a:ext cx="583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7" y="140"/>
                </a:lnTo>
                <a:lnTo>
                  <a:pt x="5989" y="262"/>
                </a:lnTo>
                <a:lnTo>
                  <a:pt x="7201" y="394"/>
                </a:lnTo>
                <a:lnTo>
                  <a:pt x="8481" y="567"/>
                </a:lnTo>
                <a:lnTo>
                  <a:pt x="10098" y="821"/>
                </a:lnTo>
                <a:lnTo>
                  <a:pt x="12317" y="1183"/>
                </a:lnTo>
                <a:lnTo>
                  <a:pt x="14051" y="1455"/>
                </a:lnTo>
                <a:lnTo>
                  <a:pt x="15795" y="1733"/>
                </a:lnTo>
                <a:lnTo>
                  <a:pt x="17561" y="2014"/>
                </a:lnTo>
                <a:lnTo>
                  <a:pt x="18895" y="2241"/>
                </a:lnTo>
                <a:lnTo>
                  <a:pt x="20239" y="2471"/>
                </a:lnTo>
                <a:lnTo>
                  <a:pt x="21600" y="2700"/>
                </a:lnTo>
                <a:lnTo>
                  <a:pt x="21600" y="4039"/>
                </a:lnTo>
                <a:lnTo>
                  <a:pt x="21600" y="5400"/>
                </a:lnTo>
                <a:lnTo>
                  <a:pt x="19818" y="5400"/>
                </a:lnTo>
                <a:lnTo>
                  <a:pt x="18033" y="5400"/>
                </a:lnTo>
                <a:lnTo>
                  <a:pt x="16249" y="5400"/>
                </a:lnTo>
                <a:lnTo>
                  <a:pt x="14459" y="5400"/>
                </a:lnTo>
                <a:lnTo>
                  <a:pt x="12663" y="5400"/>
                </a:lnTo>
                <a:lnTo>
                  <a:pt x="10859" y="5400"/>
                </a:lnTo>
                <a:lnTo>
                  <a:pt x="9050" y="5400"/>
                </a:lnTo>
                <a:lnTo>
                  <a:pt x="7231" y="5400"/>
                </a:lnTo>
                <a:lnTo>
                  <a:pt x="5400" y="5400"/>
                </a:lnTo>
                <a:lnTo>
                  <a:pt x="5400" y="7182"/>
                </a:lnTo>
                <a:lnTo>
                  <a:pt x="5400" y="8967"/>
                </a:lnTo>
                <a:lnTo>
                  <a:pt x="5400" y="10751"/>
                </a:lnTo>
                <a:lnTo>
                  <a:pt x="5400" y="12541"/>
                </a:lnTo>
                <a:lnTo>
                  <a:pt x="5400" y="14337"/>
                </a:lnTo>
                <a:lnTo>
                  <a:pt x="5400" y="16141"/>
                </a:lnTo>
                <a:lnTo>
                  <a:pt x="5400" y="17950"/>
                </a:lnTo>
                <a:lnTo>
                  <a:pt x="5400" y="19769"/>
                </a:lnTo>
                <a:lnTo>
                  <a:pt x="5400" y="21600"/>
                </a:lnTo>
                <a:lnTo>
                  <a:pt x="4061" y="21600"/>
                </a:lnTo>
                <a:lnTo>
                  <a:pt x="2700" y="21600"/>
                </a:lnTo>
                <a:lnTo>
                  <a:pt x="2389" y="19745"/>
                </a:lnTo>
                <a:lnTo>
                  <a:pt x="2082" y="17890"/>
                </a:lnTo>
                <a:lnTo>
                  <a:pt x="1779" y="16033"/>
                </a:lnTo>
                <a:lnTo>
                  <a:pt x="1480" y="14175"/>
                </a:lnTo>
                <a:lnTo>
                  <a:pt x="1183" y="12317"/>
                </a:lnTo>
                <a:lnTo>
                  <a:pt x="1056" y="11551"/>
                </a:lnTo>
                <a:lnTo>
                  <a:pt x="834" y="10198"/>
                </a:lnTo>
                <a:lnTo>
                  <a:pt x="327" y="7098"/>
                </a:lnTo>
                <a:lnTo>
                  <a:pt x="219" y="5646"/>
                </a:lnTo>
                <a:lnTo>
                  <a:pt x="111" y="4182"/>
                </a:lnTo>
                <a:lnTo>
                  <a:pt x="0" y="2700"/>
                </a:lnTo>
                <a:lnTo>
                  <a:pt x="1339" y="1361"/>
                </a:lnTo>
                <a:lnTo>
                  <a:pt x="2700" y="0"/>
                </a:lnTo>
                <a:close/>
              </a:path>
            </a:pathLst>
          </a:custGeom>
          <a:solidFill>
            <a:srgbClr val="918F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2" name="contour_14460"/>
          <p:cNvSpPr/>
          <p:nvPr/>
        </p:nvSpPr>
        <p:spPr>
          <a:xfrm>
            <a:off x="10167772" y="2850006"/>
            <a:ext cx="30821" cy="433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28" y="2300"/>
                </a:moveTo>
                <a:lnTo>
                  <a:pt x="20114" y="5112"/>
                </a:lnTo>
                <a:lnTo>
                  <a:pt x="21294" y="6936"/>
                </a:lnTo>
                <a:lnTo>
                  <a:pt x="21600" y="8567"/>
                </a:lnTo>
                <a:lnTo>
                  <a:pt x="21375" y="10798"/>
                </a:lnTo>
                <a:lnTo>
                  <a:pt x="20563" y="12982"/>
                </a:lnTo>
                <a:lnTo>
                  <a:pt x="19674" y="15151"/>
                </a:lnTo>
                <a:lnTo>
                  <a:pt x="18740" y="17305"/>
                </a:lnTo>
                <a:lnTo>
                  <a:pt x="17764" y="19456"/>
                </a:lnTo>
                <a:lnTo>
                  <a:pt x="16763" y="21600"/>
                </a:lnTo>
                <a:lnTo>
                  <a:pt x="12963" y="21135"/>
                </a:lnTo>
                <a:lnTo>
                  <a:pt x="10266" y="20710"/>
                </a:lnTo>
                <a:lnTo>
                  <a:pt x="7942" y="20158"/>
                </a:lnTo>
                <a:lnTo>
                  <a:pt x="5245" y="19304"/>
                </a:lnTo>
                <a:lnTo>
                  <a:pt x="1440" y="17967"/>
                </a:lnTo>
                <a:lnTo>
                  <a:pt x="598" y="15489"/>
                </a:lnTo>
                <a:lnTo>
                  <a:pt x="128" y="13084"/>
                </a:lnTo>
                <a:lnTo>
                  <a:pt x="0" y="10711"/>
                </a:lnTo>
                <a:lnTo>
                  <a:pt x="194" y="8338"/>
                </a:lnTo>
                <a:lnTo>
                  <a:pt x="684" y="5926"/>
                </a:lnTo>
                <a:lnTo>
                  <a:pt x="1440" y="3433"/>
                </a:lnTo>
                <a:lnTo>
                  <a:pt x="4852" y="1253"/>
                </a:lnTo>
                <a:lnTo>
                  <a:pt x="7702" y="142"/>
                </a:lnTo>
                <a:lnTo>
                  <a:pt x="10481" y="0"/>
                </a:lnTo>
                <a:lnTo>
                  <a:pt x="13658" y="748"/>
                </a:lnTo>
                <a:lnTo>
                  <a:pt x="17728" y="2300"/>
                </a:lnTo>
                <a:close/>
              </a:path>
            </a:pathLst>
          </a:custGeom>
          <a:solidFill>
            <a:srgbClr val="E7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3" name="contour_14461"/>
          <p:cNvSpPr/>
          <p:nvPr/>
        </p:nvSpPr>
        <p:spPr>
          <a:xfrm>
            <a:off x="10585250" y="2827741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442" y="3689"/>
                </a:lnTo>
                <a:lnTo>
                  <a:pt x="21186" y="7210"/>
                </a:lnTo>
                <a:lnTo>
                  <a:pt x="20772" y="10604"/>
                </a:lnTo>
                <a:lnTo>
                  <a:pt x="20146" y="13910"/>
                </a:lnTo>
                <a:lnTo>
                  <a:pt x="19242" y="17166"/>
                </a:lnTo>
                <a:lnTo>
                  <a:pt x="18000" y="20411"/>
                </a:lnTo>
                <a:lnTo>
                  <a:pt x="15401" y="21090"/>
                </a:lnTo>
                <a:lnTo>
                  <a:pt x="12838" y="21467"/>
                </a:lnTo>
                <a:lnTo>
                  <a:pt x="10292" y="21600"/>
                </a:lnTo>
                <a:lnTo>
                  <a:pt x="7751" y="21513"/>
                </a:lnTo>
                <a:lnTo>
                  <a:pt x="5202" y="21263"/>
                </a:lnTo>
                <a:lnTo>
                  <a:pt x="2621" y="20881"/>
                </a:lnTo>
                <a:lnTo>
                  <a:pt x="0" y="20411"/>
                </a:lnTo>
                <a:lnTo>
                  <a:pt x="0" y="17038"/>
                </a:lnTo>
                <a:lnTo>
                  <a:pt x="0" y="13645"/>
                </a:lnTo>
                <a:lnTo>
                  <a:pt x="0" y="10206"/>
                </a:lnTo>
                <a:lnTo>
                  <a:pt x="1735" y="8297"/>
                </a:lnTo>
                <a:lnTo>
                  <a:pt x="3017" y="7067"/>
                </a:lnTo>
                <a:lnTo>
                  <a:pt x="4478" y="5965"/>
                </a:lnTo>
                <a:lnTo>
                  <a:pt x="6750" y="4465"/>
                </a:lnTo>
                <a:lnTo>
                  <a:pt x="7693" y="3817"/>
                </a:lnTo>
                <a:lnTo>
                  <a:pt x="10548" y="1873"/>
                </a:lnTo>
                <a:lnTo>
                  <a:pt x="12485" y="959"/>
                </a:lnTo>
                <a:lnTo>
                  <a:pt x="14029" y="403"/>
                </a:lnTo>
                <a:lnTo>
                  <a:pt x="15710" y="117"/>
                </a:lnTo>
                <a:lnTo>
                  <a:pt x="18054" y="15"/>
                </a:lnTo>
                <a:lnTo>
                  <a:pt x="21600" y="0"/>
                </a:lnTo>
                <a:close/>
              </a:path>
            </a:pathLst>
          </a:custGeom>
          <a:solidFill>
            <a:srgbClr val="8A77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4" name="contour_14462"/>
          <p:cNvSpPr/>
          <p:nvPr/>
        </p:nvSpPr>
        <p:spPr>
          <a:xfrm>
            <a:off x="6817359" y="2827741"/>
            <a:ext cx="2989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31" y="0"/>
                </a:moveTo>
                <a:lnTo>
                  <a:pt x="13659" y="1631"/>
                </a:lnTo>
                <a:lnTo>
                  <a:pt x="15797" y="2923"/>
                </a:lnTo>
                <a:lnTo>
                  <a:pt x="17935" y="4558"/>
                </a:lnTo>
                <a:lnTo>
                  <a:pt x="21063" y="7200"/>
                </a:lnTo>
                <a:lnTo>
                  <a:pt x="21426" y="9641"/>
                </a:lnTo>
                <a:lnTo>
                  <a:pt x="21589" y="12020"/>
                </a:lnTo>
                <a:lnTo>
                  <a:pt x="21600" y="14371"/>
                </a:lnTo>
                <a:lnTo>
                  <a:pt x="21489" y="16729"/>
                </a:lnTo>
                <a:lnTo>
                  <a:pt x="21300" y="19127"/>
                </a:lnTo>
                <a:lnTo>
                  <a:pt x="21063" y="21600"/>
                </a:lnTo>
                <a:lnTo>
                  <a:pt x="17588" y="21006"/>
                </a:lnTo>
                <a:lnTo>
                  <a:pt x="14107" y="20412"/>
                </a:lnTo>
                <a:lnTo>
                  <a:pt x="10610" y="19814"/>
                </a:lnTo>
                <a:lnTo>
                  <a:pt x="7098" y="19213"/>
                </a:lnTo>
                <a:lnTo>
                  <a:pt x="3565" y="18608"/>
                </a:lnTo>
                <a:lnTo>
                  <a:pt x="0" y="18000"/>
                </a:lnTo>
                <a:lnTo>
                  <a:pt x="1532" y="13388"/>
                </a:lnTo>
                <a:lnTo>
                  <a:pt x="2754" y="9871"/>
                </a:lnTo>
                <a:lnTo>
                  <a:pt x="3797" y="7243"/>
                </a:lnTo>
                <a:lnTo>
                  <a:pt x="4771" y="5288"/>
                </a:lnTo>
                <a:lnTo>
                  <a:pt x="5813" y="3798"/>
                </a:lnTo>
                <a:lnTo>
                  <a:pt x="7035" y="2560"/>
                </a:lnTo>
                <a:lnTo>
                  <a:pt x="8567" y="1364"/>
                </a:lnTo>
                <a:lnTo>
                  <a:pt x="10531" y="0"/>
                </a:lnTo>
                <a:close/>
              </a:path>
            </a:pathLst>
          </a:custGeom>
          <a:solidFill>
            <a:srgbClr val="8B90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5" name="contour_14463"/>
          <p:cNvSpPr/>
          <p:nvPr/>
        </p:nvSpPr>
        <p:spPr>
          <a:xfrm>
            <a:off x="3843858" y="282045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0800" y="2138"/>
                </a:lnTo>
                <a:lnTo>
                  <a:pt x="10800" y="4284"/>
                </a:lnTo>
                <a:lnTo>
                  <a:pt x="10800" y="6437"/>
                </a:lnTo>
                <a:lnTo>
                  <a:pt x="10800" y="8608"/>
                </a:lnTo>
                <a:lnTo>
                  <a:pt x="10800" y="10800"/>
                </a:lnTo>
                <a:lnTo>
                  <a:pt x="14369" y="10800"/>
                </a:lnTo>
                <a:lnTo>
                  <a:pt x="17960" y="10800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18112" y="18961"/>
                </a:lnTo>
                <a:lnTo>
                  <a:pt x="14602" y="19696"/>
                </a:lnTo>
                <a:lnTo>
                  <a:pt x="11048" y="20264"/>
                </a:lnTo>
                <a:lnTo>
                  <a:pt x="7436" y="20732"/>
                </a:lnTo>
                <a:lnTo>
                  <a:pt x="3758" y="21157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9F94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6" name="contour_14464"/>
          <p:cNvSpPr/>
          <p:nvPr/>
        </p:nvSpPr>
        <p:spPr>
          <a:xfrm>
            <a:off x="4106226" y="2810432"/>
            <a:ext cx="51016" cy="46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0"/>
                </a:moveTo>
                <a:lnTo>
                  <a:pt x="16746" y="779"/>
                </a:lnTo>
                <a:lnTo>
                  <a:pt x="18169" y="1464"/>
                </a:lnTo>
                <a:lnTo>
                  <a:pt x="19073" y="2433"/>
                </a:lnTo>
                <a:lnTo>
                  <a:pt x="19995" y="4076"/>
                </a:lnTo>
                <a:lnTo>
                  <a:pt x="20585" y="6255"/>
                </a:lnTo>
                <a:lnTo>
                  <a:pt x="21045" y="8345"/>
                </a:lnTo>
                <a:lnTo>
                  <a:pt x="21372" y="10419"/>
                </a:lnTo>
                <a:lnTo>
                  <a:pt x="21560" y="12553"/>
                </a:lnTo>
                <a:lnTo>
                  <a:pt x="21600" y="14824"/>
                </a:lnTo>
                <a:lnTo>
                  <a:pt x="19878" y="17310"/>
                </a:lnTo>
                <a:lnTo>
                  <a:pt x="18659" y="18849"/>
                </a:lnTo>
                <a:lnTo>
                  <a:pt x="17369" y="20065"/>
                </a:lnTo>
                <a:lnTo>
                  <a:pt x="15429" y="21600"/>
                </a:lnTo>
                <a:lnTo>
                  <a:pt x="14861" y="20035"/>
                </a:lnTo>
                <a:lnTo>
                  <a:pt x="14284" y="18449"/>
                </a:lnTo>
                <a:lnTo>
                  <a:pt x="12923" y="16203"/>
                </a:lnTo>
                <a:lnTo>
                  <a:pt x="11547" y="14546"/>
                </a:lnTo>
                <a:lnTo>
                  <a:pt x="10019" y="13265"/>
                </a:lnTo>
                <a:lnTo>
                  <a:pt x="8208" y="12157"/>
                </a:lnTo>
                <a:lnTo>
                  <a:pt x="5977" y="11012"/>
                </a:lnTo>
                <a:lnTo>
                  <a:pt x="4298" y="10158"/>
                </a:lnTo>
                <a:lnTo>
                  <a:pt x="2592" y="9291"/>
                </a:lnTo>
                <a:lnTo>
                  <a:pt x="1305" y="8674"/>
                </a:lnTo>
                <a:lnTo>
                  <a:pt x="0" y="8047"/>
                </a:lnTo>
                <a:lnTo>
                  <a:pt x="1734" y="6624"/>
                </a:lnTo>
                <a:lnTo>
                  <a:pt x="3410" y="5323"/>
                </a:lnTo>
                <a:lnTo>
                  <a:pt x="5061" y="4147"/>
                </a:lnTo>
                <a:lnTo>
                  <a:pt x="6724" y="3090"/>
                </a:lnTo>
                <a:lnTo>
                  <a:pt x="8439" y="2152"/>
                </a:lnTo>
                <a:lnTo>
                  <a:pt x="10245" y="1325"/>
                </a:lnTo>
                <a:lnTo>
                  <a:pt x="12176" y="606"/>
                </a:lnTo>
                <a:lnTo>
                  <a:pt x="14271" y="0"/>
                </a:lnTo>
                <a:close/>
              </a:path>
            </a:pathLst>
          </a:custGeom>
          <a:solidFill>
            <a:srgbClr val="DBDF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7" name="contour_14465"/>
          <p:cNvSpPr/>
          <p:nvPr/>
        </p:nvSpPr>
        <p:spPr>
          <a:xfrm>
            <a:off x="7662766" y="280587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2343" y="3208"/>
                </a:lnTo>
                <a:lnTo>
                  <a:pt x="12343" y="6426"/>
                </a:lnTo>
                <a:lnTo>
                  <a:pt x="12343" y="9655"/>
                </a:lnTo>
                <a:lnTo>
                  <a:pt x="12343" y="12911"/>
                </a:lnTo>
                <a:lnTo>
                  <a:pt x="12343" y="16200"/>
                </a:lnTo>
                <a:lnTo>
                  <a:pt x="14176" y="15131"/>
                </a:lnTo>
                <a:lnTo>
                  <a:pt x="16015" y="14056"/>
                </a:lnTo>
                <a:lnTo>
                  <a:pt x="17860" y="12982"/>
                </a:lnTo>
                <a:lnTo>
                  <a:pt x="19721" y="11896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502" y="21260"/>
                </a:lnTo>
                <a:lnTo>
                  <a:pt x="17416" y="20893"/>
                </a:lnTo>
                <a:lnTo>
                  <a:pt x="15345" y="20477"/>
                </a:lnTo>
                <a:lnTo>
                  <a:pt x="13284" y="20002"/>
                </a:lnTo>
                <a:lnTo>
                  <a:pt x="11232" y="19451"/>
                </a:lnTo>
                <a:lnTo>
                  <a:pt x="9186" y="18808"/>
                </a:lnTo>
                <a:lnTo>
                  <a:pt x="7150" y="18063"/>
                </a:lnTo>
                <a:lnTo>
                  <a:pt x="5116" y="17199"/>
                </a:lnTo>
                <a:lnTo>
                  <a:pt x="3086" y="16200"/>
                </a:lnTo>
                <a:lnTo>
                  <a:pt x="1765" y="12020"/>
                </a:lnTo>
                <a:lnTo>
                  <a:pt x="944" y="9088"/>
                </a:lnTo>
                <a:lnTo>
                  <a:pt x="475" y="6626"/>
                </a:lnTo>
                <a:lnTo>
                  <a:pt x="210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B4C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8" name="contour_14466"/>
          <p:cNvSpPr/>
          <p:nvPr/>
        </p:nvSpPr>
        <p:spPr>
          <a:xfrm>
            <a:off x="4740281" y="281316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019"/>
                </a:lnTo>
                <a:lnTo>
                  <a:pt x="11275" y="2038"/>
                </a:lnTo>
                <a:lnTo>
                  <a:pt x="13320" y="3060"/>
                </a:lnTo>
                <a:lnTo>
                  <a:pt x="15372" y="4086"/>
                </a:lnTo>
                <a:lnTo>
                  <a:pt x="17435" y="5119"/>
                </a:lnTo>
                <a:lnTo>
                  <a:pt x="19508" y="6156"/>
                </a:lnTo>
                <a:lnTo>
                  <a:pt x="21600" y="7200"/>
                </a:lnTo>
                <a:lnTo>
                  <a:pt x="19220" y="7200"/>
                </a:lnTo>
                <a:lnTo>
                  <a:pt x="16826" y="7200"/>
                </a:lnTo>
                <a:lnTo>
                  <a:pt x="14400" y="7200"/>
                </a:lnTo>
                <a:lnTo>
                  <a:pt x="13324" y="9565"/>
                </a:lnTo>
                <a:lnTo>
                  <a:pt x="12740" y="11434"/>
                </a:lnTo>
                <a:lnTo>
                  <a:pt x="12150" y="14400"/>
                </a:lnTo>
                <a:lnTo>
                  <a:pt x="11743" y="16409"/>
                </a:lnTo>
                <a:lnTo>
                  <a:pt x="11333" y="18450"/>
                </a:lnTo>
                <a:lnTo>
                  <a:pt x="11066" y="20012"/>
                </a:lnTo>
                <a:lnTo>
                  <a:pt x="10800" y="21600"/>
                </a:lnTo>
                <a:lnTo>
                  <a:pt x="10800" y="19220"/>
                </a:lnTo>
                <a:lnTo>
                  <a:pt x="10800" y="16826"/>
                </a:lnTo>
                <a:lnTo>
                  <a:pt x="10800" y="14400"/>
                </a:lnTo>
                <a:lnTo>
                  <a:pt x="8122" y="13291"/>
                </a:lnTo>
                <a:lnTo>
                  <a:pt x="6221" y="12550"/>
                </a:lnTo>
                <a:lnTo>
                  <a:pt x="4579" y="12002"/>
                </a:lnTo>
                <a:lnTo>
                  <a:pt x="2678" y="11477"/>
                </a:lnTo>
                <a:lnTo>
                  <a:pt x="0" y="10800"/>
                </a:lnTo>
                <a:lnTo>
                  <a:pt x="1188" y="9018"/>
                </a:lnTo>
                <a:lnTo>
                  <a:pt x="2380" y="7232"/>
                </a:lnTo>
                <a:lnTo>
                  <a:pt x="3571" y="5440"/>
                </a:lnTo>
                <a:lnTo>
                  <a:pt x="4774" y="3640"/>
                </a:lnTo>
                <a:lnTo>
                  <a:pt x="5983" y="1829"/>
                </a:lnTo>
                <a:lnTo>
                  <a:pt x="7200" y="0"/>
                </a:lnTo>
                <a:close/>
              </a:path>
            </a:pathLst>
          </a:custGeom>
          <a:solidFill>
            <a:srgbClr val="4543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69" name="contour_14467"/>
          <p:cNvSpPr/>
          <p:nvPr/>
        </p:nvSpPr>
        <p:spPr>
          <a:xfrm>
            <a:off x="3953178" y="280587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10463" y="2354"/>
                </a:lnTo>
                <a:lnTo>
                  <a:pt x="11737" y="4095"/>
                </a:lnTo>
                <a:lnTo>
                  <a:pt x="12804" y="5737"/>
                </a:lnTo>
                <a:lnTo>
                  <a:pt x="14001" y="7798"/>
                </a:lnTo>
                <a:lnTo>
                  <a:pt x="15660" y="10800"/>
                </a:lnTo>
                <a:lnTo>
                  <a:pt x="16161" y="11694"/>
                </a:lnTo>
                <a:lnTo>
                  <a:pt x="17042" y="13267"/>
                </a:lnTo>
                <a:lnTo>
                  <a:pt x="19068" y="16874"/>
                </a:lnTo>
                <a:lnTo>
                  <a:pt x="20326" y="19220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D8A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0" name="contour_14468"/>
          <p:cNvSpPr/>
          <p:nvPr/>
        </p:nvSpPr>
        <p:spPr>
          <a:xfrm>
            <a:off x="10701858" y="280587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470"/>
                </a:lnTo>
                <a:lnTo>
                  <a:pt x="5404" y="972"/>
                </a:lnTo>
                <a:lnTo>
                  <a:pt x="8104" y="1490"/>
                </a:lnTo>
                <a:lnTo>
                  <a:pt x="10800" y="2025"/>
                </a:lnTo>
                <a:lnTo>
                  <a:pt x="13815" y="2592"/>
                </a:lnTo>
                <a:lnTo>
                  <a:pt x="16874" y="3164"/>
                </a:lnTo>
                <a:lnTo>
                  <a:pt x="19220" y="4271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775" y="17512"/>
                </a:lnTo>
                <a:lnTo>
                  <a:pt x="16705" y="18301"/>
                </a:lnTo>
                <a:lnTo>
                  <a:pt x="14386" y="18884"/>
                </a:lnTo>
                <a:lnTo>
                  <a:pt x="10800" y="19575"/>
                </a:lnTo>
                <a:lnTo>
                  <a:pt x="7785" y="20185"/>
                </a:lnTo>
                <a:lnTo>
                  <a:pt x="4726" y="20801"/>
                </a:lnTo>
                <a:lnTo>
                  <a:pt x="2380" y="212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CBA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1" name="contour_14469"/>
          <p:cNvSpPr/>
          <p:nvPr/>
        </p:nvSpPr>
        <p:spPr>
          <a:xfrm>
            <a:off x="1322213" y="2804616"/>
            <a:ext cx="43728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17"/>
                </a:moveTo>
                <a:lnTo>
                  <a:pt x="6188" y="478"/>
                </a:lnTo>
                <a:lnTo>
                  <a:pt x="8755" y="123"/>
                </a:lnTo>
                <a:lnTo>
                  <a:pt x="11311" y="0"/>
                </a:lnTo>
                <a:lnTo>
                  <a:pt x="13864" y="77"/>
                </a:lnTo>
                <a:lnTo>
                  <a:pt x="16423" y="316"/>
                </a:lnTo>
                <a:lnTo>
                  <a:pt x="18997" y="678"/>
                </a:lnTo>
                <a:lnTo>
                  <a:pt x="21600" y="1117"/>
                </a:lnTo>
                <a:lnTo>
                  <a:pt x="21247" y="5920"/>
                </a:lnTo>
                <a:lnTo>
                  <a:pt x="20884" y="9328"/>
                </a:lnTo>
                <a:lnTo>
                  <a:pt x="20336" y="12272"/>
                </a:lnTo>
                <a:lnTo>
                  <a:pt x="19433" y="15680"/>
                </a:lnTo>
                <a:lnTo>
                  <a:pt x="18000" y="20483"/>
                </a:lnTo>
                <a:lnTo>
                  <a:pt x="15412" y="21122"/>
                </a:lnTo>
                <a:lnTo>
                  <a:pt x="12845" y="21477"/>
                </a:lnTo>
                <a:lnTo>
                  <a:pt x="10289" y="21600"/>
                </a:lnTo>
                <a:lnTo>
                  <a:pt x="7736" y="21523"/>
                </a:lnTo>
                <a:lnTo>
                  <a:pt x="5177" y="21284"/>
                </a:lnTo>
                <a:lnTo>
                  <a:pt x="2603" y="20922"/>
                </a:lnTo>
                <a:lnTo>
                  <a:pt x="0" y="20483"/>
                </a:lnTo>
                <a:lnTo>
                  <a:pt x="353" y="15680"/>
                </a:lnTo>
                <a:lnTo>
                  <a:pt x="716" y="12272"/>
                </a:lnTo>
                <a:lnTo>
                  <a:pt x="1264" y="9328"/>
                </a:lnTo>
                <a:lnTo>
                  <a:pt x="2167" y="5920"/>
                </a:lnTo>
                <a:lnTo>
                  <a:pt x="3600" y="1117"/>
                </a:lnTo>
                <a:close/>
              </a:path>
            </a:pathLst>
          </a:custGeom>
          <a:solidFill>
            <a:srgbClr val="DADA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2" name="contour_14470"/>
          <p:cNvSpPr/>
          <p:nvPr/>
        </p:nvSpPr>
        <p:spPr>
          <a:xfrm>
            <a:off x="7050574" y="2789661"/>
            <a:ext cx="36440" cy="32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092"/>
                </a:moveTo>
                <a:lnTo>
                  <a:pt x="7318" y="349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33"/>
                </a:lnTo>
                <a:lnTo>
                  <a:pt x="18468" y="626"/>
                </a:lnTo>
                <a:lnTo>
                  <a:pt x="21600" y="1092"/>
                </a:lnTo>
                <a:lnTo>
                  <a:pt x="21298" y="4529"/>
                </a:lnTo>
                <a:lnTo>
                  <a:pt x="20904" y="7854"/>
                </a:lnTo>
                <a:lnTo>
                  <a:pt x="20369" y="11096"/>
                </a:lnTo>
                <a:lnTo>
                  <a:pt x="19626" y="14271"/>
                </a:lnTo>
                <a:lnTo>
                  <a:pt x="18615" y="17396"/>
                </a:lnTo>
                <a:lnTo>
                  <a:pt x="17280" y="20508"/>
                </a:lnTo>
                <a:lnTo>
                  <a:pt x="14282" y="21251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67"/>
                </a:lnTo>
                <a:lnTo>
                  <a:pt x="3132" y="20974"/>
                </a:lnTo>
                <a:lnTo>
                  <a:pt x="0" y="20508"/>
                </a:lnTo>
                <a:lnTo>
                  <a:pt x="302" y="17071"/>
                </a:lnTo>
                <a:lnTo>
                  <a:pt x="696" y="13746"/>
                </a:lnTo>
                <a:lnTo>
                  <a:pt x="1231" y="10504"/>
                </a:lnTo>
                <a:lnTo>
                  <a:pt x="1974" y="7329"/>
                </a:lnTo>
                <a:lnTo>
                  <a:pt x="2985" y="4204"/>
                </a:lnTo>
                <a:lnTo>
                  <a:pt x="4320" y="1092"/>
                </a:lnTo>
                <a:close/>
              </a:path>
            </a:pathLst>
          </a:custGeom>
          <a:solidFill>
            <a:srgbClr val="D8D9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3" name="contour_14471"/>
          <p:cNvSpPr/>
          <p:nvPr/>
        </p:nvSpPr>
        <p:spPr>
          <a:xfrm>
            <a:off x="1227469" y="2791301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1571" y="15374"/>
                </a:lnTo>
                <a:lnTo>
                  <a:pt x="2824" y="11335"/>
                </a:lnTo>
                <a:lnTo>
                  <a:pt x="3893" y="8318"/>
                </a:lnTo>
                <a:lnTo>
                  <a:pt x="4892" y="6073"/>
                </a:lnTo>
                <a:lnTo>
                  <a:pt x="5962" y="4361"/>
                </a:lnTo>
                <a:lnTo>
                  <a:pt x="7214" y="2939"/>
                </a:lnTo>
                <a:lnTo>
                  <a:pt x="8786" y="1567"/>
                </a:lnTo>
                <a:lnTo>
                  <a:pt x="10800" y="0"/>
                </a:lnTo>
                <a:close/>
              </a:path>
            </a:pathLst>
          </a:custGeom>
          <a:solidFill>
            <a:srgbClr val="9A9D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4" name="contour_14472"/>
          <p:cNvSpPr/>
          <p:nvPr/>
        </p:nvSpPr>
        <p:spPr>
          <a:xfrm>
            <a:off x="4645537" y="2776725"/>
            <a:ext cx="58304" cy="316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04" y="0"/>
                </a:lnTo>
                <a:lnTo>
                  <a:pt x="3213" y="0"/>
                </a:lnTo>
                <a:lnTo>
                  <a:pt x="4828" y="0"/>
                </a:lnTo>
                <a:lnTo>
                  <a:pt x="6456" y="0"/>
                </a:lnTo>
                <a:lnTo>
                  <a:pt x="8100" y="0"/>
                </a:lnTo>
                <a:lnTo>
                  <a:pt x="8100" y="3286"/>
                </a:lnTo>
                <a:lnTo>
                  <a:pt x="8100" y="6592"/>
                </a:lnTo>
                <a:lnTo>
                  <a:pt x="8100" y="9942"/>
                </a:lnTo>
                <a:lnTo>
                  <a:pt x="10009" y="9942"/>
                </a:lnTo>
                <a:lnTo>
                  <a:pt x="11920" y="9942"/>
                </a:lnTo>
                <a:lnTo>
                  <a:pt x="13838" y="9942"/>
                </a:lnTo>
                <a:lnTo>
                  <a:pt x="15763" y="9942"/>
                </a:lnTo>
                <a:lnTo>
                  <a:pt x="17696" y="9942"/>
                </a:lnTo>
                <a:lnTo>
                  <a:pt x="19640" y="9942"/>
                </a:lnTo>
                <a:lnTo>
                  <a:pt x="21600" y="9942"/>
                </a:lnTo>
                <a:lnTo>
                  <a:pt x="18390" y="13199"/>
                </a:lnTo>
                <a:lnTo>
                  <a:pt x="15730" y="15848"/>
                </a:lnTo>
                <a:lnTo>
                  <a:pt x="13543" y="17941"/>
                </a:lnTo>
                <a:lnTo>
                  <a:pt x="11740" y="19512"/>
                </a:lnTo>
                <a:lnTo>
                  <a:pt x="10233" y="20621"/>
                </a:lnTo>
                <a:lnTo>
                  <a:pt x="8942" y="21297"/>
                </a:lnTo>
                <a:lnTo>
                  <a:pt x="7779" y="21600"/>
                </a:lnTo>
                <a:lnTo>
                  <a:pt x="6656" y="21560"/>
                </a:lnTo>
                <a:lnTo>
                  <a:pt x="5494" y="21232"/>
                </a:lnTo>
                <a:lnTo>
                  <a:pt x="4204" y="20660"/>
                </a:lnTo>
                <a:lnTo>
                  <a:pt x="2700" y="19885"/>
                </a:lnTo>
                <a:lnTo>
                  <a:pt x="1985" y="16659"/>
                </a:lnTo>
                <a:lnTo>
                  <a:pt x="1404" y="13417"/>
                </a:lnTo>
                <a:lnTo>
                  <a:pt x="940" y="10146"/>
                </a:lnTo>
                <a:lnTo>
                  <a:pt x="567" y="6830"/>
                </a:lnTo>
                <a:lnTo>
                  <a:pt x="262" y="3450"/>
                </a:lnTo>
                <a:lnTo>
                  <a:pt x="0" y="0"/>
                </a:lnTo>
                <a:close/>
              </a:path>
            </a:pathLst>
          </a:custGeom>
          <a:solidFill>
            <a:srgbClr val="E9F0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5" name="contour_14473"/>
          <p:cNvSpPr/>
          <p:nvPr/>
        </p:nvSpPr>
        <p:spPr>
          <a:xfrm>
            <a:off x="1540853" y="2775464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556"/>
                </a:lnTo>
                <a:lnTo>
                  <a:pt x="0" y="13499"/>
                </a:lnTo>
                <a:lnTo>
                  <a:pt x="0" y="9428"/>
                </a:lnTo>
                <a:lnTo>
                  <a:pt x="0" y="5323"/>
                </a:lnTo>
                <a:lnTo>
                  <a:pt x="0" y="1178"/>
                </a:lnTo>
                <a:close/>
              </a:path>
            </a:pathLst>
          </a:custGeom>
          <a:solidFill>
            <a:srgbClr val="9EA1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6" name="contour_14474"/>
          <p:cNvSpPr/>
          <p:nvPr/>
        </p:nvSpPr>
        <p:spPr>
          <a:xfrm>
            <a:off x="5563824" y="276943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25" y="2151"/>
                </a:lnTo>
                <a:lnTo>
                  <a:pt x="1061" y="4337"/>
                </a:lnTo>
                <a:lnTo>
                  <a:pt x="2064" y="6471"/>
                </a:lnTo>
                <a:lnTo>
                  <a:pt x="3086" y="8640"/>
                </a:lnTo>
                <a:lnTo>
                  <a:pt x="5212" y="8856"/>
                </a:lnTo>
                <a:lnTo>
                  <a:pt x="6724" y="8899"/>
                </a:lnTo>
                <a:lnTo>
                  <a:pt x="8347" y="8744"/>
                </a:lnTo>
                <a:lnTo>
                  <a:pt x="10800" y="8372"/>
                </a:lnTo>
                <a:lnTo>
                  <a:pt x="13272" y="8212"/>
                </a:lnTo>
                <a:lnTo>
                  <a:pt x="14901" y="8191"/>
                </a:lnTo>
                <a:lnTo>
                  <a:pt x="16407" y="8320"/>
                </a:lnTo>
                <a:lnTo>
                  <a:pt x="18514" y="8640"/>
                </a:lnTo>
                <a:lnTo>
                  <a:pt x="19742" y="11854"/>
                </a:lnTo>
                <a:lnTo>
                  <a:pt x="20517" y="14135"/>
                </a:lnTo>
                <a:lnTo>
                  <a:pt x="20986" y="16105"/>
                </a:lnTo>
                <a:lnTo>
                  <a:pt x="21298" y="18386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9257" y="18744"/>
                </a:lnTo>
                <a:lnTo>
                  <a:pt x="9257" y="15872"/>
                </a:lnTo>
                <a:lnTo>
                  <a:pt x="9257" y="12960"/>
                </a:lnTo>
                <a:lnTo>
                  <a:pt x="7424" y="13815"/>
                </a:lnTo>
                <a:lnTo>
                  <a:pt x="5585" y="14675"/>
                </a:lnTo>
                <a:lnTo>
                  <a:pt x="3740" y="15535"/>
                </a:lnTo>
                <a:lnTo>
                  <a:pt x="1879" y="16403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19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7" name="contour_14475"/>
          <p:cNvSpPr/>
          <p:nvPr/>
        </p:nvSpPr>
        <p:spPr>
          <a:xfrm>
            <a:off x="1781357" y="2784013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174" y="1426"/>
                </a:lnTo>
                <a:lnTo>
                  <a:pt x="18744" y="2858"/>
                </a:lnTo>
                <a:lnTo>
                  <a:pt x="17309" y="4291"/>
                </a:lnTo>
                <a:lnTo>
                  <a:pt x="15862" y="5738"/>
                </a:lnTo>
                <a:lnTo>
                  <a:pt x="14400" y="7200"/>
                </a:lnTo>
                <a:lnTo>
                  <a:pt x="14400" y="11959"/>
                </a:lnTo>
                <a:lnTo>
                  <a:pt x="14400" y="16747"/>
                </a:lnTo>
                <a:lnTo>
                  <a:pt x="14400" y="21600"/>
                </a:lnTo>
                <a:lnTo>
                  <a:pt x="13728" y="20794"/>
                </a:lnTo>
                <a:lnTo>
                  <a:pt x="13099" y="20038"/>
                </a:lnTo>
                <a:lnTo>
                  <a:pt x="12374" y="19174"/>
                </a:lnTo>
                <a:lnTo>
                  <a:pt x="11414" y="18014"/>
                </a:lnTo>
                <a:lnTo>
                  <a:pt x="10078" y="16416"/>
                </a:lnTo>
                <a:lnTo>
                  <a:pt x="8225" y="14191"/>
                </a:lnTo>
                <a:lnTo>
                  <a:pt x="5712" y="11174"/>
                </a:lnTo>
                <a:lnTo>
                  <a:pt x="2400" y="7200"/>
                </a:lnTo>
                <a:lnTo>
                  <a:pt x="1805" y="10764"/>
                </a:lnTo>
                <a:lnTo>
                  <a:pt x="1210" y="14350"/>
                </a:lnTo>
                <a:lnTo>
                  <a:pt x="607" y="1795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662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8" name="contour_14476"/>
          <p:cNvSpPr/>
          <p:nvPr/>
        </p:nvSpPr>
        <p:spPr>
          <a:xfrm>
            <a:off x="10935074" y="276214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70" y="2009"/>
                </a:lnTo>
                <a:lnTo>
                  <a:pt x="12150" y="4052"/>
                </a:lnTo>
                <a:lnTo>
                  <a:pt x="13687" y="6813"/>
                </a:lnTo>
                <a:lnTo>
                  <a:pt x="15250" y="8843"/>
                </a:lnTo>
                <a:lnTo>
                  <a:pt x="16988" y="10385"/>
                </a:lnTo>
                <a:lnTo>
                  <a:pt x="19055" y="11677"/>
                </a:lnTo>
                <a:lnTo>
                  <a:pt x="21600" y="12960"/>
                </a:lnTo>
                <a:lnTo>
                  <a:pt x="19969" y="15677"/>
                </a:lnTo>
                <a:lnTo>
                  <a:pt x="18677" y="17479"/>
                </a:lnTo>
                <a:lnTo>
                  <a:pt x="17042" y="19185"/>
                </a:lnTo>
                <a:lnTo>
                  <a:pt x="14400" y="21600"/>
                </a:lnTo>
                <a:lnTo>
                  <a:pt x="11876" y="21228"/>
                </a:lnTo>
                <a:lnTo>
                  <a:pt x="9468" y="20680"/>
                </a:lnTo>
                <a:lnTo>
                  <a:pt x="7128" y="19984"/>
                </a:lnTo>
                <a:lnTo>
                  <a:pt x="4806" y="19168"/>
                </a:lnTo>
                <a:lnTo>
                  <a:pt x="2444" y="18256"/>
                </a:lnTo>
                <a:lnTo>
                  <a:pt x="0" y="17280"/>
                </a:lnTo>
                <a:lnTo>
                  <a:pt x="1141" y="12109"/>
                </a:lnTo>
                <a:lnTo>
                  <a:pt x="2045" y="8536"/>
                </a:lnTo>
                <a:lnTo>
                  <a:pt x="2920" y="6117"/>
                </a:lnTo>
                <a:lnTo>
                  <a:pt x="3971" y="4406"/>
                </a:lnTo>
                <a:lnTo>
                  <a:pt x="5404" y="2964"/>
                </a:lnTo>
                <a:lnTo>
                  <a:pt x="7423" y="1348"/>
                </a:lnTo>
                <a:lnTo>
                  <a:pt x="8262" y="1015"/>
                </a:lnTo>
                <a:lnTo>
                  <a:pt x="10800" y="0"/>
                </a:lnTo>
                <a:close/>
              </a:path>
            </a:pathLst>
          </a:custGeom>
          <a:solidFill>
            <a:srgbClr val="C5AF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79" name="contour_14477"/>
          <p:cNvSpPr/>
          <p:nvPr/>
        </p:nvSpPr>
        <p:spPr>
          <a:xfrm>
            <a:off x="8231229" y="275486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2138"/>
                </a:lnTo>
                <a:lnTo>
                  <a:pt x="12960" y="4284"/>
                </a:lnTo>
                <a:lnTo>
                  <a:pt x="12960" y="6437"/>
                </a:lnTo>
                <a:lnTo>
                  <a:pt x="12960" y="8608"/>
                </a:lnTo>
                <a:lnTo>
                  <a:pt x="12960" y="10800"/>
                </a:lnTo>
                <a:lnTo>
                  <a:pt x="15816" y="10800"/>
                </a:lnTo>
                <a:lnTo>
                  <a:pt x="18688" y="10800"/>
                </a:lnTo>
                <a:lnTo>
                  <a:pt x="21600" y="10800"/>
                </a:lnTo>
                <a:lnTo>
                  <a:pt x="20745" y="12938"/>
                </a:lnTo>
                <a:lnTo>
                  <a:pt x="19885" y="15084"/>
                </a:lnTo>
                <a:lnTo>
                  <a:pt x="19025" y="17237"/>
                </a:lnTo>
                <a:lnTo>
                  <a:pt x="18157" y="19408"/>
                </a:lnTo>
                <a:lnTo>
                  <a:pt x="17280" y="21600"/>
                </a:lnTo>
                <a:lnTo>
                  <a:pt x="16943" y="20704"/>
                </a:lnTo>
                <a:lnTo>
                  <a:pt x="15932" y="18000"/>
                </a:lnTo>
                <a:lnTo>
                  <a:pt x="14459" y="16214"/>
                </a:lnTo>
                <a:lnTo>
                  <a:pt x="12960" y="14400"/>
                </a:lnTo>
                <a:lnTo>
                  <a:pt x="9616" y="14184"/>
                </a:lnTo>
                <a:lnTo>
                  <a:pt x="7271" y="14076"/>
                </a:lnTo>
                <a:lnTo>
                  <a:pt x="5301" y="14076"/>
                </a:lnTo>
                <a:lnTo>
                  <a:pt x="3084" y="14184"/>
                </a:lnTo>
                <a:lnTo>
                  <a:pt x="0" y="14400"/>
                </a:lnTo>
                <a:lnTo>
                  <a:pt x="510" y="11995"/>
                </a:lnTo>
                <a:lnTo>
                  <a:pt x="1050" y="9594"/>
                </a:lnTo>
                <a:lnTo>
                  <a:pt x="1620" y="7200"/>
                </a:lnTo>
                <a:lnTo>
                  <a:pt x="2074" y="5191"/>
                </a:lnTo>
                <a:lnTo>
                  <a:pt x="2532" y="3150"/>
                </a:lnTo>
                <a:lnTo>
                  <a:pt x="3421" y="1588"/>
                </a:lnTo>
                <a:lnTo>
                  <a:pt x="4320" y="0"/>
                </a:lnTo>
                <a:close/>
              </a:path>
            </a:pathLst>
          </a:custGeom>
          <a:solidFill>
            <a:srgbClr val="AEA3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0" name="contour_14478"/>
          <p:cNvSpPr/>
          <p:nvPr/>
        </p:nvSpPr>
        <p:spPr>
          <a:xfrm>
            <a:off x="4958921" y="2747573"/>
            <a:ext cx="43728" cy="30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469"/>
                </a:lnTo>
                <a:lnTo>
                  <a:pt x="11275" y="2937"/>
                </a:lnTo>
                <a:lnTo>
                  <a:pt x="13320" y="4411"/>
                </a:lnTo>
                <a:lnTo>
                  <a:pt x="15372" y="5890"/>
                </a:lnTo>
                <a:lnTo>
                  <a:pt x="17435" y="7380"/>
                </a:lnTo>
                <a:lnTo>
                  <a:pt x="19508" y="8875"/>
                </a:lnTo>
                <a:lnTo>
                  <a:pt x="21600" y="10380"/>
                </a:lnTo>
                <a:lnTo>
                  <a:pt x="20707" y="12949"/>
                </a:lnTo>
                <a:lnTo>
                  <a:pt x="19814" y="15533"/>
                </a:lnTo>
                <a:lnTo>
                  <a:pt x="18911" y="18128"/>
                </a:lnTo>
                <a:lnTo>
                  <a:pt x="18000" y="20759"/>
                </a:lnTo>
                <a:lnTo>
                  <a:pt x="15444" y="21341"/>
                </a:lnTo>
                <a:lnTo>
                  <a:pt x="13633" y="21600"/>
                </a:lnTo>
                <a:lnTo>
                  <a:pt x="11696" y="21600"/>
                </a:lnTo>
                <a:lnTo>
                  <a:pt x="8777" y="21408"/>
                </a:lnTo>
                <a:lnTo>
                  <a:pt x="6311" y="21268"/>
                </a:lnTo>
                <a:lnTo>
                  <a:pt x="3812" y="21123"/>
                </a:lnTo>
                <a:lnTo>
                  <a:pt x="1919" y="20941"/>
                </a:lnTo>
                <a:lnTo>
                  <a:pt x="0" y="20759"/>
                </a:lnTo>
                <a:lnTo>
                  <a:pt x="1019" y="17822"/>
                </a:lnTo>
                <a:lnTo>
                  <a:pt x="2038" y="14884"/>
                </a:lnTo>
                <a:lnTo>
                  <a:pt x="3060" y="11937"/>
                </a:lnTo>
                <a:lnTo>
                  <a:pt x="4086" y="8978"/>
                </a:lnTo>
                <a:lnTo>
                  <a:pt x="5119" y="6005"/>
                </a:lnTo>
                <a:lnTo>
                  <a:pt x="6156" y="3015"/>
                </a:lnTo>
                <a:lnTo>
                  <a:pt x="7200" y="0"/>
                </a:lnTo>
                <a:close/>
              </a:path>
            </a:pathLst>
          </a:custGeom>
          <a:solidFill>
            <a:srgbClr val="2626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1" name="contour_14479"/>
          <p:cNvSpPr/>
          <p:nvPr/>
        </p:nvSpPr>
        <p:spPr>
          <a:xfrm>
            <a:off x="8005301" y="2740329"/>
            <a:ext cx="65592" cy="21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171"/>
                </a:moveTo>
                <a:lnTo>
                  <a:pt x="20482" y="11550"/>
                </a:lnTo>
                <a:lnTo>
                  <a:pt x="19608" y="14508"/>
                </a:lnTo>
                <a:lnTo>
                  <a:pt x="18530" y="17408"/>
                </a:lnTo>
                <a:lnTo>
                  <a:pt x="16800" y="21600"/>
                </a:lnTo>
                <a:lnTo>
                  <a:pt x="15034" y="21521"/>
                </a:lnTo>
                <a:lnTo>
                  <a:pt x="13714" y="21391"/>
                </a:lnTo>
                <a:lnTo>
                  <a:pt x="12605" y="21138"/>
                </a:lnTo>
                <a:lnTo>
                  <a:pt x="11460" y="20691"/>
                </a:lnTo>
                <a:lnTo>
                  <a:pt x="10039" y="19962"/>
                </a:lnTo>
                <a:lnTo>
                  <a:pt x="8100" y="18895"/>
                </a:lnTo>
                <a:lnTo>
                  <a:pt x="7423" y="18541"/>
                </a:lnTo>
                <a:lnTo>
                  <a:pt x="6233" y="17913"/>
                </a:lnTo>
                <a:lnTo>
                  <a:pt x="3506" y="16471"/>
                </a:lnTo>
                <a:lnTo>
                  <a:pt x="2347" y="15785"/>
                </a:lnTo>
                <a:lnTo>
                  <a:pt x="1183" y="15085"/>
                </a:lnTo>
                <a:lnTo>
                  <a:pt x="0" y="14386"/>
                </a:lnTo>
                <a:lnTo>
                  <a:pt x="0" y="10807"/>
                </a:lnTo>
                <a:lnTo>
                  <a:pt x="0" y="7171"/>
                </a:lnTo>
                <a:lnTo>
                  <a:pt x="3250" y="5122"/>
                </a:lnTo>
                <a:lnTo>
                  <a:pt x="6017" y="3412"/>
                </a:lnTo>
                <a:lnTo>
                  <a:pt x="8362" y="2049"/>
                </a:lnTo>
                <a:lnTo>
                  <a:pt x="10346" y="1024"/>
                </a:lnTo>
                <a:lnTo>
                  <a:pt x="12024" y="339"/>
                </a:lnTo>
                <a:lnTo>
                  <a:pt x="13459" y="0"/>
                </a:lnTo>
                <a:lnTo>
                  <a:pt x="14707" y="0"/>
                </a:lnTo>
                <a:lnTo>
                  <a:pt x="15830" y="339"/>
                </a:lnTo>
                <a:lnTo>
                  <a:pt x="16884" y="1024"/>
                </a:lnTo>
                <a:lnTo>
                  <a:pt x="17928" y="2049"/>
                </a:lnTo>
                <a:lnTo>
                  <a:pt x="19022" y="3412"/>
                </a:lnTo>
                <a:lnTo>
                  <a:pt x="20227" y="5122"/>
                </a:lnTo>
                <a:lnTo>
                  <a:pt x="21600" y="7171"/>
                </a:lnTo>
                <a:close/>
              </a:path>
            </a:pathLst>
          </a:custGeom>
          <a:solidFill>
            <a:srgbClr val="2B2D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2" name="contour_14480"/>
          <p:cNvSpPr/>
          <p:nvPr/>
        </p:nvSpPr>
        <p:spPr>
          <a:xfrm>
            <a:off x="8646645" y="2732997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B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3" name="contour_14481"/>
          <p:cNvSpPr/>
          <p:nvPr/>
        </p:nvSpPr>
        <p:spPr>
          <a:xfrm>
            <a:off x="4638249" y="2736641"/>
            <a:ext cx="36440" cy="400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43" y="648"/>
                </a:lnTo>
                <a:lnTo>
                  <a:pt x="15094" y="1300"/>
                </a:lnTo>
                <a:lnTo>
                  <a:pt x="17280" y="1964"/>
                </a:lnTo>
                <a:lnTo>
                  <a:pt x="18187" y="4371"/>
                </a:lnTo>
                <a:lnTo>
                  <a:pt x="18952" y="6782"/>
                </a:lnTo>
                <a:lnTo>
                  <a:pt x="19596" y="9206"/>
                </a:lnTo>
                <a:lnTo>
                  <a:pt x="20131" y="11644"/>
                </a:lnTo>
                <a:lnTo>
                  <a:pt x="20585" y="14099"/>
                </a:lnTo>
                <a:lnTo>
                  <a:pt x="20965" y="16573"/>
                </a:lnTo>
                <a:lnTo>
                  <a:pt x="21298" y="19075"/>
                </a:lnTo>
                <a:lnTo>
                  <a:pt x="21600" y="21600"/>
                </a:lnTo>
                <a:lnTo>
                  <a:pt x="18835" y="21034"/>
                </a:lnTo>
                <a:lnTo>
                  <a:pt x="16049" y="20461"/>
                </a:lnTo>
                <a:lnTo>
                  <a:pt x="13228" y="19880"/>
                </a:lnTo>
                <a:lnTo>
                  <a:pt x="10895" y="19401"/>
                </a:lnTo>
                <a:lnTo>
                  <a:pt x="8523" y="18914"/>
                </a:lnTo>
                <a:lnTo>
                  <a:pt x="6026" y="18136"/>
                </a:lnTo>
                <a:lnTo>
                  <a:pt x="4307" y="17335"/>
                </a:lnTo>
                <a:lnTo>
                  <a:pt x="2562" y="16035"/>
                </a:lnTo>
                <a:lnTo>
                  <a:pt x="0" y="13745"/>
                </a:lnTo>
                <a:lnTo>
                  <a:pt x="747" y="9641"/>
                </a:lnTo>
                <a:lnTo>
                  <a:pt x="1443" y="6653"/>
                </a:lnTo>
                <a:lnTo>
                  <a:pt x="2281" y="4536"/>
                </a:lnTo>
                <a:lnTo>
                  <a:pt x="3447" y="3051"/>
                </a:lnTo>
                <a:lnTo>
                  <a:pt x="5128" y="1964"/>
                </a:lnTo>
                <a:lnTo>
                  <a:pt x="7517" y="1025"/>
                </a:lnTo>
                <a:lnTo>
                  <a:pt x="10800" y="0"/>
                </a:lnTo>
                <a:close/>
              </a:path>
            </a:pathLst>
          </a:custGeom>
          <a:solidFill>
            <a:srgbClr val="A09E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4" name="contour_14482"/>
          <p:cNvSpPr/>
          <p:nvPr/>
        </p:nvSpPr>
        <p:spPr>
          <a:xfrm>
            <a:off x="841206" y="274028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20581" y="6765"/>
                </a:lnTo>
                <a:lnTo>
                  <a:pt x="19562" y="9210"/>
                </a:lnTo>
                <a:lnTo>
                  <a:pt x="18540" y="11664"/>
                </a:lnTo>
                <a:lnTo>
                  <a:pt x="17514" y="14126"/>
                </a:lnTo>
                <a:lnTo>
                  <a:pt x="16481" y="16602"/>
                </a:lnTo>
                <a:lnTo>
                  <a:pt x="15444" y="19090"/>
                </a:lnTo>
                <a:lnTo>
                  <a:pt x="14400" y="21600"/>
                </a:lnTo>
                <a:lnTo>
                  <a:pt x="13507" y="19462"/>
                </a:lnTo>
                <a:lnTo>
                  <a:pt x="12614" y="17310"/>
                </a:lnTo>
                <a:lnTo>
                  <a:pt x="11711" y="15150"/>
                </a:lnTo>
                <a:lnTo>
                  <a:pt x="10800" y="12960"/>
                </a:lnTo>
                <a:lnTo>
                  <a:pt x="8942" y="12247"/>
                </a:lnTo>
                <a:lnTo>
                  <a:pt x="7070" y="11530"/>
                </a:lnTo>
                <a:lnTo>
                  <a:pt x="5177" y="10800"/>
                </a:lnTo>
                <a:lnTo>
                  <a:pt x="3467" y="10087"/>
                </a:lnTo>
                <a:lnTo>
                  <a:pt x="1746" y="937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D2C7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5" name="contour_14483"/>
          <p:cNvSpPr/>
          <p:nvPr/>
        </p:nvSpPr>
        <p:spPr>
          <a:xfrm>
            <a:off x="4820449" y="271113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19" y="0"/>
                </a:lnTo>
                <a:lnTo>
                  <a:pt x="6758" y="0"/>
                </a:lnTo>
                <a:lnTo>
                  <a:pt x="8603" y="0"/>
                </a:lnTo>
                <a:lnTo>
                  <a:pt x="10464" y="0"/>
                </a:lnTo>
                <a:lnTo>
                  <a:pt x="12343" y="0"/>
                </a:lnTo>
                <a:lnTo>
                  <a:pt x="12152" y="1710"/>
                </a:lnTo>
                <a:lnTo>
                  <a:pt x="11957" y="3431"/>
                </a:lnTo>
                <a:lnTo>
                  <a:pt x="11763" y="5177"/>
                </a:lnTo>
                <a:lnTo>
                  <a:pt x="11954" y="7034"/>
                </a:lnTo>
                <a:lnTo>
                  <a:pt x="12148" y="8903"/>
                </a:lnTo>
                <a:lnTo>
                  <a:pt x="12343" y="10800"/>
                </a:lnTo>
                <a:lnTo>
                  <a:pt x="14639" y="12017"/>
                </a:lnTo>
                <a:lnTo>
                  <a:pt x="16268" y="12812"/>
                </a:lnTo>
                <a:lnTo>
                  <a:pt x="17675" y="13360"/>
                </a:lnTo>
                <a:lnTo>
                  <a:pt x="19304" y="13831"/>
                </a:lnTo>
                <a:lnTo>
                  <a:pt x="21600" y="14400"/>
                </a:lnTo>
                <a:lnTo>
                  <a:pt x="19690" y="15293"/>
                </a:lnTo>
                <a:lnTo>
                  <a:pt x="17780" y="16182"/>
                </a:lnTo>
                <a:lnTo>
                  <a:pt x="15864" y="17078"/>
                </a:lnTo>
                <a:lnTo>
                  <a:pt x="13944" y="17975"/>
                </a:lnTo>
                <a:lnTo>
                  <a:pt x="12016" y="18871"/>
                </a:lnTo>
                <a:lnTo>
                  <a:pt x="10078" y="19775"/>
                </a:lnTo>
                <a:lnTo>
                  <a:pt x="8131" y="20686"/>
                </a:lnTo>
                <a:lnTo>
                  <a:pt x="6171" y="21600"/>
                </a:lnTo>
                <a:lnTo>
                  <a:pt x="6171" y="19220"/>
                </a:lnTo>
                <a:lnTo>
                  <a:pt x="6171" y="16826"/>
                </a:lnTo>
                <a:lnTo>
                  <a:pt x="6171" y="14400"/>
                </a:lnTo>
                <a:lnTo>
                  <a:pt x="4339" y="13079"/>
                </a:lnTo>
                <a:lnTo>
                  <a:pt x="3086" y="12262"/>
                </a:lnTo>
                <a:lnTo>
                  <a:pt x="1833" y="11617"/>
                </a:lnTo>
                <a:lnTo>
                  <a:pt x="0" y="10800"/>
                </a:lnTo>
                <a:lnTo>
                  <a:pt x="1527" y="9907"/>
                </a:lnTo>
                <a:lnTo>
                  <a:pt x="3061" y="9014"/>
                </a:lnTo>
                <a:lnTo>
                  <a:pt x="4607" y="8111"/>
                </a:lnTo>
                <a:lnTo>
                  <a:pt x="6171" y="7200"/>
                </a:lnTo>
                <a:lnTo>
                  <a:pt x="5406" y="5418"/>
                </a:lnTo>
                <a:lnTo>
                  <a:pt x="4641" y="3625"/>
                </a:lnTo>
                <a:lnTo>
                  <a:pt x="3866" y="1825"/>
                </a:lnTo>
                <a:lnTo>
                  <a:pt x="3086" y="0"/>
                </a:lnTo>
                <a:close/>
              </a:path>
            </a:pathLst>
          </a:custGeom>
          <a:solidFill>
            <a:srgbClr val="DD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6" name="contour_14484"/>
          <p:cNvSpPr/>
          <p:nvPr/>
        </p:nvSpPr>
        <p:spPr>
          <a:xfrm>
            <a:off x="1132725" y="2695107"/>
            <a:ext cx="51016" cy="23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57" y="61"/>
                </a:lnTo>
                <a:lnTo>
                  <a:pt x="13892" y="189"/>
                </a:lnTo>
                <a:lnTo>
                  <a:pt x="15817" y="371"/>
                </a:lnTo>
                <a:lnTo>
                  <a:pt x="17740" y="621"/>
                </a:lnTo>
                <a:lnTo>
                  <a:pt x="19668" y="945"/>
                </a:lnTo>
                <a:lnTo>
                  <a:pt x="21600" y="1344"/>
                </a:lnTo>
                <a:lnTo>
                  <a:pt x="21600" y="5354"/>
                </a:lnTo>
                <a:lnTo>
                  <a:pt x="21600" y="9379"/>
                </a:lnTo>
                <a:lnTo>
                  <a:pt x="21600" y="13416"/>
                </a:lnTo>
                <a:lnTo>
                  <a:pt x="21600" y="17488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3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531" y="14362"/>
                </a:lnTo>
                <a:lnTo>
                  <a:pt x="2737" y="9142"/>
                </a:lnTo>
                <a:lnTo>
                  <a:pt x="3792" y="5550"/>
                </a:lnTo>
                <a:lnTo>
                  <a:pt x="4872" y="3221"/>
                </a:lnTo>
                <a:lnTo>
                  <a:pt x="6153" y="1769"/>
                </a:lnTo>
                <a:lnTo>
                  <a:pt x="7810" y="824"/>
                </a:lnTo>
                <a:lnTo>
                  <a:pt x="10016" y="0"/>
                </a:lnTo>
                <a:close/>
              </a:path>
            </a:pathLst>
          </a:custGeom>
          <a:solidFill>
            <a:srgbClr val="1919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7" name="contour_14485"/>
          <p:cNvSpPr/>
          <p:nvPr/>
        </p:nvSpPr>
        <p:spPr>
          <a:xfrm>
            <a:off x="4579945" y="2681565"/>
            <a:ext cx="58304" cy="295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965"/>
                </a:moveTo>
                <a:lnTo>
                  <a:pt x="17569" y="2502"/>
                </a:lnTo>
                <a:lnTo>
                  <a:pt x="18795" y="3455"/>
                </a:lnTo>
                <a:lnTo>
                  <a:pt x="21600" y="5628"/>
                </a:lnTo>
                <a:lnTo>
                  <a:pt x="19680" y="10590"/>
                </a:lnTo>
                <a:lnTo>
                  <a:pt x="18287" y="14040"/>
                </a:lnTo>
                <a:lnTo>
                  <a:pt x="17199" y="16420"/>
                </a:lnTo>
                <a:lnTo>
                  <a:pt x="16187" y="18177"/>
                </a:lnTo>
                <a:lnTo>
                  <a:pt x="15028" y="19758"/>
                </a:lnTo>
                <a:lnTo>
                  <a:pt x="13500" y="21600"/>
                </a:lnTo>
                <a:lnTo>
                  <a:pt x="11737" y="21446"/>
                </a:lnTo>
                <a:lnTo>
                  <a:pt x="10014" y="21110"/>
                </a:lnTo>
                <a:lnTo>
                  <a:pt x="8324" y="20610"/>
                </a:lnTo>
                <a:lnTo>
                  <a:pt x="6656" y="19971"/>
                </a:lnTo>
                <a:lnTo>
                  <a:pt x="4998" y="19199"/>
                </a:lnTo>
                <a:lnTo>
                  <a:pt x="3343" y="18315"/>
                </a:lnTo>
                <a:lnTo>
                  <a:pt x="1679" y="17335"/>
                </a:lnTo>
                <a:lnTo>
                  <a:pt x="0" y="16276"/>
                </a:lnTo>
                <a:lnTo>
                  <a:pt x="2641" y="11394"/>
                </a:lnTo>
                <a:lnTo>
                  <a:pt x="4801" y="7502"/>
                </a:lnTo>
                <a:lnTo>
                  <a:pt x="6577" y="4526"/>
                </a:lnTo>
                <a:lnTo>
                  <a:pt x="8076" y="2369"/>
                </a:lnTo>
                <a:lnTo>
                  <a:pt x="9399" y="958"/>
                </a:lnTo>
                <a:lnTo>
                  <a:pt x="10641" y="197"/>
                </a:lnTo>
                <a:lnTo>
                  <a:pt x="11910" y="0"/>
                </a:lnTo>
                <a:lnTo>
                  <a:pt x="13306" y="293"/>
                </a:lnTo>
                <a:lnTo>
                  <a:pt x="14926" y="974"/>
                </a:lnTo>
                <a:lnTo>
                  <a:pt x="16875" y="1965"/>
                </a:lnTo>
                <a:close/>
              </a:path>
            </a:pathLst>
          </a:custGeom>
          <a:solidFill>
            <a:srgbClr val="1314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8" name="contour_14486"/>
          <p:cNvSpPr/>
          <p:nvPr/>
        </p:nvSpPr>
        <p:spPr>
          <a:xfrm>
            <a:off x="425790" y="267469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004" y="1223"/>
                </a:lnTo>
                <a:lnTo>
                  <a:pt x="12750" y="2445"/>
                </a:lnTo>
                <a:lnTo>
                  <a:pt x="14503" y="3672"/>
                </a:lnTo>
                <a:lnTo>
                  <a:pt x="16262" y="4903"/>
                </a:lnTo>
                <a:lnTo>
                  <a:pt x="18030" y="6143"/>
                </a:lnTo>
                <a:lnTo>
                  <a:pt x="19807" y="7387"/>
                </a:lnTo>
                <a:lnTo>
                  <a:pt x="21600" y="8640"/>
                </a:lnTo>
                <a:lnTo>
                  <a:pt x="19292" y="12822"/>
                </a:lnTo>
                <a:lnTo>
                  <a:pt x="17632" y="15716"/>
                </a:lnTo>
                <a:lnTo>
                  <a:pt x="16364" y="17677"/>
                </a:lnTo>
                <a:lnTo>
                  <a:pt x="15231" y="19077"/>
                </a:lnTo>
                <a:lnTo>
                  <a:pt x="13978" y="20261"/>
                </a:lnTo>
                <a:lnTo>
                  <a:pt x="12343" y="21600"/>
                </a:lnTo>
                <a:lnTo>
                  <a:pt x="10371" y="20853"/>
                </a:lnTo>
                <a:lnTo>
                  <a:pt x="8510" y="19915"/>
                </a:lnTo>
                <a:lnTo>
                  <a:pt x="6736" y="18796"/>
                </a:lnTo>
                <a:lnTo>
                  <a:pt x="5020" y="17526"/>
                </a:lnTo>
                <a:lnTo>
                  <a:pt x="3345" y="16118"/>
                </a:lnTo>
                <a:lnTo>
                  <a:pt x="1679" y="14589"/>
                </a:lnTo>
                <a:lnTo>
                  <a:pt x="0" y="12960"/>
                </a:lnTo>
                <a:lnTo>
                  <a:pt x="2040" y="12960"/>
                </a:lnTo>
                <a:lnTo>
                  <a:pt x="4092" y="12960"/>
                </a:lnTo>
                <a:lnTo>
                  <a:pt x="6171" y="12960"/>
                </a:lnTo>
                <a:lnTo>
                  <a:pt x="7122" y="9746"/>
                </a:lnTo>
                <a:lnTo>
                  <a:pt x="7757" y="7465"/>
                </a:lnTo>
                <a:lnTo>
                  <a:pt x="8227" y="5495"/>
                </a:lnTo>
                <a:lnTo>
                  <a:pt x="8677" y="3214"/>
                </a:lnTo>
                <a:lnTo>
                  <a:pt x="9257" y="0"/>
                </a:lnTo>
                <a:close/>
              </a:path>
            </a:pathLst>
          </a:custGeom>
          <a:solidFill>
            <a:srgbClr val="E8E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89" name="contour_14487"/>
          <p:cNvSpPr/>
          <p:nvPr/>
        </p:nvSpPr>
        <p:spPr>
          <a:xfrm>
            <a:off x="352910" y="266740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125" y="2566"/>
                </a:lnTo>
                <a:lnTo>
                  <a:pt x="19739" y="5141"/>
                </a:lnTo>
                <a:lnTo>
                  <a:pt x="20353" y="7724"/>
                </a:lnTo>
                <a:lnTo>
                  <a:pt x="20974" y="10329"/>
                </a:lnTo>
                <a:lnTo>
                  <a:pt x="21600" y="12960"/>
                </a:lnTo>
                <a:lnTo>
                  <a:pt x="19690" y="14031"/>
                </a:lnTo>
                <a:lnTo>
                  <a:pt x="17780" y="15098"/>
                </a:lnTo>
                <a:lnTo>
                  <a:pt x="15864" y="16174"/>
                </a:lnTo>
                <a:lnTo>
                  <a:pt x="13944" y="17250"/>
                </a:lnTo>
                <a:lnTo>
                  <a:pt x="12016" y="18325"/>
                </a:lnTo>
                <a:lnTo>
                  <a:pt x="10078" y="19410"/>
                </a:lnTo>
                <a:lnTo>
                  <a:pt x="8131" y="20503"/>
                </a:lnTo>
                <a:lnTo>
                  <a:pt x="6171" y="21600"/>
                </a:lnTo>
                <a:lnTo>
                  <a:pt x="5298" y="19155"/>
                </a:lnTo>
                <a:lnTo>
                  <a:pt x="4425" y="16710"/>
                </a:lnTo>
                <a:lnTo>
                  <a:pt x="3549" y="14256"/>
                </a:lnTo>
                <a:lnTo>
                  <a:pt x="2669" y="11794"/>
                </a:lnTo>
                <a:lnTo>
                  <a:pt x="1784" y="9318"/>
                </a:lnTo>
                <a:lnTo>
                  <a:pt x="895" y="6830"/>
                </a:lnTo>
                <a:lnTo>
                  <a:pt x="0" y="4320"/>
                </a:lnTo>
                <a:lnTo>
                  <a:pt x="1910" y="5210"/>
                </a:lnTo>
                <a:lnTo>
                  <a:pt x="3836" y="6113"/>
                </a:lnTo>
                <a:lnTo>
                  <a:pt x="5786" y="7020"/>
                </a:lnTo>
                <a:lnTo>
                  <a:pt x="7801" y="7737"/>
                </a:lnTo>
                <a:lnTo>
                  <a:pt x="9155" y="8148"/>
                </a:lnTo>
                <a:lnTo>
                  <a:pt x="10464" y="8398"/>
                </a:lnTo>
                <a:lnTo>
                  <a:pt x="12343" y="8640"/>
                </a:lnTo>
                <a:lnTo>
                  <a:pt x="14608" y="6225"/>
                </a:lnTo>
                <a:lnTo>
                  <a:pt x="16009" y="4519"/>
                </a:lnTo>
                <a:lnTo>
                  <a:pt x="17116" y="2717"/>
                </a:lnTo>
                <a:lnTo>
                  <a:pt x="18514" y="0"/>
                </a:lnTo>
                <a:close/>
              </a:path>
            </a:pathLst>
          </a:custGeom>
          <a:solidFill>
            <a:srgbClr val="6758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0" name="contour_14488"/>
          <p:cNvSpPr/>
          <p:nvPr/>
        </p:nvSpPr>
        <p:spPr>
          <a:xfrm>
            <a:off x="7931438" y="2667405"/>
            <a:ext cx="37424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06" y="3620"/>
                </a:lnTo>
                <a:lnTo>
                  <a:pt x="20923" y="7122"/>
                </a:lnTo>
                <a:lnTo>
                  <a:pt x="20401" y="10537"/>
                </a:lnTo>
                <a:lnTo>
                  <a:pt x="19678" y="13880"/>
                </a:lnTo>
                <a:lnTo>
                  <a:pt x="18693" y="17173"/>
                </a:lnTo>
                <a:lnTo>
                  <a:pt x="17394" y="20450"/>
                </a:lnTo>
                <a:lnTo>
                  <a:pt x="14474" y="21232"/>
                </a:lnTo>
                <a:lnTo>
                  <a:pt x="11744" y="21585"/>
                </a:lnTo>
                <a:lnTo>
                  <a:pt x="9099" y="21600"/>
                </a:lnTo>
                <a:lnTo>
                  <a:pt x="6427" y="21355"/>
                </a:lnTo>
                <a:lnTo>
                  <a:pt x="3618" y="20940"/>
                </a:lnTo>
                <a:lnTo>
                  <a:pt x="568" y="20450"/>
                </a:lnTo>
                <a:lnTo>
                  <a:pt x="189" y="16799"/>
                </a:lnTo>
                <a:lnTo>
                  <a:pt x="0" y="14177"/>
                </a:lnTo>
                <a:lnTo>
                  <a:pt x="0" y="11845"/>
                </a:lnTo>
                <a:lnTo>
                  <a:pt x="189" y="9069"/>
                </a:lnTo>
                <a:lnTo>
                  <a:pt x="568" y="5112"/>
                </a:lnTo>
                <a:lnTo>
                  <a:pt x="3277" y="3589"/>
                </a:lnTo>
                <a:lnTo>
                  <a:pt x="5834" y="2393"/>
                </a:lnTo>
                <a:lnTo>
                  <a:pt x="8299" y="1493"/>
                </a:lnTo>
                <a:lnTo>
                  <a:pt x="10739" y="849"/>
                </a:lnTo>
                <a:lnTo>
                  <a:pt x="13225" y="419"/>
                </a:lnTo>
                <a:lnTo>
                  <a:pt x="15820" y="158"/>
                </a:lnTo>
                <a:lnTo>
                  <a:pt x="18588" y="31"/>
                </a:lnTo>
                <a:lnTo>
                  <a:pt x="21600" y="0"/>
                </a:lnTo>
                <a:close/>
              </a:path>
            </a:pathLst>
          </a:custGeom>
          <a:solidFill>
            <a:srgbClr val="3B3B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1" name="contour_14489"/>
          <p:cNvSpPr/>
          <p:nvPr/>
        </p:nvSpPr>
        <p:spPr>
          <a:xfrm>
            <a:off x="1285773" y="267469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450" y="2709"/>
                </a:lnTo>
                <a:lnTo>
                  <a:pt x="19278" y="5413"/>
                </a:lnTo>
                <a:lnTo>
                  <a:pt x="18085" y="8109"/>
                </a:lnTo>
                <a:lnTo>
                  <a:pt x="16875" y="10800"/>
                </a:lnTo>
                <a:lnTo>
                  <a:pt x="16000" y="12809"/>
                </a:lnTo>
                <a:lnTo>
                  <a:pt x="15115" y="14826"/>
                </a:lnTo>
                <a:lnTo>
                  <a:pt x="14218" y="16874"/>
                </a:lnTo>
                <a:lnTo>
                  <a:pt x="12523" y="1922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3E2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2" name="contour_14490"/>
          <p:cNvSpPr/>
          <p:nvPr/>
        </p:nvSpPr>
        <p:spPr>
          <a:xfrm>
            <a:off x="884934" y="2645541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5113" y="2138"/>
                </a:lnTo>
                <a:lnTo>
                  <a:pt x="15826" y="4280"/>
                </a:lnTo>
                <a:lnTo>
                  <a:pt x="16538" y="6421"/>
                </a:lnTo>
                <a:lnTo>
                  <a:pt x="17258" y="8566"/>
                </a:lnTo>
                <a:lnTo>
                  <a:pt x="17971" y="10720"/>
                </a:lnTo>
                <a:lnTo>
                  <a:pt x="18691" y="12877"/>
                </a:lnTo>
                <a:lnTo>
                  <a:pt x="19411" y="15043"/>
                </a:lnTo>
                <a:lnTo>
                  <a:pt x="20138" y="17218"/>
                </a:lnTo>
                <a:lnTo>
                  <a:pt x="20866" y="1940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1111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3" name="contour_14491"/>
          <p:cNvSpPr/>
          <p:nvPr/>
        </p:nvSpPr>
        <p:spPr>
          <a:xfrm>
            <a:off x="7444126" y="2673432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21600" y="5221"/>
                </a:lnTo>
                <a:lnTo>
                  <a:pt x="21600" y="9279"/>
                </a:lnTo>
                <a:lnTo>
                  <a:pt x="21600" y="13349"/>
                </a:lnTo>
                <a:lnTo>
                  <a:pt x="21600" y="1745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DFEC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4" name="contour_14492"/>
          <p:cNvSpPr/>
          <p:nvPr/>
        </p:nvSpPr>
        <p:spPr>
          <a:xfrm>
            <a:off x="4382958" y="2667405"/>
            <a:ext cx="3665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20" y="0"/>
                </a:moveTo>
                <a:lnTo>
                  <a:pt x="6546" y="1426"/>
                </a:lnTo>
                <a:lnTo>
                  <a:pt x="8676" y="2856"/>
                </a:lnTo>
                <a:lnTo>
                  <a:pt x="10815" y="4290"/>
                </a:lnTo>
                <a:lnTo>
                  <a:pt x="12963" y="5728"/>
                </a:lnTo>
                <a:lnTo>
                  <a:pt x="15123" y="7180"/>
                </a:lnTo>
                <a:lnTo>
                  <a:pt x="17305" y="8640"/>
                </a:lnTo>
                <a:lnTo>
                  <a:pt x="16240" y="10778"/>
                </a:lnTo>
                <a:lnTo>
                  <a:pt x="15175" y="12930"/>
                </a:lnTo>
                <a:lnTo>
                  <a:pt x="14096" y="15090"/>
                </a:lnTo>
                <a:lnTo>
                  <a:pt x="13010" y="17280"/>
                </a:lnTo>
                <a:lnTo>
                  <a:pt x="15136" y="18351"/>
                </a:lnTo>
                <a:lnTo>
                  <a:pt x="17271" y="19423"/>
                </a:lnTo>
                <a:lnTo>
                  <a:pt x="19422" y="20507"/>
                </a:lnTo>
                <a:lnTo>
                  <a:pt x="21600" y="21600"/>
                </a:lnTo>
                <a:lnTo>
                  <a:pt x="18563" y="21600"/>
                </a:lnTo>
                <a:lnTo>
                  <a:pt x="15522" y="21600"/>
                </a:lnTo>
                <a:lnTo>
                  <a:pt x="12473" y="21600"/>
                </a:lnTo>
                <a:lnTo>
                  <a:pt x="9411" y="21600"/>
                </a:lnTo>
                <a:lnTo>
                  <a:pt x="6335" y="21600"/>
                </a:lnTo>
                <a:lnTo>
                  <a:pt x="3243" y="21600"/>
                </a:lnTo>
                <a:lnTo>
                  <a:pt x="125" y="21600"/>
                </a:lnTo>
                <a:lnTo>
                  <a:pt x="13" y="18524"/>
                </a:lnTo>
                <a:lnTo>
                  <a:pt x="0" y="15660"/>
                </a:lnTo>
                <a:lnTo>
                  <a:pt x="129" y="12956"/>
                </a:lnTo>
                <a:lnTo>
                  <a:pt x="442" y="10359"/>
                </a:lnTo>
                <a:lnTo>
                  <a:pt x="984" y="7815"/>
                </a:lnTo>
                <a:lnTo>
                  <a:pt x="1795" y="5275"/>
                </a:lnTo>
                <a:lnTo>
                  <a:pt x="2929" y="2687"/>
                </a:lnTo>
                <a:lnTo>
                  <a:pt x="4420" y="0"/>
                </a:lnTo>
                <a:close/>
              </a:path>
            </a:pathLst>
          </a:custGeom>
          <a:solidFill>
            <a:srgbClr val="594C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5" name="contour_14493"/>
          <p:cNvSpPr/>
          <p:nvPr/>
        </p:nvSpPr>
        <p:spPr>
          <a:xfrm>
            <a:off x="11372353" y="2645541"/>
            <a:ext cx="58304" cy="280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2778"/>
                </a:lnTo>
                <a:lnTo>
                  <a:pt x="17985" y="5561"/>
                </a:lnTo>
                <a:lnTo>
                  <a:pt x="18881" y="8356"/>
                </a:lnTo>
                <a:lnTo>
                  <a:pt x="19780" y="11162"/>
                </a:lnTo>
                <a:lnTo>
                  <a:pt x="20687" y="13985"/>
                </a:lnTo>
                <a:lnTo>
                  <a:pt x="21600" y="16836"/>
                </a:lnTo>
                <a:lnTo>
                  <a:pt x="19613" y="18603"/>
                </a:lnTo>
                <a:lnTo>
                  <a:pt x="17709" y="19922"/>
                </a:lnTo>
                <a:lnTo>
                  <a:pt x="15862" y="20831"/>
                </a:lnTo>
                <a:lnTo>
                  <a:pt x="14053" y="21376"/>
                </a:lnTo>
                <a:lnTo>
                  <a:pt x="12261" y="21600"/>
                </a:lnTo>
                <a:lnTo>
                  <a:pt x="10454" y="21544"/>
                </a:lnTo>
                <a:lnTo>
                  <a:pt x="8616" y="21252"/>
                </a:lnTo>
                <a:lnTo>
                  <a:pt x="6720" y="20758"/>
                </a:lnTo>
                <a:lnTo>
                  <a:pt x="4744" y="20113"/>
                </a:lnTo>
                <a:lnTo>
                  <a:pt x="2668" y="19355"/>
                </a:lnTo>
                <a:lnTo>
                  <a:pt x="1345" y="18104"/>
                </a:lnTo>
                <a:lnTo>
                  <a:pt x="0" y="16836"/>
                </a:lnTo>
                <a:lnTo>
                  <a:pt x="0" y="13126"/>
                </a:lnTo>
                <a:lnTo>
                  <a:pt x="0" y="9394"/>
                </a:lnTo>
                <a:lnTo>
                  <a:pt x="0" y="5612"/>
                </a:lnTo>
                <a:lnTo>
                  <a:pt x="1418" y="5707"/>
                </a:lnTo>
                <a:lnTo>
                  <a:pt x="2859" y="5808"/>
                </a:lnTo>
                <a:lnTo>
                  <a:pt x="3785" y="5848"/>
                </a:lnTo>
                <a:lnTo>
                  <a:pt x="6583" y="5960"/>
                </a:lnTo>
                <a:lnTo>
                  <a:pt x="8419" y="6061"/>
                </a:lnTo>
                <a:lnTo>
                  <a:pt x="10284" y="6162"/>
                </a:lnTo>
                <a:lnTo>
                  <a:pt x="12185" y="5758"/>
                </a:lnTo>
                <a:lnTo>
                  <a:pt x="13435" y="4978"/>
                </a:lnTo>
                <a:lnTo>
                  <a:pt x="14588" y="3255"/>
                </a:lnTo>
                <a:lnTo>
                  <a:pt x="16200" y="0"/>
                </a:lnTo>
                <a:close/>
              </a:path>
            </a:pathLst>
          </a:custGeom>
          <a:solidFill>
            <a:srgbClr val="D3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6" name="contour_14494"/>
          <p:cNvSpPr/>
          <p:nvPr/>
        </p:nvSpPr>
        <p:spPr>
          <a:xfrm>
            <a:off x="6868375" y="263825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37" y="1651"/>
                </a:lnTo>
                <a:lnTo>
                  <a:pt x="16701" y="2913"/>
                </a:lnTo>
                <a:lnTo>
                  <a:pt x="17889" y="4048"/>
                </a:lnTo>
                <a:lnTo>
                  <a:pt x="18943" y="5314"/>
                </a:lnTo>
                <a:lnTo>
                  <a:pt x="20097" y="6964"/>
                </a:lnTo>
                <a:lnTo>
                  <a:pt x="21600" y="9257"/>
                </a:lnTo>
                <a:lnTo>
                  <a:pt x="20252" y="11325"/>
                </a:lnTo>
                <a:lnTo>
                  <a:pt x="18744" y="13275"/>
                </a:lnTo>
                <a:lnTo>
                  <a:pt x="17081" y="15114"/>
                </a:lnTo>
                <a:lnTo>
                  <a:pt x="15241" y="16854"/>
                </a:lnTo>
                <a:lnTo>
                  <a:pt x="13228" y="18508"/>
                </a:lnTo>
                <a:lnTo>
                  <a:pt x="11029" y="20088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700" y="19295"/>
                </a:lnTo>
                <a:lnTo>
                  <a:pt x="1443" y="17116"/>
                </a:lnTo>
                <a:lnTo>
                  <a:pt x="2246" y="15043"/>
                </a:lnTo>
                <a:lnTo>
                  <a:pt x="3123" y="13059"/>
                </a:lnTo>
                <a:lnTo>
                  <a:pt x="4100" y="11139"/>
                </a:lnTo>
                <a:lnTo>
                  <a:pt x="5184" y="9273"/>
                </a:lnTo>
                <a:lnTo>
                  <a:pt x="6407" y="7433"/>
                </a:lnTo>
                <a:lnTo>
                  <a:pt x="7776" y="5607"/>
                </a:lnTo>
                <a:lnTo>
                  <a:pt x="9310" y="3771"/>
                </a:lnTo>
                <a:lnTo>
                  <a:pt x="11033" y="1910"/>
                </a:lnTo>
                <a:lnTo>
                  <a:pt x="12960" y="0"/>
                </a:lnTo>
                <a:close/>
              </a:path>
            </a:pathLst>
          </a:custGeom>
          <a:solidFill>
            <a:srgbClr val="AAB3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7" name="contour_14495"/>
          <p:cNvSpPr/>
          <p:nvPr/>
        </p:nvSpPr>
        <p:spPr>
          <a:xfrm>
            <a:off x="1446109" y="2630965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00" y="0"/>
                </a:moveTo>
                <a:lnTo>
                  <a:pt x="18226" y="1031"/>
                </a:lnTo>
                <a:lnTo>
                  <a:pt x="19200" y="1939"/>
                </a:lnTo>
                <a:lnTo>
                  <a:pt x="20174" y="3224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956" y="21190"/>
                </a:lnTo>
                <a:lnTo>
                  <a:pt x="18310" y="20779"/>
                </a:lnTo>
                <a:lnTo>
                  <a:pt x="16663" y="20363"/>
                </a:lnTo>
                <a:lnTo>
                  <a:pt x="15014" y="19953"/>
                </a:lnTo>
                <a:lnTo>
                  <a:pt x="13363" y="19543"/>
                </a:lnTo>
                <a:lnTo>
                  <a:pt x="11710" y="19127"/>
                </a:lnTo>
                <a:lnTo>
                  <a:pt x="10051" y="18711"/>
                </a:lnTo>
                <a:lnTo>
                  <a:pt x="8390" y="18295"/>
                </a:lnTo>
                <a:lnTo>
                  <a:pt x="6725" y="17879"/>
                </a:lnTo>
                <a:lnTo>
                  <a:pt x="5052" y="17464"/>
                </a:lnTo>
                <a:lnTo>
                  <a:pt x="3374" y="17042"/>
                </a:lnTo>
                <a:lnTo>
                  <a:pt x="1692" y="16621"/>
                </a:lnTo>
                <a:lnTo>
                  <a:pt x="0" y="16200"/>
                </a:lnTo>
                <a:lnTo>
                  <a:pt x="0" y="13522"/>
                </a:lnTo>
                <a:lnTo>
                  <a:pt x="0" y="10800"/>
                </a:lnTo>
                <a:lnTo>
                  <a:pt x="1663" y="10800"/>
                </a:lnTo>
                <a:lnTo>
                  <a:pt x="3329" y="10800"/>
                </a:lnTo>
                <a:lnTo>
                  <a:pt x="4994" y="10800"/>
                </a:lnTo>
                <a:lnTo>
                  <a:pt x="6662" y="10800"/>
                </a:lnTo>
                <a:lnTo>
                  <a:pt x="8338" y="10800"/>
                </a:lnTo>
                <a:lnTo>
                  <a:pt x="10015" y="10800"/>
                </a:lnTo>
                <a:lnTo>
                  <a:pt x="11700" y="10800"/>
                </a:lnTo>
                <a:lnTo>
                  <a:pt x="13392" y="10800"/>
                </a:lnTo>
                <a:lnTo>
                  <a:pt x="15091" y="10800"/>
                </a:lnTo>
                <a:lnTo>
                  <a:pt x="16800" y="10800"/>
                </a:lnTo>
                <a:lnTo>
                  <a:pt x="16800" y="7231"/>
                </a:lnTo>
                <a:lnTo>
                  <a:pt x="16800" y="3640"/>
                </a:lnTo>
                <a:lnTo>
                  <a:pt x="16800" y="0"/>
                </a:lnTo>
                <a:close/>
              </a:path>
            </a:pathLst>
          </a:custGeom>
          <a:solidFill>
            <a:srgbClr val="1A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8" name="contour_14496"/>
          <p:cNvSpPr/>
          <p:nvPr/>
        </p:nvSpPr>
        <p:spPr>
          <a:xfrm>
            <a:off x="11241170" y="2621855"/>
            <a:ext cx="51016" cy="30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72" y="66"/>
                </a:lnTo>
                <a:lnTo>
                  <a:pt x="14901" y="219"/>
                </a:lnTo>
                <a:lnTo>
                  <a:pt x="16407" y="579"/>
                </a:lnTo>
                <a:lnTo>
                  <a:pt x="18514" y="1271"/>
                </a:lnTo>
                <a:lnTo>
                  <a:pt x="19742" y="5052"/>
                </a:lnTo>
                <a:lnTo>
                  <a:pt x="20517" y="7735"/>
                </a:lnTo>
                <a:lnTo>
                  <a:pt x="20986" y="10053"/>
                </a:lnTo>
                <a:lnTo>
                  <a:pt x="21298" y="12736"/>
                </a:lnTo>
                <a:lnTo>
                  <a:pt x="21600" y="16518"/>
                </a:lnTo>
                <a:lnTo>
                  <a:pt x="19563" y="17356"/>
                </a:lnTo>
                <a:lnTo>
                  <a:pt x="17524" y="18195"/>
                </a:lnTo>
                <a:lnTo>
                  <a:pt x="15475" y="19038"/>
                </a:lnTo>
                <a:lnTo>
                  <a:pt x="13417" y="19887"/>
                </a:lnTo>
                <a:lnTo>
                  <a:pt x="11346" y="20741"/>
                </a:lnTo>
                <a:lnTo>
                  <a:pt x="9257" y="21600"/>
                </a:lnTo>
                <a:lnTo>
                  <a:pt x="9257" y="18241"/>
                </a:lnTo>
                <a:lnTo>
                  <a:pt x="9257" y="14861"/>
                </a:lnTo>
                <a:lnTo>
                  <a:pt x="9257" y="11435"/>
                </a:lnTo>
                <a:lnTo>
                  <a:pt x="6961" y="9870"/>
                </a:lnTo>
                <a:lnTo>
                  <a:pt x="5332" y="8823"/>
                </a:lnTo>
                <a:lnTo>
                  <a:pt x="3925" y="8050"/>
                </a:lnTo>
                <a:lnTo>
                  <a:pt x="2296" y="7308"/>
                </a:lnTo>
                <a:lnTo>
                  <a:pt x="0" y="6353"/>
                </a:lnTo>
                <a:lnTo>
                  <a:pt x="1765" y="3705"/>
                </a:lnTo>
                <a:lnTo>
                  <a:pt x="3323" y="1957"/>
                </a:lnTo>
                <a:lnTo>
                  <a:pt x="4845" y="915"/>
                </a:lnTo>
                <a:lnTo>
                  <a:pt x="6486" y="376"/>
                </a:lnTo>
                <a:lnTo>
                  <a:pt x="8418" y="137"/>
                </a:lnTo>
                <a:lnTo>
                  <a:pt x="10800" y="0"/>
                </a:lnTo>
                <a:close/>
              </a:path>
            </a:pathLst>
          </a:custGeom>
          <a:solidFill>
            <a:srgbClr val="BFC3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499" name="contour_14497"/>
          <p:cNvSpPr/>
          <p:nvPr/>
        </p:nvSpPr>
        <p:spPr>
          <a:xfrm>
            <a:off x="4681977" y="263825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106" y="1287"/>
                </a:lnTo>
                <a:lnTo>
                  <a:pt x="5905" y="2592"/>
                </a:lnTo>
                <a:lnTo>
                  <a:pt x="6994" y="4274"/>
                </a:lnTo>
                <a:lnTo>
                  <a:pt x="8100" y="5980"/>
                </a:lnTo>
                <a:lnTo>
                  <a:pt x="9154" y="7646"/>
                </a:lnTo>
                <a:lnTo>
                  <a:pt x="10225" y="9340"/>
                </a:lnTo>
                <a:lnTo>
                  <a:pt x="11880" y="11099"/>
                </a:lnTo>
                <a:lnTo>
                  <a:pt x="13198" y="12161"/>
                </a:lnTo>
                <a:lnTo>
                  <a:pt x="14869" y="12951"/>
                </a:lnTo>
                <a:lnTo>
                  <a:pt x="17582" y="13898"/>
                </a:lnTo>
                <a:lnTo>
                  <a:pt x="19578" y="14657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16667" y="21137"/>
                </a:lnTo>
                <a:lnTo>
                  <a:pt x="13198" y="20770"/>
                </a:lnTo>
                <a:lnTo>
                  <a:pt x="10705" y="20409"/>
                </a:lnTo>
                <a:lnTo>
                  <a:pt x="8713" y="19971"/>
                </a:lnTo>
                <a:lnTo>
                  <a:pt x="6748" y="19366"/>
                </a:lnTo>
                <a:lnTo>
                  <a:pt x="4320" y="18514"/>
                </a:lnTo>
                <a:lnTo>
                  <a:pt x="2851" y="16543"/>
                </a:lnTo>
                <a:lnTo>
                  <a:pt x="1715" y="14571"/>
                </a:lnTo>
                <a:lnTo>
                  <a:pt x="886" y="12577"/>
                </a:lnTo>
                <a:lnTo>
                  <a:pt x="337" y="10528"/>
                </a:lnTo>
                <a:lnTo>
                  <a:pt x="52" y="8402"/>
                </a:lnTo>
                <a:lnTo>
                  <a:pt x="0" y="6171"/>
                </a:lnTo>
                <a:lnTo>
                  <a:pt x="1253" y="4116"/>
                </a:lnTo>
                <a:lnTo>
                  <a:pt x="2121" y="2786"/>
                </a:lnTo>
                <a:lnTo>
                  <a:pt x="3007" y="1608"/>
                </a:lnTo>
                <a:lnTo>
                  <a:pt x="4320" y="0"/>
                </a:lnTo>
                <a:close/>
              </a:path>
            </a:pathLst>
          </a:custGeom>
          <a:solidFill>
            <a:srgbClr val="1F1F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0" name="contour_14498"/>
          <p:cNvSpPr/>
          <p:nvPr/>
        </p:nvSpPr>
        <p:spPr>
          <a:xfrm>
            <a:off x="4776721" y="260910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531" y="903"/>
                </a:lnTo>
                <a:lnTo>
                  <a:pt x="8521" y="3629"/>
                </a:lnTo>
                <a:lnTo>
                  <a:pt x="9428" y="5983"/>
                </a:lnTo>
                <a:lnTo>
                  <a:pt x="10350" y="8372"/>
                </a:lnTo>
                <a:lnTo>
                  <a:pt x="11228" y="10705"/>
                </a:lnTo>
                <a:lnTo>
                  <a:pt x="12121" y="13077"/>
                </a:lnTo>
                <a:lnTo>
                  <a:pt x="13291" y="15163"/>
                </a:lnTo>
                <a:lnTo>
                  <a:pt x="14368" y="16649"/>
                </a:lnTo>
                <a:lnTo>
                  <a:pt x="15808" y="17945"/>
                </a:lnTo>
                <a:lnTo>
                  <a:pt x="18068" y="1945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380" y="8640"/>
                </a:lnTo>
                <a:lnTo>
                  <a:pt x="4774" y="8640"/>
                </a:lnTo>
                <a:lnTo>
                  <a:pt x="7200" y="8640"/>
                </a:lnTo>
                <a:lnTo>
                  <a:pt x="7200" y="5784"/>
                </a:lnTo>
                <a:lnTo>
                  <a:pt x="7200" y="2912"/>
                </a:lnTo>
                <a:lnTo>
                  <a:pt x="7200" y="0"/>
                </a:lnTo>
                <a:close/>
              </a:path>
            </a:pathLst>
          </a:custGeom>
          <a:solidFill>
            <a:srgbClr val="1D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1" name="contour_14499"/>
          <p:cNvSpPr/>
          <p:nvPr/>
        </p:nvSpPr>
        <p:spPr>
          <a:xfrm>
            <a:off x="11423362" y="2617584"/>
            <a:ext cx="65592" cy="206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4" y="5415"/>
                </a:moveTo>
                <a:lnTo>
                  <a:pt x="16126" y="6809"/>
                </a:lnTo>
                <a:lnTo>
                  <a:pt x="17407" y="8218"/>
                </a:lnTo>
                <a:lnTo>
                  <a:pt x="18706" y="9642"/>
                </a:lnTo>
                <a:lnTo>
                  <a:pt x="20143" y="11798"/>
                </a:lnTo>
                <a:lnTo>
                  <a:pt x="21600" y="13984"/>
                </a:lnTo>
                <a:lnTo>
                  <a:pt x="21600" y="17761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4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4" y="21600"/>
                </a:lnTo>
                <a:lnTo>
                  <a:pt x="3377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6566"/>
                </a:lnTo>
                <a:lnTo>
                  <a:pt x="0" y="11501"/>
                </a:lnTo>
                <a:lnTo>
                  <a:pt x="0" y="6367"/>
                </a:lnTo>
                <a:lnTo>
                  <a:pt x="1788" y="3686"/>
                </a:lnTo>
                <a:lnTo>
                  <a:pt x="3456" y="1767"/>
                </a:lnTo>
                <a:lnTo>
                  <a:pt x="5045" y="548"/>
                </a:lnTo>
                <a:lnTo>
                  <a:pt x="6586" y="0"/>
                </a:lnTo>
                <a:lnTo>
                  <a:pt x="8119" y="53"/>
                </a:lnTo>
                <a:lnTo>
                  <a:pt x="9674" y="678"/>
                </a:lnTo>
                <a:lnTo>
                  <a:pt x="11292" y="1805"/>
                </a:lnTo>
                <a:lnTo>
                  <a:pt x="13008" y="3405"/>
                </a:lnTo>
                <a:lnTo>
                  <a:pt x="14854" y="5415"/>
                </a:lnTo>
                <a:close/>
              </a:path>
            </a:pathLst>
          </a:custGeom>
          <a:solidFill>
            <a:srgbClr val="D5E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2" name="contour_14500"/>
          <p:cNvSpPr/>
          <p:nvPr/>
        </p:nvSpPr>
        <p:spPr>
          <a:xfrm>
            <a:off x="11182866" y="2624260"/>
            <a:ext cx="51016" cy="285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248"/>
                </a:moveTo>
                <a:lnTo>
                  <a:pt x="19017" y="1840"/>
                </a:lnTo>
                <a:lnTo>
                  <a:pt x="20301" y="3444"/>
                </a:lnTo>
                <a:lnTo>
                  <a:pt x="21600" y="5069"/>
                </a:lnTo>
                <a:lnTo>
                  <a:pt x="21600" y="8712"/>
                </a:lnTo>
                <a:lnTo>
                  <a:pt x="21600" y="12376"/>
                </a:lnTo>
                <a:lnTo>
                  <a:pt x="21600" y="16090"/>
                </a:lnTo>
                <a:lnTo>
                  <a:pt x="19462" y="16635"/>
                </a:lnTo>
                <a:lnTo>
                  <a:pt x="17320" y="17181"/>
                </a:lnTo>
                <a:lnTo>
                  <a:pt x="15179" y="17726"/>
                </a:lnTo>
                <a:lnTo>
                  <a:pt x="13034" y="18277"/>
                </a:lnTo>
                <a:lnTo>
                  <a:pt x="10880" y="18823"/>
                </a:lnTo>
                <a:lnTo>
                  <a:pt x="8723" y="19374"/>
                </a:lnTo>
                <a:lnTo>
                  <a:pt x="6557" y="19925"/>
                </a:lnTo>
                <a:lnTo>
                  <a:pt x="4382" y="20481"/>
                </a:lnTo>
                <a:lnTo>
                  <a:pt x="2197" y="21038"/>
                </a:lnTo>
                <a:lnTo>
                  <a:pt x="0" y="21600"/>
                </a:lnTo>
                <a:lnTo>
                  <a:pt x="2972" y="15577"/>
                </a:lnTo>
                <a:lnTo>
                  <a:pt x="5391" y="10761"/>
                </a:lnTo>
                <a:lnTo>
                  <a:pt x="7369" y="7026"/>
                </a:lnTo>
                <a:lnTo>
                  <a:pt x="9010" y="4232"/>
                </a:lnTo>
                <a:lnTo>
                  <a:pt x="10420" y="2265"/>
                </a:lnTo>
                <a:lnTo>
                  <a:pt x="11707" y="986"/>
                </a:lnTo>
                <a:lnTo>
                  <a:pt x="12975" y="276"/>
                </a:lnTo>
                <a:lnTo>
                  <a:pt x="14333" y="0"/>
                </a:lnTo>
                <a:lnTo>
                  <a:pt x="15888" y="33"/>
                </a:lnTo>
                <a:lnTo>
                  <a:pt x="17743" y="248"/>
                </a:lnTo>
                <a:close/>
              </a:path>
            </a:pathLst>
          </a:custGeom>
          <a:solidFill>
            <a:srgbClr val="5353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3" name="contour_14501"/>
          <p:cNvSpPr/>
          <p:nvPr/>
        </p:nvSpPr>
        <p:spPr>
          <a:xfrm>
            <a:off x="10956938" y="2614450"/>
            <a:ext cx="43728" cy="320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9"/>
                </a:lnTo>
                <a:lnTo>
                  <a:pt x="14425" y="143"/>
                </a:lnTo>
                <a:lnTo>
                  <a:pt x="16056" y="339"/>
                </a:lnTo>
                <a:lnTo>
                  <a:pt x="18277" y="708"/>
                </a:lnTo>
                <a:lnTo>
                  <a:pt x="21600" y="1308"/>
                </a:lnTo>
                <a:lnTo>
                  <a:pt x="21600" y="4560"/>
                </a:lnTo>
                <a:lnTo>
                  <a:pt x="21600" y="7831"/>
                </a:lnTo>
                <a:lnTo>
                  <a:pt x="21600" y="11147"/>
                </a:lnTo>
                <a:lnTo>
                  <a:pt x="19541" y="13493"/>
                </a:lnTo>
                <a:lnTo>
                  <a:pt x="17611" y="15505"/>
                </a:lnTo>
                <a:lnTo>
                  <a:pt x="15743" y="17202"/>
                </a:lnTo>
                <a:lnTo>
                  <a:pt x="13856" y="18604"/>
                </a:lnTo>
                <a:lnTo>
                  <a:pt x="11884" y="19726"/>
                </a:lnTo>
                <a:lnTo>
                  <a:pt x="9756" y="20587"/>
                </a:lnTo>
                <a:lnTo>
                  <a:pt x="7391" y="21206"/>
                </a:lnTo>
                <a:lnTo>
                  <a:pt x="4723" y="21600"/>
                </a:lnTo>
                <a:lnTo>
                  <a:pt x="2380" y="21295"/>
                </a:lnTo>
                <a:lnTo>
                  <a:pt x="0" y="20985"/>
                </a:lnTo>
                <a:lnTo>
                  <a:pt x="1552" y="14787"/>
                </a:lnTo>
                <a:lnTo>
                  <a:pt x="2794" y="10099"/>
                </a:lnTo>
                <a:lnTo>
                  <a:pt x="3852" y="6680"/>
                </a:lnTo>
                <a:lnTo>
                  <a:pt x="4860" y="4280"/>
                </a:lnTo>
                <a:lnTo>
                  <a:pt x="5936" y="2661"/>
                </a:lnTo>
                <a:lnTo>
                  <a:pt x="7214" y="1574"/>
                </a:lnTo>
                <a:lnTo>
                  <a:pt x="8824" y="767"/>
                </a:lnTo>
                <a:lnTo>
                  <a:pt x="10883" y="0"/>
                </a:lnTo>
                <a:close/>
              </a:path>
            </a:pathLst>
          </a:custGeom>
          <a:solidFill>
            <a:srgbClr val="D3D8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4" name="contour_14502"/>
          <p:cNvSpPr/>
          <p:nvPr/>
        </p:nvSpPr>
        <p:spPr>
          <a:xfrm>
            <a:off x="2276284" y="2608554"/>
            <a:ext cx="51672" cy="296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64" y="69"/>
                </a:moveTo>
                <a:lnTo>
                  <a:pt x="16409" y="138"/>
                </a:lnTo>
                <a:lnTo>
                  <a:pt x="18483" y="207"/>
                </a:lnTo>
                <a:lnTo>
                  <a:pt x="19257" y="254"/>
                </a:lnTo>
                <a:lnTo>
                  <a:pt x="21600" y="398"/>
                </a:lnTo>
                <a:lnTo>
                  <a:pt x="20089" y="1383"/>
                </a:lnTo>
                <a:lnTo>
                  <a:pt x="18553" y="2385"/>
                </a:lnTo>
                <a:lnTo>
                  <a:pt x="17042" y="4028"/>
                </a:lnTo>
                <a:lnTo>
                  <a:pt x="15507" y="5698"/>
                </a:lnTo>
                <a:lnTo>
                  <a:pt x="15507" y="9202"/>
                </a:lnTo>
                <a:lnTo>
                  <a:pt x="15507" y="12727"/>
                </a:lnTo>
                <a:lnTo>
                  <a:pt x="15507" y="16299"/>
                </a:lnTo>
                <a:lnTo>
                  <a:pt x="13514" y="17587"/>
                </a:lnTo>
                <a:lnTo>
                  <a:pt x="12055" y="18361"/>
                </a:lnTo>
                <a:lnTo>
                  <a:pt x="10419" y="18934"/>
                </a:lnTo>
                <a:lnTo>
                  <a:pt x="7891" y="19612"/>
                </a:lnTo>
                <a:lnTo>
                  <a:pt x="5764" y="20206"/>
                </a:lnTo>
                <a:lnTo>
                  <a:pt x="3607" y="20810"/>
                </a:lnTo>
                <a:lnTo>
                  <a:pt x="1953" y="21202"/>
                </a:lnTo>
                <a:lnTo>
                  <a:pt x="274" y="21600"/>
                </a:lnTo>
                <a:lnTo>
                  <a:pt x="91" y="17815"/>
                </a:lnTo>
                <a:lnTo>
                  <a:pt x="0" y="15096"/>
                </a:lnTo>
                <a:lnTo>
                  <a:pt x="0" y="12679"/>
                </a:lnTo>
                <a:lnTo>
                  <a:pt x="91" y="9801"/>
                </a:lnTo>
                <a:lnTo>
                  <a:pt x="274" y="5698"/>
                </a:lnTo>
                <a:lnTo>
                  <a:pt x="2218" y="3594"/>
                </a:lnTo>
                <a:lnTo>
                  <a:pt x="4119" y="2067"/>
                </a:lnTo>
                <a:lnTo>
                  <a:pt x="6017" y="1028"/>
                </a:lnTo>
                <a:lnTo>
                  <a:pt x="7951" y="398"/>
                </a:lnTo>
                <a:lnTo>
                  <a:pt x="9962" y="85"/>
                </a:lnTo>
                <a:lnTo>
                  <a:pt x="12086" y="0"/>
                </a:lnTo>
                <a:lnTo>
                  <a:pt x="14364" y="69"/>
                </a:lnTo>
                <a:close/>
              </a:path>
            </a:pathLst>
          </a:custGeom>
          <a:solidFill>
            <a:srgbClr val="4D4E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5" name="contour_14503"/>
          <p:cNvSpPr/>
          <p:nvPr/>
        </p:nvSpPr>
        <p:spPr>
          <a:xfrm>
            <a:off x="5636704" y="261638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C3CB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6" name="contour_14504"/>
          <p:cNvSpPr/>
          <p:nvPr/>
        </p:nvSpPr>
        <p:spPr>
          <a:xfrm>
            <a:off x="4499777" y="2579949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5" y="1307"/>
                </a:lnTo>
                <a:lnTo>
                  <a:pt x="18786" y="2306"/>
                </a:lnTo>
                <a:lnTo>
                  <a:pt x="19971" y="3502"/>
                </a:lnTo>
                <a:lnTo>
                  <a:pt x="21600" y="5400"/>
                </a:lnTo>
                <a:lnTo>
                  <a:pt x="20745" y="6990"/>
                </a:lnTo>
                <a:lnTo>
                  <a:pt x="19891" y="8443"/>
                </a:lnTo>
                <a:lnTo>
                  <a:pt x="19002" y="9806"/>
                </a:lnTo>
                <a:lnTo>
                  <a:pt x="18048" y="11127"/>
                </a:lnTo>
                <a:lnTo>
                  <a:pt x="16996" y="12452"/>
                </a:lnTo>
                <a:lnTo>
                  <a:pt x="15814" y="13838"/>
                </a:lnTo>
                <a:lnTo>
                  <a:pt x="14885" y="14963"/>
                </a:lnTo>
                <a:lnTo>
                  <a:pt x="13947" y="16105"/>
                </a:lnTo>
                <a:lnTo>
                  <a:pt x="12790" y="17491"/>
                </a:lnTo>
                <a:lnTo>
                  <a:pt x="11621" y="18865"/>
                </a:lnTo>
                <a:lnTo>
                  <a:pt x="10442" y="20234"/>
                </a:lnTo>
                <a:lnTo>
                  <a:pt x="9257" y="21600"/>
                </a:lnTo>
                <a:lnTo>
                  <a:pt x="7730" y="20709"/>
                </a:lnTo>
                <a:lnTo>
                  <a:pt x="6199" y="19815"/>
                </a:lnTo>
                <a:lnTo>
                  <a:pt x="4663" y="18919"/>
                </a:lnTo>
                <a:lnTo>
                  <a:pt x="3120" y="18020"/>
                </a:lnTo>
                <a:lnTo>
                  <a:pt x="1568" y="17113"/>
                </a:lnTo>
                <a:lnTo>
                  <a:pt x="0" y="16200"/>
                </a:lnTo>
                <a:lnTo>
                  <a:pt x="1435" y="15782"/>
                </a:lnTo>
                <a:lnTo>
                  <a:pt x="2894" y="15358"/>
                </a:lnTo>
                <a:lnTo>
                  <a:pt x="4814" y="14218"/>
                </a:lnTo>
                <a:lnTo>
                  <a:pt x="5955" y="13206"/>
                </a:lnTo>
                <a:lnTo>
                  <a:pt x="6770" y="11750"/>
                </a:lnTo>
                <a:lnTo>
                  <a:pt x="7714" y="9283"/>
                </a:lnTo>
                <a:lnTo>
                  <a:pt x="8223" y="8000"/>
                </a:lnTo>
                <a:lnTo>
                  <a:pt x="8736" y="6710"/>
                </a:lnTo>
                <a:lnTo>
                  <a:pt x="9257" y="5400"/>
                </a:lnTo>
                <a:lnTo>
                  <a:pt x="11297" y="5400"/>
                </a:lnTo>
                <a:lnTo>
                  <a:pt x="13349" y="5400"/>
                </a:lnTo>
                <a:lnTo>
                  <a:pt x="15429" y="5400"/>
                </a:lnTo>
                <a:lnTo>
                  <a:pt x="15429" y="3615"/>
                </a:lnTo>
                <a:lnTo>
                  <a:pt x="15429" y="1820"/>
                </a:lnTo>
                <a:lnTo>
                  <a:pt x="15429" y="0"/>
                </a:lnTo>
                <a:close/>
              </a:path>
            </a:pathLst>
          </a:custGeom>
          <a:solidFill>
            <a:srgbClr val="4B4F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7" name="contour_14505"/>
          <p:cNvSpPr/>
          <p:nvPr/>
        </p:nvSpPr>
        <p:spPr>
          <a:xfrm>
            <a:off x="11073546" y="259452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90" y="3856"/>
                </a:lnTo>
                <a:lnTo>
                  <a:pt x="21125" y="6626"/>
                </a:lnTo>
                <a:lnTo>
                  <a:pt x="20656" y="9088"/>
                </a:lnTo>
                <a:lnTo>
                  <a:pt x="19835" y="12020"/>
                </a:lnTo>
                <a:lnTo>
                  <a:pt x="18514" y="16200"/>
                </a:lnTo>
                <a:lnTo>
                  <a:pt x="16484" y="17199"/>
                </a:lnTo>
                <a:lnTo>
                  <a:pt x="14450" y="18063"/>
                </a:lnTo>
                <a:lnTo>
                  <a:pt x="12414" y="18808"/>
                </a:lnTo>
                <a:lnTo>
                  <a:pt x="10368" y="19451"/>
                </a:lnTo>
                <a:lnTo>
                  <a:pt x="8316" y="20002"/>
                </a:lnTo>
                <a:lnTo>
                  <a:pt x="6255" y="20477"/>
                </a:lnTo>
                <a:lnTo>
                  <a:pt x="4184" y="20893"/>
                </a:lnTo>
                <a:lnTo>
                  <a:pt x="2098" y="2126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892" y="8780"/>
                </a:lnTo>
                <a:lnTo>
                  <a:pt x="3283" y="7479"/>
                </a:lnTo>
                <a:lnTo>
                  <a:pt x="4866" y="6313"/>
                </a:lnTo>
                <a:lnTo>
                  <a:pt x="7329" y="4725"/>
                </a:lnTo>
                <a:lnTo>
                  <a:pt x="8689" y="3818"/>
                </a:lnTo>
                <a:lnTo>
                  <a:pt x="10063" y="2905"/>
                </a:lnTo>
                <a:lnTo>
                  <a:pt x="11451" y="1982"/>
                </a:lnTo>
                <a:lnTo>
                  <a:pt x="13441" y="1015"/>
                </a:lnTo>
                <a:lnTo>
                  <a:pt x="14966" y="427"/>
                </a:lnTo>
                <a:lnTo>
                  <a:pt x="16509" y="124"/>
                </a:lnTo>
                <a:lnTo>
                  <a:pt x="18557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DE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8" name="contour_14506"/>
          <p:cNvSpPr/>
          <p:nvPr/>
        </p:nvSpPr>
        <p:spPr>
          <a:xfrm>
            <a:off x="7305654" y="2587237"/>
            <a:ext cx="432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06" y="0"/>
                </a:moveTo>
                <a:lnTo>
                  <a:pt x="19874" y="4886"/>
                </a:lnTo>
                <a:lnTo>
                  <a:pt x="20948" y="8346"/>
                </a:lnTo>
                <a:lnTo>
                  <a:pt x="21502" y="10873"/>
                </a:lnTo>
                <a:lnTo>
                  <a:pt x="21600" y="12969"/>
                </a:lnTo>
                <a:lnTo>
                  <a:pt x="21312" y="15116"/>
                </a:lnTo>
                <a:lnTo>
                  <a:pt x="20712" y="17820"/>
                </a:lnTo>
                <a:lnTo>
                  <a:pt x="19470" y="19695"/>
                </a:lnTo>
                <a:lnTo>
                  <a:pt x="18206" y="21600"/>
                </a:lnTo>
                <a:lnTo>
                  <a:pt x="15621" y="21518"/>
                </a:lnTo>
                <a:lnTo>
                  <a:pt x="13789" y="21324"/>
                </a:lnTo>
                <a:lnTo>
                  <a:pt x="11830" y="20861"/>
                </a:lnTo>
                <a:lnTo>
                  <a:pt x="8877" y="19980"/>
                </a:lnTo>
                <a:lnTo>
                  <a:pt x="6383" y="19259"/>
                </a:lnTo>
                <a:lnTo>
                  <a:pt x="3856" y="18528"/>
                </a:lnTo>
                <a:lnTo>
                  <a:pt x="2895" y="18217"/>
                </a:lnTo>
                <a:lnTo>
                  <a:pt x="0" y="17280"/>
                </a:lnTo>
                <a:lnTo>
                  <a:pt x="1092" y="14329"/>
                </a:lnTo>
                <a:lnTo>
                  <a:pt x="2236" y="11880"/>
                </a:lnTo>
                <a:lnTo>
                  <a:pt x="3499" y="9845"/>
                </a:lnTo>
                <a:lnTo>
                  <a:pt x="4952" y="8113"/>
                </a:lnTo>
                <a:lnTo>
                  <a:pt x="6667" y="6592"/>
                </a:lnTo>
                <a:lnTo>
                  <a:pt x="8710" y="5180"/>
                </a:lnTo>
                <a:lnTo>
                  <a:pt x="11150" y="3780"/>
                </a:lnTo>
                <a:lnTo>
                  <a:pt x="13134" y="2691"/>
                </a:lnTo>
                <a:lnTo>
                  <a:pt x="15148" y="1585"/>
                </a:lnTo>
                <a:lnTo>
                  <a:pt x="16666" y="799"/>
                </a:lnTo>
                <a:lnTo>
                  <a:pt x="18206" y="0"/>
                </a:lnTo>
                <a:close/>
              </a:path>
            </a:pathLst>
          </a:custGeom>
          <a:solidFill>
            <a:srgbClr val="9385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09" name="contour_14507"/>
          <p:cNvSpPr/>
          <p:nvPr/>
        </p:nvSpPr>
        <p:spPr>
          <a:xfrm>
            <a:off x="4776721" y="257994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423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926" y="21154"/>
                </a:lnTo>
                <a:lnTo>
                  <a:pt x="16252" y="20707"/>
                </a:lnTo>
                <a:lnTo>
                  <a:pt x="13569" y="20261"/>
                </a:lnTo>
                <a:lnTo>
                  <a:pt x="10882" y="19814"/>
                </a:lnTo>
                <a:lnTo>
                  <a:pt x="8182" y="19364"/>
                </a:lnTo>
                <a:lnTo>
                  <a:pt x="5469" y="18911"/>
                </a:lnTo>
                <a:lnTo>
                  <a:pt x="2743" y="18457"/>
                </a:lnTo>
                <a:lnTo>
                  <a:pt x="0" y="18000"/>
                </a:lnTo>
                <a:lnTo>
                  <a:pt x="1616" y="15700"/>
                </a:lnTo>
                <a:lnTo>
                  <a:pt x="2838" y="14000"/>
                </a:lnTo>
                <a:lnTo>
                  <a:pt x="3914" y="12600"/>
                </a:lnTo>
                <a:lnTo>
                  <a:pt x="5080" y="11200"/>
                </a:lnTo>
                <a:lnTo>
                  <a:pt x="6575" y="9500"/>
                </a:lnTo>
                <a:lnTo>
                  <a:pt x="8640" y="7200"/>
                </a:lnTo>
                <a:lnTo>
                  <a:pt x="11496" y="7200"/>
                </a:lnTo>
                <a:lnTo>
                  <a:pt x="14368" y="7200"/>
                </a:lnTo>
                <a:lnTo>
                  <a:pt x="17280" y="7200"/>
                </a:lnTo>
                <a:lnTo>
                  <a:pt x="17280" y="4820"/>
                </a:lnTo>
                <a:lnTo>
                  <a:pt x="17280" y="2426"/>
                </a:lnTo>
                <a:lnTo>
                  <a:pt x="17280" y="0"/>
                </a:lnTo>
                <a:close/>
              </a:path>
            </a:pathLst>
          </a:custGeom>
          <a:solidFill>
            <a:srgbClr val="2E2E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0" name="contour_14508"/>
          <p:cNvSpPr/>
          <p:nvPr/>
        </p:nvSpPr>
        <p:spPr>
          <a:xfrm>
            <a:off x="4900100" y="2565373"/>
            <a:ext cx="442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68" y="0"/>
                </a:moveTo>
                <a:lnTo>
                  <a:pt x="8016" y="1436"/>
                </a:lnTo>
                <a:lnTo>
                  <a:pt x="8674" y="2898"/>
                </a:lnTo>
                <a:lnTo>
                  <a:pt x="9830" y="5317"/>
                </a:lnTo>
                <a:lnTo>
                  <a:pt x="10987" y="7628"/>
                </a:lnTo>
                <a:lnTo>
                  <a:pt x="12179" y="9839"/>
                </a:lnTo>
                <a:lnTo>
                  <a:pt x="13431" y="11963"/>
                </a:lnTo>
                <a:lnTo>
                  <a:pt x="14769" y="14004"/>
                </a:lnTo>
                <a:lnTo>
                  <a:pt x="16231" y="15980"/>
                </a:lnTo>
                <a:lnTo>
                  <a:pt x="17836" y="17899"/>
                </a:lnTo>
                <a:lnTo>
                  <a:pt x="19615" y="19768"/>
                </a:lnTo>
                <a:lnTo>
                  <a:pt x="21600" y="21600"/>
                </a:lnTo>
                <a:lnTo>
                  <a:pt x="19280" y="21409"/>
                </a:lnTo>
                <a:lnTo>
                  <a:pt x="17003" y="21179"/>
                </a:lnTo>
                <a:lnTo>
                  <a:pt x="14762" y="20891"/>
                </a:lnTo>
                <a:lnTo>
                  <a:pt x="12545" y="20527"/>
                </a:lnTo>
                <a:lnTo>
                  <a:pt x="10353" y="20074"/>
                </a:lnTo>
                <a:lnTo>
                  <a:pt x="8169" y="19512"/>
                </a:lnTo>
                <a:lnTo>
                  <a:pt x="5992" y="18824"/>
                </a:lnTo>
                <a:lnTo>
                  <a:pt x="3811" y="18000"/>
                </a:lnTo>
                <a:lnTo>
                  <a:pt x="2426" y="15732"/>
                </a:lnTo>
                <a:lnTo>
                  <a:pt x="1338" y="13460"/>
                </a:lnTo>
                <a:lnTo>
                  <a:pt x="559" y="11146"/>
                </a:lnTo>
                <a:lnTo>
                  <a:pt x="107" y="8755"/>
                </a:lnTo>
                <a:lnTo>
                  <a:pt x="0" y="6253"/>
                </a:lnTo>
                <a:lnTo>
                  <a:pt x="253" y="3600"/>
                </a:lnTo>
                <a:lnTo>
                  <a:pt x="2355" y="2279"/>
                </a:lnTo>
                <a:lnTo>
                  <a:pt x="3800" y="1462"/>
                </a:lnTo>
                <a:lnTo>
                  <a:pt x="5248" y="817"/>
                </a:lnTo>
                <a:lnTo>
                  <a:pt x="7368" y="0"/>
                </a:lnTo>
                <a:close/>
              </a:path>
            </a:pathLst>
          </a:custGeom>
          <a:solidFill>
            <a:srgbClr val="32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1" name="contour_14509"/>
          <p:cNvSpPr/>
          <p:nvPr/>
        </p:nvSpPr>
        <p:spPr>
          <a:xfrm>
            <a:off x="963462" y="2587237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27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2" name="contour_14510"/>
          <p:cNvSpPr/>
          <p:nvPr/>
        </p:nvSpPr>
        <p:spPr>
          <a:xfrm>
            <a:off x="4040634" y="2587237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3571"/>
                </a:lnTo>
                <a:lnTo>
                  <a:pt x="21600" y="7200"/>
                </a:lnTo>
                <a:lnTo>
                  <a:pt x="20102" y="8770"/>
                </a:lnTo>
                <a:lnTo>
                  <a:pt x="18878" y="9770"/>
                </a:lnTo>
                <a:lnTo>
                  <a:pt x="16874" y="11052"/>
                </a:lnTo>
                <a:lnTo>
                  <a:pt x="15408" y="11995"/>
                </a:lnTo>
                <a:lnTo>
                  <a:pt x="13922" y="12953"/>
                </a:lnTo>
                <a:lnTo>
                  <a:pt x="13145" y="13421"/>
                </a:lnTo>
                <a:lnTo>
                  <a:pt x="10800" y="14846"/>
                </a:lnTo>
                <a:lnTo>
                  <a:pt x="9250" y="15833"/>
                </a:lnTo>
                <a:lnTo>
                  <a:pt x="7678" y="16834"/>
                </a:lnTo>
                <a:lnTo>
                  <a:pt x="6144" y="17798"/>
                </a:lnTo>
                <a:lnTo>
                  <a:pt x="4608" y="18763"/>
                </a:lnTo>
                <a:lnTo>
                  <a:pt x="3072" y="19714"/>
                </a:lnTo>
                <a:lnTo>
                  <a:pt x="1536" y="2065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4CE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3" name="contour_14511"/>
          <p:cNvSpPr/>
          <p:nvPr/>
        </p:nvSpPr>
        <p:spPr>
          <a:xfrm>
            <a:off x="7597174" y="256537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1573" y="20524"/>
                </a:lnTo>
                <a:lnTo>
                  <a:pt x="7642" y="19751"/>
                </a:lnTo>
                <a:lnTo>
                  <a:pt x="4994" y="19159"/>
                </a:lnTo>
                <a:lnTo>
                  <a:pt x="3158" y="18632"/>
                </a:lnTo>
                <a:lnTo>
                  <a:pt x="1655" y="18045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2566" y="8640"/>
                </a:lnTo>
                <a:lnTo>
                  <a:pt x="5141" y="8640"/>
                </a:lnTo>
                <a:lnTo>
                  <a:pt x="7724" y="8640"/>
                </a:lnTo>
                <a:lnTo>
                  <a:pt x="10329" y="8640"/>
                </a:lnTo>
                <a:lnTo>
                  <a:pt x="12960" y="8640"/>
                </a:lnTo>
                <a:lnTo>
                  <a:pt x="12960" y="5784"/>
                </a:lnTo>
                <a:lnTo>
                  <a:pt x="12960" y="2912"/>
                </a:lnTo>
                <a:lnTo>
                  <a:pt x="12960" y="0"/>
                </a:lnTo>
                <a:close/>
              </a:path>
            </a:pathLst>
          </a:custGeom>
          <a:solidFill>
            <a:srgbClr val="A7A4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4" name="contour_14512"/>
          <p:cNvSpPr/>
          <p:nvPr/>
        </p:nvSpPr>
        <p:spPr>
          <a:xfrm>
            <a:off x="4827737" y="2528933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706" y="1307"/>
                </a:lnTo>
                <a:lnTo>
                  <a:pt x="19630" y="2306"/>
                </a:lnTo>
                <a:lnTo>
                  <a:pt x="20460" y="3502"/>
                </a:lnTo>
                <a:lnTo>
                  <a:pt x="21600" y="5400"/>
                </a:lnTo>
                <a:lnTo>
                  <a:pt x="20861" y="7422"/>
                </a:lnTo>
                <a:lnTo>
                  <a:pt x="20282" y="8872"/>
                </a:lnTo>
                <a:lnTo>
                  <a:pt x="19669" y="10155"/>
                </a:lnTo>
                <a:lnTo>
                  <a:pt x="18822" y="11675"/>
                </a:lnTo>
                <a:lnTo>
                  <a:pt x="17548" y="13838"/>
                </a:lnTo>
                <a:lnTo>
                  <a:pt x="17176" y="14486"/>
                </a:lnTo>
                <a:lnTo>
                  <a:pt x="16515" y="15628"/>
                </a:lnTo>
                <a:lnTo>
                  <a:pt x="15003" y="18247"/>
                </a:lnTo>
                <a:lnTo>
                  <a:pt x="13988" y="19912"/>
                </a:lnTo>
                <a:lnTo>
                  <a:pt x="12960" y="21600"/>
                </a:lnTo>
                <a:lnTo>
                  <a:pt x="10394" y="21065"/>
                </a:lnTo>
                <a:lnTo>
                  <a:pt x="7819" y="20528"/>
                </a:lnTo>
                <a:lnTo>
                  <a:pt x="5236" y="19991"/>
                </a:lnTo>
                <a:lnTo>
                  <a:pt x="2631" y="19448"/>
                </a:lnTo>
                <a:lnTo>
                  <a:pt x="0" y="18900"/>
                </a:lnTo>
                <a:lnTo>
                  <a:pt x="1236" y="17312"/>
                </a:lnTo>
                <a:lnTo>
                  <a:pt x="2475" y="15725"/>
                </a:lnTo>
                <a:lnTo>
                  <a:pt x="3720" y="14140"/>
                </a:lnTo>
                <a:lnTo>
                  <a:pt x="4964" y="12552"/>
                </a:lnTo>
                <a:lnTo>
                  <a:pt x="6212" y="10967"/>
                </a:lnTo>
                <a:lnTo>
                  <a:pt x="7366" y="9493"/>
                </a:lnTo>
                <a:lnTo>
                  <a:pt x="8523" y="8011"/>
                </a:lnTo>
                <a:lnTo>
                  <a:pt x="9703" y="6507"/>
                </a:lnTo>
                <a:lnTo>
                  <a:pt x="11327" y="4628"/>
                </a:lnTo>
                <a:lnTo>
                  <a:pt x="12532" y="3351"/>
                </a:lnTo>
                <a:lnTo>
                  <a:pt x="13686" y="2360"/>
                </a:lnTo>
                <a:lnTo>
                  <a:pt x="15146" y="1347"/>
                </a:lnTo>
                <a:lnTo>
                  <a:pt x="17280" y="0"/>
                </a:lnTo>
                <a:close/>
              </a:path>
            </a:pathLst>
          </a:custGeom>
          <a:solidFill>
            <a:srgbClr val="302F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5" name="contour_14513"/>
          <p:cNvSpPr/>
          <p:nvPr/>
        </p:nvSpPr>
        <p:spPr>
          <a:xfrm>
            <a:off x="4740281" y="2551686"/>
            <a:ext cx="58304" cy="281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92" y="1063"/>
                </a:moveTo>
                <a:lnTo>
                  <a:pt x="19985" y="2975"/>
                </a:lnTo>
                <a:lnTo>
                  <a:pt x="21600" y="4911"/>
                </a:lnTo>
                <a:lnTo>
                  <a:pt x="19019" y="9933"/>
                </a:lnTo>
                <a:lnTo>
                  <a:pt x="16964" y="13843"/>
                </a:lnTo>
                <a:lnTo>
                  <a:pt x="15317" y="16773"/>
                </a:lnTo>
                <a:lnTo>
                  <a:pt x="13970" y="18871"/>
                </a:lnTo>
                <a:lnTo>
                  <a:pt x="12806" y="20263"/>
                </a:lnTo>
                <a:lnTo>
                  <a:pt x="11710" y="21091"/>
                </a:lnTo>
                <a:lnTo>
                  <a:pt x="10565" y="21494"/>
                </a:lnTo>
                <a:lnTo>
                  <a:pt x="9258" y="21600"/>
                </a:lnTo>
                <a:lnTo>
                  <a:pt x="7676" y="21555"/>
                </a:lnTo>
                <a:lnTo>
                  <a:pt x="6199" y="20739"/>
                </a:lnTo>
                <a:lnTo>
                  <a:pt x="5062" y="20045"/>
                </a:lnTo>
                <a:lnTo>
                  <a:pt x="3893" y="19217"/>
                </a:lnTo>
                <a:lnTo>
                  <a:pt x="2330" y="17987"/>
                </a:lnTo>
                <a:lnTo>
                  <a:pt x="0" y="16097"/>
                </a:lnTo>
                <a:lnTo>
                  <a:pt x="2978" y="11790"/>
                </a:lnTo>
                <a:lnTo>
                  <a:pt x="5449" y="8272"/>
                </a:lnTo>
                <a:lnTo>
                  <a:pt x="7490" y="5481"/>
                </a:lnTo>
                <a:lnTo>
                  <a:pt x="9185" y="3345"/>
                </a:lnTo>
                <a:lnTo>
                  <a:pt x="10622" y="1795"/>
                </a:lnTo>
                <a:lnTo>
                  <a:pt x="11880" y="766"/>
                </a:lnTo>
                <a:lnTo>
                  <a:pt x="13041" y="190"/>
                </a:lnTo>
                <a:lnTo>
                  <a:pt x="14191" y="0"/>
                </a:lnTo>
                <a:lnTo>
                  <a:pt x="15412" y="129"/>
                </a:lnTo>
                <a:lnTo>
                  <a:pt x="16783" y="509"/>
                </a:lnTo>
                <a:lnTo>
                  <a:pt x="18392" y="1063"/>
                </a:lnTo>
                <a:close/>
              </a:path>
            </a:pathLst>
          </a:custGeom>
          <a:solidFill>
            <a:srgbClr val="9FAF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6" name="contour_14514"/>
          <p:cNvSpPr/>
          <p:nvPr/>
        </p:nvSpPr>
        <p:spPr>
          <a:xfrm>
            <a:off x="710022" y="2565373"/>
            <a:ext cx="36440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801" y="5811"/>
                </a:lnTo>
                <a:lnTo>
                  <a:pt x="20192" y="9883"/>
                </a:lnTo>
                <a:lnTo>
                  <a:pt x="19656" y="12767"/>
                </a:lnTo>
                <a:lnTo>
                  <a:pt x="19073" y="15021"/>
                </a:lnTo>
                <a:lnTo>
                  <a:pt x="18321" y="17186"/>
                </a:lnTo>
                <a:lnTo>
                  <a:pt x="17280" y="19817"/>
                </a:lnTo>
                <a:lnTo>
                  <a:pt x="14066" y="21006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006"/>
                </a:lnTo>
                <a:lnTo>
                  <a:pt x="4320" y="19817"/>
                </a:lnTo>
                <a:lnTo>
                  <a:pt x="3141" y="16552"/>
                </a:lnTo>
                <a:lnTo>
                  <a:pt x="2233" y="13361"/>
                </a:lnTo>
                <a:lnTo>
                  <a:pt x="1534" y="10171"/>
                </a:lnTo>
                <a:lnTo>
                  <a:pt x="972" y="6921"/>
                </a:lnTo>
                <a:lnTo>
                  <a:pt x="480" y="3552"/>
                </a:lnTo>
                <a:lnTo>
                  <a:pt x="0" y="0"/>
                </a:lnTo>
                <a:close/>
              </a:path>
            </a:pathLst>
          </a:custGeom>
          <a:solidFill>
            <a:srgbClr val="E6CF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7" name="contour_14515"/>
          <p:cNvSpPr/>
          <p:nvPr/>
        </p:nvSpPr>
        <p:spPr>
          <a:xfrm>
            <a:off x="571550" y="253622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765" y="1786"/>
                </a:lnTo>
                <a:lnTo>
                  <a:pt x="5214" y="3578"/>
                </a:lnTo>
                <a:lnTo>
                  <a:pt x="5668" y="5400"/>
                </a:lnTo>
                <a:lnTo>
                  <a:pt x="6648" y="7186"/>
                </a:lnTo>
                <a:lnTo>
                  <a:pt x="7638" y="8978"/>
                </a:lnTo>
                <a:lnTo>
                  <a:pt x="8640" y="10800"/>
                </a:lnTo>
                <a:lnTo>
                  <a:pt x="11984" y="11124"/>
                </a:lnTo>
                <a:lnTo>
                  <a:pt x="14329" y="11286"/>
                </a:lnTo>
                <a:lnTo>
                  <a:pt x="16299" y="11286"/>
                </a:lnTo>
                <a:lnTo>
                  <a:pt x="18516" y="11124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18762" y="19076"/>
                </a:lnTo>
                <a:lnTo>
                  <a:pt x="16520" y="19660"/>
                </a:lnTo>
                <a:lnTo>
                  <a:pt x="12960" y="20250"/>
                </a:lnTo>
                <a:lnTo>
                  <a:pt x="10549" y="20657"/>
                </a:lnTo>
                <a:lnTo>
                  <a:pt x="8100" y="21067"/>
                </a:lnTo>
                <a:lnTo>
                  <a:pt x="7163" y="21200"/>
                </a:lnTo>
                <a:lnTo>
                  <a:pt x="4320" y="21600"/>
                </a:lnTo>
                <a:lnTo>
                  <a:pt x="3698" y="19408"/>
                </a:lnTo>
                <a:lnTo>
                  <a:pt x="3089" y="17215"/>
                </a:lnTo>
                <a:lnTo>
                  <a:pt x="2484" y="15019"/>
                </a:lnTo>
                <a:lnTo>
                  <a:pt x="1892" y="12823"/>
                </a:lnTo>
                <a:lnTo>
                  <a:pt x="1551" y="11596"/>
                </a:lnTo>
                <a:lnTo>
                  <a:pt x="523" y="7888"/>
                </a:lnTo>
                <a:lnTo>
                  <a:pt x="264" y="5760"/>
                </a:lnTo>
                <a:lnTo>
                  <a:pt x="0" y="3600"/>
                </a:lnTo>
                <a:lnTo>
                  <a:pt x="2143" y="1814"/>
                </a:lnTo>
                <a:lnTo>
                  <a:pt x="4320" y="0"/>
                </a:lnTo>
                <a:close/>
              </a:path>
            </a:pathLst>
          </a:custGeom>
          <a:solidFill>
            <a:srgbClr val="CBB0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8" name="contour_14516"/>
          <p:cNvSpPr/>
          <p:nvPr/>
        </p:nvSpPr>
        <p:spPr>
          <a:xfrm>
            <a:off x="8282245" y="2550083"/>
            <a:ext cx="36440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85"/>
                </a:lnTo>
                <a:lnTo>
                  <a:pt x="13751" y="169"/>
                </a:lnTo>
                <a:lnTo>
                  <a:pt x="16368" y="250"/>
                </a:lnTo>
                <a:lnTo>
                  <a:pt x="18982" y="335"/>
                </a:lnTo>
                <a:lnTo>
                  <a:pt x="21600" y="415"/>
                </a:lnTo>
                <a:lnTo>
                  <a:pt x="21600" y="3415"/>
                </a:lnTo>
                <a:lnTo>
                  <a:pt x="21600" y="6415"/>
                </a:lnTo>
                <a:lnTo>
                  <a:pt x="21600" y="9423"/>
                </a:lnTo>
                <a:lnTo>
                  <a:pt x="21600" y="12440"/>
                </a:lnTo>
                <a:lnTo>
                  <a:pt x="21600" y="15473"/>
                </a:lnTo>
                <a:lnTo>
                  <a:pt x="21600" y="18528"/>
                </a:lnTo>
                <a:lnTo>
                  <a:pt x="21600" y="21600"/>
                </a:lnTo>
                <a:lnTo>
                  <a:pt x="18386" y="20803"/>
                </a:lnTo>
                <a:lnTo>
                  <a:pt x="16105" y="20185"/>
                </a:lnTo>
                <a:lnTo>
                  <a:pt x="14135" y="19541"/>
                </a:lnTo>
                <a:lnTo>
                  <a:pt x="11854" y="18668"/>
                </a:lnTo>
                <a:lnTo>
                  <a:pt x="8640" y="17363"/>
                </a:lnTo>
                <a:lnTo>
                  <a:pt x="8640" y="14567"/>
                </a:lnTo>
                <a:lnTo>
                  <a:pt x="8640" y="11745"/>
                </a:lnTo>
                <a:lnTo>
                  <a:pt x="8640" y="8889"/>
                </a:lnTo>
                <a:lnTo>
                  <a:pt x="6074" y="7334"/>
                </a:lnTo>
                <a:lnTo>
                  <a:pt x="4320" y="6377"/>
                </a:lnTo>
                <a:lnTo>
                  <a:pt x="2562" y="5614"/>
                </a:lnTo>
                <a:lnTo>
                  <a:pt x="0" y="4652"/>
                </a:lnTo>
                <a:lnTo>
                  <a:pt x="2562" y="2199"/>
                </a:lnTo>
                <a:lnTo>
                  <a:pt x="4303" y="894"/>
                </a:lnTo>
                <a:lnTo>
                  <a:pt x="6026" y="309"/>
                </a:lnTo>
                <a:lnTo>
                  <a:pt x="8523" y="0"/>
                </a:lnTo>
                <a:close/>
              </a:path>
            </a:pathLst>
          </a:custGeom>
          <a:solidFill>
            <a:srgbClr val="BEA5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19" name="contour_14517"/>
          <p:cNvSpPr/>
          <p:nvPr/>
        </p:nvSpPr>
        <p:spPr>
          <a:xfrm>
            <a:off x="7123454" y="2536221"/>
            <a:ext cx="437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91" y="0"/>
                </a:moveTo>
                <a:lnTo>
                  <a:pt x="13464" y="750"/>
                </a:lnTo>
                <a:lnTo>
                  <a:pt x="15388" y="1385"/>
                </a:lnTo>
                <a:lnTo>
                  <a:pt x="16863" y="2071"/>
                </a:lnTo>
                <a:lnTo>
                  <a:pt x="18186" y="2984"/>
                </a:lnTo>
                <a:lnTo>
                  <a:pt x="19658" y="4295"/>
                </a:lnTo>
                <a:lnTo>
                  <a:pt x="21582" y="6171"/>
                </a:lnTo>
                <a:lnTo>
                  <a:pt x="21600" y="8211"/>
                </a:lnTo>
                <a:lnTo>
                  <a:pt x="21506" y="10208"/>
                </a:lnTo>
                <a:lnTo>
                  <a:pt x="21291" y="12170"/>
                </a:lnTo>
                <a:lnTo>
                  <a:pt x="20942" y="14099"/>
                </a:lnTo>
                <a:lnTo>
                  <a:pt x="20453" y="16003"/>
                </a:lnTo>
                <a:lnTo>
                  <a:pt x="19801" y="17885"/>
                </a:lnTo>
                <a:lnTo>
                  <a:pt x="18985" y="19749"/>
                </a:lnTo>
                <a:lnTo>
                  <a:pt x="17985" y="21600"/>
                </a:lnTo>
                <a:lnTo>
                  <a:pt x="15607" y="21600"/>
                </a:lnTo>
                <a:lnTo>
                  <a:pt x="13215" y="21600"/>
                </a:lnTo>
                <a:lnTo>
                  <a:pt x="10791" y="21600"/>
                </a:lnTo>
                <a:lnTo>
                  <a:pt x="10028" y="19761"/>
                </a:lnTo>
                <a:lnTo>
                  <a:pt x="9287" y="17916"/>
                </a:lnTo>
                <a:lnTo>
                  <a:pt x="8568" y="16064"/>
                </a:lnTo>
                <a:lnTo>
                  <a:pt x="7870" y="14207"/>
                </a:lnTo>
                <a:lnTo>
                  <a:pt x="7194" y="12343"/>
                </a:lnTo>
                <a:lnTo>
                  <a:pt x="4931" y="10183"/>
                </a:lnTo>
                <a:lnTo>
                  <a:pt x="3428" y="8822"/>
                </a:lnTo>
                <a:lnTo>
                  <a:pt x="2011" y="7677"/>
                </a:lnTo>
                <a:lnTo>
                  <a:pt x="0" y="6171"/>
                </a:lnTo>
                <a:lnTo>
                  <a:pt x="2018" y="4696"/>
                </a:lnTo>
                <a:lnTo>
                  <a:pt x="3547" y="3629"/>
                </a:lnTo>
                <a:lnTo>
                  <a:pt x="4888" y="2796"/>
                </a:lnTo>
                <a:lnTo>
                  <a:pt x="6345" y="2027"/>
                </a:lnTo>
                <a:lnTo>
                  <a:pt x="8212" y="1154"/>
                </a:lnTo>
                <a:lnTo>
                  <a:pt x="10791" y="0"/>
                </a:lnTo>
                <a:close/>
              </a:path>
            </a:pathLst>
          </a:custGeom>
          <a:solidFill>
            <a:srgbClr val="7476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0" name="contour_14518"/>
          <p:cNvSpPr/>
          <p:nvPr/>
        </p:nvSpPr>
        <p:spPr>
          <a:xfrm>
            <a:off x="2357108" y="2543509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611"/>
                </a:lnTo>
                <a:lnTo>
                  <a:pt x="11826" y="1225"/>
                </a:lnTo>
                <a:lnTo>
                  <a:pt x="15055" y="1839"/>
                </a:lnTo>
                <a:lnTo>
                  <a:pt x="18311" y="2459"/>
                </a:lnTo>
                <a:lnTo>
                  <a:pt x="21600" y="3086"/>
                </a:lnTo>
                <a:lnTo>
                  <a:pt x="20682" y="4940"/>
                </a:lnTo>
                <a:lnTo>
                  <a:pt x="19748" y="6795"/>
                </a:lnTo>
                <a:lnTo>
                  <a:pt x="18803" y="8646"/>
                </a:lnTo>
                <a:lnTo>
                  <a:pt x="17842" y="10495"/>
                </a:lnTo>
                <a:lnTo>
                  <a:pt x="16875" y="12343"/>
                </a:lnTo>
                <a:lnTo>
                  <a:pt x="16486" y="13108"/>
                </a:lnTo>
                <a:lnTo>
                  <a:pt x="15795" y="14457"/>
                </a:lnTo>
                <a:lnTo>
                  <a:pt x="14218" y="17552"/>
                </a:lnTo>
                <a:lnTo>
                  <a:pt x="13090" y="18888"/>
                </a:lnTo>
                <a:lnTo>
                  <a:pt x="11950" y="20236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35" y="19462"/>
                </a:lnTo>
                <a:lnTo>
                  <a:pt x="1069" y="17320"/>
                </a:lnTo>
                <a:lnTo>
                  <a:pt x="1604" y="15179"/>
                </a:lnTo>
                <a:lnTo>
                  <a:pt x="2144" y="13034"/>
                </a:lnTo>
                <a:lnTo>
                  <a:pt x="2678" y="10880"/>
                </a:lnTo>
                <a:lnTo>
                  <a:pt x="3218" y="8723"/>
                </a:lnTo>
                <a:lnTo>
                  <a:pt x="3758" y="6557"/>
                </a:lnTo>
                <a:lnTo>
                  <a:pt x="4304" y="4382"/>
                </a:lnTo>
                <a:lnTo>
                  <a:pt x="4849" y="2197"/>
                </a:lnTo>
                <a:lnTo>
                  <a:pt x="5400" y="0"/>
                </a:lnTo>
                <a:close/>
              </a:path>
            </a:pathLst>
          </a:custGeom>
          <a:solidFill>
            <a:srgbClr val="494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1" name="contour_14519"/>
          <p:cNvSpPr/>
          <p:nvPr/>
        </p:nvSpPr>
        <p:spPr>
          <a:xfrm>
            <a:off x="3778266" y="2527949"/>
            <a:ext cx="36440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705"/>
                </a:moveTo>
                <a:lnTo>
                  <a:pt x="12113" y="235"/>
                </a:lnTo>
                <a:lnTo>
                  <a:pt x="14524" y="0"/>
                </a:lnTo>
                <a:lnTo>
                  <a:pt x="16494" y="0"/>
                </a:lnTo>
                <a:lnTo>
                  <a:pt x="18645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926" y="20952"/>
                </a:lnTo>
                <a:lnTo>
                  <a:pt x="16252" y="20305"/>
                </a:lnTo>
                <a:lnTo>
                  <a:pt x="13569" y="19657"/>
                </a:lnTo>
                <a:lnTo>
                  <a:pt x="10882" y="19009"/>
                </a:lnTo>
                <a:lnTo>
                  <a:pt x="8182" y="18356"/>
                </a:lnTo>
                <a:lnTo>
                  <a:pt x="5469" y="17698"/>
                </a:lnTo>
                <a:lnTo>
                  <a:pt x="2743" y="17040"/>
                </a:lnTo>
                <a:lnTo>
                  <a:pt x="0" y="16376"/>
                </a:lnTo>
                <a:lnTo>
                  <a:pt x="1503" y="13038"/>
                </a:lnTo>
                <a:lnTo>
                  <a:pt x="2657" y="10573"/>
                </a:lnTo>
                <a:lnTo>
                  <a:pt x="3711" y="8541"/>
                </a:lnTo>
                <a:lnTo>
                  <a:pt x="4899" y="6509"/>
                </a:lnTo>
                <a:lnTo>
                  <a:pt x="6463" y="4043"/>
                </a:lnTo>
                <a:lnTo>
                  <a:pt x="8640" y="705"/>
                </a:lnTo>
                <a:close/>
              </a:path>
            </a:pathLst>
          </a:custGeom>
          <a:solidFill>
            <a:srgbClr val="C35F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2" name="contour_14520"/>
          <p:cNvSpPr/>
          <p:nvPr/>
        </p:nvSpPr>
        <p:spPr>
          <a:xfrm>
            <a:off x="2517444" y="251435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810" y="419"/>
                </a:lnTo>
                <a:lnTo>
                  <a:pt x="11736" y="907"/>
                </a:lnTo>
                <a:lnTo>
                  <a:pt x="14623" y="1892"/>
                </a:lnTo>
                <a:lnTo>
                  <a:pt x="16585" y="2553"/>
                </a:lnTo>
                <a:lnTo>
                  <a:pt x="18576" y="3223"/>
                </a:lnTo>
                <a:lnTo>
                  <a:pt x="20077" y="3767"/>
                </a:lnTo>
                <a:lnTo>
                  <a:pt x="21600" y="4320"/>
                </a:lnTo>
                <a:lnTo>
                  <a:pt x="20887" y="6886"/>
                </a:lnTo>
                <a:lnTo>
                  <a:pt x="20171" y="9461"/>
                </a:lnTo>
                <a:lnTo>
                  <a:pt x="19454" y="12044"/>
                </a:lnTo>
                <a:lnTo>
                  <a:pt x="18731" y="14649"/>
                </a:lnTo>
                <a:lnTo>
                  <a:pt x="18000" y="17280"/>
                </a:lnTo>
                <a:lnTo>
                  <a:pt x="16499" y="16662"/>
                </a:lnTo>
                <a:lnTo>
                  <a:pt x="14976" y="16032"/>
                </a:lnTo>
                <a:lnTo>
                  <a:pt x="12701" y="15211"/>
                </a:lnTo>
                <a:lnTo>
                  <a:pt x="10465" y="14468"/>
                </a:lnTo>
                <a:lnTo>
                  <a:pt x="8226" y="13828"/>
                </a:lnTo>
                <a:lnTo>
                  <a:pt x="5951" y="13314"/>
                </a:lnTo>
                <a:lnTo>
                  <a:pt x="3600" y="12960"/>
                </a:lnTo>
                <a:lnTo>
                  <a:pt x="2023" y="15375"/>
                </a:lnTo>
                <a:lnTo>
                  <a:pt x="1123" y="17081"/>
                </a:lnTo>
                <a:lnTo>
                  <a:pt x="562" y="18883"/>
                </a:lnTo>
                <a:lnTo>
                  <a:pt x="0" y="21600"/>
                </a:lnTo>
                <a:lnTo>
                  <a:pt x="1048" y="16066"/>
                </a:lnTo>
                <a:lnTo>
                  <a:pt x="1883" y="11845"/>
                </a:lnTo>
                <a:lnTo>
                  <a:pt x="2596" y="8692"/>
                </a:lnTo>
                <a:lnTo>
                  <a:pt x="3262" y="6346"/>
                </a:lnTo>
                <a:lnTo>
                  <a:pt x="3974" y="4558"/>
                </a:lnTo>
                <a:lnTo>
                  <a:pt x="4810" y="3072"/>
                </a:lnTo>
                <a:lnTo>
                  <a:pt x="5857" y="1637"/>
                </a:lnTo>
                <a:lnTo>
                  <a:pt x="7200" y="0"/>
                </a:lnTo>
                <a:close/>
              </a:path>
            </a:pathLst>
          </a:custGeom>
          <a:solidFill>
            <a:srgbClr val="DDD9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3" name="contour_14521"/>
          <p:cNvSpPr/>
          <p:nvPr/>
        </p:nvSpPr>
        <p:spPr>
          <a:xfrm>
            <a:off x="7296945" y="2492493"/>
            <a:ext cx="3786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1" y="0"/>
                </a:moveTo>
                <a:lnTo>
                  <a:pt x="3750" y="0"/>
                </a:lnTo>
                <a:lnTo>
                  <a:pt x="6694" y="0"/>
                </a:lnTo>
                <a:lnTo>
                  <a:pt x="9646" y="0"/>
                </a:lnTo>
                <a:lnTo>
                  <a:pt x="12611" y="0"/>
                </a:lnTo>
                <a:lnTo>
                  <a:pt x="15588" y="0"/>
                </a:lnTo>
                <a:lnTo>
                  <a:pt x="18581" y="0"/>
                </a:lnTo>
                <a:lnTo>
                  <a:pt x="21600" y="0"/>
                </a:lnTo>
                <a:lnTo>
                  <a:pt x="20365" y="2138"/>
                </a:lnTo>
                <a:lnTo>
                  <a:pt x="19130" y="4277"/>
                </a:lnTo>
                <a:lnTo>
                  <a:pt x="17891" y="6422"/>
                </a:lnTo>
                <a:lnTo>
                  <a:pt x="16652" y="8568"/>
                </a:lnTo>
                <a:lnTo>
                  <a:pt x="15409" y="10721"/>
                </a:lnTo>
                <a:lnTo>
                  <a:pt x="14166" y="12877"/>
                </a:lnTo>
                <a:lnTo>
                  <a:pt x="12914" y="15044"/>
                </a:lnTo>
                <a:lnTo>
                  <a:pt x="11659" y="17219"/>
                </a:lnTo>
                <a:lnTo>
                  <a:pt x="10395" y="19404"/>
                </a:lnTo>
                <a:lnTo>
                  <a:pt x="9126" y="21600"/>
                </a:lnTo>
                <a:lnTo>
                  <a:pt x="5621" y="18547"/>
                </a:lnTo>
                <a:lnTo>
                  <a:pt x="3243" y="16391"/>
                </a:lnTo>
                <a:lnTo>
                  <a:pt x="1750" y="14818"/>
                </a:lnTo>
                <a:lnTo>
                  <a:pt x="877" y="13525"/>
                </a:lnTo>
                <a:lnTo>
                  <a:pt x="378" y="12204"/>
                </a:lnTo>
                <a:lnTo>
                  <a:pt x="0" y="10548"/>
                </a:lnTo>
                <a:lnTo>
                  <a:pt x="162" y="8438"/>
                </a:lnTo>
                <a:lnTo>
                  <a:pt x="324" y="6329"/>
                </a:lnTo>
                <a:lnTo>
                  <a:pt x="486" y="4219"/>
                </a:lnTo>
                <a:lnTo>
                  <a:pt x="649" y="2110"/>
                </a:lnTo>
                <a:lnTo>
                  <a:pt x="811" y="0"/>
                </a:lnTo>
                <a:close/>
              </a:path>
            </a:pathLst>
          </a:custGeom>
          <a:solidFill>
            <a:srgbClr val="D1D3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4" name="contour_14522"/>
          <p:cNvSpPr/>
          <p:nvPr/>
        </p:nvSpPr>
        <p:spPr>
          <a:xfrm>
            <a:off x="2291516" y="2477917"/>
            <a:ext cx="3735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44" y="0"/>
                </a:moveTo>
                <a:lnTo>
                  <a:pt x="16197" y="3672"/>
                </a:lnTo>
                <a:lnTo>
                  <a:pt x="18595" y="6342"/>
                </a:lnTo>
                <a:lnTo>
                  <a:pt x="20087" y="8437"/>
                </a:lnTo>
                <a:lnTo>
                  <a:pt x="20917" y="10398"/>
                </a:lnTo>
                <a:lnTo>
                  <a:pt x="21339" y="12662"/>
                </a:lnTo>
                <a:lnTo>
                  <a:pt x="21600" y="15660"/>
                </a:lnTo>
                <a:lnTo>
                  <a:pt x="21339" y="18611"/>
                </a:lnTo>
                <a:lnTo>
                  <a:pt x="21073" y="21600"/>
                </a:lnTo>
                <a:lnTo>
                  <a:pt x="18093" y="21600"/>
                </a:lnTo>
                <a:lnTo>
                  <a:pt x="15109" y="21600"/>
                </a:lnTo>
                <a:lnTo>
                  <a:pt x="12117" y="21600"/>
                </a:lnTo>
                <a:lnTo>
                  <a:pt x="9112" y="21600"/>
                </a:lnTo>
                <a:lnTo>
                  <a:pt x="6094" y="21600"/>
                </a:lnTo>
                <a:lnTo>
                  <a:pt x="3060" y="21600"/>
                </a:lnTo>
                <a:lnTo>
                  <a:pt x="0" y="21600"/>
                </a:lnTo>
                <a:lnTo>
                  <a:pt x="1391" y="19224"/>
                </a:lnTo>
                <a:lnTo>
                  <a:pt x="2782" y="16844"/>
                </a:lnTo>
                <a:lnTo>
                  <a:pt x="4177" y="14463"/>
                </a:lnTo>
                <a:lnTo>
                  <a:pt x="5576" y="12079"/>
                </a:lnTo>
                <a:lnTo>
                  <a:pt x="6975" y="9681"/>
                </a:lnTo>
                <a:lnTo>
                  <a:pt x="8383" y="7279"/>
                </a:lnTo>
                <a:lnTo>
                  <a:pt x="9795" y="4864"/>
                </a:lnTo>
                <a:lnTo>
                  <a:pt x="11215" y="2441"/>
                </a:lnTo>
                <a:lnTo>
                  <a:pt x="12644" y="0"/>
                </a:lnTo>
                <a:close/>
              </a:path>
            </a:pathLst>
          </a:custGeom>
          <a:solidFill>
            <a:srgbClr val="1817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5" name="contour_14523"/>
          <p:cNvSpPr/>
          <p:nvPr/>
        </p:nvSpPr>
        <p:spPr>
          <a:xfrm>
            <a:off x="1890677" y="2499322"/>
            <a:ext cx="43728" cy="441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4"/>
                </a:moveTo>
                <a:lnTo>
                  <a:pt x="21204" y="2576"/>
                </a:lnTo>
                <a:lnTo>
                  <a:pt x="20808" y="4931"/>
                </a:lnTo>
                <a:lnTo>
                  <a:pt x="20412" y="7286"/>
                </a:lnTo>
                <a:lnTo>
                  <a:pt x="20012" y="9648"/>
                </a:lnTo>
                <a:lnTo>
                  <a:pt x="19613" y="12017"/>
                </a:lnTo>
                <a:lnTo>
                  <a:pt x="19213" y="14396"/>
                </a:lnTo>
                <a:lnTo>
                  <a:pt x="18810" y="16783"/>
                </a:lnTo>
                <a:lnTo>
                  <a:pt x="18407" y="19185"/>
                </a:lnTo>
                <a:lnTo>
                  <a:pt x="18000" y="21600"/>
                </a:lnTo>
                <a:lnTo>
                  <a:pt x="15620" y="21600"/>
                </a:lnTo>
                <a:lnTo>
                  <a:pt x="13226" y="21600"/>
                </a:lnTo>
                <a:lnTo>
                  <a:pt x="10800" y="21600"/>
                </a:lnTo>
                <a:lnTo>
                  <a:pt x="10901" y="20585"/>
                </a:lnTo>
                <a:lnTo>
                  <a:pt x="11074" y="18793"/>
                </a:lnTo>
                <a:lnTo>
                  <a:pt x="11477" y="14696"/>
                </a:lnTo>
                <a:lnTo>
                  <a:pt x="11477" y="11799"/>
                </a:lnTo>
                <a:lnTo>
                  <a:pt x="11304" y="9893"/>
                </a:lnTo>
                <a:lnTo>
                  <a:pt x="10800" y="7350"/>
                </a:lnTo>
                <a:lnTo>
                  <a:pt x="8122" y="6039"/>
                </a:lnTo>
                <a:lnTo>
                  <a:pt x="6221" y="5198"/>
                </a:lnTo>
                <a:lnTo>
                  <a:pt x="4579" y="4656"/>
                </a:lnTo>
                <a:lnTo>
                  <a:pt x="2678" y="4243"/>
                </a:lnTo>
                <a:lnTo>
                  <a:pt x="0" y="3787"/>
                </a:lnTo>
                <a:lnTo>
                  <a:pt x="2322" y="2437"/>
                </a:lnTo>
                <a:lnTo>
                  <a:pt x="4619" y="1439"/>
                </a:lnTo>
                <a:lnTo>
                  <a:pt x="6908" y="745"/>
                </a:lnTo>
                <a:lnTo>
                  <a:pt x="9216" y="306"/>
                </a:lnTo>
                <a:lnTo>
                  <a:pt x="11552" y="75"/>
                </a:lnTo>
                <a:lnTo>
                  <a:pt x="13939" y="0"/>
                </a:lnTo>
                <a:lnTo>
                  <a:pt x="16398" y="32"/>
                </a:lnTo>
                <a:lnTo>
                  <a:pt x="18943" y="125"/>
                </a:lnTo>
                <a:lnTo>
                  <a:pt x="21600" y="224"/>
                </a:lnTo>
                <a:close/>
              </a:path>
            </a:pathLst>
          </a:custGeom>
          <a:solidFill>
            <a:srgbClr val="17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6" name="contour_14524"/>
          <p:cNvSpPr/>
          <p:nvPr/>
        </p:nvSpPr>
        <p:spPr>
          <a:xfrm>
            <a:off x="4667401" y="2464128"/>
            <a:ext cx="51016" cy="210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662"/>
                </a:moveTo>
                <a:lnTo>
                  <a:pt x="21600" y="11599"/>
                </a:lnTo>
                <a:lnTo>
                  <a:pt x="21600" y="16566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6663"/>
                </a:lnTo>
                <a:lnTo>
                  <a:pt x="0" y="11696"/>
                </a:lnTo>
                <a:lnTo>
                  <a:pt x="0" y="6662"/>
                </a:lnTo>
                <a:lnTo>
                  <a:pt x="2333" y="4601"/>
                </a:lnTo>
                <a:lnTo>
                  <a:pt x="4561" y="2846"/>
                </a:lnTo>
                <a:lnTo>
                  <a:pt x="6705" y="1456"/>
                </a:lnTo>
                <a:lnTo>
                  <a:pt x="8794" y="493"/>
                </a:lnTo>
                <a:lnTo>
                  <a:pt x="10856" y="0"/>
                </a:lnTo>
                <a:lnTo>
                  <a:pt x="12911" y="45"/>
                </a:lnTo>
                <a:lnTo>
                  <a:pt x="14987" y="680"/>
                </a:lnTo>
                <a:lnTo>
                  <a:pt x="17110" y="1949"/>
                </a:lnTo>
                <a:lnTo>
                  <a:pt x="19307" y="3929"/>
                </a:lnTo>
                <a:lnTo>
                  <a:pt x="21600" y="6662"/>
                </a:lnTo>
                <a:close/>
              </a:path>
            </a:pathLst>
          </a:custGeom>
          <a:solidFill>
            <a:srgbClr val="505F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7" name="contour_14525"/>
          <p:cNvSpPr/>
          <p:nvPr/>
        </p:nvSpPr>
        <p:spPr>
          <a:xfrm>
            <a:off x="2495580" y="2463341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76" y="0"/>
                </a:moveTo>
                <a:lnTo>
                  <a:pt x="9027" y="353"/>
                </a:lnTo>
                <a:lnTo>
                  <a:pt x="11760" y="716"/>
                </a:lnTo>
                <a:lnTo>
                  <a:pt x="14120" y="1264"/>
                </a:lnTo>
                <a:lnTo>
                  <a:pt x="16853" y="2167"/>
                </a:lnTo>
                <a:lnTo>
                  <a:pt x="20705" y="3600"/>
                </a:lnTo>
                <a:lnTo>
                  <a:pt x="21217" y="6188"/>
                </a:lnTo>
                <a:lnTo>
                  <a:pt x="21502" y="8755"/>
                </a:lnTo>
                <a:lnTo>
                  <a:pt x="21600" y="11311"/>
                </a:lnTo>
                <a:lnTo>
                  <a:pt x="21538" y="13864"/>
                </a:lnTo>
                <a:lnTo>
                  <a:pt x="21346" y="16423"/>
                </a:lnTo>
                <a:lnTo>
                  <a:pt x="21057" y="18997"/>
                </a:lnTo>
                <a:lnTo>
                  <a:pt x="20705" y="21600"/>
                </a:lnTo>
                <a:lnTo>
                  <a:pt x="17283" y="21600"/>
                </a:lnTo>
                <a:lnTo>
                  <a:pt x="13841" y="21600"/>
                </a:lnTo>
                <a:lnTo>
                  <a:pt x="10352" y="21600"/>
                </a:lnTo>
                <a:lnTo>
                  <a:pt x="10352" y="19220"/>
                </a:lnTo>
                <a:lnTo>
                  <a:pt x="10352" y="16826"/>
                </a:lnTo>
                <a:lnTo>
                  <a:pt x="10352" y="14400"/>
                </a:lnTo>
                <a:lnTo>
                  <a:pt x="6931" y="14400"/>
                </a:lnTo>
                <a:lnTo>
                  <a:pt x="3489" y="14400"/>
                </a:lnTo>
                <a:lnTo>
                  <a:pt x="0" y="14400"/>
                </a:lnTo>
                <a:lnTo>
                  <a:pt x="854" y="12024"/>
                </a:lnTo>
                <a:lnTo>
                  <a:pt x="1708" y="9644"/>
                </a:lnTo>
                <a:lnTo>
                  <a:pt x="2567" y="7254"/>
                </a:lnTo>
                <a:lnTo>
                  <a:pt x="3432" y="4853"/>
                </a:lnTo>
                <a:lnTo>
                  <a:pt x="4301" y="2437"/>
                </a:lnTo>
                <a:lnTo>
                  <a:pt x="5176" y="0"/>
                </a:lnTo>
                <a:close/>
              </a:path>
            </a:pathLst>
          </a:custGeom>
          <a:solidFill>
            <a:srgbClr val="5C5B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8" name="contour_14526"/>
          <p:cNvSpPr/>
          <p:nvPr/>
        </p:nvSpPr>
        <p:spPr>
          <a:xfrm>
            <a:off x="7181649" y="2441477"/>
            <a:ext cx="43837" cy="381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45" y="0"/>
                </a:moveTo>
                <a:lnTo>
                  <a:pt x="5771" y="1012"/>
                </a:lnTo>
                <a:lnTo>
                  <a:pt x="7311" y="1797"/>
                </a:lnTo>
                <a:lnTo>
                  <a:pt x="8712" y="2623"/>
                </a:lnTo>
                <a:lnTo>
                  <a:pt x="10407" y="3742"/>
                </a:lnTo>
                <a:lnTo>
                  <a:pt x="12845" y="5419"/>
                </a:lnTo>
                <a:lnTo>
                  <a:pt x="14483" y="6513"/>
                </a:lnTo>
                <a:lnTo>
                  <a:pt x="16131" y="7612"/>
                </a:lnTo>
                <a:lnTo>
                  <a:pt x="17797" y="8727"/>
                </a:lnTo>
                <a:lnTo>
                  <a:pt x="19686" y="10544"/>
                </a:lnTo>
                <a:lnTo>
                  <a:pt x="21600" y="12390"/>
                </a:lnTo>
                <a:lnTo>
                  <a:pt x="21600" y="15120"/>
                </a:lnTo>
                <a:lnTo>
                  <a:pt x="21600" y="17866"/>
                </a:lnTo>
                <a:lnTo>
                  <a:pt x="21600" y="20650"/>
                </a:lnTo>
                <a:lnTo>
                  <a:pt x="18982" y="21030"/>
                </a:lnTo>
                <a:lnTo>
                  <a:pt x="16411" y="21332"/>
                </a:lnTo>
                <a:lnTo>
                  <a:pt x="13869" y="21534"/>
                </a:lnTo>
                <a:lnTo>
                  <a:pt x="11337" y="21600"/>
                </a:lnTo>
                <a:lnTo>
                  <a:pt x="8798" y="21493"/>
                </a:lnTo>
                <a:lnTo>
                  <a:pt x="6241" y="21187"/>
                </a:lnTo>
                <a:lnTo>
                  <a:pt x="3645" y="20650"/>
                </a:lnTo>
                <a:lnTo>
                  <a:pt x="2280" y="18065"/>
                </a:lnTo>
                <a:lnTo>
                  <a:pt x="1268" y="15455"/>
                </a:lnTo>
                <a:lnTo>
                  <a:pt x="571" y="12791"/>
                </a:lnTo>
                <a:lnTo>
                  <a:pt x="158" y="10036"/>
                </a:lnTo>
                <a:lnTo>
                  <a:pt x="0" y="7161"/>
                </a:lnTo>
                <a:lnTo>
                  <a:pt x="54" y="4130"/>
                </a:lnTo>
                <a:lnTo>
                  <a:pt x="1835" y="2082"/>
                </a:lnTo>
                <a:lnTo>
                  <a:pt x="3645" y="0"/>
                </a:lnTo>
                <a:close/>
              </a:path>
            </a:pathLst>
          </a:custGeom>
          <a:solidFill>
            <a:srgbClr val="9A9B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29" name="contour_14527"/>
          <p:cNvSpPr/>
          <p:nvPr/>
        </p:nvSpPr>
        <p:spPr>
          <a:xfrm>
            <a:off x="4922481" y="2454741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51"/>
                </a:moveTo>
                <a:lnTo>
                  <a:pt x="9580" y="25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50"/>
                </a:lnTo>
                <a:lnTo>
                  <a:pt x="21600" y="751"/>
                </a:lnTo>
                <a:lnTo>
                  <a:pt x="21600" y="3699"/>
                </a:lnTo>
                <a:lnTo>
                  <a:pt x="21600" y="6651"/>
                </a:lnTo>
                <a:lnTo>
                  <a:pt x="21600" y="9612"/>
                </a:lnTo>
                <a:lnTo>
                  <a:pt x="21600" y="12585"/>
                </a:lnTo>
                <a:lnTo>
                  <a:pt x="21600" y="15570"/>
                </a:lnTo>
                <a:lnTo>
                  <a:pt x="21600" y="18573"/>
                </a:lnTo>
                <a:lnTo>
                  <a:pt x="21600" y="21600"/>
                </a:lnTo>
                <a:lnTo>
                  <a:pt x="18036" y="20912"/>
                </a:lnTo>
                <a:lnTo>
                  <a:pt x="14467" y="20224"/>
                </a:lnTo>
                <a:lnTo>
                  <a:pt x="10881" y="19532"/>
                </a:lnTo>
                <a:lnTo>
                  <a:pt x="7279" y="18835"/>
                </a:lnTo>
                <a:lnTo>
                  <a:pt x="3656" y="18135"/>
                </a:lnTo>
                <a:lnTo>
                  <a:pt x="0" y="17430"/>
                </a:lnTo>
                <a:lnTo>
                  <a:pt x="1015" y="12455"/>
                </a:lnTo>
                <a:lnTo>
                  <a:pt x="1782" y="8978"/>
                </a:lnTo>
                <a:lnTo>
                  <a:pt x="2457" y="6530"/>
                </a:lnTo>
                <a:lnTo>
                  <a:pt x="3186" y="4649"/>
                </a:lnTo>
                <a:lnTo>
                  <a:pt x="4115" y="2881"/>
                </a:lnTo>
                <a:lnTo>
                  <a:pt x="5400" y="751"/>
                </a:lnTo>
                <a:close/>
              </a:path>
            </a:pathLst>
          </a:custGeom>
          <a:solidFill>
            <a:srgbClr val="D8CF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0" name="contour_14528"/>
          <p:cNvSpPr/>
          <p:nvPr/>
        </p:nvSpPr>
        <p:spPr>
          <a:xfrm>
            <a:off x="2342532" y="2463341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5113" y="2138"/>
                </a:lnTo>
                <a:lnTo>
                  <a:pt x="15826" y="4280"/>
                </a:lnTo>
                <a:lnTo>
                  <a:pt x="16538" y="6421"/>
                </a:lnTo>
                <a:lnTo>
                  <a:pt x="17258" y="8566"/>
                </a:lnTo>
                <a:lnTo>
                  <a:pt x="17971" y="10720"/>
                </a:lnTo>
                <a:lnTo>
                  <a:pt x="18691" y="12877"/>
                </a:lnTo>
                <a:lnTo>
                  <a:pt x="19411" y="15043"/>
                </a:lnTo>
                <a:lnTo>
                  <a:pt x="20138" y="17218"/>
                </a:lnTo>
                <a:lnTo>
                  <a:pt x="20866" y="19403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6487" y="19462"/>
                </a:lnTo>
                <a:lnTo>
                  <a:pt x="5774" y="17320"/>
                </a:lnTo>
                <a:lnTo>
                  <a:pt x="5062" y="15179"/>
                </a:lnTo>
                <a:lnTo>
                  <a:pt x="4342" y="13034"/>
                </a:lnTo>
                <a:lnTo>
                  <a:pt x="3629" y="10880"/>
                </a:lnTo>
                <a:lnTo>
                  <a:pt x="2909" y="8723"/>
                </a:lnTo>
                <a:lnTo>
                  <a:pt x="2189" y="6557"/>
                </a:lnTo>
                <a:lnTo>
                  <a:pt x="1462" y="4382"/>
                </a:lnTo>
                <a:lnTo>
                  <a:pt x="734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1A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1" name="contour_14529"/>
          <p:cNvSpPr/>
          <p:nvPr/>
        </p:nvSpPr>
        <p:spPr>
          <a:xfrm>
            <a:off x="7247350" y="243418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8" y="677"/>
                </a:lnTo>
                <a:lnTo>
                  <a:pt x="4579" y="1202"/>
                </a:lnTo>
                <a:lnTo>
                  <a:pt x="6221" y="1750"/>
                </a:lnTo>
                <a:lnTo>
                  <a:pt x="8122" y="2491"/>
                </a:lnTo>
                <a:lnTo>
                  <a:pt x="10800" y="3600"/>
                </a:lnTo>
                <a:lnTo>
                  <a:pt x="10800" y="5980"/>
                </a:lnTo>
                <a:lnTo>
                  <a:pt x="10800" y="8374"/>
                </a:lnTo>
                <a:lnTo>
                  <a:pt x="10800" y="10800"/>
                </a:lnTo>
                <a:lnTo>
                  <a:pt x="12211" y="12618"/>
                </a:lnTo>
                <a:lnTo>
                  <a:pt x="13244" y="13831"/>
                </a:lnTo>
                <a:lnTo>
                  <a:pt x="14407" y="14994"/>
                </a:lnTo>
                <a:lnTo>
                  <a:pt x="16200" y="16650"/>
                </a:lnTo>
                <a:lnTo>
                  <a:pt x="17986" y="18284"/>
                </a:lnTo>
                <a:lnTo>
                  <a:pt x="19778" y="19933"/>
                </a:lnTo>
                <a:lnTo>
                  <a:pt x="21600" y="21600"/>
                </a:lnTo>
                <a:lnTo>
                  <a:pt x="20513" y="21420"/>
                </a:lnTo>
                <a:lnTo>
                  <a:pt x="19516" y="21251"/>
                </a:lnTo>
                <a:lnTo>
                  <a:pt x="18425" y="21071"/>
                </a:lnTo>
                <a:lnTo>
                  <a:pt x="17064" y="20844"/>
                </a:lnTo>
                <a:lnTo>
                  <a:pt x="15257" y="20542"/>
                </a:lnTo>
                <a:lnTo>
                  <a:pt x="12823" y="20138"/>
                </a:lnTo>
                <a:lnTo>
                  <a:pt x="9590" y="19598"/>
                </a:lnTo>
                <a:lnTo>
                  <a:pt x="5375" y="18896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6364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2" name="contour_14530"/>
          <p:cNvSpPr/>
          <p:nvPr/>
        </p:nvSpPr>
        <p:spPr>
          <a:xfrm>
            <a:off x="4040634" y="2441477"/>
            <a:ext cx="51016" cy="372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904" y="2484"/>
                </a:lnTo>
                <a:lnTo>
                  <a:pt x="17971" y="4350"/>
                </a:lnTo>
                <a:lnTo>
                  <a:pt x="18804" y="5949"/>
                </a:lnTo>
                <a:lnTo>
                  <a:pt x="19573" y="7641"/>
                </a:lnTo>
                <a:lnTo>
                  <a:pt x="20446" y="9770"/>
                </a:lnTo>
                <a:lnTo>
                  <a:pt x="21600" y="12693"/>
                </a:lnTo>
                <a:lnTo>
                  <a:pt x="20529" y="15655"/>
                </a:lnTo>
                <a:lnTo>
                  <a:pt x="19526" y="17521"/>
                </a:lnTo>
                <a:lnTo>
                  <a:pt x="18021" y="19091"/>
                </a:lnTo>
                <a:lnTo>
                  <a:pt x="15429" y="21156"/>
                </a:lnTo>
                <a:lnTo>
                  <a:pt x="13213" y="21397"/>
                </a:lnTo>
                <a:lnTo>
                  <a:pt x="11010" y="21541"/>
                </a:lnTo>
                <a:lnTo>
                  <a:pt x="8813" y="21600"/>
                </a:lnTo>
                <a:lnTo>
                  <a:pt x="6619" y="21579"/>
                </a:lnTo>
                <a:lnTo>
                  <a:pt x="4422" y="21490"/>
                </a:lnTo>
                <a:lnTo>
                  <a:pt x="2216" y="21346"/>
                </a:lnTo>
                <a:lnTo>
                  <a:pt x="0" y="21156"/>
                </a:lnTo>
                <a:lnTo>
                  <a:pt x="0" y="18359"/>
                </a:lnTo>
                <a:lnTo>
                  <a:pt x="0" y="15545"/>
                </a:lnTo>
                <a:lnTo>
                  <a:pt x="0" y="12693"/>
                </a:lnTo>
                <a:lnTo>
                  <a:pt x="1950" y="11644"/>
                </a:lnTo>
                <a:lnTo>
                  <a:pt x="3499" y="11098"/>
                </a:lnTo>
                <a:lnTo>
                  <a:pt x="5980" y="10578"/>
                </a:lnTo>
                <a:lnTo>
                  <a:pt x="8983" y="9744"/>
                </a:lnTo>
                <a:lnTo>
                  <a:pt x="10936" y="8983"/>
                </a:lnTo>
                <a:lnTo>
                  <a:pt x="12256" y="7976"/>
                </a:lnTo>
                <a:lnTo>
                  <a:pt x="13358" y="6410"/>
                </a:lnTo>
                <a:lnTo>
                  <a:pt x="14657" y="3969"/>
                </a:lnTo>
                <a:lnTo>
                  <a:pt x="15040" y="1997"/>
                </a:lnTo>
                <a:lnTo>
                  <a:pt x="15429" y="0"/>
                </a:lnTo>
                <a:close/>
              </a:path>
            </a:pathLst>
          </a:custGeom>
          <a:solidFill>
            <a:srgbClr val="8F78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3" name="contour_14531"/>
          <p:cNvSpPr/>
          <p:nvPr/>
        </p:nvSpPr>
        <p:spPr>
          <a:xfrm>
            <a:off x="6394655" y="2454829"/>
            <a:ext cx="65592" cy="23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45"/>
                </a:moveTo>
                <a:lnTo>
                  <a:pt x="20410" y="1991"/>
                </a:lnTo>
                <a:lnTo>
                  <a:pt x="19214" y="2843"/>
                </a:lnTo>
                <a:lnTo>
                  <a:pt x="18000" y="3702"/>
                </a:lnTo>
                <a:lnTo>
                  <a:pt x="16810" y="5107"/>
                </a:lnTo>
                <a:lnTo>
                  <a:pt x="15614" y="6532"/>
                </a:lnTo>
                <a:lnTo>
                  <a:pt x="14400" y="7964"/>
                </a:lnTo>
                <a:lnTo>
                  <a:pt x="14400" y="12470"/>
                </a:lnTo>
                <a:lnTo>
                  <a:pt x="14400" y="17005"/>
                </a:lnTo>
                <a:lnTo>
                  <a:pt x="14400" y="21600"/>
                </a:lnTo>
                <a:lnTo>
                  <a:pt x="12816" y="21600"/>
                </a:lnTo>
                <a:lnTo>
                  <a:pt x="11230" y="21600"/>
                </a:lnTo>
                <a:lnTo>
                  <a:pt x="9643" y="21600"/>
                </a:lnTo>
                <a:lnTo>
                  <a:pt x="8052" y="21600"/>
                </a:lnTo>
                <a:lnTo>
                  <a:pt x="6456" y="21600"/>
                </a:lnTo>
                <a:lnTo>
                  <a:pt x="4853" y="21600"/>
                </a:lnTo>
                <a:lnTo>
                  <a:pt x="3245" y="21600"/>
                </a:lnTo>
                <a:lnTo>
                  <a:pt x="1627" y="21600"/>
                </a:lnTo>
                <a:lnTo>
                  <a:pt x="0" y="21600"/>
                </a:lnTo>
                <a:lnTo>
                  <a:pt x="1322" y="16916"/>
                </a:lnTo>
                <a:lnTo>
                  <a:pt x="2630" y="12920"/>
                </a:lnTo>
                <a:lnTo>
                  <a:pt x="3938" y="9566"/>
                </a:lnTo>
                <a:lnTo>
                  <a:pt x="5258" y="6811"/>
                </a:lnTo>
                <a:lnTo>
                  <a:pt x="6598" y="4595"/>
                </a:lnTo>
                <a:lnTo>
                  <a:pt x="7973" y="2877"/>
                </a:lnTo>
                <a:lnTo>
                  <a:pt x="9391" y="1609"/>
                </a:lnTo>
                <a:lnTo>
                  <a:pt x="10870" y="736"/>
                </a:lnTo>
                <a:lnTo>
                  <a:pt x="12418" y="218"/>
                </a:lnTo>
                <a:lnTo>
                  <a:pt x="14045" y="0"/>
                </a:lnTo>
                <a:lnTo>
                  <a:pt x="15766" y="27"/>
                </a:lnTo>
                <a:lnTo>
                  <a:pt x="17590" y="266"/>
                </a:lnTo>
                <a:lnTo>
                  <a:pt x="19531" y="655"/>
                </a:lnTo>
                <a:lnTo>
                  <a:pt x="21600" y="1145"/>
                </a:lnTo>
                <a:close/>
              </a:path>
            </a:pathLst>
          </a:custGeom>
          <a:solidFill>
            <a:srgbClr val="F6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4" name="contour_14532"/>
          <p:cNvSpPr/>
          <p:nvPr/>
        </p:nvSpPr>
        <p:spPr>
          <a:xfrm>
            <a:off x="1473621" y="2448765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2F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5" name="contour_14533"/>
          <p:cNvSpPr/>
          <p:nvPr/>
        </p:nvSpPr>
        <p:spPr>
          <a:xfrm>
            <a:off x="4791297" y="2432265"/>
            <a:ext cx="36440" cy="38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83"/>
                </a:moveTo>
                <a:lnTo>
                  <a:pt x="4994" y="480"/>
                </a:lnTo>
                <a:lnTo>
                  <a:pt x="8506" y="119"/>
                </a:lnTo>
                <a:lnTo>
                  <a:pt x="11007" y="0"/>
                </a:lnTo>
                <a:lnTo>
                  <a:pt x="12986" y="119"/>
                </a:lnTo>
                <a:lnTo>
                  <a:pt x="14917" y="480"/>
                </a:lnTo>
                <a:lnTo>
                  <a:pt x="17280" y="1083"/>
                </a:lnTo>
                <a:lnTo>
                  <a:pt x="18649" y="3775"/>
                </a:lnTo>
                <a:lnTo>
                  <a:pt x="19630" y="6377"/>
                </a:lnTo>
                <a:lnTo>
                  <a:pt x="20321" y="8970"/>
                </a:lnTo>
                <a:lnTo>
                  <a:pt x="20818" y="11633"/>
                </a:lnTo>
                <a:lnTo>
                  <a:pt x="21211" y="14452"/>
                </a:lnTo>
                <a:lnTo>
                  <a:pt x="21600" y="17497"/>
                </a:lnTo>
                <a:lnTo>
                  <a:pt x="18926" y="18005"/>
                </a:lnTo>
                <a:lnTo>
                  <a:pt x="16252" y="18514"/>
                </a:lnTo>
                <a:lnTo>
                  <a:pt x="13569" y="19023"/>
                </a:lnTo>
                <a:lnTo>
                  <a:pt x="10882" y="19532"/>
                </a:lnTo>
                <a:lnTo>
                  <a:pt x="8182" y="20045"/>
                </a:lnTo>
                <a:lnTo>
                  <a:pt x="5469" y="20562"/>
                </a:lnTo>
                <a:lnTo>
                  <a:pt x="2743" y="21079"/>
                </a:lnTo>
                <a:lnTo>
                  <a:pt x="0" y="21600"/>
                </a:lnTo>
                <a:lnTo>
                  <a:pt x="0" y="18670"/>
                </a:lnTo>
                <a:lnTo>
                  <a:pt x="0" y="15736"/>
                </a:lnTo>
                <a:lnTo>
                  <a:pt x="0" y="12807"/>
                </a:lnTo>
                <a:lnTo>
                  <a:pt x="0" y="9877"/>
                </a:lnTo>
                <a:lnTo>
                  <a:pt x="0" y="6947"/>
                </a:lnTo>
                <a:lnTo>
                  <a:pt x="0" y="4013"/>
                </a:lnTo>
                <a:lnTo>
                  <a:pt x="0" y="1083"/>
                </a:lnTo>
                <a:close/>
              </a:path>
            </a:pathLst>
          </a:custGeom>
          <a:solidFill>
            <a:srgbClr val="91AC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6" name="contour_14534"/>
          <p:cNvSpPr/>
          <p:nvPr/>
        </p:nvSpPr>
        <p:spPr>
          <a:xfrm>
            <a:off x="5461792" y="2383173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20045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9462" y="21333"/>
                </a:lnTo>
                <a:lnTo>
                  <a:pt x="17320" y="21065"/>
                </a:lnTo>
                <a:lnTo>
                  <a:pt x="15179" y="20798"/>
                </a:lnTo>
                <a:lnTo>
                  <a:pt x="13034" y="20528"/>
                </a:lnTo>
                <a:lnTo>
                  <a:pt x="10880" y="20261"/>
                </a:lnTo>
                <a:lnTo>
                  <a:pt x="8723" y="19991"/>
                </a:lnTo>
                <a:lnTo>
                  <a:pt x="6557" y="19721"/>
                </a:lnTo>
                <a:lnTo>
                  <a:pt x="4382" y="19448"/>
                </a:lnTo>
                <a:lnTo>
                  <a:pt x="2197" y="19175"/>
                </a:lnTo>
                <a:lnTo>
                  <a:pt x="0" y="18900"/>
                </a:lnTo>
                <a:lnTo>
                  <a:pt x="0" y="17561"/>
                </a:lnTo>
                <a:lnTo>
                  <a:pt x="0" y="16200"/>
                </a:lnTo>
                <a:lnTo>
                  <a:pt x="1876" y="15998"/>
                </a:lnTo>
                <a:lnTo>
                  <a:pt x="3755" y="15819"/>
                </a:lnTo>
                <a:lnTo>
                  <a:pt x="5638" y="15663"/>
                </a:lnTo>
                <a:lnTo>
                  <a:pt x="7523" y="15525"/>
                </a:lnTo>
                <a:lnTo>
                  <a:pt x="10053" y="15144"/>
                </a:lnTo>
                <a:lnTo>
                  <a:pt x="11720" y="14807"/>
                </a:lnTo>
                <a:lnTo>
                  <a:pt x="13262" y="14321"/>
                </a:lnTo>
                <a:lnTo>
                  <a:pt x="15429" y="13500"/>
                </a:lnTo>
                <a:lnTo>
                  <a:pt x="16237" y="11723"/>
                </a:lnTo>
                <a:lnTo>
                  <a:pt x="16851" y="10003"/>
                </a:lnTo>
                <a:lnTo>
                  <a:pt x="17308" y="8297"/>
                </a:lnTo>
                <a:lnTo>
                  <a:pt x="17641" y="6564"/>
                </a:lnTo>
                <a:lnTo>
                  <a:pt x="17885" y="4765"/>
                </a:lnTo>
                <a:lnTo>
                  <a:pt x="18079" y="2859"/>
                </a:lnTo>
                <a:lnTo>
                  <a:pt x="18295" y="1439"/>
                </a:lnTo>
                <a:lnTo>
                  <a:pt x="18514" y="0"/>
                </a:lnTo>
                <a:close/>
              </a:path>
            </a:pathLst>
          </a:custGeom>
          <a:solidFill>
            <a:srgbClr val="BCC0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7" name="contour_14535"/>
          <p:cNvSpPr/>
          <p:nvPr/>
        </p:nvSpPr>
        <p:spPr>
          <a:xfrm>
            <a:off x="4725705" y="2413018"/>
            <a:ext cx="58304" cy="284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5006"/>
                </a:moveTo>
                <a:lnTo>
                  <a:pt x="17537" y="7744"/>
                </a:lnTo>
                <a:lnTo>
                  <a:pt x="18878" y="10499"/>
                </a:lnTo>
                <a:lnTo>
                  <a:pt x="20231" y="13264"/>
                </a:lnTo>
                <a:lnTo>
                  <a:pt x="21600" y="16069"/>
                </a:lnTo>
                <a:lnTo>
                  <a:pt x="19818" y="16677"/>
                </a:lnTo>
                <a:lnTo>
                  <a:pt x="18033" y="17286"/>
                </a:lnTo>
                <a:lnTo>
                  <a:pt x="16249" y="17894"/>
                </a:lnTo>
                <a:lnTo>
                  <a:pt x="14459" y="18508"/>
                </a:lnTo>
                <a:lnTo>
                  <a:pt x="12663" y="19122"/>
                </a:lnTo>
                <a:lnTo>
                  <a:pt x="10859" y="19736"/>
                </a:lnTo>
                <a:lnTo>
                  <a:pt x="9050" y="20355"/>
                </a:lnTo>
                <a:lnTo>
                  <a:pt x="7231" y="20975"/>
                </a:lnTo>
                <a:lnTo>
                  <a:pt x="5400" y="21600"/>
                </a:lnTo>
                <a:lnTo>
                  <a:pt x="5400" y="17944"/>
                </a:lnTo>
                <a:lnTo>
                  <a:pt x="5400" y="14265"/>
                </a:lnTo>
                <a:lnTo>
                  <a:pt x="5400" y="10537"/>
                </a:lnTo>
                <a:lnTo>
                  <a:pt x="3796" y="8507"/>
                </a:lnTo>
                <a:lnTo>
                  <a:pt x="2700" y="7252"/>
                </a:lnTo>
                <a:lnTo>
                  <a:pt x="1604" y="6262"/>
                </a:lnTo>
                <a:lnTo>
                  <a:pt x="0" y="5006"/>
                </a:lnTo>
                <a:lnTo>
                  <a:pt x="1750" y="2721"/>
                </a:lnTo>
                <a:lnTo>
                  <a:pt x="3507" y="1173"/>
                </a:lnTo>
                <a:lnTo>
                  <a:pt x="5279" y="288"/>
                </a:lnTo>
                <a:lnTo>
                  <a:pt x="7061" y="0"/>
                </a:lnTo>
                <a:lnTo>
                  <a:pt x="8859" y="238"/>
                </a:lnTo>
                <a:lnTo>
                  <a:pt x="10670" y="924"/>
                </a:lnTo>
                <a:lnTo>
                  <a:pt x="12496" y="1997"/>
                </a:lnTo>
                <a:lnTo>
                  <a:pt x="14340" y="3380"/>
                </a:lnTo>
                <a:lnTo>
                  <a:pt x="16200" y="5006"/>
                </a:lnTo>
                <a:close/>
              </a:path>
            </a:pathLst>
          </a:custGeom>
          <a:solidFill>
            <a:srgbClr val="5D7D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8" name="contour_14536"/>
          <p:cNvSpPr/>
          <p:nvPr/>
        </p:nvSpPr>
        <p:spPr>
          <a:xfrm>
            <a:off x="906798" y="2397749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3373" y="16637"/>
                </a:lnTo>
                <a:lnTo>
                  <a:pt x="6208" y="12501"/>
                </a:lnTo>
                <a:lnTo>
                  <a:pt x="8581" y="9115"/>
                </a:lnTo>
                <a:lnTo>
                  <a:pt x="10572" y="6399"/>
                </a:lnTo>
                <a:lnTo>
                  <a:pt x="12250" y="4288"/>
                </a:lnTo>
                <a:lnTo>
                  <a:pt x="13694" y="2700"/>
                </a:lnTo>
                <a:lnTo>
                  <a:pt x="14975" y="1561"/>
                </a:lnTo>
                <a:lnTo>
                  <a:pt x="16172" y="799"/>
                </a:lnTo>
                <a:lnTo>
                  <a:pt x="17357" y="335"/>
                </a:lnTo>
                <a:lnTo>
                  <a:pt x="18607" y="103"/>
                </a:lnTo>
                <a:lnTo>
                  <a:pt x="19995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B6B7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39" name="contour_14537"/>
          <p:cNvSpPr/>
          <p:nvPr/>
        </p:nvSpPr>
        <p:spPr>
          <a:xfrm>
            <a:off x="1526277" y="240503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5111" y="19513"/>
                </a:lnTo>
                <a:lnTo>
                  <a:pt x="12951" y="17423"/>
                </a:lnTo>
                <a:lnTo>
                  <a:pt x="10791" y="15327"/>
                </a:lnTo>
                <a:lnTo>
                  <a:pt x="8640" y="13228"/>
                </a:lnTo>
                <a:lnTo>
                  <a:pt x="7923" y="12537"/>
                </a:lnTo>
                <a:lnTo>
                  <a:pt x="6666" y="11318"/>
                </a:lnTo>
                <a:lnTo>
                  <a:pt x="3780" y="8523"/>
                </a:lnTo>
                <a:lnTo>
                  <a:pt x="1594" y="6026"/>
                </a:lnTo>
                <a:lnTo>
                  <a:pt x="471" y="4307"/>
                </a:lnTo>
                <a:lnTo>
                  <a:pt x="60" y="2562"/>
                </a:lnTo>
                <a:lnTo>
                  <a:pt x="0" y="0"/>
                </a:lnTo>
                <a:close/>
              </a:path>
            </a:pathLst>
          </a:custGeom>
          <a:solidFill>
            <a:srgbClr val="898D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0" name="contour_14538"/>
          <p:cNvSpPr/>
          <p:nvPr/>
        </p:nvSpPr>
        <p:spPr>
          <a:xfrm>
            <a:off x="8719525" y="2383173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17" y="904"/>
                </a:lnTo>
                <a:lnTo>
                  <a:pt x="5029" y="1780"/>
                </a:lnTo>
                <a:lnTo>
                  <a:pt x="7254" y="2669"/>
                </a:lnTo>
                <a:lnTo>
                  <a:pt x="9310" y="3610"/>
                </a:lnTo>
                <a:lnTo>
                  <a:pt x="11207" y="4647"/>
                </a:lnTo>
                <a:lnTo>
                  <a:pt x="12964" y="5823"/>
                </a:lnTo>
                <a:lnTo>
                  <a:pt x="14598" y="7177"/>
                </a:lnTo>
                <a:lnTo>
                  <a:pt x="16121" y="8751"/>
                </a:lnTo>
                <a:lnTo>
                  <a:pt x="17550" y="10587"/>
                </a:lnTo>
                <a:lnTo>
                  <a:pt x="18900" y="12729"/>
                </a:lnTo>
                <a:lnTo>
                  <a:pt x="19832" y="14645"/>
                </a:lnTo>
                <a:lnTo>
                  <a:pt x="20736" y="16573"/>
                </a:lnTo>
                <a:lnTo>
                  <a:pt x="21600" y="18514"/>
                </a:lnTo>
                <a:lnTo>
                  <a:pt x="19462" y="19125"/>
                </a:lnTo>
                <a:lnTo>
                  <a:pt x="17316" y="19739"/>
                </a:lnTo>
                <a:lnTo>
                  <a:pt x="15163" y="20353"/>
                </a:lnTo>
                <a:lnTo>
                  <a:pt x="12992" y="20974"/>
                </a:lnTo>
                <a:lnTo>
                  <a:pt x="10800" y="21600"/>
                </a:lnTo>
                <a:lnTo>
                  <a:pt x="9828" y="19656"/>
                </a:lnTo>
                <a:lnTo>
                  <a:pt x="8856" y="17712"/>
                </a:lnTo>
                <a:lnTo>
                  <a:pt x="7880" y="15765"/>
                </a:lnTo>
                <a:lnTo>
                  <a:pt x="6908" y="13815"/>
                </a:lnTo>
                <a:lnTo>
                  <a:pt x="5929" y="11858"/>
                </a:lnTo>
                <a:lnTo>
                  <a:pt x="4950" y="9902"/>
                </a:lnTo>
                <a:lnTo>
                  <a:pt x="3967" y="7936"/>
                </a:lnTo>
                <a:lnTo>
                  <a:pt x="2981" y="5965"/>
                </a:lnTo>
                <a:lnTo>
                  <a:pt x="1994" y="3987"/>
                </a:lnTo>
                <a:lnTo>
                  <a:pt x="997" y="1996"/>
                </a:lnTo>
                <a:lnTo>
                  <a:pt x="0" y="0"/>
                </a:lnTo>
                <a:close/>
              </a:path>
            </a:pathLst>
          </a:custGeom>
          <a:solidFill>
            <a:srgbClr val="C6D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1" name="contour_14539"/>
          <p:cNvSpPr/>
          <p:nvPr/>
        </p:nvSpPr>
        <p:spPr>
          <a:xfrm>
            <a:off x="1577293" y="236859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0" y="17353"/>
                </a:lnTo>
                <a:lnTo>
                  <a:pt x="233" y="14589"/>
                </a:lnTo>
                <a:lnTo>
                  <a:pt x="782" y="12718"/>
                </a:lnTo>
                <a:lnTo>
                  <a:pt x="1858" y="11146"/>
                </a:lnTo>
                <a:lnTo>
                  <a:pt x="3629" y="9279"/>
                </a:lnTo>
                <a:lnTo>
                  <a:pt x="5983" y="7620"/>
                </a:lnTo>
                <a:lnTo>
                  <a:pt x="8372" y="5940"/>
                </a:lnTo>
                <a:lnTo>
                  <a:pt x="10705" y="4247"/>
                </a:lnTo>
                <a:lnTo>
                  <a:pt x="13077" y="2532"/>
                </a:lnTo>
                <a:lnTo>
                  <a:pt x="16196" y="752"/>
                </a:lnTo>
                <a:lnTo>
                  <a:pt x="18403" y="95"/>
                </a:lnTo>
                <a:lnTo>
                  <a:pt x="21600" y="0"/>
                </a:lnTo>
                <a:close/>
              </a:path>
            </a:pathLst>
          </a:custGeom>
          <a:solidFill>
            <a:srgbClr val="A691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2" name="contour_14540"/>
          <p:cNvSpPr/>
          <p:nvPr/>
        </p:nvSpPr>
        <p:spPr>
          <a:xfrm>
            <a:off x="8508173" y="2383173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98" y="595"/>
                </a:lnTo>
                <a:lnTo>
                  <a:pt x="17250" y="1190"/>
                </a:lnTo>
                <a:lnTo>
                  <a:pt x="19410" y="1793"/>
                </a:lnTo>
                <a:lnTo>
                  <a:pt x="21600" y="2400"/>
                </a:lnTo>
                <a:lnTo>
                  <a:pt x="20628" y="4003"/>
                </a:lnTo>
                <a:lnTo>
                  <a:pt x="19647" y="5606"/>
                </a:lnTo>
                <a:lnTo>
                  <a:pt x="18662" y="7207"/>
                </a:lnTo>
                <a:lnTo>
                  <a:pt x="17669" y="8806"/>
                </a:lnTo>
                <a:lnTo>
                  <a:pt x="16667" y="10402"/>
                </a:lnTo>
                <a:lnTo>
                  <a:pt x="15660" y="12000"/>
                </a:lnTo>
                <a:lnTo>
                  <a:pt x="14839" y="13378"/>
                </a:lnTo>
                <a:lnTo>
                  <a:pt x="14005" y="14774"/>
                </a:lnTo>
                <a:lnTo>
                  <a:pt x="13154" y="16090"/>
                </a:lnTo>
                <a:lnTo>
                  <a:pt x="12450" y="17102"/>
                </a:lnTo>
                <a:lnTo>
                  <a:pt x="11634" y="18139"/>
                </a:lnTo>
                <a:lnTo>
                  <a:pt x="10450" y="19529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916" y="20074"/>
                </a:lnTo>
                <a:lnTo>
                  <a:pt x="1832" y="18545"/>
                </a:lnTo>
                <a:lnTo>
                  <a:pt x="2752" y="17016"/>
                </a:lnTo>
                <a:lnTo>
                  <a:pt x="3668" y="15485"/>
                </a:lnTo>
                <a:lnTo>
                  <a:pt x="4588" y="13954"/>
                </a:lnTo>
                <a:lnTo>
                  <a:pt x="5508" y="12418"/>
                </a:lnTo>
                <a:lnTo>
                  <a:pt x="6432" y="10882"/>
                </a:lnTo>
                <a:lnTo>
                  <a:pt x="7357" y="9341"/>
                </a:lnTo>
                <a:lnTo>
                  <a:pt x="8281" y="7795"/>
                </a:lnTo>
                <a:lnTo>
                  <a:pt x="9210" y="6247"/>
                </a:lnTo>
                <a:lnTo>
                  <a:pt x="10143" y="4694"/>
                </a:lnTo>
                <a:lnTo>
                  <a:pt x="11081" y="3134"/>
                </a:lnTo>
                <a:lnTo>
                  <a:pt x="12018" y="1570"/>
                </a:lnTo>
                <a:lnTo>
                  <a:pt x="12960" y="0"/>
                </a:lnTo>
                <a:close/>
              </a:path>
            </a:pathLst>
          </a:custGeom>
          <a:solidFill>
            <a:srgbClr val="DE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3" name="contour_14541"/>
          <p:cNvSpPr/>
          <p:nvPr/>
        </p:nvSpPr>
        <p:spPr>
          <a:xfrm>
            <a:off x="4579945" y="2361309"/>
            <a:ext cx="80168" cy="23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29" y="328"/>
                </a:lnTo>
                <a:lnTo>
                  <a:pt x="2457" y="664"/>
                </a:lnTo>
                <a:lnTo>
                  <a:pt x="3684" y="1005"/>
                </a:lnTo>
                <a:lnTo>
                  <a:pt x="4911" y="1360"/>
                </a:lnTo>
                <a:lnTo>
                  <a:pt x="6136" y="1721"/>
                </a:lnTo>
                <a:lnTo>
                  <a:pt x="7364" y="2089"/>
                </a:lnTo>
                <a:lnTo>
                  <a:pt x="8591" y="2464"/>
                </a:lnTo>
                <a:lnTo>
                  <a:pt x="9808" y="2772"/>
                </a:lnTo>
                <a:lnTo>
                  <a:pt x="11045" y="3081"/>
                </a:lnTo>
                <a:lnTo>
                  <a:pt x="13298" y="3830"/>
                </a:lnTo>
                <a:lnTo>
                  <a:pt x="14969" y="4520"/>
                </a:lnTo>
                <a:lnTo>
                  <a:pt x="16218" y="5334"/>
                </a:lnTo>
                <a:lnTo>
                  <a:pt x="17207" y="6445"/>
                </a:lnTo>
                <a:lnTo>
                  <a:pt x="18093" y="8041"/>
                </a:lnTo>
                <a:lnTo>
                  <a:pt x="19039" y="10294"/>
                </a:lnTo>
                <a:lnTo>
                  <a:pt x="20204" y="13395"/>
                </a:lnTo>
                <a:lnTo>
                  <a:pt x="20897" y="16528"/>
                </a:lnTo>
                <a:lnTo>
                  <a:pt x="21600" y="19708"/>
                </a:lnTo>
                <a:lnTo>
                  <a:pt x="18931" y="20378"/>
                </a:lnTo>
                <a:lnTo>
                  <a:pt x="16630" y="20930"/>
                </a:lnTo>
                <a:lnTo>
                  <a:pt x="14659" y="21324"/>
                </a:lnTo>
                <a:lnTo>
                  <a:pt x="12974" y="21561"/>
                </a:lnTo>
                <a:lnTo>
                  <a:pt x="11538" y="21600"/>
                </a:lnTo>
                <a:lnTo>
                  <a:pt x="10309" y="21429"/>
                </a:lnTo>
                <a:lnTo>
                  <a:pt x="9247" y="21022"/>
                </a:lnTo>
                <a:lnTo>
                  <a:pt x="8310" y="20365"/>
                </a:lnTo>
                <a:lnTo>
                  <a:pt x="7460" y="19432"/>
                </a:lnTo>
                <a:lnTo>
                  <a:pt x="6653" y="18197"/>
                </a:lnTo>
                <a:lnTo>
                  <a:pt x="5852" y="16647"/>
                </a:lnTo>
                <a:lnTo>
                  <a:pt x="5013" y="14748"/>
                </a:lnTo>
                <a:lnTo>
                  <a:pt x="4098" y="12495"/>
                </a:lnTo>
                <a:lnTo>
                  <a:pt x="3067" y="9854"/>
                </a:lnTo>
                <a:lnTo>
                  <a:pt x="2295" y="7404"/>
                </a:lnTo>
                <a:lnTo>
                  <a:pt x="1528" y="4947"/>
                </a:lnTo>
                <a:lnTo>
                  <a:pt x="762" y="2483"/>
                </a:lnTo>
                <a:lnTo>
                  <a:pt x="0" y="0"/>
                </a:lnTo>
                <a:close/>
              </a:path>
            </a:pathLst>
          </a:custGeom>
          <a:solidFill>
            <a:srgbClr val="6C8A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4" name="contour_14542"/>
          <p:cNvSpPr/>
          <p:nvPr/>
        </p:nvSpPr>
        <p:spPr>
          <a:xfrm>
            <a:off x="6751118" y="2354021"/>
            <a:ext cx="5166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1" y="0"/>
                </a:moveTo>
                <a:lnTo>
                  <a:pt x="2081" y="817"/>
                </a:lnTo>
                <a:lnTo>
                  <a:pt x="3318" y="1462"/>
                </a:lnTo>
                <a:lnTo>
                  <a:pt x="4555" y="2279"/>
                </a:lnTo>
                <a:lnTo>
                  <a:pt x="6365" y="3600"/>
                </a:lnTo>
                <a:lnTo>
                  <a:pt x="6365" y="5980"/>
                </a:lnTo>
                <a:lnTo>
                  <a:pt x="6365" y="8374"/>
                </a:lnTo>
                <a:lnTo>
                  <a:pt x="6365" y="10800"/>
                </a:lnTo>
                <a:lnTo>
                  <a:pt x="8358" y="11675"/>
                </a:lnTo>
                <a:lnTo>
                  <a:pt x="9817" y="12200"/>
                </a:lnTo>
                <a:lnTo>
                  <a:pt x="11454" y="12589"/>
                </a:lnTo>
                <a:lnTo>
                  <a:pt x="13983" y="13050"/>
                </a:lnTo>
                <a:lnTo>
                  <a:pt x="16109" y="13457"/>
                </a:lnTo>
                <a:lnTo>
                  <a:pt x="18267" y="13867"/>
                </a:lnTo>
                <a:lnTo>
                  <a:pt x="19921" y="14134"/>
                </a:lnTo>
                <a:lnTo>
                  <a:pt x="21600" y="14400"/>
                </a:lnTo>
                <a:lnTo>
                  <a:pt x="20902" y="16571"/>
                </a:lnTo>
                <a:lnTo>
                  <a:pt x="20354" y="18043"/>
                </a:lnTo>
                <a:lnTo>
                  <a:pt x="19665" y="19494"/>
                </a:lnTo>
                <a:lnTo>
                  <a:pt x="18553" y="21600"/>
                </a:lnTo>
                <a:lnTo>
                  <a:pt x="16204" y="21204"/>
                </a:lnTo>
                <a:lnTo>
                  <a:pt x="14047" y="20750"/>
                </a:lnTo>
                <a:lnTo>
                  <a:pt x="12033" y="20200"/>
                </a:lnTo>
                <a:lnTo>
                  <a:pt x="10119" y="19523"/>
                </a:lnTo>
                <a:lnTo>
                  <a:pt x="8260" y="18680"/>
                </a:lnTo>
                <a:lnTo>
                  <a:pt x="6408" y="17647"/>
                </a:lnTo>
                <a:lnTo>
                  <a:pt x="4525" y="16380"/>
                </a:lnTo>
                <a:lnTo>
                  <a:pt x="2556" y="14850"/>
                </a:lnTo>
                <a:lnTo>
                  <a:pt x="1335" y="12366"/>
                </a:lnTo>
                <a:lnTo>
                  <a:pt x="552" y="10048"/>
                </a:lnTo>
                <a:lnTo>
                  <a:pt x="134" y="7772"/>
                </a:lnTo>
                <a:lnTo>
                  <a:pt x="0" y="5418"/>
                </a:lnTo>
                <a:lnTo>
                  <a:pt x="73" y="2869"/>
                </a:lnTo>
                <a:lnTo>
                  <a:pt x="271" y="0"/>
                </a:lnTo>
                <a:close/>
              </a:path>
            </a:pathLst>
          </a:custGeom>
          <a:solidFill>
            <a:srgbClr val="6763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5" name="contour_14543"/>
          <p:cNvSpPr/>
          <p:nvPr/>
        </p:nvSpPr>
        <p:spPr>
          <a:xfrm>
            <a:off x="5476368" y="233215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015"/>
                </a:lnTo>
                <a:lnTo>
                  <a:pt x="8506" y="1782"/>
                </a:lnTo>
                <a:lnTo>
                  <a:pt x="11007" y="2457"/>
                </a:lnTo>
                <a:lnTo>
                  <a:pt x="12986" y="3186"/>
                </a:lnTo>
                <a:lnTo>
                  <a:pt x="14917" y="4115"/>
                </a:lnTo>
                <a:lnTo>
                  <a:pt x="17280" y="5400"/>
                </a:lnTo>
                <a:lnTo>
                  <a:pt x="18870" y="9580"/>
                </a:lnTo>
                <a:lnTo>
                  <a:pt x="19889" y="12512"/>
                </a:lnTo>
                <a:lnTo>
                  <a:pt x="20546" y="14974"/>
                </a:lnTo>
                <a:lnTo>
                  <a:pt x="21047" y="177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ABA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6" name="contour_14544"/>
          <p:cNvSpPr/>
          <p:nvPr/>
        </p:nvSpPr>
        <p:spPr>
          <a:xfrm>
            <a:off x="3960466" y="2339445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19" y="556"/>
                </a:lnTo>
                <a:lnTo>
                  <a:pt x="4285" y="1193"/>
                </a:lnTo>
                <a:lnTo>
                  <a:pt x="6213" y="1939"/>
                </a:lnTo>
                <a:lnTo>
                  <a:pt x="8019" y="2819"/>
                </a:lnTo>
                <a:lnTo>
                  <a:pt x="9723" y="3861"/>
                </a:lnTo>
                <a:lnTo>
                  <a:pt x="11340" y="5103"/>
                </a:lnTo>
                <a:lnTo>
                  <a:pt x="12884" y="6561"/>
                </a:lnTo>
                <a:lnTo>
                  <a:pt x="14378" y="8273"/>
                </a:lnTo>
                <a:lnTo>
                  <a:pt x="15830" y="10265"/>
                </a:lnTo>
                <a:lnTo>
                  <a:pt x="17264" y="12566"/>
                </a:lnTo>
                <a:lnTo>
                  <a:pt x="18692" y="15201"/>
                </a:lnTo>
                <a:lnTo>
                  <a:pt x="20131" y="18203"/>
                </a:lnTo>
                <a:lnTo>
                  <a:pt x="21600" y="21600"/>
                </a:lnTo>
                <a:lnTo>
                  <a:pt x="19742" y="21303"/>
                </a:lnTo>
                <a:lnTo>
                  <a:pt x="17885" y="20984"/>
                </a:lnTo>
                <a:lnTo>
                  <a:pt x="16027" y="20644"/>
                </a:lnTo>
                <a:lnTo>
                  <a:pt x="14172" y="20288"/>
                </a:lnTo>
                <a:lnTo>
                  <a:pt x="12317" y="19915"/>
                </a:lnTo>
                <a:lnTo>
                  <a:pt x="10592" y="19597"/>
                </a:lnTo>
                <a:lnTo>
                  <a:pt x="8856" y="19283"/>
                </a:lnTo>
                <a:lnTo>
                  <a:pt x="7098" y="18965"/>
                </a:lnTo>
                <a:lnTo>
                  <a:pt x="5646" y="18052"/>
                </a:lnTo>
                <a:lnTo>
                  <a:pt x="4182" y="17134"/>
                </a:lnTo>
                <a:lnTo>
                  <a:pt x="2700" y="16200"/>
                </a:lnTo>
                <a:lnTo>
                  <a:pt x="1741" y="12069"/>
                </a:lnTo>
                <a:lnTo>
                  <a:pt x="1120" y="9164"/>
                </a:lnTo>
                <a:lnTo>
                  <a:pt x="710" y="6701"/>
                </a:lnTo>
                <a:lnTo>
                  <a:pt x="381" y="3904"/>
                </a:lnTo>
                <a:lnTo>
                  <a:pt x="0" y="0"/>
                </a:lnTo>
                <a:close/>
              </a:path>
            </a:pathLst>
          </a:custGeom>
          <a:solidFill>
            <a:srgbClr val="2B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7" name="contour_14545"/>
          <p:cNvSpPr/>
          <p:nvPr/>
        </p:nvSpPr>
        <p:spPr>
          <a:xfrm>
            <a:off x="3851146" y="2338993"/>
            <a:ext cx="36440" cy="312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8" y="0"/>
                </a:moveTo>
                <a:lnTo>
                  <a:pt x="17440" y="101"/>
                </a:lnTo>
                <a:lnTo>
                  <a:pt x="19509" y="207"/>
                </a:lnTo>
                <a:lnTo>
                  <a:pt x="21600" y="312"/>
                </a:lnTo>
                <a:lnTo>
                  <a:pt x="21298" y="3881"/>
                </a:lnTo>
                <a:lnTo>
                  <a:pt x="20909" y="7338"/>
                </a:lnTo>
                <a:lnTo>
                  <a:pt x="20369" y="10699"/>
                </a:lnTo>
                <a:lnTo>
                  <a:pt x="19626" y="13995"/>
                </a:lnTo>
                <a:lnTo>
                  <a:pt x="18615" y="17241"/>
                </a:lnTo>
                <a:lnTo>
                  <a:pt x="17280" y="20471"/>
                </a:lnTo>
                <a:lnTo>
                  <a:pt x="14286" y="21242"/>
                </a:lnTo>
                <a:lnTo>
                  <a:pt x="11483" y="21590"/>
                </a:lnTo>
                <a:lnTo>
                  <a:pt x="8761" y="21600"/>
                </a:lnTo>
                <a:lnTo>
                  <a:pt x="6018" y="21363"/>
                </a:lnTo>
                <a:lnTo>
                  <a:pt x="3132" y="20955"/>
                </a:lnTo>
                <a:lnTo>
                  <a:pt x="0" y="20471"/>
                </a:lnTo>
                <a:lnTo>
                  <a:pt x="1745" y="13869"/>
                </a:lnTo>
                <a:lnTo>
                  <a:pt x="3175" y="8900"/>
                </a:lnTo>
                <a:lnTo>
                  <a:pt x="4480" y="5327"/>
                </a:lnTo>
                <a:lnTo>
                  <a:pt x="5836" y="2913"/>
                </a:lnTo>
                <a:lnTo>
                  <a:pt x="7426" y="1411"/>
                </a:lnTo>
                <a:lnTo>
                  <a:pt x="9426" y="585"/>
                </a:lnTo>
                <a:lnTo>
                  <a:pt x="12023" y="192"/>
                </a:lnTo>
                <a:lnTo>
                  <a:pt x="15388" y="0"/>
                </a:lnTo>
                <a:close/>
              </a:path>
            </a:pathLst>
          </a:custGeom>
          <a:solidFill>
            <a:srgbClr val="21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8" name="contour_14546"/>
          <p:cNvSpPr/>
          <p:nvPr/>
        </p:nvSpPr>
        <p:spPr>
          <a:xfrm>
            <a:off x="4645537" y="2324724"/>
            <a:ext cx="43728" cy="292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7"/>
                </a:moveTo>
                <a:lnTo>
                  <a:pt x="21006" y="3654"/>
                </a:lnTo>
                <a:lnTo>
                  <a:pt x="20412" y="7205"/>
                </a:lnTo>
                <a:lnTo>
                  <a:pt x="19814" y="10773"/>
                </a:lnTo>
                <a:lnTo>
                  <a:pt x="19213" y="14357"/>
                </a:lnTo>
                <a:lnTo>
                  <a:pt x="18608" y="17962"/>
                </a:lnTo>
                <a:lnTo>
                  <a:pt x="18000" y="21600"/>
                </a:lnTo>
                <a:lnTo>
                  <a:pt x="13460" y="20278"/>
                </a:lnTo>
                <a:lnTo>
                  <a:pt x="10008" y="19198"/>
                </a:lnTo>
                <a:lnTo>
                  <a:pt x="7441" y="18226"/>
                </a:lnTo>
                <a:lnTo>
                  <a:pt x="5562" y="17242"/>
                </a:lnTo>
                <a:lnTo>
                  <a:pt x="4169" y="16109"/>
                </a:lnTo>
                <a:lnTo>
                  <a:pt x="3060" y="14696"/>
                </a:lnTo>
                <a:lnTo>
                  <a:pt x="2038" y="12874"/>
                </a:lnTo>
                <a:lnTo>
                  <a:pt x="900" y="10521"/>
                </a:lnTo>
                <a:lnTo>
                  <a:pt x="454" y="8017"/>
                </a:lnTo>
                <a:lnTo>
                  <a:pt x="0" y="5481"/>
                </a:lnTo>
                <a:lnTo>
                  <a:pt x="2455" y="4153"/>
                </a:lnTo>
                <a:lnTo>
                  <a:pt x="4831" y="3014"/>
                </a:lnTo>
                <a:lnTo>
                  <a:pt x="7157" y="2058"/>
                </a:lnTo>
                <a:lnTo>
                  <a:pt x="9454" y="1295"/>
                </a:lnTo>
                <a:lnTo>
                  <a:pt x="11758" y="704"/>
                </a:lnTo>
                <a:lnTo>
                  <a:pt x="14098" y="296"/>
                </a:lnTo>
                <a:lnTo>
                  <a:pt x="16499" y="64"/>
                </a:lnTo>
                <a:lnTo>
                  <a:pt x="18990" y="0"/>
                </a:lnTo>
                <a:lnTo>
                  <a:pt x="21600" y="107"/>
                </a:lnTo>
                <a:close/>
              </a:path>
            </a:pathLst>
          </a:custGeom>
          <a:solidFill>
            <a:srgbClr val="5D72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49" name="contour_14547"/>
          <p:cNvSpPr/>
          <p:nvPr/>
        </p:nvSpPr>
        <p:spPr>
          <a:xfrm>
            <a:off x="1897964" y="2322734"/>
            <a:ext cx="51016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811" y="1620"/>
                </a:lnTo>
                <a:lnTo>
                  <a:pt x="3623" y="1351"/>
                </a:lnTo>
                <a:lnTo>
                  <a:pt x="5437" y="1109"/>
                </a:lnTo>
                <a:lnTo>
                  <a:pt x="7251" y="892"/>
                </a:lnTo>
                <a:lnTo>
                  <a:pt x="9066" y="689"/>
                </a:lnTo>
                <a:lnTo>
                  <a:pt x="9816" y="590"/>
                </a:lnTo>
                <a:lnTo>
                  <a:pt x="11136" y="413"/>
                </a:lnTo>
                <a:lnTo>
                  <a:pt x="14163" y="0"/>
                </a:lnTo>
                <a:lnTo>
                  <a:pt x="15601" y="636"/>
                </a:lnTo>
                <a:lnTo>
                  <a:pt x="17049" y="1273"/>
                </a:lnTo>
                <a:lnTo>
                  <a:pt x="18514" y="1922"/>
                </a:lnTo>
                <a:lnTo>
                  <a:pt x="19125" y="5818"/>
                </a:lnTo>
                <a:lnTo>
                  <a:pt x="19739" y="9728"/>
                </a:lnTo>
                <a:lnTo>
                  <a:pt x="20353" y="13650"/>
                </a:lnTo>
                <a:lnTo>
                  <a:pt x="20974" y="1760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704"/>
                </a:lnTo>
                <a:lnTo>
                  <a:pt x="0" y="13794"/>
                </a:lnTo>
                <a:lnTo>
                  <a:pt x="0" y="9872"/>
                </a:lnTo>
                <a:lnTo>
                  <a:pt x="0" y="5917"/>
                </a:lnTo>
                <a:lnTo>
                  <a:pt x="0" y="1922"/>
                </a:lnTo>
                <a:close/>
              </a:path>
            </a:pathLst>
          </a:custGeom>
          <a:solidFill>
            <a:srgbClr val="7073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0" name="contour_14548"/>
          <p:cNvSpPr/>
          <p:nvPr/>
        </p:nvSpPr>
        <p:spPr>
          <a:xfrm>
            <a:off x="4055210" y="231029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18744" y="4320"/>
                </a:lnTo>
                <a:lnTo>
                  <a:pt x="15872" y="4320"/>
                </a:lnTo>
                <a:lnTo>
                  <a:pt x="12960" y="4320"/>
                </a:lnTo>
                <a:lnTo>
                  <a:pt x="12960" y="7176"/>
                </a:lnTo>
                <a:lnTo>
                  <a:pt x="12960" y="10048"/>
                </a:lnTo>
                <a:lnTo>
                  <a:pt x="12960" y="12960"/>
                </a:lnTo>
                <a:lnTo>
                  <a:pt x="15816" y="12960"/>
                </a:lnTo>
                <a:lnTo>
                  <a:pt x="18688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8744"/>
                </a:lnTo>
                <a:lnTo>
                  <a:pt x="8640" y="15872"/>
                </a:lnTo>
                <a:lnTo>
                  <a:pt x="8640" y="12960"/>
                </a:lnTo>
                <a:lnTo>
                  <a:pt x="5784" y="12960"/>
                </a:lnTo>
                <a:lnTo>
                  <a:pt x="2912" y="12960"/>
                </a:lnTo>
                <a:lnTo>
                  <a:pt x="0" y="12960"/>
                </a:lnTo>
                <a:lnTo>
                  <a:pt x="855" y="10394"/>
                </a:lnTo>
                <a:lnTo>
                  <a:pt x="1715" y="7819"/>
                </a:lnTo>
                <a:lnTo>
                  <a:pt x="2575" y="5236"/>
                </a:lnTo>
                <a:lnTo>
                  <a:pt x="3443" y="2631"/>
                </a:lnTo>
                <a:lnTo>
                  <a:pt x="4320" y="0"/>
                </a:lnTo>
                <a:close/>
              </a:path>
            </a:pathLst>
          </a:custGeom>
          <a:solidFill>
            <a:srgbClr val="524C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1" name="contour_14549"/>
          <p:cNvSpPr/>
          <p:nvPr/>
        </p:nvSpPr>
        <p:spPr>
          <a:xfrm>
            <a:off x="3776816" y="2273853"/>
            <a:ext cx="233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4" y="0"/>
                </a:moveTo>
                <a:lnTo>
                  <a:pt x="5807" y="0"/>
                </a:lnTo>
                <a:lnTo>
                  <a:pt x="10297" y="0"/>
                </a:lnTo>
                <a:lnTo>
                  <a:pt x="14848" y="0"/>
                </a:lnTo>
                <a:lnTo>
                  <a:pt x="15408" y="1782"/>
                </a:lnTo>
                <a:lnTo>
                  <a:pt x="15962" y="3564"/>
                </a:lnTo>
                <a:lnTo>
                  <a:pt x="16522" y="5349"/>
                </a:lnTo>
                <a:lnTo>
                  <a:pt x="17076" y="7136"/>
                </a:lnTo>
                <a:lnTo>
                  <a:pt x="17637" y="8926"/>
                </a:lnTo>
                <a:lnTo>
                  <a:pt x="18197" y="10719"/>
                </a:lnTo>
                <a:lnTo>
                  <a:pt x="18757" y="12517"/>
                </a:lnTo>
                <a:lnTo>
                  <a:pt x="19325" y="14321"/>
                </a:lnTo>
                <a:lnTo>
                  <a:pt x="19892" y="16130"/>
                </a:lnTo>
                <a:lnTo>
                  <a:pt x="20459" y="17944"/>
                </a:lnTo>
                <a:lnTo>
                  <a:pt x="21026" y="19769"/>
                </a:lnTo>
                <a:lnTo>
                  <a:pt x="21600" y="21600"/>
                </a:lnTo>
                <a:lnTo>
                  <a:pt x="15152" y="19548"/>
                </a:lnTo>
                <a:lnTo>
                  <a:pt x="10277" y="17939"/>
                </a:lnTo>
                <a:lnTo>
                  <a:pt x="6732" y="16637"/>
                </a:lnTo>
                <a:lnTo>
                  <a:pt x="4254" y="15506"/>
                </a:lnTo>
                <a:lnTo>
                  <a:pt x="2600" y="14410"/>
                </a:lnTo>
                <a:lnTo>
                  <a:pt x="1506" y="13211"/>
                </a:lnTo>
                <a:lnTo>
                  <a:pt x="722" y="11772"/>
                </a:lnTo>
                <a:lnTo>
                  <a:pt x="0" y="9958"/>
                </a:lnTo>
                <a:lnTo>
                  <a:pt x="61" y="8286"/>
                </a:lnTo>
                <a:lnTo>
                  <a:pt x="182" y="6626"/>
                </a:lnTo>
                <a:lnTo>
                  <a:pt x="365" y="4971"/>
                </a:lnTo>
                <a:lnTo>
                  <a:pt x="614" y="3318"/>
                </a:lnTo>
                <a:lnTo>
                  <a:pt x="939" y="1661"/>
                </a:lnTo>
                <a:lnTo>
                  <a:pt x="1344" y="0"/>
                </a:lnTo>
                <a:close/>
              </a:path>
            </a:pathLst>
          </a:custGeom>
          <a:solidFill>
            <a:srgbClr val="2523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2" name="contour_14550"/>
          <p:cNvSpPr/>
          <p:nvPr/>
        </p:nvSpPr>
        <p:spPr>
          <a:xfrm>
            <a:off x="3953178" y="2310293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948" y="6099"/>
                </a:lnTo>
                <a:lnTo>
                  <a:pt x="20425" y="10363"/>
                </a:lnTo>
                <a:lnTo>
                  <a:pt x="19920" y="13364"/>
                </a:lnTo>
                <a:lnTo>
                  <a:pt x="19306" y="15670"/>
                </a:lnTo>
                <a:lnTo>
                  <a:pt x="18468" y="17837"/>
                </a:lnTo>
                <a:lnTo>
                  <a:pt x="17280" y="20450"/>
                </a:lnTo>
                <a:lnTo>
                  <a:pt x="14282" y="21232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55"/>
                </a:lnTo>
                <a:lnTo>
                  <a:pt x="3132" y="20940"/>
                </a:lnTo>
                <a:lnTo>
                  <a:pt x="0" y="20450"/>
                </a:lnTo>
                <a:lnTo>
                  <a:pt x="0" y="17076"/>
                </a:lnTo>
                <a:lnTo>
                  <a:pt x="0" y="13696"/>
                </a:lnTo>
                <a:lnTo>
                  <a:pt x="0" y="10302"/>
                </a:lnTo>
                <a:lnTo>
                  <a:pt x="0" y="6892"/>
                </a:lnTo>
                <a:lnTo>
                  <a:pt x="0" y="3461"/>
                </a:lnTo>
                <a:lnTo>
                  <a:pt x="0" y="0"/>
                </a:lnTo>
                <a:close/>
              </a:path>
            </a:pathLst>
          </a:custGeom>
          <a:solidFill>
            <a:srgbClr val="1412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3" name="contour_14551"/>
          <p:cNvSpPr/>
          <p:nvPr/>
        </p:nvSpPr>
        <p:spPr>
          <a:xfrm>
            <a:off x="2021860" y="227385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260" y="2178"/>
                </a:lnTo>
                <a:lnTo>
                  <a:pt x="14119" y="4360"/>
                </a:lnTo>
                <a:lnTo>
                  <a:pt x="13979" y="6538"/>
                </a:lnTo>
                <a:lnTo>
                  <a:pt x="13838" y="8719"/>
                </a:lnTo>
                <a:lnTo>
                  <a:pt x="13698" y="10897"/>
                </a:lnTo>
                <a:lnTo>
                  <a:pt x="14047" y="12636"/>
                </a:lnTo>
                <a:lnTo>
                  <a:pt x="14400" y="14400"/>
                </a:lnTo>
                <a:lnTo>
                  <a:pt x="16182" y="15293"/>
                </a:lnTo>
                <a:lnTo>
                  <a:pt x="17975" y="16186"/>
                </a:lnTo>
                <a:lnTo>
                  <a:pt x="19775" y="17089"/>
                </a:lnTo>
                <a:lnTo>
                  <a:pt x="21600" y="18000"/>
                </a:lnTo>
                <a:lnTo>
                  <a:pt x="19372" y="18446"/>
                </a:lnTo>
                <a:lnTo>
                  <a:pt x="17143" y="18893"/>
                </a:lnTo>
                <a:lnTo>
                  <a:pt x="14908" y="19339"/>
                </a:lnTo>
                <a:lnTo>
                  <a:pt x="12668" y="19786"/>
                </a:lnTo>
                <a:lnTo>
                  <a:pt x="10418" y="20236"/>
                </a:lnTo>
                <a:lnTo>
                  <a:pt x="8158" y="20689"/>
                </a:lnTo>
                <a:lnTo>
                  <a:pt x="5886" y="21143"/>
                </a:lnTo>
                <a:lnTo>
                  <a:pt x="3600" y="21600"/>
                </a:lnTo>
                <a:lnTo>
                  <a:pt x="4493" y="19372"/>
                </a:lnTo>
                <a:lnTo>
                  <a:pt x="5382" y="17143"/>
                </a:lnTo>
                <a:lnTo>
                  <a:pt x="6278" y="14908"/>
                </a:lnTo>
                <a:lnTo>
                  <a:pt x="7175" y="12668"/>
                </a:lnTo>
                <a:lnTo>
                  <a:pt x="8071" y="10418"/>
                </a:lnTo>
                <a:lnTo>
                  <a:pt x="8975" y="8158"/>
                </a:lnTo>
                <a:lnTo>
                  <a:pt x="9886" y="5886"/>
                </a:lnTo>
                <a:lnTo>
                  <a:pt x="10800" y="3600"/>
                </a:lnTo>
                <a:lnTo>
                  <a:pt x="8662" y="2887"/>
                </a:lnTo>
                <a:lnTo>
                  <a:pt x="6516" y="2171"/>
                </a:lnTo>
                <a:lnTo>
                  <a:pt x="4363" y="1454"/>
                </a:lnTo>
                <a:lnTo>
                  <a:pt x="2192" y="731"/>
                </a:lnTo>
                <a:lnTo>
                  <a:pt x="0" y="0"/>
                </a:lnTo>
                <a:close/>
              </a:path>
            </a:pathLst>
          </a:custGeom>
          <a:solidFill>
            <a:srgbClr val="9292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4" name="contour_14552"/>
          <p:cNvSpPr/>
          <p:nvPr/>
        </p:nvSpPr>
        <p:spPr>
          <a:xfrm>
            <a:off x="2481004" y="229571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21600" y="6886"/>
                </a:lnTo>
                <a:lnTo>
                  <a:pt x="21600" y="9461"/>
                </a:lnTo>
                <a:lnTo>
                  <a:pt x="21600" y="12044"/>
                </a:lnTo>
                <a:lnTo>
                  <a:pt x="21600" y="14649"/>
                </a:lnTo>
                <a:lnTo>
                  <a:pt x="21600" y="17280"/>
                </a:lnTo>
                <a:lnTo>
                  <a:pt x="19246" y="19129"/>
                </a:lnTo>
                <a:lnTo>
                  <a:pt x="17507" y="20278"/>
                </a:lnTo>
                <a:lnTo>
                  <a:pt x="15865" y="20935"/>
                </a:lnTo>
                <a:lnTo>
                  <a:pt x="13802" y="21306"/>
                </a:lnTo>
                <a:lnTo>
                  <a:pt x="10800" y="21600"/>
                </a:lnTo>
                <a:lnTo>
                  <a:pt x="8615" y="19833"/>
                </a:lnTo>
                <a:lnTo>
                  <a:pt x="6606" y="17937"/>
                </a:lnTo>
                <a:lnTo>
                  <a:pt x="4756" y="15889"/>
                </a:lnTo>
                <a:lnTo>
                  <a:pt x="3049" y="13677"/>
                </a:lnTo>
                <a:lnTo>
                  <a:pt x="1469" y="11267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6265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5" name="contour_14553"/>
          <p:cNvSpPr/>
          <p:nvPr/>
        </p:nvSpPr>
        <p:spPr>
          <a:xfrm>
            <a:off x="1147301" y="226656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DDB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6" name="contour_14554"/>
          <p:cNvSpPr/>
          <p:nvPr/>
        </p:nvSpPr>
        <p:spPr>
          <a:xfrm>
            <a:off x="4995361" y="224470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2269" y="19405"/>
                </a:lnTo>
                <a:lnTo>
                  <a:pt x="8610" y="17781"/>
                </a:lnTo>
                <a:lnTo>
                  <a:pt x="6000" y="16580"/>
                </a:lnTo>
                <a:lnTo>
                  <a:pt x="4139" y="15647"/>
                </a:lnTo>
                <a:lnTo>
                  <a:pt x="2717" y="14835"/>
                </a:lnTo>
                <a:lnTo>
                  <a:pt x="1439" y="13988"/>
                </a:lnTo>
                <a:lnTo>
                  <a:pt x="0" y="12960"/>
                </a:lnTo>
                <a:lnTo>
                  <a:pt x="0" y="10104"/>
                </a:lnTo>
                <a:lnTo>
                  <a:pt x="0" y="7232"/>
                </a:lnTo>
                <a:lnTo>
                  <a:pt x="0" y="4320"/>
                </a:lnTo>
                <a:lnTo>
                  <a:pt x="2795" y="3128"/>
                </a:lnTo>
                <a:lnTo>
                  <a:pt x="5430" y="2164"/>
                </a:lnTo>
                <a:lnTo>
                  <a:pt x="7975" y="1413"/>
                </a:lnTo>
                <a:lnTo>
                  <a:pt x="10493" y="842"/>
                </a:lnTo>
                <a:lnTo>
                  <a:pt x="13051" y="441"/>
                </a:lnTo>
                <a:lnTo>
                  <a:pt x="15708" y="181"/>
                </a:lnTo>
                <a:lnTo>
                  <a:pt x="18537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BDD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7" name="contour_14555"/>
          <p:cNvSpPr/>
          <p:nvPr/>
        </p:nvSpPr>
        <p:spPr>
          <a:xfrm>
            <a:off x="1045269" y="223012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59" y="4994"/>
                </a:lnTo>
                <a:lnTo>
                  <a:pt x="21125" y="8506"/>
                </a:lnTo>
                <a:lnTo>
                  <a:pt x="20807" y="11007"/>
                </a:lnTo>
                <a:lnTo>
                  <a:pt x="20323" y="12986"/>
                </a:lnTo>
                <a:lnTo>
                  <a:pt x="19588" y="14917"/>
                </a:lnTo>
                <a:lnTo>
                  <a:pt x="18514" y="17280"/>
                </a:lnTo>
                <a:lnTo>
                  <a:pt x="16487" y="18192"/>
                </a:lnTo>
                <a:lnTo>
                  <a:pt x="14463" y="18956"/>
                </a:lnTo>
                <a:lnTo>
                  <a:pt x="12435" y="19596"/>
                </a:lnTo>
                <a:lnTo>
                  <a:pt x="10399" y="20123"/>
                </a:lnTo>
                <a:lnTo>
                  <a:pt x="8353" y="20550"/>
                </a:lnTo>
                <a:lnTo>
                  <a:pt x="6295" y="20896"/>
                </a:lnTo>
                <a:lnTo>
                  <a:pt x="4218" y="21177"/>
                </a:lnTo>
                <a:lnTo>
                  <a:pt x="2123" y="21406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1574" y="11137"/>
                </a:lnTo>
                <a:lnTo>
                  <a:pt x="2743" y="9863"/>
                </a:lnTo>
                <a:lnTo>
                  <a:pt x="3857" y="8796"/>
                </a:lnTo>
                <a:lnTo>
                  <a:pt x="5267" y="7599"/>
                </a:lnTo>
                <a:lnTo>
                  <a:pt x="7329" y="5940"/>
                </a:lnTo>
                <a:lnTo>
                  <a:pt x="7933" y="5439"/>
                </a:lnTo>
                <a:lnTo>
                  <a:pt x="9004" y="4558"/>
                </a:lnTo>
                <a:lnTo>
                  <a:pt x="11451" y="2532"/>
                </a:lnTo>
                <a:lnTo>
                  <a:pt x="13441" y="1296"/>
                </a:lnTo>
                <a:lnTo>
                  <a:pt x="14966" y="549"/>
                </a:lnTo>
                <a:lnTo>
                  <a:pt x="16509" y="164"/>
                </a:lnTo>
                <a:lnTo>
                  <a:pt x="18557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BDBB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8" name="contour_14556"/>
          <p:cNvSpPr/>
          <p:nvPr/>
        </p:nvSpPr>
        <p:spPr>
          <a:xfrm>
            <a:off x="10395763" y="2236699"/>
            <a:ext cx="65592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83"/>
                </a:moveTo>
                <a:lnTo>
                  <a:pt x="1620" y="579"/>
                </a:lnTo>
                <a:lnTo>
                  <a:pt x="3240" y="481"/>
                </a:lnTo>
                <a:lnTo>
                  <a:pt x="4860" y="397"/>
                </a:lnTo>
                <a:lnTo>
                  <a:pt x="6480" y="321"/>
                </a:lnTo>
                <a:lnTo>
                  <a:pt x="8100" y="251"/>
                </a:lnTo>
                <a:lnTo>
                  <a:pt x="9605" y="167"/>
                </a:lnTo>
                <a:lnTo>
                  <a:pt x="11119" y="84"/>
                </a:lnTo>
                <a:lnTo>
                  <a:pt x="12655" y="0"/>
                </a:lnTo>
                <a:lnTo>
                  <a:pt x="15235" y="453"/>
                </a:lnTo>
                <a:lnTo>
                  <a:pt x="17050" y="955"/>
                </a:lnTo>
                <a:lnTo>
                  <a:pt x="18343" y="1708"/>
                </a:lnTo>
                <a:lnTo>
                  <a:pt x="19368" y="2935"/>
                </a:lnTo>
                <a:lnTo>
                  <a:pt x="20371" y="4846"/>
                </a:lnTo>
                <a:lnTo>
                  <a:pt x="21600" y="7656"/>
                </a:lnTo>
                <a:lnTo>
                  <a:pt x="21600" y="12264"/>
                </a:lnTo>
                <a:lnTo>
                  <a:pt x="21600" y="16901"/>
                </a:lnTo>
                <a:lnTo>
                  <a:pt x="21600" y="21600"/>
                </a:lnTo>
                <a:lnTo>
                  <a:pt x="20023" y="21196"/>
                </a:lnTo>
                <a:lnTo>
                  <a:pt x="18449" y="20777"/>
                </a:lnTo>
                <a:lnTo>
                  <a:pt x="16874" y="20345"/>
                </a:lnTo>
                <a:lnTo>
                  <a:pt x="15300" y="19906"/>
                </a:lnTo>
                <a:lnTo>
                  <a:pt x="13723" y="19453"/>
                </a:lnTo>
                <a:lnTo>
                  <a:pt x="12149" y="18985"/>
                </a:lnTo>
                <a:lnTo>
                  <a:pt x="10802" y="18658"/>
                </a:lnTo>
                <a:lnTo>
                  <a:pt x="9437" y="18330"/>
                </a:lnTo>
                <a:lnTo>
                  <a:pt x="8131" y="17912"/>
                </a:lnTo>
                <a:lnTo>
                  <a:pt x="7114" y="17507"/>
                </a:lnTo>
                <a:lnTo>
                  <a:pt x="6043" y="16943"/>
                </a:lnTo>
                <a:lnTo>
                  <a:pt x="4584" y="16043"/>
                </a:lnTo>
                <a:lnTo>
                  <a:pt x="2400" y="14628"/>
                </a:lnTo>
                <a:lnTo>
                  <a:pt x="1344" y="10333"/>
                </a:lnTo>
                <a:lnTo>
                  <a:pt x="744" y="7453"/>
                </a:lnTo>
                <a:lnTo>
                  <a:pt x="370" y="4671"/>
                </a:lnTo>
                <a:lnTo>
                  <a:pt x="0" y="683"/>
                </a:lnTo>
                <a:close/>
              </a:path>
            </a:pathLst>
          </a:custGeom>
          <a:solidFill>
            <a:srgbClr val="5A5B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59" name="contour_14557"/>
          <p:cNvSpPr/>
          <p:nvPr/>
        </p:nvSpPr>
        <p:spPr>
          <a:xfrm>
            <a:off x="3829282" y="2230125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20442" y="20199"/>
                </a:lnTo>
                <a:lnTo>
                  <a:pt x="19276" y="18786"/>
                </a:lnTo>
                <a:lnTo>
                  <a:pt x="18092" y="17357"/>
                </a:lnTo>
                <a:lnTo>
                  <a:pt x="16217" y="15478"/>
                </a:lnTo>
                <a:lnTo>
                  <a:pt x="14265" y="13815"/>
                </a:lnTo>
                <a:lnTo>
                  <a:pt x="12221" y="12327"/>
                </a:lnTo>
                <a:lnTo>
                  <a:pt x="10066" y="10976"/>
                </a:lnTo>
                <a:lnTo>
                  <a:pt x="7785" y="9723"/>
                </a:lnTo>
                <a:lnTo>
                  <a:pt x="5357" y="8529"/>
                </a:lnTo>
                <a:lnTo>
                  <a:pt x="2769" y="7359"/>
                </a:lnTo>
                <a:lnTo>
                  <a:pt x="0" y="6171"/>
                </a:lnTo>
                <a:lnTo>
                  <a:pt x="2856" y="6171"/>
                </a:lnTo>
                <a:lnTo>
                  <a:pt x="5728" y="6171"/>
                </a:lnTo>
                <a:lnTo>
                  <a:pt x="8640" y="6171"/>
                </a:lnTo>
                <a:lnTo>
                  <a:pt x="8640" y="4132"/>
                </a:lnTo>
                <a:lnTo>
                  <a:pt x="8640" y="2080"/>
                </a:lnTo>
                <a:lnTo>
                  <a:pt x="8640" y="0"/>
                </a:lnTo>
                <a:close/>
              </a:path>
            </a:pathLst>
          </a:custGeom>
          <a:solidFill>
            <a:srgbClr val="C1B4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0" name="contour_14558"/>
          <p:cNvSpPr/>
          <p:nvPr/>
        </p:nvSpPr>
        <p:spPr>
          <a:xfrm>
            <a:off x="10984778" y="2215549"/>
            <a:ext cx="450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66" y="3737"/>
                </a:lnTo>
                <a:lnTo>
                  <a:pt x="19342" y="6755"/>
                </a:lnTo>
                <a:lnTo>
                  <a:pt x="18465" y="9161"/>
                </a:lnTo>
                <a:lnTo>
                  <a:pt x="17664" y="11062"/>
                </a:lnTo>
                <a:lnTo>
                  <a:pt x="16885" y="12562"/>
                </a:lnTo>
                <a:lnTo>
                  <a:pt x="16060" y="13772"/>
                </a:lnTo>
                <a:lnTo>
                  <a:pt x="15123" y="14793"/>
                </a:lnTo>
                <a:lnTo>
                  <a:pt x="14019" y="15740"/>
                </a:lnTo>
                <a:lnTo>
                  <a:pt x="12677" y="16715"/>
                </a:lnTo>
                <a:lnTo>
                  <a:pt x="11034" y="17826"/>
                </a:lnTo>
                <a:lnTo>
                  <a:pt x="9101" y="18650"/>
                </a:lnTo>
                <a:lnTo>
                  <a:pt x="7595" y="19255"/>
                </a:lnTo>
                <a:lnTo>
                  <a:pt x="6015" y="19829"/>
                </a:lnTo>
                <a:lnTo>
                  <a:pt x="3859" y="20551"/>
                </a:lnTo>
                <a:lnTo>
                  <a:pt x="629" y="21600"/>
                </a:lnTo>
                <a:lnTo>
                  <a:pt x="210" y="19675"/>
                </a:lnTo>
                <a:lnTo>
                  <a:pt x="0" y="18230"/>
                </a:lnTo>
                <a:lnTo>
                  <a:pt x="0" y="16823"/>
                </a:lnTo>
                <a:lnTo>
                  <a:pt x="210" y="15009"/>
                </a:lnTo>
                <a:lnTo>
                  <a:pt x="629" y="12343"/>
                </a:lnTo>
                <a:lnTo>
                  <a:pt x="2240" y="10464"/>
                </a:lnTo>
                <a:lnTo>
                  <a:pt x="3817" y="8689"/>
                </a:lnTo>
                <a:lnTo>
                  <a:pt x="5390" y="7035"/>
                </a:lnTo>
                <a:lnTo>
                  <a:pt x="6987" y="5514"/>
                </a:lnTo>
                <a:lnTo>
                  <a:pt x="8643" y="4147"/>
                </a:lnTo>
                <a:lnTo>
                  <a:pt x="10391" y="2944"/>
                </a:lnTo>
                <a:lnTo>
                  <a:pt x="12257" y="1929"/>
                </a:lnTo>
                <a:lnTo>
                  <a:pt x="14285" y="1108"/>
                </a:lnTo>
                <a:lnTo>
                  <a:pt x="16494" y="503"/>
                </a:lnTo>
                <a:lnTo>
                  <a:pt x="18923" y="130"/>
                </a:lnTo>
                <a:lnTo>
                  <a:pt x="21600" y="0"/>
                </a:lnTo>
                <a:close/>
              </a:path>
            </a:pathLst>
          </a:custGeom>
          <a:solidFill>
            <a:srgbClr val="EC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1" name="contour_14559"/>
          <p:cNvSpPr/>
          <p:nvPr/>
        </p:nvSpPr>
        <p:spPr>
          <a:xfrm>
            <a:off x="2298804" y="220826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447" y="2138"/>
                </a:lnTo>
                <a:lnTo>
                  <a:pt x="17468" y="4281"/>
                </a:lnTo>
                <a:lnTo>
                  <a:pt x="18493" y="6432"/>
                </a:lnTo>
                <a:lnTo>
                  <a:pt x="19520" y="8592"/>
                </a:lnTo>
                <a:lnTo>
                  <a:pt x="20557" y="10765"/>
                </a:lnTo>
                <a:lnTo>
                  <a:pt x="21600" y="12960"/>
                </a:lnTo>
                <a:lnTo>
                  <a:pt x="19767" y="12960"/>
                </a:lnTo>
                <a:lnTo>
                  <a:pt x="17928" y="12960"/>
                </a:lnTo>
                <a:lnTo>
                  <a:pt x="16083" y="12960"/>
                </a:lnTo>
                <a:lnTo>
                  <a:pt x="14222" y="12960"/>
                </a:lnTo>
                <a:lnTo>
                  <a:pt x="12343" y="12960"/>
                </a:lnTo>
                <a:lnTo>
                  <a:pt x="12343" y="15816"/>
                </a:lnTo>
                <a:lnTo>
                  <a:pt x="12343" y="18688"/>
                </a:lnTo>
                <a:lnTo>
                  <a:pt x="12343" y="21600"/>
                </a:lnTo>
                <a:lnTo>
                  <a:pt x="10306" y="20887"/>
                </a:lnTo>
                <a:lnTo>
                  <a:pt x="8267" y="20174"/>
                </a:lnTo>
                <a:lnTo>
                  <a:pt x="6218" y="19457"/>
                </a:lnTo>
                <a:lnTo>
                  <a:pt x="4160" y="18736"/>
                </a:lnTo>
                <a:lnTo>
                  <a:pt x="2089" y="18010"/>
                </a:lnTo>
                <a:lnTo>
                  <a:pt x="0" y="17280"/>
                </a:lnTo>
                <a:lnTo>
                  <a:pt x="926" y="14329"/>
                </a:lnTo>
                <a:lnTo>
                  <a:pt x="1895" y="11880"/>
                </a:lnTo>
                <a:lnTo>
                  <a:pt x="2965" y="9845"/>
                </a:lnTo>
                <a:lnTo>
                  <a:pt x="4197" y="8113"/>
                </a:lnTo>
                <a:lnTo>
                  <a:pt x="5650" y="6592"/>
                </a:lnTo>
                <a:lnTo>
                  <a:pt x="7381" y="5180"/>
                </a:lnTo>
                <a:lnTo>
                  <a:pt x="9448" y="3780"/>
                </a:lnTo>
                <a:lnTo>
                  <a:pt x="11130" y="2691"/>
                </a:lnTo>
                <a:lnTo>
                  <a:pt x="12837" y="1585"/>
                </a:lnTo>
                <a:lnTo>
                  <a:pt x="14123" y="799"/>
                </a:lnTo>
                <a:lnTo>
                  <a:pt x="15429" y="0"/>
                </a:lnTo>
                <a:close/>
              </a:path>
            </a:pathLst>
          </a:custGeom>
          <a:solidFill>
            <a:srgbClr val="39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2" name="contour_14560"/>
          <p:cNvSpPr/>
          <p:nvPr/>
        </p:nvSpPr>
        <p:spPr>
          <a:xfrm>
            <a:off x="1081709" y="2193685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28" y="373"/>
                </a:lnTo>
                <a:lnTo>
                  <a:pt x="17686" y="821"/>
                </a:lnTo>
                <a:lnTo>
                  <a:pt x="19341" y="1629"/>
                </a:lnTo>
                <a:lnTo>
                  <a:pt x="21600" y="3086"/>
                </a:lnTo>
                <a:lnTo>
                  <a:pt x="21540" y="5249"/>
                </a:lnTo>
                <a:lnTo>
                  <a:pt x="21423" y="6823"/>
                </a:lnTo>
                <a:lnTo>
                  <a:pt x="21177" y="8260"/>
                </a:lnTo>
                <a:lnTo>
                  <a:pt x="20723" y="10013"/>
                </a:lnTo>
                <a:lnTo>
                  <a:pt x="19980" y="12534"/>
                </a:lnTo>
                <a:lnTo>
                  <a:pt x="19500" y="14228"/>
                </a:lnTo>
                <a:lnTo>
                  <a:pt x="19017" y="15932"/>
                </a:lnTo>
                <a:lnTo>
                  <a:pt x="18528" y="17660"/>
                </a:lnTo>
                <a:lnTo>
                  <a:pt x="17911" y="19616"/>
                </a:lnTo>
                <a:lnTo>
                  <a:pt x="17280" y="21600"/>
                </a:lnTo>
                <a:lnTo>
                  <a:pt x="16848" y="20863"/>
                </a:lnTo>
                <a:lnTo>
                  <a:pt x="15543" y="18635"/>
                </a:lnTo>
                <a:lnTo>
                  <a:pt x="13945" y="16752"/>
                </a:lnTo>
                <a:lnTo>
                  <a:pt x="12442" y="15589"/>
                </a:lnTo>
                <a:lnTo>
                  <a:pt x="10152" y="14666"/>
                </a:lnTo>
                <a:lnTo>
                  <a:pt x="6212" y="13500"/>
                </a:lnTo>
                <a:lnTo>
                  <a:pt x="5296" y="13330"/>
                </a:lnTo>
                <a:lnTo>
                  <a:pt x="3685" y="13031"/>
                </a:lnTo>
                <a:lnTo>
                  <a:pt x="0" y="12343"/>
                </a:lnTo>
                <a:lnTo>
                  <a:pt x="1460" y="10738"/>
                </a:lnTo>
                <a:lnTo>
                  <a:pt x="2938" y="9146"/>
                </a:lnTo>
                <a:lnTo>
                  <a:pt x="4432" y="7560"/>
                </a:lnTo>
                <a:lnTo>
                  <a:pt x="5940" y="5980"/>
                </a:lnTo>
                <a:lnTo>
                  <a:pt x="6774" y="5088"/>
                </a:lnTo>
                <a:lnTo>
                  <a:pt x="9279" y="2398"/>
                </a:lnTo>
                <a:lnTo>
                  <a:pt x="11107" y="1210"/>
                </a:lnTo>
                <a:lnTo>
                  <a:pt x="12960" y="0"/>
                </a:lnTo>
                <a:close/>
              </a:path>
            </a:pathLst>
          </a:custGeom>
          <a:solidFill>
            <a:srgbClr val="5B5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3" name="contour_14561"/>
          <p:cNvSpPr/>
          <p:nvPr/>
        </p:nvSpPr>
        <p:spPr>
          <a:xfrm>
            <a:off x="5192137" y="2179109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760" y="5410"/>
                </a:lnTo>
                <a:lnTo>
                  <a:pt x="18369" y="9400"/>
                </a:lnTo>
                <a:lnTo>
                  <a:pt x="17284" y="12330"/>
                </a:lnTo>
                <a:lnTo>
                  <a:pt x="16356" y="14557"/>
                </a:lnTo>
                <a:lnTo>
                  <a:pt x="15422" y="16453"/>
                </a:lnTo>
                <a:lnTo>
                  <a:pt x="14342" y="18370"/>
                </a:lnTo>
                <a:lnTo>
                  <a:pt x="12960" y="20670"/>
                </a:lnTo>
                <a:lnTo>
                  <a:pt x="9487" y="212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5960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4" name="contour_14562"/>
          <p:cNvSpPr/>
          <p:nvPr/>
        </p:nvSpPr>
        <p:spPr>
          <a:xfrm>
            <a:off x="571550" y="217910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68" y="1800"/>
                </a:lnTo>
                <a:lnTo>
                  <a:pt x="1754" y="3629"/>
                </a:lnTo>
                <a:lnTo>
                  <a:pt x="3028" y="5400"/>
                </a:lnTo>
                <a:lnTo>
                  <a:pt x="4320" y="7200"/>
                </a:lnTo>
                <a:lnTo>
                  <a:pt x="5275" y="7132"/>
                </a:lnTo>
                <a:lnTo>
                  <a:pt x="6955" y="7016"/>
                </a:lnTo>
                <a:lnTo>
                  <a:pt x="10800" y="6750"/>
                </a:lnTo>
                <a:lnTo>
                  <a:pt x="12943" y="6898"/>
                </a:lnTo>
                <a:lnTo>
                  <a:pt x="15094" y="7049"/>
                </a:lnTo>
                <a:lnTo>
                  <a:pt x="17280" y="7200"/>
                </a:lnTo>
                <a:lnTo>
                  <a:pt x="18459" y="9522"/>
                </a:lnTo>
                <a:lnTo>
                  <a:pt x="19392" y="11869"/>
                </a:lnTo>
                <a:lnTo>
                  <a:pt x="20131" y="14242"/>
                </a:lnTo>
                <a:lnTo>
                  <a:pt x="20714" y="16650"/>
                </a:lnTo>
                <a:lnTo>
                  <a:pt x="21190" y="19102"/>
                </a:lnTo>
                <a:lnTo>
                  <a:pt x="21600" y="21600"/>
                </a:lnTo>
                <a:lnTo>
                  <a:pt x="16606" y="21186"/>
                </a:lnTo>
                <a:lnTo>
                  <a:pt x="13094" y="20833"/>
                </a:lnTo>
                <a:lnTo>
                  <a:pt x="10593" y="20437"/>
                </a:lnTo>
                <a:lnTo>
                  <a:pt x="8614" y="19901"/>
                </a:lnTo>
                <a:lnTo>
                  <a:pt x="6683" y="19120"/>
                </a:lnTo>
                <a:lnTo>
                  <a:pt x="4320" y="18000"/>
                </a:lnTo>
                <a:lnTo>
                  <a:pt x="3318" y="15797"/>
                </a:lnTo>
                <a:lnTo>
                  <a:pt x="2493" y="13594"/>
                </a:lnTo>
                <a:lnTo>
                  <a:pt x="1819" y="11387"/>
                </a:lnTo>
                <a:lnTo>
                  <a:pt x="1274" y="9166"/>
                </a:lnTo>
                <a:lnTo>
                  <a:pt x="842" y="6923"/>
                </a:lnTo>
                <a:lnTo>
                  <a:pt x="501" y="4651"/>
                </a:lnTo>
                <a:lnTo>
                  <a:pt x="229" y="2347"/>
                </a:lnTo>
                <a:lnTo>
                  <a:pt x="0" y="0"/>
                </a:lnTo>
                <a:close/>
              </a:path>
            </a:pathLst>
          </a:custGeom>
          <a:solidFill>
            <a:srgbClr val="B69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5" name="contour_14563"/>
          <p:cNvSpPr/>
          <p:nvPr/>
        </p:nvSpPr>
        <p:spPr>
          <a:xfrm>
            <a:off x="10403051" y="2162609"/>
            <a:ext cx="36440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3"/>
                </a:lnTo>
                <a:lnTo>
                  <a:pt x="8506" y="147"/>
                </a:lnTo>
                <a:lnTo>
                  <a:pt x="11007" y="0"/>
                </a:lnTo>
                <a:lnTo>
                  <a:pt x="12986" y="147"/>
                </a:lnTo>
                <a:lnTo>
                  <a:pt x="14917" y="593"/>
                </a:lnTo>
                <a:lnTo>
                  <a:pt x="17280" y="1337"/>
                </a:lnTo>
                <a:lnTo>
                  <a:pt x="18649" y="4660"/>
                </a:lnTo>
                <a:lnTo>
                  <a:pt x="19630" y="7872"/>
                </a:lnTo>
                <a:lnTo>
                  <a:pt x="20321" y="11074"/>
                </a:lnTo>
                <a:lnTo>
                  <a:pt x="20818" y="14361"/>
                </a:lnTo>
                <a:lnTo>
                  <a:pt x="21211" y="1784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257"/>
                </a:lnTo>
                <a:lnTo>
                  <a:pt x="0" y="14908"/>
                </a:lnTo>
                <a:lnTo>
                  <a:pt x="0" y="11545"/>
                </a:lnTo>
                <a:lnTo>
                  <a:pt x="0" y="8166"/>
                </a:lnTo>
                <a:lnTo>
                  <a:pt x="0" y="4767"/>
                </a:lnTo>
                <a:lnTo>
                  <a:pt x="0" y="1337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6" name="contour_14564"/>
          <p:cNvSpPr/>
          <p:nvPr/>
        </p:nvSpPr>
        <p:spPr>
          <a:xfrm>
            <a:off x="10344747" y="216453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246" y="17512"/>
                </a:lnTo>
                <a:lnTo>
                  <a:pt x="17521" y="18301"/>
                </a:lnTo>
                <a:lnTo>
                  <a:pt x="15588" y="18884"/>
                </a:lnTo>
                <a:lnTo>
                  <a:pt x="12600" y="19575"/>
                </a:lnTo>
                <a:lnTo>
                  <a:pt x="10087" y="20185"/>
                </a:lnTo>
                <a:lnTo>
                  <a:pt x="7538" y="20801"/>
                </a:lnTo>
                <a:lnTo>
                  <a:pt x="5584" y="21200"/>
                </a:lnTo>
                <a:lnTo>
                  <a:pt x="3600" y="21600"/>
                </a:lnTo>
                <a:lnTo>
                  <a:pt x="3006" y="18036"/>
                </a:lnTo>
                <a:lnTo>
                  <a:pt x="2412" y="14467"/>
                </a:lnTo>
                <a:lnTo>
                  <a:pt x="1814" y="10881"/>
                </a:lnTo>
                <a:lnTo>
                  <a:pt x="1213" y="7279"/>
                </a:lnTo>
                <a:lnTo>
                  <a:pt x="608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462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7" name="contour_14565"/>
          <p:cNvSpPr/>
          <p:nvPr/>
        </p:nvSpPr>
        <p:spPr>
          <a:xfrm>
            <a:off x="7706494" y="2128094"/>
            <a:ext cx="3188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874" y="0"/>
                </a:moveTo>
                <a:lnTo>
                  <a:pt x="11578" y="1666"/>
                </a:lnTo>
                <a:lnTo>
                  <a:pt x="13202" y="3316"/>
                </a:lnTo>
                <a:lnTo>
                  <a:pt x="14727" y="4957"/>
                </a:lnTo>
                <a:lnTo>
                  <a:pt x="16159" y="6607"/>
                </a:lnTo>
                <a:lnTo>
                  <a:pt x="17482" y="8273"/>
                </a:lnTo>
                <a:lnTo>
                  <a:pt x="18697" y="9968"/>
                </a:lnTo>
                <a:lnTo>
                  <a:pt x="19793" y="11707"/>
                </a:lnTo>
                <a:lnTo>
                  <a:pt x="20761" y="13500"/>
                </a:lnTo>
                <a:lnTo>
                  <a:pt x="21600" y="15358"/>
                </a:lnTo>
                <a:lnTo>
                  <a:pt x="20682" y="17115"/>
                </a:lnTo>
                <a:lnTo>
                  <a:pt x="19749" y="18900"/>
                </a:lnTo>
                <a:lnTo>
                  <a:pt x="16544" y="19615"/>
                </a:lnTo>
                <a:lnTo>
                  <a:pt x="13325" y="20196"/>
                </a:lnTo>
                <a:lnTo>
                  <a:pt x="10077" y="20660"/>
                </a:lnTo>
                <a:lnTo>
                  <a:pt x="6784" y="21033"/>
                </a:lnTo>
                <a:lnTo>
                  <a:pt x="3426" y="21338"/>
                </a:lnTo>
                <a:lnTo>
                  <a:pt x="0" y="21600"/>
                </a:lnTo>
                <a:lnTo>
                  <a:pt x="825" y="19799"/>
                </a:lnTo>
                <a:lnTo>
                  <a:pt x="1644" y="18001"/>
                </a:lnTo>
                <a:lnTo>
                  <a:pt x="2469" y="16200"/>
                </a:lnTo>
                <a:lnTo>
                  <a:pt x="3293" y="14399"/>
                </a:lnTo>
                <a:lnTo>
                  <a:pt x="4113" y="12601"/>
                </a:lnTo>
                <a:lnTo>
                  <a:pt x="4937" y="10800"/>
                </a:lnTo>
                <a:lnTo>
                  <a:pt x="5762" y="8999"/>
                </a:lnTo>
                <a:lnTo>
                  <a:pt x="6581" y="7201"/>
                </a:lnTo>
                <a:lnTo>
                  <a:pt x="7406" y="5400"/>
                </a:lnTo>
                <a:lnTo>
                  <a:pt x="8230" y="3599"/>
                </a:lnTo>
                <a:lnTo>
                  <a:pt x="9050" y="1801"/>
                </a:lnTo>
                <a:lnTo>
                  <a:pt x="9874" y="0"/>
                </a:lnTo>
                <a:close/>
              </a:path>
            </a:pathLst>
          </a:custGeom>
          <a:solidFill>
            <a:srgbClr val="B1AB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8" name="contour_14566"/>
          <p:cNvSpPr/>
          <p:nvPr/>
        </p:nvSpPr>
        <p:spPr>
          <a:xfrm>
            <a:off x="4558081" y="2157245"/>
            <a:ext cx="51016" cy="30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61" y="602"/>
                </a:lnTo>
                <a:lnTo>
                  <a:pt x="4119" y="1240"/>
                </a:lnTo>
                <a:lnTo>
                  <a:pt x="6171" y="1914"/>
                </a:lnTo>
                <a:lnTo>
                  <a:pt x="7893" y="2450"/>
                </a:lnTo>
                <a:lnTo>
                  <a:pt x="9643" y="2991"/>
                </a:lnTo>
                <a:lnTo>
                  <a:pt x="10982" y="4037"/>
                </a:lnTo>
                <a:lnTo>
                  <a:pt x="12343" y="5104"/>
                </a:lnTo>
                <a:lnTo>
                  <a:pt x="12343" y="8478"/>
                </a:lnTo>
                <a:lnTo>
                  <a:pt x="12343" y="11872"/>
                </a:lnTo>
                <a:lnTo>
                  <a:pt x="12343" y="15312"/>
                </a:lnTo>
                <a:lnTo>
                  <a:pt x="14176" y="14301"/>
                </a:lnTo>
                <a:lnTo>
                  <a:pt x="16015" y="13286"/>
                </a:lnTo>
                <a:lnTo>
                  <a:pt x="17860" y="12270"/>
                </a:lnTo>
                <a:lnTo>
                  <a:pt x="19721" y="11244"/>
                </a:lnTo>
                <a:lnTo>
                  <a:pt x="21600" y="10208"/>
                </a:lnTo>
                <a:lnTo>
                  <a:pt x="21600" y="13582"/>
                </a:lnTo>
                <a:lnTo>
                  <a:pt x="21600" y="16976"/>
                </a:lnTo>
                <a:lnTo>
                  <a:pt x="21600" y="20416"/>
                </a:lnTo>
                <a:lnTo>
                  <a:pt x="19511" y="20783"/>
                </a:lnTo>
                <a:lnTo>
                  <a:pt x="17444" y="21105"/>
                </a:lnTo>
                <a:lnTo>
                  <a:pt x="15388" y="21360"/>
                </a:lnTo>
                <a:lnTo>
                  <a:pt x="13346" y="21534"/>
                </a:lnTo>
                <a:lnTo>
                  <a:pt x="11306" y="21600"/>
                </a:lnTo>
                <a:lnTo>
                  <a:pt x="9266" y="21544"/>
                </a:lnTo>
                <a:lnTo>
                  <a:pt x="7221" y="21340"/>
                </a:lnTo>
                <a:lnTo>
                  <a:pt x="5162" y="20972"/>
                </a:lnTo>
                <a:lnTo>
                  <a:pt x="3086" y="20416"/>
                </a:lnTo>
                <a:lnTo>
                  <a:pt x="1910" y="17195"/>
                </a:lnTo>
                <a:lnTo>
                  <a:pt x="1080" y="13975"/>
                </a:lnTo>
                <a:lnTo>
                  <a:pt x="534" y="10698"/>
                </a:lnTo>
                <a:lnTo>
                  <a:pt x="213" y="7314"/>
                </a:lnTo>
                <a:lnTo>
                  <a:pt x="52" y="3767"/>
                </a:lnTo>
                <a:lnTo>
                  <a:pt x="0" y="0"/>
                </a:lnTo>
                <a:close/>
              </a:path>
            </a:pathLst>
          </a:custGeom>
          <a:solidFill>
            <a:srgbClr val="C1D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69" name="contour_14567"/>
          <p:cNvSpPr/>
          <p:nvPr/>
        </p:nvSpPr>
        <p:spPr>
          <a:xfrm>
            <a:off x="4587233" y="2162522"/>
            <a:ext cx="65592" cy="23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20"/>
                </a:moveTo>
                <a:lnTo>
                  <a:pt x="1577" y="1563"/>
                </a:lnTo>
                <a:lnTo>
                  <a:pt x="3151" y="1332"/>
                </a:lnTo>
                <a:lnTo>
                  <a:pt x="4726" y="1121"/>
                </a:lnTo>
                <a:lnTo>
                  <a:pt x="6300" y="923"/>
                </a:lnTo>
                <a:lnTo>
                  <a:pt x="7874" y="745"/>
                </a:lnTo>
                <a:lnTo>
                  <a:pt x="9451" y="580"/>
                </a:lnTo>
                <a:lnTo>
                  <a:pt x="10798" y="330"/>
                </a:lnTo>
                <a:lnTo>
                  <a:pt x="12163" y="79"/>
                </a:lnTo>
                <a:lnTo>
                  <a:pt x="13469" y="0"/>
                </a:lnTo>
                <a:lnTo>
                  <a:pt x="14486" y="53"/>
                </a:lnTo>
                <a:lnTo>
                  <a:pt x="15557" y="316"/>
                </a:lnTo>
                <a:lnTo>
                  <a:pt x="17016" y="877"/>
                </a:lnTo>
                <a:lnTo>
                  <a:pt x="19200" y="1820"/>
                </a:lnTo>
                <a:lnTo>
                  <a:pt x="20088" y="6765"/>
                </a:lnTo>
                <a:lnTo>
                  <a:pt x="20657" y="10266"/>
                </a:lnTo>
                <a:lnTo>
                  <a:pt x="21022" y="13273"/>
                </a:lnTo>
                <a:lnTo>
                  <a:pt x="21298" y="16734"/>
                </a:lnTo>
                <a:lnTo>
                  <a:pt x="21600" y="21600"/>
                </a:lnTo>
                <a:lnTo>
                  <a:pt x="20174" y="21600"/>
                </a:lnTo>
                <a:lnTo>
                  <a:pt x="18744" y="21600"/>
                </a:lnTo>
                <a:lnTo>
                  <a:pt x="17309" y="21600"/>
                </a:lnTo>
                <a:lnTo>
                  <a:pt x="15862" y="21600"/>
                </a:lnTo>
                <a:lnTo>
                  <a:pt x="14400" y="21600"/>
                </a:lnTo>
                <a:lnTo>
                  <a:pt x="14400" y="17242"/>
                </a:lnTo>
                <a:lnTo>
                  <a:pt x="14400" y="12857"/>
                </a:lnTo>
                <a:lnTo>
                  <a:pt x="14400" y="8413"/>
                </a:lnTo>
                <a:lnTo>
                  <a:pt x="12816" y="9138"/>
                </a:lnTo>
                <a:lnTo>
                  <a:pt x="11230" y="9864"/>
                </a:lnTo>
                <a:lnTo>
                  <a:pt x="9643" y="10589"/>
                </a:lnTo>
                <a:lnTo>
                  <a:pt x="8052" y="11321"/>
                </a:lnTo>
                <a:lnTo>
                  <a:pt x="6456" y="12053"/>
                </a:lnTo>
                <a:lnTo>
                  <a:pt x="4853" y="12785"/>
                </a:lnTo>
                <a:lnTo>
                  <a:pt x="3245" y="13523"/>
                </a:lnTo>
                <a:lnTo>
                  <a:pt x="1627" y="14262"/>
                </a:lnTo>
                <a:lnTo>
                  <a:pt x="0" y="15007"/>
                </a:lnTo>
                <a:lnTo>
                  <a:pt x="0" y="10648"/>
                </a:lnTo>
                <a:lnTo>
                  <a:pt x="0" y="6264"/>
                </a:lnTo>
                <a:lnTo>
                  <a:pt x="0" y="1820"/>
                </a:lnTo>
                <a:close/>
              </a:path>
            </a:pathLst>
          </a:custGeom>
          <a:solidFill>
            <a:srgbClr val="A4CC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0" name="contour_14568"/>
          <p:cNvSpPr/>
          <p:nvPr/>
        </p:nvSpPr>
        <p:spPr>
          <a:xfrm>
            <a:off x="7465990" y="214995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544" y="20581"/>
                </a:lnTo>
                <a:lnTo>
                  <a:pt x="15487" y="19562"/>
                </a:lnTo>
                <a:lnTo>
                  <a:pt x="12420" y="18540"/>
                </a:lnTo>
                <a:lnTo>
                  <a:pt x="9342" y="17514"/>
                </a:lnTo>
                <a:lnTo>
                  <a:pt x="6248" y="16481"/>
                </a:lnTo>
                <a:lnTo>
                  <a:pt x="3137" y="15444"/>
                </a:lnTo>
                <a:lnTo>
                  <a:pt x="0" y="14400"/>
                </a:lnTo>
                <a:lnTo>
                  <a:pt x="1706" y="10112"/>
                </a:lnTo>
                <a:lnTo>
                  <a:pt x="3046" y="7146"/>
                </a:lnTo>
                <a:lnTo>
                  <a:pt x="4325" y="5130"/>
                </a:lnTo>
                <a:lnTo>
                  <a:pt x="5848" y="3704"/>
                </a:lnTo>
                <a:lnTo>
                  <a:pt x="7906" y="2491"/>
                </a:lnTo>
                <a:lnTo>
                  <a:pt x="10800" y="1123"/>
                </a:lnTo>
                <a:lnTo>
                  <a:pt x="14801" y="331"/>
                </a:lnTo>
                <a:lnTo>
                  <a:pt x="17599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E3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1" name="contour_14569"/>
          <p:cNvSpPr/>
          <p:nvPr/>
        </p:nvSpPr>
        <p:spPr>
          <a:xfrm>
            <a:off x="5045393" y="2134981"/>
            <a:ext cx="44712" cy="368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35"/>
                </a:moveTo>
                <a:lnTo>
                  <a:pt x="21255" y="3158"/>
                </a:lnTo>
                <a:lnTo>
                  <a:pt x="20899" y="5286"/>
                </a:lnTo>
                <a:lnTo>
                  <a:pt x="20364" y="7234"/>
                </a:lnTo>
                <a:lnTo>
                  <a:pt x="19480" y="9619"/>
                </a:lnTo>
                <a:lnTo>
                  <a:pt x="18079" y="13054"/>
                </a:lnTo>
                <a:lnTo>
                  <a:pt x="15956" y="14400"/>
                </a:lnTo>
                <a:lnTo>
                  <a:pt x="13812" y="15639"/>
                </a:lnTo>
                <a:lnTo>
                  <a:pt x="11647" y="16789"/>
                </a:lnTo>
                <a:lnTo>
                  <a:pt x="9457" y="17857"/>
                </a:lnTo>
                <a:lnTo>
                  <a:pt x="7249" y="18857"/>
                </a:lnTo>
                <a:lnTo>
                  <a:pt x="5014" y="19810"/>
                </a:lnTo>
                <a:lnTo>
                  <a:pt x="2757" y="20715"/>
                </a:lnTo>
                <a:lnTo>
                  <a:pt x="475" y="21600"/>
                </a:lnTo>
                <a:lnTo>
                  <a:pt x="158" y="18677"/>
                </a:lnTo>
                <a:lnTo>
                  <a:pt x="0" y="16549"/>
                </a:lnTo>
                <a:lnTo>
                  <a:pt x="0" y="14601"/>
                </a:lnTo>
                <a:lnTo>
                  <a:pt x="158" y="12216"/>
                </a:lnTo>
                <a:lnTo>
                  <a:pt x="475" y="8781"/>
                </a:lnTo>
                <a:lnTo>
                  <a:pt x="2715" y="6461"/>
                </a:lnTo>
                <a:lnTo>
                  <a:pt x="4862" y="4525"/>
                </a:lnTo>
                <a:lnTo>
                  <a:pt x="6971" y="2965"/>
                </a:lnTo>
                <a:lnTo>
                  <a:pt x="9091" y="1752"/>
                </a:lnTo>
                <a:lnTo>
                  <a:pt x="11274" y="867"/>
                </a:lnTo>
                <a:lnTo>
                  <a:pt x="13566" y="295"/>
                </a:lnTo>
                <a:lnTo>
                  <a:pt x="16016" y="13"/>
                </a:lnTo>
                <a:lnTo>
                  <a:pt x="18678" y="0"/>
                </a:lnTo>
                <a:lnTo>
                  <a:pt x="21600" y="235"/>
                </a:lnTo>
                <a:close/>
              </a:path>
            </a:pathLst>
          </a:custGeom>
          <a:solidFill>
            <a:srgbClr val="95D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2" name="contour_14570"/>
          <p:cNvSpPr/>
          <p:nvPr/>
        </p:nvSpPr>
        <p:spPr>
          <a:xfrm>
            <a:off x="4062498" y="21208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89" y="1156"/>
                </a:lnTo>
                <a:lnTo>
                  <a:pt x="8653" y="2327"/>
                </a:lnTo>
                <a:lnTo>
                  <a:pt x="10809" y="3521"/>
                </a:lnTo>
                <a:lnTo>
                  <a:pt x="12960" y="4725"/>
                </a:lnTo>
                <a:lnTo>
                  <a:pt x="15371" y="6043"/>
                </a:lnTo>
                <a:lnTo>
                  <a:pt x="17820" y="7382"/>
                </a:lnTo>
                <a:lnTo>
                  <a:pt x="19695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888B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3" name="contour_14571"/>
          <p:cNvSpPr/>
          <p:nvPr/>
        </p:nvSpPr>
        <p:spPr>
          <a:xfrm>
            <a:off x="4259274" y="2128647"/>
            <a:ext cx="45040" cy="285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05" y="2571"/>
                </a:moveTo>
                <a:lnTo>
                  <a:pt x="18814" y="3193"/>
                </a:lnTo>
                <a:lnTo>
                  <a:pt x="20971" y="5086"/>
                </a:lnTo>
                <a:lnTo>
                  <a:pt x="21390" y="9347"/>
                </a:lnTo>
                <a:lnTo>
                  <a:pt x="21600" y="12336"/>
                </a:lnTo>
                <a:lnTo>
                  <a:pt x="21600" y="14846"/>
                </a:lnTo>
                <a:lnTo>
                  <a:pt x="21390" y="17670"/>
                </a:lnTo>
                <a:lnTo>
                  <a:pt x="20971" y="21600"/>
                </a:lnTo>
                <a:lnTo>
                  <a:pt x="16906" y="20312"/>
                </a:lnTo>
                <a:lnTo>
                  <a:pt x="13614" y="19206"/>
                </a:lnTo>
                <a:lnTo>
                  <a:pt x="10968" y="18182"/>
                </a:lnTo>
                <a:lnTo>
                  <a:pt x="8843" y="17147"/>
                </a:lnTo>
                <a:lnTo>
                  <a:pt x="7116" y="15996"/>
                </a:lnTo>
                <a:lnTo>
                  <a:pt x="5655" y="14637"/>
                </a:lnTo>
                <a:lnTo>
                  <a:pt x="4341" y="12963"/>
                </a:lnTo>
                <a:lnTo>
                  <a:pt x="3044" y="10883"/>
                </a:lnTo>
                <a:lnTo>
                  <a:pt x="1639" y="8290"/>
                </a:lnTo>
                <a:lnTo>
                  <a:pt x="0" y="5086"/>
                </a:lnTo>
                <a:lnTo>
                  <a:pt x="2240" y="2791"/>
                </a:lnTo>
                <a:lnTo>
                  <a:pt x="4421" y="1239"/>
                </a:lnTo>
                <a:lnTo>
                  <a:pt x="6578" y="336"/>
                </a:lnTo>
                <a:lnTo>
                  <a:pt x="8738" y="0"/>
                </a:lnTo>
                <a:lnTo>
                  <a:pt x="10940" y="143"/>
                </a:lnTo>
                <a:lnTo>
                  <a:pt x="13215" y="677"/>
                </a:lnTo>
                <a:lnTo>
                  <a:pt x="15592" y="1514"/>
                </a:lnTo>
                <a:lnTo>
                  <a:pt x="18105" y="2571"/>
                </a:lnTo>
                <a:close/>
              </a:path>
            </a:pathLst>
          </a:custGeom>
          <a:solidFill>
            <a:srgbClr val="486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4" name="contour_14572"/>
          <p:cNvSpPr/>
          <p:nvPr/>
        </p:nvSpPr>
        <p:spPr>
          <a:xfrm>
            <a:off x="4426898" y="2120806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462" y="15113"/>
                </a:lnTo>
                <a:lnTo>
                  <a:pt x="17320" y="15826"/>
                </a:lnTo>
                <a:lnTo>
                  <a:pt x="15179" y="16538"/>
                </a:lnTo>
                <a:lnTo>
                  <a:pt x="13034" y="17258"/>
                </a:lnTo>
                <a:lnTo>
                  <a:pt x="10880" y="17971"/>
                </a:lnTo>
                <a:lnTo>
                  <a:pt x="8723" y="18691"/>
                </a:lnTo>
                <a:lnTo>
                  <a:pt x="6557" y="19411"/>
                </a:lnTo>
                <a:lnTo>
                  <a:pt x="4382" y="20138"/>
                </a:lnTo>
                <a:lnTo>
                  <a:pt x="2197" y="208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1B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5" name="contour_14573"/>
          <p:cNvSpPr/>
          <p:nvPr/>
        </p:nvSpPr>
        <p:spPr>
          <a:xfrm>
            <a:off x="4288426" y="2114035"/>
            <a:ext cx="51016" cy="359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071"/>
                </a:moveTo>
                <a:lnTo>
                  <a:pt x="21600" y="6968"/>
                </a:lnTo>
                <a:lnTo>
                  <a:pt x="21600" y="9882"/>
                </a:lnTo>
                <a:lnTo>
                  <a:pt x="21600" y="12836"/>
                </a:lnTo>
                <a:lnTo>
                  <a:pt x="19733" y="12665"/>
                </a:lnTo>
                <a:lnTo>
                  <a:pt x="17863" y="12494"/>
                </a:lnTo>
                <a:lnTo>
                  <a:pt x="15996" y="12323"/>
                </a:lnTo>
                <a:lnTo>
                  <a:pt x="14126" y="12152"/>
                </a:lnTo>
                <a:lnTo>
                  <a:pt x="12260" y="11981"/>
                </a:lnTo>
                <a:lnTo>
                  <a:pt x="10769" y="12406"/>
                </a:lnTo>
                <a:lnTo>
                  <a:pt x="9257" y="12836"/>
                </a:lnTo>
                <a:lnTo>
                  <a:pt x="8492" y="15005"/>
                </a:lnTo>
                <a:lnTo>
                  <a:pt x="7727" y="17187"/>
                </a:lnTo>
                <a:lnTo>
                  <a:pt x="6952" y="19378"/>
                </a:lnTo>
                <a:lnTo>
                  <a:pt x="6171" y="21600"/>
                </a:lnTo>
                <a:lnTo>
                  <a:pt x="5298" y="19120"/>
                </a:lnTo>
                <a:lnTo>
                  <a:pt x="4425" y="16639"/>
                </a:lnTo>
                <a:lnTo>
                  <a:pt x="3549" y="14150"/>
                </a:lnTo>
                <a:lnTo>
                  <a:pt x="2669" y="11652"/>
                </a:lnTo>
                <a:lnTo>
                  <a:pt x="1784" y="9141"/>
                </a:lnTo>
                <a:lnTo>
                  <a:pt x="895" y="6617"/>
                </a:lnTo>
                <a:lnTo>
                  <a:pt x="0" y="4071"/>
                </a:lnTo>
                <a:lnTo>
                  <a:pt x="1830" y="3436"/>
                </a:lnTo>
                <a:lnTo>
                  <a:pt x="3660" y="2813"/>
                </a:lnTo>
                <a:lnTo>
                  <a:pt x="5493" y="2209"/>
                </a:lnTo>
                <a:lnTo>
                  <a:pt x="7329" y="1608"/>
                </a:lnTo>
                <a:lnTo>
                  <a:pt x="9374" y="920"/>
                </a:lnTo>
                <a:lnTo>
                  <a:pt x="11451" y="219"/>
                </a:lnTo>
                <a:lnTo>
                  <a:pt x="13910" y="0"/>
                </a:lnTo>
                <a:lnTo>
                  <a:pt x="15953" y="162"/>
                </a:lnTo>
                <a:lnTo>
                  <a:pt x="17783" y="815"/>
                </a:lnTo>
                <a:lnTo>
                  <a:pt x="19597" y="2077"/>
                </a:lnTo>
                <a:lnTo>
                  <a:pt x="21600" y="4071"/>
                </a:lnTo>
                <a:close/>
              </a:path>
            </a:pathLst>
          </a:custGeom>
          <a:solidFill>
            <a:srgbClr val="587B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6" name="contour_14574"/>
          <p:cNvSpPr/>
          <p:nvPr/>
        </p:nvSpPr>
        <p:spPr>
          <a:xfrm>
            <a:off x="1934404" y="2104590"/>
            <a:ext cx="3808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4" y="1150"/>
                </a:moveTo>
                <a:lnTo>
                  <a:pt x="7003" y="368"/>
                </a:lnTo>
                <a:lnTo>
                  <a:pt x="9686" y="15"/>
                </a:lnTo>
                <a:lnTo>
                  <a:pt x="12286" y="0"/>
                </a:lnTo>
                <a:lnTo>
                  <a:pt x="14911" y="245"/>
                </a:lnTo>
                <a:lnTo>
                  <a:pt x="17673" y="660"/>
                </a:lnTo>
                <a:lnTo>
                  <a:pt x="20670" y="1150"/>
                </a:lnTo>
                <a:lnTo>
                  <a:pt x="21290" y="4801"/>
                </a:lnTo>
                <a:lnTo>
                  <a:pt x="21600" y="7423"/>
                </a:lnTo>
                <a:lnTo>
                  <a:pt x="21600" y="9755"/>
                </a:lnTo>
                <a:lnTo>
                  <a:pt x="21290" y="12531"/>
                </a:lnTo>
                <a:lnTo>
                  <a:pt x="20670" y="16488"/>
                </a:lnTo>
                <a:lnTo>
                  <a:pt x="18144" y="17577"/>
                </a:lnTo>
                <a:lnTo>
                  <a:pt x="15606" y="18487"/>
                </a:lnTo>
                <a:lnTo>
                  <a:pt x="13055" y="19248"/>
                </a:lnTo>
                <a:lnTo>
                  <a:pt x="10488" y="19882"/>
                </a:lnTo>
                <a:lnTo>
                  <a:pt x="7900" y="20414"/>
                </a:lnTo>
                <a:lnTo>
                  <a:pt x="5291" y="20859"/>
                </a:lnTo>
                <a:lnTo>
                  <a:pt x="2658" y="21247"/>
                </a:lnTo>
                <a:lnTo>
                  <a:pt x="0" y="21600"/>
                </a:lnTo>
                <a:lnTo>
                  <a:pt x="289" y="17980"/>
                </a:lnTo>
                <a:lnTo>
                  <a:pt x="666" y="14478"/>
                </a:lnTo>
                <a:lnTo>
                  <a:pt x="1178" y="11063"/>
                </a:lnTo>
                <a:lnTo>
                  <a:pt x="1889" y="7720"/>
                </a:lnTo>
                <a:lnTo>
                  <a:pt x="2857" y="4427"/>
                </a:lnTo>
                <a:lnTo>
                  <a:pt x="4134" y="1150"/>
                </a:lnTo>
                <a:close/>
              </a:path>
            </a:pathLst>
          </a:custGeom>
          <a:solidFill>
            <a:srgbClr val="0E0E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7" name="contour_14575"/>
          <p:cNvSpPr/>
          <p:nvPr/>
        </p:nvSpPr>
        <p:spPr>
          <a:xfrm>
            <a:off x="5476368" y="210623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2566"/>
                </a:lnTo>
                <a:lnTo>
                  <a:pt x="12960" y="5141"/>
                </a:lnTo>
                <a:lnTo>
                  <a:pt x="12960" y="7724"/>
                </a:lnTo>
                <a:lnTo>
                  <a:pt x="12960" y="10329"/>
                </a:lnTo>
                <a:lnTo>
                  <a:pt x="12960" y="12960"/>
                </a:lnTo>
                <a:lnTo>
                  <a:pt x="15816" y="12960"/>
                </a:lnTo>
                <a:lnTo>
                  <a:pt x="18688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926" y="21064"/>
                </a:lnTo>
                <a:lnTo>
                  <a:pt x="16252" y="20529"/>
                </a:lnTo>
                <a:lnTo>
                  <a:pt x="13569" y="19993"/>
                </a:lnTo>
                <a:lnTo>
                  <a:pt x="10882" y="19457"/>
                </a:lnTo>
                <a:lnTo>
                  <a:pt x="8182" y="18917"/>
                </a:lnTo>
                <a:lnTo>
                  <a:pt x="5469" y="18373"/>
                </a:lnTo>
                <a:lnTo>
                  <a:pt x="2743" y="17829"/>
                </a:lnTo>
                <a:lnTo>
                  <a:pt x="0" y="17280"/>
                </a:lnTo>
                <a:lnTo>
                  <a:pt x="1076" y="11573"/>
                </a:lnTo>
                <a:lnTo>
                  <a:pt x="1849" y="7642"/>
                </a:lnTo>
                <a:lnTo>
                  <a:pt x="2436" y="4994"/>
                </a:lnTo>
                <a:lnTo>
                  <a:pt x="2968" y="3158"/>
                </a:lnTo>
                <a:lnTo>
                  <a:pt x="3555" y="1655"/>
                </a:lnTo>
                <a:lnTo>
                  <a:pt x="4320" y="0"/>
                </a:lnTo>
                <a:close/>
              </a:path>
            </a:pathLst>
          </a:custGeom>
          <a:solidFill>
            <a:srgbClr val="A7A9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8" name="contour_14576"/>
          <p:cNvSpPr/>
          <p:nvPr/>
        </p:nvSpPr>
        <p:spPr>
          <a:xfrm>
            <a:off x="5447216" y="209165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785"/>
                </a:lnTo>
                <a:lnTo>
                  <a:pt x="12512" y="1364"/>
                </a:lnTo>
                <a:lnTo>
                  <a:pt x="14974" y="1912"/>
                </a:lnTo>
                <a:lnTo>
                  <a:pt x="17744" y="2599"/>
                </a:lnTo>
                <a:lnTo>
                  <a:pt x="21600" y="3600"/>
                </a:lnTo>
                <a:lnTo>
                  <a:pt x="21130" y="5854"/>
                </a:lnTo>
                <a:lnTo>
                  <a:pt x="20628" y="8104"/>
                </a:lnTo>
                <a:lnTo>
                  <a:pt x="20110" y="10354"/>
                </a:lnTo>
                <a:lnTo>
                  <a:pt x="19575" y="12600"/>
                </a:lnTo>
                <a:lnTo>
                  <a:pt x="19008" y="15113"/>
                </a:lnTo>
                <a:lnTo>
                  <a:pt x="18436" y="17662"/>
                </a:lnTo>
                <a:lnTo>
                  <a:pt x="17323" y="19616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80" y="19318"/>
                </a:lnTo>
                <a:lnTo>
                  <a:pt x="3116" y="17644"/>
                </a:lnTo>
                <a:lnTo>
                  <a:pt x="2468" y="15754"/>
                </a:lnTo>
                <a:lnTo>
                  <a:pt x="1685" y="12823"/>
                </a:lnTo>
                <a:lnTo>
                  <a:pt x="988" y="10375"/>
                </a:lnTo>
                <a:lnTo>
                  <a:pt x="275" y="7888"/>
                </a:lnTo>
                <a:lnTo>
                  <a:pt x="135" y="5760"/>
                </a:lnTo>
                <a:lnTo>
                  <a:pt x="0" y="3600"/>
                </a:lnTo>
                <a:lnTo>
                  <a:pt x="2678" y="1814"/>
                </a:lnTo>
                <a:lnTo>
                  <a:pt x="5400" y="0"/>
                </a:lnTo>
                <a:close/>
              </a:path>
            </a:pathLst>
          </a:custGeom>
          <a:solidFill>
            <a:srgbClr val="2D2F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79" name="contour_14577"/>
          <p:cNvSpPr/>
          <p:nvPr/>
        </p:nvSpPr>
        <p:spPr>
          <a:xfrm>
            <a:off x="1606445" y="2084366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74" y="1518"/>
                </a:lnTo>
                <a:lnTo>
                  <a:pt x="14771" y="3080"/>
                </a:lnTo>
                <a:lnTo>
                  <a:pt x="16229" y="4696"/>
                </a:lnTo>
                <a:lnTo>
                  <a:pt x="17399" y="6378"/>
                </a:lnTo>
                <a:lnTo>
                  <a:pt x="18331" y="8137"/>
                </a:lnTo>
                <a:lnTo>
                  <a:pt x="19073" y="9985"/>
                </a:lnTo>
                <a:lnTo>
                  <a:pt x="19670" y="11926"/>
                </a:lnTo>
                <a:lnTo>
                  <a:pt x="20167" y="13978"/>
                </a:lnTo>
                <a:lnTo>
                  <a:pt x="20617" y="16148"/>
                </a:lnTo>
                <a:lnTo>
                  <a:pt x="21067" y="18443"/>
                </a:lnTo>
                <a:lnTo>
                  <a:pt x="21197" y="19227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2488" y="19918"/>
                </a:lnTo>
                <a:lnTo>
                  <a:pt x="11138" y="18675"/>
                </a:lnTo>
                <a:lnTo>
                  <a:pt x="9976" y="17502"/>
                </a:lnTo>
                <a:lnTo>
                  <a:pt x="8633" y="16030"/>
                </a:lnTo>
                <a:lnTo>
                  <a:pt x="6750" y="13886"/>
                </a:lnTo>
                <a:lnTo>
                  <a:pt x="5479" y="12451"/>
                </a:lnTo>
                <a:lnTo>
                  <a:pt x="4198" y="11010"/>
                </a:lnTo>
                <a:lnTo>
                  <a:pt x="2898" y="9547"/>
                </a:lnTo>
                <a:lnTo>
                  <a:pt x="1458" y="7872"/>
                </a:lnTo>
                <a:lnTo>
                  <a:pt x="0" y="6171"/>
                </a:lnTo>
                <a:lnTo>
                  <a:pt x="2138" y="6171"/>
                </a:lnTo>
                <a:lnTo>
                  <a:pt x="4284" y="6171"/>
                </a:lnTo>
                <a:lnTo>
                  <a:pt x="6437" y="6171"/>
                </a:lnTo>
                <a:lnTo>
                  <a:pt x="8608" y="6171"/>
                </a:lnTo>
                <a:lnTo>
                  <a:pt x="10800" y="6171"/>
                </a:lnTo>
                <a:lnTo>
                  <a:pt x="10800" y="4132"/>
                </a:lnTo>
                <a:lnTo>
                  <a:pt x="10800" y="2080"/>
                </a:lnTo>
                <a:lnTo>
                  <a:pt x="10800" y="0"/>
                </a:lnTo>
                <a:close/>
              </a:path>
            </a:pathLst>
          </a:custGeom>
          <a:solidFill>
            <a:srgbClr val="3C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0" name="contour_14578"/>
          <p:cNvSpPr/>
          <p:nvPr/>
        </p:nvSpPr>
        <p:spPr>
          <a:xfrm>
            <a:off x="10060515" y="2090466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1600" y="4270"/>
                </a:lnTo>
                <a:lnTo>
                  <a:pt x="21600" y="7700"/>
                </a:lnTo>
                <a:lnTo>
                  <a:pt x="21600" y="11145"/>
                </a:lnTo>
                <a:lnTo>
                  <a:pt x="21600" y="14606"/>
                </a:lnTo>
                <a:lnTo>
                  <a:pt x="21600" y="18087"/>
                </a:lnTo>
                <a:lnTo>
                  <a:pt x="21600" y="21600"/>
                </a:lnTo>
                <a:lnTo>
                  <a:pt x="18926" y="20957"/>
                </a:lnTo>
                <a:lnTo>
                  <a:pt x="16252" y="20313"/>
                </a:lnTo>
                <a:lnTo>
                  <a:pt x="13569" y="19670"/>
                </a:lnTo>
                <a:lnTo>
                  <a:pt x="10882" y="19026"/>
                </a:lnTo>
                <a:lnTo>
                  <a:pt x="8182" y="18378"/>
                </a:lnTo>
                <a:lnTo>
                  <a:pt x="5469" y="17724"/>
                </a:lnTo>
                <a:lnTo>
                  <a:pt x="2743" y="17070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E3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1" name="contour_14579"/>
          <p:cNvSpPr/>
          <p:nvPr/>
        </p:nvSpPr>
        <p:spPr>
          <a:xfrm>
            <a:off x="5520096" y="2084366"/>
            <a:ext cx="43728" cy="29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68"/>
                </a:lnTo>
                <a:lnTo>
                  <a:pt x="2084" y="520"/>
                </a:lnTo>
                <a:lnTo>
                  <a:pt x="3175" y="787"/>
                </a:lnTo>
                <a:lnTo>
                  <a:pt x="4536" y="1125"/>
                </a:lnTo>
                <a:lnTo>
                  <a:pt x="6343" y="1575"/>
                </a:lnTo>
                <a:lnTo>
                  <a:pt x="8777" y="2175"/>
                </a:lnTo>
                <a:lnTo>
                  <a:pt x="12010" y="2979"/>
                </a:lnTo>
                <a:lnTo>
                  <a:pt x="16225" y="4023"/>
                </a:lnTo>
                <a:lnTo>
                  <a:pt x="21600" y="5357"/>
                </a:lnTo>
                <a:lnTo>
                  <a:pt x="20441" y="8920"/>
                </a:lnTo>
                <a:lnTo>
                  <a:pt x="19534" y="11529"/>
                </a:lnTo>
                <a:lnTo>
                  <a:pt x="18677" y="13639"/>
                </a:lnTo>
                <a:lnTo>
                  <a:pt x="17665" y="15696"/>
                </a:lnTo>
                <a:lnTo>
                  <a:pt x="16308" y="18145"/>
                </a:lnTo>
                <a:lnTo>
                  <a:pt x="14400" y="21429"/>
                </a:lnTo>
                <a:lnTo>
                  <a:pt x="11758" y="21600"/>
                </a:lnTo>
                <a:lnTo>
                  <a:pt x="9230" y="21423"/>
                </a:lnTo>
                <a:lnTo>
                  <a:pt x="6800" y="20850"/>
                </a:lnTo>
                <a:lnTo>
                  <a:pt x="4460" y="19805"/>
                </a:lnTo>
                <a:lnTo>
                  <a:pt x="2196" y="18230"/>
                </a:lnTo>
                <a:lnTo>
                  <a:pt x="0" y="16071"/>
                </a:lnTo>
                <a:lnTo>
                  <a:pt x="0" y="12889"/>
                </a:lnTo>
                <a:lnTo>
                  <a:pt x="0" y="9696"/>
                </a:lnTo>
                <a:lnTo>
                  <a:pt x="0" y="6493"/>
                </a:lnTo>
                <a:lnTo>
                  <a:pt x="0" y="3262"/>
                </a:lnTo>
                <a:lnTo>
                  <a:pt x="0" y="0"/>
                </a:lnTo>
                <a:close/>
              </a:path>
            </a:pathLst>
          </a:custGeom>
          <a:solidFill>
            <a:srgbClr val="6C6E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2" name="contour_14580"/>
          <p:cNvSpPr/>
          <p:nvPr/>
        </p:nvSpPr>
        <p:spPr>
          <a:xfrm>
            <a:off x="2189484" y="208436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2343" y="2856"/>
                </a:lnTo>
                <a:lnTo>
                  <a:pt x="12343" y="5728"/>
                </a:lnTo>
                <a:lnTo>
                  <a:pt x="12343" y="8640"/>
                </a:lnTo>
                <a:lnTo>
                  <a:pt x="13870" y="9763"/>
                </a:lnTo>
                <a:lnTo>
                  <a:pt x="15410" y="10856"/>
                </a:lnTo>
                <a:lnTo>
                  <a:pt x="16959" y="11919"/>
                </a:lnTo>
                <a:lnTo>
                  <a:pt x="18514" y="12960"/>
                </a:lnTo>
                <a:lnTo>
                  <a:pt x="19647" y="15677"/>
                </a:lnTo>
                <a:lnTo>
                  <a:pt x="20347" y="17479"/>
                </a:lnTo>
                <a:lnTo>
                  <a:pt x="20900" y="19185"/>
                </a:lnTo>
                <a:lnTo>
                  <a:pt x="21600" y="21600"/>
                </a:lnTo>
                <a:lnTo>
                  <a:pt x="18033" y="20900"/>
                </a:lnTo>
                <a:lnTo>
                  <a:pt x="15296" y="20295"/>
                </a:lnTo>
                <a:lnTo>
                  <a:pt x="13213" y="19691"/>
                </a:lnTo>
                <a:lnTo>
                  <a:pt x="11608" y="18982"/>
                </a:lnTo>
                <a:lnTo>
                  <a:pt x="10300" y="18071"/>
                </a:lnTo>
                <a:lnTo>
                  <a:pt x="9112" y="16861"/>
                </a:lnTo>
                <a:lnTo>
                  <a:pt x="7862" y="15254"/>
                </a:lnTo>
                <a:lnTo>
                  <a:pt x="6375" y="13146"/>
                </a:lnTo>
                <a:lnTo>
                  <a:pt x="5255" y="10999"/>
                </a:lnTo>
                <a:lnTo>
                  <a:pt x="4160" y="8839"/>
                </a:lnTo>
                <a:lnTo>
                  <a:pt x="3086" y="6666"/>
                </a:lnTo>
                <a:lnTo>
                  <a:pt x="2037" y="4471"/>
                </a:lnTo>
                <a:lnTo>
                  <a:pt x="1006" y="2251"/>
                </a:lnTo>
                <a:lnTo>
                  <a:pt x="0" y="0"/>
                </a:lnTo>
                <a:close/>
              </a:path>
            </a:pathLst>
          </a:custGeom>
          <a:solidFill>
            <a:srgbClr val="55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3" name="contour_14581"/>
          <p:cNvSpPr/>
          <p:nvPr/>
        </p:nvSpPr>
        <p:spPr>
          <a:xfrm>
            <a:off x="4193682" y="2062502"/>
            <a:ext cx="36440" cy="432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04" y="466"/>
                </a:lnTo>
                <a:lnTo>
                  <a:pt x="9621" y="888"/>
                </a:lnTo>
                <a:lnTo>
                  <a:pt x="11591" y="1440"/>
                </a:lnTo>
                <a:lnTo>
                  <a:pt x="13936" y="2299"/>
                </a:lnTo>
                <a:lnTo>
                  <a:pt x="17280" y="3638"/>
                </a:lnTo>
                <a:lnTo>
                  <a:pt x="18649" y="5991"/>
                </a:lnTo>
                <a:lnTo>
                  <a:pt x="19742" y="8323"/>
                </a:lnTo>
                <a:lnTo>
                  <a:pt x="20580" y="10673"/>
                </a:lnTo>
                <a:lnTo>
                  <a:pt x="21159" y="13077"/>
                </a:lnTo>
                <a:lnTo>
                  <a:pt x="21496" y="15569"/>
                </a:lnTo>
                <a:lnTo>
                  <a:pt x="21600" y="18188"/>
                </a:lnTo>
                <a:lnTo>
                  <a:pt x="19993" y="19879"/>
                </a:lnTo>
                <a:lnTo>
                  <a:pt x="18360" y="21600"/>
                </a:lnTo>
                <a:lnTo>
                  <a:pt x="14973" y="21600"/>
                </a:lnTo>
                <a:lnTo>
                  <a:pt x="12446" y="21225"/>
                </a:lnTo>
                <a:lnTo>
                  <a:pt x="10342" y="20421"/>
                </a:lnTo>
                <a:lnTo>
                  <a:pt x="8225" y="19126"/>
                </a:lnTo>
                <a:lnTo>
                  <a:pt x="5668" y="17279"/>
                </a:lnTo>
                <a:lnTo>
                  <a:pt x="3681" y="15445"/>
                </a:lnTo>
                <a:lnTo>
                  <a:pt x="2428" y="14168"/>
                </a:lnTo>
                <a:lnTo>
                  <a:pt x="1378" y="12859"/>
                </a:lnTo>
                <a:lnTo>
                  <a:pt x="0" y="10913"/>
                </a:lnTo>
                <a:lnTo>
                  <a:pt x="683" y="7879"/>
                </a:lnTo>
                <a:lnTo>
                  <a:pt x="1248" y="5795"/>
                </a:lnTo>
                <a:lnTo>
                  <a:pt x="1905" y="4136"/>
                </a:lnTo>
                <a:lnTo>
                  <a:pt x="2860" y="2379"/>
                </a:lnTo>
                <a:lnTo>
                  <a:pt x="4320" y="0"/>
                </a:lnTo>
                <a:close/>
              </a:path>
            </a:pathLst>
          </a:custGeom>
          <a:solidFill>
            <a:srgbClr val="6776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4" name="contour_14582"/>
          <p:cNvSpPr/>
          <p:nvPr/>
        </p:nvSpPr>
        <p:spPr>
          <a:xfrm>
            <a:off x="1285773" y="2060097"/>
            <a:ext cx="43728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028" y="596"/>
                </a:lnTo>
                <a:lnTo>
                  <a:pt x="6872" y="150"/>
                </a:lnTo>
                <a:lnTo>
                  <a:pt x="8935" y="0"/>
                </a:lnTo>
                <a:lnTo>
                  <a:pt x="10609" y="150"/>
                </a:lnTo>
                <a:lnTo>
                  <a:pt x="12298" y="596"/>
                </a:lnTo>
                <a:lnTo>
                  <a:pt x="14400" y="1337"/>
                </a:lnTo>
                <a:lnTo>
                  <a:pt x="15671" y="3732"/>
                </a:lnTo>
                <a:lnTo>
                  <a:pt x="16801" y="6164"/>
                </a:lnTo>
                <a:lnTo>
                  <a:pt x="17802" y="8632"/>
                </a:lnTo>
                <a:lnTo>
                  <a:pt x="18698" y="11136"/>
                </a:lnTo>
                <a:lnTo>
                  <a:pt x="19505" y="13681"/>
                </a:lnTo>
                <a:lnTo>
                  <a:pt x="20246" y="16275"/>
                </a:lnTo>
                <a:lnTo>
                  <a:pt x="20938" y="18913"/>
                </a:lnTo>
                <a:lnTo>
                  <a:pt x="21600" y="21600"/>
                </a:lnTo>
                <a:lnTo>
                  <a:pt x="19253" y="21385"/>
                </a:lnTo>
                <a:lnTo>
                  <a:pt x="16949" y="21130"/>
                </a:lnTo>
                <a:lnTo>
                  <a:pt x="14677" y="20810"/>
                </a:lnTo>
                <a:lnTo>
                  <a:pt x="12434" y="20405"/>
                </a:lnTo>
                <a:lnTo>
                  <a:pt x="10213" y="19894"/>
                </a:lnTo>
                <a:lnTo>
                  <a:pt x="8006" y="19262"/>
                </a:lnTo>
                <a:lnTo>
                  <a:pt x="5803" y="18488"/>
                </a:lnTo>
                <a:lnTo>
                  <a:pt x="3600" y="17547"/>
                </a:lnTo>
                <a:lnTo>
                  <a:pt x="2369" y="14861"/>
                </a:lnTo>
                <a:lnTo>
                  <a:pt x="1508" y="12320"/>
                </a:lnTo>
                <a:lnTo>
                  <a:pt x="929" y="9815"/>
                </a:lnTo>
                <a:lnTo>
                  <a:pt x="544" y="7226"/>
                </a:lnTo>
                <a:lnTo>
                  <a:pt x="263" y="4442"/>
                </a:lnTo>
                <a:lnTo>
                  <a:pt x="0" y="1337"/>
                </a:lnTo>
                <a:close/>
              </a:path>
            </a:pathLst>
          </a:custGeom>
          <a:solidFill>
            <a:srgbClr val="5351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5" name="contour_14583"/>
          <p:cNvSpPr/>
          <p:nvPr/>
        </p:nvSpPr>
        <p:spPr>
          <a:xfrm>
            <a:off x="4456050" y="2076932"/>
            <a:ext cx="43728" cy="36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77" y="0"/>
                </a:moveTo>
                <a:lnTo>
                  <a:pt x="9360" y="589"/>
                </a:lnTo>
                <a:lnTo>
                  <a:pt x="11585" y="1244"/>
                </a:lnTo>
                <a:lnTo>
                  <a:pt x="13720" y="2044"/>
                </a:lnTo>
                <a:lnTo>
                  <a:pt x="15836" y="3064"/>
                </a:lnTo>
                <a:lnTo>
                  <a:pt x="18000" y="4389"/>
                </a:lnTo>
                <a:lnTo>
                  <a:pt x="19076" y="7242"/>
                </a:lnTo>
                <a:lnTo>
                  <a:pt x="19876" y="9982"/>
                </a:lnTo>
                <a:lnTo>
                  <a:pt x="20459" y="12702"/>
                </a:lnTo>
                <a:lnTo>
                  <a:pt x="20898" y="15486"/>
                </a:lnTo>
                <a:lnTo>
                  <a:pt x="21254" y="18425"/>
                </a:lnTo>
                <a:lnTo>
                  <a:pt x="21600" y="21600"/>
                </a:lnTo>
                <a:lnTo>
                  <a:pt x="18918" y="20791"/>
                </a:lnTo>
                <a:lnTo>
                  <a:pt x="17017" y="20163"/>
                </a:lnTo>
                <a:lnTo>
                  <a:pt x="15376" y="19509"/>
                </a:lnTo>
                <a:lnTo>
                  <a:pt x="13478" y="18622"/>
                </a:lnTo>
                <a:lnTo>
                  <a:pt x="10800" y="17297"/>
                </a:lnTo>
                <a:lnTo>
                  <a:pt x="10800" y="14457"/>
                </a:lnTo>
                <a:lnTo>
                  <a:pt x="10800" y="11596"/>
                </a:lnTo>
                <a:lnTo>
                  <a:pt x="10800" y="8692"/>
                </a:lnTo>
                <a:lnTo>
                  <a:pt x="8118" y="7366"/>
                </a:lnTo>
                <a:lnTo>
                  <a:pt x="6217" y="6480"/>
                </a:lnTo>
                <a:lnTo>
                  <a:pt x="4576" y="5826"/>
                </a:lnTo>
                <a:lnTo>
                  <a:pt x="2678" y="5198"/>
                </a:lnTo>
                <a:lnTo>
                  <a:pt x="0" y="4389"/>
                </a:lnTo>
                <a:lnTo>
                  <a:pt x="2131" y="1902"/>
                </a:lnTo>
                <a:lnTo>
                  <a:pt x="3571" y="615"/>
                </a:lnTo>
                <a:lnTo>
                  <a:pt x="4968" y="120"/>
                </a:lnTo>
                <a:lnTo>
                  <a:pt x="6977" y="0"/>
                </a:lnTo>
                <a:close/>
              </a:path>
            </a:pathLst>
          </a:custGeom>
          <a:solidFill>
            <a:srgbClr val="94CA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6" name="contour_14584"/>
          <p:cNvSpPr/>
          <p:nvPr/>
        </p:nvSpPr>
        <p:spPr>
          <a:xfrm>
            <a:off x="1905252" y="2055337"/>
            <a:ext cx="51016" cy="290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33"/>
                </a:moveTo>
                <a:lnTo>
                  <a:pt x="14318" y="830"/>
                </a:lnTo>
                <a:lnTo>
                  <a:pt x="15635" y="1502"/>
                </a:lnTo>
                <a:lnTo>
                  <a:pt x="16999" y="2310"/>
                </a:lnTo>
                <a:lnTo>
                  <a:pt x="18844" y="3498"/>
                </a:lnTo>
                <a:lnTo>
                  <a:pt x="21600" y="5331"/>
                </a:lnTo>
                <a:lnTo>
                  <a:pt x="20069" y="6003"/>
                </a:lnTo>
                <a:lnTo>
                  <a:pt x="18530" y="6681"/>
                </a:lnTo>
                <a:lnTo>
                  <a:pt x="16971" y="7364"/>
                </a:lnTo>
                <a:lnTo>
                  <a:pt x="15441" y="8487"/>
                </a:lnTo>
                <a:lnTo>
                  <a:pt x="13901" y="9615"/>
                </a:lnTo>
                <a:lnTo>
                  <a:pt x="12343" y="10754"/>
                </a:lnTo>
                <a:lnTo>
                  <a:pt x="12343" y="14339"/>
                </a:lnTo>
                <a:lnTo>
                  <a:pt x="12343" y="17945"/>
                </a:lnTo>
                <a:lnTo>
                  <a:pt x="12343" y="21600"/>
                </a:lnTo>
                <a:lnTo>
                  <a:pt x="10306" y="20705"/>
                </a:lnTo>
                <a:lnTo>
                  <a:pt x="8264" y="19810"/>
                </a:lnTo>
                <a:lnTo>
                  <a:pt x="6218" y="18910"/>
                </a:lnTo>
                <a:lnTo>
                  <a:pt x="4160" y="18005"/>
                </a:lnTo>
                <a:lnTo>
                  <a:pt x="2089" y="17099"/>
                </a:lnTo>
                <a:lnTo>
                  <a:pt x="0" y="16177"/>
                </a:lnTo>
                <a:lnTo>
                  <a:pt x="2465" y="10786"/>
                </a:lnTo>
                <a:lnTo>
                  <a:pt x="4379" y="6735"/>
                </a:lnTo>
                <a:lnTo>
                  <a:pt x="5894" y="3840"/>
                </a:lnTo>
                <a:lnTo>
                  <a:pt x="7156" y="1909"/>
                </a:lnTo>
                <a:lnTo>
                  <a:pt x="8310" y="748"/>
                </a:lnTo>
                <a:lnTo>
                  <a:pt x="9507" y="179"/>
                </a:lnTo>
                <a:lnTo>
                  <a:pt x="10896" y="0"/>
                </a:lnTo>
                <a:lnTo>
                  <a:pt x="12621" y="33"/>
                </a:lnTo>
                <a:close/>
              </a:path>
            </a:pathLst>
          </a:custGeom>
          <a:solidFill>
            <a:srgbClr val="3D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7" name="contour_14585"/>
          <p:cNvSpPr/>
          <p:nvPr/>
        </p:nvSpPr>
        <p:spPr>
          <a:xfrm>
            <a:off x="3756402" y="2055214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462" y="20887"/>
                </a:lnTo>
                <a:lnTo>
                  <a:pt x="17320" y="20174"/>
                </a:lnTo>
                <a:lnTo>
                  <a:pt x="15179" y="19462"/>
                </a:lnTo>
                <a:lnTo>
                  <a:pt x="13034" y="18742"/>
                </a:lnTo>
                <a:lnTo>
                  <a:pt x="10880" y="18029"/>
                </a:lnTo>
                <a:lnTo>
                  <a:pt x="8723" y="17309"/>
                </a:lnTo>
                <a:lnTo>
                  <a:pt x="6557" y="16589"/>
                </a:lnTo>
                <a:lnTo>
                  <a:pt x="4382" y="15862"/>
                </a:lnTo>
                <a:lnTo>
                  <a:pt x="2197" y="1513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726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8" name="contour_14586"/>
          <p:cNvSpPr/>
          <p:nvPr/>
        </p:nvSpPr>
        <p:spPr>
          <a:xfrm>
            <a:off x="1606445" y="2027344"/>
            <a:ext cx="43728" cy="278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54"/>
                </a:moveTo>
                <a:lnTo>
                  <a:pt x="20887" y="8010"/>
                </a:lnTo>
                <a:lnTo>
                  <a:pt x="20171" y="11376"/>
                </a:lnTo>
                <a:lnTo>
                  <a:pt x="19454" y="14754"/>
                </a:lnTo>
                <a:lnTo>
                  <a:pt x="18731" y="18160"/>
                </a:lnTo>
                <a:lnTo>
                  <a:pt x="18000" y="21600"/>
                </a:lnTo>
                <a:lnTo>
                  <a:pt x="15746" y="21109"/>
                </a:lnTo>
                <a:lnTo>
                  <a:pt x="13496" y="20583"/>
                </a:lnTo>
                <a:lnTo>
                  <a:pt x="11246" y="20041"/>
                </a:lnTo>
                <a:lnTo>
                  <a:pt x="9000" y="19482"/>
                </a:lnTo>
                <a:lnTo>
                  <a:pt x="7740" y="19182"/>
                </a:lnTo>
                <a:lnTo>
                  <a:pt x="3938" y="18290"/>
                </a:lnTo>
                <a:lnTo>
                  <a:pt x="1984" y="17132"/>
                </a:lnTo>
                <a:lnTo>
                  <a:pt x="0" y="15951"/>
                </a:lnTo>
                <a:lnTo>
                  <a:pt x="0" y="12218"/>
                </a:lnTo>
                <a:lnTo>
                  <a:pt x="0" y="8462"/>
                </a:lnTo>
                <a:lnTo>
                  <a:pt x="0" y="4654"/>
                </a:lnTo>
                <a:lnTo>
                  <a:pt x="2639" y="2683"/>
                </a:lnTo>
                <a:lnTo>
                  <a:pt x="5090" y="1265"/>
                </a:lnTo>
                <a:lnTo>
                  <a:pt x="7405" y="384"/>
                </a:lnTo>
                <a:lnTo>
                  <a:pt x="9641" y="0"/>
                </a:lnTo>
                <a:lnTo>
                  <a:pt x="11855" y="96"/>
                </a:lnTo>
                <a:lnTo>
                  <a:pt x="14101" y="633"/>
                </a:lnTo>
                <a:lnTo>
                  <a:pt x="16438" y="1593"/>
                </a:lnTo>
                <a:lnTo>
                  <a:pt x="18918" y="2943"/>
                </a:lnTo>
                <a:lnTo>
                  <a:pt x="21600" y="4654"/>
                </a:lnTo>
                <a:close/>
              </a:path>
            </a:pathLst>
          </a:custGeom>
          <a:solidFill>
            <a:srgbClr val="04040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89" name="contour_14587"/>
          <p:cNvSpPr/>
          <p:nvPr/>
        </p:nvSpPr>
        <p:spPr>
          <a:xfrm>
            <a:off x="1109222" y="2040638"/>
            <a:ext cx="324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2" y="0"/>
                </a:moveTo>
                <a:lnTo>
                  <a:pt x="4529" y="302"/>
                </a:lnTo>
                <a:lnTo>
                  <a:pt x="7854" y="696"/>
                </a:lnTo>
                <a:lnTo>
                  <a:pt x="11096" y="1231"/>
                </a:lnTo>
                <a:lnTo>
                  <a:pt x="14271" y="1974"/>
                </a:lnTo>
                <a:lnTo>
                  <a:pt x="17396" y="2985"/>
                </a:lnTo>
                <a:lnTo>
                  <a:pt x="20508" y="4320"/>
                </a:lnTo>
                <a:lnTo>
                  <a:pt x="21251" y="7318"/>
                </a:lnTo>
                <a:lnTo>
                  <a:pt x="21585" y="10122"/>
                </a:lnTo>
                <a:lnTo>
                  <a:pt x="21600" y="12839"/>
                </a:lnTo>
                <a:lnTo>
                  <a:pt x="21367" y="15582"/>
                </a:lnTo>
                <a:lnTo>
                  <a:pt x="20974" y="18468"/>
                </a:lnTo>
                <a:lnTo>
                  <a:pt x="20508" y="21600"/>
                </a:lnTo>
                <a:lnTo>
                  <a:pt x="17071" y="21298"/>
                </a:lnTo>
                <a:lnTo>
                  <a:pt x="13746" y="20904"/>
                </a:lnTo>
                <a:lnTo>
                  <a:pt x="10504" y="20369"/>
                </a:lnTo>
                <a:lnTo>
                  <a:pt x="7329" y="19626"/>
                </a:lnTo>
                <a:lnTo>
                  <a:pt x="4204" y="18615"/>
                </a:lnTo>
                <a:lnTo>
                  <a:pt x="1092" y="17280"/>
                </a:lnTo>
                <a:lnTo>
                  <a:pt x="349" y="14282"/>
                </a:lnTo>
                <a:lnTo>
                  <a:pt x="15" y="11478"/>
                </a:lnTo>
                <a:lnTo>
                  <a:pt x="0" y="8761"/>
                </a:lnTo>
                <a:lnTo>
                  <a:pt x="233" y="6018"/>
                </a:lnTo>
                <a:lnTo>
                  <a:pt x="626" y="3132"/>
                </a:lnTo>
                <a:lnTo>
                  <a:pt x="1092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0" name="contour_14588"/>
          <p:cNvSpPr/>
          <p:nvPr/>
        </p:nvSpPr>
        <p:spPr>
          <a:xfrm>
            <a:off x="1672037" y="2011486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5" y="875"/>
                </a:lnTo>
                <a:lnTo>
                  <a:pt x="4484" y="1804"/>
                </a:lnTo>
                <a:lnTo>
                  <a:pt x="6557" y="2808"/>
                </a:lnTo>
                <a:lnTo>
                  <a:pt x="8541" y="3904"/>
                </a:lnTo>
                <a:lnTo>
                  <a:pt x="10461" y="5125"/>
                </a:lnTo>
                <a:lnTo>
                  <a:pt x="12327" y="6480"/>
                </a:lnTo>
                <a:lnTo>
                  <a:pt x="14167" y="8008"/>
                </a:lnTo>
                <a:lnTo>
                  <a:pt x="15993" y="9720"/>
                </a:lnTo>
                <a:lnTo>
                  <a:pt x="17829" y="11637"/>
                </a:lnTo>
                <a:lnTo>
                  <a:pt x="19690" y="13792"/>
                </a:lnTo>
                <a:lnTo>
                  <a:pt x="21600" y="16200"/>
                </a:lnTo>
                <a:lnTo>
                  <a:pt x="19563" y="16794"/>
                </a:lnTo>
                <a:lnTo>
                  <a:pt x="17524" y="17388"/>
                </a:lnTo>
                <a:lnTo>
                  <a:pt x="15484" y="17982"/>
                </a:lnTo>
                <a:lnTo>
                  <a:pt x="13438" y="18581"/>
                </a:lnTo>
                <a:lnTo>
                  <a:pt x="11386" y="19181"/>
                </a:lnTo>
                <a:lnTo>
                  <a:pt x="9325" y="19780"/>
                </a:lnTo>
                <a:lnTo>
                  <a:pt x="7258" y="20385"/>
                </a:lnTo>
                <a:lnTo>
                  <a:pt x="5178" y="20990"/>
                </a:lnTo>
                <a:lnTo>
                  <a:pt x="3086" y="21600"/>
                </a:lnTo>
                <a:lnTo>
                  <a:pt x="2577" y="18036"/>
                </a:lnTo>
                <a:lnTo>
                  <a:pt x="2067" y="14467"/>
                </a:lnTo>
                <a:lnTo>
                  <a:pt x="1555" y="10881"/>
                </a:lnTo>
                <a:lnTo>
                  <a:pt x="1040" y="7279"/>
                </a:lnTo>
                <a:lnTo>
                  <a:pt x="521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163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1" name="contour_14589"/>
          <p:cNvSpPr/>
          <p:nvPr/>
        </p:nvSpPr>
        <p:spPr>
          <a:xfrm>
            <a:off x="7247256" y="1982334"/>
            <a:ext cx="36535" cy="529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74" y="0"/>
                </a:moveTo>
                <a:lnTo>
                  <a:pt x="8911" y="791"/>
                </a:lnTo>
                <a:lnTo>
                  <a:pt x="9329" y="2190"/>
                </a:lnTo>
                <a:lnTo>
                  <a:pt x="10289" y="5391"/>
                </a:lnTo>
                <a:lnTo>
                  <a:pt x="11078" y="7387"/>
                </a:lnTo>
                <a:lnTo>
                  <a:pt x="11970" y="9256"/>
                </a:lnTo>
                <a:lnTo>
                  <a:pt x="12974" y="11020"/>
                </a:lnTo>
                <a:lnTo>
                  <a:pt x="14094" y="12707"/>
                </a:lnTo>
                <a:lnTo>
                  <a:pt x="15335" y="14340"/>
                </a:lnTo>
                <a:lnTo>
                  <a:pt x="16701" y="15944"/>
                </a:lnTo>
                <a:lnTo>
                  <a:pt x="18200" y="17542"/>
                </a:lnTo>
                <a:lnTo>
                  <a:pt x="19829" y="19163"/>
                </a:lnTo>
                <a:lnTo>
                  <a:pt x="21600" y="20826"/>
                </a:lnTo>
                <a:lnTo>
                  <a:pt x="16701" y="21255"/>
                </a:lnTo>
                <a:lnTo>
                  <a:pt x="13254" y="21514"/>
                </a:lnTo>
                <a:lnTo>
                  <a:pt x="10772" y="21600"/>
                </a:lnTo>
                <a:lnTo>
                  <a:pt x="8781" y="21514"/>
                </a:lnTo>
                <a:lnTo>
                  <a:pt x="6808" y="21255"/>
                </a:lnTo>
                <a:lnTo>
                  <a:pt x="4365" y="20826"/>
                </a:lnTo>
                <a:lnTo>
                  <a:pt x="2680" y="18955"/>
                </a:lnTo>
                <a:lnTo>
                  <a:pt x="1456" y="17084"/>
                </a:lnTo>
                <a:lnTo>
                  <a:pt x="642" y="15177"/>
                </a:lnTo>
                <a:lnTo>
                  <a:pt x="177" y="13201"/>
                </a:lnTo>
                <a:lnTo>
                  <a:pt x="0" y="11127"/>
                </a:lnTo>
                <a:lnTo>
                  <a:pt x="56" y="8926"/>
                </a:lnTo>
                <a:lnTo>
                  <a:pt x="1780" y="6715"/>
                </a:lnTo>
                <a:lnTo>
                  <a:pt x="3068" y="5123"/>
                </a:lnTo>
                <a:lnTo>
                  <a:pt x="4162" y="3903"/>
                </a:lnTo>
                <a:lnTo>
                  <a:pt x="5304" y="2809"/>
                </a:lnTo>
                <a:lnTo>
                  <a:pt x="6726" y="1592"/>
                </a:lnTo>
                <a:lnTo>
                  <a:pt x="8674" y="0"/>
                </a:lnTo>
                <a:close/>
              </a:path>
            </a:pathLst>
          </a:custGeom>
          <a:solidFill>
            <a:srgbClr val="D9D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2" name="contour_14590"/>
          <p:cNvSpPr/>
          <p:nvPr/>
        </p:nvSpPr>
        <p:spPr>
          <a:xfrm>
            <a:off x="9994923" y="1996195"/>
            <a:ext cx="65592" cy="22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5" y="0"/>
                </a:moveTo>
                <a:lnTo>
                  <a:pt x="8162" y="49"/>
                </a:lnTo>
                <a:lnTo>
                  <a:pt x="9492" y="98"/>
                </a:lnTo>
                <a:lnTo>
                  <a:pt x="10822" y="168"/>
                </a:lnTo>
                <a:lnTo>
                  <a:pt x="12151" y="246"/>
                </a:lnTo>
                <a:lnTo>
                  <a:pt x="13512" y="295"/>
                </a:lnTo>
                <a:lnTo>
                  <a:pt x="14892" y="344"/>
                </a:lnTo>
                <a:lnTo>
                  <a:pt x="16570" y="414"/>
                </a:lnTo>
                <a:lnTo>
                  <a:pt x="18247" y="498"/>
                </a:lnTo>
                <a:lnTo>
                  <a:pt x="19922" y="589"/>
                </a:lnTo>
                <a:lnTo>
                  <a:pt x="21600" y="688"/>
                </a:lnTo>
                <a:lnTo>
                  <a:pt x="20364" y="4477"/>
                </a:lnTo>
                <a:lnTo>
                  <a:pt x="19178" y="7796"/>
                </a:lnTo>
                <a:lnTo>
                  <a:pt x="18012" y="10702"/>
                </a:lnTo>
                <a:lnTo>
                  <a:pt x="16834" y="13228"/>
                </a:lnTo>
                <a:lnTo>
                  <a:pt x="15610" y="15418"/>
                </a:lnTo>
                <a:lnTo>
                  <a:pt x="14311" y="17305"/>
                </a:lnTo>
                <a:lnTo>
                  <a:pt x="12905" y="18940"/>
                </a:lnTo>
                <a:lnTo>
                  <a:pt x="11362" y="20358"/>
                </a:lnTo>
                <a:lnTo>
                  <a:pt x="9648" y="21600"/>
                </a:lnTo>
                <a:lnTo>
                  <a:pt x="7963" y="21305"/>
                </a:lnTo>
                <a:lnTo>
                  <a:pt x="6449" y="20274"/>
                </a:lnTo>
                <a:lnTo>
                  <a:pt x="5062" y="18618"/>
                </a:lnTo>
                <a:lnTo>
                  <a:pt x="3766" y="16428"/>
                </a:lnTo>
                <a:lnTo>
                  <a:pt x="2518" y="13818"/>
                </a:lnTo>
                <a:lnTo>
                  <a:pt x="1274" y="10870"/>
                </a:lnTo>
                <a:lnTo>
                  <a:pt x="0" y="7705"/>
                </a:lnTo>
                <a:lnTo>
                  <a:pt x="1205" y="4281"/>
                </a:lnTo>
                <a:lnTo>
                  <a:pt x="2165" y="2161"/>
                </a:lnTo>
                <a:lnTo>
                  <a:pt x="3204" y="989"/>
                </a:lnTo>
                <a:lnTo>
                  <a:pt x="4651" y="393"/>
                </a:lnTo>
                <a:lnTo>
                  <a:pt x="6835" y="0"/>
                </a:lnTo>
                <a:close/>
              </a:path>
            </a:pathLst>
          </a:custGeom>
          <a:solidFill>
            <a:srgbClr val="ADAB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3" name="contour_14591"/>
          <p:cNvSpPr/>
          <p:nvPr/>
        </p:nvSpPr>
        <p:spPr>
          <a:xfrm>
            <a:off x="9827299" y="1996910"/>
            <a:ext cx="51016" cy="29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0"/>
                </a:lnTo>
                <a:lnTo>
                  <a:pt x="4280" y="1061"/>
                </a:lnTo>
                <a:lnTo>
                  <a:pt x="6421" y="1591"/>
                </a:lnTo>
                <a:lnTo>
                  <a:pt x="8566" y="2127"/>
                </a:lnTo>
                <a:lnTo>
                  <a:pt x="10720" y="2657"/>
                </a:lnTo>
                <a:lnTo>
                  <a:pt x="12877" y="3193"/>
                </a:lnTo>
                <a:lnTo>
                  <a:pt x="15043" y="3729"/>
                </a:lnTo>
                <a:lnTo>
                  <a:pt x="17218" y="4270"/>
                </a:lnTo>
                <a:lnTo>
                  <a:pt x="19403" y="4811"/>
                </a:lnTo>
                <a:lnTo>
                  <a:pt x="21600" y="5357"/>
                </a:lnTo>
                <a:lnTo>
                  <a:pt x="19326" y="10275"/>
                </a:lnTo>
                <a:lnTo>
                  <a:pt x="17687" y="13698"/>
                </a:lnTo>
                <a:lnTo>
                  <a:pt x="16428" y="16082"/>
                </a:lnTo>
                <a:lnTo>
                  <a:pt x="15287" y="17866"/>
                </a:lnTo>
                <a:lnTo>
                  <a:pt x="14012" y="19500"/>
                </a:lnTo>
                <a:lnTo>
                  <a:pt x="12343" y="21429"/>
                </a:lnTo>
                <a:lnTo>
                  <a:pt x="10069" y="21600"/>
                </a:lnTo>
                <a:lnTo>
                  <a:pt x="7896" y="21455"/>
                </a:lnTo>
                <a:lnTo>
                  <a:pt x="5810" y="20904"/>
                </a:lnTo>
                <a:lnTo>
                  <a:pt x="3805" y="19880"/>
                </a:lnTo>
                <a:lnTo>
                  <a:pt x="1873" y="18295"/>
                </a:lnTo>
                <a:lnTo>
                  <a:pt x="0" y="16071"/>
                </a:lnTo>
                <a:lnTo>
                  <a:pt x="0" y="12889"/>
                </a:lnTo>
                <a:lnTo>
                  <a:pt x="0" y="9696"/>
                </a:lnTo>
                <a:lnTo>
                  <a:pt x="0" y="6493"/>
                </a:lnTo>
                <a:lnTo>
                  <a:pt x="0" y="3262"/>
                </a:lnTo>
                <a:lnTo>
                  <a:pt x="0" y="0"/>
                </a:lnTo>
                <a:close/>
              </a:path>
            </a:pathLst>
          </a:custGeom>
          <a:solidFill>
            <a:srgbClr val="7864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4" name="contour_14592"/>
          <p:cNvSpPr/>
          <p:nvPr/>
        </p:nvSpPr>
        <p:spPr>
          <a:xfrm>
            <a:off x="8164376" y="1996910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5" y="0"/>
                </a:moveTo>
                <a:lnTo>
                  <a:pt x="4141" y="752"/>
                </a:lnTo>
                <a:lnTo>
                  <a:pt x="7283" y="1544"/>
                </a:lnTo>
                <a:lnTo>
                  <a:pt x="10332" y="2401"/>
                </a:lnTo>
                <a:lnTo>
                  <a:pt x="13282" y="3362"/>
                </a:lnTo>
                <a:lnTo>
                  <a:pt x="16144" y="4457"/>
                </a:lnTo>
                <a:lnTo>
                  <a:pt x="18914" y="5728"/>
                </a:lnTo>
                <a:lnTo>
                  <a:pt x="21600" y="7200"/>
                </a:lnTo>
                <a:lnTo>
                  <a:pt x="21543" y="9778"/>
                </a:lnTo>
                <a:lnTo>
                  <a:pt x="21088" y="12226"/>
                </a:lnTo>
                <a:lnTo>
                  <a:pt x="20290" y="14591"/>
                </a:lnTo>
                <a:lnTo>
                  <a:pt x="19209" y="16909"/>
                </a:lnTo>
                <a:lnTo>
                  <a:pt x="17904" y="19231"/>
                </a:lnTo>
                <a:lnTo>
                  <a:pt x="16424" y="21600"/>
                </a:lnTo>
                <a:lnTo>
                  <a:pt x="12573" y="21247"/>
                </a:lnTo>
                <a:lnTo>
                  <a:pt x="9840" y="20884"/>
                </a:lnTo>
                <a:lnTo>
                  <a:pt x="7480" y="20336"/>
                </a:lnTo>
                <a:lnTo>
                  <a:pt x="4747" y="19433"/>
                </a:lnTo>
                <a:lnTo>
                  <a:pt x="895" y="18000"/>
                </a:lnTo>
                <a:lnTo>
                  <a:pt x="383" y="15412"/>
                </a:lnTo>
                <a:lnTo>
                  <a:pt x="98" y="12845"/>
                </a:lnTo>
                <a:lnTo>
                  <a:pt x="0" y="10289"/>
                </a:lnTo>
                <a:lnTo>
                  <a:pt x="62" y="7736"/>
                </a:lnTo>
                <a:lnTo>
                  <a:pt x="254" y="5177"/>
                </a:lnTo>
                <a:lnTo>
                  <a:pt x="543" y="2603"/>
                </a:lnTo>
                <a:lnTo>
                  <a:pt x="895" y="0"/>
                </a:lnTo>
                <a:close/>
              </a:path>
            </a:pathLst>
          </a:custGeom>
          <a:solidFill>
            <a:srgbClr val="C4B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5" name="contour_14593"/>
          <p:cNvSpPr/>
          <p:nvPr/>
        </p:nvSpPr>
        <p:spPr>
          <a:xfrm>
            <a:off x="5585688" y="1967758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06" y="0"/>
                </a:moveTo>
                <a:lnTo>
                  <a:pt x="13578" y="0"/>
                </a:lnTo>
                <a:lnTo>
                  <a:pt x="16972" y="0"/>
                </a:lnTo>
                <a:lnTo>
                  <a:pt x="20411" y="0"/>
                </a:lnTo>
                <a:lnTo>
                  <a:pt x="20881" y="2621"/>
                </a:lnTo>
                <a:lnTo>
                  <a:pt x="21263" y="5202"/>
                </a:lnTo>
                <a:lnTo>
                  <a:pt x="21513" y="7751"/>
                </a:lnTo>
                <a:lnTo>
                  <a:pt x="21600" y="10292"/>
                </a:lnTo>
                <a:lnTo>
                  <a:pt x="21467" y="12838"/>
                </a:lnTo>
                <a:lnTo>
                  <a:pt x="21090" y="15401"/>
                </a:lnTo>
                <a:lnTo>
                  <a:pt x="20411" y="18000"/>
                </a:lnTo>
                <a:lnTo>
                  <a:pt x="17166" y="19242"/>
                </a:lnTo>
                <a:lnTo>
                  <a:pt x="13910" y="20146"/>
                </a:lnTo>
                <a:lnTo>
                  <a:pt x="10604" y="20772"/>
                </a:lnTo>
                <a:lnTo>
                  <a:pt x="7210" y="21186"/>
                </a:lnTo>
                <a:lnTo>
                  <a:pt x="3689" y="21442"/>
                </a:lnTo>
                <a:lnTo>
                  <a:pt x="0" y="21600"/>
                </a:lnTo>
                <a:lnTo>
                  <a:pt x="867" y="19436"/>
                </a:lnTo>
                <a:lnTo>
                  <a:pt x="1750" y="17273"/>
                </a:lnTo>
                <a:lnTo>
                  <a:pt x="2643" y="15113"/>
                </a:lnTo>
                <a:lnTo>
                  <a:pt x="3552" y="12956"/>
                </a:lnTo>
                <a:lnTo>
                  <a:pt x="4465" y="10800"/>
                </a:lnTo>
                <a:lnTo>
                  <a:pt x="5292" y="8791"/>
                </a:lnTo>
                <a:lnTo>
                  <a:pt x="6128" y="6772"/>
                </a:lnTo>
                <a:lnTo>
                  <a:pt x="6975" y="4723"/>
                </a:lnTo>
                <a:lnTo>
                  <a:pt x="8042" y="3164"/>
                </a:lnTo>
                <a:lnTo>
                  <a:pt x="9119" y="1591"/>
                </a:lnTo>
                <a:lnTo>
                  <a:pt x="10206" y="0"/>
                </a:lnTo>
                <a:close/>
              </a:path>
            </a:pathLst>
          </a:custGeom>
          <a:solidFill>
            <a:srgbClr val="9A9D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6" name="contour_14594"/>
          <p:cNvSpPr/>
          <p:nvPr/>
        </p:nvSpPr>
        <p:spPr>
          <a:xfrm>
            <a:off x="1045269" y="1975898"/>
            <a:ext cx="36440" cy="42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094" y="745"/>
                </a:moveTo>
                <a:lnTo>
                  <a:pt x="15543" y="2258"/>
                </a:lnTo>
                <a:lnTo>
                  <a:pt x="16982" y="3477"/>
                </a:lnTo>
                <a:lnTo>
                  <a:pt x="17971" y="5048"/>
                </a:lnTo>
                <a:lnTo>
                  <a:pt x="19068" y="7615"/>
                </a:lnTo>
                <a:lnTo>
                  <a:pt x="19522" y="10115"/>
                </a:lnTo>
                <a:lnTo>
                  <a:pt x="19980" y="12649"/>
                </a:lnTo>
                <a:lnTo>
                  <a:pt x="20468" y="15164"/>
                </a:lnTo>
                <a:lnTo>
                  <a:pt x="20956" y="17712"/>
                </a:lnTo>
                <a:lnTo>
                  <a:pt x="21120" y="18681"/>
                </a:lnTo>
                <a:lnTo>
                  <a:pt x="21600" y="21600"/>
                </a:lnTo>
                <a:lnTo>
                  <a:pt x="18749" y="21600"/>
                </a:lnTo>
                <a:lnTo>
                  <a:pt x="15872" y="21600"/>
                </a:lnTo>
                <a:lnTo>
                  <a:pt x="12960" y="21600"/>
                </a:lnTo>
                <a:lnTo>
                  <a:pt x="12960" y="19177"/>
                </a:lnTo>
                <a:lnTo>
                  <a:pt x="12960" y="16731"/>
                </a:lnTo>
                <a:lnTo>
                  <a:pt x="12960" y="14257"/>
                </a:lnTo>
                <a:lnTo>
                  <a:pt x="10822" y="13651"/>
                </a:lnTo>
                <a:lnTo>
                  <a:pt x="8666" y="13042"/>
                </a:lnTo>
                <a:lnTo>
                  <a:pt x="6480" y="12421"/>
                </a:lnTo>
                <a:lnTo>
                  <a:pt x="4342" y="11815"/>
                </a:lnTo>
                <a:lnTo>
                  <a:pt x="2186" y="11206"/>
                </a:lnTo>
                <a:lnTo>
                  <a:pt x="0" y="10585"/>
                </a:lnTo>
                <a:lnTo>
                  <a:pt x="0" y="8162"/>
                </a:lnTo>
                <a:lnTo>
                  <a:pt x="0" y="5717"/>
                </a:lnTo>
                <a:lnTo>
                  <a:pt x="0" y="3242"/>
                </a:lnTo>
                <a:lnTo>
                  <a:pt x="2661" y="1579"/>
                </a:lnTo>
                <a:lnTo>
                  <a:pt x="4990" y="496"/>
                </a:lnTo>
                <a:lnTo>
                  <a:pt x="7301" y="0"/>
                </a:lnTo>
                <a:lnTo>
                  <a:pt x="9897" y="84"/>
                </a:lnTo>
                <a:lnTo>
                  <a:pt x="13094" y="745"/>
                </a:lnTo>
                <a:close/>
              </a:path>
            </a:pathLst>
          </a:custGeom>
          <a:solidFill>
            <a:srgbClr val="1010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7" name="contour_14595"/>
          <p:cNvSpPr/>
          <p:nvPr/>
        </p:nvSpPr>
        <p:spPr>
          <a:xfrm>
            <a:off x="1890677" y="1975957"/>
            <a:ext cx="31732" cy="501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9" y="490"/>
                </a:moveTo>
                <a:lnTo>
                  <a:pt x="17988" y="1854"/>
                </a:lnTo>
                <a:lnTo>
                  <a:pt x="19492" y="2922"/>
                </a:lnTo>
                <a:lnTo>
                  <a:pt x="20474" y="4248"/>
                </a:lnTo>
                <a:lnTo>
                  <a:pt x="21511" y="6381"/>
                </a:lnTo>
                <a:lnTo>
                  <a:pt x="21590" y="8499"/>
                </a:lnTo>
                <a:lnTo>
                  <a:pt x="21600" y="10516"/>
                </a:lnTo>
                <a:lnTo>
                  <a:pt x="21481" y="12482"/>
                </a:lnTo>
                <a:lnTo>
                  <a:pt x="21183" y="14434"/>
                </a:lnTo>
                <a:lnTo>
                  <a:pt x="20652" y="16413"/>
                </a:lnTo>
                <a:lnTo>
                  <a:pt x="19844" y="18458"/>
                </a:lnTo>
                <a:lnTo>
                  <a:pt x="16679" y="19533"/>
                </a:lnTo>
                <a:lnTo>
                  <a:pt x="13514" y="20318"/>
                </a:lnTo>
                <a:lnTo>
                  <a:pt x="10299" y="20868"/>
                </a:lnTo>
                <a:lnTo>
                  <a:pt x="7005" y="21232"/>
                </a:lnTo>
                <a:lnTo>
                  <a:pt x="3587" y="21459"/>
                </a:lnTo>
                <a:lnTo>
                  <a:pt x="0" y="21600"/>
                </a:lnTo>
                <a:lnTo>
                  <a:pt x="2456" y="20824"/>
                </a:lnTo>
                <a:lnTo>
                  <a:pt x="4921" y="20042"/>
                </a:lnTo>
                <a:lnTo>
                  <a:pt x="7407" y="19256"/>
                </a:lnTo>
                <a:lnTo>
                  <a:pt x="9922" y="18458"/>
                </a:lnTo>
                <a:lnTo>
                  <a:pt x="8692" y="16513"/>
                </a:lnTo>
                <a:lnTo>
                  <a:pt x="7461" y="14569"/>
                </a:lnTo>
                <a:lnTo>
                  <a:pt x="6231" y="12618"/>
                </a:lnTo>
                <a:lnTo>
                  <a:pt x="4996" y="10663"/>
                </a:lnTo>
                <a:lnTo>
                  <a:pt x="3755" y="8700"/>
                </a:lnTo>
                <a:lnTo>
                  <a:pt x="2510" y="6730"/>
                </a:lnTo>
                <a:lnTo>
                  <a:pt x="1260" y="4747"/>
                </a:lnTo>
                <a:lnTo>
                  <a:pt x="0" y="2749"/>
                </a:lnTo>
                <a:lnTo>
                  <a:pt x="4882" y="1222"/>
                </a:lnTo>
                <a:lnTo>
                  <a:pt x="8126" y="342"/>
                </a:lnTo>
                <a:lnTo>
                  <a:pt x="10468" y="0"/>
                </a:lnTo>
                <a:lnTo>
                  <a:pt x="12641" y="85"/>
                </a:lnTo>
                <a:lnTo>
                  <a:pt x="15389" y="490"/>
                </a:lnTo>
                <a:close/>
              </a:path>
            </a:pathLst>
          </a:custGeom>
          <a:solidFill>
            <a:srgbClr val="7C7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8" name="contour_14596"/>
          <p:cNvSpPr/>
          <p:nvPr/>
        </p:nvSpPr>
        <p:spPr>
          <a:xfrm>
            <a:off x="1271197" y="1953182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61" y="425"/>
                </a:lnTo>
                <a:lnTo>
                  <a:pt x="4119" y="875"/>
                </a:lnTo>
                <a:lnTo>
                  <a:pt x="6171" y="1350"/>
                </a:lnTo>
                <a:lnTo>
                  <a:pt x="7893" y="1728"/>
                </a:lnTo>
                <a:lnTo>
                  <a:pt x="9643" y="2110"/>
                </a:lnTo>
                <a:lnTo>
                  <a:pt x="10982" y="2848"/>
                </a:lnTo>
                <a:lnTo>
                  <a:pt x="12343" y="3600"/>
                </a:lnTo>
                <a:lnTo>
                  <a:pt x="12343" y="5980"/>
                </a:lnTo>
                <a:lnTo>
                  <a:pt x="12343" y="8374"/>
                </a:lnTo>
                <a:lnTo>
                  <a:pt x="12343" y="10800"/>
                </a:lnTo>
                <a:lnTo>
                  <a:pt x="14639" y="11909"/>
                </a:lnTo>
                <a:lnTo>
                  <a:pt x="16268" y="12650"/>
                </a:lnTo>
                <a:lnTo>
                  <a:pt x="17675" y="13198"/>
                </a:lnTo>
                <a:lnTo>
                  <a:pt x="19304" y="13723"/>
                </a:lnTo>
                <a:lnTo>
                  <a:pt x="21600" y="14400"/>
                </a:lnTo>
                <a:lnTo>
                  <a:pt x="19767" y="14400"/>
                </a:lnTo>
                <a:lnTo>
                  <a:pt x="17928" y="14400"/>
                </a:lnTo>
                <a:lnTo>
                  <a:pt x="16083" y="14400"/>
                </a:lnTo>
                <a:lnTo>
                  <a:pt x="14222" y="14400"/>
                </a:lnTo>
                <a:lnTo>
                  <a:pt x="12343" y="14400"/>
                </a:lnTo>
                <a:lnTo>
                  <a:pt x="12343" y="16780"/>
                </a:lnTo>
                <a:lnTo>
                  <a:pt x="12343" y="19174"/>
                </a:lnTo>
                <a:lnTo>
                  <a:pt x="12343" y="21600"/>
                </a:lnTo>
                <a:lnTo>
                  <a:pt x="10303" y="21600"/>
                </a:lnTo>
                <a:lnTo>
                  <a:pt x="8251" y="21600"/>
                </a:lnTo>
                <a:lnTo>
                  <a:pt x="6171" y="21600"/>
                </a:lnTo>
                <a:lnTo>
                  <a:pt x="6279" y="19710"/>
                </a:lnTo>
                <a:lnTo>
                  <a:pt x="6387" y="17788"/>
                </a:lnTo>
                <a:lnTo>
                  <a:pt x="6471" y="15325"/>
                </a:lnTo>
                <a:lnTo>
                  <a:pt x="6557" y="12823"/>
                </a:lnTo>
                <a:lnTo>
                  <a:pt x="6665" y="10375"/>
                </a:lnTo>
                <a:lnTo>
                  <a:pt x="6773" y="7888"/>
                </a:lnTo>
                <a:lnTo>
                  <a:pt x="6474" y="5760"/>
                </a:lnTo>
                <a:lnTo>
                  <a:pt x="6171" y="3600"/>
                </a:lnTo>
                <a:lnTo>
                  <a:pt x="4326" y="2207"/>
                </a:lnTo>
                <a:lnTo>
                  <a:pt x="3067" y="1368"/>
                </a:lnTo>
                <a:lnTo>
                  <a:pt x="1817" y="745"/>
                </a:lnTo>
                <a:lnTo>
                  <a:pt x="0" y="0"/>
                </a:lnTo>
                <a:close/>
              </a:path>
            </a:pathLst>
          </a:custGeom>
          <a:solidFill>
            <a:srgbClr val="4D46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599" name="contour_14597"/>
          <p:cNvSpPr/>
          <p:nvPr/>
        </p:nvSpPr>
        <p:spPr>
          <a:xfrm>
            <a:off x="7910557" y="1958830"/>
            <a:ext cx="2915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227" y="3440"/>
                </a:lnTo>
                <a:lnTo>
                  <a:pt x="20817" y="5965"/>
                </a:lnTo>
                <a:lnTo>
                  <a:pt x="20347" y="8466"/>
                </a:lnTo>
                <a:lnTo>
                  <a:pt x="19786" y="10947"/>
                </a:lnTo>
                <a:lnTo>
                  <a:pt x="19116" y="13408"/>
                </a:lnTo>
                <a:lnTo>
                  <a:pt x="18311" y="15853"/>
                </a:lnTo>
                <a:lnTo>
                  <a:pt x="17350" y="18287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373" y="18160"/>
                </a:lnTo>
                <a:lnTo>
                  <a:pt x="783" y="15635"/>
                </a:lnTo>
                <a:lnTo>
                  <a:pt x="1253" y="13134"/>
                </a:lnTo>
                <a:lnTo>
                  <a:pt x="1814" y="10653"/>
                </a:lnTo>
                <a:lnTo>
                  <a:pt x="2484" y="8192"/>
                </a:lnTo>
                <a:lnTo>
                  <a:pt x="3289" y="5747"/>
                </a:lnTo>
                <a:lnTo>
                  <a:pt x="4250" y="3313"/>
                </a:lnTo>
                <a:lnTo>
                  <a:pt x="5400" y="892"/>
                </a:lnTo>
                <a:close/>
              </a:path>
            </a:pathLst>
          </a:custGeom>
          <a:solidFill>
            <a:srgbClr val="F4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0" name="contour_14598"/>
          <p:cNvSpPr/>
          <p:nvPr/>
        </p:nvSpPr>
        <p:spPr>
          <a:xfrm>
            <a:off x="4937057" y="1946812"/>
            <a:ext cx="58304" cy="28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73"/>
                </a:moveTo>
                <a:lnTo>
                  <a:pt x="20050" y="6557"/>
                </a:lnTo>
                <a:lnTo>
                  <a:pt x="18498" y="8235"/>
                </a:lnTo>
                <a:lnTo>
                  <a:pt x="16945" y="9908"/>
                </a:lnTo>
                <a:lnTo>
                  <a:pt x="15393" y="11575"/>
                </a:lnTo>
                <a:lnTo>
                  <a:pt x="13838" y="13237"/>
                </a:lnTo>
                <a:lnTo>
                  <a:pt x="12396" y="14792"/>
                </a:lnTo>
                <a:lnTo>
                  <a:pt x="10943" y="16353"/>
                </a:lnTo>
                <a:lnTo>
                  <a:pt x="9472" y="17942"/>
                </a:lnTo>
                <a:lnTo>
                  <a:pt x="7441" y="19727"/>
                </a:lnTo>
                <a:lnTo>
                  <a:pt x="5935" y="20808"/>
                </a:lnTo>
                <a:lnTo>
                  <a:pt x="4495" y="21366"/>
                </a:lnTo>
                <a:lnTo>
                  <a:pt x="2668" y="21572"/>
                </a:lnTo>
                <a:lnTo>
                  <a:pt x="0" y="21600"/>
                </a:lnTo>
                <a:lnTo>
                  <a:pt x="346" y="17619"/>
                </a:lnTo>
                <a:lnTo>
                  <a:pt x="659" y="14759"/>
                </a:lnTo>
                <a:lnTo>
                  <a:pt x="1069" y="12216"/>
                </a:lnTo>
                <a:lnTo>
                  <a:pt x="1706" y="9189"/>
                </a:lnTo>
                <a:lnTo>
                  <a:pt x="2700" y="4873"/>
                </a:lnTo>
                <a:lnTo>
                  <a:pt x="4690" y="2899"/>
                </a:lnTo>
                <a:lnTo>
                  <a:pt x="6599" y="1461"/>
                </a:lnTo>
                <a:lnTo>
                  <a:pt x="8448" y="524"/>
                </a:lnTo>
                <a:lnTo>
                  <a:pt x="10263" y="50"/>
                </a:lnTo>
                <a:lnTo>
                  <a:pt x="12061" y="0"/>
                </a:lnTo>
                <a:lnTo>
                  <a:pt x="13867" y="346"/>
                </a:lnTo>
                <a:lnTo>
                  <a:pt x="15703" y="1037"/>
                </a:lnTo>
                <a:lnTo>
                  <a:pt x="17588" y="2052"/>
                </a:lnTo>
                <a:lnTo>
                  <a:pt x="19548" y="3340"/>
                </a:lnTo>
                <a:lnTo>
                  <a:pt x="21600" y="4873"/>
                </a:lnTo>
                <a:close/>
              </a:path>
            </a:pathLst>
          </a:custGeom>
          <a:solidFill>
            <a:srgbClr val="6CC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1" name="contour_14599"/>
          <p:cNvSpPr/>
          <p:nvPr/>
        </p:nvSpPr>
        <p:spPr>
          <a:xfrm>
            <a:off x="10330171" y="1938606"/>
            <a:ext cx="3742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13" y="0"/>
                </a:moveTo>
                <a:lnTo>
                  <a:pt x="11542" y="853"/>
                </a:lnTo>
                <a:lnTo>
                  <a:pt x="13763" y="1561"/>
                </a:lnTo>
                <a:lnTo>
                  <a:pt x="15682" y="2381"/>
                </a:lnTo>
                <a:lnTo>
                  <a:pt x="17903" y="3575"/>
                </a:lnTo>
                <a:lnTo>
                  <a:pt x="21032" y="5400"/>
                </a:lnTo>
                <a:lnTo>
                  <a:pt x="21411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11" y="17744"/>
                </a:lnTo>
                <a:lnTo>
                  <a:pt x="21032" y="21600"/>
                </a:lnTo>
                <a:lnTo>
                  <a:pt x="18058" y="21600"/>
                </a:lnTo>
                <a:lnTo>
                  <a:pt x="15080" y="21600"/>
                </a:lnTo>
                <a:lnTo>
                  <a:pt x="12093" y="21600"/>
                </a:lnTo>
                <a:lnTo>
                  <a:pt x="9094" y="21600"/>
                </a:lnTo>
                <a:lnTo>
                  <a:pt x="6082" y="21600"/>
                </a:lnTo>
                <a:lnTo>
                  <a:pt x="3054" y="21600"/>
                </a:lnTo>
                <a:lnTo>
                  <a:pt x="0" y="21600"/>
                </a:lnTo>
                <a:lnTo>
                  <a:pt x="1190" y="18544"/>
                </a:lnTo>
                <a:lnTo>
                  <a:pt x="2381" y="15487"/>
                </a:lnTo>
                <a:lnTo>
                  <a:pt x="3575" y="12420"/>
                </a:lnTo>
                <a:lnTo>
                  <a:pt x="4774" y="9342"/>
                </a:lnTo>
                <a:lnTo>
                  <a:pt x="5982" y="6248"/>
                </a:lnTo>
                <a:lnTo>
                  <a:pt x="7193" y="3137"/>
                </a:lnTo>
                <a:lnTo>
                  <a:pt x="8413" y="0"/>
                </a:lnTo>
                <a:close/>
              </a:path>
            </a:pathLst>
          </a:custGeom>
          <a:solidFill>
            <a:srgbClr val="D662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2" name="contour_14600"/>
          <p:cNvSpPr/>
          <p:nvPr/>
        </p:nvSpPr>
        <p:spPr>
          <a:xfrm>
            <a:off x="5571112" y="1916742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6372" y="19789"/>
                </a:lnTo>
                <a:lnTo>
                  <a:pt x="5551" y="17977"/>
                </a:lnTo>
                <a:lnTo>
                  <a:pt x="4745" y="16163"/>
                </a:lnTo>
                <a:lnTo>
                  <a:pt x="3946" y="14349"/>
                </a:lnTo>
                <a:lnTo>
                  <a:pt x="3154" y="12534"/>
                </a:lnTo>
                <a:lnTo>
                  <a:pt x="2398" y="10849"/>
                </a:lnTo>
                <a:lnTo>
                  <a:pt x="1642" y="9155"/>
                </a:lnTo>
                <a:lnTo>
                  <a:pt x="871" y="7437"/>
                </a:lnTo>
                <a:lnTo>
                  <a:pt x="439" y="5277"/>
                </a:lnTo>
                <a:lnTo>
                  <a:pt x="0" y="3086"/>
                </a:lnTo>
                <a:lnTo>
                  <a:pt x="3571" y="1555"/>
                </a:lnTo>
                <a:lnTo>
                  <a:pt x="7200" y="0"/>
                </a:lnTo>
                <a:close/>
              </a:path>
            </a:pathLst>
          </a:custGeom>
          <a:solidFill>
            <a:srgbClr val="DBDE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3" name="contour_14601"/>
          <p:cNvSpPr/>
          <p:nvPr/>
        </p:nvSpPr>
        <p:spPr>
          <a:xfrm>
            <a:off x="2051012" y="193131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3" y="1464"/>
                </a:lnTo>
                <a:lnTo>
                  <a:pt x="5413" y="2946"/>
                </a:lnTo>
                <a:lnTo>
                  <a:pt x="8109" y="4437"/>
                </a:lnTo>
                <a:lnTo>
                  <a:pt x="10800" y="5940"/>
                </a:lnTo>
                <a:lnTo>
                  <a:pt x="12809" y="7042"/>
                </a:lnTo>
                <a:lnTo>
                  <a:pt x="14826" y="8152"/>
                </a:lnTo>
                <a:lnTo>
                  <a:pt x="16874" y="9279"/>
                </a:lnTo>
                <a:lnTo>
                  <a:pt x="19220" y="11107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9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4" name="contour_14602"/>
          <p:cNvSpPr/>
          <p:nvPr/>
        </p:nvSpPr>
        <p:spPr>
          <a:xfrm>
            <a:off x="10905922" y="1915306"/>
            <a:ext cx="65592" cy="378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9"/>
                </a:moveTo>
                <a:lnTo>
                  <a:pt x="2662" y="366"/>
                </a:lnTo>
                <a:lnTo>
                  <a:pt x="4543" y="91"/>
                </a:lnTo>
                <a:lnTo>
                  <a:pt x="5911" y="0"/>
                </a:lnTo>
                <a:lnTo>
                  <a:pt x="7032" y="91"/>
                </a:lnTo>
                <a:lnTo>
                  <a:pt x="8172" y="366"/>
                </a:lnTo>
                <a:lnTo>
                  <a:pt x="9600" y="819"/>
                </a:lnTo>
                <a:lnTo>
                  <a:pt x="10685" y="3258"/>
                </a:lnTo>
                <a:lnTo>
                  <a:pt x="11477" y="5091"/>
                </a:lnTo>
                <a:lnTo>
                  <a:pt x="12110" y="6662"/>
                </a:lnTo>
                <a:lnTo>
                  <a:pt x="12722" y="8325"/>
                </a:lnTo>
                <a:lnTo>
                  <a:pt x="13440" y="10416"/>
                </a:lnTo>
                <a:lnTo>
                  <a:pt x="14400" y="13288"/>
                </a:lnTo>
                <a:lnTo>
                  <a:pt x="15552" y="14854"/>
                </a:lnTo>
                <a:lnTo>
                  <a:pt x="16716" y="16309"/>
                </a:lnTo>
                <a:lnTo>
                  <a:pt x="17899" y="17681"/>
                </a:lnTo>
                <a:lnTo>
                  <a:pt x="19102" y="19002"/>
                </a:lnTo>
                <a:lnTo>
                  <a:pt x="20335" y="20299"/>
                </a:lnTo>
                <a:lnTo>
                  <a:pt x="21600" y="21600"/>
                </a:lnTo>
                <a:lnTo>
                  <a:pt x="20016" y="21600"/>
                </a:lnTo>
                <a:lnTo>
                  <a:pt x="18430" y="21600"/>
                </a:lnTo>
                <a:lnTo>
                  <a:pt x="16843" y="21600"/>
                </a:lnTo>
                <a:lnTo>
                  <a:pt x="15252" y="21600"/>
                </a:lnTo>
                <a:lnTo>
                  <a:pt x="13656" y="21600"/>
                </a:lnTo>
                <a:lnTo>
                  <a:pt x="12053" y="21600"/>
                </a:lnTo>
                <a:lnTo>
                  <a:pt x="10445" y="21600"/>
                </a:lnTo>
                <a:lnTo>
                  <a:pt x="8827" y="21600"/>
                </a:lnTo>
                <a:lnTo>
                  <a:pt x="7200" y="21600"/>
                </a:lnTo>
                <a:lnTo>
                  <a:pt x="7267" y="20415"/>
                </a:lnTo>
                <a:lnTo>
                  <a:pt x="7382" y="18325"/>
                </a:lnTo>
                <a:lnTo>
                  <a:pt x="7651" y="13545"/>
                </a:lnTo>
                <a:lnTo>
                  <a:pt x="7651" y="10166"/>
                </a:lnTo>
                <a:lnTo>
                  <a:pt x="7536" y="7943"/>
                </a:lnTo>
                <a:lnTo>
                  <a:pt x="7200" y="4975"/>
                </a:lnTo>
                <a:lnTo>
                  <a:pt x="5414" y="3446"/>
                </a:lnTo>
                <a:lnTo>
                  <a:pt x="4147" y="2465"/>
                </a:lnTo>
                <a:lnTo>
                  <a:pt x="3053" y="1833"/>
                </a:lnTo>
                <a:lnTo>
                  <a:pt x="1786" y="1351"/>
                </a:lnTo>
                <a:lnTo>
                  <a:pt x="0" y="819"/>
                </a:lnTo>
                <a:close/>
              </a:path>
            </a:pathLst>
          </a:custGeom>
          <a:solidFill>
            <a:srgbClr val="F3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5" name="contour_14603"/>
          <p:cNvSpPr/>
          <p:nvPr/>
        </p:nvSpPr>
        <p:spPr>
          <a:xfrm>
            <a:off x="4412322" y="1918054"/>
            <a:ext cx="58304" cy="278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4286"/>
                </a:moveTo>
                <a:lnTo>
                  <a:pt x="15295" y="5383"/>
                </a:lnTo>
                <a:lnTo>
                  <a:pt x="16762" y="6497"/>
                </a:lnTo>
                <a:lnTo>
                  <a:pt x="18247" y="7617"/>
                </a:lnTo>
                <a:lnTo>
                  <a:pt x="19912" y="8945"/>
                </a:lnTo>
                <a:lnTo>
                  <a:pt x="21600" y="10291"/>
                </a:lnTo>
                <a:lnTo>
                  <a:pt x="20137" y="12502"/>
                </a:lnTo>
                <a:lnTo>
                  <a:pt x="18689" y="14538"/>
                </a:lnTo>
                <a:lnTo>
                  <a:pt x="17231" y="16392"/>
                </a:lnTo>
                <a:lnTo>
                  <a:pt x="15738" y="18038"/>
                </a:lnTo>
                <a:lnTo>
                  <a:pt x="14186" y="19468"/>
                </a:lnTo>
                <a:lnTo>
                  <a:pt x="12550" y="20661"/>
                </a:lnTo>
                <a:lnTo>
                  <a:pt x="10800" y="21600"/>
                </a:lnTo>
                <a:lnTo>
                  <a:pt x="9029" y="19711"/>
                </a:lnTo>
                <a:lnTo>
                  <a:pt x="7371" y="17631"/>
                </a:lnTo>
                <a:lnTo>
                  <a:pt x="5802" y="15357"/>
                </a:lnTo>
                <a:lnTo>
                  <a:pt x="4304" y="12909"/>
                </a:lnTo>
                <a:lnTo>
                  <a:pt x="2851" y="10297"/>
                </a:lnTo>
                <a:lnTo>
                  <a:pt x="1426" y="7532"/>
                </a:lnTo>
                <a:lnTo>
                  <a:pt x="0" y="4637"/>
                </a:lnTo>
                <a:lnTo>
                  <a:pt x="1844" y="2284"/>
                </a:lnTo>
                <a:lnTo>
                  <a:pt x="3545" y="797"/>
                </a:lnTo>
                <a:lnTo>
                  <a:pt x="5154" y="68"/>
                </a:lnTo>
                <a:lnTo>
                  <a:pt x="6731" y="0"/>
                </a:lnTo>
                <a:lnTo>
                  <a:pt x="8332" y="492"/>
                </a:lnTo>
                <a:lnTo>
                  <a:pt x="10012" y="1436"/>
                </a:lnTo>
                <a:lnTo>
                  <a:pt x="11829" y="2731"/>
                </a:lnTo>
                <a:lnTo>
                  <a:pt x="13838" y="4286"/>
                </a:lnTo>
                <a:close/>
              </a:path>
            </a:pathLst>
          </a:custGeom>
          <a:solidFill>
            <a:srgbClr val="8DD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6" name="contour_14604"/>
          <p:cNvSpPr/>
          <p:nvPr/>
        </p:nvSpPr>
        <p:spPr>
          <a:xfrm>
            <a:off x="1854237" y="190945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36" y="787"/>
                </a:lnTo>
                <a:lnTo>
                  <a:pt x="18266" y="1373"/>
                </a:lnTo>
                <a:lnTo>
                  <a:pt x="19660" y="2040"/>
                </a:lnTo>
                <a:lnTo>
                  <a:pt x="21600" y="3086"/>
                </a:lnTo>
                <a:lnTo>
                  <a:pt x="20264" y="4943"/>
                </a:lnTo>
                <a:lnTo>
                  <a:pt x="18922" y="6798"/>
                </a:lnTo>
                <a:lnTo>
                  <a:pt x="17572" y="8649"/>
                </a:lnTo>
                <a:lnTo>
                  <a:pt x="16214" y="10498"/>
                </a:lnTo>
                <a:lnTo>
                  <a:pt x="14850" y="12343"/>
                </a:lnTo>
                <a:lnTo>
                  <a:pt x="14292" y="13108"/>
                </a:lnTo>
                <a:lnTo>
                  <a:pt x="13306" y="14457"/>
                </a:lnTo>
                <a:lnTo>
                  <a:pt x="11052" y="17552"/>
                </a:lnTo>
                <a:lnTo>
                  <a:pt x="9781" y="18888"/>
                </a:lnTo>
                <a:lnTo>
                  <a:pt x="8500" y="20236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526" y="19165"/>
                </a:lnTo>
                <a:lnTo>
                  <a:pt x="1102" y="16919"/>
                </a:lnTo>
                <a:lnTo>
                  <a:pt x="1746" y="14836"/>
                </a:lnTo>
                <a:lnTo>
                  <a:pt x="2488" y="12898"/>
                </a:lnTo>
                <a:lnTo>
                  <a:pt x="3341" y="11081"/>
                </a:lnTo>
                <a:lnTo>
                  <a:pt x="4331" y="9365"/>
                </a:lnTo>
                <a:lnTo>
                  <a:pt x="5483" y="7730"/>
                </a:lnTo>
                <a:lnTo>
                  <a:pt x="6815" y="6153"/>
                </a:lnTo>
                <a:lnTo>
                  <a:pt x="8348" y="4613"/>
                </a:lnTo>
                <a:lnTo>
                  <a:pt x="10112" y="3089"/>
                </a:lnTo>
                <a:lnTo>
                  <a:pt x="12121" y="1558"/>
                </a:lnTo>
                <a:lnTo>
                  <a:pt x="14400" y="0"/>
                </a:lnTo>
                <a:close/>
              </a:path>
            </a:pathLst>
          </a:custGeom>
          <a:solidFill>
            <a:srgbClr val="A7A8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7" name="contour_14605"/>
          <p:cNvSpPr/>
          <p:nvPr/>
        </p:nvSpPr>
        <p:spPr>
          <a:xfrm>
            <a:off x="11598281" y="190216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544" y="20581"/>
                </a:lnTo>
                <a:lnTo>
                  <a:pt x="15487" y="19562"/>
                </a:lnTo>
                <a:lnTo>
                  <a:pt x="12420" y="18540"/>
                </a:lnTo>
                <a:lnTo>
                  <a:pt x="9342" y="17514"/>
                </a:lnTo>
                <a:lnTo>
                  <a:pt x="6248" y="16481"/>
                </a:lnTo>
                <a:lnTo>
                  <a:pt x="3137" y="15444"/>
                </a:lnTo>
                <a:lnTo>
                  <a:pt x="0" y="14400"/>
                </a:lnTo>
                <a:lnTo>
                  <a:pt x="1706" y="10112"/>
                </a:lnTo>
                <a:lnTo>
                  <a:pt x="3046" y="7146"/>
                </a:lnTo>
                <a:lnTo>
                  <a:pt x="4325" y="5130"/>
                </a:lnTo>
                <a:lnTo>
                  <a:pt x="5848" y="3704"/>
                </a:lnTo>
                <a:lnTo>
                  <a:pt x="7906" y="2491"/>
                </a:lnTo>
                <a:lnTo>
                  <a:pt x="10800" y="1123"/>
                </a:lnTo>
                <a:lnTo>
                  <a:pt x="14801" y="331"/>
                </a:lnTo>
                <a:lnTo>
                  <a:pt x="17599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DB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8" name="contour_14606"/>
          <p:cNvSpPr/>
          <p:nvPr/>
        </p:nvSpPr>
        <p:spPr>
          <a:xfrm>
            <a:off x="5053665" y="1894878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087" y="981"/>
                </a:lnTo>
                <a:lnTo>
                  <a:pt x="19281" y="1754"/>
                </a:lnTo>
                <a:lnTo>
                  <a:pt x="20282" y="2735"/>
                </a:lnTo>
                <a:lnTo>
                  <a:pt x="21600" y="4320"/>
                </a:lnTo>
                <a:lnTo>
                  <a:pt x="21219" y="7443"/>
                </a:lnTo>
                <a:lnTo>
                  <a:pt x="20890" y="9681"/>
                </a:lnTo>
                <a:lnTo>
                  <a:pt x="20480" y="11651"/>
                </a:lnTo>
                <a:lnTo>
                  <a:pt x="19859" y="13975"/>
                </a:lnTo>
                <a:lnTo>
                  <a:pt x="18900" y="17280"/>
                </a:lnTo>
                <a:lnTo>
                  <a:pt x="17023" y="18217"/>
                </a:lnTo>
                <a:lnTo>
                  <a:pt x="15611" y="18865"/>
                </a:lnTo>
                <a:lnTo>
                  <a:pt x="14399" y="19310"/>
                </a:lnTo>
                <a:lnTo>
                  <a:pt x="13119" y="19634"/>
                </a:lnTo>
                <a:lnTo>
                  <a:pt x="11502" y="19920"/>
                </a:lnTo>
                <a:lnTo>
                  <a:pt x="9283" y="20252"/>
                </a:lnTo>
                <a:lnTo>
                  <a:pt x="8510" y="20377"/>
                </a:lnTo>
                <a:lnTo>
                  <a:pt x="7152" y="20598"/>
                </a:lnTo>
                <a:lnTo>
                  <a:pt x="4039" y="21112"/>
                </a:lnTo>
                <a:lnTo>
                  <a:pt x="2705" y="21272"/>
                </a:lnTo>
                <a:lnTo>
                  <a:pt x="1361" y="21436"/>
                </a:lnTo>
                <a:lnTo>
                  <a:pt x="0" y="21600"/>
                </a:lnTo>
                <a:lnTo>
                  <a:pt x="1366" y="19315"/>
                </a:lnTo>
                <a:lnTo>
                  <a:pt x="2724" y="17073"/>
                </a:lnTo>
                <a:lnTo>
                  <a:pt x="4082" y="14882"/>
                </a:lnTo>
                <a:lnTo>
                  <a:pt x="5451" y="12748"/>
                </a:lnTo>
                <a:lnTo>
                  <a:pt x="6842" y="10679"/>
                </a:lnTo>
                <a:lnTo>
                  <a:pt x="8265" y="8679"/>
                </a:lnTo>
                <a:lnTo>
                  <a:pt x="9728" y="6756"/>
                </a:lnTo>
                <a:lnTo>
                  <a:pt x="11243" y="4925"/>
                </a:lnTo>
                <a:lnTo>
                  <a:pt x="12822" y="3180"/>
                </a:lnTo>
                <a:lnTo>
                  <a:pt x="14469" y="1538"/>
                </a:lnTo>
                <a:lnTo>
                  <a:pt x="16200" y="0"/>
                </a:lnTo>
                <a:close/>
              </a:path>
            </a:pathLst>
          </a:custGeom>
          <a:solidFill>
            <a:srgbClr val="C6E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09" name="contour_14607"/>
          <p:cNvSpPr/>
          <p:nvPr/>
        </p:nvSpPr>
        <p:spPr>
          <a:xfrm>
            <a:off x="4303002" y="190216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84"/>
                </a:lnTo>
                <a:lnTo>
                  <a:pt x="7967" y="416"/>
                </a:lnTo>
                <a:lnTo>
                  <a:pt x="9904" y="864"/>
                </a:lnTo>
                <a:lnTo>
                  <a:pt x="12823" y="1685"/>
                </a:lnTo>
                <a:lnTo>
                  <a:pt x="15289" y="2327"/>
                </a:lnTo>
                <a:lnTo>
                  <a:pt x="17788" y="2975"/>
                </a:lnTo>
                <a:lnTo>
                  <a:pt x="19681" y="4180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246" y="17512"/>
                </a:lnTo>
                <a:lnTo>
                  <a:pt x="17521" y="18301"/>
                </a:lnTo>
                <a:lnTo>
                  <a:pt x="15588" y="18884"/>
                </a:lnTo>
                <a:lnTo>
                  <a:pt x="12600" y="19575"/>
                </a:lnTo>
                <a:lnTo>
                  <a:pt x="10087" y="20185"/>
                </a:lnTo>
                <a:lnTo>
                  <a:pt x="7538" y="20801"/>
                </a:lnTo>
                <a:lnTo>
                  <a:pt x="5584" y="21200"/>
                </a:lnTo>
                <a:lnTo>
                  <a:pt x="3600" y="21600"/>
                </a:lnTo>
                <a:lnTo>
                  <a:pt x="2599" y="17744"/>
                </a:lnTo>
                <a:lnTo>
                  <a:pt x="1912" y="14974"/>
                </a:lnTo>
                <a:lnTo>
                  <a:pt x="1364" y="12512"/>
                </a:lnTo>
                <a:lnTo>
                  <a:pt x="785" y="9580"/>
                </a:lnTo>
                <a:lnTo>
                  <a:pt x="0" y="5400"/>
                </a:lnTo>
                <a:lnTo>
                  <a:pt x="1786" y="2722"/>
                </a:lnTo>
                <a:lnTo>
                  <a:pt x="3600" y="0"/>
                </a:lnTo>
                <a:close/>
              </a:path>
            </a:pathLst>
          </a:custGeom>
          <a:solidFill>
            <a:srgbClr val="D6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0" name="contour_14608"/>
          <p:cNvSpPr/>
          <p:nvPr/>
        </p:nvSpPr>
        <p:spPr>
          <a:xfrm>
            <a:off x="10891346" y="1888289"/>
            <a:ext cx="51016" cy="225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1506"/>
                </a:moveTo>
                <a:lnTo>
                  <a:pt x="16342" y="2335"/>
                </a:lnTo>
                <a:lnTo>
                  <a:pt x="18443" y="3164"/>
                </a:lnTo>
                <a:lnTo>
                  <a:pt x="19227" y="3945"/>
                </a:lnTo>
                <a:lnTo>
                  <a:pt x="21600" y="6301"/>
                </a:lnTo>
                <a:lnTo>
                  <a:pt x="21600" y="10908"/>
                </a:lnTo>
                <a:lnTo>
                  <a:pt x="21600" y="15543"/>
                </a:lnTo>
                <a:lnTo>
                  <a:pt x="21600" y="20241"/>
                </a:lnTo>
                <a:lnTo>
                  <a:pt x="19789" y="20457"/>
                </a:lnTo>
                <a:lnTo>
                  <a:pt x="17974" y="20645"/>
                </a:lnTo>
                <a:lnTo>
                  <a:pt x="16163" y="20812"/>
                </a:lnTo>
                <a:lnTo>
                  <a:pt x="14349" y="20966"/>
                </a:lnTo>
                <a:lnTo>
                  <a:pt x="12537" y="21112"/>
                </a:lnTo>
                <a:lnTo>
                  <a:pt x="10852" y="21272"/>
                </a:lnTo>
                <a:lnTo>
                  <a:pt x="9155" y="21440"/>
                </a:lnTo>
                <a:lnTo>
                  <a:pt x="7437" y="21600"/>
                </a:lnTo>
                <a:lnTo>
                  <a:pt x="5277" y="20924"/>
                </a:lnTo>
                <a:lnTo>
                  <a:pt x="3086" y="20241"/>
                </a:lnTo>
                <a:lnTo>
                  <a:pt x="1839" y="16073"/>
                </a:lnTo>
                <a:lnTo>
                  <a:pt x="1102" y="13236"/>
                </a:lnTo>
                <a:lnTo>
                  <a:pt x="583" y="10413"/>
                </a:lnTo>
                <a:lnTo>
                  <a:pt x="0" y="6301"/>
                </a:lnTo>
                <a:lnTo>
                  <a:pt x="2111" y="3610"/>
                </a:lnTo>
                <a:lnTo>
                  <a:pt x="4058" y="1708"/>
                </a:lnTo>
                <a:lnTo>
                  <a:pt x="5925" y="530"/>
                </a:lnTo>
                <a:lnTo>
                  <a:pt x="7791" y="0"/>
                </a:lnTo>
                <a:lnTo>
                  <a:pt x="9751" y="35"/>
                </a:lnTo>
                <a:lnTo>
                  <a:pt x="11883" y="565"/>
                </a:lnTo>
                <a:lnTo>
                  <a:pt x="14271" y="1506"/>
                </a:lnTo>
                <a:close/>
              </a:path>
            </a:pathLst>
          </a:custGeom>
          <a:solidFill>
            <a:srgbClr val="38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1" name="contour_14609"/>
          <p:cNvSpPr/>
          <p:nvPr/>
        </p:nvSpPr>
        <p:spPr>
          <a:xfrm>
            <a:off x="10831402" y="1887590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08" y="0"/>
                </a:moveTo>
                <a:lnTo>
                  <a:pt x="21303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03" y="12020"/>
                </a:lnTo>
                <a:lnTo>
                  <a:pt x="20708" y="16200"/>
                </a:lnTo>
                <a:lnTo>
                  <a:pt x="18287" y="17350"/>
                </a:lnTo>
                <a:lnTo>
                  <a:pt x="15853" y="18311"/>
                </a:lnTo>
                <a:lnTo>
                  <a:pt x="13408" y="19116"/>
                </a:lnTo>
                <a:lnTo>
                  <a:pt x="10947" y="19786"/>
                </a:lnTo>
                <a:lnTo>
                  <a:pt x="8466" y="20347"/>
                </a:lnTo>
                <a:lnTo>
                  <a:pt x="5965" y="20817"/>
                </a:lnTo>
                <a:lnTo>
                  <a:pt x="3440" y="21227"/>
                </a:lnTo>
                <a:lnTo>
                  <a:pt x="892" y="21600"/>
                </a:lnTo>
                <a:lnTo>
                  <a:pt x="297" y="17744"/>
                </a:lnTo>
                <a:lnTo>
                  <a:pt x="0" y="14974"/>
                </a:lnTo>
                <a:lnTo>
                  <a:pt x="0" y="12512"/>
                </a:lnTo>
                <a:lnTo>
                  <a:pt x="297" y="9580"/>
                </a:lnTo>
                <a:lnTo>
                  <a:pt x="892" y="5400"/>
                </a:lnTo>
                <a:lnTo>
                  <a:pt x="3313" y="4250"/>
                </a:lnTo>
                <a:lnTo>
                  <a:pt x="5747" y="3289"/>
                </a:lnTo>
                <a:lnTo>
                  <a:pt x="8192" y="2484"/>
                </a:lnTo>
                <a:lnTo>
                  <a:pt x="10653" y="1814"/>
                </a:lnTo>
                <a:lnTo>
                  <a:pt x="13134" y="1253"/>
                </a:lnTo>
                <a:lnTo>
                  <a:pt x="15635" y="783"/>
                </a:lnTo>
                <a:lnTo>
                  <a:pt x="18160" y="373"/>
                </a:lnTo>
                <a:lnTo>
                  <a:pt x="20708" y="0"/>
                </a:lnTo>
                <a:close/>
              </a:path>
            </a:pathLst>
          </a:custGeom>
          <a:solidFill>
            <a:srgbClr val="8F7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2" name="contour_14610"/>
          <p:cNvSpPr/>
          <p:nvPr/>
        </p:nvSpPr>
        <p:spPr>
          <a:xfrm>
            <a:off x="5257729" y="1849211"/>
            <a:ext cx="51016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56"/>
                </a:lnTo>
                <a:lnTo>
                  <a:pt x="11485" y="152"/>
                </a:lnTo>
                <a:lnTo>
                  <a:pt x="13506" y="294"/>
                </a:lnTo>
                <a:lnTo>
                  <a:pt x="15527" y="481"/>
                </a:lnTo>
                <a:lnTo>
                  <a:pt x="17548" y="719"/>
                </a:lnTo>
                <a:lnTo>
                  <a:pt x="19570" y="1008"/>
                </a:lnTo>
                <a:lnTo>
                  <a:pt x="21600" y="1347"/>
                </a:lnTo>
                <a:lnTo>
                  <a:pt x="20708" y="4375"/>
                </a:lnTo>
                <a:lnTo>
                  <a:pt x="19857" y="7078"/>
                </a:lnTo>
                <a:lnTo>
                  <a:pt x="18977" y="9549"/>
                </a:lnTo>
                <a:lnTo>
                  <a:pt x="17993" y="11889"/>
                </a:lnTo>
                <a:lnTo>
                  <a:pt x="16836" y="14187"/>
                </a:lnTo>
                <a:lnTo>
                  <a:pt x="15429" y="16537"/>
                </a:lnTo>
                <a:lnTo>
                  <a:pt x="13528" y="17524"/>
                </a:lnTo>
                <a:lnTo>
                  <a:pt x="11627" y="18380"/>
                </a:lnTo>
                <a:lnTo>
                  <a:pt x="9720" y="19124"/>
                </a:lnTo>
                <a:lnTo>
                  <a:pt x="7804" y="19762"/>
                </a:lnTo>
                <a:lnTo>
                  <a:pt x="5878" y="20319"/>
                </a:lnTo>
                <a:lnTo>
                  <a:pt x="3937" y="20800"/>
                </a:lnTo>
                <a:lnTo>
                  <a:pt x="1981" y="21220"/>
                </a:lnTo>
                <a:lnTo>
                  <a:pt x="0" y="21600"/>
                </a:lnTo>
                <a:lnTo>
                  <a:pt x="62" y="14441"/>
                </a:lnTo>
                <a:lnTo>
                  <a:pt x="238" y="9266"/>
                </a:lnTo>
                <a:lnTo>
                  <a:pt x="660" y="5701"/>
                </a:lnTo>
                <a:lnTo>
                  <a:pt x="1463" y="3372"/>
                </a:lnTo>
                <a:lnTo>
                  <a:pt x="2768" y="1899"/>
                </a:lnTo>
                <a:lnTo>
                  <a:pt x="4706" y="901"/>
                </a:lnTo>
                <a:lnTo>
                  <a:pt x="7412" y="0"/>
                </a:lnTo>
                <a:close/>
              </a:path>
            </a:pathLst>
          </a:custGeom>
          <a:solidFill>
            <a:srgbClr val="BCD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3" name="contour_14611"/>
          <p:cNvSpPr/>
          <p:nvPr/>
        </p:nvSpPr>
        <p:spPr>
          <a:xfrm>
            <a:off x="7903269" y="184386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04" y="683"/>
                </a:lnTo>
                <a:lnTo>
                  <a:pt x="9621" y="1248"/>
                </a:lnTo>
                <a:lnTo>
                  <a:pt x="11591" y="1905"/>
                </a:lnTo>
                <a:lnTo>
                  <a:pt x="13936" y="2860"/>
                </a:lnTo>
                <a:lnTo>
                  <a:pt x="17280" y="4320"/>
                </a:lnTo>
                <a:lnTo>
                  <a:pt x="18740" y="7664"/>
                </a:lnTo>
                <a:lnTo>
                  <a:pt x="19695" y="10009"/>
                </a:lnTo>
                <a:lnTo>
                  <a:pt x="20352" y="11979"/>
                </a:lnTo>
                <a:lnTo>
                  <a:pt x="20917" y="14196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E8EF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4" name="contour_14612"/>
          <p:cNvSpPr/>
          <p:nvPr/>
        </p:nvSpPr>
        <p:spPr>
          <a:xfrm>
            <a:off x="1839661" y="1836574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435" y="2566"/>
                </a:lnTo>
                <a:lnTo>
                  <a:pt x="19972" y="5141"/>
                </a:lnTo>
                <a:lnTo>
                  <a:pt x="20509" y="7724"/>
                </a:lnTo>
                <a:lnTo>
                  <a:pt x="21052" y="10329"/>
                </a:lnTo>
                <a:lnTo>
                  <a:pt x="21600" y="12960"/>
                </a:lnTo>
                <a:lnTo>
                  <a:pt x="19899" y="13738"/>
                </a:lnTo>
                <a:lnTo>
                  <a:pt x="18198" y="14515"/>
                </a:lnTo>
                <a:lnTo>
                  <a:pt x="16494" y="15293"/>
                </a:lnTo>
                <a:lnTo>
                  <a:pt x="14788" y="16075"/>
                </a:lnTo>
                <a:lnTo>
                  <a:pt x="13076" y="16857"/>
                </a:lnTo>
                <a:lnTo>
                  <a:pt x="11364" y="17639"/>
                </a:lnTo>
                <a:lnTo>
                  <a:pt x="9644" y="18425"/>
                </a:lnTo>
                <a:lnTo>
                  <a:pt x="7919" y="19215"/>
                </a:lnTo>
                <a:lnTo>
                  <a:pt x="6188" y="20006"/>
                </a:lnTo>
                <a:lnTo>
                  <a:pt x="4447" y="20801"/>
                </a:lnTo>
                <a:lnTo>
                  <a:pt x="2700" y="21600"/>
                </a:lnTo>
                <a:lnTo>
                  <a:pt x="2165" y="19034"/>
                </a:lnTo>
                <a:lnTo>
                  <a:pt x="1628" y="16459"/>
                </a:lnTo>
                <a:lnTo>
                  <a:pt x="1091" y="13876"/>
                </a:lnTo>
                <a:lnTo>
                  <a:pt x="548" y="11271"/>
                </a:lnTo>
                <a:lnTo>
                  <a:pt x="0" y="8640"/>
                </a:lnTo>
                <a:lnTo>
                  <a:pt x="2138" y="7599"/>
                </a:lnTo>
                <a:lnTo>
                  <a:pt x="4115" y="6713"/>
                </a:lnTo>
                <a:lnTo>
                  <a:pt x="5970" y="6005"/>
                </a:lnTo>
                <a:lnTo>
                  <a:pt x="7741" y="5512"/>
                </a:lnTo>
                <a:lnTo>
                  <a:pt x="9472" y="5262"/>
                </a:lnTo>
                <a:lnTo>
                  <a:pt x="11202" y="5279"/>
                </a:lnTo>
                <a:lnTo>
                  <a:pt x="12968" y="5599"/>
                </a:lnTo>
                <a:lnTo>
                  <a:pt x="14815" y="6247"/>
                </a:lnTo>
                <a:lnTo>
                  <a:pt x="16778" y="7249"/>
                </a:lnTo>
                <a:lnTo>
                  <a:pt x="18900" y="8640"/>
                </a:lnTo>
                <a:lnTo>
                  <a:pt x="18900" y="5784"/>
                </a:lnTo>
                <a:lnTo>
                  <a:pt x="18900" y="2912"/>
                </a:lnTo>
                <a:lnTo>
                  <a:pt x="18900" y="0"/>
                </a:lnTo>
                <a:close/>
              </a:path>
            </a:pathLst>
          </a:custGeom>
          <a:solidFill>
            <a:srgbClr val="3836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5" name="contour_14613"/>
          <p:cNvSpPr/>
          <p:nvPr/>
        </p:nvSpPr>
        <p:spPr>
          <a:xfrm>
            <a:off x="1358653" y="1851150"/>
            <a:ext cx="58304" cy="23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19286" y="6613"/>
                </a:lnTo>
                <a:lnTo>
                  <a:pt x="17477" y="11593"/>
                </a:lnTo>
                <a:lnTo>
                  <a:pt x="16025" y="15211"/>
                </a:lnTo>
                <a:lnTo>
                  <a:pt x="14782" y="17711"/>
                </a:lnTo>
                <a:lnTo>
                  <a:pt x="13603" y="19344"/>
                </a:lnTo>
                <a:lnTo>
                  <a:pt x="12334" y="20374"/>
                </a:lnTo>
                <a:lnTo>
                  <a:pt x="10830" y="21038"/>
                </a:lnTo>
                <a:lnTo>
                  <a:pt x="8942" y="21600"/>
                </a:lnTo>
                <a:lnTo>
                  <a:pt x="8062" y="21282"/>
                </a:lnTo>
                <a:lnTo>
                  <a:pt x="5400" y="20326"/>
                </a:lnTo>
                <a:lnTo>
                  <a:pt x="5400" y="15848"/>
                </a:lnTo>
                <a:lnTo>
                  <a:pt x="5400" y="11342"/>
                </a:lnTo>
                <a:lnTo>
                  <a:pt x="5400" y="6775"/>
                </a:lnTo>
                <a:lnTo>
                  <a:pt x="4063" y="5095"/>
                </a:lnTo>
                <a:lnTo>
                  <a:pt x="2719" y="3415"/>
                </a:lnTo>
                <a:lnTo>
                  <a:pt x="1369" y="1714"/>
                </a:lnTo>
                <a:lnTo>
                  <a:pt x="0" y="0"/>
                </a:lnTo>
                <a:close/>
              </a:path>
            </a:pathLst>
          </a:custGeom>
          <a:solidFill>
            <a:srgbClr val="6D6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6" name="contour_14614"/>
          <p:cNvSpPr/>
          <p:nvPr/>
        </p:nvSpPr>
        <p:spPr>
          <a:xfrm>
            <a:off x="2196772" y="1829286"/>
            <a:ext cx="51016" cy="30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548" y="3767"/>
                </a:lnTo>
                <a:lnTo>
                  <a:pt x="21387" y="7314"/>
                </a:lnTo>
                <a:lnTo>
                  <a:pt x="21066" y="10698"/>
                </a:lnTo>
                <a:lnTo>
                  <a:pt x="20520" y="13975"/>
                </a:lnTo>
                <a:lnTo>
                  <a:pt x="19690" y="17195"/>
                </a:lnTo>
                <a:lnTo>
                  <a:pt x="18514" y="20416"/>
                </a:lnTo>
                <a:lnTo>
                  <a:pt x="16438" y="20972"/>
                </a:lnTo>
                <a:lnTo>
                  <a:pt x="14379" y="21340"/>
                </a:lnTo>
                <a:lnTo>
                  <a:pt x="12334" y="21544"/>
                </a:lnTo>
                <a:lnTo>
                  <a:pt x="10294" y="21600"/>
                </a:lnTo>
                <a:lnTo>
                  <a:pt x="8254" y="21534"/>
                </a:lnTo>
                <a:lnTo>
                  <a:pt x="6212" y="21360"/>
                </a:lnTo>
                <a:lnTo>
                  <a:pt x="4156" y="21105"/>
                </a:lnTo>
                <a:lnTo>
                  <a:pt x="2089" y="20783"/>
                </a:lnTo>
                <a:lnTo>
                  <a:pt x="0" y="20416"/>
                </a:lnTo>
                <a:lnTo>
                  <a:pt x="691" y="17410"/>
                </a:lnTo>
                <a:lnTo>
                  <a:pt x="1244" y="15343"/>
                </a:lnTo>
                <a:lnTo>
                  <a:pt x="1947" y="13260"/>
                </a:lnTo>
                <a:lnTo>
                  <a:pt x="3086" y="10208"/>
                </a:lnTo>
                <a:lnTo>
                  <a:pt x="5323" y="9519"/>
                </a:lnTo>
                <a:lnTo>
                  <a:pt x="6974" y="9356"/>
                </a:lnTo>
                <a:lnTo>
                  <a:pt x="9448" y="9570"/>
                </a:lnTo>
                <a:lnTo>
                  <a:pt x="11423" y="9779"/>
                </a:lnTo>
                <a:lnTo>
                  <a:pt x="13414" y="9994"/>
                </a:lnTo>
                <a:lnTo>
                  <a:pt x="15429" y="10208"/>
                </a:lnTo>
                <a:lnTo>
                  <a:pt x="15429" y="6834"/>
                </a:lnTo>
                <a:lnTo>
                  <a:pt x="15429" y="3440"/>
                </a:lnTo>
                <a:lnTo>
                  <a:pt x="15429" y="0"/>
                </a:lnTo>
                <a:close/>
              </a:path>
            </a:pathLst>
          </a:custGeom>
          <a:solidFill>
            <a:srgbClr val="2D2C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7" name="contour_14615"/>
          <p:cNvSpPr/>
          <p:nvPr/>
        </p:nvSpPr>
        <p:spPr>
          <a:xfrm>
            <a:off x="11175578" y="1800134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851" y="1634"/>
                </a:lnTo>
                <a:lnTo>
                  <a:pt x="4619" y="3280"/>
                </a:lnTo>
                <a:lnTo>
                  <a:pt x="5400" y="4950"/>
                </a:lnTo>
                <a:lnTo>
                  <a:pt x="6810" y="7207"/>
                </a:lnTo>
                <a:lnTo>
                  <a:pt x="8319" y="9148"/>
                </a:lnTo>
                <a:lnTo>
                  <a:pt x="9924" y="10822"/>
                </a:lnTo>
                <a:lnTo>
                  <a:pt x="11624" y="12276"/>
                </a:lnTo>
                <a:lnTo>
                  <a:pt x="13420" y="13561"/>
                </a:lnTo>
                <a:lnTo>
                  <a:pt x="15317" y="14724"/>
                </a:lnTo>
                <a:lnTo>
                  <a:pt x="17311" y="15822"/>
                </a:lnTo>
                <a:lnTo>
                  <a:pt x="19406" y="16895"/>
                </a:lnTo>
                <a:lnTo>
                  <a:pt x="21600" y="18000"/>
                </a:lnTo>
                <a:lnTo>
                  <a:pt x="19462" y="18356"/>
                </a:lnTo>
                <a:lnTo>
                  <a:pt x="17320" y="18713"/>
                </a:lnTo>
                <a:lnTo>
                  <a:pt x="15179" y="19069"/>
                </a:lnTo>
                <a:lnTo>
                  <a:pt x="13034" y="19429"/>
                </a:lnTo>
                <a:lnTo>
                  <a:pt x="10880" y="19786"/>
                </a:lnTo>
                <a:lnTo>
                  <a:pt x="8723" y="20146"/>
                </a:lnTo>
                <a:lnTo>
                  <a:pt x="6557" y="20506"/>
                </a:lnTo>
                <a:lnTo>
                  <a:pt x="4382" y="20869"/>
                </a:lnTo>
                <a:lnTo>
                  <a:pt x="2197" y="21233"/>
                </a:lnTo>
                <a:lnTo>
                  <a:pt x="0" y="21600"/>
                </a:lnTo>
                <a:lnTo>
                  <a:pt x="339" y="19224"/>
                </a:lnTo>
                <a:lnTo>
                  <a:pt x="679" y="16844"/>
                </a:lnTo>
                <a:lnTo>
                  <a:pt x="1018" y="14465"/>
                </a:lnTo>
                <a:lnTo>
                  <a:pt x="1361" y="12078"/>
                </a:lnTo>
                <a:lnTo>
                  <a:pt x="1703" y="9684"/>
                </a:lnTo>
                <a:lnTo>
                  <a:pt x="2046" y="7279"/>
                </a:lnTo>
                <a:lnTo>
                  <a:pt x="2391" y="4867"/>
                </a:lnTo>
                <a:lnTo>
                  <a:pt x="2737" y="2441"/>
                </a:lnTo>
                <a:lnTo>
                  <a:pt x="3086" y="0"/>
                </a:lnTo>
                <a:close/>
              </a:path>
            </a:pathLst>
          </a:custGeom>
          <a:solidFill>
            <a:srgbClr val="B7C0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8" name="contour_14616"/>
          <p:cNvSpPr/>
          <p:nvPr/>
        </p:nvSpPr>
        <p:spPr>
          <a:xfrm>
            <a:off x="10795290" y="1836574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1918" y="302"/>
                </a:lnTo>
                <a:lnTo>
                  <a:pt x="3011" y="583"/>
                </a:lnTo>
                <a:lnTo>
                  <a:pt x="4270" y="913"/>
                </a:lnTo>
                <a:lnTo>
                  <a:pt x="5938" y="1345"/>
                </a:lnTo>
                <a:lnTo>
                  <a:pt x="8261" y="1944"/>
                </a:lnTo>
                <a:lnTo>
                  <a:pt x="11480" y="2781"/>
                </a:lnTo>
                <a:lnTo>
                  <a:pt x="15846" y="3910"/>
                </a:lnTo>
                <a:lnTo>
                  <a:pt x="21600" y="5400"/>
                </a:lnTo>
                <a:lnTo>
                  <a:pt x="20774" y="8608"/>
                </a:lnTo>
                <a:lnTo>
                  <a:pt x="19945" y="11826"/>
                </a:lnTo>
                <a:lnTo>
                  <a:pt x="19115" y="15055"/>
                </a:lnTo>
                <a:lnTo>
                  <a:pt x="18277" y="18311"/>
                </a:lnTo>
                <a:lnTo>
                  <a:pt x="17430" y="21600"/>
                </a:lnTo>
                <a:lnTo>
                  <a:pt x="14532" y="21087"/>
                </a:lnTo>
                <a:lnTo>
                  <a:pt x="11697" y="20493"/>
                </a:lnTo>
                <a:lnTo>
                  <a:pt x="8907" y="19764"/>
                </a:lnTo>
                <a:lnTo>
                  <a:pt x="6159" y="18841"/>
                </a:lnTo>
                <a:lnTo>
                  <a:pt x="3444" y="17674"/>
                </a:lnTo>
                <a:lnTo>
                  <a:pt x="751" y="16200"/>
                </a:lnTo>
                <a:lnTo>
                  <a:pt x="250" y="12020"/>
                </a:lnTo>
                <a:lnTo>
                  <a:pt x="0" y="9088"/>
                </a:lnTo>
                <a:lnTo>
                  <a:pt x="0" y="6626"/>
                </a:lnTo>
                <a:lnTo>
                  <a:pt x="250" y="3856"/>
                </a:lnTo>
                <a:lnTo>
                  <a:pt x="751" y="0"/>
                </a:lnTo>
                <a:close/>
              </a:path>
            </a:pathLst>
          </a:custGeom>
          <a:solidFill>
            <a:srgbClr val="B4B8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19" name="contour_14617"/>
          <p:cNvSpPr/>
          <p:nvPr/>
        </p:nvSpPr>
        <p:spPr>
          <a:xfrm>
            <a:off x="2007284" y="1814710"/>
            <a:ext cx="36440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391" y="2064"/>
                </a:lnTo>
                <a:lnTo>
                  <a:pt x="6463" y="4141"/>
                </a:lnTo>
                <a:lnTo>
                  <a:pt x="7547" y="6226"/>
                </a:lnTo>
                <a:lnTo>
                  <a:pt x="8640" y="8340"/>
                </a:lnTo>
                <a:lnTo>
                  <a:pt x="11206" y="7514"/>
                </a:lnTo>
                <a:lnTo>
                  <a:pt x="13781" y="6684"/>
                </a:lnTo>
                <a:lnTo>
                  <a:pt x="16364" y="5855"/>
                </a:lnTo>
                <a:lnTo>
                  <a:pt x="18969" y="5016"/>
                </a:lnTo>
                <a:lnTo>
                  <a:pt x="21600" y="4170"/>
                </a:lnTo>
                <a:lnTo>
                  <a:pt x="20589" y="6697"/>
                </a:lnTo>
                <a:lnTo>
                  <a:pt x="19544" y="9174"/>
                </a:lnTo>
                <a:lnTo>
                  <a:pt x="18438" y="11605"/>
                </a:lnTo>
                <a:lnTo>
                  <a:pt x="17254" y="13986"/>
                </a:lnTo>
                <a:lnTo>
                  <a:pt x="15958" y="16321"/>
                </a:lnTo>
                <a:lnTo>
                  <a:pt x="14537" y="18610"/>
                </a:lnTo>
                <a:lnTo>
                  <a:pt x="12960" y="20849"/>
                </a:lnTo>
                <a:lnTo>
                  <a:pt x="9487" y="2135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50"/>
                </a:lnTo>
                <a:lnTo>
                  <a:pt x="0" y="20849"/>
                </a:lnTo>
                <a:lnTo>
                  <a:pt x="536" y="18268"/>
                </a:lnTo>
                <a:lnTo>
                  <a:pt x="1071" y="15687"/>
                </a:lnTo>
                <a:lnTo>
                  <a:pt x="1607" y="13098"/>
                </a:lnTo>
                <a:lnTo>
                  <a:pt x="2143" y="10504"/>
                </a:lnTo>
                <a:lnTo>
                  <a:pt x="2683" y="7898"/>
                </a:lnTo>
                <a:lnTo>
                  <a:pt x="3227" y="5279"/>
                </a:lnTo>
                <a:lnTo>
                  <a:pt x="3771" y="2648"/>
                </a:lnTo>
                <a:lnTo>
                  <a:pt x="4320" y="0"/>
                </a:lnTo>
                <a:close/>
              </a:path>
            </a:pathLst>
          </a:custGeom>
          <a:solidFill>
            <a:srgbClr val="5F5F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0" name="contour_14618"/>
          <p:cNvSpPr/>
          <p:nvPr/>
        </p:nvSpPr>
        <p:spPr>
          <a:xfrm>
            <a:off x="934791" y="1814710"/>
            <a:ext cx="3031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6" y="0"/>
                </a:moveTo>
                <a:lnTo>
                  <a:pt x="4082" y="752"/>
                </a:lnTo>
                <a:lnTo>
                  <a:pt x="7235" y="1544"/>
                </a:lnTo>
                <a:lnTo>
                  <a:pt x="10294" y="2401"/>
                </a:lnTo>
                <a:lnTo>
                  <a:pt x="13254" y="3362"/>
                </a:lnTo>
                <a:lnTo>
                  <a:pt x="16126" y="4457"/>
                </a:lnTo>
                <a:lnTo>
                  <a:pt x="18905" y="5728"/>
                </a:lnTo>
                <a:lnTo>
                  <a:pt x="21600" y="7200"/>
                </a:lnTo>
                <a:lnTo>
                  <a:pt x="21543" y="9778"/>
                </a:lnTo>
                <a:lnTo>
                  <a:pt x="21086" y="12226"/>
                </a:lnTo>
                <a:lnTo>
                  <a:pt x="20286" y="14591"/>
                </a:lnTo>
                <a:lnTo>
                  <a:pt x="19201" y="16909"/>
                </a:lnTo>
                <a:lnTo>
                  <a:pt x="17892" y="19231"/>
                </a:lnTo>
                <a:lnTo>
                  <a:pt x="16406" y="21600"/>
                </a:lnTo>
                <a:lnTo>
                  <a:pt x="13088" y="20441"/>
                </a:lnTo>
                <a:lnTo>
                  <a:pt x="10636" y="19534"/>
                </a:lnTo>
                <a:lnTo>
                  <a:pt x="8616" y="18677"/>
                </a:lnTo>
                <a:lnTo>
                  <a:pt x="6596" y="17665"/>
                </a:lnTo>
                <a:lnTo>
                  <a:pt x="4144" y="16308"/>
                </a:lnTo>
                <a:lnTo>
                  <a:pt x="826" y="14400"/>
                </a:lnTo>
                <a:lnTo>
                  <a:pt x="275" y="11920"/>
                </a:lnTo>
                <a:lnTo>
                  <a:pt x="16" y="9562"/>
                </a:lnTo>
                <a:lnTo>
                  <a:pt x="0" y="7258"/>
                </a:lnTo>
                <a:lnTo>
                  <a:pt x="166" y="4939"/>
                </a:lnTo>
                <a:lnTo>
                  <a:pt x="462" y="2542"/>
                </a:lnTo>
                <a:lnTo>
                  <a:pt x="826" y="0"/>
                </a:lnTo>
                <a:close/>
              </a:path>
            </a:pathLst>
          </a:custGeom>
          <a:solidFill>
            <a:srgbClr val="9596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1" name="contour_14619"/>
          <p:cNvSpPr/>
          <p:nvPr/>
        </p:nvSpPr>
        <p:spPr>
          <a:xfrm>
            <a:off x="571550" y="1821998"/>
            <a:ext cx="51016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86" y="3260"/>
                </a:lnTo>
                <a:lnTo>
                  <a:pt x="20329" y="6377"/>
                </a:lnTo>
                <a:lnTo>
                  <a:pt x="19604" y="9372"/>
                </a:lnTo>
                <a:lnTo>
                  <a:pt x="18780" y="12259"/>
                </a:lnTo>
                <a:lnTo>
                  <a:pt x="17826" y="15054"/>
                </a:lnTo>
                <a:lnTo>
                  <a:pt x="16718" y="17778"/>
                </a:lnTo>
                <a:lnTo>
                  <a:pt x="15429" y="20440"/>
                </a:lnTo>
                <a:lnTo>
                  <a:pt x="13191" y="21089"/>
                </a:lnTo>
                <a:lnTo>
                  <a:pt x="10994" y="21467"/>
                </a:lnTo>
                <a:lnTo>
                  <a:pt x="8816" y="21600"/>
                </a:lnTo>
                <a:lnTo>
                  <a:pt x="6644" y="21534"/>
                </a:lnTo>
                <a:lnTo>
                  <a:pt x="4462" y="21293"/>
                </a:lnTo>
                <a:lnTo>
                  <a:pt x="2253" y="20920"/>
                </a:lnTo>
                <a:lnTo>
                  <a:pt x="0" y="20440"/>
                </a:lnTo>
                <a:lnTo>
                  <a:pt x="0" y="17062"/>
                </a:lnTo>
                <a:lnTo>
                  <a:pt x="0" y="13664"/>
                </a:lnTo>
                <a:lnTo>
                  <a:pt x="0" y="10220"/>
                </a:lnTo>
                <a:lnTo>
                  <a:pt x="1892" y="8309"/>
                </a:lnTo>
                <a:lnTo>
                  <a:pt x="3283" y="7077"/>
                </a:lnTo>
                <a:lnTo>
                  <a:pt x="4866" y="5974"/>
                </a:lnTo>
                <a:lnTo>
                  <a:pt x="7329" y="4471"/>
                </a:lnTo>
                <a:lnTo>
                  <a:pt x="8689" y="3613"/>
                </a:lnTo>
                <a:lnTo>
                  <a:pt x="10063" y="2749"/>
                </a:lnTo>
                <a:lnTo>
                  <a:pt x="11451" y="1875"/>
                </a:lnTo>
                <a:lnTo>
                  <a:pt x="13441" y="961"/>
                </a:lnTo>
                <a:lnTo>
                  <a:pt x="14966" y="404"/>
                </a:lnTo>
                <a:lnTo>
                  <a:pt x="16509" y="118"/>
                </a:lnTo>
                <a:lnTo>
                  <a:pt x="18557" y="15"/>
                </a:lnTo>
                <a:lnTo>
                  <a:pt x="21600" y="0"/>
                </a:lnTo>
                <a:close/>
              </a:path>
            </a:pathLst>
          </a:custGeom>
          <a:solidFill>
            <a:srgbClr val="8372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2" name="contour_14620"/>
          <p:cNvSpPr/>
          <p:nvPr/>
        </p:nvSpPr>
        <p:spPr>
          <a:xfrm>
            <a:off x="5364753" y="1814710"/>
            <a:ext cx="3073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58" y="0"/>
                </a:moveTo>
                <a:lnTo>
                  <a:pt x="13246" y="1678"/>
                </a:lnTo>
                <a:lnTo>
                  <a:pt x="14613" y="3362"/>
                </a:lnTo>
                <a:lnTo>
                  <a:pt x="15961" y="5054"/>
                </a:lnTo>
                <a:lnTo>
                  <a:pt x="17297" y="6750"/>
                </a:lnTo>
                <a:lnTo>
                  <a:pt x="18819" y="8633"/>
                </a:lnTo>
                <a:lnTo>
                  <a:pt x="20360" y="10548"/>
                </a:lnTo>
                <a:lnTo>
                  <a:pt x="21334" y="12838"/>
                </a:lnTo>
                <a:lnTo>
                  <a:pt x="21600" y="14429"/>
                </a:lnTo>
                <a:lnTo>
                  <a:pt x="21124" y="16060"/>
                </a:lnTo>
                <a:lnTo>
                  <a:pt x="19843" y="18479"/>
                </a:lnTo>
                <a:lnTo>
                  <a:pt x="18419" y="20027"/>
                </a:lnTo>
                <a:lnTo>
                  <a:pt x="16980" y="21600"/>
                </a:lnTo>
                <a:lnTo>
                  <a:pt x="13169" y="21139"/>
                </a:lnTo>
                <a:lnTo>
                  <a:pt x="10465" y="20722"/>
                </a:lnTo>
                <a:lnTo>
                  <a:pt x="8129" y="20174"/>
                </a:lnTo>
                <a:lnTo>
                  <a:pt x="5424" y="19325"/>
                </a:lnTo>
                <a:lnTo>
                  <a:pt x="1613" y="18000"/>
                </a:lnTo>
                <a:lnTo>
                  <a:pt x="743" y="15556"/>
                </a:lnTo>
                <a:lnTo>
                  <a:pt x="200" y="13162"/>
                </a:lnTo>
                <a:lnTo>
                  <a:pt x="0" y="10789"/>
                </a:lnTo>
                <a:lnTo>
                  <a:pt x="159" y="8417"/>
                </a:lnTo>
                <a:lnTo>
                  <a:pt x="691" y="6030"/>
                </a:lnTo>
                <a:lnTo>
                  <a:pt x="1613" y="3600"/>
                </a:lnTo>
                <a:lnTo>
                  <a:pt x="4712" y="2279"/>
                </a:lnTo>
                <a:lnTo>
                  <a:pt x="6812" y="1462"/>
                </a:lnTo>
                <a:lnTo>
                  <a:pt x="8877" y="817"/>
                </a:lnTo>
                <a:lnTo>
                  <a:pt x="11858" y="0"/>
                </a:lnTo>
                <a:close/>
              </a:path>
            </a:pathLst>
          </a:custGeom>
          <a:solidFill>
            <a:srgbClr val="DA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3" name="contour_14621"/>
          <p:cNvSpPr/>
          <p:nvPr/>
        </p:nvSpPr>
        <p:spPr>
          <a:xfrm>
            <a:off x="7655478" y="1798494"/>
            <a:ext cx="36440" cy="32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092"/>
                </a:moveTo>
                <a:lnTo>
                  <a:pt x="7318" y="349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33"/>
                </a:lnTo>
                <a:lnTo>
                  <a:pt x="18468" y="626"/>
                </a:lnTo>
                <a:lnTo>
                  <a:pt x="21600" y="1092"/>
                </a:lnTo>
                <a:lnTo>
                  <a:pt x="21298" y="4529"/>
                </a:lnTo>
                <a:lnTo>
                  <a:pt x="20904" y="7854"/>
                </a:lnTo>
                <a:lnTo>
                  <a:pt x="20369" y="11096"/>
                </a:lnTo>
                <a:lnTo>
                  <a:pt x="19626" y="14271"/>
                </a:lnTo>
                <a:lnTo>
                  <a:pt x="18615" y="17396"/>
                </a:lnTo>
                <a:lnTo>
                  <a:pt x="17280" y="20508"/>
                </a:lnTo>
                <a:lnTo>
                  <a:pt x="14282" y="21251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67"/>
                </a:lnTo>
                <a:lnTo>
                  <a:pt x="3132" y="20974"/>
                </a:lnTo>
                <a:lnTo>
                  <a:pt x="0" y="20508"/>
                </a:lnTo>
                <a:lnTo>
                  <a:pt x="302" y="17071"/>
                </a:lnTo>
                <a:lnTo>
                  <a:pt x="696" y="13746"/>
                </a:lnTo>
                <a:lnTo>
                  <a:pt x="1231" y="10504"/>
                </a:lnTo>
                <a:lnTo>
                  <a:pt x="1974" y="7329"/>
                </a:lnTo>
                <a:lnTo>
                  <a:pt x="2985" y="4204"/>
                </a:lnTo>
                <a:lnTo>
                  <a:pt x="4320" y="1092"/>
                </a:lnTo>
                <a:close/>
              </a:path>
            </a:pathLst>
          </a:custGeom>
          <a:solidFill>
            <a:srgbClr val="ACA2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4" name="contour_14622"/>
          <p:cNvSpPr/>
          <p:nvPr/>
        </p:nvSpPr>
        <p:spPr>
          <a:xfrm>
            <a:off x="7334945" y="1785558"/>
            <a:ext cx="3630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91" y="0"/>
                </a:moveTo>
                <a:lnTo>
                  <a:pt x="11318" y="421"/>
                </a:lnTo>
                <a:lnTo>
                  <a:pt x="13131" y="842"/>
                </a:lnTo>
                <a:lnTo>
                  <a:pt x="14839" y="1517"/>
                </a:lnTo>
                <a:lnTo>
                  <a:pt x="17264" y="2700"/>
                </a:lnTo>
                <a:lnTo>
                  <a:pt x="18855" y="4398"/>
                </a:lnTo>
                <a:lnTo>
                  <a:pt x="19839" y="5527"/>
                </a:lnTo>
                <a:lnTo>
                  <a:pt x="20616" y="6591"/>
                </a:lnTo>
                <a:lnTo>
                  <a:pt x="21600" y="8100"/>
                </a:lnTo>
                <a:lnTo>
                  <a:pt x="18734" y="8100"/>
                </a:lnTo>
                <a:lnTo>
                  <a:pt x="15850" y="8100"/>
                </a:lnTo>
                <a:lnTo>
                  <a:pt x="12927" y="8100"/>
                </a:lnTo>
                <a:lnTo>
                  <a:pt x="11964" y="9866"/>
                </a:lnTo>
                <a:lnTo>
                  <a:pt x="11388" y="11159"/>
                </a:lnTo>
                <a:lnTo>
                  <a:pt x="10976" y="12609"/>
                </a:lnTo>
                <a:lnTo>
                  <a:pt x="10490" y="14850"/>
                </a:lnTo>
                <a:lnTo>
                  <a:pt x="9991" y="17091"/>
                </a:lnTo>
                <a:lnTo>
                  <a:pt x="9627" y="18541"/>
                </a:lnTo>
                <a:lnTo>
                  <a:pt x="9219" y="19834"/>
                </a:lnTo>
                <a:lnTo>
                  <a:pt x="8591" y="21600"/>
                </a:lnTo>
                <a:lnTo>
                  <a:pt x="6440" y="21600"/>
                </a:lnTo>
                <a:lnTo>
                  <a:pt x="4254" y="21600"/>
                </a:lnTo>
                <a:lnTo>
                  <a:pt x="3686" y="20053"/>
                </a:lnTo>
                <a:lnTo>
                  <a:pt x="3131" y="18500"/>
                </a:lnTo>
                <a:lnTo>
                  <a:pt x="2593" y="16948"/>
                </a:lnTo>
                <a:lnTo>
                  <a:pt x="2064" y="15393"/>
                </a:lnTo>
                <a:lnTo>
                  <a:pt x="1544" y="13838"/>
                </a:lnTo>
                <a:lnTo>
                  <a:pt x="1041" y="12396"/>
                </a:lnTo>
                <a:lnTo>
                  <a:pt x="533" y="10943"/>
                </a:lnTo>
                <a:lnTo>
                  <a:pt x="17" y="9472"/>
                </a:lnTo>
                <a:lnTo>
                  <a:pt x="0" y="7457"/>
                </a:lnTo>
                <a:lnTo>
                  <a:pt x="191" y="6070"/>
                </a:lnTo>
                <a:lnTo>
                  <a:pt x="776" y="4955"/>
                </a:lnTo>
                <a:lnTo>
                  <a:pt x="1938" y="3758"/>
                </a:lnTo>
                <a:lnTo>
                  <a:pt x="3864" y="2130"/>
                </a:lnTo>
                <a:lnTo>
                  <a:pt x="6210" y="1075"/>
                </a:lnTo>
                <a:lnTo>
                  <a:pt x="8591" y="0"/>
                </a:lnTo>
                <a:close/>
              </a:path>
            </a:pathLst>
          </a:custGeom>
          <a:solidFill>
            <a:srgbClr val="9D8B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5" name="contour_14623"/>
          <p:cNvSpPr/>
          <p:nvPr/>
        </p:nvSpPr>
        <p:spPr>
          <a:xfrm>
            <a:off x="1715765" y="178555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366" y="912"/>
                </a:lnTo>
                <a:lnTo>
                  <a:pt x="7657" y="2523"/>
                </a:lnTo>
                <a:lnTo>
                  <a:pt x="8323" y="6212"/>
                </a:lnTo>
                <a:lnTo>
                  <a:pt x="9576" y="9530"/>
                </a:lnTo>
                <a:lnTo>
                  <a:pt x="10624" y="11694"/>
                </a:lnTo>
                <a:lnTo>
                  <a:pt x="11855" y="13172"/>
                </a:lnTo>
                <a:lnTo>
                  <a:pt x="13658" y="14429"/>
                </a:lnTo>
                <a:lnTo>
                  <a:pt x="16423" y="15932"/>
                </a:lnTo>
                <a:lnTo>
                  <a:pt x="18133" y="16377"/>
                </a:lnTo>
                <a:lnTo>
                  <a:pt x="19854" y="16826"/>
                </a:lnTo>
                <a:lnTo>
                  <a:pt x="21600" y="17280"/>
                </a:lnTo>
                <a:lnTo>
                  <a:pt x="19372" y="17816"/>
                </a:lnTo>
                <a:lnTo>
                  <a:pt x="17143" y="18351"/>
                </a:lnTo>
                <a:lnTo>
                  <a:pt x="14908" y="18887"/>
                </a:lnTo>
                <a:lnTo>
                  <a:pt x="12668" y="19423"/>
                </a:lnTo>
                <a:lnTo>
                  <a:pt x="10418" y="19963"/>
                </a:lnTo>
                <a:lnTo>
                  <a:pt x="8158" y="20507"/>
                </a:lnTo>
                <a:lnTo>
                  <a:pt x="5886" y="21051"/>
                </a:lnTo>
                <a:lnTo>
                  <a:pt x="3600" y="21600"/>
                </a:lnTo>
                <a:lnTo>
                  <a:pt x="2261" y="16606"/>
                </a:lnTo>
                <a:lnTo>
                  <a:pt x="1354" y="13094"/>
                </a:lnTo>
                <a:lnTo>
                  <a:pt x="770" y="10593"/>
                </a:lnTo>
                <a:lnTo>
                  <a:pt x="418" y="8614"/>
                </a:lnTo>
                <a:lnTo>
                  <a:pt x="194" y="6683"/>
                </a:lnTo>
                <a:lnTo>
                  <a:pt x="0" y="4320"/>
                </a:lnTo>
                <a:lnTo>
                  <a:pt x="2012" y="2428"/>
                </a:lnTo>
                <a:lnTo>
                  <a:pt x="3431" y="1348"/>
                </a:lnTo>
                <a:lnTo>
                  <a:pt x="4936" y="674"/>
                </a:lnTo>
                <a:lnTo>
                  <a:pt x="7200" y="0"/>
                </a:lnTo>
                <a:close/>
              </a:path>
            </a:pathLst>
          </a:custGeom>
          <a:solidFill>
            <a:srgbClr val="5F5E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6" name="contour_14624"/>
          <p:cNvSpPr/>
          <p:nvPr/>
        </p:nvSpPr>
        <p:spPr>
          <a:xfrm>
            <a:off x="11233882" y="1793327"/>
            <a:ext cx="58304" cy="289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2023"/>
                </a:moveTo>
                <a:lnTo>
                  <a:pt x="14486" y="2268"/>
                </a:lnTo>
                <a:lnTo>
                  <a:pt x="15628" y="2703"/>
                </a:lnTo>
                <a:lnTo>
                  <a:pt x="18247" y="3698"/>
                </a:lnTo>
                <a:lnTo>
                  <a:pt x="19910" y="4383"/>
                </a:lnTo>
                <a:lnTo>
                  <a:pt x="21600" y="5079"/>
                </a:lnTo>
                <a:lnTo>
                  <a:pt x="21219" y="9174"/>
                </a:lnTo>
                <a:lnTo>
                  <a:pt x="20890" y="12073"/>
                </a:lnTo>
                <a:lnTo>
                  <a:pt x="20480" y="14552"/>
                </a:lnTo>
                <a:lnTo>
                  <a:pt x="19859" y="17396"/>
                </a:lnTo>
                <a:lnTo>
                  <a:pt x="18900" y="21393"/>
                </a:lnTo>
                <a:lnTo>
                  <a:pt x="17024" y="21551"/>
                </a:lnTo>
                <a:lnTo>
                  <a:pt x="15611" y="21600"/>
                </a:lnTo>
                <a:lnTo>
                  <a:pt x="14399" y="21486"/>
                </a:lnTo>
                <a:lnTo>
                  <a:pt x="13117" y="21160"/>
                </a:lnTo>
                <a:lnTo>
                  <a:pt x="11499" y="20578"/>
                </a:lnTo>
                <a:lnTo>
                  <a:pt x="9280" y="19697"/>
                </a:lnTo>
                <a:lnTo>
                  <a:pt x="8510" y="19403"/>
                </a:lnTo>
                <a:lnTo>
                  <a:pt x="7152" y="18892"/>
                </a:lnTo>
                <a:lnTo>
                  <a:pt x="4039" y="17723"/>
                </a:lnTo>
                <a:lnTo>
                  <a:pt x="3445" y="17456"/>
                </a:lnTo>
                <a:lnTo>
                  <a:pt x="2398" y="16999"/>
                </a:lnTo>
                <a:lnTo>
                  <a:pt x="0" y="15955"/>
                </a:lnTo>
                <a:lnTo>
                  <a:pt x="0" y="12361"/>
                </a:lnTo>
                <a:lnTo>
                  <a:pt x="0" y="8744"/>
                </a:lnTo>
                <a:lnTo>
                  <a:pt x="0" y="5079"/>
                </a:lnTo>
                <a:lnTo>
                  <a:pt x="1663" y="2752"/>
                </a:lnTo>
                <a:lnTo>
                  <a:pt x="3299" y="1207"/>
                </a:lnTo>
                <a:lnTo>
                  <a:pt x="4930" y="326"/>
                </a:lnTo>
                <a:lnTo>
                  <a:pt x="6583" y="0"/>
                </a:lnTo>
                <a:lnTo>
                  <a:pt x="8276" y="120"/>
                </a:lnTo>
                <a:lnTo>
                  <a:pt x="10033" y="571"/>
                </a:lnTo>
                <a:lnTo>
                  <a:pt x="11880" y="1240"/>
                </a:lnTo>
                <a:lnTo>
                  <a:pt x="13838" y="2023"/>
                </a:lnTo>
                <a:close/>
              </a:path>
            </a:pathLst>
          </a:custGeom>
          <a:solidFill>
            <a:srgbClr val="E7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7" name="contour_14625"/>
          <p:cNvSpPr/>
          <p:nvPr/>
        </p:nvSpPr>
        <p:spPr>
          <a:xfrm>
            <a:off x="11022530" y="1763694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517" y="2030"/>
                </a:lnTo>
                <a:lnTo>
                  <a:pt x="9819" y="3626"/>
                </a:lnTo>
                <a:lnTo>
                  <a:pt x="11375" y="4952"/>
                </a:lnTo>
                <a:lnTo>
                  <a:pt x="12329" y="6180"/>
                </a:lnTo>
                <a:lnTo>
                  <a:pt x="12822" y="7482"/>
                </a:lnTo>
                <a:lnTo>
                  <a:pt x="12995" y="9021"/>
                </a:lnTo>
                <a:lnTo>
                  <a:pt x="12990" y="10970"/>
                </a:lnTo>
                <a:lnTo>
                  <a:pt x="12960" y="13500"/>
                </a:lnTo>
                <a:lnTo>
                  <a:pt x="15526" y="14588"/>
                </a:lnTo>
                <a:lnTo>
                  <a:pt x="17280" y="15231"/>
                </a:lnTo>
                <a:lnTo>
                  <a:pt x="19034" y="15684"/>
                </a:lnTo>
                <a:lnTo>
                  <a:pt x="21600" y="16200"/>
                </a:lnTo>
                <a:lnTo>
                  <a:pt x="19462" y="17537"/>
                </a:lnTo>
                <a:lnTo>
                  <a:pt x="17310" y="18881"/>
                </a:lnTo>
                <a:lnTo>
                  <a:pt x="15150" y="20231"/>
                </a:lnTo>
                <a:lnTo>
                  <a:pt x="12960" y="21600"/>
                </a:lnTo>
                <a:lnTo>
                  <a:pt x="12960" y="19815"/>
                </a:lnTo>
                <a:lnTo>
                  <a:pt x="12960" y="18020"/>
                </a:lnTo>
                <a:lnTo>
                  <a:pt x="12960" y="16200"/>
                </a:lnTo>
                <a:lnTo>
                  <a:pt x="10394" y="16200"/>
                </a:lnTo>
                <a:lnTo>
                  <a:pt x="7819" y="16200"/>
                </a:lnTo>
                <a:lnTo>
                  <a:pt x="5236" y="16200"/>
                </a:lnTo>
                <a:lnTo>
                  <a:pt x="2631" y="16200"/>
                </a:lnTo>
                <a:lnTo>
                  <a:pt x="0" y="16200"/>
                </a:lnTo>
                <a:lnTo>
                  <a:pt x="475" y="14418"/>
                </a:lnTo>
                <a:lnTo>
                  <a:pt x="950" y="12633"/>
                </a:lnTo>
                <a:lnTo>
                  <a:pt x="1426" y="10849"/>
                </a:lnTo>
                <a:lnTo>
                  <a:pt x="1905" y="9058"/>
                </a:lnTo>
                <a:lnTo>
                  <a:pt x="2385" y="7263"/>
                </a:lnTo>
                <a:lnTo>
                  <a:pt x="2864" y="5459"/>
                </a:lnTo>
                <a:lnTo>
                  <a:pt x="3348" y="3650"/>
                </a:lnTo>
                <a:lnTo>
                  <a:pt x="3832" y="1831"/>
                </a:lnTo>
                <a:lnTo>
                  <a:pt x="4320" y="0"/>
                </a:lnTo>
                <a:close/>
              </a:path>
            </a:pathLst>
          </a:custGeom>
          <a:solidFill>
            <a:srgbClr val="AEB4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8" name="contour_14626"/>
          <p:cNvSpPr/>
          <p:nvPr/>
        </p:nvSpPr>
        <p:spPr>
          <a:xfrm>
            <a:off x="8617493" y="178555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391" y="2138"/>
                </a:lnTo>
                <a:lnTo>
                  <a:pt x="6463" y="4290"/>
                </a:lnTo>
                <a:lnTo>
                  <a:pt x="7547" y="6450"/>
                </a:lnTo>
                <a:lnTo>
                  <a:pt x="8640" y="8640"/>
                </a:lnTo>
                <a:lnTo>
                  <a:pt x="11496" y="8640"/>
                </a:lnTo>
                <a:lnTo>
                  <a:pt x="14368" y="8640"/>
                </a:lnTo>
                <a:lnTo>
                  <a:pt x="17280" y="8640"/>
                </a:lnTo>
                <a:lnTo>
                  <a:pt x="18611" y="11854"/>
                </a:lnTo>
                <a:lnTo>
                  <a:pt x="19500" y="14135"/>
                </a:lnTo>
                <a:lnTo>
                  <a:pt x="20157" y="16105"/>
                </a:lnTo>
                <a:lnTo>
                  <a:pt x="20788" y="183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E1EC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29" name="contour_14627"/>
          <p:cNvSpPr/>
          <p:nvPr/>
        </p:nvSpPr>
        <p:spPr>
          <a:xfrm>
            <a:off x="6839223" y="177827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47" y="1927"/>
                </a:lnTo>
                <a:lnTo>
                  <a:pt x="8657" y="3504"/>
                </a:lnTo>
                <a:lnTo>
                  <a:pt x="11599" y="4864"/>
                </a:lnTo>
                <a:lnTo>
                  <a:pt x="13846" y="6134"/>
                </a:lnTo>
                <a:lnTo>
                  <a:pt x="15565" y="7448"/>
                </a:lnTo>
                <a:lnTo>
                  <a:pt x="16921" y="8925"/>
                </a:lnTo>
                <a:lnTo>
                  <a:pt x="18088" y="10701"/>
                </a:lnTo>
                <a:lnTo>
                  <a:pt x="19228" y="12904"/>
                </a:lnTo>
                <a:lnTo>
                  <a:pt x="20520" y="15660"/>
                </a:lnTo>
                <a:lnTo>
                  <a:pt x="21056" y="18606"/>
                </a:lnTo>
                <a:lnTo>
                  <a:pt x="21600" y="21600"/>
                </a:lnTo>
                <a:lnTo>
                  <a:pt x="16606" y="20948"/>
                </a:lnTo>
                <a:lnTo>
                  <a:pt x="13094" y="20425"/>
                </a:lnTo>
                <a:lnTo>
                  <a:pt x="10593" y="19920"/>
                </a:lnTo>
                <a:lnTo>
                  <a:pt x="8614" y="19306"/>
                </a:lnTo>
                <a:lnTo>
                  <a:pt x="6683" y="18468"/>
                </a:lnTo>
                <a:lnTo>
                  <a:pt x="4320" y="17280"/>
                </a:lnTo>
                <a:lnTo>
                  <a:pt x="3015" y="14420"/>
                </a:lnTo>
                <a:lnTo>
                  <a:pt x="2056" y="11668"/>
                </a:lnTo>
                <a:lnTo>
                  <a:pt x="1356" y="8938"/>
                </a:lnTo>
                <a:lnTo>
                  <a:pt x="834" y="6139"/>
                </a:lnTo>
                <a:lnTo>
                  <a:pt x="410" y="3192"/>
                </a:lnTo>
                <a:lnTo>
                  <a:pt x="0" y="0"/>
                </a:lnTo>
                <a:close/>
              </a:path>
            </a:pathLst>
          </a:custGeom>
          <a:solidFill>
            <a:srgbClr val="1D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0" name="contour_14628"/>
          <p:cNvSpPr/>
          <p:nvPr/>
        </p:nvSpPr>
        <p:spPr>
          <a:xfrm>
            <a:off x="1846949" y="1793830"/>
            <a:ext cx="43728" cy="42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97" y="711"/>
                </a:moveTo>
                <a:lnTo>
                  <a:pt x="13097" y="1860"/>
                </a:lnTo>
                <a:lnTo>
                  <a:pt x="15257" y="3046"/>
                </a:lnTo>
                <a:lnTo>
                  <a:pt x="17392" y="4272"/>
                </a:lnTo>
                <a:lnTo>
                  <a:pt x="19501" y="5543"/>
                </a:lnTo>
                <a:lnTo>
                  <a:pt x="21600" y="6869"/>
                </a:lnTo>
                <a:lnTo>
                  <a:pt x="19462" y="6869"/>
                </a:lnTo>
                <a:lnTo>
                  <a:pt x="17316" y="6869"/>
                </a:lnTo>
                <a:lnTo>
                  <a:pt x="15163" y="6869"/>
                </a:lnTo>
                <a:lnTo>
                  <a:pt x="12992" y="6869"/>
                </a:lnTo>
                <a:lnTo>
                  <a:pt x="10800" y="6869"/>
                </a:lnTo>
                <a:lnTo>
                  <a:pt x="10800" y="9299"/>
                </a:lnTo>
                <a:lnTo>
                  <a:pt x="10800" y="11737"/>
                </a:lnTo>
                <a:lnTo>
                  <a:pt x="10800" y="14179"/>
                </a:lnTo>
                <a:lnTo>
                  <a:pt x="10800" y="16635"/>
                </a:lnTo>
                <a:lnTo>
                  <a:pt x="10800" y="19107"/>
                </a:lnTo>
                <a:lnTo>
                  <a:pt x="10800" y="21600"/>
                </a:lnTo>
                <a:lnTo>
                  <a:pt x="8424" y="21600"/>
                </a:lnTo>
                <a:lnTo>
                  <a:pt x="6026" y="21600"/>
                </a:lnTo>
                <a:lnTo>
                  <a:pt x="3600" y="21600"/>
                </a:lnTo>
                <a:lnTo>
                  <a:pt x="2408" y="19283"/>
                </a:lnTo>
                <a:lnTo>
                  <a:pt x="1508" y="16923"/>
                </a:lnTo>
                <a:lnTo>
                  <a:pt x="853" y="14507"/>
                </a:lnTo>
                <a:lnTo>
                  <a:pt x="414" y="12028"/>
                </a:lnTo>
                <a:lnTo>
                  <a:pt x="140" y="9487"/>
                </a:lnTo>
                <a:lnTo>
                  <a:pt x="0" y="6869"/>
                </a:lnTo>
                <a:lnTo>
                  <a:pt x="1598" y="3823"/>
                </a:lnTo>
                <a:lnTo>
                  <a:pt x="3211" y="1620"/>
                </a:lnTo>
                <a:lnTo>
                  <a:pt x="5116" y="324"/>
                </a:lnTo>
                <a:lnTo>
                  <a:pt x="7585" y="0"/>
                </a:lnTo>
                <a:lnTo>
                  <a:pt x="10897" y="711"/>
                </a:lnTo>
                <a:close/>
              </a:path>
            </a:pathLst>
          </a:custGeom>
          <a:solidFill>
            <a:srgbClr val="8586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1" name="contour_14629"/>
          <p:cNvSpPr/>
          <p:nvPr/>
        </p:nvSpPr>
        <p:spPr>
          <a:xfrm>
            <a:off x="1212893" y="1778270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93" y="1150"/>
                </a:lnTo>
                <a:lnTo>
                  <a:pt x="11483" y="2322"/>
                </a:lnTo>
                <a:lnTo>
                  <a:pt x="13168" y="3515"/>
                </a:lnTo>
                <a:lnTo>
                  <a:pt x="14850" y="4725"/>
                </a:lnTo>
                <a:lnTo>
                  <a:pt x="15409" y="5114"/>
                </a:lnTo>
                <a:lnTo>
                  <a:pt x="16392" y="5805"/>
                </a:lnTo>
                <a:lnTo>
                  <a:pt x="18646" y="7382"/>
                </a:lnTo>
                <a:lnTo>
                  <a:pt x="20112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604" y="20531"/>
                </a:lnTo>
                <a:lnTo>
                  <a:pt x="3213" y="19456"/>
                </a:lnTo>
                <a:lnTo>
                  <a:pt x="4828" y="18382"/>
                </a:lnTo>
                <a:lnTo>
                  <a:pt x="6456" y="17296"/>
                </a:lnTo>
                <a:lnTo>
                  <a:pt x="8100" y="16200"/>
                </a:lnTo>
                <a:lnTo>
                  <a:pt x="8343" y="12020"/>
                </a:lnTo>
                <a:lnTo>
                  <a:pt x="8464" y="9088"/>
                </a:lnTo>
                <a:lnTo>
                  <a:pt x="8464" y="6626"/>
                </a:lnTo>
                <a:lnTo>
                  <a:pt x="8343" y="3856"/>
                </a:lnTo>
                <a:lnTo>
                  <a:pt x="8100" y="0"/>
                </a:lnTo>
                <a:close/>
              </a:path>
            </a:pathLst>
          </a:custGeom>
          <a:solidFill>
            <a:srgbClr val="65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2" name="contour_14630"/>
          <p:cNvSpPr/>
          <p:nvPr/>
        </p:nvSpPr>
        <p:spPr>
          <a:xfrm>
            <a:off x="8544613" y="1785558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210"/>
                </a:lnTo>
                <a:lnTo>
                  <a:pt x="6626" y="475"/>
                </a:lnTo>
                <a:lnTo>
                  <a:pt x="9088" y="944"/>
                </a:lnTo>
                <a:lnTo>
                  <a:pt x="12020" y="1765"/>
                </a:lnTo>
                <a:lnTo>
                  <a:pt x="16200" y="3086"/>
                </a:lnTo>
                <a:lnTo>
                  <a:pt x="17199" y="5116"/>
                </a:lnTo>
                <a:lnTo>
                  <a:pt x="18063" y="7150"/>
                </a:lnTo>
                <a:lnTo>
                  <a:pt x="18808" y="9186"/>
                </a:lnTo>
                <a:lnTo>
                  <a:pt x="19451" y="11232"/>
                </a:lnTo>
                <a:lnTo>
                  <a:pt x="20002" y="13284"/>
                </a:lnTo>
                <a:lnTo>
                  <a:pt x="20477" y="15345"/>
                </a:lnTo>
                <a:lnTo>
                  <a:pt x="20893" y="17416"/>
                </a:lnTo>
                <a:lnTo>
                  <a:pt x="21260" y="19502"/>
                </a:lnTo>
                <a:lnTo>
                  <a:pt x="21600" y="21600"/>
                </a:lnTo>
                <a:lnTo>
                  <a:pt x="17744" y="21390"/>
                </a:lnTo>
                <a:lnTo>
                  <a:pt x="14974" y="21125"/>
                </a:lnTo>
                <a:lnTo>
                  <a:pt x="12512" y="20656"/>
                </a:lnTo>
                <a:lnTo>
                  <a:pt x="9580" y="19835"/>
                </a:lnTo>
                <a:lnTo>
                  <a:pt x="5400" y="18514"/>
                </a:lnTo>
                <a:lnTo>
                  <a:pt x="4401" y="16484"/>
                </a:lnTo>
                <a:lnTo>
                  <a:pt x="3537" y="14450"/>
                </a:lnTo>
                <a:lnTo>
                  <a:pt x="2792" y="12414"/>
                </a:lnTo>
                <a:lnTo>
                  <a:pt x="2149" y="10368"/>
                </a:lnTo>
                <a:lnTo>
                  <a:pt x="1598" y="8316"/>
                </a:lnTo>
                <a:lnTo>
                  <a:pt x="1123" y="6255"/>
                </a:lnTo>
                <a:lnTo>
                  <a:pt x="707" y="4184"/>
                </a:lnTo>
                <a:lnTo>
                  <a:pt x="340" y="2098"/>
                </a:lnTo>
                <a:lnTo>
                  <a:pt x="0" y="0"/>
                </a:lnTo>
                <a:close/>
              </a:path>
            </a:pathLst>
          </a:custGeom>
          <a:solidFill>
            <a:srgbClr val="555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3" name="contour_14631"/>
          <p:cNvSpPr/>
          <p:nvPr/>
        </p:nvSpPr>
        <p:spPr>
          <a:xfrm>
            <a:off x="10935074" y="1764488"/>
            <a:ext cx="58304" cy="283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45" y="350"/>
                </a:moveTo>
                <a:lnTo>
                  <a:pt x="13586" y="1943"/>
                </a:lnTo>
                <a:lnTo>
                  <a:pt x="15358" y="3558"/>
                </a:lnTo>
                <a:lnTo>
                  <a:pt x="15881" y="4002"/>
                </a:lnTo>
                <a:lnTo>
                  <a:pt x="16807" y="4791"/>
                </a:lnTo>
                <a:lnTo>
                  <a:pt x="18932" y="6595"/>
                </a:lnTo>
                <a:lnTo>
                  <a:pt x="20255" y="8532"/>
                </a:lnTo>
                <a:lnTo>
                  <a:pt x="21600" y="10497"/>
                </a:lnTo>
                <a:lnTo>
                  <a:pt x="21600" y="14167"/>
                </a:lnTo>
                <a:lnTo>
                  <a:pt x="21600" y="17858"/>
                </a:lnTo>
                <a:lnTo>
                  <a:pt x="21600" y="21600"/>
                </a:lnTo>
                <a:lnTo>
                  <a:pt x="19818" y="20684"/>
                </a:lnTo>
                <a:lnTo>
                  <a:pt x="18033" y="19768"/>
                </a:lnTo>
                <a:lnTo>
                  <a:pt x="16249" y="18852"/>
                </a:lnTo>
                <a:lnTo>
                  <a:pt x="14464" y="17931"/>
                </a:lnTo>
                <a:lnTo>
                  <a:pt x="12674" y="17009"/>
                </a:lnTo>
                <a:lnTo>
                  <a:pt x="10881" y="16088"/>
                </a:lnTo>
                <a:lnTo>
                  <a:pt x="9083" y="15166"/>
                </a:lnTo>
                <a:lnTo>
                  <a:pt x="7279" y="14239"/>
                </a:lnTo>
                <a:lnTo>
                  <a:pt x="5470" y="13306"/>
                </a:lnTo>
                <a:lnTo>
                  <a:pt x="3653" y="12374"/>
                </a:lnTo>
                <a:lnTo>
                  <a:pt x="1831" y="11436"/>
                </a:lnTo>
                <a:lnTo>
                  <a:pt x="0" y="10497"/>
                </a:lnTo>
                <a:lnTo>
                  <a:pt x="3011" y="6390"/>
                </a:lnTo>
                <a:lnTo>
                  <a:pt x="5235" y="3464"/>
                </a:lnTo>
                <a:lnTo>
                  <a:pt x="6882" y="1543"/>
                </a:lnTo>
                <a:lnTo>
                  <a:pt x="8159" y="444"/>
                </a:lnTo>
                <a:lnTo>
                  <a:pt x="9274" y="0"/>
                </a:lnTo>
                <a:lnTo>
                  <a:pt x="10433" y="28"/>
                </a:lnTo>
                <a:lnTo>
                  <a:pt x="11845" y="350"/>
                </a:lnTo>
                <a:close/>
              </a:path>
            </a:pathLst>
          </a:custGeom>
          <a:solidFill>
            <a:srgbClr val="DC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4" name="contour_14632"/>
          <p:cNvSpPr/>
          <p:nvPr/>
        </p:nvSpPr>
        <p:spPr>
          <a:xfrm>
            <a:off x="7815814" y="1749118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222" y="1858"/>
                </a:lnTo>
                <a:lnTo>
                  <a:pt x="20828" y="3715"/>
                </a:lnTo>
                <a:lnTo>
                  <a:pt x="20423" y="5573"/>
                </a:lnTo>
                <a:lnTo>
                  <a:pt x="20007" y="7428"/>
                </a:lnTo>
                <a:lnTo>
                  <a:pt x="19575" y="9283"/>
                </a:lnTo>
                <a:lnTo>
                  <a:pt x="19408" y="10049"/>
                </a:lnTo>
                <a:lnTo>
                  <a:pt x="19111" y="11402"/>
                </a:lnTo>
                <a:lnTo>
                  <a:pt x="18436" y="14502"/>
                </a:lnTo>
                <a:lnTo>
                  <a:pt x="17053" y="17075"/>
                </a:lnTo>
                <a:lnTo>
                  <a:pt x="15779" y="18595"/>
                </a:lnTo>
                <a:lnTo>
                  <a:pt x="13867" y="19656"/>
                </a:lnTo>
                <a:lnTo>
                  <a:pt x="10589" y="20852"/>
                </a:lnTo>
                <a:lnTo>
                  <a:pt x="8014" y="21222"/>
                </a:lnTo>
                <a:lnTo>
                  <a:pt x="5400" y="21600"/>
                </a:lnTo>
                <a:lnTo>
                  <a:pt x="3575" y="19996"/>
                </a:lnTo>
                <a:lnTo>
                  <a:pt x="2381" y="18773"/>
                </a:lnTo>
                <a:lnTo>
                  <a:pt x="1561" y="17542"/>
                </a:lnTo>
                <a:lnTo>
                  <a:pt x="853" y="15914"/>
                </a:lnTo>
                <a:lnTo>
                  <a:pt x="0" y="13500"/>
                </a:lnTo>
                <a:lnTo>
                  <a:pt x="1447" y="11883"/>
                </a:lnTo>
                <a:lnTo>
                  <a:pt x="2981" y="10300"/>
                </a:lnTo>
                <a:lnTo>
                  <a:pt x="4601" y="8748"/>
                </a:lnTo>
                <a:lnTo>
                  <a:pt x="6302" y="7228"/>
                </a:lnTo>
                <a:lnTo>
                  <a:pt x="8095" y="5732"/>
                </a:lnTo>
                <a:lnTo>
                  <a:pt x="9979" y="4266"/>
                </a:lnTo>
                <a:lnTo>
                  <a:pt x="11956" y="2821"/>
                </a:lnTo>
                <a:lnTo>
                  <a:pt x="14029" y="1401"/>
                </a:lnTo>
                <a:lnTo>
                  <a:pt x="16200" y="0"/>
                </a:lnTo>
                <a:close/>
              </a:path>
            </a:pathLst>
          </a:custGeom>
          <a:solidFill>
            <a:srgbClr val="C8D0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5" name="contour_14633"/>
          <p:cNvSpPr/>
          <p:nvPr/>
        </p:nvSpPr>
        <p:spPr>
          <a:xfrm>
            <a:off x="10505082" y="175640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373"/>
                </a:lnTo>
                <a:lnTo>
                  <a:pt x="4392" y="783"/>
                </a:lnTo>
                <a:lnTo>
                  <a:pt x="6584" y="1220"/>
                </a:lnTo>
                <a:lnTo>
                  <a:pt x="8777" y="1685"/>
                </a:lnTo>
                <a:lnTo>
                  <a:pt x="10004" y="1928"/>
                </a:lnTo>
                <a:lnTo>
                  <a:pt x="13712" y="2635"/>
                </a:lnTo>
                <a:lnTo>
                  <a:pt x="16229" y="4363"/>
                </a:lnTo>
                <a:lnTo>
                  <a:pt x="17762" y="6097"/>
                </a:lnTo>
                <a:lnTo>
                  <a:pt x="18936" y="8872"/>
                </a:lnTo>
                <a:lnTo>
                  <a:pt x="20376" y="13732"/>
                </a:lnTo>
                <a:lnTo>
                  <a:pt x="20779" y="16335"/>
                </a:lnTo>
                <a:lnTo>
                  <a:pt x="21186" y="18949"/>
                </a:lnTo>
                <a:lnTo>
                  <a:pt x="21600" y="21600"/>
                </a:lnTo>
                <a:lnTo>
                  <a:pt x="19436" y="20682"/>
                </a:lnTo>
                <a:lnTo>
                  <a:pt x="17273" y="19748"/>
                </a:lnTo>
                <a:lnTo>
                  <a:pt x="15113" y="18803"/>
                </a:lnTo>
                <a:lnTo>
                  <a:pt x="12956" y="17842"/>
                </a:lnTo>
                <a:lnTo>
                  <a:pt x="10800" y="16875"/>
                </a:lnTo>
                <a:lnTo>
                  <a:pt x="9907" y="16486"/>
                </a:lnTo>
                <a:lnTo>
                  <a:pt x="8334" y="15795"/>
                </a:lnTo>
                <a:lnTo>
                  <a:pt x="4723" y="14218"/>
                </a:lnTo>
                <a:lnTo>
                  <a:pt x="3164" y="13090"/>
                </a:lnTo>
                <a:lnTo>
                  <a:pt x="1591" y="1195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DCD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6" name="contour_14634"/>
          <p:cNvSpPr/>
          <p:nvPr/>
        </p:nvSpPr>
        <p:spPr>
          <a:xfrm>
            <a:off x="1249333" y="174183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600" y="2851"/>
                </a:lnTo>
                <a:lnTo>
                  <a:pt x="21600" y="5707"/>
                </a:lnTo>
                <a:lnTo>
                  <a:pt x="21600" y="8575"/>
                </a:lnTo>
                <a:lnTo>
                  <a:pt x="21600" y="11457"/>
                </a:lnTo>
                <a:lnTo>
                  <a:pt x="21600" y="14355"/>
                </a:lnTo>
                <a:lnTo>
                  <a:pt x="21600" y="17280"/>
                </a:lnTo>
                <a:lnTo>
                  <a:pt x="19224" y="17755"/>
                </a:lnTo>
                <a:lnTo>
                  <a:pt x="16844" y="18230"/>
                </a:lnTo>
                <a:lnTo>
                  <a:pt x="14465" y="18706"/>
                </a:lnTo>
                <a:lnTo>
                  <a:pt x="12078" y="19185"/>
                </a:lnTo>
                <a:lnTo>
                  <a:pt x="9684" y="19665"/>
                </a:lnTo>
                <a:lnTo>
                  <a:pt x="7279" y="20144"/>
                </a:lnTo>
                <a:lnTo>
                  <a:pt x="4867" y="20628"/>
                </a:lnTo>
                <a:lnTo>
                  <a:pt x="2441" y="21112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153" y="12070"/>
                </a:lnTo>
                <a:lnTo>
                  <a:pt x="4309" y="11193"/>
                </a:lnTo>
                <a:lnTo>
                  <a:pt x="6469" y="10329"/>
                </a:lnTo>
                <a:lnTo>
                  <a:pt x="8633" y="9478"/>
                </a:lnTo>
                <a:lnTo>
                  <a:pt x="10800" y="8640"/>
                </a:lnTo>
                <a:lnTo>
                  <a:pt x="11732" y="6497"/>
                </a:lnTo>
                <a:lnTo>
                  <a:pt x="12647" y="4346"/>
                </a:lnTo>
                <a:lnTo>
                  <a:pt x="13536" y="2182"/>
                </a:lnTo>
                <a:lnTo>
                  <a:pt x="14400" y="0"/>
                </a:lnTo>
                <a:close/>
              </a:path>
            </a:pathLst>
          </a:custGeom>
          <a:solidFill>
            <a:srgbClr val="33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7" name="contour_14635"/>
          <p:cNvSpPr/>
          <p:nvPr/>
        </p:nvSpPr>
        <p:spPr>
          <a:xfrm>
            <a:off x="8355125" y="173454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A591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8" name="contour_14636"/>
          <p:cNvSpPr/>
          <p:nvPr/>
        </p:nvSpPr>
        <p:spPr>
          <a:xfrm>
            <a:off x="1963556" y="174911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746" y="20974"/>
                </a:lnTo>
                <a:lnTo>
                  <a:pt x="13496" y="20304"/>
                </a:lnTo>
                <a:lnTo>
                  <a:pt x="11246" y="19613"/>
                </a:lnTo>
                <a:lnTo>
                  <a:pt x="9000" y="18900"/>
                </a:lnTo>
                <a:lnTo>
                  <a:pt x="7740" y="18518"/>
                </a:lnTo>
                <a:lnTo>
                  <a:pt x="3938" y="17381"/>
                </a:lnTo>
                <a:lnTo>
                  <a:pt x="1984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E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39" name="contour_14637"/>
          <p:cNvSpPr/>
          <p:nvPr/>
        </p:nvSpPr>
        <p:spPr>
          <a:xfrm>
            <a:off x="6904815" y="172725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03"/>
                </a:lnTo>
                <a:lnTo>
                  <a:pt x="7967" y="346"/>
                </a:lnTo>
                <a:lnTo>
                  <a:pt x="9904" y="923"/>
                </a:lnTo>
                <a:lnTo>
                  <a:pt x="12823" y="2025"/>
                </a:lnTo>
                <a:lnTo>
                  <a:pt x="15289" y="2927"/>
                </a:lnTo>
                <a:lnTo>
                  <a:pt x="17788" y="3839"/>
                </a:lnTo>
                <a:lnTo>
                  <a:pt x="19681" y="4612"/>
                </a:lnTo>
                <a:lnTo>
                  <a:pt x="21600" y="5400"/>
                </a:lnTo>
                <a:lnTo>
                  <a:pt x="20887" y="8608"/>
                </a:lnTo>
                <a:lnTo>
                  <a:pt x="20171" y="11826"/>
                </a:lnTo>
                <a:lnTo>
                  <a:pt x="19454" y="15055"/>
                </a:lnTo>
                <a:lnTo>
                  <a:pt x="18731" y="18311"/>
                </a:lnTo>
                <a:lnTo>
                  <a:pt x="18000" y="21600"/>
                </a:lnTo>
                <a:lnTo>
                  <a:pt x="16992" y="20995"/>
                </a:lnTo>
                <a:lnTo>
                  <a:pt x="16049" y="20428"/>
                </a:lnTo>
                <a:lnTo>
                  <a:pt x="14962" y="19775"/>
                </a:lnTo>
                <a:lnTo>
                  <a:pt x="13522" y="18911"/>
                </a:lnTo>
                <a:lnTo>
                  <a:pt x="11516" y="17712"/>
                </a:lnTo>
                <a:lnTo>
                  <a:pt x="8737" y="16043"/>
                </a:lnTo>
                <a:lnTo>
                  <a:pt x="4968" y="13781"/>
                </a:lnTo>
                <a:lnTo>
                  <a:pt x="0" y="10800"/>
                </a:lnTo>
                <a:lnTo>
                  <a:pt x="893" y="8127"/>
                </a:lnTo>
                <a:lnTo>
                  <a:pt x="1786" y="5438"/>
                </a:lnTo>
                <a:lnTo>
                  <a:pt x="2689" y="2738"/>
                </a:lnTo>
                <a:lnTo>
                  <a:pt x="3600" y="0"/>
                </a:lnTo>
                <a:close/>
              </a:path>
            </a:pathLst>
          </a:custGeom>
          <a:solidFill>
            <a:srgbClr val="D6C5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0" name="contour_14638"/>
          <p:cNvSpPr/>
          <p:nvPr/>
        </p:nvSpPr>
        <p:spPr>
          <a:xfrm>
            <a:off x="921374" y="1727254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9145" y="1015"/>
                </a:lnTo>
                <a:lnTo>
                  <a:pt x="12622" y="1782"/>
                </a:lnTo>
                <a:lnTo>
                  <a:pt x="15070" y="2457"/>
                </a:lnTo>
                <a:lnTo>
                  <a:pt x="16951" y="3186"/>
                </a:lnTo>
                <a:lnTo>
                  <a:pt x="18719" y="4115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688" y="18036"/>
                </a:lnTo>
                <a:lnTo>
                  <a:pt x="1376" y="14467"/>
                </a:lnTo>
                <a:lnTo>
                  <a:pt x="2068" y="10881"/>
                </a:lnTo>
                <a:lnTo>
                  <a:pt x="2765" y="7279"/>
                </a:lnTo>
                <a:lnTo>
                  <a:pt x="3465" y="3656"/>
                </a:lnTo>
                <a:lnTo>
                  <a:pt x="4170" y="0"/>
                </a:lnTo>
                <a:close/>
              </a:path>
            </a:pathLst>
          </a:custGeom>
          <a:solidFill>
            <a:srgbClr val="2624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1" name="contour_14639"/>
          <p:cNvSpPr/>
          <p:nvPr/>
        </p:nvSpPr>
        <p:spPr>
          <a:xfrm>
            <a:off x="9951195" y="1719966"/>
            <a:ext cx="3742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13" y="0"/>
                </a:moveTo>
                <a:lnTo>
                  <a:pt x="11542" y="853"/>
                </a:lnTo>
                <a:lnTo>
                  <a:pt x="13763" y="1561"/>
                </a:lnTo>
                <a:lnTo>
                  <a:pt x="15682" y="2381"/>
                </a:lnTo>
                <a:lnTo>
                  <a:pt x="17903" y="3575"/>
                </a:lnTo>
                <a:lnTo>
                  <a:pt x="21032" y="5400"/>
                </a:lnTo>
                <a:lnTo>
                  <a:pt x="21411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11" y="17744"/>
                </a:lnTo>
                <a:lnTo>
                  <a:pt x="21032" y="21600"/>
                </a:lnTo>
                <a:lnTo>
                  <a:pt x="18058" y="21600"/>
                </a:lnTo>
                <a:lnTo>
                  <a:pt x="15080" y="21600"/>
                </a:lnTo>
                <a:lnTo>
                  <a:pt x="12093" y="21600"/>
                </a:lnTo>
                <a:lnTo>
                  <a:pt x="9094" y="21600"/>
                </a:lnTo>
                <a:lnTo>
                  <a:pt x="6082" y="21600"/>
                </a:lnTo>
                <a:lnTo>
                  <a:pt x="3054" y="21600"/>
                </a:lnTo>
                <a:lnTo>
                  <a:pt x="0" y="21600"/>
                </a:lnTo>
                <a:lnTo>
                  <a:pt x="1190" y="18544"/>
                </a:lnTo>
                <a:lnTo>
                  <a:pt x="2381" y="15487"/>
                </a:lnTo>
                <a:lnTo>
                  <a:pt x="3575" y="12420"/>
                </a:lnTo>
                <a:lnTo>
                  <a:pt x="4774" y="9342"/>
                </a:lnTo>
                <a:lnTo>
                  <a:pt x="5982" y="6248"/>
                </a:lnTo>
                <a:lnTo>
                  <a:pt x="7193" y="3137"/>
                </a:lnTo>
                <a:lnTo>
                  <a:pt x="8413" y="0"/>
                </a:lnTo>
                <a:close/>
              </a:path>
            </a:pathLst>
          </a:custGeom>
          <a:solidFill>
            <a:srgbClr val="5B52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2" name="contour_14640"/>
          <p:cNvSpPr/>
          <p:nvPr/>
        </p:nvSpPr>
        <p:spPr>
          <a:xfrm>
            <a:off x="7830390" y="171267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887" y="8608"/>
                </a:lnTo>
                <a:lnTo>
                  <a:pt x="20171" y="11826"/>
                </a:lnTo>
                <a:lnTo>
                  <a:pt x="19454" y="15055"/>
                </a:lnTo>
                <a:lnTo>
                  <a:pt x="18731" y="18311"/>
                </a:lnTo>
                <a:lnTo>
                  <a:pt x="18000" y="21600"/>
                </a:lnTo>
                <a:lnTo>
                  <a:pt x="13838" y="20585"/>
                </a:lnTo>
                <a:lnTo>
                  <a:pt x="10912" y="19818"/>
                </a:lnTo>
                <a:lnTo>
                  <a:pt x="8827" y="19143"/>
                </a:lnTo>
                <a:lnTo>
                  <a:pt x="7178" y="18414"/>
                </a:lnTo>
                <a:lnTo>
                  <a:pt x="5569" y="17485"/>
                </a:lnTo>
                <a:lnTo>
                  <a:pt x="3600" y="16200"/>
                </a:lnTo>
                <a:lnTo>
                  <a:pt x="2275" y="12020"/>
                </a:lnTo>
                <a:lnTo>
                  <a:pt x="1426" y="9088"/>
                </a:lnTo>
                <a:lnTo>
                  <a:pt x="878" y="6626"/>
                </a:lnTo>
                <a:lnTo>
                  <a:pt x="461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C4B8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3" name="contour_14641"/>
          <p:cNvSpPr/>
          <p:nvPr/>
        </p:nvSpPr>
        <p:spPr>
          <a:xfrm>
            <a:off x="7691918" y="1712678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79"/>
                </a:lnTo>
                <a:lnTo>
                  <a:pt x="6860" y="763"/>
                </a:lnTo>
                <a:lnTo>
                  <a:pt x="8618" y="1292"/>
                </a:lnTo>
                <a:lnTo>
                  <a:pt x="11340" y="2107"/>
                </a:lnTo>
                <a:lnTo>
                  <a:pt x="15509" y="3357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713" y="17330"/>
                </a:lnTo>
                <a:lnTo>
                  <a:pt x="1426" y="13900"/>
                </a:lnTo>
                <a:lnTo>
                  <a:pt x="2143" y="10455"/>
                </a:lnTo>
                <a:lnTo>
                  <a:pt x="2864" y="6994"/>
                </a:lnTo>
                <a:lnTo>
                  <a:pt x="3590" y="3513"/>
                </a:lnTo>
                <a:lnTo>
                  <a:pt x="4320" y="0"/>
                </a:lnTo>
                <a:close/>
              </a:path>
            </a:pathLst>
          </a:custGeom>
          <a:solidFill>
            <a:srgbClr val="B6A0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4" name="contour_14642"/>
          <p:cNvSpPr/>
          <p:nvPr/>
        </p:nvSpPr>
        <p:spPr>
          <a:xfrm>
            <a:off x="2590324" y="1711526"/>
            <a:ext cx="36440" cy="52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477"/>
                </a:moveTo>
                <a:lnTo>
                  <a:pt x="12010" y="160"/>
                </a:lnTo>
                <a:lnTo>
                  <a:pt x="14364" y="0"/>
                </a:lnTo>
                <a:lnTo>
                  <a:pt x="16334" y="0"/>
                </a:lnTo>
                <a:lnTo>
                  <a:pt x="18541" y="160"/>
                </a:lnTo>
                <a:lnTo>
                  <a:pt x="21600" y="477"/>
                </a:lnTo>
                <a:lnTo>
                  <a:pt x="21600" y="2468"/>
                </a:lnTo>
                <a:lnTo>
                  <a:pt x="21600" y="4463"/>
                </a:lnTo>
                <a:lnTo>
                  <a:pt x="21600" y="6467"/>
                </a:lnTo>
                <a:lnTo>
                  <a:pt x="21600" y="8479"/>
                </a:lnTo>
                <a:lnTo>
                  <a:pt x="21600" y="10504"/>
                </a:lnTo>
                <a:lnTo>
                  <a:pt x="21600" y="12547"/>
                </a:lnTo>
                <a:lnTo>
                  <a:pt x="18744" y="12547"/>
                </a:lnTo>
                <a:lnTo>
                  <a:pt x="15872" y="12547"/>
                </a:lnTo>
                <a:lnTo>
                  <a:pt x="12960" y="12547"/>
                </a:lnTo>
                <a:lnTo>
                  <a:pt x="12247" y="14044"/>
                </a:lnTo>
                <a:lnTo>
                  <a:pt x="11530" y="15547"/>
                </a:lnTo>
                <a:lnTo>
                  <a:pt x="10800" y="17074"/>
                </a:lnTo>
                <a:lnTo>
                  <a:pt x="10087" y="18570"/>
                </a:lnTo>
                <a:lnTo>
                  <a:pt x="9370" y="20073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557" y="19832"/>
                </a:lnTo>
                <a:lnTo>
                  <a:pt x="1123" y="18069"/>
                </a:lnTo>
                <a:lnTo>
                  <a:pt x="1702" y="16310"/>
                </a:lnTo>
                <a:lnTo>
                  <a:pt x="2294" y="14554"/>
                </a:lnTo>
                <a:lnTo>
                  <a:pt x="2899" y="12795"/>
                </a:lnTo>
                <a:lnTo>
                  <a:pt x="3508" y="11038"/>
                </a:lnTo>
                <a:lnTo>
                  <a:pt x="3966" y="9524"/>
                </a:lnTo>
                <a:lnTo>
                  <a:pt x="4428" y="7985"/>
                </a:lnTo>
                <a:lnTo>
                  <a:pt x="5089" y="6243"/>
                </a:lnTo>
                <a:lnTo>
                  <a:pt x="5750" y="4879"/>
                </a:lnTo>
                <a:lnTo>
                  <a:pt x="6800" y="3193"/>
                </a:lnTo>
                <a:lnTo>
                  <a:pt x="8640" y="477"/>
                </a:lnTo>
                <a:close/>
              </a:path>
            </a:pathLst>
          </a:custGeom>
          <a:solidFill>
            <a:srgbClr val="F3F2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5" name="contour_14643"/>
          <p:cNvSpPr/>
          <p:nvPr/>
        </p:nvSpPr>
        <p:spPr>
          <a:xfrm>
            <a:off x="1220181" y="1696914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0887" y="4270"/>
                </a:lnTo>
                <a:lnTo>
                  <a:pt x="20174" y="7700"/>
                </a:lnTo>
                <a:lnTo>
                  <a:pt x="19457" y="11145"/>
                </a:lnTo>
                <a:lnTo>
                  <a:pt x="18736" y="14606"/>
                </a:lnTo>
                <a:lnTo>
                  <a:pt x="18010" y="18087"/>
                </a:lnTo>
                <a:lnTo>
                  <a:pt x="17280" y="21600"/>
                </a:lnTo>
                <a:lnTo>
                  <a:pt x="14429" y="20744"/>
                </a:lnTo>
                <a:lnTo>
                  <a:pt x="11573" y="19888"/>
                </a:lnTo>
                <a:lnTo>
                  <a:pt x="8705" y="19026"/>
                </a:lnTo>
                <a:lnTo>
                  <a:pt x="5823" y="18160"/>
                </a:lnTo>
                <a:lnTo>
                  <a:pt x="2925" y="17288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5C59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6" name="contour_14644"/>
          <p:cNvSpPr/>
          <p:nvPr/>
        </p:nvSpPr>
        <p:spPr>
          <a:xfrm>
            <a:off x="4303002" y="1705390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392" y="20989"/>
                </a:lnTo>
                <a:lnTo>
                  <a:pt x="15174" y="20375"/>
                </a:lnTo>
                <a:lnTo>
                  <a:pt x="11945" y="19761"/>
                </a:lnTo>
                <a:lnTo>
                  <a:pt x="8689" y="19141"/>
                </a:lnTo>
                <a:lnTo>
                  <a:pt x="5400" y="18514"/>
                </a:lnTo>
                <a:lnTo>
                  <a:pt x="3575" y="16126"/>
                </a:lnTo>
                <a:lnTo>
                  <a:pt x="2381" y="14450"/>
                </a:lnTo>
                <a:lnTo>
                  <a:pt x="1561" y="13043"/>
                </a:lnTo>
                <a:lnTo>
                  <a:pt x="853" y="11460"/>
                </a:lnTo>
                <a:lnTo>
                  <a:pt x="0" y="9257"/>
                </a:lnTo>
                <a:lnTo>
                  <a:pt x="1345" y="8970"/>
                </a:lnTo>
                <a:lnTo>
                  <a:pt x="5400" y="8100"/>
                </a:lnTo>
                <a:lnTo>
                  <a:pt x="8078" y="7143"/>
                </a:lnTo>
                <a:lnTo>
                  <a:pt x="10800" y="6171"/>
                </a:lnTo>
                <a:lnTo>
                  <a:pt x="10800" y="4132"/>
                </a:lnTo>
                <a:lnTo>
                  <a:pt x="10800" y="2080"/>
                </a:lnTo>
                <a:lnTo>
                  <a:pt x="10800" y="0"/>
                </a:lnTo>
                <a:close/>
              </a:path>
            </a:pathLst>
          </a:custGeom>
          <a:solidFill>
            <a:srgbClr val="D1E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7" name="contour_14645"/>
          <p:cNvSpPr/>
          <p:nvPr/>
        </p:nvSpPr>
        <p:spPr>
          <a:xfrm>
            <a:off x="4162708" y="1698102"/>
            <a:ext cx="3097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1" y="0"/>
                </a:moveTo>
                <a:lnTo>
                  <a:pt x="4290" y="0"/>
                </a:lnTo>
                <a:lnTo>
                  <a:pt x="7319" y="0"/>
                </a:lnTo>
                <a:lnTo>
                  <a:pt x="10358" y="0"/>
                </a:lnTo>
                <a:lnTo>
                  <a:pt x="13422" y="0"/>
                </a:lnTo>
                <a:lnTo>
                  <a:pt x="16518" y="0"/>
                </a:lnTo>
                <a:lnTo>
                  <a:pt x="17021" y="2138"/>
                </a:lnTo>
                <a:lnTo>
                  <a:pt x="17524" y="4280"/>
                </a:lnTo>
                <a:lnTo>
                  <a:pt x="18027" y="6421"/>
                </a:lnTo>
                <a:lnTo>
                  <a:pt x="18535" y="8566"/>
                </a:lnTo>
                <a:lnTo>
                  <a:pt x="19038" y="10720"/>
                </a:lnTo>
                <a:lnTo>
                  <a:pt x="19547" y="12877"/>
                </a:lnTo>
                <a:lnTo>
                  <a:pt x="20055" y="15043"/>
                </a:lnTo>
                <a:lnTo>
                  <a:pt x="20568" y="17218"/>
                </a:lnTo>
                <a:lnTo>
                  <a:pt x="21082" y="19403"/>
                </a:lnTo>
                <a:lnTo>
                  <a:pt x="21600" y="21600"/>
                </a:lnTo>
                <a:lnTo>
                  <a:pt x="16619" y="18857"/>
                </a:lnTo>
                <a:lnTo>
                  <a:pt x="12538" y="16580"/>
                </a:lnTo>
                <a:lnTo>
                  <a:pt x="9255" y="14688"/>
                </a:lnTo>
                <a:lnTo>
                  <a:pt x="6668" y="13102"/>
                </a:lnTo>
                <a:lnTo>
                  <a:pt x="4686" y="11741"/>
                </a:lnTo>
                <a:lnTo>
                  <a:pt x="3207" y="10528"/>
                </a:lnTo>
                <a:lnTo>
                  <a:pt x="2140" y="9384"/>
                </a:lnTo>
                <a:lnTo>
                  <a:pt x="1382" y="8220"/>
                </a:lnTo>
                <a:lnTo>
                  <a:pt x="839" y="6968"/>
                </a:lnTo>
                <a:lnTo>
                  <a:pt x="412" y="5539"/>
                </a:lnTo>
                <a:lnTo>
                  <a:pt x="0" y="3857"/>
                </a:lnTo>
                <a:lnTo>
                  <a:pt x="630" y="1944"/>
                </a:lnTo>
                <a:lnTo>
                  <a:pt x="1271" y="0"/>
                </a:lnTo>
                <a:close/>
              </a:path>
            </a:pathLst>
          </a:custGeom>
          <a:solidFill>
            <a:srgbClr val="E0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8" name="contour_14646"/>
          <p:cNvSpPr/>
          <p:nvPr/>
        </p:nvSpPr>
        <p:spPr>
          <a:xfrm>
            <a:off x="7844973" y="1691499"/>
            <a:ext cx="65592" cy="357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46" y="687"/>
                </a:moveTo>
                <a:lnTo>
                  <a:pt x="12470" y="2232"/>
                </a:lnTo>
                <a:lnTo>
                  <a:pt x="13862" y="3844"/>
                </a:lnTo>
                <a:lnTo>
                  <a:pt x="15139" y="5539"/>
                </a:lnTo>
                <a:lnTo>
                  <a:pt x="16308" y="7339"/>
                </a:lnTo>
                <a:lnTo>
                  <a:pt x="17378" y="9268"/>
                </a:lnTo>
                <a:lnTo>
                  <a:pt x="18360" y="11350"/>
                </a:lnTo>
                <a:lnTo>
                  <a:pt x="19262" y="13600"/>
                </a:lnTo>
                <a:lnTo>
                  <a:pt x="20095" y="16048"/>
                </a:lnTo>
                <a:lnTo>
                  <a:pt x="20873" y="18707"/>
                </a:lnTo>
                <a:lnTo>
                  <a:pt x="21600" y="21600"/>
                </a:lnTo>
                <a:lnTo>
                  <a:pt x="19990" y="20918"/>
                </a:lnTo>
                <a:lnTo>
                  <a:pt x="18396" y="20187"/>
                </a:lnTo>
                <a:lnTo>
                  <a:pt x="16819" y="19416"/>
                </a:lnTo>
                <a:lnTo>
                  <a:pt x="15257" y="18597"/>
                </a:lnTo>
                <a:lnTo>
                  <a:pt x="13709" y="17743"/>
                </a:lnTo>
                <a:lnTo>
                  <a:pt x="12168" y="16845"/>
                </a:lnTo>
                <a:lnTo>
                  <a:pt x="10637" y="15912"/>
                </a:lnTo>
                <a:lnTo>
                  <a:pt x="9113" y="14939"/>
                </a:lnTo>
                <a:lnTo>
                  <a:pt x="7591" y="13930"/>
                </a:lnTo>
                <a:lnTo>
                  <a:pt x="6074" y="12887"/>
                </a:lnTo>
                <a:lnTo>
                  <a:pt x="4560" y="11808"/>
                </a:lnTo>
                <a:lnTo>
                  <a:pt x="3043" y="10699"/>
                </a:lnTo>
                <a:lnTo>
                  <a:pt x="1524" y="9558"/>
                </a:lnTo>
                <a:lnTo>
                  <a:pt x="0" y="8392"/>
                </a:lnTo>
                <a:lnTo>
                  <a:pt x="2285" y="5019"/>
                </a:lnTo>
                <a:lnTo>
                  <a:pt x="4010" y="2628"/>
                </a:lnTo>
                <a:lnTo>
                  <a:pt x="5369" y="1087"/>
                </a:lnTo>
                <a:lnTo>
                  <a:pt x="6550" y="255"/>
                </a:lnTo>
                <a:lnTo>
                  <a:pt x="7747" y="0"/>
                </a:lnTo>
                <a:lnTo>
                  <a:pt x="9149" y="189"/>
                </a:lnTo>
                <a:lnTo>
                  <a:pt x="10946" y="687"/>
                </a:lnTo>
                <a:close/>
              </a:path>
            </a:pathLst>
          </a:custGeom>
          <a:solidFill>
            <a:srgbClr val="EC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49" name="contour_14647"/>
          <p:cNvSpPr/>
          <p:nvPr/>
        </p:nvSpPr>
        <p:spPr>
          <a:xfrm>
            <a:off x="855782" y="1690100"/>
            <a:ext cx="58304" cy="224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0"/>
                </a:moveTo>
                <a:lnTo>
                  <a:pt x="8824" y="84"/>
                </a:lnTo>
                <a:lnTo>
                  <a:pt x="10560" y="168"/>
                </a:lnTo>
                <a:lnTo>
                  <a:pt x="12320" y="246"/>
                </a:lnTo>
                <a:lnTo>
                  <a:pt x="13090" y="281"/>
                </a:lnTo>
                <a:lnTo>
                  <a:pt x="14448" y="330"/>
                </a:lnTo>
                <a:lnTo>
                  <a:pt x="17561" y="435"/>
                </a:lnTo>
                <a:lnTo>
                  <a:pt x="18155" y="477"/>
                </a:lnTo>
                <a:lnTo>
                  <a:pt x="19202" y="540"/>
                </a:lnTo>
                <a:lnTo>
                  <a:pt x="21600" y="688"/>
                </a:lnTo>
                <a:lnTo>
                  <a:pt x="21600" y="5326"/>
                </a:lnTo>
                <a:lnTo>
                  <a:pt x="21600" y="9993"/>
                </a:lnTo>
                <a:lnTo>
                  <a:pt x="21600" y="14723"/>
                </a:lnTo>
                <a:lnTo>
                  <a:pt x="20050" y="15649"/>
                </a:lnTo>
                <a:lnTo>
                  <a:pt x="18500" y="16540"/>
                </a:lnTo>
                <a:lnTo>
                  <a:pt x="16948" y="17418"/>
                </a:lnTo>
                <a:lnTo>
                  <a:pt x="15393" y="18274"/>
                </a:lnTo>
                <a:lnTo>
                  <a:pt x="13838" y="19109"/>
                </a:lnTo>
                <a:lnTo>
                  <a:pt x="12396" y="19923"/>
                </a:lnTo>
                <a:lnTo>
                  <a:pt x="10943" y="20744"/>
                </a:lnTo>
                <a:lnTo>
                  <a:pt x="9472" y="21572"/>
                </a:lnTo>
                <a:lnTo>
                  <a:pt x="7457" y="21600"/>
                </a:lnTo>
                <a:lnTo>
                  <a:pt x="6072" y="21270"/>
                </a:lnTo>
                <a:lnTo>
                  <a:pt x="4963" y="20253"/>
                </a:lnTo>
                <a:lnTo>
                  <a:pt x="3780" y="18232"/>
                </a:lnTo>
                <a:lnTo>
                  <a:pt x="2174" y="14884"/>
                </a:lnTo>
                <a:lnTo>
                  <a:pt x="1634" y="13102"/>
                </a:lnTo>
                <a:lnTo>
                  <a:pt x="0" y="7705"/>
                </a:lnTo>
                <a:lnTo>
                  <a:pt x="1628" y="3642"/>
                </a:lnTo>
                <a:lnTo>
                  <a:pt x="2913" y="1481"/>
                </a:lnTo>
                <a:lnTo>
                  <a:pt x="4514" y="512"/>
                </a:lnTo>
                <a:lnTo>
                  <a:pt x="7098" y="0"/>
                </a:lnTo>
                <a:close/>
              </a:path>
            </a:pathLst>
          </a:custGeom>
          <a:solidFill>
            <a:srgbClr val="8384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0" name="contour_14648"/>
          <p:cNvSpPr/>
          <p:nvPr/>
        </p:nvSpPr>
        <p:spPr>
          <a:xfrm>
            <a:off x="6839223" y="1668950"/>
            <a:ext cx="2914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4" y="0"/>
                </a:moveTo>
                <a:lnTo>
                  <a:pt x="18348" y="3016"/>
                </a:lnTo>
                <a:lnTo>
                  <a:pt x="19920" y="5341"/>
                </a:lnTo>
                <a:lnTo>
                  <a:pt x="20957" y="7139"/>
                </a:lnTo>
                <a:lnTo>
                  <a:pt x="21503" y="8573"/>
                </a:lnTo>
                <a:lnTo>
                  <a:pt x="21600" y="9804"/>
                </a:lnTo>
                <a:lnTo>
                  <a:pt x="21281" y="10997"/>
                </a:lnTo>
                <a:lnTo>
                  <a:pt x="20585" y="12315"/>
                </a:lnTo>
                <a:lnTo>
                  <a:pt x="19558" y="13921"/>
                </a:lnTo>
                <a:lnTo>
                  <a:pt x="17911" y="15485"/>
                </a:lnTo>
                <a:lnTo>
                  <a:pt x="16199" y="17032"/>
                </a:lnTo>
                <a:lnTo>
                  <a:pt x="14432" y="18565"/>
                </a:lnTo>
                <a:lnTo>
                  <a:pt x="12628" y="20085"/>
                </a:lnTo>
                <a:lnTo>
                  <a:pt x="10803" y="21600"/>
                </a:lnTo>
                <a:lnTo>
                  <a:pt x="9830" y="19899"/>
                </a:lnTo>
                <a:lnTo>
                  <a:pt x="8858" y="18198"/>
                </a:lnTo>
                <a:lnTo>
                  <a:pt x="7886" y="16494"/>
                </a:lnTo>
                <a:lnTo>
                  <a:pt x="6908" y="14788"/>
                </a:lnTo>
                <a:lnTo>
                  <a:pt x="5931" y="13076"/>
                </a:lnTo>
                <a:lnTo>
                  <a:pt x="4953" y="11364"/>
                </a:lnTo>
                <a:lnTo>
                  <a:pt x="3970" y="9644"/>
                </a:lnTo>
                <a:lnTo>
                  <a:pt x="2982" y="7919"/>
                </a:lnTo>
                <a:lnTo>
                  <a:pt x="1993" y="6188"/>
                </a:lnTo>
                <a:lnTo>
                  <a:pt x="999" y="4447"/>
                </a:lnTo>
                <a:lnTo>
                  <a:pt x="0" y="2700"/>
                </a:lnTo>
                <a:lnTo>
                  <a:pt x="3208" y="2165"/>
                </a:lnTo>
                <a:lnTo>
                  <a:pt x="6428" y="1628"/>
                </a:lnTo>
                <a:lnTo>
                  <a:pt x="9658" y="1091"/>
                </a:lnTo>
                <a:lnTo>
                  <a:pt x="12915" y="548"/>
                </a:lnTo>
                <a:lnTo>
                  <a:pt x="16204" y="0"/>
                </a:lnTo>
                <a:close/>
              </a:path>
            </a:pathLst>
          </a:custGeom>
          <a:solidFill>
            <a:srgbClr val="CAD2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1" name="contour_14649"/>
          <p:cNvSpPr/>
          <p:nvPr/>
        </p:nvSpPr>
        <p:spPr>
          <a:xfrm>
            <a:off x="6802783" y="166895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C4B1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2" name="contour_14650"/>
          <p:cNvSpPr/>
          <p:nvPr/>
        </p:nvSpPr>
        <p:spPr>
          <a:xfrm>
            <a:off x="10672706" y="1669249"/>
            <a:ext cx="43728" cy="361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213"/>
                </a:moveTo>
                <a:lnTo>
                  <a:pt x="13046" y="923"/>
                </a:lnTo>
                <a:lnTo>
                  <a:pt x="15196" y="1686"/>
                </a:lnTo>
                <a:lnTo>
                  <a:pt x="17338" y="2491"/>
                </a:lnTo>
                <a:lnTo>
                  <a:pt x="19472" y="3323"/>
                </a:lnTo>
                <a:lnTo>
                  <a:pt x="21600" y="4177"/>
                </a:lnTo>
                <a:lnTo>
                  <a:pt x="20585" y="6642"/>
                </a:lnTo>
                <a:lnTo>
                  <a:pt x="19562" y="9108"/>
                </a:lnTo>
                <a:lnTo>
                  <a:pt x="18540" y="11582"/>
                </a:lnTo>
                <a:lnTo>
                  <a:pt x="17514" y="14065"/>
                </a:lnTo>
                <a:lnTo>
                  <a:pt x="16484" y="16560"/>
                </a:lnTo>
                <a:lnTo>
                  <a:pt x="15448" y="19069"/>
                </a:lnTo>
                <a:lnTo>
                  <a:pt x="14400" y="21600"/>
                </a:lnTo>
                <a:lnTo>
                  <a:pt x="12366" y="19749"/>
                </a:lnTo>
                <a:lnTo>
                  <a:pt x="10325" y="17902"/>
                </a:lnTo>
                <a:lnTo>
                  <a:pt x="8280" y="16046"/>
                </a:lnTo>
                <a:lnTo>
                  <a:pt x="6228" y="14182"/>
                </a:lnTo>
                <a:lnTo>
                  <a:pt x="4165" y="12309"/>
                </a:lnTo>
                <a:lnTo>
                  <a:pt x="2092" y="10428"/>
                </a:lnTo>
                <a:lnTo>
                  <a:pt x="0" y="8533"/>
                </a:lnTo>
                <a:lnTo>
                  <a:pt x="2221" y="4778"/>
                </a:lnTo>
                <a:lnTo>
                  <a:pt x="3874" y="2278"/>
                </a:lnTo>
                <a:lnTo>
                  <a:pt x="5267" y="801"/>
                </a:lnTo>
                <a:lnTo>
                  <a:pt x="6696" y="122"/>
                </a:lnTo>
                <a:lnTo>
                  <a:pt x="8467" y="0"/>
                </a:lnTo>
                <a:lnTo>
                  <a:pt x="10883" y="213"/>
                </a:lnTo>
                <a:close/>
              </a:path>
            </a:pathLst>
          </a:custGeom>
          <a:solidFill>
            <a:srgbClr val="BEA6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3" name="contour_14651"/>
          <p:cNvSpPr/>
          <p:nvPr/>
        </p:nvSpPr>
        <p:spPr>
          <a:xfrm>
            <a:off x="1023406" y="164708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3737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4" name="contour_14652"/>
          <p:cNvSpPr/>
          <p:nvPr/>
        </p:nvSpPr>
        <p:spPr>
          <a:xfrm>
            <a:off x="2123892" y="164708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183" y="2640"/>
                </a:lnTo>
                <a:lnTo>
                  <a:pt x="18922" y="5292"/>
                </a:lnTo>
                <a:lnTo>
                  <a:pt x="19522" y="7953"/>
                </a:lnTo>
                <a:lnTo>
                  <a:pt x="20019" y="10636"/>
                </a:lnTo>
                <a:lnTo>
                  <a:pt x="20442" y="13340"/>
                </a:lnTo>
                <a:lnTo>
                  <a:pt x="20827" y="16066"/>
                </a:lnTo>
                <a:lnTo>
                  <a:pt x="21203" y="18818"/>
                </a:lnTo>
                <a:lnTo>
                  <a:pt x="21600" y="21600"/>
                </a:lnTo>
                <a:lnTo>
                  <a:pt x="18926" y="21064"/>
                </a:lnTo>
                <a:lnTo>
                  <a:pt x="16252" y="20529"/>
                </a:lnTo>
                <a:lnTo>
                  <a:pt x="13569" y="19993"/>
                </a:lnTo>
                <a:lnTo>
                  <a:pt x="10882" y="19457"/>
                </a:lnTo>
                <a:lnTo>
                  <a:pt x="8182" y="18917"/>
                </a:lnTo>
                <a:lnTo>
                  <a:pt x="5469" y="18373"/>
                </a:lnTo>
                <a:lnTo>
                  <a:pt x="2743" y="17829"/>
                </a:lnTo>
                <a:lnTo>
                  <a:pt x="0" y="17280"/>
                </a:lnTo>
                <a:lnTo>
                  <a:pt x="2195" y="12269"/>
                </a:lnTo>
                <a:lnTo>
                  <a:pt x="3819" y="8610"/>
                </a:lnTo>
                <a:lnTo>
                  <a:pt x="5020" y="6000"/>
                </a:lnTo>
                <a:lnTo>
                  <a:pt x="5953" y="4139"/>
                </a:lnTo>
                <a:lnTo>
                  <a:pt x="6765" y="2717"/>
                </a:lnTo>
                <a:lnTo>
                  <a:pt x="7612" y="1439"/>
                </a:lnTo>
                <a:lnTo>
                  <a:pt x="8640" y="0"/>
                </a:lnTo>
                <a:close/>
              </a:path>
            </a:pathLst>
          </a:custGeom>
          <a:solidFill>
            <a:srgbClr val="2D2E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5" name="contour_14653"/>
          <p:cNvSpPr/>
          <p:nvPr/>
        </p:nvSpPr>
        <p:spPr>
          <a:xfrm>
            <a:off x="10381187" y="1652734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930"/>
                </a:moveTo>
                <a:lnTo>
                  <a:pt x="7404" y="310"/>
                </a:lnTo>
                <a:lnTo>
                  <a:pt x="9621" y="0"/>
                </a:lnTo>
                <a:lnTo>
                  <a:pt x="11591" y="0"/>
                </a:lnTo>
                <a:lnTo>
                  <a:pt x="13936" y="310"/>
                </a:lnTo>
                <a:lnTo>
                  <a:pt x="17280" y="930"/>
                </a:lnTo>
                <a:lnTo>
                  <a:pt x="18209" y="3497"/>
                </a:lnTo>
                <a:lnTo>
                  <a:pt x="18969" y="6031"/>
                </a:lnTo>
                <a:lnTo>
                  <a:pt x="19591" y="8553"/>
                </a:lnTo>
                <a:lnTo>
                  <a:pt x="20101" y="11079"/>
                </a:lnTo>
                <a:lnTo>
                  <a:pt x="20529" y="13626"/>
                </a:lnTo>
                <a:lnTo>
                  <a:pt x="20900" y="16218"/>
                </a:lnTo>
                <a:lnTo>
                  <a:pt x="21250" y="18872"/>
                </a:lnTo>
                <a:lnTo>
                  <a:pt x="21600" y="21600"/>
                </a:lnTo>
                <a:lnTo>
                  <a:pt x="18926" y="21087"/>
                </a:lnTo>
                <a:lnTo>
                  <a:pt x="16252" y="20575"/>
                </a:lnTo>
                <a:lnTo>
                  <a:pt x="13569" y="20062"/>
                </a:lnTo>
                <a:lnTo>
                  <a:pt x="10882" y="19550"/>
                </a:lnTo>
                <a:lnTo>
                  <a:pt x="8182" y="19033"/>
                </a:lnTo>
                <a:lnTo>
                  <a:pt x="5469" y="18512"/>
                </a:lnTo>
                <a:lnTo>
                  <a:pt x="2743" y="17991"/>
                </a:lnTo>
                <a:lnTo>
                  <a:pt x="0" y="17466"/>
                </a:lnTo>
                <a:lnTo>
                  <a:pt x="2138" y="16441"/>
                </a:lnTo>
                <a:lnTo>
                  <a:pt x="4290" y="15416"/>
                </a:lnTo>
                <a:lnTo>
                  <a:pt x="6450" y="14378"/>
                </a:lnTo>
                <a:lnTo>
                  <a:pt x="8640" y="13332"/>
                </a:lnTo>
                <a:lnTo>
                  <a:pt x="7785" y="10876"/>
                </a:lnTo>
                <a:lnTo>
                  <a:pt x="6925" y="8413"/>
                </a:lnTo>
                <a:lnTo>
                  <a:pt x="6065" y="5941"/>
                </a:lnTo>
                <a:lnTo>
                  <a:pt x="5197" y="3448"/>
                </a:lnTo>
                <a:lnTo>
                  <a:pt x="4320" y="930"/>
                </a:lnTo>
                <a:close/>
              </a:path>
            </a:pathLst>
          </a:custGeom>
          <a:solidFill>
            <a:srgbClr val="F3F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6" name="contour_14654"/>
          <p:cNvSpPr/>
          <p:nvPr/>
        </p:nvSpPr>
        <p:spPr>
          <a:xfrm>
            <a:off x="10490506" y="164708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8A7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7" name="contour_14655"/>
          <p:cNvSpPr/>
          <p:nvPr/>
        </p:nvSpPr>
        <p:spPr>
          <a:xfrm>
            <a:off x="7551354" y="1639798"/>
            <a:ext cx="3124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3" y="0"/>
                </a:moveTo>
                <a:lnTo>
                  <a:pt x="13800" y="2020"/>
                </a:lnTo>
                <a:lnTo>
                  <a:pt x="15463" y="3550"/>
                </a:lnTo>
                <a:lnTo>
                  <a:pt x="16793" y="4892"/>
                </a:lnTo>
                <a:lnTo>
                  <a:pt x="18078" y="6350"/>
                </a:lnTo>
                <a:lnTo>
                  <a:pt x="19585" y="8219"/>
                </a:lnTo>
                <a:lnTo>
                  <a:pt x="21600" y="10800"/>
                </a:lnTo>
                <a:lnTo>
                  <a:pt x="20653" y="13802"/>
                </a:lnTo>
                <a:lnTo>
                  <a:pt x="19917" y="15865"/>
                </a:lnTo>
                <a:lnTo>
                  <a:pt x="19151" y="17507"/>
                </a:lnTo>
                <a:lnTo>
                  <a:pt x="18113" y="19246"/>
                </a:lnTo>
                <a:lnTo>
                  <a:pt x="16562" y="21600"/>
                </a:lnTo>
                <a:lnTo>
                  <a:pt x="12813" y="21139"/>
                </a:lnTo>
                <a:lnTo>
                  <a:pt x="10153" y="20722"/>
                </a:lnTo>
                <a:lnTo>
                  <a:pt x="7855" y="20174"/>
                </a:lnTo>
                <a:lnTo>
                  <a:pt x="5195" y="19325"/>
                </a:lnTo>
                <a:lnTo>
                  <a:pt x="1446" y="18000"/>
                </a:lnTo>
                <a:lnTo>
                  <a:pt x="610" y="15548"/>
                </a:lnTo>
                <a:lnTo>
                  <a:pt x="136" y="13165"/>
                </a:lnTo>
                <a:lnTo>
                  <a:pt x="0" y="10811"/>
                </a:lnTo>
                <a:lnTo>
                  <a:pt x="186" y="8456"/>
                </a:lnTo>
                <a:lnTo>
                  <a:pt x="675" y="6062"/>
                </a:lnTo>
                <a:lnTo>
                  <a:pt x="1446" y="3600"/>
                </a:lnTo>
                <a:lnTo>
                  <a:pt x="4439" y="2023"/>
                </a:lnTo>
                <a:lnTo>
                  <a:pt x="6485" y="1123"/>
                </a:lnTo>
                <a:lnTo>
                  <a:pt x="8530" y="562"/>
                </a:lnTo>
                <a:lnTo>
                  <a:pt x="11523" y="0"/>
                </a:lnTo>
                <a:close/>
              </a:path>
            </a:pathLst>
          </a:custGeom>
          <a:solidFill>
            <a:srgbClr val="D0D2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8" name="contour_14656"/>
          <p:cNvSpPr/>
          <p:nvPr/>
        </p:nvSpPr>
        <p:spPr>
          <a:xfrm>
            <a:off x="4630961" y="1596070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44" y="0"/>
                </a:lnTo>
                <a:lnTo>
                  <a:pt x="8101" y="0"/>
                </a:lnTo>
                <a:lnTo>
                  <a:pt x="12172" y="0"/>
                </a:lnTo>
                <a:lnTo>
                  <a:pt x="16277" y="0"/>
                </a:lnTo>
                <a:lnTo>
                  <a:pt x="20422" y="0"/>
                </a:lnTo>
                <a:lnTo>
                  <a:pt x="20885" y="2603"/>
                </a:lnTo>
                <a:lnTo>
                  <a:pt x="21266" y="5177"/>
                </a:lnTo>
                <a:lnTo>
                  <a:pt x="21518" y="7736"/>
                </a:lnTo>
                <a:lnTo>
                  <a:pt x="21600" y="10289"/>
                </a:lnTo>
                <a:lnTo>
                  <a:pt x="21471" y="12845"/>
                </a:lnTo>
                <a:lnTo>
                  <a:pt x="21096" y="15412"/>
                </a:lnTo>
                <a:lnTo>
                  <a:pt x="20422" y="18000"/>
                </a:lnTo>
                <a:lnTo>
                  <a:pt x="15358" y="19433"/>
                </a:lnTo>
                <a:lnTo>
                  <a:pt x="11763" y="20336"/>
                </a:lnTo>
                <a:lnTo>
                  <a:pt x="8659" y="20884"/>
                </a:lnTo>
                <a:lnTo>
                  <a:pt x="5065" y="21247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B5B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59" name="contour_14657"/>
          <p:cNvSpPr/>
          <p:nvPr/>
        </p:nvSpPr>
        <p:spPr>
          <a:xfrm>
            <a:off x="4732993" y="1603358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4277"/>
                </a:lnTo>
                <a:lnTo>
                  <a:pt x="20375" y="8568"/>
                </a:lnTo>
                <a:lnTo>
                  <a:pt x="19761" y="12874"/>
                </a:lnTo>
                <a:lnTo>
                  <a:pt x="19141" y="17215"/>
                </a:lnTo>
                <a:lnTo>
                  <a:pt x="18514" y="21600"/>
                </a:lnTo>
                <a:lnTo>
                  <a:pt x="16632" y="20966"/>
                </a:lnTo>
                <a:lnTo>
                  <a:pt x="14750" y="20304"/>
                </a:lnTo>
                <a:lnTo>
                  <a:pt x="12871" y="19613"/>
                </a:lnTo>
                <a:lnTo>
                  <a:pt x="10991" y="18900"/>
                </a:lnTo>
                <a:lnTo>
                  <a:pt x="8893" y="18144"/>
                </a:lnTo>
                <a:lnTo>
                  <a:pt x="6761" y="17381"/>
                </a:lnTo>
                <a:lnTo>
                  <a:pt x="4943" y="15811"/>
                </a:lnTo>
                <a:lnTo>
                  <a:pt x="3681" y="14119"/>
                </a:lnTo>
                <a:lnTo>
                  <a:pt x="2654" y="11477"/>
                </a:lnTo>
                <a:lnTo>
                  <a:pt x="1537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3E51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0" name="contour_14658"/>
          <p:cNvSpPr/>
          <p:nvPr/>
        </p:nvSpPr>
        <p:spPr>
          <a:xfrm>
            <a:off x="1059845" y="1596070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76" y="14465"/>
                </a:lnTo>
                <a:lnTo>
                  <a:pt x="3175" y="12078"/>
                </a:lnTo>
                <a:lnTo>
                  <a:pt x="3974" y="9684"/>
                </a:lnTo>
                <a:lnTo>
                  <a:pt x="4774" y="7279"/>
                </a:lnTo>
                <a:lnTo>
                  <a:pt x="5580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9F9F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1" name="contour_14659"/>
          <p:cNvSpPr/>
          <p:nvPr/>
        </p:nvSpPr>
        <p:spPr>
          <a:xfrm>
            <a:off x="1205605" y="1581494"/>
            <a:ext cx="728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356"/>
                </a:lnTo>
                <a:lnTo>
                  <a:pt x="2851" y="713"/>
                </a:lnTo>
                <a:lnTo>
                  <a:pt x="4279" y="1069"/>
                </a:lnTo>
                <a:lnTo>
                  <a:pt x="5707" y="1426"/>
                </a:lnTo>
                <a:lnTo>
                  <a:pt x="7137" y="1782"/>
                </a:lnTo>
                <a:lnTo>
                  <a:pt x="8567" y="2144"/>
                </a:lnTo>
                <a:lnTo>
                  <a:pt x="10001" y="2500"/>
                </a:lnTo>
                <a:lnTo>
                  <a:pt x="11437" y="2862"/>
                </a:lnTo>
                <a:lnTo>
                  <a:pt x="12878" y="3218"/>
                </a:lnTo>
                <a:lnTo>
                  <a:pt x="14321" y="3580"/>
                </a:lnTo>
                <a:lnTo>
                  <a:pt x="15766" y="3942"/>
                </a:lnTo>
                <a:lnTo>
                  <a:pt x="17217" y="4304"/>
                </a:lnTo>
                <a:lnTo>
                  <a:pt x="18673" y="4671"/>
                </a:lnTo>
                <a:lnTo>
                  <a:pt x="20133" y="5033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20248" y="20644"/>
                </a:lnTo>
                <a:lnTo>
                  <a:pt x="18898" y="19678"/>
                </a:lnTo>
                <a:lnTo>
                  <a:pt x="17548" y="18711"/>
                </a:lnTo>
                <a:lnTo>
                  <a:pt x="16198" y="17744"/>
                </a:lnTo>
                <a:lnTo>
                  <a:pt x="14848" y="16767"/>
                </a:lnTo>
                <a:lnTo>
                  <a:pt x="13498" y="15790"/>
                </a:lnTo>
                <a:lnTo>
                  <a:pt x="12148" y="14812"/>
                </a:lnTo>
                <a:lnTo>
                  <a:pt x="10800" y="13835"/>
                </a:lnTo>
                <a:lnTo>
                  <a:pt x="10342" y="13511"/>
                </a:lnTo>
                <a:lnTo>
                  <a:pt x="9532" y="12938"/>
                </a:lnTo>
                <a:lnTo>
                  <a:pt x="7679" y="11632"/>
                </a:lnTo>
                <a:lnTo>
                  <a:pt x="6212" y="10562"/>
                </a:lnTo>
                <a:lnTo>
                  <a:pt x="4726" y="9472"/>
                </a:lnTo>
                <a:lnTo>
                  <a:pt x="3365" y="8494"/>
                </a:lnTo>
                <a:lnTo>
                  <a:pt x="1983" y="7501"/>
                </a:lnTo>
                <a:lnTo>
                  <a:pt x="1490" y="6977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9F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2" name="contour_14660"/>
          <p:cNvSpPr/>
          <p:nvPr/>
        </p:nvSpPr>
        <p:spPr>
          <a:xfrm>
            <a:off x="8260381" y="156691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10027" y="1345"/>
                </a:lnTo>
                <a:lnTo>
                  <a:pt x="13958" y="2311"/>
                </a:lnTo>
                <a:lnTo>
                  <a:pt x="16606" y="3051"/>
                </a:lnTo>
                <a:lnTo>
                  <a:pt x="18442" y="3710"/>
                </a:lnTo>
                <a:lnTo>
                  <a:pt x="19945" y="444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775" y="17512"/>
                </a:lnTo>
                <a:lnTo>
                  <a:pt x="16705" y="18301"/>
                </a:lnTo>
                <a:lnTo>
                  <a:pt x="14386" y="18884"/>
                </a:lnTo>
                <a:lnTo>
                  <a:pt x="10800" y="19575"/>
                </a:lnTo>
                <a:lnTo>
                  <a:pt x="7785" y="20185"/>
                </a:lnTo>
                <a:lnTo>
                  <a:pt x="4726" y="20801"/>
                </a:lnTo>
                <a:lnTo>
                  <a:pt x="2380" y="212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CAB0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3" name="contour_14661"/>
          <p:cNvSpPr/>
          <p:nvPr/>
        </p:nvSpPr>
        <p:spPr>
          <a:xfrm>
            <a:off x="10359323" y="153047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855"/>
                </a:lnTo>
                <a:lnTo>
                  <a:pt x="13781" y="1715"/>
                </a:lnTo>
                <a:lnTo>
                  <a:pt x="16364" y="2575"/>
                </a:lnTo>
                <a:lnTo>
                  <a:pt x="18969" y="3443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1223" y="14835"/>
                </a:lnTo>
                <a:lnTo>
                  <a:pt x="2445" y="12390"/>
                </a:lnTo>
                <a:lnTo>
                  <a:pt x="3672" y="9936"/>
                </a:lnTo>
                <a:lnTo>
                  <a:pt x="4903" y="7474"/>
                </a:lnTo>
                <a:lnTo>
                  <a:pt x="6143" y="4998"/>
                </a:lnTo>
                <a:lnTo>
                  <a:pt x="7387" y="2510"/>
                </a:lnTo>
                <a:lnTo>
                  <a:pt x="8640" y="0"/>
                </a:lnTo>
                <a:close/>
              </a:path>
            </a:pathLst>
          </a:custGeom>
          <a:solidFill>
            <a:srgbClr val="E6EC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4" name="contour_14662"/>
          <p:cNvSpPr/>
          <p:nvPr/>
        </p:nvSpPr>
        <p:spPr>
          <a:xfrm>
            <a:off x="6976740" y="1537766"/>
            <a:ext cx="3739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81" y="0"/>
                </a:moveTo>
                <a:lnTo>
                  <a:pt x="15866" y="1361"/>
                </a:lnTo>
                <a:lnTo>
                  <a:pt x="17634" y="2376"/>
                </a:lnTo>
                <a:lnTo>
                  <a:pt x="19285" y="3553"/>
                </a:lnTo>
                <a:lnTo>
                  <a:pt x="21600" y="5400"/>
                </a:lnTo>
                <a:lnTo>
                  <a:pt x="20594" y="7412"/>
                </a:lnTo>
                <a:lnTo>
                  <a:pt x="19710" y="8805"/>
                </a:lnTo>
                <a:lnTo>
                  <a:pt x="18455" y="10222"/>
                </a:lnTo>
                <a:lnTo>
                  <a:pt x="16338" y="12317"/>
                </a:lnTo>
                <a:lnTo>
                  <a:pt x="15184" y="13492"/>
                </a:lnTo>
                <a:lnTo>
                  <a:pt x="14027" y="14675"/>
                </a:lnTo>
                <a:lnTo>
                  <a:pt x="12852" y="15873"/>
                </a:lnTo>
                <a:lnTo>
                  <a:pt x="10979" y="17253"/>
                </a:lnTo>
                <a:lnTo>
                  <a:pt x="9186" y="18395"/>
                </a:lnTo>
                <a:lnTo>
                  <a:pt x="7359" y="19345"/>
                </a:lnTo>
                <a:lnTo>
                  <a:pt x="5384" y="20164"/>
                </a:lnTo>
                <a:lnTo>
                  <a:pt x="3153" y="20895"/>
                </a:lnTo>
                <a:lnTo>
                  <a:pt x="551" y="21600"/>
                </a:lnTo>
                <a:lnTo>
                  <a:pt x="244" y="18495"/>
                </a:lnTo>
                <a:lnTo>
                  <a:pt x="59" y="16313"/>
                </a:lnTo>
                <a:lnTo>
                  <a:pt x="0" y="14753"/>
                </a:lnTo>
                <a:lnTo>
                  <a:pt x="59" y="13513"/>
                </a:lnTo>
                <a:lnTo>
                  <a:pt x="244" y="12296"/>
                </a:lnTo>
                <a:lnTo>
                  <a:pt x="551" y="10800"/>
                </a:lnTo>
                <a:lnTo>
                  <a:pt x="2905" y="9904"/>
                </a:lnTo>
                <a:lnTo>
                  <a:pt x="4563" y="9323"/>
                </a:lnTo>
                <a:lnTo>
                  <a:pt x="6323" y="8807"/>
                </a:lnTo>
                <a:lnTo>
                  <a:pt x="8971" y="8100"/>
                </a:lnTo>
                <a:lnTo>
                  <a:pt x="10267" y="6010"/>
                </a:lnTo>
                <a:lnTo>
                  <a:pt x="11135" y="4544"/>
                </a:lnTo>
                <a:lnTo>
                  <a:pt x="11775" y="3313"/>
                </a:lnTo>
                <a:lnTo>
                  <a:pt x="12389" y="1928"/>
                </a:lnTo>
                <a:lnTo>
                  <a:pt x="13181" y="0"/>
                </a:lnTo>
                <a:close/>
              </a:path>
            </a:pathLst>
          </a:custGeom>
          <a:solidFill>
            <a:srgbClr val="DAE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5" name="contour_14663"/>
          <p:cNvSpPr/>
          <p:nvPr/>
        </p:nvSpPr>
        <p:spPr>
          <a:xfrm>
            <a:off x="3785554" y="1508614"/>
            <a:ext cx="22578" cy="801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72" y="0"/>
                </a:moveTo>
                <a:lnTo>
                  <a:pt x="11114" y="424"/>
                </a:lnTo>
                <a:lnTo>
                  <a:pt x="13951" y="772"/>
                </a:lnTo>
                <a:lnTo>
                  <a:pt x="16782" y="1223"/>
                </a:lnTo>
                <a:lnTo>
                  <a:pt x="20917" y="1964"/>
                </a:lnTo>
                <a:lnTo>
                  <a:pt x="21447" y="3173"/>
                </a:lnTo>
                <a:lnTo>
                  <a:pt x="21600" y="4043"/>
                </a:lnTo>
                <a:lnTo>
                  <a:pt x="21377" y="4995"/>
                </a:lnTo>
                <a:lnTo>
                  <a:pt x="20756" y="6451"/>
                </a:lnTo>
                <a:lnTo>
                  <a:pt x="20213" y="7774"/>
                </a:lnTo>
                <a:lnTo>
                  <a:pt x="19662" y="9117"/>
                </a:lnTo>
                <a:lnTo>
                  <a:pt x="19215" y="10038"/>
                </a:lnTo>
                <a:lnTo>
                  <a:pt x="18762" y="10965"/>
                </a:lnTo>
                <a:lnTo>
                  <a:pt x="18302" y="11904"/>
                </a:lnTo>
                <a:lnTo>
                  <a:pt x="17905" y="12832"/>
                </a:lnTo>
                <a:lnTo>
                  <a:pt x="17507" y="13767"/>
                </a:lnTo>
                <a:lnTo>
                  <a:pt x="17103" y="14715"/>
                </a:lnTo>
                <a:lnTo>
                  <a:pt x="16503" y="16094"/>
                </a:lnTo>
                <a:lnTo>
                  <a:pt x="15883" y="17470"/>
                </a:lnTo>
                <a:lnTo>
                  <a:pt x="15255" y="18847"/>
                </a:lnTo>
                <a:lnTo>
                  <a:pt x="14607" y="20223"/>
                </a:lnTo>
                <a:lnTo>
                  <a:pt x="13944" y="21600"/>
                </a:lnTo>
                <a:lnTo>
                  <a:pt x="10486" y="21600"/>
                </a:lnTo>
                <a:lnTo>
                  <a:pt x="6972" y="21600"/>
                </a:lnTo>
                <a:lnTo>
                  <a:pt x="5341" y="19075"/>
                </a:lnTo>
                <a:lnTo>
                  <a:pt x="3925" y="16856"/>
                </a:lnTo>
                <a:lnTo>
                  <a:pt x="2726" y="14908"/>
                </a:lnTo>
                <a:lnTo>
                  <a:pt x="1743" y="13202"/>
                </a:lnTo>
                <a:lnTo>
                  <a:pt x="983" y="11705"/>
                </a:lnTo>
                <a:lnTo>
                  <a:pt x="439" y="10386"/>
                </a:lnTo>
                <a:lnTo>
                  <a:pt x="112" y="9211"/>
                </a:lnTo>
                <a:lnTo>
                  <a:pt x="0" y="8151"/>
                </a:lnTo>
                <a:lnTo>
                  <a:pt x="112" y="7175"/>
                </a:lnTo>
                <a:lnTo>
                  <a:pt x="439" y="6250"/>
                </a:lnTo>
                <a:lnTo>
                  <a:pt x="983" y="5345"/>
                </a:lnTo>
                <a:lnTo>
                  <a:pt x="1743" y="4426"/>
                </a:lnTo>
                <a:lnTo>
                  <a:pt x="2726" y="3464"/>
                </a:lnTo>
                <a:lnTo>
                  <a:pt x="3925" y="2427"/>
                </a:lnTo>
                <a:lnTo>
                  <a:pt x="5341" y="1282"/>
                </a:lnTo>
                <a:lnTo>
                  <a:pt x="6972" y="0"/>
                </a:lnTo>
                <a:close/>
              </a:path>
            </a:pathLst>
          </a:custGeom>
          <a:solidFill>
            <a:srgbClr val="C6CD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6" name="contour_14664"/>
          <p:cNvSpPr/>
          <p:nvPr/>
        </p:nvSpPr>
        <p:spPr>
          <a:xfrm>
            <a:off x="1212893" y="1499686"/>
            <a:ext cx="36440" cy="321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03"/>
                </a:moveTo>
                <a:lnTo>
                  <a:pt x="7318" y="353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35"/>
                </a:lnTo>
                <a:lnTo>
                  <a:pt x="18468" y="633"/>
                </a:lnTo>
                <a:lnTo>
                  <a:pt x="21600" y="1103"/>
                </a:lnTo>
                <a:lnTo>
                  <a:pt x="20589" y="4075"/>
                </a:lnTo>
                <a:lnTo>
                  <a:pt x="19544" y="6988"/>
                </a:lnTo>
                <a:lnTo>
                  <a:pt x="18438" y="9846"/>
                </a:lnTo>
                <a:lnTo>
                  <a:pt x="17254" y="12646"/>
                </a:lnTo>
                <a:lnTo>
                  <a:pt x="15958" y="15392"/>
                </a:lnTo>
                <a:lnTo>
                  <a:pt x="14537" y="18084"/>
                </a:lnTo>
                <a:lnTo>
                  <a:pt x="12960" y="20717"/>
                </a:lnTo>
                <a:lnTo>
                  <a:pt x="9487" y="21306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06"/>
                </a:lnTo>
                <a:lnTo>
                  <a:pt x="0" y="20717"/>
                </a:lnTo>
                <a:lnTo>
                  <a:pt x="302" y="17246"/>
                </a:lnTo>
                <a:lnTo>
                  <a:pt x="696" y="13887"/>
                </a:lnTo>
                <a:lnTo>
                  <a:pt x="1231" y="10611"/>
                </a:lnTo>
                <a:lnTo>
                  <a:pt x="1974" y="7404"/>
                </a:lnTo>
                <a:lnTo>
                  <a:pt x="2985" y="4246"/>
                </a:lnTo>
                <a:lnTo>
                  <a:pt x="4320" y="1103"/>
                </a:lnTo>
                <a:close/>
              </a:path>
            </a:pathLst>
          </a:custGeom>
          <a:solidFill>
            <a:srgbClr val="E2CE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7" name="contour_14665"/>
          <p:cNvSpPr/>
          <p:nvPr/>
        </p:nvSpPr>
        <p:spPr>
          <a:xfrm>
            <a:off x="1657461" y="1471963"/>
            <a:ext cx="51016" cy="36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125"/>
                </a:moveTo>
                <a:lnTo>
                  <a:pt x="8230" y="0"/>
                </a:lnTo>
                <a:lnTo>
                  <a:pt x="10217" y="116"/>
                </a:lnTo>
                <a:lnTo>
                  <a:pt x="12145" y="447"/>
                </a:lnTo>
                <a:lnTo>
                  <a:pt x="14037" y="971"/>
                </a:lnTo>
                <a:lnTo>
                  <a:pt x="15913" y="1654"/>
                </a:lnTo>
                <a:lnTo>
                  <a:pt x="17786" y="2478"/>
                </a:lnTo>
                <a:lnTo>
                  <a:pt x="19675" y="3406"/>
                </a:lnTo>
                <a:lnTo>
                  <a:pt x="21600" y="4420"/>
                </a:lnTo>
                <a:lnTo>
                  <a:pt x="21017" y="6799"/>
                </a:lnTo>
                <a:lnTo>
                  <a:pt x="20498" y="8487"/>
                </a:lnTo>
                <a:lnTo>
                  <a:pt x="19761" y="10291"/>
                </a:lnTo>
                <a:lnTo>
                  <a:pt x="18514" y="13010"/>
                </a:lnTo>
                <a:lnTo>
                  <a:pt x="16351" y="14354"/>
                </a:lnTo>
                <a:lnTo>
                  <a:pt x="14777" y="15278"/>
                </a:lnTo>
                <a:lnTo>
                  <a:pt x="13340" y="16012"/>
                </a:lnTo>
                <a:lnTo>
                  <a:pt x="11587" y="16790"/>
                </a:lnTo>
                <a:lnTo>
                  <a:pt x="9066" y="17842"/>
                </a:lnTo>
                <a:lnTo>
                  <a:pt x="7372" y="18563"/>
                </a:lnTo>
                <a:lnTo>
                  <a:pt x="5668" y="19289"/>
                </a:lnTo>
                <a:lnTo>
                  <a:pt x="3940" y="20024"/>
                </a:lnTo>
                <a:lnTo>
                  <a:pt x="2962" y="20415"/>
                </a:lnTo>
                <a:lnTo>
                  <a:pt x="0" y="21600"/>
                </a:lnTo>
                <a:lnTo>
                  <a:pt x="500" y="18679"/>
                </a:lnTo>
                <a:lnTo>
                  <a:pt x="1028" y="15836"/>
                </a:lnTo>
                <a:lnTo>
                  <a:pt x="1608" y="13066"/>
                </a:lnTo>
                <a:lnTo>
                  <a:pt x="2265" y="10360"/>
                </a:lnTo>
                <a:lnTo>
                  <a:pt x="3027" y="7718"/>
                </a:lnTo>
                <a:lnTo>
                  <a:pt x="3916" y="5137"/>
                </a:lnTo>
                <a:lnTo>
                  <a:pt x="4956" y="2607"/>
                </a:lnTo>
                <a:lnTo>
                  <a:pt x="6171" y="125"/>
                </a:lnTo>
                <a:close/>
              </a:path>
            </a:pathLst>
          </a:custGeom>
          <a:solidFill>
            <a:srgbClr val="F1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8" name="contour_14666"/>
          <p:cNvSpPr/>
          <p:nvPr/>
        </p:nvSpPr>
        <p:spPr>
          <a:xfrm>
            <a:off x="1621021" y="1435734"/>
            <a:ext cx="7288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741" y="554"/>
                </a:lnTo>
                <a:lnTo>
                  <a:pt x="9001" y="1112"/>
                </a:lnTo>
                <a:lnTo>
                  <a:pt x="10262" y="1674"/>
                </a:lnTo>
                <a:lnTo>
                  <a:pt x="11521" y="2239"/>
                </a:lnTo>
                <a:lnTo>
                  <a:pt x="12781" y="2804"/>
                </a:lnTo>
                <a:lnTo>
                  <a:pt x="14040" y="3377"/>
                </a:lnTo>
                <a:lnTo>
                  <a:pt x="15124" y="3848"/>
                </a:lnTo>
                <a:lnTo>
                  <a:pt x="16226" y="4324"/>
                </a:lnTo>
                <a:lnTo>
                  <a:pt x="17582" y="4979"/>
                </a:lnTo>
                <a:lnTo>
                  <a:pt x="18928" y="5688"/>
                </a:lnTo>
                <a:lnTo>
                  <a:pt x="20267" y="6433"/>
                </a:lnTo>
                <a:lnTo>
                  <a:pt x="21600" y="7200"/>
                </a:lnTo>
                <a:lnTo>
                  <a:pt x="21600" y="8986"/>
                </a:lnTo>
                <a:lnTo>
                  <a:pt x="21600" y="10800"/>
                </a:lnTo>
                <a:lnTo>
                  <a:pt x="20466" y="10609"/>
                </a:lnTo>
                <a:lnTo>
                  <a:pt x="19313" y="10422"/>
                </a:lnTo>
                <a:lnTo>
                  <a:pt x="17859" y="10289"/>
                </a:lnTo>
                <a:lnTo>
                  <a:pt x="16442" y="10206"/>
                </a:lnTo>
                <a:lnTo>
                  <a:pt x="15044" y="10192"/>
                </a:lnTo>
                <a:lnTo>
                  <a:pt x="13649" y="10271"/>
                </a:lnTo>
                <a:lnTo>
                  <a:pt x="12239" y="10465"/>
                </a:lnTo>
                <a:lnTo>
                  <a:pt x="10800" y="10800"/>
                </a:lnTo>
                <a:lnTo>
                  <a:pt x="9940" y="13478"/>
                </a:lnTo>
                <a:lnTo>
                  <a:pt x="9398" y="15379"/>
                </a:lnTo>
                <a:lnTo>
                  <a:pt x="9070" y="17021"/>
                </a:lnTo>
                <a:lnTo>
                  <a:pt x="8852" y="18922"/>
                </a:lnTo>
                <a:lnTo>
                  <a:pt x="8640" y="21600"/>
                </a:lnTo>
                <a:lnTo>
                  <a:pt x="8899" y="19030"/>
                </a:lnTo>
                <a:lnTo>
                  <a:pt x="9029" y="17183"/>
                </a:lnTo>
                <a:lnTo>
                  <a:pt x="9029" y="15541"/>
                </a:lnTo>
                <a:lnTo>
                  <a:pt x="8899" y="13586"/>
                </a:lnTo>
                <a:lnTo>
                  <a:pt x="8640" y="10800"/>
                </a:lnTo>
                <a:lnTo>
                  <a:pt x="7245" y="9817"/>
                </a:lnTo>
                <a:lnTo>
                  <a:pt x="5838" y="9040"/>
                </a:lnTo>
                <a:lnTo>
                  <a:pt x="4415" y="8424"/>
                </a:lnTo>
                <a:lnTo>
                  <a:pt x="2970" y="7938"/>
                </a:lnTo>
                <a:lnTo>
                  <a:pt x="1501" y="7542"/>
                </a:lnTo>
                <a:lnTo>
                  <a:pt x="0" y="7200"/>
                </a:lnTo>
                <a:lnTo>
                  <a:pt x="1283" y="7200"/>
                </a:lnTo>
                <a:lnTo>
                  <a:pt x="2570" y="7200"/>
                </a:lnTo>
                <a:lnTo>
                  <a:pt x="3862" y="7200"/>
                </a:lnTo>
                <a:lnTo>
                  <a:pt x="5165" y="7200"/>
                </a:lnTo>
                <a:lnTo>
                  <a:pt x="6480" y="7200"/>
                </a:lnTo>
                <a:lnTo>
                  <a:pt x="6480" y="4820"/>
                </a:lnTo>
                <a:lnTo>
                  <a:pt x="6480" y="2426"/>
                </a:lnTo>
                <a:lnTo>
                  <a:pt x="6480" y="0"/>
                </a:lnTo>
                <a:close/>
              </a:path>
            </a:pathLst>
          </a:custGeom>
          <a:solidFill>
            <a:srgbClr val="A29E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69" name="contour_14667"/>
          <p:cNvSpPr/>
          <p:nvPr/>
        </p:nvSpPr>
        <p:spPr>
          <a:xfrm>
            <a:off x="5234443" y="1443022"/>
            <a:ext cx="3786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1" y="0"/>
                </a:moveTo>
                <a:lnTo>
                  <a:pt x="3750" y="0"/>
                </a:lnTo>
                <a:lnTo>
                  <a:pt x="6694" y="0"/>
                </a:lnTo>
                <a:lnTo>
                  <a:pt x="9646" y="0"/>
                </a:lnTo>
                <a:lnTo>
                  <a:pt x="12611" y="0"/>
                </a:lnTo>
                <a:lnTo>
                  <a:pt x="15588" y="0"/>
                </a:lnTo>
                <a:lnTo>
                  <a:pt x="18581" y="0"/>
                </a:lnTo>
                <a:lnTo>
                  <a:pt x="21600" y="0"/>
                </a:lnTo>
                <a:lnTo>
                  <a:pt x="20365" y="2138"/>
                </a:lnTo>
                <a:lnTo>
                  <a:pt x="19130" y="4277"/>
                </a:lnTo>
                <a:lnTo>
                  <a:pt x="17891" y="6422"/>
                </a:lnTo>
                <a:lnTo>
                  <a:pt x="16652" y="8568"/>
                </a:lnTo>
                <a:lnTo>
                  <a:pt x="15409" y="10717"/>
                </a:lnTo>
                <a:lnTo>
                  <a:pt x="14166" y="12877"/>
                </a:lnTo>
                <a:lnTo>
                  <a:pt x="12914" y="15044"/>
                </a:lnTo>
                <a:lnTo>
                  <a:pt x="11659" y="17219"/>
                </a:lnTo>
                <a:lnTo>
                  <a:pt x="10395" y="19404"/>
                </a:lnTo>
                <a:lnTo>
                  <a:pt x="9126" y="21600"/>
                </a:lnTo>
                <a:lnTo>
                  <a:pt x="5621" y="18547"/>
                </a:lnTo>
                <a:lnTo>
                  <a:pt x="3243" y="16391"/>
                </a:lnTo>
                <a:lnTo>
                  <a:pt x="1750" y="14818"/>
                </a:lnTo>
                <a:lnTo>
                  <a:pt x="877" y="13525"/>
                </a:lnTo>
                <a:lnTo>
                  <a:pt x="378" y="12204"/>
                </a:lnTo>
                <a:lnTo>
                  <a:pt x="0" y="10548"/>
                </a:lnTo>
                <a:lnTo>
                  <a:pt x="162" y="8438"/>
                </a:lnTo>
                <a:lnTo>
                  <a:pt x="324" y="6329"/>
                </a:lnTo>
                <a:lnTo>
                  <a:pt x="486" y="4219"/>
                </a:lnTo>
                <a:lnTo>
                  <a:pt x="649" y="2110"/>
                </a:lnTo>
                <a:lnTo>
                  <a:pt x="811" y="0"/>
                </a:lnTo>
                <a:close/>
              </a:path>
            </a:pathLst>
          </a:custGeom>
          <a:solidFill>
            <a:srgbClr val="DF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0" name="contour_14668"/>
          <p:cNvSpPr/>
          <p:nvPr/>
        </p:nvSpPr>
        <p:spPr>
          <a:xfrm>
            <a:off x="10002211" y="140658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891" y="20450"/>
                </a:lnTo>
                <a:lnTo>
                  <a:pt x="16187" y="19278"/>
                </a:lnTo>
                <a:lnTo>
                  <a:pt x="13491" y="18085"/>
                </a:lnTo>
                <a:lnTo>
                  <a:pt x="10800" y="16875"/>
                </a:lnTo>
                <a:lnTo>
                  <a:pt x="8791" y="16000"/>
                </a:lnTo>
                <a:lnTo>
                  <a:pt x="6774" y="15115"/>
                </a:lnTo>
                <a:lnTo>
                  <a:pt x="4726" y="14218"/>
                </a:lnTo>
                <a:lnTo>
                  <a:pt x="3551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C0D2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1" name="contour_14669"/>
          <p:cNvSpPr/>
          <p:nvPr/>
        </p:nvSpPr>
        <p:spPr>
          <a:xfrm>
            <a:off x="8566469" y="1371163"/>
            <a:ext cx="65592" cy="208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4" y="831"/>
                </a:moveTo>
                <a:lnTo>
                  <a:pt x="16697" y="3285"/>
                </a:lnTo>
                <a:lnTo>
                  <a:pt x="18002" y="5377"/>
                </a:lnTo>
                <a:lnTo>
                  <a:pt x="18958" y="7673"/>
                </a:lnTo>
                <a:lnTo>
                  <a:pt x="19752" y="10762"/>
                </a:lnTo>
                <a:lnTo>
                  <a:pt x="20570" y="15211"/>
                </a:lnTo>
                <a:lnTo>
                  <a:pt x="21600" y="21600"/>
                </a:lnTo>
                <a:lnTo>
                  <a:pt x="19956" y="21026"/>
                </a:lnTo>
                <a:lnTo>
                  <a:pt x="18310" y="20452"/>
                </a:lnTo>
                <a:lnTo>
                  <a:pt x="16663" y="19870"/>
                </a:lnTo>
                <a:lnTo>
                  <a:pt x="15014" y="19297"/>
                </a:lnTo>
                <a:lnTo>
                  <a:pt x="13363" y="18723"/>
                </a:lnTo>
                <a:lnTo>
                  <a:pt x="11710" y="18141"/>
                </a:lnTo>
                <a:lnTo>
                  <a:pt x="10054" y="17559"/>
                </a:lnTo>
                <a:lnTo>
                  <a:pt x="8390" y="16978"/>
                </a:lnTo>
                <a:lnTo>
                  <a:pt x="6725" y="16396"/>
                </a:lnTo>
                <a:lnTo>
                  <a:pt x="5054" y="15815"/>
                </a:lnTo>
                <a:lnTo>
                  <a:pt x="3377" y="15226"/>
                </a:lnTo>
                <a:lnTo>
                  <a:pt x="1692" y="14637"/>
                </a:lnTo>
                <a:lnTo>
                  <a:pt x="0" y="14048"/>
                </a:lnTo>
                <a:lnTo>
                  <a:pt x="2609" y="9954"/>
                </a:lnTo>
                <a:lnTo>
                  <a:pt x="4728" y="6691"/>
                </a:lnTo>
                <a:lnTo>
                  <a:pt x="6451" y="4177"/>
                </a:lnTo>
                <a:lnTo>
                  <a:pt x="7865" y="2326"/>
                </a:lnTo>
                <a:lnTo>
                  <a:pt x="9058" y="1065"/>
                </a:lnTo>
                <a:lnTo>
                  <a:pt x="10121" y="317"/>
                </a:lnTo>
                <a:lnTo>
                  <a:pt x="11143" y="0"/>
                </a:lnTo>
                <a:lnTo>
                  <a:pt x="12214" y="30"/>
                </a:lnTo>
                <a:lnTo>
                  <a:pt x="13421" y="332"/>
                </a:lnTo>
                <a:lnTo>
                  <a:pt x="14854" y="831"/>
                </a:lnTo>
                <a:close/>
              </a:path>
            </a:pathLst>
          </a:custGeom>
          <a:solidFill>
            <a:srgbClr val="5368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2" name="contour_14670"/>
          <p:cNvSpPr/>
          <p:nvPr/>
        </p:nvSpPr>
        <p:spPr>
          <a:xfrm>
            <a:off x="1599157" y="137014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276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3" name="contour_14671"/>
          <p:cNvSpPr/>
          <p:nvPr/>
        </p:nvSpPr>
        <p:spPr>
          <a:xfrm>
            <a:off x="5665856" y="1342681"/>
            <a:ext cx="72880" cy="20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993"/>
                </a:moveTo>
                <a:lnTo>
                  <a:pt x="20630" y="10730"/>
                </a:lnTo>
                <a:lnTo>
                  <a:pt x="19857" y="13929"/>
                </a:lnTo>
                <a:lnTo>
                  <a:pt x="18876" y="17066"/>
                </a:lnTo>
                <a:lnTo>
                  <a:pt x="17280" y="21600"/>
                </a:lnTo>
                <a:lnTo>
                  <a:pt x="15727" y="21475"/>
                </a:lnTo>
                <a:lnTo>
                  <a:pt x="14241" y="21218"/>
                </a:lnTo>
                <a:lnTo>
                  <a:pt x="12789" y="20827"/>
                </a:lnTo>
                <a:lnTo>
                  <a:pt x="11346" y="20281"/>
                </a:lnTo>
                <a:lnTo>
                  <a:pt x="9884" y="19563"/>
                </a:lnTo>
                <a:lnTo>
                  <a:pt x="8370" y="18674"/>
                </a:lnTo>
                <a:lnTo>
                  <a:pt x="7160" y="18010"/>
                </a:lnTo>
                <a:lnTo>
                  <a:pt x="5931" y="17332"/>
                </a:lnTo>
                <a:lnTo>
                  <a:pt x="4447" y="16489"/>
                </a:lnTo>
                <a:lnTo>
                  <a:pt x="2964" y="15607"/>
                </a:lnTo>
                <a:lnTo>
                  <a:pt x="1482" y="14710"/>
                </a:lnTo>
                <a:lnTo>
                  <a:pt x="0" y="13797"/>
                </a:lnTo>
                <a:lnTo>
                  <a:pt x="0" y="9926"/>
                </a:lnTo>
                <a:lnTo>
                  <a:pt x="0" y="5993"/>
                </a:lnTo>
                <a:lnTo>
                  <a:pt x="1663" y="4713"/>
                </a:lnTo>
                <a:lnTo>
                  <a:pt x="3277" y="3543"/>
                </a:lnTo>
                <a:lnTo>
                  <a:pt x="4847" y="2497"/>
                </a:lnTo>
                <a:lnTo>
                  <a:pt x="6383" y="1608"/>
                </a:lnTo>
                <a:lnTo>
                  <a:pt x="7895" y="890"/>
                </a:lnTo>
                <a:lnTo>
                  <a:pt x="9385" y="367"/>
                </a:lnTo>
                <a:lnTo>
                  <a:pt x="10867" y="62"/>
                </a:lnTo>
                <a:lnTo>
                  <a:pt x="12347" y="0"/>
                </a:lnTo>
                <a:lnTo>
                  <a:pt x="13830" y="211"/>
                </a:lnTo>
                <a:lnTo>
                  <a:pt x="15327" y="702"/>
                </a:lnTo>
                <a:lnTo>
                  <a:pt x="16844" y="1498"/>
                </a:lnTo>
                <a:lnTo>
                  <a:pt x="18390" y="2638"/>
                </a:lnTo>
                <a:lnTo>
                  <a:pt x="19974" y="4128"/>
                </a:lnTo>
                <a:lnTo>
                  <a:pt x="21600" y="5993"/>
                </a:lnTo>
                <a:close/>
              </a:path>
            </a:pathLst>
          </a:custGeom>
          <a:solidFill>
            <a:srgbClr val="5E71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4" name="contour_14672"/>
          <p:cNvSpPr/>
          <p:nvPr/>
        </p:nvSpPr>
        <p:spPr>
          <a:xfrm>
            <a:off x="5804328" y="1319126"/>
            <a:ext cx="3107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43" y="0"/>
                </a:lnTo>
                <a:lnTo>
                  <a:pt x="6692" y="0"/>
                </a:lnTo>
                <a:lnTo>
                  <a:pt x="10055" y="0"/>
                </a:lnTo>
                <a:lnTo>
                  <a:pt x="13434" y="0"/>
                </a:lnTo>
                <a:lnTo>
                  <a:pt x="16833" y="0"/>
                </a:lnTo>
                <a:lnTo>
                  <a:pt x="20263" y="0"/>
                </a:lnTo>
                <a:lnTo>
                  <a:pt x="21007" y="4994"/>
                </a:lnTo>
                <a:lnTo>
                  <a:pt x="21453" y="8506"/>
                </a:lnTo>
                <a:lnTo>
                  <a:pt x="21600" y="11007"/>
                </a:lnTo>
                <a:lnTo>
                  <a:pt x="21453" y="12986"/>
                </a:lnTo>
                <a:lnTo>
                  <a:pt x="21007" y="14917"/>
                </a:lnTo>
                <a:lnTo>
                  <a:pt x="20263" y="17280"/>
                </a:lnTo>
                <a:lnTo>
                  <a:pt x="16940" y="18649"/>
                </a:lnTo>
                <a:lnTo>
                  <a:pt x="13728" y="19630"/>
                </a:lnTo>
                <a:lnTo>
                  <a:pt x="10526" y="20321"/>
                </a:lnTo>
                <a:lnTo>
                  <a:pt x="7239" y="20818"/>
                </a:lnTo>
                <a:lnTo>
                  <a:pt x="3759" y="2121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859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5" name="contour_14673"/>
          <p:cNvSpPr/>
          <p:nvPr/>
        </p:nvSpPr>
        <p:spPr>
          <a:xfrm>
            <a:off x="3756402" y="1332988"/>
            <a:ext cx="80168" cy="231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87" y="0"/>
                </a:moveTo>
                <a:lnTo>
                  <a:pt x="13659" y="82"/>
                </a:lnTo>
                <a:lnTo>
                  <a:pt x="14739" y="163"/>
                </a:lnTo>
                <a:lnTo>
                  <a:pt x="15831" y="238"/>
                </a:lnTo>
                <a:lnTo>
                  <a:pt x="16909" y="299"/>
                </a:lnTo>
                <a:lnTo>
                  <a:pt x="17993" y="360"/>
                </a:lnTo>
                <a:lnTo>
                  <a:pt x="19090" y="421"/>
                </a:lnTo>
                <a:lnTo>
                  <a:pt x="20337" y="544"/>
                </a:lnTo>
                <a:lnTo>
                  <a:pt x="21600" y="666"/>
                </a:lnTo>
                <a:lnTo>
                  <a:pt x="19668" y="5218"/>
                </a:lnTo>
                <a:lnTo>
                  <a:pt x="18012" y="9071"/>
                </a:lnTo>
                <a:lnTo>
                  <a:pt x="16589" y="12285"/>
                </a:lnTo>
                <a:lnTo>
                  <a:pt x="15358" y="14907"/>
                </a:lnTo>
                <a:lnTo>
                  <a:pt x="14274" y="16993"/>
                </a:lnTo>
                <a:lnTo>
                  <a:pt x="13292" y="18617"/>
                </a:lnTo>
                <a:lnTo>
                  <a:pt x="12369" y="19820"/>
                </a:lnTo>
                <a:lnTo>
                  <a:pt x="11464" y="20662"/>
                </a:lnTo>
                <a:lnTo>
                  <a:pt x="10529" y="21199"/>
                </a:lnTo>
                <a:lnTo>
                  <a:pt x="9524" y="21498"/>
                </a:lnTo>
                <a:lnTo>
                  <a:pt x="8404" y="21600"/>
                </a:lnTo>
                <a:lnTo>
                  <a:pt x="7126" y="21573"/>
                </a:lnTo>
                <a:lnTo>
                  <a:pt x="5645" y="21471"/>
                </a:lnTo>
                <a:lnTo>
                  <a:pt x="4587" y="21410"/>
                </a:lnTo>
                <a:lnTo>
                  <a:pt x="3519" y="21349"/>
                </a:lnTo>
                <a:lnTo>
                  <a:pt x="2439" y="21287"/>
                </a:lnTo>
                <a:lnTo>
                  <a:pt x="1229" y="21172"/>
                </a:lnTo>
                <a:lnTo>
                  <a:pt x="0" y="21050"/>
                </a:lnTo>
                <a:lnTo>
                  <a:pt x="819" y="19691"/>
                </a:lnTo>
                <a:lnTo>
                  <a:pt x="1649" y="18311"/>
                </a:lnTo>
                <a:lnTo>
                  <a:pt x="2720" y="16511"/>
                </a:lnTo>
                <a:lnTo>
                  <a:pt x="3804" y="14676"/>
                </a:lnTo>
                <a:lnTo>
                  <a:pt x="4866" y="12903"/>
                </a:lnTo>
                <a:lnTo>
                  <a:pt x="5944" y="11096"/>
                </a:lnTo>
                <a:lnTo>
                  <a:pt x="8353" y="6516"/>
                </a:lnTo>
                <a:lnTo>
                  <a:pt x="9997" y="3438"/>
                </a:lnTo>
                <a:lnTo>
                  <a:pt x="11057" y="1556"/>
                </a:lnTo>
                <a:lnTo>
                  <a:pt x="11719" y="564"/>
                </a:lnTo>
                <a:lnTo>
                  <a:pt x="12169" y="149"/>
                </a:lnTo>
                <a:lnTo>
                  <a:pt x="12587" y="0"/>
                </a:lnTo>
                <a:close/>
              </a:path>
            </a:pathLst>
          </a:custGeom>
          <a:solidFill>
            <a:srgbClr val="BFC6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6" name="contour_14674"/>
          <p:cNvSpPr/>
          <p:nvPr/>
        </p:nvSpPr>
        <p:spPr>
          <a:xfrm>
            <a:off x="10002211" y="1311838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761" y="2197"/>
                </a:lnTo>
                <a:lnTo>
                  <a:pt x="19067" y="4184"/>
                </a:lnTo>
                <a:lnTo>
                  <a:pt x="20110" y="6082"/>
                </a:lnTo>
                <a:lnTo>
                  <a:pt x="20882" y="7998"/>
                </a:lnTo>
                <a:lnTo>
                  <a:pt x="21379" y="10047"/>
                </a:lnTo>
                <a:lnTo>
                  <a:pt x="21600" y="12343"/>
                </a:lnTo>
                <a:lnTo>
                  <a:pt x="19440" y="14636"/>
                </a:lnTo>
                <a:lnTo>
                  <a:pt x="17825" y="16286"/>
                </a:lnTo>
                <a:lnTo>
                  <a:pt x="16448" y="17552"/>
                </a:lnTo>
                <a:lnTo>
                  <a:pt x="15023" y="18687"/>
                </a:lnTo>
                <a:lnTo>
                  <a:pt x="13241" y="19949"/>
                </a:lnTo>
                <a:lnTo>
                  <a:pt x="10800" y="21600"/>
                </a:lnTo>
                <a:lnTo>
                  <a:pt x="7522" y="21017"/>
                </a:lnTo>
                <a:lnTo>
                  <a:pt x="5308" y="20498"/>
                </a:lnTo>
                <a:lnTo>
                  <a:pt x="3137" y="19761"/>
                </a:lnTo>
                <a:lnTo>
                  <a:pt x="0" y="18514"/>
                </a:lnTo>
                <a:lnTo>
                  <a:pt x="76" y="16351"/>
                </a:lnTo>
                <a:lnTo>
                  <a:pt x="221" y="14777"/>
                </a:lnTo>
                <a:lnTo>
                  <a:pt x="529" y="13340"/>
                </a:lnTo>
                <a:lnTo>
                  <a:pt x="1096" y="11587"/>
                </a:lnTo>
                <a:lnTo>
                  <a:pt x="2025" y="9066"/>
                </a:lnTo>
                <a:lnTo>
                  <a:pt x="2624" y="7372"/>
                </a:lnTo>
                <a:lnTo>
                  <a:pt x="3229" y="5668"/>
                </a:lnTo>
                <a:lnTo>
                  <a:pt x="3839" y="3940"/>
                </a:lnTo>
                <a:lnTo>
                  <a:pt x="4612" y="1984"/>
                </a:lnTo>
                <a:lnTo>
                  <a:pt x="5400" y="0"/>
                </a:lnTo>
                <a:close/>
              </a:path>
            </a:pathLst>
          </a:custGeom>
          <a:solidFill>
            <a:srgbClr val="BACC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7" name="contour_14675"/>
          <p:cNvSpPr/>
          <p:nvPr/>
        </p:nvSpPr>
        <p:spPr>
          <a:xfrm>
            <a:off x="4374570" y="1320533"/>
            <a:ext cx="59616" cy="350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26"/>
                </a:moveTo>
                <a:lnTo>
                  <a:pt x="20430" y="6228"/>
                </a:lnTo>
                <a:lnTo>
                  <a:pt x="19242" y="8695"/>
                </a:lnTo>
                <a:lnTo>
                  <a:pt x="18004" y="11018"/>
                </a:lnTo>
                <a:lnTo>
                  <a:pt x="16686" y="13197"/>
                </a:lnTo>
                <a:lnTo>
                  <a:pt x="15252" y="15228"/>
                </a:lnTo>
                <a:lnTo>
                  <a:pt x="13678" y="17107"/>
                </a:lnTo>
                <a:lnTo>
                  <a:pt x="12023" y="16837"/>
                </a:lnTo>
                <a:lnTo>
                  <a:pt x="10887" y="16545"/>
                </a:lnTo>
                <a:lnTo>
                  <a:pt x="9744" y="16037"/>
                </a:lnTo>
                <a:lnTo>
                  <a:pt x="8067" y="15138"/>
                </a:lnTo>
                <a:lnTo>
                  <a:pt x="6432" y="14307"/>
                </a:lnTo>
                <a:lnTo>
                  <a:pt x="4785" y="13462"/>
                </a:lnTo>
                <a:lnTo>
                  <a:pt x="3116" y="12613"/>
                </a:lnTo>
                <a:lnTo>
                  <a:pt x="1959" y="15125"/>
                </a:lnTo>
                <a:lnTo>
                  <a:pt x="1299" y="16895"/>
                </a:lnTo>
                <a:lnTo>
                  <a:pt x="887" y="18774"/>
                </a:lnTo>
                <a:lnTo>
                  <a:pt x="475" y="21600"/>
                </a:lnTo>
                <a:lnTo>
                  <a:pt x="158" y="18526"/>
                </a:lnTo>
                <a:lnTo>
                  <a:pt x="0" y="16289"/>
                </a:lnTo>
                <a:lnTo>
                  <a:pt x="0" y="14240"/>
                </a:lnTo>
                <a:lnTo>
                  <a:pt x="158" y="11732"/>
                </a:lnTo>
                <a:lnTo>
                  <a:pt x="475" y="8120"/>
                </a:lnTo>
                <a:lnTo>
                  <a:pt x="2171" y="5725"/>
                </a:lnTo>
                <a:lnTo>
                  <a:pt x="3845" y="3783"/>
                </a:lnTo>
                <a:lnTo>
                  <a:pt x="5508" y="2274"/>
                </a:lnTo>
                <a:lnTo>
                  <a:pt x="7172" y="1168"/>
                </a:lnTo>
                <a:lnTo>
                  <a:pt x="8843" y="436"/>
                </a:lnTo>
                <a:lnTo>
                  <a:pt x="10533" y="58"/>
                </a:lnTo>
                <a:lnTo>
                  <a:pt x="12250" y="0"/>
                </a:lnTo>
                <a:lnTo>
                  <a:pt x="14006" y="243"/>
                </a:lnTo>
                <a:lnTo>
                  <a:pt x="15809" y="750"/>
                </a:lnTo>
                <a:lnTo>
                  <a:pt x="17671" y="1501"/>
                </a:lnTo>
                <a:lnTo>
                  <a:pt x="19596" y="2471"/>
                </a:lnTo>
                <a:lnTo>
                  <a:pt x="21600" y="3626"/>
                </a:lnTo>
                <a:close/>
              </a:path>
            </a:pathLst>
          </a:custGeom>
          <a:solidFill>
            <a:srgbClr val="CDD6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8" name="contour_14676"/>
          <p:cNvSpPr/>
          <p:nvPr/>
        </p:nvSpPr>
        <p:spPr>
          <a:xfrm>
            <a:off x="8041741" y="1304550"/>
            <a:ext cx="72880" cy="239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0"/>
                </a:lnTo>
                <a:lnTo>
                  <a:pt x="15813" y="0"/>
                </a:lnTo>
                <a:lnTo>
                  <a:pt x="17248" y="0"/>
                </a:lnTo>
                <a:lnTo>
                  <a:pt x="18688" y="0"/>
                </a:lnTo>
                <a:lnTo>
                  <a:pt x="20138" y="0"/>
                </a:lnTo>
                <a:lnTo>
                  <a:pt x="21600" y="0"/>
                </a:lnTo>
                <a:lnTo>
                  <a:pt x="21360" y="4859"/>
                </a:lnTo>
                <a:lnTo>
                  <a:pt x="21127" y="8315"/>
                </a:lnTo>
                <a:lnTo>
                  <a:pt x="20799" y="11317"/>
                </a:lnTo>
                <a:lnTo>
                  <a:pt x="20272" y="14813"/>
                </a:lnTo>
                <a:lnTo>
                  <a:pt x="19440" y="19750"/>
                </a:lnTo>
                <a:lnTo>
                  <a:pt x="18038" y="20691"/>
                </a:lnTo>
                <a:lnTo>
                  <a:pt x="16641" y="21271"/>
                </a:lnTo>
                <a:lnTo>
                  <a:pt x="15243" y="21554"/>
                </a:lnTo>
                <a:lnTo>
                  <a:pt x="13843" y="21600"/>
                </a:lnTo>
                <a:lnTo>
                  <a:pt x="12437" y="21475"/>
                </a:lnTo>
                <a:lnTo>
                  <a:pt x="11020" y="21251"/>
                </a:lnTo>
                <a:lnTo>
                  <a:pt x="9586" y="20988"/>
                </a:lnTo>
                <a:lnTo>
                  <a:pt x="8206" y="20849"/>
                </a:lnTo>
                <a:lnTo>
                  <a:pt x="6804" y="20711"/>
                </a:lnTo>
                <a:lnTo>
                  <a:pt x="5443" y="20560"/>
                </a:lnTo>
                <a:lnTo>
                  <a:pt x="4082" y="20382"/>
                </a:lnTo>
                <a:lnTo>
                  <a:pt x="2722" y="20185"/>
                </a:lnTo>
                <a:lnTo>
                  <a:pt x="1361" y="19974"/>
                </a:lnTo>
                <a:lnTo>
                  <a:pt x="0" y="19750"/>
                </a:lnTo>
                <a:lnTo>
                  <a:pt x="0" y="16485"/>
                </a:lnTo>
                <a:lnTo>
                  <a:pt x="0" y="13167"/>
                </a:lnTo>
                <a:lnTo>
                  <a:pt x="1426" y="12443"/>
                </a:lnTo>
                <a:lnTo>
                  <a:pt x="2853" y="11718"/>
                </a:lnTo>
                <a:lnTo>
                  <a:pt x="4281" y="10994"/>
                </a:lnTo>
                <a:lnTo>
                  <a:pt x="5713" y="10263"/>
                </a:lnTo>
                <a:lnTo>
                  <a:pt x="7150" y="9533"/>
                </a:lnTo>
                <a:lnTo>
                  <a:pt x="8592" y="8802"/>
                </a:lnTo>
                <a:lnTo>
                  <a:pt x="10040" y="8065"/>
                </a:lnTo>
                <a:lnTo>
                  <a:pt x="11496" y="7327"/>
                </a:lnTo>
                <a:lnTo>
                  <a:pt x="12960" y="6583"/>
                </a:lnTo>
                <a:lnTo>
                  <a:pt x="12960" y="3318"/>
                </a:lnTo>
                <a:lnTo>
                  <a:pt x="12960" y="0"/>
                </a:lnTo>
                <a:close/>
              </a:path>
            </a:pathLst>
          </a:custGeom>
          <a:solidFill>
            <a:srgbClr val="C4D2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79" name="contour_14677"/>
          <p:cNvSpPr/>
          <p:nvPr/>
        </p:nvSpPr>
        <p:spPr>
          <a:xfrm>
            <a:off x="3566915" y="130455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20840" y="10699"/>
                </a:lnTo>
                <a:lnTo>
                  <a:pt x="19498" y="10526"/>
                </a:lnTo>
                <a:lnTo>
                  <a:pt x="16423" y="10123"/>
                </a:lnTo>
                <a:lnTo>
                  <a:pt x="14566" y="10346"/>
                </a:lnTo>
                <a:lnTo>
                  <a:pt x="12697" y="10573"/>
                </a:lnTo>
                <a:lnTo>
                  <a:pt x="10800" y="10800"/>
                </a:lnTo>
                <a:lnTo>
                  <a:pt x="9583" y="13478"/>
                </a:lnTo>
                <a:lnTo>
                  <a:pt x="8788" y="15379"/>
                </a:lnTo>
                <a:lnTo>
                  <a:pt x="8240" y="17021"/>
                </a:lnTo>
                <a:lnTo>
                  <a:pt x="7769" y="18922"/>
                </a:lnTo>
                <a:lnTo>
                  <a:pt x="7200" y="21600"/>
                </a:lnTo>
                <a:lnTo>
                  <a:pt x="5418" y="20707"/>
                </a:lnTo>
                <a:lnTo>
                  <a:pt x="3625" y="19814"/>
                </a:lnTo>
                <a:lnTo>
                  <a:pt x="1825" y="18911"/>
                </a:lnTo>
                <a:lnTo>
                  <a:pt x="0" y="18000"/>
                </a:lnTo>
                <a:lnTo>
                  <a:pt x="569" y="15322"/>
                </a:lnTo>
                <a:lnTo>
                  <a:pt x="1040" y="13421"/>
                </a:lnTo>
                <a:lnTo>
                  <a:pt x="1588" y="11779"/>
                </a:lnTo>
                <a:lnTo>
                  <a:pt x="2383" y="9878"/>
                </a:lnTo>
                <a:lnTo>
                  <a:pt x="3600" y="7200"/>
                </a:lnTo>
                <a:lnTo>
                  <a:pt x="6386" y="6876"/>
                </a:lnTo>
                <a:lnTo>
                  <a:pt x="8341" y="6714"/>
                </a:lnTo>
                <a:lnTo>
                  <a:pt x="9983" y="6714"/>
                </a:lnTo>
                <a:lnTo>
                  <a:pt x="11830" y="6876"/>
                </a:lnTo>
                <a:lnTo>
                  <a:pt x="14400" y="7200"/>
                </a:lnTo>
                <a:lnTo>
                  <a:pt x="14400" y="4820"/>
                </a:lnTo>
                <a:lnTo>
                  <a:pt x="14400" y="2426"/>
                </a:lnTo>
                <a:lnTo>
                  <a:pt x="14400" y="0"/>
                </a:lnTo>
                <a:close/>
              </a:path>
            </a:pathLst>
          </a:custGeom>
          <a:solidFill>
            <a:srgbClr val="6371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0" name="contour_14678"/>
          <p:cNvSpPr/>
          <p:nvPr/>
        </p:nvSpPr>
        <p:spPr>
          <a:xfrm>
            <a:off x="6802783" y="1311838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30" y="778"/>
                </a:lnTo>
                <a:lnTo>
                  <a:pt x="20066" y="1793"/>
                </a:lnTo>
                <a:lnTo>
                  <a:pt x="18425" y="3708"/>
                </a:lnTo>
                <a:lnTo>
                  <a:pt x="15429" y="7200"/>
                </a:lnTo>
                <a:lnTo>
                  <a:pt x="15429" y="11959"/>
                </a:lnTo>
                <a:lnTo>
                  <a:pt x="15429" y="16747"/>
                </a:lnTo>
                <a:lnTo>
                  <a:pt x="15429" y="21600"/>
                </a:lnTo>
                <a:lnTo>
                  <a:pt x="13497" y="20974"/>
                </a:lnTo>
                <a:lnTo>
                  <a:pt x="11568" y="20304"/>
                </a:lnTo>
                <a:lnTo>
                  <a:pt x="9640" y="19613"/>
                </a:lnTo>
                <a:lnTo>
                  <a:pt x="7714" y="18900"/>
                </a:lnTo>
                <a:lnTo>
                  <a:pt x="6634" y="18518"/>
                </a:lnTo>
                <a:lnTo>
                  <a:pt x="3376" y="17381"/>
                </a:lnTo>
                <a:lnTo>
                  <a:pt x="170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9A4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1" name="contour_14679"/>
          <p:cNvSpPr/>
          <p:nvPr/>
        </p:nvSpPr>
        <p:spPr>
          <a:xfrm>
            <a:off x="5855344" y="1289523"/>
            <a:ext cx="29152" cy="44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6400" y="71"/>
                </a:lnTo>
                <a:lnTo>
                  <a:pt x="18986" y="146"/>
                </a:lnTo>
                <a:lnTo>
                  <a:pt x="21600" y="221"/>
                </a:lnTo>
                <a:lnTo>
                  <a:pt x="21125" y="2394"/>
                </a:lnTo>
                <a:lnTo>
                  <a:pt x="20628" y="4568"/>
                </a:lnTo>
                <a:lnTo>
                  <a:pt x="20110" y="6738"/>
                </a:lnTo>
                <a:lnTo>
                  <a:pt x="19575" y="8908"/>
                </a:lnTo>
                <a:lnTo>
                  <a:pt x="19008" y="11331"/>
                </a:lnTo>
                <a:lnTo>
                  <a:pt x="18436" y="13793"/>
                </a:lnTo>
                <a:lnTo>
                  <a:pt x="17059" y="16280"/>
                </a:lnTo>
                <a:lnTo>
                  <a:pt x="15779" y="17798"/>
                </a:lnTo>
                <a:lnTo>
                  <a:pt x="13867" y="18963"/>
                </a:lnTo>
                <a:lnTo>
                  <a:pt x="10589" y="20392"/>
                </a:lnTo>
                <a:lnTo>
                  <a:pt x="8014" y="20991"/>
                </a:lnTo>
                <a:lnTo>
                  <a:pt x="5400" y="21600"/>
                </a:lnTo>
                <a:lnTo>
                  <a:pt x="4622" y="19430"/>
                </a:lnTo>
                <a:lnTo>
                  <a:pt x="3856" y="17260"/>
                </a:lnTo>
                <a:lnTo>
                  <a:pt x="3105" y="15090"/>
                </a:lnTo>
                <a:lnTo>
                  <a:pt x="2365" y="12913"/>
                </a:lnTo>
                <a:lnTo>
                  <a:pt x="1939" y="11701"/>
                </a:lnTo>
                <a:lnTo>
                  <a:pt x="653" y="8028"/>
                </a:lnTo>
                <a:lnTo>
                  <a:pt x="329" y="5922"/>
                </a:lnTo>
                <a:lnTo>
                  <a:pt x="0" y="3784"/>
                </a:lnTo>
                <a:lnTo>
                  <a:pt x="3256" y="1717"/>
                </a:lnTo>
                <a:lnTo>
                  <a:pt x="5783" y="638"/>
                </a:lnTo>
                <a:lnTo>
                  <a:pt x="8878" y="182"/>
                </a:lnTo>
                <a:lnTo>
                  <a:pt x="13835" y="0"/>
                </a:lnTo>
                <a:close/>
              </a:path>
            </a:pathLst>
          </a:custGeom>
          <a:solidFill>
            <a:srgbClr val="9FA9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2" name="contour_14680"/>
          <p:cNvSpPr/>
          <p:nvPr/>
        </p:nvSpPr>
        <p:spPr>
          <a:xfrm>
            <a:off x="4018770" y="124624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33" y="745"/>
                </a:lnTo>
                <a:lnTo>
                  <a:pt x="4640" y="1508"/>
                </a:lnTo>
                <a:lnTo>
                  <a:pt x="6926" y="2311"/>
                </a:lnTo>
                <a:lnTo>
                  <a:pt x="9184" y="3154"/>
                </a:lnTo>
                <a:lnTo>
                  <a:pt x="11423" y="4054"/>
                </a:lnTo>
                <a:lnTo>
                  <a:pt x="13637" y="5022"/>
                </a:lnTo>
                <a:lnTo>
                  <a:pt x="15829" y="6066"/>
                </a:lnTo>
                <a:lnTo>
                  <a:pt x="18000" y="7200"/>
                </a:lnTo>
                <a:lnTo>
                  <a:pt x="19433" y="10094"/>
                </a:lnTo>
                <a:lnTo>
                  <a:pt x="20336" y="12103"/>
                </a:lnTo>
                <a:lnTo>
                  <a:pt x="20884" y="13745"/>
                </a:lnTo>
                <a:lnTo>
                  <a:pt x="21247" y="15538"/>
                </a:lnTo>
                <a:lnTo>
                  <a:pt x="21600" y="18000"/>
                </a:lnTo>
                <a:lnTo>
                  <a:pt x="19246" y="19325"/>
                </a:lnTo>
                <a:lnTo>
                  <a:pt x="17507" y="20174"/>
                </a:lnTo>
                <a:lnTo>
                  <a:pt x="15865" y="20722"/>
                </a:lnTo>
                <a:lnTo>
                  <a:pt x="13802" y="21139"/>
                </a:lnTo>
                <a:lnTo>
                  <a:pt x="10800" y="21600"/>
                </a:lnTo>
                <a:lnTo>
                  <a:pt x="8863" y="19807"/>
                </a:lnTo>
                <a:lnTo>
                  <a:pt x="7085" y="17932"/>
                </a:lnTo>
                <a:lnTo>
                  <a:pt x="5447" y="15970"/>
                </a:lnTo>
                <a:lnTo>
                  <a:pt x="3935" y="13918"/>
                </a:lnTo>
                <a:lnTo>
                  <a:pt x="2531" y="11776"/>
                </a:lnTo>
                <a:lnTo>
                  <a:pt x="1224" y="9536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C5CD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3" name="contour_14681"/>
          <p:cNvSpPr/>
          <p:nvPr/>
        </p:nvSpPr>
        <p:spPr>
          <a:xfrm>
            <a:off x="724598" y="126082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4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4" name="contour_14682"/>
          <p:cNvSpPr/>
          <p:nvPr/>
        </p:nvSpPr>
        <p:spPr>
          <a:xfrm>
            <a:off x="3989618" y="1244337"/>
            <a:ext cx="51016" cy="469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78"/>
                </a:moveTo>
                <a:lnTo>
                  <a:pt x="3305" y="392"/>
                </a:lnTo>
                <a:lnTo>
                  <a:pt x="5656" y="97"/>
                </a:lnTo>
                <a:lnTo>
                  <a:pt x="7390" y="0"/>
                </a:lnTo>
                <a:lnTo>
                  <a:pt x="8856" y="97"/>
                </a:lnTo>
                <a:lnTo>
                  <a:pt x="10393" y="392"/>
                </a:lnTo>
                <a:lnTo>
                  <a:pt x="12343" y="878"/>
                </a:lnTo>
                <a:lnTo>
                  <a:pt x="14006" y="2562"/>
                </a:lnTo>
                <a:lnTo>
                  <a:pt x="15537" y="4305"/>
                </a:lnTo>
                <a:lnTo>
                  <a:pt x="16950" y="6119"/>
                </a:lnTo>
                <a:lnTo>
                  <a:pt x="18249" y="8017"/>
                </a:lnTo>
                <a:lnTo>
                  <a:pt x="19452" y="10005"/>
                </a:lnTo>
                <a:lnTo>
                  <a:pt x="20566" y="12091"/>
                </a:lnTo>
                <a:lnTo>
                  <a:pt x="21600" y="14290"/>
                </a:lnTo>
                <a:lnTo>
                  <a:pt x="21600" y="16507"/>
                </a:lnTo>
                <a:lnTo>
                  <a:pt x="21600" y="18737"/>
                </a:lnTo>
                <a:lnTo>
                  <a:pt x="21600" y="20996"/>
                </a:lnTo>
                <a:lnTo>
                  <a:pt x="19489" y="21399"/>
                </a:lnTo>
                <a:lnTo>
                  <a:pt x="17953" y="21600"/>
                </a:lnTo>
                <a:lnTo>
                  <a:pt x="16546" y="21600"/>
                </a:lnTo>
                <a:lnTo>
                  <a:pt x="14824" y="21399"/>
                </a:lnTo>
                <a:lnTo>
                  <a:pt x="12343" y="20996"/>
                </a:lnTo>
                <a:lnTo>
                  <a:pt x="11198" y="19079"/>
                </a:lnTo>
                <a:lnTo>
                  <a:pt x="10198" y="17137"/>
                </a:lnTo>
                <a:lnTo>
                  <a:pt x="9297" y="15156"/>
                </a:lnTo>
                <a:lnTo>
                  <a:pt x="8455" y="13120"/>
                </a:lnTo>
                <a:lnTo>
                  <a:pt x="7631" y="11015"/>
                </a:lnTo>
                <a:lnTo>
                  <a:pt x="6659" y="8983"/>
                </a:lnTo>
                <a:lnTo>
                  <a:pt x="5570" y="7155"/>
                </a:lnTo>
                <a:lnTo>
                  <a:pt x="4363" y="5482"/>
                </a:lnTo>
                <a:lnTo>
                  <a:pt x="3033" y="3913"/>
                </a:lnTo>
                <a:lnTo>
                  <a:pt x="1580" y="2394"/>
                </a:lnTo>
                <a:lnTo>
                  <a:pt x="0" y="878"/>
                </a:lnTo>
                <a:close/>
              </a:path>
            </a:pathLst>
          </a:custGeom>
          <a:solidFill>
            <a:srgbClr val="BEC6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5" name="contour_14683"/>
          <p:cNvSpPr/>
          <p:nvPr/>
        </p:nvSpPr>
        <p:spPr>
          <a:xfrm>
            <a:off x="7108878" y="1224383"/>
            <a:ext cx="58304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203" y="1538"/>
                </a:lnTo>
                <a:lnTo>
                  <a:pt x="20806" y="3083"/>
                </a:lnTo>
                <a:lnTo>
                  <a:pt x="20258" y="5215"/>
                </a:lnTo>
                <a:lnTo>
                  <a:pt x="19405" y="8521"/>
                </a:lnTo>
                <a:lnTo>
                  <a:pt x="18104" y="13575"/>
                </a:lnTo>
                <a:lnTo>
                  <a:pt x="16200" y="20971"/>
                </a:lnTo>
                <a:lnTo>
                  <a:pt x="14199" y="21600"/>
                </a:lnTo>
                <a:lnTo>
                  <a:pt x="12801" y="21257"/>
                </a:lnTo>
                <a:lnTo>
                  <a:pt x="10800" y="19657"/>
                </a:lnTo>
                <a:lnTo>
                  <a:pt x="9461" y="18643"/>
                </a:lnTo>
                <a:lnTo>
                  <a:pt x="8100" y="17616"/>
                </a:lnTo>
                <a:lnTo>
                  <a:pt x="6936" y="16022"/>
                </a:lnTo>
                <a:lnTo>
                  <a:pt x="5999" y="14540"/>
                </a:lnTo>
                <a:lnTo>
                  <a:pt x="5062" y="12687"/>
                </a:lnTo>
                <a:lnTo>
                  <a:pt x="3899" y="9975"/>
                </a:lnTo>
                <a:lnTo>
                  <a:pt x="2287" y="5907"/>
                </a:lnTo>
                <a:lnTo>
                  <a:pt x="0" y="0"/>
                </a:lnTo>
                <a:close/>
              </a:path>
            </a:pathLst>
          </a:custGeom>
          <a:solidFill>
            <a:srgbClr val="DE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6" name="contour_14684"/>
          <p:cNvSpPr/>
          <p:nvPr/>
        </p:nvSpPr>
        <p:spPr>
          <a:xfrm>
            <a:off x="4419610" y="1211002"/>
            <a:ext cx="58304" cy="220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5958"/>
                </a:moveTo>
                <a:lnTo>
                  <a:pt x="19880" y="10362"/>
                </a:lnTo>
                <a:lnTo>
                  <a:pt x="20488" y="13312"/>
                </a:lnTo>
                <a:lnTo>
                  <a:pt x="20976" y="16148"/>
                </a:lnTo>
                <a:lnTo>
                  <a:pt x="21600" y="20210"/>
                </a:lnTo>
                <a:lnTo>
                  <a:pt x="20047" y="20431"/>
                </a:lnTo>
                <a:lnTo>
                  <a:pt x="18495" y="20624"/>
                </a:lnTo>
                <a:lnTo>
                  <a:pt x="16942" y="20802"/>
                </a:lnTo>
                <a:lnTo>
                  <a:pt x="15390" y="20959"/>
                </a:lnTo>
                <a:lnTo>
                  <a:pt x="13838" y="21101"/>
                </a:lnTo>
                <a:lnTo>
                  <a:pt x="13195" y="21180"/>
                </a:lnTo>
                <a:lnTo>
                  <a:pt x="12064" y="21308"/>
                </a:lnTo>
                <a:lnTo>
                  <a:pt x="9472" y="21600"/>
                </a:lnTo>
                <a:lnTo>
                  <a:pt x="7271" y="20552"/>
                </a:lnTo>
                <a:lnTo>
                  <a:pt x="5508" y="19020"/>
                </a:lnTo>
                <a:lnTo>
                  <a:pt x="4039" y="16904"/>
                </a:lnTo>
                <a:lnTo>
                  <a:pt x="2727" y="14089"/>
                </a:lnTo>
                <a:lnTo>
                  <a:pt x="1426" y="10476"/>
                </a:lnTo>
                <a:lnTo>
                  <a:pt x="0" y="5958"/>
                </a:lnTo>
                <a:lnTo>
                  <a:pt x="2119" y="3642"/>
                </a:lnTo>
                <a:lnTo>
                  <a:pt x="4088" y="1910"/>
                </a:lnTo>
                <a:lnTo>
                  <a:pt x="5940" y="748"/>
                </a:lnTo>
                <a:lnTo>
                  <a:pt x="7714" y="121"/>
                </a:lnTo>
                <a:lnTo>
                  <a:pt x="9450" y="0"/>
                </a:lnTo>
                <a:lnTo>
                  <a:pt x="11186" y="356"/>
                </a:lnTo>
                <a:lnTo>
                  <a:pt x="12960" y="1154"/>
                </a:lnTo>
                <a:lnTo>
                  <a:pt x="14812" y="2380"/>
                </a:lnTo>
                <a:lnTo>
                  <a:pt x="16778" y="3991"/>
                </a:lnTo>
                <a:lnTo>
                  <a:pt x="18900" y="5958"/>
                </a:lnTo>
                <a:close/>
              </a:path>
            </a:pathLst>
          </a:custGeom>
          <a:solidFill>
            <a:srgbClr val="F5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7" name="contour_14685"/>
          <p:cNvSpPr/>
          <p:nvPr/>
        </p:nvSpPr>
        <p:spPr>
          <a:xfrm>
            <a:off x="5724160" y="1180655"/>
            <a:ext cx="2915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18544" y="20921"/>
                </a:lnTo>
                <a:lnTo>
                  <a:pt x="15487" y="20242"/>
                </a:lnTo>
                <a:lnTo>
                  <a:pt x="12420" y="19560"/>
                </a:lnTo>
                <a:lnTo>
                  <a:pt x="9342" y="18876"/>
                </a:lnTo>
                <a:lnTo>
                  <a:pt x="6248" y="18187"/>
                </a:lnTo>
                <a:lnTo>
                  <a:pt x="3137" y="17496"/>
                </a:lnTo>
                <a:lnTo>
                  <a:pt x="0" y="16800"/>
                </a:lnTo>
                <a:lnTo>
                  <a:pt x="1280" y="15398"/>
                </a:lnTo>
                <a:lnTo>
                  <a:pt x="2570" y="13997"/>
                </a:lnTo>
                <a:lnTo>
                  <a:pt x="3861" y="12598"/>
                </a:lnTo>
                <a:lnTo>
                  <a:pt x="5157" y="11196"/>
                </a:lnTo>
                <a:lnTo>
                  <a:pt x="6458" y="9799"/>
                </a:lnTo>
                <a:lnTo>
                  <a:pt x="7765" y="8400"/>
                </a:lnTo>
                <a:lnTo>
                  <a:pt x="8311" y="7795"/>
                </a:lnTo>
                <a:lnTo>
                  <a:pt x="9968" y="5971"/>
                </a:lnTo>
                <a:lnTo>
                  <a:pt x="11437" y="4462"/>
                </a:lnTo>
                <a:lnTo>
                  <a:pt x="12982" y="2964"/>
                </a:lnTo>
                <a:lnTo>
                  <a:pt x="14575" y="1478"/>
                </a:lnTo>
                <a:lnTo>
                  <a:pt x="16200" y="0"/>
                </a:lnTo>
                <a:close/>
              </a:path>
            </a:pathLst>
          </a:custGeom>
          <a:solidFill>
            <a:srgbClr val="E3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8" name="contour_14686"/>
          <p:cNvSpPr/>
          <p:nvPr/>
        </p:nvSpPr>
        <p:spPr>
          <a:xfrm>
            <a:off x="4856889" y="97659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5192" y="2376"/>
                </a:lnTo>
                <a:lnTo>
                  <a:pt x="15984" y="4756"/>
                </a:lnTo>
                <a:lnTo>
                  <a:pt x="16776" y="7135"/>
                </a:lnTo>
                <a:lnTo>
                  <a:pt x="17575" y="9522"/>
                </a:lnTo>
                <a:lnTo>
                  <a:pt x="18374" y="11916"/>
                </a:lnTo>
                <a:lnTo>
                  <a:pt x="19174" y="14321"/>
                </a:lnTo>
                <a:lnTo>
                  <a:pt x="19980" y="16733"/>
                </a:lnTo>
                <a:lnTo>
                  <a:pt x="20786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9696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89" name="contour_14687"/>
          <p:cNvSpPr/>
          <p:nvPr/>
        </p:nvSpPr>
        <p:spPr>
          <a:xfrm>
            <a:off x="5760600" y="991167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005" y="2674"/>
                </a:lnTo>
                <a:lnTo>
                  <a:pt x="20412" y="5348"/>
                </a:lnTo>
                <a:lnTo>
                  <a:pt x="19814" y="8031"/>
                </a:lnTo>
                <a:lnTo>
                  <a:pt x="19219" y="10718"/>
                </a:lnTo>
                <a:lnTo>
                  <a:pt x="18619" y="13418"/>
                </a:lnTo>
                <a:lnTo>
                  <a:pt x="18017" y="16131"/>
                </a:lnTo>
                <a:lnTo>
                  <a:pt x="17410" y="18857"/>
                </a:lnTo>
                <a:lnTo>
                  <a:pt x="16800" y="21600"/>
                </a:lnTo>
                <a:lnTo>
                  <a:pt x="16754" y="20688"/>
                </a:lnTo>
                <a:lnTo>
                  <a:pt x="16678" y="19077"/>
                </a:lnTo>
                <a:lnTo>
                  <a:pt x="16500" y="15388"/>
                </a:lnTo>
                <a:lnTo>
                  <a:pt x="15449" y="12079"/>
                </a:lnTo>
                <a:lnTo>
                  <a:pt x="14638" y="9979"/>
                </a:lnTo>
                <a:lnTo>
                  <a:pt x="13807" y="8679"/>
                </a:lnTo>
                <a:lnTo>
                  <a:pt x="12694" y="7759"/>
                </a:lnTo>
                <a:lnTo>
                  <a:pt x="11035" y="6817"/>
                </a:lnTo>
                <a:lnTo>
                  <a:pt x="9461" y="6376"/>
                </a:lnTo>
                <a:lnTo>
                  <a:pt x="7889" y="5962"/>
                </a:lnTo>
                <a:lnTo>
                  <a:pt x="6317" y="5577"/>
                </a:lnTo>
                <a:lnTo>
                  <a:pt x="4742" y="5219"/>
                </a:lnTo>
                <a:lnTo>
                  <a:pt x="3166" y="4890"/>
                </a:lnTo>
                <a:lnTo>
                  <a:pt x="1586" y="4588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CCCE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0" name="contour_14688"/>
          <p:cNvSpPr/>
          <p:nvPr/>
        </p:nvSpPr>
        <p:spPr>
          <a:xfrm>
            <a:off x="4980785" y="6310745"/>
            <a:ext cx="43728" cy="23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96"/>
                </a:moveTo>
                <a:lnTo>
                  <a:pt x="21247" y="5521"/>
                </a:lnTo>
                <a:lnTo>
                  <a:pt x="20884" y="9016"/>
                </a:lnTo>
                <a:lnTo>
                  <a:pt x="20336" y="12035"/>
                </a:lnTo>
                <a:lnTo>
                  <a:pt x="19433" y="15530"/>
                </a:lnTo>
                <a:lnTo>
                  <a:pt x="18000" y="20455"/>
                </a:lnTo>
                <a:lnTo>
                  <a:pt x="15412" y="21110"/>
                </a:lnTo>
                <a:lnTo>
                  <a:pt x="12845" y="21474"/>
                </a:lnTo>
                <a:lnTo>
                  <a:pt x="10289" y="21600"/>
                </a:lnTo>
                <a:lnTo>
                  <a:pt x="7736" y="21521"/>
                </a:lnTo>
                <a:lnTo>
                  <a:pt x="5177" y="21276"/>
                </a:lnTo>
                <a:lnTo>
                  <a:pt x="2603" y="20905"/>
                </a:lnTo>
                <a:lnTo>
                  <a:pt x="0" y="20455"/>
                </a:lnTo>
                <a:lnTo>
                  <a:pt x="0" y="16079"/>
                </a:lnTo>
                <a:lnTo>
                  <a:pt x="0" y="11677"/>
                </a:lnTo>
                <a:lnTo>
                  <a:pt x="0" y="7215"/>
                </a:lnTo>
                <a:lnTo>
                  <a:pt x="2120" y="4475"/>
                </a:lnTo>
                <a:lnTo>
                  <a:pt x="4345" y="2502"/>
                </a:lnTo>
                <a:lnTo>
                  <a:pt x="6660" y="1185"/>
                </a:lnTo>
                <a:lnTo>
                  <a:pt x="9050" y="404"/>
                </a:lnTo>
                <a:lnTo>
                  <a:pt x="11502" y="46"/>
                </a:lnTo>
                <a:lnTo>
                  <a:pt x="13997" y="0"/>
                </a:lnTo>
                <a:lnTo>
                  <a:pt x="16524" y="152"/>
                </a:lnTo>
                <a:lnTo>
                  <a:pt x="19062" y="391"/>
                </a:lnTo>
                <a:lnTo>
                  <a:pt x="21600" y="596"/>
                </a:lnTo>
                <a:close/>
              </a:path>
            </a:pathLst>
          </a:custGeom>
          <a:solidFill>
            <a:srgbClr val="B9D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1" name="contour_14689"/>
          <p:cNvSpPr/>
          <p:nvPr/>
        </p:nvSpPr>
        <p:spPr>
          <a:xfrm>
            <a:off x="4798585" y="6318536"/>
            <a:ext cx="51016" cy="306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8"/>
                </a:moveTo>
                <a:lnTo>
                  <a:pt x="21307" y="3681"/>
                </a:lnTo>
                <a:lnTo>
                  <a:pt x="20967" y="7178"/>
                </a:lnTo>
                <a:lnTo>
                  <a:pt x="20551" y="10617"/>
                </a:lnTo>
                <a:lnTo>
                  <a:pt x="20023" y="14006"/>
                </a:lnTo>
                <a:lnTo>
                  <a:pt x="19357" y="17353"/>
                </a:lnTo>
                <a:lnTo>
                  <a:pt x="18514" y="20675"/>
                </a:lnTo>
                <a:lnTo>
                  <a:pt x="16126" y="21292"/>
                </a:lnTo>
                <a:lnTo>
                  <a:pt x="14450" y="21600"/>
                </a:lnTo>
                <a:lnTo>
                  <a:pt x="13043" y="21600"/>
                </a:lnTo>
                <a:lnTo>
                  <a:pt x="11460" y="21292"/>
                </a:lnTo>
                <a:lnTo>
                  <a:pt x="9257" y="20675"/>
                </a:lnTo>
                <a:lnTo>
                  <a:pt x="9257" y="17276"/>
                </a:lnTo>
                <a:lnTo>
                  <a:pt x="9257" y="13857"/>
                </a:lnTo>
                <a:lnTo>
                  <a:pt x="9257" y="10391"/>
                </a:lnTo>
                <a:lnTo>
                  <a:pt x="6961" y="8808"/>
                </a:lnTo>
                <a:lnTo>
                  <a:pt x="5332" y="7748"/>
                </a:lnTo>
                <a:lnTo>
                  <a:pt x="3925" y="6967"/>
                </a:lnTo>
                <a:lnTo>
                  <a:pt x="2296" y="6216"/>
                </a:lnTo>
                <a:lnTo>
                  <a:pt x="0" y="5250"/>
                </a:lnTo>
                <a:lnTo>
                  <a:pt x="2209" y="4252"/>
                </a:lnTo>
                <a:lnTo>
                  <a:pt x="4363" y="3332"/>
                </a:lnTo>
                <a:lnTo>
                  <a:pt x="6483" y="2499"/>
                </a:lnTo>
                <a:lnTo>
                  <a:pt x="8578" y="1769"/>
                </a:lnTo>
                <a:lnTo>
                  <a:pt x="10670" y="1147"/>
                </a:lnTo>
                <a:lnTo>
                  <a:pt x="12772" y="648"/>
                </a:lnTo>
                <a:lnTo>
                  <a:pt x="14901" y="283"/>
                </a:lnTo>
                <a:lnTo>
                  <a:pt x="17070" y="62"/>
                </a:lnTo>
                <a:lnTo>
                  <a:pt x="19298" y="0"/>
                </a:lnTo>
                <a:lnTo>
                  <a:pt x="21600" y="108"/>
                </a:lnTo>
                <a:close/>
              </a:path>
            </a:pathLst>
          </a:custGeom>
          <a:solidFill>
            <a:srgbClr val="F5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2" name="contour_14690"/>
          <p:cNvSpPr/>
          <p:nvPr/>
        </p:nvSpPr>
        <p:spPr>
          <a:xfrm>
            <a:off x="4426898" y="6312523"/>
            <a:ext cx="51016" cy="21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78"/>
                </a:moveTo>
                <a:lnTo>
                  <a:pt x="20310" y="10515"/>
                </a:lnTo>
                <a:lnTo>
                  <a:pt x="19236" y="13480"/>
                </a:lnTo>
                <a:lnTo>
                  <a:pt x="17801" y="16445"/>
                </a:lnTo>
                <a:lnTo>
                  <a:pt x="15429" y="20782"/>
                </a:lnTo>
                <a:lnTo>
                  <a:pt x="13216" y="21235"/>
                </a:lnTo>
                <a:lnTo>
                  <a:pt x="11013" y="21505"/>
                </a:lnTo>
                <a:lnTo>
                  <a:pt x="8816" y="21600"/>
                </a:lnTo>
                <a:lnTo>
                  <a:pt x="6619" y="21549"/>
                </a:lnTo>
                <a:lnTo>
                  <a:pt x="4422" y="21381"/>
                </a:lnTo>
                <a:lnTo>
                  <a:pt x="2216" y="21118"/>
                </a:lnTo>
                <a:lnTo>
                  <a:pt x="0" y="20782"/>
                </a:lnTo>
                <a:lnTo>
                  <a:pt x="0" y="15955"/>
                </a:lnTo>
                <a:lnTo>
                  <a:pt x="0" y="11099"/>
                </a:lnTo>
                <a:lnTo>
                  <a:pt x="0" y="6178"/>
                </a:lnTo>
                <a:lnTo>
                  <a:pt x="2308" y="3512"/>
                </a:lnTo>
                <a:lnTo>
                  <a:pt x="4505" y="1643"/>
                </a:lnTo>
                <a:lnTo>
                  <a:pt x="6619" y="497"/>
                </a:lnTo>
                <a:lnTo>
                  <a:pt x="8677" y="0"/>
                </a:lnTo>
                <a:lnTo>
                  <a:pt x="10711" y="66"/>
                </a:lnTo>
                <a:lnTo>
                  <a:pt x="12756" y="621"/>
                </a:lnTo>
                <a:lnTo>
                  <a:pt x="14836" y="1592"/>
                </a:lnTo>
                <a:lnTo>
                  <a:pt x="16984" y="2892"/>
                </a:lnTo>
                <a:lnTo>
                  <a:pt x="19227" y="4447"/>
                </a:lnTo>
                <a:lnTo>
                  <a:pt x="21600" y="6178"/>
                </a:lnTo>
                <a:close/>
              </a:path>
            </a:pathLst>
          </a:custGeom>
          <a:solidFill>
            <a:srgbClr val="F7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3" name="contour_14691"/>
          <p:cNvSpPr/>
          <p:nvPr/>
        </p:nvSpPr>
        <p:spPr>
          <a:xfrm>
            <a:off x="7691918" y="617292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046" y="2009"/>
                </a:lnTo>
                <a:lnTo>
                  <a:pt x="4500" y="4052"/>
                </a:lnTo>
                <a:lnTo>
                  <a:pt x="6300" y="6787"/>
                </a:lnTo>
                <a:lnTo>
                  <a:pt x="7920" y="8489"/>
                </a:lnTo>
                <a:lnTo>
                  <a:pt x="9659" y="9495"/>
                </a:lnTo>
                <a:lnTo>
                  <a:pt x="11794" y="10148"/>
                </a:lnTo>
                <a:lnTo>
                  <a:pt x="14623" y="10800"/>
                </a:lnTo>
                <a:lnTo>
                  <a:pt x="16585" y="11137"/>
                </a:lnTo>
                <a:lnTo>
                  <a:pt x="18576" y="11474"/>
                </a:lnTo>
                <a:lnTo>
                  <a:pt x="20077" y="12213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A8A9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4" name="contour_14692"/>
          <p:cNvSpPr/>
          <p:nvPr/>
        </p:nvSpPr>
        <p:spPr>
          <a:xfrm>
            <a:off x="7043286" y="6180217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5" y="378"/>
                </a:lnTo>
                <a:lnTo>
                  <a:pt x="3108" y="772"/>
                </a:lnTo>
                <a:lnTo>
                  <a:pt x="4660" y="1183"/>
                </a:lnTo>
                <a:lnTo>
                  <a:pt x="6213" y="1598"/>
                </a:lnTo>
                <a:lnTo>
                  <a:pt x="7762" y="2025"/>
                </a:lnTo>
                <a:lnTo>
                  <a:pt x="8405" y="2192"/>
                </a:lnTo>
                <a:lnTo>
                  <a:pt x="9536" y="2489"/>
                </a:lnTo>
                <a:lnTo>
                  <a:pt x="12128" y="3164"/>
                </a:lnTo>
                <a:lnTo>
                  <a:pt x="14221" y="4509"/>
                </a:lnTo>
                <a:lnTo>
                  <a:pt x="15960" y="6064"/>
                </a:lnTo>
                <a:lnTo>
                  <a:pt x="17458" y="7916"/>
                </a:lnTo>
                <a:lnTo>
                  <a:pt x="18822" y="10168"/>
                </a:lnTo>
                <a:lnTo>
                  <a:pt x="20166" y="12895"/>
                </a:lnTo>
                <a:lnTo>
                  <a:pt x="21600" y="16200"/>
                </a:lnTo>
                <a:lnTo>
                  <a:pt x="19810" y="17852"/>
                </a:lnTo>
                <a:lnTo>
                  <a:pt x="18492" y="18959"/>
                </a:lnTo>
                <a:lnTo>
                  <a:pt x="17261" y="19780"/>
                </a:lnTo>
                <a:lnTo>
                  <a:pt x="15728" y="20574"/>
                </a:lnTo>
                <a:lnTo>
                  <a:pt x="13500" y="21600"/>
                </a:lnTo>
                <a:lnTo>
                  <a:pt x="11645" y="19505"/>
                </a:lnTo>
                <a:lnTo>
                  <a:pt x="10338" y="17912"/>
                </a:lnTo>
                <a:lnTo>
                  <a:pt x="9237" y="16319"/>
                </a:lnTo>
                <a:lnTo>
                  <a:pt x="7987" y="14229"/>
                </a:lnTo>
                <a:lnTo>
                  <a:pt x="6242" y="11135"/>
                </a:lnTo>
                <a:lnTo>
                  <a:pt x="5062" y="9083"/>
                </a:lnTo>
                <a:lnTo>
                  <a:pt x="3874" y="7009"/>
                </a:lnTo>
                <a:lnTo>
                  <a:pt x="2668" y="4914"/>
                </a:lnTo>
                <a:lnTo>
                  <a:pt x="1345" y="2473"/>
                </a:lnTo>
                <a:lnTo>
                  <a:pt x="0" y="0"/>
                </a:lnTo>
                <a:close/>
              </a:path>
            </a:pathLst>
          </a:custGeom>
          <a:solidFill>
            <a:srgbClr val="F2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5" name="contour_14693"/>
          <p:cNvSpPr/>
          <p:nvPr/>
        </p:nvSpPr>
        <p:spPr>
          <a:xfrm>
            <a:off x="1934404" y="6172929"/>
            <a:ext cx="65592" cy="284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68" y="394"/>
                </a:lnTo>
                <a:lnTo>
                  <a:pt x="1471" y="754"/>
                </a:lnTo>
                <a:lnTo>
                  <a:pt x="2162" y="1109"/>
                </a:lnTo>
                <a:lnTo>
                  <a:pt x="2906" y="1491"/>
                </a:lnTo>
                <a:lnTo>
                  <a:pt x="3758" y="1929"/>
                </a:lnTo>
                <a:lnTo>
                  <a:pt x="4781" y="2455"/>
                </a:lnTo>
                <a:lnTo>
                  <a:pt x="6029" y="3093"/>
                </a:lnTo>
                <a:lnTo>
                  <a:pt x="7565" y="3880"/>
                </a:lnTo>
                <a:lnTo>
                  <a:pt x="9444" y="4850"/>
                </a:lnTo>
                <a:lnTo>
                  <a:pt x="11729" y="6019"/>
                </a:lnTo>
                <a:lnTo>
                  <a:pt x="14477" y="7433"/>
                </a:lnTo>
                <a:lnTo>
                  <a:pt x="17748" y="9107"/>
                </a:lnTo>
                <a:lnTo>
                  <a:pt x="21600" y="11085"/>
                </a:lnTo>
                <a:lnTo>
                  <a:pt x="18737" y="14383"/>
                </a:lnTo>
                <a:lnTo>
                  <a:pt x="16478" y="16944"/>
                </a:lnTo>
                <a:lnTo>
                  <a:pt x="14712" y="18851"/>
                </a:lnTo>
                <a:lnTo>
                  <a:pt x="13334" y="20187"/>
                </a:lnTo>
                <a:lnTo>
                  <a:pt x="12233" y="21035"/>
                </a:lnTo>
                <a:lnTo>
                  <a:pt x="11299" y="21478"/>
                </a:lnTo>
                <a:lnTo>
                  <a:pt x="10430" y="21600"/>
                </a:lnTo>
                <a:lnTo>
                  <a:pt x="9511" y="21484"/>
                </a:lnTo>
                <a:lnTo>
                  <a:pt x="8438" y="21218"/>
                </a:lnTo>
                <a:lnTo>
                  <a:pt x="6929" y="19627"/>
                </a:lnTo>
                <a:lnTo>
                  <a:pt x="5400" y="18014"/>
                </a:lnTo>
                <a:lnTo>
                  <a:pt x="3854" y="16512"/>
                </a:lnTo>
                <a:lnTo>
                  <a:pt x="2287" y="14982"/>
                </a:lnTo>
                <a:lnTo>
                  <a:pt x="1152" y="13048"/>
                </a:lnTo>
                <a:lnTo>
                  <a:pt x="0" y="11085"/>
                </a:lnTo>
                <a:lnTo>
                  <a:pt x="0" y="7422"/>
                </a:lnTo>
                <a:lnTo>
                  <a:pt x="0" y="3736"/>
                </a:lnTo>
                <a:lnTo>
                  <a:pt x="0" y="0"/>
                </a:lnTo>
                <a:close/>
              </a:path>
            </a:pathLst>
          </a:custGeom>
          <a:solidFill>
            <a:srgbClr val="E7EB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6" name="contour_14694"/>
          <p:cNvSpPr/>
          <p:nvPr/>
        </p:nvSpPr>
        <p:spPr>
          <a:xfrm>
            <a:off x="8107333" y="613648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887" y="8608"/>
                </a:lnTo>
                <a:lnTo>
                  <a:pt x="20171" y="11826"/>
                </a:lnTo>
                <a:lnTo>
                  <a:pt x="19454" y="15055"/>
                </a:lnTo>
                <a:lnTo>
                  <a:pt x="18731" y="18311"/>
                </a:lnTo>
                <a:lnTo>
                  <a:pt x="18000" y="21600"/>
                </a:lnTo>
                <a:lnTo>
                  <a:pt x="15746" y="21227"/>
                </a:lnTo>
                <a:lnTo>
                  <a:pt x="13496" y="20817"/>
                </a:lnTo>
                <a:lnTo>
                  <a:pt x="11246" y="20380"/>
                </a:lnTo>
                <a:lnTo>
                  <a:pt x="9000" y="19915"/>
                </a:lnTo>
                <a:lnTo>
                  <a:pt x="6487" y="19440"/>
                </a:lnTo>
                <a:lnTo>
                  <a:pt x="3938" y="18965"/>
                </a:lnTo>
                <a:lnTo>
                  <a:pt x="2959" y="18274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7" name="contour_14695"/>
          <p:cNvSpPr/>
          <p:nvPr/>
        </p:nvSpPr>
        <p:spPr>
          <a:xfrm>
            <a:off x="7713067" y="6114625"/>
            <a:ext cx="3715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5" y="0"/>
                </a:moveTo>
                <a:lnTo>
                  <a:pt x="1602" y="403"/>
                </a:lnTo>
                <a:lnTo>
                  <a:pt x="2712" y="781"/>
                </a:lnTo>
                <a:lnTo>
                  <a:pt x="3991" y="1213"/>
                </a:lnTo>
                <a:lnTo>
                  <a:pt x="5686" y="1789"/>
                </a:lnTo>
                <a:lnTo>
                  <a:pt x="8046" y="2592"/>
                </a:lnTo>
                <a:lnTo>
                  <a:pt x="11317" y="3704"/>
                </a:lnTo>
                <a:lnTo>
                  <a:pt x="15753" y="5213"/>
                </a:lnTo>
                <a:lnTo>
                  <a:pt x="21600" y="7200"/>
                </a:lnTo>
                <a:lnTo>
                  <a:pt x="19587" y="7571"/>
                </a:lnTo>
                <a:lnTo>
                  <a:pt x="17562" y="7945"/>
                </a:lnTo>
                <a:lnTo>
                  <a:pt x="15507" y="8323"/>
                </a:lnTo>
                <a:lnTo>
                  <a:pt x="12253" y="9576"/>
                </a:lnTo>
                <a:lnTo>
                  <a:pt x="10131" y="10624"/>
                </a:lnTo>
                <a:lnTo>
                  <a:pt x="8682" y="11855"/>
                </a:lnTo>
                <a:lnTo>
                  <a:pt x="7449" y="13658"/>
                </a:lnTo>
                <a:lnTo>
                  <a:pt x="5974" y="16423"/>
                </a:lnTo>
                <a:lnTo>
                  <a:pt x="5538" y="18133"/>
                </a:lnTo>
                <a:lnTo>
                  <a:pt x="5097" y="19854"/>
                </a:lnTo>
                <a:lnTo>
                  <a:pt x="4652" y="21600"/>
                </a:lnTo>
                <a:lnTo>
                  <a:pt x="2195" y="19451"/>
                </a:lnTo>
                <a:lnTo>
                  <a:pt x="894" y="17914"/>
                </a:lnTo>
                <a:lnTo>
                  <a:pt x="305" y="16247"/>
                </a:lnTo>
                <a:lnTo>
                  <a:pt x="0" y="13712"/>
                </a:lnTo>
                <a:lnTo>
                  <a:pt x="68" y="11426"/>
                </a:lnTo>
                <a:lnTo>
                  <a:pt x="140" y="9140"/>
                </a:lnTo>
                <a:lnTo>
                  <a:pt x="208" y="6854"/>
                </a:lnTo>
                <a:lnTo>
                  <a:pt x="275" y="4572"/>
                </a:lnTo>
                <a:lnTo>
                  <a:pt x="347" y="2286"/>
                </a:lnTo>
                <a:lnTo>
                  <a:pt x="415" y="0"/>
                </a:lnTo>
                <a:close/>
              </a:path>
            </a:pathLst>
          </a:custGeom>
          <a:solidFill>
            <a:srgbClr val="ECEC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8" name="contour_14696"/>
          <p:cNvSpPr/>
          <p:nvPr/>
        </p:nvSpPr>
        <p:spPr>
          <a:xfrm>
            <a:off x="5285569" y="6100049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E2E4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699" name="contour_14697"/>
          <p:cNvSpPr/>
          <p:nvPr/>
        </p:nvSpPr>
        <p:spPr>
          <a:xfrm>
            <a:off x="4476726" y="6100049"/>
            <a:ext cx="376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" y="0"/>
                </a:moveTo>
                <a:lnTo>
                  <a:pt x="1853" y="242"/>
                </a:lnTo>
                <a:lnTo>
                  <a:pt x="2949" y="467"/>
                </a:lnTo>
                <a:lnTo>
                  <a:pt x="4213" y="730"/>
                </a:lnTo>
                <a:lnTo>
                  <a:pt x="5886" y="1076"/>
                </a:lnTo>
                <a:lnTo>
                  <a:pt x="8217" y="1555"/>
                </a:lnTo>
                <a:lnTo>
                  <a:pt x="11446" y="2225"/>
                </a:lnTo>
                <a:lnTo>
                  <a:pt x="15827" y="3128"/>
                </a:lnTo>
                <a:lnTo>
                  <a:pt x="21600" y="4320"/>
                </a:lnTo>
                <a:lnTo>
                  <a:pt x="20416" y="6765"/>
                </a:lnTo>
                <a:lnTo>
                  <a:pt x="19232" y="9210"/>
                </a:lnTo>
                <a:lnTo>
                  <a:pt x="18044" y="11664"/>
                </a:lnTo>
                <a:lnTo>
                  <a:pt x="16852" y="14126"/>
                </a:lnTo>
                <a:lnTo>
                  <a:pt x="15651" y="16602"/>
                </a:lnTo>
                <a:lnTo>
                  <a:pt x="14446" y="19090"/>
                </a:lnTo>
                <a:lnTo>
                  <a:pt x="13233" y="21600"/>
                </a:lnTo>
                <a:lnTo>
                  <a:pt x="10120" y="21047"/>
                </a:lnTo>
                <a:lnTo>
                  <a:pt x="7911" y="20546"/>
                </a:lnTo>
                <a:lnTo>
                  <a:pt x="6003" y="19889"/>
                </a:lnTo>
                <a:lnTo>
                  <a:pt x="3795" y="18870"/>
                </a:lnTo>
                <a:lnTo>
                  <a:pt x="682" y="17280"/>
                </a:lnTo>
                <a:lnTo>
                  <a:pt x="213" y="14321"/>
                </a:lnTo>
                <a:lnTo>
                  <a:pt x="4" y="11487"/>
                </a:lnTo>
                <a:lnTo>
                  <a:pt x="0" y="8713"/>
                </a:lnTo>
                <a:lnTo>
                  <a:pt x="146" y="5923"/>
                </a:lnTo>
                <a:lnTo>
                  <a:pt x="393" y="3041"/>
                </a:lnTo>
                <a:lnTo>
                  <a:pt x="682" y="0"/>
                </a:lnTo>
                <a:close/>
              </a:path>
            </a:pathLst>
          </a:custGeom>
          <a:solidFill>
            <a:srgbClr val="9D84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0" name="contour_14698"/>
          <p:cNvSpPr/>
          <p:nvPr/>
        </p:nvSpPr>
        <p:spPr>
          <a:xfrm>
            <a:off x="870358" y="6100049"/>
            <a:ext cx="43728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093"/>
                </a:lnTo>
                <a:lnTo>
                  <a:pt x="21600" y="8199"/>
                </a:lnTo>
                <a:lnTo>
                  <a:pt x="21600" y="12319"/>
                </a:lnTo>
                <a:lnTo>
                  <a:pt x="21600" y="16474"/>
                </a:lnTo>
                <a:lnTo>
                  <a:pt x="21600" y="20670"/>
                </a:lnTo>
                <a:lnTo>
                  <a:pt x="19246" y="21290"/>
                </a:lnTo>
                <a:lnTo>
                  <a:pt x="17507" y="21600"/>
                </a:lnTo>
                <a:lnTo>
                  <a:pt x="15865" y="21600"/>
                </a:lnTo>
                <a:lnTo>
                  <a:pt x="13802" y="21290"/>
                </a:lnTo>
                <a:lnTo>
                  <a:pt x="10800" y="20670"/>
                </a:lnTo>
                <a:lnTo>
                  <a:pt x="8784" y="17521"/>
                </a:lnTo>
                <a:lnTo>
                  <a:pt x="6912" y="14269"/>
                </a:lnTo>
                <a:lnTo>
                  <a:pt x="5144" y="10900"/>
                </a:lnTo>
                <a:lnTo>
                  <a:pt x="3434" y="7414"/>
                </a:lnTo>
                <a:lnTo>
                  <a:pt x="1732" y="3783"/>
                </a:lnTo>
                <a:lnTo>
                  <a:pt x="0" y="0"/>
                </a:lnTo>
                <a:close/>
              </a:path>
            </a:pathLst>
          </a:custGeom>
          <a:solidFill>
            <a:srgbClr val="ABC2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1" name="contour_14699"/>
          <p:cNvSpPr/>
          <p:nvPr/>
        </p:nvSpPr>
        <p:spPr>
          <a:xfrm>
            <a:off x="4397746" y="607818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1782"/>
                </a:lnTo>
                <a:lnTo>
                  <a:pt x="17971" y="3571"/>
                </a:lnTo>
                <a:lnTo>
                  <a:pt x="19775" y="5375"/>
                </a:lnTo>
                <a:lnTo>
                  <a:pt x="21600" y="7200"/>
                </a:lnTo>
                <a:lnTo>
                  <a:pt x="20448" y="9076"/>
                </a:lnTo>
                <a:lnTo>
                  <a:pt x="19274" y="10937"/>
                </a:lnTo>
                <a:lnTo>
                  <a:pt x="18083" y="12784"/>
                </a:lnTo>
                <a:lnTo>
                  <a:pt x="16877" y="14623"/>
                </a:lnTo>
                <a:lnTo>
                  <a:pt x="15556" y="16697"/>
                </a:lnTo>
                <a:lnTo>
                  <a:pt x="14216" y="18803"/>
                </a:lnTo>
                <a:lnTo>
                  <a:pt x="12521" y="20192"/>
                </a:lnTo>
                <a:lnTo>
                  <a:pt x="10800" y="21600"/>
                </a:lnTo>
                <a:lnTo>
                  <a:pt x="8662" y="20887"/>
                </a:lnTo>
                <a:lnTo>
                  <a:pt x="6516" y="20171"/>
                </a:lnTo>
                <a:lnTo>
                  <a:pt x="4363" y="19454"/>
                </a:lnTo>
                <a:lnTo>
                  <a:pt x="2192" y="18731"/>
                </a:lnTo>
                <a:lnTo>
                  <a:pt x="0" y="18000"/>
                </a:lnTo>
                <a:lnTo>
                  <a:pt x="1584" y="16020"/>
                </a:lnTo>
                <a:lnTo>
                  <a:pt x="3168" y="14036"/>
                </a:lnTo>
                <a:lnTo>
                  <a:pt x="4756" y="12053"/>
                </a:lnTo>
                <a:lnTo>
                  <a:pt x="6350" y="10066"/>
                </a:lnTo>
                <a:lnTo>
                  <a:pt x="7945" y="8068"/>
                </a:lnTo>
                <a:lnTo>
                  <a:pt x="9547" y="6066"/>
                </a:lnTo>
                <a:lnTo>
                  <a:pt x="11156" y="4054"/>
                </a:lnTo>
                <a:lnTo>
                  <a:pt x="12773" y="2034"/>
                </a:lnTo>
                <a:lnTo>
                  <a:pt x="14400" y="0"/>
                </a:lnTo>
                <a:close/>
              </a:path>
            </a:pathLst>
          </a:custGeom>
          <a:solidFill>
            <a:srgbClr val="816E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2" name="contour_14700"/>
          <p:cNvSpPr/>
          <p:nvPr/>
        </p:nvSpPr>
        <p:spPr>
          <a:xfrm>
            <a:off x="8034453" y="6077471"/>
            <a:ext cx="51016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7" y="0"/>
                </a:moveTo>
                <a:lnTo>
                  <a:pt x="9121" y="63"/>
                </a:lnTo>
                <a:lnTo>
                  <a:pt x="10819" y="127"/>
                </a:lnTo>
                <a:lnTo>
                  <a:pt x="12534" y="184"/>
                </a:lnTo>
                <a:lnTo>
                  <a:pt x="14228" y="232"/>
                </a:lnTo>
                <a:lnTo>
                  <a:pt x="15932" y="279"/>
                </a:lnTo>
                <a:lnTo>
                  <a:pt x="17656" y="327"/>
                </a:lnTo>
                <a:lnTo>
                  <a:pt x="19616" y="422"/>
                </a:lnTo>
                <a:lnTo>
                  <a:pt x="21600" y="517"/>
                </a:lnTo>
                <a:lnTo>
                  <a:pt x="21112" y="4280"/>
                </a:lnTo>
                <a:lnTo>
                  <a:pt x="20708" y="6984"/>
                </a:lnTo>
                <a:lnTo>
                  <a:pt x="20239" y="9387"/>
                </a:lnTo>
                <a:lnTo>
                  <a:pt x="19557" y="12249"/>
                </a:lnTo>
                <a:lnTo>
                  <a:pt x="18514" y="16329"/>
                </a:lnTo>
                <a:lnTo>
                  <a:pt x="16126" y="18111"/>
                </a:lnTo>
                <a:lnTo>
                  <a:pt x="14450" y="19276"/>
                </a:lnTo>
                <a:lnTo>
                  <a:pt x="13043" y="20077"/>
                </a:lnTo>
                <a:lnTo>
                  <a:pt x="11460" y="20767"/>
                </a:lnTo>
                <a:lnTo>
                  <a:pt x="9257" y="21600"/>
                </a:lnTo>
                <a:lnTo>
                  <a:pt x="8683" y="19149"/>
                </a:lnTo>
                <a:lnTo>
                  <a:pt x="8100" y="16656"/>
                </a:lnTo>
                <a:lnTo>
                  <a:pt x="6782" y="13288"/>
                </a:lnTo>
                <a:lnTo>
                  <a:pt x="5443" y="10811"/>
                </a:lnTo>
                <a:lnTo>
                  <a:pt x="3953" y="8929"/>
                </a:lnTo>
                <a:lnTo>
                  <a:pt x="2182" y="7353"/>
                </a:lnTo>
                <a:lnTo>
                  <a:pt x="0" y="5787"/>
                </a:lnTo>
                <a:lnTo>
                  <a:pt x="1851" y="2736"/>
                </a:lnTo>
                <a:lnTo>
                  <a:pt x="3243" y="1112"/>
                </a:lnTo>
                <a:lnTo>
                  <a:pt x="4872" y="385"/>
                </a:lnTo>
                <a:lnTo>
                  <a:pt x="7437" y="0"/>
                </a:lnTo>
                <a:close/>
              </a:path>
            </a:pathLst>
          </a:custGeom>
          <a:solidFill>
            <a:srgbClr val="AB40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3" name="contour_14701"/>
          <p:cNvSpPr/>
          <p:nvPr/>
        </p:nvSpPr>
        <p:spPr>
          <a:xfrm>
            <a:off x="8012589" y="6049033"/>
            <a:ext cx="2328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21" y="0"/>
                </a:moveTo>
                <a:lnTo>
                  <a:pt x="16874" y="0"/>
                </a:lnTo>
                <a:lnTo>
                  <a:pt x="20282" y="0"/>
                </a:lnTo>
                <a:lnTo>
                  <a:pt x="20491" y="1553"/>
                </a:lnTo>
                <a:lnTo>
                  <a:pt x="20674" y="3105"/>
                </a:lnTo>
                <a:lnTo>
                  <a:pt x="20843" y="4658"/>
                </a:lnTo>
                <a:lnTo>
                  <a:pt x="20992" y="6210"/>
                </a:lnTo>
                <a:lnTo>
                  <a:pt x="21127" y="7762"/>
                </a:lnTo>
                <a:lnTo>
                  <a:pt x="21282" y="9204"/>
                </a:lnTo>
                <a:lnTo>
                  <a:pt x="21438" y="10657"/>
                </a:lnTo>
                <a:lnTo>
                  <a:pt x="21600" y="12128"/>
                </a:lnTo>
                <a:lnTo>
                  <a:pt x="20606" y="14329"/>
                </a:lnTo>
                <a:lnTo>
                  <a:pt x="19153" y="16092"/>
                </a:lnTo>
                <a:lnTo>
                  <a:pt x="17138" y="17561"/>
                </a:lnTo>
                <a:lnTo>
                  <a:pt x="14474" y="18873"/>
                </a:lnTo>
                <a:lnTo>
                  <a:pt x="11047" y="20174"/>
                </a:lnTo>
                <a:lnTo>
                  <a:pt x="6761" y="21600"/>
                </a:lnTo>
                <a:lnTo>
                  <a:pt x="5922" y="19929"/>
                </a:lnTo>
                <a:lnTo>
                  <a:pt x="5084" y="18257"/>
                </a:lnTo>
                <a:lnTo>
                  <a:pt x="4246" y="16581"/>
                </a:lnTo>
                <a:lnTo>
                  <a:pt x="3407" y="14901"/>
                </a:lnTo>
                <a:lnTo>
                  <a:pt x="2562" y="13214"/>
                </a:lnTo>
                <a:lnTo>
                  <a:pt x="1710" y="11518"/>
                </a:lnTo>
                <a:lnTo>
                  <a:pt x="859" y="9814"/>
                </a:lnTo>
                <a:lnTo>
                  <a:pt x="0" y="8100"/>
                </a:lnTo>
                <a:lnTo>
                  <a:pt x="4469" y="8100"/>
                </a:lnTo>
                <a:lnTo>
                  <a:pt x="8965" y="8100"/>
                </a:lnTo>
                <a:lnTo>
                  <a:pt x="13521" y="8100"/>
                </a:lnTo>
                <a:lnTo>
                  <a:pt x="13521" y="6496"/>
                </a:lnTo>
                <a:lnTo>
                  <a:pt x="13521" y="4887"/>
                </a:lnTo>
                <a:lnTo>
                  <a:pt x="13521" y="3272"/>
                </a:lnTo>
                <a:lnTo>
                  <a:pt x="13521" y="1644"/>
                </a:lnTo>
                <a:lnTo>
                  <a:pt x="13521" y="0"/>
                </a:lnTo>
                <a:close/>
              </a:path>
            </a:pathLst>
          </a:custGeom>
          <a:solidFill>
            <a:srgbClr val="E6EA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4" name="contour_14702"/>
          <p:cNvSpPr/>
          <p:nvPr/>
        </p:nvSpPr>
        <p:spPr>
          <a:xfrm>
            <a:off x="4018770" y="603445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1283"/>
                </a:lnTo>
                <a:lnTo>
                  <a:pt x="4277" y="2566"/>
                </a:lnTo>
                <a:lnTo>
                  <a:pt x="6422" y="3853"/>
                </a:lnTo>
                <a:lnTo>
                  <a:pt x="8568" y="5141"/>
                </a:lnTo>
                <a:lnTo>
                  <a:pt x="10717" y="6432"/>
                </a:lnTo>
                <a:lnTo>
                  <a:pt x="12877" y="7724"/>
                </a:lnTo>
                <a:lnTo>
                  <a:pt x="15044" y="9024"/>
                </a:lnTo>
                <a:lnTo>
                  <a:pt x="17219" y="10329"/>
                </a:lnTo>
                <a:lnTo>
                  <a:pt x="19404" y="11642"/>
                </a:lnTo>
                <a:lnTo>
                  <a:pt x="21600" y="12960"/>
                </a:lnTo>
                <a:lnTo>
                  <a:pt x="18137" y="15448"/>
                </a:lnTo>
                <a:lnTo>
                  <a:pt x="15559" y="17267"/>
                </a:lnTo>
                <a:lnTo>
                  <a:pt x="13622" y="18567"/>
                </a:lnTo>
                <a:lnTo>
                  <a:pt x="12067" y="19500"/>
                </a:lnTo>
                <a:lnTo>
                  <a:pt x="10649" y="20218"/>
                </a:lnTo>
                <a:lnTo>
                  <a:pt x="9108" y="20866"/>
                </a:lnTo>
                <a:lnTo>
                  <a:pt x="7200" y="21600"/>
                </a:lnTo>
                <a:lnTo>
                  <a:pt x="4558" y="19794"/>
                </a:lnTo>
                <a:lnTo>
                  <a:pt x="2923" y="18291"/>
                </a:lnTo>
                <a:lnTo>
                  <a:pt x="1631" y="16282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DC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5" name="contour_14703"/>
          <p:cNvSpPr/>
          <p:nvPr/>
        </p:nvSpPr>
        <p:spPr>
          <a:xfrm>
            <a:off x="1672037" y="5998017"/>
            <a:ext cx="65592" cy="307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02" y="445"/>
                </a:lnTo>
                <a:lnTo>
                  <a:pt x="3002" y="920"/>
                </a:lnTo>
                <a:lnTo>
                  <a:pt x="4502" y="1411"/>
                </a:lnTo>
                <a:lnTo>
                  <a:pt x="6000" y="1918"/>
                </a:lnTo>
                <a:lnTo>
                  <a:pt x="7675" y="2455"/>
                </a:lnTo>
                <a:lnTo>
                  <a:pt x="9374" y="2997"/>
                </a:lnTo>
                <a:lnTo>
                  <a:pt x="10678" y="4050"/>
                </a:lnTo>
                <a:lnTo>
                  <a:pt x="12000" y="5114"/>
                </a:lnTo>
                <a:lnTo>
                  <a:pt x="12000" y="8494"/>
                </a:lnTo>
                <a:lnTo>
                  <a:pt x="12000" y="11894"/>
                </a:lnTo>
                <a:lnTo>
                  <a:pt x="12000" y="15341"/>
                </a:lnTo>
                <a:lnTo>
                  <a:pt x="13577" y="16870"/>
                </a:lnTo>
                <a:lnTo>
                  <a:pt x="14822" y="17698"/>
                </a:lnTo>
                <a:lnTo>
                  <a:pt x="16800" y="18537"/>
                </a:lnTo>
                <a:lnTo>
                  <a:pt x="18139" y="19115"/>
                </a:lnTo>
                <a:lnTo>
                  <a:pt x="19500" y="19698"/>
                </a:lnTo>
                <a:lnTo>
                  <a:pt x="20542" y="20076"/>
                </a:lnTo>
                <a:lnTo>
                  <a:pt x="21600" y="20455"/>
                </a:lnTo>
                <a:lnTo>
                  <a:pt x="19970" y="20838"/>
                </a:lnTo>
                <a:lnTo>
                  <a:pt x="18362" y="21155"/>
                </a:lnTo>
                <a:lnTo>
                  <a:pt x="16766" y="21401"/>
                </a:lnTo>
                <a:lnTo>
                  <a:pt x="15182" y="21554"/>
                </a:lnTo>
                <a:lnTo>
                  <a:pt x="13601" y="21600"/>
                </a:lnTo>
                <a:lnTo>
                  <a:pt x="12017" y="21528"/>
                </a:lnTo>
                <a:lnTo>
                  <a:pt x="10426" y="21324"/>
                </a:lnTo>
                <a:lnTo>
                  <a:pt x="8822" y="20971"/>
                </a:lnTo>
                <a:lnTo>
                  <a:pt x="7200" y="20455"/>
                </a:lnTo>
                <a:lnTo>
                  <a:pt x="5866" y="17903"/>
                </a:lnTo>
                <a:lnTo>
                  <a:pt x="4673" y="15254"/>
                </a:lnTo>
                <a:lnTo>
                  <a:pt x="3593" y="12498"/>
                </a:lnTo>
                <a:lnTo>
                  <a:pt x="2609" y="9609"/>
                </a:lnTo>
                <a:lnTo>
                  <a:pt x="1697" y="6571"/>
                </a:lnTo>
                <a:lnTo>
                  <a:pt x="835" y="3375"/>
                </a:lnTo>
                <a:lnTo>
                  <a:pt x="0" y="0"/>
                </a:lnTo>
                <a:close/>
              </a:path>
            </a:pathLst>
          </a:custGeom>
          <a:solidFill>
            <a:srgbClr val="A594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6" name="contour_14704"/>
          <p:cNvSpPr/>
          <p:nvPr/>
        </p:nvSpPr>
        <p:spPr>
          <a:xfrm>
            <a:off x="2123892" y="593971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569"/>
                </a:lnTo>
                <a:lnTo>
                  <a:pt x="15865" y="1040"/>
                </a:lnTo>
                <a:lnTo>
                  <a:pt x="17507" y="1588"/>
                </a:lnTo>
                <a:lnTo>
                  <a:pt x="19246" y="2383"/>
                </a:lnTo>
                <a:lnTo>
                  <a:pt x="21600" y="3600"/>
                </a:lnTo>
                <a:lnTo>
                  <a:pt x="20704" y="4327"/>
                </a:lnTo>
                <a:lnTo>
                  <a:pt x="18000" y="6523"/>
                </a:lnTo>
                <a:lnTo>
                  <a:pt x="16240" y="8658"/>
                </a:lnTo>
                <a:lnTo>
                  <a:pt x="15149" y="10249"/>
                </a:lnTo>
                <a:lnTo>
                  <a:pt x="14533" y="11790"/>
                </a:lnTo>
                <a:lnTo>
                  <a:pt x="14198" y="13759"/>
                </a:lnTo>
                <a:lnTo>
                  <a:pt x="13950" y="16650"/>
                </a:lnTo>
                <a:lnTo>
                  <a:pt x="14173" y="19109"/>
                </a:lnTo>
                <a:lnTo>
                  <a:pt x="14400" y="21600"/>
                </a:lnTo>
                <a:lnTo>
                  <a:pt x="12362" y="20074"/>
                </a:lnTo>
                <a:lnTo>
                  <a:pt x="10325" y="18544"/>
                </a:lnTo>
                <a:lnTo>
                  <a:pt x="8280" y="17010"/>
                </a:lnTo>
                <a:lnTo>
                  <a:pt x="6228" y="15469"/>
                </a:lnTo>
                <a:lnTo>
                  <a:pt x="4165" y="13925"/>
                </a:lnTo>
                <a:lnTo>
                  <a:pt x="2092" y="12366"/>
                </a:lnTo>
                <a:lnTo>
                  <a:pt x="0" y="10800"/>
                </a:lnTo>
                <a:lnTo>
                  <a:pt x="2826" y="7448"/>
                </a:lnTo>
                <a:lnTo>
                  <a:pt x="4838" y="5116"/>
                </a:lnTo>
                <a:lnTo>
                  <a:pt x="6343" y="3503"/>
                </a:lnTo>
                <a:lnTo>
                  <a:pt x="7639" y="2315"/>
                </a:lnTo>
                <a:lnTo>
                  <a:pt x="9025" y="1246"/>
                </a:lnTo>
                <a:lnTo>
                  <a:pt x="10800" y="0"/>
                </a:lnTo>
                <a:close/>
              </a:path>
            </a:pathLst>
          </a:custGeom>
          <a:solidFill>
            <a:srgbClr val="9DA0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7" name="contour_14705"/>
          <p:cNvSpPr/>
          <p:nvPr/>
        </p:nvSpPr>
        <p:spPr>
          <a:xfrm>
            <a:off x="1453397" y="5932425"/>
            <a:ext cx="2946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85" y="0"/>
                </a:moveTo>
                <a:lnTo>
                  <a:pt x="13330" y="670"/>
                </a:lnTo>
                <a:lnTo>
                  <a:pt x="15990" y="1339"/>
                </a:lnTo>
                <a:lnTo>
                  <a:pt x="18662" y="2017"/>
                </a:lnTo>
                <a:lnTo>
                  <a:pt x="21370" y="2700"/>
                </a:lnTo>
                <a:lnTo>
                  <a:pt x="21600" y="4506"/>
                </a:lnTo>
                <a:lnTo>
                  <a:pt x="21573" y="5791"/>
                </a:lnTo>
                <a:lnTo>
                  <a:pt x="21194" y="7179"/>
                </a:lnTo>
                <a:lnTo>
                  <a:pt x="20366" y="9283"/>
                </a:lnTo>
                <a:lnTo>
                  <a:pt x="20061" y="10160"/>
                </a:lnTo>
                <a:lnTo>
                  <a:pt x="19137" y="12814"/>
                </a:lnTo>
                <a:lnTo>
                  <a:pt x="17940" y="14083"/>
                </a:lnTo>
                <a:lnTo>
                  <a:pt x="16786" y="15093"/>
                </a:lnTo>
                <a:lnTo>
                  <a:pt x="15344" y="15992"/>
                </a:lnTo>
                <a:lnTo>
                  <a:pt x="13282" y="16940"/>
                </a:lnTo>
                <a:lnTo>
                  <a:pt x="10258" y="18090"/>
                </a:lnTo>
                <a:lnTo>
                  <a:pt x="5941" y="19591"/>
                </a:lnTo>
                <a:lnTo>
                  <a:pt x="0" y="21600"/>
                </a:lnTo>
                <a:lnTo>
                  <a:pt x="882" y="19818"/>
                </a:lnTo>
                <a:lnTo>
                  <a:pt x="1763" y="18036"/>
                </a:lnTo>
                <a:lnTo>
                  <a:pt x="2645" y="16251"/>
                </a:lnTo>
                <a:lnTo>
                  <a:pt x="3531" y="14464"/>
                </a:lnTo>
                <a:lnTo>
                  <a:pt x="4413" y="12674"/>
                </a:lnTo>
                <a:lnTo>
                  <a:pt x="5305" y="10881"/>
                </a:lnTo>
                <a:lnTo>
                  <a:pt x="6192" y="9083"/>
                </a:lnTo>
                <a:lnTo>
                  <a:pt x="7084" y="7279"/>
                </a:lnTo>
                <a:lnTo>
                  <a:pt x="7976" y="5470"/>
                </a:lnTo>
                <a:lnTo>
                  <a:pt x="8879" y="3656"/>
                </a:lnTo>
                <a:lnTo>
                  <a:pt x="9777" y="1831"/>
                </a:lnTo>
                <a:lnTo>
                  <a:pt x="10685" y="0"/>
                </a:lnTo>
                <a:close/>
              </a:path>
            </a:pathLst>
          </a:custGeom>
          <a:solidFill>
            <a:srgbClr val="AC8A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8" name="contour_14706"/>
          <p:cNvSpPr/>
          <p:nvPr/>
        </p:nvSpPr>
        <p:spPr>
          <a:xfrm>
            <a:off x="848494" y="5947001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F6DE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09" name="contour_14707"/>
          <p:cNvSpPr/>
          <p:nvPr/>
        </p:nvSpPr>
        <p:spPr>
          <a:xfrm>
            <a:off x="1518989" y="593971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04" y="20966"/>
                </a:lnTo>
                <a:lnTo>
                  <a:pt x="17208" y="20304"/>
                </a:lnTo>
                <a:lnTo>
                  <a:pt x="15016" y="19613"/>
                </a:lnTo>
                <a:lnTo>
                  <a:pt x="12823" y="18900"/>
                </a:lnTo>
                <a:lnTo>
                  <a:pt x="10375" y="18144"/>
                </a:lnTo>
                <a:lnTo>
                  <a:pt x="7888" y="17381"/>
                </a:lnTo>
                <a:lnTo>
                  <a:pt x="5767" y="15811"/>
                </a:lnTo>
                <a:lnTo>
                  <a:pt x="4295" y="14119"/>
                </a:lnTo>
                <a:lnTo>
                  <a:pt x="3096" y="11477"/>
                </a:lnTo>
                <a:lnTo>
                  <a:pt x="1793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4F52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0" name="contour_14708"/>
          <p:cNvSpPr/>
          <p:nvPr/>
        </p:nvSpPr>
        <p:spPr>
          <a:xfrm>
            <a:off x="7239355" y="5910109"/>
            <a:ext cx="29859" cy="514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19" y="0"/>
                </a:moveTo>
                <a:lnTo>
                  <a:pt x="16523" y="61"/>
                </a:lnTo>
                <a:lnTo>
                  <a:pt x="19048" y="125"/>
                </a:lnTo>
                <a:lnTo>
                  <a:pt x="21600" y="190"/>
                </a:lnTo>
                <a:lnTo>
                  <a:pt x="20804" y="2633"/>
                </a:lnTo>
                <a:lnTo>
                  <a:pt x="19918" y="4860"/>
                </a:lnTo>
                <a:lnTo>
                  <a:pt x="18922" y="6900"/>
                </a:lnTo>
                <a:lnTo>
                  <a:pt x="17783" y="8781"/>
                </a:lnTo>
                <a:lnTo>
                  <a:pt x="16481" y="10531"/>
                </a:lnTo>
                <a:lnTo>
                  <a:pt x="14989" y="12179"/>
                </a:lnTo>
                <a:lnTo>
                  <a:pt x="13275" y="13758"/>
                </a:lnTo>
                <a:lnTo>
                  <a:pt x="11314" y="15293"/>
                </a:lnTo>
                <a:lnTo>
                  <a:pt x="9089" y="16816"/>
                </a:lnTo>
                <a:lnTo>
                  <a:pt x="6564" y="18355"/>
                </a:lnTo>
                <a:lnTo>
                  <a:pt x="3712" y="19939"/>
                </a:lnTo>
                <a:lnTo>
                  <a:pt x="511" y="21600"/>
                </a:lnTo>
                <a:lnTo>
                  <a:pt x="432" y="19802"/>
                </a:lnTo>
                <a:lnTo>
                  <a:pt x="359" y="18006"/>
                </a:lnTo>
                <a:lnTo>
                  <a:pt x="295" y="16208"/>
                </a:lnTo>
                <a:lnTo>
                  <a:pt x="237" y="14412"/>
                </a:lnTo>
                <a:lnTo>
                  <a:pt x="185" y="12614"/>
                </a:lnTo>
                <a:lnTo>
                  <a:pt x="121" y="10947"/>
                </a:lnTo>
                <a:lnTo>
                  <a:pt x="58" y="9265"/>
                </a:lnTo>
                <a:lnTo>
                  <a:pt x="0" y="7561"/>
                </a:lnTo>
                <a:lnTo>
                  <a:pt x="548" y="4827"/>
                </a:lnTo>
                <a:lnTo>
                  <a:pt x="1566" y="2851"/>
                </a:lnTo>
                <a:lnTo>
                  <a:pt x="3242" y="1508"/>
                </a:lnTo>
                <a:lnTo>
                  <a:pt x="5752" y="667"/>
                </a:lnTo>
                <a:lnTo>
                  <a:pt x="9284" y="208"/>
                </a:lnTo>
                <a:lnTo>
                  <a:pt x="14019" y="0"/>
                </a:lnTo>
                <a:close/>
              </a:path>
            </a:pathLst>
          </a:custGeom>
          <a:solidFill>
            <a:srgbClr val="F6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1" name="contour_14709"/>
          <p:cNvSpPr/>
          <p:nvPr/>
        </p:nvSpPr>
        <p:spPr>
          <a:xfrm>
            <a:off x="4645537" y="591056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06" y="2376"/>
                </a:lnTo>
                <a:lnTo>
                  <a:pt x="20412" y="4756"/>
                </a:lnTo>
                <a:lnTo>
                  <a:pt x="19818" y="7135"/>
                </a:lnTo>
                <a:lnTo>
                  <a:pt x="19219" y="9522"/>
                </a:lnTo>
                <a:lnTo>
                  <a:pt x="18619" y="11916"/>
                </a:lnTo>
                <a:lnTo>
                  <a:pt x="18020" y="14321"/>
                </a:lnTo>
                <a:lnTo>
                  <a:pt x="17415" y="16733"/>
                </a:lnTo>
                <a:lnTo>
                  <a:pt x="16810" y="19159"/>
                </a:lnTo>
                <a:lnTo>
                  <a:pt x="16200" y="21600"/>
                </a:lnTo>
                <a:lnTo>
                  <a:pt x="13527" y="19818"/>
                </a:lnTo>
                <a:lnTo>
                  <a:pt x="10849" y="18032"/>
                </a:lnTo>
                <a:lnTo>
                  <a:pt x="8159" y="16240"/>
                </a:lnTo>
                <a:lnTo>
                  <a:pt x="5459" y="14440"/>
                </a:lnTo>
                <a:lnTo>
                  <a:pt x="2743" y="12629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8420"/>
                </a:lnTo>
                <a:lnTo>
                  <a:pt x="10800" y="6026"/>
                </a:lnTo>
                <a:lnTo>
                  <a:pt x="10800" y="3600"/>
                </a:lnTo>
                <a:lnTo>
                  <a:pt x="7592" y="2279"/>
                </a:lnTo>
                <a:lnTo>
                  <a:pt x="5400" y="1462"/>
                </a:lnTo>
                <a:lnTo>
                  <a:pt x="3208" y="817"/>
                </a:lnTo>
                <a:lnTo>
                  <a:pt x="0" y="0"/>
                </a:lnTo>
                <a:close/>
              </a:path>
            </a:pathLst>
          </a:custGeom>
          <a:solidFill>
            <a:srgbClr val="D6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2" name="contour_14710"/>
          <p:cNvSpPr/>
          <p:nvPr/>
        </p:nvSpPr>
        <p:spPr>
          <a:xfrm>
            <a:off x="10738247" y="5889127"/>
            <a:ext cx="36498" cy="379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7" y="536"/>
                </a:moveTo>
                <a:lnTo>
                  <a:pt x="15406" y="2624"/>
                </a:lnTo>
                <a:lnTo>
                  <a:pt x="17071" y="4820"/>
                </a:lnTo>
                <a:lnTo>
                  <a:pt x="18326" y="7128"/>
                </a:lnTo>
                <a:lnTo>
                  <a:pt x="19258" y="9552"/>
                </a:lnTo>
                <a:lnTo>
                  <a:pt x="19961" y="12097"/>
                </a:lnTo>
                <a:lnTo>
                  <a:pt x="20526" y="14767"/>
                </a:lnTo>
                <a:lnTo>
                  <a:pt x="21044" y="17569"/>
                </a:lnTo>
                <a:lnTo>
                  <a:pt x="21600" y="20512"/>
                </a:lnTo>
                <a:lnTo>
                  <a:pt x="16644" y="21114"/>
                </a:lnTo>
                <a:lnTo>
                  <a:pt x="13164" y="21480"/>
                </a:lnTo>
                <a:lnTo>
                  <a:pt x="10671" y="21600"/>
                </a:lnTo>
                <a:lnTo>
                  <a:pt x="8691" y="21480"/>
                </a:lnTo>
                <a:lnTo>
                  <a:pt x="6741" y="21114"/>
                </a:lnTo>
                <a:lnTo>
                  <a:pt x="4348" y="20512"/>
                </a:lnTo>
                <a:lnTo>
                  <a:pt x="2756" y="17876"/>
                </a:lnTo>
                <a:lnTo>
                  <a:pt x="1561" y="15248"/>
                </a:lnTo>
                <a:lnTo>
                  <a:pt x="729" y="12583"/>
                </a:lnTo>
                <a:lnTo>
                  <a:pt x="220" y="9831"/>
                </a:lnTo>
                <a:lnTo>
                  <a:pt x="0" y="6954"/>
                </a:lnTo>
                <a:lnTo>
                  <a:pt x="35" y="3907"/>
                </a:lnTo>
                <a:lnTo>
                  <a:pt x="2553" y="1769"/>
                </a:lnTo>
                <a:lnTo>
                  <a:pt x="4848" y="519"/>
                </a:lnTo>
                <a:lnTo>
                  <a:pt x="7203" y="0"/>
                </a:lnTo>
                <a:lnTo>
                  <a:pt x="9903" y="54"/>
                </a:lnTo>
                <a:lnTo>
                  <a:pt x="13237" y="536"/>
                </a:lnTo>
                <a:close/>
              </a:path>
            </a:pathLst>
          </a:custGeom>
          <a:solidFill>
            <a:srgbClr val="EEE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3" name="contour_14711"/>
          <p:cNvSpPr/>
          <p:nvPr/>
        </p:nvSpPr>
        <p:spPr>
          <a:xfrm>
            <a:off x="1876101" y="587412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0887"/>
                </a:lnTo>
                <a:lnTo>
                  <a:pt x="13032" y="20171"/>
                </a:lnTo>
                <a:lnTo>
                  <a:pt x="8726" y="19454"/>
                </a:lnTo>
                <a:lnTo>
                  <a:pt x="4385" y="18731"/>
                </a:lnTo>
                <a:lnTo>
                  <a:pt x="0" y="18000"/>
                </a:lnTo>
                <a:lnTo>
                  <a:pt x="626" y="15746"/>
                </a:lnTo>
                <a:lnTo>
                  <a:pt x="1296" y="13496"/>
                </a:lnTo>
                <a:lnTo>
                  <a:pt x="1987" y="11246"/>
                </a:lnTo>
                <a:lnTo>
                  <a:pt x="2700" y="9000"/>
                </a:lnTo>
                <a:lnTo>
                  <a:pt x="3456" y="6487"/>
                </a:lnTo>
                <a:lnTo>
                  <a:pt x="4219" y="3938"/>
                </a:lnTo>
                <a:lnTo>
                  <a:pt x="5695" y="1984"/>
                </a:lnTo>
                <a:lnTo>
                  <a:pt x="7200" y="0"/>
                </a:lnTo>
                <a:close/>
              </a:path>
            </a:pathLst>
          </a:custGeom>
          <a:solidFill>
            <a:srgbClr val="1818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4" name="contour_14712"/>
          <p:cNvSpPr/>
          <p:nvPr/>
        </p:nvSpPr>
        <p:spPr>
          <a:xfrm>
            <a:off x="1336789" y="5874121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708" y="2138"/>
                </a:lnTo>
                <a:lnTo>
                  <a:pt x="18135" y="4280"/>
                </a:lnTo>
                <a:lnTo>
                  <a:pt x="18563" y="6421"/>
                </a:lnTo>
                <a:lnTo>
                  <a:pt x="18995" y="8566"/>
                </a:lnTo>
                <a:lnTo>
                  <a:pt x="19423" y="10720"/>
                </a:lnTo>
                <a:lnTo>
                  <a:pt x="19855" y="12877"/>
                </a:lnTo>
                <a:lnTo>
                  <a:pt x="20287" y="15043"/>
                </a:lnTo>
                <a:lnTo>
                  <a:pt x="20723" y="17218"/>
                </a:lnTo>
                <a:lnTo>
                  <a:pt x="21159" y="19403"/>
                </a:lnTo>
                <a:lnTo>
                  <a:pt x="21600" y="21600"/>
                </a:lnTo>
                <a:lnTo>
                  <a:pt x="20390" y="21254"/>
                </a:lnTo>
                <a:lnTo>
                  <a:pt x="19259" y="20930"/>
                </a:lnTo>
                <a:lnTo>
                  <a:pt x="17954" y="20560"/>
                </a:lnTo>
                <a:lnTo>
                  <a:pt x="16226" y="20066"/>
                </a:lnTo>
                <a:lnTo>
                  <a:pt x="13820" y="19378"/>
                </a:lnTo>
                <a:lnTo>
                  <a:pt x="10485" y="18425"/>
                </a:lnTo>
                <a:lnTo>
                  <a:pt x="5962" y="17132"/>
                </a:lnTo>
                <a:lnTo>
                  <a:pt x="0" y="15429"/>
                </a:lnTo>
                <a:lnTo>
                  <a:pt x="2138" y="14663"/>
                </a:lnTo>
                <a:lnTo>
                  <a:pt x="4290" y="13898"/>
                </a:lnTo>
                <a:lnTo>
                  <a:pt x="6450" y="13124"/>
                </a:lnTo>
                <a:lnTo>
                  <a:pt x="8640" y="12343"/>
                </a:lnTo>
                <a:lnTo>
                  <a:pt x="9819" y="10106"/>
                </a:lnTo>
                <a:lnTo>
                  <a:pt x="10450" y="8455"/>
                </a:lnTo>
                <a:lnTo>
                  <a:pt x="11068" y="5980"/>
                </a:lnTo>
                <a:lnTo>
                  <a:pt x="11349" y="5101"/>
                </a:lnTo>
                <a:lnTo>
                  <a:pt x="11837" y="3549"/>
                </a:lnTo>
                <a:lnTo>
                  <a:pt x="12960" y="0"/>
                </a:lnTo>
                <a:close/>
              </a:path>
            </a:pathLst>
          </a:custGeom>
          <a:solidFill>
            <a:srgbClr val="1311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5" name="contour_14713"/>
          <p:cNvSpPr/>
          <p:nvPr/>
        </p:nvSpPr>
        <p:spPr>
          <a:xfrm>
            <a:off x="7108878" y="5881409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966" y="1836"/>
                </a:lnTo>
                <a:lnTo>
                  <a:pt x="20297" y="3669"/>
                </a:lnTo>
                <a:lnTo>
                  <a:pt x="19613" y="5499"/>
                </a:lnTo>
                <a:lnTo>
                  <a:pt x="18900" y="7329"/>
                </a:lnTo>
                <a:lnTo>
                  <a:pt x="18144" y="9374"/>
                </a:lnTo>
                <a:lnTo>
                  <a:pt x="17381" y="11451"/>
                </a:lnTo>
                <a:lnTo>
                  <a:pt x="16056" y="13154"/>
                </a:lnTo>
                <a:lnTo>
                  <a:pt x="14753" y="14478"/>
                </a:lnTo>
                <a:lnTo>
                  <a:pt x="12974" y="15703"/>
                </a:lnTo>
                <a:lnTo>
                  <a:pt x="10246" y="17110"/>
                </a:lnTo>
                <a:lnTo>
                  <a:pt x="6084" y="1898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4E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6" name="contour_14714"/>
          <p:cNvSpPr/>
          <p:nvPr/>
        </p:nvSpPr>
        <p:spPr>
          <a:xfrm>
            <a:off x="4040634" y="588869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112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7" name="contour_14715"/>
          <p:cNvSpPr/>
          <p:nvPr/>
        </p:nvSpPr>
        <p:spPr>
          <a:xfrm>
            <a:off x="8223941" y="5872860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21600" y="5677"/>
                </a:lnTo>
                <a:lnTo>
                  <a:pt x="21600" y="10204"/>
                </a:lnTo>
                <a:lnTo>
                  <a:pt x="21600" y="14793"/>
                </a:lnTo>
                <a:lnTo>
                  <a:pt x="19224" y="15541"/>
                </a:lnTo>
                <a:lnTo>
                  <a:pt x="16844" y="16290"/>
                </a:lnTo>
                <a:lnTo>
                  <a:pt x="14465" y="17039"/>
                </a:lnTo>
                <a:lnTo>
                  <a:pt x="12078" y="17795"/>
                </a:lnTo>
                <a:lnTo>
                  <a:pt x="9684" y="18550"/>
                </a:lnTo>
                <a:lnTo>
                  <a:pt x="7279" y="19306"/>
                </a:lnTo>
                <a:lnTo>
                  <a:pt x="4867" y="20068"/>
                </a:lnTo>
                <a:lnTo>
                  <a:pt x="2441" y="20831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7D65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8" name="contour_14716"/>
          <p:cNvSpPr/>
          <p:nvPr/>
        </p:nvSpPr>
        <p:spPr>
          <a:xfrm>
            <a:off x="10789314" y="587412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195" y="20963"/>
                </a:lnTo>
                <a:lnTo>
                  <a:pt x="16794" y="20288"/>
                </a:lnTo>
                <a:lnTo>
                  <a:pt x="14400" y="19575"/>
                </a:lnTo>
                <a:lnTo>
                  <a:pt x="12391" y="19008"/>
                </a:lnTo>
                <a:lnTo>
                  <a:pt x="10350" y="18436"/>
                </a:lnTo>
                <a:lnTo>
                  <a:pt x="8784" y="17323"/>
                </a:lnTo>
                <a:lnTo>
                  <a:pt x="7200" y="16200"/>
                </a:lnTo>
                <a:lnTo>
                  <a:pt x="7200" y="12631"/>
                </a:lnTo>
                <a:lnTo>
                  <a:pt x="7200" y="9040"/>
                </a:lnTo>
                <a:lnTo>
                  <a:pt x="7200" y="5400"/>
                </a:lnTo>
                <a:lnTo>
                  <a:pt x="5418" y="4061"/>
                </a:lnTo>
                <a:lnTo>
                  <a:pt x="3625" y="2722"/>
                </a:lnTo>
                <a:lnTo>
                  <a:pt x="1825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6F6D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19" name="contour_14717"/>
          <p:cNvSpPr/>
          <p:nvPr/>
        </p:nvSpPr>
        <p:spPr>
          <a:xfrm>
            <a:off x="8085469" y="5858831"/>
            <a:ext cx="36440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85"/>
                </a:lnTo>
                <a:lnTo>
                  <a:pt x="13751" y="169"/>
                </a:lnTo>
                <a:lnTo>
                  <a:pt x="16368" y="250"/>
                </a:lnTo>
                <a:lnTo>
                  <a:pt x="18982" y="335"/>
                </a:lnTo>
                <a:lnTo>
                  <a:pt x="21600" y="415"/>
                </a:lnTo>
                <a:lnTo>
                  <a:pt x="21064" y="3038"/>
                </a:lnTo>
                <a:lnTo>
                  <a:pt x="20529" y="5665"/>
                </a:lnTo>
                <a:lnTo>
                  <a:pt x="19993" y="8292"/>
                </a:lnTo>
                <a:lnTo>
                  <a:pt x="19453" y="10931"/>
                </a:lnTo>
                <a:lnTo>
                  <a:pt x="18913" y="13575"/>
                </a:lnTo>
                <a:lnTo>
                  <a:pt x="18373" y="16236"/>
                </a:lnTo>
                <a:lnTo>
                  <a:pt x="17829" y="18910"/>
                </a:lnTo>
                <a:lnTo>
                  <a:pt x="17280" y="21600"/>
                </a:lnTo>
                <a:lnTo>
                  <a:pt x="15142" y="19503"/>
                </a:lnTo>
                <a:lnTo>
                  <a:pt x="12999" y="17405"/>
                </a:lnTo>
                <a:lnTo>
                  <a:pt x="10856" y="15300"/>
                </a:lnTo>
                <a:lnTo>
                  <a:pt x="8705" y="13190"/>
                </a:lnTo>
                <a:lnTo>
                  <a:pt x="6545" y="11075"/>
                </a:lnTo>
                <a:lnTo>
                  <a:pt x="4376" y="8944"/>
                </a:lnTo>
                <a:lnTo>
                  <a:pt x="2195" y="6809"/>
                </a:lnTo>
                <a:lnTo>
                  <a:pt x="0" y="4652"/>
                </a:lnTo>
                <a:lnTo>
                  <a:pt x="2562" y="2199"/>
                </a:lnTo>
                <a:lnTo>
                  <a:pt x="4303" y="894"/>
                </a:lnTo>
                <a:lnTo>
                  <a:pt x="6026" y="309"/>
                </a:lnTo>
                <a:lnTo>
                  <a:pt x="8523" y="0"/>
                </a:lnTo>
                <a:close/>
              </a:path>
            </a:pathLst>
          </a:custGeom>
          <a:solidFill>
            <a:srgbClr val="D7D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0" name="contour_14718"/>
          <p:cNvSpPr/>
          <p:nvPr/>
        </p:nvSpPr>
        <p:spPr>
          <a:xfrm>
            <a:off x="3719962" y="5852257"/>
            <a:ext cx="36440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405"/>
                </a:lnTo>
                <a:lnTo>
                  <a:pt x="8506" y="750"/>
                </a:lnTo>
                <a:lnTo>
                  <a:pt x="11007" y="1137"/>
                </a:lnTo>
                <a:lnTo>
                  <a:pt x="12986" y="1662"/>
                </a:lnTo>
                <a:lnTo>
                  <a:pt x="14917" y="2426"/>
                </a:lnTo>
                <a:lnTo>
                  <a:pt x="17280" y="3521"/>
                </a:lnTo>
                <a:lnTo>
                  <a:pt x="18282" y="5676"/>
                </a:lnTo>
                <a:lnTo>
                  <a:pt x="19107" y="7830"/>
                </a:lnTo>
                <a:lnTo>
                  <a:pt x="19781" y="9988"/>
                </a:lnTo>
                <a:lnTo>
                  <a:pt x="20326" y="12161"/>
                </a:lnTo>
                <a:lnTo>
                  <a:pt x="20758" y="14354"/>
                </a:lnTo>
                <a:lnTo>
                  <a:pt x="21099" y="16576"/>
                </a:lnTo>
                <a:lnTo>
                  <a:pt x="21371" y="18829"/>
                </a:lnTo>
                <a:lnTo>
                  <a:pt x="21600" y="21125"/>
                </a:lnTo>
                <a:lnTo>
                  <a:pt x="18541" y="21442"/>
                </a:lnTo>
                <a:lnTo>
                  <a:pt x="16334" y="21600"/>
                </a:lnTo>
                <a:lnTo>
                  <a:pt x="14364" y="21600"/>
                </a:lnTo>
                <a:lnTo>
                  <a:pt x="12010" y="21442"/>
                </a:lnTo>
                <a:lnTo>
                  <a:pt x="8640" y="21125"/>
                </a:lnTo>
                <a:lnTo>
                  <a:pt x="7085" y="18822"/>
                </a:lnTo>
                <a:lnTo>
                  <a:pt x="6039" y="17122"/>
                </a:lnTo>
                <a:lnTo>
                  <a:pt x="5262" y="15516"/>
                </a:lnTo>
                <a:lnTo>
                  <a:pt x="4497" y="13499"/>
                </a:lnTo>
                <a:lnTo>
                  <a:pt x="3508" y="10562"/>
                </a:lnTo>
                <a:lnTo>
                  <a:pt x="2825" y="8598"/>
                </a:lnTo>
                <a:lnTo>
                  <a:pt x="2134" y="6623"/>
                </a:lnTo>
                <a:lnTo>
                  <a:pt x="1434" y="4619"/>
                </a:lnTo>
                <a:lnTo>
                  <a:pt x="721" y="2327"/>
                </a:lnTo>
                <a:lnTo>
                  <a:pt x="0" y="0"/>
                </a:lnTo>
                <a:close/>
              </a:path>
            </a:pathLst>
          </a:custGeom>
          <a:solidFill>
            <a:srgbClr val="8877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1" name="contour_14719"/>
          <p:cNvSpPr/>
          <p:nvPr/>
        </p:nvSpPr>
        <p:spPr>
          <a:xfrm>
            <a:off x="11270329" y="5851805"/>
            <a:ext cx="36440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4" y="0"/>
                </a:moveTo>
                <a:lnTo>
                  <a:pt x="17436" y="85"/>
                </a:lnTo>
                <a:lnTo>
                  <a:pt x="19505" y="175"/>
                </a:lnTo>
                <a:lnTo>
                  <a:pt x="21600" y="265"/>
                </a:lnTo>
                <a:lnTo>
                  <a:pt x="19673" y="5048"/>
                </a:lnTo>
                <a:lnTo>
                  <a:pt x="18092" y="8812"/>
                </a:lnTo>
                <a:lnTo>
                  <a:pt x="16731" y="11722"/>
                </a:lnTo>
                <a:lnTo>
                  <a:pt x="15461" y="13941"/>
                </a:lnTo>
                <a:lnTo>
                  <a:pt x="14152" y="15635"/>
                </a:lnTo>
                <a:lnTo>
                  <a:pt x="12671" y="16974"/>
                </a:lnTo>
                <a:lnTo>
                  <a:pt x="10895" y="18127"/>
                </a:lnTo>
                <a:lnTo>
                  <a:pt x="8692" y="19257"/>
                </a:lnTo>
                <a:lnTo>
                  <a:pt x="5931" y="20533"/>
                </a:lnTo>
                <a:lnTo>
                  <a:pt x="2989" y="21062"/>
                </a:lnTo>
                <a:lnTo>
                  <a:pt x="0" y="21600"/>
                </a:lnTo>
                <a:lnTo>
                  <a:pt x="1456" y="15293"/>
                </a:lnTo>
                <a:lnTo>
                  <a:pt x="2678" y="10378"/>
                </a:lnTo>
                <a:lnTo>
                  <a:pt x="3797" y="6678"/>
                </a:lnTo>
                <a:lnTo>
                  <a:pt x="4938" y="4011"/>
                </a:lnTo>
                <a:lnTo>
                  <a:pt x="6225" y="2202"/>
                </a:lnTo>
                <a:lnTo>
                  <a:pt x="7785" y="1075"/>
                </a:lnTo>
                <a:lnTo>
                  <a:pt x="9750" y="452"/>
                </a:lnTo>
                <a:lnTo>
                  <a:pt x="12239" y="149"/>
                </a:lnTo>
                <a:lnTo>
                  <a:pt x="15384" y="0"/>
                </a:lnTo>
                <a:close/>
              </a:path>
            </a:pathLst>
          </a:custGeom>
          <a:solidFill>
            <a:srgbClr val="A324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2" name="contour_14720"/>
          <p:cNvSpPr/>
          <p:nvPr/>
        </p:nvSpPr>
        <p:spPr>
          <a:xfrm>
            <a:off x="3851146" y="5852257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14" y="583"/>
                </a:lnTo>
                <a:lnTo>
                  <a:pt x="20258" y="1345"/>
                </a:lnTo>
                <a:lnTo>
                  <a:pt x="18822" y="2781"/>
                </a:lnTo>
                <a:lnTo>
                  <a:pt x="16200" y="5400"/>
                </a:lnTo>
                <a:lnTo>
                  <a:pt x="15665" y="8608"/>
                </a:lnTo>
                <a:lnTo>
                  <a:pt x="15128" y="11826"/>
                </a:lnTo>
                <a:lnTo>
                  <a:pt x="14591" y="15055"/>
                </a:lnTo>
                <a:lnTo>
                  <a:pt x="14048" y="18311"/>
                </a:lnTo>
                <a:lnTo>
                  <a:pt x="13500" y="21600"/>
                </a:lnTo>
                <a:lnTo>
                  <a:pt x="12015" y="19224"/>
                </a:lnTo>
                <a:lnTo>
                  <a:pt x="10527" y="16848"/>
                </a:lnTo>
                <a:lnTo>
                  <a:pt x="9040" y="14467"/>
                </a:lnTo>
                <a:lnTo>
                  <a:pt x="7549" y="12074"/>
                </a:lnTo>
                <a:lnTo>
                  <a:pt x="6051" y="9682"/>
                </a:lnTo>
                <a:lnTo>
                  <a:pt x="4549" y="7279"/>
                </a:lnTo>
                <a:lnTo>
                  <a:pt x="3040" y="4865"/>
                </a:lnTo>
                <a:lnTo>
                  <a:pt x="1526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131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3" name="contour_14721"/>
          <p:cNvSpPr/>
          <p:nvPr/>
        </p:nvSpPr>
        <p:spPr>
          <a:xfrm>
            <a:off x="2371684" y="5844969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9" y="0"/>
                </a:moveTo>
                <a:lnTo>
                  <a:pt x="9049" y="553"/>
                </a:lnTo>
                <a:lnTo>
                  <a:pt x="11788" y="1054"/>
                </a:lnTo>
                <a:lnTo>
                  <a:pt x="14154" y="1711"/>
                </a:lnTo>
                <a:lnTo>
                  <a:pt x="16894" y="2730"/>
                </a:lnTo>
                <a:lnTo>
                  <a:pt x="20754" y="4320"/>
                </a:lnTo>
                <a:lnTo>
                  <a:pt x="21335" y="7279"/>
                </a:lnTo>
                <a:lnTo>
                  <a:pt x="21595" y="10113"/>
                </a:lnTo>
                <a:lnTo>
                  <a:pt x="21600" y="12887"/>
                </a:lnTo>
                <a:lnTo>
                  <a:pt x="21418" y="15677"/>
                </a:lnTo>
                <a:lnTo>
                  <a:pt x="21112" y="18559"/>
                </a:lnTo>
                <a:lnTo>
                  <a:pt x="20754" y="21600"/>
                </a:lnTo>
                <a:lnTo>
                  <a:pt x="17330" y="20887"/>
                </a:lnTo>
                <a:lnTo>
                  <a:pt x="13900" y="20174"/>
                </a:lnTo>
                <a:lnTo>
                  <a:pt x="10455" y="19457"/>
                </a:lnTo>
                <a:lnTo>
                  <a:pt x="6994" y="18736"/>
                </a:lnTo>
                <a:lnTo>
                  <a:pt x="3513" y="18010"/>
                </a:lnTo>
                <a:lnTo>
                  <a:pt x="0" y="17280"/>
                </a:lnTo>
                <a:lnTo>
                  <a:pt x="856" y="14429"/>
                </a:lnTo>
                <a:lnTo>
                  <a:pt x="1712" y="11573"/>
                </a:lnTo>
                <a:lnTo>
                  <a:pt x="2574" y="8705"/>
                </a:lnTo>
                <a:lnTo>
                  <a:pt x="3440" y="5823"/>
                </a:lnTo>
                <a:lnTo>
                  <a:pt x="4312" y="2925"/>
                </a:lnTo>
                <a:lnTo>
                  <a:pt x="5189" y="0"/>
                </a:lnTo>
                <a:close/>
              </a:path>
            </a:pathLst>
          </a:custGeom>
          <a:solidFill>
            <a:srgbClr val="CACB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4" name="contour_14722"/>
          <p:cNvSpPr/>
          <p:nvPr/>
        </p:nvSpPr>
        <p:spPr>
          <a:xfrm>
            <a:off x="7844966" y="583039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6209" y="19462"/>
                </a:lnTo>
                <a:lnTo>
                  <a:pt x="15137" y="17315"/>
                </a:lnTo>
                <a:lnTo>
                  <a:pt x="14053" y="15150"/>
                </a:lnTo>
                <a:lnTo>
                  <a:pt x="12960" y="12960"/>
                </a:lnTo>
                <a:lnTo>
                  <a:pt x="10731" y="12247"/>
                </a:lnTo>
                <a:lnTo>
                  <a:pt x="8484" y="11530"/>
                </a:lnTo>
                <a:lnTo>
                  <a:pt x="6212" y="10800"/>
                </a:lnTo>
                <a:lnTo>
                  <a:pt x="4160" y="10087"/>
                </a:lnTo>
                <a:lnTo>
                  <a:pt x="2095" y="937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EA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5" name="contour_14723"/>
          <p:cNvSpPr/>
          <p:nvPr/>
        </p:nvSpPr>
        <p:spPr>
          <a:xfrm>
            <a:off x="10948338" y="5808529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C1C5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6" name="contour_14724"/>
          <p:cNvSpPr/>
          <p:nvPr/>
        </p:nvSpPr>
        <p:spPr>
          <a:xfrm>
            <a:off x="4251986" y="581581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7" y="0"/>
                </a:lnTo>
                <a:lnTo>
                  <a:pt x="13349" y="0"/>
                </a:lnTo>
                <a:lnTo>
                  <a:pt x="15429" y="0"/>
                </a:lnTo>
                <a:lnTo>
                  <a:pt x="15308" y="2614"/>
                </a:lnTo>
                <a:lnTo>
                  <a:pt x="15188" y="5232"/>
                </a:lnTo>
                <a:lnTo>
                  <a:pt x="15068" y="7845"/>
                </a:lnTo>
                <a:lnTo>
                  <a:pt x="14947" y="10463"/>
                </a:lnTo>
                <a:lnTo>
                  <a:pt x="14827" y="13077"/>
                </a:lnTo>
                <a:lnTo>
                  <a:pt x="15126" y="15163"/>
                </a:lnTo>
                <a:lnTo>
                  <a:pt x="15429" y="17280"/>
                </a:lnTo>
                <a:lnTo>
                  <a:pt x="17274" y="18874"/>
                </a:lnTo>
                <a:lnTo>
                  <a:pt x="18533" y="19859"/>
                </a:lnTo>
                <a:lnTo>
                  <a:pt x="19783" y="20632"/>
                </a:lnTo>
                <a:lnTo>
                  <a:pt x="21600" y="21600"/>
                </a:lnTo>
                <a:lnTo>
                  <a:pt x="17758" y="20814"/>
                </a:lnTo>
                <a:lnTo>
                  <a:pt x="14651" y="20148"/>
                </a:lnTo>
                <a:lnTo>
                  <a:pt x="12158" y="19548"/>
                </a:lnTo>
                <a:lnTo>
                  <a:pt x="10164" y="18960"/>
                </a:lnTo>
                <a:lnTo>
                  <a:pt x="8551" y="18334"/>
                </a:lnTo>
                <a:lnTo>
                  <a:pt x="7205" y="17608"/>
                </a:lnTo>
                <a:lnTo>
                  <a:pt x="6005" y="16736"/>
                </a:lnTo>
                <a:lnTo>
                  <a:pt x="4835" y="15660"/>
                </a:lnTo>
                <a:lnTo>
                  <a:pt x="3579" y="14329"/>
                </a:lnTo>
                <a:lnTo>
                  <a:pt x="2123" y="12692"/>
                </a:lnTo>
                <a:lnTo>
                  <a:pt x="1071" y="10679"/>
                </a:lnTo>
                <a:lnTo>
                  <a:pt x="0" y="8640"/>
                </a:lnTo>
                <a:lnTo>
                  <a:pt x="1833" y="8640"/>
                </a:lnTo>
                <a:lnTo>
                  <a:pt x="3672" y="8640"/>
                </a:lnTo>
                <a:lnTo>
                  <a:pt x="5517" y="8640"/>
                </a:lnTo>
                <a:lnTo>
                  <a:pt x="7378" y="8640"/>
                </a:lnTo>
                <a:lnTo>
                  <a:pt x="9257" y="8640"/>
                </a:lnTo>
                <a:lnTo>
                  <a:pt x="9257" y="5784"/>
                </a:lnTo>
                <a:lnTo>
                  <a:pt x="9257" y="2912"/>
                </a:lnTo>
                <a:lnTo>
                  <a:pt x="9257" y="0"/>
                </a:lnTo>
                <a:close/>
              </a:path>
            </a:pathLst>
          </a:custGeom>
          <a:solidFill>
            <a:srgbClr val="8F85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7" name="contour_14725"/>
          <p:cNvSpPr/>
          <p:nvPr/>
        </p:nvSpPr>
        <p:spPr>
          <a:xfrm>
            <a:off x="9849163" y="5815817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770" y="19404"/>
                </a:lnTo>
                <a:lnTo>
                  <a:pt x="1555" y="17212"/>
                </a:lnTo>
                <a:lnTo>
                  <a:pt x="2347" y="15016"/>
                </a:lnTo>
                <a:lnTo>
                  <a:pt x="3154" y="12823"/>
                </a:lnTo>
                <a:lnTo>
                  <a:pt x="4032" y="10375"/>
                </a:lnTo>
                <a:lnTo>
                  <a:pt x="4925" y="7888"/>
                </a:lnTo>
                <a:lnTo>
                  <a:pt x="6350" y="5353"/>
                </a:lnTo>
                <a:lnTo>
                  <a:pt x="7812" y="3686"/>
                </a:lnTo>
                <a:lnTo>
                  <a:pt x="10202" y="2149"/>
                </a:lnTo>
                <a:lnTo>
                  <a:pt x="14400" y="0"/>
                </a:lnTo>
                <a:close/>
              </a:path>
            </a:pathLst>
          </a:custGeom>
          <a:solidFill>
            <a:srgbClr val="F5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8" name="contour_14726"/>
          <p:cNvSpPr/>
          <p:nvPr/>
        </p:nvSpPr>
        <p:spPr>
          <a:xfrm>
            <a:off x="5367048" y="580124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63"/>
                </a:lnTo>
                <a:lnTo>
                  <a:pt x="6860" y="529"/>
                </a:lnTo>
                <a:lnTo>
                  <a:pt x="8618" y="896"/>
                </a:lnTo>
                <a:lnTo>
                  <a:pt x="11340" y="1462"/>
                </a:lnTo>
                <a:lnTo>
                  <a:pt x="15509" y="2329"/>
                </a:lnTo>
                <a:lnTo>
                  <a:pt x="21600" y="3600"/>
                </a:lnTo>
                <a:lnTo>
                  <a:pt x="20663" y="3989"/>
                </a:lnTo>
                <a:lnTo>
                  <a:pt x="19453" y="4496"/>
                </a:lnTo>
                <a:lnTo>
                  <a:pt x="17155" y="5454"/>
                </a:lnTo>
                <a:lnTo>
                  <a:pt x="12960" y="7200"/>
                </a:lnTo>
                <a:lnTo>
                  <a:pt x="14031" y="8982"/>
                </a:lnTo>
                <a:lnTo>
                  <a:pt x="15103" y="10771"/>
                </a:lnTo>
                <a:lnTo>
                  <a:pt x="16187" y="12575"/>
                </a:lnTo>
                <a:lnTo>
                  <a:pt x="17280" y="14400"/>
                </a:lnTo>
                <a:lnTo>
                  <a:pt x="14424" y="14400"/>
                </a:lnTo>
                <a:lnTo>
                  <a:pt x="11552" y="14400"/>
                </a:lnTo>
                <a:lnTo>
                  <a:pt x="8640" y="14400"/>
                </a:lnTo>
                <a:lnTo>
                  <a:pt x="8640" y="16780"/>
                </a:lnTo>
                <a:lnTo>
                  <a:pt x="8640" y="19174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E2E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29" name="contour_14727"/>
          <p:cNvSpPr/>
          <p:nvPr/>
        </p:nvSpPr>
        <p:spPr>
          <a:xfrm>
            <a:off x="2138468" y="5793953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63" y="0"/>
                </a:lnTo>
                <a:lnTo>
                  <a:pt x="8640" y="0"/>
                </a:lnTo>
                <a:lnTo>
                  <a:pt x="8640" y="1782"/>
                </a:lnTo>
                <a:lnTo>
                  <a:pt x="8640" y="3567"/>
                </a:lnTo>
                <a:lnTo>
                  <a:pt x="8640" y="5351"/>
                </a:lnTo>
                <a:lnTo>
                  <a:pt x="8640" y="7141"/>
                </a:lnTo>
                <a:lnTo>
                  <a:pt x="8640" y="8937"/>
                </a:lnTo>
                <a:lnTo>
                  <a:pt x="8640" y="10741"/>
                </a:lnTo>
                <a:lnTo>
                  <a:pt x="8640" y="12550"/>
                </a:lnTo>
                <a:lnTo>
                  <a:pt x="8640" y="14369"/>
                </a:lnTo>
                <a:lnTo>
                  <a:pt x="8640" y="16200"/>
                </a:lnTo>
                <a:lnTo>
                  <a:pt x="11206" y="16200"/>
                </a:lnTo>
                <a:lnTo>
                  <a:pt x="13781" y="16200"/>
                </a:lnTo>
                <a:lnTo>
                  <a:pt x="16364" y="16200"/>
                </a:lnTo>
                <a:lnTo>
                  <a:pt x="18969" y="16200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18926" y="21265"/>
                </a:lnTo>
                <a:lnTo>
                  <a:pt x="16252" y="20930"/>
                </a:lnTo>
                <a:lnTo>
                  <a:pt x="13569" y="20596"/>
                </a:lnTo>
                <a:lnTo>
                  <a:pt x="10882" y="20261"/>
                </a:lnTo>
                <a:lnTo>
                  <a:pt x="8182" y="19923"/>
                </a:lnTo>
                <a:lnTo>
                  <a:pt x="5469" y="19583"/>
                </a:lnTo>
                <a:lnTo>
                  <a:pt x="2743" y="19243"/>
                </a:lnTo>
                <a:lnTo>
                  <a:pt x="0" y="18900"/>
                </a:lnTo>
                <a:lnTo>
                  <a:pt x="428" y="17029"/>
                </a:lnTo>
                <a:lnTo>
                  <a:pt x="855" y="15155"/>
                </a:lnTo>
                <a:lnTo>
                  <a:pt x="1283" y="13281"/>
                </a:lnTo>
                <a:lnTo>
                  <a:pt x="1715" y="11405"/>
                </a:lnTo>
                <a:lnTo>
                  <a:pt x="2143" y="9520"/>
                </a:lnTo>
                <a:lnTo>
                  <a:pt x="2575" y="7633"/>
                </a:lnTo>
                <a:lnTo>
                  <a:pt x="3007" y="5738"/>
                </a:lnTo>
                <a:lnTo>
                  <a:pt x="3443" y="3834"/>
                </a:lnTo>
                <a:lnTo>
                  <a:pt x="3879" y="1922"/>
                </a:lnTo>
                <a:lnTo>
                  <a:pt x="4320" y="0"/>
                </a:lnTo>
                <a:close/>
              </a:path>
            </a:pathLst>
          </a:custGeom>
          <a:solidFill>
            <a:srgbClr val="4D50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0" name="contour_14728"/>
          <p:cNvSpPr/>
          <p:nvPr/>
        </p:nvSpPr>
        <p:spPr>
          <a:xfrm>
            <a:off x="2276940" y="5792736"/>
            <a:ext cx="36440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66"/>
                </a:moveTo>
                <a:lnTo>
                  <a:pt x="7452" y="166"/>
                </a:lnTo>
                <a:lnTo>
                  <a:pt x="9763" y="0"/>
                </a:lnTo>
                <a:lnTo>
                  <a:pt x="13228" y="218"/>
                </a:lnTo>
                <a:lnTo>
                  <a:pt x="15993" y="430"/>
                </a:lnTo>
                <a:lnTo>
                  <a:pt x="18779" y="648"/>
                </a:lnTo>
                <a:lnTo>
                  <a:pt x="21600" y="866"/>
                </a:lnTo>
                <a:lnTo>
                  <a:pt x="20887" y="4287"/>
                </a:lnTo>
                <a:lnTo>
                  <a:pt x="20174" y="7713"/>
                </a:lnTo>
                <a:lnTo>
                  <a:pt x="19457" y="11155"/>
                </a:lnTo>
                <a:lnTo>
                  <a:pt x="18736" y="14613"/>
                </a:lnTo>
                <a:lnTo>
                  <a:pt x="18010" y="18091"/>
                </a:lnTo>
                <a:lnTo>
                  <a:pt x="17280" y="21600"/>
                </a:lnTo>
                <a:lnTo>
                  <a:pt x="14835" y="20133"/>
                </a:lnTo>
                <a:lnTo>
                  <a:pt x="12390" y="18666"/>
                </a:lnTo>
                <a:lnTo>
                  <a:pt x="9936" y="17194"/>
                </a:lnTo>
                <a:lnTo>
                  <a:pt x="7474" y="15717"/>
                </a:lnTo>
                <a:lnTo>
                  <a:pt x="4998" y="14229"/>
                </a:lnTo>
                <a:lnTo>
                  <a:pt x="2510" y="12736"/>
                </a:lnTo>
                <a:lnTo>
                  <a:pt x="0" y="11233"/>
                </a:lnTo>
                <a:lnTo>
                  <a:pt x="1071" y="8667"/>
                </a:lnTo>
                <a:lnTo>
                  <a:pt x="2143" y="6091"/>
                </a:lnTo>
                <a:lnTo>
                  <a:pt x="3227" y="3494"/>
                </a:lnTo>
                <a:lnTo>
                  <a:pt x="4320" y="866"/>
                </a:lnTo>
                <a:close/>
              </a:path>
            </a:pathLst>
          </a:custGeom>
          <a:solidFill>
            <a:srgbClr val="816C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1" name="contour_14729"/>
          <p:cNvSpPr/>
          <p:nvPr/>
        </p:nvSpPr>
        <p:spPr>
          <a:xfrm>
            <a:off x="1415645" y="5786665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CFBE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2" name="contour_14730"/>
          <p:cNvSpPr/>
          <p:nvPr/>
        </p:nvSpPr>
        <p:spPr>
          <a:xfrm>
            <a:off x="3887586" y="579395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670"/>
                </a:lnTo>
                <a:lnTo>
                  <a:pt x="8057" y="1339"/>
                </a:lnTo>
                <a:lnTo>
                  <a:pt x="10292" y="2009"/>
                </a:lnTo>
                <a:lnTo>
                  <a:pt x="12532" y="2678"/>
                </a:lnTo>
                <a:lnTo>
                  <a:pt x="14782" y="3353"/>
                </a:lnTo>
                <a:lnTo>
                  <a:pt x="17042" y="4034"/>
                </a:lnTo>
                <a:lnTo>
                  <a:pt x="19314" y="4714"/>
                </a:lnTo>
                <a:lnTo>
                  <a:pt x="21600" y="5400"/>
                </a:lnTo>
                <a:lnTo>
                  <a:pt x="18774" y="10427"/>
                </a:lnTo>
                <a:lnTo>
                  <a:pt x="16762" y="13927"/>
                </a:lnTo>
                <a:lnTo>
                  <a:pt x="15253" y="16346"/>
                </a:lnTo>
                <a:lnTo>
                  <a:pt x="13961" y="18128"/>
                </a:lnTo>
                <a:lnTo>
                  <a:pt x="12575" y="19732"/>
                </a:lnTo>
                <a:lnTo>
                  <a:pt x="10800" y="21600"/>
                </a:lnTo>
                <a:lnTo>
                  <a:pt x="7798" y="20747"/>
                </a:lnTo>
                <a:lnTo>
                  <a:pt x="5735" y="20039"/>
                </a:lnTo>
                <a:lnTo>
                  <a:pt x="4093" y="19219"/>
                </a:lnTo>
                <a:lnTo>
                  <a:pt x="2354" y="18025"/>
                </a:lnTo>
                <a:lnTo>
                  <a:pt x="0" y="16200"/>
                </a:lnTo>
                <a:lnTo>
                  <a:pt x="713" y="12992"/>
                </a:lnTo>
                <a:lnTo>
                  <a:pt x="1429" y="9774"/>
                </a:lnTo>
                <a:lnTo>
                  <a:pt x="2146" y="6545"/>
                </a:lnTo>
                <a:lnTo>
                  <a:pt x="2869" y="3289"/>
                </a:lnTo>
                <a:lnTo>
                  <a:pt x="3600" y="0"/>
                </a:lnTo>
                <a:close/>
              </a:path>
            </a:pathLst>
          </a:custGeom>
          <a:solidFill>
            <a:srgbClr val="4440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3" name="contour_14731"/>
          <p:cNvSpPr/>
          <p:nvPr/>
        </p:nvSpPr>
        <p:spPr>
          <a:xfrm>
            <a:off x="1985420" y="577937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744" y="21031"/>
                </a:lnTo>
                <a:lnTo>
                  <a:pt x="14974" y="20560"/>
                </a:lnTo>
                <a:lnTo>
                  <a:pt x="12512" y="20012"/>
                </a:lnTo>
                <a:lnTo>
                  <a:pt x="9580" y="19217"/>
                </a:lnTo>
                <a:lnTo>
                  <a:pt x="5400" y="18000"/>
                </a:lnTo>
                <a:lnTo>
                  <a:pt x="3089" y="15430"/>
                </a:lnTo>
                <a:lnTo>
                  <a:pt x="1652" y="13583"/>
                </a:lnTo>
                <a:lnTo>
                  <a:pt x="832" y="11941"/>
                </a:lnTo>
                <a:lnTo>
                  <a:pt x="367" y="9986"/>
                </a:lnTo>
                <a:lnTo>
                  <a:pt x="0" y="7200"/>
                </a:lnTo>
                <a:lnTo>
                  <a:pt x="4655" y="4532"/>
                </a:lnTo>
                <a:lnTo>
                  <a:pt x="8159" y="2624"/>
                </a:lnTo>
                <a:lnTo>
                  <a:pt x="10886" y="1343"/>
                </a:lnTo>
                <a:lnTo>
                  <a:pt x="13219" y="565"/>
                </a:lnTo>
                <a:lnTo>
                  <a:pt x="15530" y="169"/>
                </a:lnTo>
                <a:lnTo>
                  <a:pt x="18198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3C31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4" name="contour_14732"/>
          <p:cNvSpPr/>
          <p:nvPr/>
        </p:nvSpPr>
        <p:spPr>
          <a:xfrm>
            <a:off x="1548141" y="577937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108" y="2673"/>
                </a:lnTo>
                <a:lnTo>
                  <a:pt x="13873" y="5357"/>
                </a:lnTo>
                <a:lnTo>
                  <a:pt x="14648" y="8062"/>
                </a:lnTo>
                <a:lnTo>
                  <a:pt x="15429" y="10800"/>
                </a:lnTo>
                <a:lnTo>
                  <a:pt x="17468" y="10800"/>
                </a:lnTo>
                <a:lnTo>
                  <a:pt x="19520" y="1080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462" y="21065"/>
                </a:lnTo>
                <a:lnTo>
                  <a:pt x="17320" y="20531"/>
                </a:lnTo>
                <a:lnTo>
                  <a:pt x="15179" y="19996"/>
                </a:lnTo>
                <a:lnTo>
                  <a:pt x="13034" y="19456"/>
                </a:lnTo>
                <a:lnTo>
                  <a:pt x="10880" y="18922"/>
                </a:lnTo>
                <a:lnTo>
                  <a:pt x="8723" y="18382"/>
                </a:lnTo>
                <a:lnTo>
                  <a:pt x="6557" y="17842"/>
                </a:lnTo>
                <a:lnTo>
                  <a:pt x="4382" y="17296"/>
                </a:lnTo>
                <a:lnTo>
                  <a:pt x="2197" y="16751"/>
                </a:lnTo>
                <a:lnTo>
                  <a:pt x="0" y="16200"/>
                </a:lnTo>
                <a:lnTo>
                  <a:pt x="1747" y="13910"/>
                </a:lnTo>
                <a:lnTo>
                  <a:pt x="3493" y="11615"/>
                </a:lnTo>
                <a:lnTo>
                  <a:pt x="5246" y="9315"/>
                </a:lnTo>
                <a:lnTo>
                  <a:pt x="7005" y="7004"/>
                </a:lnTo>
                <a:lnTo>
                  <a:pt x="8773" y="4687"/>
                </a:lnTo>
                <a:lnTo>
                  <a:pt x="10550" y="2349"/>
                </a:lnTo>
                <a:lnTo>
                  <a:pt x="12343" y="0"/>
                </a:lnTo>
                <a:close/>
              </a:path>
            </a:pathLst>
          </a:custGeom>
          <a:solidFill>
            <a:srgbClr val="2F2F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5" name="contour_14733"/>
          <p:cNvSpPr/>
          <p:nvPr/>
        </p:nvSpPr>
        <p:spPr>
          <a:xfrm>
            <a:off x="9601372" y="5779377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512" y="2727"/>
                </a:lnTo>
                <a:lnTo>
                  <a:pt x="18301" y="4724"/>
                </a:lnTo>
                <a:lnTo>
                  <a:pt x="18884" y="6964"/>
                </a:lnTo>
                <a:lnTo>
                  <a:pt x="19575" y="10425"/>
                </a:lnTo>
                <a:lnTo>
                  <a:pt x="20185" y="13335"/>
                </a:lnTo>
                <a:lnTo>
                  <a:pt x="20801" y="16288"/>
                </a:lnTo>
                <a:lnTo>
                  <a:pt x="21200" y="18552"/>
                </a:lnTo>
                <a:lnTo>
                  <a:pt x="21600" y="20849"/>
                </a:lnTo>
                <a:lnTo>
                  <a:pt x="17744" y="2135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50"/>
                </a:lnTo>
                <a:lnTo>
                  <a:pt x="5400" y="20849"/>
                </a:lnTo>
                <a:lnTo>
                  <a:pt x="3731" y="18189"/>
                </a:lnTo>
                <a:lnTo>
                  <a:pt x="2398" y="15499"/>
                </a:lnTo>
                <a:lnTo>
                  <a:pt x="1372" y="12772"/>
                </a:lnTo>
                <a:lnTo>
                  <a:pt x="637" y="9987"/>
                </a:lnTo>
                <a:lnTo>
                  <a:pt x="189" y="7122"/>
                </a:lnTo>
                <a:lnTo>
                  <a:pt x="0" y="4170"/>
                </a:lnTo>
                <a:lnTo>
                  <a:pt x="2678" y="2102"/>
                </a:lnTo>
                <a:lnTo>
                  <a:pt x="5400" y="0"/>
                </a:lnTo>
                <a:close/>
              </a:path>
            </a:pathLst>
          </a:custGeom>
          <a:solidFill>
            <a:srgbClr val="BFD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6" name="contour_14734"/>
          <p:cNvSpPr/>
          <p:nvPr/>
        </p:nvSpPr>
        <p:spPr>
          <a:xfrm>
            <a:off x="10745586" y="5750225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713"/>
                </a:lnTo>
                <a:lnTo>
                  <a:pt x="16015" y="1429"/>
                </a:lnTo>
                <a:lnTo>
                  <a:pt x="17860" y="2146"/>
                </a:lnTo>
                <a:lnTo>
                  <a:pt x="19721" y="2869"/>
                </a:lnTo>
                <a:lnTo>
                  <a:pt x="21600" y="3600"/>
                </a:lnTo>
                <a:lnTo>
                  <a:pt x="19560" y="3600"/>
                </a:lnTo>
                <a:lnTo>
                  <a:pt x="17508" y="3600"/>
                </a:lnTo>
                <a:lnTo>
                  <a:pt x="15429" y="3600"/>
                </a:lnTo>
                <a:lnTo>
                  <a:pt x="15811" y="5828"/>
                </a:lnTo>
                <a:lnTo>
                  <a:pt x="16194" y="8057"/>
                </a:lnTo>
                <a:lnTo>
                  <a:pt x="16576" y="10292"/>
                </a:lnTo>
                <a:lnTo>
                  <a:pt x="16959" y="12532"/>
                </a:lnTo>
                <a:lnTo>
                  <a:pt x="17345" y="14782"/>
                </a:lnTo>
                <a:lnTo>
                  <a:pt x="17734" y="17042"/>
                </a:lnTo>
                <a:lnTo>
                  <a:pt x="18122" y="19314"/>
                </a:lnTo>
                <a:lnTo>
                  <a:pt x="18514" y="21600"/>
                </a:lnTo>
                <a:lnTo>
                  <a:pt x="17582" y="21420"/>
                </a:lnTo>
                <a:lnTo>
                  <a:pt x="16728" y="21251"/>
                </a:lnTo>
                <a:lnTo>
                  <a:pt x="15793" y="21071"/>
                </a:lnTo>
                <a:lnTo>
                  <a:pt x="14626" y="20844"/>
                </a:lnTo>
                <a:lnTo>
                  <a:pt x="13077" y="20542"/>
                </a:lnTo>
                <a:lnTo>
                  <a:pt x="10991" y="20138"/>
                </a:lnTo>
                <a:lnTo>
                  <a:pt x="8220" y="19598"/>
                </a:lnTo>
                <a:lnTo>
                  <a:pt x="4607" y="18896"/>
                </a:lnTo>
                <a:lnTo>
                  <a:pt x="0" y="18000"/>
                </a:lnTo>
                <a:lnTo>
                  <a:pt x="1466" y="17035"/>
                </a:lnTo>
                <a:lnTo>
                  <a:pt x="2941" y="16063"/>
                </a:lnTo>
                <a:lnTo>
                  <a:pt x="4437" y="15077"/>
                </a:lnTo>
                <a:lnTo>
                  <a:pt x="6495" y="13133"/>
                </a:lnTo>
                <a:lnTo>
                  <a:pt x="8103" y="11318"/>
                </a:lnTo>
                <a:lnTo>
                  <a:pt x="9350" y="9511"/>
                </a:lnTo>
                <a:lnTo>
                  <a:pt x="10312" y="7596"/>
                </a:lnTo>
                <a:lnTo>
                  <a:pt x="11075" y="5454"/>
                </a:lnTo>
                <a:lnTo>
                  <a:pt x="11726" y="2959"/>
                </a:lnTo>
                <a:lnTo>
                  <a:pt x="12343" y="0"/>
                </a:lnTo>
                <a:close/>
              </a:path>
            </a:pathLst>
          </a:custGeom>
          <a:solidFill>
            <a:srgbClr val="646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7" name="contour_14735"/>
          <p:cNvSpPr/>
          <p:nvPr/>
        </p:nvSpPr>
        <p:spPr>
          <a:xfrm>
            <a:off x="10395763" y="576480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19462" y="6458"/>
                </a:lnTo>
                <a:lnTo>
                  <a:pt x="17319" y="8601"/>
                </a:lnTo>
                <a:lnTo>
                  <a:pt x="15176" y="10744"/>
                </a:lnTo>
                <a:lnTo>
                  <a:pt x="13025" y="12895"/>
                </a:lnTo>
                <a:lnTo>
                  <a:pt x="10865" y="15055"/>
                </a:lnTo>
                <a:lnTo>
                  <a:pt x="8696" y="17224"/>
                </a:lnTo>
                <a:lnTo>
                  <a:pt x="6515" y="19405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8" name="contour_14736"/>
          <p:cNvSpPr/>
          <p:nvPr/>
        </p:nvSpPr>
        <p:spPr>
          <a:xfrm>
            <a:off x="8165637" y="576480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94" y="2657"/>
                </a:lnTo>
                <a:lnTo>
                  <a:pt x="19944" y="5236"/>
                </a:lnTo>
                <a:lnTo>
                  <a:pt x="19037" y="7750"/>
                </a:lnTo>
                <a:lnTo>
                  <a:pt x="18047" y="10204"/>
                </a:lnTo>
                <a:lnTo>
                  <a:pt x="16960" y="12601"/>
                </a:lnTo>
                <a:lnTo>
                  <a:pt x="15750" y="14960"/>
                </a:lnTo>
                <a:lnTo>
                  <a:pt x="14400" y="17280"/>
                </a:lnTo>
                <a:lnTo>
                  <a:pt x="11999" y="18520"/>
                </a:lnTo>
                <a:lnTo>
                  <a:pt x="9695" y="19462"/>
                </a:lnTo>
                <a:lnTo>
                  <a:pt x="7416" y="20170"/>
                </a:lnTo>
                <a:lnTo>
                  <a:pt x="5087" y="20719"/>
                </a:lnTo>
                <a:lnTo>
                  <a:pt x="2639" y="21172"/>
                </a:lnTo>
                <a:lnTo>
                  <a:pt x="0" y="21600"/>
                </a:lnTo>
                <a:lnTo>
                  <a:pt x="22" y="17353"/>
                </a:lnTo>
                <a:lnTo>
                  <a:pt x="187" y="14589"/>
                </a:lnTo>
                <a:lnTo>
                  <a:pt x="626" y="12718"/>
                </a:lnTo>
                <a:lnTo>
                  <a:pt x="1483" y="11146"/>
                </a:lnTo>
                <a:lnTo>
                  <a:pt x="2898" y="9279"/>
                </a:lnTo>
                <a:lnTo>
                  <a:pt x="4810" y="7620"/>
                </a:lnTo>
                <a:lnTo>
                  <a:pt x="6750" y="5940"/>
                </a:lnTo>
                <a:lnTo>
                  <a:pt x="8633" y="4251"/>
                </a:lnTo>
                <a:lnTo>
                  <a:pt x="10548" y="2532"/>
                </a:lnTo>
                <a:lnTo>
                  <a:pt x="12485" y="1296"/>
                </a:lnTo>
                <a:lnTo>
                  <a:pt x="14029" y="549"/>
                </a:lnTo>
                <a:lnTo>
                  <a:pt x="15710" y="164"/>
                </a:lnTo>
                <a:lnTo>
                  <a:pt x="18054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D2D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39" name="contour_14737"/>
          <p:cNvSpPr/>
          <p:nvPr/>
        </p:nvSpPr>
        <p:spPr>
          <a:xfrm>
            <a:off x="1409669" y="575751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0"/>
                </a:lnTo>
                <a:lnTo>
                  <a:pt x="6426" y="0"/>
                </a:lnTo>
                <a:lnTo>
                  <a:pt x="9655" y="0"/>
                </a:lnTo>
                <a:lnTo>
                  <a:pt x="12911" y="0"/>
                </a:lnTo>
                <a:lnTo>
                  <a:pt x="16200" y="0"/>
                </a:lnTo>
                <a:lnTo>
                  <a:pt x="18182" y="2365"/>
                </a:lnTo>
                <a:lnTo>
                  <a:pt x="19143" y="4234"/>
                </a:lnTo>
                <a:lnTo>
                  <a:pt x="19915" y="7200"/>
                </a:lnTo>
                <a:lnTo>
                  <a:pt x="20444" y="9209"/>
                </a:lnTo>
                <a:lnTo>
                  <a:pt x="20990" y="11250"/>
                </a:lnTo>
                <a:lnTo>
                  <a:pt x="21292" y="12812"/>
                </a:lnTo>
                <a:lnTo>
                  <a:pt x="21600" y="14400"/>
                </a:lnTo>
                <a:lnTo>
                  <a:pt x="19035" y="14252"/>
                </a:lnTo>
                <a:lnTo>
                  <a:pt x="16454" y="14101"/>
                </a:lnTo>
                <a:lnTo>
                  <a:pt x="13835" y="13950"/>
                </a:lnTo>
                <a:lnTo>
                  <a:pt x="12598" y="14018"/>
                </a:lnTo>
                <a:lnTo>
                  <a:pt x="10411" y="14134"/>
                </a:lnTo>
                <a:lnTo>
                  <a:pt x="5400" y="14400"/>
                </a:lnTo>
                <a:lnTo>
                  <a:pt x="4061" y="16182"/>
                </a:lnTo>
                <a:lnTo>
                  <a:pt x="2722" y="17971"/>
                </a:lnTo>
                <a:lnTo>
                  <a:pt x="1366" y="19775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294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0" name="contour_14738"/>
          <p:cNvSpPr/>
          <p:nvPr/>
        </p:nvSpPr>
        <p:spPr>
          <a:xfrm>
            <a:off x="10446779" y="572836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04" y="553"/>
                </a:lnTo>
                <a:lnTo>
                  <a:pt x="9621" y="1054"/>
                </a:lnTo>
                <a:lnTo>
                  <a:pt x="11591" y="1711"/>
                </a:lnTo>
                <a:lnTo>
                  <a:pt x="13936" y="2730"/>
                </a:lnTo>
                <a:lnTo>
                  <a:pt x="17280" y="4320"/>
                </a:lnTo>
                <a:lnTo>
                  <a:pt x="18416" y="7171"/>
                </a:lnTo>
                <a:lnTo>
                  <a:pt x="19306" y="9971"/>
                </a:lnTo>
                <a:lnTo>
                  <a:pt x="20015" y="12757"/>
                </a:lnTo>
                <a:lnTo>
                  <a:pt x="20593" y="15595"/>
                </a:lnTo>
                <a:lnTo>
                  <a:pt x="21103" y="18524"/>
                </a:lnTo>
                <a:lnTo>
                  <a:pt x="21600" y="21600"/>
                </a:lnTo>
                <a:lnTo>
                  <a:pt x="18926" y="21064"/>
                </a:lnTo>
                <a:lnTo>
                  <a:pt x="16252" y="20529"/>
                </a:lnTo>
                <a:lnTo>
                  <a:pt x="13569" y="19993"/>
                </a:lnTo>
                <a:lnTo>
                  <a:pt x="10882" y="19457"/>
                </a:lnTo>
                <a:lnTo>
                  <a:pt x="8182" y="18917"/>
                </a:lnTo>
                <a:lnTo>
                  <a:pt x="5469" y="18373"/>
                </a:lnTo>
                <a:lnTo>
                  <a:pt x="2743" y="17829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E9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1" name="contour_14739"/>
          <p:cNvSpPr/>
          <p:nvPr/>
        </p:nvSpPr>
        <p:spPr>
          <a:xfrm>
            <a:off x="1242045" y="573564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2109" y="20231"/>
                </a:lnTo>
                <a:lnTo>
                  <a:pt x="8536" y="19146"/>
                </a:lnTo>
                <a:lnTo>
                  <a:pt x="6117" y="18096"/>
                </a:lnTo>
                <a:lnTo>
                  <a:pt x="4406" y="16835"/>
                </a:lnTo>
                <a:lnTo>
                  <a:pt x="2964" y="15116"/>
                </a:lnTo>
                <a:lnTo>
                  <a:pt x="1348" y="12692"/>
                </a:lnTo>
                <a:lnTo>
                  <a:pt x="678" y="10679"/>
                </a:lnTo>
                <a:lnTo>
                  <a:pt x="0" y="8640"/>
                </a:lnTo>
                <a:lnTo>
                  <a:pt x="3940" y="5789"/>
                </a:lnTo>
                <a:lnTo>
                  <a:pt x="7020" y="3646"/>
                </a:lnTo>
                <a:lnTo>
                  <a:pt x="9491" y="2108"/>
                </a:lnTo>
                <a:lnTo>
                  <a:pt x="11612" y="1080"/>
                </a:lnTo>
                <a:lnTo>
                  <a:pt x="13625" y="454"/>
                </a:lnTo>
                <a:lnTo>
                  <a:pt x="15794" y="134"/>
                </a:lnTo>
                <a:lnTo>
                  <a:pt x="18369" y="17"/>
                </a:lnTo>
                <a:lnTo>
                  <a:pt x="21600" y="0"/>
                </a:lnTo>
                <a:close/>
              </a:path>
            </a:pathLst>
          </a:custGeom>
          <a:solidFill>
            <a:srgbClr val="2322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2" name="contour_14740"/>
          <p:cNvSpPr/>
          <p:nvPr/>
        </p:nvSpPr>
        <p:spPr>
          <a:xfrm>
            <a:off x="7385822" y="5735649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F1DA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3" name="contour_14741"/>
          <p:cNvSpPr/>
          <p:nvPr/>
        </p:nvSpPr>
        <p:spPr>
          <a:xfrm>
            <a:off x="1533565" y="5735649"/>
            <a:ext cx="43728" cy="24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39" y="4800"/>
                </a:lnTo>
                <a:lnTo>
                  <a:pt x="20722" y="8206"/>
                </a:lnTo>
                <a:lnTo>
                  <a:pt x="20174" y="11148"/>
                </a:lnTo>
                <a:lnTo>
                  <a:pt x="19325" y="14555"/>
                </a:lnTo>
                <a:lnTo>
                  <a:pt x="18000" y="19355"/>
                </a:lnTo>
                <a:lnTo>
                  <a:pt x="15530" y="20600"/>
                </a:lnTo>
                <a:lnTo>
                  <a:pt x="13144" y="21348"/>
                </a:lnTo>
                <a:lnTo>
                  <a:pt x="10800" y="21600"/>
                </a:lnTo>
                <a:lnTo>
                  <a:pt x="8456" y="21348"/>
                </a:lnTo>
                <a:lnTo>
                  <a:pt x="6070" y="20600"/>
                </a:lnTo>
                <a:lnTo>
                  <a:pt x="3600" y="19355"/>
                </a:lnTo>
                <a:lnTo>
                  <a:pt x="2275" y="14555"/>
                </a:lnTo>
                <a:lnTo>
                  <a:pt x="1426" y="11148"/>
                </a:lnTo>
                <a:lnTo>
                  <a:pt x="878" y="8206"/>
                </a:lnTo>
                <a:lnTo>
                  <a:pt x="461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2E2F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4" name="contour_14742"/>
          <p:cNvSpPr/>
          <p:nvPr/>
        </p:nvSpPr>
        <p:spPr>
          <a:xfrm>
            <a:off x="8231229" y="572836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081" y="536"/>
                </a:lnTo>
                <a:lnTo>
                  <a:pt x="9992" y="1071"/>
                </a:lnTo>
                <a:lnTo>
                  <a:pt x="11908" y="1607"/>
                </a:lnTo>
                <a:lnTo>
                  <a:pt x="13827" y="2143"/>
                </a:lnTo>
                <a:lnTo>
                  <a:pt x="15756" y="2683"/>
                </a:lnTo>
                <a:lnTo>
                  <a:pt x="17693" y="3227"/>
                </a:lnTo>
                <a:lnTo>
                  <a:pt x="19641" y="3771"/>
                </a:lnTo>
                <a:lnTo>
                  <a:pt x="21600" y="4320"/>
                </a:lnTo>
                <a:lnTo>
                  <a:pt x="20693" y="4519"/>
                </a:lnTo>
                <a:lnTo>
                  <a:pt x="19091" y="4869"/>
                </a:lnTo>
                <a:lnTo>
                  <a:pt x="15429" y="5668"/>
                </a:lnTo>
                <a:lnTo>
                  <a:pt x="12920" y="6545"/>
                </a:lnTo>
                <a:lnTo>
                  <a:pt x="11318" y="7314"/>
                </a:lnTo>
                <a:lnTo>
                  <a:pt x="9257" y="8640"/>
                </a:lnTo>
                <a:lnTo>
                  <a:pt x="8887" y="11984"/>
                </a:lnTo>
                <a:lnTo>
                  <a:pt x="8702" y="14329"/>
                </a:lnTo>
                <a:lnTo>
                  <a:pt x="8702" y="16299"/>
                </a:lnTo>
                <a:lnTo>
                  <a:pt x="8887" y="18516"/>
                </a:lnTo>
                <a:lnTo>
                  <a:pt x="9257" y="21600"/>
                </a:lnTo>
                <a:lnTo>
                  <a:pt x="6961" y="20788"/>
                </a:lnTo>
                <a:lnTo>
                  <a:pt x="5332" y="20157"/>
                </a:lnTo>
                <a:lnTo>
                  <a:pt x="3925" y="19500"/>
                </a:lnTo>
                <a:lnTo>
                  <a:pt x="2296" y="18611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2040" y="8640"/>
                </a:lnTo>
                <a:lnTo>
                  <a:pt x="4092" y="8640"/>
                </a:lnTo>
                <a:lnTo>
                  <a:pt x="6171" y="8640"/>
                </a:lnTo>
                <a:lnTo>
                  <a:pt x="6171" y="5784"/>
                </a:lnTo>
                <a:lnTo>
                  <a:pt x="6171" y="2912"/>
                </a:lnTo>
                <a:lnTo>
                  <a:pt x="6171" y="0"/>
                </a:lnTo>
                <a:close/>
              </a:path>
            </a:pathLst>
          </a:custGeom>
          <a:solidFill>
            <a:srgbClr val="7779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5" name="contour_14743"/>
          <p:cNvSpPr/>
          <p:nvPr/>
        </p:nvSpPr>
        <p:spPr>
          <a:xfrm>
            <a:off x="7312942" y="5712146"/>
            <a:ext cx="36440" cy="393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9"/>
                </a:moveTo>
                <a:lnTo>
                  <a:pt x="2955" y="300"/>
                </a:lnTo>
                <a:lnTo>
                  <a:pt x="5106" y="0"/>
                </a:lnTo>
                <a:lnTo>
                  <a:pt x="7076" y="0"/>
                </a:lnTo>
                <a:lnTo>
                  <a:pt x="9487" y="300"/>
                </a:lnTo>
                <a:lnTo>
                  <a:pt x="12960" y="899"/>
                </a:lnTo>
                <a:lnTo>
                  <a:pt x="14377" y="3289"/>
                </a:lnTo>
                <a:lnTo>
                  <a:pt x="15660" y="5711"/>
                </a:lnTo>
                <a:lnTo>
                  <a:pt x="16831" y="8164"/>
                </a:lnTo>
                <a:lnTo>
                  <a:pt x="17906" y="10646"/>
                </a:lnTo>
                <a:lnTo>
                  <a:pt x="18904" y="13160"/>
                </a:lnTo>
                <a:lnTo>
                  <a:pt x="19842" y="15701"/>
                </a:lnTo>
                <a:lnTo>
                  <a:pt x="20732" y="18275"/>
                </a:lnTo>
                <a:lnTo>
                  <a:pt x="21600" y="20881"/>
                </a:lnTo>
                <a:lnTo>
                  <a:pt x="18645" y="21360"/>
                </a:lnTo>
                <a:lnTo>
                  <a:pt x="16494" y="21600"/>
                </a:lnTo>
                <a:lnTo>
                  <a:pt x="14524" y="21600"/>
                </a:lnTo>
                <a:lnTo>
                  <a:pt x="12113" y="21360"/>
                </a:lnTo>
                <a:lnTo>
                  <a:pt x="8640" y="20881"/>
                </a:lnTo>
                <a:lnTo>
                  <a:pt x="6903" y="18651"/>
                </a:lnTo>
                <a:lnTo>
                  <a:pt x="5283" y="16337"/>
                </a:lnTo>
                <a:lnTo>
                  <a:pt x="3819" y="13943"/>
                </a:lnTo>
                <a:lnTo>
                  <a:pt x="2536" y="11477"/>
                </a:lnTo>
                <a:lnTo>
                  <a:pt x="1482" y="8932"/>
                </a:lnTo>
                <a:lnTo>
                  <a:pt x="683" y="6322"/>
                </a:lnTo>
                <a:lnTo>
                  <a:pt x="177" y="3641"/>
                </a:lnTo>
                <a:lnTo>
                  <a:pt x="0" y="899"/>
                </a:lnTo>
                <a:close/>
              </a:path>
            </a:pathLst>
          </a:custGeom>
          <a:solidFill>
            <a:srgbClr val="DC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6" name="contour_14744"/>
          <p:cNvSpPr/>
          <p:nvPr/>
        </p:nvSpPr>
        <p:spPr>
          <a:xfrm>
            <a:off x="6569567" y="5712379"/>
            <a:ext cx="36440" cy="524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80"/>
                </a:moveTo>
                <a:lnTo>
                  <a:pt x="4856" y="258"/>
                </a:lnTo>
                <a:lnTo>
                  <a:pt x="8277" y="66"/>
                </a:lnTo>
                <a:lnTo>
                  <a:pt x="10752" y="0"/>
                </a:lnTo>
                <a:lnTo>
                  <a:pt x="12757" y="66"/>
                </a:lnTo>
                <a:lnTo>
                  <a:pt x="14774" y="258"/>
                </a:lnTo>
                <a:lnTo>
                  <a:pt x="17280" y="580"/>
                </a:lnTo>
                <a:lnTo>
                  <a:pt x="19129" y="2453"/>
                </a:lnTo>
                <a:lnTo>
                  <a:pt x="20278" y="3859"/>
                </a:lnTo>
                <a:lnTo>
                  <a:pt x="20935" y="5228"/>
                </a:lnTo>
                <a:lnTo>
                  <a:pt x="21306" y="6994"/>
                </a:lnTo>
                <a:lnTo>
                  <a:pt x="21600" y="9588"/>
                </a:lnTo>
                <a:lnTo>
                  <a:pt x="20580" y="11423"/>
                </a:lnTo>
                <a:lnTo>
                  <a:pt x="19488" y="13177"/>
                </a:lnTo>
                <a:lnTo>
                  <a:pt x="18317" y="14879"/>
                </a:lnTo>
                <a:lnTo>
                  <a:pt x="17077" y="16549"/>
                </a:lnTo>
                <a:lnTo>
                  <a:pt x="15768" y="18210"/>
                </a:lnTo>
                <a:lnTo>
                  <a:pt x="14394" y="19885"/>
                </a:lnTo>
                <a:lnTo>
                  <a:pt x="12960" y="21600"/>
                </a:lnTo>
                <a:lnTo>
                  <a:pt x="11794" y="19708"/>
                </a:lnTo>
                <a:lnTo>
                  <a:pt x="10627" y="17816"/>
                </a:lnTo>
                <a:lnTo>
                  <a:pt x="9456" y="15921"/>
                </a:lnTo>
                <a:lnTo>
                  <a:pt x="8290" y="14024"/>
                </a:lnTo>
                <a:lnTo>
                  <a:pt x="7115" y="12120"/>
                </a:lnTo>
                <a:lnTo>
                  <a:pt x="5940" y="10216"/>
                </a:lnTo>
                <a:lnTo>
                  <a:pt x="4761" y="8303"/>
                </a:lnTo>
                <a:lnTo>
                  <a:pt x="3577" y="6384"/>
                </a:lnTo>
                <a:lnTo>
                  <a:pt x="2393" y="4459"/>
                </a:lnTo>
                <a:lnTo>
                  <a:pt x="1197" y="2522"/>
                </a:lnTo>
                <a:lnTo>
                  <a:pt x="0" y="580"/>
                </a:lnTo>
                <a:close/>
              </a:path>
            </a:pathLst>
          </a:custGeom>
          <a:solidFill>
            <a:srgbClr val="BCD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7" name="contour_14745"/>
          <p:cNvSpPr/>
          <p:nvPr/>
        </p:nvSpPr>
        <p:spPr>
          <a:xfrm>
            <a:off x="5024513" y="5691921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673"/>
                </a:lnTo>
                <a:lnTo>
                  <a:pt x="12512" y="1169"/>
                </a:lnTo>
                <a:lnTo>
                  <a:pt x="14974" y="1639"/>
                </a:lnTo>
                <a:lnTo>
                  <a:pt x="17744" y="2228"/>
                </a:lnTo>
                <a:lnTo>
                  <a:pt x="21600" y="3086"/>
                </a:lnTo>
                <a:lnTo>
                  <a:pt x="20736" y="5502"/>
                </a:lnTo>
                <a:lnTo>
                  <a:pt x="19877" y="7696"/>
                </a:lnTo>
                <a:lnTo>
                  <a:pt x="18965" y="9701"/>
                </a:lnTo>
                <a:lnTo>
                  <a:pt x="17923" y="11559"/>
                </a:lnTo>
                <a:lnTo>
                  <a:pt x="16697" y="13299"/>
                </a:lnTo>
                <a:lnTo>
                  <a:pt x="15212" y="14966"/>
                </a:lnTo>
                <a:lnTo>
                  <a:pt x="13403" y="16592"/>
                </a:lnTo>
                <a:lnTo>
                  <a:pt x="11210" y="18215"/>
                </a:lnTo>
                <a:lnTo>
                  <a:pt x="8564" y="19872"/>
                </a:lnTo>
                <a:lnTo>
                  <a:pt x="5400" y="21600"/>
                </a:lnTo>
                <a:lnTo>
                  <a:pt x="4779" y="19789"/>
                </a:lnTo>
                <a:lnTo>
                  <a:pt x="4163" y="17977"/>
                </a:lnTo>
                <a:lnTo>
                  <a:pt x="3559" y="16163"/>
                </a:lnTo>
                <a:lnTo>
                  <a:pt x="2959" y="14349"/>
                </a:lnTo>
                <a:lnTo>
                  <a:pt x="2365" y="12534"/>
                </a:lnTo>
                <a:lnTo>
                  <a:pt x="1798" y="10849"/>
                </a:lnTo>
                <a:lnTo>
                  <a:pt x="1231" y="9155"/>
                </a:lnTo>
                <a:lnTo>
                  <a:pt x="653" y="7437"/>
                </a:lnTo>
                <a:lnTo>
                  <a:pt x="329" y="5277"/>
                </a:lnTo>
                <a:lnTo>
                  <a:pt x="0" y="3086"/>
                </a:lnTo>
                <a:lnTo>
                  <a:pt x="2678" y="1555"/>
                </a:lnTo>
                <a:lnTo>
                  <a:pt x="5400" y="0"/>
                </a:lnTo>
                <a:close/>
              </a:path>
            </a:pathLst>
          </a:custGeom>
          <a:solidFill>
            <a:srgbClr val="B391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8" name="contour_14746"/>
          <p:cNvSpPr/>
          <p:nvPr/>
        </p:nvSpPr>
        <p:spPr>
          <a:xfrm>
            <a:off x="2094740" y="569920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744" y="2369"/>
                </a:lnTo>
                <a:lnTo>
                  <a:pt x="19105" y="4691"/>
                </a:lnTo>
                <a:lnTo>
                  <a:pt x="20234" y="7009"/>
                </a:lnTo>
                <a:lnTo>
                  <a:pt x="21065" y="9374"/>
                </a:lnTo>
                <a:lnTo>
                  <a:pt x="21541" y="11822"/>
                </a:lnTo>
                <a:lnTo>
                  <a:pt x="21600" y="14400"/>
                </a:lnTo>
                <a:lnTo>
                  <a:pt x="18797" y="15872"/>
                </a:lnTo>
                <a:lnTo>
                  <a:pt x="15908" y="17143"/>
                </a:lnTo>
                <a:lnTo>
                  <a:pt x="12922" y="18238"/>
                </a:lnTo>
                <a:lnTo>
                  <a:pt x="9844" y="19199"/>
                </a:lnTo>
                <a:lnTo>
                  <a:pt x="6664" y="20056"/>
                </a:lnTo>
                <a:lnTo>
                  <a:pt x="3386" y="20848"/>
                </a:lnTo>
                <a:lnTo>
                  <a:pt x="0" y="21600"/>
                </a:lnTo>
                <a:lnTo>
                  <a:pt x="475" y="19404"/>
                </a:lnTo>
                <a:lnTo>
                  <a:pt x="972" y="17208"/>
                </a:lnTo>
                <a:lnTo>
                  <a:pt x="1490" y="15016"/>
                </a:lnTo>
                <a:lnTo>
                  <a:pt x="2025" y="12823"/>
                </a:lnTo>
                <a:lnTo>
                  <a:pt x="2592" y="10375"/>
                </a:lnTo>
                <a:lnTo>
                  <a:pt x="3164" y="7888"/>
                </a:lnTo>
                <a:lnTo>
                  <a:pt x="4547" y="5371"/>
                </a:lnTo>
                <a:lnTo>
                  <a:pt x="5821" y="3838"/>
                </a:lnTo>
                <a:lnTo>
                  <a:pt x="7733" y="2664"/>
                </a:lnTo>
                <a:lnTo>
                  <a:pt x="11011" y="1224"/>
                </a:lnTo>
                <a:lnTo>
                  <a:pt x="13586" y="619"/>
                </a:lnTo>
                <a:lnTo>
                  <a:pt x="16200" y="0"/>
                </a:lnTo>
                <a:close/>
              </a:path>
            </a:pathLst>
          </a:custGeom>
          <a:solidFill>
            <a:srgbClr val="8568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49" name="contour_14747"/>
          <p:cNvSpPr/>
          <p:nvPr/>
        </p:nvSpPr>
        <p:spPr>
          <a:xfrm>
            <a:off x="10024075" y="5713785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246" y="16150"/>
                </a:lnTo>
                <a:lnTo>
                  <a:pt x="17521" y="17201"/>
                </a:lnTo>
                <a:lnTo>
                  <a:pt x="15588" y="17978"/>
                </a:lnTo>
                <a:lnTo>
                  <a:pt x="12600" y="18900"/>
                </a:lnTo>
                <a:lnTo>
                  <a:pt x="10087" y="19714"/>
                </a:lnTo>
                <a:lnTo>
                  <a:pt x="7538" y="20534"/>
                </a:lnTo>
                <a:lnTo>
                  <a:pt x="5584" y="21067"/>
                </a:lnTo>
                <a:lnTo>
                  <a:pt x="3600" y="21600"/>
                </a:lnTo>
                <a:lnTo>
                  <a:pt x="2887" y="17323"/>
                </a:lnTo>
                <a:lnTo>
                  <a:pt x="2171" y="13032"/>
                </a:lnTo>
                <a:lnTo>
                  <a:pt x="1454" y="8726"/>
                </a:lnTo>
                <a:lnTo>
                  <a:pt x="731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876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0" name="contour_14748"/>
          <p:cNvSpPr/>
          <p:nvPr/>
        </p:nvSpPr>
        <p:spPr>
          <a:xfrm>
            <a:off x="1701189" y="5699209"/>
            <a:ext cx="36440" cy="31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80"/>
                </a:lnTo>
                <a:lnTo>
                  <a:pt x="2341" y="541"/>
                </a:lnTo>
                <a:lnTo>
                  <a:pt x="3646" y="846"/>
                </a:lnTo>
                <a:lnTo>
                  <a:pt x="5374" y="1246"/>
                </a:lnTo>
                <a:lnTo>
                  <a:pt x="7780" y="1802"/>
                </a:lnTo>
                <a:lnTo>
                  <a:pt x="11115" y="2578"/>
                </a:lnTo>
                <a:lnTo>
                  <a:pt x="15638" y="3624"/>
                </a:lnTo>
                <a:lnTo>
                  <a:pt x="21600" y="5006"/>
                </a:lnTo>
                <a:lnTo>
                  <a:pt x="20917" y="8730"/>
                </a:lnTo>
                <a:lnTo>
                  <a:pt x="20352" y="11373"/>
                </a:lnTo>
                <a:lnTo>
                  <a:pt x="19695" y="13656"/>
                </a:lnTo>
                <a:lnTo>
                  <a:pt x="18740" y="16299"/>
                </a:lnTo>
                <a:lnTo>
                  <a:pt x="17280" y="20023"/>
                </a:lnTo>
                <a:lnTo>
                  <a:pt x="14066" y="21074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074"/>
                </a:lnTo>
                <a:lnTo>
                  <a:pt x="4320" y="20023"/>
                </a:lnTo>
                <a:lnTo>
                  <a:pt x="3141" y="16729"/>
                </a:lnTo>
                <a:lnTo>
                  <a:pt x="2233" y="13501"/>
                </a:lnTo>
                <a:lnTo>
                  <a:pt x="1529" y="10277"/>
                </a:lnTo>
                <a:lnTo>
                  <a:pt x="968" y="6993"/>
                </a:lnTo>
                <a:lnTo>
                  <a:pt x="480" y="3589"/>
                </a:lnTo>
                <a:lnTo>
                  <a:pt x="0" y="0"/>
                </a:lnTo>
                <a:close/>
              </a:path>
            </a:pathLst>
          </a:custGeom>
          <a:solidFill>
            <a:srgbClr val="4036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1" name="contour_14749"/>
          <p:cNvSpPr/>
          <p:nvPr/>
        </p:nvSpPr>
        <p:spPr>
          <a:xfrm>
            <a:off x="4791297" y="5691921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01" y="832"/>
                </a:lnTo>
                <a:lnTo>
                  <a:pt x="3602" y="1669"/>
                </a:lnTo>
                <a:lnTo>
                  <a:pt x="5403" y="2511"/>
                </a:lnTo>
                <a:lnTo>
                  <a:pt x="7204" y="3359"/>
                </a:lnTo>
                <a:lnTo>
                  <a:pt x="9002" y="4207"/>
                </a:lnTo>
                <a:lnTo>
                  <a:pt x="10800" y="5065"/>
                </a:lnTo>
                <a:lnTo>
                  <a:pt x="11578" y="5416"/>
                </a:lnTo>
                <a:lnTo>
                  <a:pt x="13921" y="6485"/>
                </a:lnTo>
                <a:lnTo>
                  <a:pt x="15468" y="7263"/>
                </a:lnTo>
                <a:lnTo>
                  <a:pt x="17007" y="8095"/>
                </a:lnTo>
                <a:lnTo>
                  <a:pt x="18544" y="8969"/>
                </a:lnTo>
                <a:lnTo>
                  <a:pt x="20072" y="9871"/>
                </a:lnTo>
                <a:lnTo>
                  <a:pt x="21600" y="10800"/>
                </a:lnTo>
                <a:lnTo>
                  <a:pt x="21600" y="13478"/>
                </a:lnTo>
                <a:lnTo>
                  <a:pt x="21600" y="16200"/>
                </a:lnTo>
                <a:lnTo>
                  <a:pt x="19818" y="16648"/>
                </a:lnTo>
                <a:lnTo>
                  <a:pt x="18036" y="17091"/>
                </a:lnTo>
                <a:lnTo>
                  <a:pt x="16251" y="17539"/>
                </a:lnTo>
                <a:lnTo>
                  <a:pt x="14464" y="17982"/>
                </a:lnTo>
                <a:lnTo>
                  <a:pt x="12674" y="18430"/>
                </a:lnTo>
                <a:lnTo>
                  <a:pt x="10881" y="18878"/>
                </a:lnTo>
                <a:lnTo>
                  <a:pt x="9083" y="19327"/>
                </a:lnTo>
                <a:lnTo>
                  <a:pt x="7279" y="19780"/>
                </a:lnTo>
                <a:lnTo>
                  <a:pt x="5470" y="20234"/>
                </a:lnTo>
                <a:lnTo>
                  <a:pt x="3656" y="20687"/>
                </a:lnTo>
                <a:lnTo>
                  <a:pt x="1831" y="2114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4C9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2" name="contour_14750"/>
          <p:cNvSpPr/>
          <p:nvPr/>
        </p:nvSpPr>
        <p:spPr>
          <a:xfrm>
            <a:off x="8412496" y="5692497"/>
            <a:ext cx="37373" cy="35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043"/>
                </a:moveTo>
                <a:lnTo>
                  <a:pt x="21061" y="7177"/>
                </a:lnTo>
                <a:lnTo>
                  <a:pt x="20572" y="9428"/>
                </a:lnTo>
                <a:lnTo>
                  <a:pt x="19932" y="11430"/>
                </a:lnTo>
                <a:lnTo>
                  <a:pt x="18938" y="13813"/>
                </a:lnTo>
                <a:lnTo>
                  <a:pt x="17388" y="17211"/>
                </a:lnTo>
                <a:lnTo>
                  <a:pt x="14608" y="18365"/>
                </a:lnTo>
                <a:lnTo>
                  <a:pt x="11878" y="19269"/>
                </a:lnTo>
                <a:lnTo>
                  <a:pt x="9157" y="19989"/>
                </a:lnTo>
                <a:lnTo>
                  <a:pt x="6394" y="20577"/>
                </a:lnTo>
                <a:lnTo>
                  <a:pt x="3538" y="21095"/>
                </a:lnTo>
                <a:lnTo>
                  <a:pt x="539" y="21600"/>
                </a:lnTo>
                <a:lnTo>
                  <a:pt x="240" y="16680"/>
                </a:lnTo>
                <a:lnTo>
                  <a:pt x="59" y="13208"/>
                </a:lnTo>
                <a:lnTo>
                  <a:pt x="0" y="10692"/>
                </a:lnTo>
                <a:lnTo>
                  <a:pt x="59" y="8656"/>
                </a:lnTo>
                <a:lnTo>
                  <a:pt x="240" y="6602"/>
                </a:lnTo>
                <a:lnTo>
                  <a:pt x="539" y="4043"/>
                </a:lnTo>
                <a:lnTo>
                  <a:pt x="3416" y="1642"/>
                </a:lnTo>
                <a:lnTo>
                  <a:pt x="6268" y="360"/>
                </a:lnTo>
                <a:lnTo>
                  <a:pt x="9136" y="0"/>
                </a:lnTo>
                <a:lnTo>
                  <a:pt x="12064" y="382"/>
                </a:lnTo>
                <a:lnTo>
                  <a:pt x="15092" y="1308"/>
                </a:lnTo>
                <a:lnTo>
                  <a:pt x="18256" y="2594"/>
                </a:lnTo>
                <a:lnTo>
                  <a:pt x="21600" y="4043"/>
                </a:lnTo>
                <a:close/>
              </a:path>
            </a:pathLst>
          </a:custGeom>
          <a:solidFill>
            <a:srgbClr val="3B3A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3" name="contour_14751"/>
          <p:cNvSpPr/>
          <p:nvPr/>
        </p:nvSpPr>
        <p:spPr>
          <a:xfrm>
            <a:off x="5687720" y="5670057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8" y="0"/>
                </a:lnTo>
                <a:lnTo>
                  <a:pt x="10800" y="0"/>
                </a:lnTo>
                <a:lnTo>
                  <a:pt x="10800" y="2182"/>
                </a:lnTo>
                <a:lnTo>
                  <a:pt x="10800" y="4366"/>
                </a:lnTo>
                <a:lnTo>
                  <a:pt x="10800" y="6557"/>
                </a:lnTo>
                <a:lnTo>
                  <a:pt x="10800" y="8757"/>
                </a:lnTo>
                <a:lnTo>
                  <a:pt x="10800" y="10967"/>
                </a:lnTo>
                <a:lnTo>
                  <a:pt x="10800" y="13188"/>
                </a:lnTo>
                <a:lnTo>
                  <a:pt x="10800" y="15429"/>
                </a:lnTo>
                <a:lnTo>
                  <a:pt x="14369" y="15429"/>
                </a:lnTo>
                <a:lnTo>
                  <a:pt x="17960" y="15429"/>
                </a:lnTo>
                <a:lnTo>
                  <a:pt x="21600" y="15429"/>
                </a:lnTo>
                <a:lnTo>
                  <a:pt x="21600" y="17468"/>
                </a:lnTo>
                <a:lnTo>
                  <a:pt x="21600" y="19520"/>
                </a:lnTo>
                <a:lnTo>
                  <a:pt x="21600" y="21600"/>
                </a:lnTo>
                <a:lnTo>
                  <a:pt x="18036" y="21091"/>
                </a:lnTo>
                <a:lnTo>
                  <a:pt x="14467" y="20582"/>
                </a:lnTo>
                <a:lnTo>
                  <a:pt x="10881" y="20069"/>
                </a:lnTo>
                <a:lnTo>
                  <a:pt x="7279" y="19554"/>
                </a:lnTo>
                <a:lnTo>
                  <a:pt x="3656" y="19036"/>
                </a:lnTo>
                <a:lnTo>
                  <a:pt x="0" y="18514"/>
                </a:lnTo>
                <a:lnTo>
                  <a:pt x="594" y="16478"/>
                </a:lnTo>
                <a:lnTo>
                  <a:pt x="1188" y="14438"/>
                </a:lnTo>
                <a:lnTo>
                  <a:pt x="1782" y="12398"/>
                </a:lnTo>
                <a:lnTo>
                  <a:pt x="2381" y="10353"/>
                </a:lnTo>
                <a:lnTo>
                  <a:pt x="2981" y="8301"/>
                </a:lnTo>
                <a:lnTo>
                  <a:pt x="3580" y="6239"/>
                </a:lnTo>
                <a:lnTo>
                  <a:pt x="4185" y="4172"/>
                </a:lnTo>
                <a:lnTo>
                  <a:pt x="4790" y="2092"/>
                </a:lnTo>
                <a:lnTo>
                  <a:pt x="5400" y="0"/>
                </a:lnTo>
                <a:close/>
              </a:path>
            </a:pathLst>
          </a:custGeom>
          <a:solidFill>
            <a:srgbClr val="E5E7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4" name="contour_14752"/>
          <p:cNvSpPr/>
          <p:nvPr/>
        </p:nvSpPr>
        <p:spPr>
          <a:xfrm>
            <a:off x="2131180" y="569192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2566"/>
                </a:lnTo>
                <a:lnTo>
                  <a:pt x="18995" y="5141"/>
                </a:lnTo>
                <a:lnTo>
                  <a:pt x="19855" y="7724"/>
                </a:lnTo>
                <a:lnTo>
                  <a:pt x="20723" y="10329"/>
                </a:lnTo>
                <a:lnTo>
                  <a:pt x="21600" y="12960"/>
                </a:lnTo>
                <a:lnTo>
                  <a:pt x="20503" y="13509"/>
                </a:lnTo>
                <a:lnTo>
                  <a:pt x="19453" y="14036"/>
                </a:lnTo>
                <a:lnTo>
                  <a:pt x="18144" y="14688"/>
                </a:lnTo>
                <a:lnTo>
                  <a:pt x="16282" y="15621"/>
                </a:lnTo>
                <a:lnTo>
                  <a:pt x="13556" y="16982"/>
                </a:lnTo>
                <a:lnTo>
                  <a:pt x="9672" y="18926"/>
                </a:lnTo>
                <a:lnTo>
                  <a:pt x="4320" y="21600"/>
                </a:lnTo>
                <a:lnTo>
                  <a:pt x="3465" y="19034"/>
                </a:lnTo>
                <a:lnTo>
                  <a:pt x="2605" y="16459"/>
                </a:lnTo>
                <a:lnTo>
                  <a:pt x="1745" y="13876"/>
                </a:lnTo>
                <a:lnTo>
                  <a:pt x="877" y="11271"/>
                </a:lnTo>
                <a:lnTo>
                  <a:pt x="0" y="8640"/>
                </a:lnTo>
                <a:lnTo>
                  <a:pt x="2445" y="7417"/>
                </a:lnTo>
                <a:lnTo>
                  <a:pt x="4890" y="6195"/>
                </a:lnTo>
                <a:lnTo>
                  <a:pt x="7344" y="4968"/>
                </a:lnTo>
                <a:lnTo>
                  <a:pt x="9806" y="3737"/>
                </a:lnTo>
                <a:lnTo>
                  <a:pt x="12282" y="2497"/>
                </a:lnTo>
                <a:lnTo>
                  <a:pt x="14770" y="1253"/>
                </a:lnTo>
                <a:lnTo>
                  <a:pt x="17280" y="0"/>
                </a:lnTo>
                <a:close/>
              </a:path>
            </a:pathLst>
          </a:custGeom>
          <a:solidFill>
            <a:srgbClr val="1E1E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5" name="contour_14753"/>
          <p:cNvSpPr/>
          <p:nvPr/>
        </p:nvSpPr>
        <p:spPr>
          <a:xfrm>
            <a:off x="1147301" y="5691644"/>
            <a:ext cx="58304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262"/>
                </a:moveTo>
                <a:lnTo>
                  <a:pt x="4576" y="62"/>
                </a:lnTo>
                <a:lnTo>
                  <a:pt x="5989" y="0"/>
                </a:lnTo>
                <a:lnTo>
                  <a:pt x="7201" y="152"/>
                </a:lnTo>
                <a:lnTo>
                  <a:pt x="8481" y="558"/>
                </a:lnTo>
                <a:lnTo>
                  <a:pt x="10098" y="1295"/>
                </a:lnTo>
                <a:lnTo>
                  <a:pt x="12317" y="2411"/>
                </a:lnTo>
                <a:lnTo>
                  <a:pt x="14051" y="3238"/>
                </a:lnTo>
                <a:lnTo>
                  <a:pt x="15795" y="4072"/>
                </a:lnTo>
                <a:lnTo>
                  <a:pt x="17561" y="4919"/>
                </a:lnTo>
                <a:lnTo>
                  <a:pt x="18155" y="5243"/>
                </a:lnTo>
                <a:lnTo>
                  <a:pt x="19202" y="5822"/>
                </a:lnTo>
                <a:lnTo>
                  <a:pt x="21600" y="7152"/>
                </a:lnTo>
                <a:lnTo>
                  <a:pt x="19867" y="10638"/>
                </a:lnTo>
                <a:lnTo>
                  <a:pt x="18179" y="13553"/>
                </a:lnTo>
                <a:lnTo>
                  <a:pt x="16521" y="15930"/>
                </a:lnTo>
                <a:lnTo>
                  <a:pt x="14874" y="17824"/>
                </a:lnTo>
                <a:lnTo>
                  <a:pt x="13219" y="19278"/>
                </a:lnTo>
                <a:lnTo>
                  <a:pt x="11543" y="20339"/>
                </a:lnTo>
                <a:lnTo>
                  <a:pt x="9825" y="21049"/>
                </a:lnTo>
                <a:lnTo>
                  <a:pt x="8049" y="21455"/>
                </a:lnTo>
                <a:lnTo>
                  <a:pt x="6194" y="21600"/>
                </a:lnTo>
                <a:lnTo>
                  <a:pt x="4247" y="21531"/>
                </a:lnTo>
                <a:lnTo>
                  <a:pt x="2187" y="21297"/>
                </a:lnTo>
                <a:lnTo>
                  <a:pt x="0" y="20932"/>
                </a:lnTo>
                <a:lnTo>
                  <a:pt x="381" y="15737"/>
                </a:lnTo>
                <a:lnTo>
                  <a:pt x="710" y="12071"/>
                </a:lnTo>
                <a:lnTo>
                  <a:pt x="1120" y="8929"/>
                </a:lnTo>
                <a:lnTo>
                  <a:pt x="1742" y="5319"/>
                </a:lnTo>
                <a:lnTo>
                  <a:pt x="2700" y="262"/>
                </a:lnTo>
                <a:close/>
              </a:path>
            </a:pathLst>
          </a:custGeom>
          <a:solidFill>
            <a:srgbClr val="BB9C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6" name="contour_14754"/>
          <p:cNvSpPr/>
          <p:nvPr/>
        </p:nvSpPr>
        <p:spPr>
          <a:xfrm>
            <a:off x="804766" y="567005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6" y="2038"/>
                </a:lnTo>
                <a:lnTo>
                  <a:pt x="13856" y="4075"/>
                </a:lnTo>
                <a:lnTo>
                  <a:pt x="15390" y="6120"/>
                </a:lnTo>
                <a:lnTo>
                  <a:pt x="16931" y="8172"/>
                </a:lnTo>
                <a:lnTo>
                  <a:pt x="18475" y="10235"/>
                </a:lnTo>
                <a:lnTo>
                  <a:pt x="20034" y="12308"/>
                </a:lnTo>
                <a:lnTo>
                  <a:pt x="21600" y="14400"/>
                </a:lnTo>
                <a:lnTo>
                  <a:pt x="19818" y="16182"/>
                </a:lnTo>
                <a:lnTo>
                  <a:pt x="18025" y="17971"/>
                </a:lnTo>
                <a:lnTo>
                  <a:pt x="16225" y="19775"/>
                </a:lnTo>
                <a:lnTo>
                  <a:pt x="14400" y="21600"/>
                </a:lnTo>
                <a:lnTo>
                  <a:pt x="14400" y="19220"/>
                </a:lnTo>
                <a:lnTo>
                  <a:pt x="14400" y="16826"/>
                </a:lnTo>
                <a:lnTo>
                  <a:pt x="14400" y="14400"/>
                </a:lnTo>
                <a:lnTo>
                  <a:pt x="12020" y="14400"/>
                </a:lnTo>
                <a:lnTo>
                  <a:pt x="9626" y="14400"/>
                </a:lnTo>
                <a:lnTo>
                  <a:pt x="7200" y="14400"/>
                </a:lnTo>
                <a:lnTo>
                  <a:pt x="5879" y="16538"/>
                </a:lnTo>
                <a:lnTo>
                  <a:pt x="5062" y="18000"/>
                </a:lnTo>
                <a:lnTo>
                  <a:pt x="4417" y="19462"/>
                </a:lnTo>
                <a:lnTo>
                  <a:pt x="3600" y="21600"/>
                </a:lnTo>
                <a:lnTo>
                  <a:pt x="2887" y="19462"/>
                </a:lnTo>
                <a:lnTo>
                  <a:pt x="2171" y="17316"/>
                </a:lnTo>
                <a:lnTo>
                  <a:pt x="1454" y="15163"/>
                </a:lnTo>
                <a:lnTo>
                  <a:pt x="731" y="12992"/>
                </a:lnTo>
                <a:lnTo>
                  <a:pt x="0" y="10800"/>
                </a:lnTo>
                <a:lnTo>
                  <a:pt x="2138" y="10800"/>
                </a:lnTo>
                <a:lnTo>
                  <a:pt x="4284" y="10800"/>
                </a:lnTo>
                <a:lnTo>
                  <a:pt x="6437" y="10800"/>
                </a:lnTo>
                <a:lnTo>
                  <a:pt x="8608" y="10800"/>
                </a:lnTo>
                <a:lnTo>
                  <a:pt x="10800" y="10800"/>
                </a:lnTo>
                <a:lnTo>
                  <a:pt x="10800" y="8662"/>
                </a:lnTo>
                <a:lnTo>
                  <a:pt x="10800" y="6516"/>
                </a:lnTo>
                <a:lnTo>
                  <a:pt x="10800" y="4363"/>
                </a:lnTo>
                <a:lnTo>
                  <a:pt x="10800" y="2192"/>
                </a:lnTo>
                <a:lnTo>
                  <a:pt x="10800" y="0"/>
                </a:lnTo>
                <a:close/>
              </a:path>
            </a:pathLst>
          </a:custGeom>
          <a:solidFill>
            <a:srgbClr val="1E1D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7" name="contour_14755"/>
          <p:cNvSpPr/>
          <p:nvPr/>
        </p:nvSpPr>
        <p:spPr>
          <a:xfrm>
            <a:off x="10585250" y="5676085"/>
            <a:ext cx="43728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17"/>
                </a:moveTo>
                <a:lnTo>
                  <a:pt x="2603" y="678"/>
                </a:lnTo>
                <a:lnTo>
                  <a:pt x="5177" y="316"/>
                </a:lnTo>
                <a:lnTo>
                  <a:pt x="7736" y="77"/>
                </a:lnTo>
                <a:lnTo>
                  <a:pt x="10289" y="0"/>
                </a:lnTo>
                <a:lnTo>
                  <a:pt x="12845" y="123"/>
                </a:lnTo>
                <a:lnTo>
                  <a:pt x="15412" y="478"/>
                </a:lnTo>
                <a:lnTo>
                  <a:pt x="18000" y="1117"/>
                </a:lnTo>
                <a:lnTo>
                  <a:pt x="19433" y="5920"/>
                </a:lnTo>
                <a:lnTo>
                  <a:pt x="20336" y="9328"/>
                </a:lnTo>
                <a:lnTo>
                  <a:pt x="20884" y="12272"/>
                </a:lnTo>
                <a:lnTo>
                  <a:pt x="21247" y="15680"/>
                </a:lnTo>
                <a:lnTo>
                  <a:pt x="21600" y="20483"/>
                </a:lnTo>
                <a:lnTo>
                  <a:pt x="18997" y="20922"/>
                </a:lnTo>
                <a:lnTo>
                  <a:pt x="16423" y="21284"/>
                </a:lnTo>
                <a:lnTo>
                  <a:pt x="13864" y="21523"/>
                </a:lnTo>
                <a:lnTo>
                  <a:pt x="11311" y="21600"/>
                </a:lnTo>
                <a:lnTo>
                  <a:pt x="8755" y="21477"/>
                </a:lnTo>
                <a:lnTo>
                  <a:pt x="6188" y="21122"/>
                </a:lnTo>
                <a:lnTo>
                  <a:pt x="3600" y="20483"/>
                </a:lnTo>
                <a:lnTo>
                  <a:pt x="2167" y="15680"/>
                </a:lnTo>
                <a:lnTo>
                  <a:pt x="1264" y="12272"/>
                </a:lnTo>
                <a:lnTo>
                  <a:pt x="716" y="9328"/>
                </a:lnTo>
                <a:lnTo>
                  <a:pt x="353" y="5920"/>
                </a:lnTo>
                <a:lnTo>
                  <a:pt x="0" y="1117"/>
                </a:lnTo>
                <a:close/>
              </a:path>
            </a:pathLst>
          </a:custGeom>
          <a:solidFill>
            <a:srgbClr val="8082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8" name="contour_14756"/>
          <p:cNvSpPr/>
          <p:nvPr/>
        </p:nvSpPr>
        <p:spPr>
          <a:xfrm>
            <a:off x="1963556" y="5670057"/>
            <a:ext cx="43728" cy="387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758" y="2016"/>
                </a:lnTo>
                <a:lnTo>
                  <a:pt x="8323" y="4064"/>
                </a:lnTo>
                <a:lnTo>
                  <a:pt x="9551" y="6080"/>
                </a:lnTo>
                <a:lnTo>
                  <a:pt x="10800" y="8128"/>
                </a:lnTo>
                <a:lnTo>
                  <a:pt x="13586" y="8372"/>
                </a:lnTo>
                <a:lnTo>
                  <a:pt x="15541" y="8494"/>
                </a:lnTo>
                <a:lnTo>
                  <a:pt x="17183" y="8494"/>
                </a:lnTo>
                <a:lnTo>
                  <a:pt x="19030" y="8372"/>
                </a:lnTo>
                <a:lnTo>
                  <a:pt x="21600" y="8128"/>
                </a:lnTo>
                <a:lnTo>
                  <a:pt x="21031" y="11152"/>
                </a:lnTo>
                <a:lnTo>
                  <a:pt x="20560" y="13297"/>
                </a:lnTo>
                <a:lnTo>
                  <a:pt x="20012" y="15150"/>
                </a:lnTo>
                <a:lnTo>
                  <a:pt x="19217" y="17296"/>
                </a:lnTo>
                <a:lnTo>
                  <a:pt x="18000" y="20320"/>
                </a:lnTo>
                <a:lnTo>
                  <a:pt x="15430" y="21173"/>
                </a:lnTo>
                <a:lnTo>
                  <a:pt x="13583" y="21600"/>
                </a:lnTo>
                <a:lnTo>
                  <a:pt x="11941" y="21600"/>
                </a:lnTo>
                <a:lnTo>
                  <a:pt x="9986" y="21173"/>
                </a:lnTo>
                <a:lnTo>
                  <a:pt x="7200" y="20320"/>
                </a:lnTo>
                <a:lnTo>
                  <a:pt x="5897" y="18125"/>
                </a:lnTo>
                <a:lnTo>
                  <a:pt x="4716" y="15894"/>
                </a:lnTo>
                <a:lnTo>
                  <a:pt x="3640" y="13618"/>
                </a:lnTo>
                <a:lnTo>
                  <a:pt x="2646" y="11302"/>
                </a:lnTo>
                <a:lnTo>
                  <a:pt x="1721" y="8937"/>
                </a:lnTo>
                <a:lnTo>
                  <a:pt x="846" y="6527"/>
                </a:lnTo>
                <a:lnTo>
                  <a:pt x="0" y="4064"/>
                </a:lnTo>
                <a:lnTo>
                  <a:pt x="1782" y="3056"/>
                </a:lnTo>
                <a:lnTo>
                  <a:pt x="3575" y="2048"/>
                </a:lnTo>
                <a:lnTo>
                  <a:pt x="5375" y="1028"/>
                </a:lnTo>
                <a:lnTo>
                  <a:pt x="7200" y="0"/>
                </a:lnTo>
                <a:close/>
              </a:path>
            </a:pathLst>
          </a:custGeom>
          <a:solidFill>
            <a:srgbClr val="6B4F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59" name="contour_14757"/>
          <p:cNvSpPr/>
          <p:nvPr/>
        </p:nvSpPr>
        <p:spPr>
          <a:xfrm>
            <a:off x="892222" y="567005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670"/>
                </a:lnTo>
                <a:lnTo>
                  <a:pt x="5551" y="1339"/>
                </a:lnTo>
                <a:lnTo>
                  <a:pt x="8372" y="2025"/>
                </a:lnTo>
                <a:lnTo>
                  <a:pt x="9539" y="2311"/>
                </a:lnTo>
                <a:lnTo>
                  <a:pt x="13077" y="3164"/>
                </a:lnTo>
                <a:lnTo>
                  <a:pt x="15163" y="4342"/>
                </a:lnTo>
                <a:lnTo>
                  <a:pt x="16649" y="5611"/>
                </a:lnTo>
                <a:lnTo>
                  <a:pt x="17945" y="7592"/>
                </a:lnTo>
                <a:lnTo>
                  <a:pt x="19457" y="10913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1B2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0" name="contour_14758"/>
          <p:cNvSpPr/>
          <p:nvPr/>
        </p:nvSpPr>
        <p:spPr>
          <a:xfrm>
            <a:off x="4864177" y="5668636"/>
            <a:ext cx="58304" cy="221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84"/>
                </a:moveTo>
                <a:lnTo>
                  <a:pt x="1553" y="1164"/>
                </a:lnTo>
                <a:lnTo>
                  <a:pt x="3105" y="972"/>
                </a:lnTo>
                <a:lnTo>
                  <a:pt x="4658" y="795"/>
                </a:lnTo>
                <a:lnTo>
                  <a:pt x="6210" y="639"/>
                </a:lnTo>
                <a:lnTo>
                  <a:pt x="7762" y="497"/>
                </a:lnTo>
                <a:lnTo>
                  <a:pt x="9204" y="334"/>
                </a:lnTo>
                <a:lnTo>
                  <a:pt x="10657" y="170"/>
                </a:lnTo>
                <a:lnTo>
                  <a:pt x="12128" y="0"/>
                </a:lnTo>
                <a:lnTo>
                  <a:pt x="14329" y="1043"/>
                </a:lnTo>
                <a:lnTo>
                  <a:pt x="16092" y="2569"/>
                </a:lnTo>
                <a:lnTo>
                  <a:pt x="17561" y="4683"/>
                </a:lnTo>
                <a:lnTo>
                  <a:pt x="18873" y="7479"/>
                </a:lnTo>
                <a:lnTo>
                  <a:pt x="20174" y="11077"/>
                </a:lnTo>
                <a:lnTo>
                  <a:pt x="21600" y="15576"/>
                </a:lnTo>
                <a:lnTo>
                  <a:pt x="19613" y="17811"/>
                </a:lnTo>
                <a:lnTo>
                  <a:pt x="17709" y="19478"/>
                </a:lnTo>
                <a:lnTo>
                  <a:pt x="15862" y="20628"/>
                </a:lnTo>
                <a:lnTo>
                  <a:pt x="14054" y="21316"/>
                </a:lnTo>
                <a:lnTo>
                  <a:pt x="12258" y="21600"/>
                </a:lnTo>
                <a:lnTo>
                  <a:pt x="10454" y="21529"/>
                </a:lnTo>
                <a:lnTo>
                  <a:pt x="8616" y="21160"/>
                </a:lnTo>
                <a:lnTo>
                  <a:pt x="6720" y="20536"/>
                </a:lnTo>
                <a:lnTo>
                  <a:pt x="4744" y="19720"/>
                </a:lnTo>
                <a:lnTo>
                  <a:pt x="2668" y="18762"/>
                </a:lnTo>
                <a:lnTo>
                  <a:pt x="1345" y="17179"/>
                </a:lnTo>
                <a:lnTo>
                  <a:pt x="0" y="15576"/>
                </a:lnTo>
                <a:lnTo>
                  <a:pt x="0" y="10885"/>
                </a:lnTo>
                <a:lnTo>
                  <a:pt x="0" y="6166"/>
                </a:lnTo>
                <a:lnTo>
                  <a:pt x="0" y="1384"/>
                </a:lnTo>
                <a:close/>
              </a:path>
            </a:pathLst>
          </a:custGeom>
          <a:solidFill>
            <a:srgbClr val="D5C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1" name="contour_14759"/>
          <p:cNvSpPr/>
          <p:nvPr/>
        </p:nvSpPr>
        <p:spPr>
          <a:xfrm>
            <a:off x="7181758" y="5662769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16" y="0"/>
                </a:lnTo>
                <a:lnTo>
                  <a:pt x="6838" y="0"/>
                </a:lnTo>
                <a:lnTo>
                  <a:pt x="10275" y="0"/>
                </a:lnTo>
                <a:lnTo>
                  <a:pt x="13727" y="0"/>
                </a:lnTo>
                <a:lnTo>
                  <a:pt x="17200" y="0"/>
                </a:lnTo>
                <a:lnTo>
                  <a:pt x="20705" y="0"/>
                </a:lnTo>
                <a:lnTo>
                  <a:pt x="21057" y="2603"/>
                </a:lnTo>
                <a:lnTo>
                  <a:pt x="21346" y="5177"/>
                </a:lnTo>
                <a:lnTo>
                  <a:pt x="21538" y="7736"/>
                </a:lnTo>
                <a:lnTo>
                  <a:pt x="21600" y="10289"/>
                </a:lnTo>
                <a:lnTo>
                  <a:pt x="21502" y="12845"/>
                </a:lnTo>
                <a:lnTo>
                  <a:pt x="21217" y="15412"/>
                </a:lnTo>
                <a:lnTo>
                  <a:pt x="20705" y="18000"/>
                </a:lnTo>
                <a:lnTo>
                  <a:pt x="16853" y="19433"/>
                </a:lnTo>
                <a:lnTo>
                  <a:pt x="14120" y="20336"/>
                </a:lnTo>
                <a:lnTo>
                  <a:pt x="11760" y="20884"/>
                </a:lnTo>
                <a:lnTo>
                  <a:pt x="9027" y="21247"/>
                </a:lnTo>
                <a:lnTo>
                  <a:pt x="5176" y="21600"/>
                </a:lnTo>
                <a:lnTo>
                  <a:pt x="4607" y="19224"/>
                </a:lnTo>
                <a:lnTo>
                  <a:pt x="4037" y="16844"/>
                </a:lnTo>
                <a:lnTo>
                  <a:pt x="3468" y="14465"/>
                </a:lnTo>
                <a:lnTo>
                  <a:pt x="2893" y="12078"/>
                </a:lnTo>
                <a:lnTo>
                  <a:pt x="2319" y="9684"/>
                </a:lnTo>
                <a:lnTo>
                  <a:pt x="1744" y="7279"/>
                </a:lnTo>
                <a:lnTo>
                  <a:pt x="1165" y="4867"/>
                </a:lnTo>
                <a:lnTo>
                  <a:pt x="585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B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2" name="contour_14760"/>
          <p:cNvSpPr/>
          <p:nvPr/>
        </p:nvSpPr>
        <p:spPr>
          <a:xfrm>
            <a:off x="5228577" y="5655481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259" y="21600"/>
                </a:lnTo>
                <a:lnTo>
                  <a:pt x="13844" y="21600"/>
                </a:lnTo>
                <a:lnTo>
                  <a:pt x="10412" y="21600"/>
                </a:lnTo>
                <a:lnTo>
                  <a:pt x="6966" y="21600"/>
                </a:lnTo>
                <a:lnTo>
                  <a:pt x="3498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4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3" name="contour_14761"/>
          <p:cNvSpPr/>
          <p:nvPr/>
        </p:nvSpPr>
        <p:spPr>
          <a:xfrm>
            <a:off x="884934" y="5633617"/>
            <a:ext cx="383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17" y="0"/>
                </a:moveTo>
                <a:lnTo>
                  <a:pt x="21120" y="4994"/>
                </a:lnTo>
                <a:lnTo>
                  <a:pt x="21481" y="8506"/>
                </a:lnTo>
                <a:lnTo>
                  <a:pt x="21600" y="11007"/>
                </a:lnTo>
                <a:lnTo>
                  <a:pt x="21481" y="12986"/>
                </a:lnTo>
                <a:lnTo>
                  <a:pt x="21120" y="14917"/>
                </a:lnTo>
                <a:lnTo>
                  <a:pt x="20517" y="17280"/>
                </a:lnTo>
                <a:lnTo>
                  <a:pt x="17886" y="18615"/>
                </a:lnTo>
                <a:lnTo>
                  <a:pt x="15244" y="19626"/>
                </a:lnTo>
                <a:lnTo>
                  <a:pt x="12560" y="20369"/>
                </a:lnTo>
                <a:lnTo>
                  <a:pt x="9819" y="20904"/>
                </a:lnTo>
                <a:lnTo>
                  <a:pt x="7009" y="21298"/>
                </a:lnTo>
                <a:lnTo>
                  <a:pt x="4103" y="21600"/>
                </a:lnTo>
                <a:lnTo>
                  <a:pt x="2716" y="18645"/>
                </a:lnTo>
                <a:lnTo>
                  <a:pt x="1810" y="16494"/>
                </a:lnTo>
                <a:lnTo>
                  <a:pt x="1186" y="14524"/>
                </a:lnTo>
                <a:lnTo>
                  <a:pt x="648" y="12113"/>
                </a:lnTo>
                <a:lnTo>
                  <a:pt x="0" y="8640"/>
                </a:lnTo>
                <a:lnTo>
                  <a:pt x="2544" y="6303"/>
                </a:lnTo>
                <a:lnTo>
                  <a:pt x="4862" y="4402"/>
                </a:lnTo>
                <a:lnTo>
                  <a:pt x="7074" y="2899"/>
                </a:lnTo>
                <a:lnTo>
                  <a:pt x="9290" y="1754"/>
                </a:lnTo>
                <a:lnTo>
                  <a:pt x="11629" y="929"/>
                </a:lnTo>
                <a:lnTo>
                  <a:pt x="14202" y="389"/>
                </a:lnTo>
                <a:lnTo>
                  <a:pt x="17127" y="91"/>
                </a:lnTo>
                <a:lnTo>
                  <a:pt x="20517" y="0"/>
                </a:lnTo>
                <a:close/>
              </a:path>
            </a:pathLst>
          </a:custGeom>
          <a:solidFill>
            <a:srgbClr val="332A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4" name="contour_14762"/>
          <p:cNvSpPr/>
          <p:nvPr/>
        </p:nvSpPr>
        <p:spPr>
          <a:xfrm>
            <a:off x="9834587" y="5604465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423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926" y="21217"/>
                </a:lnTo>
                <a:lnTo>
                  <a:pt x="16252" y="20835"/>
                </a:lnTo>
                <a:lnTo>
                  <a:pt x="13569" y="20452"/>
                </a:lnTo>
                <a:lnTo>
                  <a:pt x="10882" y="20069"/>
                </a:lnTo>
                <a:lnTo>
                  <a:pt x="8182" y="19684"/>
                </a:lnTo>
                <a:lnTo>
                  <a:pt x="5469" y="19295"/>
                </a:lnTo>
                <a:lnTo>
                  <a:pt x="2743" y="18906"/>
                </a:lnTo>
                <a:lnTo>
                  <a:pt x="0" y="18514"/>
                </a:lnTo>
                <a:lnTo>
                  <a:pt x="2138" y="17749"/>
                </a:lnTo>
                <a:lnTo>
                  <a:pt x="4290" y="16984"/>
                </a:lnTo>
                <a:lnTo>
                  <a:pt x="6450" y="16209"/>
                </a:lnTo>
                <a:lnTo>
                  <a:pt x="8640" y="15429"/>
                </a:lnTo>
                <a:lnTo>
                  <a:pt x="10165" y="13238"/>
                </a:lnTo>
                <a:lnTo>
                  <a:pt x="11150" y="11686"/>
                </a:lnTo>
                <a:lnTo>
                  <a:pt x="12027" y="10025"/>
                </a:lnTo>
                <a:lnTo>
                  <a:pt x="13228" y="7523"/>
                </a:lnTo>
                <a:lnTo>
                  <a:pt x="14442" y="5011"/>
                </a:lnTo>
                <a:lnTo>
                  <a:pt x="15267" y="3391"/>
                </a:lnTo>
                <a:lnTo>
                  <a:pt x="16088" y="1956"/>
                </a:lnTo>
                <a:lnTo>
                  <a:pt x="17280" y="0"/>
                </a:lnTo>
                <a:close/>
              </a:path>
            </a:pathLst>
          </a:custGeom>
          <a:solidFill>
            <a:srgbClr val="E0E1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5" name="contour_14763"/>
          <p:cNvSpPr/>
          <p:nvPr/>
        </p:nvSpPr>
        <p:spPr>
          <a:xfrm>
            <a:off x="1591869" y="5616746"/>
            <a:ext cx="36440" cy="31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7"/>
                </a:moveTo>
                <a:lnTo>
                  <a:pt x="7534" y="526"/>
                </a:lnTo>
                <a:lnTo>
                  <a:pt x="9815" y="0"/>
                </a:lnTo>
                <a:lnTo>
                  <a:pt x="11785" y="0"/>
                </a:lnTo>
                <a:lnTo>
                  <a:pt x="14066" y="526"/>
                </a:lnTo>
                <a:lnTo>
                  <a:pt x="17280" y="1577"/>
                </a:lnTo>
                <a:lnTo>
                  <a:pt x="18740" y="5301"/>
                </a:lnTo>
                <a:lnTo>
                  <a:pt x="19695" y="7944"/>
                </a:lnTo>
                <a:lnTo>
                  <a:pt x="20352" y="10227"/>
                </a:lnTo>
                <a:lnTo>
                  <a:pt x="20917" y="12870"/>
                </a:lnTo>
                <a:lnTo>
                  <a:pt x="21600" y="16594"/>
                </a:lnTo>
                <a:lnTo>
                  <a:pt x="18926" y="17215"/>
                </a:lnTo>
                <a:lnTo>
                  <a:pt x="16252" y="17836"/>
                </a:lnTo>
                <a:lnTo>
                  <a:pt x="13569" y="18456"/>
                </a:lnTo>
                <a:lnTo>
                  <a:pt x="10882" y="19077"/>
                </a:lnTo>
                <a:lnTo>
                  <a:pt x="8182" y="19703"/>
                </a:lnTo>
                <a:lnTo>
                  <a:pt x="5469" y="20334"/>
                </a:lnTo>
                <a:lnTo>
                  <a:pt x="2743" y="20964"/>
                </a:lnTo>
                <a:lnTo>
                  <a:pt x="0" y="21600"/>
                </a:lnTo>
                <a:lnTo>
                  <a:pt x="799" y="15713"/>
                </a:lnTo>
                <a:lnTo>
                  <a:pt x="1408" y="11588"/>
                </a:lnTo>
                <a:lnTo>
                  <a:pt x="1948" y="8670"/>
                </a:lnTo>
                <a:lnTo>
                  <a:pt x="2532" y="6397"/>
                </a:lnTo>
                <a:lnTo>
                  <a:pt x="3283" y="4220"/>
                </a:lnTo>
                <a:lnTo>
                  <a:pt x="4320" y="1577"/>
                </a:lnTo>
                <a:close/>
              </a:path>
            </a:pathLst>
          </a:custGeom>
          <a:solidFill>
            <a:srgbClr val="3D3B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6" name="contour_14764"/>
          <p:cNvSpPr/>
          <p:nvPr/>
        </p:nvSpPr>
        <p:spPr>
          <a:xfrm>
            <a:off x="7444126" y="5625069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20513" y="21260"/>
                </a:lnTo>
                <a:lnTo>
                  <a:pt x="19516" y="20940"/>
                </a:lnTo>
                <a:lnTo>
                  <a:pt x="18425" y="20599"/>
                </a:lnTo>
                <a:lnTo>
                  <a:pt x="17064" y="20170"/>
                </a:lnTo>
                <a:lnTo>
                  <a:pt x="15257" y="19599"/>
                </a:lnTo>
                <a:lnTo>
                  <a:pt x="12823" y="18836"/>
                </a:lnTo>
                <a:lnTo>
                  <a:pt x="9590" y="17815"/>
                </a:lnTo>
                <a:lnTo>
                  <a:pt x="5375" y="16488"/>
                </a:lnTo>
                <a:lnTo>
                  <a:pt x="0" y="14793"/>
                </a:lnTo>
                <a:lnTo>
                  <a:pt x="0" y="10293"/>
                </a:lnTo>
                <a:lnTo>
                  <a:pt x="0" y="5766"/>
                </a:lnTo>
                <a:lnTo>
                  <a:pt x="0" y="1178"/>
                </a:lnTo>
                <a:close/>
              </a:path>
            </a:pathLst>
          </a:custGeom>
          <a:solidFill>
            <a:srgbClr val="DF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7" name="contour_14765"/>
          <p:cNvSpPr/>
          <p:nvPr/>
        </p:nvSpPr>
        <p:spPr>
          <a:xfrm>
            <a:off x="10206275" y="561904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C4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8" name="contour_14766"/>
          <p:cNvSpPr/>
          <p:nvPr/>
        </p:nvSpPr>
        <p:spPr>
          <a:xfrm>
            <a:off x="7649123" y="5610617"/>
            <a:ext cx="35507" cy="448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66" y="547"/>
                </a:moveTo>
                <a:lnTo>
                  <a:pt x="6907" y="175"/>
                </a:lnTo>
                <a:lnTo>
                  <a:pt x="9816" y="7"/>
                </a:lnTo>
                <a:lnTo>
                  <a:pt x="12662" y="0"/>
                </a:lnTo>
                <a:lnTo>
                  <a:pt x="15522" y="112"/>
                </a:lnTo>
                <a:lnTo>
                  <a:pt x="18474" y="309"/>
                </a:lnTo>
                <a:lnTo>
                  <a:pt x="21600" y="547"/>
                </a:lnTo>
                <a:lnTo>
                  <a:pt x="20722" y="3130"/>
                </a:lnTo>
                <a:lnTo>
                  <a:pt x="19716" y="5470"/>
                </a:lnTo>
                <a:lnTo>
                  <a:pt x="18572" y="7607"/>
                </a:lnTo>
                <a:lnTo>
                  <a:pt x="17291" y="9575"/>
                </a:lnTo>
                <a:lnTo>
                  <a:pt x="15859" y="11411"/>
                </a:lnTo>
                <a:lnTo>
                  <a:pt x="14280" y="13151"/>
                </a:lnTo>
                <a:lnTo>
                  <a:pt x="12538" y="14825"/>
                </a:lnTo>
                <a:lnTo>
                  <a:pt x="10632" y="16470"/>
                </a:lnTo>
                <a:lnTo>
                  <a:pt x="8557" y="18126"/>
                </a:lnTo>
                <a:lnTo>
                  <a:pt x="6300" y="19825"/>
                </a:lnTo>
                <a:lnTo>
                  <a:pt x="3866" y="21600"/>
                </a:lnTo>
                <a:lnTo>
                  <a:pt x="2589" y="19133"/>
                </a:lnTo>
                <a:lnTo>
                  <a:pt x="1561" y="16853"/>
                </a:lnTo>
                <a:lnTo>
                  <a:pt x="785" y="14667"/>
                </a:lnTo>
                <a:lnTo>
                  <a:pt x="266" y="12488"/>
                </a:lnTo>
                <a:lnTo>
                  <a:pt x="4" y="10235"/>
                </a:lnTo>
                <a:lnTo>
                  <a:pt x="0" y="7818"/>
                </a:lnTo>
                <a:lnTo>
                  <a:pt x="266" y="5151"/>
                </a:lnTo>
                <a:lnTo>
                  <a:pt x="1454" y="3632"/>
                </a:lnTo>
                <a:lnTo>
                  <a:pt x="2651" y="2098"/>
                </a:lnTo>
                <a:lnTo>
                  <a:pt x="3866" y="547"/>
                </a:lnTo>
                <a:close/>
              </a:path>
            </a:pathLst>
          </a:custGeom>
          <a:solidFill>
            <a:srgbClr val="756D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69" name="contour_14767"/>
          <p:cNvSpPr/>
          <p:nvPr/>
        </p:nvSpPr>
        <p:spPr>
          <a:xfrm>
            <a:off x="5527384" y="5589889"/>
            <a:ext cx="2440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00" y="461"/>
                </a:lnTo>
                <a:lnTo>
                  <a:pt x="8206" y="878"/>
                </a:lnTo>
                <a:lnTo>
                  <a:pt x="11148" y="1426"/>
                </a:lnTo>
                <a:lnTo>
                  <a:pt x="14555" y="2275"/>
                </a:lnTo>
                <a:lnTo>
                  <a:pt x="19355" y="3600"/>
                </a:lnTo>
                <a:lnTo>
                  <a:pt x="20600" y="6070"/>
                </a:lnTo>
                <a:lnTo>
                  <a:pt x="21348" y="8456"/>
                </a:lnTo>
                <a:lnTo>
                  <a:pt x="21600" y="10800"/>
                </a:lnTo>
                <a:lnTo>
                  <a:pt x="21348" y="13144"/>
                </a:lnTo>
                <a:lnTo>
                  <a:pt x="20600" y="15530"/>
                </a:lnTo>
                <a:lnTo>
                  <a:pt x="19355" y="18000"/>
                </a:lnTo>
                <a:lnTo>
                  <a:pt x="14555" y="19325"/>
                </a:lnTo>
                <a:lnTo>
                  <a:pt x="11148" y="20174"/>
                </a:lnTo>
                <a:lnTo>
                  <a:pt x="8206" y="20722"/>
                </a:lnTo>
                <a:lnTo>
                  <a:pt x="4800" y="21139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935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0" name="contour_14768"/>
          <p:cNvSpPr/>
          <p:nvPr/>
        </p:nvSpPr>
        <p:spPr>
          <a:xfrm>
            <a:off x="1067133" y="5603999"/>
            <a:ext cx="51016" cy="29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0"/>
                </a:moveTo>
                <a:lnTo>
                  <a:pt x="20727" y="3348"/>
                </a:lnTo>
                <a:lnTo>
                  <a:pt x="19853" y="6357"/>
                </a:lnTo>
                <a:lnTo>
                  <a:pt x="18977" y="9376"/>
                </a:lnTo>
                <a:lnTo>
                  <a:pt x="18098" y="12405"/>
                </a:lnTo>
                <a:lnTo>
                  <a:pt x="17212" y="15451"/>
                </a:lnTo>
                <a:lnTo>
                  <a:pt x="16323" y="18512"/>
                </a:lnTo>
                <a:lnTo>
                  <a:pt x="15429" y="21600"/>
                </a:lnTo>
                <a:lnTo>
                  <a:pt x="14565" y="21005"/>
                </a:lnTo>
                <a:lnTo>
                  <a:pt x="13756" y="20447"/>
                </a:lnTo>
                <a:lnTo>
                  <a:pt x="12824" y="19809"/>
                </a:lnTo>
                <a:lnTo>
                  <a:pt x="11590" y="18958"/>
                </a:lnTo>
                <a:lnTo>
                  <a:pt x="9871" y="17773"/>
                </a:lnTo>
                <a:lnTo>
                  <a:pt x="7489" y="16131"/>
                </a:lnTo>
                <a:lnTo>
                  <a:pt x="4258" y="13904"/>
                </a:lnTo>
                <a:lnTo>
                  <a:pt x="0" y="10970"/>
                </a:lnTo>
                <a:lnTo>
                  <a:pt x="1993" y="8344"/>
                </a:lnTo>
                <a:lnTo>
                  <a:pt x="3866" y="6139"/>
                </a:lnTo>
                <a:lnTo>
                  <a:pt x="5653" y="4326"/>
                </a:lnTo>
                <a:lnTo>
                  <a:pt x="7400" y="2875"/>
                </a:lnTo>
                <a:lnTo>
                  <a:pt x="9140" y="1754"/>
                </a:lnTo>
                <a:lnTo>
                  <a:pt x="10911" y="935"/>
                </a:lnTo>
                <a:lnTo>
                  <a:pt x="12753" y="393"/>
                </a:lnTo>
                <a:lnTo>
                  <a:pt x="14707" y="90"/>
                </a:lnTo>
                <a:lnTo>
                  <a:pt x="16805" y="0"/>
                </a:lnTo>
                <a:lnTo>
                  <a:pt x="19091" y="96"/>
                </a:lnTo>
                <a:lnTo>
                  <a:pt x="21600" y="340"/>
                </a:lnTo>
                <a:close/>
              </a:path>
            </a:pathLst>
          </a:custGeom>
          <a:solidFill>
            <a:srgbClr val="3D30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1" name="contour_14769"/>
          <p:cNvSpPr/>
          <p:nvPr/>
        </p:nvSpPr>
        <p:spPr>
          <a:xfrm>
            <a:off x="10126107" y="558988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256" y="19176"/>
                </a:lnTo>
                <a:lnTo>
                  <a:pt x="12061" y="17211"/>
                </a:lnTo>
                <a:lnTo>
                  <a:pt x="8843" y="15561"/>
                </a:lnTo>
                <a:lnTo>
                  <a:pt x="6415" y="14083"/>
                </a:lnTo>
                <a:lnTo>
                  <a:pt x="4609" y="12636"/>
                </a:lnTo>
                <a:lnTo>
                  <a:pt x="3244" y="11081"/>
                </a:lnTo>
                <a:lnTo>
                  <a:pt x="2138" y="9271"/>
                </a:lnTo>
                <a:lnTo>
                  <a:pt x="1115" y="7063"/>
                </a:lnTo>
                <a:lnTo>
                  <a:pt x="0" y="4320"/>
                </a:lnTo>
                <a:lnTo>
                  <a:pt x="2825" y="3318"/>
                </a:lnTo>
                <a:lnTo>
                  <a:pt x="5486" y="2445"/>
                </a:lnTo>
                <a:lnTo>
                  <a:pt x="8048" y="1702"/>
                </a:lnTo>
                <a:lnTo>
                  <a:pt x="10571" y="1093"/>
                </a:lnTo>
                <a:lnTo>
                  <a:pt x="13120" y="618"/>
                </a:lnTo>
                <a:lnTo>
                  <a:pt x="15768" y="276"/>
                </a:lnTo>
                <a:lnTo>
                  <a:pt x="18572" y="69"/>
                </a:lnTo>
                <a:lnTo>
                  <a:pt x="21600" y="0"/>
                </a:lnTo>
                <a:close/>
              </a:path>
            </a:pathLst>
          </a:custGeom>
          <a:solidFill>
            <a:srgbClr val="D2D7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2" name="contour_14770"/>
          <p:cNvSpPr/>
          <p:nvPr/>
        </p:nvSpPr>
        <p:spPr>
          <a:xfrm>
            <a:off x="7218198" y="558260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790" y="3668"/>
                </a:lnTo>
                <a:lnTo>
                  <a:pt x="13306" y="6653"/>
                </a:lnTo>
                <a:lnTo>
                  <a:pt x="16043" y="9086"/>
                </a:lnTo>
                <a:lnTo>
                  <a:pt x="18101" y="11102"/>
                </a:lnTo>
                <a:lnTo>
                  <a:pt x="19575" y="12823"/>
                </a:lnTo>
                <a:lnTo>
                  <a:pt x="20563" y="14386"/>
                </a:lnTo>
                <a:lnTo>
                  <a:pt x="21163" y="15912"/>
                </a:lnTo>
                <a:lnTo>
                  <a:pt x="21470" y="17539"/>
                </a:lnTo>
                <a:lnTo>
                  <a:pt x="21584" y="1939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8884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3" name="contour_14771"/>
          <p:cNvSpPr/>
          <p:nvPr/>
        </p:nvSpPr>
        <p:spPr>
          <a:xfrm>
            <a:off x="1686613" y="5572690"/>
            <a:ext cx="36440" cy="39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451"/>
                </a:moveTo>
                <a:lnTo>
                  <a:pt x="7534" y="484"/>
                </a:lnTo>
                <a:lnTo>
                  <a:pt x="9815" y="0"/>
                </a:lnTo>
                <a:lnTo>
                  <a:pt x="11785" y="0"/>
                </a:lnTo>
                <a:lnTo>
                  <a:pt x="14066" y="484"/>
                </a:lnTo>
                <a:lnTo>
                  <a:pt x="17280" y="1451"/>
                </a:lnTo>
                <a:lnTo>
                  <a:pt x="18740" y="4449"/>
                </a:lnTo>
                <a:lnTo>
                  <a:pt x="19695" y="6577"/>
                </a:lnTo>
                <a:lnTo>
                  <a:pt x="20352" y="8414"/>
                </a:lnTo>
                <a:lnTo>
                  <a:pt x="20917" y="10542"/>
                </a:lnTo>
                <a:lnTo>
                  <a:pt x="21600" y="13540"/>
                </a:lnTo>
                <a:lnTo>
                  <a:pt x="18926" y="14540"/>
                </a:lnTo>
                <a:lnTo>
                  <a:pt x="16252" y="15535"/>
                </a:lnTo>
                <a:lnTo>
                  <a:pt x="13569" y="16539"/>
                </a:lnTo>
                <a:lnTo>
                  <a:pt x="10882" y="17538"/>
                </a:lnTo>
                <a:lnTo>
                  <a:pt x="8182" y="18545"/>
                </a:lnTo>
                <a:lnTo>
                  <a:pt x="5469" y="19557"/>
                </a:lnTo>
                <a:lnTo>
                  <a:pt x="2743" y="20576"/>
                </a:lnTo>
                <a:lnTo>
                  <a:pt x="0" y="21600"/>
                </a:lnTo>
                <a:lnTo>
                  <a:pt x="626" y="16962"/>
                </a:lnTo>
                <a:lnTo>
                  <a:pt x="1123" y="13399"/>
                </a:lnTo>
                <a:lnTo>
                  <a:pt x="1551" y="10679"/>
                </a:lnTo>
                <a:lnTo>
                  <a:pt x="1948" y="8567"/>
                </a:lnTo>
                <a:lnTo>
                  <a:pt x="2376" y="6823"/>
                </a:lnTo>
                <a:lnTo>
                  <a:pt x="2881" y="5215"/>
                </a:lnTo>
                <a:lnTo>
                  <a:pt x="3512" y="3502"/>
                </a:lnTo>
                <a:lnTo>
                  <a:pt x="4320" y="1451"/>
                </a:lnTo>
                <a:close/>
              </a:path>
            </a:pathLst>
          </a:custGeom>
          <a:solidFill>
            <a:srgbClr val="4443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4" name="contour_14772"/>
          <p:cNvSpPr/>
          <p:nvPr/>
        </p:nvSpPr>
        <p:spPr>
          <a:xfrm>
            <a:off x="1037982" y="557531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84" y="298"/>
                </a:lnTo>
                <a:lnTo>
                  <a:pt x="3950" y="626"/>
                </a:lnTo>
                <a:lnTo>
                  <a:pt x="5897" y="1007"/>
                </a:lnTo>
                <a:lnTo>
                  <a:pt x="7825" y="1456"/>
                </a:lnTo>
                <a:lnTo>
                  <a:pt x="9742" y="1992"/>
                </a:lnTo>
                <a:lnTo>
                  <a:pt x="11649" y="2631"/>
                </a:lnTo>
                <a:lnTo>
                  <a:pt x="13540" y="3404"/>
                </a:lnTo>
                <a:lnTo>
                  <a:pt x="15429" y="4320"/>
                </a:lnTo>
                <a:lnTo>
                  <a:pt x="15706" y="7534"/>
                </a:lnTo>
                <a:lnTo>
                  <a:pt x="15845" y="9815"/>
                </a:lnTo>
                <a:lnTo>
                  <a:pt x="15845" y="11785"/>
                </a:lnTo>
                <a:lnTo>
                  <a:pt x="15706" y="14066"/>
                </a:lnTo>
                <a:lnTo>
                  <a:pt x="15429" y="17280"/>
                </a:lnTo>
                <a:lnTo>
                  <a:pt x="17261" y="19021"/>
                </a:lnTo>
                <a:lnTo>
                  <a:pt x="18514" y="20049"/>
                </a:lnTo>
                <a:lnTo>
                  <a:pt x="19767" y="20775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2343" y="19034"/>
                </a:lnTo>
                <a:lnTo>
                  <a:pt x="12343" y="16459"/>
                </a:lnTo>
                <a:lnTo>
                  <a:pt x="12343" y="13876"/>
                </a:lnTo>
                <a:lnTo>
                  <a:pt x="12343" y="11271"/>
                </a:lnTo>
                <a:lnTo>
                  <a:pt x="12343" y="8640"/>
                </a:lnTo>
                <a:lnTo>
                  <a:pt x="10306" y="9353"/>
                </a:lnTo>
                <a:lnTo>
                  <a:pt x="8267" y="10066"/>
                </a:lnTo>
                <a:lnTo>
                  <a:pt x="6218" y="10783"/>
                </a:lnTo>
                <a:lnTo>
                  <a:pt x="4160" y="11504"/>
                </a:lnTo>
                <a:lnTo>
                  <a:pt x="2089" y="1223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5446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5" name="contour_14773"/>
          <p:cNvSpPr/>
          <p:nvPr/>
        </p:nvSpPr>
        <p:spPr>
          <a:xfrm>
            <a:off x="10971507" y="5576450"/>
            <a:ext cx="51016" cy="28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12" y="1231"/>
                </a:moveTo>
                <a:lnTo>
                  <a:pt x="17857" y="2388"/>
                </a:lnTo>
                <a:lnTo>
                  <a:pt x="19718" y="3563"/>
                </a:lnTo>
                <a:lnTo>
                  <a:pt x="21600" y="4743"/>
                </a:lnTo>
                <a:lnTo>
                  <a:pt x="20150" y="6602"/>
                </a:lnTo>
                <a:lnTo>
                  <a:pt x="18690" y="8446"/>
                </a:lnTo>
                <a:lnTo>
                  <a:pt x="17224" y="10266"/>
                </a:lnTo>
                <a:lnTo>
                  <a:pt x="15753" y="12076"/>
                </a:lnTo>
                <a:lnTo>
                  <a:pt x="14278" y="13874"/>
                </a:lnTo>
                <a:lnTo>
                  <a:pt x="12914" y="15571"/>
                </a:lnTo>
                <a:lnTo>
                  <a:pt x="11544" y="17279"/>
                </a:lnTo>
                <a:lnTo>
                  <a:pt x="10155" y="19010"/>
                </a:lnTo>
                <a:lnTo>
                  <a:pt x="8177" y="20296"/>
                </a:lnTo>
                <a:lnTo>
                  <a:pt x="6171" y="21600"/>
                </a:lnTo>
                <a:lnTo>
                  <a:pt x="4055" y="18538"/>
                </a:lnTo>
                <a:lnTo>
                  <a:pt x="2709" y="16340"/>
                </a:lnTo>
                <a:lnTo>
                  <a:pt x="1549" y="13969"/>
                </a:lnTo>
                <a:lnTo>
                  <a:pt x="0" y="10362"/>
                </a:lnTo>
                <a:lnTo>
                  <a:pt x="2012" y="7327"/>
                </a:lnTo>
                <a:lnTo>
                  <a:pt x="3873" y="4782"/>
                </a:lnTo>
                <a:lnTo>
                  <a:pt x="5653" y="2748"/>
                </a:lnTo>
                <a:lnTo>
                  <a:pt x="7430" y="1253"/>
                </a:lnTo>
                <a:lnTo>
                  <a:pt x="9282" y="332"/>
                </a:lnTo>
                <a:lnTo>
                  <a:pt x="11278" y="0"/>
                </a:lnTo>
                <a:lnTo>
                  <a:pt x="13497" y="292"/>
                </a:lnTo>
                <a:lnTo>
                  <a:pt x="16012" y="1231"/>
                </a:lnTo>
                <a:close/>
              </a:path>
            </a:pathLst>
          </a:custGeom>
          <a:solidFill>
            <a:srgbClr val="7018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6" name="contour_14774"/>
          <p:cNvSpPr/>
          <p:nvPr/>
        </p:nvSpPr>
        <p:spPr>
          <a:xfrm>
            <a:off x="6941255" y="5575313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2040"/>
                </a:lnTo>
                <a:lnTo>
                  <a:pt x="12960" y="4092"/>
                </a:lnTo>
                <a:lnTo>
                  <a:pt x="12960" y="6171"/>
                </a:lnTo>
                <a:lnTo>
                  <a:pt x="15816" y="6171"/>
                </a:lnTo>
                <a:lnTo>
                  <a:pt x="18688" y="6171"/>
                </a:lnTo>
                <a:lnTo>
                  <a:pt x="21600" y="6171"/>
                </a:lnTo>
                <a:lnTo>
                  <a:pt x="21064" y="8081"/>
                </a:lnTo>
                <a:lnTo>
                  <a:pt x="20529" y="9992"/>
                </a:lnTo>
                <a:lnTo>
                  <a:pt x="19993" y="11908"/>
                </a:lnTo>
                <a:lnTo>
                  <a:pt x="19457" y="13827"/>
                </a:lnTo>
                <a:lnTo>
                  <a:pt x="18917" y="15756"/>
                </a:lnTo>
                <a:lnTo>
                  <a:pt x="18373" y="17693"/>
                </a:lnTo>
                <a:lnTo>
                  <a:pt x="17829" y="19641"/>
                </a:lnTo>
                <a:lnTo>
                  <a:pt x="17280" y="21600"/>
                </a:lnTo>
                <a:lnTo>
                  <a:pt x="14429" y="18786"/>
                </a:lnTo>
                <a:lnTo>
                  <a:pt x="12286" y="16586"/>
                </a:lnTo>
                <a:lnTo>
                  <a:pt x="10748" y="14821"/>
                </a:lnTo>
                <a:lnTo>
                  <a:pt x="9720" y="13306"/>
                </a:lnTo>
                <a:lnTo>
                  <a:pt x="9094" y="11868"/>
                </a:lnTo>
                <a:lnTo>
                  <a:pt x="8774" y="10319"/>
                </a:lnTo>
                <a:lnTo>
                  <a:pt x="8657" y="8480"/>
                </a:lnTo>
                <a:lnTo>
                  <a:pt x="8640" y="6171"/>
                </a:lnTo>
                <a:lnTo>
                  <a:pt x="6074" y="5039"/>
                </a:lnTo>
                <a:lnTo>
                  <a:pt x="4320" y="4339"/>
                </a:lnTo>
                <a:lnTo>
                  <a:pt x="2566" y="3786"/>
                </a:lnTo>
                <a:lnTo>
                  <a:pt x="0" y="3086"/>
                </a:lnTo>
                <a:lnTo>
                  <a:pt x="2143" y="1555"/>
                </a:lnTo>
                <a:lnTo>
                  <a:pt x="4320" y="0"/>
                </a:lnTo>
                <a:close/>
              </a:path>
            </a:pathLst>
          </a:custGeom>
          <a:solidFill>
            <a:srgbClr val="EC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7" name="contour_14775"/>
          <p:cNvSpPr/>
          <p:nvPr/>
        </p:nvSpPr>
        <p:spPr>
          <a:xfrm>
            <a:off x="5082817" y="556802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8645" y="18740"/>
                </a:lnTo>
                <a:lnTo>
                  <a:pt x="16494" y="19695"/>
                </a:lnTo>
                <a:lnTo>
                  <a:pt x="14524" y="20352"/>
                </a:lnTo>
                <a:lnTo>
                  <a:pt x="12113" y="20917"/>
                </a:lnTo>
                <a:lnTo>
                  <a:pt x="8640" y="21600"/>
                </a:lnTo>
                <a:lnTo>
                  <a:pt x="6463" y="18952"/>
                </a:lnTo>
                <a:lnTo>
                  <a:pt x="4899" y="16978"/>
                </a:lnTo>
                <a:lnTo>
                  <a:pt x="3711" y="15323"/>
                </a:lnTo>
                <a:lnTo>
                  <a:pt x="2657" y="13617"/>
                </a:lnTo>
                <a:lnTo>
                  <a:pt x="1503" y="11513"/>
                </a:lnTo>
                <a:lnTo>
                  <a:pt x="0" y="8640"/>
                </a:lnTo>
                <a:lnTo>
                  <a:pt x="2445" y="7417"/>
                </a:lnTo>
                <a:lnTo>
                  <a:pt x="4890" y="6195"/>
                </a:lnTo>
                <a:lnTo>
                  <a:pt x="7344" y="4968"/>
                </a:lnTo>
                <a:lnTo>
                  <a:pt x="9806" y="3737"/>
                </a:lnTo>
                <a:lnTo>
                  <a:pt x="12282" y="2497"/>
                </a:lnTo>
                <a:lnTo>
                  <a:pt x="14770" y="1253"/>
                </a:lnTo>
                <a:lnTo>
                  <a:pt x="17280" y="0"/>
                </a:lnTo>
                <a:close/>
              </a:path>
            </a:pathLst>
          </a:custGeom>
          <a:solidFill>
            <a:srgbClr val="7552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8" name="contour_14776"/>
          <p:cNvSpPr/>
          <p:nvPr/>
        </p:nvSpPr>
        <p:spPr>
          <a:xfrm>
            <a:off x="8449869" y="5531586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1" y="2037"/>
                </a:lnTo>
                <a:lnTo>
                  <a:pt x="1782" y="4076"/>
                </a:lnTo>
                <a:lnTo>
                  <a:pt x="2678" y="6125"/>
                </a:lnTo>
                <a:lnTo>
                  <a:pt x="3580" y="8183"/>
                </a:lnTo>
                <a:lnTo>
                  <a:pt x="4487" y="10254"/>
                </a:lnTo>
                <a:lnTo>
                  <a:pt x="5400" y="12343"/>
                </a:lnTo>
                <a:lnTo>
                  <a:pt x="8608" y="11732"/>
                </a:lnTo>
                <a:lnTo>
                  <a:pt x="11826" y="11118"/>
                </a:lnTo>
                <a:lnTo>
                  <a:pt x="15055" y="10504"/>
                </a:lnTo>
                <a:lnTo>
                  <a:pt x="18311" y="9884"/>
                </a:lnTo>
                <a:lnTo>
                  <a:pt x="21600" y="9257"/>
                </a:lnTo>
                <a:lnTo>
                  <a:pt x="21092" y="11318"/>
                </a:lnTo>
                <a:lnTo>
                  <a:pt x="20531" y="13377"/>
                </a:lnTo>
                <a:lnTo>
                  <a:pt x="19915" y="15429"/>
                </a:lnTo>
                <a:lnTo>
                  <a:pt x="19672" y="16293"/>
                </a:lnTo>
                <a:lnTo>
                  <a:pt x="18965" y="18900"/>
                </a:lnTo>
                <a:lnTo>
                  <a:pt x="17593" y="20239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4A4B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79" name="contour_14777"/>
          <p:cNvSpPr/>
          <p:nvPr/>
        </p:nvSpPr>
        <p:spPr>
          <a:xfrm>
            <a:off x="897542" y="5561765"/>
            <a:ext cx="38408" cy="354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19"/>
                </a:moveTo>
                <a:lnTo>
                  <a:pt x="20440" y="6335"/>
                </a:lnTo>
                <a:lnTo>
                  <a:pt x="19280" y="8851"/>
                </a:lnTo>
                <a:lnTo>
                  <a:pt x="18116" y="11376"/>
                </a:lnTo>
                <a:lnTo>
                  <a:pt x="16948" y="13910"/>
                </a:lnTo>
                <a:lnTo>
                  <a:pt x="15772" y="16457"/>
                </a:lnTo>
                <a:lnTo>
                  <a:pt x="14591" y="19017"/>
                </a:lnTo>
                <a:lnTo>
                  <a:pt x="13403" y="21600"/>
                </a:lnTo>
                <a:lnTo>
                  <a:pt x="10353" y="20898"/>
                </a:lnTo>
                <a:lnTo>
                  <a:pt x="8189" y="20315"/>
                </a:lnTo>
                <a:lnTo>
                  <a:pt x="6320" y="19640"/>
                </a:lnTo>
                <a:lnTo>
                  <a:pt x="4156" y="18657"/>
                </a:lnTo>
                <a:lnTo>
                  <a:pt x="1107" y="17155"/>
                </a:lnTo>
                <a:lnTo>
                  <a:pt x="369" y="13847"/>
                </a:lnTo>
                <a:lnTo>
                  <a:pt x="0" y="11500"/>
                </a:lnTo>
                <a:lnTo>
                  <a:pt x="0" y="9473"/>
                </a:lnTo>
                <a:lnTo>
                  <a:pt x="369" y="7126"/>
                </a:lnTo>
                <a:lnTo>
                  <a:pt x="1107" y="3819"/>
                </a:lnTo>
                <a:lnTo>
                  <a:pt x="4570" y="1885"/>
                </a:lnTo>
                <a:lnTo>
                  <a:pt x="7451" y="618"/>
                </a:lnTo>
                <a:lnTo>
                  <a:pt x="9993" y="0"/>
                </a:lnTo>
                <a:lnTo>
                  <a:pt x="12435" y="27"/>
                </a:lnTo>
                <a:lnTo>
                  <a:pt x="15022" y="680"/>
                </a:lnTo>
                <a:lnTo>
                  <a:pt x="17997" y="1947"/>
                </a:lnTo>
                <a:lnTo>
                  <a:pt x="21600" y="3819"/>
                </a:lnTo>
                <a:close/>
              </a:path>
            </a:pathLst>
          </a:custGeom>
          <a:solidFill>
            <a:srgbClr val="BDC0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0" name="contour_14778"/>
          <p:cNvSpPr/>
          <p:nvPr/>
        </p:nvSpPr>
        <p:spPr>
          <a:xfrm>
            <a:off x="8726813" y="5538874"/>
            <a:ext cx="3873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92" y="0"/>
                </a:moveTo>
                <a:lnTo>
                  <a:pt x="14606" y="825"/>
                </a:lnTo>
                <a:lnTo>
                  <a:pt x="16256" y="1551"/>
                </a:lnTo>
                <a:lnTo>
                  <a:pt x="17906" y="2579"/>
                </a:lnTo>
                <a:lnTo>
                  <a:pt x="20320" y="4320"/>
                </a:lnTo>
                <a:lnTo>
                  <a:pt x="21173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173" y="14066"/>
                </a:lnTo>
                <a:lnTo>
                  <a:pt x="20320" y="17280"/>
                </a:lnTo>
                <a:lnTo>
                  <a:pt x="17833" y="18187"/>
                </a:lnTo>
                <a:lnTo>
                  <a:pt x="15333" y="18956"/>
                </a:lnTo>
                <a:lnTo>
                  <a:pt x="12826" y="19596"/>
                </a:lnTo>
                <a:lnTo>
                  <a:pt x="10306" y="20136"/>
                </a:lnTo>
                <a:lnTo>
                  <a:pt x="7762" y="20585"/>
                </a:lnTo>
                <a:lnTo>
                  <a:pt x="5202" y="20969"/>
                </a:lnTo>
                <a:lnTo>
                  <a:pt x="2613" y="21302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686" y="12960"/>
                </a:lnTo>
                <a:lnTo>
                  <a:pt x="5389" y="12960"/>
                </a:lnTo>
                <a:lnTo>
                  <a:pt x="8128" y="12960"/>
                </a:lnTo>
                <a:lnTo>
                  <a:pt x="9380" y="9746"/>
                </a:lnTo>
                <a:lnTo>
                  <a:pt x="10217" y="7465"/>
                </a:lnTo>
                <a:lnTo>
                  <a:pt x="10835" y="5495"/>
                </a:lnTo>
                <a:lnTo>
                  <a:pt x="11428" y="3214"/>
                </a:lnTo>
                <a:lnTo>
                  <a:pt x="12192" y="0"/>
                </a:lnTo>
                <a:close/>
              </a:path>
            </a:pathLst>
          </a:custGeom>
          <a:solidFill>
            <a:srgbClr val="8463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1" name="contour_14779"/>
          <p:cNvSpPr/>
          <p:nvPr/>
        </p:nvSpPr>
        <p:spPr>
          <a:xfrm>
            <a:off x="9936619" y="5523037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21600" y="5221"/>
                </a:lnTo>
                <a:lnTo>
                  <a:pt x="21600" y="9279"/>
                </a:lnTo>
                <a:lnTo>
                  <a:pt x="21600" y="13349"/>
                </a:lnTo>
                <a:lnTo>
                  <a:pt x="21600" y="1745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E0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2" name="contour_14780"/>
          <p:cNvSpPr/>
          <p:nvPr/>
        </p:nvSpPr>
        <p:spPr>
          <a:xfrm>
            <a:off x="1948980" y="552429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462" y="20317"/>
                </a:lnTo>
                <a:lnTo>
                  <a:pt x="17323" y="19034"/>
                </a:lnTo>
                <a:lnTo>
                  <a:pt x="15178" y="17747"/>
                </a:lnTo>
                <a:lnTo>
                  <a:pt x="13032" y="16459"/>
                </a:lnTo>
                <a:lnTo>
                  <a:pt x="10879" y="15168"/>
                </a:lnTo>
                <a:lnTo>
                  <a:pt x="8723" y="13876"/>
                </a:lnTo>
                <a:lnTo>
                  <a:pt x="6556" y="12576"/>
                </a:lnTo>
                <a:lnTo>
                  <a:pt x="4381" y="11271"/>
                </a:lnTo>
                <a:lnTo>
                  <a:pt x="2196" y="9958"/>
                </a:lnTo>
                <a:lnTo>
                  <a:pt x="0" y="8640"/>
                </a:lnTo>
                <a:lnTo>
                  <a:pt x="4028" y="6070"/>
                </a:lnTo>
                <a:lnTo>
                  <a:pt x="7236" y="4065"/>
                </a:lnTo>
                <a:lnTo>
                  <a:pt x="9799" y="2562"/>
                </a:lnTo>
                <a:lnTo>
                  <a:pt x="11898" y="1482"/>
                </a:lnTo>
                <a:lnTo>
                  <a:pt x="13705" y="760"/>
                </a:lnTo>
                <a:lnTo>
                  <a:pt x="15401" y="320"/>
                </a:lnTo>
                <a:lnTo>
                  <a:pt x="17161" y="95"/>
                </a:lnTo>
                <a:lnTo>
                  <a:pt x="19170" y="13"/>
                </a:lnTo>
                <a:lnTo>
                  <a:pt x="21600" y="0"/>
                </a:lnTo>
                <a:close/>
              </a:path>
            </a:pathLst>
          </a:custGeom>
          <a:solidFill>
            <a:srgbClr val="CCB8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3" name="contour_14781"/>
          <p:cNvSpPr/>
          <p:nvPr/>
        </p:nvSpPr>
        <p:spPr>
          <a:xfrm>
            <a:off x="10607114" y="550972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125" y="3208"/>
                </a:lnTo>
                <a:lnTo>
                  <a:pt x="19739" y="6426"/>
                </a:lnTo>
                <a:lnTo>
                  <a:pt x="20353" y="9655"/>
                </a:lnTo>
                <a:lnTo>
                  <a:pt x="20974" y="12911"/>
                </a:lnTo>
                <a:lnTo>
                  <a:pt x="21600" y="16200"/>
                </a:lnTo>
                <a:lnTo>
                  <a:pt x="19675" y="17863"/>
                </a:lnTo>
                <a:lnTo>
                  <a:pt x="18230" y="18976"/>
                </a:lnTo>
                <a:lnTo>
                  <a:pt x="16823" y="19796"/>
                </a:lnTo>
                <a:lnTo>
                  <a:pt x="15009" y="20585"/>
                </a:lnTo>
                <a:lnTo>
                  <a:pt x="12343" y="21600"/>
                </a:lnTo>
                <a:lnTo>
                  <a:pt x="10451" y="20358"/>
                </a:lnTo>
                <a:lnTo>
                  <a:pt x="8643" y="19003"/>
                </a:lnTo>
                <a:lnTo>
                  <a:pt x="6897" y="17539"/>
                </a:lnTo>
                <a:lnTo>
                  <a:pt x="5184" y="15979"/>
                </a:lnTo>
                <a:lnTo>
                  <a:pt x="3481" y="14332"/>
                </a:lnTo>
                <a:lnTo>
                  <a:pt x="1762" y="12604"/>
                </a:lnTo>
                <a:lnTo>
                  <a:pt x="0" y="10800"/>
                </a:lnTo>
                <a:lnTo>
                  <a:pt x="2037" y="9612"/>
                </a:lnTo>
                <a:lnTo>
                  <a:pt x="4076" y="8424"/>
                </a:lnTo>
                <a:lnTo>
                  <a:pt x="6116" y="7231"/>
                </a:lnTo>
                <a:lnTo>
                  <a:pt x="8162" y="6037"/>
                </a:lnTo>
                <a:lnTo>
                  <a:pt x="10214" y="4844"/>
                </a:lnTo>
                <a:lnTo>
                  <a:pt x="12275" y="3640"/>
                </a:lnTo>
                <a:lnTo>
                  <a:pt x="14342" y="2435"/>
                </a:lnTo>
                <a:lnTo>
                  <a:pt x="16422" y="1220"/>
                </a:lnTo>
                <a:lnTo>
                  <a:pt x="18514" y="0"/>
                </a:lnTo>
                <a:close/>
              </a:path>
            </a:pathLst>
          </a:custGeom>
          <a:solidFill>
            <a:srgbClr val="9784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4" name="contour_14782"/>
          <p:cNvSpPr/>
          <p:nvPr/>
        </p:nvSpPr>
        <p:spPr>
          <a:xfrm>
            <a:off x="7253326" y="5502434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3534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5" name="contour_14783"/>
          <p:cNvSpPr/>
          <p:nvPr/>
        </p:nvSpPr>
        <p:spPr>
          <a:xfrm>
            <a:off x="8172109" y="5495146"/>
            <a:ext cx="299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88" y="0"/>
                </a:moveTo>
                <a:lnTo>
                  <a:pt x="4061" y="0"/>
                </a:lnTo>
                <a:lnTo>
                  <a:pt x="7554" y="0"/>
                </a:lnTo>
                <a:lnTo>
                  <a:pt x="11094" y="0"/>
                </a:lnTo>
                <a:lnTo>
                  <a:pt x="10879" y="1975"/>
                </a:lnTo>
                <a:lnTo>
                  <a:pt x="10658" y="3965"/>
                </a:lnTo>
                <a:lnTo>
                  <a:pt x="10438" y="5980"/>
                </a:lnTo>
                <a:lnTo>
                  <a:pt x="10432" y="8489"/>
                </a:lnTo>
                <a:lnTo>
                  <a:pt x="10606" y="10140"/>
                </a:lnTo>
                <a:lnTo>
                  <a:pt x="11094" y="12343"/>
                </a:lnTo>
                <a:lnTo>
                  <a:pt x="14214" y="13694"/>
                </a:lnTo>
                <a:lnTo>
                  <a:pt x="16347" y="14466"/>
                </a:lnTo>
                <a:lnTo>
                  <a:pt x="18480" y="14947"/>
                </a:lnTo>
                <a:lnTo>
                  <a:pt x="21600" y="15429"/>
                </a:lnTo>
                <a:lnTo>
                  <a:pt x="19000" y="16956"/>
                </a:lnTo>
                <a:lnTo>
                  <a:pt x="16384" y="18490"/>
                </a:lnTo>
                <a:lnTo>
                  <a:pt x="13757" y="20036"/>
                </a:lnTo>
                <a:lnTo>
                  <a:pt x="11094" y="21600"/>
                </a:lnTo>
                <a:lnTo>
                  <a:pt x="7974" y="20310"/>
                </a:lnTo>
                <a:lnTo>
                  <a:pt x="5841" y="19236"/>
                </a:lnTo>
                <a:lnTo>
                  <a:pt x="3709" y="17801"/>
                </a:lnTo>
                <a:lnTo>
                  <a:pt x="588" y="15429"/>
                </a:lnTo>
                <a:lnTo>
                  <a:pt x="263" y="13216"/>
                </a:lnTo>
                <a:lnTo>
                  <a:pt x="68" y="11013"/>
                </a:lnTo>
                <a:lnTo>
                  <a:pt x="0" y="8816"/>
                </a:lnTo>
                <a:lnTo>
                  <a:pt x="37" y="6619"/>
                </a:lnTo>
                <a:lnTo>
                  <a:pt x="158" y="4422"/>
                </a:lnTo>
                <a:lnTo>
                  <a:pt x="347" y="2216"/>
                </a:lnTo>
                <a:lnTo>
                  <a:pt x="588" y="0"/>
                </a:lnTo>
                <a:close/>
              </a:path>
            </a:pathLst>
          </a:custGeom>
          <a:solidFill>
            <a:srgbClr val="998E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6" name="contour_14784"/>
          <p:cNvSpPr/>
          <p:nvPr/>
        </p:nvSpPr>
        <p:spPr>
          <a:xfrm>
            <a:off x="4805873" y="5510035"/>
            <a:ext cx="51016" cy="21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991"/>
                </a:moveTo>
                <a:lnTo>
                  <a:pt x="21600" y="11819"/>
                </a:lnTo>
                <a:lnTo>
                  <a:pt x="21600" y="16677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6772"/>
                </a:lnTo>
                <a:lnTo>
                  <a:pt x="0" y="11914"/>
                </a:lnTo>
                <a:lnTo>
                  <a:pt x="0" y="6991"/>
                </a:lnTo>
                <a:lnTo>
                  <a:pt x="1892" y="5069"/>
                </a:lnTo>
                <a:lnTo>
                  <a:pt x="3283" y="3901"/>
                </a:lnTo>
                <a:lnTo>
                  <a:pt x="4866" y="3024"/>
                </a:lnTo>
                <a:lnTo>
                  <a:pt x="7329" y="1965"/>
                </a:lnTo>
                <a:lnTo>
                  <a:pt x="9374" y="1023"/>
                </a:lnTo>
                <a:lnTo>
                  <a:pt x="11451" y="58"/>
                </a:lnTo>
                <a:lnTo>
                  <a:pt x="13883" y="0"/>
                </a:lnTo>
                <a:lnTo>
                  <a:pt x="15935" y="453"/>
                </a:lnTo>
                <a:lnTo>
                  <a:pt x="17783" y="1629"/>
                </a:lnTo>
                <a:lnTo>
                  <a:pt x="19613" y="3740"/>
                </a:lnTo>
                <a:lnTo>
                  <a:pt x="21600" y="6991"/>
                </a:lnTo>
                <a:close/>
              </a:path>
            </a:pathLst>
          </a:custGeom>
          <a:solidFill>
            <a:srgbClr val="6948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7" name="contour_14785"/>
          <p:cNvSpPr/>
          <p:nvPr/>
        </p:nvSpPr>
        <p:spPr>
          <a:xfrm>
            <a:off x="4288426" y="549514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B6A3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8" name="contour_14786"/>
          <p:cNvSpPr/>
          <p:nvPr/>
        </p:nvSpPr>
        <p:spPr>
          <a:xfrm>
            <a:off x="1132725" y="5480570"/>
            <a:ext cx="72880" cy="280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19868" y="3336"/>
                </a:lnTo>
                <a:lnTo>
                  <a:pt x="20298" y="6683"/>
                </a:lnTo>
                <a:lnTo>
                  <a:pt x="20727" y="10042"/>
                </a:lnTo>
                <a:lnTo>
                  <a:pt x="21162" y="13428"/>
                </a:lnTo>
                <a:lnTo>
                  <a:pt x="21600" y="16849"/>
                </a:lnTo>
                <a:lnTo>
                  <a:pt x="20066" y="18388"/>
                </a:lnTo>
                <a:lnTo>
                  <a:pt x="18611" y="19601"/>
                </a:lnTo>
                <a:lnTo>
                  <a:pt x="17213" y="20505"/>
                </a:lnTo>
                <a:lnTo>
                  <a:pt x="15850" y="21128"/>
                </a:lnTo>
                <a:lnTo>
                  <a:pt x="14498" y="21488"/>
                </a:lnTo>
                <a:lnTo>
                  <a:pt x="13137" y="21600"/>
                </a:lnTo>
                <a:lnTo>
                  <a:pt x="11744" y="21488"/>
                </a:lnTo>
                <a:lnTo>
                  <a:pt x="10299" y="21173"/>
                </a:lnTo>
                <a:lnTo>
                  <a:pt x="8776" y="20673"/>
                </a:lnTo>
                <a:lnTo>
                  <a:pt x="7154" y="20005"/>
                </a:lnTo>
                <a:lnTo>
                  <a:pt x="5808" y="19438"/>
                </a:lnTo>
                <a:lnTo>
                  <a:pt x="4454" y="18859"/>
                </a:lnTo>
                <a:lnTo>
                  <a:pt x="3080" y="18275"/>
                </a:lnTo>
                <a:lnTo>
                  <a:pt x="2063" y="17803"/>
                </a:lnTo>
                <a:lnTo>
                  <a:pt x="1039" y="17326"/>
                </a:lnTo>
                <a:lnTo>
                  <a:pt x="0" y="16849"/>
                </a:lnTo>
                <a:lnTo>
                  <a:pt x="0" y="14063"/>
                </a:lnTo>
                <a:lnTo>
                  <a:pt x="0" y="11232"/>
                </a:lnTo>
                <a:lnTo>
                  <a:pt x="1225" y="10890"/>
                </a:lnTo>
                <a:lnTo>
                  <a:pt x="2456" y="10547"/>
                </a:lnTo>
                <a:lnTo>
                  <a:pt x="3704" y="10199"/>
                </a:lnTo>
                <a:lnTo>
                  <a:pt x="4905" y="9845"/>
                </a:lnTo>
                <a:lnTo>
                  <a:pt x="6106" y="9486"/>
                </a:lnTo>
                <a:lnTo>
                  <a:pt x="7305" y="9132"/>
                </a:lnTo>
                <a:lnTo>
                  <a:pt x="8506" y="8773"/>
                </a:lnTo>
                <a:lnTo>
                  <a:pt x="9113" y="8610"/>
                </a:lnTo>
                <a:lnTo>
                  <a:pt x="10947" y="8104"/>
                </a:lnTo>
                <a:lnTo>
                  <a:pt x="13524" y="7295"/>
                </a:lnTo>
                <a:lnTo>
                  <a:pt x="15321" y="6571"/>
                </a:lnTo>
                <a:lnTo>
                  <a:pt x="16576" y="5700"/>
                </a:lnTo>
                <a:lnTo>
                  <a:pt x="17522" y="4465"/>
                </a:lnTo>
                <a:lnTo>
                  <a:pt x="18399" y="2640"/>
                </a:lnTo>
                <a:lnTo>
                  <a:pt x="19440" y="0"/>
                </a:lnTo>
                <a:close/>
              </a:path>
            </a:pathLst>
          </a:custGeom>
          <a:solidFill>
            <a:srgbClr val="BBAA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89" name="contour_14787"/>
          <p:cNvSpPr/>
          <p:nvPr/>
        </p:nvSpPr>
        <p:spPr>
          <a:xfrm>
            <a:off x="870358" y="5501931"/>
            <a:ext cx="51016" cy="296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37"/>
                </a:moveTo>
                <a:lnTo>
                  <a:pt x="16342" y="106"/>
                </a:lnTo>
                <a:lnTo>
                  <a:pt x="18443" y="180"/>
                </a:lnTo>
                <a:lnTo>
                  <a:pt x="19227" y="223"/>
                </a:lnTo>
                <a:lnTo>
                  <a:pt x="21600" y="366"/>
                </a:lnTo>
                <a:lnTo>
                  <a:pt x="20727" y="3371"/>
                </a:lnTo>
                <a:lnTo>
                  <a:pt x="19853" y="6375"/>
                </a:lnTo>
                <a:lnTo>
                  <a:pt x="18977" y="9391"/>
                </a:lnTo>
                <a:lnTo>
                  <a:pt x="18098" y="12416"/>
                </a:lnTo>
                <a:lnTo>
                  <a:pt x="17212" y="15458"/>
                </a:lnTo>
                <a:lnTo>
                  <a:pt x="16323" y="18516"/>
                </a:lnTo>
                <a:lnTo>
                  <a:pt x="15429" y="21600"/>
                </a:lnTo>
                <a:lnTo>
                  <a:pt x="14663" y="18972"/>
                </a:lnTo>
                <a:lnTo>
                  <a:pt x="13898" y="16329"/>
                </a:lnTo>
                <a:lnTo>
                  <a:pt x="13124" y="13669"/>
                </a:lnTo>
                <a:lnTo>
                  <a:pt x="12343" y="10983"/>
                </a:lnTo>
                <a:lnTo>
                  <a:pt x="10553" y="9693"/>
                </a:lnTo>
                <a:lnTo>
                  <a:pt x="9294" y="8918"/>
                </a:lnTo>
                <a:lnTo>
                  <a:pt x="7967" y="8345"/>
                </a:lnTo>
                <a:lnTo>
                  <a:pt x="5977" y="7665"/>
                </a:lnTo>
                <a:lnTo>
                  <a:pt x="4002" y="7007"/>
                </a:lnTo>
                <a:lnTo>
                  <a:pt x="2015" y="6344"/>
                </a:lnTo>
                <a:lnTo>
                  <a:pt x="0" y="5675"/>
                </a:lnTo>
                <a:lnTo>
                  <a:pt x="2049" y="3753"/>
                </a:lnTo>
                <a:lnTo>
                  <a:pt x="3996" y="2299"/>
                </a:lnTo>
                <a:lnTo>
                  <a:pt x="5894" y="1247"/>
                </a:lnTo>
                <a:lnTo>
                  <a:pt x="7810" y="552"/>
                </a:lnTo>
                <a:lnTo>
                  <a:pt x="9803" y="154"/>
                </a:lnTo>
                <a:lnTo>
                  <a:pt x="11939" y="0"/>
                </a:lnTo>
                <a:lnTo>
                  <a:pt x="14271" y="37"/>
                </a:lnTo>
                <a:close/>
              </a:path>
            </a:pathLst>
          </a:custGeom>
          <a:solidFill>
            <a:srgbClr val="CCD1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0" name="contour_14788"/>
          <p:cNvSpPr/>
          <p:nvPr/>
        </p:nvSpPr>
        <p:spPr>
          <a:xfrm>
            <a:off x="753750" y="5495146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19907" y="7139"/>
                </a:lnTo>
                <a:lnTo>
                  <a:pt x="18225" y="8840"/>
                </a:lnTo>
                <a:lnTo>
                  <a:pt x="16546" y="10492"/>
                </a:lnTo>
                <a:lnTo>
                  <a:pt x="14869" y="12096"/>
                </a:lnTo>
                <a:lnTo>
                  <a:pt x="13187" y="13646"/>
                </a:lnTo>
                <a:lnTo>
                  <a:pt x="11494" y="15142"/>
                </a:lnTo>
                <a:lnTo>
                  <a:pt x="9785" y="16573"/>
                </a:lnTo>
                <a:lnTo>
                  <a:pt x="8057" y="17939"/>
                </a:lnTo>
                <a:lnTo>
                  <a:pt x="6304" y="19235"/>
                </a:lnTo>
                <a:lnTo>
                  <a:pt x="4520" y="20455"/>
                </a:lnTo>
                <a:lnTo>
                  <a:pt x="2700" y="21600"/>
                </a:lnTo>
                <a:lnTo>
                  <a:pt x="2254" y="18036"/>
                </a:lnTo>
                <a:lnTo>
                  <a:pt x="1809" y="14467"/>
                </a:lnTo>
                <a:lnTo>
                  <a:pt x="1361" y="10881"/>
                </a:lnTo>
                <a:lnTo>
                  <a:pt x="910" y="7279"/>
                </a:lnTo>
                <a:lnTo>
                  <a:pt x="456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7CD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1" name="contour_14789"/>
          <p:cNvSpPr/>
          <p:nvPr/>
        </p:nvSpPr>
        <p:spPr>
          <a:xfrm>
            <a:off x="8355125" y="548057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2856"/>
                </a:lnTo>
                <a:lnTo>
                  <a:pt x="12960" y="5728"/>
                </a:lnTo>
                <a:lnTo>
                  <a:pt x="12960" y="8640"/>
                </a:lnTo>
                <a:lnTo>
                  <a:pt x="15816" y="8640"/>
                </a:lnTo>
                <a:lnTo>
                  <a:pt x="18688" y="8640"/>
                </a:lnTo>
                <a:lnTo>
                  <a:pt x="21600" y="8640"/>
                </a:lnTo>
                <a:lnTo>
                  <a:pt x="20745" y="11206"/>
                </a:lnTo>
                <a:lnTo>
                  <a:pt x="19885" y="13781"/>
                </a:lnTo>
                <a:lnTo>
                  <a:pt x="19025" y="16364"/>
                </a:lnTo>
                <a:lnTo>
                  <a:pt x="18157" y="18969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1076" y="11573"/>
                </a:lnTo>
                <a:lnTo>
                  <a:pt x="1849" y="7642"/>
                </a:lnTo>
                <a:lnTo>
                  <a:pt x="2436" y="4994"/>
                </a:lnTo>
                <a:lnTo>
                  <a:pt x="2968" y="3158"/>
                </a:lnTo>
                <a:lnTo>
                  <a:pt x="3555" y="1655"/>
                </a:lnTo>
                <a:lnTo>
                  <a:pt x="4320" y="0"/>
                </a:lnTo>
                <a:close/>
              </a:path>
            </a:pathLst>
          </a:custGeom>
          <a:solidFill>
            <a:srgbClr val="6263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2" name="contour_14790"/>
          <p:cNvSpPr/>
          <p:nvPr/>
        </p:nvSpPr>
        <p:spPr>
          <a:xfrm>
            <a:off x="2524025" y="5473282"/>
            <a:ext cx="2284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8" y="0"/>
                </a:moveTo>
                <a:lnTo>
                  <a:pt x="5863" y="381"/>
                </a:lnTo>
                <a:lnTo>
                  <a:pt x="9529" y="710"/>
                </a:lnTo>
                <a:lnTo>
                  <a:pt x="12671" y="1120"/>
                </a:lnTo>
                <a:lnTo>
                  <a:pt x="16281" y="1741"/>
                </a:lnTo>
                <a:lnTo>
                  <a:pt x="21338" y="2700"/>
                </a:lnTo>
                <a:lnTo>
                  <a:pt x="21538" y="4577"/>
                </a:lnTo>
                <a:lnTo>
                  <a:pt x="21600" y="5989"/>
                </a:lnTo>
                <a:lnTo>
                  <a:pt x="21455" y="7201"/>
                </a:lnTo>
                <a:lnTo>
                  <a:pt x="21042" y="8481"/>
                </a:lnTo>
                <a:lnTo>
                  <a:pt x="20305" y="10098"/>
                </a:lnTo>
                <a:lnTo>
                  <a:pt x="19189" y="12317"/>
                </a:lnTo>
                <a:lnTo>
                  <a:pt x="18823" y="13090"/>
                </a:lnTo>
                <a:lnTo>
                  <a:pt x="18169" y="14448"/>
                </a:lnTo>
                <a:lnTo>
                  <a:pt x="16681" y="17561"/>
                </a:lnTo>
                <a:lnTo>
                  <a:pt x="15943" y="18895"/>
                </a:lnTo>
                <a:lnTo>
                  <a:pt x="15199" y="20239"/>
                </a:lnTo>
                <a:lnTo>
                  <a:pt x="14448" y="21600"/>
                </a:lnTo>
                <a:lnTo>
                  <a:pt x="10962" y="19867"/>
                </a:lnTo>
                <a:lnTo>
                  <a:pt x="8047" y="18179"/>
                </a:lnTo>
                <a:lnTo>
                  <a:pt x="5670" y="16521"/>
                </a:lnTo>
                <a:lnTo>
                  <a:pt x="3776" y="14874"/>
                </a:lnTo>
                <a:lnTo>
                  <a:pt x="2322" y="13219"/>
                </a:lnTo>
                <a:lnTo>
                  <a:pt x="1261" y="11542"/>
                </a:lnTo>
                <a:lnTo>
                  <a:pt x="551" y="9825"/>
                </a:lnTo>
                <a:lnTo>
                  <a:pt x="145" y="8049"/>
                </a:lnTo>
                <a:lnTo>
                  <a:pt x="0" y="6194"/>
                </a:lnTo>
                <a:lnTo>
                  <a:pt x="69" y="4247"/>
                </a:lnTo>
                <a:lnTo>
                  <a:pt x="303" y="2187"/>
                </a:lnTo>
                <a:lnTo>
                  <a:pt x="668" y="0"/>
                </a:lnTo>
                <a:close/>
              </a:path>
            </a:pathLst>
          </a:custGeom>
          <a:solidFill>
            <a:srgbClr val="D9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3" name="contour_14791"/>
          <p:cNvSpPr/>
          <p:nvPr/>
        </p:nvSpPr>
        <p:spPr>
          <a:xfrm>
            <a:off x="1999996" y="547328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961" y="3488"/>
                </a:lnTo>
                <a:lnTo>
                  <a:pt x="19696" y="6998"/>
                </a:lnTo>
                <a:lnTo>
                  <a:pt x="20264" y="10552"/>
                </a:lnTo>
                <a:lnTo>
                  <a:pt x="20732" y="14164"/>
                </a:lnTo>
                <a:lnTo>
                  <a:pt x="21157" y="17842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297" y="8035"/>
                </a:lnTo>
                <a:lnTo>
                  <a:pt x="4363" y="5729"/>
                </a:lnTo>
                <a:lnTo>
                  <a:pt x="6307" y="3861"/>
                </a:lnTo>
                <a:lnTo>
                  <a:pt x="8237" y="2392"/>
                </a:lnTo>
                <a:lnTo>
                  <a:pt x="10264" y="1307"/>
                </a:lnTo>
                <a:lnTo>
                  <a:pt x="12496" y="562"/>
                </a:lnTo>
                <a:lnTo>
                  <a:pt x="15037" y="135"/>
                </a:lnTo>
                <a:lnTo>
                  <a:pt x="18000" y="0"/>
                </a:lnTo>
                <a:close/>
              </a:path>
            </a:pathLst>
          </a:custGeom>
          <a:solidFill>
            <a:srgbClr val="9F88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4" name="contour_14792"/>
          <p:cNvSpPr/>
          <p:nvPr/>
        </p:nvSpPr>
        <p:spPr>
          <a:xfrm>
            <a:off x="3982330" y="5451418"/>
            <a:ext cx="3650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37" y="0"/>
                </a:moveTo>
                <a:lnTo>
                  <a:pt x="15649" y="562"/>
                </a:lnTo>
                <a:lnTo>
                  <a:pt x="17452" y="1123"/>
                </a:lnTo>
                <a:lnTo>
                  <a:pt x="19151" y="2023"/>
                </a:lnTo>
                <a:lnTo>
                  <a:pt x="21561" y="3600"/>
                </a:lnTo>
                <a:lnTo>
                  <a:pt x="21600" y="6235"/>
                </a:lnTo>
                <a:lnTo>
                  <a:pt x="21354" y="8719"/>
                </a:lnTo>
                <a:lnTo>
                  <a:pt x="20811" y="11095"/>
                </a:lnTo>
                <a:lnTo>
                  <a:pt x="19953" y="13406"/>
                </a:lnTo>
                <a:lnTo>
                  <a:pt x="18767" y="15692"/>
                </a:lnTo>
                <a:lnTo>
                  <a:pt x="17249" y="18000"/>
                </a:lnTo>
                <a:lnTo>
                  <a:pt x="14386" y="19076"/>
                </a:lnTo>
                <a:lnTo>
                  <a:pt x="11639" y="19872"/>
                </a:lnTo>
                <a:lnTo>
                  <a:pt x="8913" y="20459"/>
                </a:lnTo>
                <a:lnTo>
                  <a:pt x="6128" y="20898"/>
                </a:lnTo>
                <a:lnTo>
                  <a:pt x="3187" y="21254"/>
                </a:lnTo>
                <a:lnTo>
                  <a:pt x="0" y="21600"/>
                </a:lnTo>
                <a:lnTo>
                  <a:pt x="811" y="18922"/>
                </a:lnTo>
                <a:lnTo>
                  <a:pt x="1440" y="17021"/>
                </a:lnTo>
                <a:lnTo>
                  <a:pt x="2096" y="15379"/>
                </a:lnTo>
                <a:lnTo>
                  <a:pt x="2984" y="13478"/>
                </a:lnTo>
                <a:lnTo>
                  <a:pt x="4312" y="10800"/>
                </a:lnTo>
                <a:lnTo>
                  <a:pt x="7163" y="10800"/>
                </a:lnTo>
                <a:lnTo>
                  <a:pt x="10030" y="10800"/>
                </a:lnTo>
                <a:lnTo>
                  <a:pt x="12937" y="10800"/>
                </a:lnTo>
                <a:lnTo>
                  <a:pt x="12937" y="8662"/>
                </a:lnTo>
                <a:lnTo>
                  <a:pt x="12937" y="6516"/>
                </a:lnTo>
                <a:lnTo>
                  <a:pt x="12937" y="4363"/>
                </a:lnTo>
                <a:lnTo>
                  <a:pt x="12937" y="2192"/>
                </a:lnTo>
                <a:lnTo>
                  <a:pt x="12937" y="0"/>
                </a:lnTo>
                <a:close/>
              </a:path>
            </a:pathLst>
          </a:custGeom>
          <a:solidFill>
            <a:srgbClr val="E8E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5" name="contour_14793"/>
          <p:cNvSpPr/>
          <p:nvPr/>
        </p:nvSpPr>
        <p:spPr>
          <a:xfrm>
            <a:off x="7378534" y="545870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535" y="380"/>
                </a:lnTo>
                <a:lnTo>
                  <a:pt x="10167" y="816"/>
                </a:lnTo>
                <a:lnTo>
                  <a:pt x="11824" y="1585"/>
                </a:lnTo>
                <a:lnTo>
                  <a:pt x="14271" y="2972"/>
                </a:lnTo>
                <a:lnTo>
                  <a:pt x="15651" y="3698"/>
                </a:lnTo>
                <a:lnTo>
                  <a:pt x="17036" y="4437"/>
                </a:lnTo>
                <a:lnTo>
                  <a:pt x="18443" y="5180"/>
                </a:lnTo>
                <a:lnTo>
                  <a:pt x="20008" y="6895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9656" y="20434"/>
                </a:lnTo>
                <a:lnTo>
                  <a:pt x="17712" y="19267"/>
                </a:lnTo>
                <a:lnTo>
                  <a:pt x="15765" y="18096"/>
                </a:lnTo>
                <a:lnTo>
                  <a:pt x="13815" y="16930"/>
                </a:lnTo>
                <a:lnTo>
                  <a:pt x="11858" y="15755"/>
                </a:lnTo>
                <a:lnTo>
                  <a:pt x="9902" y="14580"/>
                </a:lnTo>
                <a:lnTo>
                  <a:pt x="7936" y="13401"/>
                </a:lnTo>
                <a:lnTo>
                  <a:pt x="5965" y="12217"/>
                </a:lnTo>
                <a:lnTo>
                  <a:pt x="3987" y="11033"/>
                </a:lnTo>
                <a:lnTo>
                  <a:pt x="1996" y="9837"/>
                </a:lnTo>
                <a:lnTo>
                  <a:pt x="0" y="8640"/>
                </a:lnTo>
                <a:lnTo>
                  <a:pt x="1527" y="6502"/>
                </a:lnTo>
                <a:lnTo>
                  <a:pt x="3061" y="4355"/>
                </a:lnTo>
                <a:lnTo>
                  <a:pt x="4607" y="2190"/>
                </a:lnTo>
                <a:lnTo>
                  <a:pt x="6171" y="0"/>
                </a:lnTo>
                <a:close/>
              </a:path>
            </a:pathLst>
          </a:custGeom>
          <a:solidFill>
            <a:srgbClr val="E6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6" name="contour_14794"/>
          <p:cNvSpPr/>
          <p:nvPr/>
        </p:nvSpPr>
        <p:spPr>
          <a:xfrm>
            <a:off x="7349382" y="546599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E2E9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7" name="contour_14795"/>
          <p:cNvSpPr/>
          <p:nvPr/>
        </p:nvSpPr>
        <p:spPr>
          <a:xfrm>
            <a:off x="7291078" y="544413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424" y="1910"/>
                </a:lnTo>
                <a:lnTo>
                  <a:pt x="11889" y="3820"/>
                </a:lnTo>
                <a:lnTo>
                  <a:pt x="11353" y="5736"/>
                </a:lnTo>
                <a:lnTo>
                  <a:pt x="10817" y="7656"/>
                </a:lnTo>
                <a:lnTo>
                  <a:pt x="10277" y="9584"/>
                </a:lnTo>
                <a:lnTo>
                  <a:pt x="9733" y="11522"/>
                </a:lnTo>
                <a:lnTo>
                  <a:pt x="9189" y="13469"/>
                </a:lnTo>
                <a:lnTo>
                  <a:pt x="8640" y="15429"/>
                </a:lnTo>
                <a:lnTo>
                  <a:pt x="11206" y="16040"/>
                </a:lnTo>
                <a:lnTo>
                  <a:pt x="13781" y="16654"/>
                </a:lnTo>
                <a:lnTo>
                  <a:pt x="16364" y="17268"/>
                </a:lnTo>
                <a:lnTo>
                  <a:pt x="18969" y="17888"/>
                </a:lnTo>
                <a:lnTo>
                  <a:pt x="21600" y="18514"/>
                </a:lnTo>
                <a:lnTo>
                  <a:pt x="18926" y="18897"/>
                </a:lnTo>
                <a:lnTo>
                  <a:pt x="16252" y="19280"/>
                </a:lnTo>
                <a:lnTo>
                  <a:pt x="13569" y="19662"/>
                </a:lnTo>
                <a:lnTo>
                  <a:pt x="10882" y="20045"/>
                </a:lnTo>
                <a:lnTo>
                  <a:pt x="8182" y="20431"/>
                </a:lnTo>
                <a:lnTo>
                  <a:pt x="5469" y="20819"/>
                </a:lnTo>
                <a:lnTo>
                  <a:pt x="2743" y="21208"/>
                </a:lnTo>
                <a:lnTo>
                  <a:pt x="0" y="21600"/>
                </a:lnTo>
                <a:lnTo>
                  <a:pt x="428" y="19462"/>
                </a:lnTo>
                <a:lnTo>
                  <a:pt x="855" y="17320"/>
                </a:lnTo>
                <a:lnTo>
                  <a:pt x="1283" y="15179"/>
                </a:lnTo>
                <a:lnTo>
                  <a:pt x="1715" y="13034"/>
                </a:lnTo>
                <a:lnTo>
                  <a:pt x="2143" y="10880"/>
                </a:lnTo>
                <a:lnTo>
                  <a:pt x="2575" y="8723"/>
                </a:lnTo>
                <a:lnTo>
                  <a:pt x="3007" y="6557"/>
                </a:lnTo>
                <a:lnTo>
                  <a:pt x="3443" y="4382"/>
                </a:lnTo>
                <a:lnTo>
                  <a:pt x="3879" y="2197"/>
                </a:lnTo>
                <a:lnTo>
                  <a:pt x="4320" y="0"/>
                </a:lnTo>
                <a:close/>
              </a:path>
            </a:pathLst>
          </a:custGeom>
          <a:solidFill>
            <a:srgbClr val="888C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8" name="contour_14796"/>
          <p:cNvSpPr/>
          <p:nvPr/>
        </p:nvSpPr>
        <p:spPr>
          <a:xfrm>
            <a:off x="5716158" y="5436842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64" y="0"/>
                </a:lnTo>
                <a:lnTo>
                  <a:pt x="16901" y="0"/>
                </a:lnTo>
                <a:lnTo>
                  <a:pt x="21600" y="0"/>
                </a:lnTo>
                <a:lnTo>
                  <a:pt x="20833" y="2376"/>
                </a:lnTo>
                <a:lnTo>
                  <a:pt x="20066" y="4756"/>
                </a:lnTo>
                <a:lnTo>
                  <a:pt x="19299" y="7135"/>
                </a:lnTo>
                <a:lnTo>
                  <a:pt x="18525" y="9522"/>
                </a:lnTo>
                <a:lnTo>
                  <a:pt x="17751" y="11916"/>
                </a:lnTo>
                <a:lnTo>
                  <a:pt x="16977" y="14321"/>
                </a:lnTo>
                <a:lnTo>
                  <a:pt x="16197" y="16733"/>
                </a:lnTo>
                <a:lnTo>
                  <a:pt x="15416" y="19159"/>
                </a:lnTo>
                <a:lnTo>
                  <a:pt x="14628" y="21600"/>
                </a:lnTo>
                <a:lnTo>
                  <a:pt x="10019" y="21600"/>
                </a:lnTo>
                <a:lnTo>
                  <a:pt x="5383" y="21600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5D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799" name="contour_14797"/>
          <p:cNvSpPr/>
          <p:nvPr/>
        </p:nvSpPr>
        <p:spPr>
          <a:xfrm>
            <a:off x="5439928" y="5444130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527" y="14551"/>
                </a:lnTo>
                <a:lnTo>
                  <a:pt x="2598" y="10123"/>
                </a:lnTo>
                <a:lnTo>
                  <a:pt x="3490" y="7481"/>
                </a:lnTo>
                <a:lnTo>
                  <a:pt x="4487" y="5789"/>
                </a:lnTo>
                <a:lnTo>
                  <a:pt x="5869" y="4219"/>
                </a:lnTo>
                <a:lnTo>
                  <a:pt x="7455" y="3463"/>
                </a:lnTo>
                <a:lnTo>
                  <a:pt x="9066" y="2700"/>
                </a:lnTo>
                <a:lnTo>
                  <a:pt x="10640" y="1886"/>
                </a:lnTo>
                <a:lnTo>
                  <a:pt x="12235" y="1066"/>
                </a:lnTo>
                <a:lnTo>
                  <a:pt x="13843" y="547"/>
                </a:lnTo>
                <a:lnTo>
                  <a:pt x="15132" y="230"/>
                </a:lnTo>
                <a:lnTo>
                  <a:pt x="16558" y="65"/>
                </a:lnTo>
                <a:lnTo>
                  <a:pt x="18564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5243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0" name="contour_14798"/>
          <p:cNvSpPr/>
          <p:nvPr/>
        </p:nvSpPr>
        <p:spPr>
          <a:xfrm>
            <a:off x="1511701" y="5452576"/>
            <a:ext cx="51016" cy="279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4729"/>
                </a:moveTo>
                <a:lnTo>
                  <a:pt x="16956" y="7513"/>
                </a:lnTo>
                <a:lnTo>
                  <a:pt x="18493" y="10308"/>
                </a:lnTo>
                <a:lnTo>
                  <a:pt x="20036" y="13125"/>
                </a:lnTo>
                <a:lnTo>
                  <a:pt x="21600" y="15976"/>
                </a:lnTo>
                <a:lnTo>
                  <a:pt x="19563" y="16595"/>
                </a:lnTo>
                <a:lnTo>
                  <a:pt x="17524" y="17214"/>
                </a:lnTo>
                <a:lnTo>
                  <a:pt x="15484" y="17832"/>
                </a:lnTo>
                <a:lnTo>
                  <a:pt x="13438" y="18456"/>
                </a:lnTo>
                <a:lnTo>
                  <a:pt x="11386" y="19081"/>
                </a:lnTo>
                <a:lnTo>
                  <a:pt x="9325" y="19705"/>
                </a:lnTo>
                <a:lnTo>
                  <a:pt x="7258" y="20335"/>
                </a:lnTo>
                <a:lnTo>
                  <a:pt x="5178" y="20965"/>
                </a:lnTo>
                <a:lnTo>
                  <a:pt x="3086" y="21600"/>
                </a:lnTo>
                <a:lnTo>
                  <a:pt x="2475" y="18260"/>
                </a:lnTo>
                <a:lnTo>
                  <a:pt x="1861" y="14908"/>
                </a:lnTo>
                <a:lnTo>
                  <a:pt x="1247" y="11545"/>
                </a:lnTo>
                <a:lnTo>
                  <a:pt x="626" y="8154"/>
                </a:lnTo>
                <a:lnTo>
                  <a:pt x="0" y="4729"/>
                </a:lnTo>
                <a:lnTo>
                  <a:pt x="2361" y="2143"/>
                </a:lnTo>
                <a:lnTo>
                  <a:pt x="4514" y="602"/>
                </a:lnTo>
                <a:lnTo>
                  <a:pt x="6554" y="0"/>
                </a:lnTo>
                <a:lnTo>
                  <a:pt x="8572" y="225"/>
                </a:lnTo>
                <a:lnTo>
                  <a:pt x="10661" y="1164"/>
                </a:lnTo>
                <a:lnTo>
                  <a:pt x="12914" y="2705"/>
                </a:lnTo>
                <a:lnTo>
                  <a:pt x="15429" y="4729"/>
                </a:lnTo>
                <a:close/>
              </a:path>
            </a:pathLst>
          </a:custGeom>
          <a:solidFill>
            <a:srgbClr val="E7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1" name="contour_14799"/>
          <p:cNvSpPr/>
          <p:nvPr/>
        </p:nvSpPr>
        <p:spPr>
          <a:xfrm>
            <a:off x="7531582" y="5429554"/>
            <a:ext cx="65592" cy="209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570"/>
                </a:lnTo>
                <a:lnTo>
                  <a:pt x="3290" y="1141"/>
                </a:lnTo>
                <a:lnTo>
                  <a:pt x="4937" y="1719"/>
                </a:lnTo>
                <a:lnTo>
                  <a:pt x="6586" y="2289"/>
                </a:lnTo>
                <a:lnTo>
                  <a:pt x="8237" y="2859"/>
                </a:lnTo>
                <a:lnTo>
                  <a:pt x="9890" y="3437"/>
                </a:lnTo>
                <a:lnTo>
                  <a:pt x="11549" y="4015"/>
                </a:lnTo>
                <a:lnTo>
                  <a:pt x="13210" y="4593"/>
                </a:lnTo>
                <a:lnTo>
                  <a:pt x="14875" y="5171"/>
                </a:lnTo>
                <a:lnTo>
                  <a:pt x="16548" y="5749"/>
                </a:lnTo>
                <a:lnTo>
                  <a:pt x="18226" y="6334"/>
                </a:lnTo>
                <a:lnTo>
                  <a:pt x="19908" y="6920"/>
                </a:lnTo>
                <a:lnTo>
                  <a:pt x="21600" y="7505"/>
                </a:lnTo>
                <a:lnTo>
                  <a:pt x="18924" y="13059"/>
                </a:lnTo>
                <a:lnTo>
                  <a:pt x="16934" y="17007"/>
                </a:lnTo>
                <a:lnTo>
                  <a:pt x="15439" y="19596"/>
                </a:lnTo>
                <a:lnTo>
                  <a:pt x="14249" y="21045"/>
                </a:lnTo>
                <a:lnTo>
                  <a:pt x="13164" y="21600"/>
                </a:lnTo>
                <a:lnTo>
                  <a:pt x="11995" y="21495"/>
                </a:lnTo>
                <a:lnTo>
                  <a:pt x="10548" y="20962"/>
                </a:lnTo>
                <a:lnTo>
                  <a:pt x="9293" y="19461"/>
                </a:lnTo>
                <a:lnTo>
                  <a:pt x="8028" y="17952"/>
                </a:lnTo>
                <a:lnTo>
                  <a:pt x="6749" y="16421"/>
                </a:lnTo>
                <a:lnTo>
                  <a:pt x="5477" y="14973"/>
                </a:lnTo>
                <a:lnTo>
                  <a:pt x="4195" y="13517"/>
                </a:lnTo>
                <a:lnTo>
                  <a:pt x="2897" y="12046"/>
                </a:lnTo>
                <a:lnTo>
                  <a:pt x="1459" y="9794"/>
                </a:lnTo>
                <a:lnTo>
                  <a:pt x="0" y="7505"/>
                </a:lnTo>
                <a:lnTo>
                  <a:pt x="0" y="3783"/>
                </a:lnTo>
                <a:lnTo>
                  <a:pt x="0" y="0"/>
                </a:lnTo>
                <a:close/>
              </a:path>
            </a:pathLst>
          </a:custGeom>
          <a:solidFill>
            <a:srgbClr val="E5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2" name="contour_14800"/>
          <p:cNvSpPr/>
          <p:nvPr/>
        </p:nvSpPr>
        <p:spPr>
          <a:xfrm>
            <a:off x="5673144" y="5436127"/>
            <a:ext cx="4372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76"/>
                </a:lnTo>
                <a:lnTo>
                  <a:pt x="12823" y="148"/>
                </a:lnTo>
                <a:lnTo>
                  <a:pt x="13777" y="178"/>
                </a:lnTo>
                <a:lnTo>
                  <a:pt x="15008" y="216"/>
                </a:lnTo>
                <a:lnTo>
                  <a:pt x="17341" y="288"/>
                </a:lnTo>
                <a:lnTo>
                  <a:pt x="21600" y="415"/>
                </a:lnTo>
                <a:lnTo>
                  <a:pt x="21600" y="3415"/>
                </a:lnTo>
                <a:lnTo>
                  <a:pt x="21600" y="6415"/>
                </a:lnTo>
                <a:lnTo>
                  <a:pt x="21600" y="9423"/>
                </a:lnTo>
                <a:lnTo>
                  <a:pt x="21600" y="12440"/>
                </a:lnTo>
                <a:lnTo>
                  <a:pt x="21600" y="15473"/>
                </a:lnTo>
                <a:lnTo>
                  <a:pt x="21600" y="18528"/>
                </a:lnTo>
                <a:lnTo>
                  <a:pt x="21600" y="21600"/>
                </a:lnTo>
                <a:lnTo>
                  <a:pt x="19843" y="20015"/>
                </a:lnTo>
                <a:lnTo>
                  <a:pt x="18083" y="18427"/>
                </a:lnTo>
                <a:lnTo>
                  <a:pt x="16326" y="16842"/>
                </a:lnTo>
                <a:lnTo>
                  <a:pt x="14569" y="15257"/>
                </a:lnTo>
                <a:lnTo>
                  <a:pt x="12809" y="13668"/>
                </a:lnTo>
                <a:lnTo>
                  <a:pt x="11052" y="12084"/>
                </a:lnTo>
                <a:lnTo>
                  <a:pt x="8910" y="10381"/>
                </a:lnTo>
                <a:lnTo>
                  <a:pt x="6757" y="8809"/>
                </a:lnTo>
                <a:lnTo>
                  <a:pt x="4572" y="7347"/>
                </a:lnTo>
                <a:lnTo>
                  <a:pt x="2329" y="5970"/>
                </a:lnTo>
                <a:lnTo>
                  <a:pt x="0" y="4652"/>
                </a:lnTo>
                <a:lnTo>
                  <a:pt x="2149" y="2199"/>
                </a:lnTo>
                <a:lnTo>
                  <a:pt x="3686" y="894"/>
                </a:lnTo>
                <a:lnTo>
                  <a:pt x="5353" y="309"/>
                </a:lnTo>
                <a:lnTo>
                  <a:pt x="7888" y="0"/>
                </a:lnTo>
                <a:close/>
              </a:path>
            </a:pathLst>
          </a:custGeom>
          <a:solidFill>
            <a:srgbClr val="525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3" name="contour_14801"/>
          <p:cNvSpPr/>
          <p:nvPr/>
        </p:nvSpPr>
        <p:spPr>
          <a:xfrm>
            <a:off x="1795933" y="543684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19368" y="5568"/>
                </a:lnTo>
                <a:lnTo>
                  <a:pt x="17125" y="6826"/>
                </a:lnTo>
                <a:lnTo>
                  <a:pt x="14850" y="8100"/>
                </a:lnTo>
                <a:lnTo>
                  <a:pt x="12665" y="9456"/>
                </a:lnTo>
                <a:lnTo>
                  <a:pt x="10609" y="10852"/>
                </a:lnTo>
                <a:lnTo>
                  <a:pt x="8669" y="12316"/>
                </a:lnTo>
                <a:lnTo>
                  <a:pt x="6826" y="13872"/>
                </a:lnTo>
                <a:lnTo>
                  <a:pt x="5054" y="15552"/>
                </a:lnTo>
                <a:lnTo>
                  <a:pt x="3341" y="17379"/>
                </a:lnTo>
                <a:lnTo>
                  <a:pt x="1663" y="19388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FE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4" name="contour_14802"/>
          <p:cNvSpPr/>
          <p:nvPr/>
        </p:nvSpPr>
        <p:spPr>
          <a:xfrm>
            <a:off x="9608667" y="5415838"/>
            <a:ext cx="43728" cy="28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0" y="734"/>
                </a:moveTo>
                <a:lnTo>
                  <a:pt x="15368" y="2838"/>
                </a:lnTo>
                <a:lnTo>
                  <a:pt x="17039" y="4563"/>
                </a:lnTo>
                <a:lnTo>
                  <a:pt x="18202" y="6516"/>
                </a:lnTo>
                <a:lnTo>
                  <a:pt x="19224" y="9326"/>
                </a:lnTo>
                <a:lnTo>
                  <a:pt x="20473" y="13599"/>
                </a:lnTo>
                <a:lnTo>
                  <a:pt x="20844" y="16242"/>
                </a:lnTo>
                <a:lnTo>
                  <a:pt x="21218" y="18901"/>
                </a:lnTo>
                <a:lnTo>
                  <a:pt x="21600" y="21600"/>
                </a:lnTo>
                <a:lnTo>
                  <a:pt x="19400" y="21110"/>
                </a:lnTo>
                <a:lnTo>
                  <a:pt x="17204" y="20598"/>
                </a:lnTo>
                <a:lnTo>
                  <a:pt x="15012" y="20064"/>
                </a:lnTo>
                <a:lnTo>
                  <a:pt x="12820" y="19513"/>
                </a:lnTo>
                <a:lnTo>
                  <a:pt x="10372" y="18929"/>
                </a:lnTo>
                <a:lnTo>
                  <a:pt x="7884" y="18339"/>
                </a:lnTo>
                <a:lnTo>
                  <a:pt x="5371" y="16915"/>
                </a:lnTo>
                <a:lnTo>
                  <a:pt x="3838" y="15602"/>
                </a:lnTo>
                <a:lnTo>
                  <a:pt x="2660" y="13632"/>
                </a:lnTo>
                <a:lnTo>
                  <a:pt x="1220" y="10255"/>
                </a:lnTo>
                <a:lnTo>
                  <a:pt x="612" y="7601"/>
                </a:lnTo>
                <a:lnTo>
                  <a:pt x="0" y="4908"/>
                </a:lnTo>
                <a:lnTo>
                  <a:pt x="2225" y="2687"/>
                </a:lnTo>
                <a:lnTo>
                  <a:pt x="4162" y="1180"/>
                </a:lnTo>
                <a:lnTo>
                  <a:pt x="5998" y="312"/>
                </a:lnTo>
                <a:lnTo>
                  <a:pt x="7927" y="0"/>
                </a:lnTo>
                <a:lnTo>
                  <a:pt x="10138" y="167"/>
                </a:lnTo>
                <a:lnTo>
                  <a:pt x="12820" y="734"/>
                </a:lnTo>
                <a:close/>
              </a:path>
            </a:pathLst>
          </a:custGeom>
          <a:solidFill>
            <a:srgbClr val="F2F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5" name="contour_14803"/>
          <p:cNvSpPr/>
          <p:nvPr/>
        </p:nvSpPr>
        <p:spPr>
          <a:xfrm>
            <a:off x="8391565" y="542226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64" y="2056"/>
                </a:lnTo>
                <a:lnTo>
                  <a:pt x="19129" y="4115"/>
                </a:lnTo>
                <a:lnTo>
                  <a:pt x="17898" y="6170"/>
                </a:lnTo>
                <a:lnTo>
                  <a:pt x="16662" y="8230"/>
                </a:lnTo>
                <a:lnTo>
                  <a:pt x="15431" y="10285"/>
                </a:lnTo>
                <a:lnTo>
                  <a:pt x="14196" y="12344"/>
                </a:lnTo>
                <a:lnTo>
                  <a:pt x="12960" y="14400"/>
                </a:lnTo>
                <a:lnTo>
                  <a:pt x="12014" y="16423"/>
                </a:lnTo>
                <a:lnTo>
                  <a:pt x="11055" y="18479"/>
                </a:lnTo>
                <a:lnTo>
                  <a:pt x="9854" y="20027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1300" y="16229"/>
                </a:lnTo>
                <a:lnTo>
                  <a:pt x="2445" y="11830"/>
                </a:lnTo>
                <a:lnTo>
                  <a:pt x="3521" y="8309"/>
                </a:lnTo>
                <a:lnTo>
                  <a:pt x="4635" y="5566"/>
                </a:lnTo>
                <a:lnTo>
                  <a:pt x="5884" y="3506"/>
                </a:lnTo>
                <a:lnTo>
                  <a:pt x="7361" y="2027"/>
                </a:lnTo>
                <a:lnTo>
                  <a:pt x="9167" y="1040"/>
                </a:lnTo>
                <a:lnTo>
                  <a:pt x="11392" y="439"/>
                </a:lnTo>
                <a:lnTo>
                  <a:pt x="14144" y="130"/>
                </a:lnTo>
                <a:lnTo>
                  <a:pt x="17513" y="18"/>
                </a:lnTo>
                <a:lnTo>
                  <a:pt x="21600" y="0"/>
                </a:lnTo>
                <a:close/>
              </a:path>
            </a:pathLst>
          </a:custGeom>
          <a:solidFill>
            <a:srgbClr val="CBCD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6" name="contour_14804"/>
          <p:cNvSpPr/>
          <p:nvPr/>
        </p:nvSpPr>
        <p:spPr>
          <a:xfrm>
            <a:off x="4951633" y="5385826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21044" y="19625"/>
                </a:lnTo>
                <a:lnTo>
                  <a:pt x="20482" y="17635"/>
                </a:lnTo>
                <a:lnTo>
                  <a:pt x="19915" y="15620"/>
                </a:lnTo>
                <a:lnTo>
                  <a:pt x="19051" y="13589"/>
                </a:lnTo>
                <a:lnTo>
                  <a:pt x="18376" y="12250"/>
                </a:lnTo>
                <a:lnTo>
                  <a:pt x="17539" y="11004"/>
                </a:lnTo>
                <a:lnTo>
                  <a:pt x="16200" y="9257"/>
                </a:lnTo>
                <a:lnTo>
                  <a:pt x="12020" y="8307"/>
                </a:lnTo>
                <a:lnTo>
                  <a:pt x="9088" y="7671"/>
                </a:lnTo>
                <a:lnTo>
                  <a:pt x="6626" y="7202"/>
                </a:lnTo>
                <a:lnTo>
                  <a:pt x="3856" y="6752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2828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7" name="contour_14805"/>
          <p:cNvSpPr/>
          <p:nvPr/>
        </p:nvSpPr>
        <p:spPr>
          <a:xfrm>
            <a:off x="8675797" y="540769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138"/>
                </a:lnTo>
                <a:lnTo>
                  <a:pt x="16780" y="4281"/>
                </a:lnTo>
                <a:lnTo>
                  <a:pt x="17975" y="6432"/>
                </a:lnTo>
                <a:lnTo>
                  <a:pt x="19174" y="8592"/>
                </a:lnTo>
                <a:lnTo>
                  <a:pt x="20383" y="10765"/>
                </a:lnTo>
                <a:lnTo>
                  <a:pt x="21600" y="12960"/>
                </a:lnTo>
                <a:lnTo>
                  <a:pt x="19616" y="14446"/>
                </a:lnTo>
                <a:lnTo>
                  <a:pt x="17636" y="15872"/>
                </a:lnTo>
                <a:lnTo>
                  <a:pt x="15642" y="17228"/>
                </a:lnTo>
                <a:lnTo>
                  <a:pt x="13619" y="18494"/>
                </a:lnTo>
                <a:lnTo>
                  <a:pt x="11549" y="19656"/>
                </a:lnTo>
                <a:lnTo>
                  <a:pt x="9414" y="20697"/>
                </a:lnTo>
                <a:lnTo>
                  <a:pt x="7200" y="21600"/>
                </a:lnTo>
                <a:lnTo>
                  <a:pt x="4558" y="19341"/>
                </a:lnTo>
                <a:lnTo>
                  <a:pt x="2923" y="17686"/>
                </a:lnTo>
                <a:lnTo>
                  <a:pt x="1631" y="15828"/>
                </a:lnTo>
                <a:lnTo>
                  <a:pt x="0" y="12960"/>
                </a:lnTo>
                <a:lnTo>
                  <a:pt x="2038" y="11128"/>
                </a:lnTo>
                <a:lnTo>
                  <a:pt x="4075" y="9292"/>
                </a:lnTo>
                <a:lnTo>
                  <a:pt x="6120" y="7452"/>
                </a:lnTo>
                <a:lnTo>
                  <a:pt x="8172" y="5603"/>
                </a:lnTo>
                <a:lnTo>
                  <a:pt x="10235" y="3750"/>
                </a:lnTo>
                <a:lnTo>
                  <a:pt x="12308" y="1879"/>
                </a:lnTo>
                <a:lnTo>
                  <a:pt x="14400" y="0"/>
                </a:lnTo>
                <a:close/>
              </a:path>
            </a:pathLst>
          </a:custGeom>
          <a:solidFill>
            <a:srgbClr val="DCE9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8" name="contour_14806"/>
          <p:cNvSpPr/>
          <p:nvPr/>
        </p:nvSpPr>
        <p:spPr>
          <a:xfrm>
            <a:off x="2342532" y="5413564"/>
            <a:ext cx="51016" cy="232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12"/>
                </a:moveTo>
                <a:lnTo>
                  <a:pt x="21600" y="5329"/>
                </a:lnTo>
                <a:lnTo>
                  <a:pt x="21600" y="9360"/>
                </a:lnTo>
                <a:lnTo>
                  <a:pt x="21600" y="13404"/>
                </a:lnTo>
                <a:lnTo>
                  <a:pt x="21600" y="17482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3184" y="15838"/>
                </a:lnTo>
                <a:lnTo>
                  <a:pt x="5835" y="11131"/>
                </a:lnTo>
                <a:lnTo>
                  <a:pt x="8044" y="7392"/>
                </a:lnTo>
                <a:lnTo>
                  <a:pt x="9914" y="4524"/>
                </a:lnTo>
                <a:lnTo>
                  <a:pt x="11537" y="2448"/>
                </a:lnTo>
                <a:lnTo>
                  <a:pt x="13016" y="1062"/>
                </a:lnTo>
                <a:lnTo>
                  <a:pt x="14441" y="271"/>
                </a:lnTo>
                <a:lnTo>
                  <a:pt x="15916" y="0"/>
                </a:lnTo>
                <a:lnTo>
                  <a:pt x="17536" y="142"/>
                </a:lnTo>
                <a:lnTo>
                  <a:pt x="19397" y="609"/>
                </a:lnTo>
                <a:lnTo>
                  <a:pt x="21600" y="1312"/>
                </a:lnTo>
                <a:close/>
              </a:path>
            </a:pathLst>
          </a:custGeom>
          <a:solidFill>
            <a:srgbClr val="826F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09" name="contour_14807"/>
          <p:cNvSpPr/>
          <p:nvPr/>
        </p:nvSpPr>
        <p:spPr>
          <a:xfrm>
            <a:off x="2129868" y="5400402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3699" y="0"/>
                </a:lnTo>
                <a:lnTo>
                  <a:pt x="6651" y="0"/>
                </a:lnTo>
                <a:lnTo>
                  <a:pt x="9612" y="0"/>
                </a:lnTo>
                <a:lnTo>
                  <a:pt x="12585" y="0"/>
                </a:lnTo>
                <a:lnTo>
                  <a:pt x="15570" y="0"/>
                </a:lnTo>
                <a:lnTo>
                  <a:pt x="18573" y="0"/>
                </a:lnTo>
                <a:lnTo>
                  <a:pt x="21600" y="0"/>
                </a:lnTo>
                <a:lnTo>
                  <a:pt x="20912" y="3564"/>
                </a:lnTo>
                <a:lnTo>
                  <a:pt x="20224" y="7133"/>
                </a:lnTo>
                <a:lnTo>
                  <a:pt x="19532" y="10719"/>
                </a:lnTo>
                <a:lnTo>
                  <a:pt x="18835" y="14321"/>
                </a:lnTo>
                <a:lnTo>
                  <a:pt x="18135" y="17944"/>
                </a:lnTo>
                <a:lnTo>
                  <a:pt x="17430" y="21600"/>
                </a:lnTo>
                <a:lnTo>
                  <a:pt x="12455" y="20585"/>
                </a:lnTo>
                <a:lnTo>
                  <a:pt x="8978" y="19818"/>
                </a:lnTo>
                <a:lnTo>
                  <a:pt x="6530" y="19143"/>
                </a:lnTo>
                <a:lnTo>
                  <a:pt x="4649" y="18414"/>
                </a:lnTo>
                <a:lnTo>
                  <a:pt x="2881" y="17485"/>
                </a:lnTo>
                <a:lnTo>
                  <a:pt x="751" y="16200"/>
                </a:lnTo>
                <a:lnTo>
                  <a:pt x="250" y="12020"/>
                </a:lnTo>
                <a:lnTo>
                  <a:pt x="0" y="9088"/>
                </a:lnTo>
                <a:lnTo>
                  <a:pt x="0" y="6626"/>
                </a:lnTo>
                <a:lnTo>
                  <a:pt x="250" y="3856"/>
                </a:lnTo>
                <a:lnTo>
                  <a:pt x="751" y="0"/>
                </a:lnTo>
                <a:close/>
              </a:path>
            </a:pathLst>
          </a:custGeom>
          <a:solidFill>
            <a:srgbClr val="4C4A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0" name="contour_14808"/>
          <p:cNvSpPr/>
          <p:nvPr/>
        </p:nvSpPr>
        <p:spPr>
          <a:xfrm>
            <a:off x="1635597" y="538582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400" y="2566"/>
                </a:lnTo>
                <a:lnTo>
                  <a:pt x="14400" y="5141"/>
                </a:lnTo>
                <a:lnTo>
                  <a:pt x="14400" y="7724"/>
                </a:lnTo>
                <a:lnTo>
                  <a:pt x="14400" y="10329"/>
                </a:lnTo>
                <a:lnTo>
                  <a:pt x="14400" y="12960"/>
                </a:lnTo>
                <a:lnTo>
                  <a:pt x="16780" y="12960"/>
                </a:lnTo>
                <a:lnTo>
                  <a:pt x="19174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267" y="20706"/>
                </a:lnTo>
                <a:lnTo>
                  <a:pt x="16960" y="19790"/>
                </a:lnTo>
                <a:lnTo>
                  <a:pt x="14674" y="18827"/>
                </a:lnTo>
                <a:lnTo>
                  <a:pt x="12416" y="17816"/>
                </a:lnTo>
                <a:lnTo>
                  <a:pt x="10177" y="16736"/>
                </a:lnTo>
                <a:lnTo>
                  <a:pt x="7963" y="15574"/>
                </a:lnTo>
                <a:lnTo>
                  <a:pt x="5771" y="14321"/>
                </a:lnTo>
                <a:lnTo>
                  <a:pt x="3600" y="12960"/>
                </a:lnTo>
                <a:lnTo>
                  <a:pt x="2167" y="9487"/>
                </a:lnTo>
                <a:lnTo>
                  <a:pt x="1264" y="7076"/>
                </a:lnTo>
                <a:lnTo>
                  <a:pt x="716" y="5106"/>
                </a:lnTo>
                <a:lnTo>
                  <a:pt x="353" y="2955"/>
                </a:lnTo>
                <a:lnTo>
                  <a:pt x="0" y="0"/>
                </a:lnTo>
                <a:close/>
              </a:path>
            </a:pathLst>
          </a:custGeom>
          <a:solidFill>
            <a:srgbClr val="8888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1" name="contour_14809"/>
          <p:cNvSpPr/>
          <p:nvPr/>
        </p:nvSpPr>
        <p:spPr>
          <a:xfrm>
            <a:off x="8251861" y="5371250"/>
            <a:ext cx="230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" y="0"/>
                </a:moveTo>
                <a:lnTo>
                  <a:pt x="5657" y="0"/>
                </a:lnTo>
                <a:lnTo>
                  <a:pt x="10190" y="0"/>
                </a:lnTo>
                <a:lnTo>
                  <a:pt x="14784" y="0"/>
                </a:lnTo>
                <a:lnTo>
                  <a:pt x="15459" y="2138"/>
                </a:lnTo>
                <a:lnTo>
                  <a:pt x="16134" y="4280"/>
                </a:lnTo>
                <a:lnTo>
                  <a:pt x="16808" y="6421"/>
                </a:lnTo>
                <a:lnTo>
                  <a:pt x="17490" y="8566"/>
                </a:lnTo>
                <a:lnTo>
                  <a:pt x="18165" y="10720"/>
                </a:lnTo>
                <a:lnTo>
                  <a:pt x="18846" y="12877"/>
                </a:lnTo>
                <a:lnTo>
                  <a:pt x="19528" y="15043"/>
                </a:lnTo>
                <a:lnTo>
                  <a:pt x="20216" y="17218"/>
                </a:lnTo>
                <a:lnTo>
                  <a:pt x="20905" y="19403"/>
                </a:lnTo>
                <a:lnTo>
                  <a:pt x="21600" y="21600"/>
                </a:lnTo>
                <a:lnTo>
                  <a:pt x="17245" y="20687"/>
                </a:lnTo>
                <a:lnTo>
                  <a:pt x="14027" y="19955"/>
                </a:lnTo>
                <a:lnTo>
                  <a:pt x="11376" y="19236"/>
                </a:lnTo>
                <a:lnTo>
                  <a:pt x="8725" y="18357"/>
                </a:lnTo>
                <a:lnTo>
                  <a:pt x="5507" y="17144"/>
                </a:lnTo>
                <a:lnTo>
                  <a:pt x="1152" y="15429"/>
                </a:lnTo>
                <a:lnTo>
                  <a:pt x="504" y="13204"/>
                </a:lnTo>
                <a:lnTo>
                  <a:pt x="136" y="11004"/>
                </a:lnTo>
                <a:lnTo>
                  <a:pt x="0" y="8816"/>
                </a:lnTo>
                <a:lnTo>
                  <a:pt x="68" y="6631"/>
                </a:lnTo>
                <a:lnTo>
                  <a:pt x="307" y="4440"/>
                </a:lnTo>
                <a:lnTo>
                  <a:pt x="682" y="2231"/>
                </a:lnTo>
                <a:lnTo>
                  <a:pt x="1152" y="0"/>
                </a:lnTo>
                <a:close/>
              </a:path>
            </a:pathLst>
          </a:custGeom>
          <a:solidFill>
            <a:srgbClr val="8781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2" name="contour_14810"/>
          <p:cNvSpPr/>
          <p:nvPr/>
        </p:nvSpPr>
        <p:spPr>
          <a:xfrm>
            <a:off x="7568022" y="5400402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462" y="20887"/>
                </a:lnTo>
                <a:lnTo>
                  <a:pt x="17320" y="20174"/>
                </a:lnTo>
                <a:lnTo>
                  <a:pt x="15179" y="19462"/>
                </a:lnTo>
                <a:lnTo>
                  <a:pt x="13034" y="18742"/>
                </a:lnTo>
                <a:lnTo>
                  <a:pt x="10880" y="18029"/>
                </a:lnTo>
                <a:lnTo>
                  <a:pt x="8723" y="17309"/>
                </a:lnTo>
                <a:lnTo>
                  <a:pt x="6557" y="16589"/>
                </a:lnTo>
                <a:lnTo>
                  <a:pt x="4382" y="15862"/>
                </a:lnTo>
                <a:lnTo>
                  <a:pt x="2197" y="1513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8D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3" name="contour_14811"/>
          <p:cNvSpPr/>
          <p:nvPr/>
        </p:nvSpPr>
        <p:spPr>
          <a:xfrm>
            <a:off x="4354018" y="539311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246" y="16150"/>
                </a:lnTo>
                <a:lnTo>
                  <a:pt x="17521" y="17201"/>
                </a:lnTo>
                <a:lnTo>
                  <a:pt x="15588" y="17978"/>
                </a:lnTo>
                <a:lnTo>
                  <a:pt x="12600" y="18900"/>
                </a:lnTo>
                <a:lnTo>
                  <a:pt x="10087" y="19714"/>
                </a:lnTo>
                <a:lnTo>
                  <a:pt x="7538" y="20534"/>
                </a:lnTo>
                <a:lnTo>
                  <a:pt x="5584" y="21067"/>
                </a:lnTo>
                <a:lnTo>
                  <a:pt x="3600" y="21600"/>
                </a:lnTo>
                <a:lnTo>
                  <a:pt x="2887" y="17323"/>
                </a:lnTo>
                <a:lnTo>
                  <a:pt x="2171" y="13032"/>
                </a:lnTo>
                <a:lnTo>
                  <a:pt x="1454" y="8726"/>
                </a:lnTo>
                <a:lnTo>
                  <a:pt x="731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123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4" name="contour_14812"/>
          <p:cNvSpPr/>
          <p:nvPr/>
        </p:nvSpPr>
        <p:spPr>
          <a:xfrm>
            <a:off x="731886" y="538582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66" y="2164"/>
                </a:lnTo>
                <a:lnTo>
                  <a:pt x="20118" y="4327"/>
                </a:lnTo>
                <a:lnTo>
                  <a:pt x="19362" y="6487"/>
                </a:lnTo>
                <a:lnTo>
                  <a:pt x="18593" y="8644"/>
                </a:lnTo>
                <a:lnTo>
                  <a:pt x="17820" y="10800"/>
                </a:lnTo>
                <a:lnTo>
                  <a:pt x="17509" y="11693"/>
                </a:lnTo>
                <a:lnTo>
                  <a:pt x="16956" y="13266"/>
                </a:lnTo>
                <a:lnTo>
                  <a:pt x="15695" y="16877"/>
                </a:lnTo>
                <a:lnTo>
                  <a:pt x="14792" y="18436"/>
                </a:lnTo>
                <a:lnTo>
                  <a:pt x="13880" y="20009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2601" y="19246"/>
                </a:lnTo>
                <a:lnTo>
                  <a:pt x="1516" y="17507"/>
                </a:lnTo>
                <a:lnTo>
                  <a:pt x="860" y="15865"/>
                </a:lnTo>
                <a:lnTo>
                  <a:pt x="423" y="13802"/>
                </a:lnTo>
                <a:lnTo>
                  <a:pt x="0" y="10800"/>
                </a:lnTo>
                <a:lnTo>
                  <a:pt x="1901" y="8392"/>
                </a:lnTo>
                <a:lnTo>
                  <a:pt x="3789" y="6314"/>
                </a:lnTo>
                <a:lnTo>
                  <a:pt x="5724" y="4561"/>
                </a:lnTo>
                <a:lnTo>
                  <a:pt x="7763" y="3110"/>
                </a:lnTo>
                <a:lnTo>
                  <a:pt x="9966" y="1955"/>
                </a:lnTo>
                <a:lnTo>
                  <a:pt x="12394" y="1080"/>
                </a:lnTo>
                <a:lnTo>
                  <a:pt x="15103" y="472"/>
                </a:lnTo>
                <a:lnTo>
                  <a:pt x="18153" y="115"/>
                </a:lnTo>
                <a:lnTo>
                  <a:pt x="21600" y="0"/>
                </a:lnTo>
                <a:close/>
              </a:path>
            </a:pathLst>
          </a:custGeom>
          <a:solidFill>
            <a:srgbClr val="39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5" name="contour_14813"/>
          <p:cNvSpPr/>
          <p:nvPr/>
        </p:nvSpPr>
        <p:spPr>
          <a:xfrm>
            <a:off x="9717979" y="537125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175" y="2405"/>
                </a:lnTo>
                <a:lnTo>
                  <a:pt x="20725" y="4806"/>
                </a:lnTo>
                <a:lnTo>
                  <a:pt x="20250" y="7200"/>
                </a:lnTo>
                <a:lnTo>
                  <a:pt x="19872" y="9209"/>
                </a:lnTo>
                <a:lnTo>
                  <a:pt x="19490" y="11250"/>
                </a:lnTo>
                <a:lnTo>
                  <a:pt x="18749" y="12812"/>
                </a:lnTo>
                <a:lnTo>
                  <a:pt x="18000" y="14400"/>
                </a:lnTo>
                <a:lnTo>
                  <a:pt x="15620" y="14400"/>
                </a:lnTo>
                <a:lnTo>
                  <a:pt x="13226" y="14400"/>
                </a:lnTo>
                <a:lnTo>
                  <a:pt x="10800" y="14400"/>
                </a:lnTo>
                <a:lnTo>
                  <a:pt x="9479" y="16538"/>
                </a:lnTo>
                <a:lnTo>
                  <a:pt x="8662" y="18000"/>
                </a:lnTo>
                <a:lnTo>
                  <a:pt x="8017" y="19462"/>
                </a:lnTo>
                <a:lnTo>
                  <a:pt x="7200" y="21600"/>
                </a:lnTo>
                <a:lnTo>
                  <a:pt x="7200" y="19220"/>
                </a:lnTo>
                <a:lnTo>
                  <a:pt x="7200" y="16826"/>
                </a:lnTo>
                <a:lnTo>
                  <a:pt x="7200" y="14400"/>
                </a:lnTo>
                <a:lnTo>
                  <a:pt x="5062" y="13079"/>
                </a:lnTo>
                <a:lnTo>
                  <a:pt x="3600" y="12262"/>
                </a:lnTo>
                <a:lnTo>
                  <a:pt x="2138" y="11617"/>
                </a:lnTo>
                <a:lnTo>
                  <a:pt x="0" y="10800"/>
                </a:lnTo>
                <a:lnTo>
                  <a:pt x="1566" y="10534"/>
                </a:lnTo>
                <a:lnTo>
                  <a:pt x="3150" y="10267"/>
                </a:lnTo>
                <a:lnTo>
                  <a:pt x="4158" y="10062"/>
                </a:lnTo>
                <a:lnTo>
                  <a:pt x="7200" y="9450"/>
                </a:lnTo>
                <a:lnTo>
                  <a:pt x="9209" y="9072"/>
                </a:lnTo>
                <a:lnTo>
                  <a:pt x="11250" y="8690"/>
                </a:lnTo>
                <a:lnTo>
                  <a:pt x="12816" y="7949"/>
                </a:lnTo>
                <a:lnTo>
                  <a:pt x="14400" y="7200"/>
                </a:lnTo>
                <a:lnTo>
                  <a:pt x="14400" y="4820"/>
                </a:lnTo>
                <a:lnTo>
                  <a:pt x="14400" y="2426"/>
                </a:lnTo>
                <a:lnTo>
                  <a:pt x="14400" y="0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6" name="contour_14814"/>
          <p:cNvSpPr/>
          <p:nvPr/>
        </p:nvSpPr>
        <p:spPr>
          <a:xfrm>
            <a:off x="4811521" y="5369326"/>
            <a:ext cx="38080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1337"/>
                </a:moveTo>
                <a:lnTo>
                  <a:pt x="5709" y="593"/>
                </a:lnTo>
                <a:lnTo>
                  <a:pt x="9070" y="147"/>
                </a:lnTo>
                <a:lnTo>
                  <a:pt x="11464" y="0"/>
                </a:lnTo>
                <a:lnTo>
                  <a:pt x="13357" y="147"/>
                </a:lnTo>
                <a:lnTo>
                  <a:pt x="15205" y="593"/>
                </a:lnTo>
                <a:lnTo>
                  <a:pt x="17466" y="1337"/>
                </a:lnTo>
                <a:lnTo>
                  <a:pt x="18743" y="4584"/>
                </a:lnTo>
                <a:lnTo>
                  <a:pt x="19711" y="7847"/>
                </a:lnTo>
                <a:lnTo>
                  <a:pt x="20422" y="11160"/>
                </a:lnTo>
                <a:lnTo>
                  <a:pt x="20934" y="14544"/>
                </a:lnTo>
                <a:lnTo>
                  <a:pt x="21311" y="18014"/>
                </a:lnTo>
                <a:lnTo>
                  <a:pt x="21600" y="21600"/>
                </a:lnTo>
                <a:lnTo>
                  <a:pt x="18942" y="21250"/>
                </a:lnTo>
                <a:lnTo>
                  <a:pt x="16309" y="20865"/>
                </a:lnTo>
                <a:lnTo>
                  <a:pt x="13700" y="20425"/>
                </a:lnTo>
                <a:lnTo>
                  <a:pt x="11112" y="19898"/>
                </a:lnTo>
                <a:lnTo>
                  <a:pt x="8545" y="19270"/>
                </a:lnTo>
                <a:lnTo>
                  <a:pt x="5994" y="18515"/>
                </a:lnTo>
                <a:lnTo>
                  <a:pt x="3456" y="17613"/>
                </a:lnTo>
                <a:lnTo>
                  <a:pt x="930" y="16534"/>
                </a:lnTo>
                <a:lnTo>
                  <a:pt x="310" y="12614"/>
                </a:lnTo>
                <a:lnTo>
                  <a:pt x="0" y="9863"/>
                </a:lnTo>
                <a:lnTo>
                  <a:pt x="0" y="7553"/>
                </a:lnTo>
                <a:lnTo>
                  <a:pt x="310" y="4954"/>
                </a:lnTo>
                <a:lnTo>
                  <a:pt x="930" y="1337"/>
                </a:lnTo>
                <a:close/>
              </a:path>
            </a:pathLst>
          </a:custGeom>
          <a:solidFill>
            <a:srgbClr val="1414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7" name="contour_14815"/>
          <p:cNvSpPr/>
          <p:nvPr/>
        </p:nvSpPr>
        <p:spPr>
          <a:xfrm>
            <a:off x="2384948" y="5385826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FAEA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8" name="contour_14816"/>
          <p:cNvSpPr/>
          <p:nvPr/>
        </p:nvSpPr>
        <p:spPr>
          <a:xfrm>
            <a:off x="1540853" y="5378538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005" y="3564"/>
                </a:lnTo>
                <a:lnTo>
                  <a:pt x="20410" y="7142"/>
                </a:lnTo>
                <a:lnTo>
                  <a:pt x="19807" y="10750"/>
                </a:lnTo>
                <a:lnTo>
                  <a:pt x="19200" y="14400"/>
                </a:lnTo>
                <a:lnTo>
                  <a:pt x="17546" y="15458"/>
                </a:lnTo>
                <a:lnTo>
                  <a:pt x="15934" y="16380"/>
                </a:lnTo>
                <a:lnTo>
                  <a:pt x="14340" y="17179"/>
                </a:lnTo>
                <a:lnTo>
                  <a:pt x="12744" y="17856"/>
                </a:lnTo>
                <a:lnTo>
                  <a:pt x="11122" y="18432"/>
                </a:lnTo>
                <a:lnTo>
                  <a:pt x="9451" y="18900"/>
                </a:lnTo>
                <a:lnTo>
                  <a:pt x="8767" y="19109"/>
                </a:lnTo>
                <a:lnTo>
                  <a:pt x="6708" y="19742"/>
                </a:lnTo>
                <a:lnTo>
                  <a:pt x="5033" y="20239"/>
                </a:lnTo>
                <a:lnTo>
                  <a:pt x="3355" y="20707"/>
                </a:lnTo>
                <a:lnTo>
                  <a:pt x="1678" y="21161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17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19" name="contour_14817"/>
          <p:cNvSpPr/>
          <p:nvPr/>
        </p:nvSpPr>
        <p:spPr>
          <a:xfrm>
            <a:off x="7764798" y="534938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94" y="2376"/>
                </a:lnTo>
                <a:lnTo>
                  <a:pt x="1188" y="4756"/>
                </a:lnTo>
                <a:lnTo>
                  <a:pt x="1786" y="7146"/>
                </a:lnTo>
                <a:lnTo>
                  <a:pt x="2387" y="9547"/>
                </a:lnTo>
                <a:lnTo>
                  <a:pt x="2992" y="11963"/>
                </a:lnTo>
                <a:lnTo>
                  <a:pt x="3600" y="14400"/>
                </a:lnTo>
                <a:lnTo>
                  <a:pt x="5828" y="13507"/>
                </a:lnTo>
                <a:lnTo>
                  <a:pt x="8057" y="12618"/>
                </a:lnTo>
                <a:lnTo>
                  <a:pt x="10292" y="11722"/>
                </a:lnTo>
                <a:lnTo>
                  <a:pt x="12532" y="10829"/>
                </a:lnTo>
                <a:lnTo>
                  <a:pt x="14782" y="9929"/>
                </a:lnTo>
                <a:lnTo>
                  <a:pt x="17042" y="9025"/>
                </a:lnTo>
                <a:lnTo>
                  <a:pt x="19314" y="8114"/>
                </a:lnTo>
                <a:lnTo>
                  <a:pt x="21600" y="7200"/>
                </a:lnTo>
                <a:lnTo>
                  <a:pt x="21600" y="9576"/>
                </a:lnTo>
                <a:lnTo>
                  <a:pt x="21600" y="11956"/>
                </a:lnTo>
                <a:lnTo>
                  <a:pt x="21600" y="14346"/>
                </a:lnTo>
                <a:lnTo>
                  <a:pt x="21600" y="16747"/>
                </a:lnTo>
                <a:lnTo>
                  <a:pt x="21600" y="19163"/>
                </a:lnTo>
                <a:lnTo>
                  <a:pt x="21600" y="21600"/>
                </a:lnTo>
                <a:lnTo>
                  <a:pt x="20513" y="21420"/>
                </a:lnTo>
                <a:lnTo>
                  <a:pt x="19516" y="21251"/>
                </a:lnTo>
                <a:lnTo>
                  <a:pt x="18425" y="21071"/>
                </a:lnTo>
                <a:lnTo>
                  <a:pt x="17064" y="20844"/>
                </a:lnTo>
                <a:lnTo>
                  <a:pt x="15257" y="20542"/>
                </a:lnTo>
                <a:lnTo>
                  <a:pt x="12823" y="20138"/>
                </a:lnTo>
                <a:lnTo>
                  <a:pt x="9590" y="19598"/>
                </a:lnTo>
                <a:lnTo>
                  <a:pt x="5375" y="18896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E9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0" name="contour_14818"/>
          <p:cNvSpPr/>
          <p:nvPr/>
        </p:nvSpPr>
        <p:spPr>
          <a:xfrm>
            <a:off x="3938602" y="535667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8" y="812"/>
                </a:lnTo>
                <a:lnTo>
                  <a:pt x="4579" y="1443"/>
                </a:lnTo>
                <a:lnTo>
                  <a:pt x="6221" y="2100"/>
                </a:lnTo>
                <a:lnTo>
                  <a:pt x="8122" y="2989"/>
                </a:lnTo>
                <a:lnTo>
                  <a:pt x="10800" y="4320"/>
                </a:lnTo>
                <a:lnTo>
                  <a:pt x="10800" y="7176"/>
                </a:lnTo>
                <a:lnTo>
                  <a:pt x="10800" y="10048"/>
                </a:lnTo>
                <a:lnTo>
                  <a:pt x="10800" y="12960"/>
                </a:lnTo>
                <a:lnTo>
                  <a:pt x="13478" y="14291"/>
                </a:lnTo>
                <a:lnTo>
                  <a:pt x="15379" y="15180"/>
                </a:lnTo>
                <a:lnTo>
                  <a:pt x="17021" y="15837"/>
                </a:lnTo>
                <a:lnTo>
                  <a:pt x="18922" y="16468"/>
                </a:lnTo>
                <a:lnTo>
                  <a:pt x="21600" y="17280"/>
                </a:lnTo>
                <a:lnTo>
                  <a:pt x="19224" y="17993"/>
                </a:lnTo>
                <a:lnTo>
                  <a:pt x="16844" y="18706"/>
                </a:lnTo>
                <a:lnTo>
                  <a:pt x="14454" y="19423"/>
                </a:lnTo>
                <a:lnTo>
                  <a:pt x="12053" y="20144"/>
                </a:lnTo>
                <a:lnTo>
                  <a:pt x="9637" y="20870"/>
                </a:lnTo>
                <a:lnTo>
                  <a:pt x="7200" y="21600"/>
                </a:lnTo>
                <a:lnTo>
                  <a:pt x="7200" y="18744"/>
                </a:lnTo>
                <a:lnTo>
                  <a:pt x="7200" y="15872"/>
                </a:lnTo>
                <a:lnTo>
                  <a:pt x="7200" y="12960"/>
                </a:lnTo>
                <a:lnTo>
                  <a:pt x="4820" y="12960"/>
                </a:lnTo>
                <a:lnTo>
                  <a:pt x="2426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DFD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1" name="contour_14819"/>
          <p:cNvSpPr/>
          <p:nvPr/>
        </p:nvSpPr>
        <p:spPr>
          <a:xfrm>
            <a:off x="2386260" y="5363947"/>
            <a:ext cx="36440" cy="437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"/>
                </a:moveTo>
                <a:lnTo>
                  <a:pt x="21600" y="2382"/>
                </a:lnTo>
                <a:lnTo>
                  <a:pt x="21600" y="4761"/>
                </a:lnTo>
                <a:lnTo>
                  <a:pt x="21600" y="7140"/>
                </a:lnTo>
                <a:lnTo>
                  <a:pt x="21600" y="9526"/>
                </a:lnTo>
                <a:lnTo>
                  <a:pt x="21600" y="11919"/>
                </a:lnTo>
                <a:lnTo>
                  <a:pt x="21600" y="14323"/>
                </a:lnTo>
                <a:lnTo>
                  <a:pt x="21600" y="16734"/>
                </a:lnTo>
                <a:lnTo>
                  <a:pt x="21600" y="19160"/>
                </a:lnTo>
                <a:lnTo>
                  <a:pt x="21600" y="21600"/>
                </a:lnTo>
                <a:lnTo>
                  <a:pt x="21246" y="19891"/>
                </a:lnTo>
                <a:lnTo>
                  <a:pt x="20883" y="18170"/>
                </a:lnTo>
                <a:lnTo>
                  <a:pt x="20520" y="16425"/>
                </a:lnTo>
                <a:lnTo>
                  <a:pt x="18580" y="13150"/>
                </a:lnTo>
                <a:lnTo>
                  <a:pt x="17168" y="11318"/>
                </a:lnTo>
                <a:lnTo>
                  <a:pt x="15587" y="10249"/>
                </a:lnTo>
                <a:lnTo>
                  <a:pt x="13146" y="9285"/>
                </a:lnTo>
                <a:lnTo>
                  <a:pt x="10536" y="8792"/>
                </a:lnTo>
                <a:lnTo>
                  <a:pt x="7914" y="8349"/>
                </a:lnTo>
                <a:lnTo>
                  <a:pt x="5279" y="7943"/>
                </a:lnTo>
                <a:lnTo>
                  <a:pt x="2640" y="7565"/>
                </a:lnTo>
                <a:lnTo>
                  <a:pt x="0" y="7205"/>
                </a:lnTo>
                <a:lnTo>
                  <a:pt x="2549" y="4675"/>
                </a:lnTo>
                <a:lnTo>
                  <a:pt x="4687" y="2818"/>
                </a:lnTo>
                <a:lnTo>
                  <a:pt x="6648" y="1529"/>
                </a:lnTo>
                <a:lnTo>
                  <a:pt x="8649" y="705"/>
                </a:lnTo>
                <a:lnTo>
                  <a:pt x="10921" y="245"/>
                </a:lnTo>
                <a:lnTo>
                  <a:pt x="13686" y="43"/>
                </a:lnTo>
                <a:lnTo>
                  <a:pt x="17168" y="0"/>
                </a:lnTo>
                <a:lnTo>
                  <a:pt x="21600" y="7"/>
                </a:lnTo>
                <a:close/>
              </a:path>
            </a:pathLst>
          </a:custGeom>
          <a:solidFill>
            <a:srgbClr val="F8D7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2" name="contour_14820"/>
          <p:cNvSpPr/>
          <p:nvPr/>
        </p:nvSpPr>
        <p:spPr>
          <a:xfrm>
            <a:off x="2123892" y="5349386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A8A9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3" name="contour_14821"/>
          <p:cNvSpPr/>
          <p:nvPr/>
        </p:nvSpPr>
        <p:spPr>
          <a:xfrm>
            <a:off x="1766781" y="5342098"/>
            <a:ext cx="655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0"/>
                </a:moveTo>
                <a:lnTo>
                  <a:pt x="3341" y="1339"/>
                </a:lnTo>
                <a:lnTo>
                  <a:pt x="4291" y="2687"/>
                </a:lnTo>
                <a:lnTo>
                  <a:pt x="5251" y="4052"/>
                </a:lnTo>
                <a:lnTo>
                  <a:pt x="6761" y="5737"/>
                </a:lnTo>
                <a:lnTo>
                  <a:pt x="8302" y="7158"/>
                </a:lnTo>
                <a:lnTo>
                  <a:pt x="9871" y="8355"/>
                </a:lnTo>
                <a:lnTo>
                  <a:pt x="11472" y="9357"/>
                </a:lnTo>
                <a:lnTo>
                  <a:pt x="13099" y="10191"/>
                </a:lnTo>
                <a:lnTo>
                  <a:pt x="14750" y="10891"/>
                </a:lnTo>
                <a:lnTo>
                  <a:pt x="16428" y="11487"/>
                </a:lnTo>
                <a:lnTo>
                  <a:pt x="18130" y="12010"/>
                </a:lnTo>
                <a:lnTo>
                  <a:pt x="19855" y="12489"/>
                </a:lnTo>
                <a:lnTo>
                  <a:pt x="21600" y="12960"/>
                </a:lnTo>
                <a:lnTo>
                  <a:pt x="20306" y="14714"/>
                </a:lnTo>
                <a:lnTo>
                  <a:pt x="19027" y="16299"/>
                </a:lnTo>
                <a:lnTo>
                  <a:pt x="17741" y="17721"/>
                </a:lnTo>
                <a:lnTo>
                  <a:pt x="16421" y="18965"/>
                </a:lnTo>
                <a:lnTo>
                  <a:pt x="15041" y="20028"/>
                </a:lnTo>
                <a:lnTo>
                  <a:pt x="13577" y="20909"/>
                </a:lnTo>
                <a:lnTo>
                  <a:pt x="12000" y="21600"/>
                </a:lnTo>
                <a:lnTo>
                  <a:pt x="10531" y="20503"/>
                </a:lnTo>
                <a:lnTo>
                  <a:pt x="9113" y="19302"/>
                </a:lnTo>
                <a:lnTo>
                  <a:pt x="7740" y="18010"/>
                </a:lnTo>
                <a:lnTo>
                  <a:pt x="6403" y="16632"/>
                </a:lnTo>
                <a:lnTo>
                  <a:pt x="5095" y="15168"/>
                </a:lnTo>
                <a:lnTo>
                  <a:pt x="3809" y="13634"/>
                </a:lnTo>
                <a:lnTo>
                  <a:pt x="2537" y="12027"/>
                </a:lnTo>
                <a:lnTo>
                  <a:pt x="1270" y="10359"/>
                </a:lnTo>
                <a:lnTo>
                  <a:pt x="0" y="8640"/>
                </a:lnTo>
                <a:lnTo>
                  <a:pt x="595" y="6502"/>
                </a:lnTo>
                <a:lnTo>
                  <a:pt x="1190" y="4355"/>
                </a:lnTo>
                <a:lnTo>
                  <a:pt x="1793" y="2190"/>
                </a:lnTo>
                <a:lnTo>
                  <a:pt x="2400" y="0"/>
                </a:lnTo>
                <a:close/>
              </a:path>
            </a:pathLst>
          </a:custGeom>
          <a:solidFill>
            <a:srgbClr val="4F4B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4" name="contour_14822"/>
          <p:cNvSpPr/>
          <p:nvPr/>
        </p:nvSpPr>
        <p:spPr>
          <a:xfrm>
            <a:off x="994254" y="5334810"/>
            <a:ext cx="45149" cy="581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33" y="0"/>
                </a:moveTo>
                <a:lnTo>
                  <a:pt x="19163" y="0"/>
                </a:lnTo>
                <a:lnTo>
                  <a:pt x="20920" y="0"/>
                </a:lnTo>
                <a:lnTo>
                  <a:pt x="21028" y="1557"/>
                </a:lnTo>
                <a:lnTo>
                  <a:pt x="21122" y="3114"/>
                </a:lnTo>
                <a:lnTo>
                  <a:pt x="21209" y="4670"/>
                </a:lnTo>
                <a:lnTo>
                  <a:pt x="21286" y="6227"/>
                </a:lnTo>
                <a:lnTo>
                  <a:pt x="21356" y="7784"/>
                </a:lnTo>
                <a:lnTo>
                  <a:pt x="21436" y="9230"/>
                </a:lnTo>
                <a:lnTo>
                  <a:pt x="21516" y="10686"/>
                </a:lnTo>
                <a:lnTo>
                  <a:pt x="21600" y="12162"/>
                </a:lnTo>
                <a:lnTo>
                  <a:pt x="21244" y="14182"/>
                </a:lnTo>
                <a:lnTo>
                  <a:pt x="20871" y="15573"/>
                </a:lnTo>
                <a:lnTo>
                  <a:pt x="20303" y="16697"/>
                </a:lnTo>
                <a:lnTo>
                  <a:pt x="19365" y="17902"/>
                </a:lnTo>
                <a:lnTo>
                  <a:pt x="17869" y="19545"/>
                </a:lnTo>
                <a:lnTo>
                  <a:pt x="15544" y="20766"/>
                </a:lnTo>
                <a:lnTo>
                  <a:pt x="13971" y="21386"/>
                </a:lnTo>
                <a:lnTo>
                  <a:pt x="12434" y="21600"/>
                </a:lnTo>
                <a:lnTo>
                  <a:pt x="10216" y="21597"/>
                </a:lnTo>
                <a:lnTo>
                  <a:pt x="8173" y="21069"/>
                </a:lnTo>
                <a:lnTo>
                  <a:pt x="6130" y="20539"/>
                </a:lnTo>
                <a:lnTo>
                  <a:pt x="4086" y="20011"/>
                </a:lnTo>
                <a:lnTo>
                  <a:pt x="2043" y="19480"/>
                </a:lnTo>
                <a:lnTo>
                  <a:pt x="0" y="18952"/>
                </a:lnTo>
                <a:lnTo>
                  <a:pt x="1893" y="18600"/>
                </a:lnTo>
                <a:lnTo>
                  <a:pt x="3814" y="18243"/>
                </a:lnTo>
                <a:lnTo>
                  <a:pt x="6304" y="17642"/>
                </a:lnTo>
                <a:lnTo>
                  <a:pt x="8650" y="17016"/>
                </a:lnTo>
                <a:lnTo>
                  <a:pt x="10896" y="16334"/>
                </a:lnTo>
                <a:lnTo>
                  <a:pt x="13082" y="15554"/>
                </a:lnTo>
                <a:lnTo>
                  <a:pt x="15247" y="14634"/>
                </a:lnTo>
                <a:lnTo>
                  <a:pt x="17433" y="13537"/>
                </a:lnTo>
                <a:lnTo>
                  <a:pt x="17995" y="11563"/>
                </a:lnTo>
                <a:lnTo>
                  <a:pt x="18319" y="9636"/>
                </a:lnTo>
                <a:lnTo>
                  <a:pt x="18438" y="7735"/>
                </a:lnTo>
                <a:lnTo>
                  <a:pt x="18378" y="5843"/>
                </a:lnTo>
                <a:lnTo>
                  <a:pt x="18173" y="3937"/>
                </a:lnTo>
                <a:lnTo>
                  <a:pt x="17848" y="1995"/>
                </a:lnTo>
                <a:lnTo>
                  <a:pt x="17433" y="0"/>
                </a:lnTo>
                <a:close/>
              </a:path>
            </a:pathLst>
          </a:custGeom>
          <a:solidFill>
            <a:srgbClr val="66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5" name="contour_14823"/>
          <p:cNvSpPr/>
          <p:nvPr/>
        </p:nvSpPr>
        <p:spPr>
          <a:xfrm>
            <a:off x="5125954" y="5327522"/>
            <a:ext cx="44318" cy="444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" y="0"/>
                </a:moveTo>
                <a:lnTo>
                  <a:pt x="2064" y="1771"/>
                </a:lnTo>
                <a:lnTo>
                  <a:pt x="3840" y="3542"/>
                </a:lnTo>
                <a:lnTo>
                  <a:pt x="5616" y="5313"/>
                </a:lnTo>
                <a:lnTo>
                  <a:pt x="7392" y="7084"/>
                </a:lnTo>
                <a:lnTo>
                  <a:pt x="9168" y="8855"/>
                </a:lnTo>
                <a:lnTo>
                  <a:pt x="10944" y="10626"/>
                </a:lnTo>
                <a:lnTo>
                  <a:pt x="12720" y="12398"/>
                </a:lnTo>
                <a:lnTo>
                  <a:pt x="14496" y="14169"/>
                </a:lnTo>
                <a:lnTo>
                  <a:pt x="16272" y="15940"/>
                </a:lnTo>
                <a:lnTo>
                  <a:pt x="18048" y="17711"/>
                </a:lnTo>
                <a:lnTo>
                  <a:pt x="19824" y="19482"/>
                </a:lnTo>
                <a:lnTo>
                  <a:pt x="21600" y="21253"/>
                </a:lnTo>
                <a:lnTo>
                  <a:pt x="19437" y="21320"/>
                </a:lnTo>
                <a:lnTo>
                  <a:pt x="17270" y="21377"/>
                </a:lnTo>
                <a:lnTo>
                  <a:pt x="15107" y="21426"/>
                </a:lnTo>
                <a:lnTo>
                  <a:pt x="12940" y="21472"/>
                </a:lnTo>
                <a:lnTo>
                  <a:pt x="10525" y="21536"/>
                </a:lnTo>
                <a:lnTo>
                  <a:pt x="8070" y="21600"/>
                </a:lnTo>
                <a:lnTo>
                  <a:pt x="5570" y="21345"/>
                </a:lnTo>
                <a:lnTo>
                  <a:pt x="3925" y="20853"/>
                </a:lnTo>
                <a:lnTo>
                  <a:pt x="2408" y="19765"/>
                </a:lnTo>
                <a:lnTo>
                  <a:pt x="288" y="17711"/>
                </a:lnTo>
                <a:lnTo>
                  <a:pt x="89" y="15196"/>
                </a:lnTo>
                <a:lnTo>
                  <a:pt x="0" y="13414"/>
                </a:lnTo>
                <a:lnTo>
                  <a:pt x="0" y="11508"/>
                </a:lnTo>
                <a:lnTo>
                  <a:pt x="67" y="8636"/>
                </a:lnTo>
                <a:lnTo>
                  <a:pt x="117" y="6209"/>
                </a:lnTo>
                <a:lnTo>
                  <a:pt x="163" y="3751"/>
                </a:lnTo>
                <a:lnTo>
                  <a:pt x="224" y="1888"/>
                </a:lnTo>
                <a:lnTo>
                  <a:pt x="288" y="0"/>
                </a:lnTo>
                <a:close/>
              </a:path>
            </a:pathLst>
          </a:custGeom>
          <a:solidFill>
            <a:srgbClr val="6261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6" name="contour_14824"/>
          <p:cNvSpPr/>
          <p:nvPr/>
        </p:nvSpPr>
        <p:spPr>
          <a:xfrm>
            <a:off x="3464256" y="5320234"/>
            <a:ext cx="2249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2" y="0"/>
                </a:moveTo>
                <a:lnTo>
                  <a:pt x="4627" y="1380"/>
                </a:lnTo>
                <a:lnTo>
                  <a:pt x="7979" y="2711"/>
                </a:lnTo>
                <a:lnTo>
                  <a:pt x="10730" y="4031"/>
                </a:lnTo>
                <a:lnTo>
                  <a:pt x="12956" y="5378"/>
                </a:lnTo>
                <a:lnTo>
                  <a:pt x="14741" y="6788"/>
                </a:lnTo>
                <a:lnTo>
                  <a:pt x="16162" y="8303"/>
                </a:lnTo>
                <a:lnTo>
                  <a:pt x="17288" y="9955"/>
                </a:lnTo>
                <a:lnTo>
                  <a:pt x="18198" y="11788"/>
                </a:lnTo>
                <a:lnTo>
                  <a:pt x="18975" y="13838"/>
                </a:lnTo>
                <a:lnTo>
                  <a:pt x="19500" y="15295"/>
                </a:lnTo>
                <a:lnTo>
                  <a:pt x="20032" y="16762"/>
                </a:lnTo>
                <a:lnTo>
                  <a:pt x="20564" y="18247"/>
                </a:lnTo>
                <a:lnTo>
                  <a:pt x="21082" y="19912"/>
                </a:lnTo>
                <a:lnTo>
                  <a:pt x="21600" y="21600"/>
                </a:lnTo>
                <a:lnTo>
                  <a:pt x="16973" y="21600"/>
                </a:lnTo>
                <a:lnTo>
                  <a:pt x="12319" y="21600"/>
                </a:lnTo>
                <a:lnTo>
                  <a:pt x="7601" y="21600"/>
                </a:lnTo>
                <a:lnTo>
                  <a:pt x="4809" y="19991"/>
                </a:lnTo>
                <a:lnTo>
                  <a:pt x="2786" y="18368"/>
                </a:lnTo>
                <a:lnTo>
                  <a:pt x="1407" y="16721"/>
                </a:lnTo>
                <a:lnTo>
                  <a:pt x="560" y="15039"/>
                </a:lnTo>
                <a:lnTo>
                  <a:pt x="126" y="13311"/>
                </a:lnTo>
                <a:lnTo>
                  <a:pt x="0" y="11529"/>
                </a:lnTo>
                <a:lnTo>
                  <a:pt x="49" y="9685"/>
                </a:lnTo>
                <a:lnTo>
                  <a:pt x="168" y="7762"/>
                </a:lnTo>
                <a:lnTo>
                  <a:pt x="231" y="6305"/>
                </a:lnTo>
                <a:lnTo>
                  <a:pt x="294" y="4838"/>
                </a:lnTo>
                <a:lnTo>
                  <a:pt x="357" y="3353"/>
                </a:lnTo>
                <a:lnTo>
                  <a:pt x="476" y="1688"/>
                </a:lnTo>
                <a:lnTo>
                  <a:pt x="602" y="0"/>
                </a:lnTo>
                <a:close/>
              </a:path>
            </a:pathLst>
          </a:custGeom>
          <a:solidFill>
            <a:srgbClr val="FC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7" name="contour_14825"/>
          <p:cNvSpPr/>
          <p:nvPr/>
        </p:nvSpPr>
        <p:spPr>
          <a:xfrm>
            <a:off x="855782" y="5298370"/>
            <a:ext cx="510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6662" y="1655"/>
                </a:lnTo>
                <a:lnTo>
                  <a:pt x="6949" y="2873"/>
                </a:lnTo>
                <a:lnTo>
                  <a:pt x="7134" y="4258"/>
                </a:lnTo>
                <a:lnTo>
                  <a:pt x="7329" y="6412"/>
                </a:lnTo>
                <a:lnTo>
                  <a:pt x="7816" y="9164"/>
                </a:lnTo>
                <a:lnTo>
                  <a:pt x="8254" y="11089"/>
                </a:lnTo>
                <a:lnTo>
                  <a:pt x="8773" y="12439"/>
                </a:lnTo>
                <a:lnTo>
                  <a:pt x="9513" y="13470"/>
                </a:lnTo>
                <a:lnTo>
                  <a:pt x="10606" y="14437"/>
                </a:lnTo>
                <a:lnTo>
                  <a:pt x="12185" y="15598"/>
                </a:lnTo>
                <a:lnTo>
                  <a:pt x="13910" y="16319"/>
                </a:lnTo>
                <a:lnTo>
                  <a:pt x="15262" y="16848"/>
                </a:lnTo>
                <a:lnTo>
                  <a:pt x="16691" y="17350"/>
                </a:lnTo>
                <a:lnTo>
                  <a:pt x="18653" y="17982"/>
                </a:lnTo>
                <a:lnTo>
                  <a:pt x="21600" y="18900"/>
                </a:lnTo>
                <a:lnTo>
                  <a:pt x="19690" y="19235"/>
                </a:lnTo>
                <a:lnTo>
                  <a:pt x="17780" y="19570"/>
                </a:lnTo>
                <a:lnTo>
                  <a:pt x="15864" y="19904"/>
                </a:lnTo>
                <a:lnTo>
                  <a:pt x="13944" y="20239"/>
                </a:lnTo>
                <a:lnTo>
                  <a:pt x="12016" y="20577"/>
                </a:lnTo>
                <a:lnTo>
                  <a:pt x="10078" y="20917"/>
                </a:lnTo>
                <a:lnTo>
                  <a:pt x="8131" y="21257"/>
                </a:lnTo>
                <a:lnTo>
                  <a:pt x="6171" y="21600"/>
                </a:lnTo>
                <a:lnTo>
                  <a:pt x="5656" y="20053"/>
                </a:lnTo>
                <a:lnTo>
                  <a:pt x="5141" y="18509"/>
                </a:lnTo>
                <a:lnTo>
                  <a:pt x="4625" y="16961"/>
                </a:lnTo>
                <a:lnTo>
                  <a:pt x="4110" y="15414"/>
                </a:lnTo>
                <a:lnTo>
                  <a:pt x="3598" y="13864"/>
                </a:lnTo>
                <a:lnTo>
                  <a:pt x="3086" y="12317"/>
                </a:lnTo>
                <a:lnTo>
                  <a:pt x="2644" y="10997"/>
                </a:lnTo>
                <a:lnTo>
                  <a:pt x="2194" y="9655"/>
                </a:lnTo>
                <a:lnTo>
                  <a:pt x="1268" y="6839"/>
                </a:lnTo>
                <a:lnTo>
                  <a:pt x="651" y="4865"/>
                </a:lnTo>
                <a:lnTo>
                  <a:pt x="275" y="3461"/>
                </a:lnTo>
                <a:lnTo>
                  <a:pt x="80" y="2360"/>
                </a:lnTo>
                <a:lnTo>
                  <a:pt x="9" y="1296"/>
                </a:lnTo>
                <a:lnTo>
                  <a:pt x="0" y="0"/>
                </a:lnTo>
                <a:close/>
              </a:path>
            </a:pathLst>
          </a:custGeom>
          <a:solidFill>
            <a:srgbClr val="6254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8" name="contour_14826"/>
          <p:cNvSpPr/>
          <p:nvPr/>
        </p:nvSpPr>
        <p:spPr>
          <a:xfrm>
            <a:off x="4623673" y="5327522"/>
            <a:ext cx="240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77" y="994"/>
                </a:lnTo>
                <a:lnTo>
                  <a:pt x="7263" y="1771"/>
                </a:lnTo>
                <a:lnTo>
                  <a:pt x="9806" y="2506"/>
                </a:lnTo>
                <a:lnTo>
                  <a:pt x="12349" y="3373"/>
                </a:lnTo>
                <a:lnTo>
                  <a:pt x="15435" y="4536"/>
                </a:lnTo>
                <a:lnTo>
                  <a:pt x="19613" y="6171"/>
                </a:lnTo>
                <a:lnTo>
                  <a:pt x="20861" y="8409"/>
                </a:lnTo>
                <a:lnTo>
                  <a:pt x="21495" y="10371"/>
                </a:lnTo>
                <a:lnTo>
                  <a:pt x="21600" y="12210"/>
                </a:lnTo>
                <a:lnTo>
                  <a:pt x="21260" y="14080"/>
                </a:lnTo>
                <a:lnTo>
                  <a:pt x="20574" y="16132"/>
                </a:lnTo>
                <a:lnTo>
                  <a:pt x="19613" y="18514"/>
                </a:lnTo>
                <a:lnTo>
                  <a:pt x="15729" y="19125"/>
                </a:lnTo>
                <a:lnTo>
                  <a:pt x="11833" y="19739"/>
                </a:lnTo>
                <a:lnTo>
                  <a:pt x="7923" y="20353"/>
                </a:lnTo>
                <a:lnTo>
                  <a:pt x="3981" y="20974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4C3E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29" name="contour_14827"/>
          <p:cNvSpPr/>
          <p:nvPr/>
        </p:nvSpPr>
        <p:spPr>
          <a:xfrm>
            <a:off x="1948980" y="533481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400" y="3569"/>
                </a:lnTo>
                <a:lnTo>
                  <a:pt x="14400" y="7160"/>
                </a:lnTo>
                <a:lnTo>
                  <a:pt x="14400" y="10800"/>
                </a:lnTo>
                <a:lnTo>
                  <a:pt x="16182" y="12139"/>
                </a:lnTo>
                <a:lnTo>
                  <a:pt x="17975" y="13478"/>
                </a:lnTo>
                <a:lnTo>
                  <a:pt x="19775" y="14834"/>
                </a:lnTo>
                <a:lnTo>
                  <a:pt x="21600" y="16200"/>
                </a:lnTo>
                <a:lnTo>
                  <a:pt x="19372" y="16870"/>
                </a:lnTo>
                <a:lnTo>
                  <a:pt x="17143" y="17539"/>
                </a:lnTo>
                <a:lnTo>
                  <a:pt x="14908" y="18209"/>
                </a:lnTo>
                <a:lnTo>
                  <a:pt x="12668" y="18878"/>
                </a:lnTo>
                <a:lnTo>
                  <a:pt x="10418" y="19553"/>
                </a:lnTo>
                <a:lnTo>
                  <a:pt x="8158" y="20234"/>
                </a:lnTo>
                <a:lnTo>
                  <a:pt x="5886" y="20914"/>
                </a:lnTo>
                <a:lnTo>
                  <a:pt x="3600" y="21600"/>
                </a:lnTo>
                <a:lnTo>
                  <a:pt x="2887" y="18392"/>
                </a:lnTo>
                <a:lnTo>
                  <a:pt x="2171" y="15174"/>
                </a:lnTo>
                <a:lnTo>
                  <a:pt x="1454" y="11945"/>
                </a:lnTo>
                <a:lnTo>
                  <a:pt x="731" y="8689"/>
                </a:lnTo>
                <a:lnTo>
                  <a:pt x="0" y="5400"/>
                </a:lnTo>
                <a:lnTo>
                  <a:pt x="2527" y="3348"/>
                </a:lnTo>
                <a:lnTo>
                  <a:pt x="4698" y="1885"/>
                </a:lnTo>
                <a:lnTo>
                  <a:pt x="6743" y="913"/>
                </a:lnTo>
                <a:lnTo>
                  <a:pt x="8888" y="340"/>
                </a:lnTo>
                <a:lnTo>
                  <a:pt x="11365" y="70"/>
                </a:lnTo>
                <a:lnTo>
                  <a:pt x="14400" y="0"/>
                </a:lnTo>
                <a:close/>
              </a:path>
            </a:pathLst>
          </a:custGeom>
          <a:solidFill>
            <a:srgbClr val="6760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0" name="contour_14828"/>
          <p:cNvSpPr/>
          <p:nvPr/>
        </p:nvSpPr>
        <p:spPr>
          <a:xfrm>
            <a:off x="8369701" y="530565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48" y="4994"/>
                </a:lnTo>
                <a:lnTo>
                  <a:pt x="20425" y="8506"/>
                </a:lnTo>
                <a:lnTo>
                  <a:pt x="19920" y="11007"/>
                </a:lnTo>
                <a:lnTo>
                  <a:pt x="19306" y="12986"/>
                </a:lnTo>
                <a:lnTo>
                  <a:pt x="18468" y="14917"/>
                </a:lnTo>
                <a:lnTo>
                  <a:pt x="17280" y="17280"/>
                </a:lnTo>
                <a:lnTo>
                  <a:pt x="14420" y="18585"/>
                </a:lnTo>
                <a:lnTo>
                  <a:pt x="11668" y="19544"/>
                </a:lnTo>
                <a:lnTo>
                  <a:pt x="8938" y="20244"/>
                </a:lnTo>
                <a:lnTo>
                  <a:pt x="6139" y="20766"/>
                </a:lnTo>
                <a:lnTo>
                  <a:pt x="3192" y="21190"/>
                </a:lnTo>
                <a:lnTo>
                  <a:pt x="0" y="21600"/>
                </a:lnTo>
                <a:lnTo>
                  <a:pt x="1084" y="17790"/>
                </a:lnTo>
                <a:lnTo>
                  <a:pt x="2220" y="14286"/>
                </a:lnTo>
                <a:lnTo>
                  <a:pt x="3482" y="11115"/>
                </a:lnTo>
                <a:lnTo>
                  <a:pt x="4938" y="8299"/>
                </a:lnTo>
                <a:lnTo>
                  <a:pt x="6653" y="5854"/>
                </a:lnTo>
                <a:lnTo>
                  <a:pt x="8705" y="3802"/>
                </a:lnTo>
                <a:lnTo>
                  <a:pt x="11154" y="2173"/>
                </a:lnTo>
                <a:lnTo>
                  <a:pt x="14070" y="981"/>
                </a:lnTo>
                <a:lnTo>
                  <a:pt x="17531" y="251"/>
                </a:lnTo>
                <a:lnTo>
                  <a:pt x="21600" y="0"/>
                </a:lnTo>
                <a:close/>
              </a:path>
            </a:pathLst>
          </a:custGeom>
          <a:solidFill>
            <a:srgbClr val="8D90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1" name="contour_14829"/>
          <p:cNvSpPr/>
          <p:nvPr/>
        </p:nvSpPr>
        <p:spPr>
          <a:xfrm>
            <a:off x="6881967" y="5312946"/>
            <a:ext cx="3742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" y="0"/>
                </a:moveTo>
                <a:lnTo>
                  <a:pt x="3542" y="0"/>
                </a:lnTo>
                <a:lnTo>
                  <a:pt x="6520" y="0"/>
                </a:lnTo>
                <a:lnTo>
                  <a:pt x="9507" y="0"/>
                </a:lnTo>
                <a:lnTo>
                  <a:pt x="12506" y="0"/>
                </a:lnTo>
                <a:lnTo>
                  <a:pt x="15518" y="0"/>
                </a:lnTo>
                <a:lnTo>
                  <a:pt x="18546" y="0"/>
                </a:lnTo>
                <a:lnTo>
                  <a:pt x="21600" y="0"/>
                </a:lnTo>
                <a:lnTo>
                  <a:pt x="20410" y="3056"/>
                </a:lnTo>
                <a:lnTo>
                  <a:pt x="19219" y="6113"/>
                </a:lnTo>
                <a:lnTo>
                  <a:pt x="18025" y="9180"/>
                </a:lnTo>
                <a:lnTo>
                  <a:pt x="16826" y="12258"/>
                </a:lnTo>
                <a:lnTo>
                  <a:pt x="15618" y="15352"/>
                </a:lnTo>
                <a:lnTo>
                  <a:pt x="14407" y="18463"/>
                </a:lnTo>
                <a:lnTo>
                  <a:pt x="13187" y="21600"/>
                </a:lnTo>
                <a:lnTo>
                  <a:pt x="10058" y="20747"/>
                </a:lnTo>
                <a:lnTo>
                  <a:pt x="7837" y="20039"/>
                </a:lnTo>
                <a:lnTo>
                  <a:pt x="5918" y="19219"/>
                </a:lnTo>
                <a:lnTo>
                  <a:pt x="3697" y="18025"/>
                </a:lnTo>
                <a:lnTo>
                  <a:pt x="568" y="16200"/>
                </a:lnTo>
                <a:lnTo>
                  <a:pt x="189" y="12020"/>
                </a:lnTo>
                <a:lnTo>
                  <a:pt x="0" y="9088"/>
                </a:lnTo>
                <a:lnTo>
                  <a:pt x="0" y="6626"/>
                </a:lnTo>
                <a:lnTo>
                  <a:pt x="189" y="3856"/>
                </a:lnTo>
                <a:lnTo>
                  <a:pt x="568" y="0"/>
                </a:lnTo>
                <a:close/>
              </a:path>
            </a:pathLst>
          </a:custGeom>
          <a:solidFill>
            <a:srgbClr val="E8DE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2" name="contour_14830"/>
          <p:cNvSpPr/>
          <p:nvPr/>
        </p:nvSpPr>
        <p:spPr>
          <a:xfrm>
            <a:off x="4499777" y="5298370"/>
            <a:ext cx="51016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75"/>
                </a:lnTo>
                <a:lnTo>
                  <a:pt x="4280" y="1350"/>
                </a:lnTo>
                <a:lnTo>
                  <a:pt x="6421" y="2026"/>
                </a:lnTo>
                <a:lnTo>
                  <a:pt x="8566" y="2708"/>
                </a:lnTo>
                <a:lnTo>
                  <a:pt x="10720" y="3383"/>
                </a:lnTo>
                <a:lnTo>
                  <a:pt x="12877" y="4065"/>
                </a:lnTo>
                <a:lnTo>
                  <a:pt x="15043" y="4747"/>
                </a:lnTo>
                <a:lnTo>
                  <a:pt x="17218" y="5436"/>
                </a:lnTo>
                <a:lnTo>
                  <a:pt x="19403" y="6125"/>
                </a:lnTo>
                <a:lnTo>
                  <a:pt x="21600" y="6820"/>
                </a:lnTo>
                <a:lnTo>
                  <a:pt x="20835" y="10196"/>
                </a:lnTo>
                <a:lnTo>
                  <a:pt x="20069" y="13586"/>
                </a:lnTo>
                <a:lnTo>
                  <a:pt x="19295" y="17003"/>
                </a:lnTo>
                <a:lnTo>
                  <a:pt x="18514" y="20461"/>
                </a:lnTo>
                <a:lnTo>
                  <a:pt x="16351" y="21109"/>
                </a:lnTo>
                <a:lnTo>
                  <a:pt x="14777" y="21470"/>
                </a:lnTo>
                <a:lnTo>
                  <a:pt x="13340" y="21600"/>
                </a:lnTo>
                <a:lnTo>
                  <a:pt x="11587" y="21539"/>
                </a:lnTo>
                <a:lnTo>
                  <a:pt x="9066" y="21314"/>
                </a:lnTo>
                <a:lnTo>
                  <a:pt x="7372" y="21191"/>
                </a:lnTo>
                <a:lnTo>
                  <a:pt x="5668" y="21068"/>
                </a:lnTo>
                <a:lnTo>
                  <a:pt x="3940" y="20938"/>
                </a:lnTo>
                <a:lnTo>
                  <a:pt x="1984" y="20700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4C4C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3" name="contour_14831"/>
          <p:cNvSpPr/>
          <p:nvPr/>
        </p:nvSpPr>
        <p:spPr>
          <a:xfrm>
            <a:off x="2080164" y="5261930"/>
            <a:ext cx="2326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894" y="2751"/>
                </a:lnTo>
                <a:lnTo>
                  <a:pt x="10611" y="4995"/>
                </a:lnTo>
                <a:lnTo>
                  <a:pt x="14285" y="6834"/>
                </a:lnTo>
                <a:lnTo>
                  <a:pt x="17039" y="8370"/>
                </a:lnTo>
                <a:lnTo>
                  <a:pt x="19008" y="9704"/>
                </a:lnTo>
                <a:lnTo>
                  <a:pt x="20321" y="10935"/>
                </a:lnTo>
                <a:lnTo>
                  <a:pt x="21099" y="12166"/>
                </a:lnTo>
                <a:lnTo>
                  <a:pt x="21485" y="13500"/>
                </a:lnTo>
                <a:lnTo>
                  <a:pt x="21600" y="15036"/>
                </a:lnTo>
                <a:lnTo>
                  <a:pt x="21573" y="16875"/>
                </a:lnTo>
                <a:lnTo>
                  <a:pt x="21153" y="18436"/>
                </a:lnTo>
                <a:lnTo>
                  <a:pt x="20727" y="20007"/>
                </a:lnTo>
                <a:lnTo>
                  <a:pt x="20301" y="21600"/>
                </a:lnTo>
                <a:lnTo>
                  <a:pt x="16281" y="21600"/>
                </a:lnTo>
                <a:lnTo>
                  <a:pt x="12248" y="21600"/>
                </a:lnTo>
                <a:lnTo>
                  <a:pt x="8202" y="21600"/>
                </a:lnTo>
                <a:lnTo>
                  <a:pt x="4121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382E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4" name="contour_14832"/>
          <p:cNvSpPr/>
          <p:nvPr/>
        </p:nvSpPr>
        <p:spPr>
          <a:xfrm>
            <a:off x="5840054" y="5283794"/>
            <a:ext cx="2375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75" y="0"/>
                </a:moveTo>
                <a:lnTo>
                  <a:pt x="11416" y="616"/>
                </a:lnTo>
                <a:lnTo>
                  <a:pt x="14173" y="1199"/>
                </a:lnTo>
                <a:lnTo>
                  <a:pt x="16796" y="2081"/>
                </a:lnTo>
                <a:lnTo>
                  <a:pt x="20527" y="3600"/>
                </a:lnTo>
                <a:lnTo>
                  <a:pt x="21269" y="6156"/>
                </a:lnTo>
                <a:lnTo>
                  <a:pt x="21600" y="7967"/>
                </a:lnTo>
                <a:lnTo>
                  <a:pt x="21600" y="9904"/>
                </a:lnTo>
                <a:lnTo>
                  <a:pt x="21355" y="12823"/>
                </a:lnTo>
                <a:lnTo>
                  <a:pt x="21176" y="15289"/>
                </a:lnTo>
                <a:lnTo>
                  <a:pt x="20990" y="17788"/>
                </a:lnTo>
                <a:lnTo>
                  <a:pt x="20759" y="19681"/>
                </a:lnTo>
                <a:lnTo>
                  <a:pt x="20527" y="21600"/>
                </a:lnTo>
                <a:lnTo>
                  <a:pt x="16591" y="21600"/>
                </a:lnTo>
                <a:lnTo>
                  <a:pt x="12642" y="21600"/>
                </a:lnTo>
                <a:lnTo>
                  <a:pt x="8680" y="21600"/>
                </a:lnTo>
                <a:lnTo>
                  <a:pt x="4684" y="21600"/>
                </a:lnTo>
                <a:lnTo>
                  <a:pt x="649" y="21600"/>
                </a:lnTo>
                <a:lnTo>
                  <a:pt x="523" y="19408"/>
                </a:lnTo>
                <a:lnTo>
                  <a:pt x="417" y="17212"/>
                </a:lnTo>
                <a:lnTo>
                  <a:pt x="325" y="15019"/>
                </a:lnTo>
                <a:lnTo>
                  <a:pt x="239" y="12823"/>
                </a:lnTo>
                <a:lnTo>
                  <a:pt x="119" y="10375"/>
                </a:lnTo>
                <a:lnTo>
                  <a:pt x="0" y="7888"/>
                </a:lnTo>
                <a:lnTo>
                  <a:pt x="477" y="5353"/>
                </a:lnTo>
                <a:lnTo>
                  <a:pt x="1398" y="3686"/>
                </a:lnTo>
                <a:lnTo>
                  <a:pt x="3432" y="2149"/>
                </a:lnTo>
                <a:lnTo>
                  <a:pt x="7275" y="0"/>
                </a:lnTo>
                <a:close/>
              </a:path>
            </a:pathLst>
          </a:custGeom>
          <a:solidFill>
            <a:srgbClr val="F7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5" name="contour_14833"/>
          <p:cNvSpPr/>
          <p:nvPr/>
        </p:nvSpPr>
        <p:spPr>
          <a:xfrm>
            <a:off x="4565369" y="5283794"/>
            <a:ext cx="7288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475"/>
                </a:lnTo>
                <a:lnTo>
                  <a:pt x="2851" y="950"/>
                </a:lnTo>
                <a:lnTo>
                  <a:pt x="4279" y="1426"/>
                </a:lnTo>
                <a:lnTo>
                  <a:pt x="5707" y="1901"/>
                </a:lnTo>
                <a:lnTo>
                  <a:pt x="7137" y="2376"/>
                </a:lnTo>
                <a:lnTo>
                  <a:pt x="8567" y="2858"/>
                </a:lnTo>
                <a:lnTo>
                  <a:pt x="10001" y="3334"/>
                </a:lnTo>
                <a:lnTo>
                  <a:pt x="11437" y="3816"/>
                </a:lnTo>
                <a:lnTo>
                  <a:pt x="12878" y="4291"/>
                </a:lnTo>
                <a:lnTo>
                  <a:pt x="14321" y="4774"/>
                </a:lnTo>
                <a:lnTo>
                  <a:pt x="15766" y="5256"/>
                </a:lnTo>
                <a:lnTo>
                  <a:pt x="17217" y="5738"/>
                </a:lnTo>
                <a:lnTo>
                  <a:pt x="18673" y="6228"/>
                </a:lnTo>
                <a:lnTo>
                  <a:pt x="20133" y="6710"/>
                </a:lnTo>
                <a:lnTo>
                  <a:pt x="21600" y="7200"/>
                </a:lnTo>
                <a:lnTo>
                  <a:pt x="21600" y="10771"/>
                </a:lnTo>
                <a:lnTo>
                  <a:pt x="21600" y="14400"/>
                </a:lnTo>
                <a:lnTo>
                  <a:pt x="20174" y="14875"/>
                </a:lnTo>
                <a:lnTo>
                  <a:pt x="18749" y="15350"/>
                </a:lnTo>
                <a:lnTo>
                  <a:pt x="17321" y="15826"/>
                </a:lnTo>
                <a:lnTo>
                  <a:pt x="15893" y="16301"/>
                </a:lnTo>
                <a:lnTo>
                  <a:pt x="14463" y="16776"/>
                </a:lnTo>
                <a:lnTo>
                  <a:pt x="13033" y="17258"/>
                </a:lnTo>
                <a:lnTo>
                  <a:pt x="11599" y="17734"/>
                </a:lnTo>
                <a:lnTo>
                  <a:pt x="10163" y="18216"/>
                </a:lnTo>
                <a:lnTo>
                  <a:pt x="8722" y="18691"/>
                </a:lnTo>
                <a:lnTo>
                  <a:pt x="7279" y="19174"/>
                </a:lnTo>
                <a:lnTo>
                  <a:pt x="5834" y="19656"/>
                </a:lnTo>
                <a:lnTo>
                  <a:pt x="4383" y="20138"/>
                </a:lnTo>
                <a:lnTo>
                  <a:pt x="2927" y="20628"/>
                </a:lnTo>
                <a:lnTo>
                  <a:pt x="1467" y="2111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11F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6" name="contour_14834"/>
          <p:cNvSpPr/>
          <p:nvPr/>
        </p:nvSpPr>
        <p:spPr>
          <a:xfrm>
            <a:off x="2298804" y="526921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4400" y="2856"/>
                </a:lnTo>
                <a:lnTo>
                  <a:pt x="14400" y="5728"/>
                </a:lnTo>
                <a:lnTo>
                  <a:pt x="14400" y="8640"/>
                </a:lnTo>
                <a:lnTo>
                  <a:pt x="16182" y="9711"/>
                </a:lnTo>
                <a:lnTo>
                  <a:pt x="17975" y="10783"/>
                </a:lnTo>
                <a:lnTo>
                  <a:pt x="19775" y="11867"/>
                </a:lnTo>
                <a:lnTo>
                  <a:pt x="21600" y="12960"/>
                </a:lnTo>
                <a:lnTo>
                  <a:pt x="19372" y="14031"/>
                </a:lnTo>
                <a:lnTo>
                  <a:pt x="17143" y="15098"/>
                </a:lnTo>
                <a:lnTo>
                  <a:pt x="14908" y="16174"/>
                </a:lnTo>
                <a:lnTo>
                  <a:pt x="12668" y="17245"/>
                </a:lnTo>
                <a:lnTo>
                  <a:pt x="10418" y="18325"/>
                </a:lnTo>
                <a:lnTo>
                  <a:pt x="8158" y="19410"/>
                </a:lnTo>
                <a:lnTo>
                  <a:pt x="5886" y="20503"/>
                </a:lnTo>
                <a:lnTo>
                  <a:pt x="3600" y="21600"/>
                </a:lnTo>
                <a:lnTo>
                  <a:pt x="2887" y="19034"/>
                </a:lnTo>
                <a:lnTo>
                  <a:pt x="2171" y="16459"/>
                </a:lnTo>
                <a:lnTo>
                  <a:pt x="1454" y="13876"/>
                </a:lnTo>
                <a:lnTo>
                  <a:pt x="731" y="11271"/>
                </a:lnTo>
                <a:lnTo>
                  <a:pt x="0" y="8640"/>
                </a:lnTo>
                <a:lnTo>
                  <a:pt x="2380" y="8640"/>
                </a:lnTo>
                <a:lnTo>
                  <a:pt x="4774" y="8640"/>
                </a:lnTo>
                <a:lnTo>
                  <a:pt x="7200" y="8640"/>
                </a:lnTo>
                <a:lnTo>
                  <a:pt x="7200" y="5784"/>
                </a:lnTo>
                <a:lnTo>
                  <a:pt x="7200" y="2912"/>
                </a:lnTo>
                <a:lnTo>
                  <a:pt x="7200" y="0"/>
                </a:lnTo>
                <a:close/>
              </a:path>
            </a:pathLst>
          </a:custGeom>
          <a:solidFill>
            <a:srgbClr val="575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7" name="contour_14835"/>
          <p:cNvSpPr/>
          <p:nvPr/>
        </p:nvSpPr>
        <p:spPr>
          <a:xfrm>
            <a:off x="870358" y="5260618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F1E5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8" name="contour_14836"/>
          <p:cNvSpPr/>
          <p:nvPr/>
        </p:nvSpPr>
        <p:spPr>
          <a:xfrm>
            <a:off x="1620744" y="5254642"/>
            <a:ext cx="2214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80" y="0"/>
                </a:moveTo>
                <a:lnTo>
                  <a:pt x="10907" y="0"/>
                </a:lnTo>
                <a:lnTo>
                  <a:pt x="14490" y="0"/>
                </a:lnTo>
                <a:lnTo>
                  <a:pt x="15080" y="1782"/>
                </a:lnTo>
                <a:lnTo>
                  <a:pt x="15663" y="3564"/>
                </a:lnTo>
                <a:lnTo>
                  <a:pt x="16253" y="5349"/>
                </a:lnTo>
                <a:lnTo>
                  <a:pt x="16836" y="7136"/>
                </a:lnTo>
                <a:lnTo>
                  <a:pt x="17426" y="8926"/>
                </a:lnTo>
                <a:lnTo>
                  <a:pt x="18017" y="10719"/>
                </a:lnTo>
                <a:lnTo>
                  <a:pt x="18607" y="12517"/>
                </a:lnTo>
                <a:lnTo>
                  <a:pt x="19204" y="14321"/>
                </a:lnTo>
                <a:lnTo>
                  <a:pt x="19801" y="16130"/>
                </a:lnTo>
                <a:lnTo>
                  <a:pt x="20398" y="17944"/>
                </a:lnTo>
                <a:lnTo>
                  <a:pt x="20996" y="19769"/>
                </a:lnTo>
                <a:lnTo>
                  <a:pt x="21600" y="21600"/>
                </a:lnTo>
                <a:lnTo>
                  <a:pt x="17377" y="21065"/>
                </a:lnTo>
                <a:lnTo>
                  <a:pt x="13139" y="20528"/>
                </a:lnTo>
                <a:lnTo>
                  <a:pt x="8887" y="19991"/>
                </a:lnTo>
                <a:lnTo>
                  <a:pt x="4600" y="19448"/>
                </a:lnTo>
                <a:lnTo>
                  <a:pt x="270" y="18900"/>
                </a:lnTo>
                <a:lnTo>
                  <a:pt x="64" y="17023"/>
                </a:lnTo>
                <a:lnTo>
                  <a:pt x="0" y="15611"/>
                </a:lnTo>
                <a:lnTo>
                  <a:pt x="149" y="14399"/>
                </a:lnTo>
                <a:lnTo>
                  <a:pt x="576" y="13119"/>
                </a:lnTo>
                <a:lnTo>
                  <a:pt x="1337" y="11502"/>
                </a:lnTo>
                <a:lnTo>
                  <a:pt x="2488" y="9283"/>
                </a:lnTo>
                <a:lnTo>
                  <a:pt x="3342" y="7549"/>
                </a:lnTo>
                <a:lnTo>
                  <a:pt x="4202" y="5805"/>
                </a:lnTo>
                <a:lnTo>
                  <a:pt x="5076" y="4039"/>
                </a:lnTo>
                <a:lnTo>
                  <a:pt x="5837" y="2705"/>
                </a:lnTo>
                <a:lnTo>
                  <a:pt x="6605" y="1361"/>
                </a:lnTo>
                <a:lnTo>
                  <a:pt x="7380" y="0"/>
                </a:lnTo>
                <a:close/>
              </a:path>
            </a:pathLst>
          </a:custGeom>
          <a:solidFill>
            <a:srgbClr val="2D24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39" name="contour_14837"/>
          <p:cNvSpPr/>
          <p:nvPr/>
        </p:nvSpPr>
        <p:spPr>
          <a:xfrm>
            <a:off x="5490944" y="5254642"/>
            <a:ext cx="58304" cy="284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59"/>
                </a:lnTo>
                <a:lnTo>
                  <a:pt x="3564" y="912"/>
                </a:lnTo>
                <a:lnTo>
                  <a:pt x="5349" y="1370"/>
                </a:lnTo>
                <a:lnTo>
                  <a:pt x="7136" y="1823"/>
                </a:lnTo>
                <a:lnTo>
                  <a:pt x="8926" y="2282"/>
                </a:lnTo>
                <a:lnTo>
                  <a:pt x="10719" y="2740"/>
                </a:lnTo>
                <a:lnTo>
                  <a:pt x="12517" y="3199"/>
                </a:lnTo>
                <a:lnTo>
                  <a:pt x="14321" y="3663"/>
                </a:lnTo>
                <a:lnTo>
                  <a:pt x="16130" y="4127"/>
                </a:lnTo>
                <a:lnTo>
                  <a:pt x="17944" y="4591"/>
                </a:lnTo>
                <a:lnTo>
                  <a:pt x="19769" y="5055"/>
                </a:lnTo>
                <a:lnTo>
                  <a:pt x="21600" y="5524"/>
                </a:lnTo>
                <a:lnTo>
                  <a:pt x="20058" y="7104"/>
                </a:lnTo>
                <a:lnTo>
                  <a:pt x="18514" y="8684"/>
                </a:lnTo>
                <a:lnTo>
                  <a:pt x="16972" y="10259"/>
                </a:lnTo>
                <a:lnTo>
                  <a:pt x="15428" y="11839"/>
                </a:lnTo>
                <a:lnTo>
                  <a:pt x="13886" y="13413"/>
                </a:lnTo>
                <a:lnTo>
                  <a:pt x="12342" y="14993"/>
                </a:lnTo>
                <a:lnTo>
                  <a:pt x="10800" y="16573"/>
                </a:lnTo>
                <a:lnTo>
                  <a:pt x="9377" y="18169"/>
                </a:lnTo>
                <a:lnTo>
                  <a:pt x="7933" y="19788"/>
                </a:lnTo>
                <a:lnTo>
                  <a:pt x="6037" y="21362"/>
                </a:lnTo>
                <a:lnTo>
                  <a:pt x="4593" y="21600"/>
                </a:lnTo>
                <a:lnTo>
                  <a:pt x="2362" y="20716"/>
                </a:lnTo>
                <a:lnTo>
                  <a:pt x="1191" y="18661"/>
                </a:lnTo>
                <a:lnTo>
                  <a:pt x="0" y="16573"/>
                </a:lnTo>
                <a:lnTo>
                  <a:pt x="0" y="13291"/>
                </a:lnTo>
                <a:lnTo>
                  <a:pt x="0" y="9999"/>
                </a:lnTo>
                <a:lnTo>
                  <a:pt x="0" y="6695"/>
                </a:lnTo>
                <a:lnTo>
                  <a:pt x="0" y="3364"/>
                </a:lnTo>
                <a:lnTo>
                  <a:pt x="0" y="0"/>
                </a:lnTo>
                <a:close/>
              </a:path>
            </a:pathLst>
          </a:custGeom>
          <a:solidFill>
            <a:srgbClr val="E1E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0" name="contour_14838"/>
          <p:cNvSpPr/>
          <p:nvPr/>
        </p:nvSpPr>
        <p:spPr>
          <a:xfrm>
            <a:off x="2240500" y="5240066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18659" y="4077"/>
                </a:lnTo>
                <a:lnTo>
                  <a:pt x="16172" y="7495"/>
                </a:lnTo>
                <a:lnTo>
                  <a:pt x="14071" y="10319"/>
                </a:lnTo>
                <a:lnTo>
                  <a:pt x="12278" y="12631"/>
                </a:lnTo>
                <a:lnTo>
                  <a:pt x="10717" y="14499"/>
                </a:lnTo>
                <a:lnTo>
                  <a:pt x="9313" y="16011"/>
                </a:lnTo>
                <a:lnTo>
                  <a:pt x="7992" y="17226"/>
                </a:lnTo>
                <a:lnTo>
                  <a:pt x="6677" y="18230"/>
                </a:lnTo>
                <a:lnTo>
                  <a:pt x="5295" y="19094"/>
                </a:lnTo>
                <a:lnTo>
                  <a:pt x="3774" y="19894"/>
                </a:lnTo>
                <a:lnTo>
                  <a:pt x="2033" y="207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F54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1" name="contour_14839"/>
          <p:cNvSpPr/>
          <p:nvPr/>
        </p:nvSpPr>
        <p:spPr>
          <a:xfrm>
            <a:off x="9994923" y="522549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7" y="806"/>
                </a:lnTo>
                <a:lnTo>
                  <a:pt x="5236" y="1656"/>
                </a:lnTo>
                <a:lnTo>
                  <a:pt x="7750" y="2563"/>
                </a:lnTo>
                <a:lnTo>
                  <a:pt x="10204" y="3553"/>
                </a:lnTo>
                <a:lnTo>
                  <a:pt x="12601" y="4640"/>
                </a:lnTo>
                <a:lnTo>
                  <a:pt x="14960" y="5850"/>
                </a:lnTo>
                <a:lnTo>
                  <a:pt x="17280" y="7200"/>
                </a:lnTo>
                <a:lnTo>
                  <a:pt x="18520" y="9601"/>
                </a:lnTo>
                <a:lnTo>
                  <a:pt x="19462" y="11905"/>
                </a:lnTo>
                <a:lnTo>
                  <a:pt x="20170" y="14184"/>
                </a:lnTo>
                <a:lnTo>
                  <a:pt x="20719" y="16513"/>
                </a:lnTo>
                <a:lnTo>
                  <a:pt x="21172" y="18961"/>
                </a:lnTo>
                <a:lnTo>
                  <a:pt x="21600" y="21600"/>
                </a:lnTo>
                <a:lnTo>
                  <a:pt x="18744" y="21600"/>
                </a:lnTo>
                <a:lnTo>
                  <a:pt x="15872" y="21600"/>
                </a:lnTo>
                <a:lnTo>
                  <a:pt x="12960" y="21600"/>
                </a:lnTo>
                <a:lnTo>
                  <a:pt x="12960" y="19462"/>
                </a:lnTo>
                <a:lnTo>
                  <a:pt x="12960" y="17316"/>
                </a:lnTo>
                <a:lnTo>
                  <a:pt x="12960" y="15163"/>
                </a:lnTo>
                <a:lnTo>
                  <a:pt x="12960" y="12992"/>
                </a:lnTo>
                <a:lnTo>
                  <a:pt x="12960" y="10800"/>
                </a:lnTo>
                <a:lnTo>
                  <a:pt x="10394" y="10800"/>
                </a:lnTo>
                <a:lnTo>
                  <a:pt x="7819" y="10800"/>
                </a:lnTo>
                <a:lnTo>
                  <a:pt x="5236" y="10800"/>
                </a:lnTo>
                <a:lnTo>
                  <a:pt x="2631" y="1080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605D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2" name="contour_14840"/>
          <p:cNvSpPr/>
          <p:nvPr/>
        </p:nvSpPr>
        <p:spPr>
          <a:xfrm>
            <a:off x="6664311" y="5218202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0"/>
                </a:lnTo>
                <a:lnTo>
                  <a:pt x="16200" y="0"/>
                </a:lnTo>
                <a:lnTo>
                  <a:pt x="16735" y="2138"/>
                </a:lnTo>
                <a:lnTo>
                  <a:pt x="17269" y="4280"/>
                </a:lnTo>
                <a:lnTo>
                  <a:pt x="17804" y="6421"/>
                </a:lnTo>
                <a:lnTo>
                  <a:pt x="18344" y="8566"/>
                </a:lnTo>
                <a:lnTo>
                  <a:pt x="18878" y="10720"/>
                </a:lnTo>
                <a:lnTo>
                  <a:pt x="19418" y="12877"/>
                </a:lnTo>
                <a:lnTo>
                  <a:pt x="19958" y="15043"/>
                </a:lnTo>
                <a:lnTo>
                  <a:pt x="20504" y="17218"/>
                </a:lnTo>
                <a:lnTo>
                  <a:pt x="21049" y="19403"/>
                </a:lnTo>
                <a:lnTo>
                  <a:pt x="21600" y="21600"/>
                </a:lnTo>
                <a:lnTo>
                  <a:pt x="18544" y="20727"/>
                </a:lnTo>
                <a:lnTo>
                  <a:pt x="15487" y="19853"/>
                </a:lnTo>
                <a:lnTo>
                  <a:pt x="12420" y="18977"/>
                </a:lnTo>
                <a:lnTo>
                  <a:pt x="9342" y="18098"/>
                </a:lnTo>
                <a:lnTo>
                  <a:pt x="6248" y="17212"/>
                </a:lnTo>
                <a:lnTo>
                  <a:pt x="3137" y="16323"/>
                </a:lnTo>
                <a:lnTo>
                  <a:pt x="0" y="15429"/>
                </a:lnTo>
                <a:lnTo>
                  <a:pt x="1247" y="13497"/>
                </a:lnTo>
                <a:lnTo>
                  <a:pt x="2511" y="11568"/>
                </a:lnTo>
                <a:lnTo>
                  <a:pt x="3785" y="9640"/>
                </a:lnTo>
                <a:lnTo>
                  <a:pt x="5065" y="7714"/>
                </a:lnTo>
                <a:lnTo>
                  <a:pt x="6005" y="6279"/>
                </a:lnTo>
                <a:lnTo>
                  <a:pt x="6950" y="4838"/>
                </a:lnTo>
                <a:lnTo>
                  <a:pt x="7911" y="3376"/>
                </a:lnTo>
                <a:lnTo>
                  <a:pt x="9342" y="1700"/>
                </a:lnTo>
                <a:lnTo>
                  <a:pt x="10800" y="0"/>
                </a:lnTo>
                <a:close/>
              </a:path>
            </a:pathLst>
          </a:custGeom>
          <a:solidFill>
            <a:srgbClr val="E6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3" name="contour_14841"/>
          <p:cNvSpPr/>
          <p:nvPr/>
        </p:nvSpPr>
        <p:spPr>
          <a:xfrm>
            <a:off x="9754419" y="5210914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02"/>
                </a:lnTo>
                <a:lnTo>
                  <a:pt x="2341" y="389"/>
                </a:lnTo>
                <a:lnTo>
                  <a:pt x="3646" y="608"/>
                </a:lnTo>
                <a:lnTo>
                  <a:pt x="5374" y="896"/>
                </a:lnTo>
                <a:lnTo>
                  <a:pt x="7780" y="1296"/>
                </a:lnTo>
                <a:lnTo>
                  <a:pt x="11115" y="1854"/>
                </a:lnTo>
                <a:lnTo>
                  <a:pt x="15638" y="2606"/>
                </a:lnTo>
                <a:lnTo>
                  <a:pt x="21600" y="3600"/>
                </a:lnTo>
                <a:lnTo>
                  <a:pt x="21064" y="5828"/>
                </a:lnTo>
                <a:lnTo>
                  <a:pt x="20529" y="8057"/>
                </a:lnTo>
                <a:lnTo>
                  <a:pt x="19993" y="10292"/>
                </a:lnTo>
                <a:lnTo>
                  <a:pt x="19457" y="12532"/>
                </a:lnTo>
                <a:lnTo>
                  <a:pt x="18917" y="14782"/>
                </a:lnTo>
                <a:lnTo>
                  <a:pt x="18373" y="17042"/>
                </a:lnTo>
                <a:lnTo>
                  <a:pt x="17829" y="19314"/>
                </a:lnTo>
                <a:lnTo>
                  <a:pt x="17280" y="21600"/>
                </a:lnTo>
                <a:lnTo>
                  <a:pt x="15543" y="19850"/>
                </a:lnTo>
                <a:lnTo>
                  <a:pt x="13815" y="18097"/>
                </a:lnTo>
                <a:lnTo>
                  <a:pt x="12087" y="16340"/>
                </a:lnTo>
                <a:lnTo>
                  <a:pt x="10364" y="14584"/>
                </a:lnTo>
                <a:lnTo>
                  <a:pt x="8640" y="12823"/>
                </a:lnTo>
                <a:lnTo>
                  <a:pt x="7033" y="11192"/>
                </a:lnTo>
                <a:lnTo>
                  <a:pt x="5417" y="9554"/>
                </a:lnTo>
                <a:lnTo>
                  <a:pt x="3780" y="7888"/>
                </a:lnTo>
                <a:lnTo>
                  <a:pt x="1594" y="5353"/>
                </a:lnTo>
                <a:lnTo>
                  <a:pt x="471" y="3686"/>
                </a:lnTo>
                <a:lnTo>
                  <a:pt x="60" y="2149"/>
                </a:lnTo>
                <a:lnTo>
                  <a:pt x="0" y="0"/>
                </a:lnTo>
                <a:close/>
              </a:path>
            </a:pathLst>
          </a:custGeom>
          <a:solidFill>
            <a:srgbClr val="E7DB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4" name="contour_14842"/>
          <p:cNvSpPr/>
          <p:nvPr/>
        </p:nvSpPr>
        <p:spPr>
          <a:xfrm>
            <a:off x="5141121" y="5224834"/>
            <a:ext cx="43728" cy="237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96"/>
                </a:moveTo>
                <a:lnTo>
                  <a:pt x="21247" y="5521"/>
                </a:lnTo>
                <a:lnTo>
                  <a:pt x="20884" y="9016"/>
                </a:lnTo>
                <a:lnTo>
                  <a:pt x="20336" y="12035"/>
                </a:lnTo>
                <a:lnTo>
                  <a:pt x="19433" y="15530"/>
                </a:lnTo>
                <a:lnTo>
                  <a:pt x="18000" y="20455"/>
                </a:lnTo>
                <a:lnTo>
                  <a:pt x="15412" y="21110"/>
                </a:lnTo>
                <a:lnTo>
                  <a:pt x="12845" y="21474"/>
                </a:lnTo>
                <a:lnTo>
                  <a:pt x="10289" y="21600"/>
                </a:lnTo>
                <a:lnTo>
                  <a:pt x="7736" y="21521"/>
                </a:lnTo>
                <a:lnTo>
                  <a:pt x="5177" y="21276"/>
                </a:lnTo>
                <a:lnTo>
                  <a:pt x="2603" y="20905"/>
                </a:lnTo>
                <a:lnTo>
                  <a:pt x="0" y="20455"/>
                </a:lnTo>
                <a:lnTo>
                  <a:pt x="0" y="16079"/>
                </a:lnTo>
                <a:lnTo>
                  <a:pt x="0" y="11677"/>
                </a:lnTo>
                <a:lnTo>
                  <a:pt x="0" y="7215"/>
                </a:lnTo>
                <a:lnTo>
                  <a:pt x="2120" y="4475"/>
                </a:lnTo>
                <a:lnTo>
                  <a:pt x="4345" y="2502"/>
                </a:lnTo>
                <a:lnTo>
                  <a:pt x="6660" y="1185"/>
                </a:lnTo>
                <a:lnTo>
                  <a:pt x="9050" y="404"/>
                </a:lnTo>
                <a:lnTo>
                  <a:pt x="11502" y="46"/>
                </a:lnTo>
                <a:lnTo>
                  <a:pt x="13997" y="0"/>
                </a:lnTo>
                <a:lnTo>
                  <a:pt x="16524" y="152"/>
                </a:lnTo>
                <a:lnTo>
                  <a:pt x="19062" y="391"/>
                </a:lnTo>
                <a:lnTo>
                  <a:pt x="21600" y="596"/>
                </a:lnTo>
                <a:close/>
              </a:path>
            </a:pathLst>
          </a:custGeom>
          <a:solidFill>
            <a:srgbClr val="2F31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5" name="contour_14843"/>
          <p:cNvSpPr/>
          <p:nvPr/>
        </p:nvSpPr>
        <p:spPr>
          <a:xfrm>
            <a:off x="1804496" y="5232778"/>
            <a:ext cx="20712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70" y="0"/>
                </a:moveTo>
                <a:lnTo>
                  <a:pt x="11294" y="0"/>
                </a:lnTo>
                <a:lnTo>
                  <a:pt x="16348" y="0"/>
                </a:lnTo>
                <a:lnTo>
                  <a:pt x="21471" y="0"/>
                </a:lnTo>
                <a:lnTo>
                  <a:pt x="21600" y="1726"/>
                </a:lnTo>
                <a:lnTo>
                  <a:pt x="21600" y="3427"/>
                </a:lnTo>
                <a:lnTo>
                  <a:pt x="21463" y="5105"/>
                </a:lnTo>
                <a:lnTo>
                  <a:pt x="21197" y="6768"/>
                </a:lnTo>
                <a:lnTo>
                  <a:pt x="20802" y="8417"/>
                </a:lnTo>
                <a:lnTo>
                  <a:pt x="20300" y="10056"/>
                </a:lnTo>
                <a:lnTo>
                  <a:pt x="19677" y="11690"/>
                </a:lnTo>
                <a:lnTo>
                  <a:pt x="18948" y="13322"/>
                </a:lnTo>
                <a:lnTo>
                  <a:pt x="18119" y="14957"/>
                </a:lnTo>
                <a:lnTo>
                  <a:pt x="17192" y="16598"/>
                </a:lnTo>
                <a:lnTo>
                  <a:pt x="16173" y="18250"/>
                </a:lnTo>
                <a:lnTo>
                  <a:pt x="15064" y="19915"/>
                </a:lnTo>
                <a:lnTo>
                  <a:pt x="13871" y="21600"/>
                </a:lnTo>
                <a:lnTo>
                  <a:pt x="10572" y="19886"/>
                </a:lnTo>
                <a:lnTo>
                  <a:pt x="7752" y="18274"/>
                </a:lnTo>
                <a:lnTo>
                  <a:pt x="5389" y="16742"/>
                </a:lnTo>
                <a:lnTo>
                  <a:pt x="3473" y="15262"/>
                </a:lnTo>
                <a:lnTo>
                  <a:pt x="1991" y="13810"/>
                </a:lnTo>
                <a:lnTo>
                  <a:pt x="927" y="12360"/>
                </a:lnTo>
                <a:lnTo>
                  <a:pt x="266" y="10886"/>
                </a:lnTo>
                <a:lnTo>
                  <a:pt x="0" y="9365"/>
                </a:lnTo>
                <a:lnTo>
                  <a:pt x="114" y="7769"/>
                </a:lnTo>
                <a:lnTo>
                  <a:pt x="593" y="6074"/>
                </a:lnTo>
                <a:lnTo>
                  <a:pt x="1421" y="4255"/>
                </a:lnTo>
                <a:lnTo>
                  <a:pt x="2592" y="2287"/>
                </a:lnTo>
                <a:lnTo>
                  <a:pt x="4416" y="1152"/>
                </a:lnTo>
                <a:lnTo>
                  <a:pt x="6270" y="0"/>
                </a:lnTo>
                <a:close/>
              </a:path>
            </a:pathLst>
          </a:custGeom>
          <a:solidFill>
            <a:srgbClr val="9A88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6" name="contour_14844"/>
          <p:cNvSpPr/>
          <p:nvPr/>
        </p:nvSpPr>
        <p:spPr>
          <a:xfrm>
            <a:off x="9885603" y="5225490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61" y="875"/>
                </a:lnTo>
                <a:lnTo>
                  <a:pt x="4119" y="1760"/>
                </a:lnTo>
                <a:lnTo>
                  <a:pt x="6178" y="2657"/>
                </a:lnTo>
                <a:lnTo>
                  <a:pt x="8236" y="3564"/>
                </a:lnTo>
                <a:lnTo>
                  <a:pt x="10288" y="4477"/>
                </a:lnTo>
                <a:lnTo>
                  <a:pt x="12343" y="5400"/>
                </a:lnTo>
                <a:lnTo>
                  <a:pt x="14126" y="6178"/>
                </a:lnTo>
                <a:lnTo>
                  <a:pt x="15922" y="6966"/>
                </a:lnTo>
                <a:lnTo>
                  <a:pt x="17743" y="7765"/>
                </a:lnTo>
                <a:lnTo>
                  <a:pt x="19656" y="9272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7493" y="20795"/>
                </a:lnTo>
                <a:lnTo>
                  <a:pt x="14259" y="20115"/>
                </a:lnTo>
                <a:lnTo>
                  <a:pt x="11753" y="19472"/>
                </a:lnTo>
                <a:lnTo>
                  <a:pt x="9828" y="18803"/>
                </a:lnTo>
                <a:lnTo>
                  <a:pt x="8338" y="18020"/>
                </a:lnTo>
                <a:lnTo>
                  <a:pt x="7134" y="17048"/>
                </a:lnTo>
                <a:lnTo>
                  <a:pt x="6070" y="15811"/>
                </a:lnTo>
                <a:lnTo>
                  <a:pt x="4999" y="14234"/>
                </a:lnTo>
                <a:lnTo>
                  <a:pt x="3774" y="12236"/>
                </a:lnTo>
                <a:lnTo>
                  <a:pt x="2786" y="9531"/>
                </a:lnTo>
                <a:lnTo>
                  <a:pt x="2064" y="7355"/>
                </a:lnTo>
                <a:lnTo>
                  <a:pt x="1253" y="4558"/>
                </a:lnTo>
                <a:lnTo>
                  <a:pt x="0" y="0"/>
                </a:lnTo>
                <a:close/>
              </a:path>
            </a:pathLst>
          </a:custGeom>
          <a:solidFill>
            <a:srgbClr val="E1E2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7" name="contour_14845"/>
          <p:cNvSpPr/>
          <p:nvPr/>
        </p:nvSpPr>
        <p:spPr>
          <a:xfrm>
            <a:off x="4871465" y="5196338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1782"/>
                </a:lnTo>
                <a:lnTo>
                  <a:pt x="16778" y="3569"/>
                </a:lnTo>
                <a:lnTo>
                  <a:pt x="17974" y="5357"/>
                </a:lnTo>
                <a:lnTo>
                  <a:pt x="19174" y="7160"/>
                </a:lnTo>
                <a:lnTo>
                  <a:pt x="20381" y="8975"/>
                </a:lnTo>
                <a:lnTo>
                  <a:pt x="21600" y="10800"/>
                </a:lnTo>
                <a:lnTo>
                  <a:pt x="21230" y="14078"/>
                </a:lnTo>
                <a:lnTo>
                  <a:pt x="20858" y="16292"/>
                </a:lnTo>
                <a:lnTo>
                  <a:pt x="20256" y="18463"/>
                </a:lnTo>
                <a:lnTo>
                  <a:pt x="19200" y="21600"/>
                </a:lnTo>
                <a:lnTo>
                  <a:pt x="17510" y="21508"/>
                </a:lnTo>
                <a:lnTo>
                  <a:pt x="15883" y="21325"/>
                </a:lnTo>
                <a:lnTo>
                  <a:pt x="14292" y="21044"/>
                </a:lnTo>
                <a:lnTo>
                  <a:pt x="12708" y="20660"/>
                </a:lnTo>
                <a:lnTo>
                  <a:pt x="11105" y="20174"/>
                </a:lnTo>
                <a:lnTo>
                  <a:pt x="9451" y="19575"/>
                </a:lnTo>
                <a:lnTo>
                  <a:pt x="8088" y="19116"/>
                </a:lnTo>
                <a:lnTo>
                  <a:pt x="6708" y="18646"/>
                </a:lnTo>
                <a:lnTo>
                  <a:pt x="5030" y="18058"/>
                </a:lnTo>
                <a:lnTo>
                  <a:pt x="3353" y="17453"/>
                </a:lnTo>
                <a:lnTo>
                  <a:pt x="1675" y="16832"/>
                </a:lnTo>
                <a:lnTo>
                  <a:pt x="0" y="16200"/>
                </a:lnTo>
                <a:lnTo>
                  <a:pt x="497" y="12922"/>
                </a:lnTo>
                <a:lnTo>
                  <a:pt x="912" y="10708"/>
                </a:lnTo>
                <a:lnTo>
                  <a:pt x="1471" y="8537"/>
                </a:lnTo>
                <a:lnTo>
                  <a:pt x="2400" y="5400"/>
                </a:lnTo>
                <a:lnTo>
                  <a:pt x="4104" y="5503"/>
                </a:lnTo>
                <a:lnTo>
                  <a:pt x="5311" y="5746"/>
                </a:lnTo>
                <a:lnTo>
                  <a:pt x="6602" y="6323"/>
                </a:lnTo>
                <a:lnTo>
                  <a:pt x="8549" y="7425"/>
                </a:lnTo>
                <a:lnTo>
                  <a:pt x="10193" y="8327"/>
                </a:lnTo>
                <a:lnTo>
                  <a:pt x="11858" y="9239"/>
                </a:lnTo>
                <a:lnTo>
                  <a:pt x="13121" y="10012"/>
                </a:lnTo>
                <a:lnTo>
                  <a:pt x="14400" y="10800"/>
                </a:lnTo>
                <a:lnTo>
                  <a:pt x="14400" y="7231"/>
                </a:lnTo>
                <a:lnTo>
                  <a:pt x="14400" y="3640"/>
                </a:lnTo>
                <a:lnTo>
                  <a:pt x="14400" y="0"/>
                </a:lnTo>
                <a:close/>
              </a:path>
            </a:pathLst>
          </a:custGeom>
          <a:solidFill>
            <a:srgbClr val="574E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8" name="contour_14846"/>
          <p:cNvSpPr/>
          <p:nvPr/>
        </p:nvSpPr>
        <p:spPr>
          <a:xfrm>
            <a:off x="10986090" y="5195267"/>
            <a:ext cx="58304" cy="447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77"/>
                </a:moveTo>
                <a:lnTo>
                  <a:pt x="15295" y="141"/>
                </a:lnTo>
                <a:lnTo>
                  <a:pt x="16762" y="204"/>
                </a:lnTo>
                <a:lnTo>
                  <a:pt x="18247" y="271"/>
                </a:lnTo>
                <a:lnTo>
                  <a:pt x="19081" y="330"/>
                </a:lnTo>
                <a:lnTo>
                  <a:pt x="21600" y="517"/>
                </a:lnTo>
                <a:lnTo>
                  <a:pt x="21060" y="777"/>
                </a:lnTo>
                <a:lnTo>
                  <a:pt x="19426" y="1560"/>
                </a:lnTo>
                <a:lnTo>
                  <a:pt x="17383" y="2755"/>
                </a:lnTo>
                <a:lnTo>
                  <a:pt x="15571" y="3974"/>
                </a:lnTo>
                <a:lnTo>
                  <a:pt x="13962" y="5257"/>
                </a:lnTo>
                <a:lnTo>
                  <a:pt x="12531" y="6631"/>
                </a:lnTo>
                <a:lnTo>
                  <a:pt x="11251" y="8131"/>
                </a:lnTo>
                <a:lnTo>
                  <a:pt x="10098" y="9797"/>
                </a:lnTo>
                <a:lnTo>
                  <a:pt x="9042" y="11659"/>
                </a:lnTo>
                <a:lnTo>
                  <a:pt x="8057" y="13753"/>
                </a:lnTo>
                <a:lnTo>
                  <a:pt x="7120" y="16111"/>
                </a:lnTo>
                <a:lnTo>
                  <a:pt x="6202" y="18771"/>
                </a:lnTo>
                <a:lnTo>
                  <a:pt x="5805" y="20177"/>
                </a:lnTo>
                <a:lnTo>
                  <a:pt x="5400" y="21600"/>
                </a:lnTo>
                <a:lnTo>
                  <a:pt x="5511" y="19931"/>
                </a:lnTo>
                <a:lnTo>
                  <a:pt x="5624" y="18251"/>
                </a:lnTo>
                <a:lnTo>
                  <a:pt x="5738" y="16551"/>
                </a:lnTo>
                <a:lnTo>
                  <a:pt x="5627" y="14734"/>
                </a:lnTo>
                <a:lnTo>
                  <a:pt x="5513" y="12910"/>
                </a:lnTo>
                <a:lnTo>
                  <a:pt x="5400" y="11058"/>
                </a:lnTo>
                <a:lnTo>
                  <a:pt x="3796" y="9646"/>
                </a:lnTo>
                <a:lnTo>
                  <a:pt x="2700" y="8809"/>
                </a:lnTo>
                <a:lnTo>
                  <a:pt x="1604" y="8219"/>
                </a:lnTo>
                <a:lnTo>
                  <a:pt x="0" y="7544"/>
                </a:lnTo>
                <a:lnTo>
                  <a:pt x="1566" y="5201"/>
                </a:lnTo>
                <a:lnTo>
                  <a:pt x="3040" y="3377"/>
                </a:lnTo>
                <a:lnTo>
                  <a:pt x="4493" y="2010"/>
                </a:lnTo>
                <a:lnTo>
                  <a:pt x="5994" y="1047"/>
                </a:lnTo>
                <a:lnTo>
                  <a:pt x="7611" y="429"/>
                </a:lnTo>
                <a:lnTo>
                  <a:pt x="9409" y="98"/>
                </a:lnTo>
                <a:lnTo>
                  <a:pt x="11464" y="0"/>
                </a:lnTo>
                <a:lnTo>
                  <a:pt x="13838" y="77"/>
                </a:lnTo>
                <a:close/>
              </a:path>
            </a:pathLst>
          </a:custGeom>
          <a:solidFill>
            <a:srgbClr val="7E70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49" name="contour_14847"/>
          <p:cNvSpPr/>
          <p:nvPr/>
        </p:nvSpPr>
        <p:spPr>
          <a:xfrm>
            <a:off x="4251986" y="518176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072" y="1670"/>
                </a:lnTo>
                <a:lnTo>
                  <a:pt x="10933" y="3352"/>
                </a:lnTo>
                <a:lnTo>
                  <a:pt x="12784" y="5047"/>
                </a:lnTo>
                <a:lnTo>
                  <a:pt x="14623" y="6750"/>
                </a:lnTo>
                <a:lnTo>
                  <a:pt x="15239" y="7308"/>
                </a:lnTo>
                <a:lnTo>
                  <a:pt x="16322" y="8294"/>
                </a:lnTo>
                <a:lnTo>
                  <a:pt x="18803" y="10548"/>
                </a:lnTo>
                <a:lnTo>
                  <a:pt x="20192" y="12460"/>
                </a:lnTo>
                <a:lnTo>
                  <a:pt x="21600" y="14400"/>
                </a:lnTo>
                <a:lnTo>
                  <a:pt x="20707" y="16182"/>
                </a:lnTo>
                <a:lnTo>
                  <a:pt x="19814" y="17971"/>
                </a:lnTo>
                <a:lnTo>
                  <a:pt x="18911" y="19775"/>
                </a:lnTo>
                <a:lnTo>
                  <a:pt x="18000" y="21600"/>
                </a:lnTo>
                <a:lnTo>
                  <a:pt x="16992" y="21197"/>
                </a:lnTo>
                <a:lnTo>
                  <a:pt x="16049" y="20819"/>
                </a:lnTo>
                <a:lnTo>
                  <a:pt x="14962" y="20387"/>
                </a:lnTo>
                <a:lnTo>
                  <a:pt x="13522" y="19811"/>
                </a:lnTo>
                <a:lnTo>
                  <a:pt x="11516" y="19008"/>
                </a:lnTo>
                <a:lnTo>
                  <a:pt x="8737" y="17896"/>
                </a:lnTo>
                <a:lnTo>
                  <a:pt x="4968" y="16387"/>
                </a:lnTo>
                <a:lnTo>
                  <a:pt x="0" y="14400"/>
                </a:lnTo>
                <a:lnTo>
                  <a:pt x="1019" y="12362"/>
                </a:lnTo>
                <a:lnTo>
                  <a:pt x="2038" y="10325"/>
                </a:lnTo>
                <a:lnTo>
                  <a:pt x="3060" y="8280"/>
                </a:lnTo>
                <a:lnTo>
                  <a:pt x="4086" y="6228"/>
                </a:lnTo>
                <a:lnTo>
                  <a:pt x="5119" y="4165"/>
                </a:lnTo>
                <a:lnTo>
                  <a:pt x="6156" y="2092"/>
                </a:lnTo>
                <a:lnTo>
                  <a:pt x="7200" y="0"/>
                </a:lnTo>
                <a:close/>
              </a:path>
            </a:pathLst>
          </a:custGeom>
          <a:solidFill>
            <a:srgbClr val="3031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0" name="contour_14848"/>
          <p:cNvSpPr/>
          <p:nvPr/>
        </p:nvSpPr>
        <p:spPr>
          <a:xfrm>
            <a:off x="1752205" y="519633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33" y="894"/>
                </a:lnTo>
                <a:lnTo>
                  <a:pt x="4640" y="1810"/>
                </a:lnTo>
                <a:lnTo>
                  <a:pt x="6926" y="2773"/>
                </a:lnTo>
                <a:lnTo>
                  <a:pt x="9184" y="3784"/>
                </a:lnTo>
                <a:lnTo>
                  <a:pt x="11423" y="4864"/>
                </a:lnTo>
                <a:lnTo>
                  <a:pt x="13637" y="6026"/>
                </a:lnTo>
                <a:lnTo>
                  <a:pt x="15829" y="7279"/>
                </a:lnTo>
                <a:lnTo>
                  <a:pt x="18000" y="8640"/>
                </a:lnTo>
                <a:lnTo>
                  <a:pt x="19433" y="12113"/>
                </a:lnTo>
                <a:lnTo>
                  <a:pt x="20336" y="14524"/>
                </a:lnTo>
                <a:lnTo>
                  <a:pt x="20884" y="16494"/>
                </a:lnTo>
                <a:lnTo>
                  <a:pt x="21247" y="18645"/>
                </a:lnTo>
                <a:lnTo>
                  <a:pt x="21600" y="21600"/>
                </a:lnTo>
                <a:lnTo>
                  <a:pt x="18922" y="20788"/>
                </a:lnTo>
                <a:lnTo>
                  <a:pt x="17021" y="20157"/>
                </a:lnTo>
                <a:lnTo>
                  <a:pt x="15379" y="19500"/>
                </a:lnTo>
                <a:lnTo>
                  <a:pt x="13478" y="18611"/>
                </a:lnTo>
                <a:lnTo>
                  <a:pt x="10800" y="17280"/>
                </a:lnTo>
                <a:lnTo>
                  <a:pt x="10800" y="14424"/>
                </a:lnTo>
                <a:lnTo>
                  <a:pt x="10800" y="11552"/>
                </a:lnTo>
                <a:lnTo>
                  <a:pt x="10800" y="8640"/>
                </a:lnTo>
                <a:lnTo>
                  <a:pt x="8420" y="8640"/>
                </a:lnTo>
                <a:lnTo>
                  <a:pt x="6026" y="8640"/>
                </a:lnTo>
                <a:lnTo>
                  <a:pt x="3600" y="8640"/>
                </a:lnTo>
                <a:lnTo>
                  <a:pt x="2279" y="11206"/>
                </a:lnTo>
                <a:lnTo>
                  <a:pt x="1462" y="12960"/>
                </a:lnTo>
                <a:lnTo>
                  <a:pt x="817" y="14714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8867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1" name="contour_14849"/>
          <p:cNvSpPr/>
          <p:nvPr/>
        </p:nvSpPr>
        <p:spPr>
          <a:xfrm>
            <a:off x="4754857" y="5182141"/>
            <a:ext cx="51016" cy="360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38"/>
                </a:moveTo>
                <a:lnTo>
                  <a:pt x="20073" y="6299"/>
                </a:lnTo>
                <a:lnTo>
                  <a:pt x="18542" y="8465"/>
                </a:lnTo>
                <a:lnTo>
                  <a:pt x="17012" y="10630"/>
                </a:lnTo>
                <a:lnTo>
                  <a:pt x="15475" y="12804"/>
                </a:lnTo>
                <a:lnTo>
                  <a:pt x="13932" y="14986"/>
                </a:lnTo>
                <a:lnTo>
                  <a:pt x="12383" y="17178"/>
                </a:lnTo>
                <a:lnTo>
                  <a:pt x="10825" y="19382"/>
                </a:lnTo>
                <a:lnTo>
                  <a:pt x="9257" y="21600"/>
                </a:lnTo>
                <a:lnTo>
                  <a:pt x="6199" y="17453"/>
                </a:lnTo>
                <a:lnTo>
                  <a:pt x="4092" y="14580"/>
                </a:lnTo>
                <a:lnTo>
                  <a:pt x="2675" y="12612"/>
                </a:lnTo>
                <a:lnTo>
                  <a:pt x="1691" y="11184"/>
                </a:lnTo>
                <a:lnTo>
                  <a:pt x="886" y="9936"/>
                </a:lnTo>
                <a:lnTo>
                  <a:pt x="0" y="8504"/>
                </a:lnTo>
                <a:lnTo>
                  <a:pt x="0" y="6339"/>
                </a:lnTo>
                <a:lnTo>
                  <a:pt x="0" y="4138"/>
                </a:lnTo>
                <a:lnTo>
                  <a:pt x="1892" y="3230"/>
                </a:lnTo>
                <a:lnTo>
                  <a:pt x="3283" y="2645"/>
                </a:lnTo>
                <a:lnTo>
                  <a:pt x="4866" y="2122"/>
                </a:lnTo>
                <a:lnTo>
                  <a:pt x="7329" y="1410"/>
                </a:lnTo>
                <a:lnTo>
                  <a:pt x="9374" y="786"/>
                </a:lnTo>
                <a:lnTo>
                  <a:pt x="11451" y="148"/>
                </a:lnTo>
                <a:lnTo>
                  <a:pt x="13441" y="0"/>
                </a:lnTo>
                <a:lnTo>
                  <a:pt x="14966" y="135"/>
                </a:lnTo>
                <a:lnTo>
                  <a:pt x="16509" y="742"/>
                </a:lnTo>
                <a:lnTo>
                  <a:pt x="18557" y="2012"/>
                </a:lnTo>
                <a:lnTo>
                  <a:pt x="21600" y="4138"/>
                </a:lnTo>
                <a:close/>
              </a:path>
            </a:pathLst>
          </a:custGeom>
          <a:solidFill>
            <a:srgbClr val="6362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2" name="contour_14850"/>
          <p:cNvSpPr/>
          <p:nvPr/>
        </p:nvSpPr>
        <p:spPr>
          <a:xfrm>
            <a:off x="4142666" y="5181230"/>
            <a:ext cx="58304" cy="22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76"/>
                </a:moveTo>
                <a:lnTo>
                  <a:pt x="15295" y="138"/>
                </a:lnTo>
                <a:lnTo>
                  <a:pt x="16762" y="201"/>
                </a:lnTo>
                <a:lnTo>
                  <a:pt x="18247" y="263"/>
                </a:lnTo>
                <a:lnTo>
                  <a:pt x="19081" y="318"/>
                </a:lnTo>
                <a:lnTo>
                  <a:pt x="21600" y="505"/>
                </a:lnTo>
                <a:lnTo>
                  <a:pt x="21082" y="4431"/>
                </a:lnTo>
                <a:lnTo>
                  <a:pt x="20628" y="7186"/>
                </a:lnTo>
                <a:lnTo>
                  <a:pt x="19985" y="10059"/>
                </a:lnTo>
                <a:lnTo>
                  <a:pt x="18900" y="14352"/>
                </a:lnTo>
                <a:lnTo>
                  <a:pt x="17053" y="15999"/>
                </a:lnTo>
                <a:lnTo>
                  <a:pt x="15709" y="17100"/>
                </a:lnTo>
                <a:lnTo>
                  <a:pt x="14477" y="17889"/>
                </a:lnTo>
                <a:lnTo>
                  <a:pt x="12971" y="18616"/>
                </a:lnTo>
                <a:lnTo>
                  <a:pt x="10800" y="19544"/>
                </a:lnTo>
                <a:lnTo>
                  <a:pt x="10155" y="19842"/>
                </a:lnTo>
                <a:lnTo>
                  <a:pt x="9018" y="20375"/>
                </a:lnTo>
                <a:lnTo>
                  <a:pt x="6412" y="21600"/>
                </a:lnTo>
                <a:lnTo>
                  <a:pt x="5489" y="21517"/>
                </a:lnTo>
                <a:lnTo>
                  <a:pt x="2700" y="21275"/>
                </a:lnTo>
                <a:lnTo>
                  <a:pt x="1615" y="17225"/>
                </a:lnTo>
                <a:lnTo>
                  <a:pt x="972" y="14428"/>
                </a:lnTo>
                <a:lnTo>
                  <a:pt x="518" y="11596"/>
                </a:lnTo>
                <a:lnTo>
                  <a:pt x="0" y="7428"/>
                </a:lnTo>
                <a:lnTo>
                  <a:pt x="1717" y="4971"/>
                </a:lnTo>
                <a:lnTo>
                  <a:pt x="3375" y="3108"/>
                </a:lnTo>
                <a:lnTo>
                  <a:pt x="5003" y="1758"/>
                </a:lnTo>
                <a:lnTo>
                  <a:pt x="6634" y="852"/>
                </a:lnTo>
                <a:lnTo>
                  <a:pt x="8300" y="312"/>
                </a:lnTo>
                <a:lnTo>
                  <a:pt x="10036" y="48"/>
                </a:lnTo>
                <a:lnTo>
                  <a:pt x="11869" y="0"/>
                </a:lnTo>
                <a:lnTo>
                  <a:pt x="13838" y="76"/>
                </a:lnTo>
                <a:close/>
              </a:path>
            </a:pathLst>
          </a:custGeom>
          <a:solidFill>
            <a:srgbClr val="7B7C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3" name="contour_14851"/>
          <p:cNvSpPr/>
          <p:nvPr/>
        </p:nvSpPr>
        <p:spPr>
          <a:xfrm>
            <a:off x="8406141" y="516718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642" y="2791"/>
                </a:lnTo>
                <a:lnTo>
                  <a:pt x="18743" y="5599"/>
                </a:lnTo>
                <a:lnTo>
                  <a:pt x="19597" y="8441"/>
                </a:lnTo>
                <a:lnTo>
                  <a:pt x="20299" y="11331"/>
                </a:lnTo>
                <a:lnTo>
                  <a:pt x="20936" y="14273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470" y="18896"/>
                </a:lnTo>
                <a:lnTo>
                  <a:pt x="972" y="16196"/>
                </a:lnTo>
                <a:lnTo>
                  <a:pt x="1490" y="13496"/>
                </a:lnTo>
                <a:lnTo>
                  <a:pt x="2025" y="10800"/>
                </a:lnTo>
                <a:lnTo>
                  <a:pt x="2592" y="7785"/>
                </a:lnTo>
                <a:lnTo>
                  <a:pt x="3164" y="4726"/>
                </a:lnTo>
                <a:lnTo>
                  <a:pt x="4277" y="2380"/>
                </a:lnTo>
                <a:lnTo>
                  <a:pt x="5400" y="0"/>
                </a:lnTo>
                <a:close/>
              </a:path>
            </a:pathLst>
          </a:custGeom>
          <a:solidFill>
            <a:srgbClr val="32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4" name="contour_14852"/>
          <p:cNvSpPr/>
          <p:nvPr/>
        </p:nvSpPr>
        <p:spPr>
          <a:xfrm>
            <a:off x="4980785" y="5158710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0887" y="4270"/>
                </a:lnTo>
                <a:lnTo>
                  <a:pt x="20174" y="7700"/>
                </a:lnTo>
                <a:lnTo>
                  <a:pt x="19457" y="11145"/>
                </a:lnTo>
                <a:lnTo>
                  <a:pt x="18736" y="14606"/>
                </a:lnTo>
                <a:lnTo>
                  <a:pt x="18010" y="18087"/>
                </a:lnTo>
                <a:lnTo>
                  <a:pt x="17280" y="21600"/>
                </a:lnTo>
                <a:lnTo>
                  <a:pt x="14429" y="20744"/>
                </a:lnTo>
                <a:lnTo>
                  <a:pt x="11573" y="19888"/>
                </a:lnTo>
                <a:lnTo>
                  <a:pt x="8705" y="19026"/>
                </a:lnTo>
                <a:lnTo>
                  <a:pt x="5823" y="18160"/>
                </a:lnTo>
                <a:lnTo>
                  <a:pt x="2925" y="17288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4B40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5" name="contour_14853"/>
          <p:cNvSpPr/>
          <p:nvPr/>
        </p:nvSpPr>
        <p:spPr>
          <a:xfrm>
            <a:off x="4419610" y="517447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581" y="3056"/>
                </a:lnTo>
                <a:lnTo>
                  <a:pt x="19562" y="6113"/>
                </a:lnTo>
                <a:lnTo>
                  <a:pt x="18540" y="9180"/>
                </a:lnTo>
                <a:lnTo>
                  <a:pt x="17514" y="12258"/>
                </a:lnTo>
                <a:lnTo>
                  <a:pt x="16481" y="15352"/>
                </a:lnTo>
                <a:lnTo>
                  <a:pt x="15444" y="18463"/>
                </a:lnTo>
                <a:lnTo>
                  <a:pt x="14400" y="21600"/>
                </a:lnTo>
                <a:lnTo>
                  <a:pt x="12618" y="18927"/>
                </a:lnTo>
                <a:lnTo>
                  <a:pt x="10832" y="16249"/>
                </a:lnTo>
                <a:lnTo>
                  <a:pt x="9047" y="13570"/>
                </a:lnTo>
                <a:lnTo>
                  <a:pt x="7254" y="10881"/>
                </a:lnTo>
                <a:lnTo>
                  <a:pt x="5454" y="8181"/>
                </a:lnTo>
                <a:lnTo>
                  <a:pt x="3647" y="5470"/>
                </a:lnTo>
                <a:lnTo>
                  <a:pt x="182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4343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6" name="contour_14854"/>
          <p:cNvSpPr/>
          <p:nvPr/>
        </p:nvSpPr>
        <p:spPr>
          <a:xfrm>
            <a:off x="3574203" y="515261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680" y="2709"/>
                </a:lnTo>
                <a:lnTo>
                  <a:pt x="19742" y="5413"/>
                </a:lnTo>
                <a:lnTo>
                  <a:pt x="18788" y="8109"/>
                </a:lnTo>
                <a:lnTo>
                  <a:pt x="17820" y="10800"/>
                </a:lnTo>
                <a:lnTo>
                  <a:pt x="17120" y="12809"/>
                </a:lnTo>
                <a:lnTo>
                  <a:pt x="16412" y="14826"/>
                </a:lnTo>
                <a:lnTo>
                  <a:pt x="15695" y="16874"/>
                </a:lnTo>
                <a:lnTo>
                  <a:pt x="14338" y="19220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028" y="18762"/>
                </a:lnTo>
                <a:lnTo>
                  <a:pt x="2328" y="16520"/>
                </a:lnTo>
                <a:lnTo>
                  <a:pt x="1620" y="12960"/>
                </a:lnTo>
                <a:lnTo>
                  <a:pt x="1132" y="10549"/>
                </a:lnTo>
                <a:lnTo>
                  <a:pt x="639" y="8100"/>
                </a:lnTo>
                <a:lnTo>
                  <a:pt x="320" y="6225"/>
                </a:lnTo>
                <a:lnTo>
                  <a:pt x="0" y="4320"/>
                </a:lnTo>
                <a:lnTo>
                  <a:pt x="2825" y="3318"/>
                </a:lnTo>
                <a:lnTo>
                  <a:pt x="5486" y="2445"/>
                </a:lnTo>
                <a:lnTo>
                  <a:pt x="8048" y="1702"/>
                </a:lnTo>
                <a:lnTo>
                  <a:pt x="10571" y="1093"/>
                </a:lnTo>
                <a:lnTo>
                  <a:pt x="13120" y="618"/>
                </a:lnTo>
                <a:lnTo>
                  <a:pt x="15768" y="276"/>
                </a:lnTo>
                <a:lnTo>
                  <a:pt x="18572" y="69"/>
                </a:lnTo>
                <a:lnTo>
                  <a:pt x="21600" y="0"/>
                </a:lnTo>
                <a:close/>
              </a:path>
            </a:pathLst>
          </a:custGeom>
          <a:solidFill>
            <a:srgbClr val="B4C9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7" name="contour_14855"/>
          <p:cNvSpPr/>
          <p:nvPr/>
        </p:nvSpPr>
        <p:spPr>
          <a:xfrm>
            <a:off x="1088997" y="5144797"/>
            <a:ext cx="51016" cy="29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2"/>
                </a:moveTo>
                <a:lnTo>
                  <a:pt x="21600" y="3888"/>
                </a:lnTo>
                <a:lnTo>
                  <a:pt x="21600" y="7416"/>
                </a:lnTo>
                <a:lnTo>
                  <a:pt x="21600" y="10991"/>
                </a:lnTo>
                <a:lnTo>
                  <a:pt x="19779" y="12238"/>
                </a:lnTo>
                <a:lnTo>
                  <a:pt x="18008" y="13362"/>
                </a:lnTo>
                <a:lnTo>
                  <a:pt x="16259" y="14375"/>
                </a:lnTo>
                <a:lnTo>
                  <a:pt x="14494" y="15304"/>
                </a:lnTo>
                <a:lnTo>
                  <a:pt x="12685" y="16158"/>
                </a:lnTo>
                <a:lnTo>
                  <a:pt x="10800" y="16959"/>
                </a:lnTo>
                <a:lnTo>
                  <a:pt x="9251" y="17648"/>
                </a:lnTo>
                <a:lnTo>
                  <a:pt x="7677" y="18348"/>
                </a:lnTo>
                <a:lnTo>
                  <a:pt x="5761" y="19181"/>
                </a:lnTo>
                <a:lnTo>
                  <a:pt x="3842" y="19998"/>
                </a:lnTo>
                <a:lnTo>
                  <a:pt x="1922" y="20804"/>
                </a:lnTo>
                <a:lnTo>
                  <a:pt x="0" y="21600"/>
                </a:lnTo>
                <a:lnTo>
                  <a:pt x="0" y="18094"/>
                </a:lnTo>
                <a:lnTo>
                  <a:pt x="0" y="14566"/>
                </a:lnTo>
                <a:lnTo>
                  <a:pt x="0" y="10991"/>
                </a:lnTo>
                <a:lnTo>
                  <a:pt x="1922" y="8201"/>
                </a:lnTo>
                <a:lnTo>
                  <a:pt x="3771" y="5899"/>
                </a:lnTo>
                <a:lnTo>
                  <a:pt x="5573" y="4042"/>
                </a:lnTo>
                <a:lnTo>
                  <a:pt x="7353" y="2594"/>
                </a:lnTo>
                <a:lnTo>
                  <a:pt x="9143" y="1506"/>
                </a:lnTo>
                <a:lnTo>
                  <a:pt x="10967" y="743"/>
                </a:lnTo>
                <a:lnTo>
                  <a:pt x="12855" y="265"/>
                </a:lnTo>
                <a:lnTo>
                  <a:pt x="14836" y="32"/>
                </a:lnTo>
                <a:lnTo>
                  <a:pt x="16934" y="0"/>
                </a:lnTo>
                <a:lnTo>
                  <a:pt x="19181" y="133"/>
                </a:lnTo>
                <a:lnTo>
                  <a:pt x="21600" y="382"/>
                </a:lnTo>
                <a:close/>
              </a:path>
            </a:pathLst>
          </a:custGeom>
          <a:solidFill>
            <a:srgbClr val="3D38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8" name="contour_14856"/>
          <p:cNvSpPr/>
          <p:nvPr/>
        </p:nvSpPr>
        <p:spPr>
          <a:xfrm>
            <a:off x="8588341" y="5130746"/>
            <a:ext cx="36440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34"/>
                </a:lnTo>
                <a:lnTo>
                  <a:pt x="2341" y="450"/>
                </a:lnTo>
                <a:lnTo>
                  <a:pt x="3646" y="705"/>
                </a:lnTo>
                <a:lnTo>
                  <a:pt x="5374" y="1038"/>
                </a:lnTo>
                <a:lnTo>
                  <a:pt x="7780" y="1501"/>
                </a:lnTo>
                <a:lnTo>
                  <a:pt x="11115" y="2147"/>
                </a:lnTo>
                <a:lnTo>
                  <a:pt x="15638" y="3019"/>
                </a:lnTo>
                <a:lnTo>
                  <a:pt x="21600" y="4170"/>
                </a:lnTo>
                <a:lnTo>
                  <a:pt x="19760" y="8536"/>
                </a:lnTo>
                <a:lnTo>
                  <a:pt x="18369" y="11755"/>
                </a:lnTo>
                <a:lnTo>
                  <a:pt x="17284" y="14119"/>
                </a:lnTo>
                <a:lnTo>
                  <a:pt x="16356" y="15916"/>
                </a:lnTo>
                <a:lnTo>
                  <a:pt x="15422" y="17447"/>
                </a:lnTo>
                <a:lnTo>
                  <a:pt x="14342" y="18994"/>
                </a:lnTo>
                <a:lnTo>
                  <a:pt x="12960" y="20849"/>
                </a:lnTo>
                <a:lnTo>
                  <a:pt x="9487" y="2135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50"/>
                </a:lnTo>
                <a:lnTo>
                  <a:pt x="0" y="20849"/>
                </a:lnTo>
                <a:lnTo>
                  <a:pt x="0" y="17901"/>
                </a:lnTo>
                <a:lnTo>
                  <a:pt x="0" y="14949"/>
                </a:lnTo>
                <a:lnTo>
                  <a:pt x="0" y="11988"/>
                </a:lnTo>
                <a:lnTo>
                  <a:pt x="0" y="9015"/>
                </a:lnTo>
                <a:lnTo>
                  <a:pt x="0" y="6030"/>
                </a:lnTo>
                <a:lnTo>
                  <a:pt x="0" y="3027"/>
                </a:lnTo>
                <a:lnTo>
                  <a:pt x="0" y="0"/>
                </a:lnTo>
                <a:close/>
              </a:path>
            </a:pathLst>
          </a:custGeom>
          <a:solidFill>
            <a:srgbClr val="CACE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59" name="contour_14857"/>
          <p:cNvSpPr/>
          <p:nvPr/>
        </p:nvSpPr>
        <p:spPr>
          <a:xfrm>
            <a:off x="7619038" y="5130032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95"/>
                </a:lnTo>
                <a:lnTo>
                  <a:pt x="12823" y="184"/>
                </a:lnTo>
                <a:lnTo>
                  <a:pt x="14062" y="221"/>
                </a:lnTo>
                <a:lnTo>
                  <a:pt x="17788" y="327"/>
                </a:lnTo>
                <a:lnTo>
                  <a:pt x="19681" y="422"/>
                </a:lnTo>
                <a:lnTo>
                  <a:pt x="21600" y="517"/>
                </a:lnTo>
                <a:lnTo>
                  <a:pt x="21600" y="4001"/>
                </a:lnTo>
                <a:lnTo>
                  <a:pt x="21600" y="7506"/>
                </a:lnTo>
                <a:lnTo>
                  <a:pt x="21600" y="11058"/>
                </a:lnTo>
                <a:lnTo>
                  <a:pt x="19717" y="13024"/>
                </a:lnTo>
                <a:lnTo>
                  <a:pt x="18338" y="14300"/>
                </a:lnTo>
                <a:lnTo>
                  <a:pt x="16790" y="15433"/>
                </a:lnTo>
                <a:lnTo>
                  <a:pt x="14400" y="16988"/>
                </a:lnTo>
                <a:lnTo>
                  <a:pt x="12391" y="18316"/>
                </a:lnTo>
                <a:lnTo>
                  <a:pt x="10350" y="19660"/>
                </a:lnTo>
                <a:lnTo>
                  <a:pt x="9565" y="20145"/>
                </a:lnTo>
                <a:lnTo>
                  <a:pt x="7200" y="21600"/>
                </a:lnTo>
                <a:lnTo>
                  <a:pt x="5573" y="18369"/>
                </a:lnTo>
                <a:lnTo>
                  <a:pt x="4385" y="15965"/>
                </a:lnTo>
                <a:lnTo>
                  <a:pt x="3431" y="13941"/>
                </a:lnTo>
                <a:lnTo>
                  <a:pt x="2516" y="11865"/>
                </a:lnTo>
                <a:lnTo>
                  <a:pt x="1440" y="9293"/>
                </a:lnTo>
                <a:lnTo>
                  <a:pt x="0" y="5787"/>
                </a:lnTo>
                <a:lnTo>
                  <a:pt x="2149" y="2736"/>
                </a:lnTo>
                <a:lnTo>
                  <a:pt x="3686" y="1112"/>
                </a:lnTo>
                <a:lnTo>
                  <a:pt x="5353" y="385"/>
                </a:lnTo>
                <a:lnTo>
                  <a:pt x="7888" y="0"/>
                </a:lnTo>
                <a:close/>
              </a:path>
            </a:pathLst>
          </a:custGeom>
          <a:solidFill>
            <a:srgbClr val="EB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0" name="contour_14858"/>
          <p:cNvSpPr/>
          <p:nvPr/>
        </p:nvSpPr>
        <p:spPr>
          <a:xfrm>
            <a:off x="549686" y="5116170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765"/>
                </a:lnTo>
                <a:lnTo>
                  <a:pt x="17975" y="1531"/>
                </a:lnTo>
                <a:lnTo>
                  <a:pt x="19775" y="2305"/>
                </a:lnTo>
                <a:lnTo>
                  <a:pt x="21600" y="3086"/>
                </a:lnTo>
                <a:lnTo>
                  <a:pt x="20999" y="3857"/>
                </a:lnTo>
                <a:lnTo>
                  <a:pt x="20452" y="4561"/>
                </a:lnTo>
                <a:lnTo>
                  <a:pt x="19894" y="5280"/>
                </a:lnTo>
                <a:lnTo>
                  <a:pt x="19256" y="6097"/>
                </a:lnTo>
                <a:lnTo>
                  <a:pt x="18479" y="7097"/>
                </a:lnTo>
                <a:lnTo>
                  <a:pt x="17496" y="8362"/>
                </a:lnTo>
                <a:lnTo>
                  <a:pt x="16240" y="9976"/>
                </a:lnTo>
                <a:lnTo>
                  <a:pt x="14648" y="12025"/>
                </a:lnTo>
                <a:lnTo>
                  <a:pt x="12654" y="14589"/>
                </a:lnTo>
                <a:lnTo>
                  <a:pt x="10192" y="17752"/>
                </a:lnTo>
                <a:lnTo>
                  <a:pt x="7200" y="21600"/>
                </a:lnTo>
                <a:lnTo>
                  <a:pt x="6012" y="20073"/>
                </a:lnTo>
                <a:lnTo>
                  <a:pt x="4820" y="18542"/>
                </a:lnTo>
                <a:lnTo>
                  <a:pt x="3625" y="17005"/>
                </a:lnTo>
                <a:lnTo>
                  <a:pt x="2426" y="15463"/>
                </a:lnTo>
                <a:lnTo>
                  <a:pt x="1217" y="13910"/>
                </a:lnTo>
                <a:lnTo>
                  <a:pt x="0" y="12343"/>
                </a:lnTo>
                <a:lnTo>
                  <a:pt x="1562" y="11781"/>
                </a:lnTo>
                <a:lnTo>
                  <a:pt x="3150" y="11210"/>
                </a:lnTo>
                <a:lnTo>
                  <a:pt x="4158" y="10819"/>
                </a:lnTo>
                <a:lnTo>
                  <a:pt x="7200" y="9643"/>
                </a:lnTo>
                <a:lnTo>
                  <a:pt x="9209" y="8890"/>
                </a:lnTo>
                <a:lnTo>
                  <a:pt x="11250" y="8125"/>
                </a:lnTo>
                <a:lnTo>
                  <a:pt x="12812" y="7156"/>
                </a:lnTo>
                <a:lnTo>
                  <a:pt x="14400" y="6171"/>
                </a:lnTo>
                <a:lnTo>
                  <a:pt x="14400" y="4132"/>
                </a:lnTo>
                <a:lnTo>
                  <a:pt x="14400" y="2080"/>
                </a:lnTo>
                <a:lnTo>
                  <a:pt x="14400" y="0"/>
                </a:lnTo>
                <a:close/>
              </a:path>
            </a:pathLst>
          </a:custGeom>
          <a:solidFill>
            <a:srgbClr val="31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1" name="contour_14859"/>
          <p:cNvSpPr/>
          <p:nvPr/>
        </p:nvSpPr>
        <p:spPr>
          <a:xfrm>
            <a:off x="4871465" y="5092652"/>
            <a:ext cx="51898" cy="45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87"/>
                </a:moveTo>
                <a:lnTo>
                  <a:pt x="2054" y="541"/>
                </a:lnTo>
                <a:lnTo>
                  <a:pt x="4089" y="326"/>
                </a:lnTo>
                <a:lnTo>
                  <a:pt x="6106" y="156"/>
                </a:lnTo>
                <a:lnTo>
                  <a:pt x="8114" y="42"/>
                </a:lnTo>
                <a:lnTo>
                  <a:pt x="10116" y="0"/>
                </a:lnTo>
                <a:lnTo>
                  <a:pt x="12121" y="42"/>
                </a:lnTo>
                <a:lnTo>
                  <a:pt x="14132" y="177"/>
                </a:lnTo>
                <a:lnTo>
                  <a:pt x="16158" y="423"/>
                </a:lnTo>
                <a:lnTo>
                  <a:pt x="18200" y="787"/>
                </a:lnTo>
                <a:lnTo>
                  <a:pt x="19498" y="2768"/>
                </a:lnTo>
                <a:lnTo>
                  <a:pt x="20384" y="4634"/>
                </a:lnTo>
                <a:lnTo>
                  <a:pt x="20957" y="6539"/>
                </a:lnTo>
                <a:lnTo>
                  <a:pt x="21327" y="8648"/>
                </a:lnTo>
                <a:lnTo>
                  <a:pt x="21600" y="11114"/>
                </a:lnTo>
                <a:lnTo>
                  <a:pt x="21342" y="13233"/>
                </a:lnTo>
                <a:lnTo>
                  <a:pt x="20924" y="14760"/>
                </a:lnTo>
                <a:lnTo>
                  <a:pt x="20038" y="16435"/>
                </a:lnTo>
                <a:lnTo>
                  <a:pt x="18388" y="18998"/>
                </a:lnTo>
                <a:lnTo>
                  <a:pt x="16789" y="20289"/>
                </a:lnTo>
                <a:lnTo>
                  <a:pt x="15166" y="21600"/>
                </a:lnTo>
                <a:lnTo>
                  <a:pt x="15054" y="20646"/>
                </a:lnTo>
                <a:lnTo>
                  <a:pt x="14860" y="18957"/>
                </a:lnTo>
                <a:lnTo>
                  <a:pt x="14408" y="15096"/>
                </a:lnTo>
                <a:lnTo>
                  <a:pt x="13823" y="12498"/>
                </a:lnTo>
                <a:lnTo>
                  <a:pt x="13171" y="10403"/>
                </a:lnTo>
                <a:lnTo>
                  <a:pt x="12294" y="8623"/>
                </a:lnTo>
                <a:lnTo>
                  <a:pt x="11032" y="6972"/>
                </a:lnTo>
                <a:lnTo>
                  <a:pt x="9230" y="5259"/>
                </a:lnTo>
                <a:lnTo>
                  <a:pt x="7410" y="4267"/>
                </a:lnTo>
                <a:lnTo>
                  <a:pt x="5587" y="3323"/>
                </a:lnTo>
                <a:lnTo>
                  <a:pt x="3749" y="2428"/>
                </a:lnTo>
                <a:lnTo>
                  <a:pt x="1893" y="1585"/>
                </a:lnTo>
                <a:lnTo>
                  <a:pt x="0" y="787"/>
                </a:lnTo>
                <a:close/>
              </a:path>
            </a:pathLst>
          </a:custGeom>
          <a:solidFill>
            <a:srgbClr val="D2BC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2" name="contour_14860"/>
          <p:cNvSpPr/>
          <p:nvPr/>
        </p:nvSpPr>
        <p:spPr>
          <a:xfrm>
            <a:off x="2225924" y="5114734"/>
            <a:ext cx="51016" cy="386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02"/>
                </a:moveTo>
                <a:lnTo>
                  <a:pt x="3533" y="358"/>
                </a:lnTo>
                <a:lnTo>
                  <a:pt x="6017" y="90"/>
                </a:lnTo>
                <a:lnTo>
                  <a:pt x="7798" y="0"/>
                </a:lnTo>
                <a:lnTo>
                  <a:pt x="9217" y="90"/>
                </a:lnTo>
                <a:lnTo>
                  <a:pt x="10618" y="358"/>
                </a:lnTo>
                <a:lnTo>
                  <a:pt x="12343" y="802"/>
                </a:lnTo>
                <a:lnTo>
                  <a:pt x="13293" y="3584"/>
                </a:lnTo>
                <a:lnTo>
                  <a:pt x="13929" y="5611"/>
                </a:lnTo>
                <a:lnTo>
                  <a:pt x="14398" y="7466"/>
                </a:lnTo>
                <a:lnTo>
                  <a:pt x="14848" y="9736"/>
                </a:lnTo>
                <a:lnTo>
                  <a:pt x="15429" y="13007"/>
                </a:lnTo>
                <a:lnTo>
                  <a:pt x="17369" y="15851"/>
                </a:lnTo>
                <a:lnTo>
                  <a:pt x="18656" y="17649"/>
                </a:lnTo>
                <a:lnTo>
                  <a:pt x="19875" y="19159"/>
                </a:lnTo>
                <a:lnTo>
                  <a:pt x="21600" y="21144"/>
                </a:lnTo>
                <a:lnTo>
                  <a:pt x="19508" y="21449"/>
                </a:lnTo>
                <a:lnTo>
                  <a:pt x="17980" y="21600"/>
                </a:lnTo>
                <a:lnTo>
                  <a:pt x="16573" y="21600"/>
                </a:lnTo>
                <a:lnTo>
                  <a:pt x="14842" y="21449"/>
                </a:lnTo>
                <a:lnTo>
                  <a:pt x="12343" y="21144"/>
                </a:lnTo>
                <a:lnTo>
                  <a:pt x="10559" y="18927"/>
                </a:lnTo>
                <a:lnTo>
                  <a:pt x="9316" y="17287"/>
                </a:lnTo>
                <a:lnTo>
                  <a:pt x="8288" y="15741"/>
                </a:lnTo>
                <a:lnTo>
                  <a:pt x="7156" y="13801"/>
                </a:lnTo>
                <a:lnTo>
                  <a:pt x="5591" y="10973"/>
                </a:lnTo>
                <a:lnTo>
                  <a:pt x="4530" y="9081"/>
                </a:lnTo>
                <a:lnTo>
                  <a:pt x="3459" y="7181"/>
                </a:lnTo>
                <a:lnTo>
                  <a:pt x="2376" y="5253"/>
                </a:lnTo>
                <a:lnTo>
                  <a:pt x="1787" y="4146"/>
                </a:lnTo>
                <a:lnTo>
                  <a:pt x="0" y="802"/>
                </a:lnTo>
                <a:close/>
              </a:path>
            </a:pathLst>
          </a:custGeom>
          <a:solidFill>
            <a:srgbClr val="6058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3" name="contour_14861"/>
          <p:cNvSpPr/>
          <p:nvPr/>
        </p:nvSpPr>
        <p:spPr>
          <a:xfrm>
            <a:off x="11416081" y="5116170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462" y="15113"/>
                </a:lnTo>
                <a:lnTo>
                  <a:pt x="17320" y="15826"/>
                </a:lnTo>
                <a:lnTo>
                  <a:pt x="15179" y="16538"/>
                </a:lnTo>
                <a:lnTo>
                  <a:pt x="13034" y="17258"/>
                </a:lnTo>
                <a:lnTo>
                  <a:pt x="10880" y="17971"/>
                </a:lnTo>
                <a:lnTo>
                  <a:pt x="8723" y="18691"/>
                </a:lnTo>
                <a:lnTo>
                  <a:pt x="6557" y="19411"/>
                </a:lnTo>
                <a:lnTo>
                  <a:pt x="4382" y="20138"/>
                </a:lnTo>
                <a:lnTo>
                  <a:pt x="2197" y="20866"/>
                </a:lnTo>
                <a:lnTo>
                  <a:pt x="0" y="21600"/>
                </a:lnTo>
                <a:lnTo>
                  <a:pt x="1527" y="19814"/>
                </a:lnTo>
                <a:lnTo>
                  <a:pt x="3064" y="18029"/>
                </a:lnTo>
                <a:lnTo>
                  <a:pt x="4607" y="16222"/>
                </a:lnTo>
                <a:lnTo>
                  <a:pt x="6171" y="14400"/>
                </a:lnTo>
                <a:lnTo>
                  <a:pt x="6171" y="9641"/>
                </a:lnTo>
                <a:lnTo>
                  <a:pt x="6171" y="4853"/>
                </a:lnTo>
                <a:lnTo>
                  <a:pt x="6171" y="0"/>
                </a:lnTo>
                <a:close/>
              </a:path>
            </a:pathLst>
          </a:custGeom>
          <a:solidFill>
            <a:srgbClr val="E6E9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4" name="contour_14862"/>
          <p:cNvSpPr/>
          <p:nvPr/>
        </p:nvSpPr>
        <p:spPr>
          <a:xfrm>
            <a:off x="9236972" y="5114450"/>
            <a:ext cx="65592" cy="23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575"/>
                </a:moveTo>
                <a:lnTo>
                  <a:pt x="4123" y="888"/>
                </a:lnTo>
                <a:lnTo>
                  <a:pt x="5734" y="400"/>
                </a:lnTo>
                <a:lnTo>
                  <a:pt x="7289" y="107"/>
                </a:lnTo>
                <a:lnTo>
                  <a:pt x="8842" y="0"/>
                </a:lnTo>
                <a:lnTo>
                  <a:pt x="10442" y="73"/>
                </a:lnTo>
                <a:lnTo>
                  <a:pt x="12149" y="320"/>
                </a:lnTo>
                <a:lnTo>
                  <a:pt x="13512" y="461"/>
                </a:lnTo>
                <a:lnTo>
                  <a:pt x="14892" y="601"/>
                </a:lnTo>
                <a:lnTo>
                  <a:pt x="16570" y="801"/>
                </a:lnTo>
                <a:lnTo>
                  <a:pt x="18247" y="1035"/>
                </a:lnTo>
                <a:lnTo>
                  <a:pt x="19925" y="1295"/>
                </a:lnTo>
                <a:lnTo>
                  <a:pt x="21600" y="1575"/>
                </a:lnTo>
                <a:lnTo>
                  <a:pt x="21600" y="5987"/>
                </a:lnTo>
                <a:lnTo>
                  <a:pt x="21600" y="10426"/>
                </a:lnTo>
                <a:lnTo>
                  <a:pt x="21600" y="14925"/>
                </a:lnTo>
                <a:lnTo>
                  <a:pt x="20162" y="14805"/>
                </a:lnTo>
                <a:lnTo>
                  <a:pt x="18703" y="14691"/>
                </a:lnTo>
                <a:lnTo>
                  <a:pt x="15799" y="14558"/>
                </a:lnTo>
                <a:lnTo>
                  <a:pt x="13354" y="14471"/>
                </a:lnTo>
                <a:lnTo>
                  <a:pt x="11306" y="14465"/>
                </a:lnTo>
                <a:lnTo>
                  <a:pt x="9590" y="14545"/>
                </a:lnTo>
                <a:lnTo>
                  <a:pt x="8141" y="14752"/>
                </a:lnTo>
                <a:lnTo>
                  <a:pt x="6893" y="15105"/>
                </a:lnTo>
                <a:lnTo>
                  <a:pt x="5782" y="15626"/>
                </a:lnTo>
                <a:lnTo>
                  <a:pt x="4742" y="16340"/>
                </a:lnTo>
                <a:lnTo>
                  <a:pt x="3708" y="17268"/>
                </a:lnTo>
                <a:lnTo>
                  <a:pt x="2618" y="18436"/>
                </a:lnTo>
                <a:lnTo>
                  <a:pt x="1404" y="19878"/>
                </a:lnTo>
                <a:lnTo>
                  <a:pt x="0" y="21600"/>
                </a:lnTo>
                <a:lnTo>
                  <a:pt x="302" y="16674"/>
                </a:lnTo>
                <a:lnTo>
                  <a:pt x="578" y="13170"/>
                </a:lnTo>
                <a:lnTo>
                  <a:pt x="943" y="10126"/>
                </a:lnTo>
                <a:lnTo>
                  <a:pt x="1512" y="6581"/>
                </a:lnTo>
                <a:lnTo>
                  <a:pt x="2400" y="1575"/>
                </a:lnTo>
                <a:close/>
              </a:path>
            </a:pathLst>
          </a:custGeom>
          <a:solidFill>
            <a:srgbClr val="E4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5" name="contour_14863"/>
          <p:cNvSpPr/>
          <p:nvPr/>
        </p:nvSpPr>
        <p:spPr>
          <a:xfrm>
            <a:off x="2262364" y="510888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450" y="2709"/>
                </a:lnTo>
                <a:lnTo>
                  <a:pt x="19278" y="5413"/>
                </a:lnTo>
                <a:lnTo>
                  <a:pt x="18085" y="8109"/>
                </a:lnTo>
                <a:lnTo>
                  <a:pt x="16875" y="10800"/>
                </a:lnTo>
                <a:lnTo>
                  <a:pt x="16000" y="12809"/>
                </a:lnTo>
                <a:lnTo>
                  <a:pt x="15115" y="14826"/>
                </a:lnTo>
                <a:lnTo>
                  <a:pt x="14218" y="16874"/>
                </a:lnTo>
                <a:lnTo>
                  <a:pt x="12523" y="1922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730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6" name="contour_14864"/>
          <p:cNvSpPr/>
          <p:nvPr/>
        </p:nvSpPr>
        <p:spPr>
          <a:xfrm>
            <a:off x="1169165" y="5094306"/>
            <a:ext cx="7288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80" y="0"/>
                </a:moveTo>
                <a:lnTo>
                  <a:pt x="7908" y="0"/>
                </a:lnTo>
                <a:lnTo>
                  <a:pt x="9344" y="0"/>
                </a:lnTo>
                <a:lnTo>
                  <a:pt x="10800" y="0"/>
                </a:lnTo>
                <a:lnTo>
                  <a:pt x="10800" y="4759"/>
                </a:lnTo>
                <a:lnTo>
                  <a:pt x="10800" y="9547"/>
                </a:lnTo>
                <a:lnTo>
                  <a:pt x="10800" y="14400"/>
                </a:lnTo>
                <a:lnTo>
                  <a:pt x="12327" y="14400"/>
                </a:lnTo>
                <a:lnTo>
                  <a:pt x="13856" y="14400"/>
                </a:lnTo>
                <a:lnTo>
                  <a:pt x="15390" y="14400"/>
                </a:lnTo>
                <a:lnTo>
                  <a:pt x="16930" y="14400"/>
                </a:lnTo>
                <a:lnTo>
                  <a:pt x="18477" y="14400"/>
                </a:lnTo>
                <a:lnTo>
                  <a:pt x="20032" y="14400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20073" y="21600"/>
                </a:lnTo>
                <a:lnTo>
                  <a:pt x="18544" y="21600"/>
                </a:lnTo>
                <a:lnTo>
                  <a:pt x="17016" y="21600"/>
                </a:lnTo>
                <a:lnTo>
                  <a:pt x="15485" y="21600"/>
                </a:lnTo>
                <a:lnTo>
                  <a:pt x="13954" y="21600"/>
                </a:lnTo>
                <a:lnTo>
                  <a:pt x="12418" y="21600"/>
                </a:lnTo>
                <a:lnTo>
                  <a:pt x="10880" y="21600"/>
                </a:lnTo>
                <a:lnTo>
                  <a:pt x="9340" y="21600"/>
                </a:lnTo>
                <a:lnTo>
                  <a:pt x="7795" y="21600"/>
                </a:lnTo>
                <a:lnTo>
                  <a:pt x="6247" y="21600"/>
                </a:lnTo>
                <a:lnTo>
                  <a:pt x="4694" y="21600"/>
                </a:lnTo>
                <a:lnTo>
                  <a:pt x="3134" y="21600"/>
                </a:lnTo>
                <a:lnTo>
                  <a:pt x="1570" y="21600"/>
                </a:lnTo>
                <a:lnTo>
                  <a:pt x="0" y="21600"/>
                </a:lnTo>
                <a:lnTo>
                  <a:pt x="1069" y="18036"/>
                </a:lnTo>
                <a:lnTo>
                  <a:pt x="2141" y="14465"/>
                </a:lnTo>
                <a:lnTo>
                  <a:pt x="3216" y="10879"/>
                </a:lnTo>
                <a:lnTo>
                  <a:pt x="4296" y="7279"/>
                </a:lnTo>
                <a:lnTo>
                  <a:pt x="5383" y="3658"/>
                </a:lnTo>
                <a:lnTo>
                  <a:pt x="6480" y="0"/>
                </a:lnTo>
                <a:close/>
              </a:path>
            </a:pathLst>
          </a:custGeom>
          <a:solidFill>
            <a:srgbClr val="C3B9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7" name="contour_14865"/>
          <p:cNvSpPr/>
          <p:nvPr/>
        </p:nvSpPr>
        <p:spPr>
          <a:xfrm>
            <a:off x="1509595" y="5094306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0"/>
                </a:moveTo>
                <a:lnTo>
                  <a:pt x="5195" y="22"/>
                </a:lnTo>
                <a:lnTo>
                  <a:pt x="7809" y="164"/>
                </a:lnTo>
                <a:lnTo>
                  <a:pt x="9577" y="549"/>
                </a:lnTo>
                <a:lnTo>
                  <a:pt x="11063" y="1296"/>
                </a:lnTo>
                <a:lnTo>
                  <a:pt x="12828" y="2532"/>
                </a:lnTo>
                <a:lnTo>
                  <a:pt x="14396" y="4221"/>
                </a:lnTo>
                <a:lnTo>
                  <a:pt x="15985" y="5940"/>
                </a:lnTo>
                <a:lnTo>
                  <a:pt x="16785" y="6774"/>
                </a:lnTo>
                <a:lnTo>
                  <a:pt x="19207" y="9279"/>
                </a:lnTo>
                <a:lnTo>
                  <a:pt x="20375" y="11146"/>
                </a:lnTo>
                <a:lnTo>
                  <a:pt x="21081" y="12718"/>
                </a:lnTo>
                <a:lnTo>
                  <a:pt x="21445" y="14589"/>
                </a:lnTo>
                <a:lnTo>
                  <a:pt x="21580" y="17353"/>
                </a:lnTo>
                <a:lnTo>
                  <a:pt x="21600" y="21600"/>
                </a:lnTo>
                <a:lnTo>
                  <a:pt x="18933" y="21384"/>
                </a:lnTo>
                <a:lnTo>
                  <a:pt x="16315" y="21129"/>
                </a:lnTo>
                <a:lnTo>
                  <a:pt x="13734" y="20805"/>
                </a:lnTo>
                <a:lnTo>
                  <a:pt x="11182" y="20390"/>
                </a:lnTo>
                <a:lnTo>
                  <a:pt x="8658" y="19855"/>
                </a:lnTo>
                <a:lnTo>
                  <a:pt x="6155" y="19176"/>
                </a:lnTo>
                <a:lnTo>
                  <a:pt x="3663" y="18325"/>
                </a:lnTo>
                <a:lnTo>
                  <a:pt x="1180" y="17280"/>
                </a:lnTo>
                <a:lnTo>
                  <a:pt x="380" y="14252"/>
                </a:lnTo>
                <a:lnTo>
                  <a:pt x="16" y="11478"/>
                </a:lnTo>
                <a:lnTo>
                  <a:pt x="0" y="8813"/>
                </a:lnTo>
                <a:lnTo>
                  <a:pt x="249" y="6108"/>
                </a:lnTo>
                <a:lnTo>
                  <a:pt x="670" y="3218"/>
                </a:lnTo>
                <a:lnTo>
                  <a:pt x="1180" y="0"/>
                </a:lnTo>
                <a:close/>
              </a:path>
            </a:pathLst>
          </a:custGeom>
          <a:solidFill>
            <a:srgbClr val="D8D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8" name="contour_14866"/>
          <p:cNvSpPr/>
          <p:nvPr/>
        </p:nvSpPr>
        <p:spPr>
          <a:xfrm>
            <a:off x="4550079" y="5072442"/>
            <a:ext cx="2986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7" y="0"/>
                </a:moveTo>
                <a:lnTo>
                  <a:pt x="4037" y="425"/>
                </a:lnTo>
                <a:lnTo>
                  <a:pt x="7553" y="875"/>
                </a:lnTo>
                <a:lnTo>
                  <a:pt x="11058" y="1350"/>
                </a:lnTo>
                <a:lnTo>
                  <a:pt x="13999" y="1728"/>
                </a:lnTo>
                <a:lnTo>
                  <a:pt x="16988" y="2110"/>
                </a:lnTo>
                <a:lnTo>
                  <a:pt x="19276" y="2851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8116" y="10800"/>
                </a:lnTo>
                <a:lnTo>
                  <a:pt x="14611" y="10800"/>
                </a:lnTo>
                <a:lnTo>
                  <a:pt x="11058" y="10800"/>
                </a:lnTo>
                <a:lnTo>
                  <a:pt x="9435" y="13478"/>
                </a:lnTo>
                <a:lnTo>
                  <a:pt x="8349" y="15379"/>
                </a:lnTo>
                <a:lnTo>
                  <a:pt x="7548" y="17021"/>
                </a:lnTo>
                <a:lnTo>
                  <a:pt x="6778" y="18922"/>
                </a:lnTo>
                <a:lnTo>
                  <a:pt x="5787" y="21600"/>
                </a:lnTo>
                <a:lnTo>
                  <a:pt x="2730" y="19451"/>
                </a:lnTo>
                <a:lnTo>
                  <a:pt x="1112" y="17914"/>
                </a:lnTo>
                <a:lnTo>
                  <a:pt x="380" y="16247"/>
                </a:lnTo>
                <a:lnTo>
                  <a:pt x="0" y="13712"/>
                </a:lnTo>
                <a:lnTo>
                  <a:pt x="95" y="11261"/>
                </a:lnTo>
                <a:lnTo>
                  <a:pt x="190" y="8777"/>
                </a:lnTo>
                <a:lnTo>
                  <a:pt x="264" y="6311"/>
                </a:lnTo>
                <a:lnTo>
                  <a:pt x="332" y="3812"/>
                </a:lnTo>
                <a:lnTo>
                  <a:pt x="422" y="1919"/>
                </a:lnTo>
                <a:lnTo>
                  <a:pt x="517" y="0"/>
                </a:lnTo>
                <a:close/>
              </a:path>
            </a:pathLst>
          </a:custGeom>
          <a:solidFill>
            <a:srgbClr val="9583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69" name="contour_14867"/>
          <p:cNvSpPr/>
          <p:nvPr/>
        </p:nvSpPr>
        <p:spPr>
          <a:xfrm>
            <a:off x="4878753" y="506515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046" y="2678"/>
                </a:lnTo>
                <a:lnTo>
                  <a:pt x="4500" y="5400"/>
                </a:lnTo>
                <a:lnTo>
                  <a:pt x="5839" y="8078"/>
                </a:lnTo>
                <a:lnTo>
                  <a:pt x="7200" y="10800"/>
                </a:lnTo>
                <a:lnTo>
                  <a:pt x="9634" y="11194"/>
                </a:lnTo>
                <a:lnTo>
                  <a:pt x="12013" y="11367"/>
                </a:lnTo>
                <a:lnTo>
                  <a:pt x="14371" y="11367"/>
                </a:lnTo>
                <a:lnTo>
                  <a:pt x="16733" y="11243"/>
                </a:lnTo>
                <a:lnTo>
                  <a:pt x="19130" y="11043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5F5B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0" name="contour_14868"/>
          <p:cNvSpPr/>
          <p:nvPr/>
        </p:nvSpPr>
        <p:spPr>
          <a:xfrm>
            <a:off x="1132725" y="507244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682" y="3811"/>
                </a:lnTo>
                <a:lnTo>
                  <a:pt x="18053" y="7005"/>
                </a:lnTo>
                <a:lnTo>
                  <a:pt x="16649" y="9661"/>
                </a:lnTo>
                <a:lnTo>
                  <a:pt x="15409" y="11849"/>
                </a:lnTo>
                <a:lnTo>
                  <a:pt x="14282" y="13648"/>
                </a:lnTo>
                <a:lnTo>
                  <a:pt x="13198" y="15129"/>
                </a:lnTo>
                <a:lnTo>
                  <a:pt x="12100" y="16373"/>
                </a:lnTo>
                <a:lnTo>
                  <a:pt x="10930" y="17450"/>
                </a:lnTo>
                <a:lnTo>
                  <a:pt x="9629" y="18434"/>
                </a:lnTo>
                <a:lnTo>
                  <a:pt x="8130" y="19406"/>
                </a:lnTo>
                <a:lnTo>
                  <a:pt x="6381" y="20437"/>
                </a:lnTo>
                <a:lnTo>
                  <a:pt x="4320" y="21600"/>
                </a:lnTo>
                <a:lnTo>
                  <a:pt x="4398" y="20032"/>
                </a:lnTo>
                <a:lnTo>
                  <a:pt x="4471" y="18443"/>
                </a:lnTo>
                <a:lnTo>
                  <a:pt x="4501" y="17407"/>
                </a:lnTo>
                <a:lnTo>
                  <a:pt x="4588" y="14271"/>
                </a:lnTo>
                <a:lnTo>
                  <a:pt x="4627" y="13247"/>
                </a:lnTo>
                <a:lnTo>
                  <a:pt x="4743" y="10149"/>
                </a:lnTo>
                <a:lnTo>
                  <a:pt x="4501" y="8159"/>
                </a:lnTo>
                <a:lnTo>
                  <a:pt x="4134" y="6634"/>
                </a:lnTo>
                <a:lnTo>
                  <a:pt x="3413" y="5091"/>
                </a:lnTo>
                <a:lnTo>
                  <a:pt x="2112" y="3043"/>
                </a:lnTo>
                <a:lnTo>
                  <a:pt x="0" y="0"/>
                </a:lnTo>
                <a:close/>
              </a:path>
            </a:pathLst>
          </a:custGeom>
          <a:solidFill>
            <a:srgbClr val="605B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1" name="contour_14869"/>
          <p:cNvSpPr/>
          <p:nvPr/>
        </p:nvSpPr>
        <p:spPr>
          <a:xfrm>
            <a:off x="4594521" y="505057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255" y="5530"/>
                </a:lnTo>
                <a:lnTo>
                  <a:pt x="19289" y="9357"/>
                </a:lnTo>
                <a:lnTo>
                  <a:pt x="18554" y="11966"/>
                </a:lnTo>
                <a:lnTo>
                  <a:pt x="17890" y="13837"/>
                </a:lnTo>
                <a:lnTo>
                  <a:pt x="17156" y="15448"/>
                </a:lnTo>
                <a:lnTo>
                  <a:pt x="16200" y="17280"/>
                </a:lnTo>
                <a:lnTo>
                  <a:pt x="15028" y="17747"/>
                </a:lnTo>
                <a:lnTo>
                  <a:pt x="13516" y="18356"/>
                </a:lnTo>
                <a:lnTo>
                  <a:pt x="10643" y="19505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9B9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2" name="contour_14870"/>
          <p:cNvSpPr/>
          <p:nvPr/>
        </p:nvSpPr>
        <p:spPr>
          <a:xfrm>
            <a:off x="2335244" y="5065154"/>
            <a:ext cx="377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7122" y="126"/>
                </a:lnTo>
                <a:lnTo>
                  <a:pt x="9987" y="425"/>
                </a:lnTo>
                <a:lnTo>
                  <a:pt x="12772" y="914"/>
                </a:lnTo>
                <a:lnTo>
                  <a:pt x="15499" y="1598"/>
                </a:lnTo>
                <a:lnTo>
                  <a:pt x="18189" y="2488"/>
                </a:lnTo>
                <a:lnTo>
                  <a:pt x="20849" y="3600"/>
                </a:lnTo>
                <a:lnTo>
                  <a:pt x="21350" y="6386"/>
                </a:lnTo>
                <a:lnTo>
                  <a:pt x="21600" y="8341"/>
                </a:lnTo>
                <a:lnTo>
                  <a:pt x="21600" y="9983"/>
                </a:lnTo>
                <a:lnTo>
                  <a:pt x="21350" y="11830"/>
                </a:lnTo>
                <a:lnTo>
                  <a:pt x="20849" y="14400"/>
                </a:lnTo>
                <a:lnTo>
                  <a:pt x="18093" y="14400"/>
                </a:lnTo>
                <a:lnTo>
                  <a:pt x="15320" y="14400"/>
                </a:lnTo>
                <a:lnTo>
                  <a:pt x="12510" y="14400"/>
                </a:lnTo>
                <a:lnTo>
                  <a:pt x="9741" y="16538"/>
                </a:lnTo>
                <a:lnTo>
                  <a:pt x="7948" y="18000"/>
                </a:lnTo>
                <a:lnTo>
                  <a:pt x="6351" y="19462"/>
                </a:lnTo>
                <a:lnTo>
                  <a:pt x="4170" y="21600"/>
                </a:lnTo>
                <a:lnTo>
                  <a:pt x="3569" y="19408"/>
                </a:lnTo>
                <a:lnTo>
                  <a:pt x="2977" y="17215"/>
                </a:lnTo>
                <a:lnTo>
                  <a:pt x="2398" y="15019"/>
                </a:lnTo>
                <a:lnTo>
                  <a:pt x="1826" y="12823"/>
                </a:lnTo>
                <a:lnTo>
                  <a:pt x="1497" y="11596"/>
                </a:lnTo>
                <a:lnTo>
                  <a:pt x="505" y="7888"/>
                </a:lnTo>
                <a:lnTo>
                  <a:pt x="254" y="5760"/>
                </a:lnTo>
                <a:lnTo>
                  <a:pt x="0" y="3600"/>
                </a:lnTo>
                <a:lnTo>
                  <a:pt x="2068" y="1814"/>
                </a:lnTo>
                <a:lnTo>
                  <a:pt x="4170" y="0"/>
                </a:lnTo>
                <a:close/>
              </a:path>
            </a:pathLst>
          </a:custGeom>
          <a:solidFill>
            <a:srgbClr val="DCE5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3" name="contour_14871"/>
          <p:cNvSpPr/>
          <p:nvPr/>
        </p:nvSpPr>
        <p:spPr>
          <a:xfrm>
            <a:off x="11452521" y="504329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029" y="752"/>
                </a:lnTo>
                <a:lnTo>
                  <a:pt x="9651" y="1544"/>
                </a:lnTo>
                <a:lnTo>
                  <a:pt x="12195" y="2401"/>
                </a:lnTo>
                <a:lnTo>
                  <a:pt x="14658" y="3362"/>
                </a:lnTo>
                <a:lnTo>
                  <a:pt x="17047" y="4457"/>
                </a:lnTo>
                <a:lnTo>
                  <a:pt x="19358" y="5728"/>
                </a:lnTo>
                <a:lnTo>
                  <a:pt x="21600" y="7200"/>
                </a:lnTo>
                <a:lnTo>
                  <a:pt x="21552" y="9778"/>
                </a:lnTo>
                <a:lnTo>
                  <a:pt x="21172" y="12226"/>
                </a:lnTo>
                <a:lnTo>
                  <a:pt x="20507" y="14591"/>
                </a:lnTo>
                <a:lnTo>
                  <a:pt x="19604" y="16909"/>
                </a:lnTo>
                <a:lnTo>
                  <a:pt x="18516" y="19231"/>
                </a:lnTo>
                <a:lnTo>
                  <a:pt x="17280" y="21600"/>
                </a:lnTo>
                <a:lnTo>
                  <a:pt x="16610" y="19926"/>
                </a:lnTo>
                <a:lnTo>
                  <a:pt x="15932" y="18223"/>
                </a:lnTo>
                <a:lnTo>
                  <a:pt x="13811" y="15926"/>
                </a:lnTo>
                <a:lnTo>
                  <a:pt x="11556" y="14270"/>
                </a:lnTo>
                <a:lnTo>
                  <a:pt x="9107" y="13093"/>
                </a:lnTo>
                <a:lnTo>
                  <a:pt x="6407" y="12233"/>
                </a:lnTo>
                <a:lnTo>
                  <a:pt x="3391" y="11524"/>
                </a:lnTo>
                <a:lnTo>
                  <a:pt x="0" y="10800"/>
                </a:lnTo>
                <a:lnTo>
                  <a:pt x="855" y="8662"/>
                </a:lnTo>
                <a:lnTo>
                  <a:pt x="1715" y="6516"/>
                </a:lnTo>
                <a:lnTo>
                  <a:pt x="2575" y="4363"/>
                </a:lnTo>
                <a:lnTo>
                  <a:pt x="3443" y="2192"/>
                </a:lnTo>
                <a:lnTo>
                  <a:pt x="4320" y="0"/>
                </a:lnTo>
                <a:close/>
              </a:path>
            </a:pathLst>
          </a:custGeom>
          <a:solidFill>
            <a:srgbClr val="52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4" name="contour_14872"/>
          <p:cNvSpPr/>
          <p:nvPr/>
        </p:nvSpPr>
        <p:spPr>
          <a:xfrm>
            <a:off x="11219306" y="5056605"/>
            <a:ext cx="51016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17"/>
                </a:moveTo>
                <a:lnTo>
                  <a:pt x="5153" y="594"/>
                </a:lnTo>
                <a:lnTo>
                  <a:pt x="7211" y="245"/>
                </a:lnTo>
                <a:lnTo>
                  <a:pt x="9263" y="52"/>
                </a:lnTo>
                <a:lnTo>
                  <a:pt x="11309" y="0"/>
                </a:lnTo>
                <a:lnTo>
                  <a:pt x="13358" y="65"/>
                </a:lnTo>
                <a:lnTo>
                  <a:pt x="15407" y="226"/>
                </a:lnTo>
                <a:lnTo>
                  <a:pt x="17462" y="471"/>
                </a:lnTo>
                <a:lnTo>
                  <a:pt x="19523" y="775"/>
                </a:lnTo>
                <a:lnTo>
                  <a:pt x="21600" y="1117"/>
                </a:lnTo>
                <a:lnTo>
                  <a:pt x="21390" y="5920"/>
                </a:lnTo>
                <a:lnTo>
                  <a:pt x="21125" y="9328"/>
                </a:lnTo>
                <a:lnTo>
                  <a:pt x="20656" y="12272"/>
                </a:lnTo>
                <a:lnTo>
                  <a:pt x="19835" y="15680"/>
                </a:lnTo>
                <a:lnTo>
                  <a:pt x="18514" y="20483"/>
                </a:lnTo>
                <a:lnTo>
                  <a:pt x="16447" y="21006"/>
                </a:lnTo>
                <a:lnTo>
                  <a:pt x="14389" y="21355"/>
                </a:lnTo>
                <a:lnTo>
                  <a:pt x="12337" y="21548"/>
                </a:lnTo>
                <a:lnTo>
                  <a:pt x="10291" y="21600"/>
                </a:lnTo>
                <a:lnTo>
                  <a:pt x="8242" y="21535"/>
                </a:lnTo>
                <a:lnTo>
                  <a:pt x="6193" y="21374"/>
                </a:lnTo>
                <a:lnTo>
                  <a:pt x="4138" y="21129"/>
                </a:lnTo>
                <a:lnTo>
                  <a:pt x="2077" y="20825"/>
                </a:lnTo>
                <a:lnTo>
                  <a:pt x="0" y="20483"/>
                </a:lnTo>
                <a:lnTo>
                  <a:pt x="210" y="15680"/>
                </a:lnTo>
                <a:lnTo>
                  <a:pt x="475" y="12272"/>
                </a:lnTo>
                <a:lnTo>
                  <a:pt x="944" y="9328"/>
                </a:lnTo>
                <a:lnTo>
                  <a:pt x="1765" y="5920"/>
                </a:lnTo>
                <a:lnTo>
                  <a:pt x="3086" y="1117"/>
                </a:lnTo>
                <a:close/>
              </a:path>
            </a:pathLst>
          </a:custGeom>
          <a:solidFill>
            <a:srgbClr val="EE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5" name="contour_14873"/>
          <p:cNvSpPr/>
          <p:nvPr/>
        </p:nvSpPr>
        <p:spPr>
          <a:xfrm>
            <a:off x="7699206" y="5049266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EC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6" name="contour_14874"/>
          <p:cNvSpPr/>
          <p:nvPr/>
        </p:nvSpPr>
        <p:spPr>
          <a:xfrm>
            <a:off x="2276940" y="5050578"/>
            <a:ext cx="3709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00" y="0"/>
                </a:lnTo>
                <a:lnTo>
                  <a:pt x="6005" y="0"/>
                </a:lnTo>
                <a:lnTo>
                  <a:pt x="9018" y="0"/>
                </a:lnTo>
                <a:lnTo>
                  <a:pt x="12043" y="0"/>
                </a:lnTo>
                <a:lnTo>
                  <a:pt x="15082" y="0"/>
                </a:lnTo>
                <a:lnTo>
                  <a:pt x="18137" y="0"/>
                </a:lnTo>
                <a:lnTo>
                  <a:pt x="21218" y="0"/>
                </a:lnTo>
                <a:lnTo>
                  <a:pt x="21473" y="2955"/>
                </a:lnTo>
                <a:lnTo>
                  <a:pt x="21600" y="5106"/>
                </a:lnTo>
                <a:lnTo>
                  <a:pt x="21600" y="7076"/>
                </a:lnTo>
                <a:lnTo>
                  <a:pt x="21473" y="9487"/>
                </a:lnTo>
                <a:lnTo>
                  <a:pt x="21218" y="12960"/>
                </a:lnTo>
                <a:lnTo>
                  <a:pt x="18697" y="15980"/>
                </a:lnTo>
                <a:lnTo>
                  <a:pt x="16974" y="17889"/>
                </a:lnTo>
                <a:lnTo>
                  <a:pt x="15252" y="19492"/>
                </a:lnTo>
                <a:lnTo>
                  <a:pt x="12731" y="21600"/>
                </a:lnTo>
                <a:lnTo>
                  <a:pt x="12731" y="19034"/>
                </a:lnTo>
                <a:lnTo>
                  <a:pt x="12731" y="16459"/>
                </a:lnTo>
                <a:lnTo>
                  <a:pt x="12731" y="13876"/>
                </a:lnTo>
                <a:lnTo>
                  <a:pt x="12731" y="11271"/>
                </a:lnTo>
                <a:lnTo>
                  <a:pt x="12731" y="8640"/>
                </a:lnTo>
                <a:lnTo>
                  <a:pt x="10210" y="8640"/>
                </a:lnTo>
                <a:lnTo>
                  <a:pt x="7681" y="8640"/>
                </a:lnTo>
                <a:lnTo>
                  <a:pt x="5143" y="8640"/>
                </a:lnTo>
                <a:lnTo>
                  <a:pt x="2584" y="864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B4A3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7" name="contour_14875"/>
          <p:cNvSpPr/>
          <p:nvPr/>
        </p:nvSpPr>
        <p:spPr>
          <a:xfrm>
            <a:off x="994254" y="5021426"/>
            <a:ext cx="36440" cy="52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98" y="751"/>
                </a:lnTo>
                <a:lnTo>
                  <a:pt x="17250" y="1502"/>
                </a:lnTo>
                <a:lnTo>
                  <a:pt x="19410" y="2261"/>
                </a:lnTo>
                <a:lnTo>
                  <a:pt x="21600" y="3027"/>
                </a:lnTo>
                <a:lnTo>
                  <a:pt x="20930" y="4850"/>
                </a:lnTo>
                <a:lnTo>
                  <a:pt x="20244" y="6669"/>
                </a:lnTo>
                <a:lnTo>
                  <a:pt x="19539" y="8486"/>
                </a:lnTo>
                <a:lnTo>
                  <a:pt x="18822" y="10299"/>
                </a:lnTo>
                <a:lnTo>
                  <a:pt x="18092" y="12109"/>
                </a:lnTo>
                <a:lnTo>
                  <a:pt x="17440" y="13799"/>
                </a:lnTo>
                <a:lnTo>
                  <a:pt x="16783" y="15497"/>
                </a:lnTo>
                <a:lnTo>
                  <a:pt x="16114" y="17219"/>
                </a:lnTo>
                <a:lnTo>
                  <a:pt x="15072" y="18530"/>
                </a:lnTo>
                <a:lnTo>
                  <a:pt x="14023" y="19853"/>
                </a:lnTo>
                <a:lnTo>
                  <a:pt x="12960" y="21191"/>
                </a:lnTo>
                <a:lnTo>
                  <a:pt x="9590" y="21464"/>
                </a:lnTo>
                <a:lnTo>
                  <a:pt x="7236" y="21600"/>
                </a:lnTo>
                <a:lnTo>
                  <a:pt x="5266" y="21600"/>
                </a:lnTo>
                <a:lnTo>
                  <a:pt x="3059" y="21464"/>
                </a:lnTo>
                <a:lnTo>
                  <a:pt x="0" y="21191"/>
                </a:lnTo>
                <a:lnTo>
                  <a:pt x="812" y="18939"/>
                </a:lnTo>
                <a:lnTo>
                  <a:pt x="1443" y="17341"/>
                </a:lnTo>
                <a:lnTo>
                  <a:pt x="2100" y="15960"/>
                </a:lnTo>
                <a:lnTo>
                  <a:pt x="2989" y="14362"/>
                </a:lnTo>
                <a:lnTo>
                  <a:pt x="4320" y="12109"/>
                </a:lnTo>
                <a:lnTo>
                  <a:pt x="7176" y="12109"/>
                </a:lnTo>
                <a:lnTo>
                  <a:pt x="10048" y="12109"/>
                </a:lnTo>
                <a:lnTo>
                  <a:pt x="12960" y="12109"/>
                </a:lnTo>
                <a:lnTo>
                  <a:pt x="12960" y="10111"/>
                </a:lnTo>
                <a:lnTo>
                  <a:pt x="12960" y="8110"/>
                </a:lnTo>
                <a:lnTo>
                  <a:pt x="12960" y="6100"/>
                </a:lnTo>
                <a:lnTo>
                  <a:pt x="12960" y="4081"/>
                </a:lnTo>
                <a:lnTo>
                  <a:pt x="12960" y="2050"/>
                </a:lnTo>
                <a:lnTo>
                  <a:pt x="12960" y="0"/>
                </a:lnTo>
                <a:close/>
              </a:path>
            </a:pathLst>
          </a:custGeom>
          <a:solidFill>
            <a:srgbClr val="756A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8" name="contour_14876"/>
          <p:cNvSpPr/>
          <p:nvPr/>
        </p:nvSpPr>
        <p:spPr>
          <a:xfrm>
            <a:off x="7735646" y="5034362"/>
            <a:ext cx="3808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4" y="1150"/>
                </a:moveTo>
                <a:lnTo>
                  <a:pt x="7003" y="368"/>
                </a:lnTo>
                <a:lnTo>
                  <a:pt x="9686" y="15"/>
                </a:lnTo>
                <a:lnTo>
                  <a:pt x="12286" y="0"/>
                </a:lnTo>
                <a:lnTo>
                  <a:pt x="14911" y="245"/>
                </a:lnTo>
                <a:lnTo>
                  <a:pt x="17673" y="660"/>
                </a:lnTo>
                <a:lnTo>
                  <a:pt x="20670" y="1150"/>
                </a:lnTo>
                <a:lnTo>
                  <a:pt x="21290" y="4801"/>
                </a:lnTo>
                <a:lnTo>
                  <a:pt x="21600" y="7423"/>
                </a:lnTo>
                <a:lnTo>
                  <a:pt x="21600" y="9755"/>
                </a:lnTo>
                <a:lnTo>
                  <a:pt x="21290" y="12531"/>
                </a:lnTo>
                <a:lnTo>
                  <a:pt x="20670" y="16488"/>
                </a:lnTo>
                <a:lnTo>
                  <a:pt x="18144" y="17577"/>
                </a:lnTo>
                <a:lnTo>
                  <a:pt x="15606" y="18487"/>
                </a:lnTo>
                <a:lnTo>
                  <a:pt x="13055" y="19248"/>
                </a:lnTo>
                <a:lnTo>
                  <a:pt x="10488" y="19882"/>
                </a:lnTo>
                <a:lnTo>
                  <a:pt x="7900" y="20414"/>
                </a:lnTo>
                <a:lnTo>
                  <a:pt x="5291" y="20859"/>
                </a:lnTo>
                <a:lnTo>
                  <a:pt x="2658" y="21247"/>
                </a:lnTo>
                <a:lnTo>
                  <a:pt x="0" y="21600"/>
                </a:lnTo>
                <a:lnTo>
                  <a:pt x="289" y="17980"/>
                </a:lnTo>
                <a:lnTo>
                  <a:pt x="666" y="14478"/>
                </a:lnTo>
                <a:lnTo>
                  <a:pt x="1178" y="11063"/>
                </a:lnTo>
                <a:lnTo>
                  <a:pt x="1889" y="7720"/>
                </a:lnTo>
                <a:lnTo>
                  <a:pt x="2857" y="4427"/>
                </a:lnTo>
                <a:lnTo>
                  <a:pt x="4134" y="1150"/>
                </a:lnTo>
                <a:close/>
              </a:path>
            </a:pathLst>
          </a:custGeom>
          <a:solidFill>
            <a:srgbClr val="2F2D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79" name="contour_14877"/>
          <p:cNvSpPr/>
          <p:nvPr/>
        </p:nvSpPr>
        <p:spPr>
          <a:xfrm>
            <a:off x="3545051" y="5043290"/>
            <a:ext cx="3033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80" y="0"/>
                </a:moveTo>
                <a:lnTo>
                  <a:pt x="12949" y="893"/>
                </a:lnTo>
                <a:lnTo>
                  <a:pt x="15533" y="1786"/>
                </a:lnTo>
                <a:lnTo>
                  <a:pt x="18128" y="2689"/>
                </a:lnTo>
                <a:lnTo>
                  <a:pt x="20759" y="3600"/>
                </a:lnTo>
                <a:lnTo>
                  <a:pt x="21341" y="6156"/>
                </a:lnTo>
                <a:lnTo>
                  <a:pt x="21600" y="7967"/>
                </a:lnTo>
                <a:lnTo>
                  <a:pt x="21600" y="9904"/>
                </a:lnTo>
                <a:lnTo>
                  <a:pt x="21408" y="12823"/>
                </a:lnTo>
                <a:lnTo>
                  <a:pt x="21268" y="15289"/>
                </a:lnTo>
                <a:lnTo>
                  <a:pt x="21123" y="17788"/>
                </a:lnTo>
                <a:lnTo>
                  <a:pt x="21034" y="18738"/>
                </a:lnTo>
                <a:lnTo>
                  <a:pt x="20759" y="21600"/>
                </a:lnTo>
                <a:lnTo>
                  <a:pt x="17334" y="21006"/>
                </a:lnTo>
                <a:lnTo>
                  <a:pt x="13904" y="20412"/>
                </a:lnTo>
                <a:lnTo>
                  <a:pt x="10457" y="19814"/>
                </a:lnTo>
                <a:lnTo>
                  <a:pt x="6996" y="19213"/>
                </a:lnTo>
                <a:lnTo>
                  <a:pt x="3514" y="18608"/>
                </a:lnTo>
                <a:lnTo>
                  <a:pt x="0" y="18000"/>
                </a:lnTo>
                <a:lnTo>
                  <a:pt x="1287" y="15772"/>
                </a:lnTo>
                <a:lnTo>
                  <a:pt x="2569" y="13543"/>
                </a:lnTo>
                <a:lnTo>
                  <a:pt x="3861" y="11308"/>
                </a:lnTo>
                <a:lnTo>
                  <a:pt x="5153" y="9068"/>
                </a:lnTo>
                <a:lnTo>
                  <a:pt x="6446" y="6818"/>
                </a:lnTo>
                <a:lnTo>
                  <a:pt x="7748" y="4558"/>
                </a:lnTo>
                <a:lnTo>
                  <a:pt x="9061" y="2286"/>
                </a:lnTo>
                <a:lnTo>
                  <a:pt x="10380" y="0"/>
                </a:lnTo>
                <a:close/>
              </a:path>
            </a:pathLst>
          </a:custGeom>
          <a:solidFill>
            <a:srgbClr val="8597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0" name="contour_14878"/>
          <p:cNvSpPr/>
          <p:nvPr/>
        </p:nvSpPr>
        <p:spPr>
          <a:xfrm>
            <a:off x="7800910" y="5028714"/>
            <a:ext cx="5134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70" y="0"/>
                </a:moveTo>
                <a:lnTo>
                  <a:pt x="7030" y="2673"/>
                </a:lnTo>
                <a:lnTo>
                  <a:pt x="7791" y="5357"/>
                </a:lnTo>
                <a:lnTo>
                  <a:pt x="8560" y="8062"/>
                </a:lnTo>
                <a:lnTo>
                  <a:pt x="9336" y="10800"/>
                </a:lnTo>
                <a:lnTo>
                  <a:pt x="11071" y="9272"/>
                </a:lnTo>
                <a:lnTo>
                  <a:pt x="12807" y="7744"/>
                </a:lnTo>
                <a:lnTo>
                  <a:pt x="14548" y="6210"/>
                </a:lnTo>
                <a:lnTo>
                  <a:pt x="16296" y="4671"/>
                </a:lnTo>
                <a:lnTo>
                  <a:pt x="18053" y="3121"/>
                </a:lnTo>
                <a:lnTo>
                  <a:pt x="19819" y="1566"/>
                </a:lnTo>
                <a:lnTo>
                  <a:pt x="21600" y="0"/>
                </a:lnTo>
                <a:lnTo>
                  <a:pt x="21392" y="3856"/>
                </a:lnTo>
                <a:lnTo>
                  <a:pt x="21128" y="6626"/>
                </a:lnTo>
                <a:lnTo>
                  <a:pt x="20662" y="9088"/>
                </a:lnTo>
                <a:lnTo>
                  <a:pt x="19846" y="12020"/>
                </a:lnTo>
                <a:lnTo>
                  <a:pt x="18534" y="16200"/>
                </a:lnTo>
                <a:lnTo>
                  <a:pt x="16517" y="17199"/>
                </a:lnTo>
                <a:lnTo>
                  <a:pt x="14496" y="18063"/>
                </a:lnTo>
                <a:lnTo>
                  <a:pt x="12473" y="18808"/>
                </a:lnTo>
                <a:lnTo>
                  <a:pt x="10440" y="19451"/>
                </a:lnTo>
                <a:lnTo>
                  <a:pt x="8401" y="20002"/>
                </a:lnTo>
                <a:lnTo>
                  <a:pt x="6353" y="20477"/>
                </a:lnTo>
                <a:lnTo>
                  <a:pt x="4295" y="20893"/>
                </a:lnTo>
                <a:lnTo>
                  <a:pt x="2223" y="21260"/>
                </a:lnTo>
                <a:lnTo>
                  <a:pt x="138" y="21600"/>
                </a:lnTo>
                <a:lnTo>
                  <a:pt x="46" y="17696"/>
                </a:lnTo>
                <a:lnTo>
                  <a:pt x="0" y="14899"/>
                </a:lnTo>
                <a:lnTo>
                  <a:pt x="0" y="12436"/>
                </a:lnTo>
                <a:lnTo>
                  <a:pt x="46" y="9531"/>
                </a:lnTo>
                <a:lnTo>
                  <a:pt x="138" y="5400"/>
                </a:lnTo>
                <a:lnTo>
                  <a:pt x="1959" y="3224"/>
                </a:lnTo>
                <a:lnTo>
                  <a:pt x="3204" y="1939"/>
                </a:lnTo>
                <a:lnTo>
                  <a:pt x="4449" y="1031"/>
                </a:lnTo>
                <a:lnTo>
                  <a:pt x="6270" y="0"/>
                </a:lnTo>
                <a:close/>
              </a:path>
            </a:pathLst>
          </a:custGeom>
          <a:solidFill>
            <a:srgbClr val="A7A8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1" name="contour_14879"/>
          <p:cNvSpPr/>
          <p:nvPr/>
        </p:nvSpPr>
        <p:spPr>
          <a:xfrm>
            <a:off x="5009937" y="5036694"/>
            <a:ext cx="43728" cy="357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77" y="1510"/>
                </a:moveTo>
                <a:lnTo>
                  <a:pt x="16528" y="2739"/>
                </a:lnTo>
                <a:lnTo>
                  <a:pt x="18000" y="3985"/>
                </a:lnTo>
                <a:lnTo>
                  <a:pt x="17471" y="4954"/>
                </a:lnTo>
                <a:lnTo>
                  <a:pt x="16938" y="5927"/>
                </a:lnTo>
                <a:lnTo>
                  <a:pt x="16207" y="7270"/>
                </a:lnTo>
                <a:lnTo>
                  <a:pt x="15073" y="9353"/>
                </a:lnTo>
                <a:lnTo>
                  <a:pt x="13338" y="12537"/>
                </a:lnTo>
                <a:lnTo>
                  <a:pt x="10800" y="17196"/>
                </a:lnTo>
                <a:lnTo>
                  <a:pt x="12938" y="18068"/>
                </a:lnTo>
                <a:lnTo>
                  <a:pt x="15084" y="18945"/>
                </a:lnTo>
                <a:lnTo>
                  <a:pt x="17240" y="19821"/>
                </a:lnTo>
                <a:lnTo>
                  <a:pt x="19408" y="20706"/>
                </a:lnTo>
                <a:lnTo>
                  <a:pt x="21600" y="21600"/>
                </a:lnTo>
                <a:lnTo>
                  <a:pt x="19285" y="21283"/>
                </a:lnTo>
                <a:lnTo>
                  <a:pt x="16999" y="20931"/>
                </a:lnTo>
                <a:lnTo>
                  <a:pt x="14731" y="20530"/>
                </a:lnTo>
                <a:lnTo>
                  <a:pt x="12481" y="20059"/>
                </a:lnTo>
                <a:lnTo>
                  <a:pt x="10249" y="19508"/>
                </a:lnTo>
                <a:lnTo>
                  <a:pt x="8024" y="18857"/>
                </a:lnTo>
                <a:lnTo>
                  <a:pt x="5810" y="18090"/>
                </a:lnTo>
                <a:lnTo>
                  <a:pt x="3600" y="17196"/>
                </a:lnTo>
                <a:lnTo>
                  <a:pt x="2167" y="13788"/>
                </a:lnTo>
                <a:lnTo>
                  <a:pt x="1264" y="11397"/>
                </a:lnTo>
                <a:lnTo>
                  <a:pt x="716" y="9389"/>
                </a:lnTo>
                <a:lnTo>
                  <a:pt x="353" y="7130"/>
                </a:lnTo>
                <a:lnTo>
                  <a:pt x="0" y="3985"/>
                </a:lnTo>
                <a:lnTo>
                  <a:pt x="4129" y="1942"/>
                </a:lnTo>
                <a:lnTo>
                  <a:pt x="7056" y="643"/>
                </a:lnTo>
                <a:lnTo>
                  <a:pt x="9194" y="18"/>
                </a:lnTo>
                <a:lnTo>
                  <a:pt x="10966" y="0"/>
                </a:lnTo>
                <a:lnTo>
                  <a:pt x="12784" y="520"/>
                </a:lnTo>
                <a:lnTo>
                  <a:pt x="15077" y="1510"/>
                </a:lnTo>
                <a:close/>
              </a:path>
            </a:pathLst>
          </a:custGeom>
          <a:solidFill>
            <a:srgbClr val="3C39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2" name="contour_14880"/>
          <p:cNvSpPr/>
          <p:nvPr/>
        </p:nvSpPr>
        <p:spPr>
          <a:xfrm>
            <a:off x="768326" y="502871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3208"/>
                </a:lnTo>
                <a:lnTo>
                  <a:pt x="19885" y="6426"/>
                </a:lnTo>
                <a:lnTo>
                  <a:pt x="19025" y="9655"/>
                </a:lnTo>
                <a:lnTo>
                  <a:pt x="18157" y="12911"/>
                </a:lnTo>
                <a:lnTo>
                  <a:pt x="17280" y="16200"/>
                </a:lnTo>
                <a:lnTo>
                  <a:pt x="14714" y="15131"/>
                </a:lnTo>
                <a:lnTo>
                  <a:pt x="12139" y="14056"/>
                </a:lnTo>
                <a:lnTo>
                  <a:pt x="9556" y="12982"/>
                </a:lnTo>
                <a:lnTo>
                  <a:pt x="6951" y="11896"/>
                </a:lnTo>
                <a:lnTo>
                  <a:pt x="4320" y="10800"/>
                </a:lnTo>
                <a:lnTo>
                  <a:pt x="3249" y="13473"/>
                </a:lnTo>
                <a:lnTo>
                  <a:pt x="2177" y="16157"/>
                </a:lnTo>
                <a:lnTo>
                  <a:pt x="1093" y="18862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743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3" name="contour_14881"/>
          <p:cNvSpPr/>
          <p:nvPr/>
        </p:nvSpPr>
        <p:spPr>
          <a:xfrm>
            <a:off x="4097954" y="5014138"/>
            <a:ext cx="3013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152" y="21600"/>
                </a:lnTo>
                <a:lnTo>
                  <a:pt x="14699" y="21600"/>
                </a:lnTo>
                <a:lnTo>
                  <a:pt x="11231" y="21600"/>
                </a:lnTo>
                <a:lnTo>
                  <a:pt x="7747" y="21600"/>
                </a:lnTo>
                <a:lnTo>
                  <a:pt x="4242" y="21600"/>
                </a:lnTo>
                <a:lnTo>
                  <a:pt x="705" y="21600"/>
                </a:lnTo>
                <a:lnTo>
                  <a:pt x="235" y="18645"/>
                </a:lnTo>
                <a:lnTo>
                  <a:pt x="0" y="16494"/>
                </a:lnTo>
                <a:lnTo>
                  <a:pt x="0" y="14524"/>
                </a:lnTo>
                <a:lnTo>
                  <a:pt x="235" y="12113"/>
                </a:lnTo>
                <a:lnTo>
                  <a:pt x="705" y="8640"/>
                </a:lnTo>
                <a:lnTo>
                  <a:pt x="5412" y="5439"/>
                </a:lnTo>
                <a:lnTo>
                  <a:pt x="8938" y="3149"/>
                </a:lnTo>
                <a:lnTo>
                  <a:pt x="11644" y="1611"/>
                </a:lnTo>
                <a:lnTo>
                  <a:pt x="13895" y="678"/>
                </a:lnTo>
                <a:lnTo>
                  <a:pt x="16063" y="203"/>
                </a:lnTo>
                <a:lnTo>
                  <a:pt x="18508" y="26"/>
                </a:lnTo>
                <a:lnTo>
                  <a:pt x="21600" y="0"/>
                </a:lnTo>
                <a:close/>
              </a:path>
            </a:pathLst>
          </a:custGeom>
          <a:solidFill>
            <a:srgbClr val="2323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4" name="contour_14882"/>
          <p:cNvSpPr/>
          <p:nvPr/>
        </p:nvSpPr>
        <p:spPr>
          <a:xfrm>
            <a:off x="1023406" y="5034180"/>
            <a:ext cx="51016" cy="30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72" y="66"/>
                </a:lnTo>
                <a:lnTo>
                  <a:pt x="14901" y="219"/>
                </a:lnTo>
                <a:lnTo>
                  <a:pt x="16407" y="579"/>
                </a:lnTo>
                <a:lnTo>
                  <a:pt x="18514" y="1271"/>
                </a:lnTo>
                <a:lnTo>
                  <a:pt x="19742" y="5052"/>
                </a:lnTo>
                <a:lnTo>
                  <a:pt x="20517" y="7735"/>
                </a:lnTo>
                <a:lnTo>
                  <a:pt x="20986" y="10053"/>
                </a:lnTo>
                <a:lnTo>
                  <a:pt x="21298" y="12736"/>
                </a:lnTo>
                <a:lnTo>
                  <a:pt x="21600" y="16518"/>
                </a:lnTo>
                <a:lnTo>
                  <a:pt x="20736" y="15948"/>
                </a:lnTo>
                <a:lnTo>
                  <a:pt x="19928" y="15415"/>
                </a:lnTo>
                <a:lnTo>
                  <a:pt x="18996" y="14805"/>
                </a:lnTo>
                <a:lnTo>
                  <a:pt x="17761" y="13992"/>
                </a:lnTo>
                <a:lnTo>
                  <a:pt x="16043" y="12858"/>
                </a:lnTo>
                <a:lnTo>
                  <a:pt x="13660" y="11288"/>
                </a:lnTo>
                <a:lnTo>
                  <a:pt x="10430" y="9158"/>
                </a:lnTo>
                <a:lnTo>
                  <a:pt x="6171" y="6353"/>
                </a:lnTo>
                <a:lnTo>
                  <a:pt x="5560" y="9372"/>
                </a:lnTo>
                <a:lnTo>
                  <a:pt x="4946" y="12401"/>
                </a:lnTo>
                <a:lnTo>
                  <a:pt x="4332" y="15440"/>
                </a:lnTo>
                <a:lnTo>
                  <a:pt x="3712" y="18505"/>
                </a:lnTo>
                <a:lnTo>
                  <a:pt x="3086" y="21600"/>
                </a:lnTo>
                <a:lnTo>
                  <a:pt x="2228" y="17971"/>
                </a:lnTo>
                <a:lnTo>
                  <a:pt x="1639" y="15364"/>
                </a:lnTo>
                <a:lnTo>
                  <a:pt x="1169" y="13046"/>
                </a:lnTo>
                <a:lnTo>
                  <a:pt x="673" y="10287"/>
                </a:lnTo>
                <a:lnTo>
                  <a:pt x="0" y="6353"/>
                </a:lnTo>
                <a:lnTo>
                  <a:pt x="1765" y="3705"/>
                </a:lnTo>
                <a:lnTo>
                  <a:pt x="3323" y="1957"/>
                </a:lnTo>
                <a:lnTo>
                  <a:pt x="4845" y="915"/>
                </a:lnTo>
                <a:lnTo>
                  <a:pt x="6486" y="376"/>
                </a:lnTo>
                <a:lnTo>
                  <a:pt x="8418" y="137"/>
                </a:lnTo>
                <a:lnTo>
                  <a:pt x="10800" y="0"/>
                </a:lnTo>
                <a:close/>
              </a:path>
            </a:pathLst>
          </a:custGeom>
          <a:solidFill>
            <a:srgbClr val="4E48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5" name="contour_14883"/>
          <p:cNvSpPr/>
          <p:nvPr/>
        </p:nvSpPr>
        <p:spPr>
          <a:xfrm>
            <a:off x="11657256" y="5028714"/>
            <a:ext cx="3576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96" y="0"/>
                </a:moveTo>
                <a:lnTo>
                  <a:pt x="7024" y="346"/>
                </a:lnTo>
                <a:lnTo>
                  <a:pt x="9995" y="814"/>
                </a:lnTo>
                <a:lnTo>
                  <a:pt x="12917" y="1393"/>
                </a:lnTo>
                <a:lnTo>
                  <a:pt x="15813" y="2063"/>
                </a:lnTo>
                <a:lnTo>
                  <a:pt x="18700" y="2804"/>
                </a:lnTo>
                <a:lnTo>
                  <a:pt x="21600" y="3600"/>
                </a:lnTo>
                <a:lnTo>
                  <a:pt x="20663" y="5857"/>
                </a:lnTo>
                <a:lnTo>
                  <a:pt x="19708" y="8111"/>
                </a:lnTo>
                <a:lnTo>
                  <a:pt x="18735" y="10357"/>
                </a:lnTo>
                <a:lnTo>
                  <a:pt x="17749" y="12600"/>
                </a:lnTo>
                <a:lnTo>
                  <a:pt x="17432" y="13345"/>
                </a:lnTo>
                <a:lnTo>
                  <a:pt x="16869" y="14656"/>
                </a:lnTo>
                <a:lnTo>
                  <a:pt x="15584" y="17662"/>
                </a:lnTo>
                <a:lnTo>
                  <a:pt x="14202" y="19616"/>
                </a:lnTo>
                <a:lnTo>
                  <a:pt x="12798" y="21600"/>
                </a:lnTo>
                <a:lnTo>
                  <a:pt x="9889" y="21600"/>
                </a:lnTo>
                <a:lnTo>
                  <a:pt x="6962" y="21600"/>
                </a:lnTo>
                <a:lnTo>
                  <a:pt x="3996" y="21600"/>
                </a:lnTo>
                <a:lnTo>
                  <a:pt x="2891" y="19076"/>
                </a:lnTo>
                <a:lnTo>
                  <a:pt x="1941" y="16700"/>
                </a:lnTo>
                <a:lnTo>
                  <a:pt x="1153" y="14414"/>
                </a:lnTo>
                <a:lnTo>
                  <a:pt x="559" y="12168"/>
                </a:lnTo>
                <a:lnTo>
                  <a:pt x="167" y="9907"/>
                </a:lnTo>
                <a:lnTo>
                  <a:pt x="0" y="7574"/>
                </a:lnTo>
                <a:lnTo>
                  <a:pt x="79" y="5116"/>
                </a:lnTo>
                <a:lnTo>
                  <a:pt x="422" y="2477"/>
                </a:lnTo>
                <a:lnTo>
                  <a:pt x="2196" y="1249"/>
                </a:lnTo>
                <a:lnTo>
                  <a:pt x="3996" y="0"/>
                </a:lnTo>
                <a:close/>
              </a:path>
            </a:pathLst>
          </a:custGeom>
          <a:solidFill>
            <a:srgbClr val="EBE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6" name="contour_14884"/>
          <p:cNvSpPr/>
          <p:nvPr/>
        </p:nvSpPr>
        <p:spPr>
          <a:xfrm>
            <a:off x="950526" y="502142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5570" y="2588"/>
                </a:lnTo>
                <a:lnTo>
                  <a:pt x="16610" y="5210"/>
                </a:lnTo>
                <a:lnTo>
                  <a:pt x="17554" y="7867"/>
                </a:lnTo>
                <a:lnTo>
                  <a:pt x="18418" y="10554"/>
                </a:lnTo>
                <a:lnTo>
                  <a:pt x="19231" y="13275"/>
                </a:lnTo>
                <a:lnTo>
                  <a:pt x="20016" y="16023"/>
                </a:lnTo>
                <a:lnTo>
                  <a:pt x="20797" y="18796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82" y="20529"/>
                </a:lnTo>
                <a:lnTo>
                  <a:pt x="3575" y="19457"/>
                </a:lnTo>
                <a:lnTo>
                  <a:pt x="5375" y="18373"/>
                </a:lnTo>
                <a:lnTo>
                  <a:pt x="7200" y="17280"/>
                </a:lnTo>
                <a:lnTo>
                  <a:pt x="7686" y="14148"/>
                </a:lnTo>
                <a:lnTo>
                  <a:pt x="7801" y="11837"/>
                </a:lnTo>
                <a:lnTo>
                  <a:pt x="7650" y="8372"/>
                </a:lnTo>
                <a:lnTo>
                  <a:pt x="7582" y="7141"/>
                </a:lnTo>
                <a:lnTo>
                  <a:pt x="7466" y="4968"/>
                </a:lnTo>
                <a:lnTo>
                  <a:pt x="7200" y="0"/>
                </a:lnTo>
                <a:close/>
              </a:path>
            </a:pathLst>
          </a:custGeom>
          <a:solidFill>
            <a:srgbClr val="897F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7" name="contour_14885"/>
          <p:cNvSpPr/>
          <p:nvPr/>
        </p:nvSpPr>
        <p:spPr>
          <a:xfrm>
            <a:off x="4543505" y="5014138"/>
            <a:ext cx="43728" cy="230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441" y="4369"/>
                </a:lnTo>
                <a:lnTo>
                  <a:pt x="19534" y="7597"/>
                </a:lnTo>
                <a:lnTo>
                  <a:pt x="18677" y="10256"/>
                </a:lnTo>
                <a:lnTo>
                  <a:pt x="17665" y="12916"/>
                </a:lnTo>
                <a:lnTo>
                  <a:pt x="16308" y="16144"/>
                </a:lnTo>
                <a:lnTo>
                  <a:pt x="14400" y="20513"/>
                </a:lnTo>
                <a:lnTo>
                  <a:pt x="11920" y="21238"/>
                </a:lnTo>
                <a:lnTo>
                  <a:pt x="9562" y="21579"/>
                </a:lnTo>
                <a:lnTo>
                  <a:pt x="7258" y="21600"/>
                </a:lnTo>
                <a:lnTo>
                  <a:pt x="4939" y="21381"/>
                </a:lnTo>
                <a:lnTo>
                  <a:pt x="2542" y="20991"/>
                </a:lnTo>
                <a:lnTo>
                  <a:pt x="0" y="20513"/>
                </a:lnTo>
                <a:lnTo>
                  <a:pt x="0" y="16451"/>
                </a:lnTo>
                <a:lnTo>
                  <a:pt x="0" y="12376"/>
                </a:lnTo>
                <a:lnTo>
                  <a:pt x="0" y="8287"/>
                </a:lnTo>
                <a:lnTo>
                  <a:pt x="0" y="4164"/>
                </a:lnTo>
                <a:lnTo>
                  <a:pt x="0" y="0"/>
                </a:lnTo>
                <a:close/>
              </a:path>
            </a:pathLst>
          </a:custGeom>
          <a:solidFill>
            <a:srgbClr val="2D2B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8" name="contour_14886"/>
          <p:cNvSpPr/>
          <p:nvPr/>
        </p:nvSpPr>
        <p:spPr>
          <a:xfrm>
            <a:off x="3756891" y="5005429"/>
            <a:ext cx="43240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33" y="0"/>
                </a:moveTo>
                <a:lnTo>
                  <a:pt x="8974" y="71"/>
                </a:lnTo>
                <a:lnTo>
                  <a:pt x="12724" y="291"/>
                </a:lnTo>
                <a:lnTo>
                  <a:pt x="13976" y="345"/>
                </a:lnTo>
                <a:lnTo>
                  <a:pt x="17745" y="520"/>
                </a:lnTo>
                <a:lnTo>
                  <a:pt x="19660" y="661"/>
                </a:lnTo>
                <a:lnTo>
                  <a:pt x="21600" y="811"/>
                </a:lnTo>
                <a:lnTo>
                  <a:pt x="19794" y="1584"/>
                </a:lnTo>
                <a:lnTo>
                  <a:pt x="17959" y="2370"/>
                </a:lnTo>
                <a:lnTo>
                  <a:pt x="16154" y="3659"/>
                </a:lnTo>
                <a:lnTo>
                  <a:pt x="14319" y="4969"/>
                </a:lnTo>
                <a:lnTo>
                  <a:pt x="14319" y="7713"/>
                </a:lnTo>
                <a:lnTo>
                  <a:pt x="14319" y="10482"/>
                </a:lnTo>
                <a:lnTo>
                  <a:pt x="14319" y="13284"/>
                </a:lnTo>
                <a:lnTo>
                  <a:pt x="11916" y="13284"/>
                </a:lnTo>
                <a:lnTo>
                  <a:pt x="9491" y="13284"/>
                </a:lnTo>
                <a:lnTo>
                  <a:pt x="7037" y="13284"/>
                </a:lnTo>
                <a:lnTo>
                  <a:pt x="5701" y="15750"/>
                </a:lnTo>
                <a:lnTo>
                  <a:pt x="4878" y="17442"/>
                </a:lnTo>
                <a:lnTo>
                  <a:pt x="4223" y="19130"/>
                </a:lnTo>
                <a:lnTo>
                  <a:pt x="3397" y="21600"/>
                </a:lnTo>
                <a:lnTo>
                  <a:pt x="1726" y="16889"/>
                </a:lnTo>
                <a:lnTo>
                  <a:pt x="652" y="13559"/>
                </a:lnTo>
                <a:lnTo>
                  <a:pt x="98" y="11135"/>
                </a:lnTo>
                <a:lnTo>
                  <a:pt x="0" y="9147"/>
                </a:lnTo>
                <a:lnTo>
                  <a:pt x="288" y="7118"/>
                </a:lnTo>
                <a:lnTo>
                  <a:pt x="892" y="4582"/>
                </a:lnTo>
                <a:lnTo>
                  <a:pt x="2410" y="2387"/>
                </a:lnTo>
                <a:lnTo>
                  <a:pt x="3626" y="1181"/>
                </a:lnTo>
                <a:lnTo>
                  <a:pt x="5188" y="528"/>
                </a:lnTo>
                <a:lnTo>
                  <a:pt x="7733" y="0"/>
                </a:lnTo>
                <a:close/>
              </a:path>
            </a:pathLst>
          </a:custGeom>
          <a:solidFill>
            <a:srgbClr val="766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89" name="contour_14887"/>
          <p:cNvSpPr/>
          <p:nvPr/>
        </p:nvSpPr>
        <p:spPr>
          <a:xfrm>
            <a:off x="666294" y="501413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3575" y="18922"/>
                </a:lnTo>
                <a:lnTo>
                  <a:pt x="2381" y="17021"/>
                </a:lnTo>
                <a:lnTo>
                  <a:pt x="1561" y="15379"/>
                </a:lnTo>
                <a:lnTo>
                  <a:pt x="853" y="13478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2301" y="8122"/>
                </a:lnTo>
                <a:lnTo>
                  <a:pt x="13333" y="6221"/>
                </a:lnTo>
                <a:lnTo>
                  <a:pt x="14153" y="4579"/>
                </a:lnTo>
                <a:lnTo>
                  <a:pt x="15023" y="2678"/>
                </a:lnTo>
                <a:lnTo>
                  <a:pt x="16200" y="0"/>
                </a:lnTo>
                <a:close/>
              </a:path>
            </a:pathLst>
          </a:custGeom>
          <a:solidFill>
            <a:srgbClr val="C9D0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0" name="contour_14888"/>
          <p:cNvSpPr/>
          <p:nvPr/>
        </p:nvSpPr>
        <p:spPr>
          <a:xfrm>
            <a:off x="6795495" y="499956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376"/>
                </a:lnTo>
                <a:lnTo>
                  <a:pt x="5404" y="778"/>
                </a:lnTo>
                <a:lnTo>
                  <a:pt x="8104" y="1192"/>
                </a:lnTo>
                <a:lnTo>
                  <a:pt x="10800" y="1620"/>
                </a:lnTo>
                <a:lnTo>
                  <a:pt x="13815" y="2074"/>
                </a:lnTo>
                <a:lnTo>
                  <a:pt x="16874" y="2532"/>
                </a:lnTo>
                <a:lnTo>
                  <a:pt x="19220" y="3421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8775" y="14576"/>
                </a:lnTo>
                <a:lnTo>
                  <a:pt x="16705" y="15617"/>
                </a:lnTo>
                <a:lnTo>
                  <a:pt x="14386" y="16550"/>
                </a:lnTo>
                <a:lnTo>
                  <a:pt x="10800" y="17820"/>
                </a:lnTo>
                <a:lnTo>
                  <a:pt x="8791" y="18546"/>
                </a:lnTo>
                <a:lnTo>
                  <a:pt x="6774" y="19276"/>
                </a:lnTo>
                <a:lnTo>
                  <a:pt x="4726" y="20015"/>
                </a:lnTo>
                <a:lnTo>
                  <a:pt x="3551" y="20408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0E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1" name="contour_14889"/>
          <p:cNvSpPr/>
          <p:nvPr/>
        </p:nvSpPr>
        <p:spPr>
          <a:xfrm>
            <a:off x="4652825" y="500685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02"/>
                </a:lnTo>
                <a:lnTo>
                  <a:pt x="2341" y="389"/>
                </a:lnTo>
                <a:lnTo>
                  <a:pt x="3646" y="608"/>
                </a:lnTo>
                <a:lnTo>
                  <a:pt x="5374" y="896"/>
                </a:lnTo>
                <a:lnTo>
                  <a:pt x="7780" y="1296"/>
                </a:lnTo>
                <a:lnTo>
                  <a:pt x="11115" y="1854"/>
                </a:lnTo>
                <a:lnTo>
                  <a:pt x="15638" y="2606"/>
                </a:lnTo>
                <a:lnTo>
                  <a:pt x="21600" y="3600"/>
                </a:lnTo>
                <a:lnTo>
                  <a:pt x="21064" y="5828"/>
                </a:lnTo>
                <a:lnTo>
                  <a:pt x="20529" y="8057"/>
                </a:lnTo>
                <a:lnTo>
                  <a:pt x="19993" y="10292"/>
                </a:lnTo>
                <a:lnTo>
                  <a:pt x="19457" y="12532"/>
                </a:lnTo>
                <a:lnTo>
                  <a:pt x="18917" y="14782"/>
                </a:lnTo>
                <a:lnTo>
                  <a:pt x="18373" y="17042"/>
                </a:lnTo>
                <a:lnTo>
                  <a:pt x="17829" y="19314"/>
                </a:lnTo>
                <a:lnTo>
                  <a:pt x="17280" y="21600"/>
                </a:lnTo>
                <a:lnTo>
                  <a:pt x="15107" y="19922"/>
                </a:lnTo>
                <a:lnTo>
                  <a:pt x="12943" y="18241"/>
                </a:lnTo>
                <a:lnTo>
                  <a:pt x="10787" y="16549"/>
                </a:lnTo>
                <a:lnTo>
                  <a:pt x="8640" y="14850"/>
                </a:lnTo>
                <a:lnTo>
                  <a:pt x="7037" y="13597"/>
                </a:lnTo>
                <a:lnTo>
                  <a:pt x="5417" y="12334"/>
                </a:lnTo>
                <a:lnTo>
                  <a:pt x="3780" y="11052"/>
                </a:lnTo>
                <a:lnTo>
                  <a:pt x="1935" y="9115"/>
                </a:lnTo>
                <a:lnTo>
                  <a:pt x="816" y="7571"/>
                </a:lnTo>
                <a:lnTo>
                  <a:pt x="242" y="5890"/>
                </a:lnTo>
                <a:lnTo>
                  <a:pt x="30" y="3546"/>
                </a:lnTo>
                <a:lnTo>
                  <a:pt x="0" y="0"/>
                </a:lnTo>
                <a:close/>
              </a:path>
            </a:pathLst>
          </a:custGeom>
          <a:solidFill>
            <a:srgbClr val="443C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2" name="contour_14890"/>
          <p:cNvSpPr/>
          <p:nvPr/>
        </p:nvSpPr>
        <p:spPr>
          <a:xfrm>
            <a:off x="3596067" y="498498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572" y="2838"/>
                </a:lnTo>
                <a:lnTo>
                  <a:pt x="19272" y="5080"/>
                </a:lnTo>
                <a:lnTo>
                  <a:pt x="19980" y="8640"/>
                </a:lnTo>
                <a:lnTo>
                  <a:pt x="20468" y="11051"/>
                </a:lnTo>
                <a:lnTo>
                  <a:pt x="20961" y="13500"/>
                </a:lnTo>
                <a:lnTo>
                  <a:pt x="21120" y="14437"/>
                </a:lnTo>
                <a:lnTo>
                  <a:pt x="21600" y="17280"/>
                </a:lnTo>
                <a:lnTo>
                  <a:pt x="18645" y="18611"/>
                </a:lnTo>
                <a:lnTo>
                  <a:pt x="16494" y="19500"/>
                </a:lnTo>
                <a:lnTo>
                  <a:pt x="14524" y="20157"/>
                </a:lnTo>
                <a:lnTo>
                  <a:pt x="12113" y="20788"/>
                </a:lnTo>
                <a:lnTo>
                  <a:pt x="8640" y="21600"/>
                </a:lnTo>
                <a:lnTo>
                  <a:pt x="5318" y="19643"/>
                </a:lnTo>
                <a:lnTo>
                  <a:pt x="3309" y="18092"/>
                </a:lnTo>
                <a:lnTo>
                  <a:pt x="1806" y="16131"/>
                </a:lnTo>
                <a:lnTo>
                  <a:pt x="0" y="12960"/>
                </a:lnTo>
                <a:lnTo>
                  <a:pt x="1391" y="9975"/>
                </a:lnTo>
                <a:lnTo>
                  <a:pt x="2480" y="7802"/>
                </a:lnTo>
                <a:lnTo>
                  <a:pt x="3508" y="6074"/>
                </a:lnTo>
                <a:lnTo>
                  <a:pt x="4722" y="4441"/>
                </a:lnTo>
                <a:lnTo>
                  <a:pt x="6350" y="2536"/>
                </a:lnTo>
                <a:lnTo>
                  <a:pt x="8640" y="0"/>
                </a:lnTo>
                <a:close/>
              </a:path>
            </a:pathLst>
          </a:custGeom>
          <a:solidFill>
            <a:srgbClr val="8298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3" name="contour_14891"/>
          <p:cNvSpPr/>
          <p:nvPr/>
        </p:nvSpPr>
        <p:spPr>
          <a:xfrm>
            <a:off x="5009937" y="498498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3208"/>
                </a:lnTo>
                <a:lnTo>
                  <a:pt x="19429" y="6426"/>
                </a:lnTo>
                <a:lnTo>
                  <a:pt x="20146" y="9655"/>
                </a:lnTo>
                <a:lnTo>
                  <a:pt x="20869" y="12911"/>
                </a:lnTo>
                <a:lnTo>
                  <a:pt x="21600" y="16200"/>
                </a:lnTo>
                <a:lnTo>
                  <a:pt x="19372" y="16870"/>
                </a:lnTo>
                <a:lnTo>
                  <a:pt x="17143" y="17539"/>
                </a:lnTo>
                <a:lnTo>
                  <a:pt x="14908" y="18209"/>
                </a:lnTo>
                <a:lnTo>
                  <a:pt x="12668" y="18878"/>
                </a:lnTo>
                <a:lnTo>
                  <a:pt x="10418" y="19553"/>
                </a:lnTo>
                <a:lnTo>
                  <a:pt x="8158" y="20234"/>
                </a:lnTo>
                <a:lnTo>
                  <a:pt x="5886" y="20914"/>
                </a:lnTo>
                <a:lnTo>
                  <a:pt x="3600" y="21600"/>
                </a:lnTo>
                <a:lnTo>
                  <a:pt x="2887" y="18392"/>
                </a:lnTo>
                <a:lnTo>
                  <a:pt x="2171" y="15174"/>
                </a:lnTo>
                <a:lnTo>
                  <a:pt x="1454" y="11945"/>
                </a:lnTo>
                <a:lnTo>
                  <a:pt x="731" y="8689"/>
                </a:lnTo>
                <a:lnTo>
                  <a:pt x="0" y="5400"/>
                </a:lnTo>
                <a:lnTo>
                  <a:pt x="2228" y="4730"/>
                </a:lnTo>
                <a:lnTo>
                  <a:pt x="4457" y="4061"/>
                </a:lnTo>
                <a:lnTo>
                  <a:pt x="6692" y="3391"/>
                </a:lnTo>
                <a:lnTo>
                  <a:pt x="8932" y="2722"/>
                </a:lnTo>
                <a:lnTo>
                  <a:pt x="11182" y="2047"/>
                </a:lnTo>
                <a:lnTo>
                  <a:pt x="13442" y="1366"/>
                </a:lnTo>
                <a:lnTo>
                  <a:pt x="15714" y="686"/>
                </a:lnTo>
                <a:lnTo>
                  <a:pt x="18000" y="0"/>
                </a:lnTo>
                <a:close/>
              </a:path>
            </a:pathLst>
          </a:custGeom>
          <a:solidFill>
            <a:srgbClr val="7072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4" name="contour_14892"/>
          <p:cNvSpPr/>
          <p:nvPr/>
        </p:nvSpPr>
        <p:spPr>
          <a:xfrm>
            <a:off x="4230122" y="4992274"/>
            <a:ext cx="58304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576" y="1658"/>
                </a:lnTo>
                <a:lnTo>
                  <a:pt x="17061" y="2956"/>
                </a:lnTo>
                <a:lnTo>
                  <a:pt x="18182" y="4181"/>
                </a:lnTo>
                <a:lnTo>
                  <a:pt x="19162" y="5628"/>
                </a:lnTo>
                <a:lnTo>
                  <a:pt x="20226" y="7569"/>
                </a:lnTo>
                <a:lnTo>
                  <a:pt x="21600" y="10298"/>
                </a:lnTo>
                <a:lnTo>
                  <a:pt x="20174" y="13562"/>
                </a:lnTo>
                <a:lnTo>
                  <a:pt x="18873" y="16173"/>
                </a:lnTo>
                <a:lnTo>
                  <a:pt x="17561" y="18202"/>
                </a:lnTo>
                <a:lnTo>
                  <a:pt x="16092" y="19736"/>
                </a:lnTo>
                <a:lnTo>
                  <a:pt x="14329" y="20843"/>
                </a:lnTo>
                <a:lnTo>
                  <a:pt x="12128" y="21600"/>
                </a:lnTo>
                <a:lnTo>
                  <a:pt x="11486" y="21549"/>
                </a:lnTo>
                <a:lnTo>
                  <a:pt x="10355" y="21456"/>
                </a:lnTo>
                <a:lnTo>
                  <a:pt x="7762" y="21240"/>
                </a:lnTo>
                <a:lnTo>
                  <a:pt x="6305" y="21147"/>
                </a:lnTo>
                <a:lnTo>
                  <a:pt x="4838" y="21054"/>
                </a:lnTo>
                <a:lnTo>
                  <a:pt x="3353" y="20956"/>
                </a:lnTo>
                <a:lnTo>
                  <a:pt x="2519" y="20869"/>
                </a:lnTo>
                <a:lnTo>
                  <a:pt x="0" y="20596"/>
                </a:lnTo>
                <a:lnTo>
                  <a:pt x="1412" y="18037"/>
                </a:lnTo>
                <a:lnTo>
                  <a:pt x="2827" y="15524"/>
                </a:lnTo>
                <a:lnTo>
                  <a:pt x="4253" y="13063"/>
                </a:lnTo>
                <a:lnTo>
                  <a:pt x="5697" y="10669"/>
                </a:lnTo>
                <a:lnTo>
                  <a:pt x="7168" y="8352"/>
                </a:lnTo>
                <a:lnTo>
                  <a:pt x="8678" y="6112"/>
                </a:lnTo>
                <a:lnTo>
                  <a:pt x="10230" y="3970"/>
                </a:lnTo>
                <a:lnTo>
                  <a:pt x="11834" y="1931"/>
                </a:lnTo>
                <a:lnTo>
                  <a:pt x="13500" y="0"/>
                </a:lnTo>
                <a:close/>
              </a:path>
            </a:pathLst>
          </a:custGeom>
          <a:solidFill>
            <a:srgbClr val="3633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5" name="contour_14893"/>
          <p:cNvSpPr/>
          <p:nvPr/>
        </p:nvSpPr>
        <p:spPr>
          <a:xfrm>
            <a:off x="3829282" y="4984986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97" y="0"/>
                </a:lnTo>
                <a:lnTo>
                  <a:pt x="13349" y="0"/>
                </a:lnTo>
                <a:lnTo>
                  <a:pt x="15429" y="0"/>
                </a:lnTo>
                <a:lnTo>
                  <a:pt x="16583" y="2259"/>
                </a:lnTo>
                <a:lnTo>
                  <a:pt x="17326" y="3914"/>
                </a:lnTo>
                <a:lnTo>
                  <a:pt x="17993" y="5772"/>
                </a:lnTo>
                <a:lnTo>
                  <a:pt x="18900" y="8640"/>
                </a:lnTo>
                <a:lnTo>
                  <a:pt x="19678" y="11051"/>
                </a:lnTo>
                <a:lnTo>
                  <a:pt x="20468" y="13500"/>
                </a:lnTo>
                <a:lnTo>
                  <a:pt x="21029" y="15375"/>
                </a:lnTo>
                <a:lnTo>
                  <a:pt x="21600" y="17280"/>
                </a:lnTo>
                <a:lnTo>
                  <a:pt x="19792" y="17846"/>
                </a:lnTo>
                <a:lnTo>
                  <a:pt x="17980" y="18395"/>
                </a:lnTo>
                <a:lnTo>
                  <a:pt x="16166" y="18935"/>
                </a:lnTo>
                <a:lnTo>
                  <a:pt x="14352" y="19462"/>
                </a:lnTo>
                <a:lnTo>
                  <a:pt x="12534" y="19980"/>
                </a:lnTo>
                <a:lnTo>
                  <a:pt x="10849" y="20481"/>
                </a:lnTo>
                <a:lnTo>
                  <a:pt x="9155" y="20987"/>
                </a:lnTo>
                <a:lnTo>
                  <a:pt x="7437" y="21501"/>
                </a:lnTo>
                <a:lnTo>
                  <a:pt x="5277" y="21548"/>
                </a:lnTo>
                <a:lnTo>
                  <a:pt x="3086" y="21600"/>
                </a:lnTo>
                <a:lnTo>
                  <a:pt x="1839" y="19090"/>
                </a:lnTo>
                <a:lnTo>
                  <a:pt x="1102" y="17353"/>
                </a:lnTo>
                <a:lnTo>
                  <a:pt x="583" y="15582"/>
                </a:lnTo>
                <a:lnTo>
                  <a:pt x="0" y="12960"/>
                </a:lnTo>
                <a:lnTo>
                  <a:pt x="1833" y="12960"/>
                </a:lnTo>
                <a:lnTo>
                  <a:pt x="3672" y="12960"/>
                </a:lnTo>
                <a:lnTo>
                  <a:pt x="5517" y="12960"/>
                </a:lnTo>
                <a:lnTo>
                  <a:pt x="7378" y="12960"/>
                </a:lnTo>
                <a:lnTo>
                  <a:pt x="9257" y="12960"/>
                </a:lnTo>
                <a:lnTo>
                  <a:pt x="9257" y="10394"/>
                </a:lnTo>
                <a:lnTo>
                  <a:pt x="9257" y="7819"/>
                </a:lnTo>
                <a:lnTo>
                  <a:pt x="9257" y="5236"/>
                </a:lnTo>
                <a:lnTo>
                  <a:pt x="9257" y="2631"/>
                </a:lnTo>
                <a:lnTo>
                  <a:pt x="9257" y="0"/>
                </a:lnTo>
                <a:close/>
              </a:path>
            </a:pathLst>
          </a:custGeom>
          <a:solidFill>
            <a:srgbClr val="7372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6" name="contour_14894"/>
          <p:cNvSpPr/>
          <p:nvPr/>
        </p:nvSpPr>
        <p:spPr>
          <a:xfrm>
            <a:off x="4084362" y="4976386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2C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7" name="contour_14895"/>
          <p:cNvSpPr/>
          <p:nvPr/>
        </p:nvSpPr>
        <p:spPr>
          <a:xfrm>
            <a:off x="7735646" y="496312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984" y="942"/>
                </a:lnTo>
                <a:lnTo>
                  <a:pt x="14329" y="1637"/>
                </a:lnTo>
                <a:lnTo>
                  <a:pt x="16299" y="2294"/>
                </a:lnTo>
                <a:lnTo>
                  <a:pt x="18516" y="3119"/>
                </a:lnTo>
                <a:lnTo>
                  <a:pt x="21600" y="4320"/>
                </a:lnTo>
                <a:lnTo>
                  <a:pt x="20136" y="6493"/>
                </a:lnTo>
                <a:lnTo>
                  <a:pt x="18654" y="8657"/>
                </a:lnTo>
                <a:lnTo>
                  <a:pt x="17163" y="10813"/>
                </a:lnTo>
                <a:lnTo>
                  <a:pt x="15660" y="12960"/>
                </a:lnTo>
                <a:lnTo>
                  <a:pt x="14826" y="14170"/>
                </a:lnTo>
                <a:lnTo>
                  <a:pt x="12321" y="17820"/>
                </a:lnTo>
                <a:lnTo>
                  <a:pt x="11405" y="18757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1257" y="16066"/>
                </a:lnTo>
                <a:lnTo>
                  <a:pt x="2259" y="11845"/>
                </a:lnTo>
                <a:lnTo>
                  <a:pt x="3115" y="8692"/>
                </a:lnTo>
                <a:lnTo>
                  <a:pt x="3914" y="6346"/>
                </a:lnTo>
                <a:lnTo>
                  <a:pt x="4769" y="4558"/>
                </a:lnTo>
                <a:lnTo>
                  <a:pt x="5772" y="3072"/>
                </a:lnTo>
                <a:lnTo>
                  <a:pt x="7029" y="1637"/>
                </a:lnTo>
                <a:lnTo>
                  <a:pt x="8640" y="0"/>
                </a:lnTo>
                <a:close/>
              </a:path>
            </a:pathLst>
          </a:custGeom>
          <a:solidFill>
            <a:srgbClr val="E3E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8" name="contour_14896"/>
          <p:cNvSpPr/>
          <p:nvPr/>
        </p:nvSpPr>
        <p:spPr>
          <a:xfrm>
            <a:off x="3224379" y="4970410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8" y="7135"/>
                </a:lnTo>
                <a:lnTo>
                  <a:pt x="17974" y="10721"/>
                </a:lnTo>
                <a:lnTo>
                  <a:pt x="19174" y="14321"/>
                </a:lnTo>
                <a:lnTo>
                  <a:pt x="20381" y="17942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8029"/>
                </a:lnTo>
                <a:lnTo>
                  <a:pt x="0" y="14400"/>
                </a:lnTo>
                <a:lnTo>
                  <a:pt x="1445" y="12110"/>
                </a:lnTo>
                <a:lnTo>
                  <a:pt x="2518" y="10498"/>
                </a:lnTo>
                <a:lnTo>
                  <a:pt x="3542" y="9130"/>
                </a:lnTo>
                <a:lnTo>
                  <a:pt x="4846" y="7574"/>
                </a:lnTo>
                <a:lnTo>
                  <a:pt x="6749" y="5400"/>
                </a:lnTo>
                <a:lnTo>
                  <a:pt x="8004" y="3874"/>
                </a:lnTo>
                <a:lnTo>
                  <a:pt x="9269" y="2340"/>
                </a:lnTo>
                <a:lnTo>
                  <a:pt x="10548" y="785"/>
                </a:lnTo>
                <a:lnTo>
                  <a:pt x="11820" y="526"/>
                </a:lnTo>
                <a:lnTo>
                  <a:pt x="13102" y="266"/>
                </a:lnTo>
                <a:lnTo>
                  <a:pt x="14400" y="0"/>
                </a:lnTo>
                <a:close/>
              </a:path>
            </a:pathLst>
          </a:custGeom>
          <a:solidFill>
            <a:srgbClr val="E5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899" name="contour_14897"/>
          <p:cNvSpPr/>
          <p:nvPr/>
        </p:nvSpPr>
        <p:spPr>
          <a:xfrm>
            <a:off x="11146426" y="494125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544" y="19436"/>
                </a:lnTo>
                <a:lnTo>
                  <a:pt x="3089" y="17271"/>
                </a:lnTo>
                <a:lnTo>
                  <a:pt x="4644" y="15111"/>
                </a:lnTo>
                <a:lnTo>
                  <a:pt x="6205" y="12956"/>
                </a:lnTo>
                <a:lnTo>
                  <a:pt x="7765" y="10800"/>
                </a:lnTo>
                <a:lnTo>
                  <a:pt x="9207" y="8791"/>
                </a:lnTo>
                <a:lnTo>
                  <a:pt x="10654" y="6774"/>
                </a:lnTo>
                <a:lnTo>
                  <a:pt x="12128" y="4726"/>
                </a:lnTo>
                <a:lnTo>
                  <a:pt x="14148" y="2380"/>
                </a:lnTo>
                <a:lnTo>
                  <a:pt x="16200" y="0"/>
                </a:lnTo>
                <a:close/>
              </a:path>
            </a:pathLst>
          </a:custGeom>
          <a:solidFill>
            <a:srgbClr val="A09E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0" name="contour_14898"/>
          <p:cNvSpPr/>
          <p:nvPr/>
        </p:nvSpPr>
        <p:spPr>
          <a:xfrm>
            <a:off x="7254638" y="4941258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64" y="1372"/>
                </a:lnTo>
                <a:lnTo>
                  <a:pt x="10838" y="2387"/>
                </a:lnTo>
                <a:lnTo>
                  <a:pt x="14099" y="3137"/>
                </a:lnTo>
                <a:lnTo>
                  <a:pt x="16427" y="3721"/>
                </a:lnTo>
                <a:lnTo>
                  <a:pt x="18203" y="4228"/>
                </a:lnTo>
                <a:lnTo>
                  <a:pt x="19802" y="4757"/>
                </a:lnTo>
                <a:lnTo>
                  <a:pt x="21600" y="5400"/>
                </a:lnTo>
                <a:lnTo>
                  <a:pt x="21600" y="7185"/>
                </a:lnTo>
                <a:lnTo>
                  <a:pt x="21600" y="8980"/>
                </a:lnTo>
                <a:lnTo>
                  <a:pt x="21600" y="10800"/>
                </a:lnTo>
                <a:lnTo>
                  <a:pt x="19035" y="10579"/>
                </a:lnTo>
                <a:lnTo>
                  <a:pt x="16454" y="10352"/>
                </a:lnTo>
                <a:lnTo>
                  <a:pt x="13835" y="10125"/>
                </a:lnTo>
                <a:lnTo>
                  <a:pt x="12598" y="10225"/>
                </a:lnTo>
                <a:lnTo>
                  <a:pt x="10411" y="10398"/>
                </a:lnTo>
                <a:lnTo>
                  <a:pt x="5400" y="10800"/>
                </a:lnTo>
                <a:lnTo>
                  <a:pt x="3904" y="12571"/>
                </a:lnTo>
                <a:lnTo>
                  <a:pt x="2765" y="14313"/>
                </a:lnTo>
                <a:lnTo>
                  <a:pt x="1890" y="16054"/>
                </a:lnTo>
                <a:lnTo>
                  <a:pt x="1199" y="17828"/>
                </a:lnTo>
                <a:lnTo>
                  <a:pt x="594" y="19664"/>
                </a:lnTo>
                <a:lnTo>
                  <a:pt x="0" y="21600"/>
                </a:lnTo>
                <a:lnTo>
                  <a:pt x="0" y="19818"/>
                </a:lnTo>
                <a:lnTo>
                  <a:pt x="0" y="18036"/>
                </a:lnTo>
                <a:lnTo>
                  <a:pt x="0" y="16251"/>
                </a:lnTo>
                <a:lnTo>
                  <a:pt x="0" y="14464"/>
                </a:lnTo>
                <a:lnTo>
                  <a:pt x="0" y="12674"/>
                </a:lnTo>
                <a:lnTo>
                  <a:pt x="0" y="10881"/>
                </a:lnTo>
                <a:lnTo>
                  <a:pt x="0" y="9083"/>
                </a:lnTo>
                <a:lnTo>
                  <a:pt x="0" y="7279"/>
                </a:lnTo>
                <a:lnTo>
                  <a:pt x="0" y="5470"/>
                </a:lnTo>
                <a:lnTo>
                  <a:pt x="0" y="3656"/>
                </a:lnTo>
                <a:lnTo>
                  <a:pt x="0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C7E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1" name="contour_14899"/>
          <p:cNvSpPr/>
          <p:nvPr/>
        </p:nvSpPr>
        <p:spPr>
          <a:xfrm>
            <a:off x="10971514" y="492668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96" y="1015"/>
                </a:lnTo>
                <a:lnTo>
                  <a:pt x="3925" y="1804"/>
                </a:lnTo>
                <a:lnTo>
                  <a:pt x="5332" y="2624"/>
                </a:lnTo>
                <a:lnTo>
                  <a:pt x="6961" y="3737"/>
                </a:lnTo>
                <a:lnTo>
                  <a:pt x="9257" y="5400"/>
                </a:lnTo>
                <a:lnTo>
                  <a:pt x="9257" y="8969"/>
                </a:lnTo>
                <a:lnTo>
                  <a:pt x="9257" y="12560"/>
                </a:lnTo>
                <a:lnTo>
                  <a:pt x="9257" y="16200"/>
                </a:lnTo>
                <a:lnTo>
                  <a:pt x="11284" y="17815"/>
                </a:lnTo>
                <a:lnTo>
                  <a:pt x="12886" y="18689"/>
                </a:lnTo>
                <a:lnTo>
                  <a:pt x="15429" y="19575"/>
                </a:lnTo>
                <a:lnTo>
                  <a:pt x="17468" y="20245"/>
                </a:lnTo>
                <a:lnTo>
                  <a:pt x="19520" y="20914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496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2" name="contour_14900"/>
          <p:cNvSpPr/>
          <p:nvPr/>
        </p:nvSpPr>
        <p:spPr>
          <a:xfrm>
            <a:off x="5286881" y="4948546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956" y="1527"/>
                </a:lnTo>
                <a:lnTo>
                  <a:pt x="18490" y="3061"/>
                </a:lnTo>
                <a:lnTo>
                  <a:pt x="20036" y="4607"/>
                </a:lnTo>
                <a:lnTo>
                  <a:pt x="21600" y="6171"/>
                </a:lnTo>
                <a:lnTo>
                  <a:pt x="20134" y="7572"/>
                </a:lnTo>
                <a:lnTo>
                  <a:pt x="18659" y="8986"/>
                </a:lnTo>
                <a:lnTo>
                  <a:pt x="17163" y="10414"/>
                </a:lnTo>
                <a:lnTo>
                  <a:pt x="15716" y="11886"/>
                </a:lnTo>
                <a:lnTo>
                  <a:pt x="14379" y="13336"/>
                </a:lnTo>
                <a:lnTo>
                  <a:pt x="13148" y="14805"/>
                </a:lnTo>
                <a:lnTo>
                  <a:pt x="12022" y="16330"/>
                </a:lnTo>
                <a:lnTo>
                  <a:pt x="11001" y="17947"/>
                </a:lnTo>
                <a:lnTo>
                  <a:pt x="10078" y="19690"/>
                </a:lnTo>
                <a:lnTo>
                  <a:pt x="9257" y="21600"/>
                </a:lnTo>
                <a:lnTo>
                  <a:pt x="7730" y="20073"/>
                </a:lnTo>
                <a:lnTo>
                  <a:pt x="6199" y="18542"/>
                </a:lnTo>
                <a:lnTo>
                  <a:pt x="4663" y="17005"/>
                </a:lnTo>
                <a:lnTo>
                  <a:pt x="3120" y="15463"/>
                </a:lnTo>
                <a:lnTo>
                  <a:pt x="1568" y="13910"/>
                </a:lnTo>
                <a:lnTo>
                  <a:pt x="0" y="12343"/>
                </a:lnTo>
                <a:lnTo>
                  <a:pt x="879" y="12201"/>
                </a:lnTo>
                <a:lnTo>
                  <a:pt x="2432" y="11951"/>
                </a:lnTo>
                <a:lnTo>
                  <a:pt x="5980" y="11380"/>
                </a:lnTo>
                <a:lnTo>
                  <a:pt x="7998" y="10886"/>
                </a:lnTo>
                <a:lnTo>
                  <a:pt x="9331" y="10501"/>
                </a:lnTo>
                <a:lnTo>
                  <a:pt x="10581" y="10022"/>
                </a:lnTo>
                <a:lnTo>
                  <a:pt x="12343" y="9257"/>
                </a:lnTo>
                <a:lnTo>
                  <a:pt x="13478" y="6869"/>
                </a:lnTo>
                <a:lnTo>
                  <a:pt x="14207" y="5193"/>
                </a:lnTo>
                <a:lnTo>
                  <a:pt x="14676" y="3786"/>
                </a:lnTo>
                <a:lnTo>
                  <a:pt x="15034" y="2203"/>
                </a:lnTo>
                <a:lnTo>
                  <a:pt x="15429" y="0"/>
                </a:lnTo>
                <a:close/>
              </a:path>
            </a:pathLst>
          </a:custGeom>
          <a:solidFill>
            <a:srgbClr val="E7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3" name="contour_14901"/>
          <p:cNvSpPr/>
          <p:nvPr/>
        </p:nvSpPr>
        <p:spPr>
          <a:xfrm>
            <a:off x="4849601" y="494125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20261" y="19818"/>
                </a:lnTo>
                <a:lnTo>
                  <a:pt x="18922" y="18029"/>
                </a:lnTo>
                <a:lnTo>
                  <a:pt x="17566" y="16225"/>
                </a:lnTo>
                <a:lnTo>
                  <a:pt x="16200" y="14400"/>
                </a:lnTo>
                <a:lnTo>
                  <a:pt x="12020" y="13291"/>
                </a:lnTo>
                <a:lnTo>
                  <a:pt x="9088" y="12550"/>
                </a:lnTo>
                <a:lnTo>
                  <a:pt x="6626" y="12002"/>
                </a:lnTo>
                <a:lnTo>
                  <a:pt x="3856" y="11477"/>
                </a:lnTo>
                <a:lnTo>
                  <a:pt x="0" y="10800"/>
                </a:lnTo>
                <a:lnTo>
                  <a:pt x="853" y="8122"/>
                </a:lnTo>
                <a:lnTo>
                  <a:pt x="1561" y="6221"/>
                </a:lnTo>
                <a:lnTo>
                  <a:pt x="2381" y="4579"/>
                </a:lnTo>
                <a:lnTo>
                  <a:pt x="3575" y="2678"/>
                </a:lnTo>
                <a:lnTo>
                  <a:pt x="5400" y="0"/>
                </a:lnTo>
                <a:close/>
              </a:path>
            </a:pathLst>
          </a:custGeom>
          <a:solidFill>
            <a:srgbClr val="6A60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4" name="contour_14902"/>
          <p:cNvSpPr/>
          <p:nvPr/>
        </p:nvSpPr>
        <p:spPr>
          <a:xfrm>
            <a:off x="4215546" y="492668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6606" y="18887"/>
                </a:lnTo>
                <a:lnTo>
                  <a:pt x="13094" y="19976"/>
                </a:lnTo>
                <a:lnTo>
                  <a:pt x="10593" y="20676"/>
                </a:lnTo>
                <a:lnTo>
                  <a:pt x="8614" y="21099"/>
                </a:lnTo>
                <a:lnTo>
                  <a:pt x="6683" y="21367"/>
                </a:lnTo>
                <a:lnTo>
                  <a:pt x="4320" y="21600"/>
                </a:lnTo>
                <a:lnTo>
                  <a:pt x="2428" y="19185"/>
                </a:lnTo>
                <a:lnTo>
                  <a:pt x="1348" y="17483"/>
                </a:lnTo>
                <a:lnTo>
                  <a:pt x="674" y="15677"/>
                </a:lnTo>
                <a:lnTo>
                  <a:pt x="0" y="12960"/>
                </a:lnTo>
                <a:lnTo>
                  <a:pt x="2856" y="12960"/>
                </a:lnTo>
                <a:lnTo>
                  <a:pt x="5728" y="12960"/>
                </a:lnTo>
                <a:lnTo>
                  <a:pt x="8640" y="12960"/>
                </a:lnTo>
                <a:lnTo>
                  <a:pt x="8640" y="10104"/>
                </a:lnTo>
                <a:lnTo>
                  <a:pt x="8640" y="7232"/>
                </a:lnTo>
                <a:lnTo>
                  <a:pt x="8640" y="4320"/>
                </a:lnTo>
                <a:lnTo>
                  <a:pt x="11206" y="2735"/>
                </a:lnTo>
                <a:lnTo>
                  <a:pt x="12960" y="1754"/>
                </a:lnTo>
                <a:lnTo>
                  <a:pt x="14714" y="981"/>
                </a:lnTo>
                <a:lnTo>
                  <a:pt x="17280" y="0"/>
                </a:lnTo>
                <a:close/>
              </a:path>
            </a:pathLst>
          </a:custGeom>
          <a:solidFill>
            <a:srgbClr val="2523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5" name="contour_14903"/>
          <p:cNvSpPr/>
          <p:nvPr/>
        </p:nvSpPr>
        <p:spPr>
          <a:xfrm>
            <a:off x="3902162" y="4933970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760" y="5410"/>
                </a:lnTo>
                <a:lnTo>
                  <a:pt x="18369" y="9400"/>
                </a:lnTo>
                <a:lnTo>
                  <a:pt x="17284" y="12330"/>
                </a:lnTo>
                <a:lnTo>
                  <a:pt x="16356" y="14557"/>
                </a:lnTo>
                <a:lnTo>
                  <a:pt x="15422" y="16453"/>
                </a:lnTo>
                <a:lnTo>
                  <a:pt x="14342" y="18370"/>
                </a:lnTo>
                <a:lnTo>
                  <a:pt x="12960" y="20670"/>
                </a:lnTo>
                <a:lnTo>
                  <a:pt x="9487" y="212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2424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6" name="contour_14904"/>
          <p:cNvSpPr/>
          <p:nvPr/>
        </p:nvSpPr>
        <p:spPr>
          <a:xfrm>
            <a:off x="1854237" y="4926828"/>
            <a:ext cx="51016" cy="29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3414" y="1004"/>
                </a:lnTo>
                <a:lnTo>
                  <a:pt x="15796" y="1769"/>
                </a:lnTo>
                <a:lnTo>
                  <a:pt x="17484" y="2431"/>
                </a:lnTo>
                <a:lnTo>
                  <a:pt x="18798" y="3148"/>
                </a:lnTo>
                <a:lnTo>
                  <a:pt x="20063" y="4059"/>
                </a:lnTo>
                <a:lnTo>
                  <a:pt x="21600" y="5319"/>
                </a:lnTo>
                <a:lnTo>
                  <a:pt x="21600" y="8901"/>
                </a:lnTo>
                <a:lnTo>
                  <a:pt x="21600" y="12510"/>
                </a:lnTo>
                <a:lnTo>
                  <a:pt x="21600" y="16173"/>
                </a:lnTo>
                <a:lnTo>
                  <a:pt x="19752" y="17573"/>
                </a:lnTo>
                <a:lnTo>
                  <a:pt x="17882" y="18724"/>
                </a:lnTo>
                <a:lnTo>
                  <a:pt x="15987" y="19646"/>
                </a:lnTo>
                <a:lnTo>
                  <a:pt x="14071" y="20363"/>
                </a:lnTo>
                <a:lnTo>
                  <a:pt x="12133" y="20894"/>
                </a:lnTo>
                <a:lnTo>
                  <a:pt x="10171" y="21264"/>
                </a:lnTo>
                <a:lnTo>
                  <a:pt x="8183" y="21491"/>
                </a:lnTo>
                <a:lnTo>
                  <a:pt x="6171" y="21600"/>
                </a:lnTo>
                <a:lnTo>
                  <a:pt x="3795" y="18566"/>
                </a:lnTo>
                <a:lnTo>
                  <a:pt x="2361" y="16428"/>
                </a:lnTo>
                <a:lnTo>
                  <a:pt x="1290" y="14159"/>
                </a:lnTo>
                <a:lnTo>
                  <a:pt x="0" y="10746"/>
                </a:lnTo>
                <a:lnTo>
                  <a:pt x="1358" y="7262"/>
                </a:lnTo>
                <a:lnTo>
                  <a:pt x="2672" y="4499"/>
                </a:lnTo>
                <a:lnTo>
                  <a:pt x="4070" y="2426"/>
                </a:lnTo>
                <a:lnTo>
                  <a:pt x="5678" y="1004"/>
                </a:lnTo>
                <a:lnTo>
                  <a:pt x="7619" y="206"/>
                </a:lnTo>
                <a:lnTo>
                  <a:pt x="10016" y="0"/>
                </a:lnTo>
                <a:close/>
              </a:path>
            </a:pathLst>
          </a:custGeom>
          <a:solidFill>
            <a:srgbClr val="E5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7" name="contour_14905"/>
          <p:cNvSpPr/>
          <p:nvPr/>
        </p:nvSpPr>
        <p:spPr>
          <a:xfrm>
            <a:off x="1969912" y="4898106"/>
            <a:ext cx="37373" cy="35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043"/>
                </a:moveTo>
                <a:lnTo>
                  <a:pt x="20172" y="6250"/>
                </a:lnTo>
                <a:lnTo>
                  <a:pt x="18727" y="8450"/>
                </a:lnTo>
                <a:lnTo>
                  <a:pt x="17274" y="10640"/>
                </a:lnTo>
                <a:lnTo>
                  <a:pt x="15808" y="12821"/>
                </a:lnTo>
                <a:lnTo>
                  <a:pt x="14995" y="14050"/>
                </a:lnTo>
                <a:lnTo>
                  <a:pt x="12552" y="17759"/>
                </a:lnTo>
                <a:lnTo>
                  <a:pt x="11659" y="18712"/>
                </a:lnTo>
                <a:lnTo>
                  <a:pt x="8963" y="21600"/>
                </a:lnTo>
                <a:lnTo>
                  <a:pt x="6179" y="21600"/>
                </a:lnTo>
                <a:lnTo>
                  <a:pt x="3378" y="21600"/>
                </a:lnTo>
                <a:lnTo>
                  <a:pt x="539" y="21600"/>
                </a:lnTo>
                <a:lnTo>
                  <a:pt x="240" y="16680"/>
                </a:lnTo>
                <a:lnTo>
                  <a:pt x="59" y="13208"/>
                </a:lnTo>
                <a:lnTo>
                  <a:pt x="0" y="10692"/>
                </a:lnTo>
                <a:lnTo>
                  <a:pt x="59" y="8656"/>
                </a:lnTo>
                <a:lnTo>
                  <a:pt x="240" y="6602"/>
                </a:lnTo>
                <a:lnTo>
                  <a:pt x="539" y="4043"/>
                </a:lnTo>
                <a:lnTo>
                  <a:pt x="3416" y="1642"/>
                </a:lnTo>
                <a:lnTo>
                  <a:pt x="6268" y="360"/>
                </a:lnTo>
                <a:lnTo>
                  <a:pt x="9136" y="0"/>
                </a:lnTo>
                <a:lnTo>
                  <a:pt x="12064" y="382"/>
                </a:lnTo>
                <a:lnTo>
                  <a:pt x="15092" y="1308"/>
                </a:lnTo>
                <a:lnTo>
                  <a:pt x="18256" y="2594"/>
                </a:lnTo>
                <a:lnTo>
                  <a:pt x="21600" y="4043"/>
                </a:lnTo>
                <a:close/>
              </a:path>
            </a:pathLst>
          </a:custGeom>
          <a:solidFill>
            <a:srgbClr val="E9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8" name="contour_14906"/>
          <p:cNvSpPr/>
          <p:nvPr/>
        </p:nvSpPr>
        <p:spPr>
          <a:xfrm>
            <a:off x="7699206" y="487566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943"/>
                </a:lnTo>
                <a:lnTo>
                  <a:pt x="16448" y="1631"/>
                </a:lnTo>
                <a:lnTo>
                  <a:pt x="18581" y="2405"/>
                </a:lnTo>
                <a:lnTo>
                  <a:pt x="21600" y="3600"/>
                </a:lnTo>
                <a:lnTo>
                  <a:pt x="20450" y="5857"/>
                </a:lnTo>
                <a:lnTo>
                  <a:pt x="19278" y="8111"/>
                </a:lnTo>
                <a:lnTo>
                  <a:pt x="18085" y="10357"/>
                </a:lnTo>
                <a:lnTo>
                  <a:pt x="16875" y="12600"/>
                </a:lnTo>
                <a:lnTo>
                  <a:pt x="16486" y="13345"/>
                </a:lnTo>
                <a:lnTo>
                  <a:pt x="15795" y="14656"/>
                </a:lnTo>
                <a:lnTo>
                  <a:pt x="14218" y="17662"/>
                </a:lnTo>
                <a:lnTo>
                  <a:pt x="12523" y="19616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78" y="19404"/>
                </a:lnTo>
                <a:lnTo>
                  <a:pt x="1166" y="17212"/>
                </a:lnTo>
                <a:lnTo>
                  <a:pt x="1760" y="15016"/>
                </a:lnTo>
                <a:lnTo>
                  <a:pt x="2365" y="12823"/>
                </a:lnTo>
                <a:lnTo>
                  <a:pt x="3024" y="10375"/>
                </a:lnTo>
                <a:lnTo>
                  <a:pt x="3694" y="7888"/>
                </a:lnTo>
                <a:lnTo>
                  <a:pt x="4763" y="5353"/>
                </a:lnTo>
                <a:lnTo>
                  <a:pt x="5859" y="3686"/>
                </a:lnTo>
                <a:lnTo>
                  <a:pt x="7652" y="2149"/>
                </a:lnTo>
                <a:lnTo>
                  <a:pt x="10800" y="0"/>
                </a:lnTo>
                <a:close/>
              </a:path>
            </a:pathLst>
          </a:custGeom>
          <a:solidFill>
            <a:srgbClr val="6E6D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09" name="contour_14907"/>
          <p:cNvSpPr/>
          <p:nvPr/>
        </p:nvSpPr>
        <p:spPr>
          <a:xfrm>
            <a:off x="8668509" y="488295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89" y="1156"/>
                </a:lnTo>
                <a:lnTo>
                  <a:pt x="8653" y="2327"/>
                </a:lnTo>
                <a:lnTo>
                  <a:pt x="10809" y="3521"/>
                </a:lnTo>
                <a:lnTo>
                  <a:pt x="12960" y="4725"/>
                </a:lnTo>
                <a:lnTo>
                  <a:pt x="15371" y="6043"/>
                </a:lnTo>
                <a:lnTo>
                  <a:pt x="17820" y="7382"/>
                </a:lnTo>
                <a:lnTo>
                  <a:pt x="1969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C5B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0" name="contour_14908"/>
          <p:cNvSpPr/>
          <p:nvPr/>
        </p:nvSpPr>
        <p:spPr>
          <a:xfrm>
            <a:off x="6584143" y="4882954"/>
            <a:ext cx="3720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93" y="0"/>
                </a:moveTo>
                <a:lnTo>
                  <a:pt x="15207" y="674"/>
                </a:lnTo>
                <a:lnTo>
                  <a:pt x="16925" y="1348"/>
                </a:lnTo>
                <a:lnTo>
                  <a:pt x="18642" y="2428"/>
                </a:lnTo>
                <a:lnTo>
                  <a:pt x="21156" y="4320"/>
                </a:lnTo>
                <a:lnTo>
                  <a:pt x="21465" y="7240"/>
                </a:lnTo>
                <a:lnTo>
                  <a:pt x="21600" y="10096"/>
                </a:lnTo>
                <a:lnTo>
                  <a:pt x="21600" y="12925"/>
                </a:lnTo>
                <a:lnTo>
                  <a:pt x="21503" y="15759"/>
                </a:lnTo>
                <a:lnTo>
                  <a:pt x="21346" y="18636"/>
                </a:lnTo>
                <a:lnTo>
                  <a:pt x="21156" y="21600"/>
                </a:lnTo>
                <a:lnTo>
                  <a:pt x="15820" y="20537"/>
                </a:lnTo>
                <a:lnTo>
                  <a:pt x="11763" y="19669"/>
                </a:lnTo>
                <a:lnTo>
                  <a:pt x="8746" y="18887"/>
                </a:lnTo>
                <a:lnTo>
                  <a:pt x="6537" y="18096"/>
                </a:lnTo>
                <a:lnTo>
                  <a:pt x="4900" y="17185"/>
                </a:lnTo>
                <a:lnTo>
                  <a:pt x="3596" y="16049"/>
                </a:lnTo>
                <a:lnTo>
                  <a:pt x="2395" y="14584"/>
                </a:lnTo>
                <a:lnTo>
                  <a:pt x="1058" y="12692"/>
                </a:lnTo>
                <a:lnTo>
                  <a:pt x="533" y="10679"/>
                </a:lnTo>
                <a:lnTo>
                  <a:pt x="0" y="8640"/>
                </a:lnTo>
                <a:lnTo>
                  <a:pt x="2513" y="8640"/>
                </a:lnTo>
                <a:lnTo>
                  <a:pt x="5035" y="8640"/>
                </a:lnTo>
                <a:lnTo>
                  <a:pt x="7565" y="8640"/>
                </a:lnTo>
                <a:lnTo>
                  <a:pt x="10117" y="8640"/>
                </a:lnTo>
                <a:lnTo>
                  <a:pt x="12693" y="8640"/>
                </a:lnTo>
                <a:lnTo>
                  <a:pt x="12693" y="5784"/>
                </a:lnTo>
                <a:lnTo>
                  <a:pt x="12693" y="2912"/>
                </a:lnTo>
                <a:lnTo>
                  <a:pt x="12693" y="0"/>
                </a:lnTo>
                <a:close/>
              </a:path>
            </a:pathLst>
          </a:custGeom>
          <a:solidFill>
            <a:srgbClr val="8831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1" name="contour_14909"/>
          <p:cNvSpPr/>
          <p:nvPr/>
        </p:nvSpPr>
        <p:spPr>
          <a:xfrm>
            <a:off x="2072876" y="4875666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F8E7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2" name="contour_14910"/>
          <p:cNvSpPr/>
          <p:nvPr/>
        </p:nvSpPr>
        <p:spPr>
          <a:xfrm>
            <a:off x="8865284" y="4861090"/>
            <a:ext cx="289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93" y="0"/>
                </a:moveTo>
                <a:lnTo>
                  <a:pt x="14596" y="2865"/>
                </a:lnTo>
                <a:lnTo>
                  <a:pt x="17374" y="5084"/>
                </a:lnTo>
                <a:lnTo>
                  <a:pt x="19340" y="6817"/>
                </a:lnTo>
                <a:lnTo>
                  <a:pt x="20614" y="8230"/>
                </a:lnTo>
                <a:lnTo>
                  <a:pt x="21328" y="9482"/>
                </a:lnTo>
                <a:lnTo>
                  <a:pt x="21600" y="10738"/>
                </a:lnTo>
                <a:lnTo>
                  <a:pt x="21546" y="12163"/>
                </a:lnTo>
                <a:lnTo>
                  <a:pt x="21295" y="13921"/>
                </a:lnTo>
                <a:lnTo>
                  <a:pt x="20511" y="15401"/>
                </a:lnTo>
                <a:lnTo>
                  <a:pt x="19863" y="16540"/>
                </a:lnTo>
                <a:lnTo>
                  <a:pt x="19106" y="17707"/>
                </a:lnTo>
                <a:lnTo>
                  <a:pt x="18011" y="19270"/>
                </a:lnTo>
                <a:lnTo>
                  <a:pt x="16339" y="21600"/>
                </a:lnTo>
                <a:lnTo>
                  <a:pt x="14988" y="20263"/>
                </a:lnTo>
                <a:lnTo>
                  <a:pt x="13638" y="18922"/>
                </a:lnTo>
                <a:lnTo>
                  <a:pt x="12270" y="17569"/>
                </a:lnTo>
                <a:lnTo>
                  <a:pt x="10893" y="16200"/>
                </a:lnTo>
                <a:lnTo>
                  <a:pt x="8197" y="17537"/>
                </a:lnTo>
                <a:lnTo>
                  <a:pt x="5484" y="18878"/>
                </a:lnTo>
                <a:lnTo>
                  <a:pt x="2761" y="20231"/>
                </a:lnTo>
                <a:lnTo>
                  <a:pt x="0" y="21600"/>
                </a:lnTo>
                <a:lnTo>
                  <a:pt x="0" y="19818"/>
                </a:lnTo>
                <a:lnTo>
                  <a:pt x="0" y="18033"/>
                </a:lnTo>
                <a:lnTo>
                  <a:pt x="0" y="16240"/>
                </a:lnTo>
                <a:lnTo>
                  <a:pt x="0" y="14440"/>
                </a:lnTo>
                <a:lnTo>
                  <a:pt x="0" y="12628"/>
                </a:lnTo>
                <a:lnTo>
                  <a:pt x="0" y="10800"/>
                </a:lnTo>
                <a:lnTo>
                  <a:pt x="3600" y="10800"/>
                </a:lnTo>
                <a:lnTo>
                  <a:pt x="7222" y="10800"/>
                </a:lnTo>
                <a:lnTo>
                  <a:pt x="10893" y="10800"/>
                </a:lnTo>
                <a:lnTo>
                  <a:pt x="10893" y="9018"/>
                </a:lnTo>
                <a:lnTo>
                  <a:pt x="10893" y="7233"/>
                </a:lnTo>
                <a:lnTo>
                  <a:pt x="10893" y="5440"/>
                </a:lnTo>
                <a:lnTo>
                  <a:pt x="10893" y="3640"/>
                </a:lnTo>
                <a:lnTo>
                  <a:pt x="10893" y="1828"/>
                </a:lnTo>
                <a:lnTo>
                  <a:pt x="10893" y="0"/>
                </a:lnTo>
                <a:close/>
              </a:path>
            </a:pathLst>
          </a:custGeom>
          <a:solidFill>
            <a:srgbClr val="CCD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3" name="contour_14911"/>
          <p:cNvSpPr/>
          <p:nvPr/>
        </p:nvSpPr>
        <p:spPr>
          <a:xfrm>
            <a:off x="4375882" y="4874027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047" y="4801"/>
                </a:lnTo>
                <a:lnTo>
                  <a:pt x="20546" y="7423"/>
                </a:lnTo>
                <a:lnTo>
                  <a:pt x="19889" y="9755"/>
                </a:lnTo>
                <a:lnTo>
                  <a:pt x="18870" y="12531"/>
                </a:lnTo>
                <a:lnTo>
                  <a:pt x="17280" y="16488"/>
                </a:lnTo>
                <a:lnTo>
                  <a:pt x="14429" y="17832"/>
                </a:lnTo>
                <a:lnTo>
                  <a:pt x="11629" y="18885"/>
                </a:lnTo>
                <a:lnTo>
                  <a:pt x="8843" y="19724"/>
                </a:lnTo>
                <a:lnTo>
                  <a:pt x="6005" y="20409"/>
                </a:lnTo>
                <a:lnTo>
                  <a:pt x="3076" y="21012"/>
                </a:lnTo>
                <a:lnTo>
                  <a:pt x="0" y="21600"/>
                </a:lnTo>
                <a:lnTo>
                  <a:pt x="302" y="17980"/>
                </a:lnTo>
                <a:lnTo>
                  <a:pt x="696" y="14478"/>
                </a:lnTo>
                <a:lnTo>
                  <a:pt x="1231" y="11063"/>
                </a:lnTo>
                <a:lnTo>
                  <a:pt x="1974" y="7720"/>
                </a:lnTo>
                <a:lnTo>
                  <a:pt x="2985" y="4427"/>
                </a:lnTo>
                <a:lnTo>
                  <a:pt x="4320" y="1150"/>
                </a:lnTo>
                <a:close/>
              </a:path>
            </a:pathLst>
          </a:custGeom>
          <a:solidFill>
            <a:srgbClr val="9B7E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4" name="contour_14912"/>
          <p:cNvSpPr/>
          <p:nvPr/>
        </p:nvSpPr>
        <p:spPr>
          <a:xfrm>
            <a:off x="4346730" y="486837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890"/>
                </a:lnTo>
                <a:lnTo>
                  <a:pt x="8584" y="1607"/>
                </a:lnTo>
                <a:lnTo>
                  <a:pt x="10441" y="2536"/>
                </a:lnTo>
                <a:lnTo>
                  <a:pt x="13228" y="4052"/>
                </a:lnTo>
                <a:lnTo>
                  <a:pt x="15582" y="5314"/>
                </a:lnTo>
                <a:lnTo>
                  <a:pt x="17971" y="6597"/>
                </a:lnTo>
                <a:lnTo>
                  <a:pt x="19773" y="7612"/>
                </a:lnTo>
                <a:lnTo>
                  <a:pt x="21600" y="8640"/>
                </a:lnTo>
                <a:lnTo>
                  <a:pt x="20745" y="11206"/>
                </a:lnTo>
                <a:lnTo>
                  <a:pt x="19885" y="13781"/>
                </a:lnTo>
                <a:lnTo>
                  <a:pt x="19025" y="16364"/>
                </a:lnTo>
                <a:lnTo>
                  <a:pt x="18157" y="18969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2856" y="17280"/>
                </a:lnTo>
                <a:lnTo>
                  <a:pt x="5728" y="17280"/>
                </a:lnTo>
                <a:lnTo>
                  <a:pt x="8640" y="17280"/>
                </a:lnTo>
                <a:lnTo>
                  <a:pt x="8640" y="14424"/>
                </a:lnTo>
                <a:lnTo>
                  <a:pt x="8640" y="11552"/>
                </a:lnTo>
                <a:lnTo>
                  <a:pt x="8640" y="8640"/>
                </a:lnTo>
                <a:lnTo>
                  <a:pt x="6074" y="7055"/>
                </a:lnTo>
                <a:lnTo>
                  <a:pt x="4320" y="6074"/>
                </a:lnTo>
                <a:lnTo>
                  <a:pt x="2566" y="5301"/>
                </a:lnTo>
                <a:lnTo>
                  <a:pt x="0" y="4320"/>
                </a:lnTo>
                <a:lnTo>
                  <a:pt x="2143" y="2177"/>
                </a:lnTo>
                <a:lnTo>
                  <a:pt x="4320" y="0"/>
                </a:lnTo>
                <a:close/>
              </a:path>
            </a:pathLst>
          </a:custGeom>
          <a:solidFill>
            <a:srgbClr val="CBB3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5" name="contour_14913"/>
          <p:cNvSpPr/>
          <p:nvPr/>
        </p:nvSpPr>
        <p:spPr>
          <a:xfrm>
            <a:off x="4222834" y="486109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814" y="354"/>
                </a:lnTo>
                <a:lnTo>
                  <a:pt x="18022" y="717"/>
                </a:lnTo>
                <a:lnTo>
                  <a:pt x="16200" y="1080"/>
                </a:lnTo>
                <a:lnTo>
                  <a:pt x="14414" y="2151"/>
                </a:lnTo>
                <a:lnTo>
                  <a:pt x="12622" y="3227"/>
                </a:lnTo>
                <a:lnTo>
                  <a:pt x="10800" y="4320"/>
                </a:lnTo>
                <a:lnTo>
                  <a:pt x="10397" y="7279"/>
                </a:lnTo>
                <a:lnTo>
                  <a:pt x="10217" y="10113"/>
                </a:lnTo>
                <a:lnTo>
                  <a:pt x="10213" y="12887"/>
                </a:lnTo>
                <a:lnTo>
                  <a:pt x="10339" y="15677"/>
                </a:lnTo>
                <a:lnTo>
                  <a:pt x="10552" y="18559"/>
                </a:lnTo>
                <a:lnTo>
                  <a:pt x="10800" y="21600"/>
                </a:lnTo>
                <a:lnTo>
                  <a:pt x="8420" y="21600"/>
                </a:lnTo>
                <a:lnTo>
                  <a:pt x="6026" y="21600"/>
                </a:lnTo>
                <a:lnTo>
                  <a:pt x="3600" y="21600"/>
                </a:lnTo>
                <a:lnTo>
                  <a:pt x="2848" y="18960"/>
                </a:lnTo>
                <a:lnTo>
                  <a:pt x="2232" y="16308"/>
                </a:lnTo>
                <a:lnTo>
                  <a:pt x="1732" y="13647"/>
                </a:lnTo>
                <a:lnTo>
                  <a:pt x="1318" y="10964"/>
                </a:lnTo>
                <a:lnTo>
                  <a:pt x="965" y="8260"/>
                </a:lnTo>
                <a:lnTo>
                  <a:pt x="644" y="5534"/>
                </a:lnTo>
                <a:lnTo>
                  <a:pt x="331" y="2782"/>
                </a:lnTo>
                <a:lnTo>
                  <a:pt x="0" y="0"/>
                </a:lnTo>
                <a:close/>
              </a:path>
            </a:pathLst>
          </a:custGeom>
          <a:solidFill>
            <a:srgbClr val="B1A1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6" name="contour_14914"/>
          <p:cNvSpPr/>
          <p:nvPr/>
        </p:nvSpPr>
        <p:spPr>
          <a:xfrm>
            <a:off x="11233882" y="483922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457"/>
                </a:lnTo>
                <a:lnTo>
                  <a:pt x="2684" y="896"/>
                </a:lnTo>
                <a:lnTo>
                  <a:pt x="4320" y="1440"/>
                </a:lnTo>
                <a:lnTo>
                  <a:pt x="6647" y="2218"/>
                </a:lnTo>
                <a:lnTo>
                  <a:pt x="10055" y="3352"/>
                </a:lnTo>
                <a:lnTo>
                  <a:pt x="14909" y="4972"/>
                </a:lnTo>
                <a:lnTo>
                  <a:pt x="21600" y="7200"/>
                </a:lnTo>
                <a:lnTo>
                  <a:pt x="20072" y="9238"/>
                </a:lnTo>
                <a:lnTo>
                  <a:pt x="18544" y="11275"/>
                </a:lnTo>
                <a:lnTo>
                  <a:pt x="17010" y="13320"/>
                </a:lnTo>
                <a:lnTo>
                  <a:pt x="15471" y="15372"/>
                </a:lnTo>
                <a:lnTo>
                  <a:pt x="13921" y="17435"/>
                </a:lnTo>
                <a:lnTo>
                  <a:pt x="12366" y="19508"/>
                </a:lnTo>
                <a:lnTo>
                  <a:pt x="10800" y="21600"/>
                </a:lnTo>
                <a:lnTo>
                  <a:pt x="10800" y="19220"/>
                </a:lnTo>
                <a:lnTo>
                  <a:pt x="10800" y="16826"/>
                </a:lnTo>
                <a:lnTo>
                  <a:pt x="10800" y="14400"/>
                </a:lnTo>
                <a:lnTo>
                  <a:pt x="7231" y="14400"/>
                </a:lnTo>
                <a:lnTo>
                  <a:pt x="3640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9393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7" name="contour_14915"/>
          <p:cNvSpPr/>
          <p:nvPr/>
        </p:nvSpPr>
        <p:spPr>
          <a:xfrm>
            <a:off x="4434995" y="4846514"/>
            <a:ext cx="4291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64" y="0"/>
                </a:moveTo>
                <a:lnTo>
                  <a:pt x="16080" y="1527"/>
                </a:lnTo>
                <a:lnTo>
                  <a:pt x="17903" y="3061"/>
                </a:lnTo>
                <a:lnTo>
                  <a:pt x="19740" y="4607"/>
                </a:lnTo>
                <a:lnTo>
                  <a:pt x="21600" y="6171"/>
                </a:lnTo>
                <a:lnTo>
                  <a:pt x="19784" y="7699"/>
                </a:lnTo>
                <a:lnTo>
                  <a:pt x="17969" y="9226"/>
                </a:lnTo>
                <a:lnTo>
                  <a:pt x="16150" y="10757"/>
                </a:lnTo>
                <a:lnTo>
                  <a:pt x="14327" y="12290"/>
                </a:lnTo>
                <a:lnTo>
                  <a:pt x="12500" y="13827"/>
                </a:lnTo>
                <a:lnTo>
                  <a:pt x="10666" y="15370"/>
                </a:lnTo>
                <a:lnTo>
                  <a:pt x="8829" y="16916"/>
                </a:lnTo>
                <a:lnTo>
                  <a:pt x="6980" y="18471"/>
                </a:lnTo>
                <a:lnTo>
                  <a:pt x="5128" y="20029"/>
                </a:lnTo>
                <a:lnTo>
                  <a:pt x="3261" y="21600"/>
                </a:lnTo>
                <a:lnTo>
                  <a:pt x="1720" y="17684"/>
                </a:lnTo>
                <a:lnTo>
                  <a:pt x="715" y="14950"/>
                </a:lnTo>
                <a:lnTo>
                  <a:pt x="165" y="13040"/>
                </a:lnTo>
                <a:lnTo>
                  <a:pt x="0" y="11599"/>
                </a:lnTo>
                <a:lnTo>
                  <a:pt x="139" y="10263"/>
                </a:lnTo>
                <a:lnTo>
                  <a:pt x="510" y="8677"/>
                </a:lnTo>
                <a:lnTo>
                  <a:pt x="2190" y="7224"/>
                </a:lnTo>
                <a:lnTo>
                  <a:pt x="3631" y="6437"/>
                </a:lnTo>
                <a:lnTo>
                  <a:pt x="5634" y="6048"/>
                </a:lnTo>
                <a:lnTo>
                  <a:pt x="8990" y="5786"/>
                </a:lnTo>
                <a:lnTo>
                  <a:pt x="9767" y="5844"/>
                </a:lnTo>
                <a:lnTo>
                  <a:pt x="11136" y="5943"/>
                </a:lnTo>
                <a:lnTo>
                  <a:pt x="14264" y="6171"/>
                </a:lnTo>
                <a:lnTo>
                  <a:pt x="14264" y="4132"/>
                </a:lnTo>
                <a:lnTo>
                  <a:pt x="14264" y="2080"/>
                </a:lnTo>
                <a:lnTo>
                  <a:pt x="14264" y="0"/>
                </a:lnTo>
                <a:close/>
              </a:path>
            </a:pathLst>
          </a:custGeom>
          <a:solidFill>
            <a:srgbClr val="DCB6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8" name="contour_14916"/>
          <p:cNvSpPr/>
          <p:nvPr/>
        </p:nvSpPr>
        <p:spPr>
          <a:xfrm>
            <a:off x="4368594" y="4852381"/>
            <a:ext cx="43728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18"/>
                </a:moveTo>
                <a:lnTo>
                  <a:pt x="2192" y="1061"/>
                </a:lnTo>
                <a:lnTo>
                  <a:pt x="4388" y="838"/>
                </a:lnTo>
                <a:lnTo>
                  <a:pt x="6581" y="642"/>
                </a:lnTo>
                <a:lnTo>
                  <a:pt x="8777" y="473"/>
                </a:lnTo>
                <a:lnTo>
                  <a:pt x="11225" y="237"/>
                </a:lnTo>
                <a:lnTo>
                  <a:pt x="13712" y="0"/>
                </a:lnTo>
                <a:lnTo>
                  <a:pt x="15840" y="656"/>
                </a:lnTo>
                <a:lnTo>
                  <a:pt x="18000" y="1318"/>
                </a:lnTo>
                <a:lnTo>
                  <a:pt x="18893" y="4665"/>
                </a:lnTo>
                <a:lnTo>
                  <a:pt x="19786" y="8025"/>
                </a:lnTo>
                <a:lnTo>
                  <a:pt x="20689" y="11412"/>
                </a:lnTo>
                <a:lnTo>
                  <a:pt x="21600" y="14839"/>
                </a:lnTo>
                <a:lnTo>
                  <a:pt x="19224" y="15583"/>
                </a:lnTo>
                <a:lnTo>
                  <a:pt x="16844" y="16327"/>
                </a:lnTo>
                <a:lnTo>
                  <a:pt x="14465" y="17070"/>
                </a:lnTo>
                <a:lnTo>
                  <a:pt x="12078" y="17821"/>
                </a:lnTo>
                <a:lnTo>
                  <a:pt x="9684" y="18571"/>
                </a:lnTo>
                <a:lnTo>
                  <a:pt x="7279" y="19322"/>
                </a:lnTo>
                <a:lnTo>
                  <a:pt x="4867" y="20079"/>
                </a:lnTo>
                <a:lnTo>
                  <a:pt x="2441" y="20836"/>
                </a:lnTo>
                <a:lnTo>
                  <a:pt x="0" y="21600"/>
                </a:lnTo>
                <a:lnTo>
                  <a:pt x="0" y="17584"/>
                </a:lnTo>
                <a:lnTo>
                  <a:pt x="0" y="13555"/>
                </a:lnTo>
                <a:lnTo>
                  <a:pt x="0" y="9512"/>
                </a:lnTo>
                <a:lnTo>
                  <a:pt x="0" y="5435"/>
                </a:lnTo>
                <a:lnTo>
                  <a:pt x="0" y="1318"/>
                </a:lnTo>
                <a:close/>
              </a:path>
            </a:pathLst>
          </a:custGeom>
          <a:solidFill>
            <a:srgbClr val="DFC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19" name="contour_14917"/>
          <p:cNvSpPr/>
          <p:nvPr/>
        </p:nvSpPr>
        <p:spPr>
          <a:xfrm>
            <a:off x="6372791" y="4846434"/>
            <a:ext cx="72880" cy="219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9"/>
                </a:moveTo>
                <a:lnTo>
                  <a:pt x="21600" y="4340"/>
                </a:lnTo>
                <a:lnTo>
                  <a:pt x="21600" y="8616"/>
                </a:lnTo>
                <a:lnTo>
                  <a:pt x="21600" y="12905"/>
                </a:lnTo>
                <a:lnTo>
                  <a:pt x="21600" y="17231"/>
                </a:lnTo>
                <a:lnTo>
                  <a:pt x="21600" y="21600"/>
                </a:lnTo>
                <a:lnTo>
                  <a:pt x="20174" y="21127"/>
                </a:lnTo>
                <a:lnTo>
                  <a:pt x="18749" y="20653"/>
                </a:lnTo>
                <a:lnTo>
                  <a:pt x="17321" y="20180"/>
                </a:lnTo>
                <a:lnTo>
                  <a:pt x="15893" y="19706"/>
                </a:lnTo>
                <a:lnTo>
                  <a:pt x="14463" y="19233"/>
                </a:lnTo>
                <a:lnTo>
                  <a:pt x="13033" y="18752"/>
                </a:lnTo>
                <a:lnTo>
                  <a:pt x="11599" y="18279"/>
                </a:lnTo>
                <a:lnTo>
                  <a:pt x="10163" y="17798"/>
                </a:lnTo>
                <a:lnTo>
                  <a:pt x="8722" y="17324"/>
                </a:lnTo>
                <a:lnTo>
                  <a:pt x="7279" y="16844"/>
                </a:lnTo>
                <a:lnTo>
                  <a:pt x="5834" y="16363"/>
                </a:lnTo>
                <a:lnTo>
                  <a:pt x="4383" y="15883"/>
                </a:lnTo>
                <a:lnTo>
                  <a:pt x="2927" y="15395"/>
                </a:lnTo>
                <a:lnTo>
                  <a:pt x="1467" y="14914"/>
                </a:lnTo>
                <a:lnTo>
                  <a:pt x="0" y="14426"/>
                </a:lnTo>
                <a:lnTo>
                  <a:pt x="0" y="10868"/>
                </a:lnTo>
                <a:lnTo>
                  <a:pt x="0" y="7253"/>
                </a:lnTo>
                <a:lnTo>
                  <a:pt x="1430" y="6528"/>
                </a:lnTo>
                <a:lnTo>
                  <a:pt x="2862" y="5811"/>
                </a:lnTo>
                <a:lnTo>
                  <a:pt x="4292" y="5093"/>
                </a:lnTo>
                <a:lnTo>
                  <a:pt x="5724" y="4376"/>
                </a:lnTo>
                <a:lnTo>
                  <a:pt x="7154" y="3666"/>
                </a:lnTo>
                <a:lnTo>
                  <a:pt x="8484" y="2999"/>
                </a:lnTo>
                <a:lnTo>
                  <a:pt x="9824" y="2324"/>
                </a:lnTo>
                <a:lnTo>
                  <a:pt x="11180" y="1650"/>
                </a:lnTo>
                <a:lnTo>
                  <a:pt x="12681" y="1105"/>
                </a:lnTo>
                <a:lnTo>
                  <a:pt x="14167" y="674"/>
                </a:lnTo>
                <a:lnTo>
                  <a:pt x="15645" y="352"/>
                </a:lnTo>
                <a:lnTo>
                  <a:pt x="17120" y="136"/>
                </a:lnTo>
                <a:lnTo>
                  <a:pt x="18600" y="22"/>
                </a:lnTo>
                <a:lnTo>
                  <a:pt x="20092" y="0"/>
                </a:lnTo>
                <a:lnTo>
                  <a:pt x="21600" y="79"/>
                </a:lnTo>
                <a:close/>
              </a:path>
            </a:pathLst>
          </a:custGeom>
          <a:solidFill>
            <a:srgbClr val="DAE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0" name="contour_14918"/>
          <p:cNvSpPr/>
          <p:nvPr/>
        </p:nvSpPr>
        <p:spPr>
          <a:xfrm>
            <a:off x="4754857" y="483922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0"/>
                </a:lnTo>
                <a:lnTo>
                  <a:pt x="6426" y="0"/>
                </a:lnTo>
                <a:lnTo>
                  <a:pt x="9655" y="0"/>
                </a:lnTo>
                <a:lnTo>
                  <a:pt x="12911" y="0"/>
                </a:lnTo>
                <a:lnTo>
                  <a:pt x="16200" y="0"/>
                </a:lnTo>
                <a:lnTo>
                  <a:pt x="16794" y="2376"/>
                </a:lnTo>
                <a:lnTo>
                  <a:pt x="17388" y="4756"/>
                </a:lnTo>
                <a:lnTo>
                  <a:pt x="17982" y="7135"/>
                </a:lnTo>
                <a:lnTo>
                  <a:pt x="18581" y="9522"/>
                </a:lnTo>
                <a:lnTo>
                  <a:pt x="19181" y="11916"/>
                </a:lnTo>
                <a:lnTo>
                  <a:pt x="19780" y="14321"/>
                </a:lnTo>
                <a:lnTo>
                  <a:pt x="20385" y="16733"/>
                </a:lnTo>
                <a:lnTo>
                  <a:pt x="20990" y="19159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9110" y="19246"/>
                </a:lnTo>
                <a:lnTo>
                  <a:pt x="7949" y="17507"/>
                </a:lnTo>
                <a:lnTo>
                  <a:pt x="7025" y="15865"/>
                </a:lnTo>
                <a:lnTo>
                  <a:pt x="6048" y="13802"/>
                </a:lnTo>
                <a:lnTo>
                  <a:pt x="4725" y="10800"/>
                </a:lnTo>
                <a:lnTo>
                  <a:pt x="3818" y="8791"/>
                </a:lnTo>
                <a:lnTo>
                  <a:pt x="2905" y="6772"/>
                </a:lnTo>
                <a:lnTo>
                  <a:pt x="1982" y="4723"/>
                </a:lnTo>
                <a:lnTo>
                  <a:pt x="999" y="2380"/>
                </a:lnTo>
                <a:lnTo>
                  <a:pt x="0" y="0"/>
                </a:lnTo>
                <a:close/>
              </a:path>
            </a:pathLst>
          </a:custGeom>
          <a:solidFill>
            <a:srgbClr val="E4D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1" name="contour_14919"/>
          <p:cNvSpPr/>
          <p:nvPr/>
        </p:nvSpPr>
        <p:spPr>
          <a:xfrm>
            <a:off x="10913210" y="4810074"/>
            <a:ext cx="3072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2" y="1157"/>
                </a:lnTo>
                <a:lnTo>
                  <a:pt x="6312" y="2339"/>
                </a:lnTo>
                <a:lnTo>
                  <a:pt x="9330" y="3561"/>
                </a:lnTo>
                <a:lnTo>
                  <a:pt x="12260" y="4845"/>
                </a:lnTo>
                <a:lnTo>
                  <a:pt x="15093" y="6212"/>
                </a:lnTo>
                <a:lnTo>
                  <a:pt x="17839" y="7674"/>
                </a:lnTo>
                <a:lnTo>
                  <a:pt x="20493" y="9257"/>
                </a:lnTo>
                <a:lnTo>
                  <a:pt x="21211" y="11429"/>
                </a:lnTo>
                <a:lnTo>
                  <a:pt x="21559" y="13435"/>
                </a:lnTo>
                <a:lnTo>
                  <a:pt x="21600" y="15361"/>
                </a:lnTo>
                <a:lnTo>
                  <a:pt x="21390" y="17302"/>
                </a:lnTo>
                <a:lnTo>
                  <a:pt x="21001" y="19351"/>
                </a:lnTo>
                <a:lnTo>
                  <a:pt x="20493" y="21600"/>
                </a:lnTo>
                <a:lnTo>
                  <a:pt x="16835" y="21390"/>
                </a:lnTo>
                <a:lnTo>
                  <a:pt x="14207" y="21125"/>
                </a:lnTo>
                <a:lnTo>
                  <a:pt x="11871" y="20656"/>
                </a:lnTo>
                <a:lnTo>
                  <a:pt x="9089" y="19835"/>
                </a:lnTo>
                <a:lnTo>
                  <a:pt x="5123" y="18514"/>
                </a:lnTo>
                <a:lnTo>
                  <a:pt x="4176" y="16484"/>
                </a:lnTo>
                <a:lnTo>
                  <a:pt x="3356" y="14450"/>
                </a:lnTo>
                <a:lnTo>
                  <a:pt x="2649" y="12414"/>
                </a:lnTo>
                <a:lnTo>
                  <a:pt x="2039" y="10368"/>
                </a:lnTo>
                <a:lnTo>
                  <a:pt x="1517" y="8316"/>
                </a:lnTo>
                <a:lnTo>
                  <a:pt x="1066" y="6255"/>
                </a:lnTo>
                <a:lnTo>
                  <a:pt x="671" y="4184"/>
                </a:lnTo>
                <a:lnTo>
                  <a:pt x="323" y="2098"/>
                </a:lnTo>
                <a:lnTo>
                  <a:pt x="0" y="0"/>
                </a:lnTo>
                <a:close/>
              </a:path>
            </a:pathLst>
          </a:custGeom>
          <a:solidFill>
            <a:srgbClr val="CEC8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2" name="contour_14920"/>
          <p:cNvSpPr/>
          <p:nvPr/>
        </p:nvSpPr>
        <p:spPr>
          <a:xfrm>
            <a:off x="8856736" y="4839226"/>
            <a:ext cx="2457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8" y="0"/>
                </a:moveTo>
                <a:lnTo>
                  <a:pt x="7226" y="2465"/>
                </a:lnTo>
                <a:lnTo>
                  <a:pt x="11851" y="4382"/>
                </a:lnTo>
                <a:lnTo>
                  <a:pt x="15214" y="5894"/>
                </a:lnTo>
                <a:lnTo>
                  <a:pt x="17564" y="7156"/>
                </a:lnTo>
                <a:lnTo>
                  <a:pt x="19134" y="8310"/>
                </a:lnTo>
                <a:lnTo>
                  <a:pt x="20172" y="9507"/>
                </a:lnTo>
                <a:lnTo>
                  <a:pt x="20915" y="10896"/>
                </a:lnTo>
                <a:lnTo>
                  <a:pt x="21600" y="12621"/>
                </a:lnTo>
                <a:lnTo>
                  <a:pt x="21555" y="14318"/>
                </a:lnTo>
                <a:lnTo>
                  <a:pt x="21465" y="15635"/>
                </a:lnTo>
                <a:lnTo>
                  <a:pt x="21273" y="16999"/>
                </a:lnTo>
                <a:lnTo>
                  <a:pt x="20915" y="18844"/>
                </a:lnTo>
                <a:lnTo>
                  <a:pt x="20325" y="21600"/>
                </a:lnTo>
                <a:lnTo>
                  <a:pt x="15559" y="21390"/>
                </a:lnTo>
                <a:lnTo>
                  <a:pt x="12177" y="21125"/>
                </a:lnTo>
                <a:lnTo>
                  <a:pt x="9256" y="20656"/>
                </a:lnTo>
                <a:lnTo>
                  <a:pt x="5874" y="19835"/>
                </a:lnTo>
                <a:lnTo>
                  <a:pt x="1108" y="18514"/>
                </a:lnTo>
                <a:lnTo>
                  <a:pt x="589" y="16447"/>
                </a:lnTo>
                <a:lnTo>
                  <a:pt x="243" y="14389"/>
                </a:lnTo>
                <a:lnTo>
                  <a:pt x="51" y="12337"/>
                </a:lnTo>
                <a:lnTo>
                  <a:pt x="0" y="10291"/>
                </a:lnTo>
                <a:lnTo>
                  <a:pt x="64" y="8242"/>
                </a:lnTo>
                <a:lnTo>
                  <a:pt x="224" y="6193"/>
                </a:lnTo>
                <a:lnTo>
                  <a:pt x="468" y="4138"/>
                </a:lnTo>
                <a:lnTo>
                  <a:pt x="769" y="2077"/>
                </a:lnTo>
                <a:lnTo>
                  <a:pt x="1108" y="0"/>
                </a:lnTo>
                <a:close/>
              </a:path>
            </a:pathLst>
          </a:custGeom>
          <a:solidFill>
            <a:srgbClr val="BA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3" name="contour_14921"/>
          <p:cNvSpPr/>
          <p:nvPr/>
        </p:nvSpPr>
        <p:spPr>
          <a:xfrm>
            <a:off x="4281138" y="4839226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104" y="1069"/>
                </a:lnTo>
                <a:lnTo>
                  <a:pt x="16713" y="2144"/>
                </a:lnTo>
                <a:lnTo>
                  <a:pt x="18328" y="3218"/>
                </a:lnTo>
                <a:lnTo>
                  <a:pt x="19956" y="4304"/>
                </a:lnTo>
                <a:lnTo>
                  <a:pt x="21600" y="5400"/>
                </a:lnTo>
                <a:lnTo>
                  <a:pt x="19996" y="5400"/>
                </a:lnTo>
                <a:lnTo>
                  <a:pt x="18387" y="5400"/>
                </a:lnTo>
                <a:lnTo>
                  <a:pt x="16772" y="5400"/>
                </a:lnTo>
                <a:lnTo>
                  <a:pt x="15144" y="5400"/>
                </a:lnTo>
                <a:lnTo>
                  <a:pt x="13500" y="5400"/>
                </a:lnTo>
                <a:lnTo>
                  <a:pt x="13500" y="2722"/>
                </a:lnTo>
                <a:lnTo>
                  <a:pt x="13500" y="0"/>
                </a:lnTo>
                <a:lnTo>
                  <a:pt x="0" y="5400"/>
                </a:lnTo>
                <a:lnTo>
                  <a:pt x="1952" y="5033"/>
                </a:lnTo>
                <a:lnTo>
                  <a:pt x="3883" y="4730"/>
                </a:lnTo>
                <a:lnTo>
                  <a:pt x="5802" y="4531"/>
                </a:lnTo>
                <a:lnTo>
                  <a:pt x="7717" y="4466"/>
                </a:lnTo>
                <a:lnTo>
                  <a:pt x="9634" y="4568"/>
                </a:lnTo>
                <a:lnTo>
                  <a:pt x="11559" y="4865"/>
                </a:lnTo>
                <a:lnTo>
                  <a:pt x="13500" y="5400"/>
                </a:lnTo>
                <a:lnTo>
                  <a:pt x="14575" y="9418"/>
                </a:lnTo>
                <a:lnTo>
                  <a:pt x="15252" y="12269"/>
                </a:lnTo>
                <a:lnTo>
                  <a:pt x="15663" y="14731"/>
                </a:lnTo>
                <a:lnTo>
                  <a:pt x="15935" y="17582"/>
                </a:lnTo>
                <a:lnTo>
                  <a:pt x="16200" y="21600"/>
                </a:lnTo>
                <a:lnTo>
                  <a:pt x="13060" y="20336"/>
                </a:lnTo>
                <a:lnTo>
                  <a:pt x="10516" y="19251"/>
                </a:lnTo>
                <a:lnTo>
                  <a:pt x="8473" y="18247"/>
                </a:lnTo>
                <a:lnTo>
                  <a:pt x="6831" y="17231"/>
                </a:lnTo>
                <a:lnTo>
                  <a:pt x="5494" y="16103"/>
                </a:lnTo>
                <a:lnTo>
                  <a:pt x="4369" y="14769"/>
                </a:lnTo>
                <a:lnTo>
                  <a:pt x="3353" y="13127"/>
                </a:lnTo>
                <a:lnTo>
                  <a:pt x="2352" y="11086"/>
                </a:lnTo>
                <a:lnTo>
                  <a:pt x="1266" y="8543"/>
                </a:lnTo>
                <a:lnTo>
                  <a:pt x="0" y="5400"/>
                </a:lnTo>
                <a:lnTo>
                  <a:pt x="13500" y="0"/>
                </a:lnTo>
                <a:close/>
              </a:path>
            </a:pathLst>
          </a:custGeom>
          <a:solidFill>
            <a:srgbClr val="E8D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4" name="contour_14922"/>
          <p:cNvSpPr/>
          <p:nvPr/>
        </p:nvSpPr>
        <p:spPr>
          <a:xfrm>
            <a:off x="7998013" y="4830627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1D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5" name="contour_14923"/>
          <p:cNvSpPr/>
          <p:nvPr/>
        </p:nvSpPr>
        <p:spPr>
          <a:xfrm>
            <a:off x="549686" y="4810074"/>
            <a:ext cx="43728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217" y="2303"/>
                </a:lnTo>
                <a:lnTo>
                  <a:pt x="20012" y="4003"/>
                </a:lnTo>
                <a:lnTo>
                  <a:pt x="20560" y="5609"/>
                </a:lnTo>
                <a:lnTo>
                  <a:pt x="21031" y="7626"/>
                </a:lnTo>
                <a:lnTo>
                  <a:pt x="21600" y="10562"/>
                </a:lnTo>
                <a:lnTo>
                  <a:pt x="20174" y="12766"/>
                </a:lnTo>
                <a:lnTo>
                  <a:pt x="18619" y="14745"/>
                </a:lnTo>
                <a:lnTo>
                  <a:pt x="16920" y="16530"/>
                </a:lnTo>
                <a:lnTo>
                  <a:pt x="15059" y="18164"/>
                </a:lnTo>
                <a:lnTo>
                  <a:pt x="13025" y="19685"/>
                </a:lnTo>
                <a:lnTo>
                  <a:pt x="10800" y="21125"/>
                </a:lnTo>
                <a:lnTo>
                  <a:pt x="7798" y="21442"/>
                </a:lnTo>
                <a:lnTo>
                  <a:pt x="5735" y="21600"/>
                </a:lnTo>
                <a:lnTo>
                  <a:pt x="4093" y="21600"/>
                </a:lnTo>
                <a:lnTo>
                  <a:pt x="2354" y="21442"/>
                </a:lnTo>
                <a:lnTo>
                  <a:pt x="0" y="21125"/>
                </a:lnTo>
                <a:lnTo>
                  <a:pt x="0" y="18797"/>
                </a:lnTo>
                <a:lnTo>
                  <a:pt x="0" y="16456"/>
                </a:lnTo>
                <a:lnTo>
                  <a:pt x="0" y="14083"/>
                </a:lnTo>
                <a:lnTo>
                  <a:pt x="1811" y="12914"/>
                </a:lnTo>
                <a:lnTo>
                  <a:pt x="3139" y="12157"/>
                </a:lnTo>
                <a:lnTo>
                  <a:pt x="4644" y="11485"/>
                </a:lnTo>
                <a:lnTo>
                  <a:pt x="6977" y="10562"/>
                </a:lnTo>
                <a:lnTo>
                  <a:pt x="9612" y="9499"/>
                </a:lnTo>
                <a:lnTo>
                  <a:pt x="11722" y="8475"/>
                </a:lnTo>
                <a:lnTo>
                  <a:pt x="13486" y="7256"/>
                </a:lnTo>
                <a:lnTo>
                  <a:pt x="15077" y="5612"/>
                </a:lnTo>
                <a:lnTo>
                  <a:pt x="16664" y="3302"/>
                </a:lnTo>
                <a:lnTo>
                  <a:pt x="17327" y="1662"/>
                </a:lnTo>
                <a:lnTo>
                  <a:pt x="18000" y="0"/>
                </a:lnTo>
                <a:close/>
              </a:path>
            </a:pathLst>
          </a:custGeom>
          <a:solidFill>
            <a:srgbClr val="54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6" name="contour_14924"/>
          <p:cNvSpPr/>
          <p:nvPr/>
        </p:nvSpPr>
        <p:spPr>
          <a:xfrm>
            <a:off x="10607114" y="4810074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7068" y="513"/>
                </a:lnTo>
                <a:lnTo>
                  <a:pt x="9903" y="1107"/>
                </a:lnTo>
                <a:lnTo>
                  <a:pt x="12693" y="1836"/>
                </a:lnTo>
                <a:lnTo>
                  <a:pt x="15441" y="2759"/>
                </a:lnTo>
                <a:lnTo>
                  <a:pt x="18156" y="3926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8268" y="20930"/>
                </a:lnTo>
                <a:lnTo>
                  <a:pt x="15687" y="20261"/>
                </a:lnTo>
                <a:lnTo>
                  <a:pt x="13098" y="19591"/>
                </a:lnTo>
                <a:lnTo>
                  <a:pt x="10504" y="18922"/>
                </a:lnTo>
                <a:lnTo>
                  <a:pt x="7898" y="18247"/>
                </a:lnTo>
                <a:lnTo>
                  <a:pt x="5279" y="17566"/>
                </a:lnTo>
                <a:lnTo>
                  <a:pt x="2648" y="16886"/>
                </a:lnTo>
                <a:lnTo>
                  <a:pt x="0" y="16200"/>
                </a:lnTo>
                <a:lnTo>
                  <a:pt x="826" y="12992"/>
                </a:lnTo>
                <a:lnTo>
                  <a:pt x="1655" y="9774"/>
                </a:lnTo>
                <a:lnTo>
                  <a:pt x="2485" y="6545"/>
                </a:lnTo>
                <a:lnTo>
                  <a:pt x="3323" y="3289"/>
                </a:lnTo>
                <a:lnTo>
                  <a:pt x="4170" y="0"/>
                </a:lnTo>
                <a:close/>
              </a:path>
            </a:pathLst>
          </a:custGeom>
          <a:solidFill>
            <a:srgbClr val="C2C8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7" name="contour_14925"/>
          <p:cNvSpPr/>
          <p:nvPr/>
        </p:nvSpPr>
        <p:spPr>
          <a:xfrm>
            <a:off x="797478" y="4809870"/>
            <a:ext cx="58304" cy="366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120"/>
                </a:moveTo>
                <a:lnTo>
                  <a:pt x="7290" y="0"/>
                </a:lnTo>
                <a:lnTo>
                  <a:pt x="9134" y="73"/>
                </a:lnTo>
                <a:lnTo>
                  <a:pt x="10943" y="322"/>
                </a:lnTo>
                <a:lnTo>
                  <a:pt x="12725" y="726"/>
                </a:lnTo>
                <a:lnTo>
                  <a:pt x="14494" y="1267"/>
                </a:lnTo>
                <a:lnTo>
                  <a:pt x="16254" y="1929"/>
                </a:lnTo>
                <a:lnTo>
                  <a:pt x="18020" y="2685"/>
                </a:lnTo>
                <a:lnTo>
                  <a:pt x="19799" y="3523"/>
                </a:lnTo>
                <a:lnTo>
                  <a:pt x="21600" y="4416"/>
                </a:lnTo>
                <a:lnTo>
                  <a:pt x="21600" y="6547"/>
                </a:lnTo>
                <a:lnTo>
                  <a:pt x="21600" y="8712"/>
                </a:lnTo>
                <a:lnTo>
                  <a:pt x="20887" y="8600"/>
                </a:lnTo>
                <a:lnTo>
                  <a:pt x="18741" y="8261"/>
                </a:lnTo>
                <a:lnTo>
                  <a:pt x="16926" y="8102"/>
                </a:lnTo>
                <a:lnTo>
                  <a:pt x="15152" y="8003"/>
                </a:lnTo>
                <a:lnTo>
                  <a:pt x="13406" y="7986"/>
                </a:lnTo>
                <a:lnTo>
                  <a:pt x="11661" y="8076"/>
                </a:lnTo>
                <a:lnTo>
                  <a:pt x="9898" y="8313"/>
                </a:lnTo>
                <a:lnTo>
                  <a:pt x="8100" y="8712"/>
                </a:lnTo>
                <a:lnTo>
                  <a:pt x="7187" y="11908"/>
                </a:lnTo>
                <a:lnTo>
                  <a:pt x="6591" y="14177"/>
                </a:lnTo>
                <a:lnTo>
                  <a:pt x="6180" y="16136"/>
                </a:lnTo>
                <a:lnTo>
                  <a:pt x="5827" y="18404"/>
                </a:lnTo>
                <a:lnTo>
                  <a:pt x="5400" y="21600"/>
                </a:lnTo>
                <a:lnTo>
                  <a:pt x="3615" y="21600"/>
                </a:lnTo>
                <a:lnTo>
                  <a:pt x="1820" y="21600"/>
                </a:lnTo>
                <a:lnTo>
                  <a:pt x="0" y="21600"/>
                </a:lnTo>
                <a:lnTo>
                  <a:pt x="391" y="18619"/>
                </a:lnTo>
                <a:lnTo>
                  <a:pt x="813" y="15745"/>
                </a:lnTo>
                <a:lnTo>
                  <a:pt x="1291" y="12961"/>
                </a:lnTo>
                <a:lnTo>
                  <a:pt x="1850" y="10263"/>
                </a:lnTo>
                <a:lnTo>
                  <a:pt x="2516" y="7638"/>
                </a:lnTo>
                <a:lnTo>
                  <a:pt x="3313" y="5078"/>
                </a:lnTo>
                <a:lnTo>
                  <a:pt x="4266" y="2578"/>
                </a:lnTo>
                <a:lnTo>
                  <a:pt x="5400" y="120"/>
                </a:lnTo>
                <a:close/>
              </a:path>
            </a:pathLst>
          </a:custGeom>
          <a:solidFill>
            <a:srgbClr val="7172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8" name="contour_14926"/>
          <p:cNvSpPr/>
          <p:nvPr/>
        </p:nvSpPr>
        <p:spPr>
          <a:xfrm>
            <a:off x="8165637" y="478092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4835" y="19768"/>
                </a:lnTo>
                <a:lnTo>
                  <a:pt x="12390" y="17932"/>
                </a:lnTo>
                <a:lnTo>
                  <a:pt x="9936" y="16092"/>
                </a:lnTo>
                <a:lnTo>
                  <a:pt x="7474" y="14243"/>
                </a:lnTo>
                <a:lnTo>
                  <a:pt x="4998" y="12390"/>
                </a:lnTo>
                <a:lnTo>
                  <a:pt x="2510" y="10519"/>
                </a:lnTo>
                <a:lnTo>
                  <a:pt x="0" y="8640"/>
                </a:lnTo>
                <a:lnTo>
                  <a:pt x="3940" y="5789"/>
                </a:lnTo>
                <a:lnTo>
                  <a:pt x="7020" y="3646"/>
                </a:lnTo>
                <a:lnTo>
                  <a:pt x="9491" y="2108"/>
                </a:lnTo>
                <a:lnTo>
                  <a:pt x="11612" y="1080"/>
                </a:lnTo>
                <a:lnTo>
                  <a:pt x="13625" y="454"/>
                </a:lnTo>
                <a:lnTo>
                  <a:pt x="15794" y="134"/>
                </a:lnTo>
                <a:lnTo>
                  <a:pt x="18369" y="17"/>
                </a:lnTo>
                <a:lnTo>
                  <a:pt x="21600" y="0"/>
                </a:lnTo>
                <a:close/>
              </a:path>
            </a:pathLst>
          </a:custGeom>
          <a:solidFill>
            <a:srgbClr val="E8E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29" name="contour_14927"/>
          <p:cNvSpPr/>
          <p:nvPr/>
        </p:nvSpPr>
        <p:spPr>
          <a:xfrm>
            <a:off x="7932421" y="4795141"/>
            <a:ext cx="36440" cy="29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1600" y="3782"/>
                </a:lnTo>
                <a:lnTo>
                  <a:pt x="21600" y="7308"/>
                </a:lnTo>
                <a:lnTo>
                  <a:pt x="21600" y="10851"/>
                </a:lnTo>
                <a:lnTo>
                  <a:pt x="21600" y="14409"/>
                </a:lnTo>
                <a:lnTo>
                  <a:pt x="21600" y="17988"/>
                </a:lnTo>
                <a:lnTo>
                  <a:pt x="21600" y="21600"/>
                </a:lnTo>
                <a:lnTo>
                  <a:pt x="18896" y="21136"/>
                </a:lnTo>
                <a:lnTo>
                  <a:pt x="16196" y="20640"/>
                </a:lnTo>
                <a:lnTo>
                  <a:pt x="13496" y="20128"/>
                </a:lnTo>
                <a:lnTo>
                  <a:pt x="10800" y="19600"/>
                </a:lnTo>
                <a:lnTo>
                  <a:pt x="9288" y="19317"/>
                </a:lnTo>
                <a:lnTo>
                  <a:pt x="4726" y="18474"/>
                </a:lnTo>
                <a:lnTo>
                  <a:pt x="2380" y="17375"/>
                </a:lnTo>
                <a:lnTo>
                  <a:pt x="0" y="16265"/>
                </a:lnTo>
                <a:lnTo>
                  <a:pt x="0" y="12739"/>
                </a:lnTo>
                <a:lnTo>
                  <a:pt x="0" y="9192"/>
                </a:lnTo>
                <a:lnTo>
                  <a:pt x="0" y="5596"/>
                </a:lnTo>
                <a:lnTo>
                  <a:pt x="2527" y="3505"/>
                </a:lnTo>
                <a:lnTo>
                  <a:pt x="5063" y="1990"/>
                </a:lnTo>
                <a:lnTo>
                  <a:pt x="7629" y="966"/>
                </a:lnTo>
                <a:lnTo>
                  <a:pt x="10243" y="352"/>
                </a:lnTo>
                <a:lnTo>
                  <a:pt x="12925" y="53"/>
                </a:lnTo>
                <a:lnTo>
                  <a:pt x="15699" y="0"/>
                </a:lnTo>
                <a:lnTo>
                  <a:pt x="18585" y="96"/>
                </a:lnTo>
                <a:lnTo>
                  <a:pt x="21600" y="261"/>
                </a:lnTo>
                <a:close/>
              </a:path>
            </a:pathLst>
          </a:custGeom>
          <a:solidFill>
            <a:srgbClr val="1D1D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0" name="contour_14928"/>
          <p:cNvSpPr/>
          <p:nvPr/>
        </p:nvSpPr>
        <p:spPr>
          <a:xfrm>
            <a:off x="1927116" y="4786899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A3A4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1" name="contour_14929"/>
          <p:cNvSpPr/>
          <p:nvPr/>
        </p:nvSpPr>
        <p:spPr>
          <a:xfrm>
            <a:off x="11380188" y="4773634"/>
            <a:ext cx="50469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885" y="0"/>
                </a:moveTo>
                <a:lnTo>
                  <a:pt x="4947" y="0"/>
                </a:lnTo>
                <a:lnTo>
                  <a:pt x="7021" y="0"/>
                </a:lnTo>
                <a:lnTo>
                  <a:pt x="9123" y="0"/>
                </a:lnTo>
                <a:lnTo>
                  <a:pt x="9123" y="3058"/>
                </a:lnTo>
                <a:lnTo>
                  <a:pt x="9123" y="6127"/>
                </a:lnTo>
                <a:lnTo>
                  <a:pt x="9123" y="9206"/>
                </a:lnTo>
                <a:lnTo>
                  <a:pt x="9123" y="12311"/>
                </a:lnTo>
                <a:lnTo>
                  <a:pt x="9123" y="15447"/>
                </a:lnTo>
                <a:lnTo>
                  <a:pt x="11182" y="14597"/>
                </a:lnTo>
                <a:lnTo>
                  <a:pt x="13244" y="13748"/>
                </a:lnTo>
                <a:lnTo>
                  <a:pt x="15315" y="12893"/>
                </a:lnTo>
                <a:lnTo>
                  <a:pt x="17395" y="12033"/>
                </a:lnTo>
                <a:lnTo>
                  <a:pt x="19488" y="11168"/>
                </a:lnTo>
                <a:lnTo>
                  <a:pt x="21600" y="10298"/>
                </a:lnTo>
                <a:lnTo>
                  <a:pt x="21600" y="13701"/>
                </a:lnTo>
                <a:lnTo>
                  <a:pt x="21600" y="17126"/>
                </a:lnTo>
                <a:lnTo>
                  <a:pt x="21600" y="20596"/>
                </a:lnTo>
                <a:lnTo>
                  <a:pt x="19769" y="20756"/>
                </a:lnTo>
                <a:lnTo>
                  <a:pt x="17935" y="20895"/>
                </a:lnTo>
                <a:lnTo>
                  <a:pt x="16104" y="21023"/>
                </a:lnTo>
                <a:lnTo>
                  <a:pt x="14270" y="21137"/>
                </a:lnTo>
                <a:lnTo>
                  <a:pt x="12436" y="21240"/>
                </a:lnTo>
                <a:lnTo>
                  <a:pt x="10733" y="21358"/>
                </a:lnTo>
                <a:lnTo>
                  <a:pt x="9021" y="21476"/>
                </a:lnTo>
                <a:lnTo>
                  <a:pt x="7283" y="21600"/>
                </a:lnTo>
                <a:lnTo>
                  <a:pt x="4707" y="20946"/>
                </a:lnTo>
                <a:lnTo>
                  <a:pt x="3157" y="20117"/>
                </a:lnTo>
                <a:lnTo>
                  <a:pt x="2018" y="18572"/>
                </a:lnTo>
                <a:lnTo>
                  <a:pt x="667" y="15766"/>
                </a:lnTo>
                <a:lnTo>
                  <a:pt x="162" y="12512"/>
                </a:lnTo>
                <a:lnTo>
                  <a:pt x="0" y="10257"/>
                </a:lnTo>
                <a:lnTo>
                  <a:pt x="190" y="7940"/>
                </a:lnTo>
                <a:lnTo>
                  <a:pt x="739" y="4505"/>
                </a:lnTo>
                <a:lnTo>
                  <a:pt x="1803" y="2271"/>
                </a:lnTo>
                <a:lnTo>
                  <a:pt x="2885" y="0"/>
                </a:lnTo>
                <a:close/>
              </a:path>
            </a:pathLst>
          </a:custGeom>
          <a:solidFill>
            <a:srgbClr val="F4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2" name="contour_14930"/>
          <p:cNvSpPr/>
          <p:nvPr/>
        </p:nvSpPr>
        <p:spPr>
          <a:xfrm>
            <a:off x="11226594" y="478092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45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3" name="contour_14931"/>
          <p:cNvSpPr/>
          <p:nvPr/>
        </p:nvSpPr>
        <p:spPr>
          <a:xfrm>
            <a:off x="4499777" y="478092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893" y="2138"/>
                </a:lnTo>
                <a:lnTo>
                  <a:pt x="19786" y="4285"/>
                </a:lnTo>
                <a:lnTo>
                  <a:pt x="20689" y="6450"/>
                </a:lnTo>
                <a:lnTo>
                  <a:pt x="21600" y="8640"/>
                </a:lnTo>
                <a:lnTo>
                  <a:pt x="20534" y="11737"/>
                </a:lnTo>
                <a:lnTo>
                  <a:pt x="19681" y="13980"/>
                </a:lnTo>
                <a:lnTo>
                  <a:pt x="18842" y="15729"/>
                </a:lnTo>
                <a:lnTo>
                  <a:pt x="17816" y="17340"/>
                </a:lnTo>
                <a:lnTo>
                  <a:pt x="16402" y="19176"/>
                </a:lnTo>
                <a:lnTo>
                  <a:pt x="14400" y="21600"/>
                </a:lnTo>
                <a:lnTo>
                  <a:pt x="11812" y="21371"/>
                </a:lnTo>
                <a:lnTo>
                  <a:pt x="9410" y="20900"/>
                </a:lnTo>
                <a:lnTo>
                  <a:pt x="7114" y="20222"/>
                </a:lnTo>
                <a:lnTo>
                  <a:pt x="4835" y="19371"/>
                </a:lnTo>
                <a:lnTo>
                  <a:pt x="2491" y="18382"/>
                </a:lnTo>
                <a:lnTo>
                  <a:pt x="0" y="17280"/>
                </a:lnTo>
                <a:lnTo>
                  <a:pt x="1980" y="15379"/>
                </a:lnTo>
                <a:lnTo>
                  <a:pt x="3964" y="13478"/>
                </a:lnTo>
                <a:lnTo>
                  <a:pt x="5947" y="11573"/>
                </a:lnTo>
                <a:lnTo>
                  <a:pt x="7934" y="9660"/>
                </a:lnTo>
                <a:lnTo>
                  <a:pt x="9932" y="7746"/>
                </a:lnTo>
                <a:lnTo>
                  <a:pt x="11934" y="5823"/>
                </a:lnTo>
                <a:lnTo>
                  <a:pt x="13946" y="3892"/>
                </a:lnTo>
                <a:lnTo>
                  <a:pt x="15966" y="1953"/>
                </a:lnTo>
                <a:lnTo>
                  <a:pt x="18000" y="0"/>
                </a:lnTo>
                <a:close/>
              </a:path>
            </a:pathLst>
          </a:custGeom>
          <a:solidFill>
            <a:srgbClr val="DAB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4" name="contour_14932"/>
          <p:cNvSpPr/>
          <p:nvPr/>
        </p:nvSpPr>
        <p:spPr>
          <a:xfrm>
            <a:off x="1110861" y="4786899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A6A8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5" name="contour_14933"/>
          <p:cNvSpPr/>
          <p:nvPr/>
        </p:nvSpPr>
        <p:spPr>
          <a:xfrm>
            <a:off x="10993378" y="478092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04" y="20966"/>
                </a:lnTo>
                <a:lnTo>
                  <a:pt x="17208" y="20304"/>
                </a:lnTo>
                <a:lnTo>
                  <a:pt x="15016" y="19613"/>
                </a:lnTo>
                <a:lnTo>
                  <a:pt x="12823" y="18900"/>
                </a:lnTo>
                <a:lnTo>
                  <a:pt x="10375" y="18144"/>
                </a:lnTo>
                <a:lnTo>
                  <a:pt x="7888" y="17381"/>
                </a:lnTo>
                <a:lnTo>
                  <a:pt x="5767" y="15811"/>
                </a:lnTo>
                <a:lnTo>
                  <a:pt x="4295" y="14119"/>
                </a:lnTo>
                <a:lnTo>
                  <a:pt x="3096" y="11477"/>
                </a:lnTo>
                <a:lnTo>
                  <a:pt x="1793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2A2C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6" name="contour_14934"/>
          <p:cNvSpPr/>
          <p:nvPr/>
        </p:nvSpPr>
        <p:spPr>
          <a:xfrm>
            <a:off x="4988073" y="477363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746" y="20974"/>
                </a:lnTo>
                <a:lnTo>
                  <a:pt x="13496" y="20304"/>
                </a:lnTo>
                <a:lnTo>
                  <a:pt x="11246" y="19613"/>
                </a:lnTo>
                <a:lnTo>
                  <a:pt x="9000" y="18900"/>
                </a:lnTo>
                <a:lnTo>
                  <a:pt x="7740" y="18518"/>
                </a:lnTo>
                <a:lnTo>
                  <a:pt x="3938" y="17381"/>
                </a:lnTo>
                <a:lnTo>
                  <a:pt x="1984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47D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7" name="contour_14935"/>
          <p:cNvSpPr/>
          <p:nvPr/>
        </p:nvSpPr>
        <p:spPr>
          <a:xfrm>
            <a:off x="8158349" y="474448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72" y="2242"/>
                </a:lnTo>
                <a:lnTo>
                  <a:pt x="17143" y="4553"/>
                </a:lnTo>
                <a:lnTo>
                  <a:pt x="18238" y="6942"/>
                </a:lnTo>
                <a:lnTo>
                  <a:pt x="19199" y="9405"/>
                </a:lnTo>
                <a:lnTo>
                  <a:pt x="20056" y="11949"/>
                </a:lnTo>
                <a:lnTo>
                  <a:pt x="20848" y="14571"/>
                </a:lnTo>
                <a:lnTo>
                  <a:pt x="21600" y="17280"/>
                </a:lnTo>
                <a:lnTo>
                  <a:pt x="19732" y="18857"/>
                </a:lnTo>
                <a:lnTo>
                  <a:pt x="18360" y="19833"/>
                </a:lnTo>
                <a:lnTo>
                  <a:pt x="16808" y="20611"/>
                </a:lnTo>
                <a:lnTo>
                  <a:pt x="14400" y="21600"/>
                </a:lnTo>
                <a:lnTo>
                  <a:pt x="12488" y="19924"/>
                </a:lnTo>
                <a:lnTo>
                  <a:pt x="11138" y="18649"/>
                </a:lnTo>
                <a:lnTo>
                  <a:pt x="9976" y="17375"/>
                </a:lnTo>
                <a:lnTo>
                  <a:pt x="8633" y="15703"/>
                </a:lnTo>
                <a:lnTo>
                  <a:pt x="6750" y="13228"/>
                </a:lnTo>
                <a:lnTo>
                  <a:pt x="5479" y="11586"/>
                </a:lnTo>
                <a:lnTo>
                  <a:pt x="4198" y="9927"/>
                </a:lnTo>
                <a:lnTo>
                  <a:pt x="2898" y="8251"/>
                </a:lnTo>
                <a:lnTo>
                  <a:pt x="1462" y="6299"/>
                </a:lnTo>
                <a:lnTo>
                  <a:pt x="0" y="4320"/>
                </a:lnTo>
                <a:lnTo>
                  <a:pt x="2369" y="3084"/>
                </a:lnTo>
                <a:lnTo>
                  <a:pt x="4691" y="1996"/>
                </a:lnTo>
                <a:lnTo>
                  <a:pt x="7009" y="1093"/>
                </a:lnTo>
                <a:lnTo>
                  <a:pt x="9374" y="428"/>
                </a:lnTo>
                <a:lnTo>
                  <a:pt x="11822" y="48"/>
                </a:lnTo>
                <a:lnTo>
                  <a:pt x="14400" y="0"/>
                </a:lnTo>
                <a:close/>
              </a:path>
            </a:pathLst>
          </a:custGeom>
          <a:solidFill>
            <a:srgbClr val="888B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8" name="contour_14936"/>
          <p:cNvSpPr/>
          <p:nvPr/>
        </p:nvSpPr>
        <p:spPr>
          <a:xfrm>
            <a:off x="7006847" y="4759058"/>
            <a:ext cx="43728" cy="321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45"/>
                </a:lnTo>
                <a:lnTo>
                  <a:pt x="2084" y="475"/>
                </a:lnTo>
                <a:lnTo>
                  <a:pt x="3175" y="720"/>
                </a:lnTo>
                <a:lnTo>
                  <a:pt x="4536" y="1029"/>
                </a:lnTo>
                <a:lnTo>
                  <a:pt x="6343" y="1440"/>
                </a:lnTo>
                <a:lnTo>
                  <a:pt x="8777" y="1989"/>
                </a:lnTo>
                <a:lnTo>
                  <a:pt x="12010" y="2724"/>
                </a:lnTo>
                <a:lnTo>
                  <a:pt x="16225" y="3679"/>
                </a:lnTo>
                <a:lnTo>
                  <a:pt x="21600" y="4899"/>
                </a:lnTo>
                <a:lnTo>
                  <a:pt x="21139" y="8544"/>
                </a:lnTo>
                <a:lnTo>
                  <a:pt x="20722" y="11131"/>
                </a:lnTo>
                <a:lnTo>
                  <a:pt x="20174" y="13365"/>
                </a:lnTo>
                <a:lnTo>
                  <a:pt x="19325" y="15951"/>
                </a:lnTo>
                <a:lnTo>
                  <a:pt x="18000" y="19596"/>
                </a:lnTo>
                <a:lnTo>
                  <a:pt x="15509" y="20679"/>
                </a:lnTo>
                <a:lnTo>
                  <a:pt x="13122" y="21355"/>
                </a:lnTo>
                <a:lnTo>
                  <a:pt x="10786" y="21600"/>
                </a:lnTo>
                <a:lnTo>
                  <a:pt x="8456" y="21404"/>
                </a:lnTo>
                <a:lnTo>
                  <a:pt x="6077" y="20743"/>
                </a:lnTo>
                <a:lnTo>
                  <a:pt x="3600" y="19596"/>
                </a:lnTo>
                <a:lnTo>
                  <a:pt x="2473" y="16373"/>
                </a:lnTo>
                <a:lnTo>
                  <a:pt x="1660" y="13267"/>
                </a:lnTo>
                <a:lnTo>
                  <a:pt x="1084" y="10175"/>
                </a:lnTo>
                <a:lnTo>
                  <a:pt x="662" y="7001"/>
                </a:lnTo>
                <a:lnTo>
                  <a:pt x="328" y="3645"/>
                </a:lnTo>
                <a:lnTo>
                  <a:pt x="0" y="0"/>
                </a:lnTo>
                <a:close/>
              </a:path>
            </a:pathLst>
          </a:custGeom>
          <a:solidFill>
            <a:srgbClr val="DCDE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39" name="contour_14937"/>
          <p:cNvSpPr/>
          <p:nvPr/>
        </p:nvSpPr>
        <p:spPr>
          <a:xfrm>
            <a:off x="10306667" y="4759058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2" y="1150"/>
                </a:lnTo>
                <a:lnTo>
                  <a:pt x="6110" y="2322"/>
                </a:lnTo>
                <a:lnTo>
                  <a:pt x="8690" y="3515"/>
                </a:lnTo>
                <a:lnTo>
                  <a:pt x="11265" y="4725"/>
                </a:lnTo>
                <a:lnTo>
                  <a:pt x="12121" y="5114"/>
                </a:lnTo>
                <a:lnTo>
                  <a:pt x="13626" y="5805"/>
                </a:lnTo>
                <a:lnTo>
                  <a:pt x="17077" y="7382"/>
                </a:lnTo>
                <a:lnTo>
                  <a:pt x="19322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29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0" name="contour_14938"/>
          <p:cNvSpPr/>
          <p:nvPr/>
        </p:nvSpPr>
        <p:spPr>
          <a:xfrm>
            <a:off x="7363958" y="475177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670"/>
                </a:lnTo>
                <a:lnTo>
                  <a:pt x="5551" y="1339"/>
                </a:lnTo>
                <a:lnTo>
                  <a:pt x="8372" y="2025"/>
                </a:lnTo>
                <a:lnTo>
                  <a:pt x="9539" y="2311"/>
                </a:lnTo>
                <a:lnTo>
                  <a:pt x="13077" y="3164"/>
                </a:lnTo>
                <a:lnTo>
                  <a:pt x="15163" y="4342"/>
                </a:lnTo>
                <a:lnTo>
                  <a:pt x="16649" y="5611"/>
                </a:lnTo>
                <a:lnTo>
                  <a:pt x="17945" y="7592"/>
                </a:lnTo>
                <a:lnTo>
                  <a:pt x="19457" y="10913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3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1" name="contour_14939"/>
          <p:cNvSpPr/>
          <p:nvPr/>
        </p:nvSpPr>
        <p:spPr>
          <a:xfrm>
            <a:off x="3580835" y="4759991"/>
            <a:ext cx="44384" cy="29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08" y="1135"/>
                </a:moveTo>
                <a:lnTo>
                  <a:pt x="13066" y="2720"/>
                </a:lnTo>
                <a:lnTo>
                  <a:pt x="14950" y="4337"/>
                </a:lnTo>
                <a:lnTo>
                  <a:pt x="16833" y="5901"/>
                </a:lnTo>
                <a:lnTo>
                  <a:pt x="18745" y="7496"/>
                </a:lnTo>
                <a:lnTo>
                  <a:pt x="20164" y="8749"/>
                </a:lnTo>
                <a:lnTo>
                  <a:pt x="21600" y="10024"/>
                </a:lnTo>
                <a:lnTo>
                  <a:pt x="20866" y="13177"/>
                </a:lnTo>
                <a:lnTo>
                  <a:pt x="20252" y="15346"/>
                </a:lnTo>
                <a:lnTo>
                  <a:pt x="19426" y="17531"/>
                </a:lnTo>
                <a:lnTo>
                  <a:pt x="18053" y="20733"/>
                </a:lnTo>
                <a:lnTo>
                  <a:pt x="15535" y="21327"/>
                </a:lnTo>
                <a:lnTo>
                  <a:pt x="13747" y="21600"/>
                </a:lnTo>
                <a:lnTo>
                  <a:pt x="11843" y="21600"/>
                </a:lnTo>
                <a:lnTo>
                  <a:pt x="8963" y="21402"/>
                </a:lnTo>
                <a:lnTo>
                  <a:pt x="6537" y="21257"/>
                </a:lnTo>
                <a:lnTo>
                  <a:pt x="4072" y="21107"/>
                </a:lnTo>
                <a:lnTo>
                  <a:pt x="2210" y="20920"/>
                </a:lnTo>
                <a:lnTo>
                  <a:pt x="319" y="20733"/>
                </a:lnTo>
                <a:lnTo>
                  <a:pt x="106" y="16909"/>
                </a:lnTo>
                <a:lnTo>
                  <a:pt x="0" y="14163"/>
                </a:lnTo>
                <a:lnTo>
                  <a:pt x="0" y="11721"/>
                </a:lnTo>
                <a:lnTo>
                  <a:pt x="106" y="8813"/>
                </a:lnTo>
                <a:lnTo>
                  <a:pt x="319" y="4669"/>
                </a:lnTo>
                <a:lnTo>
                  <a:pt x="2557" y="2276"/>
                </a:lnTo>
                <a:lnTo>
                  <a:pt x="4497" y="718"/>
                </a:lnTo>
                <a:lnTo>
                  <a:pt x="6409" y="0"/>
                </a:lnTo>
                <a:lnTo>
                  <a:pt x="8558" y="134"/>
                </a:lnTo>
                <a:lnTo>
                  <a:pt x="11208" y="1135"/>
                </a:lnTo>
                <a:close/>
              </a:path>
            </a:pathLst>
          </a:custGeom>
          <a:solidFill>
            <a:srgbClr val="BCA1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2" name="contour_14940"/>
          <p:cNvSpPr/>
          <p:nvPr/>
        </p:nvSpPr>
        <p:spPr>
          <a:xfrm>
            <a:off x="7763486" y="4737194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886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3" name="contour_14941"/>
          <p:cNvSpPr/>
          <p:nvPr/>
        </p:nvSpPr>
        <p:spPr>
          <a:xfrm>
            <a:off x="7065150" y="4744482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259" y="21600"/>
                </a:lnTo>
                <a:lnTo>
                  <a:pt x="13844" y="21600"/>
                </a:lnTo>
                <a:lnTo>
                  <a:pt x="10412" y="21600"/>
                </a:lnTo>
                <a:lnTo>
                  <a:pt x="6966" y="21600"/>
                </a:lnTo>
                <a:lnTo>
                  <a:pt x="3498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8D1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4" name="contour_14942"/>
          <p:cNvSpPr/>
          <p:nvPr/>
        </p:nvSpPr>
        <p:spPr>
          <a:xfrm>
            <a:off x="7130742" y="472990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634"/>
                </a:lnTo>
                <a:lnTo>
                  <a:pt x="4392" y="1296"/>
                </a:lnTo>
                <a:lnTo>
                  <a:pt x="6584" y="1987"/>
                </a:lnTo>
                <a:lnTo>
                  <a:pt x="8777" y="2700"/>
                </a:lnTo>
                <a:lnTo>
                  <a:pt x="10004" y="3082"/>
                </a:lnTo>
                <a:lnTo>
                  <a:pt x="13712" y="4219"/>
                </a:lnTo>
                <a:lnTo>
                  <a:pt x="15833" y="5789"/>
                </a:lnTo>
                <a:lnTo>
                  <a:pt x="17305" y="7481"/>
                </a:lnTo>
                <a:lnTo>
                  <a:pt x="18504" y="10123"/>
                </a:lnTo>
                <a:lnTo>
                  <a:pt x="19807" y="1455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4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5" name="contour_14943"/>
          <p:cNvSpPr/>
          <p:nvPr/>
        </p:nvSpPr>
        <p:spPr>
          <a:xfrm>
            <a:off x="5804328" y="4729906"/>
            <a:ext cx="230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1" y="0"/>
                </a:moveTo>
                <a:lnTo>
                  <a:pt x="10213" y="893"/>
                </a:lnTo>
                <a:lnTo>
                  <a:pt x="13608" y="1786"/>
                </a:lnTo>
                <a:lnTo>
                  <a:pt x="17030" y="2689"/>
                </a:lnTo>
                <a:lnTo>
                  <a:pt x="20493" y="3600"/>
                </a:lnTo>
                <a:lnTo>
                  <a:pt x="21258" y="6156"/>
                </a:lnTo>
                <a:lnTo>
                  <a:pt x="21600" y="7967"/>
                </a:lnTo>
                <a:lnTo>
                  <a:pt x="21600" y="9904"/>
                </a:lnTo>
                <a:lnTo>
                  <a:pt x="21347" y="12823"/>
                </a:lnTo>
                <a:lnTo>
                  <a:pt x="21163" y="15289"/>
                </a:lnTo>
                <a:lnTo>
                  <a:pt x="20972" y="17788"/>
                </a:lnTo>
                <a:lnTo>
                  <a:pt x="20732" y="19681"/>
                </a:lnTo>
                <a:lnTo>
                  <a:pt x="20493" y="21600"/>
                </a:lnTo>
                <a:lnTo>
                  <a:pt x="16436" y="21600"/>
                </a:lnTo>
                <a:lnTo>
                  <a:pt x="12364" y="21600"/>
                </a:lnTo>
                <a:lnTo>
                  <a:pt x="8279" y="21600"/>
                </a:lnTo>
                <a:lnTo>
                  <a:pt x="4160" y="21600"/>
                </a:lnTo>
                <a:lnTo>
                  <a:pt x="0" y="21600"/>
                </a:lnTo>
                <a:lnTo>
                  <a:pt x="751" y="19224"/>
                </a:lnTo>
                <a:lnTo>
                  <a:pt x="1503" y="16844"/>
                </a:lnTo>
                <a:lnTo>
                  <a:pt x="2254" y="14465"/>
                </a:lnTo>
                <a:lnTo>
                  <a:pt x="3013" y="12078"/>
                </a:lnTo>
                <a:lnTo>
                  <a:pt x="3771" y="9684"/>
                </a:lnTo>
                <a:lnTo>
                  <a:pt x="4529" y="7279"/>
                </a:lnTo>
                <a:lnTo>
                  <a:pt x="5294" y="4867"/>
                </a:lnTo>
                <a:lnTo>
                  <a:pt x="6059" y="2441"/>
                </a:lnTo>
                <a:lnTo>
                  <a:pt x="6831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6" name="contour_14944"/>
          <p:cNvSpPr/>
          <p:nvPr/>
        </p:nvSpPr>
        <p:spPr>
          <a:xfrm>
            <a:off x="1685352" y="4715330"/>
            <a:ext cx="2438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7" y="0"/>
                </a:moveTo>
                <a:lnTo>
                  <a:pt x="5920" y="353"/>
                </a:lnTo>
                <a:lnTo>
                  <a:pt x="9328" y="716"/>
                </a:lnTo>
                <a:lnTo>
                  <a:pt x="12272" y="1264"/>
                </a:lnTo>
                <a:lnTo>
                  <a:pt x="15680" y="2167"/>
                </a:lnTo>
                <a:lnTo>
                  <a:pt x="20483" y="3600"/>
                </a:lnTo>
                <a:lnTo>
                  <a:pt x="21122" y="6188"/>
                </a:lnTo>
                <a:lnTo>
                  <a:pt x="21477" y="8755"/>
                </a:lnTo>
                <a:lnTo>
                  <a:pt x="21600" y="11311"/>
                </a:lnTo>
                <a:lnTo>
                  <a:pt x="21523" y="13864"/>
                </a:lnTo>
                <a:lnTo>
                  <a:pt x="21284" y="16423"/>
                </a:lnTo>
                <a:lnTo>
                  <a:pt x="20922" y="18997"/>
                </a:lnTo>
                <a:lnTo>
                  <a:pt x="20483" y="21600"/>
                </a:lnTo>
                <a:lnTo>
                  <a:pt x="15680" y="21247"/>
                </a:lnTo>
                <a:lnTo>
                  <a:pt x="12272" y="20884"/>
                </a:lnTo>
                <a:lnTo>
                  <a:pt x="9328" y="20336"/>
                </a:lnTo>
                <a:lnTo>
                  <a:pt x="5920" y="19433"/>
                </a:lnTo>
                <a:lnTo>
                  <a:pt x="1117" y="18000"/>
                </a:lnTo>
                <a:lnTo>
                  <a:pt x="478" y="15412"/>
                </a:lnTo>
                <a:lnTo>
                  <a:pt x="123" y="12845"/>
                </a:lnTo>
                <a:lnTo>
                  <a:pt x="0" y="10289"/>
                </a:lnTo>
                <a:lnTo>
                  <a:pt x="77" y="7736"/>
                </a:lnTo>
                <a:lnTo>
                  <a:pt x="316" y="5177"/>
                </a:lnTo>
                <a:lnTo>
                  <a:pt x="678" y="2603"/>
                </a:lnTo>
                <a:lnTo>
                  <a:pt x="1117" y="0"/>
                </a:lnTo>
                <a:close/>
              </a:path>
            </a:pathLst>
          </a:custGeom>
          <a:solidFill>
            <a:srgbClr val="6061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7" name="contour_14945"/>
          <p:cNvSpPr/>
          <p:nvPr/>
        </p:nvSpPr>
        <p:spPr>
          <a:xfrm>
            <a:off x="564262" y="472261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5570" y="2588"/>
                </a:lnTo>
                <a:lnTo>
                  <a:pt x="16610" y="5210"/>
                </a:lnTo>
                <a:lnTo>
                  <a:pt x="17554" y="7867"/>
                </a:lnTo>
                <a:lnTo>
                  <a:pt x="18418" y="10554"/>
                </a:lnTo>
                <a:lnTo>
                  <a:pt x="19231" y="13275"/>
                </a:lnTo>
                <a:lnTo>
                  <a:pt x="20016" y="16023"/>
                </a:lnTo>
                <a:lnTo>
                  <a:pt x="20797" y="18796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82" y="20529"/>
                </a:lnTo>
                <a:lnTo>
                  <a:pt x="3575" y="19457"/>
                </a:lnTo>
                <a:lnTo>
                  <a:pt x="5375" y="18373"/>
                </a:lnTo>
                <a:lnTo>
                  <a:pt x="7200" y="17280"/>
                </a:lnTo>
                <a:lnTo>
                  <a:pt x="7686" y="14148"/>
                </a:lnTo>
                <a:lnTo>
                  <a:pt x="7801" y="11837"/>
                </a:lnTo>
                <a:lnTo>
                  <a:pt x="7650" y="8372"/>
                </a:lnTo>
                <a:lnTo>
                  <a:pt x="7582" y="7141"/>
                </a:lnTo>
                <a:lnTo>
                  <a:pt x="7466" y="4968"/>
                </a:lnTo>
                <a:lnTo>
                  <a:pt x="7200" y="0"/>
                </a:lnTo>
                <a:close/>
              </a:path>
            </a:pathLst>
          </a:custGeom>
          <a:solidFill>
            <a:srgbClr val="898A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8" name="contour_14946"/>
          <p:cNvSpPr/>
          <p:nvPr/>
        </p:nvSpPr>
        <p:spPr>
          <a:xfrm>
            <a:off x="8135829" y="4708043"/>
            <a:ext cx="3709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69" y="0"/>
                </a:moveTo>
                <a:lnTo>
                  <a:pt x="9658" y="1674"/>
                </a:lnTo>
                <a:lnTo>
                  <a:pt x="10461" y="3377"/>
                </a:lnTo>
                <a:lnTo>
                  <a:pt x="12273" y="5677"/>
                </a:lnTo>
                <a:lnTo>
                  <a:pt x="14114" y="7369"/>
                </a:lnTo>
                <a:lnTo>
                  <a:pt x="16164" y="8654"/>
                </a:lnTo>
                <a:lnTo>
                  <a:pt x="18600" y="9731"/>
                </a:lnTo>
                <a:lnTo>
                  <a:pt x="21600" y="10800"/>
                </a:lnTo>
                <a:lnTo>
                  <a:pt x="19499" y="12582"/>
                </a:lnTo>
                <a:lnTo>
                  <a:pt x="17395" y="14368"/>
                </a:lnTo>
                <a:lnTo>
                  <a:pt x="15281" y="16160"/>
                </a:lnTo>
                <a:lnTo>
                  <a:pt x="13159" y="17960"/>
                </a:lnTo>
                <a:lnTo>
                  <a:pt x="11025" y="19771"/>
                </a:lnTo>
                <a:lnTo>
                  <a:pt x="8869" y="21600"/>
                </a:lnTo>
                <a:lnTo>
                  <a:pt x="8869" y="19220"/>
                </a:lnTo>
                <a:lnTo>
                  <a:pt x="8869" y="16826"/>
                </a:lnTo>
                <a:lnTo>
                  <a:pt x="8869" y="14400"/>
                </a:lnTo>
                <a:lnTo>
                  <a:pt x="6064" y="14400"/>
                </a:lnTo>
                <a:lnTo>
                  <a:pt x="3242" y="14400"/>
                </a:lnTo>
                <a:lnTo>
                  <a:pt x="382" y="14400"/>
                </a:lnTo>
                <a:lnTo>
                  <a:pt x="127" y="11830"/>
                </a:lnTo>
                <a:lnTo>
                  <a:pt x="0" y="9983"/>
                </a:lnTo>
                <a:lnTo>
                  <a:pt x="0" y="8341"/>
                </a:lnTo>
                <a:lnTo>
                  <a:pt x="127" y="6386"/>
                </a:lnTo>
                <a:lnTo>
                  <a:pt x="382" y="3600"/>
                </a:lnTo>
                <a:lnTo>
                  <a:pt x="2903" y="2149"/>
                </a:lnTo>
                <a:lnTo>
                  <a:pt x="4626" y="1292"/>
                </a:lnTo>
                <a:lnTo>
                  <a:pt x="6348" y="688"/>
                </a:lnTo>
                <a:lnTo>
                  <a:pt x="8869" y="0"/>
                </a:lnTo>
                <a:close/>
              </a:path>
            </a:pathLst>
          </a:custGeom>
          <a:solidFill>
            <a:srgbClr val="6A6A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49" name="contour_14947"/>
          <p:cNvSpPr/>
          <p:nvPr/>
        </p:nvSpPr>
        <p:spPr>
          <a:xfrm>
            <a:off x="7939709" y="470075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569"/>
                </a:lnTo>
                <a:lnTo>
                  <a:pt x="6626" y="1040"/>
                </a:lnTo>
                <a:lnTo>
                  <a:pt x="9088" y="1588"/>
                </a:lnTo>
                <a:lnTo>
                  <a:pt x="12020" y="2383"/>
                </a:lnTo>
                <a:lnTo>
                  <a:pt x="16200" y="3600"/>
                </a:lnTo>
                <a:lnTo>
                  <a:pt x="18025" y="6386"/>
                </a:lnTo>
                <a:lnTo>
                  <a:pt x="19219" y="8341"/>
                </a:lnTo>
                <a:lnTo>
                  <a:pt x="20039" y="9983"/>
                </a:lnTo>
                <a:lnTo>
                  <a:pt x="20747" y="11830"/>
                </a:lnTo>
                <a:lnTo>
                  <a:pt x="21600" y="14400"/>
                </a:lnTo>
                <a:lnTo>
                  <a:pt x="20228" y="14857"/>
                </a:lnTo>
                <a:lnTo>
                  <a:pt x="18916" y="15296"/>
                </a:lnTo>
                <a:lnTo>
                  <a:pt x="17280" y="15840"/>
                </a:lnTo>
                <a:lnTo>
                  <a:pt x="14953" y="16618"/>
                </a:lnTo>
                <a:lnTo>
                  <a:pt x="11545" y="17752"/>
                </a:lnTo>
                <a:lnTo>
                  <a:pt x="6691" y="1937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534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0" name="contour_14948"/>
          <p:cNvSpPr/>
          <p:nvPr/>
        </p:nvSpPr>
        <p:spPr>
          <a:xfrm>
            <a:off x="5192137" y="4708043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492" y="2706"/>
                </a:lnTo>
                <a:lnTo>
                  <a:pt x="21341" y="5342"/>
                </a:lnTo>
                <a:lnTo>
                  <a:pt x="21114" y="7925"/>
                </a:lnTo>
                <a:lnTo>
                  <a:pt x="20794" y="10467"/>
                </a:lnTo>
                <a:lnTo>
                  <a:pt x="20347" y="12973"/>
                </a:lnTo>
                <a:lnTo>
                  <a:pt x="19750" y="15458"/>
                </a:lnTo>
                <a:lnTo>
                  <a:pt x="18979" y="17931"/>
                </a:lnTo>
                <a:lnTo>
                  <a:pt x="18000" y="20404"/>
                </a:lnTo>
                <a:lnTo>
                  <a:pt x="15390" y="21086"/>
                </a:lnTo>
                <a:lnTo>
                  <a:pt x="12830" y="21469"/>
                </a:lnTo>
                <a:lnTo>
                  <a:pt x="10300" y="21600"/>
                </a:lnTo>
                <a:lnTo>
                  <a:pt x="7772" y="21518"/>
                </a:lnTo>
                <a:lnTo>
                  <a:pt x="5231" y="21265"/>
                </a:lnTo>
                <a:lnTo>
                  <a:pt x="2646" y="20878"/>
                </a:lnTo>
                <a:lnTo>
                  <a:pt x="0" y="20404"/>
                </a:lnTo>
                <a:lnTo>
                  <a:pt x="1710" y="20070"/>
                </a:lnTo>
                <a:lnTo>
                  <a:pt x="3431" y="19727"/>
                </a:lnTo>
                <a:lnTo>
                  <a:pt x="5177" y="19384"/>
                </a:lnTo>
                <a:lnTo>
                  <a:pt x="8449" y="17552"/>
                </a:lnTo>
                <a:lnTo>
                  <a:pt x="10256" y="16217"/>
                </a:lnTo>
                <a:lnTo>
                  <a:pt x="11246" y="14724"/>
                </a:lnTo>
                <a:lnTo>
                  <a:pt x="12067" y="12418"/>
                </a:lnTo>
                <a:lnTo>
                  <a:pt x="12254" y="11296"/>
                </a:lnTo>
                <a:lnTo>
                  <a:pt x="12823" y="7909"/>
                </a:lnTo>
                <a:lnTo>
                  <a:pt x="13057" y="6746"/>
                </a:lnTo>
                <a:lnTo>
                  <a:pt x="13464" y="4693"/>
                </a:lnTo>
                <a:lnTo>
                  <a:pt x="14400" y="0"/>
                </a:lnTo>
                <a:close/>
              </a:path>
            </a:pathLst>
          </a:custGeom>
          <a:solidFill>
            <a:srgbClr val="D4D0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1" name="contour_14949"/>
          <p:cNvSpPr/>
          <p:nvPr/>
        </p:nvSpPr>
        <p:spPr>
          <a:xfrm>
            <a:off x="2276940" y="4708043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706" y="1696"/>
                </a:lnTo>
                <a:lnTo>
                  <a:pt x="14429" y="3413"/>
                </a:lnTo>
                <a:lnTo>
                  <a:pt x="15962" y="5152"/>
                </a:lnTo>
                <a:lnTo>
                  <a:pt x="17318" y="6915"/>
                </a:lnTo>
                <a:lnTo>
                  <a:pt x="18500" y="8708"/>
                </a:lnTo>
                <a:lnTo>
                  <a:pt x="19516" y="10527"/>
                </a:lnTo>
                <a:lnTo>
                  <a:pt x="20369" y="12382"/>
                </a:lnTo>
                <a:lnTo>
                  <a:pt x="21060" y="14272"/>
                </a:lnTo>
                <a:lnTo>
                  <a:pt x="21600" y="16200"/>
                </a:lnTo>
                <a:lnTo>
                  <a:pt x="18430" y="17771"/>
                </a:lnTo>
                <a:lnTo>
                  <a:pt x="16049" y="18876"/>
                </a:lnTo>
                <a:lnTo>
                  <a:pt x="14008" y="19659"/>
                </a:lnTo>
                <a:lnTo>
                  <a:pt x="11848" y="20274"/>
                </a:lnTo>
                <a:lnTo>
                  <a:pt x="9131" y="20871"/>
                </a:lnTo>
                <a:lnTo>
                  <a:pt x="5400" y="21600"/>
                </a:lnTo>
                <a:lnTo>
                  <a:pt x="4855" y="19742"/>
                </a:lnTo>
                <a:lnTo>
                  <a:pt x="4315" y="17888"/>
                </a:lnTo>
                <a:lnTo>
                  <a:pt x="3775" y="16030"/>
                </a:lnTo>
                <a:lnTo>
                  <a:pt x="3240" y="14175"/>
                </a:lnTo>
                <a:lnTo>
                  <a:pt x="2700" y="12317"/>
                </a:lnTo>
                <a:lnTo>
                  <a:pt x="2198" y="10592"/>
                </a:lnTo>
                <a:lnTo>
                  <a:pt x="1690" y="8856"/>
                </a:lnTo>
                <a:lnTo>
                  <a:pt x="1183" y="7098"/>
                </a:lnTo>
                <a:lnTo>
                  <a:pt x="497" y="4514"/>
                </a:lnTo>
                <a:lnTo>
                  <a:pt x="146" y="2913"/>
                </a:lnTo>
                <a:lnTo>
                  <a:pt x="16" y="1631"/>
                </a:lnTo>
                <a:lnTo>
                  <a:pt x="0" y="0"/>
                </a:lnTo>
                <a:close/>
              </a:path>
            </a:pathLst>
          </a:custGeom>
          <a:solidFill>
            <a:srgbClr val="A189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2" name="contour_14950"/>
          <p:cNvSpPr/>
          <p:nvPr/>
        </p:nvSpPr>
        <p:spPr>
          <a:xfrm>
            <a:off x="688158" y="4693467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0795" y="4107"/>
                </a:lnTo>
                <a:lnTo>
                  <a:pt x="20115" y="7341"/>
                </a:lnTo>
                <a:lnTo>
                  <a:pt x="19472" y="9847"/>
                </a:lnTo>
                <a:lnTo>
                  <a:pt x="18803" y="11772"/>
                </a:lnTo>
                <a:lnTo>
                  <a:pt x="18020" y="13262"/>
                </a:lnTo>
                <a:lnTo>
                  <a:pt x="17048" y="14466"/>
                </a:lnTo>
                <a:lnTo>
                  <a:pt x="15811" y="15530"/>
                </a:lnTo>
                <a:lnTo>
                  <a:pt x="14234" y="16601"/>
                </a:lnTo>
                <a:lnTo>
                  <a:pt x="12236" y="17826"/>
                </a:lnTo>
                <a:lnTo>
                  <a:pt x="9531" y="18814"/>
                </a:lnTo>
                <a:lnTo>
                  <a:pt x="7355" y="19536"/>
                </a:lnTo>
                <a:lnTo>
                  <a:pt x="4558" y="20347"/>
                </a:lnTo>
                <a:lnTo>
                  <a:pt x="0" y="21600"/>
                </a:lnTo>
                <a:lnTo>
                  <a:pt x="394" y="20779"/>
                </a:lnTo>
                <a:lnTo>
                  <a:pt x="1096" y="19329"/>
                </a:lnTo>
                <a:lnTo>
                  <a:pt x="2700" y="16009"/>
                </a:lnTo>
                <a:lnTo>
                  <a:pt x="3526" y="13988"/>
                </a:lnTo>
                <a:lnTo>
                  <a:pt x="4207" y="12000"/>
                </a:lnTo>
                <a:lnTo>
                  <a:pt x="4741" y="10035"/>
                </a:lnTo>
                <a:lnTo>
                  <a:pt x="5135" y="8078"/>
                </a:lnTo>
                <a:lnTo>
                  <a:pt x="5395" y="6110"/>
                </a:lnTo>
                <a:lnTo>
                  <a:pt x="5524" y="4116"/>
                </a:lnTo>
                <a:lnTo>
                  <a:pt x="5524" y="2086"/>
                </a:lnTo>
                <a:lnTo>
                  <a:pt x="5400" y="0"/>
                </a:lnTo>
                <a:close/>
              </a:path>
            </a:pathLst>
          </a:custGeom>
          <a:solidFill>
            <a:srgbClr val="E6DB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3" name="contour_14951"/>
          <p:cNvSpPr/>
          <p:nvPr/>
        </p:nvSpPr>
        <p:spPr>
          <a:xfrm>
            <a:off x="7859542" y="4693467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813" y="1284"/>
                </a:lnTo>
                <a:lnTo>
                  <a:pt x="16472" y="2546"/>
                </a:lnTo>
                <a:lnTo>
                  <a:pt x="17937" y="3814"/>
                </a:lnTo>
                <a:lnTo>
                  <a:pt x="19189" y="5122"/>
                </a:lnTo>
                <a:lnTo>
                  <a:pt x="20222" y="6502"/>
                </a:lnTo>
                <a:lnTo>
                  <a:pt x="21030" y="7985"/>
                </a:lnTo>
                <a:lnTo>
                  <a:pt x="21600" y="9600"/>
                </a:lnTo>
                <a:lnTo>
                  <a:pt x="20023" y="11107"/>
                </a:lnTo>
                <a:lnTo>
                  <a:pt x="18343" y="12550"/>
                </a:lnTo>
                <a:lnTo>
                  <a:pt x="16567" y="13937"/>
                </a:lnTo>
                <a:lnTo>
                  <a:pt x="14705" y="15278"/>
                </a:lnTo>
                <a:lnTo>
                  <a:pt x="12761" y="16582"/>
                </a:lnTo>
                <a:lnTo>
                  <a:pt x="10744" y="17858"/>
                </a:lnTo>
                <a:lnTo>
                  <a:pt x="8662" y="19114"/>
                </a:lnTo>
                <a:lnTo>
                  <a:pt x="6519" y="20357"/>
                </a:lnTo>
                <a:lnTo>
                  <a:pt x="4320" y="21600"/>
                </a:lnTo>
                <a:lnTo>
                  <a:pt x="2817" y="20482"/>
                </a:lnTo>
                <a:lnTo>
                  <a:pt x="1866" y="19608"/>
                </a:lnTo>
                <a:lnTo>
                  <a:pt x="1063" y="18530"/>
                </a:lnTo>
                <a:lnTo>
                  <a:pt x="0" y="16800"/>
                </a:lnTo>
                <a:lnTo>
                  <a:pt x="916" y="15281"/>
                </a:lnTo>
                <a:lnTo>
                  <a:pt x="1858" y="13812"/>
                </a:lnTo>
                <a:lnTo>
                  <a:pt x="2843" y="12379"/>
                </a:lnTo>
                <a:lnTo>
                  <a:pt x="3888" y="10963"/>
                </a:lnTo>
                <a:lnTo>
                  <a:pt x="5007" y="9542"/>
                </a:lnTo>
                <a:lnTo>
                  <a:pt x="6212" y="8100"/>
                </a:lnTo>
                <a:lnTo>
                  <a:pt x="7171" y="6926"/>
                </a:lnTo>
                <a:lnTo>
                  <a:pt x="8143" y="5738"/>
                </a:lnTo>
                <a:lnTo>
                  <a:pt x="9331" y="4301"/>
                </a:lnTo>
                <a:lnTo>
                  <a:pt x="10532" y="2866"/>
                </a:lnTo>
                <a:lnTo>
                  <a:pt x="11742" y="1430"/>
                </a:lnTo>
                <a:lnTo>
                  <a:pt x="12960" y="0"/>
                </a:lnTo>
                <a:close/>
              </a:path>
            </a:pathLst>
          </a:custGeom>
          <a:solidFill>
            <a:srgbClr val="8082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4" name="contour_14952"/>
          <p:cNvSpPr/>
          <p:nvPr/>
        </p:nvSpPr>
        <p:spPr>
          <a:xfrm>
            <a:off x="1475261" y="4700755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462" y="20887"/>
                </a:lnTo>
                <a:lnTo>
                  <a:pt x="17320" y="20174"/>
                </a:lnTo>
                <a:lnTo>
                  <a:pt x="15179" y="19462"/>
                </a:lnTo>
                <a:lnTo>
                  <a:pt x="13034" y="18742"/>
                </a:lnTo>
                <a:lnTo>
                  <a:pt x="10880" y="18029"/>
                </a:lnTo>
                <a:lnTo>
                  <a:pt x="8723" y="17309"/>
                </a:lnTo>
                <a:lnTo>
                  <a:pt x="6557" y="16589"/>
                </a:lnTo>
                <a:lnTo>
                  <a:pt x="4382" y="15862"/>
                </a:lnTo>
                <a:lnTo>
                  <a:pt x="2197" y="1513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615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5" name="contour_14953"/>
          <p:cNvSpPr/>
          <p:nvPr/>
        </p:nvSpPr>
        <p:spPr>
          <a:xfrm>
            <a:off x="10191699" y="469346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8775" y="12820"/>
                </a:lnTo>
                <a:lnTo>
                  <a:pt x="16705" y="14121"/>
                </a:lnTo>
                <a:lnTo>
                  <a:pt x="14386" y="15287"/>
                </a:lnTo>
                <a:lnTo>
                  <a:pt x="10800" y="16875"/>
                </a:lnTo>
                <a:lnTo>
                  <a:pt x="8791" y="17782"/>
                </a:lnTo>
                <a:lnTo>
                  <a:pt x="6774" y="18695"/>
                </a:lnTo>
                <a:lnTo>
                  <a:pt x="4726" y="19618"/>
                </a:lnTo>
                <a:lnTo>
                  <a:pt x="3551" y="2011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6" name="contour_14954"/>
          <p:cNvSpPr/>
          <p:nvPr/>
        </p:nvSpPr>
        <p:spPr>
          <a:xfrm>
            <a:off x="8085469" y="469346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E8E9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7" name="contour_14955"/>
          <p:cNvSpPr/>
          <p:nvPr/>
        </p:nvSpPr>
        <p:spPr>
          <a:xfrm>
            <a:off x="7101590" y="4700755"/>
            <a:ext cx="51016" cy="29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952"/>
                </a:lnTo>
                <a:lnTo>
                  <a:pt x="3888" y="1905"/>
                </a:lnTo>
                <a:lnTo>
                  <a:pt x="5835" y="2857"/>
                </a:lnTo>
                <a:lnTo>
                  <a:pt x="7785" y="3815"/>
                </a:lnTo>
                <a:lnTo>
                  <a:pt x="9742" y="4773"/>
                </a:lnTo>
                <a:lnTo>
                  <a:pt x="11698" y="5731"/>
                </a:lnTo>
                <a:lnTo>
                  <a:pt x="13664" y="6694"/>
                </a:lnTo>
                <a:lnTo>
                  <a:pt x="15635" y="7662"/>
                </a:lnTo>
                <a:lnTo>
                  <a:pt x="17613" y="8630"/>
                </a:lnTo>
                <a:lnTo>
                  <a:pt x="19604" y="9604"/>
                </a:lnTo>
                <a:lnTo>
                  <a:pt x="21600" y="10583"/>
                </a:lnTo>
                <a:lnTo>
                  <a:pt x="18986" y="15044"/>
                </a:lnTo>
                <a:lnTo>
                  <a:pt x="17138" y="18044"/>
                </a:lnTo>
                <a:lnTo>
                  <a:pt x="15802" y="19896"/>
                </a:lnTo>
                <a:lnTo>
                  <a:pt x="14710" y="20902"/>
                </a:lnTo>
                <a:lnTo>
                  <a:pt x="13608" y="21367"/>
                </a:lnTo>
                <a:lnTo>
                  <a:pt x="12235" y="21600"/>
                </a:lnTo>
                <a:lnTo>
                  <a:pt x="10661" y="20891"/>
                </a:lnTo>
                <a:lnTo>
                  <a:pt x="9066" y="20171"/>
                </a:lnTo>
                <a:lnTo>
                  <a:pt x="7480" y="19568"/>
                </a:lnTo>
                <a:lnTo>
                  <a:pt x="5869" y="18954"/>
                </a:lnTo>
                <a:lnTo>
                  <a:pt x="4681" y="17584"/>
                </a:lnTo>
                <a:lnTo>
                  <a:pt x="3795" y="16197"/>
                </a:lnTo>
                <a:lnTo>
                  <a:pt x="3049" y="14277"/>
                </a:lnTo>
                <a:lnTo>
                  <a:pt x="2274" y="11287"/>
                </a:lnTo>
                <a:lnTo>
                  <a:pt x="1311" y="6704"/>
                </a:lnTo>
                <a:lnTo>
                  <a:pt x="0" y="0"/>
                </a:lnTo>
                <a:close/>
              </a:path>
            </a:pathLst>
          </a:custGeom>
          <a:solidFill>
            <a:srgbClr val="23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8" name="contour_14956"/>
          <p:cNvSpPr/>
          <p:nvPr/>
        </p:nvSpPr>
        <p:spPr>
          <a:xfrm>
            <a:off x="9659675" y="4694589"/>
            <a:ext cx="51016" cy="21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78"/>
                </a:moveTo>
                <a:lnTo>
                  <a:pt x="20310" y="10515"/>
                </a:lnTo>
                <a:lnTo>
                  <a:pt x="19236" y="13480"/>
                </a:lnTo>
                <a:lnTo>
                  <a:pt x="17801" y="16445"/>
                </a:lnTo>
                <a:lnTo>
                  <a:pt x="15429" y="20782"/>
                </a:lnTo>
                <a:lnTo>
                  <a:pt x="13216" y="21235"/>
                </a:lnTo>
                <a:lnTo>
                  <a:pt x="11013" y="21505"/>
                </a:lnTo>
                <a:lnTo>
                  <a:pt x="8816" y="21600"/>
                </a:lnTo>
                <a:lnTo>
                  <a:pt x="6619" y="21549"/>
                </a:lnTo>
                <a:lnTo>
                  <a:pt x="4422" y="21381"/>
                </a:lnTo>
                <a:lnTo>
                  <a:pt x="2216" y="21118"/>
                </a:lnTo>
                <a:lnTo>
                  <a:pt x="0" y="20782"/>
                </a:lnTo>
                <a:lnTo>
                  <a:pt x="0" y="15955"/>
                </a:lnTo>
                <a:lnTo>
                  <a:pt x="0" y="11099"/>
                </a:lnTo>
                <a:lnTo>
                  <a:pt x="0" y="6178"/>
                </a:lnTo>
                <a:lnTo>
                  <a:pt x="2308" y="3512"/>
                </a:lnTo>
                <a:lnTo>
                  <a:pt x="4505" y="1643"/>
                </a:lnTo>
                <a:lnTo>
                  <a:pt x="6619" y="497"/>
                </a:lnTo>
                <a:lnTo>
                  <a:pt x="8677" y="0"/>
                </a:lnTo>
                <a:lnTo>
                  <a:pt x="10714" y="66"/>
                </a:lnTo>
                <a:lnTo>
                  <a:pt x="12756" y="621"/>
                </a:lnTo>
                <a:lnTo>
                  <a:pt x="14836" y="1592"/>
                </a:lnTo>
                <a:lnTo>
                  <a:pt x="16984" y="2892"/>
                </a:lnTo>
                <a:lnTo>
                  <a:pt x="19227" y="4447"/>
                </a:lnTo>
                <a:lnTo>
                  <a:pt x="21600" y="6178"/>
                </a:lnTo>
                <a:close/>
              </a:path>
            </a:pathLst>
          </a:custGeom>
          <a:solidFill>
            <a:srgbClr val="765E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59" name="contour_14957"/>
          <p:cNvSpPr/>
          <p:nvPr/>
        </p:nvSpPr>
        <p:spPr>
          <a:xfrm>
            <a:off x="3668946" y="467160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1156" y="15111"/>
                </a:lnTo>
                <a:lnTo>
                  <a:pt x="2327" y="12947"/>
                </a:lnTo>
                <a:lnTo>
                  <a:pt x="3521" y="10791"/>
                </a:lnTo>
                <a:lnTo>
                  <a:pt x="4725" y="8640"/>
                </a:lnTo>
                <a:lnTo>
                  <a:pt x="6043" y="6229"/>
                </a:lnTo>
                <a:lnTo>
                  <a:pt x="7382" y="3780"/>
                </a:lnTo>
                <a:lnTo>
                  <a:pt x="9077" y="1905"/>
                </a:lnTo>
                <a:lnTo>
                  <a:pt x="10800" y="0"/>
                </a:lnTo>
                <a:close/>
              </a:path>
            </a:pathLst>
          </a:custGeom>
          <a:solidFill>
            <a:srgbClr val="D8E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0" name="contour_14958"/>
          <p:cNvSpPr/>
          <p:nvPr/>
        </p:nvSpPr>
        <p:spPr>
          <a:xfrm>
            <a:off x="7378534" y="4670385"/>
            <a:ext cx="58304" cy="29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896"/>
                </a:moveTo>
                <a:lnTo>
                  <a:pt x="4658" y="172"/>
                </a:lnTo>
                <a:lnTo>
                  <a:pt x="6102" y="0"/>
                </a:lnTo>
                <a:lnTo>
                  <a:pt x="8267" y="225"/>
                </a:lnTo>
                <a:lnTo>
                  <a:pt x="9995" y="445"/>
                </a:lnTo>
                <a:lnTo>
                  <a:pt x="11737" y="670"/>
                </a:lnTo>
                <a:lnTo>
                  <a:pt x="13500" y="896"/>
                </a:lnTo>
                <a:lnTo>
                  <a:pt x="13500" y="4441"/>
                </a:lnTo>
                <a:lnTo>
                  <a:pt x="13500" y="8008"/>
                </a:lnTo>
                <a:lnTo>
                  <a:pt x="13500" y="11623"/>
                </a:lnTo>
                <a:lnTo>
                  <a:pt x="15509" y="13275"/>
                </a:lnTo>
                <a:lnTo>
                  <a:pt x="16934" y="14380"/>
                </a:lnTo>
                <a:lnTo>
                  <a:pt x="18166" y="15196"/>
                </a:lnTo>
                <a:lnTo>
                  <a:pt x="19591" y="15979"/>
                </a:lnTo>
                <a:lnTo>
                  <a:pt x="21600" y="16987"/>
                </a:lnTo>
                <a:lnTo>
                  <a:pt x="19867" y="18709"/>
                </a:lnTo>
                <a:lnTo>
                  <a:pt x="18252" y="20050"/>
                </a:lnTo>
                <a:lnTo>
                  <a:pt x="16705" y="20999"/>
                </a:lnTo>
                <a:lnTo>
                  <a:pt x="15158" y="21525"/>
                </a:lnTo>
                <a:lnTo>
                  <a:pt x="13559" y="21600"/>
                </a:lnTo>
                <a:lnTo>
                  <a:pt x="11845" y="21208"/>
                </a:lnTo>
                <a:lnTo>
                  <a:pt x="9958" y="20318"/>
                </a:lnTo>
                <a:lnTo>
                  <a:pt x="8278" y="18945"/>
                </a:lnTo>
                <a:lnTo>
                  <a:pt x="6607" y="17550"/>
                </a:lnTo>
                <a:lnTo>
                  <a:pt x="4946" y="16118"/>
                </a:lnTo>
                <a:lnTo>
                  <a:pt x="3291" y="14659"/>
                </a:lnTo>
                <a:lnTo>
                  <a:pt x="1642" y="13163"/>
                </a:lnTo>
                <a:lnTo>
                  <a:pt x="0" y="11623"/>
                </a:lnTo>
                <a:lnTo>
                  <a:pt x="605" y="8464"/>
                </a:lnTo>
                <a:lnTo>
                  <a:pt x="1088" y="6292"/>
                </a:lnTo>
                <a:lnTo>
                  <a:pt x="1704" y="4103"/>
                </a:lnTo>
                <a:lnTo>
                  <a:pt x="2700" y="896"/>
                </a:lnTo>
                <a:close/>
              </a:path>
            </a:pathLst>
          </a:custGeom>
          <a:solidFill>
            <a:srgbClr val="F7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1" name="contour_14959"/>
          <p:cNvSpPr/>
          <p:nvPr/>
        </p:nvSpPr>
        <p:spPr>
          <a:xfrm>
            <a:off x="7232774" y="4657027"/>
            <a:ext cx="4471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20" y="670"/>
                </a:lnTo>
                <a:lnTo>
                  <a:pt x="4236" y="1356"/>
                </a:lnTo>
                <a:lnTo>
                  <a:pt x="6348" y="2061"/>
                </a:lnTo>
                <a:lnTo>
                  <a:pt x="8457" y="2778"/>
                </a:lnTo>
                <a:lnTo>
                  <a:pt x="10562" y="3508"/>
                </a:lnTo>
                <a:lnTo>
                  <a:pt x="12527" y="4160"/>
                </a:lnTo>
                <a:lnTo>
                  <a:pt x="14502" y="4817"/>
                </a:lnTo>
                <a:lnTo>
                  <a:pt x="16505" y="5486"/>
                </a:lnTo>
                <a:lnTo>
                  <a:pt x="18030" y="6528"/>
                </a:lnTo>
                <a:lnTo>
                  <a:pt x="19569" y="7577"/>
                </a:lnTo>
                <a:lnTo>
                  <a:pt x="21125" y="8640"/>
                </a:lnTo>
                <a:lnTo>
                  <a:pt x="21442" y="12010"/>
                </a:lnTo>
                <a:lnTo>
                  <a:pt x="21600" y="14364"/>
                </a:lnTo>
                <a:lnTo>
                  <a:pt x="21600" y="16334"/>
                </a:lnTo>
                <a:lnTo>
                  <a:pt x="21442" y="18541"/>
                </a:lnTo>
                <a:lnTo>
                  <a:pt x="21125" y="21600"/>
                </a:lnTo>
                <a:lnTo>
                  <a:pt x="18970" y="20758"/>
                </a:lnTo>
                <a:lnTo>
                  <a:pt x="16822" y="19885"/>
                </a:lnTo>
                <a:lnTo>
                  <a:pt x="14678" y="18995"/>
                </a:lnTo>
                <a:lnTo>
                  <a:pt x="12541" y="18092"/>
                </a:lnTo>
                <a:lnTo>
                  <a:pt x="10946" y="17440"/>
                </a:lnTo>
                <a:lnTo>
                  <a:pt x="9344" y="16783"/>
                </a:lnTo>
                <a:lnTo>
                  <a:pt x="7714" y="16114"/>
                </a:lnTo>
                <a:lnTo>
                  <a:pt x="5651" y="14520"/>
                </a:lnTo>
                <a:lnTo>
                  <a:pt x="4278" y="13206"/>
                </a:lnTo>
                <a:lnTo>
                  <a:pt x="3288" y="11694"/>
                </a:lnTo>
                <a:lnTo>
                  <a:pt x="2366" y="9504"/>
                </a:lnTo>
                <a:lnTo>
                  <a:pt x="1197" y="6160"/>
                </a:lnTo>
                <a:lnTo>
                  <a:pt x="803" y="4126"/>
                </a:lnTo>
                <a:lnTo>
                  <a:pt x="405" y="2078"/>
                </a:lnTo>
                <a:lnTo>
                  <a:pt x="0" y="0"/>
                </a:lnTo>
                <a:close/>
              </a:path>
            </a:pathLst>
          </a:custGeom>
          <a:solidFill>
            <a:srgbClr val="C6C8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2" name="contour_14960"/>
          <p:cNvSpPr/>
          <p:nvPr/>
        </p:nvSpPr>
        <p:spPr>
          <a:xfrm>
            <a:off x="5104316" y="4677579"/>
            <a:ext cx="29516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" y="629"/>
                </a:moveTo>
                <a:lnTo>
                  <a:pt x="4075" y="210"/>
                </a:lnTo>
                <a:lnTo>
                  <a:pt x="6811" y="0"/>
                </a:lnTo>
                <a:lnTo>
                  <a:pt x="9243" y="0"/>
                </a:lnTo>
                <a:lnTo>
                  <a:pt x="12139" y="210"/>
                </a:lnTo>
                <a:lnTo>
                  <a:pt x="16267" y="629"/>
                </a:lnTo>
                <a:lnTo>
                  <a:pt x="18096" y="2859"/>
                </a:lnTo>
                <a:lnTo>
                  <a:pt x="19504" y="5089"/>
                </a:lnTo>
                <a:lnTo>
                  <a:pt x="20517" y="7350"/>
                </a:lnTo>
                <a:lnTo>
                  <a:pt x="21184" y="9668"/>
                </a:lnTo>
                <a:lnTo>
                  <a:pt x="21531" y="12079"/>
                </a:lnTo>
                <a:lnTo>
                  <a:pt x="21600" y="14610"/>
                </a:lnTo>
                <a:lnTo>
                  <a:pt x="18619" y="17175"/>
                </a:lnTo>
                <a:lnTo>
                  <a:pt x="16517" y="18762"/>
                </a:lnTo>
                <a:lnTo>
                  <a:pt x="14288" y="20017"/>
                </a:lnTo>
                <a:lnTo>
                  <a:pt x="10933" y="21600"/>
                </a:lnTo>
                <a:lnTo>
                  <a:pt x="8283" y="19258"/>
                </a:lnTo>
                <a:lnTo>
                  <a:pt x="6000" y="17070"/>
                </a:lnTo>
                <a:lnTo>
                  <a:pt x="4091" y="14966"/>
                </a:lnTo>
                <a:lnTo>
                  <a:pt x="2544" y="12890"/>
                </a:lnTo>
                <a:lnTo>
                  <a:pt x="1360" y="10772"/>
                </a:lnTo>
                <a:lnTo>
                  <a:pt x="544" y="8553"/>
                </a:lnTo>
                <a:lnTo>
                  <a:pt x="91" y="6165"/>
                </a:lnTo>
                <a:lnTo>
                  <a:pt x="0" y="3544"/>
                </a:lnTo>
                <a:lnTo>
                  <a:pt x="267" y="629"/>
                </a:lnTo>
                <a:close/>
              </a:path>
            </a:pathLst>
          </a:custGeom>
          <a:solidFill>
            <a:srgbClr val="E7E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3" name="contour_14961"/>
          <p:cNvSpPr/>
          <p:nvPr/>
        </p:nvSpPr>
        <p:spPr>
          <a:xfrm>
            <a:off x="2743372" y="4649739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069" y="1821"/>
                </a:lnTo>
                <a:lnTo>
                  <a:pt x="13214" y="3592"/>
                </a:lnTo>
                <a:lnTo>
                  <a:pt x="14245" y="5341"/>
                </a:lnTo>
                <a:lnTo>
                  <a:pt x="15190" y="7106"/>
                </a:lnTo>
                <a:lnTo>
                  <a:pt x="16060" y="8915"/>
                </a:lnTo>
                <a:lnTo>
                  <a:pt x="16875" y="10800"/>
                </a:lnTo>
                <a:lnTo>
                  <a:pt x="17577" y="12349"/>
                </a:lnTo>
                <a:lnTo>
                  <a:pt x="18290" y="13923"/>
                </a:lnTo>
                <a:lnTo>
                  <a:pt x="19138" y="15839"/>
                </a:lnTo>
                <a:lnTo>
                  <a:pt x="19969" y="17758"/>
                </a:lnTo>
                <a:lnTo>
                  <a:pt x="20790" y="19678"/>
                </a:lnTo>
                <a:lnTo>
                  <a:pt x="21600" y="21600"/>
                </a:lnTo>
                <a:lnTo>
                  <a:pt x="17696" y="21119"/>
                </a:lnTo>
                <a:lnTo>
                  <a:pt x="14899" y="20717"/>
                </a:lnTo>
                <a:lnTo>
                  <a:pt x="12436" y="20248"/>
                </a:lnTo>
                <a:lnTo>
                  <a:pt x="9531" y="19563"/>
                </a:lnTo>
                <a:lnTo>
                  <a:pt x="5400" y="18514"/>
                </a:lnTo>
                <a:lnTo>
                  <a:pt x="4045" y="16351"/>
                </a:lnTo>
                <a:lnTo>
                  <a:pt x="3170" y="14777"/>
                </a:lnTo>
                <a:lnTo>
                  <a:pt x="2608" y="13340"/>
                </a:lnTo>
                <a:lnTo>
                  <a:pt x="2171" y="11587"/>
                </a:lnTo>
                <a:lnTo>
                  <a:pt x="1685" y="9066"/>
                </a:lnTo>
                <a:lnTo>
                  <a:pt x="1334" y="7372"/>
                </a:lnTo>
                <a:lnTo>
                  <a:pt x="972" y="5668"/>
                </a:lnTo>
                <a:lnTo>
                  <a:pt x="610" y="3940"/>
                </a:lnTo>
                <a:lnTo>
                  <a:pt x="459" y="2962"/>
                </a:lnTo>
                <a:lnTo>
                  <a:pt x="0" y="0"/>
                </a:lnTo>
                <a:close/>
              </a:path>
            </a:pathLst>
          </a:custGeom>
          <a:solidFill>
            <a:srgbClr val="E2EC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4" name="contour_14962"/>
          <p:cNvSpPr/>
          <p:nvPr/>
        </p:nvSpPr>
        <p:spPr>
          <a:xfrm>
            <a:off x="469518" y="465702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5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5" name="contour_14963"/>
          <p:cNvSpPr/>
          <p:nvPr/>
        </p:nvSpPr>
        <p:spPr>
          <a:xfrm>
            <a:off x="10650835" y="4650489"/>
            <a:ext cx="43728" cy="356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80" y="375"/>
                </a:moveTo>
                <a:lnTo>
                  <a:pt x="18439" y="1557"/>
                </a:lnTo>
                <a:lnTo>
                  <a:pt x="20009" y="2748"/>
                </a:lnTo>
                <a:lnTo>
                  <a:pt x="21600" y="3957"/>
                </a:lnTo>
                <a:lnTo>
                  <a:pt x="21600" y="6868"/>
                </a:lnTo>
                <a:lnTo>
                  <a:pt x="21600" y="9805"/>
                </a:lnTo>
                <a:lnTo>
                  <a:pt x="21600" y="12778"/>
                </a:lnTo>
                <a:lnTo>
                  <a:pt x="19462" y="12778"/>
                </a:lnTo>
                <a:lnTo>
                  <a:pt x="17320" y="12778"/>
                </a:lnTo>
                <a:lnTo>
                  <a:pt x="15163" y="12778"/>
                </a:lnTo>
                <a:lnTo>
                  <a:pt x="12992" y="12778"/>
                </a:lnTo>
                <a:lnTo>
                  <a:pt x="10800" y="12778"/>
                </a:lnTo>
                <a:lnTo>
                  <a:pt x="10800" y="15689"/>
                </a:lnTo>
                <a:lnTo>
                  <a:pt x="10800" y="18627"/>
                </a:lnTo>
                <a:lnTo>
                  <a:pt x="10800" y="21600"/>
                </a:lnTo>
                <a:lnTo>
                  <a:pt x="8662" y="21600"/>
                </a:lnTo>
                <a:lnTo>
                  <a:pt x="6520" y="21600"/>
                </a:lnTo>
                <a:lnTo>
                  <a:pt x="4363" y="21600"/>
                </a:lnTo>
                <a:lnTo>
                  <a:pt x="2192" y="21600"/>
                </a:lnTo>
                <a:lnTo>
                  <a:pt x="0" y="21600"/>
                </a:lnTo>
                <a:lnTo>
                  <a:pt x="25" y="17282"/>
                </a:lnTo>
                <a:lnTo>
                  <a:pt x="176" y="14212"/>
                </a:lnTo>
                <a:lnTo>
                  <a:pt x="594" y="11931"/>
                </a:lnTo>
                <a:lnTo>
                  <a:pt x="1404" y="9995"/>
                </a:lnTo>
                <a:lnTo>
                  <a:pt x="2736" y="7948"/>
                </a:lnTo>
                <a:lnTo>
                  <a:pt x="4727" y="5333"/>
                </a:lnTo>
                <a:lnTo>
                  <a:pt x="7160" y="2611"/>
                </a:lnTo>
                <a:lnTo>
                  <a:pt x="9079" y="940"/>
                </a:lnTo>
                <a:lnTo>
                  <a:pt x="10994" y="128"/>
                </a:lnTo>
                <a:lnTo>
                  <a:pt x="13424" y="0"/>
                </a:lnTo>
                <a:lnTo>
                  <a:pt x="16880" y="375"/>
                </a:lnTo>
                <a:close/>
              </a:path>
            </a:pathLst>
          </a:custGeom>
          <a:solidFill>
            <a:srgbClr val="AEB2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6" name="contour_14964"/>
          <p:cNvSpPr/>
          <p:nvPr/>
        </p:nvSpPr>
        <p:spPr>
          <a:xfrm>
            <a:off x="1373229" y="4657027"/>
            <a:ext cx="230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1" y="0"/>
                </a:moveTo>
                <a:lnTo>
                  <a:pt x="10213" y="893"/>
                </a:lnTo>
                <a:lnTo>
                  <a:pt x="13614" y="1786"/>
                </a:lnTo>
                <a:lnTo>
                  <a:pt x="17030" y="2689"/>
                </a:lnTo>
                <a:lnTo>
                  <a:pt x="20493" y="3600"/>
                </a:lnTo>
                <a:lnTo>
                  <a:pt x="21258" y="6156"/>
                </a:lnTo>
                <a:lnTo>
                  <a:pt x="21600" y="7967"/>
                </a:lnTo>
                <a:lnTo>
                  <a:pt x="21600" y="9904"/>
                </a:lnTo>
                <a:lnTo>
                  <a:pt x="21347" y="12823"/>
                </a:lnTo>
                <a:lnTo>
                  <a:pt x="21163" y="15289"/>
                </a:lnTo>
                <a:lnTo>
                  <a:pt x="20972" y="17788"/>
                </a:lnTo>
                <a:lnTo>
                  <a:pt x="20732" y="19681"/>
                </a:lnTo>
                <a:lnTo>
                  <a:pt x="20493" y="21600"/>
                </a:lnTo>
                <a:lnTo>
                  <a:pt x="16436" y="21600"/>
                </a:lnTo>
                <a:lnTo>
                  <a:pt x="12364" y="21600"/>
                </a:lnTo>
                <a:lnTo>
                  <a:pt x="8279" y="21600"/>
                </a:lnTo>
                <a:lnTo>
                  <a:pt x="4160" y="21600"/>
                </a:lnTo>
                <a:lnTo>
                  <a:pt x="0" y="21600"/>
                </a:lnTo>
                <a:lnTo>
                  <a:pt x="751" y="19224"/>
                </a:lnTo>
                <a:lnTo>
                  <a:pt x="1503" y="16844"/>
                </a:lnTo>
                <a:lnTo>
                  <a:pt x="2254" y="14465"/>
                </a:lnTo>
                <a:lnTo>
                  <a:pt x="3013" y="12078"/>
                </a:lnTo>
                <a:lnTo>
                  <a:pt x="3771" y="9684"/>
                </a:lnTo>
                <a:lnTo>
                  <a:pt x="4529" y="7279"/>
                </a:lnTo>
                <a:lnTo>
                  <a:pt x="5294" y="4867"/>
                </a:lnTo>
                <a:lnTo>
                  <a:pt x="6059" y="2441"/>
                </a:lnTo>
                <a:lnTo>
                  <a:pt x="6831" y="0"/>
                </a:lnTo>
                <a:close/>
              </a:path>
            </a:pathLst>
          </a:custGeom>
          <a:solidFill>
            <a:srgbClr val="44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7" name="contour_14965"/>
          <p:cNvSpPr/>
          <p:nvPr/>
        </p:nvSpPr>
        <p:spPr>
          <a:xfrm>
            <a:off x="10505082" y="4649739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10" y="1840"/>
                </a:lnTo>
                <a:lnTo>
                  <a:pt x="9400" y="3231"/>
                </a:lnTo>
                <a:lnTo>
                  <a:pt x="12330" y="4316"/>
                </a:lnTo>
                <a:lnTo>
                  <a:pt x="14557" y="5244"/>
                </a:lnTo>
                <a:lnTo>
                  <a:pt x="16453" y="6178"/>
                </a:lnTo>
                <a:lnTo>
                  <a:pt x="18370" y="7258"/>
                </a:lnTo>
                <a:lnTo>
                  <a:pt x="20670" y="8640"/>
                </a:lnTo>
                <a:lnTo>
                  <a:pt x="212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290" y="18645"/>
                </a:lnTo>
                <a:lnTo>
                  <a:pt x="20670" y="21600"/>
                </a:lnTo>
                <a:lnTo>
                  <a:pt x="17259" y="21600"/>
                </a:lnTo>
                <a:lnTo>
                  <a:pt x="13844" y="21600"/>
                </a:lnTo>
                <a:lnTo>
                  <a:pt x="10412" y="21600"/>
                </a:lnTo>
                <a:lnTo>
                  <a:pt x="6966" y="21600"/>
                </a:lnTo>
                <a:lnTo>
                  <a:pt x="3498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5A58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8" name="contour_14966"/>
          <p:cNvSpPr/>
          <p:nvPr/>
        </p:nvSpPr>
        <p:spPr>
          <a:xfrm>
            <a:off x="10905922" y="4649739"/>
            <a:ext cx="65592" cy="303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1026"/>
                </a:lnTo>
                <a:lnTo>
                  <a:pt x="17256" y="2057"/>
                </a:lnTo>
                <a:lnTo>
                  <a:pt x="18691" y="3088"/>
                </a:lnTo>
                <a:lnTo>
                  <a:pt x="20138" y="4129"/>
                </a:lnTo>
                <a:lnTo>
                  <a:pt x="21600" y="5181"/>
                </a:lnTo>
                <a:lnTo>
                  <a:pt x="20784" y="9818"/>
                </a:lnTo>
                <a:lnTo>
                  <a:pt x="20153" y="13056"/>
                </a:lnTo>
                <a:lnTo>
                  <a:pt x="19572" y="15341"/>
                </a:lnTo>
                <a:lnTo>
                  <a:pt x="18910" y="17087"/>
                </a:lnTo>
                <a:lnTo>
                  <a:pt x="18029" y="18740"/>
                </a:lnTo>
                <a:lnTo>
                  <a:pt x="16800" y="20724"/>
                </a:lnTo>
                <a:lnTo>
                  <a:pt x="15110" y="21097"/>
                </a:lnTo>
                <a:lnTo>
                  <a:pt x="13428" y="21362"/>
                </a:lnTo>
                <a:lnTo>
                  <a:pt x="11753" y="21522"/>
                </a:lnTo>
                <a:lnTo>
                  <a:pt x="10078" y="21600"/>
                </a:lnTo>
                <a:lnTo>
                  <a:pt x="8405" y="21595"/>
                </a:lnTo>
                <a:lnTo>
                  <a:pt x="6732" y="21517"/>
                </a:lnTo>
                <a:lnTo>
                  <a:pt x="5057" y="21382"/>
                </a:lnTo>
                <a:lnTo>
                  <a:pt x="3377" y="21201"/>
                </a:lnTo>
                <a:lnTo>
                  <a:pt x="1692" y="20978"/>
                </a:lnTo>
                <a:lnTo>
                  <a:pt x="0" y="20724"/>
                </a:lnTo>
                <a:lnTo>
                  <a:pt x="0" y="18155"/>
                </a:lnTo>
                <a:lnTo>
                  <a:pt x="0" y="15543"/>
                </a:lnTo>
                <a:lnTo>
                  <a:pt x="1514" y="14839"/>
                </a:lnTo>
                <a:lnTo>
                  <a:pt x="3031" y="14232"/>
                </a:lnTo>
                <a:lnTo>
                  <a:pt x="4550" y="13699"/>
                </a:lnTo>
                <a:lnTo>
                  <a:pt x="6074" y="13217"/>
                </a:lnTo>
                <a:lnTo>
                  <a:pt x="7606" y="12766"/>
                </a:lnTo>
                <a:lnTo>
                  <a:pt x="9142" y="12326"/>
                </a:lnTo>
                <a:lnTo>
                  <a:pt x="10819" y="11108"/>
                </a:lnTo>
                <a:lnTo>
                  <a:pt x="11842" y="9937"/>
                </a:lnTo>
                <a:lnTo>
                  <a:pt x="12624" y="8129"/>
                </a:lnTo>
                <a:lnTo>
                  <a:pt x="13584" y="5000"/>
                </a:lnTo>
                <a:lnTo>
                  <a:pt x="13788" y="3756"/>
                </a:lnTo>
                <a:lnTo>
                  <a:pt x="14400" y="0"/>
                </a:lnTo>
                <a:close/>
              </a:path>
            </a:pathLst>
          </a:custGeom>
          <a:solidFill>
            <a:srgbClr val="EC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69" name="contour_14967"/>
          <p:cNvSpPr/>
          <p:nvPr/>
        </p:nvSpPr>
        <p:spPr>
          <a:xfrm>
            <a:off x="8295509" y="464973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5552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0" name="contour_14968"/>
          <p:cNvSpPr/>
          <p:nvPr/>
        </p:nvSpPr>
        <p:spPr>
          <a:xfrm>
            <a:off x="4288426" y="4642451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40"/>
                </a:lnTo>
                <a:lnTo>
                  <a:pt x="2084" y="660"/>
                </a:lnTo>
                <a:lnTo>
                  <a:pt x="3175" y="1001"/>
                </a:lnTo>
                <a:lnTo>
                  <a:pt x="4536" y="1430"/>
                </a:lnTo>
                <a:lnTo>
                  <a:pt x="6343" y="2001"/>
                </a:lnTo>
                <a:lnTo>
                  <a:pt x="8777" y="2764"/>
                </a:lnTo>
                <a:lnTo>
                  <a:pt x="12010" y="3785"/>
                </a:lnTo>
                <a:lnTo>
                  <a:pt x="16225" y="5112"/>
                </a:lnTo>
                <a:lnTo>
                  <a:pt x="21600" y="6807"/>
                </a:lnTo>
                <a:lnTo>
                  <a:pt x="21600" y="11307"/>
                </a:lnTo>
                <a:lnTo>
                  <a:pt x="21600" y="15834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F8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1" name="contour_14969"/>
          <p:cNvSpPr/>
          <p:nvPr/>
        </p:nvSpPr>
        <p:spPr>
          <a:xfrm>
            <a:off x="695446" y="4642451"/>
            <a:ext cx="655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280" y="2376"/>
                </a:lnTo>
                <a:lnTo>
                  <a:pt x="18958" y="4752"/>
                </a:lnTo>
                <a:lnTo>
                  <a:pt x="17635" y="7133"/>
                </a:lnTo>
                <a:lnTo>
                  <a:pt x="16310" y="9526"/>
                </a:lnTo>
                <a:lnTo>
                  <a:pt x="14978" y="11918"/>
                </a:lnTo>
                <a:lnTo>
                  <a:pt x="13644" y="14321"/>
                </a:lnTo>
                <a:lnTo>
                  <a:pt x="12302" y="16735"/>
                </a:lnTo>
                <a:lnTo>
                  <a:pt x="10956" y="19159"/>
                </a:lnTo>
                <a:lnTo>
                  <a:pt x="9600" y="21600"/>
                </a:lnTo>
                <a:lnTo>
                  <a:pt x="9600" y="18392"/>
                </a:lnTo>
                <a:lnTo>
                  <a:pt x="9600" y="15174"/>
                </a:lnTo>
                <a:lnTo>
                  <a:pt x="9600" y="11945"/>
                </a:lnTo>
                <a:lnTo>
                  <a:pt x="9600" y="8689"/>
                </a:lnTo>
                <a:lnTo>
                  <a:pt x="9600" y="5400"/>
                </a:lnTo>
                <a:lnTo>
                  <a:pt x="8016" y="4509"/>
                </a:lnTo>
                <a:lnTo>
                  <a:pt x="6430" y="3618"/>
                </a:lnTo>
                <a:lnTo>
                  <a:pt x="4836" y="2722"/>
                </a:lnTo>
                <a:lnTo>
                  <a:pt x="3235" y="1820"/>
                </a:lnTo>
                <a:lnTo>
                  <a:pt x="1625" y="913"/>
                </a:lnTo>
                <a:lnTo>
                  <a:pt x="0" y="0"/>
                </a:lnTo>
                <a:close/>
              </a:path>
            </a:pathLst>
          </a:custGeom>
          <a:solidFill>
            <a:srgbClr val="4F51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2" name="contour_14970"/>
          <p:cNvSpPr/>
          <p:nvPr/>
        </p:nvSpPr>
        <p:spPr>
          <a:xfrm>
            <a:off x="1635597" y="4635563"/>
            <a:ext cx="51016" cy="433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94" y="934"/>
                </a:moveTo>
                <a:lnTo>
                  <a:pt x="20335" y="2176"/>
                </a:lnTo>
                <a:lnTo>
                  <a:pt x="21600" y="3433"/>
                </a:lnTo>
                <a:lnTo>
                  <a:pt x="21600" y="5835"/>
                </a:lnTo>
                <a:lnTo>
                  <a:pt x="21600" y="8251"/>
                </a:lnTo>
                <a:lnTo>
                  <a:pt x="21600" y="10700"/>
                </a:lnTo>
                <a:lnTo>
                  <a:pt x="20721" y="10602"/>
                </a:lnTo>
                <a:lnTo>
                  <a:pt x="19172" y="10424"/>
                </a:lnTo>
                <a:lnTo>
                  <a:pt x="15620" y="10017"/>
                </a:lnTo>
                <a:lnTo>
                  <a:pt x="13096" y="10013"/>
                </a:lnTo>
                <a:lnTo>
                  <a:pt x="11445" y="10191"/>
                </a:lnTo>
                <a:lnTo>
                  <a:pt x="9257" y="10700"/>
                </a:lnTo>
                <a:lnTo>
                  <a:pt x="8307" y="13407"/>
                </a:lnTo>
                <a:lnTo>
                  <a:pt x="7671" y="15325"/>
                </a:lnTo>
                <a:lnTo>
                  <a:pt x="7202" y="16982"/>
                </a:lnTo>
                <a:lnTo>
                  <a:pt x="6752" y="18897"/>
                </a:lnTo>
                <a:lnTo>
                  <a:pt x="6171" y="21600"/>
                </a:lnTo>
                <a:lnTo>
                  <a:pt x="4132" y="21600"/>
                </a:lnTo>
                <a:lnTo>
                  <a:pt x="2080" y="21600"/>
                </a:lnTo>
                <a:lnTo>
                  <a:pt x="0" y="21600"/>
                </a:lnTo>
                <a:lnTo>
                  <a:pt x="1234" y="16978"/>
                </a:lnTo>
                <a:lnTo>
                  <a:pt x="2265" y="13247"/>
                </a:lnTo>
                <a:lnTo>
                  <a:pt x="3151" y="10286"/>
                </a:lnTo>
                <a:lnTo>
                  <a:pt x="3959" y="7961"/>
                </a:lnTo>
                <a:lnTo>
                  <a:pt x="4755" y="6148"/>
                </a:lnTo>
                <a:lnTo>
                  <a:pt x="5601" y="4716"/>
                </a:lnTo>
                <a:lnTo>
                  <a:pt x="6563" y="3539"/>
                </a:lnTo>
                <a:lnTo>
                  <a:pt x="7708" y="2489"/>
                </a:lnTo>
                <a:lnTo>
                  <a:pt x="9097" y="1435"/>
                </a:lnTo>
                <a:lnTo>
                  <a:pt x="10800" y="254"/>
                </a:lnTo>
                <a:lnTo>
                  <a:pt x="13531" y="11"/>
                </a:lnTo>
                <a:lnTo>
                  <a:pt x="15305" y="0"/>
                </a:lnTo>
                <a:lnTo>
                  <a:pt x="16900" y="287"/>
                </a:lnTo>
                <a:lnTo>
                  <a:pt x="19094" y="934"/>
                </a:lnTo>
                <a:close/>
              </a:path>
            </a:pathLst>
          </a:custGeom>
          <a:solidFill>
            <a:srgbClr val="5352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3" name="contour_14971"/>
          <p:cNvSpPr/>
          <p:nvPr/>
        </p:nvSpPr>
        <p:spPr>
          <a:xfrm>
            <a:off x="7159894" y="4627875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259" y="21600"/>
                </a:lnTo>
                <a:lnTo>
                  <a:pt x="13844" y="21600"/>
                </a:lnTo>
                <a:lnTo>
                  <a:pt x="10412" y="21600"/>
                </a:lnTo>
                <a:lnTo>
                  <a:pt x="6966" y="21600"/>
                </a:lnTo>
                <a:lnTo>
                  <a:pt x="3498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240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4" name="contour_14972"/>
          <p:cNvSpPr/>
          <p:nvPr/>
        </p:nvSpPr>
        <p:spPr>
          <a:xfrm>
            <a:off x="10526946" y="462058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405" y="6264"/>
                </a:lnTo>
                <a:lnTo>
                  <a:pt x="17781" y="10838"/>
                </a:lnTo>
                <a:lnTo>
                  <a:pt x="16580" y="14099"/>
                </a:lnTo>
                <a:lnTo>
                  <a:pt x="15647" y="16427"/>
                </a:lnTo>
                <a:lnTo>
                  <a:pt x="14835" y="18203"/>
                </a:lnTo>
                <a:lnTo>
                  <a:pt x="13988" y="19802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167" y="18112"/>
                </a:lnTo>
                <a:lnTo>
                  <a:pt x="2285" y="14602"/>
                </a:lnTo>
                <a:lnTo>
                  <a:pt x="1603" y="11048"/>
                </a:lnTo>
                <a:lnTo>
                  <a:pt x="1041" y="7436"/>
                </a:lnTo>
                <a:lnTo>
                  <a:pt x="531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2B2B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5" name="contour_14973"/>
          <p:cNvSpPr/>
          <p:nvPr/>
        </p:nvSpPr>
        <p:spPr>
          <a:xfrm>
            <a:off x="7983437" y="4627875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150" y="2354"/>
                </a:lnTo>
                <a:lnTo>
                  <a:pt x="17201" y="4079"/>
                </a:lnTo>
                <a:lnTo>
                  <a:pt x="17978" y="6012"/>
                </a:lnTo>
                <a:lnTo>
                  <a:pt x="18900" y="9000"/>
                </a:lnTo>
                <a:lnTo>
                  <a:pt x="19714" y="11513"/>
                </a:lnTo>
                <a:lnTo>
                  <a:pt x="20534" y="14062"/>
                </a:lnTo>
                <a:lnTo>
                  <a:pt x="21067" y="16016"/>
                </a:lnTo>
                <a:lnTo>
                  <a:pt x="21600" y="18000"/>
                </a:lnTo>
                <a:lnTo>
                  <a:pt x="17323" y="18713"/>
                </a:lnTo>
                <a:lnTo>
                  <a:pt x="13032" y="19429"/>
                </a:lnTo>
                <a:lnTo>
                  <a:pt x="8726" y="20146"/>
                </a:lnTo>
                <a:lnTo>
                  <a:pt x="4385" y="20869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C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6" name="contour_14974"/>
          <p:cNvSpPr/>
          <p:nvPr/>
        </p:nvSpPr>
        <p:spPr>
          <a:xfrm>
            <a:off x="6941255" y="459143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29" y="1469"/>
                </a:lnTo>
                <a:lnTo>
                  <a:pt x="8989" y="2632"/>
                </a:lnTo>
                <a:lnTo>
                  <a:pt x="12053" y="3546"/>
                </a:lnTo>
                <a:lnTo>
                  <a:pt x="14396" y="4277"/>
                </a:lnTo>
                <a:lnTo>
                  <a:pt x="16204" y="4882"/>
                </a:lnTo>
                <a:lnTo>
                  <a:pt x="17651" y="5414"/>
                </a:lnTo>
                <a:lnTo>
                  <a:pt x="18914" y="5940"/>
                </a:lnTo>
                <a:lnTo>
                  <a:pt x="20171" y="6516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19890" y="14252"/>
                </a:lnTo>
                <a:lnTo>
                  <a:pt x="18169" y="14101"/>
                </a:lnTo>
                <a:lnTo>
                  <a:pt x="16423" y="13950"/>
                </a:lnTo>
                <a:lnTo>
                  <a:pt x="15599" y="14018"/>
                </a:lnTo>
                <a:lnTo>
                  <a:pt x="14141" y="14134"/>
                </a:lnTo>
                <a:lnTo>
                  <a:pt x="10800" y="14400"/>
                </a:lnTo>
                <a:lnTo>
                  <a:pt x="9907" y="16182"/>
                </a:lnTo>
                <a:lnTo>
                  <a:pt x="9014" y="17971"/>
                </a:lnTo>
                <a:lnTo>
                  <a:pt x="8111" y="19775"/>
                </a:lnTo>
                <a:lnTo>
                  <a:pt x="7200" y="21600"/>
                </a:lnTo>
                <a:lnTo>
                  <a:pt x="6408" y="19224"/>
                </a:lnTo>
                <a:lnTo>
                  <a:pt x="5616" y="16844"/>
                </a:lnTo>
                <a:lnTo>
                  <a:pt x="4820" y="14465"/>
                </a:lnTo>
                <a:lnTo>
                  <a:pt x="4025" y="12078"/>
                </a:lnTo>
                <a:lnTo>
                  <a:pt x="3229" y="9684"/>
                </a:lnTo>
                <a:lnTo>
                  <a:pt x="2426" y="7279"/>
                </a:lnTo>
                <a:lnTo>
                  <a:pt x="1624" y="4867"/>
                </a:lnTo>
                <a:lnTo>
                  <a:pt x="814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F4F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7" name="contour_14975"/>
          <p:cNvSpPr/>
          <p:nvPr/>
        </p:nvSpPr>
        <p:spPr>
          <a:xfrm>
            <a:off x="1110861" y="4606011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26"/>
                </a:lnTo>
                <a:lnTo>
                  <a:pt x="11826" y="1655"/>
                </a:lnTo>
                <a:lnTo>
                  <a:pt x="15055" y="2485"/>
                </a:lnTo>
                <a:lnTo>
                  <a:pt x="18311" y="3323"/>
                </a:lnTo>
                <a:lnTo>
                  <a:pt x="21600" y="4170"/>
                </a:lnTo>
                <a:lnTo>
                  <a:pt x="21087" y="7068"/>
                </a:lnTo>
                <a:lnTo>
                  <a:pt x="20493" y="9903"/>
                </a:lnTo>
                <a:lnTo>
                  <a:pt x="19764" y="12693"/>
                </a:lnTo>
                <a:lnTo>
                  <a:pt x="18841" y="15441"/>
                </a:lnTo>
                <a:lnTo>
                  <a:pt x="17674" y="18156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670" y="18268"/>
                </a:lnTo>
                <a:lnTo>
                  <a:pt x="1339" y="15687"/>
                </a:lnTo>
                <a:lnTo>
                  <a:pt x="2009" y="13098"/>
                </a:lnTo>
                <a:lnTo>
                  <a:pt x="2678" y="10504"/>
                </a:lnTo>
                <a:lnTo>
                  <a:pt x="3353" y="7898"/>
                </a:lnTo>
                <a:lnTo>
                  <a:pt x="4034" y="5279"/>
                </a:lnTo>
                <a:lnTo>
                  <a:pt x="4714" y="2648"/>
                </a:lnTo>
                <a:lnTo>
                  <a:pt x="5400" y="0"/>
                </a:lnTo>
                <a:close/>
              </a:path>
            </a:pathLst>
          </a:custGeom>
          <a:solidFill>
            <a:srgbClr val="1817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8" name="contour_14976"/>
          <p:cNvSpPr/>
          <p:nvPr/>
        </p:nvSpPr>
        <p:spPr>
          <a:xfrm>
            <a:off x="1825085" y="4606011"/>
            <a:ext cx="36440" cy="516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567" y="1886"/>
                </a:lnTo>
                <a:lnTo>
                  <a:pt x="12290" y="3723"/>
                </a:lnTo>
                <a:lnTo>
                  <a:pt x="13824" y="5536"/>
                </a:lnTo>
                <a:lnTo>
                  <a:pt x="15193" y="7339"/>
                </a:lnTo>
                <a:lnTo>
                  <a:pt x="16416" y="9155"/>
                </a:lnTo>
                <a:lnTo>
                  <a:pt x="17500" y="10998"/>
                </a:lnTo>
                <a:lnTo>
                  <a:pt x="18477" y="12893"/>
                </a:lnTo>
                <a:lnTo>
                  <a:pt x="19354" y="14852"/>
                </a:lnTo>
                <a:lnTo>
                  <a:pt x="20157" y="16899"/>
                </a:lnTo>
                <a:lnTo>
                  <a:pt x="20900" y="19050"/>
                </a:lnTo>
                <a:lnTo>
                  <a:pt x="21600" y="21326"/>
                </a:lnTo>
                <a:lnTo>
                  <a:pt x="18645" y="21509"/>
                </a:lnTo>
                <a:lnTo>
                  <a:pt x="16494" y="21600"/>
                </a:lnTo>
                <a:lnTo>
                  <a:pt x="14524" y="21600"/>
                </a:lnTo>
                <a:lnTo>
                  <a:pt x="12113" y="21509"/>
                </a:lnTo>
                <a:lnTo>
                  <a:pt x="8640" y="21326"/>
                </a:lnTo>
                <a:lnTo>
                  <a:pt x="5616" y="19516"/>
                </a:lnTo>
                <a:lnTo>
                  <a:pt x="3711" y="18279"/>
                </a:lnTo>
                <a:lnTo>
                  <a:pt x="2108" y="17042"/>
                </a:lnTo>
                <a:lnTo>
                  <a:pt x="0" y="15233"/>
                </a:lnTo>
                <a:lnTo>
                  <a:pt x="2856" y="15233"/>
                </a:lnTo>
                <a:lnTo>
                  <a:pt x="5728" y="15233"/>
                </a:lnTo>
                <a:lnTo>
                  <a:pt x="8640" y="15233"/>
                </a:lnTo>
                <a:lnTo>
                  <a:pt x="8640" y="13079"/>
                </a:lnTo>
                <a:lnTo>
                  <a:pt x="8640" y="10922"/>
                </a:lnTo>
                <a:lnTo>
                  <a:pt x="8640" y="8759"/>
                </a:lnTo>
                <a:lnTo>
                  <a:pt x="8640" y="6587"/>
                </a:lnTo>
                <a:lnTo>
                  <a:pt x="8640" y="4405"/>
                </a:lnTo>
                <a:lnTo>
                  <a:pt x="8640" y="2212"/>
                </a:lnTo>
                <a:lnTo>
                  <a:pt x="8640" y="0"/>
                </a:lnTo>
                <a:close/>
              </a:path>
            </a:pathLst>
          </a:custGeom>
          <a:solidFill>
            <a:srgbClr val="A89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79" name="contour_14977"/>
          <p:cNvSpPr/>
          <p:nvPr/>
        </p:nvSpPr>
        <p:spPr>
          <a:xfrm>
            <a:off x="10155259" y="4591435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7068" y="513"/>
                </a:lnTo>
                <a:lnTo>
                  <a:pt x="9903" y="1107"/>
                </a:lnTo>
                <a:lnTo>
                  <a:pt x="12693" y="1836"/>
                </a:lnTo>
                <a:lnTo>
                  <a:pt x="15441" y="2759"/>
                </a:lnTo>
                <a:lnTo>
                  <a:pt x="18156" y="3926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8268" y="20930"/>
                </a:lnTo>
                <a:lnTo>
                  <a:pt x="15687" y="20261"/>
                </a:lnTo>
                <a:lnTo>
                  <a:pt x="13098" y="19591"/>
                </a:lnTo>
                <a:lnTo>
                  <a:pt x="10504" y="18922"/>
                </a:lnTo>
                <a:lnTo>
                  <a:pt x="7898" y="18247"/>
                </a:lnTo>
                <a:lnTo>
                  <a:pt x="5279" y="17566"/>
                </a:lnTo>
                <a:lnTo>
                  <a:pt x="2648" y="16886"/>
                </a:lnTo>
                <a:lnTo>
                  <a:pt x="0" y="16200"/>
                </a:lnTo>
                <a:lnTo>
                  <a:pt x="826" y="12992"/>
                </a:lnTo>
                <a:lnTo>
                  <a:pt x="1655" y="9774"/>
                </a:lnTo>
                <a:lnTo>
                  <a:pt x="2485" y="6545"/>
                </a:lnTo>
                <a:lnTo>
                  <a:pt x="3323" y="3289"/>
                </a:lnTo>
                <a:lnTo>
                  <a:pt x="4170" y="0"/>
                </a:lnTo>
                <a:close/>
              </a:path>
            </a:pathLst>
          </a:custGeom>
          <a:solidFill>
            <a:srgbClr val="C7CB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0" name="contour_14978"/>
          <p:cNvSpPr/>
          <p:nvPr/>
        </p:nvSpPr>
        <p:spPr>
          <a:xfrm>
            <a:off x="10782026" y="459143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06" y="3564"/>
                </a:lnTo>
                <a:lnTo>
                  <a:pt x="20412" y="7133"/>
                </a:lnTo>
                <a:lnTo>
                  <a:pt x="19814" y="10719"/>
                </a:lnTo>
                <a:lnTo>
                  <a:pt x="19213" y="14321"/>
                </a:lnTo>
                <a:lnTo>
                  <a:pt x="18608" y="17944"/>
                </a:lnTo>
                <a:lnTo>
                  <a:pt x="18000" y="21600"/>
                </a:lnTo>
                <a:lnTo>
                  <a:pt x="15743" y="20450"/>
                </a:lnTo>
                <a:lnTo>
                  <a:pt x="13489" y="19278"/>
                </a:lnTo>
                <a:lnTo>
                  <a:pt x="11243" y="18085"/>
                </a:lnTo>
                <a:lnTo>
                  <a:pt x="9000" y="16875"/>
                </a:lnTo>
                <a:lnTo>
                  <a:pt x="7326" y="16000"/>
                </a:lnTo>
                <a:lnTo>
                  <a:pt x="5645" y="15115"/>
                </a:lnTo>
                <a:lnTo>
                  <a:pt x="3938" y="14218"/>
                </a:lnTo>
                <a:lnTo>
                  <a:pt x="2959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D49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1" name="contour_14979"/>
          <p:cNvSpPr/>
          <p:nvPr/>
        </p:nvSpPr>
        <p:spPr>
          <a:xfrm>
            <a:off x="7990725" y="457685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78" y="48"/>
                </a:lnTo>
                <a:lnTo>
                  <a:pt x="12226" y="428"/>
                </a:lnTo>
                <a:lnTo>
                  <a:pt x="14591" y="1093"/>
                </a:lnTo>
                <a:lnTo>
                  <a:pt x="16909" y="1996"/>
                </a:lnTo>
                <a:lnTo>
                  <a:pt x="19231" y="3084"/>
                </a:lnTo>
                <a:lnTo>
                  <a:pt x="21600" y="4320"/>
                </a:lnTo>
                <a:lnTo>
                  <a:pt x="20912" y="6886"/>
                </a:lnTo>
                <a:lnTo>
                  <a:pt x="20308" y="8640"/>
                </a:lnTo>
                <a:lnTo>
                  <a:pt x="19451" y="10394"/>
                </a:lnTo>
                <a:lnTo>
                  <a:pt x="18000" y="12960"/>
                </a:lnTo>
                <a:lnTo>
                  <a:pt x="15214" y="13219"/>
                </a:lnTo>
                <a:lnTo>
                  <a:pt x="13259" y="13349"/>
                </a:lnTo>
                <a:lnTo>
                  <a:pt x="11617" y="13349"/>
                </a:lnTo>
                <a:lnTo>
                  <a:pt x="9770" y="13219"/>
                </a:lnTo>
                <a:lnTo>
                  <a:pt x="7200" y="12960"/>
                </a:lnTo>
                <a:lnTo>
                  <a:pt x="7200" y="15816"/>
                </a:lnTo>
                <a:lnTo>
                  <a:pt x="7200" y="18688"/>
                </a:lnTo>
                <a:lnTo>
                  <a:pt x="7200" y="21600"/>
                </a:lnTo>
                <a:lnTo>
                  <a:pt x="5418" y="20529"/>
                </a:lnTo>
                <a:lnTo>
                  <a:pt x="3625" y="19457"/>
                </a:lnTo>
                <a:lnTo>
                  <a:pt x="1825" y="18373"/>
                </a:lnTo>
                <a:lnTo>
                  <a:pt x="0" y="17280"/>
                </a:lnTo>
                <a:lnTo>
                  <a:pt x="752" y="14571"/>
                </a:lnTo>
                <a:lnTo>
                  <a:pt x="1544" y="11949"/>
                </a:lnTo>
                <a:lnTo>
                  <a:pt x="2401" y="9405"/>
                </a:lnTo>
                <a:lnTo>
                  <a:pt x="3362" y="6942"/>
                </a:lnTo>
                <a:lnTo>
                  <a:pt x="4457" y="4553"/>
                </a:lnTo>
                <a:lnTo>
                  <a:pt x="5728" y="2242"/>
                </a:lnTo>
                <a:lnTo>
                  <a:pt x="7200" y="0"/>
                </a:lnTo>
                <a:close/>
              </a:path>
            </a:pathLst>
          </a:custGeom>
          <a:solidFill>
            <a:srgbClr val="F1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2" name="contour_14980"/>
          <p:cNvSpPr/>
          <p:nvPr/>
        </p:nvSpPr>
        <p:spPr>
          <a:xfrm>
            <a:off x="3754296" y="4562283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0"/>
                </a:moveTo>
                <a:lnTo>
                  <a:pt x="3880" y="0"/>
                </a:lnTo>
                <a:lnTo>
                  <a:pt x="6596" y="0"/>
                </a:lnTo>
                <a:lnTo>
                  <a:pt x="9348" y="0"/>
                </a:lnTo>
                <a:lnTo>
                  <a:pt x="9348" y="2566"/>
                </a:lnTo>
                <a:lnTo>
                  <a:pt x="9348" y="5141"/>
                </a:lnTo>
                <a:lnTo>
                  <a:pt x="9348" y="7724"/>
                </a:lnTo>
                <a:lnTo>
                  <a:pt x="9348" y="10329"/>
                </a:lnTo>
                <a:lnTo>
                  <a:pt x="9348" y="12960"/>
                </a:lnTo>
                <a:lnTo>
                  <a:pt x="11774" y="12960"/>
                </a:lnTo>
                <a:lnTo>
                  <a:pt x="14208" y="12960"/>
                </a:lnTo>
                <a:lnTo>
                  <a:pt x="16650" y="12960"/>
                </a:lnTo>
                <a:lnTo>
                  <a:pt x="19113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933" y="21384"/>
                </a:lnTo>
                <a:lnTo>
                  <a:pt x="16315" y="21129"/>
                </a:lnTo>
                <a:lnTo>
                  <a:pt x="13734" y="20805"/>
                </a:lnTo>
                <a:lnTo>
                  <a:pt x="11182" y="20390"/>
                </a:lnTo>
                <a:lnTo>
                  <a:pt x="8658" y="19855"/>
                </a:lnTo>
                <a:lnTo>
                  <a:pt x="6155" y="19176"/>
                </a:lnTo>
                <a:lnTo>
                  <a:pt x="3663" y="18325"/>
                </a:lnTo>
                <a:lnTo>
                  <a:pt x="1180" y="17280"/>
                </a:lnTo>
                <a:lnTo>
                  <a:pt x="380" y="14252"/>
                </a:lnTo>
                <a:lnTo>
                  <a:pt x="16" y="11478"/>
                </a:lnTo>
                <a:lnTo>
                  <a:pt x="0" y="8813"/>
                </a:lnTo>
                <a:lnTo>
                  <a:pt x="249" y="6108"/>
                </a:lnTo>
                <a:lnTo>
                  <a:pt x="670" y="3218"/>
                </a:lnTo>
                <a:lnTo>
                  <a:pt x="1180" y="0"/>
                </a:lnTo>
                <a:close/>
              </a:path>
            </a:pathLst>
          </a:custGeom>
          <a:solidFill>
            <a:srgbClr val="E9E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3" name="contour_14981"/>
          <p:cNvSpPr/>
          <p:nvPr/>
        </p:nvSpPr>
        <p:spPr>
          <a:xfrm>
            <a:off x="10315595" y="4568383"/>
            <a:ext cx="37424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06" y="846"/>
                </a:moveTo>
                <a:lnTo>
                  <a:pt x="7088" y="265"/>
                </a:lnTo>
                <a:lnTo>
                  <a:pt x="9847" y="5"/>
                </a:lnTo>
                <a:lnTo>
                  <a:pt x="12548" y="0"/>
                </a:lnTo>
                <a:lnTo>
                  <a:pt x="15265" y="182"/>
                </a:lnTo>
                <a:lnTo>
                  <a:pt x="18071" y="488"/>
                </a:lnTo>
                <a:lnTo>
                  <a:pt x="21032" y="846"/>
                </a:lnTo>
                <a:lnTo>
                  <a:pt x="21411" y="4550"/>
                </a:lnTo>
                <a:lnTo>
                  <a:pt x="21600" y="7212"/>
                </a:lnTo>
                <a:lnTo>
                  <a:pt x="21600" y="9578"/>
                </a:lnTo>
                <a:lnTo>
                  <a:pt x="21411" y="12395"/>
                </a:lnTo>
                <a:lnTo>
                  <a:pt x="21032" y="16411"/>
                </a:lnTo>
                <a:lnTo>
                  <a:pt x="18155" y="18321"/>
                </a:lnTo>
                <a:lnTo>
                  <a:pt x="16060" y="19545"/>
                </a:lnTo>
                <a:lnTo>
                  <a:pt x="14142" y="20334"/>
                </a:lnTo>
                <a:lnTo>
                  <a:pt x="11795" y="20936"/>
                </a:lnTo>
                <a:lnTo>
                  <a:pt x="8413" y="21600"/>
                </a:lnTo>
                <a:lnTo>
                  <a:pt x="5473" y="20241"/>
                </a:lnTo>
                <a:lnTo>
                  <a:pt x="3613" y="19250"/>
                </a:lnTo>
                <a:lnTo>
                  <a:pt x="2053" y="18134"/>
                </a:lnTo>
                <a:lnTo>
                  <a:pt x="0" y="16411"/>
                </a:lnTo>
                <a:lnTo>
                  <a:pt x="538" y="12551"/>
                </a:lnTo>
                <a:lnTo>
                  <a:pt x="1026" y="9812"/>
                </a:lnTo>
                <a:lnTo>
                  <a:pt x="1666" y="7446"/>
                </a:lnTo>
                <a:lnTo>
                  <a:pt x="2658" y="4706"/>
                </a:lnTo>
                <a:lnTo>
                  <a:pt x="4206" y="846"/>
                </a:lnTo>
                <a:close/>
              </a:path>
            </a:pathLst>
          </a:custGeom>
          <a:solidFill>
            <a:srgbClr val="C2C7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4" name="contour_14982"/>
          <p:cNvSpPr/>
          <p:nvPr/>
        </p:nvSpPr>
        <p:spPr>
          <a:xfrm>
            <a:off x="7830390" y="454770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19" y="2445"/>
                </a:lnTo>
                <a:lnTo>
                  <a:pt x="16438" y="4890"/>
                </a:lnTo>
                <a:lnTo>
                  <a:pt x="17460" y="7344"/>
                </a:lnTo>
                <a:lnTo>
                  <a:pt x="18486" y="9806"/>
                </a:lnTo>
                <a:lnTo>
                  <a:pt x="19519" y="12282"/>
                </a:lnTo>
                <a:lnTo>
                  <a:pt x="20556" y="14770"/>
                </a:lnTo>
                <a:lnTo>
                  <a:pt x="21600" y="17280"/>
                </a:lnTo>
                <a:lnTo>
                  <a:pt x="19224" y="17755"/>
                </a:lnTo>
                <a:lnTo>
                  <a:pt x="16844" y="18230"/>
                </a:lnTo>
                <a:lnTo>
                  <a:pt x="14465" y="18706"/>
                </a:lnTo>
                <a:lnTo>
                  <a:pt x="12078" y="19185"/>
                </a:lnTo>
                <a:lnTo>
                  <a:pt x="9684" y="19665"/>
                </a:lnTo>
                <a:lnTo>
                  <a:pt x="7279" y="20144"/>
                </a:lnTo>
                <a:lnTo>
                  <a:pt x="4867" y="20628"/>
                </a:lnTo>
                <a:lnTo>
                  <a:pt x="2441" y="21112"/>
                </a:lnTo>
                <a:lnTo>
                  <a:pt x="0" y="21600"/>
                </a:lnTo>
                <a:lnTo>
                  <a:pt x="677" y="18386"/>
                </a:lnTo>
                <a:lnTo>
                  <a:pt x="1202" y="16105"/>
                </a:lnTo>
                <a:lnTo>
                  <a:pt x="1750" y="14135"/>
                </a:lnTo>
                <a:lnTo>
                  <a:pt x="2491" y="11854"/>
                </a:lnTo>
                <a:lnTo>
                  <a:pt x="3600" y="8640"/>
                </a:lnTo>
                <a:lnTo>
                  <a:pt x="5980" y="8640"/>
                </a:lnTo>
                <a:lnTo>
                  <a:pt x="8374" y="8640"/>
                </a:lnTo>
                <a:lnTo>
                  <a:pt x="10800" y="8640"/>
                </a:lnTo>
                <a:lnTo>
                  <a:pt x="11693" y="6502"/>
                </a:lnTo>
                <a:lnTo>
                  <a:pt x="12586" y="4355"/>
                </a:lnTo>
                <a:lnTo>
                  <a:pt x="13489" y="2190"/>
                </a:lnTo>
                <a:lnTo>
                  <a:pt x="14400" y="0"/>
                </a:lnTo>
                <a:close/>
              </a:path>
            </a:pathLst>
          </a:custGeom>
          <a:solidFill>
            <a:srgbClr val="AD90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5" name="contour_14983"/>
          <p:cNvSpPr/>
          <p:nvPr/>
        </p:nvSpPr>
        <p:spPr>
          <a:xfrm>
            <a:off x="4405034" y="454041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21600" y="6886"/>
                </a:lnTo>
                <a:lnTo>
                  <a:pt x="21600" y="9461"/>
                </a:lnTo>
                <a:lnTo>
                  <a:pt x="21600" y="12044"/>
                </a:lnTo>
                <a:lnTo>
                  <a:pt x="21600" y="14649"/>
                </a:lnTo>
                <a:lnTo>
                  <a:pt x="21600" y="17280"/>
                </a:lnTo>
                <a:lnTo>
                  <a:pt x="19304" y="18740"/>
                </a:lnTo>
                <a:lnTo>
                  <a:pt x="17675" y="19695"/>
                </a:lnTo>
                <a:lnTo>
                  <a:pt x="16268" y="20352"/>
                </a:lnTo>
                <a:lnTo>
                  <a:pt x="14639" y="20917"/>
                </a:lnTo>
                <a:lnTo>
                  <a:pt x="12343" y="21600"/>
                </a:lnTo>
                <a:lnTo>
                  <a:pt x="12596" y="18835"/>
                </a:lnTo>
                <a:lnTo>
                  <a:pt x="12855" y="16049"/>
                </a:lnTo>
                <a:lnTo>
                  <a:pt x="13114" y="13228"/>
                </a:lnTo>
                <a:lnTo>
                  <a:pt x="13117" y="9716"/>
                </a:lnTo>
                <a:lnTo>
                  <a:pt x="12920" y="7404"/>
                </a:lnTo>
                <a:lnTo>
                  <a:pt x="12343" y="4320"/>
                </a:lnTo>
                <a:lnTo>
                  <a:pt x="10319" y="2951"/>
                </a:lnTo>
                <a:lnTo>
                  <a:pt x="8362" y="1970"/>
                </a:lnTo>
                <a:lnTo>
                  <a:pt x="6412" y="1279"/>
                </a:lnTo>
                <a:lnTo>
                  <a:pt x="4409" y="782"/>
                </a:lnTo>
                <a:lnTo>
                  <a:pt x="2290" y="389"/>
                </a:lnTo>
                <a:lnTo>
                  <a:pt x="0" y="0"/>
                </a:lnTo>
                <a:close/>
              </a:path>
            </a:pathLst>
          </a:custGeom>
          <a:solidFill>
            <a:srgbClr val="AFA2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6" name="contour_14984"/>
          <p:cNvSpPr/>
          <p:nvPr/>
        </p:nvSpPr>
        <p:spPr>
          <a:xfrm>
            <a:off x="797478" y="456228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56"/>
                </a:lnTo>
                <a:lnTo>
                  <a:pt x="4280" y="713"/>
                </a:lnTo>
                <a:lnTo>
                  <a:pt x="6421" y="1069"/>
                </a:lnTo>
                <a:lnTo>
                  <a:pt x="8566" y="1429"/>
                </a:lnTo>
                <a:lnTo>
                  <a:pt x="10720" y="1786"/>
                </a:lnTo>
                <a:lnTo>
                  <a:pt x="12877" y="2146"/>
                </a:lnTo>
                <a:lnTo>
                  <a:pt x="15043" y="2506"/>
                </a:lnTo>
                <a:lnTo>
                  <a:pt x="17218" y="2869"/>
                </a:lnTo>
                <a:lnTo>
                  <a:pt x="19403" y="3233"/>
                </a:lnTo>
                <a:lnTo>
                  <a:pt x="21600" y="3600"/>
                </a:lnTo>
                <a:lnTo>
                  <a:pt x="20721" y="3733"/>
                </a:lnTo>
                <a:lnTo>
                  <a:pt x="19168" y="3964"/>
                </a:lnTo>
                <a:lnTo>
                  <a:pt x="15620" y="4500"/>
                </a:lnTo>
                <a:lnTo>
                  <a:pt x="13602" y="5072"/>
                </a:lnTo>
                <a:lnTo>
                  <a:pt x="12266" y="5544"/>
                </a:lnTo>
                <a:lnTo>
                  <a:pt x="11019" y="6170"/>
                </a:lnTo>
                <a:lnTo>
                  <a:pt x="9257" y="7200"/>
                </a:lnTo>
                <a:lnTo>
                  <a:pt x="8325" y="9583"/>
                </a:lnTo>
                <a:lnTo>
                  <a:pt x="7640" y="11876"/>
                </a:lnTo>
                <a:lnTo>
                  <a:pt x="7140" y="14152"/>
                </a:lnTo>
                <a:lnTo>
                  <a:pt x="6767" y="16484"/>
                </a:lnTo>
                <a:lnTo>
                  <a:pt x="6465" y="18940"/>
                </a:lnTo>
                <a:lnTo>
                  <a:pt x="6171" y="21600"/>
                </a:lnTo>
                <a:lnTo>
                  <a:pt x="5493" y="19224"/>
                </a:lnTo>
                <a:lnTo>
                  <a:pt x="4814" y="16844"/>
                </a:lnTo>
                <a:lnTo>
                  <a:pt x="4132" y="14465"/>
                </a:lnTo>
                <a:lnTo>
                  <a:pt x="3450" y="12078"/>
                </a:lnTo>
                <a:lnTo>
                  <a:pt x="2768" y="9684"/>
                </a:lnTo>
                <a:lnTo>
                  <a:pt x="2080" y="7279"/>
                </a:lnTo>
                <a:lnTo>
                  <a:pt x="1392" y="4867"/>
                </a:lnTo>
                <a:lnTo>
                  <a:pt x="697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679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7" name="contour_14985"/>
          <p:cNvSpPr/>
          <p:nvPr/>
        </p:nvSpPr>
        <p:spPr>
          <a:xfrm>
            <a:off x="1016118" y="4548771"/>
            <a:ext cx="72880" cy="208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63"/>
                </a:moveTo>
                <a:lnTo>
                  <a:pt x="21600" y="10217"/>
                </a:lnTo>
                <a:lnTo>
                  <a:pt x="21600" y="14032"/>
                </a:lnTo>
                <a:lnTo>
                  <a:pt x="20174" y="14531"/>
                </a:lnTo>
                <a:lnTo>
                  <a:pt x="18749" y="15031"/>
                </a:lnTo>
                <a:lnTo>
                  <a:pt x="17321" y="15530"/>
                </a:lnTo>
                <a:lnTo>
                  <a:pt x="15893" y="16030"/>
                </a:lnTo>
                <a:lnTo>
                  <a:pt x="14463" y="16529"/>
                </a:lnTo>
                <a:lnTo>
                  <a:pt x="13033" y="17036"/>
                </a:lnTo>
                <a:lnTo>
                  <a:pt x="11599" y="17536"/>
                </a:lnTo>
                <a:lnTo>
                  <a:pt x="10163" y="18043"/>
                </a:lnTo>
                <a:lnTo>
                  <a:pt x="8722" y="18542"/>
                </a:lnTo>
                <a:lnTo>
                  <a:pt x="7279" y="19049"/>
                </a:lnTo>
                <a:lnTo>
                  <a:pt x="5834" y="19557"/>
                </a:lnTo>
                <a:lnTo>
                  <a:pt x="4383" y="20064"/>
                </a:lnTo>
                <a:lnTo>
                  <a:pt x="2927" y="20578"/>
                </a:lnTo>
                <a:lnTo>
                  <a:pt x="1467" y="21085"/>
                </a:lnTo>
                <a:lnTo>
                  <a:pt x="0" y="21600"/>
                </a:lnTo>
                <a:lnTo>
                  <a:pt x="1076" y="14168"/>
                </a:lnTo>
                <a:lnTo>
                  <a:pt x="1858" y="9400"/>
                </a:lnTo>
                <a:lnTo>
                  <a:pt x="2577" y="6304"/>
                </a:lnTo>
                <a:lnTo>
                  <a:pt x="3456" y="3920"/>
                </a:lnTo>
                <a:lnTo>
                  <a:pt x="4726" y="1256"/>
                </a:lnTo>
                <a:lnTo>
                  <a:pt x="6305" y="492"/>
                </a:lnTo>
                <a:lnTo>
                  <a:pt x="7860" y="83"/>
                </a:lnTo>
                <a:lnTo>
                  <a:pt x="9398" y="0"/>
                </a:lnTo>
                <a:lnTo>
                  <a:pt x="10923" y="197"/>
                </a:lnTo>
                <a:lnTo>
                  <a:pt x="12439" y="651"/>
                </a:lnTo>
                <a:lnTo>
                  <a:pt x="13951" y="1309"/>
                </a:lnTo>
                <a:lnTo>
                  <a:pt x="15463" y="2142"/>
                </a:lnTo>
                <a:lnTo>
                  <a:pt x="16980" y="3111"/>
                </a:lnTo>
                <a:lnTo>
                  <a:pt x="18505" y="4178"/>
                </a:lnTo>
                <a:lnTo>
                  <a:pt x="20045" y="5305"/>
                </a:lnTo>
                <a:lnTo>
                  <a:pt x="21600" y="6463"/>
                </a:lnTo>
                <a:close/>
              </a:path>
            </a:pathLst>
          </a:custGeom>
          <a:solidFill>
            <a:srgbClr val="DFE2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8" name="contour_14986"/>
          <p:cNvSpPr/>
          <p:nvPr/>
        </p:nvSpPr>
        <p:spPr>
          <a:xfrm>
            <a:off x="7801238" y="4525843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628" y="1944"/>
                </a:lnTo>
                <a:lnTo>
                  <a:pt x="19656" y="3888"/>
                </a:lnTo>
                <a:lnTo>
                  <a:pt x="18684" y="5835"/>
                </a:lnTo>
                <a:lnTo>
                  <a:pt x="17707" y="7785"/>
                </a:lnTo>
                <a:lnTo>
                  <a:pt x="16729" y="9742"/>
                </a:lnTo>
                <a:lnTo>
                  <a:pt x="15752" y="11698"/>
                </a:lnTo>
                <a:lnTo>
                  <a:pt x="14769" y="13664"/>
                </a:lnTo>
                <a:lnTo>
                  <a:pt x="13781" y="15635"/>
                </a:lnTo>
                <a:lnTo>
                  <a:pt x="12793" y="17613"/>
                </a:lnTo>
                <a:lnTo>
                  <a:pt x="11799" y="19604"/>
                </a:lnTo>
                <a:lnTo>
                  <a:pt x="10800" y="21600"/>
                </a:lnTo>
                <a:lnTo>
                  <a:pt x="8127" y="20835"/>
                </a:lnTo>
                <a:lnTo>
                  <a:pt x="5438" y="20069"/>
                </a:lnTo>
                <a:lnTo>
                  <a:pt x="2738" y="19295"/>
                </a:lnTo>
                <a:lnTo>
                  <a:pt x="0" y="18514"/>
                </a:lnTo>
                <a:lnTo>
                  <a:pt x="659" y="16327"/>
                </a:lnTo>
                <a:lnTo>
                  <a:pt x="1382" y="14250"/>
                </a:lnTo>
                <a:lnTo>
                  <a:pt x="2192" y="12241"/>
                </a:lnTo>
                <a:lnTo>
                  <a:pt x="3110" y="10251"/>
                </a:lnTo>
                <a:lnTo>
                  <a:pt x="4174" y="8245"/>
                </a:lnTo>
                <a:lnTo>
                  <a:pt x="5400" y="6171"/>
                </a:lnTo>
                <a:lnTo>
                  <a:pt x="6572" y="4258"/>
                </a:lnTo>
                <a:lnTo>
                  <a:pt x="7765" y="2314"/>
                </a:lnTo>
                <a:lnTo>
                  <a:pt x="9272" y="1166"/>
                </a:lnTo>
                <a:lnTo>
                  <a:pt x="10800" y="0"/>
                </a:lnTo>
                <a:close/>
              </a:path>
            </a:pathLst>
          </a:custGeom>
          <a:solidFill>
            <a:srgbClr val="EE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89" name="contour_14987"/>
          <p:cNvSpPr/>
          <p:nvPr/>
        </p:nvSpPr>
        <p:spPr>
          <a:xfrm>
            <a:off x="8331424" y="4496691"/>
            <a:ext cx="2370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4" y="0"/>
                </a:moveTo>
                <a:lnTo>
                  <a:pt x="6064" y="0"/>
                </a:lnTo>
                <a:lnTo>
                  <a:pt x="10481" y="0"/>
                </a:lnTo>
                <a:lnTo>
                  <a:pt x="14958" y="0"/>
                </a:lnTo>
                <a:lnTo>
                  <a:pt x="15615" y="2138"/>
                </a:lnTo>
                <a:lnTo>
                  <a:pt x="16273" y="4280"/>
                </a:lnTo>
                <a:lnTo>
                  <a:pt x="16931" y="6421"/>
                </a:lnTo>
                <a:lnTo>
                  <a:pt x="17595" y="8566"/>
                </a:lnTo>
                <a:lnTo>
                  <a:pt x="18252" y="10720"/>
                </a:lnTo>
                <a:lnTo>
                  <a:pt x="18917" y="12877"/>
                </a:lnTo>
                <a:lnTo>
                  <a:pt x="19581" y="15043"/>
                </a:lnTo>
                <a:lnTo>
                  <a:pt x="20252" y="17218"/>
                </a:lnTo>
                <a:lnTo>
                  <a:pt x="20923" y="19403"/>
                </a:lnTo>
                <a:lnTo>
                  <a:pt x="21600" y="21600"/>
                </a:lnTo>
                <a:lnTo>
                  <a:pt x="17655" y="20989"/>
                </a:lnTo>
                <a:lnTo>
                  <a:pt x="13696" y="20375"/>
                </a:lnTo>
                <a:lnTo>
                  <a:pt x="9724" y="19761"/>
                </a:lnTo>
                <a:lnTo>
                  <a:pt x="5719" y="19141"/>
                </a:lnTo>
                <a:lnTo>
                  <a:pt x="1674" y="18514"/>
                </a:lnTo>
                <a:lnTo>
                  <a:pt x="731" y="16351"/>
                </a:lnTo>
                <a:lnTo>
                  <a:pt x="193" y="14777"/>
                </a:lnTo>
                <a:lnTo>
                  <a:pt x="0" y="13340"/>
                </a:lnTo>
                <a:lnTo>
                  <a:pt x="100" y="11587"/>
                </a:lnTo>
                <a:lnTo>
                  <a:pt x="425" y="9066"/>
                </a:lnTo>
                <a:lnTo>
                  <a:pt x="611" y="7372"/>
                </a:lnTo>
                <a:lnTo>
                  <a:pt x="790" y="5668"/>
                </a:lnTo>
                <a:lnTo>
                  <a:pt x="976" y="3940"/>
                </a:lnTo>
                <a:lnTo>
                  <a:pt x="1322" y="1984"/>
                </a:lnTo>
                <a:lnTo>
                  <a:pt x="1674" y="0"/>
                </a:lnTo>
                <a:close/>
              </a:path>
            </a:pathLst>
          </a:custGeom>
          <a:solidFill>
            <a:srgbClr val="E7E6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0" name="contour_14988"/>
          <p:cNvSpPr/>
          <p:nvPr/>
        </p:nvSpPr>
        <p:spPr>
          <a:xfrm>
            <a:off x="4077074" y="453313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855"/>
                </a:lnTo>
                <a:lnTo>
                  <a:pt x="13781" y="1715"/>
                </a:lnTo>
                <a:lnTo>
                  <a:pt x="16364" y="2575"/>
                </a:lnTo>
                <a:lnTo>
                  <a:pt x="18969" y="3443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0394" y="20745"/>
                </a:lnTo>
                <a:lnTo>
                  <a:pt x="7819" y="19885"/>
                </a:lnTo>
                <a:lnTo>
                  <a:pt x="5236" y="19025"/>
                </a:lnTo>
                <a:lnTo>
                  <a:pt x="2631" y="18157"/>
                </a:lnTo>
                <a:lnTo>
                  <a:pt x="0" y="17280"/>
                </a:lnTo>
                <a:lnTo>
                  <a:pt x="1223" y="14835"/>
                </a:lnTo>
                <a:lnTo>
                  <a:pt x="2445" y="12390"/>
                </a:lnTo>
                <a:lnTo>
                  <a:pt x="3672" y="9936"/>
                </a:lnTo>
                <a:lnTo>
                  <a:pt x="4903" y="7474"/>
                </a:lnTo>
                <a:lnTo>
                  <a:pt x="6143" y="4998"/>
                </a:lnTo>
                <a:lnTo>
                  <a:pt x="7387" y="2510"/>
                </a:lnTo>
                <a:lnTo>
                  <a:pt x="8640" y="0"/>
                </a:lnTo>
                <a:close/>
              </a:path>
            </a:pathLst>
          </a:custGeom>
          <a:solidFill>
            <a:srgbClr val="F4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1" name="contour_14989"/>
          <p:cNvSpPr/>
          <p:nvPr/>
        </p:nvSpPr>
        <p:spPr>
          <a:xfrm>
            <a:off x="1787005" y="4533131"/>
            <a:ext cx="324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2" y="0"/>
                </a:moveTo>
                <a:lnTo>
                  <a:pt x="4529" y="302"/>
                </a:lnTo>
                <a:lnTo>
                  <a:pt x="7854" y="696"/>
                </a:lnTo>
                <a:lnTo>
                  <a:pt x="11096" y="1231"/>
                </a:lnTo>
                <a:lnTo>
                  <a:pt x="14271" y="1974"/>
                </a:lnTo>
                <a:lnTo>
                  <a:pt x="17396" y="2985"/>
                </a:lnTo>
                <a:lnTo>
                  <a:pt x="20508" y="4320"/>
                </a:lnTo>
                <a:lnTo>
                  <a:pt x="21251" y="7318"/>
                </a:lnTo>
                <a:lnTo>
                  <a:pt x="21585" y="10122"/>
                </a:lnTo>
                <a:lnTo>
                  <a:pt x="21600" y="12839"/>
                </a:lnTo>
                <a:lnTo>
                  <a:pt x="21367" y="15582"/>
                </a:lnTo>
                <a:lnTo>
                  <a:pt x="20974" y="18468"/>
                </a:lnTo>
                <a:lnTo>
                  <a:pt x="20508" y="21600"/>
                </a:lnTo>
                <a:lnTo>
                  <a:pt x="17071" y="21298"/>
                </a:lnTo>
                <a:lnTo>
                  <a:pt x="13746" y="20904"/>
                </a:lnTo>
                <a:lnTo>
                  <a:pt x="10504" y="20369"/>
                </a:lnTo>
                <a:lnTo>
                  <a:pt x="7329" y="19626"/>
                </a:lnTo>
                <a:lnTo>
                  <a:pt x="4204" y="18615"/>
                </a:lnTo>
                <a:lnTo>
                  <a:pt x="1092" y="17280"/>
                </a:lnTo>
                <a:lnTo>
                  <a:pt x="349" y="14282"/>
                </a:lnTo>
                <a:lnTo>
                  <a:pt x="15" y="11478"/>
                </a:lnTo>
                <a:lnTo>
                  <a:pt x="0" y="8761"/>
                </a:lnTo>
                <a:lnTo>
                  <a:pt x="233" y="6018"/>
                </a:lnTo>
                <a:lnTo>
                  <a:pt x="626" y="3132"/>
                </a:lnTo>
                <a:lnTo>
                  <a:pt x="1092" y="0"/>
                </a:lnTo>
                <a:close/>
              </a:path>
            </a:pathLst>
          </a:custGeom>
          <a:solidFill>
            <a:srgbClr val="EDEF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2" name="contour_14990"/>
          <p:cNvSpPr/>
          <p:nvPr/>
        </p:nvSpPr>
        <p:spPr>
          <a:xfrm>
            <a:off x="7225486" y="451855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8775" y="12820"/>
                </a:lnTo>
                <a:lnTo>
                  <a:pt x="16705" y="14121"/>
                </a:lnTo>
                <a:lnTo>
                  <a:pt x="14386" y="15287"/>
                </a:lnTo>
                <a:lnTo>
                  <a:pt x="10800" y="16875"/>
                </a:lnTo>
                <a:lnTo>
                  <a:pt x="8791" y="17782"/>
                </a:lnTo>
                <a:lnTo>
                  <a:pt x="6774" y="18695"/>
                </a:lnTo>
                <a:lnTo>
                  <a:pt x="4726" y="19618"/>
                </a:lnTo>
                <a:lnTo>
                  <a:pt x="3551" y="2011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2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3" name="contour_14991"/>
          <p:cNvSpPr/>
          <p:nvPr/>
        </p:nvSpPr>
        <p:spPr>
          <a:xfrm>
            <a:off x="6926679" y="4512039"/>
            <a:ext cx="43728" cy="35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3" y="362"/>
                </a:moveTo>
                <a:lnTo>
                  <a:pt x="15840" y="2498"/>
                </a:lnTo>
                <a:lnTo>
                  <a:pt x="17539" y="4025"/>
                </a:lnTo>
                <a:lnTo>
                  <a:pt x="18551" y="5676"/>
                </a:lnTo>
                <a:lnTo>
                  <a:pt x="19490" y="8187"/>
                </a:lnTo>
                <a:lnTo>
                  <a:pt x="19998" y="10849"/>
                </a:lnTo>
                <a:lnTo>
                  <a:pt x="20448" y="13523"/>
                </a:lnTo>
                <a:lnTo>
                  <a:pt x="20858" y="16211"/>
                </a:lnTo>
                <a:lnTo>
                  <a:pt x="21240" y="18903"/>
                </a:lnTo>
                <a:lnTo>
                  <a:pt x="21600" y="21600"/>
                </a:lnTo>
                <a:lnTo>
                  <a:pt x="19339" y="20324"/>
                </a:lnTo>
                <a:lnTo>
                  <a:pt x="17143" y="19053"/>
                </a:lnTo>
                <a:lnTo>
                  <a:pt x="15012" y="17765"/>
                </a:lnTo>
                <a:lnTo>
                  <a:pt x="12942" y="16427"/>
                </a:lnTo>
                <a:lnTo>
                  <a:pt x="10930" y="15028"/>
                </a:lnTo>
                <a:lnTo>
                  <a:pt x="8975" y="13541"/>
                </a:lnTo>
                <a:lnTo>
                  <a:pt x="7078" y="11939"/>
                </a:lnTo>
                <a:lnTo>
                  <a:pt x="5234" y="10200"/>
                </a:lnTo>
                <a:lnTo>
                  <a:pt x="3442" y="8306"/>
                </a:lnTo>
                <a:lnTo>
                  <a:pt x="1696" y="6228"/>
                </a:lnTo>
                <a:lnTo>
                  <a:pt x="0" y="3946"/>
                </a:lnTo>
                <a:lnTo>
                  <a:pt x="2207" y="2207"/>
                </a:lnTo>
                <a:lnTo>
                  <a:pt x="4147" y="1015"/>
                </a:lnTo>
                <a:lnTo>
                  <a:pt x="6001" y="305"/>
                </a:lnTo>
                <a:lnTo>
                  <a:pt x="7949" y="0"/>
                </a:lnTo>
                <a:lnTo>
                  <a:pt x="10163" y="44"/>
                </a:lnTo>
                <a:lnTo>
                  <a:pt x="12823" y="362"/>
                </a:lnTo>
                <a:close/>
              </a:path>
            </a:pathLst>
          </a:custGeom>
          <a:solidFill>
            <a:srgbClr val="2524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4" name="contour_14992"/>
          <p:cNvSpPr/>
          <p:nvPr/>
        </p:nvSpPr>
        <p:spPr>
          <a:xfrm>
            <a:off x="5461792" y="4503979"/>
            <a:ext cx="51016" cy="22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98"/>
                </a:lnTo>
                <a:lnTo>
                  <a:pt x="4280" y="1396"/>
                </a:lnTo>
                <a:lnTo>
                  <a:pt x="6421" y="2094"/>
                </a:lnTo>
                <a:lnTo>
                  <a:pt x="8566" y="2799"/>
                </a:lnTo>
                <a:lnTo>
                  <a:pt x="10720" y="3497"/>
                </a:lnTo>
                <a:lnTo>
                  <a:pt x="12877" y="4202"/>
                </a:lnTo>
                <a:lnTo>
                  <a:pt x="15043" y="4907"/>
                </a:lnTo>
                <a:lnTo>
                  <a:pt x="17218" y="5619"/>
                </a:lnTo>
                <a:lnTo>
                  <a:pt x="19403" y="6331"/>
                </a:lnTo>
                <a:lnTo>
                  <a:pt x="21600" y="7050"/>
                </a:lnTo>
                <a:lnTo>
                  <a:pt x="19607" y="10532"/>
                </a:lnTo>
                <a:lnTo>
                  <a:pt x="17734" y="13458"/>
                </a:lnTo>
                <a:lnTo>
                  <a:pt x="15947" y="15862"/>
                </a:lnTo>
                <a:lnTo>
                  <a:pt x="14200" y="17786"/>
                </a:lnTo>
                <a:lnTo>
                  <a:pt x="12460" y="19274"/>
                </a:lnTo>
                <a:lnTo>
                  <a:pt x="10689" y="20359"/>
                </a:lnTo>
                <a:lnTo>
                  <a:pt x="8847" y="21078"/>
                </a:lnTo>
                <a:lnTo>
                  <a:pt x="6893" y="21480"/>
                </a:lnTo>
                <a:lnTo>
                  <a:pt x="4795" y="21600"/>
                </a:lnTo>
                <a:lnTo>
                  <a:pt x="2509" y="21473"/>
                </a:lnTo>
                <a:lnTo>
                  <a:pt x="0" y="21149"/>
                </a:lnTo>
                <a:lnTo>
                  <a:pt x="0" y="16961"/>
                </a:lnTo>
                <a:lnTo>
                  <a:pt x="0" y="12760"/>
                </a:lnTo>
                <a:lnTo>
                  <a:pt x="0" y="8544"/>
                </a:lnTo>
                <a:lnTo>
                  <a:pt x="0" y="4293"/>
                </a:lnTo>
                <a:lnTo>
                  <a:pt x="0" y="0"/>
                </a:lnTo>
                <a:close/>
              </a:path>
            </a:pathLst>
          </a:custGeom>
          <a:solidFill>
            <a:srgbClr val="2F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5" name="contour_14993"/>
          <p:cNvSpPr/>
          <p:nvPr/>
        </p:nvSpPr>
        <p:spPr>
          <a:xfrm>
            <a:off x="10782026" y="450397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735" y="8780"/>
                </a:lnTo>
                <a:lnTo>
                  <a:pt x="3017" y="7479"/>
                </a:lnTo>
                <a:lnTo>
                  <a:pt x="4478" y="6313"/>
                </a:lnTo>
                <a:lnTo>
                  <a:pt x="6750" y="4725"/>
                </a:lnTo>
                <a:lnTo>
                  <a:pt x="7693" y="4045"/>
                </a:lnTo>
                <a:lnTo>
                  <a:pt x="10548" y="1982"/>
                </a:lnTo>
                <a:lnTo>
                  <a:pt x="12485" y="1015"/>
                </a:lnTo>
                <a:lnTo>
                  <a:pt x="14029" y="427"/>
                </a:lnTo>
                <a:lnTo>
                  <a:pt x="15710" y="124"/>
                </a:lnTo>
                <a:lnTo>
                  <a:pt x="18054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F5F6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6" name="contour_14994"/>
          <p:cNvSpPr/>
          <p:nvPr/>
        </p:nvSpPr>
        <p:spPr>
          <a:xfrm>
            <a:off x="1161877" y="448940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1071"/>
                </a:lnTo>
                <a:lnTo>
                  <a:pt x="14375" y="2143"/>
                </a:lnTo>
                <a:lnTo>
                  <a:pt x="16175" y="3227"/>
                </a:lnTo>
                <a:lnTo>
                  <a:pt x="18000" y="4320"/>
                </a:lnTo>
                <a:lnTo>
                  <a:pt x="16884" y="6195"/>
                </a:lnTo>
                <a:lnTo>
                  <a:pt x="15750" y="8100"/>
                </a:lnTo>
                <a:lnTo>
                  <a:pt x="15080" y="10511"/>
                </a:lnTo>
                <a:lnTo>
                  <a:pt x="14400" y="12960"/>
                </a:lnTo>
                <a:lnTo>
                  <a:pt x="16182" y="15098"/>
                </a:lnTo>
                <a:lnTo>
                  <a:pt x="17975" y="17245"/>
                </a:lnTo>
                <a:lnTo>
                  <a:pt x="19775" y="19410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188" y="19224"/>
                </a:lnTo>
                <a:lnTo>
                  <a:pt x="2376" y="16844"/>
                </a:lnTo>
                <a:lnTo>
                  <a:pt x="3568" y="14463"/>
                </a:lnTo>
                <a:lnTo>
                  <a:pt x="4763" y="12079"/>
                </a:lnTo>
                <a:lnTo>
                  <a:pt x="5958" y="9681"/>
                </a:lnTo>
                <a:lnTo>
                  <a:pt x="7160" y="7279"/>
                </a:lnTo>
                <a:lnTo>
                  <a:pt x="8366" y="4864"/>
                </a:lnTo>
                <a:lnTo>
                  <a:pt x="9580" y="2441"/>
                </a:lnTo>
                <a:lnTo>
                  <a:pt x="10800" y="0"/>
                </a:lnTo>
                <a:close/>
              </a:path>
            </a:pathLst>
          </a:custGeom>
          <a:solidFill>
            <a:srgbClr val="D7BF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7" name="contour_14995"/>
          <p:cNvSpPr/>
          <p:nvPr/>
        </p:nvSpPr>
        <p:spPr>
          <a:xfrm>
            <a:off x="6671599" y="4489403"/>
            <a:ext cx="2399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59" y="0"/>
                </a:moveTo>
                <a:lnTo>
                  <a:pt x="10895" y="0"/>
                </a:lnTo>
                <a:lnTo>
                  <a:pt x="15257" y="0"/>
                </a:lnTo>
                <a:lnTo>
                  <a:pt x="19678" y="0"/>
                </a:lnTo>
                <a:lnTo>
                  <a:pt x="19980" y="1811"/>
                </a:lnTo>
                <a:lnTo>
                  <a:pt x="20249" y="3623"/>
                </a:lnTo>
                <a:lnTo>
                  <a:pt x="20491" y="5437"/>
                </a:lnTo>
                <a:lnTo>
                  <a:pt x="20708" y="7251"/>
                </a:lnTo>
                <a:lnTo>
                  <a:pt x="20911" y="9066"/>
                </a:lnTo>
                <a:lnTo>
                  <a:pt x="21134" y="10751"/>
                </a:lnTo>
                <a:lnTo>
                  <a:pt x="21364" y="12445"/>
                </a:lnTo>
                <a:lnTo>
                  <a:pt x="21600" y="14163"/>
                </a:lnTo>
                <a:lnTo>
                  <a:pt x="20964" y="15601"/>
                </a:lnTo>
                <a:lnTo>
                  <a:pt x="20327" y="17049"/>
                </a:lnTo>
                <a:lnTo>
                  <a:pt x="19678" y="18514"/>
                </a:lnTo>
                <a:lnTo>
                  <a:pt x="15782" y="19125"/>
                </a:lnTo>
                <a:lnTo>
                  <a:pt x="11872" y="19739"/>
                </a:lnTo>
                <a:lnTo>
                  <a:pt x="7950" y="20353"/>
                </a:lnTo>
                <a:lnTo>
                  <a:pt x="3995" y="20974"/>
                </a:lnTo>
                <a:lnTo>
                  <a:pt x="0" y="21600"/>
                </a:lnTo>
                <a:lnTo>
                  <a:pt x="649" y="19462"/>
                </a:lnTo>
                <a:lnTo>
                  <a:pt x="1299" y="17320"/>
                </a:lnTo>
                <a:lnTo>
                  <a:pt x="1948" y="15179"/>
                </a:lnTo>
                <a:lnTo>
                  <a:pt x="2604" y="13034"/>
                </a:lnTo>
                <a:lnTo>
                  <a:pt x="3253" y="10880"/>
                </a:lnTo>
                <a:lnTo>
                  <a:pt x="3909" y="8723"/>
                </a:lnTo>
                <a:lnTo>
                  <a:pt x="4565" y="6557"/>
                </a:lnTo>
                <a:lnTo>
                  <a:pt x="5228" y="4382"/>
                </a:lnTo>
                <a:lnTo>
                  <a:pt x="5890" y="2197"/>
                </a:lnTo>
                <a:lnTo>
                  <a:pt x="6559" y="0"/>
                </a:lnTo>
                <a:close/>
              </a:path>
            </a:pathLst>
          </a:custGeom>
          <a:solidFill>
            <a:srgbClr val="F3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8" name="contour_14996"/>
          <p:cNvSpPr/>
          <p:nvPr/>
        </p:nvSpPr>
        <p:spPr>
          <a:xfrm>
            <a:off x="8107333" y="448940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1311" y="17053"/>
                </a:lnTo>
                <a:lnTo>
                  <a:pt x="2354" y="13711"/>
                </a:lnTo>
                <a:lnTo>
                  <a:pt x="3283" y="11275"/>
                </a:lnTo>
                <a:lnTo>
                  <a:pt x="4261" y="9455"/>
                </a:lnTo>
                <a:lnTo>
                  <a:pt x="5446" y="7954"/>
                </a:lnTo>
                <a:lnTo>
                  <a:pt x="6995" y="6475"/>
                </a:lnTo>
                <a:lnTo>
                  <a:pt x="9066" y="4725"/>
                </a:lnTo>
                <a:lnTo>
                  <a:pt x="10640" y="3364"/>
                </a:lnTo>
                <a:lnTo>
                  <a:pt x="12235" y="1982"/>
                </a:lnTo>
                <a:lnTo>
                  <a:pt x="13843" y="1015"/>
                </a:lnTo>
                <a:lnTo>
                  <a:pt x="15132" y="427"/>
                </a:lnTo>
                <a:lnTo>
                  <a:pt x="16558" y="124"/>
                </a:lnTo>
                <a:lnTo>
                  <a:pt x="18564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ED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4999" name="contour_14997"/>
          <p:cNvSpPr/>
          <p:nvPr/>
        </p:nvSpPr>
        <p:spPr>
          <a:xfrm>
            <a:off x="7662766" y="446753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17673" y="10751"/>
                </a:lnTo>
                <a:lnTo>
                  <a:pt x="14934" y="14440"/>
                </a:lnTo>
                <a:lnTo>
                  <a:pt x="13020" y="16918"/>
                </a:lnTo>
                <a:lnTo>
                  <a:pt x="11573" y="18641"/>
                </a:lnTo>
                <a:lnTo>
                  <a:pt x="10234" y="20050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5BA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0" name="contour_14998"/>
          <p:cNvSpPr/>
          <p:nvPr/>
        </p:nvSpPr>
        <p:spPr>
          <a:xfrm>
            <a:off x="4886041" y="4452963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867"/>
                </a:lnTo>
                <a:lnTo>
                  <a:pt x="4327" y="1750"/>
                </a:lnTo>
                <a:lnTo>
                  <a:pt x="6487" y="2643"/>
                </a:lnTo>
                <a:lnTo>
                  <a:pt x="8644" y="3552"/>
                </a:lnTo>
                <a:lnTo>
                  <a:pt x="10800" y="4465"/>
                </a:lnTo>
                <a:lnTo>
                  <a:pt x="12809" y="5292"/>
                </a:lnTo>
                <a:lnTo>
                  <a:pt x="14828" y="6128"/>
                </a:lnTo>
                <a:lnTo>
                  <a:pt x="16877" y="6975"/>
                </a:lnTo>
                <a:lnTo>
                  <a:pt x="18436" y="8042"/>
                </a:lnTo>
                <a:lnTo>
                  <a:pt x="20009" y="9119"/>
                </a:lnTo>
                <a:lnTo>
                  <a:pt x="21600" y="10206"/>
                </a:lnTo>
                <a:lnTo>
                  <a:pt x="21600" y="13578"/>
                </a:lnTo>
                <a:lnTo>
                  <a:pt x="21600" y="16972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58" y="17166"/>
                </a:lnTo>
                <a:lnTo>
                  <a:pt x="1454" y="13910"/>
                </a:lnTo>
                <a:lnTo>
                  <a:pt x="828" y="10604"/>
                </a:lnTo>
                <a:lnTo>
                  <a:pt x="414" y="7210"/>
                </a:lnTo>
                <a:lnTo>
                  <a:pt x="158" y="3689"/>
                </a:lnTo>
                <a:lnTo>
                  <a:pt x="0" y="0"/>
                </a:lnTo>
                <a:close/>
              </a:path>
            </a:pathLst>
          </a:custGeom>
          <a:solidFill>
            <a:srgbClr val="886C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1" name="contour_14999"/>
          <p:cNvSpPr/>
          <p:nvPr/>
        </p:nvSpPr>
        <p:spPr>
          <a:xfrm>
            <a:off x="11029818" y="4409235"/>
            <a:ext cx="5101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823" y="1731"/>
                </a:lnTo>
                <a:lnTo>
                  <a:pt x="17842" y="3043"/>
                </a:lnTo>
                <a:lnTo>
                  <a:pt x="18656" y="4193"/>
                </a:lnTo>
                <a:lnTo>
                  <a:pt x="19443" y="5443"/>
                </a:lnTo>
                <a:lnTo>
                  <a:pt x="20366" y="7045"/>
                </a:lnTo>
                <a:lnTo>
                  <a:pt x="21600" y="9257"/>
                </a:lnTo>
                <a:lnTo>
                  <a:pt x="21298" y="11738"/>
                </a:lnTo>
                <a:lnTo>
                  <a:pt x="20986" y="13460"/>
                </a:lnTo>
                <a:lnTo>
                  <a:pt x="20517" y="14867"/>
                </a:lnTo>
                <a:lnTo>
                  <a:pt x="19742" y="16404"/>
                </a:lnTo>
                <a:lnTo>
                  <a:pt x="18514" y="18514"/>
                </a:lnTo>
                <a:lnTo>
                  <a:pt x="16404" y="19742"/>
                </a:lnTo>
                <a:lnTo>
                  <a:pt x="14867" y="20517"/>
                </a:lnTo>
                <a:lnTo>
                  <a:pt x="13460" y="20986"/>
                </a:lnTo>
                <a:lnTo>
                  <a:pt x="11738" y="21298"/>
                </a:lnTo>
                <a:lnTo>
                  <a:pt x="9257" y="21600"/>
                </a:lnTo>
                <a:lnTo>
                  <a:pt x="7045" y="20366"/>
                </a:lnTo>
                <a:lnTo>
                  <a:pt x="5443" y="19443"/>
                </a:lnTo>
                <a:lnTo>
                  <a:pt x="4193" y="18659"/>
                </a:lnTo>
                <a:lnTo>
                  <a:pt x="3043" y="17842"/>
                </a:lnTo>
                <a:lnTo>
                  <a:pt x="1731" y="16823"/>
                </a:lnTo>
                <a:lnTo>
                  <a:pt x="0" y="15429"/>
                </a:lnTo>
                <a:lnTo>
                  <a:pt x="879" y="15314"/>
                </a:lnTo>
                <a:lnTo>
                  <a:pt x="2432" y="15117"/>
                </a:lnTo>
                <a:lnTo>
                  <a:pt x="5980" y="14657"/>
                </a:lnTo>
                <a:lnTo>
                  <a:pt x="7998" y="14167"/>
                </a:lnTo>
                <a:lnTo>
                  <a:pt x="9331" y="13762"/>
                </a:lnTo>
                <a:lnTo>
                  <a:pt x="10581" y="13225"/>
                </a:lnTo>
                <a:lnTo>
                  <a:pt x="12343" y="12343"/>
                </a:lnTo>
                <a:lnTo>
                  <a:pt x="13275" y="10300"/>
                </a:lnTo>
                <a:lnTo>
                  <a:pt x="13960" y="8335"/>
                </a:lnTo>
                <a:lnTo>
                  <a:pt x="14460" y="6384"/>
                </a:lnTo>
                <a:lnTo>
                  <a:pt x="14833" y="4385"/>
                </a:lnTo>
                <a:lnTo>
                  <a:pt x="15135" y="2280"/>
                </a:lnTo>
                <a:lnTo>
                  <a:pt x="15429" y="0"/>
                </a:lnTo>
                <a:close/>
              </a:path>
            </a:pathLst>
          </a:custGeom>
          <a:solidFill>
            <a:srgbClr val="ECEF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2" name="contour_15000"/>
          <p:cNvSpPr/>
          <p:nvPr/>
        </p:nvSpPr>
        <p:spPr>
          <a:xfrm>
            <a:off x="11372353" y="4372795"/>
            <a:ext cx="3662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493" y="0"/>
                </a:moveTo>
                <a:lnTo>
                  <a:pt x="21600" y="2268"/>
                </a:lnTo>
                <a:lnTo>
                  <a:pt x="21587" y="4379"/>
                </a:lnTo>
                <a:lnTo>
                  <a:pt x="21432" y="6372"/>
                </a:lnTo>
                <a:lnTo>
                  <a:pt x="21088" y="8288"/>
                </a:lnTo>
                <a:lnTo>
                  <a:pt x="20530" y="10171"/>
                </a:lnTo>
                <a:lnTo>
                  <a:pt x="19717" y="12056"/>
                </a:lnTo>
                <a:lnTo>
                  <a:pt x="18617" y="13991"/>
                </a:lnTo>
                <a:lnTo>
                  <a:pt x="17194" y="16009"/>
                </a:lnTo>
                <a:lnTo>
                  <a:pt x="15995" y="17604"/>
                </a:lnTo>
                <a:lnTo>
                  <a:pt x="14778" y="19224"/>
                </a:lnTo>
                <a:lnTo>
                  <a:pt x="13841" y="20403"/>
                </a:lnTo>
                <a:lnTo>
                  <a:pt x="12896" y="21600"/>
                </a:lnTo>
                <a:lnTo>
                  <a:pt x="9985" y="20702"/>
                </a:lnTo>
                <a:lnTo>
                  <a:pt x="7475" y="19758"/>
                </a:lnTo>
                <a:lnTo>
                  <a:pt x="5227" y="18665"/>
                </a:lnTo>
                <a:lnTo>
                  <a:pt x="3099" y="17326"/>
                </a:lnTo>
                <a:lnTo>
                  <a:pt x="959" y="15645"/>
                </a:lnTo>
                <a:lnTo>
                  <a:pt x="481" y="14006"/>
                </a:lnTo>
                <a:lnTo>
                  <a:pt x="0" y="12343"/>
                </a:lnTo>
                <a:lnTo>
                  <a:pt x="2141" y="10704"/>
                </a:lnTo>
                <a:lnTo>
                  <a:pt x="3753" y="9547"/>
                </a:lnTo>
                <a:lnTo>
                  <a:pt x="5347" y="8551"/>
                </a:lnTo>
                <a:lnTo>
                  <a:pt x="7419" y="7400"/>
                </a:lnTo>
                <a:lnTo>
                  <a:pt x="10480" y="5786"/>
                </a:lnTo>
                <a:lnTo>
                  <a:pt x="11382" y="5298"/>
                </a:lnTo>
                <a:lnTo>
                  <a:pt x="12981" y="4443"/>
                </a:lnTo>
                <a:lnTo>
                  <a:pt x="16640" y="2484"/>
                </a:lnTo>
                <a:lnTo>
                  <a:pt x="19047" y="1250"/>
                </a:lnTo>
                <a:lnTo>
                  <a:pt x="21493" y="0"/>
                </a:lnTo>
                <a:close/>
              </a:path>
            </a:pathLst>
          </a:custGeom>
          <a:solidFill>
            <a:srgbClr val="E3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3" name="contour_15001"/>
          <p:cNvSpPr/>
          <p:nvPr/>
        </p:nvSpPr>
        <p:spPr>
          <a:xfrm>
            <a:off x="8697661" y="439465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566" y="1670"/>
                </a:lnTo>
                <a:lnTo>
                  <a:pt x="8800" y="3352"/>
                </a:lnTo>
                <a:lnTo>
                  <a:pt x="11020" y="5047"/>
                </a:lnTo>
                <a:lnTo>
                  <a:pt x="13228" y="6750"/>
                </a:lnTo>
                <a:lnTo>
                  <a:pt x="13967" y="7308"/>
                </a:lnTo>
                <a:lnTo>
                  <a:pt x="15267" y="8294"/>
                </a:lnTo>
                <a:lnTo>
                  <a:pt x="18243" y="10548"/>
                </a:lnTo>
                <a:lnTo>
                  <a:pt x="19911" y="12460"/>
                </a:lnTo>
                <a:lnTo>
                  <a:pt x="21600" y="14400"/>
                </a:lnTo>
                <a:lnTo>
                  <a:pt x="20926" y="16855"/>
                </a:lnTo>
                <a:lnTo>
                  <a:pt x="20252" y="18421"/>
                </a:lnTo>
                <a:lnTo>
                  <a:pt x="19172" y="19778"/>
                </a:lnTo>
                <a:lnTo>
                  <a:pt x="17280" y="21600"/>
                </a:lnTo>
                <a:lnTo>
                  <a:pt x="14260" y="21402"/>
                </a:lnTo>
                <a:lnTo>
                  <a:pt x="11366" y="20966"/>
                </a:lnTo>
                <a:lnTo>
                  <a:pt x="8549" y="20354"/>
                </a:lnTo>
                <a:lnTo>
                  <a:pt x="5750" y="19616"/>
                </a:lnTo>
                <a:lnTo>
                  <a:pt x="2916" y="18814"/>
                </a:lnTo>
                <a:lnTo>
                  <a:pt x="0" y="18000"/>
                </a:lnTo>
                <a:lnTo>
                  <a:pt x="536" y="15772"/>
                </a:lnTo>
                <a:lnTo>
                  <a:pt x="1071" y="13543"/>
                </a:lnTo>
                <a:lnTo>
                  <a:pt x="1607" y="11308"/>
                </a:lnTo>
                <a:lnTo>
                  <a:pt x="2143" y="9068"/>
                </a:lnTo>
                <a:lnTo>
                  <a:pt x="2683" y="6818"/>
                </a:lnTo>
                <a:lnTo>
                  <a:pt x="3227" y="4558"/>
                </a:lnTo>
                <a:lnTo>
                  <a:pt x="3771" y="2286"/>
                </a:lnTo>
                <a:lnTo>
                  <a:pt x="4320" y="0"/>
                </a:lnTo>
                <a:close/>
              </a:path>
            </a:pathLst>
          </a:custGeom>
          <a:solidFill>
            <a:srgbClr val="EB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4" name="contour_15002"/>
          <p:cNvSpPr/>
          <p:nvPr/>
        </p:nvSpPr>
        <p:spPr>
          <a:xfrm>
            <a:off x="5184849" y="4380083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19813" y="7274"/>
                </a:lnTo>
                <a:lnTo>
                  <a:pt x="18052" y="9045"/>
                </a:lnTo>
                <a:lnTo>
                  <a:pt x="16308" y="10708"/>
                </a:lnTo>
                <a:lnTo>
                  <a:pt x="14572" y="12269"/>
                </a:lnTo>
                <a:lnTo>
                  <a:pt x="12836" y="13738"/>
                </a:lnTo>
                <a:lnTo>
                  <a:pt x="11094" y="15109"/>
                </a:lnTo>
                <a:lnTo>
                  <a:pt x="9334" y="16394"/>
                </a:lnTo>
                <a:lnTo>
                  <a:pt x="7549" y="17593"/>
                </a:lnTo>
                <a:lnTo>
                  <a:pt x="5732" y="18711"/>
                </a:lnTo>
                <a:lnTo>
                  <a:pt x="3874" y="19748"/>
                </a:lnTo>
                <a:lnTo>
                  <a:pt x="1966" y="2070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7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5" name="contour_15003"/>
          <p:cNvSpPr/>
          <p:nvPr/>
        </p:nvSpPr>
        <p:spPr>
          <a:xfrm>
            <a:off x="2211348" y="4358219"/>
            <a:ext cx="51016" cy="366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2" y="829"/>
                </a:lnTo>
                <a:lnTo>
                  <a:pt x="4163" y="1795"/>
                </a:lnTo>
                <a:lnTo>
                  <a:pt x="6100" y="2882"/>
                </a:lnTo>
                <a:lnTo>
                  <a:pt x="7961" y="4089"/>
                </a:lnTo>
                <a:lnTo>
                  <a:pt x="9757" y="5408"/>
                </a:lnTo>
                <a:lnTo>
                  <a:pt x="11500" y="6829"/>
                </a:lnTo>
                <a:lnTo>
                  <a:pt x="13204" y="8350"/>
                </a:lnTo>
                <a:lnTo>
                  <a:pt x="14882" y="9960"/>
                </a:lnTo>
                <a:lnTo>
                  <a:pt x="16549" y="11657"/>
                </a:lnTo>
                <a:lnTo>
                  <a:pt x="18215" y="13431"/>
                </a:lnTo>
                <a:lnTo>
                  <a:pt x="19894" y="15273"/>
                </a:lnTo>
                <a:lnTo>
                  <a:pt x="21600" y="17180"/>
                </a:lnTo>
                <a:lnTo>
                  <a:pt x="19675" y="18194"/>
                </a:lnTo>
                <a:lnTo>
                  <a:pt x="17786" y="19122"/>
                </a:lnTo>
                <a:lnTo>
                  <a:pt x="15913" y="19946"/>
                </a:lnTo>
                <a:lnTo>
                  <a:pt x="14040" y="20629"/>
                </a:lnTo>
                <a:lnTo>
                  <a:pt x="12145" y="21153"/>
                </a:lnTo>
                <a:lnTo>
                  <a:pt x="10217" y="21484"/>
                </a:lnTo>
                <a:lnTo>
                  <a:pt x="8230" y="21600"/>
                </a:lnTo>
                <a:lnTo>
                  <a:pt x="6171" y="21475"/>
                </a:lnTo>
                <a:lnTo>
                  <a:pt x="4956" y="18993"/>
                </a:lnTo>
                <a:lnTo>
                  <a:pt x="3916" y="16463"/>
                </a:lnTo>
                <a:lnTo>
                  <a:pt x="3027" y="13882"/>
                </a:lnTo>
                <a:lnTo>
                  <a:pt x="2268" y="11240"/>
                </a:lnTo>
                <a:lnTo>
                  <a:pt x="1608" y="8534"/>
                </a:lnTo>
                <a:lnTo>
                  <a:pt x="1028" y="5764"/>
                </a:lnTo>
                <a:lnTo>
                  <a:pt x="500" y="2921"/>
                </a:lnTo>
                <a:lnTo>
                  <a:pt x="0" y="0"/>
                </a:lnTo>
                <a:close/>
              </a:path>
            </a:pathLst>
          </a:custGeom>
          <a:solidFill>
            <a:srgbClr val="EE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6" name="contour_15004"/>
          <p:cNvSpPr/>
          <p:nvPr/>
        </p:nvSpPr>
        <p:spPr>
          <a:xfrm>
            <a:off x="11314050" y="4351733"/>
            <a:ext cx="43728" cy="356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31"/>
                </a:moveTo>
                <a:lnTo>
                  <a:pt x="19814" y="4386"/>
                </a:lnTo>
                <a:lnTo>
                  <a:pt x="18022" y="4846"/>
                </a:lnTo>
                <a:lnTo>
                  <a:pt x="16200" y="5309"/>
                </a:lnTo>
                <a:lnTo>
                  <a:pt x="14414" y="6312"/>
                </a:lnTo>
                <a:lnTo>
                  <a:pt x="12622" y="7324"/>
                </a:lnTo>
                <a:lnTo>
                  <a:pt x="10800" y="8348"/>
                </a:lnTo>
                <a:lnTo>
                  <a:pt x="10476" y="11767"/>
                </a:lnTo>
                <a:lnTo>
                  <a:pt x="10314" y="14166"/>
                </a:lnTo>
                <a:lnTo>
                  <a:pt x="10314" y="16180"/>
                </a:lnTo>
                <a:lnTo>
                  <a:pt x="10476" y="18446"/>
                </a:lnTo>
                <a:lnTo>
                  <a:pt x="10800" y="21600"/>
                </a:lnTo>
                <a:lnTo>
                  <a:pt x="8662" y="21600"/>
                </a:lnTo>
                <a:lnTo>
                  <a:pt x="6516" y="21600"/>
                </a:lnTo>
                <a:lnTo>
                  <a:pt x="4363" y="21600"/>
                </a:lnTo>
                <a:lnTo>
                  <a:pt x="2192" y="21600"/>
                </a:lnTo>
                <a:lnTo>
                  <a:pt x="0" y="21600"/>
                </a:lnTo>
                <a:lnTo>
                  <a:pt x="666" y="16578"/>
                </a:lnTo>
                <a:lnTo>
                  <a:pt x="1174" y="13044"/>
                </a:lnTo>
                <a:lnTo>
                  <a:pt x="1620" y="10500"/>
                </a:lnTo>
                <a:lnTo>
                  <a:pt x="2106" y="8459"/>
                </a:lnTo>
                <a:lnTo>
                  <a:pt x="2732" y="6436"/>
                </a:lnTo>
                <a:lnTo>
                  <a:pt x="3600" y="3931"/>
                </a:lnTo>
                <a:lnTo>
                  <a:pt x="6455" y="2098"/>
                </a:lnTo>
                <a:lnTo>
                  <a:pt x="9061" y="804"/>
                </a:lnTo>
                <a:lnTo>
                  <a:pt x="11513" y="88"/>
                </a:lnTo>
                <a:lnTo>
                  <a:pt x="13900" y="0"/>
                </a:lnTo>
                <a:lnTo>
                  <a:pt x="16315" y="579"/>
                </a:lnTo>
                <a:lnTo>
                  <a:pt x="18853" y="1877"/>
                </a:lnTo>
                <a:lnTo>
                  <a:pt x="21600" y="3931"/>
                </a:lnTo>
                <a:close/>
              </a:path>
            </a:pathLst>
          </a:custGeom>
          <a:solidFill>
            <a:srgbClr val="6F60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7" name="contour_15005"/>
          <p:cNvSpPr/>
          <p:nvPr/>
        </p:nvSpPr>
        <p:spPr>
          <a:xfrm>
            <a:off x="4798585" y="435093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2" y="2069"/>
                </a:lnTo>
                <a:lnTo>
                  <a:pt x="8770" y="3754"/>
                </a:lnTo>
                <a:lnTo>
                  <a:pt x="11746" y="5188"/>
                </a:lnTo>
                <a:lnTo>
                  <a:pt x="14010" y="6493"/>
                </a:lnTo>
                <a:lnTo>
                  <a:pt x="15725" y="7806"/>
                </a:lnTo>
                <a:lnTo>
                  <a:pt x="17068" y="9249"/>
                </a:lnTo>
                <a:lnTo>
                  <a:pt x="18200" y="10951"/>
                </a:lnTo>
                <a:lnTo>
                  <a:pt x="19293" y="13046"/>
                </a:lnTo>
                <a:lnTo>
                  <a:pt x="20520" y="15660"/>
                </a:lnTo>
                <a:lnTo>
                  <a:pt x="21056" y="1861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E46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8" name="contour_15006"/>
          <p:cNvSpPr/>
          <p:nvPr/>
        </p:nvSpPr>
        <p:spPr>
          <a:xfrm>
            <a:off x="4128090" y="434364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E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09" name="contour_15007"/>
          <p:cNvSpPr/>
          <p:nvPr/>
        </p:nvSpPr>
        <p:spPr>
          <a:xfrm>
            <a:off x="10971514" y="432177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475"/>
                </a:lnTo>
                <a:lnTo>
                  <a:pt x="4392" y="972"/>
                </a:lnTo>
                <a:lnTo>
                  <a:pt x="6584" y="1490"/>
                </a:lnTo>
                <a:lnTo>
                  <a:pt x="8777" y="2025"/>
                </a:lnTo>
                <a:lnTo>
                  <a:pt x="10004" y="2311"/>
                </a:lnTo>
                <a:lnTo>
                  <a:pt x="13712" y="3164"/>
                </a:lnTo>
                <a:lnTo>
                  <a:pt x="16229" y="4547"/>
                </a:lnTo>
                <a:lnTo>
                  <a:pt x="17762" y="5821"/>
                </a:lnTo>
                <a:lnTo>
                  <a:pt x="18936" y="7733"/>
                </a:lnTo>
                <a:lnTo>
                  <a:pt x="20376" y="11011"/>
                </a:lnTo>
                <a:lnTo>
                  <a:pt x="20984" y="13586"/>
                </a:lnTo>
                <a:lnTo>
                  <a:pt x="21600" y="16200"/>
                </a:lnTo>
                <a:lnTo>
                  <a:pt x="19231" y="17744"/>
                </a:lnTo>
                <a:lnTo>
                  <a:pt x="16909" y="19105"/>
                </a:lnTo>
                <a:lnTo>
                  <a:pt x="14591" y="20234"/>
                </a:lnTo>
                <a:lnTo>
                  <a:pt x="12226" y="21065"/>
                </a:lnTo>
                <a:lnTo>
                  <a:pt x="9778" y="21541"/>
                </a:lnTo>
                <a:lnTo>
                  <a:pt x="7200" y="21600"/>
                </a:lnTo>
                <a:lnTo>
                  <a:pt x="5728" y="18797"/>
                </a:lnTo>
                <a:lnTo>
                  <a:pt x="4457" y="15908"/>
                </a:lnTo>
                <a:lnTo>
                  <a:pt x="3362" y="12922"/>
                </a:lnTo>
                <a:lnTo>
                  <a:pt x="2401" y="9844"/>
                </a:lnTo>
                <a:lnTo>
                  <a:pt x="1544" y="6664"/>
                </a:lnTo>
                <a:lnTo>
                  <a:pt x="752" y="3386"/>
                </a:lnTo>
                <a:lnTo>
                  <a:pt x="0" y="0"/>
                </a:lnTo>
                <a:close/>
              </a:path>
            </a:pathLst>
          </a:custGeom>
          <a:solidFill>
            <a:srgbClr val="E3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0" name="contour_15008"/>
          <p:cNvSpPr/>
          <p:nvPr/>
        </p:nvSpPr>
        <p:spPr>
          <a:xfrm>
            <a:off x="7502430" y="432906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091" y="3564"/>
                </a:lnTo>
                <a:lnTo>
                  <a:pt x="20582" y="7133"/>
                </a:lnTo>
                <a:lnTo>
                  <a:pt x="20069" y="10719"/>
                </a:lnTo>
                <a:lnTo>
                  <a:pt x="19554" y="14321"/>
                </a:lnTo>
                <a:lnTo>
                  <a:pt x="19036" y="17944"/>
                </a:lnTo>
                <a:lnTo>
                  <a:pt x="18514" y="21600"/>
                </a:lnTo>
                <a:lnTo>
                  <a:pt x="16660" y="20682"/>
                </a:lnTo>
                <a:lnTo>
                  <a:pt x="14805" y="19748"/>
                </a:lnTo>
                <a:lnTo>
                  <a:pt x="12954" y="18803"/>
                </a:lnTo>
                <a:lnTo>
                  <a:pt x="11105" y="17842"/>
                </a:lnTo>
                <a:lnTo>
                  <a:pt x="9257" y="16875"/>
                </a:lnTo>
                <a:lnTo>
                  <a:pt x="8492" y="16486"/>
                </a:lnTo>
                <a:lnTo>
                  <a:pt x="7143" y="15795"/>
                </a:lnTo>
                <a:lnTo>
                  <a:pt x="4048" y="14218"/>
                </a:lnTo>
                <a:lnTo>
                  <a:pt x="2712" y="13090"/>
                </a:lnTo>
                <a:lnTo>
                  <a:pt x="1364" y="1195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AAA6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1" name="contour_15009"/>
          <p:cNvSpPr/>
          <p:nvPr/>
        </p:nvSpPr>
        <p:spPr>
          <a:xfrm>
            <a:off x="7444126" y="4321779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40"/>
                </a:lnTo>
                <a:lnTo>
                  <a:pt x="2084" y="660"/>
                </a:lnTo>
                <a:lnTo>
                  <a:pt x="3175" y="1001"/>
                </a:lnTo>
                <a:lnTo>
                  <a:pt x="4536" y="1430"/>
                </a:lnTo>
                <a:lnTo>
                  <a:pt x="6343" y="2001"/>
                </a:lnTo>
                <a:lnTo>
                  <a:pt x="8777" y="2764"/>
                </a:lnTo>
                <a:lnTo>
                  <a:pt x="12010" y="3785"/>
                </a:lnTo>
                <a:lnTo>
                  <a:pt x="16225" y="5112"/>
                </a:lnTo>
                <a:lnTo>
                  <a:pt x="21600" y="6807"/>
                </a:lnTo>
                <a:lnTo>
                  <a:pt x="21600" y="11307"/>
                </a:lnTo>
                <a:lnTo>
                  <a:pt x="21600" y="15834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6460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2" name="contour_15010"/>
          <p:cNvSpPr/>
          <p:nvPr/>
        </p:nvSpPr>
        <p:spPr>
          <a:xfrm>
            <a:off x="6970407" y="4320518"/>
            <a:ext cx="43728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17"/>
                </a:moveTo>
                <a:lnTo>
                  <a:pt x="6188" y="478"/>
                </a:lnTo>
                <a:lnTo>
                  <a:pt x="8755" y="123"/>
                </a:lnTo>
                <a:lnTo>
                  <a:pt x="11311" y="0"/>
                </a:lnTo>
                <a:lnTo>
                  <a:pt x="13864" y="77"/>
                </a:lnTo>
                <a:lnTo>
                  <a:pt x="16423" y="316"/>
                </a:lnTo>
                <a:lnTo>
                  <a:pt x="18997" y="678"/>
                </a:lnTo>
                <a:lnTo>
                  <a:pt x="21600" y="1117"/>
                </a:lnTo>
                <a:lnTo>
                  <a:pt x="21247" y="5920"/>
                </a:lnTo>
                <a:lnTo>
                  <a:pt x="20884" y="9328"/>
                </a:lnTo>
                <a:lnTo>
                  <a:pt x="20336" y="12272"/>
                </a:lnTo>
                <a:lnTo>
                  <a:pt x="19433" y="15680"/>
                </a:lnTo>
                <a:lnTo>
                  <a:pt x="18000" y="20483"/>
                </a:lnTo>
                <a:lnTo>
                  <a:pt x="15412" y="21122"/>
                </a:lnTo>
                <a:lnTo>
                  <a:pt x="12845" y="21477"/>
                </a:lnTo>
                <a:lnTo>
                  <a:pt x="10289" y="21600"/>
                </a:lnTo>
                <a:lnTo>
                  <a:pt x="7736" y="21523"/>
                </a:lnTo>
                <a:lnTo>
                  <a:pt x="5177" y="21284"/>
                </a:lnTo>
                <a:lnTo>
                  <a:pt x="2603" y="20922"/>
                </a:lnTo>
                <a:lnTo>
                  <a:pt x="0" y="20483"/>
                </a:lnTo>
                <a:lnTo>
                  <a:pt x="353" y="15680"/>
                </a:lnTo>
                <a:lnTo>
                  <a:pt x="716" y="12272"/>
                </a:lnTo>
                <a:lnTo>
                  <a:pt x="1264" y="9328"/>
                </a:lnTo>
                <a:lnTo>
                  <a:pt x="2167" y="5920"/>
                </a:lnTo>
                <a:lnTo>
                  <a:pt x="3600" y="1117"/>
                </a:lnTo>
                <a:close/>
              </a:path>
            </a:pathLst>
          </a:custGeom>
          <a:solidFill>
            <a:srgbClr val="878A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3" name="contour_15011"/>
          <p:cNvSpPr/>
          <p:nvPr/>
        </p:nvSpPr>
        <p:spPr>
          <a:xfrm>
            <a:off x="2196116" y="4307203"/>
            <a:ext cx="4438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9" y="0"/>
                </a:moveTo>
                <a:lnTo>
                  <a:pt x="2774" y="655"/>
                </a:lnTo>
                <a:lnTo>
                  <a:pt x="5107" y="1418"/>
                </a:lnTo>
                <a:lnTo>
                  <a:pt x="7328" y="2293"/>
                </a:lnTo>
                <a:lnTo>
                  <a:pt x="9442" y="3290"/>
                </a:lnTo>
                <a:lnTo>
                  <a:pt x="11453" y="4417"/>
                </a:lnTo>
                <a:lnTo>
                  <a:pt x="13364" y="5684"/>
                </a:lnTo>
                <a:lnTo>
                  <a:pt x="15180" y="7099"/>
                </a:lnTo>
                <a:lnTo>
                  <a:pt x="16908" y="8669"/>
                </a:lnTo>
                <a:lnTo>
                  <a:pt x="18550" y="10404"/>
                </a:lnTo>
                <a:lnTo>
                  <a:pt x="20114" y="12312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575" y="20570"/>
                </a:lnTo>
                <a:lnTo>
                  <a:pt x="17546" y="19541"/>
                </a:lnTo>
                <a:lnTo>
                  <a:pt x="15521" y="18515"/>
                </a:lnTo>
                <a:lnTo>
                  <a:pt x="13492" y="17485"/>
                </a:lnTo>
                <a:lnTo>
                  <a:pt x="11467" y="16459"/>
                </a:lnTo>
                <a:lnTo>
                  <a:pt x="9438" y="15430"/>
                </a:lnTo>
                <a:lnTo>
                  <a:pt x="7413" y="14400"/>
                </a:lnTo>
                <a:lnTo>
                  <a:pt x="5434" y="13561"/>
                </a:lnTo>
                <a:lnTo>
                  <a:pt x="3423" y="12712"/>
                </a:lnTo>
                <a:lnTo>
                  <a:pt x="1883" y="11765"/>
                </a:lnTo>
                <a:lnTo>
                  <a:pt x="319" y="10800"/>
                </a:lnTo>
                <a:lnTo>
                  <a:pt x="106" y="8014"/>
                </a:lnTo>
                <a:lnTo>
                  <a:pt x="0" y="6059"/>
                </a:lnTo>
                <a:lnTo>
                  <a:pt x="0" y="4417"/>
                </a:lnTo>
                <a:lnTo>
                  <a:pt x="106" y="2570"/>
                </a:lnTo>
                <a:lnTo>
                  <a:pt x="319" y="0"/>
                </a:lnTo>
                <a:close/>
              </a:path>
            </a:pathLst>
          </a:custGeom>
          <a:solidFill>
            <a:srgbClr val="6227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4" name="contour_15012"/>
          <p:cNvSpPr/>
          <p:nvPr/>
        </p:nvSpPr>
        <p:spPr>
          <a:xfrm>
            <a:off x="7903269" y="430720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1631"/>
                </a:lnTo>
                <a:lnTo>
                  <a:pt x="16448" y="2923"/>
                </a:lnTo>
                <a:lnTo>
                  <a:pt x="18581" y="4558"/>
                </a:lnTo>
                <a:lnTo>
                  <a:pt x="21600" y="7200"/>
                </a:lnTo>
                <a:lnTo>
                  <a:pt x="21136" y="9724"/>
                </a:lnTo>
                <a:lnTo>
                  <a:pt x="20450" y="12132"/>
                </a:lnTo>
                <a:lnTo>
                  <a:pt x="19580" y="14472"/>
                </a:lnTo>
                <a:lnTo>
                  <a:pt x="18560" y="16794"/>
                </a:lnTo>
                <a:lnTo>
                  <a:pt x="17420" y="19156"/>
                </a:lnTo>
                <a:lnTo>
                  <a:pt x="16200" y="21600"/>
                </a:lnTo>
                <a:lnTo>
                  <a:pt x="12992" y="20887"/>
                </a:lnTo>
                <a:lnTo>
                  <a:pt x="9774" y="20171"/>
                </a:lnTo>
                <a:lnTo>
                  <a:pt x="6545" y="19454"/>
                </a:lnTo>
                <a:lnTo>
                  <a:pt x="3289" y="18731"/>
                </a:lnTo>
                <a:lnTo>
                  <a:pt x="0" y="18000"/>
                </a:lnTo>
                <a:lnTo>
                  <a:pt x="1339" y="15772"/>
                </a:lnTo>
                <a:lnTo>
                  <a:pt x="2673" y="13543"/>
                </a:lnTo>
                <a:lnTo>
                  <a:pt x="4018" y="11308"/>
                </a:lnTo>
                <a:lnTo>
                  <a:pt x="5362" y="9068"/>
                </a:lnTo>
                <a:lnTo>
                  <a:pt x="6707" y="6818"/>
                </a:lnTo>
                <a:lnTo>
                  <a:pt x="8062" y="4558"/>
                </a:lnTo>
                <a:lnTo>
                  <a:pt x="9428" y="2286"/>
                </a:lnTo>
                <a:lnTo>
                  <a:pt x="10800" y="0"/>
                </a:lnTo>
                <a:close/>
              </a:path>
            </a:pathLst>
          </a:custGeom>
          <a:solidFill>
            <a:srgbClr val="FB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5" name="contour_15013"/>
          <p:cNvSpPr/>
          <p:nvPr/>
        </p:nvSpPr>
        <p:spPr>
          <a:xfrm>
            <a:off x="4652825" y="429991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494" y="419"/>
                </a:lnTo>
                <a:lnTo>
                  <a:pt x="13145" y="907"/>
                </a:lnTo>
                <a:lnTo>
                  <a:pt x="15620" y="1892"/>
                </a:lnTo>
                <a:lnTo>
                  <a:pt x="17302" y="2553"/>
                </a:lnTo>
                <a:lnTo>
                  <a:pt x="19008" y="3223"/>
                </a:lnTo>
                <a:lnTo>
                  <a:pt x="20295" y="3767"/>
                </a:lnTo>
                <a:lnTo>
                  <a:pt x="21600" y="4320"/>
                </a:lnTo>
                <a:lnTo>
                  <a:pt x="19767" y="4320"/>
                </a:lnTo>
                <a:lnTo>
                  <a:pt x="17928" y="4320"/>
                </a:lnTo>
                <a:lnTo>
                  <a:pt x="16083" y="4320"/>
                </a:lnTo>
                <a:lnTo>
                  <a:pt x="14222" y="4320"/>
                </a:lnTo>
                <a:lnTo>
                  <a:pt x="12343" y="4320"/>
                </a:lnTo>
                <a:lnTo>
                  <a:pt x="12596" y="6372"/>
                </a:lnTo>
                <a:lnTo>
                  <a:pt x="12855" y="8437"/>
                </a:lnTo>
                <a:lnTo>
                  <a:pt x="13114" y="10532"/>
                </a:lnTo>
                <a:lnTo>
                  <a:pt x="12861" y="12761"/>
                </a:lnTo>
                <a:lnTo>
                  <a:pt x="12602" y="15003"/>
                </a:lnTo>
                <a:lnTo>
                  <a:pt x="12343" y="17280"/>
                </a:lnTo>
                <a:lnTo>
                  <a:pt x="10349" y="18459"/>
                </a:lnTo>
                <a:lnTo>
                  <a:pt x="8341" y="19392"/>
                </a:lnTo>
                <a:lnTo>
                  <a:pt x="6307" y="20131"/>
                </a:lnTo>
                <a:lnTo>
                  <a:pt x="4243" y="20714"/>
                </a:lnTo>
                <a:lnTo>
                  <a:pt x="2145" y="21190"/>
                </a:lnTo>
                <a:lnTo>
                  <a:pt x="0" y="21600"/>
                </a:lnTo>
                <a:lnTo>
                  <a:pt x="719" y="19505"/>
                </a:lnTo>
                <a:lnTo>
                  <a:pt x="1441" y="17410"/>
                </a:lnTo>
                <a:lnTo>
                  <a:pt x="2166" y="15319"/>
                </a:lnTo>
                <a:lnTo>
                  <a:pt x="2894" y="13228"/>
                </a:lnTo>
                <a:lnTo>
                  <a:pt x="3703" y="10895"/>
                </a:lnTo>
                <a:lnTo>
                  <a:pt x="4521" y="8523"/>
                </a:lnTo>
                <a:lnTo>
                  <a:pt x="5523" y="6026"/>
                </a:lnTo>
                <a:lnTo>
                  <a:pt x="6350" y="4307"/>
                </a:lnTo>
                <a:lnTo>
                  <a:pt x="7449" y="2562"/>
                </a:lnTo>
                <a:lnTo>
                  <a:pt x="9257" y="0"/>
                </a:lnTo>
                <a:close/>
              </a:path>
            </a:pathLst>
          </a:custGeom>
          <a:solidFill>
            <a:srgbClr val="8063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6" name="contour_15014"/>
          <p:cNvSpPr/>
          <p:nvPr/>
        </p:nvSpPr>
        <p:spPr>
          <a:xfrm>
            <a:off x="7735646" y="4285339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E0E4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7" name="contour_15015"/>
          <p:cNvSpPr/>
          <p:nvPr/>
        </p:nvSpPr>
        <p:spPr>
          <a:xfrm>
            <a:off x="1204920" y="4263475"/>
            <a:ext cx="44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3" y="0"/>
                </a:moveTo>
                <a:lnTo>
                  <a:pt x="553" y="1786"/>
                </a:lnTo>
                <a:lnTo>
                  <a:pt x="776" y="3578"/>
                </a:lnTo>
                <a:lnTo>
                  <a:pt x="1000" y="5400"/>
                </a:lnTo>
                <a:lnTo>
                  <a:pt x="1949" y="7186"/>
                </a:lnTo>
                <a:lnTo>
                  <a:pt x="2906" y="8978"/>
                </a:lnTo>
                <a:lnTo>
                  <a:pt x="3878" y="10800"/>
                </a:lnTo>
                <a:lnTo>
                  <a:pt x="6426" y="11156"/>
                </a:lnTo>
                <a:lnTo>
                  <a:pt x="8953" y="11354"/>
                </a:lnTo>
                <a:lnTo>
                  <a:pt x="11470" y="11423"/>
                </a:lnTo>
                <a:lnTo>
                  <a:pt x="13983" y="11380"/>
                </a:lnTo>
                <a:lnTo>
                  <a:pt x="16503" y="11246"/>
                </a:lnTo>
                <a:lnTo>
                  <a:pt x="19037" y="11045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19374" y="19192"/>
                </a:lnTo>
                <a:lnTo>
                  <a:pt x="17099" y="20092"/>
                </a:lnTo>
                <a:lnTo>
                  <a:pt x="14773" y="20747"/>
                </a:lnTo>
                <a:lnTo>
                  <a:pt x="12388" y="21186"/>
                </a:lnTo>
                <a:lnTo>
                  <a:pt x="9942" y="21460"/>
                </a:lnTo>
                <a:lnTo>
                  <a:pt x="7422" y="21600"/>
                </a:lnTo>
                <a:lnTo>
                  <a:pt x="4820" y="20095"/>
                </a:lnTo>
                <a:lnTo>
                  <a:pt x="3211" y="18842"/>
                </a:lnTo>
                <a:lnTo>
                  <a:pt x="1939" y="17168"/>
                </a:lnTo>
                <a:lnTo>
                  <a:pt x="333" y="14400"/>
                </a:lnTo>
                <a:lnTo>
                  <a:pt x="117" y="11959"/>
                </a:lnTo>
                <a:lnTo>
                  <a:pt x="14" y="9576"/>
                </a:lnTo>
                <a:lnTo>
                  <a:pt x="0" y="7225"/>
                </a:lnTo>
                <a:lnTo>
                  <a:pt x="64" y="4867"/>
                </a:lnTo>
                <a:lnTo>
                  <a:pt x="181" y="2470"/>
                </a:lnTo>
                <a:lnTo>
                  <a:pt x="333" y="0"/>
                </a:lnTo>
                <a:close/>
              </a:path>
            </a:pathLst>
          </a:custGeom>
          <a:solidFill>
            <a:srgbClr val="9596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8" name="contour_15016"/>
          <p:cNvSpPr/>
          <p:nvPr/>
        </p:nvSpPr>
        <p:spPr>
          <a:xfrm>
            <a:off x="1883389" y="4269313"/>
            <a:ext cx="43728" cy="23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7"/>
                </a:lnTo>
                <a:lnTo>
                  <a:pt x="14425" y="142"/>
                </a:lnTo>
                <a:lnTo>
                  <a:pt x="16056" y="344"/>
                </a:lnTo>
                <a:lnTo>
                  <a:pt x="18277" y="722"/>
                </a:lnTo>
                <a:lnTo>
                  <a:pt x="21600" y="1344"/>
                </a:lnTo>
                <a:lnTo>
                  <a:pt x="21600" y="5354"/>
                </a:lnTo>
                <a:lnTo>
                  <a:pt x="21600" y="9379"/>
                </a:lnTo>
                <a:lnTo>
                  <a:pt x="21600" y="13416"/>
                </a:lnTo>
                <a:lnTo>
                  <a:pt x="21600" y="17488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8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83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944" y="14362"/>
                </a:lnTo>
                <a:lnTo>
                  <a:pt x="3442" y="9142"/>
                </a:lnTo>
                <a:lnTo>
                  <a:pt x="4684" y="5550"/>
                </a:lnTo>
                <a:lnTo>
                  <a:pt x="5857" y="3221"/>
                </a:lnTo>
                <a:lnTo>
                  <a:pt x="7153" y="1769"/>
                </a:lnTo>
                <a:lnTo>
                  <a:pt x="8766" y="824"/>
                </a:lnTo>
                <a:lnTo>
                  <a:pt x="10883" y="0"/>
                </a:lnTo>
                <a:close/>
              </a:path>
            </a:pathLst>
          </a:custGeom>
          <a:solidFill>
            <a:srgbClr val="6458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19" name="contour_15017"/>
          <p:cNvSpPr/>
          <p:nvPr/>
        </p:nvSpPr>
        <p:spPr>
          <a:xfrm>
            <a:off x="6773631" y="424161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1782"/>
                </a:lnTo>
                <a:lnTo>
                  <a:pt x="12921" y="3568"/>
                </a:lnTo>
                <a:lnTo>
                  <a:pt x="15072" y="5360"/>
                </a:lnTo>
                <a:lnTo>
                  <a:pt x="17232" y="7160"/>
                </a:lnTo>
                <a:lnTo>
                  <a:pt x="19405" y="8971"/>
                </a:lnTo>
                <a:lnTo>
                  <a:pt x="21600" y="10800"/>
                </a:lnTo>
                <a:lnTo>
                  <a:pt x="19155" y="12326"/>
                </a:lnTo>
                <a:lnTo>
                  <a:pt x="16710" y="13856"/>
                </a:lnTo>
                <a:lnTo>
                  <a:pt x="14256" y="15390"/>
                </a:lnTo>
                <a:lnTo>
                  <a:pt x="11794" y="16931"/>
                </a:lnTo>
                <a:lnTo>
                  <a:pt x="9318" y="18475"/>
                </a:lnTo>
                <a:lnTo>
                  <a:pt x="6830" y="20034"/>
                </a:lnTo>
                <a:lnTo>
                  <a:pt x="4320" y="21600"/>
                </a:lnTo>
                <a:lnTo>
                  <a:pt x="2713" y="17572"/>
                </a:lnTo>
                <a:lnTo>
                  <a:pt x="1624" y="14728"/>
                </a:lnTo>
                <a:lnTo>
                  <a:pt x="924" y="12668"/>
                </a:lnTo>
                <a:lnTo>
                  <a:pt x="501" y="10991"/>
                </a:lnTo>
                <a:lnTo>
                  <a:pt x="233" y="9302"/>
                </a:lnTo>
                <a:lnTo>
                  <a:pt x="0" y="7200"/>
                </a:lnTo>
                <a:lnTo>
                  <a:pt x="2415" y="4558"/>
                </a:lnTo>
                <a:lnTo>
                  <a:pt x="4117" y="2923"/>
                </a:lnTo>
                <a:lnTo>
                  <a:pt x="5923" y="1631"/>
                </a:lnTo>
                <a:lnTo>
                  <a:pt x="8640" y="0"/>
                </a:lnTo>
                <a:close/>
              </a:path>
            </a:pathLst>
          </a:custGeom>
          <a:solidFill>
            <a:srgbClr val="BDD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0" name="contour_15018"/>
          <p:cNvSpPr/>
          <p:nvPr/>
        </p:nvSpPr>
        <p:spPr>
          <a:xfrm>
            <a:off x="2276940" y="424889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436"/>
                </a:lnTo>
                <a:lnTo>
                  <a:pt x="16708" y="958"/>
                </a:lnTo>
                <a:lnTo>
                  <a:pt x="18776" y="1901"/>
                </a:lnTo>
                <a:lnTo>
                  <a:pt x="21600" y="3600"/>
                </a:lnTo>
                <a:lnTo>
                  <a:pt x="21497" y="6188"/>
                </a:lnTo>
                <a:lnTo>
                  <a:pt x="21082" y="8658"/>
                </a:lnTo>
                <a:lnTo>
                  <a:pt x="20347" y="11038"/>
                </a:lnTo>
                <a:lnTo>
                  <a:pt x="19289" y="13367"/>
                </a:lnTo>
                <a:lnTo>
                  <a:pt x="17912" y="15674"/>
                </a:lnTo>
                <a:lnTo>
                  <a:pt x="16200" y="18000"/>
                </a:lnTo>
                <a:lnTo>
                  <a:pt x="12020" y="19325"/>
                </a:lnTo>
                <a:lnTo>
                  <a:pt x="9088" y="20174"/>
                </a:lnTo>
                <a:lnTo>
                  <a:pt x="6626" y="20722"/>
                </a:lnTo>
                <a:lnTo>
                  <a:pt x="3856" y="21139"/>
                </a:lnTo>
                <a:lnTo>
                  <a:pt x="0" y="21600"/>
                </a:lnTo>
                <a:lnTo>
                  <a:pt x="578" y="19404"/>
                </a:lnTo>
                <a:lnTo>
                  <a:pt x="1166" y="17212"/>
                </a:lnTo>
                <a:lnTo>
                  <a:pt x="1760" y="15016"/>
                </a:lnTo>
                <a:lnTo>
                  <a:pt x="2365" y="12823"/>
                </a:lnTo>
                <a:lnTo>
                  <a:pt x="3024" y="10375"/>
                </a:lnTo>
                <a:lnTo>
                  <a:pt x="3694" y="7888"/>
                </a:lnTo>
                <a:lnTo>
                  <a:pt x="4763" y="5353"/>
                </a:lnTo>
                <a:lnTo>
                  <a:pt x="5864" y="3686"/>
                </a:lnTo>
                <a:lnTo>
                  <a:pt x="7652" y="2149"/>
                </a:lnTo>
                <a:lnTo>
                  <a:pt x="10800" y="0"/>
                </a:lnTo>
                <a:close/>
              </a:path>
            </a:pathLst>
          </a:custGeom>
          <a:solidFill>
            <a:srgbClr val="A51C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1" name="contour_15019"/>
          <p:cNvSpPr/>
          <p:nvPr/>
        </p:nvSpPr>
        <p:spPr>
          <a:xfrm>
            <a:off x="7276502" y="417601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890"/>
                </a:lnTo>
                <a:lnTo>
                  <a:pt x="8584" y="1607"/>
                </a:lnTo>
                <a:lnTo>
                  <a:pt x="10441" y="2536"/>
                </a:lnTo>
                <a:lnTo>
                  <a:pt x="13228" y="4052"/>
                </a:lnTo>
                <a:lnTo>
                  <a:pt x="15582" y="5314"/>
                </a:lnTo>
                <a:lnTo>
                  <a:pt x="17971" y="6597"/>
                </a:lnTo>
                <a:lnTo>
                  <a:pt x="19773" y="7612"/>
                </a:lnTo>
                <a:lnTo>
                  <a:pt x="21600" y="8640"/>
                </a:lnTo>
                <a:lnTo>
                  <a:pt x="20745" y="11206"/>
                </a:lnTo>
                <a:lnTo>
                  <a:pt x="19885" y="13781"/>
                </a:lnTo>
                <a:lnTo>
                  <a:pt x="19025" y="16364"/>
                </a:lnTo>
                <a:lnTo>
                  <a:pt x="18157" y="18969"/>
                </a:lnTo>
                <a:lnTo>
                  <a:pt x="17280" y="21600"/>
                </a:lnTo>
                <a:lnTo>
                  <a:pt x="14196" y="20917"/>
                </a:lnTo>
                <a:lnTo>
                  <a:pt x="11979" y="20352"/>
                </a:lnTo>
                <a:lnTo>
                  <a:pt x="10009" y="19695"/>
                </a:lnTo>
                <a:lnTo>
                  <a:pt x="7664" y="18740"/>
                </a:lnTo>
                <a:lnTo>
                  <a:pt x="4320" y="17280"/>
                </a:lnTo>
                <a:lnTo>
                  <a:pt x="2730" y="14066"/>
                </a:lnTo>
                <a:lnTo>
                  <a:pt x="1711" y="11785"/>
                </a:lnTo>
                <a:lnTo>
                  <a:pt x="1054" y="9815"/>
                </a:lnTo>
                <a:lnTo>
                  <a:pt x="553" y="7534"/>
                </a:lnTo>
                <a:lnTo>
                  <a:pt x="0" y="4320"/>
                </a:lnTo>
                <a:lnTo>
                  <a:pt x="2143" y="2177"/>
                </a:lnTo>
                <a:lnTo>
                  <a:pt x="4320" y="0"/>
                </a:lnTo>
                <a:close/>
              </a:path>
            </a:pathLst>
          </a:custGeom>
          <a:solidFill>
            <a:srgbClr val="D8CA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2" name="contour_15020"/>
          <p:cNvSpPr/>
          <p:nvPr/>
        </p:nvSpPr>
        <p:spPr>
          <a:xfrm>
            <a:off x="4543505" y="417601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3" y="1782"/>
                </a:lnTo>
                <a:lnTo>
                  <a:pt x="5351" y="3568"/>
                </a:lnTo>
                <a:lnTo>
                  <a:pt x="8030" y="5353"/>
                </a:lnTo>
                <a:lnTo>
                  <a:pt x="10719" y="7146"/>
                </a:lnTo>
                <a:lnTo>
                  <a:pt x="13419" y="8946"/>
                </a:lnTo>
                <a:lnTo>
                  <a:pt x="16130" y="10753"/>
                </a:lnTo>
                <a:lnTo>
                  <a:pt x="18857" y="12571"/>
                </a:lnTo>
                <a:lnTo>
                  <a:pt x="21600" y="14400"/>
                </a:lnTo>
                <a:lnTo>
                  <a:pt x="20228" y="14857"/>
                </a:lnTo>
                <a:lnTo>
                  <a:pt x="18916" y="15296"/>
                </a:lnTo>
                <a:lnTo>
                  <a:pt x="17280" y="15840"/>
                </a:lnTo>
                <a:lnTo>
                  <a:pt x="14953" y="16618"/>
                </a:lnTo>
                <a:lnTo>
                  <a:pt x="11545" y="17752"/>
                </a:lnTo>
                <a:lnTo>
                  <a:pt x="6691" y="1937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7072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3" name="contour_15021"/>
          <p:cNvSpPr/>
          <p:nvPr/>
        </p:nvSpPr>
        <p:spPr>
          <a:xfrm>
            <a:off x="3996906" y="418330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330" y="2825"/>
                </a:lnTo>
                <a:lnTo>
                  <a:pt x="18960" y="4895"/>
                </a:lnTo>
                <a:lnTo>
                  <a:pt x="19427" y="7214"/>
                </a:lnTo>
                <a:lnTo>
                  <a:pt x="19980" y="10800"/>
                </a:lnTo>
                <a:lnTo>
                  <a:pt x="20468" y="13815"/>
                </a:lnTo>
                <a:lnTo>
                  <a:pt x="20961" y="16874"/>
                </a:lnTo>
                <a:lnTo>
                  <a:pt x="21120" y="1804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2138" y="20529"/>
                </a:lnTo>
                <a:lnTo>
                  <a:pt x="4285" y="19457"/>
                </a:lnTo>
                <a:lnTo>
                  <a:pt x="6450" y="18373"/>
                </a:lnTo>
                <a:lnTo>
                  <a:pt x="8640" y="17280"/>
                </a:lnTo>
                <a:lnTo>
                  <a:pt x="9223" y="14148"/>
                </a:lnTo>
                <a:lnTo>
                  <a:pt x="9361" y="11837"/>
                </a:lnTo>
                <a:lnTo>
                  <a:pt x="9180" y="8372"/>
                </a:lnTo>
                <a:lnTo>
                  <a:pt x="9098" y="7141"/>
                </a:lnTo>
                <a:lnTo>
                  <a:pt x="8960" y="4968"/>
                </a:lnTo>
                <a:lnTo>
                  <a:pt x="8640" y="0"/>
                </a:lnTo>
                <a:close/>
              </a:path>
            </a:pathLst>
          </a:custGeom>
          <a:solidFill>
            <a:srgbClr val="E5E5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4" name="contour_15022"/>
          <p:cNvSpPr/>
          <p:nvPr/>
        </p:nvSpPr>
        <p:spPr>
          <a:xfrm>
            <a:off x="10723722" y="4168410"/>
            <a:ext cx="43728" cy="367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88"/>
                </a:moveTo>
                <a:lnTo>
                  <a:pt x="6210" y="0"/>
                </a:lnTo>
                <a:lnTo>
                  <a:pt x="8698" y="210"/>
                </a:lnTo>
                <a:lnTo>
                  <a:pt x="11092" y="792"/>
                </a:lnTo>
                <a:lnTo>
                  <a:pt x="13424" y="1717"/>
                </a:lnTo>
                <a:lnTo>
                  <a:pt x="15714" y="2951"/>
                </a:lnTo>
                <a:lnTo>
                  <a:pt x="18000" y="4471"/>
                </a:lnTo>
                <a:lnTo>
                  <a:pt x="19076" y="7314"/>
                </a:lnTo>
                <a:lnTo>
                  <a:pt x="19872" y="10042"/>
                </a:lnTo>
                <a:lnTo>
                  <a:pt x="20459" y="12748"/>
                </a:lnTo>
                <a:lnTo>
                  <a:pt x="20898" y="15515"/>
                </a:lnTo>
                <a:lnTo>
                  <a:pt x="21254" y="18435"/>
                </a:lnTo>
                <a:lnTo>
                  <a:pt x="21600" y="21600"/>
                </a:lnTo>
                <a:lnTo>
                  <a:pt x="20995" y="19557"/>
                </a:lnTo>
                <a:lnTo>
                  <a:pt x="20376" y="17485"/>
                </a:lnTo>
                <a:lnTo>
                  <a:pt x="18936" y="14885"/>
                </a:lnTo>
                <a:lnTo>
                  <a:pt x="17762" y="13369"/>
                </a:lnTo>
                <a:lnTo>
                  <a:pt x="16229" y="12359"/>
                </a:lnTo>
                <a:lnTo>
                  <a:pt x="13712" y="11262"/>
                </a:lnTo>
                <a:lnTo>
                  <a:pt x="11261" y="10813"/>
                </a:lnTo>
                <a:lnTo>
                  <a:pt x="8777" y="10359"/>
                </a:lnTo>
                <a:lnTo>
                  <a:pt x="6311" y="9875"/>
                </a:lnTo>
                <a:lnTo>
                  <a:pt x="3812" y="9387"/>
                </a:lnTo>
                <a:lnTo>
                  <a:pt x="1919" y="9070"/>
                </a:lnTo>
                <a:lnTo>
                  <a:pt x="0" y="8753"/>
                </a:lnTo>
                <a:lnTo>
                  <a:pt x="817" y="6192"/>
                </a:lnTo>
                <a:lnTo>
                  <a:pt x="1462" y="4445"/>
                </a:lnTo>
                <a:lnTo>
                  <a:pt x="2279" y="2711"/>
                </a:lnTo>
                <a:lnTo>
                  <a:pt x="3600" y="188"/>
                </a:lnTo>
                <a:close/>
              </a:path>
            </a:pathLst>
          </a:custGeom>
          <a:solidFill>
            <a:srgbClr val="D6DB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5" name="contour_15023"/>
          <p:cNvSpPr/>
          <p:nvPr/>
        </p:nvSpPr>
        <p:spPr>
          <a:xfrm>
            <a:off x="3836570" y="417601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984" y="942"/>
                </a:lnTo>
                <a:lnTo>
                  <a:pt x="14329" y="1637"/>
                </a:lnTo>
                <a:lnTo>
                  <a:pt x="16299" y="2294"/>
                </a:lnTo>
                <a:lnTo>
                  <a:pt x="18516" y="3119"/>
                </a:lnTo>
                <a:lnTo>
                  <a:pt x="21600" y="4320"/>
                </a:lnTo>
                <a:lnTo>
                  <a:pt x="20136" y="6493"/>
                </a:lnTo>
                <a:lnTo>
                  <a:pt x="18654" y="8657"/>
                </a:lnTo>
                <a:lnTo>
                  <a:pt x="17163" y="10813"/>
                </a:lnTo>
                <a:lnTo>
                  <a:pt x="15660" y="12960"/>
                </a:lnTo>
                <a:lnTo>
                  <a:pt x="14826" y="14170"/>
                </a:lnTo>
                <a:lnTo>
                  <a:pt x="12321" y="17820"/>
                </a:lnTo>
                <a:lnTo>
                  <a:pt x="11405" y="18757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1257" y="16066"/>
                </a:lnTo>
                <a:lnTo>
                  <a:pt x="2259" y="11845"/>
                </a:lnTo>
                <a:lnTo>
                  <a:pt x="3115" y="8692"/>
                </a:lnTo>
                <a:lnTo>
                  <a:pt x="3914" y="6346"/>
                </a:lnTo>
                <a:lnTo>
                  <a:pt x="4769" y="4558"/>
                </a:lnTo>
                <a:lnTo>
                  <a:pt x="5772" y="3072"/>
                </a:lnTo>
                <a:lnTo>
                  <a:pt x="7029" y="1637"/>
                </a:lnTo>
                <a:lnTo>
                  <a:pt x="8640" y="0"/>
                </a:lnTo>
                <a:close/>
              </a:path>
            </a:pathLst>
          </a:custGeom>
          <a:solidFill>
            <a:srgbClr val="B3C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6" name="contour_15024"/>
          <p:cNvSpPr/>
          <p:nvPr/>
        </p:nvSpPr>
        <p:spPr>
          <a:xfrm>
            <a:off x="5439928" y="4167499"/>
            <a:ext cx="51016" cy="243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94"/>
                </a:moveTo>
                <a:lnTo>
                  <a:pt x="2231" y="647"/>
                </a:lnTo>
                <a:lnTo>
                  <a:pt x="4440" y="291"/>
                </a:lnTo>
                <a:lnTo>
                  <a:pt x="6631" y="65"/>
                </a:lnTo>
                <a:lnTo>
                  <a:pt x="8816" y="0"/>
                </a:lnTo>
                <a:lnTo>
                  <a:pt x="11004" y="129"/>
                </a:lnTo>
                <a:lnTo>
                  <a:pt x="13204" y="479"/>
                </a:lnTo>
                <a:lnTo>
                  <a:pt x="15429" y="1094"/>
                </a:lnTo>
                <a:lnTo>
                  <a:pt x="17144" y="5229"/>
                </a:lnTo>
                <a:lnTo>
                  <a:pt x="18357" y="8283"/>
                </a:lnTo>
                <a:lnTo>
                  <a:pt x="19236" y="10800"/>
                </a:lnTo>
                <a:lnTo>
                  <a:pt x="19955" y="13317"/>
                </a:lnTo>
                <a:lnTo>
                  <a:pt x="20687" y="16371"/>
                </a:lnTo>
                <a:lnTo>
                  <a:pt x="21600" y="20506"/>
                </a:lnTo>
                <a:lnTo>
                  <a:pt x="19369" y="20953"/>
                </a:lnTo>
                <a:lnTo>
                  <a:pt x="17160" y="21309"/>
                </a:lnTo>
                <a:lnTo>
                  <a:pt x="14969" y="21535"/>
                </a:lnTo>
                <a:lnTo>
                  <a:pt x="12784" y="21600"/>
                </a:lnTo>
                <a:lnTo>
                  <a:pt x="10596" y="21471"/>
                </a:lnTo>
                <a:lnTo>
                  <a:pt x="8396" y="21121"/>
                </a:lnTo>
                <a:lnTo>
                  <a:pt x="6171" y="20506"/>
                </a:lnTo>
                <a:lnTo>
                  <a:pt x="4456" y="16371"/>
                </a:lnTo>
                <a:lnTo>
                  <a:pt x="3243" y="13317"/>
                </a:lnTo>
                <a:lnTo>
                  <a:pt x="2364" y="10800"/>
                </a:lnTo>
                <a:lnTo>
                  <a:pt x="1645" y="8283"/>
                </a:lnTo>
                <a:lnTo>
                  <a:pt x="913" y="5229"/>
                </a:lnTo>
                <a:lnTo>
                  <a:pt x="0" y="1094"/>
                </a:lnTo>
                <a:close/>
              </a:path>
            </a:pathLst>
          </a:custGeom>
          <a:solidFill>
            <a:srgbClr val="C2D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7" name="contour_15025"/>
          <p:cNvSpPr/>
          <p:nvPr/>
        </p:nvSpPr>
        <p:spPr>
          <a:xfrm>
            <a:off x="5017225" y="412500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2380"/>
                </a:lnTo>
                <a:lnTo>
                  <a:pt x="8640" y="4774"/>
                </a:lnTo>
                <a:lnTo>
                  <a:pt x="8640" y="7200"/>
                </a:lnTo>
                <a:lnTo>
                  <a:pt x="11854" y="8309"/>
                </a:lnTo>
                <a:lnTo>
                  <a:pt x="14135" y="9050"/>
                </a:lnTo>
                <a:lnTo>
                  <a:pt x="16105" y="9598"/>
                </a:lnTo>
                <a:lnTo>
                  <a:pt x="18386" y="10123"/>
                </a:lnTo>
                <a:lnTo>
                  <a:pt x="21600" y="10800"/>
                </a:lnTo>
                <a:lnTo>
                  <a:pt x="19984" y="13100"/>
                </a:lnTo>
                <a:lnTo>
                  <a:pt x="18762" y="14800"/>
                </a:lnTo>
                <a:lnTo>
                  <a:pt x="17686" y="16200"/>
                </a:lnTo>
                <a:lnTo>
                  <a:pt x="16520" y="17600"/>
                </a:lnTo>
                <a:lnTo>
                  <a:pt x="15025" y="19300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845" y="19224"/>
                </a:lnTo>
                <a:lnTo>
                  <a:pt x="3370" y="16844"/>
                </a:lnTo>
                <a:lnTo>
                  <a:pt x="2894" y="14465"/>
                </a:lnTo>
                <a:lnTo>
                  <a:pt x="2415" y="12078"/>
                </a:lnTo>
                <a:lnTo>
                  <a:pt x="1935" y="9684"/>
                </a:lnTo>
                <a:lnTo>
                  <a:pt x="1456" y="7279"/>
                </a:lnTo>
                <a:lnTo>
                  <a:pt x="972" y="4867"/>
                </a:lnTo>
                <a:lnTo>
                  <a:pt x="488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C6A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8" name="contour_15026"/>
          <p:cNvSpPr/>
          <p:nvPr/>
        </p:nvSpPr>
        <p:spPr>
          <a:xfrm>
            <a:off x="841206" y="411771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19" y="2038"/>
                </a:lnTo>
                <a:lnTo>
                  <a:pt x="16438" y="4075"/>
                </a:lnTo>
                <a:lnTo>
                  <a:pt x="17460" y="6120"/>
                </a:lnTo>
                <a:lnTo>
                  <a:pt x="18486" y="8172"/>
                </a:lnTo>
                <a:lnTo>
                  <a:pt x="19519" y="10235"/>
                </a:lnTo>
                <a:lnTo>
                  <a:pt x="20556" y="12308"/>
                </a:lnTo>
                <a:lnTo>
                  <a:pt x="21600" y="14400"/>
                </a:lnTo>
                <a:lnTo>
                  <a:pt x="20686" y="14857"/>
                </a:lnTo>
                <a:lnTo>
                  <a:pt x="19811" y="15296"/>
                </a:lnTo>
                <a:lnTo>
                  <a:pt x="18720" y="15840"/>
                </a:lnTo>
                <a:lnTo>
                  <a:pt x="17168" y="16618"/>
                </a:lnTo>
                <a:lnTo>
                  <a:pt x="14897" y="17752"/>
                </a:lnTo>
                <a:lnTo>
                  <a:pt x="11660" y="19372"/>
                </a:lnTo>
                <a:lnTo>
                  <a:pt x="7200" y="21600"/>
                </a:lnTo>
                <a:lnTo>
                  <a:pt x="7200" y="19220"/>
                </a:lnTo>
                <a:lnTo>
                  <a:pt x="7200" y="16826"/>
                </a:lnTo>
                <a:lnTo>
                  <a:pt x="7200" y="14400"/>
                </a:lnTo>
                <a:lnTo>
                  <a:pt x="5418" y="13507"/>
                </a:lnTo>
                <a:lnTo>
                  <a:pt x="3625" y="12614"/>
                </a:lnTo>
                <a:lnTo>
                  <a:pt x="1825" y="11711"/>
                </a:lnTo>
                <a:lnTo>
                  <a:pt x="0" y="10800"/>
                </a:lnTo>
                <a:lnTo>
                  <a:pt x="2038" y="9274"/>
                </a:lnTo>
                <a:lnTo>
                  <a:pt x="4075" y="7744"/>
                </a:lnTo>
                <a:lnTo>
                  <a:pt x="6120" y="6210"/>
                </a:lnTo>
                <a:lnTo>
                  <a:pt x="8172" y="4669"/>
                </a:lnTo>
                <a:lnTo>
                  <a:pt x="10235" y="3125"/>
                </a:lnTo>
                <a:lnTo>
                  <a:pt x="12308" y="1566"/>
                </a:lnTo>
                <a:lnTo>
                  <a:pt x="14400" y="0"/>
                </a:lnTo>
                <a:close/>
              </a:path>
            </a:pathLst>
          </a:custGeom>
          <a:solidFill>
            <a:srgbClr val="B1C8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29" name="contour_15027"/>
          <p:cNvSpPr/>
          <p:nvPr/>
        </p:nvSpPr>
        <p:spPr>
          <a:xfrm>
            <a:off x="4638249" y="408856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423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12" y="18922"/>
                </a:lnTo>
                <a:lnTo>
                  <a:pt x="1443" y="17021"/>
                </a:lnTo>
                <a:lnTo>
                  <a:pt x="2100" y="15379"/>
                </a:lnTo>
                <a:lnTo>
                  <a:pt x="2989" y="13478"/>
                </a:lnTo>
                <a:lnTo>
                  <a:pt x="4320" y="10800"/>
                </a:lnTo>
                <a:lnTo>
                  <a:pt x="7176" y="10800"/>
                </a:lnTo>
                <a:lnTo>
                  <a:pt x="10048" y="10800"/>
                </a:lnTo>
                <a:lnTo>
                  <a:pt x="12960" y="10800"/>
                </a:lnTo>
                <a:lnTo>
                  <a:pt x="14161" y="8122"/>
                </a:lnTo>
                <a:lnTo>
                  <a:pt x="14986" y="6221"/>
                </a:lnTo>
                <a:lnTo>
                  <a:pt x="15643" y="4579"/>
                </a:lnTo>
                <a:lnTo>
                  <a:pt x="16338" y="2678"/>
                </a:lnTo>
                <a:lnTo>
                  <a:pt x="17280" y="0"/>
                </a:lnTo>
                <a:close/>
              </a:path>
            </a:pathLst>
          </a:custGeom>
          <a:solidFill>
            <a:srgbClr val="FC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0" name="contour_15028"/>
          <p:cNvSpPr/>
          <p:nvPr/>
        </p:nvSpPr>
        <p:spPr>
          <a:xfrm>
            <a:off x="2094740" y="400110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578"/>
                </a:lnTo>
                <a:lnTo>
                  <a:pt x="3666" y="1166"/>
                </a:lnTo>
                <a:lnTo>
                  <a:pt x="5499" y="1766"/>
                </a:lnTo>
                <a:lnTo>
                  <a:pt x="7329" y="2365"/>
                </a:lnTo>
                <a:lnTo>
                  <a:pt x="8353" y="2695"/>
                </a:lnTo>
                <a:lnTo>
                  <a:pt x="11451" y="3694"/>
                </a:lnTo>
                <a:lnTo>
                  <a:pt x="13685" y="4687"/>
                </a:lnTo>
                <a:lnTo>
                  <a:pt x="15759" y="5751"/>
                </a:lnTo>
                <a:lnTo>
                  <a:pt x="17731" y="7031"/>
                </a:lnTo>
                <a:lnTo>
                  <a:pt x="19659" y="866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7493" y="20795"/>
                </a:lnTo>
                <a:lnTo>
                  <a:pt x="14259" y="20115"/>
                </a:lnTo>
                <a:lnTo>
                  <a:pt x="11753" y="19472"/>
                </a:lnTo>
                <a:lnTo>
                  <a:pt x="9828" y="18803"/>
                </a:lnTo>
                <a:lnTo>
                  <a:pt x="8338" y="18020"/>
                </a:lnTo>
                <a:lnTo>
                  <a:pt x="7134" y="17048"/>
                </a:lnTo>
                <a:lnTo>
                  <a:pt x="6070" y="15811"/>
                </a:lnTo>
                <a:lnTo>
                  <a:pt x="4999" y="14234"/>
                </a:lnTo>
                <a:lnTo>
                  <a:pt x="3774" y="12236"/>
                </a:lnTo>
                <a:lnTo>
                  <a:pt x="2786" y="9531"/>
                </a:lnTo>
                <a:lnTo>
                  <a:pt x="2064" y="7355"/>
                </a:lnTo>
                <a:lnTo>
                  <a:pt x="1253" y="4558"/>
                </a:lnTo>
                <a:lnTo>
                  <a:pt x="0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1" name="contour_15029"/>
          <p:cNvSpPr/>
          <p:nvPr/>
        </p:nvSpPr>
        <p:spPr>
          <a:xfrm>
            <a:off x="7553446" y="3869647"/>
            <a:ext cx="58304" cy="221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270"/>
                </a:moveTo>
                <a:lnTo>
                  <a:pt x="4576" y="64"/>
                </a:lnTo>
                <a:lnTo>
                  <a:pt x="5989" y="0"/>
                </a:lnTo>
                <a:lnTo>
                  <a:pt x="7201" y="156"/>
                </a:lnTo>
                <a:lnTo>
                  <a:pt x="8481" y="576"/>
                </a:lnTo>
                <a:lnTo>
                  <a:pt x="10098" y="1337"/>
                </a:lnTo>
                <a:lnTo>
                  <a:pt x="12317" y="2488"/>
                </a:lnTo>
                <a:lnTo>
                  <a:pt x="14051" y="3342"/>
                </a:lnTo>
                <a:lnTo>
                  <a:pt x="15795" y="4202"/>
                </a:lnTo>
                <a:lnTo>
                  <a:pt x="17561" y="5076"/>
                </a:lnTo>
                <a:lnTo>
                  <a:pt x="18155" y="5411"/>
                </a:lnTo>
                <a:lnTo>
                  <a:pt x="19202" y="6008"/>
                </a:lnTo>
                <a:lnTo>
                  <a:pt x="21600" y="7380"/>
                </a:lnTo>
                <a:lnTo>
                  <a:pt x="21600" y="10907"/>
                </a:lnTo>
                <a:lnTo>
                  <a:pt x="21600" y="14490"/>
                </a:lnTo>
                <a:lnTo>
                  <a:pt x="19818" y="15080"/>
                </a:lnTo>
                <a:lnTo>
                  <a:pt x="18036" y="15663"/>
                </a:lnTo>
                <a:lnTo>
                  <a:pt x="16251" y="16253"/>
                </a:lnTo>
                <a:lnTo>
                  <a:pt x="14464" y="16836"/>
                </a:lnTo>
                <a:lnTo>
                  <a:pt x="12674" y="17426"/>
                </a:lnTo>
                <a:lnTo>
                  <a:pt x="10881" y="18017"/>
                </a:lnTo>
                <a:lnTo>
                  <a:pt x="9083" y="18607"/>
                </a:lnTo>
                <a:lnTo>
                  <a:pt x="7279" y="19204"/>
                </a:lnTo>
                <a:lnTo>
                  <a:pt x="5470" y="19801"/>
                </a:lnTo>
                <a:lnTo>
                  <a:pt x="3656" y="20398"/>
                </a:lnTo>
                <a:lnTo>
                  <a:pt x="1831" y="20996"/>
                </a:lnTo>
                <a:lnTo>
                  <a:pt x="0" y="21600"/>
                </a:lnTo>
                <a:lnTo>
                  <a:pt x="535" y="17377"/>
                </a:lnTo>
                <a:lnTo>
                  <a:pt x="1072" y="13139"/>
                </a:lnTo>
                <a:lnTo>
                  <a:pt x="1609" y="8887"/>
                </a:lnTo>
                <a:lnTo>
                  <a:pt x="2152" y="4600"/>
                </a:lnTo>
                <a:lnTo>
                  <a:pt x="2700" y="270"/>
                </a:lnTo>
                <a:close/>
              </a:path>
            </a:pathLst>
          </a:custGeom>
          <a:solidFill>
            <a:srgbClr val="FA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2" name="contour_15030"/>
          <p:cNvSpPr/>
          <p:nvPr/>
        </p:nvSpPr>
        <p:spPr>
          <a:xfrm>
            <a:off x="7546158" y="3665860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2973" y="912"/>
                </a:lnTo>
                <a:lnTo>
                  <a:pt x="3453" y="2523"/>
                </a:lnTo>
                <a:lnTo>
                  <a:pt x="4558" y="6212"/>
                </a:lnTo>
                <a:lnTo>
                  <a:pt x="5716" y="8895"/>
                </a:lnTo>
                <a:lnTo>
                  <a:pt x="6812" y="10873"/>
                </a:lnTo>
                <a:lnTo>
                  <a:pt x="8019" y="12355"/>
                </a:lnTo>
                <a:lnTo>
                  <a:pt x="9512" y="13539"/>
                </a:lnTo>
                <a:lnTo>
                  <a:pt x="11464" y="14632"/>
                </a:lnTo>
                <a:lnTo>
                  <a:pt x="13303" y="15120"/>
                </a:lnTo>
                <a:lnTo>
                  <a:pt x="15144" y="15574"/>
                </a:lnTo>
                <a:lnTo>
                  <a:pt x="16988" y="15988"/>
                </a:lnTo>
                <a:lnTo>
                  <a:pt x="18838" y="16368"/>
                </a:lnTo>
                <a:lnTo>
                  <a:pt x="19524" y="16597"/>
                </a:lnTo>
                <a:lnTo>
                  <a:pt x="21600" y="17280"/>
                </a:lnTo>
                <a:lnTo>
                  <a:pt x="21600" y="19423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335" y="18926"/>
                </a:lnTo>
                <a:lnTo>
                  <a:pt x="670" y="16252"/>
                </a:lnTo>
                <a:lnTo>
                  <a:pt x="1004" y="13569"/>
                </a:lnTo>
                <a:lnTo>
                  <a:pt x="1339" y="10882"/>
                </a:lnTo>
                <a:lnTo>
                  <a:pt x="1677" y="8182"/>
                </a:lnTo>
                <a:lnTo>
                  <a:pt x="2017" y="5469"/>
                </a:lnTo>
                <a:lnTo>
                  <a:pt x="2357" y="2743"/>
                </a:lnTo>
                <a:lnTo>
                  <a:pt x="2700" y="0"/>
                </a:lnTo>
                <a:close/>
              </a:path>
            </a:pathLst>
          </a:custGeom>
          <a:solidFill>
            <a:srgbClr val="DEE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3" name="contour_15031"/>
          <p:cNvSpPr/>
          <p:nvPr/>
        </p:nvSpPr>
        <p:spPr>
          <a:xfrm>
            <a:off x="4915193" y="3665860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0174" y="1426"/>
                </a:lnTo>
                <a:lnTo>
                  <a:pt x="18744" y="2858"/>
                </a:lnTo>
                <a:lnTo>
                  <a:pt x="17309" y="4291"/>
                </a:lnTo>
                <a:lnTo>
                  <a:pt x="15862" y="5738"/>
                </a:lnTo>
                <a:lnTo>
                  <a:pt x="14400" y="7200"/>
                </a:lnTo>
                <a:lnTo>
                  <a:pt x="14400" y="11959"/>
                </a:lnTo>
                <a:lnTo>
                  <a:pt x="14400" y="16747"/>
                </a:lnTo>
                <a:lnTo>
                  <a:pt x="14400" y="21600"/>
                </a:lnTo>
                <a:lnTo>
                  <a:pt x="12958" y="20268"/>
                </a:lnTo>
                <a:lnTo>
                  <a:pt x="11518" y="18922"/>
                </a:lnTo>
                <a:lnTo>
                  <a:pt x="10078" y="17575"/>
                </a:lnTo>
                <a:lnTo>
                  <a:pt x="8638" y="16214"/>
                </a:lnTo>
                <a:lnTo>
                  <a:pt x="7200" y="14846"/>
                </a:lnTo>
                <a:lnTo>
                  <a:pt x="6605" y="14285"/>
                </a:lnTo>
                <a:lnTo>
                  <a:pt x="5556" y="13306"/>
                </a:lnTo>
                <a:lnTo>
                  <a:pt x="3149" y="11052"/>
                </a:lnTo>
                <a:lnTo>
                  <a:pt x="1586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4" name="contour_15032"/>
          <p:cNvSpPr/>
          <p:nvPr/>
        </p:nvSpPr>
        <p:spPr>
          <a:xfrm>
            <a:off x="6890239" y="3622132"/>
            <a:ext cx="72880" cy="22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464"/>
                </a:lnTo>
                <a:lnTo>
                  <a:pt x="2851" y="928"/>
                </a:lnTo>
                <a:lnTo>
                  <a:pt x="4279" y="1391"/>
                </a:lnTo>
                <a:lnTo>
                  <a:pt x="5707" y="1855"/>
                </a:lnTo>
                <a:lnTo>
                  <a:pt x="7137" y="2319"/>
                </a:lnTo>
                <a:lnTo>
                  <a:pt x="8567" y="2790"/>
                </a:lnTo>
                <a:lnTo>
                  <a:pt x="10001" y="3253"/>
                </a:lnTo>
                <a:lnTo>
                  <a:pt x="11437" y="3724"/>
                </a:lnTo>
                <a:lnTo>
                  <a:pt x="12878" y="4188"/>
                </a:lnTo>
                <a:lnTo>
                  <a:pt x="14321" y="4659"/>
                </a:lnTo>
                <a:lnTo>
                  <a:pt x="15766" y="5129"/>
                </a:lnTo>
                <a:lnTo>
                  <a:pt x="17217" y="5600"/>
                </a:lnTo>
                <a:lnTo>
                  <a:pt x="18673" y="6078"/>
                </a:lnTo>
                <a:lnTo>
                  <a:pt x="20133" y="6549"/>
                </a:lnTo>
                <a:lnTo>
                  <a:pt x="21600" y="7027"/>
                </a:lnTo>
                <a:lnTo>
                  <a:pt x="21600" y="10512"/>
                </a:lnTo>
                <a:lnTo>
                  <a:pt x="21600" y="14053"/>
                </a:lnTo>
                <a:lnTo>
                  <a:pt x="20172" y="15086"/>
                </a:lnTo>
                <a:lnTo>
                  <a:pt x="18744" y="16084"/>
                </a:lnTo>
                <a:lnTo>
                  <a:pt x="17312" y="17040"/>
                </a:lnTo>
                <a:lnTo>
                  <a:pt x="15880" y="17974"/>
                </a:lnTo>
                <a:lnTo>
                  <a:pt x="14446" y="18888"/>
                </a:lnTo>
                <a:lnTo>
                  <a:pt x="13116" y="19780"/>
                </a:lnTo>
                <a:lnTo>
                  <a:pt x="11776" y="20687"/>
                </a:lnTo>
                <a:lnTo>
                  <a:pt x="10420" y="21600"/>
                </a:lnTo>
                <a:lnTo>
                  <a:pt x="9238" y="21417"/>
                </a:lnTo>
                <a:lnTo>
                  <a:pt x="8262" y="21094"/>
                </a:lnTo>
                <a:lnTo>
                  <a:pt x="7407" y="20455"/>
                </a:lnTo>
                <a:lnTo>
                  <a:pt x="6586" y="19316"/>
                </a:lnTo>
                <a:lnTo>
                  <a:pt x="5715" y="17510"/>
                </a:lnTo>
                <a:lnTo>
                  <a:pt x="4707" y="14854"/>
                </a:lnTo>
                <a:lnTo>
                  <a:pt x="3473" y="11165"/>
                </a:lnTo>
                <a:lnTo>
                  <a:pt x="1935" y="6275"/>
                </a:lnTo>
                <a:lnTo>
                  <a:pt x="0" y="0"/>
                </a:lnTo>
                <a:close/>
              </a:path>
            </a:pathLst>
          </a:custGeom>
          <a:solidFill>
            <a:srgbClr val="F8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5" name="contour_15033"/>
          <p:cNvSpPr/>
          <p:nvPr/>
        </p:nvSpPr>
        <p:spPr>
          <a:xfrm>
            <a:off x="5629416" y="3592980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590" y="1177"/>
                </a:lnTo>
                <a:lnTo>
                  <a:pt x="17056" y="2047"/>
                </a:lnTo>
                <a:lnTo>
                  <a:pt x="18287" y="2867"/>
                </a:lnTo>
                <a:lnTo>
                  <a:pt x="19672" y="3899"/>
                </a:lnTo>
                <a:lnTo>
                  <a:pt x="21600" y="5400"/>
                </a:lnTo>
                <a:lnTo>
                  <a:pt x="19680" y="10427"/>
                </a:lnTo>
                <a:lnTo>
                  <a:pt x="18287" y="13927"/>
                </a:lnTo>
                <a:lnTo>
                  <a:pt x="17199" y="16340"/>
                </a:lnTo>
                <a:lnTo>
                  <a:pt x="16187" y="18128"/>
                </a:lnTo>
                <a:lnTo>
                  <a:pt x="15028" y="19732"/>
                </a:lnTo>
                <a:lnTo>
                  <a:pt x="13500" y="21600"/>
                </a:lnTo>
                <a:lnTo>
                  <a:pt x="11737" y="21443"/>
                </a:lnTo>
                <a:lnTo>
                  <a:pt x="10014" y="21103"/>
                </a:lnTo>
                <a:lnTo>
                  <a:pt x="8324" y="20596"/>
                </a:lnTo>
                <a:lnTo>
                  <a:pt x="6656" y="19948"/>
                </a:lnTo>
                <a:lnTo>
                  <a:pt x="4998" y="19165"/>
                </a:lnTo>
                <a:lnTo>
                  <a:pt x="3343" y="18268"/>
                </a:lnTo>
                <a:lnTo>
                  <a:pt x="1679" y="17275"/>
                </a:lnTo>
                <a:lnTo>
                  <a:pt x="0" y="16200"/>
                </a:lnTo>
                <a:lnTo>
                  <a:pt x="1126" y="15120"/>
                </a:lnTo>
                <a:lnTo>
                  <a:pt x="2268" y="14029"/>
                </a:lnTo>
                <a:lnTo>
                  <a:pt x="3739" y="12593"/>
                </a:lnTo>
                <a:lnTo>
                  <a:pt x="5233" y="11135"/>
                </a:lnTo>
                <a:lnTo>
                  <a:pt x="6691" y="9720"/>
                </a:lnTo>
                <a:lnTo>
                  <a:pt x="8173" y="8289"/>
                </a:lnTo>
                <a:lnTo>
                  <a:pt x="9734" y="6534"/>
                </a:lnTo>
                <a:lnTo>
                  <a:pt x="10808" y="5087"/>
                </a:lnTo>
                <a:lnTo>
                  <a:pt x="11899" y="3164"/>
                </a:lnTo>
                <a:lnTo>
                  <a:pt x="13500" y="0"/>
                </a:lnTo>
                <a:close/>
              </a:path>
            </a:pathLst>
          </a:custGeom>
          <a:solidFill>
            <a:srgbClr val="F8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6" name="contour_15034"/>
          <p:cNvSpPr/>
          <p:nvPr/>
        </p:nvSpPr>
        <p:spPr>
          <a:xfrm>
            <a:off x="1504413" y="354196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36" y="4187"/>
                </a:lnTo>
                <a:lnTo>
                  <a:pt x="19251" y="7578"/>
                </a:lnTo>
                <a:lnTo>
                  <a:pt x="18247" y="10303"/>
                </a:lnTo>
                <a:lnTo>
                  <a:pt x="17231" y="12492"/>
                </a:lnTo>
                <a:lnTo>
                  <a:pt x="16103" y="14270"/>
                </a:lnTo>
                <a:lnTo>
                  <a:pt x="14769" y="15775"/>
                </a:lnTo>
                <a:lnTo>
                  <a:pt x="13127" y="17129"/>
                </a:lnTo>
                <a:lnTo>
                  <a:pt x="11086" y="18464"/>
                </a:lnTo>
                <a:lnTo>
                  <a:pt x="8543" y="19912"/>
                </a:lnTo>
                <a:lnTo>
                  <a:pt x="5400" y="21600"/>
                </a:lnTo>
                <a:lnTo>
                  <a:pt x="3429" y="17636"/>
                </a:lnTo>
                <a:lnTo>
                  <a:pt x="2084" y="14828"/>
                </a:lnTo>
                <a:lnTo>
                  <a:pt x="1220" y="12784"/>
                </a:lnTo>
                <a:lnTo>
                  <a:pt x="680" y="11095"/>
                </a:lnTo>
                <a:lnTo>
                  <a:pt x="324" y="9367"/>
                </a:lnTo>
                <a:lnTo>
                  <a:pt x="0" y="7200"/>
                </a:lnTo>
                <a:lnTo>
                  <a:pt x="2641" y="4648"/>
                </a:lnTo>
                <a:lnTo>
                  <a:pt x="5022" y="2783"/>
                </a:lnTo>
                <a:lnTo>
                  <a:pt x="7387" y="1498"/>
                </a:lnTo>
                <a:lnTo>
                  <a:pt x="9979" y="680"/>
                </a:lnTo>
                <a:lnTo>
                  <a:pt x="13046" y="230"/>
                </a:lnTo>
                <a:lnTo>
                  <a:pt x="16837" y="40"/>
                </a:lnTo>
                <a:lnTo>
                  <a:pt x="21600" y="0"/>
                </a:lnTo>
                <a:close/>
              </a:path>
            </a:pathLst>
          </a:custGeom>
          <a:solidFill>
            <a:srgbClr val="A0C7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7" name="contour_15035"/>
          <p:cNvSpPr/>
          <p:nvPr/>
        </p:nvSpPr>
        <p:spPr>
          <a:xfrm>
            <a:off x="8296821" y="3548224"/>
            <a:ext cx="58304" cy="22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970"/>
                </a:moveTo>
                <a:lnTo>
                  <a:pt x="20261" y="2249"/>
                </a:lnTo>
                <a:lnTo>
                  <a:pt x="18900" y="3548"/>
                </a:lnTo>
                <a:lnTo>
                  <a:pt x="17561" y="5680"/>
                </a:lnTo>
                <a:lnTo>
                  <a:pt x="16200" y="7846"/>
                </a:lnTo>
                <a:lnTo>
                  <a:pt x="16200" y="12392"/>
                </a:lnTo>
                <a:lnTo>
                  <a:pt x="16200" y="16965"/>
                </a:lnTo>
                <a:lnTo>
                  <a:pt x="16200" y="21600"/>
                </a:lnTo>
                <a:lnTo>
                  <a:pt x="14418" y="21600"/>
                </a:lnTo>
                <a:lnTo>
                  <a:pt x="12633" y="21600"/>
                </a:lnTo>
                <a:lnTo>
                  <a:pt x="10849" y="21600"/>
                </a:lnTo>
                <a:lnTo>
                  <a:pt x="9059" y="21600"/>
                </a:lnTo>
                <a:lnTo>
                  <a:pt x="7263" y="21600"/>
                </a:lnTo>
                <a:lnTo>
                  <a:pt x="5459" y="21600"/>
                </a:lnTo>
                <a:lnTo>
                  <a:pt x="3650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617" y="16669"/>
                </a:lnTo>
                <a:lnTo>
                  <a:pt x="3172" y="12481"/>
                </a:lnTo>
                <a:lnTo>
                  <a:pt x="4698" y="8995"/>
                </a:lnTo>
                <a:lnTo>
                  <a:pt x="6218" y="6155"/>
                </a:lnTo>
                <a:lnTo>
                  <a:pt x="7765" y="3920"/>
                </a:lnTo>
                <a:lnTo>
                  <a:pt x="9361" y="2235"/>
                </a:lnTo>
                <a:lnTo>
                  <a:pt x="11038" y="1052"/>
                </a:lnTo>
                <a:lnTo>
                  <a:pt x="12822" y="323"/>
                </a:lnTo>
                <a:lnTo>
                  <a:pt x="14745" y="0"/>
                </a:lnTo>
                <a:lnTo>
                  <a:pt x="16829" y="34"/>
                </a:lnTo>
                <a:lnTo>
                  <a:pt x="19105" y="371"/>
                </a:lnTo>
                <a:lnTo>
                  <a:pt x="21600" y="970"/>
                </a:lnTo>
                <a:close/>
              </a:path>
            </a:pathLst>
          </a:custGeom>
          <a:solidFill>
            <a:srgbClr val="8FA2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8" name="contour_15036"/>
          <p:cNvSpPr/>
          <p:nvPr/>
        </p:nvSpPr>
        <p:spPr>
          <a:xfrm>
            <a:off x="7028711" y="3541213"/>
            <a:ext cx="80168" cy="209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75"/>
                </a:moveTo>
                <a:lnTo>
                  <a:pt x="1532" y="489"/>
                </a:lnTo>
                <a:lnTo>
                  <a:pt x="3016" y="248"/>
                </a:lnTo>
                <a:lnTo>
                  <a:pt x="4463" y="75"/>
                </a:lnTo>
                <a:lnTo>
                  <a:pt x="5873" y="0"/>
                </a:lnTo>
                <a:lnTo>
                  <a:pt x="7252" y="45"/>
                </a:lnTo>
                <a:lnTo>
                  <a:pt x="8603" y="233"/>
                </a:lnTo>
                <a:lnTo>
                  <a:pt x="9932" y="602"/>
                </a:lnTo>
                <a:lnTo>
                  <a:pt x="11244" y="1159"/>
                </a:lnTo>
                <a:lnTo>
                  <a:pt x="12540" y="1950"/>
                </a:lnTo>
                <a:lnTo>
                  <a:pt x="13828" y="2981"/>
                </a:lnTo>
                <a:lnTo>
                  <a:pt x="15110" y="4291"/>
                </a:lnTo>
                <a:lnTo>
                  <a:pt x="16392" y="5895"/>
                </a:lnTo>
                <a:lnTo>
                  <a:pt x="17677" y="7830"/>
                </a:lnTo>
                <a:lnTo>
                  <a:pt x="18971" y="10111"/>
                </a:lnTo>
                <a:lnTo>
                  <a:pt x="20277" y="12769"/>
                </a:lnTo>
                <a:lnTo>
                  <a:pt x="21600" y="15833"/>
                </a:lnTo>
                <a:lnTo>
                  <a:pt x="20137" y="17542"/>
                </a:lnTo>
                <a:lnTo>
                  <a:pt x="18710" y="18950"/>
                </a:lnTo>
                <a:lnTo>
                  <a:pt x="17311" y="20057"/>
                </a:lnTo>
                <a:lnTo>
                  <a:pt x="15941" y="20862"/>
                </a:lnTo>
                <a:lnTo>
                  <a:pt x="14592" y="21374"/>
                </a:lnTo>
                <a:lnTo>
                  <a:pt x="13260" y="21600"/>
                </a:lnTo>
                <a:lnTo>
                  <a:pt x="11943" y="21532"/>
                </a:lnTo>
                <a:lnTo>
                  <a:pt x="10635" y="21171"/>
                </a:lnTo>
                <a:lnTo>
                  <a:pt x="9331" y="20531"/>
                </a:lnTo>
                <a:lnTo>
                  <a:pt x="8029" y="19612"/>
                </a:lnTo>
                <a:lnTo>
                  <a:pt x="6723" y="18408"/>
                </a:lnTo>
                <a:lnTo>
                  <a:pt x="5412" y="16932"/>
                </a:lnTo>
                <a:lnTo>
                  <a:pt x="4086" y="15178"/>
                </a:lnTo>
                <a:lnTo>
                  <a:pt x="2747" y="13160"/>
                </a:lnTo>
                <a:lnTo>
                  <a:pt x="1386" y="10864"/>
                </a:lnTo>
                <a:lnTo>
                  <a:pt x="0" y="8304"/>
                </a:lnTo>
                <a:lnTo>
                  <a:pt x="0" y="4570"/>
                </a:lnTo>
                <a:lnTo>
                  <a:pt x="0" y="775"/>
                </a:lnTo>
                <a:close/>
              </a:path>
            </a:pathLst>
          </a:custGeom>
          <a:solidFill>
            <a:srgbClr val="899B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39" name="contour_15037"/>
          <p:cNvSpPr/>
          <p:nvPr/>
        </p:nvSpPr>
        <p:spPr>
          <a:xfrm>
            <a:off x="1518989" y="3518132"/>
            <a:ext cx="80168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909" y="145"/>
                </a:moveTo>
                <a:lnTo>
                  <a:pt x="7099" y="33"/>
                </a:lnTo>
                <a:lnTo>
                  <a:pt x="8281" y="0"/>
                </a:lnTo>
                <a:lnTo>
                  <a:pt x="9461" y="46"/>
                </a:lnTo>
                <a:lnTo>
                  <a:pt x="10639" y="152"/>
                </a:lnTo>
                <a:lnTo>
                  <a:pt x="11821" y="324"/>
                </a:lnTo>
                <a:lnTo>
                  <a:pt x="13009" y="542"/>
                </a:lnTo>
                <a:lnTo>
                  <a:pt x="13632" y="614"/>
                </a:lnTo>
                <a:lnTo>
                  <a:pt x="15511" y="812"/>
                </a:lnTo>
                <a:lnTo>
                  <a:pt x="16728" y="971"/>
                </a:lnTo>
                <a:lnTo>
                  <a:pt x="17948" y="1149"/>
                </a:lnTo>
                <a:lnTo>
                  <a:pt x="19165" y="1348"/>
                </a:lnTo>
                <a:lnTo>
                  <a:pt x="20383" y="1559"/>
                </a:lnTo>
                <a:lnTo>
                  <a:pt x="21600" y="1783"/>
                </a:lnTo>
                <a:lnTo>
                  <a:pt x="21600" y="5066"/>
                </a:lnTo>
                <a:lnTo>
                  <a:pt x="21600" y="8389"/>
                </a:lnTo>
                <a:lnTo>
                  <a:pt x="20245" y="8990"/>
                </a:lnTo>
                <a:lnTo>
                  <a:pt x="18871" y="9598"/>
                </a:lnTo>
                <a:lnTo>
                  <a:pt x="17500" y="10239"/>
                </a:lnTo>
                <a:lnTo>
                  <a:pt x="16135" y="10886"/>
                </a:lnTo>
                <a:lnTo>
                  <a:pt x="14774" y="11553"/>
                </a:lnTo>
                <a:lnTo>
                  <a:pt x="13418" y="12240"/>
                </a:lnTo>
                <a:lnTo>
                  <a:pt x="12065" y="12960"/>
                </a:lnTo>
                <a:lnTo>
                  <a:pt x="10716" y="13713"/>
                </a:lnTo>
                <a:lnTo>
                  <a:pt x="9369" y="14506"/>
                </a:lnTo>
                <a:lnTo>
                  <a:pt x="8025" y="15345"/>
                </a:lnTo>
                <a:lnTo>
                  <a:pt x="6684" y="16230"/>
                </a:lnTo>
                <a:lnTo>
                  <a:pt x="5345" y="17168"/>
                </a:lnTo>
                <a:lnTo>
                  <a:pt x="4008" y="18172"/>
                </a:lnTo>
                <a:lnTo>
                  <a:pt x="2671" y="19242"/>
                </a:lnTo>
                <a:lnTo>
                  <a:pt x="1335" y="20385"/>
                </a:lnTo>
                <a:lnTo>
                  <a:pt x="0" y="21600"/>
                </a:lnTo>
                <a:lnTo>
                  <a:pt x="996" y="14644"/>
                </a:lnTo>
                <a:lnTo>
                  <a:pt x="1769" y="9604"/>
                </a:lnTo>
                <a:lnTo>
                  <a:pt x="2423" y="6117"/>
                </a:lnTo>
                <a:lnTo>
                  <a:pt x="3061" y="3805"/>
                </a:lnTo>
                <a:lnTo>
                  <a:pt x="3786" y="2286"/>
                </a:lnTo>
                <a:lnTo>
                  <a:pt x="4701" y="1196"/>
                </a:lnTo>
                <a:lnTo>
                  <a:pt x="5909" y="145"/>
                </a:lnTo>
                <a:close/>
              </a:path>
            </a:pathLst>
          </a:custGeom>
          <a:solidFill>
            <a:srgbClr val="B5D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0" name="contour_15038"/>
          <p:cNvSpPr/>
          <p:nvPr/>
        </p:nvSpPr>
        <p:spPr>
          <a:xfrm>
            <a:off x="4091650" y="3497004"/>
            <a:ext cx="51016" cy="23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52"/>
                </a:moveTo>
                <a:lnTo>
                  <a:pt x="2231" y="682"/>
                </a:lnTo>
                <a:lnTo>
                  <a:pt x="4440" y="307"/>
                </a:lnTo>
                <a:lnTo>
                  <a:pt x="6631" y="68"/>
                </a:lnTo>
                <a:lnTo>
                  <a:pt x="8816" y="0"/>
                </a:lnTo>
                <a:lnTo>
                  <a:pt x="11004" y="136"/>
                </a:lnTo>
                <a:lnTo>
                  <a:pt x="13204" y="504"/>
                </a:lnTo>
                <a:lnTo>
                  <a:pt x="15429" y="1152"/>
                </a:lnTo>
                <a:lnTo>
                  <a:pt x="17144" y="5507"/>
                </a:lnTo>
                <a:lnTo>
                  <a:pt x="18357" y="8725"/>
                </a:lnTo>
                <a:lnTo>
                  <a:pt x="19236" y="11376"/>
                </a:lnTo>
                <a:lnTo>
                  <a:pt x="19955" y="14027"/>
                </a:lnTo>
                <a:lnTo>
                  <a:pt x="20687" y="17245"/>
                </a:lnTo>
                <a:lnTo>
                  <a:pt x="21600" y="21600"/>
                </a:lnTo>
                <a:lnTo>
                  <a:pt x="19462" y="20925"/>
                </a:lnTo>
                <a:lnTo>
                  <a:pt x="17320" y="20250"/>
                </a:lnTo>
                <a:lnTo>
                  <a:pt x="15179" y="19576"/>
                </a:lnTo>
                <a:lnTo>
                  <a:pt x="13034" y="18894"/>
                </a:lnTo>
                <a:lnTo>
                  <a:pt x="10880" y="18219"/>
                </a:lnTo>
                <a:lnTo>
                  <a:pt x="8723" y="17538"/>
                </a:lnTo>
                <a:lnTo>
                  <a:pt x="6557" y="16856"/>
                </a:lnTo>
                <a:lnTo>
                  <a:pt x="4382" y="16168"/>
                </a:lnTo>
                <a:lnTo>
                  <a:pt x="2197" y="15479"/>
                </a:lnTo>
                <a:lnTo>
                  <a:pt x="0" y="14784"/>
                </a:lnTo>
                <a:lnTo>
                  <a:pt x="0" y="10279"/>
                </a:lnTo>
                <a:lnTo>
                  <a:pt x="0" y="5746"/>
                </a:lnTo>
                <a:lnTo>
                  <a:pt x="0" y="1152"/>
                </a:lnTo>
                <a:close/>
              </a:path>
            </a:pathLst>
          </a:custGeom>
          <a:solidFill>
            <a:srgbClr val="CDDC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1" name="contour_15039"/>
          <p:cNvSpPr/>
          <p:nvPr/>
        </p:nvSpPr>
        <p:spPr>
          <a:xfrm>
            <a:off x="11328625" y="3490533"/>
            <a:ext cx="58304" cy="29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972"/>
                </a:moveTo>
                <a:lnTo>
                  <a:pt x="17569" y="2512"/>
                </a:lnTo>
                <a:lnTo>
                  <a:pt x="18795" y="3469"/>
                </a:lnTo>
                <a:lnTo>
                  <a:pt x="21600" y="5650"/>
                </a:lnTo>
                <a:lnTo>
                  <a:pt x="19019" y="10450"/>
                </a:lnTo>
                <a:lnTo>
                  <a:pt x="16961" y="14186"/>
                </a:lnTo>
                <a:lnTo>
                  <a:pt x="15317" y="16987"/>
                </a:lnTo>
                <a:lnTo>
                  <a:pt x="13970" y="18992"/>
                </a:lnTo>
                <a:lnTo>
                  <a:pt x="12806" y="20322"/>
                </a:lnTo>
                <a:lnTo>
                  <a:pt x="11707" y="21114"/>
                </a:lnTo>
                <a:lnTo>
                  <a:pt x="10565" y="21498"/>
                </a:lnTo>
                <a:lnTo>
                  <a:pt x="9258" y="21600"/>
                </a:lnTo>
                <a:lnTo>
                  <a:pt x="7679" y="21557"/>
                </a:lnTo>
                <a:lnTo>
                  <a:pt x="6199" y="20777"/>
                </a:lnTo>
                <a:lnTo>
                  <a:pt x="5060" y="20114"/>
                </a:lnTo>
                <a:lnTo>
                  <a:pt x="3893" y="19323"/>
                </a:lnTo>
                <a:lnTo>
                  <a:pt x="2330" y="18147"/>
                </a:lnTo>
                <a:lnTo>
                  <a:pt x="0" y="16340"/>
                </a:lnTo>
                <a:lnTo>
                  <a:pt x="2641" y="11439"/>
                </a:lnTo>
                <a:lnTo>
                  <a:pt x="4801" y="7531"/>
                </a:lnTo>
                <a:lnTo>
                  <a:pt x="6577" y="4543"/>
                </a:lnTo>
                <a:lnTo>
                  <a:pt x="8076" y="2379"/>
                </a:lnTo>
                <a:lnTo>
                  <a:pt x="9396" y="962"/>
                </a:lnTo>
                <a:lnTo>
                  <a:pt x="10641" y="198"/>
                </a:lnTo>
                <a:lnTo>
                  <a:pt x="11910" y="0"/>
                </a:lnTo>
                <a:lnTo>
                  <a:pt x="13306" y="294"/>
                </a:lnTo>
                <a:lnTo>
                  <a:pt x="14926" y="978"/>
                </a:lnTo>
                <a:lnTo>
                  <a:pt x="16875" y="1972"/>
                </a:lnTo>
                <a:close/>
              </a:path>
            </a:pathLst>
          </a:custGeom>
          <a:solidFill>
            <a:srgbClr val="C9DF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2" name="contour_15040"/>
          <p:cNvSpPr/>
          <p:nvPr/>
        </p:nvSpPr>
        <p:spPr>
          <a:xfrm>
            <a:off x="4361196" y="3489009"/>
            <a:ext cx="58413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15" y="0"/>
                </a:moveTo>
                <a:lnTo>
                  <a:pt x="8934" y="46"/>
                </a:lnTo>
                <a:lnTo>
                  <a:pt x="10750" y="127"/>
                </a:lnTo>
                <a:lnTo>
                  <a:pt x="12558" y="238"/>
                </a:lnTo>
                <a:lnTo>
                  <a:pt x="14367" y="385"/>
                </a:lnTo>
                <a:lnTo>
                  <a:pt x="16172" y="567"/>
                </a:lnTo>
                <a:lnTo>
                  <a:pt x="17978" y="790"/>
                </a:lnTo>
                <a:lnTo>
                  <a:pt x="19786" y="1048"/>
                </a:lnTo>
                <a:lnTo>
                  <a:pt x="21600" y="1347"/>
                </a:lnTo>
                <a:lnTo>
                  <a:pt x="21600" y="3863"/>
                </a:lnTo>
                <a:lnTo>
                  <a:pt x="21600" y="6410"/>
                </a:lnTo>
                <a:lnTo>
                  <a:pt x="19854" y="7094"/>
                </a:lnTo>
                <a:lnTo>
                  <a:pt x="18107" y="7686"/>
                </a:lnTo>
                <a:lnTo>
                  <a:pt x="16356" y="8213"/>
                </a:lnTo>
                <a:lnTo>
                  <a:pt x="14601" y="8684"/>
                </a:lnTo>
                <a:lnTo>
                  <a:pt x="12841" y="9124"/>
                </a:lnTo>
                <a:lnTo>
                  <a:pt x="11074" y="9554"/>
                </a:lnTo>
                <a:lnTo>
                  <a:pt x="9610" y="10506"/>
                </a:lnTo>
                <a:lnTo>
                  <a:pt x="8125" y="11473"/>
                </a:lnTo>
                <a:lnTo>
                  <a:pt x="8125" y="14820"/>
                </a:lnTo>
                <a:lnTo>
                  <a:pt x="8125" y="18187"/>
                </a:lnTo>
                <a:lnTo>
                  <a:pt x="8125" y="21600"/>
                </a:lnTo>
                <a:lnTo>
                  <a:pt x="6524" y="21600"/>
                </a:lnTo>
                <a:lnTo>
                  <a:pt x="4918" y="21600"/>
                </a:lnTo>
                <a:lnTo>
                  <a:pt x="3307" y="21600"/>
                </a:lnTo>
                <a:lnTo>
                  <a:pt x="1682" y="21600"/>
                </a:lnTo>
                <a:lnTo>
                  <a:pt x="40" y="21600"/>
                </a:lnTo>
                <a:lnTo>
                  <a:pt x="0" y="17261"/>
                </a:lnTo>
                <a:lnTo>
                  <a:pt x="78" y="13387"/>
                </a:lnTo>
                <a:lnTo>
                  <a:pt x="345" y="9980"/>
                </a:lnTo>
                <a:lnTo>
                  <a:pt x="879" y="7038"/>
                </a:lnTo>
                <a:lnTo>
                  <a:pt x="1749" y="4567"/>
                </a:lnTo>
                <a:lnTo>
                  <a:pt x="3032" y="2567"/>
                </a:lnTo>
                <a:lnTo>
                  <a:pt x="4794" y="1048"/>
                </a:lnTo>
                <a:lnTo>
                  <a:pt x="7115" y="0"/>
                </a:lnTo>
                <a:close/>
              </a:path>
            </a:pathLst>
          </a:custGeom>
          <a:solidFill>
            <a:srgbClr val="D8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3" name="contour_15041"/>
          <p:cNvSpPr/>
          <p:nvPr/>
        </p:nvSpPr>
        <p:spPr>
          <a:xfrm>
            <a:off x="4776721" y="3468851"/>
            <a:ext cx="65592" cy="222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27"/>
                </a:moveTo>
                <a:lnTo>
                  <a:pt x="21298" y="5566"/>
                </a:lnTo>
                <a:lnTo>
                  <a:pt x="21022" y="9334"/>
                </a:lnTo>
                <a:lnTo>
                  <a:pt x="20657" y="12563"/>
                </a:lnTo>
                <a:lnTo>
                  <a:pt x="20088" y="16274"/>
                </a:lnTo>
                <a:lnTo>
                  <a:pt x="19200" y="21473"/>
                </a:lnTo>
                <a:lnTo>
                  <a:pt x="17453" y="21600"/>
                </a:lnTo>
                <a:lnTo>
                  <a:pt x="15830" y="21543"/>
                </a:lnTo>
                <a:lnTo>
                  <a:pt x="14273" y="21288"/>
                </a:lnTo>
                <a:lnTo>
                  <a:pt x="12730" y="20828"/>
                </a:lnTo>
                <a:lnTo>
                  <a:pt x="11141" y="20155"/>
                </a:lnTo>
                <a:lnTo>
                  <a:pt x="9451" y="19263"/>
                </a:lnTo>
                <a:lnTo>
                  <a:pt x="8088" y="18604"/>
                </a:lnTo>
                <a:lnTo>
                  <a:pt x="6708" y="17946"/>
                </a:lnTo>
                <a:lnTo>
                  <a:pt x="5028" y="17103"/>
                </a:lnTo>
                <a:lnTo>
                  <a:pt x="3350" y="16225"/>
                </a:lnTo>
                <a:lnTo>
                  <a:pt x="1675" y="15318"/>
                </a:lnTo>
                <a:lnTo>
                  <a:pt x="0" y="14391"/>
                </a:lnTo>
                <a:lnTo>
                  <a:pt x="0" y="10878"/>
                </a:lnTo>
                <a:lnTo>
                  <a:pt x="0" y="7309"/>
                </a:lnTo>
                <a:lnTo>
                  <a:pt x="1625" y="5821"/>
                </a:lnTo>
                <a:lnTo>
                  <a:pt x="3254" y="4540"/>
                </a:lnTo>
                <a:lnTo>
                  <a:pt x="4894" y="3435"/>
                </a:lnTo>
                <a:lnTo>
                  <a:pt x="6540" y="2507"/>
                </a:lnTo>
                <a:lnTo>
                  <a:pt x="8194" y="1749"/>
                </a:lnTo>
                <a:lnTo>
                  <a:pt x="9852" y="1140"/>
                </a:lnTo>
                <a:lnTo>
                  <a:pt x="11518" y="673"/>
                </a:lnTo>
                <a:lnTo>
                  <a:pt x="13188" y="333"/>
                </a:lnTo>
                <a:lnTo>
                  <a:pt x="14863" y="120"/>
                </a:lnTo>
                <a:lnTo>
                  <a:pt x="16541" y="14"/>
                </a:lnTo>
                <a:lnTo>
                  <a:pt x="18226" y="0"/>
                </a:lnTo>
                <a:lnTo>
                  <a:pt x="19910" y="78"/>
                </a:lnTo>
                <a:lnTo>
                  <a:pt x="21600" y="227"/>
                </a:lnTo>
                <a:close/>
              </a:path>
            </a:pathLst>
          </a:custGeom>
          <a:solidFill>
            <a:srgbClr val="A0AF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4" name="contour_15042"/>
          <p:cNvSpPr/>
          <p:nvPr/>
        </p:nvSpPr>
        <p:spPr>
          <a:xfrm>
            <a:off x="9987635" y="343993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809" y="1568"/>
                </a:lnTo>
                <a:lnTo>
                  <a:pt x="12658" y="3157"/>
                </a:lnTo>
                <a:lnTo>
                  <a:pt x="12455" y="6924"/>
                </a:lnTo>
                <a:lnTo>
                  <a:pt x="12364" y="9816"/>
                </a:lnTo>
                <a:lnTo>
                  <a:pt x="12446" y="12022"/>
                </a:lnTo>
                <a:lnTo>
                  <a:pt x="12748" y="13735"/>
                </a:lnTo>
                <a:lnTo>
                  <a:pt x="13332" y="15145"/>
                </a:lnTo>
                <a:lnTo>
                  <a:pt x="14243" y="16444"/>
                </a:lnTo>
                <a:lnTo>
                  <a:pt x="15543" y="17826"/>
                </a:lnTo>
                <a:lnTo>
                  <a:pt x="17280" y="19477"/>
                </a:lnTo>
                <a:lnTo>
                  <a:pt x="19423" y="20529"/>
                </a:lnTo>
                <a:lnTo>
                  <a:pt x="21600" y="21600"/>
                </a:lnTo>
                <a:lnTo>
                  <a:pt x="16636" y="21248"/>
                </a:lnTo>
                <a:lnTo>
                  <a:pt x="13146" y="20946"/>
                </a:lnTo>
                <a:lnTo>
                  <a:pt x="10649" y="20606"/>
                </a:lnTo>
                <a:lnTo>
                  <a:pt x="8666" y="20144"/>
                </a:lnTo>
                <a:lnTo>
                  <a:pt x="6718" y="19477"/>
                </a:lnTo>
                <a:lnTo>
                  <a:pt x="4320" y="18514"/>
                </a:lnTo>
                <a:lnTo>
                  <a:pt x="3210" y="16638"/>
                </a:lnTo>
                <a:lnTo>
                  <a:pt x="2272" y="14765"/>
                </a:lnTo>
                <a:lnTo>
                  <a:pt x="1512" y="12883"/>
                </a:lnTo>
                <a:lnTo>
                  <a:pt x="907" y="10985"/>
                </a:lnTo>
                <a:lnTo>
                  <a:pt x="467" y="9066"/>
                </a:lnTo>
                <a:lnTo>
                  <a:pt x="168" y="7113"/>
                </a:lnTo>
                <a:lnTo>
                  <a:pt x="17" y="5122"/>
                </a:lnTo>
                <a:lnTo>
                  <a:pt x="0" y="3086"/>
                </a:lnTo>
                <a:lnTo>
                  <a:pt x="2143" y="1555"/>
                </a:lnTo>
                <a:lnTo>
                  <a:pt x="4320" y="0"/>
                </a:lnTo>
                <a:close/>
              </a:path>
            </a:pathLst>
          </a:custGeom>
          <a:solidFill>
            <a:srgbClr val="CBE0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5" name="contour_15043"/>
          <p:cNvSpPr/>
          <p:nvPr/>
        </p:nvSpPr>
        <p:spPr>
          <a:xfrm>
            <a:off x="5418064" y="343993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594"/>
                </a:lnTo>
                <a:lnTo>
                  <a:pt x="11956" y="1188"/>
                </a:lnTo>
                <a:lnTo>
                  <a:pt x="14346" y="1786"/>
                </a:lnTo>
                <a:lnTo>
                  <a:pt x="16747" y="2387"/>
                </a:lnTo>
                <a:lnTo>
                  <a:pt x="19163" y="2992"/>
                </a:lnTo>
                <a:lnTo>
                  <a:pt x="21600" y="3600"/>
                </a:lnTo>
                <a:lnTo>
                  <a:pt x="19814" y="4270"/>
                </a:lnTo>
                <a:lnTo>
                  <a:pt x="18000" y="4950"/>
                </a:lnTo>
                <a:lnTo>
                  <a:pt x="16214" y="6066"/>
                </a:lnTo>
                <a:lnTo>
                  <a:pt x="14400" y="7200"/>
                </a:lnTo>
                <a:lnTo>
                  <a:pt x="14400" y="9580"/>
                </a:lnTo>
                <a:lnTo>
                  <a:pt x="14400" y="11974"/>
                </a:lnTo>
                <a:lnTo>
                  <a:pt x="14400" y="14400"/>
                </a:lnTo>
                <a:lnTo>
                  <a:pt x="12020" y="14400"/>
                </a:lnTo>
                <a:lnTo>
                  <a:pt x="9626" y="14400"/>
                </a:lnTo>
                <a:lnTo>
                  <a:pt x="7200" y="14400"/>
                </a:lnTo>
                <a:lnTo>
                  <a:pt x="7200" y="16780"/>
                </a:lnTo>
                <a:lnTo>
                  <a:pt x="7200" y="19174"/>
                </a:lnTo>
                <a:lnTo>
                  <a:pt x="7200" y="21600"/>
                </a:lnTo>
                <a:lnTo>
                  <a:pt x="5418" y="20707"/>
                </a:lnTo>
                <a:lnTo>
                  <a:pt x="3629" y="19814"/>
                </a:lnTo>
                <a:lnTo>
                  <a:pt x="1825" y="18911"/>
                </a:lnTo>
                <a:lnTo>
                  <a:pt x="0" y="18000"/>
                </a:lnTo>
                <a:lnTo>
                  <a:pt x="893" y="15772"/>
                </a:lnTo>
                <a:lnTo>
                  <a:pt x="1782" y="13543"/>
                </a:lnTo>
                <a:lnTo>
                  <a:pt x="2678" y="11308"/>
                </a:lnTo>
                <a:lnTo>
                  <a:pt x="3571" y="9068"/>
                </a:lnTo>
                <a:lnTo>
                  <a:pt x="4471" y="6818"/>
                </a:lnTo>
                <a:lnTo>
                  <a:pt x="5375" y="4558"/>
                </a:lnTo>
                <a:lnTo>
                  <a:pt x="6286" y="2286"/>
                </a:lnTo>
                <a:lnTo>
                  <a:pt x="7200" y="0"/>
                </a:lnTo>
                <a:close/>
              </a:path>
            </a:pathLst>
          </a:custGeom>
          <a:solidFill>
            <a:srgbClr val="BECF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6" name="contour_15044"/>
          <p:cNvSpPr/>
          <p:nvPr/>
        </p:nvSpPr>
        <p:spPr>
          <a:xfrm>
            <a:off x="4565369" y="343264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30" y="583"/>
                </a:lnTo>
                <a:lnTo>
                  <a:pt x="20066" y="1345"/>
                </a:lnTo>
                <a:lnTo>
                  <a:pt x="18425" y="2781"/>
                </a:lnTo>
                <a:lnTo>
                  <a:pt x="15429" y="5400"/>
                </a:lnTo>
                <a:lnTo>
                  <a:pt x="14919" y="8186"/>
                </a:lnTo>
                <a:lnTo>
                  <a:pt x="14407" y="10994"/>
                </a:lnTo>
                <a:lnTo>
                  <a:pt x="13886" y="13835"/>
                </a:lnTo>
                <a:lnTo>
                  <a:pt x="13377" y="16400"/>
                </a:lnTo>
                <a:lnTo>
                  <a:pt x="12864" y="18981"/>
                </a:lnTo>
                <a:lnTo>
                  <a:pt x="12343" y="21600"/>
                </a:lnTo>
                <a:lnTo>
                  <a:pt x="10303" y="21600"/>
                </a:lnTo>
                <a:lnTo>
                  <a:pt x="8251" y="21600"/>
                </a:lnTo>
                <a:lnTo>
                  <a:pt x="6171" y="21600"/>
                </a:lnTo>
                <a:lnTo>
                  <a:pt x="6298" y="19035"/>
                </a:lnTo>
                <a:lnTo>
                  <a:pt x="6428" y="16454"/>
                </a:lnTo>
                <a:lnTo>
                  <a:pt x="6557" y="13835"/>
                </a:lnTo>
                <a:lnTo>
                  <a:pt x="6431" y="11048"/>
                </a:lnTo>
                <a:lnTo>
                  <a:pt x="6301" y="8246"/>
                </a:lnTo>
                <a:lnTo>
                  <a:pt x="6171" y="5400"/>
                </a:lnTo>
                <a:lnTo>
                  <a:pt x="4644" y="4061"/>
                </a:lnTo>
                <a:lnTo>
                  <a:pt x="3110" y="2722"/>
                </a:lnTo>
                <a:lnTo>
                  <a:pt x="1564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B9C6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7" name="contour_15045"/>
          <p:cNvSpPr/>
          <p:nvPr/>
        </p:nvSpPr>
        <p:spPr>
          <a:xfrm>
            <a:off x="8165637" y="3410780"/>
            <a:ext cx="383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2" y="0"/>
                </a:lnTo>
                <a:lnTo>
                  <a:pt x="5441" y="0"/>
                </a:lnTo>
                <a:lnTo>
                  <a:pt x="8207" y="0"/>
                </a:lnTo>
                <a:lnTo>
                  <a:pt x="8207" y="2856"/>
                </a:lnTo>
                <a:lnTo>
                  <a:pt x="8207" y="5728"/>
                </a:lnTo>
                <a:lnTo>
                  <a:pt x="8207" y="8640"/>
                </a:lnTo>
                <a:lnTo>
                  <a:pt x="10919" y="8640"/>
                </a:lnTo>
                <a:lnTo>
                  <a:pt x="13648" y="8640"/>
                </a:lnTo>
                <a:lnTo>
                  <a:pt x="16413" y="8640"/>
                </a:lnTo>
                <a:lnTo>
                  <a:pt x="17919" y="6074"/>
                </a:lnTo>
                <a:lnTo>
                  <a:pt x="18851" y="4320"/>
                </a:lnTo>
                <a:lnTo>
                  <a:pt x="19585" y="2566"/>
                </a:lnTo>
                <a:lnTo>
                  <a:pt x="20517" y="0"/>
                </a:lnTo>
                <a:lnTo>
                  <a:pt x="21120" y="4994"/>
                </a:lnTo>
                <a:lnTo>
                  <a:pt x="21481" y="8506"/>
                </a:lnTo>
                <a:lnTo>
                  <a:pt x="21600" y="11007"/>
                </a:lnTo>
                <a:lnTo>
                  <a:pt x="21481" y="12986"/>
                </a:lnTo>
                <a:lnTo>
                  <a:pt x="21120" y="14917"/>
                </a:lnTo>
                <a:lnTo>
                  <a:pt x="20517" y="17280"/>
                </a:lnTo>
                <a:lnTo>
                  <a:pt x="17825" y="18649"/>
                </a:lnTo>
                <a:lnTo>
                  <a:pt x="15223" y="19630"/>
                </a:lnTo>
                <a:lnTo>
                  <a:pt x="12630" y="20321"/>
                </a:lnTo>
                <a:lnTo>
                  <a:pt x="9967" y="20818"/>
                </a:lnTo>
                <a:lnTo>
                  <a:pt x="7148" y="21211"/>
                </a:lnTo>
                <a:lnTo>
                  <a:pt x="4103" y="21600"/>
                </a:lnTo>
                <a:lnTo>
                  <a:pt x="3595" y="18926"/>
                </a:lnTo>
                <a:lnTo>
                  <a:pt x="3086" y="16252"/>
                </a:lnTo>
                <a:lnTo>
                  <a:pt x="2577" y="13569"/>
                </a:lnTo>
                <a:lnTo>
                  <a:pt x="2068" y="10882"/>
                </a:lnTo>
                <a:lnTo>
                  <a:pt x="1555" y="8182"/>
                </a:lnTo>
                <a:lnTo>
                  <a:pt x="1038" y="5469"/>
                </a:lnTo>
                <a:lnTo>
                  <a:pt x="521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0C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8" name="contour_15046"/>
          <p:cNvSpPr/>
          <p:nvPr/>
        </p:nvSpPr>
        <p:spPr>
          <a:xfrm>
            <a:off x="5075529" y="3396204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4" y="1786"/>
                </a:lnTo>
                <a:lnTo>
                  <a:pt x="717" y="3578"/>
                </a:lnTo>
                <a:lnTo>
                  <a:pt x="1080" y="5400"/>
                </a:lnTo>
                <a:lnTo>
                  <a:pt x="2151" y="7186"/>
                </a:lnTo>
                <a:lnTo>
                  <a:pt x="3227" y="8978"/>
                </a:lnTo>
                <a:lnTo>
                  <a:pt x="4320" y="10800"/>
                </a:lnTo>
                <a:lnTo>
                  <a:pt x="7279" y="11203"/>
                </a:lnTo>
                <a:lnTo>
                  <a:pt x="10113" y="11383"/>
                </a:lnTo>
                <a:lnTo>
                  <a:pt x="12887" y="11387"/>
                </a:lnTo>
                <a:lnTo>
                  <a:pt x="15677" y="11261"/>
                </a:lnTo>
                <a:lnTo>
                  <a:pt x="18559" y="11048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6606" y="21186"/>
                </a:lnTo>
                <a:lnTo>
                  <a:pt x="13094" y="20833"/>
                </a:lnTo>
                <a:lnTo>
                  <a:pt x="10593" y="20437"/>
                </a:lnTo>
                <a:lnTo>
                  <a:pt x="8614" y="19901"/>
                </a:lnTo>
                <a:lnTo>
                  <a:pt x="6683" y="19120"/>
                </a:lnTo>
                <a:lnTo>
                  <a:pt x="4320" y="18000"/>
                </a:lnTo>
                <a:lnTo>
                  <a:pt x="3318" y="15797"/>
                </a:lnTo>
                <a:lnTo>
                  <a:pt x="2493" y="13594"/>
                </a:lnTo>
                <a:lnTo>
                  <a:pt x="1819" y="11387"/>
                </a:lnTo>
                <a:lnTo>
                  <a:pt x="1274" y="9166"/>
                </a:lnTo>
                <a:lnTo>
                  <a:pt x="842" y="6923"/>
                </a:lnTo>
                <a:lnTo>
                  <a:pt x="501" y="4651"/>
                </a:lnTo>
                <a:lnTo>
                  <a:pt x="229" y="2347"/>
                </a:lnTo>
                <a:lnTo>
                  <a:pt x="0" y="0"/>
                </a:lnTo>
                <a:close/>
              </a:path>
            </a:pathLst>
          </a:custGeom>
          <a:solidFill>
            <a:srgbClr val="98A1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49" name="contour_15047"/>
          <p:cNvSpPr/>
          <p:nvPr/>
        </p:nvSpPr>
        <p:spPr>
          <a:xfrm>
            <a:off x="3887586" y="3418068"/>
            <a:ext cx="3041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76" y="0"/>
                </a:moveTo>
                <a:lnTo>
                  <a:pt x="9027" y="210"/>
                </a:lnTo>
                <a:lnTo>
                  <a:pt x="11760" y="475"/>
                </a:lnTo>
                <a:lnTo>
                  <a:pt x="14120" y="944"/>
                </a:lnTo>
                <a:lnTo>
                  <a:pt x="16853" y="1765"/>
                </a:lnTo>
                <a:lnTo>
                  <a:pt x="20705" y="3086"/>
                </a:lnTo>
                <a:lnTo>
                  <a:pt x="21124" y="5153"/>
                </a:lnTo>
                <a:lnTo>
                  <a:pt x="21403" y="7211"/>
                </a:lnTo>
                <a:lnTo>
                  <a:pt x="21559" y="9263"/>
                </a:lnTo>
                <a:lnTo>
                  <a:pt x="21600" y="11309"/>
                </a:lnTo>
                <a:lnTo>
                  <a:pt x="21548" y="13358"/>
                </a:lnTo>
                <a:lnTo>
                  <a:pt x="21419" y="15407"/>
                </a:lnTo>
                <a:lnTo>
                  <a:pt x="21222" y="17462"/>
                </a:lnTo>
                <a:lnTo>
                  <a:pt x="20979" y="19523"/>
                </a:lnTo>
                <a:lnTo>
                  <a:pt x="20705" y="21600"/>
                </a:lnTo>
                <a:lnTo>
                  <a:pt x="17884" y="20168"/>
                </a:lnTo>
                <a:lnTo>
                  <a:pt x="15114" y="18724"/>
                </a:lnTo>
                <a:lnTo>
                  <a:pt x="12407" y="17265"/>
                </a:lnTo>
                <a:lnTo>
                  <a:pt x="9762" y="15771"/>
                </a:lnTo>
                <a:lnTo>
                  <a:pt x="7190" y="14234"/>
                </a:lnTo>
                <a:lnTo>
                  <a:pt x="4700" y="12645"/>
                </a:lnTo>
                <a:lnTo>
                  <a:pt x="2303" y="10988"/>
                </a:lnTo>
                <a:lnTo>
                  <a:pt x="0" y="9257"/>
                </a:lnTo>
                <a:lnTo>
                  <a:pt x="663" y="6591"/>
                </a:lnTo>
                <a:lnTo>
                  <a:pt x="1263" y="4777"/>
                </a:lnTo>
                <a:lnTo>
                  <a:pt x="2050" y="3370"/>
                </a:lnTo>
                <a:lnTo>
                  <a:pt x="3271" y="1925"/>
                </a:lnTo>
                <a:lnTo>
                  <a:pt x="5176" y="0"/>
                </a:lnTo>
                <a:close/>
              </a:path>
            </a:pathLst>
          </a:custGeom>
          <a:solidFill>
            <a:srgbClr val="A1B3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0" name="contour_15048"/>
          <p:cNvSpPr/>
          <p:nvPr/>
        </p:nvSpPr>
        <p:spPr>
          <a:xfrm>
            <a:off x="3712674" y="338891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1782"/>
                </a:lnTo>
                <a:lnTo>
                  <a:pt x="4277" y="3564"/>
                </a:lnTo>
                <a:lnTo>
                  <a:pt x="6420" y="5350"/>
                </a:lnTo>
                <a:lnTo>
                  <a:pt x="8567" y="7139"/>
                </a:lnTo>
                <a:lnTo>
                  <a:pt x="10718" y="8932"/>
                </a:lnTo>
                <a:lnTo>
                  <a:pt x="12878" y="10732"/>
                </a:lnTo>
                <a:lnTo>
                  <a:pt x="15042" y="12535"/>
                </a:lnTo>
                <a:lnTo>
                  <a:pt x="17220" y="14350"/>
                </a:lnTo>
                <a:lnTo>
                  <a:pt x="19401" y="16168"/>
                </a:lnTo>
                <a:lnTo>
                  <a:pt x="21600" y="18000"/>
                </a:lnTo>
                <a:lnTo>
                  <a:pt x="18749" y="18594"/>
                </a:lnTo>
                <a:lnTo>
                  <a:pt x="15893" y="19188"/>
                </a:lnTo>
                <a:lnTo>
                  <a:pt x="13025" y="19786"/>
                </a:lnTo>
                <a:lnTo>
                  <a:pt x="10143" y="20387"/>
                </a:lnTo>
                <a:lnTo>
                  <a:pt x="7245" y="20992"/>
                </a:lnTo>
                <a:lnTo>
                  <a:pt x="4320" y="21600"/>
                </a:lnTo>
                <a:lnTo>
                  <a:pt x="3525" y="19098"/>
                </a:lnTo>
                <a:lnTo>
                  <a:pt x="2782" y="16697"/>
                </a:lnTo>
                <a:lnTo>
                  <a:pt x="2108" y="14360"/>
                </a:lnTo>
                <a:lnTo>
                  <a:pt x="1508" y="12060"/>
                </a:lnTo>
                <a:lnTo>
                  <a:pt x="994" y="9767"/>
                </a:lnTo>
                <a:lnTo>
                  <a:pt x="575" y="7441"/>
                </a:lnTo>
                <a:lnTo>
                  <a:pt x="264" y="5062"/>
                </a:lnTo>
                <a:lnTo>
                  <a:pt x="69" y="2592"/>
                </a:lnTo>
                <a:lnTo>
                  <a:pt x="0" y="0"/>
                </a:lnTo>
                <a:close/>
              </a:path>
            </a:pathLst>
          </a:custGeom>
          <a:solidFill>
            <a:srgbClr val="6574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1" name="contour_15049"/>
          <p:cNvSpPr/>
          <p:nvPr/>
        </p:nvSpPr>
        <p:spPr>
          <a:xfrm>
            <a:off x="7050574" y="3374340"/>
            <a:ext cx="4471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20" y="670"/>
                </a:lnTo>
                <a:lnTo>
                  <a:pt x="4236" y="1356"/>
                </a:lnTo>
                <a:lnTo>
                  <a:pt x="6348" y="2061"/>
                </a:lnTo>
                <a:lnTo>
                  <a:pt x="8457" y="2778"/>
                </a:lnTo>
                <a:lnTo>
                  <a:pt x="10562" y="3508"/>
                </a:lnTo>
                <a:lnTo>
                  <a:pt x="12527" y="4160"/>
                </a:lnTo>
                <a:lnTo>
                  <a:pt x="14502" y="4817"/>
                </a:lnTo>
                <a:lnTo>
                  <a:pt x="16505" y="5486"/>
                </a:lnTo>
                <a:lnTo>
                  <a:pt x="18030" y="6528"/>
                </a:lnTo>
                <a:lnTo>
                  <a:pt x="19569" y="7577"/>
                </a:lnTo>
                <a:lnTo>
                  <a:pt x="21125" y="8640"/>
                </a:lnTo>
                <a:lnTo>
                  <a:pt x="21442" y="12010"/>
                </a:lnTo>
                <a:lnTo>
                  <a:pt x="21600" y="14364"/>
                </a:lnTo>
                <a:lnTo>
                  <a:pt x="21600" y="16334"/>
                </a:lnTo>
                <a:lnTo>
                  <a:pt x="21442" y="18541"/>
                </a:lnTo>
                <a:lnTo>
                  <a:pt x="21125" y="21600"/>
                </a:lnTo>
                <a:lnTo>
                  <a:pt x="17185" y="20948"/>
                </a:lnTo>
                <a:lnTo>
                  <a:pt x="14404" y="20425"/>
                </a:lnTo>
                <a:lnTo>
                  <a:pt x="12390" y="19920"/>
                </a:lnTo>
                <a:lnTo>
                  <a:pt x="10749" y="19306"/>
                </a:lnTo>
                <a:lnTo>
                  <a:pt x="9098" y="18468"/>
                </a:lnTo>
                <a:lnTo>
                  <a:pt x="7042" y="17280"/>
                </a:lnTo>
                <a:lnTo>
                  <a:pt x="5721" y="14960"/>
                </a:lnTo>
                <a:lnTo>
                  <a:pt x="4538" y="12601"/>
                </a:lnTo>
                <a:lnTo>
                  <a:pt x="3475" y="10204"/>
                </a:lnTo>
                <a:lnTo>
                  <a:pt x="2507" y="7750"/>
                </a:lnTo>
                <a:lnTo>
                  <a:pt x="1620" y="5236"/>
                </a:lnTo>
                <a:lnTo>
                  <a:pt x="789" y="2657"/>
                </a:lnTo>
                <a:lnTo>
                  <a:pt x="0" y="0"/>
                </a:lnTo>
                <a:close/>
              </a:path>
            </a:pathLst>
          </a:custGeom>
          <a:solidFill>
            <a:srgbClr val="DD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2" name="contour_15050"/>
          <p:cNvSpPr/>
          <p:nvPr/>
        </p:nvSpPr>
        <p:spPr>
          <a:xfrm>
            <a:off x="4616385" y="3395891"/>
            <a:ext cx="58304" cy="309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921" y="0"/>
                </a:moveTo>
                <a:lnTo>
                  <a:pt x="15401" y="759"/>
                </a:lnTo>
                <a:lnTo>
                  <a:pt x="16540" y="1416"/>
                </a:lnTo>
                <a:lnTo>
                  <a:pt x="17707" y="2220"/>
                </a:lnTo>
                <a:lnTo>
                  <a:pt x="19270" y="3437"/>
                </a:lnTo>
                <a:lnTo>
                  <a:pt x="21600" y="5311"/>
                </a:lnTo>
                <a:lnTo>
                  <a:pt x="19548" y="10174"/>
                </a:lnTo>
                <a:lnTo>
                  <a:pt x="17941" y="13850"/>
                </a:lnTo>
                <a:lnTo>
                  <a:pt x="16640" y="16523"/>
                </a:lnTo>
                <a:lnTo>
                  <a:pt x="15509" y="18392"/>
                </a:lnTo>
                <a:lnTo>
                  <a:pt x="14410" y="19640"/>
                </a:lnTo>
                <a:lnTo>
                  <a:pt x="13211" y="20464"/>
                </a:lnTo>
                <a:lnTo>
                  <a:pt x="11769" y="21055"/>
                </a:lnTo>
                <a:lnTo>
                  <a:pt x="9955" y="21600"/>
                </a:lnTo>
                <a:lnTo>
                  <a:pt x="8286" y="21554"/>
                </a:lnTo>
                <a:lnTo>
                  <a:pt x="6626" y="21463"/>
                </a:lnTo>
                <a:lnTo>
                  <a:pt x="4971" y="21325"/>
                </a:lnTo>
                <a:lnTo>
                  <a:pt x="3318" y="21137"/>
                </a:lnTo>
                <a:lnTo>
                  <a:pt x="1663" y="20892"/>
                </a:lnTo>
                <a:lnTo>
                  <a:pt x="0" y="20587"/>
                </a:lnTo>
                <a:lnTo>
                  <a:pt x="2349" y="15108"/>
                </a:lnTo>
                <a:lnTo>
                  <a:pt x="4263" y="10719"/>
                </a:lnTo>
                <a:lnTo>
                  <a:pt x="5824" y="7297"/>
                </a:lnTo>
                <a:lnTo>
                  <a:pt x="7117" y="4715"/>
                </a:lnTo>
                <a:lnTo>
                  <a:pt x="8227" y="2851"/>
                </a:lnTo>
                <a:lnTo>
                  <a:pt x="9234" y="1584"/>
                </a:lnTo>
                <a:lnTo>
                  <a:pt x="10225" y="789"/>
                </a:lnTo>
                <a:lnTo>
                  <a:pt x="11281" y="341"/>
                </a:lnTo>
                <a:lnTo>
                  <a:pt x="12485" y="122"/>
                </a:lnTo>
                <a:lnTo>
                  <a:pt x="13921" y="0"/>
                </a:lnTo>
                <a:close/>
              </a:path>
            </a:pathLst>
          </a:custGeom>
          <a:solidFill>
            <a:srgbClr val="BFCE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3" name="contour_15051"/>
          <p:cNvSpPr/>
          <p:nvPr/>
        </p:nvSpPr>
        <p:spPr>
          <a:xfrm>
            <a:off x="4609097" y="3372700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585" y="5709"/>
                </a:lnTo>
                <a:lnTo>
                  <a:pt x="19818" y="9070"/>
                </a:lnTo>
                <a:lnTo>
                  <a:pt x="19143" y="11464"/>
                </a:lnTo>
                <a:lnTo>
                  <a:pt x="18414" y="13357"/>
                </a:lnTo>
                <a:lnTo>
                  <a:pt x="17485" y="15205"/>
                </a:lnTo>
                <a:lnTo>
                  <a:pt x="16200" y="17466"/>
                </a:lnTo>
                <a:lnTo>
                  <a:pt x="12020" y="18987"/>
                </a:lnTo>
                <a:lnTo>
                  <a:pt x="9088" y="19963"/>
                </a:lnTo>
                <a:lnTo>
                  <a:pt x="6626" y="20591"/>
                </a:lnTo>
                <a:lnTo>
                  <a:pt x="3856" y="21071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473D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4" name="contour_15052"/>
          <p:cNvSpPr/>
          <p:nvPr/>
        </p:nvSpPr>
        <p:spPr>
          <a:xfrm>
            <a:off x="3632506" y="3382685"/>
            <a:ext cx="44712" cy="28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5" y="4791"/>
                </a:moveTo>
                <a:lnTo>
                  <a:pt x="21442" y="9127"/>
                </a:lnTo>
                <a:lnTo>
                  <a:pt x="21600" y="12170"/>
                </a:lnTo>
                <a:lnTo>
                  <a:pt x="21600" y="14725"/>
                </a:lnTo>
                <a:lnTo>
                  <a:pt x="21442" y="17599"/>
                </a:lnTo>
                <a:lnTo>
                  <a:pt x="21125" y="21600"/>
                </a:lnTo>
                <a:lnTo>
                  <a:pt x="18977" y="21107"/>
                </a:lnTo>
                <a:lnTo>
                  <a:pt x="16829" y="20591"/>
                </a:lnTo>
                <a:lnTo>
                  <a:pt x="14685" y="20054"/>
                </a:lnTo>
                <a:lnTo>
                  <a:pt x="12541" y="19499"/>
                </a:lnTo>
                <a:lnTo>
                  <a:pt x="10147" y="18911"/>
                </a:lnTo>
                <a:lnTo>
                  <a:pt x="7714" y="18317"/>
                </a:lnTo>
                <a:lnTo>
                  <a:pt x="5253" y="16882"/>
                </a:lnTo>
                <a:lnTo>
                  <a:pt x="3753" y="15560"/>
                </a:lnTo>
                <a:lnTo>
                  <a:pt x="2605" y="13576"/>
                </a:lnTo>
                <a:lnTo>
                  <a:pt x="1197" y="10175"/>
                </a:lnTo>
                <a:lnTo>
                  <a:pt x="602" y="7503"/>
                </a:lnTo>
                <a:lnTo>
                  <a:pt x="0" y="4791"/>
                </a:lnTo>
                <a:lnTo>
                  <a:pt x="2609" y="3093"/>
                </a:lnTo>
                <a:lnTo>
                  <a:pt x="5038" y="1720"/>
                </a:lnTo>
                <a:lnTo>
                  <a:pt x="7337" y="723"/>
                </a:lnTo>
                <a:lnTo>
                  <a:pt x="9555" y="134"/>
                </a:lnTo>
                <a:lnTo>
                  <a:pt x="11738" y="0"/>
                </a:lnTo>
                <a:lnTo>
                  <a:pt x="13939" y="359"/>
                </a:lnTo>
                <a:lnTo>
                  <a:pt x="16206" y="1249"/>
                </a:lnTo>
                <a:lnTo>
                  <a:pt x="18583" y="2712"/>
                </a:lnTo>
                <a:lnTo>
                  <a:pt x="21125" y="4791"/>
                </a:lnTo>
                <a:close/>
              </a:path>
            </a:pathLst>
          </a:custGeom>
          <a:solidFill>
            <a:srgbClr val="B8C0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5" name="contour_15053"/>
          <p:cNvSpPr/>
          <p:nvPr/>
        </p:nvSpPr>
        <p:spPr>
          <a:xfrm>
            <a:off x="11386929" y="3374340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504"/>
                </a:lnTo>
                <a:lnTo>
                  <a:pt x="3715" y="1030"/>
                </a:lnTo>
                <a:lnTo>
                  <a:pt x="5573" y="1570"/>
                </a:lnTo>
                <a:lnTo>
                  <a:pt x="7428" y="2124"/>
                </a:lnTo>
                <a:lnTo>
                  <a:pt x="9283" y="2700"/>
                </a:lnTo>
                <a:lnTo>
                  <a:pt x="11008" y="3204"/>
                </a:lnTo>
                <a:lnTo>
                  <a:pt x="12744" y="3708"/>
                </a:lnTo>
                <a:lnTo>
                  <a:pt x="14502" y="4219"/>
                </a:lnTo>
                <a:lnTo>
                  <a:pt x="15150" y="4658"/>
                </a:lnTo>
                <a:lnTo>
                  <a:pt x="16289" y="5429"/>
                </a:lnTo>
                <a:lnTo>
                  <a:pt x="18900" y="7200"/>
                </a:lnTo>
                <a:lnTo>
                  <a:pt x="19570" y="10764"/>
                </a:lnTo>
                <a:lnTo>
                  <a:pt x="20239" y="14350"/>
                </a:lnTo>
                <a:lnTo>
                  <a:pt x="20917" y="17950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3" y="21600"/>
                </a:lnTo>
                <a:lnTo>
                  <a:pt x="16249" y="21600"/>
                </a:lnTo>
                <a:lnTo>
                  <a:pt x="14459" y="21600"/>
                </a:lnTo>
                <a:lnTo>
                  <a:pt x="12663" y="21600"/>
                </a:lnTo>
                <a:lnTo>
                  <a:pt x="10859" y="21600"/>
                </a:lnTo>
                <a:lnTo>
                  <a:pt x="9050" y="21600"/>
                </a:lnTo>
                <a:lnTo>
                  <a:pt x="7231" y="21600"/>
                </a:lnTo>
                <a:lnTo>
                  <a:pt x="5400" y="21600"/>
                </a:lnTo>
                <a:lnTo>
                  <a:pt x="5400" y="16841"/>
                </a:lnTo>
                <a:lnTo>
                  <a:pt x="5400" y="12053"/>
                </a:lnTo>
                <a:lnTo>
                  <a:pt x="5400" y="7200"/>
                </a:lnTo>
                <a:lnTo>
                  <a:pt x="3796" y="4558"/>
                </a:lnTo>
                <a:lnTo>
                  <a:pt x="2700" y="2923"/>
                </a:lnTo>
                <a:lnTo>
                  <a:pt x="1604" y="1634"/>
                </a:lnTo>
                <a:lnTo>
                  <a:pt x="0" y="0"/>
                </a:lnTo>
                <a:close/>
              </a:path>
            </a:pathLst>
          </a:custGeom>
          <a:solidFill>
            <a:srgbClr val="BFD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6" name="contour_15054"/>
          <p:cNvSpPr/>
          <p:nvPr/>
        </p:nvSpPr>
        <p:spPr>
          <a:xfrm>
            <a:off x="8893722" y="3367052"/>
            <a:ext cx="2257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041" y="1223"/>
                </a:lnTo>
                <a:lnTo>
                  <a:pt x="14948" y="2192"/>
                </a:lnTo>
                <a:lnTo>
                  <a:pt x="17703" y="3418"/>
                </a:lnTo>
                <a:lnTo>
                  <a:pt x="21600" y="5400"/>
                </a:lnTo>
                <a:lnTo>
                  <a:pt x="21307" y="7455"/>
                </a:lnTo>
                <a:lnTo>
                  <a:pt x="20645" y="9374"/>
                </a:lnTo>
                <a:lnTo>
                  <a:pt x="19578" y="11181"/>
                </a:lnTo>
                <a:lnTo>
                  <a:pt x="18093" y="12892"/>
                </a:lnTo>
                <a:lnTo>
                  <a:pt x="16148" y="14534"/>
                </a:lnTo>
                <a:lnTo>
                  <a:pt x="13721" y="16124"/>
                </a:lnTo>
                <a:lnTo>
                  <a:pt x="10793" y="17685"/>
                </a:lnTo>
                <a:lnTo>
                  <a:pt x="7328" y="19238"/>
                </a:lnTo>
                <a:lnTo>
                  <a:pt x="4030" y="20409"/>
                </a:lnTo>
                <a:lnTo>
                  <a:pt x="683" y="21600"/>
                </a:lnTo>
                <a:lnTo>
                  <a:pt x="579" y="20048"/>
                </a:lnTo>
                <a:lnTo>
                  <a:pt x="481" y="18495"/>
                </a:lnTo>
                <a:lnTo>
                  <a:pt x="397" y="16942"/>
                </a:lnTo>
                <a:lnTo>
                  <a:pt x="321" y="15390"/>
                </a:lnTo>
                <a:lnTo>
                  <a:pt x="251" y="13838"/>
                </a:lnTo>
                <a:lnTo>
                  <a:pt x="167" y="12396"/>
                </a:lnTo>
                <a:lnTo>
                  <a:pt x="84" y="10943"/>
                </a:lnTo>
                <a:lnTo>
                  <a:pt x="0" y="9472"/>
                </a:lnTo>
                <a:lnTo>
                  <a:pt x="432" y="7625"/>
                </a:lnTo>
                <a:lnTo>
                  <a:pt x="1102" y="5994"/>
                </a:lnTo>
                <a:lnTo>
                  <a:pt x="2085" y="4501"/>
                </a:lnTo>
                <a:lnTo>
                  <a:pt x="3458" y="3059"/>
                </a:lnTo>
                <a:lnTo>
                  <a:pt x="5285" y="1588"/>
                </a:lnTo>
                <a:lnTo>
                  <a:pt x="7656" y="0"/>
                </a:lnTo>
                <a:close/>
              </a:path>
            </a:pathLst>
          </a:custGeom>
          <a:solidFill>
            <a:srgbClr val="F1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7" name="contour_15055"/>
          <p:cNvSpPr/>
          <p:nvPr/>
        </p:nvSpPr>
        <p:spPr>
          <a:xfrm>
            <a:off x="4558081" y="3337900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C3B6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8" name="contour_15056"/>
          <p:cNvSpPr/>
          <p:nvPr/>
        </p:nvSpPr>
        <p:spPr>
          <a:xfrm>
            <a:off x="3653656" y="3308748"/>
            <a:ext cx="2257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64" y="0"/>
                </a:lnTo>
                <a:lnTo>
                  <a:pt x="16901" y="0"/>
                </a:lnTo>
                <a:lnTo>
                  <a:pt x="21600" y="0"/>
                </a:lnTo>
                <a:lnTo>
                  <a:pt x="20910" y="2138"/>
                </a:lnTo>
                <a:lnTo>
                  <a:pt x="20219" y="4280"/>
                </a:lnTo>
                <a:lnTo>
                  <a:pt x="19529" y="6421"/>
                </a:lnTo>
                <a:lnTo>
                  <a:pt x="18832" y="8566"/>
                </a:lnTo>
                <a:lnTo>
                  <a:pt x="18142" y="10720"/>
                </a:lnTo>
                <a:lnTo>
                  <a:pt x="17445" y="12877"/>
                </a:lnTo>
                <a:lnTo>
                  <a:pt x="16747" y="15043"/>
                </a:lnTo>
                <a:lnTo>
                  <a:pt x="16043" y="17218"/>
                </a:lnTo>
                <a:lnTo>
                  <a:pt x="15339" y="19403"/>
                </a:lnTo>
                <a:lnTo>
                  <a:pt x="14628" y="21600"/>
                </a:lnTo>
                <a:lnTo>
                  <a:pt x="10019" y="21600"/>
                </a:lnTo>
                <a:lnTo>
                  <a:pt x="5383" y="21600"/>
                </a:lnTo>
                <a:lnTo>
                  <a:pt x="683" y="21600"/>
                </a:lnTo>
                <a:lnTo>
                  <a:pt x="579" y="19789"/>
                </a:lnTo>
                <a:lnTo>
                  <a:pt x="481" y="17974"/>
                </a:lnTo>
                <a:lnTo>
                  <a:pt x="397" y="16163"/>
                </a:lnTo>
                <a:lnTo>
                  <a:pt x="321" y="14349"/>
                </a:lnTo>
                <a:lnTo>
                  <a:pt x="251" y="12534"/>
                </a:lnTo>
                <a:lnTo>
                  <a:pt x="167" y="10849"/>
                </a:lnTo>
                <a:lnTo>
                  <a:pt x="84" y="9155"/>
                </a:lnTo>
                <a:lnTo>
                  <a:pt x="0" y="7437"/>
                </a:lnTo>
                <a:lnTo>
                  <a:pt x="502" y="4872"/>
                </a:lnTo>
                <a:lnTo>
                  <a:pt x="1471" y="3243"/>
                </a:lnTo>
                <a:lnTo>
                  <a:pt x="3612" y="1851"/>
                </a:lnTo>
                <a:lnTo>
                  <a:pt x="7656" y="0"/>
                </a:lnTo>
                <a:close/>
              </a:path>
            </a:pathLst>
          </a:custGeom>
          <a:solidFill>
            <a:srgbClr val="414E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59" name="contour_15057"/>
          <p:cNvSpPr/>
          <p:nvPr/>
        </p:nvSpPr>
        <p:spPr>
          <a:xfrm>
            <a:off x="3537763" y="3323324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733" y="1307"/>
                </a:lnTo>
                <a:lnTo>
                  <a:pt x="17561" y="2306"/>
                </a:lnTo>
                <a:lnTo>
                  <a:pt x="19246" y="3502"/>
                </a:lnTo>
                <a:lnTo>
                  <a:pt x="21600" y="5400"/>
                </a:lnTo>
                <a:lnTo>
                  <a:pt x="20598" y="7422"/>
                </a:lnTo>
                <a:lnTo>
                  <a:pt x="19786" y="8872"/>
                </a:lnTo>
                <a:lnTo>
                  <a:pt x="18883" y="10155"/>
                </a:lnTo>
                <a:lnTo>
                  <a:pt x="17604" y="11675"/>
                </a:lnTo>
                <a:lnTo>
                  <a:pt x="15660" y="13838"/>
                </a:lnTo>
                <a:lnTo>
                  <a:pt x="14377" y="15296"/>
                </a:lnTo>
                <a:lnTo>
                  <a:pt x="13090" y="16762"/>
                </a:lnTo>
                <a:lnTo>
                  <a:pt x="11781" y="18247"/>
                </a:lnTo>
                <a:lnTo>
                  <a:pt x="10744" y="19354"/>
                </a:lnTo>
                <a:lnTo>
                  <a:pt x="9698" y="20471"/>
                </a:lnTo>
                <a:lnTo>
                  <a:pt x="8640" y="21600"/>
                </a:lnTo>
                <a:lnTo>
                  <a:pt x="5789" y="19138"/>
                </a:lnTo>
                <a:lnTo>
                  <a:pt x="3646" y="17212"/>
                </a:lnTo>
                <a:lnTo>
                  <a:pt x="2108" y="15668"/>
                </a:lnTo>
                <a:lnTo>
                  <a:pt x="1080" y="14342"/>
                </a:lnTo>
                <a:lnTo>
                  <a:pt x="454" y="13084"/>
                </a:lnTo>
                <a:lnTo>
                  <a:pt x="134" y="11729"/>
                </a:lnTo>
                <a:lnTo>
                  <a:pt x="17" y="10120"/>
                </a:lnTo>
                <a:lnTo>
                  <a:pt x="0" y="8100"/>
                </a:lnTo>
                <a:lnTo>
                  <a:pt x="1693" y="6737"/>
                </a:lnTo>
                <a:lnTo>
                  <a:pt x="2938" y="5827"/>
                </a:lnTo>
                <a:lnTo>
                  <a:pt x="4329" y="4954"/>
                </a:lnTo>
                <a:lnTo>
                  <a:pt x="6480" y="3712"/>
                </a:lnTo>
                <a:lnTo>
                  <a:pt x="7387" y="3183"/>
                </a:lnTo>
                <a:lnTo>
                  <a:pt x="10126" y="1582"/>
                </a:lnTo>
                <a:lnTo>
                  <a:pt x="11530" y="797"/>
                </a:lnTo>
                <a:lnTo>
                  <a:pt x="12960" y="0"/>
                </a:lnTo>
                <a:close/>
              </a:path>
            </a:pathLst>
          </a:custGeom>
          <a:solidFill>
            <a:srgbClr val="DCDD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0" name="contour_15058"/>
          <p:cNvSpPr/>
          <p:nvPr/>
        </p:nvSpPr>
        <p:spPr>
          <a:xfrm>
            <a:off x="8012589" y="327959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391" y="2138"/>
                </a:lnTo>
                <a:lnTo>
                  <a:pt x="6463" y="4290"/>
                </a:lnTo>
                <a:lnTo>
                  <a:pt x="7547" y="6450"/>
                </a:lnTo>
                <a:lnTo>
                  <a:pt x="8640" y="8640"/>
                </a:lnTo>
                <a:lnTo>
                  <a:pt x="10783" y="9711"/>
                </a:lnTo>
                <a:lnTo>
                  <a:pt x="12960" y="10800"/>
                </a:lnTo>
                <a:lnTo>
                  <a:pt x="15103" y="11923"/>
                </a:lnTo>
                <a:lnTo>
                  <a:pt x="16623" y="13046"/>
                </a:lnTo>
                <a:lnTo>
                  <a:pt x="17937" y="14688"/>
                </a:lnTo>
                <a:lnTo>
                  <a:pt x="19457" y="1736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A6B6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1" name="contour_15059"/>
          <p:cNvSpPr/>
          <p:nvPr/>
        </p:nvSpPr>
        <p:spPr>
          <a:xfrm>
            <a:off x="7254638" y="329417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5111" y="20444"/>
                </a:lnTo>
                <a:lnTo>
                  <a:pt x="12947" y="19273"/>
                </a:lnTo>
                <a:lnTo>
                  <a:pt x="10791" y="18079"/>
                </a:lnTo>
                <a:lnTo>
                  <a:pt x="8640" y="16875"/>
                </a:lnTo>
                <a:lnTo>
                  <a:pt x="7430" y="16216"/>
                </a:lnTo>
                <a:lnTo>
                  <a:pt x="3780" y="14218"/>
                </a:lnTo>
                <a:lnTo>
                  <a:pt x="284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54C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2" name="contour_15060"/>
          <p:cNvSpPr/>
          <p:nvPr/>
        </p:nvSpPr>
        <p:spPr>
          <a:xfrm>
            <a:off x="9776283" y="3288458"/>
            <a:ext cx="51016" cy="34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40"/>
                </a:moveTo>
                <a:lnTo>
                  <a:pt x="19903" y="5526"/>
                </a:lnTo>
                <a:lnTo>
                  <a:pt x="18203" y="7513"/>
                </a:lnTo>
                <a:lnTo>
                  <a:pt x="16502" y="9504"/>
                </a:lnTo>
                <a:lnTo>
                  <a:pt x="14799" y="11504"/>
                </a:lnTo>
                <a:lnTo>
                  <a:pt x="13087" y="13505"/>
                </a:lnTo>
                <a:lnTo>
                  <a:pt x="11371" y="15514"/>
                </a:lnTo>
                <a:lnTo>
                  <a:pt x="9646" y="17532"/>
                </a:lnTo>
                <a:lnTo>
                  <a:pt x="7915" y="19559"/>
                </a:lnTo>
                <a:lnTo>
                  <a:pt x="6171" y="21600"/>
                </a:lnTo>
                <a:lnTo>
                  <a:pt x="6171" y="18918"/>
                </a:lnTo>
                <a:lnTo>
                  <a:pt x="6171" y="16227"/>
                </a:lnTo>
                <a:lnTo>
                  <a:pt x="6171" y="13527"/>
                </a:lnTo>
                <a:lnTo>
                  <a:pt x="6171" y="10805"/>
                </a:lnTo>
                <a:lnTo>
                  <a:pt x="6171" y="8055"/>
                </a:lnTo>
                <a:lnTo>
                  <a:pt x="4339" y="6235"/>
                </a:lnTo>
                <a:lnTo>
                  <a:pt x="3086" y="5161"/>
                </a:lnTo>
                <a:lnTo>
                  <a:pt x="1833" y="4402"/>
                </a:lnTo>
                <a:lnTo>
                  <a:pt x="0" y="3540"/>
                </a:lnTo>
                <a:lnTo>
                  <a:pt x="2669" y="2339"/>
                </a:lnTo>
                <a:lnTo>
                  <a:pt x="4956" y="1373"/>
                </a:lnTo>
                <a:lnTo>
                  <a:pt x="6961" y="655"/>
                </a:lnTo>
                <a:lnTo>
                  <a:pt x="8785" y="190"/>
                </a:lnTo>
                <a:lnTo>
                  <a:pt x="10532" y="0"/>
                </a:lnTo>
                <a:lnTo>
                  <a:pt x="12297" y="95"/>
                </a:lnTo>
                <a:lnTo>
                  <a:pt x="14185" y="483"/>
                </a:lnTo>
                <a:lnTo>
                  <a:pt x="16299" y="1178"/>
                </a:lnTo>
                <a:lnTo>
                  <a:pt x="18736" y="2194"/>
                </a:lnTo>
                <a:lnTo>
                  <a:pt x="21600" y="3540"/>
                </a:lnTo>
                <a:close/>
              </a:path>
            </a:pathLst>
          </a:custGeom>
          <a:solidFill>
            <a:srgbClr val="ABC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3" name="contour_15061"/>
          <p:cNvSpPr/>
          <p:nvPr/>
        </p:nvSpPr>
        <p:spPr>
          <a:xfrm>
            <a:off x="8537317" y="3280522"/>
            <a:ext cx="43728" cy="355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80" y="1099"/>
                </a:moveTo>
                <a:lnTo>
                  <a:pt x="18439" y="2012"/>
                </a:lnTo>
                <a:lnTo>
                  <a:pt x="20009" y="2939"/>
                </a:lnTo>
                <a:lnTo>
                  <a:pt x="21600" y="3870"/>
                </a:lnTo>
                <a:lnTo>
                  <a:pt x="19822" y="6064"/>
                </a:lnTo>
                <a:lnTo>
                  <a:pt x="18036" y="8262"/>
                </a:lnTo>
                <a:lnTo>
                  <a:pt x="16250" y="10461"/>
                </a:lnTo>
                <a:lnTo>
                  <a:pt x="14458" y="12668"/>
                </a:lnTo>
                <a:lnTo>
                  <a:pt x="12658" y="14885"/>
                </a:lnTo>
                <a:lnTo>
                  <a:pt x="10850" y="17110"/>
                </a:lnTo>
                <a:lnTo>
                  <a:pt x="9032" y="19348"/>
                </a:lnTo>
                <a:lnTo>
                  <a:pt x="7200" y="21600"/>
                </a:lnTo>
                <a:lnTo>
                  <a:pt x="6012" y="19406"/>
                </a:lnTo>
                <a:lnTo>
                  <a:pt x="4824" y="17207"/>
                </a:lnTo>
                <a:lnTo>
                  <a:pt x="3629" y="15000"/>
                </a:lnTo>
                <a:lnTo>
                  <a:pt x="2430" y="12784"/>
                </a:lnTo>
                <a:lnTo>
                  <a:pt x="1220" y="10554"/>
                </a:lnTo>
                <a:lnTo>
                  <a:pt x="0" y="8302"/>
                </a:lnTo>
                <a:lnTo>
                  <a:pt x="3470" y="4876"/>
                </a:lnTo>
                <a:lnTo>
                  <a:pt x="6091" y="2456"/>
                </a:lnTo>
                <a:lnTo>
                  <a:pt x="8168" y="922"/>
                </a:lnTo>
                <a:lnTo>
                  <a:pt x="9986" y="146"/>
                </a:lnTo>
                <a:lnTo>
                  <a:pt x="11851" y="0"/>
                </a:lnTo>
                <a:lnTo>
                  <a:pt x="14047" y="359"/>
                </a:lnTo>
                <a:lnTo>
                  <a:pt x="16880" y="1099"/>
                </a:lnTo>
                <a:close/>
              </a:path>
            </a:pathLst>
          </a:custGeom>
          <a:solidFill>
            <a:srgbClr val="B7C5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4" name="contour_15062"/>
          <p:cNvSpPr/>
          <p:nvPr/>
        </p:nvSpPr>
        <p:spPr>
          <a:xfrm>
            <a:off x="746462" y="3272308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D1C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5" name="contour_15063"/>
          <p:cNvSpPr/>
          <p:nvPr/>
        </p:nvSpPr>
        <p:spPr>
          <a:xfrm>
            <a:off x="4273850" y="325044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8961" y="3488"/>
                </a:lnTo>
                <a:lnTo>
                  <a:pt x="19696" y="6998"/>
                </a:lnTo>
                <a:lnTo>
                  <a:pt x="20264" y="10552"/>
                </a:lnTo>
                <a:lnTo>
                  <a:pt x="20732" y="14164"/>
                </a:lnTo>
                <a:lnTo>
                  <a:pt x="21157" y="17842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2873" y="15336"/>
                </a:lnTo>
                <a:lnTo>
                  <a:pt x="4986" y="10762"/>
                </a:lnTo>
                <a:lnTo>
                  <a:pt x="6530" y="7501"/>
                </a:lnTo>
                <a:lnTo>
                  <a:pt x="7697" y="5173"/>
                </a:lnTo>
                <a:lnTo>
                  <a:pt x="8669" y="3397"/>
                </a:lnTo>
                <a:lnTo>
                  <a:pt x="9641" y="1798"/>
                </a:lnTo>
                <a:lnTo>
                  <a:pt x="10800" y="0"/>
                </a:lnTo>
                <a:close/>
              </a:path>
            </a:pathLst>
          </a:custGeom>
          <a:solidFill>
            <a:srgbClr val="B6C0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6" name="contour_15064"/>
          <p:cNvSpPr/>
          <p:nvPr/>
        </p:nvSpPr>
        <p:spPr>
          <a:xfrm>
            <a:off x="10687282" y="323586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0" y="0"/>
                </a:lnTo>
                <a:lnTo>
                  <a:pt x="4774" y="0"/>
                </a:lnTo>
                <a:lnTo>
                  <a:pt x="7200" y="0"/>
                </a:lnTo>
                <a:lnTo>
                  <a:pt x="6754" y="2459"/>
                </a:lnTo>
                <a:lnTo>
                  <a:pt x="6300" y="4950"/>
                </a:lnTo>
                <a:lnTo>
                  <a:pt x="6595" y="6883"/>
                </a:lnTo>
                <a:lnTo>
                  <a:pt x="6898" y="8827"/>
                </a:lnTo>
                <a:lnTo>
                  <a:pt x="7200" y="10800"/>
                </a:lnTo>
                <a:lnTo>
                  <a:pt x="9133" y="12114"/>
                </a:lnTo>
                <a:lnTo>
                  <a:pt x="11110" y="13298"/>
                </a:lnTo>
                <a:lnTo>
                  <a:pt x="13126" y="14378"/>
                </a:lnTo>
                <a:lnTo>
                  <a:pt x="15181" y="15365"/>
                </a:lnTo>
                <a:lnTo>
                  <a:pt x="17280" y="16286"/>
                </a:lnTo>
                <a:lnTo>
                  <a:pt x="19418" y="17158"/>
                </a:lnTo>
                <a:lnTo>
                  <a:pt x="21600" y="18000"/>
                </a:lnTo>
                <a:lnTo>
                  <a:pt x="19224" y="18594"/>
                </a:lnTo>
                <a:lnTo>
                  <a:pt x="16844" y="19188"/>
                </a:lnTo>
                <a:lnTo>
                  <a:pt x="14454" y="19786"/>
                </a:lnTo>
                <a:lnTo>
                  <a:pt x="12053" y="20387"/>
                </a:lnTo>
                <a:lnTo>
                  <a:pt x="9637" y="20992"/>
                </a:lnTo>
                <a:lnTo>
                  <a:pt x="7200" y="21600"/>
                </a:lnTo>
                <a:lnTo>
                  <a:pt x="6408" y="19224"/>
                </a:lnTo>
                <a:lnTo>
                  <a:pt x="5616" y="16844"/>
                </a:lnTo>
                <a:lnTo>
                  <a:pt x="4820" y="14465"/>
                </a:lnTo>
                <a:lnTo>
                  <a:pt x="4025" y="12078"/>
                </a:lnTo>
                <a:lnTo>
                  <a:pt x="3229" y="9684"/>
                </a:lnTo>
                <a:lnTo>
                  <a:pt x="2426" y="7279"/>
                </a:lnTo>
                <a:lnTo>
                  <a:pt x="1624" y="4867"/>
                </a:lnTo>
                <a:lnTo>
                  <a:pt x="814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AAB9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7" name="contour_15065"/>
          <p:cNvSpPr/>
          <p:nvPr/>
        </p:nvSpPr>
        <p:spPr>
          <a:xfrm>
            <a:off x="4251986" y="3221292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4467" y="20832"/>
                </a:lnTo>
                <a:lnTo>
                  <a:pt x="9553" y="20279"/>
                </a:lnTo>
                <a:lnTo>
                  <a:pt x="6242" y="19857"/>
                </a:lnTo>
                <a:lnTo>
                  <a:pt x="3947" y="19480"/>
                </a:lnTo>
                <a:lnTo>
                  <a:pt x="2068" y="19060"/>
                </a:lnTo>
                <a:lnTo>
                  <a:pt x="0" y="18514"/>
                </a:lnTo>
                <a:lnTo>
                  <a:pt x="0" y="16475"/>
                </a:lnTo>
                <a:lnTo>
                  <a:pt x="0" y="14423"/>
                </a:lnTo>
                <a:lnTo>
                  <a:pt x="0" y="12343"/>
                </a:lnTo>
                <a:lnTo>
                  <a:pt x="2511" y="11673"/>
                </a:lnTo>
                <a:lnTo>
                  <a:pt x="5065" y="10991"/>
                </a:lnTo>
                <a:lnTo>
                  <a:pt x="8429" y="9914"/>
                </a:lnTo>
                <a:lnTo>
                  <a:pt x="10465" y="8871"/>
                </a:lnTo>
                <a:lnTo>
                  <a:pt x="11993" y="7251"/>
                </a:lnTo>
                <a:lnTo>
                  <a:pt x="13835" y="4437"/>
                </a:lnTo>
                <a:lnTo>
                  <a:pt x="14618" y="2972"/>
                </a:lnTo>
                <a:lnTo>
                  <a:pt x="15401" y="1497"/>
                </a:lnTo>
                <a:lnTo>
                  <a:pt x="16200" y="0"/>
                </a:lnTo>
                <a:close/>
              </a:path>
            </a:pathLst>
          </a:custGeom>
          <a:solidFill>
            <a:srgbClr val="8F7A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8" name="contour_15066"/>
          <p:cNvSpPr/>
          <p:nvPr/>
        </p:nvSpPr>
        <p:spPr>
          <a:xfrm>
            <a:off x="1351365" y="3234556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E7E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69" name="contour_15067"/>
          <p:cNvSpPr/>
          <p:nvPr/>
        </p:nvSpPr>
        <p:spPr>
          <a:xfrm>
            <a:off x="4004194" y="3241895"/>
            <a:ext cx="51016" cy="30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1"/>
                </a:moveTo>
                <a:lnTo>
                  <a:pt x="2077" y="618"/>
                </a:lnTo>
                <a:lnTo>
                  <a:pt x="4138" y="376"/>
                </a:lnTo>
                <a:lnTo>
                  <a:pt x="6193" y="180"/>
                </a:lnTo>
                <a:lnTo>
                  <a:pt x="8242" y="52"/>
                </a:lnTo>
                <a:lnTo>
                  <a:pt x="10291" y="0"/>
                </a:lnTo>
                <a:lnTo>
                  <a:pt x="12337" y="41"/>
                </a:lnTo>
                <a:lnTo>
                  <a:pt x="14389" y="196"/>
                </a:lnTo>
                <a:lnTo>
                  <a:pt x="16447" y="474"/>
                </a:lnTo>
                <a:lnTo>
                  <a:pt x="18514" y="891"/>
                </a:lnTo>
                <a:lnTo>
                  <a:pt x="19835" y="4725"/>
                </a:lnTo>
                <a:lnTo>
                  <a:pt x="20656" y="7446"/>
                </a:lnTo>
                <a:lnTo>
                  <a:pt x="21125" y="9795"/>
                </a:lnTo>
                <a:lnTo>
                  <a:pt x="21390" y="12516"/>
                </a:lnTo>
                <a:lnTo>
                  <a:pt x="21600" y="16349"/>
                </a:lnTo>
                <a:lnTo>
                  <a:pt x="18258" y="18642"/>
                </a:lnTo>
                <a:lnTo>
                  <a:pt x="15888" y="20173"/>
                </a:lnTo>
                <a:lnTo>
                  <a:pt x="14148" y="21080"/>
                </a:lnTo>
                <a:lnTo>
                  <a:pt x="12688" y="21507"/>
                </a:lnTo>
                <a:lnTo>
                  <a:pt x="11173" y="21600"/>
                </a:lnTo>
                <a:lnTo>
                  <a:pt x="9257" y="21502"/>
                </a:lnTo>
                <a:lnTo>
                  <a:pt x="7616" y="18900"/>
                </a:lnTo>
                <a:lnTo>
                  <a:pt x="6125" y="16179"/>
                </a:lnTo>
                <a:lnTo>
                  <a:pt x="4755" y="13340"/>
                </a:lnTo>
                <a:lnTo>
                  <a:pt x="3484" y="10393"/>
                </a:lnTo>
                <a:lnTo>
                  <a:pt x="2283" y="7332"/>
                </a:lnTo>
                <a:lnTo>
                  <a:pt x="1129" y="4163"/>
                </a:lnTo>
                <a:lnTo>
                  <a:pt x="0" y="891"/>
                </a:lnTo>
                <a:close/>
              </a:path>
            </a:pathLst>
          </a:custGeom>
          <a:solidFill>
            <a:srgbClr val="D4DC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0" name="contour_15068"/>
          <p:cNvSpPr/>
          <p:nvPr/>
        </p:nvSpPr>
        <p:spPr>
          <a:xfrm>
            <a:off x="5418064" y="320671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05" y="2078"/>
                </a:lnTo>
                <a:lnTo>
                  <a:pt x="1224" y="4186"/>
                </a:lnTo>
                <a:lnTo>
                  <a:pt x="2664" y="6782"/>
                </a:lnTo>
                <a:lnTo>
                  <a:pt x="3838" y="8268"/>
                </a:lnTo>
                <a:lnTo>
                  <a:pt x="5371" y="9197"/>
                </a:lnTo>
                <a:lnTo>
                  <a:pt x="7888" y="10126"/>
                </a:lnTo>
                <a:lnTo>
                  <a:pt x="10364" y="10463"/>
                </a:lnTo>
                <a:lnTo>
                  <a:pt x="12838" y="10800"/>
                </a:lnTo>
                <a:lnTo>
                  <a:pt x="15314" y="11137"/>
                </a:lnTo>
                <a:lnTo>
                  <a:pt x="17788" y="11474"/>
                </a:lnTo>
                <a:lnTo>
                  <a:pt x="19681" y="12213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0" y="14429"/>
                </a:lnTo>
                <a:lnTo>
                  <a:pt x="0" y="11573"/>
                </a:lnTo>
                <a:lnTo>
                  <a:pt x="0" y="8705"/>
                </a:lnTo>
                <a:lnTo>
                  <a:pt x="0" y="5823"/>
                </a:lnTo>
                <a:lnTo>
                  <a:pt x="0" y="2925"/>
                </a:lnTo>
                <a:lnTo>
                  <a:pt x="0" y="0"/>
                </a:lnTo>
                <a:close/>
              </a:path>
            </a:pathLst>
          </a:custGeom>
          <a:solidFill>
            <a:srgbClr val="A0C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1" name="contour_15069"/>
          <p:cNvSpPr/>
          <p:nvPr/>
        </p:nvSpPr>
        <p:spPr>
          <a:xfrm>
            <a:off x="6671599" y="3221292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889C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2" name="contour_15070"/>
          <p:cNvSpPr/>
          <p:nvPr/>
        </p:nvSpPr>
        <p:spPr>
          <a:xfrm>
            <a:off x="1467973" y="321400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6D7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3" name="contour_15071"/>
          <p:cNvSpPr/>
          <p:nvPr/>
        </p:nvSpPr>
        <p:spPr>
          <a:xfrm>
            <a:off x="4973497" y="3199428"/>
            <a:ext cx="51016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49"/>
                </a:lnTo>
                <a:lnTo>
                  <a:pt x="4280" y="1299"/>
                </a:lnTo>
                <a:lnTo>
                  <a:pt x="6421" y="1948"/>
                </a:lnTo>
                <a:lnTo>
                  <a:pt x="8566" y="2604"/>
                </a:lnTo>
                <a:lnTo>
                  <a:pt x="10720" y="3253"/>
                </a:lnTo>
                <a:lnTo>
                  <a:pt x="12877" y="3909"/>
                </a:lnTo>
                <a:lnTo>
                  <a:pt x="15043" y="4565"/>
                </a:lnTo>
                <a:lnTo>
                  <a:pt x="17218" y="5228"/>
                </a:lnTo>
                <a:lnTo>
                  <a:pt x="19403" y="5890"/>
                </a:lnTo>
                <a:lnTo>
                  <a:pt x="21600" y="6559"/>
                </a:lnTo>
                <a:lnTo>
                  <a:pt x="21600" y="10895"/>
                </a:lnTo>
                <a:lnTo>
                  <a:pt x="21600" y="15257"/>
                </a:lnTo>
                <a:lnTo>
                  <a:pt x="21600" y="19678"/>
                </a:lnTo>
                <a:lnTo>
                  <a:pt x="19789" y="19980"/>
                </a:lnTo>
                <a:lnTo>
                  <a:pt x="17977" y="20249"/>
                </a:lnTo>
                <a:lnTo>
                  <a:pt x="16163" y="20491"/>
                </a:lnTo>
                <a:lnTo>
                  <a:pt x="14349" y="20708"/>
                </a:lnTo>
                <a:lnTo>
                  <a:pt x="12534" y="20911"/>
                </a:lnTo>
                <a:lnTo>
                  <a:pt x="11784" y="21010"/>
                </a:lnTo>
                <a:lnTo>
                  <a:pt x="10464" y="21187"/>
                </a:lnTo>
                <a:lnTo>
                  <a:pt x="7437" y="21600"/>
                </a:lnTo>
                <a:lnTo>
                  <a:pt x="5999" y="20964"/>
                </a:lnTo>
                <a:lnTo>
                  <a:pt x="4551" y="20327"/>
                </a:lnTo>
                <a:lnTo>
                  <a:pt x="3086" y="19678"/>
                </a:lnTo>
                <a:lnTo>
                  <a:pt x="2475" y="15782"/>
                </a:lnTo>
                <a:lnTo>
                  <a:pt x="1861" y="11872"/>
                </a:lnTo>
                <a:lnTo>
                  <a:pt x="1247" y="7950"/>
                </a:lnTo>
                <a:lnTo>
                  <a:pt x="626" y="3995"/>
                </a:lnTo>
                <a:lnTo>
                  <a:pt x="0" y="0"/>
                </a:lnTo>
                <a:close/>
              </a:path>
            </a:pathLst>
          </a:custGeom>
          <a:solidFill>
            <a:srgbClr val="D9E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4" name="contour_15072"/>
          <p:cNvSpPr/>
          <p:nvPr/>
        </p:nvSpPr>
        <p:spPr>
          <a:xfrm>
            <a:off x="10548810" y="3199428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27"/>
                </a:lnTo>
                <a:lnTo>
                  <a:pt x="13781" y="2060"/>
                </a:lnTo>
                <a:lnTo>
                  <a:pt x="16364" y="3092"/>
                </a:lnTo>
                <a:lnTo>
                  <a:pt x="18969" y="4135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1223" y="17818"/>
                </a:lnTo>
                <a:lnTo>
                  <a:pt x="2445" y="14881"/>
                </a:lnTo>
                <a:lnTo>
                  <a:pt x="3672" y="11934"/>
                </a:lnTo>
                <a:lnTo>
                  <a:pt x="4903" y="8976"/>
                </a:lnTo>
                <a:lnTo>
                  <a:pt x="6143" y="6003"/>
                </a:lnTo>
                <a:lnTo>
                  <a:pt x="7387" y="3015"/>
                </a:lnTo>
                <a:lnTo>
                  <a:pt x="8640" y="0"/>
                </a:lnTo>
                <a:close/>
              </a:path>
            </a:pathLst>
          </a:custGeom>
          <a:solidFill>
            <a:srgbClr val="DA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5" name="contour_15073"/>
          <p:cNvSpPr/>
          <p:nvPr/>
        </p:nvSpPr>
        <p:spPr>
          <a:xfrm>
            <a:off x="9710691" y="3162988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72" y="333"/>
                </a:lnTo>
                <a:lnTo>
                  <a:pt x="2684" y="768"/>
                </a:lnTo>
                <a:lnTo>
                  <a:pt x="5557" y="1589"/>
                </a:lnTo>
                <a:lnTo>
                  <a:pt x="10800" y="3086"/>
                </a:lnTo>
                <a:lnTo>
                  <a:pt x="10800" y="5144"/>
                </a:lnTo>
                <a:lnTo>
                  <a:pt x="10800" y="7199"/>
                </a:lnTo>
                <a:lnTo>
                  <a:pt x="10800" y="9257"/>
                </a:lnTo>
                <a:lnTo>
                  <a:pt x="10800" y="11315"/>
                </a:lnTo>
                <a:lnTo>
                  <a:pt x="10800" y="13370"/>
                </a:lnTo>
                <a:lnTo>
                  <a:pt x="10800" y="15429"/>
                </a:lnTo>
                <a:lnTo>
                  <a:pt x="14008" y="16780"/>
                </a:lnTo>
                <a:lnTo>
                  <a:pt x="16200" y="17552"/>
                </a:lnTo>
                <a:lnTo>
                  <a:pt x="18392" y="18033"/>
                </a:lnTo>
                <a:lnTo>
                  <a:pt x="21600" y="18514"/>
                </a:lnTo>
                <a:lnTo>
                  <a:pt x="18036" y="19023"/>
                </a:lnTo>
                <a:lnTo>
                  <a:pt x="14467" y="19533"/>
                </a:lnTo>
                <a:lnTo>
                  <a:pt x="10881" y="20045"/>
                </a:lnTo>
                <a:lnTo>
                  <a:pt x="7279" y="20560"/>
                </a:lnTo>
                <a:lnTo>
                  <a:pt x="3656" y="21079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DC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6" name="contour_15074"/>
          <p:cNvSpPr/>
          <p:nvPr/>
        </p:nvSpPr>
        <p:spPr>
          <a:xfrm>
            <a:off x="8049029" y="3192140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747"/>
                </a:lnTo>
                <a:lnTo>
                  <a:pt x="0" y="14820"/>
                </a:lnTo>
                <a:lnTo>
                  <a:pt x="0" y="11885"/>
                </a:lnTo>
                <a:lnTo>
                  <a:pt x="0" y="8938"/>
                </a:lnTo>
                <a:lnTo>
                  <a:pt x="0" y="5978"/>
                </a:lnTo>
                <a:lnTo>
                  <a:pt x="0" y="3001"/>
                </a:lnTo>
                <a:lnTo>
                  <a:pt x="0" y="0"/>
                </a:lnTo>
                <a:close/>
              </a:path>
            </a:pathLst>
          </a:custGeom>
          <a:solidFill>
            <a:srgbClr val="A695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7" name="contour_15075"/>
          <p:cNvSpPr/>
          <p:nvPr/>
        </p:nvSpPr>
        <p:spPr>
          <a:xfrm>
            <a:off x="4273850" y="319214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28" y="652"/>
                </a:lnTo>
                <a:lnTo>
                  <a:pt x="6872" y="1175"/>
                </a:lnTo>
                <a:lnTo>
                  <a:pt x="8932" y="1680"/>
                </a:lnTo>
                <a:lnTo>
                  <a:pt x="10609" y="2294"/>
                </a:lnTo>
                <a:lnTo>
                  <a:pt x="12298" y="3132"/>
                </a:lnTo>
                <a:lnTo>
                  <a:pt x="14400" y="4320"/>
                </a:lnTo>
                <a:lnTo>
                  <a:pt x="15750" y="6640"/>
                </a:lnTo>
                <a:lnTo>
                  <a:pt x="16960" y="8999"/>
                </a:lnTo>
                <a:lnTo>
                  <a:pt x="18047" y="11396"/>
                </a:lnTo>
                <a:lnTo>
                  <a:pt x="19037" y="13850"/>
                </a:lnTo>
                <a:lnTo>
                  <a:pt x="19944" y="16364"/>
                </a:lnTo>
                <a:lnTo>
                  <a:pt x="20794" y="18943"/>
                </a:lnTo>
                <a:lnTo>
                  <a:pt x="21600" y="21600"/>
                </a:lnTo>
                <a:lnTo>
                  <a:pt x="19544" y="20364"/>
                </a:lnTo>
                <a:lnTo>
                  <a:pt x="17485" y="19129"/>
                </a:lnTo>
                <a:lnTo>
                  <a:pt x="15430" y="17898"/>
                </a:lnTo>
                <a:lnTo>
                  <a:pt x="13370" y="16662"/>
                </a:lnTo>
                <a:lnTo>
                  <a:pt x="11315" y="15431"/>
                </a:lnTo>
                <a:lnTo>
                  <a:pt x="9256" y="14196"/>
                </a:lnTo>
                <a:lnTo>
                  <a:pt x="7200" y="12960"/>
                </a:lnTo>
                <a:lnTo>
                  <a:pt x="5177" y="12014"/>
                </a:lnTo>
                <a:lnTo>
                  <a:pt x="3121" y="11055"/>
                </a:lnTo>
                <a:lnTo>
                  <a:pt x="1573" y="9854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CBCC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8" name="contour_15076"/>
          <p:cNvSpPr/>
          <p:nvPr/>
        </p:nvSpPr>
        <p:spPr>
          <a:xfrm>
            <a:off x="7291078" y="3170276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98" y="765"/>
                </a:lnTo>
                <a:lnTo>
                  <a:pt x="17245" y="1531"/>
                </a:lnTo>
                <a:lnTo>
                  <a:pt x="19410" y="2305"/>
                </a:lnTo>
                <a:lnTo>
                  <a:pt x="21600" y="3086"/>
                </a:lnTo>
                <a:lnTo>
                  <a:pt x="20650" y="5122"/>
                </a:lnTo>
                <a:lnTo>
                  <a:pt x="19699" y="7162"/>
                </a:lnTo>
                <a:lnTo>
                  <a:pt x="18744" y="9202"/>
                </a:lnTo>
                <a:lnTo>
                  <a:pt x="17790" y="11247"/>
                </a:lnTo>
                <a:lnTo>
                  <a:pt x="16835" y="13299"/>
                </a:lnTo>
                <a:lnTo>
                  <a:pt x="15872" y="15361"/>
                </a:lnTo>
                <a:lnTo>
                  <a:pt x="14908" y="17428"/>
                </a:lnTo>
                <a:lnTo>
                  <a:pt x="13936" y="19508"/>
                </a:lnTo>
                <a:lnTo>
                  <a:pt x="12960" y="21600"/>
                </a:lnTo>
                <a:lnTo>
                  <a:pt x="11889" y="20073"/>
                </a:lnTo>
                <a:lnTo>
                  <a:pt x="10817" y="18536"/>
                </a:lnTo>
                <a:lnTo>
                  <a:pt x="9733" y="16993"/>
                </a:lnTo>
                <a:lnTo>
                  <a:pt x="8640" y="15429"/>
                </a:lnTo>
                <a:lnTo>
                  <a:pt x="5923" y="14296"/>
                </a:lnTo>
                <a:lnTo>
                  <a:pt x="4117" y="13596"/>
                </a:lnTo>
                <a:lnTo>
                  <a:pt x="2415" y="13043"/>
                </a:lnTo>
                <a:lnTo>
                  <a:pt x="0" y="12343"/>
                </a:lnTo>
                <a:lnTo>
                  <a:pt x="981" y="10510"/>
                </a:lnTo>
                <a:lnTo>
                  <a:pt x="1754" y="9257"/>
                </a:lnTo>
                <a:lnTo>
                  <a:pt x="2735" y="8004"/>
                </a:lnTo>
                <a:lnTo>
                  <a:pt x="4320" y="6171"/>
                </a:lnTo>
                <a:lnTo>
                  <a:pt x="7176" y="6171"/>
                </a:lnTo>
                <a:lnTo>
                  <a:pt x="10048" y="6171"/>
                </a:lnTo>
                <a:lnTo>
                  <a:pt x="12960" y="6171"/>
                </a:lnTo>
                <a:lnTo>
                  <a:pt x="12960" y="4132"/>
                </a:lnTo>
                <a:lnTo>
                  <a:pt x="12960" y="2080"/>
                </a:lnTo>
                <a:lnTo>
                  <a:pt x="12960" y="0"/>
                </a:lnTo>
                <a:close/>
              </a:path>
            </a:pathLst>
          </a:custGeom>
          <a:solidFill>
            <a:srgbClr val="6D74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79" name="contour_15077"/>
          <p:cNvSpPr/>
          <p:nvPr/>
        </p:nvSpPr>
        <p:spPr>
          <a:xfrm>
            <a:off x="5651280" y="3174831"/>
            <a:ext cx="43728" cy="31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3" y="0"/>
                </a:moveTo>
                <a:lnTo>
                  <a:pt x="13586" y="272"/>
                </a:lnTo>
                <a:lnTo>
                  <a:pt x="14929" y="750"/>
                </a:lnTo>
                <a:lnTo>
                  <a:pt x="18000" y="1851"/>
                </a:lnTo>
                <a:lnTo>
                  <a:pt x="18983" y="5105"/>
                </a:lnTo>
                <a:lnTo>
                  <a:pt x="19735" y="8285"/>
                </a:lnTo>
                <a:lnTo>
                  <a:pt x="20322" y="11464"/>
                </a:lnTo>
                <a:lnTo>
                  <a:pt x="20790" y="14703"/>
                </a:lnTo>
                <a:lnTo>
                  <a:pt x="21200" y="18060"/>
                </a:lnTo>
                <a:lnTo>
                  <a:pt x="21600" y="21600"/>
                </a:lnTo>
                <a:lnTo>
                  <a:pt x="19224" y="20514"/>
                </a:lnTo>
                <a:lnTo>
                  <a:pt x="16844" y="19428"/>
                </a:lnTo>
                <a:lnTo>
                  <a:pt x="14465" y="18337"/>
                </a:lnTo>
                <a:lnTo>
                  <a:pt x="12074" y="17245"/>
                </a:lnTo>
                <a:lnTo>
                  <a:pt x="9680" y="16154"/>
                </a:lnTo>
                <a:lnTo>
                  <a:pt x="7279" y="15053"/>
                </a:lnTo>
                <a:lnTo>
                  <a:pt x="4867" y="13952"/>
                </a:lnTo>
                <a:lnTo>
                  <a:pt x="2441" y="12842"/>
                </a:lnTo>
                <a:lnTo>
                  <a:pt x="0" y="11726"/>
                </a:lnTo>
                <a:lnTo>
                  <a:pt x="3060" y="7559"/>
                </a:lnTo>
                <a:lnTo>
                  <a:pt x="5278" y="4710"/>
                </a:lnTo>
                <a:lnTo>
                  <a:pt x="7006" y="2854"/>
                </a:lnTo>
                <a:lnTo>
                  <a:pt x="8600" y="1669"/>
                </a:lnTo>
                <a:lnTo>
                  <a:pt x="10422" y="825"/>
                </a:lnTo>
                <a:lnTo>
                  <a:pt x="12823" y="0"/>
                </a:lnTo>
                <a:close/>
              </a:path>
            </a:pathLst>
          </a:custGeom>
          <a:solidFill>
            <a:srgbClr val="8FA0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0" name="contour_15078"/>
          <p:cNvSpPr/>
          <p:nvPr/>
        </p:nvSpPr>
        <p:spPr>
          <a:xfrm>
            <a:off x="10155259" y="3169773"/>
            <a:ext cx="51016" cy="2965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37"/>
                </a:moveTo>
                <a:lnTo>
                  <a:pt x="15068" y="69"/>
                </a:lnTo>
                <a:lnTo>
                  <a:pt x="16095" y="117"/>
                </a:lnTo>
                <a:lnTo>
                  <a:pt x="18042" y="202"/>
                </a:lnTo>
                <a:lnTo>
                  <a:pt x="21600" y="366"/>
                </a:lnTo>
                <a:lnTo>
                  <a:pt x="20073" y="2994"/>
                </a:lnTo>
                <a:lnTo>
                  <a:pt x="18542" y="5622"/>
                </a:lnTo>
                <a:lnTo>
                  <a:pt x="17012" y="8260"/>
                </a:lnTo>
                <a:lnTo>
                  <a:pt x="15475" y="10904"/>
                </a:lnTo>
                <a:lnTo>
                  <a:pt x="13932" y="13552"/>
                </a:lnTo>
                <a:lnTo>
                  <a:pt x="12383" y="16217"/>
                </a:lnTo>
                <a:lnTo>
                  <a:pt x="10825" y="18898"/>
                </a:lnTo>
                <a:lnTo>
                  <a:pt x="9257" y="21600"/>
                </a:lnTo>
                <a:lnTo>
                  <a:pt x="7730" y="18967"/>
                </a:lnTo>
                <a:lnTo>
                  <a:pt x="6199" y="16334"/>
                </a:lnTo>
                <a:lnTo>
                  <a:pt x="4663" y="13696"/>
                </a:lnTo>
                <a:lnTo>
                  <a:pt x="3120" y="11042"/>
                </a:lnTo>
                <a:lnTo>
                  <a:pt x="1568" y="8366"/>
                </a:lnTo>
                <a:lnTo>
                  <a:pt x="0" y="5675"/>
                </a:lnTo>
                <a:lnTo>
                  <a:pt x="2049" y="3753"/>
                </a:lnTo>
                <a:lnTo>
                  <a:pt x="3996" y="2299"/>
                </a:lnTo>
                <a:lnTo>
                  <a:pt x="5894" y="1247"/>
                </a:lnTo>
                <a:lnTo>
                  <a:pt x="7810" y="552"/>
                </a:lnTo>
                <a:lnTo>
                  <a:pt x="9803" y="154"/>
                </a:lnTo>
                <a:lnTo>
                  <a:pt x="11939" y="0"/>
                </a:lnTo>
                <a:lnTo>
                  <a:pt x="14271" y="37"/>
                </a:lnTo>
                <a:close/>
              </a:path>
            </a:pathLst>
          </a:custGeom>
          <a:solidFill>
            <a:srgbClr val="C0D3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1" name="contour_15079"/>
          <p:cNvSpPr/>
          <p:nvPr/>
        </p:nvSpPr>
        <p:spPr>
          <a:xfrm>
            <a:off x="5177561" y="3155700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1571" y="15374"/>
                </a:lnTo>
                <a:lnTo>
                  <a:pt x="2824" y="11335"/>
                </a:lnTo>
                <a:lnTo>
                  <a:pt x="3893" y="8318"/>
                </a:lnTo>
                <a:lnTo>
                  <a:pt x="4892" y="6073"/>
                </a:lnTo>
                <a:lnTo>
                  <a:pt x="5962" y="4361"/>
                </a:lnTo>
                <a:lnTo>
                  <a:pt x="7214" y="2939"/>
                </a:lnTo>
                <a:lnTo>
                  <a:pt x="8786" y="1567"/>
                </a:lnTo>
                <a:lnTo>
                  <a:pt x="10800" y="0"/>
                </a:lnTo>
                <a:close/>
              </a:path>
            </a:pathLst>
          </a:custGeom>
          <a:solidFill>
            <a:srgbClr val="934F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2" name="contour_15080"/>
          <p:cNvSpPr/>
          <p:nvPr/>
        </p:nvSpPr>
        <p:spPr>
          <a:xfrm>
            <a:off x="10366611" y="315570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046" y="2117"/>
                </a:lnTo>
                <a:lnTo>
                  <a:pt x="15567" y="4359"/>
                </a:lnTo>
                <a:lnTo>
                  <a:pt x="16941" y="6726"/>
                </a:lnTo>
                <a:lnTo>
                  <a:pt x="18200" y="9210"/>
                </a:lnTo>
                <a:lnTo>
                  <a:pt x="19375" y="11798"/>
                </a:lnTo>
                <a:lnTo>
                  <a:pt x="20495" y="14494"/>
                </a:lnTo>
                <a:lnTo>
                  <a:pt x="21600" y="17280"/>
                </a:lnTo>
                <a:lnTo>
                  <a:pt x="19675" y="18740"/>
                </a:lnTo>
                <a:lnTo>
                  <a:pt x="18230" y="19695"/>
                </a:lnTo>
                <a:lnTo>
                  <a:pt x="16823" y="20352"/>
                </a:lnTo>
                <a:lnTo>
                  <a:pt x="15009" y="20917"/>
                </a:lnTo>
                <a:lnTo>
                  <a:pt x="12343" y="21600"/>
                </a:lnTo>
                <a:lnTo>
                  <a:pt x="10417" y="20019"/>
                </a:lnTo>
                <a:lnTo>
                  <a:pt x="8566" y="18334"/>
                </a:lnTo>
                <a:lnTo>
                  <a:pt x="6782" y="16550"/>
                </a:lnTo>
                <a:lnTo>
                  <a:pt x="5045" y="14679"/>
                </a:lnTo>
                <a:lnTo>
                  <a:pt x="3348" y="12731"/>
                </a:lnTo>
                <a:lnTo>
                  <a:pt x="1669" y="10714"/>
                </a:lnTo>
                <a:lnTo>
                  <a:pt x="0" y="8640"/>
                </a:lnTo>
                <a:lnTo>
                  <a:pt x="1663" y="6921"/>
                </a:lnTo>
                <a:lnTo>
                  <a:pt x="3308" y="5318"/>
                </a:lnTo>
                <a:lnTo>
                  <a:pt x="4965" y="3862"/>
                </a:lnTo>
                <a:lnTo>
                  <a:pt x="6665" y="2575"/>
                </a:lnTo>
                <a:lnTo>
                  <a:pt x="8439" y="1486"/>
                </a:lnTo>
                <a:lnTo>
                  <a:pt x="10322" y="618"/>
                </a:lnTo>
                <a:lnTo>
                  <a:pt x="12343" y="0"/>
                </a:lnTo>
                <a:close/>
              </a:path>
            </a:pathLst>
          </a:custGeom>
          <a:solidFill>
            <a:srgbClr val="5F66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3" name="contour_15081"/>
          <p:cNvSpPr/>
          <p:nvPr/>
        </p:nvSpPr>
        <p:spPr>
          <a:xfrm>
            <a:off x="9863739" y="3141124"/>
            <a:ext cx="383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17" y="0"/>
                </a:moveTo>
                <a:lnTo>
                  <a:pt x="21120" y="4028"/>
                </a:lnTo>
                <a:lnTo>
                  <a:pt x="21481" y="6872"/>
                </a:lnTo>
                <a:lnTo>
                  <a:pt x="21600" y="8932"/>
                </a:lnTo>
                <a:lnTo>
                  <a:pt x="21481" y="10609"/>
                </a:lnTo>
                <a:lnTo>
                  <a:pt x="21120" y="12298"/>
                </a:lnTo>
                <a:lnTo>
                  <a:pt x="20517" y="14400"/>
                </a:lnTo>
                <a:lnTo>
                  <a:pt x="18346" y="15811"/>
                </a:lnTo>
                <a:lnTo>
                  <a:pt x="16126" y="17046"/>
                </a:lnTo>
                <a:lnTo>
                  <a:pt x="13853" y="18140"/>
                </a:lnTo>
                <a:lnTo>
                  <a:pt x="11522" y="19116"/>
                </a:lnTo>
                <a:lnTo>
                  <a:pt x="9122" y="19998"/>
                </a:lnTo>
                <a:lnTo>
                  <a:pt x="6652" y="20819"/>
                </a:lnTo>
                <a:lnTo>
                  <a:pt x="4103" y="21600"/>
                </a:lnTo>
                <a:lnTo>
                  <a:pt x="2716" y="19246"/>
                </a:lnTo>
                <a:lnTo>
                  <a:pt x="1810" y="17507"/>
                </a:lnTo>
                <a:lnTo>
                  <a:pt x="1186" y="15865"/>
                </a:lnTo>
                <a:lnTo>
                  <a:pt x="648" y="13802"/>
                </a:lnTo>
                <a:lnTo>
                  <a:pt x="0" y="10800"/>
                </a:lnTo>
                <a:lnTo>
                  <a:pt x="1789" y="8388"/>
                </a:lnTo>
                <a:lnTo>
                  <a:pt x="3574" y="6307"/>
                </a:lnTo>
                <a:lnTo>
                  <a:pt x="5416" y="4550"/>
                </a:lnTo>
                <a:lnTo>
                  <a:pt x="7361" y="3103"/>
                </a:lnTo>
                <a:lnTo>
                  <a:pt x="9466" y="1951"/>
                </a:lnTo>
                <a:lnTo>
                  <a:pt x="11781" y="1076"/>
                </a:lnTo>
                <a:lnTo>
                  <a:pt x="14358" y="468"/>
                </a:lnTo>
                <a:lnTo>
                  <a:pt x="17255" y="115"/>
                </a:lnTo>
                <a:lnTo>
                  <a:pt x="20517" y="0"/>
                </a:lnTo>
                <a:close/>
              </a:path>
            </a:pathLst>
          </a:custGeom>
          <a:solidFill>
            <a:srgbClr val="B9CE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4" name="contour_15082"/>
          <p:cNvSpPr/>
          <p:nvPr/>
        </p:nvSpPr>
        <p:spPr>
          <a:xfrm>
            <a:off x="3865722" y="3135345"/>
            <a:ext cx="43728" cy="349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757"/>
                </a:moveTo>
                <a:lnTo>
                  <a:pt x="18436" y="1685"/>
                </a:lnTo>
                <a:lnTo>
                  <a:pt x="20005" y="2627"/>
                </a:lnTo>
                <a:lnTo>
                  <a:pt x="21600" y="3574"/>
                </a:lnTo>
                <a:lnTo>
                  <a:pt x="20581" y="6124"/>
                </a:lnTo>
                <a:lnTo>
                  <a:pt x="19562" y="8675"/>
                </a:lnTo>
                <a:lnTo>
                  <a:pt x="18540" y="11235"/>
                </a:lnTo>
                <a:lnTo>
                  <a:pt x="17514" y="13804"/>
                </a:lnTo>
                <a:lnTo>
                  <a:pt x="16481" y="16386"/>
                </a:lnTo>
                <a:lnTo>
                  <a:pt x="15444" y="18982"/>
                </a:lnTo>
                <a:lnTo>
                  <a:pt x="14400" y="21600"/>
                </a:lnTo>
                <a:lnTo>
                  <a:pt x="14400" y="18621"/>
                </a:lnTo>
                <a:lnTo>
                  <a:pt x="14400" y="15624"/>
                </a:lnTo>
                <a:lnTo>
                  <a:pt x="14400" y="12587"/>
                </a:lnTo>
                <a:lnTo>
                  <a:pt x="12020" y="13330"/>
                </a:lnTo>
                <a:lnTo>
                  <a:pt x="9641" y="14074"/>
                </a:lnTo>
                <a:lnTo>
                  <a:pt x="7254" y="14822"/>
                </a:lnTo>
                <a:lnTo>
                  <a:pt x="4853" y="15575"/>
                </a:lnTo>
                <a:lnTo>
                  <a:pt x="2437" y="16332"/>
                </a:lnTo>
                <a:lnTo>
                  <a:pt x="0" y="17093"/>
                </a:lnTo>
                <a:lnTo>
                  <a:pt x="0" y="14115"/>
                </a:lnTo>
                <a:lnTo>
                  <a:pt x="0" y="11118"/>
                </a:lnTo>
                <a:lnTo>
                  <a:pt x="0" y="8080"/>
                </a:lnTo>
                <a:lnTo>
                  <a:pt x="2423" y="5381"/>
                </a:lnTo>
                <a:lnTo>
                  <a:pt x="4576" y="3209"/>
                </a:lnTo>
                <a:lnTo>
                  <a:pt x="6613" y="1577"/>
                </a:lnTo>
                <a:lnTo>
                  <a:pt x="8705" y="505"/>
                </a:lnTo>
                <a:lnTo>
                  <a:pt x="11002" y="0"/>
                </a:lnTo>
                <a:lnTo>
                  <a:pt x="13673" y="81"/>
                </a:lnTo>
                <a:lnTo>
                  <a:pt x="16877" y="757"/>
                </a:lnTo>
                <a:close/>
              </a:path>
            </a:pathLst>
          </a:custGeom>
          <a:solidFill>
            <a:srgbClr val="A463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5" name="contour_15083"/>
          <p:cNvSpPr/>
          <p:nvPr/>
        </p:nvSpPr>
        <p:spPr>
          <a:xfrm>
            <a:off x="8333261" y="311926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426"/>
                </a:lnTo>
                <a:lnTo>
                  <a:pt x="4756" y="2851"/>
                </a:lnTo>
                <a:lnTo>
                  <a:pt x="7137" y="4281"/>
                </a:lnTo>
                <a:lnTo>
                  <a:pt x="9521" y="5715"/>
                </a:lnTo>
                <a:lnTo>
                  <a:pt x="11919" y="7150"/>
                </a:lnTo>
                <a:lnTo>
                  <a:pt x="14321" y="8592"/>
                </a:lnTo>
                <a:lnTo>
                  <a:pt x="16736" y="10040"/>
                </a:lnTo>
                <a:lnTo>
                  <a:pt x="19159" y="11496"/>
                </a:lnTo>
                <a:lnTo>
                  <a:pt x="21600" y="12960"/>
                </a:lnTo>
                <a:lnTo>
                  <a:pt x="20503" y="13509"/>
                </a:lnTo>
                <a:lnTo>
                  <a:pt x="19453" y="14036"/>
                </a:lnTo>
                <a:lnTo>
                  <a:pt x="18144" y="14688"/>
                </a:lnTo>
                <a:lnTo>
                  <a:pt x="16282" y="15621"/>
                </a:lnTo>
                <a:lnTo>
                  <a:pt x="13556" y="16982"/>
                </a:lnTo>
                <a:lnTo>
                  <a:pt x="9672" y="18926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ADB9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6" name="contour_15084"/>
          <p:cNvSpPr/>
          <p:nvPr/>
        </p:nvSpPr>
        <p:spPr>
          <a:xfrm>
            <a:off x="4652825" y="310468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124" y="2678"/>
                </a:lnTo>
                <a:lnTo>
                  <a:pt x="5940" y="5400"/>
                </a:lnTo>
                <a:lnTo>
                  <a:pt x="7279" y="8078"/>
                </a:lnTo>
                <a:lnTo>
                  <a:pt x="8640" y="10800"/>
                </a:lnTo>
                <a:lnTo>
                  <a:pt x="11496" y="10800"/>
                </a:lnTo>
                <a:lnTo>
                  <a:pt x="14368" y="10800"/>
                </a:lnTo>
                <a:lnTo>
                  <a:pt x="17280" y="10800"/>
                </a:lnTo>
                <a:lnTo>
                  <a:pt x="18865" y="7592"/>
                </a:lnTo>
                <a:lnTo>
                  <a:pt x="19846" y="5400"/>
                </a:lnTo>
                <a:lnTo>
                  <a:pt x="20619" y="3208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877F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7" name="contour_15085"/>
          <p:cNvSpPr/>
          <p:nvPr/>
        </p:nvSpPr>
        <p:spPr>
          <a:xfrm>
            <a:off x="5133833" y="3117562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9"/>
                </a:moveTo>
                <a:lnTo>
                  <a:pt x="2621" y="719"/>
                </a:lnTo>
                <a:lnTo>
                  <a:pt x="5202" y="337"/>
                </a:lnTo>
                <a:lnTo>
                  <a:pt x="7751" y="87"/>
                </a:lnTo>
                <a:lnTo>
                  <a:pt x="10292" y="0"/>
                </a:lnTo>
                <a:lnTo>
                  <a:pt x="12838" y="133"/>
                </a:lnTo>
                <a:lnTo>
                  <a:pt x="15401" y="510"/>
                </a:lnTo>
                <a:lnTo>
                  <a:pt x="18000" y="1189"/>
                </a:lnTo>
                <a:lnTo>
                  <a:pt x="19242" y="4434"/>
                </a:lnTo>
                <a:lnTo>
                  <a:pt x="20146" y="7690"/>
                </a:lnTo>
                <a:lnTo>
                  <a:pt x="20772" y="10996"/>
                </a:lnTo>
                <a:lnTo>
                  <a:pt x="21186" y="14390"/>
                </a:lnTo>
                <a:lnTo>
                  <a:pt x="21442" y="17911"/>
                </a:lnTo>
                <a:lnTo>
                  <a:pt x="21600" y="21600"/>
                </a:lnTo>
                <a:lnTo>
                  <a:pt x="19436" y="20733"/>
                </a:lnTo>
                <a:lnTo>
                  <a:pt x="17273" y="19850"/>
                </a:lnTo>
                <a:lnTo>
                  <a:pt x="15113" y="18957"/>
                </a:lnTo>
                <a:lnTo>
                  <a:pt x="12956" y="18048"/>
                </a:lnTo>
                <a:lnTo>
                  <a:pt x="10800" y="17135"/>
                </a:lnTo>
                <a:lnTo>
                  <a:pt x="9907" y="16768"/>
                </a:lnTo>
                <a:lnTo>
                  <a:pt x="8334" y="16115"/>
                </a:lnTo>
                <a:lnTo>
                  <a:pt x="4723" y="14625"/>
                </a:lnTo>
                <a:lnTo>
                  <a:pt x="3164" y="13558"/>
                </a:lnTo>
                <a:lnTo>
                  <a:pt x="1591" y="12481"/>
                </a:lnTo>
                <a:lnTo>
                  <a:pt x="0" y="11394"/>
                </a:lnTo>
                <a:lnTo>
                  <a:pt x="0" y="8022"/>
                </a:lnTo>
                <a:lnTo>
                  <a:pt x="0" y="4628"/>
                </a:lnTo>
                <a:lnTo>
                  <a:pt x="0" y="1189"/>
                </a:lnTo>
                <a:close/>
              </a:path>
            </a:pathLst>
          </a:custGeom>
          <a:solidFill>
            <a:srgbClr val="D5DE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8" name="contour_15086"/>
          <p:cNvSpPr/>
          <p:nvPr/>
        </p:nvSpPr>
        <p:spPr>
          <a:xfrm>
            <a:off x="5738736" y="3104684"/>
            <a:ext cx="23285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21" y="0"/>
                </a:moveTo>
                <a:lnTo>
                  <a:pt x="16874" y="0"/>
                </a:lnTo>
                <a:lnTo>
                  <a:pt x="20282" y="0"/>
                </a:lnTo>
                <a:lnTo>
                  <a:pt x="20491" y="1552"/>
                </a:lnTo>
                <a:lnTo>
                  <a:pt x="20674" y="3105"/>
                </a:lnTo>
                <a:lnTo>
                  <a:pt x="20843" y="4658"/>
                </a:lnTo>
                <a:lnTo>
                  <a:pt x="20992" y="6210"/>
                </a:lnTo>
                <a:lnTo>
                  <a:pt x="21127" y="7762"/>
                </a:lnTo>
                <a:lnTo>
                  <a:pt x="21282" y="9204"/>
                </a:lnTo>
                <a:lnTo>
                  <a:pt x="21438" y="10657"/>
                </a:lnTo>
                <a:lnTo>
                  <a:pt x="21600" y="12128"/>
                </a:lnTo>
                <a:lnTo>
                  <a:pt x="20606" y="14329"/>
                </a:lnTo>
                <a:lnTo>
                  <a:pt x="19153" y="16092"/>
                </a:lnTo>
                <a:lnTo>
                  <a:pt x="17138" y="17561"/>
                </a:lnTo>
                <a:lnTo>
                  <a:pt x="14474" y="18873"/>
                </a:lnTo>
                <a:lnTo>
                  <a:pt x="11047" y="20174"/>
                </a:lnTo>
                <a:lnTo>
                  <a:pt x="6761" y="21600"/>
                </a:lnTo>
                <a:lnTo>
                  <a:pt x="5659" y="19958"/>
                </a:lnTo>
                <a:lnTo>
                  <a:pt x="4590" y="18314"/>
                </a:lnTo>
                <a:lnTo>
                  <a:pt x="3556" y="16667"/>
                </a:lnTo>
                <a:lnTo>
                  <a:pt x="2535" y="15017"/>
                </a:lnTo>
                <a:lnTo>
                  <a:pt x="1359" y="13181"/>
                </a:lnTo>
                <a:lnTo>
                  <a:pt x="155" y="11316"/>
                </a:lnTo>
                <a:lnTo>
                  <a:pt x="81" y="9720"/>
                </a:lnTo>
                <a:lnTo>
                  <a:pt x="0" y="8100"/>
                </a:lnTo>
                <a:lnTo>
                  <a:pt x="3928" y="7244"/>
                </a:lnTo>
                <a:lnTo>
                  <a:pt x="6646" y="6680"/>
                </a:lnTo>
                <a:lnTo>
                  <a:pt x="9417" y="6148"/>
                </a:lnTo>
                <a:lnTo>
                  <a:pt x="13521" y="5400"/>
                </a:lnTo>
                <a:lnTo>
                  <a:pt x="13521" y="3615"/>
                </a:lnTo>
                <a:lnTo>
                  <a:pt x="13521" y="1820"/>
                </a:lnTo>
                <a:lnTo>
                  <a:pt x="13521" y="0"/>
                </a:lnTo>
                <a:close/>
              </a:path>
            </a:pathLst>
          </a:custGeom>
          <a:solidFill>
            <a:srgbClr val="B5C2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89" name="contour_15087"/>
          <p:cNvSpPr/>
          <p:nvPr/>
        </p:nvSpPr>
        <p:spPr>
          <a:xfrm>
            <a:off x="4688004" y="3097396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" y="0"/>
                </a:moveTo>
                <a:lnTo>
                  <a:pt x="5677" y="0"/>
                </a:lnTo>
                <a:lnTo>
                  <a:pt x="10204" y="0"/>
                </a:lnTo>
                <a:lnTo>
                  <a:pt x="14793" y="0"/>
                </a:lnTo>
                <a:lnTo>
                  <a:pt x="15541" y="2376"/>
                </a:lnTo>
                <a:lnTo>
                  <a:pt x="16290" y="4756"/>
                </a:lnTo>
                <a:lnTo>
                  <a:pt x="17039" y="7135"/>
                </a:lnTo>
                <a:lnTo>
                  <a:pt x="17795" y="9522"/>
                </a:lnTo>
                <a:lnTo>
                  <a:pt x="18550" y="11916"/>
                </a:lnTo>
                <a:lnTo>
                  <a:pt x="19306" y="14321"/>
                </a:lnTo>
                <a:lnTo>
                  <a:pt x="20068" y="16733"/>
                </a:lnTo>
                <a:lnTo>
                  <a:pt x="20831" y="19159"/>
                </a:lnTo>
                <a:lnTo>
                  <a:pt x="21600" y="21600"/>
                </a:lnTo>
                <a:lnTo>
                  <a:pt x="16535" y="21247"/>
                </a:lnTo>
                <a:lnTo>
                  <a:pt x="12941" y="20884"/>
                </a:lnTo>
                <a:lnTo>
                  <a:pt x="9837" y="20336"/>
                </a:lnTo>
                <a:lnTo>
                  <a:pt x="6242" y="19433"/>
                </a:lnTo>
                <a:lnTo>
                  <a:pt x="1178" y="18000"/>
                </a:lnTo>
                <a:lnTo>
                  <a:pt x="504" y="15412"/>
                </a:lnTo>
                <a:lnTo>
                  <a:pt x="129" y="12845"/>
                </a:lnTo>
                <a:lnTo>
                  <a:pt x="0" y="10289"/>
                </a:lnTo>
                <a:lnTo>
                  <a:pt x="82" y="7736"/>
                </a:lnTo>
                <a:lnTo>
                  <a:pt x="334" y="5177"/>
                </a:lnTo>
                <a:lnTo>
                  <a:pt x="715" y="2603"/>
                </a:lnTo>
                <a:lnTo>
                  <a:pt x="1178" y="0"/>
                </a:lnTo>
                <a:close/>
              </a:path>
            </a:pathLst>
          </a:custGeom>
          <a:solidFill>
            <a:srgbClr val="4B48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0" name="contour_15088"/>
          <p:cNvSpPr/>
          <p:nvPr/>
        </p:nvSpPr>
        <p:spPr>
          <a:xfrm>
            <a:off x="4426898" y="3088184"/>
            <a:ext cx="36440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3"/>
                </a:lnTo>
                <a:lnTo>
                  <a:pt x="8506" y="147"/>
                </a:lnTo>
                <a:lnTo>
                  <a:pt x="11007" y="0"/>
                </a:lnTo>
                <a:lnTo>
                  <a:pt x="12986" y="147"/>
                </a:lnTo>
                <a:lnTo>
                  <a:pt x="14917" y="593"/>
                </a:lnTo>
                <a:lnTo>
                  <a:pt x="17280" y="1337"/>
                </a:lnTo>
                <a:lnTo>
                  <a:pt x="18615" y="4584"/>
                </a:lnTo>
                <a:lnTo>
                  <a:pt x="19626" y="7847"/>
                </a:lnTo>
                <a:lnTo>
                  <a:pt x="20369" y="11160"/>
                </a:lnTo>
                <a:lnTo>
                  <a:pt x="20904" y="14544"/>
                </a:lnTo>
                <a:lnTo>
                  <a:pt x="21298" y="18014"/>
                </a:lnTo>
                <a:lnTo>
                  <a:pt x="21600" y="21600"/>
                </a:lnTo>
                <a:lnTo>
                  <a:pt x="16606" y="20648"/>
                </a:lnTo>
                <a:lnTo>
                  <a:pt x="13094" y="19928"/>
                </a:lnTo>
                <a:lnTo>
                  <a:pt x="10593" y="19295"/>
                </a:lnTo>
                <a:lnTo>
                  <a:pt x="8614" y="18611"/>
                </a:lnTo>
                <a:lnTo>
                  <a:pt x="6683" y="17740"/>
                </a:lnTo>
                <a:lnTo>
                  <a:pt x="4320" y="16534"/>
                </a:lnTo>
                <a:lnTo>
                  <a:pt x="2730" y="12614"/>
                </a:lnTo>
                <a:lnTo>
                  <a:pt x="1711" y="9863"/>
                </a:lnTo>
                <a:lnTo>
                  <a:pt x="1054" y="7553"/>
                </a:lnTo>
                <a:lnTo>
                  <a:pt x="553" y="4954"/>
                </a:lnTo>
                <a:lnTo>
                  <a:pt x="0" y="1337"/>
                </a:lnTo>
                <a:close/>
              </a:path>
            </a:pathLst>
          </a:custGeom>
          <a:solidFill>
            <a:srgbClr val="3231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1" name="contour_15089"/>
          <p:cNvSpPr/>
          <p:nvPr/>
        </p:nvSpPr>
        <p:spPr>
          <a:xfrm>
            <a:off x="7393110" y="3090108"/>
            <a:ext cx="376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367" y="0"/>
                </a:moveTo>
                <a:lnTo>
                  <a:pt x="11480" y="553"/>
                </a:lnTo>
                <a:lnTo>
                  <a:pt x="13689" y="1054"/>
                </a:lnTo>
                <a:lnTo>
                  <a:pt x="15597" y="1711"/>
                </a:lnTo>
                <a:lnTo>
                  <a:pt x="17805" y="2730"/>
                </a:lnTo>
                <a:lnTo>
                  <a:pt x="20918" y="4320"/>
                </a:lnTo>
                <a:lnTo>
                  <a:pt x="21387" y="7279"/>
                </a:lnTo>
                <a:lnTo>
                  <a:pt x="21596" y="10113"/>
                </a:lnTo>
                <a:lnTo>
                  <a:pt x="21600" y="12887"/>
                </a:lnTo>
                <a:lnTo>
                  <a:pt x="21454" y="15677"/>
                </a:lnTo>
                <a:lnTo>
                  <a:pt x="21207" y="18559"/>
                </a:lnTo>
                <a:lnTo>
                  <a:pt x="20918" y="21600"/>
                </a:lnTo>
                <a:lnTo>
                  <a:pt x="18433" y="21600"/>
                </a:lnTo>
                <a:lnTo>
                  <a:pt x="15940" y="21600"/>
                </a:lnTo>
                <a:lnTo>
                  <a:pt x="13438" y="21600"/>
                </a:lnTo>
                <a:lnTo>
                  <a:pt x="10915" y="21600"/>
                </a:lnTo>
                <a:lnTo>
                  <a:pt x="8367" y="21600"/>
                </a:lnTo>
                <a:lnTo>
                  <a:pt x="8367" y="18744"/>
                </a:lnTo>
                <a:lnTo>
                  <a:pt x="8367" y="15872"/>
                </a:lnTo>
                <a:lnTo>
                  <a:pt x="8367" y="12960"/>
                </a:lnTo>
                <a:lnTo>
                  <a:pt x="5882" y="11375"/>
                </a:lnTo>
                <a:lnTo>
                  <a:pt x="4184" y="10394"/>
                </a:lnTo>
                <a:lnTo>
                  <a:pt x="2485" y="9621"/>
                </a:lnTo>
                <a:lnTo>
                  <a:pt x="0" y="8640"/>
                </a:lnTo>
                <a:lnTo>
                  <a:pt x="2765" y="8640"/>
                </a:lnTo>
                <a:lnTo>
                  <a:pt x="5547" y="8640"/>
                </a:lnTo>
                <a:lnTo>
                  <a:pt x="8367" y="8640"/>
                </a:lnTo>
                <a:lnTo>
                  <a:pt x="8367" y="5784"/>
                </a:lnTo>
                <a:lnTo>
                  <a:pt x="8367" y="2912"/>
                </a:lnTo>
                <a:lnTo>
                  <a:pt x="8367" y="0"/>
                </a:lnTo>
                <a:close/>
              </a:path>
            </a:pathLst>
          </a:custGeom>
          <a:solidFill>
            <a:srgbClr val="5150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2" name="contour_15090"/>
          <p:cNvSpPr/>
          <p:nvPr/>
        </p:nvSpPr>
        <p:spPr>
          <a:xfrm>
            <a:off x="7334806" y="309010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9259" y="2354"/>
                </a:lnTo>
                <a:lnTo>
                  <a:pt x="20472" y="4093"/>
                </a:lnTo>
                <a:lnTo>
                  <a:pt x="21129" y="5735"/>
                </a:lnTo>
                <a:lnTo>
                  <a:pt x="21436" y="7798"/>
                </a:lnTo>
                <a:lnTo>
                  <a:pt x="21600" y="10800"/>
                </a:lnTo>
                <a:lnTo>
                  <a:pt x="19371" y="12262"/>
                </a:lnTo>
                <a:lnTo>
                  <a:pt x="17090" y="13633"/>
                </a:lnTo>
                <a:lnTo>
                  <a:pt x="14766" y="14922"/>
                </a:lnTo>
                <a:lnTo>
                  <a:pt x="12398" y="16142"/>
                </a:lnTo>
                <a:lnTo>
                  <a:pt x="9988" y="17305"/>
                </a:lnTo>
                <a:lnTo>
                  <a:pt x="7543" y="18421"/>
                </a:lnTo>
                <a:lnTo>
                  <a:pt x="5063" y="19501"/>
                </a:lnTo>
                <a:lnTo>
                  <a:pt x="2544" y="20556"/>
                </a:lnTo>
                <a:lnTo>
                  <a:pt x="0" y="21600"/>
                </a:lnTo>
                <a:lnTo>
                  <a:pt x="734" y="19436"/>
                </a:lnTo>
                <a:lnTo>
                  <a:pt x="1482" y="17273"/>
                </a:lnTo>
                <a:lnTo>
                  <a:pt x="2238" y="15113"/>
                </a:lnTo>
                <a:lnTo>
                  <a:pt x="3007" y="12956"/>
                </a:lnTo>
                <a:lnTo>
                  <a:pt x="3780" y="10800"/>
                </a:lnTo>
                <a:lnTo>
                  <a:pt x="4480" y="8791"/>
                </a:lnTo>
                <a:lnTo>
                  <a:pt x="5188" y="6772"/>
                </a:lnTo>
                <a:lnTo>
                  <a:pt x="5905" y="4723"/>
                </a:lnTo>
                <a:lnTo>
                  <a:pt x="6808" y="3164"/>
                </a:lnTo>
                <a:lnTo>
                  <a:pt x="7720" y="1591"/>
                </a:lnTo>
                <a:lnTo>
                  <a:pt x="8640" y="0"/>
                </a:lnTo>
                <a:close/>
              </a:path>
            </a:pathLst>
          </a:custGeom>
          <a:solidFill>
            <a:srgbClr val="525C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3" name="contour_15091"/>
          <p:cNvSpPr/>
          <p:nvPr/>
        </p:nvSpPr>
        <p:spPr>
          <a:xfrm>
            <a:off x="10082379" y="3082820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001" y="3763"/>
                </a:lnTo>
                <a:lnTo>
                  <a:pt x="19688" y="6467"/>
                </a:lnTo>
                <a:lnTo>
                  <a:pt x="20236" y="8871"/>
                </a:lnTo>
                <a:lnTo>
                  <a:pt x="20815" y="11733"/>
                </a:lnTo>
                <a:lnTo>
                  <a:pt x="21600" y="15813"/>
                </a:lnTo>
                <a:lnTo>
                  <a:pt x="19451" y="18870"/>
                </a:lnTo>
                <a:lnTo>
                  <a:pt x="17914" y="20488"/>
                </a:lnTo>
                <a:lnTo>
                  <a:pt x="16247" y="21220"/>
                </a:lnTo>
                <a:lnTo>
                  <a:pt x="13712" y="21600"/>
                </a:lnTo>
                <a:lnTo>
                  <a:pt x="11261" y="21505"/>
                </a:lnTo>
                <a:lnTo>
                  <a:pt x="8777" y="21410"/>
                </a:lnTo>
                <a:lnTo>
                  <a:pt x="7542" y="21379"/>
                </a:lnTo>
                <a:lnTo>
                  <a:pt x="3812" y="21268"/>
                </a:lnTo>
                <a:lnTo>
                  <a:pt x="1919" y="21178"/>
                </a:lnTo>
                <a:lnTo>
                  <a:pt x="0" y="21083"/>
                </a:lnTo>
                <a:lnTo>
                  <a:pt x="461" y="17320"/>
                </a:lnTo>
                <a:lnTo>
                  <a:pt x="878" y="14616"/>
                </a:lnTo>
                <a:lnTo>
                  <a:pt x="1426" y="12213"/>
                </a:lnTo>
                <a:lnTo>
                  <a:pt x="2275" y="9351"/>
                </a:lnTo>
                <a:lnTo>
                  <a:pt x="3600" y="5271"/>
                </a:lnTo>
                <a:lnTo>
                  <a:pt x="5976" y="3885"/>
                </a:lnTo>
                <a:lnTo>
                  <a:pt x="8309" y="2799"/>
                </a:lnTo>
                <a:lnTo>
                  <a:pt x="10634" y="1934"/>
                </a:lnTo>
                <a:lnTo>
                  <a:pt x="12996" y="1228"/>
                </a:lnTo>
                <a:lnTo>
                  <a:pt x="15437" y="606"/>
                </a:lnTo>
                <a:lnTo>
                  <a:pt x="18000" y="0"/>
                </a:lnTo>
                <a:close/>
              </a:path>
            </a:pathLst>
          </a:custGeom>
          <a:solidFill>
            <a:srgbClr val="CAD8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4" name="contour_15092"/>
          <p:cNvSpPr/>
          <p:nvPr/>
        </p:nvSpPr>
        <p:spPr>
          <a:xfrm>
            <a:off x="11474385" y="3068244"/>
            <a:ext cx="36440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467"/>
                </a:lnTo>
                <a:lnTo>
                  <a:pt x="9210" y="2934"/>
                </a:lnTo>
                <a:lnTo>
                  <a:pt x="11664" y="4406"/>
                </a:lnTo>
                <a:lnTo>
                  <a:pt x="14126" y="5883"/>
                </a:lnTo>
                <a:lnTo>
                  <a:pt x="16602" y="7371"/>
                </a:lnTo>
                <a:lnTo>
                  <a:pt x="19090" y="8864"/>
                </a:lnTo>
                <a:lnTo>
                  <a:pt x="21600" y="10367"/>
                </a:lnTo>
                <a:lnTo>
                  <a:pt x="20529" y="12933"/>
                </a:lnTo>
                <a:lnTo>
                  <a:pt x="19457" y="15514"/>
                </a:lnTo>
                <a:lnTo>
                  <a:pt x="18373" y="18106"/>
                </a:lnTo>
                <a:lnTo>
                  <a:pt x="17280" y="20734"/>
                </a:lnTo>
                <a:lnTo>
                  <a:pt x="14148" y="21434"/>
                </a:lnTo>
                <a:lnTo>
                  <a:pt x="11837" y="21600"/>
                </a:lnTo>
                <a:lnTo>
                  <a:pt x="8372" y="21382"/>
                </a:lnTo>
                <a:lnTo>
                  <a:pt x="5607" y="21170"/>
                </a:lnTo>
                <a:lnTo>
                  <a:pt x="2821" y="20952"/>
                </a:lnTo>
                <a:lnTo>
                  <a:pt x="0" y="20734"/>
                </a:lnTo>
                <a:lnTo>
                  <a:pt x="713" y="17313"/>
                </a:lnTo>
                <a:lnTo>
                  <a:pt x="1426" y="13887"/>
                </a:lnTo>
                <a:lnTo>
                  <a:pt x="2143" y="10445"/>
                </a:lnTo>
                <a:lnTo>
                  <a:pt x="2864" y="6987"/>
                </a:lnTo>
                <a:lnTo>
                  <a:pt x="3590" y="3509"/>
                </a:lnTo>
                <a:lnTo>
                  <a:pt x="4320" y="0"/>
                </a:lnTo>
                <a:close/>
              </a:path>
            </a:pathLst>
          </a:custGeom>
          <a:solidFill>
            <a:srgbClr val="CADB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5" name="contour_15093"/>
          <p:cNvSpPr/>
          <p:nvPr/>
        </p:nvSpPr>
        <p:spPr>
          <a:xfrm>
            <a:off x="11211034" y="3068244"/>
            <a:ext cx="3013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8" y="0"/>
                </a:lnTo>
                <a:lnTo>
                  <a:pt x="7632" y="0"/>
                </a:lnTo>
                <a:lnTo>
                  <a:pt x="11153" y="0"/>
                </a:lnTo>
                <a:lnTo>
                  <a:pt x="11153" y="1785"/>
                </a:lnTo>
                <a:lnTo>
                  <a:pt x="11153" y="3580"/>
                </a:lnTo>
                <a:lnTo>
                  <a:pt x="11153" y="5400"/>
                </a:lnTo>
                <a:lnTo>
                  <a:pt x="14605" y="5400"/>
                </a:lnTo>
                <a:lnTo>
                  <a:pt x="18079" y="5400"/>
                </a:lnTo>
                <a:lnTo>
                  <a:pt x="21600" y="5400"/>
                </a:lnTo>
                <a:lnTo>
                  <a:pt x="21600" y="7182"/>
                </a:lnTo>
                <a:lnTo>
                  <a:pt x="21600" y="8967"/>
                </a:lnTo>
                <a:lnTo>
                  <a:pt x="21600" y="10751"/>
                </a:lnTo>
                <a:lnTo>
                  <a:pt x="21600" y="12541"/>
                </a:lnTo>
                <a:lnTo>
                  <a:pt x="21600" y="14337"/>
                </a:lnTo>
                <a:lnTo>
                  <a:pt x="21600" y="16141"/>
                </a:lnTo>
                <a:lnTo>
                  <a:pt x="21600" y="17950"/>
                </a:lnTo>
                <a:lnTo>
                  <a:pt x="21600" y="19769"/>
                </a:lnTo>
                <a:lnTo>
                  <a:pt x="21600" y="21600"/>
                </a:lnTo>
                <a:lnTo>
                  <a:pt x="21062" y="19872"/>
                </a:lnTo>
                <a:lnTo>
                  <a:pt x="20519" y="18130"/>
                </a:lnTo>
                <a:lnTo>
                  <a:pt x="19970" y="16367"/>
                </a:lnTo>
                <a:lnTo>
                  <a:pt x="19134" y="14583"/>
                </a:lnTo>
                <a:lnTo>
                  <a:pt x="18476" y="13408"/>
                </a:lnTo>
                <a:lnTo>
                  <a:pt x="17672" y="12323"/>
                </a:lnTo>
                <a:lnTo>
                  <a:pt x="16376" y="10800"/>
                </a:lnTo>
                <a:lnTo>
                  <a:pt x="13263" y="10228"/>
                </a:lnTo>
                <a:lnTo>
                  <a:pt x="10139" y="9671"/>
                </a:lnTo>
                <a:lnTo>
                  <a:pt x="7005" y="9131"/>
                </a:lnTo>
                <a:lnTo>
                  <a:pt x="3860" y="8608"/>
                </a:lnTo>
                <a:lnTo>
                  <a:pt x="705" y="8100"/>
                </a:lnTo>
                <a:lnTo>
                  <a:pt x="235" y="6010"/>
                </a:lnTo>
                <a:lnTo>
                  <a:pt x="0" y="4544"/>
                </a:lnTo>
                <a:lnTo>
                  <a:pt x="0" y="3313"/>
                </a:lnTo>
                <a:lnTo>
                  <a:pt x="235" y="1928"/>
                </a:lnTo>
                <a:lnTo>
                  <a:pt x="705" y="0"/>
                </a:lnTo>
                <a:close/>
              </a:path>
            </a:pathLst>
          </a:custGeom>
          <a:solidFill>
            <a:srgbClr val="8C8B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6" name="contour_15094"/>
          <p:cNvSpPr/>
          <p:nvPr/>
        </p:nvSpPr>
        <p:spPr>
          <a:xfrm>
            <a:off x="7152606" y="306824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893" y="1782"/>
                </a:lnTo>
                <a:lnTo>
                  <a:pt x="19786" y="3575"/>
                </a:lnTo>
                <a:lnTo>
                  <a:pt x="20689" y="5375"/>
                </a:lnTo>
                <a:lnTo>
                  <a:pt x="21600" y="7200"/>
                </a:lnTo>
                <a:lnTo>
                  <a:pt x="19220" y="7200"/>
                </a:lnTo>
                <a:lnTo>
                  <a:pt x="16826" y="7200"/>
                </a:lnTo>
                <a:lnTo>
                  <a:pt x="14400" y="7200"/>
                </a:lnTo>
                <a:lnTo>
                  <a:pt x="14400" y="9580"/>
                </a:lnTo>
                <a:lnTo>
                  <a:pt x="14400" y="11974"/>
                </a:lnTo>
                <a:lnTo>
                  <a:pt x="14400" y="14400"/>
                </a:lnTo>
                <a:lnTo>
                  <a:pt x="12020" y="14400"/>
                </a:lnTo>
                <a:lnTo>
                  <a:pt x="9626" y="14400"/>
                </a:lnTo>
                <a:lnTo>
                  <a:pt x="7200" y="14400"/>
                </a:lnTo>
                <a:lnTo>
                  <a:pt x="7200" y="16780"/>
                </a:lnTo>
                <a:lnTo>
                  <a:pt x="7200" y="19174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544" y="17572"/>
                </a:lnTo>
                <a:lnTo>
                  <a:pt x="979" y="14728"/>
                </a:lnTo>
                <a:lnTo>
                  <a:pt x="1400" y="12668"/>
                </a:lnTo>
                <a:lnTo>
                  <a:pt x="1912" y="10991"/>
                </a:lnTo>
                <a:lnTo>
                  <a:pt x="2610" y="9302"/>
                </a:lnTo>
                <a:lnTo>
                  <a:pt x="3600" y="7200"/>
                </a:lnTo>
                <a:lnTo>
                  <a:pt x="5533" y="5850"/>
                </a:lnTo>
                <a:lnTo>
                  <a:pt x="7499" y="4640"/>
                </a:lnTo>
                <a:lnTo>
                  <a:pt x="9497" y="3553"/>
                </a:lnTo>
                <a:lnTo>
                  <a:pt x="11542" y="2563"/>
                </a:lnTo>
                <a:lnTo>
                  <a:pt x="13637" y="1656"/>
                </a:lnTo>
                <a:lnTo>
                  <a:pt x="15786" y="806"/>
                </a:lnTo>
                <a:lnTo>
                  <a:pt x="18000" y="0"/>
                </a:lnTo>
                <a:close/>
              </a:path>
            </a:pathLst>
          </a:custGeom>
          <a:solidFill>
            <a:srgbClr val="D1E2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7" name="contour_15095"/>
          <p:cNvSpPr/>
          <p:nvPr/>
        </p:nvSpPr>
        <p:spPr>
          <a:xfrm>
            <a:off x="4361306" y="3053668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76" y="14465"/>
                </a:lnTo>
                <a:lnTo>
                  <a:pt x="3175" y="12078"/>
                </a:lnTo>
                <a:lnTo>
                  <a:pt x="3974" y="9684"/>
                </a:lnTo>
                <a:lnTo>
                  <a:pt x="4774" y="7279"/>
                </a:lnTo>
                <a:lnTo>
                  <a:pt x="5580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7675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8" name="contour_15096"/>
          <p:cNvSpPr/>
          <p:nvPr/>
        </p:nvSpPr>
        <p:spPr>
          <a:xfrm>
            <a:off x="3741826" y="306095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330" y="2825"/>
                </a:lnTo>
                <a:lnTo>
                  <a:pt x="18960" y="4895"/>
                </a:lnTo>
                <a:lnTo>
                  <a:pt x="19427" y="7214"/>
                </a:lnTo>
                <a:lnTo>
                  <a:pt x="19980" y="10800"/>
                </a:lnTo>
                <a:lnTo>
                  <a:pt x="20468" y="13815"/>
                </a:lnTo>
                <a:lnTo>
                  <a:pt x="20961" y="16874"/>
                </a:lnTo>
                <a:lnTo>
                  <a:pt x="21120" y="18049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9711" y="19462"/>
                </a:lnTo>
                <a:lnTo>
                  <a:pt x="10783" y="17310"/>
                </a:lnTo>
                <a:lnTo>
                  <a:pt x="11867" y="15150"/>
                </a:lnTo>
                <a:lnTo>
                  <a:pt x="12960" y="12960"/>
                </a:lnTo>
                <a:lnTo>
                  <a:pt x="10394" y="12105"/>
                </a:lnTo>
                <a:lnTo>
                  <a:pt x="7819" y="11245"/>
                </a:lnTo>
                <a:lnTo>
                  <a:pt x="5236" y="10385"/>
                </a:lnTo>
                <a:lnTo>
                  <a:pt x="2631" y="9517"/>
                </a:lnTo>
                <a:lnTo>
                  <a:pt x="0" y="8640"/>
                </a:lnTo>
                <a:lnTo>
                  <a:pt x="2830" y="5439"/>
                </a:lnTo>
                <a:lnTo>
                  <a:pt x="5033" y="3149"/>
                </a:lnTo>
                <a:lnTo>
                  <a:pt x="6916" y="1611"/>
                </a:lnTo>
                <a:lnTo>
                  <a:pt x="8778" y="678"/>
                </a:lnTo>
                <a:lnTo>
                  <a:pt x="10925" y="203"/>
                </a:lnTo>
                <a:lnTo>
                  <a:pt x="13660" y="26"/>
                </a:lnTo>
                <a:lnTo>
                  <a:pt x="17280" y="0"/>
                </a:lnTo>
                <a:close/>
              </a:path>
            </a:pathLst>
          </a:custGeom>
          <a:solidFill>
            <a:srgbClr val="9997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099" name="contour_15097"/>
          <p:cNvSpPr/>
          <p:nvPr/>
        </p:nvSpPr>
        <p:spPr>
          <a:xfrm>
            <a:off x="542398" y="3068244"/>
            <a:ext cx="393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592" y="622"/>
                </a:lnTo>
                <a:lnTo>
                  <a:pt x="8116" y="1123"/>
                </a:lnTo>
                <a:lnTo>
                  <a:pt x="10806" y="1547"/>
                </a:lnTo>
                <a:lnTo>
                  <a:pt x="12900" y="1944"/>
                </a:lnTo>
                <a:lnTo>
                  <a:pt x="14630" y="2372"/>
                </a:lnTo>
                <a:lnTo>
                  <a:pt x="16233" y="2877"/>
                </a:lnTo>
                <a:lnTo>
                  <a:pt x="17939" y="3508"/>
                </a:lnTo>
                <a:lnTo>
                  <a:pt x="19981" y="4320"/>
                </a:lnTo>
                <a:lnTo>
                  <a:pt x="21060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060" y="14066"/>
                </a:lnTo>
                <a:lnTo>
                  <a:pt x="19981" y="17280"/>
                </a:lnTo>
                <a:lnTo>
                  <a:pt x="17348" y="18455"/>
                </a:lnTo>
                <a:lnTo>
                  <a:pt x="14770" y="19358"/>
                </a:lnTo>
                <a:lnTo>
                  <a:pt x="12201" y="20062"/>
                </a:lnTo>
                <a:lnTo>
                  <a:pt x="9583" y="20628"/>
                </a:lnTo>
                <a:lnTo>
                  <a:pt x="6866" y="21116"/>
                </a:lnTo>
                <a:lnTo>
                  <a:pt x="3996" y="21600"/>
                </a:lnTo>
                <a:lnTo>
                  <a:pt x="3501" y="18926"/>
                </a:lnTo>
                <a:lnTo>
                  <a:pt x="3005" y="16252"/>
                </a:lnTo>
                <a:lnTo>
                  <a:pt x="2510" y="13569"/>
                </a:lnTo>
                <a:lnTo>
                  <a:pt x="2014" y="10882"/>
                </a:lnTo>
                <a:lnTo>
                  <a:pt x="1515" y="8182"/>
                </a:lnTo>
                <a:lnTo>
                  <a:pt x="1011" y="5469"/>
                </a:lnTo>
                <a:lnTo>
                  <a:pt x="508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FA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0" name="contour_15098"/>
          <p:cNvSpPr/>
          <p:nvPr/>
        </p:nvSpPr>
        <p:spPr>
          <a:xfrm>
            <a:off x="4018770" y="3053668"/>
            <a:ext cx="58304" cy="290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435" y="3224"/>
                </a:lnTo>
                <a:lnTo>
                  <a:pt x="19972" y="6458"/>
                </a:lnTo>
                <a:lnTo>
                  <a:pt x="20509" y="9704"/>
                </a:lnTo>
                <a:lnTo>
                  <a:pt x="21052" y="12976"/>
                </a:lnTo>
                <a:lnTo>
                  <a:pt x="21600" y="16281"/>
                </a:lnTo>
                <a:lnTo>
                  <a:pt x="20045" y="17177"/>
                </a:lnTo>
                <a:lnTo>
                  <a:pt x="18487" y="18034"/>
                </a:lnTo>
                <a:lnTo>
                  <a:pt x="16924" y="18865"/>
                </a:lnTo>
                <a:lnTo>
                  <a:pt x="15358" y="19673"/>
                </a:lnTo>
                <a:lnTo>
                  <a:pt x="13613" y="20623"/>
                </a:lnTo>
                <a:lnTo>
                  <a:pt x="11845" y="21584"/>
                </a:lnTo>
                <a:lnTo>
                  <a:pt x="10436" y="21600"/>
                </a:lnTo>
                <a:lnTo>
                  <a:pt x="9274" y="21410"/>
                </a:lnTo>
                <a:lnTo>
                  <a:pt x="8162" y="20829"/>
                </a:lnTo>
                <a:lnTo>
                  <a:pt x="6882" y="19673"/>
                </a:lnTo>
                <a:lnTo>
                  <a:pt x="5235" y="17752"/>
                </a:lnTo>
                <a:lnTo>
                  <a:pt x="3011" y="14870"/>
                </a:lnTo>
                <a:lnTo>
                  <a:pt x="0" y="10854"/>
                </a:lnTo>
                <a:lnTo>
                  <a:pt x="1701" y="9877"/>
                </a:lnTo>
                <a:lnTo>
                  <a:pt x="3402" y="8901"/>
                </a:lnTo>
                <a:lnTo>
                  <a:pt x="5106" y="7924"/>
                </a:lnTo>
                <a:lnTo>
                  <a:pt x="6812" y="6941"/>
                </a:lnTo>
                <a:lnTo>
                  <a:pt x="8524" y="5959"/>
                </a:lnTo>
                <a:lnTo>
                  <a:pt x="10236" y="4977"/>
                </a:lnTo>
                <a:lnTo>
                  <a:pt x="11956" y="3989"/>
                </a:lnTo>
                <a:lnTo>
                  <a:pt x="13681" y="2996"/>
                </a:lnTo>
                <a:lnTo>
                  <a:pt x="15412" y="2003"/>
                </a:lnTo>
                <a:lnTo>
                  <a:pt x="17153" y="1004"/>
                </a:lnTo>
                <a:lnTo>
                  <a:pt x="18900" y="0"/>
                </a:lnTo>
                <a:close/>
              </a:path>
            </a:pathLst>
          </a:custGeom>
          <a:solidFill>
            <a:srgbClr val="999E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1" name="contour_15099"/>
          <p:cNvSpPr/>
          <p:nvPr/>
        </p:nvSpPr>
        <p:spPr>
          <a:xfrm>
            <a:off x="10694570" y="3059768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1600" y="4270"/>
                </a:lnTo>
                <a:lnTo>
                  <a:pt x="21600" y="7700"/>
                </a:lnTo>
                <a:lnTo>
                  <a:pt x="21600" y="11145"/>
                </a:lnTo>
                <a:lnTo>
                  <a:pt x="21600" y="14606"/>
                </a:lnTo>
                <a:lnTo>
                  <a:pt x="21600" y="18087"/>
                </a:lnTo>
                <a:lnTo>
                  <a:pt x="21600" y="21600"/>
                </a:lnTo>
                <a:lnTo>
                  <a:pt x="18926" y="20957"/>
                </a:lnTo>
                <a:lnTo>
                  <a:pt x="16252" y="20313"/>
                </a:lnTo>
                <a:lnTo>
                  <a:pt x="13569" y="19670"/>
                </a:lnTo>
                <a:lnTo>
                  <a:pt x="10882" y="19026"/>
                </a:lnTo>
                <a:lnTo>
                  <a:pt x="8182" y="18378"/>
                </a:lnTo>
                <a:lnTo>
                  <a:pt x="5469" y="17724"/>
                </a:lnTo>
                <a:lnTo>
                  <a:pt x="2743" y="17070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C6D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2" name="contour_15100"/>
          <p:cNvSpPr/>
          <p:nvPr/>
        </p:nvSpPr>
        <p:spPr>
          <a:xfrm>
            <a:off x="10386653" y="3024516"/>
            <a:ext cx="3097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435" y="0"/>
                </a:moveTo>
                <a:lnTo>
                  <a:pt x="13865" y="1651"/>
                </a:lnTo>
                <a:lnTo>
                  <a:pt x="15623" y="2913"/>
                </a:lnTo>
                <a:lnTo>
                  <a:pt x="16995" y="4048"/>
                </a:lnTo>
                <a:lnTo>
                  <a:pt x="18261" y="5314"/>
                </a:lnTo>
                <a:lnTo>
                  <a:pt x="19699" y="6964"/>
                </a:lnTo>
                <a:lnTo>
                  <a:pt x="21600" y="9257"/>
                </a:lnTo>
                <a:lnTo>
                  <a:pt x="20578" y="11176"/>
                </a:lnTo>
                <a:lnTo>
                  <a:pt x="19389" y="13016"/>
                </a:lnTo>
                <a:lnTo>
                  <a:pt x="18047" y="14793"/>
                </a:lnTo>
                <a:lnTo>
                  <a:pt x="16563" y="16521"/>
                </a:lnTo>
                <a:lnTo>
                  <a:pt x="14957" y="18221"/>
                </a:lnTo>
                <a:lnTo>
                  <a:pt x="13245" y="19909"/>
                </a:lnTo>
                <a:lnTo>
                  <a:pt x="11435" y="21600"/>
                </a:lnTo>
                <a:lnTo>
                  <a:pt x="9265" y="19850"/>
                </a:lnTo>
                <a:lnTo>
                  <a:pt x="7308" y="18184"/>
                </a:lnTo>
                <a:lnTo>
                  <a:pt x="5560" y="16561"/>
                </a:lnTo>
                <a:lnTo>
                  <a:pt x="4020" y="14926"/>
                </a:lnTo>
                <a:lnTo>
                  <a:pt x="2694" y="13232"/>
                </a:lnTo>
                <a:lnTo>
                  <a:pt x="1581" y="11433"/>
                </a:lnTo>
                <a:lnTo>
                  <a:pt x="681" y="9482"/>
                </a:lnTo>
                <a:lnTo>
                  <a:pt x="0" y="7329"/>
                </a:lnTo>
                <a:lnTo>
                  <a:pt x="630" y="5221"/>
                </a:lnTo>
                <a:lnTo>
                  <a:pt x="1271" y="3086"/>
                </a:lnTo>
                <a:lnTo>
                  <a:pt x="4290" y="1842"/>
                </a:lnTo>
                <a:lnTo>
                  <a:pt x="6353" y="1108"/>
                </a:lnTo>
                <a:lnTo>
                  <a:pt x="8416" y="589"/>
                </a:lnTo>
                <a:lnTo>
                  <a:pt x="11435" y="0"/>
                </a:lnTo>
                <a:close/>
              </a:path>
            </a:pathLst>
          </a:custGeom>
          <a:solidFill>
            <a:srgbClr val="919A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3" name="contour_15101"/>
          <p:cNvSpPr/>
          <p:nvPr/>
        </p:nvSpPr>
        <p:spPr>
          <a:xfrm>
            <a:off x="389350" y="3039092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590" y="1177"/>
                </a:lnTo>
                <a:lnTo>
                  <a:pt x="17056" y="2047"/>
                </a:lnTo>
                <a:lnTo>
                  <a:pt x="18287" y="2867"/>
                </a:lnTo>
                <a:lnTo>
                  <a:pt x="19672" y="3899"/>
                </a:lnTo>
                <a:lnTo>
                  <a:pt x="21600" y="5400"/>
                </a:lnTo>
                <a:lnTo>
                  <a:pt x="20871" y="8991"/>
                </a:lnTo>
                <a:lnTo>
                  <a:pt x="20274" y="11621"/>
                </a:lnTo>
                <a:lnTo>
                  <a:pt x="19659" y="13748"/>
                </a:lnTo>
                <a:lnTo>
                  <a:pt x="18876" y="15822"/>
                </a:lnTo>
                <a:lnTo>
                  <a:pt x="17771" y="18290"/>
                </a:lnTo>
                <a:lnTo>
                  <a:pt x="16200" y="21600"/>
                </a:lnTo>
                <a:lnTo>
                  <a:pt x="14348" y="21460"/>
                </a:lnTo>
                <a:lnTo>
                  <a:pt x="12523" y="21173"/>
                </a:lnTo>
                <a:lnTo>
                  <a:pt x="10714" y="20747"/>
                </a:lnTo>
                <a:lnTo>
                  <a:pt x="8921" y="20201"/>
                </a:lnTo>
                <a:lnTo>
                  <a:pt x="7136" y="19553"/>
                </a:lnTo>
                <a:lnTo>
                  <a:pt x="5357" y="18814"/>
                </a:lnTo>
                <a:lnTo>
                  <a:pt x="3578" y="17998"/>
                </a:lnTo>
                <a:lnTo>
                  <a:pt x="1793" y="17123"/>
                </a:lnTo>
                <a:lnTo>
                  <a:pt x="0" y="16200"/>
                </a:lnTo>
                <a:lnTo>
                  <a:pt x="1126" y="15120"/>
                </a:lnTo>
                <a:lnTo>
                  <a:pt x="2268" y="14029"/>
                </a:lnTo>
                <a:lnTo>
                  <a:pt x="3739" y="12593"/>
                </a:lnTo>
                <a:lnTo>
                  <a:pt x="5233" y="11135"/>
                </a:lnTo>
                <a:lnTo>
                  <a:pt x="6691" y="9720"/>
                </a:lnTo>
                <a:lnTo>
                  <a:pt x="8173" y="8289"/>
                </a:lnTo>
                <a:lnTo>
                  <a:pt x="9733" y="6534"/>
                </a:lnTo>
                <a:lnTo>
                  <a:pt x="10808" y="5087"/>
                </a:lnTo>
                <a:lnTo>
                  <a:pt x="11899" y="3164"/>
                </a:lnTo>
                <a:lnTo>
                  <a:pt x="13500" y="0"/>
                </a:lnTo>
                <a:close/>
              </a:path>
            </a:pathLst>
          </a:custGeom>
          <a:solidFill>
            <a:srgbClr val="F6F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4" name="contour_15102"/>
          <p:cNvSpPr/>
          <p:nvPr/>
        </p:nvSpPr>
        <p:spPr>
          <a:xfrm>
            <a:off x="10337349" y="3024516"/>
            <a:ext cx="43837" cy="381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45" y="0"/>
                </a:moveTo>
                <a:lnTo>
                  <a:pt x="5904" y="644"/>
                </a:lnTo>
                <a:lnTo>
                  <a:pt x="7401" y="1289"/>
                </a:lnTo>
                <a:lnTo>
                  <a:pt x="8820" y="2321"/>
                </a:lnTo>
                <a:lnTo>
                  <a:pt x="10827" y="4130"/>
                </a:lnTo>
                <a:lnTo>
                  <a:pt x="10752" y="6179"/>
                </a:lnTo>
                <a:lnTo>
                  <a:pt x="10680" y="8235"/>
                </a:lnTo>
                <a:lnTo>
                  <a:pt x="10604" y="10325"/>
                </a:lnTo>
                <a:lnTo>
                  <a:pt x="10637" y="11238"/>
                </a:lnTo>
                <a:lnTo>
                  <a:pt x="10694" y="12844"/>
                </a:lnTo>
                <a:lnTo>
                  <a:pt x="10827" y="16520"/>
                </a:lnTo>
                <a:lnTo>
                  <a:pt x="13499" y="17916"/>
                </a:lnTo>
                <a:lnTo>
                  <a:pt x="15395" y="18829"/>
                </a:lnTo>
                <a:lnTo>
                  <a:pt x="17032" y="19457"/>
                </a:lnTo>
                <a:lnTo>
                  <a:pt x="18928" y="19998"/>
                </a:lnTo>
                <a:lnTo>
                  <a:pt x="21600" y="20650"/>
                </a:lnTo>
                <a:lnTo>
                  <a:pt x="18982" y="21030"/>
                </a:lnTo>
                <a:lnTo>
                  <a:pt x="16411" y="21332"/>
                </a:lnTo>
                <a:lnTo>
                  <a:pt x="13869" y="21534"/>
                </a:lnTo>
                <a:lnTo>
                  <a:pt x="11337" y="21600"/>
                </a:lnTo>
                <a:lnTo>
                  <a:pt x="8798" y="21493"/>
                </a:lnTo>
                <a:lnTo>
                  <a:pt x="6241" y="21187"/>
                </a:lnTo>
                <a:lnTo>
                  <a:pt x="3645" y="20650"/>
                </a:lnTo>
                <a:lnTo>
                  <a:pt x="2280" y="18065"/>
                </a:lnTo>
                <a:lnTo>
                  <a:pt x="1268" y="15455"/>
                </a:lnTo>
                <a:lnTo>
                  <a:pt x="571" y="12791"/>
                </a:lnTo>
                <a:lnTo>
                  <a:pt x="158" y="10036"/>
                </a:lnTo>
                <a:lnTo>
                  <a:pt x="0" y="7161"/>
                </a:lnTo>
                <a:lnTo>
                  <a:pt x="54" y="4130"/>
                </a:lnTo>
                <a:lnTo>
                  <a:pt x="1835" y="2082"/>
                </a:lnTo>
                <a:lnTo>
                  <a:pt x="3645" y="0"/>
                </a:lnTo>
                <a:close/>
              </a:path>
            </a:pathLst>
          </a:custGeom>
          <a:solidFill>
            <a:srgbClr val="C9D4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5" name="contour_15103"/>
          <p:cNvSpPr/>
          <p:nvPr/>
        </p:nvSpPr>
        <p:spPr>
          <a:xfrm>
            <a:off x="3873396" y="3031804"/>
            <a:ext cx="3605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5" y="0"/>
                </a:moveTo>
                <a:lnTo>
                  <a:pt x="7169" y="349"/>
                </a:lnTo>
                <a:lnTo>
                  <a:pt x="10090" y="828"/>
                </a:lnTo>
                <a:lnTo>
                  <a:pt x="12942" y="1411"/>
                </a:lnTo>
                <a:lnTo>
                  <a:pt x="15780" y="2081"/>
                </a:lnTo>
                <a:lnTo>
                  <a:pt x="18648" y="2815"/>
                </a:lnTo>
                <a:lnTo>
                  <a:pt x="21600" y="3600"/>
                </a:lnTo>
                <a:lnTo>
                  <a:pt x="19679" y="5580"/>
                </a:lnTo>
                <a:lnTo>
                  <a:pt x="17758" y="7564"/>
                </a:lnTo>
                <a:lnTo>
                  <a:pt x="15832" y="9547"/>
                </a:lnTo>
                <a:lnTo>
                  <a:pt x="13898" y="11534"/>
                </a:lnTo>
                <a:lnTo>
                  <a:pt x="11964" y="13532"/>
                </a:lnTo>
                <a:lnTo>
                  <a:pt x="10021" y="15534"/>
                </a:lnTo>
                <a:lnTo>
                  <a:pt x="8069" y="17546"/>
                </a:lnTo>
                <a:lnTo>
                  <a:pt x="6108" y="19566"/>
                </a:lnTo>
                <a:lnTo>
                  <a:pt x="4135" y="21600"/>
                </a:lnTo>
                <a:lnTo>
                  <a:pt x="2602" y="17370"/>
                </a:lnTo>
                <a:lnTo>
                  <a:pt x="1463" y="14116"/>
                </a:lnTo>
                <a:lnTo>
                  <a:pt x="677" y="11610"/>
                </a:lnTo>
                <a:lnTo>
                  <a:pt x="205" y="9630"/>
                </a:lnTo>
                <a:lnTo>
                  <a:pt x="0" y="7949"/>
                </a:lnTo>
                <a:lnTo>
                  <a:pt x="22" y="6347"/>
                </a:lnTo>
                <a:lnTo>
                  <a:pt x="236" y="4597"/>
                </a:lnTo>
                <a:lnTo>
                  <a:pt x="589" y="2477"/>
                </a:lnTo>
                <a:lnTo>
                  <a:pt x="2349" y="1249"/>
                </a:lnTo>
                <a:lnTo>
                  <a:pt x="4135" y="0"/>
                </a:lnTo>
                <a:close/>
              </a:path>
            </a:pathLst>
          </a:custGeom>
          <a:solidFill>
            <a:srgbClr val="BBC3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6" name="contour_15104"/>
          <p:cNvSpPr/>
          <p:nvPr/>
        </p:nvSpPr>
        <p:spPr>
          <a:xfrm>
            <a:off x="9871027" y="3032694"/>
            <a:ext cx="58304" cy="213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81"/>
                </a:moveTo>
                <a:lnTo>
                  <a:pt x="19759" y="9383"/>
                </a:lnTo>
                <a:lnTo>
                  <a:pt x="17993" y="11959"/>
                </a:lnTo>
                <a:lnTo>
                  <a:pt x="16281" y="14211"/>
                </a:lnTo>
                <a:lnTo>
                  <a:pt x="14602" y="16145"/>
                </a:lnTo>
                <a:lnTo>
                  <a:pt x="12938" y="17776"/>
                </a:lnTo>
                <a:lnTo>
                  <a:pt x="11267" y="19112"/>
                </a:lnTo>
                <a:lnTo>
                  <a:pt x="9572" y="20153"/>
                </a:lnTo>
                <a:lnTo>
                  <a:pt x="7827" y="20906"/>
                </a:lnTo>
                <a:lnTo>
                  <a:pt x="6018" y="21386"/>
                </a:lnTo>
                <a:lnTo>
                  <a:pt x="4126" y="21600"/>
                </a:lnTo>
                <a:lnTo>
                  <a:pt x="2125" y="21548"/>
                </a:lnTo>
                <a:lnTo>
                  <a:pt x="0" y="21246"/>
                </a:lnTo>
                <a:lnTo>
                  <a:pt x="0" y="16366"/>
                </a:lnTo>
                <a:lnTo>
                  <a:pt x="0" y="11457"/>
                </a:lnTo>
                <a:lnTo>
                  <a:pt x="0" y="6481"/>
                </a:lnTo>
                <a:lnTo>
                  <a:pt x="1795" y="3979"/>
                </a:lnTo>
                <a:lnTo>
                  <a:pt x="3578" y="2148"/>
                </a:lnTo>
                <a:lnTo>
                  <a:pt x="5349" y="915"/>
                </a:lnTo>
                <a:lnTo>
                  <a:pt x="7117" y="221"/>
                </a:lnTo>
                <a:lnTo>
                  <a:pt x="8886" y="0"/>
                </a:lnTo>
                <a:lnTo>
                  <a:pt x="10654" y="199"/>
                </a:lnTo>
                <a:lnTo>
                  <a:pt x="12434" y="738"/>
                </a:lnTo>
                <a:lnTo>
                  <a:pt x="14226" y="1572"/>
                </a:lnTo>
                <a:lnTo>
                  <a:pt x="16033" y="2621"/>
                </a:lnTo>
                <a:lnTo>
                  <a:pt x="17863" y="3839"/>
                </a:lnTo>
                <a:lnTo>
                  <a:pt x="19715" y="5145"/>
                </a:lnTo>
                <a:lnTo>
                  <a:pt x="21600" y="6481"/>
                </a:lnTo>
                <a:close/>
              </a:path>
            </a:pathLst>
          </a:custGeom>
          <a:solidFill>
            <a:srgbClr val="7A6E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7" name="contour_15105"/>
          <p:cNvSpPr/>
          <p:nvPr/>
        </p:nvSpPr>
        <p:spPr>
          <a:xfrm>
            <a:off x="3967754" y="301722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512" y="2825"/>
                </a:lnTo>
                <a:lnTo>
                  <a:pt x="18301" y="4895"/>
                </a:lnTo>
                <a:lnTo>
                  <a:pt x="18884" y="7214"/>
                </a:lnTo>
                <a:lnTo>
                  <a:pt x="19575" y="10800"/>
                </a:lnTo>
                <a:lnTo>
                  <a:pt x="20185" y="13815"/>
                </a:lnTo>
                <a:lnTo>
                  <a:pt x="20801" y="16874"/>
                </a:lnTo>
                <a:lnTo>
                  <a:pt x="21200" y="1922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470" y="18896"/>
                </a:lnTo>
                <a:lnTo>
                  <a:pt x="972" y="16196"/>
                </a:lnTo>
                <a:lnTo>
                  <a:pt x="1490" y="13496"/>
                </a:lnTo>
                <a:lnTo>
                  <a:pt x="2025" y="10800"/>
                </a:lnTo>
                <a:lnTo>
                  <a:pt x="2592" y="7785"/>
                </a:lnTo>
                <a:lnTo>
                  <a:pt x="3164" y="4726"/>
                </a:lnTo>
                <a:lnTo>
                  <a:pt x="4277" y="2380"/>
                </a:lnTo>
                <a:lnTo>
                  <a:pt x="5400" y="0"/>
                </a:lnTo>
                <a:close/>
              </a:path>
            </a:pathLst>
          </a:custGeom>
          <a:solidFill>
            <a:srgbClr val="E2CD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8" name="contour_15106"/>
          <p:cNvSpPr/>
          <p:nvPr/>
        </p:nvSpPr>
        <p:spPr>
          <a:xfrm>
            <a:off x="7976149" y="3022381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96"/>
                </a:moveTo>
                <a:lnTo>
                  <a:pt x="6210" y="514"/>
                </a:lnTo>
                <a:lnTo>
                  <a:pt x="8770" y="131"/>
                </a:lnTo>
                <a:lnTo>
                  <a:pt x="11300" y="0"/>
                </a:lnTo>
                <a:lnTo>
                  <a:pt x="13828" y="82"/>
                </a:lnTo>
                <a:lnTo>
                  <a:pt x="16369" y="335"/>
                </a:lnTo>
                <a:lnTo>
                  <a:pt x="18954" y="722"/>
                </a:lnTo>
                <a:lnTo>
                  <a:pt x="21600" y="1196"/>
                </a:lnTo>
                <a:lnTo>
                  <a:pt x="21247" y="3987"/>
                </a:lnTo>
                <a:lnTo>
                  <a:pt x="20884" y="6019"/>
                </a:lnTo>
                <a:lnTo>
                  <a:pt x="20336" y="7880"/>
                </a:lnTo>
                <a:lnTo>
                  <a:pt x="19433" y="10157"/>
                </a:lnTo>
                <a:lnTo>
                  <a:pt x="18000" y="13438"/>
                </a:lnTo>
                <a:lnTo>
                  <a:pt x="15829" y="14724"/>
                </a:lnTo>
                <a:lnTo>
                  <a:pt x="13637" y="15907"/>
                </a:lnTo>
                <a:lnTo>
                  <a:pt x="11423" y="17005"/>
                </a:lnTo>
                <a:lnTo>
                  <a:pt x="9184" y="18025"/>
                </a:lnTo>
                <a:lnTo>
                  <a:pt x="6926" y="18980"/>
                </a:lnTo>
                <a:lnTo>
                  <a:pt x="4640" y="19890"/>
                </a:lnTo>
                <a:lnTo>
                  <a:pt x="2333" y="20755"/>
                </a:lnTo>
                <a:lnTo>
                  <a:pt x="0" y="21600"/>
                </a:lnTo>
                <a:lnTo>
                  <a:pt x="108" y="18894"/>
                </a:lnTo>
                <a:lnTo>
                  <a:pt x="259" y="16258"/>
                </a:lnTo>
                <a:lnTo>
                  <a:pt x="486" y="13675"/>
                </a:lnTo>
                <a:lnTo>
                  <a:pt x="806" y="11133"/>
                </a:lnTo>
                <a:lnTo>
                  <a:pt x="1253" y="8627"/>
                </a:lnTo>
                <a:lnTo>
                  <a:pt x="1850" y="6142"/>
                </a:lnTo>
                <a:lnTo>
                  <a:pt x="2621" y="3669"/>
                </a:lnTo>
                <a:lnTo>
                  <a:pt x="3600" y="1196"/>
                </a:lnTo>
                <a:close/>
              </a:path>
            </a:pathLst>
          </a:custGeom>
          <a:solidFill>
            <a:srgbClr val="DC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09" name="contour_15107"/>
          <p:cNvSpPr/>
          <p:nvPr/>
        </p:nvSpPr>
        <p:spPr>
          <a:xfrm>
            <a:off x="4878753" y="303180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20513" y="21240"/>
                </a:lnTo>
                <a:lnTo>
                  <a:pt x="19516" y="20902"/>
                </a:lnTo>
                <a:lnTo>
                  <a:pt x="18425" y="20542"/>
                </a:lnTo>
                <a:lnTo>
                  <a:pt x="17064" y="20088"/>
                </a:lnTo>
                <a:lnTo>
                  <a:pt x="15257" y="19483"/>
                </a:lnTo>
                <a:lnTo>
                  <a:pt x="12823" y="18677"/>
                </a:lnTo>
                <a:lnTo>
                  <a:pt x="9590" y="17597"/>
                </a:lnTo>
                <a:lnTo>
                  <a:pt x="5375" y="16193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08F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0" name="contour_15108"/>
          <p:cNvSpPr/>
          <p:nvPr/>
        </p:nvSpPr>
        <p:spPr>
          <a:xfrm>
            <a:off x="3887586" y="3017228"/>
            <a:ext cx="51016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1025"/>
                </a:lnTo>
                <a:lnTo>
                  <a:pt x="16015" y="2055"/>
                </a:lnTo>
                <a:lnTo>
                  <a:pt x="17860" y="3085"/>
                </a:lnTo>
                <a:lnTo>
                  <a:pt x="19721" y="4125"/>
                </a:lnTo>
                <a:lnTo>
                  <a:pt x="21600" y="5176"/>
                </a:lnTo>
                <a:lnTo>
                  <a:pt x="21390" y="9027"/>
                </a:lnTo>
                <a:lnTo>
                  <a:pt x="21125" y="11760"/>
                </a:lnTo>
                <a:lnTo>
                  <a:pt x="20656" y="14120"/>
                </a:lnTo>
                <a:lnTo>
                  <a:pt x="19835" y="16853"/>
                </a:lnTo>
                <a:lnTo>
                  <a:pt x="18514" y="20705"/>
                </a:lnTo>
                <a:lnTo>
                  <a:pt x="16447" y="21124"/>
                </a:lnTo>
                <a:lnTo>
                  <a:pt x="14389" y="21403"/>
                </a:lnTo>
                <a:lnTo>
                  <a:pt x="12337" y="21559"/>
                </a:lnTo>
                <a:lnTo>
                  <a:pt x="10291" y="21600"/>
                </a:lnTo>
                <a:lnTo>
                  <a:pt x="8242" y="21548"/>
                </a:lnTo>
                <a:lnTo>
                  <a:pt x="6193" y="21419"/>
                </a:lnTo>
                <a:lnTo>
                  <a:pt x="4138" y="21222"/>
                </a:lnTo>
                <a:lnTo>
                  <a:pt x="2077" y="20979"/>
                </a:lnTo>
                <a:lnTo>
                  <a:pt x="0" y="20705"/>
                </a:lnTo>
                <a:lnTo>
                  <a:pt x="1466" y="20171"/>
                </a:lnTo>
                <a:lnTo>
                  <a:pt x="2941" y="19633"/>
                </a:lnTo>
                <a:lnTo>
                  <a:pt x="4437" y="19090"/>
                </a:lnTo>
                <a:lnTo>
                  <a:pt x="6807" y="17288"/>
                </a:lnTo>
                <a:lnTo>
                  <a:pt x="8353" y="15782"/>
                </a:lnTo>
                <a:lnTo>
                  <a:pt x="9408" y="14012"/>
                </a:lnTo>
                <a:lnTo>
                  <a:pt x="10306" y="11419"/>
                </a:lnTo>
                <a:lnTo>
                  <a:pt x="11380" y="7443"/>
                </a:lnTo>
                <a:lnTo>
                  <a:pt x="11698" y="4985"/>
                </a:lnTo>
                <a:lnTo>
                  <a:pt x="12019" y="2510"/>
                </a:lnTo>
                <a:lnTo>
                  <a:pt x="12343" y="0"/>
                </a:lnTo>
                <a:close/>
              </a:path>
            </a:pathLst>
          </a:custGeom>
          <a:solidFill>
            <a:srgbClr val="B6BB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1" name="contour_15109"/>
          <p:cNvSpPr/>
          <p:nvPr/>
        </p:nvSpPr>
        <p:spPr>
          <a:xfrm>
            <a:off x="7553446" y="300265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2038"/>
                </a:lnTo>
                <a:lnTo>
                  <a:pt x="15405" y="4075"/>
                </a:lnTo>
                <a:lnTo>
                  <a:pt x="16632" y="6120"/>
                </a:lnTo>
                <a:lnTo>
                  <a:pt x="17863" y="8172"/>
                </a:lnTo>
                <a:lnTo>
                  <a:pt x="19103" y="10235"/>
                </a:lnTo>
                <a:lnTo>
                  <a:pt x="20347" y="12308"/>
                </a:lnTo>
                <a:lnTo>
                  <a:pt x="21600" y="14400"/>
                </a:lnTo>
                <a:lnTo>
                  <a:pt x="18744" y="14400"/>
                </a:lnTo>
                <a:lnTo>
                  <a:pt x="15872" y="14400"/>
                </a:lnTo>
                <a:lnTo>
                  <a:pt x="12960" y="14400"/>
                </a:lnTo>
                <a:lnTo>
                  <a:pt x="12960" y="16780"/>
                </a:lnTo>
                <a:lnTo>
                  <a:pt x="12960" y="19174"/>
                </a:lnTo>
                <a:lnTo>
                  <a:pt x="12960" y="21600"/>
                </a:lnTo>
                <a:lnTo>
                  <a:pt x="10394" y="20887"/>
                </a:lnTo>
                <a:lnTo>
                  <a:pt x="7819" y="20171"/>
                </a:lnTo>
                <a:lnTo>
                  <a:pt x="5236" y="19454"/>
                </a:lnTo>
                <a:lnTo>
                  <a:pt x="2631" y="18731"/>
                </a:lnTo>
                <a:lnTo>
                  <a:pt x="0" y="18000"/>
                </a:lnTo>
                <a:lnTo>
                  <a:pt x="855" y="15862"/>
                </a:lnTo>
                <a:lnTo>
                  <a:pt x="1715" y="13716"/>
                </a:lnTo>
                <a:lnTo>
                  <a:pt x="2575" y="11563"/>
                </a:lnTo>
                <a:lnTo>
                  <a:pt x="3443" y="9392"/>
                </a:lnTo>
                <a:lnTo>
                  <a:pt x="4320" y="7200"/>
                </a:lnTo>
                <a:lnTo>
                  <a:pt x="6458" y="8093"/>
                </a:lnTo>
                <a:lnTo>
                  <a:pt x="8610" y="8986"/>
                </a:lnTo>
                <a:lnTo>
                  <a:pt x="10770" y="9889"/>
                </a:lnTo>
                <a:lnTo>
                  <a:pt x="12960" y="10800"/>
                </a:lnTo>
                <a:lnTo>
                  <a:pt x="12960" y="8662"/>
                </a:lnTo>
                <a:lnTo>
                  <a:pt x="12960" y="6516"/>
                </a:lnTo>
                <a:lnTo>
                  <a:pt x="12960" y="4363"/>
                </a:lnTo>
                <a:lnTo>
                  <a:pt x="12960" y="2192"/>
                </a:lnTo>
                <a:lnTo>
                  <a:pt x="12960" y="0"/>
                </a:lnTo>
                <a:close/>
              </a:path>
            </a:pathLst>
          </a:custGeom>
          <a:solidFill>
            <a:srgbClr val="BBB0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2" name="contour_15110"/>
          <p:cNvSpPr/>
          <p:nvPr/>
        </p:nvSpPr>
        <p:spPr>
          <a:xfrm>
            <a:off x="3996906" y="3008016"/>
            <a:ext cx="43728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028" y="593"/>
                </a:lnTo>
                <a:lnTo>
                  <a:pt x="6872" y="147"/>
                </a:lnTo>
                <a:lnTo>
                  <a:pt x="8932" y="0"/>
                </a:lnTo>
                <a:lnTo>
                  <a:pt x="10609" y="147"/>
                </a:lnTo>
                <a:lnTo>
                  <a:pt x="12298" y="593"/>
                </a:lnTo>
                <a:lnTo>
                  <a:pt x="14400" y="1337"/>
                </a:lnTo>
                <a:lnTo>
                  <a:pt x="15844" y="4083"/>
                </a:lnTo>
                <a:lnTo>
                  <a:pt x="17064" y="6803"/>
                </a:lnTo>
                <a:lnTo>
                  <a:pt x="18112" y="9549"/>
                </a:lnTo>
                <a:lnTo>
                  <a:pt x="19040" y="12355"/>
                </a:lnTo>
                <a:lnTo>
                  <a:pt x="19897" y="15273"/>
                </a:lnTo>
                <a:lnTo>
                  <a:pt x="20732" y="18338"/>
                </a:lnTo>
                <a:lnTo>
                  <a:pt x="21600" y="21600"/>
                </a:lnTo>
                <a:lnTo>
                  <a:pt x="20513" y="21347"/>
                </a:lnTo>
                <a:lnTo>
                  <a:pt x="19516" y="21109"/>
                </a:lnTo>
                <a:lnTo>
                  <a:pt x="18425" y="20855"/>
                </a:lnTo>
                <a:lnTo>
                  <a:pt x="17064" y="20536"/>
                </a:lnTo>
                <a:lnTo>
                  <a:pt x="15257" y="20111"/>
                </a:lnTo>
                <a:lnTo>
                  <a:pt x="12823" y="19543"/>
                </a:lnTo>
                <a:lnTo>
                  <a:pt x="9590" y="18783"/>
                </a:lnTo>
                <a:lnTo>
                  <a:pt x="5375" y="17796"/>
                </a:lnTo>
                <a:lnTo>
                  <a:pt x="0" y="16534"/>
                </a:lnTo>
                <a:lnTo>
                  <a:pt x="0" y="13525"/>
                </a:lnTo>
                <a:lnTo>
                  <a:pt x="0" y="10506"/>
                </a:lnTo>
                <a:lnTo>
                  <a:pt x="0" y="7477"/>
                </a:lnTo>
                <a:lnTo>
                  <a:pt x="0" y="4422"/>
                </a:lnTo>
                <a:lnTo>
                  <a:pt x="0" y="1337"/>
                </a:lnTo>
                <a:close/>
              </a:path>
            </a:pathLst>
          </a:custGeom>
          <a:solidFill>
            <a:srgbClr val="4A46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3" name="contour_15111"/>
          <p:cNvSpPr/>
          <p:nvPr/>
        </p:nvSpPr>
        <p:spPr>
          <a:xfrm>
            <a:off x="10949650" y="3009940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B2A3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4" name="contour_15112"/>
          <p:cNvSpPr/>
          <p:nvPr/>
        </p:nvSpPr>
        <p:spPr>
          <a:xfrm>
            <a:off x="7210910" y="300265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019"/>
                </a:lnTo>
                <a:lnTo>
                  <a:pt x="9210" y="2038"/>
                </a:lnTo>
                <a:lnTo>
                  <a:pt x="11664" y="3060"/>
                </a:lnTo>
                <a:lnTo>
                  <a:pt x="14126" y="4086"/>
                </a:lnTo>
                <a:lnTo>
                  <a:pt x="16602" y="5119"/>
                </a:lnTo>
                <a:lnTo>
                  <a:pt x="19090" y="6156"/>
                </a:lnTo>
                <a:lnTo>
                  <a:pt x="21600" y="7200"/>
                </a:lnTo>
                <a:lnTo>
                  <a:pt x="19224" y="8784"/>
                </a:lnTo>
                <a:lnTo>
                  <a:pt x="16844" y="10368"/>
                </a:lnTo>
                <a:lnTo>
                  <a:pt x="14463" y="11956"/>
                </a:lnTo>
                <a:lnTo>
                  <a:pt x="12079" y="13550"/>
                </a:lnTo>
                <a:lnTo>
                  <a:pt x="9681" y="15145"/>
                </a:lnTo>
                <a:lnTo>
                  <a:pt x="7279" y="16747"/>
                </a:lnTo>
                <a:lnTo>
                  <a:pt x="4864" y="18356"/>
                </a:lnTo>
                <a:lnTo>
                  <a:pt x="2441" y="19973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D2E2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5" name="contour_15113"/>
          <p:cNvSpPr/>
          <p:nvPr/>
        </p:nvSpPr>
        <p:spPr>
          <a:xfrm>
            <a:off x="4230122" y="299536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428"/>
                </a:lnTo>
                <a:lnTo>
                  <a:pt x="4280" y="855"/>
                </a:lnTo>
                <a:lnTo>
                  <a:pt x="6421" y="1283"/>
                </a:lnTo>
                <a:lnTo>
                  <a:pt x="8566" y="1715"/>
                </a:lnTo>
                <a:lnTo>
                  <a:pt x="10720" y="2143"/>
                </a:lnTo>
                <a:lnTo>
                  <a:pt x="12877" y="2575"/>
                </a:lnTo>
                <a:lnTo>
                  <a:pt x="15043" y="3007"/>
                </a:lnTo>
                <a:lnTo>
                  <a:pt x="17218" y="3443"/>
                </a:lnTo>
                <a:lnTo>
                  <a:pt x="19403" y="3879"/>
                </a:lnTo>
                <a:lnTo>
                  <a:pt x="21600" y="4320"/>
                </a:lnTo>
                <a:lnTo>
                  <a:pt x="20727" y="6765"/>
                </a:lnTo>
                <a:lnTo>
                  <a:pt x="19853" y="9210"/>
                </a:lnTo>
                <a:lnTo>
                  <a:pt x="18977" y="11664"/>
                </a:lnTo>
                <a:lnTo>
                  <a:pt x="18098" y="14126"/>
                </a:lnTo>
                <a:lnTo>
                  <a:pt x="17212" y="16602"/>
                </a:lnTo>
                <a:lnTo>
                  <a:pt x="16323" y="19090"/>
                </a:lnTo>
                <a:lnTo>
                  <a:pt x="15429" y="21600"/>
                </a:lnTo>
                <a:lnTo>
                  <a:pt x="14663" y="19462"/>
                </a:lnTo>
                <a:lnTo>
                  <a:pt x="13898" y="17310"/>
                </a:lnTo>
                <a:lnTo>
                  <a:pt x="13124" y="15150"/>
                </a:lnTo>
                <a:lnTo>
                  <a:pt x="12343" y="12960"/>
                </a:lnTo>
                <a:lnTo>
                  <a:pt x="10303" y="12960"/>
                </a:lnTo>
                <a:lnTo>
                  <a:pt x="8251" y="12960"/>
                </a:lnTo>
                <a:lnTo>
                  <a:pt x="6171" y="12960"/>
                </a:lnTo>
                <a:lnTo>
                  <a:pt x="6171" y="10104"/>
                </a:lnTo>
                <a:lnTo>
                  <a:pt x="6171" y="7232"/>
                </a:lnTo>
                <a:lnTo>
                  <a:pt x="6171" y="4320"/>
                </a:lnTo>
                <a:lnTo>
                  <a:pt x="4644" y="3249"/>
                </a:lnTo>
                <a:lnTo>
                  <a:pt x="3110" y="2177"/>
                </a:lnTo>
                <a:lnTo>
                  <a:pt x="1564" y="1093"/>
                </a:lnTo>
                <a:lnTo>
                  <a:pt x="0" y="0"/>
                </a:lnTo>
                <a:close/>
              </a:path>
            </a:pathLst>
          </a:custGeom>
          <a:solidFill>
            <a:srgbClr val="3A38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6" name="contour_15114"/>
          <p:cNvSpPr/>
          <p:nvPr/>
        </p:nvSpPr>
        <p:spPr>
          <a:xfrm>
            <a:off x="5097393" y="2980789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797D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7" name="contour_15115"/>
          <p:cNvSpPr/>
          <p:nvPr/>
        </p:nvSpPr>
        <p:spPr>
          <a:xfrm>
            <a:off x="7486907" y="2988025"/>
            <a:ext cx="30099" cy="381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9"/>
                </a:moveTo>
                <a:lnTo>
                  <a:pt x="21239" y="2683"/>
                </a:lnTo>
                <a:lnTo>
                  <a:pt x="20842" y="5313"/>
                </a:lnTo>
                <a:lnTo>
                  <a:pt x="20387" y="7918"/>
                </a:lnTo>
                <a:lnTo>
                  <a:pt x="19843" y="10503"/>
                </a:lnTo>
                <a:lnTo>
                  <a:pt x="19194" y="13067"/>
                </a:lnTo>
                <a:lnTo>
                  <a:pt x="18415" y="15614"/>
                </a:lnTo>
                <a:lnTo>
                  <a:pt x="17484" y="18149"/>
                </a:lnTo>
                <a:lnTo>
                  <a:pt x="16370" y="20671"/>
                </a:lnTo>
                <a:lnTo>
                  <a:pt x="12322" y="21290"/>
                </a:lnTo>
                <a:lnTo>
                  <a:pt x="9482" y="21600"/>
                </a:lnTo>
                <a:lnTo>
                  <a:pt x="7097" y="21600"/>
                </a:lnTo>
                <a:lnTo>
                  <a:pt x="4414" y="21290"/>
                </a:lnTo>
                <a:lnTo>
                  <a:pt x="680" y="20671"/>
                </a:lnTo>
                <a:lnTo>
                  <a:pt x="303" y="15989"/>
                </a:lnTo>
                <a:lnTo>
                  <a:pt x="78" y="12691"/>
                </a:lnTo>
                <a:lnTo>
                  <a:pt x="0" y="10317"/>
                </a:lnTo>
                <a:lnTo>
                  <a:pt x="78" y="8410"/>
                </a:lnTo>
                <a:lnTo>
                  <a:pt x="303" y="6511"/>
                </a:lnTo>
                <a:lnTo>
                  <a:pt x="680" y="4157"/>
                </a:lnTo>
                <a:lnTo>
                  <a:pt x="4038" y="2176"/>
                </a:lnTo>
                <a:lnTo>
                  <a:pt x="7134" y="941"/>
                </a:lnTo>
                <a:lnTo>
                  <a:pt x="10204" y="281"/>
                </a:lnTo>
                <a:lnTo>
                  <a:pt x="13478" y="25"/>
                </a:lnTo>
                <a:lnTo>
                  <a:pt x="17202" y="0"/>
                </a:lnTo>
                <a:lnTo>
                  <a:pt x="21600" y="29"/>
                </a:lnTo>
                <a:close/>
              </a:path>
            </a:pathLst>
          </a:custGeom>
          <a:solidFill>
            <a:srgbClr val="A7B6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8" name="contour_15116"/>
          <p:cNvSpPr/>
          <p:nvPr/>
        </p:nvSpPr>
        <p:spPr>
          <a:xfrm>
            <a:off x="8223941" y="2972079"/>
            <a:ext cx="58304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18"/>
                </a:moveTo>
                <a:lnTo>
                  <a:pt x="1553" y="1109"/>
                </a:lnTo>
                <a:lnTo>
                  <a:pt x="3105" y="926"/>
                </a:lnTo>
                <a:lnTo>
                  <a:pt x="4657" y="757"/>
                </a:lnTo>
                <a:lnTo>
                  <a:pt x="6210" y="608"/>
                </a:lnTo>
                <a:lnTo>
                  <a:pt x="7762" y="473"/>
                </a:lnTo>
                <a:lnTo>
                  <a:pt x="9204" y="318"/>
                </a:lnTo>
                <a:lnTo>
                  <a:pt x="10657" y="162"/>
                </a:lnTo>
                <a:lnTo>
                  <a:pt x="12128" y="0"/>
                </a:lnTo>
                <a:lnTo>
                  <a:pt x="14329" y="994"/>
                </a:lnTo>
                <a:lnTo>
                  <a:pt x="16092" y="2447"/>
                </a:lnTo>
                <a:lnTo>
                  <a:pt x="17561" y="4455"/>
                </a:lnTo>
                <a:lnTo>
                  <a:pt x="18873" y="7126"/>
                </a:lnTo>
                <a:lnTo>
                  <a:pt x="20174" y="10553"/>
                </a:lnTo>
                <a:lnTo>
                  <a:pt x="21600" y="14839"/>
                </a:lnTo>
                <a:lnTo>
                  <a:pt x="19921" y="16185"/>
                </a:lnTo>
                <a:lnTo>
                  <a:pt x="18257" y="17429"/>
                </a:lnTo>
                <a:lnTo>
                  <a:pt x="16602" y="18551"/>
                </a:lnTo>
                <a:lnTo>
                  <a:pt x="14945" y="19531"/>
                </a:lnTo>
                <a:lnTo>
                  <a:pt x="13276" y="20343"/>
                </a:lnTo>
                <a:lnTo>
                  <a:pt x="11586" y="20978"/>
                </a:lnTo>
                <a:lnTo>
                  <a:pt x="9863" y="21404"/>
                </a:lnTo>
                <a:lnTo>
                  <a:pt x="8100" y="21600"/>
                </a:lnTo>
                <a:lnTo>
                  <a:pt x="6388" y="18761"/>
                </a:lnTo>
                <a:lnTo>
                  <a:pt x="4936" y="15813"/>
                </a:lnTo>
                <a:lnTo>
                  <a:pt x="3659" y="12676"/>
                </a:lnTo>
                <a:lnTo>
                  <a:pt x="2468" y="9269"/>
                </a:lnTo>
                <a:lnTo>
                  <a:pt x="1277" y="5510"/>
                </a:lnTo>
                <a:lnTo>
                  <a:pt x="0" y="1318"/>
                </a:lnTo>
                <a:close/>
              </a:path>
            </a:pathLst>
          </a:custGeom>
          <a:solidFill>
            <a:srgbClr val="B9A2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19" name="contour_15117"/>
          <p:cNvSpPr/>
          <p:nvPr/>
        </p:nvSpPr>
        <p:spPr>
          <a:xfrm>
            <a:off x="7961573" y="297350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569"/>
                </a:lnTo>
                <a:lnTo>
                  <a:pt x="15865" y="1040"/>
                </a:lnTo>
                <a:lnTo>
                  <a:pt x="17507" y="1588"/>
                </a:lnTo>
                <a:lnTo>
                  <a:pt x="19246" y="2383"/>
                </a:lnTo>
                <a:lnTo>
                  <a:pt x="21600" y="3600"/>
                </a:lnTo>
                <a:lnTo>
                  <a:pt x="19220" y="3600"/>
                </a:lnTo>
                <a:lnTo>
                  <a:pt x="16826" y="3600"/>
                </a:lnTo>
                <a:lnTo>
                  <a:pt x="14400" y="3600"/>
                </a:lnTo>
                <a:lnTo>
                  <a:pt x="13525" y="5954"/>
                </a:lnTo>
                <a:lnTo>
                  <a:pt x="13000" y="7679"/>
                </a:lnTo>
                <a:lnTo>
                  <a:pt x="12611" y="9612"/>
                </a:lnTo>
                <a:lnTo>
                  <a:pt x="12150" y="12600"/>
                </a:lnTo>
                <a:lnTo>
                  <a:pt x="11743" y="15113"/>
                </a:lnTo>
                <a:lnTo>
                  <a:pt x="11333" y="17662"/>
                </a:lnTo>
                <a:lnTo>
                  <a:pt x="11066" y="19616"/>
                </a:lnTo>
                <a:lnTo>
                  <a:pt x="10800" y="21600"/>
                </a:lnTo>
                <a:lnTo>
                  <a:pt x="9018" y="19818"/>
                </a:lnTo>
                <a:lnTo>
                  <a:pt x="7232" y="18032"/>
                </a:lnTo>
                <a:lnTo>
                  <a:pt x="5440" y="16240"/>
                </a:lnTo>
                <a:lnTo>
                  <a:pt x="3640" y="14440"/>
                </a:lnTo>
                <a:lnTo>
                  <a:pt x="1829" y="12629"/>
                </a:lnTo>
                <a:lnTo>
                  <a:pt x="0" y="10800"/>
                </a:lnTo>
                <a:lnTo>
                  <a:pt x="2826" y="7448"/>
                </a:lnTo>
                <a:lnTo>
                  <a:pt x="4838" y="5116"/>
                </a:lnTo>
                <a:lnTo>
                  <a:pt x="6347" y="3506"/>
                </a:lnTo>
                <a:lnTo>
                  <a:pt x="7639" y="2315"/>
                </a:lnTo>
                <a:lnTo>
                  <a:pt x="9025" y="1246"/>
                </a:lnTo>
                <a:lnTo>
                  <a:pt x="10800" y="0"/>
                </a:lnTo>
                <a:close/>
              </a:path>
            </a:pathLst>
          </a:custGeom>
          <a:solidFill>
            <a:srgbClr val="DFE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0" name="contour_15118"/>
          <p:cNvSpPr/>
          <p:nvPr/>
        </p:nvSpPr>
        <p:spPr>
          <a:xfrm>
            <a:off x="7349382" y="2964762"/>
            <a:ext cx="51016" cy="306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0"/>
                </a:moveTo>
                <a:lnTo>
                  <a:pt x="11957" y="46"/>
                </a:lnTo>
                <a:lnTo>
                  <a:pt x="13892" y="144"/>
                </a:lnTo>
                <a:lnTo>
                  <a:pt x="15817" y="283"/>
                </a:lnTo>
                <a:lnTo>
                  <a:pt x="17740" y="473"/>
                </a:lnTo>
                <a:lnTo>
                  <a:pt x="19668" y="720"/>
                </a:lnTo>
                <a:lnTo>
                  <a:pt x="21600" y="1024"/>
                </a:lnTo>
                <a:lnTo>
                  <a:pt x="21600" y="4424"/>
                </a:lnTo>
                <a:lnTo>
                  <a:pt x="21600" y="7845"/>
                </a:lnTo>
                <a:lnTo>
                  <a:pt x="21600" y="11312"/>
                </a:lnTo>
                <a:lnTo>
                  <a:pt x="19563" y="11312"/>
                </a:lnTo>
                <a:lnTo>
                  <a:pt x="17524" y="11312"/>
                </a:lnTo>
                <a:lnTo>
                  <a:pt x="15475" y="11312"/>
                </a:lnTo>
                <a:lnTo>
                  <a:pt x="13417" y="11312"/>
                </a:lnTo>
                <a:lnTo>
                  <a:pt x="11346" y="11312"/>
                </a:lnTo>
                <a:lnTo>
                  <a:pt x="9257" y="11312"/>
                </a:lnTo>
                <a:lnTo>
                  <a:pt x="9257" y="14712"/>
                </a:lnTo>
                <a:lnTo>
                  <a:pt x="9257" y="18133"/>
                </a:lnTo>
                <a:lnTo>
                  <a:pt x="9257" y="21600"/>
                </a:lnTo>
                <a:lnTo>
                  <a:pt x="7424" y="20581"/>
                </a:lnTo>
                <a:lnTo>
                  <a:pt x="5585" y="19558"/>
                </a:lnTo>
                <a:lnTo>
                  <a:pt x="3740" y="18534"/>
                </a:lnTo>
                <a:lnTo>
                  <a:pt x="1879" y="17500"/>
                </a:lnTo>
                <a:lnTo>
                  <a:pt x="0" y="16456"/>
                </a:lnTo>
                <a:lnTo>
                  <a:pt x="1531" y="10941"/>
                </a:lnTo>
                <a:lnTo>
                  <a:pt x="2737" y="6965"/>
                </a:lnTo>
                <a:lnTo>
                  <a:pt x="3792" y="4228"/>
                </a:lnTo>
                <a:lnTo>
                  <a:pt x="4872" y="2454"/>
                </a:lnTo>
                <a:lnTo>
                  <a:pt x="6153" y="1348"/>
                </a:lnTo>
                <a:lnTo>
                  <a:pt x="7810" y="628"/>
                </a:lnTo>
                <a:lnTo>
                  <a:pt x="10016" y="0"/>
                </a:lnTo>
                <a:close/>
              </a:path>
            </a:pathLst>
          </a:custGeom>
          <a:solidFill>
            <a:srgbClr val="D5E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1" name="contour_15119"/>
          <p:cNvSpPr/>
          <p:nvPr/>
        </p:nvSpPr>
        <p:spPr>
          <a:xfrm>
            <a:off x="9944381" y="2951637"/>
            <a:ext cx="4325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03" y="0"/>
                </a:moveTo>
                <a:lnTo>
                  <a:pt x="5809" y="0"/>
                </a:lnTo>
                <a:lnTo>
                  <a:pt x="8229" y="0"/>
                </a:lnTo>
                <a:lnTo>
                  <a:pt x="10682" y="0"/>
                </a:lnTo>
                <a:lnTo>
                  <a:pt x="10682" y="2380"/>
                </a:lnTo>
                <a:lnTo>
                  <a:pt x="10682" y="4774"/>
                </a:lnTo>
                <a:lnTo>
                  <a:pt x="10682" y="7200"/>
                </a:lnTo>
                <a:lnTo>
                  <a:pt x="12844" y="7200"/>
                </a:lnTo>
                <a:lnTo>
                  <a:pt x="15013" y="7200"/>
                </a:lnTo>
                <a:lnTo>
                  <a:pt x="17189" y="7200"/>
                </a:lnTo>
                <a:lnTo>
                  <a:pt x="19384" y="7200"/>
                </a:lnTo>
                <a:lnTo>
                  <a:pt x="21600" y="7200"/>
                </a:lnTo>
                <a:lnTo>
                  <a:pt x="20697" y="8982"/>
                </a:lnTo>
                <a:lnTo>
                  <a:pt x="19795" y="10775"/>
                </a:lnTo>
                <a:lnTo>
                  <a:pt x="18881" y="12575"/>
                </a:lnTo>
                <a:lnTo>
                  <a:pt x="17961" y="14400"/>
                </a:lnTo>
                <a:lnTo>
                  <a:pt x="15799" y="13687"/>
                </a:lnTo>
                <a:lnTo>
                  <a:pt x="13630" y="12971"/>
                </a:lnTo>
                <a:lnTo>
                  <a:pt x="11453" y="12254"/>
                </a:lnTo>
                <a:lnTo>
                  <a:pt x="9259" y="11531"/>
                </a:lnTo>
                <a:lnTo>
                  <a:pt x="7042" y="10800"/>
                </a:lnTo>
                <a:lnTo>
                  <a:pt x="6322" y="12938"/>
                </a:lnTo>
                <a:lnTo>
                  <a:pt x="5597" y="15084"/>
                </a:lnTo>
                <a:lnTo>
                  <a:pt x="4873" y="17237"/>
                </a:lnTo>
                <a:lnTo>
                  <a:pt x="4142" y="19408"/>
                </a:lnTo>
                <a:lnTo>
                  <a:pt x="3403" y="21600"/>
                </a:lnTo>
                <a:lnTo>
                  <a:pt x="2096" y="17269"/>
                </a:lnTo>
                <a:lnTo>
                  <a:pt x="1132" y="13943"/>
                </a:lnTo>
                <a:lnTo>
                  <a:pt x="480" y="11401"/>
                </a:lnTo>
                <a:lnTo>
                  <a:pt x="113" y="9421"/>
                </a:lnTo>
                <a:lnTo>
                  <a:pt x="0" y="7783"/>
                </a:lnTo>
                <a:lnTo>
                  <a:pt x="113" y="6264"/>
                </a:lnTo>
                <a:lnTo>
                  <a:pt x="422" y="4644"/>
                </a:lnTo>
                <a:lnTo>
                  <a:pt x="899" y="2700"/>
                </a:lnTo>
                <a:lnTo>
                  <a:pt x="2140" y="1361"/>
                </a:lnTo>
                <a:lnTo>
                  <a:pt x="3403" y="0"/>
                </a:lnTo>
                <a:close/>
              </a:path>
            </a:pathLst>
          </a:custGeom>
          <a:solidFill>
            <a:srgbClr val="848E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2" name="contour_15120"/>
          <p:cNvSpPr/>
          <p:nvPr/>
        </p:nvSpPr>
        <p:spPr>
          <a:xfrm>
            <a:off x="8566477" y="2958925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246" y="16150"/>
                </a:lnTo>
                <a:lnTo>
                  <a:pt x="17521" y="17201"/>
                </a:lnTo>
                <a:lnTo>
                  <a:pt x="15588" y="17978"/>
                </a:lnTo>
                <a:lnTo>
                  <a:pt x="12600" y="18900"/>
                </a:lnTo>
                <a:lnTo>
                  <a:pt x="10087" y="19714"/>
                </a:lnTo>
                <a:lnTo>
                  <a:pt x="7538" y="20534"/>
                </a:lnTo>
                <a:lnTo>
                  <a:pt x="5584" y="21067"/>
                </a:lnTo>
                <a:lnTo>
                  <a:pt x="3600" y="21600"/>
                </a:lnTo>
                <a:lnTo>
                  <a:pt x="2887" y="17323"/>
                </a:lnTo>
                <a:lnTo>
                  <a:pt x="2171" y="13032"/>
                </a:lnTo>
                <a:lnTo>
                  <a:pt x="1454" y="8726"/>
                </a:lnTo>
                <a:lnTo>
                  <a:pt x="731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C8E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3" name="contour_15121"/>
          <p:cNvSpPr/>
          <p:nvPr/>
        </p:nvSpPr>
        <p:spPr>
          <a:xfrm>
            <a:off x="4638249" y="294434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255" y="5530"/>
                </a:lnTo>
                <a:lnTo>
                  <a:pt x="19289" y="9357"/>
                </a:lnTo>
                <a:lnTo>
                  <a:pt x="18554" y="11966"/>
                </a:lnTo>
                <a:lnTo>
                  <a:pt x="17890" y="13837"/>
                </a:lnTo>
                <a:lnTo>
                  <a:pt x="17156" y="15448"/>
                </a:lnTo>
                <a:lnTo>
                  <a:pt x="16200" y="17280"/>
                </a:lnTo>
                <a:lnTo>
                  <a:pt x="15028" y="17747"/>
                </a:lnTo>
                <a:lnTo>
                  <a:pt x="13516" y="18356"/>
                </a:lnTo>
                <a:lnTo>
                  <a:pt x="10643" y="19505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35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4" name="contour_15122"/>
          <p:cNvSpPr/>
          <p:nvPr/>
        </p:nvSpPr>
        <p:spPr>
          <a:xfrm>
            <a:off x="9827299" y="2944349"/>
            <a:ext cx="3039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090" y="666"/>
                </a:lnTo>
                <a:lnTo>
                  <a:pt x="10352" y="1174"/>
                </a:lnTo>
                <a:lnTo>
                  <a:pt x="13376" y="1620"/>
                </a:lnTo>
                <a:lnTo>
                  <a:pt x="15727" y="2110"/>
                </a:lnTo>
                <a:lnTo>
                  <a:pt x="17980" y="2736"/>
                </a:lnTo>
                <a:lnTo>
                  <a:pt x="20714" y="3600"/>
                </a:lnTo>
                <a:lnTo>
                  <a:pt x="21388" y="6365"/>
                </a:lnTo>
                <a:lnTo>
                  <a:pt x="21600" y="8860"/>
                </a:lnTo>
                <a:lnTo>
                  <a:pt x="21398" y="11214"/>
                </a:lnTo>
                <a:lnTo>
                  <a:pt x="20828" y="13554"/>
                </a:lnTo>
                <a:lnTo>
                  <a:pt x="19938" y="15998"/>
                </a:lnTo>
                <a:lnTo>
                  <a:pt x="18772" y="18677"/>
                </a:lnTo>
                <a:lnTo>
                  <a:pt x="17167" y="20128"/>
                </a:lnTo>
                <a:lnTo>
                  <a:pt x="15536" y="21600"/>
                </a:lnTo>
                <a:lnTo>
                  <a:pt x="12113" y="21600"/>
                </a:lnTo>
                <a:lnTo>
                  <a:pt x="8669" y="21600"/>
                </a:lnTo>
                <a:lnTo>
                  <a:pt x="5179" y="21600"/>
                </a:lnTo>
                <a:lnTo>
                  <a:pt x="4609" y="19224"/>
                </a:lnTo>
                <a:lnTo>
                  <a:pt x="4039" y="16844"/>
                </a:lnTo>
                <a:lnTo>
                  <a:pt x="3470" y="14465"/>
                </a:lnTo>
                <a:lnTo>
                  <a:pt x="2895" y="12078"/>
                </a:lnTo>
                <a:lnTo>
                  <a:pt x="2320" y="9684"/>
                </a:lnTo>
                <a:lnTo>
                  <a:pt x="1745" y="7279"/>
                </a:lnTo>
                <a:lnTo>
                  <a:pt x="1165" y="4867"/>
                </a:lnTo>
                <a:lnTo>
                  <a:pt x="585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CBDC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5" name="contour_15123"/>
          <p:cNvSpPr/>
          <p:nvPr/>
        </p:nvSpPr>
        <p:spPr>
          <a:xfrm>
            <a:off x="5665856" y="293706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411" y="1336"/>
                </a:lnTo>
                <a:lnTo>
                  <a:pt x="7214" y="2682"/>
                </a:lnTo>
                <a:lnTo>
                  <a:pt x="9014" y="4032"/>
                </a:lnTo>
                <a:lnTo>
                  <a:pt x="10807" y="5389"/>
                </a:lnTo>
                <a:lnTo>
                  <a:pt x="12600" y="6750"/>
                </a:lnTo>
                <a:lnTo>
                  <a:pt x="13345" y="7308"/>
                </a:lnTo>
                <a:lnTo>
                  <a:pt x="14656" y="8294"/>
                </a:lnTo>
                <a:lnTo>
                  <a:pt x="17662" y="10548"/>
                </a:lnTo>
                <a:lnTo>
                  <a:pt x="18961" y="11819"/>
                </a:lnTo>
                <a:lnTo>
                  <a:pt x="20272" y="131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9220"/>
                </a:lnTo>
                <a:lnTo>
                  <a:pt x="10800" y="16826"/>
                </a:lnTo>
                <a:lnTo>
                  <a:pt x="10800" y="14400"/>
                </a:lnTo>
                <a:lnTo>
                  <a:pt x="8662" y="14400"/>
                </a:lnTo>
                <a:lnTo>
                  <a:pt x="6516" y="14400"/>
                </a:lnTo>
                <a:lnTo>
                  <a:pt x="4363" y="14400"/>
                </a:lnTo>
                <a:lnTo>
                  <a:pt x="2192" y="14400"/>
                </a:lnTo>
                <a:lnTo>
                  <a:pt x="0" y="14400"/>
                </a:lnTo>
                <a:lnTo>
                  <a:pt x="594" y="12024"/>
                </a:lnTo>
                <a:lnTo>
                  <a:pt x="1188" y="9644"/>
                </a:lnTo>
                <a:lnTo>
                  <a:pt x="1786" y="7254"/>
                </a:lnTo>
                <a:lnTo>
                  <a:pt x="2387" y="4853"/>
                </a:lnTo>
                <a:lnTo>
                  <a:pt x="2992" y="2437"/>
                </a:lnTo>
                <a:lnTo>
                  <a:pt x="3600" y="0"/>
                </a:lnTo>
                <a:close/>
              </a:path>
            </a:pathLst>
          </a:custGeom>
          <a:solidFill>
            <a:srgbClr val="AEB3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6" name="contour_15124"/>
          <p:cNvSpPr/>
          <p:nvPr/>
        </p:nvSpPr>
        <p:spPr>
          <a:xfrm>
            <a:off x="7735646" y="2929773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966" y="2196"/>
                </a:lnTo>
                <a:lnTo>
                  <a:pt x="20304" y="4392"/>
                </a:lnTo>
                <a:lnTo>
                  <a:pt x="19613" y="6584"/>
                </a:lnTo>
                <a:lnTo>
                  <a:pt x="18900" y="8777"/>
                </a:lnTo>
                <a:lnTo>
                  <a:pt x="18144" y="11225"/>
                </a:lnTo>
                <a:lnTo>
                  <a:pt x="17381" y="13712"/>
                </a:lnTo>
                <a:lnTo>
                  <a:pt x="15811" y="15833"/>
                </a:lnTo>
                <a:lnTo>
                  <a:pt x="14119" y="17305"/>
                </a:lnTo>
                <a:lnTo>
                  <a:pt x="11477" y="18504"/>
                </a:lnTo>
                <a:lnTo>
                  <a:pt x="7049" y="19807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5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7" name="contour_15125"/>
          <p:cNvSpPr/>
          <p:nvPr/>
        </p:nvSpPr>
        <p:spPr>
          <a:xfrm>
            <a:off x="2116604" y="2936521"/>
            <a:ext cx="72880" cy="22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20" y="0"/>
                </a:moveTo>
                <a:lnTo>
                  <a:pt x="11750" y="899"/>
                </a:lnTo>
                <a:lnTo>
                  <a:pt x="13090" y="1799"/>
                </a:lnTo>
                <a:lnTo>
                  <a:pt x="14444" y="2719"/>
                </a:lnTo>
                <a:lnTo>
                  <a:pt x="15792" y="3563"/>
                </a:lnTo>
                <a:lnTo>
                  <a:pt x="17148" y="4406"/>
                </a:lnTo>
                <a:lnTo>
                  <a:pt x="18520" y="5270"/>
                </a:lnTo>
                <a:lnTo>
                  <a:pt x="18973" y="5600"/>
                </a:lnTo>
                <a:lnTo>
                  <a:pt x="19770" y="6191"/>
                </a:lnTo>
                <a:lnTo>
                  <a:pt x="21600" y="7547"/>
                </a:lnTo>
                <a:lnTo>
                  <a:pt x="21600" y="11032"/>
                </a:lnTo>
                <a:lnTo>
                  <a:pt x="21600" y="14573"/>
                </a:lnTo>
                <a:lnTo>
                  <a:pt x="20174" y="15037"/>
                </a:lnTo>
                <a:lnTo>
                  <a:pt x="18749" y="15501"/>
                </a:lnTo>
                <a:lnTo>
                  <a:pt x="17321" y="15965"/>
                </a:lnTo>
                <a:lnTo>
                  <a:pt x="15893" y="16428"/>
                </a:lnTo>
                <a:lnTo>
                  <a:pt x="14466" y="16892"/>
                </a:lnTo>
                <a:lnTo>
                  <a:pt x="13033" y="17356"/>
                </a:lnTo>
                <a:lnTo>
                  <a:pt x="11599" y="17827"/>
                </a:lnTo>
                <a:lnTo>
                  <a:pt x="10163" y="18290"/>
                </a:lnTo>
                <a:lnTo>
                  <a:pt x="8724" y="18761"/>
                </a:lnTo>
                <a:lnTo>
                  <a:pt x="7281" y="19232"/>
                </a:lnTo>
                <a:lnTo>
                  <a:pt x="5834" y="19703"/>
                </a:lnTo>
                <a:lnTo>
                  <a:pt x="4383" y="20174"/>
                </a:lnTo>
                <a:lnTo>
                  <a:pt x="2927" y="20644"/>
                </a:lnTo>
                <a:lnTo>
                  <a:pt x="1467" y="21122"/>
                </a:lnTo>
                <a:lnTo>
                  <a:pt x="0" y="21600"/>
                </a:lnTo>
                <a:lnTo>
                  <a:pt x="1935" y="15325"/>
                </a:lnTo>
                <a:lnTo>
                  <a:pt x="3475" y="10428"/>
                </a:lnTo>
                <a:lnTo>
                  <a:pt x="4707" y="6746"/>
                </a:lnTo>
                <a:lnTo>
                  <a:pt x="5715" y="4090"/>
                </a:lnTo>
                <a:lnTo>
                  <a:pt x="6588" y="2277"/>
                </a:lnTo>
                <a:lnTo>
                  <a:pt x="7409" y="1145"/>
                </a:lnTo>
                <a:lnTo>
                  <a:pt x="8264" y="506"/>
                </a:lnTo>
                <a:lnTo>
                  <a:pt x="9238" y="183"/>
                </a:lnTo>
                <a:lnTo>
                  <a:pt x="10420" y="0"/>
                </a:lnTo>
                <a:close/>
              </a:path>
            </a:pathLst>
          </a:custGeom>
          <a:solidFill>
            <a:srgbClr val="CFCB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8" name="contour_15126"/>
          <p:cNvSpPr/>
          <p:nvPr/>
        </p:nvSpPr>
        <p:spPr>
          <a:xfrm>
            <a:off x="8464445" y="290790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531" y="903"/>
                </a:lnTo>
                <a:lnTo>
                  <a:pt x="8521" y="3629"/>
                </a:lnTo>
                <a:lnTo>
                  <a:pt x="9428" y="5983"/>
                </a:lnTo>
                <a:lnTo>
                  <a:pt x="10350" y="8372"/>
                </a:lnTo>
                <a:lnTo>
                  <a:pt x="11228" y="10705"/>
                </a:lnTo>
                <a:lnTo>
                  <a:pt x="12121" y="13077"/>
                </a:lnTo>
                <a:lnTo>
                  <a:pt x="13291" y="15163"/>
                </a:lnTo>
                <a:lnTo>
                  <a:pt x="14368" y="16649"/>
                </a:lnTo>
                <a:lnTo>
                  <a:pt x="15808" y="17945"/>
                </a:lnTo>
                <a:lnTo>
                  <a:pt x="18068" y="19457"/>
                </a:lnTo>
                <a:lnTo>
                  <a:pt x="21600" y="21600"/>
                </a:lnTo>
                <a:lnTo>
                  <a:pt x="20513" y="21384"/>
                </a:lnTo>
                <a:lnTo>
                  <a:pt x="19516" y="21181"/>
                </a:lnTo>
                <a:lnTo>
                  <a:pt x="18425" y="20965"/>
                </a:lnTo>
                <a:lnTo>
                  <a:pt x="17064" y="20693"/>
                </a:lnTo>
                <a:lnTo>
                  <a:pt x="15257" y="20330"/>
                </a:lnTo>
                <a:lnTo>
                  <a:pt x="12823" y="19846"/>
                </a:lnTo>
                <a:lnTo>
                  <a:pt x="9590" y="19198"/>
                </a:lnTo>
                <a:lnTo>
                  <a:pt x="5375" y="18356"/>
                </a:lnTo>
                <a:lnTo>
                  <a:pt x="0" y="17280"/>
                </a:lnTo>
                <a:lnTo>
                  <a:pt x="0" y="14714"/>
                </a:lnTo>
                <a:lnTo>
                  <a:pt x="0" y="12139"/>
                </a:lnTo>
                <a:lnTo>
                  <a:pt x="0" y="9556"/>
                </a:lnTo>
                <a:lnTo>
                  <a:pt x="0" y="6951"/>
                </a:lnTo>
                <a:lnTo>
                  <a:pt x="0" y="4320"/>
                </a:lnTo>
                <a:lnTo>
                  <a:pt x="2138" y="2579"/>
                </a:lnTo>
                <a:lnTo>
                  <a:pt x="3600" y="1551"/>
                </a:lnTo>
                <a:lnTo>
                  <a:pt x="5062" y="825"/>
                </a:lnTo>
                <a:lnTo>
                  <a:pt x="7200" y="0"/>
                </a:lnTo>
                <a:close/>
              </a:path>
            </a:pathLst>
          </a:custGeom>
          <a:solidFill>
            <a:srgbClr val="C7D2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29" name="contour_15127"/>
          <p:cNvSpPr/>
          <p:nvPr/>
        </p:nvSpPr>
        <p:spPr>
          <a:xfrm>
            <a:off x="8151061" y="2907909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403" y="3342"/>
                </a:lnTo>
                <a:lnTo>
                  <a:pt x="19888" y="5712"/>
                </a:lnTo>
                <a:lnTo>
                  <a:pt x="20801" y="7455"/>
                </a:lnTo>
                <a:lnTo>
                  <a:pt x="21287" y="8912"/>
                </a:lnTo>
                <a:lnTo>
                  <a:pt x="21503" y="10427"/>
                </a:lnTo>
                <a:lnTo>
                  <a:pt x="21600" y="12343"/>
                </a:lnTo>
                <a:lnTo>
                  <a:pt x="19332" y="14182"/>
                </a:lnTo>
                <a:lnTo>
                  <a:pt x="16891" y="15854"/>
                </a:lnTo>
                <a:lnTo>
                  <a:pt x="14272" y="17397"/>
                </a:lnTo>
                <a:lnTo>
                  <a:pt x="11486" y="18844"/>
                </a:lnTo>
                <a:lnTo>
                  <a:pt x="8527" y="20233"/>
                </a:lnTo>
                <a:lnTo>
                  <a:pt x="5400" y="21600"/>
                </a:lnTo>
                <a:lnTo>
                  <a:pt x="3575" y="19675"/>
                </a:lnTo>
                <a:lnTo>
                  <a:pt x="2381" y="18230"/>
                </a:lnTo>
                <a:lnTo>
                  <a:pt x="1561" y="16823"/>
                </a:lnTo>
                <a:lnTo>
                  <a:pt x="853" y="15009"/>
                </a:lnTo>
                <a:lnTo>
                  <a:pt x="0" y="12343"/>
                </a:lnTo>
                <a:lnTo>
                  <a:pt x="1976" y="10417"/>
                </a:lnTo>
                <a:lnTo>
                  <a:pt x="4082" y="8566"/>
                </a:lnTo>
                <a:lnTo>
                  <a:pt x="6313" y="6782"/>
                </a:lnTo>
                <a:lnTo>
                  <a:pt x="8651" y="5045"/>
                </a:lnTo>
                <a:lnTo>
                  <a:pt x="11086" y="3348"/>
                </a:lnTo>
                <a:lnTo>
                  <a:pt x="13608" y="1669"/>
                </a:lnTo>
                <a:lnTo>
                  <a:pt x="16200" y="0"/>
                </a:lnTo>
                <a:close/>
              </a:path>
            </a:pathLst>
          </a:custGeom>
          <a:solidFill>
            <a:srgbClr val="DDE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0" name="contour_15128"/>
          <p:cNvSpPr/>
          <p:nvPr/>
        </p:nvSpPr>
        <p:spPr>
          <a:xfrm>
            <a:off x="7699206" y="290790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19E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1" name="contour_15129"/>
          <p:cNvSpPr/>
          <p:nvPr/>
        </p:nvSpPr>
        <p:spPr>
          <a:xfrm>
            <a:off x="4966209" y="2915648"/>
            <a:ext cx="51016" cy="301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97"/>
                </a:moveTo>
                <a:lnTo>
                  <a:pt x="19135" y="9884"/>
                </a:lnTo>
                <a:lnTo>
                  <a:pt x="17218" y="13653"/>
                </a:lnTo>
                <a:lnTo>
                  <a:pt x="15706" y="16394"/>
                </a:lnTo>
                <a:lnTo>
                  <a:pt x="14444" y="18311"/>
                </a:lnTo>
                <a:lnTo>
                  <a:pt x="13290" y="19590"/>
                </a:lnTo>
                <a:lnTo>
                  <a:pt x="12093" y="20436"/>
                </a:lnTo>
                <a:lnTo>
                  <a:pt x="10704" y="21041"/>
                </a:lnTo>
                <a:lnTo>
                  <a:pt x="8979" y="21600"/>
                </a:lnTo>
                <a:lnTo>
                  <a:pt x="7282" y="21563"/>
                </a:lnTo>
                <a:lnTo>
                  <a:pt x="5965" y="21490"/>
                </a:lnTo>
                <a:lnTo>
                  <a:pt x="4601" y="21334"/>
                </a:lnTo>
                <a:lnTo>
                  <a:pt x="2756" y="21041"/>
                </a:lnTo>
                <a:lnTo>
                  <a:pt x="0" y="20561"/>
                </a:lnTo>
                <a:lnTo>
                  <a:pt x="395" y="16833"/>
                </a:lnTo>
                <a:lnTo>
                  <a:pt x="753" y="14155"/>
                </a:lnTo>
                <a:lnTo>
                  <a:pt x="1222" y="11774"/>
                </a:lnTo>
                <a:lnTo>
                  <a:pt x="1950" y="8939"/>
                </a:lnTo>
                <a:lnTo>
                  <a:pt x="3086" y="4897"/>
                </a:lnTo>
                <a:lnTo>
                  <a:pt x="5178" y="3211"/>
                </a:lnTo>
                <a:lnTo>
                  <a:pt x="7270" y="1822"/>
                </a:lnTo>
                <a:lnTo>
                  <a:pt x="9356" y="794"/>
                </a:lnTo>
                <a:lnTo>
                  <a:pt x="11436" y="167"/>
                </a:lnTo>
                <a:lnTo>
                  <a:pt x="13506" y="0"/>
                </a:lnTo>
                <a:lnTo>
                  <a:pt x="15558" y="339"/>
                </a:lnTo>
                <a:lnTo>
                  <a:pt x="17595" y="1232"/>
                </a:lnTo>
                <a:lnTo>
                  <a:pt x="19610" y="2736"/>
                </a:lnTo>
                <a:lnTo>
                  <a:pt x="21600" y="4897"/>
                </a:lnTo>
                <a:close/>
              </a:path>
            </a:pathLst>
          </a:custGeom>
          <a:solidFill>
            <a:srgbClr val="4D4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2" name="contour_15130"/>
          <p:cNvSpPr/>
          <p:nvPr/>
        </p:nvSpPr>
        <p:spPr>
          <a:xfrm>
            <a:off x="4046938" y="2893333"/>
            <a:ext cx="4471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2595" y="1166"/>
                </a:lnTo>
                <a:lnTo>
                  <a:pt x="4711" y="2346"/>
                </a:lnTo>
                <a:lnTo>
                  <a:pt x="6823" y="3538"/>
                </a:lnTo>
                <a:lnTo>
                  <a:pt x="8932" y="4735"/>
                </a:lnTo>
                <a:lnTo>
                  <a:pt x="11038" y="5940"/>
                </a:lnTo>
                <a:lnTo>
                  <a:pt x="11911" y="6432"/>
                </a:lnTo>
                <a:lnTo>
                  <a:pt x="13449" y="7296"/>
                </a:lnTo>
                <a:lnTo>
                  <a:pt x="16981" y="9279"/>
                </a:lnTo>
                <a:lnTo>
                  <a:pt x="18505" y="10493"/>
                </a:lnTo>
                <a:lnTo>
                  <a:pt x="20044" y="1172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480" y="20930"/>
                </a:lnTo>
                <a:lnTo>
                  <a:pt x="17364" y="20244"/>
                </a:lnTo>
                <a:lnTo>
                  <a:pt x="15252" y="19539"/>
                </a:lnTo>
                <a:lnTo>
                  <a:pt x="13143" y="18822"/>
                </a:lnTo>
                <a:lnTo>
                  <a:pt x="11038" y="18092"/>
                </a:lnTo>
                <a:lnTo>
                  <a:pt x="9073" y="17440"/>
                </a:lnTo>
                <a:lnTo>
                  <a:pt x="7098" y="16783"/>
                </a:lnTo>
                <a:lnTo>
                  <a:pt x="5095" y="16114"/>
                </a:lnTo>
                <a:lnTo>
                  <a:pt x="4415" y="15651"/>
                </a:lnTo>
                <a:lnTo>
                  <a:pt x="3218" y="14835"/>
                </a:lnTo>
                <a:lnTo>
                  <a:pt x="475" y="12960"/>
                </a:lnTo>
                <a:lnTo>
                  <a:pt x="158" y="9590"/>
                </a:lnTo>
                <a:lnTo>
                  <a:pt x="0" y="7236"/>
                </a:lnTo>
                <a:lnTo>
                  <a:pt x="0" y="5266"/>
                </a:lnTo>
                <a:lnTo>
                  <a:pt x="158" y="3059"/>
                </a:lnTo>
                <a:lnTo>
                  <a:pt x="475" y="0"/>
                </a:lnTo>
                <a:close/>
              </a:path>
            </a:pathLst>
          </a:custGeom>
          <a:solidFill>
            <a:srgbClr val="6865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3" name="contour_15131"/>
          <p:cNvSpPr/>
          <p:nvPr/>
        </p:nvSpPr>
        <p:spPr>
          <a:xfrm>
            <a:off x="7954919" y="2864181"/>
            <a:ext cx="3580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14" y="0"/>
                </a:moveTo>
                <a:lnTo>
                  <a:pt x="6225" y="1220"/>
                </a:lnTo>
                <a:lnTo>
                  <a:pt x="8428" y="2455"/>
                </a:lnTo>
                <a:lnTo>
                  <a:pt x="10622" y="3697"/>
                </a:lnTo>
                <a:lnTo>
                  <a:pt x="12807" y="4950"/>
                </a:lnTo>
                <a:lnTo>
                  <a:pt x="14038" y="5645"/>
                </a:lnTo>
                <a:lnTo>
                  <a:pt x="17753" y="7733"/>
                </a:lnTo>
                <a:lnTo>
                  <a:pt x="19666" y="9256"/>
                </a:lnTo>
                <a:lnTo>
                  <a:pt x="21600" y="10800"/>
                </a:lnTo>
                <a:lnTo>
                  <a:pt x="21600" y="13180"/>
                </a:lnTo>
                <a:lnTo>
                  <a:pt x="21600" y="15574"/>
                </a:lnTo>
                <a:lnTo>
                  <a:pt x="21600" y="18000"/>
                </a:lnTo>
                <a:lnTo>
                  <a:pt x="18712" y="19076"/>
                </a:lnTo>
                <a:lnTo>
                  <a:pt x="16430" y="19660"/>
                </a:lnTo>
                <a:lnTo>
                  <a:pt x="12807" y="20250"/>
                </a:lnTo>
                <a:lnTo>
                  <a:pt x="10354" y="20657"/>
                </a:lnTo>
                <a:lnTo>
                  <a:pt x="7861" y="21067"/>
                </a:lnTo>
                <a:lnTo>
                  <a:pt x="6907" y="21200"/>
                </a:lnTo>
                <a:lnTo>
                  <a:pt x="4014" y="21600"/>
                </a:lnTo>
                <a:lnTo>
                  <a:pt x="2400" y="17168"/>
                </a:lnTo>
                <a:lnTo>
                  <a:pt x="1218" y="13777"/>
                </a:lnTo>
                <a:lnTo>
                  <a:pt x="444" y="11207"/>
                </a:lnTo>
                <a:lnTo>
                  <a:pt x="44" y="9245"/>
                </a:lnTo>
                <a:lnTo>
                  <a:pt x="0" y="7668"/>
                </a:lnTo>
                <a:lnTo>
                  <a:pt x="277" y="6268"/>
                </a:lnTo>
                <a:lnTo>
                  <a:pt x="853" y="4824"/>
                </a:lnTo>
                <a:lnTo>
                  <a:pt x="1697" y="3121"/>
                </a:lnTo>
                <a:lnTo>
                  <a:pt x="2273" y="2344"/>
                </a:lnTo>
                <a:lnTo>
                  <a:pt x="4014" y="0"/>
                </a:lnTo>
                <a:close/>
              </a:path>
            </a:pathLst>
          </a:custGeom>
          <a:solidFill>
            <a:srgbClr val="DDE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4" name="contour_15132"/>
          <p:cNvSpPr/>
          <p:nvPr/>
        </p:nvSpPr>
        <p:spPr>
          <a:xfrm>
            <a:off x="8121902" y="2879354"/>
            <a:ext cx="37366" cy="431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48" y="387"/>
                </a:moveTo>
                <a:lnTo>
                  <a:pt x="19633" y="2186"/>
                </a:lnTo>
                <a:lnTo>
                  <a:pt x="20707" y="3690"/>
                </a:lnTo>
                <a:lnTo>
                  <a:pt x="21238" y="5708"/>
                </a:lnTo>
                <a:lnTo>
                  <a:pt x="21600" y="9052"/>
                </a:lnTo>
                <a:lnTo>
                  <a:pt x="21423" y="10785"/>
                </a:lnTo>
                <a:lnTo>
                  <a:pt x="21246" y="12530"/>
                </a:lnTo>
                <a:lnTo>
                  <a:pt x="21065" y="14300"/>
                </a:lnTo>
                <a:lnTo>
                  <a:pt x="18284" y="14300"/>
                </a:lnTo>
                <a:lnTo>
                  <a:pt x="15483" y="14300"/>
                </a:lnTo>
                <a:lnTo>
                  <a:pt x="12639" y="14300"/>
                </a:lnTo>
                <a:lnTo>
                  <a:pt x="11598" y="16107"/>
                </a:lnTo>
                <a:lnTo>
                  <a:pt x="10554" y="17921"/>
                </a:lnTo>
                <a:lnTo>
                  <a:pt x="9496" y="19750"/>
                </a:lnTo>
                <a:lnTo>
                  <a:pt x="8426" y="21600"/>
                </a:lnTo>
                <a:lnTo>
                  <a:pt x="7238" y="19534"/>
                </a:lnTo>
                <a:lnTo>
                  <a:pt x="6041" y="17468"/>
                </a:lnTo>
                <a:lnTo>
                  <a:pt x="4849" y="15395"/>
                </a:lnTo>
                <a:lnTo>
                  <a:pt x="3648" y="13315"/>
                </a:lnTo>
                <a:lnTo>
                  <a:pt x="2439" y="11223"/>
                </a:lnTo>
                <a:lnTo>
                  <a:pt x="1226" y="9117"/>
                </a:lnTo>
                <a:lnTo>
                  <a:pt x="0" y="7000"/>
                </a:lnTo>
                <a:lnTo>
                  <a:pt x="4167" y="4227"/>
                </a:lnTo>
                <a:lnTo>
                  <a:pt x="7272" y="2256"/>
                </a:lnTo>
                <a:lnTo>
                  <a:pt x="9622" y="975"/>
                </a:lnTo>
                <a:lnTo>
                  <a:pt x="11523" y="259"/>
                </a:lnTo>
                <a:lnTo>
                  <a:pt x="13292" y="0"/>
                </a:lnTo>
                <a:lnTo>
                  <a:pt x="15230" y="80"/>
                </a:lnTo>
                <a:lnTo>
                  <a:pt x="17648" y="387"/>
                </a:lnTo>
                <a:close/>
              </a:path>
            </a:pathLst>
          </a:custGeom>
          <a:solidFill>
            <a:srgbClr val="EAF6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5" name="contour_15133"/>
          <p:cNvSpPr/>
          <p:nvPr/>
        </p:nvSpPr>
        <p:spPr>
          <a:xfrm>
            <a:off x="3931314" y="2864181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917" y="1786"/>
                </a:lnTo>
                <a:lnTo>
                  <a:pt x="13500" y="3600"/>
                </a:lnTo>
                <a:lnTo>
                  <a:pt x="13978" y="4496"/>
                </a:lnTo>
                <a:lnTo>
                  <a:pt x="15429" y="7200"/>
                </a:lnTo>
                <a:lnTo>
                  <a:pt x="17468" y="7200"/>
                </a:lnTo>
                <a:lnTo>
                  <a:pt x="19520" y="7200"/>
                </a:lnTo>
                <a:lnTo>
                  <a:pt x="21600" y="7200"/>
                </a:lnTo>
                <a:lnTo>
                  <a:pt x="20727" y="9238"/>
                </a:lnTo>
                <a:lnTo>
                  <a:pt x="19853" y="11275"/>
                </a:lnTo>
                <a:lnTo>
                  <a:pt x="18977" y="13320"/>
                </a:lnTo>
                <a:lnTo>
                  <a:pt x="18098" y="15372"/>
                </a:lnTo>
                <a:lnTo>
                  <a:pt x="17212" y="17435"/>
                </a:lnTo>
                <a:lnTo>
                  <a:pt x="16323" y="19508"/>
                </a:lnTo>
                <a:lnTo>
                  <a:pt x="15429" y="21600"/>
                </a:lnTo>
                <a:lnTo>
                  <a:pt x="15429" y="19220"/>
                </a:lnTo>
                <a:lnTo>
                  <a:pt x="15429" y="16826"/>
                </a:lnTo>
                <a:lnTo>
                  <a:pt x="15429" y="14400"/>
                </a:lnTo>
                <a:lnTo>
                  <a:pt x="13411" y="13525"/>
                </a:lnTo>
                <a:lnTo>
                  <a:pt x="11932" y="13000"/>
                </a:lnTo>
                <a:lnTo>
                  <a:pt x="10275" y="12611"/>
                </a:lnTo>
                <a:lnTo>
                  <a:pt x="7714" y="12150"/>
                </a:lnTo>
                <a:lnTo>
                  <a:pt x="5560" y="11743"/>
                </a:lnTo>
                <a:lnTo>
                  <a:pt x="3376" y="11333"/>
                </a:lnTo>
                <a:lnTo>
                  <a:pt x="1700" y="11066"/>
                </a:lnTo>
                <a:lnTo>
                  <a:pt x="0" y="10800"/>
                </a:lnTo>
                <a:lnTo>
                  <a:pt x="1339" y="10534"/>
                </a:lnTo>
                <a:lnTo>
                  <a:pt x="2700" y="10267"/>
                </a:lnTo>
                <a:lnTo>
                  <a:pt x="3564" y="10062"/>
                </a:lnTo>
                <a:lnTo>
                  <a:pt x="6171" y="9450"/>
                </a:lnTo>
                <a:lnTo>
                  <a:pt x="7893" y="9072"/>
                </a:lnTo>
                <a:lnTo>
                  <a:pt x="9643" y="8690"/>
                </a:lnTo>
                <a:lnTo>
                  <a:pt x="10982" y="7952"/>
                </a:lnTo>
                <a:lnTo>
                  <a:pt x="12343" y="7200"/>
                </a:lnTo>
                <a:lnTo>
                  <a:pt x="12343" y="4820"/>
                </a:lnTo>
                <a:lnTo>
                  <a:pt x="12343" y="2426"/>
                </a:lnTo>
                <a:lnTo>
                  <a:pt x="12343" y="0"/>
                </a:lnTo>
                <a:close/>
              </a:path>
            </a:pathLst>
          </a:custGeom>
          <a:solidFill>
            <a:srgbClr val="6662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6" name="contour_15134"/>
          <p:cNvSpPr/>
          <p:nvPr/>
        </p:nvSpPr>
        <p:spPr>
          <a:xfrm>
            <a:off x="1336789" y="2871469"/>
            <a:ext cx="43728" cy="285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8140" y="1357"/>
                </a:lnTo>
                <a:lnTo>
                  <a:pt x="11592" y="2466"/>
                </a:lnTo>
                <a:lnTo>
                  <a:pt x="14159" y="3464"/>
                </a:lnTo>
                <a:lnTo>
                  <a:pt x="16038" y="4473"/>
                </a:lnTo>
                <a:lnTo>
                  <a:pt x="17431" y="5637"/>
                </a:lnTo>
                <a:lnTo>
                  <a:pt x="18540" y="7088"/>
                </a:lnTo>
                <a:lnTo>
                  <a:pt x="19562" y="8958"/>
                </a:lnTo>
                <a:lnTo>
                  <a:pt x="20700" y="11374"/>
                </a:lnTo>
                <a:lnTo>
                  <a:pt x="21146" y="13944"/>
                </a:lnTo>
                <a:lnTo>
                  <a:pt x="21600" y="16547"/>
                </a:lnTo>
                <a:lnTo>
                  <a:pt x="17201" y="18561"/>
                </a:lnTo>
                <a:lnTo>
                  <a:pt x="13828" y="20034"/>
                </a:lnTo>
                <a:lnTo>
                  <a:pt x="11257" y="21010"/>
                </a:lnTo>
                <a:lnTo>
                  <a:pt x="9270" y="21517"/>
                </a:lnTo>
                <a:lnTo>
                  <a:pt x="7639" y="21600"/>
                </a:lnTo>
                <a:lnTo>
                  <a:pt x="6149" y="21291"/>
                </a:lnTo>
                <a:lnTo>
                  <a:pt x="4576" y="20629"/>
                </a:lnTo>
                <a:lnTo>
                  <a:pt x="2700" y="19647"/>
                </a:lnTo>
                <a:lnTo>
                  <a:pt x="1361" y="18108"/>
                </a:lnTo>
                <a:lnTo>
                  <a:pt x="0" y="16547"/>
                </a:lnTo>
                <a:lnTo>
                  <a:pt x="713" y="13271"/>
                </a:lnTo>
                <a:lnTo>
                  <a:pt x="1429" y="9984"/>
                </a:lnTo>
                <a:lnTo>
                  <a:pt x="2146" y="6685"/>
                </a:lnTo>
                <a:lnTo>
                  <a:pt x="2869" y="3359"/>
                </a:lnTo>
                <a:lnTo>
                  <a:pt x="3600" y="0"/>
                </a:lnTo>
                <a:close/>
              </a:path>
            </a:pathLst>
          </a:custGeom>
          <a:solidFill>
            <a:srgbClr val="ED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7" name="contour_15135"/>
          <p:cNvSpPr/>
          <p:nvPr/>
        </p:nvSpPr>
        <p:spPr>
          <a:xfrm>
            <a:off x="6846511" y="2878757"/>
            <a:ext cx="36440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1" y="0"/>
                </a:lnTo>
                <a:lnTo>
                  <a:pt x="5707" y="0"/>
                </a:lnTo>
                <a:lnTo>
                  <a:pt x="8575" y="0"/>
                </a:lnTo>
                <a:lnTo>
                  <a:pt x="11457" y="0"/>
                </a:lnTo>
                <a:lnTo>
                  <a:pt x="14355" y="0"/>
                </a:lnTo>
                <a:lnTo>
                  <a:pt x="17280" y="0"/>
                </a:lnTo>
                <a:lnTo>
                  <a:pt x="16662" y="1690"/>
                </a:lnTo>
                <a:lnTo>
                  <a:pt x="16032" y="3404"/>
                </a:lnTo>
                <a:lnTo>
                  <a:pt x="15211" y="5965"/>
                </a:lnTo>
                <a:lnTo>
                  <a:pt x="14468" y="8482"/>
                </a:lnTo>
                <a:lnTo>
                  <a:pt x="13828" y="11003"/>
                </a:lnTo>
                <a:lnTo>
                  <a:pt x="13314" y="13564"/>
                </a:lnTo>
                <a:lnTo>
                  <a:pt x="12960" y="16210"/>
                </a:lnTo>
                <a:lnTo>
                  <a:pt x="15375" y="17985"/>
                </a:lnTo>
                <a:lnTo>
                  <a:pt x="17077" y="18998"/>
                </a:lnTo>
                <a:lnTo>
                  <a:pt x="18883" y="19630"/>
                </a:lnTo>
                <a:lnTo>
                  <a:pt x="21600" y="20263"/>
                </a:lnTo>
                <a:lnTo>
                  <a:pt x="16606" y="21004"/>
                </a:lnTo>
                <a:lnTo>
                  <a:pt x="13094" y="21450"/>
                </a:lnTo>
                <a:lnTo>
                  <a:pt x="10593" y="21600"/>
                </a:lnTo>
                <a:lnTo>
                  <a:pt x="8614" y="21450"/>
                </a:lnTo>
                <a:lnTo>
                  <a:pt x="6683" y="21004"/>
                </a:lnTo>
                <a:lnTo>
                  <a:pt x="4320" y="20263"/>
                </a:lnTo>
                <a:lnTo>
                  <a:pt x="3275" y="17799"/>
                </a:lnTo>
                <a:lnTo>
                  <a:pt x="2424" y="15327"/>
                </a:lnTo>
                <a:lnTo>
                  <a:pt x="1745" y="12842"/>
                </a:lnTo>
                <a:lnTo>
                  <a:pt x="1210" y="10338"/>
                </a:lnTo>
                <a:lnTo>
                  <a:pt x="795" y="7805"/>
                </a:lnTo>
                <a:lnTo>
                  <a:pt x="471" y="5244"/>
                </a:lnTo>
                <a:lnTo>
                  <a:pt x="216" y="2646"/>
                </a:lnTo>
                <a:lnTo>
                  <a:pt x="0" y="0"/>
                </a:lnTo>
                <a:close/>
              </a:path>
            </a:pathLst>
          </a:custGeom>
          <a:solidFill>
            <a:srgbClr val="4242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8" name="contour_15136"/>
          <p:cNvSpPr/>
          <p:nvPr/>
        </p:nvSpPr>
        <p:spPr>
          <a:xfrm>
            <a:off x="5381624" y="2855581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C3C3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39" name="contour_15137"/>
          <p:cNvSpPr/>
          <p:nvPr/>
        </p:nvSpPr>
        <p:spPr>
          <a:xfrm>
            <a:off x="9761707" y="2849605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765"/>
                </a:lnTo>
                <a:lnTo>
                  <a:pt x="16162" y="1531"/>
                </a:lnTo>
                <a:lnTo>
                  <a:pt x="18862" y="2305"/>
                </a:lnTo>
                <a:lnTo>
                  <a:pt x="21600" y="3086"/>
                </a:lnTo>
                <a:lnTo>
                  <a:pt x="21524" y="5249"/>
                </a:lnTo>
                <a:lnTo>
                  <a:pt x="21379" y="6823"/>
                </a:lnTo>
                <a:lnTo>
                  <a:pt x="21071" y="8260"/>
                </a:lnTo>
                <a:lnTo>
                  <a:pt x="20504" y="10013"/>
                </a:lnTo>
                <a:lnTo>
                  <a:pt x="19575" y="12534"/>
                </a:lnTo>
                <a:lnTo>
                  <a:pt x="18976" y="14228"/>
                </a:lnTo>
                <a:lnTo>
                  <a:pt x="18371" y="15932"/>
                </a:lnTo>
                <a:lnTo>
                  <a:pt x="17761" y="17660"/>
                </a:lnTo>
                <a:lnTo>
                  <a:pt x="16988" y="19616"/>
                </a:lnTo>
                <a:lnTo>
                  <a:pt x="16200" y="21600"/>
                </a:lnTo>
                <a:lnTo>
                  <a:pt x="12992" y="20989"/>
                </a:lnTo>
                <a:lnTo>
                  <a:pt x="9774" y="20375"/>
                </a:lnTo>
                <a:lnTo>
                  <a:pt x="6545" y="19761"/>
                </a:lnTo>
                <a:lnTo>
                  <a:pt x="3289" y="19141"/>
                </a:lnTo>
                <a:lnTo>
                  <a:pt x="0" y="18514"/>
                </a:lnTo>
                <a:lnTo>
                  <a:pt x="1188" y="16478"/>
                </a:lnTo>
                <a:lnTo>
                  <a:pt x="2376" y="14438"/>
                </a:lnTo>
                <a:lnTo>
                  <a:pt x="3569" y="12398"/>
                </a:lnTo>
                <a:lnTo>
                  <a:pt x="4763" y="10353"/>
                </a:lnTo>
                <a:lnTo>
                  <a:pt x="5956" y="8301"/>
                </a:lnTo>
                <a:lnTo>
                  <a:pt x="7160" y="6239"/>
                </a:lnTo>
                <a:lnTo>
                  <a:pt x="8365" y="4172"/>
                </a:lnTo>
                <a:lnTo>
                  <a:pt x="9580" y="2092"/>
                </a:lnTo>
                <a:lnTo>
                  <a:pt x="10800" y="0"/>
                </a:lnTo>
                <a:close/>
              </a:path>
            </a:pathLst>
          </a:custGeom>
          <a:solidFill>
            <a:srgbClr val="CAD9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0" name="contour_15138"/>
          <p:cNvSpPr/>
          <p:nvPr/>
        </p:nvSpPr>
        <p:spPr>
          <a:xfrm>
            <a:off x="5125233" y="2849605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4340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1" name="contour_15139"/>
          <p:cNvSpPr/>
          <p:nvPr/>
        </p:nvSpPr>
        <p:spPr>
          <a:xfrm>
            <a:off x="6970407" y="2798589"/>
            <a:ext cx="36440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176" y="1140"/>
                </a:lnTo>
                <a:lnTo>
                  <a:pt x="9711" y="2287"/>
                </a:lnTo>
                <a:lnTo>
                  <a:pt x="10260" y="3451"/>
                </a:lnTo>
                <a:lnTo>
                  <a:pt x="10657" y="4001"/>
                </a:lnTo>
                <a:lnTo>
                  <a:pt x="11357" y="4973"/>
                </a:lnTo>
                <a:lnTo>
                  <a:pt x="12960" y="7200"/>
                </a:lnTo>
                <a:lnTo>
                  <a:pt x="15237" y="7721"/>
                </a:lnTo>
                <a:lnTo>
                  <a:pt x="17548" y="8251"/>
                </a:lnTo>
                <a:lnTo>
                  <a:pt x="19561" y="8921"/>
                </a:lnTo>
                <a:lnTo>
                  <a:pt x="21600" y="9600"/>
                </a:lnTo>
                <a:lnTo>
                  <a:pt x="21518" y="11304"/>
                </a:lnTo>
                <a:lnTo>
                  <a:pt x="21324" y="12514"/>
                </a:lnTo>
                <a:lnTo>
                  <a:pt x="20861" y="13802"/>
                </a:lnTo>
                <a:lnTo>
                  <a:pt x="19980" y="15749"/>
                </a:lnTo>
                <a:lnTo>
                  <a:pt x="19259" y="17393"/>
                </a:lnTo>
                <a:lnTo>
                  <a:pt x="18528" y="19058"/>
                </a:lnTo>
                <a:lnTo>
                  <a:pt x="17911" y="20321"/>
                </a:lnTo>
                <a:lnTo>
                  <a:pt x="17280" y="21600"/>
                </a:lnTo>
                <a:lnTo>
                  <a:pt x="16883" y="21120"/>
                </a:lnTo>
                <a:lnTo>
                  <a:pt x="15695" y="19668"/>
                </a:lnTo>
                <a:lnTo>
                  <a:pt x="14291" y="18055"/>
                </a:lnTo>
                <a:lnTo>
                  <a:pt x="12887" y="16514"/>
                </a:lnTo>
                <a:lnTo>
                  <a:pt x="11439" y="15041"/>
                </a:lnTo>
                <a:lnTo>
                  <a:pt x="9919" y="13625"/>
                </a:lnTo>
                <a:lnTo>
                  <a:pt x="8294" y="12264"/>
                </a:lnTo>
                <a:lnTo>
                  <a:pt x="6519" y="10946"/>
                </a:lnTo>
                <a:lnTo>
                  <a:pt x="4571" y="9667"/>
                </a:lnTo>
                <a:lnTo>
                  <a:pt x="2411" y="8422"/>
                </a:lnTo>
                <a:lnTo>
                  <a:pt x="0" y="7200"/>
                </a:lnTo>
                <a:lnTo>
                  <a:pt x="2856" y="7200"/>
                </a:lnTo>
                <a:lnTo>
                  <a:pt x="5728" y="7200"/>
                </a:lnTo>
                <a:lnTo>
                  <a:pt x="8640" y="7200"/>
                </a:lnTo>
                <a:lnTo>
                  <a:pt x="8640" y="5774"/>
                </a:lnTo>
                <a:lnTo>
                  <a:pt x="8640" y="4344"/>
                </a:lnTo>
                <a:lnTo>
                  <a:pt x="8640" y="2909"/>
                </a:lnTo>
                <a:lnTo>
                  <a:pt x="8640" y="1462"/>
                </a:lnTo>
                <a:lnTo>
                  <a:pt x="8640" y="0"/>
                </a:lnTo>
                <a:close/>
              </a:path>
            </a:pathLst>
          </a:custGeom>
          <a:solidFill>
            <a:srgbClr val="7377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2" name="contour_15140"/>
          <p:cNvSpPr/>
          <p:nvPr/>
        </p:nvSpPr>
        <p:spPr>
          <a:xfrm>
            <a:off x="4456050" y="2820453"/>
            <a:ext cx="2440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00" y="461"/>
                </a:lnTo>
                <a:lnTo>
                  <a:pt x="8206" y="878"/>
                </a:lnTo>
                <a:lnTo>
                  <a:pt x="11148" y="1426"/>
                </a:lnTo>
                <a:lnTo>
                  <a:pt x="14555" y="2275"/>
                </a:lnTo>
                <a:lnTo>
                  <a:pt x="19355" y="3600"/>
                </a:lnTo>
                <a:lnTo>
                  <a:pt x="20600" y="6070"/>
                </a:lnTo>
                <a:lnTo>
                  <a:pt x="21348" y="8456"/>
                </a:lnTo>
                <a:lnTo>
                  <a:pt x="21600" y="10800"/>
                </a:lnTo>
                <a:lnTo>
                  <a:pt x="21348" y="13144"/>
                </a:lnTo>
                <a:lnTo>
                  <a:pt x="20600" y="15530"/>
                </a:lnTo>
                <a:lnTo>
                  <a:pt x="19355" y="18000"/>
                </a:lnTo>
                <a:lnTo>
                  <a:pt x="14555" y="19325"/>
                </a:lnTo>
                <a:lnTo>
                  <a:pt x="11148" y="20174"/>
                </a:lnTo>
                <a:lnTo>
                  <a:pt x="8206" y="20722"/>
                </a:lnTo>
                <a:lnTo>
                  <a:pt x="4800" y="21139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F4F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3" name="contour_15141"/>
          <p:cNvSpPr/>
          <p:nvPr/>
        </p:nvSpPr>
        <p:spPr>
          <a:xfrm>
            <a:off x="8683085" y="2827741"/>
            <a:ext cx="22921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90" y="233"/>
                </a:lnTo>
                <a:lnTo>
                  <a:pt x="3413" y="538"/>
                </a:lnTo>
                <a:lnTo>
                  <a:pt x="7067" y="1112"/>
                </a:lnTo>
                <a:lnTo>
                  <a:pt x="13736" y="2160"/>
                </a:lnTo>
                <a:lnTo>
                  <a:pt x="15494" y="3836"/>
                </a:lnTo>
                <a:lnTo>
                  <a:pt x="16662" y="5061"/>
                </a:lnTo>
                <a:lnTo>
                  <a:pt x="17514" y="6188"/>
                </a:lnTo>
                <a:lnTo>
                  <a:pt x="18303" y="7579"/>
                </a:lnTo>
                <a:lnTo>
                  <a:pt x="19313" y="9586"/>
                </a:lnTo>
                <a:lnTo>
                  <a:pt x="20068" y="10921"/>
                </a:lnTo>
                <a:lnTo>
                  <a:pt x="20831" y="12264"/>
                </a:lnTo>
                <a:lnTo>
                  <a:pt x="21600" y="13627"/>
                </a:lnTo>
                <a:lnTo>
                  <a:pt x="21270" y="14835"/>
                </a:lnTo>
                <a:lnTo>
                  <a:pt x="20941" y="16049"/>
                </a:lnTo>
                <a:lnTo>
                  <a:pt x="20604" y="17280"/>
                </a:lnTo>
                <a:lnTo>
                  <a:pt x="17204" y="17993"/>
                </a:lnTo>
                <a:lnTo>
                  <a:pt x="13798" y="18708"/>
                </a:lnTo>
                <a:lnTo>
                  <a:pt x="10378" y="19425"/>
                </a:lnTo>
                <a:lnTo>
                  <a:pt x="6944" y="20144"/>
                </a:lnTo>
                <a:lnTo>
                  <a:pt x="3489" y="20870"/>
                </a:lnTo>
                <a:lnTo>
                  <a:pt x="0" y="21600"/>
                </a:lnTo>
                <a:lnTo>
                  <a:pt x="0" y="20073"/>
                </a:lnTo>
                <a:lnTo>
                  <a:pt x="0" y="18544"/>
                </a:lnTo>
                <a:lnTo>
                  <a:pt x="0" y="17016"/>
                </a:lnTo>
                <a:lnTo>
                  <a:pt x="0" y="15485"/>
                </a:lnTo>
                <a:lnTo>
                  <a:pt x="0" y="13954"/>
                </a:lnTo>
                <a:lnTo>
                  <a:pt x="0" y="12418"/>
                </a:lnTo>
                <a:lnTo>
                  <a:pt x="0" y="10882"/>
                </a:lnTo>
                <a:lnTo>
                  <a:pt x="0" y="9340"/>
                </a:lnTo>
                <a:lnTo>
                  <a:pt x="0" y="7795"/>
                </a:lnTo>
                <a:lnTo>
                  <a:pt x="0" y="6247"/>
                </a:lnTo>
                <a:lnTo>
                  <a:pt x="0" y="4694"/>
                </a:lnTo>
                <a:lnTo>
                  <a:pt x="0" y="3134"/>
                </a:lnTo>
                <a:lnTo>
                  <a:pt x="0" y="1570"/>
                </a:lnTo>
                <a:lnTo>
                  <a:pt x="0" y="0"/>
                </a:lnTo>
                <a:close/>
              </a:path>
            </a:pathLst>
          </a:custGeom>
          <a:solidFill>
            <a:srgbClr val="C6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4" name="contour_15142"/>
          <p:cNvSpPr/>
          <p:nvPr/>
        </p:nvSpPr>
        <p:spPr>
          <a:xfrm>
            <a:off x="8019877" y="2820453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392"/>
                </a:lnTo>
                <a:lnTo>
                  <a:pt x="2684" y="768"/>
                </a:lnTo>
                <a:lnTo>
                  <a:pt x="4320" y="1234"/>
                </a:lnTo>
                <a:lnTo>
                  <a:pt x="6647" y="1901"/>
                </a:lnTo>
                <a:lnTo>
                  <a:pt x="10055" y="2873"/>
                </a:lnTo>
                <a:lnTo>
                  <a:pt x="14909" y="4261"/>
                </a:lnTo>
                <a:lnTo>
                  <a:pt x="21600" y="6171"/>
                </a:lnTo>
                <a:lnTo>
                  <a:pt x="18031" y="6171"/>
                </a:lnTo>
                <a:lnTo>
                  <a:pt x="14440" y="6171"/>
                </a:lnTo>
                <a:lnTo>
                  <a:pt x="10800" y="6171"/>
                </a:lnTo>
                <a:lnTo>
                  <a:pt x="9601" y="8189"/>
                </a:lnTo>
                <a:lnTo>
                  <a:pt x="8888" y="9668"/>
                </a:lnTo>
                <a:lnTo>
                  <a:pt x="8370" y="11325"/>
                </a:lnTo>
                <a:lnTo>
                  <a:pt x="7765" y="13886"/>
                </a:lnTo>
                <a:lnTo>
                  <a:pt x="7144" y="16447"/>
                </a:lnTo>
                <a:lnTo>
                  <a:pt x="6691" y="18104"/>
                </a:lnTo>
                <a:lnTo>
                  <a:pt x="6183" y="19582"/>
                </a:lnTo>
                <a:lnTo>
                  <a:pt x="5400" y="21600"/>
                </a:lnTo>
                <a:lnTo>
                  <a:pt x="2722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A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5" name="contour_15143"/>
          <p:cNvSpPr/>
          <p:nvPr/>
        </p:nvSpPr>
        <p:spPr>
          <a:xfrm>
            <a:off x="4426898" y="2819469"/>
            <a:ext cx="291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568"/>
                </a:moveTo>
                <a:lnTo>
                  <a:pt x="9580" y="189"/>
                </a:lnTo>
                <a:lnTo>
                  <a:pt x="12512" y="0"/>
                </a:lnTo>
                <a:lnTo>
                  <a:pt x="14974" y="0"/>
                </a:lnTo>
                <a:lnTo>
                  <a:pt x="17744" y="189"/>
                </a:lnTo>
                <a:lnTo>
                  <a:pt x="21600" y="568"/>
                </a:lnTo>
                <a:lnTo>
                  <a:pt x="21600" y="3542"/>
                </a:lnTo>
                <a:lnTo>
                  <a:pt x="21600" y="6520"/>
                </a:lnTo>
                <a:lnTo>
                  <a:pt x="21600" y="9507"/>
                </a:lnTo>
                <a:lnTo>
                  <a:pt x="21600" y="12506"/>
                </a:lnTo>
                <a:lnTo>
                  <a:pt x="21600" y="15518"/>
                </a:lnTo>
                <a:lnTo>
                  <a:pt x="21600" y="18546"/>
                </a:lnTo>
                <a:lnTo>
                  <a:pt x="21600" y="21600"/>
                </a:lnTo>
                <a:lnTo>
                  <a:pt x="18544" y="20410"/>
                </a:lnTo>
                <a:lnTo>
                  <a:pt x="15487" y="19219"/>
                </a:lnTo>
                <a:lnTo>
                  <a:pt x="12420" y="18025"/>
                </a:lnTo>
                <a:lnTo>
                  <a:pt x="9342" y="16826"/>
                </a:lnTo>
                <a:lnTo>
                  <a:pt x="6248" y="15618"/>
                </a:lnTo>
                <a:lnTo>
                  <a:pt x="3137" y="14407"/>
                </a:lnTo>
                <a:lnTo>
                  <a:pt x="0" y="13187"/>
                </a:lnTo>
                <a:lnTo>
                  <a:pt x="853" y="10058"/>
                </a:lnTo>
                <a:lnTo>
                  <a:pt x="1561" y="7837"/>
                </a:lnTo>
                <a:lnTo>
                  <a:pt x="2381" y="5918"/>
                </a:lnTo>
                <a:lnTo>
                  <a:pt x="3575" y="3697"/>
                </a:lnTo>
                <a:lnTo>
                  <a:pt x="5400" y="568"/>
                </a:lnTo>
                <a:close/>
              </a:path>
            </a:pathLst>
          </a:custGeom>
          <a:solidFill>
            <a:srgbClr val="8B94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6" name="contour_15144"/>
          <p:cNvSpPr/>
          <p:nvPr/>
        </p:nvSpPr>
        <p:spPr>
          <a:xfrm>
            <a:off x="10964226" y="2806817"/>
            <a:ext cx="51016" cy="282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1021"/>
                </a:moveTo>
                <a:lnTo>
                  <a:pt x="19656" y="2929"/>
                </a:lnTo>
                <a:lnTo>
                  <a:pt x="21600" y="4860"/>
                </a:lnTo>
                <a:lnTo>
                  <a:pt x="20233" y="8091"/>
                </a:lnTo>
                <a:lnTo>
                  <a:pt x="18844" y="11149"/>
                </a:lnTo>
                <a:lnTo>
                  <a:pt x="17397" y="14028"/>
                </a:lnTo>
                <a:lnTo>
                  <a:pt x="15854" y="16734"/>
                </a:lnTo>
                <a:lnTo>
                  <a:pt x="14182" y="19256"/>
                </a:lnTo>
                <a:lnTo>
                  <a:pt x="12343" y="21600"/>
                </a:lnTo>
                <a:lnTo>
                  <a:pt x="10100" y="21338"/>
                </a:lnTo>
                <a:lnTo>
                  <a:pt x="8044" y="20757"/>
                </a:lnTo>
                <a:lnTo>
                  <a:pt x="6088" y="19898"/>
                </a:lnTo>
                <a:lnTo>
                  <a:pt x="4150" y="18799"/>
                </a:lnTo>
                <a:lnTo>
                  <a:pt x="2151" y="17493"/>
                </a:lnTo>
                <a:lnTo>
                  <a:pt x="0" y="16020"/>
                </a:lnTo>
                <a:lnTo>
                  <a:pt x="3178" y="10881"/>
                </a:lnTo>
                <a:lnTo>
                  <a:pt x="5712" y="6891"/>
                </a:lnTo>
                <a:lnTo>
                  <a:pt x="7751" y="3939"/>
                </a:lnTo>
                <a:lnTo>
                  <a:pt x="9442" y="1897"/>
                </a:lnTo>
                <a:lnTo>
                  <a:pt x="10927" y="642"/>
                </a:lnTo>
                <a:lnTo>
                  <a:pt x="12352" y="50"/>
                </a:lnTo>
                <a:lnTo>
                  <a:pt x="13867" y="0"/>
                </a:lnTo>
                <a:lnTo>
                  <a:pt x="15614" y="363"/>
                </a:lnTo>
                <a:lnTo>
                  <a:pt x="17743" y="1021"/>
                </a:lnTo>
                <a:close/>
              </a:path>
            </a:pathLst>
          </a:custGeom>
          <a:solidFill>
            <a:srgbClr val="E4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7" name="contour_15145"/>
          <p:cNvSpPr/>
          <p:nvPr/>
        </p:nvSpPr>
        <p:spPr>
          <a:xfrm>
            <a:off x="1919828" y="2805877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950"/>
                </a:lnTo>
                <a:lnTo>
                  <a:pt x="7162" y="1901"/>
                </a:lnTo>
                <a:lnTo>
                  <a:pt x="9202" y="2856"/>
                </a:lnTo>
                <a:lnTo>
                  <a:pt x="11247" y="3810"/>
                </a:lnTo>
                <a:lnTo>
                  <a:pt x="13299" y="4765"/>
                </a:lnTo>
                <a:lnTo>
                  <a:pt x="15361" y="5728"/>
                </a:lnTo>
                <a:lnTo>
                  <a:pt x="17428" y="6692"/>
                </a:lnTo>
                <a:lnTo>
                  <a:pt x="19508" y="7664"/>
                </a:lnTo>
                <a:lnTo>
                  <a:pt x="21600" y="8640"/>
                </a:lnTo>
                <a:lnTo>
                  <a:pt x="19597" y="11318"/>
                </a:lnTo>
                <a:lnTo>
                  <a:pt x="17752" y="13517"/>
                </a:lnTo>
                <a:lnTo>
                  <a:pt x="16018" y="15297"/>
                </a:lnTo>
                <a:lnTo>
                  <a:pt x="14339" y="16714"/>
                </a:lnTo>
                <a:lnTo>
                  <a:pt x="12670" y="17833"/>
                </a:lnTo>
                <a:lnTo>
                  <a:pt x="10957" y="18710"/>
                </a:lnTo>
                <a:lnTo>
                  <a:pt x="9152" y="19410"/>
                </a:lnTo>
                <a:lnTo>
                  <a:pt x="7202" y="19984"/>
                </a:lnTo>
                <a:lnTo>
                  <a:pt x="5061" y="20503"/>
                </a:lnTo>
                <a:lnTo>
                  <a:pt x="2678" y="21021"/>
                </a:lnTo>
                <a:lnTo>
                  <a:pt x="0" y="21600"/>
                </a:lnTo>
                <a:lnTo>
                  <a:pt x="383" y="18926"/>
                </a:lnTo>
                <a:lnTo>
                  <a:pt x="765" y="16252"/>
                </a:lnTo>
                <a:lnTo>
                  <a:pt x="1148" y="13569"/>
                </a:lnTo>
                <a:lnTo>
                  <a:pt x="1531" y="10882"/>
                </a:lnTo>
                <a:lnTo>
                  <a:pt x="1916" y="8182"/>
                </a:lnTo>
                <a:lnTo>
                  <a:pt x="2305" y="5469"/>
                </a:lnTo>
                <a:lnTo>
                  <a:pt x="2694" y="2743"/>
                </a:lnTo>
                <a:lnTo>
                  <a:pt x="3086" y="0"/>
                </a:lnTo>
                <a:close/>
              </a:path>
            </a:pathLst>
          </a:custGeom>
          <a:solidFill>
            <a:srgbClr val="6056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8" name="contour_15146"/>
          <p:cNvSpPr/>
          <p:nvPr/>
        </p:nvSpPr>
        <p:spPr>
          <a:xfrm>
            <a:off x="841206" y="2784013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1875"/>
                </a:lnTo>
                <a:lnTo>
                  <a:pt x="7425" y="3780"/>
                </a:lnTo>
                <a:lnTo>
                  <a:pt x="8888" y="5772"/>
                </a:lnTo>
                <a:lnTo>
                  <a:pt x="10365" y="7569"/>
                </a:lnTo>
                <a:lnTo>
                  <a:pt x="11861" y="9197"/>
                </a:lnTo>
                <a:lnTo>
                  <a:pt x="13381" y="10692"/>
                </a:lnTo>
                <a:lnTo>
                  <a:pt x="14936" y="12087"/>
                </a:lnTo>
                <a:lnTo>
                  <a:pt x="16527" y="13409"/>
                </a:lnTo>
                <a:lnTo>
                  <a:pt x="18163" y="14697"/>
                </a:lnTo>
                <a:lnTo>
                  <a:pt x="19853" y="15975"/>
                </a:lnTo>
                <a:lnTo>
                  <a:pt x="21600" y="17280"/>
                </a:lnTo>
                <a:lnTo>
                  <a:pt x="19818" y="17639"/>
                </a:lnTo>
                <a:lnTo>
                  <a:pt x="18036" y="17993"/>
                </a:lnTo>
                <a:lnTo>
                  <a:pt x="16251" y="18351"/>
                </a:lnTo>
                <a:lnTo>
                  <a:pt x="14464" y="18706"/>
                </a:lnTo>
                <a:lnTo>
                  <a:pt x="12674" y="19064"/>
                </a:lnTo>
                <a:lnTo>
                  <a:pt x="10881" y="19423"/>
                </a:lnTo>
                <a:lnTo>
                  <a:pt x="9083" y="19781"/>
                </a:lnTo>
                <a:lnTo>
                  <a:pt x="7279" y="20144"/>
                </a:lnTo>
                <a:lnTo>
                  <a:pt x="5470" y="20507"/>
                </a:lnTo>
                <a:lnTo>
                  <a:pt x="3656" y="20870"/>
                </a:lnTo>
                <a:lnTo>
                  <a:pt x="1831" y="21233"/>
                </a:lnTo>
                <a:lnTo>
                  <a:pt x="0" y="21600"/>
                </a:lnTo>
                <a:lnTo>
                  <a:pt x="670" y="18926"/>
                </a:lnTo>
                <a:lnTo>
                  <a:pt x="1337" y="16252"/>
                </a:lnTo>
                <a:lnTo>
                  <a:pt x="2009" y="13569"/>
                </a:lnTo>
                <a:lnTo>
                  <a:pt x="2681" y="10882"/>
                </a:lnTo>
                <a:lnTo>
                  <a:pt x="3353" y="8182"/>
                </a:lnTo>
                <a:lnTo>
                  <a:pt x="4031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F4F3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49" name="contour_15147"/>
          <p:cNvSpPr/>
          <p:nvPr/>
        </p:nvSpPr>
        <p:spPr>
          <a:xfrm>
            <a:off x="4011482" y="2776309"/>
            <a:ext cx="58304" cy="23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2471"/>
                </a:moveTo>
                <a:lnTo>
                  <a:pt x="17569" y="3148"/>
                </a:lnTo>
                <a:lnTo>
                  <a:pt x="18795" y="4347"/>
                </a:lnTo>
                <a:lnTo>
                  <a:pt x="21600" y="7079"/>
                </a:lnTo>
                <a:lnTo>
                  <a:pt x="21138" y="11031"/>
                </a:lnTo>
                <a:lnTo>
                  <a:pt x="20701" y="13744"/>
                </a:lnTo>
                <a:lnTo>
                  <a:pt x="20039" y="16470"/>
                </a:lnTo>
                <a:lnTo>
                  <a:pt x="18900" y="20475"/>
                </a:lnTo>
                <a:lnTo>
                  <a:pt x="16713" y="21111"/>
                </a:lnTo>
                <a:lnTo>
                  <a:pt x="15117" y="21473"/>
                </a:lnTo>
                <a:lnTo>
                  <a:pt x="13657" y="21600"/>
                </a:lnTo>
                <a:lnTo>
                  <a:pt x="11864" y="21533"/>
                </a:lnTo>
                <a:lnTo>
                  <a:pt x="9283" y="21312"/>
                </a:lnTo>
                <a:lnTo>
                  <a:pt x="8510" y="21252"/>
                </a:lnTo>
                <a:lnTo>
                  <a:pt x="7152" y="21165"/>
                </a:lnTo>
                <a:lnTo>
                  <a:pt x="4039" y="20944"/>
                </a:lnTo>
                <a:lnTo>
                  <a:pt x="2705" y="20790"/>
                </a:lnTo>
                <a:lnTo>
                  <a:pt x="1361" y="20636"/>
                </a:lnTo>
                <a:lnTo>
                  <a:pt x="0" y="20475"/>
                </a:lnTo>
                <a:lnTo>
                  <a:pt x="2641" y="14333"/>
                </a:lnTo>
                <a:lnTo>
                  <a:pt x="4801" y="9437"/>
                </a:lnTo>
                <a:lnTo>
                  <a:pt x="6577" y="5693"/>
                </a:lnTo>
                <a:lnTo>
                  <a:pt x="8076" y="2980"/>
                </a:lnTo>
                <a:lnTo>
                  <a:pt x="9399" y="1206"/>
                </a:lnTo>
                <a:lnTo>
                  <a:pt x="10641" y="248"/>
                </a:lnTo>
                <a:lnTo>
                  <a:pt x="11910" y="0"/>
                </a:lnTo>
                <a:lnTo>
                  <a:pt x="13306" y="368"/>
                </a:lnTo>
                <a:lnTo>
                  <a:pt x="14926" y="1226"/>
                </a:lnTo>
                <a:lnTo>
                  <a:pt x="16875" y="2471"/>
                </a:lnTo>
                <a:close/>
              </a:path>
            </a:pathLst>
          </a:custGeom>
          <a:solidFill>
            <a:srgbClr val="A69A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0" name="contour_15148"/>
          <p:cNvSpPr/>
          <p:nvPr/>
        </p:nvSpPr>
        <p:spPr>
          <a:xfrm>
            <a:off x="5046377" y="275486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5111" y="20444"/>
                </a:lnTo>
                <a:lnTo>
                  <a:pt x="12947" y="19273"/>
                </a:lnTo>
                <a:lnTo>
                  <a:pt x="10791" y="18079"/>
                </a:lnTo>
                <a:lnTo>
                  <a:pt x="8640" y="16875"/>
                </a:lnTo>
                <a:lnTo>
                  <a:pt x="7430" y="16216"/>
                </a:lnTo>
                <a:lnTo>
                  <a:pt x="3780" y="14218"/>
                </a:lnTo>
                <a:lnTo>
                  <a:pt x="284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C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1" name="contour_15149"/>
          <p:cNvSpPr/>
          <p:nvPr/>
        </p:nvSpPr>
        <p:spPr>
          <a:xfrm>
            <a:off x="3931314" y="276214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606" y="20585"/>
                </a:lnTo>
                <a:lnTo>
                  <a:pt x="13094" y="19818"/>
                </a:lnTo>
                <a:lnTo>
                  <a:pt x="10593" y="19143"/>
                </a:lnTo>
                <a:lnTo>
                  <a:pt x="8614" y="18414"/>
                </a:lnTo>
                <a:lnTo>
                  <a:pt x="6683" y="17485"/>
                </a:lnTo>
                <a:lnTo>
                  <a:pt x="4320" y="16200"/>
                </a:lnTo>
                <a:lnTo>
                  <a:pt x="2730" y="12020"/>
                </a:lnTo>
                <a:lnTo>
                  <a:pt x="1711" y="9088"/>
                </a:lnTo>
                <a:lnTo>
                  <a:pt x="1054" y="6626"/>
                </a:lnTo>
                <a:lnTo>
                  <a:pt x="5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534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2" name="contour_15150"/>
          <p:cNvSpPr/>
          <p:nvPr/>
        </p:nvSpPr>
        <p:spPr>
          <a:xfrm>
            <a:off x="11109986" y="2762149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3571"/>
                </a:lnTo>
                <a:lnTo>
                  <a:pt x="21600" y="7200"/>
                </a:lnTo>
                <a:lnTo>
                  <a:pt x="20002" y="8633"/>
                </a:lnTo>
                <a:lnTo>
                  <a:pt x="18410" y="9994"/>
                </a:lnTo>
                <a:lnTo>
                  <a:pt x="16822" y="11290"/>
                </a:lnTo>
                <a:lnTo>
                  <a:pt x="15226" y="12528"/>
                </a:lnTo>
                <a:lnTo>
                  <a:pt x="13620" y="13709"/>
                </a:lnTo>
                <a:lnTo>
                  <a:pt x="12000" y="14846"/>
                </a:lnTo>
                <a:lnTo>
                  <a:pt x="10622" y="15833"/>
                </a:lnTo>
                <a:lnTo>
                  <a:pt x="9226" y="16834"/>
                </a:lnTo>
                <a:lnTo>
                  <a:pt x="7862" y="17798"/>
                </a:lnTo>
                <a:lnTo>
                  <a:pt x="6497" y="18756"/>
                </a:lnTo>
                <a:lnTo>
                  <a:pt x="5131" y="19714"/>
                </a:lnTo>
                <a:lnTo>
                  <a:pt x="3766" y="20657"/>
                </a:lnTo>
                <a:lnTo>
                  <a:pt x="2400" y="21600"/>
                </a:lnTo>
                <a:lnTo>
                  <a:pt x="1925" y="17323"/>
                </a:lnTo>
                <a:lnTo>
                  <a:pt x="1447" y="13032"/>
                </a:lnTo>
                <a:lnTo>
                  <a:pt x="970" y="8726"/>
                </a:lnTo>
                <a:lnTo>
                  <a:pt x="48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AEA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3" name="contour_15151"/>
          <p:cNvSpPr/>
          <p:nvPr/>
        </p:nvSpPr>
        <p:spPr>
          <a:xfrm>
            <a:off x="4587233" y="2740285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8C96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4" name="contour_15152"/>
          <p:cNvSpPr/>
          <p:nvPr/>
        </p:nvSpPr>
        <p:spPr>
          <a:xfrm>
            <a:off x="4470625" y="2754861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BAC3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5" name="contour_15153"/>
          <p:cNvSpPr/>
          <p:nvPr/>
        </p:nvSpPr>
        <p:spPr>
          <a:xfrm>
            <a:off x="1489837" y="274028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5" y="875"/>
                </a:lnTo>
                <a:lnTo>
                  <a:pt x="4484" y="1804"/>
                </a:lnTo>
                <a:lnTo>
                  <a:pt x="6557" y="2808"/>
                </a:lnTo>
                <a:lnTo>
                  <a:pt x="8541" y="3904"/>
                </a:lnTo>
                <a:lnTo>
                  <a:pt x="10461" y="5125"/>
                </a:lnTo>
                <a:lnTo>
                  <a:pt x="12327" y="6480"/>
                </a:lnTo>
                <a:lnTo>
                  <a:pt x="14167" y="8008"/>
                </a:lnTo>
                <a:lnTo>
                  <a:pt x="15993" y="9720"/>
                </a:lnTo>
                <a:lnTo>
                  <a:pt x="17829" y="11637"/>
                </a:lnTo>
                <a:lnTo>
                  <a:pt x="19690" y="13792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0E0E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6" name="contour_15154"/>
          <p:cNvSpPr/>
          <p:nvPr/>
        </p:nvSpPr>
        <p:spPr>
          <a:xfrm>
            <a:off x="6941255" y="2734214"/>
            <a:ext cx="43728" cy="27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468"/>
                </a:moveTo>
                <a:lnTo>
                  <a:pt x="18436" y="1865"/>
                </a:lnTo>
                <a:lnTo>
                  <a:pt x="20005" y="3268"/>
                </a:lnTo>
                <a:lnTo>
                  <a:pt x="21600" y="4694"/>
                </a:lnTo>
                <a:lnTo>
                  <a:pt x="21600" y="8419"/>
                </a:lnTo>
                <a:lnTo>
                  <a:pt x="21600" y="12167"/>
                </a:lnTo>
                <a:lnTo>
                  <a:pt x="21600" y="15965"/>
                </a:lnTo>
                <a:lnTo>
                  <a:pt x="19220" y="16585"/>
                </a:lnTo>
                <a:lnTo>
                  <a:pt x="16844" y="17204"/>
                </a:lnTo>
                <a:lnTo>
                  <a:pt x="14461" y="17824"/>
                </a:lnTo>
                <a:lnTo>
                  <a:pt x="12074" y="18450"/>
                </a:lnTo>
                <a:lnTo>
                  <a:pt x="9680" y="19075"/>
                </a:lnTo>
                <a:lnTo>
                  <a:pt x="7279" y="19701"/>
                </a:lnTo>
                <a:lnTo>
                  <a:pt x="4864" y="20332"/>
                </a:lnTo>
                <a:lnTo>
                  <a:pt x="2437" y="20963"/>
                </a:lnTo>
                <a:lnTo>
                  <a:pt x="0" y="21600"/>
                </a:lnTo>
                <a:lnTo>
                  <a:pt x="0" y="17875"/>
                </a:lnTo>
                <a:lnTo>
                  <a:pt x="0" y="14128"/>
                </a:lnTo>
                <a:lnTo>
                  <a:pt x="0" y="10329"/>
                </a:lnTo>
                <a:lnTo>
                  <a:pt x="2110" y="7393"/>
                </a:lnTo>
                <a:lnTo>
                  <a:pt x="4018" y="4948"/>
                </a:lnTo>
                <a:lnTo>
                  <a:pt x="5828" y="2987"/>
                </a:lnTo>
                <a:lnTo>
                  <a:pt x="7636" y="1510"/>
                </a:lnTo>
                <a:lnTo>
                  <a:pt x="9544" y="524"/>
                </a:lnTo>
                <a:lnTo>
                  <a:pt x="11650" y="17"/>
                </a:lnTo>
                <a:lnTo>
                  <a:pt x="14062" y="0"/>
                </a:lnTo>
                <a:lnTo>
                  <a:pt x="16877" y="468"/>
                </a:lnTo>
                <a:close/>
              </a:path>
            </a:pathLst>
          </a:custGeom>
          <a:solidFill>
            <a:srgbClr val="B0B6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7" name="contour_15155"/>
          <p:cNvSpPr/>
          <p:nvPr/>
        </p:nvSpPr>
        <p:spPr>
          <a:xfrm>
            <a:off x="7647658" y="2711133"/>
            <a:ext cx="2239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3" y="0"/>
                </a:moveTo>
                <a:lnTo>
                  <a:pt x="5159" y="0"/>
                </a:lnTo>
                <a:lnTo>
                  <a:pt x="9834" y="0"/>
                </a:lnTo>
                <a:lnTo>
                  <a:pt x="14571" y="0"/>
                </a:lnTo>
                <a:lnTo>
                  <a:pt x="16434" y="1615"/>
                </a:lnTo>
                <a:lnTo>
                  <a:pt x="17945" y="3248"/>
                </a:lnTo>
                <a:lnTo>
                  <a:pt x="19147" y="4903"/>
                </a:lnTo>
                <a:lnTo>
                  <a:pt x="20068" y="6577"/>
                </a:lnTo>
                <a:lnTo>
                  <a:pt x="20735" y="8275"/>
                </a:lnTo>
                <a:lnTo>
                  <a:pt x="21192" y="9995"/>
                </a:lnTo>
                <a:lnTo>
                  <a:pt x="21466" y="11737"/>
                </a:lnTo>
                <a:lnTo>
                  <a:pt x="21600" y="13500"/>
                </a:lnTo>
                <a:lnTo>
                  <a:pt x="19801" y="15115"/>
                </a:lnTo>
                <a:lnTo>
                  <a:pt x="17861" y="16519"/>
                </a:lnTo>
                <a:lnTo>
                  <a:pt x="15731" y="17793"/>
                </a:lnTo>
                <a:lnTo>
                  <a:pt x="13341" y="19013"/>
                </a:lnTo>
                <a:lnTo>
                  <a:pt x="10635" y="20258"/>
                </a:lnTo>
                <a:lnTo>
                  <a:pt x="7542" y="21600"/>
                </a:lnTo>
                <a:lnTo>
                  <a:pt x="5047" y="19883"/>
                </a:lnTo>
                <a:lnTo>
                  <a:pt x="3156" y="18225"/>
                </a:lnTo>
                <a:lnTo>
                  <a:pt x="1785" y="16597"/>
                </a:lnTo>
                <a:lnTo>
                  <a:pt x="872" y="14966"/>
                </a:lnTo>
                <a:lnTo>
                  <a:pt x="316" y="13300"/>
                </a:lnTo>
                <a:lnTo>
                  <a:pt x="56" y="11564"/>
                </a:lnTo>
                <a:lnTo>
                  <a:pt x="0" y="9731"/>
                </a:lnTo>
                <a:lnTo>
                  <a:pt x="77" y="7762"/>
                </a:lnTo>
                <a:lnTo>
                  <a:pt x="141" y="6304"/>
                </a:lnTo>
                <a:lnTo>
                  <a:pt x="204" y="4838"/>
                </a:lnTo>
                <a:lnTo>
                  <a:pt x="267" y="3353"/>
                </a:lnTo>
                <a:lnTo>
                  <a:pt x="387" y="1688"/>
                </a:lnTo>
                <a:lnTo>
                  <a:pt x="513" y="0"/>
                </a:lnTo>
                <a:close/>
              </a:path>
            </a:pathLst>
          </a:custGeom>
          <a:solidFill>
            <a:srgbClr val="E3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8" name="contour_15156"/>
          <p:cNvSpPr/>
          <p:nvPr/>
        </p:nvSpPr>
        <p:spPr>
          <a:xfrm>
            <a:off x="10818466" y="2719405"/>
            <a:ext cx="51016" cy="275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4596"/>
                </a:moveTo>
                <a:lnTo>
                  <a:pt x="15651" y="5706"/>
                </a:lnTo>
                <a:lnTo>
                  <a:pt x="17036" y="6834"/>
                </a:lnTo>
                <a:lnTo>
                  <a:pt x="18443" y="7967"/>
                </a:lnTo>
                <a:lnTo>
                  <a:pt x="19227" y="8642"/>
                </a:lnTo>
                <a:lnTo>
                  <a:pt x="21600" y="10674"/>
                </a:lnTo>
                <a:lnTo>
                  <a:pt x="18471" y="14223"/>
                </a:lnTo>
                <a:lnTo>
                  <a:pt x="15969" y="16976"/>
                </a:lnTo>
                <a:lnTo>
                  <a:pt x="13954" y="19007"/>
                </a:lnTo>
                <a:lnTo>
                  <a:pt x="12278" y="20398"/>
                </a:lnTo>
                <a:lnTo>
                  <a:pt x="10794" y="21234"/>
                </a:lnTo>
                <a:lnTo>
                  <a:pt x="9356" y="21600"/>
                </a:lnTo>
                <a:lnTo>
                  <a:pt x="7816" y="21577"/>
                </a:lnTo>
                <a:lnTo>
                  <a:pt x="6033" y="21245"/>
                </a:lnTo>
                <a:lnTo>
                  <a:pt x="3857" y="20690"/>
                </a:lnTo>
                <a:lnTo>
                  <a:pt x="2583" y="19271"/>
                </a:lnTo>
                <a:lnTo>
                  <a:pt x="1299" y="17840"/>
                </a:lnTo>
                <a:lnTo>
                  <a:pt x="0" y="16397"/>
                </a:lnTo>
                <a:lnTo>
                  <a:pt x="0" y="12614"/>
                </a:lnTo>
                <a:lnTo>
                  <a:pt x="0" y="8808"/>
                </a:lnTo>
                <a:lnTo>
                  <a:pt x="0" y="4951"/>
                </a:lnTo>
                <a:lnTo>
                  <a:pt x="2123" y="2198"/>
                </a:lnTo>
                <a:lnTo>
                  <a:pt x="4092" y="595"/>
                </a:lnTo>
                <a:lnTo>
                  <a:pt x="5983" y="0"/>
                </a:lnTo>
                <a:lnTo>
                  <a:pt x="7872" y="246"/>
                </a:lnTo>
                <a:lnTo>
                  <a:pt x="9831" y="1196"/>
                </a:lnTo>
                <a:lnTo>
                  <a:pt x="11939" y="2696"/>
                </a:lnTo>
                <a:lnTo>
                  <a:pt x="14271" y="4596"/>
                </a:lnTo>
                <a:close/>
              </a:path>
            </a:pathLst>
          </a:custGeom>
          <a:solidFill>
            <a:srgbClr val="6D6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59" name="contour_15157"/>
          <p:cNvSpPr/>
          <p:nvPr/>
        </p:nvSpPr>
        <p:spPr>
          <a:xfrm>
            <a:off x="8384277" y="2703845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036" y="21091"/>
                </a:lnTo>
                <a:lnTo>
                  <a:pt x="14467" y="20582"/>
                </a:lnTo>
                <a:lnTo>
                  <a:pt x="10881" y="20069"/>
                </a:lnTo>
                <a:lnTo>
                  <a:pt x="7279" y="19554"/>
                </a:lnTo>
                <a:lnTo>
                  <a:pt x="3656" y="19036"/>
                </a:lnTo>
                <a:lnTo>
                  <a:pt x="0" y="18514"/>
                </a:lnTo>
                <a:lnTo>
                  <a:pt x="1544" y="16752"/>
                </a:lnTo>
                <a:lnTo>
                  <a:pt x="3089" y="14987"/>
                </a:lnTo>
                <a:lnTo>
                  <a:pt x="4628" y="13225"/>
                </a:lnTo>
                <a:lnTo>
                  <a:pt x="6172" y="11460"/>
                </a:lnTo>
                <a:lnTo>
                  <a:pt x="7711" y="9698"/>
                </a:lnTo>
                <a:lnTo>
                  <a:pt x="9256" y="7933"/>
                </a:lnTo>
                <a:lnTo>
                  <a:pt x="10800" y="6171"/>
                </a:lnTo>
                <a:lnTo>
                  <a:pt x="11475" y="5301"/>
                </a:lnTo>
                <a:lnTo>
                  <a:pt x="13522" y="2675"/>
                </a:lnTo>
                <a:lnTo>
                  <a:pt x="14850" y="1348"/>
                </a:lnTo>
                <a:lnTo>
                  <a:pt x="16200" y="0"/>
                </a:lnTo>
                <a:close/>
              </a:path>
            </a:pathLst>
          </a:custGeom>
          <a:solidFill>
            <a:srgbClr val="E5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0" name="contour_15158"/>
          <p:cNvSpPr/>
          <p:nvPr/>
        </p:nvSpPr>
        <p:spPr>
          <a:xfrm>
            <a:off x="1285773" y="2674693"/>
            <a:ext cx="35923" cy="526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29" y="0"/>
                </a:moveTo>
                <a:lnTo>
                  <a:pt x="18765" y="1987"/>
                </a:lnTo>
                <a:lnTo>
                  <a:pt x="19781" y="3896"/>
                </a:lnTo>
                <a:lnTo>
                  <a:pt x="20579" y="5758"/>
                </a:lnTo>
                <a:lnTo>
                  <a:pt x="21153" y="7610"/>
                </a:lnTo>
                <a:lnTo>
                  <a:pt x="21495" y="9477"/>
                </a:lnTo>
                <a:lnTo>
                  <a:pt x="21600" y="11399"/>
                </a:lnTo>
                <a:lnTo>
                  <a:pt x="21464" y="13403"/>
                </a:lnTo>
                <a:lnTo>
                  <a:pt x="21087" y="15525"/>
                </a:lnTo>
                <a:lnTo>
                  <a:pt x="19913" y="17318"/>
                </a:lnTo>
                <a:lnTo>
                  <a:pt x="18730" y="19119"/>
                </a:lnTo>
                <a:lnTo>
                  <a:pt x="17529" y="20948"/>
                </a:lnTo>
                <a:lnTo>
                  <a:pt x="14483" y="21388"/>
                </a:lnTo>
                <a:lnTo>
                  <a:pt x="11639" y="21588"/>
                </a:lnTo>
                <a:lnTo>
                  <a:pt x="8883" y="21600"/>
                </a:lnTo>
                <a:lnTo>
                  <a:pt x="6100" y="21465"/>
                </a:lnTo>
                <a:lnTo>
                  <a:pt x="3177" y="21232"/>
                </a:lnTo>
                <a:lnTo>
                  <a:pt x="0" y="20948"/>
                </a:lnTo>
                <a:lnTo>
                  <a:pt x="44" y="17452"/>
                </a:lnTo>
                <a:lnTo>
                  <a:pt x="342" y="15417"/>
                </a:lnTo>
                <a:lnTo>
                  <a:pt x="1148" y="14071"/>
                </a:lnTo>
                <a:lnTo>
                  <a:pt x="2721" y="12625"/>
                </a:lnTo>
                <a:lnTo>
                  <a:pt x="4496" y="11557"/>
                </a:lnTo>
                <a:lnTo>
                  <a:pt x="6302" y="10474"/>
                </a:lnTo>
                <a:lnTo>
                  <a:pt x="8405" y="9109"/>
                </a:lnTo>
                <a:lnTo>
                  <a:pt x="10320" y="7769"/>
                </a:lnTo>
                <a:lnTo>
                  <a:pt x="12069" y="6416"/>
                </a:lnTo>
                <a:lnTo>
                  <a:pt x="13651" y="5006"/>
                </a:lnTo>
                <a:lnTo>
                  <a:pt x="15079" y="3495"/>
                </a:lnTo>
                <a:lnTo>
                  <a:pt x="16372" y="1840"/>
                </a:lnTo>
                <a:lnTo>
                  <a:pt x="17529" y="0"/>
                </a:lnTo>
                <a:close/>
              </a:path>
            </a:pathLst>
          </a:custGeom>
          <a:solidFill>
            <a:srgbClr val="C4AB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1" name="contour_15159"/>
          <p:cNvSpPr/>
          <p:nvPr/>
        </p:nvSpPr>
        <p:spPr>
          <a:xfrm>
            <a:off x="5716872" y="2711133"/>
            <a:ext cx="2186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053" y="1644"/>
                </a:lnTo>
                <a:lnTo>
                  <a:pt x="20506" y="3290"/>
                </a:lnTo>
                <a:lnTo>
                  <a:pt x="19951" y="4937"/>
                </a:lnTo>
                <a:lnTo>
                  <a:pt x="19404" y="6586"/>
                </a:lnTo>
                <a:lnTo>
                  <a:pt x="18857" y="8237"/>
                </a:lnTo>
                <a:lnTo>
                  <a:pt x="18302" y="9890"/>
                </a:lnTo>
                <a:lnTo>
                  <a:pt x="17748" y="11549"/>
                </a:lnTo>
                <a:lnTo>
                  <a:pt x="17194" y="13210"/>
                </a:lnTo>
                <a:lnTo>
                  <a:pt x="16639" y="14875"/>
                </a:lnTo>
                <a:lnTo>
                  <a:pt x="16085" y="16548"/>
                </a:lnTo>
                <a:lnTo>
                  <a:pt x="15523" y="18226"/>
                </a:lnTo>
                <a:lnTo>
                  <a:pt x="14962" y="19908"/>
                </a:lnTo>
                <a:lnTo>
                  <a:pt x="14400" y="21600"/>
                </a:lnTo>
                <a:lnTo>
                  <a:pt x="10829" y="21600"/>
                </a:lnTo>
                <a:lnTo>
                  <a:pt x="7200" y="21600"/>
                </a:lnTo>
                <a:lnTo>
                  <a:pt x="6509" y="20026"/>
                </a:lnTo>
                <a:lnTo>
                  <a:pt x="5818" y="18451"/>
                </a:lnTo>
                <a:lnTo>
                  <a:pt x="5141" y="16877"/>
                </a:lnTo>
                <a:lnTo>
                  <a:pt x="4471" y="15300"/>
                </a:lnTo>
                <a:lnTo>
                  <a:pt x="3809" y="13726"/>
                </a:lnTo>
                <a:lnTo>
                  <a:pt x="3154" y="12149"/>
                </a:lnTo>
                <a:lnTo>
                  <a:pt x="2542" y="10802"/>
                </a:lnTo>
                <a:lnTo>
                  <a:pt x="1930" y="9437"/>
                </a:lnTo>
                <a:lnTo>
                  <a:pt x="1411" y="8033"/>
                </a:lnTo>
                <a:lnTo>
                  <a:pt x="972" y="6629"/>
                </a:lnTo>
                <a:lnTo>
                  <a:pt x="605" y="5220"/>
                </a:lnTo>
                <a:lnTo>
                  <a:pt x="288" y="3809"/>
                </a:lnTo>
                <a:lnTo>
                  <a:pt x="0" y="2400"/>
                </a:lnTo>
                <a:lnTo>
                  <a:pt x="3571" y="1210"/>
                </a:lnTo>
                <a:lnTo>
                  <a:pt x="7200" y="0"/>
                </a:lnTo>
                <a:close/>
              </a:path>
            </a:pathLst>
          </a:custGeom>
          <a:solidFill>
            <a:srgbClr val="B5BE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2" name="contour_15160"/>
          <p:cNvSpPr/>
          <p:nvPr/>
        </p:nvSpPr>
        <p:spPr>
          <a:xfrm>
            <a:off x="11139138" y="268926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470"/>
                </a:lnTo>
                <a:lnTo>
                  <a:pt x="8104" y="972"/>
                </a:lnTo>
                <a:lnTo>
                  <a:pt x="10354" y="1490"/>
                </a:lnTo>
                <a:lnTo>
                  <a:pt x="12600" y="2025"/>
                </a:lnTo>
                <a:lnTo>
                  <a:pt x="15113" y="2592"/>
                </a:lnTo>
                <a:lnTo>
                  <a:pt x="17662" y="3164"/>
                </a:lnTo>
                <a:lnTo>
                  <a:pt x="19616" y="4271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EBDC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3" name="contour_15161"/>
          <p:cNvSpPr/>
          <p:nvPr/>
        </p:nvSpPr>
        <p:spPr>
          <a:xfrm>
            <a:off x="7189046" y="2674693"/>
            <a:ext cx="2821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36" y="0"/>
                </a:moveTo>
                <a:lnTo>
                  <a:pt x="18342" y="2092"/>
                </a:lnTo>
                <a:lnTo>
                  <a:pt x="19631" y="4070"/>
                </a:lnTo>
                <a:lnTo>
                  <a:pt x="20613" y="5983"/>
                </a:lnTo>
                <a:lnTo>
                  <a:pt x="21265" y="7869"/>
                </a:lnTo>
                <a:lnTo>
                  <a:pt x="21600" y="9772"/>
                </a:lnTo>
                <a:lnTo>
                  <a:pt x="21594" y="11735"/>
                </a:lnTo>
                <a:lnTo>
                  <a:pt x="21254" y="13799"/>
                </a:lnTo>
                <a:lnTo>
                  <a:pt x="20574" y="16009"/>
                </a:lnTo>
                <a:lnTo>
                  <a:pt x="19307" y="17857"/>
                </a:lnTo>
                <a:lnTo>
                  <a:pt x="18030" y="19715"/>
                </a:lnTo>
                <a:lnTo>
                  <a:pt x="16736" y="21600"/>
                </a:lnTo>
                <a:lnTo>
                  <a:pt x="13048" y="21600"/>
                </a:lnTo>
                <a:lnTo>
                  <a:pt x="9338" y="21600"/>
                </a:lnTo>
                <a:lnTo>
                  <a:pt x="5579" y="21600"/>
                </a:lnTo>
                <a:lnTo>
                  <a:pt x="3911" y="19573"/>
                </a:lnTo>
                <a:lnTo>
                  <a:pt x="3007" y="17971"/>
                </a:lnTo>
                <a:lnTo>
                  <a:pt x="2092" y="15429"/>
                </a:lnTo>
                <a:lnTo>
                  <a:pt x="1462" y="13707"/>
                </a:lnTo>
                <a:lnTo>
                  <a:pt x="826" y="11957"/>
                </a:lnTo>
                <a:lnTo>
                  <a:pt x="413" y="10618"/>
                </a:lnTo>
                <a:lnTo>
                  <a:pt x="0" y="9257"/>
                </a:lnTo>
                <a:lnTo>
                  <a:pt x="3687" y="9257"/>
                </a:lnTo>
                <a:lnTo>
                  <a:pt x="7397" y="9257"/>
                </a:lnTo>
                <a:lnTo>
                  <a:pt x="11157" y="9257"/>
                </a:lnTo>
                <a:lnTo>
                  <a:pt x="12875" y="6961"/>
                </a:lnTo>
                <a:lnTo>
                  <a:pt x="14024" y="5332"/>
                </a:lnTo>
                <a:lnTo>
                  <a:pt x="14872" y="3925"/>
                </a:lnTo>
                <a:lnTo>
                  <a:pt x="15687" y="2296"/>
                </a:lnTo>
                <a:lnTo>
                  <a:pt x="16736" y="0"/>
                </a:lnTo>
                <a:close/>
              </a:path>
            </a:pathLst>
          </a:custGeom>
          <a:solidFill>
            <a:srgbClr val="CBB5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4" name="contour_15162"/>
          <p:cNvSpPr/>
          <p:nvPr/>
        </p:nvSpPr>
        <p:spPr>
          <a:xfrm>
            <a:off x="4754857" y="267469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893"/>
                </a:lnTo>
                <a:lnTo>
                  <a:pt x="10757" y="1786"/>
                </a:lnTo>
                <a:lnTo>
                  <a:pt x="13462" y="2689"/>
                </a:lnTo>
                <a:lnTo>
                  <a:pt x="16200" y="3600"/>
                </a:lnTo>
                <a:lnTo>
                  <a:pt x="14861" y="5382"/>
                </a:lnTo>
                <a:lnTo>
                  <a:pt x="13522" y="7175"/>
                </a:lnTo>
                <a:lnTo>
                  <a:pt x="12166" y="8975"/>
                </a:lnTo>
                <a:lnTo>
                  <a:pt x="10800" y="10800"/>
                </a:lnTo>
                <a:lnTo>
                  <a:pt x="14369" y="10800"/>
                </a:lnTo>
                <a:lnTo>
                  <a:pt x="17960" y="10800"/>
                </a:lnTo>
                <a:lnTo>
                  <a:pt x="21600" y="10800"/>
                </a:lnTo>
                <a:lnTo>
                  <a:pt x="20747" y="13478"/>
                </a:lnTo>
                <a:lnTo>
                  <a:pt x="20039" y="15379"/>
                </a:lnTo>
                <a:lnTo>
                  <a:pt x="19219" y="17021"/>
                </a:lnTo>
                <a:lnTo>
                  <a:pt x="18025" y="18922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3B3C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5" name="contour_15163"/>
          <p:cNvSpPr/>
          <p:nvPr/>
        </p:nvSpPr>
        <p:spPr>
          <a:xfrm>
            <a:off x="1788645" y="2696703"/>
            <a:ext cx="51016" cy="217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49" y="22"/>
                </a:moveTo>
                <a:lnTo>
                  <a:pt x="11173" y="660"/>
                </a:lnTo>
                <a:lnTo>
                  <a:pt x="14271" y="2573"/>
                </a:lnTo>
                <a:lnTo>
                  <a:pt x="16342" y="3784"/>
                </a:lnTo>
                <a:lnTo>
                  <a:pt x="18443" y="5009"/>
                </a:lnTo>
                <a:lnTo>
                  <a:pt x="19227" y="5530"/>
                </a:lnTo>
                <a:lnTo>
                  <a:pt x="21600" y="7103"/>
                </a:lnTo>
                <a:lnTo>
                  <a:pt x="21017" y="11503"/>
                </a:lnTo>
                <a:lnTo>
                  <a:pt x="20498" y="14482"/>
                </a:lnTo>
                <a:lnTo>
                  <a:pt x="19761" y="17396"/>
                </a:lnTo>
                <a:lnTo>
                  <a:pt x="18514" y="21600"/>
                </a:lnTo>
                <a:lnTo>
                  <a:pt x="16351" y="21499"/>
                </a:lnTo>
                <a:lnTo>
                  <a:pt x="14777" y="21303"/>
                </a:lnTo>
                <a:lnTo>
                  <a:pt x="13340" y="20890"/>
                </a:lnTo>
                <a:lnTo>
                  <a:pt x="11587" y="20129"/>
                </a:lnTo>
                <a:lnTo>
                  <a:pt x="9063" y="18882"/>
                </a:lnTo>
                <a:lnTo>
                  <a:pt x="8313" y="18527"/>
                </a:lnTo>
                <a:lnTo>
                  <a:pt x="6983" y="17896"/>
                </a:lnTo>
                <a:lnTo>
                  <a:pt x="3940" y="16446"/>
                </a:lnTo>
                <a:lnTo>
                  <a:pt x="1984" y="15410"/>
                </a:lnTo>
                <a:lnTo>
                  <a:pt x="0" y="14352"/>
                </a:lnTo>
                <a:lnTo>
                  <a:pt x="2154" y="8227"/>
                </a:lnTo>
                <a:lnTo>
                  <a:pt x="3749" y="4124"/>
                </a:lnTo>
                <a:lnTo>
                  <a:pt x="5061" y="1653"/>
                </a:lnTo>
                <a:lnTo>
                  <a:pt x="6378" y="413"/>
                </a:lnTo>
                <a:lnTo>
                  <a:pt x="7980" y="0"/>
                </a:lnTo>
                <a:lnTo>
                  <a:pt x="10149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6" name="contour_15164"/>
          <p:cNvSpPr/>
          <p:nvPr/>
        </p:nvSpPr>
        <p:spPr>
          <a:xfrm>
            <a:off x="11036122" y="2689269"/>
            <a:ext cx="3742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" y="0"/>
                </a:moveTo>
                <a:lnTo>
                  <a:pt x="3542" y="0"/>
                </a:lnTo>
                <a:lnTo>
                  <a:pt x="6520" y="0"/>
                </a:lnTo>
                <a:lnTo>
                  <a:pt x="9507" y="0"/>
                </a:lnTo>
                <a:lnTo>
                  <a:pt x="12506" y="0"/>
                </a:lnTo>
                <a:lnTo>
                  <a:pt x="15518" y="0"/>
                </a:lnTo>
                <a:lnTo>
                  <a:pt x="18546" y="0"/>
                </a:lnTo>
                <a:lnTo>
                  <a:pt x="21600" y="0"/>
                </a:lnTo>
                <a:lnTo>
                  <a:pt x="20410" y="3056"/>
                </a:lnTo>
                <a:lnTo>
                  <a:pt x="19219" y="6113"/>
                </a:lnTo>
                <a:lnTo>
                  <a:pt x="18025" y="9180"/>
                </a:lnTo>
                <a:lnTo>
                  <a:pt x="16826" y="12258"/>
                </a:lnTo>
                <a:lnTo>
                  <a:pt x="15618" y="15352"/>
                </a:lnTo>
                <a:lnTo>
                  <a:pt x="14407" y="18463"/>
                </a:lnTo>
                <a:lnTo>
                  <a:pt x="13187" y="21600"/>
                </a:lnTo>
                <a:lnTo>
                  <a:pt x="10058" y="20747"/>
                </a:lnTo>
                <a:lnTo>
                  <a:pt x="7837" y="20039"/>
                </a:lnTo>
                <a:lnTo>
                  <a:pt x="5918" y="19219"/>
                </a:lnTo>
                <a:lnTo>
                  <a:pt x="3697" y="18025"/>
                </a:lnTo>
                <a:lnTo>
                  <a:pt x="568" y="16200"/>
                </a:lnTo>
                <a:lnTo>
                  <a:pt x="189" y="12020"/>
                </a:lnTo>
                <a:lnTo>
                  <a:pt x="0" y="9088"/>
                </a:lnTo>
                <a:lnTo>
                  <a:pt x="0" y="6626"/>
                </a:lnTo>
                <a:lnTo>
                  <a:pt x="189" y="3856"/>
                </a:lnTo>
                <a:lnTo>
                  <a:pt x="568" y="0"/>
                </a:lnTo>
                <a:close/>
              </a:path>
            </a:pathLst>
          </a:custGeom>
          <a:solidFill>
            <a:srgbClr val="D5DA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7" name="contour_15165"/>
          <p:cNvSpPr/>
          <p:nvPr/>
        </p:nvSpPr>
        <p:spPr>
          <a:xfrm>
            <a:off x="8114621" y="264554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481" y="1007"/>
                </a:lnTo>
                <a:lnTo>
                  <a:pt x="8323" y="4052"/>
                </a:lnTo>
                <a:lnTo>
                  <a:pt x="10091" y="6808"/>
                </a:lnTo>
                <a:lnTo>
                  <a:pt x="11970" y="8796"/>
                </a:lnTo>
                <a:lnTo>
                  <a:pt x="14011" y="10208"/>
                </a:lnTo>
                <a:lnTo>
                  <a:pt x="16261" y="11241"/>
                </a:lnTo>
                <a:lnTo>
                  <a:pt x="18774" y="12092"/>
                </a:lnTo>
                <a:lnTo>
                  <a:pt x="21600" y="12960"/>
                </a:lnTo>
                <a:lnTo>
                  <a:pt x="19220" y="12960"/>
                </a:lnTo>
                <a:lnTo>
                  <a:pt x="16826" y="12960"/>
                </a:lnTo>
                <a:lnTo>
                  <a:pt x="14400" y="12960"/>
                </a:lnTo>
                <a:lnTo>
                  <a:pt x="14400" y="15816"/>
                </a:lnTo>
                <a:lnTo>
                  <a:pt x="14400" y="18688"/>
                </a:lnTo>
                <a:lnTo>
                  <a:pt x="14400" y="21600"/>
                </a:lnTo>
                <a:lnTo>
                  <a:pt x="12593" y="20676"/>
                </a:lnTo>
                <a:lnTo>
                  <a:pt x="10789" y="19738"/>
                </a:lnTo>
                <a:lnTo>
                  <a:pt x="8993" y="18783"/>
                </a:lnTo>
                <a:lnTo>
                  <a:pt x="7200" y="17820"/>
                </a:lnTo>
                <a:lnTo>
                  <a:pt x="6192" y="17293"/>
                </a:lnTo>
                <a:lnTo>
                  <a:pt x="3150" y="15695"/>
                </a:lnTo>
                <a:lnTo>
                  <a:pt x="2369" y="15012"/>
                </a:lnTo>
                <a:lnTo>
                  <a:pt x="0" y="12960"/>
                </a:lnTo>
                <a:lnTo>
                  <a:pt x="0" y="10104"/>
                </a:lnTo>
                <a:lnTo>
                  <a:pt x="0" y="7232"/>
                </a:lnTo>
                <a:lnTo>
                  <a:pt x="0" y="4320"/>
                </a:lnTo>
                <a:lnTo>
                  <a:pt x="2138" y="2735"/>
                </a:lnTo>
                <a:lnTo>
                  <a:pt x="3600" y="1754"/>
                </a:lnTo>
                <a:lnTo>
                  <a:pt x="5062" y="981"/>
                </a:lnTo>
                <a:lnTo>
                  <a:pt x="7200" y="0"/>
                </a:lnTo>
                <a:close/>
              </a:path>
            </a:pathLst>
          </a:custGeom>
          <a:solidFill>
            <a:srgbClr val="6C6D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8" name="contour_15166"/>
          <p:cNvSpPr/>
          <p:nvPr/>
        </p:nvSpPr>
        <p:spPr>
          <a:xfrm>
            <a:off x="7866830" y="2645541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582" y="583"/>
                </a:lnTo>
                <a:lnTo>
                  <a:pt x="17353" y="1102"/>
                </a:lnTo>
                <a:lnTo>
                  <a:pt x="19090" y="1839"/>
                </a:lnTo>
                <a:lnTo>
                  <a:pt x="21600" y="3086"/>
                </a:lnTo>
                <a:lnTo>
                  <a:pt x="21540" y="5249"/>
                </a:lnTo>
                <a:lnTo>
                  <a:pt x="21423" y="6823"/>
                </a:lnTo>
                <a:lnTo>
                  <a:pt x="21177" y="8260"/>
                </a:lnTo>
                <a:lnTo>
                  <a:pt x="20723" y="10013"/>
                </a:lnTo>
                <a:lnTo>
                  <a:pt x="19980" y="12534"/>
                </a:lnTo>
                <a:lnTo>
                  <a:pt x="19500" y="14228"/>
                </a:lnTo>
                <a:lnTo>
                  <a:pt x="19017" y="15932"/>
                </a:lnTo>
                <a:lnTo>
                  <a:pt x="18528" y="17660"/>
                </a:lnTo>
                <a:lnTo>
                  <a:pt x="17911" y="19616"/>
                </a:lnTo>
                <a:lnTo>
                  <a:pt x="17280" y="21600"/>
                </a:lnTo>
                <a:lnTo>
                  <a:pt x="16848" y="20863"/>
                </a:lnTo>
                <a:lnTo>
                  <a:pt x="15543" y="18635"/>
                </a:lnTo>
                <a:lnTo>
                  <a:pt x="13945" y="16752"/>
                </a:lnTo>
                <a:lnTo>
                  <a:pt x="12442" y="15589"/>
                </a:lnTo>
                <a:lnTo>
                  <a:pt x="10152" y="14666"/>
                </a:lnTo>
                <a:lnTo>
                  <a:pt x="6212" y="13500"/>
                </a:lnTo>
                <a:lnTo>
                  <a:pt x="5296" y="13330"/>
                </a:lnTo>
                <a:lnTo>
                  <a:pt x="3685" y="13031"/>
                </a:lnTo>
                <a:lnTo>
                  <a:pt x="0" y="12343"/>
                </a:lnTo>
                <a:lnTo>
                  <a:pt x="2009" y="11865"/>
                </a:lnTo>
                <a:lnTo>
                  <a:pt x="4052" y="11380"/>
                </a:lnTo>
                <a:lnTo>
                  <a:pt x="6808" y="9865"/>
                </a:lnTo>
                <a:lnTo>
                  <a:pt x="8796" y="8254"/>
                </a:lnTo>
                <a:lnTo>
                  <a:pt x="10208" y="6505"/>
                </a:lnTo>
                <a:lnTo>
                  <a:pt x="11241" y="4576"/>
                </a:lnTo>
                <a:lnTo>
                  <a:pt x="12092" y="2422"/>
                </a:lnTo>
                <a:lnTo>
                  <a:pt x="12960" y="0"/>
                </a:lnTo>
                <a:close/>
              </a:path>
            </a:pathLst>
          </a:custGeom>
          <a:solidFill>
            <a:srgbClr val="EB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69" name="contour_15167"/>
          <p:cNvSpPr/>
          <p:nvPr/>
        </p:nvSpPr>
        <p:spPr>
          <a:xfrm>
            <a:off x="11146426" y="2630965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08" y="0"/>
                </a:moveTo>
                <a:lnTo>
                  <a:pt x="17839" y="0"/>
                </a:lnTo>
                <a:lnTo>
                  <a:pt x="20411" y="0"/>
                </a:lnTo>
                <a:lnTo>
                  <a:pt x="20881" y="2621"/>
                </a:lnTo>
                <a:lnTo>
                  <a:pt x="21263" y="5202"/>
                </a:lnTo>
                <a:lnTo>
                  <a:pt x="21513" y="7751"/>
                </a:lnTo>
                <a:lnTo>
                  <a:pt x="21600" y="10292"/>
                </a:lnTo>
                <a:lnTo>
                  <a:pt x="21467" y="12838"/>
                </a:lnTo>
                <a:lnTo>
                  <a:pt x="21090" y="15401"/>
                </a:lnTo>
                <a:lnTo>
                  <a:pt x="20411" y="18000"/>
                </a:lnTo>
                <a:lnTo>
                  <a:pt x="17166" y="19242"/>
                </a:lnTo>
                <a:lnTo>
                  <a:pt x="13910" y="20146"/>
                </a:lnTo>
                <a:lnTo>
                  <a:pt x="10604" y="20772"/>
                </a:lnTo>
                <a:lnTo>
                  <a:pt x="7210" y="21186"/>
                </a:lnTo>
                <a:lnTo>
                  <a:pt x="3689" y="21442"/>
                </a:lnTo>
                <a:lnTo>
                  <a:pt x="0" y="21600"/>
                </a:lnTo>
                <a:lnTo>
                  <a:pt x="602" y="19195"/>
                </a:lnTo>
                <a:lnTo>
                  <a:pt x="1240" y="16794"/>
                </a:lnTo>
                <a:lnTo>
                  <a:pt x="1914" y="14400"/>
                </a:lnTo>
                <a:lnTo>
                  <a:pt x="2449" y="12391"/>
                </a:lnTo>
                <a:lnTo>
                  <a:pt x="2990" y="10350"/>
                </a:lnTo>
                <a:lnTo>
                  <a:pt x="4041" y="8788"/>
                </a:lnTo>
                <a:lnTo>
                  <a:pt x="5103" y="7200"/>
                </a:lnTo>
                <a:lnTo>
                  <a:pt x="8476" y="7200"/>
                </a:lnTo>
                <a:lnTo>
                  <a:pt x="11869" y="7200"/>
                </a:lnTo>
                <a:lnTo>
                  <a:pt x="15308" y="7200"/>
                </a:lnTo>
                <a:lnTo>
                  <a:pt x="15308" y="4820"/>
                </a:lnTo>
                <a:lnTo>
                  <a:pt x="15308" y="2426"/>
                </a:lnTo>
                <a:lnTo>
                  <a:pt x="15308" y="0"/>
                </a:lnTo>
                <a:close/>
              </a:path>
            </a:pathLst>
          </a:custGeom>
          <a:solidFill>
            <a:srgbClr val="C4C8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0" name="contour_15168"/>
          <p:cNvSpPr/>
          <p:nvPr/>
        </p:nvSpPr>
        <p:spPr>
          <a:xfrm>
            <a:off x="7976149" y="2653470"/>
            <a:ext cx="51016" cy="212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15"/>
                </a:moveTo>
                <a:lnTo>
                  <a:pt x="11966" y="1009"/>
                </a:lnTo>
                <a:lnTo>
                  <a:pt x="13904" y="2047"/>
                </a:lnTo>
                <a:lnTo>
                  <a:pt x="15833" y="3138"/>
                </a:lnTo>
                <a:lnTo>
                  <a:pt x="17758" y="4287"/>
                </a:lnTo>
                <a:lnTo>
                  <a:pt x="19681" y="5496"/>
                </a:lnTo>
                <a:lnTo>
                  <a:pt x="21600" y="6765"/>
                </a:lnTo>
                <a:lnTo>
                  <a:pt x="20310" y="11430"/>
                </a:lnTo>
                <a:lnTo>
                  <a:pt x="19236" y="14531"/>
                </a:lnTo>
                <a:lnTo>
                  <a:pt x="17801" y="17461"/>
                </a:lnTo>
                <a:lnTo>
                  <a:pt x="15429" y="21600"/>
                </a:lnTo>
                <a:lnTo>
                  <a:pt x="13448" y="21162"/>
                </a:lnTo>
                <a:lnTo>
                  <a:pt x="11494" y="20539"/>
                </a:lnTo>
                <a:lnTo>
                  <a:pt x="9560" y="19768"/>
                </a:lnTo>
                <a:lnTo>
                  <a:pt x="7640" y="18848"/>
                </a:lnTo>
                <a:lnTo>
                  <a:pt x="5730" y="17817"/>
                </a:lnTo>
                <a:lnTo>
                  <a:pt x="3823" y="16682"/>
                </a:lnTo>
                <a:lnTo>
                  <a:pt x="1916" y="15458"/>
                </a:lnTo>
                <a:lnTo>
                  <a:pt x="0" y="14182"/>
                </a:lnTo>
                <a:lnTo>
                  <a:pt x="1361" y="9376"/>
                </a:lnTo>
                <a:lnTo>
                  <a:pt x="2669" y="5578"/>
                </a:lnTo>
                <a:lnTo>
                  <a:pt x="4058" y="2767"/>
                </a:lnTo>
                <a:lnTo>
                  <a:pt x="5659" y="912"/>
                </a:lnTo>
                <a:lnTo>
                  <a:pt x="7600" y="0"/>
                </a:lnTo>
                <a:lnTo>
                  <a:pt x="10016" y="15"/>
                </a:lnTo>
                <a:close/>
              </a:path>
            </a:pathLst>
          </a:custGeom>
          <a:solidFill>
            <a:srgbClr val="42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1" name="contour_15169"/>
          <p:cNvSpPr/>
          <p:nvPr/>
        </p:nvSpPr>
        <p:spPr>
          <a:xfrm>
            <a:off x="4492489" y="2636941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D8DB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2" name="contour_15170"/>
          <p:cNvSpPr/>
          <p:nvPr/>
        </p:nvSpPr>
        <p:spPr>
          <a:xfrm>
            <a:off x="1714999" y="2638253"/>
            <a:ext cx="3720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4" y="0"/>
                </a:moveTo>
                <a:lnTo>
                  <a:pt x="3093" y="376"/>
                </a:lnTo>
                <a:lnTo>
                  <a:pt x="5737" y="778"/>
                </a:lnTo>
                <a:lnTo>
                  <a:pt x="8382" y="1192"/>
                </a:lnTo>
                <a:lnTo>
                  <a:pt x="11022" y="1620"/>
                </a:lnTo>
                <a:lnTo>
                  <a:pt x="13975" y="2074"/>
                </a:lnTo>
                <a:lnTo>
                  <a:pt x="16971" y="2532"/>
                </a:lnTo>
                <a:lnTo>
                  <a:pt x="19269" y="3417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8803" y="12960"/>
                </a:lnTo>
                <a:lnTo>
                  <a:pt x="15990" y="12960"/>
                </a:lnTo>
                <a:lnTo>
                  <a:pt x="13138" y="12960"/>
                </a:lnTo>
                <a:lnTo>
                  <a:pt x="11585" y="15526"/>
                </a:lnTo>
                <a:lnTo>
                  <a:pt x="10624" y="17280"/>
                </a:lnTo>
                <a:lnTo>
                  <a:pt x="9867" y="19034"/>
                </a:lnTo>
                <a:lnTo>
                  <a:pt x="8907" y="21600"/>
                </a:lnTo>
                <a:lnTo>
                  <a:pt x="6393" y="20926"/>
                </a:lnTo>
                <a:lnTo>
                  <a:pt x="4675" y="20252"/>
                </a:lnTo>
                <a:lnTo>
                  <a:pt x="2958" y="19172"/>
                </a:lnTo>
                <a:lnTo>
                  <a:pt x="444" y="17280"/>
                </a:lnTo>
                <a:lnTo>
                  <a:pt x="135" y="14360"/>
                </a:lnTo>
                <a:lnTo>
                  <a:pt x="0" y="11504"/>
                </a:lnTo>
                <a:lnTo>
                  <a:pt x="0" y="8675"/>
                </a:lnTo>
                <a:lnTo>
                  <a:pt x="97" y="5841"/>
                </a:lnTo>
                <a:lnTo>
                  <a:pt x="254" y="2964"/>
                </a:lnTo>
                <a:lnTo>
                  <a:pt x="444" y="0"/>
                </a:lnTo>
                <a:close/>
              </a:path>
            </a:pathLst>
          </a:custGeom>
          <a:solidFill>
            <a:srgbClr val="1C1C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3" name="contour_15171"/>
          <p:cNvSpPr/>
          <p:nvPr/>
        </p:nvSpPr>
        <p:spPr>
          <a:xfrm>
            <a:off x="4222834" y="2630622"/>
            <a:ext cx="65592" cy="235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14"/>
                </a:moveTo>
                <a:lnTo>
                  <a:pt x="20230" y="3833"/>
                </a:lnTo>
                <a:lnTo>
                  <a:pt x="18902" y="7071"/>
                </a:lnTo>
                <a:lnTo>
                  <a:pt x="17597" y="10015"/>
                </a:lnTo>
                <a:lnTo>
                  <a:pt x="16291" y="12666"/>
                </a:lnTo>
                <a:lnTo>
                  <a:pt x="14964" y="14996"/>
                </a:lnTo>
                <a:lnTo>
                  <a:pt x="13596" y="16993"/>
                </a:lnTo>
                <a:lnTo>
                  <a:pt x="12163" y="18655"/>
                </a:lnTo>
                <a:lnTo>
                  <a:pt x="10651" y="19957"/>
                </a:lnTo>
                <a:lnTo>
                  <a:pt x="9031" y="20892"/>
                </a:lnTo>
                <a:lnTo>
                  <a:pt x="7289" y="21446"/>
                </a:lnTo>
                <a:lnTo>
                  <a:pt x="5400" y="21600"/>
                </a:lnTo>
                <a:lnTo>
                  <a:pt x="4049" y="21346"/>
                </a:lnTo>
                <a:lnTo>
                  <a:pt x="2698" y="21059"/>
                </a:lnTo>
                <a:lnTo>
                  <a:pt x="1349" y="20732"/>
                </a:lnTo>
                <a:lnTo>
                  <a:pt x="0" y="20345"/>
                </a:lnTo>
                <a:lnTo>
                  <a:pt x="1015" y="14042"/>
                </a:lnTo>
                <a:lnTo>
                  <a:pt x="1805" y="9982"/>
                </a:lnTo>
                <a:lnTo>
                  <a:pt x="2626" y="7318"/>
                </a:lnTo>
                <a:lnTo>
                  <a:pt x="3737" y="5208"/>
                </a:lnTo>
                <a:lnTo>
                  <a:pt x="5400" y="2818"/>
                </a:lnTo>
                <a:lnTo>
                  <a:pt x="7030" y="1943"/>
                </a:lnTo>
                <a:lnTo>
                  <a:pt x="8647" y="1255"/>
                </a:lnTo>
                <a:lnTo>
                  <a:pt x="10255" y="741"/>
                </a:lnTo>
                <a:lnTo>
                  <a:pt x="11861" y="374"/>
                </a:lnTo>
                <a:lnTo>
                  <a:pt x="13464" y="140"/>
                </a:lnTo>
                <a:lnTo>
                  <a:pt x="15070" y="20"/>
                </a:lnTo>
                <a:lnTo>
                  <a:pt x="16682" y="0"/>
                </a:lnTo>
                <a:lnTo>
                  <a:pt x="18307" y="53"/>
                </a:lnTo>
                <a:lnTo>
                  <a:pt x="19944" y="160"/>
                </a:lnTo>
                <a:lnTo>
                  <a:pt x="21600" y="314"/>
                </a:lnTo>
                <a:close/>
              </a:path>
            </a:pathLst>
          </a:custGeom>
          <a:solidFill>
            <a:srgbClr val="48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4" name="contour_15172"/>
          <p:cNvSpPr/>
          <p:nvPr/>
        </p:nvSpPr>
        <p:spPr>
          <a:xfrm>
            <a:off x="7648190" y="2587237"/>
            <a:ext cx="3650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38" y="540"/>
                </a:lnTo>
                <a:lnTo>
                  <a:pt x="8409" y="972"/>
                </a:lnTo>
                <a:lnTo>
                  <a:pt x="10897" y="1393"/>
                </a:lnTo>
                <a:lnTo>
                  <a:pt x="12881" y="1904"/>
                </a:lnTo>
                <a:lnTo>
                  <a:pt x="14838" y="2606"/>
                </a:lnTo>
                <a:lnTo>
                  <a:pt x="17249" y="3600"/>
                </a:lnTo>
                <a:lnTo>
                  <a:pt x="18767" y="5908"/>
                </a:lnTo>
                <a:lnTo>
                  <a:pt x="19953" y="8194"/>
                </a:lnTo>
                <a:lnTo>
                  <a:pt x="20807" y="10505"/>
                </a:lnTo>
                <a:lnTo>
                  <a:pt x="21354" y="12881"/>
                </a:lnTo>
                <a:lnTo>
                  <a:pt x="21600" y="15365"/>
                </a:lnTo>
                <a:lnTo>
                  <a:pt x="21561" y="18000"/>
                </a:lnTo>
                <a:lnTo>
                  <a:pt x="19151" y="19577"/>
                </a:lnTo>
                <a:lnTo>
                  <a:pt x="17447" y="20477"/>
                </a:lnTo>
                <a:lnTo>
                  <a:pt x="15649" y="21038"/>
                </a:lnTo>
                <a:lnTo>
                  <a:pt x="12937" y="21600"/>
                </a:lnTo>
                <a:lnTo>
                  <a:pt x="12618" y="20038"/>
                </a:lnTo>
                <a:lnTo>
                  <a:pt x="12299" y="18450"/>
                </a:lnTo>
                <a:lnTo>
                  <a:pt x="11811" y="16441"/>
                </a:lnTo>
                <a:lnTo>
                  <a:pt x="11320" y="14400"/>
                </a:lnTo>
                <a:lnTo>
                  <a:pt x="10867" y="12391"/>
                </a:lnTo>
                <a:lnTo>
                  <a:pt x="10410" y="10350"/>
                </a:lnTo>
                <a:lnTo>
                  <a:pt x="9521" y="8788"/>
                </a:lnTo>
                <a:lnTo>
                  <a:pt x="8624" y="7200"/>
                </a:lnTo>
                <a:lnTo>
                  <a:pt x="5774" y="7200"/>
                </a:lnTo>
                <a:lnTo>
                  <a:pt x="2906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E1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5" name="contour_15173"/>
          <p:cNvSpPr/>
          <p:nvPr/>
        </p:nvSpPr>
        <p:spPr>
          <a:xfrm>
            <a:off x="4630961" y="2587237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8" y="1674"/>
                </a:lnTo>
                <a:lnTo>
                  <a:pt x="963" y="3377"/>
                </a:lnTo>
                <a:lnTo>
                  <a:pt x="2256" y="5612"/>
                </a:lnTo>
                <a:lnTo>
                  <a:pt x="3351" y="6919"/>
                </a:lnTo>
                <a:lnTo>
                  <a:pt x="4841" y="7805"/>
                </a:lnTo>
                <a:lnTo>
                  <a:pt x="7329" y="8777"/>
                </a:lnTo>
                <a:lnTo>
                  <a:pt x="9424" y="9727"/>
                </a:lnTo>
                <a:lnTo>
                  <a:pt x="11281" y="10786"/>
                </a:lnTo>
                <a:lnTo>
                  <a:pt x="12951" y="11956"/>
                </a:lnTo>
                <a:lnTo>
                  <a:pt x="14472" y="13241"/>
                </a:lnTo>
                <a:lnTo>
                  <a:pt x="15901" y="14648"/>
                </a:lnTo>
                <a:lnTo>
                  <a:pt x="17280" y="16182"/>
                </a:lnTo>
                <a:lnTo>
                  <a:pt x="18656" y="17849"/>
                </a:lnTo>
                <a:lnTo>
                  <a:pt x="20082" y="19652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171" y="19220"/>
                </a:lnTo>
                <a:lnTo>
                  <a:pt x="6171" y="16826"/>
                </a:lnTo>
                <a:lnTo>
                  <a:pt x="6171" y="14400"/>
                </a:lnTo>
                <a:lnTo>
                  <a:pt x="4132" y="14400"/>
                </a:lnTo>
                <a:lnTo>
                  <a:pt x="2080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5256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6" name="contour_15174"/>
          <p:cNvSpPr/>
          <p:nvPr/>
        </p:nvSpPr>
        <p:spPr>
          <a:xfrm>
            <a:off x="1941692" y="259452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851" y="8640"/>
                </a:lnTo>
                <a:lnTo>
                  <a:pt x="5707" y="8640"/>
                </a:lnTo>
                <a:lnTo>
                  <a:pt x="8575" y="8640"/>
                </a:lnTo>
                <a:lnTo>
                  <a:pt x="11457" y="8640"/>
                </a:lnTo>
                <a:lnTo>
                  <a:pt x="14355" y="8640"/>
                </a:lnTo>
                <a:lnTo>
                  <a:pt x="17280" y="8640"/>
                </a:lnTo>
                <a:lnTo>
                  <a:pt x="17280" y="5784"/>
                </a:lnTo>
                <a:lnTo>
                  <a:pt x="17280" y="2912"/>
                </a:lnTo>
                <a:lnTo>
                  <a:pt x="17280" y="0"/>
                </a:lnTo>
                <a:close/>
              </a:path>
            </a:pathLst>
          </a:custGeom>
          <a:solidFill>
            <a:srgbClr val="AEAC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7" name="contour_15175"/>
          <p:cNvSpPr/>
          <p:nvPr/>
        </p:nvSpPr>
        <p:spPr>
          <a:xfrm>
            <a:off x="8165637" y="257266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740" y="2354"/>
                </a:lnTo>
                <a:lnTo>
                  <a:pt x="19695" y="4093"/>
                </a:lnTo>
                <a:lnTo>
                  <a:pt x="20352" y="5735"/>
                </a:lnTo>
                <a:lnTo>
                  <a:pt x="20917" y="7798"/>
                </a:lnTo>
                <a:lnTo>
                  <a:pt x="21600" y="10800"/>
                </a:lnTo>
                <a:lnTo>
                  <a:pt x="19850" y="12992"/>
                </a:lnTo>
                <a:lnTo>
                  <a:pt x="17958" y="15005"/>
                </a:lnTo>
                <a:lnTo>
                  <a:pt x="15911" y="16855"/>
                </a:lnTo>
                <a:lnTo>
                  <a:pt x="13681" y="18558"/>
                </a:lnTo>
                <a:lnTo>
                  <a:pt x="11267" y="20135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868" y="17298"/>
                </a:lnTo>
                <a:lnTo>
                  <a:pt x="1581" y="14015"/>
                </a:lnTo>
                <a:lnTo>
                  <a:pt x="2225" y="11556"/>
                </a:lnTo>
                <a:lnTo>
                  <a:pt x="2890" y="9720"/>
                </a:lnTo>
                <a:lnTo>
                  <a:pt x="3659" y="8309"/>
                </a:lnTo>
                <a:lnTo>
                  <a:pt x="4627" y="7124"/>
                </a:lnTo>
                <a:lnTo>
                  <a:pt x="5875" y="5969"/>
                </a:lnTo>
                <a:lnTo>
                  <a:pt x="7491" y="4640"/>
                </a:lnTo>
                <a:lnTo>
                  <a:pt x="9655" y="3478"/>
                </a:lnTo>
                <a:lnTo>
                  <a:pt x="11396" y="2606"/>
                </a:lnTo>
                <a:lnTo>
                  <a:pt x="13634" y="1591"/>
                </a:lnTo>
                <a:lnTo>
                  <a:pt x="17280" y="0"/>
                </a:lnTo>
                <a:close/>
              </a:path>
            </a:pathLst>
          </a:custGeom>
          <a:solidFill>
            <a:srgbClr val="D4D7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8" name="contour_15176"/>
          <p:cNvSpPr/>
          <p:nvPr/>
        </p:nvSpPr>
        <p:spPr>
          <a:xfrm>
            <a:off x="5184849" y="2593811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95"/>
                </a:lnTo>
                <a:lnTo>
                  <a:pt x="12823" y="184"/>
                </a:lnTo>
                <a:lnTo>
                  <a:pt x="14062" y="221"/>
                </a:lnTo>
                <a:lnTo>
                  <a:pt x="17788" y="327"/>
                </a:lnTo>
                <a:lnTo>
                  <a:pt x="19681" y="422"/>
                </a:lnTo>
                <a:lnTo>
                  <a:pt x="21600" y="517"/>
                </a:lnTo>
                <a:lnTo>
                  <a:pt x="21600" y="4001"/>
                </a:lnTo>
                <a:lnTo>
                  <a:pt x="21600" y="7485"/>
                </a:lnTo>
                <a:lnTo>
                  <a:pt x="21600" y="10979"/>
                </a:lnTo>
                <a:lnTo>
                  <a:pt x="21600" y="14495"/>
                </a:lnTo>
                <a:lnTo>
                  <a:pt x="21600" y="18032"/>
                </a:lnTo>
                <a:lnTo>
                  <a:pt x="21600" y="21600"/>
                </a:lnTo>
                <a:lnTo>
                  <a:pt x="19224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4400" y="18121"/>
                </a:lnTo>
                <a:lnTo>
                  <a:pt x="14400" y="14611"/>
                </a:lnTo>
                <a:lnTo>
                  <a:pt x="14400" y="11058"/>
                </a:lnTo>
                <a:lnTo>
                  <a:pt x="12035" y="9482"/>
                </a:lnTo>
                <a:lnTo>
                  <a:pt x="10166" y="8628"/>
                </a:lnTo>
                <a:lnTo>
                  <a:pt x="7200" y="7764"/>
                </a:lnTo>
                <a:lnTo>
                  <a:pt x="5191" y="7174"/>
                </a:lnTo>
                <a:lnTo>
                  <a:pt x="3150" y="6567"/>
                </a:lnTo>
                <a:lnTo>
                  <a:pt x="1588" y="6183"/>
                </a:lnTo>
                <a:lnTo>
                  <a:pt x="0" y="5787"/>
                </a:lnTo>
                <a:lnTo>
                  <a:pt x="2149" y="2736"/>
                </a:lnTo>
                <a:lnTo>
                  <a:pt x="3686" y="1112"/>
                </a:lnTo>
                <a:lnTo>
                  <a:pt x="5353" y="385"/>
                </a:lnTo>
                <a:lnTo>
                  <a:pt x="7888" y="0"/>
                </a:lnTo>
                <a:close/>
              </a:path>
            </a:pathLst>
          </a:custGeom>
          <a:solidFill>
            <a:srgbClr val="8989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79" name="contour_15177"/>
          <p:cNvSpPr/>
          <p:nvPr/>
        </p:nvSpPr>
        <p:spPr>
          <a:xfrm>
            <a:off x="4966209" y="2586049"/>
            <a:ext cx="37424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06" y="846"/>
                </a:moveTo>
                <a:lnTo>
                  <a:pt x="7088" y="265"/>
                </a:lnTo>
                <a:lnTo>
                  <a:pt x="9847" y="5"/>
                </a:lnTo>
                <a:lnTo>
                  <a:pt x="12548" y="0"/>
                </a:lnTo>
                <a:lnTo>
                  <a:pt x="15265" y="182"/>
                </a:lnTo>
                <a:lnTo>
                  <a:pt x="18071" y="488"/>
                </a:lnTo>
                <a:lnTo>
                  <a:pt x="21032" y="846"/>
                </a:lnTo>
                <a:lnTo>
                  <a:pt x="21411" y="4550"/>
                </a:lnTo>
                <a:lnTo>
                  <a:pt x="21600" y="7212"/>
                </a:lnTo>
                <a:lnTo>
                  <a:pt x="21600" y="9578"/>
                </a:lnTo>
                <a:lnTo>
                  <a:pt x="21411" y="12395"/>
                </a:lnTo>
                <a:lnTo>
                  <a:pt x="21032" y="16411"/>
                </a:lnTo>
                <a:lnTo>
                  <a:pt x="18155" y="18321"/>
                </a:lnTo>
                <a:lnTo>
                  <a:pt x="16060" y="19545"/>
                </a:lnTo>
                <a:lnTo>
                  <a:pt x="14142" y="20334"/>
                </a:lnTo>
                <a:lnTo>
                  <a:pt x="11795" y="20936"/>
                </a:lnTo>
                <a:lnTo>
                  <a:pt x="8413" y="21600"/>
                </a:lnTo>
                <a:lnTo>
                  <a:pt x="5473" y="20241"/>
                </a:lnTo>
                <a:lnTo>
                  <a:pt x="3613" y="19244"/>
                </a:lnTo>
                <a:lnTo>
                  <a:pt x="2053" y="18134"/>
                </a:lnTo>
                <a:lnTo>
                  <a:pt x="0" y="16411"/>
                </a:lnTo>
                <a:lnTo>
                  <a:pt x="538" y="12551"/>
                </a:lnTo>
                <a:lnTo>
                  <a:pt x="1026" y="9812"/>
                </a:lnTo>
                <a:lnTo>
                  <a:pt x="1666" y="7446"/>
                </a:lnTo>
                <a:lnTo>
                  <a:pt x="2658" y="4706"/>
                </a:lnTo>
                <a:lnTo>
                  <a:pt x="4206" y="846"/>
                </a:lnTo>
                <a:close/>
              </a:path>
            </a:pathLst>
          </a:custGeom>
          <a:solidFill>
            <a:srgbClr val="D6C2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0" name="contour_15178"/>
          <p:cNvSpPr/>
          <p:nvPr/>
        </p:nvSpPr>
        <p:spPr>
          <a:xfrm>
            <a:off x="4470625" y="259452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42" y="983"/>
                </a:lnTo>
                <a:lnTo>
                  <a:pt x="6949" y="1814"/>
                </a:lnTo>
                <a:lnTo>
                  <a:pt x="9442" y="2565"/>
                </a:lnTo>
                <a:lnTo>
                  <a:pt x="11436" y="3299"/>
                </a:lnTo>
                <a:lnTo>
                  <a:pt x="13049" y="4088"/>
                </a:lnTo>
                <a:lnTo>
                  <a:pt x="14395" y="4990"/>
                </a:lnTo>
                <a:lnTo>
                  <a:pt x="15595" y="6080"/>
                </a:lnTo>
                <a:lnTo>
                  <a:pt x="16765" y="7425"/>
                </a:lnTo>
                <a:lnTo>
                  <a:pt x="18021" y="9088"/>
                </a:lnTo>
                <a:lnTo>
                  <a:pt x="19477" y="11135"/>
                </a:lnTo>
                <a:lnTo>
                  <a:pt x="20529" y="13651"/>
                </a:lnTo>
                <a:lnTo>
                  <a:pt x="21600" y="16200"/>
                </a:lnTo>
                <a:lnTo>
                  <a:pt x="19563" y="17091"/>
                </a:lnTo>
                <a:lnTo>
                  <a:pt x="17524" y="17982"/>
                </a:lnTo>
                <a:lnTo>
                  <a:pt x="15475" y="18878"/>
                </a:lnTo>
                <a:lnTo>
                  <a:pt x="13417" y="19780"/>
                </a:lnTo>
                <a:lnTo>
                  <a:pt x="11346" y="20687"/>
                </a:lnTo>
                <a:lnTo>
                  <a:pt x="9257" y="21600"/>
                </a:lnTo>
                <a:lnTo>
                  <a:pt x="9257" y="18031"/>
                </a:lnTo>
                <a:lnTo>
                  <a:pt x="9257" y="14440"/>
                </a:lnTo>
                <a:lnTo>
                  <a:pt x="9257" y="10800"/>
                </a:lnTo>
                <a:lnTo>
                  <a:pt x="7424" y="10800"/>
                </a:lnTo>
                <a:lnTo>
                  <a:pt x="5585" y="10800"/>
                </a:lnTo>
                <a:lnTo>
                  <a:pt x="3740" y="10800"/>
                </a:lnTo>
                <a:lnTo>
                  <a:pt x="1879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8C8E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1" name="contour_15179"/>
          <p:cNvSpPr/>
          <p:nvPr/>
        </p:nvSpPr>
        <p:spPr>
          <a:xfrm>
            <a:off x="6839223" y="2536221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152" y="1782"/>
                </a:lnTo>
                <a:lnTo>
                  <a:pt x="20709" y="3564"/>
                </a:lnTo>
                <a:lnTo>
                  <a:pt x="20261" y="5349"/>
                </a:lnTo>
                <a:lnTo>
                  <a:pt x="19818" y="7136"/>
                </a:lnTo>
                <a:lnTo>
                  <a:pt x="19370" y="8926"/>
                </a:lnTo>
                <a:lnTo>
                  <a:pt x="18922" y="10719"/>
                </a:lnTo>
                <a:lnTo>
                  <a:pt x="18473" y="12517"/>
                </a:lnTo>
                <a:lnTo>
                  <a:pt x="18020" y="14321"/>
                </a:lnTo>
                <a:lnTo>
                  <a:pt x="17566" y="16130"/>
                </a:lnTo>
                <a:lnTo>
                  <a:pt x="17113" y="17944"/>
                </a:lnTo>
                <a:lnTo>
                  <a:pt x="16659" y="19769"/>
                </a:lnTo>
                <a:lnTo>
                  <a:pt x="16200" y="21600"/>
                </a:lnTo>
                <a:lnTo>
                  <a:pt x="13522" y="21600"/>
                </a:lnTo>
                <a:lnTo>
                  <a:pt x="10800" y="21600"/>
                </a:lnTo>
                <a:lnTo>
                  <a:pt x="10989" y="20183"/>
                </a:lnTo>
                <a:lnTo>
                  <a:pt x="11178" y="18741"/>
                </a:lnTo>
                <a:lnTo>
                  <a:pt x="11324" y="16894"/>
                </a:lnTo>
                <a:lnTo>
                  <a:pt x="11475" y="15017"/>
                </a:lnTo>
                <a:lnTo>
                  <a:pt x="11664" y="13181"/>
                </a:lnTo>
                <a:lnTo>
                  <a:pt x="11853" y="11316"/>
                </a:lnTo>
                <a:lnTo>
                  <a:pt x="11329" y="9720"/>
                </a:lnTo>
                <a:lnTo>
                  <a:pt x="10800" y="8100"/>
                </a:lnTo>
                <a:lnTo>
                  <a:pt x="7571" y="7055"/>
                </a:lnTo>
                <a:lnTo>
                  <a:pt x="5368" y="6426"/>
                </a:lnTo>
                <a:lnTo>
                  <a:pt x="3181" y="5959"/>
                </a:lnTo>
                <a:lnTo>
                  <a:pt x="0" y="5400"/>
                </a:lnTo>
                <a:lnTo>
                  <a:pt x="3569" y="5400"/>
                </a:lnTo>
                <a:lnTo>
                  <a:pt x="7160" y="5400"/>
                </a:lnTo>
                <a:lnTo>
                  <a:pt x="10800" y="5400"/>
                </a:lnTo>
                <a:lnTo>
                  <a:pt x="10800" y="3615"/>
                </a:lnTo>
                <a:lnTo>
                  <a:pt x="10800" y="1820"/>
                </a:lnTo>
                <a:lnTo>
                  <a:pt x="10800" y="0"/>
                </a:lnTo>
                <a:close/>
              </a:path>
            </a:pathLst>
          </a:custGeom>
          <a:solidFill>
            <a:srgbClr val="D3DF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2" name="contour_15180"/>
          <p:cNvSpPr/>
          <p:nvPr/>
        </p:nvSpPr>
        <p:spPr>
          <a:xfrm>
            <a:off x="4360591" y="2572661"/>
            <a:ext cx="2383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51" y="0"/>
                </a:moveTo>
                <a:lnTo>
                  <a:pt x="11616" y="0"/>
                </a:lnTo>
                <a:lnTo>
                  <a:pt x="16007" y="0"/>
                </a:lnTo>
                <a:lnTo>
                  <a:pt x="20458" y="0"/>
                </a:lnTo>
                <a:lnTo>
                  <a:pt x="20907" y="2603"/>
                </a:lnTo>
                <a:lnTo>
                  <a:pt x="21276" y="5177"/>
                </a:lnTo>
                <a:lnTo>
                  <a:pt x="21521" y="7736"/>
                </a:lnTo>
                <a:lnTo>
                  <a:pt x="21600" y="10289"/>
                </a:lnTo>
                <a:lnTo>
                  <a:pt x="21475" y="12845"/>
                </a:lnTo>
                <a:lnTo>
                  <a:pt x="21111" y="15412"/>
                </a:lnTo>
                <a:lnTo>
                  <a:pt x="20458" y="18000"/>
                </a:lnTo>
                <a:lnTo>
                  <a:pt x="15545" y="19433"/>
                </a:lnTo>
                <a:lnTo>
                  <a:pt x="12058" y="20336"/>
                </a:lnTo>
                <a:lnTo>
                  <a:pt x="9047" y="20884"/>
                </a:lnTo>
                <a:lnTo>
                  <a:pt x="5560" y="21247"/>
                </a:lnTo>
                <a:lnTo>
                  <a:pt x="647" y="21600"/>
                </a:lnTo>
                <a:lnTo>
                  <a:pt x="522" y="19408"/>
                </a:lnTo>
                <a:lnTo>
                  <a:pt x="416" y="17212"/>
                </a:lnTo>
                <a:lnTo>
                  <a:pt x="324" y="15019"/>
                </a:lnTo>
                <a:lnTo>
                  <a:pt x="238" y="12823"/>
                </a:lnTo>
                <a:lnTo>
                  <a:pt x="119" y="10375"/>
                </a:lnTo>
                <a:lnTo>
                  <a:pt x="0" y="7888"/>
                </a:lnTo>
                <a:lnTo>
                  <a:pt x="475" y="5353"/>
                </a:lnTo>
                <a:lnTo>
                  <a:pt x="1393" y="3686"/>
                </a:lnTo>
                <a:lnTo>
                  <a:pt x="3421" y="2149"/>
                </a:lnTo>
                <a:lnTo>
                  <a:pt x="7251" y="0"/>
                </a:lnTo>
                <a:close/>
              </a:path>
            </a:pathLst>
          </a:custGeom>
          <a:solidFill>
            <a:srgbClr val="A694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3" name="contour_15181"/>
          <p:cNvSpPr/>
          <p:nvPr/>
        </p:nvSpPr>
        <p:spPr>
          <a:xfrm>
            <a:off x="1810509" y="2556773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B5B7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4" name="contour_15182"/>
          <p:cNvSpPr/>
          <p:nvPr/>
        </p:nvSpPr>
        <p:spPr>
          <a:xfrm>
            <a:off x="8019877" y="2536221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870" y="1188"/>
                </a:lnTo>
                <a:lnTo>
                  <a:pt x="15401" y="2380"/>
                </a:lnTo>
                <a:lnTo>
                  <a:pt x="16937" y="3575"/>
                </a:lnTo>
                <a:lnTo>
                  <a:pt x="18480" y="4774"/>
                </a:lnTo>
                <a:lnTo>
                  <a:pt x="20032" y="5983"/>
                </a:lnTo>
                <a:lnTo>
                  <a:pt x="21600" y="7200"/>
                </a:lnTo>
                <a:lnTo>
                  <a:pt x="20878" y="7481"/>
                </a:lnTo>
                <a:lnTo>
                  <a:pt x="18706" y="8323"/>
                </a:lnTo>
                <a:lnTo>
                  <a:pt x="16737" y="10091"/>
                </a:lnTo>
                <a:lnTo>
                  <a:pt x="15317" y="11970"/>
                </a:lnTo>
                <a:lnTo>
                  <a:pt x="14308" y="14011"/>
                </a:lnTo>
                <a:lnTo>
                  <a:pt x="13571" y="16261"/>
                </a:lnTo>
                <a:lnTo>
                  <a:pt x="12963" y="18774"/>
                </a:lnTo>
                <a:lnTo>
                  <a:pt x="12343" y="21600"/>
                </a:lnTo>
                <a:lnTo>
                  <a:pt x="10306" y="21006"/>
                </a:lnTo>
                <a:lnTo>
                  <a:pt x="8267" y="20412"/>
                </a:lnTo>
                <a:lnTo>
                  <a:pt x="6218" y="19814"/>
                </a:lnTo>
                <a:lnTo>
                  <a:pt x="4160" y="19213"/>
                </a:lnTo>
                <a:lnTo>
                  <a:pt x="2089" y="18608"/>
                </a:lnTo>
                <a:lnTo>
                  <a:pt x="0" y="18000"/>
                </a:lnTo>
                <a:lnTo>
                  <a:pt x="1358" y="16020"/>
                </a:lnTo>
                <a:lnTo>
                  <a:pt x="2715" y="14036"/>
                </a:lnTo>
                <a:lnTo>
                  <a:pt x="4076" y="12053"/>
                </a:lnTo>
                <a:lnTo>
                  <a:pt x="5443" y="10066"/>
                </a:lnTo>
                <a:lnTo>
                  <a:pt x="6810" y="8068"/>
                </a:lnTo>
                <a:lnTo>
                  <a:pt x="8183" y="6066"/>
                </a:lnTo>
                <a:lnTo>
                  <a:pt x="9563" y="4054"/>
                </a:lnTo>
                <a:lnTo>
                  <a:pt x="10948" y="2034"/>
                </a:lnTo>
                <a:lnTo>
                  <a:pt x="12343" y="0"/>
                </a:lnTo>
                <a:close/>
              </a:path>
            </a:pathLst>
          </a:custGeom>
          <a:solidFill>
            <a:srgbClr val="767D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5" name="contour_15183"/>
          <p:cNvSpPr/>
          <p:nvPr/>
        </p:nvSpPr>
        <p:spPr>
          <a:xfrm>
            <a:off x="11452521" y="2558085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626"/>
                </a:lnTo>
                <a:lnTo>
                  <a:pt x="8104" y="1296"/>
                </a:lnTo>
                <a:lnTo>
                  <a:pt x="10354" y="1987"/>
                </a:lnTo>
                <a:lnTo>
                  <a:pt x="12600" y="2700"/>
                </a:lnTo>
                <a:lnTo>
                  <a:pt x="15113" y="3456"/>
                </a:lnTo>
                <a:lnTo>
                  <a:pt x="17662" y="4219"/>
                </a:lnTo>
                <a:lnTo>
                  <a:pt x="19616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D9D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6" name="contour_15184"/>
          <p:cNvSpPr/>
          <p:nvPr/>
        </p:nvSpPr>
        <p:spPr>
          <a:xfrm>
            <a:off x="5082817" y="2556401"/>
            <a:ext cx="51016" cy="235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287"/>
                </a:moveTo>
                <a:lnTo>
                  <a:pt x="12858" y="147"/>
                </a:lnTo>
                <a:lnTo>
                  <a:pt x="14947" y="0"/>
                </a:lnTo>
                <a:lnTo>
                  <a:pt x="16718" y="769"/>
                </a:lnTo>
                <a:lnTo>
                  <a:pt x="18514" y="1544"/>
                </a:lnTo>
                <a:lnTo>
                  <a:pt x="19702" y="5555"/>
                </a:lnTo>
                <a:lnTo>
                  <a:pt x="20418" y="8290"/>
                </a:lnTo>
                <a:lnTo>
                  <a:pt x="20955" y="10991"/>
                </a:lnTo>
                <a:lnTo>
                  <a:pt x="21600" y="14915"/>
                </a:lnTo>
                <a:lnTo>
                  <a:pt x="19684" y="16071"/>
                </a:lnTo>
                <a:lnTo>
                  <a:pt x="17777" y="17168"/>
                </a:lnTo>
                <a:lnTo>
                  <a:pt x="15870" y="18191"/>
                </a:lnTo>
                <a:lnTo>
                  <a:pt x="13960" y="19120"/>
                </a:lnTo>
                <a:lnTo>
                  <a:pt x="12040" y="19949"/>
                </a:lnTo>
                <a:lnTo>
                  <a:pt x="10106" y="20644"/>
                </a:lnTo>
                <a:lnTo>
                  <a:pt x="8152" y="21206"/>
                </a:lnTo>
                <a:lnTo>
                  <a:pt x="6171" y="21600"/>
                </a:lnTo>
                <a:lnTo>
                  <a:pt x="3799" y="17870"/>
                </a:lnTo>
                <a:lnTo>
                  <a:pt x="2364" y="15229"/>
                </a:lnTo>
                <a:lnTo>
                  <a:pt x="1290" y="12435"/>
                </a:lnTo>
                <a:lnTo>
                  <a:pt x="0" y="8230"/>
                </a:lnTo>
                <a:lnTo>
                  <a:pt x="1771" y="4740"/>
                </a:lnTo>
                <a:lnTo>
                  <a:pt x="3329" y="2480"/>
                </a:lnTo>
                <a:lnTo>
                  <a:pt x="4841" y="1177"/>
                </a:lnTo>
                <a:lnTo>
                  <a:pt x="6477" y="562"/>
                </a:lnTo>
                <a:lnTo>
                  <a:pt x="8405" y="354"/>
                </a:lnTo>
                <a:lnTo>
                  <a:pt x="10800" y="287"/>
                </a:lnTo>
                <a:close/>
              </a:path>
            </a:pathLst>
          </a:custGeom>
          <a:solidFill>
            <a:srgbClr val="DE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7" name="contour_15185"/>
          <p:cNvSpPr/>
          <p:nvPr/>
        </p:nvSpPr>
        <p:spPr>
          <a:xfrm>
            <a:off x="4047922" y="254350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855"/>
                </a:lnTo>
                <a:lnTo>
                  <a:pt x="13781" y="1715"/>
                </a:lnTo>
                <a:lnTo>
                  <a:pt x="16364" y="2575"/>
                </a:lnTo>
                <a:lnTo>
                  <a:pt x="18969" y="3443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2856" y="17280"/>
                </a:lnTo>
                <a:lnTo>
                  <a:pt x="5728" y="17280"/>
                </a:lnTo>
                <a:lnTo>
                  <a:pt x="8640" y="17280"/>
                </a:lnTo>
                <a:lnTo>
                  <a:pt x="8640" y="14429"/>
                </a:lnTo>
                <a:lnTo>
                  <a:pt x="8640" y="11573"/>
                </a:lnTo>
                <a:lnTo>
                  <a:pt x="8640" y="8705"/>
                </a:lnTo>
                <a:lnTo>
                  <a:pt x="8640" y="5823"/>
                </a:lnTo>
                <a:lnTo>
                  <a:pt x="8640" y="2925"/>
                </a:lnTo>
                <a:lnTo>
                  <a:pt x="8640" y="0"/>
                </a:lnTo>
                <a:close/>
              </a:path>
            </a:pathLst>
          </a:custGeom>
          <a:solidFill>
            <a:srgbClr val="78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8" name="contour_15186"/>
          <p:cNvSpPr/>
          <p:nvPr/>
        </p:nvSpPr>
        <p:spPr>
          <a:xfrm>
            <a:off x="1285773" y="255079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4040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89" name="contour_15187"/>
          <p:cNvSpPr/>
          <p:nvPr/>
        </p:nvSpPr>
        <p:spPr>
          <a:xfrm>
            <a:off x="935950" y="2558085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770" y="19404"/>
                </a:lnTo>
                <a:lnTo>
                  <a:pt x="1555" y="17212"/>
                </a:lnTo>
                <a:lnTo>
                  <a:pt x="2347" y="15016"/>
                </a:lnTo>
                <a:lnTo>
                  <a:pt x="3154" y="12823"/>
                </a:lnTo>
                <a:lnTo>
                  <a:pt x="4032" y="10375"/>
                </a:lnTo>
                <a:lnTo>
                  <a:pt x="4925" y="7888"/>
                </a:lnTo>
                <a:lnTo>
                  <a:pt x="6350" y="5353"/>
                </a:lnTo>
                <a:lnTo>
                  <a:pt x="7812" y="3686"/>
                </a:lnTo>
                <a:lnTo>
                  <a:pt x="10202" y="2149"/>
                </a:lnTo>
                <a:lnTo>
                  <a:pt x="14400" y="0"/>
                </a:lnTo>
                <a:close/>
              </a:path>
            </a:pathLst>
          </a:custGeom>
          <a:solidFill>
            <a:srgbClr val="BBBC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0" name="contour_15188"/>
          <p:cNvSpPr/>
          <p:nvPr/>
        </p:nvSpPr>
        <p:spPr>
          <a:xfrm>
            <a:off x="11284898" y="2550797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847"/>
                </a:lnTo>
                <a:lnTo>
                  <a:pt x="8057" y="1694"/>
                </a:lnTo>
                <a:lnTo>
                  <a:pt x="10292" y="2541"/>
                </a:lnTo>
                <a:lnTo>
                  <a:pt x="12532" y="3388"/>
                </a:lnTo>
                <a:lnTo>
                  <a:pt x="14782" y="4242"/>
                </a:lnTo>
                <a:lnTo>
                  <a:pt x="17042" y="5103"/>
                </a:lnTo>
                <a:lnTo>
                  <a:pt x="19314" y="5964"/>
                </a:lnTo>
                <a:lnTo>
                  <a:pt x="21600" y="6831"/>
                </a:lnTo>
                <a:lnTo>
                  <a:pt x="20707" y="10213"/>
                </a:lnTo>
                <a:lnTo>
                  <a:pt x="19814" y="13614"/>
                </a:lnTo>
                <a:lnTo>
                  <a:pt x="18911" y="17030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0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713" y="16436"/>
                </a:lnTo>
                <a:lnTo>
                  <a:pt x="1429" y="12364"/>
                </a:lnTo>
                <a:lnTo>
                  <a:pt x="2146" y="8279"/>
                </a:lnTo>
                <a:lnTo>
                  <a:pt x="2869" y="4160"/>
                </a:lnTo>
                <a:lnTo>
                  <a:pt x="3600" y="0"/>
                </a:lnTo>
                <a:close/>
              </a:path>
            </a:pathLst>
          </a:custGeom>
          <a:solidFill>
            <a:srgbClr val="D2D6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1" name="contour_15189"/>
          <p:cNvSpPr/>
          <p:nvPr/>
        </p:nvSpPr>
        <p:spPr>
          <a:xfrm>
            <a:off x="4871465" y="253622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5336" y="19405"/>
                </a:lnTo>
                <a:lnTo>
                  <a:pt x="10762" y="17781"/>
                </a:lnTo>
                <a:lnTo>
                  <a:pt x="7501" y="16580"/>
                </a:lnTo>
                <a:lnTo>
                  <a:pt x="5173" y="15647"/>
                </a:lnTo>
                <a:lnTo>
                  <a:pt x="3397" y="14835"/>
                </a:lnTo>
                <a:lnTo>
                  <a:pt x="1798" y="13988"/>
                </a:lnTo>
                <a:lnTo>
                  <a:pt x="0" y="12960"/>
                </a:lnTo>
                <a:lnTo>
                  <a:pt x="0" y="10104"/>
                </a:lnTo>
                <a:lnTo>
                  <a:pt x="0" y="7232"/>
                </a:lnTo>
                <a:lnTo>
                  <a:pt x="0" y="4320"/>
                </a:lnTo>
                <a:lnTo>
                  <a:pt x="3618" y="2454"/>
                </a:lnTo>
                <a:lnTo>
                  <a:pt x="6858" y="1223"/>
                </a:lnTo>
                <a:lnTo>
                  <a:pt x="10001" y="488"/>
                </a:lnTo>
                <a:lnTo>
                  <a:pt x="13322" y="130"/>
                </a:lnTo>
                <a:lnTo>
                  <a:pt x="17096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D5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2" name="contour_15190"/>
          <p:cNvSpPr/>
          <p:nvPr/>
        </p:nvSpPr>
        <p:spPr>
          <a:xfrm>
            <a:off x="4375882" y="2543166"/>
            <a:ext cx="51016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0"/>
                </a:moveTo>
                <a:lnTo>
                  <a:pt x="14318" y="858"/>
                </a:lnTo>
                <a:lnTo>
                  <a:pt x="15635" y="1673"/>
                </a:lnTo>
                <a:lnTo>
                  <a:pt x="16999" y="2800"/>
                </a:lnTo>
                <a:lnTo>
                  <a:pt x="18844" y="4601"/>
                </a:lnTo>
                <a:lnTo>
                  <a:pt x="21600" y="7422"/>
                </a:lnTo>
                <a:lnTo>
                  <a:pt x="21600" y="12108"/>
                </a:lnTo>
                <a:lnTo>
                  <a:pt x="21600" y="16822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1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2432" y="14646"/>
                </a:lnTo>
                <a:lnTo>
                  <a:pt x="4326" y="9407"/>
                </a:lnTo>
                <a:lnTo>
                  <a:pt x="5826" y="5643"/>
                </a:lnTo>
                <a:lnTo>
                  <a:pt x="7082" y="3091"/>
                </a:lnTo>
                <a:lnTo>
                  <a:pt x="8242" y="1510"/>
                </a:lnTo>
                <a:lnTo>
                  <a:pt x="9452" y="631"/>
                </a:lnTo>
                <a:lnTo>
                  <a:pt x="10862" y="213"/>
                </a:lnTo>
                <a:lnTo>
                  <a:pt x="12621" y="0"/>
                </a:lnTo>
                <a:close/>
              </a:path>
            </a:pathLst>
          </a:custGeom>
          <a:solidFill>
            <a:srgbClr val="E6E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3" name="contour_15191"/>
          <p:cNvSpPr/>
          <p:nvPr/>
        </p:nvSpPr>
        <p:spPr>
          <a:xfrm>
            <a:off x="11365065" y="252893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450" y="5857"/>
                </a:lnTo>
                <a:lnTo>
                  <a:pt x="19278" y="8111"/>
                </a:lnTo>
                <a:lnTo>
                  <a:pt x="18085" y="10357"/>
                </a:lnTo>
                <a:lnTo>
                  <a:pt x="16875" y="12600"/>
                </a:lnTo>
                <a:lnTo>
                  <a:pt x="16486" y="13345"/>
                </a:lnTo>
                <a:lnTo>
                  <a:pt x="15795" y="14656"/>
                </a:lnTo>
                <a:lnTo>
                  <a:pt x="14218" y="17662"/>
                </a:lnTo>
                <a:lnTo>
                  <a:pt x="12523" y="19616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AFB6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4" name="contour_15192"/>
          <p:cNvSpPr/>
          <p:nvPr/>
        </p:nvSpPr>
        <p:spPr>
          <a:xfrm>
            <a:off x="2116604" y="252893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02" y="268"/>
                </a:lnTo>
                <a:lnTo>
                  <a:pt x="8550" y="739"/>
                </a:lnTo>
                <a:lnTo>
                  <a:pt x="10951" y="1391"/>
                </a:lnTo>
                <a:lnTo>
                  <a:pt x="13320" y="2216"/>
                </a:lnTo>
                <a:lnTo>
                  <a:pt x="15664" y="3197"/>
                </a:lnTo>
                <a:lnTo>
                  <a:pt x="18000" y="4320"/>
                </a:lnTo>
                <a:lnTo>
                  <a:pt x="19577" y="7037"/>
                </a:lnTo>
                <a:lnTo>
                  <a:pt x="20477" y="8839"/>
                </a:lnTo>
                <a:lnTo>
                  <a:pt x="21038" y="10545"/>
                </a:lnTo>
                <a:lnTo>
                  <a:pt x="21600" y="12960"/>
                </a:lnTo>
                <a:lnTo>
                  <a:pt x="19141" y="12692"/>
                </a:lnTo>
                <a:lnTo>
                  <a:pt x="16650" y="12420"/>
                </a:lnTo>
                <a:lnTo>
                  <a:pt x="13759" y="12718"/>
                </a:lnTo>
                <a:lnTo>
                  <a:pt x="11790" y="13120"/>
                </a:lnTo>
                <a:lnTo>
                  <a:pt x="10249" y="13859"/>
                </a:lnTo>
                <a:lnTo>
                  <a:pt x="8658" y="15168"/>
                </a:lnTo>
                <a:lnTo>
                  <a:pt x="6523" y="17280"/>
                </a:lnTo>
                <a:lnTo>
                  <a:pt x="5072" y="19423"/>
                </a:lnTo>
                <a:lnTo>
                  <a:pt x="3600" y="21600"/>
                </a:lnTo>
                <a:lnTo>
                  <a:pt x="2909" y="18814"/>
                </a:lnTo>
                <a:lnTo>
                  <a:pt x="2236" y="16023"/>
                </a:lnTo>
                <a:lnTo>
                  <a:pt x="1577" y="13228"/>
                </a:lnTo>
                <a:lnTo>
                  <a:pt x="1292" y="12061"/>
                </a:lnTo>
                <a:lnTo>
                  <a:pt x="436" y="8523"/>
                </a:lnTo>
                <a:lnTo>
                  <a:pt x="220" y="6437"/>
                </a:lnTo>
                <a:lnTo>
                  <a:pt x="0" y="4320"/>
                </a:lnTo>
                <a:lnTo>
                  <a:pt x="1786" y="2177"/>
                </a:lnTo>
                <a:lnTo>
                  <a:pt x="3600" y="0"/>
                </a:lnTo>
                <a:close/>
              </a:path>
            </a:pathLst>
          </a:custGeom>
          <a:solidFill>
            <a:srgbClr val="847C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5" name="contour_15193"/>
          <p:cNvSpPr/>
          <p:nvPr/>
        </p:nvSpPr>
        <p:spPr>
          <a:xfrm>
            <a:off x="6686175" y="2514357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78" y="592"/>
                </a:lnTo>
                <a:lnTo>
                  <a:pt x="6799" y="1222"/>
                </a:lnTo>
                <a:lnTo>
                  <a:pt x="9990" y="1925"/>
                </a:lnTo>
                <a:lnTo>
                  <a:pt x="13046" y="2737"/>
                </a:lnTo>
                <a:lnTo>
                  <a:pt x="15995" y="3694"/>
                </a:lnTo>
                <a:lnTo>
                  <a:pt x="18841" y="4826"/>
                </a:lnTo>
                <a:lnTo>
                  <a:pt x="21600" y="6171"/>
                </a:lnTo>
                <a:lnTo>
                  <a:pt x="21595" y="8205"/>
                </a:lnTo>
                <a:lnTo>
                  <a:pt x="21346" y="10180"/>
                </a:lnTo>
                <a:lnTo>
                  <a:pt x="20876" y="12111"/>
                </a:lnTo>
                <a:lnTo>
                  <a:pt x="20218" y="14012"/>
                </a:lnTo>
                <a:lnTo>
                  <a:pt x="19391" y="15901"/>
                </a:lnTo>
                <a:lnTo>
                  <a:pt x="18430" y="17783"/>
                </a:lnTo>
                <a:lnTo>
                  <a:pt x="17356" y="19678"/>
                </a:lnTo>
                <a:lnTo>
                  <a:pt x="16200" y="21600"/>
                </a:lnTo>
                <a:lnTo>
                  <a:pt x="14456" y="19678"/>
                </a:lnTo>
                <a:lnTo>
                  <a:pt x="12755" y="17758"/>
                </a:lnTo>
                <a:lnTo>
                  <a:pt x="11097" y="15842"/>
                </a:lnTo>
                <a:lnTo>
                  <a:pt x="9488" y="13923"/>
                </a:lnTo>
                <a:lnTo>
                  <a:pt x="7938" y="11994"/>
                </a:lnTo>
                <a:lnTo>
                  <a:pt x="6448" y="10053"/>
                </a:lnTo>
                <a:lnTo>
                  <a:pt x="5017" y="8097"/>
                </a:lnTo>
                <a:lnTo>
                  <a:pt x="3650" y="6116"/>
                </a:lnTo>
                <a:lnTo>
                  <a:pt x="2360" y="4110"/>
                </a:lnTo>
                <a:lnTo>
                  <a:pt x="1139" y="2074"/>
                </a:lnTo>
                <a:lnTo>
                  <a:pt x="0" y="0"/>
                </a:lnTo>
                <a:close/>
              </a:path>
            </a:pathLst>
          </a:custGeom>
          <a:solidFill>
            <a:srgbClr val="B4C7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6" name="contour_15194"/>
          <p:cNvSpPr/>
          <p:nvPr/>
        </p:nvSpPr>
        <p:spPr>
          <a:xfrm>
            <a:off x="2240500" y="252164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9246" y="12490"/>
                </a:lnTo>
                <a:lnTo>
                  <a:pt x="17507" y="13651"/>
                </a:lnTo>
                <a:lnTo>
                  <a:pt x="15865" y="14575"/>
                </a:lnTo>
                <a:lnTo>
                  <a:pt x="13802" y="15552"/>
                </a:lnTo>
                <a:lnTo>
                  <a:pt x="10800" y="16875"/>
                </a:lnTo>
                <a:lnTo>
                  <a:pt x="9907" y="17280"/>
                </a:lnTo>
                <a:lnTo>
                  <a:pt x="8334" y="17993"/>
                </a:lnTo>
                <a:lnTo>
                  <a:pt x="4723" y="19618"/>
                </a:lnTo>
                <a:lnTo>
                  <a:pt x="2380" y="2060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05040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7" name="contour_15195"/>
          <p:cNvSpPr/>
          <p:nvPr/>
        </p:nvSpPr>
        <p:spPr>
          <a:xfrm>
            <a:off x="3770978" y="2508490"/>
            <a:ext cx="58304" cy="350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619"/>
                </a:moveTo>
                <a:lnTo>
                  <a:pt x="20039" y="5466"/>
                </a:lnTo>
                <a:lnTo>
                  <a:pt x="18468" y="7206"/>
                </a:lnTo>
                <a:lnTo>
                  <a:pt x="16880" y="8842"/>
                </a:lnTo>
                <a:lnTo>
                  <a:pt x="15279" y="10384"/>
                </a:lnTo>
                <a:lnTo>
                  <a:pt x="13665" y="11841"/>
                </a:lnTo>
                <a:lnTo>
                  <a:pt x="12031" y="13225"/>
                </a:lnTo>
                <a:lnTo>
                  <a:pt x="10379" y="14547"/>
                </a:lnTo>
                <a:lnTo>
                  <a:pt x="8708" y="15810"/>
                </a:lnTo>
                <a:lnTo>
                  <a:pt x="7012" y="17024"/>
                </a:lnTo>
                <a:lnTo>
                  <a:pt x="5297" y="18202"/>
                </a:lnTo>
                <a:lnTo>
                  <a:pt x="3556" y="19352"/>
                </a:lnTo>
                <a:lnTo>
                  <a:pt x="1793" y="20481"/>
                </a:lnTo>
                <a:lnTo>
                  <a:pt x="0" y="21600"/>
                </a:lnTo>
                <a:lnTo>
                  <a:pt x="400" y="18246"/>
                </a:lnTo>
                <a:lnTo>
                  <a:pt x="872" y="15194"/>
                </a:lnTo>
                <a:lnTo>
                  <a:pt x="1496" y="12403"/>
                </a:lnTo>
                <a:lnTo>
                  <a:pt x="2344" y="9813"/>
                </a:lnTo>
                <a:lnTo>
                  <a:pt x="3488" y="7381"/>
                </a:lnTo>
                <a:lnTo>
                  <a:pt x="5000" y="5057"/>
                </a:lnTo>
                <a:lnTo>
                  <a:pt x="7001" y="3291"/>
                </a:lnTo>
                <a:lnTo>
                  <a:pt x="8851" y="1884"/>
                </a:lnTo>
                <a:lnTo>
                  <a:pt x="10597" y="854"/>
                </a:lnTo>
                <a:lnTo>
                  <a:pt x="12290" y="220"/>
                </a:lnTo>
                <a:lnTo>
                  <a:pt x="13978" y="0"/>
                </a:lnTo>
                <a:lnTo>
                  <a:pt x="15703" y="211"/>
                </a:lnTo>
                <a:lnTo>
                  <a:pt x="17518" y="872"/>
                </a:lnTo>
                <a:lnTo>
                  <a:pt x="19467" y="2000"/>
                </a:lnTo>
                <a:lnTo>
                  <a:pt x="21600" y="3619"/>
                </a:lnTo>
                <a:close/>
              </a:path>
            </a:pathLst>
          </a:custGeom>
          <a:solidFill>
            <a:srgbClr val="9035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8" name="contour_15196"/>
          <p:cNvSpPr/>
          <p:nvPr/>
        </p:nvSpPr>
        <p:spPr>
          <a:xfrm>
            <a:off x="2202748" y="250706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E0C5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199" name="contour_15197"/>
          <p:cNvSpPr/>
          <p:nvPr/>
        </p:nvSpPr>
        <p:spPr>
          <a:xfrm>
            <a:off x="6970407" y="250706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581" y="3056"/>
                </a:lnTo>
                <a:lnTo>
                  <a:pt x="19562" y="6113"/>
                </a:lnTo>
                <a:lnTo>
                  <a:pt x="18540" y="9180"/>
                </a:lnTo>
                <a:lnTo>
                  <a:pt x="17514" y="12258"/>
                </a:lnTo>
                <a:lnTo>
                  <a:pt x="16481" y="15352"/>
                </a:lnTo>
                <a:lnTo>
                  <a:pt x="15444" y="18463"/>
                </a:lnTo>
                <a:lnTo>
                  <a:pt x="14400" y="21600"/>
                </a:lnTo>
                <a:lnTo>
                  <a:pt x="10224" y="18857"/>
                </a:lnTo>
                <a:lnTo>
                  <a:pt x="7175" y="16826"/>
                </a:lnTo>
                <a:lnTo>
                  <a:pt x="5000" y="15325"/>
                </a:lnTo>
                <a:lnTo>
                  <a:pt x="3449" y="14159"/>
                </a:lnTo>
                <a:lnTo>
                  <a:pt x="2264" y="13144"/>
                </a:lnTo>
                <a:lnTo>
                  <a:pt x="1199" y="1208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840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0" name="contour_15198"/>
          <p:cNvSpPr/>
          <p:nvPr/>
        </p:nvSpPr>
        <p:spPr>
          <a:xfrm>
            <a:off x="6817359" y="249249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812"/>
                </a:lnTo>
                <a:lnTo>
                  <a:pt x="14135" y="1443"/>
                </a:lnTo>
                <a:lnTo>
                  <a:pt x="16105" y="2100"/>
                </a:lnTo>
                <a:lnTo>
                  <a:pt x="18386" y="298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8744" y="12960"/>
                </a:lnTo>
                <a:lnTo>
                  <a:pt x="15872" y="12960"/>
                </a:lnTo>
                <a:lnTo>
                  <a:pt x="12960" y="12960"/>
                </a:lnTo>
                <a:lnTo>
                  <a:pt x="12960" y="15816"/>
                </a:lnTo>
                <a:lnTo>
                  <a:pt x="12960" y="18688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1071" y="18926"/>
                </a:lnTo>
                <a:lnTo>
                  <a:pt x="2138" y="16252"/>
                </a:lnTo>
                <a:lnTo>
                  <a:pt x="3214" y="13569"/>
                </a:lnTo>
                <a:lnTo>
                  <a:pt x="4285" y="10882"/>
                </a:lnTo>
                <a:lnTo>
                  <a:pt x="5365" y="8182"/>
                </a:lnTo>
                <a:lnTo>
                  <a:pt x="6450" y="5469"/>
                </a:lnTo>
                <a:lnTo>
                  <a:pt x="7543" y="2743"/>
                </a:lnTo>
                <a:lnTo>
                  <a:pt x="8640" y="0"/>
                </a:lnTo>
                <a:close/>
              </a:path>
            </a:pathLst>
          </a:custGeom>
          <a:solidFill>
            <a:srgbClr val="CDC2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1" name="contour_15199"/>
          <p:cNvSpPr/>
          <p:nvPr/>
        </p:nvSpPr>
        <p:spPr>
          <a:xfrm>
            <a:off x="3704730" y="2499781"/>
            <a:ext cx="397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57" y="0"/>
                </a:moveTo>
                <a:lnTo>
                  <a:pt x="2905" y="302"/>
                </a:lnTo>
                <a:lnTo>
                  <a:pt x="5430" y="635"/>
                </a:lnTo>
                <a:lnTo>
                  <a:pt x="7927" y="1015"/>
                </a:lnTo>
                <a:lnTo>
                  <a:pt x="10404" y="1469"/>
                </a:lnTo>
                <a:lnTo>
                  <a:pt x="12865" y="2004"/>
                </a:lnTo>
                <a:lnTo>
                  <a:pt x="15310" y="2648"/>
                </a:lnTo>
                <a:lnTo>
                  <a:pt x="17744" y="3413"/>
                </a:lnTo>
                <a:lnTo>
                  <a:pt x="20173" y="4320"/>
                </a:lnTo>
                <a:lnTo>
                  <a:pt x="21124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124" y="14066"/>
                </a:lnTo>
                <a:lnTo>
                  <a:pt x="20173" y="17280"/>
                </a:lnTo>
                <a:lnTo>
                  <a:pt x="17462" y="18999"/>
                </a:lnTo>
                <a:lnTo>
                  <a:pt x="15489" y="20084"/>
                </a:lnTo>
                <a:lnTo>
                  <a:pt x="13681" y="20740"/>
                </a:lnTo>
                <a:lnTo>
                  <a:pt x="11470" y="21177"/>
                </a:lnTo>
                <a:lnTo>
                  <a:pt x="8283" y="21600"/>
                </a:lnTo>
                <a:lnTo>
                  <a:pt x="5509" y="19643"/>
                </a:lnTo>
                <a:lnTo>
                  <a:pt x="3761" y="18092"/>
                </a:lnTo>
                <a:lnTo>
                  <a:pt x="2291" y="16131"/>
                </a:lnTo>
                <a:lnTo>
                  <a:pt x="357" y="12960"/>
                </a:lnTo>
                <a:lnTo>
                  <a:pt x="119" y="9487"/>
                </a:lnTo>
                <a:lnTo>
                  <a:pt x="0" y="7076"/>
                </a:lnTo>
                <a:lnTo>
                  <a:pt x="0" y="5106"/>
                </a:lnTo>
                <a:lnTo>
                  <a:pt x="119" y="2955"/>
                </a:lnTo>
                <a:lnTo>
                  <a:pt x="357" y="0"/>
                </a:lnTo>
                <a:close/>
              </a:path>
            </a:pathLst>
          </a:custGeom>
          <a:solidFill>
            <a:srgbClr val="ADAC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2" name="contour_15200"/>
          <p:cNvSpPr/>
          <p:nvPr/>
        </p:nvSpPr>
        <p:spPr>
          <a:xfrm>
            <a:off x="1110861" y="2499781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07" y="0"/>
                </a:moveTo>
                <a:lnTo>
                  <a:pt x="11307" y="0"/>
                </a:lnTo>
                <a:lnTo>
                  <a:pt x="15834" y="0"/>
                </a:lnTo>
                <a:lnTo>
                  <a:pt x="20422" y="0"/>
                </a:lnTo>
                <a:lnTo>
                  <a:pt x="20885" y="2603"/>
                </a:lnTo>
                <a:lnTo>
                  <a:pt x="21266" y="5177"/>
                </a:lnTo>
                <a:lnTo>
                  <a:pt x="21518" y="7736"/>
                </a:lnTo>
                <a:lnTo>
                  <a:pt x="21600" y="10289"/>
                </a:lnTo>
                <a:lnTo>
                  <a:pt x="21471" y="12845"/>
                </a:lnTo>
                <a:lnTo>
                  <a:pt x="21096" y="15412"/>
                </a:lnTo>
                <a:lnTo>
                  <a:pt x="20422" y="18000"/>
                </a:lnTo>
                <a:lnTo>
                  <a:pt x="15358" y="19433"/>
                </a:lnTo>
                <a:lnTo>
                  <a:pt x="11763" y="20336"/>
                </a:lnTo>
                <a:lnTo>
                  <a:pt x="8659" y="20884"/>
                </a:lnTo>
                <a:lnTo>
                  <a:pt x="5065" y="21247"/>
                </a:lnTo>
                <a:lnTo>
                  <a:pt x="0" y="21600"/>
                </a:lnTo>
                <a:lnTo>
                  <a:pt x="749" y="19224"/>
                </a:lnTo>
                <a:lnTo>
                  <a:pt x="1498" y="16844"/>
                </a:lnTo>
                <a:lnTo>
                  <a:pt x="2246" y="14465"/>
                </a:lnTo>
                <a:lnTo>
                  <a:pt x="3002" y="12078"/>
                </a:lnTo>
                <a:lnTo>
                  <a:pt x="3758" y="9684"/>
                </a:lnTo>
                <a:lnTo>
                  <a:pt x="4513" y="7279"/>
                </a:lnTo>
                <a:lnTo>
                  <a:pt x="5276" y="4867"/>
                </a:lnTo>
                <a:lnTo>
                  <a:pt x="6038" y="2441"/>
                </a:lnTo>
                <a:lnTo>
                  <a:pt x="6807" y="0"/>
                </a:lnTo>
                <a:close/>
              </a:path>
            </a:pathLst>
          </a:custGeom>
          <a:solidFill>
            <a:srgbClr val="A0A6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3" name="contour_15201"/>
          <p:cNvSpPr/>
          <p:nvPr/>
        </p:nvSpPr>
        <p:spPr>
          <a:xfrm>
            <a:off x="724598" y="249978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5336" y="19405"/>
                </a:lnTo>
                <a:lnTo>
                  <a:pt x="10762" y="17781"/>
                </a:lnTo>
                <a:lnTo>
                  <a:pt x="7501" y="16580"/>
                </a:lnTo>
                <a:lnTo>
                  <a:pt x="5173" y="15647"/>
                </a:lnTo>
                <a:lnTo>
                  <a:pt x="3397" y="14835"/>
                </a:lnTo>
                <a:lnTo>
                  <a:pt x="1798" y="13988"/>
                </a:lnTo>
                <a:lnTo>
                  <a:pt x="0" y="12960"/>
                </a:lnTo>
                <a:lnTo>
                  <a:pt x="0" y="10104"/>
                </a:lnTo>
                <a:lnTo>
                  <a:pt x="0" y="7232"/>
                </a:lnTo>
                <a:lnTo>
                  <a:pt x="0" y="4320"/>
                </a:lnTo>
                <a:lnTo>
                  <a:pt x="3618" y="2454"/>
                </a:lnTo>
                <a:lnTo>
                  <a:pt x="6858" y="1223"/>
                </a:lnTo>
                <a:lnTo>
                  <a:pt x="10001" y="488"/>
                </a:lnTo>
                <a:lnTo>
                  <a:pt x="13322" y="130"/>
                </a:lnTo>
                <a:lnTo>
                  <a:pt x="17096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04040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4" name="contour_15202"/>
          <p:cNvSpPr/>
          <p:nvPr/>
        </p:nvSpPr>
        <p:spPr>
          <a:xfrm>
            <a:off x="8595629" y="245605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580" y="1426"/>
                </a:lnTo>
                <a:lnTo>
                  <a:pt x="7564" y="2851"/>
                </a:lnTo>
                <a:lnTo>
                  <a:pt x="9547" y="4281"/>
                </a:lnTo>
                <a:lnTo>
                  <a:pt x="11534" y="5715"/>
                </a:lnTo>
                <a:lnTo>
                  <a:pt x="13532" y="7150"/>
                </a:lnTo>
                <a:lnTo>
                  <a:pt x="15534" y="8592"/>
                </a:lnTo>
                <a:lnTo>
                  <a:pt x="17546" y="10040"/>
                </a:lnTo>
                <a:lnTo>
                  <a:pt x="19566" y="11496"/>
                </a:lnTo>
                <a:lnTo>
                  <a:pt x="21600" y="12960"/>
                </a:lnTo>
                <a:lnTo>
                  <a:pt x="20707" y="15098"/>
                </a:lnTo>
                <a:lnTo>
                  <a:pt x="19814" y="17250"/>
                </a:lnTo>
                <a:lnTo>
                  <a:pt x="18911" y="19410"/>
                </a:lnTo>
                <a:lnTo>
                  <a:pt x="18000" y="21600"/>
                </a:lnTo>
                <a:lnTo>
                  <a:pt x="15444" y="21518"/>
                </a:lnTo>
                <a:lnTo>
                  <a:pt x="13630" y="21324"/>
                </a:lnTo>
                <a:lnTo>
                  <a:pt x="11696" y="20861"/>
                </a:lnTo>
                <a:lnTo>
                  <a:pt x="8777" y="19980"/>
                </a:lnTo>
                <a:lnTo>
                  <a:pt x="6311" y="19259"/>
                </a:lnTo>
                <a:lnTo>
                  <a:pt x="3812" y="18528"/>
                </a:lnTo>
                <a:lnTo>
                  <a:pt x="2862" y="18217"/>
                </a:lnTo>
                <a:lnTo>
                  <a:pt x="0" y="17280"/>
                </a:lnTo>
                <a:lnTo>
                  <a:pt x="594" y="14429"/>
                </a:lnTo>
                <a:lnTo>
                  <a:pt x="1188" y="11573"/>
                </a:lnTo>
                <a:lnTo>
                  <a:pt x="1786" y="8705"/>
                </a:lnTo>
                <a:lnTo>
                  <a:pt x="2387" y="5823"/>
                </a:lnTo>
                <a:lnTo>
                  <a:pt x="2992" y="2925"/>
                </a:lnTo>
                <a:lnTo>
                  <a:pt x="3600" y="0"/>
                </a:lnTo>
                <a:close/>
              </a:path>
            </a:pathLst>
          </a:custGeom>
          <a:solidFill>
            <a:srgbClr val="E0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5" name="contour_15203"/>
          <p:cNvSpPr/>
          <p:nvPr/>
        </p:nvSpPr>
        <p:spPr>
          <a:xfrm>
            <a:off x="7342094" y="2464463"/>
            <a:ext cx="43728" cy="35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71"/>
                </a:moveTo>
                <a:lnTo>
                  <a:pt x="19922" y="6013"/>
                </a:lnTo>
                <a:lnTo>
                  <a:pt x="18241" y="8246"/>
                </a:lnTo>
                <a:lnTo>
                  <a:pt x="16549" y="10470"/>
                </a:lnTo>
                <a:lnTo>
                  <a:pt x="14850" y="12685"/>
                </a:lnTo>
                <a:lnTo>
                  <a:pt x="14292" y="13425"/>
                </a:lnTo>
                <a:lnTo>
                  <a:pt x="13306" y="14722"/>
                </a:lnTo>
                <a:lnTo>
                  <a:pt x="11052" y="17700"/>
                </a:lnTo>
                <a:lnTo>
                  <a:pt x="9115" y="19603"/>
                </a:lnTo>
                <a:lnTo>
                  <a:pt x="7571" y="20758"/>
                </a:lnTo>
                <a:lnTo>
                  <a:pt x="5890" y="21350"/>
                </a:lnTo>
                <a:lnTo>
                  <a:pt x="3546" y="21569"/>
                </a:lnTo>
                <a:lnTo>
                  <a:pt x="0" y="21600"/>
                </a:lnTo>
                <a:lnTo>
                  <a:pt x="666" y="16532"/>
                </a:lnTo>
                <a:lnTo>
                  <a:pt x="1174" y="12966"/>
                </a:lnTo>
                <a:lnTo>
                  <a:pt x="1620" y="10399"/>
                </a:lnTo>
                <a:lnTo>
                  <a:pt x="2106" y="8340"/>
                </a:lnTo>
                <a:lnTo>
                  <a:pt x="2732" y="6298"/>
                </a:lnTo>
                <a:lnTo>
                  <a:pt x="3600" y="3771"/>
                </a:lnTo>
                <a:lnTo>
                  <a:pt x="6556" y="1872"/>
                </a:lnTo>
                <a:lnTo>
                  <a:pt x="9155" y="615"/>
                </a:lnTo>
                <a:lnTo>
                  <a:pt x="11538" y="0"/>
                </a:lnTo>
                <a:lnTo>
                  <a:pt x="13835" y="18"/>
                </a:lnTo>
                <a:lnTo>
                  <a:pt x="16186" y="655"/>
                </a:lnTo>
                <a:lnTo>
                  <a:pt x="18727" y="1908"/>
                </a:lnTo>
                <a:lnTo>
                  <a:pt x="21600" y="3771"/>
                </a:lnTo>
                <a:close/>
              </a:path>
            </a:pathLst>
          </a:custGeom>
          <a:solidFill>
            <a:srgbClr val="5A5A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6" name="contour_15204"/>
          <p:cNvSpPr/>
          <p:nvPr/>
        </p:nvSpPr>
        <p:spPr>
          <a:xfrm>
            <a:off x="5119257" y="244876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1631"/>
                </a:lnTo>
                <a:lnTo>
                  <a:pt x="16454" y="2923"/>
                </a:lnTo>
                <a:lnTo>
                  <a:pt x="18581" y="4558"/>
                </a:lnTo>
                <a:lnTo>
                  <a:pt x="21600" y="7200"/>
                </a:lnTo>
                <a:lnTo>
                  <a:pt x="21136" y="9724"/>
                </a:lnTo>
                <a:lnTo>
                  <a:pt x="20450" y="12132"/>
                </a:lnTo>
                <a:lnTo>
                  <a:pt x="19580" y="14472"/>
                </a:lnTo>
                <a:lnTo>
                  <a:pt x="18560" y="16794"/>
                </a:lnTo>
                <a:lnTo>
                  <a:pt x="17420" y="19156"/>
                </a:lnTo>
                <a:lnTo>
                  <a:pt x="16200" y="21600"/>
                </a:lnTo>
                <a:lnTo>
                  <a:pt x="12992" y="20887"/>
                </a:lnTo>
                <a:lnTo>
                  <a:pt x="9774" y="20171"/>
                </a:lnTo>
                <a:lnTo>
                  <a:pt x="6545" y="19454"/>
                </a:lnTo>
                <a:lnTo>
                  <a:pt x="3289" y="18731"/>
                </a:lnTo>
                <a:lnTo>
                  <a:pt x="0" y="18000"/>
                </a:lnTo>
                <a:lnTo>
                  <a:pt x="1339" y="15772"/>
                </a:lnTo>
                <a:lnTo>
                  <a:pt x="2673" y="13543"/>
                </a:lnTo>
                <a:lnTo>
                  <a:pt x="4018" y="11308"/>
                </a:lnTo>
                <a:lnTo>
                  <a:pt x="5357" y="9068"/>
                </a:lnTo>
                <a:lnTo>
                  <a:pt x="6707" y="6818"/>
                </a:lnTo>
                <a:lnTo>
                  <a:pt x="8062" y="4558"/>
                </a:lnTo>
                <a:lnTo>
                  <a:pt x="9428" y="2286"/>
                </a:lnTo>
                <a:lnTo>
                  <a:pt x="10800" y="0"/>
                </a:lnTo>
                <a:close/>
              </a:path>
            </a:pathLst>
          </a:custGeom>
          <a:solidFill>
            <a:srgbClr val="16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7" name="contour_15205"/>
          <p:cNvSpPr/>
          <p:nvPr/>
        </p:nvSpPr>
        <p:spPr>
          <a:xfrm>
            <a:off x="1453397" y="2470170"/>
            <a:ext cx="43728" cy="23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8"/>
                </a:moveTo>
                <a:lnTo>
                  <a:pt x="21600" y="4356"/>
                </a:lnTo>
                <a:lnTo>
                  <a:pt x="21600" y="8307"/>
                </a:lnTo>
                <a:lnTo>
                  <a:pt x="21600" y="12272"/>
                </a:lnTo>
                <a:lnTo>
                  <a:pt x="21600" y="16270"/>
                </a:lnTo>
                <a:lnTo>
                  <a:pt x="21600" y="20307"/>
                </a:lnTo>
                <a:lnTo>
                  <a:pt x="19408" y="20559"/>
                </a:lnTo>
                <a:lnTo>
                  <a:pt x="17212" y="20778"/>
                </a:lnTo>
                <a:lnTo>
                  <a:pt x="15019" y="20970"/>
                </a:lnTo>
                <a:lnTo>
                  <a:pt x="12823" y="21136"/>
                </a:lnTo>
                <a:lnTo>
                  <a:pt x="10375" y="21368"/>
                </a:lnTo>
                <a:lnTo>
                  <a:pt x="7888" y="21600"/>
                </a:lnTo>
                <a:lnTo>
                  <a:pt x="5760" y="20957"/>
                </a:lnTo>
                <a:lnTo>
                  <a:pt x="3600" y="20307"/>
                </a:lnTo>
                <a:lnTo>
                  <a:pt x="2207" y="16343"/>
                </a:lnTo>
                <a:lnTo>
                  <a:pt x="1368" y="13638"/>
                </a:lnTo>
                <a:lnTo>
                  <a:pt x="745" y="10952"/>
                </a:lnTo>
                <a:lnTo>
                  <a:pt x="0" y="7048"/>
                </a:lnTo>
                <a:lnTo>
                  <a:pt x="2322" y="4535"/>
                </a:lnTo>
                <a:lnTo>
                  <a:pt x="4619" y="2678"/>
                </a:lnTo>
                <a:lnTo>
                  <a:pt x="6908" y="1386"/>
                </a:lnTo>
                <a:lnTo>
                  <a:pt x="9216" y="570"/>
                </a:lnTo>
                <a:lnTo>
                  <a:pt x="11552" y="139"/>
                </a:lnTo>
                <a:lnTo>
                  <a:pt x="13939" y="0"/>
                </a:lnTo>
                <a:lnTo>
                  <a:pt x="16398" y="60"/>
                </a:lnTo>
                <a:lnTo>
                  <a:pt x="18943" y="232"/>
                </a:lnTo>
                <a:lnTo>
                  <a:pt x="21600" y="418"/>
                </a:lnTo>
                <a:close/>
              </a:path>
            </a:pathLst>
          </a:custGeom>
          <a:solidFill>
            <a:srgbClr val="1C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8" name="contour_15206"/>
          <p:cNvSpPr/>
          <p:nvPr/>
        </p:nvSpPr>
        <p:spPr>
          <a:xfrm>
            <a:off x="1074421" y="2470097"/>
            <a:ext cx="58304" cy="222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78"/>
                </a:moveTo>
                <a:lnTo>
                  <a:pt x="15295" y="142"/>
                </a:lnTo>
                <a:lnTo>
                  <a:pt x="16762" y="198"/>
                </a:lnTo>
                <a:lnTo>
                  <a:pt x="18247" y="262"/>
                </a:lnTo>
                <a:lnTo>
                  <a:pt x="19081" y="325"/>
                </a:lnTo>
                <a:lnTo>
                  <a:pt x="21600" y="516"/>
                </a:lnTo>
                <a:lnTo>
                  <a:pt x="21600" y="5193"/>
                </a:lnTo>
                <a:lnTo>
                  <a:pt x="21600" y="9898"/>
                </a:lnTo>
                <a:lnTo>
                  <a:pt x="21600" y="14666"/>
                </a:lnTo>
                <a:lnTo>
                  <a:pt x="20053" y="15593"/>
                </a:lnTo>
                <a:lnTo>
                  <a:pt x="18500" y="16499"/>
                </a:lnTo>
                <a:lnTo>
                  <a:pt x="16948" y="17383"/>
                </a:lnTo>
                <a:lnTo>
                  <a:pt x="15393" y="18246"/>
                </a:lnTo>
                <a:lnTo>
                  <a:pt x="13838" y="19088"/>
                </a:lnTo>
                <a:lnTo>
                  <a:pt x="12396" y="19916"/>
                </a:lnTo>
                <a:lnTo>
                  <a:pt x="10943" y="20737"/>
                </a:lnTo>
                <a:lnTo>
                  <a:pt x="9472" y="21572"/>
                </a:lnTo>
                <a:lnTo>
                  <a:pt x="7460" y="21600"/>
                </a:lnTo>
                <a:lnTo>
                  <a:pt x="6072" y="21260"/>
                </a:lnTo>
                <a:lnTo>
                  <a:pt x="4963" y="20235"/>
                </a:lnTo>
                <a:lnTo>
                  <a:pt x="3780" y="18204"/>
                </a:lnTo>
                <a:lnTo>
                  <a:pt x="2174" y="14836"/>
                </a:lnTo>
                <a:lnTo>
                  <a:pt x="1633" y="13032"/>
                </a:lnTo>
                <a:lnTo>
                  <a:pt x="0" y="7591"/>
                </a:lnTo>
                <a:lnTo>
                  <a:pt x="1717" y="5080"/>
                </a:lnTo>
                <a:lnTo>
                  <a:pt x="3375" y="3177"/>
                </a:lnTo>
                <a:lnTo>
                  <a:pt x="5003" y="1797"/>
                </a:lnTo>
                <a:lnTo>
                  <a:pt x="6634" y="870"/>
                </a:lnTo>
                <a:lnTo>
                  <a:pt x="8300" y="318"/>
                </a:lnTo>
                <a:lnTo>
                  <a:pt x="10036" y="50"/>
                </a:lnTo>
                <a:lnTo>
                  <a:pt x="11869" y="0"/>
                </a:lnTo>
                <a:lnTo>
                  <a:pt x="13838" y="78"/>
                </a:lnTo>
                <a:close/>
              </a:path>
            </a:pathLst>
          </a:custGeom>
          <a:solidFill>
            <a:srgbClr val="3A37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09" name="contour_15207"/>
          <p:cNvSpPr/>
          <p:nvPr/>
        </p:nvSpPr>
        <p:spPr>
          <a:xfrm>
            <a:off x="673582" y="245605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90" y="2498"/>
                </a:lnTo>
                <a:lnTo>
                  <a:pt x="20714" y="4950"/>
                </a:lnTo>
                <a:lnTo>
                  <a:pt x="20131" y="7358"/>
                </a:lnTo>
                <a:lnTo>
                  <a:pt x="19392" y="9731"/>
                </a:lnTo>
                <a:lnTo>
                  <a:pt x="18459" y="12078"/>
                </a:lnTo>
                <a:lnTo>
                  <a:pt x="17280" y="14400"/>
                </a:lnTo>
                <a:lnTo>
                  <a:pt x="14066" y="14616"/>
                </a:lnTo>
                <a:lnTo>
                  <a:pt x="11785" y="14724"/>
                </a:lnTo>
                <a:lnTo>
                  <a:pt x="9815" y="14724"/>
                </a:lnTo>
                <a:lnTo>
                  <a:pt x="7534" y="14616"/>
                </a:lnTo>
                <a:lnTo>
                  <a:pt x="4320" y="14400"/>
                </a:lnTo>
                <a:lnTo>
                  <a:pt x="2579" y="16538"/>
                </a:lnTo>
                <a:lnTo>
                  <a:pt x="1551" y="18000"/>
                </a:lnTo>
                <a:lnTo>
                  <a:pt x="825" y="19462"/>
                </a:lnTo>
                <a:lnTo>
                  <a:pt x="0" y="21600"/>
                </a:lnTo>
                <a:lnTo>
                  <a:pt x="1300" y="16229"/>
                </a:lnTo>
                <a:lnTo>
                  <a:pt x="2445" y="11830"/>
                </a:lnTo>
                <a:lnTo>
                  <a:pt x="3521" y="8309"/>
                </a:lnTo>
                <a:lnTo>
                  <a:pt x="4635" y="5566"/>
                </a:lnTo>
                <a:lnTo>
                  <a:pt x="5884" y="3506"/>
                </a:lnTo>
                <a:lnTo>
                  <a:pt x="7361" y="2027"/>
                </a:lnTo>
                <a:lnTo>
                  <a:pt x="9167" y="1040"/>
                </a:lnTo>
                <a:lnTo>
                  <a:pt x="11392" y="439"/>
                </a:lnTo>
                <a:lnTo>
                  <a:pt x="14144" y="130"/>
                </a:lnTo>
                <a:lnTo>
                  <a:pt x="17513" y="18"/>
                </a:lnTo>
                <a:lnTo>
                  <a:pt x="21600" y="0"/>
                </a:lnTo>
                <a:close/>
              </a:path>
            </a:pathLst>
          </a:custGeom>
          <a:solidFill>
            <a:srgbClr val="AFA2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0" name="contour_15208"/>
          <p:cNvSpPr/>
          <p:nvPr/>
        </p:nvSpPr>
        <p:spPr>
          <a:xfrm>
            <a:off x="9368156" y="245605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19903" y="2376"/>
                </a:lnTo>
                <a:lnTo>
                  <a:pt x="18203" y="4752"/>
                </a:lnTo>
                <a:lnTo>
                  <a:pt x="16502" y="7133"/>
                </a:lnTo>
                <a:lnTo>
                  <a:pt x="14799" y="9526"/>
                </a:lnTo>
                <a:lnTo>
                  <a:pt x="13087" y="11918"/>
                </a:lnTo>
                <a:lnTo>
                  <a:pt x="11371" y="14321"/>
                </a:lnTo>
                <a:lnTo>
                  <a:pt x="9646" y="16735"/>
                </a:lnTo>
                <a:lnTo>
                  <a:pt x="7915" y="19159"/>
                </a:lnTo>
                <a:lnTo>
                  <a:pt x="6171" y="21600"/>
                </a:lnTo>
                <a:lnTo>
                  <a:pt x="5298" y="18544"/>
                </a:lnTo>
                <a:lnTo>
                  <a:pt x="4425" y="15487"/>
                </a:lnTo>
                <a:lnTo>
                  <a:pt x="3549" y="12420"/>
                </a:lnTo>
                <a:lnTo>
                  <a:pt x="2669" y="9342"/>
                </a:lnTo>
                <a:lnTo>
                  <a:pt x="1784" y="6248"/>
                </a:lnTo>
                <a:lnTo>
                  <a:pt x="895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6E96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1" name="contour_15209"/>
          <p:cNvSpPr/>
          <p:nvPr/>
        </p:nvSpPr>
        <p:spPr>
          <a:xfrm>
            <a:off x="4171818" y="2434189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642"/>
                </a:lnTo>
                <a:lnTo>
                  <a:pt x="8057" y="1284"/>
                </a:lnTo>
                <a:lnTo>
                  <a:pt x="10292" y="1926"/>
                </a:lnTo>
                <a:lnTo>
                  <a:pt x="12532" y="2567"/>
                </a:lnTo>
                <a:lnTo>
                  <a:pt x="14782" y="3214"/>
                </a:lnTo>
                <a:lnTo>
                  <a:pt x="17042" y="3867"/>
                </a:lnTo>
                <a:lnTo>
                  <a:pt x="19314" y="4519"/>
                </a:lnTo>
                <a:lnTo>
                  <a:pt x="21600" y="5176"/>
                </a:lnTo>
                <a:lnTo>
                  <a:pt x="21247" y="9027"/>
                </a:lnTo>
                <a:lnTo>
                  <a:pt x="20884" y="11760"/>
                </a:lnTo>
                <a:lnTo>
                  <a:pt x="20336" y="14120"/>
                </a:lnTo>
                <a:lnTo>
                  <a:pt x="19433" y="16853"/>
                </a:lnTo>
                <a:lnTo>
                  <a:pt x="18000" y="20705"/>
                </a:lnTo>
                <a:lnTo>
                  <a:pt x="15412" y="21217"/>
                </a:lnTo>
                <a:lnTo>
                  <a:pt x="12845" y="21502"/>
                </a:lnTo>
                <a:lnTo>
                  <a:pt x="10289" y="21600"/>
                </a:lnTo>
                <a:lnTo>
                  <a:pt x="7736" y="21538"/>
                </a:lnTo>
                <a:lnTo>
                  <a:pt x="5177" y="21346"/>
                </a:lnTo>
                <a:lnTo>
                  <a:pt x="2603" y="21057"/>
                </a:lnTo>
                <a:lnTo>
                  <a:pt x="0" y="20705"/>
                </a:lnTo>
                <a:lnTo>
                  <a:pt x="594" y="17288"/>
                </a:lnTo>
                <a:lnTo>
                  <a:pt x="1188" y="13867"/>
                </a:lnTo>
                <a:lnTo>
                  <a:pt x="1786" y="10430"/>
                </a:lnTo>
                <a:lnTo>
                  <a:pt x="2387" y="6977"/>
                </a:lnTo>
                <a:lnTo>
                  <a:pt x="2992" y="3504"/>
                </a:lnTo>
                <a:lnTo>
                  <a:pt x="3600" y="0"/>
                </a:lnTo>
                <a:close/>
              </a:path>
            </a:pathLst>
          </a:custGeom>
          <a:solidFill>
            <a:srgbClr val="7977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2" name="contour_15210"/>
          <p:cNvSpPr/>
          <p:nvPr/>
        </p:nvSpPr>
        <p:spPr>
          <a:xfrm>
            <a:off x="8340549" y="2418899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95"/>
                </a:lnTo>
                <a:lnTo>
                  <a:pt x="12823" y="184"/>
                </a:lnTo>
                <a:lnTo>
                  <a:pt x="14062" y="221"/>
                </a:lnTo>
                <a:lnTo>
                  <a:pt x="17788" y="327"/>
                </a:lnTo>
                <a:lnTo>
                  <a:pt x="19681" y="422"/>
                </a:lnTo>
                <a:lnTo>
                  <a:pt x="21600" y="517"/>
                </a:lnTo>
                <a:lnTo>
                  <a:pt x="21175" y="4037"/>
                </a:lnTo>
                <a:lnTo>
                  <a:pt x="20725" y="7553"/>
                </a:lnTo>
                <a:lnTo>
                  <a:pt x="20250" y="11058"/>
                </a:lnTo>
                <a:lnTo>
                  <a:pt x="19872" y="13999"/>
                </a:lnTo>
                <a:lnTo>
                  <a:pt x="19490" y="16988"/>
                </a:lnTo>
                <a:lnTo>
                  <a:pt x="18752" y="19276"/>
                </a:lnTo>
                <a:lnTo>
                  <a:pt x="18000" y="21600"/>
                </a:lnTo>
                <a:lnTo>
                  <a:pt x="15624" y="21600"/>
                </a:lnTo>
                <a:lnTo>
                  <a:pt x="13226" y="21600"/>
                </a:lnTo>
                <a:lnTo>
                  <a:pt x="10800" y="21600"/>
                </a:lnTo>
                <a:lnTo>
                  <a:pt x="10800" y="18121"/>
                </a:lnTo>
                <a:lnTo>
                  <a:pt x="10800" y="14611"/>
                </a:lnTo>
                <a:lnTo>
                  <a:pt x="10800" y="11058"/>
                </a:lnTo>
                <a:lnTo>
                  <a:pt x="8122" y="9435"/>
                </a:lnTo>
                <a:lnTo>
                  <a:pt x="6221" y="8349"/>
                </a:lnTo>
                <a:lnTo>
                  <a:pt x="4579" y="7548"/>
                </a:lnTo>
                <a:lnTo>
                  <a:pt x="2678" y="6778"/>
                </a:lnTo>
                <a:lnTo>
                  <a:pt x="0" y="5787"/>
                </a:lnTo>
                <a:lnTo>
                  <a:pt x="2149" y="2736"/>
                </a:lnTo>
                <a:lnTo>
                  <a:pt x="3686" y="1112"/>
                </a:lnTo>
                <a:lnTo>
                  <a:pt x="5353" y="385"/>
                </a:lnTo>
                <a:lnTo>
                  <a:pt x="7888" y="0"/>
                </a:lnTo>
                <a:close/>
              </a:path>
            </a:pathLst>
          </a:custGeom>
          <a:solidFill>
            <a:srgbClr val="3E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3" name="contour_15211"/>
          <p:cNvSpPr/>
          <p:nvPr/>
        </p:nvSpPr>
        <p:spPr>
          <a:xfrm>
            <a:off x="5059641" y="2412325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EAE1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4" name="contour_15212"/>
          <p:cNvSpPr/>
          <p:nvPr/>
        </p:nvSpPr>
        <p:spPr>
          <a:xfrm>
            <a:off x="4718417" y="2390461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5429" y="3569"/>
                </a:lnTo>
                <a:lnTo>
                  <a:pt x="15429" y="7160"/>
                </a:lnTo>
                <a:lnTo>
                  <a:pt x="15429" y="10800"/>
                </a:lnTo>
                <a:lnTo>
                  <a:pt x="16956" y="12139"/>
                </a:lnTo>
                <a:lnTo>
                  <a:pt x="18490" y="13478"/>
                </a:lnTo>
                <a:lnTo>
                  <a:pt x="20036" y="14834"/>
                </a:lnTo>
                <a:lnTo>
                  <a:pt x="21600" y="16200"/>
                </a:lnTo>
                <a:lnTo>
                  <a:pt x="19563" y="16794"/>
                </a:lnTo>
                <a:lnTo>
                  <a:pt x="17524" y="17388"/>
                </a:lnTo>
                <a:lnTo>
                  <a:pt x="15484" y="17982"/>
                </a:lnTo>
                <a:lnTo>
                  <a:pt x="13438" y="18581"/>
                </a:lnTo>
                <a:lnTo>
                  <a:pt x="11386" y="19181"/>
                </a:lnTo>
                <a:lnTo>
                  <a:pt x="9325" y="19780"/>
                </a:lnTo>
                <a:lnTo>
                  <a:pt x="7258" y="20385"/>
                </a:lnTo>
                <a:lnTo>
                  <a:pt x="5178" y="20990"/>
                </a:lnTo>
                <a:lnTo>
                  <a:pt x="3086" y="21600"/>
                </a:lnTo>
                <a:lnTo>
                  <a:pt x="2475" y="18392"/>
                </a:lnTo>
                <a:lnTo>
                  <a:pt x="1861" y="15174"/>
                </a:lnTo>
                <a:lnTo>
                  <a:pt x="1247" y="11945"/>
                </a:lnTo>
                <a:lnTo>
                  <a:pt x="626" y="8689"/>
                </a:lnTo>
                <a:lnTo>
                  <a:pt x="0" y="5400"/>
                </a:lnTo>
                <a:lnTo>
                  <a:pt x="2018" y="4147"/>
                </a:lnTo>
                <a:lnTo>
                  <a:pt x="3919" y="3056"/>
                </a:lnTo>
                <a:lnTo>
                  <a:pt x="5749" y="2128"/>
                </a:lnTo>
                <a:lnTo>
                  <a:pt x="7551" y="1366"/>
                </a:lnTo>
                <a:lnTo>
                  <a:pt x="9371" y="772"/>
                </a:lnTo>
                <a:lnTo>
                  <a:pt x="11263" y="346"/>
                </a:lnTo>
                <a:lnTo>
                  <a:pt x="13265" y="86"/>
                </a:lnTo>
                <a:lnTo>
                  <a:pt x="15429" y="0"/>
                </a:lnTo>
                <a:close/>
              </a:path>
            </a:pathLst>
          </a:custGeom>
          <a:solidFill>
            <a:srgbClr val="6E8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5" name="contour_15213"/>
          <p:cNvSpPr/>
          <p:nvPr/>
        </p:nvSpPr>
        <p:spPr>
          <a:xfrm>
            <a:off x="4390458" y="2412325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746" y="20974"/>
                </a:lnTo>
                <a:lnTo>
                  <a:pt x="13496" y="20304"/>
                </a:lnTo>
                <a:lnTo>
                  <a:pt x="11246" y="19613"/>
                </a:lnTo>
                <a:lnTo>
                  <a:pt x="9000" y="18900"/>
                </a:lnTo>
                <a:lnTo>
                  <a:pt x="7740" y="18518"/>
                </a:lnTo>
                <a:lnTo>
                  <a:pt x="3938" y="17381"/>
                </a:lnTo>
                <a:lnTo>
                  <a:pt x="1984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6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6" name="contour_15214"/>
          <p:cNvSpPr/>
          <p:nvPr/>
        </p:nvSpPr>
        <p:spPr>
          <a:xfrm>
            <a:off x="4177408" y="2397749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9" y="0"/>
                </a:moveTo>
                <a:lnTo>
                  <a:pt x="3756" y="1678"/>
                </a:lnTo>
                <a:lnTo>
                  <a:pt x="6312" y="3359"/>
                </a:lnTo>
                <a:lnTo>
                  <a:pt x="8858" y="5051"/>
                </a:lnTo>
                <a:lnTo>
                  <a:pt x="11394" y="6750"/>
                </a:lnTo>
                <a:lnTo>
                  <a:pt x="13288" y="8003"/>
                </a:lnTo>
                <a:lnTo>
                  <a:pt x="15201" y="9266"/>
                </a:lnTo>
                <a:lnTo>
                  <a:pt x="17135" y="10548"/>
                </a:lnTo>
                <a:lnTo>
                  <a:pt x="19314" y="12485"/>
                </a:lnTo>
                <a:lnTo>
                  <a:pt x="20636" y="14029"/>
                </a:lnTo>
                <a:lnTo>
                  <a:pt x="21314" y="15710"/>
                </a:lnTo>
                <a:lnTo>
                  <a:pt x="21564" y="18054"/>
                </a:lnTo>
                <a:lnTo>
                  <a:pt x="21600" y="21600"/>
                </a:lnTo>
                <a:lnTo>
                  <a:pt x="17911" y="21442"/>
                </a:lnTo>
                <a:lnTo>
                  <a:pt x="14390" y="21186"/>
                </a:lnTo>
                <a:lnTo>
                  <a:pt x="10996" y="20772"/>
                </a:lnTo>
                <a:lnTo>
                  <a:pt x="7690" y="20146"/>
                </a:lnTo>
                <a:lnTo>
                  <a:pt x="4434" y="19242"/>
                </a:lnTo>
                <a:lnTo>
                  <a:pt x="1189" y="18000"/>
                </a:lnTo>
                <a:lnTo>
                  <a:pt x="510" y="15401"/>
                </a:lnTo>
                <a:lnTo>
                  <a:pt x="133" y="12838"/>
                </a:lnTo>
                <a:lnTo>
                  <a:pt x="0" y="10292"/>
                </a:lnTo>
                <a:lnTo>
                  <a:pt x="87" y="7751"/>
                </a:lnTo>
                <a:lnTo>
                  <a:pt x="337" y="5202"/>
                </a:lnTo>
                <a:lnTo>
                  <a:pt x="719" y="2621"/>
                </a:lnTo>
                <a:lnTo>
                  <a:pt x="1189" y="0"/>
                </a:lnTo>
                <a:close/>
              </a:path>
            </a:pathLst>
          </a:custGeom>
          <a:solidFill>
            <a:srgbClr val="1E1F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7" name="contour_15215"/>
          <p:cNvSpPr/>
          <p:nvPr/>
        </p:nvSpPr>
        <p:spPr>
          <a:xfrm>
            <a:off x="5359760" y="2390461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7D7E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8" name="contour_15216"/>
          <p:cNvSpPr/>
          <p:nvPr/>
        </p:nvSpPr>
        <p:spPr>
          <a:xfrm>
            <a:off x="556974" y="2390461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950"/>
                </a:lnTo>
                <a:lnTo>
                  <a:pt x="7162" y="1901"/>
                </a:lnTo>
                <a:lnTo>
                  <a:pt x="9202" y="2856"/>
                </a:lnTo>
                <a:lnTo>
                  <a:pt x="11247" y="3810"/>
                </a:lnTo>
                <a:lnTo>
                  <a:pt x="13299" y="4765"/>
                </a:lnTo>
                <a:lnTo>
                  <a:pt x="15361" y="5728"/>
                </a:lnTo>
                <a:lnTo>
                  <a:pt x="17428" y="6692"/>
                </a:lnTo>
                <a:lnTo>
                  <a:pt x="19508" y="7664"/>
                </a:lnTo>
                <a:lnTo>
                  <a:pt x="21600" y="8640"/>
                </a:lnTo>
                <a:lnTo>
                  <a:pt x="19853" y="10472"/>
                </a:lnTo>
                <a:lnTo>
                  <a:pt x="18107" y="12308"/>
                </a:lnTo>
                <a:lnTo>
                  <a:pt x="16354" y="14148"/>
                </a:lnTo>
                <a:lnTo>
                  <a:pt x="14595" y="15997"/>
                </a:lnTo>
                <a:lnTo>
                  <a:pt x="12827" y="17850"/>
                </a:lnTo>
                <a:lnTo>
                  <a:pt x="11050" y="19721"/>
                </a:lnTo>
                <a:lnTo>
                  <a:pt x="9257" y="21600"/>
                </a:lnTo>
                <a:lnTo>
                  <a:pt x="6076" y="17673"/>
                </a:lnTo>
                <a:lnTo>
                  <a:pt x="3894" y="14934"/>
                </a:lnTo>
                <a:lnTo>
                  <a:pt x="2450" y="13020"/>
                </a:lnTo>
                <a:lnTo>
                  <a:pt x="1493" y="11573"/>
                </a:lnTo>
                <a:lnTo>
                  <a:pt x="762" y="10234"/>
                </a:lnTo>
                <a:lnTo>
                  <a:pt x="0" y="8640"/>
                </a:lnTo>
                <a:lnTo>
                  <a:pt x="765" y="6502"/>
                </a:lnTo>
                <a:lnTo>
                  <a:pt x="1531" y="4350"/>
                </a:lnTo>
                <a:lnTo>
                  <a:pt x="2305" y="2190"/>
                </a:lnTo>
                <a:lnTo>
                  <a:pt x="3086" y="0"/>
                </a:lnTo>
                <a:close/>
              </a:path>
            </a:pathLst>
          </a:custGeom>
          <a:solidFill>
            <a:srgbClr val="F5F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19" name="contour_15217"/>
          <p:cNvSpPr/>
          <p:nvPr/>
        </p:nvSpPr>
        <p:spPr>
          <a:xfrm>
            <a:off x="7188514" y="2375885"/>
            <a:ext cx="2968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0" y="0"/>
                </a:moveTo>
                <a:lnTo>
                  <a:pt x="8315" y="2138"/>
                </a:lnTo>
                <a:lnTo>
                  <a:pt x="10946" y="4281"/>
                </a:lnTo>
                <a:lnTo>
                  <a:pt x="13587" y="6432"/>
                </a:lnTo>
                <a:lnTo>
                  <a:pt x="16238" y="8592"/>
                </a:lnTo>
                <a:lnTo>
                  <a:pt x="18906" y="10765"/>
                </a:lnTo>
                <a:lnTo>
                  <a:pt x="21600" y="12960"/>
                </a:lnTo>
                <a:lnTo>
                  <a:pt x="20253" y="13509"/>
                </a:lnTo>
                <a:lnTo>
                  <a:pt x="18964" y="14036"/>
                </a:lnTo>
                <a:lnTo>
                  <a:pt x="17357" y="14688"/>
                </a:lnTo>
                <a:lnTo>
                  <a:pt x="15072" y="15621"/>
                </a:lnTo>
                <a:lnTo>
                  <a:pt x="11725" y="16982"/>
                </a:lnTo>
                <a:lnTo>
                  <a:pt x="6958" y="18926"/>
                </a:lnTo>
                <a:lnTo>
                  <a:pt x="387" y="21600"/>
                </a:lnTo>
                <a:lnTo>
                  <a:pt x="170" y="16070"/>
                </a:lnTo>
                <a:lnTo>
                  <a:pt x="42" y="12243"/>
                </a:lnTo>
                <a:lnTo>
                  <a:pt x="0" y="9634"/>
                </a:lnTo>
                <a:lnTo>
                  <a:pt x="42" y="7763"/>
                </a:lnTo>
                <a:lnTo>
                  <a:pt x="170" y="6152"/>
                </a:lnTo>
                <a:lnTo>
                  <a:pt x="387" y="4320"/>
                </a:lnTo>
                <a:lnTo>
                  <a:pt x="3018" y="2177"/>
                </a:lnTo>
                <a:lnTo>
                  <a:pt x="5690" y="0"/>
                </a:lnTo>
                <a:close/>
              </a:path>
            </a:pathLst>
          </a:custGeom>
          <a:solidFill>
            <a:srgbClr val="3533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0" name="contour_15218"/>
          <p:cNvSpPr/>
          <p:nvPr/>
        </p:nvSpPr>
        <p:spPr>
          <a:xfrm>
            <a:off x="4426898" y="238317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4467" y="20524"/>
                </a:lnTo>
                <a:lnTo>
                  <a:pt x="9553" y="19751"/>
                </a:lnTo>
                <a:lnTo>
                  <a:pt x="6242" y="19159"/>
                </a:lnTo>
                <a:lnTo>
                  <a:pt x="3947" y="18632"/>
                </a:lnTo>
                <a:lnTo>
                  <a:pt x="2068" y="18045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3B46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1" name="contour_15219"/>
          <p:cNvSpPr/>
          <p:nvPr/>
        </p:nvSpPr>
        <p:spPr>
          <a:xfrm>
            <a:off x="7458702" y="2368597"/>
            <a:ext cx="43728" cy="295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509"/>
                </a:lnTo>
                <a:lnTo>
                  <a:pt x="11275" y="3019"/>
                </a:lnTo>
                <a:lnTo>
                  <a:pt x="13320" y="4533"/>
                </a:lnTo>
                <a:lnTo>
                  <a:pt x="15372" y="6053"/>
                </a:lnTo>
                <a:lnTo>
                  <a:pt x="17435" y="7584"/>
                </a:lnTo>
                <a:lnTo>
                  <a:pt x="19508" y="9120"/>
                </a:lnTo>
                <a:lnTo>
                  <a:pt x="21600" y="10667"/>
                </a:lnTo>
                <a:lnTo>
                  <a:pt x="19188" y="13317"/>
                </a:lnTo>
                <a:lnTo>
                  <a:pt x="16934" y="15600"/>
                </a:lnTo>
                <a:lnTo>
                  <a:pt x="14767" y="17509"/>
                </a:lnTo>
                <a:lnTo>
                  <a:pt x="12629" y="19056"/>
                </a:lnTo>
                <a:lnTo>
                  <a:pt x="10447" y="20240"/>
                </a:lnTo>
                <a:lnTo>
                  <a:pt x="8161" y="21056"/>
                </a:lnTo>
                <a:lnTo>
                  <a:pt x="5702" y="21509"/>
                </a:lnTo>
                <a:lnTo>
                  <a:pt x="3002" y="21600"/>
                </a:lnTo>
                <a:lnTo>
                  <a:pt x="0" y="21333"/>
                </a:lnTo>
                <a:lnTo>
                  <a:pt x="1019" y="18315"/>
                </a:lnTo>
                <a:lnTo>
                  <a:pt x="2038" y="15296"/>
                </a:lnTo>
                <a:lnTo>
                  <a:pt x="3060" y="12267"/>
                </a:lnTo>
                <a:lnTo>
                  <a:pt x="4086" y="9227"/>
                </a:lnTo>
                <a:lnTo>
                  <a:pt x="5119" y="6171"/>
                </a:lnTo>
                <a:lnTo>
                  <a:pt x="6156" y="3099"/>
                </a:lnTo>
                <a:lnTo>
                  <a:pt x="7200" y="0"/>
                </a:lnTo>
                <a:close/>
              </a:path>
            </a:pathLst>
          </a:custGeom>
          <a:solidFill>
            <a:srgbClr val="C3A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2" name="contour_15220"/>
          <p:cNvSpPr/>
          <p:nvPr/>
        </p:nvSpPr>
        <p:spPr>
          <a:xfrm>
            <a:off x="331046" y="2374245"/>
            <a:ext cx="2915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227" y="3440"/>
                </a:lnTo>
                <a:lnTo>
                  <a:pt x="20817" y="5965"/>
                </a:lnTo>
                <a:lnTo>
                  <a:pt x="20347" y="8466"/>
                </a:lnTo>
                <a:lnTo>
                  <a:pt x="19786" y="10947"/>
                </a:lnTo>
                <a:lnTo>
                  <a:pt x="19116" y="13408"/>
                </a:lnTo>
                <a:lnTo>
                  <a:pt x="18311" y="15853"/>
                </a:lnTo>
                <a:lnTo>
                  <a:pt x="17350" y="18287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373" y="18160"/>
                </a:lnTo>
                <a:lnTo>
                  <a:pt x="783" y="15635"/>
                </a:lnTo>
                <a:lnTo>
                  <a:pt x="1253" y="13134"/>
                </a:lnTo>
                <a:lnTo>
                  <a:pt x="1814" y="10653"/>
                </a:lnTo>
                <a:lnTo>
                  <a:pt x="2484" y="8192"/>
                </a:lnTo>
                <a:lnTo>
                  <a:pt x="3289" y="5747"/>
                </a:lnTo>
                <a:lnTo>
                  <a:pt x="4250" y="3313"/>
                </a:lnTo>
                <a:lnTo>
                  <a:pt x="5400" y="892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3" name="contour_15221"/>
          <p:cNvSpPr/>
          <p:nvPr/>
        </p:nvSpPr>
        <p:spPr>
          <a:xfrm>
            <a:off x="965102" y="236130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436" y="20682"/>
                </a:lnTo>
                <a:lnTo>
                  <a:pt x="17273" y="19748"/>
                </a:lnTo>
                <a:lnTo>
                  <a:pt x="15113" y="18803"/>
                </a:lnTo>
                <a:lnTo>
                  <a:pt x="12956" y="17842"/>
                </a:lnTo>
                <a:lnTo>
                  <a:pt x="10800" y="16875"/>
                </a:lnTo>
                <a:lnTo>
                  <a:pt x="9907" y="16486"/>
                </a:lnTo>
                <a:lnTo>
                  <a:pt x="8334" y="15795"/>
                </a:lnTo>
                <a:lnTo>
                  <a:pt x="4723" y="14218"/>
                </a:lnTo>
                <a:lnTo>
                  <a:pt x="3164" y="13090"/>
                </a:lnTo>
                <a:lnTo>
                  <a:pt x="1591" y="1195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9596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4" name="contour_15222"/>
          <p:cNvSpPr/>
          <p:nvPr/>
        </p:nvSpPr>
        <p:spPr>
          <a:xfrm>
            <a:off x="897870" y="2346733"/>
            <a:ext cx="397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40" y="373"/>
                </a:lnTo>
                <a:lnTo>
                  <a:pt x="5965" y="783"/>
                </a:lnTo>
                <a:lnTo>
                  <a:pt x="8466" y="1253"/>
                </a:lnTo>
                <a:lnTo>
                  <a:pt x="10947" y="1814"/>
                </a:lnTo>
                <a:lnTo>
                  <a:pt x="13408" y="2484"/>
                </a:lnTo>
                <a:lnTo>
                  <a:pt x="15853" y="3289"/>
                </a:lnTo>
                <a:lnTo>
                  <a:pt x="18287" y="4250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8160" y="21227"/>
                </a:lnTo>
                <a:lnTo>
                  <a:pt x="15635" y="20817"/>
                </a:lnTo>
                <a:lnTo>
                  <a:pt x="13134" y="20347"/>
                </a:lnTo>
                <a:lnTo>
                  <a:pt x="10653" y="19786"/>
                </a:lnTo>
                <a:lnTo>
                  <a:pt x="8192" y="19116"/>
                </a:lnTo>
                <a:lnTo>
                  <a:pt x="5747" y="18311"/>
                </a:lnTo>
                <a:lnTo>
                  <a:pt x="3313" y="17350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0809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5" name="contour_15223"/>
          <p:cNvSpPr/>
          <p:nvPr/>
        </p:nvSpPr>
        <p:spPr>
          <a:xfrm>
            <a:off x="2123892" y="233215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0" y="0"/>
                </a:lnTo>
                <a:lnTo>
                  <a:pt x="4774" y="0"/>
                </a:lnTo>
                <a:lnTo>
                  <a:pt x="7200" y="0"/>
                </a:lnTo>
                <a:lnTo>
                  <a:pt x="7200" y="3569"/>
                </a:lnTo>
                <a:lnTo>
                  <a:pt x="7200" y="7160"/>
                </a:lnTo>
                <a:lnTo>
                  <a:pt x="7200" y="10800"/>
                </a:lnTo>
                <a:lnTo>
                  <a:pt x="9770" y="11124"/>
                </a:lnTo>
                <a:lnTo>
                  <a:pt x="11617" y="11286"/>
                </a:lnTo>
                <a:lnTo>
                  <a:pt x="13259" y="11286"/>
                </a:lnTo>
                <a:lnTo>
                  <a:pt x="15214" y="11124"/>
                </a:lnTo>
                <a:lnTo>
                  <a:pt x="18000" y="10800"/>
                </a:lnTo>
                <a:lnTo>
                  <a:pt x="19451" y="7592"/>
                </a:lnTo>
                <a:lnTo>
                  <a:pt x="20308" y="5400"/>
                </a:lnTo>
                <a:lnTo>
                  <a:pt x="20912" y="3208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C5C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6" name="contour_15224"/>
          <p:cNvSpPr/>
          <p:nvPr/>
        </p:nvSpPr>
        <p:spPr>
          <a:xfrm>
            <a:off x="797478" y="234673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035" y="403"/>
                </a:lnTo>
                <a:lnTo>
                  <a:pt x="7844" y="781"/>
                </a:lnTo>
                <a:lnTo>
                  <a:pt x="8776" y="1213"/>
                </a:lnTo>
                <a:lnTo>
                  <a:pt x="10010" y="1793"/>
                </a:lnTo>
                <a:lnTo>
                  <a:pt x="11729" y="2592"/>
                </a:lnTo>
                <a:lnTo>
                  <a:pt x="14111" y="3704"/>
                </a:lnTo>
                <a:lnTo>
                  <a:pt x="17342" y="5213"/>
                </a:lnTo>
                <a:lnTo>
                  <a:pt x="21600" y="7200"/>
                </a:lnTo>
                <a:lnTo>
                  <a:pt x="20134" y="7571"/>
                </a:lnTo>
                <a:lnTo>
                  <a:pt x="18659" y="7945"/>
                </a:lnTo>
                <a:lnTo>
                  <a:pt x="17163" y="8323"/>
                </a:lnTo>
                <a:lnTo>
                  <a:pt x="14793" y="9576"/>
                </a:lnTo>
                <a:lnTo>
                  <a:pt x="13247" y="10624"/>
                </a:lnTo>
                <a:lnTo>
                  <a:pt x="12192" y="11855"/>
                </a:lnTo>
                <a:lnTo>
                  <a:pt x="11294" y="13658"/>
                </a:lnTo>
                <a:lnTo>
                  <a:pt x="10220" y="16423"/>
                </a:lnTo>
                <a:lnTo>
                  <a:pt x="9902" y="18133"/>
                </a:lnTo>
                <a:lnTo>
                  <a:pt x="9581" y="19854"/>
                </a:lnTo>
                <a:lnTo>
                  <a:pt x="9257" y="21600"/>
                </a:lnTo>
                <a:lnTo>
                  <a:pt x="9448" y="19890"/>
                </a:lnTo>
                <a:lnTo>
                  <a:pt x="9643" y="18169"/>
                </a:lnTo>
                <a:lnTo>
                  <a:pt x="9837" y="16423"/>
                </a:lnTo>
                <a:lnTo>
                  <a:pt x="9646" y="14566"/>
                </a:lnTo>
                <a:lnTo>
                  <a:pt x="9452" y="12697"/>
                </a:lnTo>
                <a:lnTo>
                  <a:pt x="9257" y="10800"/>
                </a:lnTo>
                <a:lnTo>
                  <a:pt x="6961" y="9583"/>
                </a:lnTo>
                <a:lnTo>
                  <a:pt x="5332" y="8788"/>
                </a:lnTo>
                <a:lnTo>
                  <a:pt x="3925" y="8240"/>
                </a:lnTo>
                <a:lnTo>
                  <a:pt x="2296" y="7769"/>
                </a:lnTo>
                <a:lnTo>
                  <a:pt x="0" y="7200"/>
                </a:lnTo>
                <a:lnTo>
                  <a:pt x="2040" y="7200"/>
                </a:lnTo>
                <a:lnTo>
                  <a:pt x="4092" y="7200"/>
                </a:lnTo>
                <a:lnTo>
                  <a:pt x="6171" y="7200"/>
                </a:lnTo>
                <a:lnTo>
                  <a:pt x="6171" y="4820"/>
                </a:lnTo>
                <a:lnTo>
                  <a:pt x="6171" y="2426"/>
                </a:lnTo>
                <a:lnTo>
                  <a:pt x="6171" y="0"/>
                </a:lnTo>
                <a:close/>
              </a:path>
            </a:pathLst>
          </a:custGeom>
          <a:solidFill>
            <a:srgbClr val="3A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7" name="contour_15225"/>
          <p:cNvSpPr/>
          <p:nvPr/>
        </p:nvSpPr>
        <p:spPr>
          <a:xfrm>
            <a:off x="4973497" y="2323557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86A9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8" name="contour_15226"/>
          <p:cNvSpPr/>
          <p:nvPr/>
        </p:nvSpPr>
        <p:spPr>
          <a:xfrm>
            <a:off x="2400836" y="2346733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0255" y="7049"/>
                </a:lnTo>
                <a:lnTo>
                  <a:pt x="19278" y="11477"/>
                </a:lnTo>
                <a:lnTo>
                  <a:pt x="18379" y="14119"/>
                </a:lnTo>
                <a:lnTo>
                  <a:pt x="17275" y="15811"/>
                </a:lnTo>
                <a:lnTo>
                  <a:pt x="15684" y="17381"/>
                </a:lnTo>
                <a:lnTo>
                  <a:pt x="13846" y="18137"/>
                </a:lnTo>
                <a:lnTo>
                  <a:pt x="11983" y="18900"/>
                </a:lnTo>
                <a:lnTo>
                  <a:pt x="10133" y="19714"/>
                </a:lnTo>
                <a:lnTo>
                  <a:pt x="8259" y="20534"/>
                </a:lnTo>
                <a:lnTo>
                  <a:pt x="6839" y="21067"/>
                </a:lnTo>
                <a:lnTo>
                  <a:pt x="5400" y="21600"/>
                </a:lnTo>
                <a:lnTo>
                  <a:pt x="5400" y="16841"/>
                </a:lnTo>
                <a:lnTo>
                  <a:pt x="5400" y="12053"/>
                </a:lnTo>
                <a:lnTo>
                  <a:pt x="5400" y="7200"/>
                </a:lnTo>
                <a:lnTo>
                  <a:pt x="4063" y="5414"/>
                </a:lnTo>
                <a:lnTo>
                  <a:pt x="2719" y="3629"/>
                </a:lnTo>
                <a:lnTo>
                  <a:pt x="1369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4143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29" name="contour_15227"/>
          <p:cNvSpPr/>
          <p:nvPr/>
        </p:nvSpPr>
        <p:spPr>
          <a:xfrm>
            <a:off x="6802783" y="2317581"/>
            <a:ext cx="5223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69" y="0"/>
                </a:moveTo>
                <a:lnTo>
                  <a:pt x="16844" y="583"/>
                </a:lnTo>
                <a:lnTo>
                  <a:pt x="18065" y="1102"/>
                </a:lnTo>
                <a:lnTo>
                  <a:pt x="19294" y="1839"/>
                </a:lnTo>
                <a:lnTo>
                  <a:pt x="21097" y="3086"/>
                </a:lnTo>
                <a:lnTo>
                  <a:pt x="21383" y="5249"/>
                </a:lnTo>
                <a:lnTo>
                  <a:pt x="21543" y="6823"/>
                </a:lnTo>
                <a:lnTo>
                  <a:pt x="21600" y="8260"/>
                </a:lnTo>
                <a:lnTo>
                  <a:pt x="21573" y="10013"/>
                </a:lnTo>
                <a:lnTo>
                  <a:pt x="21473" y="12534"/>
                </a:lnTo>
                <a:lnTo>
                  <a:pt x="21419" y="14228"/>
                </a:lnTo>
                <a:lnTo>
                  <a:pt x="21365" y="15932"/>
                </a:lnTo>
                <a:lnTo>
                  <a:pt x="21308" y="17660"/>
                </a:lnTo>
                <a:lnTo>
                  <a:pt x="21256" y="18638"/>
                </a:lnTo>
                <a:lnTo>
                  <a:pt x="21097" y="21600"/>
                </a:lnTo>
                <a:lnTo>
                  <a:pt x="20413" y="20134"/>
                </a:lnTo>
                <a:lnTo>
                  <a:pt x="19722" y="18659"/>
                </a:lnTo>
                <a:lnTo>
                  <a:pt x="19023" y="17163"/>
                </a:lnTo>
                <a:lnTo>
                  <a:pt x="17730" y="15247"/>
                </a:lnTo>
                <a:lnTo>
                  <a:pt x="16507" y="13833"/>
                </a:lnTo>
                <a:lnTo>
                  <a:pt x="15159" y="12775"/>
                </a:lnTo>
                <a:lnTo>
                  <a:pt x="13493" y="11929"/>
                </a:lnTo>
                <a:lnTo>
                  <a:pt x="11314" y="11149"/>
                </a:lnTo>
                <a:lnTo>
                  <a:pt x="9261" y="10800"/>
                </a:lnTo>
                <a:lnTo>
                  <a:pt x="7206" y="10476"/>
                </a:lnTo>
                <a:lnTo>
                  <a:pt x="5148" y="10180"/>
                </a:lnTo>
                <a:lnTo>
                  <a:pt x="3083" y="9908"/>
                </a:lnTo>
                <a:lnTo>
                  <a:pt x="2318" y="9745"/>
                </a:lnTo>
                <a:lnTo>
                  <a:pt x="0" y="9257"/>
                </a:lnTo>
                <a:lnTo>
                  <a:pt x="0" y="7727"/>
                </a:lnTo>
                <a:lnTo>
                  <a:pt x="0" y="6171"/>
                </a:lnTo>
                <a:lnTo>
                  <a:pt x="2131" y="6171"/>
                </a:lnTo>
                <a:lnTo>
                  <a:pt x="4265" y="6171"/>
                </a:lnTo>
                <a:lnTo>
                  <a:pt x="6404" y="6171"/>
                </a:lnTo>
                <a:lnTo>
                  <a:pt x="8553" y="6171"/>
                </a:lnTo>
                <a:lnTo>
                  <a:pt x="10711" y="6171"/>
                </a:lnTo>
                <a:lnTo>
                  <a:pt x="12881" y="6171"/>
                </a:lnTo>
                <a:lnTo>
                  <a:pt x="15069" y="6171"/>
                </a:lnTo>
                <a:lnTo>
                  <a:pt x="15069" y="4132"/>
                </a:lnTo>
                <a:lnTo>
                  <a:pt x="15069" y="2080"/>
                </a:lnTo>
                <a:lnTo>
                  <a:pt x="15069" y="0"/>
                </a:lnTo>
                <a:close/>
              </a:path>
            </a:pathLst>
          </a:custGeom>
          <a:solidFill>
            <a:srgbClr val="857C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0" name="contour_15228"/>
          <p:cNvSpPr/>
          <p:nvPr/>
        </p:nvSpPr>
        <p:spPr>
          <a:xfrm>
            <a:off x="4128090" y="231758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247" y="2955"/>
                </a:lnTo>
                <a:lnTo>
                  <a:pt x="20884" y="5106"/>
                </a:lnTo>
                <a:lnTo>
                  <a:pt x="20336" y="7076"/>
                </a:lnTo>
                <a:lnTo>
                  <a:pt x="19433" y="9487"/>
                </a:lnTo>
                <a:lnTo>
                  <a:pt x="18000" y="12960"/>
                </a:lnTo>
                <a:lnTo>
                  <a:pt x="15829" y="14321"/>
                </a:lnTo>
                <a:lnTo>
                  <a:pt x="13637" y="15574"/>
                </a:lnTo>
                <a:lnTo>
                  <a:pt x="11423" y="16736"/>
                </a:lnTo>
                <a:lnTo>
                  <a:pt x="9184" y="17816"/>
                </a:lnTo>
                <a:lnTo>
                  <a:pt x="6926" y="18827"/>
                </a:lnTo>
                <a:lnTo>
                  <a:pt x="4640" y="19790"/>
                </a:lnTo>
                <a:lnTo>
                  <a:pt x="2333" y="20706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138" y="8640"/>
                </a:lnTo>
                <a:lnTo>
                  <a:pt x="4284" y="8640"/>
                </a:lnTo>
                <a:lnTo>
                  <a:pt x="6437" y="8640"/>
                </a:lnTo>
                <a:lnTo>
                  <a:pt x="8608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31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1" name="contour_15229"/>
          <p:cNvSpPr/>
          <p:nvPr/>
        </p:nvSpPr>
        <p:spPr>
          <a:xfrm>
            <a:off x="5235865" y="230300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1782"/>
                </a:lnTo>
                <a:lnTo>
                  <a:pt x="2678" y="3575"/>
                </a:lnTo>
                <a:lnTo>
                  <a:pt x="4034" y="5375"/>
                </a:lnTo>
                <a:lnTo>
                  <a:pt x="5400" y="7200"/>
                </a:lnTo>
                <a:lnTo>
                  <a:pt x="9580" y="8309"/>
                </a:lnTo>
                <a:lnTo>
                  <a:pt x="12512" y="9050"/>
                </a:lnTo>
                <a:lnTo>
                  <a:pt x="14974" y="9598"/>
                </a:lnTo>
                <a:lnTo>
                  <a:pt x="17744" y="10123"/>
                </a:lnTo>
                <a:lnTo>
                  <a:pt x="21600" y="10800"/>
                </a:lnTo>
                <a:lnTo>
                  <a:pt x="20747" y="13478"/>
                </a:lnTo>
                <a:lnTo>
                  <a:pt x="20039" y="15379"/>
                </a:lnTo>
                <a:lnTo>
                  <a:pt x="19219" y="17021"/>
                </a:lnTo>
                <a:lnTo>
                  <a:pt x="18025" y="18922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48A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2" name="contour_15230"/>
          <p:cNvSpPr/>
          <p:nvPr/>
        </p:nvSpPr>
        <p:spPr>
          <a:xfrm>
            <a:off x="637142" y="2295717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494" y="1694"/>
                </a:lnTo>
                <a:lnTo>
                  <a:pt x="15945" y="3382"/>
                </a:lnTo>
                <a:lnTo>
                  <a:pt x="17302" y="5082"/>
                </a:lnTo>
                <a:lnTo>
                  <a:pt x="18554" y="6813"/>
                </a:lnTo>
                <a:lnTo>
                  <a:pt x="19699" y="8588"/>
                </a:lnTo>
                <a:lnTo>
                  <a:pt x="20714" y="10427"/>
                </a:lnTo>
                <a:lnTo>
                  <a:pt x="21600" y="12343"/>
                </a:lnTo>
                <a:lnTo>
                  <a:pt x="20321" y="14716"/>
                </a:lnTo>
                <a:lnTo>
                  <a:pt x="19297" y="16413"/>
                </a:lnTo>
                <a:lnTo>
                  <a:pt x="18291" y="17693"/>
                </a:lnTo>
                <a:lnTo>
                  <a:pt x="17060" y="18814"/>
                </a:lnTo>
                <a:lnTo>
                  <a:pt x="15362" y="20029"/>
                </a:lnTo>
                <a:lnTo>
                  <a:pt x="12960" y="21600"/>
                </a:lnTo>
                <a:lnTo>
                  <a:pt x="9487" y="21298"/>
                </a:lnTo>
                <a:lnTo>
                  <a:pt x="7076" y="20986"/>
                </a:lnTo>
                <a:lnTo>
                  <a:pt x="5106" y="20517"/>
                </a:lnTo>
                <a:lnTo>
                  <a:pt x="2955" y="19742"/>
                </a:lnTo>
                <a:lnTo>
                  <a:pt x="0" y="18514"/>
                </a:lnTo>
                <a:lnTo>
                  <a:pt x="0" y="16475"/>
                </a:lnTo>
                <a:lnTo>
                  <a:pt x="0" y="14423"/>
                </a:lnTo>
                <a:lnTo>
                  <a:pt x="0" y="12343"/>
                </a:lnTo>
                <a:lnTo>
                  <a:pt x="2566" y="12343"/>
                </a:lnTo>
                <a:lnTo>
                  <a:pt x="5141" y="12343"/>
                </a:lnTo>
                <a:lnTo>
                  <a:pt x="7724" y="12343"/>
                </a:lnTo>
                <a:lnTo>
                  <a:pt x="10329" y="12343"/>
                </a:lnTo>
                <a:lnTo>
                  <a:pt x="12960" y="12343"/>
                </a:lnTo>
                <a:lnTo>
                  <a:pt x="12960" y="10306"/>
                </a:lnTo>
                <a:lnTo>
                  <a:pt x="12960" y="8267"/>
                </a:lnTo>
                <a:lnTo>
                  <a:pt x="12960" y="6218"/>
                </a:lnTo>
                <a:lnTo>
                  <a:pt x="12960" y="4160"/>
                </a:lnTo>
                <a:lnTo>
                  <a:pt x="12960" y="2089"/>
                </a:lnTo>
                <a:lnTo>
                  <a:pt x="12960" y="0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3" name="contour_15231"/>
          <p:cNvSpPr/>
          <p:nvPr/>
        </p:nvSpPr>
        <p:spPr>
          <a:xfrm>
            <a:off x="5053665" y="230300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887" y="8608"/>
                </a:lnTo>
                <a:lnTo>
                  <a:pt x="20171" y="11826"/>
                </a:lnTo>
                <a:lnTo>
                  <a:pt x="19454" y="15055"/>
                </a:lnTo>
                <a:lnTo>
                  <a:pt x="18731" y="18311"/>
                </a:lnTo>
                <a:lnTo>
                  <a:pt x="18000" y="21600"/>
                </a:lnTo>
                <a:lnTo>
                  <a:pt x="15667" y="20050"/>
                </a:lnTo>
                <a:lnTo>
                  <a:pt x="13342" y="18473"/>
                </a:lnTo>
                <a:lnTo>
                  <a:pt x="11023" y="16875"/>
                </a:lnTo>
                <a:lnTo>
                  <a:pt x="9079" y="15557"/>
                </a:lnTo>
                <a:lnTo>
                  <a:pt x="7103" y="14218"/>
                </a:lnTo>
                <a:lnTo>
                  <a:pt x="5364" y="12463"/>
                </a:lnTo>
                <a:lnTo>
                  <a:pt x="4126" y="10849"/>
                </a:lnTo>
                <a:lnTo>
                  <a:pt x="3046" y="8689"/>
                </a:lnTo>
                <a:lnTo>
                  <a:pt x="1786" y="5297"/>
                </a:lnTo>
                <a:lnTo>
                  <a:pt x="0" y="0"/>
                </a:lnTo>
                <a:close/>
              </a:path>
            </a:pathLst>
          </a:custGeom>
          <a:solidFill>
            <a:srgbClr val="4351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4" name="contour_15232"/>
          <p:cNvSpPr/>
          <p:nvPr/>
        </p:nvSpPr>
        <p:spPr>
          <a:xfrm>
            <a:off x="790190" y="230300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000" y="1810"/>
                </a:lnTo>
                <a:lnTo>
                  <a:pt x="14915" y="3745"/>
                </a:lnTo>
                <a:lnTo>
                  <a:pt x="16643" y="5810"/>
                </a:lnTo>
                <a:lnTo>
                  <a:pt x="18270" y="8027"/>
                </a:lnTo>
                <a:lnTo>
                  <a:pt x="19890" y="10407"/>
                </a:lnTo>
                <a:lnTo>
                  <a:pt x="21600" y="12960"/>
                </a:lnTo>
                <a:lnTo>
                  <a:pt x="20686" y="13509"/>
                </a:lnTo>
                <a:lnTo>
                  <a:pt x="19811" y="14036"/>
                </a:lnTo>
                <a:lnTo>
                  <a:pt x="18720" y="14688"/>
                </a:lnTo>
                <a:lnTo>
                  <a:pt x="17168" y="15621"/>
                </a:lnTo>
                <a:lnTo>
                  <a:pt x="14897" y="16982"/>
                </a:lnTo>
                <a:lnTo>
                  <a:pt x="11660" y="18926"/>
                </a:lnTo>
                <a:lnTo>
                  <a:pt x="7200" y="21600"/>
                </a:lnTo>
                <a:lnTo>
                  <a:pt x="6012" y="19462"/>
                </a:lnTo>
                <a:lnTo>
                  <a:pt x="4820" y="17319"/>
                </a:lnTo>
                <a:lnTo>
                  <a:pt x="3625" y="15168"/>
                </a:lnTo>
                <a:lnTo>
                  <a:pt x="2426" y="13008"/>
                </a:lnTo>
                <a:lnTo>
                  <a:pt x="1217" y="10835"/>
                </a:lnTo>
                <a:lnTo>
                  <a:pt x="0" y="8640"/>
                </a:lnTo>
                <a:lnTo>
                  <a:pt x="2020" y="6463"/>
                </a:lnTo>
                <a:lnTo>
                  <a:pt x="3550" y="4899"/>
                </a:lnTo>
                <a:lnTo>
                  <a:pt x="4892" y="3711"/>
                </a:lnTo>
                <a:lnTo>
                  <a:pt x="6350" y="2657"/>
                </a:lnTo>
                <a:lnTo>
                  <a:pt x="8219" y="1503"/>
                </a:lnTo>
                <a:lnTo>
                  <a:pt x="10800" y="0"/>
                </a:lnTo>
                <a:close/>
              </a:path>
            </a:pathLst>
          </a:custGeom>
          <a:solidFill>
            <a:srgbClr val="1E1E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5" name="contour_15233"/>
          <p:cNvSpPr/>
          <p:nvPr/>
        </p:nvSpPr>
        <p:spPr>
          <a:xfrm>
            <a:off x="10126107" y="2295010"/>
            <a:ext cx="58304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68"/>
                </a:moveTo>
                <a:lnTo>
                  <a:pt x="21219" y="5863"/>
                </a:lnTo>
                <a:lnTo>
                  <a:pt x="20890" y="9529"/>
                </a:lnTo>
                <a:lnTo>
                  <a:pt x="20480" y="12671"/>
                </a:lnTo>
                <a:lnTo>
                  <a:pt x="19859" y="16281"/>
                </a:lnTo>
                <a:lnTo>
                  <a:pt x="18900" y="21338"/>
                </a:lnTo>
                <a:lnTo>
                  <a:pt x="17024" y="21538"/>
                </a:lnTo>
                <a:lnTo>
                  <a:pt x="15611" y="21600"/>
                </a:lnTo>
                <a:lnTo>
                  <a:pt x="14399" y="21455"/>
                </a:lnTo>
                <a:lnTo>
                  <a:pt x="13119" y="21042"/>
                </a:lnTo>
                <a:lnTo>
                  <a:pt x="11502" y="20305"/>
                </a:lnTo>
                <a:lnTo>
                  <a:pt x="9283" y="19189"/>
                </a:lnTo>
                <a:lnTo>
                  <a:pt x="8510" y="18823"/>
                </a:lnTo>
                <a:lnTo>
                  <a:pt x="7152" y="18169"/>
                </a:lnTo>
                <a:lnTo>
                  <a:pt x="4039" y="16681"/>
                </a:lnTo>
                <a:lnTo>
                  <a:pt x="3445" y="16357"/>
                </a:lnTo>
                <a:lnTo>
                  <a:pt x="2398" y="15778"/>
                </a:lnTo>
                <a:lnTo>
                  <a:pt x="0" y="14448"/>
                </a:lnTo>
                <a:lnTo>
                  <a:pt x="1733" y="10962"/>
                </a:lnTo>
                <a:lnTo>
                  <a:pt x="3421" y="8047"/>
                </a:lnTo>
                <a:lnTo>
                  <a:pt x="5079" y="5670"/>
                </a:lnTo>
                <a:lnTo>
                  <a:pt x="6726" y="3776"/>
                </a:lnTo>
                <a:lnTo>
                  <a:pt x="8381" y="2322"/>
                </a:lnTo>
                <a:lnTo>
                  <a:pt x="10057" y="1261"/>
                </a:lnTo>
                <a:lnTo>
                  <a:pt x="11775" y="551"/>
                </a:lnTo>
                <a:lnTo>
                  <a:pt x="13551" y="145"/>
                </a:lnTo>
                <a:lnTo>
                  <a:pt x="15406" y="0"/>
                </a:lnTo>
                <a:lnTo>
                  <a:pt x="17353" y="69"/>
                </a:lnTo>
                <a:lnTo>
                  <a:pt x="19413" y="303"/>
                </a:lnTo>
                <a:lnTo>
                  <a:pt x="21600" y="668"/>
                </a:lnTo>
                <a:close/>
              </a:path>
            </a:pathLst>
          </a:custGeom>
          <a:solidFill>
            <a:srgbClr val="D0D6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6" name="contour_15234"/>
          <p:cNvSpPr/>
          <p:nvPr/>
        </p:nvSpPr>
        <p:spPr>
          <a:xfrm>
            <a:off x="8544613" y="230300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555" y="1616"/>
                </a:lnTo>
                <a:lnTo>
                  <a:pt x="16157" y="2838"/>
                </a:lnTo>
                <a:lnTo>
                  <a:pt x="17407" y="3914"/>
                </a:lnTo>
                <a:lnTo>
                  <a:pt x="18557" y="5080"/>
                </a:lnTo>
                <a:lnTo>
                  <a:pt x="19869" y="6575"/>
                </a:lnTo>
                <a:lnTo>
                  <a:pt x="21600" y="8640"/>
                </a:lnTo>
                <a:lnTo>
                  <a:pt x="20082" y="11249"/>
                </a:lnTo>
                <a:lnTo>
                  <a:pt x="18520" y="13405"/>
                </a:lnTo>
                <a:lnTo>
                  <a:pt x="16904" y="15155"/>
                </a:lnTo>
                <a:lnTo>
                  <a:pt x="15222" y="16559"/>
                </a:lnTo>
                <a:lnTo>
                  <a:pt x="13460" y="17677"/>
                </a:lnTo>
                <a:lnTo>
                  <a:pt x="11615" y="18567"/>
                </a:lnTo>
                <a:lnTo>
                  <a:pt x="9674" y="19284"/>
                </a:lnTo>
                <a:lnTo>
                  <a:pt x="7622" y="19881"/>
                </a:lnTo>
                <a:lnTo>
                  <a:pt x="5452" y="20421"/>
                </a:lnTo>
                <a:lnTo>
                  <a:pt x="3157" y="20961"/>
                </a:lnTo>
                <a:lnTo>
                  <a:pt x="2373" y="21120"/>
                </a:lnTo>
                <a:lnTo>
                  <a:pt x="0" y="21600"/>
                </a:lnTo>
                <a:lnTo>
                  <a:pt x="602" y="18204"/>
                </a:lnTo>
                <a:lnTo>
                  <a:pt x="1259" y="15245"/>
                </a:lnTo>
                <a:lnTo>
                  <a:pt x="2024" y="12610"/>
                </a:lnTo>
                <a:lnTo>
                  <a:pt x="2959" y="10182"/>
                </a:lnTo>
                <a:lnTo>
                  <a:pt x="4116" y="7845"/>
                </a:lnTo>
                <a:lnTo>
                  <a:pt x="5554" y="5482"/>
                </a:lnTo>
                <a:lnTo>
                  <a:pt x="7329" y="2972"/>
                </a:lnTo>
                <a:lnTo>
                  <a:pt x="8986" y="1992"/>
                </a:lnTo>
                <a:lnTo>
                  <a:pt x="10652" y="1002"/>
                </a:lnTo>
                <a:lnTo>
                  <a:pt x="12343" y="0"/>
                </a:lnTo>
                <a:close/>
              </a:path>
            </a:pathLst>
          </a:custGeom>
          <a:solidFill>
            <a:srgbClr val="D3E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7" name="contour_15235"/>
          <p:cNvSpPr/>
          <p:nvPr/>
        </p:nvSpPr>
        <p:spPr>
          <a:xfrm>
            <a:off x="4441474" y="229571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3856"/>
                </a:lnTo>
                <a:lnTo>
                  <a:pt x="20546" y="6626"/>
                </a:lnTo>
                <a:lnTo>
                  <a:pt x="19889" y="9088"/>
                </a:lnTo>
                <a:lnTo>
                  <a:pt x="18870" y="12020"/>
                </a:lnTo>
                <a:lnTo>
                  <a:pt x="17280" y="16200"/>
                </a:lnTo>
                <a:lnTo>
                  <a:pt x="14429" y="17620"/>
                </a:lnTo>
                <a:lnTo>
                  <a:pt x="11629" y="18733"/>
                </a:lnTo>
                <a:lnTo>
                  <a:pt x="8843" y="19618"/>
                </a:lnTo>
                <a:lnTo>
                  <a:pt x="6005" y="20342"/>
                </a:lnTo>
                <a:lnTo>
                  <a:pt x="3076" y="2097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468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8" name="contour_15236"/>
          <p:cNvSpPr/>
          <p:nvPr/>
        </p:nvSpPr>
        <p:spPr>
          <a:xfrm>
            <a:off x="4055210" y="228842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247" y="3856"/>
                </a:lnTo>
                <a:lnTo>
                  <a:pt x="20884" y="6626"/>
                </a:lnTo>
                <a:lnTo>
                  <a:pt x="20336" y="9088"/>
                </a:lnTo>
                <a:lnTo>
                  <a:pt x="19433" y="12020"/>
                </a:lnTo>
                <a:lnTo>
                  <a:pt x="18000" y="16200"/>
                </a:lnTo>
                <a:lnTo>
                  <a:pt x="15790" y="17296"/>
                </a:lnTo>
                <a:lnTo>
                  <a:pt x="13576" y="18236"/>
                </a:lnTo>
                <a:lnTo>
                  <a:pt x="11351" y="19035"/>
                </a:lnTo>
                <a:lnTo>
                  <a:pt x="9119" y="19710"/>
                </a:lnTo>
                <a:lnTo>
                  <a:pt x="6869" y="20288"/>
                </a:lnTo>
                <a:lnTo>
                  <a:pt x="4601" y="20779"/>
                </a:lnTo>
                <a:lnTo>
                  <a:pt x="2315" y="2121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286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39" name="contour_15237"/>
          <p:cNvSpPr/>
          <p:nvPr/>
        </p:nvSpPr>
        <p:spPr>
          <a:xfrm>
            <a:off x="2189484" y="2288429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688"/>
                </a:lnTo>
                <a:lnTo>
                  <a:pt x="7133" y="1376"/>
                </a:lnTo>
                <a:lnTo>
                  <a:pt x="10719" y="2068"/>
                </a:lnTo>
                <a:lnTo>
                  <a:pt x="14321" y="2765"/>
                </a:lnTo>
                <a:lnTo>
                  <a:pt x="17944" y="3465"/>
                </a:lnTo>
                <a:lnTo>
                  <a:pt x="21600" y="4170"/>
                </a:lnTo>
                <a:lnTo>
                  <a:pt x="20585" y="9145"/>
                </a:lnTo>
                <a:lnTo>
                  <a:pt x="19818" y="12622"/>
                </a:lnTo>
                <a:lnTo>
                  <a:pt x="19143" y="15070"/>
                </a:lnTo>
                <a:lnTo>
                  <a:pt x="18414" y="16951"/>
                </a:lnTo>
                <a:lnTo>
                  <a:pt x="17485" y="18719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0" y="17901"/>
                </a:lnTo>
                <a:lnTo>
                  <a:pt x="0" y="14949"/>
                </a:lnTo>
                <a:lnTo>
                  <a:pt x="0" y="11988"/>
                </a:lnTo>
                <a:lnTo>
                  <a:pt x="0" y="9015"/>
                </a:lnTo>
                <a:lnTo>
                  <a:pt x="0" y="6030"/>
                </a:lnTo>
                <a:lnTo>
                  <a:pt x="0" y="3027"/>
                </a:lnTo>
                <a:lnTo>
                  <a:pt x="0" y="0"/>
                </a:lnTo>
                <a:close/>
              </a:path>
            </a:pathLst>
          </a:custGeom>
          <a:solidFill>
            <a:srgbClr val="29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0" name="contour_15238"/>
          <p:cNvSpPr/>
          <p:nvPr/>
        </p:nvSpPr>
        <p:spPr>
          <a:xfrm>
            <a:off x="5571112" y="228842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259" y="21600"/>
                </a:lnTo>
                <a:lnTo>
                  <a:pt x="13844" y="21600"/>
                </a:lnTo>
                <a:lnTo>
                  <a:pt x="10412" y="21600"/>
                </a:lnTo>
                <a:lnTo>
                  <a:pt x="6966" y="21600"/>
                </a:lnTo>
                <a:lnTo>
                  <a:pt x="3498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1" name="contour_15239"/>
          <p:cNvSpPr/>
          <p:nvPr/>
        </p:nvSpPr>
        <p:spPr>
          <a:xfrm>
            <a:off x="10111531" y="2266565"/>
            <a:ext cx="51016" cy="30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258"/>
                </a:lnTo>
                <a:lnTo>
                  <a:pt x="4872" y="500"/>
                </a:lnTo>
                <a:lnTo>
                  <a:pt x="5807" y="758"/>
                </a:lnTo>
                <a:lnTo>
                  <a:pt x="6974" y="1083"/>
                </a:lnTo>
                <a:lnTo>
                  <a:pt x="8523" y="1516"/>
                </a:lnTo>
                <a:lnTo>
                  <a:pt x="10609" y="2094"/>
                </a:lnTo>
                <a:lnTo>
                  <a:pt x="13380" y="2868"/>
                </a:lnTo>
                <a:lnTo>
                  <a:pt x="16993" y="3873"/>
                </a:lnTo>
                <a:lnTo>
                  <a:pt x="21600" y="5158"/>
                </a:lnTo>
                <a:lnTo>
                  <a:pt x="18610" y="9289"/>
                </a:lnTo>
                <a:lnTo>
                  <a:pt x="16172" y="12600"/>
                </a:lnTo>
                <a:lnTo>
                  <a:pt x="14182" y="15199"/>
                </a:lnTo>
                <a:lnTo>
                  <a:pt x="12534" y="17180"/>
                </a:lnTo>
                <a:lnTo>
                  <a:pt x="11121" y="18640"/>
                </a:lnTo>
                <a:lnTo>
                  <a:pt x="9837" y="19676"/>
                </a:lnTo>
                <a:lnTo>
                  <a:pt x="8575" y="20398"/>
                </a:lnTo>
                <a:lnTo>
                  <a:pt x="7230" y="20888"/>
                </a:lnTo>
                <a:lnTo>
                  <a:pt x="5693" y="21260"/>
                </a:lnTo>
                <a:lnTo>
                  <a:pt x="3857" y="21600"/>
                </a:lnTo>
                <a:lnTo>
                  <a:pt x="1944" y="21120"/>
                </a:lnTo>
                <a:lnTo>
                  <a:pt x="0" y="20630"/>
                </a:lnTo>
                <a:lnTo>
                  <a:pt x="509" y="17226"/>
                </a:lnTo>
                <a:lnTo>
                  <a:pt x="1018" y="13817"/>
                </a:lnTo>
                <a:lnTo>
                  <a:pt x="1531" y="10393"/>
                </a:lnTo>
                <a:lnTo>
                  <a:pt x="2046" y="6952"/>
                </a:lnTo>
                <a:lnTo>
                  <a:pt x="2564" y="3492"/>
                </a:lnTo>
                <a:lnTo>
                  <a:pt x="3086" y="0"/>
                </a:lnTo>
                <a:close/>
              </a:path>
            </a:pathLst>
          </a:custGeom>
          <a:solidFill>
            <a:srgbClr val="B399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2" name="contour_15240"/>
          <p:cNvSpPr/>
          <p:nvPr/>
        </p:nvSpPr>
        <p:spPr>
          <a:xfrm>
            <a:off x="4033346" y="225927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47" y="229"/>
                </a:lnTo>
                <a:lnTo>
                  <a:pt x="4651" y="501"/>
                </a:lnTo>
                <a:lnTo>
                  <a:pt x="6923" y="842"/>
                </a:lnTo>
                <a:lnTo>
                  <a:pt x="9166" y="1274"/>
                </a:lnTo>
                <a:lnTo>
                  <a:pt x="11387" y="1819"/>
                </a:lnTo>
                <a:lnTo>
                  <a:pt x="13594" y="2493"/>
                </a:lnTo>
                <a:lnTo>
                  <a:pt x="15797" y="3318"/>
                </a:lnTo>
                <a:lnTo>
                  <a:pt x="18000" y="4320"/>
                </a:lnTo>
                <a:lnTo>
                  <a:pt x="19231" y="7184"/>
                </a:lnTo>
                <a:lnTo>
                  <a:pt x="20092" y="9893"/>
                </a:lnTo>
                <a:lnTo>
                  <a:pt x="20668" y="12563"/>
                </a:lnTo>
                <a:lnTo>
                  <a:pt x="21056" y="15323"/>
                </a:lnTo>
                <a:lnTo>
                  <a:pt x="21337" y="18291"/>
                </a:lnTo>
                <a:lnTo>
                  <a:pt x="21600" y="21600"/>
                </a:lnTo>
                <a:lnTo>
                  <a:pt x="19267" y="20706"/>
                </a:lnTo>
                <a:lnTo>
                  <a:pt x="16960" y="19790"/>
                </a:lnTo>
                <a:lnTo>
                  <a:pt x="14674" y="18827"/>
                </a:lnTo>
                <a:lnTo>
                  <a:pt x="12416" y="17816"/>
                </a:lnTo>
                <a:lnTo>
                  <a:pt x="10177" y="16736"/>
                </a:lnTo>
                <a:lnTo>
                  <a:pt x="7963" y="15574"/>
                </a:lnTo>
                <a:lnTo>
                  <a:pt x="5771" y="14321"/>
                </a:lnTo>
                <a:lnTo>
                  <a:pt x="3600" y="12960"/>
                </a:lnTo>
                <a:lnTo>
                  <a:pt x="2167" y="9487"/>
                </a:lnTo>
                <a:lnTo>
                  <a:pt x="1264" y="7076"/>
                </a:lnTo>
                <a:lnTo>
                  <a:pt x="716" y="5106"/>
                </a:lnTo>
                <a:lnTo>
                  <a:pt x="353" y="2955"/>
                </a:lnTo>
                <a:lnTo>
                  <a:pt x="0" y="0"/>
                </a:lnTo>
                <a:close/>
              </a:path>
            </a:pathLst>
          </a:custGeom>
          <a:solidFill>
            <a:srgbClr val="544F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3" name="contour_15241"/>
          <p:cNvSpPr/>
          <p:nvPr/>
        </p:nvSpPr>
        <p:spPr>
          <a:xfrm>
            <a:off x="10650842" y="224470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19976" y="7163"/>
                </a:lnTo>
                <a:lnTo>
                  <a:pt x="18451" y="9690"/>
                </a:lnTo>
                <a:lnTo>
                  <a:pt x="16930" y="11932"/>
                </a:lnTo>
                <a:lnTo>
                  <a:pt x="15310" y="13928"/>
                </a:lnTo>
                <a:lnTo>
                  <a:pt x="13500" y="15720"/>
                </a:lnTo>
                <a:lnTo>
                  <a:pt x="11400" y="17349"/>
                </a:lnTo>
                <a:lnTo>
                  <a:pt x="8912" y="18844"/>
                </a:lnTo>
                <a:lnTo>
                  <a:pt x="5940" y="20252"/>
                </a:lnTo>
                <a:lnTo>
                  <a:pt x="4463" y="20585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DF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4" name="contour_15242"/>
          <p:cNvSpPr/>
          <p:nvPr/>
        </p:nvSpPr>
        <p:spPr>
          <a:xfrm>
            <a:off x="10031363" y="2238565"/>
            <a:ext cx="51016" cy="28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34"/>
                </a:moveTo>
                <a:lnTo>
                  <a:pt x="19928" y="7432"/>
                </a:lnTo>
                <a:lnTo>
                  <a:pt x="18249" y="10052"/>
                </a:lnTo>
                <a:lnTo>
                  <a:pt x="16549" y="12582"/>
                </a:lnTo>
                <a:lnTo>
                  <a:pt x="14811" y="15011"/>
                </a:lnTo>
                <a:lnTo>
                  <a:pt x="13028" y="17327"/>
                </a:lnTo>
                <a:lnTo>
                  <a:pt x="11180" y="19531"/>
                </a:lnTo>
                <a:lnTo>
                  <a:pt x="9257" y="21600"/>
                </a:lnTo>
                <a:lnTo>
                  <a:pt x="6591" y="21049"/>
                </a:lnTo>
                <a:lnTo>
                  <a:pt x="4777" y="20481"/>
                </a:lnTo>
                <a:lnTo>
                  <a:pt x="3370" y="19627"/>
                </a:lnTo>
                <a:lnTo>
                  <a:pt x="1925" y="18216"/>
                </a:lnTo>
                <a:lnTo>
                  <a:pt x="0" y="15978"/>
                </a:lnTo>
                <a:lnTo>
                  <a:pt x="0" y="12262"/>
                </a:lnTo>
                <a:lnTo>
                  <a:pt x="0" y="8523"/>
                </a:lnTo>
                <a:lnTo>
                  <a:pt x="0" y="4734"/>
                </a:lnTo>
                <a:lnTo>
                  <a:pt x="2407" y="3148"/>
                </a:lnTo>
                <a:lnTo>
                  <a:pt x="4650" y="1861"/>
                </a:lnTo>
                <a:lnTo>
                  <a:pt x="6767" y="894"/>
                </a:lnTo>
                <a:lnTo>
                  <a:pt x="8800" y="264"/>
                </a:lnTo>
                <a:lnTo>
                  <a:pt x="10794" y="0"/>
                </a:lnTo>
                <a:lnTo>
                  <a:pt x="12787" y="107"/>
                </a:lnTo>
                <a:lnTo>
                  <a:pt x="14824" y="618"/>
                </a:lnTo>
                <a:lnTo>
                  <a:pt x="16944" y="1546"/>
                </a:lnTo>
                <a:lnTo>
                  <a:pt x="19190" y="2912"/>
                </a:lnTo>
                <a:lnTo>
                  <a:pt x="21600" y="4734"/>
                </a:lnTo>
                <a:close/>
              </a:path>
            </a:pathLst>
          </a:custGeom>
          <a:solidFill>
            <a:srgbClr val="7667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5" name="contour_15243"/>
          <p:cNvSpPr/>
          <p:nvPr/>
        </p:nvSpPr>
        <p:spPr>
          <a:xfrm>
            <a:off x="8624781" y="223012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0948" y="4994"/>
                </a:lnTo>
                <a:lnTo>
                  <a:pt x="20425" y="8506"/>
                </a:lnTo>
                <a:lnTo>
                  <a:pt x="19920" y="11007"/>
                </a:lnTo>
                <a:lnTo>
                  <a:pt x="19306" y="12986"/>
                </a:lnTo>
                <a:lnTo>
                  <a:pt x="18468" y="14917"/>
                </a:lnTo>
                <a:lnTo>
                  <a:pt x="17280" y="17280"/>
                </a:lnTo>
                <a:lnTo>
                  <a:pt x="14420" y="18585"/>
                </a:lnTo>
                <a:lnTo>
                  <a:pt x="11668" y="19544"/>
                </a:lnTo>
                <a:lnTo>
                  <a:pt x="8938" y="20244"/>
                </a:lnTo>
                <a:lnTo>
                  <a:pt x="6139" y="20766"/>
                </a:lnTo>
                <a:lnTo>
                  <a:pt x="3192" y="21190"/>
                </a:lnTo>
                <a:lnTo>
                  <a:pt x="0" y="21600"/>
                </a:lnTo>
                <a:lnTo>
                  <a:pt x="812" y="18386"/>
                </a:lnTo>
                <a:lnTo>
                  <a:pt x="1443" y="16105"/>
                </a:lnTo>
                <a:lnTo>
                  <a:pt x="2100" y="14135"/>
                </a:lnTo>
                <a:lnTo>
                  <a:pt x="2989" y="11854"/>
                </a:lnTo>
                <a:lnTo>
                  <a:pt x="4320" y="8640"/>
                </a:lnTo>
                <a:lnTo>
                  <a:pt x="7176" y="8640"/>
                </a:lnTo>
                <a:lnTo>
                  <a:pt x="10048" y="8640"/>
                </a:lnTo>
                <a:lnTo>
                  <a:pt x="12960" y="8640"/>
                </a:lnTo>
                <a:lnTo>
                  <a:pt x="12960" y="5784"/>
                </a:lnTo>
                <a:lnTo>
                  <a:pt x="12960" y="2912"/>
                </a:lnTo>
                <a:lnTo>
                  <a:pt x="12960" y="0"/>
                </a:lnTo>
                <a:close/>
              </a:path>
            </a:pathLst>
          </a:custGeom>
          <a:solidFill>
            <a:srgbClr val="C7D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6" name="contour_15244"/>
          <p:cNvSpPr/>
          <p:nvPr/>
        </p:nvSpPr>
        <p:spPr>
          <a:xfrm>
            <a:off x="2291516" y="223741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9582" y="12820"/>
                </a:lnTo>
                <a:lnTo>
                  <a:pt x="18104" y="14121"/>
                </a:lnTo>
                <a:lnTo>
                  <a:pt x="16447" y="15287"/>
                </a:lnTo>
                <a:lnTo>
                  <a:pt x="13886" y="16875"/>
                </a:lnTo>
                <a:lnTo>
                  <a:pt x="12451" y="17782"/>
                </a:lnTo>
                <a:lnTo>
                  <a:pt x="11010" y="18695"/>
                </a:lnTo>
                <a:lnTo>
                  <a:pt x="9547" y="19618"/>
                </a:lnTo>
                <a:lnTo>
                  <a:pt x="7872" y="20601"/>
                </a:lnTo>
                <a:lnTo>
                  <a:pt x="6171" y="21600"/>
                </a:lnTo>
                <a:lnTo>
                  <a:pt x="5298" y="18544"/>
                </a:lnTo>
                <a:lnTo>
                  <a:pt x="4425" y="15487"/>
                </a:lnTo>
                <a:lnTo>
                  <a:pt x="3549" y="12420"/>
                </a:lnTo>
                <a:lnTo>
                  <a:pt x="2669" y="9342"/>
                </a:lnTo>
                <a:lnTo>
                  <a:pt x="1784" y="6248"/>
                </a:lnTo>
                <a:lnTo>
                  <a:pt x="895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8585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7" name="contour_15245"/>
          <p:cNvSpPr/>
          <p:nvPr/>
        </p:nvSpPr>
        <p:spPr>
          <a:xfrm>
            <a:off x="7035999" y="223012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0948" y="4994"/>
                </a:lnTo>
                <a:lnTo>
                  <a:pt x="20425" y="8506"/>
                </a:lnTo>
                <a:lnTo>
                  <a:pt x="19920" y="11007"/>
                </a:lnTo>
                <a:lnTo>
                  <a:pt x="19306" y="12986"/>
                </a:lnTo>
                <a:lnTo>
                  <a:pt x="18468" y="14917"/>
                </a:lnTo>
                <a:lnTo>
                  <a:pt x="17280" y="17280"/>
                </a:lnTo>
                <a:lnTo>
                  <a:pt x="14420" y="18585"/>
                </a:lnTo>
                <a:lnTo>
                  <a:pt x="11668" y="19544"/>
                </a:lnTo>
                <a:lnTo>
                  <a:pt x="8938" y="20244"/>
                </a:lnTo>
                <a:lnTo>
                  <a:pt x="6139" y="20766"/>
                </a:lnTo>
                <a:lnTo>
                  <a:pt x="3192" y="21190"/>
                </a:lnTo>
                <a:lnTo>
                  <a:pt x="0" y="21600"/>
                </a:lnTo>
                <a:lnTo>
                  <a:pt x="1464" y="18887"/>
                </a:lnTo>
                <a:lnTo>
                  <a:pt x="2946" y="16187"/>
                </a:lnTo>
                <a:lnTo>
                  <a:pt x="4437" y="13491"/>
                </a:lnTo>
                <a:lnTo>
                  <a:pt x="5940" y="10800"/>
                </a:lnTo>
                <a:lnTo>
                  <a:pt x="7042" y="8791"/>
                </a:lnTo>
                <a:lnTo>
                  <a:pt x="8152" y="6774"/>
                </a:lnTo>
                <a:lnTo>
                  <a:pt x="9279" y="4726"/>
                </a:lnTo>
                <a:lnTo>
                  <a:pt x="10195" y="3551"/>
                </a:lnTo>
                <a:lnTo>
                  <a:pt x="12960" y="0"/>
                </a:lnTo>
                <a:close/>
              </a:path>
            </a:pathLst>
          </a:custGeom>
          <a:solidFill>
            <a:srgbClr val="B9CC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8" name="contour_15246"/>
          <p:cNvSpPr/>
          <p:nvPr/>
        </p:nvSpPr>
        <p:spPr>
          <a:xfrm>
            <a:off x="5082817" y="2230125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224" y="15192"/>
                </a:lnTo>
                <a:lnTo>
                  <a:pt x="16844" y="15984"/>
                </a:lnTo>
                <a:lnTo>
                  <a:pt x="14465" y="16776"/>
                </a:lnTo>
                <a:lnTo>
                  <a:pt x="12078" y="17575"/>
                </a:lnTo>
                <a:lnTo>
                  <a:pt x="9684" y="18374"/>
                </a:lnTo>
                <a:lnTo>
                  <a:pt x="7279" y="19174"/>
                </a:lnTo>
                <a:lnTo>
                  <a:pt x="4867" y="19980"/>
                </a:lnTo>
                <a:lnTo>
                  <a:pt x="2441" y="2078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888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49" name="contour_15247"/>
          <p:cNvSpPr/>
          <p:nvPr/>
        </p:nvSpPr>
        <p:spPr>
          <a:xfrm>
            <a:off x="2357108" y="2216249"/>
            <a:ext cx="36469" cy="380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45" y="120"/>
                </a:moveTo>
                <a:lnTo>
                  <a:pt x="20624" y="2814"/>
                </a:lnTo>
                <a:lnTo>
                  <a:pt x="21466" y="4793"/>
                </a:lnTo>
                <a:lnTo>
                  <a:pt x="21600" y="7735"/>
                </a:lnTo>
                <a:lnTo>
                  <a:pt x="21056" y="10459"/>
                </a:lnTo>
                <a:lnTo>
                  <a:pt x="20413" y="12996"/>
                </a:lnTo>
                <a:lnTo>
                  <a:pt x="19606" y="15429"/>
                </a:lnTo>
                <a:lnTo>
                  <a:pt x="18578" y="17834"/>
                </a:lnTo>
                <a:lnTo>
                  <a:pt x="17266" y="20296"/>
                </a:lnTo>
                <a:lnTo>
                  <a:pt x="14055" y="21165"/>
                </a:lnTo>
                <a:lnTo>
                  <a:pt x="11776" y="21600"/>
                </a:lnTo>
                <a:lnTo>
                  <a:pt x="9807" y="21600"/>
                </a:lnTo>
                <a:lnTo>
                  <a:pt x="7528" y="21165"/>
                </a:lnTo>
                <a:lnTo>
                  <a:pt x="4317" y="20296"/>
                </a:lnTo>
                <a:lnTo>
                  <a:pt x="2469" y="17465"/>
                </a:lnTo>
                <a:lnTo>
                  <a:pt x="1321" y="15404"/>
                </a:lnTo>
                <a:lnTo>
                  <a:pt x="665" y="13517"/>
                </a:lnTo>
                <a:lnTo>
                  <a:pt x="294" y="11208"/>
                </a:lnTo>
                <a:lnTo>
                  <a:pt x="0" y="7880"/>
                </a:lnTo>
                <a:lnTo>
                  <a:pt x="2478" y="5662"/>
                </a:lnTo>
                <a:lnTo>
                  <a:pt x="4791" y="3770"/>
                </a:lnTo>
                <a:lnTo>
                  <a:pt x="7071" y="2239"/>
                </a:lnTo>
                <a:lnTo>
                  <a:pt x="9440" y="1084"/>
                </a:lnTo>
                <a:lnTo>
                  <a:pt x="12022" y="327"/>
                </a:lnTo>
                <a:lnTo>
                  <a:pt x="14948" y="0"/>
                </a:lnTo>
                <a:lnTo>
                  <a:pt x="18345" y="120"/>
                </a:lnTo>
                <a:close/>
              </a:path>
            </a:pathLst>
          </a:custGeom>
          <a:solidFill>
            <a:srgbClr val="63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0" name="contour_15248"/>
          <p:cNvSpPr/>
          <p:nvPr/>
        </p:nvSpPr>
        <p:spPr>
          <a:xfrm>
            <a:off x="10075091" y="221554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259" y="21600"/>
                </a:lnTo>
                <a:lnTo>
                  <a:pt x="13844" y="21600"/>
                </a:lnTo>
                <a:lnTo>
                  <a:pt x="10412" y="21600"/>
                </a:lnTo>
                <a:lnTo>
                  <a:pt x="6966" y="21600"/>
                </a:lnTo>
                <a:lnTo>
                  <a:pt x="3498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DE0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1" name="contour_15249"/>
          <p:cNvSpPr/>
          <p:nvPr/>
        </p:nvSpPr>
        <p:spPr>
          <a:xfrm>
            <a:off x="4077074" y="2193685"/>
            <a:ext cx="2399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559" y="0"/>
                </a:moveTo>
                <a:lnTo>
                  <a:pt x="10895" y="0"/>
                </a:lnTo>
                <a:lnTo>
                  <a:pt x="15257" y="0"/>
                </a:lnTo>
                <a:lnTo>
                  <a:pt x="19678" y="0"/>
                </a:lnTo>
                <a:lnTo>
                  <a:pt x="19980" y="1811"/>
                </a:lnTo>
                <a:lnTo>
                  <a:pt x="20249" y="3623"/>
                </a:lnTo>
                <a:lnTo>
                  <a:pt x="20491" y="5437"/>
                </a:lnTo>
                <a:lnTo>
                  <a:pt x="20708" y="7251"/>
                </a:lnTo>
                <a:lnTo>
                  <a:pt x="20911" y="9066"/>
                </a:lnTo>
                <a:lnTo>
                  <a:pt x="21134" y="10751"/>
                </a:lnTo>
                <a:lnTo>
                  <a:pt x="21364" y="12445"/>
                </a:lnTo>
                <a:lnTo>
                  <a:pt x="21600" y="14163"/>
                </a:lnTo>
                <a:lnTo>
                  <a:pt x="20964" y="15601"/>
                </a:lnTo>
                <a:lnTo>
                  <a:pt x="20327" y="17049"/>
                </a:lnTo>
                <a:lnTo>
                  <a:pt x="19678" y="18514"/>
                </a:lnTo>
                <a:lnTo>
                  <a:pt x="15782" y="19125"/>
                </a:lnTo>
                <a:lnTo>
                  <a:pt x="11872" y="19739"/>
                </a:lnTo>
                <a:lnTo>
                  <a:pt x="7950" y="20353"/>
                </a:lnTo>
                <a:lnTo>
                  <a:pt x="3995" y="20974"/>
                </a:lnTo>
                <a:lnTo>
                  <a:pt x="0" y="21600"/>
                </a:lnTo>
                <a:lnTo>
                  <a:pt x="649" y="19462"/>
                </a:lnTo>
                <a:lnTo>
                  <a:pt x="1299" y="17320"/>
                </a:lnTo>
                <a:lnTo>
                  <a:pt x="1948" y="15179"/>
                </a:lnTo>
                <a:lnTo>
                  <a:pt x="2604" y="13034"/>
                </a:lnTo>
                <a:lnTo>
                  <a:pt x="3253" y="10880"/>
                </a:lnTo>
                <a:lnTo>
                  <a:pt x="3909" y="8723"/>
                </a:lnTo>
                <a:lnTo>
                  <a:pt x="4565" y="6557"/>
                </a:lnTo>
                <a:lnTo>
                  <a:pt x="5228" y="4382"/>
                </a:lnTo>
                <a:lnTo>
                  <a:pt x="5890" y="2197"/>
                </a:lnTo>
                <a:lnTo>
                  <a:pt x="6559" y="0"/>
                </a:lnTo>
                <a:close/>
              </a:path>
            </a:pathLst>
          </a:custGeom>
          <a:solidFill>
            <a:srgbClr val="0D0E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2" name="contour_15250"/>
          <p:cNvSpPr/>
          <p:nvPr/>
        </p:nvSpPr>
        <p:spPr>
          <a:xfrm>
            <a:off x="1876101" y="2215404"/>
            <a:ext cx="43728" cy="292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7"/>
                </a:moveTo>
                <a:lnTo>
                  <a:pt x="21600" y="3654"/>
                </a:lnTo>
                <a:lnTo>
                  <a:pt x="21600" y="7205"/>
                </a:lnTo>
                <a:lnTo>
                  <a:pt x="21600" y="10773"/>
                </a:lnTo>
                <a:lnTo>
                  <a:pt x="21600" y="14357"/>
                </a:lnTo>
                <a:lnTo>
                  <a:pt x="21600" y="17962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8048"/>
                </a:lnTo>
                <a:lnTo>
                  <a:pt x="10800" y="14475"/>
                </a:lnTo>
                <a:lnTo>
                  <a:pt x="10800" y="10854"/>
                </a:lnTo>
                <a:lnTo>
                  <a:pt x="8122" y="9199"/>
                </a:lnTo>
                <a:lnTo>
                  <a:pt x="6221" y="8092"/>
                </a:lnTo>
                <a:lnTo>
                  <a:pt x="4579" y="7275"/>
                </a:lnTo>
                <a:lnTo>
                  <a:pt x="2678" y="6491"/>
                </a:lnTo>
                <a:lnTo>
                  <a:pt x="0" y="5481"/>
                </a:lnTo>
                <a:lnTo>
                  <a:pt x="2455" y="4153"/>
                </a:lnTo>
                <a:lnTo>
                  <a:pt x="4831" y="3014"/>
                </a:lnTo>
                <a:lnTo>
                  <a:pt x="7157" y="2058"/>
                </a:lnTo>
                <a:lnTo>
                  <a:pt x="9454" y="1295"/>
                </a:lnTo>
                <a:lnTo>
                  <a:pt x="11758" y="704"/>
                </a:lnTo>
                <a:lnTo>
                  <a:pt x="14098" y="296"/>
                </a:lnTo>
                <a:lnTo>
                  <a:pt x="16499" y="64"/>
                </a:lnTo>
                <a:lnTo>
                  <a:pt x="18990" y="0"/>
                </a:lnTo>
                <a:lnTo>
                  <a:pt x="21600" y="107"/>
                </a:lnTo>
                <a:close/>
              </a:path>
            </a:pathLst>
          </a:custGeom>
          <a:solidFill>
            <a:srgbClr val="F1EB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3" name="contour_15251"/>
          <p:cNvSpPr/>
          <p:nvPr/>
        </p:nvSpPr>
        <p:spPr>
          <a:xfrm>
            <a:off x="5017225" y="2208261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19939" y="1663"/>
                </a:lnTo>
                <a:lnTo>
                  <a:pt x="18276" y="3321"/>
                </a:lnTo>
                <a:lnTo>
                  <a:pt x="16616" y="4984"/>
                </a:lnTo>
                <a:lnTo>
                  <a:pt x="14953" y="6647"/>
                </a:lnTo>
                <a:lnTo>
                  <a:pt x="13292" y="8305"/>
                </a:lnTo>
                <a:lnTo>
                  <a:pt x="11632" y="9968"/>
                </a:lnTo>
                <a:lnTo>
                  <a:pt x="9968" y="11632"/>
                </a:lnTo>
                <a:lnTo>
                  <a:pt x="8308" y="13295"/>
                </a:lnTo>
                <a:lnTo>
                  <a:pt x="6647" y="14953"/>
                </a:lnTo>
                <a:lnTo>
                  <a:pt x="4984" y="16616"/>
                </a:lnTo>
                <a:lnTo>
                  <a:pt x="3324" y="18279"/>
                </a:lnTo>
                <a:lnTo>
                  <a:pt x="1661" y="1993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5E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4" name="contour_15252"/>
          <p:cNvSpPr/>
          <p:nvPr/>
        </p:nvSpPr>
        <p:spPr>
          <a:xfrm>
            <a:off x="1191029" y="221554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704" y="7133"/>
                </a:lnTo>
                <a:lnTo>
                  <a:pt x="20059" y="12047"/>
                </a:lnTo>
                <a:lnTo>
                  <a:pt x="19566" y="15358"/>
                </a:lnTo>
                <a:lnTo>
                  <a:pt x="19127" y="17653"/>
                </a:lnTo>
                <a:lnTo>
                  <a:pt x="18637" y="19532"/>
                </a:lnTo>
                <a:lnTo>
                  <a:pt x="18000" y="21600"/>
                </a:lnTo>
                <a:lnTo>
                  <a:pt x="15620" y="21600"/>
                </a:lnTo>
                <a:lnTo>
                  <a:pt x="13226" y="21600"/>
                </a:lnTo>
                <a:lnTo>
                  <a:pt x="10800" y="21600"/>
                </a:lnTo>
                <a:lnTo>
                  <a:pt x="10800" y="18031"/>
                </a:lnTo>
                <a:lnTo>
                  <a:pt x="10800" y="14440"/>
                </a:lnTo>
                <a:lnTo>
                  <a:pt x="10800" y="10800"/>
                </a:lnTo>
                <a:lnTo>
                  <a:pt x="8122" y="9299"/>
                </a:lnTo>
                <a:lnTo>
                  <a:pt x="6221" y="8267"/>
                </a:lnTo>
                <a:lnTo>
                  <a:pt x="4579" y="7447"/>
                </a:lnTo>
                <a:lnTo>
                  <a:pt x="2678" y="6577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19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5" name="contour_15253"/>
          <p:cNvSpPr/>
          <p:nvPr/>
        </p:nvSpPr>
        <p:spPr>
          <a:xfrm>
            <a:off x="9951195" y="2186397"/>
            <a:ext cx="51016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75"/>
                </a:lnTo>
                <a:lnTo>
                  <a:pt x="4280" y="1350"/>
                </a:lnTo>
                <a:lnTo>
                  <a:pt x="6421" y="2026"/>
                </a:lnTo>
                <a:lnTo>
                  <a:pt x="8566" y="2708"/>
                </a:lnTo>
                <a:lnTo>
                  <a:pt x="10720" y="3383"/>
                </a:lnTo>
                <a:lnTo>
                  <a:pt x="12877" y="4065"/>
                </a:lnTo>
                <a:lnTo>
                  <a:pt x="15043" y="4747"/>
                </a:lnTo>
                <a:lnTo>
                  <a:pt x="17218" y="5436"/>
                </a:lnTo>
                <a:lnTo>
                  <a:pt x="19403" y="6125"/>
                </a:lnTo>
                <a:lnTo>
                  <a:pt x="21600" y="6820"/>
                </a:lnTo>
                <a:lnTo>
                  <a:pt x="20835" y="10196"/>
                </a:lnTo>
                <a:lnTo>
                  <a:pt x="20069" y="13593"/>
                </a:lnTo>
                <a:lnTo>
                  <a:pt x="19295" y="17003"/>
                </a:lnTo>
                <a:lnTo>
                  <a:pt x="18514" y="20461"/>
                </a:lnTo>
                <a:lnTo>
                  <a:pt x="16351" y="21109"/>
                </a:lnTo>
                <a:lnTo>
                  <a:pt x="14777" y="21470"/>
                </a:lnTo>
                <a:lnTo>
                  <a:pt x="13340" y="21600"/>
                </a:lnTo>
                <a:lnTo>
                  <a:pt x="11587" y="21539"/>
                </a:lnTo>
                <a:lnTo>
                  <a:pt x="9066" y="21314"/>
                </a:lnTo>
                <a:lnTo>
                  <a:pt x="7372" y="21191"/>
                </a:lnTo>
                <a:lnTo>
                  <a:pt x="5668" y="21068"/>
                </a:lnTo>
                <a:lnTo>
                  <a:pt x="3940" y="20938"/>
                </a:lnTo>
                <a:lnTo>
                  <a:pt x="1984" y="20700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8072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6" name="contour_15254"/>
          <p:cNvSpPr/>
          <p:nvPr/>
        </p:nvSpPr>
        <p:spPr>
          <a:xfrm>
            <a:off x="7014135" y="2180188"/>
            <a:ext cx="51016" cy="426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49" y="1517"/>
                </a:moveTo>
                <a:lnTo>
                  <a:pt x="10754" y="1993"/>
                </a:lnTo>
                <a:lnTo>
                  <a:pt x="11824" y="2835"/>
                </a:lnTo>
                <a:lnTo>
                  <a:pt x="14271" y="4761"/>
                </a:lnTo>
                <a:lnTo>
                  <a:pt x="15651" y="5821"/>
                </a:lnTo>
                <a:lnTo>
                  <a:pt x="17036" y="6891"/>
                </a:lnTo>
                <a:lnTo>
                  <a:pt x="18443" y="7976"/>
                </a:lnTo>
                <a:lnTo>
                  <a:pt x="20008" y="9239"/>
                </a:lnTo>
                <a:lnTo>
                  <a:pt x="21600" y="10527"/>
                </a:lnTo>
                <a:lnTo>
                  <a:pt x="21146" y="11339"/>
                </a:lnTo>
                <a:lnTo>
                  <a:pt x="20693" y="12155"/>
                </a:lnTo>
                <a:lnTo>
                  <a:pt x="20066" y="13280"/>
                </a:lnTo>
                <a:lnTo>
                  <a:pt x="19091" y="15023"/>
                </a:lnTo>
                <a:lnTo>
                  <a:pt x="17604" y="17695"/>
                </a:lnTo>
                <a:lnTo>
                  <a:pt x="15429" y="21600"/>
                </a:lnTo>
                <a:lnTo>
                  <a:pt x="13886" y="19754"/>
                </a:lnTo>
                <a:lnTo>
                  <a:pt x="12343" y="17909"/>
                </a:lnTo>
                <a:lnTo>
                  <a:pt x="10800" y="16063"/>
                </a:lnTo>
                <a:lnTo>
                  <a:pt x="9257" y="14218"/>
                </a:lnTo>
                <a:lnTo>
                  <a:pt x="7714" y="12372"/>
                </a:lnTo>
                <a:lnTo>
                  <a:pt x="6171" y="10527"/>
                </a:lnTo>
                <a:lnTo>
                  <a:pt x="4629" y="8681"/>
                </a:lnTo>
                <a:lnTo>
                  <a:pt x="3086" y="6836"/>
                </a:lnTo>
                <a:lnTo>
                  <a:pt x="1543" y="4990"/>
                </a:lnTo>
                <a:lnTo>
                  <a:pt x="0" y="3145"/>
                </a:lnTo>
                <a:lnTo>
                  <a:pt x="2194" y="1384"/>
                </a:lnTo>
                <a:lnTo>
                  <a:pt x="3987" y="336"/>
                </a:lnTo>
                <a:lnTo>
                  <a:pt x="5699" y="0"/>
                </a:lnTo>
                <a:lnTo>
                  <a:pt x="7646" y="391"/>
                </a:lnTo>
                <a:lnTo>
                  <a:pt x="10149" y="1517"/>
                </a:lnTo>
                <a:close/>
              </a:path>
            </a:pathLst>
          </a:custGeom>
          <a:solidFill>
            <a:srgbClr val="D5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7" name="contour_15255"/>
          <p:cNvSpPr/>
          <p:nvPr/>
        </p:nvSpPr>
        <p:spPr>
          <a:xfrm>
            <a:off x="1349791" y="2164533"/>
            <a:ext cx="3072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7" y="0"/>
                </a:moveTo>
                <a:lnTo>
                  <a:pt x="4765" y="210"/>
                </a:lnTo>
                <a:lnTo>
                  <a:pt x="7393" y="475"/>
                </a:lnTo>
                <a:lnTo>
                  <a:pt x="9729" y="944"/>
                </a:lnTo>
                <a:lnTo>
                  <a:pt x="12511" y="1765"/>
                </a:lnTo>
                <a:lnTo>
                  <a:pt x="16477" y="3086"/>
                </a:lnTo>
                <a:lnTo>
                  <a:pt x="17424" y="5116"/>
                </a:lnTo>
                <a:lnTo>
                  <a:pt x="18244" y="7150"/>
                </a:lnTo>
                <a:lnTo>
                  <a:pt x="18951" y="9186"/>
                </a:lnTo>
                <a:lnTo>
                  <a:pt x="19561" y="11232"/>
                </a:lnTo>
                <a:lnTo>
                  <a:pt x="20083" y="13284"/>
                </a:lnTo>
                <a:lnTo>
                  <a:pt x="20534" y="15345"/>
                </a:lnTo>
                <a:lnTo>
                  <a:pt x="20929" y="17416"/>
                </a:lnTo>
                <a:lnTo>
                  <a:pt x="21277" y="19502"/>
                </a:lnTo>
                <a:lnTo>
                  <a:pt x="21600" y="21600"/>
                </a:lnTo>
                <a:lnTo>
                  <a:pt x="18398" y="20443"/>
                </a:lnTo>
                <a:lnTo>
                  <a:pt x="15288" y="19261"/>
                </a:lnTo>
                <a:lnTo>
                  <a:pt x="12270" y="18039"/>
                </a:lnTo>
                <a:lnTo>
                  <a:pt x="9340" y="16755"/>
                </a:lnTo>
                <a:lnTo>
                  <a:pt x="6507" y="15388"/>
                </a:lnTo>
                <a:lnTo>
                  <a:pt x="3761" y="13926"/>
                </a:lnTo>
                <a:lnTo>
                  <a:pt x="1107" y="12343"/>
                </a:lnTo>
                <a:lnTo>
                  <a:pt x="389" y="10171"/>
                </a:lnTo>
                <a:lnTo>
                  <a:pt x="41" y="8165"/>
                </a:lnTo>
                <a:lnTo>
                  <a:pt x="0" y="6239"/>
                </a:lnTo>
                <a:lnTo>
                  <a:pt x="210" y="4298"/>
                </a:lnTo>
                <a:lnTo>
                  <a:pt x="599" y="2249"/>
                </a:lnTo>
                <a:lnTo>
                  <a:pt x="1107" y="0"/>
                </a:lnTo>
                <a:close/>
              </a:path>
            </a:pathLst>
          </a:custGeom>
          <a:solidFill>
            <a:srgbClr val="32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8" name="contour_15256"/>
          <p:cNvSpPr/>
          <p:nvPr/>
        </p:nvSpPr>
        <p:spPr>
          <a:xfrm>
            <a:off x="819342" y="217182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457"/>
                </a:lnTo>
                <a:lnTo>
                  <a:pt x="2684" y="896"/>
                </a:lnTo>
                <a:lnTo>
                  <a:pt x="4320" y="1440"/>
                </a:lnTo>
                <a:lnTo>
                  <a:pt x="6647" y="2218"/>
                </a:lnTo>
                <a:lnTo>
                  <a:pt x="10055" y="3352"/>
                </a:lnTo>
                <a:lnTo>
                  <a:pt x="14909" y="4972"/>
                </a:lnTo>
                <a:lnTo>
                  <a:pt x="21600" y="7200"/>
                </a:lnTo>
                <a:lnTo>
                  <a:pt x="20428" y="7589"/>
                </a:lnTo>
                <a:lnTo>
                  <a:pt x="18911" y="8096"/>
                </a:lnTo>
                <a:lnTo>
                  <a:pt x="16043" y="9054"/>
                </a:lnTo>
                <a:lnTo>
                  <a:pt x="10800" y="10800"/>
                </a:lnTo>
                <a:lnTo>
                  <a:pt x="10476" y="13586"/>
                </a:lnTo>
                <a:lnTo>
                  <a:pt x="10314" y="15541"/>
                </a:lnTo>
                <a:lnTo>
                  <a:pt x="10314" y="17183"/>
                </a:lnTo>
                <a:lnTo>
                  <a:pt x="10476" y="1903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2526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59" name="contour_15257"/>
          <p:cNvSpPr/>
          <p:nvPr/>
        </p:nvSpPr>
        <p:spPr>
          <a:xfrm>
            <a:off x="9892891" y="2155824"/>
            <a:ext cx="43203" cy="314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75"/>
                </a:moveTo>
                <a:lnTo>
                  <a:pt x="2219" y="785"/>
                </a:lnTo>
                <a:lnTo>
                  <a:pt x="4442" y="620"/>
                </a:lnTo>
                <a:lnTo>
                  <a:pt x="6661" y="475"/>
                </a:lnTo>
                <a:lnTo>
                  <a:pt x="8883" y="350"/>
                </a:lnTo>
                <a:lnTo>
                  <a:pt x="11361" y="175"/>
                </a:lnTo>
                <a:lnTo>
                  <a:pt x="13879" y="0"/>
                </a:lnTo>
                <a:lnTo>
                  <a:pt x="16426" y="635"/>
                </a:lnTo>
                <a:lnTo>
                  <a:pt x="17985" y="1440"/>
                </a:lnTo>
                <a:lnTo>
                  <a:pt x="19191" y="2940"/>
                </a:lnTo>
                <a:lnTo>
                  <a:pt x="20682" y="5665"/>
                </a:lnTo>
                <a:lnTo>
                  <a:pt x="21349" y="8825"/>
                </a:lnTo>
                <a:lnTo>
                  <a:pt x="21600" y="11015"/>
                </a:lnTo>
                <a:lnTo>
                  <a:pt x="21458" y="13265"/>
                </a:lnTo>
                <a:lnTo>
                  <a:pt x="20951" y="16600"/>
                </a:lnTo>
                <a:lnTo>
                  <a:pt x="19283" y="19140"/>
                </a:lnTo>
                <a:lnTo>
                  <a:pt x="17851" y="20505"/>
                </a:lnTo>
                <a:lnTo>
                  <a:pt x="15861" y="21170"/>
                </a:lnTo>
                <a:lnTo>
                  <a:pt x="12527" y="21600"/>
                </a:lnTo>
                <a:lnTo>
                  <a:pt x="10796" y="21395"/>
                </a:lnTo>
                <a:lnTo>
                  <a:pt x="9055" y="21185"/>
                </a:lnTo>
                <a:lnTo>
                  <a:pt x="7287" y="20975"/>
                </a:lnTo>
                <a:lnTo>
                  <a:pt x="7437" y="18600"/>
                </a:lnTo>
                <a:lnTo>
                  <a:pt x="7590" y="16210"/>
                </a:lnTo>
                <a:lnTo>
                  <a:pt x="7743" y="13785"/>
                </a:lnTo>
                <a:lnTo>
                  <a:pt x="7594" y="11205"/>
                </a:lnTo>
                <a:lnTo>
                  <a:pt x="7440" y="8610"/>
                </a:lnTo>
                <a:lnTo>
                  <a:pt x="7287" y="5975"/>
                </a:lnTo>
                <a:lnTo>
                  <a:pt x="5109" y="4215"/>
                </a:lnTo>
                <a:lnTo>
                  <a:pt x="3622" y="3105"/>
                </a:lnTo>
                <a:lnTo>
                  <a:pt x="2146" y="2185"/>
                </a:lnTo>
                <a:lnTo>
                  <a:pt x="0" y="975"/>
                </a:lnTo>
                <a:close/>
              </a:path>
            </a:pathLst>
          </a:custGeom>
          <a:solidFill>
            <a:srgbClr val="DDE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0" name="contour_15258"/>
          <p:cNvSpPr/>
          <p:nvPr/>
        </p:nvSpPr>
        <p:spPr>
          <a:xfrm>
            <a:off x="7546158" y="2156036"/>
            <a:ext cx="43728" cy="376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694"/>
                </a:moveTo>
                <a:lnTo>
                  <a:pt x="6228" y="280"/>
                </a:lnTo>
                <a:lnTo>
                  <a:pt x="8780" y="59"/>
                </a:lnTo>
                <a:lnTo>
                  <a:pt x="11293" y="0"/>
                </a:lnTo>
                <a:lnTo>
                  <a:pt x="13799" y="71"/>
                </a:lnTo>
                <a:lnTo>
                  <a:pt x="16330" y="230"/>
                </a:lnTo>
                <a:lnTo>
                  <a:pt x="18918" y="452"/>
                </a:lnTo>
                <a:lnTo>
                  <a:pt x="21600" y="694"/>
                </a:lnTo>
                <a:lnTo>
                  <a:pt x="21154" y="3282"/>
                </a:lnTo>
                <a:lnTo>
                  <a:pt x="20707" y="5870"/>
                </a:lnTo>
                <a:lnTo>
                  <a:pt x="20261" y="8467"/>
                </a:lnTo>
                <a:lnTo>
                  <a:pt x="19814" y="11068"/>
                </a:lnTo>
                <a:lnTo>
                  <a:pt x="19364" y="13681"/>
                </a:lnTo>
                <a:lnTo>
                  <a:pt x="18911" y="16307"/>
                </a:lnTo>
                <a:lnTo>
                  <a:pt x="18457" y="18945"/>
                </a:lnTo>
                <a:lnTo>
                  <a:pt x="18000" y="21600"/>
                </a:lnTo>
                <a:lnTo>
                  <a:pt x="17287" y="19116"/>
                </a:lnTo>
                <a:lnTo>
                  <a:pt x="16571" y="16624"/>
                </a:lnTo>
                <a:lnTo>
                  <a:pt x="15854" y="14124"/>
                </a:lnTo>
                <a:lnTo>
                  <a:pt x="15131" y="11603"/>
                </a:lnTo>
                <a:lnTo>
                  <a:pt x="14400" y="9056"/>
                </a:lnTo>
                <a:lnTo>
                  <a:pt x="12024" y="9746"/>
                </a:lnTo>
                <a:lnTo>
                  <a:pt x="9644" y="10436"/>
                </a:lnTo>
                <a:lnTo>
                  <a:pt x="7254" y="11130"/>
                </a:lnTo>
                <a:lnTo>
                  <a:pt x="4853" y="11829"/>
                </a:lnTo>
                <a:lnTo>
                  <a:pt x="2437" y="12531"/>
                </a:lnTo>
                <a:lnTo>
                  <a:pt x="0" y="13238"/>
                </a:lnTo>
                <a:lnTo>
                  <a:pt x="353" y="10127"/>
                </a:lnTo>
                <a:lnTo>
                  <a:pt x="716" y="7919"/>
                </a:lnTo>
                <a:lnTo>
                  <a:pt x="1264" y="6013"/>
                </a:lnTo>
                <a:lnTo>
                  <a:pt x="2167" y="3805"/>
                </a:lnTo>
                <a:lnTo>
                  <a:pt x="3600" y="694"/>
                </a:lnTo>
                <a:close/>
              </a:path>
            </a:pathLst>
          </a:custGeom>
          <a:solidFill>
            <a:srgbClr val="DE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1" name="contour_15259"/>
          <p:cNvSpPr/>
          <p:nvPr/>
        </p:nvSpPr>
        <p:spPr>
          <a:xfrm>
            <a:off x="10153619" y="2135382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709" y="1015"/>
                </a:lnTo>
                <a:lnTo>
                  <a:pt x="9070" y="1782"/>
                </a:lnTo>
                <a:lnTo>
                  <a:pt x="11464" y="2457"/>
                </a:lnTo>
                <a:lnTo>
                  <a:pt x="13357" y="3186"/>
                </a:lnTo>
                <a:lnTo>
                  <a:pt x="15205" y="4115"/>
                </a:lnTo>
                <a:lnTo>
                  <a:pt x="17466" y="5400"/>
                </a:lnTo>
                <a:lnTo>
                  <a:pt x="18987" y="9580"/>
                </a:lnTo>
                <a:lnTo>
                  <a:pt x="19963" y="12512"/>
                </a:lnTo>
                <a:lnTo>
                  <a:pt x="20591" y="14974"/>
                </a:lnTo>
                <a:lnTo>
                  <a:pt x="21071" y="17744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E9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2" name="contour_15260"/>
          <p:cNvSpPr/>
          <p:nvPr/>
        </p:nvSpPr>
        <p:spPr>
          <a:xfrm>
            <a:off x="5345184" y="2149957"/>
            <a:ext cx="51016" cy="21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687" y="4774"/>
                </a:lnTo>
                <a:lnTo>
                  <a:pt x="19955" y="8270"/>
                </a:lnTo>
                <a:lnTo>
                  <a:pt x="19236" y="11098"/>
                </a:lnTo>
                <a:lnTo>
                  <a:pt x="18357" y="13854"/>
                </a:lnTo>
                <a:lnTo>
                  <a:pt x="17144" y="17135"/>
                </a:lnTo>
                <a:lnTo>
                  <a:pt x="15429" y="21535"/>
                </a:lnTo>
                <a:lnTo>
                  <a:pt x="13392" y="21600"/>
                </a:lnTo>
                <a:lnTo>
                  <a:pt x="11396" y="21435"/>
                </a:lnTo>
                <a:lnTo>
                  <a:pt x="9430" y="21004"/>
                </a:lnTo>
                <a:lnTo>
                  <a:pt x="7498" y="20301"/>
                </a:lnTo>
                <a:lnTo>
                  <a:pt x="5594" y="19303"/>
                </a:lnTo>
                <a:lnTo>
                  <a:pt x="3712" y="17996"/>
                </a:lnTo>
                <a:lnTo>
                  <a:pt x="1848" y="16353"/>
                </a:lnTo>
                <a:lnTo>
                  <a:pt x="0" y="14357"/>
                </a:lnTo>
                <a:lnTo>
                  <a:pt x="0" y="9612"/>
                </a:lnTo>
                <a:lnTo>
                  <a:pt x="0" y="4838"/>
                </a:lnTo>
                <a:lnTo>
                  <a:pt x="0" y="0"/>
                </a:lnTo>
                <a:close/>
              </a:path>
            </a:pathLst>
          </a:custGeom>
          <a:solidFill>
            <a:srgbClr val="989D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3" name="contour_15261"/>
          <p:cNvSpPr/>
          <p:nvPr/>
        </p:nvSpPr>
        <p:spPr>
          <a:xfrm>
            <a:off x="4215546" y="2128094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713"/>
                </a:lnTo>
                <a:lnTo>
                  <a:pt x="3564" y="1426"/>
                </a:lnTo>
                <a:lnTo>
                  <a:pt x="5349" y="2138"/>
                </a:lnTo>
                <a:lnTo>
                  <a:pt x="7136" y="2856"/>
                </a:lnTo>
                <a:lnTo>
                  <a:pt x="8926" y="3568"/>
                </a:lnTo>
                <a:lnTo>
                  <a:pt x="10719" y="4290"/>
                </a:lnTo>
                <a:lnTo>
                  <a:pt x="12517" y="5007"/>
                </a:lnTo>
                <a:lnTo>
                  <a:pt x="14321" y="5728"/>
                </a:lnTo>
                <a:lnTo>
                  <a:pt x="16130" y="6450"/>
                </a:lnTo>
                <a:lnTo>
                  <a:pt x="17944" y="7180"/>
                </a:lnTo>
                <a:lnTo>
                  <a:pt x="19769" y="7906"/>
                </a:lnTo>
                <a:lnTo>
                  <a:pt x="21600" y="8640"/>
                </a:lnTo>
                <a:lnTo>
                  <a:pt x="21014" y="9107"/>
                </a:lnTo>
                <a:lnTo>
                  <a:pt x="20258" y="9716"/>
                </a:lnTo>
                <a:lnTo>
                  <a:pt x="18822" y="10865"/>
                </a:lnTo>
                <a:lnTo>
                  <a:pt x="16200" y="12960"/>
                </a:lnTo>
                <a:lnTo>
                  <a:pt x="15209" y="15677"/>
                </a:lnTo>
                <a:lnTo>
                  <a:pt x="14596" y="17479"/>
                </a:lnTo>
                <a:lnTo>
                  <a:pt x="14113" y="19185"/>
                </a:lnTo>
                <a:lnTo>
                  <a:pt x="13500" y="21600"/>
                </a:lnTo>
                <a:lnTo>
                  <a:pt x="11804" y="20136"/>
                </a:lnTo>
                <a:lnTo>
                  <a:pt x="10117" y="18654"/>
                </a:lnTo>
                <a:lnTo>
                  <a:pt x="8432" y="17163"/>
                </a:lnTo>
                <a:lnTo>
                  <a:pt x="6750" y="15660"/>
                </a:lnTo>
                <a:lnTo>
                  <a:pt x="6191" y="15168"/>
                </a:lnTo>
                <a:lnTo>
                  <a:pt x="5208" y="14304"/>
                </a:lnTo>
                <a:lnTo>
                  <a:pt x="2954" y="12321"/>
                </a:lnTo>
                <a:lnTo>
                  <a:pt x="2219" y="11405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6F7D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4" name="contour_15262"/>
          <p:cNvSpPr/>
          <p:nvPr/>
        </p:nvSpPr>
        <p:spPr>
          <a:xfrm>
            <a:off x="9942668" y="2120806"/>
            <a:ext cx="3039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060" y="0"/>
                </a:moveTo>
                <a:lnTo>
                  <a:pt x="9168" y="1876"/>
                </a:lnTo>
                <a:lnTo>
                  <a:pt x="11753" y="3748"/>
                </a:lnTo>
                <a:lnTo>
                  <a:pt x="13882" y="5641"/>
                </a:lnTo>
                <a:lnTo>
                  <a:pt x="15622" y="7582"/>
                </a:lnTo>
                <a:lnTo>
                  <a:pt x="17042" y="9598"/>
                </a:lnTo>
                <a:lnTo>
                  <a:pt x="18202" y="11707"/>
                </a:lnTo>
                <a:lnTo>
                  <a:pt x="19176" y="13936"/>
                </a:lnTo>
                <a:lnTo>
                  <a:pt x="20020" y="16312"/>
                </a:lnTo>
                <a:lnTo>
                  <a:pt x="20807" y="18860"/>
                </a:lnTo>
                <a:lnTo>
                  <a:pt x="21600" y="21600"/>
                </a:lnTo>
                <a:lnTo>
                  <a:pt x="18000" y="21254"/>
                </a:lnTo>
                <a:lnTo>
                  <a:pt x="14478" y="20855"/>
                </a:lnTo>
                <a:lnTo>
                  <a:pt x="11018" y="20362"/>
                </a:lnTo>
                <a:lnTo>
                  <a:pt x="7609" y="19746"/>
                </a:lnTo>
                <a:lnTo>
                  <a:pt x="4232" y="18968"/>
                </a:lnTo>
                <a:lnTo>
                  <a:pt x="881" y="18000"/>
                </a:lnTo>
                <a:lnTo>
                  <a:pt x="249" y="15448"/>
                </a:lnTo>
                <a:lnTo>
                  <a:pt x="0" y="13064"/>
                </a:lnTo>
                <a:lnTo>
                  <a:pt x="129" y="10804"/>
                </a:lnTo>
                <a:lnTo>
                  <a:pt x="622" y="8633"/>
                </a:lnTo>
                <a:lnTo>
                  <a:pt x="1471" y="6505"/>
                </a:lnTo>
                <a:lnTo>
                  <a:pt x="2668" y="4385"/>
                </a:lnTo>
                <a:lnTo>
                  <a:pt x="4201" y="2228"/>
                </a:lnTo>
                <a:lnTo>
                  <a:pt x="6060" y="0"/>
                </a:lnTo>
                <a:close/>
              </a:path>
            </a:pathLst>
          </a:custGeom>
          <a:solidFill>
            <a:srgbClr val="908F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5" name="contour_15263"/>
          <p:cNvSpPr/>
          <p:nvPr/>
        </p:nvSpPr>
        <p:spPr>
          <a:xfrm>
            <a:off x="7524294" y="2135170"/>
            <a:ext cx="51016" cy="29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155"/>
                </a:moveTo>
                <a:lnTo>
                  <a:pt x="15429" y="3699"/>
                </a:lnTo>
                <a:lnTo>
                  <a:pt x="15429" y="7264"/>
                </a:lnTo>
                <a:lnTo>
                  <a:pt x="15429" y="10878"/>
                </a:lnTo>
                <a:lnTo>
                  <a:pt x="17261" y="12845"/>
                </a:lnTo>
                <a:lnTo>
                  <a:pt x="18514" y="14062"/>
                </a:lnTo>
                <a:lnTo>
                  <a:pt x="19767" y="15022"/>
                </a:lnTo>
                <a:lnTo>
                  <a:pt x="21600" y="16239"/>
                </a:lnTo>
                <a:lnTo>
                  <a:pt x="18258" y="18426"/>
                </a:lnTo>
                <a:lnTo>
                  <a:pt x="15888" y="19901"/>
                </a:lnTo>
                <a:lnTo>
                  <a:pt x="14145" y="20807"/>
                </a:lnTo>
                <a:lnTo>
                  <a:pt x="12688" y="21289"/>
                </a:lnTo>
                <a:lnTo>
                  <a:pt x="11173" y="21503"/>
                </a:lnTo>
                <a:lnTo>
                  <a:pt x="9257" y="21600"/>
                </a:lnTo>
                <a:lnTo>
                  <a:pt x="7418" y="19348"/>
                </a:lnTo>
                <a:lnTo>
                  <a:pt x="5746" y="16925"/>
                </a:lnTo>
                <a:lnTo>
                  <a:pt x="4203" y="14325"/>
                </a:lnTo>
                <a:lnTo>
                  <a:pt x="2756" y="11559"/>
                </a:lnTo>
                <a:lnTo>
                  <a:pt x="1367" y="8621"/>
                </a:lnTo>
                <a:lnTo>
                  <a:pt x="0" y="5517"/>
                </a:lnTo>
                <a:lnTo>
                  <a:pt x="1919" y="3656"/>
                </a:lnTo>
                <a:lnTo>
                  <a:pt x="3768" y="2241"/>
                </a:lnTo>
                <a:lnTo>
                  <a:pt x="5582" y="1228"/>
                </a:lnTo>
                <a:lnTo>
                  <a:pt x="7400" y="552"/>
                </a:lnTo>
                <a:lnTo>
                  <a:pt x="9254" y="161"/>
                </a:lnTo>
                <a:lnTo>
                  <a:pt x="11186" y="0"/>
                </a:lnTo>
                <a:lnTo>
                  <a:pt x="13232" y="16"/>
                </a:lnTo>
                <a:lnTo>
                  <a:pt x="15429" y="155"/>
                </a:lnTo>
                <a:close/>
              </a:path>
            </a:pathLst>
          </a:custGeom>
          <a:solidFill>
            <a:srgbClr val="E2ED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6" name="contour_15264"/>
          <p:cNvSpPr/>
          <p:nvPr/>
        </p:nvSpPr>
        <p:spPr>
          <a:xfrm>
            <a:off x="1140013" y="210623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3564"/>
                </a:lnTo>
                <a:lnTo>
                  <a:pt x="18706" y="7133"/>
                </a:lnTo>
                <a:lnTo>
                  <a:pt x="19423" y="10719"/>
                </a:lnTo>
                <a:lnTo>
                  <a:pt x="20144" y="14321"/>
                </a:lnTo>
                <a:lnTo>
                  <a:pt x="20870" y="179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83" y="17744"/>
                </a:lnTo>
                <a:lnTo>
                  <a:pt x="1248" y="14974"/>
                </a:lnTo>
                <a:lnTo>
                  <a:pt x="1905" y="12512"/>
                </a:lnTo>
                <a:lnTo>
                  <a:pt x="2860" y="9580"/>
                </a:lnTo>
                <a:lnTo>
                  <a:pt x="4320" y="5400"/>
                </a:lnTo>
                <a:lnTo>
                  <a:pt x="7664" y="3575"/>
                </a:lnTo>
                <a:lnTo>
                  <a:pt x="10009" y="2381"/>
                </a:lnTo>
                <a:lnTo>
                  <a:pt x="11979" y="1561"/>
                </a:lnTo>
                <a:lnTo>
                  <a:pt x="14196" y="853"/>
                </a:lnTo>
                <a:lnTo>
                  <a:pt x="17280" y="0"/>
                </a:lnTo>
                <a:close/>
              </a:path>
            </a:pathLst>
          </a:custGeom>
          <a:solidFill>
            <a:srgbClr val="B397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7" name="contour_15265"/>
          <p:cNvSpPr/>
          <p:nvPr/>
        </p:nvSpPr>
        <p:spPr>
          <a:xfrm>
            <a:off x="1759493" y="2104918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C9CB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8" name="contour_15266"/>
          <p:cNvSpPr/>
          <p:nvPr/>
        </p:nvSpPr>
        <p:spPr>
          <a:xfrm>
            <a:off x="9913115" y="2098942"/>
            <a:ext cx="397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3476" y="868"/>
                </a:lnTo>
                <a:lnTo>
                  <a:pt x="6028" y="1758"/>
                </a:lnTo>
                <a:lnTo>
                  <a:pt x="8549" y="2696"/>
                </a:lnTo>
                <a:lnTo>
                  <a:pt x="11042" y="3694"/>
                </a:lnTo>
                <a:lnTo>
                  <a:pt x="13503" y="4769"/>
                </a:lnTo>
                <a:lnTo>
                  <a:pt x="15936" y="5940"/>
                </a:lnTo>
                <a:lnTo>
                  <a:pt x="18338" y="7223"/>
                </a:lnTo>
                <a:lnTo>
                  <a:pt x="20708" y="8640"/>
                </a:lnTo>
                <a:lnTo>
                  <a:pt x="21303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03" y="18645"/>
                </a:lnTo>
                <a:lnTo>
                  <a:pt x="20708" y="21600"/>
                </a:lnTo>
                <a:lnTo>
                  <a:pt x="18124" y="20732"/>
                </a:lnTo>
                <a:lnTo>
                  <a:pt x="15572" y="19842"/>
                </a:lnTo>
                <a:lnTo>
                  <a:pt x="13051" y="18904"/>
                </a:lnTo>
                <a:lnTo>
                  <a:pt x="10558" y="17906"/>
                </a:lnTo>
                <a:lnTo>
                  <a:pt x="8097" y="16831"/>
                </a:lnTo>
                <a:lnTo>
                  <a:pt x="5664" y="15660"/>
                </a:lnTo>
                <a:lnTo>
                  <a:pt x="3262" y="14377"/>
                </a:lnTo>
                <a:lnTo>
                  <a:pt x="892" y="12960"/>
                </a:lnTo>
                <a:lnTo>
                  <a:pt x="297" y="9487"/>
                </a:lnTo>
                <a:lnTo>
                  <a:pt x="0" y="7076"/>
                </a:lnTo>
                <a:lnTo>
                  <a:pt x="0" y="5106"/>
                </a:lnTo>
                <a:lnTo>
                  <a:pt x="297" y="2955"/>
                </a:lnTo>
                <a:lnTo>
                  <a:pt x="892" y="0"/>
                </a:lnTo>
                <a:close/>
              </a:path>
            </a:pathLst>
          </a:custGeom>
          <a:solidFill>
            <a:srgbClr val="5C5C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69" name="contour_15267"/>
          <p:cNvSpPr/>
          <p:nvPr/>
        </p:nvSpPr>
        <p:spPr>
          <a:xfrm>
            <a:off x="5731448" y="2113518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259" y="21600"/>
                </a:lnTo>
                <a:lnTo>
                  <a:pt x="13844" y="21600"/>
                </a:lnTo>
                <a:lnTo>
                  <a:pt x="10412" y="21600"/>
                </a:lnTo>
                <a:lnTo>
                  <a:pt x="6966" y="21600"/>
                </a:lnTo>
                <a:lnTo>
                  <a:pt x="3498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1C5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0" name="contour_15268"/>
          <p:cNvSpPr/>
          <p:nvPr/>
        </p:nvSpPr>
        <p:spPr>
          <a:xfrm>
            <a:off x="4011482" y="207707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70" y="2009"/>
                </a:lnTo>
                <a:lnTo>
                  <a:pt x="12150" y="4052"/>
                </a:lnTo>
                <a:lnTo>
                  <a:pt x="13306" y="6324"/>
                </a:lnTo>
                <a:lnTo>
                  <a:pt x="14375" y="7927"/>
                </a:lnTo>
                <a:lnTo>
                  <a:pt x="15811" y="9279"/>
                </a:lnTo>
                <a:lnTo>
                  <a:pt x="18068" y="10817"/>
                </a:lnTo>
                <a:lnTo>
                  <a:pt x="21600" y="12960"/>
                </a:lnTo>
                <a:lnTo>
                  <a:pt x="19224" y="13910"/>
                </a:lnTo>
                <a:lnTo>
                  <a:pt x="16844" y="14861"/>
                </a:lnTo>
                <a:lnTo>
                  <a:pt x="14465" y="15816"/>
                </a:lnTo>
                <a:lnTo>
                  <a:pt x="12078" y="16770"/>
                </a:lnTo>
                <a:lnTo>
                  <a:pt x="9684" y="17725"/>
                </a:lnTo>
                <a:lnTo>
                  <a:pt x="7279" y="18688"/>
                </a:lnTo>
                <a:lnTo>
                  <a:pt x="4867" y="19652"/>
                </a:lnTo>
                <a:lnTo>
                  <a:pt x="2441" y="20624"/>
                </a:lnTo>
                <a:lnTo>
                  <a:pt x="0" y="21600"/>
                </a:lnTo>
                <a:lnTo>
                  <a:pt x="886" y="16152"/>
                </a:lnTo>
                <a:lnTo>
                  <a:pt x="1609" y="12010"/>
                </a:lnTo>
                <a:lnTo>
                  <a:pt x="2261" y="8929"/>
                </a:lnTo>
                <a:lnTo>
                  <a:pt x="2920" y="6674"/>
                </a:lnTo>
                <a:lnTo>
                  <a:pt x="3679" y="5003"/>
                </a:lnTo>
                <a:lnTo>
                  <a:pt x="4626" y="3672"/>
                </a:lnTo>
                <a:lnTo>
                  <a:pt x="5846" y="2445"/>
                </a:lnTo>
                <a:lnTo>
                  <a:pt x="7423" y="1080"/>
                </a:lnTo>
                <a:lnTo>
                  <a:pt x="9101" y="544"/>
                </a:lnTo>
                <a:lnTo>
                  <a:pt x="10800" y="0"/>
                </a:lnTo>
                <a:close/>
              </a:path>
            </a:pathLst>
          </a:custGeom>
          <a:solidFill>
            <a:srgbClr val="5959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1" name="contour_15269"/>
          <p:cNvSpPr/>
          <p:nvPr/>
        </p:nvSpPr>
        <p:spPr>
          <a:xfrm>
            <a:off x="2553884" y="2075656"/>
            <a:ext cx="43203" cy="314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75"/>
                </a:moveTo>
                <a:lnTo>
                  <a:pt x="2219" y="785"/>
                </a:lnTo>
                <a:lnTo>
                  <a:pt x="4442" y="620"/>
                </a:lnTo>
                <a:lnTo>
                  <a:pt x="6661" y="475"/>
                </a:lnTo>
                <a:lnTo>
                  <a:pt x="8883" y="350"/>
                </a:lnTo>
                <a:lnTo>
                  <a:pt x="11361" y="175"/>
                </a:lnTo>
                <a:lnTo>
                  <a:pt x="13879" y="0"/>
                </a:lnTo>
                <a:lnTo>
                  <a:pt x="16426" y="635"/>
                </a:lnTo>
                <a:lnTo>
                  <a:pt x="17985" y="1440"/>
                </a:lnTo>
                <a:lnTo>
                  <a:pt x="19191" y="2940"/>
                </a:lnTo>
                <a:lnTo>
                  <a:pt x="20682" y="5665"/>
                </a:lnTo>
                <a:lnTo>
                  <a:pt x="21349" y="8825"/>
                </a:lnTo>
                <a:lnTo>
                  <a:pt x="21600" y="11015"/>
                </a:lnTo>
                <a:lnTo>
                  <a:pt x="21458" y="13265"/>
                </a:lnTo>
                <a:lnTo>
                  <a:pt x="20951" y="16600"/>
                </a:lnTo>
                <a:lnTo>
                  <a:pt x="19283" y="19140"/>
                </a:lnTo>
                <a:lnTo>
                  <a:pt x="17851" y="20505"/>
                </a:lnTo>
                <a:lnTo>
                  <a:pt x="15861" y="21170"/>
                </a:lnTo>
                <a:lnTo>
                  <a:pt x="12527" y="21600"/>
                </a:lnTo>
                <a:lnTo>
                  <a:pt x="10796" y="21395"/>
                </a:lnTo>
                <a:lnTo>
                  <a:pt x="9055" y="21185"/>
                </a:lnTo>
                <a:lnTo>
                  <a:pt x="7287" y="20975"/>
                </a:lnTo>
                <a:lnTo>
                  <a:pt x="7437" y="18600"/>
                </a:lnTo>
                <a:lnTo>
                  <a:pt x="7590" y="16210"/>
                </a:lnTo>
                <a:lnTo>
                  <a:pt x="7743" y="13785"/>
                </a:lnTo>
                <a:lnTo>
                  <a:pt x="7594" y="11205"/>
                </a:lnTo>
                <a:lnTo>
                  <a:pt x="7440" y="8610"/>
                </a:lnTo>
                <a:lnTo>
                  <a:pt x="7287" y="5975"/>
                </a:lnTo>
                <a:lnTo>
                  <a:pt x="5109" y="4215"/>
                </a:lnTo>
                <a:lnTo>
                  <a:pt x="3622" y="3105"/>
                </a:lnTo>
                <a:lnTo>
                  <a:pt x="2146" y="2185"/>
                </a:lnTo>
                <a:lnTo>
                  <a:pt x="0" y="975"/>
                </a:lnTo>
                <a:close/>
              </a:path>
            </a:pathLst>
          </a:custGeom>
          <a:solidFill>
            <a:srgbClr val="BAA1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2" name="contour_15270"/>
          <p:cNvSpPr/>
          <p:nvPr/>
        </p:nvSpPr>
        <p:spPr>
          <a:xfrm>
            <a:off x="10147971" y="209165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5111" y="20444"/>
                </a:lnTo>
                <a:lnTo>
                  <a:pt x="12947" y="19273"/>
                </a:lnTo>
                <a:lnTo>
                  <a:pt x="10791" y="18079"/>
                </a:lnTo>
                <a:lnTo>
                  <a:pt x="8640" y="16875"/>
                </a:lnTo>
                <a:lnTo>
                  <a:pt x="7430" y="16216"/>
                </a:lnTo>
                <a:lnTo>
                  <a:pt x="3780" y="14218"/>
                </a:lnTo>
                <a:lnTo>
                  <a:pt x="284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EE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3" name="contour_15271"/>
          <p:cNvSpPr/>
          <p:nvPr/>
        </p:nvSpPr>
        <p:spPr>
          <a:xfrm>
            <a:off x="3967754" y="207707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0887"/>
                </a:lnTo>
                <a:lnTo>
                  <a:pt x="14467" y="20174"/>
                </a:lnTo>
                <a:lnTo>
                  <a:pt x="10881" y="19457"/>
                </a:lnTo>
                <a:lnTo>
                  <a:pt x="7279" y="18736"/>
                </a:lnTo>
                <a:lnTo>
                  <a:pt x="3656" y="18010"/>
                </a:lnTo>
                <a:lnTo>
                  <a:pt x="0" y="17280"/>
                </a:lnTo>
                <a:lnTo>
                  <a:pt x="1156" y="15111"/>
                </a:lnTo>
                <a:lnTo>
                  <a:pt x="2327" y="12947"/>
                </a:lnTo>
                <a:lnTo>
                  <a:pt x="3521" y="10791"/>
                </a:lnTo>
                <a:lnTo>
                  <a:pt x="4725" y="8640"/>
                </a:lnTo>
                <a:lnTo>
                  <a:pt x="6043" y="6229"/>
                </a:lnTo>
                <a:lnTo>
                  <a:pt x="7382" y="3780"/>
                </a:lnTo>
                <a:lnTo>
                  <a:pt x="9077" y="1905"/>
                </a:lnTo>
                <a:lnTo>
                  <a:pt x="10800" y="0"/>
                </a:lnTo>
                <a:close/>
              </a:path>
            </a:pathLst>
          </a:custGeom>
          <a:solidFill>
            <a:srgbClr val="3F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4" name="contour_15272"/>
          <p:cNvSpPr/>
          <p:nvPr/>
        </p:nvSpPr>
        <p:spPr>
          <a:xfrm>
            <a:off x="8704949" y="2055214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1833"/>
                </a:lnTo>
                <a:lnTo>
                  <a:pt x="18995" y="3672"/>
                </a:lnTo>
                <a:lnTo>
                  <a:pt x="19855" y="5517"/>
                </a:lnTo>
                <a:lnTo>
                  <a:pt x="20723" y="7378"/>
                </a:lnTo>
                <a:lnTo>
                  <a:pt x="21600" y="9257"/>
                </a:lnTo>
                <a:lnTo>
                  <a:pt x="18744" y="9257"/>
                </a:lnTo>
                <a:lnTo>
                  <a:pt x="15872" y="9257"/>
                </a:lnTo>
                <a:lnTo>
                  <a:pt x="12960" y="9257"/>
                </a:lnTo>
                <a:lnTo>
                  <a:pt x="12960" y="11297"/>
                </a:lnTo>
                <a:lnTo>
                  <a:pt x="12960" y="13349"/>
                </a:lnTo>
                <a:lnTo>
                  <a:pt x="12960" y="15429"/>
                </a:lnTo>
                <a:lnTo>
                  <a:pt x="10104" y="15429"/>
                </a:lnTo>
                <a:lnTo>
                  <a:pt x="7232" y="15429"/>
                </a:lnTo>
                <a:lnTo>
                  <a:pt x="4320" y="15429"/>
                </a:lnTo>
                <a:lnTo>
                  <a:pt x="3249" y="16956"/>
                </a:lnTo>
                <a:lnTo>
                  <a:pt x="2177" y="18493"/>
                </a:lnTo>
                <a:lnTo>
                  <a:pt x="1093" y="20036"/>
                </a:lnTo>
                <a:lnTo>
                  <a:pt x="0" y="21600"/>
                </a:lnTo>
                <a:lnTo>
                  <a:pt x="0" y="19418"/>
                </a:lnTo>
                <a:lnTo>
                  <a:pt x="0" y="17234"/>
                </a:lnTo>
                <a:lnTo>
                  <a:pt x="0" y="15043"/>
                </a:lnTo>
                <a:lnTo>
                  <a:pt x="0" y="12843"/>
                </a:lnTo>
                <a:lnTo>
                  <a:pt x="0" y="10633"/>
                </a:lnTo>
                <a:lnTo>
                  <a:pt x="0" y="8412"/>
                </a:lnTo>
                <a:lnTo>
                  <a:pt x="0" y="6171"/>
                </a:lnTo>
                <a:lnTo>
                  <a:pt x="2851" y="6171"/>
                </a:lnTo>
                <a:lnTo>
                  <a:pt x="5707" y="6171"/>
                </a:lnTo>
                <a:lnTo>
                  <a:pt x="8575" y="6171"/>
                </a:lnTo>
                <a:lnTo>
                  <a:pt x="11457" y="6171"/>
                </a:lnTo>
                <a:lnTo>
                  <a:pt x="14355" y="6171"/>
                </a:lnTo>
                <a:lnTo>
                  <a:pt x="17280" y="6171"/>
                </a:lnTo>
                <a:lnTo>
                  <a:pt x="17280" y="4132"/>
                </a:lnTo>
                <a:lnTo>
                  <a:pt x="17280" y="2080"/>
                </a:lnTo>
                <a:lnTo>
                  <a:pt x="17280" y="0"/>
                </a:lnTo>
                <a:close/>
              </a:path>
            </a:pathLst>
          </a:custGeom>
          <a:solidFill>
            <a:srgbClr val="C9D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5" name="contour_15273"/>
          <p:cNvSpPr/>
          <p:nvPr/>
        </p:nvSpPr>
        <p:spPr>
          <a:xfrm>
            <a:off x="7269214" y="2068762"/>
            <a:ext cx="58304" cy="24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98"/>
                </a:moveTo>
                <a:lnTo>
                  <a:pt x="21219" y="5596"/>
                </a:lnTo>
                <a:lnTo>
                  <a:pt x="20890" y="8938"/>
                </a:lnTo>
                <a:lnTo>
                  <a:pt x="20480" y="11841"/>
                </a:lnTo>
                <a:lnTo>
                  <a:pt x="19859" y="15221"/>
                </a:lnTo>
                <a:lnTo>
                  <a:pt x="18900" y="19996"/>
                </a:lnTo>
                <a:lnTo>
                  <a:pt x="16713" y="20900"/>
                </a:lnTo>
                <a:lnTo>
                  <a:pt x="15117" y="21415"/>
                </a:lnTo>
                <a:lnTo>
                  <a:pt x="13657" y="21600"/>
                </a:lnTo>
                <a:lnTo>
                  <a:pt x="11864" y="21505"/>
                </a:lnTo>
                <a:lnTo>
                  <a:pt x="9283" y="21193"/>
                </a:lnTo>
                <a:lnTo>
                  <a:pt x="7549" y="21014"/>
                </a:lnTo>
                <a:lnTo>
                  <a:pt x="5805" y="20842"/>
                </a:lnTo>
                <a:lnTo>
                  <a:pt x="4039" y="20664"/>
                </a:lnTo>
                <a:lnTo>
                  <a:pt x="2705" y="20448"/>
                </a:lnTo>
                <a:lnTo>
                  <a:pt x="1361" y="20225"/>
                </a:lnTo>
                <a:lnTo>
                  <a:pt x="0" y="19996"/>
                </a:lnTo>
                <a:lnTo>
                  <a:pt x="1617" y="15431"/>
                </a:lnTo>
                <a:lnTo>
                  <a:pt x="3172" y="11554"/>
                </a:lnTo>
                <a:lnTo>
                  <a:pt x="4698" y="8327"/>
                </a:lnTo>
                <a:lnTo>
                  <a:pt x="6218" y="5698"/>
                </a:lnTo>
                <a:lnTo>
                  <a:pt x="7765" y="3629"/>
                </a:lnTo>
                <a:lnTo>
                  <a:pt x="9361" y="2069"/>
                </a:lnTo>
                <a:lnTo>
                  <a:pt x="11038" y="974"/>
                </a:lnTo>
                <a:lnTo>
                  <a:pt x="12822" y="299"/>
                </a:lnTo>
                <a:lnTo>
                  <a:pt x="14745" y="0"/>
                </a:lnTo>
                <a:lnTo>
                  <a:pt x="16829" y="32"/>
                </a:lnTo>
                <a:lnTo>
                  <a:pt x="19105" y="344"/>
                </a:lnTo>
                <a:lnTo>
                  <a:pt x="21600" y="898"/>
                </a:lnTo>
                <a:close/>
              </a:path>
            </a:pathLst>
          </a:custGeom>
          <a:solidFill>
            <a:srgbClr val="9B94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6" name="contour_15274"/>
          <p:cNvSpPr/>
          <p:nvPr/>
        </p:nvSpPr>
        <p:spPr>
          <a:xfrm>
            <a:off x="4288426" y="204792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06" y="3564"/>
                </a:lnTo>
                <a:lnTo>
                  <a:pt x="20412" y="7133"/>
                </a:lnTo>
                <a:lnTo>
                  <a:pt x="19814" y="10719"/>
                </a:lnTo>
                <a:lnTo>
                  <a:pt x="19213" y="14321"/>
                </a:lnTo>
                <a:lnTo>
                  <a:pt x="18608" y="17944"/>
                </a:lnTo>
                <a:lnTo>
                  <a:pt x="18000" y="21600"/>
                </a:lnTo>
                <a:lnTo>
                  <a:pt x="15772" y="20930"/>
                </a:lnTo>
                <a:lnTo>
                  <a:pt x="13543" y="20261"/>
                </a:lnTo>
                <a:lnTo>
                  <a:pt x="11308" y="19591"/>
                </a:lnTo>
                <a:lnTo>
                  <a:pt x="9068" y="18922"/>
                </a:lnTo>
                <a:lnTo>
                  <a:pt x="6818" y="18247"/>
                </a:lnTo>
                <a:lnTo>
                  <a:pt x="4558" y="17566"/>
                </a:lnTo>
                <a:lnTo>
                  <a:pt x="2286" y="16886"/>
                </a:lnTo>
                <a:lnTo>
                  <a:pt x="0" y="16200"/>
                </a:lnTo>
                <a:lnTo>
                  <a:pt x="3668" y="11810"/>
                </a:lnTo>
                <a:lnTo>
                  <a:pt x="6653" y="8294"/>
                </a:lnTo>
                <a:lnTo>
                  <a:pt x="9086" y="5557"/>
                </a:lnTo>
                <a:lnTo>
                  <a:pt x="11102" y="3499"/>
                </a:lnTo>
                <a:lnTo>
                  <a:pt x="12823" y="2025"/>
                </a:lnTo>
                <a:lnTo>
                  <a:pt x="14386" y="1037"/>
                </a:lnTo>
                <a:lnTo>
                  <a:pt x="15912" y="437"/>
                </a:lnTo>
                <a:lnTo>
                  <a:pt x="17539" y="130"/>
                </a:lnTo>
                <a:lnTo>
                  <a:pt x="19390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7A94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7" name="contour_15275"/>
          <p:cNvSpPr/>
          <p:nvPr/>
        </p:nvSpPr>
        <p:spPr>
          <a:xfrm>
            <a:off x="1948980" y="2052481"/>
            <a:ext cx="36440" cy="39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755" y="221"/>
                </a:lnTo>
                <a:lnTo>
                  <a:pt x="13435" y="611"/>
                </a:lnTo>
                <a:lnTo>
                  <a:pt x="17280" y="1507"/>
                </a:lnTo>
                <a:lnTo>
                  <a:pt x="18192" y="3966"/>
                </a:lnTo>
                <a:lnTo>
                  <a:pt x="18956" y="6434"/>
                </a:lnTo>
                <a:lnTo>
                  <a:pt x="19600" y="8913"/>
                </a:lnTo>
                <a:lnTo>
                  <a:pt x="20140" y="11409"/>
                </a:lnTo>
                <a:lnTo>
                  <a:pt x="20589" y="13920"/>
                </a:lnTo>
                <a:lnTo>
                  <a:pt x="20969" y="16456"/>
                </a:lnTo>
                <a:lnTo>
                  <a:pt x="21302" y="19012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817" y="19691"/>
                </a:lnTo>
                <a:lnTo>
                  <a:pt x="8999" y="17770"/>
                </a:lnTo>
                <a:lnTo>
                  <a:pt x="9180" y="15825"/>
                </a:lnTo>
                <a:lnTo>
                  <a:pt x="9003" y="13748"/>
                </a:lnTo>
                <a:lnTo>
                  <a:pt x="8821" y="11662"/>
                </a:lnTo>
                <a:lnTo>
                  <a:pt x="8640" y="9544"/>
                </a:lnTo>
                <a:lnTo>
                  <a:pt x="6074" y="7929"/>
                </a:lnTo>
                <a:lnTo>
                  <a:pt x="4320" y="6972"/>
                </a:lnTo>
                <a:lnTo>
                  <a:pt x="2566" y="6297"/>
                </a:lnTo>
                <a:lnTo>
                  <a:pt x="0" y="5526"/>
                </a:lnTo>
                <a:lnTo>
                  <a:pt x="2601" y="3179"/>
                </a:lnTo>
                <a:lnTo>
                  <a:pt x="4588" y="1820"/>
                </a:lnTo>
                <a:lnTo>
                  <a:pt x="6985" y="932"/>
                </a:lnTo>
                <a:lnTo>
                  <a:pt x="10800" y="0"/>
                </a:lnTo>
                <a:close/>
              </a:path>
            </a:pathLst>
          </a:custGeom>
          <a:solidFill>
            <a:srgbClr val="1110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8" name="contour_15276"/>
          <p:cNvSpPr/>
          <p:nvPr/>
        </p:nvSpPr>
        <p:spPr>
          <a:xfrm>
            <a:off x="994254" y="2046942"/>
            <a:ext cx="36440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475"/>
                </a:moveTo>
                <a:lnTo>
                  <a:pt x="12010" y="158"/>
                </a:lnTo>
                <a:lnTo>
                  <a:pt x="14364" y="0"/>
                </a:lnTo>
                <a:lnTo>
                  <a:pt x="16334" y="0"/>
                </a:lnTo>
                <a:lnTo>
                  <a:pt x="18541" y="158"/>
                </a:lnTo>
                <a:lnTo>
                  <a:pt x="21600" y="475"/>
                </a:lnTo>
                <a:lnTo>
                  <a:pt x="21371" y="2771"/>
                </a:lnTo>
                <a:lnTo>
                  <a:pt x="21099" y="5024"/>
                </a:lnTo>
                <a:lnTo>
                  <a:pt x="20758" y="7246"/>
                </a:lnTo>
                <a:lnTo>
                  <a:pt x="20326" y="9439"/>
                </a:lnTo>
                <a:lnTo>
                  <a:pt x="19781" y="11612"/>
                </a:lnTo>
                <a:lnTo>
                  <a:pt x="19107" y="13770"/>
                </a:lnTo>
                <a:lnTo>
                  <a:pt x="18282" y="15924"/>
                </a:lnTo>
                <a:lnTo>
                  <a:pt x="17280" y="18079"/>
                </a:lnTo>
                <a:lnTo>
                  <a:pt x="14416" y="19283"/>
                </a:lnTo>
                <a:lnTo>
                  <a:pt x="11707" y="20125"/>
                </a:lnTo>
                <a:lnTo>
                  <a:pt x="9037" y="20688"/>
                </a:lnTo>
                <a:lnTo>
                  <a:pt x="6277" y="21068"/>
                </a:lnTo>
                <a:lnTo>
                  <a:pt x="3309" y="21343"/>
                </a:lnTo>
                <a:lnTo>
                  <a:pt x="0" y="21600"/>
                </a:lnTo>
                <a:lnTo>
                  <a:pt x="670" y="19480"/>
                </a:lnTo>
                <a:lnTo>
                  <a:pt x="1356" y="17364"/>
                </a:lnTo>
                <a:lnTo>
                  <a:pt x="2061" y="15252"/>
                </a:lnTo>
                <a:lnTo>
                  <a:pt x="2778" y="13143"/>
                </a:lnTo>
                <a:lnTo>
                  <a:pt x="3508" y="11038"/>
                </a:lnTo>
                <a:lnTo>
                  <a:pt x="3802" y="10164"/>
                </a:lnTo>
                <a:lnTo>
                  <a:pt x="4311" y="8626"/>
                </a:lnTo>
                <a:lnTo>
                  <a:pt x="5486" y="5095"/>
                </a:lnTo>
                <a:lnTo>
                  <a:pt x="6528" y="3570"/>
                </a:lnTo>
                <a:lnTo>
                  <a:pt x="7577" y="2031"/>
                </a:lnTo>
                <a:lnTo>
                  <a:pt x="8640" y="475"/>
                </a:lnTo>
                <a:close/>
              </a:path>
            </a:pathLst>
          </a:custGeom>
          <a:solidFill>
            <a:srgbClr val="E1C5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79" name="contour_15277"/>
          <p:cNvSpPr/>
          <p:nvPr/>
        </p:nvSpPr>
        <p:spPr>
          <a:xfrm>
            <a:off x="7006847" y="2040638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91"/>
                </a:lnTo>
                <a:lnTo>
                  <a:pt x="2341" y="560"/>
                </a:lnTo>
                <a:lnTo>
                  <a:pt x="3646" y="877"/>
                </a:lnTo>
                <a:lnTo>
                  <a:pt x="5374" y="1292"/>
                </a:lnTo>
                <a:lnTo>
                  <a:pt x="7780" y="1868"/>
                </a:lnTo>
                <a:lnTo>
                  <a:pt x="11115" y="2672"/>
                </a:lnTo>
                <a:lnTo>
                  <a:pt x="15638" y="3757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30"/>
                </a:lnTo>
                <a:lnTo>
                  <a:pt x="0" y="13900"/>
                </a:lnTo>
                <a:lnTo>
                  <a:pt x="0" y="10455"/>
                </a:lnTo>
                <a:lnTo>
                  <a:pt x="0" y="6994"/>
                </a:lnTo>
                <a:lnTo>
                  <a:pt x="0" y="3513"/>
                </a:lnTo>
                <a:lnTo>
                  <a:pt x="0" y="0"/>
                </a:lnTo>
                <a:close/>
              </a:path>
            </a:pathLst>
          </a:custGeom>
          <a:solidFill>
            <a:srgbClr val="D4DE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0" name="contour_15278"/>
          <p:cNvSpPr/>
          <p:nvPr/>
        </p:nvSpPr>
        <p:spPr>
          <a:xfrm>
            <a:off x="5002649" y="2041760"/>
            <a:ext cx="51016" cy="21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78"/>
                </a:moveTo>
                <a:lnTo>
                  <a:pt x="20310" y="10515"/>
                </a:lnTo>
                <a:lnTo>
                  <a:pt x="19236" y="13480"/>
                </a:lnTo>
                <a:lnTo>
                  <a:pt x="17801" y="16445"/>
                </a:lnTo>
                <a:lnTo>
                  <a:pt x="15429" y="20782"/>
                </a:lnTo>
                <a:lnTo>
                  <a:pt x="13216" y="21235"/>
                </a:lnTo>
                <a:lnTo>
                  <a:pt x="11013" y="21505"/>
                </a:lnTo>
                <a:lnTo>
                  <a:pt x="8816" y="21600"/>
                </a:lnTo>
                <a:lnTo>
                  <a:pt x="6619" y="21549"/>
                </a:lnTo>
                <a:lnTo>
                  <a:pt x="4422" y="21381"/>
                </a:lnTo>
                <a:lnTo>
                  <a:pt x="2216" y="21118"/>
                </a:lnTo>
                <a:lnTo>
                  <a:pt x="0" y="20782"/>
                </a:lnTo>
                <a:lnTo>
                  <a:pt x="0" y="15955"/>
                </a:lnTo>
                <a:lnTo>
                  <a:pt x="0" y="11099"/>
                </a:lnTo>
                <a:lnTo>
                  <a:pt x="0" y="6178"/>
                </a:lnTo>
                <a:lnTo>
                  <a:pt x="2308" y="3512"/>
                </a:lnTo>
                <a:lnTo>
                  <a:pt x="4505" y="1643"/>
                </a:lnTo>
                <a:lnTo>
                  <a:pt x="6619" y="497"/>
                </a:lnTo>
                <a:lnTo>
                  <a:pt x="8677" y="0"/>
                </a:lnTo>
                <a:lnTo>
                  <a:pt x="10711" y="66"/>
                </a:lnTo>
                <a:lnTo>
                  <a:pt x="12756" y="621"/>
                </a:lnTo>
                <a:lnTo>
                  <a:pt x="14836" y="1592"/>
                </a:lnTo>
                <a:lnTo>
                  <a:pt x="16984" y="2892"/>
                </a:lnTo>
                <a:lnTo>
                  <a:pt x="19227" y="4447"/>
                </a:lnTo>
                <a:lnTo>
                  <a:pt x="21600" y="6178"/>
                </a:lnTo>
                <a:close/>
              </a:path>
            </a:pathLst>
          </a:custGeom>
          <a:solidFill>
            <a:srgbClr val="84D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1" name="contour_15279"/>
          <p:cNvSpPr/>
          <p:nvPr/>
        </p:nvSpPr>
        <p:spPr>
          <a:xfrm>
            <a:off x="5126545" y="2018774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9593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2" name="contour_15280"/>
          <p:cNvSpPr/>
          <p:nvPr/>
        </p:nvSpPr>
        <p:spPr>
          <a:xfrm>
            <a:off x="3800130" y="2017076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89"/>
                </a:moveTo>
                <a:lnTo>
                  <a:pt x="6199" y="510"/>
                </a:lnTo>
                <a:lnTo>
                  <a:pt x="8762" y="133"/>
                </a:lnTo>
                <a:lnTo>
                  <a:pt x="11308" y="0"/>
                </a:lnTo>
                <a:lnTo>
                  <a:pt x="13849" y="87"/>
                </a:lnTo>
                <a:lnTo>
                  <a:pt x="16398" y="337"/>
                </a:lnTo>
                <a:lnTo>
                  <a:pt x="18979" y="719"/>
                </a:lnTo>
                <a:lnTo>
                  <a:pt x="21600" y="1189"/>
                </a:lnTo>
                <a:lnTo>
                  <a:pt x="21247" y="4832"/>
                </a:lnTo>
                <a:lnTo>
                  <a:pt x="20884" y="7450"/>
                </a:lnTo>
                <a:lnTo>
                  <a:pt x="20336" y="9777"/>
                </a:lnTo>
                <a:lnTo>
                  <a:pt x="19433" y="12548"/>
                </a:lnTo>
                <a:lnTo>
                  <a:pt x="18000" y="16497"/>
                </a:lnTo>
                <a:lnTo>
                  <a:pt x="15790" y="17533"/>
                </a:lnTo>
                <a:lnTo>
                  <a:pt x="13576" y="18421"/>
                </a:lnTo>
                <a:lnTo>
                  <a:pt x="11351" y="19176"/>
                </a:lnTo>
                <a:lnTo>
                  <a:pt x="9119" y="19814"/>
                </a:lnTo>
                <a:lnTo>
                  <a:pt x="6869" y="20360"/>
                </a:lnTo>
                <a:lnTo>
                  <a:pt x="4601" y="20824"/>
                </a:lnTo>
                <a:lnTo>
                  <a:pt x="2315" y="21233"/>
                </a:lnTo>
                <a:lnTo>
                  <a:pt x="0" y="21600"/>
                </a:lnTo>
                <a:lnTo>
                  <a:pt x="158" y="17911"/>
                </a:lnTo>
                <a:lnTo>
                  <a:pt x="414" y="14390"/>
                </a:lnTo>
                <a:lnTo>
                  <a:pt x="828" y="10996"/>
                </a:lnTo>
                <a:lnTo>
                  <a:pt x="1454" y="7690"/>
                </a:lnTo>
                <a:lnTo>
                  <a:pt x="2358" y="4434"/>
                </a:lnTo>
                <a:lnTo>
                  <a:pt x="3600" y="1189"/>
                </a:lnTo>
                <a:close/>
              </a:path>
            </a:pathLst>
          </a:custGeom>
          <a:solidFill>
            <a:srgbClr val="B5A3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3" name="contour_15281"/>
          <p:cNvSpPr/>
          <p:nvPr/>
        </p:nvSpPr>
        <p:spPr>
          <a:xfrm>
            <a:off x="3632506" y="2020056"/>
            <a:ext cx="36440" cy="351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891"/>
                </a:moveTo>
                <a:lnTo>
                  <a:pt x="17621" y="1813"/>
                </a:lnTo>
                <a:lnTo>
                  <a:pt x="19600" y="2749"/>
                </a:lnTo>
                <a:lnTo>
                  <a:pt x="21600" y="3690"/>
                </a:lnTo>
                <a:lnTo>
                  <a:pt x="20676" y="5937"/>
                </a:lnTo>
                <a:lnTo>
                  <a:pt x="19738" y="8181"/>
                </a:lnTo>
                <a:lnTo>
                  <a:pt x="18783" y="10415"/>
                </a:lnTo>
                <a:lnTo>
                  <a:pt x="17820" y="12645"/>
                </a:lnTo>
                <a:lnTo>
                  <a:pt x="16766" y="15143"/>
                </a:lnTo>
                <a:lnTo>
                  <a:pt x="15695" y="17682"/>
                </a:lnTo>
                <a:lnTo>
                  <a:pt x="14338" y="19625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2730" y="18537"/>
                </a:lnTo>
                <a:lnTo>
                  <a:pt x="1711" y="16307"/>
                </a:lnTo>
                <a:lnTo>
                  <a:pt x="1054" y="14266"/>
                </a:lnTo>
                <a:lnTo>
                  <a:pt x="553" y="11767"/>
                </a:lnTo>
                <a:lnTo>
                  <a:pt x="0" y="8167"/>
                </a:lnTo>
                <a:lnTo>
                  <a:pt x="2169" y="4643"/>
                </a:lnTo>
                <a:lnTo>
                  <a:pt x="4143" y="2172"/>
                </a:lnTo>
                <a:lnTo>
                  <a:pt x="6199" y="654"/>
                </a:lnTo>
                <a:lnTo>
                  <a:pt x="8618" y="0"/>
                </a:lnTo>
                <a:lnTo>
                  <a:pt x="11677" y="107"/>
                </a:lnTo>
                <a:lnTo>
                  <a:pt x="15660" y="891"/>
                </a:lnTo>
                <a:close/>
              </a:path>
            </a:pathLst>
          </a:custGeom>
          <a:solidFill>
            <a:srgbClr val="B9AF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4" name="contour_15282"/>
          <p:cNvSpPr/>
          <p:nvPr/>
        </p:nvSpPr>
        <p:spPr>
          <a:xfrm>
            <a:off x="10067803" y="2018774"/>
            <a:ext cx="58304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18916" y="6274"/>
                </a:lnTo>
                <a:lnTo>
                  <a:pt x="16786" y="11165"/>
                </a:lnTo>
                <a:lnTo>
                  <a:pt x="15090" y="14851"/>
                </a:lnTo>
                <a:lnTo>
                  <a:pt x="13719" y="17510"/>
                </a:lnTo>
                <a:lnTo>
                  <a:pt x="12552" y="19317"/>
                </a:lnTo>
                <a:lnTo>
                  <a:pt x="11480" y="20452"/>
                </a:lnTo>
                <a:lnTo>
                  <a:pt x="10387" y="21090"/>
                </a:lnTo>
                <a:lnTo>
                  <a:pt x="9158" y="21416"/>
                </a:lnTo>
                <a:lnTo>
                  <a:pt x="7679" y="21600"/>
                </a:lnTo>
                <a:lnTo>
                  <a:pt x="6199" y="20742"/>
                </a:lnTo>
                <a:lnTo>
                  <a:pt x="5060" y="19927"/>
                </a:lnTo>
                <a:lnTo>
                  <a:pt x="3893" y="18800"/>
                </a:lnTo>
                <a:lnTo>
                  <a:pt x="2330" y="16999"/>
                </a:lnTo>
                <a:lnTo>
                  <a:pt x="0" y="14178"/>
                </a:lnTo>
                <a:lnTo>
                  <a:pt x="0" y="9492"/>
                </a:lnTo>
                <a:lnTo>
                  <a:pt x="0" y="4778"/>
                </a:lnTo>
                <a:lnTo>
                  <a:pt x="0" y="0"/>
                </a:lnTo>
                <a:close/>
              </a:path>
            </a:pathLst>
          </a:custGeom>
          <a:solidFill>
            <a:srgbClr val="E7E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5" name="contour_15283"/>
          <p:cNvSpPr/>
          <p:nvPr/>
        </p:nvSpPr>
        <p:spPr>
          <a:xfrm>
            <a:off x="935950" y="201148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B8C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6" name="contour_15284"/>
          <p:cNvSpPr/>
          <p:nvPr/>
        </p:nvSpPr>
        <p:spPr>
          <a:xfrm>
            <a:off x="7172831" y="1996910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709" y="1015"/>
                </a:lnTo>
                <a:lnTo>
                  <a:pt x="9070" y="1782"/>
                </a:lnTo>
                <a:lnTo>
                  <a:pt x="11464" y="2457"/>
                </a:lnTo>
                <a:lnTo>
                  <a:pt x="13357" y="3186"/>
                </a:lnTo>
                <a:lnTo>
                  <a:pt x="15205" y="4115"/>
                </a:lnTo>
                <a:lnTo>
                  <a:pt x="17466" y="5400"/>
                </a:lnTo>
                <a:lnTo>
                  <a:pt x="18987" y="9580"/>
                </a:lnTo>
                <a:lnTo>
                  <a:pt x="19963" y="12512"/>
                </a:lnTo>
                <a:lnTo>
                  <a:pt x="20591" y="14974"/>
                </a:lnTo>
                <a:lnTo>
                  <a:pt x="21071" y="17744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6161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7" name="contour_15285"/>
          <p:cNvSpPr/>
          <p:nvPr/>
        </p:nvSpPr>
        <p:spPr>
          <a:xfrm>
            <a:off x="6970407" y="1989622"/>
            <a:ext cx="36440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467"/>
                </a:lnTo>
                <a:lnTo>
                  <a:pt x="9210" y="2934"/>
                </a:lnTo>
                <a:lnTo>
                  <a:pt x="11664" y="4406"/>
                </a:lnTo>
                <a:lnTo>
                  <a:pt x="14126" y="5883"/>
                </a:lnTo>
                <a:lnTo>
                  <a:pt x="16602" y="7371"/>
                </a:lnTo>
                <a:lnTo>
                  <a:pt x="19090" y="8864"/>
                </a:lnTo>
                <a:lnTo>
                  <a:pt x="21600" y="10367"/>
                </a:lnTo>
                <a:lnTo>
                  <a:pt x="20529" y="12933"/>
                </a:lnTo>
                <a:lnTo>
                  <a:pt x="19457" y="15514"/>
                </a:lnTo>
                <a:lnTo>
                  <a:pt x="18373" y="18106"/>
                </a:lnTo>
                <a:lnTo>
                  <a:pt x="17280" y="20734"/>
                </a:lnTo>
                <a:lnTo>
                  <a:pt x="14148" y="21434"/>
                </a:lnTo>
                <a:lnTo>
                  <a:pt x="11837" y="21600"/>
                </a:lnTo>
                <a:lnTo>
                  <a:pt x="8372" y="21382"/>
                </a:lnTo>
                <a:lnTo>
                  <a:pt x="5607" y="21170"/>
                </a:lnTo>
                <a:lnTo>
                  <a:pt x="2821" y="20952"/>
                </a:lnTo>
                <a:lnTo>
                  <a:pt x="0" y="20734"/>
                </a:lnTo>
                <a:lnTo>
                  <a:pt x="713" y="17313"/>
                </a:lnTo>
                <a:lnTo>
                  <a:pt x="1426" y="13887"/>
                </a:lnTo>
                <a:lnTo>
                  <a:pt x="2143" y="10445"/>
                </a:lnTo>
                <a:lnTo>
                  <a:pt x="2864" y="6987"/>
                </a:lnTo>
                <a:lnTo>
                  <a:pt x="3590" y="3509"/>
                </a:lnTo>
                <a:lnTo>
                  <a:pt x="4320" y="0"/>
                </a:lnTo>
                <a:close/>
              </a:path>
            </a:pathLst>
          </a:custGeom>
          <a:solidFill>
            <a:srgbClr val="D9C3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8" name="contour_15286"/>
          <p:cNvSpPr/>
          <p:nvPr/>
        </p:nvSpPr>
        <p:spPr>
          <a:xfrm>
            <a:off x="8690373" y="1975461"/>
            <a:ext cx="37868" cy="578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019" y="525"/>
                </a:moveTo>
                <a:lnTo>
                  <a:pt x="19210" y="1773"/>
                </a:lnTo>
                <a:lnTo>
                  <a:pt x="20415" y="2864"/>
                </a:lnTo>
                <a:lnTo>
                  <a:pt x="21068" y="4403"/>
                </a:lnTo>
                <a:lnTo>
                  <a:pt x="21600" y="6994"/>
                </a:lnTo>
                <a:lnTo>
                  <a:pt x="21554" y="7767"/>
                </a:lnTo>
                <a:lnTo>
                  <a:pt x="21479" y="9129"/>
                </a:lnTo>
                <a:lnTo>
                  <a:pt x="21305" y="12251"/>
                </a:lnTo>
                <a:lnTo>
                  <a:pt x="21230" y="13997"/>
                </a:lnTo>
                <a:lnTo>
                  <a:pt x="21155" y="15753"/>
                </a:lnTo>
                <a:lnTo>
                  <a:pt x="21080" y="17532"/>
                </a:lnTo>
                <a:lnTo>
                  <a:pt x="21035" y="18130"/>
                </a:lnTo>
                <a:lnTo>
                  <a:pt x="20960" y="19185"/>
                </a:lnTo>
                <a:lnTo>
                  <a:pt x="20785" y="21600"/>
                </a:lnTo>
                <a:lnTo>
                  <a:pt x="18037" y="21600"/>
                </a:lnTo>
                <a:lnTo>
                  <a:pt x="15273" y="21600"/>
                </a:lnTo>
                <a:lnTo>
                  <a:pt x="12471" y="21600"/>
                </a:lnTo>
                <a:lnTo>
                  <a:pt x="12687" y="20219"/>
                </a:lnTo>
                <a:lnTo>
                  <a:pt x="12912" y="18818"/>
                </a:lnTo>
                <a:lnTo>
                  <a:pt x="13061" y="16972"/>
                </a:lnTo>
                <a:lnTo>
                  <a:pt x="13153" y="15171"/>
                </a:lnTo>
                <a:lnTo>
                  <a:pt x="13161" y="13398"/>
                </a:lnTo>
                <a:lnTo>
                  <a:pt x="13066" y="11625"/>
                </a:lnTo>
                <a:lnTo>
                  <a:pt x="12841" y="9833"/>
                </a:lnTo>
                <a:lnTo>
                  <a:pt x="12471" y="8003"/>
                </a:lnTo>
                <a:lnTo>
                  <a:pt x="9815" y="6491"/>
                </a:lnTo>
                <a:lnTo>
                  <a:pt x="7853" y="5422"/>
                </a:lnTo>
                <a:lnTo>
                  <a:pt x="6236" y="4647"/>
                </a:lnTo>
                <a:lnTo>
                  <a:pt x="4618" y="4014"/>
                </a:lnTo>
                <a:lnTo>
                  <a:pt x="2656" y="3369"/>
                </a:lnTo>
                <a:lnTo>
                  <a:pt x="0" y="2564"/>
                </a:lnTo>
                <a:lnTo>
                  <a:pt x="4656" y="1330"/>
                </a:lnTo>
                <a:lnTo>
                  <a:pt x="7957" y="530"/>
                </a:lnTo>
                <a:lnTo>
                  <a:pt x="10372" y="106"/>
                </a:lnTo>
                <a:lnTo>
                  <a:pt x="12367" y="0"/>
                </a:lnTo>
                <a:lnTo>
                  <a:pt x="14429" y="160"/>
                </a:lnTo>
                <a:lnTo>
                  <a:pt x="17019" y="525"/>
                </a:lnTo>
                <a:close/>
              </a:path>
            </a:pathLst>
          </a:custGeom>
          <a:solidFill>
            <a:srgbClr val="C6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89" name="contour_15287"/>
          <p:cNvSpPr/>
          <p:nvPr/>
        </p:nvSpPr>
        <p:spPr>
          <a:xfrm>
            <a:off x="7742168" y="1953182"/>
            <a:ext cx="3720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4" y="0"/>
                </a:moveTo>
                <a:lnTo>
                  <a:pt x="1142" y="1287"/>
                </a:lnTo>
                <a:lnTo>
                  <a:pt x="1849" y="2592"/>
                </a:lnTo>
                <a:lnTo>
                  <a:pt x="3698" y="5647"/>
                </a:lnTo>
                <a:lnTo>
                  <a:pt x="5187" y="7980"/>
                </a:lnTo>
                <a:lnTo>
                  <a:pt x="6482" y="9726"/>
                </a:lnTo>
                <a:lnTo>
                  <a:pt x="7751" y="11031"/>
                </a:lnTo>
                <a:lnTo>
                  <a:pt x="9152" y="12034"/>
                </a:lnTo>
                <a:lnTo>
                  <a:pt x="10849" y="12880"/>
                </a:lnTo>
                <a:lnTo>
                  <a:pt x="13002" y="13707"/>
                </a:lnTo>
                <a:lnTo>
                  <a:pt x="15782" y="14657"/>
                </a:lnTo>
                <a:lnTo>
                  <a:pt x="18672" y="15040"/>
                </a:lnTo>
                <a:lnTo>
                  <a:pt x="21600" y="15429"/>
                </a:lnTo>
                <a:lnTo>
                  <a:pt x="19116" y="16904"/>
                </a:lnTo>
                <a:lnTo>
                  <a:pt x="17250" y="17971"/>
                </a:lnTo>
                <a:lnTo>
                  <a:pt x="15651" y="18804"/>
                </a:lnTo>
                <a:lnTo>
                  <a:pt x="13959" y="19573"/>
                </a:lnTo>
                <a:lnTo>
                  <a:pt x="11830" y="20446"/>
                </a:lnTo>
                <a:lnTo>
                  <a:pt x="8907" y="21600"/>
                </a:lnTo>
                <a:lnTo>
                  <a:pt x="5949" y="20529"/>
                </a:lnTo>
                <a:lnTo>
                  <a:pt x="4079" y="19529"/>
                </a:lnTo>
                <a:lnTo>
                  <a:pt x="2509" y="18021"/>
                </a:lnTo>
                <a:lnTo>
                  <a:pt x="444" y="15429"/>
                </a:lnTo>
                <a:lnTo>
                  <a:pt x="203" y="13213"/>
                </a:lnTo>
                <a:lnTo>
                  <a:pt x="59" y="11010"/>
                </a:lnTo>
                <a:lnTo>
                  <a:pt x="0" y="8813"/>
                </a:lnTo>
                <a:lnTo>
                  <a:pt x="21" y="6619"/>
                </a:lnTo>
                <a:lnTo>
                  <a:pt x="110" y="4422"/>
                </a:lnTo>
                <a:lnTo>
                  <a:pt x="254" y="2216"/>
                </a:lnTo>
                <a:lnTo>
                  <a:pt x="444" y="0"/>
                </a:lnTo>
                <a:close/>
              </a:path>
            </a:pathLst>
          </a:custGeom>
          <a:solidFill>
            <a:srgbClr val="DAE0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0" name="contour_15288"/>
          <p:cNvSpPr/>
          <p:nvPr/>
        </p:nvSpPr>
        <p:spPr>
          <a:xfrm>
            <a:off x="10366611" y="1967758"/>
            <a:ext cx="51016" cy="439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709"/>
                </a:lnTo>
                <a:lnTo>
                  <a:pt x="16015" y="1422"/>
                </a:lnTo>
                <a:lnTo>
                  <a:pt x="17860" y="2134"/>
                </a:lnTo>
                <a:lnTo>
                  <a:pt x="19721" y="2854"/>
                </a:lnTo>
                <a:lnTo>
                  <a:pt x="21600" y="3581"/>
                </a:lnTo>
                <a:lnTo>
                  <a:pt x="20742" y="5733"/>
                </a:lnTo>
                <a:lnTo>
                  <a:pt x="19872" y="7849"/>
                </a:lnTo>
                <a:lnTo>
                  <a:pt x="18977" y="9926"/>
                </a:lnTo>
                <a:lnTo>
                  <a:pt x="18042" y="11960"/>
                </a:lnTo>
                <a:lnTo>
                  <a:pt x="17058" y="13955"/>
                </a:lnTo>
                <a:lnTo>
                  <a:pt x="16006" y="15906"/>
                </a:lnTo>
                <a:lnTo>
                  <a:pt x="14879" y="17811"/>
                </a:lnTo>
                <a:lnTo>
                  <a:pt x="13664" y="19673"/>
                </a:lnTo>
                <a:lnTo>
                  <a:pt x="12343" y="21485"/>
                </a:lnTo>
                <a:lnTo>
                  <a:pt x="9995" y="21600"/>
                </a:lnTo>
                <a:lnTo>
                  <a:pt x="7946" y="21374"/>
                </a:lnTo>
                <a:lnTo>
                  <a:pt x="6060" y="20852"/>
                </a:lnTo>
                <a:lnTo>
                  <a:pt x="4197" y="20071"/>
                </a:lnTo>
                <a:lnTo>
                  <a:pt x="2225" y="19075"/>
                </a:lnTo>
                <a:lnTo>
                  <a:pt x="0" y="17905"/>
                </a:lnTo>
                <a:lnTo>
                  <a:pt x="1466" y="16945"/>
                </a:lnTo>
                <a:lnTo>
                  <a:pt x="2941" y="15978"/>
                </a:lnTo>
                <a:lnTo>
                  <a:pt x="4437" y="14997"/>
                </a:lnTo>
                <a:lnTo>
                  <a:pt x="6495" y="13063"/>
                </a:lnTo>
                <a:lnTo>
                  <a:pt x="8103" y="11258"/>
                </a:lnTo>
                <a:lnTo>
                  <a:pt x="9350" y="9461"/>
                </a:lnTo>
                <a:lnTo>
                  <a:pt x="10312" y="7556"/>
                </a:lnTo>
                <a:lnTo>
                  <a:pt x="11075" y="5425"/>
                </a:lnTo>
                <a:lnTo>
                  <a:pt x="11726" y="2944"/>
                </a:lnTo>
                <a:lnTo>
                  <a:pt x="12343" y="0"/>
                </a:lnTo>
                <a:close/>
              </a:path>
            </a:pathLst>
          </a:custGeom>
          <a:solidFill>
            <a:srgbClr val="EB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1" name="contour_15289"/>
          <p:cNvSpPr/>
          <p:nvPr/>
        </p:nvSpPr>
        <p:spPr>
          <a:xfrm>
            <a:off x="7123454" y="194589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33" y="894"/>
                </a:lnTo>
                <a:lnTo>
                  <a:pt x="4640" y="1810"/>
                </a:lnTo>
                <a:lnTo>
                  <a:pt x="6926" y="2773"/>
                </a:lnTo>
                <a:lnTo>
                  <a:pt x="9184" y="3784"/>
                </a:lnTo>
                <a:lnTo>
                  <a:pt x="11423" y="4864"/>
                </a:lnTo>
                <a:lnTo>
                  <a:pt x="13637" y="6026"/>
                </a:lnTo>
                <a:lnTo>
                  <a:pt x="15829" y="7279"/>
                </a:lnTo>
                <a:lnTo>
                  <a:pt x="18000" y="8640"/>
                </a:lnTo>
                <a:lnTo>
                  <a:pt x="19433" y="12113"/>
                </a:lnTo>
                <a:lnTo>
                  <a:pt x="20336" y="14524"/>
                </a:lnTo>
                <a:lnTo>
                  <a:pt x="20884" y="16494"/>
                </a:lnTo>
                <a:lnTo>
                  <a:pt x="21247" y="18645"/>
                </a:lnTo>
                <a:lnTo>
                  <a:pt x="21600" y="21600"/>
                </a:lnTo>
                <a:lnTo>
                  <a:pt x="19267" y="20706"/>
                </a:lnTo>
                <a:lnTo>
                  <a:pt x="16960" y="19790"/>
                </a:lnTo>
                <a:lnTo>
                  <a:pt x="14674" y="18827"/>
                </a:lnTo>
                <a:lnTo>
                  <a:pt x="12416" y="17816"/>
                </a:lnTo>
                <a:lnTo>
                  <a:pt x="10177" y="16736"/>
                </a:lnTo>
                <a:lnTo>
                  <a:pt x="7963" y="15574"/>
                </a:lnTo>
                <a:lnTo>
                  <a:pt x="5771" y="14321"/>
                </a:lnTo>
                <a:lnTo>
                  <a:pt x="3600" y="12960"/>
                </a:lnTo>
                <a:lnTo>
                  <a:pt x="2167" y="9487"/>
                </a:lnTo>
                <a:lnTo>
                  <a:pt x="1264" y="7076"/>
                </a:lnTo>
                <a:lnTo>
                  <a:pt x="716" y="5106"/>
                </a:lnTo>
                <a:lnTo>
                  <a:pt x="353" y="2955"/>
                </a:lnTo>
                <a:lnTo>
                  <a:pt x="0" y="0"/>
                </a:lnTo>
                <a:close/>
              </a:path>
            </a:pathLst>
          </a:custGeom>
          <a:solidFill>
            <a:srgbClr val="4343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2" name="contour_15290"/>
          <p:cNvSpPr/>
          <p:nvPr/>
        </p:nvSpPr>
        <p:spPr>
          <a:xfrm>
            <a:off x="1679325" y="1959158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A9AA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3" name="contour_15291"/>
          <p:cNvSpPr/>
          <p:nvPr/>
        </p:nvSpPr>
        <p:spPr>
          <a:xfrm>
            <a:off x="1263909" y="196047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6464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4" name="contour_15292"/>
          <p:cNvSpPr/>
          <p:nvPr/>
        </p:nvSpPr>
        <p:spPr>
          <a:xfrm>
            <a:off x="8566477" y="1944939"/>
            <a:ext cx="51016" cy="301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85"/>
                </a:moveTo>
                <a:lnTo>
                  <a:pt x="3545" y="303"/>
                </a:lnTo>
                <a:lnTo>
                  <a:pt x="6036" y="73"/>
                </a:lnTo>
                <a:lnTo>
                  <a:pt x="7819" y="0"/>
                </a:lnTo>
                <a:lnTo>
                  <a:pt x="9236" y="73"/>
                </a:lnTo>
                <a:lnTo>
                  <a:pt x="10630" y="303"/>
                </a:lnTo>
                <a:lnTo>
                  <a:pt x="12343" y="685"/>
                </a:lnTo>
                <a:lnTo>
                  <a:pt x="13475" y="3608"/>
                </a:lnTo>
                <a:lnTo>
                  <a:pt x="14176" y="5673"/>
                </a:lnTo>
                <a:lnTo>
                  <a:pt x="14728" y="7854"/>
                </a:lnTo>
                <a:lnTo>
                  <a:pt x="15429" y="11142"/>
                </a:lnTo>
                <a:lnTo>
                  <a:pt x="17302" y="12889"/>
                </a:lnTo>
                <a:lnTo>
                  <a:pt x="18567" y="14018"/>
                </a:lnTo>
                <a:lnTo>
                  <a:pt x="19807" y="15012"/>
                </a:lnTo>
                <a:lnTo>
                  <a:pt x="21600" y="16371"/>
                </a:lnTo>
                <a:lnTo>
                  <a:pt x="19678" y="17490"/>
                </a:lnTo>
                <a:lnTo>
                  <a:pt x="17783" y="18531"/>
                </a:lnTo>
                <a:lnTo>
                  <a:pt x="15901" y="19461"/>
                </a:lnTo>
                <a:lnTo>
                  <a:pt x="14012" y="20261"/>
                </a:lnTo>
                <a:lnTo>
                  <a:pt x="12111" y="20899"/>
                </a:lnTo>
                <a:lnTo>
                  <a:pt x="10180" y="21354"/>
                </a:lnTo>
                <a:lnTo>
                  <a:pt x="8205" y="21595"/>
                </a:lnTo>
                <a:lnTo>
                  <a:pt x="6171" y="21600"/>
                </a:lnTo>
                <a:lnTo>
                  <a:pt x="4826" y="18928"/>
                </a:lnTo>
                <a:lnTo>
                  <a:pt x="3694" y="16173"/>
                </a:lnTo>
                <a:lnTo>
                  <a:pt x="2737" y="13318"/>
                </a:lnTo>
                <a:lnTo>
                  <a:pt x="1925" y="10358"/>
                </a:lnTo>
                <a:lnTo>
                  <a:pt x="1222" y="7268"/>
                </a:lnTo>
                <a:lnTo>
                  <a:pt x="592" y="4052"/>
                </a:lnTo>
                <a:lnTo>
                  <a:pt x="0" y="685"/>
                </a:lnTo>
                <a:close/>
              </a:path>
            </a:pathLst>
          </a:custGeom>
          <a:solidFill>
            <a:srgbClr val="D3E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5" name="contour_15293"/>
          <p:cNvSpPr/>
          <p:nvPr/>
        </p:nvSpPr>
        <p:spPr>
          <a:xfrm>
            <a:off x="2524732" y="1923716"/>
            <a:ext cx="65592" cy="294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858" y="0"/>
                </a:moveTo>
                <a:lnTo>
                  <a:pt x="10471" y="561"/>
                </a:lnTo>
                <a:lnTo>
                  <a:pt x="12074" y="1159"/>
                </a:lnTo>
                <a:lnTo>
                  <a:pt x="13668" y="1790"/>
                </a:lnTo>
                <a:lnTo>
                  <a:pt x="15259" y="2463"/>
                </a:lnTo>
                <a:lnTo>
                  <a:pt x="16846" y="3173"/>
                </a:lnTo>
                <a:lnTo>
                  <a:pt x="18430" y="3927"/>
                </a:lnTo>
                <a:lnTo>
                  <a:pt x="20014" y="4728"/>
                </a:lnTo>
                <a:lnTo>
                  <a:pt x="21600" y="5572"/>
                </a:lnTo>
                <a:lnTo>
                  <a:pt x="20083" y="7394"/>
                </a:lnTo>
                <a:lnTo>
                  <a:pt x="18581" y="9093"/>
                </a:lnTo>
                <a:lnTo>
                  <a:pt x="17090" y="10664"/>
                </a:lnTo>
                <a:lnTo>
                  <a:pt x="15607" y="12117"/>
                </a:lnTo>
                <a:lnTo>
                  <a:pt x="14126" y="13463"/>
                </a:lnTo>
                <a:lnTo>
                  <a:pt x="12638" y="14708"/>
                </a:lnTo>
                <a:lnTo>
                  <a:pt x="11146" y="15846"/>
                </a:lnTo>
                <a:lnTo>
                  <a:pt x="9636" y="16899"/>
                </a:lnTo>
                <a:lnTo>
                  <a:pt x="8107" y="17860"/>
                </a:lnTo>
                <a:lnTo>
                  <a:pt x="6557" y="18747"/>
                </a:lnTo>
                <a:lnTo>
                  <a:pt x="4973" y="19554"/>
                </a:lnTo>
                <a:lnTo>
                  <a:pt x="3358" y="20296"/>
                </a:lnTo>
                <a:lnTo>
                  <a:pt x="1702" y="20975"/>
                </a:lnTo>
                <a:lnTo>
                  <a:pt x="0" y="21600"/>
                </a:lnTo>
                <a:lnTo>
                  <a:pt x="470" y="16915"/>
                </a:lnTo>
                <a:lnTo>
                  <a:pt x="991" y="12737"/>
                </a:lnTo>
                <a:lnTo>
                  <a:pt x="1627" y="9088"/>
                </a:lnTo>
                <a:lnTo>
                  <a:pt x="2446" y="6010"/>
                </a:lnTo>
                <a:lnTo>
                  <a:pt x="3514" y="3531"/>
                </a:lnTo>
                <a:lnTo>
                  <a:pt x="4894" y="1683"/>
                </a:lnTo>
                <a:lnTo>
                  <a:pt x="6655" y="497"/>
                </a:lnTo>
                <a:lnTo>
                  <a:pt x="8858" y="0"/>
                </a:lnTo>
                <a:close/>
              </a:path>
            </a:pathLst>
          </a:custGeom>
          <a:solidFill>
            <a:srgbClr val="E5E2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6" name="contour_15294"/>
          <p:cNvSpPr/>
          <p:nvPr/>
        </p:nvSpPr>
        <p:spPr>
          <a:xfrm>
            <a:off x="1407373" y="1909745"/>
            <a:ext cx="38736" cy="361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63" y="2190"/>
                </a:moveTo>
                <a:lnTo>
                  <a:pt x="14663" y="4220"/>
                </a:lnTo>
                <a:lnTo>
                  <a:pt x="16544" y="6227"/>
                </a:lnTo>
                <a:lnTo>
                  <a:pt x="18320" y="8296"/>
                </a:lnTo>
                <a:lnTo>
                  <a:pt x="20003" y="10491"/>
                </a:lnTo>
                <a:lnTo>
                  <a:pt x="21600" y="12890"/>
                </a:lnTo>
                <a:lnTo>
                  <a:pt x="21600" y="15769"/>
                </a:lnTo>
                <a:lnTo>
                  <a:pt x="21600" y="18665"/>
                </a:lnTo>
                <a:lnTo>
                  <a:pt x="21600" y="21600"/>
                </a:lnTo>
                <a:lnTo>
                  <a:pt x="18983" y="21300"/>
                </a:lnTo>
                <a:lnTo>
                  <a:pt x="16398" y="20964"/>
                </a:lnTo>
                <a:lnTo>
                  <a:pt x="13834" y="20577"/>
                </a:lnTo>
                <a:lnTo>
                  <a:pt x="11294" y="20124"/>
                </a:lnTo>
                <a:lnTo>
                  <a:pt x="8770" y="19579"/>
                </a:lnTo>
                <a:lnTo>
                  <a:pt x="6263" y="18935"/>
                </a:lnTo>
                <a:lnTo>
                  <a:pt x="3767" y="18160"/>
                </a:lnTo>
                <a:lnTo>
                  <a:pt x="1280" y="17245"/>
                </a:lnTo>
                <a:lnTo>
                  <a:pt x="427" y="14005"/>
                </a:lnTo>
                <a:lnTo>
                  <a:pt x="0" y="11706"/>
                </a:lnTo>
                <a:lnTo>
                  <a:pt x="0" y="9720"/>
                </a:lnTo>
                <a:lnTo>
                  <a:pt x="427" y="7421"/>
                </a:lnTo>
                <a:lnTo>
                  <a:pt x="1280" y="4181"/>
                </a:lnTo>
                <a:lnTo>
                  <a:pt x="4068" y="1341"/>
                </a:lnTo>
                <a:lnTo>
                  <a:pt x="6580" y="0"/>
                </a:lnTo>
                <a:lnTo>
                  <a:pt x="9286" y="253"/>
                </a:lnTo>
                <a:lnTo>
                  <a:pt x="12663" y="2190"/>
                </a:lnTo>
                <a:close/>
              </a:path>
            </a:pathLst>
          </a:custGeom>
          <a:solidFill>
            <a:srgbClr val="3E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7" name="contour_15295"/>
          <p:cNvSpPr/>
          <p:nvPr/>
        </p:nvSpPr>
        <p:spPr>
          <a:xfrm>
            <a:off x="7661345" y="1873014"/>
            <a:ext cx="2328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584" y="21600"/>
                </a:lnTo>
                <a:lnTo>
                  <a:pt x="13555" y="21600"/>
                </a:lnTo>
                <a:lnTo>
                  <a:pt x="9512" y="21600"/>
                </a:lnTo>
                <a:lnTo>
                  <a:pt x="5435" y="21600"/>
                </a:lnTo>
                <a:lnTo>
                  <a:pt x="1318" y="21600"/>
                </a:lnTo>
                <a:lnTo>
                  <a:pt x="1061" y="19408"/>
                </a:lnTo>
                <a:lnTo>
                  <a:pt x="838" y="17212"/>
                </a:lnTo>
                <a:lnTo>
                  <a:pt x="642" y="15019"/>
                </a:lnTo>
                <a:lnTo>
                  <a:pt x="473" y="12823"/>
                </a:lnTo>
                <a:lnTo>
                  <a:pt x="237" y="10375"/>
                </a:lnTo>
                <a:lnTo>
                  <a:pt x="0" y="7888"/>
                </a:lnTo>
                <a:lnTo>
                  <a:pt x="656" y="5760"/>
                </a:lnTo>
                <a:lnTo>
                  <a:pt x="1318" y="3600"/>
                </a:lnTo>
                <a:lnTo>
                  <a:pt x="5354" y="2196"/>
                </a:lnTo>
                <a:lnTo>
                  <a:pt x="9039" y="1174"/>
                </a:lnTo>
                <a:lnTo>
                  <a:pt x="12737" y="493"/>
                </a:lnTo>
                <a:lnTo>
                  <a:pt x="16807" y="115"/>
                </a:lnTo>
                <a:lnTo>
                  <a:pt x="21600" y="0"/>
                </a:lnTo>
                <a:close/>
              </a:path>
            </a:pathLst>
          </a:custGeom>
          <a:solidFill>
            <a:srgbClr val="F6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8" name="contour_15296"/>
          <p:cNvSpPr/>
          <p:nvPr/>
        </p:nvSpPr>
        <p:spPr>
          <a:xfrm>
            <a:off x="4740281" y="1909454"/>
            <a:ext cx="43728" cy="24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39" y="4800"/>
                </a:lnTo>
                <a:lnTo>
                  <a:pt x="20722" y="8206"/>
                </a:lnTo>
                <a:lnTo>
                  <a:pt x="20174" y="11148"/>
                </a:lnTo>
                <a:lnTo>
                  <a:pt x="19325" y="14555"/>
                </a:lnTo>
                <a:lnTo>
                  <a:pt x="18000" y="19355"/>
                </a:lnTo>
                <a:lnTo>
                  <a:pt x="15530" y="20600"/>
                </a:lnTo>
                <a:lnTo>
                  <a:pt x="13144" y="21348"/>
                </a:lnTo>
                <a:lnTo>
                  <a:pt x="10800" y="21600"/>
                </a:lnTo>
                <a:lnTo>
                  <a:pt x="8456" y="21348"/>
                </a:lnTo>
                <a:lnTo>
                  <a:pt x="6070" y="20600"/>
                </a:lnTo>
                <a:lnTo>
                  <a:pt x="3600" y="19355"/>
                </a:lnTo>
                <a:lnTo>
                  <a:pt x="2275" y="14555"/>
                </a:lnTo>
                <a:lnTo>
                  <a:pt x="1426" y="11148"/>
                </a:lnTo>
                <a:lnTo>
                  <a:pt x="878" y="8206"/>
                </a:lnTo>
                <a:lnTo>
                  <a:pt x="461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7EAC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299" name="contour_15297"/>
          <p:cNvSpPr/>
          <p:nvPr/>
        </p:nvSpPr>
        <p:spPr>
          <a:xfrm>
            <a:off x="10687282" y="1886409"/>
            <a:ext cx="65592" cy="303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41"/>
                </a:moveTo>
                <a:lnTo>
                  <a:pt x="1853" y="431"/>
                </a:lnTo>
                <a:lnTo>
                  <a:pt x="3614" y="140"/>
                </a:lnTo>
                <a:lnTo>
                  <a:pt x="5294" y="0"/>
                </a:lnTo>
                <a:lnTo>
                  <a:pt x="6910" y="52"/>
                </a:lnTo>
                <a:lnTo>
                  <a:pt x="8474" y="322"/>
                </a:lnTo>
                <a:lnTo>
                  <a:pt x="10001" y="851"/>
                </a:lnTo>
                <a:lnTo>
                  <a:pt x="11503" y="1676"/>
                </a:lnTo>
                <a:lnTo>
                  <a:pt x="12996" y="2834"/>
                </a:lnTo>
                <a:lnTo>
                  <a:pt x="14491" y="4349"/>
                </a:lnTo>
                <a:lnTo>
                  <a:pt x="16003" y="6269"/>
                </a:lnTo>
                <a:lnTo>
                  <a:pt x="17549" y="8625"/>
                </a:lnTo>
                <a:lnTo>
                  <a:pt x="18576" y="10535"/>
                </a:lnTo>
                <a:lnTo>
                  <a:pt x="19596" y="12466"/>
                </a:lnTo>
                <a:lnTo>
                  <a:pt x="20604" y="14422"/>
                </a:lnTo>
                <a:lnTo>
                  <a:pt x="21600" y="16410"/>
                </a:lnTo>
                <a:lnTo>
                  <a:pt x="20141" y="17256"/>
                </a:lnTo>
                <a:lnTo>
                  <a:pt x="18679" y="18076"/>
                </a:lnTo>
                <a:lnTo>
                  <a:pt x="17215" y="18870"/>
                </a:lnTo>
                <a:lnTo>
                  <a:pt x="15749" y="19654"/>
                </a:lnTo>
                <a:lnTo>
                  <a:pt x="14117" y="20562"/>
                </a:lnTo>
                <a:lnTo>
                  <a:pt x="12458" y="21481"/>
                </a:lnTo>
                <a:lnTo>
                  <a:pt x="11040" y="21538"/>
                </a:lnTo>
                <a:lnTo>
                  <a:pt x="9600" y="21600"/>
                </a:lnTo>
                <a:lnTo>
                  <a:pt x="8803" y="18792"/>
                </a:lnTo>
                <a:lnTo>
                  <a:pt x="8290" y="16773"/>
                </a:lnTo>
                <a:lnTo>
                  <a:pt x="7829" y="14578"/>
                </a:lnTo>
                <a:lnTo>
                  <a:pt x="7200" y="11220"/>
                </a:lnTo>
                <a:lnTo>
                  <a:pt x="5604" y="8740"/>
                </a:lnTo>
                <a:lnTo>
                  <a:pt x="4435" y="6944"/>
                </a:lnTo>
                <a:lnTo>
                  <a:pt x="3490" y="5543"/>
                </a:lnTo>
                <a:lnTo>
                  <a:pt x="2568" y="4250"/>
                </a:lnTo>
                <a:lnTo>
                  <a:pt x="1471" y="2782"/>
                </a:lnTo>
                <a:lnTo>
                  <a:pt x="0" y="841"/>
                </a:lnTo>
                <a:close/>
              </a:path>
            </a:pathLst>
          </a:custGeom>
          <a:solidFill>
            <a:srgbClr val="F0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0" name="contour_15298"/>
          <p:cNvSpPr/>
          <p:nvPr/>
        </p:nvSpPr>
        <p:spPr>
          <a:xfrm>
            <a:off x="8595629" y="188030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3015" y="12666"/>
                </a:lnTo>
                <a:lnTo>
                  <a:pt x="5262" y="9275"/>
                </a:lnTo>
                <a:lnTo>
                  <a:pt x="6972" y="6795"/>
                </a:lnTo>
                <a:lnTo>
                  <a:pt x="8368" y="4929"/>
                </a:lnTo>
                <a:lnTo>
                  <a:pt x="9681" y="3378"/>
                </a:lnTo>
                <a:lnTo>
                  <a:pt x="11137" y="1836"/>
                </a:lnTo>
                <a:lnTo>
                  <a:pt x="12960" y="0"/>
                </a:lnTo>
                <a:close/>
              </a:path>
            </a:pathLst>
          </a:custGeom>
          <a:solidFill>
            <a:srgbClr val="8D96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1" name="contour_15299"/>
          <p:cNvSpPr/>
          <p:nvPr/>
        </p:nvSpPr>
        <p:spPr>
          <a:xfrm>
            <a:off x="6961807" y="1880302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38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2" name="contour_15300"/>
          <p:cNvSpPr/>
          <p:nvPr/>
        </p:nvSpPr>
        <p:spPr>
          <a:xfrm>
            <a:off x="1147301" y="189487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2856"/>
                </a:lnTo>
                <a:lnTo>
                  <a:pt x="21600" y="5728"/>
                </a:lnTo>
                <a:lnTo>
                  <a:pt x="21600" y="8640"/>
                </a:lnTo>
                <a:lnTo>
                  <a:pt x="18870" y="9711"/>
                </a:lnTo>
                <a:lnTo>
                  <a:pt x="16701" y="10269"/>
                </a:lnTo>
                <a:lnTo>
                  <a:pt x="13228" y="10800"/>
                </a:lnTo>
                <a:lnTo>
                  <a:pt x="9763" y="11331"/>
                </a:lnTo>
                <a:lnTo>
                  <a:pt x="7452" y="11889"/>
                </a:lnTo>
                <a:lnTo>
                  <a:pt x="4320" y="12960"/>
                </a:lnTo>
                <a:lnTo>
                  <a:pt x="3249" y="15098"/>
                </a:lnTo>
                <a:lnTo>
                  <a:pt x="2177" y="17250"/>
                </a:lnTo>
                <a:lnTo>
                  <a:pt x="1093" y="1941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8EC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3" name="contour_15301"/>
          <p:cNvSpPr/>
          <p:nvPr/>
        </p:nvSpPr>
        <p:spPr>
          <a:xfrm>
            <a:off x="5367048" y="186572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94" y="792"/>
                </a:lnTo>
                <a:lnTo>
                  <a:pt x="1588" y="1588"/>
                </a:lnTo>
                <a:lnTo>
                  <a:pt x="2684" y="2686"/>
                </a:lnTo>
                <a:lnTo>
                  <a:pt x="4390" y="4388"/>
                </a:lnTo>
                <a:lnTo>
                  <a:pt x="6993" y="6991"/>
                </a:lnTo>
                <a:lnTo>
                  <a:pt x="10800" y="10800"/>
                </a:lnTo>
                <a:lnTo>
                  <a:pt x="13473" y="9018"/>
                </a:lnTo>
                <a:lnTo>
                  <a:pt x="16157" y="7225"/>
                </a:lnTo>
                <a:lnTo>
                  <a:pt x="18862" y="5425"/>
                </a:lnTo>
                <a:lnTo>
                  <a:pt x="21600" y="3600"/>
                </a:lnTo>
                <a:lnTo>
                  <a:pt x="21227" y="5854"/>
                </a:lnTo>
                <a:lnTo>
                  <a:pt x="20817" y="8104"/>
                </a:lnTo>
                <a:lnTo>
                  <a:pt x="20380" y="10354"/>
                </a:lnTo>
                <a:lnTo>
                  <a:pt x="19915" y="12600"/>
                </a:lnTo>
                <a:lnTo>
                  <a:pt x="19440" y="15113"/>
                </a:lnTo>
                <a:lnTo>
                  <a:pt x="18965" y="17662"/>
                </a:lnTo>
                <a:lnTo>
                  <a:pt x="17593" y="19616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979A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4" name="contour_15302"/>
          <p:cNvSpPr/>
          <p:nvPr/>
        </p:nvSpPr>
        <p:spPr>
          <a:xfrm>
            <a:off x="5177561" y="1879843"/>
            <a:ext cx="43728" cy="23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8"/>
                </a:moveTo>
                <a:lnTo>
                  <a:pt x="21600" y="4356"/>
                </a:lnTo>
                <a:lnTo>
                  <a:pt x="21600" y="8307"/>
                </a:lnTo>
                <a:lnTo>
                  <a:pt x="21600" y="12272"/>
                </a:lnTo>
                <a:lnTo>
                  <a:pt x="21600" y="16270"/>
                </a:lnTo>
                <a:lnTo>
                  <a:pt x="21600" y="20307"/>
                </a:lnTo>
                <a:lnTo>
                  <a:pt x="19408" y="20559"/>
                </a:lnTo>
                <a:lnTo>
                  <a:pt x="17212" y="20778"/>
                </a:lnTo>
                <a:lnTo>
                  <a:pt x="15019" y="20970"/>
                </a:lnTo>
                <a:lnTo>
                  <a:pt x="12823" y="21136"/>
                </a:lnTo>
                <a:lnTo>
                  <a:pt x="10375" y="21368"/>
                </a:lnTo>
                <a:lnTo>
                  <a:pt x="7888" y="21600"/>
                </a:lnTo>
                <a:lnTo>
                  <a:pt x="5760" y="20957"/>
                </a:lnTo>
                <a:lnTo>
                  <a:pt x="3600" y="20307"/>
                </a:lnTo>
                <a:lnTo>
                  <a:pt x="2207" y="16343"/>
                </a:lnTo>
                <a:lnTo>
                  <a:pt x="1368" y="13638"/>
                </a:lnTo>
                <a:lnTo>
                  <a:pt x="745" y="10952"/>
                </a:lnTo>
                <a:lnTo>
                  <a:pt x="0" y="7048"/>
                </a:lnTo>
                <a:lnTo>
                  <a:pt x="2322" y="4535"/>
                </a:lnTo>
                <a:lnTo>
                  <a:pt x="4619" y="2678"/>
                </a:lnTo>
                <a:lnTo>
                  <a:pt x="6908" y="1386"/>
                </a:lnTo>
                <a:lnTo>
                  <a:pt x="9216" y="570"/>
                </a:lnTo>
                <a:lnTo>
                  <a:pt x="11552" y="139"/>
                </a:lnTo>
                <a:lnTo>
                  <a:pt x="13939" y="0"/>
                </a:lnTo>
                <a:lnTo>
                  <a:pt x="16398" y="60"/>
                </a:lnTo>
                <a:lnTo>
                  <a:pt x="18943" y="232"/>
                </a:lnTo>
                <a:lnTo>
                  <a:pt x="21600" y="418"/>
                </a:lnTo>
                <a:close/>
              </a:path>
            </a:pathLst>
          </a:custGeom>
          <a:solidFill>
            <a:srgbClr val="D0E6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5" name="contour_15303"/>
          <p:cNvSpPr/>
          <p:nvPr/>
        </p:nvSpPr>
        <p:spPr>
          <a:xfrm>
            <a:off x="1401179" y="1865726"/>
            <a:ext cx="3764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604"/>
                </a:lnTo>
                <a:lnTo>
                  <a:pt x="21600" y="3213"/>
                </a:lnTo>
                <a:lnTo>
                  <a:pt x="21600" y="4828"/>
                </a:lnTo>
                <a:lnTo>
                  <a:pt x="21600" y="6456"/>
                </a:lnTo>
                <a:lnTo>
                  <a:pt x="21600" y="8100"/>
                </a:lnTo>
                <a:lnTo>
                  <a:pt x="18840" y="8100"/>
                </a:lnTo>
                <a:lnTo>
                  <a:pt x="16076" y="8100"/>
                </a:lnTo>
                <a:lnTo>
                  <a:pt x="13299" y="8100"/>
                </a:lnTo>
                <a:lnTo>
                  <a:pt x="10509" y="8100"/>
                </a:lnTo>
                <a:lnTo>
                  <a:pt x="7703" y="8100"/>
                </a:lnTo>
                <a:lnTo>
                  <a:pt x="4872" y="8100"/>
                </a:lnTo>
                <a:lnTo>
                  <a:pt x="4872" y="10009"/>
                </a:lnTo>
                <a:lnTo>
                  <a:pt x="4872" y="11921"/>
                </a:lnTo>
                <a:lnTo>
                  <a:pt x="4872" y="13838"/>
                </a:lnTo>
                <a:lnTo>
                  <a:pt x="4872" y="15763"/>
                </a:lnTo>
                <a:lnTo>
                  <a:pt x="4872" y="17696"/>
                </a:lnTo>
                <a:lnTo>
                  <a:pt x="4872" y="19640"/>
                </a:lnTo>
                <a:lnTo>
                  <a:pt x="4872" y="21600"/>
                </a:lnTo>
                <a:lnTo>
                  <a:pt x="2798" y="21600"/>
                </a:lnTo>
                <a:lnTo>
                  <a:pt x="690" y="21600"/>
                </a:lnTo>
                <a:lnTo>
                  <a:pt x="464" y="19783"/>
                </a:lnTo>
                <a:lnTo>
                  <a:pt x="272" y="17977"/>
                </a:lnTo>
                <a:lnTo>
                  <a:pt x="125" y="16178"/>
                </a:lnTo>
                <a:lnTo>
                  <a:pt x="29" y="14388"/>
                </a:lnTo>
                <a:lnTo>
                  <a:pt x="0" y="12601"/>
                </a:lnTo>
                <a:lnTo>
                  <a:pt x="38" y="10811"/>
                </a:lnTo>
                <a:lnTo>
                  <a:pt x="163" y="9015"/>
                </a:lnTo>
                <a:lnTo>
                  <a:pt x="376" y="7214"/>
                </a:lnTo>
                <a:lnTo>
                  <a:pt x="690" y="5400"/>
                </a:lnTo>
                <a:lnTo>
                  <a:pt x="3270" y="3810"/>
                </a:lnTo>
                <a:lnTo>
                  <a:pt x="5596" y="2560"/>
                </a:lnTo>
                <a:lnTo>
                  <a:pt x="7799" y="1612"/>
                </a:lnTo>
                <a:lnTo>
                  <a:pt x="10012" y="926"/>
                </a:lnTo>
                <a:lnTo>
                  <a:pt x="12366" y="462"/>
                </a:lnTo>
                <a:lnTo>
                  <a:pt x="14997" y="178"/>
                </a:lnTo>
                <a:lnTo>
                  <a:pt x="18029" y="38"/>
                </a:lnTo>
                <a:lnTo>
                  <a:pt x="21600" y="0"/>
                </a:lnTo>
                <a:close/>
              </a:path>
            </a:pathLst>
          </a:custGeom>
          <a:solidFill>
            <a:srgbClr val="6E6E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6" name="contour_15304"/>
          <p:cNvSpPr/>
          <p:nvPr/>
        </p:nvSpPr>
        <p:spPr>
          <a:xfrm>
            <a:off x="7728358" y="184386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F8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7" name="contour_15305"/>
          <p:cNvSpPr/>
          <p:nvPr/>
        </p:nvSpPr>
        <p:spPr>
          <a:xfrm>
            <a:off x="7014135" y="184386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20390" y="21116"/>
                </a:lnTo>
                <a:lnTo>
                  <a:pt x="19259" y="20663"/>
                </a:lnTo>
                <a:lnTo>
                  <a:pt x="17954" y="20144"/>
                </a:lnTo>
                <a:lnTo>
                  <a:pt x="16226" y="19449"/>
                </a:lnTo>
                <a:lnTo>
                  <a:pt x="13820" y="18490"/>
                </a:lnTo>
                <a:lnTo>
                  <a:pt x="10485" y="17155"/>
                </a:lnTo>
                <a:lnTo>
                  <a:pt x="5962" y="15345"/>
                </a:lnTo>
                <a:lnTo>
                  <a:pt x="0" y="12960"/>
                </a:lnTo>
                <a:lnTo>
                  <a:pt x="3551" y="9102"/>
                </a:lnTo>
                <a:lnTo>
                  <a:pt x="6398" y="6100"/>
                </a:lnTo>
                <a:lnTo>
                  <a:pt x="8722" y="3840"/>
                </a:lnTo>
                <a:lnTo>
                  <a:pt x="10696" y="2220"/>
                </a:lnTo>
                <a:lnTo>
                  <a:pt x="12502" y="1136"/>
                </a:lnTo>
                <a:lnTo>
                  <a:pt x="14321" y="480"/>
                </a:lnTo>
                <a:lnTo>
                  <a:pt x="16321" y="143"/>
                </a:lnTo>
                <a:lnTo>
                  <a:pt x="18688" y="17"/>
                </a:lnTo>
                <a:lnTo>
                  <a:pt x="21600" y="0"/>
                </a:lnTo>
                <a:close/>
              </a:path>
            </a:pathLst>
          </a:custGeom>
          <a:solidFill>
            <a:srgbClr val="D2D4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8" name="contour_15306"/>
          <p:cNvSpPr/>
          <p:nvPr/>
        </p:nvSpPr>
        <p:spPr>
          <a:xfrm>
            <a:off x="4104586" y="1836574"/>
            <a:ext cx="324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92" y="0"/>
                </a:moveTo>
                <a:lnTo>
                  <a:pt x="4529" y="302"/>
                </a:lnTo>
                <a:lnTo>
                  <a:pt x="7854" y="696"/>
                </a:lnTo>
                <a:lnTo>
                  <a:pt x="11096" y="1231"/>
                </a:lnTo>
                <a:lnTo>
                  <a:pt x="14271" y="1974"/>
                </a:lnTo>
                <a:lnTo>
                  <a:pt x="17396" y="2985"/>
                </a:lnTo>
                <a:lnTo>
                  <a:pt x="20508" y="4320"/>
                </a:lnTo>
                <a:lnTo>
                  <a:pt x="21251" y="7318"/>
                </a:lnTo>
                <a:lnTo>
                  <a:pt x="21585" y="10122"/>
                </a:lnTo>
                <a:lnTo>
                  <a:pt x="21600" y="12839"/>
                </a:lnTo>
                <a:lnTo>
                  <a:pt x="21367" y="15582"/>
                </a:lnTo>
                <a:lnTo>
                  <a:pt x="20974" y="18468"/>
                </a:lnTo>
                <a:lnTo>
                  <a:pt x="20508" y="21600"/>
                </a:lnTo>
                <a:lnTo>
                  <a:pt x="17071" y="21298"/>
                </a:lnTo>
                <a:lnTo>
                  <a:pt x="13746" y="20904"/>
                </a:lnTo>
                <a:lnTo>
                  <a:pt x="10504" y="20369"/>
                </a:lnTo>
                <a:lnTo>
                  <a:pt x="7329" y="19626"/>
                </a:lnTo>
                <a:lnTo>
                  <a:pt x="4204" y="18615"/>
                </a:lnTo>
                <a:lnTo>
                  <a:pt x="1092" y="17280"/>
                </a:lnTo>
                <a:lnTo>
                  <a:pt x="349" y="14282"/>
                </a:lnTo>
                <a:lnTo>
                  <a:pt x="15" y="11478"/>
                </a:lnTo>
                <a:lnTo>
                  <a:pt x="0" y="8761"/>
                </a:lnTo>
                <a:lnTo>
                  <a:pt x="233" y="6018"/>
                </a:lnTo>
                <a:lnTo>
                  <a:pt x="626" y="3132"/>
                </a:lnTo>
                <a:lnTo>
                  <a:pt x="1092" y="0"/>
                </a:lnTo>
                <a:close/>
              </a:path>
            </a:pathLst>
          </a:custGeom>
          <a:solidFill>
            <a:srgbClr val="8E91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09" name="contour_15307"/>
          <p:cNvSpPr/>
          <p:nvPr/>
        </p:nvSpPr>
        <p:spPr>
          <a:xfrm>
            <a:off x="2145756" y="1836260"/>
            <a:ext cx="51016" cy="294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0"/>
                </a:moveTo>
                <a:lnTo>
                  <a:pt x="14318" y="796"/>
                </a:lnTo>
                <a:lnTo>
                  <a:pt x="15635" y="1485"/>
                </a:lnTo>
                <a:lnTo>
                  <a:pt x="16999" y="2329"/>
                </a:lnTo>
                <a:lnTo>
                  <a:pt x="18844" y="3606"/>
                </a:lnTo>
                <a:lnTo>
                  <a:pt x="21600" y="5572"/>
                </a:lnTo>
                <a:lnTo>
                  <a:pt x="21017" y="8628"/>
                </a:lnTo>
                <a:lnTo>
                  <a:pt x="20501" y="10760"/>
                </a:lnTo>
                <a:lnTo>
                  <a:pt x="19764" y="12966"/>
                </a:lnTo>
                <a:lnTo>
                  <a:pt x="18514" y="16257"/>
                </a:lnTo>
                <a:lnTo>
                  <a:pt x="16351" y="17347"/>
                </a:lnTo>
                <a:lnTo>
                  <a:pt x="14777" y="18063"/>
                </a:lnTo>
                <a:lnTo>
                  <a:pt x="13340" y="18571"/>
                </a:lnTo>
                <a:lnTo>
                  <a:pt x="11587" y="19030"/>
                </a:lnTo>
                <a:lnTo>
                  <a:pt x="9066" y="19597"/>
                </a:lnTo>
                <a:lnTo>
                  <a:pt x="8313" y="19773"/>
                </a:lnTo>
                <a:lnTo>
                  <a:pt x="6983" y="20088"/>
                </a:lnTo>
                <a:lnTo>
                  <a:pt x="3944" y="20809"/>
                </a:lnTo>
                <a:lnTo>
                  <a:pt x="2962" y="21007"/>
                </a:lnTo>
                <a:lnTo>
                  <a:pt x="0" y="21600"/>
                </a:lnTo>
                <a:lnTo>
                  <a:pt x="2074" y="15285"/>
                </a:lnTo>
                <a:lnTo>
                  <a:pt x="3737" y="10365"/>
                </a:lnTo>
                <a:lnTo>
                  <a:pt x="5095" y="6662"/>
                </a:lnTo>
                <a:lnTo>
                  <a:pt x="6249" y="3991"/>
                </a:lnTo>
                <a:lnTo>
                  <a:pt x="7304" y="2185"/>
                </a:lnTo>
                <a:lnTo>
                  <a:pt x="8365" y="1058"/>
                </a:lnTo>
                <a:lnTo>
                  <a:pt x="9535" y="438"/>
                </a:lnTo>
                <a:lnTo>
                  <a:pt x="10920" y="144"/>
                </a:lnTo>
                <a:lnTo>
                  <a:pt x="12621" y="0"/>
                </a:lnTo>
                <a:close/>
              </a:path>
            </a:pathLst>
          </a:custGeom>
          <a:solidFill>
            <a:srgbClr val="7777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0" name="contour_15308"/>
          <p:cNvSpPr/>
          <p:nvPr/>
        </p:nvSpPr>
        <p:spPr>
          <a:xfrm>
            <a:off x="6890239" y="1814710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05" y="1112"/>
                </a:lnTo>
                <a:lnTo>
                  <a:pt x="3610" y="2228"/>
                </a:lnTo>
                <a:lnTo>
                  <a:pt x="5409" y="3352"/>
                </a:lnTo>
                <a:lnTo>
                  <a:pt x="7208" y="4478"/>
                </a:lnTo>
                <a:lnTo>
                  <a:pt x="9004" y="5612"/>
                </a:lnTo>
                <a:lnTo>
                  <a:pt x="10800" y="6750"/>
                </a:lnTo>
                <a:lnTo>
                  <a:pt x="12349" y="7693"/>
                </a:lnTo>
                <a:lnTo>
                  <a:pt x="13923" y="8647"/>
                </a:lnTo>
                <a:lnTo>
                  <a:pt x="15401" y="9605"/>
                </a:lnTo>
                <a:lnTo>
                  <a:pt x="16539" y="10382"/>
                </a:lnTo>
                <a:lnTo>
                  <a:pt x="17706" y="11257"/>
                </a:lnTo>
                <a:lnTo>
                  <a:pt x="19270" y="12506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7863" y="20329"/>
                </a:lnTo>
                <a:lnTo>
                  <a:pt x="14845" y="19274"/>
                </a:lnTo>
                <a:lnTo>
                  <a:pt x="12439" y="18371"/>
                </a:lnTo>
                <a:lnTo>
                  <a:pt x="10538" y="17546"/>
                </a:lnTo>
                <a:lnTo>
                  <a:pt x="9038" y="16744"/>
                </a:lnTo>
                <a:lnTo>
                  <a:pt x="7828" y="15894"/>
                </a:lnTo>
                <a:lnTo>
                  <a:pt x="6807" y="14929"/>
                </a:lnTo>
                <a:lnTo>
                  <a:pt x="5860" y="13792"/>
                </a:lnTo>
                <a:lnTo>
                  <a:pt x="4885" y="12409"/>
                </a:lnTo>
                <a:lnTo>
                  <a:pt x="3774" y="10717"/>
                </a:lnTo>
                <a:lnTo>
                  <a:pt x="2950" y="8726"/>
                </a:lnTo>
                <a:lnTo>
                  <a:pt x="2345" y="7175"/>
                </a:lnTo>
                <a:lnTo>
                  <a:pt x="1771" y="5548"/>
                </a:lnTo>
                <a:lnTo>
                  <a:pt x="1049" y="3326"/>
                </a:lnTo>
                <a:lnTo>
                  <a:pt x="0" y="0"/>
                </a:lnTo>
                <a:close/>
              </a:path>
            </a:pathLst>
          </a:custGeom>
          <a:solidFill>
            <a:srgbClr val="3434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1" name="contour_15309"/>
          <p:cNvSpPr/>
          <p:nvPr/>
        </p:nvSpPr>
        <p:spPr>
          <a:xfrm>
            <a:off x="782902" y="180742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150" y="18891"/>
                </a:lnTo>
                <a:lnTo>
                  <a:pt x="2322" y="16187"/>
                </a:lnTo>
                <a:lnTo>
                  <a:pt x="3515" y="13491"/>
                </a:lnTo>
                <a:lnTo>
                  <a:pt x="4725" y="10800"/>
                </a:lnTo>
                <a:lnTo>
                  <a:pt x="5600" y="8791"/>
                </a:lnTo>
                <a:lnTo>
                  <a:pt x="6485" y="6774"/>
                </a:lnTo>
                <a:lnTo>
                  <a:pt x="7382" y="4726"/>
                </a:lnTo>
                <a:lnTo>
                  <a:pt x="9077" y="2380"/>
                </a:lnTo>
                <a:lnTo>
                  <a:pt x="10800" y="0"/>
                </a:lnTo>
                <a:close/>
              </a:path>
            </a:pathLst>
          </a:custGeom>
          <a:solidFill>
            <a:srgbClr val="A3A7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2" name="contour_15310"/>
          <p:cNvSpPr/>
          <p:nvPr/>
        </p:nvSpPr>
        <p:spPr>
          <a:xfrm>
            <a:off x="1103573" y="180742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29" y="2674"/>
                </a:lnTo>
                <a:lnTo>
                  <a:pt x="19462" y="5348"/>
                </a:lnTo>
                <a:lnTo>
                  <a:pt x="18386" y="8031"/>
                </a:lnTo>
                <a:lnTo>
                  <a:pt x="17310" y="10718"/>
                </a:lnTo>
                <a:lnTo>
                  <a:pt x="16235" y="13418"/>
                </a:lnTo>
                <a:lnTo>
                  <a:pt x="15150" y="16131"/>
                </a:lnTo>
                <a:lnTo>
                  <a:pt x="14057" y="18857"/>
                </a:lnTo>
                <a:lnTo>
                  <a:pt x="12960" y="21600"/>
                </a:lnTo>
                <a:lnTo>
                  <a:pt x="9746" y="20788"/>
                </a:lnTo>
                <a:lnTo>
                  <a:pt x="7465" y="20157"/>
                </a:lnTo>
                <a:lnTo>
                  <a:pt x="5495" y="19500"/>
                </a:lnTo>
                <a:lnTo>
                  <a:pt x="3214" y="18611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2756" y="6428"/>
                </a:lnTo>
                <a:lnTo>
                  <a:pt x="5236" y="4584"/>
                </a:lnTo>
                <a:lnTo>
                  <a:pt x="7569" y="3089"/>
                </a:lnTo>
                <a:lnTo>
                  <a:pt x="9884" y="1918"/>
                </a:lnTo>
                <a:lnTo>
                  <a:pt x="12316" y="1045"/>
                </a:lnTo>
                <a:lnTo>
                  <a:pt x="14995" y="449"/>
                </a:lnTo>
                <a:lnTo>
                  <a:pt x="18045" y="108"/>
                </a:lnTo>
                <a:lnTo>
                  <a:pt x="21600" y="0"/>
                </a:lnTo>
                <a:close/>
              </a:path>
            </a:pathLst>
          </a:custGeom>
          <a:solidFill>
            <a:srgbClr val="C0C0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3" name="contour_15311"/>
          <p:cNvSpPr/>
          <p:nvPr/>
        </p:nvSpPr>
        <p:spPr>
          <a:xfrm>
            <a:off x="7385822" y="1800134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5891" y="20585"/>
                </a:lnTo>
                <a:lnTo>
                  <a:pt x="12530" y="19818"/>
                </a:lnTo>
                <a:lnTo>
                  <a:pt x="10136" y="19143"/>
                </a:lnTo>
                <a:lnTo>
                  <a:pt x="8243" y="18414"/>
                </a:lnTo>
                <a:lnTo>
                  <a:pt x="6395" y="17485"/>
                </a:lnTo>
                <a:lnTo>
                  <a:pt x="4134" y="16200"/>
                </a:lnTo>
                <a:lnTo>
                  <a:pt x="2613" y="12020"/>
                </a:lnTo>
                <a:lnTo>
                  <a:pt x="1637" y="9088"/>
                </a:lnTo>
                <a:lnTo>
                  <a:pt x="1009" y="6626"/>
                </a:lnTo>
                <a:lnTo>
                  <a:pt x="529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B8A7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4" name="contour_15312"/>
          <p:cNvSpPr/>
          <p:nvPr/>
        </p:nvSpPr>
        <p:spPr>
          <a:xfrm>
            <a:off x="4594521" y="1798946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0887" y="4270"/>
                </a:lnTo>
                <a:lnTo>
                  <a:pt x="20174" y="7700"/>
                </a:lnTo>
                <a:lnTo>
                  <a:pt x="19457" y="11145"/>
                </a:lnTo>
                <a:lnTo>
                  <a:pt x="18736" y="14606"/>
                </a:lnTo>
                <a:lnTo>
                  <a:pt x="18010" y="18087"/>
                </a:lnTo>
                <a:lnTo>
                  <a:pt x="17280" y="21600"/>
                </a:lnTo>
                <a:lnTo>
                  <a:pt x="14429" y="20744"/>
                </a:lnTo>
                <a:lnTo>
                  <a:pt x="11573" y="19888"/>
                </a:lnTo>
                <a:lnTo>
                  <a:pt x="8705" y="19026"/>
                </a:lnTo>
                <a:lnTo>
                  <a:pt x="5823" y="18160"/>
                </a:lnTo>
                <a:lnTo>
                  <a:pt x="2925" y="17288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DC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5" name="contour_15313"/>
          <p:cNvSpPr/>
          <p:nvPr/>
        </p:nvSpPr>
        <p:spPr>
          <a:xfrm>
            <a:off x="3705386" y="1792846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002" y="1782"/>
                </a:lnTo>
                <a:lnTo>
                  <a:pt x="20412" y="3564"/>
                </a:lnTo>
                <a:lnTo>
                  <a:pt x="19814" y="5349"/>
                </a:lnTo>
                <a:lnTo>
                  <a:pt x="19224" y="7136"/>
                </a:lnTo>
                <a:lnTo>
                  <a:pt x="18626" y="8926"/>
                </a:lnTo>
                <a:lnTo>
                  <a:pt x="18029" y="10719"/>
                </a:lnTo>
                <a:lnTo>
                  <a:pt x="17431" y="12517"/>
                </a:lnTo>
                <a:lnTo>
                  <a:pt x="16826" y="14321"/>
                </a:lnTo>
                <a:lnTo>
                  <a:pt x="16222" y="16130"/>
                </a:lnTo>
                <a:lnTo>
                  <a:pt x="15617" y="17944"/>
                </a:lnTo>
                <a:lnTo>
                  <a:pt x="15012" y="19769"/>
                </a:lnTo>
                <a:lnTo>
                  <a:pt x="14400" y="21600"/>
                </a:lnTo>
                <a:lnTo>
                  <a:pt x="10829" y="21600"/>
                </a:lnTo>
                <a:lnTo>
                  <a:pt x="7200" y="21600"/>
                </a:lnTo>
                <a:lnTo>
                  <a:pt x="6602" y="19818"/>
                </a:lnTo>
                <a:lnTo>
                  <a:pt x="6012" y="18036"/>
                </a:lnTo>
                <a:lnTo>
                  <a:pt x="5414" y="16251"/>
                </a:lnTo>
                <a:lnTo>
                  <a:pt x="4824" y="14464"/>
                </a:lnTo>
                <a:lnTo>
                  <a:pt x="4226" y="12674"/>
                </a:lnTo>
                <a:lnTo>
                  <a:pt x="3629" y="10881"/>
                </a:lnTo>
                <a:lnTo>
                  <a:pt x="3031" y="9083"/>
                </a:lnTo>
                <a:lnTo>
                  <a:pt x="2426" y="7279"/>
                </a:lnTo>
                <a:lnTo>
                  <a:pt x="1822" y="5470"/>
                </a:lnTo>
                <a:lnTo>
                  <a:pt x="1217" y="3656"/>
                </a:lnTo>
                <a:lnTo>
                  <a:pt x="612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BAC2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6" name="contour_15314"/>
          <p:cNvSpPr/>
          <p:nvPr/>
        </p:nvSpPr>
        <p:spPr>
          <a:xfrm>
            <a:off x="2007284" y="179284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513" y="1503"/>
                </a:lnTo>
                <a:lnTo>
                  <a:pt x="13617" y="2657"/>
                </a:lnTo>
                <a:lnTo>
                  <a:pt x="15319" y="3711"/>
                </a:lnTo>
                <a:lnTo>
                  <a:pt x="16978" y="4899"/>
                </a:lnTo>
                <a:lnTo>
                  <a:pt x="18952" y="6463"/>
                </a:lnTo>
                <a:lnTo>
                  <a:pt x="21600" y="8640"/>
                </a:lnTo>
                <a:lnTo>
                  <a:pt x="20917" y="12113"/>
                </a:lnTo>
                <a:lnTo>
                  <a:pt x="20352" y="14524"/>
                </a:lnTo>
                <a:lnTo>
                  <a:pt x="19695" y="16494"/>
                </a:lnTo>
                <a:lnTo>
                  <a:pt x="18740" y="18645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1223" y="14835"/>
                </a:lnTo>
                <a:lnTo>
                  <a:pt x="2445" y="12390"/>
                </a:lnTo>
                <a:lnTo>
                  <a:pt x="3672" y="9936"/>
                </a:lnTo>
                <a:lnTo>
                  <a:pt x="4903" y="7474"/>
                </a:lnTo>
                <a:lnTo>
                  <a:pt x="6143" y="4998"/>
                </a:lnTo>
                <a:lnTo>
                  <a:pt x="7387" y="2510"/>
                </a:lnTo>
                <a:lnTo>
                  <a:pt x="8640" y="0"/>
                </a:lnTo>
                <a:close/>
              </a:path>
            </a:pathLst>
          </a:custGeom>
          <a:solidFill>
            <a:srgbClr val="737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7" name="contour_15315"/>
          <p:cNvSpPr/>
          <p:nvPr/>
        </p:nvSpPr>
        <p:spPr>
          <a:xfrm>
            <a:off x="3770978" y="1778270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679"/>
                </a:lnTo>
                <a:lnTo>
                  <a:pt x="4756" y="1358"/>
                </a:lnTo>
                <a:lnTo>
                  <a:pt x="7135" y="2040"/>
                </a:lnTo>
                <a:lnTo>
                  <a:pt x="9522" y="2722"/>
                </a:lnTo>
                <a:lnTo>
                  <a:pt x="11916" y="3404"/>
                </a:lnTo>
                <a:lnTo>
                  <a:pt x="14321" y="4092"/>
                </a:lnTo>
                <a:lnTo>
                  <a:pt x="16733" y="4780"/>
                </a:lnTo>
                <a:lnTo>
                  <a:pt x="19159" y="5474"/>
                </a:lnTo>
                <a:lnTo>
                  <a:pt x="21600" y="6171"/>
                </a:lnTo>
                <a:lnTo>
                  <a:pt x="20574" y="6286"/>
                </a:lnTo>
                <a:lnTo>
                  <a:pt x="18763" y="6483"/>
                </a:lnTo>
                <a:lnTo>
                  <a:pt x="14623" y="6943"/>
                </a:lnTo>
                <a:lnTo>
                  <a:pt x="12269" y="7433"/>
                </a:lnTo>
                <a:lnTo>
                  <a:pt x="10714" y="7838"/>
                </a:lnTo>
                <a:lnTo>
                  <a:pt x="9256" y="8375"/>
                </a:lnTo>
                <a:lnTo>
                  <a:pt x="7200" y="9257"/>
                </a:lnTo>
                <a:lnTo>
                  <a:pt x="6113" y="11300"/>
                </a:lnTo>
                <a:lnTo>
                  <a:pt x="5314" y="13265"/>
                </a:lnTo>
                <a:lnTo>
                  <a:pt x="4730" y="15216"/>
                </a:lnTo>
                <a:lnTo>
                  <a:pt x="4295" y="17215"/>
                </a:lnTo>
                <a:lnTo>
                  <a:pt x="3942" y="19320"/>
                </a:lnTo>
                <a:lnTo>
                  <a:pt x="3600" y="21600"/>
                </a:lnTo>
                <a:lnTo>
                  <a:pt x="3244" y="19462"/>
                </a:lnTo>
                <a:lnTo>
                  <a:pt x="2887" y="17320"/>
                </a:lnTo>
                <a:lnTo>
                  <a:pt x="2531" y="15179"/>
                </a:lnTo>
                <a:lnTo>
                  <a:pt x="2171" y="13034"/>
                </a:lnTo>
                <a:lnTo>
                  <a:pt x="1814" y="10880"/>
                </a:lnTo>
                <a:lnTo>
                  <a:pt x="1454" y="8723"/>
                </a:lnTo>
                <a:lnTo>
                  <a:pt x="1094" y="6557"/>
                </a:lnTo>
                <a:lnTo>
                  <a:pt x="731" y="4382"/>
                </a:lnTo>
                <a:lnTo>
                  <a:pt x="367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794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8" name="contour_15316"/>
          <p:cNvSpPr/>
          <p:nvPr/>
        </p:nvSpPr>
        <p:spPr>
          <a:xfrm>
            <a:off x="5628826" y="1763694"/>
            <a:ext cx="2974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29" y="0"/>
                </a:moveTo>
                <a:lnTo>
                  <a:pt x="1487" y="1472"/>
                </a:lnTo>
                <a:lnTo>
                  <a:pt x="2556" y="2965"/>
                </a:lnTo>
                <a:lnTo>
                  <a:pt x="4515" y="4848"/>
                </a:lnTo>
                <a:lnTo>
                  <a:pt x="6357" y="6011"/>
                </a:lnTo>
                <a:lnTo>
                  <a:pt x="9162" y="6934"/>
                </a:lnTo>
                <a:lnTo>
                  <a:pt x="13989" y="8100"/>
                </a:lnTo>
                <a:lnTo>
                  <a:pt x="16503" y="8483"/>
                </a:lnTo>
                <a:lnTo>
                  <a:pt x="19033" y="8868"/>
                </a:lnTo>
                <a:lnTo>
                  <a:pt x="21600" y="9257"/>
                </a:lnTo>
                <a:lnTo>
                  <a:pt x="20727" y="11294"/>
                </a:lnTo>
                <a:lnTo>
                  <a:pt x="19853" y="13333"/>
                </a:lnTo>
                <a:lnTo>
                  <a:pt x="18975" y="15382"/>
                </a:lnTo>
                <a:lnTo>
                  <a:pt x="18091" y="17440"/>
                </a:lnTo>
                <a:lnTo>
                  <a:pt x="17202" y="19511"/>
                </a:lnTo>
                <a:lnTo>
                  <a:pt x="16307" y="21600"/>
                </a:lnTo>
                <a:lnTo>
                  <a:pt x="13221" y="20736"/>
                </a:lnTo>
                <a:lnTo>
                  <a:pt x="10437" y="19878"/>
                </a:lnTo>
                <a:lnTo>
                  <a:pt x="7855" y="18977"/>
                </a:lnTo>
                <a:lnTo>
                  <a:pt x="5388" y="17971"/>
                </a:lnTo>
                <a:lnTo>
                  <a:pt x="2943" y="16808"/>
                </a:lnTo>
                <a:lnTo>
                  <a:pt x="429" y="15429"/>
                </a:lnTo>
                <a:lnTo>
                  <a:pt x="132" y="13238"/>
                </a:lnTo>
                <a:lnTo>
                  <a:pt x="0" y="11683"/>
                </a:lnTo>
                <a:lnTo>
                  <a:pt x="0" y="10025"/>
                </a:lnTo>
                <a:lnTo>
                  <a:pt x="101" y="7523"/>
                </a:lnTo>
                <a:lnTo>
                  <a:pt x="175" y="5409"/>
                </a:lnTo>
                <a:lnTo>
                  <a:pt x="243" y="3268"/>
                </a:lnTo>
                <a:lnTo>
                  <a:pt x="333" y="1645"/>
                </a:lnTo>
                <a:lnTo>
                  <a:pt x="429" y="0"/>
                </a:lnTo>
                <a:close/>
              </a:path>
            </a:pathLst>
          </a:custGeom>
          <a:solidFill>
            <a:srgbClr val="B0B8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19" name="contour_15317"/>
          <p:cNvSpPr/>
          <p:nvPr/>
        </p:nvSpPr>
        <p:spPr>
          <a:xfrm>
            <a:off x="2444564" y="177827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372" y="1466"/>
                </a:lnTo>
                <a:lnTo>
                  <a:pt x="8100" y="2941"/>
                </a:lnTo>
                <a:lnTo>
                  <a:pt x="7828" y="4437"/>
                </a:lnTo>
                <a:lnTo>
                  <a:pt x="8096" y="6029"/>
                </a:lnTo>
                <a:lnTo>
                  <a:pt x="8368" y="7631"/>
                </a:lnTo>
                <a:lnTo>
                  <a:pt x="8640" y="9257"/>
                </a:lnTo>
                <a:lnTo>
                  <a:pt x="11854" y="10300"/>
                </a:lnTo>
                <a:lnTo>
                  <a:pt x="14135" y="10982"/>
                </a:lnTo>
                <a:lnTo>
                  <a:pt x="16105" y="11451"/>
                </a:lnTo>
                <a:lnTo>
                  <a:pt x="18386" y="11855"/>
                </a:lnTo>
                <a:lnTo>
                  <a:pt x="21600" y="12343"/>
                </a:lnTo>
                <a:lnTo>
                  <a:pt x="18649" y="12917"/>
                </a:lnTo>
                <a:lnTo>
                  <a:pt x="15660" y="13500"/>
                </a:lnTo>
                <a:lnTo>
                  <a:pt x="13033" y="14231"/>
                </a:lnTo>
                <a:lnTo>
                  <a:pt x="10999" y="14870"/>
                </a:lnTo>
                <a:lnTo>
                  <a:pt x="9271" y="15555"/>
                </a:lnTo>
                <a:lnTo>
                  <a:pt x="7582" y="16428"/>
                </a:lnTo>
                <a:lnTo>
                  <a:pt x="5655" y="17632"/>
                </a:lnTo>
                <a:lnTo>
                  <a:pt x="3218" y="1931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178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0" name="contour_15318"/>
          <p:cNvSpPr/>
          <p:nvPr/>
        </p:nvSpPr>
        <p:spPr>
          <a:xfrm>
            <a:off x="11131850" y="1785675"/>
            <a:ext cx="51016" cy="229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48"/>
                </a:moveTo>
                <a:lnTo>
                  <a:pt x="14318" y="1055"/>
                </a:lnTo>
                <a:lnTo>
                  <a:pt x="15635" y="1905"/>
                </a:lnTo>
                <a:lnTo>
                  <a:pt x="16999" y="2926"/>
                </a:lnTo>
                <a:lnTo>
                  <a:pt x="18844" y="4427"/>
                </a:lnTo>
                <a:lnTo>
                  <a:pt x="21600" y="6743"/>
                </a:lnTo>
                <a:lnTo>
                  <a:pt x="21017" y="10786"/>
                </a:lnTo>
                <a:lnTo>
                  <a:pt x="20501" y="13555"/>
                </a:lnTo>
                <a:lnTo>
                  <a:pt x="19764" y="16351"/>
                </a:lnTo>
                <a:lnTo>
                  <a:pt x="18514" y="20449"/>
                </a:lnTo>
                <a:lnTo>
                  <a:pt x="16351" y="21100"/>
                </a:lnTo>
                <a:lnTo>
                  <a:pt x="14777" y="21470"/>
                </a:lnTo>
                <a:lnTo>
                  <a:pt x="13340" y="21600"/>
                </a:lnTo>
                <a:lnTo>
                  <a:pt x="11587" y="21531"/>
                </a:lnTo>
                <a:lnTo>
                  <a:pt x="9066" y="21305"/>
                </a:lnTo>
                <a:lnTo>
                  <a:pt x="7372" y="21182"/>
                </a:lnTo>
                <a:lnTo>
                  <a:pt x="5668" y="21059"/>
                </a:lnTo>
                <a:lnTo>
                  <a:pt x="3944" y="20928"/>
                </a:lnTo>
                <a:lnTo>
                  <a:pt x="1984" y="20689"/>
                </a:lnTo>
                <a:lnTo>
                  <a:pt x="0" y="20449"/>
                </a:lnTo>
                <a:lnTo>
                  <a:pt x="2302" y="13630"/>
                </a:lnTo>
                <a:lnTo>
                  <a:pt x="4101" y="8504"/>
                </a:lnTo>
                <a:lnTo>
                  <a:pt x="5545" y="4838"/>
                </a:lnTo>
                <a:lnTo>
                  <a:pt x="6782" y="2398"/>
                </a:lnTo>
                <a:lnTo>
                  <a:pt x="7961" y="932"/>
                </a:lnTo>
                <a:lnTo>
                  <a:pt x="9226" y="212"/>
                </a:lnTo>
                <a:lnTo>
                  <a:pt x="10732" y="0"/>
                </a:lnTo>
                <a:lnTo>
                  <a:pt x="12621" y="48"/>
                </a:lnTo>
                <a:close/>
              </a:path>
            </a:pathLst>
          </a:custGeom>
          <a:solidFill>
            <a:srgbClr val="D3C1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1" name="contour_15319"/>
          <p:cNvSpPr/>
          <p:nvPr/>
        </p:nvSpPr>
        <p:spPr>
          <a:xfrm>
            <a:off x="10694570" y="177098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634"/>
                </a:lnTo>
                <a:lnTo>
                  <a:pt x="4392" y="1296"/>
                </a:lnTo>
                <a:lnTo>
                  <a:pt x="6584" y="1987"/>
                </a:lnTo>
                <a:lnTo>
                  <a:pt x="8777" y="2700"/>
                </a:lnTo>
                <a:lnTo>
                  <a:pt x="10004" y="3082"/>
                </a:lnTo>
                <a:lnTo>
                  <a:pt x="13712" y="4219"/>
                </a:lnTo>
                <a:lnTo>
                  <a:pt x="15833" y="5789"/>
                </a:lnTo>
                <a:lnTo>
                  <a:pt x="17305" y="7481"/>
                </a:lnTo>
                <a:lnTo>
                  <a:pt x="18504" y="10123"/>
                </a:lnTo>
                <a:lnTo>
                  <a:pt x="19807" y="1455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CDE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2" name="contour_15320"/>
          <p:cNvSpPr/>
          <p:nvPr/>
        </p:nvSpPr>
        <p:spPr>
          <a:xfrm>
            <a:off x="10410339" y="1761559"/>
            <a:ext cx="51016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811" y="1620"/>
                </a:lnTo>
                <a:lnTo>
                  <a:pt x="3623" y="1351"/>
                </a:lnTo>
                <a:lnTo>
                  <a:pt x="5437" y="1109"/>
                </a:lnTo>
                <a:lnTo>
                  <a:pt x="7251" y="892"/>
                </a:lnTo>
                <a:lnTo>
                  <a:pt x="9066" y="689"/>
                </a:lnTo>
                <a:lnTo>
                  <a:pt x="9816" y="590"/>
                </a:lnTo>
                <a:lnTo>
                  <a:pt x="11136" y="413"/>
                </a:lnTo>
                <a:lnTo>
                  <a:pt x="14163" y="0"/>
                </a:lnTo>
                <a:lnTo>
                  <a:pt x="15601" y="636"/>
                </a:lnTo>
                <a:lnTo>
                  <a:pt x="17049" y="1273"/>
                </a:lnTo>
                <a:lnTo>
                  <a:pt x="18514" y="1922"/>
                </a:lnTo>
                <a:lnTo>
                  <a:pt x="19125" y="5818"/>
                </a:lnTo>
                <a:lnTo>
                  <a:pt x="19739" y="9728"/>
                </a:lnTo>
                <a:lnTo>
                  <a:pt x="20353" y="13650"/>
                </a:lnTo>
                <a:lnTo>
                  <a:pt x="20974" y="17605"/>
                </a:lnTo>
                <a:lnTo>
                  <a:pt x="21600" y="21600"/>
                </a:lnTo>
                <a:lnTo>
                  <a:pt x="19462" y="20951"/>
                </a:lnTo>
                <a:lnTo>
                  <a:pt x="17320" y="20301"/>
                </a:lnTo>
                <a:lnTo>
                  <a:pt x="15179" y="19652"/>
                </a:lnTo>
                <a:lnTo>
                  <a:pt x="13034" y="18996"/>
                </a:lnTo>
                <a:lnTo>
                  <a:pt x="10880" y="18347"/>
                </a:lnTo>
                <a:lnTo>
                  <a:pt x="8723" y="17691"/>
                </a:lnTo>
                <a:lnTo>
                  <a:pt x="6557" y="17035"/>
                </a:lnTo>
                <a:lnTo>
                  <a:pt x="4382" y="16372"/>
                </a:lnTo>
                <a:lnTo>
                  <a:pt x="2197" y="15710"/>
                </a:lnTo>
                <a:lnTo>
                  <a:pt x="0" y="15041"/>
                </a:lnTo>
                <a:lnTo>
                  <a:pt x="0" y="10705"/>
                </a:lnTo>
                <a:lnTo>
                  <a:pt x="0" y="6343"/>
                </a:lnTo>
                <a:lnTo>
                  <a:pt x="0" y="1922"/>
                </a:lnTo>
                <a:close/>
              </a:path>
            </a:pathLst>
          </a:custGeom>
          <a:solidFill>
            <a:srgbClr val="E5E1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3" name="contour_15321"/>
          <p:cNvSpPr/>
          <p:nvPr/>
        </p:nvSpPr>
        <p:spPr>
          <a:xfrm>
            <a:off x="3951757" y="1756406"/>
            <a:ext cx="2147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88" y="0"/>
                </a:moveTo>
                <a:lnTo>
                  <a:pt x="18045" y="1855"/>
                </a:lnTo>
                <a:lnTo>
                  <a:pt x="19562" y="3586"/>
                </a:lnTo>
                <a:lnTo>
                  <a:pt x="20654" y="5213"/>
                </a:lnTo>
                <a:lnTo>
                  <a:pt x="21329" y="6763"/>
                </a:lnTo>
                <a:lnTo>
                  <a:pt x="21600" y="8258"/>
                </a:lnTo>
                <a:lnTo>
                  <a:pt x="21468" y="9727"/>
                </a:lnTo>
                <a:lnTo>
                  <a:pt x="20955" y="11191"/>
                </a:lnTo>
                <a:lnTo>
                  <a:pt x="20061" y="12677"/>
                </a:lnTo>
                <a:lnTo>
                  <a:pt x="18800" y="14206"/>
                </a:lnTo>
                <a:lnTo>
                  <a:pt x="17188" y="15806"/>
                </a:lnTo>
                <a:lnTo>
                  <a:pt x="15231" y="17501"/>
                </a:lnTo>
                <a:lnTo>
                  <a:pt x="12937" y="19313"/>
                </a:lnTo>
                <a:lnTo>
                  <a:pt x="10862" y="20448"/>
                </a:lnTo>
                <a:lnTo>
                  <a:pt x="8759" y="21600"/>
                </a:lnTo>
                <a:lnTo>
                  <a:pt x="5123" y="21600"/>
                </a:lnTo>
                <a:lnTo>
                  <a:pt x="1429" y="21600"/>
                </a:lnTo>
                <a:lnTo>
                  <a:pt x="1202" y="19980"/>
                </a:lnTo>
                <a:lnTo>
                  <a:pt x="1004" y="18360"/>
                </a:lnTo>
                <a:lnTo>
                  <a:pt x="821" y="16740"/>
                </a:lnTo>
                <a:lnTo>
                  <a:pt x="660" y="15120"/>
                </a:lnTo>
                <a:lnTo>
                  <a:pt x="513" y="13500"/>
                </a:lnTo>
                <a:lnTo>
                  <a:pt x="344" y="11995"/>
                </a:lnTo>
                <a:lnTo>
                  <a:pt x="176" y="10481"/>
                </a:lnTo>
                <a:lnTo>
                  <a:pt x="0" y="8945"/>
                </a:lnTo>
                <a:lnTo>
                  <a:pt x="755" y="6898"/>
                </a:lnTo>
                <a:lnTo>
                  <a:pt x="1590" y="5508"/>
                </a:lnTo>
                <a:lnTo>
                  <a:pt x="2932" y="4428"/>
                </a:lnTo>
                <a:lnTo>
                  <a:pt x="5204" y="3326"/>
                </a:lnTo>
                <a:lnTo>
                  <a:pt x="8817" y="1855"/>
                </a:lnTo>
                <a:lnTo>
                  <a:pt x="12423" y="934"/>
                </a:lnTo>
                <a:lnTo>
                  <a:pt x="16088" y="0"/>
                </a:lnTo>
                <a:close/>
              </a:path>
            </a:pathLst>
          </a:custGeom>
          <a:solidFill>
            <a:srgbClr val="DAE2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4" name="contour_15322"/>
          <p:cNvSpPr/>
          <p:nvPr/>
        </p:nvSpPr>
        <p:spPr>
          <a:xfrm>
            <a:off x="8143773" y="1755218"/>
            <a:ext cx="36440" cy="376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682"/>
                </a:moveTo>
                <a:lnTo>
                  <a:pt x="7279" y="213"/>
                </a:lnTo>
                <a:lnTo>
                  <a:pt x="10113" y="4"/>
                </a:lnTo>
                <a:lnTo>
                  <a:pt x="12887" y="0"/>
                </a:lnTo>
                <a:lnTo>
                  <a:pt x="15677" y="146"/>
                </a:lnTo>
                <a:lnTo>
                  <a:pt x="18559" y="393"/>
                </a:lnTo>
                <a:lnTo>
                  <a:pt x="21600" y="682"/>
                </a:lnTo>
                <a:lnTo>
                  <a:pt x="21064" y="3272"/>
                </a:lnTo>
                <a:lnTo>
                  <a:pt x="20529" y="5861"/>
                </a:lnTo>
                <a:lnTo>
                  <a:pt x="19993" y="8459"/>
                </a:lnTo>
                <a:lnTo>
                  <a:pt x="19457" y="11061"/>
                </a:lnTo>
                <a:lnTo>
                  <a:pt x="18917" y="13676"/>
                </a:lnTo>
                <a:lnTo>
                  <a:pt x="18373" y="16304"/>
                </a:lnTo>
                <a:lnTo>
                  <a:pt x="17829" y="18943"/>
                </a:lnTo>
                <a:lnTo>
                  <a:pt x="17280" y="21600"/>
                </a:lnTo>
                <a:lnTo>
                  <a:pt x="14835" y="20416"/>
                </a:lnTo>
                <a:lnTo>
                  <a:pt x="12390" y="19232"/>
                </a:lnTo>
                <a:lnTo>
                  <a:pt x="9936" y="18044"/>
                </a:lnTo>
                <a:lnTo>
                  <a:pt x="7474" y="16852"/>
                </a:lnTo>
                <a:lnTo>
                  <a:pt x="4998" y="15651"/>
                </a:lnTo>
                <a:lnTo>
                  <a:pt x="2510" y="14446"/>
                </a:lnTo>
                <a:lnTo>
                  <a:pt x="0" y="13233"/>
                </a:lnTo>
                <a:lnTo>
                  <a:pt x="553" y="10120"/>
                </a:lnTo>
                <a:lnTo>
                  <a:pt x="1054" y="7911"/>
                </a:lnTo>
                <a:lnTo>
                  <a:pt x="1711" y="6003"/>
                </a:lnTo>
                <a:lnTo>
                  <a:pt x="2730" y="3795"/>
                </a:lnTo>
                <a:lnTo>
                  <a:pt x="4320" y="682"/>
                </a:lnTo>
                <a:close/>
              </a:path>
            </a:pathLst>
          </a:custGeom>
          <a:solidFill>
            <a:srgbClr val="E2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5" name="contour_15323"/>
          <p:cNvSpPr/>
          <p:nvPr/>
        </p:nvSpPr>
        <p:spPr>
          <a:xfrm>
            <a:off x="1176453" y="17564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801" y="20050"/>
                </a:lnTo>
                <a:lnTo>
                  <a:pt x="16010" y="18473"/>
                </a:lnTo>
                <a:lnTo>
                  <a:pt x="13228" y="16875"/>
                </a:lnTo>
                <a:lnTo>
                  <a:pt x="10895" y="15557"/>
                </a:lnTo>
                <a:lnTo>
                  <a:pt x="8523" y="14218"/>
                </a:lnTo>
                <a:lnTo>
                  <a:pt x="6437" y="12463"/>
                </a:lnTo>
                <a:lnTo>
                  <a:pt x="4951" y="10849"/>
                </a:lnTo>
                <a:lnTo>
                  <a:pt x="3655" y="8689"/>
                </a:lnTo>
                <a:lnTo>
                  <a:pt x="2143" y="5297"/>
                </a:lnTo>
                <a:lnTo>
                  <a:pt x="0" y="0"/>
                </a:lnTo>
                <a:close/>
              </a:path>
            </a:pathLst>
          </a:custGeom>
          <a:solidFill>
            <a:srgbClr val="AA9F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6" name="contour_15324"/>
          <p:cNvSpPr/>
          <p:nvPr/>
        </p:nvSpPr>
        <p:spPr>
          <a:xfrm>
            <a:off x="4827737" y="1749118"/>
            <a:ext cx="51016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75"/>
                </a:lnTo>
                <a:lnTo>
                  <a:pt x="4280" y="1350"/>
                </a:lnTo>
                <a:lnTo>
                  <a:pt x="6421" y="2026"/>
                </a:lnTo>
                <a:lnTo>
                  <a:pt x="8566" y="2708"/>
                </a:lnTo>
                <a:lnTo>
                  <a:pt x="10720" y="3383"/>
                </a:lnTo>
                <a:lnTo>
                  <a:pt x="12877" y="4065"/>
                </a:lnTo>
                <a:lnTo>
                  <a:pt x="15043" y="4747"/>
                </a:lnTo>
                <a:lnTo>
                  <a:pt x="17218" y="5436"/>
                </a:lnTo>
                <a:lnTo>
                  <a:pt x="19403" y="6125"/>
                </a:lnTo>
                <a:lnTo>
                  <a:pt x="21600" y="6820"/>
                </a:lnTo>
                <a:lnTo>
                  <a:pt x="20835" y="10196"/>
                </a:lnTo>
                <a:lnTo>
                  <a:pt x="20069" y="13593"/>
                </a:lnTo>
                <a:lnTo>
                  <a:pt x="19295" y="17003"/>
                </a:lnTo>
                <a:lnTo>
                  <a:pt x="18514" y="20461"/>
                </a:lnTo>
                <a:lnTo>
                  <a:pt x="16351" y="21109"/>
                </a:lnTo>
                <a:lnTo>
                  <a:pt x="14777" y="21470"/>
                </a:lnTo>
                <a:lnTo>
                  <a:pt x="13340" y="21600"/>
                </a:lnTo>
                <a:lnTo>
                  <a:pt x="11587" y="21539"/>
                </a:lnTo>
                <a:lnTo>
                  <a:pt x="9066" y="21314"/>
                </a:lnTo>
                <a:lnTo>
                  <a:pt x="7372" y="21191"/>
                </a:lnTo>
                <a:lnTo>
                  <a:pt x="5668" y="21068"/>
                </a:lnTo>
                <a:lnTo>
                  <a:pt x="3940" y="20938"/>
                </a:lnTo>
                <a:lnTo>
                  <a:pt x="1984" y="20700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EB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7" name="contour_15325"/>
          <p:cNvSpPr/>
          <p:nvPr/>
        </p:nvSpPr>
        <p:spPr>
          <a:xfrm>
            <a:off x="4507065" y="1741830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971" y="1156"/>
                </a:lnTo>
                <a:lnTo>
                  <a:pt x="6853" y="2333"/>
                </a:lnTo>
                <a:lnTo>
                  <a:pt x="8733" y="3521"/>
                </a:lnTo>
                <a:lnTo>
                  <a:pt x="10609" y="4725"/>
                </a:lnTo>
                <a:lnTo>
                  <a:pt x="12007" y="5600"/>
                </a:lnTo>
                <a:lnTo>
                  <a:pt x="13411" y="6485"/>
                </a:lnTo>
                <a:lnTo>
                  <a:pt x="14839" y="7382"/>
                </a:lnTo>
                <a:lnTo>
                  <a:pt x="16657" y="9137"/>
                </a:lnTo>
                <a:lnTo>
                  <a:pt x="17919" y="10751"/>
                </a:lnTo>
                <a:lnTo>
                  <a:pt x="18946" y="12911"/>
                </a:lnTo>
                <a:lnTo>
                  <a:pt x="20063" y="16303"/>
                </a:lnTo>
                <a:lnTo>
                  <a:pt x="21600" y="21600"/>
                </a:lnTo>
                <a:lnTo>
                  <a:pt x="19462" y="21065"/>
                </a:lnTo>
                <a:lnTo>
                  <a:pt x="17320" y="20531"/>
                </a:lnTo>
                <a:lnTo>
                  <a:pt x="15179" y="19996"/>
                </a:lnTo>
                <a:lnTo>
                  <a:pt x="13034" y="19456"/>
                </a:lnTo>
                <a:lnTo>
                  <a:pt x="10880" y="18922"/>
                </a:lnTo>
                <a:lnTo>
                  <a:pt x="8723" y="18382"/>
                </a:lnTo>
                <a:lnTo>
                  <a:pt x="6557" y="17842"/>
                </a:lnTo>
                <a:lnTo>
                  <a:pt x="4382" y="17296"/>
                </a:lnTo>
                <a:lnTo>
                  <a:pt x="2197" y="16751"/>
                </a:lnTo>
                <a:lnTo>
                  <a:pt x="0" y="16200"/>
                </a:lnTo>
                <a:lnTo>
                  <a:pt x="611" y="12992"/>
                </a:lnTo>
                <a:lnTo>
                  <a:pt x="1225" y="9774"/>
                </a:lnTo>
                <a:lnTo>
                  <a:pt x="1839" y="6545"/>
                </a:lnTo>
                <a:lnTo>
                  <a:pt x="2459" y="3289"/>
                </a:lnTo>
                <a:lnTo>
                  <a:pt x="3086" y="0"/>
                </a:lnTo>
                <a:close/>
              </a:path>
            </a:pathLst>
          </a:custGeom>
          <a:solidFill>
            <a:srgbClr val="8CD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8" name="contour_15326"/>
          <p:cNvSpPr/>
          <p:nvPr/>
        </p:nvSpPr>
        <p:spPr>
          <a:xfrm>
            <a:off x="4280547" y="1727254"/>
            <a:ext cx="22476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7" y="0"/>
                </a:moveTo>
                <a:lnTo>
                  <a:pt x="3691" y="1406"/>
                </a:lnTo>
                <a:lnTo>
                  <a:pt x="6640" y="2849"/>
                </a:lnTo>
                <a:lnTo>
                  <a:pt x="9385" y="4325"/>
                </a:lnTo>
                <a:lnTo>
                  <a:pt x="11914" y="5834"/>
                </a:lnTo>
                <a:lnTo>
                  <a:pt x="14204" y="7380"/>
                </a:lnTo>
                <a:lnTo>
                  <a:pt x="16221" y="8959"/>
                </a:lnTo>
                <a:lnTo>
                  <a:pt x="17958" y="10574"/>
                </a:lnTo>
                <a:lnTo>
                  <a:pt x="19387" y="12226"/>
                </a:lnTo>
                <a:lnTo>
                  <a:pt x="20486" y="13915"/>
                </a:lnTo>
                <a:lnTo>
                  <a:pt x="21229" y="15638"/>
                </a:lnTo>
                <a:lnTo>
                  <a:pt x="21600" y="17400"/>
                </a:lnTo>
                <a:lnTo>
                  <a:pt x="21579" y="19200"/>
                </a:lnTo>
                <a:lnTo>
                  <a:pt x="17482" y="20112"/>
                </a:lnTo>
                <a:lnTo>
                  <a:pt x="14659" y="20666"/>
                </a:lnTo>
                <a:lnTo>
                  <a:pt x="11795" y="21086"/>
                </a:lnTo>
                <a:lnTo>
                  <a:pt x="7571" y="21600"/>
                </a:lnTo>
                <a:lnTo>
                  <a:pt x="5113" y="20136"/>
                </a:lnTo>
                <a:lnTo>
                  <a:pt x="3243" y="18701"/>
                </a:lnTo>
                <a:lnTo>
                  <a:pt x="1884" y="17278"/>
                </a:lnTo>
                <a:lnTo>
                  <a:pt x="953" y="15847"/>
                </a:lnTo>
                <a:lnTo>
                  <a:pt x="378" y="14400"/>
                </a:lnTo>
                <a:lnTo>
                  <a:pt x="84" y="12917"/>
                </a:lnTo>
                <a:lnTo>
                  <a:pt x="0" y="11383"/>
                </a:lnTo>
                <a:lnTo>
                  <a:pt x="42" y="9782"/>
                </a:lnTo>
                <a:lnTo>
                  <a:pt x="133" y="8100"/>
                </a:lnTo>
                <a:lnTo>
                  <a:pt x="196" y="6583"/>
                </a:lnTo>
                <a:lnTo>
                  <a:pt x="259" y="5054"/>
                </a:lnTo>
                <a:lnTo>
                  <a:pt x="322" y="3506"/>
                </a:lnTo>
                <a:lnTo>
                  <a:pt x="399" y="2347"/>
                </a:lnTo>
                <a:lnTo>
                  <a:pt x="483" y="1183"/>
                </a:lnTo>
                <a:lnTo>
                  <a:pt x="567" y="0"/>
                </a:lnTo>
                <a:close/>
              </a:path>
            </a:pathLst>
          </a:custGeom>
          <a:solidFill>
            <a:srgbClr val="E0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29" name="contour_15327"/>
          <p:cNvSpPr/>
          <p:nvPr/>
        </p:nvSpPr>
        <p:spPr>
          <a:xfrm>
            <a:off x="10971514" y="1734542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84" y="298"/>
                </a:lnTo>
                <a:lnTo>
                  <a:pt x="3950" y="626"/>
                </a:lnTo>
                <a:lnTo>
                  <a:pt x="5897" y="1007"/>
                </a:lnTo>
                <a:lnTo>
                  <a:pt x="7825" y="1456"/>
                </a:lnTo>
                <a:lnTo>
                  <a:pt x="9742" y="1992"/>
                </a:lnTo>
                <a:lnTo>
                  <a:pt x="11649" y="2631"/>
                </a:lnTo>
                <a:lnTo>
                  <a:pt x="13540" y="3404"/>
                </a:lnTo>
                <a:lnTo>
                  <a:pt x="15429" y="4320"/>
                </a:lnTo>
                <a:lnTo>
                  <a:pt x="15706" y="7534"/>
                </a:lnTo>
                <a:lnTo>
                  <a:pt x="15845" y="9815"/>
                </a:lnTo>
                <a:lnTo>
                  <a:pt x="15845" y="11785"/>
                </a:lnTo>
                <a:lnTo>
                  <a:pt x="15706" y="14066"/>
                </a:lnTo>
                <a:lnTo>
                  <a:pt x="15429" y="17280"/>
                </a:lnTo>
                <a:lnTo>
                  <a:pt x="17261" y="19021"/>
                </a:lnTo>
                <a:lnTo>
                  <a:pt x="18514" y="20049"/>
                </a:lnTo>
                <a:lnTo>
                  <a:pt x="19767" y="20775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2343" y="18744"/>
                </a:lnTo>
                <a:lnTo>
                  <a:pt x="12343" y="15872"/>
                </a:lnTo>
                <a:lnTo>
                  <a:pt x="12343" y="12960"/>
                </a:lnTo>
                <a:lnTo>
                  <a:pt x="10316" y="11889"/>
                </a:lnTo>
                <a:lnTo>
                  <a:pt x="8714" y="11331"/>
                </a:lnTo>
                <a:lnTo>
                  <a:pt x="6171" y="10800"/>
                </a:lnTo>
                <a:lnTo>
                  <a:pt x="3629" y="10269"/>
                </a:lnTo>
                <a:lnTo>
                  <a:pt x="2027" y="9711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C9B6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0" name="contour_15328"/>
          <p:cNvSpPr/>
          <p:nvPr/>
        </p:nvSpPr>
        <p:spPr>
          <a:xfrm>
            <a:off x="7699206" y="1729105"/>
            <a:ext cx="43728" cy="418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804"/>
                </a:moveTo>
                <a:lnTo>
                  <a:pt x="21056" y="3748"/>
                </a:lnTo>
                <a:lnTo>
                  <a:pt x="20556" y="4620"/>
                </a:lnTo>
                <a:lnTo>
                  <a:pt x="20012" y="5567"/>
                </a:lnTo>
                <a:lnTo>
                  <a:pt x="19332" y="6751"/>
                </a:lnTo>
                <a:lnTo>
                  <a:pt x="18428" y="8323"/>
                </a:lnTo>
                <a:lnTo>
                  <a:pt x="17212" y="10439"/>
                </a:lnTo>
                <a:lnTo>
                  <a:pt x="15595" y="13255"/>
                </a:lnTo>
                <a:lnTo>
                  <a:pt x="13486" y="16924"/>
                </a:lnTo>
                <a:lnTo>
                  <a:pt x="10800" y="21600"/>
                </a:lnTo>
                <a:lnTo>
                  <a:pt x="9274" y="19472"/>
                </a:lnTo>
                <a:lnTo>
                  <a:pt x="7744" y="17345"/>
                </a:lnTo>
                <a:lnTo>
                  <a:pt x="6210" y="15209"/>
                </a:lnTo>
                <a:lnTo>
                  <a:pt x="4669" y="13067"/>
                </a:lnTo>
                <a:lnTo>
                  <a:pt x="3125" y="10913"/>
                </a:lnTo>
                <a:lnTo>
                  <a:pt x="1566" y="8748"/>
                </a:lnTo>
                <a:lnTo>
                  <a:pt x="0" y="6563"/>
                </a:lnTo>
                <a:lnTo>
                  <a:pt x="4028" y="4191"/>
                </a:lnTo>
                <a:lnTo>
                  <a:pt x="7236" y="2380"/>
                </a:lnTo>
                <a:lnTo>
                  <a:pt x="9799" y="1098"/>
                </a:lnTo>
                <a:lnTo>
                  <a:pt x="11898" y="316"/>
                </a:lnTo>
                <a:lnTo>
                  <a:pt x="13705" y="0"/>
                </a:lnTo>
                <a:lnTo>
                  <a:pt x="15401" y="124"/>
                </a:lnTo>
                <a:lnTo>
                  <a:pt x="17161" y="654"/>
                </a:lnTo>
                <a:lnTo>
                  <a:pt x="19170" y="1556"/>
                </a:lnTo>
                <a:lnTo>
                  <a:pt x="21600" y="2804"/>
                </a:lnTo>
                <a:close/>
              </a:path>
            </a:pathLst>
          </a:custGeom>
          <a:solidFill>
            <a:srgbClr val="5659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1" name="contour_15329"/>
          <p:cNvSpPr/>
          <p:nvPr/>
        </p:nvSpPr>
        <p:spPr>
          <a:xfrm>
            <a:off x="10410339" y="1717831"/>
            <a:ext cx="51016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1811" y="1620"/>
                </a:lnTo>
                <a:lnTo>
                  <a:pt x="3623" y="1351"/>
                </a:lnTo>
                <a:lnTo>
                  <a:pt x="5437" y="1109"/>
                </a:lnTo>
                <a:lnTo>
                  <a:pt x="7251" y="892"/>
                </a:lnTo>
                <a:lnTo>
                  <a:pt x="9066" y="689"/>
                </a:lnTo>
                <a:lnTo>
                  <a:pt x="9816" y="590"/>
                </a:lnTo>
                <a:lnTo>
                  <a:pt x="11136" y="413"/>
                </a:lnTo>
                <a:lnTo>
                  <a:pt x="14163" y="0"/>
                </a:lnTo>
                <a:lnTo>
                  <a:pt x="15601" y="636"/>
                </a:lnTo>
                <a:lnTo>
                  <a:pt x="17049" y="1273"/>
                </a:lnTo>
                <a:lnTo>
                  <a:pt x="18514" y="1922"/>
                </a:lnTo>
                <a:lnTo>
                  <a:pt x="19125" y="5818"/>
                </a:lnTo>
                <a:lnTo>
                  <a:pt x="19739" y="9728"/>
                </a:lnTo>
                <a:lnTo>
                  <a:pt x="20353" y="13650"/>
                </a:lnTo>
                <a:lnTo>
                  <a:pt x="20974" y="17605"/>
                </a:lnTo>
                <a:lnTo>
                  <a:pt x="21600" y="21600"/>
                </a:lnTo>
                <a:lnTo>
                  <a:pt x="19462" y="20951"/>
                </a:lnTo>
                <a:lnTo>
                  <a:pt x="17320" y="20301"/>
                </a:lnTo>
                <a:lnTo>
                  <a:pt x="15179" y="19652"/>
                </a:lnTo>
                <a:lnTo>
                  <a:pt x="13034" y="18996"/>
                </a:lnTo>
                <a:lnTo>
                  <a:pt x="10880" y="18347"/>
                </a:lnTo>
                <a:lnTo>
                  <a:pt x="8723" y="17691"/>
                </a:lnTo>
                <a:lnTo>
                  <a:pt x="6557" y="17035"/>
                </a:lnTo>
                <a:lnTo>
                  <a:pt x="4382" y="16372"/>
                </a:lnTo>
                <a:lnTo>
                  <a:pt x="2197" y="15710"/>
                </a:lnTo>
                <a:lnTo>
                  <a:pt x="0" y="15041"/>
                </a:lnTo>
                <a:lnTo>
                  <a:pt x="0" y="10705"/>
                </a:lnTo>
                <a:lnTo>
                  <a:pt x="0" y="6343"/>
                </a:lnTo>
                <a:lnTo>
                  <a:pt x="0" y="1922"/>
                </a:lnTo>
                <a:close/>
              </a:path>
            </a:pathLst>
          </a:custGeom>
          <a:solidFill>
            <a:srgbClr val="4342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2" name="contour_15330"/>
          <p:cNvSpPr/>
          <p:nvPr/>
        </p:nvSpPr>
        <p:spPr>
          <a:xfrm>
            <a:off x="2488292" y="169810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327" y="324"/>
                </a:lnTo>
                <a:lnTo>
                  <a:pt x="10217" y="792"/>
                </a:lnTo>
                <a:lnTo>
                  <a:pt x="13042" y="1382"/>
                </a:lnTo>
                <a:lnTo>
                  <a:pt x="15846" y="2063"/>
                </a:lnTo>
                <a:lnTo>
                  <a:pt x="18684" y="2812"/>
                </a:lnTo>
                <a:lnTo>
                  <a:pt x="21600" y="3600"/>
                </a:lnTo>
                <a:lnTo>
                  <a:pt x="20529" y="5828"/>
                </a:lnTo>
                <a:lnTo>
                  <a:pt x="19462" y="8057"/>
                </a:lnTo>
                <a:lnTo>
                  <a:pt x="18386" y="10292"/>
                </a:lnTo>
                <a:lnTo>
                  <a:pt x="17310" y="12532"/>
                </a:lnTo>
                <a:lnTo>
                  <a:pt x="16235" y="14782"/>
                </a:lnTo>
                <a:lnTo>
                  <a:pt x="15150" y="17042"/>
                </a:lnTo>
                <a:lnTo>
                  <a:pt x="14057" y="19314"/>
                </a:lnTo>
                <a:lnTo>
                  <a:pt x="12960" y="21600"/>
                </a:lnTo>
                <a:lnTo>
                  <a:pt x="10822" y="20707"/>
                </a:lnTo>
                <a:lnTo>
                  <a:pt x="8670" y="19814"/>
                </a:lnTo>
                <a:lnTo>
                  <a:pt x="6510" y="18911"/>
                </a:lnTo>
                <a:lnTo>
                  <a:pt x="4320" y="18000"/>
                </a:lnTo>
                <a:lnTo>
                  <a:pt x="5391" y="16218"/>
                </a:lnTo>
                <a:lnTo>
                  <a:pt x="6463" y="14425"/>
                </a:lnTo>
                <a:lnTo>
                  <a:pt x="7547" y="12625"/>
                </a:lnTo>
                <a:lnTo>
                  <a:pt x="8640" y="10800"/>
                </a:lnTo>
                <a:lnTo>
                  <a:pt x="6502" y="9907"/>
                </a:lnTo>
                <a:lnTo>
                  <a:pt x="4350" y="9014"/>
                </a:lnTo>
                <a:lnTo>
                  <a:pt x="2190" y="8111"/>
                </a:lnTo>
                <a:lnTo>
                  <a:pt x="0" y="7200"/>
                </a:lnTo>
                <a:lnTo>
                  <a:pt x="674" y="4936"/>
                </a:lnTo>
                <a:lnTo>
                  <a:pt x="1348" y="3431"/>
                </a:lnTo>
                <a:lnTo>
                  <a:pt x="2428" y="2012"/>
                </a:lnTo>
                <a:lnTo>
                  <a:pt x="4320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3" name="contour_15331"/>
          <p:cNvSpPr/>
          <p:nvPr/>
        </p:nvSpPr>
        <p:spPr>
          <a:xfrm>
            <a:off x="2269652" y="1645716"/>
            <a:ext cx="36440" cy="373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8611" y="396"/>
                </a:lnTo>
                <a:lnTo>
                  <a:pt x="21600" y="793"/>
                </a:lnTo>
                <a:lnTo>
                  <a:pt x="20559" y="6011"/>
                </a:lnTo>
                <a:lnTo>
                  <a:pt x="19708" y="9991"/>
                </a:lnTo>
                <a:lnTo>
                  <a:pt x="18960" y="12971"/>
                </a:lnTo>
                <a:lnTo>
                  <a:pt x="18209" y="15193"/>
                </a:lnTo>
                <a:lnTo>
                  <a:pt x="17358" y="16904"/>
                </a:lnTo>
                <a:lnTo>
                  <a:pt x="16312" y="18337"/>
                </a:lnTo>
                <a:lnTo>
                  <a:pt x="14969" y="19737"/>
                </a:lnTo>
                <a:lnTo>
                  <a:pt x="13232" y="21343"/>
                </a:lnTo>
                <a:lnTo>
                  <a:pt x="10493" y="21600"/>
                </a:lnTo>
                <a:lnTo>
                  <a:pt x="8541" y="21410"/>
                </a:lnTo>
                <a:lnTo>
                  <a:pt x="6432" y="20529"/>
                </a:lnTo>
                <a:lnTo>
                  <a:pt x="3240" y="18708"/>
                </a:lnTo>
                <a:lnTo>
                  <a:pt x="2169" y="16967"/>
                </a:lnTo>
                <a:lnTo>
                  <a:pt x="1093" y="15218"/>
                </a:lnTo>
                <a:lnTo>
                  <a:pt x="0" y="13439"/>
                </a:lnTo>
                <a:lnTo>
                  <a:pt x="1538" y="10007"/>
                </a:lnTo>
                <a:lnTo>
                  <a:pt x="3024" y="7154"/>
                </a:lnTo>
                <a:lnTo>
                  <a:pt x="4631" y="4839"/>
                </a:lnTo>
                <a:lnTo>
                  <a:pt x="6523" y="3010"/>
                </a:lnTo>
                <a:lnTo>
                  <a:pt x="8878" y="1627"/>
                </a:lnTo>
                <a:lnTo>
                  <a:pt x="11867" y="641"/>
                </a:lnTo>
                <a:lnTo>
                  <a:pt x="15660" y="0"/>
                </a:lnTo>
                <a:close/>
              </a:path>
            </a:pathLst>
          </a:custGeom>
          <a:solidFill>
            <a:srgbClr val="8073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4" name="contour_15332"/>
          <p:cNvSpPr/>
          <p:nvPr/>
        </p:nvSpPr>
        <p:spPr>
          <a:xfrm>
            <a:off x="7808526" y="1661662"/>
            <a:ext cx="36440" cy="31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80"/>
                </a:lnTo>
                <a:lnTo>
                  <a:pt x="2341" y="541"/>
                </a:lnTo>
                <a:lnTo>
                  <a:pt x="3646" y="846"/>
                </a:lnTo>
                <a:lnTo>
                  <a:pt x="5374" y="1246"/>
                </a:lnTo>
                <a:lnTo>
                  <a:pt x="7780" y="1802"/>
                </a:lnTo>
                <a:lnTo>
                  <a:pt x="11115" y="2578"/>
                </a:lnTo>
                <a:lnTo>
                  <a:pt x="15638" y="3624"/>
                </a:lnTo>
                <a:lnTo>
                  <a:pt x="21600" y="5006"/>
                </a:lnTo>
                <a:lnTo>
                  <a:pt x="20917" y="8730"/>
                </a:lnTo>
                <a:lnTo>
                  <a:pt x="20352" y="11373"/>
                </a:lnTo>
                <a:lnTo>
                  <a:pt x="19695" y="13656"/>
                </a:lnTo>
                <a:lnTo>
                  <a:pt x="18740" y="16299"/>
                </a:lnTo>
                <a:lnTo>
                  <a:pt x="17280" y="20023"/>
                </a:lnTo>
                <a:lnTo>
                  <a:pt x="14066" y="21074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074"/>
                </a:lnTo>
                <a:lnTo>
                  <a:pt x="4320" y="20023"/>
                </a:lnTo>
                <a:lnTo>
                  <a:pt x="3141" y="16729"/>
                </a:lnTo>
                <a:lnTo>
                  <a:pt x="2233" y="13501"/>
                </a:lnTo>
                <a:lnTo>
                  <a:pt x="1529" y="10277"/>
                </a:lnTo>
                <a:lnTo>
                  <a:pt x="968" y="6993"/>
                </a:lnTo>
                <a:lnTo>
                  <a:pt x="480" y="3589"/>
                </a:lnTo>
                <a:lnTo>
                  <a:pt x="0" y="0"/>
                </a:lnTo>
                <a:close/>
              </a:path>
            </a:pathLst>
          </a:custGeom>
          <a:solidFill>
            <a:srgbClr val="857B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5" name="contour_15333"/>
          <p:cNvSpPr/>
          <p:nvPr/>
        </p:nvSpPr>
        <p:spPr>
          <a:xfrm>
            <a:off x="1336789" y="166166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8775" y="12820"/>
                </a:lnTo>
                <a:lnTo>
                  <a:pt x="16705" y="14121"/>
                </a:lnTo>
                <a:lnTo>
                  <a:pt x="14386" y="15287"/>
                </a:lnTo>
                <a:lnTo>
                  <a:pt x="10800" y="16875"/>
                </a:lnTo>
                <a:lnTo>
                  <a:pt x="8791" y="17782"/>
                </a:lnTo>
                <a:lnTo>
                  <a:pt x="6774" y="18695"/>
                </a:lnTo>
                <a:lnTo>
                  <a:pt x="4726" y="19618"/>
                </a:lnTo>
                <a:lnTo>
                  <a:pt x="3547" y="2011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C9E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6" name="contour_15334"/>
          <p:cNvSpPr/>
          <p:nvPr/>
        </p:nvSpPr>
        <p:spPr>
          <a:xfrm>
            <a:off x="8282245" y="1645825"/>
            <a:ext cx="51016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17"/>
                </a:moveTo>
                <a:lnTo>
                  <a:pt x="2077" y="775"/>
                </a:lnTo>
                <a:lnTo>
                  <a:pt x="4138" y="471"/>
                </a:lnTo>
                <a:lnTo>
                  <a:pt x="6193" y="226"/>
                </a:lnTo>
                <a:lnTo>
                  <a:pt x="8242" y="65"/>
                </a:lnTo>
                <a:lnTo>
                  <a:pt x="10291" y="0"/>
                </a:lnTo>
                <a:lnTo>
                  <a:pt x="12337" y="52"/>
                </a:lnTo>
                <a:lnTo>
                  <a:pt x="14389" y="245"/>
                </a:lnTo>
                <a:lnTo>
                  <a:pt x="16447" y="594"/>
                </a:lnTo>
                <a:lnTo>
                  <a:pt x="18514" y="1117"/>
                </a:lnTo>
                <a:lnTo>
                  <a:pt x="19835" y="5920"/>
                </a:lnTo>
                <a:lnTo>
                  <a:pt x="20656" y="9328"/>
                </a:lnTo>
                <a:lnTo>
                  <a:pt x="21125" y="12272"/>
                </a:lnTo>
                <a:lnTo>
                  <a:pt x="21390" y="15680"/>
                </a:lnTo>
                <a:lnTo>
                  <a:pt x="21600" y="20483"/>
                </a:lnTo>
                <a:lnTo>
                  <a:pt x="19523" y="20825"/>
                </a:lnTo>
                <a:lnTo>
                  <a:pt x="17462" y="21129"/>
                </a:lnTo>
                <a:lnTo>
                  <a:pt x="15407" y="21374"/>
                </a:lnTo>
                <a:lnTo>
                  <a:pt x="13358" y="21535"/>
                </a:lnTo>
                <a:lnTo>
                  <a:pt x="11309" y="21600"/>
                </a:lnTo>
                <a:lnTo>
                  <a:pt x="9263" y="21548"/>
                </a:lnTo>
                <a:lnTo>
                  <a:pt x="7211" y="21355"/>
                </a:lnTo>
                <a:lnTo>
                  <a:pt x="5153" y="21006"/>
                </a:lnTo>
                <a:lnTo>
                  <a:pt x="3086" y="20483"/>
                </a:lnTo>
                <a:lnTo>
                  <a:pt x="1765" y="15680"/>
                </a:lnTo>
                <a:lnTo>
                  <a:pt x="944" y="12272"/>
                </a:lnTo>
                <a:lnTo>
                  <a:pt x="475" y="9328"/>
                </a:lnTo>
                <a:lnTo>
                  <a:pt x="210" y="5920"/>
                </a:lnTo>
                <a:lnTo>
                  <a:pt x="0" y="1117"/>
                </a:lnTo>
                <a:close/>
              </a:path>
            </a:pathLst>
          </a:custGeom>
          <a:solidFill>
            <a:srgbClr val="7E6D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7" name="contour_15335"/>
          <p:cNvSpPr/>
          <p:nvPr/>
        </p:nvSpPr>
        <p:spPr>
          <a:xfrm>
            <a:off x="1628309" y="1639798"/>
            <a:ext cx="4627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1" y="576"/>
                </a:lnTo>
                <a:lnTo>
                  <a:pt x="4715" y="1177"/>
                </a:lnTo>
                <a:lnTo>
                  <a:pt x="7028" y="1814"/>
                </a:lnTo>
                <a:lnTo>
                  <a:pt x="9317" y="2502"/>
                </a:lnTo>
                <a:lnTo>
                  <a:pt x="11579" y="3254"/>
                </a:lnTo>
                <a:lnTo>
                  <a:pt x="13821" y="4086"/>
                </a:lnTo>
                <a:lnTo>
                  <a:pt x="16038" y="5011"/>
                </a:lnTo>
                <a:lnTo>
                  <a:pt x="18232" y="6044"/>
                </a:lnTo>
                <a:lnTo>
                  <a:pt x="20409" y="7200"/>
                </a:lnTo>
                <a:lnTo>
                  <a:pt x="21195" y="9774"/>
                </a:lnTo>
                <a:lnTo>
                  <a:pt x="21569" y="12064"/>
                </a:lnTo>
                <a:lnTo>
                  <a:pt x="21600" y="14231"/>
                </a:lnTo>
                <a:lnTo>
                  <a:pt x="21365" y="16434"/>
                </a:lnTo>
                <a:lnTo>
                  <a:pt x="20943" y="18835"/>
                </a:lnTo>
                <a:lnTo>
                  <a:pt x="20409" y="21600"/>
                </a:lnTo>
                <a:lnTo>
                  <a:pt x="17059" y="21578"/>
                </a:lnTo>
                <a:lnTo>
                  <a:pt x="14844" y="21413"/>
                </a:lnTo>
                <a:lnTo>
                  <a:pt x="13256" y="20974"/>
                </a:lnTo>
                <a:lnTo>
                  <a:pt x="11797" y="20117"/>
                </a:lnTo>
                <a:lnTo>
                  <a:pt x="9967" y="18702"/>
                </a:lnTo>
                <a:lnTo>
                  <a:pt x="9439" y="18137"/>
                </a:lnTo>
                <a:lnTo>
                  <a:pt x="8507" y="17140"/>
                </a:lnTo>
                <a:lnTo>
                  <a:pt x="6378" y="14850"/>
                </a:lnTo>
                <a:lnTo>
                  <a:pt x="5177" y="13597"/>
                </a:lnTo>
                <a:lnTo>
                  <a:pt x="3966" y="12334"/>
                </a:lnTo>
                <a:lnTo>
                  <a:pt x="2738" y="11052"/>
                </a:lnTo>
                <a:lnTo>
                  <a:pt x="1401" y="9115"/>
                </a:lnTo>
                <a:lnTo>
                  <a:pt x="592" y="7571"/>
                </a:lnTo>
                <a:lnTo>
                  <a:pt x="177" y="5890"/>
                </a:lnTo>
                <a:lnTo>
                  <a:pt x="20" y="3546"/>
                </a:lnTo>
                <a:lnTo>
                  <a:pt x="0" y="0"/>
                </a:lnTo>
                <a:close/>
              </a:path>
            </a:pathLst>
          </a:custGeom>
          <a:solidFill>
            <a:srgbClr val="5455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8" name="contour_15336"/>
          <p:cNvSpPr/>
          <p:nvPr/>
        </p:nvSpPr>
        <p:spPr>
          <a:xfrm>
            <a:off x="10373899" y="1622577"/>
            <a:ext cx="58304" cy="24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2331"/>
                </a:moveTo>
                <a:lnTo>
                  <a:pt x="4547" y="1387"/>
                </a:lnTo>
                <a:lnTo>
                  <a:pt x="5891" y="809"/>
                </a:lnTo>
                <a:lnTo>
                  <a:pt x="7123" y="507"/>
                </a:lnTo>
                <a:lnTo>
                  <a:pt x="8629" y="379"/>
                </a:lnTo>
                <a:lnTo>
                  <a:pt x="10800" y="328"/>
                </a:lnTo>
                <a:lnTo>
                  <a:pt x="11445" y="276"/>
                </a:lnTo>
                <a:lnTo>
                  <a:pt x="12582" y="193"/>
                </a:lnTo>
                <a:lnTo>
                  <a:pt x="15188" y="0"/>
                </a:lnTo>
                <a:lnTo>
                  <a:pt x="17032" y="1156"/>
                </a:lnTo>
                <a:lnTo>
                  <a:pt x="18900" y="2331"/>
                </a:lnTo>
                <a:lnTo>
                  <a:pt x="19435" y="6147"/>
                </a:lnTo>
                <a:lnTo>
                  <a:pt x="19972" y="9975"/>
                </a:lnTo>
                <a:lnTo>
                  <a:pt x="20509" y="13816"/>
                </a:lnTo>
                <a:lnTo>
                  <a:pt x="21052" y="17688"/>
                </a:lnTo>
                <a:lnTo>
                  <a:pt x="21600" y="21600"/>
                </a:lnTo>
                <a:lnTo>
                  <a:pt x="19818" y="21067"/>
                </a:lnTo>
                <a:lnTo>
                  <a:pt x="18036" y="20540"/>
                </a:lnTo>
                <a:lnTo>
                  <a:pt x="16251" y="20007"/>
                </a:lnTo>
                <a:lnTo>
                  <a:pt x="14464" y="19480"/>
                </a:lnTo>
                <a:lnTo>
                  <a:pt x="12674" y="18947"/>
                </a:lnTo>
                <a:lnTo>
                  <a:pt x="10881" y="18414"/>
                </a:lnTo>
                <a:lnTo>
                  <a:pt x="9083" y="17881"/>
                </a:lnTo>
                <a:lnTo>
                  <a:pt x="7279" y="17342"/>
                </a:lnTo>
                <a:lnTo>
                  <a:pt x="5470" y="16802"/>
                </a:lnTo>
                <a:lnTo>
                  <a:pt x="3656" y="16263"/>
                </a:lnTo>
                <a:lnTo>
                  <a:pt x="1831" y="15723"/>
                </a:lnTo>
                <a:lnTo>
                  <a:pt x="0" y="15177"/>
                </a:lnTo>
                <a:lnTo>
                  <a:pt x="670" y="11998"/>
                </a:lnTo>
                <a:lnTo>
                  <a:pt x="1339" y="8799"/>
                </a:lnTo>
                <a:lnTo>
                  <a:pt x="2017" y="5588"/>
                </a:lnTo>
                <a:lnTo>
                  <a:pt x="2700" y="2331"/>
                </a:lnTo>
                <a:close/>
              </a:path>
            </a:pathLst>
          </a:custGeom>
          <a:solidFill>
            <a:srgbClr val="ED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39" name="contour_15337"/>
          <p:cNvSpPr/>
          <p:nvPr/>
        </p:nvSpPr>
        <p:spPr>
          <a:xfrm>
            <a:off x="4777661" y="1601536"/>
            <a:ext cx="35500" cy="455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03" y="0"/>
                </a:moveTo>
                <a:lnTo>
                  <a:pt x="18531" y="429"/>
                </a:lnTo>
                <a:lnTo>
                  <a:pt x="21600" y="864"/>
                </a:lnTo>
                <a:lnTo>
                  <a:pt x="21600" y="2917"/>
                </a:lnTo>
                <a:lnTo>
                  <a:pt x="21600" y="4977"/>
                </a:lnTo>
                <a:lnTo>
                  <a:pt x="21600" y="7043"/>
                </a:lnTo>
                <a:lnTo>
                  <a:pt x="21600" y="9127"/>
                </a:lnTo>
                <a:lnTo>
                  <a:pt x="21600" y="11232"/>
                </a:lnTo>
                <a:lnTo>
                  <a:pt x="20664" y="11135"/>
                </a:lnTo>
                <a:lnTo>
                  <a:pt x="19010" y="10969"/>
                </a:lnTo>
                <a:lnTo>
                  <a:pt x="15228" y="10582"/>
                </a:lnTo>
                <a:lnTo>
                  <a:pt x="12935" y="10797"/>
                </a:lnTo>
                <a:lnTo>
                  <a:pt x="10634" y="11014"/>
                </a:lnTo>
                <a:lnTo>
                  <a:pt x="8297" y="11232"/>
                </a:lnTo>
                <a:lnTo>
                  <a:pt x="6798" y="13803"/>
                </a:lnTo>
                <a:lnTo>
                  <a:pt x="5818" y="15628"/>
                </a:lnTo>
                <a:lnTo>
                  <a:pt x="5144" y="17204"/>
                </a:lnTo>
                <a:lnTo>
                  <a:pt x="4563" y="19029"/>
                </a:lnTo>
                <a:lnTo>
                  <a:pt x="3862" y="21600"/>
                </a:lnTo>
                <a:lnTo>
                  <a:pt x="2142" y="19416"/>
                </a:lnTo>
                <a:lnTo>
                  <a:pt x="891" y="17498"/>
                </a:lnTo>
                <a:lnTo>
                  <a:pt x="160" y="15611"/>
                </a:lnTo>
                <a:lnTo>
                  <a:pt x="0" y="13520"/>
                </a:lnTo>
                <a:lnTo>
                  <a:pt x="466" y="10990"/>
                </a:lnTo>
                <a:lnTo>
                  <a:pt x="2798" y="7309"/>
                </a:lnTo>
                <a:lnTo>
                  <a:pt x="4634" y="4652"/>
                </a:lnTo>
                <a:lnTo>
                  <a:pt x="6230" y="2824"/>
                </a:lnTo>
                <a:lnTo>
                  <a:pt x="7853" y="1638"/>
                </a:lnTo>
                <a:lnTo>
                  <a:pt x="9765" y="902"/>
                </a:lnTo>
                <a:lnTo>
                  <a:pt x="12226" y="418"/>
                </a:lnTo>
                <a:lnTo>
                  <a:pt x="15503" y="0"/>
                </a:lnTo>
                <a:close/>
              </a:path>
            </a:pathLst>
          </a:custGeom>
          <a:solidFill>
            <a:srgbClr val="6781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0" name="contour_15338"/>
          <p:cNvSpPr/>
          <p:nvPr/>
        </p:nvSpPr>
        <p:spPr>
          <a:xfrm>
            <a:off x="1730341" y="161064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0663" y="4787"/>
                </a:lnTo>
                <a:lnTo>
                  <a:pt x="19449" y="5396"/>
                </a:lnTo>
                <a:lnTo>
                  <a:pt x="17155" y="6545"/>
                </a:lnTo>
                <a:lnTo>
                  <a:pt x="12960" y="8640"/>
                </a:lnTo>
                <a:lnTo>
                  <a:pt x="13815" y="11206"/>
                </a:lnTo>
                <a:lnTo>
                  <a:pt x="14675" y="13781"/>
                </a:lnTo>
                <a:lnTo>
                  <a:pt x="15535" y="16364"/>
                </a:lnTo>
                <a:lnTo>
                  <a:pt x="16403" y="18969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888D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1" name="contour_15339"/>
          <p:cNvSpPr/>
          <p:nvPr/>
        </p:nvSpPr>
        <p:spPr>
          <a:xfrm>
            <a:off x="1678173" y="1596070"/>
            <a:ext cx="5216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7" y="0"/>
                </a:moveTo>
                <a:lnTo>
                  <a:pt x="2242" y="972"/>
                </a:lnTo>
                <a:lnTo>
                  <a:pt x="4004" y="1953"/>
                </a:lnTo>
                <a:lnTo>
                  <a:pt x="5767" y="2938"/>
                </a:lnTo>
                <a:lnTo>
                  <a:pt x="7523" y="3936"/>
                </a:lnTo>
                <a:lnTo>
                  <a:pt x="9282" y="4933"/>
                </a:lnTo>
                <a:lnTo>
                  <a:pt x="11038" y="5940"/>
                </a:lnTo>
                <a:lnTo>
                  <a:pt x="12553" y="6761"/>
                </a:lnTo>
                <a:lnTo>
                  <a:pt x="14092" y="7595"/>
                </a:lnTo>
                <a:lnTo>
                  <a:pt x="15833" y="8627"/>
                </a:lnTo>
                <a:lnTo>
                  <a:pt x="17197" y="9530"/>
                </a:lnTo>
                <a:lnTo>
                  <a:pt x="18884" y="10804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832" y="21043"/>
                </a:lnTo>
                <a:lnTo>
                  <a:pt x="18069" y="20477"/>
                </a:lnTo>
                <a:lnTo>
                  <a:pt x="16310" y="19898"/>
                </a:lnTo>
                <a:lnTo>
                  <a:pt x="14554" y="19306"/>
                </a:lnTo>
                <a:lnTo>
                  <a:pt x="12795" y="18701"/>
                </a:lnTo>
                <a:lnTo>
                  <a:pt x="11038" y="18092"/>
                </a:lnTo>
                <a:lnTo>
                  <a:pt x="9524" y="17634"/>
                </a:lnTo>
                <a:lnTo>
                  <a:pt x="7985" y="17172"/>
                </a:lnTo>
                <a:lnTo>
                  <a:pt x="6243" y="16511"/>
                </a:lnTo>
                <a:lnTo>
                  <a:pt x="4879" y="15850"/>
                </a:lnTo>
                <a:lnTo>
                  <a:pt x="3193" y="14800"/>
                </a:lnTo>
                <a:lnTo>
                  <a:pt x="477" y="12960"/>
                </a:lnTo>
                <a:lnTo>
                  <a:pt x="160" y="9590"/>
                </a:lnTo>
                <a:lnTo>
                  <a:pt x="0" y="7236"/>
                </a:lnTo>
                <a:lnTo>
                  <a:pt x="0" y="5266"/>
                </a:lnTo>
                <a:lnTo>
                  <a:pt x="160" y="3059"/>
                </a:lnTo>
                <a:lnTo>
                  <a:pt x="477" y="0"/>
                </a:lnTo>
                <a:close/>
              </a:path>
            </a:pathLst>
          </a:custGeom>
          <a:solidFill>
            <a:srgbClr val="4546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2" name="contour_15340"/>
          <p:cNvSpPr/>
          <p:nvPr/>
        </p:nvSpPr>
        <p:spPr>
          <a:xfrm>
            <a:off x="4281138" y="158878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519" y="1058"/>
                </a:lnTo>
                <a:lnTo>
                  <a:pt x="4869" y="2927"/>
                </a:lnTo>
                <a:lnTo>
                  <a:pt x="5668" y="7200"/>
                </a:lnTo>
                <a:lnTo>
                  <a:pt x="6545" y="10127"/>
                </a:lnTo>
                <a:lnTo>
                  <a:pt x="7314" y="11995"/>
                </a:lnTo>
                <a:lnTo>
                  <a:pt x="8640" y="14400"/>
                </a:lnTo>
                <a:lnTo>
                  <a:pt x="11984" y="14832"/>
                </a:lnTo>
                <a:lnTo>
                  <a:pt x="14329" y="15048"/>
                </a:lnTo>
                <a:lnTo>
                  <a:pt x="16299" y="15048"/>
                </a:lnTo>
                <a:lnTo>
                  <a:pt x="18516" y="14832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8926" y="21154"/>
                </a:lnTo>
                <a:lnTo>
                  <a:pt x="16252" y="20707"/>
                </a:lnTo>
                <a:lnTo>
                  <a:pt x="13569" y="20261"/>
                </a:lnTo>
                <a:lnTo>
                  <a:pt x="10882" y="19814"/>
                </a:lnTo>
                <a:lnTo>
                  <a:pt x="8182" y="19364"/>
                </a:lnTo>
                <a:lnTo>
                  <a:pt x="5469" y="18911"/>
                </a:lnTo>
                <a:lnTo>
                  <a:pt x="2743" y="18457"/>
                </a:lnTo>
                <a:lnTo>
                  <a:pt x="0" y="18000"/>
                </a:lnTo>
                <a:lnTo>
                  <a:pt x="536" y="15772"/>
                </a:lnTo>
                <a:lnTo>
                  <a:pt x="1071" y="13543"/>
                </a:lnTo>
                <a:lnTo>
                  <a:pt x="1607" y="11308"/>
                </a:lnTo>
                <a:lnTo>
                  <a:pt x="2143" y="9068"/>
                </a:lnTo>
                <a:lnTo>
                  <a:pt x="2683" y="6818"/>
                </a:lnTo>
                <a:lnTo>
                  <a:pt x="3227" y="4558"/>
                </a:lnTo>
                <a:lnTo>
                  <a:pt x="3771" y="2286"/>
                </a:lnTo>
                <a:lnTo>
                  <a:pt x="4320" y="0"/>
                </a:lnTo>
                <a:close/>
              </a:path>
            </a:pathLst>
          </a:custGeom>
          <a:solidFill>
            <a:srgbClr val="BB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3" name="contour_15341"/>
          <p:cNvSpPr/>
          <p:nvPr/>
        </p:nvSpPr>
        <p:spPr>
          <a:xfrm>
            <a:off x="3727250" y="1559630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499" y="1929"/>
                </a:lnTo>
                <a:lnTo>
                  <a:pt x="6683" y="3857"/>
                </a:lnTo>
                <a:lnTo>
                  <a:pt x="7862" y="5786"/>
                </a:lnTo>
                <a:lnTo>
                  <a:pt x="9046" y="7714"/>
                </a:lnTo>
                <a:lnTo>
                  <a:pt x="10225" y="9643"/>
                </a:lnTo>
                <a:lnTo>
                  <a:pt x="11582" y="10982"/>
                </a:lnTo>
                <a:lnTo>
                  <a:pt x="12960" y="12343"/>
                </a:lnTo>
                <a:lnTo>
                  <a:pt x="15816" y="12343"/>
                </a:lnTo>
                <a:lnTo>
                  <a:pt x="18688" y="12343"/>
                </a:lnTo>
                <a:lnTo>
                  <a:pt x="21600" y="12343"/>
                </a:lnTo>
                <a:lnTo>
                  <a:pt x="20745" y="14176"/>
                </a:lnTo>
                <a:lnTo>
                  <a:pt x="19885" y="16015"/>
                </a:lnTo>
                <a:lnTo>
                  <a:pt x="19025" y="17860"/>
                </a:lnTo>
                <a:lnTo>
                  <a:pt x="18157" y="19721"/>
                </a:lnTo>
                <a:lnTo>
                  <a:pt x="17280" y="21600"/>
                </a:lnTo>
                <a:lnTo>
                  <a:pt x="14429" y="21091"/>
                </a:lnTo>
                <a:lnTo>
                  <a:pt x="11573" y="20582"/>
                </a:lnTo>
                <a:lnTo>
                  <a:pt x="8705" y="20069"/>
                </a:lnTo>
                <a:lnTo>
                  <a:pt x="5823" y="19554"/>
                </a:lnTo>
                <a:lnTo>
                  <a:pt x="2925" y="19036"/>
                </a:lnTo>
                <a:lnTo>
                  <a:pt x="0" y="18514"/>
                </a:lnTo>
                <a:lnTo>
                  <a:pt x="475" y="16478"/>
                </a:lnTo>
                <a:lnTo>
                  <a:pt x="950" y="14438"/>
                </a:lnTo>
                <a:lnTo>
                  <a:pt x="1426" y="12398"/>
                </a:lnTo>
                <a:lnTo>
                  <a:pt x="1905" y="10353"/>
                </a:lnTo>
                <a:lnTo>
                  <a:pt x="2385" y="8301"/>
                </a:lnTo>
                <a:lnTo>
                  <a:pt x="2864" y="6239"/>
                </a:lnTo>
                <a:lnTo>
                  <a:pt x="3348" y="4172"/>
                </a:lnTo>
                <a:lnTo>
                  <a:pt x="3832" y="2092"/>
                </a:lnTo>
                <a:lnTo>
                  <a:pt x="4320" y="0"/>
                </a:lnTo>
                <a:close/>
              </a:path>
            </a:pathLst>
          </a:custGeom>
          <a:solidFill>
            <a:srgbClr val="9C86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4" name="contour_15342"/>
          <p:cNvSpPr/>
          <p:nvPr/>
        </p:nvSpPr>
        <p:spPr>
          <a:xfrm>
            <a:off x="8304109" y="157420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0EE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5" name="contour_15343"/>
          <p:cNvSpPr/>
          <p:nvPr/>
        </p:nvSpPr>
        <p:spPr>
          <a:xfrm>
            <a:off x="6737191" y="155234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381" y="1503"/>
                </a:lnTo>
                <a:lnTo>
                  <a:pt x="15250" y="2657"/>
                </a:lnTo>
                <a:lnTo>
                  <a:pt x="16708" y="3711"/>
                </a:lnTo>
                <a:lnTo>
                  <a:pt x="18050" y="4899"/>
                </a:lnTo>
                <a:lnTo>
                  <a:pt x="19580" y="6463"/>
                </a:lnTo>
                <a:lnTo>
                  <a:pt x="21600" y="8640"/>
                </a:lnTo>
                <a:lnTo>
                  <a:pt x="21071" y="9590"/>
                </a:lnTo>
                <a:lnTo>
                  <a:pt x="20542" y="10545"/>
                </a:lnTo>
                <a:lnTo>
                  <a:pt x="19811" y="11863"/>
                </a:lnTo>
                <a:lnTo>
                  <a:pt x="18673" y="13906"/>
                </a:lnTo>
                <a:lnTo>
                  <a:pt x="16938" y="17029"/>
                </a:lnTo>
                <a:lnTo>
                  <a:pt x="14400" y="21600"/>
                </a:lnTo>
                <a:lnTo>
                  <a:pt x="12362" y="20377"/>
                </a:lnTo>
                <a:lnTo>
                  <a:pt x="10325" y="19155"/>
                </a:lnTo>
                <a:lnTo>
                  <a:pt x="8280" y="17928"/>
                </a:lnTo>
                <a:lnTo>
                  <a:pt x="6228" y="16697"/>
                </a:lnTo>
                <a:lnTo>
                  <a:pt x="4165" y="15457"/>
                </a:lnTo>
                <a:lnTo>
                  <a:pt x="2092" y="14213"/>
                </a:lnTo>
                <a:lnTo>
                  <a:pt x="0" y="12960"/>
                </a:lnTo>
                <a:lnTo>
                  <a:pt x="2826" y="8778"/>
                </a:lnTo>
                <a:lnTo>
                  <a:pt x="4838" y="5884"/>
                </a:lnTo>
                <a:lnTo>
                  <a:pt x="6347" y="3918"/>
                </a:lnTo>
                <a:lnTo>
                  <a:pt x="7639" y="2523"/>
                </a:lnTo>
                <a:lnTo>
                  <a:pt x="9025" y="1339"/>
                </a:lnTo>
                <a:lnTo>
                  <a:pt x="10800" y="0"/>
                </a:lnTo>
                <a:close/>
              </a:path>
            </a:pathLst>
          </a:custGeom>
          <a:solidFill>
            <a:srgbClr val="B2B8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6" name="contour_15344"/>
          <p:cNvSpPr/>
          <p:nvPr/>
        </p:nvSpPr>
        <p:spPr>
          <a:xfrm>
            <a:off x="5126545" y="1546811"/>
            <a:ext cx="43728" cy="283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210"/>
                </a:moveTo>
                <a:lnTo>
                  <a:pt x="21031" y="8337"/>
                </a:lnTo>
                <a:lnTo>
                  <a:pt x="20560" y="11266"/>
                </a:lnTo>
                <a:lnTo>
                  <a:pt x="20012" y="13795"/>
                </a:lnTo>
                <a:lnTo>
                  <a:pt x="19217" y="16724"/>
                </a:lnTo>
                <a:lnTo>
                  <a:pt x="18000" y="20851"/>
                </a:lnTo>
                <a:lnTo>
                  <a:pt x="15214" y="21350"/>
                </a:lnTo>
                <a:lnTo>
                  <a:pt x="13259" y="21600"/>
                </a:lnTo>
                <a:lnTo>
                  <a:pt x="11617" y="21600"/>
                </a:lnTo>
                <a:lnTo>
                  <a:pt x="9770" y="21350"/>
                </a:lnTo>
                <a:lnTo>
                  <a:pt x="7200" y="20851"/>
                </a:lnTo>
                <a:lnTo>
                  <a:pt x="7200" y="17185"/>
                </a:lnTo>
                <a:lnTo>
                  <a:pt x="7200" y="13496"/>
                </a:lnTo>
                <a:lnTo>
                  <a:pt x="7200" y="9757"/>
                </a:lnTo>
                <a:lnTo>
                  <a:pt x="5062" y="7721"/>
                </a:lnTo>
                <a:lnTo>
                  <a:pt x="3600" y="6462"/>
                </a:lnTo>
                <a:lnTo>
                  <a:pt x="2138" y="5469"/>
                </a:lnTo>
                <a:lnTo>
                  <a:pt x="0" y="4210"/>
                </a:lnTo>
                <a:lnTo>
                  <a:pt x="2722" y="2529"/>
                </a:lnTo>
                <a:lnTo>
                  <a:pt x="5202" y="1265"/>
                </a:lnTo>
                <a:lnTo>
                  <a:pt x="7510" y="422"/>
                </a:lnTo>
                <a:lnTo>
                  <a:pt x="9716" y="0"/>
                </a:lnTo>
                <a:lnTo>
                  <a:pt x="11884" y="0"/>
                </a:lnTo>
                <a:lnTo>
                  <a:pt x="14090" y="422"/>
                </a:lnTo>
                <a:lnTo>
                  <a:pt x="16398" y="1265"/>
                </a:lnTo>
                <a:lnTo>
                  <a:pt x="18878" y="2529"/>
                </a:lnTo>
                <a:lnTo>
                  <a:pt x="21600" y="4210"/>
                </a:lnTo>
                <a:close/>
              </a:path>
            </a:pathLst>
          </a:custGeom>
          <a:solidFill>
            <a:srgbClr val="BECD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7" name="contour_15345"/>
          <p:cNvSpPr/>
          <p:nvPr/>
        </p:nvSpPr>
        <p:spPr>
          <a:xfrm>
            <a:off x="10271867" y="1508614"/>
            <a:ext cx="3857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6" y="108"/>
                </a:lnTo>
                <a:lnTo>
                  <a:pt x="5342" y="259"/>
                </a:lnTo>
                <a:lnTo>
                  <a:pt x="7925" y="486"/>
                </a:lnTo>
                <a:lnTo>
                  <a:pt x="10467" y="806"/>
                </a:lnTo>
                <a:lnTo>
                  <a:pt x="12973" y="1253"/>
                </a:lnTo>
                <a:lnTo>
                  <a:pt x="15458" y="1850"/>
                </a:lnTo>
                <a:lnTo>
                  <a:pt x="17931" y="2621"/>
                </a:lnTo>
                <a:lnTo>
                  <a:pt x="20404" y="3600"/>
                </a:lnTo>
                <a:lnTo>
                  <a:pt x="21086" y="6210"/>
                </a:lnTo>
                <a:lnTo>
                  <a:pt x="21469" y="8770"/>
                </a:lnTo>
                <a:lnTo>
                  <a:pt x="21600" y="11300"/>
                </a:lnTo>
                <a:lnTo>
                  <a:pt x="21518" y="13828"/>
                </a:lnTo>
                <a:lnTo>
                  <a:pt x="21265" y="16369"/>
                </a:lnTo>
                <a:lnTo>
                  <a:pt x="20878" y="18954"/>
                </a:lnTo>
                <a:lnTo>
                  <a:pt x="20404" y="21600"/>
                </a:lnTo>
                <a:lnTo>
                  <a:pt x="18352" y="20264"/>
                </a:lnTo>
                <a:lnTo>
                  <a:pt x="16307" y="18918"/>
                </a:lnTo>
                <a:lnTo>
                  <a:pt x="14267" y="17568"/>
                </a:lnTo>
                <a:lnTo>
                  <a:pt x="12234" y="16211"/>
                </a:lnTo>
                <a:lnTo>
                  <a:pt x="10202" y="14850"/>
                </a:lnTo>
                <a:lnTo>
                  <a:pt x="9357" y="14292"/>
                </a:lnTo>
                <a:lnTo>
                  <a:pt x="7872" y="13306"/>
                </a:lnTo>
                <a:lnTo>
                  <a:pt x="4464" y="11052"/>
                </a:lnTo>
                <a:lnTo>
                  <a:pt x="2991" y="9781"/>
                </a:lnTo>
                <a:lnTo>
                  <a:pt x="1506" y="85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8B86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8" name="contour_15346"/>
          <p:cNvSpPr/>
          <p:nvPr/>
        </p:nvSpPr>
        <p:spPr>
          <a:xfrm>
            <a:off x="10271867" y="149403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746" y="20974"/>
                </a:lnTo>
                <a:lnTo>
                  <a:pt x="13496" y="20304"/>
                </a:lnTo>
                <a:lnTo>
                  <a:pt x="11246" y="19613"/>
                </a:lnTo>
                <a:lnTo>
                  <a:pt x="9000" y="18900"/>
                </a:lnTo>
                <a:lnTo>
                  <a:pt x="7740" y="18518"/>
                </a:lnTo>
                <a:lnTo>
                  <a:pt x="3938" y="17381"/>
                </a:lnTo>
                <a:lnTo>
                  <a:pt x="1984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5C7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49" name="contour_15347"/>
          <p:cNvSpPr/>
          <p:nvPr/>
        </p:nvSpPr>
        <p:spPr>
          <a:xfrm>
            <a:off x="5649888" y="1486750"/>
            <a:ext cx="2325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31" y="0"/>
                </a:moveTo>
                <a:lnTo>
                  <a:pt x="18188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7"/>
                </a:lnTo>
                <a:lnTo>
                  <a:pt x="21600" y="5351"/>
                </a:lnTo>
                <a:lnTo>
                  <a:pt x="21600" y="7142"/>
                </a:lnTo>
                <a:lnTo>
                  <a:pt x="21600" y="8937"/>
                </a:lnTo>
                <a:lnTo>
                  <a:pt x="21600" y="10741"/>
                </a:lnTo>
                <a:lnTo>
                  <a:pt x="21600" y="12550"/>
                </a:lnTo>
                <a:lnTo>
                  <a:pt x="21600" y="14369"/>
                </a:lnTo>
                <a:lnTo>
                  <a:pt x="21600" y="16200"/>
                </a:lnTo>
                <a:lnTo>
                  <a:pt x="17126" y="16200"/>
                </a:lnTo>
                <a:lnTo>
                  <a:pt x="12624" y="16200"/>
                </a:lnTo>
                <a:lnTo>
                  <a:pt x="8062" y="16200"/>
                </a:lnTo>
                <a:lnTo>
                  <a:pt x="5578" y="17804"/>
                </a:lnTo>
                <a:lnTo>
                  <a:pt x="4041" y="18900"/>
                </a:lnTo>
                <a:lnTo>
                  <a:pt x="2829" y="19996"/>
                </a:lnTo>
                <a:lnTo>
                  <a:pt x="1293" y="21600"/>
                </a:lnTo>
                <a:lnTo>
                  <a:pt x="670" y="18055"/>
                </a:lnTo>
                <a:lnTo>
                  <a:pt x="223" y="15182"/>
                </a:lnTo>
                <a:lnTo>
                  <a:pt x="0" y="12874"/>
                </a:lnTo>
                <a:lnTo>
                  <a:pt x="20" y="11019"/>
                </a:lnTo>
                <a:lnTo>
                  <a:pt x="338" y="9504"/>
                </a:lnTo>
                <a:lnTo>
                  <a:pt x="988" y="8221"/>
                </a:lnTo>
                <a:lnTo>
                  <a:pt x="2004" y="7063"/>
                </a:lnTo>
                <a:lnTo>
                  <a:pt x="3425" y="5913"/>
                </a:lnTo>
                <a:lnTo>
                  <a:pt x="5293" y="4666"/>
                </a:lnTo>
                <a:lnTo>
                  <a:pt x="7642" y="3208"/>
                </a:lnTo>
                <a:lnTo>
                  <a:pt x="10018" y="2149"/>
                </a:lnTo>
                <a:lnTo>
                  <a:pt x="12408" y="1080"/>
                </a:lnTo>
                <a:lnTo>
                  <a:pt x="14831" y="0"/>
                </a:lnTo>
                <a:close/>
              </a:path>
            </a:pathLst>
          </a:custGeom>
          <a:solidFill>
            <a:srgbClr val="C9D0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0" name="contour_15348"/>
          <p:cNvSpPr/>
          <p:nvPr/>
        </p:nvSpPr>
        <p:spPr>
          <a:xfrm>
            <a:off x="7203622" y="1462481"/>
            <a:ext cx="36440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6"/>
                </a:lnTo>
                <a:lnTo>
                  <a:pt x="8506" y="150"/>
                </a:lnTo>
                <a:lnTo>
                  <a:pt x="11007" y="0"/>
                </a:lnTo>
                <a:lnTo>
                  <a:pt x="12986" y="150"/>
                </a:lnTo>
                <a:lnTo>
                  <a:pt x="14917" y="596"/>
                </a:lnTo>
                <a:lnTo>
                  <a:pt x="17280" y="1337"/>
                </a:lnTo>
                <a:lnTo>
                  <a:pt x="18325" y="3801"/>
                </a:lnTo>
                <a:lnTo>
                  <a:pt x="19176" y="6273"/>
                </a:lnTo>
                <a:lnTo>
                  <a:pt x="19855" y="8758"/>
                </a:lnTo>
                <a:lnTo>
                  <a:pt x="20390" y="11262"/>
                </a:lnTo>
                <a:lnTo>
                  <a:pt x="20805" y="13795"/>
                </a:lnTo>
                <a:lnTo>
                  <a:pt x="21129" y="16356"/>
                </a:lnTo>
                <a:lnTo>
                  <a:pt x="21384" y="18954"/>
                </a:lnTo>
                <a:lnTo>
                  <a:pt x="21600" y="21600"/>
                </a:lnTo>
                <a:lnTo>
                  <a:pt x="20805" y="19606"/>
                </a:lnTo>
                <a:lnTo>
                  <a:pt x="19997" y="17580"/>
                </a:lnTo>
                <a:lnTo>
                  <a:pt x="18649" y="15554"/>
                </a:lnTo>
                <a:lnTo>
                  <a:pt x="17280" y="13495"/>
                </a:lnTo>
                <a:lnTo>
                  <a:pt x="14148" y="12948"/>
                </a:lnTo>
                <a:lnTo>
                  <a:pt x="11837" y="12818"/>
                </a:lnTo>
                <a:lnTo>
                  <a:pt x="8372" y="12988"/>
                </a:lnTo>
                <a:lnTo>
                  <a:pt x="5607" y="13155"/>
                </a:lnTo>
                <a:lnTo>
                  <a:pt x="2821" y="13325"/>
                </a:lnTo>
                <a:lnTo>
                  <a:pt x="0" y="13495"/>
                </a:lnTo>
                <a:lnTo>
                  <a:pt x="0" y="11088"/>
                </a:lnTo>
                <a:lnTo>
                  <a:pt x="0" y="8672"/>
                </a:lnTo>
                <a:lnTo>
                  <a:pt x="0" y="6249"/>
                </a:lnTo>
                <a:lnTo>
                  <a:pt x="0" y="3805"/>
                </a:lnTo>
                <a:lnTo>
                  <a:pt x="0" y="1337"/>
                </a:lnTo>
                <a:close/>
              </a:path>
            </a:pathLst>
          </a:custGeom>
          <a:solidFill>
            <a:srgbClr val="DA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1" name="contour_15349"/>
          <p:cNvSpPr/>
          <p:nvPr/>
        </p:nvSpPr>
        <p:spPr>
          <a:xfrm>
            <a:off x="10388475" y="1436354"/>
            <a:ext cx="44384" cy="299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177" y="1361"/>
                </a:moveTo>
                <a:lnTo>
                  <a:pt x="19720" y="3068"/>
                </a:lnTo>
                <a:lnTo>
                  <a:pt x="21281" y="4808"/>
                </a:lnTo>
                <a:lnTo>
                  <a:pt x="21494" y="8874"/>
                </a:lnTo>
                <a:lnTo>
                  <a:pt x="21600" y="11727"/>
                </a:lnTo>
                <a:lnTo>
                  <a:pt x="21600" y="14123"/>
                </a:lnTo>
                <a:lnTo>
                  <a:pt x="21494" y="16819"/>
                </a:lnTo>
                <a:lnTo>
                  <a:pt x="21281" y="20570"/>
                </a:lnTo>
                <a:lnTo>
                  <a:pt x="19121" y="20770"/>
                </a:lnTo>
                <a:lnTo>
                  <a:pt x="16961" y="20943"/>
                </a:lnTo>
                <a:lnTo>
                  <a:pt x="14797" y="21090"/>
                </a:lnTo>
                <a:lnTo>
                  <a:pt x="12637" y="21227"/>
                </a:lnTo>
                <a:lnTo>
                  <a:pt x="10222" y="21411"/>
                </a:lnTo>
                <a:lnTo>
                  <a:pt x="7771" y="21600"/>
                </a:lnTo>
                <a:lnTo>
                  <a:pt x="5675" y="21090"/>
                </a:lnTo>
                <a:lnTo>
                  <a:pt x="3547" y="20570"/>
                </a:lnTo>
                <a:lnTo>
                  <a:pt x="2174" y="17423"/>
                </a:lnTo>
                <a:lnTo>
                  <a:pt x="1348" y="15284"/>
                </a:lnTo>
                <a:lnTo>
                  <a:pt x="734" y="13157"/>
                </a:lnTo>
                <a:lnTo>
                  <a:pt x="0" y="10062"/>
                </a:lnTo>
                <a:lnTo>
                  <a:pt x="1653" y="8638"/>
                </a:lnTo>
                <a:lnTo>
                  <a:pt x="3313" y="7235"/>
                </a:lnTo>
                <a:lnTo>
                  <a:pt x="4980" y="5848"/>
                </a:lnTo>
                <a:lnTo>
                  <a:pt x="6650" y="4482"/>
                </a:lnTo>
                <a:lnTo>
                  <a:pt x="8505" y="2921"/>
                </a:lnTo>
                <a:lnTo>
                  <a:pt x="10392" y="1340"/>
                </a:lnTo>
                <a:lnTo>
                  <a:pt x="12648" y="336"/>
                </a:lnTo>
                <a:lnTo>
                  <a:pt x="14212" y="0"/>
                </a:lnTo>
                <a:lnTo>
                  <a:pt x="15812" y="342"/>
                </a:lnTo>
                <a:lnTo>
                  <a:pt x="18177" y="1361"/>
                </a:lnTo>
                <a:close/>
              </a:path>
            </a:pathLst>
          </a:custGeom>
          <a:solidFill>
            <a:srgbClr val="DD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2" name="contour_15350"/>
          <p:cNvSpPr/>
          <p:nvPr/>
        </p:nvSpPr>
        <p:spPr>
          <a:xfrm>
            <a:off x="11328625" y="142115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7" y="1150"/>
                </a:lnTo>
                <a:lnTo>
                  <a:pt x="8111" y="2322"/>
                </a:lnTo>
                <a:lnTo>
                  <a:pt x="10357" y="3515"/>
                </a:lnTo>
                <a:lnTo>
                  <a:pt x="12600" y="4725"/>
                </a:lnTo>
                <a:lnTo>
                  <a:pt x="13345" y="5114"/>
                </a:lnTo>
                <a:lnTo>
                  <a:pt x="14656" y="5805"/>
                </a:lnTo>
                <a:lnTo>
                  <a:pt x="17662" y="7382"/>
                </a:lnTo>
                <a:lnTo>
                  <a:pt x="19616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BED3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3" name="contour_15351"/>
          <p:cNvSpPr/>
          <p:nvPr/>
        </p:nvSpPr>
        <p:spPr>
          <a:xfrm>
            <a:off x="3749114" y="139200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531" y="2138"/>
                </a:lnTo>
                <a:lnTo>
                  <a:pt x="19462" y="4277"/>
                </a:lnTo>
                <a:lnTo>
                  <a:pt x="18389" y="6422"/>
                </a:lnTo>
                <a:lnTo>
                  <a:pt x="17316" y="8568"/>
                </a:lnTo>
                <a:lnTo>
                  <a:pt x="16240" y="10717"/>
                </a:lnTo>
                <a:lnTo>
                  <a:pt x="15163" y="12877"/>
                </a:lnTo>
                <a:lnTo>
                  <a:pt x="14080" y="15044"/>
                </a:lnTo>
                <a:lnTo>
                  <a:pt x="12992" y="17219"/>
                </a:lnTo>
                <a:lnTo>
                  <a:pt x="11898" y="19404"/>
                </a:lnTo>
                <a:lnTo>
                  <a:pt x="10800" y="21600"/>
                </a:lnTo>
                <a:lnTo>
                  <a:pt x="10379" y="19490"/>
                </a:lnTo>
                <a:lnTo>
                  <a:pt x="9958" y="17381"/>
                </a:lnTo>
                <a:lnTo>
                  <a:pt x="9533" y="15271"/>
                </a:lnTo>
                <a:lnTo>
                  <a:pt x="9112" y="13162"/>
                </a:lnTo>
                <a:lnTo>
                  <a:pt x="8690" y="11052"/>
                </a:lnTo>
                <a:lnTo>
                  <a:pt x="8028" y="9396"/>
                </a:lnTo>
                <a:lnTo>
                  <a:pt x="7376" y="8075"/>
                </a:lnTo>
                <a:lnTo>
                  <a:pt x="6487" y="6782"/>
                </a:lnTo>
                <a:lnTo>
                  <a:pt x="5123" y="5209"/>
                </a:lnTo>
                <a:lnTo>
                  <a:pt x="3042" y="3053"/>
                </a:lnTo>
                <a:lnTo>
                  <a:pt x="0" y="0"/>
                </a:lnTo>
                <a:close/>
              </a:path>
            </a:pathLst>
          </a:custGeom>
          <a:solidFill>
            <a:srgbClr val="C3CB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4" name="contour_15352"/>
          <p:cNvSpPr/>
          <p:nvPr/>
        </p:nvSpPr>
        <p:spPr>
          <a:xfrm>
            <a:off x="7312942" y="1356434"/>
            <a:ext cx="72880" cy="209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20" y="660"/>
                </a:moveTo>
                <a:lnTo>
                  <a:pt x="11012" y="1327"/>
                </a:lnTo>
                <a:lnTo>
                  <a:pt x="12055" y="2504"/>
                </a:lnTo>
                <a:lnTo>
                  <a:pt x="14444" y="5196"/>
                </a:lnTo>
                <a:lnTo>
                  <a:pt x="15792" y="6643"/>
                </a:lnTo>
                <a:lnTo>
                  <a:pt x="17148" y="8097"/>
                </a:lnTo>
                <a:lnTo>
                  <a:pt x="18520" y="9567"/>
                </a:lnTo>
                <a:lnTo>
                  <a:pt x="18973" y="10226"/>
                </a:lnTo>
                <a:lnTo>
                  <a:pt x="19770" y="11404"/>
                </a:lnTo>
                <a:lnTo>
                  <a:pt x="21600" y="14103"/>
                </a:lnTo>
                <a:lnTo>
                  <a:pt x="21600" y="17821"/>
                </a:lnTo>
                <a:lnTo>
                  <a:pt x="21600" y="21600"/>
                </a:lnTo>
                <a:lnTo>
                  <a:pt x="20174" y="21105"/>
                </a:lnTo>
                <a:lnTo>
                  <a:pt x="18749" y="20610"/>
                </a:lnTo>
                <a:lnTo>
                  <a:pt x="17321" y="20116"/>
                </a:lnTo>
                <a:lnTo>
                  <a:pt x="15893" y="19621"/>
                </a:lnTo>
                <a:lnTo>
                  <a:pt x="14466" y="19126"/>
                </a:lnTo>
                <a:lnTo>
                  <a:pt x="13033" y="18624"/>
                </a:lnTo>
                <a:lnTo>
                  <a:pt x="11599" y="18129"/>
                </a:lnTo>
                <a:lnTo>
                  <a:pt x="10163" y="17634"/>
                </a:lnTo>
                <a:lnTo>
                  <a:pt x="8724" y="17132"/>
                </a:lnTo>
                <a:lnTo>
                  <a:pt x="7281" y="16629"/>
                </a:lnTo>
                <a:lnTo>
                  <a:pt x="5834" y="16127"/>
                </a:lnTo>
                <a:lnTo>
                  <a:pt x="4383" y="15625"/>
                </a:lnTo>
                <a:lnTo>
                  <a:pt x="2927" y="15122"/>
                </a:lnTo>
                <a:lnTo>
                  <a:pt x="1467" y="14612"/>
                </a:lnTo>
                <a:lnTo>
                  <a:pt x="0" y="14103"/>
                </a:lnTo>
                <a:lnTo>
                  <a:pt x="2147" y="9154"/>
                </a:lnTo>
                <a:lnTo>
                  <a:pt x="3808" y="5458"/>
                </a:lnTo>
                <a:lnTo>
                  <a:pt x="5106" y="2849"/>
                </a:lnTo>
                <a:lnTo>
                  <a:pt x="6162" y="1177"/>
                </a:lnTo>
                <a:lnTo>
                  <a:pt x="7100" y="277"/>
                </a:lnTo>
                <a:lnTo>
                  <a:pt x="8042" y="0"/>
                </a:lnTo>
                <a:lnTo>
                  <a:pt x="9107" y="180"/>
                </a:lnTo>
                <a:lnTo>
                  <a:pt x="10420" y="660"/>
                </a:lnTo>
                <a:close/>
              </a:path>
            </a:pathLst>
          </a:custGeom>
          <a:solidFill>
            <a:srgbClr val="DDE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5" name="contour_15353"/>
          <p:cNvSpPr/>
          <p:nvPr/>
        </p:nvSpPr>
        <p:spPr>
          <a:xfrm>
            <a:off x="8318685" y="136285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4CF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6" name="contour_15354"/>
          <p:cNvSpPr/>
          <p:nvPr/>
        </p:nvSpPr>
        <p:spPr>
          <a:xfrm>
            <a:off x="7079726" y="1348278"/>
            <a:ext cx="51016" cy="286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44"/>
                </a:lnTo>
                <a:lnTo>
                  <a:pt x="4280" y="1089"/>
                </a:lnTo>
                <a:lnTo>
                  <a:pt x="6421" y="1633"/>
                </a:lnTo>
                <a:lnTo>
                  <a:pt x="8566" y="2183"/>
                </a:lnTo>
                <a:lnTo>
                  <a:pt x="10720" y="2727"/>
                </a:lnTo>
                <a:lnTo>
                  <a:pt x="12877" y="3277"/>
                </a:lnTo>
                <a:lnTo>
                  <a:pt x="15043" y="3827"/>
                </a:lnTo>
                <a:lnTo>
                  <a:pt x="17218" y="4383"/>
                </a:lnTo>
                <a:lnTo>
                  <a:pt x="19403" y="4938"/>
                </a:lnTo>
                <a:lnTo>
                  <a:pt x="21600" y="5499"/>
                </a:lnTo>
                <a:lnTo>
                  <a:pt x="18650" y="10019"/>
                </a:lnTo>
                <a:lnTo>
                  <a:pt x="16243" y="13632"/>
                </a:lnTo>
                <a:lnTo>
                  <a:pt x="14278" y="16436"/>
                </a:lnTo>
                <a:lnTo>
                  <a:pt x="12645" y="18521"/>
                </a:lnTo>
                <a:lnTo>
                  <a:pt x="11235" y="19989"/>
                </a:lnTo>
                <a:lnTo>
                  <a:pt x="9948" y="20924"/>
                </a:lnTo>
                <a:lnTo>
                  <a:pt x="8671" y="21435"/>
                </a:lnTo>
                <a:lnTo>
                  <a:pt x="7301" y="21600"/>
                </a:lnTo>
                <a:lnTo>
                  <a:pt x="5733" y="21529"/>
                </a:lnTo>
                <a:lnTo>
                  <a:pt x="3857" y="21309"/>
                </a:lnTo>
                <a:lnTo>
                  <a:pt x="2583" y="19719"/>
                </a:lnTo>
                <a:lnTo>
                  <a:pt x="1299" y="18119"/>
                </a:lnTo>
                <a:lnTo>
                  <a:pt x="0" y="16497"/>
                </a:lnTo>
                <a:lnTo>
                  <a:pt x="0" y="13231"/>
                </a:lnTo>
                <a:lnTo>
                  <a:pt x="0" y="9953"/>
                </a:lnTo>
                <a:lnTo>
                  <a:pt x="0" y="6665"/>
                </a:lnTo>
                <a:lnTo>
                  <a:pt x="0" y="3349"/>
                </a:lnTo>
                <a:lnTo>
                  <a:pt x="0" y="0"/>
                </a:lnTo>
                <a:close/>
              </a:path>
            </a:pathLst>
          </a:custGeom>
          <a:solidFill>
            <a:srgbClr val="C0CC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7" name="contour_15355"/>
          <p:cNvSpPr/>
          <p:nvPr/>
        </p:nvSpPr>
        <p:spPr>
          <a:xfrm>
            <a:off x="761038" y="130455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54" y="2674"/>
                </a:lnTo>
                <a:lnTo>
                  <a:pt x="20707" y="5348"/>
                </a:lnTo>
                <a:lnTo>
                  <a:pt x="20261" y="8031"/>
                </a:lnTo>
                <a:lnTo>
                  <a:pt x="19814" y="10718"/>
                </a:lnTo>
                <a:lnTo>
                  <a:pt x="19364" y="13418"/>
                </a:lnTo>
                <a:lnTo>
                  <a:pt x="18911" y="16131"/>
                </a:lnTo>
                <a:lnTo>
                  <a:pt x="18457" y="18857"/>
                </a:lnTo>
                <a:lnTo>
                  <a:pt x="18000" y="21600"/>
                </a:lnTo>
                <a:lnTo>
                  <a:pt x="15772" y="21064"/>
                </a:lnTo>
                <a:lnTo>
                  <a:pt x="13543" y="20529"/>
                </a:lnTo>
                <a:lnTo>
                  <a:pt x="11308" y="19993"/>
                </a:lnTo>
                <a:lnTo>
                  <a:pt x="9068" y="19457"/>
                </a:lnTo>
                <a:lnTo>
                  <a:pt x="6818" y="18917"/>
                </a:lnTo>
                <a:lnTo>
                  <a:pt x="4558" y="18373"/>
                </a:lnTo>
                <a:lnTo>
                  <a:pt x="2286" y="17829"/>
                </a:lnTo>
                <a:lnTo>
                  <a:pt x="0" y="17280"/>
                </a:lnTo>
                <a:lnTo>
                  <a:pt x="1678" y="15107"/>
                </a:lnTo>
                <a:lnTo>
                  <a:pt x="3359" y="12943"/>
                </a:lnTo>
                <a:lnTo>
                  <a:pt x="5051" y="10787"/>
                </a:lnTo>
                <a:lnTo>
                  <a:pt x="6750" y="8640"/>
                </a:lnTo>
                <a:lnTo>
                  <a:pt x="7308" y="7923"/>
                </a:lnTo>
                <a:lnTo>
                  <a:pt x="8294" y="6666"/>
                </a:lnTo>
                <a:lnTo>
                  <a:pt x="10548" y="3780"/>
                </a:lnTo>
                <a:lnTo>
                  <a:pt x="12485" y="1935"/>
                </a:lnTo>
                <a:lnTo>
                  <a:pt x="14029" y="816"/>
                </a:lnTo>
                <a:lnTo>
                  <a:pt x="15710" y="242"/>
                </a:lnTo>
                <a:lnTo>
                  <a:pt x="18054" y="30"/>
                </a:lnTo>
                <a:lnTo>
                  <a:pt x="21600" y="0"/>
                </a:lnTo>
                <a:close/>
              </a:path>
            </a:pathLst>
          </a:custGeom>
          <a:solidFill>
            <a:srgbClr val="CF69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8" name="contour_15356"/>
          <p:cNvSpPr/>
          <p:nvPr/>
        </p:nvSpPr>
        <p:spPr>
          <a:xfrm>
            <a:off x="6999559" y="1311838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297"/>
                </a:lnTo>
                <a:lnTo>
                  <a:pt x="3715" y="616"/>
                </a:lnTo>
                <a:lnTo>
                  <a:pt x="5573" y="956"/>
                </a:lnTo>
                <a:lnTo>
                  <a:pt x="7428" y="1312"/>
                </a:lnTo>
                <a:lnTo>
                  <a:pt x="9283" y="1685"/>
                </a:lnTo>
                <a:lnTo>
                  <a:pt x="11008" y="2003"/>
                </a:lnTo>
                <a:lnTo>
                  <a:pt x="12744" y="2317"/>
                </a:lnTo>
                <a:lnTo>
                  <a:pt x="14502" y="2635"/>
                </a:lnTo>
                <a:lnTo>
                  <a:pt x="15954" y="3548"/>
                </a:lnTo>
                <a:lnTo>
                  <a:pt x="17418" y="4466"/>
                </a:lnTo>
                <a:lnTo>
                  <a:pt x="18900" y="5400"/>
                </a:lnTo>
                <a:lnTo>
                  <a:pt x="19859" y="9531"/>
                </a:lnTo>
                <a:lnTo>
                  <a:pt x="20480" y="12436"/>
                </a:lnTo>
                <a:lnTo>
                  <a:pt x="20890" y="14899"/>
                </a:lnTo>
                <a:lnTo>
                  <a:pt x="21219" y="17696"/>
                </a:lnTo>
                <a:lnTo>
                  <a:pt x="21600" y="21600"/>
                </a:lnTo>
                <a:lnTo>
                  <a:pt x="20064" y="20833"/>
                </a:lnTo>
                <a:lnTo>
                  <a:pt x="18527" y="20061"/>
                </a:lnTo>
                <a:lnTo>
                  <a:pt x="16991" y="19283"/>
                </a:lnTo>
                <a:lnTo>
                  <a:pt x="15455" y="18506"/>
                </a:lnTo>
                <a:lnTo>
                  <a:pt x="13921" y="17717"/>
                </a:lnTo>
                <a:lnTo>
                  <a:pt x="12369" y="16983"/>
                </a:lnTo>
                <a:lnTo>
                  <a:pt x="10808" y="16286"/>
                </a:lnTo>
                <a:lnTo>
                  <a:pt x="9245" y="15633"/>
                </a:lnTo>
                <a:lnTo>
                  <a:pt x="7679" y="15017"/>
                </a:lnTo>
                <a:lnTo>
                  <a:pt x="6199" y="14418"/>
                </a:lnTo>
                <a:lnTo>
                  <a:pt x="5060" y="13894"/>
                </a:lnTo>
                <a:lnTo>
                  <a:pt x="3893" y="13257"/>
                </a:lnTo>
                <a:lnTo>
                  <a:pt x="2330" y="1229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BBC8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59" name="contour_15357"/>
          <p:cNvSpPr/>
          <p:nvPr/>
        </p:nvSpPr>
        <p:spPr>
          <a:xfrm>
            <a:off x="8712237" y="127539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891" y="20450"/>
                </a:lnTo>
                <a:lnTo>
                  <a:pt x="16187" y="19278"/>
                </a:lnTo>
                <a:lnTo>
                  <a:pt x="13491" y="18085"/>
                </a:lnTo>
                <a:lnTo>
                  <a:pt x="10800" y="16875"/>
                </a:lnTo>
                <a:lnTo>
                  <a:pt x="8791" y="16000"/>
                </a:lnTo>
                <a:lnTo>
                  <a:pt x="6774" y="15115"/>
                </a:lnTo>
                <a:lnTo>
                  <a:pt x="4726" y="14218"/>
                </a:lnTo>
                <a:lnTo>
                  <a:pt x="3551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9EAB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0" name="contour_15358"/>
          <p:cNvSpPr/>
          <p:nvPr/>
        </p:nvSpPr>
        <p:spPr>
          <a:xfrm>
            <a:off x="7079726" y="1268111"/>
            <a:ext cx="51016" cy="299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604" y="2584"/>
                </a:lnTo>
                <a:lnTo>
                  <a:pt x="4135" y="5211"/>
                </a:lnTo>
                <a:lnTo>
                  <a:pt x="4641" y="6529"/>
                </a:lnTo>
                <a:lnTo>
                  <a:pt x="6171" y="10506"/>
                </a:lnTo>
                <a:lnTo>
                  <a:pt x="8362" y="11094"/>
                </a:lnTo>
                <a:lnTo>
                  <a:pt x="9914" y="11357"/>
                </a:lnTo>
                <a:lnTo>
                  <a:pt x="11575" y="11357"/>
                </a:lnTo>
                <a:lnTo>
                  <a:pt x="14077" y="11162"/>
                </a:lnTo>
                <a:lnTo>
                  <a:pt x="16191" y="11021"/>
                </a:lnTo>
                <a:lnTo>
                  <a:pt x="18332" y="10874"/>
                </a:lnTo>
                <a:lnTo>
                  <a:pt x="19955" y="10690"/>
                </a:lnTo>
                <a:lnTo>
                  <a:pt x="21600" y="10506"/>
                </a:lnTo>
                <a:lnTo>
                  <a:pt x="20310" y="13626"/>
                </a:lnTo>
                <a:lnTo>
                  <a:pt x="19236" y="15759"/>
                </a:lnTo>
                <a:lnTo>
                  <a:pt x="17801" y="17891"/>
                </a:lnTo>
                <a:lnTo>
                  <a:pt x="15429" y="21012"/>
                </a:lnTo>
                <a:lnTo>
                  <a:pt x="13216" y="21337"/>
                </a:lnTo>
                <a:lnTo>
                  <a:pt x="11013" y="21532"/>
                </a:lnTo>
                <a:lnTo>
                  <a:pt x="8816" y="21600"/>
                </a:lnTo>
                <a:lnTo>
                  <a:pt x="6619" y="21563"/>
                </a:lnTo>
                <a:lnTo>
                  <a:pt x="4422" y="21442"/>
                </a:lnTo>
                <a:lnTo>
                  <a:pt x="2216" y="21253"/>
                </a:lnTo>
                <a:lnTo>
                  <a:pt x="0" y="21012"/>
                </a:lnTo>
                <a:lnTo>
                  <a:pt x="509" y="17545"/>
                </a:lnTo>
                <a:lnTo>
                  <a:pt x="1018" y="14073"/>
                </a:lnTo>
                <a:lnTo>
                  <a:pt x="1531" y="10585"/>
                </a:lnTo>
                <a:lnTo>
                  <a:pt x="2046" y="7081"/>
                </a:lnTo>
                <a:lnTo>
                  <a:pt x="2564" y="3556"/>
                </a:lnTo>
                <a:lnTo>
                  <a:pt x="3086" y="0"/>
                </a:lnTo>
                <a:close/>
              </a:path>
            </a:pathLst>
          </a:custGeom>
          <a:solidFill>
            <a:srgbClr val="D0DA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1" name="contour_15359"/>
          <p:cNvSpPr/>
          <p:nvPr/>
        </p:nvSpPr>
        <p:spPr>
          <a:xfrm>
            <a:off x="3690810" y="1274808"/>
            <a:ext cx="65592" cy="224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133"/>
                </a:moveTo>
                <a:lnTo>
                  <a:pt x="15017" y="189"/>
                </a:lnTo>
                <a:lnTo>
                  <a:pt x="16546" y="259"/>
                </a:lnTo>
                <a:lnTo>
                  <a:pt x="18094" y="315"/>
                </a:lnTo>
                <a:lnTo>
                  <a:pt x="19253" y="400"/>
                </a:lnTo>
                <a:lnTo>
                  <a:pt x="20417" y="484"/>
                </a:lnTo>
                <a:lnTo>
                  <a:pt x="21600" y="568"/>
                </a:lnTo>
                <a:lnTo>
                  <a:pt x="20129" y="3702"/>
                </a:lnTo>
                <a:lnTo>
                  <a:pt x="18691" y="6576"/>
                </a:lnTo>
                <a:lnTo>
                  <a:pt x="17275" y="9184"/>
                </a:lnTo>
                <a:lnTo>
                  <a:pt x="15862" y="11540"/>
                </a:lnTo>
                <a:lnTo>
                  <a:pt x="14438" y="13650"/>
                </a:lnTo>
                <a:lnTo>
                  <a:pt x="12989" y="15522"/>
                </a:lnTo>
                <a:lnTo>
                  <a:pt x="11496" y="17169"/>
                </a:lnTo>
                <a:lnTo>
                  <a:pt x="9946" y="18592"/>
                </a:lnTo>
                <a:lnTo>
                  <a:pt x="8323" y="19798"/>
                </a:lnTo>
                <a:lnTo>
                  <a:pt x="6614" y="20794"/>
                </a:lnTo>
                <a:lnTo>
                  <a:pt x="4800" y="21600"/>
                </a:lnTo>
                <a:lnTo>
                  <a:pt x="3038" y="17681"/>
                </a:lnTo>
                <a:lnTo>
                  <a:pt x="1949" y="14919"/>
                </a:lnTo>
                <a:lnTo>
                  <a:pt x="1087" y="11988"/>
                </a:lnTo>
                <a:lnTo>
                  <a:pt x="0" y="7579"/>
                </a:lnTo>
                <a:lnTo>
                  <a:pt x="1464" y="5118"/>
                </a:lnTo>
                <a:lnTo>
                  <a:pt x="2899" y="3246"/>
                </a:lnTo>
                <a:lnTo>
                  <a:pt x="4322" y="1886"/>
                </a:lnTo>
                <a:lnTo>
                  <a:pt x="5753" y="953"/>
                </a:lnTo>
                <a:lnTo>
                  <a:pt x="7200" y="379"/>
                </a:lnTo>
                <a:lnTo>
                  <a:pt x="8683" y="84"/>
                </a:lnTo>
                <a:lnTo>
                  <a:pt x="10217" y="0"/>
                </a:lnTo>
                <a:lnTo>
                  <a:pt x="11818" y="35"/>
                </a:lnTo>
                <a:lnTo>
                  <a:pt x="13500" y="133"/>
                </a:lnTo>
                <a:close/>
              </a:path>
            </a:pathLst>
          </a:custGeom>
          <a:solidFill>
            <a:srgbClr val="A1A8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2" name="contour_15360"/>
          <p:cNvSpPr/>
          <p:nvPr/>
        </p:nvSpPr>
        <p:spPr>
          <a:xfrm>
            <a:off x="8668509" y="1268111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14" y="583"/>
                </a:lnTo>
                <a:lnTo>
                  <a:pt x="20258" y="1345"/>
                </a:lnTo>
                <a:lnTo>
                  <a:pt x="18822" y="2781"/>
                </a:lnTo>
                <a:lnTo>
                  <a:pt x="16200" y="5400"/>
                </a:lnTo>
                <a:lnTo>
                  <a:pt x="16735" y="8608"/>
                </a:lnTo>
                <a:lnTo>
                  <a:pt x="17272" y="11826"/>
                </a:lnTo>
                <a:lnTo>
                  <a:pt x="17809" y="15055"/>
                </a:lnTo>
                <a:lnTo>
                  <a:pt x="18352" y="18311"/>
                </a:lnTo>
                <a:lnTo>
                  <a:pt x="18900" y="21600"/>
                </a:lnTo>
                <a:lnTo>
                  <a:pt x="17266" y="20034"/>
                </a:lnTo>
                <a:lnTo>
                  <a:pt x="15636" y="18457"/>
                </a:lnTo>
                <a:lnTo>
                  <a:pt x="14008" y="16875"/>
                </a:lnTo>
                <a:lnTo>
                  <a:pt x="12641" y="15557"/>
                </a:lnTo>
                <a:lnTo>
                  <a:pt x="11254" y="14218"/>
                </a:lnTo>
                <a:lnTo>
                  <a:pt x="9596" y="12355"/>
                </a:lnTo>
                <a:lnTo>
                  <a:pt x="7962" y="10411"/>
                </a:lnTo>
                <a:lnTo>
                  <a:pt x="6348" y="8397"/>
                </a:lnTo>
                <a:lnTo>
                  <a:pt x="4749" y="6334"/>
                </a:lnTo>
                <a:lnTo>
                  <a:pt x="3162" y="4234"/>
                </a:lnTo>
                <a:lnTo>
                  <a:pt x="1580" y="2117"/>
                </a:lnTo>
                <a:lnTo>
                  <a:pt x="0" y="0"/>
                </a:lnTo>
                <a:close/>
              </a:path>
            </a:pathLst>
          </a:custGeom>
          <a:solidFill>
            <a:srgbClr val="A6B1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3" name="contour_15361"/>
          <p:cNvSpPr/>
          <p:nvPr/>
        </p:nvSpPr>
        <p:spPr>
          <a:xfrm>
            <a:off x="7043286" y="1231671"/>
            <a:ext cx="21864" cy="728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125" y="1426"/>
                </a:lnTo>
                <a:lnTo>
                  <a:pt x="20650" y="2851"/>
                </a:lnTo>
                <a:lnTo>
                  <a:pt x="20174" y="4279"/>
                </a:lnTo>
                <a:lnTo>
                  <a:pt x="19699" y="5707"/>
                </a:lnTo>
                <a:lnTo>
                  <a:pt x="19224" y="7137"/>
                </a:lnTo>
                <a:lnTo>
                  <a:pt x="18742" y="8567"/>
                </a:lnTo>
                <a:lnTo>
                  <a:pt x="18266" y="10001"/>
                </a:lnTo>
                <a:lnTo>
                  <a:pt x="17784" y="11437"/>
                </a:lnTo>
                <a:lnTo>
                  <a:pt x="17309" y="12878"/>
                </a:lnTo>
                <a:lnTo>
                  <a:pt x="16826" y="14321"/>
                </a:lnTo>
                <a:lnTo>
                  <a:pt x="16344" y="15766"/>
                </a:lnTo>
                <a:lnTo>
                  <a:pt x="15862" y="17217"/>
                </a:lnTo>
                <a:lnTo>
                  <a:pt x="15372" y="18673"/>
                </a:lnTo>
                <a:lnTo>
                  <a:pt x="14890" y="20133"/>
                </a:lnTo>
                <a:lnTo>
                  <a:pt x="14400" y="21600"/>
                </a:lnTo>
                <a:lnTo>
                  <a:pt x="10829" y="21600"/>
                </a:lnTo>
                <a:lnTo>
                  <a:pt x="7200" y="21600"/>
                </a:lnTo>
                <a:lnTo>
                  <a:pt x="6725" y="20174"/>
                </a:lnTo>
                <a:lnTo>
                  <a:pt x="6250" y="18749"/>
                </a:lnTo>
                <a:lnTo>
                  <a:pt x="5774" y="17321"/>
                </a:lnTo>
                <a:lnTo>
                  <a:pt x="5299" y="15893"/>
                </a:lnTo>
                <a:lnTo>
                  <a:pt x="4824" y="14463"/>
                </a:lnTo>
                <a:lnTo>
                  <a:pt x="4342" y="13033"/>
                </a:lnTo>
                <a:lnTo>
                  <a:pt x="3866" y="11599"/>
                </a:lnTo>
                <a:lnTo>
                  <a:pt x="3384" y="10163"/>
                </a:lnTo>
                <a:lnTo>
                  <a:pt x="2909" y="8722"/>
                </a:lnTo>
                <a:lnTo>
                  <a:pt x="2426" y="7279"/>
                </a:lnTo>
                <a:lnTo>
                  <a:pt x="1944" y="5834"/>
                </a:lnTo>
                <a:lnTo>
                  <a:pt x="1462" y="4383"/>
                </a:lnTo>
                <a:lnTo>
                  <a:pt x="972" y="2927"/>
                </a:lnTo>
                <a:lnTo>
                  <a:pt x="490" y="1467"/>
                </a:lnTo>
                <a:lnTo>
                  <a:pt x="0" y="0"/>
                </a:lnTo>
                <a:close/>
              </a:path>
            </a:pathLst>
          </a:custGeom>
          <a:solidFill>
            <a:srgbClr val="C4D0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4" name="contour_15362"/>
          <p:cNvSpPr/>
          <p:nvPr/>
        </p:nvSpPr>
        <p:spPr>
          <a:xfrm>
            <a:off x="4055210" y="1215877"/>
            <a:ext cx="58304" cy="229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145"/>
                </a:moveTo>
                <a:lnTo>
                  <a:pt x="4887" y="494"/>
                </a:lnTo>
                <a:lnTo>
                  <a:pt x="6483" y="130"/>
                </a:lnTo>
                <a:lnTo>
                  <a:pt x="7943" y="0"/>
                </a:lnTo>
                <a:lnTo>
                  <a:pt x="9736" y="62"/>
                </a:lnTo>
                <a:lnTo>
                  <a:pt x="12317" y="288"/>
                </a:lnTo>
                <a:lnTo>
                  <a:pt x="13090" y="343"/>
                </a:lnTo>
                <a:lnTo>
                  <a:pt x="14448" y="439"/>
                </a:lnTo>
                <a:lnTo>
                  <a:pt x="17561" y="665"/>
                </a:lnTo>
                <a:lnTo>
                  <a:pt x="18895" y="823"/>
                </a:lnTo>
                <a:lnTo>
                  <a:pt x="20239" y="980"/>
                </a:lnTo>
                <a:lnTo>
                  <a:pt x="21600" y="1145"/>
                </a:lnTo>
                <a:lnTo>
                  <a:pt x="19019" y="7301"/>
                </a:lnTo>
                <a:lnTo>
                  <a:pt x="16961" y="12092"/>
                </a:lnTo>
                <a:lnTo>
                  <a:pt x="15317" y="15684"/>
                </a:lnTo>
                <a:lnTo>
                  <a:pt x="13970" y="18248"/>
                </a:lnTo>
                <a:lnTo>
                  <a:pt x="12806" y="19962"/>
                </a:lnTo>
                <a:lnTo>
                  <a:pt x="11707" y="20976"/>
                </a:lnTo>
                <a:lnTo>
                  <a:pt x="10565" y="21470"/>
                </a:lnTo>
                <a:lnTo>
                  <a:pt x="9258" y="21600"/>
                </a:lnTo>
                <a:lnTo>
                  <a:pt x="7679" y="21552"/>
                </a:lnTo>
                <a:lnTo>
                  <a:pt x="6199" y="20544"/>
                </a:lnTo>
                <a:lnTo>
                  <a:pt x="5060" y="19694"/>
                </a:lnTo>
                <a:lnTo>
                  <a:pt x="3893" y="18680"/>
                </a:lnTo>
                <a:lnTo>
                  <a:pt x="2330" y="17172"/>
                </a:lnTo>
                <a:lnTo>
                  <a:pt x="0" y="14855"/>
                </a:lnTo>
                <a:lnTo>
                  <a:pt x="462" y="10817"/>
                </a:lnTo>
                <a:lnTo>
                  <a:pt x="899" y="8041"/>
                </a:lnTo>
                <a:lnTo>
                  <a:pt x="1561" y="5244"/>
                </a:lnTo>
                <a:lnTo>
                  <a:pt x="2700" y="1145"/>
                </a:lnTo>
                <a:close/>
              </a:path>
            </a:pathLst>
          </a:custGeom>
          <a:solidFill>
            <a:srgbClr val="E1E7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5" name="contour_15363"/>
          <p:cNvSpPr/>
          <p:nvPr/>
        </p:nvSpPr>
        <p:spPr>
          <a:xfrm>
            <a:off x="1788645" y="1195231"/>
            <a:ext cx="22207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054" y="2059"/>
                </a:lnTo>
                <a:lnTo>
                  <a:pt x="10456" y="3605"/>
                </a:lnTo>
                <a:lnTo>
                  <a:pt x="13533" y="4807"/>
                </a:lnTo>
                <a:lnTo>
                  <a:pt x="15638" y="5827"/>
                </a:lnTo>
                <a:lnTo>
                  <a:pt x="17106" y="6830"/>
                </a:lnTo>
                <a:lnTo>
                  <a:pt x="18275" y="7982"/>
                </a:lnTo>
                <a:lnTo>
                  <a:pt x="19495" y="9451"/>
                </a:lnTo>
                <a:lnTo>
                  <a:pt x="20537" y="10598"/>
                </a:lnTo>
                <a:lnTo>
                  <a:pt x="21600" y="11765"/>
                </a:lnTo>
                <a:lnTo>
                  <a:pt x="21437" y="12761"/>
                </a:lnTo>
                <a:lnTo>
                  <a:pt x="21054" y="13608"/>
                </a:lnTo>
                <a:lnTo>
                  <a:pt x="20211" y="14474"/>
                </a:lnTo>
                <a:lnTo>
                  <a:pt x="18651" y="15535"/>
                </a:lnTo>
                <a:lnTo>
                  <a:pt x="16106" y="16963"/>
                </a:lnTo>
                <a:lnTo>
                  <a:pt x="12342" y="18926"/>
                </a:lnTo>
                <a:lnTo>
                  <a:pt x="7089" y="21600"/>
                </a:lnTo>
                <a:lnTo>
                  <a:pt x="6550" y="19956"/>
                </a:lnTo>
                <a:lnTo>
                  <a:pt x="6011" y="18310"/>
                </a:lnTo>
                <a:lnTo>
                  <a:pt x="5466" y="16663"/>
                </a:lnTo>
                <a:lnTo>
                  <a:pt x="4927" y="15014"/>
                </a:lnTo>
                <a:lnTo>
                  <a:pt x="4388" y="13363"/>
                </a:lnTo>
                <a:lnTo>
                  <a:pt x="3842" y="11710"/>
                </a:lnTo>
                <a:lnTo>
                  <a:pt x="3296" y="10051"/>
                </a:lnTo>
                <a:lnTo>
                  <a:pt x="2751" y="8390"/>
                </a:lnTo>
                <a:lnTo>
                  <a:pt x="2205" y="6725"/>
                </a:lnTo>
                <a:lnTo>
                  <a:pt x="1659" y="5052"/>
                </a:lnTo>
                <a:lnTo>
                  <a:pt x="1106" y="3374"/>
                </a:lnTo>
                <a:lnTo>
                  <a:pt x="553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F9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6" name="contour_15364"/>
          <p:cNvSpPr/>
          <p:nvPr/>
        </p:nvSpPr>
        <p:spPr>
          <a:xfrm>
            <a:off x="1299161" y="1144215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" y="0"/>
                </a:moveTo>
                <a:lnTo>
                  <a:pt x="4270" y="713"/>
                </a:lnTo>
                <a:lnTo>
                  <a:pt x="7700" y="1426"/>
                </a:lnTo>
                <a:lnTo>
                  <a:pt x="11145" y="2143"/>
                </a:lnTo>
                <a:lnTo>
                  <a:pt x="14606" y="2864"/>
                </a:lnTo>
                <a:lnTo>
                  <a:pt x="18087" y="3590"/>
                </a:lnTo>
                <a:lnTo>
                  <a:pt x="21600" y="4320"/>
                </a:lnTo>
                <a:lnTo>
                  <a:pt x="20744" y="7171"/>
                </a:lnTo>
                <a:lnTo>
                  <a:pt x="19888" y="10027"/>
                </a:lnTo>
                <a:lnTo>
                  <a:pt x="19026" y="12895"/>
                </a:lnTo>
                <a:lnTo>
                  <a:pt x="18160" y="15777"/>
                </a:lnTo>
                <a:lnTo>
                  <a:pt x="17288" y="18675"/>
                </a:lnTo>
                <a:lnTo>
                  <a:pt x="16411" y="21600"/>
                </a:lnTo>
                <a:lnTo>
                  <a:pt x="12551" y="21047"/>
                </a:lnTo>
                <a:lnTo>
                  <a:pt x="9812" y="20546"/>
                </a:lnTo>
                <a:lnTo>
                  <a:pt x="7446" y="19889"/>
                </a:lnTo>
                <a:lnTo>
                  <a:pt x="4706" y="18870"/>
                </a:lnTo>
                <a:lnTo>
                  <a:pt x="846" y="17280"/>
                </a:lnTo>
                <a:lnTo>
                  <a:pt x="265" y="14321"/>
                </a:lnTo>
                <a:lnTo>
                  <a:pt x="5" y="11487"/>
                </a:lnTo>
                <a:lnTo>
                  <a:pt x="0" y="8713"/>
                </a:lnTo>
                <a:lnTo>
                  <a:pt x="182" y="5923"/>
                </a:lnTo>
                <a:lnTo>
                  <a:pt x="488" y="3041"/>
                </a:lnTo>
                <a:lnTo>
                  <a:pt x="846" y="0"/>
                </a:lnTo>
                <a:close/>
              </a:path>
            </a:pathLst>
          </a:custGeom>
          <a:solidFill>
            <a:srgbClr val="B434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7" name="contour_15365"/>
          <p:cNvSpPr/>
          <p:nvPr/>
        </p:nvSpPr>
        <p:spPr>
          <a:xfrm>
            <a:off x="4485201" y="989855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930"/>
                </a:moveTo>
                <a:lnTo>
                  <a:pt x="12113" y="310"/>
                </a:lnTo>
                <a:lnTo>
                  <a:pt x="14524" y="0"/>
                </a:lnTo>
                <a:lnTo>
                  <a:pt x="16494" y="0"/>
                </a:lnTo>
                <a:lnTo>
                  <a:pt x="18645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840" y="16190"/>
                </a:lnTo>
                <a:lnTo>
                  <a:pt x="3231" y="12200"/>
                </a:lnTo>
                <a:lnTo>
                  <a:pt x="4316" y="9270"/>
                </a:lnTo>
                <a:lnTo>
                  <a:pt x="5244" y="7043"/>
                </a:lnTo>
                <a:lnTo>
                  <a:pt x="6178" y="5147"/>
                </a:lnTo>
                <a:lnTo>
                  <a:pt x="7258" y="3230"/>
                </a:lnTo>
                <a:lnTo>
                  <a:pt x="8640" y="930"/>
                </a:lnTo>
                <a:close/>
              </a:path>
            </a:pathLst>
          </a:custGeom>
          <a:solidFill>
            <a:srgbClr val="F6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8" name="contour_15366"/>
          <p:cNvSpPr/>
          <p:nvPr/>
        </p:nvSpPr>
        <p:spPr>
          <a:xfrm>
            <a:off x="3938602" y="859983"/>
            <a:ext cx="65592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00" y="0"/>
                </a:moveTo>
                <a:lnTo>
                  <a:pt x="13740" y="662"/>
                </a:lnTo>
                <a:lnTo>
                  <a:pt x="15024" y="1432"/>
                </a:lnTo>
                <a:lnTo>
                  <a:pt x="16949" y="2987"/>
                </a:lnTo>
                <a:lnTo>
                  <a:pt x="18257" y="4031"/>
                </a:lnTo>
                <a:lnTo>
                  <a:pt x="19584" y="5088"/>
                </a:lnTo>
                <a:lnTo>
                  <a:pt x="20585" y="5947"/>
                </a:lnTo>
                <a:lnTo>
                  <a:pt x="21600" y="6820"/>
                </a:lnTo>
                <a:lnTo>
                  <a:pt x="20482" y="10838"/>
                </a:lnTo>
                <a:lnTo>
                  <a:pt x="19608" y="13600"/>
                </a:lnTo>
                <a:lnTo>
                  <a:pt x="18530" y="16382"/>
                </a:lnTo>
                <a:lnTo>
                  <a:pt x="16800" y="20461"/>
                </a:lnTo>
                <a:lnTo>
                  <a:pt x="15034" y="21020"/>
                </a:lnTo>
                <a:lnTo>
                  <a:pt x="13714" y="21382"/>
                </a:lnTo>
                <a:lnTo>
                  <a:pt x="12605" y="21566"/>
                </a:lnTo>
                <a:lnTo>
                  <a:pt x="11460" y="21600"/>
                </a:lnTo>
                <a:lnTo>
                  <a:pt x="10039" y="21511"/>
                </a:lnTo>
                <a:lnTo>
                  <a:pt x="8100" y="21314"/>
                </a:lnTo>
                <a:lnTo>
                  <a:pt x="6583" y="21191"/>
                </a:lnTo>
                <a:lnTo>
                  <a:pt x="5054" y="21068"/>
                </a:lnTo>
                <a:lnTo>
                  <a:pt x="3506" y="20938"/>
                </a:lnTo>
                <a:lnTo>
                  <a:pt x="2990" y="20870"/>
                </a:lnTo>
                <a:lnTo>
                  <a:pt x="2081" y="20747"/>
                </a:lnTo>
                <a:lnTo>
                  <a:pt x="0" y="20461"/>
                </a:lnTo>
                <a:lnTo>
                  <a:pt x="1001" y="19097"/>
                </a:lnTo>
                <a:lnTo>
                  <a:pt x="2016" y="17719"/>
                </a:lnTo>
                <a:lnTo>
                  <a:pt x="3324" y="15905"/>
                </a:lnTo>
                <a:lnTo>
                  <a:pt x="4651" y="14064"/>
                </a:lnTo>
                <a:lnTo>
                  <a:pt x="5947" y="12277"/>
                </a:lnTo>
                <a:lnTo>
                  <a:pt x="7265" y="10469"/>
                </a:lnTo>
                <a:lnTo>
                  <a:pt x="8652" y="8253"/>
                </a:lnTo>
                <a:lnTo>
                  <a:pt x="9607" y="6425"/>
                </a:lnTo>
                <a:lnTo>
                  <a:pt x="10577" y="3997"/>
                </a:lnTo>
                <a:lnTo>
                  <a:pt x="12000" y="0"/>
                </a:lnTo>
                <a:close/>
              </a:path>
            </a:pathLst>
          </a:custGeom>
          <a:solidFill>
            <a:srgbClr val="EE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69" name="contour_15367"/>
          <p:cNvSpPr/>
          <p:nvPr/>
        </p:nvSpPr>
        <p:spPr>
          <a:xfrm>
            <a:off x="4849601" y="49558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28" y="414"/>
                </a:lnTo>
                <a:lnTo>
                  <a:pt x="6872" y="767"/>
                </a:lnTo>
                <a:lnTo>
                  <a:pt x="8932" y="1163"/>
                </a:lnTo>
                <a:lnTo>
                  <a:pt x="10609" y="1699"/>
                </a:lnTo>
                <a:lnTo>
                  <a:pt x="12298" y="2480"/>
                </a:lnTo>
                <a:lnTo>
                  <a:pt x="14400" y="3600"/>
                </a:lnTo>
                <a:lnTo>
                  <a:pt x="15624" y="5749"/>
                </a:lnTo>
                <a:lnTo>
                  <a:pt x="16722" y="7920"/>
                </a:lnTo>
                <a:lnTo>
                  <a:pt x="17716" y="10116"/>
                </a:lnTo>
                <a:lnTo>
                  <a:pt x="18616" y="12341"/>
                </a:lnTo>
                <a:lnTo>
                  <a:pt x="19440" y="14598"/>
                </a:lnTo>
                <a:lnTo>
                  <a:pt x="20203" y="16891"/>
                </a:lnTo>
                <a:lnTo>
                  <a:pt x="20916" y="19224"/>
                </a:lnTo>
                <a:lnTo>
                  <a:pt x="21600" y="21600"/>
                </a:lnTo>
                <a:lnTo>
                  <a:pt x="19433" y="20264"/>
                </a:lnTo>
                <a:lnTo>
                  <a:pt x="17269" y="18922"/>
                </a:lnTo>
                <a:lnTo>
                  <a:pt x="15109" y="17572"/>
                </a:lnTo>
                <a:lnTo>
                  <a:pt x="12953" y="16214"/>
                </a:lnTo>
                <a:lnTo>
                  <a:pt x="10800" y="14850"/>
                </a:lnTo>
                <a:lnTo>
                  <a:pt x="8791" y="13597"/>
                </a:lnTo>
                <a:lnTo>
                  <a:pt x="6772" y="12334"/>
                </a:lnTo>
                <a:lnTo>
                  <a:pt x="4723" y="11052"/>
                </a:lnTo>
                <a:lnTo>
                  <a:pt x="3164" y="9781"/>
                </a:lnTo>
                <a:lnTo>
                  <a:pt x="1591" y="85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A5A5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0" name="contour_15368"/>
          <p:cNvSpPr/>
          <p:nvPr/>
        </p:nvSpPr>
        <p:spPr>
          <a:xfrm>
            <a:off x="4973497" y="473719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26"/>
                </a:lnTo>
                <a:lnTo>
                  <a:pt x="11826" y="1655"/>
                </a:lnTo>
                <a:lnTo>
                  <a:pt x="15055" y="2485"/>
                </a:lnTo>
                <a:lnTo>
                  <a:pt x="18311" y="3323"/>
                </a:lnTo>
                <a:lnTo>
                  <a:pt x="21600" y="4170"/>
                </a:lnTo>
                <a:lnTo>
                  <a:pt x="21087" y="7068"/>
                </a:lnTo>
                <a:lnTo>
                  <a:pt x="20493" y="9903"/>
                </a:lnTo>
                <a:lnTo>
                  <a:pt x="19764" y="12693"/>
                </a:lnTo>
                <a:lnTo>
                  <a:pt x="18841" y="15441"/>
                </a:lnTo>
                <a:lnTo>
                  <a:pt x="17674" y="18156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670" y="18268"/>
                </a:lnTo>
                <a:lnTo>
                  <a:pt x="1339" y="15687"/>
                </a:lnTo>
                <a:lnTo>
                  <a:pt x="2009" y="13098"/>
                </a:lnTo>
                <a:lnTo>
                  <a:pt x="2678" y="10504"/>
                </a:lnTo>
                <a:lnTo>
                  <a:pt x="3353" y="7898"/>
                </a:lnTo>
                <a:lnTo>
                  <a:pt x="4034" y="5279"/>
                </a:lnTo>
                <a:lnTo>
                  <a:pt x="4714" y="2648"/>
                </a:lnTo>
                <a:lnTo>
                  <a:pt x="5400" y="0"/>
                </a:lnTo>
                <a:close/>
              </a:path>
            </a:pathLst>
          </a:custGeom>
          <a:solidFill>
            <a:srgbClr val="A6A5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1" name="contour_15369"/>
          <p:cNvSpPr/>
          <p:nvPr/>
        </p:nvSpPr>
        <p:spPr>
          <a:xfrm>
            <a:off x="7480573" y="6318178"/>
            <a:ext cx="58304" cy="223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90" y="7092"/>
                </a:moveTo>
                <a:lnTo>
                  <a:pt x="19451" y="9562"/>
                </a:lnTo>
                <a:lnTo>
                  <a:pt x="20517" y="12045"/>
                </a:lnTo>
                <a:lnTo>
                  <a:pt x="21600" y="14564"/>
                </a:lnTo>
                <a:lnTo>
                  <a:pt x="19745" y="15479"/>
                </a:lnTo>
                <a:lnTo>
                  <a:pt x="17890" y="16379"/>
                </a:lnTo>
                <a:lnTo>
                  <a:pt x="16033" y="17259"/>
                </a:lnTo>
                <a:lnTo>
                  <a:pt x="14175" y="18117"/>
                </a:lnTo>
                <a:lnTo>
                  <a:pt x="12315" y="18962"/>
                </a:lnTo>
                <a:lnTo>
                  <a:pt x="10592" y="19785"/>
                </a:lnTo>
                <a:lnTo>
                  <a:pt x="8856" y="20601"/>
                </a:lnTo>
                <a:lnTo>
                  <a:pt x="7096" y="21431"/>
                </a:lnTo>
                <a:lnTo>
                  <a:pt x="5643" y="21487"/>
                </a:lnTo>
                <a:lnTo>
                  <a:pt x="4180" y="21544"/>
                </a:lnTo>
                <a:lnTo>
                  <a:pt x="2700" y="21600"/>
                </a:lnTo>
                <a:lnTo>
                  <a:pt x="1558" y="17512"/>
                </a:lnTo>
                <a:lnTo>
                  <a:pt x="896" y="14691"/>
                </a:lnTo>
                <a:lnTo>
                  <a:pt x="462" y="11799"/>
                </a:lnTo>
                <a:lnTo>
                  <a:pt x="0" y="7528"/>
                </a:lnTo>
                <a:lnTo>
                  <a:pt x="3548" y="4834"/>
                </a:lnTo>
                <a:lnTo>
                  <a:pt x="6423" y="2737"/>
                </a:lnTo>
                <a:lnTo>
                  <a:pt x="8735" y="1238"/>
                </a:lnTo>
                <a:lnTo>
                  <a:pt x="10589" y="324"/>
                </a:lnTo>
                <a:lnTo>
                  <a:pt x="12104" y="0"/>
                </a:lnTo>
                <a:lnTo>
                  <a:pt x="13387" y="260"/>
                </a:lnTo>
                <a:lnTo>
                  <a:pt x="14545" y="1098"/>
                </a:lnTo>
                <a:lnTo>
                  <a:pt x="15692" y="2519"/>
                </a:lnTo>
                <a:lnTo>
                  <a:pt x="16937" y="4517"/>
                </a:lnTo>
                <a:lnTo>
                  <a:pt x="18390" y="7092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2" name="contour_15370"/>
          <p:cNvSpPr/>
          <p:nvPr/>
        </p:nvSpPr>
        <p:spPr>
          <a:xfrm>
            <a:off x="11015242" y="6260385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462" y="15113"/>
                </a:lnTo>
                <a:lnTo>
                  <a:pt x="17320" y="15826"/>
                </a:lnTo>
                <a:lnTo>
                  <a:pt x="15179" y="16538"/>
                </a:lnTo>
                <a:lnTo>
                  <a:pt x="13034" y="17258"/>
                </a:lnTo>
                <a:lnTo>
                  <a:pt x="10880" y="17971"/>
                </a:lnTo>
                <a:lnTo>
                  <a:pt x="8723" y="18691"/>
                </a:lnTo>
                <a:lnTo>
                  <a:pt x="6557" y="19411"/>
                </a:lnTo>
                <a:lnTo>
                  <a:pt x="4382" y="20138"/>
                </a:lnTo>
                <a:lnTo>
                  <a:pt x="2197" y="20866"/>
                </a:lnTo>
                <a:lnTo>
                  <a:pt x="0" y="21600"/>
                </a:lnTo>
                <a:lnTo>
                  <a:pt x="1527" y="19814"/>
                </a:lnTo>
                <a:lnTo>
                  <a:pt x="3064" y="18029"/>
                </a:lnTo>
                <a:lnTo>
                  <a:pt x="4607" y="16222"/>
                </a:lnTo>
                <a:lnTo>
                  <a:pt x="6171" y="14400"/>
                </a:lnTo>
                <a:lnTo>
                  <a:pt x="6171" y="9641"/>
                </a:lnTo>
                <a:lnTo>
                  <a:pt x="6171" y="4853"/>
                </a:lnTo>
                <a:lnTo>
                  <a:pt x="6171" y="0"/>
                </a:lnTo>
                <a:close/>
              </a:path>
            </a:pathLst>
          </a:custGeom>
          <a:solidFill>
            <a:srgbClr val="FC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3" name="contour_15371"/>
          <p:cNvSpPr/>
          <p:nvPr/>
        </p:nvSpPr>
        <p:spPr>
          <a:xfrm>
            <a:off x="7116166" y="623123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528"/>
                </a:lnTo>
                <a:lnTo>
                  <a:pt x="11275" y="3056"/>
                </a:lnTo>
                <a:lnTo>
                  <a:pt x="13320" y="4590"/>
                </a:lnTo>
                <a:lnTo>
                  <a:pt x="15372" y="6129"/>
                </a:lnTo>
                <a:lnTo>
                  <a:pt x="17435" y="7679"/>
                </a:lnTo>
                <a:lnTo>
                  <a:pt x="19508" y="9234"/>
                </a:lnTo>
                <a:lnTo>
                  <a:pt x="21600" y="10800"/>
                </a:lnTo>
                <a:lnTo>
                  <a:pt x="20707" y="13473"/>
                </a:lnTo>
                <a:lnTo>
                  <a:pt x="19814" y="16157"/>
                </a:lnTo>
                <a:lnTo>
                  <a:pt x="18911" y="18862"/>
                </a:lnTo>
                <a:lnTo>
                  <a:pt x="18000" y="21600"/>
                </a:lnTo>
                <a:lnTo>
                  <a:pt x="15444" y="21497"/>
                </a:lnTo>
                <a:lnTo>
                  <a:pt x="13633" y="21254"/>
                </a:lnTo>
                <a:lnTo>
                  <a:pt x="11696" y="20677"/>
                </a:lnTo>
                <a:lnTo>
                  <a:pt x="8777" y="19575"/>
                </a:lnTo>
                <a:lnTo>
                  <a:pt x="6311" y="18673"/>
                </a:lnTo>
                <a:lnTo>
                  <a:pt x="3812" y="17761"/>
                </a:lnTo>
                <a:lnTo>
                  <a:pt x="1919" y="16988"/>
                </a:lnTo>
                <a:lnTo>
                  <a:pt x="0" y="16200"/>
                </a:lnTo>
                <a:lnTo>
                  <a:pt x="1188" y="13527"/>
                </a:lnTo>
                <a:lnTo>
                  <a:pt x="2380" y="10849"/>
                </a:lnTo>
                <a:lnTo>
                  <a:pt x="3571" y="8159"/>
                </a:lnTo>
                <a:lnTo>
                  <a:pt x="4774" y="5459"/>
                </a:lnTo>
                <a:lnTo>
                  <a:pt x="5983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BC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4" name="contour_15372"/>
          <p:cNvSpPr/>
          <p:nvPr/>
        </p:nvSpPr>
        <p:spPr>
          <a:xfrm>
            <a:off x="7611750" y="6165641"/>
            <a:ext cx="3873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192" y="0"/>
                </a:moveTo>
                <a:lnTo>
                  <a:pt x="14606" y="825"/>
                </a:lnTo>
                <a:lnTo>
                  <a:pt x="16256" y="1551"/>
                </a:lnTo>
                <a:lnTo>
                  <a:pt x="17906" y="2579"/>
                </a:lnTo>
                <a:lnTo>
                  <a:pt x="20320" y="4320"/>
                </a:lnTo>
                <a:lnTo>
                  <a:pt x="21173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173" y="14066"/>
                </a:lnTo>
                <a:lnTo>
                  <a:pt x="20320" y="17280"/>
                </a:lnTo>
                <a:lnTo>
                  <a:pt x="17833" y="18187"/>
                </a:lnTo>
                <a:lnTo>
                  <a:pt x="15333" y="18956"/>
                </a:lnTo>
                <a:lnTo>
                  <a:pt x="12826" y="19596"/>
                </a:lnTo>
                <a:lnTo>
                  <a:pt x="10306" y="20136"/>
                </a:lnTo>
                <a:lnTo>
                  <a:pt x="7762" y="20585"/>
                </a:lnTo>
                <a:lnTo>
                  <a:pt x="5202" y="20969"/>
                </a:lnTo>
                <a:lnTo>
                  <a:pt x="2613" y="21302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414" y="8640"/>
                </a:lnTo>
                <a:lnTo>
                  <a:pt x="4836" y="8640"/>
                </a:lnTo>
                <a:lnTo>
                  <a:pt x="7266" y="8640"/>
                </a:lnTo>
                <a:lnTo>
                  <a:pt x="9717" y="8640"/>
                </a:lnTo>
                <a:lnTo>
                  <a:pt x="12192" y="8640"/>
                </a:lnTo>
                <a:lnTo>
                  <a:pt x="12192" y="5784"/>
                </a:lnTo>
                <a:lnTo>
                  <a:pt x="12192" y="2912"/>
                </a:lnTo>
                <a:lnTo>
                  <a:pt x="12192" y="0"/>
                </a:lnTo>
                <a:close/>
              </a:path>
            </a:pathLst>
          </a:custGeom>
          <a:solidFill>
            <a:srgbClr val="6A5B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5" name="contour_15373"/>
          <p:cNvSpPr/>
          <p:nvPr/>
        </p:nvSpPr>
        <p:spPr>
          <a:xfrm>
            <a:off x="11233882" y="6149126"/>
            <a:ext cx="43728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51"/>
                </a:lnTo>
                <a:lnTo>
                  <a:pt x="14425" y="147"/>
                </a:lnTo>
                <a:lnTo>
                  <a:pt x="16056" y="349"/>
                </a:lnTo>
                <a:lnTo>
                  <a:pt x="18277" y="729"/>
                </a:lnTo>
                <a:lnTo>
                  <a:pt x="21600" y="1347"/>
                </a:lnTo>
                <a:lnTo>
                  <a:pt x="21247" y="4962"/>
                </a:lnTo>
                <a:lnTo>
                  <a:pt x="20884" y="7559"/>
                </a:lnTo>
                <a:lnTo>
                  <a:pt x="20336" y="9868"/>
                </a:lnTo>
                <a:lnTo>
                  <a:pt x="19433" y="12618"/>
                </a:lnTo>
                <a:lnTo>
                  <a:pt x="18000" y="16537"/>
                </a:lnTo>
                <a:lnTo>
                  <a:pt x="15790" y="17570"/>
                </a:lnTo>
                <a:lnTo>
                  <a:pt x="13576" y="18446"/>
                </a:lnTo>
                <a:lnTo>
                  <a:pt x="11351" y="19195"/>
                </a:lnTo>
                <a:lnTo>
                  <a:pt x="9119" y="19828"/>
                </a:lnTo>
                <a:lnTo>
                  <a:pt x="6869" y="20370"/>
                </a:lnTo>
                <a:lnTo>
                  <a:pt x="4601" y="20830"/>
                </a:lnTo>
                <a:lnTo>
                  <a:pt x="2315" y="21235"/>
                </a:lnTo>
                <a:lnTo>
                  <a:pt x="0" y="21600"/>
                </a:lnTo>
                <a:lnTo>
                  <a:pt x="1552" y="15220"/>
                </a:lnTo>
                <a:lnTo>
                  <a:pt x="2794" y="10395"/>
                </a:lnTo>
                <a:lnTo>
                  <a:pt x="3852" y="6876"/>
                </a:lnTo>
                <a:lnTo>
                  <a:pt x="4860" y="4405"/>
                </a:lnTo>
                <a:lnTo>
                  <a:pt x="5936" y="2739"/>
                </a:lnTo>
                <a:lnTo>
                  <a:pt x="7214" y="1620"/>
                </a:lnTo>
                <a:lnTo>
                  <a:pt x="8824" y="790"/>
                </a:lnTo>
                <a:lnTo>
                  <a:pt x="10883" y="0"/>
                </a:lnTo>
                <a:close/>
              </a:path>
            </a:pathLst>
          </a:custGeom>
          <a:solidFill>
            <a:srgbClr val="FC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6" name="contour_15374"/>
          <p:cNvSpPr/>
          <p:nvPr/>
        </p:nvSpPr>
        <p:spPr>
          <a:xfrm>
            <a:off x="1861525" y="6143777"/>
            <a:ext cx="51016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02"/>
                </a:lnTo>
                <a:lnTo>
                  <a:pt x="4280" y="1404"/>
                </a:lnTo>
                <a:lnTo>
                  <a:pt x="6421" y="2105"/>
                </a:lnTo>
                <a:lnTo>
                  <a:pt x="8566" y="2814"/>
                </a:lnTo>
                <a:lnTo>
                  <a:pt x="10720" y="3516"/>
                </a:lnTo>
                <a:lnTo>
                  <a:pt x="12877" y="4225"/>
                </a:lnTo>
                <a:lnTo>
                  <a:pt x="15043" y="4934"/>
                </a:lnTo>
                <a:lnTo>
                  <a:pt x="17218" y="5650"/>
                </a:lnTo>
                <a:lnTo>
                  <a:pt x="19403" y="6366"/>
                </a:lnTo>
                <a:lnTo>
                  <a:pt x="21600" y="7089"/>
                </a:lnTo>
                <a:lnTo>
                  <a:pt x="18986" y="13065"/>
                </a:lnTo>
                <a:lnTo>
                  <a:pt x="17138" y="17077"/>
                </a:lnTo>
                <a:lnTo>
                  <a:pt x="15802" y="19537"/>
                </a:lnTo>
                <a:lnTo>
                  <a:pt x="14710" y="20841"/>
                </a:lnTo>
                <a:lnTo>
                  <a:pt x="13608" y="21394"/>
                </a:lnTo>
                <a:lnTo>
                  <a:pt x="12235" y="21600"/>
                </a:lnTo>
                <a:lnTo>
                  <a:pt x="10661" y="20558"/>
                </a:lnTo>
                <a:lnTo>
                  <a:pt x="9066" y="19495"/>
                </a:lnTo>
                <a:lnTo>
                  <a:pt x="7480" y="18559"/>
                </a:lnTo>
                <a:lnTo>
                  <a:pt x="5869" y="17609"/>
                </a:lnTo>
                <a:lnTo>
                  <a:pt x="4487" y="15823"/>
                </a:lnTo>
                <a:lnTo>
                  <a:pt x="3490" y="14015"/>
                </a:lnTo>
                <a:lnTo>
                  <a:pt x="2598" y="11335"/>
                </a:lnTo>
                <a:lnTo>
                  <a:pt x="1527" y="6947"/>
                </a:lnTo>
                <a:lnTo>
                  <a:pt x="0" y="0"/>
                </a:lnTo>
                <a:close/>
              </a:path>
            </a:pathLst>
          </a:custGeom>
          <a:solidFill>
            <a:srgbClr val="DF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7" name="contour_15375"/>
          <p:cNvSpPr/>
          <p:nvPr/>
        </p:nvSpPr>
        <p:spPr>
          <a:xfrm>
            <a:off x="7625378" y="6121862"/>
            <a:ext cx="30099" cy="364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"/>
                </a:moveTo>
                <a:lnTo>
                  <a:pt x="21600" y="2593"/>
                </a:lnTo>
                <a:lnTo>
                  <a:pt x="21600" y="5164"/>
                </a:lnTo>
                <a:lnTo>
                  <a:pt x="21600" y="7744"/>
                </a:lnTo>
                <a:lnTo>
                  <a:pt x="21600" y="10345"/>
                </a:lnTo>
                <a:lnTo>
                  <a:pt x="21600" y="12972"/>
                </a:lnTo>
                <a:lnTo>
                  <a:pt x="18143" y="12972"/>
                </a:lnTo>
                <a:lnTo>
                  <a:pt x="14665" y="12972"/>
                </a:lnTo>
                <a:lnTo>
                  <a:pt x="11140" y="12972"/>
                </a:lnTo>
                <a:lnTo>
                  <a:pt x="11140" y="15824"/>
                </a:lnTo>
                <a:lnTo>
                  <a:pt x="11140" y="18692"/>
                </a:lnTo>
                <a:lnTo>
                  <a:pt x="11140" y="21600"/>
                </a:lnTo>
                <a:lnTo>
                  <a:pt x="7683" y="21600"/>
                </a:lnTo>
                <a:lnTo>
                  <a:pt x="4205" y="21600"/>
                </a:lnTo>
                <a:lnTo>
                  <a:pt x="680" y="21600"/>
                </a:lnTo>
                <a:lnTo>
                  <a:pt x="303" y="16708"/>
                </a:lnTo>
                <a:lnTo>
                  <a:pt x="78" y="13261"/>
                </a:lnTo>
                <a:lnTo>
                  <a:pt x="0" y="10781"/>
                </a:lnTo>
                <a:lnTo>
                  <a:pt x="78" y="8788"/>
                </a:lnTo>
                <a:lnTo>
                  <a:pt x="303" y="6803"/>
                </a:lnTo>
                <a:lnTo>
                  <a:pt x="680" y="4344"/>
                </a:lnTo>
                <a:lnTo>
                  <a:pt x="4038" y="2273"/>
                </a:lnTo>
                <a:lnTo>
                  <a:pt x="7134" y="984"/>
                </a:lnTo>
                <a:lnTo>
                  <a:pt x="10204" y="293"/>
                </a:lnTo>
                <a:lnTo>
                  <a:pt x="13478" y="26"/>
                </a:lnTo>
                <a:lnTo>
                  <a:pt x="17202" y="0"/>
                </a:lnTo>
                <a:lnTo>
                  <a:pt x="21600" y="30"/>
                </a:lnTo>
                <a:close/>
              </a:path>
            </a:pathLst>
          </a:custGeom>
          <a:solidFill>
            <a:srgbClr val="B89E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8" name="contour_15376"/>
          <p:cNvSpPr/>
          <p:nvPr/>
        </p:nvSpPr>
        <p:spPr>
          <a:xfrm>
            <a:off x="5104681" y="612191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866" y="3019"/>
                </a:lnTo>
                <a:lnTo>
                  <a:pt x="20637" y="5146"/>
                </a:lnTo>
                <a:lnTo>
                  <a:pt x="21119" y="7403"/>
                </a:lnTo>
                <a:lnTo>
                  <a:pt x="21600" y="10800"/>
                </a:lnTo>
                <a:lnTo>
                  <a:pt x="19560" y="10800"/>
                </a:lnTo>
                <a:lnTo>
                  <a:pt x="17508" y="10800"/>
                </a:lnTo>
                <a:lnTo>
                  <a:pt x="15429" y="10800"/>
                </a:lnTo>
                <a:lnTo>
                  <a:pt x="15429" y="14369"/>
                </a:lnTo>
                <a:lnTo>
                  <a:pt x="15429" y="17960"/>
                </a:lnTo>
                <a:lnTo>
                  <a:pt x="15429" y="21600"/>
                </a:lnTo>
                <a:lnTo>
                  <a:pt x="13519" y="20930"/>
                </a:lnTo>
                <a:lnTo>
                  <a:pt x="11608" y="20261"/>
                </a:lnTo>
                <a:lnTo>
                  <a:pt x="9692" y="19591"/>
                </a:lnTo>
                <a:lnTo>
                  <a:pt x="7773" y="18922"/>
                </a:lnTo>
                <a:lnTo>
                  <a:pt x="5844" y="18247"/>
                </a:lnTo>
                <a:lnTo>
                  <a:pt x="3907" y="17566"/>
                </a:lnTo>
                <a:lnTo>
                  <a:pt x="1959" y="16886"/>
                </a:lnTo>
                <a:lnTo>
                  <a:pt x="0" y="16200"/>
                </a:lnTo>
                <a:lnTo>
                  <a:pt x="1595" y="12949"/>
                </a:lnTo>
                <a:lnTo>
                  <a:pt x="3188" y="10195"/>
                </a:lnTo>
                <a:lnTo>
                  <a:pt x="4798" y="7884"/>
                </a:lnTo>
                <a:lnTo>
                  <a:pt x="6449" y="5972"/>
                </a:lnTo>
                <a:lnTo>
                  <a:pt x="8165" y="4406"/>
                </a:lnTo>
                <a:lnTo>
                  <a:pt x="9967" y="3137"/>
                </a:lnTo>
                <a:lnTo>
                  <a:pt x="11880" y="2106"/>
                </a:lnTo>
                <a:lnTo>
                  <a:pt x="13926" y="1280"/>
                </a:lnTo>
                <a:lnTo>
                  <a:pt x="16129" y="589"/>
                </a:lnTo>
                <a:lnTo>
                  <a:pt x="18514" y="0"/>
                </a:lnTo>
                <a:close/>
              </a:path>
            </a:pathLst>
          </a:custGeom>
          <a:solidFill>
            <a:srgbClr val="AAAB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79" name="contour_15377"/>
          <p:cNvSpPr/>
          <p:nvPr/>
        </p:nvSpPr>
        <p:spPr>
          <a:xfrm>
            <a:off x="10169835" y="610004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3" y="972"/>
                </a:lnTo>
                <a:lnTo>
                  <a:pt x="4954" y="1962"/>
                </a:lnTo>
                <a:lnTo>
                  <a:pt x="7178" y="3002"/>
                </a:lnTo>
                <a:lnTo>
                  <a:pt x="9248" y="4129"/>
                </a:lnTo>
                <a:lnTo>
                  <a:pt x="11171" y="5386"/>
                </a:lnTo>
                <a:lnTo>
                  <a:pt x="12956" y="6804"/>
                </a:lnTo>
                <a:lnTo>
                  <a:pt x="14612" y="8420"/>
                </a:lnTo>
                <a:lnTo>
                  <a:pt x="16150" y="10278"/>
                </a:lnTo>
                <a:lnTo>
                  <a:pt x="17575" y="12409"/>
                </a:lnTo>
                <a:lnTo>
                  <a:pt x="18900" y="14850"/>
                </a:lnTo>
                <a:lnTo>
                  <a:pt x="19832" y="17086"/>
                </a:lnTo>
                <a:lnTo>
                  <a:pt x="20736" y="19336"/>
                </a:lnTo>
                <a:lnTo>
                  <a:pt x="21600" y="21600"/>
                </a:lnTo>
                <a:lnTo>
                  <a:pt x="19037" y="20628"/>
                </a:lnTo>
                <a:lnTo>
                  <a:pt x="16646" y="19638"/>
                </a:lnTo>
                <a:lnTo>
                  <a:pt x="14422" y="18598"/>
                </a:lnTo>
                <a:lnTo>
                  <a:pt x="12352" y="17471"/>
                </a:lnTo>
                <a:lnTo>
                  <a:pt x="10429" y="16214"/>
                </a:lnTo>
                <a:lnTo>
                  <a:pt x="8644" y="14796"/>
                </a:lnTo>
                <a:lnTo>
                  <a:pt x="6988" y="13180"/>
                </a:lnTo>
                <a:lnTo>
                  <a:pt x="5450" y="11322"/>
                </a:lnTo>
                <a:lnTo>
                  <a:pt x="4025" y="9191"/>
                </a:lnTo>
                <a:lnTo>
                  <a:pt x="2700" y="6750"/>
                </a:lnTo>
                <a:lnTo>
                  <a:pt x="1768" y="4514"/>
                </a:lnTo>
                <a:lnTo>
                  <a:pt x="864" y="2264"/>
                </a:lnTo>
                <a:lnTo>
                  <a:pt x="0" y="0"/>
                </a:lnTo>
                <a:close/>
              </a:path>
            </a:pathLst>
          </a:custGeom>
          <a:solidFill>
            <a:srgbClr val="A199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0" name="contour_15378"/>
          <p:cNvSpPr/>
          <p:nvPr/>
        </p:nvSpPr>
        <p:spPr>
          <a:xfrm>
            <a:off x="9863739" y="607818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223"/>
                </a:lnTo>
                <a:lnTo>
                  <a:pt x="9210" y="2445"/>
                </a:lnTo>
                <a:lnTo>
                  <a:pt x="11664" y="3672"/>
                </a:lnTo>
                <a:lnTo>
                  <a:pt x="14126" y="4903"/>
                </a:lnTo>
                <a:lnTo>
                  <a:pt x="16602" y="6143"/>
                </a:lnTo>
                <a:lnTo>
                  <a:pt x="19090" y="7387"/>
                </a:lnTo>
                <a:lnTo>
                  <a:pt x="21600" y="8640"/>
                </a:lnTo>
                <a:lnTo>
                  <a:pt x="19462" y="10778"/>
                </a:lnTo>
                <a:lnTo>
                  <a:pt x="17319" y="12921"/>
                </a:lnTo>
                <a:lnTo>
                  <a:pt x="15168" y="15072"/>
                </a:lnTo>
                <a:lnTo>
                  <a:pt x="13008" y="17232"/>
                </a:lnTo>
                <a:lnTo>
                  <a:pt x="10835" y="19405"/>
                </a:lnTo>
                <a:lnTo>
                  <a:pt x="8640" y="21600"/>
                </a:lnTo>
                <a:lnTo>
                  <a:pt x="6687" y="19064"/>
                </a:lnTo>
                <a:lnTo>
                  <a:pt x="5262" y="17159"/>
                </a:lnTo>
                <a:lnTo>
                  <a:pt x="4121" y="15526"/>
                </a:lnTo>
                <a:lnTo>
                  <a:pt x="3020" y="13798"/>
                </a:lnTo>
                <a:lnTo>
                  <a:pt x="1728" y="11625"/>
                </a:lnTo>
                <a:lnTo>
                  <a:pt x="0" y="8640"/>
                </a:lnTo>
                <a:lnTo>
                  <a:pt x="1071" y="6502"/>
                </a:lnTo>
                <a:lnTo>
                  <a:pt x="2143" y="4355"/>
                </a:lnTo>
                <a:lnTo>
                  <a:pt x="3227" y="2190"/>
                </a:lnTo>
                <a:lnTo>
                  <a:pt x="4320" y="0"/>
                </a:lnTo>
                <a:close/>
              </a:path>
            </a:pathLst>
          </a:custGeom>
          <a:solidFill>
            <a:srgbClr val="C7D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1" name="contour_15379"/>
          <p:cNvSpPr/>
          <p:nvPr/>
        </p:nvSpPr>
        <p:spPr>
          <a:xfrm>
            <a:off x="7422262" y="604903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856" y="1786"/>
                </a:lnTo>
                <a:lnTo>
                  <a:pt x="5391" y="3578"/>
                </a:lnTo>
                <a:lnTo>
                  <a:pt x="5940" y="5400"/>
                </a:lnTo>
                <a:lnTo>
                  <a:pt x="6830" y="7186"/>
                </a:lnTo>
                <a:lnTo>
                  <a:pt x="7733" y="8978"/>
                </a:lnTo>
                <a:lnTo>
                  <a:pt x="8640" y="10800"/>
                </a:lnTo>
                <a:lnTo>
                  <a:pt x="11496" y="10800"/>
                </a:lnTo>
                <a:lnTo>
                  <a:pt x="14368" y="10800"/>
                </a:lnTo>
                <a:lnTo>
                  <a:pt x="17280" y="10800"/>
                </a:lnTo>
                <a:lnTo>
                  <a:pt x="18611" y="13478"/>
                </a:lnTo>
                <a:lnTo>
                  <a:pt x="19500" y="15379"/>
                </a:lnTo>
                <a:lnTo>
                  <a:pt x="20157" y="17021"/>
                </a:lnTo>
                <a:lnTo>
                  <a:pt x="20788" y="1892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F4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2" name="contour_15380"/>
          <p:cNvSpPr/>
          <p:nvPr/>
        </p:nvSpPr>
        <p:spPr>
          <a:xfrm>
            <a:off x="4732993" y="6056321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01" y="1109"/>
                </a:lnTo>
                <a:lnTo>
                  <a:pt x="3602" y="2225"/>
                </a:lnTo>
                <a:lnTo>
                  <a:pt x="5403" y="3348"/>
                </a:lnTo>
                <a:lnTo>
                  <a:pt x="7204" y="4478"/>
                </a:lnTo>
                <a:lnTo>
                  <a:pt x="9002" y="5609"/>
                </a:lnTo>
                <a:lnTo>
                  <a:pt x="10800" y="6754"/>
                </a:lnTo>
                <a:lnTo>
                  <a:pt x="11578" y="7222"/>
                </a:lnTo>
                <a:lnTo>
                  <a:pt x="13921" y="8647"/>
                </a:lnTo>
                <a:lnTo>
                  <a:pt x="15468" y="9684"/>
                </a:lnTo>
                <a:lnTo>
                  <a:pt x="17007" y="10793"/>
                </a:lnTo>
                <a:lnTo>
                  <a:pt x="18544" y="11959"/>
                </a:lnTo>
                <a:lnTo>
                  <a:pt x="20072" y="13162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45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3" name="contour_15381"/>
          <p:cNvSpPr/>
          <p:nvPr/>
        </p:nvSpPr>
        <p:spPr>
          <a:xfrm>
            <a:off x="7363958" y="604903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3564"/>
                </a:lnTo>
                <a:lnTo>
                  <a:pt x="18706" y="7133"/>
                </a:lnTo>
                <a:lnTo>
                  <a:pt x="19423" y="10719"/>
                </a:lnTo>
                <a:lnTo>
                  <a:pt x="20144" y="14321"/>
                </a:lnTo>
                <a:lnTo>
                  <a:pt x="20870" y="17944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1853" y="11637"/>
                </a:lnTo>
                <a:lnTo>
                  <a:pt x="3292" y="8473"/>
                </a:lnTo>
                <a:lnTo>
                  <a:pt x="4622" y="6329"/>
                </a:lnTo>
                <a:lnTo>
                  <a:pt x="6160" y="4801"/>
                </a:lnTo>
                <a:lnTo>
                  <a:pt x="8204" y="3499"/>
                </a:lnTo>
                <a:lnTo>
                  <a:pt x="11068" y="2025"/>
                </a:lnTo>
                <a:lnTo>
                  <a:pt x="13120" y="1355"/>
                </a:lnTo>
                <a:lnTo>
                  <a:pt x="15185" y="686"/>
                </a:lnTo>
                <a:lnTo>
                  <a:pt x="17280" y="0"/>
                </a:lnTo>
                <a:close/>
              </a:path>
            </a:pathLst>
          </a:custGeom>
          <a:solidFill>
            <a:srgbClr val="8428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4" name="contour_15382"/>
          <p:cNvSpPr/>
          <p:nvPr/>
        </p:nvSpPr>
        <p:spPr>
          <a:xfrm>
            <a:off x="10650842" y="6005305"/>
            <a:ext cx="37861" cy="427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74" y="0"/>
                </a:moveTo>
                <a:lnTo>
                  <a:pt x="15222" y="0"/>
                </a:lnTo>
                <a:lnTo>
                  <a:pt x="17987" y="0"/>
                </a:lnTo>
                <a:lnTo>
                  <a:pt x="20789" y="0"/>
                </a:lnTo>
                <a:lnTo>
                  <a:pt x="20947" y="2242"/>
                </a:lnTo>
                <a:lnTo>
                  <a:pt x="21084" y="4488"/>
                </a:lnTo>
                <a:lnTo>
                  <a:pt x="21205" y="6730"/>
                </a:lnTo>
                <a:lnTo>
                  <a:pt x="21309" y="8976"/>
                </a:lnTo>
                <a:lnTo>
                  <a:pt x="21454" y="11479"/>
                </a:lnTo>
                <a:lnTo>
                  <a:pt x="21600" y="14023"/>
                </a:lnTo>
                <a:lnTo>
                  <a:pt x="21072" y="16600"/>
                </a:lnTo>
                <a:lnTo>
                  <a:pt x="20419" y="18191"/>
                </a:lnTo>
                <a:lnTo>
                  <a:pt x="19213" y="19457"/>
                </a:lnTo>
                <a:lnTo>
                  <a:pt x="17022" y="21055"/>
                </a:lnTo>
                <a:lnTo>
                  <a:pt x="14286" y="21600"/>
                </a:lnTo>
                <a:lnTo>
                  <a:pt x="12199" y="21530"/>
                </a:lnTo>
                <a:lnTo>
                  <a:pt x="9696" y="20617"/>
                </a:lnTo>
                <a:lnTo>
                  <a:pt x="5717" y="18636"/>
                </a:lnTo>
                <a:lnTo>
                  <a:pt x="3829" y="17344"/>
                </a:lnTo>
                <a:lnTo>
                  <a:pt x="1925" y="16044"/>
                </a:lnTo>
                <a:lnTo>
                  <a:pt x="0" y="14726"/>
                </a:lnTo>
                <a:lnTo>
                  <a:pt x="2470" y="14726"/>
                </a:lnTo>
                <a:lnTo>
                  <a:pt x="4948" y="14726"/>
                </a:lnTo>
                <a:lnTo>
                  <a:pt x="7434" y="14726"/>
                </a:lnTo>
                <a:lnTo>
                  <a:pt x="9941" y="14726"/>
                </a:lnTo>
                <a:lnTo>
                  <a:pt x="12474" y="14726"/>
                </a:lnTo>
                <a:lnTo>
                  <a:pt x="12474" y="12297"/>
                </a:lnTo>
                <a:lnTo>
                  <a:pt x="12474" y="9863"/>
                </a:lnTo>
                <a:lnTo>
                  <a:pt x="12474" y="7418"/>
                </a:lnTo>
                <a:lnTo>
                  <a:pt x="12474" y="4963"/>
                </a:lnTo>
                <a:lnTo>
                  <a:pt x="12474" y="2492"/>
                </a:lnTo>
                <a:lnTo>
                  <a:pt x="12474" y="0"/>
                </a:lnTo>
                <a:close/>
              </a:path>
            </a:pathLst>
          </a:custGeom>
          <a:solidFill>
            <a:srgbClr val="E9E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5" name="contour_15383"/>
          <p:cNvSpPr/>
          <p:nvPr/>
        </p:nvSpPr>
        <p:spPr>
          <a:xfrm>
            <a:off x="1424245" y="6026987"/>
            <a:ext cx="51016" cy="22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9"/>
                </a:moveTo>
                <a:lnTo>
                  <a:pt x="21600" y="4898"/>
                </a:lnTo>
                <a:lnTo>
                  <a:pt x="21600" y="9647"/>
                </a:lnTo>
                <a:lnTo>
                  <a:pt x="21600" y="14460"/>
                </a:lnTo>
                <a:lnTo>
                  <a:pt x="19462" y="15166"/>
                </a:lnTo>
                <a:lnTo>
                  <a:pt x="17320" y="15873"/>
                </a:lnTo>
                <a:lnTo>
                  <a:pt x="15179" y="16580"/>
                </a:lnTo>
                <a:lnTo>
                  <a:pt x="13034" y="17294"/>
                </a:lnTo>
                <a:lnTo>
                  <a:pt x="10880" y="18001"/>
                </a:lnTo>
                <a:lnTo>
                  <a:pt x="8723" y="18715"/>
                </a:lnTo>
                <a:lnTo>
                  <a:pt x="6557" y="19429"/>
                </a:lnTo>
                <a:lnTo>
                  <a:pt x="4382" y="20150"/>
                </a:lnTo>
                <a:lnTo>
                  <a:pt x="2197" y="20872"/>
                </a:lnTo>
                <a:lnTo>
                  <a:pt x="0" y="21600"/>
                </a:lnTo>
                <a:lnTo>
                  <a:pt x="1540" y="14595"/>
                </a:lnTo>
                <a:lnTo>
                  <a:pt x="2691" y="10118"/>
                </a:lnTo>
                <a:lnTo>
                  <a:pt x="3805" y="7269"/>
                </a:lnTo>
                <a:lnTo>
                  <a:pt x="5233" y="5148"/>
                </a:lnTo>
                <a:lnTo>
                  <a:pt x="7329" y="2856"/>
                </a:lnTo>
                <a:lnTo>
                  <a:pt x="9415" y="1842"/>
                </a:lnTo>
                <a:lnTo>
                  <a:pt x="11439" y="1071"/>
                </a:lnTo>
                <a:lnTo>
                  <a:pt x="13432" y="514"/>
                </a:lnTo>
                <a:lnTo>
                  <a:pt x="15416" y="164"/>
                </a:lnTo>
                <a:lnTo>
                  <a:pt x="17422" y="0"/>
                </a:lnTo>
                <a:lnTo>
                  <a:pt x="19474" y="14"/>
                </a:lnTo>
                <a:lnTo>
                  <a:pt x="21600" y="179"/>
                </a:lnTo>
                <a:close/>
              </a:path>
            </a:pathLst>
          </a:custGeom>
          <a:solidFill>
            <a:srgbClr val="ACB2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6" name="contour_15384"/>
          <p:cNvSpPr/>
          <p:nvPr/>
        </p:nvSpPr>
        <p:spPr>
          <a:xfrm>
            <a:off x="1504413" y="6005305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277" y="1109"/>
                </a:lnTo>
                <a:lnTo>
                  <a:pt x="5851" y="2225"/>
                </a:lnTo>
                <a:lnTo>
                  <a:pt x="7428" y="3348"/>
                </a:lnTo>
                <a:lnTo>
                  <a:pt x="9002" y="4478"/>
                </a:lnTo>
                <a:lnTo>
                  <a:pt x="10576" y="5609"/>
                </a:lnTo>
                <a:lnTo>
                  <a:pt x="12150" y="6754"/>
                </a:lnTo>
                <a:lnTo>
                  <a:pt x="13505" y="7697"/>
                </a:lnTo>
                <a:lnTo>
                  <a:pt x="14882" y="8647"/>
                </a:lnTo>
                <a:lnTo>
                  <a:pt x="16578" y="9958"/>
                </a:lnTo>
                <a:lnTo>
                  <a:pt x="18260" y="11376"/>
                </a:lnTo>
                <a:lnTo>
                  <a:pt x="19934" y="1286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535" y="17323"/>
                </a:lnTo>
                <a:lnTo>
                  <a:pt x="1072" y="13032"/>
                </a:lnTo>
                <a:lnTo>
                  <a:pt x="1609" y="8726"/>
                </a:lnTo>
                <a:lnTo>
                  <a:pt x="2152" y="4385"/>
                </a:lnTo>
                <a:lnTo>
                  <a:pt x="2700" y="0"/>
                </a:lnTo>
                <a:close/>
              </a:path>
            </a:pathLst>
          </a:custGeom>
          <a:solidFill>
            <a:srgbClr val="A6AC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7" name="contour_15385"/>
          <p:cNvSpPr/>
          <p:nvPr/>
        </p:nvSpPr>
        <p:spPr>
          <a:xfrm>
            <a:off x="5162001" y="5990729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0"/>
                </a:lnTo>
                <a:lnTo>
                  <a:pt x="7606" y="0"/>
                </a:lnTo>
                <a:lnTo>
                  <a:pt x="11074" y="0"/>
                </a:lnTo>
                <a:lnTo>
                  <a:pt x="14558" y="0"/>
                </a:lnTo>
                <a:lnTo>
                  <a:pt x="18064" y="0"/>
                </a:lnTo>
                <a:lnTo>
                  <a:pt x="21600" y="0"/>
                </a:lnTo>
                <a:lnTo>
                  <a:pt x="20738" y="3564"/>
                </a:lnTo>
                <a:lnTo>
                  <a:pt x="19876" y="7133"/>
                </a:lnTo>
                <a:lnTo>
                  <a:pt x="19009" y="10719"/>
                </a:lnTo>
                <a:lnTo>
                  <a:pt x="18137" y="14321"/>
                </a:lnTo>
                <a:lnTo>
                  <a:pt x="17259" y="17944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CFD1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8" name="contour_15386"/>
          <p:cNvSpPr/>
          <p:nvPr/>
        </p:nvSpPr>
        <p:spPr>
          <a:xfrm>
            <a:off x="3938602" y="598344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05" y="637"/>
                </a:lnTo>
                <a:lnTo>
                  <a:pt x="4806" y="1312"/>
                </a:lnTo>
                <a:lnTo>
                  <a:pt x="7200" y="2025"/>
                </a:lnTo>
                <a:lnTo>
                  <a:pt x="9209" y="2592"/>
                </a:lnTo>
                <a:lnTo>
                  <a:pt x="11250" y="3164"/>
                </a:lnTo>
                <a:lnTo>
                  <a:pt x="12812" y="4277"/>
                </a:lnTo>
                <a:lnTo>
                  <a:pt x="14400" y="5400"/>
                </a:lnTo>
                <a:lnTo>
                  <a:pt x="14400" y="8969"/>
                </a:lnTo>
                <a:lnTo>
                  <a:pt x="14400" y="12560"/>
                </a:lnTo>
                <a:lnTo>
                  <a:pt x="14400" y="16200"/>
                </a:lnTo>
                <a:lnTo>
                  <a:pt x="16538" y="18182"/>
                </a:lnTo>
                <a:lnTo>
                  <a:pt x="18000" y="19408"/>
                </a:lnTo>
                <a:lnTo>
                  <a:pt x="19462" y="2037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18031"/>
                </a:lnTo>
                <a:lnTo>
                  <a:pt x="7200" y="14440"/>
                </a:lnTo>
                <a:lnTo>
                  <a:pt x="7200" y="10800"/>
                </a:lnTo>
                <a:lnTo>
                  <a:pt x="4820" y="10800"/>
                </a:lnTo>
                <a:lnTo>
                  <a:pt x="2426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A5A6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89" name="contour_15387"/>
          <p:cNvSpPr/>
          <p:nvPr/>
        </p:nvSpPr>
        <p:spPr>
          <a:xfrm>
            <a:off x="1759493" y="5954289"/>
            <a:ext cx="3060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44" y="0"/>
                </a:moveTo>
                <a:lnTo>
                  <a:pt x="10057" y="2465"/>
                </a:lnTo>
                <a:lnTo>
                  <a:pt x="13771" y="4382"/>
                </a:lnTo>
                <a:lnTo>
                  <a:pt x="16471" y="5894"/>
                </a:lnTo>
                <a:lnTo>
                  <a:pt x="18359" y="7156"/>
                </a:lnTo>
                <a:lnTo>
                  <a:pt x="19620" y="8310"/>
                </a:lnTo>
                <a:lnTo>
                  <a:pt x="20453" y="9507"/>
                </a:lnTo>
                <a:lnTo>
                  <a:pt x="21050" y="10896"/>
                </a:lnTo>
                <a:lnTo>
                  <a:pt x="21600" y="12621"/>
                </a:lnTo>
                <a:lnTo>
                  <a:pt x="21564" y="14318"/>
                </a:lnTo>
                <a:lnTo>
                  <a:pt x="21492" y="15635"/>
                </a:lnTo>
                <a:lnTo>
                  <a:pt x="21338" y="16999"/>
                </a:lnTo>
                <a:lnTo>
                  <a:pt x="21050" y="18844"/>
                </a:lnTo>
                <a:lnTo>
                  <a:pt x="20576" y="21600"/>
                </a:lnTo>
                <a:lnTo>
                  <a:pt x="17264" y="21008"/>
                </a:lnTo>
                <a:lnTo>
                  <a:pt x="14100" y="20378"/>
                </a:lnTo>
                <a:lnTo>
                  <a:pt x="11060" y="19675"/>
                </a:lnTo>
                <a:lnTo>
                  <a:pt x="8148" y="18863"/>
                </a:lnTo>
                <a:lnTo>
                  <a:pt x="5340" y="17906"/>
                </a:lnTo>
                <a:lnTo>
                  <a:pt x="2629" y="16774"/>
                </a:lnTo>
                <a:lnTo>
                  <a:pt x="0" y="15429"/>
                </a:lnTo>
                <a:lnTo>
                  <a:pt x="5" y="13395"/>
                </a:lnTo>
                <a:lnTo>
                  <a:pt x="242" y="11420"/>
                </a:lnTo>
                <a:lnTo>
                  <a:pt x="689" y="9489"/>
                </a:lnTo>
                <a:lnTo>
                  <a:pt x="1317" y="7588"/>
                </a:lnTo>
                <a:lnTo>
                  <a:pt x="2104" y="5699"/>
                </a:lnTo>
                <a:lnTo>
                  <a:pt x="3020" y="3817"/>
                </a:lnTo>
                <a:lnTo>
                  <a:pt x="4043" y="1922"/>
                </a:lnTo>
                <a:lnTo>
                  <a:pt x="5144" y="0"/>
                </a:lnTo>
                <a:close/>
              </a:path>
            </a:pathLst>
          </a:custGeom>
          <a:solidFill>
            <a:srgbClr val="9DA1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0" name="contour_15388"/>
          <p:cNvSpPr/>
          <p:nvPr/>
        </p:nvSpPr>
        <p:spPr>
          <a:xfrm>
            <a:off x="10942362" y="596157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B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1" name="contour_15389"/>
          <p:cNvSpPr/>
          <p:nvPr/>
        </p:nvSpPr>
        <p:spPr>
          <a:xfrm>
            <a:off x="4638249" y="5952977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51"/>
                </a:moveTo>
                <a:lnTo>
                  <a:pt x="9580" y="25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50"/>
                </a:lnTo>
                <a:lnTo>
                  <a:pt x="21600" y="751"/>
                </a:lnTo>
                <a:lnTo>
                  <a:pt x="21600" y="3699"/>
                </a:lnTo>
                <a:lnTo>
                  <a:pt x="21600" y="6651"/>
                </a:lnTo>
                <a:lnTo>
                  <a:pt x="21600" y="9612"/>
                </a:lnTo>
                <a:lnTo>
                  <a:pt x="21600" y="12585"/>
                </a:lnTo>
                <a:lnTo>
                  <a:pt x="21600" y="15570"/>
                </a:lnTo>
                <a:lnTo>
                  <a:pt x="21600" y="18573"/>
                </a:lnTo>
                <a:lnTo>
                  <a:pt x="21600" y="21600"/>
                </a:lnTo>
                <a:lnTo>
                  <a:pt x="18036" y="20912"/>
                </a:lnTo>
                <a:lnTo>
                  <a:pt x="14467" y="20224"/>
                </a:lnTo>
                <a:lnTo>
                  <a:pt x="10881" y="19532"/>
                </a:lnTo>
                <a:lnTo>
                  <a:pt x="7279" y="18835"/>
                </a:lnTo>
                <a:lnTo>
                  <a:pt x="3656" y="18135"/>
                </a:lnTo>
                <a:lnTo>
                  <a:pt x="0" y="17430"/>
                </a:lnTo>
                <a:lnTo>
                  <a:pt x="1015" y="12455"/>
                </a:lnTo>
                <a:lnTo>
                  <a:pt x="1782" y="8978"/>
                </a:lnTo>
                <a:lnTo>
                  <a:pt x="2457" y="6530"/>
                </a:lnTo>
                <a:lnTo>
                  <a:pt x="3186" y="4649"/>
                </a:lnTo>
                <a:lnTo>
                  <a:pt x="4115" y="2881"/>
                </a:lnTo>
                <a:lnTo>
                  <a:pt x="5400" y="751"/>
                </a:lnTo>
                <a:close/>
              </a:path>
            </a:pathLst>
          </a:custGeom>
          <a:solidFill>
            <a:srgbClr val="9386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2" name="contour_15390"/>
          <p:cNvSpPr/>
          <p:nvPr/>
        </p:nvSpPr>
        <p:spPr>
          <a:xfrm>
            <a:off x="4383170" y="5939713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89" y="158"/>
                </a:lnTo>
                <a:lnTo>
                  <a:pt x="7210" y="414"/>
                </a:lnTo>
                <a:lnTo>
                  <a:pt x="10604" y="828"/>
                </a:lnTo>
                <a:lnTo>
                  <a:pt x="13910" y="1454"/>
                </a:lnTo>
                <a:lnTo>
                  <a:pt x="17166" y="2358"/>
                </a:lnTo>
                <a:lnTo>
                  <a:pt x="20411" y="3600"/>
                </a:lnTo>
                <a:lnTo>
                  <a:pt x="21090" y="6199"/>
                </a:lnTo>
                <a:lnTo>
                  <a:pt x="21467" y="8762"/>
                </a:lnTo>
                <a:lnTo>
                  <a:pt x="21600" y="11308"/>
                </a:lnTo>
                <a:lnTo>
                  <a:pt x="21513" y="13849"/>
                </a:lnTo>
                <a:lnTo>
                  <a:pt x="21263" y="16398"/>
                </a:lnTo>
                <a:lnTo>
                  <a:pt x="20881" y="18979"/>
                </a:lnTo>
                <a:lnTo>
                  <a:pt x="20411" y="21600"/>
                </a:lnTo>
                <a:lnTo>
                  <a:pt x="17038" y="21600"/>
                </a:lnTo>
                <a:lnTo>
                  <a:pt x="13645" y="21600"/>
                </a:lnTo>
                <a:lnTo>
                  <a:pt x="10206" y="21600"/>
                </a:lnTo>
                <a:lnTo>
                  <a:pt x="8608" y="19246"/>
                </a:lnTo>
                <a:lnTo>
                  <a:pt x="7511" y="17507"/>
                </a:lnTo>
                <a:lnTo>
                  <a:pt x="6639" y="15865"/>
                </a:lnTo>
                <a:lnTo>
                  <a:pt x="5715" y="13802"/>
                </a:lnTo>
                <a:lnTo>
                  <a:pt x="4465" y="10800"/>
                </a:lnTo>
                <a:lnTo>
                  <a:pt x="3608" y="8791"/>
                </a:lnTo>
                <a:lnTo>
                  <a:pt x="2745" y="6772"/>
                </a:lnTo>
                <a:lnTo>
                  <a:pt x="1873" y="4723"/>
                </a:lnTo>
                <a:lnTo>
                  <a:pt x="944" y="2380"/>
                </a:lnTo>
                <a:lnTo>
                  <a:pt x="0" y="0"/>
                </a:lnTo>
                <a:close/>
              </a:path>
            </a:pathLst>
          </a:custGeom>
          <a:solidFill>
            <a:srgbClr val="8185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3" name="contour_15391"/>
          <p:cNvSpPr/>
          <p:nvPr/>
        </p:nvSpPr>
        <p:spPr>
          <a:xfrm>
            <a:off x="4937057" y="5903273"/>
            <a:ext cx="44442" cy="516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11" y="0"/>
                </a:moveTo>
                <a:lnTo>
                  <a:pt x="19468" y="0"/>
                </a:lnTo>
                <a:lnTo>
                  <a:pt x="21253" y="0"/>
                </a:lnTo>
                <a:lnTo>
                  <a:pt x="21306" y="1791"/>
                </a:lnTo>
                <a:lnTo>
                  <a:pt x="21356" y="3584"/>
                </a:lnTo>
                <a:lnTo>
                  <a:pt x="21398" y="5375"/>
                </a:lnTo>
                <a:lnTo>
                  <a:pt x="21437" y="7168"/>
                </a:lnTo>
                <a:lnTo>
                  <a:pt x="21472" y="8962"/>
                </a:lnTo>
                <a:lnTo>
                  <a:pt x="21515" y="10628"/>
                </a:lnTo>
                <a:lnTo>
                  <a:pt x="21557" y="12302"/>
                </a:lnTo>
                <a:lnTo>
                  <a:pt x="21600" y="14001"/>
                </a:lnTo>
                <a:lnTo>
                  <a:pt x="21345" y="16536"/>
                </a:lnTo>
                <a:lnTo>
                  <a:pt x="20853" y="18147"/>
                </a:lnTo>
                <a:lnTo>
                  <a:pt x="19765" y="19523"/>
                </a:lnTo>
                <a:lnTo>
                  <a:pt x="17711" y="21353"/>
                </a:lnTo>
                <a:lnTo>
                  <a:pt x="15196" y="21524"/>
                </a:lnTo>
                <a:lnTo>
                  <a:pt x="13414" y="21600"/>
                </a:lnTo>
                <a:lnTo>
                  <a:pt x="11508" y="21600"/>
                </a:lnTo>
                <a:lnTo>
                  <a:pt x="8636" y="21542"/>
                </a:lnTo>
                <a:lnTo>
                  <a:pt x="7421" y="21524"/>
                </a:lnTo>
                <a:lnTo>
                  <a:pt x="3751" y="21460"/>
                </a:lnTo>
                <a:lnTo>
                  <a:pt x="1888" y="21408"/>
                </a:lnTo>
                <a:lnTo>
                  <a:pt x="0" y="21353"/>
                </a:lnTo>
                <a:lnTo>
                  <a:pt x="740" y="20962"/>
                </a:lnTo>
                <a:lnTo>
                  <a:pt x="2975" y="19779"/>
                </a:lnTo>
                <a:lnTo>
                  <a:pt x="5253" y="18458"/>
                </a:lnTo>
                <a:lnTo>
                  <a:pt x="7350" y="17186"/>
                </a:lnTo>
                <a:lnTo>
                  <a:pt x="9256" y="15917"/>
                </a:lnTo>
                <a:lnTo>
                  <a:pt x="10977" y="14599"/>
                </a:lnTo>
                <a:lnTo>
                  <a:pt x="12500" y="13181"/>
                </a:lnTo>
                <a:lnTo>
                  <a:pt x="13832" y="11616"/>
                </a:lnTo>
                <a:lnTo>
                  <a:pt x="14958" y="9853"/>
                </a:lnTo>
                <a:lnTo>
                  <a:pt x="15887" y="7840"/>
                </a:lnTo>
                <a:lnTo>
                  <a:pt x="16606" y="5527"/>
                </a:lnTo>
                <a:lnTo>
                  <a:pt x="16769" y="4716"/>
                </a:lnTo>
                <a:lnTo>
                  <a:pt x="17052" y="3282"/>
                </a:lnTo>
                <a:lnTo>
                  <a:pt x="17711" y="0"/>
                </a:lnTo>
                <a:close/>
              </a:path>
            </a:pathLst>
          </a:custGeom>
          <a:solidFill>
            <a:srgbClr val="8A89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4" name="contour_15392"/>
          <p:cNvSpPr/>
          <p:nvPr/>
        </p:nvSpPr>
        <p:spPr>
          <a:xfrm>
            <a:off x="2123892" y="591784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9580" y="11400"/>
                </a:lnTo>
                <a:lnTo>
                  <a:pt x="18052" y="13440"/>
                </a:lnTo>
                <a:lnTo>
                  <a:pt x="16708" y="15120"/>
                </a:lnTo>
                <a:lnTo>
                  <a:pt x="15250" y="16800"/>
                </a:lnTo>
                <a:lnTo>
                  <a:pt x="13381" y="1884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1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5" name="contour_15393"/>
          <p:cNvSpPr/>
          <p:nvPr/>
        </p:nvSpPr>
        <p:spPr>
          <a:xfrm>
            <a:off x="8143773" y="5903273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445"/>
                </a:lnTo>
                <a:lnTo>
                  <a:pt x="7133" y="891"/>
                </a:lnTo>
                <a:lnTo>
                  <a:pt x="10719" y="1339"/>
                </a:lnTo>
                <a:lnTo>
                  <a:pt x="14321" y="1790"/>
                </a:lnTo>
                <a:lnTo>
                  <a:pt x="17944" y="2244"/>
                </a:lnTo>
                <a:lnTo>
                  <a:pt x="21600" y="2700"/>
                </a:lnTo>
                <a:lnTo>
                  <a:pt x="20768" y="4277"/>
                </a:lnTo>
                <a:lnTo>
                  <a:pt x="19931" y="5851"/>
                </a:lnTo>
                <a:lnTo>
                  <a:pt x="19089" y="7428"/>
                </a:lnTo>
                <a:lnTo>
                  <a:pt x="18241" y="9002"/>
                </a:lnTo>
                <a:lnTo>
                  <a:pt x="17393" y="10576"/>
                </a:lnTo>
                <a:lnTo>
                  <a:pt x="16535" y="12150"/>
                </a:lnTo>
                <a:lnTo>
                  <a:pt x="15827" y="13505"/>
                </a:lnTo>
                <a:lnTo>
                  <a:pt x="15115" y="14882"/>
                </a:lnTo>
                <a:lnTo>
                  <a:pt x="14132" y="16578"/>
                </a:lnTo>
                <a:lnTo>
                  <a:pt x="13068" y="18260"/>
                </a:lnTo>
                <a:lnTo>
                  <a:pt x="11950" y="19934"/>
                </a:lnTo>
                <a:lnTo>
                  <a:pt x="10800" y="21600"/>
                </a:lnTo>
                <a:lnTo>
                  <a:pt x="8122" y="21600"/>
                </a:lnTo>
                <a:lnTo>
                  <a:pt x="5400" y="21600"/>
                </a:lnTo>
                <a:lnTo>
                  <a:pt x="5492" y="19937"/>
                </a:lnTo>
                <a:lnTo>
                  <a:pt x="5589" y="18247"/>
                </a:lnTo>
                <a:lnTo>
                  <a:pt x="5638" y="16789"/>
                </a:lnTo>
                <a:lnTo>
                  <a:pt x="5686" y="15322"/>
                </a:lnTo>
                <a:lnTo>
                  <a:pt x="5735" y="13838"/>
                </a:lnTo>
                <a:lnTo>
                  <a:pt x="5762" y="13195"/>
                </a:lnTo>
                <a:lnTo>
                  <a:pt x="5816" y="12064"/>
                </a:lnTo>
                <a:lnTo>
                  <a:pt x="5929" y="9472"/>
                </a:lnTo>
                <a:lnTo>
                  <a:pt x="5594" y="7625"/>
                </a:lnTo>
                <a:lnTo>
                  <a:pt x="5076" y="5994"/>
                </a:lnTo>
                <a:lnTo>
                  <a:pt x="4315" y="4501"/>
                </a:lnTo>
                <a:lnTo>
                  <a:pt x="3251" y="3059"/>
                </a:lnTo>
                <a:lnTo>
                  <a:pt x="1836" y="1588"/>
                </a:lnTo>
                <a:lnTo>
                  <a:pt x="0" y="0"/>
                </a:lnTo>
                <a:close/>
              </a:path>
            </a:pathLst>
          </a:custGeom>
          <a:solidFill>
            <a:srgbClr val="F4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6" name="contour_15394"/>
          <p:cNvSpPr/>
          <p:nvPr/>
        </p:nvSpPr>
        <p:spPr>
          <a:xfrm>
            <a:off x="5585688" y="5909249"/>
            <a:ext cx="36440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892"/>
                </a:moveTo>
                <a:lnTo>
                  <a:pt x="12113" y="297"/>
                </a:lnTo>
                <a:lnTo>
                  <a:pt x="14524" y="0"/>
                </a:lnTo>
                <a:lnTo>
                  <a:pt x="16494" y="0"/>
                </a:lnTo>
                <a:lnTo>
                  <a:pt x="18645" y="297"/>
                </a:lnTo>
                <a:lnTo>
                  <a:pt x="21600" y="892"/>
                </a:lnTo>
                <a:lnTo>
                  <a:pt x="20589" y="3894"/>
                </a:lnTo>
                <a:lnTo>
                  <a:pt x="19544" y="6837"/>
                </a:lnTo>
                <a:lnTo>
                  <a:pt x="18438" y="9725"/>
                </a:lnTo>
                <a:lnTo>
                  <a:pt x="17254" y="12554"/>
                </a:lnTo>
                <a:lnTo>
                  <a:pt x="15958" y="15328"/>
                </a:lnTo>
                <a:lnTo>
                  <a:pt x="14537" y="18048"/>
                </a:lnTo>
                <a:lnTo>
                  <a:pt x="12960" y="20708"/>
                </a:lnTo>
                <a:lnTo>
                  <a:pt x="9487" y="21303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03"/>
                </a:lnTo>
                <a:lnTo>
                  <a:pt x="0" y="20708"/>
                </a:lnTo>
                <a:lnTo>
                  <a:pt x="1011" y="17706"/>
                </a:lnTo>
                <a:lnTo>
                  <a:pt x="2056" y="14763"/>
                </a:lnTo>
                <a:lnTo>
                  <a:pt x="3162" y="11875"/>
                </a:lnTo>
                <a:lnTo>
                  <a:pt x="4346" y="9046"/>
                </a:lnTo>
                <a:lnTo>
                  <a:pt x="5642" y="6272"/>
                </a:lnTo>
                <a:lnTo>
                  <a:pt x="7063" y="3552"/>
                </a:lnTo>
                <a:lnTo>
                  <a:pt x="8640" y="892"/>
                </a:lnTo>
                <a:close/>
              </a:path>
            </a:pathLst>
          </a:custGeom>
          <a:solidFill>
            <a:srgbClr val="B2C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7" name="contour_15395"/>
          <p:cNvSpPr/>
          <p:nvPr/>
        </p:nvSpPr>
        <p:spPr>
          <a:xfrm>
            <a:off x="5563824" y="591056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050" y="2799"/>
                </a:lnTo>
                <a:lnTo>
                  <a:pt x="18473" y="5590"/>
                </a:lnTo>
                <a:lnTo>
                  <a:pt x="16875" y="8372"/>
                </a:lnTo>
                <a:lnTo>
                  <a:pt x="15557" y="10705"/>
                </a:lnTo>
                <a:lnTo>
                  <a:pt x="14218" y="13077"/>
                </a:lnTo>
                <a:lnTo>
                  <a:pt x="12463" y="15163"/>
                </a:lnTo>
                <a:lnTo>
                  <a:pt x="10849" y="16649"/>
                </a:lnTo>
                <a:lnTo>
                  <a:pt x="8689" y="17945"/>
                </a:lnTo>
                <a:lnTo>
                  <a:pt x="5297" y="1945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5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8" name="contour_15396"/>
          <p:cNvSpPr/>
          <p:nvPr/>
        </p:nvSpPr>
        <p:spPr>
          <a:xfrm>
            <a:off x="4324866" y="590327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1313"/>
                </a:lnTo>
                <a:lnTo>
                  <a:pt x="3971" y="2640"/>
                </a:lnTo>
                <a:lnTo>
                  <a:pt x="5813" y="3987"/>
                </a:lnTo>
                <a:lnTo>
                  <a:pt x="7575" y="5370"/>
                </a:lnTo>
                <a:lnTo>
                  <a:pt x="9266" y="6804"/>
                </a:lnTo>
                <a:lnTo>
                  <a:pt x="10896" y="8299"/>
                </a:lnTo>
                <a:lnTo>
                  <a:pt x="12482" y="9867"/>
                </a:lnTo>
                <a:lnTo>
                  <a:pt x="14028" y="11526"/>
                </a:lnTo>
                <a:lnTo>
                  <a:pt x="15549" y="13288"/>
                </a:lnTo>
                <a:lnTo>
                  <a:pt x="17058" y="15163"/>
                </a:lnTo>
                <a:lnTo>
                  <a:pt x="18561" y="17163"/>
                </a:lnTo>
                <a:lnTo>
                  <a:pt x="20069" y="19306"/>
                </a:lnTo>
                <a:lnTo>
                  <a:pt x="21600" y="21600"/>
                </a:lnTo>
                <a:lnTo>
                  <a:pt x="19591" y="21362"/>
                </a:lnTo>
                <a:lnTo>
                  <a:pt x="17619" y="21073"/>
                </a:lnTo>
                <a:lnTo>
                  <a:pt x="15679" y="20714"/>
                </a:lnTo>
                <a:lnTo>
                  <a:pt x="13759" y="20265"/>
                </a:lnTo>
                <a:lnTo>
                  <a:pt x="11855" y="19716"/>
                </a:lnTo>
                <a:lnTo>
                  <a:pt x="9961" y="19047"/>
                </a:lnTo>
                <a:lnTo>
                  <a:pt x="8069" y="18239"/>
                </a:lnTo>
                <a:lnTo>
                  <a:pt x="6171" y="17280"/>
                </a:lnTo>
                <a:lnTo>
                  <a:pt x="4934" y="14990"/>
                </a:lnTo>
                <a:lnTo>
                  <a:pt x="3851" y="12666"/>
                </a:lnTo>
                <a:lnTo>
                  <a:pt x="2904" y="10295"/>
                </a:lnTo>
                <a:lnTo>
                  <a:pt x="2067" y="7858"/>
                </a:lnTo>
                <a:lnTo>
                  <a:pt x="1318" y="5344"/>
                </a:lnTo>
                <a:lnTo>
                  <a:pt x="636" y="2726"/>
                </a:lnTo>
                <a:lnTo>
                  <a:pt x="0" y="0"/>
                </a:lnTo>
                <a:close/>
              </a:path>
            </a:pathLst>
          </a:custGeom>
          <a:solidFill>
            <a:srgbClr val="7B6E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399" name="contour_15397"/>
          <p:cNvSpPr/>
          <p:nvPr/>
        </p:nvSpPr>
        <p:spPr>
          <a:xfrm>
            <a:off x="3690810" y="588869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58" y="2138"/>
                </a:lnTo>
                <a:lnTo>
                  <a:pt x="8601" y="4281"/>
                </a:lnTo>
                <a:lnTo>
                  <a:pt x="10744" y="6424"/>
                </a:lnTo>
                <a:lnTo>
                  <a:pt x="12895" y="8575"/>
                </a:lnTo>
                <a:lnTo>
                  <a:pt x="15055" y="10735"/>
                </a:lnTo>
                <a:lnTo>
                  <a:pt x="17224" y="12904"/>
                </a:lnTo>
                <a:lnTo>
                  <a:pt x="19405" y="15085"/>
                </a:lnTo>
                <a:lnTo>
                  <a:pt x="21600" y="17280"/>
                </a:lnTo>
                <a:lnTo>
                  <a:pt x="19034" y="18135"/>
                </a:lnTo>
                <a:lnTo>
                  <a:pt x="16459" y="18995"/>
                </a:lnTo>
                <a:lnTo>
                  <a:pt x="13876" y="19855"/>
                </a:lnTo>
                <a:lnTo>
                  <a:pt x="11271" y="20723"/>
                </a:lnTo>
                <a:lnTo>
                  <a:pt x="8640" y="21600"/>
                </a:lnTo>
                <a:lnTo>
                  <a:pt x="7478" y="19518"/>
                </a:lnTo>
                <a:lnTo>
                  <a:pt x="6324" y="17427"/>
                </a:lnTo>
                <a:lnTo>
                  <a:pt x="5184" y="15327"/>
                </a:lnTo>
                <a:lnTo>
                  <a:pt x="4052" y="13228"/>
                </a:lnTo>
                <a:lnTo>
                  <a:pt x="3408" y="12061"/>
                </a:lnTo>
                <a:lnTo>
                  <a:pt x="1469" y="8523"/>
                </a:lnTo>
                <a:lnTo>
                  <a:pt x="739" y="6437"/>
                </a:lnTo>
                <a:lnTo>
                  <a:pt x="0" y="4320"/>
                </a:lnTo>
                <a:lnTo>
                  <a:pt x="2143" y="2177"/>
                </a:lnTo>
                <a:lnTo>
                  <a:pt x="4320" y="0"/>
                </a:lnTo>
                <a:close/>
              </a:path>
            </a:pathLst>
          </a:custGeom>
          <a:solidFill>
            <a:srgbClr val="A1BE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0" name="contour_15398"/>
          <p:cNvSpPr/>
          <p:nvPr/>
        </p:nvSpPr>
        <p:spPr>
          <a:xfrm>
            <a:off x="4835025" y="5881409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1150" y="18078"/>
                </a:lnTo>
                <a:lnTo>
                  <a:pt x="2322" y="15490"/>
                </a:lnTo>
                <a:lnTo>
                  <a:pt x="3515" y="12910"/>
                </a:lnTo>
                <a:lnTo>
                  <a:pt x="4725" y="10335"/>
                </a:lnTo>
                <a:lnTo>
                  <a:pt x="5600" y="8413"/>
                </a:lnTo>
                <a:lnTo>
                  <a:pt x="6485" y="6482"/>
                </a:lnTo>
                <a:lnTo>
                  <a:pt x="7382" y="4523"/>
                </a:lnTo>
                <a:lnTo>
                  <a:pt x="9077" y="2278"/>
                </a:lnTo>
                <a:lnTo>
                  <a:pt x="10800" y="0"/>
                </a:lnTo>
                <a:close/>
              </a:path>
            </a:pathLst>
          </a:custGeom>
          <a:solidFill>
            <a:srgbClr val="BE58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1" name="contour_15399"/>
          <p:cNvSpPr/>
          <p:nvPr/>
        </p:nvSpPr>
        <p:spPr>
          <a:xfrm>
            <a:off x="4354018" y="588140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534" y="423"/>
                </a:lnTo>
                <a:lnTo>
                  <a:pt x="9815" y="860"/>
                </a:lnTo>
                <a:lnTo>
                  <a:pt x="11785" y="1516"/>
                </a:lnTo>
                <a:lnTo>
                  <a:pt x="14066" y="2601"/>
                </a:lnTo>
                <a:lnTo>
                  <a:pt x="17280" y="4320"/>
                </a:lnTo>
                <a:lnTo>
                  <a:pt x="18408" y="7176"/>
                </a:lnTo>
                <a:lnTo>
                  <a:pt x="19297" y="9975"/>
                </a:lnTo>
                <a:lnTo>
                  <a:pt x="20006" y="12761"/>
                </a:lnTo>
                <a:lnTo>
                  <a:pt x="20589" y="15595"/>
                </a:lnTo>
                <a:lnTo>
                  <a:pt x="21103" y="18524"/>
                </a:lnTo>
                <a:lnTo>
                  <a:pt x="21600" y="21600"/>
                </a:lnTo>
                <a:lnTo>
                  <a:pt x="18386" y="20788"/>
                </a:lnTo>
                <a:lnTo>
                  <a:pt x="16105" y="20157"/>
                </a:lnTo>
                <a:lnTo>
                  <a:pt x="14135" y="19500"/>
                </a:lnTo>
                <a:lnTo>
                  <a:pt x="11854" y="18611"/>
                </a:lnTo>
                <a:lnTo>
                  <a:pt x="8640" y="17280"/>
                </a:lnTo>
                <a:lnTo>
                  <a:pt x="8640" y="14424"/>
                </a:lnTo>
                <a:lnTo>
                  <a:pt x="8640" y="11552"/>
                </a:lnTo>
                <a:lnTo>
                  <a:pt x="8640" y="8640"/>
                </a:lnTo>
                <a:lnTo>
                  <a:pt x="6074" y="7055"/>
                </a:lnTo>
                <a:lnTo>
                  <a:pt x="4320" y="6074"/>
                </a:lnTo>
                <a:lnTo>
                  <a:pt x="2566" y="5301"/>
                </a:lnTo>
                <a:lnTo>
                  <a:pt x="0" y="4320"/>
                </a:lnTo>
                <a:lnTo>
                  <a:pt x="2143" y="2177"/>
                </a:lnTo>
                <a:lnTo>
                  <a:pt x="4320" y="0"/>
                </a:lnTo>
                <a:close/>
              </a:path>
            </a:pathLst>
          </a:custGeom>
          <a:solidFill>
            <a:srgbClr val="4848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2" name="contour_15400"/>
          <p:cNvSpPr/>
          <p:nvPr/>
        </p:nvSpPr>
        <p:spPr>
          <a:xfrm>
            <a:off x="1613733" y="5866833"/>
            <a:ext cx="2308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0" y="0"/>
                </a:moveTo>
                <a:lnTo>
                  <a:pt x="10196" y="765"/>
                </a:lnTo>
                <a:lnTo>
                  <a:pt x="13593" y="1531"/>
                </a:lnTo>
                <a:lnTo>
                  <a:pt x="17003" y="2305"/>
                </a:lnTo>
                <a:lnTo>
                  <a:pt x="20461" y="3086"/>
                </a:lnTo>
                <a:lnTo>
                  <a:pt x="21109" y="5249"/>
                </a:lnTo>
                <a:lnTo>
                  <a:pt x="21470" y="6823"/>
                </a:lnTo>
                <a:lnTo>
                  <a:pt x="21600" y="8260"/>
                </a:lnTo>
                <a:lnTo>
                  <a:pt x="21539" y="10013"/>
                </a:lnTo>
                <a:lnTo>
                  <a:pt x="21314" y="12534"/>
                </a:lnTo>
                <a:lnTo>
                  <a:pt x="21191" y="14228"/>
                </a:lnTo>
                <a:lnTo>
                  <a:pt x="21068" y="15932"/>
                </a:lnTo>
                <a:lnTo>
                  <a:pt x="20938" y="17660"/>
                </a:lnTo>
                <a:lnTo>
                  <a:pt x="20700" y="19616"/>
                </a:lnTo>
                <a:lnTo>
                  <a:pt x="20461" y="21600"/>
                </a:lnTo>
                <a:lnTo>
                  <a:pt x="16410" y="20989"/>
                </a:lnTo>
                <a:lnTo>
                  <a:pt x="12345" y="20375"/>
                </a:lnTo>
                <a:lnTo>
                  <a:pt x="8266" y="19761"/>
                </a:lnTo>
                <a:lnTo>
                  <a:pt x="4154" y="19141"/>
                </a:lnTo>
                <a:lnTo>
                  <a:pt x="0" y="18514"/>
                </a:lnTo>
                <a:lnTo>
                  <a:pt x="750" y="16478"/>
                </a:lnTo>
                <a:lnTo>
                  <a:pt x="1500" y="14438"/>
                </a:lnTo>
                <a:lnTo>
                  <a:pt x="2251" y="12398"/>
                </a:lnTo>
                <a:lnTo>
                  <a:pt x="3008" y="10353"/>
                </a:lnTo>
                <a:lnTo>
                  <a:pt x="3765" y="8301"/>
                </a:lnTo>
                <a:lnTo>
                  <a:pt x="4522" y="6239"/>
                </a:lnTo>
                <a:lnTo>
                  <a:pt x="5286" y="4172"/>
                </a:lnTo>
                <a:lnTo>
                  <a:pt x="6050" y="2092"/>
                </a:lnTo>
                <a:lnTo>
                  <a:pt x="6820" y="0"/>
                </a:lnTo>
                <a:close/>
              </a:path>
            </a:pathLst>
          </a:custGeom>
          <a:solidFill>
            <a:srgbClr val="1C19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3" name="contour_15401"/>
          <p:cNvSpPr/>
          <p:nvPr/>
        </p:nvSpPr>
        <p:spPr>
          <a:xfrm>
            <a:off x="2327956" y="5866593"/>
            <a:ext cx="43728" cy="366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2"/>
                </a:moveTo>
                <a:lnTo>
                  <a:pt x="21600" y="2978"/>
                </a:lnTo>
                <a:lnTo>
                  <a:pt x="21600" y="5832"/>
                </a:lnTo>
                <a:lnTo>
                  <a:pt x="21600" y="8725"/>
                </a:lnTo>
                <a:lnTo>
                  <a:pt x="19246" y="10536"/>
                </a:lnTo>
                <a:lnTo>
                  <a:pt x="17507" y="11802"/>
                </a:lnTo>
                <a:lnTo>
                  <a:pt x="15865" y="12862"/>
                </a:lnTo>
                <a:lnTo>
                  <a:pt x="13802" y="14051"/>
                </a:lnTo>
                <a:lnTo>
                  <a:pt x="10800" y="15699"/>
                </a:lnTo>
                <a:lnTo>
                  <a:pt x="9907" y="16197"/>
                </a:lnTo>
                <a:lnTo>
                  <a:pt x="8334" y="17072"/>
                </a:lnTo>
                <a:lnTo>
                  <a:pt x="4723" y="19085"/>
                </a:lnTo>
                <a:lnTo>
                  <a:pt x="3164" y="19913"/>
                </a:lnTo>
                <a:lnTo>
                  <a:pt x="1591" y="20755"/>
                </a:lnTo>
                <a:lnTo>
                  <a:pt x="0" y="21600"/>
                </a:lnTo>
                <a:lnTo>
                  <a:pt x="875" y="16253"/>
                </a:lnTo>
                <a:lnTo>
                  <a:pt x="1580" y="12184"/>
                </a:lnTo>
                <a:lnTo>
                  <a:pt x="2200" y="9154"/>
                </a:lnTo>
                <a:lnTo>
                  <a:pt x="2812" y="6922"/>
                </a:lnTo>
                <a:lnTo>
                  <a:pt x="3492" y="5253"/>
                </a:lnTo>
                <a:lnTo>
                  <a:pt x="4324" y="3905"/>
                </a:lnTo>
                <a:lnTo>
                  <a:pt x="5382" y="2635"/>
                </a:lnTo>
                <a:lnTo>
                  <a:pt x="6750" y="1215"/>
                </a:lnTo>
                <a:lnTo>
                  <a:pt x="9245" y="652"/>
                </a:lnTo>
                <a:lnTo>
                  <a:pt x="11696" y="283"/>
                </a:lnTo>
                <a:lnTo>
                  <a:pt x="14137" y="73"/>
                </a:lnTo>
                <a:lnTo>
                  <a:pt x="16582" y="0"/>
                </a:lnTo>
                <a:lnTo>
                  <a:pt x="19062" y="30"/>
                </a:lnTo>
                <a:lnTo>
                  <a:pt x="21600" y="142"/>
                </a:lnTo>
                <a:close/>
              </a:path>
            </a:pathLst>
          </a:custGeom>
          <a:solidFill>
            <a:srgbClr val="B490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4" name="contour_15402"/>
          <p:cNvSpPr/>
          <p:nvPr/>
        </p:nvSpPr>
        <p:spPr>
          <a:xfrm>
            <a:off x="2109316" y="5866833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411"/>
                </a:lnTo>
                <a:lnTo>
                  <a:pt x="21600" y="6826"/>
                </a:lnTo>
                <a:lnTo>
                  <a:pt x="21600" y="10257"/>
                </a:lnTo>
                <a:lnTo>
                  <a:pt x="21600" y="13704"/>
                </a:lnTo>
                <a:lnTo>
                  <a:pt x="21600" y="17171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926" y="17332"/>
                </a:lnTo>
                <a:lnTo>
                  <a:pt x="2759" y="13968"/>
                </a:lnTo>
                <a:lnTo>
                  <a:pt x="1836" y="10562"/>
                </a:lnTo>
                <a:lnTo>
                  <a:pt x="1107" y="7105"/>
                </a:lnTo>
                <a:lnTo>
                  <a:pt x="513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6F70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5" name="contour_15403"/>
          <p:cNvSpPr/>
          <p:nvPr/>
        </p:nvSpPr>
        <p:spPr>
          <a:xfrm>
            <a:off x="1774069" y="5852257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152" y="1782"/>
                </a:lnTo>
                <a:lnTo>
                  <a:pt x="20709" y="3564"/>
                </a:lnTo>
                <a:lnTo>
                  <a:pt x="20261" y="5349"/>
                </a:lnTo>
                <a:lnTo>
                  <a:pt x="19818" y="7136"/>
                </a:lnTo>
                <a:lnTo>
                  <a:pt x="19370" y="8926"/>
                </a:lnTo>
                <a:lnTo>
                  <a:pt x="18922" y="10719"/>
                </a:lnTo>
                <a:lnTo>
                  <a:pt x="18473" y="12517"/>
                </a:lnTo>
                <a:lnTo>
                  <a:pt x="18020" y="14321"/>
                </a:lnTo>
                <a:lnTo>
                  <a:pt x="17566" y="16130"/>
                </a:lnTo>
                <a:lnTo>
                  <a:pt x="17113" y="17944"/>
                </a:lnTo>
                <a:lnTo>
                  <a:pt x="16659" y="19769"/>
                </a:lnTo>
                <a:lnTo>
                  <a:pt x="16200" y="21600"/>
                </a:lnTo>
                <a:lnTo>
                  <a:pt x="13522" y="21600"/>
                </a:lnTo>
                <a:lnTo>
                  <a:pt x="10800" y="21600"/>
                </a:lnTo>
                <a:lnTo>
                  <a:pt x="9725" y="19802"/>
                </a:lnTo>
                <a:lnTo>
                  <a:pt x="8705" y="18012"/>
                </a:lnTo>
                <a:lnTo>
                  <a:pt x="7733" y="16224"/>
                </a:lnTo>
                <a:lnTo>
                  <a:pt x="6804" y="14429"/>
                </a:lnTo>
                <a:lnTo>
                  <a:pt x="5918" y="12622"/>
                </a:lnTo>
                <a:lnTo>
                  <a:pt x="5065" y="10800"/>
                </a:lnTo>
                <a:lnTo>
                  <a:pt x="4325" y="9250"/>
                </a:lnTo>
                <a:lnTo>
                  <a:pt x="3575" y="7679"/>
                </a:lnTo>
                <a:lnTo>
                  <a:pt x="2851" y="6145"/>
                </a:lnTo>
                <a:lnTo>
                  <a:pt x="2133" y="4609"/>
                </a:lnTo>
                <a:lnTo>
                  <a:pt x="1415" y="3073"/>
                </a:lnTo>
                <a:lnTo>
                  <a:pt x="707" y="1536"/>
                </a:lnTo>
                <a:lnTo>
                  <a:pt x="0" y="0"/>
                </a:lnTo>
                <a:close/>
              </a:path>
            </a:pathLst>
          </a:custGeom>
          <a:solidFill>
            <a:srgbClr val="3937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6" name="contour_15404"/>
          <p:cNvSpPr/>
          <p:nvPr/>
        </p:nvSpPr>
        <p:spPr>
          <a:xfrm>
            <a:off x="10483218" y="5859545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599"/>
                </a:lnTo>
                <a:lnTo>
                  <a:pt x="4392" y="1225"/>
                </a:lnTo>
                <a:lnTo>
                  <a:pt x="6584" y="1879"/>
                </a:lnTo>
                <a:lnTo>
                  <a:pt x="8777" y="2553"/>
                </a:lnTo>
                <a:lnTo>
                  <a:pt x="10004" y="2914"/>
                </a:lnTo>
                <a:lnTo>
                  <a:pt x="13712" y="3989"/>
                </a:lnTo>
                <a:lnTo>
                  <a:pt x="16229" y="5732"/>
                </a:lnTo>
                <a:lnTo>
                  <a:pt x="17762" y="7338"/>
                </a:lnTo>
                <a:lnTo>
                  <a:pt x="18936" y="9748"/>
                </a:lnTo>
                <a:lnTo>
                  <a:pt x="20376" y="13880"/>
                </a:lnTo>
                <a:lnTo>
                  <a:pt x="20984" y="17128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F0F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7" name="contour_15405"/>
          <p:cNvSpPr/>
          <p:nvPr/>
        </p:nvSpPr>
        <p:spPr>
          <a:xfrm>
            <a:off x="11255746" y="583039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4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8" name="contour_15406"/>
          <p:cNvSpPr/>
          <p:nvPr/>
        </p:nvSpPr>
        <p:spPr>
          <a:xfrm>
            <a:off x="1459534" y="5830393"/>
            <a:ext cx="5216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7" y="0"/>
                </a:moveTo>
                <a:lnTo>
                  <a:pt x="2275" y="847"/>
                </a:lnTo>
                <a:lnTo>
                  <a:pt x="4068" y="1719"/>
                </a:lnTo>
                <a:lnTo>
                  <a:pt x="5857" y="2605"/>
                </a:lnTo>
                <a:lnTo>
                  <a:pt x="7644" y="3508"/>
                </a:lnTo>
                <a:lnTo>
                  <a:pt x="9644" y="4488"/>
                </a:lnTo>
                <a:lnTo>
                  <a:pt x="11675" y="5486"/>
                </a:lnTo>
                <a:lnTo>
                  <a:pt x="13655" y="7292"/>
                </a:lnTo>
                <a:lnTo>
                  <a:pt x="15332" y="9228"/>
                </a:lnTo>
                <a:lnTo>
                  <a:pt x="16781" y="11323"/>
                </a:lnTo>
                <a:lnTo>
                  <a:pt x="18063" y="13586"/>
                </a:lnTo>
                <a:lnTo>
                  <a:pt x="19249" y="16040"/>
                </a:lnTo>
                <a:lnTo>
                  <a:pt x="20405" y="18706"/>
                </a:lnTo>
                <a:lnTo>
                  <a:pt x="21600" y="21600"/>
                </a:lnTo>
                <a:lnTo>
                  <a:pt x="19832" y="21043"/>
                </a:lnTo>
                <a:lnTo>
                  <a:pt x="18069" y="20477"/>
                </a:lnTo>
                <a:lnTo>
                  <a:pt x="16310" y="19898"/>
                </a:lnTo>
                <a:lnTo>
                  <a:pt x="14554" y="19306"/>
                </a:lnTo>
                <a:lnTo>
                  <a:pt x="12795" y="18701"/>
                </a:lnTo>
                <a:lnTo>
                  <a:pt x="11038" y="18092"/>
                </a:lnTo>
                <a:lnTo>
                  <a:pt x="9524" y="17634"/>
                </a:lnTo>
                <a:lnTo>
                  <a:pt x="7985" y="17172"/>
                </a:lnTo>
                <a:lnTo>
                  <a:pt x="6243" y="16511"/>
                </a:lnTo>
                <a:lnTo>
                  <a:pt x="4879" y="15850"/>
                </a:lnTo>
                <a:lnTo>
                  <a:pt x="3193" y="14800"/>
                </a:lnTo>
                <a:lnTo>
                  <a:pt x="477" y="12960"/>
                </a:lnTo>
                <a:lnTo>
                  <a:pt x="160" y="9590"/>
                </a:lnTo>
                <a:lnTo>
                  <a:pt x="0" y="7236"/>
                </a:lnTo>
                <a:lnTo>
                  <a:pt x="0" y="5266"/>
                </a:lnTo>
                <a:lnTo>
                  <a:pt x="160" y="3059"/>
                </a:lnTo>
                <a:lnTo>
                  <a:pt x="477" y="0"/>
                </a:lnTo>
                <a:close/>
              </a:path>
            </a:pathLst>
          </a:custGeom>
          <a:solidFill>
            <a:srgbClr val="201F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09" name="contour_15407"/>
          <p:cNvSpPr/>
          <p:nvPr/>
        </p:nvSpPr>
        <p:spPr>
          <a:xfrm>
            <a:off x="2211348" y="583039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94" y="1503"/>
                </a:lnTo>
                <a:lnTo>
                  <a:pt x="14947" y="2657"/>
                </a:lnTo>
                <a:lnTo>
                  <a:pt x="16366" y="3711"/>
                </a:lnTo>
                <a:lnTo>
                  <a:pt x="17748" y="4899"/>
                </a:lnTo>
                <a:lnTo>
                  <a:pt x="19393" y="6463"/>
                </a:lnTo>
                <a:lnTo>
                  <a:pt x="21600" y="8640"/>
                </a:lnTo>
                <a:lnTo>
                  <a:pt x="21031" y="12113"/>
                </a:lnTo>
                <a:lnTo>
                  <a:pt x="20560" y="14524"/>
                </a:lnTo>
                <a:lnTo>
                  <a:pt x="20012" y="16494"/>
                </a:lnTo>
                <a:lnTo>
                  <a:pt x="19217" y="18645"/>
                </a:lnTo>
                <a:lnTo>
                  <a:pt x="18000" y="21600"/>
                </a:lnTo>
                <a:lnTo>
                  <a:pt x="15772" y="21064"/>
                </a:lnTo>
                <a:lnTo>
                  <a:pt x="13543" y="20529"/>
                </a:lnTo>
                <a:lnTo>
                  <a:pt x="11308" y="19993"/>
                </a:lnTo>
                <a:lnTo>
                  <a:pt x="9068" y="19457"/>
                </a:lnTo>
                <a:lnTo>
                  <a:pt x="6818" y="18917"/>
                </a:lnTo>
                <a:lnTo>
                  <a:pt x="4558" y="18373"/>
                </a:lnTo>
                <a:lnTo>
                  <a:pt x="2286" y="17829"/>
                </a:lnTo>
                <a:lnTo>
                  <a:pt x="0" y="17280"/>
                </a:lnTo>
                <a:lnTo>
                  <a:pt x="1526" y="14835"/>
                </a:lnTo>
                <a:lnTo>
                  <a:pt x="3056" y="12390"/>
                </a:lnTo>
                <a:lnTo>
                  <a:pt x="4590" y="9936"/>
                </a:lnTo>
                <a:lnTo>
                  <a:pt x="6131" y="7474"/>
                </a:lnTo>
                <a:lnTo>
                  <a:pt x="7675" y="4998"/>
                </a:lnTo>
                <a:lnTo>
                  <a:pt x="9234" y="2510"/>
                </a:lnTo>
                <a:lnTo>
                  <a:pt x="10800" y="0"/>
                </a:lnTo>
                <a:close/>
              </a:path>
            </a:pathLst>
          </a:custGeom>
          <a:solidFill>
            <a:srgbClr val="322F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0" name="contour_15408"/>
          <p:cNvSpPr/>
          <p:nvPr/>
        </p:nvSpPr>
        <p:spPr>
          <a:xfrm>
            <a:off x="10651323" y="5808529"/>
            <a:ext cx="3595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7" y="0"/>
                </a:moveTo>
                <a:lnTo>
                  <a:pt x="9408" y="1288"/>
                </a:lnTo>
                <a:lnTo>
                  <a:pt x="10367" y="2595"/>
                </a:lnTo>
                <a:lnTo>
                  <a:pt x="12131" y="4325"/>
                </a:lnTo>
                <a:lnTo>
                  <a:pt x="13974" y="5584"/>
                </a:lnTo>
                <a:lnTo>
                  <a:pt x="16053" y="6529"/>
                </a:lnTo>
                <a:lnTo>
                  <a:pt x="18540" y="7314"/>
                </a:lnTo>
                <a:lnTo>
                  <a:pt x="21600" y="8100"/>
                </a:lnTo>
                <a:lnTo>
                  <a:pt x="19429" y="8435"/>
                </a:lnTo>
                <a:lnTo>
                  <a:pt x="17222" y="8775"/>
                </a:lnTo>
                <a:lnTo>
                  <a:pt x="15051" y="9779"/>
                </a:lnTo>
                <a:lnTo>
                  <a:pt x="12844" y="10800"/>
                </a:lnTo>
                <a:lnTo>
                  <a:pt x="12525" y="12625"/>
                </a:lnTo>
                <a:lnTo>
                  <a:pt x="12385" y="14410"/>
                </a:lnTo>
                <a:lnTo>
                  <a:pt x="12385" y="16178"/>
                </a:lnTo>
                <a:lnTo>
                  <a:pt x="12485" y="17950"/>
                </a:lnTo>
                <a:lnTo>
                  <a:pt x="12647" y="19748"/>
                </a:lnTo>
                <a:lnTo>
                  <a:pt x="12844" y="21600"/>
                </a:lnTo>
                <a:lnTo>
                  <a:pt x="9951" y="21600"/>
                </a:lnTo>
                <a:lnTo>
                  <a:pt x="7039" y="21600"/>
                </a:lnTo>
                <a:lnTo>
                  <a:pt x="4089" y="21600"/>
                </a:lnTo>
                <a:lnTo>
                  <a:pt x="2815" y="19729"/>
                </a:lnTo>
                <a:lnTo>
                  <a:pt x="1725" y="17993"/>
                </a:lnTo>
                <a:lnTo>
                  <a:pt x="871" y="16343"/>
                </a:lnTo>
                <a:lnTo>
                  <a:pt x="280" y="14729"/>
                </a:lnTo>
                <a:lnTo>
                  <a:pt x="0" y="13106"/>
                </a:lnTo>
                <a:lnTo>
                  <a:pt x="70" y="11421"/>
                </a:lnTo>
                <a:lnTo>
                  <a:pt x="525" y="9628"/>
                </a:lnTo>
                <a:lnTo>
                  <a:pt x="1405" y="7679"/>
                </a:lnTo>
                <a:lnTo>
                  <a:pt x="2723" y="6102"/>
                </a:lnTo>
                <a:lnTo>
                  <a:pt x="4076" y="4549"/>
                </a:lnTo>
                <a:lnTo>
                  <a:pt x="5477" y="3019"/>
                </a:lnTo>
                <a:lnTo>
                  <a:pt x="6939" y="1504"/>
                </a:lnTo>
                <a:lnTo>
                  <a:pt x="8467" y="0"/>
                </a:lnTo>
                <a:close/>
              </a:path>
            </a:pathLst>
          </a:custGeom>
          <a:solidFill>
            <a:srgbClr val="7B7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1" name="contour_15409"/>
          <p:cNvSpPr/>
          <p:nvPr/>
        </p:nvSpPr>
        <p:spPr>
          <a:xfrm>
            <a:off x="3639794" y="5823105"/>
            <a:ext cx="303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1" y="0"/>
                </a:moveTo>
                <a:lnTo>
                  <a:pt x="8492" y="913"/>
                </a:lnTo>
                <a:lnTo>
                  <a:pt x="10937" y="1645"/>
                </a:lnTo>
                <a:lnTo>
                  <a:pt x="12953" y="2364"/>
                </a:lnTo>
                <a:lnTo>
                  <a:pt x="14968" y="3243"/>
                </a:lnTo>
                <a:lnTo>
                  <a:pt x="17414" y="4456"/>
                </a:lnTo>
                <a:lnTo>
                  <a:pt x="20724" y="6171"/>
                </a:lnTo>
                <a:lnTo>
                  <a:pt x="21217" y="8396"/>
                </a:lnTo>
                <a:lnTo>
                  <a:pt x="21496" y="10596"/>
                </a:lnTo>
                <a:lnTo>
                  <a:pt x="21600" y="12784"/>
                </a:lnTo>
                <a:lnTo>
                  <a:pt x="21548" y="14969"/>
                </a:lnTo>
                <a:lnTo>
                  <a:pt x="21367" y="17160"/>
                </a:lnTo>
                <a:lnTo>
                  <a:pt x="21082" y="19369"/>
                </a:lnTo>
                <a:lnTo>
                  <a:pt x="20724" y="21600"/>
                </a:lnTo>
                <a:lnTo>
                  <a:pt x="18564" y="20147"/>
                </a:lnTo>
                <a:lnTo>
                  <a:pt x="16419" y="18684"/>
                </a:lnTo>
                <a:lnTo>
                  <a:pt x="14284" y="17218"/>
                </a:lnTo>
                <a:lnTo>
                  <a:pt x="12160" y="15746"/>
                </a:lnTo>
                <a:lnTo>
                  <a:pt x="10041" y="14271"/>
                </a:lnTo>
                <a:lnTo>
                  <a:pt x="8057" y="12911"/>
                </a:lnTo>
                <a:lnTo>
                  <a:pt x="6052" y="11537"/>
                </a:lnTo>
                <a:lnTo>
                  <a:pt x="4026" y="10149"/>
                </a:lnTo>
                <a:lnTo>
                  <a:pt x="2694" y="8834"/>
                </a:lnTo>
                <a:lnTo>
                  <a:pt x="1357" y="7511"/>
                </a:lnTo>
                <a:lnTo>
                  <a:pt x="0" y="6171"/>
                </a:lnTo>
                <a:lnTo>
                  <a:pt x="1186" y="4055"/>
                </a:lnTo>
                <a:lnTo>
                  <a:pt x="2119" y="2706"/>
                </a:lnTo>
                <a:lnTo>
                  <a:pt x="3290" y="1546"/>
                </a:lnTo>
                <a:lnTo>
                  <a:pt x="5181" y="0"/>
                </a:lnTo>
                <a:close/>
              </a:path>
            </a:pathLst>
          </a:custGeom>
          <a:solidFill>
            <a:srgbClr val="ACC6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2" name="contour_15410"/>
          <p:cNvSpPr/>
          <p:nvPr/>
        </p:nvSpPr>
        <p:spPr>
          <a:xfrm>
            <a:off x="8034453" y="580124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3" y="1076"/>
                </a:lnTo>
                <a:lnTo>
                  <a:pt x="12047" y="1849"/>
                </a:lnTo>
                <a:lnTo>
                  <a:pt x="15358" y="2436"/>
                </a:lnTo>
                <a:lnTo>
                  <a:pt x="17653" y="2968"/>
                </a:lnTo>
                <a:lnTo>
                  <a:pt x="19532" y="3555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8031" y="12960"/>
                </a:lnTo>
                <a:lnTo>
                  <a:pt x="14440" y="12960"/>
                </a:lnTo>
                <a:lnTo>
                  <a:pt x="10800" y="12960"/>
                </a:lnTo>
                <a:lnTo>
                  <a:pt x="10800" y="15816"/>
                </a:lnTo>
                <a:lnTo>
                  <a:pt x="10800" y="18688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324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3" name="contour_15411"/>
          <p:cNvSpPr/>
          <p:nvPr/>
        </p:nvSpPr>
        <p:spPr>
          <a:xfrm>
            <a:off x="4244698" y="580124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8774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4" name="contour_15412"/>
          <p:cNvSpPr/>
          <p:nvPr/>
        </p:nvSpPr>
        <p:spPr>
          <a:xfrm>
            <a:off x="1934404" y="5778065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8C7D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5" name="contour_15413"/>
          <p:cNvSpPr/>
          <p:nvPr/>
        </p:nvSpPr>
        <p:spPr>
          <a:xfrm>
            <a:off x="5418064" y="579395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246" y="18511"/>
                </a:lnTo>
                <a:lnTo>
                  <a:pt x="17507" y="19948"/>
                </a:lnTo>
                <a:lnTo>
                  <a:pt x="15865" y="20768"/>
                </a:lnTo>
                <a:lnTo>
                  <a:pt x="13802" y="21233"/>
                </a:lnTo>
                <a:lnTo>
                  <a:pt x="10800" y="21600"/>
                </a:lnTo>
                <a:lnTo>
                  <a:pt x="8942" y="18760"/>
                </a:lnTo>
                <a:lnTo>
                  <a:pt x="7265" y="15860"/>
                </a:lnTo>
                <a:lnTo>
                  <a:pt x="5713" y="12890"/>
                </a:lnTo>
                <a:lnTo>
                  <a:pt x="4259" y="9833"/>
                </a:lnTo>
                <a:lnTo>
                  <a:pt x="2848" y="6680"/>
                </a:lnTo>
                <a:lnTo>
                  <a:pt x="1444" y="3407"/>
                </a:lnTo>
                <a:lnTo>
                  <a:pt x="0" y="0"/>
                </a:lnTo>
                <a:close/>
              </a:path>
            </a:pathLst>
          </a:custGeom>
          <a:solidFill>
            <a:srgbClr val="55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6" name="contour_15414"/>
          <p:cNvSpPr/>
          <p:nvPr/>
        </p:nvSpPr>
        <p:spPr>
          <a:xfrm>
            <a:off x="4689265" y="5792313"/>
            <a:ext cx="2915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2"/>
                </a:moveTo>
                <a:lnTo>
                  <a:pt x="3856" y="297"/>
                </a:lnTo>
                <a:lnTo>
                  <a:pt x="6626" y="0"/>
                </a:lnTo>
                <a:lnTo>
                  <a:pt x="9088" y="0"/>
                </a:lnTo>
                <a:lnTo>
                  <a:pt x="12020" y="297"/>
                </a:lnTo>
                <a:lnTo>
                  <a:pt x="16200" y="892"/>
                </a:lnTo>
                <a:lnTo>
                  <a:pt x="17350" y="3313"/>
                </a:lnTo>
                <a:lnTo>
                  <a:pt x="18311" y="5747"/>
                </a:lnTo>
                <a:lnTo>
                  <a:pt x="19116" y="8192"/>
                </a:lnTo>
                <a:lnTo>
                  <a:pt x="19786" y="10653"/>
                </a:lnTo>
                <a:lnTo>
                  <a:pt x="20347" y="13134"/>
                </a:lnTo>
                <a:lnTo>
                  <a:pt x="20817" y="15635"/>
                </a:lnTo>
                <a:lnTo>
                  <a:pt x="21227" y="18160"/>
                </a:lnTo>
                <a:lnTo>
                  <a:pt x="21600" y="20708"/>
                </a:lnTo>
                <a:lnTo>
                  <a:pt x="17744" y="21303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03"/>
                </a:lnTo>
                <a:lnTo>
                  <a:pt x="5400" y="20708"/>
                </a:lnTo>
                <a:lnTo>
                  <a:pt x="4250" y="18287"/>
                </a:lnTo>
                <a:lnTo>
                  <a:pt x="3289" y="15853"/>
                </a:lnTo>
                <a:lnTo>
                  <a:pt x="2484" y="13408"/>
                </a:lnTo>
                <a:lnTo>
                  <a:pt x="1814" y="10947"/>
                </a:lnTo>
                <a:lnTo>
                  <a:pt x="1253" y="8466"/>
                </a:lnTo>
                <a:lnTo>
                  <a:pt x="783" y="5965"/>
                </a:lnTo>
                <a:lnTo>
                  <a:pt x="373" y="3440"/>
                </a:lnTo>
                <a:lnTo>
                  <a:pt x="0" y="892"/>
                </a:lnTo>
                <a:close/>
              </a:path>
            </a:pathLst>
          </a:custGeom>
          <a:solidFill>
            <a:srgbClr val="E8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7" name="contour_15415"/>
          <p:cNvSpPr/>
          <p:nvPr/>
        </p:nvSpPr>
        <p:spPr>
          <a:xfrm>
            <a:off x="1349725" y="5772089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0" y="0"/>
                </a:moveTo>
                <a:lnTo>
                  <a:pt x="4801" y="553"/>
                </a:lnTo>
                <a:lnTo>
                  <a:pt x="7423" y="1054"/>
                </a:lnTo>
                <a:lnTo>
                  <a:pt x="9755" y="1711"/>
                </a:lnTo>
                <a:lnTo>
                  <a:pt x="12531" y="2730"/>
                </a:lnTo>
                <a:lnTo>
                  <a:pt x="16488" y="4320"/>
                </a:lnTo>
                <a:lnTo>
                  <a:pt x="17832" y="7171"/>
                </a:lnTo>
                <a:lnTo>
                  <a:pt x="18885" y="9971"/>
                </a:lnTo>
                <a:lnTo>
                  <a:pt x="19724" y="12757"/>
                </a:lnTo>
                <a:lnTo>
                  <a:pt x="20409" y="15595"/>
                </a:lnTo>
                <a:lnTo>
                  <a:pt x="21012" y="18524"/>
                </a:lnTo>
                <a:lnTo>
                  <a:pt x="21600" y="21600"/>
                </a:lnTo>
                <a:lnTo>
                  <a:pt x="17980" y="21298"/>
                </a:lnTo>
                <a:lnTo>
                  <a:pt x="14478" y="20904"/>
                </a:lnTo>
                <a:lnTo>
                  <a:pt x="11063" y="20369"/>
                </a:lnTo>
                <a:lnTo>
                  <a:pt x="7720" y="19626"/>
                </a:lnTo>
                <a:lnTo>
                  <a:pt x="4427" y="18615"/>
                </a:lnTo>
                <a:lnTo>
                  <a:pt x="1150" y="17280"/>
                </a:lnTo>
                <a:lnTo>
                  <a:pt x="368" y="14282"/>
                </a:lnTo>
                <a:lnTo>
                  <a:pt x="15" y="11478"/>
                </a:lnTo>
                <a:lnTo>
                  <a:pt x="0" y="8761"/>
                </a:lnTo>
                <a:lnTo>
                  <a:pt x="245" y="6018"/>
                </a:lnTo>
                <a:lnTo>
                  <a:pt x="660" y="3132"/>
                </a:lnTo>
                <a:lnTo>
                  <a:pt x="1150" y="0"/>
                </a:lnTo>
                <a:close/>
              </a:path>
            </a:pathLst>
          </a:custGeom>
          <a:solidFill>
            <a:srgbClr val="7C7D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8" name="contour_15416"/>
          <p:cNvSpPr/>
          <p:nvPr/>
        </p:nvSpPr>
        <p:spPr>
          <a:xfrm>
            <a:off x="5534672" y="577937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015"/>
                </a:lnTo>
                <a:lnTo>
                  <a:pt x="8506" y="1782"/>
                </a:lnTo>
                <a:lnTo>
                  <a:pt x="11007" y="2457"/>
                </a:lnTo>
                <a:lnTo>
                  <a:pt x="12986" y="3186"/>
                </a:lnTo>
                <a:lnTo>
                  <a:pt x="14917" y="4115"/>
                </a:lnTo>
                <a:lnTo>
                  <a:pt x="17280" y="5400"/>
                </a:lnTo>
                <a:lnTo>
                  <a:pt x="18870" y="9580"/>
                </a:lnTo>
                <a:lnTo>
                  <a:pt x="19889" y="12512"/>
                </a:lnTo>
                <a:lnTo>
                  <a:pt x="20546" y="14974"/>
                </a:lnTo>
                <a:lnTo>
                  <a:pt x="21047" y="17744"/>
                </a:lnTo>
                <a:lnTo>
                  <a:pt x="21600" y="21600"/>
                </a:lnTo>
                <a:lnTo>
                  <a:pt x="16606" y="20585"/>
                </a:lnTo>
                <a:lnTo>
                  <a:pt x="13094" y="19818"/>
                </a:lnTo>
                <a:lnTo>
                  <a:pt x="10593" y="19143"/>
                </a:lnTo>
                <a:lnTo>
                  <a:pt x="8614" y="18414"/>
                </a:lnTo>
                <a:lnTo>
                  <a:pt x="6683" y="17485"/>
                </a:lnTo>
                <a:lnTo>
                  <a:pt x="4320" y="16200"/>
                </a:lnTo>
                <a:lnTo>
                  <a:pt x="2730" y="12020"/>
                </a:lnTo>
                <a:lnTo>
                  <a:pt x="1711" y="9088"/>
                </a:lnTo>
                <a:lnTo>
                  <a:pt x="1054" y="6626"/>
                </a:lnTo>
                <a:lnTo>
                  <a:pt x="5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C1CC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19" name="contour_15417"/>
          <p:cNvSpPr/>
          <p:nvPr/>
        </p:nvSpPr>
        <p:spPr>
          <a:xfrm>
            <a:off x="8296821" y="5779377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6430"/>
                </a:lnTo>
                <a:lnTo>
                  <a:pt x="0" y="12360"/>
                </a:lnTo>
                <a:lnTo>
                  <a:pt x="0" y="8277"/>
                </a:lnTo>
                <a:lnTo>
                  <a:pt x="0" y="4159"/>
                </a:lnTo>
                <a:lnTo>
                  <a:pt x="0" y="0"/>
                </a:lnTo>
                <a:close/>
              </a:path>
            </a:pathLst>
          </a:custGeom>
          <a:solidFill>
            <a:srgbClr val="2223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0" name="contour_15418"/>
          <p:cNvSpPr/>
          <p:nvPr/>
        </p:nvSpPr>
        <p:spPr>
          <a:xfrm>
            <a:off x="2094740" y="5742937"/>
            <a:ext cx="2980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3699" y="2108"/>
                </a:lnTo>
                <a:lnTo>
                  <a:pt x="15844" y="3711"/>
                </a:lnTo>
                <a:lnTo>
                  <a:pt x="17988" y="5620"/>
                </a:lnTo>
                <a:lnTo>
                  <a:pt x="21125" y="8640"/>
                </a:lnTo>
                <a:lnTo>
                  <a:pt x="21442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442" y="18645"/>
                </a:lnTo>
                <a:lnTo>
                  <a:pt x="21125" y="21600"/>
                </a:lnTo>
                <a:lnTo>
                  <a:pt x="17639" y="21600"/>
                </a:lnTo>
                <a:lnTo>
                  <a:pt x="14148" y="21600"/>
                </a:lnTo>
                <a:lnTo>
                  <a:pt x="10642" y="21600"/>
                </a:lnTo>
                <a:lnTo>
                  <a:pt x="7119" y="21600"/>
                </a:lnTo>
                <a:lnTo>
                  <a:pt x="3575" y="21600"/>
                </a:lnTo>
                <a:lnTo>
                  <a:pt x="0" y="21600"/>
                </a:lnTo>
                <a:lnTo>
                  <a:pt x="1537" y="16066"/>
                </a:lnTo>
                <a:lnTo>
                  <a:pt x="2762" y="11845"/>
                </a:lnTo>
                <a:lnTo>
                  <a:pt x="3808" y="8692"/>
                </a:lnTo>
                <a:lnTo>
                  <a:pt x="4785" y="6346"/>
                </a:lnTo>
                <a:lnTo>
                  <a:pt x="5830" y="4558"/>
                </a:lnTo>
                <a:lnTo>
                  <a:pt x="7056" y="3072"/>
                </a:lnTo>
                <a:lnTo>
                  <a:pt x="8592" y="1637"/>
                </a:lnTo>
                <a:lnTo>
                  <a:pt x="10562" y="0"/>
                </a:lnTo>
                <a:close/>
              </a:path>
            </a:pathLst>
          </a:custGeom>
          <a:solidFill>
            <a:srgbClr val="4A3F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1" name="contour_15419"/>
          <p:cNvSpPr/>
          <p:nvPr/>
        </p:nvSpPr>
        <p:spPr>
          <a:xfrm>
            <a:off x="5476368" y="5757513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0628" y="1944"/>
                </a:lnTo>
                <a:lnTo>
                  <a:pt x="19656" y="3888"/>
                </a:lnTo>
                <a:lnTo>
                  <a:pt x="18684" y="5835"/>
                </a:lnTo>
                <a:lnTo>
                  <a:pt x="17707" y="7785"/>
                </a:lnTo>
                <a:lnTo>
                  <a:pt x="16729" y="9742"/>
                </a:lnTo>
                <a:lnTo>
                  <a:pt x="15752" y="11698"/>
                </a:lnTo>
                <a:lnTo>
                  <a:pt x="14769" y="13664"/>
                </a:lnTo>
                <a:lnTo>
                  <a:pt x="13781" y="15635"/>
                </a:lnTo>
                <a:lnTo>
                  <a:pt x="12793" y="17613"/>
                </a:lnTo>
                <a:lnTo>
                  <a:pt x="11799" y="19604"/>
                </a:lnTo>
                <a:lnTo>
                  <a:pt x="10800" y="21600"/>
                </a:lnTo>
                <a:lnTo>
                  <a:pt x="8127" y="20835"/>
                </a:lnTo>
                <a:lnTo>
                  <a:pt x="5443" y="20069"/>
                </a:lnTo>
                <a:lnTo>
                  <a:pt x="2738" y="19295"/>
                </a:lnTo>
                <a:lnTo>
                  <a:pt x="0" y="18514"/>
                </a:lnTo>
                <a:lnTo>
                  <a:pt x="76" y="16351"/>
                </a:lnTo>
                <a:lnTo>
                  <a:pt x="221" y="14777"/>
                </a:lnTo>
                <a:lnTo>
                  <a:pt x="529" y="13340"/>
                </a:lnTo>
                <a:lnTo>
                  <a:pt x="1096" y="11587"/>
                </a:lnTo>
                <a:lnTo>
                  <a:pt x="2025" y="9066"/>
                </a:lnTo>
                <a:lnTo>
                  <a:pt x="2624" y="7372"/>
                </a:lnTo>
                <a:lnTo>
                  <a:pt x="3229" y="5668"/>
                </a:lnTo>
                <a:lnTo>
                  <a:pt x="3839" y="3940"/>
                </a:lnTo>
                <a:lnTo>
                  <a:pt x="4612" y="1984"/>
                </a:lnTo>
                <a:lnTo>
                  <a:pt x="5400" y="0"/>
                </a:lnTo>
                <a:close/>
              </a:path>
            </a:pathLst>
          </a:custGeom>
          <a:solidFill>
            <a:srgbClr val="3D3C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2" name="contour_15420"/>
          <p:cNvSpPr/>
          <p:nvPr/>
        </p:nvSpPr>
        <p:spPr>
          <a:xfrm>
            <a:off x="549686" y="5747820"/>
            <a:ext cx="43728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028" y="596"/>
                </a:lnTo>
                <a:lnTo>
                  <a:pt x="6872" y="150"/>
                </a:lnTo>
                <a:lnTo>
                  <a:pt x="8932" y="0"/>
                </a:lnTo>
                <a:lnTo>
                  <a:pt x="10609" y="150"/>
                </a:lnTo>
                <a:lnTo>
                  <a:pt x="12298" y="596"/>
                </a:lnTo>
                <a:lnTo>
                  <a:pt x="14400" y="1337"/>
                </a:lnTo>
                <a:lnTo>
                  <a:pt x="15671" y="3732"/>
                </a:lnTo>
                <a:lnTo>
                  <a:pt x="16801" y="6164"/>
                </a:lnTo>
                <a:lnTo>
                  <a:pt x="17802" y="8632"/>
                </a:lnTo>
                <a:lnTo>
                  <a:pt x="18698" y="11136"/>
                </a:lnTo>
                <a:lnTo>
                  <a:pt x="19505" y="13681"/>
                </a:lnTo>
                <a:lnTo>
                  <a:pt x="20246" y="16275"/>
                </a:lnTo>
                <a:lnTo>
                  <a:pt x="20938" y="18913"/>
                </a:lnTo>
                <a:lnTo>
                  <a:pt x="21600" y="21600"/>
                </a:lnTo>
                <a:lnTo>
                  <a:pt x="19267" y="20761"/>
                </a:lnTo>
                <a:lnTo>
                  <a:pt x="16960" y="19902"/>
                </a:lnTo>
                <a:lnTo>
                  <a:pt x="14674" y="18998"/>
                </a:lnTo>
                <a:lnTo>
                  <a:pt x="12416" y="18050"/>
                </a:lnTo>
                <a:lnTo>
                  <a:pt x="10177" y="17037"/>
                </a:lnTo>
                <a:lnTo>
                  <a:pt x="7963" y="15947"/>
                </a:lnTo>
                <a:lnTo>
                  <a:pt x="5771" y="14771"/>
                </a:lnTo>
                <a:lnTo>
                  <a:pt x="3600" y="13495"/>
                </a:lnTo>
                <a:lnTo>
                  <a:pt x="2167" y="10237"/>
                </a:lnTo>
                <a:lnTo>
                  <a:pt x="1264" y="7975"/>
                </a:lnTo>
                <a:lnTo>
                  <a:pt x="716" y="6127"/>
                </a:lnTo>
                <a:lnTo>
                  <a:pt x="353" y="4109"/>
                </a:lnTo>
                <a:lnTo>
                  <a:pt x="0" y="1337"/>
                </a:lnTo>
                <a:close/>
              </a:path>
            </a:pathLst>
          </a:custGeom>
          <a:solidFill>
            <a:srgbClr val="ABBF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3" name="contour_15421"/>
          <p:cNvSpPr/>
          <p:nvPr/>
        </p:nvSpPr>
        <p:spPr>
          <a:xfrm>
            <a:off x="5286881" y="5741851"/>
            <a:ext cx="58304" cy="375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101"/>
                </a:moveTo>
                <a:lnTo>
                  <a:pt x="15295" y="176"/>
                </a:lnTo>
                <a:lnTo>
                  <a:pt x="16762" y="252"/>
                </a:lnTo>
                <a:lnTo>
                  <a:pt x="18247" y="331"/>
                </a:lnTo>
                <a:lnTo>
                  <a:pt x="19081" y="403"/>
                </a:lnTo>
                <a:lnTo>
                  <a:pt x="21600" y="625"/>
                </a:lnTo>
                <a:lnTo>
                  <a:pt x="21600" y="2706"/>
                </a:lnTo>
                <a:lnTo>
                  <a:pt x="21600" y="4820"/>
                </a:lnTo>
                <a:lnTo>
                  <a:pt x="20228" y="4526"/>
                </a:lnTo>
                <a:lnTo>
                  <a:pt x="18838" y="4229"/>
                </a:lnTo>
                <a:lnTo>
                  <a:pt x="16975" y="4019"/>
                </a:lnTo>
                <a:lnTo>
                  <a:pt x="15190" y="3893"/>
                </a:lnTo>
                <a:lnTo>
                  <a:pt x="13446" y="3876"/>
                </a:lnTo>
                <a:lnTo>
                  <a:pt x="11707" y="4006"/>
                </a:lnTo>
                <a:lnTo>
                  <a:pt x="9936" y="4312"/>
                </a:lnTo>
                <a:lnTo>
                  <a:pt x="8100" y="4820"/>
                </a:lnTo>
                <a:lnTo>
                  <a:pt x="6971" y="7006"/>
                </a:lnTo>
                <a:lnTo>
                  <a:pt x="6002" y="9242"/>
                </a:lnTo>
                <a:lnTo>
                  <a:pt x="5168" y="11536"/>
                </a:lnTo>
                <a:lnTo>
                  <a:pt x="4447" y="13906"/>
                </a:lnTo>
                <a:lnTo>
                  <a:pt x="3812" y="16365"/>
                </a:lnTo>
                <a:lnTo>
                  <a:pt x="3237" y="18924"/>
                </a:lnTo>
                <a:lnTo>
                  <a:pt x="2700" y="21600"/>
                </a:lnTo>
                <a:lnTo>
                  <a:pt x="1868" y="18731"/>
                </a:lnTo>
                <a:lnTo>
                  <a:pt x="1312" y="16642"/>
                </a:lnTo>
                <a:lnTo>
                  <a:pt x="902" y="14729"/>
                </a:lnTo>
                <a:lnTo>
                  <a:pt x="508" y="12388"/>
                </a:lnTo>
                <a:lnTo>
                  <a:pt x="0" y="9015"/>
                </a:lnTo>
                <a:lnTo>
                  <a:pt x="1469" y="6116"/>
                </a:lnTo>
                <a:lnTo>
                  <a:pt x="2913" y="3889"/>
                </a:lnTo>
                <a:lnTo>
                  <a:pt x="4379" y="2253"/>
                </a:lnTo>
                <a:lnTo>
                  <a:pt x="5918" y="1128"/>
                </a:lnTo>
                <a:lnTo>
                  <a:pt x="7584" y="428"/>
                </a:lnTo>
                <a:lnTo>
                  <a:pt x="9426" y="80"/>
                </a:lnTo>
                <a:lnTo>
                  <a:pt x="11494" y="0"/>
                </a:lnTo>
                <a:lnTo>
                  <a:pt x="13838" y="101"/>
                </a:lnTo>
                <a:close/>
              </a:path>
            </a:pathLst>
          </a:custGeom>
          <a:solidFill>
            <a:srgbClr val="A784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4" name="contour_15422"/>
          <p:cNvSpPr/>
          <p:nvPr/>
        </p:nvSpPr>
        <p:spPr>
          <a:xfrm>
            <a:off x="2663036" y="5742937"/>
            <a:ext cx="2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10" y="0"/>
                </a:moveTo>
                <a:lnTo>
                  <a:pt x="12033" y="0"/>
                </a:lnTo>
                <a:lnTo>
                  <a:pt x="16784" y="0"/>
                </a:lnTo>
                <a:lnTo>
                  <a:pt x="21600" y="0"/>
                </a:lnTo>
                <a:lnTo>
                  <a:pt x="20814" y="2376"/>
                </a:lnTo>
                <a:lnTo>
                  <a:pt x="20028" y="4756"/>
                </a:lnTo>
                <a:lnTo>
                  <a:pt x="19242" y="7135"/>
                </a:lnTo>
                <a:lnTo>
                  <a:pt x="18449" y="9522"/>
                </a:lnTo>
                <a:lnTo>
                  <a:pt x="17656" y="11916"/>
                </a:lnTo>
                <a:lnTo>
                  <a:pt x="16863" y="14321"/>
                </a:lnTo>
                <a:lnTo>
                  <a:pt x="16062" y="16733"/>
                </a:lnTo>
                <a:lnTo>
                  <a:pt x="15262" y="19159"/>
                </a:lnTo>
                <a:lnTo>
                  <a:pt x="14455" y="21600"/>
                </a:lnTo>
                <a:lnTo>
                  <a:pt x="10918" y="20707"/>
                </a:lnTo>
                <a:lnTo>
                  <a:pt x="7360" y="19814"/>
                </a:lnTo>
                <a:lnTo>
                  <a:pt x="3787" y="18911"/>
                </a:lnTo>
                <a:lnTo>
                  <a:pt x="164" y="18000"/>
                </a:lnTo>
                <a:lnTo>
                  <a:pt x="0" y="15444"/>
                </a:lnTo>
                <a:lnTo>
                  <a:pt x="136" y="13633"/>
                </a:lnTo>
                <a:lnTo>
                  <a:pt x="729" y="11696"/>
                </a:lnTo>
                <a:lnTo>
                  <a:pt x="1951" y="8777"/>
                </a:lnTo>
                <a:lnTo>
                  <a:pt x="2894" y="6311"/>
                </a:lnTo>
                <a:lnTo>
                  <a:pt x="3851" y="3812"/>
                </a:lnTo>
                <a:lnTo>
                  <a:pt x="5566" y="1919"/>
                </a:lnTo>
                <a:lnTo>
                  <a:pt x="7310" y="0"/>
                </a:lnTo>
                <a:close/>
              </a:path>
            </a:pathLst>
          </a:custGeom>
          <a:solidFill>
            <a:srgbClr val="A1BB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5" name="contour_15423"/>
          <p:cNvSpPr/>
          <p:nvPr/>
        </p:nvSpPr>
        <p:spPr>
          <a:xfrm>
            <a:off x="5498232" y="5720162"/>
            <a:ext cx="36440" cy="373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131"/>
                </a:lnTo>
                <a:lnTo>
                  <a:pt x="21600" y="527"/>
                </a:lnTo>
                <a:lnTo>
                  <a:pt x="21600" y="3507"/>
                </a:lnTo>
                <a:lnTo>
                  <a:pt x="21600" y="6491"/>
                </a:lnTo>
                <a:lnTo>
                  <a:pt x="21600" y="9483"/>
                </a:lnTo>
                <a:lnTo>
                  <a:pt x="21600" y="12488"/>
                </a:lnTo>
                <a:lnTo>
                  <a:pt x="21600" y="15506"/>
                </a:lnTo>
                <a:lnTo>
                  <a:pt x="21600" y="18540"/>
                </a:lnTo>
                <a:lnTo>
                  <a:pt x="21600" y="21600"/>
                </a:lnTo>
                <a:lnTo>
                  <a:pt x="20529" y="19514"/>
                </a:lnTo>
                <a:lnTo>
                  <a:pt x="19457" y="17419"/>
                </a:lnTo>
                <a:lnTo>
                  <a:pt x="18373" y="15308"/>
                </a:lnTo>
                <a:lnTo>
                  <a:pt x="17280" y="13171"/>
                </a:lnTo>
                <a:lnTo>
                  <a:pt x="14774" y="12147"/>
                </a:lnTo>
                <a:lnTo>
                  <a:pt x="13012" y="11531"/>
                </a:lnTo>
                <a:lnTo>
                  <a:pt x="11154" y="11076"/>
                </a:lnTo>
                <a:lnTo>
                  <a:pt x="8368" y="10537"/>
                </a:lnTo>
                <a:lnTo>
                  <a:pt x="5603" y="10014"/>
                </a:lnTo>
                <a:lnTo>
                  <a:pt x="2821" y="9491"/>
                </a:lnTo>
                <a:lnTo>
                  <a:pt x="0" y="8956"/>
                </a:lnTo>
                <a:lnTo>
                  <a:pt x="2380" y="6166"/>
                </a:lnTo>
                <a:lnTo>
                  <a:pt x="4501" y="3995"/>
                </a:lnTo>
                <a:lnTo>
                  <a:pt x="6618" y="2369"/>
                </a:lnTo>
                <a:lnTo>
                  <a:pt x="9007" y="1214"/>
                </a:lnTo>
                <a:lnTo>
                  <a:pt x="11932" y="447"/>
                </a:lnTo>
                <a:lnTo>
                  <a:pt x="15660" y="0"/>
                </a:lnTo>
                <a:close/>
              </a:path>
            </a:pathLst>
          </a:custGeom>
          <a:solidFill>
            <a:srgbClr val="4A43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6" name="contour_15424"/>
          <p:cNvSpPr/>
          <p:nvPr/>
        </p:nvSpPr>
        <p:spPr>
          <a:xfrm>
            <a:off x="10840330" y="5727895"/>
            <a:ext cx="51016" cy="223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1"/>
                </a:moveTo>
                <a:lnTo>
                  <a:pt x="21600" y="4639"/>
                </a:lnTo>
                <a:lnTo>
                  <a:pt x="21600" y="8840"/>
                </a:lnTo>
                <a:lnTo>
                  <a:pt x="21600" y="13056"/>
                </a:lnTo>
                <a:lnTo>
                  <a:pt x="21600" y="17307"/>
                </a:lnTo>
                <a:lnTo>
                  <a:pt x="21600" y="21600"/>
                </a:lnTo>
                <a:lnTo>
                  <a:pt x="19462" y="20902"/>
                </a:lnTo>
                <a:lnTo>
                  <a:pt x="17320" y="20204"/>
                </a:lnTo>
                <a:lnTo>
                  <a:pt x="15179" y="19506"/>
                </a:lnTo>
                <a:lnTo>
                  <a:pt x="13034" y="18801"/>
                </a:lnTo>
                <a:lnTo>
                  <a:pt x="10880" y="18103"/>
                </a:lnTo>
                <a:lnTo>
                  <a:pt x="8723" y="17398"/>
                </a:lnTo>
                <a:lnTo>
                  <a:pt x="6557" y="16693"/>
                </a:lnTo>
                <a:lnTo>
                  <a:pt x="4382" y="15981"/>
                </a:lnTo>
                <a:lnTo>
                  <a:pt x="2197" y="15269"/>
                </a:lnTo>
                <a:lnTo>
                  <a:pt x="0" y="14550"/>
                </a:lnTo>
                <a:lnTo>
                  <a:pt x="1993" y="11068"/>
                </a:lnTo>
                <a:lnTo>
                  <a:pt x="3866" y="8142"/>
                </a:lnTo>
                <a:lnTo>
                  <a:pt x="5653" y="5738"/>
                </a:lnTo>
                <a:lnTo>
                  <a:pt x="7400" y="3814"/>
                </a:lnTo>
                <a:lnTo>
                  <a:pt x="9140" y="2326"/>
                </a:lnTo>
                <a:lnTo>
                  <a:pt x="10911" y="1241"/>
                </a:lnTo>
                <a:lnTo>
                  <a:pt x="12753" y="522"/>
                </a:lnTo>
                <a:lnTo>
                  <a:pt x="14707" y="120"/>
                </a:lnTo>
                <a:lnTo>
                  <a:pt x="16805" y="0"/>
                </a:lnTo>
                <a:lnTo>
                  <a:pt x="19091" y="127"/>
                </a:lnTo>
                <a:lnTo>
                  <a:pt x="21600" y="451"/>
                </a:lnTo>
                <a:close/>
              </a:path>
            </a:pathLst>
          </a:custGeom>
          <a:solidFill>
            <a:srgbClr val="4748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7" name="contour_15425"/>
          <p:cNvSpPr/>
          <p:nvPr/>
        </p:nvSpPr>
        <p:spPr>
          <a:xfrm>
            <a:off x="10220851" y="57283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9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8" name="contour_15426"/>
          <p:cNvSpPr/>
          <p:nvPr/>
        </p:nvSpPr>
        <p:spPr>
          <a:xfrm>
            <a:off x="5251097" y="5713785"/>
            <a:ext cx="357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03" y="0"/>
                </a:moveTo>
                <a:lnTo>
                  <a:pt x="4206" y="651"/>
                </a:lnTo>
                <a:lnTo>
                  <a:pt x="4562" y="1802"/>
                </a:lnTo>
                <a:lnTo>
                  <a:pt x="5376" y="4437"/>
                </a:lnTo>
                <a:lnTo>
                  <a:pt x="6907" y="6807"/>
                </a:lnTo>
                <a:lnTo>
                  <a:pt x="8187" y="8353"/>
                </a:lnTo>
                <a:lnTo>
                  <a:pt x="9691" y="9408"/>
                </a:lnTo>
                <a:lnTo>
                  <a:pt x="11895" y="10306"/>
                </a:lnTo>
                <a:lnTo>
                  <a:pt x="15274" y="11380"/>
                </a:lnTo>
                <a:lnTo>
                  <a:pt x="17364" y="11698"/>
                </a:lnTo>
                <a:lnTo>
                  <a:pt x="19466" y="12019"/>
                </a:lnTo>
                <a:lnTo>
                  <a:pt x="21600" y="12343"/>
                </a:lnTo>
                <a:lnTo>
                  <a:pt x="20729" y="14176"/>
                </a:lnTo>
                <a:lnTo>
                  <a:pt x="19854" y="16015"/>
                </a:lnTo>
                <a:lnTo>
                  <a:pt x="18978" y="17860"/>
                </a:lnTo>
                <a:lnTo>
                  <a:pt x="18094" y="19721"/>
                </a:lnTo>
                <a:lnTo>
                  <a:pt x="17201" y="21600"/>
                </a:lnTo>
                <a:lnTo>
                  <a:pt x="14289" y="20693"/>
                </a:lnTo>
                <a:lnTo>
                  <a:pt x="11816" y="19749"/>
                </a:lnTo>
                <a:lnTo>
                  <a:pt x="9705" y="18715"/>
                </a:lnTo>
                <a:lnTo>
                  <a:pt x="7870" y="17530"/>
                </a:lnTo>
                <a:lnTo>
                  <a:pt x="6229" y="16144"/>
                </a:lnTo>
                <a:lnTo>
                  <a:pt x="4690" y="14497"/>
                </a:lnTo>
                <a:lnTo>
                  <a:pt x="3176" y="12534"/>
                </a:lnTo>
                <a:lnTo>
                  <a:pt x="1993" y="10960"/>
                </a:lnTo>
                <a:lnTo>
                  <a:pt x="792" y="9365"/>
                </a:lnTo>
                <a:lnTo>
                  <a:pt x="136" y="7464"/>
                </a:lnTo>
                <a:lnTo>
                  <a:pt x="0" y="6134"/>
                </a:lnTo>
                <a:lnTo>
                  <a:pt x="458" y="4752"/>
                </a:lnTo>
                <a:lnTo>
                  <a:pt x="1579" y="2688"/>
                </a:lnTo>
                <a:lnTo>
                  <a:pt x="2785" y="1355"/>
                </a:lnTo>
                <a:lnTo>
                  <a:pt x="4003" y="0"/>
                </a:lnTo>
                <a:close/>
              </a:path>
            </a:pathLst>
          </a:custGeom>
          <a:solidFill>
            <a:srgbClr val="4843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29" name="contour_15427"/>
          <p:cNvSpPr/>
          <p:nvPr/>
        </p:nvSpPr>
        <p:spPr>
          <a:xfrm>
            <a:off x="10126107" y="571378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F31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0" name="contour_15428"/>
          <p:cNvSpPr/>
          <p:nvPr/>
        </p:nvSpPr>
        <p:spPr>
          <a:xfrm>
            <a:off x="5483656" y="5712146"/>
            <a:ext cx="29152" cy="397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227" y="3440"/>
                </a:lnTo>
                <a:lnTo>
                  <a:pt x="20817" y="5965"/>
                </a:lnTo>
                <a:lnTo>
                  <a:pt x="20347" y="8466"/>
                </a:lnTo>
                <a:lnTo>
                  <a:pt x="19786" y="10947"/>
                </a:lnTo>
                <a:lnTo>
                  <a:pt x="19116" y="13408"/>
                </a:lnTo>
                <a:lnTo>
                  <a:pt x="18311" y="15853"/>
                </a:lnTo>
                <a:lnTo>
                  <a:pt x="17350" y="18287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373" y="18160"/>
                </a:lnTo>
                <a:lnTo>
                  <a:pt x="783" y="15635"/>
                </a:lnTo>
                <a:lnTo>
                  <a:pt x="1253" y="13134"/>
                </a:lnTo>
                <a:lnTo>
                  <a:pt x="1814" y="10653"/>
                </a:lnTo>
                <a:lnTo>
                  <a:pt x="2484" y="8192"/>
                </a:lnTo>
                <a:lnTo>
                  <a:pt x="3289" y="5747"/>
                </a:lnTo>
                <a:lnTo>
                  <a:pt x="4250" y="3313"/>
                </a:lnTo>
                <a:lnTo>
                  <a:pt x="5400" y="892"/>
                </a:lnTo>
                <a:close/>
              </a:path>
            </a:pathLst>
          </a:custGeom>
          <a:solidFill>
            <a:srgbClr val="6569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1" name="contour_15429"/>
          <p:cNvSpPr/>
          <p:nvPr/>
        </p:nvSpPr>
        <p:spPr>
          <a:xfrm>
            <a:off x="2153044" y="570649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94" y="1503"/>
                </a:lnTo>
                <a:lnTo>
                  <a:pt x="14947" y="2657"/>
                </a:lnTo>
                <a:lnTo>
                  <a:pt x="16366" y="3711"/>
                </a:lnTo>
                <a:lnTo>
                  <a:pt x="17748" y="4899"/>
                </a:lnTo>
                <a:lnTo>
                  <a:pt x="19393" y="6463"/>
                </a:lnTo>
                <a:lnTo>
                  <a:pt x="21600" y="8640"/>
                </a:lnTo>
                <a:lnTo>
                  <a:pt x="21031" y="12113"/>
                </a:lnTo>
                <a:lnTo>
                  <a:pt x="20560" y="14524"/>
                </a:lnTo>
                <a:lnTo>
                  <a:pt x="20012" y="16494"/>
                </a:lnTo>
                <a:lnTo>
                  <a:pt x="19217" y="18645"/>
                </a:lnTo>
                <a:lnTo>
                  <a:pt x="18000" y="21600"/>
                </a:lnTo>
                <a:lnTo>
                  <a:pt x="15772" y="21064"/>
                </a:lnTo>
                <a:lnTo>
                  <a:pt x="13543" y="20529"/>
                </a:lnTo>
                <a:lnTo>
                  <a:pt x="11308" y="19993"/>
                </a:lnTo>
                <a:lnTo>
                  <a:pt x="9068" y="19457"/>
                </a:lnTo>
                <a:lnTo>
                  <a:pt x="6818" y="18917"/>
                </a:lnTo>
                <a:lnTo>
                  <a:pt x="4558" y="18373"/>
                </a:lnTo>
                <a:lnTo>
                  <a:pt x="2286" y="17829"/>
                </a:lnTo>
                <a:lnTo>
                  <a:pt x="0" y="17280"/>
                </a:lnTo>
                <a:lnTo>
                  <a:pt x="1526" y="14835"/>
                </a:lnTo>
                <a:lnTo>
                  <a:pt x="3056" y="12390"/>
                </a:lnTo>
                <a:lnTo>
                  <a:pt x="4590" y="9936"/>
                </a:lnTo>
                <a:lnTo>
                  <a:pt x="6131" y="7474"/>
                </a:lnTo>
                <a:lnTo>
                  <a:pt x="7675" y="4998"/>
                </a:lnTo>
                <a:lnTo>
                  <a:pt x="9234" y="2510"/>
                </a:lnTo>
                <a:lnTo>
                  <a:pt x="10800" y="0"/>
                </a:lnTo>
                <a:close/>
              </a:path>
            </a:pathLst>
          </a:custGeom>
          <a:solidFill>
            <a:srgbClr val="3A3A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2" name="contour_15430"/>
          <p:cNvSpPr/>
          <p:nvPr/>
        </p:nvSpPr>
        <p:spPr>
          <a:xfrm>
            <a:off x="9987635" y="568463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03" y="0"/>
                </a:lnTo>
                <a:lnTo>
                  <a:pt x="17280" y="0"/>
                </a:lnTo>
                <a:lnTo>
                  <a:pt x="17755" y="2376"/>
                </a:lnTo>
                <a:lnTo>
                  <a:pt x="18230" y="4756"/>
                </a:lnTo>
                <a:lnTo>
                  <a:pt x="18706" y="7135"/>
                </a:lnTo>
                <a:lnTo>
                  <a:pt x="19185" y="9522"/>
                </a:lnTo>
                <a:lnTo>
                  <a:pt x="19665" y="11916"/>
                </a:lnTo>
                <a:lnTo>
                  <a:pt x="20144" y="14321"/>
                </a:lnTo>
                <a:lnTo>
                  <a:pt x="20628" y="16733"/>
                </a:lnTo>
                <a:lnTo>
                  <a:pt x="21112" y="1915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231" y="19436"/>
                </a:lnTo>
                <a:lnTo>
                  <a:pt x="2471" y="17276"/>
                </a:lnTo>
                <a:lnTo>
                  <a:pt x="3715" y="15116"/>
                </a:lnTo>
                <a:lnTo>
                  <a:pt x="4959" y="12956"/>
                </a:lnTo>
                <a:lnTo>
                  <a:pt x="6212" y="10800"/>
                </a:lnTo>
                <a:lnTo>
                  <a:pt x="7366" y="8791"/>
                </a:lnTo>
                <a:lnTo>
                  <a:pt x="8523" y="6772"/>
                </a:lnTo>
                <a:lnTo>
                  <a:pt x="9703" y="4723"/>
                </a:lnTo>
                <a:lnTo>
                  <a:pt x="10778" y="3164"/>
                </a:lnTo>
                <a:lnTo>
                  <a:pt x="11863" y="1591"/>
                </a:lnTo>
                <a:lnTo>
                  <a:pt x="12960" y="0"/>
                </a:lnTo>
                <a:close/>
              </a:path>
            </a:pathLst>
          </a:custGeom>
          <a:solidFill>
            <a:srgbClr val="EAE9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3" name="contour_15431"/>
          <p:cNvSpPr/>
          <p:nvPr/>
        </p:nvSpPr>
        <p:spPr>
          <a:xfrm>
            <a:off x="753750" y="5706497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66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4" name="contour_15432"/>
          <p:cNvSpPr/>
          <p:nvPr/>
        </p:nvSpPr>
        <p:spPr>
          <a:xfrm>
            <a:off x="10359323" y="5699209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27"/>
                </a:lnTo>
                <a:lnTo>
                  <a:pt x="13781" y="2060"/>
                </a:lnTo>
                <a:lnTo>
                  <a:pt x="16364" y="3092"/>
                </a:lnTo>
                <a:lnTo>
                  <a:pt x="18969" y="4135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25"/>
                </a:lnTo>
                <a:lnTo>
                  <a:pt x="0" y="13874"/>
                </a:lnTo>
                <a:lnTo>
                  <a:pt x="0" y="10377"/>
                </a:lnTo>
                <a:lnTo>
                  <a:pt x="2856" y="10377"/>
                </a:lnTo>
                <a:lnTo>
                  <a:pt x="5728" y="10377"/>
                </a:lnTo>
                <a:lnTo>
                  <a:pt x="8640" y="10377"/>
                </a:lnTo>
                <a:lnTo>
                  <a:pt x="8640" y="6947"/>
                </a:lnTo>
                <a:lnTo>
                  <a:pt x="8640" y="3497"/>
                </a:lnTo>
                <a:lnTo>
                  <a:pt x="8640" y="0"/>
                </a:lnTo>
                <a:close/>
              </a:path>
            </a:pathLst>
          </a:custGeom>
          <a:solidFill>
            <a:srgbClr val="E6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5" name="contour_15433"/>
          <p:cNvSpPr/>
          <p:nvPr/>
        </p:nvSpPr>
        <p:spPr>
          <a:xfrm>
            <a:off x="1970844" y="569192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10027" y="1076"/>
                </a:lnTo>
                <a:lnTo>
                  <a:pt x="13958" y="1849"/>
                </a:lnTo>
                <a:lnTo>
                  <a:pt x="16606" y="2436"/>
                </a:lnTo>
                <a:lnTo>
                  <a:pt x="18442" y="2968"/>
                </a:lnTo>
                <a:lnTo>
                  <a:pt x="19945" y="3555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8775" y="14576"/>
                </a:lnTo>
                <a:lnTo>
                  <a:pt x="16705" y="15617"/>
                </a:lnTo>
                <a:lnTo>
                  <a:pt x="14386" y="16550"/>
                </a:lnTo>
                <a:lnTo>
                  <a:pt x="10800" y="17820"/>
                </a:lnTo>
                <a:lnTo>
                  <a:pt x="8791" y="18546"/>
                </a:lnTo>
                <a:lnTo>
                  <a:pt x="6774" y="19276"/>
                </a:lnTo>
                <a:lnTo>
                  <a:pt x="4726" y="20015"/>
                </a:lnTo>
                <a:lnTo>
                  <a:pt x="3551" y="20408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9A7C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6" name="contour_15434"/>
          <p:cNvSpPr/>
          <p:nvPr/>
        </p:nvSpPr>
        <p:spPr>
          <a:xfrm>
            <a:off x="10301019" y="5677345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046" y="1435"/>
                </a:lnTo>
                <a:lnTo>
                  <a:pt x="4500" y="2894"/>
                </a:lnTo>
                <a:lnTo>
                  <a:pt x="6181" y="4625"/>
                </a:lnTo>
                <a:lnTo>
                  <a:pt x="7985" y="5934"/>
                </a:lnTo>
                <a:lnTo>
                  <a:pt x="9914" y="6900"/>
                </a:lnTo>
                <a:lnTo>
                  <a:pt x="11974" y="7597"/>
                </a:lnTo>
                <a:lnTo>
                  <a:pt x="14166" y="8103"/>
                </a:lnTo>
                <a:lnTo>
                  <a:pt x="16499" y="8498"/>
                </a:lnTo>
                <a:lnTo>
                  <a:pt x="18976" y="8856"/>
                </a:lnTo>
                <a:lnTo>
                  <a:pt x="21600" y="9257"/>
                </a:lnTo>
                <a:lnTo>
                  <a:pt x="20581" y="11004"/>
                </a:lnTo>
                <a:lnTo>
                  <a:pt x="19562" y="12750"/>
                </a:lnTo>
                <a:lnTo>
                  <a:pt x="18540" y="14503"/>
                </a:lnTo>
                <a:lnTo>
                  <a:pt x="17514" y="16262"/>
                </a:lnTo>
                <a:lnTo>
                  <a:pt x="16481" y="18030"/>
                </a:lnTo>
                <a:lnTo>
                  <a:pt x="15444" y="19807"/>
                </a:lnTo>
                <a:lnTo>
                  <a:pt x="14400" y="21600"/>
                </a:lnTo>
                <a:lnTo>
                  <a:pt x="13842" y="19492"/>
                </a:lnTo>
                <a:lnTo>
                  <a:pt x="13277" y="17357"/>
                </a:lnTo>
                <a:lnTo>
                  <a:pt x="12103" y="15234"/>
                </a:lnTo>
                <a:lnTo>
                  <a:pt x="10858" y="13457"/>
                </a:lnTo>
                <a:lnTo>
                  <a:pt x="9500" y="11957"/>
                </a:lnTo>
                <a:lnTo>
                  <a:pt x="8006" y="10664"/>
                </a:lnTo>
                <a:lnTo>
                  <a:pt x="6343" y="9507"/>
                </a:lnTo>
                <a:lnTo>
                  <a:pt x="4475" y="8421"/>
                </a:lnTo>
                <a:lnTo>
                  <a:pt x="2369" y="7332"/>
                </a:lnTo>
                <a:lnTo>
                  <a:pt x="0" y="6171"/>
                </a:lnTo>
                <a:lnTo>
                  <a:pt x="893" y="4644"/>
                </a:lnTo>
                <a:lnTo>
                  <a:pt x="1786" y="3110"/>
                </a:lnTo>
                <a:lnTo>
                  <a:pt x="2689" y="1564"/>
                </a:lnTo>
                <a:lnTo>
                  <a:pt x="3600" y="0"/>
                </a:lnTo>
                <a:close/>
              </a:path>
            </a:pathLst>
          </a:custGeom>
          <a:solidFill>
            <a:srgbClr val="8C8F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7" name="contour_15435"/>
          <p:cNvSpPr/>
          <p:nvPr/>
        </p:nvSpPr>
        <p:spPr>
          <a:xfrm>
            <a:off x="7436838" y="567005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04" y="893"/>
                </a:lnTo>
                <a:lnTo>
                  <a:pt x="8226" y="1786"/>
                </a:lnTo>
                <a:lnTo>
                  <a:pt x="10577" y="2700"/>
                </a:lnTo>
                <a:lnTo>
                  <a:pt x="11549" y="3082"/>
                </a:lnTo>
                <a:lnTo>
                  <a:pt x="14497" y="4219"/>
                </a:lnTo>
                <a:lnTo>
                  <a:pt x="16236" y="5789"/>
                </a:lnTo>
                <a:lnTo>
                  <a:pt x="17474" y="7481"/>
                </a:lnTo>
                <a:lnTo>
                  <a:pt x="18554" y="10123"/>
                </a:lnTo>
                <a:lnTo>
                  <a:pt x="19814" y="1455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D9DC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8" name="contour_15436"/>
          <p:cNvSpPr/>
          <p:nvPr/>
        </p:nvSpPr>
        <p:spPr>
          <a:xfrm>
            <a:off x="3580456" y="5662769"/>
            <a:ext cx="44763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9" y="0"/>
                </a:moveTo>
                <a:lnTo>
                  <a:pt x="2588" y="1283"/>
                </a:lnTo>
                <a:lnTo>
                  <a:pt x="4677" y="2566"/>
                </a:lnTo>
                <a:lnTo>
                  <a:pt x="6773" y="3853"/>
                </a:lnTo>
                <a:lnTo>
                  <a:pt x="8869" y="5141"/>
                </a:lnTo>
                <a:lnTo>
                  <a:pt x="10972" y="6432"/>
                </a:lnTo>
                <a:lnTo>
                  <a:pt x="13079" y="7724"/>
                </a:lnTo>
                <a:lnTo>
                  <a:pt x="15196" y="9024"/>
                </a:lnTo>
                <a:lnTo>
                  <a:pt x="17320" y="10329"/>
                </a:lnTo>
                <a:lnTo>
                  <a:pt x="19455" y="11642"/>
                </a:lnTo>
                <a:lnTo>
                  <a:pt x="21600" y="12960"/>
                </a:lnTo>
                <a:lnTo>
                  <a:pt x="17774" y="15621"/>
                </a:lnTo>
                <a:lnTo>
                  <a:pt x="14964" y="17552"/>
                </a:lnTo>
                <a:lnTo>
                  <a:pt x="12921" y="18909"/>
                </a:lnTo>
                <a:lnTo>
                  <a:pt x="11405" y="19842"/>
                </a:lnTo>
                <a:lnTo>
                  <a:pt x="10163" y="20498"/>
                </a:lnTo>
                <a:lnTo>
                  <a:pt x="8957" y="21034"/>
                </a:lnTo>
                <a:lnTo>
                  <a:pt x="7533" y="21600"/>
                </a:lnTo>
                <a:lnTo>
                  <a:pt x="5198" y="20775"/>
                </a:lnTo>
                <a:lnTo>
                  <a:pt x="3686" y="20049"/>
                </a:lnTo>
                <a:lnTo>
                  <a:pt x="2339" y="19021"/>
                </a:lnTo>
                <a:lnTo>
                  <a:pt x="499" y="17280"/>
                </a:lnTo>
                <a:lnTo>
                  <a:pt x="141" y="14368"/>
                </a:lnTo>
                <a:lnTo>
                  <a:pt x="0" y="11521"/>
                </a:lnTo>
                <a:lnTo>
                  <a:pt x="18" y="8700"/>
                </a:lnTo>
                <a:lnTo>
                  <a:pt x="141" y="5867"/>
                </a:lnTo>
                <a:lnTo>
                  <a:pt x="320" y="2981"/>
                </a:lnTo>
                <a:lnTo>
                  <a:pt x="499" y="0"/>
                </a:lnTo>
                <a:close/>
              </a:path>
            </a:pathLst>
          </a:custGeom>
          <a:solidFill>
            <a:srgbClr val="6E69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39" name="contour_15437"/>
          <p:cNvSpPr/>
          <p:nvPr/>
        </p:nvSpPr>
        <p:spPr>
          <a:xfrm>
            <a:off x="10490506" y="5648193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40"/>
                </a:lnTo>
                <a:lnTo>
                  <a:pt x="2084" y="660"/>
                </a:lnTo>
                <a:lnTo>
                  <a:pt x="3175" y="1001"/>
                </a:lnTo>
                <a:lnTo>
                  <a:pt x="4536" y="1430"/>
                </a:lnTo>
                <a:lnTo>
                  <a:pt x="6343" y="2001"/>
                </a:lnTo>
                <a:lnTo>
                  <a:pt x="8777" y="2764"/>
                </a:lnTo>
                <a:lnTo>
                  <a:pt x="12010" y="3785"/>
                </a:lnTo>
                <a:lnTo>
                  <a:pt x="16225" y="5112"/>
                </a:lnTo>
                <a:lnTo>
                  <a:pt x="21600" y="6807"/>
                </a:lnTo>
                <a:lnTo>
                  <a:pt x="21600" y="11307"/>
                </a:lnTo>
                <a:lnTo>
                  <a:pt x="21600" y="15834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0" name="contour_15438"/>
          <p:cNvSpPr/>
          <p:nvPr/>
        </p:nvSpPr>
        <p:spPr>
          <a:xfrm>
            <a:off x="10118819" y="564819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85" y="2678"/>
                </a:lnTo>
                <a:lnTo>
                  <a:pt x="19796" y="4579"/>
                </a:lnTo>
                <a:lnTo>
                  <a:pt x="18976" y="6221"/>
                </a:lnTo>
                <a:lnTo>
                  <a:pt x="17863" y="8122"/>
                </a:lnTo>
                <a:lnTo>
                  <a:pt x="16200" y="10800"/>
                </a:lnTo>
                <a:lnTo>
                  <a:pt x="12631" y="10800"/>
                </a:lnTo>
                <a:lnTo>
                  <a:pt x="9040" y="10800"/>
                </a:lnTo>
                <a:lnTo>
                  <a:pt x="5400" y="10800"/>
                </a:lnTo>
                <a:lnTo>
                  <a:pt x="3737" y="13478"/>
                </a:lnTo>
                <a:lnTo>
                  <a:pt x="2624" y="15379"/>
                </a:lnTo>
                <a:lnTo>
                  <a:pt x="1804" y="17021"/>
                </a:lnTo>
                <a:lnTo>
                  <a:pt x="1015" y="1892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F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1" name="contour_15439"/>
          <p:cNvSpPr/>
          <p:nvPr/>
        </p:nvSpPr>
        <p:spPr>
          <a:xfrm>
            <a:off x="10381187" y="565548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E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2" name="contour_15440"/>
          <p:cNvSpPr/>
          <p:nvPr/>
        </p:nvSpPr>
        <p:spPr>
          <a:xfrm>
            <a:off x="9987635" y="564819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829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3" name="contour_15441"/>
          <p:cNvSpPr/>
          <p:nvPr/>
        </p:nvSpPr>
        <p:spPr>
          <a:xfrm>
            <a:off x="4558081" y="563361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61" y="1561"/>
                </a:lnTo>
                <a:lnTo>
                  <a:pt x="4457" y="3116"/>
                </a:lnTo>
                <a:lnTo>
                  <a:pt x="6588" y="4693"/>
                </a:lnTo>
                <a:lnTo>
                  <a:pt x="8658" y="6323"/>
                </a:lnTo>
                <a:lnTo>
                  <a:pt x="10670" y="8041"/>
                </a:lnTo>
                <a:lnTo>
                  <a:pt x="12622" y="9860"/>
                </a:lnTo>
                <a:lnTo>
                  <a:pt x="14522" y="11821"/>
                </a:lnTo>
                <a:lnTo>
                  <a:pt x="16366" y="13948"/>
                </a:lnTo>
                <a:lnTo>
                  <a:pt x="18158" y="16265"/>
                </a:lnTo>
                <a:lnTo>
                  <a:pt x="19904" y="18808"/>
                </a:lnTo>
                <a:lnTo>
                  <a:pt x="21600" y="21600"/>
                </a:lnTo>
                <a:lnTo>
                  <a:pt x="19285" y="21211"/>
                </a:lnTo>
                <a:lnTo>
                  <a:pt x="16999" y="20779"/>
                </a:lnTo>
                <a:lnTo>
                  <a:pt x="14731" y="20288"/>
                </a:lnTo>
                <a:lnTo>
                  <a:pt x="12481" y="19710"/>
                </a:lnTo>
                <a:lnTo>
                  <a:pt x="10249" y="19035"/>
                </a:lnTo>
                <a:lnTo>
                  <a:pt x="8024" y="18236"/>
                </a:lnTo>
                <a:lnTo>
                  <a:pt x="5810" y="17296"/>
                </a:lnTo>
                <a:lnTo>
                  <a:pt x="3600" y="16200"/>
                </a:lnTo>
                <a:lnTo>
                  <a:pt x="2167" y="12020"/>
                </a:lnTo>
                <a:lnTo>
                  <a:pt x="1264" y="9088"/>
                </a:lnTo>
                <a:lnTo>
                  <a:pt x="716" y="6626"/>
                </a:lnTo>
                <a:lnTo>
                  <a:pt x="3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DDD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4" name="contour_15442"/>
          <p:cNvSpPr/>
          <p:nvPr/>
        </p:nvSpPr>
        <p:spPr>
          <a:xfrm>
            <a:off x="10672706" y="5640905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31" y="1011"/>
                </a:lnTo>
                <a:lnTo>
                  <a:pt x="6201" y="2056"/>
                </a:lnTo>
                <a:lnTo>
                  <a:pt x="9214" y="3162"/>
                </a:lnTo>
                <a:lnTo>
                  <a:pt x="12164" y="4346"/>
                </a:lnTo>
                <a:lnTo>
                  <a:pt x="15058" y="5642"/>
                </a:lnTo>
                <a:lnTo>
                  <a:pt x="17895" y="7063"/>
                </a:lnTo>
                <a:lnTo>
                  <a:pt x="20670" y="8640"/>
                </a:lnTo>
                <a:lnTo>
                  <a:pt x="212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290" y="18645"/>
                </a:lnTo>
                <a:lnTo>
                  <a:pt x="20670" y="21600"/>
                </a:lnTo>
                <a:lnTo>
                  <a:pt x="17254" y="21600"/>
                </a:lnTo>
                <a:lnTo>
                  <a:pt x="13818" y="21600"/>
                </a:lnTo>
                <a:lnTo>
                  <a:pt x="10335" y="21600"/>
                </a:lnTo>
                <a:lnTo>
                  <a:pt x="10335" y="18744"/>
                </a:lnTo>
                <a:lnTo>
                  <a:pt x="10335" y="15872"/>
                </a:lnTo>
                <a:lnTo>
                  <a:pt x="10335" y="12960"/>
                </a:lnTo>
                <a:lnTo>
                  <a:pt x="6919" y="12960"/>
                </a:lnTo>
                <a:lnTo>
                  <a:pt x="3483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3D3C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5" name="contour_15443"/>
          <p:cNvSpPr/>
          <p:nvPr/>
        </p:nvSpPr>
        <p:spPr>
          <a:xfrm>
            <a:off x="6744479" y="5648193"/>
            <a:ext cx="7288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27" y="0"/>
                </a:lnTo>
                <a:lnTo>
                  <a:pt x="3056" y="0"/>
                </a:lnTo>
                <a:lnTo>
                  <a:pt x="4584" y="0"/>
                </a:lnTo>
                <a:lnTo>
                  <a:pt x="6115" y="0"/>
                </a:lnTo>
                <a:lnTo>
                  <a:pt x="7646" y="0"/>
                </a:lnTo>
                <a:lnTo>
                  <a:pt x="9182" y="0"/>
                </a:lnTo>
                <a:lnTo>
                  <a:pt x="10718" y="0"/>
                </a:lnTo>
                <a:lnTo>
                  <a:pt x="12260" y="0"/>
                </a:lnTo>
                <a:lnTo>
                  <a:pt x="13805" y="0"/>
                </a:lnTo>
                <a:lnTo>
                  <a:pt x="15353" y="0"/>
                </a:lnTo>
                <a:lnTo>
                  <a:pt x="16906" y="0"/>
                </a:lnTo>
                <a:lnTo>
                  <a:pt x="18466" y="0"/>
                </a:lnTo>
                <a:lnTo>
                  <a:pt x="20030" y="0"/>
                </a:lnTo>
                <a:lnTo>
                  <a:pt x="21600" y="0"/>
                </a:lnTo>
                <a:lnTo>
                  <a:pt x="21172" y="4277"/>
                </a:lnTo>
                <a:lnTo>
                  <a:pt x="20742" y="8568"/>
                </a:lnTo>
                <a:lnTo>
                  <a:pt x="20313" y="12874"/>
                </a:lnTo>
                <a:lnTo>
                  <a:pt x="19878" y="17215"/>
                </a:lnTo>
                <a:lnTo>
                  <a:pt x="19440" y="21600"/>
                </a:lnTo>
                <a:lnTo>
                  <a:pt x="18049" y="20657"/>
                </a:lnTo>
                <a:lnTo>
                  <a:pt x="16660" y="19699"/>
                </a:lnTo>
                <a:lnTo>
                  <a:pt x="15271" y="18742"/>
                </a:lnTo>
                <a:lnTo>
                  <a:pt x="13884" y="17777"/>
                </a:lnTo>
                <a:lnTo>
                  <a:pt x="12496" y="16805"/>
                </a:lnTo>
                <a:lnTo>
                  <a:pt x="11107" y="15826"/>
                </a:lnTo>
                <a:lnTo>
                  <a:pt x="9720" y="14846"/>
                </a:lnTo>
                <a:lnTo>
                  <a:pt x="8325" y="13903"/>
                </a:lnTo>
                <a:lnTo>
                  <a:pt x="6910" y="12953"/>
                </a:lnTo>
                <a:lnTo>
                  <a:pt x="5590" y="12010"/>
                </a:lnTo>
                <a:lnTo>
                  <a:pt x="4253" y="11052"/>
                </a:lnTo>
                <a:lnTo>
                  <a:pt x="3028" y="10202"/>
                </a:lnTo>
                <a:lnTo>
                  <a:pt x="1784" y="9338"/>
                </a:lnTo>
                <a:lnTo>
                  <a:pt x="899" y="8280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D4D7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6" name="contour_15444"/>
          <p:cNvSpPr/>
          <p:nvPr/>
        </p:nvSpPr>
        <p:spPr>
          <a:xfrm>
            <a:off x="4805873" y="5625018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C7B1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7" name="contour_15445"/>
          <p:cNvSpPr/>
          <p:nvPr/>
        </p:nvSpPr>
        <p:spPr>
          <a:xfrm>
            <a:off x="826630" y="5648193"/>
            <a:ext cx="43728" cy="21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441" y="4780"/>
                </a:lnTo>
                <a:lnTo>
                  <a:pt x="19534" y="8281"/>
                </a:lnTo>
                <a:lnTo>
                  <a:pt x="18677" y="11120"/>
                </a:lnTo>
                <a:lnTo>
                  <a:pt x="17665" y="13873"/>
                </a:lnTo>
                <a:lnTo>
                  <a:pt x="16308" y="17158"/>
                </a:lnTo>
                <a:lnTo>
                  <a:pt x="14400" y="21564"/>
                </a:lnTo>
                <a:lnTo>
                  <a:pt x="11804" y="21600"/>
                </a:lnTo>
                <a:lnTo>
                  <a:pt x="9306" y="21197"/>
                </a:lnTo>
                <a:lnTo>
                  <a:pt x="6890" y="20313"/>
                </a:lnTo>
                <a:lnTo>
                  <a:pt x="4543" y="18912"/>
                </a:lnTo>
                <a:lnTo>
                  <a:pt x="2254" y="16949"/>
                </a:lnTo>
                <a:lnTo>
                  <a:pt x="0" y="14376"/>
                </a:lnTo>
                <a:lnTo>
                  <a:pt x="0" y="9625"/>
                </a:lnTo>
                <a:lnTo>
                  <a:pt x="0" y="4845"/>
                </a:lnTo>
                <a:lnTo>
                  <a:pt x="0" y="0"/>
                </a:lnTo>
                <a:close/>
              </a:path>
            </a:pathLst>
          </a:custGeom>
          <a:solidFill>
            <a:srgbClr val="BEC2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8" name="contour_15446"/>
          <p:cNvSpPr/>
          <p:nvPr/>
        </p:nvSpPr>
        <p:spPr>
          <a:xfrm>
            <a:off x="5432640" y="5626329"/>
            <a:ext cx="2220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686" y="0"/>
                </a:lnTo>
                <a:lnTo>
                  <a:pt x="9400" y="0"/>
                </a:lnTo>
                <a:lnTo>
                  <a:pt x="14178" y="0"/>
                </a:lnTo>
                <a:lnTo>
                  <a:pt x="16191" y="1598"/>
                </a:lnTo>
                <a:lnTo>
                  <a:pt x="17418" y="2781"/>
                </a:lnTo>
                <a:lnTo>
                  <a:pt x="18353" y="4134"/>
                </a:lnTo>
                <a:lnTo>
                  <a:pt x="19495" y="6242"/>
                </a:lnTo>
                <a:lnTo>
                  <a:pt x="20537" y="7987"/>
                </a:lnTo>
                <a:lnTo>
                  <a:pt x="21600" y="9755"/>
                </a:lnTo>
                <a:lnTo>
                  <a:pt x="21437" y="11164"/>
                </a:lnTo>
                <a:lnTo>
                  <a:pt x="21054" y="12326"/>
                </a:lnTo>
                <a:lnTo>
                  <a:pt x="20211" y="13438"/>
                </a:lnTo>
                <a:lnTo>
                  <a:pt x="18651" y="14718"/>
                </a:lnTo>
                <a:lnTo>
                  <a:pt x="16106" y="16365"/>
                </a:lnTo>
                <a:lnTo>
                  <a:pt x="12342" y="18589"/>
                </a:lnTo>
                <a:lnTo>
                  <a:pt x="7089" y="21600"/>
                </a:lnTo>
                <a:lnTo>
                  <a:pt x="6501" y="19818"/>
                </a:lnTo>
                <a:lnTo>
                  <a:pt x="5919" y="18036"/>
                </a:lnTo>
                <a:lnTo>
                  <a:pt x="5331" y="16251"/>
                </a:lnTo>
                <a:lnTo>
                  <a:pt x="4750" y="14464"/>
                </a:lnTo>
                <a:lnTo>
                  <a:pt x="4161" y="12674"/>
                </a:lnTo>
                <a:lnTo>
                  <a:pt x="3573" y="10881"/>
                </a:lnTo>
                <a:lnTo>
                  <a:pt x="2984" y="9083"/>
                </a:lnTo>
                <a:lnTo>
                  <a:pt x="2389" y="7279"/>
                </a:lnTo>
                <a:lnTo>
                  <a:pt x="1794" y="5470"/>
                </a:lnTo>
                <a:lnTo>
                  <a:pt x="1198" y="3656"/>
                </a:lnTo>
                <a:lnTo>
                  <a:pt x="603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19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49" name="contour_15447"/>
          <p:cNvSpPr/>
          <p:nvPr/>
        </p:nvSpPr>
        <p:spPr>
          <a:xfrm>
            <a:off x="4179106" y="564090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0515" y="4302"/>
                </a:lnTo>
                <a:lnTo>
                  <a:pt x="19624" y="7585"/>
                </a:lnTo>
                <a:lnTo>
                  <a:pt x="18819" y="10044"/>
                </a:lnTo>
                <a:lnTo>
                  <a:pt x="17987" y="11880"/>
                </a:lnTo>
                <a:lnTo>
                  <a:pt x="17026" y="13291"/>
                </a:lnTo>
                <a:lnTo>
                  <a:pt x="15817" y="14476"/>
                </a:lnTo>
                <a:lnTo>
                  <a:pt x="14256" y="15631"/>
                </a:lnTo>
                <a:lnTo>
                  <a:pt x="12236" y="16960"/>
                </a:lnTo>
                <a:lnTo>
                  <a:pt x="9531" y="18122"/>
                </a:lnTo>
                <a:lnTo>
                  <a:pt x="7355" y="18994"/>
                </a:lnTo>
                <a:lnTo>
                  <a:pt x="4558" y="20009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A987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0" name="contour_15448"/>
          <p:cNvSpPr/>
          <p:nvPr/>
        </p:nvSpPr>
        <p:spPr>
          <a:xfrm>
            <a:off x="10650842" y="5604465"/>
            <a:ext cx="29152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41" y="1975"/>
                </a:lnTo>
                <a:lnTo>
                  <a:pt x="15023" y="3471"/>
                </a:lnTo>
                <a:lnTo>
                  <a:pt x="16448" y="4785"/>
                </a:lnTo>
                <a:lnTo>
                  <a:pt x="17825" y="6211"/>
                </a:lnTo>
                <a:lnTo>
                  <a:pt x="19440" y="8038"/>
                </a:lnTo>
                <a:lnTo>
                  <a:pt x="21600" y="10562"/>
                </a:lnTo>
                <a:lnTo>
                  <a:pt x="21071" y="13499"/>
                </a:lnTo>
                <a:lnTo>
                  <a:pt x="20525" y="15516"/>
                </a:lnTo>
                <a:lnTo>
                  <a:pt x="19705" y="17122"/>
                </a:lnTo>
                <a:lnTo>
                  <a:pt x="18349" y="18822"/>
                </a:lnTo>
                <a:lnTo>
                  <a:pt x="16200" y="21125"/>
                </a:lnTo>
                <a:lnTo>
                  <a:pt x="12020" y="21442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42"/>
                </a:lnTo>
                <a:lnTo>
                  <a:pt x="0" y="21125"/>
                </a:lnTo>
                <a:lnTo>
                  <a:pt x="1615" y="16625"/>
                </a:lnTo>
                <a:lnTo>
                  <a:pt x="2916" y="13069"/>
                </a:lnTo>
                <a:lnTo>
                  <a:pt x="4001" y="10281"/>
                </a:lnTo>
                <a:lnTo>
                  <a:pt x="4946" y="8091"/>
                </a:lnTo>
                <a:lnTo>
                  <a:pt x="5854" y="6323"/>
                </a:lnTo>
                <a:lnTo>
                  <a:pt x="6799" y="4806"/>
                </a:lnTo>
                <a:lnTo>
                  <a:pt x="7884" y="3362"/>
                </a:lnTo>
                <a:lnTo>
                  <a:pt x="9185" y="1817"/>
                </a:lnTo>
                <a:lnTo>
                  <a:pt x="10800" y="0"/>
                </a:lnTo>
                <a:close/>
              </a:path>
            </a:pathLst>
          </a:custGeom>
          <a:solidFill>
            <a:srgbClr val="CED3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1" name="contour_15449"/>
          <p:cNvSpPr/>
          <p:nvPr/>
        </p:nvSpPr>
        <p:spPr>
          <a:xfrm>
            <a:off x="7035999" y="5619041"/>
            <a:ext cx="51016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69"/>
                </a:lnTo>
                <a:lnTo>
                  <a:pt x="4280" y="1339"/>
                </a:lnTo>
                <a:lnTo>
                  <a:pt x="6421" y="2008"/>
                </a:lnTo>
                <a:lnTo>
                  <a:pt x="8566" y="2684"/>
                </a:lnTo>
                <a:lnTo>
                  <a:pt x="10720" y="3353"/>
                </a:lnTo>
                <a:lnTo>
                  <a:pt x="12877" y="4029"/>
                </a:lnTo>
                <a:lnTo>
                  <a:pt x="15043" y="4705"/>
                </a:lnTo>
                <a:lnTo>
                  <a:pt x="17218" y="5388"/>
                </a:lnTo>
                <a:lnTo>
                  <a:pt x="19403" y="6071"/>
                </a:lnTo>
                <a:lnTo>
                  <a:pt x="21600" y="6761"/>
                </a:lnTo>
                <a:lnTo>
                  <a:pt x="18980" y="12460"/>
                </a:lnTo>
                <a:lnTo>
                  <a:pt x="17110" y="16327"/>
                </a:lnTo>
                <a:lnTo>
                  <a:pt x="15703" y="18754"/>
                </a:lnTo>
                <a:lnTo>
                  <a:pt x="14478" y="20174"/>
                </a:lnTo>
                <a:lnTo>
                  <a:pt x="13154" y="20985"/>
                </a:lnTo>
                <a:lnTo>
                  <a:pt x="11451" y="21600"/>
                </a:lnTo>
                <a:lnTo>
                  <a:pt x="9405" y="21363"/>
                </a:lnTo>
                <a:lnTo>
                  <a:pt x="7329" y="21127"/>
                </a:lnTo>
                <a:lnTo>
                  <a:pt x="5258" y="20944"/>
                </a:lnTo>
                <a:lnTo>
                  <a:pt x="3157" y="20755"/>
                </a:lnTo>
                <a:lnTo>
                  <a:pt x="1592" y="20518"/>
                </a:lnTo>
                <a:lnTo>
                  <a:pt x="0" y="20282"/>
                </a:lnTo>
                <a:lnTo>
                  <a:pt x="0" y="16266"/>
                </a:lnTo>
                <a:lnTo>
                  <a:pt x="0" y="12237"/>
                </a:lnTo>
                <a:lnTo>
                  <a:pt x="0" y="8194"/>
                </a:lnTo>
                <a:lnTo>
                  <a:pt x="0" y="4117"/>
                </a:lnTo>
                <a:lnTo>
                  <a:pt x="0" y="0"/>
                </a:lnTo>
                <a:close/>
              </a:path>
            </a:pathLst>
          </a:custGeom>
          <a:solidFill>
            <a:srgbClr val="EF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2" name="contour_15450"/>
          <p:cNvSpPr/>
          <p:nvPr/>
        </p:nvSpPr>
        <p:spPr>
          <a:xfrm>
            <a:off x="5279593" y="5617730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A298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3" name="contour_15451"/>
          <p:cNvSpPr/>
          <p:nvPr/>
        </p:nvSpPr>
        <p:spPr>
          <a:xfrm>
            <a:off x="5060953" y="5617730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E1C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4" name="contour_15452"/>
          <p:cNvSpPr/>
          <p:nvPr/>
        </p:nvSpPr>
        <p:spPr>
          <a:xfrm>
            <a:off x="3632506" y="5624362"/>
            <a:ext cx="65592" cy="311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5" y="20"/>
                </a:moveTo>
                <a:lnTo>
                  <a:pt x="8479" y="0"/>
                </a:lnTo>
                <a:lnTo>
                  <a:pt x="10123" y="30"/>
                </a:lnTo>
                <a:lnTo>
                  <a:pt x="11765" y="111"/>
                </a:lnTo>
                <a:lnTo>
                  <a:pt x="13404" y="238"/>
                </a:lnTo>
                <a:lnTo>
                  <a:pt x="15043" y="405"/>
                </a:lnTo>
                <a:lnTo>
                  <a:pt x="16682" y="607"/>
                </a:lnTo>
                <a:lnTo>
                  <a:pt x="18319" y="835"/>
                </a:lnTo>
                <a:lnTo>
                  <a:pt x="19958" y="1093"/>
                </a:lnTo>
                <a:lnTo>
                  <a:pt x="21600" y="1366"/>
                </a:lnTo>
                <a:lnTo>
                  <a:pt x="21600" y="3880"/>
                </a:lnTo>
                <a:lnTo>
                  <a:pt x="21600" y="6424"/>
                </a:lnTo>
                <a:lnTo>
                  <a:pt x="19994" y="7547"/>
                </a:lnTo>
                <a:lnTo>
                  <a:pt x="18382" y="8605"/>
                </a:lnTo>
                <a:lnTo>
                  <a:pt x="16762" y="9611"/>
                </a:lnTo>
                <a:lnTo>
                  <a:pt x="15132" y="10567"/>
                </a:lnTo>
                <a:lnTo>
                  <a:pt x="13500" y="11483"/>
                </a:lnTo>
                <a:lnTo>
                  <a:pt x="10702" y="13041"/>
                </a:lnTo>
                <a:lnTo>
                  <a:pt x="8486" y="14295"/>
                </a:lnTo>
                <a:lnTo>
                  <a:pt x="6744" y="15327"/>
                </a:lnTo>
                <a:lnTo>
                  <a:pt x="5364" y="16228"/>
                </a:lnTo>
                <a:lnTo>
                  <a:pt x="4236" y="17078"/>
                </a:lnTo>
                <a:lnTo>
                  <a:pt x="3245" y="17953"/>
                </a:lnTo>
                <a:lnTo>
                  <a:pt x="2282" y="18944"/>
                </a:lnTo>
                <a:lnTo>
                  <a:pt x="1238" y="20133"/>
                </a:lnTo>
                <a:lnTo>
                  <a:pt x="0" y="21600"/>
                </a:lnTo>
                <a:lnTo>
                  <a:pt x="12" y="15155"/>
                </a:lnTo>
                <a:lnTo>
                  <a:pt x="106" y="10289"/>
                </a:lnTo>
                <a:lnTo>
                  <a:pt x="360" y="6743"/>
                </a:lnTo>
                <a:lnTo>
                  <a:pt x="854" y="4269"/>
                </a:lnTo>
                <a:lnTo>
                  <a:pt x="1668" y="2615"/>
                </a:lnTo>
                <a:lnTo>
                  <a:pt x="2882" y="1523"/>
                </a:lnTo>
                <a:lnTo>
                  <a:pt x="4579" y="744"/>
                </a:lnTo>
                <a:lnTo>
                  <a:pt x="6835" y="20"/>
                </a:lnTo>
                <a:close/>
              </a:path>
            </a:pathLst>
          </a:custGeom>
          <a:solidFill>
            <a:srgbClr val="D0D2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5" name="contour_15453"/>
          <p:cNvSpPr/>
          <p:nvPr/>
        </p:nvSpPr>
        <p:spPr>
          <a:xfrm>
            <a:off x="5227862" y="5589889"/>
            <a:ext cx="2986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9867" y="785"/>
                </a:lnTo>
                <a:lnTo>
                  <a:pt x="12729" y="1364"/>
                </a:lnTo>
                <a:lnTo>
                  <a:pt x="15133" y="1912"/>
                </a:lnTo>
                <a:lnTo>
                  <a:pt x="17837" y="2599"/>
                </a:lnTo>
                <a:lnTo>
                  <a:pt x="21600" y="3600"/>
                </a:lnTo>
                <a:lnTo>
                  <a:pt x="20477" y="5857"/>
                </a:lnTo>
                <a:lnTo>
                  <a:pt x="19334" y="8111"/>
                </a:lnTo>
                <a:lnTo>
                  <a:pt x="18169" y="10357"/>
                </a:lnTo>
                <a:lnTo>
                  <a:pt x="16988" y="12600"/>
                </a:lnTo>
                <a:lnTo>
                  <a:pt x="16608" y="13345"/>
                </a:lnTo>
                <a:lnTo>
                  <a:pt x="15934" y="14656"/>
                </a:lnTo>
                <a:lnTo>
                  <a:pt x="14395" y="17662"/>
                </a:lnTo>
                <a:lnTo>
                  <a:pt x="12740" y="19616"/>
                </a:lnTo>
                <a:lnTo>
                  <a:pt x="11058" y="21600"/>
                </a:lnTo>
                <a:lnTo>
                  <a:pt x="7574" y="21600"/>
                </a:lnTo>
                <a:lnTo>
                  <a:pt x="4069" y="21600"/>
                </a:lnTo>
                <a:lnTo>
                  <a:pt x="517" y="21600"/>
                </a:lnTo>
                <a:lnTo>
                  <a:pt x="416" y="19408"/>
                </a:lnTo>
                <a:lnTo>
                  <a:pt x="332" y="17212"/>
                </a:lnTo>
                <a:lnTo>
                  <a:pt x="258" y="15019"/>
                </a:lnTo>
                <a:lnTo>
                  <a:pt x="190" y="12823"/>
                </a:lnTo>
                <a:lnTo>
                  <a:pt x="95" y="10375"/>
                </a:lnTo>
                <a:lnTo>
                  <a:pt x="0" y="7888"/>
                </a:lnTo>
                <a:lnTo>
                  <a:pt x="380" y="5353"/>
                </a:lnTo>
                <a:lnTo>
                  <a:pt x="1112" y="3686"/>
                </a:lnTo>
                <a:lnTo>
                  <a:pt x="2730" y="2149"/>
                </a:lnTo>
                <a:lnTo>
                  <a:pt x="5787" y="0"/>
                </a:lnTo>
                <a:close/>
              </a:path>
            </a:pathLst>
          </a:custGeom>
          <a:solidFill>
            <a:srgbClr val="3230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6" name="contour_15454"/>
          <p:cNvSpPr/>
          <p:nvPr/>
        </p:nvSpPr>
        <p:spPr>
          <a:xfrm>
            <a:off x="10089667" y="561175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090" y="825"/>
                </a:lnTo>
                <a:lnTo>
                  <a:pt x="12343" y="1551"/>
                </a:lnTo>
                <a:lnTo>
                  <a:pt x="13596" y="2579"/>
                </a:lnTo>
                <a:lnTo>
                  <a:pt x="15429" y="4320"/>
                </a:lnTo>
                <a:lnTo>
                  <a:pt x="15429" y="6912"/>
                </a:lnTo>
                <a:lnTo>
                  <a:pt x="15429" y="9504"/>
                </a:lnTo>
                <a:lnTo>
                  <a:pt x="15429" y="12096"/>
                </a:lnTo>
                <a:lnTo>
                  <a:pt x="15429" y="14688"/>
                </a:lnTo>
                <a:lnTo>
                  <a:pt x="15429" y="17280"/>
                </a:lnTo>
                <a:lnTo>
                  <a:pt x="16956" y="18351"/>
                </a:lnTo>
                <a:lnTo>
                  <a:pt x="18493" y="19423"/>
                </a:lnTo>
                <a:lnTo>
                  <a:pt x="20036" y="20507"/>
                </a:lnTo>
                <a:lnTo>
                  <a:pt x="21600" y="21600"/>
                </a:lnTo>
                <a:lnTo>
                  <a:pt x="19462" y="21172"/>
                </a:lnTo>
                <a:lnTo>
                  <a:pt x="17320" y="20745"/>
                </a:lnTo>
                <a:lnTo>
                  <a:pt x="15179" y="20317"/>
                </a:lnTo>
                <a:lnTo>
                  <a:pt x="13034" y="19885"/>
                </a:lnTo>
                <a:lnTo>
                  <a:pt x="10880" y="19457"/>
                </a:lnTo>
                <a:lnTo>
                  <a:pt x="8723" y="19025"/>
                </a:lnTo>
                <a:lnTo>
                  <a:pt x="6557" y="18593"/>
                </a:lnTo>
                <a:lnTo>
                  <a:pt x="4382" y="18157"/>
                </a:lnTo>
                <a:lnTo>
                  <a:pt x="2197" y="17721"/>
                </a:lnTo>
                <a:lnTo>
                  <a:pt x="0" y="17280"/>
                </a:lnTo>
                <a:lnTo>
                  <a:pt x="1833" y="16425"/>
                </a:lnTo>
                <a:lnTo>
                  <a:pt x="3672" y="15565"/>
                </a:lnTo>
                <a:lnTo>
                  <a:pt x="5517" y="14705"/>
                </a:lnTo>
                <a:lnTo>
                  <a:pt x="7378" y="13837"/>
                </a:lnTo>
                <a:lnTo>
                  <a:pt x="9257" y="12960"/>
                </a:lnTo>
                <a:lnTo>
                  <a:pt x="9535" y="9616"/>
                </a:lnTo>
                <a:lnTo>
                  <a:pt x="9674" y="7271"/>
                </a:lnTo>
                <a:lnTo>
                  <a:pt x="9674" y="5301"/>
                </a:lnTo>
                <a:lnTo>
                  <a:pt x="9535" y="3084"/>
                </a:lnTo>
                <a:lnTo>
                  <a:pt x="9257" y="0"/>
                </a:lnTo>
                <a:close/>
              </a:path>
            </a:pathLst>
          </a:custGeom>
          <a:solidFill>
            <a:srgbClr val="BBC0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7" name="contour_15455"/>
          <p:cNvSpPr/>
          <p:nvPr/>
        </p:nvSpPr>
        <p:spPr>
          <a:xfrm>
            <a:off x="8085469" y="5597658"/>
            <a:ext cx="58304" cy="21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2695"/>
                </a:moveTo>
                <a:lnTo>
                  <a:pt x="14486" y="3021"/>
                </a:lnTo>
                <a:lnTo>
                  <a:pt x="15628" y="3600"/>
                </a:lnTo>
                <a:lnTo>
                  <a:pt x="18247" y="4926"/>
                </a:lnTo>
                <a:lnTo>
                  <a:pt x="19910" y="5838"/>
                </a:lnTo>
                <a:lnTo>
                  <a:pt x="21600" y="6765"/>
                </a:lnTo>
                <a:lnTo>
                  <a:pt x="19759" y="9612"/>
                </a:lnTo>
                <a:lnTo>
                  <a:pt x="17993" y="12133"/>
                </a:lnTo>
                <a:lnTo>
                  <a:pt x="16281" y="14342"/>
                </a:lnTo>
                <a:lnTo>
                  <a:pt x="14602" y="16247"/>
                </a:lnTo>
                <a:lnTo>
                  <a:pt x="12938" y="17848"/>
                </a:lnTo>
                <a:lnTo>
                  <a:pt x="11267" y="19159"/>
                </a:lnTo>
                <a:lnTo>
                  <a:pt x="9572" y="20180"/>
                </a:lnTo>
                <a:lnTo>
                  <a:pt x="7827" y="20919"/>
                </a:lnTo>
                <a:lnTo>
                  <a:pt x="6018" y="21390"/>
                </a:lnTo>
                <a:lnTo>
                  <a:pt x="4126" y="21600"/>
                </a:lnTo>
                <a:lnTo>
                  <a:pt x="2125" y="21549"/>
                </a:lnTo>
                <a:lnTo>
                  <a:pt x="0" y="21252"/>
                </a:lnTo>
                <a:lnTo>
                  <a:pt x="0" y="16464"/>
                </a:lnTo>
                <a:lnTo>
                  <a:pt x="0" y="11647"/>
                </a:lnTo>
                <a:lnTo>
                  <a:pt x="0" y="6765"/>
                </a:lnTo>
                <a:lnTo>
                  <a:pt x="1663" y="3665"/>
                </a:lnTo>
                <a:lnTo>
                  <a:pt x="3299" y="1608"/>
                </a:lnTo>
                <a:lnTo>
                  <a:pt x="4930" y="435"/>
                </a:lnTo>
                <a:lnTo>
                  <a:pt x="6583" y="0"/>
                </a:lnTo>
                <a:lnTo>
                  <a:pt x="8276" y="159"/>
                </a:lnTo>
                <a:lnTo>
                  <a:pt x="10033" y="761"/>
                </a:lnTo>
                <a:lnTo>
                  <a:pt x="11880" y="1652"/>
                </a:lnTo>
                <a:lnTo>
                  <a:pt x="13838" y="2695"/>
                </a:lnTo>
                <a:close/>
              </a:path>
            </a:pathLst>
          </a:custGeom>
          <a:solidFill>
            <a:srgbClr val="BDB2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8" name="contour_15456"/>
          <p:cNvSpPr/>
          <p:nvPr/>
        </p:nvSpPr>
        <p:spPr>
          <a:xfrm>
            <a:off x="4937057" y="5575313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1527"/>
                </a:lnTo>
                <a:lnTo>
                  <a:pt x="2678" y="3061"/>
                </a:lnTo>
                <a:lnTo>
                  <a:pt x="4034" y="4607"/>
                </a:lnTo>
                <a:lnTo>
                  <a:pt x="5400" y="6171"/>
                </a:lnTo>
                <a:lnTo>
                  <a:pt x="8078" y="6937"/>
                </a:lnTo>
                <a:lnTo>
                  <a:pt x="10800" y="7714"/>
                </a:lnTo>
                <a:lnTo>
                  <a:pt x="13478" y="8517"/>
                </a:lnTo>
                <a:lnTo>
                  <a:pt x="15379" y="9319"/>
                </a:lnTo>
                <a:lnTo>
                  <a:pt x="17021" y="10491"/>
                </a:lnTo>
                <a:lnTo>
                  <a:pt x="18922" y="12405"/>
                </a:lnTo>
                <a:lnTo>
                  <a:pt x="21600" y="15429"/>
                </a:lnTo>
                <a:lnTo>
                  <a:pt x="20228" y="15820"/>
                </a:lnTo>
                <a:lnTo>
                  <a:pt x="18916" y="16197"/>
                </a:lnTo>
                <a:lnTo>
                  <a:pt x="17280" y="16663"/>
                </a:lnTo>
                <a:lnTo>
                  <a:pt x="14953" y="17329"/>
                </a:lnTo>
                <a:lnTo>
                  <a:pt x="11545" y="18301"/>
                </a:lnTo>
                <a:lnTo>
                  <a:pt x="6691" y="1969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9885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59" name="contour_15457"/>
          <p:cNvSpPr/>
          <p:nvPr/>
        </p:nvSpPr>
        <p:spPr>
          <a:xfrm>
            <a:off x="10774738" y="557531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7168" y="3272"/>
                </a:lnTo>
                <a:lnTo>
                  <a:pt x="9626" y="5555"/>
                </a:lnTo>
                <a:lnTo>
                  <a:pt x="11279" y="7150"/>
                </a:lnTo>
                <a:lnTo>
                  <a:pt x="12427" y="8356"/>
                </a:lnTo>
                <a:lnTo>
                  <a:pt x="13367" y="9472"/>
                </a:lnTo>
                <a:lnTo>
                  <a:pt x="14400" y="10800"/>
                </a:lnTo>
                <a:lnTo>
                  <a:pt x="14400" y="13180"/>
                </a:lnTo>
                <a:lnTo>
                  <a:pt x="14400" y="15574"/>
                </a:lnTo>
                <a:lnTo>
                  <a:pt x="14400" y="18000"/>
                </a:lnTo>
                <a:lnTo>
                  <a:pt x="16538" y="19321"/>
                </a:lnTo>
                <a:lnTo>
                  <a:pt x="18000" y="20138"/>
                </a:lnTo>
                <a:lnTo>
                  <a:pt x="19462" y="20783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9220"/>
                </a:lnTo>
                <a:lnTo>
                  <a:pt x="10800" y="16826"/>
                </a:lnTo>
                <a:lnTo>
                  <a:pt x="10800" y="14400"/>
                </a:lnTo>
                <a:lnTo>
                  <a:pt x="8662" y="14400"/>
                </a:lnTo>
                <a:lnTo>
                  <a:pt x="6516" y="14400"/>
                </a:lnTo>
                <a:lnTo>
                  <a:pt x="4363" y="14400"/>
                </a:lnTo>
                <a:lnTo>
                  <a:pt x="2192" y="14400"/>
                </a:lnTo>
                <a:lnTo>
                  <a:pt x="0" y="14400"/>
                </a:lnTo>
                <a:lnTo>
                  <a:pt x="594" y="12024"/>
                </a:lnTo>
                <a:lnTo>
                  <a:pt x="1188" y="9644"/>
                </a:lnTo>
                <a:lnTo>
                  <a:pt x="1786" y="7254"/>
                </a:lnTo>
                <a:lnTo>
                  <a:pt x="2387" y="4853"/>
                </a:lnTo>
                <a:lnTo>
                  <a:pt x="2992" y="2437"/>
                </a:lnTo>
                <a:lnTo>
                  <a:pt x="3600" y="0"/>
                </a:lnTo>
                <a:close/>
              </a:path>
            </a:pathLst>
          </a:custGeom>
          <a:solidFill>
            <a:srgbClr val="EF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0" name="contour_15458"/>
          <p:cNvSpPr/>
          <p:nvPr/>
        </p:nvSpPr>
        <p:spPr>
          <a:xfrm>
            <a:off x="6635159" y="558260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36" y="20268"/>
                </a:lnTo>
                <a:lnTo>
                  <a:pt x="17276" y="18922"/>
                </a:lnTo>
                <a:lnTo>
                  <a:pt x="15116" y="17575"/>
                </a:lnTo>
                <a:lnTo>
                  <a:pt x="12956" y="16214"/>
                </a:lnTo>
                <a:lnTo>
                  <a:pt x="10800" y="14846"/>
                </a:lnTo>
                <a:lnTo>
                  <a:pt x="9907" y="14285"/>
                </a:lnTo>
                <a:lnTo>
                  <a:pt x="8334" y="13306"/>
                </a:lnTo>
                <a:lnTo>
                  <a:pt x="4723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EE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1" name="contour_15459"/>
          <p:cNvSpPr/>
          <p:nvPr/>
        </p:nvSpPr>
        <p:spPr>
          <a:xfrm>
            <a:off x="3938602" y="556802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7" y="1166"/>
                </a:lnTo>
                <a:lnTo>
                  <a:pt x="4331" y="2346"/>
                </a:lnTo>
                <a:lnTo>
                  <a:pt x="6491" y="3538"/>
                </a:lnTo>
                <a:lnTo>
                  <a:pt x="8647" y="4735"/>
                </a:lnTo>
                <a:lnTo>
                  <a:pt x="10800" y="5940"/>
                </a:lnTo>
                <a:lnTo>
                  <a:pt x="11693" y="6432"/>
                </a:lnTo>
                <a:lnTo>
                  <a:pt x="13266" y="7296"/>
                </a:lnTo>
                <a:lnTo>
                  <a:pt x="16877" y="9279"/>
                </a:lnTo>
                <a:lnTo>
                  <a:pt x="18436" y="10493"/>
                </a:lnTo>
                <a:lnTo>
                  <a:pt x="20009" y="1172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253" y="21371"/>
                </a:lnTo>
                <a:lnTo>
                  <a:pt x="16949" y="21099"/>
                </a:lnTo>
                <a:lnTo>
                  <a:pt x="14677" y="20758"/>
                </a:lnTo>
                <a:lnTo>
                  <a:pt x="12434" y="20326"/>
                </a:lnTo>
                <a:lnTo>
                  <a:pt x="10213" y="19781"/>
                </a:lnTo>
                <a:lnTo>
                  <a:pt x="8006" y="19107"/>
                </a:lnTo>
                <a:lnTo>
                  <a:pt x="5803" y="18282"/>
                </a:lnTo>
                <a:lnTo>
                  <a:pt x="3600" y="17280"/>
                </a:lnTo>
                <a:lnTo>
                  <a:pt x="2369" y="14416"/>
                </a:lnTo>
                <a:lnTo>
                  <a:pt x="1508" y="11707"/>
                </a:lnTo>
                <a:lnTo>
                  <a:pt x="932" y="9037"/>
                </a:lnTo>
                <a:lnTo>
                  <a:pt x="544" y="6277"/>
                </a:lnTo>
                <a:lnTo>
                  <a:pt x="263" y="3309"/>
                </a:lnTo>
                <a:lnTo>
                  <a:pt x="0" y="0"/>
                </a:lnTo>
                <a:close/>
              </a:path>
            </a:pathLst>
          </a:custGeom>
          <a:solidFill>
            <a:srgbClr val="E2E2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2" name="contour_15460"/>
          <p:cNvSpPr/>
          <p:nvPr/>
        </p:nvSpPr>
        <p:spPr>
          <a:xfrm>
            <a:off x="2225924" y="5587922"/>
            <a:ext cx="65592" cy="311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5" y="20"/>
                </a:moveTo>
                <a:lnTo>
                  <a:pt x="8479" y="0"/>
                </a:lnTo>
                <a:lnTo>
                  <a:pt x="10123" y="30"/>
                </a:lnTo>
                <a:lnTo>
                  <a:pt x="11765" y="111"/>
                </a:lnTo>
                <a:lnTo>
                  <a:pt x="13404" y="238"/>
                </a:lnTo>
                <a:lnTo>
                  <a:pt x="15043" y="405"/>
                </a:lnTo>
                <a:lnTo>
                  <a:pt x="16682" y="607"/>
                </a:lnTo>
                <a:lnTo>
                  <a:pt x="18319" y="835"/>
                </a:lnTo>
                <a:lnTo>
                  <a:pt x="19958" y="1093"/>
                </a:lnTo>
                <a:lnTo>
                  <a:pt x="21600" y="1366"/>
                </a:lnTo>
                <a:lnTo>
                  <a:pt x="21600" y="3880"/>
                </a:lnTo>
                <a:lnTo>
                  <a:pt x="21600" y="6424"/>
                </a:lnTo>
                <a:lnTo>
                  <a:pt x="19994" y="7547"/>
                </a:lnTo>
                <a:lnTo>
                  <a:pt x="18382" y="8605"/>
                </a:lnTo>
                <a:lnTo>
                  <a:pt x="16762" y="9611"/>
                </a:lnTo>
                <a:lnTo>
                  <a:pt x="15132" y="10567"/>
                </a:lnTo>
                <a:lnTo>
                  <a:pt x="13500" y="11483"/>
                </a:lnTo>
                <a:lnTo>
                  <a:pt x="10702" y="13041"/>
                </a:lnTo>
                <a:lnTo>
                  <a:pt x="8486" y="14295"/>
                </a:lnTo>
                <a:lnTo>
                  <a:pt x="6744" y="15327"/>
                </a:lnTo>
                <a:lnTo>
                  <a:pt x="5364" y="16228"/>
                </a:lnTo>
                <a:lnTo>
                  <a:pt x="4236" y="17078"/>
                </a:lnTo>
                <a:lnTo>
                  <a:pt x="3245" y="17953"/>
                </a:lnTo>
                <a:lnTo>
                  <a:pt x="2282" y="18944"/>
                </a:lnTo>
                <a:lnTo>
                  <a:pt x="1238" y="20133"/>
                </a:lnTo>
                <a:lnTo>
                  <a:pt x="0" y="21600"/>
                </a:lnTo>
                <a:lnTo>
                  <a:pt x="12" y="15155"/>
                </a:lnTo>
                <a:lnTo>
                  <a:pt x="106" y="10289"/>
                </a:lnTo>
                <a:lnTo>
                  <a:pt x="360" y="6743"/>
                </a:lnTo>
                <a:lnTo>
                  <a:pt x="854" y="4269"/>
                </a:lnTo>
                <a:lnTo>
                  <a:pt x="1668" y="2615"/>
                </a:lnTo>
                <a:lnTo>
                  <a:pt x="2882" y="1523"/>
                </a:lnTo>
                <a:lnTo>
                  <a:pt x="4579" y="744"/>
                </a:lnTo>
                <a:lnTo>
                  <a:pt x="6835" y="20"/>
                </a:lnTo>
                <a:close/>
              </a:path>
            </a:pathLst>
          </a:custGeom>
          <a:solidFill>
            <a:srgbClr val="CFCE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3" name="contour_15461"/>
          <p:cNvSpPr/>
          <p:nvPr/>
        </p:nvSpPr>
        <p:spPr>
          <a:xfrm>
            <a:off x="10621690" y="5582601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91"/>
                </a:lnTo>
                <a:lnTo>
                  <a:pt x="2341" y="560"/>
                </a:lnTo>
                <a:lnTo>
                  <a:pt x="3646" y="877"/>
                </a:lnTo>
                <a:lnTo>
                  <a:pt x="5374" y="1292"/>
                </a:lnTo>
                <a:lnTo>
                  <a:pt x="7780" y="1868"/>
                </a:lnTo>
                <a:lnTo>
                  <a:pt x="11115" y="2672"/>
                </a:lnTo>
                <a:lnTo>
                  <a:pt x="15638" y="3757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30"/>
                </a:lnTo>
                <a:lnTo>
                  <a:pt x="0" y="13900"/>
                </a:lnTo>
                <a:lnTo>
                  <a:pt x="0" y="10455"/>
                </a:lnTo>
                <a:lnTo>
                  <a:pt x="0" y="6994"/>
                </a:lnTo>
                <a:lnTo>
                  <a:pt x="0" y="3513"/>
                </a:lnTo>
                <a:lnTo>
                  <a:pt x="0" y="0"/>
                </a:lnTo>
                <a:close/>
              </a:path>
            </a:pathLst>
          </a:custGeom>
          <a:solidFill>
            <a:srgbClr val="9CA0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4" name="contour_15462"/>
          <p:cNvSpPr/>
          <p:nvPr/>
        </p:nvSpPr>
        <p:spPr>
          <a:xfrm>
            <a:off x="8442581" y="558988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6841"/>
                </a:lnTo>
                <a:lnTo>
                  <a:pt x="10800" y="12053"/>
                </a:lnTo>
                <a:lnTo>
                  <a:pt x="10800" y="7200"/>
                </a:lnTo>
                <a:lnTo>
                  <a:pt x="8122" y="4982"/>
                </a:lnTo>
                <a:lnTo>
                  <a:pt x="6221" y="3499"/>
                </a:lnTo>
                <a:lnTo>
                  <a:pt x="4579" y="2405"/>
                </a:lnTo>
                <a:lnTo>
                  <a:pt x="2678" y="1354"/>
                </a:lnTo>
                <a:lnTo>
                  <a:pt x="0" y="0"/>
                </a:lnTo>
                <a:close/>
              </a:path>
            </a:pathLst>
          </a:custGeom>
          <a:solidFill>
            <a:srgbClr val="4545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5" name="contour_15463"/>
          <p:cNvSpPr/>
          <p:nvPr/>
        </p:nvSpPr>
        <p:spPr>
          <a:xfrm>
            <a:off x="4849601" y="556802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0515" y="4302"/>
                </a:lnTo>
                <a:lnTo>
                  <a:pt x="19624" y="7585"/>
                </a:lnTo>
                <a:lnTo>
                  <a:pt x="18819" y="10044"/>
                </a:lnTo>
                <a:lnTo>
                  <a:pt x="17987" y="11880"/>
                </a:lnTo>
                <a:lnTo>
                  <a:pt x="17026" y="13291"/>
                </a:lnTo>
                <a:lnTo>
                  <a:pt x="15817" y="14476"/>
                </a:lnTo>
                <a:lnTo>
                  <a:pt x="14256" y="15631"/>
                </a:lnTo>
                <a:lnTo>
                  <a:pt x="12236" y="16960"/>
                </a:lnTo>
                <a:lnTo>
                  <a:pt x="9531" y="18122"/>
                </a:lnTo>
                <a:lnTo>
                  <a:pt x="7355" y="18994"/>
                </a:lnTo>
                <a:lnTo>
                  <a:pt x="4558" y="20009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D3C3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6" name="contour_15464"/>
          <p:cNvSpPr/>
          <p:nvPr/>
        </p:nvSpPr>
        <p:spPr>
          <a:xfrm>
            <a:off x="10169835" y="5560738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20745" y="19767"/>
                </a:lnTo>
                <a:lnTo>
                  <a:pt x="19885" y="17928"/>
                </a:lnTo>
                <a:lnTo>
                  <a:pt x="19025" y="16083"/>
                </a:lnTo>
                <a:lnTo>
                  <a:pt x="18157" y="14222"/>
                </a:lnTo>
                <a:lnTo>
                  <a:pt x="17280" y="12343"/>
                </a:lnTo>
                <a:lnTo>
                  <a:pt x="14774" y="11420"/>
                </a:lnTo>
                <a:lnTo>
                  <a:pt x="13016" y="10893"/>
                </a:lnTo>
                <a:lnTo>
                  <a:pt x="11159" y="10559"/>
                </a:lnTo>
                <a:lnTo>
                  <a:pt x="8372" y="10220"/>
                </a:lnTo>
                <a:lnTo>
                  <a:pt x="5607" y="9902"/>
                </a:lnTo>
                <a:lnTo>
                  <a:pt x="2821" y="9581"/>
                </a:lnTo>
                <a:lnTo>
                  <a:pt x="0" y="9257"/>
                </a:lnTo>
                <a:lnTo>
                  <a:pt x="2087" y="8094"/>
                </a:lnTo>
                <a:lnTo>
                  <a:pt x="4177" y="6937"/>
                </a:lnTo>
                <a:lnTo>
                  <a:pt x="6273" y="5783"/>
                </a:lnTo>
                <a:lnTo>
                  <a:pt x="8372" y="4629"/>
                </a:lnTo>
                <a:lnTo>
                  <a:pt x="10705" y="3336"/>
                </a:lnTo>
                <a:lnTo>
                  <a:pt x="13077" y="2024"/>
                </a:lnTo>
                <a:lnTo>
                  <a:pt x="16196" y="599"/>
                </a:lnTo>
                <a:lnTo>
                  <a:pt x="18403" y="74"/>
                </a:lnTo>
                <a:lnTo>
                  <a:pt x="21600" y="0"/>
                </a:lnTo>
                <a:close/>
              </a:path>
            </a:pathLst>
          </a:custGeom>
          <a:solidFill>
            <a:srgbClr val="7C7C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7" name="contour_15465"/>
          <p:cNvSpPr/>
          <p:nvPr/>
        </p:nvSpPr>
        <p:spPr>
          <a:xfrm>
            <a:off x="7837678" y="5560738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078" y="20450"/>
                </a:lnTo>
                <a:lnTo>
                  <a:pt x="15490" y="19278"/>
                </a:lnTo>
                <a:lnTo>
                  <a:pt x="12910" y="18085"/>
                </a:lnTo>
                <a:lnTo>
                  <a:pt x="10335" y="16875"/>
                </a:lnTo>
                <a:lnTo>
                  <a:pt x="8413" y="16000"/>
                </a:lnTo>
                <a:lnTo>
                  <a:pt x="6482" y="15115"/>
                </a:lnTo>
                <a:lnTo>
                  <a:pt x="4523" y="14218"/>
                </a:lnTo>
                <a:lnTo>
                  <a:pt x="3398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8" name="contour_15466"/>
          <p:cNvSpPr/>
          <p:nvPr/>
        </p:nvSpPr>
        <p:spPr>
          <a:xfrm>
            <a:off x="5476368" y="554616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988" y="2403"/>
                </a:lnTo>
                <a:lnTo>
                  <a:pt x="12645" y="4903"/>
                </a:lnTo>
                <a:lnTo>
                  <a:pt x="14234" y="7501"/>
                </a:lnTo>
                <a:lnTo>
                  <a:pt x="15771" y="10184"/>
                </a:lnTo>
                <a:lnTo>
                  <a:pt x="17265" y="12944"/>
                </a:lnTo>
                <a:lnTo>
                  <a:pt x="18724" y="15768"/>
                </a:lnTo>
                <a:lnTo>
                  <a:pt x="20168" y="18657"/>
                </a:lnTo>
                <a:lnTo>
                  <a:pt x="21600" y="21600"/>
                </a:lnTo>
                <a:lnTo>
                  <a:pt x="19786" y="21222"/>
                </a:lnTo>
                <a:lnTo>
                  <a:pt x="17971" y="20828"/>
                </a:lnTo>
                <a:lnTo>
                  <a:pt x="16160" y="20423"/>
                </a:lnTo>
                <a:lnTo>
                  <a:pt x="14345" y="20002"/>
                </a:lnTo>
                <a:lnTo>
                  <a:pt x="12534" y="19575"/>
                </a:lnTo>
                <a:lnTo>
                  <a:pt x="10849" y="19197"/>
                </a:lnTo>
                <a:lnTo>
                  <a:pt x="9155" y="18819"/>
                </a:lnTo>
                <a:lnTo>
                  <a:pt x="7437" y="18436"/>
                </a:lnTo>
                <a:lnTo>
                  <a:pt x="4888" y="17053"/>
                </a:lnTo>
                <a:lnTo>
                  <a:pt x="3363" y="15779"/>
                </a:lnTo>
                <a:lnTo>
                  <a:pt x="2256" y="13867"/>
                </a:lnTo>
                <a:lnTo>
                  <a:pt x="953" y="10589"/>
                </a:lnTo>
                <a:lnTo>
                  <a:pt x="481" y="8014"/>
                </a:lnTo>
                <a:lnTo>
                  <a:pt x="0" y="5400"/>
                </a:lnTo>
                <a:lnTo>
                  <a:pt x="1925" y="3413"/>
                </a:lnTo>
                <a:lnTo>
                  <a:pt x="3370" y="2138"/>
                </a:lnTo>
                <a:lnTo>
                  <a:pt x="4777" y="1318"/>
                </a:lnTo>
                <a:lnTo>
                  <a:pt x="6591" y="691"/>
                </a:lnTo>
                <a:lnTo>
                  <a:pt x="9257" y="0"/>
                </a:lnTo>
                <a:close/>
              </a:path>
            </a:pathLst>
          </a:custGeom>
          <a:solidFill>
            <a:srgbClr val="5047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69" name="contour_15467"/>
          <p:cNvSpPr/>
          <p:nvPr/>
        </p:nvSpPr>
        <p:spPr>
          <a:xfrm>
            <a:off x="1934404" y="5554054"/>
            <a:ext cx="58304" cy="285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57"/>
                </a:moveTo>
                <a:lnTo>
                  <a:pt x="21065" y="8332"/>
                </a:lnTo>
                <a:lnTo>
                  <a:pt x="20528" y="11619"/>
                </a:lnTo>
                <a:lnTo>
                  <a:pt x="19991" y="14917"/>
                </a:lnTo>
                <a:lnTo>
                  <a:pt x="19448" y="18242"/>
                </a:lnTo>
                <a:lnTo>
                  <a:pt x="18900" y="21600"/>
                </a:lnTo>
                <a:lnTo>
                  <a:pt x="17323" y="20751"/>
                </a:lnTo>
                <a:lnTo>
                  <a:pt x="15749" y="19896"/>
                </a:lnTo>
                <a:lnTo>
                  <a:pt x="14172" y="19036"/>
                </a:lnTo>
                <a:lnTo>
                  <a:pt x="12598" y="18170"/>
                </a:lnTo>
                <a:lnTo>
                  <a:pt x="11024" y="17304"/>
                </a:lnTo>
                <a:lnTo>
                  <a:pt x="9450" y="16427"/>
                </a:lnTo>
                <a:lnTo>
                  <a:pt x="8095" y="15705"/>
                </a:lnTo>
                <a:lnTo>
                  <a:pt x="6718" y="14977"/>
                </a:lnTo>
                <a:lnTo>
                  <a:pt x="5022" y="13974"/>
                </a:lnTo>
                <a:lnTo>
                  <a:pt x="3340" y="12887"/>
                </a:lnTo>
                <a:lnTo>
                  <a:pt x="1666" y="11746"/>
                </a:lnTo>
                <a:lnTo>
                  <a:pt x="0" y="10571"/>
                </a:lnTo>
                <a:lnTo>
                  <a:pt x="0" y="7836"/>
                </a:lnTo>
                <a:lnTo>
                  <a:pt x="0" y="5057"/>
                </a:lnTo>
                <a:lnTo>
                  <a:pt x="1550" y="4417"/>
                </a:lnTo>
                <a:lnTo>
                  <a:pt x="3102" y="3788"/>
                </a:lnTo>
                <a:lnTo>
                  <a:pt x="4655" y="3171"/>
                </a:lnTo>
                <a:lnTo>
                  <a:pt x="6207" y="2559"/>
                </a:lnTo>
                <a:lnTo>
                  <a:pt x="7762" y="1958"/>
                </a:lnTo>
                <a:lnTo>
                  <a:pt x="9204" y="1379"/>
                </a:lnTo>
                <a:lnTo>
                  <a:pt x="10657" y="800"/>
                </a:lnTo>
                <a:lnTo>
                  <a:pt x="12128" y="210"/>
                </a:lnTo>
                <a:lnTo>
                  <a:pt x="14064" y="0"/>
                </a:lnTo>
                <a:lnTo>
                  <a:pt x="15695" y="116"/>
                </a:lnTo>
                <a:lnTo>
                  <a:pt x="17142" y="612"/>
                </a:lnTo>
                <a:lnTo>
                  <a:pt x="18530" y="1555"/>
                </a:lnTo>
                <a:lnTo>
                  <a:pt x="19975" y="3016"/>
                </a:lnTo>
                <a:lnTo>
                  <a:pt x="21600" y="5057"/>
                </a:lnTo>
                <a:close/>
              </a:path>
            </a:pathLst>
          </a:custGeom>
          <a:solidFill>
            <a:srgbClr val="9176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0" name="contour_15468"/>
          <p:cNvSpPr/>
          <p:nvPr/>
        </p:nvSpPr>
        <p:spPr>
          <a:xfrm>
            <a:off x="9849163" y="553887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221" y="2376"/>
                </a:lnTo>
                <a:lnTo>
                  <a:pt x="8122" y="4756"/>
                </a:lnTo>
                <a:lnTo>
                  <a:pt x="10027" y="7137"/>
                </a:lnTo>
                <a:lnTo>
                  <a:pt x="11940" y="9521"/>
                </a:lnTo>
                <a:lnTo>
                  <a:pt x="13854" y="11919"/>
                </a:lnTo>
                <a:lnTo>
                  <a:pt x="15777" y="14321"/>
                </a:lnTo>
                <a:lnTo>
                  <a:pt x="17708" y="16736"/>
                </a:lnTo>
                <a:lnTo>
                  <a:pt x="19647" y="1915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ADAE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1" name="contour_15469"/>
          <p:cNvSpPr/>
          <p:nvPr/>
        </p:nvSpPr>
        <p:spPr>
          <a:xfrm>
            <a:off x="5541960" y="5553450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335"/>
                </a:lnTo>
                <a:lnTo>
                  <a:pt x="6823" y="621"/>
                </a:lnTo>
                <a:lnTo>
                  <a:pt x="8260" y="983"/>
                </a:lnTo>
                <a:lnTo>
                  <a:pt x="10013" y="1523"/>
                </a:lnTo>
                <a:lnTo>
                  <a:pt x="12534" y="2365"/>
                </a:lnTo>
                <a:lnTo>
                  <a:pt x="14228" y="2911"/>
                </a:lnTo>
                <a:lnTo>
                  <a:pt x="15932" y="3467"/>
                </a:lnTo>
                <a:lnTo>
                  <a:pt x="17660" y="4028"/>
                </a:lnTo>
                <a:lnTo>
                  <a:pt x="19616" y="4709"/>
                </a:lnTo>
                <a:lnTo>
                  <a:pt x="21600" y="5400"/>
                </a:lnTo>
                <a:lnTo>
                  <a:pt x="20949" y="5697"/>
                </a:lnTo>
                <a:lnTo>
                  <a:pt x="19798" y="6221"/>
                </a:lnTo>
                <a:lnTo>
                  <a:pt x="17163" y="7425"/>
                </a:lnTo>
                <a:lnTo>
                  <a:pt x="14830" y="9202"/>
                </a:lnTo>
                <a:lnTo>
                  <a:pt x="13188" y="10854"/>
                </a:lnTo>
                <a:lnTo>
                  <a:pt x="12025" y="12658"/>
                </a:lnTo>
                <a:lnTo>
                  <a:pt x="11127" y="14872"/>
                </a:lnTo>
                <a:lnTo>
                  <a:pt x="10275" y="17761"/>
                </a:lnTo>
                <a:lnTo>
                  <a:pt x="9257" y="21600"/>
                </a:lnTo>
                <a:lnTo>
                  <a:pt x="7217" y="21600"/>
                </a:lnTo>
                <a:lnTo>
                  <a:pt x="5165" y="21600"/>
                </a:lnTo>
                <a:lnTo>
                  <a:pt x="3086" y="21600"/>
                </a:lnTo>
                <a:lnTo>
                  <a:pt x="2043" y="17744"/>
                </a:lnTo>
                <a:lnTo>
                  <a:pt x="1361" y="14974"/>
                </a:lnTo>
                <a:lnTo>
                  <a:pt x="892" y="12512"/>
                </a:lnTo>
                <a:lnTo>
                  <a:pt x="488" y="9580"/>
                </a:lnTo>
                <a:lnTo>
                  <a:pt x="0" y="5400"/>
                </a:lnTo>
                <a:lnTo>
                  <a:pt x="1531" y="2722"/>
                </a:lnTo>
                <a:lnTo>
                  <a:pt x="3086" y="0"/>
                </a:lnTo>
                <a:close/>
              </a:path>
            </a:pathLst>
          </a:custGeom>
          <a:solidFill>
            <a:srgbClr val="3E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2" name="contour_15470"/>
          <p:cNvSpPr/>
          <p:nvPr/>
        </p:nvSpPr>
        <p:spPr>
          <a:xfrm>
            <a:off x="8617493" y="5532110"/>
            <a:ext cx="72880" cy="213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30" y="2700"/>
                </a:moveTo>
                <a:lnTo>
                  <a:pt x="14440" y="3275"/>
                </a:lnTo>
                <a:lnTo>
                  <a:pt x="15669" y="3866"/>
                </a:lnTo>
                <a:lnTo>
                  <a:pt x="17153" y="4589"/>
                </a:lnTo>
                <a:lnTo>
                  <a:pt x="18634" y="5326"/>
                </a:lnTo>
                <a:lnTo>
                  <a:pt x="20118" y="6079"/>
                </a:lnTo>
                <a:lnTo>
                  <a:pt x="21600" y="6846"/>
                </a:lnTo>
                <a:lnTo>
                  <a:pt x="21600" y="10505"/>
                </a:lnTo>
                <a:lnTo>
                  <a:pt x="21600" y="14223"/>
                </a:lnTo>
                <a:lnTo>
                  <a:pt x="20207" y="15034"/>
                </a:lnTo>
                <a:lnTo>
                  <a:pt x="18811" y="15824"/>
                </a:lnTo>
                <a:lnTo>
                  <a:pt x="17418" y="16598"/>
                </a:lnTo>
                <a:lnTo>
                  <a:pt x="16023" y="17358"/>
                </a:lnTo>
                <a:lnTo>
                  <a:pt x="14628" y="18103"/>
                </a:lnTo>
                <a:lnTo>
                  <a:pt x="13230" y="18834"/>
                </a:lnTo>
                <a:lnTo>
                  <a:pt x="12636" y="19195"/>
                </a:lnTo>
                <a:lnTo>
                  <a:pt x="10843" y="20280"/>
                </a:lnTo>
                <a:lnTo>
                  <a:pt x="9677" y="20840"/>
                </a:lnTo>
                <a:lnTo>
                  <a:pt x="8754" y="21187"/>
                </a:lnTo>
                <a:lnTo>
                  <a:pt x="7763" y="21386"/>
                </a:lnTo>
                <a:lnTo>
                  <a:pt x="6389" y="21504"/>
                </a:lnTo>
                <a:lnTo>
                  <a:pt x="4320" y="21600"/>
                </a:lnTo>
                <a:lnTo>
                  <a:pt x="2724" y="17314"/>
                </a:lnTo>
                <a:lnTo>
                  <a:pt x="1741" y="14356"/>
                </a:lnTo>
                <a:lnTo>
                  <a:pt x="970" y="11324"/>
                </a:lnTo>
                <a:lnTo>
                  <a:pt x="0" y="6846"/>
                </a:lnTo>
                <a:lnTo>
                  <a:pt x="1410" y="3910"/>
                </a:lnTo>
                <a:lnTo>
                  <a:pt x="2821" y="1889"/>
                </a:lnTo>
                <a:lnTo>
                  <a:pt x="4240" y="642"/>
                </a:lnTo>
                <a:lnTo>
                  <a:pt x="5672" y="52"/>
                </a:lnTo>
                <a:lnTo>
                  <a:pt x="7124" y="0"/>
                </a:lnTo>
                <a:lnTo>
                  <a:pt x="8599" y="361"/>
                </a:lnTo>
                <a:lnTo>
                  <a:pt x="10104" y="1018"/>
                </a:lnTo>
                <a:lnTo>
                  <a:pt x="11647" y="1837"/>
                </a:lnTo>
                <a:lnTo>
                  <a:pt x="13230" y="2700"/>
                </a:lnTo>
                <a:close/>
              </a:path>
            </a:pathLst>
          </a:custGeom>
          <a:solidFill>
            <a:srgbClr val="C0C4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3" name="contour_15471"/>
          <p:cNvSpPr/>
          <p:nvPr/>
        </p:nvSpPr>
        <p:spPr>
          <a:xfrm>
            <a:off x="1642885" y="5530361"/>
            <a:ext cx="65592" cy="23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45"/>
                </a:moveTo>
                <a:lnTo>
                  <a:pt x="20558" y="1650"/>
                </a:lnTo>
                <a:lnTo>
                  <a:pt x="19500" y="2155"/>
                </a:lnTo>
                <a:lnTo>
                  <a:pt x="18828" y="2543"/>
                </a:lnTo>
                <a:lnTo>
                  <a:pt x="16800" y="3702"/>
                </a:lnTo>
                <a:lnTo>
                  <a:pt x="15461" y="4418"/>
                </a:lnTo>
                <a:lnTo>
                  <a:pt x="14100" y="5141"/>
                </a:lnTo>
                <a:lnTo>
                  <a:pt x="13058" y="6545"/>
                </a:lnTo>
                <a:lnTo>
                  <a:pt x="12000" y="7964"/>
                </a:lnTo>
                <a:lnTo>
                  <a:pt x="12000" y="12470"/>
                </a:lnTo>
                <a:lnTo>
                  <a:pt x="12000" y="17005"/>
                </a:lnTo>
                <a:lnTo>
                  <a:pt x="12000" y="21600"/>
                </a:lnTo>
                <a:lnTo>
                  <a:pt x="10303" y="21600"/>
                </a:lnTo>
                <a:lnTo>
                  <a:pt x="8604" y="21600"/>
                </a:lnTo>
                <a:lnTo>
                  <a:pt x="6900" y="21600"/>
                </a:lnTo>
                <a:lnTo>
                  <a:pt x="5189" y="21600"/>
                </a:lnTo>
                <a:lnTo>
                  <a:pt x="3470" y="21600"/>
                </a:lnTo>
                <a:lnTo>
                  <a:pt x="1742" y="21600"/>
                </a:lnTo>
                <a:lnTo>
                  <a:pt x="0" y="21600"/>
                </a:lnTo>
                <a:lnTo>
                  <a:pt x="1322" y="16916"/>
                </a:lnTo>
                <a:lnTo>
                  <a:pt x="2630" y="12920"/>
                </a:lnTo>
                <a:lnTo>
                  <a:pt x="3938" y="9566"/>
                </a:lnTo>
                <a:lnTo>
                  <a:pt x="5258" y="6811"/>
                </a:lnTo>
                <a:lnTo>
                  <a:pt x="6598" y="4595"/>
                </a:lnTo>
                <a:lnTo>
                  <a:pt x="7973" y="2877"/>
                </a:lnTo>
                <a:lnTo>
                  <a:pt x="9391" y="1609"/>
                </a:lnTo>
                <a:lnTo>
                  <a:pt x="10870" y="736"/>
                </a:lnTo>
                <a:lnTo>
                  <a:pt x="12418" y="218"/>
                </a:lnTo>
                <a:lnTo>
                  <a:pt x="14045" y="0"/>
                </a:lnTo>
                <a:lnTo>
                  <a:pt x="15766" y="27"/>
                </a:lnTo>
                <a:lnTo>
                  <a:pt x="17590" y="266"/>
                </a:lnTo>
                <a:lnTo>
                  <a:pt x="19531" y="655"/>
                </a:lnTo>
                <a:lnTo>
                  <a:pt x="21600" y="1145"/>
                </a:lnTo>
                <a:close/>
              </a:path>
            </a:pathLst>
          </a:custGeom>
          <a:solidFill>
            <a:srgbClr val="9988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4" name="contour_15472"/>
          <p:cNvSpPr/>
          <p:nvPr/>
        </p:nvSpPr>
        <p:spPr>
          <a:xfrm>
            <a:off x="1183741" y="553158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55" y="553"/>
                </a:lnTo>
                <a:lnTo>
                  <a:pt x="5106" y="1054"/>
                </a:lnTo>
                <a:lnTo>
                  <a:pt x="7076" y="1711"/>
                </a:lnTo>
                <a:lnTo>
                  <a:pt x="9487" y="2730"/>
                </a:lnTo>
                <a:lnTo>
                  <a:pt x="12960" y="4320"/>
                </a:lnTo>
                <a:lnTo>
                  <a:pt x="14485" y="6705"/>
                </a:lnTo>
                <a:lnTo>
                  <a:pt x="15859" y="9089"/>
                </a:lnTo>
                <a:lnTo>
                  <a:pt x="17112" y="11496"/>
                </a:lnTo>
                <a:lnTo>
                  <a:pt x="18282" y="13932"/>
                </a:lnTo>
                <a:lnTo>
                  <a:pt x="19397" y="16416"/>
                </a:lnTo>
                <a:lnTo>
                  <a:pt x="20494" y="1896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A288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5" name="contour_15473"/>
          <p:cNvSpPr/>
          <p:nvPr/>
        </p:nvSpPr>
        <p:spPr>
          <a:xfrm>
            <a:off x="10650842" y="5509722"/>
            <a:ext cx="36440" cy="425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221" y="2037"/>
                </a:lnTo>
                <a:lnTo>
                  <a:pt x="8122" y="4077"/>
                </a:lnTo>
                <a:lnTo>
                  <a:pt x="10027" y="6117"/>
                </a:lnTo>
                <a:lnTo>
                  <a:pt x="11940" y="8162"/>
                </a:lnTo>
                <a:lnTo>
                  <a:pt x="13854" y="10217"/>
                </a:lnTo>
                <a:lnTo>
                  <a:pt x="15777" y="12276"/>
                </a:lnTo>
                <a:lnTo>
                  <a:pt x="17708" y="14346"/>
                </a:lnTo>
                <a:lnTo>
                  <a:pt x="19647" y="16423"/>
                </a:lnTo>
                <a:lnTo>
                  <a:pt x="21600" y="18515"/>
                </a:lnTo>
                <a:lnTo>
                  <a:pt x="17928" y="20067"/>
                </a:lnTo>
                <a:lnTo>
                  <a:pt x="15258" y="21059"/>
                </a:lnTo>
                <a:lnTo>
                  <a:pt x="13163" y="21552"/>
                </a:lnTo>
                <a:lnTo>
                  <a:pt x="11202" y="21600"/>
                </a:lnTo>
                <a:lnTo>
                  <a:pt x="8938" y="21263"/>
                </a:lnTo>
                <a:lnTo>
                  <a:pt x="5940" y="20596"/>
                </a:lnTo>
                <a:lnTo>
                  <a:pt x="3979" y="19911"/>
                </a:lnTo>
                <a:lnTo>
                  <a:pt x="2000" y="19215"/>
                </a:lnTo>
                <a:lnTo>
                  <a:pt x="0" y="18515"/>
                </a:lnTo>
                <a:lnTo>
                  <a:pt x="536" y="16223"/>
                </a:lnTo>
                <a:lnTo>
                  <a:pt x="1071" y="13931"/>
                </a:lnTo>
                <a:lnTo>
                  <a:pt x="1607" y="11631"/>
                </a:lnTo>
                <a:lnTo>
                  <a:pt x="2143" y="9328"/>
                </a:lnTo>
                <a:lnTo>
                  <a:pt x="2683" y="7014"/>
                </a:lnTo>
                <a:lnTo>
                  <a:pt x="3227" y="4688"/>
                </a:lnTo>
                <a:lnTo>
                  <a:pt x="3771" y="2351"/>
                </a:lnTo>
                <a:lnTo>
                  <a:pt x="4320" y="0"/>
                </a:lnTo>
                <a:close/>
              </a:path>
            </a:pathLst>
          </a:custGeom>
          <a:solidFill>
            <a:srgbClr val="EFEE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6" name="contour_15474"/>
          <p:cNvSpPr/>
          <p:nvPr/>
        </p:nvSpPr>
        <p:spPr>
          <a:xfrm>
            <a:off x="3778266" y="5515822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3"/>
                </a:moveTo>
                <a:lnTo>
                  <a:pt x="7279" y="348"/>
                </a:lnTo>
                <a:lnTo>
                  <a:pt x="10113" y="7"/>
                </a:lnTo>
                <a:lnTo>
                  <a:pt x="12887" y="0"/>
                </a:lnTo>
                <a:lnTo>
                  <a:pt x="15677" y="239"/>
                </a:lnTo>
                <a:lnTo>
                  <a:pt x="18559" y="642"/>
                </a:lnTo>
                <a:lnTo>
                  <a:pt x="21600" y="1113"/>
                </a:lnTo>
                <a:lnTo>
                  <a:pt x="21600" y="5170"/>
                </a:lnTo>
                <a:lnTo>
                  <a:pt x="21600" y="9240"/>
                </a:lnTo>
                <a:lnTo>
                  <a:pt x="21600" y="13323"/>
                </a:lnTo>
                <a:lnTo>
                  <a:pt x="21600" y="1744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53" y="16519"/>
                </a:lnTo>
                <a:lnTo>
                  <a:pt x="1054" y="12914"/>
                </a:lnTo>
                <a:lnTo>
                  <a:pt x="1711" y="9800"/>
                </a:lnTo>
                <a:lnTo>
                  <a:pt x="2730" y="6194"/>
                </a:lnTo>
                <a:lnTo>
                  <a:pt x="4320" y="1113"/>
                </a:lnTo>
                <a:close/>
              </a:path>
            </a:pathLst>
          </a:custGeom>
          <a:solidFill>
            <a:srgbClr val="D9D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7" name="contour_15475"/>
          <p:cNvSpPr/>
          <p:nvPr/>
        </p:nvSpPr>
        <p:spPr>
          <a:xfrm>
            <a:off x="1365941" y="5515588"/>
            <a:ext cx="36440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11"/>
                </a:moveTo>
                <a:lnTo>
                  <a:pt x="4920" y="362"/>
                </a:lnTo>
                <a:lnTo>
                  <a:pt x="8381" y="91"/>
                </a:lnTo>
                <a:lnTo>
                  <a:pt x="10869" y="0"/>
                </a:lnTo>
                <a:lnTo>
                  <a:pt x="12861" y="91"/>
                </a:lnTo>
                <a:lnTo>
                  <a:pt x="14839" y="362"/>
                </a:lnTo>
                <a:lnTo>
                  <a:pt x="17280" y="811"/>
                </a:lnTo>
                <a:lnTo>
                  <a:pt x="19129" y="3655"/>
                </a:lnTo>
                <a:lnTo>
                  <a:pt x="20278" y="5725"/>
                </a:lnTo>
                <a:lnTo>
                  <a:pt x="20935" y="7621"/>
                </a:lnTo>
                <a:lnTo>
                  <a:pt x="21306" y="9941"/>
                </a:lnTo>
                <a:lnTo>
                  <a:pt x="21600" y="13284"/>
                </a:lnTo>
                <a:lnTo>
                  <a:pt x="19185" y="16191"/>
                </a:lnTo>
                <a:lnTo>
                  <a:pt x="17483" y="18028"/>
                </a:lnTo>
                <a:lnTo>
                  <a:pt x="15677" y="19571"/>
                </a:lnTo>
                <a:lnTo>
                  <a:pt x="12960" y="21600"/>
                </a:lnTo>
                <a:lnTo>
                  <a:pt x="12960" y="18852"/>
                </a:lnTo>
                <a:lnTo>
                  <a:pt x="12960" y="16087"/>
                </a:lnTo>
                <a:lnTo>
                  <a:pt x="12960" y="13284"/>
                </a:lnTo>
                <a:lnTo>
                  <a:pt x="10817" y="12598"/>
                </a:lnTo>
                <a:lnTo>
                  <a:pt x="8666" y="11908"/>
                </a:lnTo>
                <a:lnTo>
                  <a:pt x="6480" y="11205"/>
                </a:lnTo>
                <a:lnTo>
                  <a:pt x="4337" y="10519"/>
                </a:lnTo>
                <a:lnTo>
                  <a:pt x="2186" y="9829"/>
                </a:lnTo>
                <a:lnTo>
                  <a:pt x="0" y="9126"/>
                </a:lnTo>
                <a:lnTo>
                  <a:pt x="0" y="6378"/>
                </a:lnTo>
                <a:lnTo>
                  <a:pt x="0" y="3613"/>
                </a:lnTo>
                <a:lnTo>
                  <a:pt x="0" y="811"/>
                </a:lnTo>
                <a:close/>
              </a:path>
            </a:pathLst>
          </a:custGeom>
          <a:solidFill>
            <a:srgbClr val="CFD0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8" name="contour_15476"/>
          <p:cNvSpPr/>
          <p:nvPr/>
        </p:nvSpPr>
        <p:spPr>
          <a:xfrm>
            <a:off x="541356" y="5509722"/>
            <a:ext cx="3019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73" y="0"/>
                </a:moveTo>
                <a:lnTo>
                  <a:pt x="12893" y="1782"/>
                </a:lnTo>
                <a:lnTo>
                  <a:pt x="14619" y="3568"/>
                </a:lnTo>
                <a:lnTo>
                  <a:pt x="16350" y="5360"/>
                </a:lnTo>
                <a:lnTo>
                  <a:pt x="18086" y="7160"/>
                </a:lnTo>
                <a:lnTo>
                  <a:pt x="19838" y="8971"/>
                </a:lnTo>
                <a:lnTo>
                  <a:pt x="21600" y="10800"/>
                </a:lnTo>
                <a:lnTo>
                  <a:pt x="18649" y="12326"/>
                </a:lnTo>
                <a:lnTo>
                  <a:pt x="15698" y="13856"/>
                </a:lnTo>
                <a:lnTo>
                  <a:pt x="12737" y="15390"/>
                </a:lnTo>
                <a:lnTo>
                  <a:pt x="9765" y="16931"/>
                </a:lnTo>
                <a:lnTo>
                  <a:pt x="6778" y="18475"/>
                </a:lnTo>
                <a:lnTo>
                  <a:pt x="3775" y="20034"/>
                </a:lnTo>
                <a:lnTo>
                  <a:pt x="746" y="21600"/>
                </a:lnTo>
                <a:lnTo>
                  <a:pt x="370" y="16510"/>
                </a:lnTo>
                <a:lnTo>
                  <a:pt x="125" y="12784"/>
                </a:lnTo>
                <a:lnTo>
                  <a:pt x="0" y="10109"/>
                </a:lnTo>
                <a:lnTo>
                  <a:pt x="0" y="8168"/>
                </a:lnTo>
                <a:lnTo>
                  <a:pt x="125" y="6646"/>
                </a:lnTo>
                <a:lnTo>
                  <a:pt x="370" y="5227"/>
                </a:lnTo>
                <a:lnTo>
                  <a:pt x="746" y="3600"/>
                </a:lnTo>
                <a:lnTo>
                  <a:pt x="3863" y="2207"/>
                </a:lnTo>
                <a:lnTo>
                  <a:pt x="5990" y="1368"/>
                </a:lnTo>
                <a:lnTo>
                  <a:pt x="8102" y="745"/>
                </a:lnTo>
                <a:lnTo>
                  <a:pt x="11173" y="0"/>
                </a:lnTo>
                <a:close/>
              </a:path>
            </a:pathLst>
          </a:custGeom>
          <a:solidFill>
            <a:srgbClr val="BDC0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79" name="contour_15477"/>
          <p:cNvSpPr/>
          <p:nvPr/>
        </p:nvSpPr>
        <p:spPr>
          <a:xfrm>
            <a:off x="9615947" y="5502434"/>
            <a:ext cx="51016" cy="245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36"/>
                </a:lnTo>
                <a:lnTo>
                  <a:pt x="4280" y="1272"/>
                </a:lnTo>
                <a:lnTo>
                  <a:pt x="6421" y="1908"/>
                </a:lnTo>
                <a:lnTo>
                  <a:pt x="8566" y="2550"/>
                </a:lnTo>
                <a:lnTo>
                  <a:pt x="10720" y="3186"/>
                </a:lnTo>
                <a:lnTo>
                  <a:pt x="12877" y="3828"/>
                </a:lnTo>
                <a:lnTo>
                  <a:pt x="15043" y="4470"/>
                </a:lnTo>
                <a:lnTo>
                  <a:pt x="17218" y="5119"/>
                </a:lnTo>
                <a:lnTo>
                  <a:pt x="19403" y="5768"/>
                </a:lnTo>
                <a:lnTo>
                  <a:pt x="21600" y="6423"/>
                </a:lnTo>
                <a:lnTo>
                  <a:pt x="20835" y="9602"/>
                </a:lnTo>
                <a:lnTo>
                  <a:pt x="20069" y="12794"/>
                </a:lnTo>
                <a:lnTo>
                  <a:pt x="19295" y="16012"/>
                </a:lnTo>
                <a:lnTo>
                  <a:pt x="18514" y="19269"/>
                </a:lnTo>
                <a:lnTo>
                  <a:pt x="16388" y="20386"/>
                </a:lnTo>
                <a:lnTo>
                  <a:pt x="14876" y="20971"/>
                </a:lnTo>
                <a:lnTo>
                  <a:pt x="13253" y="21202"/>
                </a:lnTo>
                <a:lnTo>
                  <a:pt x="10800" y="21272"/>
                </a:lnTo>
                <a:lnTo>
                  <a:pt x="8742" y="21433"/>
                </a:lnTo>
                <a:lnTo>
                  <a:pt x="6653" y="21600"/>
                </a:lnTo>
                <a:lnTo>
                  <a:pt x="4882" y="20444"/>
                </a:lnTo>
                <a:lnTo>
                  <a:pt x="3086" y="19269"/>
                </a:lnTo>
                <a:lnTo>
                  <a:pt x="2475" y="15453"/>
                </a:lnTo>
                <a:lnTo>
                  <a:pt x="1861" y="11625"/>
                </a:lnTo>
                <a:lnTo>
                  <a:pt x="1247" y="7784"/>
                </a:lnTo>
                <a:lnTo>
                  <a:pt x="626" y="3912"/>
                </a:lnTo>
                <a:lnTo>
                  <a:pt x="0" y="0"/>
                </a:lnTo>
                <a:close/>
              </a:path>
            </a:pathLst>
          </a:custGeom>
          <a:solidFill>
            <a:srgbClr val="816F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0" name="contour_15478"/>
          <p:cNvSpPr/>
          <p:nvPr/>
        </p:nvSpPr>
        <p:spPr>
          <a:xfrm>
            <a:off x="10432203" y="549514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405"/>
                </a:lnTo>
                <a:lnTo>
                  <a:pt x="7970" y="783"/>
                </a:lnTo>
                <a:lnTo>
                  <a:pt x="9904" y="1366"/>
                </a:lnTo>
                <a:lnTo>
                  <a:pt x="12823" y="2365"/>
                </a:lnTo>
                <a:lnTo>
                  <a:pt x="15289" y="3191"/>
                </a:lnTo>
                <a:lnTo>
                  <a:pt x="17788" y="4028"/>
                </a:lnTo>
                <a:lnTo>
                  <a:pt x="19681" y="4709"/>
                </a:lnTo>
                <a:lnTo>
                  <a:pt x="21600" y="5400"/>
                </a:lnTo>
                <a:lnTo>
                  <a:pt x="20794" y="8489"/>
                </a:lnTo>
                <a:lnTo>
                  <a:pt x="20149" y="10643"/>
                </a:lnTo>
                <a:lnTo>
                  <a:pt x="19328" y="12874"/>
                </a:lnTo>
                <a:lnTo>
                  <a:pt x="18000" y="16200"/>
                </a:lnTo>
                <a:lnTo>
                  <a:pt x="15912" y="17512"/>
                </a:lnTo>
                <a:lnTo>
                  <a:pt x="14447" y="18301"/>
                </a:lnTo>
                <a:lnTo>
                  <a:pt x="12899" y="18884"/>
                </a:lnTo>
                <a:lnTo>
                  <a:pt x="10577" y="19575"/>
                </a:lnTo>
                <a:lnTo>
                  <a:pt x="8273" y="20245"/>
                </a:lnTo>
                <a:lnTo>
                  <a:pt x="5951" y="20914"/>
                </a:lnTo>
                <a:lnTo>
                  <a:pt x="3600" y="21600"/>
                </a:lnTo>
                <a:lnTo>
                  <a:pt x="2599" y="17744"/>
                </a:lnTo>
                <a:lnTo>
                  <a:pt x="1912" y="14974"/>
                </a:lnTo>
                <a:lnTo>
                  <a:pt x="1364" y="12512"/>
                </a:lnTo>
                <a:lnTo>
                  <a:pt x="785" y="9580"/>
                </a:lnTo>
                <a:lnTo>
                  <a:pt x="0" y="5400"/>
                </a:lnTo>
                <a:lnTo>
                  <a:pt x="1786" y="2722"/>
                </a:lnTo>
                <a:lnTo>
                  <a:pt x="3600" y="0"/>
                </a:lnTo>
                <a:close/>
              </a:path>
            </a:pathLst>
          </a:custGeom>
          <a:solidFill>
            <a:srgbClr val="6E6F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1" name="contour_15479"/>
          <p:cNvSpPr/>
          <p:nvPr/>
        </p:nvSpPr>
        <p:spPr>
          <a:xfrm>
            <a:off x="9637811" y="5485722"/>
            <a:ext cx="72880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1" y="0"/>
                </a:moveTo>
                <a:lnTo>
                  <a:pt x="9701" y="118"/>
                </a:lnTo>
                <a:lnTo>
                  <a:pt x="10878" y="269"/>
                </a:lnTo>
                <a:lnTo>
                  <a:pt x="12055" y="459"/>
                </a:lnTo>
                <a:lnTo>
                  <a:pt x="13230" y="689"/>
                </a:lnTo>
                <a:lnTo>
                  <a:pt x="14440" y="826"/>
                </a:lnTo>
                <a:lnTo>
                  <a:pt x="15669" y="958"/>
                </a:lnTo>
                <a:lnTo>
                  <a:pt x="17153" y="1154"/>
                </a:lnTo>
                <a:lnTo>
                  <a:pt x="18636" y="1391"/>
                </a:lnTo>
                <a:lnTo>
                  <a:pt x="20118" y="1646"/>
                </a:lnTo>
                <a:lnTo>
                  <a:pt x="21600" y="1922"/>
                </a:lnTo>
                <a:lnTo>
                  <a:pt x="21600" y="5175"/>
                </a:lnTo>
                <a:lnTo>
                  <a:pt x="21600" y="8481"/>
                </a:lnTo>
                <a:lnTo>
                  <a:pt x="20412" y="9629"/>
                </a:lnTo>
                <a:lnTo>
                  <a:pt x="19522" y="10383"/>
                </a:lnTo>
                <a:lnTo>
                  <a:pt x="18492" y="11059"/>
                </a:lnTo>
                <a:lnTo>
                  <a:pt x="16874" y="11991"/>
                </a:lnTo>
                <a:lnTo>
                  <a:pt x="16142" y="12423"/>
                </a:lnTo>
                <a:lnTo>
                  <a:pt x="13921" y="13722"/>
                </a:lnTo>
                <a:lnTo>
                  <a:pt x="12891" y="14293"/>
                </a:lnTo>
                <a:lnTo>
                  <a:pt x="11852" y="14870"/>
                </a:lnTo>
                <a:lnTo>
                  <a:pt x="10800" y="15447"/>
                </a:lnTo>
                <a:lnTo>
                  <a:pt x="9770" y="16044"/>
                </a:lnTo>
                <a:lnTo>
                  <a:pt x="8731" y="16648"/>
                </a:lnTo>
                <a:lnTo>
                  <a:pt x="7677" y="17258"/>
                </a:lnTo>
                <a:lnTo>
                  <a:pt x="6398" y="17992"/>
                </a:lnTo>
                <a:lnTo>
                  <a:pt x="5119" y="18720"/>
                </a:lnTo>
                <a:lnTo>
                  <a:pt x="3840" y="19449"/>
                </a:lnTo>
                <a:lnTo>
                  <a:pt x="2560" y="20170"/>
                </a:lnTo>
                <a:lnTo>
                  <a:pt x="1281" y="20885"/>
                </a:lnTo>
                <a:lnTo>
                  <a:pt x="0" y="21600"/>
                </a:lnTo>
                <a:lnTo>
                  <a:pt x="821" y="16667"/>
                </a:lnTo>
                <a:lnTo>
                  <a:pt x="1570" y="12542"/>
                </a:lnTo>
                <a:lnTo>
                  <a:pt x="2318" y="9131"/>
                </a:lnTo>
                <a:lnTo>
                  <a:pt x="3136" y="6356"/>
                </a:lnTo>
                <a:lnTo>
                  <a:pt x="4093" y="4139"/>
                </a:lnTo>
                <a:lnTo>
                  <a:pt x="5264" y="2394"/>
                </a:lnTo>
                <a:lnTo>
                  <a:pt x="6715" y="1043"/>
                </a:lnTo>
                <a:lnTo>
                  <a:pt x="8521" y="0"/>
                </a:lnTo>
                <a:close/>
              </a:path>
            </a:pathLst>
          </a:custGeom>
          <a:solidFill>
            <a:srgbClr val="9583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2" name="contour_15480"/>
          <p:cNvSpPr/>
          <p:nvPr/>
        </p:nvSpPr>
        <p:spPr>
          <a:xfrm>
            <a:off x="8200816" y="5487858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5" y="0"/>
                </a:moveTo>
                <a:lnTo>
                  <a:pt x="4317" y="0"/>
                </a:lnTo>
                <a:lnTo>
                  <a:pt x="7759" y="0"/>
                </a:lnTo>
                <a:lnTo>
                  <a:pt x="11248" y="0"/>
                </a:lnTo>
                <a:lnTo>
                  <a:pt x="11248" y="2380"/>
                </a:lnTo>
                <a:lnTo>
                  <a:pt x="11248" y="4774"/>
                </a:lnTo>
                <a:lnTo>
                  <a:pt x="11248" y="7200"/>
                </a:lnTo>
                <a:lnTo>
                  <a:pt x="14322" y="8521"/>
                </a:lnTo>
                <a:lnTo>
                  <a:pt x="16424" y="9338"/>
                </a:lnTo>
                <a:lnTo>
                  <a:pt x="18525" y="9983"/>
                </a:lnTo>
                <a:lnTo>
                  <a:pt x="21600" y="10800"/>
                </a:lnTo>
                <a:lnTo>
                  <a:pt x="20575" y="12938"/>
                </a:lnTo>
                <a:lnTo>
                  <a:pt x="19545" y="15084"/>
                </a:lnTo>
                <a:lnTo>
                  <a:pt x="18515" y="17237"/>
                </a:lnTo>
                <a:lnTo>
                  <a:pt x="17475" y="19408"/>
                </a:lnTo>
                <a:lnTo>
                  <a:pt x="16424" y="21600"/>
                </a:lnTo>
                <a:lnTo>
                  <a:pt x="12573" y="21247"/>
                </a:lnTo>
                <a:lnTo>
                  <a:pt x="9840" y="20884"/>
                </a:lnTo>
                <a:lnTo>
                  <a:pt x="7480" y="20336"/>
                </a:lnTo>
                <a:lnTo>
                  <a:pt x="4747" y="19433"/>
                </a:lnTo>
                <a:lnTo>
                  <a:pt x="895" y="18000"/>
                </a:lnTo>
                <a:lnTo>
                  <a:pt x="383" y="15412"/>
                </a:lnTo>
                <a:lnTo>
                  <a:pt x="98" y="12845"/>
                </a:lnTo>
                <a:lnTo>
                  <a:pt x="0" y="10289"/>
                </a:lnTo>
                <a:lnTo>
                  <a:pt x="62" y="7736"/>
                </a:lnTo>
                <a:lnTo>
                  <a:pt x="254" y="5177"/>
                </a:lnTo>
                <a:lnTo>
                  <a:pt x="543" y="2603"/>
                </a:lnTo>
                <a:lnTo>
                  <a:pt x="895" y="0"/>
                </a:lnTo>
                <a:close/>
              </a:path>
            </a:pathLst>
          </a:custGeom>
          <a:solidFill>
            <a:srgbClr val="7F7F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3" name="contour_15481"/>
          <p:cNvSpPr/>
          <p:nvPr/>
        </p:nvSpPr>
        <p:spPr>
          <a:xfrm>
            <a:off x="5709584" y="548785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9341" y="12820"/>
                </a:lnTo>
                <a:lnTo>
                  <a:pt x="17686" y="14121"/>
                </a:lnTo>
                <a:lnTo>
                  <a:pt x="15828" y="15287"/>
                </a:lnTo>
                <a:lnTo>
                  <a:pt x="12960" y="16875"/>
                </a:lnTo>
                <a:lnTo>
                  <a:pt x="10549" y="18236"/>
                </a:lnTo>
                <a:lnTo>
                  <a:pt x="8100" y="19618"/>
                </a:lnTo>
                <a:lnTo>
                  <a:pt x="7163" y="20110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423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4" name="contour_15482"/>
          <p:cNvSpPr/>
          <p:nvPr/>
        </p:nvSpPr>
        <p:spPr>
          <a:xfrm>
            <a:off x="4798585" y="548057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4" y="2376"/>
                </a:lnTo>
                <a:lnTo>
                  <a:pt x="10368" y="4756"/>
                </a:lnTo>
                <a:lnTo>
                  <a:pt x="11956" y="7137"/>
                </a:lnTo>
                <a:lnTo>
                  <a:pt x="13550" y="9521"/>
                </a:lnTo>
                <a:lnTo>
                  <a:pt x="15145" y="11919"/>
                </a:lnTo>
                <a:lnTo>
                  <a:pt x="16747" y="14321"/>
                </a:lnTo>
                <a:lnTo>
                  <a:pt x="18356" y="16736"/>
                </a:lnTo>
                <a:lnTo>
                  <a:pt x="19973" y="1915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893" y="18926"/>
                </a:lnTo>
                <a:lnTo>
                  <a:pt x="1782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5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BDA5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5" name="contour_15483"/>
          <p:cNvSpPr/>
          <p:nvPr/>
        </p:nvSpPr>
        <p:spPr>
          <a:xfrm>
            <a:off x="1037982" y="5495648"/>
            <a:ext cx="43728" cy="286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489"/>
                </a:moveTo>
                <a:lnTo>
                  <a:pt x="13162" y="3313"/>
                </a:lnTo>
                <a:lnTo>
                  <a:pt x="15271" y="5138"/>
                </a:lnTo>
                <a:lnTo>
                  <a:pt x="17381" y="6962"/>
                </a:lnTo>
                <a:lnTo>
                  <a:pt x="19490" y="8786"/>
                </a:lnTo>
                <a:lnTo>
                  <a:pt x="21600" y="10610"/>
                </a:lnTo>
                <a:lnTo>
                  <a:pt x="19372" y="11968"/>
                </a:lnTo>
                <a:lnTo>
                  <a:pt x="17143" y="13330"/>
                </a:lnTo>
                <a:lnTo>
                  <a:pt x="14908" y="14693"/>
                </a:lnTo>
                <a:lnTo>
                  <a:pt x="12668" y="16061"/>
                </a:lnTo>
                <a:lnTo>
                  <a:pt x="10418" y="17435"/>
                </a:lnTo>
                <a:lnTo>
                  <a:pt x="8161" y="18814"/>
                </a:lnTo>
                <a:lnTo>
                  <a:pt x="5890" y="20204"/>
                </a:lnTo>
                <a:lnTo>
                  <a:pt x="3600" y="21600"/>
                </a:lnTo>
                <a:lnTo>
                  <a:pt x="2887" y="18336"/>
                </a:lnTo>
                <a:lnTo>
                  <a:pt x="2174" y="15061"/>
                </a:lnTo>
                <a:lnTo>
                  <a:pt x="1454" y="11770"/>
                </a:lnTo>
                <a:lnTo>
                  <a:pt x="731" y="8456"/>
                </a:lnTo>
                <a:lnTo>
                  <a:pt x="0" y="5116"/>
                </a:lnTo>
                <a:lnTo>
                  <a:pt x="3028" y="2198"/>
                </a:lnTo>
                <a:lnTo>
                  <a:pt x="5116" y="549"/>
                </a:lnTo>
                <a:lnTo>
                  <a:pt x="6793" y="0"/>
                </a:lnTo>
                <a:lnTo>
                  <a:pt x="8597" y="368"/>
                </a:lnTo>
                <a:lnTo>
                  <a:pt x="11052" y="1489"/>
                </a:lnTo>
                <a:close/>
              </a:path>
            </a:pathLst>
          </a:custGeom>
          <a:solidFill>
            <a:srgbClr val="C6BE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6" name="contour_15484"/>
          <p:cNvSpPr/>
          <p:nvPr/>
        </p:nvSpPr>
        <p:spPr>
          <a:xfrm>
            <a:off x="8442581" y="5470993"/>
            <a:ext cx="72880" cy="24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" y="2047"/>
                </a:moveTo>
                <a:lnTo>
                  <a:pt x="3678" y="495"/>
                </a:lnTo>
                <a:lnTo>
                  <a:pt x="4836" y="0"/>
                </a:lnTo>
                <a:lnTo>
                  <a:pt x="6623" y="137"/>
                </a:lnTo>
                <a:lnTo>
                  <a:pt x="7279" y="182"/>
                </a:lnTo>
                <a:lnTo>
                  <a:pt x="9260" y="326"/>
                </a:lnTo>
                <a:lnTo>
                  <a:pt x="10627" y="574"/>
                </a:lnTo>
                <a:lnTo>
                  <a:pt x="12014" y="821"/>
                </a:lnTo>
                <a:lnTo>
                  <a:pt x="13394" y="958"/>
                </a:lnTo>
                <a:lnTo>
                  <a:pt x="14796" y="1095"/>
                </a:lnTo>
                <a:lnTo>
                  <a:pt x="16157" y="1245"/>
                </a:lnTo>
                <a:lnTo>
                  <a:pt x="17518" y="1421"/>
                </a:lnTo>
                <a:lnTo>
                  <a:pt x="18878" y="1616"/>
                </a:lnTo>
                <a:lnTo>
                  <a:pt x="20239" y="1825"/>
                </a:lnTo>
                <a:lnTo>
                  <a:pt x="21600" y="2047"/>
                </a:lnTo>
                <a:lnTo>
                  <a:pt x="21600" y="6355"/>
                </a:lnTo>
                <a:lnTo>
                  <a:pt x="21600" y="10689"/>
                </a:lnTo>
                <a:lnTo>
                  <a:pt x="21600" y="15082"/>
                </a:lnTo>
                <a:lnTo>
                  <a:pt x="20174" y="15512"/>
                </a:lnTo>
                <a:lnTo>
                  <a:pt x="18749" y="15943"/>
                </a:lnTo>
                <a:lnTo>
                  <a:pt x="17321" y="16373"/>
                </a:lnTo>
                <a:lnTo>
                  <a:pt x="15893" y="16803"/>
                </a:lnTo>
                <a:lnTo>
                  <a:pt x="14463" y="17233"/>
                </a:lnTo>
                <a:lnTo>
                  <a:pt x="13033" y="17670"/>
                </a:lnTo>
                <a:lnTo>
                  <a:pt x="11599" y="18100"/>
                </a:lnTo>
                <a:lnTo>
                  <a:pt x="10163" y="18537"/>
                </a:lnTo>
                <a:lnTo>
                  <a:pt x="8722" y="18967"/>
                </a:lnTo>
                <a:lnTo>
                  <a:pt x="7279" y="19404"/>
                </a:lnTo>
                <a:lnTo>
                  <a:pt x="5834" y="19840"/>
                </a:lnTo>
                <a:lnTo>
                  <a:pt x="4383" y="20277"/>
                </a:lnTo>
                <a:lnTo>
                  <a:pt x="2927" y="20720"/>
                </a:lnTo>
                <a:lnTo>
                  <a:pt x="1467" y="21157"/>
                </a:lnTo>
                <a:lnTo>
                  <a:pt x="0" y="21600"/>
                </a:lnTo>
                <a:lnTo>
                  <a:pt x="428" y="17728"/>
                </a:lnTo>
                <a:lnTo>
                  <a:pt x="858" y="13844"/>
                </a:lnTo>
                <a:lnTo>
                  <a:pt x="1287" y="9946"/>
                </a:lnTo>
                <a:lnTo>
                  <a:pt x="1722" y="6016"/>
                </a:lnTo>
                <a:lnTo>
                  <a:pt x="2160" y="2047"/>
                </a:lnTo>
                <a:close/>
              </a:path>
            </a:pathLst>
          </a:custGeom>
          <a:solidFill>
            <a:srgbClr val="4649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7" name="contour_15485"/>
          <p:cNvSpPr/>
          <p:nvPr/>
        </p:nvSpPr>
        <p:spPr>
          <a:xfrm>
            <a:off x="1868813" y="545870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905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CD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8" name="contour_15486"/>
          <p:cNvSpPr/>
          <p:nvPr/>
        </p:nvSpPr>
        <p:spPr>
          <a:xfrm>
            <a:off x="10475930" y="5452380"/>
            <a:ext cx="36440" cy="28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47"/>
                </a:moveTo>
                <a:lnTo>
                  <a:pt x="20745" y="8164"/>
                </a:lnTo>
                <a:lnTo>
                  <a:pt x="19885" y="11492"/>
                </a:lnTo>
                <a:lnTo>
                  <a:pt x="19025" y="14832"/>
                </a:lnTo>
                <a:lnTo>
                  <a:pt x="18157" y="18199"/>
                </a:lnTo>
                <a:lnTo>
                  <a:pt x="17280" y="21600"/>
                </a:lnTo>
                <a:lnTo>
                  <a:pt x="14394" y="20941"/>
                </a:lnTo>
                <a:lnTo>
                  <a:pt x="11513" y="20243"/>
                </a:lnTo>
                <a:lnTo>
                  <a:pt x="8640" y="19506"/>
                </a:lnTo>
                <a:lnTo>
                  <a:pt x="6229" y="18920"/>
                </a:lnTo>
                <a:lnTo>
                  <a:pt x="3780" y="18328"/>
                </a:lnTo>
                <a:lnTo>
                  <a:pt x="1901" y="17177"/>
                </a:lnTo>
                <a:lnTo>
                  <a:pt x="0" y="16016"/>
                </a:lnTo>
                <a:lnTo>
                  <a:pt x="0" y="12325"/>
                </a:lnTo>
                <a:lnTo>
                  <a:pt x="0" y="8611"/>
                </a:lnTo>
                <a:lnTo>
                  <a:pt x="0" y="4847"/>
                </a:lnTo>
                <a:lnTo>
                  <a:pt x="3115" y="2033"/>
                </a:lnTo>
                <a:lnTo>
                  <a:pt x="6087" y="480"/>
                </a:lnTo>
                <a:lnTo>
                  <a:pt x="8994" y="0"/>
                </a:lnTo>
                <a:lnTo>
                  <a:pt x="11919" y="391"/>
                </a:lnTo>
                <a:lnTo>
                  <a:pt x="14943" y="1463"/>
                </a:lnTo>
                <a:lnTo>
                  <a:pt x="18140" y="3010"/>
                </a:lnTo>
                <a:lnTo>
                  <a:pt x="21600" y="4847"/>
                </a:lnTo>
                <a:close/>
              </a:path>
            </a:pathLst>
          </a:custGeom>
          <a:solidFill>
            <a:srgbClr val="5855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89" name="contour_15487"/>
          <p:cNvSpPr/>
          <p:nvPr/>
        </p:nvSpPr>
        <p:spPr>
          <a:xfrm>
            <a:off x="2553344" y="5444130"/>
            <a:ext cx="2969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94" y="0"/>
                </a:moveTo>
                <a:lnTo>
                  <a:pt x="9798" y="942"/>
                </a:lnTo>
                <a:lnTo>
                  <a:pt x="12677" y="1637"/>
                </a:lnTo>
                <a:lnTo>
                  <a:pt x="15095" y="2294"/>
                </a:lnTo>
                <a:lnTo>
                  <a:pt x="17814" y="3119"/>
                </a:lnTo>
                <a:lnTo>
                  <a:pt x="21600" y="4320"/>
                </a:lnTo>
                <a:lnTo>
                  <a:pt x="18976" y="6458"/>
                </a:lnTo>
                <a:lnTo>
                  <a:pt x="16346" y="8601"/>
                </a:lnTo>
                <a:lnTo>
                  <a:pt x="13716" y="10744"/>
                </a:lnTo>
                <a:lnTo>
                  <a:pt x="11076" y="12895"/>
                </a:lnTo>
                <a:lnTo>
                  <a:pt x="8425" y="15055"/>
                </a:lnTo>
                <a:lnTo>
                  <a:pt x="5763" y="17224"/>
                </a:lnTo>
                <a:lnTo>
                  <a:pt x="3086" y="19405"/>
                </a:lnTo>
                <a:lnTo>
                  <a:pt x="392" y="21600"/>
                </a:lnTo>
                <a:lnTo>
                  <a:pt x="175" y="16070"/>
                </a:lnTo>
                <a:lnTo>
                  <a:pt x="48" y="12243"/>
                </a:lnTo>
                <a:lnTo>
                  <a:pt x="0" y="9634"/>
                </a:lnTo>
                <a:lnTo>
                  <a:pt x="48" y="7763"/>
                </a:lnTo>
                <a:lnTo>
                  <a:pt x="175" y="6152"/>
                </a:lnTo>
                <a:lnTo>
                  <a:pt x="392" y="4320"/>
                </a:lnTo>
                <a:lnTo>
                  <a:pt x="3022" y="2177"/>
                </a:lnTo>
                <a:lnTo>
                  <a:pt x="5694" y="0"/>
                </a:lnTo>
                <a:close/>
              </a:path>
            </a:pathLst>
          </a:custGeom>
          <a:solidFill>
            <a:srgbClr val="CAC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0" name="contour_15488"/>
          <p:cNvSpPr/>
          <p:nvPr/>
        </p:nvSpPr>
        <p:spPr>
          <a:xfrm>
            <a:off x="3820340" y="5414978"/>
            <a:ext cx="3080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0" y="0"/>
                </a:moveTo>
                <a:lnTo>
                  <a:pt x="3991" y="583"/>
                </a:lnTo>
                <a:lnTo>
                  <a:pt x="5999" y="1102"/>
                </a:lnTo>
                <a:lnTo>
                  <a:pt x="8145" y="1839"/>
                </a:lnTo>
                <a:lnTo>
                  <a:pt x="11380" y="3086"/>
                </a:lnTo>
                <a:lnTo>
                  <a:pt x="12979" y="5249"/>
                </a:lnTo>
                <a:lnTo>
                  <a:pt x="14078" y="6823"/>
                </a:lnTo>
                <a:lnTo>
                  <a:pt x="14952" y="8260"/>
                </a:lnTo>
                <a:lnTo>
                  <a:pt x="15877" y="10013"/>
                </a:lnTo>
                <a:lnTo>
                  <a:pt x="17129" y="12534"/>
                </a:lnTo>
                <a:lnTo>
                  <a:pt x="17987" y="14228"/>
                </a:lnTo>
                <a:lnTo>
                  <a:pt x="18851" y="15932"/>
                </a:lnTo>
                <a:lnTo>
                  <a:pt x="19725" y="17660"/>
                </a:lnTo>
                <a:lnTo>
                  <a:pt x="20190" y="18638"/>
                </a:lnTo>
                <a:lnTo>
                  <a:pt x="21600" y="21600"/>
                </a:lnTo>
                <a:lnTo>
                  <a:pt x="18340" y="20986"/>
                </a:lnTo>
                <a:lnTo>
                  <a:pt x="15223" y="20329"/>
                </a:lnTo>
                <a:lnTo>
                  <a:pt x="12228" y="19604"/>
                </a:lnTo>
                <a:lnTo>
                  <a:pt x="9341" y="18780"/>
                </a:lnTo>
                <a:lnTo>
                  <a:pt x="6546" y="17826"/>
                </a:lnTo>
                <a:lnTo>
                  <a:pt x="3822" y="16718"/>
                </a:lnTo>
                <a:lnTo>
                  <a:pt x="1160" y="15429"/>
                </a:lnTo>
                <a:lnTo>
                  <a:pt x="511" y="13191"/>
                </a:lnTo>
                <a:lnTo>
                  <a:pt x="133" y="10994"/>
                </a:lnTo>
                <a:lnTo>
                  <a:pt x="0" y="8816"/>
                </a:lnTo>
                <a:lnTo>
                  <a:pt x="66" y="6644"/>
                </a:lnTo>
                <a:lnTo>
                  <a:pt x="307" y="4462"/>
                </a:lnTo>
                <a:lnTo>
                  <a:pt x="680" y="2253"/>
                </a:lnTo>
                <a:lnTo>
                  <a:pt x="1160" y="0"/>
                </a:lnTo>
                <a:close/>
              </a:path>
            </a:pathLst>
          </a:custGeom>
          <a:solidFill>
            <a:srgbClr val="E2D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1" name="contour_15489"/>
          <p:cNvSpPr/>
          <p:nvPr/>
        </p:nvSpPr>
        <p:spPr>
          <a:xfrm>
            <a:off x="1344077" y="5422769"/>
            <a:ext cx="43728" cy="2930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456"/>
                </a:moveTo>
                <a:lnTo>
                  <a:pt x="12938" y="3046"/>
                </a:lnTo>
                <a:lnTo>
                  <a:pt x="14850" y="4668"/>
                </a:lnTo>
                <a:lnTo>
                  <a:pt x="16762" y="6237"/>
                </a:lnTo>
                <a:lnTo>
                  <a:pt x="18702" y="7837"/>
                </a:lnTo>
                <a:lnTo>
                  <a:pt x="20142" y="9094"/>
                </a:lnTo>
                <a:lnTo>
                  <a:pt x="21600" y="10373"/>
                </a:lnTo>
                <a:lnTo>
                  <a:pt x="20729" y="13537"/>
                </a:lnTo>
                <a:lnTo>
                  <a:pt x="20063" y="15713"/>
                </a:lnTo>
                <a:lnTo>
                  <a:pt x="19267" y="17904"/>
                </a:lnTo>
                <a:lnTo>
                  <a:pt x="18000" y="21117"/>
                </a:lnTo>
                <a:lnTo>
                  <a:pt x="15214" y="21439"/>
                </a:lnTo>
                <a:lnTo>
                  <a:pt x="13259" y="21600"/>
                </a:lnTo>
                <a:lnTo>
                  <a:pt x="11617" y="21600"/>
                </a:lnTo>
                <a:lnTo>
                  <a:pt x="9770" y="21439"/>
                </a:lnTo>
                <a:lnTo>
                  <a:pt x="7200" y="21117"/>
                </a:lnTo>
                <a:lnTo>
                  <a:pt x="7200" y="17566"/>
                </a:lnTo>
                <a:lnTo>
                  <a:pt x="7200" y="13994"/>
                </a:lnTo>
                <a:lnTo>
                  <a:pt x="7200" y="10373"/>
                </a:lnTo>
                <a:lnTo>
                  <a:pt x="5065" y="8401"/>
                </a:lnTo>
                <a:lnTo>
                  <a:pt x="3600" y="7182"/>
                </a:lnTo>
                <a:lnTo>
                  <a:pt x="2138" y="6215"/>
                </a:lnTo>
                <a:lnTo>
                  <a:pt x="0" y="5001"/>
                </a:lnTo>
                <a:lnTo>
                  <a:pt x="3028" y="2149"/>
                </a:lnTo>
                <a:lnTo>
                  <a:pt x="5116" y="537"/>
                </a:lnTo>
                <a:lnTo>
                  <a:pt x="6793" y="0"/>
                </a:lnTo>
                <a:lnTo>
                  <a:pt x="8597" y="360"/>
                </a:lnTo>
                <a:lnTo>
                  <a:pt x="11052" y="1456"/>
                </a:lnTo>
                <a:close/>
              </a:path>
            </a:pathLst>
          </a:custGeom>
          <a:solidFill>
            <a:srgbClr val="D5D8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2" name="contour_15490"/>
          <p:cNvSpPr/>
          <p:nvPr/>
        </p:nvSpPr>
        <p:spPr>
          <a:xfrm>
            <a:off x="4507065" y="541497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921" y="3927"/>
                </a:lnTo>
                <a:lnTo>
                  <a:pt x="15872" y="6666"/>
                </a:lnTo>
                <a:lnTo>
                  <a:pt x="17855" y="8580"/>
                </a:lnTo>
                <a:lnTo>
                  <a:pt x="19233" y="10027"/>
                </a:lnTo>
                <a:lnTo>
                  <a:pt x="20360" y="1136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071" y="18926"/>
                </a:lnTo>
                <a:lnTo>
                  <a:pt x="2138" y="16252"/>
                </a:lnTo>
                <a:lnTo>
                  <a:pt x="3214" y="13569"/>
                </a:lnTo>
                <a:lnTo>
                  <a:pt x="4285" y="10882"/>
                </a:lnTo>
                <a:lnTo>
                  <a:pt x="5365" y="8182"/>
                </a:lnTo>
                <a:lnTo>
                  <a:pt x="6450" y="5469"/>
                </a:lnTo>
                <a:lnTo>
                  <a:pt x="7543" y="2743"/>
                </a:lnTo>
                <a:lnTo>
                  <a:pt x="8640" y="0"/>
                </a:lnTo>
                <a:close/>
              </a:path>
            </a:pathLst>
          </a:custGeom>
          <a:solidFill>
            <a:srgbClr val="1C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3" name="contour_15491"/>
          <p:cNvSpPr/>
          <p:nvPr/>
        </p:nvSpPr>
        <p:spPr>
          <a:xfrm>
            <a:off x="4317578" y="5407690"/>
            <a:ext cx="2186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402" y="1601"/>
                </a:lnTo>
                <a:lnTo>
                  <a:pt x="9598" y="3199"/>
                </a:lnTo>
                <a:lnTo>
                  <a:pt x="10800" y="4800"/>
                </a:lnTo>
                <a:lnTo>
                  <a:pt x="12002" y="6401"/>
                </a:lnTo>
                <a:lnTo>
                  <a:pt x="13198" y="7999"/>
                </a:lnTo>
                <a:lnTo>
                  <a:pt x="14400" y="9600"/>
                </a:lnTo>
                <a:lnTo>
                  <a:pt x="15602" y="11201"/>
                </a:lnTo>
                <a:lnTo>
                  <a:pt x="16798" y="12799"/>
                </a:lnTo>
                <a:lnTo>
                  <a:pt x="18000" y="14400"/>
                </a:lnTo>
                <a:lnTo>
                  <a:pt x="19202" y="16001"/>
                </a:lnTo>
                <a:lnTo>
                  <a:pt x="20398" y="17599"/>
                </a:lnTo>
                <a:lnTo>
                  <a:pt x="21600" y="19200"/>
                </a:lnTo>
                <a:lnTo>
                  <a:pt x="17323" y="19675"/>
                </a:lnTo>
                <a:lnTo>
                  <a:pt x="13032" y="20153"/>
                </a:lnTo>
                <a:lnTo>
                  <a:pt x="8726" y="20630"/>
                </a:lnTo>
                <a:lnTo>
                  <a:pt x="4385" y="21113"/>
                </a:lnTo>
                <a:lnTo>
                  <a:pt x="0" y="21600"/>
                </a:lnTo>
                <a:lnTo>
                  <a:pt x="547" y="19956"/>
                </a:lnTo>
                <a:lnTo>
                  <a:pt x="1094" y="18310"/>
                </a:lnTo>
                <a:lnTo>
                  <a:pt x="1649" y="16663"/>
                </a:lnTo>
                <a:lnTo>
                  <a:pt x="2196" y="15014"/>
                </a:lnTo>
                <a:lnTo>
                  <a:pt x="2743" y="13363"/>
                </a:lnTo>
                <a:lnTo>
                  <a:pt x="3298" y="11710"/>
                </a:lnTo>
                <a:lnTo>
                  <a:pt x="3852" y="10051"/>
                </a:lnTo>
                <a:lnTo>
                  <a:pt x="4406" y="8390"/>
                </a:lnTo>
                <a:lnTo>
                  <a:pt x="4961" y="6725"/>
                </a:lnTo>
                <a:lnTo>
                  <a:pt x="5515" y="5052"/>
                </a:lnTo>
                <a:lnTo>
                  <a:pt x="6077" y="3374"/>
                </a:lnTo>
                <a:lnTo>
                  <a:pt x="6638" y="1692"/>
                </a:lnTo>
                <a:lnTo>
                  <a:pt x="7200" y="0"/>
                </a:lnTo>
                <a:close/>
              </a:path>
            </a:pathLst>
          </a:custGeom>
          <a:solidFill>
            <a:srgbClr val="33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4" name="contour_15492"/>
          <p:cNvSpPr/>
          <p:nvPr/>
        </p:nvSpPr>
        <p:spPr>
          <a:xfrm>
            <a:off x="9805435" y="542226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581" y="3056"/>
                </a:lnTo>
                <a:lnTo>
                  <a:pt x="19562" y="6113"/>
                </a:lnTo>
                <a:lnTo>
                  <a:pt x="18540" y="9180"/>
                </a:lnTo>
                <a:lnTo>
                  <a:pt x="17514" y="12258"/>
                </a:lnTo>
                <a:lnTo>
                  <a:pt x="16481" y="15352"/>
                </a:lnTo>
                <a:lnTo>
                  <a:pt x="15444" y="18463"/>
                </a:lnTo>
                <a:lnTo>
                  <a:pt x="14400" y="21600"/>
                </a:lnTo>
                <a:lnTo>
                  <a:pt x="10224" y="18857"/>
                </a:lnTo>
                <a:lnTo>
                  <a:pt x="7175" y="16826"/>
                </a:lnTo>
                <a:lnTo>
                  <a:pt x="5000" y="15325"/>
                </a:lnTo>
                <a:lnTo>
                  <a:pt x="3449" y="14159"/>
                </a:lnTo>
                <a:lnTo>
                  <a:pt x="2264" y="13144"/>
                </a:lnTo>
                <a:lnTo>
                  <a:pt x="1199" y="1208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5D5C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5" name="contour_15493"/>
          <p:cNvSpPr/>
          <p:nvPr/>
        </p:nvSpPr>
        <p:spPr>
          <a:xfrm>
            <a:off x="8325973" y="5422266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2138"/>
                </a:lnTo>
                <a:lnTo>
                  <a:pt x="19429" y="4284"/>
                </a:lnTo>
                <a:lnTo>
                  <a:pt x="20146" y="6437"/>
                </a:lnTo>
                <a:lnTo>
                  <a:pt x="20869" y="8608"/>
                </a:lnTo>
                <a:lnTo>
                  <a:pt x="21600" y="10800"/>
                </a:lnTo>
                <a:lnTo>
                  <a:pt x="19220" y="10800"/>
                </a:lnTo>
                <a:lnTo>
                  <a:pt x="16826" y="10800"/>
                </a:lnTo>
                <a:lnTo>
                  <a:pt x="14400" y="10800"/>
                </a:lnTo>
                <a:lnTo>
                  <a:pt x="13291" y="13478"/>
                </a:lnTo>
                <a:lnTo>
                  <a:pt x="12550" y="15379"/>
                </a:lnTo>
                <a:lnTo>
                  <a:pt x="12002" y="17021"/>
                </a:lnTo>
                <a:lnTo>
                  <a:pt x="11477" y="18922"/>
                </a:lnTo>
                <a:lnTo>
                  <a:pt x="10800" y="21600"/>
                </a:lnTo>
                <a:lnTo>
                  <a:pt x="8662" y="20887"/>
                </a:lnTo>
                <a:lnTo>
                  <a:pt x="6516" y="20171"/>
                </a:lnTo>
                <a:lnTo>
                  <a:pt x="4363" y="19454"/>
                </a:lnTo>
                <a:lnTo>
                  <a:pt x="2192" y="18731"/>
                </a:lnTo>
                <a:lnTo>
                  <a:pt x="0" y="18000"/>
                </a:lnTo>
                <a:lnTo>
                  <a:pt x="1782" y="16218"/>
                </a:lnTo>
                <a:lnTo>
                  <a:pt x="3564" y="14436"/>
                </a:lnTo>
                <a:lnTo>
                  <a:pt x="5350" y="12650"/>
                </a:lnTo>
                <a:lnTo>
                  <a:pt x="7139" y="10861"/>
                </a:lnTo>
                <a:lnTo>
                  <a:pt x="8932" y="9068"/>
                </a:lnTo>
                <a:lnTo>
                  <a:pt x="10732" y="7268"/>
                </a:lnTo>
                <a:lnTo>
                  <a:pt x="12535" y="5465"/>
                </a:lnTo>
                <a:lnTo>
                  <a:pt x="14350" y="3650"/>
                </a:lnTo>
                <a:lnTo>
                  <a:pt x="16168" y="1832"/>
                </a:lnTo>
                <a:lnTo>
                  <a:pt x="18000" y="0"/>
                </a:lnTo>
                <a:close/>
              </a:path>
            </a:pathLst>
          </a:custGeom>
          <a:solidFill>
            <a:srgbClr val="D8DC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6" name="contour_15494"/>
          <p:cNvSpPr/>
          <p:nvPr/>
        </p:nvSpPr>
        <p:spPr>
          <a:xfrm>
            <a:off x="10446779" y="5414978"/>
            <a:ext cx="43728" cy="30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851"/>
                </a:lnTo>
                <a:lnTo>
                  <a:pt x="11956" y="1702"/>
                </a:lnTo>
                <a:lnTo>
                  <a:pt x="14346" y="2558"/>
                </a:lnTo>
                <a:lnTo>
                  <a:pt x="16747" y="3419"/>
                </a:lnTo>
                <a:lnTo>
                  <a:pt x="19163" y="4286"/>
                </a:lnTo>
                <a:lnTo>
                  <a:pt x="21600" y="5158"/>
                </a:lnTo>
                <a:lnTo>
                  <a:pt x="18515" y="10191"/>
                </a:lnTo>
                <a:lnTo>
                  <a:pt x="16103" y="13982"/>
                </a:lnTo>
                <a:lnTo>
                  <a:pt x="14166" y="16736"/>
                </a:lnTo>
                <a:lnTo>
                  <a:pt x="12510" y="18640"/>
                </a:lnTo>
                <a:lnTo>
                  <a:pt x="10937" y="19883"/>
                </a:lnTo>
                <a:lnTo>
                  <a:pt x="9245" y="20666"/>
                </a:lnTo>
                <a:lnTo>
                  <a:pt x="7240" y="21172"/>
                </a:lnTo>
                <a:lnTo>
                  <a:pt x="4723" y="21600"/>
                </a:lnTo>
                <a:lnTo>
                  <a:pt x="2380" y="21120"/>
                </a:lnTo>
                <a:lnTo>
                  <a:pt x="0" y="20630"/>
                </a:lnTo>
                <a:lnTo>
                  <a:pt x="0" y="17221"/>
                </a:lnTo>
                <a:lnTo>
                  <a:pt x="0" y="13791"/>
                </a:lnTo>
                <a:lnTo>
                  <a:pt x="0" y="10315"/>
                </a:lnTo>
                <a:lnTo>
                  <a:pt x="2380" y="10315"/>
                </a:lnTo>
                <a:lnTo>
                  <a:pt x="4774" y="10315"/>
                </a:lnTo>
                <a:lnTo>
                  <a:pt x="7200" y="10315"/>
                </a:lnTo>
                <a:lnTo>
                  <a:pt x="7200" y="6906"/>
                </a:lnTo>
                <a:lnTo>
                  <a:pt x="7200" y="3476"/>
                </a:lnTo>
                <a:lnTo>
                  <a:pt x="7200" y="0"/>
                </a:lnTo>
                <a:close/>
              </a:path>
            </a:pathLst>
          </a:custGeom>
          <a:solidFill>
            <a:srgbClr val="ECED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7" name="contour_15495"/>
          <p:cNvSpPr/>
          <p:nvPr/>
        </p:nvSpPr>
        <p:spPr>
          <a:xfrm>
            <a:off x="4171818" y="542226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6D71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8" name="contour_15496"/>
          <p:cNvSpPr/>
          <p:nvPr/>
        </p:nvSpPr>
        <p:spPr>
          <a:xfrm>
            <a:off x="7065150" y="5393114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1E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499" name="contour_15497"/>
          <p:cNvSpPr/>
          <p:nvPr/>
        </p:nvSpPr>
        <p:spPr>
          <a:xfrm>
            <a:off x="7006847" y="540769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89" y="1156"/>
                </a:lnTo>
                <a:lnTo>
                  <a:pt x="8653" y="2327"/>
                </a:lnTo>
                <a:lnTo>
                  <a:pt x="10809" y="3521"/>
                </a:lnTo>
                <a:lnTo>
                  <a:pt x="12960" y="4725"/>
                </a:lnTo>
                <a:lnTo>
                  <a:pt x="15371" y="6043"/>
                </a:lnTo>
                <a:lnTo>
                  <a:pt x="17820" y="7382"/>
                </a:lnTo>
                <a:lnTo>
                  <a:pt x="19695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BFC2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0" name="contour_15498"/>
          <p:cNvSpPr/>
          <p:nvPr/>
        </p:nvSpPr>
        <p:spPr>
          <a:xfrm>
            <a:off x="6482359" y="5378538"/>
            <a:ext cx="216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35" y="0"/>
                </a:moveTo>
                <a:lnTo>
                  <a:pt x="11455" y="1307"/>
                </a:lnTo>
                <a:lnTo>
                  <a:pt x="14441" y="2306"/>
                </a:lnTo>
                <a:lnTo>
                  <a:pt x="17369" y="3502"/>
                </a:lnTo>
                <a:lnTo>
                  <a:pt x="21600" y="5400"/>
                </a:lnTo>
                <a:lnTo>
                  <a:pt x="21498" y="7422"/>
                </a:lnTo>
                <a:lnTo>
                  <a:pt x="21301" y="8872"/>
                </a:lnTo>
                <a:lnTo>
                  <a:pt x="20886" y="10155"/>
                </a:lnTo>
                <a:lnTo>
                  <a:pt x="20122" y="11675"/>
                </a:lnTo>
                <a:lnTo>
                  <a:pt x="18869" y="13838"/>
                </a:lnTo>
                <a:lnTo>
                  <a:pt x="18061" y="15295"/>
                </a:lnTo>
                <a:lnTo>
                  <a:pt x="17245" y="16762"/>
                </a:lnTo>
                <a:lnTo>
                  <a:pt x="16422" y="18247"/>
                </a:lnTo>
                <a:lnTo>
                  <a:pt x="15381" y="19912"/>
                </a:lnTo>
                <a:lnTo>
                  <a:pt x="14317" y="21600"/>
                </a:lnTo>
                <a:lnTo>
                  <a:pt x="9365" y="18735"/>
                </a:lnTo>
                <a:lnTo>
                  <a:pt x="5651" y="16516"/>
                </a:lnTo>
                <a:lnTo>
                  <a:pt x="3022" y="14783"/>
                </a:lnTo>
                <a:lnTo>
                  <a:pt x="1318" y="13370"/>
                </a:lnTo>
                <a:lnTo>
                  <a:pt x="364" y="12118"/>
                </a:lnTo>
                <a:lnTo>
                  <a:pt x="0" y="10862"/>
                </a:lnTo>
                <a:lnTo>
                  <a:pt x="73" y="9437"/>
                </a:lnTo>
                <a:lnTo>
                  <a:pt x="408" y="7679"/>
                </a:lnTo>
                <a:lnTo>
                  <a:pt x="1457" y="6199"/>
                </a:lnTo>
                <a:lnTo>
                  <a:pt x="2323" y="5060"/>
                </a:lnTo>
                <a:lnTo>
                  <a:pt x="3335" y="3893"/>
                </a:lnTo>
                <a:lnTo>
                  <a:pt x="4799" y="2330"/>
                </a:lnTo>
                <a:lnTo>
                  <a:pt x="7035" y="0"/>
                </a:lnTo>
                <a:close/>
              </a:path>
            </a:pathLst>
          </a:custGeom>
          <a:solidFill>
            <a:srgbClr val="FA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1" name="contour_15499"/>
          <p:cNvSpPr/>
          <p:nvPr/>
        </p:nvSpPr>
        <p:spPr>
          <a:xfrm>
            <a:off x="4805873" y="540040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5111" y="20444"/>
                </a:lnTo>
                <a:lnTo>
                  <a:pt x="12947" y="19273"/>
                </a:lnTo>
                <a:lnTo>
                  <a:pt x="10791" y="18079"/>
                </a:lnTo>
                <a:lnTo>
                  <a:pt x="8640" y="16875"/>
                </a:lnTo>
                <a:lnTo>
                  <a:pt x="7430" y="16216"/>
                </a:lnTo>
                <a:lnTo>
                  <a:pt x="3780" y="14218"/>
                </a:lnTo>
                <a:lnTo>
                  <a:pt x="284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D4A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2" name="contour_15500"/>
          <p:cNvSpPr/>
          <p:nvPr/>
        </p:nvSpPr>
        <p:spPr>
          <a:xfrm>
            <a:off x="10249019" y="5393114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0"/>
                </a:lnTo>
                <a:lnTo>
                  <a:pt x="7606" y="0"/>
                </a:lnTo>
                <a:lnTo>
                  <a:pt x="11074" y="0"/>
                </a:lnTo>
                <a:lnTo>
                  <a:pt x="14558" y="0"/>
                </a:lnTo>
                <a:lnTo>
                  <a:pt x="18064" y="0"/>
                </a:lnTo>
                <a:lnTo>
                  <a:pt x="21600" y="0"/>
                </a:lnTo>
                <a:lnTo>
                  <a:pt x="20738" y="3564"/>
                </a:lnTo>
                <a:lnTo>
                  <a:pt x="19876" y="7133"/>
                </a:lnTo>
                <a:lnTo>
                  <a:pt x="19009" y="10719"/>
                </a:lnTo>
                <a:lnTo>
                  <a:pt x="18137" y="14321"/>
                </a:lnTo>
                <a:lnTo>
                  <a:pt x="17259" y="17944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E5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3" name="contour_15501"/>
          <p:cNvSpPr/>
          <p:nvPr/>
        </p:nvSpPr>
        <p:spPr>
          <a:xfrm>
            <a:off x="4186394" y="5386788"/>
            <a:ext cx="36440" cy="35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51"/>
                </a:moveTo>
                <a:lnTo>
                  <a:pt x="20377" y="6363"/>
                </a:lnTo>
                <a:lnTo>
                  <a:pt x="19155" y="8874"/>
                </a:lnTo>
                <a:lnTo>
                  <a:pt x="17928" y="11395"/>
                </a:lnTo>
                <a:lnTo>
                  <a:pt x="16697" y="13924"/>
                </a:lnTo>
                <a:lnTo>
                  <a:pt x="15457" y="16466"/>
                </a:lnTo>
                <a:lnTo>
                  <a:pt x="14213" y="19022"/>
                </a:lnTo>
                <a:lnTo>
                  <a:pt x="12960" y="21600"/>
                </a:lnTo>
                <a:lnTo>
                  <a:pt x="10200" y="19941"/>
                </a:lnTo>
                <a:lnTo>
                  <a:pt x="8160" y="18685"/>
                </a:lnTo>
                <a:lnTo>
                  <a:pt x="6480" y="17580"/>
                </a:lnTo>
                <a:lnTo>
                  <a:pt x="4800" y="16382"/>
                </a:lnTo>
                <a:lnTo>
                  <a:pt x="2760" y="14847"/>
                </a:lnTo>
                <a:lnTo>
                  <a:pt x="0" y="12726"/>
                </a:lnTo>
                <a:lnTo>
                  <a:pt x="0" y="9793"/>
                </a:lnTo>
                <a:lnTo>
                  <a:pt x="0" y="6842"/>
                </a:lnTo>
                <a:lnTo>
                  <a:pt x="0" y="3851"/>
                </a:lnTo>
                <a:lnTo>
                  <a:pt x="3115" y="1615"/>
                </a:lnTo>
                <a:lnTo>
                  <a:pt x="6087" y="382"/>
                </a:lnTo>
                <a:lnTo>
                  <a:pt x="8994" y="0"/>
                </a:lnTo>
                <a:lnTo>
                  <a:pt x="11919" y="311"/>
                </a:lnTo>
                <a:lnTo>
                  <a:pt x="14943" y="1163"/>
                </a:lnTo>
                <a:lnTo>
                  <a:pt x="18140" y="2392"/>
                </a:lnTo>
                <a:lnTo>
                  <a:pt x="21600" y="3851"/>
                </a:lnTo>
                <a:close/>
              </a:path>
            </a:pathLst>
          </a:custGeom>
          <a:solidFill>
            <a:srgbClr val="3332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4" name="contour_15502"/>
          <p:cNvSpPr/>
          <p:nvPr/>
        </p:nvSpPr>
        <p:spPr>
          <a:xfrm>
            <a:off x="3639794" y="5393114"/>
            <a:ext cx="29152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41" y="1975"/>
                </a:lnTo>
                <a:lnTo>
                  <a:pt x="15023" y="3471"/>
                </a:lnTo>
                <a:lnTo>
                  <a:pt x="16448" y="4785"/>
                </a:lnTo>
                <a:lnTo>
                  <a:pt x="17825" y="6211"/>
                </a:lnTo>
                <a:lnTo>
                  <a:pt x="19440" y="8038"/>
                </a:lnTo>
                <a:lnTo>
                  <a:pt x="21600" y="10562"/>
                </a:lnTo>
                <a:lnTo>
                  <a:pt x="21071" y="13499"/>
                </a:lnTo>
                <a:lnTo>
                  <a:pt x="20525" y="15516"/>
                </a:lnTo>
                <a:lnTo>
                  <a:pt x="19705" y="17122"/>
                </a:lnTo>
                <a:lnTo>
                  <a:pt x="18349" y="18822"/>
                </a:lnTo>
                <a:lnTo>
                  <a:pt x="16200" y="21125"/>
                </a:lnTo>
                <a:lnTo>
                  <a:pt x="12020" y="21442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42"/>
                </a:lnTo>
                <a:lnTo>
                  <a:pt x="0" y="21125"/>
                </a:lnTo>
                <a:lnTo>
                  <a:pt x="0" y="18801"/>
                </a:lnTo>
                <a:lnTo>
                  <a:pt x="0" y="16474"/>
                </a:lnTo>
                <a:lnTo>
                  <a:pt x="0" y="14136"/>
                </a:lnTo>
                <a:lnTo>
                  <a:pt x="0" y="11788"/>
                </a:lnTo>
                <a:lnTo>
                  <a:pt x="0" y="9425"/>
                </a:lnTo>
                <a:lnTo>
                  <a:pt x="0" y="7042"/>
                </a:lnTo>
                <a:lnTo>
                  <a:pt x="3569" y="7042"/>
                </a:lnTo>
                <a:lnTo>
                  <a:pt x="7160" y="7042"/>
                </a:lnTo>
                <a:lnTo>
                  <a:pt x="10800" y="7042"/>
                </a:lnTo>
                <a:lnTo>
                  <a:pt x="10800" y="4714"/>
                </a:lnTo>
                <a:lnTo>
                  <a:pt x="10800" y="2373"/>
                </a:lnTo>
                <a:lnTo>
                  <a:pt x="10800" y="0"/>
                </a:lnTo>
                <a:close/>
              </a:path>
            </a:pathLst>
          </a:custGeom>
          <a:solidFill>
            <a:srgbClr val="D2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5" name="contour_15503"/>
          <p:cNvSpPr/>
          <p:nvPr/>
        </p:nvSpPr>
        <p:spPr>
          <a:xfrm>
            <a:off x="5439928" y="538582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4A2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6" name="contour_15504"/>
          <p:cNvSpPr/>
          <p:nvPr/>
        </p:nvSpPr>
        <p:spPr>
          <a:xfrm>
            <a:off x="1278485" y="5371250"/>
            <a:ext cx="36440" cy="305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3396"/>
                </a:lnTo>
                <a:lnTo>
                  <a:pt x="18706" y="6797"/>
                </a:lnTo>
                <a:lnTo>
                  <a:pt x="19423" y="10213"/>
                </a:lnTo>
                <a:lnTo>
                  <a:pt x="20144" y="13645"/>
                </a:lnTo>
                <a:lnTo>
                  <a:pt x="20870" y="17098"/>
                </a:lnTo>
                <a:lnTo>
                  <a:pt x="21600" y="20581"/>
                </a:lnTo>
                <a:lnTo>
                  <a:pt x="16606" y="21147"/>
                </a:lnTo>
                <a:lnTo>
                  <a:pt x="13094" y="21487"/>
                </a:lnTo>
                <a:lnTo>
                  <a:pt x="10593" y="21600"/>
                </a:lnTo>
                <a:lnTo>
                  <a:pt x="8614" y="21487"/>
                </a:lnTo>
                <a:lnTo>
                  <a:pt x="6683" y="21147"/>
                </a:lnTo>
                <a:lnTo>
                  <a:pt x="4320" y="20581"/>
                </a:lnTo>
                <a:lnTo>
                  <a:pt x="2730" y="16753"/>
                </a:lnTo>
                <a:lnTo>
                  <a:pt x="1711" y="14036"/>
                </a:lnTo>
                <a:lnTo>
                  <a:pt x="1054" y="11690"/>
                </a:lnTo>
                <a:lnTo>
                  <a:pt x="553" y="8973"/>
                </a:lnTo>
                <a:lnTo>
                  <a:pt x="0" y="5145"/>
                </a:lnTo>
                <a:lnTo>
                  <a:pt x="2851" y="4296"/>
                </a:lnTo>
                <a:lnTo>
                  <a:pt x="5707" y="3447"/>
                </a:lnTo>
                <a:lnTo>
                  <a:pt x="8575" y="2593"/>
                </a:lnTo>
                <a:lnTo>
                  <a:pt x="11457" y="1734"/>
                </a:lnTo>
                <a:lnTo>
                  <a:pt x="14355" y="870"/>
                </a:lnTo>
                <a:lnTo>
                  <a:pt x="17280" y="0"/>
                </a:lnTo>
                <a:close/>
              </a:path>
            </a:pathLst>
          </a:custGeom>
          <a:solidFill>
            <a:srgbClr val="6361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7" name="contour_15505"/>
          <p:cNvSpPr/>
          <p:nvPr/>
        </p:nvSpPr>
        <p:spPr>
          <a:xfrm>
            <a:off x="402403" y="5371250"/>
            <a:ext cx="2260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19" y="0"/>
                </a:moveTo>
                <a:lnTo>
                  <a:pt x="12805" y="3178"/>
                </a:lnTo>
                <a:lnTo>
                  <a:pt x="16190" y="5712"/>
                </a:lnTo>
                <a:lnTo>
                  <a:pt x="18668" y="7751"/>
                </a:lnTo>
                <a:lnTo>
                  <a:pt x="20340" y="9442"/>
                </a:lnTo>
                <a:lnTo>
                  <a:pt x="21287" y="10927"/>
                </a:lnTo>
                <a:lnTo>
                  <a:pt x="21600" y="12352"/>
                </a:lnTo>
                <a:lnTo>
                  <a:pt x="21391" y="13867"/>
                </a:lnTo>
                <a:lnTo>
                  <a:pt x="20737" y="15614"/>
                </a:lnTo>
                <a:lnTo>
                  <a:pt x="19734" y="17743"/>
                </a:lnTo>
                <a:lnTo>
                  <a:pt x="17575" y="19656"/>
                </a:lnTo>
                <a:lnTo>
                  <a:pt x="15382" y="21600"/>
                </a:lnTo>
                <a:lnTo>
                  <a:pt x="11294" y="20955"/>
                </a:lnTo>
                <a:lnTo>
                  <a:pt x="8481" y="20418"/>
                </a:lnTo>
                <a:lnTo>
                  <a:pt x="5633" y="19702"/>
                </a:lnTo>
                <a:lnTo>
                  <a:pt x="1455" y="18514"/>
                </a:lnTo>
                <a:lnTo>
                  <a:pt x="536" y="16388"/>
                </a:lnTo>
                <a:lnTo>
                  <a:pt x="91" y="14876"/>
                </a:lnTo>
                <a:lnTo>
                  <a:pt x="0" y="13253"/>
                </a:lnTo>
                <a:lnTo>
                  <a:pt x="146" y="10800"/>
                </a:lnTo>
                <a:lnTo>
                  <a:pt x="216" y="8742"/>
                </a:lnTo>
                <a:lnTo>
                  <a:pt x="285" y="6653"/>
                </a:lnTo>
                <a:lnTo>
                  <a:pt x="1072" y="4542"/>
                </a:lnTo>
                <a:lnTo>
                  <a:pt x="2179" y="3144"/>
                </a:lnTo>
                <a:lnTo>
                  <a:pt x="4373" y="1839"/>
                </a:lnTo>
                <a:lnTo>
                  <a:pt x="8419" y="0"/>
                </a:lnTo>
                <a:close/>
              </a:path>
            </a:pathLst>
          </a:custGeom>
          <a:solidFill>
            <a:srgbClr val="99B8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8" name="contour_15506"/>
          <p:cNvSpPr/>
          <p:nvPr/>
        </p:nvSpPr>
        <p:spPr>
          <a:xfrm>
            <a:off x="11547265" y="5377554"/>
            <a:ext cx="291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568"/>
                </a:moveTo>
                <a:lnTo>
                  <a:pt x="9580" y="189"/>
                </a:lnTo>
                <a:lnTo>
                  <a:pt x="12512" y="0"/>
                </a:lnTo>
                <a:lnTo>
                  <a:pt x="14974" y="0"/>
                </a:lnTo>
                <a:lnTo>
                  <a:pt x="17744" y="189"/>
                </a:lnTo>
                <a:lnTo>
                  <a:pt x="21600" y="568"/>
                </a:lnTo>
                <a:lnTo>
                  <a:pt x="21600" y="3542"/>
                </a:lnTo>
                <a:lnTo>
                  <a:pt x="21600" y="6520"/>
                </a:lnTo>
                <a:lnTo>
                  <a:pt x="21600" y="9507"/>
                </a:lnTo>
                <a:lnTo>
                  <a:pt x="21600" y="12506"/>
                </a:lnTo>
                <a:lnTo>
                  <a:pt x="21600" y="15518"/>
                </a:lnTo>
                <a:lnTo>
                  <a:pt x="21600" y="18546"/>
                </a:lnTo>
                <a:lnTo>
                  <a:pt x="21600" y="21600"/>
                </a:lnTo>
                <a:lnTo>
                  <a:pt x="18544" y="20410"/>
                </a:lnTo>
                <a:lnTo>
                  <a:pt x="15487" y="19219"/>
                </a:lnTo>
                <a:lnTo>
                  <a:pt x="12420" y="18025"/>
                </a:lnTo>
                <a:lnTo>
                  <a:pt x="9342" y="16826"/>
                </a:lnTo>
                <a:lnTo>
                  <a:pt x="6248" y="15618"/>
                </a:lnTo>
                <a:lnTo>
                  <a:pt x="3137" y="14407"/>
                </a:lnTo>
                <a:lnTo>
                  <a:pt x="0" y="13187"/>
                </a:lnTo>
                <a:lnTo>
                  <a:pt x="853" y="10058"/>
                </a:lnTo>
                <a:lnTo>
                  <a:pt x="1561" y="7837"/>
                </a:lnTo>
                <a:lnTo>
                  <a:pt x="2381" y="5918"/>
                </a:lnTo>
                <a:lnTo>
                  <a:pt x="3575" y="3697"/>
                </a:lnTo>
                <a:lnTo>
                  <a:pt x="5400" y="568"/>
                </a:lnTo>
                <a:close/>
              </a:path>
            </a:pathLst>
          </a:custGeom>
          <a:solidFill>
            <a:srgbClr val="7C6C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09" name="contour_15507"/>
          <p:cNvSpPr/>
          <p:nvPr/>
        </p:nvSpPr>
        <p:spPr>
          <a:xfrm>
            <a:off x="7130742" y="5378538"/>
            <a:ext cx="43728" cy="218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753"/>
                </a:lnTo>
                <a:lnTo>
                  <a:pt x="21600" y="9534"/>
                </a:lnTo>
                <a:lnTo>
                  <a:pt x="21600" y="14381"/>
                </a:lnTo>
                <a:lnTo>
                  <a:pt x="17734" y="17192"/>
                </a:lnTo>
                <a:lnTo>
                  <a:pt x="14738" y="19270"/>
                </a:lnTo>
                <a:lnTo>
                  <a:pt x="12395" y="20651"/>
                </a:lnTo>
                <a:lnTo>
                  <a:pt x="10483" y="21413"/>
                </a:lnTo>
                <a:lnTo>
                  <a:pt x="8777" y="21600"/>
                </a:lnTo>
                <a:lnTo>
                  <a:pt x="7060" y="21276"/>
                </a:lnTo>
                <a:lnTo>
                  <a:pt x="5108" y="20500"/>
                </a:lnTo>
                <a:lnTo>
                  <a:pt x="2700" y="19328"/>
                </a:lnTo>
                <a:lnTo>
                  <a:pt x="2027" y="18091"/>
                </a:lnTo>
                <a:lnTo>
                  <a:pt x="0" y="14381"/>
                </a:lnTo>
                <a:lnTo>
                  <a:pt x="0" y="9628"/>
                </a:lnTo>
                <a:lnTo>
                  <a:pt x="0" y="4846"/>
                </a:lnTo>
                <a:lnTo>
                  <a:pt x="0" y="0"/>
                </a:lnTo>
                <a:close/>
              </a:path>
            </a:pathLst>
          </a:custGeom>
          <a:solidFill>
            <a:srgbClr val="2A29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0" name="contour_15508"/>
          <p:cNvSpPr/>
          <p:nvPr/>
        </p:nvSpPr>
        <p:spPr>
          <a:xfrm>
            <a:off x="11627433" y="5371250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862" y="18036"/>
                </a:lnTo>
                <a:lnTo>
                  <a:pt x="1724" y="14467"/>
                </a:lnTo>
                <a:lnTo>
                  <a:pt x="2591" y="10881"/>
                </a:lnTo>
                <a:lnTo>
                  <a:pt x="3463" y="7279"/>
                </a:lnTo>
                <a:lnTo>
                  <a:pt x="4341" y="3656"/>
                </a:lnTo>
                <a:lnTo>
                  <a:pt x="5224" y="0"/>
                </a:lnTo>
                <a:close/>
              </a:path>
            </a:pathLst>
          </a:custGeom>
          <a:solidFill>
            <a:srgbClr val="D3C5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1" name="contour_15509"/>
          <p:cNvSpPr/>
          <p:nvPr/>
        </p:nvSpPr>
        <p:spPr>
          <a:xfrm>
            <a:off x="4885057" y="5378538"/>
            <a:ext cx="3742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" y="0"/>
                </a:moveTo>
                <a:lnTo>
                  <a:pt x="1746" y="302"/>
                </a:lnTo>
                <a:lnTo>
                  <a:pt x="2848" y="583"/>
                </a:lnTo>
                <a:lnTo>
                  <a:pt x="4118" y="913"/>
                </a:lnTo>
                <a:lnTo>
                  <a:pt x="5801" y="1345"/>
                </a:lnTo>
                <a:lnTo>
                  <a:pt x="8144" y="1944"/>
                </a:lnTo>
                <a:lnTo>
                  <a:pt x="11391" y="2781"/>
                </a:lnTo>
                <a:lnTo>
                  <a:pt x="15795" y="3910"/>
                </a:lnTo>
                <a:lnTo>
                  <a:pt x="21600" y="5400"/>
                </a:lnTo>
                <a:lnTo>
                  <a:pt x="20687" y="5983"/>
                </a:lnTo>
                <a:lnTo>
                  <a:pt x="19509" y="6745"/>
                </a:lnTo>
                <a:lnTo>
                  <a:pt x="17272" y="8181"/>
                </a:lnTo>
                <a:lnTo>
                  <a:pt x="13187" y="10800"/>
                </a:lnTo>
                <a:lnTo>
                  <a:pt x="13187" y="14369"/>
                </a:lnTo>
                <a:lnTo>
                  <a:pt x="13187" y="17960"/>
                </a:lnTo>
                <a:lnTo>
                  <a:pt x="13187" y="21600"/>
                </a:lnTo>
                <a:lnTo>
                  <a:pt x="10058" y="20747"/>
                </a:lnTo>
                <a:lnTo>
                  <a:pt x="7837" y="20039"/>
                </a:lnTo>
                <a:lnTo>
                  <a:pt x="5918" y="19219"/>
                </a:lnTo>
                <a:lnTo>
                  <a:pt x="3697" y="18025"/>
                </a:lnTo>
                <a:lnTo>
                  <a:pt x="568" y="16200"/>
                </a:lnTo>
                <a:lnTo>
                  <a:pt x="189" y="12020"/>
                </a:lnTo>
                <a:lnTo>
                  <a:pt x="0" y="9088"/>
                </a:lnTo>
                <a:lnTo>
                  <a:pt x="0" y="6626"/>
                </a:lnTo>
                <a:lnTo>
                  <a:pt x="189" y="3856"/>
                </a:lnTo>
                <a:lnTo>
                  <a:pt x="568" y="0"/>
                </a:lnTo>
                <a:close/>
              </a:path>
            </a:pathLst>
          </a:custGeom>
          <a:solidFill>
            <a:srgbClr val="474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2" name="contour_15510"/>
          <p:cNvSpPr/>
          <p:nvPr/>
        </p:nvSpPr>
        <p:spPr>
          <a:xfrm>
            <a:off x="4616385" y="5370659"/>
            <a:ext cx="36440" cy="370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4"/>
                </a:moveTo>
                <a:lnTo>
                  <a:pt x="20360" y="3099"/>
                </a:lnTo>
                <a:lnTo>
                  <a:pt x="19099" y="5845"/>
                </a:lnTo>
                <a:lnTo>
                  <a:pt x="17820" y="8583"/>
                </a:lnTo>
                <a:lnTo>
                  <a:pt x="16766" y="10879"/>
                </a:lnTo>
                <a:lnTo>
                  <a:pt x="15695" y="13213"/>
                </a:lnTo>
                <a:lnTo>
                  <a:pt x="13798" y="15746"/>
                </a:lnTo>
                <a:lnTo>
                  <a:pt x="11858" y="17651"/>
                </a:lnTo>
                <a:lnTo>
                  <a:pt x="9729" y="19130"/>
                </a:lnTo>
                <a:lnTo>
                  <a:pt x="7266" y="20380"/>
                </a:lnTo>
                <a:lnTo>
                  <a:pt x="4320" y="21600"/>
                </a:lnTo>
                <a:lnTo>
                  <a:pt x="3361" y="18799"/>
                </a:lnTo>
                <a:lnTo>
                  <a:pt x="2467" y="16010"/>
                </a:lnTo>
                <a:lnTo>
                  <a:pt x="1663" y="13213"/>
                </a:lnTo>
                <a:lnTo>
                  <a:pt x="968" y="10390"/>
                </a:lnTo>
                <a:lnTo>
                  <a:pt x="406" y="7525"/>
                </a:lnTo>
                <a:lnTo>
                  <a:pt x="0" y="4595"/>
                </a:lnTo>
                <a:lnTo>
                  <a:pt x="2298" y="2729"/>
                </a:lnTo>
                <a:lnTo>
                  <a:pt x="4752" y="1428"/>
                </a:lnTo>
                <a:lnTo>
                  <a:pt x="7335" y="599"/>
                </a:lnTo>
                <a:lnTo>
                  <a:pt x="10035" y="157"/>
                </a:lnTo>
                <a:lnTo>
                  <a:pt x="12835" y="0"/>
                </a:lnTo>
                <a:lnTo>
                  <a:pt x="15703" y="38"/>
                </a:lnTo>
                <a:lnTo>
                  <a:pt x="18632" y="187"/>
                </a:lnTo>
                <a:lnTo>
                  <a:pt x="21600" y="344"/>
                </a:lnTo>
                <a:close/>
              </a:path>
            </a:pathLst>
          </a:custGeom>
          <a:solidFill>
            <a:srgbClr val="3A37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3" name="contour_15511"/>
          <p:cNvSpPr/>
          <p:nvPr/>
        </p:nvSpPr>
        <p:spPr>
          <a:xfrm>
            <a:off x="4361306" y="536396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19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4" name="contour_15512"/>
          <p:cNvSpPr/>
          <p:nvPr/>
        </p:nvSpPr>
        <p:spPr>
          <a:xfrm>
            <a:off x="9608660" y="5356674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770" y="19767"/>
                </a:lnTo>
                <a:lnTo>
                  <a:pt x="1555" y="17934"/>
                </a:lnTo>
                <a:lnTo>
                  <a:pt x="2354" y="16101"/>
                </a:lnTo>
                <a:lnTo>
                  <a:pt x="3154" y="14271"/>
                </a:lnTo>
                <a:lnTo>
                  <a:pt x="4032" y="12226"/>
                </a:lnTo>
                <a:lnTo>
                  <a:pt x="4925" y="10149"/>
                </a:lnTo>
                <a:lnTo>
                  <a:pt x="6278" y="7946"/>
                </a:lnTo>
                <a:lnTo>
                  <a:pt x="7798" y="5884"/>
                </a:lnTo>
                <a:lnTo>
                  <a:pt x="9583" y="3907"/>
                </a:lnTo>
                <a:lnTo>
                  <a:pt x="11743" y="1963"/>
                </a:lnTo>
                <a:lnTo>
                  <a:pt x="14400" y="0"/>
                </a:lnTo>
                <a:close/>
              </a:path>
            </a:pathLst>
          </a:custGeom>
          <a:solidFill>
            <a:srgbClr val="EF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5" name="contour_15513"/>
          <p:cNvSpPr/>
          <p:nvPr/>
        </p:nvSpPr>
        <p:spPr>
          <a:xfrm>
            <a:off x="3574203" y="535667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0775" y="6886"/>
                </a:lnTo>
                <a:lnTo>
                  <a:pt x="20049" y="8640"/>
                </a:lnTo>
                <a:lnTo>
                  <a:pt x="19021" y="10394"/>
                </a:lnTo>
                <a:lnTo>
                  <a:pt x="17280" y="12960"/>
                </a:lnTo>
                <a:lnTo>
                  <a:pt x="14688" y="12960"/>
                </a:lnTo>
                <a:lnTo>
                  <a:pt x="12096" y="12960"/>
                </a:lnTo>
                <a:lnTo>
                  <a:pt x="9504" y="12960"/>
                </a:lnTo>
                <a:lnTo>
                  <a:pt x="6912" y="12960"/>
                </a:lnTo>
                <a:lnTo>
                  <a:pt x="4320" y="12960"/>
                </a:lnTo>
                <a:lnTo>
                  <a:pt x="3249" y="15098"/>
                </a:lnTo>
                <a:lnTo>
                  <a:pt x="2177" y="17245"/>
                </a:lnTo>
                <a:lnTo>
                  <a:pt x="1093" y="1941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C2C2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6" name="contour_15514"/>
          <p:cNvSpPr/>
          <p:nvPr/>
        </p:nvSpPr>
        <p:spPr>
          <a:xfrm>
            <a:off x="10126107" y="5334810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D2D9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7" name="contour_15515"/>
          <p:cNvSpPr/>
          <p:nvPr/>
        </p:nvSpPr>
        <p:spPr>
          <a:xfrm>
            <a:off x="10155259" y="5326808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95"/>
                </a:lnTo>
                <a:lnTo>
                  <a:pt x="12823" y="184"/>
                </a:lnTo>
                <a:lnTo>
                  <a:pt x="13777" y="221"/>
                </a:lnTo>
                <a:lnTo>
                  <a:pt x="15008" y="269"/>
                </a:lnTo>
                <a:lnTo>
                  <a:pt x="17341" y="358"/>
                </a:lnTo>
                <a:lnTo>
                  <a:pt x="21600" y="517"/>
                </a:lnTo>
                <a:lnTo>
                  <a:pt x="19818" y="3126"/>
                </a:lnTo>
                <a:lnTo>
                  <a:pt x="18036" y="5740"/>
                </a:lnTo>
                <a:lnTo>
                  <a:pt x="16247" y="8354"/>
                </a:lnTo>
                <a:lnTo>
                  <a:pt x="14454" y="10979"/>
                </a:lnTo>
                <a:lnTo>
                  <a:pt x="12658" y="13615"/>
                </a:lnTo>
                <a:lnTo>
                  <a:pt x="10850" y="16261"/>
                </a:lnTo>
                <a:lnTo>
                  <a:pt x="9032" y="18922"/>
                </a:lnTo>
                <a:lnTo>
                  <a:pt x="7200" y="21600"/>
                </a:lnTo>
                <a:lnTo>
                  <a:pt x="5573" y="18369"/>
                </a:lnTo>
                <a:lnTo>
                  <a:pt x="4385" y="15965"/>
                </a:lnTo>
                <a:lnTo>
                  <a:pt x="3431" y="13941"/>
                </a:lnTo>
                <a:lnTo>
                  <a:pt x="2516" y="11865"/>
                </a:lnTo>
                <a:lnTo>
                  <a:pt x="1440" y="9293"/>
                </a:lnTo>
                <a:lnTo>
                  <a:pt x="0" y="5787"/>
                </a:lnTo>
                <a:lnTo>
                  <a:pt x="2149" y="2736"/>
                </a:lnTo>
                <a:lnTo>
                  <a:pt x="3686" y="1112"/>
                </a:lnTo>
                <a:lnTo>
                  <a:pt x="5353" y="385"/>
                </a:lnTo>
                <a:lnTo>
                  <a:pt x="7888" y="0"/>
                </a:lnTo>
                <a:close/>
              </a:path>
            </a:pathLst>
          </a:custGeom>
          <a:solidFill>
            <a:srgbClr val="474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8" name="contour_15516"/>
          <p:cNvSpPr/>
          <p:nvPr/>
        </p:nvSpPr>
        <p:spPr>
          <a:xfrm>
            <a:off x="7932421" y="5339962"/>
            <a:ext cx="43728" cy="38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96"/>
                </a:moveTo>
                <a:lnTo>
                  <a:pt x="6210" y="514"/>
                </a:lnTo>
                <a:lnTo>
                  <a:pt x="8770" y="131"/>
                </a:lnTo>
                <a:lnTo>
                  <a:pt x="11300" y="0"/>
                </a:lnTo>
                <a:lnTo>
                  <a:pt x="13828" y="82"/>
                </a:lnTo>
                <a:lnTo>
                  <a:pt x="16369" y="335"/>
                </a:lnTo>
                <a:lnTo>
                  <a:pt x="18954" y="722"/>
                </a:lnTo>
                <a:lnTo>
                  <a:pt x="21600" y="1196"/>
                </a:lnTo>
                <a:lnTo>
                  <a:pt x="20840" y="1681"/>
                </a:lnTo>
                <a:lnTo>
                  <a:pt x="19498" y="2542"/>
                </a:lnTo>
                <a:lnTo>
                  <a:pt x="16423" y="4509"/>
                </a:lnTo>
                <a:lnTo>
                  <a:pt x="14018" y="6758"/>
                </a:lnTo>
                <a:lnTo>
                  <a:pt x="12204" y="8847"/>
                </a:lnTo>
                <a:lnTo>
                  <a:pt x="10843" y="10912"/>
                </a:lnTo>
                <a:lnTo>
                  <a:pt x="9803" y="13087"/>
                </a:lnTo>
                <a:lnTo>
                  <a:pt x="8939" y="15507"/>
                </a:lnTo>
                <a:lnTo>
                  <a:pt x="8118" y="18299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108" y="18894"/>
                </a:lnTo>
                <a:lnTo>
                  <a:pt x="259" y="16258"/>
                </a:lnTo>
                <a:lnTo>
                  <a:pt x="486" y="13675"/>
                </a:lnTo>
                <a:lnTo>
                  <a:pt x="806" y="11133"/>
                </a:lnTo>
                <a:lnTo>
                  <a:pt x="1253" y="8627"/>
                </a:lnTo>
                <a:lnTo>
                  <a:pt x="1850" y="6142"/>
                </a:lnTo>
                <a:lnTo>
                  <a:pt x="2621" y="3669"/>
                </a:lnTo>
                <a:lnTo>
                  <a:pt x="3600" y="1196"/>
                </a:lnTo>
                <a:close/>
              </a:path>
            </a:pathLst>
          </a:custGeom>
          <a:solidFill>
            <a:srgbClr val="8060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19" name="contour_15517"/>
          <p:cNvSpPr/>
          <p:nvPr/>
        </p:nvSpPr>
        <p:spPr>
          <a:xfrm>
            <a:off x="4200970" y="5312946"/>
            <a:ext cx="5830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7" y="893"/>
                </a:lnTo>
                <a:lnTo>
                  <a:pt x="8078" y="1786"/>
                </a:lnTo>
                <a:lnTo>
                  <a:pt x="9431" y="2689"/>
                </a:lnTo>
                <a:lnTo>
                  <a:pt x="10800" y="3600"/>
                </a:lnTo>
                <a:lnTo>
                  <a:pt x="10130" y="5382"/>
                </a:lnTo>
                <a:lnTo>
                  <a:pt x="9461" y="7171"/>
                </a:lnTo>
                <a:lnTo>
                  <a:pt x="8783" y="8975"/>
                </a:lnTo>
                <a:lnTo>
                  <a:pt x="8100" y="10800"/>
                </a:lnTo>
                <a:lnTo>
                  <a:pt x="10009" y="10800"/>
                </a:lnTo>
                <a:lnTo>
                  <a:pt x="11920" y="10800"/>
                </a:lnTo>
                <a:lnTo>
                  <a:pt x="13838" y="10800"/>
                </a:lnTo>
                <a:lnTo>
                  <a:pt x="15763" y="10800"/>
                </a:lnTo>
                <a:lnTo>
                  <a:pt x="17696" y="10800"/>
                </a:lnTo>
                <a:lnTo>
                  <a:pt x="19640" y="10800"/>
                </a:lnTo>
                <a:lnTo>
                  <a:pt x="21600" y="10800"/>
                </a:lnTo>
                <a:lnTo>
                  <a:pt x="21600" y="12586"/>
                </a:lnTo>
                <a:lnTo>
                  <a:pt x="21600" y="14400"/>
                </a:lnTo>
                <a:lnTo>
                  <a:pt x="20183" y="14274"/>
                </a:lnTo>
                <a:lnTo>
                  <a:pt x="18741" y="14148"/>
                </a:lnTo>
                <a:lnTo>
                  <a:pt x="17815" y="14098"/>
                </a:lnTo>
                <a:lnTo>
                  <a:pt x="15017" y="13950"/>
                </a:lnTo>
                <a:lnTo>
                  <a:pt x="13181" y="13824"/>
                </a:lnTo>
                <a:lnTo>
                  <a:pt x="11316" y="13698"/>
                </a:lnTo>
                <a:lnTo>
                  <a:pt x="9720" y="14047"/>
                </a:lnTo>
                <a:lnTo>
                  <a:pt x="8100" y="14400"/>
                </a:lnTo>
                <a:lnTo>
                  <a:pt x="7055" y="16553"/>
                </a:lnTo>
                <a:lnTo>
                  <a:pt x="6426" y="18022"/>
                </a:lnTo>
                <a:lnTo>
                  <a:pt x="5959" y="19480"/>
                </a:lnTo>
                <a:lnTo>
                  <a:pt x="5400" y="21600"/>
                </a:lnTo>
                <a:lnTo>
                  <a:pt x="5400" y="19220"/>
                </a:lnTo>
                <a:lnTo>
                  <a:pt x="5400" y="16826"/>
                </a:lnTo>
                <a:lnTo>
                  <a:pt x="5400" y="14400"/>
                </a:lnTo>
                <a:lnTo>
                  <a:pt x="3796" y="13079"/>
                </a:lnTo>
                <a:lnTo>
                  <a:pt x="2700" y="12262"/>
                </a:lnTo>
                <a:lnTo>
                  <a:pt x="1604" y="11617"/>
                </a:lnTo>
                <a:lnTo>
                  <a:pt x="0" y="10800"/>
                </a:lnTo>
                <a:lnTo>
                  <a:pt x="1785" y="10800"/>
                </a:lnTo>
                <a:lnTo>
                  <a:pt x="3580" y="10800"/>
                </a:lnTo>
                <a:lnTo>
                  <a:pt x="5400" y="10800"/>
                </a:lnTo>
                <a:lnTo>
                  <a:pt x="5400" y="8662"/>
                </a:lnTo>
                <a:lnTo>
                  <a:pt x="5400" y="6516"/>
                </a:lnTo>
                <a:lnTo>
                  <a:pt x="5400" y="4363"/>
                </a:lnTo>
                <a:lnTo>
                  <a:pt x="5400" y="2192"/>
                </a:lnTo>
                <a:lnTo>
                  <a:pt x="5400" y="0"/>
                </a:lnTo>
                <a:close/>
              </a:path>
            </a:pathLst>
          </a:custGeom>
          <a:solidFill>
            <a:srgbClr val="554F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0" name="contour_15518"/>
          <p:cNvSpPr/>
          <p:nvPr/>
        </p:nvSpPr>
        <p:spPr>
          <a:xfrm>
            <a:off x="7050574" y="5318922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2"/>
                </a:moveTo>
                <a:lnTo>
                  <a:pt x="3856" y="297"/>
                </a:lnTo>
                <a:lnTo>
                  <a:pt x="6626" y="0"/>
                </a:lnTo>
                <a:lnTo>
                  <a:pt x="9088" y="0"/>
                </a:lnTo>
                <a:lnTo>
                  <a:pt x="12020" y="297"/>
                </a:lnTo>
                <a:lnTo>
                  <a:pt x="16200" y="892"/>
                </a:lnTo>
                <a:lnTo>
                  <a:pt x="17674" y="4092"/>
                </a:lnTo>
                <a:lnTo>
                  <a:pt x="18841" y="7317"/>
                </a:lnTo>
                <a:lnTo>
                  <a:pt x="19764" y="10582"/>
                </a:lnTo>
                <a:lnTo>
                  <a:pt x="20493" y="13896"/>
                </a:lnTo>
                <a:lnTo>
                  <a:pt x="21087" y="17265"/>
                </a:lnTo>
                <a:lnTo>
                  <a:pt x="21600" y="20708"/>
                </a:lnTo>
                <a:lnTo>
                  <a:pt x="17744" y="21303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03"/>
                </a:lnTo>
                <a:lnTo>
                  <a:pt x="5400" y="20708"/>
                </a:lnTo>
                <a:lnTo>
                  <a:pt x="3926" y="17508"/>
                </a:lnTo>
                <a:lnTo>
                  <a:pt x="2759" y="14283"/>
                </a:lnTo>
                <a:lnTo>
                  <a:pt x="1836" y="11018"/>
                </a:lnTo>
                <a:lnTo>
                  <a:pt x="1107" y="7704"/>
                </a:lnTo>
                <a:lnTo>
                  <a:pt x="513" y="4335"/>
                </a:lnTo>
                <a:lnTo>
                  <a:pt x="0" y="892"/>
                </a:lnTo>
                <a:close/>
              </a:path>
            </a:pathLst>
          </a:custGeom>
          <a:solidFill>
            <a:srgbClr val="E5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1" name="contour_15519"/>
          <p:cNvSpPr/>
          <p:nvPr/>
        </p:nvSpPr>
        <p:spPr>
          <a:xfrm>
            <a:off x="1635597" y="5327522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09"/>
                </a:lnTo>
                <a:lnTo>
                  <a:pt x="7133" y="1018"/>
                </a:lnTo>
                <a:lnTo>
                  <a:pt x="10719" y="1531"/>
                </a:lnTo>
                <a:lnTo>
                  <a:pt x="14321" y="2046"/>
                </a:lnTo>
                <a:lnTo>
                  <a:pt x="17944" y="2564"/>
                </a:lnTo>
                <a:lnTo>
                  <a:pt x="21600" y="3086"/>
                </a:lnTo>
                <a:lnTo>
                  <a:pt x="20061" y="4940"/>
                </a:lnTo>
                <a:lnTo>
                  <a:pt x="18511" y="6792"/>
                </a:lnTo>
                <a:lnTo>
                  <a:pt x="16956" y="8643"/>
                </a:lnTo>
                <a:lnTo>
                  <a:pt x="15401" y="10495"/>
                </a:lnTo>
                <a:lnTo>
                  <a:pt x="13835" y="12343"/>
                </a:lnTo>
                <a:lnTo>
                  <a:pt x="12393" y="14065"/>
                </a:lnTo>
                <a:lnTo>
                  <a:pt x="10946" y="15796"/>
                </a:lnTo>
                <a:lnTo>
                  <a:pt x="9472" y="17552"/>
                </a:lnTo>
                <a:lnTo>
                  <a:pt x="8127" y="18888"/>
                </a:lnTo>
                <a:lnTo>
                  <a:pt x="6772" y="20236"/>
                </a:lnTo>
                <a:lnTo>
                  <a:pt x="5400" y="21600"/>
                </a:lnTo>
                <a:lnTo>
                  <a:pt x="2722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4745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2" name="contour_15520"/>
          <p:cNvSpPr/>
          <p:nvPr/>
        </p:nvSpPr>
        <p:spPr>
          <a:xfrm>
            <a:off x="4222834" y="5311685"/>
            <a:ext cx="43728" cy="243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17"/>
                </a:moveTo>
                <a:lnTo>
                  <a:pt x="6188" y="478"/>
                </a:lnTo>
                <a:lnTo>
                  <a:pt x="8755" y="123"/>
                </a:lnTo>
                <a:lnTo>
                  <a:pt x="11311" y="0"/>
                </a:lnTo>
                <a:lnTo>
                  <a:pt x="13864" y="77"/>
                </a:lnTo>
                <a:lnTo>
                  <a:pt x="16423" y="316"/>
                </a:lnTo>
                <a:lnTo>
                  <a:pt x="18997" y="678"/>
                </a:lnTo>
                <a:lnTo>
                  <a:pt x="21600" y="1117"/>
                </a:lnTo>
                <a:lnTo>
                  <a:pt x="21247" y="5920"/>
                </a:lnTo>
                <a:lnTo>
                  <a:pt x="20884" y="9328"/>
                </a:lnTo>
                <a:lnTo>
                  <a:pt x="20336" y="12272"/>
                </a:lnTo>
                <a:lnTo>
                  <a:pt x="19433" y="15680"/>
                </a:lnTo>
                <a:lnTo>
                  <a:pt x="18000" y="20483"/>
                </a:lnTo>
                <a:lnTo>
                  <a:pt x="15412" y="21122"/>
                </a:lnTo>
                <a:lnTo>
                  <a:pt x="12845" y="21477"/>
                </a:lnTo>
                <a:lnTo>
                  <a:pt x="10289" y="21600"/>
                </a:lnTo>
                <a:lnTo>
                  <a:pt x="7736" y="21523"/>
                </a:lnTo>
                <a:lnTo>
                  <a:pt x="5177" y="21284"/>
                </a:lnTo>
                <a:lnTo>
                  <a:pt x="2603" y="20922"/>
                </a:lnTo>
                <a:lnTo>
                  <a:pt x="0" y="20483"/>
                </a:lnTo>
                <a:lnTo>
                  <a:pt x="353" y="15680"/>
                </a:lnTo>
                <a:lnTo>
                  <a:pt x="716" y="12272"/>
                </a:lnTo>
                <a:lnTo>
                  <a:pt x="1264" y="9328"/>
                </a:lnTo>
                <a:lnTo>
                  <a:pt x="2167" y="5920"/>
                </a:lnTo>
                <a:lnTo>
                  <a:pt x="3600" y="1117"/>
                </a:lnTo>
                <a:close/>
              </a:path>
            </a:pathLst>
          </a:custGeom>
          <a:solidFill>
            <a:srgbClr val="3031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3" name="contour_15521"/>
          <p:cNvSpPr/>
          <p:nvPr/>
        </p:nvSpPr>
        <p:spPr>
          <a:xfrm>
            <a:off x="1956268" y="5311576"/>
            <a:ext cx="43728" cy="23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0"/>
                </a:moveTo>
                <a:lnTo>
                  <a:pt x="19220" y="637"/>
                </a:lnTo>
                <a:lnTo>
                  <a:pt x="21600" y="1274"/>
                </a:lnTo>
                <a:lnTo>
                  <a:pt x="21600" y="5305"/>
                </a:lnTo>
                <a:lnTo>
                  <a:pt x="21600" y="9337"/>
                </a:lnTo>
                <a:lnTo>
                  <a:pt x="21600" y="13395"/>
                </a:lnTo>
                <a:lnTo>
                  <a:pt x="21600" y="17481"/>
                </a:lnTo>
                <a:lnTo>
                  <a:pt x="21600" y="21600"/>
                </a:lnTo>
                <a:lnTo>
                  <a:pt x="19220" y="21600"/>
                </a:lnTo>
                <a:lnTo>
                  <a:pt x="16844" y="21600"/>
                </a:lnTo>
                <a:lnTo>
                  <a:pt x="14461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085" y="14994"/>
                </a:lnTo>
                <a:lnTo>
                  <a:pt x="5497" y="10007"/>
                </a:lnTo>
                <a:lnTo>
                  <a:pt x="7430" y="6389"/>
                </a:lnTo>
                <a:lnTo>
                  <a:pt x="9086" y="3889"/>
                </a:lnTo>
                <a:lnTo>
                  <a:pt x="10663" y="2256"/>
                </a:lnTo>
                <a:lnTo>
                  <a:pt x="12352" y="1233"/>
                </a:lnTo>
                <a:lnTo>
                  <a:pt x="14357" y="569"/>
                </a:lnTo>
                <a:lnTo>
                  <a:pt x="16877" y="0"/>
                </a:lnTo>
                <a:close/>
              </a:path>
            </a:pathLst>
          </a:custGeom>
          <a:solidFill>
            <a:srgbClr val="2C26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4" name="contour_15522"/>
          <p:cNvSpPr/>
          <p:nvPr/>
        </p:nvSpPr>
        <p:spPr>
          <a:xfrm>
            <a:off x="6824647" y="5305920"/>
            <a:ext cx="51016" cy="288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534" y="1166"/>
                </a:moveTo>
                <a:lnTo>
                  <a:pt x="14885" y="2283"/>
                </a:lnTo>
                <a:lnTo>
                  <a:pt x="16438" y="3346"/>
                </a:lnTo>
                <a:lnTo>
                  <a:pt x="18514" y="5253"/>
                </a:lnTo>
                <a:lnTo>
                  <a:pt x="19280" y="7950"/>
                </a:lnTo>
                <a:lnTo>
                  <a:pt x="20045" y="10658"/>
                </a:lnTo>
                <a:lnTo>
                  <a:pt x="20819" y="13388"/>
                </a:lnTo>
                <a:lnTo>
                  <a:pt x="21600" y="16151"/>
                </a:lnTo>
                <a:lnTo>
                  <a:pt x="19462" y="16690"/>
                </a:lnTo>
                <a:lnTo>
                  <a:pt x="17323" y="17230"/>
                </a:lnTo>
                <a:lnTo>
                  <a:pt x="15179" y="17769"/>
                </a:lnTo>
                <a:lnTo>
                  <a:pt x="13034" y="18314"/>
                </a:lnTo>
                <a:lnTo>
                  <a:pt x="10880" y="18854"/>
                </a:lnTo>
                <a:lnTo>
                  <a:pt x="8723" y="19399"/>
                </a:lnTo>
                <a:lnTo>
                  <a:pt x="6557" y="19943"/>
                </a:lnTo>
                <a:lnTo>
                  <a:pt x="4382" y="20494"/>
                </a:lnTo>
                <a:lnTo>
                  <a:pt x="2197" y="21044"/>
                </a:lnTo>
                <a:lnTo>
                  <a:pt x="0" y="21600"/>
                </a:lnTo>
                <a:lnTo>
                  <a:pt x="19" y="16227"/>
                </a:lnTo>
                <a:lnTo>
                  <a:pt x="148" y="12642"/>
                </a:lnTo>
                <a:lnTo>
                  <a:pt x="503" y="9999"/>
                </a:lnTo>
                <a:lnTo>
                  <a:pt x="1188" y="7476"/>
                </a:lnTo>
                <a:lnTo>
                  <a:pt x="2314" y="4228"/>
                </a:lnTo>
                <a:lnTo>
                  <a:pt x="4604" y="1787"/>
                </a:lnTo>
                <a:lnTo>
                  <a:pt x="6397" y="436"/>
                </a:lnTo>
                <a:lnTo>
                  <a:pt x="8069" y="0"/>
                </a:lnTo>
                <a:lnTo>
                  <a:pt x="9992" y="300"/>
                </a:lnTo>
                <a:lnTo>
                  <a:pt x="12534" y="1166"/>
                </a:lnTo>
                <a:close/>
              </a:path>
            </a:pathLst>
          </a:custGeom>
          <a:solidFill>
            <a:srgbClr val="8281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5" name="contour_15523"/>
          <p:cNvSpPr/>
          <p:nvPr/>
        </p:nvSpPr>
        <p:spPr>
          <a:xfrm>
            <a:off x="4142666" y="5312946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4252" y="2459"/>
                </a:lnTo>
                <a:lnTo>
                  <a:pt x="14101" y="4933"/>
                </a:lnTo>
                <a:lnTo>
                  <a:pt x="13950" y="7443"/>
                </a:lnTo>
                <a:lnTo>
                  <a:pt x="14018" y="8629"/>
                </a:lnTo>
                <a:lnTo>
                  <a:pt x="14134" y="10725"/>
                </a:lnTo>
                <a:lnTo>
                  <a:pt x="14400" y="15528"/>
                </a:lnTo>
                <a:lnTo>
                  <a:pt x="16553" y="17350"/>
                </a:lnTo>
                <a:lnTo>
                  <a:pt x="18022" y="18494"/>
                </a:lnTo>
                <a:lnTo>
                  <a:pt x="19480" y="19452"/>
                </a:lnTo>
                <a:lnTo>
                  <a:pt x="21600" y="20705"/>
                </a:lnTo>
                <a:lnTo>
                  <a:pt x="18997" y="21057"/>
                </a:lnTo>
                <a:lnTo>
                  <a:pt x="16423" y="21346"/>
                </a:lnTo>
                <a:lnTo>
                  <a:pt x="13864" y="21538"/>
                </a:lnTo>
                <a:lnTo>
                  <a:pt x="11311" y="21600"/>
                </a:lnTo>
                <a:lnTo>
                  <a:pt x="8755" y="21502"/>
                </a:lnTo>
                <a:lnTo>
                  <a:pt x="6188" y="21217"/>
                </a:lnTo>
                <a:lnTo>
                  <a:pt x="3600" y="20705"/>
                </a:lnTo>
                <a:lnTo>
                  <a:pt x="2167" y="16853"/>
                </a:lnTo>
                <a:lnTo>
                  <a:pt x="1264" y="14120"/>
                </a:lnTo>
                <a:lnTo>
                  <a:pt x="716" y="11760"/>
                </a:lnTo>
                <a:lnTo>
                  <a:pt x="353" y="9027"/>
                </a:lnTo>
                <a:lnTo>
                  <a:pt x="0" y="5176"/>
                </a:lnTo>
                <a:lnTo>
                  <a:pt x="2527" y="3209"/>
                </a:lnTo>
                <a:lnTo>
                  <a:pt x="4698" y="1806"/>
                </a:lnTo>
                <a:lnTo>
                  <a:pt x="6743" y="875"/>
                </a:lnTo>
                <a:lnTo>
                  <a:pt x="8888" y="326"/>
                </a:lnTo>
                <a:lnTo>
                  <a:pt x="11365" y="67"/>
                </a:lnTo>
                <a:lnTo>
                  <a:pt x="14400" y="0"/>
                </a:lnTo>
                <a:close/>
              </a:path>
            </a:pathLst>
          </a:custGeom>
          <a:solidFill>
            <a:srgbClr val="F2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6" name="contour_15524"/>
          <p:cNvSpPr/>
          <p:nvPr/>
        </p:nvSpPr>
        <p:spPr>
          <a:xfrm>
            <a:off x="535110" y="5311758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0887" y="4270"/>
                </a:lnTo>
                <a:lnTo>
                  <a:pt x="20174" y="7700"/>
                </a:lnTo>
                <a:lnTo>
                  <a:pt x="19457" y="11145"/>
                </a:lnTo>
                <a:lnTo>
                  <a:pt x="18736" y="14606"/>
                </a:lnTo>
                <a:lnTo>
                  <a:pt x="18010" y="18087"/>
                </a:lnTo>
                <a:lnTo>
                  <a:pt x="17280" y="21600"/>
                </a:lnTo>
                <a:lnTo>
                  <a:pt x="14429" y="20744"/>
                </a:lnTo>
                <a:lnTo>
                  <a:pt x="11573" y="19888"/>
                </a:lnTo>
                <a:lnTo>
                  <a:pt x="8705" y="19026"/>
                </a:lnTo>
                <a:lnTo>
                  <a:pt x="5823" y="18160"/>
                </a:lnTo>
                <a:lnTo>
                  <a:pt x="2925" y="17288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2322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7" name="contour_15525"/>
          <p:cNvSpPr/>
          <p:nvPr/>
        </p:nvSpPr>
        <p:spPr>
          <a:xfrm>
            <a:off x="4310290" y="529837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0963" y="2405"/>
                </a:lnTo>
                <a:lnTo>
                  <a:pt x="20288" y="4806"/>
                </a:lnTo>
                <a:lnTo>
                  <a:pt x="19575" y="7200"/>
                </a:lnTo>
                <a:lnTo>
                  <a:pt x="19008" y="9209"/>
                </a:lnTo>
                <a:lnTo>
                  <a:pt x="18436" y="11250"/>
                </a:lnTo>
                <a:lnTo>
                  <a:pt x="17323" y="12812"/>
                </a:lnTo>
                <a:lnTo>
                  <a:pt x="16200" y="14400"/>
                </a:lnTo>
                <a:lnTo>
                  <a:pt x="12631" y="14400"/>
                </a:lnTo>
                <a:lnTo>
                  <a:pt x="9040" y="14400"/>
                </a:lnTo>
                <a:lnTo>
                  <a:pt x="5400" y="14400"/>
                </a:lnTo>
                <a:lnTo>
                  <a:pt x="4061" y="16182"/>
                </a:lnTo>
                <a:lnTo>
                  <a:pt x="2722" y="17971"/>
                </a:lnTo>
                <a:lnTo>
                  <a:pt x="1366" y="19775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1414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8" name="contour_15526"/>
          <p:cNvSpPr/>
          <p:nvPr/>
        </p:nvSpPr>
        <p:spPr>
          <a:xfrm>
            <a:off x="10250003" y="5298370"/>
            <a:ext cx="36440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581"/>
                </a:lnTo>
                <a:lnTo>
                  <a:pt x="2341" y="1125"/>
                </a:lnTo>
                <a:lnTo>
                  <a:pt x="3646" y="1747"/>
                </a:lnTo>
                <a:lnTo>
                  <a:pt x="5374" y="2576"/>
                </a:lnTo>
                <a:lnTo>
                  <a:pt x="7780" y="3732"/>
                </a:lnTo>
                <a:lnTo>
                  <a:pt x="11115" y="5334"/>
                </a:lnTo>
                <a:lnTo>
                  <a:pt x="15638" y="7506"/>
                </a:lnTo>
                <a:lnTo>
                  <a:pt x="21600" y="10367"/>
                </a:lnTo>
                <a:lnTo>
                  <a:pt x="20529" y="12933"/>
                </a:lnTo>
                <a:lnTo>
                  <a:pt x="19457" y="15509"/>
                </a:lnTo>
                <a:lnTo>
                  <a:pt x="18373" y="18106"/>
                </a:lnTo>
                <a:lnTo>
                  <a:pt x="17280" y="20734"/>
                </a:lnTo>
                <a:lnTo>
                  <a:pt x="14148" y="21434"/>
                </a:lnTo>
                <a:lnTo>
                  <a:pt x="11837" y="21600"/>
                </a:lnTo>
                <a:lnTo>
                  <a:pt x="8372" y="21382"/>
                </a:lnTo>
                <a:lnTo>
                  <a:pt x="5607" y="21170"/>
                </a:lnTo>
                <a:lnTo>
                  <a:pt x="2821" y="20952"/>
                </a:lnTo>
                <a:lnTo>
                  <a:pt x="0" y="20734"/>
                </a:lnTo>
                <a:lnTo>
                  <a:pt x="0" y="17313"/>
                </a:lnTo>
                <a:lnTo>
                  <a:pt x="0" y="13887"/>
                </a:lnTo>
                <a:lnTo>
                  <a:pt x="0" y="10445"/>
                </a:lnTo>
                <a:lnTo>
                  <a:pt x="0" y="6987"/>
                </a:lnTo>
                <a:lnTo>
                  <a:pt x="0" y="3509"/>
                </a:lnTo>
                <a:lnTo>
                  <a:pt x="0" y="0"/>
                </a:lnTo>
                <a:close/>
              </a:path>
            </a:pathLst>
          </a:custGeom>
          <a:solidFill>
            <a:srgbClr val="EEDA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29" name="contour_15527"/>
          <p:cNvSpPr/>
          <p:nvPr/>
        </p:nvSpPr>
        <p:spPr>
          <a:xfrm>
            <a:off x="4339442" y="529837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707" y="8073"/>
                </a:lnTo>
                <a:lnTo>
                  <a:pt x="19814" y="10757"/>
                </a:lnTo>
                <a:lnTo>
                  <a:pt x="18911" y="13462"/>
                </a:lnTo>
                <a:lnTo>
                  <a:pt x="18000" y="16200"/>
                </a:lnTo>
                <a:lnTo>
                  <a:pt x="15484" y="15763"/>
                </a:lnTo>
                <a:lnTo>
                  <a:pt x="13615" y="15061"/>
                </a:lnTo>
                <a:lnTo>
                  <a:pt x="10800" y="13500"/>
                </a:lnTo>
                <a:lnTo>
                  <a:pt x="7945" y="12177"/>
                </a:lnTo>
                <a:lnTo>
                  <a:pt x="6080" y="11475"/>
                </a:lnTo>
                <a:lnTo>
                  <a:pt x="3600" y="10800"/>
                </a:lnTo>
                <a:lnTo>
                  <a:pt x="2023" y="13819"/>
                </a:lnTo>
                <a:lnTo>
                  <a:pt x="1123" y="15946"/>
                </a:lnTo>
                <a:lnTo>
                  <a:pt x="562" y="18203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1E1E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0" name="contour_15528"/>
          <p:cNvSpPr/>
          <p:nvPr/>
        </p:nvSpPr>
        <p:spPr>
          <a:xfrm>
            <a:off x="10067803" y="528379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1" name="contour_15529"/>
          <p:cNvSpPr/>
          <p:nvPr/>
        </p:nvSpPr>
        <p:spPr>
          <a:xfrm>
            <a:off x="10002211" y="5275522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C9CF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2" name="contour_15530"/>
          <p:cNvSpPr/>
          <p:nvPr/>
        </p:nvSpPr>
        <p:spPr>
          <a:xfrm>
            <a:off x="7669070" y="5269218"/>
            <a:ext cx="3742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" y="0"/>
                </a:moveTo>
                <a:lnTo>
                  <a:pt x="1746" y="302"/>
                </a:lnTo>
                <a:lnTo>
                  <a:pt x="2848" y="583"/>
                </a:lnTo>
                <a:lnTo>
                  <a:pt x="4118" y="913"/>
                </a:lnTo>
                <a:lnTo>
                  <a:pt x="5801" y="1345"/>
                </a:lnTo>
                <a:lnTo>
                  <a:pt x="8144" y="1944"/>
                </a:lnTo>
                <a:lnTo>
                  <a:pt x="11391" y="2781"/>
                </a:lnTo>
                <a:lnTo>
                  <a:pt x="15795" y="3910"/>
                </a:lnTo>
                <a:lnTo>
                  <a:pt x="21600" y="5400"/>
                </a:lnTo>
                <a:lnTo>
                  <a:pt x="20136" y="8991"/>
                </a:lnTo>
                <a:lnTo>
                  <a:pt x="19013" y="11621"/>
                </a:lnTo>
                <a:lnTo>
                  <a:pt x="17987" y="13754"/>
                </a:lnTo>
                <a:lnTo>
                  <a:pt x="16830" y="15822"/>
                </a:lnTo>
                <a:lnTo>
                  <a:pt x="15307" y="18290"/>
                </a:lnTo>
                <a:lnTo>
                  <a:pt x="13187" y="21600"/>
                </a:lnTo>
                <a:lnTo>
                  <a:pt x="9805" y="21233"/>
                </a:lnTo>
                <a:lnTo>
                  <a:pt x="7458" y="20768"/>
                </a:lnTo>
                <a:lnTo>
                  <a:pt x="5540" y="19948"/>
                </a:lnTo>
                <a:lnTo>
                  <a:pt x="3445" y="18511"/>
                </a:lnTo>
                <a:lnTo>
                  <a:pt x="568" y="16200"/>
                </a:lnTo>
                <a:lnTo>
                  <a:pt x="189" y="12020"/>
                </a:lnTo>
                <a:lnTo>
                  <a:pt x="0" y="9088"/>
                </a:lnTo>
                <a:lnTo>
                  <a:pt x="0" y="6626"/>
                </a:lnTo>
                <a:lnTo>
                  <a:pt x="189" y="3856"/>
                </a:lnTo>
                <a:lnTo>
                  <a:pt x="568" y="0"/>
                </a:lnTo>
                <a:close/>
              </a:path>
            </a:pathLst>
          </a:custGeom>
          <a:solidFill>
            <a:srgbClr val="ED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3" name="contour_15531"/>
          <p:cNvSpPr/>
          <p:nvPr/>
        </p:nvSpPr>
        <p:spPr>
          <a:xfrm>
            <a:off x="1816609" y="5269218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5170" y="0"/>
                </a:lnTo>
                <a:lnTo>
                  <a:pt x="9240" y="0"/>
                </a:lnTo>
                <a:lnTo>
                  <a:pt x="13323" y="0"/>
                </a:lnTo>
                <a:lnTo>
                  <a:pt x="1744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E6CC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4" name="contour_15532"/>
          <p:cNvSpPr/>
          <p:nvPr/>
        </p:nvSpPr>
        <p:spPr>
          <a:xfrm>
            <a:off x="4609097" y="5261194"/>
            <a:ext cx="51016" cy="226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704"/>
                </a:moveTo>
                <a:lnTo>
                  <a:pt x="21600" y="5308"/>
                </a:lnTo>
                <a:lnTo>
                  <a:pt x="21600" y="9940"/>
                </a:lnTo>
                <a:lnTo>
                  <a:pt x="21600" y="14635"/>
                </a:lnTo>
                <a:lnTo>
                  <a:pt x="19462" y="15324"/>
                </a:lnTo>
                <a:lnTo>
                  <a:pt x="17320" y="16014"/>
                </a:lnTo>
                <a:lnTo>
                  <a:pt x="15179" y="16703"/>
                </a:lnTo>
                <a:lnTo>
                  <a:pt x="13034" y="17400"/>
                </a:lnTo>
                <a:lnTo>
                  <a:pt x="10880" y="18089"/>
                </a:lnTo>
                <a:lnTo>
                  <a:pt x="8723" y="18786"/>
                </a:lnTo>
                <a:lnTo>
                  <a:pt x="6557" y="19482"/>
                </a:lnTo>
                <a:lnTo>
                  <a:pt x="4382" y="20186"/>
                </a:lnTo>
                <a:lnTo>
                  <a:pt x="2197" y="20890"/>
                </a:lnTo>
                <a:lnTo>
                  <a:pt x="0" y="21600"/>
                </a:lnTo>
                <a:lnTo>
                  <a:pt x="1864" y="16689"/>
                </a:lnTo>
                <a:lnTo>
                  <a:pt x="3589" y="12496"/>
                </a:lnTo>
                <a:lnTo>
                  <a:pt x="5230" y="8979"/>
                </a:lnTo>
                <a:lnTo>
                  <a:pt x="6838" y="6102"/>
                </a:lnTo>
                <a:lnTo>
                  <a:pt x="8464" y="3831"/>
                </a:lnTo>
                <a:lnTo>
                  <a:pt x="10164" y="2124"/>
                </a:lnTo>
                <a:lnTo>
                  <a:pt x="11991" y="940"/>
                </a:lnTo>
                <a:lnTo>
                  <a:pt x="13994" y="251"/>
                </a:lnTo>
                <a:lnTo>
                  <a:pt x="16228" y="0"/>
                </a:lnTo>
                <a:lnTo>
                  <a:pt x="18746" y="167"/>
                </a:lnTo>
                <a:lnTo>
                  <a:pt x="21600" y="704"/>
                </a:lnTo>
                <a:close/>
              </a:path>
            </a:pathLst>
          </a:custGeom>
          <a:solidFill>
            <a:srgbClr val="414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5" name="contour_15533"/>
          <p:cNvSpPr/>
          <p:nvPr/>
        </p:nvSpPr>
        <p:spPr>
          <a:xfrm>
            <a:off x="9949883" y="5247354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6362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6" name="contour_15534"/>
          <p:cNvSpPr/>
          <p:nvPr/>
        </p:nvSpPr>
        <p:spPr>
          <a:xfrm>
            <a:off x="9171380" y="5253417"/>
            <a:ext cx="65592" cy="23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45"/>
                </a:moveTo>
                <a:lnTo>
                  <a:pt x="20196" y="4261"/>
                </a:lnTo>
                <a:lnTo>
                  <a:pt x="18780" y="7002"/>
                </a:lnTo>
                <a:lnTo>
                  <a:pt x="17354" y="9389"/>
                </a:lnTo>
                <a:lnTo>
                  <a:pt x="15910" y="11461"/>
                </a:lnTo>
                <a:lnTo>
                  <a:pt x="14450" y="13248"/>
                </a:lnTo>
                <a:lnTo>
                  <a:pt x="12967" y="14782"/>
                </a:lnTo>
                <a:lnTo>
                  <a:pt x="11460" y="16091"/>
                </a:lnTo>
                <a:lnTo>
                  <a:pt x="9926" y="17209"/>
                </a:lnTo>
                <a:lnTo>
                  <a:pt x="8364" y="18164"/>
                </a:lnTo>
                <a:lnTo>
                  <a:pt x="6768" y="18982"/>
                </a:lnTo>
                <a:lnTo>
                  <a:pt x="5136" y="19711"/>
                </a:lnTo>
                <a:lnTo>
                  <a:pt x="3466" y="20366"/>
                </a:lnTo>
                <a:lnTo>
                  <a:pt x="1754" y="20986"/>
                </a:lnTo>
                <a:lnTo>
                  <a:pt x="0" y="21600"/>
                </a:lnTo>
                <a:lnTo>
                  <a:pt x="1322" y="16916"/>
                </a:lnTo>
                <a:lnTo>
                  <a:pt x="2630" y="12920"/>
                </a:lnTo>
                <a:lnTo>
                  <a:pt x="3938" y="9566"/>
                </a:lnTo>
                <a:lnTo>
                  <a:pt x="5258" y="6811"/>
                </a:lnTo>
                <a:lnTo>
                  <a:pt x="6598" y="4595"/>
                </a:lnTo>
                <a:lnTo>
                  <a:pt x="7973" y="2877"/>
                </a:lnTo>
                <a:lnTo>
                  <a:pt x="9394" y="1609"/>
                </a:lnTo>
                <a:lnTo>
                  <a:pt x="10870" y="736"/>
                </a:lnTo>
                <a:lnTo>
                  <a:pt x="12418" y="218"/>
                </a:lnTo>
                <a:lnTo>
                  <a:pt x="14045" y="0"/>
                </a:lnTo>
                <a:lnTo>
                  <a:pt x="15766" y="27"/>
                </a:lnTo>
                <a:lnTo>
                  <a:pt x="17590" y="266"/>
                </a:lnTo>
                <a:lnTo>
                  <a:pt x="19531" y="655"/>
                </a:lnTo>
                <a:lnTo>
                  <a:pt x="21600" y="1145"/>
                </a:lnTo>
                <a:close/>
              </a:path>
            </a:pathLst>
          </a:custGeom>
          <a:solidFill>
            <a:srgbClr val="F2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7" name="contour_15535"/>
          <p:cNvSpPr/>
          <p:nvPr/>
        </p:nvSpPr>
        <p:spPr>
          <a:xfrm>
            <a:off x="4929769" y="524006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376"/>
                </a:lnTo>
                <a:lnTo>
                  <a:pt x="18706" y="4756"/>
                </a:lnTo>
                <a:lnTo>
                  <a:pt x="19423" y="7146"/>
                </a:lnTo>
                <a:lnTo>
                  <a:pt x="20144" y="9547"/>
                </a:lnTo>
                <a:lnTo>
                  <a:pt x="20870" y="11963"/>
                </a:lnTo>
                <a:lnTo>
                  <a:pt x="21600" y="14400"/>
                </a:lnTo>
                <a:lnTo>
                  <a:pt x="18744" y="14400"/>
                </a:lnTo>
                <a:lnTo>
                  <a:pt x="15872" y="14400"/>
                </a:lnTo>
                <a:lnTo>
                  <a:pt x="12960" y="14400"/>
                </a:lnTo>
                <a:lnTo>
                  <a:pt x="11375" y="16538"/>
                </a:lnTo>
                <a:lnTo>
                  <a:pt x="10394" y="18000"/>
                </a:lnTo>
                <a:lnTo>
                  <a:pt x="9621" y="19462"/>
                </a:lnTo>
                <a:lnTo>
                  <a:pt x="8640" y="21600"/>
                </a:lnTo>
                <a:lnTo>
                  <a:pt x="8640" y="19220"/>
                </a:lnTo>
                <a:lnTo>
                  <a:pt x="8640" y="16826"/>
                </a:lnTo>
                <a:lnTo>
                  <a:pt x="8640" y="14400"/>
                </a:lnTo>
                <a:lnTo>
                  <a:pt x="5784" y="14400"/>
                </a:lnTo>
                <a:lnTo>
                  <a:pt x="2912" y="14400"/>
                </a:lnTo>
                <a:lnTo>
                  <a:pt x="0" y="14400"/>
                </a:lnTo>
                <a:lnTo>
                  <a:pt x="0" y="12020"/>
                </a:lnTo>
                <a:lnTo>
                  <a:pt x="0" y="9626"/>
                </a:lnTo>
                <a:lnTo>
                  <a:pt x="0" y="7200"/>
                </a:lnTo>
                <a:lnTo>
                  <a:pt x="2259" y="5854"/>
                </a:lnTo>
                <a:lnTo>
                  <a:pt x="3914" y="4986"/>
                </a:lnTo>
                <a:lnTo>
                  <a:pt x="5772" y="4208"/>
                </a:lnTo>
                <a:lnTo>
                  <a:pt x="8640" y="3150"/>
                </a:lnTo>
                <a:lnTo>
                  <a:pt x="11051" y="2243"/>
                </a:lnTo>
                <a:lnTo>
                  <a:pt x="13500" y="1321"/>
                </a:lnTo>
                <a:lnTo>
                  <a:pt x="15375" y="666"/>
                </a:lnTo>
                <a:lnTo>
                  <a:pt x="17280" y="0"/>
                </a:lnTo>
                <a:close/>
              </a:path>
            </a:pathLst>
          </a:custGeom>
          <a:solidFill>
            <a:srgbClr val="3939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8" name="contour_15536"/>
          <p:cNvSpPr/>
          <p:nvPr/>
        </p:nvSpPr>
        <p:spPr>
          <a:xfrm>
            <a:off x="5046377" y="5254642"/>
            <a:ext cx="43728" cy="21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441" y="4780"/>
                </a:lnTo>
                <a:lnTo>
                  <a:pt x="19534" y="8281"/>
                </a:lnTo>
                <a:lnTo>
                  <a:pt x="18677" y="11120"/>
                </a:lnTo>
                <a:lnTo>
                  <a:pt x="17665" y="13873"/>
                </a:lnTo>
                <a:lnTo>
                  <a:pt x="16308" y="17158"/>
                </a:lnTo>
                <a:lnTo>
                  <a:pt x="14400" y="21564"/>
                </a:lnTo>
                <a:lnTo>
                  <a:pt x="11804" y="21600"/>
                </a:lnTo>
                <a:lnTo>
                  <a:pt x="9306" y="21197"/>
                </a:lnTo>
                <a:lnTo>
                  <a:pt x="6890" y="20313"/>
                </a:lnTo>
                <a:lnTo>
                  <a:pt x="4543" y="18912"/>
                </a:lnTo>
                <a:lnTo>
                  <a:pt x="2254" y="16949"/>
                </a:lnTo>
                <a:lnTo>
                  <a:pt x="0" y="14376"/>
                </a:lnTo>
                <a:lnTo>
                  <a:pt x="0" y="9625"/>
                </a:lnTo>
                <a:lnTo>
                  <a:pt x="0" y="4845"/>
                </a:lnTo>
                <a:lnTo>
                  <a:pt x="0" y="0"/>
                </a:lnTo>
                <a:close/>
              </a:path>
            </a:pathLst>
          </a:custGeom>
          <a:solidFill>
            <a:srgbClr val="2E2B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39" name="contour_15537"/>
          <p:cNvSpPr/>
          <p:nvPr/>
        </p:nvSpPr>
        <p:spPr>
          <a:xfrm>
            <a:off x="2189484" y="524735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254" y="8851"/>
                </a:lnTo>
                <a:lnTo>
                  <a:pt x="19235" y="11399"/>
                </a:lnTo>
                <a:lnTo>
                  <a:pt x="18338" y="13500"/>
                </a:lnTo>
                <a:lnTo>
                  <a:pt x="17366" y="15601"/>
                </a:lnTo>
                <a:lnTo>
                  <a:pt x="16121" y="18149"/>
                </a:lnTo>
                <a:lnTo>
                  <a:pt x="14400" y="21600"/>
                </a:lnTo>
                <a:lnTo>
                  <a:pt x="12020" y="21600"/>
                </a:lnTo>
                <a:lnTo>
                  <a:pt x="9626" y="21600"/>
                </a:lnTo>
                <a:lnTo>
                  <a:pt x="7200" y="21600"/>
                </a:lnTo>
                <a:lnTo>
                  <a:pt x="5897" y="18689"/>
                </a:lnTo>
                <a:lnTo>
                  <a:pt x="4745" y="15719"/>
                </a:lnTo>
                <a:lnTo>
                  <a:pt x="3708" y="12685"/>
                </a:lnTo>
                <a:lnTo>
                  <a:pt x="2750" y="9596"/>
                </a:lnTo>
                <a:lnTo>
                  <a:pt x="1836" y="6453"/>
                </a:lnTo>
                <a:lnTo>
                  <a:pt x="932" y="3251"/>
                </a:lnTo>
                <a:lnTo>
                  <a:pt x="0" y="0"/>
                </a:lnTo>
                <a:close/>
              </a:path>
            </a:pathLst>
          </a:custGeom>
          <a:solidFill>
            <a:srgbClr val="8B7F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0" name="contour_15538"/>
          <p:cNvSpPr/>
          <p:nvPr/>
        </p:nvSpPr>
        <p:spPr>
          <a:xfrm>
            <a:off x="1416957" y="5210914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545" y="989"/>
                </a:lnTo>
                <a:lnTo>
                  <a:pt x="18894" y="1767"/>
                </a:lnTo>
                <a:lnTo>
                  <a:pt x="20054" y="2743"/>
                </a:lnTo>
                <a:lnTo>
                  <a:pt x="21600" y="4320"/>
                </a:lnTo>
                <a:lnTo>
                  <a:pt x="21008" y="7102"/>
                </a:lnTo>
                <a:lnTo>
                  <a:pt x="20378" y="9759"/>
                </a:lnTo>
                <a:lnTo>
                  <a:pt x="19675" y="12312"/>
                </a:lnTo>
                <a:lnTo>
                  <a:pt x="18863" y="14757"/>
                </a:lnTo>
                <a:lnTo>
                  <a:pt x="17906" y="17116"/>
                </a:lnTo>
                <a:lnTo>
                  <a:pt x="16774" y="19392"/>
                </a:lnTo>
                <a:lnTo>
                  <a:pt x="15429" y="21600"/>
                </a:lnTo>
                <a:lnTo>
                  <a:pt x="13395" y="21596"/>
                </a:lnTo>
                <a:lnTo>
                  <a:pt x="11420" y="21397"/>
                </a:lnTo>
                <a:lnTo>
                  <a:pt x="9489" y="21021"/>
                </a:lnTo>
                <a:lnTo>
                  <a:pt x="7588" y="20494"/>
                </a:lnTo>
                <a:lnTo>
                  <a:pt x="5699" y="19833"/>
                </a:lnTo>
                <a:lnTo>
                  <a:pt x="3817" y="19064"/>
                </a:lnTo>
                <a:lnTo>
                  <a:pt x="1922" y="18204"/>
                </a:lnTo>
                <a:lnTo>
                  <a:pt x="0" y="17280"/>
                </a:lnTo>
                <a:lnTo>
                  <a:pt x="1453" y="15479"/>
                </a:lnTo>
                <a:lnTo>
                  <a:pt x="2916" y="13690"/>
                </a:lnTo>
                <a:lnTo>
                  <a:pt x="4382" y="11910"/>
                </a:lnTo>
                <a:lnTo>
                  <a:pt x="5854" y="10139"/>
                </a:lnTo>
                <a:lnTo>
                  <a:pt x="7329" y="8372"/>
                </a:lnTo>
                <a:lnTo>
                  <a:pt x="8689" y="6718"/>
                </a:lnTo>
                <a:lnTo>
                  <a:pt x="10063" y="5046"/>
                </a:lnTo>
                <a:lnTo>
                  <a:pt x="11451" y="3357"/>
                </a:lnTo>
                <a:lnTo>
                  <a:pt x="12766" y="2246"/>
                </a:lnTo>
                <a:lnTo>
                  <a:pt x="14089" y="1132"/>
                </a:lnTo>
                <a:lnTo>
                  <a:pt x="15429" y="0"/>
                </a:lnTo>
                <a:close/>
              </a:path>
            </a:pathLst>
          </a:custGeom>
          <a:solidFill>
            <a:srgbClr val="3429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1" name="contour_15539"/>
          <p:cNvSpPr/>
          <p:nvPr/>
        </p:nvSpPr>
        <p:spPr>
          <a:xfrm>
            <a:off x="1030694" y="5217218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7776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2" name="contour_15540"/>
          <p:cNvSpPr/>
          <p:nvPr/>
        </p:nvSpPr>
        <p:spPr>
          <a:xfrm>
            <a:off x="6482111" y="520362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3268" y="19591"/>
                </a:lnTo>
                <a:lnTo>
                  <a:pt x="10406" y="17561"/>
                </a:lnTo>
                <a:lnTo>
                  <a:pt x="7630" y="15483"/>
                </a:lnTo>
                <a:lnTo>
                  <a:pt x="4963" y="13319"/>
                </a:lnTo>
                <a:lnTo>
                  <a:pt x="2408" y="11051"/>
                </a:lnTo>
                <a:lnTo>
                  <a:pt x="0" y="8640"/>
                </a:lnTo>
                <a:lnTo>
                  <a:pt x="1031" y="5620"/>
                </a:lnTo>
                <a:lnTo>
                  <a:pt x="1939" y="3711"/>
                </a:lnTo>
                <a:lnTo>
                  <a:pt x="3224" y="2108"/>
                </a:lnTo>
                <a:lnTo>
                  <a:pt x="5400" y="0"/>
                </a:lnTo>
                <a:close/>
              </a:path>
            </a:pathLst>
          </a:custGeom>
          <a:solidFill>
            <a:srgbClr val="87B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3" name="contour_15541"/>
          <p:cNvSpPr/>
          <p:nvPr/>
        </p:nvSpPr>
        <p:spPr>
          <a:xfrm>
            <a:off x="5017225" y="5187738"/>
            <a:ext cx="29152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629"/>
                </a:moveTo>
                <a:lnTo>
                  <a:pt x="3856" y="210"/>
                </a:lnTo>
                <a:lnTo>
                  <a:pt x="6626" y="0"/>
                </a:lnTo>
                <a:lnTo>
                  <a:pt x="9088" y="0"/>
                </a:lnTo>
                <a:lnTo>
                  <a:pt x="12020" y="210"/>
                </a:lnTo>
                <a:lnTo>
                  <a:pt x="16200" y="629"/>
                </a:lnTo>
                <a:lnTo>
                  <a:pt x="17906" y="2863"/>
                </a:lnTo>
                <a:lnTo>
                  <a:pt x="19224" y="5113"/>
                </a:lnTo>
                <a:lnTo>
                  <a:pt x="20196" y="7392"/>
                </a:lnTo>
                <a:lnTo>
                  <a:pt x="20882" y="9720"/>
                </a:lnTo>
                <a:lnTo>
                  <a:pt x="21330" y="12121"/>
                </a:lnTo>
                <a:lnTo>
                  <a:pt x="21600" y="14610"/>
                </a:lnTo>
                <a:lnTo>
                  <a:pt x="20185" y="17175"/>
                </a:lnTo>
                <a:lnTo>
                  <a:pt x="19154" y="18762"/>
                </a:lnTo>
                <a:lnTo>
                  <a:pt x="17993" y="20017"/>
                </a:lnTo>
                <a:lnTo>
                  <a:pt x="16200" y="21600"/>
                </a:lnTo>
                <a:lnTo>
                  <a:pt x="12992" y="20908"/>
                </a:lnTo>
                <a:lnTo>
                  <a:pt x="9774" y="20212"/>
                </a:lnTo>
                <a:lnTo>
                  <a:pt x="6545" y="19517"/>
                </a:lnTo>
                <a:lnTo>
                  <a:pt x="3289" y="18814"/>
                </a:lnTo>
                <a:lnTo>
                  <a:pt x="0" y="18105"/>
                </a:lnTo>
                <a:lnTo>
                  <a:pt x="1004" y="16518"/>
                </a:lnTo>
                <a:lnTo>
                  <a:pt x="2014" y="14917"/>
                </a:lnTo>
                <a:lnTo>
                  <a:pt x="3035" y="13299"/>
                </a:lnTo>
                <a:lnTo>
                  <a:pt x="4363" y="9951"/>
                </a:lnTo>
                <a:lnTo>
                  <a:pt x="4806" y="7812"/>
                </a:lnTo>
                <a:lnTo>
                  <a:pt x="4363" y="5956"/>
                </a:lnTo>
                <a:lnTo>
                  <a:pt x="3035" y="3467"/>
                </a:lnTo>
                <a:lnTo>
                  <a:pt x="1528" y="2059"/>
                </a:lnTo>
                <a:lnTo>
                  <a:pt x="0" y="629"/>
                </a:lnTo>
                <a:close/>
              </a:path>
            </a:pathLst>
          </a:custGeom>
          <a:solidFill>
            <a:srgbClr val="56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4" name="contour_15542"/>
          <p:cNvSpPr/>
          <p:nvPr/>
        </p:nvSpPr>
        <p:spPr>
          <a:xfrm>
            <a:off x="3785554" y="5181762"/>
            <a:ext cx="2171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48" y="0"/>
                </a:moveTo>
                <a:lnTo>
                  <a:pt x="10843" y="0"/>
                </a:lnTo>
                <a:lnTo>
                  <a:pt x="14497" y="0"/>
                </a:lnTo>
                <a:lnTo>
                  <a:pt x="15446" y="1547"/>
                </a:lnTo>
                <a:lnTo>
                  <a:pt x="16374" y="3100"/>
                </a:lnTo>
                <a:lnTo>
                  <a:pt x="17273" y="4652"/>
                </a:lnTo>
                <a:lnTo>
                  <a:pt x="18157" y="6207"/>
                </a:lnTo>
                <a:lnTo>
                  <a:pt x="19027" y="7762"/>
                </a:lnTo>
                <a:lnTo>
                  <a:pt x="19868" y="9204"/>
                </a:lnTo>
                <a:lnTo>
                  <a:pt x="20716" y="10657"/>
                </a:lnTo>
                <a:lnTo>
                  <a:pt x="21578" y="12128"/>
                </a:lnTo>
                <a:lnTo>
                  <a:pt x="21600" y="14140"/>
                </a:lnTo>
                <a:lnTo>
                  <a:pt x="21259" y="15528"/>
                </a:lnTo>
                <a:lnTo>
                  <a:pt x="20201" y="16637"/>
                </a:lnTo>
                <a:lnTo>
                  <a:pt x="18121" y="17820"/>
                </a:lnTo>
                <a:lnTo>
                  <a:pt x="14663" y="19427"/>
                </a:lnTo>
                <a:lnTo>
                  <a:pt x="10988" y="20507"/>
                </a:lnTo>
                <a:lnTo>
                  <a:pt x="7248" y="21600"/>
                </a:lnTo>
                <a:lnTo>
                  <a:pt x="6415" y="19745"/>
                </a:lnTo>
                <a:lnTo>
                  <a:pt x="5588" y="17890"/>
                </a:lnTo>
                <a:lnTo>
                  <a:pt x="4777" y="16033"/>
                </a:lnTo>
                <a:lnTo>
                  <a:pt x="3972" y="14175"/>
                </a:lnTo>
                <a:lnTo>
                  <a:pt x="3175" y="12317"/>
                </a:lnTo>
                <a:lnTo>
                  <a:pt x="2834" y="11551"/>
                </a:lnTo>
                <a:lnTo>
                  <a:pt x="2240" y="10198"/>
                </a:lnTo>
                <a:lnTo>
                  <a:pt x="877" y="7098"/>
                </a:lnTo>
                <a:lnTo>
                  <a:pt x="587" y="5646"/>
                </a:lnTo>
                <a:lnTo>
                  <a:pt x="297" y="4182"/>
                </a:lnTo>
                <a:lnTo>
                  <a:pt x="0" y="2700"/>
                </a:lnTo>
                <a:lnTo>
                  <a:pt x="3595" y="1361"/>
                </a:lnTo>
                <a:lnTo>
                  <a:pt x="7248" y="0"/>
                </a:lnTo>
                <a:close/>
              </a:path>
            </a:pathLst>
          </a:custGeom>
          <a:solidFill>
            <a:srgbClr val="C2AA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5" name="contour_15543"/>
          <p:cNvSpPr/>
          <p:nvPr/>
        </p:nvSpPr>
        <p:spPr>
          <a:xfrm>
            <a:off x="2108660" y="5181747"/>
            <a:ext cx="29808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"/>
                </a:moveTo>
                <a:lnTo>
                  <a:pt x="21600" y="3573"/>
                </a:lnTo>
                <a:lnTo>
                  <a:pt x="21600" y="7141"/>
                </a:lnTo>
                <a:lnTo>
                  <a:pt x="21600" y="10724"/>
                </a:lnTo>
                <a:lnTo>
                  <a:pt x="21600" y="14324"/>
                </a:lnTo>
                <a:lnTo>
                  <a:pt x="21600" y="17946"/>
                </a:lnTo>
                <a:lnTo>
                  <a:pt x="21600" y="21600"/>
                </a:lnTo>
                <a:lnTo>
                  <a:pt x="18114" y="21600"/>
                </a:lnTo>
                <a:lnTo>
                  <a:pt x="14624" y="21600"/>
                </a:lnTo>
                <a:lnTo>
                  <a:pt x="11117" y="21600"/>
                </a:lnTo>
                <a:lnTo>
                  <a:pt x="7594" y="21600"/>
                </a:lnTo>
                <a:lnTo>
                  <a:pt x="4051" y="21600"/>
                </a:lnTo>
                <a:lnTo>
                  <a:pt x="475" y="21600"/>
                </a:lnTo>
                <a:lnTo>
                  <a:pt x="158" y="17746"/>
                </a:lnTo>
                <a:lnTo>
                  <a:pt x="0" y="14978"/>
                </a:lnTo>
                <a:lnTo>
                  <a:pt x="0" y="12516"/>
                </a:lnTo>
                <a:lnTo>
                  <a:pt x="158" y="9586"/>
                </a:lnTo>
                <a:lnTo>
                  <a:pt x="475" y="5408"/>
                </a:lnTo>
                <a:lnTo>
                  <a:pt x="3934" y="2947"/>
                </a:lnTo>
                <a:lnTo>
                  <a:pt x="7087" y="1366"/>
                </a:lnTo>
                <a:lnTo>
                  <a:pt x="10182" y="480"/>
                </a:lnTo>
                <a:lnTo>
                  <a:pt x="13462" y="92"/>
                </a:lnTo>
                <a:lnTo>
                  <a:pt x="17185" y="0"/>
                </a:lnTo>
                <a:lnTo>
                  <a:pt x="21600" y="11"/>
                </a:lnTo>
                <a:close/>
              </a:path>
            </a:pathLst>
          </a:custGeom>
          <a:solidFill>
            <a:srgbClr val="473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6" name="contour_15544"/>
          <p:cNvSpPr/>
          <p:nvPr/>
        </p:nvSpPr>
        <p:spPr>
          <a:xfrm>
            <a:off x="1416957" y="5167995"/>
            <a:ext cx="36440" cy="356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28"/>
                </a:moveTo>
                <a:lnTo>
                  <a:pt x="21047" y="7082"/>
                </a:lnTo>
                <a:lnTo>
                  <a:pt x="20546" y="9349"/>
                </a:lnTo>
                <a:lnTo>
                  <a:pt x="19889" y="11363"/>
                </a:lnTo>
                <a:lnTo>
                  <a:pt x="18870" y="13762"/>
                </a:lnTo>
                <a:lnTo>
                  <a:pt x="17280" y="17182"/>
                </a:lnTo>
                <a:lnTo>
                  <a:pt x="14429" y="18344"/>
                </a:lnTo>
                <a:lnTo>
                  <a:pt x="11629" y="19254"/>
                </a:lnTo>
                <a:lnTo>
                  <a:pt x="8843" y="19979"/>
                </a:lnTo>
                <a:lnTo>
                  <a:pt x="6005" y="20571"/>
                </a:lnTo>
                <a:lnTo>
                  <a:pt x="3076" y="21092"/>
                </a:lnTo>
                <a:lnTo>
                  <a:pt x="0" y="21600"/>
                </a:lnTo>
                <a:lnTo>
                  <a:pt x="1050" y="16099"/>
                </a:lnTo>
                <a:lnTo>
                  <a:pt x="1901" y="11911"/>
                </a:lnTo>
                <a:lnTo>
                  <a:pt x="2657" y="8783"/>
                </a:lnTo>
                <a:lnTo>
                  <a:pt x="3408" y="6468"/>
                </a:lnTo>
                <a:lnTo>
                  <a:pt x="4260" y="4714"/>
                </a:lnTo>
                <a:lnTo>
                  <a:pt x="5305" y="3274"/>
                </a:lnTo>
                <a:lnTo>
                  <a:pt x="6644" y="1900"/>
                </a:lnTo>
                <a:lnTo>
                  <a:pt x="8372" y="340"/>
                </a:lnTo>
                <a:lnTo>
                  <a:pt x="11517" y="0"/>
                </a:lnTo>
                <a:lnTo>
                  <a:pt x="14135" y="221"/>
                </a:lnTo>
                <a:lnTo>
                  <a:pt x="16507" y="968"/>
                </a:lnTo>
                <a:lnTo>
                  <a:pt x="18904" y="2218"/>
                </a:lnTo>
                <a:lnTo>
                  <a:pt x="21600" y="3928"/>
                </a:lnTo>
                <a:close/>
              </a:path>
            </a:pathLst>
          </a:custGeom>
          <a:solidFill>
            <a:srgbClr val="1F1A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7" name="contour_15545"/>
          <p:cNvSpPr/>
          <p:nvPr/>
        </p:nvSpPr>
        <p:spPr>
          <a:xfrm>
            <a:off x="4915193" y="514532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2138"/>
                </a:lnTo>
                <a:lnTo>
                  <a:pt x="18995" y="4284"/>
                </a:lnTo>
                <a:lnTo>
                  <a:pt x="19855" y="6437"/>
                </a:lnTo>
                <a:lnTo>
                  <a:pt x="20723" y="8608"/>
                </a:lnTo>
                <a:lnTo>
                  <a:pt x="21600" y="10800"/>
                </a:lnTo>
                <a:lnTo>
                  <a:pt x="18986" y="11221"/>
                </a:lnTo>
                <a:lnTo>
                  <a:pt x="16368" y="11642"/>
                </a:lnTo>
                <a:lnTo>
                  <a:pt x="13755" y="12067"/>
                </a:lnTo>
                <a:lnTo>
                  <a:pt x="11137" y="12488"/>
                </a:lnTo>
                <a:lnTo>
                  <a:pt x="8523" y="12910"/>
                </a:lnTo>
                <a:lnTo>
                  <a:pt x="6052" y="13831"/>
                </a:lnTo>
                <a:lnTo>
                  <a:pt x="4506" y="14681"/>
                </a:lnTo>
                <a:lnTo>
                  <a:pt x="3240" y="15955"/>
                </a:lnTo>
                <a:lnTo>
                  <a:pt x="1603" y="18140"/>
                </a:lnTo>
                <a:lnTo>
                  <a:pt x="808" y="19858"/>
                </a:lnTo>
                <a:lnTo>
                  <a:pt x="0" y="21600"/>
                </a:lnTo>
                <a:lnTo>
                  <a:pt x="311" y="19285"/>
                </a:lnTo>
                <a:lnTo>
                  <a:pt x="657" y="16999"/>
                </a:lnTo>
                <a:lnTo>
                  <a:pt x="1050" y="14731"/>
                </a:lnTo>
                <a:lnTo>
                  <a:pt x="1512" y="12481"/>
                </a:lnTo>
                <a:lnTo>
                  <a:pt x="2052" y="10249"/>
                </a:lnTo>
                <a:lnTo>
                  <a:pt x="2691" y="8024"/>
                </a:lnTo>
                <a:lnTo>
                  <a:pt x="3443" y="5810"/>
                </a:lnTo>
                <a:lnTo>
                  <a:pt x="4320" y="3600"/>
                </a:lnTo>
                <a:lnTo>
                  <a:pt x="7664" y="2167"/>
                </a:lnTo>
                <a:lnTo>
                  <a:pt x="10009" y="1264"/>
                </a:lnTo>
                <a:lnTo>
                  <a:pt x="11979" y="716"/>
                </a:lnTo>
                <a:lnTo>
                  <a:pt x="14196" y="353"/>
                </a:lnTo>
                <a:lnTo>
                  <a:pt x="17280" y="0"/>
                </a:lnTo>
                <a:close/>
              </a:path>
            </a:pathLst>
          </a:custGeom>
          <a:solidFill>
            <a:srgbClr val="8F7A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8" name="contour_15546"/>
          <p:cNvSpPr/>
          <p:nvPr/>
        </p:nvSpPr>
        <p:spPr>
          <a:xfrm>
            <a:off x="7502430" y="513803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1786"/>
                </a:lnTo>
                <a:lnTo>
                  <a:pt x="7425" y="3600"/>
                </a:lnTo>
                <a:lnTo>
                  <a:pt x="9099" y="5386"/>
                </a:lnTo>
                <a:lnTo>
                  <a:pt x="10800" y="7200"/>
                </a:lnTo>
                <a:lnTo>
                  <a:pt x="14369" y="7200"/>
                </a:lnTo>
                <a:lnTo>
                  <a:pt x="17960" y="7200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18031" y="14400"/>
                </a:lnTo>
                <a:lnTo>
                  <a:pt x="14440" y="14400"/>
                </a:lnTo>
                <a:lnTo>
                  <a:pt x="10800" y="14400"/>
                </a:lnTo>
                <a:lnTo>
                  <a:pt x="8818" y="16538"/>
                </a:lnTo>
                <a:lnTo>
                  <a:pt x="7592" y="18000"/>
                </a:lnTo>
                <a:lnTo>
                  <a:pt x="6626" y="19462"/>
                </a:lnTo>
                <a:lnTo>
                  <a:pt x="5400" y="21600"/>
                </a:lnTo>
                <a:lnTo>
                  <a:pt x="4622" y="19408"/>
                </a:lnTo>
                <a:lnTo>
                  <a:pt x="3861" y="17215"/>
                </a:lnTo>
                <a:lnTo>
                  <a:pt x="3105" y="15019"/>
                </a:lnTo>
                <a:lnTo>
                  <a:pt x="2365" y="12823"/>
                </a:lnTo>
                <a:lnTo>
                  <a:pt x="1939" y="11596"/>
                </a:lnTo>
                <a:lnTo>
                  <a:pt x="653" y="7888"/>
                </a:lnTo>
                <a:lnTo>
                  <a:pt x="329" y="5760"/>
                </a:lnTo>
                <a:lnTo>
                  <a:pt x="0" y="3600"/>
                </a:lnTo>
                <a:lnTo>
                  <a:pt x="2678" y="1814"/>
                </a:lnTo>
                <a:lnTo>
                  <a:pt x="5400" y="0"/>
                </a:lnTo>
                <a:close/>
              </a:path>
            </a:pathLst>
          </a:custGeom>
          <a:solidFill>
            <a:srgbClr val="A996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49" name="contour_15547"/>
          <p:cNvSpPr/>
          <p:nvPr/>
        </p:nvSpPr>
        <p:spPr>
          <a:xfrm>
            <a:off x="6743320" y="5145322"/>
            <a:ext cx="3031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6" y="0"/>
                </a:moveTo>
                <a:lnTo>
                  <a:pt x="4254" y="594"/>
                </a:lnTo>
                <a:lnTo>
                  <a:pt x="7686" y="1188"/>
                </a:lnTo>
                <a:lnTo>
                  <a:pt x="11135" y="1786"/>
                </a:lnTo>
                <a:lnTo>
                  <a:pt x="14599" y="2387"/>
                </a:lnTo>
                <a:lnTo>
                  <a:pt x="18084" y="2992"/>
                </a:lnTo>
                <a:lnTo>
                  <a:pt x="21600" y="3600"/>
                </a:lnTo>
                <a:lnTo>
                  <a:pt x="20956" y="5828"/>
                </a:lnTo>
                <a:lnTo>
                  <a:pt x="20312" y="8057"/>
                </a:lnTo>
                <a:lnTo>
                  <a:pt x="19668" y="10292"/>
                </a:lnTo>
                <a:lnTo>
                  <a:pt x="19024" y="12532"/>
                </a:lnTo>
                <a:lnTo>
                  <a:pt x="18375" y="14782"/>
                </a:lnTo>
                <a:lnTo>
                  <a:pt x="17720" y="17042"/>
                </a:lnTo>
                <a:lnTo>
                  <a:pt x="17066" y="19314"/>
                </a:lnTo>
                <a:lnTo>
                  <a:pt x="16406" y="21600"/>
                </a:lnTo>
                <a:lnTo>
                  <a:pt x="13088" y="20441"/>
                </a:lnTo>
                <a:lnTo>
                  <a:pt x="10636" y="19534"/>
                </a:lnTo>
                <a:lnTo>
                  <a:pt x="8616" y="18677"/>
                </a:lnTo>
                <a:lnTo>
                  <a:pt x="6596" y="17665"/>
                </a:lnTo>
                <a:lnTo>
                  <a:pt x="4144" y="16308"/>
                </a:lnTo>
                <a:lnTo>
                  <a:pt x="826" y="14400"/>
                </a:lnTo>
                <a:lnTo>
                  <a:pt x="275" y="11920"/>
                </a:lnTo>
                <a:lnTo>
                  <a:pt x="16" y="9562"/>
                </a:lnTo>
                <a:lnTo>
                  <a:pt x="0" y="7258"/>
                </a:lnTo>
                <a:lnTo>
                  <a:pt x="166" y="4939"/>
                </a:lnTo>
                <a:lnTo>
                  <a:pt x="462" y="2542"/>
                </a:lnTo>
                <a:lnTo>
                  <a:pt x="826" y="0"/>
                </a:lnTo>
                <a:close/>
              </a:path>
            </a:pathLst>
          </a:custGeom>
          <a:solidFill>
            <a:srgbClr val="F0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0" name="contour_15548"/>
          <p:cNvSpPr/>
          <p:nvPr/>
        </p:nvSpPr>
        <p:spPr>
          <a:xfrm>
            <a:off x="5015913" y="5138034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E6E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1" name="contour_15549"/>
          <p:cNvSpPr/>
          <p:nvPr/>
        </p:nvSpPr>
        <p:spPr>
          <a:xfrm>
            <a:off x="11569129" y="5108882"/>
            <a:ext cx="51016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8" y="2571"/>
                </a:lnTo>
                <a:lnTo>
                  <a:pt x="639" y="5152"/>
                </a:lnTo>
                <a:lnTo>
                  <a:pt x="963" y="7775"/>
                </a:lnTo>
                <a:lnTo>
                  <a:pt x="1663" y="10346"/>
                </a:lnTo>
                <a:lnTo>
                  <a:pt x="2370" y="12928"/>
                </a:lnTo>
                <a:lnTo>
                  <a:pt x="3086" y="15551"/>
                </a:lnTo>
                <a:lnTo>
                  <a:pt x="5474" y="16017"/>
                </a:lnTo>
                <a:lnTo>
                  <a:pt x="7150" y="16251"/>
                </a:lnTo>
                <a:lnTo>
                  <a:pt x="8557" y="16251"/>
                </a:lnTo>
                <a:lnTo>
                  <a:pt x="10140" y="16017"/>
                </a:lnTo>
                <a:lnTo>
                  <a:pt x="12343" y="15551"/>
                </a:lnTo>
                <a:lnTo>
                  <a:pt x="12343" y="12124"/>
                </a:lnTo>
                <a:lnTo>
                  <a:pt x="12343" y="8677"/>
                </a:lnTo>
                <a:lnTo>
                  <a:pt x="12343" y="5184"/>
                </a:lnTo>
                <a:lnTo>
                  <a:pt x="14176" y="6210"/>
                </a:lnTo>
                <a:lnTo>
                  <a:pt x="16015" y="7241"/>
                </a:lnTo>
                <a:lnTo>
                  <a:pt x="17860" y="8273"/>
                </a:lnTo>
                <a:lnTo>
                  <a:pt x="19721" y="9315"/>
                </a:lnTo>
                <a:lnTo>
                  <a:pt x="21600" y="10367"/>
                </a:lnTo>
                <a:lnTo>
                  <a:pt x="21017" y="13420"/>
                </a:lnTo>
                <a:lnTo>
                  <a:pt x="20498" y="15520"/>
                </a:lnTo>
                <a:lnTo>
                  <a:pt x="19761" y="17635"/>
                </a:lnTo>
                <a:lnTo>
                  <a:pt x="18514" y="20734"/>
                </a:lnTo>
                <a:lnTo>
                  <a:pt x="16351" y="21227"/>
                </a:lnTo>
                <a:lnTo>
                  <a:pt x="14777" y="21502"/>
                </a:lnTo>
                <a:lnTo>
                  <a:pt x="13340" y="21600"/>
                </a:lnTo>
                <a:lnTo>
                  <a:pt x="11587" y="21553"/>
                </a:lnTo>
                <a:lnTo>
                  <a:pt x="9066" y="21382"/>
                </a:lnTo>
                <a:lnTo>
                  <a:pt x="7372" y="21289"/>
                </a:lnTo>
                <a:lnTo>
                  <a:pt x="5668" y="21196"/>
                </a:lnTo>
                <a:lnTo>
                  <a:pt x="3940" y="21097"/>
                </a:lnTo>
                <a:lnTo>
                  <a:pt x="1984" y="20916"/>
                </a:lnTo>
                <a:lnTo>
                  <a:pt x="0" y="20734"/>
                </a:lnTo>
                <a:lnTo>
                  <a:pt x="0" y="17313"/>
                </a:lnTo>
                <a:lnTo>
                  <a:pt x="0" y="13887"/>
                </a:lnTo>
                <a:lnTo>
                  <a:pt x="0" y="10445"/>
                </a:lnTo>
                <a:lnTo>
                  <a:pt x="0" y="6987"/>
                </a:lnTo>
                <a:lnTo>
                  <a:pt x="0" y="3509"/>
                </a:lnTo>
                <a:lnTo>
                  <a:pt x="0" y="0"/>
                </a:lnTo>
                <a:close/>
              </a:path>
            </a:pathLst>
          </a:custGeom>
          <a:solidFill>
            <a:srgbClr val="D4B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2" name="contour_15550"/>
          <p:cNvSpPr/>
          <p:nvPr/>
        </p:nvSpPr>
        <p:spPr>
          <a:xfrm>
            <a:off x="5170273" y="511617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17683" y="10287"/>
                </a:lnTo>
                <a:lnTo>
                  <a:pt x="14807" y="13846"/>
                </a:lnTo>
                <a:lnTo>
                  <a:pt x="12715" y="16362"/>
                </a:lnTo>
                <a:lnTo>
                  <a:pt x="11164" y="18106"/>
                </a:lnTo>
                <a:lnTo>
                  <a:pt x="9893" y="19375"/>
                </a:lnTo>
                <a:lnTo>
                  <a:pt x="8658" y="20444"/>
                </a:lnTo>
                <a:lnTo>
                  <a:pt x="7200" y="21600"/>
                </a:lnTo>
                <a:lnTo>
                  <a:pt x="4792" y="20839"/>
                </a:lnTo>
                <a:lnTo>
                  <a:pt x="3240" y="20023"/>
                </a:lnTo>
                <a:lnTo>
                  <a:pt x="1868" y="18646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DED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3" name="contour_15551"/>
          <p:cNvSpPr/>
          <p:nvPr/>
        </p:nvSpPr>
        <p:spPr>
          <a:xfrm>
            <a:off x="2969299" y="5130746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6230" y="1483"/>
                </a:lnTo>
                <a:lnTo>
                  <a:pt x="8788" y="2765"/>
                </a:lnTo>
                <a:lnTo>
                  <a:pt x="10874" y="3982"/>
                </a:lnTo>
                <a:lnTo>
                  <a:pt x="12602" y="5270"/>
                </a:lnTo>
                <a:lnTo>
                  <a:pt x="14077" y="6754"/>
                </a:lnTo>
                <a:lnTo>
                  <a:pt x="15416" y="8554"/>
                </a:lnTo>
                <a:lnTo>
                  <a:pt x="16728" y="10807"/>
                </a:lnTo>
                <a:lnTo>
                  <a:pt x="18119" y="13651"/>
                </a:lnTo>
                <a:lnTo>
                  <a:pt x="19708" y="1720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611" y="17323"/>
                </a:lnTo>
                <a:lnTo>
                  <a:pt x="1225" y="13032"/>
                </a:lnTo>
                <a:lnTo>
                  <a:pt x="1839" y="8726"/>
                </a:lnTo>
                <a:lnTo>
                  <a:pt x="2459" y="4385"/>
                </a:lnTo>
                <a:lnTo>
                  <a:pt x="3086" y="0"/>
                </a:lnTo>
                <a:close/>
              </a:path>
            </a:pathLst>
          </a:custGeom>
          <a:solidFill>
            <a:srgbClr val="F5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4" name="contour_15552"/>
          <p:cNvSpPr/>
          <p:nvPr/>
        </p:nvSpPr>
        <p:spPr>
          <a:xfrm>
            <a:off x="11357122" y="5123458"/>
            <a:ext cx="3709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2" y="0"/>
                </a:moveTo>
                <a:lnTo>
                  <a:pt x="3382" y="0"/>
                </a:lnTo>
                <a:lnTo>
                  <a:pt x="6387" y="0"/>
                </a:lnTo>
                <a:lnTo>
                  <a:pt x="9400" y="0"/>
                </a:lnTo>
                <a:lnTo>
                  <a:pt x="12425" y="0"/>
                </a:lnTo>
                <a:lnTo>
                  <a:pt x="15464" y="0"/>
                </a:lnTo>
                <a:lnTo>
                  <a:pt x="18519" y="0"/>
                </a:lnTo>
                <a:lnTo>
                  <a:pt x="21600" y="0"/>
                </a:lnTo>
                <a:lnTo>
                  <a:pt x="20679" y="467"/>
                </a:lnTo>
                <a:lnTo>
                  <a:pt x="19491" y="1076"/>
                </a:lnTo>
                <a:lnTo>
                  <a:pt x="17233" y="2225"/>
                </a:lnTo>
                <a:lnTo>
                  <a:pt x="13113" y="4320"/>
                </a:lnTo>
                <a:lnTo>
                  <a:pt x="12082" y="6826"/>
                </a:lnTo>
                <a:lnTo>
                  <a:pt x="11462" y="8584"/>
                </a:lnTo>
                <a:lnTo>
                  <a:pt x="11004" y="10441"/>
                </a:lnTo>
                <a:lnTo>
                  <a:pt x="10461" y="13228"/>
                </a:lnTo>
                <a:lnTo>
                  <a:pt x="9934" y="15993"/>
                </a:lnTo>
                <a:lnTo>
                  <a:pt x="9408" y="18779"/>
                </a:lnTo>
                <a:lnTo>
                  <a:pt x="8869" y="21600"/>
                </a:lnTo>
                <a:lnTo>
                  <a:pt x="6348" y="19492"/>
                </a:lnTo>
                <a:lnTo>
                  <a:pt x="4626" y="17889"/>
                </a:lnTo>
                <a:lnTo>
                  <a:pt x="2903" y="15980"/>
                </a:lnTo>
                <a:lnTo>
                  <a:pt x="382" y="12960"/>
                </a:lnTo>
                <a:lnTo>
                  <a:pt x="127" y="9487"/>
                </a:lnTo>
                <a:lnTo>
                  <a:pt x="0" y="7076"/>
                </a:lnTo>
                <a:lnTo>
                  <a:pt x="0" y="5106"/>
                </a:lnTo>
                <a:lnTo>
                  <a:pt x="127" y="2955"/>
                </a:lnTo>
                <a:lnTo>
                  <a:pt x="382" y="0"/>
                </a:lnTo>
                <a:close/>
              </a:path>
            </a:pathLst>
          </a:custGeom>
          <a:solidFill>
            <a:srgbClr val="D4A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5" name="contour_15553"/>
          <p:cNvSpPr/>
          <p:nvPr/>
        </p:nvSpPr>
        <p:spPr>
          <a:xfrm>
            <a:off x="1803221" y="5116170"/>
            <a:ext cx="51016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69"/>
                </a:lnTo>
                <a:lnTo>
                  <a:pt x="4280" y="1339"/>
                </a:lnTo>
                <a:lnTo>
                  <a:pt x="6421" y="2008"/>
                </a:lnTo>
                <a:lnTo>
                  <a:pt x="8566" y="2684"/>
                </a:lnTo>
                <a:lnTo>
                  <a:pt x="10720" y="3353"/>
                </a:lnTo>
                <a:lnTo>
                  <a:pt x="12877" y="4029"/>
                </a:lnTo>
                <a:lnTo>
                  <a:pt x="15043" y="4705"/>
                </a:lnTo>
                <a:lnTo>
                  <a:pt x="17218" y="5388"/>
                </a:lnTo>
                <a:lnTo>
                  <a:pt x="19403" y="6071"/>
                </a:lnTo>
                <a:lnTo>
                  <a:pt x="21600" y="6761"/>
                </a:lnTo>
                <a:lnTo>
                  <a:pt x="18980" y="12460"/>
                </a:lnTo>
                <a:lnTo>
                  <a:pt x="17110" y="16327"/>
                </a:lnTo>
                <a:lnTo>
                  <a:pt x="15703" y="18754"/>
                </a:lnTo>
                <a:lnTo>
                  <a:pt x="14478" y="20174"/>
                </a:lnTo>
                <a:lnTo>
                  <a:pt x="13154" y="20985"/>
                </a:lnTo>
                <a:lnTo>
                  <a:pt x="11451" y="21600"/>
                </a:lnTo>
                <a:lnTo>
                  <a:pt x="9405" y="21363"/>
                </a:lnTo>
                <a:lnTo>
                  <a:pt x="7329" y="21127"/>
                </a:lnTo>
                <a:lnTo>
                  <a:pt x="5258" y="20944"/>
                </a:lnTo>
                <a:lnTo>
                  <a:pt x="3157" y="20755"/>
                </a:lnTo>
                <a:lnTo>
                  <a:pt x="1592" y="20518"/>
                </a:lnTo>
                <a:lnTo>
                  <a:pt x="0" y="20282"/>
                </a:lnTo>
                <a:lnTo>
                  <a:pt x="0" y="16266"/>
                </a:lnTo>
                <a:lnTo>
                  <a:pt x="0" y="12237"/>
                </a:lnTo>
                <a:lnTo>
                  <a:pt x="0" y="8194"/>
                </a:lnTo>
                <a:lnTo>
                  <a:pt x="0" y="4117"/>
                </a:lnTo>
                <a:lnTo>
                  <a:pt x="0" y="0"/>
                </a:lnTo>
                <a:close/>
              </a:path>
            </a:pathLst>
          </a:custGeom>
          <a:solidFill>
            <a:srgbClr val="6455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6" name="contour_15554"/>
          <p:cNvSpPr/>
          <p:nvPr/>
        </p:nvSpPr>
        <p:spPr>
          <a:xfrm>
            <a:off x="1285773" y="5123458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20168" y="2943"/>
                </a:lnTo>
                <a:lnTo>
                  <a:pt x="18724" y="5832"/>
                </a:lnTo>
                <a:lnTo>
                  <a:pt x="17265" y="8656"/>
                </a:lnTo>
                <a:lnTo>
                  <a:pt x="15771" y="11416"/>
                </a:lnTo>
                <a:lnTo>
                  <a:pt x="14234" y="14099"/>
                </a:lnTo>
                <a:lnTo>
                  <a:pt x="12645" y="16697"/>
                </a:lnTo>
                <a:lnTo>
                  <a:pt x="10988" y="19197"/>
                </a:lnTo>
                <a:lnTo>
                  <a:pt x="9257" y="21600"/>
                </a:lnTo>
                <a:lnTo>
                  <a:pt x="6591" y="20909"/>
                </a:lnTo>
                <a:lnTo>
                  <a:pt x="4777" y="20282"/>
                </a:lnTo>
                <a:lnTo>
                  <a:pt x="3370" y="19462"/>
                </a:lnTo>
                <a:lnTo>
                  <a:pt x="1925" y="18187"/>
                </a:lnTo>
                <a:lnTo>
                  <a:pt x="0" y="16200"/>
                </a:lnTo>
                <a:lnTo>
                  <a:pt x="2040" y="16200"/>
                </a:lnTo>
                <a:lnTo>
                  <a:pt x="4092" y="16200"/>
                </a:lnTo>
                <a:lnTo>
                  <a:pt x="6171" y="16200"/>
                </a:lnTo>
                <a:lnTo>
                  <a:pt x="6171" y="12992"/>
                </a:lnTo>
                <a:lnTo>
                  <a:pt x="6171" y="9774"/>
                </a:lnTo>
                <a:lnTo>
                  <a:pt x="6171" y="6545"/>
                </a:lnTo>
                <a:lnTo>
                  <a:pt x="6171" y="3289"/>
                </a:lnTo>
                <a:lnTo>
                  <a:pt x="6171" y="0"/>
                </a:lnTo>
                <a:close/>
              </a:path>
            </a:pathLst>
          </a:custGeom>
          <a:solidFill>
            <a:srgbClr val="4B4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7" name="contour_15555"/>
          <p:cNvSpPr/>
          <p:nvPr/>
        </p:nvSpPr>
        <p:spPr>
          <a:xfrm>
            <a:off x="11117274" y="5061780"/>
            <a:ext cx="43728" cy="543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40"/>
                </a:moveTo>
                <a:lnTo>
                  <a:pt x="4028" y="596"/>
                </a:lnTo>
                <a:lnTo>
                  <a:pt x="6872" y="151"/>
                </a:lnTo>
                <a:lnTo>
                  <a:pt x="8935" y="0"/>
                </a:lnTo>
                <a:lnTo>
                  <a:pt x="10609" y="151"/>
                </a:lnTo>
                <a:lnTo>
                  <a:pt x="12298" y="596"/>
                </a:lnTo>
                <a:lnTo>
                  <a:pt x="14400" y="1340"/>
                </a:lnTo>
                <a:lnTo>
                  <a:pt x="15368" y="3129"/>
                </a:lnTo>
                <a:lnTo>
                  <a:pt x="16247" y="4923"/>
                </a:lnTo>
                <a:lnTo>
                  <a:pt x="17046" y="6729"/>
                </a:lnTo>
                <a:lnTo>
                  <a:pt x="17777" y="8541"/>
                </a:lnTo>
                <a:lnTo>
                  <a:pt x="18443" y="10367"/>
                </a:lnTo>
                <a:lnTo>
                  <a:pt x="19055" y="12202"/>
                </a:lnTo>
                <a:lnTo>
                  <a:pt x="19624" y="14052"/>
                </a:lnTo>
                <a:lnTo>
                  <a:pt x="20153" y="15916"/>
                </a:lnTo>
                <a:lnTo>
                  <a:pt x="20653" y="17794"/>
                </a:lnTo>
                <a:lnTo>
                  <a:pt x="21132" y="19690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991" y="19765"/>
                </a:lnTo>
                <a:lnTo>
                  <a:pt x="11178" y="17904"/>
                </a:lnTo>
                <a:lnTo>
                  <a:pt x="11293" y="15916"/>
                </a:lnTo>
                <a:lnTo>
                  <a:pt x="11372" y="13956"/>
                </a:lnTo>
                <a:lnTo>
                  <a:pt x="11408" y="12020"/>
                </a:lnTo>
                <a:lnTo>
                  <a:pt x="11387" y="10089"/>
                </a:lnTo>
                <a:lnTo>
                  <a:pt x="11286" y="8159"/>
                </a:lnTo>
                <a:lnTo>
                  <a:pt x="11095" y="6211"/>
                </a:lnTo>
                <a:lnTo>
                  <a:pt x="10800" y="4234"/>
                </a:lnTo>
                <a:lnTo>
                  <a:pt x="8122" y="2996"/>
                </a:lnTo>
                <a:lnTo>
                  <a:pt x="6221" y="2226"/>
                </a:lnTo>
                <a:lnTo>
                  <a:pt x="4579" y="1786"/>
                </a:lnTo>
                <a:lnTo>
                  <a:pt x="2678" y="1537"/>
                </a:lnTo>
                <a:lnTo>
                  <a:pt x="0" y="1340"/>
                </a:lnTo>
                <a:close/>
              </a:path>
            </a:pathLst>
          </a:custGeom>
          <a:solidFill>
            <a:srgbClr val="8174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8" name="contour_15556"/>
          <p:cNvSpPr/>
          <p:nvPr/>
        </p:nvSpPr>
        <p:spPr>
          <a:xfrm>
            <a:off x="4740281" y="508701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4E5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59" name="contour_15557"/>
          <p:cNvSpPr/>
          <p:nvPr/>
        </p:nvSpPr>
        <p:spPr>
          <a:xfrm>
            <a:off x="7742934" y="5085568"/>
            <a:ext cx="43728" cy="24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5"/>
                </a:lnTo>
                <a:lnTo>
                  <a:pt x="14425" y="135"/>
                </a:lnTo>
                <a:lnTo>
                  <a:pt x="16056" y="327"/>
                </a:lnTo>
                <a:lnTo>
                  <a:pt x="18277" y="685"/>
                </a:lnTo>
                <a:lnTo>
                  <a:pt x="21600" y="1275"/>
                </a:lnTo>
                <a:lnTo>
                  <a:pt x="21247" y="6041"/>
                </a:lnTo>
                <a:lnTo>
                  <a:pt x="20884" y="9423"/>
                </a:lnTo>
                <a:lnTo>
                  <a:pt x="20336" y="12344"/>
                </a:lnTo>
                <a:lnTo>
                  <a:pt x="19433" y="15726"/>
                </a:lnTo>
                <a:lnTo>
                  <a:pt x="18000" y="20492"/>
                </a:lnTo>
                <a:lnTo>
                  <a:pt x="15412" y="21120"/>
                </a:lnTo>
                <a:lnTo>
                  <a:pt x="12845" y="21478"/>
                </a:lnTo>
                <a:lnTo>
                  <a:pt x="10289" y="21600"/>
                </a:lnTo>
                <a:lnTo>
                  <a:pt x="7736" y="21517"/>
                </a:lnTo>
                <a:lnTo>
                  <a:pt x="5177" y="21286"/>
                </a:lnTo>
                <a:lnTo>
                  <a:pt x="2603" y="20927"/>
                </a:lnTo>
                <a:lnTo>
                  <a:pt x="0" y="20492"/>
                </a:lnTo>
                <a:lnTo>
                  <a:pt x="1944" y="13625"/>
                </a:lnTo>
                <a:lnTo>
                  <a:pt x="3442" y="8673"/>
                </a:lnTo>
                <a:lnTo>
                  <a:pt x="4684" y="5265"/>
                </a:lnTo>
                <a:lnTo>
                  <a:pt x="5857" y="3056"/>
                </a:lnTo>
                <a:lnTo>
                  <a:pt x="7153" y="1678"/>
                </a:lnTo>
                <a:lnTo>
                  <a:pt x="8766" y="781"/>
                </a:lnTo>
                <a:lnTo>
                  <a:pt x="10883" y="0"/>
                </a:lnTo>
                <a:close/>
              </a:path>
            </a:pathLst>
          </a:custGeom>
          <a:solidFill>
            <a:srgbClr val="E5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0" name="contour_15558"/>
          <p:cNvSpPr/>
          <p:nvPr/>
        </p:nvSpPr>
        <p:spPr>
          <a:xfrm>
            <a:off x="797478" y="5079730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862" y="18036"/>
                </a:lnTo>
                <a:lnTo>
                  <a:pt x="1724" y="14467"/>
                </a:lnTo>
                <a:lnTo>
                  <a:pt x="2591" y="10881"/>
                </a:lnTo>
                <a:lnTo>
                  <a:pt x="3463" y="7279"/>
                </a:lnTo>
                <a:lnTo>
                  <a:pt x="4341" y="3656"/>
                </a:lnTo>
                <a:lnTo>
                  <a:pt x="5224" y="0"/>
                </a:lnTo>
                <a:close/>
              </a:path>
            </a:pathLst>
          </a:custGeom>
          <a:solidFill>
            <a:srgbClr val="6E70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1" name="contour_15559"/>
          <p:cNvSpPr/>
          <p:nvPr/>
        </p:nvSpPr>
        <p:spPr>
          <a:xfrm>
            <a:off x="4842313" y="5071130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674" y="4268"/>
                </a:lnTo>
                <a:lnTo>
                  <a:pt x="18841" y="7632"/>
                </a:lnTo>
                <a:lnTo>
                  <a:pt x="19764" y="11038"/>
                </a:lnTo>
                <a:lnTo>
                  <a:pt x="20493" y="14495"/>
                </a:lnTo>
                <a:lnTo>
                  <a:pt x="21087" y="1800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189"/>
                </a:lnTo>
                <a:lnTo>
                  <a:pt x="0" y="14774"/>
                </a:lnTo>
                <a:lnTo>
                  <a:pt x="0" y="11343"/>
                </a:lnTo>
                <a:lnTo>
                  <a:pt x="0" y="7896"/>
                </a:lnTo>
                <a:lnTo>
                  <a:pt x="0" y="4429"/>
                </a:lnTo>
                <a:lnTo>
                  <a:pt x="0" y="930"/>
                </a:lnTo>
                <a:close/>
              </a:path>
            </a:pathLst>
          </a:custGeom>
          <a:solidFill>
            <a:srgbClr val="2B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2" name="contour_15560"/>
          <p:cNvSpPr/>
          <p:nvPr/>
        </p:nvSpPr>
        <p:spPr>
          <a:xfrm>
            <a:off x="629854" y="5079730"/>
            <a:ext cx="43728" cy="23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8515" y="6613"/>
                </a:lnTo>
                <a:lnTo>
                  <a:pt x="16103" y="11593"/>
                </a:lnTo>
                <a:lnTo>
                  <a:pt x="14166" y="15211"/>
                </a:lnTo>
                <a:lnTo>
                  <a:pt x="12510" y="17711"/>
                </a:lnTo>
                <a:lnTo>
                  <a:pt x="10937" y="19344"/>
                </a:lnTo>
                <a:lnTo>
                  <a:pt x="9245" y="20374"/>
                </a:lnTo>
                <a:lnTo>
                  <a:pt x="7240" y="21038"/>
                </a:lnTo>
                <a:lnTo>
                  <a:pt x="4723" y="21600"/>
                </a:lnTo>
                <a:lnTo>
                  <a:pt x="3550" y="21282"/>
                </a:lnTo>
                <a:lnTo>
                  <a:pt x="0" y="20326"/>
                </a:lnTo>
                <a:lnTo>
                  <a:pt x="0" y="16302"/>
                </a:lnTo>
                <a:lnTo>
                  <a:pt x="0" y="12263"/>
                </a:lnTo>
                <a:lnTo>
                  <a:pt x="0" y="8212"/>
                </a:lnTo>
                <a:lnTo>
                  <a:pt x="0" y="4126"/>
                </a:lnTo>
                <a:lnTo>
                  <a:pt x="0" y="0"/>
                </a:lnTo>
                <a:close/>
              </a:path>
            </a:pathLst>
          </a:custGeom>
          <a:solidFill>
            <a:srgbClr val="2A28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3" name="contour_15561"/>
          <p:cNvSpPr/>
          <p:nvPr/>
        </p:nvSpPr>
        <p:spPr>
          <a:xfrm>
            <a:off x="1249333" y="5065978"/>
            <a:ext cx="51016" cy="356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20" y="1348"/>
                </a:moveTo>
                <a:lnTo>
                  <a:pt x="20301" y="2625"/>
                </a:lnTo>
                <a:lnTo>
                  <a:pt x="21600" y="3920"/>
                </a:lnTo>
                <a:lnTo>
                  <a:pt x="20708" y="6559"/>
                </a:lnTo>
                <a:lnTo>
                  <a:pt x="19857" y="8919"/>
                </a:lnTo>
                <a:lnTo>
                  <a:pt x="18977" y="11081"/>
                </a:lnTo>
                <a:lnTo>
                  <a:pt x="17993" y="13123"/>
                </a:lnTo>
                <a:lnTo>
                  <a:pt x="16836" y="15129"/>
                </a:lnTo>
                <a:lnTo>
                  <a:pt x="15429" y="17180"/>
                </a:lnTo>
                <a:lnTo>
                  <a:pt x="13528" y="18042"/>
                </a:lnTo>
                <a:lnTo>
                  <a:pt x="11627" y="18789"/>
                </a:lnTo>
                <a:lnTo>
                  <a:pt x="9720" y="19439"/>
                </a:lnTo>
                <a:lnTo>
                  <a:pt x="7804" y="19996"/>
                </a:lnTo>
                <a:lnTo>
                  <a:pt x="5878" y="20482"/>
                </a:lnTo>
                <a:lnTo>
                  <a:pt x="3937" y="20902"/>
                </a:lnTo>
                <a:lnTo>
                  <a:pt x="1981" y="21269"/>
                </a:lnTo>
                <a:lnTo>
                  <a:pt x="0" y="21600"/>
                </a:lnTo>
                <a:lnTo>
                  <a:pt x="0" y="18678"/>
                </a:lnTo>
                <a:lnTo>
                  <a:pt x="0" y="15739"/>
                </a:lnTo>
                <a:lnTo>
                  <a:pt x="0" y="12760"/>
                </a:lnTo>
                <a:lnTo>
                  <a:pt x="1574" y="10820"/>
                </a:lnTo>
                <a:lnTo>
                  <a:pt x="2743" y="9459"/>
                </a:lnTo>
                <a:lnTo>
                  <a:pt x="3857" y="8327"/>
                </a:lnTo>
                <a:lnTo>
                  <a:pt x="5267" y="7059"/>
                </a:lnTo>
                <a:lnTo>
                  <a:pt x="7329" y="5304"/>
                </a:lnTo>
                <a:lnTo>
                  <a:pt x="8692" y="4102"/>
                </a:lnTo>
                <a:lnTo>
                  <a:pt x="10063" y="2886"/>
                </a:lnTo>
                <a:lnTo>
                  <a:pt x="11451" y="1657"/>
                </a:lnTo>
                <a:lnTo>
                  <a:pt x="13805" y="438"/>
                </a:lnTo>
                <a:lnTo>
                  <a:pt x="15379" y="0"/>
                </a:lnTo>
                <a:lnTo>
                  <a:pt x="16882" y="314"/>
                </a:lnTo>
                <a:lnTo>
                  <a:pt x="19020" y="1348"/>
                </a:lnTo>
                <a:close/>
              </a:path>
            </a:pathLst>
          </a:custGeom>
          <a:solidFill>
            <a:srgbClr val="5F47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4" name="contour_15562"/>
          <p:cNvSpPr/>
          <p:nvPr/>
        </p:nvSpPr>
        <p:spPr>
          <a:xfrm>
            <a:off x="8639357" y="5072442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4277"/>
                </a:lnTo>
                <a:lnTo>
                  <a:pt x="20375" y="8568"/>
                </a:lnTo>
                <a:lnTo>
                  <a:pt x="19761" y="12874"/>
                </a:lnTo>
                <a:lnTo>
                  <a:pt x="19141" y="17215"/>
                </a:lnTo>
                <a:lnTo>
                  <a:pt x="18514" y="21600"/>
                </a:lnTo>
                <a:lnTo>
                  <a:pt x="15373" y="20117"/>
                </a:lnTo>
                <a:lnTo>
                  <a:pt x="12812" y="18835"/>
                </a:lnTo>
                <a:lnTo>
                  <a:pt x="10726" y="17618"/>
                </a:lnTo>
                <a:lnTo>
                  <a:pt x="8998" y="16330"/>
                </a:lnTo>
                <a:lnTo>
                  <a:pt x="7523" y="14846"/>
                </a:lnTo>
                <a:lnTo>
                  <a:pt x="6184" y="13046"/>
                </a:lnTo>
                <a:lnTo>
                  <a:pt x="4875" y="10793"/>
                </a:lnTo>
                <a:lnTo>
                  <a:pt x="3481" y="7949"/>
                </a:lnTo>
                <a:lnTo>
                  <a:pt x="1892" y="4399"/>
                </a:lnTo>
                <a:lnTo>
                  <a:pt x="0" y="0"/>
                </a:lnTo>
                <a:close/>
              </a:path>
            </a:pathLst>
          </a:custGeom>
          <a:solidFill>
            <a:srgbClr val="A792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5" name="contour_15563"/>
          <p:cNvSpPr/>
          <p:nvPr/>
        </p:nvSpPr>
        <p:spPr>
          <a:xfrm>
            <a:off x="11627433" y="5043290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75" y="913"/>
                </a:lnTo>
                <a:lnTo>
                  <a:pt x="8597" y="1645"/>
                </a:lnTo>
                <a:lnTo>
                  <a:pt x="11477" y="2364"/>
                </a:lnTo>
                <a:lnTo>
                  <a:pt x="14198" y="3243"/>
                </a:lnTo>
                <a:lnTo>
                  <a:pt x="17374" y="4456"/>
                </a:lnTo>
                <a:lnTo>
                  <a:pt x="21600" y="6171"/>
                </a:lnTo>
                <a:lnTo>
                  <a:pt x="20628" y="8260"/>
                </a:lnTo>
                <a:lnTo>
                  <a:pt x="19404" y="10288"/>
                </a:lnTo>
                <a:lnTo>
                  <a:pt x="17935" y="12260"/>
                </a:lnTo>
                <a:lnTo>
                  <a:pt x="16222" y="14185"/>
                </a:lnTo>
                <a:lnTo>
                  <a:pt x="14285" y="16077"/>
                </a:lnTo>
                <a:lnTo>
                  <a:pt x="12125" y="17937"/>
                </a:lnTo>
                <a:lnTo>
                  <a:pt x="9763" y="19773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4343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6" name="contour_15564"/>
          <p:cNvSpPr/>
          <p:nvPr/>
        </p:nvSpPr>
        <p:spPr>
          <a:xfrm>
            <a:off x="11161002" y="5036002"/>
            <a:ext cx="36440" cy="533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942" y="610"/>
                </a:lnTo>
                <a:lnTo>
                  <a:pt x="8713" y="1120"/>
                </a:lnTo>
                <a:lnTo>
                  <a:pt x="10450" y="1807"/>
                </a:lnTo>
                <a:lnTo>
                  <a:pt x="12960" y="2948"/>
                </a:lnTo>
                <a:lnTo>
                  <a:pt x="12878" y="5041"/>
                </a:lnTo>
                <a:lnTo>
                  <a:pt x="12684" y="6524"/>
                </a:lnTo>
                <a:lnTo>
                  <a:pt x="12221" y="8110"/>
                </a:lnTo>
                <a:lnTo>
                  <a:pt x="11340" y="10501"/>
                </a:lnTo>
                <a:lnTo>
                  <a:pt x="10619" y="12520"/>
                </a:lnTo>
                <a:lnTo>
                  <a:pt x="9888" y="14566"/>
                </a:lnTo>
                <a:lnTo>
                  <a:pt x="9271" y="16117"/>
                </a:lnTo>
                <a:lnTo>
                  <a:pt x="8640" y="17688"/>
                </a:lnTo>
                <a:lnTo>
                  <a:pt x="11206" y="18272"/>
                </a:lnTo>
                <a:lnTo>
                  <a:pt x="13781" y="18858"/>
                </a:lnTo>
                <a:lnTo>
                  <a:pt x="16364" y="19445"/>
                </a:lnTo>
                <a:lnTo>
                  <a:pt x="18969" y="20038"/>
                </a:lnTo>
                <a:lnTo>
                  <a:pt x="21600" y="20636"/>
                </a:lnTo>
                <a:lnTo>
                  <a:pt x="16649" y="21173"/>
                </a:lnTo>
                <a:lnTo>
                  <a:pt x="13167" y="21494"/>
                </a:lnTo>
                <a:lnTo>
                  <a:pt x="10670" y="21600"/>
                </a:lnTo>
                <a:lnTo>
                  <a:pt x="8688" y="21494"/>
                </a:lnTo>
                <a:lnTo>
                  <a:pt x="6731" y="21173"/>
                </a:lnTo>
                <a:lnTo>
                  <a:pt x="4320" y="20636"/>
                </a:lnTo>
                <a:lnTo>
                  <a:pt x="3128" y="18858"/>
                </a:lnTo>
                <a:lnTo>
                  <a:pt x="2156" y="17075"/>
                </a:lnTo>
                <a:lnTo>
                  <a:pt x="1391" y="15279"/>
                </a:lnTo>
                <a:lnTo>
                  <a:pt x="808" y="13466"/>
                </a:lnTo>
                <a:lnTo>
                  <a:pt x="397" y="11627"/>
                </a:lnTo>
                <a:lnTo>
                  <a:pt x="134" y="9758"/>
                </a:lnTo>
                <a:lnTo>
                  <a:pt x="9" y="7851"/>
                </a:lnTo>
                <a:lnTo>
                  <a:pt x="0" y="5896"/>
                </a:lnTo>
                <a:lnTo>
                  <a:pt x="1253" y="3874"/>
                </a:lnTo>
                <a:lnTo>
                  <a:pt x="2121" y="2585"/>
                </a:lnTo>
                <a:lnTo>
                  <a:pt x="3007" y="1477"/>
                </a:lnTo>
                <a:lnTo>
                  <a:pt x="4320" y="0"/>
                </a:lnTo>
                <a:close/>
              </a:path>
            </a:pathLst>
          </a:custGeom>
          <a:solidFill>
            <a:srgbClr val="E1C5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7" name="contour_15565"/>
          <p:cNvSpPr/>
          <p:nvPr/>
        </p:nvSpPr>
        <p:spPr>
          <a:xfrm>
            <a:off x="8588341" y="504329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9331" y="3447"/>
                </a:lnTo>
                <a:lnTo>
                  <a:pt x="12990" y="5983"/>
                </a:lnTo>
                <a:lnTo>
                  <a:pt x="15600" y="7836"/>
                </a:lnTo>
                <a:lnTo>
                  <a:pt x="17461" y="9236"/>
                </a:lnTo>
                <a:lnTo>
                  <a:pt x="18883" y="10403"/>
                </a:lnTo>
                <a:lnTo>
                  <a:pt x="20161" y="11569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D9D6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8" name="contour_15566"/>
          <p:cNvSpPr/>
          <p:nvPr/>
        </p:nvSpPr>
        <p:spPr>
          <a:xfrm>
            <a:off x="11539977" y="505786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20513" y="21240"/>
                </a:lnTo>
                <a:lnTo>
                  <a:pt x="19516" y="20902"/>
                </a:lnTo>
                <a:lnTo>
                  <a:pt x="18425" y="20542"/>
                </a:lnTo>
                <a:lnTo>
                  <a:pt x="17064" y="20088"/>
                </a:lnTo>
                <a:lnTo>
                  <a:pt x="15257" y="19483"/>
                </a:lnTo>
                <a:lnTo>
                  <a:pt x="12823" y="18677"/>
                </a:lnTo>
                <a:lnTo>
                  <a:pt x="9590" y="17597"/>
                </a:lnTo>
                <a:lnTo>
                  <a:pt x="5375" y="16193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D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69" name="contour_15567"/>
          <p:cNvSpPr/>
          <p:nvPr/>
        </p:nvSpPr>
        <p:spPr>
          <a:xfrm>
            <a:off x="5279593" y="505057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B3A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0" name="contour_15568"/>
          <p:cNvSpPr/>
          <p:nvPr/>
        </p:nvSpPr>
        <p:spPr>
          <a:xfrm>
            <a:off x="9572220" y="504329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041" y="2151"/>
                </a:lnTo>
                <a:lnTo>
                  <a:pt x="12284" y="3771"/>
                </a:lnTo>
                <a:lnTo>
                  <a:pt x="13312" y="5374"/>
                </a:lnTo>
                <a:lnTo>
                  <a:pt x="14444" y="7456"/>
                </a:lnTo>
                <a:lnTo>
                  <a:pt x="16009" y="10532"/>
                </a:lnTo>
                <a:lnTo>
                  <a:pt x="17070" y="12580"/>
                </a:lnTo>
                <a:lnTo>
                  <a:pt x="18141" y="14636"/>
                </a:lnTo>
                <a:lnTo>
                  <a:pt x="19224" y="16723"/>
                </a:lnTo>
                <a:lnTo>
                  <a:pt x="20403" y="19142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9448" y="19548"/>
                </a:lnTo>
                <a:lnTo>
                  <a:pt x="9643" y="17483"/>
                </a:lnTo>
                <a:lnTo>
                  <a:pt x="9837" y="15388"/>
                </a:lnTo>
                <a:lnTo>
                  <a:pt x="9646" y="13159"/>
                </a:lnTo>
                <a:lnTo>
                  <a:pt x="9452" y="10917"/>
                </a:lnTo>
                <a:lnTo>
                  <a:pt x="9257" y="8640"/>
                </a:lnTo>
                <a:lnTo>
                  <a:pt x="6961" y="7180"/>
                </a:lnTo>
                <a:lnTo>
                  <a:pt x="5332" y="6225"/>
                </a:lnTo>
                <a:lnTo>
                  <a:pt x="3925" y="5568"/>
                </a:lnTo>
                <a:lnTo>
                  <a:pt x="2296" y="5003"/>
                </a:lnTo>
                <a:lnTo>
                  <a:pt x="0" y="4320"/>
                </a:lnTo>
                <a:lnTo>
                  <a:pt x="2092" y="2933"/>
                </a:lnTo>
                <a:lnTo>
                  <a:pt x="3620" y="2017"/>
                </a:lnTo>
                <a:lnTo>
                  <a:pt x="5027" y="1361"/>
                </a:lnTo>
                <a:lnTo>
                  <a:pt x="6758" y="756"/>
                </a:lnTo>
                <a:lnTo>
                  <a:pt x="9257" y="0"/>
                </a:lnTo>
                <a:close/>
              </a:path>
            </a:pathLst>
          </a:custGeom>
          <a:solidFill>
            <a:srgbClr val="B6D1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1" name="contour_15569"/>
          <p:cNvSpPr/>
          <p:nvPr/>
        </p:nvSpPr>
        <p:spPr>
          <a:xfrm>
            <a:off x="8085469" y="5036002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001" y="3763"/>
                </a:lnTo>
                <a:lnTo>
                  <a:pt x="19688" y="6467"/>
                </a:lnTo>
                <a:lnTo>
                  <a:pt x="20236" y="8871"/>
                </a:lnTo>
                <a:lnTo>
                  <a:pt x="20815" y="11733"/>
                </a:lnTo>
                <a:lnTo>
                  <a:pt x="21600" y="15813"/>
                </a:lnTo>
                <a:lnTo>
                  <a:pt x="19451" y="18870"/>
                </a:lnTo>
                <a:lnTo>
                  <a:pt x="17914" y="20488"/>
                </a:lnTo>
                <a:lnTo>
                  <a:pt x="16247" y="21220"/>
                </a:lnTo>
                <a:lnTo>
                  <a:pt x="13712" y="21600"/>
                </a:lnTo>
                <a:lnTo>
                  <a:pt x="11261" y="21505"/>
                </a:lnTo>
                <a:lnTo>
                  <a:pt x="8777" y="21410"/>
                </a:lnTo>
                <a:lnTo>
                  <a:pt x="7542" y="21379"/>
                </a:lnTo>
                <a:lnTo>
                  <a:pt x="3812" y="21268"/>
                </a:lnTo>
                <a:lnTo>
                  <a:pt x="1919" y="21178"/>
                </a:lnTo>
                <a:lnTo>
                  <a:pt x="0" y="21083"/>
                </a:lnTo>
                <a:lnTo>
                  <a:pt x="0" y="17599"/>
                </a:lnTo>
                <a:lnTo>
                  <a:pt x="0" y="14094"/>
                </a:lnTo>
                <a:lnTo>
                  <a:pt x="0" y="10542"/>
                </a:lnTo>
                <a:lnTo>
                  <a:pt x="2354" y="8570"/>
                </a:lnTo>
                <a:lnTo>
                  <a:pt x="4079" y="7300"/>
                </a:lnTo>
                <a:lnTo>
                  <a:pt x="6012" y="6162"/>
                </a:lnTo>
                <a:lnTo>
                  <a:pt x="9000" y="4612"/>
                </a:lnTo>
                <a:lnTo>
                  <a:pt x="10674" y="3727"/>
                </a:lnTo>
                <a:lnTo>
                  <a:pt x="12355" y="2836"/>
                </a:lnTo>
                <a:lnTo>
                  <a:pt x="14062" y="1934"/>
                </a:lnTo>
                <a:lnTo>
                  <a:pt x="15041" y="1455"/>
                </a:lnTo>
                <a:lnTo>
                  <a:pt x="18000" y="0"/>
                </a:lnTo>
                <a:close/>
              </a:path>
            </a:pathLst>
          </a:custGeom>
          <a:solidFill>
            <a:srgbClr val="806A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2" name="contour_15570"/>
          <p:cNvSpPr/>
          <p:nvPr/>
        </p:nvSpPr>
        <p:spPr>
          <a:xfrm>
            <a:off x="8639357" y="503600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817" y="19035"/>
                </a:lnTo>
                <a:lnTo>
                  <a:pt x="8999" y="16454"/>
                </a:lnTo>
                <a:lnTo>
                  <a:pt x="9180" y="13835"/>
                </a:lnTo>
                <a:lnTo>
                  <a:pt x="9003" y="11048"/>
                </a:lnTo>
                <a:lnTo>
                  <a:pt x="8821" y="8246"/>
                </a:lnTo>
                <a:lnTo>
                  <a:pt x="8640" y="5400"/>
                </a:lnTo>
                <a:lnTo>
                  <a:pt x="6502" y="4061"/>
                </a:lnTo>
                <a:lnTo>
                  <a:pt x="4350" y="2722"/>
                </a:lnTo>
                <a:lnTo>
                  <a:pt x="2190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E5D7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3" name="contour_15571"/>
          <p:cNvSpPr/>
          <p:nvPr/>
        </p:nvSpPr>
        <p:spPr>
          <a:xfrm>
            <a:off x="7648190" y="5034814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3"/>
                </a:moveTo>
                <a:lnTo>
                  <a:pt x="7279" y="348"/>
                </a:lnTo>
                <a:lnTo>
                  <a:pt x="10113" y="7"/>
                </a:lnTo>
                <a:lnTo>
                  <a:pt x="12887" y="0"/>
                </a:lnTo>
                <a:lnTo>
                  <a:pt x="15677" y="239"/>
                </a:lnTo>
                <a:lnTo>
                  <a:pt x="18559" y="642"/>
                </a:lnTo>
                <a:lnTo>
                  <a:pt x="21600" y="1113"/>
                </a:lnTo>
                <a:lnTo>
                  <a:pt x="21600" y="5170"/>
                </a:lnTo>
                <a:lnTo>
                  <a:pt x="21600" y="9240"/>
                </a:lnTo>
                <a:lnTo>
                  <a:pt x="21600" y="13323"/>
                </a:lnTo>
                <a:lnTo>
                  <a:pt x="21600" y="1744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53" y="16519"/>
                </a:lnTo>
                <a:lnTo>
                  <a:pt x="1054" y="12914"/>
                </a:lnTo>
                <a:lnTo>
                  <a:pt x="1711" y="9800"/>
                </a:lnTo>
                <a:lnTo>
                  <a:pt x="2730" y="6194"/>
                </a:lnTo>
                <a:lnTo>
                  <a:pt x="4320" y="1113"/>
                </a:lnTo>
                <a:close/>
              </a:path>
            </a:pathLst>
          </a:custGeom>
          <a:solidFill>
            <a:srgbClr val="E7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4" name="contour_15572"/>
          <p:cNvSpPr/>
          <p:nvPr/>
        </p:nvSpPr>
        <p:spPr>
          <a:xfrm>
            <a:off x="3938602" y="502871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9" y="2138"/>
                </a:lnTo>
                <a:lnTo>
                  <a:pt x="8078" y="4285"/>
                </a:lnTo>
                <a:lnTo>
                  <a:pt x="9434" y="6450"/>
                </a:lnTo>
                <a:lnTo>
                  <a:pt x="10800" y="8640"/>
                </a:lnTo>
                <a:lnTo>
                  <a:pt x="14369" y="8640"/>
                </a:lnTo>
                <a:lnTo>
                  <a:pt x="17960" y="8640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6669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5" name="contour_15573"/>
          <p:cNvSpPr/>
          <p:nvPr/>
        </p:nvSpPr>
        <p:spPr>
          <a:xfrm>
            <a:off x="5060953" y="501413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08" y="0"/>
                </a:lnTo>
                <a:lnTo>
                  <a:pt x="6426" y="0"/>
                </a:lnTo>
                <a:lnTo>
                  <a:pt x="9655" y="0"/>
                </a:lnTo>
                <a:lnTo>
                  <a:pt x="12911" y="0"/>
                </a:lnTo>
                <a:lnTo>
                  <a:pt x="16200" y="0"/>
                </a:lnTo>
                <a:lnTo>
                  <a:pt x="16794" y="2376"/>
                </a:lnTo>
                <a:lnTo>
                  <a:pt x="17388" y="4756"/>
                </a:lnTo>
                <a:lnTo>
                  <a:pt x="17982" y="7135"/>
                </a:lnTo>
                <a:lnTo>
                  <a:pt x="18581" y="9522"/>
                </a:lnTo>
                <a:lnTo>
                  <a:pt x="19181" y="11916"/>
                </a:lnTo>
                <a:lnTo>
                  <a:pt x="19780" y="14321"/>
                </a:lnTo>
                <a:lnTo>
                  <a:pt x="20385" y="16733"/>
                </a:lnTo>
                <a:lnTo>
                  <a:pt x="20990" y="19159"/>
                </a:lnTo>
                <a:lnTo>
                  <a:pt x="21600" y="21600"/>
                </a:lnTo>
                <a:lnTo>
                  <a:pt x="20261" y="19818"/>
                </a:lnTo>
                <a:lnTo>
                  <a:pt x="18922" y="18029"/>
                </a:lnTo>
                <a:lnTo>
                  <a:pt x="17566" y="16225"/>
                </a:lnTo>
                <a:lnTo>
                  <a:pt x="16200" y="14400"/>
                </a:lnTo>
                <a:lnTo>
                  <a:pt x="12631" y="14400"/>
                </a:lnTo>
                <a:lnTo>
                  <a:pt x="9040" y="14400"/>
                </a:lnTo>
                <a:lnTo>
                  <a:pt x="5400" y="14400"/>
                </a:lnTo>
                <a:lnTo>
                  <a:pt x="3785" y="12035"/>
                </a:lnTo>
                <a:lnTo>
                  <a:pt x="2911" y="10166"/>
                </a:lnTo>
                <a:lnTo>
                  <a:pt x="2025" y="7200"/>
                </a:lnTo>
                <a:lnTo>
                  <a:pt x="1415" y="5191"/>
                </a:lnTo>
                <a:lnTo>
                  <a:pt x="799" y="3150"/>
                </a:lnTo>
                <a:lnTo>
                  <a:pt x="400" y="1588"/>
                </a:lnTo>
                <a:lnTo>
                  <a:pt x="0" y="0"/>
                </a:lnTo>
                <a:close/>
              </a:path>
            </a:pathLst>
          </a:custGeom>
          <a:solidFill>
            <a:srgbClr val="6A67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6" name="contour_15574"/>
          <p:cNvSpPr/>
          <p:nvPr/>
        </p:nvSpPr>
        <p:spPr>
          <a:xfrm>
            <a:off x="4944345" y="5006850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9" y="0"/>
                </a:moveTo>
                <a:lnTo>
                  <a:pt x="9049" y="553"/>
                </a:lnTo>
                <a:lnTo>
                  <a:pt x="11788" y="1054"/>
                </a:lnTo>
                <a:lnTo>
                  <a:pt x="14154" y="1711"/>
                </a:lnTo>
                <a:lnTo>
                  <a:pt x="16894" y="2730"/>
                </a:lnTo>
                <a:lnTo>
                  <a:pt x="20754" y="4320"/>
                </a:lnTo>
                <a:lnTo>
                  <a:pt x="21335" y="7279"/>
                </a:lnTo>
                <a:lnTo>
                  <a:pt x="21595" y="10113"/>
                </a:lnTo>
                <a:lnTo>
                  <a:pt x="21600" y="12887"/>
                </a:lnTo>
                <a:lnTo>
                  <a:pt x="21418" y="15677"/>
                </a:lnTo>
                <a:lnTo>
                  <a:pt x="21112" y="18559"/>
                </a:lnTo>
                <a:lnTo>
                  <a:pt x="20754" y="21600"/>
                </a:lnTo>
                <a:lnTo>
                  <a:pt x="17330" y="21600"/>
                </a:lnTo>
                <a:lnTo>
                  <a:pt x="13900" y="21600"/>
                </a:lnTo>
                <a:lnTo>
                  <a:pt x="10455" y="21600"/>
                </a:lnTo>
                <a:lnTo>
                  <a:pt x="6994" y="21600"/>
                </a:lnTo>
                <a:lnTo>
                  <a:pt x="3513" y="21600"/>
                </a:lnTo>
                <a:lnTo>
                  <a:pt x="0" y="21600"/>
                </a:lnTo>
                <a:lnTo>
                  <a:pt x="643" y="18926"/>
                </a:lnTo>
                <a:lnTo>
                  <a:pt x="1287" y="16252"/>
                </a:lnTo>
                <a:lnTo>
                  <a:pt x="1930" y="13569"/>
                </a:lnTo>
                <a:lnTo>
                  <a:pt x="2574" y="10882"/>
                </a:lnTo>
                <a:lnTo>
                  <a:pt x="3222" y="8182"/>
                </a:lnTo>
                <a:lnTo>
                  <a:pt x="3876" y="5469"/>
                </a:lnTo>
                <a:lnTo>
                  <a:pt x="4530" y="2743"/>
                </a:lnTo>
                <a:lnTo>
                  <a:pt x="5189" y="0"/>
                </a:lnTo>
                <a:close/>
              </a:path>
            </a:pathLst>
          </a:custGeom>
          <a:solidFill>
            <a:srgbClr val="8276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7" name="contour_15575"/>
          <p:cNvSpPr/>
          <p:nvPr/>
        </p:nvSpPr>
        <p:spPr>
          <a:xfrm>
            <a:off x="5396200" y="5021062"/>
            <a:ext cx="43728" cy="368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14"/>
                </a:moveTo>
                <a:lnTo>
                  <a:pt x="21600" y="3238"/>
                </a:lnTo>
                <a:lnTo>
                  <a:pt x="21600" y="6266"/>
                </a:lnTo>
                <a:lnTo>
                  <a:pt x="21600" y="9303"/>
                </a:lnTo>
                <a:lnTo>
                  <a:pt x="21600" y="12353"/>
                </a:lnTo>
                <a:lnTo>
                  <a:pt x="21600" y="15415"/>
                </a:lnTo>
                <a:lnTo>
                  <a:pt x="21600" y="18495"/>
                </a:lnTo>
                <a:lnTo>
                  <a:pt x="21600" y="21600"/>
                </a:lnTo>
                <a:lnTo>
                  <a:pt x="20927" y="20599"/>
                </a:lnTo>
                <a:lnTo>
                  <a:pt x="18900" y="17588"/>
                </a:lnTo>
                <a:lnTo>
                  <a:pt x="16661" y="15522"/>
                </a:lnTo>
                <a:lnTo>
                  <a:pt x="14476" y="13875"/>
                </a:lnTo>
                <a:lnTo>
                  <a:pt x="12298" y="12584"/>
                </a:lnTo>
                <a:lnTo>
                  <a:pt x="10087" y="11566"/>
                </a:lnTo>
                <a:lnTo>
                  <a:pt x="7798" y="10753"/>
                </a:lnTo>
                <a:lnTo>
                  <a:pt x="5382" y="10064"/>
                </a:lnTo>
                <a:lnTo>
                  <a:pt x="2801" y="9427"/>
                </a:lnTo>
                <a:lnTo>
                  <a:pt x="0" y="8768"/>
                </a:lnTo>
                <a:lnTo>
                  <a:pt x="2412" y="6643"/>
                </a:lnTo>
                <a:lnTo>
                  <a:pt x="4666" y="4812"/>
                </a:lnTo>
                <a:lnTo>
                  <a:pt x="6833" y="3281"/>
                </a:lnTo>
                <a:lnTo>
                  <a:pt x="8971" y="2040"/>
                </a:lnTo>
                <a:lnTo>
                  <a:pt x="11153" y="1091"/>
                </a:lnTo>
                <a:lnTo>
                  <a:pt x="13439" y="436"/>
                </a:lnTo>
                <a:lnTo>
                  <a:pt x="15898" y="73"/>
                </a:lnTo>
                <a:lnTo>
                  <a:pt x="18598" y="0"/>
                </a:lnTo>
                <a:lnTo>
                  <a:pt x="21600" y="214"/>
                </a:lnTo>
                <a:close/>
              </a:path>
            </a:pathLst>
          </a:custGeom>
          <a:solidFill>
            <a:srgbClr val="A992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8" name="contour_15576"/>
          <p:cNvSpPr/>
          <p:nvPr/>
        </p:nvSpPr>
        <p:spPr>
          <a:xfrm>
            <a:off x="4157242" y="5006850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D1D3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79" name="contour_15577"/>
          <p:cNvSpPr/>
          <p:nvPr/>
        </p:nvSpPr>
        <p:spPr>
          <a:xfrm>
            <a:off x="1198317" y="4984986"/>
            <a:ext cx="2989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31" y="0"/>
                </a:moveTo>
                <a:lnTo>
                  <a:pt x="13659" y="1631"/>
                </a:lnTo>
                <a:lnTo>
                  <a:pt x="15797" y="2923"/>
                </a:lnTo>
                <a:lnTo>
                  <a:pt x="17935" y="4558"/>
                </a:lnTo>
                <a:lnTo>
                  <a:pt x="21063" y="7200"/>
                </a:lnTo>
                <a:lnTo>
                  <a:pt x="21426" y="9641"/>
                </a:lnTo>
                <a:lnTo>
                  <a:pt x="21589" y="12020"/>
                </a:lnTo>
                <a:lnTo>
                  <a:pt x="21600" y="14371"/>
                </a:lnTo>
                <a:lnTo>
                  <a:pt x="21489" y="16729"/>
                </a:lnTo>
                <a:lnTo>
                  <a:pt x="21300" y="19127"/>
                </a:lnTo>
                <a:lnTo>
                  <a:pt x="21063" y="21600"/>
                </a:lnTo>
                <a:lnTo>
                  <a:pt x="17582" y="21600"/>
                </a:lnTo>
                <a:lnTo>
                  <a:pt x="14081" y="21600"/>
                </a:lnTo>
                <a:lnTo>
                  <a:pt x="10531" y="21600"/>
                </a:lnTo>
                <a:lnTo>
                  <a:pt x="10531" y="19220"/>
                </a:lnTo>
                <a:lnTo>
                  <a:pt x="10531" y="16826"/>
                </a:lnTo>
                <a:lnTo>
                  <a:pt x="10531" y="14400"/>
                </a:lnTo>
                <a:lnTo>
                  <a:pt x="7404" y="13079"/>
                </a:lnTo>
                <a:lnTo>
                  <a:pt x="5266" y="12262"/>
                </a:lnTo>
                <a:lnTo>
                  <a:pt x="3128" y="11617"/>
                </a:lnTo>
                <a:lnTo>
                  <a:pt x="0" y="10800"/>
                </a:lnTo>
                <a:lnTo>
                  <a:pt x="1738" y="9018"/>
                </a:lnTo>
                <a:lnTo>
                  <a:pt x="3481" y="7232"/>
                </a:lnTo>
                <a:lnTo>
                  <a:pt x="5229" y="5440"/>
                </a:lnTo>
                <a:lnTo>
                  <a:pt x="6982" y="3640"/>
                </a:lnTo>
                <a:lnTo>
                  <a:pt x="8752" y="1829"/>
                </a:lnTo>
                <a:lnTo>
                  <a:pt x="10531" y="0"/>
                </a:lnTo>
                <a:close/>
              </a:path>
            </a:pathLst>
          </a:custGeom>
          <a:solidFill>
            <a:srgbClr val="DFD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0" name="contour_15578"/>
          <p:cNvSpPr/>
          <p:nvPr/>
        </p:nvSpPr>
        <p:spPr>
          <a:xfrm>
            <a:off x="3814706" y="497769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444" y="6489"/>
                </a:lnTo>
                <a:lnTo>
                  <a:pt x="19273" y="8653"/>
                </a:lnTo>
                <a:lnTo>
                  <a:pt x="18079" y="10809"/>
                </a:lnTo>
                <a:lnTo>
                  <a:pt x="16875" y="12960"/>
                </a:lnTo>
                <a:lnTo>
                  <a:pt x="15557" y="15371"/>
                </a:lnTo>
                <a:lnTo>
                  <a:pt x="14218" y="17820"/>
                </a:lnTo>
                <a:lnTo>
                  <a:pt x="12523" y="19695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9899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1" name="contour_15579"/>
          <p:cNvSpPr/>
          <p:nvPr/>
        </p:nvSpPr>
        <p:spPr>
          <a:xfrm>
            <a:off x="11328625" y="4975978"/>
            <a:ext cx="65592" cy="23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400" y="1575"/>
                </a:moveTo>
                <a:lnTo>
                  <a:pt x="4123" y="888"/>
                </a:lnTo>
                <a:lnTo>
                  <a:pt x="5734" y="400"/>
                </a:lnTo>
                <a:lnTo>
                  <a:pt x="7289" y="107"/>
                </a:lnTo>
                <a:lnTo>
                  <a:pt x="8842" y="0"/>
                </a:lnTo>
                <a:lnTo>
                  <a:pt x="10442" y="73"/>
                </a:lnTo>
                <a:lnTo>
                  <a:pt x="12149" y="320"/>
                </a:lnTo>
                <a:lnTo>
                  <a:pt x="13512" y="461"/>
                </a:lnTo>
                <a:lnTo>
                  <a:pt x="14892" y="601"/>
                </a:lnTo>
                <a:lnTo>
                  <a:pt x="16570" y="801"/>
                </a:lnTo>
                <a:lnTo>
                  <a:pt x="18247" y="1035"/>
                </a:lnTo>
                <a:lnTo>
                  <a:pt x="19925" y="1295"/>
                </a:lnTo>
                <a:lnTo>
                  <a:pt x="21600" y="1575"/>
                </a:lnTo>
                <a:lnTo>
                  <a:pt x="21600" y="4886"/>
                </a:lnTo>
                <a:lnTo>
                  <a:pt x="21600" y="8250"/>
                </a:lnTo>
                <a:lnTo>
                  <a:pt x="20102" y="9705"/>
                </a:lnTo>
                <a:lnTo>
                  <a:pt x="18878" y="10633"/>
                </a:lnTo>
                <a:lnTo>
                  <a:pt x="16874" y="11821"/>
                </a:lnTo>
                <a:lnTo>
                  <a:pt x="15408" y="12696"/>
                </a:lnTo>
                <a:lnTo>
                  <a:pt x="13922" y="13583"/>
                </a:lnTo>
                <a:lnTo>
                  <a:pt x="13145" y="14017"/>
                </a:lnTo>
                <a:lnTo>
                  <a:pt x="10800" y="15339"/>
                </a:lnTo>
                <a:lnTo>
                  <a:pt x="9250" y="16253"/>
                </a:lnTo>
                <a:lnTo>
                  <a:pt x="7678" y="17181"/>
                </a:lnTo>
                <a:lnTo>
                  <a:pt x="6144" y="18076"/>
                </a:lnTo>
                <a:lnTo>
                  <a:pt x="4608" y="18970"/>
                </a:lnTo>
                <a:lnTo>
                  <a:pt x="3072" y="19851"/>
                </a:lnTo>
                <a:lnTo>
                  <a:pt x="1536" y="20726"/>
                </a:lnTo>
                <a:lnTo>
                  <a:pt x="0" y="21600"/>
                </a:lnTo>
                <a:lnTo>
                  <a:pt x="302" y="16674"/>
                </a:lnTo>
                <a:lnTo>
                  <a:pt x="578" y="13170"/>
                </a:lnTo>
                <a:lnTo>
                  <a:pt x="943" y="10126"/>
                </a:lnTo>
                <a:lnTo>
                  <a:pt x="1512" y="6581"/>
                </a:lnTo>
                <a:lnTo>
                  <a:pt x="2400" y="1575"/>
                </a:lnTo>
                <a:close/>
              </a:path>
            </a:pathLst>
          </a:custGeom>
          <a:solidFill>
            <a:srgbClr val="E1E3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2" name="contour_15580"/>
          <p:cNvSpPr/>
          <p:nvPr/>
        </p:nvSpPr>
        <p:spPr>
          <a:xfrm>
            <a:off x="10563386" y="4961701"/>
            <a:ext cx="43728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18"/>
                </a:moveTo>
                <a:lnTo>
                  <a:pt x="2192" y="1061"/>
                </a:lnTo>
                <a:lnTo>
                  <a:pt x="4388" y="838"/>
                </a:lnTo>
                <a:lnTo>
                  <a:pt x="6581" y="642"/>
                </a:lnTo>
                <a:lnTo>
                  <a:pt x="8777" y="473"/>
                </a:lnTo>
                <a:lnTo>
                  <a:pt x="11225" y="237"/>
                </a:lnTo>
                <a:lnTo>
                  <a:pt x="13712" y="0"/>
                </a:lnTo>
                <a:lnTo>
                  <a:pt x="15840" y="656"/>
                </a:lnTo>
                <a:lnTo>
                  <a:pt x="18000" y="1318"/>
                </a:lnTo>
                <a:lnTo>
                  <a:pt x="18893" y="4665"/>
                </a:lnTo>
                <a:lnTo>
                  <a:pt x="19786" y="8025"/>
                </a:lnTo>
                <a:lnTo>
                  <a:pt x="20689" y="11412"/>
                </a:lnTo>
                <a:lnTo>
                  <a:pt x="21600" y="14839"/>
                </a:lnTo>
                <a:lnTo>
                  <a:pt x="19372" y="15678"/>
                </a:lnTo>
                <a:lnTo>
                  <a:pt x="17143" y="16516"/>
                </a:lnTo>
                <a:lnTo>
                  <a:pt x="14908" y="17354"/>
                </a:lnTo>
                <a:lnTo>
                  <a:pt x="12668" y="18193"/>
                </a:lnTo>
                <a:lnTo>
                  <a:pt x="10418" y="19038"/>
                </a:lnTo>
                <a:lnTo>
                  <a:pt x="8158" y="19890"/>
                </a:lnTo>
                <a:lnTo>
                  <a:pt x="5886" y="20741"/>
                </a:lnTo>
                <a:lnTo>
                  <a:pt x="3600" y="21600"/>
                </a:lnTo>
                <a:lnTo>
                  <a:pt x="2887" y="17584"/>
                </a:lnTo>
                <a:lnTo>
                  <a:pt x="2171" y="13555"/>
                </a:lnTo>
                <a:lnTo>
                  <a:pt x="1454" y="9512"/>
                </a:lnTo>
                <a:lnTo>
                  <a:pt x="731" y="5435"/>
                </a:lnTo>
                <a:lnTo>
                  <a:pt x="0" y="1318"/>
                </a:lnTo>
                <a:close/>
              </a:path>
            </a:pathLst>
          </a:custGeom>
          <a:solidFill>
            <a:srgbClr val="867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3" name="contour_15581"/>
          <p:cNvSpPr/>
          <p:nvPr/>
        </p:nvSpPr>
        <p:spPr>
          <a:xfrm>
            <a:off x="4441474" y="494854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29" y="2674"/>
                </a:lnTo>
                <a:lnTo>
                  <a:pt x="19462" y="5348"/>
                </a:lnTo>
                <a:lnTo>
                  <a:pt x="18386" y="8031"/>
                </a:lnTo>
                <a:lnTo>
                  <a:pt x="17315" y="10718"/>
                </a:lnTo>
                <a:lnTo>
                  <a:pt x="16235" y="13418"/>
                </a:lnTo>
                <a:lnTo>
                  <a:pt x="15150" y="16131"/>
                </a:lnTo>
                <a:lnTo>
                  <a:pt x="14057" y="18857"/>
                </a:lnTo>
                <a:lnTo>
                  <a:pt x="12960" y="21600"/>
                </a:lnTo>
                <a:lnTo>
                  <a:pt x="9746" y="20788"/>
                </a:lnTo>
                <a:lnTo>
                  <a:pt x="7465" y="20157"/>
                </a:lnTo>
                <a:lnTo>
                  <a:pt x="5495" y="19500"/>
                </a:lnTo>
                <a:lnTo>
                  <a:pt x="3214" y="18611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2756" y="6428"/>
                </a:lnTo>
                <a:lnTo>
                  <a:pt x="5236" y="4584"/>
                </a:lnTo>
                <a:lnTo>
                  <a:pt x="7569" y="3089"/>
                </a:lnTo>
                <a:lnTo>
                  <a:pt x="9884" y="1914"/>
                </a:lnTo>
                <a:lnTo>
                  <a:pt x="12316" y="1045"/>
                </a:lnTo>
                <a:lnTo>
                  <a:pt x="14995" y="449"/>
                </a:lnTo>
                <a:lnTo>
                  <a:pt x="18045" y="108"/>
                </a:lnTo>
                <a:lnTo>
                  <a:pt x="21600" y="0"/>
                </a:lnTo>
                <a:close/>
              </a:path>
            </a:pathLst>
          </a:custGeom>
          <a:solidFill>
            <a:srgbClr val="9785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4" name="contour_15582"/>
          <p:cNvSpPr/>
          <p:nvPr/>
        </p:nvSpPr>
        <p:spPr>
          <a:xfrm>
            <a:off x="1672037" y="4970410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9516" y="19869"/>
                </a:lnTo>
                <a:lnTo>
                  <a:pt x="17501" y="18129"/>
                </a:lnTo>
                <a:lnTo>
                  <a:pt x="15547" y="16379"/>
                </a:lnTo>
                <a:lnTo>
                  <a:pt x="13651" y="14620"/>
                </a:lnTo>
                <a:lnTo>
                  <a:pt x="11804" y="12849"/>
                </a:lnTo>
                <a:lnTo>
                  <a:pt x="10006" y="11062"/>
                </a:lnTo>
                <a:lnTo>
                  <a:pt x="8257" y="9263"/>
                </a:lnTo>
                <a:lnTo>
                  <a:pt x="6545" y="7446"/>
                </a:lnTo>
                <a:lnTo>
                  <a:pt x="4865" y="5616"/>
                </a:lnTo>
                <a:lnTo>
                  <a:pt x="3218" y="3765"/>
                </a:lnTo>
                <a:lnTo>
                  <a:pt x="1598" y="1892"/>
                </a:lnTo>
                <a:lnTo>
                  <a:pt x="0" y="0"/>
                </a:lnTo>
                <a:close/>
              </a:path>
            </a:pathLst>
          </a:custGeom>
          <a:solidFill>
            <a:srgbClr val="EBEC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5" name="contour_15583"/>
          <p:cNvSpPr/>
          <p:nvPr/>
        </p:nvSpPr>
        <p:spPr>
          <a:xfrm>
            <a:off x="4711129" y="4949698"/>
            <a:ext cx="51016" cy="21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57"/>
                </a:moveTo>
                <a:lnTo>
                  <a:pt x="20310" y="10500"/>
                </a:lnTo>
                <a:lnTo>
                  <a:pt x="19236" y="13469"/>
                </a:lnTo>
                <a:lnTo>
                  <a:pt x="17801" y="16438"/>
                </a:lnTo>
                <a:lnTo>
                  <a:pt x="15429" y="20781"/>
                </a:lnTo>
                <a:lnTo>
                  <a:pt x="13216" y="21234"/>
                </a:lnTo>
                <a:lnTo>
                  <a:pt x="11013" y="21505"/>
                </a:lnTo>
                <a:lnTo>
                  <a:pt x="8816" y="21600"/>
                </a:lnTo>
                <a:lnTo>
                  <a:pt x="6619" y="21549"/>
                </a:lnTo>
                <a:lnTo>
                  <a:pt x="4422" y="21381"/>
                </a:lnTo>
                <a:lnTo>
                  <a:pt x="2216" y="21117"/>
                </a:lnTo>
                <a:lnTo>
                  <a:pt x="0" y="20781"/>
                </a:lnTo>
                <a:lnTo>
                  <a:pt x="0" y="15948"/>
                </a:lnTo>
                <a:lnTo>
                  <a:pt x="0" y="11085"/>
                </a:lnTo>
                <a:lnTo>
                  <a:pt x="0" y="6157"/>
                </a:lnTo>
                <a:lnTo>
                  <a:pt x="2407" y="4095"/>
                </a:lnTo>
                <a:lnTo>
                  <a:pt x="4650" y="2420"/>
                </a:lnTo>
                <a:lnTo>
                  <a:pt x="6767" y="1163"/>
                </a:lnTo>
                <a:lnTo>
                  <a:pt x="8800" y="344"/>
                </a:lnTo>
                <a:lnTo>
                  <a:pt x="10794" y="0"/>
                </a:lnTo>
                <a:lnTo>
                  <a:pt x="12787" y="139"/>
                </a:lnTo>
                <a:lnTo>
                  <a:pt x="14824" y="804"/>
                </a:lnTo>
                <a:lnTo>
                  <a:pt x="16944" y="2011"/>
                </a:lnTo>
                <a:lnTo>
                  <a:pt x="19190" y="3788"/>
                </a:lnTo>
                <a:lnTo>
                  <a:pt x="21600" y="6157"/>
                </a:lnTo>
                <a:close/>
              </a:path>
            </a:pathLst>
          </a:custGeom>
          <a:solidFill>
            <a:srgbClr val="4036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6" name="contour_15584"/>
          <p:cNvSpPr/>
          <p:nvPr/>
        </p:nvSpPr>
        <p:spPr>
          <a:xfrm>
            <a:off x="11452521" y="494125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75" y="462"/>
                </a:lnTo>
                <a:lnTo>
                  <a:pt x="10169" y="1076"/>
                </a:lnTo>
                <a:lnTo>
                  <a:pt x="13025" y="1806"/>
                </a:lnTo>
                <a:lnTo>
                  <a:pt x="15867" y="2614"/>
                </a:lnTo>
                <a:lnTo>
                  <a:pt x="18719" y="3465"/>
                </a:lnTo>
                <a:lnTo>
                  <a:pt x="21600" y="4320"/>
                </a:lnTo>
                <a:lnTo>
                  <a:pt x="19462" y="6458"/>
                </a:lnTo>
                <a:lnTo>
                  <a:pt x="17319" y="8601"/>
                </a:lnTo>
                <a:lnTo>
                  <a:pt x="15176" y="10744"/>
                </a:lnTo>
                <a:lnTo>
                  <a:pt x="13025" y="12895"/>
                </a:lnTo>
                <a:lnTo>
                  <a:pt x="10865" y="15055"/>
                </a:lnTo>
                <a:lnTo>
                  <a:pt x="8696" y="17224"/>
                </a:lnTo>
                <a:lnTo>
                  <a:pt x="6515" y="19405"/>
                </a:lnTo>
                <a:lnTo>
                  <a:pt x="4320" y="21600"/>
                </a:lnTo>
                <a:lnTo>
                  <a:pt x="2717" y="16070"/>
                </a:lnTo>
                <a:lnTo>
                  <a:pt x="1629" y="12243"/>
                </a:lnTo>
                <a:lnTo>
                  <a:pt x="933" y="9634"/>
                </a:lnTo>
                <a:lnTo>
                  <a:pt x="510" y="7763"/>
                </a:lnTo>
                <a:lnTo>
                  <a:pt x="238" y="6152"/>
                </a:lnTo>
                <a:lnTo>
                  <a:pt x="0" y="4320"/>
                </a:lnTo>
                <a:lnTo>
                  <a:pt x="2143" y="2177"/>
                </a:lnTo>
                <a:lnTo>
                  <a:pt x="4320" y="0"/>
                </a:lnTo>
                <a:close/>
              </a:path>
            </a:pathLst>
          </a:custGeom>
          <a:solidFill>
            <a:srgbClr val="4746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7" name="contour_15585"/>
          <p:cNvSpPr/>
          <p:nvPr/>
        </p:nvSpPr>
        <p:spPr>
          <a:xfrm>
            <a:off x="1671381" y="4917754"/>
            <a:ext cx="29968" cy="4536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3" y="781"/>
                </a:moveTo>
                <a:lnTo>
                  <a:pt x="4223" y="260"/>
                </a:lnTo>
                <a:lnTo>
                  <a:pt x="6918" y="0"/>
                </a:lnTo>
                <a:lnTo>
                  <a:pt x="9313" y="0"/>
                </a:lnTo>
                <a:lnTo>
                  <a:pt x="12166" y="260"/>
                </a:lnTo>
                <a:lnTo>
                  <a:pt x="16232" y="781"/>
                </a:lnTo>
                <a:lnTo>
                  <a:pt x="17597" y="2880"/>
                </a:lnTo>
                <a:lnTo>
                  <a:pt x="18774" y="4990"/>
                </a:lnTo>
                <a:lnTo>
                  <a:pt x="19761" y="7110"/>
                </a:lnTo>
                <a:lnTo>
                  <a:pt x="20549" y="9247"/>
                </a:lnTo>
                <a:lnTo>
                  <a:pt x="21127" y="11412"/>
                </a:lnTo>
                <a:lnTo>
                  <a:pt x="21479" y="13609"/>
                </a:lnTo>
                <a:lnTo>
                  <a:pt x="21600" y="15847"/>
                </a:lnTo>
                <a:lnTo>
                  <a:pt x="21484" y="18130"/>
                </a:lnTo>
                <a:lnTo>
                  <a:pt x="18401" y="19473"/>
                </a:lnTo>
                <a:lnTo>
                  <a:pt x="16279" y="20281"/>
                </a:lnTo>
                <a:lnTo>
                  <a:pt x="14136" y="20882"/>
                </a:lnTo>
                <a:lnTo>
                  <a:pt x="10979" y="21600"/>
                </a:lnTo>
                <a:lnTo>
                  <a:pt x="10979" y="19306"/>
                </a:lnTo>
                <a:lnTo>
                  <a:pt x="10979" y="16999"/>
                </a:lnTo>
                <a:lnTo>
                  <a:pt x="10979" y="14660"/>
                </a:lnTo>
                <a:lnTo>
                  <a:pt x="8373" y="13907"/>
                </a:lnTo>
                <a:lnTo>
                  <a:pt x="5726" y="13140"/>
                </a:lnTo>
                <a:lnTo>
                  <a:pt x="3120" y="12172"/>
                </a:lnTo>
                <a:lnTo>
                  <a:pt x="473" y="11190"/>
                </a:lnTo>
                <a:lnTo>
                  <a:pt x="158" y="8505"/>
                </a:lnTo>
                <a:lnTo>
                  <a:pt x="0" y="6621"/>
                </a:lnTo>
                <a:lnTo>
                  <a:pt x="0" y="5038"/>
                </a:lnTo>
                <a:lnTo>
                  <a:pt x="158" y="3258"/>
                </a:lnTo>
                <a:lnTo>
                  <a:pt x="473" y="781"/>
                </a:lnTo>
                <a:close/>
              </a:path>
            </a:pathLst>
          </a:custGeom>
          <a:solidFill>
            <a:srgbClr val="F7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8" name="contour_15586"/>
          <p:cNvSpPr/>
          <p:nvPr/>
        </p:nvSpPr>
        <p:spPr>
          <a:xfrm>
            <a:off x="3938602" y="4931521"/>
            <a:ext cx="51016" cy="243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2176"/>
                </a:moveTo>
                <a:lnTo>
                  <a:pt x="5212" y="822"/>
                </a:lnTo>
                <a:lnTo>
                  <a:pt x="6724" y="162"/>
                </a:lnTo>
                <a:lnTo>
                  <a:pt x="8347" y="0"/>
                </a:lnTo>
                <a:lnTo>
                  <a:pt x="10800" y="155"/>
                </a:lnTo>
                <a:lnTo>
                  <a:pt x="12858" y="188"/>
                </a:lnTo>
                <a:lnTo>
                  <a:pt x="14947" y="227"/>
                </a:lnTo>
                <a:lnTo>
                  <a:pt x="15836" y="712"/>
                </a:lnTo>
                <a:lnTo>
                  <a:pt x="18514" y="2176"/>
                </a:lnTo>
                <a:lnTo>
                  <a:pt x="19280" y="5381"/>
                </a:lnTo>
                <a:lnTo>
                  <a:pt x="20045" y="8599"/>
                </a:lnTo>
                <a:lnTo>
                  <a:pt x="20819" y="11842"/>
                </a:lnTo>
                <a:lnTo>
                  <a:pt x="21600" y="15125"/>
                </a:lnTo>
                <a:lnTo>
                  <a:pt x="19462" y="15766"/>
                </a:lnTo>
                <a:lnTo>
                  <a:pt x="17320" y="16407"/>
                </a:lnTo>
                <a:lnTo>
                  <a:pt x="15179" y="17048"/>
                </a:lnTo>
                <a:lnTo>
                  <a:pt x="13034" y="17696"/>
                </a:lnTo>
                <a:lnTo>
                  <a:pt x="10880" y="18337"/>
                </a:lnTo>
                <a:lnTo>
                  <a:pt x="8723" y="18984"/>
                </a:lnTo>
                <a:lnTo>
                  <a:pt x="6557" y="19632"/>
                </a:lnTo>
                <a:lnTo>
                  <a:pt x="4382" y="20286"/>
                </a:lnTo>
                <a:lnTo>
                  <a:pt x="2197" y="20940"/>
                </a:lnTo>
                <a:lnTo>
                  <a:pt x="0" y="21600"/>
                </a:lnTo>
                <a:lnTo>
                  <a:pt x="611" y="17754"/>
                </a:lnTo>
                <a:lnTo>
                  <a:pt x="1225" y="13895"/>
                </a:lnTo>
                <a:lnTo>
                  <a:pt x="1839" y="10023"/>
                </a:lnTo>
                <a:lnTo>
                  <a:pt x="2459" y="6119"/>
                </a:lnTo>
                <a:lnTo>
                  <a:pt x="3086" y="2176"/>
                </a:lnTo>
                <a:close/>
              </a:path>
            </a:pathLst>
          </a:custGeom>
          <a:solidFill>
            <a:srgbClr val="9A91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89" name="contour_15587"/>
          <p:cNvSpPr/>
          <p:nvPr/>
        </p:nvSpPr>
        <p:spPr>
          <a:xfrm>
            <a:off x="4113514" y="489753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015" y="4990"/>
                </a:lnTo>
                <a:lnTo>
                  <a:pt x="16517" y="8916"/>
                </a:lnTo>
                <a:lnTo>
                  <a:pt x="18400" y="11962"/>
                </a:lnTo>
                <a:lnTo>
                  <a:pt x="19750" y="14295"/>
                </a:lnTo>
                <a:lnTo>
                  <a:pt x="20653" y="16105"/>
                </a:lnTo>
                <a:lnTo>
                  <a:pt x="21200" y="17561"/>
                </a:lnTo>
                <a:lnTo>
                  <a:pt x="21481" y="18844"/>
                </a:lnTo>
                <a:lnTo>
                  <a:pt x="21586" y="2013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188" y="19224"/>
                </a:lnTo>
                <a:lnTo>
                  <a:pt x="2376" y="16844"/>
                </a:lnTo>
                <a:lnTo>
                  <a:pt x="3568" y="14463"/>
                </a:lnTo>
                <a:lnTo>
                  <a:pt x="4763" y="12079"/>
                </a:lnTo>
                <a:lnTo>
                  <a:pt x="5958" y="9681"/>
                </a:lnTo>
                <a:lnTo>
                  <a:pt x="7160" y="7279"/>
                </a:lnTo>
                <a:lnTo>
                  <a:pt x="8366" y="4864"/>
                </a:lnTo>
                <a:lnTo>
                  <a:pt x="9580" y="2441"/>
                </a:lnTo>
                <a:lnTo>
                  <a:pt x="10800" y="0"/>
                </a:lnTo>
                <a:close/>
              </a:path>
            </a:pathLst>
          </a:custGeom>
          <a:solidFill>
            <a:srgbClr val="555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0" name="contour_15588"/>
          <p:cNvSpPr/>
          <p:nvPr/>
        </p:nvSpPr>
        <p:spPr>
          <a:xfrm>
            <a:off x="11197442" y="4868378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037" y="481"/>
                </a:lnTo>
                <a:lnTo>
                  <a:pt x="8839" y="963"/>
                </a:lnTo>
                <a:lnTo>
                  <a:pt x="10545" y="1734"/>
                </a:lnTo>
                <a:lnTo>
                  <a:pt x="12960" y="3086"/>
                </a:lnTo>
                <a:lnTo>
                  <a:pt x="13219" y="5474"/>
                </a:lnTo>
                <a:lnTo>
                  <a:pt x="13349" y="7150"/>
                </a:lnTo>
                <a:lnTo>
                  <a:pt x="13349" y="8557"/>
                </a:lnTo>
                <a:lnTo>
                  <a:pt x="13219" y="10140"/>
                </a:lnTo>
                <a:lnTo>
                  <a:pt x="12960" y="12343"/>
                </a:lnTo>
                <a:lnTo>
                  <a:pt x="15816" y="12343"/>
                </a:lnTo>
                <a:lnTo>
                  <a:pt x="18688" y="12343"/>
                </a:lnTo>
                <a:lnTo>
                  <a:pt x="21600" y="12343"/>
                </a:lnTo>
                <a:lnTo>
                  <a:pt x="20745" y="14176"/>
                </a:lnTo>
                <a:lnTo>
                  <a:pt x="19885" y="16015"/>
                </a:lnTo>
                <a:lnTo>
                  <a:pt x="19025" y="17860"/>
                </a:lnTo>
                <a:lnTo>
                  <a:pt x="18157" y="19721"/>
                </a:lnTo>
                <a:lnTo>
                  <a:pt x="17280" y="21600"/>
                </a:lnTo>
                <a:lnTo>
                  <a:pt x="14196" y="21298"/>
                </a:lnTo>
                <a:lnTo>
                  <a:pt x="11979" y="20986"/>
                </a:lnTo>
                <a:lnTo>
                  <a:pt x="10009" y="20517"/>
                </a:lnTo>
                <a:lnTo>
                  <a:pt x="7664" y="19742"/>
                </a:lnTo>
                <a:lnTo>
                  <a:pt x="4320" y="18514"/>
                </a:lnTo>
                <a:lnTo>
                  <a:pt x="3331" y="16632"/>
                </a:lnTo>
                <a:lnTo>
                  <a:pt x="2475" y="14747"/>
                </a:lnTo>
                <a:lnTo>
                  <a:pt x="1745" y="12852"/>
                </a:lnTo>
                <a:lnTo>
                  <a:pt x="1145" y="10945"/>
                </a:lnTo>
                <a:lnTo>
                  <a:pt x="674" y="9023"/>
                </a:lnTo>
                <a:lnTo>
                  <a:pt x="324" y="7072"/>
                </a:lnTo>
                <a:lnTo>
                  <a:pt x="99" y="5098"/>
                </a:lnTo>
                <a:lnTo>
                  <a:pt x="0" y="3086"/>
                </a:lnTo>
                <a:lnTo>
                  <a:pt x="2143" y="1555"/>
                </a:lnTo>
                <a:lnTo>
                  <a:pt x="4320" y="0"/>
                </a:lnTo>
                <a:close/>
              </a:path>
            </a:pathLst>
          </a:custGeom>
          <a:solidFill>
            <a:srgbClr val="5F5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1" name="contour_15589"/>
          <p:cNvSpPr/>
          <p:nvPr/>
        </p:nvSpPr>
        <p:spPr>
          <a:xfrm>
            <a:off x="1758509" y="4868378"/>
            <a:ext cx="2284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10" y="0"/>
                </a:moveTo>
                <a:lnTo>
                  <a:pt x="18127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7507" y="21065"/>
                </a:lnTo>
                <a:lnTo>
                  <a:pt x="13401" y="20528"/>
                </a:lnTo>
                <a:lnTo>
                  <a:pt x="9281" y="19991"/>
                </a:lnTo>
                <a:lnTo>
                  <a:pt x="5126" y="19448"/>
                </a:lnTo>
                <a:lnTo>
                  <a:pt x="930" y="18900"/>
                </a:lnTo>
                <a:lnTo>
                  <a:pt x="310" y="16810"/>
                </a:lnTo>
                <a:lnTo>
                  <a:pt x="0" y="15344"/>
                </a:lnTo>
                <a:lnTo>
                  <a:pt x="0" y="14113"/>
                </a:lnTo>
                <a:lnTo>
                  <a:pt x="310" y="12728"/>
                </a:lnTo>
                <a:lnTo>
                  <a:pt x="930" y="10800"/>
                </a:lnTo>
                <a:lnTo>
                  <a:pt x="5484" y="10800"/>
                </a:lnTo>
                <a:lnTo>
                  <a:pt x="10066" y="10800"/>
                </a:lnTo>
                <a:lnTo>
                  <a:pt x="14710" y="10800"/>
                </a:lnTo>
                <a:lnTo>
                  <a:pt x="14710" y="9018"/>
                </a:lnTo>
                <a:lnTo>
                  <a:pt x="14710" y="7233"/>
                </a:lnTo>
                <a:lnTo>
                  <a:pt x="14710" y="5440"/>
                </a:lnTo>
                <a:lnTo>
                  <a:pt x="14710" y="3640"/>
                </a:lnTo>
                <a:lnTo>
                  <a:pt x="14710" y="1828"/>
                </a:lnTo>
                <a:lnTo>
                  <a:pt x="14710" y="0"/>
                </a:lnTo>
                <a:close/>
              </a:path>
            </a:pathLst>
          </a:custGeom>
          <a:solidFill>
            <a:srgbClr val="AF9C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2" name="contour_15590"/>
          <p:cNvSpPr/>
          <p:nvPr/>
        </p:nvSpPr>
        <p:spPr>
          <a:xfrm>
            <a:off x="5658568" y="485380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589" y="1679"/>
                </a:lnTo>
                <a:lnTo>
                  <a:pt x="16109" y="3348"/>
                </a:lnTo>
                <a:lnTo>
                  <a:pt x="17513" y="5027"/>
                </a:lnTo>
                <a:lnTo>
                  <a:pt x="18779" y="6739"/>
                </a:lnTo>
                <a:lnTo>
                  <a:pt x="19894" y="8513"/>
                </a:lnTo>
                <a:lnTo>
                  <a:pt x="20840" y="10374"/>
                </a:lnTo>
                <a:lnTo>
                  <a:pt x="21600" y="12343"/>
                </a:lnTo>
                <a:lnTo>
                  <a:pt x="20006" y="14352"/>
                </a:lnTo>
                <a:lnTo>
                  <a:pt x="18204" y="16126"/>
                </a:lnTo>
                <a:lnTo>
                  <a:pt x="16178" y="17706"/>
                </a:lnTo>
                <a:lnTo>
                  <a:pt x="13915" y="19119"/>
                </a:lnTo>
                <a:lnTo>
                  <a:pt x="11409" y="20406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9767"/>
                </a:lnTo>
                <a:lnTo>
                  <a:pt x="0" y="17928"/>
                </a:lnTo>
                <a:lnTo>
                  <a:pt x="0" y="16083"/>
                </a:lnTo>
                <a:lnTo>
                  <a:pt x="0" y="14222"/>
                </a:lnTo>
                <a:lnTo>
                  <a:pt x="0" y="12343"/>
                </a:lnTo>
                <a:lnTo>
                  <a:pt x="2566" y="12343"/>
                </a:lnTo>
                <a:lnTo>
                  <a:pt x="5141" y="12343"/>
                </a:lnTo>
                <a:lnTo>
                  <a:pt x="7724" y="12343"/>
                </a:lnTo>
                <a:lnTo>
                  <a:pt x="10329" y="12343"/>
                </a:lnTo>
                <a:lnTo>
                  <a:pt x="12960" y="12343"/>
                </a:lnTo>
                <a:lnTo>
                  <a:pt x="12960" y="10306"/>
                </a:lnTo>
                <a:lnTo>
                  <a:pt x="12960" y="8267"/>
                </a:lnTo>
                <a:lnTo>
                  <a:pt x="12960" y="6218"/>
                </a:lnTo>
                <a:lnTo>
                  <a:pt x="12960" y="4160"/>
                </a:lnTo>
                <a:lnTo>
                  <a:pt x="12960" y="2089"/>
                </a:lnTo>
                <a:lnTo>
                  <a:pt x="12960" y="0"/>
                </a:lnTo>
                <a:close/>
              </a:path>
            </a:pathLst>
          </a:custGeom>
          <a:solidFill>
            <a:srgbClr val="D159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3" name="contour_15591"/>
          <p:cNvSpPr/>
          <p:nvPr/>
        </p:nvSpPr>
        <p:spPr>
          <a:xfrm>
            <a:off x="4587233" y="486109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018" y="2009"/>
                </a:lnTo>
                <a:lnTo>
                  <a:pt x="15651" y="4044"/>
                </a:lnTo>
                <a:lnTo>
                  <a:pt x="17231" y="6126"/>
                </a:lnTo>
                <a:lnTo>
                  <a:pt x="18755" y="8290"/>
                </a:lnTo>
                <a:lnTo>
                  <a:pt x="20215" y="10558"/>
                </a:lnTo>
                <a:lnTo>
                  <a:pt x="21600" y="12960"/>
                </a:lnTo>
                <a:lnTo>
                  <a:pt x="21227" y="15980"/>
                </a:lnTo>
                <a:lnTo>
                  <a:pt x="20779" y="17889"/>
                </a:lnTo>
                <a:lnTo>
                  <a:pt x="19971" y="19492"/>
                </a:lnTo>
                <a:lnTo>
                  <a:pt x="18514" y="21600"/>
                </a:lnTo>
                <a:lnTo>
                  <a:pt x="16475" y="21600"/>
                </a:lnTo>
                <a:lnTo>
                  <a:pt x="14423" y="21600"/>
                </a:lnTo>
                <a:lnTo>
                  <a:pt x="12343" y="21600"/>
                </a:lnTo>
                <a:lnTo>
                  <a:pt x="12343" y="18744"/>
                </a:lnTo>
                <a:lnTo>
                  <a:pt x="12343" y="15872"/>
                </a:lnTo>
                <a:lnTo>
                  <a:pt x="12343" y="12960"/>
                </a:lnTo>
                <a:lnTo>
                  <a:pt x="10316" y="11668"/>
                </a:lnTo>
                <a:lnTo>
                  <a:pt x="8714" y="10968"/>
                </a:lnTo>
                <a:lnTo>
                  <a:pt x="6171" y="10260"/>
                </a:lnTo>
                <a:lnTo>
                  <a:pt x="4450" y="9772"/>
                </a:lnTo>
                <a:lnTo>
                  <a:pt x="2700" y="9279"/>
                </a:lnTo>
                <a:lnTo>
                  <a:pt x="1361" y="8960"/>
                </a:lnTo>
                <a:lnTo>
                  <a:pt x="0" y="8640"/>
                </a:lnTo>
                <a:lnTo>
                  <a:pt x="2037" y="8640"/>
                </a:lnTo>
                <a:lnTo>
                  <a:pt x="4076" y="8640"/>
                </a:lnTo>
                <a:lnTo>
                  <a:pt x="6125" y="8640"/>
                </a:lnTo>
                <a:lnTo>
                  <a:pt x="8183" y="8640"/>
                </a:lnTo>
                <a:lnTo>
                  <a:pt x="10254" y="8640"/>
                </a:lnTo>
                <a:lnTo>
                  <a:pt x="12343" y="8640"/>
                </a:lnTo>
                <a:lnTo>
                  <a:pt x="12343" y="5784"/>
                </a:lnTo>
                <a:lnTo>
                  <a:pt x="12343" y="2912"/>
                </a:lnTo>
                <a:lnTo>
                  <a:pt x="12343" y="0"/>
                </a:lnTo>
                <a:close/>
              </a:path>
            </a:pathLst>
          </a:custGeom>
          <a:solidFill>
            <a:srgbClr val="EBD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4" name="contour_15592"/>
          <p:cNvSpPr/>
          <p:nvPr/>
        </p:nvSpPr>
        <p:spPr>
          <a:xfrm>
            <a:off x="462230" y="4875666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454" y="1651"/>
                </a:lnTo>
                <a:lnTo>
                  <a:pt x="12830" y="2913"/>
                </a:lnTo>
                <a:lnTo>
                  <a:pt x="14731" y="4048"/>
                </a:lnTo>
                <a:lnTo>
                  <a:pt x="16567" y="5314"/>
                </a:lnTo>
                <a:lnTo>
                  <a:pt x="18720" y="6964"/>
                </a:lnTo>
                <a:lnTo>
                  <a:pt x="21600" y="9257"/>
                </a:lnTo>
                <a:lnTo>
                  <a:pt x="21010" y="11439"/>
                </a:lnTo>
                <a:lnTo>
                  <a:pt x="20124" y="13500"/>
                </a:lnTo>
                <a:lnTo>
                  <a:pt x="18979" y="15496"/>
                </a:lnTo>
                <a:lnTo>
                  <a:pt x="17626" y="17474"/>
                </a:lnTo>
                <a:lnTo>
                  <a:pt x="16085" y="19492"/>
                </a:lnTo>
                <a:lnTo>
                  <a:pt x="14400" y="21600"/>
                </a:lnTo>
                <a:lnTo>
                  <a:pt x="10030" y="21017"/>
                </a:lnTo>
                <a:lnTo>
                  <a:pt x="7078" y="20498"/>
                </a:lnTo>
                <a:lnTo>
                  <a:pt x="4183" y="19761"/>
                </a:lnTo>
                <a:lnTo>
                  <a:pt x="0" y="18514"/>
                </a:lnTo>
                <a:lnTo>
                  <a:pt x="101" y="16351"/>
                </a:lnTo>
                <a:lnTo>
                  <a:pt x="295" y="14777"/>
                </a:lnTo>
                <a:lnTo>
                  <a:pt x="706" y="13340"/>
                </a:lnTo>
                <a:lnTo>
                  <a:pt x="1462" y="11587"/>
                </a:lnTo>
                <a:lnTo>
                  <a:pt x="2700" y="9066"/>
                </a:lnTo>
                <a:lnTo>
                  <a:pt x="3499" y="7372"/>
                </a:lnTo>
                <a:lnTo>
                  <a:pt x="4306" y="5668"/>
                </a:lnTo>
                <a:lnTo>
                  <a:pt x="5119" y="3940"/>
                </a:lnTo>
                <a:lnTo>
                  <a:pt x="6149" y="1984"/>
                </a:lnTo>
                <a:lnTo>
                  <a:pt x="7200" y="0"/>
                </a:lnTo>
                <a:close/>
              </a:path>
            </a:pathLst>
          </a:custGeom>
          <a:solidFill>
            <a:srgbClr val="3024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5" name="contour_15593"/>
          <p:cNvSpPr/>
          <p:nvPr/>
        </p:nvSpPr>
        <p:spPr>
          <a:xfrm>
            <a:off x="4499777" y="486109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785" y="2138"/>
                </a:lnTo>
                <a:lnTo>
                  <a:pt x="12315" y="4281"/>
                </a:lnTo>
                <a:lnTo>
                  <a:pt x="13846" y="6424"/>
                </a:lnTo>
                <a:lnTo>
                  <a:pt x="15382" y="8575"/>
                </a:lnTo>
                <a:lnTo>
                  <a:pt x="16925" y="10735"/>
                </a:lnTo>
                <a:lnTo>
                  <a:pt x="18474" y="12904"/>
                </a:lnTo>
                <a:lnTo>
                  <a:pt x="20032" y="15085"/>
                </a:lnTo>
                <a:lnTo>
                  <a:pt x="21600" y="17280"/>
                </a:lnTo>
                <a:lnTo>
                  <a:pt x="19462" y="17708"/>
                </a:lnTo>
                <a:lnTo>
                  <a:pt x="17320" y="18135"/>
                </a:lnTo>
                <a:lnTo>
                  <a:pt x="15179" y="18563"/>
                </a:lnTo>
                <a:lnTo>
                  <a:pt x="13034" y="18995"/>
                </a:lnTo>
                <a:lnTo>
                  <a:pt x="10880" y="19423"/>
                </a:lnTo>
                <a:lnTo>
                  <a:pt x="8723" y="19855"/>
                </a:lnTo>
                <a:lnTo>
                  <a:pt x="6557" y="20287"/>
                </a:lnTo>
                <a:lnTo>
                  <a:pt x="4382" y="20723"/>
                </a:lnTo>
                <a:lnTo>
                  <a:pt x="2197" y="21159"/>
                </a:lnTo>
                <a:lnTo>
                  <a:pt x="0" y="21600"/>
                </a:lnTo>
                <a:lnTo>
                  <a:pt x="765" y="19462"/>
                </a:lnTo>
                <a:lnTo>
                  <a:pt x="1531" y="17315"/>
                </a:lnTo>
                <a:lnTo>
                  <a:pt x="2305" y="15150"/>
                </a:lnTo>
                <a:lnTo>
                  <a:pt x="3086" y="12960"/>
                </a:lnTo>
                <a:lnTo>
                  <a:pt x="5125" y="12960"/>
                </a:lnTo>
                <a:lnTo>
                  <a:pt x="7177" y="12960"/>
                </a:lnTo>
                <a:lnTo>
                  <a:pt x="9257" y="12960"/>
                </a:lnTo>
                <a:lnTo>
                  <a:pt x="9257" y="10394"/>
                </a:lnTo>
                <a:lnTo>
                  <a:pt x="9257" y="7819"/>
                </a:lnTo>
                <a:lnTo>
                  <a:pt x="9257" y="5236"/>
                </a:lnTo>
                <a:lnTo>
                  <a:pt x="9257" y="2631"/>
                </a:lnTo>
                <a:lnTo>
                  <a:pt x="9257" y="0"/>
                </a:lnTo>
                <a:close/>
              </a:path>
            </a:pathLst>
          </a:custGeom>
          <a:solidFill>
            <a:srgbClr val="DEB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6" name="contour_15594"/>
          <p:cNvSpPr/>
          <p:nvPr/>
        </p:nvSpPr>
        <p:spPr>
          <a:xfrm>
            <a:off x="5862632" y="4853802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832" y="1418"/>
                </a:lnTo>
                <a:lnTo>
                  <a:pt x="10114" y="2498"/>
                </a:lnTo>
                <a:lnTo>
                  <a:pt x="13235" y="3362"/>
                </a:lnTo>
                <a:lnTo>
                  <a:pt x="15563" y="4140"/>
                </a:lnTo>
                <a:lnTo>
                  <a:pt x="17485" y="4954"/>
                </a:lnTo>
                <a:lnTo>
                  <a:pt x="19370" y="5933"/>
                </a:lnTo>
                <a:lnTo>
                  <a:pt x="21600" y="7200"/>
                </a:lnTo>
                <a:lnTo>
                  <a:pt x="21541" y="9778"/>
                </a:lnTo>
                <a:lnTo>
                  <a:pt x="21065" y="12226"/>
                </a:lnTo>
                <a:lnTo>
                  <a:pt x="20234" y="14591"/>
                </a:lnTo>
                <a:lnTo>
                  <a:pt x="19105" y="16909"/>
                </a:lnTo>
                <a:lnTo>
                  <a:pt x="17744" y="19231"/>
                </a:lnTo>
                <a:lnTo>
                  <a:pt x="16200" y="21600"/>
                </a:lnTo>
                <a:lnTo>
                  <a:pt x="14861" y="19818"/>
                </a:lnTo>
                <a:lnTo>
                  <a:pt x="13522" y="18029"/>
                </a:lnTo>
                <a:lnTo>
                  <a:pt x="12166" y="16225"/>
                </a:lnTo>
                <a:lnTo>
                  <a:pt x="10800" y="14400"/>
                </a:lnTo>
                <a:lnTo>
                  <a:pt x="9628" y="14789"/>
                </a:lnTo>
                <a:lnTo>
                  <a:pt x="8116" y="15296"/>
                </a:lnTo>
                <a:lnTo>
                  <a:pt x="5243" y="16254"/>
                </a:lnTo>
                <a:lnTo>
                  <a:pt x="0" y="18000"/>
                </a:lnTo>
                <a:lnTo>
                  <a:pt x="0" y="15455"/>
                </a:lnTo>
                <a:lnTo>
                  <a:pt x="0" y="12906"/>
                </a:lnTo>
                <a:lnTo>
                  <a:pt x="0" y="10350"/>
                </a:lnTo>
                <a:lnTo>
                  <a:pt x="0" y="7783"/>
                </a:lnTo>
                <a:lnTo>
                  <a:pt x="0" y="5206"/>
                </a:lnTo>
                <a:lnTo>
                  <a:pt x="0" y="2614"/>
                </a:lnTo>
                <a:lnTo>
                  <a:pt x="0" y="0"/>
                </a:lnTo>
                <a:close/>
              </a:path>
            </a:pathLst>
          </a:custGeom>
          <a:solidFill>
            <a:srgbClr val="BED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7" name="contour_15595"/>
          <p:cNvSpPr/>
          <p:nvPr/>
        </p:nvSpPr>
        <p:spPr>
          <a:xfrm>
            <a:off x="4279498" y="4853802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2088" y="484"/>
                </a:lnTo>
                <a:lnTo>
                  <a:pt x="3171" y="937"/>
                </a:lnTo>
                <a:lnTo>
                  <a:pt x="4419" y="1456"/>
                </a:lnTo>
                <a:lnTo>
                  <a:pt x="6073" y="2147"/>
                </a:lnTo>
                <a:lnTo>
                  <a:pt x="8375" y="3110"/>
                </a:lnTo>
                <a:lnTo>
                  <a:pt x="11567" y="4445"/>
                </a:lnTo>
                <a:lnTo>
                  <a:pt x="15895" y="6255"/>
                </a:lnTo>
                <a:lnTo>
                  <a:pt x="21600" y="8640"/>
                </a:lnTo>
                <a:lnTo>
                  <a:pt x="20781" y="11206"/>
                </a:lnTo>
                <a:lnTo>
                  <a:pt x="19959" y="13781"/>
                </a:lnTo>
                <a:lnTo>
                  <a:pt x="19136" y="16364"/>
                </a:lnTo>
                <a:lnTo>
                  <a:pt x="18305" y="18969"/>
                </a:lnTo>
                <a:lnTo>
                  <a:pt x="17466" y="21600"/>
                </a:lnTo>
                <a:lnTo>
                  <a:pt x="14539" y="21298"/>
                </a:lnTo>
                <a:lnTo>
                  <a:pt x="11707" y="20904"/>
                </a:lnTo>
                <a:lnTo>
                  <a:pt x="8946" y="20369"/>
                </a:lnTo>
                <a:lnTo>
                  <a:pt x="6242" y="19626"/>
                </a:lnTo>
                <a:lnTo>
                  <a:pt x="3580" y="18615"/>
                </a:lnTo>
                <a:lnTo>
                  <a:pt x="930" y="17280"/>
                </a:lnTo>
                <a:lnTo>
                  <a:pt x="298" y="14282"/>
                </a:lnTo>
                <a:lnTo>
                  <a:pt x="12" y="11478"/>
                </a:lnTo>
                <a:lnTo>
                  <a:pt x="0" y="8761"/>
                </a:lnTo>
                <a:lnTo>
                  <a:pt x="198" y="6018"/>
                </a:lnTo>
                <a:lnTo>
                  <a:pt x="533" y="3132"/>
                </a:lnTo>
                <a:lnTo>
                  <a:pt x="930" y="0"/>
                </a:lnTo>
                <a:close/>
              </a:path>
            </a:pathLst>
          </a:custGeom>
          <a:solidFill>
            <a:srgbClr val="EBE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8" name="contour_15596"/>
          <p:cNvSpPr/>
          <p:nvPr/>
        </p:nvSpPr>
        <p:spPr>
          <a:xfrm>
            <a:off x="10956938" y="4839226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0"/>
                </a:moveTo>
                <a:lnTo>
                  <a:pt x="19345" y="3564"/>
                </a:lnTo>
                <a:lnTo>
                  <a:pt x="19791" y="7133"/>
                </a:lnTo>
                <a:lnTo>
                  <a:pt x="20239" y="10719"/>
                </a:lnTo>
                <a:lnTo>
                  <a:pt x="20690" y="14321"/>
                </a:lnTo>
                <a:lnTo>
                  <a:pt x="21144" y="17944"/>
                </a:lnTo>
                <a:lnTo>
                  <a:pt x="21600" y="21600"/>
                </a:lnTo>
                <a:lnTo>
                  <a:pt x="19818" y="21152"/>
                </a:lnTo>
                <a:lnTo>
                  <a:pt x="18036" y="20709"/>
                </a:lnTo>
                <a:lnTo>
                  <a:pt x="16251" y="20261"/>
                </a:lnTo>
                <a:lnTo>
                  <a:pt x="14464" y="19818"/>
                </a:lnTo>
                <a:lnTo>
                  <a:pt x="12674" y="19370"/>
                </a:lnTo>
                <a:lnTo>
                  <a:pt x="10881" y="18922"/>
                </a:lnTo>
                <a:lnTo>
                  <a:pt x="9083" y="18473"/>
                </a:lnTo>
                <a:lnTo>
                  <a:pt x="7279" y="18020"/>
                </a:lnTo>
                <a:lnTo>
                  <a:pt x="5470" y="17566"/>
                </a:lnTo>
                <a:lnTo>
                  <a:pt x="3656" y="17113"/>
                </a:lnTo>
                <a:lnTo>
                  <a:pt x="1831" y="16659"/>
                </a:lnTo>
                <a:lnTo>
                  <a:pt x="0" y="16200"/>
                </a:lnTo>
                <a:lnTo>
                  <a:pt x="670" y="13527"/>
                </a:lnTo>
                <a:lnTo>
                  <a:pt x="1339" y="10843"/>
                </a:lnTo>
                <a:lnTo>
                  <a:pt x="2017" y="8138"/>
                </a:lnTo>
                <a:lnTo>
                  <a:pt x="2700" y="5400"/>
                </a:lnTo>
                <a:lnTo>
                  <a:pt x="4560" y="4909"/>
                </a:lnTo>
                <a:lnTo>
                  <a:pt x="5883" y="4709"/>
                </a:lnTo>
                <a:lnTo>
                  <a:pt x="7303" y="4774"/>
                </a:lnTo>
                <a:lnTo>
                  <a:pt x="9450" y="5065"/>
                </a:lnTo>
                <a:lnTo>
                  <a:pt x="11597" y="5341"/>
                </a:lnTo>
                <a:lnTo>
                  <a:pt x="13017" y="5470"/>
                </a:lnTo>
                <a:lnTo>
                  <a:pt x="14340" y="5476"/>
                </a:lnTo>
                <a:lnTo>
                  <a:pt x="16200" y="5400"/>
                </a:lnTo>
                <a:lnTo>
                  <a:pt x="17539" y="2722"/>
                </a:lnTo>
                <a:lnTo>
                  <a:pt x="18900" y="0"/>
                </a:lnTo>
                <a:close/>
              </a:path>
            </a:pathLst>
          </a:custGeom>
          <a:solidFill>
            <a:srgbClr val="A7AB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599" name="contour_15597"/>
          <p:cNvSpPr/>
          <p:nvPr/>
        </p:nvSpPr>
        <p:spPr>
          <a:xfrm>
            <a:off x="10133395" y="4839226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81" y="553"/>
                </a:lnTo>
                <a:lnTo>
                  <a:pt x="8686" y="1054"/>
                </a:lnTo>
                <a:lnTo>
                  <a:pt x="11800" y="1711"/>
                </a:lnTo>
                <a:lnTo>
                  <a:pt x="15406" y="2730"/>
                </a:lnTo>
                <a:lnTo>
                  <a:pt x="20487" y="4320"/>
                </a:lnTo>
                <a:lnTo>
                  <a:pt x="21252" y="7279"/>
                </a:lnTo>
                <a:lnTo>
                  <a:pt x="21593" y="10113"/>
                </a:lnTo>
                <a:lnTo>
                  <a:pt x="21600" y="12887"/>
                </a:lnTo>
                <a:lnTo>
                  <a:pt x="21361" y="15677"/>
                </a:lnTo>
                <a:lnTo>
                  <a:pt x="20958" y="18559"/>
                </a:lnTo>
                <a:lnTo>
                  <a:pt x="20487" y="21600"/>
                </a:lnTo>
                <a:lnTo>
                  <a:pt x="16430" y="21600"/>
                </a:lnTo>
                <a:lnTo>
                  <a:pt x="12360" y="21600"/>
                </a:lnTo>
                <a:lnTo>
                  <a:pt x="8277" y="21600"/>
                </a:lnTo>
                <a:lnTo>
                  <a:pt x="4159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8F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0" name="contour_15598"/>
          <p:cNvSpPr/>
          <p:nvPr/>
        </p:nvSpPr>
        <p:spPr>
          <a:xfrm>
            <a:off x="2196772" y="4845326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0887" y="4270"/>
                </a:lnTo>
                <a:lnTo>
                  <a:pt x="20174" y="7700"/>
                </a:lnTo>
                <a:lnTo>
                  <a:pt x="19457" y="11145"/>
                </a:lnTo>
                <a:lnTo>
                  <a:pt x="18736" y="14606"/>
                </a:lnTo>
                <a:lnTo>
                  <a:pt x="18010" y="18087"/>
                </a:lnTo>
                <a:lnTo>
                  <a:pt x="17280" y="21600"/>
                </a:lnTo>
                <a:lnTo>
                  <a:pt x="14429" y="20744"/>
                </a:lnTo>
                <a:lnTo>
                  <a:pt x="11573" y="19888"/>
                </a:lnTo>
                <a:lnTo>
                  <a:pt x="8705" y="19026"/>
                </a:lnTo>
                <a:lnTo>
                  <a:pt x="5823" y="18160"/>
                </a:lnTo>
                <a:lnTo>
                  <a:pt x="2925" y="17288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38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1" name="contour_15599"/>
          <p:cNvSpPr/>
          <p:nvPr/>
        </p:nvSpPr>
        <p:spPr>
          <a:xfrm>
            <a:off x="863070" y="483922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832"/>
                </a:lnTo>
                <a:lnTo>
                  <a:pt x="11275" y="3668"/>
                </a:lnTo>
                <a:lnTo>
                  <a:pt x="13320" y="5508"/>
                </a:lnTo>
                <a:lnTo>
                  <a:pt x="15372" y="7357"/>
                </a:lnTo>
                <a:lnTo>
                  <a:pt x="17435" y="9210"/>
                </a:lnTo>
                <a:lnTo>
                  <a:pt x="19508" y="11081"/>
                </a:lnTo>
                <a:lnTo>
                  <a:pt x="21600" y="12960"/>
                </a:lnTo>
                <a:lnTo>
                  <a:pt x="19224" y="12960"/>
                </a:lnTo>
                <a:lnTo>
                  <a:pt x="16844" y="12960"/>
                </a:lnTo>
                <a:lnTo>
                  <a:pt x="14454" y="12960"/>
                </a:lnTo>
                <a:lnTo>
                  <a:pt x="12053" y="12960"/>
                </a:lnTo>
                <a:lnTo>
                  <a:pt x="9637" y="12960"/>
                </a:lnTo>
                <a:lnTo>
                  <a:pt x="7200" y="12960"/>
                </a:lnTo>
                <a:lnTo>
                  <a:pt x="7200" y="15816"/>
                </a:lnTo>
                <a:lnTo>
                  <a:pt x="7200" y="18688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1048" y="16066"/>
                </a:lnTo>
                <a:lnTo>
                  <a:pt x="1883" y="11845"/>
                </a:lnTo>
                <a:lnTo>
                  <a:pt x="2596" y="8692"/>
                </a:lnTo>
                <a:lnTo>
                  <a:pt x="3262" y="6346"/>
                </a:lnTo>
                <a:lnTo>
                  <a:pt x="3974" y="4558"/>
                </a:lnTo>
                <a:lnTo>
                  <a:pt x="4810" y="3072"/>
                </a:lnTo>
                <a:lnTo>
                  <a:pt x="5857" y="1637"/>
                </a:lnTo>
                <a:lnTo>
                  <a:pt x="7200" y="0"/>
                </a:lnTo>
                <a:close/>
              </a:path>
            </a:pathLst>
          </a:custGeom>
          <a:solidFill>
            <a:srgbClr val="2D2C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2" name="contour_15600"/>
          <p:cNvSpPr/>
          <p:nvPr/>
        </p:nvSpPr>
        <p:spPr>
          <a:xfrm>
            <a:off x="774958" y="4845778"/>
            <a:ext cx="44384" cy="29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32"/>
                </a:moveTo>
                <a:lnTo>
                  <a:pt x="20550" y="4466"/>
                </a:lnTo>
                <a:lnTo>
                  <a:pt x="19454" y="7537"/>
                </a:lnTo>
                <a:lnTo>
                  <a:pt x="18106" y="10028"/>
                </a:lnTo>
                <a:lnTo>
                  <a:pt x="16301" y="12219"/>
                </a:lnTo>
                <a:lnTo>
                  <a:pt x="13829" y="14400"/>
                </a:lnTo>
                <a:lnTo>
                  <a:pt x="12222" y="15253"/>
                </a:lnTo>
                <a:lnTo>
                  <a:pt x="10605" y="16117"/>
                </a:lnTo>
                <a:lnTo>
                  <a:pt x="8966" y="16991"/>
                </a:lnTo>
                <a:lnTo>
                  <a:pt x="7349" y="17876"/>
                </a:lnTo>
                <a:lnTo>
                  <a:pt x="5721" y="18766"/>
                </a:lnTo>
                <a:lnTo>
                  <a:pt x="4075" y="19667"/>
                </a:lnTo>
                <a:lnTo>
                  <a:pt x="2210" y="20626"/>
                </a:lnTo>
                <a:lnTo>
                  <a:pt x="319" y="21600"/>
                </a:lnTo>
                <a:lnTo>
                  <a:pt x="106" y="17839"/>
                </a:lnTo>
                <a:lnTo>
                  <a:pt x="0" y="15137"/>
                </a:lnTo>
                <a:lnTo>
                  <a:pt x="0" y="12736"/>
                </a:lnTo>
                <a:lnTo>
                  <a:pt x="106" y="9876"/>
                </a:lnTo>
                <a:lnTo>
                  <a:pt x="319" y="5799"/>
                </a:lnTo>
                <a:lnTo>
                  <a:pt x="2320" y="3550"/>
                </a:lnTo>
                <a:lnTo>
                  <a:pt x="4476" y="1949"/>
                </a:lnTo>
                <a:lnTo>
                  <a:pt x="6764" y="885"/>
                </a:lnTo>
                <a:lnTo>
                  <a:pt x="9154" y="274"/>
                </a:lnTo>
                <a:lnTo>
                  <a:pt x="11612" y="11"/>
                </a:lnTo>
                <a:lnTo>
                  <a:pt x="14116" y="0"/>
                </a:lnTo>
                <a:lnTo>
                  <a:pt x="16634" y="153"/>
                </a:lnTo>
                <a:lnTo>
                  <a:pt x="19139" y="358"/>
                </a:lnTo>
                <a:lnTo>
                  <a:pt x="21600" y="532"/>
                </a:lnTo>
                <a:close/>
              </a:path>
            </a:pathLst>
          </a:custGeom>
          <a:solidFill>
            <a:srgbClr val="1B1A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3" name="contour_15601"/>
          <p:cNvSpPr/>
          <p:nvPr/>
        </p:nvSpPr>
        <p:spPr>
          <a:xfrm>
            <a:off x="7363958" y="483193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FCE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4" name="contour_15602"/>
          <p:cNvSpPr/>
          <p:nvPr/>
        </p:nvSpPr>
        <p:spPr>
          <a:xfrm>
            <a:off x="11510825" y="4831938"/>
            <a:ext cx="51016" cy="293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2343" y="3550"/>
                </a:lnTo>
                <a:lnTo>
                  <a:pt x="12343" y="7121"/>
                </a:lnTo>
                <a:lnTo>
                  <a:pt x="12343" y="10741"/>
                </a:lnTo>
                <a:lnTo>
                  <a:pt x="14176" y="10741"/>
                </a:lnTo>
                <a:lnTo>
                  <a:pt x="16015" y="10741"/>
                </a:lnTo>
                <a:lnTo>
                  <a:pt x="17860" y="10741"/>
                </a:lnTo>
                <a:lnTo>
                  <a:pt x="19721" y="10741"/>
                </a:lnTo>
                <a:lnTo>
                  <a:pt x="21600" y="10741"/>
                </a:lnTo>
                <a:lnTo>
                  <a:pt x="20955" y="13969"/>
                </a:lnTo>
                <a:lnTo>
                  <a:pt x="20418" y="16160"/>
                </a:lnTo>
                <a:lnTo>
                  <a:pt x="19702" y="18329"/>
                </a:lnTo>
                <a:lnTo>
                  <a:pt x="18514" y="21482"/>
                </a:lnTo>
                <a:lnTo>
                  <a:pt x="16487" y="21600"/>
                </a:lnTo>
                <a:lnTo>
                  <a:pt x="14503" y="21455"/>
                </a:lnTo>
                <a:lnTo>
                  <a:pt x="12553" y="21068"/>
                </a:lnTo>
                <a:lnTo>
                  <a:pt x="10630" y="20456"/>
                </a:lnTo>
                <a:lnTo>
                  <a:pt x="8729" y="19634"/>
                </a:lnTo>
                <a:lnTo>
                  <a:pt x="6841" y="18625"/>
                </a:lnTo>
                <a:lnTo>
                  <a:pt x="4962" y="17449"/>
                </a:lnTo>
                <a:lnTo>
                  <a:pt x="3086" y="16111"/>
                </a:lnTo>
                <a:lnTo>
                  <a:pt x="1858" y="11955"/>
                </a:lnTo>
                <a:lnTo>
                  <a:pt x="1083" y="9038"/>
                </a:lnTo>
                <a:lnTo>
                  <a:pt x="614" y="6590"/>
                </a:lnTo>
                <a:lnTo>
                  <a:pt x="302" y="3835"/>
                </a:lnTo>
                <a:lnTo>
                  <a:pt x="0" y="0"/>
                </a:lnTo>
                <a:close/>
              </a:path>
            </a:pathLst>
          </a:custGeom>
          <a:solidFill>
            <a:srgbClr val="B9BC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5" name="contour_15603"/>
          <p:cNvSpPr/>
          <p:nvPr/>
        </p:nvSpPr>
        <p:spPr>
          <a:xfrm>
            <a:off x="7159894" y="4810074"/>
            <a:ext cx="2837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97" y="0"/>
                </a:moveTo>
                <a:lnTo>
                  <a:pt x="14592" y="3178"/>
                </a:lnTo>
                <a:lnTo>
                  <a:pt x="17289" y="5712"/>
                </a:lnTo>
                <a:lnTo>
                  <a:pt x="19264" y="7751"/>
                </a:lnTo>
                <a:lnTo>
                  <a:pt x="20596" y="9442"/>
                </a:lnTo>
                <a:lnTo>
                  <a:pt x="21350" y="10927"/>
                </a:lnTo>
                <a:lnTo>
                  <a:pt x="21600" y="12352"/>
                </a:lnTo>
                <a:lnTo>
                  <a:pt x="21434" y="13867"/>
                </a:lnTo>
                <a:lnTo>
                  <a:pt x="20912" y="15614"/>
                </a:lnTo>
                <a:lnTo>
                  <a:pt x="20113" y="17743"/>
                </a:lnTo>
                <a:lnTo>
                  <a:pt x="18393" y="19656"/>
                </a:lnTo>
                <a:lnTo>
                  <a:pt x="16645" y="21600"/>
                </a:lnTo>
                <a:lnTo>
                  <a:pt x="13349" y="20989"/>
                </a:lnTo>
                <a:lnTo>
                  <a:pt x="10043" y="20375"/>
                </a:lnTo>
                <a:lnTo>
                  <a:pt x="6725" y="19761"/>
                </a:lnTo>
                <a:lnTo>
                  <a:pt x="3379" y="19141"/>
                </a:lnTo>
                <a:lnTo>
                  <a:pt x="0" y="18514"/>
                </a:lnTo>
                <a:lnTo>
                  <a:pt x="1232" y="16456"/>
                </a:lnTo>
                <a:lnTo>
                  <a:pt x="2469" y="14401"/>
                </a:lnTo>
                <a:lnTo>
                  <a:pt x="3701" y="12343"/>
                </a:lnTo>
                <a:lnTo>
                  <a:pt x="4933" y="10285"/>
                </a:lnTo>
                <a:lnTo>
                  <a:pt x="6164" y="8230"/>
                </a:lnTo>
                <a:lnTo>
                  <a:pt x="7396" y="6171"/>
                </a:lnTo>
                <a:lnTo>
                  <a:pt x="8628" y="4113"/>
                </a:lnTo>
                <a:lnTo>
                  <a:pt x="9865" y="2058"/>
                </a:lnTo>
                <a:lnTo>
                  <a:pt x="11097" y="0"/>
                </a:lnTo>
                <a:close/>
              </a:path>
            </a:pathLst>
          </a:custGeom>
          <a:solidFill>
            <a:srgbClr val="D8E1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6" name="contour_15604"/>
          <p:cNvSpPr/>
          <p:nvPr/>
        </p:nvSpPr>
        <p:spPr>
          <a:xfrm>
            <a:off x="7276502" y="4824519"/>
            <a:ext cx="58304" cy="219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92" y="10421"/>
                </a:moveTo>
                <a:lnTo>
                  <a:pt x="19454" y="14114"/>
                </a:lnTo>
                <a:lnTo>
                  <a:pt x="20520" y="1782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7" y="21600"/>
                </a:lnTo>
                <a:lnTo>
                  <a:pt x="12677" y="21600"/>
                </a:lnTo>
                <a:lnTo>
                  <a:pt x="10881" y="21600"/>
                </a:lnTo>
                <a:lnTo>
                  <a:pt x="9086" y="21600"/>
                </a:lnTo>
                <a:lnTo>
                  <a:pt x="7282" y="21600"/>
                </a:lnTo>
                <a:lnTo>
                  <a:pt x="5473" y="21600"/>
                </a:lnTo>
                <a:lnTo>
                  <a:pt x="3656" y="21600"/>
                </a:lnTo>
                <a:lnTo>
                  <a:pt x="1833" y="21600"/>
                </a:lnTo>
                <a:lnTo>
                  <a:pt x="0" y="21600"/>
                </a:lnTo>
                <a:lnTo>
                  <a:pt x="0" y="16869"/>
                </a:lnTo>
                <a:lnTo>
                  <a:pt x="0" y="12110"/>
                </a:lnTo>
                <a:lnTo>
                  <a:pt x="0" y="7286"/>
                </a:lnTo>
                <a:lnTo>
                  <a:pt x="1958" y="4767"/>
                </a:lnTo>
                <a:lnTo>
                  <a:pt x="3907" y="2720"/>
                </a:lnTo>
                <a:lnTo>
                  <a:pt x="5843" y="1210"/>
                </a:lnTo>
                <a:lnTo>
                  <a:pt x="7754" y="279"/>
                </a:lnTo>
                <a:lnTo>
                  <a:pt x="9636" y="0"/>
                </a:lnTo>
                <a:lnTo>
                  <a:pt x="11486" y="437"/>
                </a:lnTo>
                <a:lnTo>
                  <a:pt x="13292" y="1632"/>
                </a:lnTo>
                <a:lnTo>
                  <a:pt x="15050" y="3657"/>
                </a:lnTo>
                <a:lnTo>
                  <a:pt x="16754" y="6563"/>
                </a:lnTo>
                <a:lnTo>
                  <a:pt x="18392" y="10421"/>
                </a:lnTo>
                <a:close/>
              </a:path>
            </a:pathLst>
          </a:custGeom>
          <a:solidFill>
            <a:srgbClr val="32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7" name="contour_15605"/>
          <p:cNvSpPr/>
          <p:nvPr/>
        </p:nvSpPr>
        <p:spPr>
          <a:xfrm>
            <a:off x="7152606" y="4802786"/>
            <a:ext cx="230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16" y="0"/>
                </a:moveTo>
                <a:lnTo>
                  <a:pt x="11321" y="0"/>
                </a:lnTo>
                <a:lnTo>
                  <a:pt x="15854" y="0"/>
                </a:lnTo>
                <a:lnTo>
                  <a:pt x="20448" y="0"/>
                </a:lnTo>
                <a:lnTo>
                  <a:pt x="20918" y="2231"/>
                </a:lnTo>
                <a:lnTo>
                  <a:pt x="21293" y="4440"/>
                </a:lnTo>
                <a:lnTo>
                  <a:pt x="21532" y="6631"/>
                </a:lnTo>
                <a:lnTo>
                  <a:pt x="21600" y="8816"/>
                </a:lnTo>
                <a:lnTo>
                  <a:pt x="21464" y="11004"/>
                </a:lnTo>
                <a:lnTo>
                  <a:pt x="21096" y="13204"/>
                </a:lnTo>
                <a:lnTo>
                  <a:pt x="20448" y="15429"/>
                </a:lnTo>
                <a:lnTo>
                  <a:pt x="16093" y="17144"/>
                </a:lnTo>
                <a:lnTo>
                  <a:pt x="12875" y="18357"/>
                </a:lnTo>
                <a:lnTo>
                  <a:pt x="10224" y="19236"/>
                </a:lnTo>
                <a:lnTo>
                  <a:pt x="7573" y="19955"/>
                </a:lnTo>
                <a:lnTo>
                  <a:pt x="4355" y="20687"/>
                </a:lnTo>
                <a:lnTo>
                  <a:pt x="0" y="21600"/>
                </a:lnTo>
                <a:lnTo>
                  <a:pt x="675" y="19462"/>
                </a:lnTo>
                <a:lnTo>
                  <a:pt x="1350" y="17320"/>
                </a:lnTo>
                <a:lnTo>
                  <a:pt x="2024" y="15179"/>
                </a:lnTo>
                <a:lnTo>
                  <a:pt x="2706" y="13034"/>
                </a:lnTo>
                <a:lnTo>
                  <a:pt x="3381" y="10880"/>
                </a:lnTo>
                <a:lnTo>
                  <a:pt x="4062" y="8723"/>
                </a:lnTo>
                <a:lnTo>
                  <a:pt x="4744" y="6557"/>
                </a:lnTo>
                <a:lnTo>
                  <a:pt x="5432" y="4382"/>
                </a:lnTo>
                <a:lnTo>
                  <a:pt x="6121" y="2197"/>
                </a:lnTo>
                <a:lnTo>
                  <a:pt x="6816" y="0"/>
                </a:lnTo>
                <a:close/>
              </a:path>
            </a:pathLst>
          </a:custGeom>
          <a:solidFill>
            <a:srgbClr val="EB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8" name="contour_15606"/>
          <p:cNvSpPr/>
          <p:nvPr/>
        </p:nvSpPr>
        <p:spPr>
          <a:xfrm>
            <a:off x="11255746" y="4793407"/>
            <a:ext cx="72880" cy="31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446"/>
                </a:moveTo>
                <a:lnTo>
                  <a:pt x="3089" y="917"/>
                </a:lnTo>
                <a:lnTo>
                  <a:pt x="5679" y="494"/>
                </a:lnTo>
                <a:lnTo>
                  <a:pt x="7832" y="197"/>
                </a:lnTo>
                <a:lnTo>
                  <a:pt x="9608" y="25"/>
                </a:lnTo>
                <a:lnTo>
                  <a:pt x="11068" y="0"/>
                </a:lnTo>
                <a:lnTo>
                  <a:pt x="12273" y="131"/>
                </a:lnTo>
                <a:lnTo>
                  <a:pt x="13284" y="423"/>
                </a:lnTo>
                <a:lnTo>
                  <a:pt x="14161" y="897"/>
                </a:lnTo>
                <a:lnTo>
                  <a:pt x="14969" y="1562"/>
                </a:lnTo>
                <a:lnTo>
                  <a:pt x="15764" y="2429"/>
                </a:lnTo>
                <a:lnTo>
                  <a:pt x="16610" y="3507"/>
                </a:lnTo>
                <a:lnTo>
                  <a:pt x="17567" y="4812"/>
                </a:lnTo>
                <a:lnTo>
                  <a:pt x="18433" y="6918"/>
                </a:lnTo>
                <a:lnTo>
                  <a:pt x="19077" y="8581"/>
                </a:lnTo>
                <a:lnTo>
                  <a:pt x="19691" y="10369"/>
                </a:lnTo>
                <a:lnTo>
                  <a:pt x="20466" y="12838"/>
                </a:lnTo>
                <a:lnTo>
                  <a:pt x="21600" y="16562"/>
                </a:lnTo>
                <a:lnTo>
                  <a:pt x="20317" y="17559"/>
                </a:lnTo>
                <a:lnTo>
                  <a:pt x="19030" y="18562"/>
                </a:lnTo>
                <a:lnTo>
                  <a:pt x="17738" y="19564"/>
                </a:lnTo>
                <a:lnTo>
                  <a:pt x="16435" y="20577"/>
                </a:lnTo>
                <a:lnTo>
                  <a:pt x="15120" y="21600"/>
                </a:lnTo>
                <a:lnTo>
                  <a:pt x="15079" y="20492"/>
                </a:lnTo>
                <a:lnTo>
                  <a:pt x="15010" y="18532"/>
                </a:lnTo>
                <a:lnTo>
                  <a:pt x="14850" y="14042"/>
                </a:lnTo>
                <a:lnTo>
                  <a:pt x="14574" y="12934"/>
                </a:lnTo>
                <a:lnTo>
                  <a:pt x="14083" y="10974"/>
                </a:lnTo>
                <a:lnTo>
                  <a:pt x="12960" y="6485"/>
                </a:lnTo>
                <a:lnTo>
                  <a:pt x="11513" y="6076"/>
                </a:lnTo>
                <a:lnTo>
                  <a:pt x="10072" y="5804"/>
                </a:lnTo>
                <a:lnTo>
                  <a:pt x="8636" y="5653"/>
                </a:lnTo>
                <a:lnTo>
                  <a:pt x="7204" y="5613"/>
                </a:lnTo>
                <a:lnTo>
                  <a:pt x="5769" y="5663"/>
                </a:lnTo>
                <a:lnTo>
                  <a:pt x="4335" y="5789"/>
                </a:lnTo>
                <a:lnTo>
                  <a:pt x="2897" y="5981"/>
                </a:lnTo>
                <a:lnTo>
                  <a:pt x="1454" y="6217"/>
                </a:lnTo>
                <a:lnTo>
                  <a:pt x="0" y="6485"/>
                </a:lnTo>
                <a:lnTo>
                  <a:pt x="0" y="3985"/>
                </a:lnTo>
                <a:lnTo>
                  <a:pt x="0" y="1446"/>
                </a:lnTo>
                <a:close/>
              </a:path>
            </a:pathLst>
          </a:custGeom>
          <a:solidFill>
            <a:srgbClr val="E4E5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09" name="contour_15607"/>
          <p:cNvSpPr/>
          <p:nvPr/>
        </p:nvSpPr>
        <p:spPr>
          <a:xfrm>
            <a:off x="710022" y="4808857"/>
            <a:ext cx="36440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66"/>
                </a:moveTo>
                <a:lnTo>
                  <a:pt x="7452" y="166"/>
                </a:lnTo>
                <a:lnTo>
                  <a:pt x="9763" y="0"/>
                </a:lnTo>
                <a:lnTo>
                  <a:pt x="13228" y="218"/>
                </a:lnTo>
                <a:lnTo>
                  <a:pt x="15993" y="430"/>
                </a:lnTo>
                <a:lnTo>
                  <a:pt x="18779" y="648"/>
                </a:lnTo>
                <a:lnTo>
                  <a:pt x="21600" y="866"/>
                </a:lnTo>
                <a:lnTo>
                  <a:pt x="21600" y="4287"/>
                </a:lnTo>
                <a:lnTo>
                  <a:pt x="21600" y="7713"/>
                </a:lnTo>
                <a:lnTo>
                  <a:pt x="21600" y="11155"/>
                </a:lnTo>
                <a:lnTo>
                  <a:pt x="21600" y="14613"/>
                </a:lnTo>
                <a:lnTo>
                  <a:pt x="21600" y="18091"/>
                </a:lnTo>
                <a:lnTo>
                  <a:pt x="21600" y="21600"/>
                </a:lnTo>
                <a:lnTo>
                  <a:pt x="20390" y="21019"/>
                </a:lnTo>
                <a:lnTo>
                  <a:pt x="19259" y="20475"/>
                </a:lnTo>
                <a:lnTo>
                  <a:pt x="17954" y="19853"/>
                </a:lnTo>
                <a:lnTo>
                  <a:pt x="16226" y="19024"/>
                </a:lnTo>
                <a:lnTo>
                  <a:pt x="13820" y="17868"/>
                </a:lnTo>
                <a:lnTo>
                  <a:pt x="10485" y="16266"/>
                </a:lnTo>
                <a:lnTo>
                  <a:pt x="5962" y="14094"/>
                </a:lnTo>
                <a:lnTo>
                  <a:pt x="0" y="11233"/>
                </a:lnTo>
                <a:lnTo>
                  <a:pt x="1071" y="8667"/>
                </a:lnTo>
                <a:lnTo>
                  <a:pt x="2143" y="6091"/>
                </a:lnTo>
                <a:lnTo>
                  <a:pt x="3227" y="3494"/>
                </a:lnTo>
                <a:lnTo>
                  <a:pt x="4320" y="866"/>
                </a:lnTo>
                <a:close/>
              </a:path>
            </a:pathLst>
          </a:custGeom>
          <a:solidFill>
            <a:srgbClr val="CECB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0" name="contour_15608"/>
          <p:cNvSpPr/>
          <p:nvPr/>
        </p:nvSpPr>
        <p:spPr>
          <a:xfrm>
            <a:off x="5410776" y="4788210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381" y="1651"/>
                </a:lnTo>
                <a:lnTo>
                  <a:pt x="15250" y="2913"/>
                </a:lnTo>
                <a:lnTo>
                  <a:pt x="16708" y="4048"/>
                </a:lnTo>
                <a:lnTo>
                  <a:pt x="18052" y="5314"/>
                </a:lnTo>
                <a:lnTo>
                  <a:pt x="19580" y="6964"/>
                </a:lnTo>
                <a:lnTo>
                  <a:pt x="21600" y="9257"/>
                </a:lnTo>
                <a:lnTo>
                  <a:pt x="20515" y="11176"/>
                </a:lnTo>
                <a:lnTo>
                  <a:pt x="19251" y="13016"/>
                </a:lnTo>
                <a:lnTo>
                  <a:pt x="17825" y="14793"/>
                </a:lnTo>
                <a:lnTo>
                  <a:pt x="16249" y="16521"/>
                </a:lnTo>
                <a:lnTo>
                  <a:pt x="14542" y="18221"/>
                </a:lnTo>
                <a:lnTo>
                  <a:pt x="12722" y="19909"/>
                </a:lnTo>
                <a:lnTo>
                  <a:pt x="10800" y="21600"/>
                </a:lnTo>
                <a:lnTo>
                  <a:pt x="7533" y="20893"/>
                </a:lnTo>
                <a:lnTo>
                  <a:pt x="5319" y="20338"/>
                </a:lnTo>
                <a:lnTo>
                  <a:pt x="3143" y="19641"/>
                </a:lnTo>
                <a:lnTo>
                  <a:pt x="0" y="18514"/>
                </a:lnTo>
                <a:lnTo>
                  <a:pt x="670" y="16299"/>
                </a:lnTo>
                <a:lnTo>
                  <a:pt x="1431" y="14142"/>
                </a:lnTo>
                <a:lnTo>
                  <a:pt x="2300" y="12034"/>
                </a:lnTo>
                <a:lnTo>
                  <a:pt x="3294" y="9973"/>
                </a:lnTo>
                <a:lnTo>
                  <a:pt x="4433" y="7943"/>
                </a:lnTo>
                <a:lnTo>
                  <a:pt x="5729" y="5937"/>
                </a:lnTo>
                <a:lnTo>
                  <a:pt x="7214" y="3953"/>
                </a:lnTo>
                <a:lnTo>
                  <a:pt x="8899" y="1975"/>
                </a:lnTo>
                <a:lnTo>
                  <a:pt x="10800" y="0"/>
                </a:lnTo>
                <a:close/>
              </a:path>
            </a:pathLst>
          </a:custGeom>
          <a:solidFill>
            <a:srgbClr val="C7B9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1" name="contour_15609"/>
          <p:cNvSpPr/>
          <p:nvPr/>
        </p:nvSpPr>
        <p:spPr>
          <a:xfrm>
            <a:off x="1489837" y="4804310"/>
            <a:ext cx="58304" cy="203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22"/>
                </a:moveTo>
                <a:lnTo>
                  <a:pt x="20258" y="9527"/>
                </a:lnTo>
                <a:lnTo>
                  <a:pt x="19016" y="12522"/>
                </a:lnTo>
                <a:lnTo>
                  <a:pt x="17798" y="15161"/>
                </a:lnTo>
                <a:lnTo>
                  <a:pt x="16524" y="17514"/>
                </a:lnTo>
                <a:lnTo>
                  <a:pt x="15117" y="19642"/>
                </a:lnTo>
                <a:lnTo>
                  <a:pt x="13500" y="21600"/>
                </a:lnTo>
                <a:lnTo>
                  <a:pt x="11761" y="21159"/>
                </a:lnTo>
                <a:lnTo>
                  <a:pt x="10049" y="20532"/>
                </a:lnTo>
                <a:lnTo>
                  <a:pt x="8356" y="19743"/>
                </a:lnTo>
                <a:lnTo>
                  <a:pt x="6680" y="18798"/>
                </a:lnTo>
                <a:lnTo>
                  <a:pt x="5011" y="17723"/>
                </a:lnTo>
                <a:lnTo>
                  <a:pt x="3345" y="16531"/>
                </a:lnTo>
                <a:lnTo>
                  <a:pt x="1677" y="15238"/>
                </a:lnTo>
                <a:lnTo>
                  <a:pt x="0" y="13861"/>
                </a:lnTo>
                <a:lnTo>
                  <a:pt x="1801" y="9581"/>
                </a:lnTo>
                <a:lnTo>
                  <a:pt x="3526" y="6176"/>
                </a:lnTo>
                <a:lnTo>
                  <a:pt x="5198" y="3583"/>
                </a:lnTo>
                <a:lnTo>
                  <a:pt x="6842" y="1726"/>
                </a:lnTo>
                <a:lnTo>
                  <a:pt x="8475" y="557"/>
                </a:lnTo>
                <a:lnTo>
                  <a:pt x="10125" y="0"/>
                </a:lnTo>
                <a:lnTo>
                  <a:pt x="11812" y="0"/>
                </a:lnTo>
                <a:lnTo>
                  <a:pt x="13559" y="495"/>
                </a:lnTo>
                <a:lnTo>
                  <a:pt x="15387" y="1416"/>
                </a:lnTo>
                <a:lnTo>
                  <a:pt x="17323" y="2709"/>
                </a:lnTo>
                <a:lnTo>
                  <a:pt x="19386" y="4295"/>
                </a:lnTo>
                <a:lnTo>
                  <a:pt x="21600" y="6122"/>
                </a:lnTo>
                <a:close/>
              </a:path>
            </a:pathLst>
          </a:custGeom>
          <a:solidFill>
            <a:srgbClr val="DFDF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2" name="contour_15610"/>
          <p:cNvSpPr/>
          <p:nvPr/>
        </p:nvSpPr>
        <p:spPr>
          <a:xfrm>
            <a:off x="10577962" y="4795498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7068" y="513"/>
                </a:lnTo>
                <a:lnTo>
                  <a:pt x="9903" y="1107"/>
                </a:lnTo>
                <a:lnTo>
                  <a:pt x="12693" y="1836"/>
                </a:lnTo>
                <a:lnTo>
                  <a:pt x="15441" y="2759"/>
                </a:lnTo>
                <a:lnTo>
                  <a:pt x="18156" y="3926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8268" y="20930"/>
                </a:lnTo>
                <a:lnTo>
                  <a:pt x="15687" y="20261"/>
                </a:lnTo>
                <a:lnTo>
                  <a:pt x="13098" y="19591"/>
                </a:lnTo>
                <a:lnTo>
                  <a:pt x="10504" y="18922"/>
                </a:lnTo>
                <a:lnTo>
                  <a:pt x="7898" y="18247"/>
                </a:lnTo>
                <a:lnTo>
                  <a:pt x="5279" y="17566"/>
                </a:lnTo>
                <a:lnTo>
                  <a:pt x="2648" y="16886"/>
                </a:lnTo>
                <a:lnTo>
                  <a:pt x="0" y="16200"/>
                </a:lnTo>
                <a:lnTo>
                  <a:pt x="826" y="12992"/>
                </a:lnTo>
                <a:lnTo>
                  <a:pt x="1655" y="9774"/>
                </a:lnTo>
                <a:lnTo>
                  <a:pt x="2485" y="6545"/>
                </a:lnTo>
                <a:lnTo>
                  <a:pt x="3323" y="3289"/>
                </a:lnTo>
                <a:lnTo>
                  <a:pt x="4170" y="0"/>
                </a:lnTo>
                <a:close/>
              </a:path>
            </a:pathLst>
          </a:custGeom>
          <a:solidFill>
            <a:srgbClr val="DCE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3" name="contour_15611"/>
          <p:cNvSpPr/>
          <p:nvPr/>
        </p:nvSpPr>
        <p:spPr>
          <a:xfrm>
            <a:off x="2255076" y="4795498"/>
            <a:ext cx="3036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67" y="0"/>
                </a:moveTo>
                <a:lnTo>
                  <a:pt x="13420" y="583"/>
                </a:lnTo>
                <a:lnTo>
                  <a:pt x="15520" y="1102"/>
                </a:lnTo>
                <a:lnTo>
                  <a:pt x="17635" y="1839"/>
                </a:lnTo>
                <a:lnTo>
                  <a:pt x="20734" y="3086"/>
                </a:lnTo>
                <a:lnTo>
                  <a:pt x="21227" y="5249"/>
                </a:lnTo>
                <a:lnTo>
                  <a:pt x="21502" y="6823"/>
                </a:lnTo>
                <a:lnTo>
                  <a:pt x="21600" y="8260"/>
                </a:lnTo>
                <a:lnTo>
                  <a:pt x="21553" y="10013"/>
                </a:lnTo>
                <a:lnTo>
                  <a:pt x="21382" y="12534"/>
                </a:lnTo>
                <a:lnTo>
                  <a:pt x="21289" y="14228"/>
                </a:lnTo>
                <a:lnTo>
                  <a:pt x="21196" y="15932"/>
                </a:lnTo>
                <a:lnTo>
                  <a:pt x="21097" y="17660"/>
                </a:lnTo>
                <a:lnTo>
                  <a:pt x="21009" y="18638"/>
                </a:lnTo>
                <a:lnTo>
                  <a:pt x="20734" y="21600"/>
                </a:lnTo>
                <a:lnTo>
                  <a:pt x="17800" y="20292"/>
                </a:lnTo>
                <a:lnTo>
                  <a:pt x="14867" y="18980"/>
                </a:lnTo>
                <a:lnTo>
                  <a:pt x="11922" y="17666"/>
                </a:lnTo>
                <a:lnTo>
                  <a:pt x="8968" y="16345"/>
                </a:lnTo>
                <a:lnTo>
                  <a:pt x="5997" y="15021"/>
                </a:lnTo>
                <a:lnTo>
                  <a:pt x="3012" y="13685"/>
                </a:lnTo>
                <a:lnTo>
                  <a:pt x="0" y="12343"/>
                </a:lnTo>
                <a:lnTo>
                  <a:pt x="3426" y="12343"/>
                </a:lnTo>
                <a:lnTo>
                  <a:pt x="6873" y="12343"/>
                </a:lnTo>
                <a:lnTo>
                  <a:pt x="10367" y="12343"/>
                </a:lnTo>
                <a:lnTo>
                  <a:pt x="10367" y="10306"/>
                </a:lnTo>
                <a:lnTo>
                  <a:pt x="10367" y="8267"/>
                </a:lnTo>
                <a:lnTo>
                  <a:pt x="10367" y="6218"/>
                </a:lnTo>
                <a:lnTo>
                  <a:pt x="10367" y="4160"/>
                </a:lnTo>
                <a:lnTo>
                  <a:pt x="10367" y="2089"/>
                </a:lnTo>
                <a:lnTo>
                  <a:pt x="10367" y="0"/>
                </a:lnTo>
                <a:close/>
              </a:path>
            </a:pathLst>
          </a:custGeom>
          <a:solidFill>
            <a:srgbClr val="3231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4" name="contour_15612"/>
          <p:cNvSpPr/>
          <p:nvPr/>
        </p:nvSpPr>
        <p:spPr>
          <a:xfrm>
            <a:off x="1759493" y="4788210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913" y="17273"/>
                </a:lnTo>
                <a:lnTo>
                  <a:pt x="3715" y="13522"/>
                </a:lnTo>
                <a:lnTo>
                  <a:pt x="5440" y="10310"/>
                </a:lnTo>
                <a:lnTo>
                  <a:pt x="7137" y="7610"/>
                </a:lnTo>
                <a:lnTo>
                  <a:pt x="8844" y="5378"/>
                </a:lnTo>
                <a:lnTo>
                  <a:pt x="10603" y="3593"/>
                </a:lnTo>
                <a:lnTo>
                  <a:pt x="12451" y="2203"/>
                </a:lnTo>
                <a:lnTo>
                  <a:pt x="14435" y="1188"/>
                </a:lnTo>
                <a:lnTo>
                  <a:pt x="16592" y="504"/>
                </a:lnTo>
                <a:lnTo>
                  <a:pt x="18968" y="122"/>
                </a:lnTo>
                <a:lnTo>
                  <a:pt x="21600" y="0"/>
                </a:lnTo>
                <a:close/>
              </a:path>
            </a:pathLst>
          </a:custGeom>
          <a:solidFill>
            <a:srgbClr val="3E3D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5" name="contour_15613"/>
          <p:cNvSpPr/>
          <p:nvPr/>
        </p:nvSpPr>
        <p:spPr>
          <a:xfrm>
            <a:off x="11437945" y="4786571"/>
            <a:ext cx="3808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34" y="1150"/>
                </a:moveTo>
                <a:lnTo>
                  <a:pt x="7003" y="368"/>
                </a:lnTo>
                <a:lnTo>
                  <a:pt x="9686" y="15"/>
                </a:lnTo>
                <a:lnTo>
                  <a:pt x="12286" y="0"/>
                </a:lnTo>
                <a:lnTo>
                  <a:pt x="14911" y="245"/>
                </a:lnTo>
                <a:lnTo>
                  <a:pt x="17673" y="660"/>
                </a:lnTo>
                <a:lnTo>
                  <a:pt x="20670" y="1150"/>
                </a:lnTo>
                <a:lnTo>
                  <a:pt x="21290" y="4801"/>
                </a:lnTo>
                <a:lnTo>
                  <a:pt x="21600" y="7423"/>
                </a:lnTo>
                <a:lnTo>
                  <a:pt x="21600" y="9755"/>
                </a:lnTo>
                <a:lnTo>
                  <a:pt x="21290" y="12531"/>
                </a:lnTo>
                <a:lnTo>
                  <a:pt x="20670" y="16488"/>
                </a:lnTo>
                <a:lnTo>
                  <a:pt x="18144" y="17577"/>
                </a:lnTo>
                <a:lnTo>
                  <a:pt x="15606" y="18487"/>
                </a:lnTo>
                <a:lnTo>
                  <a:pt x="13055" y="19248"/>
                </a:lnTo>
                <a:lnTo>
                  <a:pt x="10488" y="19882"/>
                </a:lnTo>
                <a:lnTo>
                  <a:pt x="7900" y="20414"/>
                </a:lnTo>
                <a:lnTo>
                  <a:pt x="5291" y="20859"/>
                </a:lnTo>
                <a:lnTo>
                  <a:pt x="2658" y="21247"/>
                </a:lnTo>
                <a:lnTo>
                  <a:pt x="0" y="21600"/>
                </a:lnTo>
                <a:lnTo>
                  <a:pt x="289" y="17980"/>
                </a:lnTo>
                <a:lnTo>
                  <a:pt x="666" y="14478"/>
                </a:lnTo>
                <a:lnTo>
                  <a:pt x="1178" y="11063"/>
                </a:lnTo>
                <a:lnTo>
                  <a:pt x="1889" y="7720"/>
                </a:lnTo>
                <a:lnTo>
                  <a:pt x="2857" y="4427"/>
                </a:lnTo>
                <a:lnTo>
                  <a:pt x="4134" y="1150"/>
                </a:lnTo>
                <a:close/>
              </a:path>
            </a:pathLst>
          </a:custGeom>
          <a:solidFill>
            <a:srgbClr val="FC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6" name="contour_15614"/>
          <p:cNvSpPr/>
          <p:nvPr/>
        </p:nvSpPr>
        <p:spPr>
          <a:xfrm>
            <a:off x="11190154" y="4773117"/>
            <a:ext cx="51016" cy="296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48"/>
                </a:moveTo>
                <a:lnTo>
                  <a:pt x="15068" y="80"/>
                </a:lnTo>
                <a:lnTo>
                  <a:pt x="16095" y="127"/>
                </a:lnTo>
                <a:lnTo>
                  <a:pt x="18042" y="212"/>
                </a:lnTo>
                <a:lnTo>
                  <a:pt x="21600" y="377"/>
                </a:lnTo>
                <a:lnTo>
                  <a:pt x="21011" y="1724"/>
                </a:lnTo>
                <a:lnTo>
                  <a:pt x="20449" y="3014"/>
                </a:lnTo>
                <a:lnTo>
                  <a:pt x="19749" y="4616"/>
                </a:lnTo>
                <a:lnTo>
                  <a:pt x="18752" y="6908"/>
                </a:lnTo>
                <a:lnTo>
                  <a:pt x="17292" y="10251"/>
                </a:lnTo>
                <a:lnTo>
                  <a:pt x="15209" y="15026"/>
                </a:lnTo>
                <a:lnTo>
                  <a:pt x="12343" y="21600"/>
                </a:lnTo>
                <a:lnTo>
                  <a:pt x="10596" y="19345"/>
                </a:lnTo>
                <a:lnTo>
                  <a:pt x="8850" y="17090"/>
                </a:lnTo>
                <a:lnTo>
                  <a:pt x="7097" y="14830"/>
                </a:lnTo>
                <a:lnTo>
                  <a:pt x="5338" y="12564"/>
                </a:lnTo>
                <a:lnTo>
                  <a:pt x="3570" y="10283"/>
                </a:lnTo>
                <a:lnTo>
                  <a:pt x="1793" y="7991"/>
                </a:lnTo>
                <a:lnTo>
                  <a:pt x="0" y="5683"/>
                </a:lnTo>
                <a:lnTo>
                  <a:pt x="2339" y="3741"/>
                </a:lnTo>
                <a:lnTo>
                  <a:pt x="4332" y="2271"/>
                </a:lnTo>
                <a:lnTo>
                  <a:pt x="6131" y="1220"/>
                </a:lnTo>
                <a:lnTo>
                  <a:pt x="7878" y="531"/>
                </a:lnTo>
                <a:lnTo>
                  <a:pt x="9720" y="138"/>
                </a:lnTo>
                <a:lnTo>
                  <a:pt x="11803" y="0"/>
                </a:lnTo>
                <a:lnTo>
                  <a:pt x="14271" y="48"/>
                </a:lnTo>
                <a:close/>
              </a:path>
            </a:pathLst>
          </a:custGeom>
          <a:solidFill>
            <a:srgbClr val="8787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7" name="contour_15615"/>
          <p:cNvSpPr/>
          <p:nvPr/>
        </p:nvSpPr>
        <p:spPr>
          <a:xfrm>
            <a:off x="11153714" y="4759058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304" y="18025"/>
                </a:lnTo>
                <a:lnTo>
                  <a:pt x="17675" y="19219"/>
                </a:lnTo>
                <a:lnTo>
                  <a:pt x="16268" y="20039"/>
                </a:lnTo>
                <a:lnTo>
                  <a:pt x="14639" y="20747"/>
                </a:lnTo>
                <a:lnTo>
                  <a:pt x="12343" y="21600"/>
                </a:lnTo>
                <a:lnTo>
                  <a:pt x="12596" y="19035"/>
                </a:lnTo>
                <a:lnTo>
                  <a:pt x="12855" y="16454"/>
                </a:lnTo>
                <a:lnTo>
                  <a:pt x="13114" y="13835"/>
                </a:lnTo>
                <a:lnTo>
                  <a:pt x="12861" y="11048"/>
                </a:lnTo>
                <a:lnTo>
                  <a:pt x="12602" y="8246"/>
                </a:lnTo>
                <a:lnTo>
                  <a:pt x="12343" y="5400"/>
                </a:lnTo>
                <a:lnTo>
                  <a:pt x="10319" y="3904"/>
                </a:lnTo>
                <a:lnTo>
                  <a:pt x="8328" y="2765"/>
                </a:lnTo>
                <a:lnTo>
                  <a:pt x="6338" y="1890"/>
                </a:lnTo>
                <a:lnTo>
                  <a:pt x="4311" y="1199"/>
                </a:lnTo>
                <a:lnTo>
                  <a:pt x="2212" y="594"/>
                </a:lnTo>
                <a:lnTo>
                  <a:pt x="0" y="0"/>
                </a:lnTo>
                <a:close/>
              </a:path>
            </a:pathLst>
          </a:custGeom>
          <a:solidFill>
            <a:srgbClr val="57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8" name="contour_15616"/>
          <p:cNvSpPr/>
          <p:nvPr/>
        </p:nvSpPr>
        <p:spPr>
          <a:xfrm>
            <a:off x="1278485" y="474448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817"/>
                </a:lnTo>
                <a:lnTo>
                  <a:pt x="4320" y="1462"/>
                </a:lnTo>
                <a:lnTo>
                  <a:pt x="6074" y="2279"/>
                </a:lnTo>
                <a:lnTo>
                  <a:pt x="8640" y="3600"/>
                </a:lnTo>
                <a:lnTo>
                  <a:pt x="8640" y="5980"/>
                </a:lnTo>
                <a:lnTo>
                  <a:pt x="8640" y="8374"/>
                </a:lnTo>
                <a:lnTo>
                  <a:pt x="8640" y="10800"/>
                </a:lnTo>
                <a:lnTo>
                  <a:pt x="11206" y="10800"/>
                </a:lnTo>
                <a:lnTo>
                  <a:pt x="13781" y="10800"/>
                </a:lnTo>
                <a:lnTo>
                  <a:pt x="16364" y="10800"/>
                </a:lnTo>
                <a:lnTo>
                  <a:pt x="18969" y="10800"/>
                </a:lnTo>
                <a:lnTo>
                  <a:pt x="21600" y="10800"/>
                </a:lnTo>
                <a:lnTo>
                  <a:pt x="20745" y="12938"/>
                </a:lnTo>
                <a:lnTo>
                  <a:pt x="19885" y="15084"/>
                </a:lnTo>
                <a:lnTo>
                  <a:pt x="19025" y="17237"/>
                </a:lnTo>
                <a:lnTo>
                  <a:pt x="18157" y="19408"/>
                </a:lnTo>
                <a:lnTo>
                  <a:pt x="17280" y="21600"/>
                </a:lnTo>
                <a:lnTo>
                  <a:pt x="14196" y="21247"/>
                </a:lnTo>
                <a:lnTo>
                  <a:pt x="11979" y="20884"/>
                </a:lnTo>
                <a:lnTo>
                  <a:pt x="10009" y="20336"/>
                </a:lnTo>
                <a:lnTo>
                  <a:pt x="7664" y="19433"/>
                </a:lnTo>
                <a:lnTo>
                  <a:pt x="4320" y="18000"/>
                </a:lnTo>
                <a:lnTo>
                  <a:pt x="3443" y="15790"/>
                </a:lnTo>
                <a:lnTo>
                  <a:pt x="2691" y="13576"/>
                </a:lnTo>
                <a:lnTo>
                  <a:pt x="2052" y="11351"/>
                </a:lnTo>
                <a:lnTo>
                  <a:pt x="1512" y="9119"/>
                </a:lnTo>
                <a:lnTo>
                  <a:pt x="1050" y="6869"/>
                </a:lnTo>
                <a:lnTo>
                  <a:pt x="657" y="4601"/>
                </a:lnTo>
                <a:lnTo>
                  <a:pt x="311" y="2315"/>
                </a:lnTo>
                <a:lnTo>
                  <a:pt x="0" y="0"/>
                </a:lnTo>
                <a:close/>
              </a:path>
            </a:pathLst>
          </a:custGeom>
          <a:solidFill>
            <a:srgbClr val="A796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19" name="contour_15617"/>
          <p:cNvSpPr/>
          <p:nvPr/>
        </p:nvSpPr>
        <p:spPr>
          <a:xfrm>
            <a:off x="9951195" y="475177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524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0" name="contour_15618"/>
          <p:cNvSpPr/>
          <p:nvPr/>
        </p:nvSpPr>
        <p:spPr>
          <a:xfrm>
            <a:off x="7174470" y="475177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512" y="2825"/>
                </a:lnTo>
                <a:lnTo>
                  <a:pt x="18301" y="4895"/>
                </a:lnTo>
                <a:lnTo>
                  <a:pt x="18884" y="7214"/>
                </a:lnTo>
                <a:lnTo>
                  <a:pt x="19575" y="10800"/>
                </a:lnTo>
                <a:lnTo>
                  <a:pt x="20185" y="13815"/>
                </a:lnTo>
                <a:lnTo>
                  <a:pt x="20801" y="16874"/>
                </a:lnTo>
                <a:lnTo>
                  <a:pt x="21200" y="19220"/>
                </a:lnTo>
                <a:lnTo>
                  <a:pt x="21600" y="21600"/>
                </a:lnTo>
                <a:lnTo>
                  <a:pt x="18544" y="20377"/>
                </a:lnTo>
                <a:lnTo>
                  <a:pt x="15487" y="19155"/>
                </a:lnTo>
                <a:lnTo>
                  <a:pt x="12420" y="17928"/>
                </a:lnTo>
                <a:lnTo>
                  <a:pt x="9342" y="16697"/>
                </a:lnTo>
                <a:lnTo>
                  <a:pt x="6248" y="15457"/>
                </a:lnTo>
                <a:lnTo>
                  <a:pt x="3137" y="14213"/>
                </a:lnTo>
                <a:lnTo>
                  <a:pt x="0" y="12960"/>
                </a:lnTo>
                <a:lnTo>
                  <a:pt x="1015" y="9746"/>
                </a:lnTo>
                <a:lnTo>
                  <a:pt x="1804" y="7465"/>
                </a:lnTo>
                <a:lnTo>
                  <a:pt x="2624" y="5495"/>
                </a:lnTo>
                <a:lnTo>
                  <a:pt x="3737" y="3214"/>
                </a:lnTo>
                <a:lnTo>
                  <a:pt x="5400" y="0"/>
                </a:lnTo>
                <a:close/>
              </a:path>
            </a:pathLst>
          </a:custGeom>
          <a:solidFill>
            <a:srgbClr val="24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1" name="contour_15619"/>
          <p:cNvSpPr/>
          <p:nvPr/>
        </p:nvSpPr>
        <p:spPr>
          <a:xfrm>
            <a:off x="9834587" y="4751770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746" y="20974"/>
                </a:lnTo>
                <a:lnTo>
                  <a:pt x="13496" y="20304"/>
                </a:lnTo>
                <a:lnTo>
                  <a:pt x="11246" y="19613"/>
                </a:lnTo>
                <a:lnTo>
                  <a:pt x="9000" y="18900"/>
                </a:lnTo>
                <a:lnTo>
                  <a:pt x="7740" y="18518"/>
                </a:lnTo>
                <a:lnTo>
                  <a:pt x="3938" y="17381"/>
                </a:lnTo>
                <a:lnTo>
                  <a:pt x="1984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45C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2" name="contour_15620"/>
          <p:cNvSpPr/>
          <p:nvPr/>
        </p:nvSpPr>
        <p:spPr>
          <a:xfrm>
            <a:off x="4390458" y="4729906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65" y="2138"/>
                </a:lnTo>
                <a:lnTo>
                  <a:pt x="20531" y="4280"/>
                </a:lnTo>
                <a:lnTo>
                  <a:pt x="19996" y="6421"/>
                </a:lnTo>
                <a:lnTo>
                  <a:pt x="19456" y="8566"/>
                </a:lnTo>
                <a:lnTo>
                  <a:pt x="18922" y="10720"/>
                </a:lnTo>
                <a:lnTo>
                  <a:pt x="18382" y="12877"/>
                </a:lnTo>
                <a:lnTo>
                  <a:pt x="17842" y="15043"/>
                </a:lnTo>
                <a:lnTo>
                  <a:pt x="17296" y="17218"/>
                </a:lnTo>
                <a:lnTo>
                  <a:pt x="16751" y="19403"/>
                </a:lnTo>
                <a:lnTo>
                  <a:pt x="16200" y="21600"/>
                </a:lnTo>
                <a:lnTo>
                  <a:pt x="13910" y="19853"/>
                </a:lnTo>
                <a:lnTo>
                  <a:pt x="11615" y="18107"/>
                </a:lnTo>
                <a:lnTo>
                  <a:pt x="9315" y="16354"/>
                </a:lnTo>
                <a:lnTo>
                  <a:pt x="7004" y="14595"/>
                </a:lnTo>
                <a:lnTo>
                  <a:pt x="4687" y="12827"/>
                </a:lnTo>
                <a:lnTo>
                  <a:pt x="2349" y="11050"/>
                </a:lnTo>
                <a:lnTo>
                  <a:pt x="0" y="9257"/>
                </a:lnTo>
                <a:lnTo>
                  <a:pt x="2673" y="8492"/>
                </a:lnTo>
                <a:lnTo>
                  <a:pt x="5357" y="7727"/>
                </a:lnTo>
                <a:lnTo>
                  <a:pt x="8062" y="6952"/>
                </a:lnTo>
                <a:lnTo>
                  <a:pt x="10800" y="6171"/>
                </a:lnTo>
                <a:lnTo>
                  <a:pt x="10800" y="4132"/>
                </a:lnTo>
                <a:lnTo>
                  <a:pt x="10800" y="2080"/>
                </a:lnTo>
                <a:lnTo>
                  <a:pt x="10800" y="0"/>
                </a:lnTo>
                <a:close/>
              </a:path>
            </a:pathLst>
          </a:custGeom>
          <a:solidFill>
            <a:srgbClr val="E9D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3" name="contour_15621"/>
          <p:cNvSpPr/>
          <p:nvPr/>
        </p:nvSpPr>
        <p:spPr>
          <a:xfrm>
            <a:off x="1365941" y="474448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620" y="2376"/>
                </a:lnTo>
                <a:lnTo>
                  <a:pt x="17636" y="4752"/>
                </a:lnTo>
                <a:lnTo>
                  <a:pt x="15653" y="7133"/>
                </a:lnTo>
                <a:lnTo>
                  <a:pt x="13666" y="9526"/>
                </a:lnTo>
                <a:lnTo>
                  <a:pt x="11668" y="11918"/>
                </a:lnTo>
                <a:lnTo>
                  <a:pt x="9666" y="14321"/>
                </a:lnTo>
                <a:lnTo>
                  <a:pt x="7654" y="16735"/>
                </a:lnTo>
                <a:lnTo>
                  <a:pt x="5634" y="19159"/>
                </a:lnTo>
                <a:lnTo>
                  <a:pt x="3600" y="21600"/>
                </a:lnTo>
                <a:lnTo>
                  <a:pt x="3006" y="18036"/>
                </a:lnTo>
                <a:lnTo>
                  <a:pt x="2412" y="14467"/>
                </a:lnTo>
                <a:lnTo>
                  <a:pt x="1814" y="10881"/>
                </a:lnTo>
                <a:lnTo>
                  <a:pt x="1213" y="7279"/>
                </a:lnTo>
                <a:lnTo>
                  <a:pt x="608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1918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4" name="contour_15622"/>
          <p:cNvSpPr/>
          <p:nvPr/>
        </p:nvSpPr>
        <p:spPr>
          <a:xfrm>
            <a:off x="7312942" y="4723238"/>
            <a:ext cx="51016" cy="21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2574"/>
                </a:moveTo>
                <a:lnTo>
                  <a:pt x="16342" y="3690"/>
                </a:lnTo>
                <a:lnTo>
                  <a:pt x="18443" y="4820"/>
                </a:lnTo>
                <a:lnTo>
                  <a:pt x="20008" y="5739"/>
                </a:lnTo>
                <a:lnTo>
                  <a:pt x="21600" y="6673"/>
                </a:lnTo>
                <a:lnTo>
                  <a:pt x="19634" y="9283"/>
                </a:lnTo>
                <a:lnTo>
                  <a:pt x="17737" y="11719"/>
                </a:lnTo>
                <a:lnTo>
                  <a:pt x="15885" y="13950"/>
                </a:lnTo>
                <a:lnTo>
                  <a:pt x="14059" y="15941"/>
                </a:lnTo>
                <a:lnTo>
                  <a:pt x="12232" y="17684"/>
                </a:lnTo>
                <a:lnTo>
                  <a:pt x="10380" y="19135"/>
                </a:lnTo>
                <a:lnTo>
                  <a:pt x="8486" y="20280"/>
                </a:lnTo>
                <a:lnTo>
                  <a:pt x="6523" y="21090"/>
                </a:lnTo>
                <a:lnTo>
                  <a:pt x="4471" y="21542"/>
                </a:lnTo>
                <a:lnTo>
                  <a:pt x="2305" y="21600"/>
                </a:lnTo>
                <a:lnTo>
                  <a:pt x="0" y="21257"/>
                </a:lnTo>
                <a:lnTo>
                  <a:pt x="0" y="16437"/>
                </a:lnTo>
                <a:lnTo>
                  <a:pt x="0" y="11588"/>
                </a:lnTo>
                <a:lnTo>
                  <a:pt x="0" y="6673"/>
                </a:lnTo>
                <a:lnTo>
                  <a:pt x="2021" y="3449"/>
                </a:lnTo>
                <a:lnTo>
                  <a:pt x="3947" y="1371"/>
                </a:lnTo>
                <a:lnTo>
                  <a:pt x="5841" y="270"/>
                </a:lnTo>
                <a:lnTo>
                  <a:pt x="7764" y="0"/>
                </a:lnTo>
                <a:lnTo>
                  <a:pt x="9769" y="401"/>
                </a:lnTo>
                <a:lnTo>
                  <a:pt x="11917" y="1313"/>
                </a:lnTo>
                <a:lnTo>
                  <a:pt x="14271" y="2574"/>
                </a:lnTo>
                <a:close/>
              </a:path>
            </a:pathLst>
          </a:custGeom>
          <a:solidFill>
            <a:srgbClr val="3636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5" name="contour_15623"/>
          <p:cNvSpPr/>
          <p:nvPr/>
        </p:nvSpPr>
        <p:spPr>
          <a:xfrm>
            <a:off x="2218636" y="4729906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862" y="18036"/>
                </a:lnTo>
                <a:lnTo>
                  <a:pt x="1724" y="14467"/>
                </a:lnTo>
                <a:lnTo>
                  <a:pt x="2591" y="10881"/>
                </a:lnTo>
                <a:lnTo>
                  <a:pt x="3463" y="7279"/>
                </a:lnTo>
                <a:lnTo>
                  <a:pt x="4341" y="3656"/>
                </a:lnTo>
                <a:lnTo>
                  <a:pt x="5224" y="0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6" name="contour_15624"/>
          <p:cNvSpPr/>
          <p:nvPr/>
        </p:nvSpPr>
        <p:spPr>
          <a:xfrm>
            <a:off x="10483218" y="470075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6" y="2052"/>
                </a:lnTo>
                <a:lnTo>
                  <a:pt x="11693" y="4117"/>
                </a:lnTo>
                <a:lnTo>
                  <a:pt x="12150" y="6212"/>
                </a:lnTo>
                <a:lnTo>
                  <a:pt x="13511" y="10161"/>
                </a:lnTo>
                <a:lnTo>
                  <a:pt x="14598" y="12489"/>
                </a:lnTo>
                <a:lnTo>
                  <a:pt x="15977" y="14109"/>
                </a:lnTo>
                <a:lnTo>
                  <a:pt x="18223" y="15932"/>
                </a:lnTo>
                <a:lnTo>
                  <a:pt x="19901" y="16602"/>
                </a:lnTo>
                <a:lnTo>
                  <a:pt x="21600" y="17280"/>
                </a:lnTo>
                <a:lnTo>
                  <a:pt x="19231" y="18516"/>
                </a:lnTo>
                <a:lnTo>
                  <a:pt x="16909" y="19604"/>
                </a:lnTo>
                <a:lnTo>
                  <a:pt x="14591" y="20507"/>
                </a:lnTo>
                <a:lnTo>
                  <a:pt x="12226" y="21172"/>
                </a:lnTo>
                <a:lnTo>
                  <a:pt x="9778" y="21552"/>
                </a:lnTo>
                <a:lnTo>
                  <a:pt x="7200" y="21600"/>
                </a:lnTo>
                <a:lnTo>
                  <a:pt x="5728" y="19358"/>
                </a:lnTo>
                <a:lnTo>
                  <a:pt x="4457" y="17047"/>
                </a:lnTo>
                <a:lnTo>
                  <a:pt x="3362" y="14658"/>
                </a:lnTo>
                <a:lnTo>
                  <a:pt x="2401" y="12195"/>
                </a:lnTo>
                <a:lnTo>
                  <a:pt x="1544" y="9651"/>
                </a:lnTo>
                <a:lnTo>
                  <a:pt x="752" y="7029"/>
                </a:lnTo>
                <a:lnTo>
                  <a:pt x="0" y="4320"/>
                </a:lnTo>
                <a:lnTo>
                  <a:pt x="2138" y="3465"/>
                </a:lnTo>
                <a:lnTo>
                  <a:pt x="4284" y="2605"/>
                </a:lnTo>
                <a:lnTo>
                  <a:pt x="6437" y="1745"/>
                </a:lnTo>
                <a:lnTo>
                  <a:pt x="8608" y="877"/>
                </a:lnTo>
                <a:lnTo>
                  <a:pt x="10800" y="0"/>
                </a:lnTo>
                <a:close/>
              </a:path>
            </a:pathLst>
          </a:custGeom>
          <a:solidFill>
            <a:srgbClr val="7774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7" name="contour_15625"/>
          <p:cNvSpPr/>
          <p:nvPr/>
        </p:nvSpPr>
        <p:spPr>
          <a:xfrm>
            <a:off x="6919391" y="470804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0D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8" name="contour_15626"/>
          <p:cNvSpPr/>
          <p:nvPr/>
        </p:nvSpPr>
        <p:spPr>
          <a:xfrm>
            <a:off x="4638249" y="4671603"/>
            <a:ext cx="2965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925" y="0"/>
                </a:moveTo>
                <a:lnTo>
                  <a:pt x="17842" y="2049"/>
                </a:lnTo>
                <a:lnTo>
                  <a:pt x="19301" y="3996"/>
                </a:lnTo>
                <a:lnTo>
                  <a:pt x="20353" y="5894"/>
                </a:lnTo>
                <a:lnTo>
                  <a:pt x="21048" y="7810"/>
                </a:lnTo>
                <a:lnTo>
                  <a:pt x="21446" y="9803"/>
                </a:lnTo>
                <a:lnTo>
                  <a:pt x="21600" y="11939"/>
                </a:lnTo>
                <a:lnTo>
                  <a:pt x="21563" y="14271"/>
                </a:lnTo>
                <a:lnTo>
                  <a:pt x="21489" y="16342"/>
                </a:lnTo>
                <a:lnTo>
                  <a:pt x="21420" y="18443"/>
                </a:lnTo>
                <a:lnTo>
                  <a:pt x="21372" y="19227"/>
                </a:lnTo>
                <a:lnTo>
                  <a:pt x="21234" y="21600"/>
                </a:lnTo>
                <a:lnTo>
                  <a:pt x="17730" y="21600"/>
                </a:lnTo>
                <a:lnTo>
                  <a:pt x="14221" y="21600"/>
                </a:lnTo>
                <a:lnTo>
                  <a:pt x="10696" y="21600"/>
                </a:lnTo>
                <a:lnTo>
                  <a:pt x="7156" y="21600"/>
                </a:lnTo>
                <a:lnTo>
                  <a:pt x="3594" y="21600"/>
                </a:lnTo>
                <a:lnTo>
                  <a:pt x="0" y="21600"/>
                </a:lnTo>
                <a:lnTo>
                  <a:pt x="1311" y="21335"/>
                </a:lnTo>
                <a:lnTo>
                  <a:pt x="5287" y="20539"/>
                </a:lnTo>
                <a:lnTo>
                  <a:pt x="7931" y="19536"/>
                </a:lnTo>
                <a:lnTo>
                  <a:pt x="10617" y="18514"/>
                </a:lnTo>
                <a:lnTo>
                  <a:pt x="11100" y="16388"/>
                </a:lnTo>
                <a:lnTo>
                  <a:pt x="11296" y="14876"/>
                </a:lnTo>
                <a:lnTo>
                  <a:pt x="11233" y="13253"/>
                </a:lnTo>
                <a:lnTo>
                  <a:pt x="10946" y="10800"/>
                </a:lnTo>
                <a:lnTo>
                  <a:pt x="10675" y="8347"/>
                </a:lnTo>
                <a:lnTo>
                  <a:pt x="10548" y="6724"/>
                </a:lnTo>
                <a:lnTo>
                  <a:pt x="10543" y="5212"/>
                </a:lnTo>
                <a:lnTo>
                  <a:pt x="10617" y="3086"/>
                </a:lnTo>
                <a:lnTo>
                  <a:pt x="13250" y="1555"/>
                </a:lnTo>
                <a:lnTo>
                  <a:pt x="15925" y="0"/>
                </a:lnTo>
                <a:close/>
              </a:path>
            </a:pathLst>
          </a:custGeom>
          <a:solidFill>
            <a:srgbClr val="7961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29" name="contour_15627"/>
          <p:cNvSpPr/>
          <p:nvPr/>
        </p:nvSpPr>
        <p:spPr>
          <a:xfrm>
            <a:off x="8216646" y="4679284"/>
            <a:ext cx="29152" cy="36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21" y="585"/>
                </a:moveTo>
                <a:lnTo>
                  <a:pt x="19397" y="2345"/>
                </a:lnTo>
                <a:lnTo>
                  <a:pt x="21600" y="4131"/>
                </a:lnTo>
                <a:lnTo>
                  <a:pt x="21400" y="7219"/>
                </a:lnTo>
                <a:lnTo>
                  <a:pt x="20974" y="10232"/>
                </a:lnTo>
                <a:lnTo>
                  <a:pt x="20282" y="13171"/>
                </a:lnTo>
                <a:lnTo>
                  <a:pt x="19283" y="16041"/>
                </a:lnTo>
                <a:lnTo>
                  <a:pt x="17939" y="18849"/>
                </a:lnTo>
                <a:lnTo>
                  <a:pt x="16200" y="21600"/>
                </a:lnTo>
                <a:lnTo>
                  <a:pt x="12636" y="21600"/>
                </a:lnTo>
                <a:lnTo>
                  <a:pt x="9045" y="21600"/>
                </a:lnTo>
                <a:lnTo>
                  <a:pt x="5400" y="21600"/>
                </a:lnTo>
                <a:lnTo>
                  <a:pt x="3667" y="18849"/>
                </a:lnTo>
                <a:lnTo>
                  <a:pt x="2322" y="16041"/>
                </a:lnTo>
                <a:lnTo>
                  <a:pt x="1328" y="13171"/>
                </a:lnTo>
                <a:lnTo>
                  <a:pt x="637" y="10232"/>
                </a:lnTo>
                <a:lnTo>
                  <a:pt x="211" y="7219"/>
                </a:lnTo>
                <a:lnTo>
                  <a:pt x="0" y="4131"/>
                </a:lnTo>
                <a:lnTo>
                  <a:pt x="3289" y="1821"/>
                </a:lnTo>
                <a:lnTo>
                  <a:pt x="6280" y="511"/>
                </a:lnTo>
                <a:lnTo>
                  <a:pt x="9353" y="0"/>
                </a:lnTo>
                <a:lnTo>
                  <a:pt x="12874" y="92"/>
                </a:lnTo>
                <a:lnTo>
                  <a:pt x="17221" y="585"/>
                </a:lnTo>
                <a:close/>
              </a:path>
            </a:pathLst>
          </a:custGeom>
          <a:solidFill>
            <a:srgbClr val="1919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0" name="contour_15628"/>
          <p:cNvSpPr/>
          <p:nvPr/>
        </p:nvSpPr>
        <p:spPr>
          <a:xfrm>
            <a:off x="6861087" y="4693467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40"/>
                </a:lnTo>
                <a:lnTo>
                  <a:pt x="2084" y="660"/>
                </a:lnTo>
                <a:lnTo>
                  <a:pt x="3175" y="1001"/>
                </a:lnTo>
                <a:lnTo>
                  <a:pt x="4536" y="1430"/>
                </a:lnTo>
                <a:lnTo>
                  <a:pt x="6343" y="2001"/>
                </a:lnTo>
                <a:lnTo>
                  <a:pt x="8777" y="2764"/>
                </a:lnTo>
                <a:lnTo>
                  <a:pt x="12010" y="3785"/>
                </a:lnTo>
                <a:lnTo>
                  <a:pt x="16225" y="5112"/>
                </a:lnTo>
                <a:lnTo>
                  <a:pt x="21600" y="6807"/>
                </a:lnTo>
                <a:lnTo>
                  <a:pt x="21600" y="11307"/>
                </a:lnTo>
                <a:lnTo>
                  <a:pt x="21600" y="15834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1C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1" name="contour_15629"/>
          <p:cNvSpPr/>
          <p:nvPr/>
        </p:nvSpPr>
        <p:spPr>
          <a:xfrm>
            <a:off x="4521641" y="470075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353"/>
                </a:lnTo>
                <a:lnTo>
                  <a:pt x="15865" y="716"/>
                </a:lnTo>
                <a:lnTo>
                  <a:pt x="17507" y="1264"/>
                </a:lnTo>
                <a:lnTo>
                  <a:pt x="19246" y="2167"/>
                </a:lnTo>
                <a:lnTo>
                  <a:pt x="21600" y="3600"/>
                </a:lnTo>
                <a:lnTo>
                  <a:pt x="20254" y="5900"/>
                </a:lnTo>
                <a:lnTo>
                  <a:pt x="19235" y="7600"/>
                </a:lnTo>
                <a:lnTo>
                  <a:pt x="18338" y="9000"/>
                </a:lnTo>
                <a:lnTo>
                  <a:pt x="17366" y="10400"/>
                </a:lnTo>
                <a:lnTo>
                  <a:pt x="16121" y="12100"/>
                </a:lnTo>
                <a:lnTo>
                  <a:pt x="14400" y="14400"/>
                </a:lnTo>
                <a:lnTo>
                  <a:pt x="12020" y="14400"/>
                </a:lnTo>
                <a:lnTo>
                  <a:pt x="9626" y="14400"/>
                </a:lnTo>
                <a:lnTo>
                  <a:pt x="7200" y="14400"/>
                </a:lnTo>
                <a:lnTo>
                  <a:pt x="7200" y="16780"/>
                </a:lnTo>
                <a:lnTo>
                  <a:pt x="7200" y="19174"/>
                </a:lnTo>
                <a:lnTo>
                  <a:pt x="7200" y="21600"/>
                </a:lnTo>
                <a:lnTo>
                  <a:pt x="5418" y="20707"/>
                </a:lnTo>
                <a:lnTo>
                  <a:pt x="3629" y="19814"/>
                </a:lnTo>
                <a:lnTo>
                  <a:pt x="1825" y="18911"/>
                </a:lnTo>
                <a:lnTo>
                  <a:pt x="0" y="18000"/>
                </a:lnTo>
                <a:lnTo>
                  <a:pt x="1044" y="15880"/>
                </a:lnTo>
                <a:lnTo>
                  <a:pt x="2095" y="13781"/>
                </a:lnTo>
                <a:lnTo>
                  <a:pt x="3175" y="11711"/>
                </a:lnTo>
                <a:lnTo>
                  <a:pt x="4288" y="9670"/>
                </a:lnTo>
                <a:lnTo>
                  <a:pt x="5450" y="7661"/>
                </a:lnTo>
                <a:lnTo>
                  <a:pt x="6671" y="5688"/>
                </a:lnTo>
                <a:lnTo>
                  <a:pt x="7960" y="3751"/>
                </a:lnTo>
                <a:lnTo>
                  <a:pt x="9331" y="1854"/>
                </a:lnTo>
                <a:lnTo>
                  <a:pt x="10800" y="0"/>
                </a:lnTo>
                <a:close/>
              </a:path>
            </a:pathLst>
          </a:custGeom>
          <a:solidFill>
            <a:srgbClr val="E6E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2" name="contour_15630"/>
          <p:cNvSpPr/>
          <p:nvPr/>
        </p:nvSpPr>
        <p:spPr>
          <a:xfrm>
            <a:off x="2029148" y="470075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0"/>
                </a:lnTo>
                <a:lnTo>
                  <a:pt x="16015" y="0"/>
                </a:lnTo>
                <a:lnTo>
                  <a:pt x="17860" y="0"/>
                </a:lnTo>
                <a:lnTo>
                  <a:pt x="19721" y="0"/>
                </a:lnTo>
                <a:lnTo>
                  <a:pt x="21600" y="0"/>
                </a:ln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037" y="10800"/>
                </a:lnTo>
                <a:lnTo>
                  <a:pt x="4076" y="10800"/>
                </a:lnTo>
                <a:lnTo>
                  <a:pt x="6125" y="10800"/>
                </a:lnTo>
                <a:lnTo>
                  <a:pt x="8183" y="10800"/>
                </a:lnTo>
                <a:lnTo>
                  <a:pt x="10254" y="10800"/>
                </a:lnTo>
                <a:lnTo>
                  <a:pt x="12343" y="10800"/>
                </a:lnTo>
                <a:lnTo>
                  <a:pt x="12343" y="7231"/>
                </a:lnTo>
                <a:lnTo>
                  <a:pt x="12343" y="3640"/>
                </a:lnTo>
                <a:lnTo>
                  <a:pt x="12343" y="0"/>
                </a:lnTo>
                <a:close/>
              </a:path>
            </a:pathLst>
          </a:custGeom>
          <a:solidFill>
            <a:srgbClr val="6E6E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3" name="contour_15631"/>
          <p:cNvSpPr/>
          <p:nvPr/>
        </p:nvSpPr>
        <p:spPr>
          <a:xfrm>
            <a:off x="1679325" y="467889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A0A0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4" name="contour_15632"/>
          <p:cNvSpPr/>
          <p:nvPr/>
        </p:nvSpPr>
        <p:spPr>
          <a:xfrm>
            <a:off x="10840330" y="467889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82"/>
                </a:lnTo>
                <a:lnTo>
                  <a:pt x="7970" y="276"/>
                </a:lnTo>
                <a:lnTo>
                  <a:pt x="9904" y="739"/>
                </a:lnTo>
                <a:lnTo>
                  <a:pt x="12823" y="1620"/>
                </a:lnTo>
                <a:lnTo>
                  <a:pt x="15289" y="2341"/>
                </a:lnTo>
                <a:lnTo>
                  <a:pt x="17788" y="3072"/>
                </a:lnTo>
                <a:lnTo>
                  <a:pt x="19681" y="3689"/>
                </a:lnTo>
                <a:lnTo>
                  <a:pt x="21600" y="4320"/>
                </a:lnTo>
                <a:lnTo>
                  <a:pt x="20581" y="6765"/>
                </a:lnTo>
                <a:lnTo>
                  <a:pt x="19562" y="9210"/>
                </a:lnTo>
                <a:lnTo>
                  <a:pt x="18540" y="11664"/>
                </a:lnTo>
                <a:lnTo>
                  <a:pt x="17514" y="14126"/>
                </a:lnTo>
                <a:lnTo>
                  <a:pt x="16481" y="16602"/>
                </a:lnTo>
                <a:lnTo>
                  <a:pt x="15444" y="19090"/>
                </a:lnTo>
                <a:lnTo>
                  <a:pt x="14400" y="21600"/>
                </a:lnTo>
                <a:lnTo>
                  <a:pt x="14400" y="18744"/>
                </a:lnTo>
                <a:lnTo>
                  <a:pt x="14400" y="15872"/>
                </a:lnTo>
                <a:lnTo>
                  <a:pt x="14400" y="12960"/>
                </a:lnTo>
                <a:lnTo>
                  <a:pt x="12035" y="11668"/>
                </a:lnTo>
                <a:lnTo>
                  <a:pt x="10166" y="10968"/>
                </a:lnTo>
                <a:lnTo>
                  <a:pt x="7200" y="10260"/>
                </a:lnTo>
                <a:lnTo>
                  <a:pt x="5191" y="9772"/>
                </a:lnTo>
                <a:lnTo>
                  <a:pt x="3150" y="9279"/>
                </a:lnTo>
                <a:lnTo>
                  <a:pt x="1584" y="8960"/>
                </a:lnTo>
                <a:lnTo>
                  <a:pt x="0" y="8640"/>
                </a:lnTo>
                <a:lnTo>
                  <a:pt x="745" y="6018"/>
                </a:lnTo>
                <a:lnTo>
                  <a:pt x="1368" y="4247"/>
                </a:lnTo>
                <a:lnTo>
                  <a:pt x="2207" y="2510"/>
                </a:lnTo>
                <a:lnTo>
                  <a:pt x="3600" y="0"/>
                </a:lnTo>
                <a:close/>
              </a:path>
            </a:pathLst>
          </a:custGeom>
          <a:solidFill>
            <a:srgbClr val="7B7D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5" name="contour_15633"/>
          <p:cNvSpPr/>
          <p:nvPr/>
        </p:nvSpPr>
        <p:spPr>
          <a:xfrm>
            <a:off x="7246366" y="4678891"/>
            <a:ext cx="52000" cy="281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9" y="0"/>
                </a:moveTo>
                <a:lnTo>
                  <a:pt x="1178" y="711"/>
                </a:lnTo>
                <a:lnTo>
                  <a:pt x="1913" y="1393"/>
                </a:lnTo>
                <a:lnTo>
                  <a:pt x="2831" y="2238"/>
                </a:lnTo>
                <a:lnTo>
                  <a:pt x="4135" y="3447"/>
                </a:lnTo>
                <a:lnTo>
                  <a:pt x="6046" y="5210"/>
                </a:lnTo>
                <a:lnTo>
                  <a:pt x="8767" y="7728"/>
                </a:lnTo>
                <a:lnTo>
                  <a:pt x="12518" y="11192"/>
                </a:lnTo>
                <a:lnTo>
                  <a:pt x="13269" y="8422"/>
                </a:lnTo>
                <a:lnTo>
                  <a:pt x="14020" y="5641"/>
                </a:lnTo>
                <a:lnTo>
                  <a:pt x="14779" y="2837"/>
                </a:lnTo>
                <a:lnTo>
                  <a:pt x="15545" y="0"/>
                </a:lnTo>
                <a:lnTo>
                  <a:pt x="15545" y="3699"/>
                </a:lnTo>
                <a:lnTo>
                  <a:pt x="15545" y="7420"/>
                </a:lnTo>
                <a:lnTo>
                  <a:pt x="15545" y="11192"/>
                </a:lnTo>
                <a:lnTo>
                  <a:pt x="17344" y="13245"/>
                </a:lnTo>
                <a:lnTo>
                  <a:pt x="18573" y="14516"/>
                </a:lnTo>
                <a:lnTo>
                  <a:pt x="19802" y="15517"/>
                </a:lnTo>
                <a:lnTo>
                  <a:pt x="21600" y="16788"/>
                </a:lnTo>
                <a:lnTo>
                  <a:pt x="19520" y="17968"/>
                </a:lnTo>
                <a:lnTo>
                  <a:pt x="17568" y="19020"/>
                </a:lnTo>
                <a:lnTo>
                  <a:pt x="15706" y="19921"/>
                </a:lnTo>
                <a:lnTo>
                  <a:pt x="13895" y="20654"/>
                </a:lnTo>
                <a:lnTo>
                  <a:pt x="12094" y="21192"/>
                </a:lnTo>
                <a:lnTo>
                  <a:pt x="10263" y="21510"/>
                </a:lnTo>
                <a:lnTo>
                  <a:pt x="8365" y="21600"/>
                </a:lnTo>
                <a:lnTo>
                  <a:pt x="6354" y="21432"/>
                </a:lnTo>
                <a:lnTo>
                  <a:pt x="4193" y="20984"/>
                </a:lnTo>
                <a:lnTo>
                  <a:pt x="2943" y="19597"/>
                </a:lnTo>
                <a:lnTo>
                  <a:pt x="1683" y="18203"/>
                </a:lnTo>
                <a:lnTo>
                  <a:pt x="409" y="16788"/>
                </a:lnTo>
                <a:lnTo>
                  <a:pt x="136" y="12456"/>
                </a:lnTo>
                <a:lnTo>
                  <a:pt x="0" y="9418"/>
                </a:lnTo>
                <a:lnTo>
                  <a:pt x="0" y="6866"/>
                </a:lnTo>
                <a:lnTo>
                  <a:pt x="136" y="3995"/>
                </a:lnTo>
                <a:lnTo>
                  <a:pt x="409" y="0"/>
                </a:lnTo>
                <a:close/>
              </a:path>
            </a:pathLst>
          </a:custGeom>
          <a:solidFill>
            <a:srgbClr val="7474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6" name="contour_15634"/>
          <p:cNvSpPr/>
          <p:nvPr/>
        </p:nvSpPr>
        <p:spPr>
          <a:xfrm>
            <a:off x="8238517" y="4671603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76" y="14465"/>
                </a:lnTo>
                <a:lnTo>
                  <a:pt x="3175" y="12078"/>
                </a:lnTo>
                <a:lnTo>
                  <a:pt x="3974" y="9684"/>
                </a:lnTo>
                <a:lnTo>
                  <a:pt x="4774" y="7279"/>
                </a:lnTo>
                <a:lnTo>
                  <a:pt x="5580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9EA0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7" name="contour_15635"/>
          <p:cNvSpPr/>
          <p:nvPr/>
        </p:nvSpPr>
        <p:spPr>
          <a:xfrm>
            <a:off x="7305654" y="467889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ED1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8" name="contour_15636"/>
          <p:cNvSpPr/>
          <p:nvPr/>
        </p:nvSpPr>
        <p:spPr>
          <a:xfrm>
            <a:off x="2596431" y="4678891"/>
            <a:ext cx="3033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1" y="0"/>
                </a:moveTo>
                <a:lnTo>
                  <a:pt x="2159" y="457"/>
                </a:lnTo>
                <a:lnTo>
                  <a:pt x="3420" y="896"/>
                </a:lnTo>
                <a:lnTo>
                  <a:pt x="4993" y="1440"/>
                </a:lnTo>
                <a:lnTo>
                  <a:pt x="7229" y="2218"/>
                </a:lnTo>
                <a:lnTo>
                  <a:pt x="10504" y="3352"/>
                </a:lnTo>
                <a:lnTo>
                  <a:pt x="15170" y="4972"/>
                </a:lnTo>
                <a:lnTo>
                  <a:pt x="21600" y="7200"/>
                </a:lnTo>
                <a:lnTo>
                  <a:pt x="20131" y="9238"/>
                </a:lnTo>
                <a:lnTo>
                  <a:pt x="18663" y="11275"/>
                </a:lnTo>
                <a:lnTo>
                  <a:pt x="17189" y="13320"/>
                </a:lnTo>
                <a:lnTo>
                  <a:pt x="15710" y="15372"/>
                </a:lnTo>
                <a:lnTo>
                  <a:pt x="14220" y="17435"/>
                </a:lnTo>
                <a:lnTo>
                  <a:pt x="12725" y="19508"/>
                </a:lnTo>
                <a:lnTo>
                  <a:pt x="11220" y="21600"/>
                </a:lnTo>
                <a:lnTo>
                  <a:pt x="8651" y="20707"/>
                </a:lnTo>
                <a:lnTo>
                  <a:pt x="6067" y="19814"/>
                </a:lnTo>
                <a:lnTo>
                  <a:pt x="3472" y="18911"/>
                </a:lnTo>
                <a:lnTo>
                  <a:pt x="841" y="18000"/>
                </a:lnTo>
                <a:lnTo>
                  <a:pt x="259" y="15444"/>
                </a:lnTo>
                <a:lnTo>
                  <a:pt x="0" y="13633"/>
                </a:lnTo>
                <a:lnTo>
                  <a:pt x="0" y="11696"/>
                </a:lnTo>
                <a:lnTo>
                  <a:pt x="192" y="8777"/>
                </a:lnTo>
                <a:lnTo>
                  <a:pt x="332" y="6311"/>
                </a:lnTo>
                <a:lnTo>
                  <a:pt x="477" y="3812"/>
                </a:lnTo>
                <a:lnTo>
                  <a:pt x="659" y="1919"/>
                </a:lnTo>
                <a:lnTo>
                  <a:pt x="841" y="0"/>
                </a:lnTo>
                <a:close/>
              </a:path>
            </a:pathLst>
          </a:custGeom>
          <a:solidFill>
            <a:srgbClr val="E3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39" name="contour_15637"/>
          <p:cNvSpPr/>
          <p:nvPr/>
        </p:nvSpPr>
        <p:spPr>
          <a:xfrm>
            <a:off x="1897964" y="4663054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21600" y="5221"/>
                </a:lnTo>
                <a:lnTo>
                  <a:pt x="21600" y="9279"/>
                </a:lnTo>
                <a:lnTo>
                  <a:pt x="21600" y="13349"/>
                </a:lnTo>
                <a:lnTo>
                  <a:pt x="21600" y="1745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32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0" name="contour_15638"/>
          <p:cNvSpPr/>
          <p:nvPr/>
        </p:nvSpPr>
        <p:spPr>
          <a:xfrm>
            <a:off x="1635597" y="464973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19846" y="3851"/>
                </a:lnTo>
                <a:lnTo>
                  <a:pt x="18369" y="7023"/>
                </a:lnTo>
                <a:lnTo>
                  <a:pt x="17099" y="9603"/>
                </a:lnTo>
                <a:lnTo>
                  <a:pt x="15967" y="11679"/>
                </a:lnTo>
                <a:lnTo>
                  <a:pt x="14900" y="13340"/>
                </a:lnTo>
                <a:lnTo>
                  <a:pt x="13833" y="14673"/>
                </a:lnTo>
                <a:lnTo>
                  <a:pt x="12684" y="15762"/>
                </a:lnTo>
                <a:lnTo>
                  <a:pt x="11392" y="16700"/>
                </a:lnTo>
                <a:lnTo>
                  <a:pt x="9884" y="17573"/>
                </a:lnTo>
                <a:lnTo>
                  <a:pt x="8091" y="18471"/>
                </a:lnTo>
                <a:lnTo>
                  <a:pt x="5940" y="19477"/>
                </a:lnTo>
                <a:lnTo>
                  <a:pt x="3979" y="20177"/>
                </a:lnTo>
                <a:lnTo>
                  <a:pt x="2004" y="20884"/>
                </a:lnTo>
                <a:lnTo>
                  <a:pt x="0" y="21600"/>
                </a:lnTo>
                <a:lnTo>
                  <a:pt x="0" y="19767"/>
                </a:lnTo>
                <a:lnTo>
                  <a:pt x="0" y="17928"/>
                </a:lnTo>
                <a:lnTo>
                  <a:pt x="0" y="16083"/>
                </a:lnTo>
                <a:lnTo>
                  <a:pt x="0" y="14222"/>
                </a:lnTo>
                <a:lnTo>
                  <a:pt x="0" y="12343"/>
                </a:lnTo>
                <a:lnTo>
                  <a:pt x="2856" y="12343"/>
                </a:lnTo>
                <a:lnTo>
                  <a:pt x="5728" y="12343"/>
                </a:lnTo>
                <a:lnTo>
                  <a:pt x="8640" y="12343"/>
                </a:lnTo>
                <a:lnTo>
                  <a:pt x="9711" y="10316"/>
                </a:lnTo>
                <a:lnTo>
                  <a:pt x="10269" y="8714"/>
                </a:lnTo>
                <a:lnTo>
                  <a:pt x="10800" y="6171"/>
                </a:lnTo>
                <a:lnTo>
                  <a:pt x="11331" y="3629"/>
                </a:lnTo>
                <a:lnTo>
                  <a:pt x="11889" y="2027"/>
                </a:lnTo>
                <a:lnTo>
                  <a:pt x="12960" y="0"/>
                </a:lnTo>
                <a:close/>
              </a:path>
            </a:pathLst>
          </a:custGeom>
          <a:solidFill>
            <a:srgbClr val="41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1" name="contour_15639"/>
          <p:cNvSpPr/>
          <p:nvPr/>
        </p:nvSpPr>
        <p:spPr>
          <a:xfrm>
            <a:off x="6525839" y="4635163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836" y="1679"/>
                </a:lnTo>
                <a:lnTo>
                  <a:pt x="14747" y="3345"/>
                </a:lnTo>
                <a:lnTo>
                  <a:pt x="16508" y="5020"/>
                </a:lnTo>
                <a:lnTo>
                  <a:pt x="18095" y="6736"/>
                </a:lnTo>
                <a:lnTo>
                  <a:pt x="19494" y="8510"/>
                </a:lnTo>
                <a:lnTo>
                  <a:pt x="20666" y="10371"/>
                </a:lnTo>
                <a:lnTo>
                  <a:pt x="21600" y="12343"/>
                </a:lnTo>
                <a:lnTo>
                  <a:pt x="19445" y="14250"/>
                </a:lnTo>
                <a:lnTo>
                  <a:pt x="17064" y="15950"/>
                </a:lnTo>
                <a:lnTo>
                  <a:pt x="14456" y="17487"/>
                </a:lnTo>
                <a:lnTo>
                  <a:pt x="11637" y="18909"/>
                </a:lnTo>
                <a:lnTo>
                  <a:pt x="8613" y="20264"/>
                </a:lnTo>
                <a:lnTo>
                  <a:pt x="5400" y="21600"/>
                </a:lnTo>
                <a:lnTo>
                  <a:pt x="3618" y="20054"/>
                </a:lnTo>
                <a:lnTo>
                  <a:pt x="2462" y="18894"/>
                </a:lnTo>
                <a:lnTo>
                  <a:pt x="1426" y="17545"/>
                </a:lnTo>
                <a:lnTo>
                  <a:pt x="0" y="15429"/>
                </a:lnTo>
                <a:lnTo>
                  <a:pt x="1112" y="13065"/>
                </a:lnTo>
                <a:lnTo>
                  <a:pt x="2009" y="11433"/>
                </a:lnTo>
                <a:lnTo>
                  <a:pt x="3170" y="9776"/>
                </a:lnTo>
                <a:lnTo>
                  <a:pt x="5065" y="7329"/>
                </a:lnTo>
                <a:lnTo>
                  <a:pt x="6113" y="5949"/>
                </a:lnTo>
                <a:lnTo>
                  <a:pt x="7177" y="4564"/>
                </a:lnTo>
                <a:lnTo>
                  <a:pt x="8246" y="3157"/>
                </a:lnTo>
                <a:lnTo>
                  <a:pt x="9515" y="1592"/>
                </a:lnTo>
                <a:lnTo>
                  <a:pt x="10800" y="0"/>
                </a:lnTo>
                <a:close/>
              </a:path>
            </a:pathLst>
          </a:custGeom>
          <a:solidFill>
            <a:srgbClr val="EF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2" name="contour_15640"/>
          <p:cNvSpPr/>
          <p:nvPr/>
        </p:nvSpPr>
        <p:spPr>
          <a:xfrm>
            <a:off x="2588903" y="4665335"/>
            <a:ext cx="45149" cy="427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62" y="2941"/>
                </a:moveTo>
                <a:lnTo>
                  <a:pt x="16914" y="4018"/>
                </a:lnTo>
                <a:lnTo>
                  <a:pt x="18793" y="5116"/>
                </a:lnTo>
                <a:lnTo>
                  <a:pt x="20184" y="5979"/>
                </a:lnTo>
                <a:lnTo>
                  <a:pt x="21600" y="6856"/>
                </a:lnTo>
                <a:lnTo>
                  <a:pt x="20641" y="7026"/>
                </a:lnTo>
                <a:lnTo>
                  <a:pt x="18943" y="7324"/>
                </a:lnTo>
                <a:lnTo>
                  <a:pt x="15062" y="8006"/>
                </a:lnTo>
                <a:lnTo>
                  <a:pt x="12399" y="8765"/>
                </a:lnTo>
                <a:lnTo>
                  <a:pt x="10157" y="9635"/>
                </a:lnTo>
                <a:lnTo>
                  <a:pt x="8229" y="10715"/>
                </a:lnTo>
                <a:lnTo>
                  <a:pt x="6510" y="12116"/>
                </a:lnTo>
                <a:lnTo>
                  <a:pt x="4902" y="13940"/>
                </a:lnTo>
                <a:lnTo>
                  <a:pt x="3295" y="16300"/>
                </a:lnTo>
                <a:lnTo>
                  <a:pt x="2911" y="17081"/>
                </a:lnTo>
                <a:lnTo>
                  <a:pt x="2231" y="18452"/>
                </a:lnTo>
                <a:lnTo>
                  <a:pt x="680" y="21600"/>
                </a:lnTo>
                <a:lnTo>
                  <a:pt x="547" y="19355"/>
                </a:lnTo>
                <a:lnTo>
                  <a:pt x="432" y="17110"/>
                </a:lnTo>
                <a:lnTo>
                  <a:pt x="331" y="14862"/>
                </a:lnTo>
                <a:lnTo>
                  <a:pt x="244" y="12614"/>
                </a:lnTo>
                <a:lnTo>
                  <a:pt x="122" y="10107"/>
                </a:lnTo>
                <a:lnTo>
                  <a:pt x="0" y="7564"/>
                </a:lnTo>
                <a:lnTo>
                  <a:pt x="439" y="4980"/>
                </a:lnTo>
                <a:lnTo>
                  <a:pt x="976" y="3387"/>
                </a:lnTo>
                <a:lnTo>
                  <a:pt x="1956" y="2119"/>
                </a:lnTo>
                <a:lnTo>
                  <a:pt x="3731" y="523"/>
                </a:lnTo>
                <a:lnTo>
                  <a:pt x="6422" y="0"/>
                </a:lnTo>
                <a:lnTo>
                  <a:pt x="8616" y="18"/>
                </a:lnTo>
                <a:lnTo>
                  <a:pt x="10593" y="542"/>
                </a:lnTo>
                <a:lnTo>
                  <a:pt x="12646" y="1526"/>
                </a:lnTo>
                <a:lnTo>
                  <a:pt x="15062" y="2941"/>
                </a:lnTo>
                <a:close/>
              </a:path>
            </a:pathLst>
          </a:custGeom>
          <a:solidFill>
            <a:srgbClr val="E9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3" name="contour_15641"/>
          <p:cNvSpPr/>
          <p:nvPr/>
        </p:nvSpPr>
        <p:spPr>
          <a:xfrm>
            <a:off x="10540808" y="4642451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9998" y="2243"/>
                </a:lnTo>
                <a:lnTo>
                  <a:pt x="12320" y="4493"/>
                </a:lnTo>
                <a:lnTo>
                  <a:pt x="14628" y="6750"/>
                </a:lnTo>
                <a:lnTo>
                  <a:pt x="15604" y="7693"/>
                </a:lnTo>
                <a:lnTo>
                  <a:pt x="18546" y="10548"/>
                </a:lnTo>
                <a:lnTo>
                  <a:pt x="20038" y="12485"/>
                </a:lnTo>
                <a:lnTo>
                  <a:pt x="20938" y="14029"/>
                </a:lnTo>
                <a:lnTo>
                  <a:pt x="21405" y="15710"/>
                </a:lnTo>
                <a:lnTo>
                  <a:pt x="21572" y="18054"/>
                </a:lnTo>
                <a:lnTo>
                  <a:pt x="21600" y="21600"/>
                </a:lnTo>
                <a:lnTo>
                  <a:pt x="17458" y="21600"/>
                </a:lnTo>
                <a:lnTo>
                  <a:pt x="13303" y="21600"/>
                </a:lnTo>
                <a:lnTo>
                  <a:pt x="9134" y="21600"/>
                </a:lnTo>
                <a:lnTo>
                  <a:pt x="4929" y="21600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B4B8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4" name="contour_15642"/>
          <p:cNvSpPr/>
          <p:nvPr/>
        </p:nvSpPr>
        <p:spPr>
          <a:xfrm>
            <a:off x="4856889" y="465702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19457" y="10687"/>
                </a:lnTo>
                <a:lnTo>
                  <a:pt x="17945" y="14008"/>
                </a:lnTo>
                <a:lnTo>
                  <a:pt x="16649" y="15989"/>
                </a:lnTo>
                <a:lnTo>
                  <a:pt x="15163" y="17258"/>
                </a:lnTo>
                <a:lnTo>
                  <a:pt x="13077" y="18436"/>
                </a:lnTo>
                <a:lnTo>
                  <a:pt x="10744" y="19003"/>
                </a:lnTo>
                <a:lnTo>
                  <a:pt x="8372" y="19575"/>
                </a:lnTo>
                <a:lnTo>
                  <a:pt x="5607" y="20245"/>
                </a:lnTo>
                <a:lnTo>
                  <a:pt x="2821" y="2091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1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5" name="contour_15643"/>
          <p:cNvSpPr/>
          <p:nvPr/>
        </p:nvSpPr>
        <p:spPr>
          <a:xfrm>
            <a:off x="9805435" y="4649739"/>
            <a:ext cx="43728" cy="226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863"/>
                </a:lnTo>
                <a:lnTo>
                  <a:pt x="8057" y="1727"/>
                </a:lnTo>
                <a:lnTo>
                  <a:pt x="10292" y="2590"/>
                </a:lnTo>
                <a:lnTo>
                  <a:pt x="12532" y="3454"/>
                </a:lnTo>
                <a:lnTo>
                  <a:pt x="14782" y="4324"/>
                </a:lnTo>
                <a:lnTo>
                  <a:pt x="17042" y="5202"/>
                </a:lnTo>
                <a:lnTo>
                  <a:pt x="19314" y="6079"/>
                </a:lnTo>
                <a:lnTo>
                  <a:pt x="21600" y="6963"/>
                </a:lnTo>
                <a:lnTo>
                  <a:pt x="19969" y="11099"/>
                </a:lnTo>
                <a:lnTo>
                  <a:pt x="18677" y="13926"/>
                </a:lnTo>
                <a:lnTo>
                  <a:pt x="17042" y="16754"/>
                </a:lnTo>
                <a:lnTo>
                  <a:pt x="14400" y="20890"/>
                </a:lnTo>
                <a:lnTo>
                  <a:pt x="11959" y="21370"/>
                </a:lnTo>
                <a:lnTo>
                  <a:pt x="9580" y="21586"/>
                </a:lnTo>
                <a:lnTo>
                  <a:pt x="7229" y="21600"/>
                </a:lnTo>
                <a:lnTo>
                  <a:pt x="4871" y="21454"/>
                </a:lnTo>
                <a:lnTo>
                  <a:pt x="2473" y="21203"/>
                </a:lnTo>
                <a:lnTo>
                  <a:pt x="0" y="20890"/>
                </a:lnTo>
                <a:lnTo>
                  <a:pt x="713" y="16754"/>
                </a:lnTo>
                <a:lnTo>
                  <a:pt x="1429" y="12603"/>
                </a:lnTo>
                <a:lnTo>
                  <a:pt x="2146" y="8439"/>
                </a:lnTo>
                <a:lnTo>
                  <a:pt x="2869" y="4241"/>
                </a:lnTo>
                <a:lnTo>
                  <a:pt x="3600" y="0"/>
                </a:lnTo>
                <a:close/>
              </a:path>
            </a:pathLst>
          </a:custGeom>
          <a:solidFill>
            <a:srgbClr val="B1B6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6" name="contour_15644"/>
          <p:cNvSpPr/>
          <p:nvPr/>
        </p:nvSpPr>
        <p:spPr>
          <a:xfrm>
            <a:off x="9703403" y="4649739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46" y="943"/>
                </a:lnTo>
                <a:lnTo>
                  <a:pt x="3089" y="1901"/>
                </a:lnTo>
                <a:lnTo>
                  <a:pt x="4632" y="2858"/>
                </a:lnTo>
                <a:lnTo>
                  <a:pt x="6173" y="3823"/>
                </a:lnTo>
                <a:lnTo>
                  <a:pt x="7716" y="4795"/>
                </a:lnTo>
                <a:lnTo>
                  <a:pt x="9259" y="5774"/>
                </a:lnTo>
                <a:lnTo>
                  <a:pt x="10800" y="6754"/>
                </a:lnTo>
                <a:lnTo>
                  <a:pt x="12350" y="7697"/>
                </a:lnTo>
                <a:lnTo>
                  <a:pt x="13922" y="8647"/>
                </a:lnTo>
                <a:lnTo>
                  <a:pt x="15386" y="9590"/>
                </a:lnTo>
                <a:lnTo>
                  <a:pt x="16874" y="10548"/>
                </a:lnTo>
                <a:lnTo>
                  <a:pt x="18235" y="11398"/>
                </a:lnTo>
                <a:lnTo>
                  <a:pt x="19618" y="12262"/>
                </a:lnTo>
                <a:lnTo>
                  <a:pt x="20602" y="13320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956" y="21600"/>
                </a:lnTo>
                <a:lnTo>
                  <a:pt x="18310" y="21600"/>
                </a:lnTo>
                <a:lnTo>
                  <a:pt x="16663" y="21600"/>
                </a:lnTo>
                <a:lnTo>
                  <a:pt x="15014" y="21600"/>
                </a:lnTo>
                <a:lnTo>
                  <a:pt x="13363" y="21600"/>
                </a:lnTo>
                <a:lnTo>
                  <a:pt x="11710" y="21600"/>
                </a:lnTo>
                <a:lnTo>
                  <a:pt x="10051" y="21600"/>
                </a:lnTo>
                <a:lnTo>
                  <a:pt x="8390" y="21600"/>
                </a:lnTo>
                <a:lnTo>
                  <a:pt x="6725" y="21600"/>
                </a:lnTo>
                <a:lnTo>
                  <a:pt x="5052" y="21600"/>
                </a:lnTo>
                <a:lnTo>
                  <a:pt x="3374" y="21600"/>
                </a:lnTo>
                <a:lnTo>
                  <a:pt x="1692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3B9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7" name="contour_15645"/>
          <p:cNvSpPr/>
          <p:nvPr/>
        </p:nvSpPr>
        <p:spPr>
          <a:xfrm>
            <a:off x="1291421" y="4649739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709" y="652"/>
                </a:lnTo>
                <a:lnTo>
                  <a:pt x="9070" y="1175"/>
                </a:lnTo>
                <a:lnTo>
                  <a:pt x="11464" y="1680"/>
                </a:lnTo>
                <a:lnTo>
                  <a:pt x="13357" y="2294"/>
                </a:lnTo>
                <a:lnTo>
                  <a:pt x="15205" y="3132"/>
                </a:lnTo>
                <a:lnTo>
                  <a:pt x="17466" y="4320"/>
                </a:lnTo>
                <a:lnTo>
                  <a:pt x="18714" y="7180"/>
                </a:lnTo>
                <a:lnTo>
                  <a:pt x="19632" y="9932"/>
                </a:lnTo>
                <a:lnTo>
                  <a:pt x="20302" y="12662"/>
                </a:lnTo>
                <a:lnTo>
                  <a:pt x="20802" y="15461"/>
                </a:lnTo>
                <a:lnTo>
                  <a:pt x="21207" y="18408"/>
                </a:lnTo>
                <a:lnTo>
                  <a:pt x="21600" y="21600"/>
                </a:lnTo>
                <a:lnTo>
                  <a:pt x="18905" y="20732"/>
                </a:lnTo>
                <a:lnTo>
                  <a:pt x="16242" y="19842"/>
                </a:lnTo>
                <a:lnTo>
                  <a:pt x="13613" y="18904"/>
                </a:lnTo>
                <a:lnTo>
                  <a:pt x="11013" y="17906"/>
                </a:lnTo>
                <a:lnTo>
                  <a:pt x="8446" y="16831"/>
                </a:lnTo>
                <a:lnTo>
                  <a:pt x="5907" y="15660"/>
                </a:lnTo>
                <a:lnTo>
                  <a:pt x="3402" y="14377"/>
                </a:lnTo>
                <a:lnTo>
                  <a:pt x="930" y="12960"/>
                </a:lnTo>
                <a:lnTo>
                  <a:pt x="310" y="9487"/>
                </a:lnTo>
                <a:lnTo>
                  <a:pt x="0" y="7076"/>
                </a:lnTo>
                <a:lnTo>
                  <a:pt x="0" y="5106"/>
                </a:lnTo>
                <a:lnTo>
                  <a:pt x="310" y="2955"/>
                </a:lnTo>
                <a:lnTo>
                  <a:pt x="930" y="0"/>
                </a:lnTo>
                <a:close/>
              </a:path>
            </a:pathLst>
          </a:custGeom>
          <a:solidFill>
            <a:srgbClr val="B3B7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8" name="contour_15646"/>
          <p:cNvSpPr/>
          <p:nvPr/>
        </p:nvSpPr>
        <p:spPr>
          <a:xfrm>
            <a:off x="6992271" y="4635163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34" y="2305"/>
                </a:lnTo>
                <a:lnTo>
                  <a:pt x="19195" y="4484"/>
                </a:lnTo>
                <a:lnTo>
                  <a:pt x="17856" y="6557"/>
                </a:lnTo>
                <a:lnTo>
                  <a:pt x="16394" y="8541"/>
                </a:lnTo>
                <a:lnTo>
                  <a:pt x="14767" y="10461"/>
                </a:lnTo>
                <a:lnTo>
                  <a:pt x="12960" y="12327"/>
                </a:lnTo>
                <a:lnTo>
                  <a:pt x="10922" y="14167"/>
                </a:lnTo>
                <a:lnTo>
                  <a:pt x="8640" y="15993"/>
                </a:lnTo>
                <a:lnTo>
                  <a:pt x="6084" y="17829"/>
                </a:lnTo>
                <a:lnTo>
                  <a:pt x="3211" y="1969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39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49" name="contour_15647"/>
          <p:cNvSpPr/>
          <p:nvPr/>
        </p:nvSpPr>
        <p:spPr>
          <a:xfrm>
            <a:off x="9709052" y="4627875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609" y="1550"/>
                </a:lnTo>
                <a:lnTo>
                  <a:pt x="6280" y="3127"/>
                </a:lnTo>
                <a:lnTo>
                  <a:pt x="8942" y="4725"/>
                </a:lnTo>
                <a:lnTo>
                  <a:pt x="11174" y="6043"/>
                </a:lnTo>
                <a:lnTo>
                  <a:pt x="13444" y="7382"/>
                </a:lnTo>
                <a:lnTo>
                  <a:pt x="15908" y="9752"/>
                </a:lnTo>
                <a:lnTo>
                  <a:pt x="17760" y="12177"/>
                </a:lnTo>
                <a:lnTo>
                  <a:pt x="19198" y="14839"/>
                </a:lnTo>
                <a:lnTo>
                  <a:pt x="20414" y="17917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FD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0" name="contour_15648"/>
          <p:cNvSpPr/>
          <p:nvPr/>
        </p:nvSpPr>
        <p:spPr>
          <a:xfrm>
            <a:off x="1227469" y="4619603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686B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1" name="contour_15649"/>
          <p:cNvSpPr/>
          <p:nvPr/>
        </p:nvSpPr>
        <p:spPr>
          <a:xfrm>
            <a:off x="10301019" y="461329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373"/>
                </a:lnTo>
                <a:lnTo>
                  <a:pt x="4392" y="783"/>
                </a:lnTo>
                <a:lnTo>
                  <a:pt x="6584" y="1220"/>
                </a:lnTo>
                <a:lnTo>
                  <a:pt x="8777" y="1685"/>
                </a:lnTo>
                <a:lnTo>
                  <a:pt x="10004" y="1922"/>
                </a:lnTo>
                <a:lnTo>
                  <a:pt x="13712" y="2635"/>
                </a:lnTo>
                <a:lnTo>
                  <a:pt x="16229" y="4363"/>
                </a:lnTo>
                <a:lnTo>
                  <a:pt x="17762" y="6097"/>
                </a:lnTo>
                <a:lnTo>
                  <a:pt x="18936" y="8872"/>
                </a:lnTo>
                <a:lnTo>
                  <a:pt x="20376" y="13732"/>
                </a:lnTo>
                <a:lnTo>
                  <a:pt x="20779" y="16335"/>
                </a:lnTo>
                <a:lnTo>
                  <a:pt x="21186" y="18949"/>
                </a:lnTo>
                <a:lnTo>
                  <a:pt x="21600" y="21600"/>
                </a:lnTo>
                <a:lnTo>
                  <a:pt x="19436" y="20682"/>
                </a:lnTo>
                <a:lnTo>
                  <a:pt x="17273" y="19748"/>
                </a:lnTo>
                <a:lnTo>
                  <a:pt x="15113" y="18803"/>
                </a:lnTo>
                <a:lnTo>
                  <a:pt x="12956" y="17842"/>
                </a:lnTo>
                <a:lnTo>
                  <a:pt x="10800" y="16875"/>
                </a:lnTo>
                <a:lnTo>
                  <a:pt x="9907" y="16486"/>
                </a:lnTo>
                <a:lnTo>
                  <a:pt x="8334" y="15795"/>
                </a:lnTo>
                <a:lnTo>
                  <a:pt x="4723" y="14218"/>
                </a:lnTo>
                <a:lnTo>
                  <a:pt x="3164" y="13090"/>
                </a:lnTo>
                <a:lnTo>
                  <a:pt x="1591" y="1195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335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2" name="contour_15650"/>
          <p:cNvSpPr/>
          <p:nvPr/>
        </p:nvSpPr>
        <p:spPr>
          <a:xfrm>
            <a:off x="5090105" y="4613299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090" y="1555"/>
                </a:lnTo>
                <a:lnTo>
                  <a:pt x="8778" y="3132"/>
                </a:lnTo>
                <a:lnTo>
                  <a:pt x="10462" y="4725"/>
                </a:lnTo>
                <a:lnTo>
                  <a:pt x="11170" y="5384"/>
                </a:lnTo>
                <a:lnTo>
                  <a:pt x="13311" y="7382"/>
                </a:lnTo>
                <a:lnTo>
                  <a:pt x="14553" y="8872"/>
                </a:lnTo>
                <a:lnTo>
                  <a:pt x="15544" y="10190"/>
                </a:lnTo>
                <a:lnTo>
                  <a:pt x="16513" y="11723"/>
                </a:lnTo>
                <a:lnTo>
                  <a:pt x="17693" y="13873"/>
                </a:lnTo>
                <a:lnTo>
                  <a:pt x="19310" y="17032"/>
                </a:lnTo>
                <a:lnTo>
                  <a:pt x="21600" y="21600"/>
                </a:lnTo>
                <a:lnTo>
                  <a:pt x="19818" y="21152"/>
                </a:lnTo>
                <a:lnTo>
                  <a:pt x="18036" y="20709"/>
                </a:lnTo>
                <a:lnTo>
                  <a:pt x="16251" y="20261"/>
                </a:lnTo>
                <a:lnTo>
                  <a:pt x="14464" y="19818"/>
                </a:lnTo>
                <a:lnTo>
                  <a:pt x="12674" y="19370"/>
                </a:lnTo>
                <a:lnTo>
                  <a:pt x="10881" y="18922"/>
                </a:lnTo>
                <a:lnTo>
                  <a:pt x="9083" y="18473"/>
                </a:lnTo>
                <a:lnTo>
                  <a:pt x="7279" y="18020"/>
                </a:lnTo>
                <a:lnTo>
                  <a:pt x="5470" y="17566"/>
                </a:lnTo>
                <a:lnTo>
                  <a:pt x="3656" y="17113"/>
                </a:lnTo>
                <a:lnTo>
                  <a:pt x="1831" y="16659"/>
                </a:lnTo>
                <a:lnTo>
                  <a:pt x="0" y="16200"/>
                </a:lnTo>
                <a:lnTo>
                  <a:pt x="891" y="13527"/>
                </a:lnTo>
                <a:lnTo>
                  <a:pt x="1785" y="10849"/>
                </a:lnTo>
                <a:lnTo>
                  <a:pt x="2678" y="8159"/>
                </a:lnTo>
                <a:lnTo>
                  <a:pt x="3580" y="5459"/>
                </a:lnTo>
                <a:lnTo>
                  <a:pt x="4487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E1E6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3" name="contour_15651"/>
          <p:cNvSpPr/>
          <p:nvPr/>
        </p:nvSpPr>
        <p:spPr>
          <a:xfrm>
            <a:off x="10496191" y="4598723"/>
            <a:ext cx="3075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6" y="0"/>
                </a:moveTo>
                <a:lnTo>
                  <a:pt x="4509" y="0"/>
                </a:lnTo>
                <a:lnTo>
                  <a:pt x="7913" y="0"/>
                </a:lnTo>
                <a:lnTo>
                  <a:pt x="11363" y="0"/>
                </a:lnTo>
                <a:lnTo>
                  <a:pt x="12965" y="2354"/>
                </a:lnTo>
                <a:lnTo>
                  <a:pt x="14066" y="4093"/>
                </a:lnTo>
                <a:lnTo>
                  <a:pt x="14941" y="5735"/>
                </a:lnTo>
                <a:lnTo>
                  <a:pt x="15867" y="7798"/>
                </a:lnTo>
                <a:lnTo>
                  <a:pt x="17121" y="10800"/>
                </a:lnTo>
                <a:lnTo>
                  <a:pt x="17981" y="12809"/>
                </a:lnTo>
                <a:lnTo>
                  <a:pt x="18846" y="14828"/>
                </a:lnTo>
                <a:lnTo>
                  <a:pt x="19722" y="16877"/>
                </a:lnTo>
                <a:lnTo>
                  <a:pt x="20653" y="19220"/>
                </a:lnTo>
                <a:lnTo>
                  <a:pt x="21600" y="21600"/>
                </a:lnTo>
                <a:lnTo>
                  <a:pt x="18421" y="20819"/>
                </a:lnTo>
                <a:lnTo>
                  <a:pt x="15340" y="19998"/>
                </a:lnTo>
                <a:lnTo>
                  <a:pt x="12346" y="19116"/>
                </a:lnTo>
                <a:lnTo>
                  <a:pt x="9438" y="18140"/>
                </a:lnTo>
                <a:lnTo>
                  <a:pt x="6603" y="17046"/>
                </a:lnTo>
                <a:lnTo>
                  <a:pt x="3834" y="15811"/>
                </a:lnTo>
                <a:lnTo>
                  <a:pt x="1126" y="14400"/>
                </a:lnTo>
                <a:lnTo>
                  <a:pt x="374" y="11884"/>
                </a:lnTo>
                <a:lnTo>
                  <a:pt x="26" y="9547"/>
                </a:lnTo>
                <a:lnTo>
                  <a:pt x="0" y="7290"/>
                </a:lnTo>
                <a:lnTo>
                  <a:pt x="225" y="5015"/>
                </a:lnTo>
                <a:lnTo>
                  <a:pt x="624" y="2621"/>
                </a:lnTo>
                <a:lnTo>
                  <a:pt x="1126" y="0"/>
                </a:lnTo>
                <a:close/>
              </a:path>
            </a:pathLst>
          </a:custGeom>
          <a:solidFill>
            <a:srgbClr val="BBBE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4" name="contour_15652"/>
          <p:cNvSpPr/>
          <p:nvPr/>
        </p:nvSpPr>
        <p:spPr>
          <a:xfrm>
            <a:off x="10359323" y="460601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63" y="1624"/>
                </a:lnTo>
                <a:lnTo>
                  <a:pt x="9690" y="3149"/>
                </a:lnTo>
                <a:lnTo>
                  <a:pt x="11932" y="4670"/>
                </a:lnTo>
                <a:lnTo>
                  <a:pt x="13928" y="6290"/>
                </a:lnTo>
                <a:lnTo>
                  <a:pt x="15720" y="8100"/>
                </a:lnTo>
                <a:lnTo>
                  <a:pt x="17349" y="10200"/>
                </a:lnTo>
                <a:lnTo>
                  <a:pt x="18844" y="12688"/>
                </a:lnTo>
                <a:lnTo>
                  <a:pt x="20252" y="15660"/>
                </a:lnTo>
                <a:lnTo>
                  <a:pt x="20922" y="18611"/>
                </a:lnTo>
                <a:lnTo>
                  <a:pt x="21600" y="21600"/>
                </a:lnTo>
                <a:lnTo>
                  <a:pt x="18926" y="21064"/>
                </a:lnTo>
                <a:lnTo>
                  <a:pt x="16252" y="20529"/>
                </a:lnTo>
                <a:lnTo>
                  <a:pt x="13569" y="19993"/>
                </a:lnTo>
                <a:lnTo>
                  <a:pt x="10882" y="19457"/>
                </a:lnTo>
                <a:lnTo>
                  <a:pt x="8182" y="18917"/>
                </a:lnTo>
                <a:lnTo>
                  <a:pt x="5469" y="18373"/>
                </a:lnTo>
                <a:lnTo>
                  <a:pt x="2743" y="17829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C9CD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5" name="contour_15653"/>
          <p:cNvSpPr/>
          <p:nvPr/>
        </p:nvSpPr>
        <p:spPr>
          <a:xfrm>
            <a:off x="8172925" y="459872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783" y="2052"/>
                </a:lnTo>
                <a:lnTo>
                  <a:pt x="12601" y="4117"/>
                </a:lnTo>
                <a:lnTo>
                  <a:pt x="12420" y="6212"/>
                </a:lnTo>
                <a:lnTo>
                  <a:pt x="12502" y="7201"/>
                </a:lnTo>
                <a:lnTo>
                  <a:pt x="12640" y="8951"/>
                </a:lnTo>
                <a:lnTo>
                  <a:pt x="12960" y="12960"/>
                </a:lnTo>
                <a:lnTo>
                  <a:pt x="15098" y="14031"/>
                </a:lnTo>
                <a:lnTo>
                  <a:pt x="17250" y="15103"/>
                </a:lnTo>
                <a:lnTo>
                  <a:pt x="19410" y="16187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838" y="16023"/>
                </a:lnTo>
                <a:lnTo>
                  <a:pt x="1490" y="11772"/>
                </a:lnTo>
                <a:lnTo>
                  <a:pt x="2009" y="8597"/>
                </a:lnTo>
                <a:lnTo>
                  <a:pt x="2436" y="6247"/>
                </a:lnTo>
                <a:lnTo>
                  <a:pt x="2834" y="4463"/>
                </a:lnTo>
                <a:lnTo>
                  <a:pt x="3249" y="2994"/>
                </a:lnTo>
                <a:lnTo>
                  <a:pt x="3724" y="1594"/>
                </a:lnTo>
                <a:lnTo>
                  <a:pt x="4320" y="0"/>
                </a:lnTo>
                <a:close/>
              </a:path>
            </a:pathLst>
          </a:custGeom>
          <a:solidFill>
            <a:srgbClr val="F1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6" name="contour_15654"/>
          <p:cNvSpPr/>
          <p:nvPr/>
        </p:nvSpPr>
        <p:spPr>
          <a:xfrm>
            <a:off x="7786662" y="459872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2038"/>
                </a:lnTo>
                <a:lnTo>
                  <a:pt x="15405" y="4075"/>
                </a:lnTo>
                <a:lnTo>
                  <a:pt x="16632" y="6120"/>
                </a:lnTo>
                <a:lnTo>
                  <a:pt x="17863" y="8172"/>
                </a:lnTo>
                <a:lnTo>
                  <a:pt x="19103" y="10235"/>
                </a:lnTo>
                <a:lnTo>
                  <a:pt x="20347" y="12308"/>
                </a:lnTo>
                <a:lnTo>
                  <a:pt x="21600" y="14400"/>
                </a:lnTo>
                <a:lnTo>
                  <a:pt x="20503" y="14857"/>
                </a:lnTo>
                <a:lnTo>
                  <a:pt x="19453" y="15296"/>
                </a:lnTo>
                <a:lnTo>
                  <a:pt x="18144" y="15840"/>
                </a:lnTo>
                <a:lnTo>
                  <a:pt x="16282" y="16618"/>
                </a:lnTo>
                <a:lnTo>
                  <a:pt x="13556" y="17752"/>
                </a:lnTo>
                <a:lnTo>
                  <a:pt x="9672" y="19372"/>
                </a:lnTo>
                <a:lnTo>
                  <a:pt x="4320" y="21600"/>
                </a:lnTo>
                <a:lnTo>
                  <a:pt x="3249" y="19818"/>
                </a:lnTo>
                <a:lnTo>
                  <a:pt x="2177" y="18029"/>
                </a:lnTo>
                <a:lnTo>
                  <a:pt x="1093" y="16225"/>
                </a:lnTo>
                <a:lnTo>
                  <a:pt x="0" y="14400"/>
                </a:lnTo>
                <a:lnTo>
                  <a:pt x="2856" y="14400"/>
                </a:lnTo>
                <a:lnTo>
                  <a:pt x="5728" y="14400"/>
                </a:lnTo>
                <a:lnTo>
                  <a:pt x="8640" y="14400"/>
                </a:lnTo>
                <a:lnTo>
                  <a:pt x="9932" y="12035"/>
                </a:lnTo>
                <a:lnTo>
                  <a:pt x="10632" y="10166"/>
                </a:lnTo>
                <a:lnTo>
                  <a:pt x="11340" y="7200"/>
                </a:lnTo>
                <a:lnTo>
                  <a:pt x="11876" y="4820"/>
                </a:lnTo>
                <a:lnTo>
                  <a:pt x="12411" y="2426"/>
                </a:lnTo>
                <a:lnTo>
                  <a:pt x="12960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7" name="contour_15655"/>
          <p:cNvSpPr/>
          <p:nvPr/>
        </p:nvSpPr>
        <p:spPr>
          <a:xfrm>
            <a:off x="7210910" y="4604087"/>
            <a:ext cx="36440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3"/>
                </a:lnTo>
                <a:lnTo>
                  <a:pt x="8506" y="147"/>
                </a:lnTo>
                <a:lnTo>
                  <a:pt x="11007" y="0"/>
                </a:lnTo>
                <a:lnTo>
                  <a:pt x="12986" y="147"/>
                </a:lnTo>
                <a:lnTo>
                  <a:pt x="14917" y="593"/>
                </a:lnTo>
                <a:lnTo>
                  <a:pt x="17280" y="1337"/>
                </a:lnTo>
                <a:lnTo>
                  <a:pt x="18615" y="4584"/>
                </a:lnTo>
                <a:lnTo>
                  <a:pt x="19626" y="7847"/>
                </a:lnTo>
                <a:lnTo>
                  <a:pt x="20369" y="11160"/>
                </a:lnTo>
                <a:lnTo>
                  <a:pt x="20904" y="14544"/>
                </a:lnTo>
                <a:lnTo>
                  <a:pt x="21298" y="18014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8252"/>
                </a:lnTo>
                <a:lnTo>
                  <a:pt x="8640" y="14883"/>
                </a:lnTo>
                <a:lnTo>
                  <a:pt x="8640" y="11469"/>
                </a:lnTo>
                <a:lnTo>
                  <a:pt x="5784" y="11469"/>
                </a:lnTo>
                <a:lnTo>
                  <a:pt x="2912" y="11469"/>
                </a:lnTo>
                <a:lnTo>
                  <a:pt x="0" y="11469"/>
                </a:lnTo>
                <a:lnTo>
                  <a:pt x="0" y="8120"/>
                </a:lnTo>
                <a:lnTo>
                  <a:pt x="0" y="4752"/>
                </a:lnTo>
                <a:lnTo>
                  <a:pt x="0" y="1337"/>
                </a:lnTo>
                <a:close/>
              </a:path>
            </a:pathLst>
          </a:custGeom>
          <a:solidFill>
            <a:srgbClr val="3736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8" name="contour_15656"/>
          <p:cNvSpPr/>
          <p:nvPr/>
        </p:nvSpPr>
        <p:spPr>
          <a:xfrm>
            <a:off x="2065588" y="4606011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E1C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59" name="contour_15657"/>
          <p:cNvSpPr/>
          <p:nvPr/>
        </p:nvSpPr>
        <p:spPr>
          <a:xfrm>
            <a:off x="5250441" y="4613299"/>
            <a:ext cx="65592" cy="239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97" y="0"/>
                </a:lnTo>
                <a:lnTo>
                  <a:pt x="3396" y="0"/>
                </a:lnTo>
                <a:lnTo>
                  <a:pt x="5100" y="0"/>
                </a:lnTo>
                <a:lnTo>
                  <a:pt x="6811" y="0"/>
                </a:lnTo>
                <a:lnTo>
                  <a:pt x="8530" y="0"/>
                </a:lnTo>
                <a:lnTo>
                  <a:pt x="10258" y="0"/>
                </a:lnTo>
                <a:lnTo>
                  <a:pt x="12000" y="0"/>
                </a:lnTo>
                <a:lnTo>
                  <a:pt x="12000" y="4342"/>
                </a:lnTo>
                <a:lnTo>
                  <a:pt x="12000" y="8711"/>
                </a:lnTo>
                <a:lnTo>
                  <a:pt x="12000" y="13139"/>
                </a:lnTo>
                <a:lnTo>
                  <a:pt x="13577" y="15103"/>
                </a:lnTo>
                <a:lnTo>
                  <a:pt x="14822" y="16167"/>
                </a:lnTo>
                <a:lnTo>
                  <a:pt x="16800" y="17245"/>
                </a:lnTo>
                <a:lnTo>
                  <a:pt x="18139" y="17987"/>
                </a:lnTo>
                <a:lnTo>
                  <a:pt x="19500" y="18736"/>
                </a:lnTo>
                <a:lnTo>
                  <a:pt x="20542" y="19222"/>
                </a:lnTo>
                <a:lnTo>
                  <a:pt x="21600" y="19708"/>
                </a:lnTo>
                <a:lnTo>
                  <a:pt x="18170" y="20523"/>
                </a:lnTo>
                <a:lnTo>
                  <a:pt x="15398" y="21120"/>
                </a:lnTo>
                <a:lnTo>
                  <a:pt x="13181" y="21495"/>
                </a:lnTo>
                <a:lnTo>
                  <a:pt x="11417" y="21600"/>
                </a:lnTo>
                <a:lnTo>
                  <a:pt x="10003" y="21423"/>
                </a:lnTo>
                <a:lnTo>
                  <a:pt x="8839" y="20936"/>
                </a:lnTo>
                <a:lnTo>
                  <a:pt x="7822" y="20109"/>
                </a:lnTo>
                <a:lnTo>
                  <a:pt x="6852" y="18913"/>
                </a:lnTo>
                <a:lnTo>
                  <a:pt x="5825" y="17323"/>
                </a:lnTo>
                <a:lnTo>
                  <a:pt x="4642" y="15320"/>
                </a:lnTo>
                <a:lnTo>
                  <a:pt x="3672" y="12574"/>
                </a:lnTo>
                <a:lnTo>
                  <a:pt x="2947" y="10406"/>
                </a:lnTo>
                <a:lnTo>
                  <a:pt x="2242" y="8074"/>
                </a:lnTo>
                <a:lnTo>
                  <a:pt x="1332" y="4855"/>
                </a:lnTo>
                <a:lnTo>
                  <a:pt x="0" y="0"/>
                </a:lnTo>
                <a:close/>
              </a:path>
            </a:pathLst>
          </a:custGeom>
          <a:solidFill>
            <a:srgbClr val="807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0" name="contour_15658"/>
          <p:cNvSpPr/>
          <p:nvPr/>
        </p:nvSpPr>
        <p:spPr>
          <a:xfrm>
            <a:off x="1664749" y="4591435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6408" y="19224"/>
                </a:lnTo>
                <a:lnTo>
                  <a:pt x="5616" y="16844"/>
                </a:lnTo>
                <a:lnTo>
                  <a:pt x="4824" y="14465"/>
                </a:lnTo>
                <a:lnTo>
                  <a:pt x="4025" y="12078"/>
                </a:lnTo>
                <a:lnTo>
                  <a:pt x="3226" y="9684"/>
                </a:lnTo>
                <a:lnTo>
                  <a:pt x="2426" y="7279"/>
                </a:lnTo>
                <a:lnTo>
                  <a:pt x="1620" y="4867"/>
                </a:lnTo>
                <a:lnTo>
                  <a:pt x="814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5B6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1" name="contour_15659"/>
          <p:cNvSpPr/>
          <p:nvPr/>
        </p:nvSpPr>
        <p:spPr>
          <a:xfrm>
            <a:off x="10701858" y="459143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1631"/>
                </a:lnTo>
                <a:lnTo>
                  <a:pt x="16448" y="2923"/>
                </a:lnTo>
                <a:lnTo>
                  <a:pt x="18581" y="4558"/>
                </a:lnTo>
                <a:lnTo>
                  <a:pt x="21600" y="7200"/>
                </a:lnTo>
                <a:lnTo>
                  <a:pt x="21136" y="9724"/>
                </a:lnTo>
                <a:lnTo>
                  <a:pt x="20450" y="12132"/>
                </a:lnTo>
                <a:lnTo>
                  <a:pt x="19580" y="14472"/>
                </a:lnTo>
                <a:lnTo>
                  <a:pt x="18560" y="16794"/>
                </a:lnTo>
                <a:lnTo>
                  <a:pt x="17420" y="19156"/>
                </a:lnTo>
                <a:lnTo>
                  <a:pt x="16200" y="21600"/>
                </a:lnTo>
                <a:lnTo>
                  <a:pt x="13527" y="20412"/>
                </a:lnTo>
                <a:lnTo>
                  <a:pt x="10849" y="19220"/>
                </a:lnTo>
                <a:lnTo>
                  <a:pt x="8159" y="18029"/>
                </a:lnTo>
                <a:lnTo>
                  <a:pt x="5459" y="16826"/>
                </a:lnTo>
                <a:lnTo>
                  <a:pt x="2743" y="15617"/>
                </a:lnTo>
                <a:lnTo>
                  <a:pt x="0" y="14400"/>
                </a:lnTo>
                <a:lnTo>
                  <a:pt x="1528" y="12362"/>
                </a:lnTo>
                <a:lnTo>
                  <a:pt x="3056" y="10325"/>
                </a:lnTo>
                <a:lnTo>
                  <a:pt x="4590" y="8280"/>
                </a:lnTo>
                <a:lnTo>
                  <a:pt x="6129" y="6228"/>
                </a:lnTo>
                <a:lnTo>
                  <a:pt x="7679" y="4165"/>
                </a:lnTo>
                <a:lnTo>
                  <a:pt x="9234" y="2092"/>
                </a:lnTo>
                <a:lnTo>
                  <a:pt x="10800" y="0"/>
                </a:lnTo>
                <a:close/>
              </a:path>
            </a:pathLst>
          </a:custGeom>
          <a:solidFill>
            <a:srgbClr val="E4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2" name="contour_15660"/>
          <p:cNvSpPr/>
          <p:nvPr/>
        </p:nvSpPr>
        <p:spPr>
          <a:xfrm>
            <a:off x="9666963" y="4598723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063" y="7049"/>
                </a:lnTo>
                <a:lnTo>
                  <a:pt x="18946" y="11477"/>
                </a:lnTo>
                <a:lnTo>
                  <a:pt x="17919" y="14119"/>
                </a:lnTo>
                <a:lnTo>
                  <a:pt x="16657" y="15811"/>
                </a:lnTo>
                <a:lnTo>
                  <a:pt x="14839" y="17381"/>
                </a:lnTo>
                <a:lnTo>
                  <a:pt x="12738" y="18137"/>
                </a:lnTo>
                <a:lnTo>
                  <a:pt x="10609" y="18900"/>
                </a:lnTo>
                <a:lnTo>
                  <a:pt x="8495" y="19714"/>
                </a:lnTo>
                <a:lnTo>
                  <a:pt x="6353" y="20534"/>
                </a:lnTo>
                <a:lnTo>
                  <a:pt x="4730" y="21067"/>
                </a:lnTo>
                <a:lnTo>
                  <a:pt x="3086" y="21600"/>
                </a:lnTo>
                <a:lnTo>
                  <a:pt x="2475" y="17323"/>
                </a:lnTo>
                <a:lnTo>
                  <a:pt x="1861" y="13032"/>
                </a:lnTo>
                <a:lnTo>
                  <a:pt x="1247" y="8726"/>
                </a:lnTo>
                <a:lnTo>
                  <a:pt x="62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068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3" name="contour_15661"/>
          <p:cNvSpPr/>
          <p:nvPr/>
        </p:nvSpPr>
        <p:spPr>
          <a:xfrm>
            <a:off x="8653933" y="458414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3569"/>
                </a:lnTo>
                <a:lnTo>
                  <a:pt x="12960" y="7160"/>
                </a:lnTo>
                <a:lnTo>
                  <a:pt x="12960" y="10800"/>
                </a:lnTo>
                <a:lnTo>
                  <a:pt x="15816" y="10800"/>
                </a:lnTo>
                <a:lnTo>
                  <a:pt x="18688" y="1080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076" y="14467"/>
                </a:lnTo>
                <a:lnTo>
                  <a:pt x="1849" y="9553"/>
                </a:lnTo>
                <a:lnTo>
                  <a:pt x="2436" y="6242"/>
                </a:lnTo>
                <a:lnTo>
                  <a:pt x="2968" y="3947"/>
                </a:lnTo>
                <a:lnTo>
                  <a:pt x="3555" y="2068"/>
                </a:lnTo>
                <a:lnTo>
                  <a:pt x="4320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4" name="contour_15662"/>
          <p:cNvSpPr/>
          <p:nvPr/>
        </p:nvSpPr>
        <p:spPr>
          <a:xfrm>
            <a:off x="651718" y="4584147"/>
            <a:ext cx="37424" cy="284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32" y="0"/>
                </a:moveTo>
                <a:lnTo>
                  <a:pt x="21411" y="3955"/>
                </a:lnTo>
                <a:lnTo>
                  <a:pt x="21600" y="6797"/>
                </a:lnTo>
                <a:lnTo>
                  <a:pt x="21600" y="9324"/>
                </a:lnTo>
                <a:lnTo>
                  <a:pt x="21411" y="12332"/>
                </a:lnTo>
                <a:lnTo>
                  <a:pt x="21032" y="16620"/>
                </a:lnTo>
                <a:lnTo>
                  <a:pt x="17966" y="18703"/>
                </a:lnTo>
                <a:lnTo>
                  <a:pt x="15177" y="20248"/>
                </a:lnTo>
                <a:lnTo>
                  <a:pt x="12501" y="21229"/>
                </a:lnTo>
                <a:lnTo>
                  <a:pt x="9759" y="21600"/>
                </a:lnTo>
                <a:lnTo>
                  <a:pt x="6789" y="21345"/>
                </a:lnTo>
                <a:lnTo>
                  <a:pt x="3416" y="20431"/>
                </a:lnTo>
                <a:lnTo>
                  <a:pt x="1720" y="18542"/>
                </a:lnTo>
                <a:lnTo>
                  <a:pt x="0" y="16620"/>
                </a:lnTo>
                <a:lnTo>
                  <a:pt x="0" y="12958"/>
                </a:lnTo>
                <a:lnTo>
                  <a:pt x="0" y="9274"/>
                </a:lnTo>
                <a:lnTo>
                  <a:pt x="0" y="5540"/>
                </a:lnTo>
                <a:lnTo>
                  <a:pt x="2751" y="4194"/>
                </a:lnTo>
                <a:lnTo>
                  <a:pt x="4766" y="3385"/>
                </a:lnTo>
                <a:lnTo>
                  <a:pt x="7025" y="2787"/>
                </a:lnTo>
                <a:lnTo>
                  <a:pt x="10516" y="2077"/>
                </a:lnTo>
                <a:lnTo>
                  <a:pt x="13452" y="1451"/>
                </a:lnTo>
                <a:lnTo>
                  <a:pt x="16430" y="820"/>
                </a:lnTo>
                <a:lnTo>
                  <a:pt x="18714" y="410"/>
                </a:lnTo>
                <a:lnTo>
                  <a:pt x="21032" y="0"/>
                </a:lnTo>
                <a:close/>
              </a:path>
            </a:pathLst>
          </a:custGeom>
          <a:solidFill>
            <a:srgbClr val="393A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5" name="contour_15663"/>
          <p:cNvSpPr/>
          <p:nvPr/>
        </p:nvSpPr>
        <p:spPr>
          <a:xfrm>
            <a:off x="11569129" y="458414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88" y="3214"/>
                </a:lnTo>
                <a:lnTo>
                  <a:pt x="20157" y="5495"/>
                </a:lnTo>
                <a:lnTo>
                  <a:pt x="19500" y="7465"/>
                </a:lnTo>
                <a:lnTo>
                  <a:pt x="18611" y="9746"/>
                </a:lnTo>
                <a:lnTo>
                  <a:pt x="17280" y="12960"/>
                </a:lnTo>
                <a:lnTo>
                  <a:pt x="14424" y="12960"/>
                </a:lnTo>
                <a:lnTo>
                  <a:pt x="11552" y="12960"/>
                </a:lnTo>
                <a:lnTo>
                  <a:pt x="8640" y="12960"/>
                </a:lnTo>
                <a:lnTo>
                  <a:pt x="7569" y="15098"/>
                </a:lnTo>
                <a:lnTo>
                  <a:pt x="6497" y="17245"/>
                </a:lnTo>
                <a:lnTo>
                  <a:pt x="5413" y="19410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ED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6" name="contour_15664"/>
          <p:cNvSpPr/>
          <p:nvPr/>
        </p:nvSpPr>
        <p:spPr>
          <a:xfrm>
            <a:off x="9812716" y="4568201"/>
            <a:ext cx="43728" cy="23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80" y="0"/>
                </a:moveTo>
                <a:lnTo>
                  <a:pt x="19224" y="637"/>
                </a:lnTo>
                <a:lnTo>
                  <a:pt x="21600" y="1274"/>
                </a:lnTo>
                <a:lnTo>
                  <a:pt x="21600" y="5305"/>
                </a:lnTo>
                <a:lnTo>
                  <a:pt x="21600" y="9337"/>
                </a:lnTo>
                <a:lnTo>
                  <a:pt x="21600" y="13395"/>
                </a:lnTo>
                <a:lnTo>
                  <a:pt x="21600" y="1748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8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83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089" y="14994"/>
                </a:lnTo>
                <a:lnTo>
                  <a:pt x="5501" y="10007"/>
                </a:lnTo>
                <a:lnTo>
                  <a:pt x="7434" y="6389"/>
                </a:lnTo>
                <a:lnTo>
                  <a:pt x="9090" y="3889"/>
                </a:lnTo>
                <a:lnTo>
                  <a:pt x="10667" y="2256"/>
                </a:lnTo>
                <a:lnTo>
                  <a:pt x="12355" y="1233"/>
                </a:lnTo>
                <a:lnTo>
                  <a:pt x="14360" y="569"/>
                </a:lnTo>
                <a:lnTo>
                  <a:pt x="16880" y="0"/>
                </a:lnTo>
                <a:close/>
              </a:path>
            </a:pathLst>
          </a:custGeom>
          <a:solidFill>
            <a:srgbClr val="B3B9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7" name="contour_15665"/>
          <p:cNvSpPr/>
          <p:nvPr/>
        </p:nvSpPr>
        <p:spPr>
          <a:xfrm>
            <a:off x="957099" y="4569571"/>
            <a:ext cx="3715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52" y="0"/>
                </a:moveTo>
                <a:lnTo>
                  <a:pt x="7724" y="349"/>
                </a:lnTo>
                <a:lnTo>
                  <a:pt x="9991" y="756"/>
                </a:lnTo>
                <a:lnTo>
                  <a:pt x="13389" y="1577"/>
                </a:lnTo>
                <a:lnTo>
                  <a:pt x="15698" y="2128"/>
                </a:lnTo>
                <a:lnTo>
                  <a:pt x="18041" y="2686"/>
                </a:lnTo>
                <a:lnTo>
                  <a:pt x="19808" y="3139"/>
                </a:lnTo>
                <a:lnTo>
                  <a:pt x="21600" y="3600"/>
                </a:lnTo>
                <a:lnTo>
                  <a:pt x="18710" y="4046"/>
                </a:lnTo>
                <a:lnTo>
                  <a:pt x="15774" y="4500"/>
                </a:lnTo>
                <a:lnTo>
                  <a:pt x="12855" y="5807"/>
                </a:lnTo>
                <a:lnTo>
                  <a:pt x="10419" y="7243"/>
                </a:lnTo>
                <a:lnTo>
                  <a:pt x="8381" y="8813"/>
                </a:lnTo>
                <a:lnTo>
                  <a:pt x="6673" y="10526"/>
                </a:lnTo>
                <a:lnTo>
                  <a:pt x="5216" y="12395"/>
                </a:lnTo>
                <a:lnTo>
                  <a:pt x="3940" y="14429"/>
                </a:lnTo>
                <a:lnTo>
                  <a:pt x="2762" y="16632"/>
                </a:lnTo>
                <a:lnTo>
                  <a:pt x="1614" y="19019"/>
                </a:lnTo>
                <a:lnTo>
                  <a:pt x="415" y="21600"/>
                </a:lnTo>
                <a:lnTo>
                  <a:pt x="335" y="19408"/>
                </a:lnTo>
                <a:lnTo>
                  <a:pt x="267" y="17212"/>
                </a:lnTo>
                <a:lnTo>
                  <a:pt x="208" y="15019"/>
                </a:lnTo>
                <a:lnTo>
                  <a:pt x="153" y="12823"/>
                </a:lnTo>
                <a:lnTo>
                  <a:pt x="76" y="10375"/>
                </a:lnTo>
                <a:lnTo>
                  <a:pt x="0" y="7888"/>
                </a:lnTo>
                <a:lnTo>
                  <a:pt x="305" y="5353"/>
                </a:lnTo>
                <a:lnTo>
                  <a:pt x="894" y="3686"/>
                </a:lnTo>
                <a:lnTo>
                  <a:pt x="2195" y="2149"/>
                </a:lnTo>
                <a:lnTo>
                  <a:pt x="4652" y="0"/>
                </a:lnTo>
                <a:close/>
              </a:path>
            </a:pathLst>
          </a:custGeom>
          <a:solidFill>
            <a:srgbClr val="2F30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8" name="contour_15666"/>
          <p:cNvSpPr/>
          <p:nvPr/>
        </p:nvSpPr>
        <p:spPr>
          <a:xfrm>
            <a:off x="11538665" y="4576859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DC8F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69" name="contour_15667"/>
          <p:cNvSpPr/>
          <p:nvPr/>
        </p:nvSpPr>
        <p:spPr>
          <a:xfrm>
            <a:off x="2240500" y="4575547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F2DC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0" name="contour_15668"/>
          <p:cNvSpPr/>
          <p:nvPr/>
        </p:nvSpPr>
        <p:spPr>
          <a:xfrm>
            <a:off x="1774069" y="456228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436" y="20061"/>
                </a:lnTo>
                <a:lnTo>
                  <a:pt x="17276" y="18511"/>
                </a:lnTo>
                <a:lnTo>
                  <a:pt x="15116" y="16956"/>
                </a:lnTo>
                <a:lnTo>
                  <a:pt x="12956" y="15401"/>
                </a:lnTo>
                <a:lnTo>
                  <a:pt x="10800" y="13835"/>
                </a:lnTo>
                <a:lnTo>
                  <a:pt x="8791" y="12393"/>
                </a:lnTo>
                <a:lnTo>
                  <a:pt x="6772" y="10946"/>
                </a:lnTo>
                <a:lnTo>
                  <a:pt x="4723" y="9472"/>
                </a:lnTo>
                <a:lnTo>
                  <a:pt x="3164" y="8127"/>
                </a:lnTo>
                <a:lnTo>
                  <a:pt x="1591" y="6772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70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1" name="contour_15669"/>
          <p:cNvSpPr/>
          <p:nvPr/>
        </p:nvSpPr>
        <p:spPr>
          <a:xfrm>
            <a:off x="10956938" y="4562283"/>
            <a:ext cx="43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25" y="380"/>
                </a:lnTo>
                <a:lnTo>
                  <a:pt x="4451" y="778"/>
                </a:lnTo>
                <a:lnTo>
                  <a:pt x="6672" y="1192"/>
                </a:lnTo>
                <a:lnTo>
                  <a:pt x="8894" y="1620"/>
                </a:lnTo>
                <a:lnTo>
                  <a:pt x="10138" y="1849"/>
                </a:lnTo>
                <a:lnTo>
                  <a:pt x="13895" y="2532"/>
                </a:lnTo>
                <a:lnTo>
                  <a:pt x="16445" y="3629"/>
                </a:lnTo>
                <a:lnTo>
                  <a:pt x="18007" y="4618"/>
                </a:lnTo>
                <a:lnTo>
                  <a:pt x="19218" y="6057"/>
                </a:lnTo>
                <a:lnTo>
                  <a:pt x="20721" y="8506"/>
                </a:lnTo>
                <a:lnTo>
                  <a:pt x="21377" y="11159"/>
                </a:lnTo>
                <a:lnTo>
                  <a:pt x="21600" y="13012"/>
                </a:lnTo>
                <a:lnTo>
                  <a:pt x="21388" y="14939"/>
                </a:lnTo>
                <a:lnTo>
                  <a:pt x="20750" y="17820"/>
                </a:lnTo>
                <a:lnTo>
                  <a:pt x="19506" y="19695"/>
                </a:lnTo>
                <a:lnTo>
                  <a:pt x="18240" y="21600"/>
                </a:lnTo>
                <a:lnTo>
                  <a:pt x="15829" y="21600"/>
                </a:lnTo>
                <a:lnTo>
                  <a:pt x="13403" y="21600"/>
                </a:lnTo>
                <a:lnTo>
                  <a:pt x="10944" y="21600"/>
                </a:lnTo>
                <a:lnTo>
                  <a:pt x="10039" y="18870"/>
                </a:lnTo>
                <a:lnTo>
                  <a:pt x="9569" y="16701"/>
                </a:lnTo>
                <a:lnTo>
                  <a:pt x="9120" y="13228"/>
                </a:lnTo>
                <a:lnTo>
                  <a:pt x="8671" y="9763"/>
                </a:lnTo>
                <a:lnTo>
                  <a:pt x="8201" y="7452"/>
                </a:lnTo>
                <a:lnTo>
                  <a:pt x="7296" y="4320"/>
                </a:lnTo>
                <a:lnTo>
                  <a:pt x="5067" y="2726"/>
                </a:lnTo>
                <a:lnTo>
                  <a:pt x="3564" y="1741"/>
                </a:lnTo>
                <a:lnTo>
                  <a:pt x="2101" y="968"/>
                </a:lnTo>
                <a:lnTo>
                  <a:pt x="0" y="0"/>
                </a:lnTo>
                <a:close/>
              </a:path>
            </a:pathLst>
          </a:custGeom>
          <a:solidFill>
            <a:srgbClr val="F2E2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2" name="contour_15670"/>
          <p:cNvSpPr/>
          <p:nvPr/>
        </p:nvSpPr>
        <p:spPr>
          <a:xfrm>
            <a:off x="7123454" y="4556139"/>
            <a:ext cx="51016" cy="280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738"/>
                </a:moveTo>
                <a:lnTo>
                  <a:pt x="19560" y="4738"/>
                </a:lnTo>
                <a:lnTo>
                  <a:pt x="17508" y="4738"/>
                </a:lnTo>
                <a:lnTo>
                  <a:pt x="15429" y="4738"/>
                </a:lnTo>
                <a:lnTo>
                  <a:pt x="15429" y="8453"/>
                </a:lnTo>
                <a:lnTo>
                  <a:pt x="15429" y="12191"/>
                </a:lnTo>
                <a:lnTo>
                  <a:pt x="15429" y="15979"/>
                </a:lnTo>
                <a:lnTo>
                  <a:pt x="13411" y="17345"/>
                </a:lnTo>
                <a:lnTo>
                  <a:pt x="11932" y="18166"/>
                </a:lnTo>
                <a:lnTo>
                  <a:pt x="10275" y="18773"/>
                </a:lnTo>
                <a:lnTo>
                  <a:pt x="7714" y="19492"/>
                </a:lnTo>
                <a:lnTo>
                  <a:pt x="5560" y="20127"/>
                </a:lnTo>
                <a:lnTo>
                  <a:pt x="3376" y="20768"/>
                </a:lnTo>
                <a:lnTo>
                  <a:pt x="1700" y="21184"/>
                </a:lnTo>
                <a:lnTo>
                  <a:pt x="0" y="21600"/>
                </a:lnTo>
                <a:lnTo>
                  <a:pt x="488" y="17587"/>
                </a:lnTo>
                <a:lnTo>
                  <a:pt x="892" y="14704"/>
                </a:lnTo>
                <a:lnTo>
                  <a:pt x="1361" y="12141"/>
                </a:lnTo>
                <a:lnTo>
                  <a:pt x="2043" y="9089"/>
                </a:lnTo>
                <a:lnTo>
                  <a:pt x="3086" y="4738"/>
                </a:lnTo>
                <a:lnTo>
                  <a:pt x="5338" y="2709"/>
                </a:lnTo>
                <a:lnTo>
                  <a:pt x="7430" y="1265"/>
                </a:lnTo>
                <a:lnTo>
                  <a:pt x="9411" y="377"/>
                </a:lnTo>
                <a:lnTo>
                  <a:pt x="11328" y="0"/>
                </a:lnTo>
                <a:lnTo>
                  <a:pt x="13228" y="112"/>
                </a:lnTo>
                <a:lnTo>
                  <a:pt x="15157" y="680"/>
                </a:lnTo>
                <a:lnTo>
                  <a:pt x="17163" y="1658"/>
                </a:lnTo>
                <a:lnTo>
                  <a:pt x="19295" y="3024"/>
                </a:lnTo>
                <a:lnTo>
                  <a:pt x="21600" y="4738"/>
                </a:lnTo>
                <a:close/>
              </a:path>
            </a:pathLst>
          </a:custGeom>
          <a:solidFill>
            <a:srgbClr val="7D76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3" name="contour_15671"/>
          <p:cNvSpPr/>
          <p:nvPr/>
        </p:nvSpPr>
        <p:spPr>
          <a:xfrm>
            <a:off x="9630523" y="4547707"/>
            <a:ext cx="2308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0" y="0"/>
                </a:moveTo>
                <a:lnTo>
                  <a:pt x="10838" y="583"/>
                </a:lnTo>
                <a:lnTo>
                  <a:pt x="13600" y="1102"/>
                </a:lnTo>
                <a:lnTo>
                  <a:pt x="16382" y="1839"/>
                </a:lnTo>
                <a:lnTo>
                  <a:pt x="20461" y="3086"/>
                </a:lnTo>
                <a:lnTo>
                  <a:pt x="21109" y="5249"/>
                </a:lnTo>
                <a:lnTo>
                  <a:pt x="21470" y="6823"/>
                </a:lnTo>
                <a:lnTo>
                  <a:pt x="21600" y="8260"/>
                </a:lnTo>
                <a:lnTo>
                  <a:pt x="21539" y="10013"/>
                </a:lnTo>
                <a:lnTo>
                  <a:pt x="21314" y="12534"/>
                </a:lnTo>
                <a:lnTo>
                  <a:pt x="21191" y="14228"/>
                </a:lnTo>
                <a:lnTo>
                  <a:pt x="21068" y="15932"/>
                </a:lnTo>
                <a:lnTo>
                  <a:pt x="20938" y="17660"/>
                </a:lnTo>
                <a:lnTo>
                  <a:pt x="20700" y="19616"/>
                </a:lnTo>
                <a:lnTo>
                  <a:pt x="20461" y="21600"/>
                </a:lnTo>
                <a:lnTo>
                  <a:pt x="16512" y="20233"/>
                </a:lnTo>
                <a:lnTo>
                  <a:pt x="12774" y="18844"/>
                </a:lnTo>
                <a:lnTo>
                  <a:pt x="9255" y="17397"/>
                </a:lnTo>
                <a:lnTo>
                  <a:pt x="5947" y="15854"/>
                </a:lnTo>
                <a:lnTo>
                  <a:pt x="2865" y="14182"/>
                </a:lnTo>
                <a:lnTo>
                  <a:pt x="0" y="12343"/>
                </a:lnTo>
                <a:lnTo>
                  <a:pt x="321" y="10100"/>
                </a:lnTo>
                <a:lnTo>
                  <a:pt x="1030" y="8044"/>
                </a:lnTo>
                <a:lnTo>
                  <a:pt x="2080" y="6088"/>
                </a:lnTo>
                <a:lnTo>
                  <a:pt x="3424" y="4150"/>
                </a:lnTo>
                <a:lnTo>
                  <a:pt x="5020" y="2151"/>
                </a:lnTo>
                <a:lnTo>
                  <a:pt x="6820" y="0"/>
                </a:lnTo>
                <a:close/>
              </a:path>
            </a:pathLst>
          </a:custGeom>
          <a:solidFill>
            <a:srgbClr val="FDF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4" name="contour_15672"/>
          <p:cNvSpPr/>
          <p:nvPr/>
        </p:nvSpPr>
        <p:spPr>
          <a:xfrm>
            <a:off x="5031801" y="4554995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58" y="297"/>
                </a:lnTo>
                <a:lnTo>
                  <a:pt x="3715" y="616"/>
                </a:lnTo>
                <a:lnTo>
                  <a:pt x="5573" y="956"/>
                </a:lnTo>
                <a:lnTo>
                  <a:pt x="7428" y="1312"/>
                </a:lnTo>
                <a:lnTo>
                  <a:pt x="9283" y="1685"/>
                </a:lnTo>
                <a:lnTo>
                  <a:pt x="11008" y="2003"/>
                </a:lnTo>
                <a:lnTo>
                  <a:pt x="12744" y="2317"/>
                </a:lnTo>
                <a:lnTo>
                  <a:pt x="14502" y="2635"/>
                </a:lnTo>
                <a:lnTo>
                  <a:pt x="15954" y="3548"/>
                </a:lnTo>
                <a:lnTo>
                  <a:pt x="17418" y="4466"/>
                </a:lnTo>
                <a:lnTo>
                  <a:pt x="18900" y="5400"/>
                </a:lnTo>
                <a:lnTo>
                  <a:pt x="19859" y="9531"/>
                </a:lnTo>
                <a:lnTo>
                  <a:pt x="20480" y="12436"/>
                </a:lnTo>
                <a:lnTo>
                  <a:pt x="20890" y="14899"/>
                </a:lnTo>
                <a:lnTo>
                  <a:pt x="21219" y="17696"/>
                </a:lnTo>
                <a:lnTo>
                  <a:pt x="21600" y="21600"/>
                </a:lnTo>
                <a:lnTo>
                  <a:pt x="19740" y="20682"/>
                </a:lnTo>
                <a:lnTo>
                  <a:pt x="17882" y="19748"/>
                </a:lnTo>
                <a:lnTo>
                  <a:pt x="16027" y="18797"/>
                </a:lnTo>
                <a:lnTo>
                  <a:pt x="14172" y="17842"/>
                </a:lnTo>
                <a:lnTo>
                  <a:pt x="12317" y="16875"/>
                </a:lnTo>
                <a:lnTo>
                  <a:pt x="11551" y="16486"/>
                </a:lnTo>
                <a:lnTo>
                  <a:pt x="10198" y="15795"/>
                </a:lnTo>
                <a:lnTo>
                  <a:pt x="7098" y="14218"/>
                </a:lnTo>
                <a:lnTo>
                  <a:pt x="4936" y="12506"/>
                </a:lnTo>
                <a:lnTo>
                  <a:pt x="3526" y="11167"/>
                </a:lnTo>
                <a:lnTo>
                  <a:pt x="2560" y="9769"/>
                </a:lnTo>
                <a:lnTo>
                  <a:pt x="1736" y="7868"/>
                </a:lnTo>
                <a:lnTo>
                  <a:pt x="748" y="5022"/>
                </a:lnTo>
                <a:lnTo>
                  <a:pt x="378" y="2527"/>
                </a:lnTo>
                <a:lnTo>
                  <a:pt x="0" y="0"/>
                </a:lnTo>
                <a:close/>
              </a:path>
            </a:pathLst>
          </a:custGeom>
          <a:solidFill>
            <a:srgbClr val="6C6B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5" name="contour_15673"/>
          <p:cNvSpPr/>
          <p:nvPr/>
        </p:nvSpPr>
        <p:spPr>
          <a:xfrm>
            <a:off x="3545051" y="4539107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51"/>
                </a:moveTo>
                <a:lnTo>
                  <a:pt x="9580" y="25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50"/>
                </a:lnTo>
                <a:lnTo>
                  <a:pt x="21600" y="751"/>
                </a:lnTo>
                <a:lnTo>
                  <a:pt x="20930" y="3332"/>
                </a:lnTo>
                <a:lnTo>
                  <a:pt x="20261" y="5913"/>
                </a:lnTo>
                <a:lnTo>
                  <a:pt x="19591" y="8502"/>
                </a:lnTo>
                <a:lnTo>
                  <a:pt x="18922" y="11096"/>
                </a:lnTo>
                <a:lnTo>
                  <a:pt x="18247" y="13702"/>
                </a:lnTo>
                <a:lnTo>
                  <a:pt x="17566" y="16321"/>
                </a:lnTo>
                <a:lnTo>
                  <a:pt x="16886" y="18952"/>
                </a:lnTo>
                <a:lnTo>
                  <a:pt x="16200" y="21600"/>
                </a:lnTo>
                <a:lnTo>
                  <a:pt x="12992" y="20774"/>
                </a:lnTo>
                <a:lnTo>
                  <a:pt x="9774" y="19945"/>
                </a:lnTo>
                <a:lnTo>
                  <a:pt x="6545" y="19115"/>
                </a:lnTo>
                <a:lnTo>
                  <a:pt x="3289" y="18277"/>
                </a:lnTo>
                <a:lnTo>
                  <a:pt x="0" y="17430"/>
                </a:lnTo>
                <a:lnTo>
                  <a:pt x="513" y="14532"/>
                </a:lnTo>
                <a:lnTo>
                  <a:pt x="1107" y="11697"/>
                </a:lnTo>
                <a:lnTo>
                  <a:pt x="1836" y="8907"/>
                </a:lnTo>
                <a:lnTo>
                  <a:pt x="2759" y="6159"/>
                </a:lnTo>
                <a:lnTo>
                  <a:pt x="3926" y="3444"/>
                </a:lnTo>
                <a:lnTo>
                  <a:pt x="5400" y="751"/>
                </a:lnTo>
                <a:close/>
              </a:path>
            </a:pathLst>
          </a:custGeom>
          <a:solidFill>
            <a:srgbClr val="B5CC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6" name="contour_15674"/>
          <p:cNvSpPr/>
          <p:nvPr/>
        </p:nvSpPr>
        <p:spPr>
          <a:xfrm>
            <a:off x="1934404" y="454041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1782" y="20261"/>
                </a:lnTo>
                <a:lnTo>
                  <a:pt x="3575" y="18922"/>
                </a:lnTo>
                <a:lnTo>
                  <a:pt x="5375" y="17566"/>
                </a:lnTo>
                <a:lnTo>
                  <a:pt x="7200" y="16200"/>
                </a:lnTo>
                <a:lnTo>
                  <a:pt x="7200" y="12631"/>
                </a:lnTo>
                <a:lnTo>
                  <a:pt x="7200" y="9040"/>
                </a:lnTo>
                <a:lnTo>
                  <a:pt x="7200" y="5400"/>
                </a:lnTo>
                <a:lnTo>
                  <a:pt x="9612" y="3067"/>
                </a:lnTo>
                <a:lnTo>
                  <a:pt x="11772" y="1528"/>
                </a:lnTo>
                <a:lnTo>
                  <a:pt x="13867" y="610"/>
                </a:lnTo>
                <a:lnTo>
                  <a:pt x="16081" y="162"/>
                </a:lnTo>
                <a:lnTo>
                  <a:pt x="18598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8176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7" name="contour_15675"/>
          <p:cNvSpPr/>
          <p:nvPr/>
        </p:nvSpPr>
        <p:spPr>
          <a:xfrm>
            <a:off x="8143773" y="4525843"/>
            <a:ext cx="2950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72" y="0"/>
                </a:moveTo>
                <a:lnTo>
                  <a:pt x="12588" y="1966"/>
                </a:lnTo>
                <a:lnTo>
                  <a:pt x="14370" y="3863"/>
                </a:lnTo>
                <a:lnTo>
                  <a:pt x="15997" y="5715"/>
                </a:lnTo>
                <a:lnTo>
                  <a:pt x="17459" y="7541"/>
                </a:lnTo>
                <a:lnTo>
                  <a:pt x="18729" y="9368"/>
                </a:lnTo>
                <a:lnTo>
                  <a:pt x="19796" y="11220"/>
                </a:lnTo>
                <a:lnTo>
                  <a:pt x="20634" y="13114"/>
                </a:lnTo>
                <a:lnTo>
                  <a:pt x="21226" y="15077"/>
                </a:lnTo>
                <a:lnTo>
                  <a:pt x="21552" y="17129"/>
                </a:lnTo>
                <a:lnTo>
                  <a:pt x="21600" y="19295"/>
                </a:lnTo>
                <a:lnTo>
                  <a:pt x="21344" y="21600"/>
                </a:lnTo>
                <a:lnTo>
                  <a:pt x="17817" y="21600"/>
                </a:lnTo>
                <a:lnTo>
                  <a:pt x="14268" y="21600"/>
                </a:lnTo>
                <a:lnTo>
                  <a:pt x="10672" y="21600"/>
                </a:lnTo>
                <a:lnTo>
                  <a:pt x="10672" y="19560"/>
                </a:lnTo>
                <a:lnTo>
                  <a:pt x="10672" y="17508"/>
                </a:lnTo>
                <a:lnTo>
                  <a:pt x="10672" y="15429"/>
                </a:lnTo>
                <a:lnTo>
                  <a:pt x="7145" y="15429"/>
                </a:lnTo>
                <a:lnTo>
                  <a:pt x="3596" y="15429"/>
                </a:lnTo>
                <a:lnTo>
                  <a:pt x="0" y="15429"/>
                </a:lnTo>
                <a:lnTo>
                  <a:pt x="1126" y="13423"/>
                </a:lnTo>
                <a:lnTo>
                  <a:pt x="2289" y="11448"/>
                </a:lnTo>
                <a:lnTo>
                  <a:pt x="3495" y="9501"/>
                </a:lnTo>
                <a:lnTo>
                  <a:pt x="4765" y="7575"/>
                </a:lnTo>
                <a:lnTo>
                  <a:pt x="6104" y="5668"/>
                </a:lnTo>
                <a:lnTo>
                  <a:pt x="7524" y="3771"/>
                </a:lnTo>
                <a:lnTo>
                  <a:pt x="9044" y="1885"/>
                </a:lnTo>
                <a:lnTo>
                  <a:pt x="10672" y="0"/>
                </a:lnTo>
                <a:close/>
              </a:path>
            </a:pathLst>
          </a:custGeom>
          <a:solidFill>
            <a:srgbClr val="B2B4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8" name="contour_15676"/>
          <p:cNvSpPr/>
          <p:nvPr/>
        </p:nvSpPr>
        <p:spPr>
          <a:xfrm>
            <a:off x="6569567" y="4533131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250" y="1651"/>
                </a:lnTo>
                <a:lnTo>
                  <a:pt x="16878" y="2913"/>
                </a:lnTo>
                <a:lnTo>
                  <a:pt x="18092" y="4048"/>
                </a:lnTo>
                <a:lnTo>
                  <a:pt x="19120" y="5314"/>
                </a:lnTo>
                <a:lnTo>
                  <a:pt x="20209" y="6964"/>
                </a:lnTo>
                <a:lnTo>
                  <a:pt x="21600" y="9257"/>
                </a:lnTo>
                <a:lnTo>
                  <a:pt x="19751" y="11044"/>
                </a:lnTo>
                <a:lnTo>
                  <a:pt x="17794" y="12729"/>
                </a:lnTo>
                <a:lnTo>
                  <a:pt x="15738" y="14327"/>
                </a:lnTo>
                <a:lnTo>
                  <a:pt x="13591" y="15857"/>
                </a:lnTo>
                <a:lnTo>
                  <a:pt x="11370" y="17336"/>
                </a:lnTo>
                <a:lnTo>
                  <a:pt x="9076" y="18773"/>
                </a:lnTo>
                <a:lnTo>
                  <a:pt x="6722" y="20190"/>
                </a:lnTo>
                <a:lnTo>
                  <a:pt x="4320" y="21600"/>
                </a:lnTo>
                <a:lnTo>
                  <a:pt x="2821" y="20054"/>
                </a:lnTo>
                <a:lnTo>
                  <a:pt x="1871" y="18894"/>
                </a:lnTo>
                <a:lnTo>
                  <a:pt x="1063" y="17545"/>
                </a:lnTo>
                <a:lnTo>
                  <a:pt x="0" y="15429"/>
                </a:lnTo>
                <a:lnTo>
                  <a:pt x="1210" y="13454"/>
                </a:lnTo>
                <a:lnTo>
                  <a:pt x="2138" y="12047"/>
                </a:lnTo>
                <a:lnTo>
                  <a:pt x="3080" y="10815"/>
                </a:lnTo>
                <a:lnTo>
                  <a:pt x="4342" y="9371"/>
                </a:lnTo>
                <a:lnTo>
                  <a:pt x="6212" y="7329"/>
                </a:lnTo>
                <a:lnTo>
                  <a:pt x="6765" y="6715"/>
                </a:lnTo>
                <a:lnTo>
                  <a:pt x="7737" y="5635"/>
                </a:lnTo>
                <a:lnTo>
                  <a:pt x="9975" y="3157"/>
                </a:lnTo>
                <a:lnTo>
                  <a:pt x="11457" y="1592"/>
                </a:lnTo>
                <a:lnTo>
                  <a:pt x="12960" y="0"/>
                </a:lnTo>
                <a:close/>
              </a:path>
            </a:pathLst>
          </a:custGeom>
          <a:solidFill>
            <a:srgbClr val="EC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79" name="contour_15677"/>
          <p:cNvSpPr/>
          <p:nvPr/>
        </p:nvSpPr>
        <p:spPr>
          <a:xfrm>
            <a:off x="7954285" y="453313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1156" y="15111"/>
                </a:lnTo>
                <a:lnTo>
                  <a:pt x="2327" y="12947"/>
                </a:lnTo>
                <a:lnTo>
                  <a:pt x="3521" y="10791"/>
                </a:lnTo>
                <a:lnTo>
                  <a:pt x="4725" y="8640"/>
                </a:lnTo>
                <a:lnTo>
                  <a:pt x="6043" y="6229"/>
                </a:lnTo>
                <a:lnTo>
                  <a:pt x="7382" y="3780"/>
                </a:lnTo>
                <a:lnTo>
                  <a:pt x="9077" y="1905"/>
                </a:lnTo>
                <a:lnTo>
                  <a:pt x="10800" y="0"/>
                </a:lnTo>
                <a:close/>
              </a:path>
            </a:pathLst>
          </a:custGeom>
          <a:solidFill>
            <a:srgbClr val="B8C0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0" name="contour_15678"/>
          <p:cNvSpPr/>
          <p:nvPr/>
        </p:nvSpPr>
        <p:spPr>
          <a:xfrm>
            <a:off x="5747613" y="4511267"/>
            <a:ext cx="2756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66" y="0"/>
                </a:moveTo>
                <a:lnTo>
                  <a:pt x="6625" y="1438"/>
                </a:lnTo>
                <a:lnTo>
                  <a:pt x="8773" y="2882"/>
                </a:lnTo>
                <a:lnTo>
                  <a:pt x="10909" y="4332"/>
                </a:lnTo>
                <a:lnTo>
                  <a:pt x="13033" y="5786"/>
                </a:lnTo>
                <a:lnTo>
                  <a:pt x="14232" y="6594"/>
                </a:lnTo>
                <a:lnTo>
                  <a:pt x="17853" y="9041"/>
                </a:lnTo>
                <a:lnTo>
                  <a:pt x="19681" y="10701"/>
                </a:lnTo>
                <a:lnTo>
                  <a:pt x="20789" y="12025"/>
                </a:lnTo>
                <a:lnTo>
                  <a:pt x="21360" y="13466"/>
                </a:lnTo>
                <a:lnTo>
                  <a:pt x="21571" y="15475"/>
                </a:lnTo>
                <a:lnTo>
                  <a:pt x="21600" y="18514"/>
                </a:lnTo>
                <a:lnTo>
                  <a:pt x="17351" y="19465"/>
                </a:lnTo>
                <a:lnTo>
                  <a:pt x="14335" y="20100"/>
                </a:lnTo>
                <a:lnTo>
                  <a:pt x="11731" y="20569"/>
                </a:lnTo>
                <a:lnTo>
                  <a:pt x="8715" y="21020"/>
                </a:lnTo>
                <a:lnTo>
                  <a:pt x="4466" y="21600"/>
                </a:lnTo>
                <a:lnTo>
                  <a:pt x="2627" y="19175"/>
                </a:lnTo>
                <a:lnTo>
                  <a:pt x="1302" y="16931"/>
                </a:lnTo>
                <a:lnTo>
                  <a:pt x="445" y="14821"/>
                </a:lnTo>
                <a:lnTo>
                  <a:pt x="23" y="12803"/>
                </a:lnTo>
                <a:lnTo>
                  <a:pt x="0" y="10825"/>
                </a:lnTo>
                <a:lnTo>
                  <a:pt x="331" y="8847"/>
                </a:lnTo>
                <a:lnTo>
                  <a:pt x="982" y="6823"/>
                </a:lnTo>
                <a:lnTo>
                  <a:pt x="1919" y="4703"/>
                </a:lnTo>
                <a:lnTo>
                  <a:pt x="3090" y="2444"/>
                </a:lnTo>
                <a:lnTo>
                  <a:pt x="4466" y="0"/>
                </a:lnTo>
                <a:close/>
              </a:path>
            </a:pathLst>
          </a:custGeom>
          <a:solidFill>
            <a:srgbClr val="C8D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1" name="contour_15679"/>
          <p:cNvSpPr/>
          <p:nvPr/>
        </p:nvSpPr>
        <p:spPr>
          <a:xfrm>
            <a:off x="5432640" y="4502667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1"/>
                </a:lnTo>
                <a:lnTo>
                  <a:pt x="21600" y="7756"/>
                </a:lnTo>
                <a:lnTo>
                  <a:pt x="21600" y="11188"/>
                </a:lnTo>
                <a:lnTo>
                  <a:pt x="21600" y="14634"/>
                </a:lnTo>
                <a:lnTo>
                  <a:pt x="21600" y="1810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1E22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2" name="contour_15680"/>
          <p:cNvSpPr/>
          <p:nvPr/>
        </p:nvSpPr>
        <p:spPr>
          <a:xfrm>
            <a:off x="10191699" y="4489403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7068" y="513"/>
                </a:lnTo>
                <a:lnTo>
                  <a:pt x="9903" y="1107"/>
                </a:lnTo>
                <a:lnTo>
                  <a:pt x="12693" y="1836"/>
                </a:lnTo>
                <a:lnTo>
                  <a:pt x="15441" y="2759"/>
                </a:lnTo>
                <a:lnTo>
                  <a:pt x="18156" y="3926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2064" y="20261"/>
                </a:lnTo>
                <a:lnTo>
                  <a:pt x="4141" y="18922"/>
                </a:lnTo>
                <a:lnTo>
                  <a:pt x="6226" y="17566"/>
                </a:lnTo>
                <a:lnTo>
                  <a:pt x="8340" y="16200"/>
                </a:lnTo>
                <a:lnTo>
                  <a:pt x="7514" y="12992"/>
                </a:lnTo>
                <a:lnTo>
                  <a:pt x="6684" y="9774"/>
                </a:lnTo>
                <a:lnTo>
                  <a:pt x="5855" y="6545"/>
                </a:lnTo>
                <a:lnTo>
                  <a:pt x="5016" y="3289"/>
                </a:lnTo>
                <a:lnTo>
                  <a:pt x="4170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3" name="contour_15681"/>
          <p:cNvSpPr/>
          <p:nvPr/>
        </p:nvSpPr>
        <p:spPr>
          <a:xfrm>
            <a:off x="5009937" y="4502667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5558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4" name="contour_15682"/>
          <p:cNvSpPr/>
          <p:nvPr/>
        </p:nvSpPr>
        <p:spPr>
          <a:xfrm>
            <a:off x="4761234" y="4503979"/>
            <a:ext cx="37351" cy="28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" y="0"/>
                </a:moveTo>
                <a:lnTo>
                  <a:pt x="3165" y="484"/>
                </a:lnTo>
                <a:lnTo>
                  <a:pt x="5799" y="1002"/>
                </a:lnTo>
                <a:lnTo>
                  <a:pt x="8433" y="1536"/>
                </a:lnTo>
                <a:lnTo>
                  <a:pt x="11063" y="2087"/>
                </a:lnTo>
                <a:lnTo>
                  <a:pt x="14005" y="2671"/>
                </a:lnTo>
                <a:lnTo>
                  <a:pt x="16989" y="3261"/>
                </a:lnTo>
                <a:lnTo>
                  <a:pt x="19278" y="4407"/>
                </a:lnTo>
                <a:lnTo>
                  <a:pt x="21600" y="5564"/>
                </a:lnTo>
                <a:lnTo>
                  <a:pt x="21600" y="9242"/>
                </a:lnTo>
                <a:lnTo>
                  <a:pt x="21600" y="12942"/>
                </a:lnTo>
                <a:lnTo>
                  <a:pt x="21600" y="16692"/>
                </a:lnTo>
                <a:lnTo>
                  <a:pt x="18557" y="18606"/>
                </a:lnTo>
                <a:lnTo>
                  <a:pt x="15750" y="20098"/>
                </a:lnTo>
                <a:lnTo>
                  <a:pt x="13032" y="21105"/>
                </a:lnTo>
                <a:lnTo>
                  <a:pt x="10254" y="21600"/>
                </a:lnTo>
                <a:lnTo>
                  <a:pt x="7279" y="21539"/>
                </a:lnTo>
                <a:lnTo>
                  <a:pt x="3949" y="20866"/>
                </a:lnTo>
                <a:lnTo>
                  <a:pt x="1964" y="18317"/>
                </a:lnTo>
                <a:lnTo>
                  <a:pt x="889" y="16130"/>
                </a:lnTo>
                <a:lnTo>
                  <a:pt x="358" y="13092"/>
                </a:lnTo>
                <a:lnTo>
                  <a:pt x="0" y="8001"/>
                </a:lnTo>
                <a:lnTo>
                  <a:pt x="173" y="5358"/>
                </a:lnTo>
                <a:lnTo>
                  <a:pt x="350" y="2699"/>
                </a:lnTo>
                <a:lnTo>
                  <a:pt x="527" y="0"/>
                </a:lnTo>
                <a:close/>
              </a:path>
            </a:pathLst>
          </a:custGeom>
          <a:solidFill>
            <a:srgbClr val="3F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5" name="contour_15683"/>
          <p:cNvSpPr/>
          <p:nvPr/>
        </p:nvSpPr>
        <p:spPr>
          <a:xfrm>
            <a:off x="2072876" y="4503979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5" y="700"/>
                </a:lnTo>
                <a:lnTo>
                  <a:pt x="4484" y="1443"/>
                </a:lnTo>
                <a:lnTo>
                  <a:pt x="6557" y="2246"/>
                </a:lnTo>
                <a:lnTo>
                  <a:pt x="8541" y="3123"/>
                </a:lnTo>
                <a:lnTo>
                  <a:pt x="10461" y="4100"/>
                </a:lnTo>
                <a:lnTo>
                  <a:pt x="12327" y="5184"/>
                </a:lnTo>
                <a:lnTo>
                  <a:pt x="14167" y="6407"/>
                </a:lnTo>
                <a:lnTo>
                  <a:pt x="15993" y="7776"/>
                </a:lnTo>
                <a:lnTo>
                  <a:pt x="17829" y="9310"/>
                </a:lnTo>
                <a:lnTo>
                  <a:pt x="19690" y="11033"/>
                </a:lnTo>
                <a:lnTo>
                  <a:pt x="21600" y="12960"/>
                </a:lnTo>
                <a:lnTo>
                  <a:pt x="20835" y="15098"/>
                </a:lnTo>
                <a:lnTo>
                  <a:pt x="20069" y="17245"/>
                </a:lnTo>
                <a:lnTo>
                  <a:pt x="19295" y="19410"/>
                </a:lnTo>
                <a:lnTo>
                  <a:pt x="18514" y="21600"/>
                </a:lnTo>
                <a:lnTo>
                  <a:pt x="16515" y="20706"/>
                </a:lnTo>
                <a:lnTo>
                  <a:pt x="14537" y="19790"/>
                </a:lnTo>
                <a:lnTo>
                  <a:pt x="12577" y="18827"/>
                </a:lnTo>
                <a:lnTo>
                  <a:pt x="10643" y="17816"/>
                </a:lnTo>
                <a:lnTo>
                  <a:pt x="8723" y="16736"/>
                </a:lnTo>
                <a:lnTo>
                  <a:pt x="6826" y="15574"/>
                </a:lnTo>
                <a:lnTo>
                  <a:pt x="4946" y="14321"/>
                </a:lnTo>
                <a:lnTo>
                  <a:pt x="3086" y="12960"/>
                </a:lnTo>
                <a:lnTo>
                  <a:pt x="1858" y="9487"/>
                </a:lnTo>
                <a:lnTo>
                  <a:pt x="1083" y="7076"/>
                </a:lnTo>
                <a:lnTo>
                  <a:pt x="614" y="5106"/>
                </a:lnTo>
                <a:lnTo>
                  <a:pt x="302" y="2955"/>
                </a:lnTo>
                <a:lnTo>
                  <a:pt x="0" y="0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6" name="contour_15684"/>
          <p:cNvSpPr/>
          <p:nvPr/>
        </p:nvSpPr>
        <p:spPr>
          <a:xfrm>
            <a:off x="10045939" y="4482115"/>
            <a:ext cx="51016" cy="29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7035" y="595"/>
                </a:lnTo>
                <a:lnTo>
                  <a:pt x="7844" y="1153"/>
                </a:lnTo>
                <a:lnTo>
                  <a:pt x="8776" y="1791"/>
                </a:lnTo>
                <a:lnTo>
                  <a:pt x="10010" y="2642"/>
                </a:lnTo>
                <a:lnTo>
                  <a:pt x="11729" y="3827"/>
                </a:lnTo>
                <a:lnTo>
                  <a:pt x="14111" y="5469"/>
                </a:lnTo>
                <a:lnTo>
                  <a:pt x="17342" y="7696"/>
                </a:lnTo>
                <a:lnTo>
                  <a:pt x="21600" y="10630"/>
                </a:lnTo>
                <a:lnTo>
                  <a:pt x="19607" y="13256"/>
                </a:lnTo>
                <a:lnTo>
                  <a:pt x="17734" y="15461"/>
                </a:lnTo>
                <a:lnTo>
                  <a:pt x="15947" y="17274"/>
                </a:lnTo>
                <a:lnTo>
                  <a:pt x="14200" y="18725"/>
                </a:lnTo>
                <a:lnTo>
                  <a:pt x="12460" y="19846"/>
                </a:lnTo>
                <a:lnTo>
                  <a:pt x="10689" y="20665"/>
                </a:lnTo>
                <a:lnTo>
                  <a:pt x="8847" y="21207"/>
                </a:lnTo>
                <a:lnTo>
                  <a:pt x="6893" y="21510"/>
                </a:lnTo>
                <a:lnTo>
                  <a:pt x="4795" y="21600"/>
                </a:lnTo>
                <a:lnTo>
                  <a:pt x="2509" y="21504"/>
                </a:lnTo>
                <a:lnTo>
                  <a:pt x="0" y="21260"/>
                </a:lnTo>
                <a:lnTo>
                  <a:pt x="0" y="17747"/>
                </a:lnTo>
                <a:lnTo>
                  <a:pt x="0" y="14212"/>
                </a:lnTo>
                <a:lnTo>
                  <a:pt x="0" y="10630"/>
                </a:lnTo>
                <a:lnTo>
                  <a:pt x="2040" y="10630"/>
                </a:lnTo>
                <a:lnTo>
                  <a:pt x="4092" y="10630"/>
                </a:lnTo>
                <a:lnTo>
                  <a:pt x="6171" y="10630"/>
                </a:lnTo>
                <a:lnTo>
                  <a:pt x="6171" y="7117"/>
                </a:lnTo>
                <a:lnTo>
                  <a:pt x="6171" y="3582"/>
                </a:lnTo>
                <a:lnTo>
                  <a:pt x="6171" y="0"/>
                </a:lnTo>
                <a:close/>
              </a:path>
            </a:pathLst>
          </a:custGeom>
          <a:solidFill>
            <a:srgbClr val="F0F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7" name="contour_15685"/>
          <p:cNvSpPr/>
          <p:nvPr/>
        </p:nvSpPr>
        <p:spPr>
          <a:xfrm>
            <a:off x="7014135" y="4465899"/>
            <a:ext cx="31076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66" y="930"/>
                </a:moveTo>
                <a:lnTo>
                  <a:pt x="8986" y="310"/>
                </a:lnTo>
                <a:lnTo>
                  <a:pt x="11737" y="0"/>
                </a:lnTo>
                <a:lnTo>
                  <a:pt x="14047" y="0"/>
                </a:lnTo>
                <a:lnTo>
                  <a:pt x="16646" y="310"/>
                </a:lnTo>
                <a:lnTo>
                  <a:pt x="20263" y="930"/>
                </a:lnTo>
                <a:lnTo>
                  <a:pt x="21007" y="5709"/>
                </a:lnTo>
                <a:lnTo>
                  <a:pt x="21453" y="9070"/>
                </a:lnTo>
                <a:lnTo>
                  <a:pt x="21600" y="11464"/>
                </a:lnTo>
                <a:lnTo>
                  <a:pt x="21453" y="13357"/>
                </a:lnTo>
                <a:lnTo>
                  <a:pt x="21007" y="15205"/>
                </a:lnTo>
                <a:lnTo>
                  <a:pt x="20263" y="17466"/>
                </a:lnTo>
                <a:lnTo>
                  <a:pt x="17016" y="18743"/>
                </a:lnTo>
                <a:lnTo>
                  <a:pt x="13753" y="19711"/>
                </a:lnTo>
                <a:lnTo>
                  <a:pt x="10440" y="20422"/>
                </a:lnTo>
                <a:lnTo>
                  <a:pt x="7056" y="20934"/>
                </a:lnTo>
                <a:lnTo>
                  <a:pt x="3586" y="21311"/>
                </a:lnTo>
                <a:lnTo>
                  <a:pt x="0" y="21600"/>
                </a:lnTo>
                <a:lnTo>
                  <a:pt x="350" y="18942"/>
                </a:lnTo>
                <a:lnTo>
                  <a:pt x="735" y="16309"/>
                </a:lnTo>
                <a:lnTo>
                  <a:pt x="1175" y="13700"/>
                </a:lnTo>
                <a:lnTo>
                  <a:pt x="1702" y="11112"/>
                </a:lnTo>
                <a:lnTo>
                  <a:pt x="2330" y="8545"/>
                </a:lnTo>
                <a:lnTo>
                  <a:pt x="3085" y="5994"/>
                </a:lnTo>
                <a:lnTo>
                  <a:pt x="3987" y="3456"/>
                </a:lnTo>
                <a:lnTo>
                  <a:pt x="5066" y="930"/>
                </a:lnTo>
                <a:close/>
              </a:path>
            </a:pathLst>
          </a:custGeom>
          <a:solidFill>
            <a:srgbClr val="AA95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8" name="contour_15686"/>
          <p:cNvSpPr/>
          <p:nvPr/>
        </p:nvSpPr>
        <p:spPr>
          <a:xfrm>
            <a:off x="9834587" y="4467539"/>
            <a:ext cx="51016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37" y="0"/>
                </a:lnTo>
                <a:lnTo>
                  <a:pt x="4076" y="0"/>
                </a:lnTo>
                <a:lnTo>
                  <a:pt x="6125" y="0"/>
                </a:lnTo>
                <a:lnTo>
                  <a:pt x="8183" y="0"/>
                </a:lnTo>
                <a:lnTo>
                  <a:pt x="10254" y="0"/>
                </a:lnTo>
                <a:lnTo>
                  <a:pt x="12343" y="0"/>
                </a:lnTo>
                <a:lnTo>
                  <a:pt x="12152" y="2427"/>
                </a:lnTo>
                <a:lnTo>
                  <a:pt x="11957" y="4870"/>
                </a:lnTo>
                <a:lnTo>
                  <a:pt x="11763" y="7348"/>
                </a:lnTo>
                <a:lnTo>
                  <a:pt x="11954" y="9985"/>
                </a:lnTo>
                <a:lnTo>
                  <a:pt x="12148" y="12637"/>
                </a:lnTo>
                <a:lnTo>
                  <a:pt x="12343" y="15330"/>
                </a:lnTo>
                <a:lnTo>
                  <a:pt x="14639" y="17057"/>
                </a:lnTo>
                <a:lnTo>
                  <a:pt x="16268" y="18187"/>
                </a:lnTo>
                <a:lnTo>
                  <a:pt x="17675" y="18963"/>
                </a:lnTo>
                <a:lnTo>
                  <a:pt x="19304" y="19633"/>
                </a:lnTo>
                <a:lnTo>
                  <a:pt x="21600" y="20440"/>
                </a:lnTo>
                <a:lnTo>
                  <a:pt x="19347" y="20920"/>
                </a:lnTo>
                <a:lnTo>
                  <a:pt x="17138" y="21293"/>
                </a:lnTo>
                <a:lnTo>
                  <a:pt x="14956" y="21534"/>
                </a:lnTo>
                <a:lnTo>
                  <a:pt x="12784" y="21600"/>
                </a:lnTo>
                <a:lnTo>
                  <a:pt x="10606" y="21467"/>
                </a:lnTo>
                <a:lnTo>
                  <a:pt x="8409" y="21089"/>
                </a:lnTo>
                <a:lnTo>
                  <a:pt x="6171" y="20440"/>
                </a:lnTo>
                <a:lnTo>
                  <a:pt x="4882" y="17778"/>
                </a:lnTo>
                <a:lnTo>
                  <a:pt x="3774" y="15054"/>
                </a:lnTo>
                <a:lnTo>
                  <a:pt x="2820" y="12259"/>
                </a:lnTo>
                <a:lnTo>
                  <a:pt x="1996" y="9372"/>
                </a:lnTo>
                <a:lnTo>
                  <a:pt x="1271" y="6377"/>
                </a:lnTo>
                <a:lnTo>
                  <a:pt x="614" y="3260"/>
                </a:lnTo>
                <a:lnTo>
                  <a:pt x="0" y="0"/>
                </a:lnTo>
                <a:close/>
              </a:path>
            </a:pathLst>
          </a:custGeom>
          <a:solidFill>
            <a:srgbClr val="C29E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89" name="contour_15687"/>
          <p:cNvSpPr/>
          <p:nvPr/>
        </p:nvSpPr>
        <p:spPr>
          <a:xfrm>
            <a:off x="7699206" y="446025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529" y="2674"/>
                </a:lnTo>
                <a:lnTo>
                  <a:pt x="19462" y="5348"/>
                </a:lnTo>
                <a:lnTo>
                  <a:pt x="18386" y="8031"/>
                </a:lnTo>
                <a:lnTo>
                  <a:pt x="17310" y="10718"/>
                </a:lnTo>
                <a:lnTo>
                  <a:pt x="16235" y="13418"/>
                </a:lnTo>
                <a:lnTo>
                  <a:pt x="15150" y="16131"/>
                </a:lnTo>
                <a:lnTo>
                  <a:pt x="14057" y="18857"/>
                </a:lnTo>
                <a:lnTo>
                  <a:pt x="12960" y="21600"/>
                </a:lnTo>
                <a:lnTo>
                  <a:pt x="9102" y="16610"/>
                </a:lnTo>
                <a:lnTo>
                  <a:pt x="6100" y="12684"/>
                </a:lnTo>
                <a:lnTo>
                  <a:pt x="3840" y="9638"/>
                </a:lnTo>
                <a:lnTo>
                  <a:pt x="2220" y="7305"/>
                </a:lnTo>
                <a:lnTo>
                  <a:pt x="1136" y="5495"/>
                </a:lnTo>
                <a:lnTo>
                  <a:pt x="480" y="4039"/>
                </a:lnTo>
                <a:lnTo>
                  <a:pt x="143" y="2756"/>
                </a:lnTo>
                <a:lnTo>
                  <a:pt x="17" y="1469"/>
                </a:lnTo>
                <a:lnTo>
                  <a:pt x="0" y="0"/>
                </a:lnTo>
                <a:close/>
              </a:path>
            </a:pathLst>
          </a:custGeom>
          <a:solidFill>
            <a:srgbClr val="EB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0" name="contour_15688"/>
          <p:cNvSpPr/>
          <p:nvPr/>
        </p:nvSpPr>
        <p:spPr>
          <a:xfrm>
            <a:off x="5046377" y="445296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204" y="2376"/>
                </a:lnTo>
                <a:lnTo>
                  <a:pt x="20808" y="4756"/>
                </a:lnTo>
                <a:lnTo>
                  <a:pt x="20412" y="7135"/>
                </a:lnTo>
                <a:lnTo>
                  <a:pt x="20012" y="9522"/>
                </a:lnTo>
                <a:lnTo>
                  <a:pt x="19613" y="11916"/>
                </a:lnTo>
                <a:lnTo>
                  <a:pt x="19213" y="14321"/>
                </a:lnTo>
                <a:lnTo>
                  <a:pt x="18810" y="16733"/>
                </a:lnTo>
                <a:lnTo>
                  <a:pt x="18407" y="19159"/>
                </a:lnTo>
                <a:lnTo>
                  <a:pt x="18000" y="21600"/>
                </a:lnTo>
                <a:lnTo>
                  <a:pt x="16196" y="19850"/>
                </a:lnTo>
                <a:lnTo>
                  <a:pt x="14393" y="18097"/>
                </a:lnTo>
                <a:lnTo>
                  <a:pt x="12593" y="16340"/>
                </a:lnTo>
                <a:lnTo>
                  <a:pt x="10796" y="14584"/>
                </a:lnTo>
                <a:lnTo>
                  <a:pt x="9000" y="12823"/>
                </a:lnTo>
                <a:lnTo>
                  <a:pt x="7326" y="11192"/>
                </a:lnTo>
                <a:lnTo>
                  <a:pt x="5645" y="9554"/>
                </a:lnTo>
                <a:lnTo>
                  <a:pt x="3938" y="7888"/>
                </a:lnTo>
                <a:lnTo>
                  <a:pt x="1663" y="5353"/>
                </a:lnTo>
                <a:lnTo>
                  <a:pt x="493" y="3686"/>
                </a:lnTo>
                <a:lnTo>
                  <a:pt x="61" y="2149"/>
                </a:lnTo>
                <a:lnTo>
                  <a:pt x="0" y="0"/>
                </a:lnTo>
                <a:close/>
              </a:path>
            </a:pathLst>
          </a:custGeom>
          <a:solidFill>
            <a:srgbClr val="1415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1" name="contour_15689"/>
          <p:cNvSpPr/>
          <p:nvPr/>
        </p:nvSpPr>
        <p:spPr>
          <a:xfrm>
            <a:off x="4769433" y="446025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855"/>
                </a:lnTo>
                <a:lnTo>
                  <a:pt x="15084" y="1715"/>
                </a:lnTo>
                <a:lnTo>
                  <a:pt x="17237" y="2575"/>
                </a:lnTo>
                <a:lnTo>
                  <a:pt x="19408" y="3443"/>
                </a:lnTo>
                <a:lnTo>
                  <a:pt x="21600" y="4320"/>
                </a:lnTo>
                <a:lnTo>
                  <a:pt x="20783" y="6886"/>
                </a:lnTo>
                <a:lnTo>
                  <a:pt x="20138" y="8640"/>
                </a:lnTo>
                <a:lnTo>
                  <a:pt x="19321" y="10394"/>
                </a:lnTo>
                <a:lnTo>
                  <a:pt x="18000" y="12960"/>
                </a:lnTo>
                <a:lnTo>
                  <a:pt x="15620" y="12960"/>
                </a:lnTo>
                <a:lnTo>
                  <a:pt x="13226" y="12960"/>
                </a:lnTo>
                <a:lnTo>
                  <a:pt x="10800" y="12960"/>
                </a:lnTo>
                <a:lnTo>
                  <a:pt x="9479" y="15526"/>
                </a:lnTo>
                <a:lnTo>
                  <a:pt x="8662" y="17280"/>
                </a:lnTo>
                <a:lnTo>
                  <a:pt x="8017" y="19034"/>
                </a:lnTo>
                <a:lnTo>
                  <a:pt x="7200" y="21600"/>
                </a:lnTo>
                <a:lnTo>
                  <a:pt x="5062" y="20619"/>
                </a:lnTo>
                <a:lnTo>
                  <a:pt x="3600" y="19846"/>
                </a:lnTo>
                <a:lnTo>
                  <a:pt x="2138" y="18865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2138" y="8640"/>
                </a:lnTo>
                <a:lnTo>
                  <a:pt x="4284" y="8640"/>
                </a:lnTo>
                <a:lnTo>
                  <a:pt x="6437" y="8640"/>
                </a:lnTo>
                <a:lnTo>
                  <a:pt x="8608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252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2" name="contour_15690"/>
          <p:cNvSpPr/>
          <p:nvPr/>
        </p:nvSpPr>
        <p:spPr>
          <a:xfrm>
            <a:off x="5695008" y="4438387"/>
            <a:ext cx="36440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817" y="1888"/>
                </a:lnTo>
                <a:lnTo>
                  <a:pt x="12977" y="3796"/>
                </a:lnTo>
                <a:lnTo>
                  <a:pt x="15120" y="5717"/>
                </a:lnTo>
                <a:lnTo>
                  <a:pt x="16027" y="6519"/>
                </a:lnTo>
                <a:lnTo>
                  <a:pt x="18766" y="8931"/>
                </a:lnTo>
                <a:lnTo>
                  <a:pt x="20148" y="10727"/>
                </a:lnTo>
                <a:lnTo>
                  <a:pt x="20987" y="12241"/>
                </a:lnTo>
                <a:lnTo>
                  <a:pt x="21419" y="14041"/>
                </a:lnTo>
                <a:lnTo>
                  <a:pt x="21578" y="16702"/>
                </a:lnTo>
                <a:lnTo>
                  <a:pt x="21600" y="20789"/>
                </a:lnTo>
                <a:lnTo>
                  <a:pt x="16680" y="21238"/>
                </a:lnTo>
                <a:lnTo>
                  <a:pt x="13219" y="21509"/>
                </a:lnTo>
                <a:lnTo>
                  <a:pt x="10731" y="21600"/>
                </a:lnTo>
                <a:lnTo>
                  <a:pt x="8739" y="21509"/>
                </a:lnTo>
                <a:lnTo>
                  <a:pt x="6761" y="21238"/>
                </a:lnTo>
                <a:lnTo>
                  <a:pt x="4320" y="20789"/>
                </a:lnTo>
                <a:lnTo>
                  <a:pt x="2471" y="17945"/>
                </a:lnTo>
                <a:lnTo>
                  <a:pt x="1322" y="15875"/>
                </a:lnTo>
                <a:lnTo>
                  <a:pt x="665" y="13979"/>
                </a:lnTo>
                <a:lnTo>
                  <a:pt x="294" y="11659"/>
                </a:lnTo>
                <a:lnTo>
                  <a:pt x="0" y="8316"/>
                </a:lnTo>
                <a:lnTo>
                  <a:pt x="2415" y="5409"/>
                </a:lnTo>
                <a:lnTo>
                  <a:pt x="4117" y="3572"/>
                </a:lnTo>
                <a:lnTo>
                  <a:pt x="5923" y="2029"/>
                </a:lnTo>
                <a:lnTo>
                  <a:pt x="8640" y="0"/>
                </a:lnTo>
                <a:close/>
              </a:path>
            </a:pathLst>
          </a:custGeom>
          <a:solidFill>
            <a:srgbClr val="C9DB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3" name="contour_15691"/>
          <p:cNvSpPr/>
          <p:nvPr/>
        </p:nvSpPr>
        <p:spPr>
          <a:xfrm>
            <a:off x="7181758" y="4439086"/>
            <a:ext cx="51016" cy="284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1195"/>
                </a:moveTo>
                <a:lnTo>
                  <a:pt x="16342" y="1853"/>
                </a:lnTo>
                <a:lnTo>
                  <a:pt x="18443" y="2517"/>
                </a:lnTo>
                <a:lnTo>
                  <a:pt x="19227" y="3132"/>
                </a:lnTo>
                <a:lnTo>
                  <a:pt x="21600" y="5002"/>
                </a:lnTo>
                <a:lnTo>
                  <a:pt x="21600" y="8659"/>
                </a:lnTo>
                <a:lnTo>
                  <a:pt x="21600" y="12338"/>
                </a:lnTo>
                <a:lnTo>
                  <a:pt x="21600" y="16067"/>
                </a:lnTo>
                <a:lnTo>
                  <a:pt x="19304" y="17771"/>
                </a:lnTo>
                <a:lnTo>
                  <a:pt x="17675" y="18911"/>
                </a:lnTo>
                <a:lnTo>
                  <a:pt x="16268" y="19752"/>
                </a:lnTo>
                <a:lnTo>
                  <a:pt x="14639" y="20560"/>
                </a:lnTo>
                <a:lnTo>
                  <a:pt x="12343" y="21600"/>
                </a:lnTo>
                <a:lnTo>
                  <a:pt x="12343" y="17948"/>
                </a:lnTo>
                <a:lnTo>
                  <a:pt x="12343" y="14264"/>
                </a:lnTo>
                <a:lnTo>
                  <a:pt x="12343" y="10534"/>
                </a:lnTo>
                <a:lnTo>
                  <a:pt x="10316" y="8880"/>
                </a:lnTo>
                <a:lnTo>
                  <a:pt x="8714" y="7978"/>
                </a:lnTo>
                <a:lnTo>
                  <a:pt x="6171" y="7076"/>
                </a:lnTo>
                <a:lnTo>
                  <a:pt x="4450" y="6457"/>
                </a:lnTo>
                <a:lnTo>
                  <a:pt x="2700" y="5826"/>
                </a:lnTo>
                <a:lnTo>
                  <a:pt x="1361" y="5417"/>
                </a:lnTo>
                <a:lnTo>
                  <a:pt x="0" y="5002"/>
                </a:lnTo>
                <a:lnTo>
                  <a:pt x="2111" y="2866"/>
                </a:lnTo>
                <a:lnTo>
                  <a:pt x="4058" y="1356"/>
                </a:lnTo>
                <a:lnTo>
                  <a:pt x="5925" y="420"/>
                </a:lnTo>
                <a:lnTo>
                  <a:pt x="7791" y="0"/>
                </a:lnTo>
                <a:lnTo>
                  <a:pt x="9751" y="28"/>
                </a:lnTo>
                <a:lnTo>
                  <a:pt x="11883" y="448"/>
                </a:lnTo>
                <a:lnTo>
                  <a:pt x="14271" y="1195"/>
                </a:lnTo>
                <a:close/>
              </a:path>
            </a:pathLst>
          </a:custGeom>
          <a:solidFill>
            <a:srgbClr val="ED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4" name="contour_15692"/>
          <p:cNvSpPr/>
          <p:nvPr/>
        </p:nvSpPr>
        <p:spPr>
          <a:xfrm>
            <a:off x="10920498" y="4431099"/>
            <a:ext cx="43728" cy="21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441" y="4780"/>
                </a:lnTo>
                <a:lnTo>
                  <a:pt x="19534" y="8281"/>
                </a:lnTo>
                <a:lnTo>
                  <a:pt x="18677" y="11120"/>
                </a:lnTo>
                <a:lnTo>
                  <a:pt x="17665" y="13873"/>
                </a:lnTo>
                <a:lnTo>
                  <a:pt x="16308" y="17158"/>
                </a:lnTo>
                <a:lnTo>
                  <a:pt x="14400" y="21564"/>
                </a:lnTo>
                <a:lnTo>
                  <a:pt x="11804" y="21600"/>
                </a:lnTo>
                <a:lnTo>
                  <a:pt x="9306" y="21197"/>
                </a:lnTo>
                <a:lnTo>
                  <a:pt x="6890" y="20313"/>
                </a:lnTo>
                <a:lnTo>
                  <a:pt x="4543" y="18912"/>
                </a:lnTo>
                <a:lnTo>
                  <a:pt x="2254" y="16949"/>
                </a:lnTo>
                <a:lnTo>
                  <a:pt x="0" y="14376"/>
                </a:lnTo>
                <a:lnTo>
                  <a:pt x="0" y="9625"/>
                </a:lnTo>
                <a:lnTo>
                  <a:pt x="0" y="4845"/>
                </a:lnTo>
                <a:lnTo>
                  <a:pt x="0" y="0"/>
                </a:lnTo>
                <a:close/>
              </a:path>
            </a:pathLst>
          </a:custGeom>
          <a:solidFill>
            <a:srgbClr val="8C8B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5" name="contour_15693"/>
          <p:cNvSpPr/>
          <p:nvPr/>
        </p:nvSpPr>
        <p:spPr>
          <a:xfrm>
            <a:off x="4528929" y="4423811"/>
            <a:ext cx="3107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43" y="0"/>
                </a:lnTo>
                <a:lnTo>
                  <a:pt x="6692" y="0"/>
                </a:lnTo>
                <a:lnTo>
                  <a:pt x="10055" y="0"/>
                </a:lnTo>
                <a:lnTo>
                  <a:pt x="13434" y="0"/>
                </a:lnTo>
                <a:lnTo>
                  <a:pt x="16833" y="0"/>
                </a:lnTo>
                <a:lnTo>
                  <a:pt x="20263" y="0"/>
                </a:lnTo>
                <a:lnTo>
                  <a:pt x="21007" y="4994"/>
                </a:lnTo>
                <a:lnTo>
                  <a:pt x="21453" y="8506"/>
                </a:lnTo>
                <a:lnTo>
                  <a:pt x="21600" y="11007"/>
                </a:lnTo>
                <a:lnTo>
                  <a:pt x="21453" y="12986"/>
                </a:lnTo>
                <a:lnTo>
                  <a:pt x="21007" y="14917"/>
                </a:lnTo>
                <a:lnTo>
                  <a:pt x="20263" y="17280"/>
                </a:lnTo>
                <a:lnTo>
                  <a:pt x="17016" y="18615"/>
                </a:lnTo>
                <a:lnTo>
                  <a:pt x="13753" y="19626"/>
                </a:lnTo>
                <a:lnTo>
                  <a:pt x="10440" y="20369"/>
                </a:lnTo>
                <a:lnTo>
                  <a:pt x="7056" y="20904"/>
                </a:lnTo>
                <a:lnTo>
                  <a:pt x="3586" y="21298"/>
                </a:lnTo>
                <a:lnTo>
                  <a:pt x="0" y="21600"/>
                </a:lnTo>
                <a:lnTo>
                  <a:pt x="942" y="19639"/>
                </a:lnTo>
                <a:lnTo>
                  <a:pt x="1889" y="17660"/>
                </a:lnTo>
                <a:lnTo>
                  <a:pt x="2847" y="15660"/>
                </a:lnTo>
                <a:lnTo>
                  <a:pt x="4093" y="11521"/>
                </a:lnTo>
                <a:lnTo>
                  <a:pt x="4508" y="8878"/>
                </a:lnTo>
                <a:lnTo>
                  <a:pt x="4093" y="6584"/>
                </a:lnTo>
                <a:lnTo>
                  <a:pt x="2847" y="3508"/>
                </a:lnTo>
                <a:lnTo>
                  <a:pt x="1434" y="1767"/>
                </a:lnTo>
                <a:lnTo>
                  <a:pt x="0" y="0"/>
                </a:lnTo>
                <a:close/>
              </a:path>
            </a:pathLst>
          </a:custGeom>
          <a:solidFill>
            <a:srgbClr val="2927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6" name="contour_15694"/>
          <p:cNvSpPr/>
          <p:nvPr/>
        </p:nvSpPr>
        <p:spPr>
          <a:xfrm>
            <a:off x="5104681" y="442381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792" y="2614"/>
                </a:lnTo>
                <a:lnTo>
                  <a:pt x="12623" y="5232"/>
                </a:lnTo>
                <a:lnTo>
                  <a:pt x="12455" y="7845"/>
                </a:lnTo>
                <a:lnTo>
                  <a:pt x="12286" y="10463"/>
                </a:lnTo>
                <a:lnTo>
                  <a:pt x="12118" y="13077"/>
                </a:lnTo>
                <a:lnTo>
                  <a:pt x="12537" y="15163"/>
                </a:lnTo>
                <a:lnTo>
                  <a:pt x="12960" y="17280"/>
                </a:lnTo>
                <a:lnTo>
                  <a:pt x="15098" y="18351"/>
                </a:lnTo>
                <a:lnTo>
                  <a:pt x="17245" y="19423"/>
                </a:lnTo>
                <a:lnTo>
                  <a:pt x="19410" y="2050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76" y="18896"/>
                </a:lnTo>
                <a:lnTo>
                  <a:pt x="778" y="16196"/>
                </a:lnTo>
                <a:lnTo>
                  <a:pt x="1192" y="13496"/>
                </a:lnTo>
                <a:lnTo>
                  <a:pt x="1620" y="10800"/>
                </a:lnTo>
                <a:lnTo>
                  <a:pt x="2074" y="7785"/>
                </a:lnTo>
                <a:lnTo>
                  <a:pt x="2532" y="4726"/>
                </a:lnTo>
                <a:lnTo>
                  <a:pt x="3421" y="2380"/>
                </a:lnTo>
                <a:lnTo>
                  <a:pt x="4320" y="0"/>
                </a:lnTo>
                <a:close/>
              </a:path>
            </a:pathLst>
          </a:custGeom>
          <a:solidFill>
            <a:srgbClr val="1A1A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7" name="contour_15695"/>
          <p:cNvSpPr/>
          <p:nvPr/>
        </p:nvSpPr>
        <p:spPr>
          <a:xfrm>
            <a:off x="4587233" y="4392837"/>
            <a:ext cx="43728" cy="30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0"/>
                </a:moveTo>
                <a:lnTo>
                  <a:pt x="18050" y="315"/>
                </a:lnTo>
                <a:lnTo>
                  <a:pt x="21600" y="1271"/>
                </a:lnTo>
                <a:lnTo>
                  <a:pt x="21600" y="4290"/>
                </a:lnTo>
                <a:lnTo>
                  <a:pt x="21600" y="7319"/>
                </a:lnTo>
                <a:lnTo>
                  <a:pt x="21600" y="10358"/>
                </a:lnTo>
                <a:lnTo>
                  <a:pt x="21600" y="13422"/>
                </a:lnTo>
                <a:lnTo>
                  <a:pt x="21600" y="16518"/>
                </a:lnTo>
                <a:lnTo>
                  <a:pt x="19220" y="17077"/>
                </a:lnTo>
                <a:lnTo>
                  <a:pt x="16844" y="17636"/>
                </a:lnTo>
                <a:lnTo>
                  <a:pt x="14461" y="18195"/>
                </a:lnTo>
                <a:lnTo>
                  <a:pt x="12074" y="18759"/>
                </a:lnTo>
                <a:lnTo>
                  <a:pt x="9680" y="19323"/>
                </a:lnTo>
                <a:lnTo>
                  <a:pt x="7279" y="19887"/>
                </a:lnTo>
                <a:lnTo>
                  <a:pt x="4864" y="20456"/>
                </a:lnTo>
                <a:lnTo>
                  <a:pt x="2437" y="21026"/>
                </a:lnTo>
                <a:lnTo>
                  <a:pt x="0" y="21600"/>
                </a:lnTo>
                <a:lnTo>
                  <a:pt x="2779" y="15638"/>
                </a:lnTo>
                <a:lnTo>
                  <a:pt x="5008" y="10983"/>
                </a:lnTo>
                <a:lnTo>
                  <a:pt x="6826" y="7456"/>
                </a:lnTo>
                <a:lnTo>
                  <a:pt x="8374" y="4879"/>
                </a:lnTo>
                <a:lnTo>
                  <a:pt x="9785" y="3070"/>
                </a:lnTo>
                <a:lnTo>
                  <a:pt x="11203" y="1855"/>
                </a:lnTo>
                <a:lnTo>
                  <a:pt x="12766" y="1057"/>
                </a:lnTo>
                <a:lnTo>
                  <a:pt x="14609" y="498"/>
                </a:lnTo>
                <a:lnTo>
                  <a:pt x="16877" y="0"/>
                </a:lnTo>
                <a:close/>
              </a:path>
            </a:pathLst>
          </a:custGeom>
          <a:solidFill>
            <a:srgbClr val="1818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8" name="contour_15696"/>
          <p:cNvSpPr/>
          <p:nvPr/>
        </p:nvSpPr>
        <p:spPr>
          <a:xfrm>
            <a:off x="7844966" y="439465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B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699" name="contour_15697"/>
          <p:cNvSpPr/>
          <p:nvPr/>
        </p:nvSpPr>
        <p:spPr>
          <a:xfrm>
            <a:off x="7655478" y="4393347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FCF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0" name="contour_15698"/>
          <p:cNvSpPr/>
          <p:nvPr/>
        </p:nvSpPr>
        <p:spPr>
          <a:xfrm>
            <a:off x="4463338" y="439465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696" y="20707"/>
                </a:lnTo>
                <a:lnTo>
                  <a:pt x="13374" y="19814"/>
                </a:lnTo>
                <a:lnTo>
                  <a:pt x="11023" y="18900"/>
                </a:lnTo>
                <a:lnTo>
                  <a:pt x="9079" y="18144"/>
                </a:lnTo>
                <a:lnTo>
                  <a:pt x="7103" y="17381"/>
                </a:lnTo>
                <a:lnTo>
                  <a:pt x="5364" y="15811"/>
                </a:lnTo>
                <a:lnTo>
                  <a:pt x="4126" y="14119"/>
                </a:lnTo>
                <a:lnTo>
                  <a:pt x="3046" y="11477"/>
                </a:lnTo>
                <a:lnTo>
                  <a:pt x="1786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3836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1" name="contour_15699"/>
          <p:cNvSpPr/>
          <p:nvPr/>
        </p:nvSpPr>
        <p:spPr>
          <a:xfrm>
            <a:off x="3676234" y="438737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1247"/>
                </a:lnTo>
                <a:lnTo>
                  <a:pt x="8104" y="2511"/>
                </a:lnTo>
                <a:lnTo>
                  <a:pt x="10354" y="3785"/>
                </a:lnTo>
                <a:lnTo>
                  <a:pt x="12600" y="5065"/>
                </a:lnTo>
                <a:lnTo>
                  <a:pt x="14274" y="6005"/>
                </a:lnTo>
                <a:lnTo>
                  <a:pt x="15955" y="6950"/>
                </a:lnTo>
                <a:lnTo>
                  <a:pt x="17662" y="7911"/>
                </a:lnTo>
                <a:lnTo>
                  <a:pt x="19616" y="9342"/>
                </a:lnTo>
                <a:lnTo>
                  <a:pt x="21600" y="10800"/>
                </a:lnTo>
                <a:lnTo>
                  <a:pt x="21600" y="13478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FD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2" name="contour_15700"/>
          <p:cNvSpPr/>
          <p:nvPr/>
        </p:nvSpPr>
        <p:spPr>
          <a:xfrm>
            <a:off x="5651280" y="4380083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89" y="158"/>
                </a:lnTo>
                <a:lnTo>
                  <a:pt x="7210" y="414"/>
                </a:lnTo>
                <a:lnTo>
                  <a:pt x="10604" y="828"/>
                </a:lnTo>
                <a:lnTo>
                  <a:pt x="13910" y="1454"/>
                </a:lnTo>
                <a:lnTo>
                  <a:pt x="17166" y="2358"/>
                </a:lnTo>
                <a:lnTo>
                  <a:pt x="20411" y="3600"/>
                </a:lnTo>
                <a:lnTo>
                  <a:pt x="21090" y="6199"/>
                </a:lnTo>
                <a:lnTo>
                  <a:pt x="21467" y="8762"/>
                </a:lnTo>
                <a:lnTo>
                  <a:pt x="21600" y="11308"/>
                </a:lnTo>
                <a:lnTo>
                  <a:pt x="21513" y="13849"/>
                </a:lnTo>
                <a:lnTo>
                  <a:pt x="21263" y="16398"/>
                </a:lnTo>
                <a:lnTo>
                  <a:pt x="20881" y="18979"/>
                </a:lnTo>
                <a:lnTo>
                  <a:pt x="20411" y="21600"/>
                </a:lnTo>
                <a:lnTo>
                  <a:pt x="17844" y="19922"/>
                </a:lnTo>
                <a:lnTo>
                  <a:pt x="15288" y="18241"/>
                </a:lnTo>
                <a:lnTo>
                  <a:pt x="12742" y="16549"/>
                </a:lnTo>
                <a:lnTo>
                  <a:pt x="10206" y="14850"/>
                </a:lnTo>
                <a:lnTo>
                  <a:pt x="8312" y="13597"/>
                </a:lnTo>
                <a:lnTo>
                  <a:pt x="6399" y="12334"/>
                </a:lnTo>
                <a:lnTo>
                  <a:pt x="4465" y="11052"/>
                </a:lnTo>
                <a:lnTo>
                  <a:pt x="2286" y="9115"/>
                </a:lnTo>
                <a:lnTo>
                  <a:pt x="964" y="7571"/>
                </a:lnTo>
                <a:lnTo>
                  <a:pt x="286" y="5890"/>
                </a:lnTo>
                <a:lnTo>
                  <a:pt x="36" y="3546"/>
                </a:lnTo>
                <a:lnTo>
                  <a:pt x="0" y="0"/>
                </a:lnTo>
                <a:close/>
              </a:path>
            </a:pathLst>
          </a:custGeom>
          <a:solidFill>
            <a:srgbClr val="BFD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3" name="contour_15701"/>
          <p:cNvSpPr/>
          <p:nvPr/>
        </p:nvSpPr>
        <p:spPr>
          <a:xfrm>
            <a:off x="4835025" y="4372795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7" y="79"/>
                </a:lnTo>
                <a:lnTo>
                  <a:pt x="5989" y="209"/>
                </a:lnTo>
                <a:lnTo>
                  <a:pt x="7201" y="461"/>
                </a:lnTo>
                <a:lnTo>
                  <a:pt x="8481" y="907"/>
                </a:lnTo>
                <a:lnTo>
                  <a:pt x="10098" y="1634"/>
                </a:lnTo>
                <a:lnTo>
                  <a:pt x="12317" y="2700"/>
                </a:lnTo>
                <a:lnTo>
                  <a:pt x="14051" y="3499"/>
                </a:lnTo>
                <a:lnTo>
                  <a:pt x="15795" y="4306"/>
                </a:lnTo>
                <a:lnTo>
                  <a:pt x="17561" y="5119"/>
                </a:lnTo>
                <a:lnTo>
                  <a:pt x="18155" y="5429"/>
                </a:lnTo>
                <a:lnTo>
                  <a:pt x="19202" y="5969"/>
                </a:lnTo>
                <a:lnTo>
                  <a:pt x="21600" y="7200"/>
                </a:lnTo>
                <a:lnTo>
                  <a:pt x="20258" y="10368"/>
                </a:lnTo>
                <a:lnTo>
                  <a:pt x="19016" y="13154"/>
                </a:lnTo>
                <a:lnTo>
                  <a:pt x="17798" y="15610"/>
                </a:lnTo>
                <a:lnTo>
                  <a:pt x="16524" y="17798"/>
                </a:lnTo>
                <a:lnTo>
                  <a:pt x="15117" y="19778"/>
                </a:lnTo>
                <a:lnTo>
                  <a:pt x="13500" y="21600"/>
                </a:lnTo>
                <a:lnTo>
                  <a:pt x="11761" y="21190"/>
                </a:lnTo>
                <a:lnTo>
                  <a:pt x="10049" y="20606"/>
                </a:lnTo>
                <a:lnTo>
                  <a:pt x="8357" y="19872"/>
                </a:lnTo>
                <a:lnTo>
                  <a:pt x="6680" y="18994"/>
                </a:lnTo>
                <a:lnTo>
                  <a:pt x="5011" y="17993"/>
                </a:lnTo>
                <a:lnTo>
                  <a:pt x="3345" y="16884"/>
                </a:lnTo>
                <a:lnTo>
                  <a:pt x="1677" y="15682"/>
                </a:lnTo>
                <a:lnTo>
                  <a:pt x="0" y="14400"/>
                </a:lnTo>
                <a:lnTo>
                  <a:pt x="462" y="10030"/>
                </a:lnTo>
                <a:lnTo>
                  <a:pt x="899" y="7078"/>
                </a:lnTo>
                <a:lnTo>
                  <a:pt x="1561" y="4183"/>
                </a:lnTo>
                <a:lnTo>
                  <a:pt x="2700" y="0"/>
                </a:lnTo>
                <a:close/>
              </a:path>
            </a:pathLst>
          </a:custGeom>
          <a:solidFill>
            <a:srgbClr val="826A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4" name="contour_15702"/>
          <p:cNvSpPr/>
          <p:nvPr/>
        </p:nvSpPr>
        <p:spPr>
          <a:xfrm>
            <a:off x="7866830" y="4365507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1782"/>
                </a:lnTo>
                <a:lnTo>
                  <a:pt x="21600" y="3564"/>
                </a:lnTo>
                <a:lnTo>
                  <a:pt x="21600" y="5349"/>
                </a:lnTo>
                <a:lnTo>
                  <a:pt x="21600" y="7136"/>
                </a:lnTo>
                <a:lnTo>
                  <a:pt x="21600" y="8926"/>
                </a:lnTo>
                <a:lnTo>
                  <a:pt x="21600" y="10719"/>
                </a:lnTo>
                <a:lnTo>
                  <a:pt x="21600" y="12517"/>
                </a:lnTo>
                <a:lnTo>
                  <a:pt x="21600" y="14321"/>
                </a:lnTo>
                <a:lnTo>
                  <a:pt x="21600" y="16130"/>
                </a:lnTo>
                <a:lnTo>
                  <a:pt x="21600" y="17944"/>
                </a:lnTo>
                <a:lnTo>
                  <a:pt x="21600" y="19769"/>
                </a:lnTo>
                <a:lnTo>
                  <a:pt x="21600" y="21600"/>
                </a:lnTo>
                <a:lnTo>
                  <a:pt x="19102" y="19813"/>
                </a:lnTo>
                <a:lnTo>
                  <a:pt x="16740" y="18052"/>
                </a:lnTo>
                <a:lnTo>
                  <a:pt x="14522" y="16308"/>
                </a:lnTo>
                <a:lnTo>
                  <a:pt x="12442" y="14572"/>
                </a:lnTo>
                <a:lnTo>
                  <a:pt x="10483" y="12836"/>
                </a:lnTo>
                <a:lnTo>
                  <a:pt x="8647" y="11094"/>
                </a:lnTo>
                <a:lnTo>
                  <a:pt x="6941" y="9334"/>
                </a:lnTo>
                <a:lnTo>
                  <a:pt x="5342" y="7549"/>
                </a:lnTo>
                <a:lnTo>
                  <a:pt x="3852" y="5732"/>
                </a:lnTo>
                <a:lnTo>
                  <a:pt x="2470" y="3874"/>
                </a:lnTo>
                <a:lnTo>
                  <a:pt x="1188" y="1966"/>
                </a:lnTo>
                <a:lnTo>
                  <a:pt x="0" y="0"/>
                </a:lnTo>
                <a:close/>
              </a:path>
            </a:pathLst>
          </a:custGeom>
          <a:solidFill>
            <a:srgbClr val="E8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5" name="contour_15703"/>
          <p:cNvSpPr/>
          <p:nvPr/>
        </p:nvSpPr>
        <p:spPr>
          <a:xfrm>
            <a:off x="7311630" y="4343643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1918" y="302"/>
                </a:lnTo>
                <a:lnTo>
                  <a:pt x="3011" y="583"/>
                </a:lnTo>
                <a:lnTo>
                  <a:pt x="4270" y="913"/>
                </a:lnTo>
                <a:lnTo>
                  <a:pt x="5938" y="1345"/>
                </a:lnTo>
                <a:lnTo>
                  <a:pt x="8261" y="1944"/>
                </a:lnTo>
                <a:lnTo>
                  <a:pt x="11480" y="2781"/>
                </a:lnTo>
                <a:lnTo>
                  <a:pt x="15846" y="3910"/>
                </a:lnTo>
                <a:lnTo>
                  <a:pt x="21600" y="5400"/>
                </a:lnTo>
                <a:lnTo>
                  <a:pt x="20774" y="8608"/>
                </a:lnTo>
                <a:lnTo>
                  <a:pt x="19945" y="11826"/>
                </a:lnTo>
                <a:lnTo>
                  <a:pt x="19115" y="15055"/>
                </a:lnTo>
                <a:lnTo>
                  <a:pt x="18277" y="18311"/>
                </a:lnTo>
                <a:lnTo>
                  <a:pt x="17430" y="21600"/>
                </a:lnTo>
                <a:lnTo>
                  <a:pt x="14532" y="21087"/>
                </a:lnTo>
                <a:lnTo>
                  <a:pt x="11697" y="20493"/>
                </a:lnTo>
                <a:lnTo>
                  <a:pt x="8907" y="19764"/>
                </a:lnTo>
                <a:lnTo>
                  <a:pt x="6159" y="18841"/>
                </a:lnTo>
                <a:lnTo>
                  <a:pt x="3444" y="17674"/>
                </a:lnTo>
                <a:lnTo>
                  <a:pt x="751" y="16200"/>
                </a:lnTo>
                <a:lnTo>
                  <a:pt x="250" y="12020"/>
                </a:lnTo>
                <a:lnTo>
                  <a:pt x="0" y="9088"/>
                </a:lnTo>
                <a:lnTo>
                  <a:pt x="0" y="6626"/>
                </a:lnTo>
                <a:lnTo>
                  <a:pt x="250" y="3856"/>
                </a:lnTo>
                <a:lnTo>
                  <a:pt x="751" y="0"/>
                </a:lnTo>
                <a:close/>
              </a:path>
            </a:pathLst>
          </a:custGeom>
          <a:solidFill>
            <a:srgbClr val="E9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6" name="contour_15704"/>
          <p:cNvSpPr/>
          <p:nvPr/>
        </p:nvSpPr>
        <p:spPr>
          <a:xfrm>
            <a:off x="6766343" y="435093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1901" y="19224"/>
                </a:lnTo>
                <a:lnTo>
                  <a:pt x="3802" y="16844"/>
                </a:lnTo>
                <a:lnTo>
                  <a:pt x="5707" y="14463"/>
                </a:lnTo>
                <a:lnTo>
                  <a:pt x="7620" y="12079"/>
                </a:lnTo>
                <a:lnTo>
                  <a:pt x="9534" y="9681"/>
                </a:lnTo>
                <a:lnTo>
                  <a:pt x="11457" y="7279"/>
                </a:lnTo>
                <a:lnTo>
                  <a:pt x="13388" y="4864"/>
                </a:lnTo>
                <a:lnTo>
                  <a:pt x="15327" y="2441"/>
                </a:lnTo>
                <a:lnTo>
                  <a:pt x="17280" y="0"/>
                </a:lnTo>
                <a:close/>
              </a:path>
            </a:pathLst>
          </a:custGeom>
          <a:solidFill>
            <a:srgbClr val="F5F9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7" name="contour_15705"/>
          <p:cNvSpPr/>
          <p:nvPr/>
        </p:nvSpPr>
        <p:spPr>
          <a:xfrm>
            <a:off x="4434186" y="434364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3208"/>
                </a:lnTo>
                <a:lnTo>
                  <a:pt x="19429" y="6426"/>
                </a:lnTo>
                <a:lnTo>
                  <a:pt x="20146" y="9655"/>
                </a:lnTo>
                <a:lnTo>
                  <a:pt x="20869" y="12911"/>
                </a:lnTo>
                <a:lnTo>
                  <a:pt x="21600" y="16200"/>
                </a:lnTo>
                <a:lnTo>
                  <a:pt x="19372" y="16870"/>
                </a:lnTo>
                <a:lnTo>
                  <a:pt x="17143" y="17539"/>
                </a:lnTo>
                <a:lnTo>
                  <a:pt x="14908" y="18209"/>
                </a:lnTo>
                <a:lnTo>
                  <a:pt x="12668" y="18878"/>
                </a:lnTo>
                <a:lnTo>
                  <a:pt x="10418" y="19553"/>
                </a:lnTo>
                <a:lnTo>
                  <a:pt x="8158" y="20234"/>
                </a:lnTo>
                <a:lnTo>
                  <a:pt x="5886" y="20914"/>
                </a:lnTo>
                <a:lnTo>
                  <a:pt x="3600" y="21600"/>
                </a:lnTo>
                <a:lnTo>
                  <a:pt x="2887" y="18392"/>
                </a:lnTo>
                <a:lnTo>
                  <a:pt x="2171" y="15174"/>
                </a:lnTo>
                <a:lnTo>
                  <a:pt x="1454" y="11945"/>
                </a:lnTo>
                <a:lnTo>
                  <a:pt x="731" y="8689"/>
                </a:lnTo>
                <a:lnTo>
                  <a:pt x="0" y="5400"/>
                </a:lnTo>
                <a:lnTo>
                  <a:pt x="1008" y="5702"/>
                </a:lnTo>
                <a:lnTo>
                  <a:pt x="1951" y="5983"/>
                </a:lnTo>
                <a:lnTo>
                  <a:pt x="3038" y="6313"/>
                </a:lnTo>
                <a:lnTo>
                  <a:pt x="4478" y="6745"/>
                </a:lnTo>
                <a:lnTo>
                  <a:pt x="6484" y="7344"/>
                </a:lnTo>
                <a:lnTo>
                  <a:pt x="9263" y="8181"/>
                </a:lnTo>
                <a:lnTo>
                  <a:pt x="13032" y="9310"/>
                </a:lnTo>
                <a:lnTo>
                  <a:pt x="18000" y="10800"/>
                </a:lnTo>
                <a:lnTo>
                  <a:pt x="18000" y="7231"/>
                </a:lnTo>
                <a:lnTo>
                  <a:pt x="18000" y="3640"/>
                </a:lnTo>
                <a:lnTo>
                  <a:pt x="18000" y="0"/>
                </a:lnTo>
                <a:close/>
              </a:path>
            </a:pathLst>
          </a:custGeom>
          <a:solidFill>
            <a:srgbClr val="957D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8" name="contour_15706"/>
          <p:cNvSpPr/>
          <p:nvPr/>
        </p:nvSpPr>
        <p:spPr>
          <a:xfrm>
            <a:off x="7371246" y="4321779"/>
            <a:ext cx="3013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8562" y="1503"/>
                </a:lnTo>
                <a:lnTo>
                  <a:pt x="11027" y="2657"/>
                </a:lnTo>
                <a:lnTo>
                  <a:pt x="13059" y="3711"/>
                </a:lnTo>
                <a:lnTo>
                  <a:pt x="15091" y="4899"/>
                </a:lnTo>
                <a:lnTo>
                  <a:pt x="17557" y="6463"/>
                </a:lnTo>
                <a:lnTo>
                  <a:pt x="20895" y="8640"/>
                </a:lnTo>
                <a:lnTo>
                  <a:pt x="21365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65" y="18645"/>
                </a:lnTo>
                <a:lnTo>
                  <a:pt x="20895" y="21600"/>
                </a:lnTo>
                <a:lnTo>
                  <a:pt x="17447" y="20887"/>
                </a:lnTo>
                <a:lnTo>
                  <a:pt x="13994" y="20174"/>
                </a:lnTo>
                <a:lnTo>
                  <a:pt x="10526" y="19457"/>
                </a:lnTo>
                <a:lnTo>
                  <a:pt x="7042" y="18736"/>
                </a:lnTo>
                <a:lnTo>
                  <a:pt x="3536" y="18010"/>
                </a:lnTo>
                <a:lnTo>
                  <a:pt x="0" y="17280"/>
                </a:lnTo>
                <a:lnTo>
                  <a:pt x="862" y="14429"/>
                </a:lnTo>
                <a:lnTo>
                  <a:pt x="1724" y="11573"/>
                </a:lnTo>
                <a:lnTo>
                  <a:pt x="2591" y="8705"/>
                </a:lnTo>
                <a:lnTo>
                  <a:pt x="3463" y="5823"/>
                </a:lnTo>
                <a:lnTo>
                  <a:pt x="4341" y="2925"/>
                </a:lnTo>
                <a:lnTo>
                  <a:pt x="5224" y="0"/>
                </a:lnTo>
                <a:close/>
              </a:path>
            </a:pathLst>
          </a:custGeom>
          <a:solidFill>
            <a:srgbClr val="504F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09" name="contour_15707"/>
          <p:cNvSpPr/>
          <p:nvPr/>
        </p:nvSpPr>
        <p:spPr>
          <a:xfrm>
            <a:off x="4155930" y="4321779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5158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0" name="contour_15708"/>
          <p:cNvSpPr/>
          <p:nvPr/>
        </p:nvSpPr>
        <p:spPr>
          <a:xfrm>
            <a:off x="3894874" y="4314491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862" y="18036"/>
                </a:lnTo>
                <a:lnTo>
                  <a:pt x="1724" y="14467"/>
                </a:lnTo>
                <a:lnTo>
                  <a:pt x="2591" y="10881"/>
                </a:lnTo>
                <a:lnTo>
                  <a:pt x="3463" y="7279"/>
                </a:lnTo>
                <a:lnTo>
                  <a:pt x="4341" y="3656"/>
                </a:lnTo>
                <a:lnTo>
                  <a:pt x="5224" y="0"/>
                </a:lnTo>
                <a:close/>
              </a:path>
            </a:pathLst>
          </a:custGeom>
          <a:solidFill>
            <a:srgbClr val="E4CE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1" name="contour_15709"/>
          <p:cNvSpPr/>
          <p:nvPr/>
        </p:nvSpPr>
        <p:spPr>
          <a:xfrm>
            <a:off x="659006" y="430720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893" y="1782"/>
                </a:lnTo>
                <a:lnTo>
                  <a:pt x="19786" y="3571"/>
                </a:lnTo>
                <a:lnTo>
                  <a:pt x="20689" y="5375"/>
                </a:lnTo>
                <a:lnTo>
                  <a:pt x="21600" y="7200"/>
                </a:lnTo>
                <a:lnTo>
                  <a:pt x="20614" y="9562"/>
                </a:lnTo>
                <a:lnTo>
                  <a:pt x="19814" y="11167"/>
                </a:lnTo>
                <a:lnTo>
                  <a:pt x="18785" y="12762"/>
                </a:lnTo>
                <a:lnTo>
                  <a:pt x="17100" y="15077"/>
                </a:lnTo>
                <a:lnTo>
                  <a:pt x="15732" y="17050"/>
                </a:lnTo>
                <a:lnTo>
                  <a:pt x="14342" y="19055"/>
                </a:lnTo>
                <a:lnTo>
                  <a:pt x="12586" y="20318"/>
                </a:lnTo>
                <a:lnTo>
                  <a:pt x="10800" y="21600"/>
                </a:lnTo>
                <a:lnTo>
                  <a:pt x="8662" y="20887"/>
                </a:lnTo>
                <a:lnTo>
                  <a:pt x="6516" y="20171"/>
                </a:lnTo>
                <a:lnTo>
                  <a:pt x="4363" y="19454"/>
                </a:lnTo>
                <a:lnTo>
                  <a:pt x="2192" y="18731"/>
                </a:lnTo>
                <a:lnTo>
                  <a:pt x="0" y="18000"/>
                </a:lnTo>
                <a:lnTo>
                  <a:pt x="1782" y="16218"/>
                </a:lnTo>
                <a:lnTo>
                  <a:pt x="3564" y="14436"/>
                </a:lnTo>
                <a:lnTo>
                  <a:pt x="5350" y="12650"/>
                </a:lnTo>
                <a:lnTo>
                  <a:pt x="7139" y="10861"/>
                </a:lnTo>
                <a:lnTo>
                  <a:pt x="8932" y="9068"/>
                </a:lnTo>
                <a:lnTo>
                  <a:pt x="10732" y="7268"/>
                </a:lnTo>
                <a:lnTo>
                  <a:pt x="12535" y="5465"/>
                </a:lnTo>
                <a:lnTo>
                  <a:pt x="14350" y="3650"/>
                </a:lnTo>
                <a:lnTo>
                  <a:pt x="16168" y="1832"/>
                </a:lnTo>
                <a:lnTo>
                  <a:pt x="18000" y="0"/>
                </a:lnTo>
                <a:close/>
              </a:path>
            </a:pathLst>
          </a:custGeom>
          <a:solidFill>
            <a:srgbClr val="F5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2" name="contour_15710"/>
          <p:cNvSpPr/>
          <p:nvPr/>
        </p:nvSpPr>
        <p:spPr>
          <a:xfrm>
            <a:off x="6715327" y="429991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59" y="5348"/>
                </a:lnTo>
                <a:lnTo>
                  <a:pt x="19708" y="9426"/>
                </a:lnTo>
                <a:lnTo>
                  <a:pt x="18960" y="12480"/>
                </a:lnTo>
                <a:lnTo>
                  <a:pt x="18209" y="14761"/>
                </a:lnTo>
                <a:lnTo>
                  <a:pt x="17358" y="16511"/>
                </a:lnTo>
                <a:lnTo>
                  <a:pt x="16308" y="17980"/>
                </a:lnTo>
                <a:lnTo>
                  <a:pt x="14964" y="19414"/>
                </a:lnTo>
                <a:lnTo>
                  <a:pt x="13228" y="21060"/>
                </a:lnTo>
                <a:lnTo>
                  <a:pt x="12087" y="21194"/>
                </a:lnTo>
                <a:lnTo>
                  <a:pt x="8640" y="21600"/>
                </a:lnTo>
                <a:lnTo>
                  <a:pt x="5772" y="19185"/>
                </a:lnTo>
                <a:lnTo>
                  <a:pt x="3914" y="17483"/>
                </a:lnTo>
                <a:lnTo>
                  <a:pt x="2259" y="15677"/>
                </a:lnTo>
                <a:lnTo>
                  <a:pt x="0" y="12960"/>
                </a:lnTo>
                <a:lnTo>
                  <a:pt x="1961" y="10783"/>
                </a:lnTo>
                <a:lnTo>
                  <a:pt x="3944" y="8623"/>
                </a:lnTo>
                <a:lnTo>
                  <a:pt x="5940" y="6480"/>
                </a:lnTo>
                <a:lnTo>
                  <a:pt x="6774" y="5573"/>
                </a:lnTo>
                <a:lnTo>
                  <a:pt x="9279" y="2834"/>
                </a:lnTo>
                <a:lnTo>
                  <a:pt x="11146" y="1452"/>
                </a:lnTo>
                <a:lnTo>
                  <a:pt x="12718" y="613"/>
                </a:lnTo>
                <a:lnTo>
                  <a:pt x="14589" y="181"/>
                </a:lnTo>
                <a:lnTo>
                  <a:pt x="17353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B5CE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3" name="contour_15711"/>
          <p:cNvSpPr/>
          <p:nvPr/>
        </p:nvSpPr>
        <p:spPr>
          <a:xfrm>
            <a:off x="3989618" y="4278051"/>
            <a:ext cx="308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26" y="0"/>
                </a:moveTo>
                <a:lnTo>
                  <a:pt x="17860" y="0"/>
                </a:lnTo>
                <a:lnTo>
                  <a:pt x="20435" y="0"/>
                </a:lnTo>
                <a:lnTo>
                  <a:pt x="20808" y="1831"/>
                </a:lnTo>
                <a:lnTo>
                  <a:pt x="21130" y="3640"/>
                </a:lnTo>
                <a:lnTo>
                  <a:pt x="21380" y="5435"/>
                </a:lnTo>
                <a:lnTo>
                  <a:pt x="21544" y="7220"/>
                </a:lnTo>
                <a:lnTo>
                  <a:pt x="21600" y="9002"/>
                </a:lnTo>
                <a:lnTo>
                  <a:pt x="21534" y="10787"/>
                </a:lnTo>
                <a:lnTo>
                  <a:pt x="21329" y="12577"/>
                </a:lnTo>
                <a:lnTo>
                  <a:pt x="20972" y="14380"/>
                </a:lnTo>
                <a:lnTo>
                  <a:pt x="20435" y="16200"/>
                </a:lnTo>
                <a:lnTo>
                  <a:pt x="17809" y="17402"/>
                </a:lnTo>
                <a:lnTo>
                  <a:pt x="15127" y="18411"/>
                </a:lnTo>
                <a:lnTo>
                  <a:pt x="12374" y="19259"/>
                </a:lnTo>
                <a:lnTo>
                  <a:pt x="9507" y="19972"/>
                </a:lnTo>
                <a:lnTo>
                  <a:pt x="6509" y="20582"/>
                </a:lnTo>
                <a:lnTo>
                  <a:pt x="3351" y="21114"/>
                </a:lnTo>
                <a:lnTo>
                  <a:pt x="0" y="21600"/>
                </a:lnTo>
                <a:lnTo>
                  <a:pt x="1022" y="20277"/>
                </a:lnTo>
                <a:lnTo>
                  <a:pt x="2054" y="18932"/>
                </a:lnTo>
                <a:lnTo>
                  <a:pt x="3377" y="17196"/>
                </a:lnTo>
                <a:lnTo>
                  <a:pt x="4690" y="15463"/>
                </a:lnTo>
                <a:lnTo>
                  <a:pt x="5988" y="13732"/>
                </a:lnTo>
                <a:lnTo>
                  <a:pt x="7260" y="11996"/>
                </a:lnTo>
                <a:lnTo>
                  <a:pt x="8501" y="10260"/>
                </a:lnTo>
                <a:lnTo>
                  <a:pt x="9712" y="8513"/>
                </a:lnTo>
                <a:lnTo>
                  <a:pt x="10887" y="6758"/>
                </a:lnTo>
                <a:lnTo>
                  <a:pt x="12011" y="4990"/>
                </a:lnTo>
                <a:lnTo>
                  <a:pt x="13089" y="3208"/>
                </a:lnTo>
                <a:lnTo>
                  <a:pt x="13651" y="2411"/>
                </a:lnTo>
                <a:lnTo>
                  <a:pt x="15326" y="0"/>
                </a:lnTo>
                <a:close/>
              </a:path>
            </a:pathLst>
          </a:custGeom>
          <a:solidFill>
            <a:srgbClr val="624B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4" name="contour_15712"/>
          <p:cNvSpPr/>
          <p:nvPr/>
        </p:nvSpPr>
        <p:spPr>
          <a:xfrm>
            <a:off x="2335244" y="429991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695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E5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5" name="contour_15713"/>
          <p:cNvSpPr/>
          <p:nvPr/>
        </p:nvSpPr>
        <p:spPr>
          <a:xfrm>
            <a:off x="10315580" y="4270763"/>
            <a:ext cx="2916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5" y="0"/>
                </a:moveTo>
                <a:lnTo>
                  <a:pt x="13477" y="765"/>
                </a:lnTo>
                <a:lnTo>
                  <a:pt x="16165" y="1531"/>
                </a:lnTo>
                <a:lnTo>
                  <a:pt x="18864" y="2305"/>
                </a:lnTo>
                <a:lnTo>
                  <a:pt x="21600" y="3086"/>
                </a:lnTo>
                <a:lnTo>
                  <a:pt x="20413" y="5122"/>
                </a:lnTo>
                <a:lnTo>
                  <a:pt x="19225" y="7162"/>
                </a:lnTo>
                <a:lnTo>
                  <a:pt x="18032" y="9202"/>
                </a:lnTo>
                <a:lnTo>
                  <a:pt x="16840" y="11247"/>
                </a:lnTo>
                <a:lnTo>
                  <a:pt x="15647" y="13299"/>
                </a:lnTo>
                <a:lnTo>
                  <a:pt x="14443" y="15361"/>
                </a:lnTo>
                <a:lnTo>
                  <a:pt x="13240" y="17428"/>
                </a:lnTo>
                <a:lnTo>
                  <a:pt x="12025" y="19508"/>
                </a:lnTo>
                <a:lnTo>
                  <a:pt x="10805" y="21600"/>
                </a:lnTo>
                <a:lnTo>
                  <a:pt x="8134" y="20835"/>
                </a:lnTo>
                <a:lnTo>
                  <a:pt x="5446" y="20069"/>
                </a:lnTo>
                <a:lnTo>
                  <a:pt x="2747" y="19295"/>
                </a:lnTo>
                <a:lnTo>
                  <a:pt x="11" y="18514"/>
                </a:lnTo>
                <a:lnTo>
                  <a:pt x="0" y="16388"/>
                </a:lnTo>
                <a:lnTo>
                  <a:pt x="173" y="14876"/>
                </a:lnTo>
                <a:lnTo>
                  <a:pt x="685" y="13253"/>
                </a:lnTo>
                <a:lnTo>
                  <a:pt x="1695" y="10800"/>
                </a:lnTo>
                <a:lnTo>
                  <a:pt x="2504" y="8742"/>
                </a:lnTo>
                <a:lnTo>
                  <a:pt x="3319" y="6653"/>
                </a:lnTo>
                <a:lnTo>
                  <a:pt x="4609" y="4542"/>
                </a:lnTo>
                <a:lnTo>
                  <a:pt x="5824" y="3144"/>
                </a:lnTo>
                <a:lnTo>
                  <a:pt x="7653" y="1839"/>
                </a:lnTo>
                <a:lnTo>
                  <a:pt x="10805" y="0"/>
                </a:lnTo>
                <a:close/>
              </a:path>
            </a:pathLst>
          </a:custGeom>
          <a:solidFill>
            <a:srgbClr val="7569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6" name="contour_15714"/>
          <p:cNvSpPr/>
          <p:nvPr/>
        </p:nvSpPr>
        <p:spPr>
          <a:xfrm>
            <a:off x="4026306" y="4241611"/>
            <a:ext cx="2890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61" y="0"/>
                </a:moveTo>
                <a:lnTo>
                  <a:pt x="7472" y="1542"/>
                </a:lnTo>
                <a:lnTo>
                  <a:pt x="9613" y="3064"/>
                </a:lnTo>
                <a:lnTo>
                  <a:pt x="11661" y="4585"/>
                </a:lnTo>
                <a:lnTo>
                  <a:pt x="13594" y="6113"/>
                </a:lnTo>
                <a:lnTo>
                  <a:pt x="15397" y="7663"/>
                </a:lnTo>
                <a:lnTo>
                  <a:pt x="17036" y="9247"/>
                </a:lnTo>
                <a:lnTo>
                  <a:pt x="18501" y="10881"/>
                </a:lnTo>
                <a:lnTo>
                  <a:pt x="19765" y="12574"/>
                </a:lnTo>
                <a:lnTo>
                  <a:pt x="20805" y="14345"/>
                </a:lnTo>
                <a:lnTo>
                  <a:pt x="21600" y="16200"/>
                </a:lnTo>
                <a:lnTo>
                  <a:pt x="18556" y="18087"/>
                </a:lnTo>
                <a:lnTo>
                  <a:pt x="16410" y="19281"/>
                </a:lnTo>
                <a:lnTo>
                  <a:pt x="14133" y="20282"/>
                </a:lnTo>
                <a:lnTo>
                  <a:pt x="10707" y="21600"/>
                </a:lnTo>
                <a:lnTo>
                  <a:pt x="7004" y="18735"/>
                </a:lnTo>
                <a:lnTo>
                  <a:pt x="4226" y="16516"/>
                </a:lnTo>
                <a:lnTo>
                  <a:pt x="2260" y="14783"/>
                </a:lnTo>
                <a:lnTo>
                  <a:pt x="986" y="13370"/>
                </a:lnTo>
                <a:lnTo>
                  <a:pt x="272" y="12118"/>
                </a:lnTo>
                <a:lnTo>
                  <a:pt x="0" y="10862"/>
                </a:lnTo>
                <a:lnTo>
                  <a:pt x="54" y="9437"/>
                </a:lnTo>
                <a:lnTo>
                  <a:pt x="305" y="7679"/>
                </a:lnTo>
                <a:lnTo>
                  <a:pt x="1089" y="6199"/>
                </a:lnTo>
                <a:lnTo>
                  <a:pt x="1737" y="5060"/>
                </a:lnTo>
                <a:lnTo>
                  <a:pt x="2494" y="3893"/>
                </a:lnTo>
                <a:lnTo>
                  <a:pt x="3589" y="2330"/>
                </a:lnTo>
                <a:lnTo>
                  <a:pt x="5261" y="0"/>
                </a:lnTo>
                <a:close/>
              </a:path>
            </a:pathLst>
          </a:custGeom>
          <a:solidFill>
            <a:srgbClr val="3630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7" name="contour_15715"/>
          <p:cNvSpPr/>
          <p:nvPr/>
        </p:nvSpPr>
        <p:spPr>
          <a:xfrm>
            <a:off x="10373899" y="425618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47" y="1927"/>
                </a:lnTo>
                <a:lnTo>
                  <a:pt x="8657" y="3504"/>
                </a:lnTo>
                <a:lnTo>
                  <a:pt x="11599" y="4864"/>
                </a:lnTo>
                <a:lnTo>
                  <a:pt x="13846" y="6134"/>
                </a:lnTo>
                <a:lnTo>
                  <a:pt x="15565" y="7448"/>
                </a:lnTo>
                <a:lnTo>
                  <a:pt x="16921" y="8925"/>
                </a:lnTo>
                <a:lnTo>
                  <a:pt x="18088" y="10701"/>
                </a:lnTo>
                <a:lnTo>
                  <a:pt x="19228" y="12904"/>
                </a:lnTo>
                <a:lnTo>
                  <a:pt x="20520" y="15660"/>
                </a:lnTo>
                <a:lnTo>
                  <a:pt x="21056" y="18611"/>
                </a:lnTo>
                <a:lnTo>
                  <a:pt x="21600" y="21600"/>
                </a:lnTo>
                <a:lnTo>
                  <a:pt x="16606" y="20948"/>
                </a:lnTo>
                <a:lnTo>
                  <a:pt x="13094" y="20425"/>
                </a:lnTo>
                <a:lnTo>
                  <a:pt x="10593" y="19920"/>
                </a:lnTo>
                <a:lnTo>
                  <a:pt x="8614" y="19306"/>
                </a:lnTo>
                <a:lnTo>
                  <a:pt x="6683" y="18468"/>
                </a:lnTo>
                <a:lnTo>
                  <a:pt x="4320" y="17280"/>
                </a:lnTo>
                <a:lnTo>
                  <a:pt x="3015" y="14420"/>
                </a:lnTo>
                <a:lnTo>
                  <a:pt x="2056" y="11668"/>
                </a:lnTo>
                <a:lnTo>
                  <a:pt x="1356" y="8938"/>
                </a:lnTo>
                <a:lnTo>
                  <a:pt x="834" y="6139"/>
                </a:lnTo>
                <a:lnTo>
                  <a:pt x="410" y="3192"/>
                </a:lnTo>
                <a:lnTo>
                  <a:pt x="0" y="0"/>
                </a:lnTo>
                <a:close/>
              </a:path>
            </a:pathLst>
          </a:custGeom>
          <a:solidFill>
            <a:srgbClr val="CBC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8" name="contour_15716"/>
          <p:cNvSpPr/>
          <p:nvPr/>
        </p:nvSpPr>
        <p:spPr>
          <a:xfrm>
            <a:off x="6932327" y="4263475"/>
            <a:ext cx="321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3" y="0"/>
                </a:moveTo>
                <a:lnTo>
                  <a:pt x="4075" y="1011"/>
                </a:lnTo>
                <a:lnTo>
                  <a:pt x="6988" y="2056"/>
                </a:lnTo>
                <a:lnTo>
                  <a:pt x="9846" y="3162"/>
                </a:lnTo>
                <a:lnTo>
                  <a:pt x="12646" y="4346"/>
                </a:lnTo>
                <a:lnTo>
                  <a:pt x="15392" y="5642"/>
                </a:lnTo>
                <a:lnTo>
                  <a:pt x="18084" y="7063"/>
                </a:lnTo>
                <a:lnTo>
                  <a:pt x="20717" y="8640"/>
                </a:lnTo>
                <a:lnTo>
                  <a:pt x="21306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06" y="18645"/>
                </a:lnTo>
                <a:lnTo>
                  <a:pt x="20717" y="21600"/>
                </a:lnTo>
                <a:lnTo>
                  <a:pt x="17246" y="21298"/>
                </a:lnTo>
                <a:lnTo>
                  <a:pt x="13887" y="20904"/>
                </a:lnTo>
                <a:lnTo>
                  <a:pt x="10611" y="20369"/>
                </a:lnTo>
                <a:lnTo>
                  <a:pt x="7404" y="19626"/>
                </a:lnTo>
                <a:lnTo>
                  <a:pt x="4246" y="18615"/>
                </a:lnTo>
                <a:lnTo>
                  <a:pt x="1103" y="17280"/>
                </a:lnTo>
                <a:lnTo>
                  <a:pt x="353" y="14282"/>
                </a:lnTo>
                <a:lnTo>
                  <a:pt x="15" y="11478"/>
                </a:lnTo>
                <a:lnTo>
                  <a:pt x="0" y="8761"/>
                </a:lnTo>
                <a:lnTo>
                  <a:pt x="235" y="6018"/>
                </a:lnTo>
                <a:lnTo>
                  <a:pt x="633" y="3132"/>
                </a:lnTo>
                <a:lnTo>
                  <a:pt x="1103" y="0"/>
                </a:lnTo>
                <a:close/>
              </a:path>
            </a:pathLst>
          </a:custGeom>
          <a:solidFill>
            <a:srgbClr val="DFCC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19" name="contour_15717"/>
          <p:cNvSpPr/>
          <p:nvPr/>
        </p:nvSpPr>
        <p:spPr>
          <a:xfrm>
            <a:off x="3829282" y="4248899"/>
            <a:ext cx="3765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22" y="0"/>
                </a:moveTo>
                <a:lnTo>
                  <a:pt x="18795" y="0"/>
                </a:lnTo>
                <a:lnTo>
                  <a:pt x="20902" y="0"/>
                </a:lnTo>
                <a:lnTo>
                  <a:pt x="21182" y="2603"/>
                </a:lnTo>
                <a:lnTo>
                  <a:pt x="21408" y="5177"/>
                </a:lnTo>
                <a:lnTo>
                  <a:pt x="21558" y="7736"/>
                </a:lnTo>
                <a:lnTo>
                  <a:pt x="21600" y="10285"/>
                </a:lnTo>
                <a:lnTo>
                  <a:pt x="21525" y="12841"/>
                </a:lnTo>
                <a:lnTo>
                  <a:pt x="21299" y="15408"/>
                </a:lnTo>
                <a:lnTo>
                  <a:pt x="20902" y="18000"/>
                </a:lnTo>
                <a:lnTo>
                  <a:pt x="18043" y="19757"/>
                </a:lnTo>
                <a:lnTo>
                  <a:pt x="15961" y="20822"/>
                </a:lnTo>
                <a:lnTo>
                  <a:pt x="14054" y="21370"/>
                </a:lnTo>
                <a:lnTo>
                  <a:pt x="11722" y="21571"/>
                </a:lnTo>
                <a:lnTo>
                  <a:pt x="8361" y="21600"/>
                </a:lnTo>
                <a:lnTo>
                  <a:pt x="6254" y="19393"/>
                </a:lnTo>
                <a:lnTo>
                  <a:pt x="4741" y="17748"/>
                </a:lnTo>
                <a:lnTo>
                  <a:pt x="3591" y="16369"/>
                </a:lnTo>
                <a:lnTo>
                  <a:pt x="2571" y="14947"/>
                </a:lnTo>
                <a:lnTo>
                  <a:pt x="1455" y="13194"/>
                </a:lnTo>
                <a:lnTo>
                  <a:pt x="0" y="10800"/>
                </a:lnTo>
                <a:lnTo>
                  <a:pt x="1986" y="10354"/>
                </a:lnTo>
                <a:lnTo>
                  <a:pt x="3984" y="9907"/>
                </a:lnTo>
                <a:lnTo>
                  <a:pt x="6011" y="9450"/>
                </a:lnTo>
                <a:lnTo>
                  <a:pt x="9828" y="8089"/>
                </a:lnTo>
                <a:lnTo>
                  <a:pt x="12052" y="7002"/>
                </a:lnTo>
                <a:lnTo>
                  <a:pt x="13540" y="5623"/>
                </a:lnTo>
                <a:lnTo>
                  <a:pt x="15154" y="3377"/>
                </a:lnTo>
                <a:lnTo>
                  <a:pt x="15931" y="1699"/>
                </a:lnTo>
                <a:lnTo>
                  <a:pt x="16722" y="0"/>
                </a:lnTo>
                <a:close/>
              </a:path>
            </a:pathLst>
          </a:custGeom>
          <a:solidFill>
            <a:srgbClr val="7270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0" name="contour_15718"/>
          <p:cNvSpPr/>
          <p:nvPr/>
        </p:nvSpPr>
        <p:spPr>
          <a:xfrm>
            <a:off x="7414974" y="424889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2960" y="19034"/>
                </a:lnTo>
                <a:lnTo>
                  <a:pt x="12960" y="16459"/>
                </a:lnTo>
                <a:lnTo>
                  <a:pt x="12960" y="13876"/>
                </a:lnTo>
                <a:lnTo>
                  <a:pt x="12960" y="11271"/>
                </a:lnTo>
                <a:lnTo>
                  <a:pt x="12960" y="8640"/>
                </a:lnTo>
                <a:lnTo>
                  <a:pt x="10394" y="9495"/>
                </a:lnTo>
                <a:lnTo>
                  <a:pt x="7819" y="10355"/>
                </a:lnTo>
                <a:lnTo>
                  <a:pt x="5236" y="11215"/>
                </a:lnTo>
                <a:lnTo>
                  <a:pt x="2631" y="12083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7671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1" name="contour_15719"/>
          <p:cNvSpPr/>
          <p:nvPr/>
        </p:nvSpPr>
        <p:spPr>
          <a:xfrm>
            <a:off x="9761707" y="423432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2038"/>
                </a:lnTo>
                <a:lnTo>
                  <a:pt x="15405" y="4075"/>
                </a:lnTo>
                <a:lnTo>
                  <a:pt x="16632" y="6120"/>
                </a:lnTo>
                <a:lnTo>
                  <a:pt x="17863" y="8172"/>
                </a:lnTo>
                <a:lnTo>
                  <a:pt x="19103" y="10235"/>
                </a:lnTo>
                <a:lnTo>
                  <a:pt x="20347" y="12308"/>
                </a:lnTo>
                <a:lnTo>
                  <a:pt x="21600" y="14400"/>
                </a:lnTo>
                <a:lnTo>
                  <a:pt x="19462" y="15588"/>
                </a:lnTo>
                <a:lnTo>
                  <a:pt x="17319" y="16780"/>
                </a:lnTo>
                <a:lnTo>
                  <a:pt x="15168" y="17971"/>
                </a:lnTo>
                <a:lnTo>
                  <a:pt x="13008" y="19174"/>
                </a:lnTo>
                <a:lnTo>
                  <a:pt x="10835" y="20383"/>
                </a:lnTo>
                <a:lnTo>
                  <a:pt x="8640" y="21600"/>
                </a:lnTo>
                <a:lnTo>
                  <a:pt x="8640" y="19220"/>
                </a:lnTo>
                <a:lnTo>
                  <a:pt x="8640" y="16826"/>
                </a:lnTo>
                <a:lnTo>
                  <a:pt x="8640" y="14400"/>
                </a:lnTo>
                <a:lnTo>
                  <a:pt x="6074" y="13079"/>
                </a:lnTo>
                <a:lnTo>
                  <a:pt x="4320" y="12262"/>
                </a:lnTo>
                <a:lnTo>
                  <a:pt x="2566" y="11617"/>
                </a:lnTo>
                <a:lnTo>
                  <a:pt x="0" y="10800"/>
                </a:lnTo>
                <a:lnTo>
                  <a:pt x="2138" y="9018"/>
                </a:lnTo>
                <a:lnTo>
                  <a:pt x="4281" y="7232"/>
                </a:lnTo>
                <a:lnTo>
                  <a:pt x="6432" y="5440"/>
                </a:lnTo>
                <a:lnTo>
                  <a:pt x="8592" y="3640"/>
                </a:lnTo>
                <a:lnTo>
                  <a:pt x="10765" y="1829"/>
                </a:lnTo>
                <a:lnTo>
                  <a:pt x="12960" y="0"/>
                </a:lnTo>
                <a:close/>
              </a:path>
            </a:pathLst>
          </a:custGeom>
          <a:solidFill>
            <a:srgbClr val="C3D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2" name="contour_15720"/>
          <p:cNvSpPr/>
          <p:nvPr/>
        </p:nvSpPr>
        <p:spPr>
          <a:xfrm>
            <a:off x="4303002" y="421974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20513" y="21240"/>
                </a:lnTo>
                <a:lnTo>
                  <a:pt x="19516" y="20902"/>
                </a:lnTo>
                <a:lnTo>
                  <a:pt x="18425" y="20542"/>
                </a:lnTo>
                <a:lnTo>
                  <a:pt x="17064" y="20088"/>
                </a:lnTo>
                <a:lnTo>
                  <a:pt x="15257" y="19483"/>
                </a:lnTo>
                <a:lnTo>
                  <a:pt x="12823" y="18677"/>
                </a:lnTo>
                <a:lnTo>
                  <a:pt x="9590" y="17597"/>
                </a:lnTo>
                <a:lnTo>
                  <a:pt x="5375" y="16193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534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3" name="contour_15721"/>
          <p:cNvSpPr/>
          <p:nvPr/>
        </p:nvSpPr>
        <p:spPr>
          <a:xfrm>
            <a:off x="4521641" y="417601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5D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4" name="contour_15722"/>
          <p:cNvSpPr/>
          <p:nvPr/>
        </p:nvSpPr>
        <p:spPr>
          <a:xfrm>
            <a:off x="1206021" y="4196462"/>
            <a:ext cx="57889" cy="378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4" y="0"/>
                </a:moveTo>
                <a:lnTo>
                  <a:pt x="8732" y="96"/>
                </a:lnTo>
                <a:lnTo>
                  <a:pt x="10480" y="191"/>
                </a:lnTo>
                <a:lnTo>
                  <a:pt x="12254" y="291"/>
                </a:lnTo>
                <a:lnTo>
                  <a:pt x="13029" y="324"/>
                </a:lnTo>
                <a:lnTo>
                  <a:pt x="14396" y="383"/>
                </a:lnTo>
                <a:lnTo>
                  <a:pt x="17532" y="520"/>
                </a:lnTo>
                <a:lnTo>
                  <a:pt x="18875" y="615"/>
                </a:lnTo>
                <a:lnTo>
                  <a:pt x="20229" y="711"/>
                </a:lnTo>
                <a:lnTo>
                  <a:pt x="21600" y="811"/>
                </a:lnTo>
                <a:lnTo>
                  <a:pt x="21600" y="2873"/>
                </a:lnTo>
                <a:lnTo>
                  <a:pt x="21600" y="4969"/>
                </a:lnTo>
                <a:lnTo>
                  <a:pt x="20219" y="4678"/>
                </a:lnTo>
                <a:lnTo>
                  <a:pt x="18818" y="4387"/>
                </a:lnTo>
                <a:lnTo>
                  <a:pt x="16942" y="4179"/>
                </a:lnTo>
                <a:lnTo>
                  <a:pt x="15144" y="4050"/>
                </a:lnTo>
                <a:lnTo>
                  <a:pt x="13387" y="4033"/>
                </a:lnTo>
                <a:lnTo>
                  <a:pt x="11636" y="4162"/>
                </a:lnTo>
                <a:lnTo>
                  <a:pt x="9852" y="4461"/>
                </a:lnTo>
                <a:lnTo>
                  <a:pt x="8003" y="4969"/>
                </a:lnTo>
                <a:lnTo>
                  <a:pt x="6864" y="7135"/>
                </a:lnTo>
                <a:lnTo>
                  <a:pt x="5890" y="9351"/>
                </a:lnTo>
                <a:lnTo>
                  <a:pt x="5050" y="11625"/>
                </a:lnTo>
                <a:lnTo>
                  <a:pt x="4324" y="13975"/>
                </a:lnTo>
                <a:lnTo>
                  <a:pt x="3685" y="16411"/>
                </a:lnTo>
                <a:lnTo>
                  <a:pt x="3106" y="18947"/>
                </a:lnTo>
                <a:lnTo>
                  <a:pt x="2564" y="21600"/>
                </a:lnTo>
                <a:lnTo>
                  <a:pt x="1330" y="16939"/>
                </a:lnTo>
                <a:lnTo>
                  <a:pt x="528" y="13642"/>
                </a:lnTo>
                <a:lnTo>
                  <a:pt x="103" y="11230"/>
                </a:lnTo>
                <a:lnTo>
                  <a:pt x="0" y="9230"/>
                </a:lnTo>
                <a:lnTo>
                  <a:pt x="158" y="7172"/>
                </a:lnTo>
                <a:lnTo>
                  <a:pt x="525" y="4582"/>
                </a:lnTo>
                <a:lnTo>
                  <a:pt x="1773" y="2387"/>
                </a:lnTo>
                <a:lnTo>
                  <a:pt x="2864" y="1181"/>
                </a:lnTo>
                <a:lnTo>
                  <a:pt x="4400" y="528"/>
                </a:lnTo>
                <a:lnTo>
                  <a:pt x="6994" y="0"/>
                </a:lnTo>
                <a:close/>
              </a:path>
            </a:pathLst>
          </a:custGeom>
          <a:solidFill>
            <a:srgbClr val="AC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5" name="contour_15723"/>
          <p:cNvSpPr/>
          <p:nvPr/>
        </p:nvSpPr>
        <p:spPr>
          <a:xfrm>
            <a:off x="3880298" y="4175035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F8F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6" name="contour_15724"/>
          <p:cNvSpPr/>
          <p:nvPr/>
        </p:nvSpPr>
        <p:spPr>
          <a:xfrm>
            <a:off x="4425710" y="4168731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" y="0"/>
                </a:moveTo>
                <a:lnTo>
                  <a:pt x="2164" y="549"/>
                </a:lnTo>
                <a:lnTo>
                  <a:pt x="3424" y="1076"/>
                </a:lnTo>
                <a:lnTo>
                  <a:pt x="4997" y="1728"/>
                </a:lnTo>
                <a:lnTo>
                  <a:pt x="7233" y="2661"/>
                </a:lnTo>
                <a:lnTo>
                  <a:pt x="10507" y="4022"/>
                </a:lnTo>
                <a:lnTo>
                  <a:pt x="15171" y="5966"/>
                </a:lnTo>
                <a:lnTo>
                  <a:pt x="21600" y="8640"/>
                </a:lnTo>
                <a:lnTo>
                  <a:pt x="20573" y="11206"/>
                </a:lnTo>
                <a:lnTo>
                  <a:pt x="19540" y="13781"/>
                </a:lnTo>
                <a:lnTo>
                  <a:pt x="18508" y="16364"/>
                </a:lnTo>
                <a:lnTo>
                  <a:pt x="17465" y="18969"/>
                </a:lnTo>
                <a:lnTo>
                  <a:pt x="16411" y="21600"/>
                </a:lnTo>
                <a:lnTo>
                  <a:pt x="12551" y="21047"/>
                </a:lnTo>
                <a:lnTo>
                  <a:pt x="9812" y="20546"/>
                </a:lnTo>
                <a:lnTo>
                  <a:pt x="7446" y="19889"/>
                </a:lnTo>
                <a:lnTo>
                  <a:pt x="4706" y="18870"/>
                </a:lnTo>
                <a:lnTo>
                  <a:pt x="846" y="17280"/>
                </a:lnTo>
                <a:lnTo>
                  <a:pt x="265" y="14321"/>
                </a:lnTo>
                <a:lnTo>
                  <a:pt x="5" y="11487"/>
                </a:lnTo>
                <a:lnTo>
                  <a:pt x="0" y="8713"/>
                </a:lnTo>
                <a:lnTo>
                  <a:pt x="182" y="5923"/>
                </a:lnTo>
                <a:lnTo>
                  <a:pt x="488" y="3041"/>
                </a:lnTo>
                <a:lnTo>
                  <a:pt x="846" y="0"/>
                </a:lnTo>
                <a:close/>
              </a:path>
            </a:pathLst>
          </a:custGeom>
          <a:solidFill>
            <a:srgbClr val="E9D1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7" name="contour_15725"/>
          <p:cNvSpPr/>
          <p:nvPr/>
        </p:nvSpPr>
        <p:spPr>
          <a:xfrm>
            <a:off x="8260381" y="4168017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95"/>
                </a:lnTo>
                <a:lnTo>
                  <a:pt x="12823" y="184"/>
                </a:lnTo>
                <a:lnTo>
                  <a:pt x="14062" y="221"/>
                </a:lnTo>
                <a:lnTo>
                  <a:pt x="17788" y="327"/>
                </a:lnTo>
                <a:lnTo>
                  <a:pt x="19681" y="422"/>
                </a:lnTo>
                <a:lnTo>
                  <a:pt x="21600" y="517"/>
                </a:lnTo>
                <a:lnTo>
                  <a:pt x="20459" y="6826"/>
                </a:lnTo>
                <a:lnTo>
                  <a:pt x="19552" y="11185"/>
                </a:lnTo>
                <a:lnTo>
                  <a:pt x="18677" y="14136"/>
                </a:lnTo>
                <a:lnTo>
                  <a:pt x="17626" y="16218"/>
                </a:lnTo>
                <a:lnTo>
                  <a:pt x="16196" y="17979"/>
                </a:lnTo>
                <a:lnTo>
                  <a:pt x="14173" y="19950"/>
                </a:lnTo>
                <a:lnTo>
                  <a:pt x="13334" y="20361"/>
                </a:lnTo>
                <a:lnTo>
                  <a:pt x="10800" y="21600"/>
                </a:lnTo>
                <a:lnTo>
                  <a:pt x="10800" y="18121"/>
                </a:lnTo>
                <a:lnTo>
                  <a:pt x="10800" y="14611"/>
                </a:lnTo>
                <a:lnTo>
                  <a:pt x="10800" y="11058"/>
                </a:lnTo>
                <a:lnTo>
                  <a:pt x="8122" y="9435"/>
                </a:lnTo>
                <a:lnTo>
                  <a:pt x="6221" y="8349"/>
                </a:lnTo>
                <a:lnTo>
                  <a:pt x="4579" y="7548"/>
                </a:lnTo>
                <a:lnTo>
                  <a:pt x="2678" y="6778"/>
                </a:lnTo>
                <a:lnTo>
                  <a:pt x="0" y="5787"/>
                </a:lnTo>
                <a:lnTo>
                  <a:pt x="2149" y="2736"/>
                </a:lnTo>
                <a:lnTo>
                  <a:pt x="3686" y="1112"/>
                </a:lnTo>
                <a:lnTo>
                  <a:pt x="5353" y="385"/>
                </a:lnTo>
                <a:lnTo>
                  <a:pt x="7888" y="0"/>
                </a:lnTo>
                <a:close/>
              </a:path>
            </a:pathLst>
          </a:custGeom>
          <a:solidFill>
            <a:srgbClr val="F5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8" name="contour_15726"/>
          <p:cNvSpPr/>
          <p:nvPr/>
        </p:nvSpPr>
        <p:spPr>
          <a:xfrm>
            <a:off x="4536217" y="415415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0800" y="2856"/>
                </a:lnTo>
                <a:lnTo>
                  <a:pt x="10800" y="5728"/>
                </a:lnTo>
                <a:lnTo>
                  <a:pt x="10800" y="8640"/>
                </a:lnTo>
                <a:lnTo>
                  <a:pt x="12938" y="8640"/>
                </a:lnTo>
                <a:lnTo>
                  <a:pt x="15084" y="8640"/>
                </a:lnTo>
                <a:lnTo>
                  <a:pt x="17237" y="8640"/>
                </a:lnTo>
                <a:lnTo>
                  <a:pt x="19408" y="8640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9246" y="18999"/>
                </a:lnTo>
                <a:lnTo>
                  <a:pt x="17507" y="20084"/>
                </a:lnTo>
                <a:lnTo>
                  <a:pt x="15865" y="20740"/>
                </a:lnTo>
                <a:lnTo>
                  <a:pt x="13802" y="21177"/>
                </a:lnTo>
                <a:lnTo>
                  <a:pt x="10800" y="21600"/>
                </a:lnTo>
                <a:lnTo>
                  <a:pt x="8564" y="19859"/>
                </a:lnTo>
                <a:lnTo>
                  <a:pt x="6538" y="17993"/>
                </a:lnTo>
                <a:lnTo>
                  <a:pt x="4698" y="15967"/>
                </a:lnTo>
                <a:lnTo>
                  <a:pt x="3013" y="13751"/>
                </a:lnTo>
                <a:lnTo>
                  <a:pt x="1454" y="11318"/>
                </a:lnTo>
                <a:lnTo>
                  <a:pt x="0" y="8640"/>
                </a:lnTo>
                <a:lnTo>
                  <a:pt x="436" y="5620"/>
                </a:lnTo>
                <a:lnTo>
                  <a:pt x="958" y="3711"/>
                </a:lnTo>
                <a:lnTo>
                  <a:pt x="1901" y="2108"/>
                </a:lnTo>
                <a:lnTo>
                  <a:pt x="3600" y="0"/>
                </a:lnTo>
                <a:close/>
              </a:path>
            </a:pathLst>
          </a:custGeom>
          <a:solidFill>
            <a:srgbClr val="E6EB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29" name="contour_15727"/>
          <p:cNvSpPr/>
          <p:nvPr/>
        </p:nvSpPr>
        <p:spPr>
          <a:xfrm>
            <a:off x="4769433" y="4139579"/>
            <a:ext cx="3718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01" y="0"/>
                </a:moveTo>
                <a:lnTo>
                  <a:pt x="15216" y="1631"/>
                </a:lnTo>
                <a:lnTo>
                  <a:pt x="16935" y="2923"/>
                </a:lnTo>
                <a:lnTo>
                  <a:pt x="18653" y="4558"/>
                </a:lnTo>
                <a:lnTo>
                  <a:pt x="21168" y="7200"/>
                </a:lnTo>
                <a:lnTo>
                  <a:pt x="21460" y="9641"/>
                </a:lnTo>
                <a:lnTo>
                  <a:pt x="21592" y="12020"/>
                </a:lnTo>
                <a:lnTo>
                  <a:pt x="21600" y="14371"/>
                </a:lnTo>
                <a:lnTo>
                  <a:pt x="21511" y="16729"/>
                </a:lnTo>
                <a:lnTo>
                  <a:pt x="21359" y="19127"/>
                </a:lnTo>
                <a:lnTo>
                  <a:pt x="21168" y="21600"/>
                </a:lnTo>
                <a:lnTo>
                  <a:pt x="18370" y="21600"/>
                </a:lnTo>
                <a:lnTo>
                  <a:pt x="15554" y="21600"/>
                </a:lnTo>
                <a:lnTo>
                  <a:pt x="12701" y="21600"/>
                </a:lnTo>
                <a:lnTo>
                  <a:pt x="12701" y="19220"/>
                </a:lnTo>
                <a:lnTo>
                  <a:pt x="12701" y="16826"/>
                </a:lnTo>
                <a:lnTo>
                  <a:pt x="12701" y="14400"/>
                </a:lnTo>
                <a:lnTo>
                  <a:pt x="9551" y="13291"/>
                </a:lnTo>
                <a:lnTo>
                  <a:pt x="7316" y="12550"/>
                </a:lnTo>
                <a:lnTo>
                  <a:pt x="5385" y="12002"/>
                </a:lnTo>
                <a:lnTo>
                  <a:pt x="3150" y="11477"/>
                </a:lnTo>
                <a:lnTo>
                  <a:pt x="0" y="10800"/>
                </a:lnTo>
                <a:lnTo>
                  <a:pt x="2096" y="9018"/>
                </a:lnTo>
                <a:lnTo>
                  <a:pt x="4196" y="7232"/>
                </a:lnTo>
                <a:lnTo>
                  <a:pt x="6304" y="5440"/>
                </a:lnTo>
                <a:lnTo>
                  <a:pt x="8421" y="3640"/>
                </a:lnTo>
                <a:lnTo>
                  <a:pt x="10550" y="1829"/>
                </a:lnTo>
                <a:lnTo>
                  <a:pt x="12701" y="0"/>
                </a:lnTo>
                <a:close/>
              </a:path>
            </a:pathLst>
          </a:custGeom>
          <a:solidFill>
            <a:srgbClr val="E5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0" name="contour_15728"/>
          <p:cNvSpPr/>
          <p:nvPr/>
        </p:nvSpPr>
        <p:spPr>
          <a:xfrm>
            <a:off x="10658130" y="4139579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5891" y="20585"/>
                </a:lnTo>
                <a:lnTo>
                  <a:pt x="12530" y="19818"/>
                </a:lnTo>
                <a:lnTo>
                  <a:pt x="10136" y="19143"/>
                </a:lnTo>
                <a:lnTo>
                  <a:pt x="8243" y="18414"/>
                </a:lnTo>
                <a:lnTo>
                  <a:pt x="6395" y="17485"/>
                </a:lnTo>
                <a:lnTo>
                  <a:pt x="4134" y="16200"/>
                </a:lnTo>
                <a:lnTo>
                  <a:pt x="2613" y="12020"/>
                </a:lnTo>
                <a:lnTo>
                  <a:pt x="1637" y="9088"/>
                </a:lnTo>
                <a:lnTo>
                  <a:pt x="1009" y="6626"/>
                </a:lnTo>
                <a:lnTo>
                  <a:pt x="529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E0E4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1" name="contour_15729"/>
          <p:cNvSpPr/>
          <p:nvPr/>
        </p:nvSpPr>
        <p:spPr>
          <a:xfrm>
            <a:off x="5359760" y="4088563"/>
            <a:ext cx="43728" cy="396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1180"/>
                </a:lnTo>
                <a:lnTo>
                  <a:pt x="4277" y="2359"/>
                </a:lnTo>
                <a:lnTo>
                  <a:pt x="6422" y="3543"/>
                </a:lnTo>
                <a:lnTo>
                  <a:pt x="8568" y="4727"/>
                </a:lnTo>
                <a:lnTo>
                  <a:pt x="10717" y="5914"/>
                </a:lnTo>
                <a:lnTo>
                  <a:pt x="12877" y="7102"/>
                </a:lnTo>
                <a:lnTo>
                  <a:pt x="15044" y="8298"/>
                </a:lnTo>
                <a:lnTo>
                  <a:pt x="17219" y="9497"/>
                </a:lnTo>
                <a:lnTo>
                  <a:pt x="19404" y="10705"/>
                </a:lnTo>
                <a:lnTo>
                  <a:pt x="21600" y="11916"/>
                </a:lnTo>
                <a:lnTo>
                  <a:pt x="18918" y="14863"/>
                </a:lnTo>
                <a:lnTo>
                  <a:pt x="16891" y="17004"/>
                </a:lnTo>
                <a:lnTo>
                  <a:pt x="15300" y="18514"/>
                </a:lnTo>
                <a:lnTo>
                  <a:pt x="13918" y="19558"/>
                </a:lnTo>
                <a:lnTo>
                  <a:pt x="12517" y="20309"/>
                </a:lnTo>
                <a:lnTo>
                  <a:pt x="10879" y="20933"/>
                </a:lnTo>
                <a:lnTo>
                  <a:pt x="8777" y="21600"/>
                </a:lnTo>
                <a:lnTo>
                  <a:pt x="8014" y="21342"/>
                </a:lnTo>
                <a:lnTo>
                  <a:pt x="6671" y="20893"/>
                </a:lnTo>
                <a:lnTo>
                  <a:pt x="3600" y="19860"/>
                </a:lnTo>
                <a:lnTo>
                  <a:pt x="2840" y="17390"/>
                </a:lnTo>
                <a:lnTo>
                  <a:pt x="2214" y="14951"/>
                </a:lnTo>
                <a:lnTo>
                  <a:pt x="1696" y="12528"/>
                </a:lnTo>
                <a:lnTo>
                  <a:pt x="1267" y="10105"/>
                </a:lnTo>
                <a:lnTo>
                  <a:pt x="907" y="7658"/>
                </a:lnTo>
                <a:lnTo>
                  <a:pt x="590" y="5172"/>
                </a:lnTo>
                <a:lnTo>
                  <a:pt x="295" y="2626"/>
                </a:lnTo>
                <a:lnTo>
                  <a:pt x="0" y="0"/>
                </a:lnTo>
                <a:close/>
              </a:path>
            </a:pathLst>
          </a:custGeom>
          <a:solidFill>
            <a:srgbClr val="C2D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2" name="contour_15730"/>
          <p:cNvSpPr/>
          <p:nvPr/>
        </p:nvSpPr>
        <p:spPr>
          <a:xfrm>
            <a:off x="4805873" y="4073987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11" y="0"/>
                </a:lnTo>
                <a:lnTo>
                  <a:pt x="6826" y="0"/>
                </a:lnTo>
                <a:lnTo>
                  <a:pt x="10257" y="0"/>
                </a:lnTo>
                <a:lnTo>
                  <a:pt x="13704" y="0"/>
                </a:lnTo>
                <a:lnTo>
                  <a:pt x="17171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B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3" name="contour_15731"/>
          <p:cNvSpPr/>
          <p:nvPr/>
        </p:nvSpPr>
        <p:spPr>
          <a:xfrm>
            <a:off x="4995361" y="4059411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498" y="842"/>
                </a:lnTo>
                <a:lnTo>
                  <a:pt x="10220" y="3377"/>
                </a:lnTo>
                <a:lnTo>
                  <a:pt x="11735" y="5674"/>
                </a:lnTo>
                <a:lnTo>
                  <a:pt x="13346" y="7330"/>
                </a:lnTo>
                <a:lnTo>
                  <a:pt x="15095" y="8507"/>
                </a:lnTo>
                <a:lnTo>
                  <a:pt x="17024" y="9367"/>
                </a:lnTo>
                <a:lnTo>
                  <a:pt x="19178" y="10076"/>
                </a:lnTo>
                <a:lnTo>
                  <a:pt x="21600" y="10800"/>
                </a:lnTo>
                <a:lnTo>
                  <a:pt x="20751" y="10998"/>
                </a:lnTo>
                <a:lnTo>
                  <a:pt x="19249" y="11347"/>
                </a:lnTo>
                <a:lnTo>
                  <a:pt x="15814" y="12150"/>
                </a:lnTo>
                <a:lnTo>
                  <a:pt x="13481" y="12906"/>
                </a:lnTo>
                <a:lnTo>
                  <a:pt x="11417" y="13777"/>
                </a:lnTo>
                <a:lnTo>
                  <a:pt x="9566" y="14818"/>
                </a:lnTo>
                <a:lnTo>
                  <a:pt x="7865" y="16070"/>
                </a:lnTo>
                <a:lnTo>
                  <a:pt x="6261" y="17586"/>
                </a:lnTo>
                <a:lnTo>
                  <a:pt x="4687" y="19415"/>
                </a:lnTo>
                <a:lnTo>
                  <a:pt x="3086" y="21600"/>
                </a:lnTo>
                <a:lnTo>
                  <a:pt x="1827" y="17572"/>
                </a:lnTo>
                <a:lnTo>
                  <a:pt x="978" y="14728"/>
                </a:lnTo>
                <a:lnTo>
                  <a:pt x="457" y="12668"/>
                </a:lnTo>
                <a:lnTo>
                  <a:pt x="179" y="10991"/>
                </a:lnTo>
                <a:lnTo>
                  <a:pt x="56" y="9302"/>
                </a:lnTo>
                <a:lnTo>
                  <a:pt x="0" y="7200"/>
                </a:lnTo>
                <a:lnTo>
                  <a:pt x="1892" y="5292"/>
                </a:lnTo>
                <a:lnTo>
                  <a:pt x="3302" y="3935"/>
                </a:lnTo>
                <a:lnTo>
                  <a:pt x="4484" y="2923"/>
                </a:lnTo>
                <a:lnTo>
                  <a:pt x="5702" y="2066"/>
                </a:lnTo>
                <a:lnTo>
                  <a:pt x="7205" y="1159"/>
                </a:lnTo>
                <a:lnTo>
                  <a:pt x="9257" y="0"/>
                </a:lnTo>
                <a:close/>
              </a:path>
            </a:pathLst>
          </a:custGeom>
          <a:solidFill>
            <a:srgbClr val="ECF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4" name="contour_15732"/>
          <p:cNvSpPr/>
          <p:nvPr/>
        </p:nvSpPr>
        <p:spPr>
          <a:xfrm>
            <a:off x="1096285" y="4008862"/>
            <a:ext cx="43728" cy="280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4898"/>
                </a:moveTo>
                <a:lnTo>
                  <a:pt x="20239" y="7852"/>
                </a:lnTo>
                <a:lnTo>
                  <a:pt x="21600" y="10850"/>
                </a:lnTo>
                <a:lnTo>
                  <a:pt x="19922" y="12364"/>
                </a:lnTo>
                <a:lnTo>
                  <a:pt x="18238" y="13860"/>
                </a:lnTo>
                <a:lnTo>
                  <a:pt x="16546" y="15340"/>
                </a:lnTo>
                <a:lnTo>
                  <a:pt x="14850" y="16802"/>
                </a:lnTo>
                <a:lnTo>
                  <a:pt x="13907" y="17643"/>
                </a:lnTo>
                <a:lnTo>
                  <a:pt x="11052" y="20154"/>
                </a:lnTo>
                <a:lnTo>
                  <a:pt x="8762" y="21230"/>
                </a:lnTo>
                <a:lnTo>
                  <a:pt x="7171" y="21600"/>
                </a:lnTo>
                <a:lnTo>
                  <a:pt x="5540" y="21281"/>
                </a:lnTo>
                <a:lnTo>
                  <a:pt x="3121" y="20283"/>
                </a:lnTo>
                <a:lnTo>
                  <a:pt x="1573" y="18389"/>
                </a:lnTo>
                <a:lnTo>
                  <a:pt x="0" y="16455"/>
                </a:lnTo>
                <a:lnTo>
                  <a:pt x="0" y="12750"/>
                </a:lnTo>
                <a:lnTo>
                  <a:pt x="0" y="9023"/>
                </a:lnTo>
                <a:lnTo>
                  <a:pt x="0" y="5246"/>
                </a:lnTo>
                <a:lnTo>
                  <a:pt x="2473" y="3133"/>
                </a:lnTo>
                <a:lnTo>
                  <a:pt x="4892" y="1530"/>
                </a:lnTo>
                <a:lnTo>
                  <a:pt x="7272" y="465"/>
                </a:lnTo>
                <a:lnTo>
                  <a:pt x="9619" y="0"/>
                </a:lnTo>
                <a:lnTo>
                  <a:pt x="11945" y="163"/>
                </a:lnTo>
                <a:lnTo>
                  <a:pt x="14260" y="1003"/>
                </a:lnTo>
                <a:lnTo>
                  <a:pt x="16574" y="2567"/>
                </a:lnTo>
                <a:lnTo>
                  <a:pt x="18900" y="4898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5" name="contour_15733"/>
          <p:cNvSpPr/>
          <p:nvPr/>
        </p:nvSpPr>
        <p:spPr>
          <a:xfrm>
            <a:off x="1030694" y="401568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335"/>
                </a:lnTo>
                <a:lnTo>
                  <a:pt x="6823" y="621"/>
                </a:lnTo>
                <a:lnTo>
                  <a:pt x="8260" y="983"/>
                </a:lnTo>
                <a:lnTo>
                  <a:pt x="10013" y="1523"/>
                </a:lnTo>
                <a:lnTo>
                  <a:pt x="12534" y="2365"/>
                </a:lnTo>
                <a:lnTo>
                  <a:pt x="14228" y="2911"/>
                </a:lnTo>
                <a:lnTo>
                  <a:pt x="15932" y="3467"/>
                </a:lnTo>
                <a:lnTo>
                  <a:pt x="17660" y="4028"/>
                </a:lnTo>
                <a:lnTo>
                  <a:pt x="19616" y="4709"/>
                </a:lnTo>
                <a:lnTo>
                  <a:pt x="21600" y="5400"/>
                </a:lnTo>
                <a:lnTo>
                  <a:pt x="19853" y="7690"/>
                </a:lnTo>
                <a:lnTo>
                  <a:pt x="18107" y="9985"/>
                </a:lnTo>
                <a:lnTo>
                  <a:pt x="16354" y="12285"/>
                </a:lnTo>
                <a:lnTo>
                  <a:pt x="14595" y="14596"/>
                </a:lnTo>
                <a:lnTo>
                  <a:pt x="12827" y="16913"/>
                </a:lnTo>
                <a:lnTo>
                  <a:pt x="11050" y="19251"/>
                </a:lnTo>
                <a:lnTo>
                  <a:pt x="9257" y="21600"/>
                </a:lnTo>
                <a:lnTo>
                  <a:pt x="8492" y="18927"/>
                </a:lnTo>
                <a:lnTo>
                  <a:pt x="7727" y="16243"/>
                </a:lnTo>
                <a:lnTo>
                  <a:pt x="6952" y="13538"/>
                </a:lnTo>
                <a:lnTo>
                  <a:pt x="6171" y="10800"/>
                </a:lnTo>
                <a:lnTo>
                  <a:pt x="4231" y="8818"/>
                </a:lnTo>
                <a:lnTo>
                  <a:pt x="2941" y="7592"/>
                </a:lnTo>
                <a:lnTo>
                  <a:pt x="1725" y="6626"/>
                </a:lnTo>
                <a:lnTo>
                  <a:pt x="0" y="5400"/>
                </a:lnTo>
                <a:lnTo>
                  <a:pt x="1531" y="2722"/>
                </a:lnTo>
                <a:lnTo>
                  <a:pt x="3086" y="0"/>
                </a:lnTo>
                <a:close/>
              </a:path>
            </a:pathLst>
          </a:custGeom>
          <a:solidFill>
            <a:srgbClr val="B2C8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6" name="contour_15734"/>
          <p:cNvSpPr/>
          <p:nvPr/>
        </p:nvSpPr>
        <p:spPr>
          <a:xfrm>
            <a:off x="4120802" y="3992843"/>
            <a:ext cx="43728" cy="301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700"/>
                </a:moveTo>
                <a:lnTo>
                  <a:pt x="19217" y="4588"/>
                </a:lnTo>
                <a:lnTo>
                  <a:pt x="20012" y="7346"/>
                </a:lnTo>
                <a:lnTo>
                  <a:pt x="20560" y="9729"/>
                </a:lnTo>
                <a:lnTo>
                  <a:pt x="21031" y="12488"/>
                </a:lnTo>
                <a:lnTo>
                  <a:pt x="21600" y="16375"/>
                </a:lnTo>
                <a:lnTo>
                  <a:pt x="19224" y="17237"/>
                </a:lnTo>
                <a:lnTo>
                  <a:pt x="16844" y="18099"/>
                </a:lnTo>
                <a:lnTo>
                  <a:pt x="14454" y="18967"/>
                </a:lnTo>
                <a:lnTo>
                  <a:pt x="12053" y="19839"/>
                </a:lnTo>
                <a:lnTo>
                  <a:pt x="9637" y="20717"/>
                </a:lnTo>
                <a:lnTo>
                  <a:pt x="7200" y="21600"/>
                </a:lnTo>
                <a:lnTo>
                  <a:pt x="7200" y="18146"/>
                </a:lnTo>
                <a:lnTo>
                  <a:pt x="7200" y="14672"/>
                </a:lnTo>
                <a:lnTo>
                  <a:pt x="7200" y="11150"/>
                </a:lnTo>
                <a:lnTo>
                  <a:pt x="5062" y="9233"/>
                </a:lnTo>
                <a:lnTo>
                  <a:pt x="3600" y="8046"/>
                </a:lnTo>
                <a:lnTo>
                  <a:pt x="2138" y="7111"/>
                </a:lnTo>
                <a:lnTo>
                  <a:pt x="0" y="5925"/>
                </a:lnTo>
                <a:lnTo>
                  <a:pt x="2228" y="4070"/>
                </a:lnTo>
                <a:lnTo>
                  <a:pt x="4381" y="2565"/>
                </a:lnTo>
                <a:lnTo>
                  <a:pt x="6498" y="1416"/>
                </a:lnTo>
                <a:lnTo>
                  <a:pt x="8622" y="606"/>
                </a:lnTo>
                <a:lnTo>
                  <a:pt x="10796" y="136"/>
                </a:lnTo>
                <a:lnTo>
                  <a:pt x="13054" y="0"/>
                </a:lnTo>
                <a:lnTo>
                  <a:pt x="15444" y="188"/>
                </a:lnTo>
                <a:lnTo>
                  <a:pt x="18000" y="700"/>
                </a:lnTo>
                <a:close/>
              </a:path>
            </a:pathLst>
          </a:custGeom>
          <a:solidFill>
            <a:srgbClr val="C6DB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7" name="contour_15735"/>
          <p:cNvSpPr/>
          <p:nvPr/>
        </p:nvSpPr>
        <p:spPr>
          <a:xfrm>
            <a:off x="7932421" y="394280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795" y="20839"/>
                </a:lnTo>
                <a:lnTo>
                  <a:pt x="17993" y="20061"/>
                </a:lnTo>
                <a:lnTo>
                  <a:pt x="16194" y="19278"/>
                </a:lnTo>
                <a:lnTo>
                  <a:pt x="14395" y="18484"/>
                </a:lnTo>
                <a:lnTo>
                  <a:pt x="12599" y="17685"/>
                </a:lnTo>
                <a:lnTo>
                  <a:pt x="10800" y="16875"/>
                </a:lnTo>
                <a:lnTo>
                  <a:pt x="9251" y="16238"/>
                </a:lnTo>
                <a:lnTo>
                  <a:pt x="7677" y="15590"/>
                </a:lnTo>
                <a:lnTo>
                  <a:pt x="5897" y="14742"/>
                </a:lnTo>
                <a:lnTo>
                  <a:pt x="4502" y="13964"/>
                </a:lnTo>
                <a:lnTo>
                  <a:pt x="2777" y="12798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8" name="contour_15736"/>
          <p:cNvSpPr/>
          <p:nvPr/>
        </p:nvSpPr>
        <p:spPr>
          <a:xfrm>
            <a:off x="10767450" y="3738740"/>
            <a:ext cx="5134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30" y="0"/>
                </a:moveTo>
                <a:lnTo>
                  <a:pt x="17151" y="2108"/>
                </a:lnTo>
                <a:lnTo>
                  <a:pt x="18396" y="3711"/>
                </a:lnTo>
                <a:lnTo>
                  <a:pt x="19641" y="5620"/>
                </a:lnTo>
                <a:lnTo>
                  <a:pt x="21462" y="8640"/>
                </a:lnTo>
                <a:lnTo>
                  <a:pt x="21554" y="12010"/>
                </a:lnTo>
                <a:lnTo>
                  <a:pt x="21600" y="14364"/>
                </a:lnTo>
                <a:lnTo>
                  <a:pt x="21600" y="16334"/>
                </a:lnTo>
                <a:lnTo>
                  <a:pt x="21554" y="18541"/>
                </a:lnTo>
                <a:lnTo>
                  <a:pt x="21462" y="21600"/>
                </a:lnTo>
                <a:lnTo>
                  <a:pt x="19671" y="20935"/>
                </a:lnTo>
                <a:lnTo>
                  <a:pt x="17884" y="20265"/>
                </a:lnTo>
                <a:lnTo>
                  <a:pt x="16093" y="19591"/>
                </a:lnTo>
                <a:lnTo>
                  <a:pt x="14306" y="18913"/>
                </a:lnTo>
                <a:lnTo>
                  <a:pt x="12518" y="18235"/>
                </a:lnTo>
                <a:lnTo>
                  <a:pt x="10731" y="17548"/>
                </a:lnTo>
                <a:lnTo>
                  <a:pt x="9192" y="16982"/>
                </a:lnTo>
                <a:lnTo>
                  <a:pt x="7628" y="16412"/>
                </a:lnTo>
                <a:lnTo>
                  <a:pt x="5703" y="15625"/>
                </a:lnTo>
                <a:lnTo>
                  <a:pt x="3793" y="14774"/>
                </a:lnTo>
                <a:lnTo>
                  <a:pt x="1892" y="13880"/>
                </a:lnTo>
                <a:lnTo>
                  <a:pt x="0" y="12960"/>
                </a:lnTo>
                <a:lnTo>
                  <a:pt x="0" y="10817"/>
                </a:lnTo>
                <a:lnTo>
                  <a:pt x="0" y="8640"/>
                </a:lnTo>
                <a:lnTo>
                  <a:pt x="2168" y="8640"/>
                </a:lnTo>
                <a:lnTo>
                  <a:pt x="4338" y="8640"/>
                </a:lnTo>
                <a:lnTo>
                  <a:pt x="6515" y="8640"/>
                </a:lnTo>
                <a:lnTo>
                  <a:pt x="8701" y="8640"/>
                </a:lnTo>
                <a:lnTo>
                  <a:pt x="10897" y="8640"/>
                </a:lnTo>
                <a:lnTo>
                  <a:pt x="13104" y="8640"/>
                </a:lnTo>
                <a:lnTo>
                  <a:pt x="15330" y="8640"/>
                </a:lnTo>
                <a:lnTo>
                  <a:pt x="15330" y="5784"/>
                </a:lnTo>
                <a:lnTo>
                  <a:pt x="15330" y="2912"/>
                </a:lnTo>
                <a:lnTo>
                  <a:pt x="15330" y="0"/>
                </a:lnTo>
                <a:close/>
              </a:path>
            </a:pathLst>
          </a:custGeom>
          <a:solidFill>
            <a:srgbClr val="EE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39" name="contour_15737"/>
          <p:cNvSpPr/>
          <p:nvPr/>
        </p:nvSpPr>
        <p:spPr>
          <a:xfrm>
            <a:off x="10475930" y="3709588"/>
            <a:ext cx="51016" cy="296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3604" y="2615"/>
                </a:lnTo>
                <a:lnTo>
                  <a:pt x="4135" y="5272"/>
                </a:lnTo>
                <a:lnTo>
                  <a:pt x="4641" y="6606"/>
                </a:lnTo>
                <a:lnTo>
                  <a:pt x="6171" y="10630"/>
                </a:lnTo>
                <a:lnTo>
                  <a:pt x="8362" y="11225"/>
                </a:lnTo>
                <a:lnTo>
                  <a:pt x="9917" y="11491"/>
                </a:lnTo>
                <a:lnTo>
                  <a:pt x="11575" y="11491"/>
                </a:lnTo>
                <a:lnTo>
                  <a:pt x="14077" y="11294"/>
                </a:lnTo>
                <a:lnTo>
                  <a:pt x="16191" y="11151"/>
                </a:lnTo>
                <a:lnTo>
                  <a:pt x="18332" y="11002"/>
                </a:lnTo>
                <a:lnTo>
                  <a:pt x="19955" y="10816"/>
                </a:lnTo>
                <a:lnTo>
                  <a:pt x="21600" y="10630"/>
                </a:lnTo>
                <a:lnTo>
                  <a:pt x="19607" y="13256"/>
                </a:lnTo>
                <a:lnTo>
                  <a:pt x="17734" y="15461"/>
                </a:lnTo>
                <a:lnTo>
                  <a:pt x="15947" y="17274"/>
                </a:lnTo>
                <a:lnTo>
                  <a:pt x="14200" y="18725"/>
                </a:lnTo>
                <a:lnTo>
                  <a:pt x="12460" y="19846"/>
                </a:lnTo>
                <a:lnTo>
                  <a:pt x="10689" y="20665"/>
                </a:lnTo>
                <a:lnTo>
                  <a:pt x="8847" y="21207"/>
                </a:lnTo>
                <a:lnTo>
                  <a:pt x="6893" y="21510"/>
                </a:lnTo>
                <a:lnTo>
                  <a:pt x="4795" y="21600"/>
                </a:lnTo>
                <a:lnTo>
                  <a:pt x="2509" y="21504"/>
                </a:lnTo>
                <a:lnTo>
                  <a:pt x="0" y="21260"/>
                </a:lnTo>
                <a:lnTo>
                  <a:pt x="509" y="17752"/>
                </a:lnTo>
                <a:lnTo>
                  <a:pt x="1018" y="14239"/>
                </a:lnTo>
                <a:lnTo>
                  <a:pt x="1531" y="10710"/>
                </a:lnTo>
                <a:lnTo>
                  <a:pt x="2046" y="7165"/>
                </a:lnTo>
                <a:lnTo>
                  <a:pt x="2564" y="3598"/>
                </a:lnTo>
                <a:lnTo>
                  <a:pt x="3086" y="0"/>
                </a:lnTo>
                <a:close/>
              </a:path>
            </a:pathLst>
          </a:custGeom>
          <a:solidFill>
            <a:srgbClr val="E7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0" name="contour_15738"/>
          <p:cNvSpPr/>
          <p:nvPr/>
        </p:nvSpPr>
        <p:spPr>
          <a:xfrm>
            <a:off x="1677925" y="3585692"/>
            <a:ext cx="2958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1" y="0"/>
                </a:moveTo>
                <a:lnTo>
                  <a:pt x="3245" y="1237"/>
                </a:lnTo>
                <a:lnTo>
                  <a:pt x="5453" y="2479"/>
                </a:lnTo>
                <a:lnTo>
                  <a:pt x="7645" y="3729"/>
                </a:lnTo>
                <a:lnTo>
                  <a:pt x="9821" y="4982"/>
                </a:lnTo>
                <a:lnTo>
                  <a:pt x="11992" y="6242"/>
                </a:lnTo>
                <a:lnTo>
                  <a:pt x="14029" y="7403"/>
                </a:lnTo>
                <a:lnTo>
                  <a:pt x="16088" y="8573"/>
                </a:lnTo>
                <a:lnTo>
                  <a:pt x="18168" y="9755"/>
                </a:lnTo>
                <a:lnTo>
                  <a:pt x="20169" y="11618"/>
                </a:lnTo>
                <a:lnTo>
                  <a:pt x="21281" y="12979"/>
                </a:lnTo>
                <a:lnTo>
                  <a:pt x="21600" y="14234"/>
                </a:lnTo>
                <a:lnTo>
                  <a:pt x="21238" y="15776"/>
                </a:lnTo>
                <a:lnTo>
                  <a:pt x="20286" y="18004"/>
                </a:lnTo>
                <a:lnTo>
                  <a:pt x="19195" y="19192"/>
                </a:lnTo>
                <a:lnTo>
                  <a:pt x="18094" y="20388"/>
                </a:lnTo>
                <a:lnTo>
                  <a:pt x="16982" y="21600"/>
                </a:lnTo>
                <a:lnTo>
                  <a:pt x="12343" y="18959"/>
                </a:lnTo>
                <a:lnTo>
                  <a:pt x="8635" y="16799"/>
                </a:lnTo>
                <a:lnTo>
                  <a:pt x="5746" y="15023"/>
                </a:lnTo>
                <a:lnTo>
                  <a:pt x="3575" y="13524"/>
                </a:lnTo>
                <a:lnTo>
                  <a:pt x="2032" y="12201"/>
                </a:lnTo>
                <a:lnTo>
                  <a:pt x="1000" y="10959"/>
                </a:lnTo>
                <a:lnTo>
                  <a:pt x="383" y="9690"/>
                </a:lnTo>
                <a:lnTo>
                  <a:pt x="85" y="8294"/>
                </a:lnTo>
                <a:lnTo>
                  <a:pt x="0" y="6674"/>
                </a:lnTo>
                <a:lnTo>
                  <a:pt x="21" y="4725"/>
                </a:lnTo>
                <a:lnTo>
                  <a:pt x="351" y="3164"/>
                </a:lnTo>
                <a:lnTo>
                  <a:pt x="686" y="1593"/>
                </a:lnTo>
                <a:lnTo>
                  <a:pt x="1021" y="0"/>
                </a:lnTo>
                <a:close/>
              </a:path>
            </a:pathLst>
          </a:custGeom>
          <a:solidFill>
            <a:srgbClr val="C7DE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1" name="contour_15739"/>
          <p:cNvSpPr/>
          <p:nvPr/>
        </p:nvSpPr>
        <p:spPr>
          <a:xfrm>
            <a:off x="10147971" y="3587448"/>
            <a:ext cx="43728" cy="27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61"/>
                </a:moveTo>
                <a:lnTo>
                  <a:pt x="19220" y="4361"/>
                </a:lnTo>
                <a:lnTo>
                  <a:pt x="16826" y="4361"/>
                </a:lnTo>
                <a:lnTo>
                  <a:pt x="14400" y="4361"/>
                </a:lnTo>
                <a:lnTo>
                  <a:pt x="14400" y="8160"/>
                </a:lnTo>
                <a:lnTo>
                  <a:pt x="14400" y="11981"/>
                </a:lnTo>
                <a:lnTo>
                  <a:pt x="14400" y="15854"/>
                </a:lnTo>
                <a:lnTo>
                  <a:pt x="16538" y="17963"/>
                </a:lnTo>
                <a:lnTo>
                  <a:pt x="18000" y="19267"/>
                </a:lnTo>
                <a:lnTo>
                  <a:pt x="19462" y="20296"/>
                </a:lnTo>
                <a:lnTo>
                  <a:pt x="21600" y="21600"/>
                </a:lnTo>
                <a:lnTo>
                  <a:pt x="19404" y="21094"/>
                </a:lnTo>
                <a:lnTo>
                  <a:pt x="17208" y="20566"/>
                </a:lnTo>
                <a:lnTo>
                  <a:pt x="15016" y="20014"/>
                </a:lnTo>
                <a:lnTo>
                  <a:pt x="12823" y="19445"/>
                </a:lnTo>
                <a:lnTo>
                  <a:pt x="10375" y="18842"/>
                </a:lnTo>
                <a:lnTo>
                  <a:pt x="7888" y="18233"/>
                </a:lnTo>
                <a:lnTo>
                  <a:pt x="5371" y="16762"/>
                </a:lnTo>
                <a:lnTo>
                  <a:pt x="3838" y="15406"/>
                </a:lnTo>
                <a:lnTo>
                  <a:pt x="2664" y="13371"/>
                </a:lnTo>
                <a:lnTo>
                  <a:pt x="1224" y="9883"/>
                </a:lnTo>
                <a:lnTo>
                  <a:pt x="616" y="7143"/>
                </a:lnTo>
                <a:lnTo>
                  <a:pt x="0" y="4361"/>
                </a:lnTo>
                <a:lnTo>
                  <a:pt x="2722" y="2620"/>
                </a:lnTo>
                <a:lnTo>
                  <a:pt x="5202" y="1310"/>
                </a:lnTo>
                <a:lnTo>
                  <a:pt x="7510" y="437"/>
                </a:lnTo>
                <a:lnTo>
                  <a:pt x="9716" y="0"/>
                </a:lnTo>
                <a:lnTo>
                  <a:pt x="11884" y="0"/>
                </a:lnTo>
                <a:lnTo>
                  <a:pt x="14090" y="437"/>
                </a:lnTo>
                <a:lnTo>
                  <a:pt x="16398" y="1310"/>
                </a:lnTo>
                <a:lnTo>
                  <a:pt x="18878" y="2620"/>
                </a:lnTo>
                <a:lnTo>
                  <a:pt x="21600" y="4361"/>
                </a:lnTo>
                <a:close/>
              </a:path>
            </a:pathLst>
          </a:custGeom>
          <a:solidFill>
            <a:srgbClr val="7D9E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2" name="contour_15740"/>
          <p:cNvSpPr/>
          <p:nvPr/>
        </p:nvSpPr>
        <p:spPr>
          <a:xfrm>
            <a:off x="10104243" y="3585692"/>
            <a:ext cx="51016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02" y="1010"/>
                </a:lnTo>
                <a:lnTo>
                  <a:pt x="3601" y="2027"/>
                </a:lnTo>
                <a:lnTo>
                  <a:pt x="5403" y="3050"/>
                </a:lnTo>
                <a:lnTo>
                  <a:pt x="7202" y="4080"/>
                </a:lnTo>
                <a:lnTo>
                  <a:pt x="9001" y="5110"/>
                </a:lnTo>
                <a:lnTo>
                  <a:pt x="10800" y="6153"/>
                </a:lnTo>
                <a:lnTo>
                  <a:pt x="12349" y="7012"/>
                </a:lnTo>
                <a:lnTo>
                  <a:pt x="13923" y="7878"/>
                </a:lnTo>
                <a:lnTo>
                  <a:pt x="15861" y="9072"/>
                </a:lnTo>
                <a:lnTo>
                  <a:pt x="17783" y="10364"/>
                </a:lnTo>
                <a:lnTo>
                  <a:pt x="19696" y="11722"/>
                </a:lnTo>
                <a:lnTo>
                  <a:pt x="21600" y="13119"/>
                </a:lnTo>
                <a:lnTo>
                  <a:pt x="21600" y="16372"/>
                </a:lnTo>
                <a:lnTo>
                  <a:pt x="21600" y="19678"/>
                </a:lnTo>
                <a:lnTo>
                  <a:pt x="19789" y="19980"/>
                </a:lnTo>
                <a:lnTo>
                  <a:pt x="17977" y="20249"/>
                </a:lnTo>
                <a:lnTo>
                  <a:pt x="16163" y="20491"/>
                </a:lnTo>
                <a:lnTo>
                  <a:pt x="14349" y="20708"/>
                </a:lnTo>
                <a:lnTo>
                  <a:pt x="12534" y="20911"/>
                </a:lnTo>
                <a:lnTo>
                  <a:pt x="11784" y="21010"/>
                </a:lnTo>
                <a:lnTo>
                  <a:pt x="10464" y="21187"/>
                </a:lnTo>
                <a:lnTo>
                  <a:pt x="7437" y="21600"/>
                </a:lnTo>
                <a:lnTo>
                  <a:pt x="5999" y="20964"/>
                </a:lnTo>
                <a:lnTo>
                  <a:pt x="4551" y="20327"/>
                </a:lnTo>
                <a:lnTo>
                  <a:pt x="3086" y="19678"/>
                </a:lnTo>
                <a:lnTo>
                  <a:pt x="2037" y="14759"/>
                </a:lnTo>
                <a:lnTo>
                  <a:pt x="1352" y="11276"/>
                </a:lnTo>
                <a:lnTo>
                  <a:pt x="883" y="8284"/>
                </a:lnTo>
                <a:lnTo>
                  <a:pt x="481" y="4841"/>
                </a:lnTo>
                <a:lnTo>
                  <a:pt x="0" y="0"/>
                </a:lnTo>
                <a:close/>
              </a:path>
            </a:pathLst>
          </a:custGeom>
          <a:solidFill>
            <a:srgbClr val="85A3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3" name="contour_15741"/>
          <p:cNvSpPr/>
          <p:nvPr/>
        </p:nvSpPr>
        <p:spPr>
          <a:xfrm>
            <a:off x="1489837" y="3563828"/>
            <a:ext cx="2203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21" y="0"/>
                </a:lnTo>
                <a:lnTo>
                  <a:pt x="9471" y="0"/>
                </a:lnTo>
                <a:lnTo>
                  <a:pt x="14286" y="0"/>
                </a:lnTo>
                <a:lnTo>
                  <a:pt x="17500" y="3126"/>
                </a:lnTo>
                <a:lnTo>
                  <a:pt x="19643" y="5366"/>
                </a:lnTo>
                <a:lnTo>
                  <a:pt x="20907" y="7063"/>
                </a:lnTo>
                <a:lnTo>
                  <a:pt x="21493" y="8566"/>
                </a:lnTo>
                <a:lnTo>
                  <a:pt x="21600" y="10211"/>
                </a:lnTo>
                <a:lnTo>
                  <a:pt x="21429" y="12343"/>
                </a:lnTo>
                <a:lnTo>
                  <a:pt x="18343" y="14216"/>
                </a:lnTo>
                <a:lnTo>
                  <a:pt x="15136" y="15854"/>
                </a:lnTo>
                <a:lnTo>
                  <a:pt x="11750" y="17336"/>
                </a:lnTo>
                <a:lnTo>
                  <a:pt x="8143" y="18733"/>
                </a:lnTo>
                <a:lnTo>
                  <a:pt x="4243" y="20131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9C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4" name="contour_15742"/>
          <p:cNvSpPr/>
          <p:nvPr/>
        </p:nvSpPr>
        <p:spPr>
          <a:xfrm>
            <a:off x="7728358" y="356382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0DB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5" name="contour_15743"/>
          <p:cNvSpPr/>
          <p:nvPr/>
        </p:nvSpPr>
        <p:spPr>
          <a:xfrm>
            <a:off x="7721070" y="3527388"/>
            <a:ext cx="36440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47" y="1807"/>
                </a:lnTo>
                <a:lnTo>
                  <a:pt x="8657" y="3287"/>
                </a:lnTo>
                <a:lnTo>
                  <a:pt x="11599" y="4563"/>
                </a:lnTo>
                <a:lnTo>
                  <a:pt x="13846" y="5755"/>
                </a:lnTo>
                <a:lnTo>
                  <a:pt x="15565" y="6987"/>
                </a:lnTo>
                <a:lnTo>
                  <a:pt x="16921" y="8373"/>
                </a:lnTo>
                <a:lnTo>
                  <a:pt x="18088" y="10038"/>
                </a:lnTo>
                <a:lnTo>
                  <a:pt x="19228" y="12105"/>
                </a:lnTo>
                <a:lnTo>
                  <a:pt x="20520" y="14690"/>
                </a:lnTo>
                <a:lnTo>
                  <a:pt x="21056" y="17458"/>
                </a:lnTo>
                <a:lnTo>
                  <a:pt x="21600" y="20263"/>
                </a:lnTo>
                <a:lnTo>
                  <a:pt x="16606" y="21004"/>
                </a:lnTo>
                <a:lnTo>
                  <a:pt x="13094" y="21450"/>
                </a:lnTo>
                <a:lnTo>
                  <a:pt x="10593" y="21600"/>
                </a:lnTo>
                <a:lnTo>
                  <a:pt x="8614" y="21450"/>
                </a:lnTo>
                <a:lnTo>
                  <a:pt x="6683" y="21004"/>
                </a:lnTo>
                <a:lnTo>
                  <a:pt x="4320" y="20263"/>
                </a:lnTo>
                <a:lnTo>
                  <a:pt x="3275" y="17799"/>
                </a:lnTo>
                <a:lnTo>
                  <a:pt x="2424" y="15327"/>
                </a:lnTo>
                <a:lnTo>
                  <a:pt x="1745" y="12842"/>
                </a:lnTo>
                <a:lnTo>
                  <a:pt x="1210" y="10338"/>
                </a:lnTo>
                <a:lnTo>
                  <a:pt x="795" y="7805"/>
                </a:lnTo>
                <a:lnTo>
                  <a:pt x="471" y="5244"/>
                </a:lnTo>
                <a:lnTo>
                  <a:pt x="216" y="2646"/>
                </a:lnTo>
                <a:lnTo>
                  <a:pt x="0" y="0"/>
                </a:lnTo>
                <a:close/>
              </a:path>
            </a:pathLst>
          </a:custGeom>
          <a:solidFill>
            <a:srgbClr val="CCE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6" name="contour_15744"/>
          <p:cNvSpPr/>
          <p:nvPr/>
        </p:nvSpPr>
        <p:spPr>
          <a:xfrm>
            <a:off x="8610205" y="3528284"/>
            <a:ext cx="65592" cy="218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306"/>
                </a:moveTo>
                <a:lnTo>
                  <a:pt x="20066" y="10067"/>
                </a:lnTo>
                <a:lnTo>
                  <a:pt x="18538" y="13180"/>
                </a:lnTo>
                <a:lnTo>
                  <a:pt x="17006" y="15711"/>
                </a:lnTo>
                <a:lnTo>
                  <a:pt x="15468" y="17703"/>
                </a:lnTo>
                <a:lnTo>
                  <a:pt x="13913" y="19220"/>
                </a:lnTo>
                <a:lnTo>
                  <a:pt x="12334" y="20313"/>
                </a:lnTo>
                <a:lnTo>
                  <a:pt x="10723" y="21039"/>
                </a:lnTo>
                <a:lnTo>
                  <a:pt x="9074" y="21449"/>
                </a:lnTo>
                <a:lnTo>
                  <a:pt x="7380" y="21600"/>
                </a:lnTo>
                <a:lnTo>
                  <a:pt x="5633" y="21542"/>
                </a:lnTo>
                <a:lnTo>
                  <a:pt x="3826" y="21334"/>
                </a:lnTo>
                <a:lnTo>
                  <a:pt x="1949" y="21032"/>
                </a:lnTo>
                <a:lnTo>
                  <a:pt x="0" y="20687"/>
                </a:lnTo>
                <a:lnTo>
                  <a:pt x="1193" y="18256"/>
                </a:lnTo>
                <a:lnTo>
                  <a:pt x="2390" y="15848"/>
                </a:lnTo>
                <a:lnTo>
                  <a:pt x="3588" y="13446"/>
                </a:lnTo>
                <a:lnTo>
                  <a:pt x="4790" y="11059"/>
                </a:lnTo>
                <a:lnTo>
                  <a:pt x="5993" y="8679"/>
                </a:lnTo>
                <a:lnTo>
                  <a:pt x="7200" y="6306"/>
                </a:lnTo>
                <a:lnTo>
                  <a:pt x="7762" y="5076"/>
                </a:lnTo>
                <a:lnTo>
                  <a:pt x="9451" y="1359"/>
                </a:lnTo>
                <a:lnTo>
                  <a:pt x="11033" y="331"/>
                </a:lnTo>
                <a:lnTo>
                  <a:pt x="12569" y="0"/>
                </a:lnTo>
                <a:lnTo>
                  <a:pt x="14069" y="259"/>
                </a:lnTo>
                <a:lnTo>
                  <a:pt x="15552" y="992"/>
                </a:lnTo>
                <a:lnTo>
                  <a:pt x="17033" y="2078"/>
                </a:lnTo>
                <a:lnTo>
                  <a:pt x="18523" y="3401"/>
                </a:lnTo>
                <a:lnTo>
                  <a:pt x="20042" y="4846"/>
                </a:lnTo>
                <a:lnTo>
                  <a:pt x="21600" y="6306"/>
                </a:lnTo>
                <a:close/>
              </a:path>
            </a:pathLst>
          </a:custGeom>
          <a:solidFill>
            <a:srgbClr val="DBDD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7" name="contour_15745"/>
          <p:cNvSpPr/>
          <p:nvPr/>
        </p:nvSpPr>
        <p:spPr>
          <a:xfrm>
            <a:off x="4762145" y="351281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9109" y="3214"/>
                </a:lnTo>
                <a:lnTo>
                  <a:pt x="19850" y="5495"/>
                </a:lnTo>
                <a:lnTo>
                  <a:pt x="20398" y="7465"/>
                </a:lnTo>
                <a:lnTo>
                  <a:pt x="20923" y="9746"/>
                </a:lnTo>
                <a:lnTo>
                  <a:pt x="21600" y="12960"/>
                </a:lnTo>
                <a:lnTo>
                  <a:pt x="19220" y="12960"/>
                </a:lnTo>
                <a:lnTo>
                  <a:pt x="16826" y="12960"/>
                </a:lnTo>
                <a:lnTo>
                  <a:pt x="14400" y="12960"/>
                </a:lnTo>
                <a:lnTo>
                  <a:pt x="13079" y="15526"/>
                </a:lnTo>
                <a:lnTo>
                  <a:pt x="12262" y="17280"/>
                </a:lnTo>
                <a:lnTo>
                  <a:pt x="11617" y="19034"/>
                </a:lnTo>
                <a:lnTo>
                  <a:pt x="10800" y="21600"/>
                </a:lnTo>
                <a:lnTo>
                  <a:pt x="9018" y="20174"/>
                </a:lnTo>
                <a:lnTo>
                  <a:pt x="7232" y="18744"/>
                </a:lnTo>
                <a:lnTo>
                  <a:pt x="5440" y="17310"/>
                </a:lnTo>
                <a:lnTo>
                  <a:pt x="3640" y="15872"/>
                </a:lnTo>
                <a:lnTo>
                  <a:pt x="1829" y="14420"/>
                </a:lnTo>
                <a:lnTo>
                  <a:pt x="0" y="12960"/>
                </a:lnTo>
                <a:lnTo>
                  <a:pt x="2380" y="12960"/>
                </a:lnTo>
                <a:lnTo>
                  <a:pt x="4774" y="12960"/>
                </a:lnTo>
                <a:lnTo>
                  <a:pt x="7200" y="12960"/>
                </a:lnTo>
                <a:lnTo>
                  <a:pt x="7794" y="10817"/>
                </a:lnTo>
                <a:lnTo>
                  <a:pt x="8392" y="8666"/>
                </a:lnTo>
                <a:lnTo>
                  <a:pt x="9000" y="6480"/>
                </a:lnTo>
                <a:lnTo>
                  <a:pt x="9594" y="4337"/>
                </a:lnTo>
                <a:lnTo>
                  <a:pt x="10192" y="2186"/>
                </a:lnTo>
                <a:lnTo>
                  <a:pt x="10800" y="0"/>
                </a:lnTo>
                <a:close/>
              </a:path>
            </a:pathLst>
          </a:custGeom>
          <a:solidFill>
            <a:srgbClr val="E2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8" name="contour_15746"/>
          <p:cNvSpPr/>
          <p:nvPr/>
        </p:nvSpPr>
        <p:spPr>
          <a:xfrm>
            <a:off x="6613295" y="3505524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6" y="634"/>
                </a:lnTo>
                <a:lnTo>
                  <a:pt x="3669" y="1303"/>
                </a:lnTo>
                <a:lnTo>
                  <a:pt x="5499" y="1987"/>
                </a:lnTo>
                <a:lnTo>
                  <a:pt x="7329" y="2700"/>
                </a:lnTo>
                <a:lnTo>
                  <a:pt x="9374" y="3456"/>
                </a:lnTo>
                <a:lnTo>
                  <a:pt x="11451" y="4219"/>
                </a:lnTo>
                <a:lnTo>
                  <a:pt x="13154" y="5544"/>
                </a:lnTo>
                <a:lnTo>
                  <a:pt x="14478" y="6847"/>
                </a:lnTo>
                <a:lnTo>
                  <a:pt x="15703" y="8626"/>
                </a:lnTo>
                <a:lnTo>
                  <a:pt x="17110" y="11354"/>
                </a:lnTo>
                <a:lnTo>
                  <a:pt x="18980" y="15516"/>
                </a:lnTo>
                <a:lnTo>
                  <a:pt x="21600" y="21600"/>
                </a:lnTo>
                <a:lnTo>
                  <a:pt x="19462" y="20887"/>
                </a:lnTo>
                <a:lnTo>
                  <a:pt x="17320" y="20174"/>
                </a:lnTo>
                <a:lnTo>
                  <a:pt x="15179" y="19462"/>
                </a:lnTo>
                <a:lnTo>
                  <a:pt x="13034" y="18742"/>
                </a:lnTo>
                <a:lnTo>
                  <a:pt x="10880" y="18029"/>
                </a:lnTo>
                <a:lnTo>
                  <a:pt x="8723" y="17309"/>
                </a:lnTo>
                <a:lnTo>
                  <a:pt x="6557" y="16589"/>
                </a:lnTo>
                <a:lnTo>
                  <a:pt x="4382" y="15862"/>
                </a:lnTo>
                <a:lnTo>
                  <a:pt x="2197" y="1513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C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49" name="contour_15747"/>
          <p:cNvSpPr/>
          <p:nvPr/>
        </p:nvSpPr>
        <p:spPr>
          <a:xfrm>
            <a:off x="9732555" y="349823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918"/>
                </a:lnTo>
                <a:lnTo>
                  <a:pt x="4327" y="1852"/>
                </a:lnTo>
                <a:lnTo>
                  <a:pt x="6487" y="2797"/>
                </a:lnTo>
                <a:lnTo>
                  <a:pt x="8644" y="3758"/>
                </a:lnTo>
                <a:lnTo>
                  <a:pt x="10800" y="4725"/>
                </a:lnTo>
                <a:lnTo>
                  <a:pt x="12809" y="5600"/>
                </a:lnTo>
                <a:lnTo>
                  <a:pt x="14828" y="6485"/>
                </a:lnTo>
                <a:lnTo>
                  <a:pt x="16877" y="7382"/>
                </a:lnTo>
                <a:lnTo>
                  <a:pt x="18436" y="8510"/>
                </a:lnTo>
                <a:lnTo>
                  <a:pt x="20009" y="965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404" y="21227"/>
                </a:lnTo>
                <a:lnTo>
                  <a:pt x="17208" y="20817"/>
                </a:lnTo>
                <a:lnTo>
                  <a:pt x="15016" y="20380"/>
                </a:lnTo>
                <a:lnTo>
                  <a:pt x="12823" y="19915"/>
                </a:lnTo>
                <a:lnTo>
                  <a:pt x="10375" y="19440"/>
                </a:lnTo>
                <a:lnTo>
                  <a:pt x="7888" y="18965"/>
                </a:lnTo>
                <a:lnTo>
                  <a:pt x="5371" y="17237"/>
                </a:lnTo>
                <a:lnTo>
                  <a:pt x="3838" y="15503"/>
                </a:lnTo>
                <a:lnTo>
                  <a:pt x="2664" y="12728"/>
                </a:lnTo>
                <a:lnTo>
                  <a:pt x="1224" y="7868"/>
                </a:lnTo>
                <a:lnTo>
                  <a:pt x="821" y="5265"/>
                </a:lnTo>
                <a:lnTo>
                  <a:pt x="414" y="2651"/>
                </a:lnTo>
                <a:lnTo>
                  <a:pt x="0" y="0"/>
                </a:lnTo>
                <a:close/>
              </a:path>
            </a:pathLst>
          </a:custGeom>
          <a:solidFill>
            <a:srgbClr val="BCC4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0" name="contour_15748"/>
          <p:cNvSpPr/>
          <p:nvPr/>
        </p:nvSpPr>
        <p:spPr>
          <a:xfrm>
            <a:off x="7713782" y="3469084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489" y="583"/>
                </a:lnTo>
                <a:lnTo>
                  <a:pt x="10643" y="1102"/>
                </a:lnTo>
                <a:lnTo>
                  <a:pt x="12874" y="1839"/>
                </a:lnTo>
                <a:lnTo>
                  <a:pt x="16200" y="3086"/>
                </a:lnTo>
                <a:lnTo>
                  <a:pt x="17302" y="5249"/>
                </a:lnTo>
                <a:lnTo>
                  <a:pt x="18025" y="6823"/>
                </a:lnTo>
                <a:lnTo>
                  <a:pt x="18538" y="8260"/>
                </a:lnTo>
                <a:lnTo>
                  <a:pt x="19003" y="10013"/>
                </a:lnTo>
                <a:lnTo>
                  <a:pt x="19575" y="12534"/>
                </a:lnTo>
                <a:lnTo>
                  <a:pt x="19980" y="14228"/>
                </a:lnTo>
                <a:lnTo>
                  <a:pt x="20390" y="15932"/>
                </a:lnTo>
                <a:lnTo>
                  <a:pt x="20801" y="17660"/>
                </a:lnTo>
                <a:lnTo>
                  <a:pt x="21200" y="19616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8591" y="20017"/>
                </a:lnTo>
                <a:lnTo>
                  <a:pt x="6653" y="18372"/>
                </a:lnTo>
                <a:lnTo>
                  <a:pt x="4957" y="16669"/>
                </a:lnTo>
                <a:lnTo>
                  <a:pt x="3472" y="14904"/>
                </a:lnTo>
                <a:lnTo>
                  <a:pt x="2176" y="13080"/>
                </a:lnTo>
                <a:lnTo>
                  <a:pt x="1026" y="11198"/>
                </a:lnTo>
                <a:lnTo>
                  <a:pt x="0" y="9257"/>
                </a:lnTo>
                <a:lnTo>
                  <a:pt x="1015" y="6591"/>
                </a:lnTo>
                <a:lnTo>
                  <a:pt x="1804" y="4777"/>
                </a:lnTo>
                <a:lnTo>
                  <a:pt x="2624" y="3370"/>
                </a:lnTo>
                <a:lnTo>
                  <a:pt x="3737" y="1925"/>
                </a:lnTo>
                <a:lnTo>
                  <a:pt x="5400" y="0"/>
                </a:lnTo>
                <a:close/>
              </a:path>
            </a:pathLst>
          </a:custGeom>
          <a:solidFill>
            <a:srgbClr val="D1E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1" name="contour_15749"/>
          <p:cNvSpPr/>
          <p:nvPr/>
        </p:nvSpPr>
        <p:spPr>
          <a:xfrm>
            <a:off x="11649297" y="346179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2566"/>
                </a:lnTo>
                <a:lnTo>
                  <a:pt x="19429" y="5141"/>
                </a:lnTo>
                <a:lnTo>
                  <a:pt x="20146" y="7724"/>
                </a:lnTo>
                <a:lnTo>
                  <a:pt x="20869" y="10329"/>
                </a:lnTo>
                <a:lnTo>
                  <a:pt x="21600" y="12960"/>
                </a:lnTo>
                <a:lnTo>
                  <a:pt x="20095" y="16131"/>
                </a:lnTo>
                <a:lnTo>
                  <a:pt x="18842" y="18092"/>
                </a:lnTo>
                <a:lnTo>
                  <a:pt x="17168" y="19643"/>
                </a:lnTo>
                <a:lnTo>
                  <a:pt x="14400" y="21600"/>
                </a:lnTo>
                <a:lnTo>
                  <a:pt x="11876" y="21203"/>
                </a:lnTo>
                <a:lnTo>
                  <a:pt x="9472" y="20650"/>
                </a:lnTo>
                <a:lnTo>
                  <a:pt x="7132" y="19958"/>
                </a:lnTo>
                <a:lnTo>
                  <a:pt x="4806" y="19155"/>
                </a:lnTo>
                <a:lnTo>
                  <a:pt x="2444" y="18252"/>
                </a:lnTo>
                <a:lnTo>
                  <a:pt x="0" y="17280"/>
                </a:lnTo>
                <a:lnTo>
                  <a:pt x="1980" y="15379"/>
                </a:lnTo>
                <a:lnTo>
                  <a:pt x="3964" y="13478"/>
                </a:lnTo>
                <a:lnTo>
                  <a:pt x="5947" y="11573"/>
                </a:lnTo>
                <a:lnTo>
                  <a:pt x="7934" y="9660"/>
                </a:lnTo>
                <a:lnTo>
                  <a:pt x="9932" y="7746"/>
                </a:lnTo>
                <a:lnTo>
                  <a:pt x="11934" y="5823"/>
                </a:lnTo>
                <a:lnTo>
                  <a:pt x="13946" y="3892"/>
                </a:lnTo>
                <a:lnTo>
                  <a:pt x="15966" y="1953"/>
                </a:lnTo>
                <a:lnTo>
                  <a:pt x="18000" y="0"/>
                </a:lnTo>
                <a:close/>
              </a:path>
            </a:pathLst>
          </a:custGeom>
          <a:solidFill>
            <a:srgbClr val="ABB6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2" name="contour_15750"/>
          <p:cNvSpPr/>
          <p:nvPr/>
        </p:nvSpPr>
        <p:spPr>
          <a:xfrm>
            <a:off x="5447216" y="3432644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214" y="1651"/>
                </a:lnTo>
                <a:lnTo>
                  <a:pt x="17518" y="2913"/>
                </a:lnTo>
                <a:lnTo>
                  <a:pt x="18508" y="4048"/>
                </a:lnTo>
                <a:lnTo>
                  <a:pt x="19386" y="5314"/>
                </a:lnTo>
                <a:lnTo>
                  <a:pt x="20347" y="6964"/>
                </a:lnTo>
                <a:lnTo>
                  <a:pt x="21600" y="9257"/>
                </a:lnTo>
                <a:lnTo>
                  <a:pt x="20542" y="11402"/>
                </a:lnTo>
                <a:lnTo>
                  <a:pt x="19346" y="13389"/>
                </a:lnTo>
                <a:lnTo>
                  <a:pt x="18000" y="15234"/>
                </a:lnTo>
                <a:lnTo>
                  <a:pt x="16488" y="16959"/>
                </a:lnTo>
                <a:lnTo>
                  <a:pt x="14792" y="18582"/>
                </a:lnTo>
                <a:lnTo>
                  <a:pt x="12902" y="20122"/>
                </a:lnTo>
                <a:lnTo>
                  <a:pt x="10800" y="21600"/>
                </a:lnTo>
                <a:lnTo>
                  <a:pt x="7798" y="21205"/>
                </a:lnTo>
                <a:lnTo>
                  <a:pt x="5735" y="20847"/>
                </a:lnTo>
                <a:lnTo>
                  <a:pt x="4093" y="20378"/>
                </a:lnTo>
                <a:lnTo>
                  <a:pt x="2354" y="19650"/>
                </a:lnTo>
                <a:lnTo>
                  <a:pt x="0" y="18514"/>
                </a:lnTo>
                <a:lnTo>
                  <a:pt x="1710" y="17178"/>
                </a:lnTo>
                <a:lnTo>
                  <a:pt x="3431" y="15830"/>
                </a:lnTo>
                <a:lnTo>
                  <a:pt x="5177" y="14466"/>
                </a:lnTo>
                <a:lnTo>
                  <a:pt x="6998" y="12827"/>
                </a:lnTo>
                <a:lnTo>
                  <a:pt x="8575" y="11210"/>
                </a:lnTo>
                <a:lnTo>
                  <a:pt x="9932" y="9578"/>
                </a:lnTo>
                <a:lnTo>
                  <a:pt x="11099" y="7896"/>
                </a:lnTo>
                <a:lnTo>
                  <a:pt x="12100" y="6134"/>
                </a:lnTo>
                <a:lnTo>
                  <a:pt x="12967" y="4252"/>
                </a:lnTo>
                <a:lnTo>
                  <a:pt x="13723" y="2219"/>
                </a:lnTo>
                <a:lnTo>
                  <a:pt x="14400" y="0"/>
                </a:lnTo>
                <a:close/>
              </a:path>
            </a:pathLst>
          </a:custGeom>
          <a:solidFill>
            <a:srgbClr val="B6C8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3" name="contour_15751"/>
          <p:cNvSpPr/>
          <p:nvPr/>
        </p:nvSpPr>
        <p:spPr>
          <a:xfrm>
            <a:off x="10468642" y="3442235"/>
            <a:ext cx="65592" cy="268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922" y="6895"/>
                </a:moveTo>
                <a:lnTo>
                  <a:pt x="20755" y="8373"/>
                </a:lnTo>
                <a:lnTo>
                  <a:pt x="21600" y="9874"/>
                </a:lnTo>
                <a:lnTo>
                  <a:pt x="19985" y="11234"/>
                </a:lnTo>
                <a:lnTo>
                  <a:pt x="18367" y="12571"/>
                </a:lnTo>
                <a:lnTo>
                  <a:pt x="16750" y="13890"/>
                </a:lnTo>
                <a:lnTo>
                  <a:pt x="15125" y="15186"/>
                </a:lnTo>
                <a:lnTo>
                  <a:pt x="13500" y="16470"/>
                </a:lnTo>
                <a:lnTo>
                  <a:pt x="12355" y="17461"/>
                </a:lnTo>
                <a:lnTo>
                  <a:pt x="11194" y="18463"/>
                </a:lnTo>
                <a:lnTo>
                  <a:pt x="9828" y="19478"/>
                </a:lnTo>
                <a:lnTo>
                  <a:pt x="8707" y="20146"/>
                </a:lnTo>
                <a:lnTo>
                  <a:pt x="7231" y="20756"/>
                </a:lnTo>
                <a:lnTo>
                  <a:pt x="4800" y="21600"/>
                </a:lnTo>
                <a:lnTo>
                  <a:pt x="3070" y="18299"/>
                </a:lnTo>
                <a:lnTo>
                  <a:pt x="1992" y="15977"/>
                </a:lnTo>
                <a:lnTo>
                  <a:pt x="1118" y="13532"/>
                </a:lnTo>
                <a:lnTo>
                  <a:pt x="0" y="9874"/>
                </a:lnTo>
                <a:lnTo>
                  <a:pt x="1855" y="7493"/>
                </a:lnTo>
                <a:lnTo>
                  <a:pt x="3605" y="5377"/>
                </a:lnTo>
                <a:lnTo>
                  <a:pt x="5268" y="3553"/>
                </a:lnTo>
                <a:lnTo>
                  <a:pt x="6869" y="2064"/>
                </a:lnTo>
                <a:lnTo>
                  <a:pt x="8424" y="950"/>
                </a:lnTo>
                <a:lnTo>
                  <a:pt x="9960" y="252"/>
                </a:lnTo>
                <a:lnTo>
                  <a:pt x="11494" y="0"/>
                </a:lnTo>
                <a:lnTo>
                  <a:pt x="13051" y="246"/>
                </a:lnTo>
                <a:lnTo>
                  <a:pt x="14650" y="1020"/>
                </a:lnTo>
                <a:lnTo>
                  <a:pt x="16313" y="2357"/>
                </a:lnTo>
                <a:lnTo>
                  <a:pt x="18065" y="4304"/>
                </a:lnTo>
                <a:lnTo>
                  <a:pt x="19922" y="6895"/>
                </a:lnTo>
                <a:close/>
              </a:path>
            </a:pathLst>
          </a:custGeom>
          <a:solidFill>
            <a:srgbClr val="DC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4" name="contour_15752"/>
          <p:cNvSpPr/>
          <p:nvPr/>
        </p:nvSpPr>
        <p:spPr>
          <a:xfrm>
            <a:off x="7946997" y="3381628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83" y="115"/>
                </a:lnTo>
                <a:lnTo>
                  <a:pt x="4705" y="284"/>
                </a:lnTo>
                <a:lnTo>
                  <a:pt x="6980" y="526"/>
                </a:lnTo>
                <a:lnTo>
                  <a:pt x="9212" y="860"/>
                </a:lnTo>
                <a:lnTo>
                  <a:pt x="11419" y="1314"/>
                </a:lnTo>
                <a:lnTo>
                  <a:pt x="13612" y="1908"/>
                </a:lnTo>
                <a:lnTo>
                  <a:pt x="15804" y="2664"/>
                </a:lnTo>
                <a:lnTo>
                  <a:pt x="18000" y="3600"/>
                </a:lnTo>
                <a:lnTo>
                  <a:pt x="18936" y="5796"/>
                </a:lnTo>
                <a:lnTo>
                  <a:pt x="19692" y="7988"/>
                </a:lnTo>
                <a:lnTo>
                  <a:pt x="20286" y="10181"/>
                </a:lnTo>
                <a:lnTo>
                  <a:pt x="20740" y="12388"/>
                </a:lnTo>
                <a:lnTo>
                  <a:pt x="21074" y="14620"/>
                </a:lnTo>
                <a:lnTo>
                  <a:pt x="21316" y="16895"/>
                </a:lnTo>
                <a:lnTo>
                  <a:pt x="21485" y="19217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3205" y="19318"/>
                </a:lnTo>
                <a:lnTo>
                  <a:pt x="12434" y="17644"/>
                </a:lnTo>
                <a:lnTo>
                  <a:pt x="11743" y="15754"/>
                </a:lnTo>
                <a:lnTo>
                  <a:pt x="10800" y="12823"/>
                </a:lnTo>
                <a:lnTo>
                  <a:pt x="9605" y="9137"/>
                </a:lnTo>
                <a:lnTo>
                  <a:pt x="8669" y="6584"/>
                </a:lnTo>
                <a:lnTo>
                  <a:pt x="7783" y="4838"/>
                </a:lnTo>
                <a:lnTo>
                  <a:pt x="6746" y="3575"/>
                </a:lnTo>
                <a:lnTo>
                  <a:pt x="5346" y="2480"/>
                </a:lnTo>
                <a:lnTo>
                  <a:pt x="3377" y="1224"/>
                </a:lnTo>
                <a:lnTo>
                  <a:pt x="1699" y="616"/>
                </a:lnTo>
                <a:lnTo>
                  <a:pt x="0" y="0"/>
                </a:lnTo>
                <a:close/>
              </a:path>
            </a:pathLst>
          </a:custGeom>
          <a:solidFill>
            <a:srgbClr val="C0CF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5" name="contour_15753"/>
          <p:cNvSpPr/>
          <p:nvPr/>
        </p:nvSpPr>
        <p:spPr>
          <a:xfrm>
            <a:off x="8763252" y="3374340"/>
            <a:ext cx="2186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1644"/>
                </a:lnTo>
                <a:lnTo>
                  <a:pt x="21600" y="3290"/>
                </a:lnTo>
                <a:lnTo>
                  <a:pt x="21600" y="4937"/>
                </a:lnTo>
                <a:lnTo>
                  <a:pt x="21600" y="6586"/>
                </a:lnTo>
                <a:lnTo>
                  <a:pt x="21600" y="8237"/>
                </a:lnTo>
                <a:lnTo>
                  <a:pt x="21600" y="9890"/>
                </a:lnTo>
                <a:lnTo>
                  <a:pt x="21600" y="11549"/>
                </a:lnTo>
                <a:lnTo>
                  <a:pt x="21600" y="13210"/>
                </a:lnTo>
                <a:lnTo>
                  <a:pt x="21600" y="14875"/>
                </a:lnTo>
                <a:lnTo>
                  <a:pt x="21600" y="16548"/>
                </a:lnTo>
                <a:lnTo>
                  <a:pt x="21600" y="18226"/>
                </a:lnTo>
                <a:lnTo>
                  <a:pt x="21600" y="19908"/>
                </a:lnTo>
                <a:lnTo>
                  <a:pt x="21600" y="21600"/>
                </a:lnTo>
                <a:lnTo>
                  <a:pt x="18029" y="21600"/>
                </a:lnTo>
                <a:lnTo>
                  <a:pt x="14400" y="21600"/>
                </a:lnTo>
                <a:lnTo>
                  <a:pt x="14400" y="19903"/>
                </a:lnTo>
                <a:lnTo>
                  <a:pt x="14400" y="18204"/>
                </a:lnTo>
                <a:lnTo>
                  <a:pt x="14400" y="16500"/>
                </a:lnTo>
                <a:lnTo>
                  <a:pt x="14400" y="14789"/>
                </a:lnTo>
                <a:lnTo>
                  <a:pt x="14400" y="13070"/>
                </a:lnTo>
                <a:lnTo>
                  <a:pt x="14400" y="11342"/>
                </a:lnTo>
                <a:lnTo>
                  <a:pt x="14400" y="9600"/>
                </a:lnTo>
                <a:lnTo>
                  <a:pt x="9641" y="9600"/>
                </a:lnTo>
                <a:lnTo>
                  <a:pt x="4853" y="9600"/>
                </a:lnTo>
                <a:lnTo>
                  <a:pt x="0" y="9600"/>
                </a:lnTo>
                <a:lnTo>
                  <a:pt x="1670" y="8398"/>
                </a:lnTo>
                <a:lnTo>
                  <a:pt x="3355" y="7195"/>
                </a:lnTo>
                <a:lnTo>
                  <a:pt x="5047" y="5998"/>
                </a:lnTo>
                <a:lnTo>
                  <a:pt x="6754" y="4800"/>
                </a:lnTo>
                <a:lnTo>
                  <a:pt x="8640" y="3461"/>
                </a:lnTo>
                <a:lnTo>
                  <a:pt x="10548" y="2100"/>
                </a:lnTo>
                <a:lnTo>
                  <a:pt x="12456" y="1058"/>
                </a:lnTo>
                <a:lnTo>
                  <a:pt x="14400" y="0"/>
                </a:lnTo>
                <a:close/>
              </a:path>
            </a:pathLst>
          </a:custGeom>
          <a:solidFill>
            <a:srgbClr val="ACB1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6" name="contour_15754"/>
          <p:cNvSpPr/>
          <p:nvPr/>
        </p:nvSpPr>
        <p:spPr>
          <a:xfrm>
            <a:off x="7699206" y="3345188"/>
            <a:ext cx="36054" cy="434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65" y="0"/>
                </a:moveTo>
                <a:lnTo>
                  <a:pt x="18998" y="4255"/>
                </a:lnTo>
                <a:lnTo>
                  <a:pt x="20137" y="7528"/>
                </a:lnTo>
                <a:lnTo>
                  <a:pt x="20923" y="10049"/>
                </a:lnTo>
                <a:lnTo>
                  <a:pt x="21395" y="12040"/>
                </a:lnTo>
                <a:lnTo>
                  <a:pt x="21600" y="13731"/>
                </a:lnTo>
                <a:lnTo>
                  <a:pt x="21578" y="15343"/>
                </a:lnTo>
                <a:lnTo>
                  <a:pt x="21364" y="17103"/>
                </a:lnTo>
                <a:lnTo>
                  <a:pt x="21011" y="19235"/>
                </a:lnTo>
                <a:lnTo>
                  <a:pt x="18360" y="20984"/>
                </a:lnTo>
                <a:lnTo>
                  <a:pt x="16352" y="21596"/>
                </a:lnTo>
                <a:lnTo>
                  <a:pt x="13269" y="21600"/>
                </a:lnTo>
                <a:lnTo>
                  <a:pt x="8837" y="20872"/>
                </a:lnTo>
                <a:lnTo>
                  <a:pt x="5929" y="20325"/>
                </a:lnTo>
                <a:lnTo>
                  <a:pt x="3912" y="19793"/>
                </a:lnTo>
                <a:lnTo>
                  <a:pt x="2148" y="19109"/>
                </a:lnTo>
                <a:lnTo>
                  <a:pt x="0" y="18106"/>
                </a:lnTo>
                <a:lnTo>
                  <a:pt x="0" y="15712"/>
                </a:lnTo>
                <a:lnTo>
                  <a:pt x="0" y="13304"/>
                </a:lnTo>
                <a:lnTo>
                  <a:pt x="0" y="10863"/>
                </a:lnTo>
                <a:lnTo>
                  <a:pt x="2882" y="10863"/>
                </a:lnTo>
                <a:lnTo>
                  <a:pt x="5768" y="10863"/>
                </a:lnTo>
                <a:lnTo>
                  <a:pt x="8667" y="10863"/>
                </a:lnTo>
                <a:lnTo>
                  <a:pt x="11579" y="10863"/>
                </a:lnTo>
                <a:lnTo>
                  <a:pt x="14509" y="10863"/>
                </a:lnTo>
                <a:lnTo>
                  <a:pt x="17465" y="10863"/>
                </a:lnTo>
                <a:lnTo>
                  <a:pt x="17465" y="8712"/>
                </a:lnTo>
                <a:lnTo>
                  <a:pt x="17465" y="6554"/>
                </a:lnTo>
                <a:lnTo>
                  <a:pt x="17465" y="4389"/>
                </a:lnTo>
                <a:lnTo>
                  <a:pt x="17465" y="2205"/>
                </a:lnTo>
                <a:lnTo>
                  <a:pt x="17465" y="0"/>
                </a:lnTo>
                <a:close/>
              </a:path>
            </a:pathLst>
          </a:custGeom>
          <a:solidFill>
            <a:srgbClr val="D0E8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7" name="contour_15755"/>
          <p:cNvSpPr/>
          <p:nvPr/>
        </p:nvSpPr>
        <p:spPr>
          <a:xfrm>
            <a:off x="5002649" y="3353679"/>
            <a:ext cx="58304" cy="220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5952"/>
                </a:moveTo>
                <a:lnTo>
                  <a:pt x="14869" y="8248"/>
                </a:lnTo>
                <a:lnTo>
                  <a:pt x="16232" y="10572"/>
                </a:lnTo>
                <a:lnTo>
                  <a:pt x="17590" y="12924"/>
                </a:lnTo>
                <a:lnTo>
                  <a:pt x="18938" y="15312"/>
                </a:lnTo>
                <a:lnTo>
                  <a:pt x="20274" y="17743"/>
                </a:lnTo>
                <a:lnTo>
                  <a:pt x="21600" y="20210"/>
                </a:lnTo>
                <a:lnTo>
                  <a:pt x="19745" y="20431"/>
                </a:lnTo>
                <a:lnTo>
                  <a:pt x="17890" y="20623"/>
                </a:lnTo>
                <a:lnTo>
                  <a:pt x="16033" y="20802"/>
                </a:lnTo>
                <a:lnTo>
                  <a:pt x="14175" y="20958"/>
                </a:lnTo>
                <a:lnTo>
                  <a:pt x="12317" y="21101"/>
                </a:lnTo>
                <a:lnTo>
                  <a:pt x="10592" y="21265"/>
                </a:lnTo>
                <a:lnTo>
                  <a:pt x="8856" y="21429"/>
                </a:lnTo>
                <a:lnTo>
                  <a:pt x="7098" y="21600"/>
                </a:lnTo>
                <a:lnTo>
                  <a:pt x="6450" y="21393"/>
                </a:lnTo>
                <a:lnTo>
                  <a:pt x="5311" y="21037"/>
                </a:lnTo>
                <a:lnTo>
                  <a:pt x="2700" y="20210"/>
                </a:lnTo>
                <a:lnTo>
                  <a:pt x="1561" y="15947"/>
                </a:lnTo>
                <a:lnTo>
                  <a:pt x="899" y="13038"/>
                </a:lnTo>
                <a:lnTo>
                  <a:pt x="462" y="10151"/>
                </a:lnTo>
                <a:lnTo>
                  <a:pt x="0" y="5952"/>
                </a:lnTo>
                <a:lnTo>
                  <a:pt x="2074" y="2666"/>
                </a:lnTo>
                <a:lnTo>
                  <a:pt x="3953" y="727"/>
                </a:lnTo>
                <a:lnTo>
                  <a:pt x="5729" y="0"/>
                </a:lnTo>
                <a:lnTo>
                  <a:pt x="7484" y="307"/>
                </a:lnTo>
                <a:lnTo>
                  <a:pt x="9307" y="1504"/>
                </a:lnTo>
                <a:lnTo>
                  <a:pt x="11283" y="3443"/>
                </a:lnTo>
                <a:lnTo>
                  <a:pt x="13500" y="5952"/>
                </a:lnTo>
                <a:close/>
              </a:path>
            </a:pathLst>
          </a:custGeom>
          <a:solidFill>
            <a:srgbClr val="ACBB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8" name="contour_15756"/>
          <p:cNvSpPr/>
          <p:nvPr/>
        </p:nvSpPr>
        <p:spPr>
          <a:xfrm>
            <a:off x="3588779" y="3337900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60" y="1460"/>
                </a:lnTo>
                <a:lnTo>
                  <a:pt x="3517" y="2925"/>
                </a:lnTo>
                <a:lnTo>
                  <a:pt x="5270" y="4391"/>
                </a:lnTo>
                <a:lnTo>
                  <a:pt x="7024" y="5860"/>
                </a:lnTo>
                <a:lnTo>
                  <a:pt x="8777" y="7329"/>
                </a:lnTo>
                <a:lnTo>
                  <a:pt x="10408" y="8689"/>
                </a:lnTo>
                <a:lnTo>
                  <a:pt x="12046" y="10063"/>
                </a:lnTo>
                <a:lnTo>
                  <a:pt x="13712" y="11451"/>
                </a:lnTo>
                <a:lnTo>
                  <a:pt x="15426" y="13087"/>
                </a:lnTo>
                <a:lnTo>
                  <a:pt x="16934" y="14648"/>
                </a:lnTo>
                <a:lnTo>
                  <a:pt x="18274" y="16212"/>
                </a:lnTo>
                <a:lnTo>
                  <a:pt x="19476" y="17848"/>
                </a:lnTo>
                <a:lnTo>
                  <a:pt x="20574" y="19619"/>
                </a:lnTo>
                <a:lnTo>
                  <a:pt x="21600" y="21600"/>
                </a:lnTo>
                <a:lnTo>
                  <a:pt x="17572" y="21359"/>
                </a:lnTo>
                <a:lnTo>
                  <a:pt x="14728" y="21125"/>
                </a:lnTo>
                <a:lnTo>
                  <a:pt x="12668" y="20807"/>
                </a:lnTo>
                <a:lnTo>
                  <a:pt x="10991" y="20323"/>
                </a:lnTo>
                <a:lnTo>
                  <a:pt x="9302" y="19588"/>
                </a:lnTo>
                <a:lnTo>
                  <a:pt x="7200" y="18514"/>
                </a:lnTo>
                <a:lnTo>
                  <a:pt x="6084" y="16527"/>
                </a:lnTo>
                <a:lnTo>
                  <a:pt x="5076" y="14528"/>
                </a:lnTo>
                <a:lnTo>
                  <a:pt x="4162" y="12513"/>
                </a:lnTo>
                <a:lnTo>
                  <a:pt x="3330" y="10479"/>
                </a:lnTo>
                <a:lnTo>
                  <a:pt x="2567" y="8427"/>
                </a:lnTo>
                <a:lnTo>
                  <a:pt x="1865" y="6357"/>
                </a:lnTo>
                <a:lnTo>
                  <a:pt x="1210" y="4261"/>
                </a:lnTo>
                <a:lnTo>
                  <a:pt x="594" y="2145"/>
                </a:lnTo>
                <a:lnTo>
                  <a:pt x="0" y="0"/>
                </a:lnTo>
                <a:close/>
              </a:path>
            </a:pathLst>
          </a:custGeom>
          <a:solidFill>
            <a:srgbClr val="959B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59" name="contour_15757"/>
          <p:cNvSpPr/>
          <p:nvPr/>
        </p:nvSpPr>
        <p:spPr>
          <a:xfrm>
            <a:off x="6831935" y="3352476"/>
            <a:ext cx="43728" cy="2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57"/>
                </a:lnTo>
                <a:lnTo>
                  <a:pt x="2084" y="693"/>
                </a:lnTo>
                <a:lnTo>
                  <a:pt x="3175" y="1050"/>
                </a:lnTo>
                <a:lnTo>
                  <a:pt x="4536" y="1500"/>
                </a:lnTo>
                <a:lnTo>
                  <a:pt x="6343" y="2101"/>
                </a:lnTo>
                <a:lnTo>
                  <a:pt x="8777" y="2901"/>
                </a:lnTo>
                <a:lnTo>
                  <a:pt x="12010" y="3973"/>
                </a:lnTo>
                <a:lnTo>
                  <a:pt x="16225" y="5366"/>
                </a:lnTo>
                <a:lnTo>
                  <a:pt x="21600" y="7145"/>
                </a:lnTo>
                <a:lnTo>
                  <a:pt x="20707" y="10682"/>
                </a:lnTo>
                <a:lnTo>
                  <a:pt x="19814" y="14240"/>
                </a:lnTo>
                <a:lnTo>
                  <a:pt x="18911" y="17813"/>
                </a:lnTo>
                <a:lnTo>
                  <a:pt x="18000" y="21436"/>
                </a:lnTo>
                <a:lnTo>
                  <a:pt x="15444" y="21600"/>
                </a:lnTo>
                <a:lnTo>
                  <a:pt x="13633" y="21464"/>
                </a:lnTo>
                <a:lnTo>
                  <a:pt x="11696" y="20871"/>
                </a:lnTo>
                <a:lnTo>
                  <a:pt x="8777" y="19649"/>
                </a:lnTo>
                <a:lnTo>
                  <a:pt x="6311" y="18706"/>
                </a:lnTo>
                <a:lnTo>
                  <a:pt x="3812" y="17749"/>
                </a:lnTo>
                <a:lnTo>
                  <a:pt x="1919" y="16034"/>
                </a:lnTo>
                <a:lnTo>
                  <a:pt x="0" y="14290"/>
                </a:lnTo>
                <a:lnTo>
                  <a:pt x="0" y="9567"/>
                </a:lnTo>
                <a:lnTo>
                  <a:pt x="0" y="4816"/>
                </a:lnTo>
                <a:lnTo>
                  <a:pt x="0" y="0"/>
                </a:lnTo>
                <a:close/>
              </a:path>
            </a:pathLst>
          </a:custGeom>
          <a:solidFill>
            <a:srgbClr val="5F2A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0" name="contour_15758"/>
          <p:cNvSpPr/>
          <p:nvPr/>
        </p:nvSpPr>
        <p:spPr>
          <a:xfrm>
            <a:off x="5607552" y="333061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0948" y="4994"/>
                </a:lnTo>
                <a:lnTo>
                  <a:pt x="20425" y="8506"/>
                </a:lnTo>
                <a:lnTo>
                  <a:pt x="19920" y="11007"/>
                </a:lnTo>
                <a:lnTo>
                  <a:pt x="19306" y="12986"/>
                </a:lnTo>
                <a:lnTo>
                  <a:pt x="18468" y="14917"/>
                </a:lnTo>
                <a:lnTo>
                  <a:pt x="17280" y="17280"/>
                </a:lnTo>
                <a:lnTo>
                  <a:pt x="14420" y="18585"/>
                </a:lnTo>
                <a:lnTo>
                  <a:pt x="11668" y="19544"/>
                </a:lnTo>
                <a:lnTo>
                  <a:pt x="8938" y="20244"/>
                </a:lnTo>
                <a:lnTo>
                  <a:pt x="6139" y="20766"/>
                </a:lnTo>
                <a:lnTo>
                  <a:pt x="3192" y="2119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566" y="8640"/>
                </a:lnTo>
                <a:lnTo>
                  <a:pt x="5141" y="8640"/>
                </a:lnTo>
                <a:lnTo>
                  <a:pt x="7724" y="8640"/>
                </a:lnTo>
                <a:lnTo>
                  <a:pt x="10329" y="8640"/>
                </a:lnTo>
                <a:lnTo>
                  <a:pt x="12960" y="8640"/>
                </a:lnTo>
                <a:lnTo>
                  <a:pt x="12960" y="5784"/>
                </a:lnTo>
                <a:lnTo>
                  <a:pt x="12960" y="2912"/>
                </a:lnTo>
                <a:lnTo>
                  <a:pt x="12960" y="0"/>
                </a:lnTo>
                <a:close/>
              </a:path>
            </a:pathLst>
          </a:custGeom>
          <a:solidFill>
            <a:srgbClr val="92A2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1" name="contour_15759"/>
          <p:cNvSpPr/>
          <p:nvPr/>
        </p:nvSpPr>
        <p:spPr>
          <a:xfrm>
            <a:off x="8376989" y="3301460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1318"/>
                </a:lnTo>
                <a:lnTo>
                  <a:pt x="8640" y="2319"/>
                </a:lnTo>
                <a:lnTo>
                  <a:pt x="10394" y="3510"/>
                </a:lnTo>
                <a:lnTo>
                  <a:pt x="12960" y="5400"/>
                </a:lnTo>
                <a:lnTo>
                  <a:pt x="13219" y="7571"/>
                </a:lnTo>
                <a:lnTo>
                  <a:pt x="13349" y="9077"/>
                </a:lnTo>
                <a:lnTo>
                  <a:pt x="13349" y="10309"/>
                </a:lnTo>
                <a:lnTo>
                  <a:pt x="13219" y="11653"/>
                </a:lnTo>
                <a:lnTo>
                  <a:pt x="12960" y="13500"/>
                </a:lnTo>
                <a:lnTo>
                  <a:pt x="15816" y="13500"/>
                </a:lnTo>
                <a:lnTo>
                  <a:pt x="18688" y="13500"/>
                </a:lnTo>
                <a:lnTo>
                  <a:pt x="21600" y="13500"/>
                </a:lnTo>
                <a:lnTo>
                  <a:pt x="20745" y="15104"/>
                </a:lnTo>
                <a:lnTo>
                  <a:pt x="19885" y="16713"/>
                </a:lnTo>
                <a:lnTo>
                  <a:pt x="19025" y="18328"/>
                </a:lnTo>
                <a:lnTo>
                  <a:pt x="18157" y="19956"/>
                </a:lnTo>
                <a:lnTo>
                  <a:pt x="17280" y="21600"/>
                </a:lnTo>
                <a:lnTo>
                  <a:pt x="14714" y="21179"/>
                </a:lnTo>
                <a:lnTo>
                  <a:pt x="12960" y="20758"/>
                </a:lnTo>
                <a:lnTo>
                  <a:pt x="11206" y="20083"/>
                </a:lnTo>
                <a:lnTo>
                  <a:pt x="8640" y="18900"/>
                </a:lnTo>
                <a:lnTo>
                  <a:pt x="8640" y="17099"/>
                </a:lnTo>
                <a:lnTo>
                  <a:pt x="8640" y="15301"/>
                </a:lnTo>
                <a:lnTo>
                  <a:pt x="8640" y="13500"/>
                </a:lnTo>
                <a:lnTo>
                  <a:pt x="8640" y="11699"/>
                </a:lnTo>
                <a:lnTo>
                  <a:pt x="8640" y="9901"/>
                </a:lnTo>
                <a:lnTo>
                  <a:pt x="8640" y="8100"/>
                </a:lnTo>
                <a:lnTo>
                  <a:pt x="6074" y="6917"/>
                </a:lnTo>
                <a:lnTo>
                  <a:pt x="4320" y="6242"/>
                </a:lnTo>
                <a:lnTo>
                  <a:pt x="2566" y="5821"/>
                </a:lnTo>
                <a:lnTo>
                  <a:pt x="0" y="5400"/>
                </a:lnTo>
                <a:lnTo>
                  <a:pt x="1071" y="4063"/>
                </a:lnTo>
                <a:lnTo>
                  <a:pt x="2143" y="2719"/>
                </a:lnTo>
                <a:lnTo>
                  <a:pt x="3227" y="1369"/>
                </a:lnTo>
                <a:lnTo>
                  <a:pt x="4320" y="0"/>
                </a:lnTo>
                <a:close/>
              </a:path>
            </a:pathLst>
          </a:custGeom>
          <a:solidFill>
            <a:srgbClr val="929C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2" name="contour_15760"/>
          <p:cNvSpPr/>
          <p:nvPr/>
        </p:nvSpPr>
        <p:spPr>
          <a:xfrm>
            <a:off x="5082503" y="3330612"/>
            <a:ext cx="2946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72" y="0"/>
                </a:moveTo>
                <a:lnTo>
                  <a:pt x="8746" y="0"/>
                </a:lnTo>
                <a:lnTo>
                  <a:pt x="11930" y="0"/>
                </a:lnTo>
                <a:lnTo>
                  <a:pt x="15125" y="0"/>
                </a:lnTo>
                <a:lnTo>
                  <a:pt x="18346" y="0"/>
                </a:lnTo>
                <a:lnTo>
                  <a:pt x="21600" y="0"/>
                </a:lnTo>
                <a:lnTo>
                  <a:pt x="20425" y="2376"/>
                </a:lnTo>
                <a:lnTo>
                  <a:pt x="19249" y="4756"/>
                </a:lnTo>
                <a:lnTo>
                  <a:pt x="18069" y="7135"/>
                </a:lnTo>
                <a:lnTo>
                  <a:pt x="16888" y="9522"/>
                </a:lnTo>
                <a:lnTo>
                  <a:pt x="15707" y="11916"/>
                </a:lnTo>
                <a:lnTo>
                  <a:pt x="14516" y="14321"/>
                </a:lnTo>
                <a:lnTo>
                  <a:pt x="13324" y="16733"/>
                </a:lnTo>
                <a:lnTo>
                  <a:pt x="12122" y="19159"/>
                </a:lnTo>
                <a:lnTo>
                  <a:pt x="10915" y="21600"/>
                </a:lnTo>
                <a:lnTo>
                  <a:pt x="8270" y="20707"/>
                </a:lnTo>
                <a:lnTo>
                  <a:pt x="5615" y="19814"/>
                </a:lnTo>
                <a:lnTo>
                  <a:pt x="2938" y="18911"/>
                </a:lnTo>
                <a:lnTo>
                  <a:pt x="230" y="18000"/>
                </a:lnTo>
                <a:lnTo>
                  <a:pt x="0" y="15444"/>
                </a:lnTo>
                <a:lnTo>
                  <a:pt x="27" y="13630"/>
                </a:lnTo>
                <a:lnTo>
                  <a:pt x="406" y="11696"/>
                </a:lnTo>
                <a:lnTo>
                  <a:pt x="1234" y="8777"/>
                </a:lnTo>
                <a:lnTo>
                  <a:pt x="1843" y="6311"/>
                </a:lnTo>
                <a:lnTo>
                  <a:pt x="2463" y="3812"/>
                </a:lnTo>
                <a:lnTo>
                  <a:pt x="4007" y="1919"/>
                </a:lnTo>
                <a:lnTo>
                  <a:pt x="5572" y="0"/>
                </a:lnTo>
                <a:close/>
              </a:path>
            </a:pathLst>
          </a:custGeom>
          <a:solidFill>
            <a:srgbClr val="A4B3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3" name="contour_15761"/>
          <p:cNvSpPr/>
          <p:nvPr/>
        </p:nvSpPr>
        <p:spPr>
          <a:xfrm>
            <a:off x="7903269" y="332332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20529" y="13473"/>
                </a:lnTo>
                <a:lnTo>
                  <a:pt x="19457" y="16162"/>
                </a:lnTo>
                <a:lnTo>
                  <a:pt x="18373" y="18862"/>
                </a:lnTo>
                <a:lnTo>
                  <a:pt x="17280" y="21600"/>
                </a:lnTo>
                <a:lnTo>
                  <a:pt x="14148" y="21443"/>
                </a:lnTo>
                <a:lnTo>
                  <a:pt x="11837" y="20920"/>
                </a:lnTo>
                <a:lnTo>
                  <a:pt x="8372" y="19575"/>
                </a:lnTo>
                <a:lnTo>
                  <a:pt x="6018" y="18673"/>
                </a:lnTo>
                <a:lnTo>
                  <a:pt x="3629" y="17761"/>
                </a:lnTo>
                <a:lnTo>
                  <a:pt x="1827" y="16988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BACC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4" name="contour_15762"/>
          <p:cNvSpPr/>
          <p:nvPr/>
        </p:nvSpPr>
        <p:spPr>
          <a:xfrm>
            <a:off x="4075842" y="3301460"/>
            <a:ext cx="230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2" y="0"/>
                </a:moveTo>
                <a:lnTo>
                  <a:pt x="5657" y="0"/>
                </a:lnTo>
                <a:lnTo>
                  <a:pt x="10190" y="0"/>
                </a:lnTo>
                <a:lnTo>
                  <a:pt x="14784" y="0"/>
                </a:lnTo>
                <a:lnTo>
                  <a:pt x="15459" y="2138"/>
                </a:lnTo>
                <a:lnTo>
                  <a:pt x="16134" y="4280"/>
                </a:lnTo>
                <a:lnTo>
                  <a:pt x="16808" y="6421"/>
                </a:lnTo>
                <a:lnTo>
                  <a:pt x="17490" y="8566"/>
                </a:lnTo>
                <a:lnTo>
                  <a:pt x="18165" y="10720"/>
                </a:lnTo>
                <a:lnTo>
                  <a:pt x="18846" y="12877"/>
                </a:lnTo>
                <a:lnTo>
                  <a:pt x="19528" y="15043"/>
                </a:lnTo>
                <a:lnTo>
                  <a:pt x="20216" y="17218"/>
                </a:lnTo>
                <a:lnTo>
                  <a:pt x="20905" y="19403"/>
                </a:lnTo>
                <a:lnTo>
                  <a:pt x="21600" y="21600"/>
                </a:lnTo>
                <a:lnTo>
                  <a:pt x="17245" y="20687"/>
                </a:lnTo>
                <a:lnTo>
                  <a:pt x="14027" y="19955"/>
                </a:lnTo>
                <a:lnTo>
                  <a:pt x="11376" y="19236"/>
                </a:lnTo>
                <a:lnTo>
                  <a:pt x="8725" y="18357"/>
                </a:lnTo>
                <a:lnTo>
                  <a:pt x="5507" y="17144"/>
                </a:lnTo>
                <a:lnTo>
                  <a:pt x="1152" y="15429"/>
                </a:lnTo>
                <a:lnTo>
                  <a:pt x="504" y="13204"/>
                </a:lnTo>
                <a:lnTo>
                  <a:pt x="136" y="11004"/>
                </a:lnTo>
                <a:lnTo>
                  <a:pt x="0" y="8816"/>
                </a:lnTo>
                <a:lnTo>
                  <a:pt x="68" y="6631"/>
                </a:lnTo>
                <a:lnTo>
                  <a:pt x="307" y="4440"/>
                </a:lnTo>
                <a:lnTo>
                  <a:pt x="682" y="2231"/>
                </a:lnTo>
                <a:lnTo>
                  <a:pt x="1152" y="0"/>
                </a:lnTo>
                <a:close/>
              </a:path>
            </a:pathLst>
          </a:custGeom>
          <a:solidFill>
            <a:srgbClr val="8C7D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5" name="contour_15763"/>
          <p:cNvSpPr/>
          <p:nvPr/>
        </p:nvSpPr>
        <p:spPr>
          <a:xfrm>
            <a:off x="4878753" y="3286884"/>
            <a:ext cx="2190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80" y="1159"/>
                </a:lnTo>
                <a:lnTo>
                  <a:pt x="8281" y="2066"/>
                </a:lnTo>
                <a:lnTo>
                  <a:pt x="11120" y="2923"/>
                </a:lnTo>
                <a:lnTo>
                  <a:pt x="13873" y="3935"/>
                </a:lnTo>
                <a:lnTo>
                  <a:pt x="17158" y="5292"/>
                </a:lnTo>
                <a:lnTo>
                  <a:pt x="21564" y="7200"/>
                </a:lnTo>
                <a:lnTo>
                  <a:pt x="21600" y="9796"/>
                </a:lnTo>
                <a:lnTo>
                  <a:pt x="21197" y="12294"/>
                </a:lnTo>
                <a:lnTo>
                  <a:pt x="20313" y="14710"/>
                </a:lnTo>
                <a:lnTo>
                  <a:pt x="18912" y="17057"/>
                </a:lnTo>
                <a:lnTo>
                  <a:pt x="16949" y="19346"/>
                </a:lnTo>
                <a:lnTo>
                  <a:pt x="14376" y="21600"/>
                </a:lnTo>
                <a:lnTo>
                  <a:pt x="9625" y="21600"/>
                </a:lnTo>
                <a:lnTo>
                  <a:pt x="484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A9A5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6" name="contour_15764"/>
          <p:cNvSpPr/>
          <p:nvPr/>
        </p:nvSpPr>
        <p:spPr>
          <a:xfrm>
            <a:off x="8070893" y="3301067"/>
            <a:ext cx="43728" cy="304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9"/>
                </a:moveTo>
                <a:lnTo>
                  <a:pt x="21600" y="3696"/>
                </a:lnTo>
                <a:lnTo>
                  <a:pt x="21600" y="7133"/>
                </a:lnTo>
                <a:lnTo>
                  <a:pt x="21600" y="10617"/>
                </a:lnTo>
                <a:lnTo>
                  <a:pt x="19541" y="13082"/>
                </a:lnTo>
                <a:lnTo>
                  <a:pt x="17611" y="15196"/>
                </a:lnTo>
                <a:lnTo>
                  <a:pt x="15743" y="16979"/>
                </a:lnTo>
                <a:lnTo>
                  <a:pt x="13856" y="18452"/>
                </a:lnTo>
                <a:lnTo>
                  <a:pt x="11884" y="19631"/>
                </a:lnTo>
                <a:lnTo>
                  <a:pt x="9756" y="20535"/>
                </a:lnTo>
                <a:lnTo>
                  <a:pt x="7391" y="21187"/>
                </a:lnTo>
                <a:lnTo>
                  <a:pt x="4723" y="21600"/>
                </a:lnTo>
                <a:lnTo>
                  <a:pt x="2380" y="21280"/>
                </a:lnTo>
                <a:lnTo>
                  <a:pt x="0" y="20954"/>
                </a:lnTo>
                <a:lnTo>
                  <a:pt x="0" y="17537"/>
                </a:lnTo>
                <a:lnTo>
                  <a:pt x="0" y="14100"/>
                </a:lnTo>
                <a:lnTo>
                  <a:pt x="0" y="10617"/>
                </a:lnTo>
                <a:lnTo>
                  <a:pt x="2326" y="7882"/>
                </a:lnTo>
                <a:lnTo>
                  <a:pt x="4543" y="5587"/>
                </a:lnTo>
                <a:lnTo>
                  <a:pt x="6703" y="3711"/>
                </a:lnTo>
                <a:lnTo>
                  <a:pt x="8867" y="2233"/>
                </a:lnTo>
                <a:lnTo>
                  <a:pt x="11081" y="1142"/>
                </a:lnTo>
                <a:lnTo>
                  <a:pt x="13406" y="413"/>
                </a:lnTo>
                <a:lnTo>
                  <a:pt x="15898" y="41"/>
                </a:lnTo>
                <a:lnTo>
                  <a:pt x="18612" y="0"/>
                </a:lnTo>
                <a:lnTo>
                  <a:pt x="21600" y="279"/>
                </a:lnTo>
                <a:close/>
              </a:path>
            </a:pathLst>
          </a:custGeom>
          <a:solidFill>
            <a:srgbClr val="A2AE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7" name="contour_15765"/>
          <p:cNvSpPr/>
          <p:nvPr/>
        </p:nvSpPr>
        <p:spPr>
          <a:xfrm>
            <a:off x="5738736" y="3295098"/>
            <a:ext cx="43728" cy="282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1383"/>
                </a:moveTo>
                <a:lnTo>
                  <a:pt x="18436" y="2532"/>
                </a:lnTo>
                <a:lnTo>
                  <a:pt x="20005" y="3698"/>
                </a:lnTo>
                <a:lnTo>
                  <a:pt x="21600" y="4869"/>
                </a:lnTo>
                <a:lnTo>
                  <a:pt x="20887" y="8182"/>
                </a:lnTo>
                <a:lnTo>
                  <a:pt x="20171" y="11505"/>
                </a:lnTo>
                <a:lnTo>
                  <a:pt x="19454" y="14841"/>
                </a:lnTo>
                <a:lnTo>
                  <a:pt x="18731" y="18204"/>
                </a:lnTo>
                <a:lnTo>
                  <a:pt x="18000" y="21600"/>
                </a:lnTo>
                <a:lnTo>
                  <a:pt x="16988" y="20975"/>
                </a:lnTo>
                <a:lnTo>
                  <a:pt x="16045" y="20390"/>
                </a:lnTo>
                <a:lnTo>
                  <a:pt x="14962" y="19721"/>
                </a:lnTo>
                <a:lnTo>
                  <a:pt x="13522" y="18823"/>
                </a:lnTo>
                <a:lnTo>
                  <a:pt x="11516" y="17585"/>
                </a:lnTo>
                <a:lnTo>
                  <a:pt x="8734" y="15861"/>
                </a:lnTo>
                <a:lnTo>
                  <a:pt x="4964" y="13524"/>
                </a:lnTo>
                <a:lnTo>
                  <a:pt x="0" y="10446"/>
                </a:lnTo>
                <a:lnTo>
                  <a:pt x="3467" y="6135"/>
                </a:lnTo>
                <a:lnTo>
                  <a:pt x="6088" y="3090"/>
                </a:lnTo>
                <a:lnTo>
                  <a:pt x="8165" y="1160"/>
                </a:lnTo>
                <a:lnTo>
                  <a:pt x="9983" y="184"/>
                </a:lnTo>
                <a:lnTo>
                  <a:pt x="11848" y="0"/>
                </a:lnTo>
                <a:lnTo>
                  <a:pt x="14044" y="452"/>
                </a:lnTo>
                <a:lnTo>
                  <a:pt x="16877" y="1383"/>
                </a:lnTo>
                <a:close/>
              </a:path>
            </a:pathLst>
          </a:custGeom>
          <a:solidFill>
            <a:srgbClr val="8495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8" name="contour_15766"/>
          <p:cNvSpPr/>
          <p:nvPr/>
        </p:nvSpPr>
        <p:spPr>
          <a:xfrm>
            <a:off x="4375882" y="329417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9" y="920"/>
                </a:lnTo>
                <a:lnTo>
                  <a:pt x="5413" y="1858"/>
                </a:lnTo>
                <a:lnTo>
                  <a:pt x="8109" y="2812"/>
                </a:lnTo>
                <a:lnTo>
                  <a:pt x="10800" y="3780"/>
                </a:lnTo>
                <a:lnTo>
                  <a:pt x="11694" y="4091"/>
                </a:lnTo>
                <a:lnTo>
                  <a:pt x="13267" y="4644"/>
                </a:lnTo>
                <a:lnTo>
                  <a:pt x="16874" y="5905"/>
                </a:lnTo>
                <a:lnTo>
                  <a:pt x="19220" y="726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8809" y="18433"/>
                </a:lnTo>
                <a:lnTo>
                  <a:pt x="16001" y="19315"/>
                </a:lnTo>
                <a:lnTo>
                  <a:pt x="13159" y="19997"/>
                </a:lnTo>
                <a:lnTo>
                  <a:pt x="10269" y="20559"/>
                </a:lnTo>
                <a:lnTo>
                  <a:pt x="7327" y="21069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8AD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69" name="contour_15767"/>
          <p:cNvSpPr/>
          <p:nvPr/>
        </p:nvSpPr>
        <p:spPr>
          <a:xfrm>
            <a:off x="2298804" y="3257732"/>
            <a:ext cx="43728" cy="42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382" y="1846"/>
                </a:lnTo>
                <a:lnTo>
                  <a:pt x="7164" y="3691"/>
                </a:lnTo>
                <a:lnTo>
                  <a:pt x="8950" y="5541"/>
                </a:lnTo>
                <a:lnTo>
                  <a:pt x="10739" y="7394"/>
                </a:lnTo>
                <a:lnTo>
                  <a:pt x="12532" y="9251"/>
                </a:lnTo>
                <a:lnTo>
                  <a:pt x="14332" y="11115"/>
                </a:lnTo>
                <a:lnTo>
                  <a:pt x="16135" y="12983"/>
                </a:lnTo>
                <a:lnTo>
                  <a:pt x="17950" y="14862"/>
                </a:lnTo>
                <a:lnTo>
                  <a:pt x="19768" y="16745"/>
                </a:lnTo>
                <a:lnTo>
                  <a:pt x="21600" y="18643"/>
                </a:lnTo>
                <a:lnTo>
                  <a:pt x="17582" y="20015"/>
                </a:lnTo>
                <a:lnTo>
                  <a:pt x="14587" y="20955"/>
                </a:lnTo>
                <a:lnTo>
                  <a:pt x="12319" y="21473"/>
                </a:lnTo>
                <a:lnTo>
                  <a:pt x="10476" y="21600"/>
                </a:lnTo>
                <a:lnTo>
                  <a:pt x="8755" y="21350"/>
                </a:lnTo>
                <a:lnTo>
                  <a:pt x="6865" y="20746"/>
                </a:lnTo>
                <a:lnTo>
                  <a:pt x="4500" y="19807"/>
                </a:lnTo>
                <a:lnTo>
                  <a:pt x="3013" y="18192"/>
                </a:lnTo>
                <a:lnTo>
                  <a:pt x="1516" y="16563"/>
                </a:lnTo>
                <a:lnTo>
                  <a:pt x="0" y="14915"/>
                </a:lnTo>
                <a:lnTo>
                  <a:pt x="198" y="12234"/>
                </a:lnTo>
                <a:lnTo>
                  <a:pt x="594" y="9747"/>
                </a:lnTo>
                <a:lnTo>
                  <a:pt x="1156" y="7368"/>
                </a:lnTo>
                <a:lnTo>
                  <a:pt x="1861" y="5008"/>
                </a:lnTo>
                <a:lnTo>
                  <a:pt x="2686" y="2580"/>
                </a:lnTo>
                <a:lnTo>
                  <a:pt x="3600" y="0"/>
                </a:lnTo>
                <a:close/>
              </a:path>
            </a:pathLst>
          </a:custGeom>
          <a:solidFill>
            <a:srgbClr val="F6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0" name="contour_15768"/>
          <p:cNvSpPr/>
          <p:nvPr/>
        </p:nvSpPr>
        <p:spPr>
          <a:xfrm>
            <a:off x="1918517" y="3272308"/>
            <a:ext cx="377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30" y="0"/>
                </a:moveTo>
                <a:lnTo>
                  <a:pt x="18777" y="2255"/>
                </a:lnTo>
                <a:lnTo>
                  <a:pt x="19661" y="3883"/>
                </a:lnTo>
                <a:lnTo>
                  <a:pt x="20474" y="5674"/>
                </a:lnTo>
                <a:lnTo>
                  <a:pt x="21600" y="8413"/>
                </a:lnTo>
                <a:lnTo>
                  <a:pt x="20257" y="11319"/>
                </a:lnTo>
                <a:lnTo>
                  <a:pt x="19206" y="13435"/>
                </a:lnTo>
                <a:lnTo>
                  <a:pt x="18214" y="15118"/>
                </a:lnTo>
                <a:lnTo>
                  <a:pt x="17042" y="16708"/>
                </a:lnTo>
                <a:lnTo>
                  <a:pt x="15470" y="18563"/>
                </a:lnTo>
                <a:lnTo>
                  <a:pt x="13260" y="21032"/>
                </a:lnTo>
                <a:lnTo>
                  <a:pt x="9908" y="21411"/>
                </a:lnTo>
                <a:lnTo>
                  <a:pt x="7581" y="21600"/>
                </a:lnTo>
                <a:lnTo>
                  <a:pt x="5679" y="21600"/>
                </a:lnTo>
                <a:lnTo>
                  <a:pt x="3603" y="21411"/>
                </a:lnTo>
                <a:lnTo>
                  <a:pt x="751" y="21032"/>
                </a:lnTo>
                <a:lnTo>
                  <a:pt x="250" y="18155"/>
                </a:lnTo>
                <a:lnTo>
                  <a:pt x="0" y="16060"/>
                </a:lnTo>
                <a:lnTo>
                  <a:pt x="0" y="14142"/>
                </a:lnTo>
                <a:lnTo>
                  <a:pt x="250" y="11795"/>
                </a:lnTo>
                <a:lnTo>
                  <a:pt x="751" y="8413"/>
                </a:lnTo>
                <a:lnTo>
                  <a:pt x="2990" y="6878"/>
                </a:lnTo>
                <a:lnTo>
                  <a:pt x="5279" y="5494"/>
                </a:lnTo>
                <a:lnTo>
                  <a:pt x="7614" y="4232"/>
                </a:lnTo>
                <a:lnTo>
                  <a:pt x="9995" y="3079"/>
                </a:lnTo>
                <a:lnTo>
                  <a:pt x="12426" y="2002"/>
                </a:lnTo>
                <a:lnTo>
                  <a:pt x="14903" y="984"/>
                </a:lnTo>
                <a:lnTo>
                  <a:pt x="17430" y="0"/>
                </a:lnTo>
                <a:close/>
              </a:path>
            </a:pathLst>
          </a:custGeom>
          <a:solidFill>
            <a:srgbClr val="9683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1" name="contour_15769"/>
          <p:cNvSpPr/>
          <p:nvPr/>
        </p:nvSpPr>
        <p:spPr>
          <a:xfrm>
            <a:off x="8304109" y="3272308"/>
            <a:ext cx="65592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4686"/>
                </a:lnTo>
                <a:lnTo>
                  <a:pt x="21600" y="9400"/>
                </a:lnTo>
                <a:lnTo>
                  <a:pt x="21600" y="14178"/>
                </a:lnTo>
                <a:lnTo>
                  <a:pt x="20028" y="15043"/>
                </a:lnTo>
                <a:lnTo>
                  <a:pt x="18454" y="15886"/>
                </a:lnTo>
                <a:lnTo>
                  <a:pt x="16882" y="16709"/>
                </a:lnTo>
                <a:lnTo>
                  <a:pt x="15305" y="17510"/>
                </a:lnTo>
                <a:lnTo>
                  <a:pt x="13728" y="18289"/>
                </a:lnTo>
                <a:lnTo>
                  <a:pt x="12149" y="19055"/>
                </a:lnTo>
                <a:lnTo>
                  <a:pt x="10802" y="19828"/>
                </a:lnTo>
                <a:lnTo>
                  <a:pt x="9437" y="20615"/>
                </a:lnTo>
                <a:lnTo>
                  <a:pt x="8131" y="21182"/>
                </a:lnTo>
                <a:lnTo>
                  <a:pt x="7114" y="21501"/>
                </a:lnTo>
                <a:lnTo>
                  <a:pt x="6043" y="21600"/>
                </a:lnTo>
                <a:lnTo>
                  <a:pt x="4584" y="21515"/>
                </a:lnTo>
                <a:lnTo>
                  <a:pt x="2400" y="21267"/>
                </a:lnTo>
                <a:lnTo>
                  <a:pt x="1925" y="17056"/>
                </a:lnTo>
                <a:lnTo>
                  <a:pt x="1447" y="12831"/>
                </a:lnTo>
                <a:lnTo>
                  <a:pt x="970" y="8592"/>
                </a:lnTo>
                <a:lnTo>
                  <a:pt x="487" y="4317"/>
                </a:lnTo>
                <a:lnTo>
                  <a:pt x="0" y="0"/>
                </a:lnTo>
                <a:close/>
              </a:path>
            </a:pathLst>
          </a:custGeom>
          <a:solidFill>
            <a:srgbClr val="626D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2" name="contour_15770"/>
          <p:cNvSpPr/>
          <p:nvPr/>
        </p:nvSpPr>
        <p:spPr>
          <a:xfrm>
            <a:off x="8121909" y="3271047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21600" y="5677"/>
                </a:lnTo>
                <a:lnTo>
                  <a:pt x="21600" y="10204"/>
                </a:lnTo>
                <a:lnTo>
                  <a:pt x="21600" y="14793"/>
                </a:lnTo>
                <a:lnTo>
                  <a:pt x="19224" y="15541"/>
                </a:lnTo>
                <a:lnTo>
                  <a:pt x="16844" y="16290"/>
                </a:lnTo>
                <a:lnTo>
                  <a:pt x="14465" y="17039"/>
                </a:lnTo>
                <a:lnTo>
                  <a:pt x="12078" y="17795"/>
                </a:lnTo>
                <a:lnTo>
                  <a:pt x="9684" y="18550"/>
                </a:lnTo>
                <a:lnTo>
                  <a:pt x="7279" y="19306"/>
                </a:lnTo>
                <a:lnTo>
                  <a:pt x="4867" y="20068"/>
                </a:lnTo>
                <a:lnTo>
                  <a:pt x="2441" y="20831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ABB9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3" name="contour_15771"/>
          <p:cNvSpPr/>
          <p:nvPr/>
        </p:nvSpPr>
        <p:spPr>
          <a:xfrm>
            <a:off x="4040284" y="3265020"/>
            <a:ext cx="222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0" y="0"/>
                </a:moveTo>
                <a:lnTo>
                  <a:pt x="4550" y="535"/>
                </a:lnTo>
                <a:lnTo>
                  <a:pt x="8773" y="1072"/>
                </a:lnTo>
                <a:lnTo>
                  <a:pt x="13011" y="1609"/>
                </a:lnTo>
                <a:lnTo>
                  <a:pt x="17284" y="2152"/>
                </a:lnTo>
                <a:lnTo>
                  <a:pt x="21600" y="2700"/>
                </a:lnTo>
                <a:lnTo>
                  <a:pt x="18085" y="4039"/>
                </a:lnTo>
                <a:lnTo>
                  <a:pt x="14513" y="5400"/>
                </a:lnTo>
                <a:lnTo>
                  <a:pt x="14173" y="7293"/>
                </a:lnTo>
                <a:lnTo>
                  <a:pt x="13982" y="8670"/>
                </a:lnTo>
                <a:lnTo>
                  <a:pt x="13918" y="9928"/>
                </a:lnTo>
                <a:lnTo>
                  <a:pt x="13954" y="11462"/>
                </a:lnTo>
                <a:lnTo>
                  <a:pt x="14074" y="13667"/>
                </a:lnTo>
                <a:lnTo>
                  <a:pt x="14138" y="15150"/>
                </a:lnTo>
                <a:lnTo>
                  <a:pt x="14202" y="16640"/>
                </a:lnTo>
                <a:lnTo>
                  <a:pt x="14265" y="18152"/>
                </a:lnTo>
                <a:lnTo>
                  <a:pt x="14386" y="19864"/>
                </a:lnTo>
                <a:lnTo>
                  <a:pt x="14513" y="21600"/>
                </a:lnTo>
                <a:lnTo>
                  <a:pt x="11728" y="19759"/>
                </a:lnTo>
                <a:lnTo>
                  <a:pt x="9255" y="17993"/>
                </a:lnTo>
                <a:lnTo>
                  <a:pt x="7094" y="16281"/>
                </a:lnTo>
                <a:lnTo>
                  <a:pt x="5237" y="14602"/>
                </a:lnTo>
                <a:lnTo>
                  <a:pt x="3671" y="12938"/>
                </a:lnTo>
                <a:lnTo>
                  <a:pt x="2388" y="11267"/>
                </a:lnTo>
                <a:lnTo>
                  <a:pt x="1389" y="9572"/>
                </a:lnTo>
                <a:lnTo>
                  <a:pt x="666" y="7827"/>
                </a:lnTo>
                <a:lnTo>
                  <a:pt x="206" y="6018"/>
                </a:lnTo>
                <a:lnTo>
                  <a:pt x="0" y="4126"/>
                </a:lnTo>
                <a:lnTo>
                  <a:pt x="50" y="2125"/>
                </a:lnTo>
                <a:lnTo>
                  <a:pt x="340" y="0"/>
                </a:lnTo>
                <a:close/>
              </a:path>
            </a:pathLst>
          </a:custGeom>
          <a:solidFill>
            <a:srgbClr val="9581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4" name="contour_15772"/>
          <p:cNvSpPr/>
          <p:nvPr/>
        </p:nvSpPr>
        <p:spPr>
          <a:xfrm>
            <a:off x="10774738" y="324315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433" y="2791"/>
                </a:lnTo>
                <a:lnTo>
                  <a:pt x="19315" y="5599"/>
                </a:lnTo>
                <a:lnTo>
                  <a:pt x="19997" y="8441"/>
                </a:lnTo>
                <a:lnTo>
                  <a:pt x="20559" y="11331"/>
                </a:lnTo>
                <a:lnTo>
                  <a:pt x="21069" y="14273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920" y="18891"/>
                </a:lnTo>
                <a:lnTo>
                  <a:pt x="1858" y="16187"/>
                </a:lnTo>
                <a:lnTo>
                  <a:pt x="2812" y="13491"/>
                </a:lnTo>
                <a:lnTo>
                  <a:pt x="3780" y="10800"/>
                </a:lnTo>
                <a:lnTo>
                  <a:pt x="4480" y="8791"/>
                </a:lnTo>
                <a:lnTo>
                  <a:pt x="5188" y="6774"/>
                </a:lnTo>
                <a:lnTo>
                  <a:pt x="5905" y="4726"/>
                </a:lnTo>
                <a:lnTo>
                  <a:pt x="7262" y="2380"/>
                </a:lnTo>
                <a:lnTo>
                  <a:pt x="8640" y="0"/>
                </a:lnTo>
                <a:close/>
              </a:path>
            </a:pathLst>
          </a:custGeom>
          <a:solidFill>
            <a:srgbClr val="4F58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5" name="contour_15773"/>
          <p:cNvSpPr/>
          <p:nvPr/>
        </p:nvSpPr>
        <p:spPr>
          <a:xfrm>
            <a:off x="2313380" y="3257732"/>
            <a:ext cx="58304" cy="287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903"/>
                </a:lnTo>
                <a:lnTo>
                  <a:pt x="3564" y="1807"/>
                </a:lnTo>
                <a:lnTo>
                  <a:pt x="5349" y="2710"/>
                </a:lnTo>
                <a:lnTo>
                  <a:pt x="7136" y="3619"/>
                </a:lnTo>
                <a:lnTo>
                  <a:pt x="8926" y="4523"/>
                </a:lnTo>
                <a:lnTo>
                  <a:pt x="10719" y="5437"/>
                </a:lnTo>
                <a:lnTo>
                  <a:pt x="12517" y="6346"/>
                </a:lnTo>
                <a:lnTo>
                  <a:pt x="14321" y="7260"/>
                </a:lnTo>
                <a:lnTo>
                  <a:pt x="16130" y="8175"/>
                </a:lnTo>
                <a:lnTo>
                  <a:pt x="17944" y="9100"/>
                </a:lnTo>
                <a:lnTo>
                  <a:pt x="19769" y="10020"/>
                </a:lnTo>
                <a:lnTo>
                  <a:pt x="21600" y="10951"/>
                </a:lnTo>
                <a:lnTo>
                  <a:pt x="18622" y="14816"/>
                </a:lnTo>
                <a:lnTo>
                  <a:pt x="16324" y="17691"/>
                </a:lnTo>
                <a:lnTo>
                  <a:pt x="14545" y="19695"/>
                </a:lnTo>
                <a:lnTo>
                  <a:pt x="13117" y="20943"/>
                </a:lnTo>
                <a:lnTo>
                  <a:pt x="11880" y="21540"/>
                </a:lnTo>
                <a:lnTo>
                  <a:pt x="10670" y="21600"/>
                </a:lnTo>
                <a:lnTo>
                  <a:pt x="9323" y="21244"/>
                </a:lnTo>
                <a:lnTo>
                  <a:pt x="7679" y="20576"/>
                </a:lnTo>
                <a:lnTo>
                  <a:pt x="5970" y="18944"/>
                </a:lnTo>
                <a:lnTo>
                  <a:pt x="4377" y="17302"/>
                </a:lnTo>
                <a:lnTo>
                  <a:pt x="2870" y="15517"/>
                </a:lnTo>
                <a:lnTo>
                  <a:pt x="1423" y="13447"/>
                </a:lnTo>
                <a:lnTo>
                  <a:pt x="0" y="10951"/>
                </a:lnTo>
                <a:lnTo>
                  <a:pt x="0" y="7331"/>
                </a:lnTo>
                <a:lnTo>
                  <a:pt x="0" y="3690"/>
                </a:lnTo>
                <a:lnTo>
                  <a:pt x="0" y="0"/>
                </a:lnTo>
                <a:close/>
              </a:path>
            </a:pathLst>
          </a:custGeom>
          <a:solidFill>
            <a:srgbClr val="8A2A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6" name="contour_15774"/>
          <p:cNvSpPr/>
          <p:nvPr/>
        </p:nvSpPr>
        <p:spPr>
          <a:xfrm>
            <a:off x="1956268" y="324315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524" y="5530"/>
                </a:lnTo>
                <a:lnTo>
                  <a:pt x="19751" y="9357"/>
                </a:lnTo>
                <a:lnTo>
                  <a:pt x="19159" y="11966"/>
                </a:lnTo>
                <a:lnTo>
                  <a:pt x="18632" y="13837"/>
                </a:lnTo>
                <a:lnTo>
                  <a:pt x="18045" y="15448"/>
                </a:lnTo>
                <a:lnTo>
                  <a:pt x="17280" y="17280"/>
                </a:lnTo>
                <a:lnTo>
                  <a:pt x="16343" y="17747"/>
                </a:lnTo>
                <a:lnTo>
                  <a:pt x="15129" y="18356"/>
                </a:lnTo>
                <a:lnTo>
                  <a:pt x="12835" y="19505"/>
                </a:lnTo>
                <a:lnTo>
                  <a:pt x="8640" y="21600"/>
                </a:lnTo>
                <a:lnTo>
                  <a:pt x="7569" y="18926"/>
                </a:lnTo>
                <a:lnTo>
                  <a:pt x="6502" y="16252"/>
                </a:lnTo>
                <a:lnTo>
                  <a:pt x="5426" y="13569"/>
                </a:lnTo>
                <a:lnTo>
                  <a:pt x="4350" y="10882"/>
                </a:lnTo>
                <a:lnTo>
                  <a:pt x="3275" y="8182"/>
                </a:lnTo>
                <a:lnTo>
                  <a:pt x="2190" y="5469"/>
                </a:lnTo>
                <a:lnTo>
                  <a:pt x="1097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A54A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7" name="contour_15775"/>
          <p:cNvSpPr/>
          <p:nvPr/>
        </p:nvSpPr>
        <p:spPr>
          <a:xfrm>
            <a:off x="7407686" y="325044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916C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8" name="contour_15776"/>
          <p:cNvSpPr/>
          <p:nvPr/>
        </p:nvSpPr>
        <p:spPr>
          <a:xfrm>
            <a:off x="2320668" y="3243156"/>
            <a:ext cx="43728" cy="293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182"/>
                </a:lnTo>
                <a:lnTo>
                  <a:pt x="21600" y="6375"/>
                </a:lnTo>
                <a:lnTo>
                  <a:pt x="21600" y="9579"/>
                </a:lnTo>
                <a:lnTo>
                  <a:pt x="21600" y="12809"/>
                </a:lnTo>
                <a:lnTo>
                  <a:pt x="21600" y="16071"/>
                </a:lnTo>
                <a:lnTo>
                  <a:pt x="19404" y="18230"/>
                </a:lnTo>
                <a:lnTo>
                  <a:pt x="17140" y="19805"/>
                </a:lnTo>
                <a:lnTo>
                  <a:pt x="14800" y="20850"/>
                </a:lnTo>
                <a:lnTo>
                  <a:pt x="12370" y="21423"/>
                </a:lnTo>
                <a:lnTo>
                  <a:pt x="9842" y="21600"/>
                </a:lnTo>
                <a:lnTo>
                  <a:pt x="7200" y="21429"/>
                </a:lnTo>
                <a:lnTo>
                  <a:pt x="5292" y="18145"/>
                </a:lnTo>
                <a:lnTo>
                  <a:pt x="3935" y="15696"/>
                </a:lnTo>
                <a:lnTo>
                  <a:pt x="2923" y="13639"/>
                </a:lnTo>
                <a:lnTo>
                  <a:pt x="2066" y="11529"/>
                </a:lnTo>
                <a:lnTo>
                  <a:pt x="1159" y="8920"/>
                </a:lnTo>
                <a:lnTo>
                  <a:pt x="0" y="5357"/>
                </a:lnTo>
                <a:lnTo>
                  <a:pt x="2376" y="4768"/>
                </a:lnTo>
                <a:lnTo>
                  <a:pt x="4756" y="4179"/>
                </a:lnTo>
                <a:lnTo>
                  <a:pt x="7135" y="3589"/>
                </a:lnTo>
                <a:lnTo>
                  <a:pt x="9522" y="2995"/>
                </a:lnTo>
                <a:lnTo>
                  <a:pt x="11916" y="2400"/>
                </a:lnTo>
                <a:lnTo>
                  <a:pt x="14321" y="1805"/>
                </a:lnTo>
                <a:lnTo>
                  <a:pt x="16733" y="1205"/>
                </a:lnTo>
                <a:lnTo>
                  <a:pt x="19159" y="605"/>
                </a:lnTo>
                <a:lnTo>
                  <a:pt x="21600" y="0"/>
                </a:lnTo>
                <a:close/>
              </a:path>
            </a:pathLst>
          </a:custGeom>
          <a:solidFill>
            <a:srgbClr val="BC24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79" name="contour_15777"/>
          <p:cNvSpPr/>
          <p:nvPr/>
        </p:nvSpPr>
        <p:spPr>
          <a:xfrm>
            <a:off x="8114621" y="322858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499" y="2614"/>
                </a:lnTo>
                <a:lnTo>
                  <a:pt x="6683" y="5232"/>
                </a:lnTo>
                <a:lnTo>
                  <a:pt x="7862" y="7845"/>
                </a:lnTo>
                <a:lnTo>
                  <a:pt x="9046" y="10463"/>
                </a:lnTo>
                <a:lnTo>
                  <a:pt x="10225" y="13077"/>
                </a:lnTo>
                <a:lnTo>
                  <a:pt x="11629" y="15163"/>
                </a:lnTo>
                <a:lnTo>
                  <a:pt x="12921" y="16649"/>
                </a:lnTo>
                <a:lnTo>
                  <a:pt x="14649" y="17945"/>
                </a:lnTo>
                <a:lnTo>
                  <a:pt x="17362" y="1945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B4C3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0" name="contour_15778"/>
          <p:cNvSpPr/>
          <p:nvPr/>
        </p:nvSpPr>
        <p:spPr>
          <a:xfrm>
            <a:off x="10490506" y="322858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20255" y="10027"/>
                </a:lnTo>
                <a:lnTo>
                  <a:pt x="19289" y="13958"/>
                </a:lnTo>
                <a:lnTo>
                  <a:pt x="18554" y="16606"/>
                </a:lnTo>
                <a:lnTo>
                  <a:pt x="17890" y="18442"/>
                </a:lnTo>
                <a:lnTo>
                  <a:pt x="17156" y="19945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4088" y="18775"/>
                </a:lnTo>
                <a:lnTo>
                  <a:pt x="3299" y="16705"/>
                </a:lnTo>
                <a:lnTo>
                  <a:pt x="2716" y="14386"/>
                </a:lnTo>
                <a:lnTo>
                  <a:pt x="2025" y="10800"/>
                </a:lnTo>
                <a:lnTo>
                  <a:pt x="1415" y="7785"/>
                </a:lnTo>
                <a:lnTo>
                  <a:pt x="799" y="4726"/>
                </a:lnTo>
                <a:lnTo>
                  <a:pt x="599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B3C0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1" name="contour_15779"/>
          <p:cNvSpPr/>
          <p:nvPr/>
        </p:nvSpPr>
        <p:spPr>
          <a:xfrm>
            <a:off x="7247350" y="3221722"/>
            <a:ext cx="37351" cy="287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51" y="707"/>
                </a:moveTo>
                <a:lnTo>
                  <a:pt x="19636" y="3409"/>
                </a:lnTo>
                <a:lnTo>
                  <a:pt x="20711" y="5667"/>
                </a:lnTo>
                <a:lnTo>
                  <a:pt x="21242" y="8698"/>
                </a:lnTo>
                <a:lnTo>
                  <a:pt x="21600" y="13719"/>
                </a:lnTo>
                <a:lnTo>
                  <a:pt x="21427" y="16322"/>
                </a:lnTo>
                <a:lnTo>
                  <a:pt x="21250" y="18942"/>
                </a:lnTo>
                <a:lnTo>
                  <a:pt x="21073" y="21600"/>
                </a:lnTo>
                <a:lnTo>
                  <a:pt x="18093" y="21600"/>
                </a:lnTo>
                <a:lnTo>
                  <a:pt x="15109" y="21600"/>
                </a:lnTo>
                <a:lnTo>
                  <a:pt x="12117" y="21600"/>
                </a:lnTo>
                <a:lnTo>
                  <a:pt x="9112" y="21600"/>
                </a:lnTo>
                <a:lnTo>
                  <a:pt x="6094" y="21600"/>
                </a:lnTo>
                <a:lnTo>
                  <a:pt x="3060" y="21600"/>
                </a:lnTo>
                <a:lnTo>
                  <a:pt x="0" y="21600"/>
                </a:lnTo>
                <a:lnTo>
                  <a:pt x="0" y="17977"/>
                </a:lnTo>
                <a:lnTo>
                  <a:pt x="0" y="14332"/>
                </a:lnTo>
                <a:lnTo>
                  <a:pt x="0" y="10638"/>
                </a:lnTo>
                <a:lnTo>
                  <a:pt x="3797" y="6396"/>
                </a:lnTo>
                <a:lnTo>
                  <a:pt x="6659" y="3387"/>
                </a:lnTo>
                <a:lnTo>
                  <a:pt x="8889" y="1436"/>
                </a:lnTo>
                <a:lnTo>
                  <a:pt x="10789" y="362"/>
                </a:lnTo>
                <a:lnTo>
                  <a:pt x="12682" y="0"/>
                </a:lnTo>
                <a:lnTo>
                  <a:pt x="14865" y="170"/>
                </a:lnTo>
                <a:lnTo>
                  <a:pt x="17651" y="707"/>
                </a:lnTo>
                <a:close/>
              </a:path>
            </a:pathLst>
          </a:custGeom>
          <a:solidFill>
            <a:srgbClr val="565C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2" name="contour_15780"/>
          <p:cNvSpPr/>
          <p:nvPr/>
        </p:nvSpPr>
        <p:spPr>
          <a:xfrm>
            <a:off x="8486309" y="3184852"/>
            <a:ext cx="36440" cy="388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47" y="1807"/>
                </a:lnTo>
                <a:lnTo>
                  <a:pt x="8657" y="3287"/>
                </a:lnTo>
                <a:lnTo>
                  <a:pt x="11599" y="4563"/>
                </a:lnTo>
                <a:lnTo>
                  <a:pt x="13846" y="5755"/>
                </a:lnTo>
                <a:lnTo>
                  <a:pt x="15565" y="6987"/>
                </a:lnTo>
                <a:lnTo>
                  <a:pt x="16921" y="8373"/>
                </a:lnTo>
                <a:lnTo>
                  <a:pt x="18088" y="10038"/>
                </a:lnTo>
                <a:lnTo>
                  <a:pt x="19228" y="12105"/>
                </a:lnTo>
                <a:lnTo>
                  <a:pt x="20520" y="14690"/>
                </a:lnTo>
                <a:lnTo>
                  <a:pt x="21056" y="17458"/>
                </a:lnTo>
                <a:lnTo>
                  <a:pt x="21600" y="20263"/>
                </a:lnTo>
                <a:lnTo>
                  <a:pt x="16606" y="21004"/>
                </a:lnTo>
                <a:lnTo>
                  <a:pt x="13094" y="21450"/>
                </a:lnTo>
                <a:lnTo>
                  <a:pt x="10593" y="21600"/>
                </a:lnTo>
                <a:lnTo>
                  <a:pt x="8614" y="21450"/>
                </a:lnTo>
                <a:lnTo>
                  <a:pt x="6683" y="21004"/>
                </a:lnTo>
                <a:lnTo>
                  <a:pt x="4320" y="20263"/>
                </a:lnTo>
                <a:lnTo>
                  <a:pt x="3275" y="17799"/>
                </a:lnTo>
                <a:lnTo>
                  <a:pt x="2424" y="15327"/>
                </a:lnTo>
                <a:lnTo>
                  <a:pt x="1745" y="12842"/>
                </a:lnTo>
                <a:lnTo>
                  <a:pt x="1210" y="10338"/>
                </a:lnTo>
                <a:lnTo>
                  <a:pt x="795" y="7805"/>
                </a:lnTo>
                <a:lnTo>
                  <a:pt x="471" y="5244"/>
                </a:lnTo>
                <a:lnTo>
                  <a:pt x="216" y="2646"/>
                </a:lnTo>
                <a:lnTo>
                  <a:pt x="0" y="0"/>
                </a:lnTo>
                <a:close/>
              </a:path>
            </a:pathLst>
          </a:custGeom>
          <a:solidFill>
            <a:srgbClr val="A8BB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3" name="contour_15781"/>
          <p:cNvSpPr/>
          <p:nvPr/>
        </p:nvSpPr>
        <p:spPr>
          <a:xfrm>
            <a:off x="7487854" y="3192140"/>
            <a:ext cx="5830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3" y="2061"/>
                </a:lnTo>
                <a:lnTo>
                  <a:pt x="748" y="4152"/>
                </a:lnTo>
                <a:lnTo>
                  <a:pt x="1944" y="6774"/>
                </a:lnTo>
                <a:lnTo>
                  <a:pt x="3005" y="8303"/>
                </a:lnTo>
                <a:lnTo>
                  <a:pt x="4525" y="9323"/>
                </a:lnTo>
                <a:lnTo>
                  <a:pt x="7098" y="10428"/>
                </a:lnTo>
                <a:lnTo>
                  <a:pt x="8824" y="10731"/>
                </a:lnTo>
                <a:lnTo>
                  <a:pt x="10560" y="11033"/>
                </a:lnTo>
                <a:lnTo>
                  <a:pt x="12317" y="11340"/>
                </a:lnTo>
                <a:lnTo>
                  <a:pt x="14051" y="11664"/>
                </a:lnTo>
                <a:lnTo>
                  <a:pt x="15795" y="11992"/>
                </a:lnTo>
                <a:lnTo>
                  <a:pt x="17561" y="12321"/>
                </a:lnTo>
                <a:lnTo>
                  <a:pt x="18895" y="12532"/>
                </a:lnTo>
                <a:lnTo>
                  <a:pt x="20239" y="12744"/>
                </a:lnTo>
                <a:lnTo>
                  <a:pt x="21600" y="12960"/>
                </a:lnTo>
                <a:lnTo>
                  <a:pt x="20914" y="13509"/>
                </a:lnTo>
                <a:lnTo>
                  <a:pt x="20258" y="14036"/>
                </a:lnTo>
                <a:lnTo>
                  <a:pt x="19440" y="14688"/>
                </a:lnTo>
                <a:lnTo>
                  <a:pt x="18276" y="15621"/>
                </a:lnTo>
                <a:lnTo>
                  <a:pt x="16573" y="16982"/>
                </a:lnTo>
                <a:lnTo>
                  <a:pt x="14145" y="18926"/>
                </a:lnTo>
                <a:lnTo>
                  <a:pt x="10800" y="21600"/>
                </a:lnTo>
                <a:lnTo>
                  <a:pt x="10800" y="18744"/>
                </a:lnTo>
                <a:lnTo>
                  <a:pt x="10800" y="15872"/>
                </a:lnTo>
                <a:lnTo>
                  <a:pt x="10800" y="12960"/>
                </a:lnTo>
                <a:lnTo>
                  <a:pt x="9018" y="12960"/>
                </a:lnTo>
                <a:lnTo>
                  <a:pt x="7233" y="12960"/>
                </a:lnTo>
                <a:lnTo>
                  <a:pt x="5441" y="12960"/>
                </a:lnTo>
                <a:lnTo>
                  <a:pt x="3640" y="12960"/>
                </a:lnTo>
                <a:lnTo>
                  <a:pt x="1828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D2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4" name="contour_15782"/>
          <p:cNvSpPr/>
          <p:nvPr/>
        </p:nvSpPr>
        <p:spPr>
          <a:xfrm>
            <a:off x="4456050" y="319214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10027" y="1345"/>
                </a:lnTo>
                <a:lnTo>
                  <a:pt x="13958" y="2311"/>
                </a:lnTo>
                <a:lnTo>
                  <a:pt x="16606" y="3051"/>
                </a:lnTo>
                <a:lnTo>
                  <a:pt x="18442" y="3710"/>
                </a:lnTo>
                <a:lnTo>
                  <a:pt x="19945" y="444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775" y="17512"/>
                </a:lnTo>
                <a:lnTo>
                  <a:pt x="16705" y="18301"/>
                </a:lnTo>
                <a:lnTo>
                  <a:pt x="14386" y="18884"/>
                </a:lnTo>
                <a:lnTo>
                  <a:pt x="10800" y="19575"/>
                </a:lnTo>
                <a:lnTo>
                  <a:pt x="7785" y="20185"/>
                </a:lnTo>
                <a:lnTo>
                  <a:pt x="4726" y="20801"/>
                </a:lnTo>
                <a:lnTo>
                  <a:pt x="2380" y="212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DFE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5" name="contour_15783"/>
          <p:cNvSpPr/>
          <p:nvPr/>
        </p:nvSpPr>
        <p:spPr>
          <a:xfrm>
            <a:off x="4215546" y="3193284"/>
            <a:ext cx="51016" cy="280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4738"/>
                </a:moveTo>
                <a:lnTo>
                  <a:pt x="19557" y="9089"/>
                </a:lnTo>
                <a:lnTo>
                  <a:pt x="20239" y="12141"/>
                </a:lnTo>
                <a:lnTo>
                  <a:pt x="20708" y="14704"/>
                </a:lnTo>
                <a:lnTo>
                  <a:pt x="21112" y="17587"/>
                </a:lnTo>
                <a:lnTo>
                  <a:pt x="21600" y="21600"/>
                </a:lnTo>
                <a:lnTo>
                  <a:pt x="19295" y="20689"/>
                </a:lnTo>
                <a:lnTo>
                  <a:pt x="17116" y="19723"/>
                </a:lnTo>
                <a:lnTo>
                  <a:pt x="15043" y="18677"/>
                </a:lnTo>
                <a:lnTo>
                  <a:pt x="13059" y="17536"/>
                </a:lnTo>
                <a:lnTo>
                  <a:pt x="11139" y="16266"/>
                </a:lnTo>
                <a:lnTo>
                  <a:pt x="9273" y="14855"/>
                </a:lnTo>
                <a:lnTo>
                  <a:pt x="7433" y="13265"/>
                </a:lnTo>
                <a:lnTo>
                  <a:pt x="5607" y="11483"/>
                </a:lnTo>
                <a:lnTo>
                  <a:pt x="3771" y="9488"/>
                </a:lnTo>
                <a:lnTo>
                  <a:pt x="1910" y="7245"/>
                </a:lnTo>
                <a:lnTo>
                  <a:pt x="0" y="4738"/>
                </a:lnTo>
                <a:lnTo>
                  <a:pt x="2305" y="3024"/>
                </a:lnTo>
                <a:lnTo>
                  <a:pt x="4437" y="1658"/>
                </a:lnTo>
                <a:lnTo>
                  <a:pt x="6443" y="680"/>
                </a:lnTo>
                <a:lnTo>
                  <a:pt x="8372" y="112"/>
                </a:lnTo>
                <a:lnTo>
                  <a:pt x="10272" y="0"/>
                </a:lnTo>
                <a:lnTo>
                  <a:pt x="12189" y="377"/>
                </a:lnTo>
                <a:lnTo>
                  <a:pt x="14170" y="1265"/>
                </a:lnTo>
                <a:lnTo>
                  <a:pt x="16262" y="2709"/>
                </a:lnTo>
                <a:lnTo>
                  <a:pt x="18514" y="4738"/>
                </a:lnTo>
                <a:close/>
              </a:path>
            </a:pathLst>
          </a:custGeom>
          <a:solidFill>
            <a:srgbClr val="8480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6" name="contour_15784"/>
          <p:cNvSpPr/>
          <p:nvPr/>
        </p:nvSpPr>
        <p:spPr>
          <a:xfrm>
            <a:off x="8500885" y="317027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78" y="616"/>
                </a:lnTo>
                <a:lnTo>
                  <a:pt x="10892" y="1199"/>
                </a:lnTo>
                <a:lnTo>
                  <a:pt x="13063" y="2081"/>
                </a:lnTo>
                <a:lnTo>
                  <a:pt x="16200" y="3600"/>
                </a:lnTo>
                <a:lnTo>
                  <a:pt x="17512" y="6156"/>
                </a:lnTo>
                <a:lnTo>
                  <a:pt x="18301" y="7970"/>
                </a:lnTo>
                <a:lnTo>
                  <a:pt x="18884" y="9904"/>
                </a:lnTo>
                <a:lnTo>
                  <a:pt x="19575" y="12823"/>
                </a:lnTo>
                <a:lnTo>
                  <a:pt x="20185" y="15289"/>
                </a:lnTo>
                <a:lnTo>
                  <a:pt x="20801" y="17788"/>
                </a:lnTo>
                <a:lnTo>
                  <a:pt x="21200" y="19681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8672" y="19318"/>
                </a:lnTo>
                <a:lnTo>
                  <a:pt x="7295" y="17644"/>
                </a:lnTo>
                <a:lnTo>
                  <a:pt x="6064" y="15754"/>
                </a:lnTo>
                <a:lnTo>
                  <a:pt x="4385" y="12823"/>
                </a:lnTo>
                <a:lnTo>
                  <a:pt x="3418" y="11192"/>
                </a:lnTo>
                <a:lnTo>
                  <a:pt x="2446" y="9554"/>
                </a:lnTo>
                <a:lnTo>
                  <a:pt x="1458" y="7888"/>
                </a:lnTo>
                <a:lnTo>
                  <a:pt x="734" y="5760"/>
                </a:lnTo>
                <a:lnTo>
                  <a:pt x="0" y="3600"/>
                </a:lnTo>
                <a:lnTo>
                  <a:pt x="2678" y="1814"/>
                </a:lnTo>
                <a:lnTo>
                  <a:pt x="5400" y="0"/>
                </a:lnTo>
                <a:close/>
              </a:path>
            </a:pathLst>
          </a:custGeom>
          <a:solidFill>
            <a:srgbClr val="AFC2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7" name="contour_15785"/>
          <p:cNvSpPr/>
          <p:nvPr/>
        </p:nvSpPr>
        <p:spPr>
          <a:xfrm>
            <a:off x="8274957" y="317756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59" y="5348"/>
                </a:lnTo>
                <a:lnTo>
                  <a:pt x="19708" y="9426"/>
                </a:lnTo>
                <a:lnTo>
                  <a:pt x="18960" y="12480"/>
                </a:lnTo>
                <a:lnTo>
                  <a:pt x="18209" y="14761"/>
                </a:lnTo>
                <a:lnTo>
                  <a:pt x="17358" y="16511"/>
                </a:lnTo>
                <a:lnTo>
                  <a:pt x="16308" y="17980"/>
                </a:lnTo>
                <a:lnTo>
                  <a:pt x="14964" y="19414"/>
                </a:lnTo>
                <a:lnTo>
                  <a:pt x="13228" y="21060"/>
                </a:lnTo>
                <a:lnTo>
                  <a:pt x="12087" y="21194"/>
                </a:lnTo>
                <a:lnTo>
                  <a:pt x="8640" y="21600"/>
                </a:lnTo>
                <a:lnTo>
                  <a:pt x="5772" y="19185"/>
                </a:lnTo>
                <a:lnTo>
                  <a:pt x="3914" y="17479"/>
                </a:lnTo>
                <a:lnTo>
                  <a:pt x="2259" y="15677"/>
                </a:lnTo>
                <a:lnTo>
                  <a:pt x="0" y="12960"/>
                </a:lnTo>
                <a:lnTo>
                  <a:pt x="1961" y="10783"/>
                </a:lnTo>
                <a:lnTo>
                  <a:pt x="3944" y="8623"/>
                </a:lnTo>
                <a:lnTo>
                  <a:pt x="5940" y="6480"/>
                </a:lnTo>
                <a:lnTo>
                  <a:pt x="6774" y="5573"/>
                </a:lnTo>
                <a:lnTo>
                  <a:pt x="9279" y="2834"/>
                </a:lnTo>
                <a:lnTo>
                  <a:pt x="11146" y="1452"/>
                </a:lnTo>
                <a:lnTo>
                  <a:pt x="12718" y="613"/>
                </a:lnTo>
                <a:lnTo>
                  <a:pt x="14589" y="181"/>
                </a:lnTo>
                <a:lnTo>
                  <a:pt x="17353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7B88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8" name="contour_15786"/>
          <p:cNvSpPr/>
          <p:nvPr/>
        </p:nvSpPr>
        <p:spPr>
          <a:xfrm>
            <a:off x="6940540" y="3170276"/>
            <a:ext cx="2986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9867" y="785"/>
                </a:lnTo>
                <a:lnTo>
                  <a:pt x="12729" y="1364"/>
                </a:lnTo>
                <a:lnTo>
                  <a:pt x="15133" y="1912"/>
                </a:lnTo>
                <a:lnTo>
                  <a:pt x="17837" y="2599"/>
                </a:lnTo>
                <a:lnTo>
                  <a:pt x="21600" y="3600"/>
                </a:lnTo>
                <a:lnTo>
                  <a:pt x="20456" y="3989"/>
                </a:lnTo>
                <a:lnTo>
                  <a:pt x="18980" y="4496"/>
                </a:lnTo>
                <a:lnTo>
                  <a:pt x="16176" y="5454"/>
                </a:lnTo>
                <a:lnTo>
                  <a:pt x="11058" y="7200"/>
                </a:lnTo>
                <a:lnTo>
                  <a:pt x="12102" y="9338"/>
                </a:lnTo>
                <a:lnTo>
                  <a:pt x="13151" y="11484"/>
                </a:lnTo>
                <a:lnTo>
                  <a:pt x="14200" y="13637"/>
                </a:lnTo>
                <a:lnTo>
                  <a:pt x="15259" y="15808"/>
                </a:lnTo>
                <a:lnTo>
                  <a:pt x="16329" y="18000"/>
                </a:lnTo>
                <a:lnTo>
                  <a:pt x="13198" y="18713"/>
                </a:lnTo>
                <a:lnTo>
                  <a:pt x="10057" y="19429"/>
                </a:lnTo>
                <a:lnTo>
                  <a:pt x="6905" y="20146"/>
                </a:lnTo>
                <a:lnTo>
                  <a:pt x="3727" y="20869"/>
                </a:lnTo>
                <a:lnTo>
                  <a:pt x="517" y="21600"/>
                </a:lnTo>
                <a:lnTo>
                  <a:pt x="416" y="19408"/>
                </a:lnTo>
                <a:lnTo>
                  <a:pt x="332" y="17212"/>
                </a:lnTo>
                <a:lnTo>
                  <a:pt x="258" y="15019"/>
                </a:lnTo>
                <a:lnTo>
                  <a:pt x="190" y="12823"/>
                </a:lnTo>
                <a:lnTo>
                  <a:pt x="95" y="10375"/>
                </a:lnTo>
                <a:lnTo>
                  <a:pt x="0" y="7888"/>
                </a:lnTo>
                <a:lnTo>
                  <a:pt x="380" y="5353"/>
                </a:lnTo>
                <a:lnTo>
                  <a:pt x="1112" y="3686"/>
                </a:lnTo>
                <a:lnTo>
                  <a:pt x="2730" y="2149"/>
                </a:lnTo>
                <a:lnTo>
                  <a:pt x="5787" y="0"/>
                </a:lnTo>
                <a:close/>
              </a:path>
            </a:pathLst>
          </a:custGeom>
          <a:solidFill>
            <a:srgbClr val="ADC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89" name="contour_15787"/>
          <p:cNvSpPr/>
          <p:nvPr/>
        </p:nvSpPr>
        <p:spPr>
          <a:xfrm>
            <a:off x="4878753" y="3157114"/>
            <a:ext cx="58304" cy="204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04"/>
                </a:moveTo>
                <a:lnTo>
                  <a:pt x="21600" y="11293"/>
                </a:lnTo>
                <a:lnTo>
                  <a:pt x="21600" y="16412"/>
                </a:lnTo>
                <a:lnTo>
                  <a:pt x="21600" y="21600"/>
                </a:lnTo>
                <a:lnTo>
                  <a:pt x="19818" y="20961"/>
                </a:lnTo>
                <a:lnTo>
                  <a:pt x="18036" y="20330"/>
                </a:lnTo>
                <a:lnTo>
                  <a:pt x="16251" y="19691"/>
                </a:lnTo>
                <a:lnTo>
                  <a:pt x="14464" y="19060"/>
                </a:lnTo>
                <a:lnTo>
                  <a:pt x="12674" y="18421"/>
                </a:lnTo>
                <a:lnTo>
                  <a:pt x="10881" y="17782"/>
                </a:lnTo>
                <a:lnTo>
                  <a:pt x="9083" y="17143"/>
                </a:lnTo>
                <a:lnTo>
                  <a:pt x="7279" y="16496"/>
                </a:lnTo>
                <a:lnTo>
                  <a:pt x="5470" y="15850"/>
                </a:lnTo>
                <a:lnTo>
                  <a:pt x="3656" y="15203"/>
                </a:lnTo>
                <a:lnTo>
                  <a:pt x="1831" y="14557"/>
                </a:lnTo>
                <a:lnTo>
                  <a:pt x="0" y="13902"/>
                </a:lnTo>
                <a:lnTo>
                  <a:pt x="1993" y="10523"/>
                </a:lnTo>
                <a:lnTo>
                  <a:pt x="3845" y="7575"/>
                </a:lnTo>
                <a:lnTo>
                  <a:pt x="5589" y="5081"/>
                </a:lnTo>
                <a:lnTo>
                  <a:pt x="7258" y="3056"/>
                </a:lnTo>
                <a:lnTo>
                  <a:pt x="8880" y="1516"/>
                </a:lnTo>
                <a:lnTo>
                  <a:pt x="10489" y="493"/>
                </a:lnTo>
                <a:lnTo>
                  <a:pt x="12115" y="0"/>
                </a:lnTo>
                <a:lnTo>
                  <a:pt x="13789" y="54"/>
                </a:lnTo>
                <a:lnTo>
                  <a:pt x="15544" y="685"/>
                </a:lnTo>
                <a:lnTo>
                  <a:pt x="17410" y="1909"/>
                </a:lnTo>
                <a:lnTo>
                  <a:pt x="19418" y="3741"/>
                </a:lnTo>
                <a:lnTo>
                  <a:pt x="21600" y="6204"/>
                </a:lnTo>
                <a:close/>
              </a:path>
            </a:pathLst>
          </a:custGeom>
          <a:solidFill>
            <a:srgbClr val="A1AE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0" name="contour_15788"/>
          <p:cNvSpPr/>
          <p:nvPr/>
        </p:nvSpPr>
        <p:spPr>
          <a:xfrm>
            <a:off x="7123454" y="314841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42" y="1853"/>
                </a:lnTo>
                <a:lnTo>
                  <a:pt x="15952" y="3292"/>
                </a:lnTo>
                <a:lnTo>
                  <a:pt x="17381" y="4622"/>
                </a:lnTo>
                <a:lnTo>
                  <a:pt x="18400" y="6160"/>
                </a:lnTo>
                <a:lnTo>
                  <a:pt x="19267" y="8204"/>
                </a:lnTo>
                <a:lnTo>
                  <a:pt x="20250" y="11068"/>
                </a:lnTo>
                <a:lnTo>
                  <a:pt x="20696" y="13120"/>
                </a:lnTo>
                <a:lnTo>
                  <a:pt x="21143" y="15185"/>
                </a:lnTo>
                <a:lnTo>
                  <a:pt x="21600" y="17280"/>
                </a:lnTo>
                <a:lnTo>
                  <a:pt x="19224" y="17755"/>
                </a:lnTo>
                <a:lnTo>
                  <a:pt x="16844" y="18230"/>
                </a:lnTo>
                <a:lnTo>
                  <a:pt x="14465" y="18706"/>
                </a:lnTo>
                <a:lnTo>
                  <a:pt x="12078" y="19185"/>
                </a:lnTo>
                <a:lnTo>
                  <a:pt x="9684" y="19665"/>
                </a:lnTo>
                <a:lnTo>
                  <a:pt x="7279" y="20144"/>
                </a:lnTo>
                <a:lnTo>
                  <a:pt x="4867" y="20628"/>
                </a:lnTo>
                <a:lnTo>
                  <a:pt x="2441" y="21112"/>
                </a:lnTo>
                <a:lnTo>
                  <a:pt x="0" y="21600"/>
                </a:lnTo>
                <a:lnTo>
                  <a:pt x="1188" y="19224"/>
                </a:lnTo>
                <a:lnTo>
                  <a:pt x="2376" y="16844"/>
                </a:lnTo>
                <a:lnTo>
                  <a:pt x="3568" y="14463"/>
                </a:lnTo>
                <a:lnTo>
                  <a:pt x="4763" y="12079"/>
                </a:lnTo>
                <a:lnTo>
                  <a:pt x="5958" y="9681"/>
                </a:lnTo>
                <a:lnTo>
                  <a:pt x="7160" y="7279"/>
                </a:lnTo>
                <a:lnTo>
                  <a:pt x="8366" y="4864"/>
                </a:lnTo>
                <a:lnTo>
                  <a:pt x="9580" y="2441"/>
                </a:lnTo>
                <a:lnTo>
                  <a:pt x="10800" y="0"/>
                </a:lnTo>
                <a:close/>
              </a:path>
            </a:pathLst>
          </a:custGeom>
          <a:solidFill>
            <a:srgbClr val="B7C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1" name="contour_15789"/>
          <p:cNvSpPr/>
          <p:nvPr/>
        </p:nvSpPr>
        <p:spPr>
          <a:xfrm>
            <a:off x="4222520" y="3155700"/>
            <a:ext cx="2946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72" y="0"/>
                </a:moveTo>
                <a:lnTo>
                  <a:pt x="8746" y="0"/>
                </a:lnTo>
                <a:lnTo>
                  <a:pt x="11930" y="0"/>
                </a:lnTo>
                <a:lnTo>
                  <a:pt x="15125" y="0"/>
                </a:lnTo>
                <a:lnTo>
                  <a:pt x="18346" y="0"/>
                </a:lnTo>
                <a:lnTo>
                  <a:pt x="21600" y="0"/>
                </a:lnTo>
                <a:lnTo>
                  <a:pt x="20425" y="2376"/>
                </a:lnTo>
                <a:lnTo>
                  <a:pt x="19249" y="4756"/>
                </a:lnTo>
                <a:lnTo>
                  <a:pt x="18069" y="7135"/>
                </a:lnTo>
                <a:lnTo>
                  <a:pt x="16888" y="9522"/>
                </a:lnTo>
                <a:lnTo>
                  <a:pt x="15707" y="11916"/>
                </a:lnTo>
                <a:lnTo>
                  <a:pt x="14516" y="14321"/>
                </a:lnTo>
                <a:lnTo>
                  <a:pt x="13324" y="16733"/>
                </a:lnTo>
                <a:lnTo>
                  <a:pt x="12122" y="19159"/>
                </a:lnTo>
                <a:lnTo>
                  <a:pt x="10915" y="21600"/>
                </a:lnTo>
                <a:lnTo>
                  <a:pt x="8270" y="20707"/>
                </a:lnTo>
                <a:lnTo>
                  <a:pt x="5615" y="19814"/>
                </a:lnTo>
                <a:lnTo>
                  <a:pt x="2938" y="18911"/>
                </a:lnTo>
                <a:lnTo>
                  <a:pt x="230" y="18000"/>
                </a:lnTo>
                <a:lnTo>
                  <a:pt x="0" y="15444"/>
                </a:lnTo>
                <a:lnTo>
                  <a:pt x="27" y="13630"/>
                </a:lnTo>
                <a:lnTo>
                  <a:pt x="406" y="11696"/>
                </a:lnTo>
                <a:lnTo>
                  <a:pt x="1234" y="8777"/>
                </a:lnTo>
                <a:lnTo>
                  <a:pt x="1843" y="6311"/>
                </a:lnTo>
                <a:lnTo>
                  <a:pt x="2463" y="3812"/>
                </a:lnTo>
                <a:lnTo>
                  <a:pt x="4007" y="1919"/>
                </a:lnTo>
                <a:lnTo>
                  <a:pt x="5572" y="0"/>
                </a:lnTo>
                <a:close/>
              </a:path>
            </a:pathLst>
          </a:custGeom>
          <a:solidFill>
            <a:srgbClr val="3738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2" name="contour_15790"/>
          <p:cNvSpPr/>
          <p:nvPr/>
        </p:nvSpPr>
        <p:spPr>
          <a:xfrm>
            <a:off x="10760789" y="3141124"/>
            <a:ext cx="3581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018" y="0"/>
                </a:moveTo>
                <a:lnTo>
                  <a:pt x="6629" y="1614"/>
                </a:lnTo>
                <a:lnTo>
                  <a:pt x="8413" y="2796"/>
                </a:lnTo>
                <a:lnTo>
                  <a:pt x="10198" y="4123"/>
                </a:lnTo>
                <a:lnTo>
                  <a:pt x="12809" y="6171"/>
                </a:lnTo>
                <a:lnTo>
                  <a:pt x="12809" y="8211"/>
                </a:lnTo>
                <a:lnTo>
                  <a:pt x="12809" y="10263"/>
                </a:lnTo>
                <a:lnTo>
                  <a:pt x="12809" y="12343"/>
                </a:lnTo>
                <a:lnTo>
                  <a:pt x="15420" y="14392"/>
                </a:lnTo>
                <a:lnTo>
                  <a:pt x="17204" y="15719"/>
                </a:lnTo>
                <a:lnTo>
                  <a:pt x="18989" y="16900"/>
                </a:lnTo>
                <a:lnTo>
                  <a:pt x="21600" y="18514"/>
                </a:lnTo>
                <a:lnTo>
                  <a:pt x="18699" y="19023"/>
                </a:lnTo>
                <a:lnTo>
                  <a:pt x="15793" y="19533"/>
                </a:lnTo>
                <a:lnTo>
                  <a:pt x="12875" y="20045"/>
                </a:lnTo>
                <a:lnTo>
                  <a:pt x="9943" y="20560"/>
                </a:lnTo>
                <a:lnTo>
                  <a:pt x="6993" y="21079"/>
                </a:lnTo>
                <a:lnTo>
                  <a:pt x="4018" y="21600"/>
                </a:lnTo>
                <a:lnTo>
                  <a:pt x="3380" y="19770"/>
                </a:lnTo>
                <a:lnTo>
                  <a:pt x="2756" y="17940"/>
                </a:lnTo>
                <a:lnTo>
                  <a:pt x="2149" y="16107"/>
                </a:lnTo>
                <a:lnTo>
                  <a:pt x="1547" y="14271"/>
                </a:lnTo>
                <a:lnTo>
                  <a:pt x="857" y="12226"/>
                </a:lnTo>
                <a:lnTo>
                  <a:pt x="154" y="10149"/>
                </a:lnTo>
                <a:lnTo>
                  <a:pt x="0" y="7733"/>
                </a:lnTo>
                <a:lnTo>
                  <a:pt x="281" y="5721"/>
                </a:lnTo>
                <a:lnTo>
                  <a:pt x="1029" y="3903"/>
                </a:lnTo>
                <a:lnTo>
                  <a:pt x="2264" y="2067"/>
                </a:lnTo>
                <a:lnTo>
                  <a:pt x="4018" y="0"/>
                </a:lnTo>
                <a:close/>
              </a:path>
            </a:pathLst>
          </a:custGeom>
          <a:solidFill>
            <a:srgbClr val="8994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3" name="contour_15791"/>
          <p:cNvSpPr/>
          <p:nvPr/>
        </p:nvSpPr>
        <p:spPr>
          <a:xfrm>
            <a:off x="10424915" y="314112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16"/>
                </a:lnTo>
                <a:lnTo>
                  <a:pt x="2084" y="419"/>
                </a:lnTo>
                <a:lnTo>
                  <a:pt x="3175" y="635"/>
                </a:lnTo>
                <a:lnTo>
                  <a:pt x="4536" y="907"/>
                </a:lnTo>
                <a:lnTo>
                  <a:pt x="6343" y="1270"/>
                </a:lnTo>
                <a:lnTo>
                  <a:pt x="8777" y="1754"/>
                </a:lnTo>
                <a:lnTo>
                  <a:pt x="12010" y="2402"/>
                </a:lnTo>
                <a:lnTo>
                  <a:pt x="16225" y="3244"/>
                </a:lnTo>
                <a:lnTo>
                  <a:pt x="21600" y="4320"/>
                </a:lnTo>
                <a:lnTo>
                  <a:pt x="19850" y="6057"/>
                </a:lnTo>
                <a:lnTo>
                  <a:pt x="18097" y="7785"/>
                </a:lnTo>
                <a:lnTo>
                  <a:pt x="16340" y="9513"/>
                </a:lnTo>
                <a:lnTo>
                  <a:pt x="14584" y="11236"/>
                </a:lnTo>
                <a:lnTo>
                  <a:pt x="12823" y="12960"/>
                </a:lnTo>
                <a:lnTo>
                  <a:pt x="12100" y="13677"/>
                </a:lnTo>
                <a:lnTo>
                  <a:pt x="10818" y="14934"/>
                </a:lnTo>
                <a:lnTo>
                  <a:pt x="7888" y="17820"/>
                </a:lnTo>
                <a:lnTo>
                  <a:pt x="5353" y="20006"/>
                </a:lnTo>
                <a:lnTo>
                  <a:pt x="3686" y="21129"/>
                </a:lnTo>
                <a:lnTo>
                  <a:pt x="2149" y="2154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5862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4" name="contour_15792"/>
          <p:cNvSpPr/>
          <p:nvPr/>
        </p:nvSpPr>
        <p:spPr>
          <a:xfrm>
            <a:off x="8172925" y="3119260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761" y="3137"/>
                </a:lnTo>
                <a:lnTo>
                  <a:pt x="20498" y="5308"/>
                </a:lnTo>
                <a:lnTo>
                  <a:pt x="21017" y="7522"/>
                </a:lnTo>
                <a:lnTo>
                  <a:pt x="21600" y="10800"/>
                </a:lnTo>
                <a:lnTo>
                  <a:pt x="19724" y="12523"/>
                </a:lnTo>
                <a:lnTo>
                  <a:pt x="17860" y="14180"/>
                </a:lnTo>
                <a:lnTo>
                  <a:pt x="15990" y="15757"/>
                </a:lnTo>
                <a:lnTo>
                  <a:pt x="14105" y="17221"/>
                </a:lnTo>
                <a:lnTo>
                  <a:pt x="12192" y="18560"/>
                </a:lnTo>
                <a:lnTo>
                  <a:pt x="10238" y="19753"/>
                </a:lnTo>
                <a:lnTo>
                  <a:pt x="8236" y="20774"/>
                </a:lnTo>
                <a:lnTo>
                  <a:pt x="6171" y="21600"/>
                </a:lnTo>
                <a:lnTo>
                  <a:pt x="4456" y="18430"/>
                </a:lnTo>
                <a:lnTo>
                  <a:pt x="3243" y="16049"/>
                </a:lnTo>
                <a:lnTo>
                  <a:pt x="2364" y="14008"/>
                </a:lnTo>
                <a:lnTo>
                  <a:pt x="1645" y="11848"/>
                </a:lnTo>
                <a:lnTo>
                  <a:pt x="913" y="9131"/>
                </a:lnTo>
                <a:lnTo>
                  <a:pt x="0" y="5400"/>
                </a:lnTo>
                <a:lnTo>
                  <a:pt x="1808" y="4693"/>
                </a:lnTo>
                <a:lnTo>
                  <a:pt x="3620" y="4007"/>
                </a:lnTo>
                <a:lnTo>
                  <a:pt x="5434" y="3332"/>
                </a:lnTo>
                <a:lnTo>
                  <a:pt x="7248" y="2673"/>
                </a:lnTo>
                <a:lnTo>
                  <a:pt x="9066" y="2025"/>
                </a:lnTo>
                <a:lnTo>
                  <a:pt x="10751" y="1399"/>
                </a:lnTo>
                <a:lnTo>
                  <a:pt x="12445" y="767"/>
                </a:lnTo>
                <a:lnTo>
                  <a:pt x="14163" y="124"/>
                </a:lnTo>
                <a:lnTo>
                  <a:pt x="16323" y="65"/>
                </a:lnTo>
                <a:lnTo>
                  <a:pt x="18514" y="0"/>
                </a:lnTo>
                <a:close/>
              </a:path>
            </a:pathLst>
          </a:custGeom>
          <a:solidFill>
            <a:srgbClr val="6870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5" name="contour_15793"/>
          <p:cNvSpPr/>
          <p:nvPr/>
        </p:nvSpPr>
        <p:spPr>
          <a:xfrm>
            <a:off x="8085469" y="312654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223"/>
                </a:lnTo>
                <a:lnTo>
                  <a:pt x="9210" y="2445"/>
                </a:lnTo>
                <a:lnTo>
                  <a:pt x="11664" y="3672"/>
                </a:lnTo>
                <a:lnTo>
                  <a:pt x="14126" y="4903"/>
                </a:lnTo>
                <a:lnTo>
                  <a:pt x="16602" y="6143"/>
                </a:lnTo>
                <a:lnTo>
                  <a:pt x="19090" y="7387"/>
                </a:lnTo>
                <a:lnTo>
                  <a:pt x="21600" y="8640"/>
                </a:lnTo>
                <a:lnTo>
                  <a:pt x="19457" y="12869"/>
                </a:lnTo>
                <a:lnTo>
                  <a:pt x="17945" y="15526"/>
                </a:lnTo>
                <a:lnTo>
                  <a:pt x="16649" y="17112"/>
                </a:lnTo>
                <a:lnTo>
                  <a:pt x="15163" y="18127"/>
                </a:lnTo>
                <a:lnTo>
                  <a:pt x="13077" y="19068"/>
                </a:lnTo>
                <a:lnTo>
                  <a:pt x="11910" y="19297"/>
                </a:lnTo>
                <a:lnTo>
                  <a:pt x="8372" y="19980"/>
                </a:lnTo>
                <a:lnTo>
                  <a:pt x="5607" y="20516"/>
                </a:lnTo>
                <a:lnTo>
                  <a:pt x="2821" y="21056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AAA1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6" name="contour_15794"/>
          <p:cNvSpPr/>
          <p:nvPr/>
        </p:nvSpPr>
        <p:spPr>
          <a:xfrm>
            <a:off x="5257729" y="3125360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3"/>
                </a:moveTo>
                <a:lnTo>
                  <a:pt x="7279" y="348"/>
                </a:lnTo>
                <a:lnTo>
                  <a:pt x="10113" y="7"/>
                </a:lnTo>
                <a:lnTo>
                  <a:pt x="12887" y="0"/>
                </a:lnTo>
                <a:lnTo>
                  <a:pt x="15677" y="239"/>
                </a:lnTo>
                <a:lnTo>
                  <a:pt x="18559" y="642"/>
                </a:lnTo>
                <a:lnTo>
                  <a:pt x="21600" y="1113"/>
                </a:lnTo>
                <a:lnTo>
                  <a:pt x="21600" y="5170"/>
                </a:lnTo>
                <a:lnTo>
                  <a:pt x="21600" y="9240"/>
                </a:lnTo>
                <a:lnTo>
                  <a:pt x="21600" y="13323"/>
                </a:lnTo>
                <a:lnTo>
                  <a:pt x="21600" y="1744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53" y="16519"/>
                </a:lnTo>
                <a:lnTo>
                  <a:pt x="1054" y="12914"/>
                </a:lnTo>
                <a:lnTo>
                  <a:pt x="1711" y="9800"/>
                </a:lnTo>
                <a:lnTo>
                  <a:pt x="2730" y="6194"/>
                </a:lnTo>
                <a:lnTo>
                  <a:pt x="4320" y="1113"/>
                </a:lnTo>
                <a:close/>
              </a:path>
            </a:pathLst>
          </a:custGeom>
          <a:solidFill>
            <a:srgbClr val="CAD7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7" name="contour_15795"/>
          <p:cNvSpPr/>
          <p:nvPr/>
        </p:nvSpPr>
        <p:spPr>
          <a:xfrm>
            <a:off x="4608150" y="3104633"/>
            <a:ext cx="30099" cy="364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"/>
                </a:moveTo>
                <a:lnTo>
                  <a:pt x="20617" y="5017"/>
                </a:lnTo>
                <a:lnTo>
                  <a:pt x="19874" y="8524"/>
                </a:lnTo>
                <a:lnTo>
                  <a:pt x="19220" y="11022"/>
                </a:lnTo>
                <a:lnTo>
                  <a:pt x="18514" y="12998"/>
                </a:lnTo>
                <a:lnTo>
                  <a:pt x="17615" y="14926"/>
                </a:lnTo>
                <a:lnTo>
                  <a:pt x="16370" y="17286"/>
                </a:lnTo>
                <a:lnTo>
                  <a:pt x="12322" y="18874"/>
                </a:lnTo>
                <a:lnTo>
                  <a:pt x="9482" y="19892"/>
                </a:lnTo>
                <a:lnTo>
                  <a:pt x="7097" y="20547"/>
                </a:lnTo>
                <a:lnTo>
                  <a:pt x="4414" y="21048"/>
                </a:lnTo>
                <a:lnTo>
                  <a:pt x="680" y="21600"/>
                </a:lnTo>
                <a:lnTo>
                  <a:pt x="303" y="16708"/>
                </a:lnTo>
                <a:lnTo>
                  <a:pt x="78" y="13261"/>
                </a:lnTo>
                <a:lnTo>
                  <a:pt x="0" y="10781"/>
                </a:lnTo>
                <a:lnTo>
                  <a:pt x="78" y="8788"/>
                </a:lnTo>
                <a:lnTo>
                  <a:pt x="303" y="6803"/>
                </a:lnTo>
                <a:lnTo>
                  <a:pt x="680" y="4344"/>
                </a:lnTo>
                <a:lnTo>
                  <a:pt x="4038" y="2273"/>
                </a:lnTo>
                <a:lnTo>
                  <a:pt x="7134" y="984"/>
                </a:lnTo>
                <a:lnTo>
                  <a:pt x="10204" y="293"/>
                </a:lnTo>
                <a:lnTo>
                  <a:pt x="13478" y="26"/>
                </a:lnTo>
                <a:lnTo>
                  <a:pt x="17202" y="0"/>
                </a:lnTo>
                <a:lnTo>
                  <a:pt x="21600" y="30"/>
                </a:lnTo>
                <a:close/>
              </a:path>
            </a:pathLst>
          </a:custGeom>
          <a:solidFill>
            <a:srgbClr val="C2CD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8" name="contour_15796"/>
          <p:cNvSpPr/>
          <p:nvPr/>
        </p:nvSpPr>
        <p:spPr>
          <a:xfrm>
            <a:off x="8471019" y="3082820"/>
            <a:ext cx="2290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46" y="0"/>
                </a:moveTo>
                <a:lnTo>
                  <a:pt x="12089" y="0"/>
                </a:lnTo>
                <a:lnTo>
                  <a:pt x="16659" y="0"/>
                </a:lnTo>
                <a:lnTo>
                  <a:pt x="21291" y="0"/>
                </a:lnTo>
                <a:lnTo>
                  <a:pt x="21497" y="2570"/>
                </a:lnTo>
                <a:lnTo>
                  <a:pt x="21600" y="4417"/>
                </a:lnTo>
                <a:lnTo>
                  <a:pt x="21600" y="6059"/>
                </a:lnTo>
                <a:lnTo>
                  <a:pt x="21497" y="8014"/>
                </a:lnTo>
                <a:lnTo>
                  <a:pt x="21291" y="10800"/>
                </a:lnTo>
                <a:lnTo>
                  <a:pt x="17882" y="12586"/>
                </a:lnTo>
                <a:lnTo>
                  <a:pt x="14418" y="14400"/>
                </a:lnTo>
                <a:lnTo>
                  <a:pt x="16219" y="16664"/>
                </a:lnTo>
                <a:lnTo>
                  <a:pt x="17538" y="18166"/>
                </a:lnTo>
                <a:lnTo>
                  <a:pt x="19009" y="19588"/>
                </a:lnTo>
                <a:lnTo>
                  <a:pt x="21291" y="21600"/>
                </a:lnTo>
                <a:lnTo>
                  <a:pt x="17209" y="21600"/>
                </a:lnTo>
                <a:lnTo>
                  <a:pt x="13113" y="21600"/>
                </a:lnTo>
                <a:lnTo>
                  <a:pt x="9003" y="21600"/>
                </a:lnTo>
                <a:lnTo>
                  <a:pt x="4859" y="21600"/>
                </a:lnTo>
                <a:lnTo>
                  <a:pt x="673" y="21600"/>
                </a:lnTo>
                <a:lnTo>
                  <a:pt x="543" y="19408"/>
                </a:lnTo>
                <a:lnTo>
                  <a:pt x="433" y="17212"/>
                </a:lnTo>
                <a:lnTo>
                  <a:pt x="337" y="15019"/>
                </a:lnTo>
                <a:lnTo>
                  <a:pt x="247" y="12823"/>
                </a:lnTo>
                <a:lnTo>
                  <a:pt x="124" y="10375"/>
                </a:lnTo>
                <a:lnTo>
                  <a:pt x="0" y="7888"/>
                </a:lnTo>
                <a:lnTo>
                  <a:pt x="495" y="5353"/>
                </a:lnTo>
                <a:lnTo>
                  <a:pt x="1450" y="3686"/>
                </a:lnTo>
                <a:lnTo>
                  <a:pt x="3560" y="2149"/>
                </a:lnTo>
                <a:lnTo>
                  <a:pt x="7546" y="0"/>
                </a:lnTo>
                <a:close/>
              </a:path>
            </a:pathLst>
          </a:custGeom>
          <a:solidFill>
            <a:srgbClr val="8A93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799" name="contour_15797"/>
          <p:cNvSpPr/>
          <p:nvPr/>
        </p:nvSpPr>
        <p:spPr>
          <a:xfrm>
            <a:off x="7363958" y="309739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810" y="419"/>
                </a:lnTo>
                <a:lnTo>
                  <a:pt x="11736" y="907"/>
                </a:lnTo>
                <a:lnTo>
                  <a:pt x="14623" y="1892"/>
                </a:lnTo>
                <a:lnTo>
                  <a:pt x="16585" y="2553"/>
                </a:lnTo>
                <a:lnTo>
                  <a:pt x="18576" y="3223"/>
                </a:lnTo>
                <a:lnTo>
                  <a:pt x="20077" y="3767"/>
                </a:lnTo>
                <a:lnTo>
                  <a:pt x="21600" y="4320"/>
                </a:lnTo>
                <a:lnTo>
                  <a:pt x="19922" y="6493"/>
                </a:lnTo>
                <a:lnTo>
                  <a:pt x="18241" y="8657"/>
                </a:lnTo>
                <a:lnTo>
                  <a:pt x="16549" y="10813"/>
                </a:lnTo>
                <a:lnTo>
                  <a:pt x="14850" y="12960"/>
                </a:lnTo>
                <a:lnTo>
                  <a:pt x="14292" y="13677"/>
                </a:lnTo>
                <a:lnTo>
                  <a:pt x="13306" y="14934"/>
                </a:lnTo>
                <a:lnTo>
                  <a:pt x="11052" y="17820"/>
                </a:lnTo>
                <a:lnTo>
                  <a:pt x="9115" y="19665"/>
                </a:lnTo>
                <a:lnTo>
                  <a:pt x="7571" y="20784"/>
                </a:lnTo>
                <a:lnTo>
                  <a:pt x="5890" y="21358"/>
                </a:lnTo>
                <a:lnTo>
                  <a:pt x="3546" y="21570"/>
                </a:lnTo>
                <a:lnTo>
                  <a:pt x="0" y="21600"/>
                </a:lnTo>
                <a:lnTo>
                  <a:pt x="1048" y="16066"/>
                </a:lnTo>
                <a:lnTo>
                  <a:pt x="1883" y="11845"/>
                </a:lnTo>
                <a:lnTo>
                  <a:pt x="2596" y="8692"/>
                </a:lnTo>
                <a:lnTo>
                  <a:pt x="3262" y="6346"/>
                </a:lnTo>
                <a:lnTo>
                  <a:pt x="3974" y="4558"/>
                </a:lnTo>
                <a:lnTo>
                  <a:pt x="4810" y="3072"/>
                </a:lnTo>
                <a:lnTo>
                  <a:pt x="5857" y="1637"/>
                </a:lnTo>
                <a:lnTo>
                  <a:pt x="7200" y="0"/>
                </a:lnTo>
                <a:close/>
              </a:path>
            </a:pathLst>
          </a:custGeom>
          <a:solidFill>
            <a:srgbClr val="40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0" name="contour_15798"/>
          <p:cNvSpPr/>
          <p:nvPr/>
        </p:nvSpPr>
        <p:spPr>
          <a:xfrm>
            <a:off x="5716872" y="3097396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499" y="1867"/>
                </a:lnTo>
                <a:lnTo>
                  <a:pt x="6683" y="3737"/>
                </a:lnTo>
                <a:lnTo>
                  <a:pt x="7862" y="5604"/>
                </a:lnTo>
                <a:lnTo>
                  <a:pt x="9046" y="7474"/>
                </a:lnTo>
                <a:lnTo>
                  <a:pt x="10225" y="9340"/>
                </a:lnTo>
                <a:lnTo>
                  <a:pt x="12122" y="11180"/>
                </a:lnTo>
                <a:lnTo>
                  <a:pt x="14062" y="12562"/>
                </a:lnTo>
                <a:lnTo>
                  <a:pt x="16191" y="13636"/>
                </a:lnTo>
                <a:lnTo>
                  <a:pt x="18654" y="14543"/>
                </a:lnTo>
                <a:lnTo>
                  <a:pt x="21600" y="15429"/>
                </a:lnTo>
                <a:lnTo>
                  <a:pt x="18744" y="15429"/>
                </a:lnTo>
                <a:lnTo>
                  <a:pt x="15872" y="15429"/>
                </a:lnTo>
                <a:lnTo>
                  <a:pt x="12960" y="15429"/>
                </a:lnTo>
                <a:lnTo>
                  <a:pt x="11375" y="17261"/>
                </a:lnTo>
                <a:lnTo>
                  <a:pt x="10394" y="18514"/>
                </a:lnTo>
                <a:lnTo>
                  <a:pt x="9621" y="19767"/>
                </a:lnTo>
                <a:lnTo>
                  <a:pt x="8640" y="21600"/>
                </a:lnTo>
                <a:lnTo>
                  <a:pt x="8640" y="19560"/>
                </a:lnTo>
                <a:lnTo>
                  <a:pt x="8640" y="17508"/>
                </a:lnTo>
                <a:lnTo>
                  <a:pt x="8640" y="15429"/>
                </a:lnTo>
                <a:lnTo>
                  <a:pt x="5784" y="15429"/>
                </a:lnTo>
                <a:lnTo>
                  <a:pt x="2912" y="15429"/>
                </a:lnTo>
                <a:lnTo>
                  <a:pt x="0" y="15429"/>
                </a:lnTo>
                <a:lnTo>
                  <a:pt x="536" y="13519"/>
                </a:lnTo>
                <a:lnTo>
                  <a:pt x="1071" y="11608"/>
                </a:lnTo>
                <a:lnTo>
                  <a:pt x="1607" y="9692"/>
                </a:lnTo>
                <a:lnTo>
                  <a:pt x="2143" y="7773"/>
                </a:lnTo>
                <a:lnTo>
                  <a:pt x="2683" y="5844"/>
                </a:lnTo>
                <a:lnTo>
                  <a:pt x="3227" y="3907"/>
                </a:lnTo>
                <a:lnTo>
                  <a:pt x="3771" y="1959"/>
                </a:lnTo>
                <a:lnTo>
                  <a:pt x="4320" y="0"/>
                </a:lnTo>
                <a:close/>
              </a:path>
            </a:pathLst>
          </a:custGeom>
          <a:solidFill>
            <a:srgbClr val="A7B1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1" name="contour_15799"/>
          <p:cNvSpPr/>
          <p:nvPr/>
        </p:nvSpPr>
        <p:spPr>
          <a:xfrm>
            <a:off x="4477913" y="3111972"/>
            <a:ext cx="43728" cy="2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57"/>
                </a:lnTo>
                <a:lnTo>
                  <a:pt x="2084" y="693"/>
                </a:lnTo>
                <a:lnTo>
                  <a:pt x="3175" y="1050"/>
                </a:lnTo>
                <a:lnTo>
                  <a:pt x="4536" y="1500"/>
                </a:lnTo>
                <a:lnTo>
                  <a:pt x="6343" y="2101"/>
                </a:lnTo>
                <a:lnTo>
                  <a:pt x="8777" y="2901"/>
                </a:lnTo>
                <a:lnTo>
                  <a:pt x="12010" y="3973"/>
                </a:lnTo>
                <a:lnTo>
                  <a:pt x="16225" y="5366"/>
                </a:lnTo>
                <a:lnTo>
                  <a:pt x="21600" y="7145"/>
                </a:lnTo>
                <a:lnTo>
                  <a:pt x="20707" y="10682"/>
                </a:lnTo>
                <a:lnTo>
                  <a:pt x="19814" y="14240"/>
                </a:lnTo>
                <a:lnTo>
                  <a:pt x="18911" y="17813"/>
                </a:lnTo>
                <a:lnTo>
                  <a:pt x="18000" y="21436"/>
                </a:lnTo>
                <a:lnTo>
                  <a:pt x="15444" y="21600"/>
                </a:lnTo>
                <a:lnTo>
                  <a:pt x="13633" y="21464"/>
                </a:lnTo>
                <a:lnTo>
                  <a:pt x="11696" y="20871"/>
                </a:lnTo>
                <a:lnTo>
                  <a:pt x="8777" y="19649"/>
                </a:lnTo>
                <a:lnTo>
                  <a:pt x="6311" y="18706"/>
                </a:lnTo>
                <a:lnTo>
                  <a:pt x="3812" y="17749"/>
                </a:lnTo>
                <a:lnTo>
                  <a:pt x="1919" y="16034"/>
                </a:lnTo>
                <a:lnTo>
                  <a:pt x="0" y="14290"/>
                </a:lnTo>
                <a:lnTo>
                  <a:pt x="0" y="9567"/>
                </a:lnTo>
                <a:lnTo>
                  <a:pt x="0" y="4816"/>
                </a:lnTo>
                <a:lnTo>
                  <a:pt x="0" y="0"/>
                </a:lnTo>
                <a:close/>
              </a:path>
            </a:pathLst>
          </a:custGeom>
          <a:solidFill>
            <a:srgbClr val="2C27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2" name="contour_15800"/>
          <p:cNvSpPr/>
          <p:nvPr/>
        </p:nvSpPr>
        <p:spPr>
          <a:xfrm>
            <a:off x="3545051" y="3097396"/>
            <a:ext cx="2323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613" y="3085"/>
                </a:lnTo>
                <a:lnTo>
                  <a:pt x="11593" y="5497"/>
                </a:lnTo>
                <a:lnTo>
                  <a:pt x="15211" y="7434"/>
                </a:lnTo>
                <a:lnTo>
                  <a:pt x="17711" y="9090"/>
                </a:lnTo>
                <a:lnTo>
                  <a:pt x="19344" y="10663"/>
                </a:lnTo>
                <a:lnTo>
                  <a:pt x="20374" y="12355"/>
                </a:lnTo>
                <a:lnTo>
                  <a:pt x="21038" y="14360"/>
                </a:lnTo>
                <a:lnTo>
                  <a:pt x="21600" y="16877"/>
                </a:lnTo>
                <a:lnTo>
                  <a:pt x="21282" y="18050"/>
                </a:lnTo>
                <a:lnTo>
                  <a:pt x="20326" y="21600"/>
                </a:lnTo>
                <a:lnTo>
                  <a:pt x="16302" y="21600"/>
                </a:lnTo>
                <a:lnTo>
                  <a:pt x="12263" y="21600"/>
                </a:lnTo>
                <a:lnTo>
                  <a:pt x="8212" y="21600"/>
                </a:lnTo>
                <a:lnTo>
                  <a:pt x="4126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3" name="contour_15801"/>
          <p:cNvSpPr/>
          <p:nvPr/>
        </p:nvSpPr>
        <p:spPr>
          <a:xfrm>
            <a:off x="533893" y="3082820"/>
            <a:ext cx="30369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6" y="0"/>
                </a:moveTo>
                <a:lnTo>
                  <a:pt x="1400" y="1466"/>
                </a:lnTo>
                <a:lnTo>
                  <a:pt x="1939" y="2941"/>
                </a:lnTo>
                <a:lnTo>
                  <a:pt x="2483" y="4437"/>
                </a:lnTo>
                <a:lnTo>
                  <a:pt x="4287" y="6807"/>
                </a:lnTo>
                <a:lnTo>
                  <a:pt x="5795" y="8353"/>
                </a:lnTo>
                <a:lnTo>
                  <a:pt x="7568" y="9408"/>
                </a:lnTo>
                <a:lnTo>
                  <a:pt x="10165" y="10306"/>
                </a:lnTo>
                <a:lnTo>
                  <a:pt x="14146" y="11380"/>
                </a:lnTo>
                <a:lnTo>
                  <a:pt x="16608" y="11698"/>
                </a:lnTo>
                <a:lnTo>
                  <a:pt x="19086" y="12019"/>
                </a:lnTo>
                <a:lnTo>
                  <a:pt x="21600" y="12343"/>
                </a:lnTo>
                <a:lnTo>
                  <a:pt x="20838" y="13022"/>
                </a:lnTo>
                <a:lnTo>
                  <a:pt x="20076" y="13704"/>
                </a:lnTo>
                <a:lnTo>
                  <a:pt x="19019" y="14645"/>
                </a:lnTo>
                <a:lnTo>
                  <a:pt x="17386" y="16104"/>
                </a:lnTo>
                <a:lnTo>
                  <a:pt x="14887" y="18335"/>
                </a:lnTo>
                <a:lnTo>
                  <a:pt x="11233" y="21600"/>
                </a:lnTo>
                <a:lnTo>
                  <a:pt x="8180" y="21017"/>
                </a:lnTo>
                <a:lnTo>
                  <a:pt x="6080" y="20498"/>
                </a:lnTo>
                <a:lnTo>
                  <a:pt x="3965" y="19761"/>
                </a:lnTo>
                <a:lnTo>
                  <a:pt x="866" y="18514"/>
                </a:lnTo>
                <a:lnTo>
                  <a:pt x="373" y="16351"/>
                </a:lnTo>
                <a:lnTo>
                  <a:pt x="98" y="14777"/>
                </a:lnTo>
                <a:lnTo>
                  <a:pt x="0" y="13340"/>
                </a:lnTo>
                <a:lnTo>
                  <a:pt x="47" y="11587"/>
                </a:lnTo>
                <a:lnTo>
                  <a:pt x="218" y="9066"/>
                </a:lnTo>
                <a:lnTo>
                  <a:pt x="311" y="7372"/>
                </a:lnTo>
                <a:lnTo>
                  <a:pt x="404" y="5668"/>
                </a:lnTo>
                <a:lnTo>
                  <a:pt x="503" y="3940"/>
                </a:lnTo>
                <a:lnTo>
                  <a:pt x="684" y="1984"/>
                </a:lnTo>
                <a:lnTo>
                  <a:pt x="866" y="0"/>
                </a:lnTo>
                <a:close/>
              </a:path>
            </a:pathLst>
          </a:custGeom>
          <a:solidFill>
            <a:srgbClr val="C4BE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4" name="contour_15802"/>
          <p:cNvSpPr/>
          <p:nvPr/>
        </p:nvSpPr>
        <p:spPr>
          <a:xfrm>
            <a:off x="10760162" y="3104684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4277"/>
                </a:lnTo>
                <a:lnTo>
                  <a:pt x="20375" y="8568"/>
                </a:lnTo>
                <a:lnTo>
                  <a:pt x="19761" y="12874"/>
                </a:lnTo>
                <a:lnTo>
                  <a:pt x="19141" y="17215"/>
                </a:lnTo>
                <a:lnTo>
                  <a:pt x="18514" y="21600"/>
                </a:lnTo>
                <a:lnTo>
                  <a:pt x="17582" y="21240"/>
                </a:lnTo>
                <a:lnTo>
                  <a:pt x="16728" y="20902"/>
                </a:lnTo>
                <a:lnTo>
                  <a:pt x="15793" y="20542"/>
                </a:lnTo>
                <a:lnTo>
                  <a:pt x="14626" y="20088"/>
                </a:lnTo>
                <a:lnTo>
                  <a:pt x="13077" y="19483"/>
                </a:lnTo>
                <a:lnTo>
                  <a:pt x="10991" y="18677"/>
                </a:lnTo>
                <a:lnTo>
                  <a:pt x="8220" y="17597"/>
                </a:lnTo>
                <a:lnTo>
                  <a:pt x="4607" y="16193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0CF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5" name="contour_15803"/>
          <p:cNvSpPr/>
          <p:nvPr/>
        </p:nvSpPr>
        <p:spPr>
          <a:xfrm>
            <a:off x="1183741" y="3098548"/>
            <a:ext cx="51016" cy="215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57"/>
                </a:moveTo>
                <a:lnTo>
                  <a:pt x="20310" y="10500"/>
                </a:lnTo>
                <a:lnTo>
                  <a:pt x="19236" y="13469"/>
                </a:lnTo>
                <a:lnTo>
                  <a:pt x="17801" y="16438"/>
                </a:lnTo>
                <a:lnTo>
                  <a:pt x="15429" y="20781"/>
                </a:lnTo>
                <a:lnTo>
                  <a:pt x="13216" y="21234"/>
                </a:lnTo>
                <a:lnTo>
                  <a:pt x="11013" y="21505"/>
                </a:lnTo>
                <a:lnTo>
                  <a:pt x="8816" y="21600"/>
                </a:lnTo>
                <a:lnTo>
                  <a:pt x="6619" y="21549"/>
                </a:lnTo>
                <a:lnTo>
                  <a:pt x="4422" y="21381"/>
                </a:lnTo>
                <a:lnTo>
                  <a:pt x="2216" y="21117"/>
                </a:lnTo>
                <a:lnTo>
                  <a:pt x="0" y="20781"/>
                </a:lnTo>
                <a:lnTo>
                  <a:pt x="0" y="15948"/>
                </a:lnTo>
                <a:lnTo>
                  <a:pt x="0" y="11085"/>
                </a:lnTo>
                <a:lnTo>
                  <a:pt x="0" y="6157"/>
                </a:lnTo>
                <a:lnTo>
                  <a:pt x="2407" y="4095"/>
                </a:lnTo>
                <a:lnTo>
                  <a:pt x="4650" y="2420"/>
                </a:lnTo>
                <a:lnTo>
                  <a:pt x="6767" y="1163"/>
                </a:lnTo>
                <a:lnTo>
                  <a:pt x="8800" y="344"/>
                </a:lnTo>
                <a:lnTo>
                  <a:pt x="10794" y="0"/>
                </a:lnTo>
                <a:lnTo>
                  <a:pt x="12787" y="139"/>
                </a:lnTo>
                <a:lnTo>
                  <a:pt x="14824" y="804"/>
                </a:lnTo>
                <a:lnTo>
                  <a:pt x="16944" y="2011"/>
                </a:lnTo>
                <a:lnTo>
                  <a:pt x="19190" y="3788"/>
                </a:lnTo>
                <a:lnTo>
                  <a:pt x="21600" y="6157"/>
                </a:lnTo>
                <a:close/>
              </a:path>
            </a:pathLst>
          </a:custGeom>
          <a:solidFill>
            <a:srgbClr val="6E65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6" name="contour_15804"/>
          <p:cNvSpPr/>
          <p:nvPr/>
        </p:nvSpPr>
        <p:spPr>
          <a:xfrm>
            <a:off x="7014135" y="309010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566" y="10800"/>
                </a:lnTo>
                <a:lnTo>
                  <a:pt x="5141" y="10800"/>
                </a:lnTo>
                <a:lnTo>
                  <a:pt x="7724" y="10800"/>
                </a:lnTo>
                <a:lnTo>
                  <a:pt x="10329" y="10800"/>
                </a:lnTo>
                <a:lnTo>
                  <a:pt x="12960" y="10800"/>
                </a:lnTo>
                <a:lnTo>
                  <a:pt x="12960" y="7231"/>
                </a:lnTo>
                <a:lnTo>
                  <a:pt x="12960" y="3640"/>
                </a:lnTo>
                <a:lnTo>
                  <a:pt x="12960" y="0"/>
                </a:lnTo>
                <a:close/>
              </a:path>
            </a:pathLst>
          </a:custGeom>
          <a:solidFill>
            <a:srgbClr val="DD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7" name="contour_15805"/>
          <p:cNvSpPr/>
          <p:nvPr/>
        </p:nvSpPr>
        <p:spPr>
          <a:xfrm>
            <a:off x="4463338" y="3075532"/>
            <a:ext cx="58304" cy="369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3621" y="1980"/>
                </a:lnTo>
                <a:lnTo>
                  <a:pt x="4558" y="3993"/>
                </a:lnTo>
                <a:lnTo>
                  <a:pt x="6251" y="5951"/>
                </a:lnTo>
                <a:lnTo>
                  <a:pt x="7914" y="7488"/>
                </a:lnTo>
                <a:lnTo>
                  <a:pt x="9574" y="8672"/>
                </a:lnTo>
                <a:lnTo>
                  <a:pt x="11262" y="9570"/>
                </a:lnTo>
                <a:lnTo>
                  <a:pt x="13003" y="10255"/>
                </a:lnTo>
                <a:lnTo>
                  <a:pt x="14828" y="10796"/>
                </a:lnTo>
                <a:lnTo>
                  <a:pt x="16764" y="11264"/>
                </a:lnTo>
                <a:lnTo>
                  <a:pt x="18838" y="11724"/>
                </a:lnTo>
                <a:lnTo>
                  <a:pt x="20207" y="12243"/>
                </a:lnTo>
                <a:lnTo>
                  <a:pt x="21600" y="12771"/>
                </a:lnTo>
                <a:lnTo>
                  <a:pt x="21600" y="14882"/>
                </a:lnTo>
                <a:lnTo>
                  <a:pt x="21600" y="17028"/>
                </a:lnTo>
                <a:lnTo>
                  <a:pt x="19748" y="17650"/>
                </a:lnTo>
                <a:lnTo>
                  <a:pt x="17893" y="18250"/>
                </a:lnTo>
                <a:lnTo>
                  <a:pt x="16038" y="18833"/>
                </a:lnTo>
                <a:lnTo>
                  <a:pt x="14178" y="19403"/>
                </a:lnTo>
                <a:lnTo>
                  <a:pt x="12317" y="19957"/>
                </a:lnTo>
                <a:lnTo>
                  <a:pt x="10592" y="20497"/>
                </a:lnTo>
                <a:lnTo>
                  <a:pt x="8856" y="21047"/>
                </a:lnTo>
                <a:lnTo>
                  <a:pt x="7098" y="21600"/>
                </a:lnTo>
                <a:lnTo>
                  <a:pt x="5646" y="21498"/>
                </a:lnTo>
                <a:lnTo>
                  <a:pt x="4182" y="21391"/>
                </a:lnTo>
                <a:lnTo>
                  <a:pt x="2700" y="21285"/>
                </a:lnTo>
                <a:lnTo>
                  <a:pt x="1706" y="18309"/>
                </a:lnTo>
                <a:lnTo>
                  <a:pt x="1069" y="16160"/>
                </a:lnTo>
                <a:lnTo>
                  <a:pt x="659" y="14218"/>
                </a:lnTo>
                <a:lnTo>
                  <a:pt x="346" y="11873"/>
                </a:lnTo>
                <a:lnTo>
                  <a:pt x="0" y="8514"/>
                </a:lnTo>
                <a:lnTo>
                  <a:pt x="707" y="5534"/>
                </a:lnTo>
                <a:lnTo>
                  <a:pt x="1223" y="3657"/>
                </a:lnTo>
                <a:lnTo>
                  <a:pt x="1804" y="2077"/>
                </a:lnTo>
                <a:lnTo>
                  <a:pt x="2700" y="0"/>
                </a:lnTo>
                <a:close/>
              </a:path>
            </a:pathLst>
          </a:custGeom>
          <a:solidFill>
            <a:srgbClr val="846F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8" name="contour_15806"/>
          <p:cNvSpPr/>
          <p:nvPr/>
        </p:nvSpPr>
        <p:spPr>
          <a:xfrm>
            <a:off x="5447216" y="3082820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70" y="0"/>
                </a:moveTo>
                <a:lnTo>
                  <a:pt x="21290" y="2955"/>
                </a:lnTo>
                <a:lnTo>
                  <a:pt x="21600" y="5106"/>
                </a:lnTo>
                <a:lnTo>
                  <a:pt x="21600" y="7076"/>
                </a:lnTo>
                <a:lnTo>
                  <a:pt x="21290" y="9487"/>
                </a:lnTo>
                <a:lnTo>
                  <a:pt x="20670" y="12960"/>
                </a:lnTo>
                <a:lnTo>
                  <a:pt x="17895" y="14537"/>
                </a:lnTo>
                <a:lnTo>
                  <a:pt x="15058" y="15958"/>
                </a:lnTo>
                <a:lnTo>
                  <a:pt x="12164" y="17254"/>
                </a:lnTo>
                <a:lnTo>
                  <a:pt x="9214" y="18438"/>
                </a:lnTo>
                <a:lnTo>
                  <a:pt x="6201" y="19544"/>
                </a:lnTo>
                <a:lnTo>
                  <a:pt x="3131" y="20589"/>
                </a:lnTo>
                <a:lnTo>
                  <a:pt x="0" y="21600"/>
                </a:lnTo>
                <a:lnTo>
                  <a:pt x="971" y="16606"/>
                </a:lnTo>
                <a:lnTo>
                  <a:pt x="1705" y="13094"/>
                </a:lnTo>
                <a:lnTo>
                  <a:pt x="2351" y="10593"/>
                </a:lnTo>
                <a:lnTo>
                  <a:pt x="3049" y="8614"/>
                </a:lnTo>
                <a:lnTo>
                  <a:pt x="3938" y="6683"/>
                </a:lnTo>
                <a:lnTo>
                  <a:pt x="5167" y="4320"/>
                </a:lnTo>
                <a:lnTo>
                  <a:pt x="9167" y="2730"/>
                </a:lnTo>
                <a:lnTo>
                  <a:pt x="11973" y="1711"/>
                </a:lnTo>
                <a:lnTo>
                  <a:pt x="14329" y="1054"/>
                </a:lnTo>
                <a:lnTo>
                  <a:pt x="16980" y="553"/>
                </a:lnTo>
                <a:lnTo>
                  <a:pt x="20670" y="0"/>
                </a:lnTo>
                <a:close/>
              </a:path>
            </a:pathLst>
          </a:custGeom>
          <a:solidFill>
            <a:srgbClr val="C6D0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09" name="contour_15807"/>
          <p:cNvSpPr/>
          <p:nvPr/>
        </p:nvSpPr>
        <p:spPr>
          <a:xfrm>
            <a:off x="4295714" y="3060956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07" y="805"/>
                </a:lnTo>
                <a:lnTo>
                  <a:pt x="7341" y="1485"/>
                </a:lnTo>
                <a:lnTo>
                  <a:pt x="9847" y="2128"/>
                </a:lnTo>
                <a:lnTo>
                  <a:pt x="11772" y="2797"/>
                </a:lnTo>
                <a:lnTo>
                  <a:pt x="13262" y="3580"/>
                </a:lnTo>
                <a:lnTo>
                  <a:pt x="14466" y="4552"/>
                </a:lnTo>
                <a:lnTo>
                  <a:pt x="15530" y="5789"/>
                </a:lnTo>
                <a:lnTo>
                  <a:pt x="16601" y="7366"/>
                </a:lnTo>
                <a:lnTo>
                  <a:pt x="17826" y="9364"/>
                </a:lnTo>
                <a:lnTo>
                  <a:pt x="18814" y="12069"/>
                </a:lnTo>
                <a:lnTo>
                  <a:pt x="19536" y="14245"/>
                </a:lnTo>
                <a:lnTo>
                  <a:pt x="20347" y="17042"/>
                </a:lnTo>
                <a:lnTo>
                  <a:pt x="21600" y="21600"/>
                </a:lnTo>
                <a:lnTo>
                  <a:pt x="19135" y="20785"/>
                </a:lnTo>
                <a:lnTo>
                  <a:pt x="16885" y="19877"/>
                </a:lnTo>
                <a:lnTo>
                  <a:pt x="14830" y="18857"/>
                </a:lnTo>
                <a:lnTo>
                  <a:pt x="12932" y="17696"/>
                </a:lnTo>
                <a:lnTo>
                  <a:pt x="11167" y="16357"/>
                </a:lnTo>
                <a:lnTo>
                  <a:pt x="9504" y="14828"/>
                </a:lnTo>
                <a:lnTo>
                  <a:pt x="7912" y="13073"/>
                </a:lnTo>
                <a:lnTo>
                  <a:pt x="6363" y="11065"/>
                </a:lnTo>
                <a:lnTo>
                  <a:pt x="4826" y="8786"/>
                </a:lnTo>
                <a:lnTo>
                  <a:pt x="3274" y="6194"/>
                </a:lnTo>
                <a:lnTo>
                  <a:pt x="1676" y="3278"/>
                </a:lnTo>
                <a:lnTo>
                  <a:pt x="0" y="0"/>
                </a:lnTo>
                <a:close/>
              </a:path>
            </a:pathLst>
          </a:custGeom>
          <a:solidFill>
            <a:srgbClr val="7676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0" name="contour_15808"/>
          <p:cNvSpPr/>
          <p:nvPr/>
        </p:nvSpPr>
        <p:spPr>
          <a:xfrm>
            <a:off x="4980785" y="3039092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9145" y="1015"/>
                </a:lnTo>
                <a:lnTo>
                  <a:pt x="12622" y="1782"/>
                </a:lnTo>
                <a:lnTo>
                  <a:pt x="15070" y="2457"/>
                </a:lnTo>
                <a:lnTo>
                  <a:pt x="16951" y="3186"/>
                </a:lnTo>
                <a:lnTo>
                  <a:pt x="18719" y="4115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7901" y="21600"/>
                </a:lnTo>
                <a:lnTo>
                  <a:pt x="14949" y="21600"/>
                </a:lnTo>
                <a:lnTo>
                  <a:pt x="11988" y="21600"/>
                </a:lnTo>
                <a:lnTo>
                  <a:pt x="9015" y="21600"/>
                </a:lnTo>
                <a:lnTo>
                  <a:pt x="6030" y="21600"/>
                </a:lnTo>
                <a:lnTo>
                  <a:pt x="3027" y="21600"/>
                </a:lnTo>
                <a:lnTo>
                  <a:pt x="0" y="21600"/>
                </a:lnTo>
                <a:lnTo>
                  <a:pt x="688" y="18036"/>
                </a:lnTo>
                <a:lnTo>
                  <a:pt x="1376" y="14467"/>
                </a:lnTo>
                <a:lnTo>
                  <a:pt x="2068" y="10881"/>
                </a:lnTo>
                <a:lnTo>
                  <a:pt x="2765" y="7279"/>
                </a:lnTo>
                <a:lnTo>
                  <a:pt x="3465" y="3656"/>
                </a:lnTo>
                <a:lnTo>
                  <a:pt x="4170" y="0"/>
                </a:lnTo>
                <a:close/>
              </a:path>
            </a:pathLst>
          </a:custGeom>
          <a:solidFill>
            <a:srgbClr val="6C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1" name="contour_15809"/>
          <p:cNvSpPr/>
          <p:nvPr/>
        </p:nvSpPr>
        <p:spPr>
          <a:xfrm>
            <a:off x="3676234" y="3030165"/>
            <a:ext cx="3808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68" y="930"/>
                </a:moveTo>
                <a:lnTo>
                  <a:pt x="11592" y="310"/>
                </a:lnTo>
                <a:lnTo>
                  <a:pt x="13898" y="0"/>
                </a:lnTo>
                <a:lnTo>
                  <a:pt x="15784" y="0"/>
                </a:lnTo>
                <a:lnTo>
                  <a:pt x="17842" y="310"/>
                </a:lnTo>
                <a:lnTo>
                  <a:pt x="20670" y="930"/>
                </a:lnTo>
                <a:lnTo>
                  <a:pt x="21290" y="3758"/>
                </a:lnTo>
                <a:lnTo>
                  <a:pt x="21600" y="5816"/>
                </a:lnTo>
                <a:lnTo>
                  <a:pt x="21600" y="7702"/>
                </a:lnTo>
                <a:lnTo>
                  <a:pt x="21290" y="10008"/>
                </a:lnTo>
                <a:lnTo>
                  <a:pt x="20670" y="13332"/>
                </a:lnTo>
                <a:lnTo>
                  <a:pt x="18198" y="14688"/>
                </a:lnTo>
                <a:lnTo>
                  <a:pt x="15693" y="15916"/>
                </a:lnTo>
                <a:lnTo>
                  <a:pt x="13154" y="17036"/>
                </a:lnTo>
                <a:lnTo>
                  <a:pt x="10587" y="18065"/>
                </a:lnTo>
                <a:lnTo>
                  <a:pt x="7987" y="19020"/>
                </a:lnTo>
                <a:lnTo>
                  <a:pt x="5358" y="19917"/>
                </a:lnTo>
                <a:lnTo>
                  <a:pt x="2695" y="20769"/>
                </a:lnTo>
                <a:lnTo>
                  <a:pt x="0" y="21600"/>
                </a:lnTo>
                <a:lnTo>
                  <a:pt x="831" y="18905"/>
                </a:lnTo>
                <a:lnTo>
                  <a:pt x="1683" y="16242"/>
                </a:lnTo>
                <a:lnTo>
                  <a:pt x="2580" y="13613"/>
                </a:lnTo>
                <a:lnTo>
                  <a:pt x="3535" y="11013"/>
                </a:lnTo>
                <a:lnTo>
                  <a:pt x="4564" y="8446"/>
                </a:lnTo>
                <a:lnTo>
                  <a:pt x="5684" y="5907"/>
                </a:lnTo>
                <a:lnTo>
                  <a:pt x="6912" y="3402"/>
                </a:lnTo>
                <a:lnTo>
                  <a:pt x="8268" y="930"/>
                </a:lnTo>
                <a:close/>
              </a:path>
            </a:pathLst>
          </a:custGeom>
          <a:solidFill>
            <a:srgbClr val="C5C4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2" name="contour_15810"/>
          <p:cNvSpPr/>
          <p:nvPr/>
        </p:nvSpPr>
        <p:spPr>
          <a:xfrm>
            <a:off x="7873010" y="3017228"/>
            <a:ext cx="4483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4" y="0"/>
                </a:moveTo>
                <a:lnTo>
                  <a:pt x="751" y="1786"/>
                </a:lnTo>
                <a:lnTo>
                  <a:pt x="973" y="3578"/>
                </a:lnTo>
                <a:lnTo>
                  <a:pt x="1194" y="5400"/>
                </a:lnTo>
                <a:lnTo>
                  <a:pt x="2135" y="7186"/>
                </a:lnTo>
                <a:lnTo>
                  <a:pt x="3083" y="8978"/>
                </a:lnTo>
                <a:lnTo>
                  <a:pt x="4045" y="10800"/>
                </a:lnTo>
                <a:lnTo>
                  <a:pt x="6569" y="11156"/>
                </a:lnTo>
                <a:lnTo>
                  <a:pt x="9073" y="11354"/>
                </a:lnTo>
                <a:lnTo>
                  <a:pt x="11565" y="11423"/>
                </a:lnTo>
                <a:lnTo>
                  <a:pt x="14055" y="11380"/>
                </a:lnTo>
                <a:lnTo>
                  <a:pt x="16551" y="11246"/>
                </a:lnTo>
                <a:lnTo>
                  <a:pt x="19062" y="11045"/>
                </a:lnTo>
                <a:lnTo>
                  <a:pt x="21600" y="10800"/>
                </a:lnTo>
                <a:lnTo>
                  <a:pt x="20038" y="12870"/>
                </a:lnTo>
                <a:lnTo>
                  <a:pt x="18454" y="14843"/>
                </a:lnTo>
                <a:lnTo>
                  <a:pt x="16807" y="16711"/>
                </a:lnTo>
                <a:lnTo>
                  <a:pt x="15055" y="18468"/>
                </a:lnTo>
                <a:lnTo>
                  <a:pt x="13156" y="20099"/>
                </a:lnTo>
                <a:lnTo>
                  <a:pt x="11067" y="21600"/>
                </a:lnTo>
                <a:lnTo>
                  <a:pt x="8549" y="20725"/>
                </a:lnTo>
                <a:lnTo>
                  <a:pt x="6727" y="19984"/>
                </a:lnTo>
                <a:lnTo>
                  <a:pt x="5305" y="19184"/>
                </a:lnTo>
                <a:lnTo>
                  <a:pt x="3996" y="18119"/>
                </a:lnTo>
                <a:lnTo>
                  <a:pt x="2503" y="16589"/>
                </a:lnTo>
                <a:lnTo>
                  <a:pt x="534" y="14400"/>
                </a:lnTo>
                <a:lnTo>
                  <a:pt x="183" y="11916"/>
                </a:lnTo>
                <a:lnTo>
                  <a:pt x="18" y="9558"/>
                </a:lnTo>
                <a:lnTo>
                  <a:pt x="0" y="7254"/>
                </a:lnTo>
                <a:lnTo>
                  <a:pt x="102" y="4939"/>
                </a:lnTo>
                <a:lnTo>
                  <a:pt x="291" y="2545"/>
                </a:lnTo>
                <a:lnTo>
                  <a:pt x="534" y="0"/>
                </a:lnTo>
                <a:close/>
              </a:path>
            </a:pathLst>
          </a:custGeom>
          <a:solidFill>
            <a:srgbClr val="7A66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3" name="contour_15811"/>
          <p:cNvSpPr/>
          <p:nvPr/>
        </p:nvSpPr>
        <p:spPr>
          <a:xfrm>
            <a:off x="4718417" y="302451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403" y="4028"/>
                </a:lnTo>
                <a:lnTo>
                  <a:pt x="19888" y="6872"/>
                </a:lnTo>
                <a:lnTo>
                  <a:pt x="20801" y="8932"/>
                </a:lnTo>
                <a:lnTo>
                  <a:pt x="21287" y="10609"/>
                </a:lnTo>
                <a:lnTo>
                  <a:pt x="21503" y="12298"/>
                </a:lnTo>
                <a:lnTo>
                  <a:pt x="21600" y="14400"/>
                </a:lnTo>
                <a:lnTo>
                  <a:pt x="18290" y="16308"/>
                </a:lnTo>
                <a:lnTo>
                  <a:pt x="15822" y="17665"/>
                </a:lnTo>
                <a:lnTo>
                  <a:pt x="13754" y="18677"/>
                </a:lnTo>
                <a:lnTo>
                  <a:pt x="11621" y="19534"/>
                </a:lnTo>
                <a:lnTo>
                  <a:pt x="8991" y="20441"/>
                </a:lnTo>
                <a:lnTo>
                  <a:pt x="5400" y="21600"/>
                </a:lnTo>
                <a:lnTo>
                  <a:pt x="3575" y="19246"/>
                </a:lnTo>
                <a:lnTo>
                  <a:pt x="2381" y="17507"/>
                </a:lnTo>
                <a:lnTo>
                  <a:pt x="1561" y="15865"/>
                </a:lnTo>
                <a:lnTo>
                  <a:pt x="853" y="13802"/>
                </a:lnTo>
                <a:lnTo>
                  <a:pt x="0" y="10800"/>
                </a:lnTo>
                <a:lnTo>
                  <a:pt x="2338" y="8723"/>
                </a:lnTo>
                <a:lnTo>
                  <a:pt x="4833" y="6804"/>
                </a:lnTo>
                <a:lnTo>
                  <a:pt x="7484" y="5004"/>
                </a:lnTo>
                <a:lnTo>
                  <a:pt x="10265" y="3290"/>
                </a:lnTo>
                <a:lnTo>
                  <a:pt x="13176" y="1634"/>
                </a:lnTo>
                <a:lnTo>
                  <a:pt x="16200" y="0"/>
                </a:lnTo>
                <a:close/>
              </a:path>
            </a:pathLst>
          </a:custGeom>
          <a:solidFill>
            <a:srgbClr val="51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4" name="contour_15812"/>
          <p:cNvSpPr/>
          <p:nvPr/>
        </p:nvSpPr>
        <p:spPr>
          <a:xfrm>
            <a:off x="10133395" y="300265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2566"/>
                </a:lnTo>
                <a:lnTo>
                  <a:pt x="12960" y="5141"/>
                </a:lnTo>
                <a:lnTo>
                  <a:pt x="12960" y="7724"/>
                </a:lnTo>
                <a:lnTo>
                  <a:pt x="12960" y="10329"/>
                </a:lnTo>
                <a:lnTo>
                  <a:pt x="12960" y="12960"/>
                </a:lnTo>
                <a:lnTo>
                  <a:pt x="15816" y="12960"/>
                </a:lnTo>
                <a:lnTo>
                  <a:pt x="18688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390" y="21116"/>
                </a:lnTo>
                <a:lnTo>
                  <a:pt x="19259" y="20663"/>
                </a:lnTo>
                <a:lnTo>
                  <a:pt x="17954" y="20144"/>
                </a:lnTo>
                <a:lnTo>
                  <a:pt x="16226" y="19449"/>
                </a:lnTo>
                <a:lnTo>
                  <a:pt x="13820" y="18490"/>
                </a:lnTo>
                <a:lnTo>
                  <a:pt x="10485" y="17155"/>
                </a:lnTo>
                <a:lnTo>
                  <a:pt x="5962" y="15345"/>
                </a:lnTo>
                <a:lnTo>
                  <a:pt x="0" y="12960"/>
                </a:lnTo>
                <a:lnTo>
                  <a:pt x="812" y="9746"/>
                </a:lnTo>
                <a:lnTo>
                  <a:pt x="1443" y="7465"/>
                </a:lnTo>
                <a:lnTo>
                  <a:pt x="2100" y="5495"/>
                </a:lnTo>
                <a:lnTo>
                  <a:pt x="2989" y="3214"/>
                </a:lnTo>
                <a:lnTo>
                  <a:pt x="4320" y="0"/>
                </a:lnTo>
                <a:close/>
              </a:path>
            </a:pathLst>
          </a:custGeom>
          <a:solidFill>
            <a:srgbClr val="A0AA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5" name="contour_15813"/>
          <p:cNvSpPr/>
          <p:nvPr/>
        </p:nvSpPr>
        <p:spPr>
          <a:xfrm>
            <a:off x="5337896" y="300994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0577" y="1710"/>
                </a:lnTo>
                <a:lnTo>
                  <a:pt x="10350" y="3431"/>
                </a:lnTo>
                <a:lnTo>
                  <a:pt x="10123" y="5177"/>
                </a:lnTo>
                <a:lnTo>
                  <a:pt x="10346" y="7034"/>
                </a:lnTo>
                <a:lnTo>
                  <a:pt x="10573" y="8903"/>
                </a:lnTo>
                <a:lnTo>
                  <a:pt x="10800" y="10800"/>
                </a:lnTo>
                <a:lnTo>
                  <a:pt x="13478" y="12017"/>
                </a:lnTo>
                <a:lnTo>
                  <a:pt x="15379" y="12812"/>
                </a:lnTo>
                <a:lnTo>
                  <a:pt x="17021" y="13360"/>
                </a:lnTo>
                <a:lnTo>
                  <a:pt x="18922" y="13831"/>
                </a:lnTo>
                <a:lnTo>
                  <a:pt x="21600" y="14400"/>
                </a:lnTo>
                <a:lnTo>
                  <a:pt x="19220" y="14400"/>
                </a:lnTo>
                <a:lnTo>
                  <a:pt x="16826" y="14400"/>
                </a:lnTo>
                <a:lnTo>
                  <a:pt x="14400" y="14400"/>
                </a:lnTo>
                <a:lnTo>
                  <a:pt x="13079" y="16538"/>
                </a:lnTo>
                <a:lnTo>
                  <a:pt x="12262" y="18000"/>
                </a:lnTo>
                <a:lnTo>
                  <a:pt x="11617" y="19462"/>
                </a:lnTo>
                <a:lnTo>
                  <a:pt x="10800" y="21600"/>
                </a:lnTo>
                <a:lnTo>
                  <a:pt x="8784" y="19966"/>
                </a:lnTo>
                <a:lnTo>
                  <a:pt x="6847" y="18306"/>
                </a:lnTo>
                <a:lnTo>
                  <a:pt x="4997" y="16589"/>
                </a:lnTo>
                <a:lnTo>
                  <a:pt x="3233" y="14789"/>
                </a:lnTo>
                <a:lnTo>
                  <a:pt x="1566" y="12870"/>
                </a:lnTo>
                <a:lnTo>
                  <a:pt x="0" y="10800"/>
                </a:lnTo>
                <a:lnTo>
                  <a:pt x="353" y="7798"/>
                </a:lnTo>
                <a:lnTo>
                  <a:pt x="716" y="5735"/>
                </a:lnTo>
                <a:lnTo>
                  <a:pt x="1264" y="4093"/>
                </a:lnTo>
                <a:lnTo>
                  <a:pt x="2167" y="2354"/>
                </a:lnTo>
                <a:lnTo>
                  <a:pt x="3600" y="0"/>
                </a:lnTo>
                <a:close/>
              </a:path>
            </a:pathLst>
          </a:custGeom>
          <a:solidFill>
            <a:srgbClr val="CE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6" name="contour_15814"/>
          <p:cNvSpPr/>
          <p:nvPr/>
        </p:nvSpPr>
        <p:spPr>
          <a:xfrm>
            <a:off x="4534906" y="3009940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1918" y="302"/>
                </a:lnTo>
                <a:lnTo>
                  <a:pt x="3011" y="583"/>
                </a:lnTo>
                <a:lnTo>
                  <a:pt x="4270" y="913"/>
                </a:lnTo>
                <a:lnTo>
                  <a:pt x="5938" y="1345"/>
                </a:lnTo>
                <a:lnTo>
                  <a:pt x="8261" y="1944"/>
                </a:lnTo>
                <a:lnTo>
                  <a:pt x="11480" y="2781"/>
                </a:lnTo>
                <a:lnTo>
                  <a:pt x="15846" y="3910"/>
                </a:lnTo>
                <a:lnTo>
                  <a:pt x="21600" y="5400"/>
                </a:lnTo>
                <a:lnTo>
                  <a:pt x="20774" y="8608"/>
                </a:lnTo>
                <a:lnTo>
                  <a:pt x="19945" y="11826"/>
                </a:lnTo>
                <a:lnTo>
                  <a:pt x="19115" y="15055"/>
                </a:lnTo>
                <a:lnTo>
                  <a:pt x="18277" y="18311"/>
                </a:lnTo>
                <a:lnTo>
                  <a:pt x="17430" y="21600"/>
                </a:lnTo>
                <a:lnTo>
                  <a:pt x="14532" y="21087"/>
                </a:lnTo>
                <a:lnTo>
                  <a:pt x="11697" y="20493"/>
                </a:lnTo>
                <a:lnTo>
                  <a:pt x="8907" y="19764"/>
                </a:lnTo>
                <a:lnTo>
                  <a:pt x="6159" y="18841"/>
                </a:lnTo>
                <a:lnTo>
                  <a:pt x="3444" y="17674"/>
                </a:lnTo>
                <a:lnTo>
                  <a:pt x="751" y="16200"/>
                </a:lnTo>
                <a:lnTo>
                  <a:pt x="250" y="12020"/>
                </a:lnTo>
                <a:lnTo>
                  <a:pt x="0" y="9088"/>
                </a:lnTo>
                <a:lnTo>
                  <a:pt x="0" y="6626"/>
                </a:lnTo>
                <a:lnTo>
                  <a:pt x="250" y="3856"/>
                </a:lnTo>
                <a:lnTo>
                  <a:pt x="751" y="0"/>
                </a:lnTo>
                <a:close/>
              </a:path>
            </a:pathLst>
          </a:custGeom>
          <a:solidFill>
            <a:srgbClr val="905B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7" name="contour_15815"/>
          <p:cNvSpPr/>
          <p:nvPr/>
        </p:nvSpPr>
        <p:spPr>
          <a:xfrm>
            <a:off x="8253100" y="2981459"/>
            <a:ext cx="58304" cy="211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90" y="713"/>
                </a:moveTo>
                <a:lnTo>
                  <a:pt x="18862" y="1597"/>
                </a:lnTo>
                <a:lnTo>
                  <a:pt x="19694" y="3157"/>
                </a:lnTo>
                <a:lnTo>
                  <a:pt x="21600" y="6744"/>
                </a:lnTo>
                <a:lnTo>
                  <a:pt x="21600" y="11654"/>
                </a:lnTo>
                <a:lnTo>
                  <a:pt x="21600" y="16594"/>
                </a:lnTo>
                <a:lnTo>
                  <a:pt x="21600" y="21600"/>
                </a:lnTo>
                <a:lnTo>
                  <a:pt x="19799" y="21600"/>
                </a:lnTo>
                <a:lnTo>
                  <a:pt x="17998" y="21600"/>
                </a:lnTo>
                <a:lnTo>
                  <a:pt x="16197" y="21600"/>
                </a:lnTo>
                <a:lnTo>
                  <a:pt x="14399" y="21600"/>
                </a:lnTo>
                <a:lnTo>
                  <a:pt x="12598" y="21600"/>
                </a:lnTo>
                <a:lnTo>
                  <a:pt x="10797" y="21600"/>
                </a:lnTo>
                <a:lnTo>
                  <a:pt x="8996" y="21600"/>
                </a:lnTo>
                <a:lnTo>
                  <a:pt x="7198" y="21600"/>
                </a:lnTo>
                <a:lnTo>
                  <a:pt x="5397" y="21600"/>
                </a:lnTo>
                <a:lnTo>
                  <a:pt x="3599" y="21600"/>
                </a:lnTo>
                <a:lnTo>
                  <a:pt x="1798" y="21600"/>
                </a:lnTo>
                <a:lnTo>
                  <a:pt x="0" y="21600"/>
                </a:lnTo>
                <a:lnTo>
                  <a:pt x="2943" y="15940"/>
                </a:lnTo>
                <a:lnTo>
                  <a:pt x="5387" y="11313"/>
                </a:lnTo>
                <a:lnTo>
                  <a:pt x="7406" y="7628"/>
                </a:lnTo>
                <a:lnTo>
                  <a:pt x="9091" y="4791"/>
                </a:lnTo>
                <a:lnTo>
                  <a:pt x="10519" y="2704"/>
                </a:lnTo>
                <a:lnTo>
                  <a:pt x="11777" y="1278"/>
                </a:lnTo>
                <a:lnTo>
                  <a:pt x="12947" y="416"/>
                </a:lnTo>
                <a:lnTo>
                  <a:pt x="14110" y="22"/>
                </a:lnTo>
                <a:lnTo>
                  <a:pt x="15349" y="0"/>
                </a:lnTo>
                <a:lnTo>
                  <a:pt x="16748" y="260"/>
                </a:lnTo>
                <a:lnTo>
                  <a:pt x="18390" y="713"/>
                </a:lnTo>
                <a:close/>
              </a:path>
            </a:pathLst>
          </a:custGeom>
          <a:solidFill>
            <a:srgbClr val="4D52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8" name="contour_15816"/>
          <p:cNvSpPr/>
          <p:nvPr/>
        </p:nvSpPr>
        <p:spPr>
          <a:xfrm>
            <a:off x="7853434" y="2980789"/>
            <a:ext cx="20683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378" y="0"/>
                </a:moveTo>
                <a:lnTo>
                  <a:pt x="10998" y="370"/>
                </a:lnTo>
                <a:lnTo>
                  <a:pt x="14118" y="744"/>
                </a:lnTo>
                <a:lnTo>
                  <a:pt x="17178" y="1344"/>
                </a:lnTo>
                <a:lnTo>
                  <a:pt x="21600" y="2400"/>
                </a:lnTo>
                <a:lnTo>
                  <a:pt x="21471" y="4090"/>
                </a:lnTo>
                <a:lnTo>
                  <a:pt x="21212" y="5717"/>
                </a:lnTo>
                <a:lnTo>
                  <a:pt x="20816" y="7308"/>
                </a:lnTo>
                <a:lnTo>
                  <a:pt x="20276" y="8892"/>
                </a:lnTo>
                <a:lnTo>
                  <a:pt x="19591" y="10495"/>
                </a:lnTo>
                <a:lnTo>
                  <a:pt x="18746" y="12149"/>
                </a:lnTo>
                <a:lnTo>
                  <a:pt x="18099" y="13512"/>
                </a:lnTo>
                <a:lnTo>
                  <a:pt x="17437" y="14892"/>
                </a:lnTo>
                <a:lnTo>
                  <a:pt x="16607" y="16570"/>
                </a:lnTo>
                <a:lnTo>
                  <a:pt x="15755" y="18247"/>
                </a:lnTo>
                <a:lnTo>
                  <a:pt x="14879" y="19925"/>
                </a:lnTo>
                <a:lnTo>
                  <a:pt x="13989" y="21600"/>
                </a:lnTo>
                <a:lnTo>
                  <a:pt x="10648" y="19896"/>
                </a:lnTo>
                <a:lnTo>
                  <a:pt x="7718" y="18310"/>
                </a:lnTo>
                <a:lnTo>
                  <a:pt x="5229" y="16807"/>
                </a:lnTo>
                <a:lnTo>
                  <a:pt x="3197" y="15348"/>
                </a:lnTo>
                <a:lnTo>
                  <a:pt x="1644" y="13896"/>
                </a:lnTo>
                <a:lnTo>
                  <a:pt x="578" y="12410"/>
                </a:lnTo>
                <a:lnTo>
                  <a:pt x="23" y="10858"/>
                </a:lnTo>
                <a:lnTo>
                  <a:pt x="0" y="9197"/>
                </a:lnTo>
                <a:lnTo>
                  <a:pt x="533" y="7390"/>
                </a:lnTo>
                <a:lnTo>
                  <a:pt x="1621" y="5400"/>
                </a:lnTo>
                <a:lnTo>
                  <a:pt x="2748" y="4044"/>
                </a:lnTo>
                <a:lnTo>
                  <a:pt x="3912" y="2693"/>
                </a:lnTo>
                <a:lnTo>
                  <a:pt x="5115" y="1344"/>
                </a:lnTo>
                <a:lnTo>
                  <a:pt x="6378" y="0"/>
                </a:lnTo>
                <a:close/>
              </a:path>
            </a:pathLst>
          </a:custGeom>
          <a:solidFill>
            <a:srgbClr val="CFD8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19" name="contour_15817"/>
          <p:cNvSpPr/>
          <p:nvPr/>
        </p:nvSpPr>
        <p:spPr>
          <a:xfrm>
            <a:off x="7414974" y="298807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818" y="2673"/>
                </a:lnTo>
                <a:lnTo>
                  <a:pt x="18032" y="5351"/>
                </a:lnTo>
                <a:lnTo>
                  <a:pt x="16247" y="8030"/>
                </a:lnTo>
                <a:lnTo>
                  <a:pt x="14454" y="10719"/>
                </a:lnTo>
                <a:lnTo>
                  <a:pt x="12654" y="13419"/>
                </a:lnTo>
                <a:lnTo>
                  <a:pt x="10847" y="16130"/>
                </a:lnTo>
                <a:lnTo>
                  <a:pt x="9029" y="18857"/>
                </a:lnTo>
                <a:lnTo>
                  <a:pt x="7200" y="21600"/>
                </a:lnTo>
                <a:lnTo>
                  <a:pt x="7200" y="18031"/>
                </a:lnTo>
                <a:lnTo>
                  <a:pt x="7200" y="14440"/>
                </a:lnTo>
                <a:lnTo>
                  <a:pt x="7200" y="10800"/>
                </a:lnTo>
                <a:lnTo>
                  <a:pt x="4820" y="10800"/>
                </a:lnTo>
                <a:lnTo>
                  <a:pt x="2426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C4C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0" name="contour_15818"/>
          <p:cNvSpPr/>
          <p:nvPr/>
        </p:nvSpPr>
        <p:spPr>
          <a:xfrm>
            <a:off x="10337459" y="2980789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67"/>
                </a:lnTo>
                <a:lnTo>
                  <a:pt x="4601" y="776"/>
                </a:lnTo>
                <a:lnTo>
                  <a:pt x="6869" y="1240"/>
                </a:lnTo>
                <a:lnTo>
                  <a:pt x="9119" y="1786"/>
                </a:lnTo>
                <a:lnTo>
                  <a:pt x="11351" y="2424"/>
                </a:lnTo>
                <a:lnTo>
                  <a:pt x="13576" y="3179"/>
                </a:lnTo>
                <a:lnTo>
                  <a:pt x="15790" y="4067"/>
                </a:lnTo>
                <a:lnTo>
                  <a:pt x="18000" y="5103"/>
                </a:lnTo>
                <a:lnTo>
                  <a:pt x="19433" y="9052"/>
                </a:lnTo>
                <a:lnTo>
                  <a:pt x="20336" y="11823"/>
                </a:lnTo>
                <a:lnTo>
                  <a:pt x="20884" y="14150"/>
                </a:lnTo>
                <a:lnTo>
                  <a:pt x="21247" y="16768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58" y="17166"/>
                </a:lnTo>
                <a:lnTo>
                  <a:pt x="1454" y="13910"/>
                </a:lnTo>
                <a:lnTo>
                  <a:pt x="828" y="10604"/>
                </a:lnTo>
                <a:lnTo>
                  <a:pt x="414" y="7210"/>
                </a:lnTo>
                <a:lnTo>
                  <a:pt x="158" y="3689"/>
                </a:lnTo>
                <a:lnTo>
                  <a:pt x="0" y="0"/>
                </a:lnTo>
                <a:close/>
              </a:path>
            </a:pathLst>
          </a:custGeom>
          <a:solidFill>
            <a:srgbClr val="C7D6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1" name="contour_15819"/>
          <p:cNvSpPr/>
          <p:nvPr/>
        </p:nvSpPr>
        <p:spPr>
          <a:xfrm>
            <a:off x="8486309" y="2980789"/>
            <a:ext cx="43728" cy="318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086"/>
                </a:lnTo>
                <a:lnTo>
                  <a:pt x="4756" y="2172"/>
                </a:lnTo>
                <a:lnTo>
                  <a:pt x="7135" y="3263"/>
                </a:lnTo>
                <a:lnTo>
                  <a:pt x="9522" y="4355"/>
                </a:lnTo>
                <a:lnTo>
                  <a:pt x="11916" y="5446"/>
                </a:lnTo>
                <a:lnTo>
                  <a:pt x="14321" y="6547"/>
                </a:lnTo>
                <a:lnTo>
                  <a:pt x="16733" y="7648"/>
                </a:lnTo>
                <a:lnTo>
                  <a:pt x="19159" y="8758"/>
                </a:lnTo>
                <a:lnTo>
                  <a:pt x="21600" y="9874"/>
                </a:lnTo>
                <a:lnTo>
                  <a:pt x="18540" y="14041"/>
                </a:lnTo>
                <a:lnTo>
                  <a:pt x="16326" y="16890"/>
                </a:lnTo>
                <a:lnTo>
                  <a:pt x="14598" y="18746"/>
                </a:lnTo>
                <a:lnTo>
                  <a:pt x="13000" y="19931"/>
                </a:lnTo>
                <a:lnTo>
                  <a:pt x="11178" y="20775"/>
                </a:lnTo>
                <a:lnTo>
                  <a:pt x="8777" y="21600"/>
                </a:lnTo>
                <a:lnTo>
                  <a:pt x="8014" y="21328"/>
                </a:lnTo>
                <a:lnTo>
                  <a:pt x="6671" y="20850"/>
                </a:lnTo>
                <a:lnTo>
                  <a:pt x="3600" y="19749"/>
                </a:lnTo>
                <a:lnTo>
                  <a:pt x="2621" y="16495"/>
                </a:lnTo>
                <a:lnTo>
                  <a:pt x="1865" y="13315"/>
                </a:lnTo>
                <a:lnTo>
                  <a:pt x="1278" y="10136"/>
                </a:lnTo>
                <a:lnTo>
                  <a:pt x="810" y="6897"/>
                </a:lnTo>
                <a:lnTo>
                  <a:pt x="400" y="3540"/>
                </a:lnTo>
                <a:lnTo>
                  <a:pt x="0" y="0"/>
                </a:lnTo>
                <a:close/>
              </a:path>
            </a:pathLst>
          </a:custGeom>
          <a:solidFill>
            <a:srgbClr val="B3BF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2" name="contour_15820"/>
          <p:cNvSpPr/>
          <p:nvPr/>
        </p:nvSpPr>
        <p:spPr>
          <a:xfrm>
            <a:off x="5461792" y="297350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261" y="5828"/>
                </a:lnTo>
                <a:lnTo>
                  <a:pt x="18927" y="8057"/>
                </a:lnTo>
                <a:lnTo>
                  <a:pt x="17582" y="10292"/>
                </a:lnTo>
                <a:lnTo>
                  <a:pt x="16243" y="12532"/>
                </a:lnTo>
                <a:lnTo>
                  <a:pt x="14893" y="14782"/>
                </a:lnTo>
                <a:lnTo>
                  <a:pt x="13538" y="17042"/>
                </a:lnTo>
                <a:lnTo>
                  <a:pt x="12172" y="19314"/>
                </a:lnTo>
                <a:lnTo>
                  <a:pt x="10800" y="21600"/>
                </a:lnTo>
                <a:lnTo>
                  <a:pt x="8359" y="19580"/>
                </a:lnTo>
                <a:lnTo>
                  <a:pt x="6577" y="18050"/>
                </a:lnTo>
                <a:lnTo>
                  <a:pt x="5146" y="16708"/>
                </a:lnTo>
                <a:lnTo>
                  <a:pt x="3775" y="15250"/>
                </a:lnTo>
                <a:lnTo>
                  <a:pt x="2160" y="13381"/>
                </a:lnTo>
                <a:lnTo>
                  <a:pt x="0" y="10800"/>
                </a:lnTo>
                <a:lnTo>
                  <a:pt x="1015" y="7798"/>
                </a:lnTo>
                <a:lnTo>
                  <a:pt x="1804" y="5735"/>
                </a:lnTo>
                <a:lnTo>
                  <a:pt x="2624" y="4093"/>
                </a:lnTo>
                <a:lnTo>
                  <a:pt x="3737" y="2354"/>
                </a:lnTo>
                <a:lnTo>
                  <a:pt x="5400" y="0"/>
                </a:ln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3" name="contour_15821"/>
          <p:cNvSpPr/>
          <p:nvPr/>
        </p:nvSpPr>
        <p:spPr>
          <a:xfrm>
            <a:off x="2583036" y="295163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6835" y="19457"/>
                </a:lnTo>
                <a:lnTo>
                  <a:pt x="16386" y="17306"/>
                </a:lnTo>
                <a:lnTo>
                  <a:pt x="15932" y="15120"/>
                </a:lnTo>
                <a:lnTo>
                  <a:pt x="14952" y="12977"/>
                </a:lnTo>
                <a:lnTo>
                  <a:pt x="13962" y="10826"/>
                </a:lnTo>
                <a:lnTo>
                  <a:pt x="12960" y="8640"/>
                </a:lnTo>
                <a:lnTo>
                  <a:pt x="9616" y="8251"/>
                </a:lnTo>
                <a:lnTo>
                  <a:pt x="7271" y="8057"/>
                </a:lnTo>
                <a:lnTo>
                  <a:pt x="5301" y="8057"/>
                </a:lnTo>
                <a:lnTo>
                  <a:pt x="3084" y="8251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DED7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4" name="contour_15822"/>
          <p:cNvSpPr/>
          <p:nvPr/>
        </p:nvSpPr>
        <p:spPr>
          <a:xfrm>
            <a:off x="7691918" y="2928133"/>
            <a:ext cx="36440" cy="321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03"/>
                </a:moveTo>
                <a:lnTo>
                  <a:pt x="7318" y="353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35"/>
                </a:lnTo>
                <a:lnTo>
                  <a:pt x="18468" y="633"/>
                </a:lnTo>
                <a:lnTo>
                  <a:pt x="21600" y="1103"/>
                </a:lnTo>
                <a:lnTo>
                  <a:pt x="20589" y="4075"/>
                </a:lnTo>
                <a:lnTo>
                  <a:pt x="19544" y="6988"/>
                </a:lnTo>
                <a:lnTo>
                  <a:pt x="18438" y="9846"/>
                </a:lnTo>
                <a:lnTo>
                  <a:pt x="17254" y="12646"/>
                </a:lnTo>
                <a:lnTo>
                  <a:pt x="15958" y="15392"/>
                </a:lnTo>
                <a:lnTo>
                  <a:pt x="14537" y="18084"/>
                </a:lnTo>
                <a:lnTo>
                  <a:pt x="12960" y="20717"/>
                </a:lnTo>
                <a:lnTo>
                  <a:pt x="9487" y="21306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06"/>
                </a:lnTo>
                <a:lnTo>
                  <a:pt x="0" y="20717"/>
                </a:lnTo>
                <a:lnTo>
                  <a:pt x="302" y="17246"/>
                </a:lnTo>
                <a:lnTo>
                  <a:pt x="696" y="13887"/>
                </a:lnTo>
                <a:lnTo>
                  <a:pt x="1231" y="10611"/>
                </a:lnTo>
                <a:lnTo>
                  <a:pt x="1974" y="7404"/>
                </a:lnTo>
                <a:lnTo>
                  <a:pt x="2985" y="4246"/>
                </a:lnTo>
                <a:lnTo>
                  <a:pt x="4320" y="1103"/>
                </a:lnTo>
                <a:close/>
              </a:path>
            </a:pathLst>
          </a:custGeom>
          <a:solidFill>
            <a:srgbClr val="CDDF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5" name="contour_15823"/>
          <p:cNvSpPr/>
          <p:nvPr/>
        </p:nvSpPr>
        <p:spPr>
          <a:xfrm>
            <a:off x="10089667" y="29370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BE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6" name="contour_15824"/>
          <p:cNvSpPr/>
          <p:nvPr/>
        </p:nvSpPr>
        <p:spPr>
          <a:xfrm>
            <a:off x="7509718" y="292977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585" y="4994"/>
                </a:lnTo>
                <a:lnTo>
                  <a:pt x="19818" y="8506"/>
                </a:lnTo>
                <a:lnTo>
                  <a:pt x="19143" y="11007"/>
                </a:lnTo>
                <a:lnTo>
                  <a:pt x="18414" y="12986"/>
                </a:lnTo>
                <a:lnTo>
                  <a:pt x="17485" y="14917"/>
                </a:lnTo>
                <a:lnTo>
                  <a:pt x="16200" y="17280"/>
                </a:lnTo>
                <a:lnTo>
                  <a:pt x="12020" y="18870"/>
                </a:lnTo>
                <a:lnTo>
                  <a:pt x="9088" y="19889"/>
                </a:lnTo>
                <a:lnTo>
                  <a:pt x="6626" y="20546"/>
                </a:lnTo>
                <a:lnTo>
                  <a:pt x="3856" y="21047"/>
                </a:lnTo>
                <a:lnTo>
                  <a:pt x="0" y="21600"/>
                </a:lnTo>
                <a:lnTo>
                  <a:pt x="1571" y="16066"/>
                </a:lnTo>
                <a:lnTo>
                  <a:pt x="2824" y="11845"/>
                </a:lnTo>
                <a:lnTo>
                  <a:pt x="3893" y="8692"/>
                </a:lnTo>
                <a:lnTo>
                  <a:pt x="4892" y="6346"/>
                </a:lnTo>
                <a:lnTo>
                  <a:pt x="5962" y="4558"/>
                </a:lnTo>
                <a:lnTo>
                  <a:pt x="7214" y="3072"/>
                </a:lnTo>
                <a:lnTo>
                  <a:pt x="8786" y="1637"/>
                </a:lnTo>
                <a:lnTo>
                  <a:pt x="10800" y="0"/>
                </a:lnTo>
                <a:close/>
              </a:path>
            </a:pathLst>
          </a:custGeom>
          <a:solidFill>
            <a:srgbClr val="D3E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7" name="contour_15825"/>
          <p:cNvSpPr/>
          <p:nvPr/>
        </p:nvSpPr>
        <p:spPr>
          <a:xfrm>
            <a:off x="8237205" y="2928133"/>
            <a:ext cx="30464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930"/>
                </a:moveTo>
                <a:lnTo>
                  <a:pt x="4620" y="310"/>
                </a:lnTo>
                <a:lnTo>
                  <a:pt x="7271" y="0"/>
                </a:lnTo>
                <a:lnTo>
                  <a:pt x="9627" y="0"/>
                </a:lnTo>
                <a:lnTo>
                  <a:pt x="12433" y="310"/>
                </a:lnTo>
                <a:lnTo>
                  <a:pt x="16433" y="930"/>
                </a:lnTo>
                <a:lnTo>
                  <a:pt x="17533" y="3456"/>
                </a:lnTo>
                <a:lnTo>
                  <a:pt x="18453" y="5994"/>
                </a:lnTo>
                <a:lnTo>
                  <a:pt x="19223" y="8545"/>
                </a:lnTo>
                <a:lnTo>
                  <a:pt x="19864" y="11112"/>
                </a:lnTo>
                <a:lnTo>
                  <a:pt x="20401" y="13700"/>
                </a:lnTo>
                <a:lnTo>
                  <a:pt x="20851" y="16309"/>
                </a:lnTo>
                <a:lnTo>
                  <a:pt x="21243" y="18942"/>
                </a:lnTo>
                <a:lnTo>
                  <a:pt x="21600" y="21600"/>
                </a:lnTo>
                <a:lnTo>
                  <a:pt x="18469" y="20633"/>
                </a:lnTo>
                <a:lnTo>
                  <a:pt x="15399" y="19632"/>
                </a:lnTo>
                <a:lnTo>
                  <a:pt x="12386" y="18574"/>
                </a:lnTo>
                <a:lnTo>
                  <a:pt x="9436" y="17441"/>
                </a:lnTo>
                <a:lnTo>
                  <a:pt x="6542" y="16201"/>
                </a:lnTo>
                <a:lnTo>
                  <a:pt x="3705" y="14841"/>
                </a:lnTo>
                <a:lnTo>
                  <a:pt x="930" y="13332"/>
                </a:lnTo>
                <a:lnTo>
                  <a:pt x="310" y="10008"/>
                </a:lnTo>
                <a:lnTo>
                  <a:pt x="0" y="7702"/>
                </a:lnTo>
                <a:lnTo>
                  <a:pt x="0" y="5816"/>
                </a:lnTo>
                <a:lnTo>
                  <a:pt x="310" y="3758"/>
                </a:lnTo>
                <a:lnTo>
                  <a:pt x="930" y="930"/>
                </a:lnTo>
                <a:close/>
              </a:path>
            </a:pathLst>
          </a:custGeom>
          <a:solidFill>
            <a:srgbClr val="D2DF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8" name="contour_15826"/>
          <p:cNvSpPr/>
          <p:nvPr/>
        </p:nvSpPr>
        <p:spPr>
          <a:xfrm>
            <a:off x="7261926" y="291519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D8EB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29" name="contour_15827"/>
          <p:cNvSpPr/>
          <p:nvPr/>
        </p:nvSpPr>
        <p:spPr>
          <a:xfrm>
            <a:off x="8165637" y="2871469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6" y="281"/>
                </a:lnTo>
                <a:lnTo>
                  <a:pt x="5989" y="524"/>
                </a:lnTo>
                <a:lnTo>
                  <a:pt x="7201" y="788"/>
                </a:lnTo>
                <a:lnTo>
                  <a:pt x="8481" y="1134"/>
                </a:lnTo>
                <a:lnTo>
                  <a:pt x="10098" y="1642"/>
                </a:lnTo>
                <a:lnTo>
                  <a:pt x="12317" y="2365"/>
                </a:lnTo>
                <a:lnTo>
                  <a:pt x="14051" y="2911"/>
                </a:lnTo>
                <a:lnTo>
                  <a:pt x="15795" y="3467"/>
                </a:lnTo>
                <a:lnTo>
                  <a:pt x="17561" y="4028"/>
                </a:lnTo>
                <a:lnTo>
                  <a:pt x="18895" y="4482"/>
                </a:lnTo>
                <a:lnTo>
                  <a:pt x="20239" y="4941"/>
                </a:lnTo>
                <a:lnTo>
                  <a:pt x="21600" y="5400"/>
                </a:lnTo>
                <a:lnTo>
                  <a:pt x="20072" y="7690"/>
                </a:lnTo>
                <a:lnTo>
                  <a:pt x="18544" y="9985"/>
                </a:lnTo>
                <a:lnTo>
                  <a:pt x="17010" y="12285"/>
                </a:lnTo>
                <a:lnTo>
                  <a:pt x="15471" y="14596"/>
                </a:lnTo>
                <a:lnTo>
                  <a:pt x="13924" y="16913"/>
                </a:lnTo>
                <a:lnTo>
                  <a:pt x="12369" y="19251"/>
                </a:lnTo>
                <a:lnTo>
                  <a:pt x="10800" y="21600"/>
                </a:lnTo>
                <a:lnTo>
                  <a:pt x="10130" y="18927"/>
                </a:lnTo>
                <a:lnTo>
                  <a:pt x="9461" y="16238"/>
                </a:lnTo>
                <a:lnTo>
                  <a:pt x="8783" y="13538"/>
                </a:lnTo>
                <a:lnTo>
                  <a:pt x="8100" y="10800"/>
                </a:lnTo>
                <a:lnTo>
                  <a:pt x="6010" y="9137"/>
                </a:lnTo>
                <a:lnTo>
                  <a:pt x="4544" y="8024"/>
                </a:lnTo>
                <a:lnTo>
                  <a:pt x="3313" y="7204"/>
                </a:lnTo>
                <a:lnTo>
                  <a:pt x="1928" y="6415"/>
                </a:lnTo>
                <a:lnTo>
                  <a:pt x="0" y="5400"/>
                </a:lnTo>
                <a:lnTo>
                  <a:pt x="1339" y="2722"/>
                </a:lnTo>
                <a:lnTo>
                  <a:pt x="2700" y="0"/>
                </a:lnTo>
                <a:close/>
              </a:path>
            </a:pathLst>
          </a:custGeom>
          <a:solidFill>
            <a:srgbClr val="DF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0" name="contour_15828"/>
          <p:cNvSpPr/>
          <p:nvPr/>
        </p:nvSpPr>
        <p:spPr>
          <a:xfrm>
            <a:off x="7101590" y="283502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413" y="20336"/>
                </a:lnTo>
                <a:lnTo>
                  <a:pt x="14022" y="19251"/>
                </a:lnTo>
                <a:lnTo>
                  <a:pt x="11297" y="18247"/>
                </a:lnTo>
                <a:lnTo>
                  <a:pt x="9108" y="17231"/>
                </a:lnTo>
                <a:lnTo>
                  <a:pt x="7326" y="16103"/>
                </a:lnTo>
                <a:lnTo>
                  <a:pt x="5825" y="14769"/>
                </a:lnTo>
                <a:lnTo>
                  <a:pt x="4471" y="13127"/>
                </a:lnTo>
                <a:lnTo>
                  <a:pt x="3136" y="11086"/>
                </a:lnTo>
                <a:lnTo>
                  <a:pt x="1688" y="8543"/>
                </a:lnTo>
                <a:lnTo>
                  <a:pt x="0" y="5400"/>
                </a:lnTo>
                <a:lnTo>
                  <a:pt x="2228" y="4509"/>
                </a:lnTo>
                <a:lnTo>
                  <a:pt x="4475" y="3613"/>
                </a:lnTo>
                <a:lnTo>
                  <a:pt x="6750" y="2700"/>
                </a:lnTo>
                <a:lnTo>
                  <a:pt x="8633" y="1944"/>
                </a:lnTo>
                <a:lnTo>
                  <a:pt x="10548" y="1183"/>
                </a:lnTo>
                <a:lnTo>
                  <a:pt x="12485" y="605"/>
                </a:lnTo>
                <a:lnTo>
                  <a:pt x="14029" y="254"/>
                </a:lnTo>
                <a:lnTo>
                  <a:pt x="15710" y="76"/>
                </a:lnTo>
                <a:lnTo>
                  <a:pt x="18054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D6E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1" name="contour_15829"/>
          <p:cNvSpPr/>
          <p:nvPr/>
        </p:nvSpPr>
        <p:spPr>
          <a:xfrm>
            <a:off x="8259230" y="2820453"/>
            <a:ext cx="3759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62" y="0"/>
                </a:moveTo>
                <a:lnTo>
                  <a:pt x="1834" y="484"/>
                </a:lnTo>
                <a:lnTo>
                  <a:pt x="2931" y="937"/>
                </a:lnTo>
                <a:lnTo>
                  <a:pt x="4196" y="1456"/>
                </a:lnTo>
                <a:lnTo>
                  <a:pt x="5871" y="2151"/>
                </a:lnTo>
                <a:lnTo>
                  <a:pt x="8204" y="3110"/>
                </a:lnTo>
                <a:lnTo>
                  <a:pt x="11437" y="4445"/>
                </a:lnTo>
                <a:lnTo>
                  <a:pt x="15821" y="6255"/>
                </a:lnTo>
                <a:lnTo>
                  <a:pt x="21600" y="8640"/>
                </a:lnTo>
                <a:lnTo>
                  <a:pt x="20143" y="11513"/>
                </a:lnTo>
                <a:lnTo>
                  <a:pt x="19025" y="13617"/>
                </a:lnTo>
                <a:lnTo>
                  <a:pt x="18003" y="15319"/>
                </a:lnTo>
                <a:lnTo>
                  <a:pt x="16851" y="16978"/>
                </a:lnTo>
                <a:lnTo>
                  <a:pt x="15335" y="18952"/>
                </a:lnTo>
                <a:lnTo>
                  <a:pt x="13225" y="21600"/>
                </a:lnTo>
                <a:lnTo>
                  <a:pt x="9858" y="21436"/>
                </a:lnTo>
                <a:lnTo>
                  <a:pt x="7521" y="21129"/>
                </a:lnTo>
                <a:lnTo>
                  <a:pt x="5611" y="20472"/>
                </a:lnTo>
                <a:lnTo>
                  <a:pt x="3526" y="19259"/>
                </a:lnTo>
                <a:lnTo>
                  <a:pt x="662" y="17280"/>
                </a:lnTo>
                <a:lnTo>
                  <a:pt x="214" y="14312"/>
                </a:lnTo>
                <a:lnTo>
                  <a:pt x="8" y="11483"/>
                </a:lnTo>
                <a:lnTo>
                  <a:pt x="0" y="8713"/>
                </a:lnTo>
                <a:lnTo>
                  <a:pt x="138" y="5927"/>
                </a:lnTo>
                <a:lnTo>
                  <a:pt x="377" y="3050"/>
                </a:lnTo>
                <a:lnTo>
                  <a:pt x="662" y="0"/>
                </a:lnTo>
                <a:close/>
              </a:path>
            </a:pathLst>
          </a:custGeom>
          <a:solidFill>
            <a:srgbClr val="DA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2" name="contour_15830"/>
          <p:cNvSpPr/>
          <p:nvPr/>
        </p:nvSpPr>
        <p:spPr>
          <a:xfrm>
            <a:off x="1752205" y="2837383"/>
            <a:ext cx="58304" cy="177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894"/>
                </a:moveTo>
                <a:lnTo>
                  <a:pt x="19562" y="16946"/>
                </a:lnTo>
                <a:lnTo>
                  <a:pt x="17653" y="18616"/>
                </a:lnTo>
                <a:lnTo>
                  <a:pt x="15849" y="19921"/>
                </a:lnTo>
                <a:lnTo>
                  <a:pt x="14121" y="20854"/>
                </a:lnTo>
                <a:lnTo>
                  <a:pt x="12447" y="21413"/>
                </a:lnTo>
                <a:lnTo>
                  <a:pt x="10800" y="21600"/>
                </a:lnTo>
                <a:lnTo>
                  <a:pt x="9153" y="21413"/>
                </a:lnTo>
                <a:lnTo>
                  <a:pt x="7479" y="20854"/>
                </a:lnTo>
                <a:lnTo>
                  <a:pt x="5751" y="19921"/>
                </a:lnTo>
                <a:lnTo>
                  <a:pt x="3947" y="18616"/>
                </a:lnTo>
                <a:lnTo>
                  <a:pt x="2038" y="16946"/>
                </a:lnTo>
                <a:lnTo>
                  <a:pt x="0" y="14894"/>
                </a:lnTo>
                <a:lnTo>
                  <a:pt x="1887" y="9512"/>
                </a:lnTo>
                <a:lnTo>
                  <a:pt x="3680" y="5436"/>
                </a:lnTo>
                <a:lnTo>
                  <a:pt x="5397" y="2549"/>
                </a:lnTo>
                <a:lnTo>
                  <a:pt x="7069" y="764"/>
                </a:lnTo>
                <a:lnTo>
                  <a:pt x="8716" y="0"/>
                </a:lnTo>
                <a:lnTo>
                  <a:pt x="10363" y="142"/>
                </a:lnTo>
                <a:lnTo>
                  <a:pt x="12034" y="1101"/>
                </a:lnTo>
                <a:lnTo>
                  <a:pt x="13754" y="2789"/>
                </a:lnTo>
                <a:lnTo>
                  <a:pt x="15547" y="5107"/>
                </a:lnTo>
                <a:lnTo>
                  <a:pt x="17434" y="7967"/>
                </a:lnTo>
                <a:lnTo>
                  <a:pt x="19445" y="11253"/>
                </a:lnTo>
                <a:lnTo>
                  <a:pt x="21600" y="14894"/>
                </a:lnTo>
                <a:close/>
              </a:path>
            </a:pathLst>
          </a:custGeom>
          <a:solidFill>
            <a:srgbClr val="1C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3" name="contour_15831"/>
          <p:cNvSpPr/>
          <p:nvPr/>
        </p:nvSpPr>
        <p:spPr>
          <a:xfrm>
            <a:off x="7633614" y="2805877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1337"/>
                </a:lnTo>
                <a:lnTo>
                  <a:pt x="15816" y="2676"/>
                </a:lnTo>
                <a:lnTo>
                  <a:pt x="17250" y="4020"/>
                </a:lnTo>
                <a:lnTo>
                  <a:pt x="18688" y="5370"/>
                </a:lnTo>
                <a:lnTo>
                  <a:pt x="20140" y="6728"/>
                </a:lnTo>
                <a:lnTo>
                  <a:pt x="21600" y="8100"/>
                </a:lnTo>
                <a:lnTo>
                  <a:pt x="18744" y="8100"/>
                </a:lnTo>
                <a:lnTo>
                  <a:pt x="15872" y="8100"/>
                </a:lnTo>
                <a:lnTo>
                  <a:pt x="12960" y="8100"/>
                </a:lnTo>
                <a:lnTo>
                  <a:pt x="12960" y="10009"/>
                </a:lnTo>
                <a:lnTo>
                  <a:pt x="12960" y="11921"/>
                </a:lnTo>
                <a:lnTo>
                  <a:pt x="12960" y="13838"/>
                </a:lnTo>
                <a:lnTo>
                  <a:pt x="12960" y="15763"/>
                </a:lnTo>
                <a:lnTo>
                  <a:pt x="12960" y="17696"/>
                </a:lnTo>
                <a:lnTo>
                  <a:pt x="12960" y="19640"/>
                </a:lnTo>
                <a:lnTo>
                  <a:pt x="12960" y="21600"/>
                </a:lnTo>
                <a:lnTo>
                  <a:pt x="10394" y="21065"/>
                </a:lnTo>
                <a:lnTo>
                  <a:pt x="7819" y="20528"/>
                </a:lnTo>
                <a:lnTo>
                  <a:pt x="5236" y="19991"/>
                </a:lnTo>
                <a:lnTo>
                  <a:pt x="2631" y="19448"/>
                </a:lnTo>
                <a:lnTo>
                  <a:pt x="0" y="18900"/>
                </a:lnTo>
                <a:lnTo>
                  <a:pt x="1166" y="17199"/>
                </a:lnTo>
                <a:lnTo>
                  <a:pt x="2333" y="15498"/>
                </a:lnTo>
                <a:lnTo>
                  <a:pt x="3504" y="13794"/>
                </a:lnTo>
                <a:lnTo>
                  <a:pt x="4670" y="12088"/>
                </a:lnTo>
                <a:lnTo>
                  <a:pt x="5845" y="10376"/>
                </a:lnTo>
                <a:lnTo>
                  <a:pt x="7020" y="8664"/>
                </a:lnTo>
                <a:lnTo>
                  <a:pt x="8199" y="6944"/>
                </a:lnTo>
                <a:lnTo>
                  <a:pt x="9383" y="5219"/>
                </a:lnTo>
                <a:lnTo>
                  <a:pt x="10567" y="3488"/>
                </a:lnTo>
                <a:lnTo>
                  <a:pt x="11763" y="1747"/>
                </a:lnTo>
                <a:lnTo>
                  <a:pt x="12960" y="0"/>
                </a:lnTo>
                <a:close/>
              </a:path>
            </a:pathLst>
          </a:custGeom>
          <a:solidFill>
            <a:srgbClr val="D9E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4" name="contour_15832"/>
          <p:cNvSpPr/>
          <p:nvPr/>
        </p:nvSpPr>
        <p:spPr>
          <a:xfrm>
            <a:off x="5316033" y="280587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353"/>
                </a:lnTo>
                <a:lnTo>
                  <a:pt x="6626" y="716"/>
                </a:lnTo>
                <a:lnTo>
                  <a:pt x="9088" y="1264"/>
                </a:lnTo>
                <a:lnTo>
                  <a:pt x="12020" y="2167"/>
                </a:lnTo>
                <a:lnTo>
                  <a:pt x="16200" y="3600"/>
                </a:lnTo>
                <a:lnTo>
                  <a:pt x="17296" y="5810"/>
                </a:lnTo>
                <a:lnTo>
                  <a:pt x="18236" y="8024"/>
                </a:lnTo>
                <a:lnTo>
                  <a:pt x="19035" y="10249"/>
                </a:lnTo>
                <a:lnTo>
                  <a:pt x="19710" y="12481"/>
                </a:lnTo>
                <a:lnTo>
                  <a:pt x="20288" y="14731"/>
                </a:lnTo>
                <a:lnTo>
                  <a:pt x="20779" y="16999"/>
                </a:lnTo>
                <a:lnTo>
                  <a:pt x="21211" y="19285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10800" y="19220"/>
                </a:lnTo>
                <a:lnTo>
                  <a:pt x="10800" y="16826"/>
                </a:lnTo>
                <a:lnTo>
                  <a:pt x="10800" y="14400"/>
                </a:lnTo>
                <a:lnTo>
                  <a:pt x="7231" y="14400"/>
                </a:lnTo>
                <a:lnTo>
                  <a:pt x="3640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3B37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5" name="contour_15833"/>
          <p:cNvSpPr/>
          <p:nvPr/>
        </p:nvSpPr>
        <p:spPr>
          <a:xfrm>
            <a:off x="5090105" y="2820453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79"/>
                </a:lnTo>
                <a:lnTo>
                  <a:pt x="6860" y="763"/>
                </a:lnTo>
                <a:lnTo>
                  <a:pt x="8618" y="1292"/>
                </a:lnTo>
                <a:lnTo>
                  <a:pt x="11340" y="2107"/>
                </a:lnTo>
                <a:lnTo>
                  <a:pt x="15509" y="3357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713" y="17330"/>
                </a:lnTo>
                <a:lnTo>
                  <a:pt x="1426" y="13900"/>
                </a:lnTo>
                <a:lnTo>
                  <a:pt x="2143" y="10455"/>
                </a:lnTo>
                <a:lnTo>
                  <a:pt x="2864" y="6994"/>
                </a:lnTo>
                <a:lnTo>
                  <a:pt x="3590" y="3513"/>
                </a:lnTo>
                <a:lnTo>
                  <a:pt x="4320" y="0"/>
                </a:lnTo>
                <a:close/>
              </a:path>
            </a:pathLst>
          </a:custGeom>
          <a:solidFill>
            <a:srgbClr val="615C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6" name="contour_15834"/>
          <p:cNvSpPr/>
          <p:nvPr/>
        </p:nvSpPr>
        <p:spPr>
          <a:xfrm>
            <a:off x="2058300" y="2811853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FBF5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7" name="contour_15835"/>
          <p:cNvSpPr/>
          <p:nvPr/>
        </p:nvSpPr>
        <p:spPr>
          <a:xfrm>
            <a:off x="1890677" y="280587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21" y="2536"/>
                </a:lnTo>
                <a:lnTo>
                  <a:pt x="17366" y="4441"/>
                </a:lnTo>
                <a:lnTo>
                  <a:pt x="18338" y="6074"/>
                </a:lnTo>
                <a:lnTo>
                  <a:pt x="19235" y="7802"/>
                </a:lnTo>
                <a:lnTo>
                  <a:pt x="20254" y="9975"/>
                </a:lnTo>
                <a:lnTo>
                  <a:pt x="21600" y="12960"/>
                </a:lnTo>
                <a:lnTo>
                  <a:pt x="20221" y="16131"/>
                </a:lnTo>
                <a:lnTo>
                  <a:pt x="19012" y="18092"/>
                </a:lnTo>
                <a:lnTo>
                  <a:pt x="17298" y="19643"/>
                </a:lnTo>
                <a:lnTo>
                  <a:pt x="14400" y="21600"/>
                </a:lnTo>
                <a:lnTo>
                  <a:pt x="11876" y="21207"/>
                </a:lnTo>
                <a:lnTo>
                  <a:pt x="9472" y="20654"/>
                </a:lnTo>
                <a:lnTo>
                  <a:pt x="7132" y="19963"/>
                </a:lnTo>
                <a:lnTo>
                  <a:pt x="4806" y="19155"/>
                </a:lnTo>
                <a:lnTo>
                  <a:pt x="2448" y="18252"/>
                </a:lnTo>
                <a:lnTo>
                  <a:pt x="0" y="17280"/>
                </a:lnTo>
                <a:lnTo>
                  <a:pt x="1710" y="16835"/>
                </a:lnTo>
                <a:lnTo>
                  <a:pt x="3431" y="16386"/>
                </a:lnTo>
                <a:lnTo>
                  <a:pt x="5177" y="15932"/>
                </a:lnTo>
                <a:lnTo>
                  <a:pt x="7942" y="14429"/>
                </a:lnTo>
                <a:lnTo>
                  <a:pt x="9745" y="13172"/>
                </a:lnTo>
                <a:lnTo>
                  <a:pt x="10976" y="11694"/>
                </a:lnTo>
                <a:lnTo>
                  <a:pt x="12024" y="9530"/>
                </a:lnTo>
                <a:lnTo>
                  <a:pt x="13277" y="6212"/>
                </a:lnTo>
                <a:lnTo>
                  <a:pt x="13648" y="4160"/>
                </a:lnTo>
                <a:lnTo>
                  <a:pt x="14022" y="2095"/>
                </a:lnTo>
                <a:lnTo>
                  <a:pt x="14400" y="0"/>
                </a:lnTo>
                <a:close/>
              </a:path>
            </a:pathLst>
          </a:custGeom>
          <a:solidFill>
            <a:srgbClr val="B39A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8" name="contour_15836"/>
          <p:cNvSpPr/>
          <p:nvPr/>
        </p:nvSpPr>
        <p:spPr>
          <a:xfrm>
            <a:off x="8274957" y="279858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855"/>
                </a:lnTo>
                <a:lnTo>
                  <a:pt x="15084" y="1715"/>
                </a:lnTo>
                <a:lnTo>
                  <a:pt x="17237" y="2575"/>
                </a:lnTo>
                <a:lnTo>
                  <a:pt x="19408" y="3443"/>
                </a:lnTo>
                <a:lnTo>
                  <a:pt x="21600" y="4320"/>
                </a:lnTo>
                <a:lnTo>
                  <a:pt x="20236" y="6994"/>
                </a:lnTo>
                <a:lnTo>
                  <a:pt x="18850" y="9612"/>
                </a:lnTo>
                <a:lnTo>
                  <a:pt x="17420" y="12165"/>
                </a:lnTo>
                <a:lnTo>
                  <a:pt x="15923" y="14645"/>
                </a:lnTo>
                <a:lnTo>
                  <a:pt x="14339" y="17051"/>
                </a:lnTo>
                <a:lnTo>
                  <a:pt x="12636" y="19371"/>
                </a:lnTo>
                <a:lnTo>
                  <a:pt x="10800" y="21600"/>
                </a:lnTo>
                <a:lnTo>
                  <a:pt x="7798" y="21047"/>
                </a:lnTo>
                <a:lnTo>
                  <a:pt x="5735" y="20546"/>
                </a:lnTo>
                <a:lnTo>
                  <a:pt x="4093" y="19889"/>
                </a:lnTo>
                <a:lnTo>
                  <a:pt x="2354" y="18870"/>
                </a:lnTo>
                <a:lnTo>
                  <a:pt x="0" y="17280"/>
                </a:lnTo>
                <a:lnTo>
                  <a:pt x="817" y="14714"/>
                </a:lnTo>
                <a:lnTo>
                  <a:pt x="1462" y="12960"/>
                </a:lnTo>
                <a:lnTo>
                  <a:pt x="2279" y="11206"/>
                </a:lnTo>
                <a:lnTo>
                  <a:pt x="3600" y="8640"/>
                </a:lnTo>
                <a:lnTo>
                  <a:pt x="5980" y="8640"/>
                </a:lnTo>
                <a:lnTo>
                  <a:pt x="8374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E2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39" name="contour_15837"/>
          <p:cNvSpPr/>
          <p:nvPr/>
        </p:nvSpPr>
        <p:spPr>
          <a:xfrm>
            <a:off x="7371246" y="279858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224" y="2376"/>
                </a:lnTo>
                <a:lnTo>
                  <a:pt x="16844" y="4752"/>
                </a:lnTo>
                <a:lnTo>
                  <a:pt x="14463" y="7133"/>
                </a:lnTo>
                <a:lnTo>
                  <a:pt x="12079" y="9526"/>
                </a:lnTo>
                <a:lnTo>
                  <a:pt x="9681" y="11918"/>
                </a:lnTo>
                <a:lnTo>
                  <a:pt x="7279" y="14321"/>
                </a:lnTo>
                <a:lnTo>
                  <a:pt x="4864" y="16735"/>
                </a:lnTo>
                <a:lnTo>
                  <a:pt x="2441" y="1915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6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0" name="contour_15838"/>
          <p:cNvSpPr/>
          <p:nvPr/>
        </p:nvSpPr>
        <p:spPr>
          <a:xfrm>
            <a:off x="3887586" y="2769437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586" y="785"/>
                </a:lnTo>
                <a:lnTo>
                  <a:pt x="15541" y="1364"/>
                </a:lnTo>
                <a:lnTo>
                  <a:pt x="17183" y="1912"/>
                </a:lnTo>
                <a:lnTo>
                  <a:pt x="19030" y="2599"/>
                </a:lnTo>
                <a:lnTo>
                  <a:pt x="21600" y="3600"/>
                </a:lnTo>
                <a:lnTo>
                  <a:pt x="19703" y="4046"/>
                </a:lnTo>
                <a:lnTo>
                  <a:pt x="17777" y="4500"/>
                </a:lnTo>
                <a:lnTo>
                  <a:pt x="16099" y="5839"/>
                </a:lnTo>
                <a:lnTo>
                  <a:pt x="14400" y="7200"/>
                </a:lnTo>
                <a:lnTo>
                  <a:pt x="14724" y="9706"/>
                </a:lnTo>
                <a:lnTo>
                  <a:pt x="15192" y="12114"/>
                </a:lnTo>
                <a:lnTo>
                  <a:pt x="15782" y="14468"/>
                </a:lnTo>
                <a:lnTo>
                  <a:pt x="16463" y="16805"/>
                </a:lnTo>
                <a:lnTo>
                  <a:pt x="17212" y="19170"/>
                </a:lnTo>
                <a:lnTo>
                  <a:pt x="18000" y="21600"/>
                </a:lnTo>
                <a:lnTo>
                  <a:pt x="15455" y="21600"/>
                </a:lnTo>
                <a:lnTo>
                  <a:pt x="12906" y="21600"/>
                </a:lnTo>
                <a:lnTo>
                  <a:pt x="10350" y="21600"/>
                </a:lnTo>
                <a:lnTo>
                  <a:pt x="7783" y="21600"/>
                </a:lnTo>
                <a:lnTo>
                  <a:pt x="5206" y="21600"/>
                </a:lnTo>
                <a:lnTo>
                  <a:pt x="2614" y="21600"/>
                </a:lnTo>
                <a:lnTo>
                  <a:pt x="0" y="21600"/>
                </a:lnTo>
                <a:lnTo>
                  <a:pt x="2138" y="20887"/>
                </a:lnTo>
                <a:lnTo>
                  <a:pt x="4284" y="20171"/>
                </a:lnTo>
                <a:lnTo>
                  <a:pt x="6437" y="19454"/>
                </a:lnTo>
                <a:lnTo>
                  <a:pt x="8608" y="18731"/>
                </a:lnTo>
                <a:lnTo>
                  <a:pt x="10800" y="18000"/>
                </a:lnTo>
                <a:lnTo>
                  <a:pt x="10346" y="16499"/>
                </a:lnTo>
                <a:lnTo>
                  <a:pt x="9886" y="14976"/>
                </a:lnTo>
                <a:lnTo>
                  <a:pt x="9335" y="13014"/>
                </a:lnTo>
                <a:lnTo>
                  <a:pt x="8777" y="11023"/>
                </a:lnTo>
                <a:lnTo>
                  <a:pt x="8212" y="9079"/>
                </a:lnTo>
                <a:lnTo>
                  <a:pt x="7636" y="7103"/>
                </a:lnTo>
                <a:lnTo>
                  <a:pt x="7420" y="5364"/>
                </a:lnTo>
                <a:lnTo>
                  <a:pt x="7200" y="3600"/>
                </a:lnTo>
                <a:lnTo>
                  <a:pt x="8986" y="1814"/>
                </a:lnTo>
                <a:lnTo>
                  <a:pt x="10800" y="0"/>
                </a:lnTo>
                <a:close/>
              </a:path>
            </a:pathLst>
          </a:custGeom>
          <a:solidFill>
            <a:srgbClr val="3F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1" name="contour_15839"/>
          <p:cNvSpPr/>
          <p:nvPr/>
        </p:nvSpPr>
        <p:spPr>
          <a:xfrm>
            <a:off x="1686613" y="2791301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7" y="0"/>
                </a:lnTo>
                <a:lnTo>
                  <a:pt x="5351" y="0"/>
                </a:lnTo>
                <a:lnTo>
                  <a:pt x="7142" y="0"/>
                </a:lnTo>
                <a:lnTo>
                  <a:pt x="8937" y="0"/>
                </a:lnTo>
                <a:lnTo>
                  <a:pt x="10741" y="0"/>
                </a:lnTo>
                <a:lnTo>
                  <a:pt x="12550" y="0"/>
                </a:lnTo>
                <a:lnTo>
                  <a:pt x="14369" y="0"/>
                </a:lnTo>
                <a:lnTo>
                  <a:pt x="16200" y="0"/>
                </a:lnTo>
                <a:lnTo>
                  <a:pt x="16200" y="4759"/>
                </a:lnTo>
                <a:lnTo>
                  <a:pt x="16200" y="9547"/>
                </a:lnTo>
                <a:lnTo>
                  <a:pt x="16200" y="14400"/>
                </a:lnTo>
                <a:lnTo>
                  <a:pt x="17537" y="16186"/>
                </a:lnTo>
                <a:lnTo>
                  <a:pt x="18881" y="17971"/>
                </a:lnTo>
                <a:lnTo>
                  <a:pt x="20231" y="19778"/>
                </a:lnTo>
                <a:lnTo>
                  <a:pt x="21600" y="21600"/>
                </a:lnTo>
                <a:lnTo>
                  <a:pt x="19691" y="21600"/>
                </a:lnTo>
                <a:lnTo>
                  <a:pt x="17780" y="21600"/>
                </a:lnTo>
                <a:lnTo>
                  <a:pt x="15862" y="21600"/>
                </a:lnTo>
                <a:lnTo>
                  <a:pt x="13937" y="21600"/>
                </a:lnTo>
                <a:lnTo>
                  <a:pt x="12004" y="21600"/>
                </a:lnTo>
                <a:lnTo>
                  <a:pt x="10060" y="21600"/>
                </a:lnTo>
                <a:lnTo>
                  <a:pt x="8100" y="21600"/>
                </a:lnTo>
                <a:lnTo>
                  <a:pt x="8100" y="16841"/>
                </a:lnTo>
                <a:lnTo>
                  <a:pt x="8100" y="12053"/>
                </a:lnTo>
                <a:lnTo>
                  <a:pt x="8100" y="7200"/>
                </a:lnTo>
                <a:lnTo>
                  <a:pt x="6091" y="4982"/>
                </a:lnTo>
                <a:lnTo>
                  <a:pt x="4666" y="3499"/>
                </a:lnTo>
                <a:lnTo>
                  <a:pt x="3434" y="2405"/>
                </a:lnTo>
                <a:lnTo>
                  <a:pt x="2009" y="1354"/>
                </a:lnTo>
                <a:lnTo>
                  <a:pt x="0" y="0"/>
                </a:lnTo>
                <a:close/>
              </a:path>
            </a:pathLst>
          </a:custGeom>
          <a:solidFill>
            <a:srgbClr val="2020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2" name="contour_15840"/>
          <p:cNvSpPr/>
          <p:nvPr/>
        </p:nvSpPr>
        <p:spPr>
          <a:xfrm>
            <a:off x="10665418" y="2784013"/>
            <a:ext cx="3041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76" y="0"/>
                </a:moveTo>
                <a:lnTo>
                  <a:pt x="9027" y="353"/>
                </a:lnTo>
                <a:lnTo>
                  <a:pt x="11760" y="716"/>
                </a:lnTo>
                <a:lnTo>
                  <a:pt x="14120" y="1264"/>
                </a:lnTo>
                <a:lnTo>
                  <a:pt x="16853" y="2167"/>
                </a:lnTo>
                <a:lnTo>
                  <a:pt x="20705" y="3600"/>
                </a:lnTo>
                <a:lnTo>
                  <a:pt x="21217" y="6188"/>
                </a:lnTo>
                <a:lnTo>
                  <a:pt x="21502" y="8755"/>
                </a:lnTo>
                <a:lnTo>
                  <a:pt x="21600" y="11311"/>
                </a:lnTo>
                <a:lnTo>
                  <a:pt x="21538" y="13864"/>
                </a:lnTo>
                <a:lnTo>
                  <a:pt x="21346" y="16423"/>
                </a:lnTo>
                <a:lnTo>
                  <a:pt x="21057" y="18997"/>
                </a:lnTo>
                <a:lnTo>
                  <a:pt x="20705" y="21600"/>
                </a:lnTo>
                <a:lnTo>
                  <a:pt x="17501" y="20236"/>
                </a:lnTo>
                <a:lnTo>
                  <a:pt x="14364" y="18850"/>
                </a:lnTo>
                <a:lnTo>
                  <a:pt x="11305" y="17420"/>
                </a:lnTo>
                <a:lnTo>
                  <a:pt x="8334" y="15923"/>
                </a:lnTo>
                <a:lnTo>
                  <a:pt x="5450" y="14339"/>
                </a:lnTo>
                <a:lnTo>
                  <a:pt x="2671" y="12636"/>
                </a:lnTo>
                <a:lnTo>
                  <a:pt x="0" y="10800"/>
                </a:lnTo>
                <a:lnTo>
                  <a:pt x="663" y="7798"/>
                </a:lnTo>
                <a:lnTo>
                  <a:pt x="1263" y="5735"/>
                </a:lnTo>
                <a:lnTo>
                  <a:pt x="2050" y="4093"/>
                </a:lnTo>
                <a:lnTo>
                  <a:pt x="3271" y="2354"/>
                </a:lnTo>
                <a:lnTo>
                  <a:pt x="5176" y="0"/>
                </a:lnTo>
                <a:close/>
              </a:path>
            </a:pathLst>
          </a:custGeom>
          <a:solidFill>
            <a:srgbClr val="5F66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3" name="contour_15841"/>
          <p:cNvSpPr/>
          <p:nvPr/>
        </p:nvSpPr>
        <p:spPr>
          <a:xfrm>
            <a:off x="6941255" y="2791301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11" y="0"/>
                </a:lnTo>
                <a:lnTo>
                  <a:pt x="6826" y="0"/>
                </a:lnTo>
                <a:lnTo>
                  <a:pt x="10257" y="0"/>
                </a:lnTo>
                <a:lnTo>
                  <a:pt x="13704" y="0"/>
                </a:lnTo>
                <a:lnTo>
                  <a:pt x="17171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3B9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4" name="contour_15842"/>
          <p:cNvSpPr/>
          <p:nvPr/>
        </p:nvSpPr>
        <p:spPr>
          <a:xfrm>
            <a:off x="2364396" y="2776725"/>
            <a:ext cx="58304" cy="296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0800" y="3505"/>
                </a:lnTo>
                <a:lnTo>
                  <a:pt x="10800" y="7030"/>
                </a:lnTo>
                <a:lnTo>
                  <a:pt x="10800" y="10604"/>
                </a:lnTo>
                <a:lnTo>
                  <a:pt x="12574" y="12189"/>
                </a:lnTo>
                <a:lnTo>
                  <a:pt x="13975" y="13048"/>
                </a:lnTo>
                <a:lnTo>
                  <a:pt x="16200" y="13918"/>
                </a:lnTo>
                <a:lnTo>
                  <a:pt x="17707" y="14517"/>
                </a:lnTo>
                <a:lnTo>
                  <a:pt x="19238" y="15121"/>
                </a:lnTo>
                <a:lnTo>
                  <a:pt x="20409" y="15513"/>
                </a:lnTo>
                <a:lnTo>
                  <a:pt x="21600" y="15906"/>
                </a:lnTo>
                <a:lnTo>
                  <a:pt x="19748" y="16680"/>
                </a:lnTo>
                <a:lnTo>
                  <a:pt x="17893" y="17427"/>
                </a:lnTo>
                <a:lnTo>
                  <a:pt x="16038" y="18154"/>
                </a:lnTo>
                <a:lnTo>
                  <a:pt x="14178" y="18864"/>
                </a:lnTo>
                <a:lnTo>
                  <a:pt x="12317" y="19553"/>
                </a:lnTo>
                <a:lnTo>
                  <a:pt x="10592" y="20227"/>
                </a:lnTo>
                <a:lnTo>
                  <a:pt x="8856" y="20911"/>
                </a:lnTo>
                <a:lnTo>
                  <a:pt x="7098" y="21600"/>
                </a:lnTo>
                <a:lnTo>
                  <a:pt x="5646" y="21473"/>
                </a:lnTo>
                <a:lnTo>
                  <a:pt x="4182" y="21340"/>
                </a:lnTo>
                <a:lnTo>
                  <a:pt x="2700" y="21208"/>
                </a:lnTo>
                <a:lnTo>
                  <a:pt x="1741" y="17316"/>
                </a:lnTo>
                <a:lnTo>
                  <a:pt x="1121" y="14538"/>
                </a:lnTo>
                <a:lnTo>
                  <a:pt x="710" y="12120"/>
                </a:lnTo>
                <a:lnTo>
                  <a:pt x="381" y="9300"/>
                </a:lnTo>
                <a:lnTo>
                  <a:pt x="0" y="5302"/>
                </a:lnTo>
                <a:lnTo>
                  <a:pt x="1895" y="3287"/>
                </a:lnTo>
                <a:lnTo>
                  <a:pt x="3524" y="1850"/>
                </a:lnTo>
                <a:lnTo>
                  <a:pt x="5057" y="896"/>
                </a:lnTo>
                <a:lnTo>
                  <a:pt x="6666" y="334"/>
                </a:lnTo>
                <a:lnTo>
                  <a:pt x="8524" y="69"/>
                </a:lnTo>
                <a:lnTo>
                  <a:pt x="10800" y="0"/>
                </a:lnTo>
                <a:close/>
              </a:path>
            </a:pathLst>
          </a:custGeom>
          <a:solidFill>
            <a:srgbClr val="EAE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5" name="contour_15843"/>
          <p:cNvSpPr/>
          <p:nvPr/>
        </p:nvSpPr>
        <p:spPr>
          <a:xfrm>
            <a:off x="8092757" y="2769437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462" y="15113"/>
                </a:lnTo>
                <a:lnTo>
                  <a:pt x="17320" y="15826"/>
                </a:lnTo>
                <a:lnTo>
                  <a:pt x="15179" y="16538"/>
                </a:lnTo>
                <a:lnTo>
                  <a:pt x="13034" y="17258"/>
                </a:lnTo>
                <a:lnTo>
                  <a:pt x="10880" y="17971"/>
                </a:lnTo>
                <a:lnTo>
                  <a:pt x="8723" y="18691"/>
                </a:lnTo>
                <a:lnTo>
                  <a:pt x="6557" y="19411"/>
                </a:lnTo>
                <a:lnTo>
                  <a:pt x="4382" y="20138"/>
                </a:lnTo>
                <a:lnTo>
                  <a:pt x="2197" y="208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BD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6" name="contour_15844"/>
          <p:cNvSpPr/>
          <p:nvPr/>
        </p:nvSpPr>
        <p:spPr>
          <a:xfrm>
            <a:off x="7429550" y="275486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855"/>
                </a:lnTo>
                <a:lnTo>
                  <a:pt x="15084" y="1715"/>
                </a:lnTo>
                <a:lnTo>
                  <a:pt x="17237" y="2575"/>
                </a:lnTo>
                <a:lnTo>
                  <a:pt x="19408" y="3443"/>
                </a:lnTo>
                <a:lnTo>
                  <a:pt x="21600" y="4320"/>
                </a:lnTo>
                <a:lnTo>
                  <a:pt x="19220" y="4320"/>
                </a:lnTo>
                <a:lnTo>
                  <a:pt x="16826" y="4320"/>
                </a:lnTo>
                <a:lnTo>
                  <a:pt x="14400" y="4320"/>
                </a:lnTo>
                <a:lnTo>
                  <a:pt x="14400" y="7171"/>
                </a:lnTo>
                <a:lnTo>
                  <a:pt x="14400" y="10027"/>
                </a:lnTo>
                <a:lnTo>
                  <a:pt x="14400" y="12895"/>
                </a:lnTo>
                <a:lnTo>
                  <a:pt x="14400" y="15777"/>
                </a:lnTo>
                <a:lnTo>
                  <a:pt x="14400" y="18675"/>
                </a:lnTo>
                <a:lnTo>
                  <a:pt x="14400" y="21600"/>
                </a:lnTo>
                <a:lnTo>
                  <a:pt x="12024" y="20887"/>
                </a:lnTo>
                <a:lnTo>
                  <a:pt x="9644" y="20174"/>
                </a:lnTo>
                <a:lnTo>
                  <a:pt x="7254" y="19457"/>
                </a:lnTo>
                <a:lnTo>
                  <a:pt x="4853" y="18736"/>
                </a:lnTo>
                <a:lnTo>
                  <a:pt x="2437" y="18010"/>
                </a:lnTo>
                <a:lnTo>
                  <a:pt x="0" y="17280"/>
                </a:lnTo>
                <a:lnTo>
                  <a:pt x="817" y="14714"/>
                </a:lnTo>
                <a:lnTo>
                  <a:pt x="1462" y="12960"/>
                </a:lnTo>
                <a:lnTo>
                  <a:pt x="2279" y="11206"/>
                </a:lnTo>
                <a:lnTo>
                  <a:pt x="3600" y="8640"/>
                </a:lnTo>
                <a:lnTo>
                  <a:pt x="5980" y="8640"/>
                </a:lnTo>
                <a:lnTo>
                  <a:pt x="8374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5849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7" name="contour_15845"/>
          <p:cNvSpPr/>
          <p:nvPr/>
        </p:nvSpPr>
        <p:spPr>
          <a:xfrm>
            <a:off x="11044394" y="2745649"/>
            <a:ext cx="36440" cy="330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59"/>
                </a:moveTo>
                <a:lnTo>
                  <a:pt x="4994" y="558"/>
                </a:lnTo>
                <a:lnTo>
                  <a:pt x="8506" y="138"/>
                </a:lnTo>
                <a:lnTo>
                  <a:pt x="11007" y="0"/>
                </a:lnTo>
                <a:lnTo>
                  <a:pt x="12986" y="138"/>
                </a:lnTo>
                <a:lnTo>
                  <a:pt x="14917" y="558"/>
                </a:lnTo>
                <a:lnTo>
                  <a:pt x="17280" y="1259"/>
                </a:lnTo>
                <a:lnTo>
                  <a:pt x="18615" y="4317"/>
                </a:lnTo>
                <a:lnTo>
                  <a:pt x="19626" y="7389"/>
                </a:lnTo>
                <a:lnTo>
                  <a:pt x="20369" y="10509"/>
                </a:lnTo>
                <a:lnTo>
                  <a:pt x="20904" y="13696"/>
                </a:lnTo>
                <a:lnTo>
                  <a:pt x="21298" y="16963"/>
                </a:lnTo>
                <a:lnTo>
                  <a:pt x="21600" y="20341"/>
                </a:lnTo>
                <a:lnTo>
                  <a:pt x="16606" y="21042"/>
                </a:lnTo>
                <a:lnTo>
                  <a:pt x="13094" y="21462"/>
                </a:lnTo>
                <a:lnTo>
                  <a:pt x="10593" y="21600"/>
                </a:lnTo>
                <a:lnTo>
                  <a:pt x="8614" y="21462"/>
                </a:lnTo>
                <a:lnTo>
                  <a:pt x="6683" y="21042"/>
                </a:lnTo>
                <a:lnTo>
                  <a:pt x="4320" y="20341"/>
                </a:lnTo>
                <a:lnTo>
                  <a:pt x="2985" y="17283"/>
                </a:lnTo>
                <a:lnTo>
                  <a:pt x="1974" y="14211"/>
                </a:lnTo>
                <a:lnTo>
                  <a:pt x="1231" y="11091"/>
                </a:lnTo>
                <a:lnTo>
                  <a:pt x="696" y="7904"/>
                </a:lnTo>
                <a:lnTo>
                  <a:pt x="302" y="4637"/>
                </a:lnTo>
                <a:lnTo>
                  <a:pt x="0" y="1259"/>
                </a:lnTo>
                <a:close/>
              </a:path>
            </a:pathLst>
          </a:custGeom>
          <a:solidFill>
            <a:srgbClr val="B393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8" name="contour_15846"/>
          <p:cNvSpPr/>
          <p:nvPr/>
        </p:nvSpPr>
        <p:spPr>
          <a:xfrm>
            <a:off x="3705386" y="275486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78" y="59"/>
                </a:lnTo>
                <a:lnTo>
                  <a:pt x="12226" y="535"/>
                </a:lnTo>
                <a:lnTo>
                  <a:pt x="14591" y="1366"/>
                </a:lnTo>
                <a:lnTo>
                  <a:pt x="16909" y="2495"/>
                </a:lnTo>
                <a:lnTo>
                  <a:pt x="19231" y="3856"/>
                </a:lnTo>
                <a:lnTo>
                  <a:pt x="21600" y="5400"/>
                </a:lnTo>
                <a:lnTo>
                  <a:pt x="19922" y="7441"/>
                </a:lnTo>
                <a:lnTo>
                  <a:pt x="18238" y="9472"/>
                </a:lnTo>
                <a:lnTo>
                  <a:pt x="16546" y="11491"/>
                </a:lnTo>
                <a:lnTo>
                  <a:pt x="14850" y="13500"/>
                </a:lnTo>
                <a:lnTo>
                  <a:pt x="12967" y="15763"/>
                </a:lnTo>
                <a:lnTo>
                  <a:pt x="11052" y="18058"/>
                </a:lnTo>
                <a:lnTo>
                  <a:pt x="9115" y="19786"/>
                </a:lnTo>
                <a:lnTo>
                  <a:pt x="7571" y="20833"/>
                </a:lnTo>
                <a:lnTo>
                  <a:pt x="5890" y="21373"/>
                </a:lnTo>
                <a:lnTo>
                  <a:pt x="3546" y="21573"/>
                </a:lnTo>
                <a:lnTo>
                  <a:pt x="0" y="21600"/>
                </a:lnTo>
                <a:lnTo>
                  <a:pt x="752" y="18214"/>
                </a:lnTo>
                <a:lnTo>
                  <a:pt x="1544" y="14936"/>
                </a:lnTo>
                <a:lnTo>
                  <a:pt x="2401" y="11756"/>
                </a:lnTo>
                <a:lnTo>
                  <a:pt x="3362" y="8678"/>
                </a:lnTo>
                <a:lnTo>
                  <a:pt x="4457" y="5692"/>
                </a:lnTo>
                <a:lnTo>
                  <a:pt x="5728" y="2803"/>
                </a:lnTo>
                <a:lnTo>
                  <a:pt x="7200" y="0"/>
                </a:lnTo>
                <a:close/>
              </a:path>
            </a:pathLst>
          </a:custGeom>
          <a:solidFill>
            <a:srgbClr val="3A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49" name="contour_15847"/>
          <p:cNvSpPr/>
          <p:nvPr/>
        </p:nvSpPr>
        <p:spPr>
          <a:xfrm>
            <a:off x="8486309" y="2746261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4941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0" name="contour_15848"/>
          <p:cNvSpPr/>
          <p:nvPr/>
        </p:nvSpPr>
        <p:spPr>
          <a:xfrm>
            <a:off x="5329238" y="2747573"/>
            <a:ext cx="3052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0" y="0"/>
                </a:moveTo>
                <a:lnTo>
                  <a:pt x="4379" y="0"/>
                </a:lnTo>
                <a:lnTo>
                  <a:pt x="7809" y="0"/>
                </a:lnTo>
                <a:lnTo>
                  <a:pt x="11285" y="0"/>
                </a:lnTo>
                <a:lnTo>
                  <a:pt x="11285" y="2380"/>
                </a:lnTo>
                <a:lnTo>
                  <a:pt x="11285" y="4774"/>
                </a:lnTo>
                <a:lnTo>
                  <a:pt x="11285" y="7200"/>
                </a:lnTo>
                <a:lnTo>
                  <a:pt x="14694" y="7200"/>
                </a:lnTo>
                <a:lnTo>
                  <a:pt x="18124" y="7200"/>
                </a:lnTo>
                <a:lnTo>
                  <a:pt x="21600" y="7200"/>
                </a:lnTo>
                <a:lnTo>
                  <a:pt x="20749" y="9576"/>
                </a:lnTo>
                <a:lnTo>
                  <a:pt x="19898" y="11956"/>
                </a:lnTo>
                <a:lnTo>
                  <a:pt x="19042" y="14346"/>
                </a:lnTo>
                <a:lnTo>
                  <a:pt x="18181" y="16747"/>
                </a:lnTo>
                <a:lnTo>
                  <a:pt x="17314" y="19163"/>
                </a:lnTo>
                <a:lnTo>
                  <a:pt x="16442" y="21600"/>
                </a:lnTo>
                <a:lnTo>
                  <a:pt x="11409" y="18515"/>
                </a:lnTo>
                <a:lnTo>
                  <a:pt x="7618" y="16103"/>
                </a:lnTo>
                <a:lnTo>
                  <a:pt x="4864" y="14166"/>
                </a:lnTo>
                <a:lnTo>
                  <a:pt x="2960" y="12510"/>
                </a:lnTo>
                <a:lnTo>
                  <a:pt x="1717" y="10937"/>
                </a:lnTo>
                <a:lnTo>
                  <a:pt x="934" y="9245"/>
                </a:lnTo>
                <a:lnTo>
                  <a:pt x="428" y="7240"/>
                </a:lnTo>
                <a:lnTo>
                  <a:pt x="0" y="4723"/>
                </a:lnTo>
                <a:lnTo>
                  <a:pt x="480" y="2380"/>
                </a:lnTo>
                <a:lnTo>
                  <a:pt x="970" y="0"/>
                </a:lnTo>
                <a:close/>
              </a:path>
            </a:pathLst>
          </a:custGeom>
          <a:solidFill>
            <a:srgbClr val="514E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1" name="contour_15849"/>
          <p:cNvSpPr/>
          <p:nvPr/>
        </p:nvSpPr>
        <p:spPr>
          <a:xfrm>
            <a:off x="2085346" y="2732997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0"/>
                </a:moveTo>
                <a:lnTo>
                  <a:pt x="3745" y="1464"/>
                </a:lnTo>
                <a:lnTo>
                  <a:pt x="6297" y="2946"/>
                </a:lnTo>
                <a:lnTo>
                  <a:pt x="8846" y="4437"/>
                </a:lnTo>
                <a:lnTo>
                  <a:pt x="11390" y="5940"/>
                </a:lnTo>
                <a:lnTo>
                  <a:pt x="13289" y="7042"/>
                </a:lnTo>
                <a:lnTo>
                  <a:pt x="15196" y="8152"/>
                </a:lnTo>
                <a:lnTo>
                  <a:pt x="17132" y="9279"/>
                </a:lnTo>
                <a:lnTo>
                  <a:pt x="19350" y="11107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933" y="21384"/>
                </a:lnTo>
                <a:lnTo>
                  <a:pt x="16315" y="21129"/>
                </a:lnTo>
                <a:lnTo>
                  <a:pt x="13734" y="20805"/>
                </a:lnTo>
                <a:lnTo>
                  <a:pt x="11182" y="20390"/>
                </a:lnTo>
                <a:lnTo>
                  <a:pt x="8658" y="19855"/>
                </a:lnTo>
                <a:lnTo>
                  <a:pt x="6155" y="19176"/>
                </a:lnTo>
                <a:lnTo>
                  <a:pt x="3663" y="18325"/>
                </a:lnTo>
                <a:lnTo>
                  <a:pt x="1180" y="17280"/>
                </a:lnTo>
                <a:lnTo>
                  <a:pt x="380" y="14252"/>
                </a:lnTo>
                <a:lnTo>
                  <a:pt x="16" y="11478"/>
                </a:lnTo>
                <a:lnTo>
                  <a:pt x="0" y="8813"/>
                </a:lnTo>
                <a:lnTo>
                  <a:pt x="249" y="6108"/>
                </a:lnTo>
                <a:lnTo>
                  <a:pt x="670" y="3218"/>
                </a:lnTo>
                <a:lnTo>
                  <a:pt x="1180" y="0"/>
                </a:lnTo>
                <a:close/>
              </a:path>
            </a:pathLst>
          </a:custGeom>
          <a:solidFill>
            <a:srgbClr val="7575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2" name="contour_15850"/>
          <p:cNvSpPr/>
          <p:nvPr/>
        </p:nvSpPr>
        <p:spPr>
          <a:xfrm>
            <a:off x="7152606" y="2741662"/>
            <a:ext cx="43728" cy="35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835"/>
                </a:moveTo>
                <a:lnTo>
                  <a:pt x="18436" y="1760"/>
                </a:lnTo>
                <a:lnTo>
                  <a:pt x="20005" y="2698"/>
                </a:lnTo>
                <a:lnTo>
                  <a:pt x="21600" y="3641"/>
                </a:lnTo>
                <a:lnTo>
                  <a:pt x="19220" y="3641"/>
                </a:lnTo>
                <a:lnTo>
                  <a:pt x="16826" y="3641"/>
                </a:lnTo>
                <a:lnTo>
                  <a:pt x="14400" y="3641"/>
                </a:lnTo>
                <a:lnTo>
                  <a:pt x="14623" y="5774"/>
                </a:lnTo>
                <a:lnTo>
                  <a:pt x="14846" y="7920"/>
                </a:lnTo>
                <a:lnTo>
                  <a:pt x="15077" y="10093"/>
                </a:lnTo>
                <a:lnTo>
                  <a:pt x="14850" y="12414"/>
                </a:lnTo>
                <a:lnTo>
                  <a:pt x="14627" y="14744"/>
                </a:lnTo>
                <a:lnTo>
                  <a:pt x="14400" y="17110"/>
                </a:lnTo>
                <a:lnTo>
                  <a:pt x="11718" y="18628"/>
                </a:lnTo>
                <a:lnTo>
                  <a:pt x="9817" y="19620"/>
                </a:lnTo>
                <a:lnTo>
                  <a:pt x="8176" y="20302"/>
                </a:lnTo>
                <a:lnTo>
                  <a:pt x="6278" y="20891"/>
                </a:lnTo>
                <a:lnTo>
                  <a:pt x="3600" y="21600"/>
                </a:lnTo>
                <a:lnTo>
                  <a:pt x="2383" y="18529"/>
                </a:lnTo>
                <a:lnTo>
                  <a:pt x="1588" y="16293"/>
                </a:lnTo>
                <a:lnTo>
                  <a:pt x="1040" y="14246"/>
                </a:lnTo>
                <a:lnTo>
                  <a:pt x="569" y="11741"/>
                </a:lnTo>
                <a:lnTo>
                  <a:pt x="0" y="8131"/>
                </a:lnTo>
                <a:lnTo>
                  <a:pt x="2351" y="5298"/>
                </a:lnTo>
                <a:lnTo>
                  <a:pt x="4471" y="3080"/>
                </a:lnTo>
                <a:lnTo>
                  <a:pt x="6512" y="1464"/>
                </a:lnTo>
                <a:lnTo>
                  <a:pt x="8618" y="440"/>
                </a:lnTo>
                <a:lnTo>
                  <a:pt x="10948" y="0"/>
                </a:lnTo>
                <a:lnTo>
                  <a:pt x="13651" y="135"/>
                </a:lnTo>
                <a:lnTo>
                  <a:pt x="16877" y="835"/>
                </a:lnTo>
                <a:close/>
              </a:path>
            </a:pathLst>
          </a:custGeom>
          <a:solidFill>
            <a:srgbClr val="CAD6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3" name="contour_15851"/>
          <p:cNvSpPr/>
          <p:nvPr/>
        </p:nvSpPr>
        <p:spPr>
          <a:xfrm>
            <a:off x="3785554" y="273299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737" y="1866"/>
                </a:lnTo>
                <a:lnTo>
                  <a:pt x="10498" y="3715"/>
                </a:lnTo>
                <a:lnTo>
                  <a:pt x="12718" y="5616"/>
                </a:lnTo>
                <a:lnTo>
                  <a:pt x="14524" y="7625"/>
                </a:lnTo>
                <a:lnTo>
                  <a:pt x="16036" y="9815"/>
                </a:lnTo>
                <a:lnTo>
                  <a:pt x="17375" y="12239"/>
                </a:lnTo>
                <a:lnTo>
                  <a:pt x="18671" y="14973"/>
                </a:lnTo>
                <a:lnTo>
                  <a:pt x="20036" y="1807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ABB0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4" name="contour_15852"/>
          <p:cNvSpPr/>
          <p:nvPr/>
        </p:nvSpPr>
        <p:spPr>
          <a:xfrm>
            <a:off x="2145756" y="2752325"/>
            <a:ext cx="43728" cy="244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2245"/>
                </a:moveTo>
                <a:lnTo>
                  <a:pt x="6070" y="1000"/>
                </a:lnTo>
                <a:lnTo>
                  <a:pt x="8456" y="252"/>
                </a:lnTo>
                <a:lnTo>
                  <a:pt x="10800" y="0"/>
                </a:lnTo>
                <a:lnTo>
                  <a:pt x="13144" y="252"/>
                </a:lnTo>
                <a:lnTo>
                  <a:pt x="15530" y="1000"/>
                </a:lnTo>
                <a:lnTo>
                  <a:pt x="18000" y="2245"/>
                </a:lnTo>
                <a:lnTo>
                  <a:pt x="19325" y="7045"/>
                </a:lnTo>
                <a:lnTo>
                  <a:pt x="20174" y="10452"/>
                </a:lnTo>
                <a:lnTo>
                  <a:pt x="20722" y="13394"/>
                </a:lnTo>
                <a:lnTo>
                  <a:pt x="21139" y="16800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461" y="16800"/>
                </a:lnTo>
                <a:lnTo>
                  <a:pt x="878" y="13394"/>
                </a:lnTo>
                <a:lnTo>
                  <a:pt x="1426" y="10452"/>
                </a:lnTo>
                <a:lnTo>
                  <a:pt x="2275" y="7045"/>
                </a:lnTo>
                <a:lnTo>
                  <a:pt x="3600" y="2245"/>
                </a:lnTo>
                <a:close/>
              </a:path>
            </a:pathLst>
          </a:custGeom>
          <a:solidFill>
            <a:srgbClr val="40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5" name="contour_15853"/>
          <p:cNvSpPr/>
          <p:nvPr/>
        </p:nvSpPr>
        <p:spPr>
          <a:xfrm>
            <a:off x="8114621" y="274028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0948" y="4994"/>
                </a:lnTo>
                <a:lnTo>
                  <a:pt x="20425" y="8506"/>
                </a:lnTo>
                <a:lnTo>
                  <a:pt x="19920" y="11007"/>
                </a:lnTo>
                <a:lnTo>
                  <a:pt x="19306" y="12986"/>
                </a:lnTo>
                <a:lnTo>
                  <a:pt x="18468" y="14917"/>
                </a:lnTo>
                <a:lnTo>
                  <a:pt x="17280" y="17280"/>
                </a:lnTo>
                <a:lnTo>
                  <a:pt x="14420" y="18585"/>
                </a:lnTo>
                <a:lnTo>
                  <a:pt x="11668" y="19544"/>
                </a:lnTo>
                <a:lnTo>
                  <a:pt x="8938" y="20244"/>
                </a:lnTo>
                <a:lnTo>
                  <a:pt x="6139" y="20766"/>
                </a:lnTo>
                <a:lnTo>
                  <a:pt x="3192" y="21190"/>
                </a:lnTo>
                <a:lnTo>
                  <a:pt x="0" y="21600"/>
                </a:lnTo>
                <a:lnTo>
                  <a:pt x="2143" y="21064"/>
                </a:lnTo>
                <a:lnTo>
                  <a:pt x="4320" y="20520"/>
                </a:lnTo>
                <a:lnTo>
                  <a:pt x="6463" y="18913"/>
                </a:lnTo>
                <a:lnTo>
                  <a:pt x="8640" y="17280"/>
                </a:lnTo>
                <a:lnTo>
                  <a:pt x="8955" y="14360"/>
                </a:lnTo>
                <a:lnTo>
                  <a:pt x="9094" y="11504"/>
                </a:lnTo>
                <a:lnTo>
                  <a:pt x="9094" y="8675"/>
                </a:lnTo>
                <a:lnTo>
                  <a:pt x="8994" y="5841"/>
                </a:lnTo>
                <a:lnTo>
                  <a:pt x="8834" y="2964"/>
                </a:lnTo>
                <a:lnTo>
                  <a:pt x="8640" y="0"/>
                </a:lnTo>
                <a:close/>
              </a:path>
            </a:pathLst>
          </a:custGeom>
          <a:solidFill>
            <a:srgbClr val="8769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6" name="contour_15854"/>
          <p:cNvSpPr/>
          <p:nvPr/>
        </p:nvSpPr>
        <p:spPr>
          <a:xfrm>
            <a:off x="1518989" y="2739337"/>
            <a:ext cx="51016" cy="228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97"/>
                </a:moveTo>
                <a:lnTo>
                  <a:pt x="21600" y="4996"/>
                </a:lnTo>
                <a:lnTo>
                  <a:pt x="21600" y="9109"/>
                </a:lnTo>
                <a:lnTo>
                  <a:pt x="21600" y="13236"/>
                </a:lnTo>
                <a:lnTo>
                  <a:pt x="21600" y="17397"/>
                </a:lnTo>
                <a:lnTo>
                  <a:pt x="21600" y="21600"/>
                </a:lnTo>
                <a:lnTo>
                  <a:pt x="19462" y="20917"/>
                </a:lnTo>
                <a:lnTo>
                  <a:pt x="17320" y="20234"/>
                </a:lnTo>
                <a:lnTo>
                  <a:pt x="15179" y="19550"/>
                </a:lnTo>
                <a:lnTo>
                  <a:pt x="13034" y="18860"/>
                </a:lnTo>
                <a:lnTo>
                  <a:pt x="10880" y="18177"/>
                </a:lnTo>
                <a:lnTo>
                  <a:pt x="8723" y="17487"/>
                </a:lnTo>
                <a:lnTo>
                  <a:pt x="6557" y="16797"/>
                </a:lnTo>
                <a:lnTo>
                  <a:pt x="4382" y="16100"/>
                </a:lnTo>
                <a:lnTo>
                  <a:pt x="2197" y="15403"/>
                </a:lnTo>
                <a:lnTo>
                  <a:pt x="0" y="14699"/>
                </a:lnTo>
                <a:lnTo>
                  <a:pt x="3184" y="10779"/>
                </a:lnTo>
                <a:lnTo>
                  <a:pt x="5835" y="7577"/>
                </a:lnTo>
                <a:lnTo>
                  <a:pt x="8044" y="5031"/>
                </a:lnTo>
                <a:lnTo>
                  <a:pt x="9914" y="3085"/>
                </a:lnTo>
                <a:lnTo>
                  <a:pt x="11537" y="1670"/>
                </a:lnTo>
                <a:lnTo>
                  <a:pt x="13016" y="725"/>
                </a:lnTo>
                <a:lnTo>
                  <a:pt x="14441" y="193"/>
                </a:lnTo>
                <a:lnTo>
                  <a:pt x="15916" y="0"/>
                </a:lnTo>
                <a:lnTo>
                  <a:pt x="17536" y="97"/>
                </a:lnTo>
                <a:lnTo>
                  <a:pt x="19397" y="421"/>
                </a:lnTo>
                <a:lnTo>
                  <a:pt x="21600" y="897"/>
                </a:lnTo>
                <a:close/>
              </a:path>
            </a:pathLst>
          </a:custGeom>
          <a:solidFill>
            <a:srgbClr val="18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7" name="contour_15855"/>
          <p:cNvSpPr/>
          <p:nvPr/>
        </p:nvSpPr>
        <p:spPr>
          <a:xfrm>
            <a:off x="1052557" y="272570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611" y="4018"/>
                </a:lnTo>
                <a:lnTo>
                  <a:pt x="19500" y="6869"/>
                </a:lnTo>
                <a:lnTo>
                  <a:pt x="20157" y="9331"/>
                </a:lnTo>
                <a:lnTo>
                  <a:pt x="20788" y="12182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2195" y="15336"/>
                </a:lnTo>
                <a:lnTo>
                  <a:pt x="3819" y="10762"/>
                </a:lnTo>
                <a:lnTo>
                  <a:pt x="5020" y="7501"/>
                </a:lnTo>
                <a:lnTo>
                  <a:pt x="5953" y="5173"/>
                </a:lnTo>
                <a:lnTo>
                  <a:pt x="6765" y="3397"/>
                </a:lnTo>
                <a:lnTo>
                  <a:pt x="7612" y="1798"/>
                </a:lnTo>
                <a:lnTo>
                  <a:pt x="8640" y="0"/>
                </a:lnTo>
                <a:close/>
              </a:path>
            </a:pathLst>
          </a:custGeom>
          <a:solidFill>
            <a:srgbClr val="3030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8" name="contour_15856"/>
          <p:cNvSpPr/>
          <p:nvPr/>
        </p:nvSpPr>
        <p:spPr>
          <a:xfrm>
            <a:off x="5139481" y="2709493"/>
            <a:ext cx="3079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0" y="930"/>
                </a:moveTo>
                <a:lnTo>
                  <a:pt x="4801" y="310"/>
                </a:lnTo>
                <a:lnTo>
                  <a:pt x="7423" y="0"/>
                </a:lnTo>
                <a:lnTo>
                  <a:pt x="9755" y="0"/>
                </a:lnTo>
                <a:lnTo>
                  <a:pt x="12531" y="310"/>
                </a:lnTo>
                <a:lnTo>
                  <a:pt x="16488" y="930"/>
                </a:lnTo>
                <a:lnTo>
                  <a:pt x="17577" y="3456"/>
                </a:lnTo>
                <a:lnTo>
                  <a:pt x="18487" y="5994"/>
                </a:lnTo>
                <a:lnTo>
                  <a:pt x="19248" y="8545"/>
                </a:lnTo>
                <a:lnTo>
                  <a:pt x="19882" y="11112"/>
                </a:lnTo>
                <a:lnTo>
                  <a:pt x="20414" y="13700"/>
                </a:lnTo>
                <a:lnTo>
                  <a:pt x="20859" y="16309"/>
                </a:lnTo>
                <a:lnTo>
                  <a:pt x="21247" y="18942"/>
                </a:lnTo>
                <a:lnTo>
                  <a:pt x="21600" y="21600"/>
                </a:lnTo>
                <a:lnTo>
                  <a:pt x="17980" y="21311"/>
                </a:lnTo>
                <a:lnTo>
                  <a:pt x="14478" y="20934"/>
                </a:lnTo>
                <a:lnTo>
                  <a:pt x="11063" y="20422"/>
                </a:lnTo>
                <a:lnTo>
                  <a:pt x="7720" y="19711"/>
                </a:lnTo>
                <a:lnTo>
                  <a:pt x="4427" y="18743"/>
                </a:lnTo>
                <a:lnTo>
                  <a:pt x="1150" y="17466"/>
                </a:lnTo>
                <a:lnTo>
                  <a:pt x="368" y="14597"/>
                </a:lnTo>
                <a:lnTo>
                  <a:pt x="15" y="11914"/>
                </a:lnTo>
                <a:lnTo>
                  <a:pt x="0" y="9314"/>
                </a:lnTo>
                <a:lnTo>
                  <a:pt x="245" y="6689"/>
                </a:lnTo>
                <a:lnTo>
                  <a:pt x="660" y="3927"/>
                </a:lnTo>
                <a:lnTo>
                  <a:pt x="1150" y="930"/>
                </a:lnTo>
                <a:close/>
              </a:path>
            </a:pathLst>
          </a:custGeom>
          <a:solidFill>
            <a:srgbClr val="8579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59" name="contour_15857"/>
          <p:cNvSpPr/>
          <p:nvPr/>
        </p:nvSpPr>
        <p:spPr>
          <a:xfrm>
            <a:off x="4988073" y="2710601"/>
            <a:ext cx="58304" cy="296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58"/>
                </a:moveTo>
                <a:lnTo>
                  <a:pt x="15295" y="106"/>
                </a:lnTo>
                <a:lnTo>
                  <a:pt x="16762" y="148"/>
                </a:lnTo>
                <a:lnTo>
                  <a:pt x="18247" y="196"/>
                </a:lnTo>
                <a:lnTo>
                  <a:pt x="19081" y="244"/>
                </a:lnTo>
                <a:lnTo>
                  <a:pt x="21600" y="387"/>
                </a:lnTo>
                <a:lnTo>
                  <a:pt x="20263" y="3012"/>
                </a:lnTo>
                <a:lnTo>
                  <a:pt x="18924" y="5637"/>
                </a:lnTo>
                <a:lnTo>
                  <a:pt x="17585" y="8273"/>
                </a:lnTo>
                <a:lnTo>
                  <a:pt x="16240" y="10914"/>
                </a:lnTo>
                <a:lnTo>
                  <a:pt x="14890" y="13560"/>
                </a:lnTo>
                <a:lnTo>
                  <a:pt x="13535" y="16223"/>
                </a:lnTo>
                <a:lnTo>
                  <a:pt x="12172" y="18901"/>
                </a:lnTo>
                <a:lnTo>
                  <a:pt x="10800" y="21600"/>
                </a:lnTo>
                <a:lnTo>
                  <a:pt x="10800" y="18095"/>
                </a:lnTo>
                <a:lnTo>
                  <a:pt x="10800" y="14568"/>
                </a:lnTo>
                <a:lnTo>
                  <a:pt x="10800" y="10994"/>
                </a:lnTo>
                <a:lnTo>
                  <a:pt x="9026" y="9403"/>
                </a:lnTo>
                <a:lnTo>
                  <a:pt x="7625" y="8549"/>
                </a:lnTo>
                <a:lnTo>
                  <a:pt x="5400" y="7679"/>
                </a:lnTo>
                <a:lnTo>
                  <a:pt x="3893" y="7085"/>
                </a:lnTo>
                <a:lnTo>
                  <a:pt x="2362" y="6481"/>
                </a:lnTo>
                <a:lnTo>
                  <a:pt x="1191" y="6088"/>
                </a:lnTo>
                <a:lnTo>
                  <a:pt x="0" y="5690"/>
                </a:lnTo>
                <a:lnTo>
                  <a:pt x="1717" y="3808"/>
                </a:lnTo>
                <a:lnTo>
                  <a:pt x="3375" y="2381"/>
                </a:lnTo>
                <a:lnTo>
                  <a:pt x="5003" y="1347"/>
                </a:lnTo>
                <a:lnTo>
                  <a:pt x="6634" y="652"/>
                </a:lnTo>
                <a:lnTo>
                  <a:pt x="8300" y="239"/>
                </a:lnTo>
                <a:lnTo>
                  <a:pt x="10036" y="37"/>
                </a:lnTo>
                <a:lnTo>
                  <a:pt x="11869" y="0"/>
                </a:lnTo>
                <a:lnTo>
                  <a:pt x="13838" y="58"/>
                </a:lnTo>
                <a:close/>
              </a:path>
            </a:pathLst>
          </a:custGeom>
          <a:solidFill>
            <a:srgbClr val="505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0" name="contour_15858"/>
          <p:cNvSpPr/>
          <p:nvPr/>
        </p:nvSpPr>
        <p:spPr>
          <a:xfrm>
            <a:off x="2320668" y="2711133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81" y="553"/>
                </a:lnTo>
                <a:lnTo>
                  <a:pt x="8686" y="1054"/>
                </a:lnTo>
                <a:lnTo>
                  <a:pt x="11800" y="1711"/>
                </a:lnTo>
                <a:lnTo>
                  <a:pt x="15406" y="2730"/>
                </a:lnTo>
                <a:lnTo>
                  <a:pt x="20487" y="4320"/>
                </a:lnTo>
                <a:lnTo>
                  <a:pt x="21252" y="7279"/>
                </a:lnTo>
                <a:lnTo>
                  <a:pt x="21593" y="10113"/>
                </a:lnTo>
                <a:lnTo>
                  <a:pt x="21600" y="12887"/>
                </a:lnTo>
                <a:lnTo>
                  <a:pt x="21361" y="15677"/>
                </a:lnTo>
                <a:lnTo>
                  <a:pt x="20958" y="18559"/>
                </a:lnTo>
                <a:lnTo>
                  <a:pt x="20487" y="21600"/>
                </a:lnTo>
                <a:lnTo>
                  <a:pt x="16430" y="21600"/>
                </a:lnTo>
                <a:lnTo>
                  <a:pt x="12360" y="21600"/>
                </a:lnTo>
                <a:lnTo>
                  <a:pt x="8277" y="21600"/>
                </a:lnTo>
                <a:lnTo>
                  <a:pt x="4159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1F1E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1" name="contour_15859"/>
          <p:cNvSpPr/>
          <p:nvPr/>
        </p:nvSpPr>
        <p:spPr>
          <a:xfrm>
            <a:off x="5512808" y="2689269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847"/>
                </a:lnTo>
                <a:lnTo>
                  <a:pt x="8057" y="1694"/>
                </a:lnTo>
                <a:lnTo>
                  <a:pt x="10292" y="2541"/>
                </a:lnTo>
                <a:lnTo>
                  <a:pt x="12532" y="3388"/>
                </a:lnTo>
                <a:lnTo>
                  <a:pt x="14782" y="4242"/>
                </a:lnTo>
                <a:lnTo>
                  <a:pt x="17042" y="5103"/>
                </a:lnTo>
                <a:lnTo>
                  <a:pt x="19314" y="5964"/>
                </a:lnTo>
                <a:lnTo>
                  <a:pt x="21600" y="6831"/>
                </a:lnTo>
                <a:lnTo>
                  <a:pt x="20707" y="10213"/>
                </a:lnTo>
                <a:lnTo>
                  <a:pt x="19814" y="13614"/>
                </a:lnTo>
                <a:lnTo>
                  <a:pt x="18911" y="17030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3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713" y="16436"/>
                </a:lnTo>
                <a:lnTo>
                  <a:pt x="1429" y="12364"/>
                </a:lnTo>
                <a:lnTo>
                  <a:pt x="2146" y="8279"/>
                </a:lnTo>
                <a:lnTo>
                  <a:pt x="2869" y="4160"/>
                </a:lnTo>
                <a:lnTo>
                  <a:pt x="3600" y="0"/>
                </a:lnTo>
                <a:close/>
              </a:path>
            </a:pathLst>
          </a:custGeom>
          <a:solidFill>
            <a:srgbClr val="7C81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2" name="contour_15860"/>
          <p:cNvSpPr/>
          <p:nvPr/>
        </p:nvSpPr>
        <p:spPr>
          <a:xfrm>
            <a:off x="5257729" y="269655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917" y="3856"/>
                </a:lnTo>
                <a:lnTo>
                  <a:pt x="20352" y="6626"/>
                </a:lnTo>
                <a:lnTo>
                  <a:pt x="19695" y="9088"/>
                </a:lnTo>
                <a:lnTo>
                  <a:pt x="18740" y="12020"/>
                </a:lnTo>
                <a:lnTo>
                  <a:pt x="17280" y="16200"/>
                </a:lnTo>
                <a:lnTo>
                  <a:pt x="13936" y="18025"/>
                </a:lnTo>
                <a:lnTo>
                  <a:pt x="11591" y="19219"/>
                </a:lnTo>
                <a:lnTo>
                  <a:pt x="9621" y="20039"/>
                </a:lnTo>
                <a:lnTo>
                  <a:pt x="7404" y="20747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9D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3" name="contour_15861"/>
          <p:cNvSpPr/>
          <p:nvPr/>
        </p:nvSpPr>
        <p:spPr>
          <a:xfrm>
            <a:off x="6888329" y="2689699"/>
            <a:ext cx="45637" cy="36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114"/>
                </a:moveTo>
                <a:lnTo>
                  <a:pt x="19737" y="5687"/>
                </a:lnTo>
                <a:lnTo>
                  <a:pt x="17875" y="7261"/>
                </a:lnTo>
                <a:lnTo>
                  <a:pt x="16009" y="8839"/>
                </a:lnTo>
                <a:lnTo>
                  <a:pt x="14139" y="10417"/>
                </a:lnTo>
                <a:lnTo>
                  <a:pt x="12266" y="12000"/>
                </a:lnTo>
                <a:lnTo>
                  <a:pt x="10390" y="13583"/>
                </a:lnTo>
                <a:lnTo>
                  <a:pt x="8510" y="15174"/>
                </a:lnTo>
                <a:lnTo>
                  <a:pt x="6619" y="16769"/>
                </a:lnTo>
                <a:lnTo>
                  <a:pt x="4722" y="18374"/>
                </a:lnTo>
                <a:lnTo>
                  <a:pt x="2818" y="19983"/>
                </a:lnTo>
                <a:lnTo>
                  <a:pt x="904" y="21600"/>
                </a:lnTo>
                <a:lnTo>
                  <a:pt x="404" y="16599"/>
                </a:lnTo>
                <a:lnTo>
                  <a:pt x="100" y="13080"/>
                </a:lnTo>
                <a:lnTo>
                  <a:pt x="0" y="10557"/>
                </a:lnTo>
                <a:lnTo>
                  <a:pt x="100" y="8546"/>
                </a:lnTo>
                <a:lnTo>
                  <a:pt x="404" y="6562"/>
                </a:lnTo>
                <a:lnTo>
                  <a:pt x="904" y="4114"/>
                </a:lnTo>
                <a:lnTo>
                  <a:pt x="3342" y="2352"/>
                </a:lnTo>
                <a:lnTo>
                  <a:pt x="5660" y="1097"/>
                </a:lnTo>
                <a:lnTo>
                  <a:pt x="7899" y="323"/>
                </a:lnTo>
                <a:lnTo>
                  <a:pt x="10089" y="0"/>
                </a:lnTo>
                <a:lnTo>
                  <a:pt x="12269" y="96"/>
                </a:lnTo>
                <a:lnTo>
                  <a:pt x="14474" y="586"/>
                </a:lnTo>
                <a:lnTo>
                  <a:pt x="16740" y="1438"/>
                </a:lnTo>
                <a:lnTo>
                  <a:pt x="19103" y="2623"/>
                </a:lnTo>
                <a:lnTo>
                  <a:pt x="21600" y="4114"/>
                </a:lnTo>
                <a:close/>
              </a:path>
            </a:pathLst>
          </a:custGeom>
          <a:solidFill>
            <a:srgbClr val="A3A6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4" name="contour_15862"/>
          <p:cNvSpPr/>
          <p:nvPr/>
        </p:nvSpPr>
        <p:spPr>
          <a:xfrm>
            <a:off x="7903269" y="2667405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862" y="18036"/>
                </a:lnTo>
                <a:lnTo>
                  <a:pt x="1724" y="14467"/>
                </a:lnTo>
                <a:lnTo>
                  <a:pt x="2591" y="10881"/>
                </a:lnTo>
                <a:lnTo>
                  <a:pt x="3463" y="7279"/>
                </a:lnTo>
                <a:lnTo>
                  <a:pt x="4341" y="3656"/>
                </a:lnTo>
                <a:lnTo>
                  <a:pt x="5224" y="0"/>
                </a:lnTo>
                <a:close/>
              </a:path>
            </a:pathLst>
          </a:custGeom>
          <a:solidFill>
            <a:srgbClr val="977E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5" name="contour_15863"/>
          <p:cNvSpPr/>
          <p:nvPr/>
        </p:nvSpPr>
        <p:spPr>
          <a:xfrm>
            <a:off x="11014586" y="2660715"/>
            <a:ext cx="44384" cy="285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61"/>
                </a:moveTo>
                <a:lnTo>
                  <a:pt x="19947" y="7145"/>
                </a:lnTo>
                <a:lnTo>
                  <a:pt x="18287" y="9218"/>
                </a:lnTo>
                <a:lnTo>
                  <a:pt x="16620" y="11280"/>
                </a:lnTo>
                <a:lnTo>
                  <a:pt x="14950" y="13330"/>
                </a:lnTo>
                <a:lnTo>
                  <a:pt x="13095" y="15640"/>
                </a:lnTo>
                <a:lnTo>
                  <a:pt x="11208" y="17983"/>
                </a:lnTo>
                <a:lnTo>
                  <a:pt x="9300" y="19748"/>
                </a:lnTo>
                <a:lnTo>
                  <a:pt x="7778" y="20817"/>
                </a:lnTo>
                <a:lnTo>
                  <a:pt x="6122" y="21368"/>
                </a:lnTo>
                <a:lnTo>
                  <a:pt x="3813" y="21572"/>
                </a:lnTo>
                <a:lnTo>
                  <a:pt x="319" y="21600"/>
                </a:lnTo>
                <a:lnTo>
                  <a:pt x="106" y="17664"/>
                </a:lnTo>
                <a:lnTo>
                  <a:pt x="0" y="14836"/>
                </a:lnTo>
                <a:lnTo>
                  <a:pt x="0" y="12322"/>
                </a:lnTo>
                <a:lnTo>
                  <a:pt x="106" y="9328"/>
                </a:lnTo>
                <a:lnTo>
                  <a:pt x="319" y="5061"/>
                </a:lnTo>
                <a:lnTo>
                  <a:pt x="2430" y="2431"/>
                </a:lnTo>
                <a:lnTo>
                  <a:pt x="4643" y="810"/>
                </a:lnTo>
                <a:lnTo>
                  <a:pt x="6941" y="50"/>
                </a:lnTo>
                <a:lnTo>
                  <a:pt x="9310" y="0"/>
                </a:lnTo>
                <a:lnTo>
                  <a:pt x="11733" y="502"/>
                </a:lnTo>
                <a:lnTo>
                  <a:pt x="14187" y="1411"/>
                </a:lnTo>
                <a:lnTo>
                  <a:pt x="16663" y="2580"/>
                </a:lnTo>
                <a:lnTo>
                  <a:pt x="19139" y="3843"/>
                </a:lnTo>
                <a:lnTo>
                  <a:pt x="21600" y="5061"/>
                </a:lnTo>
                <a:close/>
              </a:path>
            </a:pathLst>
          </a:custGeom>
          <a:solidFill>
            <a:srgbClr val="DCDF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6" name="contour_15864"/>
          <p:cNvSpPr/>
          <p:nvPr/>
        </p:nvSpPr>
        <p:spPr>
          <a:xfrm>
            <a:off x="7174470" y="2666421"/>
            <a:ext cx="36440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705"/>
                </a:moveTo>
                <a:lnTo>
                  <a:pt x="12113" y="235"/>
                </a:lnTo>
                <a:lnTo>
                  <a:pt x="14524" y="0"/>
                </a:lnTo>
                <a:lnTo>
                  <a:pt x="16494" y="0"/>
                </a:lnTo>
                <a:lnTo>
                  <a:pt x="18645" y="235"/>
                </a:lnTo>
                <a:lnTo>
                  <a:pt x="21600" y="705"/>
                </a:lnTo>
                <a:lnTo>
                  <a:pt x="20887" y="4153"/>
                </a:lnTo>
                <a:lnTo>
                  <a:pt x="20174" y="7606"/>
                </a:lnTo>
                <a:lnTo>
                  <a:pt x="19457" y="11074"/>
                </a:lnTo>
                <a:lnTo>
                  <a:pt x="18736" y="14558"/>
                </a:lnTo>
                <a:lnTo>
                  <a:pt x="18010" y="18064"/>
                </a:lnTo>
                <a:lnTo>
                  <a:pt x="17280" y="21600"/>
                </a:lnTo>
                <a:lnTo>
                  <a:pt x="14429" y="20738"/>
                </a:lnTo>
                <a:lnTo>
                  <a:pt x="11573" y="19876"/>
                </a:lnTo>
                <a:lnTo>
                  <a:pt x="8705" y="19009"/>
                </a:lnTo>
                <a:lnTo>
                  <a:pt x="5823" y="18137"/>
                </a:lnTo>
                <a:lnTo>
                  <a:pt x="2925" y="17259"/>
                </a:lnTo>
                <a:lnTo>
                  <a:pt x="0" y="16376"/>
                </a:lnTo>
                <a:lnTo>
                  <a:pt x="1503" y="13038"/>
                </a:lnTo>
                <a:lnTo>
                  <a:pt x="2657" y="10573"/>
                </a:lnTo>
                <a:lnTo>
                  <a:pt x="3711" y="8541"/>
                </a:lnTo>
                <a:lnTo>
                  <a:pt x="4899" y="6509"/>
                </a:lnTo>
                <a:lnTo>
                  <a:pt x="6463" y="4043"/>
                </a:lnTo>
                <a:lnTo>
                  <a:pt x="8640" y="705"/>
                </a:lnTo>
                <a:close/>
              </a:path>
            </a:pathLst>
          </a:custGeom>
          <a:solidFill>
            <a:srgbClr val="DE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7" name="contour_15865"/>
          <p:cNvSpPr/>
          <p:nvPr/>
        </p:nvSpPr>
        <p:spPr>
          <a:xfrm>
            <a:off x="7400398" y="2666144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20513" y="21260"/>
                </a:lnTo>
                <a:lnTo>
                  <a:pt x="19516" y="20940"/>
                </a:lnTo>
                <a:lnTo>
                  <a:pt x="18425" y="20599"/>
                </a:lnTo>
                <a:lnTo>
                  <a:pt x="17064" y="20170"/>
                </a:lnTo>
                <a:lnTo>
                  <a:pt x="15257" y="19599"/>
                </a:lnTo>
                <a:lnTo>
                  <a:pt x="12823" y="18836"/>
                </a:lnTo>
                <a:lnTo>
                  <a:pt x="9590" y="17815"/>
                </a:lnTo>
                <a:lnTo>
                  <a:pt x="5375" y="16488"/>
                </a:lnTo>
                <a:lnTo>
                  <a:pt x="0" y="14793"/>
                </a:lnTo>
                <a:lnTo>
                  <a:pt x="0" y="10293"/>
                </a:lnTo>
                <a:lnTo>
                  <a:pt x="0" y="5766"/>
                </a:lnTo>
                <a:lnTo>
                  <a:pt x="0" y="1178"/>
                </a:lnTo>
                <a:close/>
              </a:path>
            </a:pathLst>
          </a:custGeom>
          <a:solidFill>
            <a:srgbClr val="DFEC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8" name="contour_15866"/>
          <p:cNvSpPr/>
          <p:nvPr/>
        </p:nvSpPr>
        <p:spPr>
          <a:xfrm>
            <a:off x="4230122" y="2667405"/>
            <a:ext cx="65592" cy="22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21600" y="4645"/>
                </a:lnTo>
                <a:lnTo>
                  <a:pt x="21600" y="9317"/>
                </a:lnTo>
                <a:lnTo>
                  <a:pt x="21600" y="14053"/>
                </a:lnTo>
                <a:lnTo>
                  <a:pt x="19985" y="15086"/>
                </a:lnTo>
                <a:lnTo>
                  <a:pt x="18367" y="16077"/>
                </a:lnTo>
                <a:lnTo>
                  <a:pt x="16745" y="17040"/>
                </a:lnTo>
                <a:lnTo>
                  <a:pt x="15125" y="17974"/>
                </a:lnTo>
                <a:lnTo>
                  <a:pt x="13500" y="18888"/>
                </a:lnTo>
                <a:lnTo>
                  <a:pt x="12830" y="19281"/>
                </a:lnTo>
                <a:lnTo>
                  <a:pt x="11650" y="19984"/>
                </a:lnTo>
                <a:lnTo>
                  <a:pt x="8945" y="21600"/>
                </a:lnTo>
                <a:lnTo>
                  <a:pt x="7574" y="21431"/>
                </a:lnTo>
                <a:lnTo>
                  <a:pt x="6197" y="21256"/>
                </a:lnTo>
                <a:lnTo>
                  <a:pt x="4800" y="21080"/>
                </a:lnTo>
                <a:lnTo>
                  <a:pt x="4008" y="17602"/>
                </a:lnTo>
                <a:lnTo>
                  <a:pt x="3214" y="14117"/>
                </a:lnTo>
                <a:lnTo>
                  <a:pt x="2419" y="10617"/>
                </a:lnTo>
                <a:lnTo>
                  <a:pt x="1618" y="7104"/>
                </a:lnTo>
                <a:lnTo>
                  <a:pt x="811" y="3570"/>
                </a:lnTo>
                <a:lnTo>
                  <a:pt x="0" y="0"/>
                </a:lnTo>
                <a:close/>
              </a:path>
            </a:pathLst>
          </a:custGeom>
          <a:solidFill>
            <a:srgbClr val="CDD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69" name="contour_15867"/>
          <p:cNvSpPr/>
          <p:nvPr/>
        </p:nvSpPr>
        <p:spPr>
          <a:xfrm>
            <a:off x="950526" y="266011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999" y="2354"/>
                </a:lnTo>
                <a:lnTo>
                  <a:pt x="20084" y="4093"/>
                </a:lnTo>
                <a:lnTo>
                  <a:pt x="20740" y="5735"/>
                </a:lnTo>
                <a:lnTo>
                  <a:pt x="21177" y="7798"/>
                </a:lnTo>
                <a:lnTo>
                  <a:pt x="21600" y="10800"/>
                </a:lnTo>
                <a:lnTo>
                  <a:pt x="19691" y="12899"/>
                </a:lnTo>
                <a:lnTo>
                  <a:pt x="17699" y="14789"/>
                </a:lnTo>
                <a:lnTo>
                  <a:pt x="15612" y="16538"/>
                </a:lnTo>
                <a:lnTo>
                  <a:pt x="13418" y="18212"/>
                </a:lnTo>
                <a:lnTo>
                  <a:pt x="11102" y="19876"/>
                </a:lnTo>
                <a:lnTo>
                  <a:pt x="8640" y="21600"/>
                </a:lnTo>
                <a:lnTo>
                  <a:pt x="7417" y="19562"/>
                </a:lnTo>
                <a:lnTo>
                  <a:pt x="6195" y="17525"/>
                </a:lnTo>
                <a:lnTo>
                  <a:pt x="4968" y="15480"/>
                </a:lnTo>
                <a:lnTo>
                  <a:pt x="3737" y="13428"/>
                </a:lnTo>
                <a:lnTo>
                  <a:pt x="2497" y="11365"/>
                </a:lnTo>
                <a:lnTo>
                  <a:pt x="1253" y="9292"/>
                </a:lnTo>
                <a:lnTo>
                  <a:pt x="0" y="7200"/>
                </a:lnTo>
                <a:lnTo>
                  <a:pt x="2856" y="7200"/>
                </a:lnTo>
                <a:lnTo>
                  <a:pt x="5728" y="7200"/>
                </a:lnTo>
                <a:lnTo>
                  <a:pt x="8640" y="7200"/>
                </a:lnTo>
                <a:lnTo>
                  <a:pt x="8640" y="4820"/>
                </a:lnTo>
                <a:lnTo>
                  <a:pt x="8640" y="2426"/>
                </a:lnTo>
                <a:lnTo>
                  <a:pt x="8640" y="0"/>
                </a:lnTo>
                <a:close/>
              </a:path>
            </a:pathLst>
          </a:custGeom>
          <a:solidFill>
            <a:srgbClr val="20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0" name="contour_15868"/>
          <p:cNvSpPr/>
          <p:nvPr/>
        </p:nvSpPr>
        <p:spPr>
          <a:xfrm>
            <a:off x="11306762" y="265282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1339"/>
                </a:lnTo>
                <a:lnTo>
                  <a:pt x="17975" y="2678"/>
                </a:lnTo>
                <a:lnTo>
                  <a:pt x="19775" y="4034"/>
                </a:lnTo>
                <a:lnTo>
                  <a:pt x="21600" y="5400"/>
                </a:lnTo>
                <a:lnTo>
                  <a:pt x="20887" y="8608"/>
                </a:lnTo>
                <a:lnTo>
                  <a:pt x="20171" y="11826"/>
                </a:lnTo>
                <a:lnTo>
                  <a:pt x="19454" y="15055"/>
                </a:lnTo>
                <a:lnTo>
                  <a:pt x="18731" y="18311"/>
                </a:lnTo>
                <a:lnTo>
                  <a:pt x="18000" y="21600"/>
                </a:lnTo>
                <a:lnTo>
                  <a:pt x="15772" y="20930"/>
                </a:lnTo>
                <a:lnTo>
                  <a:pt x="13543" y="20261"/>
                </a:lnTo>
                <a:lnTo>
                  <a:pt x="11308" y="19591"/>
                </a:lnTo>
                <a:lnTo>
                  <a:pt x="9068" y="18922"/>
                </a:lnTo>
                <a:lnTo>
                  <a:pt x="6818" y="18247"/>
                </a:lnTo>
                <a:lnTo>
                  <a:pt x="4558" y="17566"/>
                </a:lnTo>
                <a:lnTo>
                  <a:pt x="2286" y="16886"/>
                </a:lnTo>
                <a:lnTo>
                  <a:pt x="0" y="16200"/>
                </a:lnTo>
                <a:lnTo>
                  <a:pt x="893" y="13527"/>
                </a:lnTo>
                <a:lnTo>
                  <a:pt x="1786" y="10838"/>
                </a:lnTo>
                <a:lnTo>
                  <a:pt x="2689" y="8138"/>
                </a:lnTo>
                <a:lnTo>
                  <a:pt x="3600" y="5400"/>
                </a:lnTo>
                <a:lnTo>
                  <a:pt x="5738" y="6469"/>
                </a:lnTo>
                <a:lnTo>
                  <a:pt x="7884" y="7544"/>
                </a:lnTo>
                <a:lnTo>
                  <a:pt x="10037" y="8618"/>
                </a:lnTo>
                <a:lnTo>
                  <a:pt x="12208" y="9704"/>
                </a:lnTo>
                <a:lnTo>
                  <a:pt x="14400" y="10800"/>
                </a:lnTo>
                <a:lnTo>
                  <a:pt x="14400" y="7231"/>
                </a:lnTo>
                <a:lnTo>
                  <a:pt x="14400" y="3640"/>
                </a:lnTo>
                <a:lnTo>
                  <a:pt x="14400" y="0"/>
                </a:lnTo>
                <a:close/>
              </a:path>
            </a:pathLst>
          </a:custGeom>
          <a:solidFill>
            <a:srgbClr val="947F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1" name="contour_15869"/>
          <p:cNvSpPr/>
          <p:nvPr/>
        </p:nvSpPr>
        <p:spPr>
          <a:xfrm>
            <a:off x="8063605" y="2623677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76" y="2814"/>
                </a:lnTo>
                <a:lnTo>
                  <a:pt x="7762" y="5014"/>
                </a:lnTo>
                <a:lnTo>
                  <a:pt x="9043" y="6779"/>
                </a:lnTo>
                <a:lnTo>
                  <a:pt x="9900" y="8294"/>
                </a:lnTo>
                <a:lnTo>
                  <a:pt x="10422" y="9732"/>
                </a:lnTo>
                <a:lnTo>
                  <a:pt x="10688" y="11281"/>
                </a:lnTo>
                <a:lnTo>
                  <a:pt x="10786" y="13120"/>
                </a:lnTo>
                <a:lnTo>
                  <a:pt x="10800" y="15429"/>
                </a:lnTo>
                <a:lnTo>
                  <a:pt x="13478" y="16379"/>
                </a:lnTo>
                <a:lnTo>
                  <a:pt x="15379" y="17015"/>
                </a:lnTo>
                <a:lnTo>
                  <a:pt x="17021" y="17484"/>
                </a:lnTo>
                <a:lnTo>
                  <a:pt x="18922" y="17934"/>
                </a:lnTo>
                <a:lnTo>
                  <a:pt x="21600" y="18514"/>
                </a:lnTo>
                <a:lnTo>
                  <a:pt x="19224" y="19023"/>
                </a:lnTo>
                <a:lnTo>
                  <a:pt x="16844" y="19533"/>
                </a:lnTo>
                <a:lnTo>
                  <a:pt x="14454" y="20045"/>
                </a:lnTo>
                <a:lnTo>
                  <a:pt x="12053" y="20560"/>
                </a:lnTo>
                <a:lnTo>
                  <a:pt x="9637" y="21079"/>
                </a:lnTo>
                <a:lnTo>
                  <a:pt x="7200" y="21600"/>
                </a:lnTo>
                <a:lnTo>
                  <a:pt x="6422" y="19792"/>
                </a:lnTo>
                <a:lnTo>
                  <a:pt x="5652" y="17980"/>
                </a:lnTo>
                <a:lnTo>
                  <a:pt x="4889" y="16166"/>
                </a:lnTo>
                <a:lnTo>
                  <a:pt x="4129" y="14352"/>
                </a:lnTo>
                <a:lnTo>
                  <a:pt x="3377" y="12534"/>
                </a:lnTo>
                <a:lnTo>
                  <a:pt x="2664" y="10849"/>
                </a:lnTo>
                <a:lnTo>
                  <a:pt x="1948" y="9155"/>
                </a:lnTo>
                <a:lnTo>
                  <a:pt x="1224" y="7437"/>
                </a:lnTo>
                <a:lnTo>
                  <a:pt x="821" y="5999"/>
                </a:lnTo>
                <a:lnTo>
                  <a:pt x="414" y="4551"/>
                </a:lnTo>
                <a:lnTo>
                  <a:pt x="0" y="3086"/>
                </a:lnTo>
                <a:lnTo>
                  <a:pt x="1786" y="1555"/>
                </a:lnTo>
                <a:lnTo>
                  <a:pt x="3600" y="0"/>
                </a:lnTo>
                <a:close/>
              </a:path>
            </a:pathLst>
          </a:custGeom>
          <a:solidFill>
            <a:srgbClr val="737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2" name="contour_15870"/>
          <p:cNvSpPr/>
          <p:nvPr/>
        </p:nvSpPr>
        <p:spPr>
          <a:xfrm>
            <a:off x="11423369" y="2630965"/>
            <a:ext cx="36440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495"/>
                </a:lnTo>
                <a:lnTo>
                  <a:pt x="9210" y="2989"/>
                </a:lnTo>
                <a:lnTo>
                  <a:pt x="11664" y="4489"/>
                </a:lnTo>
                <a:lnTo>
                  <a:pt x="14126" y="5994"/>
                </a:lnTo>
                <a:lnTo>
                  <a:pt x="16602" y="7510"/>
                </a:lnTo>
                <a:lnTo>
                  <a:pt x="19090" y="9031"/>
                </a:lnTo>
                <a:lnTo>
                  <a:pt x="21600" y="10562"/>
                </a:lnTo>
                <a:lnTo>
                  <a:pt x="19492" y="13699"/>
                </a:lnTo>
                <a:lnTo>
                  <a:pt x="17889" y="15844"/>
                </a:lnTo>
                <a:lnTo>
                  <a:pt x="15980" y="17988"/>
                </a:lnTo>
                <a:lnTo>
                  <a:pt x="12960" y="21125"/>
                </a:lnTo>
                <a:lnTo>
                  <a:pt x="9487" y="21442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442"/>
                </a:lnTo>
                <a:lnTo>
                  <a:pt x="0" y="21125"/>
                </a:lnTo>
                <a:lnTo>
                  <a:pt x="713" y="17639"/>
                </a:lnTo>
                <a:lnTo>
                  <a:pt x="1426" y="14148"/>
                </a:lnTo>
                <a:lnTo>
                  <a:pt x="2143" y="10642"/>
                </a:lnTo>
                <a:lnTo>
                  <a:pt x="2864" y="7119"/>
                </a:lnTo>
                <a:lnTo>
                  <a:pt x="3590" y="3575"/>
                </a:lnTo>
                <a:lnTo>
                  <a:pt x="4320" y="0"/>
                </a:lnTo>
                <a:close/>
              </a:path>
            </a:pathLst>
          </a:custGeom>
          <a:solidFill>
            <a:srgbClr val="DF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3" name="contour_15871"/>
          <p:cNvSpPr/>
          <p:nvPr/>
        </p:nvSpPr>
        <p:spPr>
          <a:xfrm>
            <a:off x="5097393" y="2637714"/>
            <a:ext cx="65592" cy="224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0"/>
                </a:moveTo>
                <a:lnTo>
                  <a:pt x="12307" y="899"/>
                </a:lnTo>
                <a:lnTo>
                  <a:pt x="13570" y="1799"/>
                </a:lnTo>
                <a:lnTo>
                  <a:pt x="14849" y="2719"/>
                </a:lnTo>
                <a:lnTo>
                  <a:pt x="16123" y="3563"/>
                </a:lnTo>
                <a:lnTo>
                  <a:pt x="17405" y="4406"/>
                </a:lnTo>
                <a:lnTo>
                  <a:pt x="18703" y="5270"/>
                </a:lnTo>
                <a:lnTo>
                  <a:pt x="20141" y="6401"/>
                </a:lnTo>
                <a:lnTo>
                  <a:pt x="21600" y="7547"/>
                </a:lnTo>
                <a:lnTo>
                  <a:pt x="21600" y="11032"/>
                </a:lnTo>
                <a:lnTo>
                  <a:pt x="21600" y="14573"/>
                </a:lnTo>
                <a:lnTo>
                  <a:pt x="20832" y="14819"/>
                </a:lnTo>
                <a:lnTo>
                  <a:pt x="20131" y="15051"/>
                </a:lnTo>
                <a:lnTo>
                  <a:pt x="19438" y="15276"/>
                </a:lnTo>
                <a:lnTo>
                  <a:pt x="18694" y="15515"/>
                </a:lnTo>
                <a:lnTo>
                  <a:pt x="17842" y="15796"/>
                </a:lnTo>
                <a:lnTo>
                  <a:pt x="16819" y="16126"/>
                </a:lnTo>
                <a:lnTo>
                  <a:pt x="15571" y="16534"/>
                </a:lnTo>
                <a:lnTo>
                  <a:pt x="14038" y="17033"/>
                </a:lnTo>
                <a:lnTo>
                  <a:pt x="12156" y="17644"/>
                </a:lnTo>
                <a:lnTo>
                  <a:pt x="9871" y="18389"/>
                </a:lnTo>
                <a:lnTo>
                  <a:pt x="7123" y="19281"/>
                </a:lnTo>
                <a:lnTo>
                  <a:pt x="3852" y="20342"/>
                </a:lnTo>
                <a:lnTo>
                  <a:pt x="0" y="21600"/>
                </a:lnTo>
                <a:lnTo>
                  <a:pt x="2386" y="14637"/>
                </a:lnTo>
                <a:lnTo>
                  <a:pt x="4224" y="9402"/>
                </a:lnTo>
                <a:lnTo>
                  <a:pt x="5647" y="5635"/>
                </a:lnTo>
                <a:lnTo>
                  <a:pt x="6782" y="3092"/>
                </a:lnTo>
                <a:lnTo>
                  <a:pt x="7762" y="1504"/>
                </a:lnTo>
                <a:lnTo>
                  <a:pt x="8714" y="625"/>
                </a:lnTo>
                <a:lnTo>
                  <a:pt x="9768" y="211"/>
                </a:lnTo>
                <a:lnTo>
                  <a:pt x="11052" y="0"/>
                </a:lnTo>
                <a:close/>
              </a:path>
            </a:pathLst>
          </a:custGeom>
          <a:solidFill>
            <a:srgbClr val="D7DE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4" name="contour_15872"/>
          <p:cNvSpPr/>
          <p:nvPr/>
        </p:nvSpPr>
        <p:spPr>
          <a:xfrm>
            <a:off x="4441474" y="263825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444" y="6489"/>
                </a:lnTo>
                <a:lnTo>
                  <a:pt x="19273" y="8653"/>
                </a:lnTo>
                <a:lnTo>
                  <a:pt x="18079" y="10809"/>
                </a:lnTo>
                <a:lnTo>
                  <a:pt x="16875" y="12960"/>
                </a:lnTo>
                <a:lnTo>
                  <a:pt x="15557" y="15371"/>
                </a:lnTo>
                <a:lnTo>
                  <a:pt x="14218" y="17820"/>
                </a:lnTo>
                <a:lnTo>
                  <a:pt x="12523" y="19695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949C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5" name="contour_15873"/>
          <p:cNvSpPr/>
          <p:nvPr/>
        </p:nvSpPr>
        <p:spPr>
          <a:xfrm>
            <a:off x="4178392" y="2609101"/>
            <a:ext cx="3110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96" y="0"/>
                </a:moveTo>
                <a:lnTo>
                  <a:pt x="1240" y="792"/>
                </a:lnTo>
                <a:lnTo>
                  <a:pt x="1984" y="1588"/>
                </a:lnTo>
                <a:lnTo>
                  <a:pt x="3011" y="2686"/>
                </a:lnTo>
                <a:lnTo>
                  <a:pt x="4610" y="4388"/>
                </a:lnTo>
                <a:lnTo>
                  <a:pt x="7050" y="6991"/>
                </a:lnTo>
                <a:lnTo>
                  <a:pt x="10618" y="10800"/>
                </a:lnTo>
                <a:lnTo>
                  <a:pt x="12288" y="9018"/>
                </a:lnTo>
                <a:lnTo>
                  <a:pt x="13963" y="7232"/>
                </a:lnTo>
                <a:lnTo>
                  <a:pt x="15638" y="5440"/>
                </a:lnTo>
                <a:lnTo>
                  <a:pt x="17329" y="3640"/>
                </a:lnTo>
                <a:lnTo>
                  <a:pt x="19029" y="1829"/>
                </a:lnTo>
                <a:lnTo>
                  <a:pt x="20740" y="0"/>
                </a:lnTo>
                <a:lnTo>
                  <a:pt x="21084" y="2603"/>
                </a:lnTo>
                <a:lnTo>
                  <a:pt x="21362" y="5177"/>
                </a:lnTo>
                <a:lnTo>
                  <a:pt x="21544" y="7736"/>
                </a:lnTo>
                <a:lnTo>
                  <a:pt x="21600" y="10289"/>
                </a:lnTo>
                <a:lnTo>
                  <a:pt x="21509" y="12841"/>
                </a:lnTo>
                <a:lnTo>
                  <a:pt x="21231" y="15412"/>
                </a:lnTo>
                <a:lnTo>
                  <a:pt x="20740" y="18000"/>
                </a:lnTo>
                <a:lnTo>
                  <a:pt x="17126" y="19541"/>
                </a:lnTo>
                <a:lnTo>
                  <a:pt x="14530" y="20498"/>
                </a:lnTo>
                <a:lnTo>
                  <a:pt x="12222" y="21046"/>
                </a:lnTo>
                <a:lnTo>
                  <a:pt x="9474" y="21355"/>
                </a:lnTo>
                <a:lnTo>
                  <a:pt x="5557" y="21600"/>
                </a:lnTo>
                <a:lnTo>
                  <a:pt x="2622" y="19451"/>
                </a:lnTo>
                <a:lnTo>
                  <a:pt x="1068" y="17914"/>
                </a:lnTo>
                <a:lnTo>
                  <a:pt x="364" y="16247"/>
                </a:lnTo>
                <a:lnTo>
                  <a:pt x="0" y="13712"/>
                </a:lnTo>
                <a:lnTo>
                  <a:pt x="91" y="11261"/>
                </a:lnTo>
                <a:lnTo>
                  <a:pt x="182" y="8777"/>
                </a:lnTo>
                <a:lnTo>
                  <a:pt x="253" y="6311"/>
                </a:lnTo>
                <a:lnTo>
                  <a:pt x="319" y="3812"/>
                </a:lnTo>
                <a:lnTo>
                  <a:pt x="405" y="1919"/>
                </a:lnTo>
                <a:lnTo>
                  <a:pt x="496" y="0"/>
                </a:lnTo>
                <a:close/>
              </a:path>
            </a:pathLst>
          </a:custGeom>
          <a:solidFill>
            <a:srgbClr val="B1B1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6" name="contour_15874"/>
          <p:cNvSpPr/>
          <p:nvPr/>
        </p:nvSpPr>
        <p:spPr>
          <a:xfrm>
            <a:off x="7772086" y="260910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445"/>
                </a:lnTo>
                <a:lnTo>
                  <a:pt x="13856" y="4890"/>
                </a:lnTo>
                <a:lnTo>
                  <a:pt x="15390" y="7344"/>
                </a:lnTo>
                <a:lnTo>
                  <a:pt x="16929" y="9806"/>
                </a:lnTo>
                <a:lnTo>
                  <a:pt x="18479" y="12282"/>
                </a:lnTo>
                <a:lnTo>
                  <a:pt x="20034" y="14770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1571" y="16066"/>
                </a:lnTo>
                <a:lnTo>
                  <a:pt x="2824" y="11845"/>
                </a:lnTo>
                <a:lnTo>
                  <a:pt x="3893" y="8692"/>
                </a:lnTo>
                <a:lnTo>
                  <a:pt x="4892" y="6346"/>
                </a:lnTo>
                <a:lnTo>
                  <a:pt x="5962" y="4558"/>
                </a:lnTo>
                <a:lnTo>
                  <a:pt x="7214" y="3072"/>
                </a:lnTo>
                <a:lnTo>
                  <a:pt x="8786" y="1637"/>
                </a:lnTo>
                <a:lnTo>
                  <a:pt x="10800" y="0"/>
                </a:lnTo>
                <a:close/>
              </a:path>
            </a:pathLst>
          </a:custGeom>
          <a:solidFill>
            <a:srgbClr val="E1F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7" name="contour_15875"/>
          <p:cNvSpPr/>
          <p:nvPr/>
        </p:nvSpPr>
        <p:spPr>
          <a:xfrm>
            <a:off x="4375882" y="2608751"/>
            <a:ext cx="51016" cy="29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6"/>
                </a:moveTo>
                <a:lnTo>
                  <a:pt x="21112" y="4066"/>
                </a:lnTo>
                <a:lnTo>
                  <a:pt x="20708" y="6803"/>
                </a:lnTo>
                <a:lnTo>
                  <a:pt x="20239" y="9237"/>
                </a:lnTo>
                <a:lnTo>
                  <a:pt x="19557" y="12134"/>
                </a:lnTo>
                <a:lnTo>
                  <a:pt x="18514" y="16264"/>
                </a:lnTo>
                <a:lnTo>
                  <a:pt x="16404" y="18388"/>
                </a:lnTo>
                <a:lnTo>
                  <a:pt x="14867" y="19727"/>
                </a:lnTo>
                <a:lnTo>
                  <a:pt x="13460" y="20538"/>
                </a:lnTo>
                <a:lnTo>
                  <a:pt x="11738" y="21077"/>
                </a:lnTo>
                <a:lnTo>
                  <a:pt x="9257" y="21600"/>
                </a:lnTo>
                <a:lnTo>
                  <a:pt x="7045" y="19466"/>
                </a:lnTo>
                <a:lnTo>
                  <a:pt x="5443" y="17870"/>
                </a:lnTo>
                <a:lnTo>
                  <a:pt x="4193" y="16509"/>
                </a:lnTo>
                <a:lnTo>
                  <a:pt x="3043" y="15101"/>
                </a:lnTo>
                <a:lnTo>
                  <a:pt x="1731" y="13340"/>
                </a:lnTo>
                <a:lnTo>
                  <a:pt x="0" y="10928"/>
                </a:lnTo>
                <a:lnTo>
                  <a:pt x="1966" y="9012"/>
                </a:lnTo>
                <a:lnTo>
                  <a:pt x="3863" y="7230"/>
                </a:lnTo>
                <a:lnTo>
                  <a:pt x="5715" y="5603"/>
                </a:lnTo>
                <a:lnTo>
                  <a:pt x="7541" y="4141"/>
                </a:lnTo>
                <a:lnTo>
                  <a:pt x="9368" y="2871"/>
                </a:lnTo>
                <a:lnTo>
                  <a:pt x="11220" y="1804"/>
                </a:lnTo>
                <a:lnTo>
                  <a:pt x="13114" y="966"/>
                </a:lnTo>
                <a:lnTo>
                  <a:pt x="15077" y="374"/>
                </a:lnTo>
                <a:lnTo>
                  <a:pt x="17129" y="48"/>
                </a:lnTo>
                <a:lnTo>
                  <a:pt x="19295" y="0"/>
                </a:lnTo>
                <a:lnTo>
                  <a:pt x="21600" y="256"/>
                </a:lnTo>
                <a:close/>
              </a:path>
            </a:pathLst>
          </a:custGeom>
          <a:solidFill>
            <a:srgbClr val="CDD0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8" name="contour_15876"/>
          <p:cNvSpPr/>
          <p:nvPr/>
        </p:nvSpPr>
        <p:spPr>
          <a:xfrm>
            <a:off x="2408124" y="2594314"/>
            <a:ext cx="36440" cy="316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4"/>
                </a:moveTo>
                <a:lnTo>
                  <a:pt x="21185" y="3600"/>
                </a:lnTo>
                <a:lnTo>
                  <a:pt x="20706" y="6981"/>
                </a:lnTo>
                <a:lnTo>
                  <a:pt x="20114" y="10303"/>
                </a:lnTo>
                <a:lnTo>
                  <a:pt x="19375" y="13575"/>
                </a:lnTo>
                <a:lnTo>
                  <a:pt x="18442" y="16817"/>
                </a:lnTo>
                <a:lnTo>
                  <a:pt x="17280" y="20034"/>
                </a:lnTo>
                <a:lnTo>
                  <a:pt x="14066" y="21078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078"/>
                </a:lnTo>
                <a:lnTo>
                  <a:pt x="4320" y="20034"/>
                </a:lnTo>
                <a:lnTo>
                  <a:pt x="2860" y="16334"/>
                </a:lnTo>
                <a:lnTo>
                  <a:pt x="1905" y="13709"/>
                </a:lnTo>
                <a:lnTo>
                  <a:pt x="1248" y="11441"/>
                </a:lnTo>
                <a:lnTo>
                  <a:pt x="683" y="8816"/>
                </a:lnTo>
                <a:lnTo>
                  <a:pt x="0" y="5117"/>
                </a:lnTo>
                <a:lnTo>
                  <a:pt x="2687" y="3391"/>
                </a:lnTo>
                <a:lnTo>
                  <a:pt x="5275" y="2078"/>
                </a:lnTo>
                <a:lnTo>
                  <a:pt x="7815" y="1139"/>
                </a:lnTo>
                <a:lnTo>
                  <a:pt x="10359" y="512"/>
                </a:lnTo>
                <a:lnTo>
                  <a:pt x="12956" y="149"/>
                </a:lnTo>
                <a:lnTo>
                  <a:pt x="15660" y="0"/>
                </a:lnTo>
                <a:lnTo>
                  <a:pt x="18524" y="15"/>
                </a:lnTo>
                <a:lnTo>
                  <a:pt x="21600" y="144"/>
                </a:lnTo>
                <a:close/>
              </a:path>
            </a:pathLst>
          </a:custGeom>
          <a:solidFill>
            <a:srgbClr val="5C5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79" name="contour_15877"/>
          <p:cNvSpPr/>
          <p:nvPr/>
        </p:nvSpPr>
        <p:spPr>
          <a:xfrm>
            <a:off x="2335244" y="2602462"/>
            <a:ext cx="36440" cy="430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20" y="1275"/>
                </a:moveTo>
                <a:lnTo>
                  <a:pt x="19695" y="2295"/>
                </a:lnTo>
                <a:lnTo>
                  <a:pt x="21600" y="3329"/>
                </a:lnTo>
                <a:lnTo>
                  <a:pt x="20136" y="5620"/>
                </a:lnTo>
                <a:lnTo>
                  <a:pt x="18654" y="7908"/>
                </a:lnTo>
                <a:lnTo>
                  <a:pt x="17163" y="10188"/>
                </a:lnTo>
                <a:lnTo>
                  <a:pt x="15660" y="12464"/>
                </a:lnTo>
                <a:lnTo>
                  <a:pt x="15168" y="13221"/>
                </a:lnTo>
                <a:lnTo>
                  <a:pt x="14304" y="14555"/>
                </a:lnTo>
                <a:lnTo>
                  <a:pt x="12321" y="17602"/>
                </a:lnTo>
                <a:lnTo>
                  <a:pt x="10493" y="19587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380" y="19367"/>
                </a:lnTo>
                <a:lnTo>
                  <a:pt x="778" y="17142"/>
                </a:lnTo>
                <a:lnTo>
                  <a:pt x="1192" y="14916"/>
                </a:lnTo>
                <a:lnTo>
                  <a:pt x="1620" y="12691"/>
                </a:lnTo>
                <a:lnTo>
                  <a:pt x="2074" y="10206"/>
                </a:lnTo>
                <a:lnTo>
                  <a:pt x="2532" y="7685"/>
                </a:lnTo>
                <a:lnTo>
                  <a:pt x="3629" y="5123"/>
                </a:lnTo>
                <a:lnTo>
                  <a:pt x="4588" y="3541"/>
                </a:lnTo>
                <a:lnTo>
                  <a:pt x="5957" y="2284"/>
                </a:lnTo>
                <a:lnTo>
                  <a:pt x="8268" y="687"/>
                </a:lnTo>
                <a:lnTo>
                  <a:pt x="11055" y="128"/>
                </a:lnTo>
                <a:lnTo>
                  <a:pt x="12982" y="0"/>
                </a:lnTo>
                <a:lnTo>
                  <a:pt x="14939" y="365"/>
                </a:lnTo>
                <a:lnTo>
                  <a:pt x="17820" y="1275"/>
                </a:lnTo>
                <a:close/>
              </a:path>
            </a:pathLst>
          </a:custGeom>
          <a:solidFill>
            <a:srgbClr val="8C8F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0" name="contour_15878"/>
          <p:cNvSpPr/>
          <p:nvPr/>
        </p:nvSpPr>
        <p:spPr>
          <a:xfrm>
            <a:off x="8260381" y="2587237"/>
            <a:ext cx="7288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40" y="0"/>
                </a:moveTo>
                <a:lnTo>
                  <a:pt x="19868" y="4277"/>
                </a:lnTo>
                <a:lnTo>
                  <a:pt x="20298" y="8568"/>
                </a:lnTo>
                <a:lnTo>
                  <a:pt x="20727" y="12874"/>
                </a:lnTo>
                <a:lnTo>
                  <a:pt x="21162" y="17215"/>
                </a:lnTo>
                <a:lnTo>
                  <a:pt x="21600" y="21600"/>
                </a:lnTo>
                <a:lnTo>
                  <a:pt x="20174" y="21125"/>
                </a:lnTo>
                <a:lnTo>
                  <a:pt x="18749" y="20650"/>
                </a:lnTo>
                <a:lnTo>
                  <a:pt x="17321" y="20174"/>
                </a:lnTo>
                <a:lnTo>
                  <a:pt x="15893" y="19699"/>
                </a:lnTo>
                <a:lnTo>
                  <a:pt x="14463" y="19224"/>
                </a:lnTo>
                <a:lnTo>
                  <a:pt x="13033" y="18742"/>
                </a:lnTo>
                <a:lnTo>
                  <a:pt x="11599" y="18266"/>
                </a:lnTo>
                <a:lnTo>
                  <a:pt x="10163" y="17784"/>
                </a:lnTo>
                <a:lnTo>
                  <a:pt x="8722" y="17309"/>
                </a:lnTo>
                <a:lnTo>
                  <a:pt x="7279" y="16826"/>
                </a:lnTo>
                <a:lnTo>
                  <a:pt x="5834" y="16344"/>
                </a:lnTo>
                <a:lnTo>
                  <a:pt x="4383" y="15862"/>
                </a:lnTo>
                <a:lnTo>
                  <a:pt x="2927" y="15372"/>
                </a:lnTo>
                <a:lnTo>
                  <a:pt x="1467" y="14890"/>
                </a:lnTo>
                <a:lnTo>
                  <a:pt x="0" y="14400"/>
                </a:lnTo>
                <a:lnTo>
                  <a:pt x="0" y="10829"/>
                </a:lnTo>
                <a:lnTo>
                  <a:pt x="0" y="7200"/>
                </a:lnTo>
                <a:lnTo>
                  <a:pt x="1458" y="6473"/>
                </a:lnTo>
                <a:lnTo>
                  <a:pt x="2916" y="5753"/>
                </a:lnTo>
                <a:lnTo>
                  <a:pt x="4374" y="5033"/>
                </a:lnTo>
                <a:lnTo>
                  <a:pt x="5832" y="4313"/>
                </a:lnTo>
                <a:lnTo>
                  <a:pt x="7290" y="3600"/>
                </a:lnTo>
                <a:lnTo>
                  <a:pt x="8644" y="2930"/>
                </a:lnTo>
                <a:lnTo>
                  <a:pt x="10007" y="2254"/>
                </a:lnTo>
                <a:lnTo>
                  <a:pt x="11390" y="1577"/>
                </a:lnTo>
                <a:lnTo>
                  <a:pt x="12982" y="914"/>
                </a:lnTo>
                <a:lnTo>
                  <a:pt x="14174" y="468"/>
                </a:lnTo>
                <a:lnTo>
                  <a:pt x="15193" y="194"/>
                </a:lnTo>
                <a:lnTo>
                  <a:pt x="16263" y="58"/>
                </a:lnTo>
                <a:lnTo>
                  <a:pt x="17602" y="7"/>
                </a:lnTo>
                <a:lnTo>
                  <a:pt x="19440" y="0"/>
                </a:lnTo>
                <a:close/>
              </a:path>
            </a:pathLst>
          </a:custGeom>
          <a:solidFill>
            <a:srgbClr val="CDD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1" name="contour_15879"/>
          <p:cNvSpPr/>
          <p:nvPr/>
        </p:nvSpPr>
        <p:spPr>
          <a:xfrm>
            <a:off x="5680432" y="2579949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61" y="1475"/>
                </a:lnTo>
                <a:lnTo>
                  <a:pt x="4457" y="2944"/>
                </a:lnTo>
                <a:lnTo>
                  <a:pt x="6588" y="4434"/>
                </a:lnTo>
                <a:lnTo>
                  <a:pt x="8658" y="5975"/>
                </a:lnTo>
                <a:lnTo>
                  <a:pt x="10670" y="7598"/>
                </a:lnTo>
                <a:lnTo>
                  <a:pt x="12622" y="9318"/>
                </a:lnTo>
                <a:lnTo>
                  <a:pt x="14522" y="11170"/>
                </a:lnTo>
                <a:lnTo>
                  <a:pt x="16366" y="13180"/>
                </a:lnTo>
                <a:lnTo>
                  <a:pt x="18158" y="15370"/>
                </a:lnTo>
                <a:lnTo>
                  <a:pt x="19904" y="17773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58" y="17166"/>
                </a:lnTo>
                <a:lnTo>
                  <a:pt x="1454" y="13910"/>
                </a:lnTo>
                <a:lnTo>
                  <a:pt x="828" y="10604"/>
                </a:lnTo>
                <a:lnTo>
                  <a:pt x="414" y="7210"/>
                </a:lnTo>
                <a:lnTo>
                  <a:pt x="158" y="3689"/>
                </a:lnTo>
                <a:lnTo>
                  <a:pt x="0" y="0"/>
                </a:lnTo>
                <a:close/>
              </a:path>
            </a:pathLst>
          </a:custGeom>
          <a:solidFill>
            <a:srgbClr val="C8D0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2" name="contour_15880"/>
          <p:cNvSpPr/>
          <p:nvPr/>
        </p:nvSpPr>
        <p:spPr>
          <a:xfrm>
            <a:off x="5031801" y="2573229"/>
            <a:ext cx="58304" cy="358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91" y="1044"/>
                </a:moveTo>
                <a:lnTo>
                  <a:pt x="20539" y="2537"/>
                </a:lnTo>
                <a:lnTo>
                  <a:pt x="21600" y="4046"/>
                </a:lnTo>
                <a:lnTo>
                  <a:pt x="21522" y="7228"/>
                </a:lnTo>
                <a:lnTo>
                  <a:pt x="21257" y="9571"/>
                </a:lnTo>
                <a:lnTo>
                  <a:pt x="20588" y="13095"/>
                </a:lnTo>
                <a:lnTo>
                  <a:pt x="20137" y="15487"/>
                </a:lnTo>
                <a:lnTo>
                  <a:pt x="19680" y="17914"/>
                </a:lnTo>
                <a:lnTo>
                  <a:pt x="19294" y="19744"/>
                </a:lnTo>
                <a:lnTo>
                  <a:pt x="18900" y="21600"/>
                </a:lnTo>
                <a:lnTo>
                  <a:pt x="18900" y="18704"/>
                </a:lnTo>
                <a:lnTo>
                  <a:pt x="18900" y="15781"/>
                </a:lnTo>
                <a:lnTo>
                  <a:pt x="18900" y="12823"/>
                </a:lnTo>
                <a:lnTo>
                  <a:pt x="17029" y="12823"/>
                </a:lnTo>
                <a:lnTo>
                  <a:pt x="15155" y="12823"/>
                </a:lnTo>
                <a:lnTo>
                  <a:pt x="13281" y="12823"/>
                </a:lnTo>
                <a:lnTo>
                  <a:pt x="11402" y="12823"/>
                </a:lnTo>
                <a:lnTo>
                  <a:pt x="9520" y="12823"/>
                </a:lnTo>
                <a:lnTo>
                  <a:pt x="7633" y="12823"/>
                </a:lnTo>
                <a:lnTo>
                  <a:pt x="5738" y="12823"/>
                </a:lnTo>
                <a:lnTo>
                  <a:pt x="3834" y="12823"/>
                </a:lnTo>
                <a:lnTo>
                  <a:pt x="1922" y="12823"/>
                </a:lnTo>
                <a:lnTo>
                  <a:pt x="0" y="12823"/>
                </a:lnTo>
                <a:lnTo>
                  <a:pt x="0" y="10646"/>
                </a:lnTo>
                <a:lnTo>
                  <a:pt x="0" y="8435"/>
                </a:lnTo>
                <a:lnTo>
                  <a:pt x="1671" y="7193"/>
                </a:lnTo>
                <a:lnTo>
                  <a:pt x="2911" y="6315"/>
                </a:lnTo>
                <a:lnTo>
                  <a:pt x="4090" y="5565"/>
                </a:lnTo>
                <a:lnTo>
                  <a:pt x="5584" y="4704"/>
                </a:lnTo>
                <a:lnTo>
                  <a:pt x="7762" y="3498"/>
                </a:lnTo>
                <a:lnTo>
                  <a:pt x="9204" y="2668"/>
                </a:lnTo>
                <a:lnTo>
                  <a:pt x="10657" y="1839"/>
                </a:lnTo>
                <a:lnTo>
                  <a:pt x="12128" y="992"/>
                </a:lnTo>
                <a:lnTo>
                  <a:pt x="14534" y="246"/>
                </a:lnTo>
                <a:lnTo>
                  <a:pt x="16103" y="0"/>
                </a:lnTo>
                <a:lnTo>
                  <a:pt x="17523" y="263"/>
                </a:lnTo>
                <a:lnTo>
                  <a:pt x="19491" y="1044"/>
                </a:lnTo>
                <a:close/>
              </a:path>
            </a:pathLst>
          </a:custGeom>
          <a:solidFill>
            <a:srgbClr val="DF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3" name="contour_15881"/>
          <p:cNvSpPr/>
          <p:nvPr/>
        </p:nvSpPr>
        <p:spPr>
          <a:xfrm>
            <a:off x="8143773" y="257266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5111" y="20444"/>
                </a:lnTo>
                <a:lnTo>
                  <a:pt x="12947" y="19273"/>
                </a:lnTo>
                <a:lnTo>
                  <a:pt x="10791" y="18079"/>
                </a:lnTo>
                <a:lnTo>
                  <a:pt x="8640" y="16875"/>
                </a:lnTo>
                <a:lnTo>
                  <a:pt x="7430" y="16216"/>
                </a:lnTo>
                <a:lnTo>
                  <a:pt x="3780" y="14218"/>
                </a:lnTo>
                <a:lnTo>
                  <a:pt x="284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26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4" name="contour_15882"/>
          <p:cNvSpPr/>
          <p:nvPr/>
        </p:nvSpPr>
        <p:spPr>
          <a:xfrm>
            <a:off x="418502" y="257994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94" y="1735"/>
                </a:lnTo>
                <a:lnTo>
                  <a:pt x="16862" y="3017"/>
                </a:lnTo>
                <a:lnTo>
                  <a:pt x="17723" y="4478"/>
                </a:lnTo>
                <a:lnTo>
                  <a:pt x="18900" y="6750"/>
                </a:lnTo>
                <a:lnTo>
                  <a:pt x="19933" y="8633"/>
                </a:lnTo>
                <a:lnTo>
                  <a:pt x="20981" y="10548"/>
                </a:lnTo>
                <a:lnTo>
                  <a:pt x="21290" y="12460"/>
                </a:lnTo>
                <a:lnTo>
                  <a:pt x="21600" y="14400"/>
                </a:lnTo>
                <a:lnTo>
                  <a:pt x="19818" y="16182"/>
                </a:lnTo>
                <a:lnTo>
                  <a:pt x="18029" y="17975"/>
                </a:lnTo>
                <a:lnTo>
                  <a:pt x="16225" y="19775"/>
                </a:lnTo>
                <a:lnTo>
                  <a:pt x="14400" y="21600"/>
                </a:lnTo>
                <a:lnTo>
                  <a:pt x="12816" y="19620"/>
                </a:lnTo>
                <a:lnTo>
                  <a:pt x="11232" y="17636"/>
                </a:lnTo>
                <a:lnTo>
                  <a:pt x="9644" y="15653"/>
                </a:lnTo>
                <a:lnTo>
                  <a:pt x="8050" y="13666"/>
                </a:lnTo>
                <a:lnTo>
                  <a:pt x="6455" y="11668"/>
                </a:lnTo>
                <a:lnTo>
                  <a:pt x="4853" y="9666"/>
                </a:lnTo>
                <a:lnTo>
                  <a:pt x="3244" y="7654"/>
                </a:lnTo>
                <a:lnTo>
                  <a:pt x="1627" y="5634"/>
                </a:lnTo>
                <a:lnTo>
                  <a:pt x="0" y="3600"/>
                </a:lnTo>
                <a:lnTo>
                  <a:pt x="3067" y="2084"/>
                </a:lnTo>
                <a:lnTo>
                  <a:pt x="5332" y="1066"/>
                </a:lnTo>
                <a:lnTo>
                  <a:pt x="7200" y="450"/>
                </a:lnTo>
                <a:lnTo>
                  <a:pt x="9068" y="133"/>
                </a:lnTo>
                <a:lnTo>
                  <a:pt x="11333" y="18"/>
                </a:lnTo>
                <a:lnTo>
                  <a:pt x="14400" y="0"/>
                </a:lnTo>
                <a:close/>
              </a:path>
            </a:pathLst>
          </a:custGeom>
          <a:solidFill>
            <a:srgbClr val="F0EF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5" name="contour_15883"/>
          <p:cNvSpPr/>
          <p:nvPr/>
        </p:nvSpPr>
        <p:spPr>
          <a:xfrm>
            <a:off x="7553446" y="2558085"/>
            <a:ext cx="2370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02" y="381"/>
                </a:lnTo>
                <a:lnTo>
                  <a:pt x="8389" y="710"/>
                </a:lnTo>
                <a:lnTo>
                  <a:pt x="11418" y="1121"/>
                </a:lnTo>
                <a:lnTo>
                  <a:pt x="14945" y="1741"/>
                </a:lnTo>
                <a:lnTo>
                  <a:pt x="19926" y="2700"/>
                </a:lnTo>
                <a:lnTo>
                  <a:pt x="20869" y="4887"/>
                </a:lnTo>
                <a:lnTo>
                  <a:pt x="21407" y="6483"/>
                </a:lnTo>
                <a:lnTo>
                  <a:pt x="21600" y="7943"/>
                </a:lnTo>
                <a:lnTo>
                  <a:pt x="21500" y="9736"/>
                </a:lnTo>
                <a:lnTo>
                  <a:pt x="21175" y="12317"/>
                </a:lnTo>
                <a:lnTo>
                  <a:pt x="20989" y="14051"/>
                </a:lnTo>
                <a:lnTo>
                  <a:pt x="20810" y="15795"/>
                </a:lnTo>
                <a:lnTo>
                  <a:pt x="20624" y="17561"/>
                </a:lnTo>
                <a:lnTo>
                  <a:pt x="20398" y="18895"/>
                </a:lnTo>
                <a:lnTo>
                  <a:pt x="20165" y="20239"/>
                </a:lnTo>
                <a:lnTo>
                  <a:pt x="19926" y="21600"/>
                </a:lnTo>
                <a:lnTo>
                  <a:pt x="15894" y="20995"/>
                </a:lnTo>
                <a:lnTo>
                  <a:pt x="13171" y="20512"/>
                </a:lnTo>
                <a:lnTo>
                  <a:pt x="10501" y="19896"/>
                </a:lnTo>
                <a:lnTo>
                  <a:pt x="6642" y="18900"/>
                </a:lnTo>
                <a:lnTo>
                  <a:pt x="6835" y="16942"/>
                </a:lnTo>
                <a:lnTo>
                  <a:pt x="7479" y="15498"/>
                </a:lnTo>
                <a:lnTo>
                  <a:pt x="9133" y="13333"/>
                </a:lnTo>
                <a:lnTo>
                  <a:pt x="10242" y="11861"/>
                </a:lnTo>
                <a:lnTo>
                  <a:pt x="11365" y="10368"/>
                </a:lnTo>
                <a:lnTo>
                  <a:pt x="12314" y="9242"/>
                </a:lnTo>
                <a:lnTo>
                  <a:pt x="13284" y="8100"/>
                </a:lnTo>
                <a:lnTo>
                  <a:pt x="8894" y="8100"/>
                </a:lnTo>
                <a:lnTo>
                  <a:pt x="4477" y="8100"/>
                </a:lnTo>
                <a:lnTo>
                  <a:pt x="0" y="8100"/>
                </a:lnTo>
                <a:lnTo>
                  <a:pt x="0" y="6496"/>
                </a:lnTo>
                <a:lnTo>
                  <a:pt x="0" y="4887"/>
                </a:lnTo>
                <a:lnTo>
                  <a:pt x="0" y="3272"/>
                </a:lnTo>
                <a:lnTo>
                  <a:pt x="0" y="1644"/>
                </a:lnTo>
                <a:lnTo>
                  <a:pt x="0" y="0"/>
                </a:lnTo>
                <a:close/>
              </a:path>
            </a:pathLst>
          </a:custGeom>
          <a:solidFill>
            <a:srgbClr val="D8EC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6" name="contour_15884"/>
          <p:cNvSpPr/>
          <p:nvPr/>
        </p:nvSpPr>
        <p:spPr>
          <a:xfrm>
            <a:off x="8158349" y="2537249"/>
            <a:ext cx="43728" cy="294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85"/>
                </a:moveTo>
                <a:lnTo>
                  <a:pt x="18515" y="9794"/>
                </a:lnTo>
                <a:lnTo>
                  <a:pt x="16103" y="13717"/>
                </a:lnTo>
                <a:lnTo>
                  <a:pt x="14166" y="16567"/>
                </a:lnTo>
                <a:lnTo>
                  <a:pt x="12510" y="18536"/>
                </a:lnTo>
                <a:lnTo>
                  <a:pt x="10937" y="19823"/>
                </a:lnTo>
                <a:lnTo>
                  <a:pt x="9245" y="20634"/>
                </a:lnTo>
                <a:lnTo>
                  <a:pt x="7240" y="21157"/>
                </a:lnTo>
                <a:lnTo>
                  <a:pt x="4723" y="21600"/>
                </a:lnTo>
                <a:lnTo>
                  <a:pt x="2380" y="21104"/>
                </a:lnTo>
                <a:lnTo>
                  <a:pt x="0" y="20597"/>
                </a:lnTo>
                <a:lnTo>
                  <a:pt x="1112" y="14368"/>
                </a:lnTo>
                <a:lnTo>
                  <a:pt x="1976" y="10034"/>
                </a:lnTo>
                <a:lnTo>
                  <a:pt x="2786" y="7045"/>
                </a:lnTo>
                <a:lnTo>
                  <a:pt x="3730" y="4846"/>
                </a:lnTo>
                <a:lnTo>
                  <a:pt x="4986" y="2877"/>
                </a:lnTo>
                <a:lnTo>
                  <a:pt x="6750" y="582"/>
                </a:lnTo>
                <a:lnTo>
                  <a:pt x="9472" y="0"/>
                </a:lnTo>
                <a:lnTo>
                  <a:pt x="11963" y="59"/>
                </a:lnTo>
                <a:lnTo>
                  <a:pt x="14324" y="662"/>
                </a:lnTo>
                <a:lnTo>
                  <a:pt x="16654" y="1692"/>
                </a:lnTo>
                <a:lnTo>
                  <a:pt x="19044" y="3032"/>
                </a:lnTo>
                <a:lnTo>
                  <a:pt x="21600" y="4585"/>
                </a:lnTo>
                <a:close/>
              </a:path>
            </a:pathLst>
          </a:custGeom>
          <a:solidFill>
            <a:srgbClr val="D1D4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7" name="contour_15885"/>
          <p:cNvSpPr/>
          <p:nvPr/>
        </p:nvSpPr>
        <p:spPr>
          <a:xfrm>
            <a:off x="2021860" y="253622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608" y="605"/>
                </a:lnTo>
                <a:lnTo>
                  <a:pt x="5551" y="1172"/>
                </a:lnTo>
                <a:lnTo>
                  <a:pt x="6638" y="1820"/>
                </a:lnTo>
                <a:lnTo>
                  <a:pt x="8078" y="2689"/>
                </a:lnTo>
                <a:lnTo>
                  <a:pt x="10084" y="3888"/>
                </a:lnTo>
                <a:lnTo>
                  <a:pt x="12863" y="5557"/>
                </a:lnTo>
                <a:lnTo>
                  <a:pt x="16632" y="7819"/>
                </a:lnTo>
                <a:lnTo>
                  <a:pt x="21600" y="10800"/>
                </a:lnTo>
                <a:lnTo>
                  <a:pt x="20707" y="13473"/>
                </a:lnTo>
                <a:lnTo>
                  <a:pt x="19814" y="16162"/>
                </a:lnTo>
                <a:lnTo>
                  <a:pt x="18911" y="18862"/>
                </a:lnTo>
                <a:lnTo>
                  <a:pt x="18000" y="21600"/>
                </a:lnTo>
                <a:lnTo>
                  <a:pt x="15444" y="21497"/>
                </a:lnTo>
                <a:lnTo>
                  <a:pt x="13630" y="21254"/>
                </a:lnTo>
                <a:lnTo>
                  <a:pt x="11696" y="20677"/>
                </a:lnTo>
                <a:lnTo>
                  <a:pt x="8777" y="19575"/>
                </a:lnTo>
                <a:lnTo>
                  <a:pt x="6311" y="18673"/>
                </a:lnTo>
                <a:lnTo>
                  <a:pt x="3812" y="17761"/>
                </a:lnTo>
                <a:lnTo>
                  <a:pt x="1919" y="16988"/>
                </a:lnTo>
                <a:lnTo>
                  <a:pt x="0" y="16200"/>
                </a:lnTo>
                <a:lnTo>
                  <a:pt x="713" y="12992"/>
                </a:lnTo>
                <a:lnTo>
                  <a:pt x="1429" y="9774"/>
                </a:lnTo>
                <a:lnTo>
                  <a:pt x="2146" y="6545"/>
                </a:lnTo>
                <a:lnTo>
                  <a:pt x="2869" y="3289"/>
                </a:lnTo>
                <a:lnTo>
                  <a:pt x="3600" y="0"/>
                </a:lnTo>
                <a:close/>
              </a:path>
            </a:pathLst>
          </a:custGeom>
          <a:solidFill>
            <a:srgbClr val="18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8" name="contour_15886"/>
          <p:cNvSpPr/>
          <p:nvPr/>
        </p:nvSpPr>
        <p:spPr>
          <a:xfrm>
            <a:off x="7035999" y="2528933"/>
            <a:ext cx="43728" cy="295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509"/>
                </a:lnTo>
                <a:lnTo>
                  <a:pt x="11275" y="3019"/>
                </a:lnTo>
                <a:lnTo>
                  <a:pt x="13320" y="4533"/>
                </a:lnTo>
                <a:lnTo>
                  <a:pt x="15372" y="6053"/>
                </a:lnTo>
                <a:lnTo>
                  <a:pt x="17435" y="7584"/>
                </a:lnTo>
                <a:lnTo>
                  <a:pt x="19508" y="9120"/>
                </a:lnTo>
                <a:lnTo>
                  <a:pt x="21600" y="10667"/>
                </a:lnTo>
                <a:lnTo>
                  <a:pt x="19188" y="13317"/>
                </a:lnTo>
                <a:lnTo>
                  <a:pt x="16934" y="15600"/>
                </a:lnTo>
                <a:lnTo>
                  <a:pt x="14767" y="17509"/>
                </a:lnTo>
                <a:lnTo>
                  <a:pt x="12629" y="19056"/>
                </a:lnTo>
                <a:lnTo>
                  <a:pt x="10447" y="20240"/>
                </a:lnTo>
                <a:lnTo>
                  <a:pt x="8161" y="21056"/>
                </a:lnTo>
                <a:lnTo>
                  <a:pt x="5702" y="21509"/>
                </a:lnTo>
                <a:lnTo>
                  <a:pt x="3002" y="21600"/>
                </a:lnTo>
                <a:lnTo>
                  <a:pt x="0" y="21333"/>
                </a:lnTo>
                <a:lnTo>
                  <a:pt x="1019" y="18315"/>
                </a:lnTo>
                <a:lnTo>
                  <a:pt x="2038" y="15296"/>
                </a:lnTo>
                <a:lnTo>
                  <a:pt x="3060" y="12267"/>
                </a:lnTo>
                <a:lnTo>
                  <a:pt x="4086" y="9227"/>
                </a:lnTo>
                <a:lnTo>
                  <a:pt x="5119" y="6171"/>
                </a:lnTo>
                <a:lnTo>
                  <a:pt x="6156" y="3099"/>
                </a:lnTo>
                <a:lnTo>
                  <a:pt x="7200" y="0"/>
                </a:lnTo>
                <a:close/>
              </a:path>
            </a:pathLst>
          </a:custGeom>
          <a:solidFill>
            <a:srgbClr val="D8DB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89" name="contour_15887"/>
          <p:cNvSpPr/>
          <p:nvPr/>
        </p:nvSpPr>
        <p:spPr>
          <a:xfrm>
            <a:off x="5031801" y="2521645"/>
            <a:ext cx="3144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06" y="0"/>
                </a:moveTo>
                <a:lnTo>
                  <a:pt x="8730" y="683"/>
                </a:lnTo>
                <a:lnTo>
                  <a:pt x="11373" y="1248"/>
                </a:lnTo>
                <a:lnTo>
                  <a:pt x="13656" y="1905"/>
                </a:lnTo>
                <a:lnTo>
                  <a:pt x="16299" y="2860"/>
                </a:lnTo>
                <a:lnTo>
                  <a:pt x="20023" y="4320"/>
                </a:lnTo>
                <a:lnTo>
                  <a:pt x="21074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074" y="14066"/>
                </a:lnTo>
                <a:lnTo>
                  <a:pt x="20023" y="17280"/>
                </a:lnTo>
                <a:lnTo>
                  <a:pt x="16729" y="18459"/>
                </a:lnTo>
                <a:lnTo>
                  <a:pt x="13501" y="19367"/>
                </a:lnTo>
                <a:lnTo>
                  <a:pt x="10277" y="20071"/>
                </a:lnTo>
                <a:lnTo>
                  <a:pt x="6993" y="20632"/>
                </a:lnTo>
                <a:lnTo>
                  <a:pt x="3589" y="21120"/>
                </a:lnTo>
                <a:lnTo>
                  <a:pt x="0" y="21600"/>
                </a:lnTo>
                <a:lnTo>
                  <a:pt x="621" y="18926"/>
                </a:lnTo>
                <a:lnTo>
                  <a:pt x="1241" y="16252"/>
                </a:lnTo>
                <a:lnTo>
                  <a:pt x="1862" y="13569"/>
                </a:lnTo>
                <a:lnTo>
                  <a:pt x="2483" y="10882"/>
                </a:lnTo>
                <a:lnTo>
                  <a:pt x="3109" y="8182"/>
                </a:lnTo>
                <a:lnTo>
                  <a:pt x="3739" y="5469"/>
                </a:lnTo>
                <a:lnTo>
                  <a:pt x="4370" y="2743"/>
                </a:lnTo>
                <a:lnTo>
                  <a:pt x="5006" y="0"/>
                </a:lnTo>
                <a:close/>
              </a:path>
            </a:pathLst>
          </a:custGeom>
          <a:solidFill>
            <a:srgbClr val="7479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0" name="contour_15888"/>
          <p:cNvSpPr/>
          <p:nvPr/>
        </p:nvSpPr>
        <p:spPr>
          <a:xfrm>
            <a:off x="4864177" y="252164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984" y="2760"/>
                </a:lnTo>
                <a:lnTo>
                  <a:pt x="18762" y="4800"/>
                </a:lnTo>
                <a:lnTo>
                  <a:pt x="17686" y="6480"/>
                </a:lnTo>
                <a:lnTo>
                  <a:pt x="16520" y="8160"/>
                </a:lnTo>
                <a:lnTo>
                  <a:pt x="15025" y="10200"/>
                </a:lnTo>
                <a:lnTo>
                  <a:pt x="12960" y="12960"/>
                </a:lnTo>
                <a:lnTo>
                  <a:pt x="10104" y="12960"/>
                </a:lnTo>
                <a:lnTo>
                  <a:pt x="7232" y="12960"/>
                </a:lnTo>
                <a:lnTo>
                  <a:pt x="4320" y="12960"/>
                </a:lnTo>
                <a:lnTo>
                  <a:pt x="3249" y="15098"/>
                </a:lnTo>
                <a:lnTo>
                  <a:pt x="2177" y="17250"/>
                </a:lnTo>
                <a:lnTo>
                  <a:pt x="1093" y="1941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629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1" name="contour_15889"/>
          <p:cNvSpPr/>
          <p:nvPr/>
        </p:nvSpPr>
        <p:spPr>
          <a:xfrm>
            <a:off x="4681977" y="2522527"/>
            <a:ext cx="37599" cy="35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177" y="297"/>
                </a:moveTo>
                <a:lnTo>
                  <a:pt x="17078" y="1483"/>
                </a:lnTo>
                <a:lnTo>
                  <a:pt x="18996" y="2678"/>
                </a:lnTo>
                <a:lnTo>
                  <a:pt x="20934" y="3891"/>
                </a:lnTo>
                <a:lnTo>
                  <a:pt x="21386" y="6928"/>
                </a:lnTo>
                <a:lnTo>
                  <a:pt x="21592" y="9828"/>
                </a:lnTo>
                <a:lnTo>
                  <a:pt x="21600" y="12670"/>
                </a:lnTo>
                <a:lnTo>
                  <a:pt x="21458" y="15526"/>
                </a:lnTo>
                <a:lnTo>
                  <a:pt x="21223" y="18479"/>
                </a:lnTo>
                <a:lnTo>
                  <a:pt x="20934" y="21600"/>
                </a:lnTo>
                <a:lnTo>
                  <a:pt x="18167" y="21600"/>
                </a:lnTo>
                <a:lnTo>
                  <a:pt x="15383" y="21600"/>
                </a:lnTo>
                <a:lnTo>
                  <a:pt x="12561" y="21600"/>
                </a:lnTo>
                <a:lnTo>
                  <a:pt x="10446" y="19285"/>
                </a:lnTo>
                <a:lnTo>
                  <a:pt x="9035" y="17589"/>
                </a:lnTo>
                <a:lnTo>
                  <a:pt x="7683" y="15685"/>
                </a:lnTo>
                <a:lnTo>
                  <a:pt x="5757" y="12746"/>
                </a:lnTo>
                <a:lnTo>
                  <a:pt x="4120" y="10275"/>
                </a:lnTo>
                <a:lnTo>
                  <a:pt x="2453" y="7765"/>
                </a:lnTo>
                <a:lnTo>
                  <a:pt x="1235" y="5844"/>
                </a:lnTo>
                <a:lnTo>
                  <a:pt x="0" y="3891"/>
                </a:lnTo>
                <a:lnTo>
                  <a:pt x="2734" y="2289"/>
                </a:lnTo>
                <a:lnTo>
                  <a:pt x="5024" y="1133"/>
                </a:lnTo>
                <a:lnTo>
                  <a:pt x="7147" y="385"/>
                </a:lnTo>
                <a:lnTo>
                  <a:pt x="9370" y="18"/>
                </a:lnTo>
                <a:lnTo>
                  <a:pt x="11958" y="0"/>
                </a:lnTo>
                <a:lnTo>
                  <a:pt x="15177" y="297"/>
                </a:lnTo>
                <a:close/>
              </a:path>
            </a:pathLst>
          </a:custGeom>
          <a:solidFill>
            <a:srgbClr val="3F49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2" name="contour_15890"/>
          <p:cNvSpPr/>
          <p:nvPr/>
        </p:nvSpPr>
        <p:spPr>
          <a:xfrm>
            <a:off x="2341308" y="2528984"/>
            <a:ext cx="37664" cy="436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206" y="3356"/>
                </a:moveTo>
                <a:lnTo>
                  <a:pt x="19891" y="5255"/>
                </a:lnTo>
                <a:lnTo>
                  <a:pt x="21600" y="7183"/>
                </a:lnTo>
                <a:lnTo>
                  <a:pt x="18837" y="7183"/>
                </a:lnTo>
                <a:lnTo>
                  <a:pt x="16058" y="7183"/>
                </a:lnTo>
                <a:lnTo>
                  <a:pt x="13241" y="7183"/>
                </a:lnTo>
                <a:lnTo>
                  <a:pt x="13241" y="9566"/>
                </a:lnTo>
                <a:lnTo>
                  <a:pt x="13241" y="11962"/>
                </a:lnTo>
                <a:lnTo>
                  <a:pt x="13241" y="14392"/>
                </a:lnTo>
                <a:lnTo>
                  <a:pt x="10478" y="14392"/>
                </a:lnTo>
                <a:lnTo>
                  <a:pt x="7699" y="14392"/>
                </a:lnTo>
                <a:lnTo>
                  <a:pt x="4882" y="14392"/>
                </a:lnTo>
                <a:lnTo>
                  <a:pt x="3348" y="16529"/>
                </a:lnTo>
                <a:lnTo>
                  <a:pt x="2399" y="17996"/>
                </a:lnTo>
                <a:lnTo>
                  <a:pt x="1651" y="19459"/>
                </a:lnTo>
                <a:lnTo>
                  <a:pt x="702" y="21600"/>
                </a:lnTo>
                <a:lnTo>
                  <a:pt x="418" y="18994"/>
                </a:lnTo>
                <a:lnTo>
                  <a:pt x="192" y="16417"/>
                </a:lnTo>
                <a:lnTo>
                  <a:pt x="46" y="13855"/>
                </a:lnTo>
                <a:lnTo>
                  <a:pt x="0" y="11303"/>
                </a:lnTo>
                <a:lnTo>
                  <a:pt x="79" y="8744"/>
                </a:lnTo>
                <a:lnTo>
                  <a:pt x="305" y="6174"/>
                </a:lnTo>
                <a:lnTo>
                  <a:pt x="702" y="3579"/>
                </a:lnTo>
                <a:lnTo>
                  <a:pt x="4071" y="1708"/>
                </a:lnTo>
                <a:lnTo>
                  <a:pt x="6934" y="497"/>
                </a:lnTo>
                <a:lnTo>
                  <a:pt x="9538" y="0"/>
                </a:lnTo>
                <a:lnTo>
                  <a:pt x="12121" y="270"/>
                </a:lnTo>
                <a:lnTo>
                  <a:pt x="14929" y="1370"/>
                </a:lnTo>
                <a:lnTo>
                  <a:pt x="18206" y="3356"/>
                </a:lnTo>
                <a:close/>
              </a:path>
            </a:pathLst>
          </a:custGeom>
          <a:solidFill>
            <a:srgbClr val="28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3" name="contour_15891"/>
          <p:cNvSpPr/>
          <p:nvPr/>
        </p:nvSpPr>
        <p:spPr>
          <a:xfrm>
            <a:off x="7531582" y="2514357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81" y="1225"/>
                </a:lnTo>
                <a:lnTo>
                  <a:pt x="6934" y="2231"/>
                </a:lnTo>
                <a:lnTo>
                  <a:pt x="9302" y="3098"/>
                </a:lnTo>
                <a:lnTo>
                  <a:pt x="11128" y="3910"/>
                </a:lnTo>
                <a:lnTo>
                  <a:pt x="12550" y="4749"/>
                </a:lnTo>
                <a:lnTo>
                  <a:pt x="13702" y="5696"/>
                </a:lnTo>
                <a:lnTo>
                  <a:pt x="14728" y="6835"/>
                </a:lnTo>
                <a:lnTo>
                  <a:pt x="15768" y="8248"/>
                </a:lnTo>
                <a:lnTo>
                  <a:pt x="16960" y="10016"/>
                </a:lnTo>
                <a:lnTo>
                  <a:pt x="17816" y="11929"/>
                </a:lnTo>
                <a:lnTo>
                  <a:pt x="18641" y="13843"/>
                </a:lnTo>
                <a:lnTo>
                  <a:pt x="19433" y="15762"/>
                </a:lnTo>
                <a:lnTo>
                  <a:pt x="20192" y="17693"/>
                </a:lnTo>
                <a:lnTo>
                  <a:pt x="20912" y="19637"/>
                </a:lnTo>
                <a:lnTo>
                  <a:pt x="21600" y="21600"/>
                </a:lnTo>
                <a:lnTo>
                  <a:pt x="19836" y="20495"/>
                </a:lnTo>
                <a:lnTo>
                  <a:pt x="18076" y="19381"/>
                </a:lnTo>
                <a:lnTo>
                  <a:pt x="16319" y="18261"/>
                </a:lnTo>
                <a:lnTo>
                  <a:pt x="14569" y="17138"/>
                </a:lnTo>
                <a:lnTo>
                  <a:pt x="12823" y="16009"/>
                </a:lnTo>
                <a:lnTo>
                  <a:pt x="12100" y="15546"/>
                </a:lnTo>
                <a:lnTo>
                  <a:pt x="10818" y="14728"/>
                </a:lnTo>
                <a:lnTo>
                  <a:pt x="7888" y="12861"/>
                </a:lnTo>
                <a:lnTo>
                  <a:pt x="6001" y="11155"/>
                </a:lnTo>
                <a:lnTo>
                  <a:pt x="4478" y="9504"/>
                </a:lnTo>
                <a:lnTo>
                  <a:pt x="3254" y="7847"/>
                </a:lnTo>
                <a:lnTo>
                  <a:pt x="2257" y="6128"/>
                </a:lnTo>
                <a:lnTo>
                  <a:pt x="1426" y="4289"/>
                </a:lnTo>
                <a:lnTo>
                  <a:pt x="695" y="2265"/>
                </a:lnTo>
                <a:lnTo>
                  <a:pt x="0" y="0"/>
                </a:lnTo>
                <a:close/>
              </a:path>
            </a:pathLst>
          </a:custGeom>
          <a:solidFill>
            <a:srgbClr val="E5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4" name="contour_15892"/>
          <p:cNvSpPr/>
          <p:nvPr/>
        </p:nvSpPr>
        <p:spPr>
          <a:xfrm>
            <a:off x="5053665" y="249978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28" y="2415"/>
                </a:lnTo>
                <a:lnTo>
                  <a:pt x="17686" y="4121"/>
                </a:lnTo>
                <a:lnTo>
                  <a:pt x="19341" y="5923"/>
                </a:lnTo>
                <a:lnTo>
                  <a:pt x="21600" y="8640"/>
                </a:lnTo>
                <a:lnTo>
                  <a:pt x="19591" y="10986"/>
                </a:lnTo>
                <a:lnTo>
                  <a:pt x="17561" y="13275"/>
                </a:lnTo>
                <a:lnTo>
                  <a:pt x="15483" y="15496"/>
                </a:lnTo>
                <a:lnTo>
                  <a:pt x="13319" y="17630"/>
                </a:lnTo>
                <a:lnTo>
                  <a:pt x="11051" y="19673"/>
                </a:lnTo>
                <a:lnTo>
                  <a:pt x="8640" y="21600"/>
                </a:lnTo>
                <a:lnTo>
                  <a:pt x="5620" y="20775"/>
                </a:lnTo>
                <a:lnTo>
                  <a:pt x="3711" y="20049"/>
                </a:lnTo>
                <a:lnTo>
                  <a:pt x="2108" y="19021"/>
                </a:lnTo>
                <a:lnTo>
                  <a:pt x="0" y="17280"/>
                </a:lnTo>
                <a:lnTo>
                  <a:pt x="1335" y="12243"/>
                </a:lnTo>
                <a:lnTo>
                  <a:pt x="2380" y="8731"/>
                </a:lnTo>
                <a:lnTo>
                  <a:pt x="3378" y="6290"/>
                </a:lnTo>
                <a:lnTo>
                  <a:pt x="4553" y="4463"/>
                </a:lnTo>
                <a:lnTo>
                  <a:pt x="6139" y="2786"/>
                </a:lnTo>
                <a:lnTo>
                  <a:pt x="8372" y="812"/>
                </a:lnTo>
                <a:lnTo>
                  <a:pt x="10649" y="410"/>
                </a:lnTo>
                <a:lnTo>
                  <a:pt x="12960" y="0"/>
                </a:lnTo>
                <a:close/>
              </a:path>
            </a:pathLst>
          </a:custGeom>
          <a:solidFill>
            <a:srgbClr val="3838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5" name="contour_15893"/>
          <p:cNvSpPr/>
          <p:nvPr/>
        </p:nvSpPr>
        <p:spPr>
          <a:xfrm>
            <a:off x="4652825" y="2490657"/>
            <a:ext cx="58304" cy="237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1674"/>
                </a:moveTo>
                <a:lnTo>
                  <a:pt x="4887" y="731"/>
                </a:lnTo>
                <a:lnTo>
                  <a:pt x="6483" y="193"/>
                </a:lnTo>
                <a:lnTo>
                  <a:pt x="7943" y="0"/>
                </a:lnTo>
                <a:lnTo>
                  <a:pt x="9736" y="100"/>
                </a:lnTo>
                <a:lnTo>
                  <a:pt x="12317" y="425"/>
                </a:lnTo>
                <a:lnTo>
                  <a:pt x="14051" y="611"/>
                </a:lnTo>
                <a:lnTo>
                  <a:pt x="15795" y="790"/>
                </a:lnTo>
                <a:lnTo>
                  <a:pt x="17561" y="976"/>
                </a:lnTo>
                <a:lnTo>
                  <a:pt x="18895" y="1202"/>
                </a:lnTo>
                <a:lnTo>
                  <a:pt x="20239" y="1435"/>
                </a:lnTo>
                <a:lnTo>
                  <a:pt x="21600" y="1674"/>
                </a:lnTo>
                <a:lnTo>
                  <a:pt x="19813" y="3979"/>
                </a:lnTo>
                <a:lnTo>
                  <a:pt x="18052" y="6157"/>
                </a:lnTo>
                <a:lnTo>
                  <a:pt x="16308" y="8203"/>
                </a:lnTo>
                <a:lnTo>
                  <a:pt x="14572" y="10123"/>
                </a:lnTo>
                <a:lnTo>
                  <a:pt x="12836" y="11929"/>
                </a:lnTo>
                <a:lnTo>
                  <a:pt x="11094" y="13616"/>
                </a:lnTo>
                <a:lnTo>
                  <a:pt x="9334" y="15197"/>
                </a:lnTo>
                <a:lnTo>
                  <a:pt x="7549" y="16672"/>
                </a:lnTo>
                <a:lnTo>
                  <a:pt x="5732" y="18046"/>
                </a:lnTo>
                <a:lnTo>
                  <a:pt x="3874" y="19322"/>
                </a:lnTo>
                <a:lnTo>
                  <a:pt x="1966" y="20504"/>
                </a:lnTo>
                <a:lnTo>
                  <a:pt x="0" y="21600"/>
                </a:lnTo>
                <a:lnTo>
                  <a:pt x="381" y="16698"/>
                </a:lnTo>
                <a:lnTo>
                  <a:pt x="710" y="13211"/>
                </a:lnTo>
                <a:lnTo>
                  <a:pt x="1120" y="10182"/>
                </a:lnTo>
                <a:lnTo>
                  <a:pt x="1741" y="6655"/>
                </a:lnTo>
                <a:lnTo>
                  <a:pt x="2700" y="1674"/>
                </a:lnTo>
                <a:close/>
              </a:path>
            </a:pathLst>
          </a:custGeom>
          <a:solidFill>
            <a:srgbClr val="8FAD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6" name="contour_15894"/>
          <p:cNvSpPr/>
          <p:nvPr/>
        </p:nvSpPr>
        <p:spPr>
          <a:xfrm>
            <a:off x="4251986" y="246334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92" y="229"/>
                </a:lnTo>
                <a:lnTo>
                  <a:pt x="12193" y="700"/>
                </a:lnTo>
                <a:lnTo>
                  <a:pt x="14486" y="1378"/>
                </a:lnTo>
                <a:lnTo>
                  <a:pt x="16765" y="2229"/>
                </a:lnTo>
                <a:lnTo>
                  <a:pt x="19105" y="3218"/>
                </a:lnTo>
                <a:lnTo>
                  <a:pt x="21600" y="4320"/>
                </a:lnTo>
                <a:lnTo>
                  <a:pt x="19818" y="6458"/>
                </a:lnTo>
                <a:lnTo>
                  <a:pt x="18032" y="8601"/>
                </a:lnTo>
                <a:lnTo>
                  <a:pt x="16247" y="10744"/>
                </a:lnTo>
                <a:lnTo>
                  <a:pt x="14454" y="12895"/>
                </a:lnTo>
                <a:lnTo>
                  <a:pt x="12654" y="15055"/>
                </a:lnTo>
                <a:lnTo>
                  <a:pt x="10847" y="17224"/>
                </a:lnTo>
                <a:lnTo>
                  <a:pt x="9029" y="19405"/>
                </a:lnTo>
                <a:lnTo>
                  <a:pt x="7200" y="21600"/>
                </a:lnTo>
                <a:lnTo>
                  <a:pt x="5418" y="19462"/>
                </a:lnTo>
                <a:lnTo>
                  <a:pt x="3629" y="17310"/>
                </a:lnTo>
                <a:lnTo>
                  <a:pt x="1825" y="15150"/>
                </a:lnTo>
                <a:lnTo>
                  <a:pt x="0" y="12960"/>
                </a:lnTo>
                <a:lnTo>
                  <a:pt x="972" y="9863"/>
                </a:lnTo>
                <a:lnTo>
                  <a:pt x="1768" y="7620"/>
                </a:lnTo>
                <a:lnTo>
                  <a:pt x="2588" y="5871"/>
                </a:lnTo>
                <a:lnTo>
                  <a:pt x="3632" y="4260"/>
                </a:lnTo>
                <a:lnTo>
                  <a:pt x="5105" y="2424"/>
                </a:lnTo>
                <a:lnTo>
                  <a:pt x="7200" y="0"/>
                </a:lnTo>
                <a:close/>
              </a:path>
            </a:pathLst>
          </a:custGeom>
          <a:solidFill>
            <a:srgbClr val="CACD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7" name="contour_15895"/>
          <p:cNvSpPr/>
          <p:nvPr/>
        </p:nvSpPr>
        <p:spPr>
          <a:xfrm>
            <a:off x="5154509" y="2477917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5170" y="0"/>
                </a:lnTo>
                <a:lnTo>
                  <a:pt x="9240" y="0"/>
                </a:lnTo>
                <a:lnTo>
                  <a:pt x="13323" y="0"/>
                </a:lnTo>
                <a:lnTo>
                  <a:pt x="1744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9EA1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8" name="contour_15896"/>
          <p:cNvSpPr/>
          <p:nvPr/>
        </p:nvSpPr>
        <p:spPr>
          <a:xfrm>
            <a:off x="819342" y="2456053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5" y="1166"/>
                </a:lnTo>
                <a:lnTo>
                  <a:pt x="4484" y="2405"/>
                </a:lnTo>
                <a:lnTo>
                  <a:pt x="6557" y="3744"/>
                </a:lnTo>
                <a:lnTo>
                  <a:pt x="8541" y="5206"/>
                </a:lnTo>
                <a:lnTo>
                  <a:pt x="10461" y="6833"/>
                </a:lnTo>
                <a:lnTo>
                  <a:pt x="12327" y="8640"/>
                </a:lnTo>
                <a:lnTo>
                  <a:pt x="14167" y="10678"/>
                </a:lnTo>
                <a:lnTo>
                  <a:pt x="15993" y="12960"/>
                </a:lnTo>
                <a:lnTo>
                  <a:pt x="17829" y="15516"/>
                </a:lnTo>
                <a:lnTo>
                  <a:pt x="19690" y="18389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487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899" name="contour_15897"/>
          <p:cNvSpPr/>
          <p:nvPr/>
        </p:nvSpPr>
        <p:spPr>
          <a:xfrm>
            <a:off x="3259390" y="2456053"/>
            <a:ext cx="378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8" y="2955"/>
                </a:lnTo>
                <a:lnTo>
                  <a:pt x="20586" y="5106"/>
                </a:lnTo>
                <a:lnTo>
                  <a:pt x="19954" y="7076"/>
                </a:lnTo>
                <a:lnTo>
                  <a:pt x="18973" y="9487"/>
                </a:lnTo>
                <a:lnTo>
                  <a:pt x="17443" y="12960"/>
                </a:lnTo>
                <a:lnTo>
                  <a:pt x="15177" y="14468"/>
                </a:lnTo>
                <a:lnTo>
                  <a:pt x="12879" y="15859"/>
                </a:lnTo>
                <a:lnTo>
                  <a:pt x="10542" y="17142"/>
                </a:lnTo>
                <a:lnTo>
                  <a:pt x="8173" y="18343"/>
                </a:lnTo>
                <a:lnTo>
                  <a:pt x="5762" y="19475"/>
                </a:lnTo>
                <a:lnTo>
                  <a:pt x="3309" y="20555"/>
                </a:lnTo>
                <a:lnTo>
                  <a:pt x="815" y="21600"/>
                </a:lnTo>
                <a:lnTo>
                  <a:pt x="362" y="16667"/>
                </a:lnTo>
                <a:lnTo>
                  <a:pt x="91" y="13198"/>
                </a:lnTo>
                <a:lnTo>
                  <a:pt x="0" y="10705"/>
                </a:lnTo>
                <a:lnTo>
                  <a:pt x="91" y="8713"/>
                </a:lnTo>
                <a:lnTo>
                  <a:pt x="362" y="6748"/>
                </a:lnTo>
                <a:lnTo>
                  <a:pt x="815" y="4320"/>
                </a:lnTo>
                <a:lnTo>
                  <a:pt x="3484" y="2933"/>
                </a:lnTo>
                <a:lnTo>
                  <a:pt x="5994" y="1879"/>
                </a:lnTo>
                <a:lnTo>
                  <a:pt x="8418" y="1110"/>
                </a:lnTo>
                <a:lnTo>
                  <a:pt x="10817" y="588"/>
                </a:lnTo>
                <a:lnTo>
                  <a:pt x="13269" y="264"/>
                </a:lnTo>
                <a:lnTo>
                  <a:pt x="15834" y="86"/>
                </a:lnTo>
                <a:lnTo>
                  <a:pt x="18590" y="13"/>
                </a:lnTo>
                <a:lnTo>
                  <a:pt x="21600" y="0"/>
                </a:lnTo>
                <a:close/>
              </a:path>
            </a:pathLst>
          </a:custGeom>
          <a:solidFill>
            <a:srgbClr val="779C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0" name="contour_15898"/>
          <p:cNvSpPr/>
          <p:nvPr/>
        </p:nvSpPr>
        <p:spPr>
          <a:xfrm>
            <a:off x="8289533" y="2448765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16841"/>
                </a:lnTo>
                <a:lnTo>
                  <a:pt x="7200" y="12053"/>
                </a:lnTo>
                <a:lnTo>
                  <a:pt x="7200" y="7200"/>
                </a:lnTo>
                <a:lnTo>
                  <a:pt x="5418" y="5414"/>
                </a:lnTo>
                <a:lnTo>
                  <a:pt x="3625" y="3629"/>
                </a:lnTo>
                <a:lnTo>
                  <a:pt x="1825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6463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1" name="contour_15899"/>
          <p:cNvSpPr/>
          <p:nvPr/>
        </p:nvSpPr>
        <p:spPr>
          <a:xfrm>
            <a:off x="7035999" y="2441477"/>
            <a:ext cx="36440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581"/>
                </a:lnTo>
                <a:lnTo>
                  <a:pt x="2341" y="1125"/>
                </a:lnTo>
                <a:lnTo>
                  <a:pt x="3646" y="1747"/>
                </a:lnTo>
                <a:lnTo>
                  <a:pt x="5374" y="2581"/>
                </a:lnTo>
                <a:lnTo>
                  <a:pt x="7780" y="3732"/>
                </a:lnTo>
                <a:lnTo>
                  <a:pt x="11115" y="5334"/>
                </a:lnTo>
                <a:lnTo>
                  <a:pt x="15638" y="7506"/>
                </a:lnTo>
                <a:lnTo>
                  <a:pt x="21600" y="10367"/>
                </a:lnTo>
                <a:lnTo>
                  <a:pt x="20529" y="12933"/>
                </a:lnTo>
                <a:lnTo>
                  <a:pt x="19457" y="15514"/>
                </a:lnTo>
                <a:lnTo>
                  <a:pt x="18373" y="18106"/>
                </a:lnTo>
                <a:lnTo>
                  <a:pt x="17280" y="20734"/>
                </a:lnTo>
                <a:lnTo>
                  <a:pt x="14148" y="21434"/>
                </a:lnTo>
                <a:lnTo>
                  <a:pt x="11837" y="21600"/>
                </a:lnTo>
                <a:lnTo>
                  <a:pt x="8372" y="21382"/>
                </a:lnTo>
                <a:lnTo>
                  <a:pt x="5607" y="21170"/>
                </a:lnTo>
                <a:lnTo>
                  <a:pt x="2821" y="20952"/>
                </a:lnTo>
                <a:lnTo>
                  <a:pt x="0" y="20734"/>
                </a:lnTo>
                <a:lnTo>
                  <a:pt x="0" y="17313"/>
                </a:lnTo>
                <a:lnTo>
                  <a:pt x="0" y="13887"/>
                </a:lnTo>
                <a:lnTo>
                  <a:pt x="0" y="10445"/>
                </a:lnTo>
                <a:lnTo>
                  <a:pt x="0" y="6987"/>
                </a:lnTo>
                <a:lnTo>
                  <a:pt x="0" y="3509"/>
                </a:lnTo>
                <a:lnTo>
                  <a:pt x="0" y="0"/>
                </a:lnTo>
                <a:close/>
              </a:path>
            </a:pathLst>
          </a:custGeom>
          <a:solidFill>
            <a:srgbClr val="E0E6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2" name="contour_15900"/>
          <p:cNvSpPr/>
          <p:nvPr/>
        </p:nvSpPr>
        <p:spPr>
          <a:xfrm>
            <a:off x="1744917" y="2441477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07070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3" name="contour_15901"/>
          <p:cNvSpPr/>
          <p:nvPr/>
        </p:nvSpPr>
        <p:spPr>
          <a:xfrm>
            <a:off x="10679987" y="2427827"/>
            <a:ext cx="43728" cy="355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80" y="1099"/>
                </a:moveTo>
                <a:lnTo>
                  <a:pt x="18439" y="2012"/>
                </a:lnTo>
                <a:lnTo>
                  <a:pt x="20009" y="2939"/>
                </a:lnTo>
                <a:lnTo>
                  <a:pt x="21600" y="3870"/>
                </a:lnTo>
                <a:lnTo>
                  <a:pt x="19822" y="6064"/>
                </a:lnTo>
                <a:lnTo>
                  <a:pt x="18036" y="8262"/>
                </a:lnTo>
                <a:lnTo>
                  <a:pt x="16250" y="10461"/>
                </a:lnTo>
                <a:lnTo>
                  <a:pt x="14458" y="12668"/>
                </a:lnTo>
                <a:lnTo>
                  <a:pt x="12658" y="14885"/>
                </a:lnTo>
                <a:lnTo>
                  <a:pt x="10850" y="17110"/>
                </a:lnTo>
                <a:lnTo>
                  <a:pt x="9032" y="19348"/>
                </a:lnTo>
                <a:lnTo>
                  <a:pt x="7200" y="21600"/>
                </a:lnTo>
                <a:lnTo>
                  <a:pt x="6012" y="19406"/>
                </a:lnTo>
                <a:lnTo>
                  <a:pt x="4824" y="17207"/>
                </a:lnTo>
                <a:lnTo>
                  <a:pt x="3629" y="15000"/>
                </a:lnTo>
                <a:lnTo>
                  <a:pt x="2430" y="12784"/>
                </a:lnTo>
                <a:lnTo>
                  <a:pt x="1220" y="10554"/>
                </a:lnTo>
                <a:lnTo>
                  <a:pt x="0" y="8302"/>
                </a:lnTo>
                <a:lnTo>
                  <a:pt x="3470" y="4876"/>
                </a:lnTo>
                <a:lnTo>
                  <a:pt x="6091" y="2456"/>
                </a:lnTo>
                <a:lnTo>
                  <a:pt x="8168" y="922"/>
                </a:lnTo>
                <a:lnTo>
                  <a:pt x="9986" y="146"/>
                </a:lnTo>
                <a:lnTo>
                  <a:pt x="11851" y="0"/>
                </a:lnTo>
                <a:lnTo>
                  <a:pt x="14047" y="359"/>
                </a:lnTo>
                <a:lnTo>
                  <a:pt x="16880" y="1099"/>
                </a:lnTo>
                <a:close/>
              </a:path>
            </a:pathLst>
          </a:custGeom>
          <a:solidFill>
            <a:srgbClr val="E7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4" name="contour_15902"/>
          <p:cNvSpPr/>
          <p:nvPr/>
        </p:nvSpPr>
        <p:spPr>
          <a:xfrm>
            <a:off x="4266562" y="240503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930" y="5828"/>
                </a:lnTo>
                <a:lnTo>
                  <a:pt x="20261" y="8057"/>
                </a:lnTo>
                <a:lnTo>
                  <a:pt x="19591" y="10292"/>
                </a:lnTo>
                <a:lnTo>
                  <a:pt x="18922" y="12532"/>
                </a:lnTo>
                <a:lnTo>
                  <a:pt x="18247" y="14782"/>
                </a:lnTo>
                <a:lnTo>
                  <a:pt x="17566" y="17042"/>
                </a:lnTo>
                <a:lnTo>
                  <a:pt x="16886" y="19314"/>
                </a:lnTo>
                <a:lnTo>
                  <a:pt x="16200" y="21600"/>
                </a:lnTo>
                <a:lnTo>
                  <a:pt x="13527" y="20412"/>
                </a:lnTo>
                <a:lnTo>
                  <a:pt x="10849" y="19220"/>
                </a:lnTo>
                <a:lnTo>
                  <a:pt x="8159" y="18025"/>
                </a:lnTo>
                <a:lnTo>
                  <a:pt x="5459" y="16826"/>
                </a:lnTo>
                <a:lnTo>
                  <a:pt x="2743" y="15617"/>
                </a:lnTo>
                <a:lnTo>
                  <a:pt x="0" y="14400"/>
                </a:lnTo>
                <a:lnTo>
                  <a:pt x="3569" y="14400"/>
                </a:lnTo>
                <a:lnTo>
                  <a:pt x="7160" y="14400"/>
                </a:lnTo>
                <a:lnTo>
                  <a:pt x="10800" y="14400"/>
                </a:lnTo>
                <a:lnTo>
                  <a:pt x="9909" y="12024"/>
                </a:lnTo>
                <a:lnTo>
                  <a:pt x="9018" y="9644"/>
                </a:lnTo>
                <a:lnTo>
                  <a:pt x="8122" y="7254"/>
                </a:lnTo>
                <a:lnTo>
                  <a:pt x="7220" y="4853"/>
                </a:lnTo>
                <a:lnTo>
                  <a:pt x="6313" y="2437"/>
                </a:lnTo>
                <a:lnTo>
                  <a:pt x="5400" y="0"/>
                </a:lnTo>
                <a:close/>
              </a:path>
            </a:pathLst>
          </a:custGeom>
          <a:solidFill>
            <a:srgbClr val="6667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5" name="contour_15903"/>
          <p:cNvSpPr/>
          <p:nvPr/>
        </p:nvSpPr>
        <p:spPr>
          <a:xfrm>
            <a:off x="1685425" y="2419613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5170" y="0"/>
                </a:lnTo>
                <a:lnTo>
                  <a:pt x="9240" y="0"/>
                </a:lnTo>
                <a:lnTo>
                  <a:pt x="13323" y="0"/>
                </a:lnTo>
                <a:lnTo>
                  <a:pt x="1744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B1B3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6" name="contour_15904"/>
          <p:cNvSpPr/>
          <p:nvPr/>
        </p:nvSpPr>
        <p:spPr>
          <a:xfrm>
            <a:off x="3873010" y="2411341"/>
            <a:ext cx="36440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475"/>
                </a:moveTo>
                <a:lnTo>
                  <a:pt x="12010" y="158"/>
                </a:lnTo>
                <a:lnTo>
                  <a:pt x="14364" y="0"/>
                </a:lnTo>
                <a:lnTo>
                  <a:pt x="16334" y="0"/>
                </a:lnTo>
                <a:lnTo>
                  <a:pt x="18541" y="158"/>
                </a:lnTo>
                <a:lnTo>
                  <a:pt x="21600" y="475"/>
                </a:lnTo>
                <a:lnTo>
                  <a:pt x="20758" y="2630"/>
                </a:lnTo>
                <a:lnTo>
                  <a:pt x="19885" y="4778"/>
                </a:lnTo>
                <a:lnTo>
                  <a:pt x="18995" y="6922"/>
                </a:lnTo>
                <a:lnTo>
                  <a:pt x="18092" y="9059"/>
                </a:lnTo>
                <a:lnTo>
                  <a:pt x="17440" y="10654"/>
                </a:lnTo>
                <a:lnTo>
                  <a:pt x="16783" y="12256"/>
                </a:lnTo>
                <a:lnTo>
                  <a:pt x="16114" y="13886"/>
                </a:lnTo>
                <a:lnTo>
                  <a:pt x="14520" y="15949"/>
                </a:lnTo>
                <a:lnTo>
                  <a:pt x="13206" y="17322"/>
                </a:lnTo>
                <a:lnTo>
                  <a:pt x="11694" y="18312"/>
                </a:lnTo>
                <a:lnTo>
                  <a:pt x="9504" y="19234"/>
                </a:lnTo>
                <a:lnTo>
                  <a:pt x="6160" y="20403"/>
                </a:lnTo>
                <a:lnTo>
                  <a:pt x="4126" y="20797"/>
                </a:lnTo>
                <a:lnTo>
                  <a:pt x="2078" y="21195"/>
                </a:lnTo>
                <a:lnTo>
                  <a:pt x="0" y="21600"/>
                </a:lnTo>
                <a:lnTo>
                  <a:pt x="670" y="19480"/>
                </a:lnTo>
                <a:lnTo>
                  <a:pt x="1356" y="17364"/>
                </a:lnTo>
                <a:lnTo>
                  <a:pt x="2061" y="15252"/>
                </a:lnTo>
                <a:lnTo>
                  <a:pt x="2778" y="13143"/>
                </a:lnTo>
                <a:lnTo>
                  <a:pt x="3508" y="11038"/>
                </a:lnTo>
                <a:lnTo>
                  <a:pt x="3802" y="10164"/>
                </a:lnTo>
                <a:lnTo>
                  <a:pt x="4311" y="8626"/>
                </a:lnTo>
                <a:lnTo>
                  <a:pt x="5486" y="5095"/>
                </a:lnTo>
                <a:lnTo>
                  <a:pt x="6528" y="3570"/>
                </a:lnTo>
                <a:lnTo>
                  <a:pt x="7577" y="2031"/>
                </a:lnTo>
                <a:lnTo>
                  <a:pt x="8640" y="475"/>
                </a:lnTo>
                <a:close/>
              </a:path>
            </a:pathLst>
          </a:custGeom>
          <a:solidFill>
            <a:srgbClr val="8E75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7" name="contour_15905"/>
          <p:cNvSpPr/>
          <p:nvPr/>
        </p:nvSpPr>
        <p:spPr>
          <a:xfrm>
            <a:off x="5461792" y="2403587"/>
            <a:ext cx="43728" cy="245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5"/>
                </a:lnTo>
                <a:lnTo>
                  <a:pt x="14425" y="135"/>
                </a:lnTo>
                <a:lnTo>
                  <a:pt x="16056" y="327"/>
                </a:lnTo>
                <a:lnTo>
                  <a:pt x="18277" y="685"/>
                </a:lnTo>
                <a:lnTo>
                  <a:pt x="21600" y="1275"/>
                </a:lnTo>
                <a:lnTo>
                  <a:pt x="21247" y="6041"/>
                </a:lnTo>
                <a:lnTo>
                  <a:pt x="20884" y="9423"/>
                </a:lnTo>
                <a:lnTo>
                  <a:pt x="20336" y="12344"/>
                </a:lnTo>
                <a:lnTo>
                  <a:pt x="19433" y="15726"/>
                </a:lnTo>
                <a:lnTo>
                  <a:pt x="18000" y="20492"/>
                </a:lnTo>
                <a:lnTo>
                  <a:pt x="15412" y="21120"/>
                </a:lnTo>
                <a:lnTo>
                  <a:pt x="12845" y="21478"/>
                </a:lnTo>
                <a:lnTo>
                  <a:pt x="10289" y="21600"/>
                </a:lnTo>
                <a:lnTo>
                  <a:pt x="7736" y="21517"/>
                </a:lnTo>
                <a:lnTo>
                  <a:pt x="5177" y="21286"/>
                </a:lnTo>
                <a:lnTo>
                  <a:pt x="2603" y="20927"/>
                </a:lnTo>
                <a:lnTo>
                  <a:pt x="0" y="20492"/>
                </a:lnTo>
                <a:lnTo>
                  <a:pt x="1944" y="13625"/>
                </a:lnTo>
                <a:lnTo>
                  <a:pt x="3442" y="8673"/>
                </a:lnTo>
                <a:lnTo>
                  <a:pt x="4684" y="5265"/>
                </a:lnTo>
                <a:lnTo>
                  <a:pt x="5857" y="3056"/>
                </a:lnTo>
                <a:lnTo>
                  <a:pt x="7153" y="1678"/>
                </a:lnTo>
                <a:lnTo>
                  <a:pt x="8766" y="781"/>
                </a:lnTo>
                <a:lnTo>
                  <a:pt x="10883" y="0"/>
                </a:lnTo>
                <a:close/>
              </a:path>
            </a:pathLst>
          </a:custGeom>
          <a:solidFill>
            <a:srgbClr val="7F62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8" name="contour_15906"/>
          <p:cNvSpPr/>
          <p:nvPr/>
        </p:nvSpPr>
        <p:spPr>
          <a:xfrm>
            <a:off x="4820449" y="2374245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450" y="3522"/>
                </a:lnTo>
                <a:lnTo>
                  <a:pt x="19278" y="6110"/>
                </a:lnTo>
                <a:lnTo>
                  <a:pt x="18085" y="8690"/>
                </a:lnTo>
                <a:lnTo>
                  <a:pt x="16875" y="11265"/>
                </a:lnTo>
                <a:lnTo>
                  <a:pt x="16000" y="13187"/>
                </a:lnTo>
                <a:lnTo>
                  <a:pt x="15115" y="15118"/>
                </a:lnTo>
                <a:lnTo>
                  <a:pt x="14218" y="17077"/>
                </a:lnTo>
                <a:lnTo>
                  <a:pt x="12523" y="19322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9DBA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09" name="contour_15907"/>
          <p:cNvSpPr/>
          <p:nvPr/>
        </p:nvSpPr>
        <p:spPr>
          <a:xfrm>
            <a:off x="869447" y="2383173"/>
            <a:ext cx="37351" cy="282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" y="0"/>
                </a:moveTo>
                <a:lnTo>
                  <a:pt x="3165" y="484"/>
                </a:lnTo>
                <a:lnTo>
                  <a:pt x="5799" y="1002"/>
                </a:lnTo>
                <a:lnTo>
                  <a:pt x="8433" y="1536"/>
                </a:lnTo>
                <a:lnTo>
                  <a:pt x="11063" y="2087"/>
                </a:lnTo>
                <a:lnTo>
                  <a:pt x="14005" y="2671"/>
                </a:lnTo>
                <a:lnTo>
                  <a:pt x="16989" y="3261"/>
                </a:lnTo>
                <a:lnTo>
                  <a:pt x="19278" y="4401"/>
                </a:lnTo>
                <a:lnTo>
                  <a:pt x="21600" y="5564"/>
                </a:lnTo>
                <a:lnTo>
                  <a:pt x="21600" y="9242"/>
                </a:lnTo>
                <a:lnTo>
                  <a:pt x="21600" y="12942"/>
                </a:lnTo>
                <a:lnTo>
                  <a:pt x="21600" y="16692"/>
                </a:lnTo>
                <a:lnTo>
                  <a:pt x="18557" y="18606"/>
                </a:lnTo>
                <a:lnTo>
                  <a:pt x="15750" y="20098"/>
                </a:lnTo>
                <a:lnTo>
                  <a:pt x="13032" y="21105"/>
                </a:lnTo>
                <a:lnTo>
                  <a:pt x="10254" y="21600"/>
                </a:lnTo>
                <a:lnTo>
                  <a:pt x="7279" y="21539"/>
                </a:lnTo>
                <a:lnTo>
                  <a:pt x="3949" y="20866"/>
                </a:lnTo>
                <a:lnTo>
                  <a:pt x="1964" y="18317"/>
                </a:lnTo>
                <a:lnTo>
                  <a:pt x="889" y="16130"/>
                </a:lnTo>
                <a:lnTo>
                  <a:pt x="358" y="13092"/>
                </a:lnTo>
                <a:lnTo>
                  <a:pt x="0" y="8001"/>
                </a:lnTo>
                <a:lnTo>
                  <a:pt x="173" y="5358"/>
                </a:lnTo>
                <a:lnTo>
                  <a:pt x="350" y="2699"/>
                </a:lnTo>
                <a:lnTo>
                  <a:pt x="527" y="0"/>
                </a:lnTo>
                <a:close/>
              </a:path>
            </a:pathLst>
          </a:custGeom>
          <a:solidFill>
            <a:srgbClr val="8B88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0" name="contour_15908"/>
          <p:cNvSpPr/>
          <p:nvPr/>
        </p:nvSpPr>
        <p:spPr>
          <a:xfrm>
            <a:off x="10373899" y="2368597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1150" y="18078"/>
                </a:lnTo>
                <a:lnTo>
                  <a:pt x="2322" y="15490"/>
                </a:lnTo>
                <a:lnTo>
                  <a:pt x="3515" y="12910"/>
                </a:lnTo>
                <a:lnTo>
                  <a:pt x="4725" y="10335"/>
                </a:lnTo>
                <a:lnTo>
                  <a:pt x="5600" y="8413"/>
                </a:lnTo>
                <a:lnTo>
                  <a:pt x="6485" y="6482"/>
                </a:lnTo>
                <a:lnTo>
                  <a:pt x="7382" y="4523"/>
                </a:lnTo>
                <a:lnTo>
                  <a:pt x="9077" y="2278"/>
                </a:lnTo>
                <a:lnTo>
                  <a:pt x="10800" y="0"/>
                </a:lnTo>
                <a:close/>
              </a:path>
            </a:pathLst>
          </a:custGeom>
          <a:solidFill>
            <a:srgbClr val="E7F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1" name="contour_15909"/>
          <p:cNvSpPr/>
          <p:nvPr/>
        </p:nvSpPr>
        <p:spPr>
          <a:xfrm>
            <a:off x="9849163" y="2369326"/>
            <a:ext cx="43728" cy="357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67"/>
                </a:moveTo>
                <a:lnTo>
                  <a:pt x="19220" y="3967"/>
                </a:lnTo>
                <a:lnTo>
                  <a:pt x="16826" y="3967"/>
                </a:lnTo>
                <a:lnTo>
                  <a:pt x="14400" y="3967"/>
                </a:lnTo>
                <a:lnTo>
                  <a:pt x="13054" y="6273"/>
                </a:lnTo>
                <a:lnTo>
                  <a:pt x="12186" y="7961"/>
                </a:lnTo>
                <a:lnTo>
                  <a:pt x="11408" y="9857"/>
                </a:lnTo>
                <a:lnTo>
                  <a:pt x="10350" y="12784"/>
                </a:lnTo>
                <a:lnTo>
                  <a:pt x="9893" y="14018"/>
                </a:lnTo>
                <a:lnTo>
                  <a:pt x="8521" y="17743"/>
                </a:lnTo>
                <a:lnTo>
                  <a:pt x="7866" y="19656"/>
                </a:lnTo>
                <a:lnTo>
                  <a:pt x="7200" y="21600"/>
                </a:lnTo>
                <a:lnTo>
                  <a:pt x="7200" y="18686"/>
                </a:lnTo>
                <a:lnTo>
                  <a:pt x="7200" y="15755"/>
                </a:lnTo>
                <a:lnTo>
                  <a:pt x="7200" y="12784"/>
                </a:lnTo>
                <a:lnTo>
                  <a:pt x="4820" y="12784"/>
                </a:lnTo>
                <a:lnTo>
                  <a:pt x="2426" y="12784"/>
                </a:lnTo>
                <a:lnTo>
                  <a:pt x="0" y="12784"/>
                </a:lnTo>
                <a:lnTo>
                  <a:pt x="0" y="9870"/>
                </a:lnTo>
                <a:lnTo>
                  <a:pt x="0" y="6938"/>
                </a:lnTo>
                <a:lnTo>
                  <a:pt x="0" y="3967"/>
                </a:lnTo>
                <a:lnTo>
                  <a:pt x="2225" y="1926"/>
                </a:lnTo>
                <a:lnTo>
                  <a:pt x="4504" y="661"/>
                </a:lnTo>
                <a:lnTo>
                  <a:pt x="6833" y="53"/>
                </a:lnTo>
                <a:lnTo>
                  <a:pt x="9209" y="0"/>
                </a:lnTo>
                <a:lnTo>
                  <a:pt x="11621" y="379"/>
                </a:lnTo>
                <a:lnTo>
                  <a:pt x="14072" y="1076"/>
                </a:lnTo>
                <a:lnTo>
                  <a:pt x="16556" y="1984"/>
                </a:lnTo>
                <a:lnTo>
                  <a:pt x="19066" y="2984"/>
                </a:lnTo>
                <a:lnTo>
                  <a:pt x="21600" y="3967"/>
                </a:lnTo>
                <a:close/>
              </a:path>
            </a:pathLst>
          </a:custGeom>
          <a:solidFill>
            <a:srgbClr val="D7E4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2" name="contour_15910"/>
          <p:cNvSpPr/>
          <p:nvPr/>
        </p:nvSpPr>
        <p:spPr>
          <a:xfrm>
            <a:off x="5155697" y="235402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208" y="8640"/>
                </a:lnTo>
                <a:lnTo>
                  <a:pt x="6426" y="8640"/>
                </a:lnTo>
                <a:lnTo>
                  <a:pt x="9655" y="8640"/>
                </a:lnTo>
                <a:lnTo>
                  <a:pt x="12911" y="8640"/>
                </a:lnTo>
                <a:lnTo>
                  <a:pt x="16200" y="8640"/>
                </a:lnTo>
                <a:lnTo>
                  <a:pt x="16200" y="5784"/>
                </a:lnTo>
                <a:lnTo>
                  <a:pt x="16200" y="2912"/>
                </a:lnTo>
                <a:lnTo>
                  <a:pt x="16200" y="0"/>
                </a:lnTo>
                <a:close/>
              </a:path>
            </a:pathLst>
          </a:custGeom>
          <a:solidFill>
            <a:srgbClr val="9A9F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3" name="contour_15911"/>
          <p:cNvSpPr/>
          <p:nvPr/>
        </p:nvSpPr>
        <p:spPr>
          <a:xfrm>
            <a:off x="5017225" y="2368597"/>
            <a:ext cx="43728" cy="298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490"/>
                </a:lnTo>
                <a:lnTo>
                  <a:pt x="11275" y="2980"/>
                </a:lnTo>
                <a:lnTo>
                  <a:pt x="13320" y="4476"/>
                </a:lnTo>
                <a:lnTo>
                  <a:pt x="15372" y="5977"/>
                </a:lnTo>
                <a:lnTo>
                  <a:pt x="17435" y="7488"/>
                </a:lnTo>
                <a:lnTo>
                  <a:pt x="19508" y="9004"/>
                </a:lnTo>
                <a:lnTo>
                  <a:pt x="21600" y="10531"/>
                </a:lnTo>
                <a:lnTo>
                  <a:pt x="19969" y="13659"/>
                </a:lnTo>
                <a:lnTo>
                  <a:pt x="18677" y="15797"/>
                </a:lnTo>
                <a:lnTo>
                  <a:pt x="17042" y="17935"/>
                </a:lnTo>
                <a:lnTo>
                  <a:pt x="14400" y="21063"/>
                </a:lnTo>
                <a:lnTo>
                  <a:pt x="11959" y="21426"/>
                </a:lnTo>
                <a:lnTo>
                  <a:pt x="9580" y="21589"/>
                </a:lnTo>
                <a:lnTo>
                  <a:pt x="7229" y="21600"/>
                </a:lnTo>
                <a:lnTo>
                  <a:pt x="4871" y="21489"/>
                </a:lnTo>
                <a:lnTo>
                  <a:pt x="2473" y="21300"/>
                </a:lnTo>
                <a:lnTo>
                  <a:pt x="0" y="21063"/>
                </a:lnTo>
                <a:lnTo>
                  <a:pt x="0" y="17582"/>
                </a:lnTo>
                <a:lnTo>
                  <a:pt x="0" y="14081"/>
                </a:lnTo>
                <a:lnTo>
                  <a:pt x="0" y="10531"/>
                </a:lnTo>
                <a:lnTo>
                  <a:pt x="2380" y="10531"/>
                </a:lnTo>
                <a:lnTo>
                  <a:pt x="4774" y="10531"/>
                </a:lnTo>
                <a:lnTo>
                  <a:pt x="7200" y="10531"/>
                </a:lnTo>
                <a:lnTo>
                  <a:pt x="7200" y="7051"/>
                </a:lnTo>
                <a:lnTo>
                  <a:pt x="7200" y="3549"/>
                </a:lnTo>
                <a:lnTo>
                  <a:pt x="7200" y="0"/>
                </a:lnTo>
                <a:close/>
              </a:path>
            </a:pathLst>
          </a:custGeom>
          <a:solidFill>
            <a:srgbClr val="303E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4" name="contour_15912"/>
          <p:cNvSpPr/>
          <p:nvPr/>
        </p:nvSpPr>
        <p:spPr>
          <a:xfrm>
            <a:off x="3778266" y="2368597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747" y="21600"/>
                </a:lnTo>
                <a:lnTo>
                  <a:pt x="14820" y="21600"/>
                </a:lnTo>
                <a:lnTo>
                  <a:pt x="11885" y="21600"/>
                </a:lnTo>
                <a:lnTo>
                  <a:pt x="8938" y="21600"/>
                </a:lnTo>
                <a:lnTo>
                  <a:pt x="5978" y="21600"/>
                </a:lnTo>
                <a:lnTo>
                  <a:pt x="3001" y="21600"/>
                </a:lnTo>
                <a:lnTo>
                  <a:pt x="0" y="21600"/>
                </a:lnTo>
                <a:lnTo>
                  <a:pt x="0" y="17998"/>
                </a:lnTo>
                <a:lnTo>
                  <a:pt x="0" y="14402"/>
                </a:lnTo>
                <a:lnTo>
                  <a:pt x="0" y="10800"/>
                </a:lnTo>
                <a:lnTo>
                  <a:pt x="0" y="7198"/>
                </a:lnTo>
                <a:lnTo>
                  <a:pt x="0" y="3602"/>
                </a:lnTo>
                <a:lnTo>
                  <a:pt x="0" y="0"/>
                </a:lnTo>
                <a:close/>
              </a:path>
            </a:pathLst>
          </a:custGeom>
          <a:solidFill>
            <a:srgbClr val="7979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5" name="contour_15913"/>
          <p:cNvSpPr/>
          <p:nvPr/>
        </p:nvSpPr>
        <p:spPr>
          <a:xfrm>
            <a:off x="3763690" y="236130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683"/>
                </a:lnTo>
                <a:lnTo>
                  <a:pt x="6626" y="1248"/>
                </a:lnTo>
                <a:lnTo>
                  <a:pt x="9088" y="1905"/>
                </a:lnTo>
                <a:lnTo>
                  <a:pt x="12020" y="2860"/>
                </a:lnTo>
                <a:lnTo>
                  <a:pt x="16200" y="4320"/>
                </a:lnTo>
                <a:lnTo>
                  <a:pt x="18025" y="7664"/>
                </a:lnTo>
                <a:lnTo>
                  <a:pt x="19219" y="10009"/>
                </a:lnTo>
                <a:lnTo>
                  <a:pt x="20039" y="11979"/>
                </a:lnTo>
                <a:lnTo>
                  <a:pt x="20747" y="14196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543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6" name="contour_15914"/>
          <p:cNvSpPr/>
          <p:nvPr/>
        </p:nvSpPr>
        <p:spPr>
          <a:xfrm>
            <a:off x="2284228" y="236859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819" y="5983"/>
                </a:lnTo>
                <a:lnTo>
                  <a:pt x="19807" y="6745"/>
                </a:lnTo>
                <a:lnTo>
                  <a:pt x="17896" y="8181"/>
                </a:lnTo>
                <a:lnTo>
                  <a:pt x="14400" y="10800"/>
                </a:lnTo>
                <a:lnTo>
                  <a:pt x="14400" y="14369"/>
                </a:lnTo>
                <a:lnTo>
                  <a:pt x="14400" y="17960"/>
                </a:lnTo>
                <a:lnTo>
                  <a:pt x="14400" y="21600"/>
                </a:lnTo>
                <a:lnTo>
                  <a:pt x="12024" y="20709"/>
                </a:lnTo>
                <a:lnTo>
                  <a:pt x="9644" y="19818"/>
                </a:lnTo>
                <a:lnTo>
                  <a:pt x="7254" y="18922"/>
                </a:lnTo>
                <a:lnTo>
                  <a:pt x="4853" y="18020"/>
                </a:lnTo>
                <a:lnTo>
                  <a:pt x="2437" y="17113"/>
                </a:lnTo>
                <a:lnTo>
                  <a:pt x="0" y="16200"/>
                </a:lnTo>
                <a:lnTo>
                  <a:pt x="2380" y="16200"/>
                </a:lnTo>
                <a:lnTo>
                  <a:pt x="4774" y="16200"/>
                </a:lnTo>
                <a:lnTo>
                  <a:pt x="7200" y="16200"/>
                </a:lnTo>
                <a:lnTo>
                  <a:pt x="7200" y="12631"/>
                </a:lnTo>
                <a:lnTo>
                  <a:pt x="7200" y="9040"/>
                </a:lnTo>
                <a:lnTo>
                  <a:pt x="7200" y="5400"/>
                </a:lnTo>
                <a:lnTo>
                  <a:pt x="5418" y="4061"/>
                </a:lnTo>
                <a:lnTo>
                  <a:pt x="3625" y="2722"/>
                </a:lnTo>
                <a:lnTo>
                  <a:pt x="1825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2727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7" name="contour_15915"/>
          <p:cNvSpPr/>
          <p:nvPr/>
        </p:nvSpPr>
        <p:spPr>
          <a:xfrm>
            <a:off x="7342094" y="233944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19" y="3059"/>
                </a:lnTo>
                <a:lnTo>
                  <a:pt x="20717" y="5266"/>
                </a:lnTo>
                <a:lnTo>
                  <a:pt x="20248" y="7236"/>
                </a:lnTo>
                <a:lnTo>
                  <a:pt x="19563" y="9590"/>
                </a:lnTo>
                <a:lnTo>
                  <a:pt x="18514" y="12960"/>
                </a:lnTo>
                <a:lnTo>
                  <a:pt x="16351" y="14515"/>
                </a:lnTo>
                <a:lnTo>
                  <a:pt x="14777" y="15561"/>
                </a:lnTo>
                <a:lnTo>
                  <a:pt x="13340" y="16338"/>
                </a:lnTo>
                <a:lnTo>
                  <a:pt x="11587" y="17103"/>
                </a:lnTo>
                <a:lnTo>
                  <a:pt x="9066" y="18092"/>
                </a:lnTo>
                <a:lnTo>
                  <a:pt x="8313" y="18395"/>
                </a:lnTo>
                <a:lnTo>
                  <a:pt x="6983" y="18935"/>
                </a:lnTo>
                <a:lnTo>
                  <a:pt x="3940" y="20166"/>
                </a:lnTo>
                <a:lnTo>
                  <a:pt x="2962" y="20524"/>
                </a:lnTo>
                <a:lnTo>
                  <a:pt x="0" y="21600"/>
                </a:lnTo>
                <a:lnTo>
                  <a:pt x="1456" y="19427"/>
                </a:lnTo>
                <a:lnTo>
                  <a:pt x="2919" y="17263"/>
                </a:lnTo>
                <a:lnTo>
                  <a:pt x="4385" y="15103"/>
                </a:lnTo>
                <a:lnTo>
                  <a:pt x="5857" y="12951"/>
                </a:lnTo>
                <a:lnTo>
                  <a:pt x="7329" y="10800"/>
                </a:lnTo>
                <a:lnTo>
                  <a:pt x="7933" y="9906"/>
                </a:lnTo>
                <a:lnTo>
                  <a:pt x="9004" y="8333"/>
                </a:lnTo>
                <a:lnTo>
                  <a:pt x="11451" y="4726"/>
                </a:lnTo>
                <a:lnTo>
                  <a:pt x="13441" y="2419"/>
                </a:lnTo>
                <a:lnTo>
                  <a:pt x="14966" y="1020"/>
                </a:lnTo>
                <a:lnTo>
                  <a:pt x="16509" y="302"/>
                </a:lnTo>
                <a:lnTo>
                  <a:pt x="18557" y="39"/>
                </a:lnTo>
                <a:lnTo>
                  <a:pt x="21600" y="0"/>
                </a:lnTo>
                <a:close/>
              </a:path>
            </a:pathLst>
          </a:custGeom>
          <a:solidFill>
            <a:srgbClr val="E0E3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8" name="contour_15916"/>
          <p:cNvSpPr/>
          <p:nvPr/>
        </p:nvSpPr>
        <p:spPr>
          <a:xfrm>
            <a:off x="4490850" y="2346733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386" y="0"/>
                </a:lnTo>
                <a:lnTo>
                  <a:pt x="5850" y="0"/>
                </a:lnTo>
                <a:lnTo>
                  <a:pt x="8322" y="0"/>
                </a:lnTo>
                <a:lnTo>
                  <a:pt x="10814" y="0"/>
                </a:lnTo>
                <a:lnTo>
                  <a:pt x="13332" y="0"/>
                </a:lnTo>
                <a:lnTo>
                  <a:pt x="13332" y="3569"/>
                </a:lnTo>
                <a:lnTo>
                  <a:pt x="13332" y="7160"/>
                </a:lnTo>
                <a:lnTo>
                  <a:pt x="13332" y="10800"/>
                </a:lnTo>
                <a:lnTo>
                  <a:pt x="16065" y="10800"/>
                </a:lnTo>
                <a:lnTo>
                  <a:pt x="18814" y="1080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2F43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19" name="contour_15917"/>
          <p:cNvSpPr/>
          <p:nvPr/>
        </p:nvSpPr>
        <p:spPr>
          <a:xfrm>
            <a:off x="272742" y="2354021"/>
            <a:ext cx="36440" cy="311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491"/>
                </a:lnTo>
                <a:lnTo>
                  <a:pt x="9763" y="1062"/>
                </a:lnTo>
                <a:lnTo>
                  <a:pt x="13228" y="2216"/>
                </a:lnTo>
                <a:lnTo>
                  <a:pt x="15582" y="2990"/>
                </a:lnTo>
                <a:lnTo>
                  <a:pt x="17971" y="3774"/>
                </a:lnTo>
                <a:lnTo>
                  <a:pt x="19773" y="4411"/>
                </a:lnTo>
                <a:lnTo>
                  <a:pt x="21600" y="5059"/>
                </a:lnTo>
                <a:lnTo>
                  <a:pt x="20917" y="8822"/>
                </a:lnTo>
                <a:lnTo>
                  <a:pt x="20352" y="11493"/>
                </a:lnTo>
                <a:lnTo>
                  <a:pt x="19695" y="13800"/>
                </a:lnTo>
                <a:lnTo>
                  <a:pt x="18740" y="16471"/>
                </a:lnTo>
                <a:lnTo>
                  <a:pt x="17280" y="20234"/>
                </a:lnTo>
                <a:lnTo>
                  <a:pt x="14066" y="21145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145"/>
                </a:lnTo>
                <a:lnTo>
                  <a:pt x="4320" y="20234"/>
                </a:lnTo>
                <a:lnTo>
                  <a:pt x="2730" y="16622"/>
                </a:lnTo>
                <a:lnTo>
                  <a:pt x="1711" y="14027"/>
                </a:lnTo>
                <a:lnTo>
                  <a:pt x="1054" y="11721"/>
                </a:lnTo>
                <a:lnTo>
                  <a:pt x="553" y="8974"/>
                </a:lnTo>
                <a:lnTo>
                  <a:pt x="0" y="5059"/>
                </a:lnTo>
                <a:lnTo>
                  <a:pt x="2143" y="2550"/>
                </a:lnTo>
                <a:lnTo>
                  <a:pt x="4320" y="0"/>
                </a:lnTo>
                <a:close/>
              </a:path>
            </a:pathLst>
          </a:custGeom>
          <a:solidFill>
            <a:srgbClr val="EA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0" name="contour_15918"/>
          <p:cNvSpPr/>
          <p:nvPr/>
        </p:nvSpPr>
        <p:spPr>
          <a:xfrm>
            <a:off x="10301019" y="2339445"/>
            <a:ext cx="65592" cy="2459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19154" y="5574"/>
                </a:lnTo>
                <a:lnTo>
                  <a:pt x="17160" y="10048"/>
                </a:lnTo>
                <a:lnTo>
                  <a:pt x="15528" y="13542"/>
                </a:lnTo>
                <a:lnTo>
                  <a:pt x="14170" y="16192"/>
                </a:lnTo>
                <a:lnTo>
                  <a:pt x="12994" y="18125"/>
                </a:lnTo>
                <a:lnTo>
                  <a:pt x="11911" y="19475"/>
                </a:lnTo>
                <a:lnTo>
                  <a:pt x="10836" y="20365"/>
                </a:lnTo>
                <a:lnTo>
                  <a:pt x="9677" y="20934"/>
                </a:lnTo>
                <a:lnTo>
                  <a:pt x="8342" y="21299"/>
                </a:lnTo>
                <a:lnTo>
                  <a:pt x="6749" y="21600"/>
                </a:lnTo>
                <a:lnTo>
                  <a:pt x="5311" y="20806"/>
                </a:lnTo>
                <a:lnTo>
                  <a:pt x="3866" y="20006"/>
                </a:lnTo>
                <a:lnTo>
                  <a:pt x="2400" y="19200"/>
                </a:lnTo>
                <a:lnTo>
                  <a:pt x="1925" y="15398"/>
                </a:lnTo>
                <a:lnTo>
                  <a:pt x="1447" y="11584"/>
                </a:lnTo>
                <a:lnTo>
                  <a:pt x="970" y="7757"/>
                </a:lnTo>
                <a:lnTo>
                  <a:pt x="487" y="3898"/>
                </a:lnTo>
                <a:lnTo>
                  <a:pt x="0" y="0"/>
                </a:lnTo>
                <a:close/>
              </a:path>
            </a:pathLst>
          </a:custGeom>
          <a:solidFill>
            <a:srgbClr val="AA99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1" name="contour_15919"/>
          <p:cNvSpPr/>
          <p:nvPr/>
        </p:nvSpPr>
        <p:spPr>
          <a:xfrm>
            <a:off x="5046377" y="2317581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34" y="2305"/>
                </a:lnTo>
                <a:lnTo>
                  <a:pt x="19195" y="4484"/>
                </a:lnTo>
                <a:lnTo>
                  <a:pt x="17856" y="6557"/>
                </a:lnTo>
                <a:lnTo>
                  <a:pt x="16394" y="8541"/>
                </a:lnTo>
                <a:lnTo>
                  <a:pt x="14767" y="10461"/>
                </a:lnTo>
                <a:lnTo>
                  <a:pt x="12960" y="12327"/>
                </a:lnTo>
                <a:lnTo>
                  <a:pt x="10922" y="14167"/>
                </a:lnTo>
                <a:lnTo>
                  <a:pt x="8640" y="15993"/>
                </a:lnTo>
                <a:lnTo>
                  <a:pt x="6084" y="17829"/>
                </a:lnTo>
                <a:lnTo>
                  <a:pt x="3211" y="1969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CC3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2" name="contour_15920"/>
          <p:cNvSpPr/>
          <p:nvPr/>
        </p:nvSpPr>
        <p:spPr>
          <a:xfrm>
            <a:off x="4791297" y="2324869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0"/>
                </a:lnTo>
                <a:lnTo>
                  <a:pt x="3672" y="0"/>
                </a:lnTo>
                <a:lnTo>
                  <a:pt x="5517" y="0"/>
                </a:lnTo>
                <a:lnTo>
                  <a:pt x="7378" y="0"/>
                </a:lnTo>
                <a:lnTo>
                  <a:pt x="9257" y="0"/>
                </a:lnTo>
                <a:lnTo>
                  <a:pt x="9257" y="3569"/>
                </a:lnTo>
                <a:lnTo>
                  <a:pt x="9257" y="7160"/>
                </a:lnTo>
                <a:lnTo>
                  <a:pt x="9257" y="10800"/>
                </a:lnTo>
                <a:lnTo>
                  <a:pt x="11284" y="12415"/>
                </a:lnTo>
                <a:lnTo>
                  <a:pt x="12886" y="13289"/>
                </a:lnTo>
                <a:lnTo>
                  <a:pt x="15429" y="14175"/>
                </a:lnTo>
                <a:lnTo>
                  <a:pt x="17468" y="14845"/>
                </a:lnTo>
                <a:lnTo>
                  <a:pt x="19520" y="15520"/>
                </a:lnTo>
                <a:lnTo>
                  <a:pt x="21600" y="16200"/>
                </a:lnTo>
                <a:lnTo>
                  <a:pt x="19563" y="16794"/>
                </a:lnTo>
                <a:lnTo>
                  <a:pt x="17524" y="17388"/>
                </a:lnTo>
                <a:lnTo>
                  <a:pt x="15484" y="17982"/>
                </a:lnTo>
                <a:lnTo>
                  <a:pt x="13438" y="18581"/>
                </a:lnTo>
                <a:lnTo>
                  <a:pt x="11386" y="19181"/>
                </a:lnTo>
                <a:lnTo>
                  <a:pt x="9325" y="19780"/>
                </a:lnTo>
                <a:lnTo>
                  <a:pt x="7258" y="20385"/>
                </a:lnTo>
                <a:lnTo>
                  <a:pt x="5178" y="20990"/>
                </a:lnTo>
                <a:lnTo>
                  <a:pt x="3086" y="21600"/>
                </a:lnTo>
                <a:lnTo>
                  <a:pt x="2577" y="18036"/>
                </a:lnTo>
                <a:lnTo>
                  <a:pt x="2067" y="14467"/>
                </a:lnTo>
                <a:lnTo>
                  <a:pt x="1555" y="10881"/>
                </a:lnTo>
                <a:lnTo>
                  <a:pt x="1040" y="7279"/>
                </a:lnTo>
                <a:lnTo>
                  <a:pt x="521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897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3" name="contour_15921"/>
          <p:cNvSpPr/>
          <p:nvPr/>
        </p:nvSpPr>
        <p:spPr>
          <a:xfrm>
            <a:off x="1992708" y="232486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139" y="3856"/>
                </a:lnTo>
                <a:lnTo>
                  <a:pt x="20722" y="6626"/>
                </a:lnTo>
                <a:lnTo>
                  <a:pt x="20174" y="9088"/>
                </a:lnTo>
                <a:lnTo>
                  <a:pt x="19325" y="12020"/>
                </a:lnTo>
                <a:lnTo>
                  <a:pt x="18000" y="16200"/>
                </a:lnTo>
                <a:lnTo>
                  <a:pt x="15624" y="17620"/>
                </a:lnTo>
                <a:lnTo>
                  <a:pt x="13291" y="18733"/>
                </a:lnTo>
                <a:lnTo>
                  <a:pt x="10966" y="19618"/>
                </a:lnTo>
                <a:lnTo>
                  <a:pt x="8604" y="20342"/>
                </a:lnTo>
                <a:lnTo>
                  <a:pt x="6163" y="20979"/>
                </a:lnTo>
                <a:lnTo>
                  <a:pt x="3600" y="21600"/>
                </a:lnTo>
                <a:lnTo>
                  <a:pt x="3006" y="18036"/>
                </a:lnTo>
                <a:lnTo>
                  <a:pt x="2412" y="14467"/>
                </a:lnTo>
                <a:lnTo>
                  <a:pt x="1814" y="10881"/>
                </a:lnTo>
                <a:lnTo>
                  <a:pt x="1213" y="7279"/>
                </a:lnTo>
                <a:lnTo>
                  <a:pt x="608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736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4" name="contour_15922"/>
          <p:cNvSpPr/>
          <p:nvPr/>
        </p:nvSpPr>
        <p:spPr>
          <a:xfrm>
            <a:off x="8347837" y="2318864"/>
            <a:ext cx="36440" cy="3515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891"/>
                </a:moveTo>
                <a:lnTo>
                  <a:pt x="17621" y="1813"/>
                </a:lnTo>
                <a:lnTo>
                  <a:pt x="19600" y="2749"/>
                </a:lnTo>
                <a:lnTo>
                  <a:pt x="21600" y="3690"/>
                </a:lnTo>
                <a:lnTo>
                  <a:pt x="19462" y="5906"/>
                </a:lnTo>
                <a:lnTo>
                  <a:pt x="17319" y="8127"/>
                </a:lnTo>
                <a:lnTo>
                  <a:pt x="15176" y="10348"/>
                </a:lnTo>
                <a:lnTo>
                  <a:pt x="13025" y="12578"/>
                </a:lnTo>
                <a:lnTo>
                  <a:pt x="10865" y="14816"/>
                </a:lnTo>
                <a:lnTo>
                  <a:pt x="8696" y="17064"/>
                </a:lnTo>
                <a:lnTo>
                  <a:pt x="6515" y="19325"/>
                </a:lnTo>
                <a:lnTo>
                  <a:pt x="4320" y="21600"/>
                </a:lnTo>
                <a:lnTo>
                  <a:pt x="2989" y="18537"/>
                </a:lnTo>
                <a:lnTo>
                  <a:pt x="2100" y="16307"/>
                </a:lnTo>
                <a:lnTo>
                  <a:pt x="1443" y="14266"/>
                </a:lnTo>
                <a:lnTo>
                  <a:pt x="812" y="11767"/>
                </a:lnTo>
                <a:lnTo>
                  <a:pt x="0" y="8167"/>
                </a:lnTo>
                <a:lnTo>
                  <a:pt x="2169" y="4643"/>
                </a:lnTo>
                <a:lnTo>
                  <a:pt x="4143" y="2172"/>
                </a:lnTo>
                <a:lnTo>
                  <a:pt x="6199" y="654"/>
                </a:lnTo>
                <a:lnTo>
                  <a:pt x="8618" y="0"/>
                </a:lnTo>
                <a:lnTo>
                  <a:pt x="11677" y="107"/>
                </a:lnTo>
                <a:lnTo>
                  <a:pt x="15660" y="891"/>
                </a:lnTo>
                <a:close/>
              </a:path>
            </a:pathLst>
          </a:custGeom>
          <a:solidFill>
            <a:srgbClr val="E4E9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5" name="contour_15923"/>
          <p:cNvSpPr/>
          <p:nvPr/>
        </p:nvSpPr>
        <p:spPr>
          <a:xfrm>
            <a:off x="4915193" y="232486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81"/>
                </a:lnTo>
                <a:lnTo>
                  <a:pt x="3646" y="1213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4"/>
                </a:lnTo>
                <a:lnTo>
                  <a:pt x="15638" y="5213"/>
                </a:lnTo>
                <a:lnTo>
                  <a:pt x="21600" y="7200"/>
                </a:lnTo>
                <a:lnTo>
                  <a:pt x="20377" y="9238"/>
                </a:lnTo>
                <a:lnTo>
                  <a:pt x="19155" y="11275"/>
                </a:lnTo>
                <a:lnTo>
                  <a:pt x="17928" y="13320"/>
                </a:lnTo>
                <a:lnTo>
                  <a:pt x="16697" y="15372"/>
                </a:lnTo>
                <a:lnTo>
                  <a:pt x="15457" y="17435"/>
                </a:lnTo>
                <a:lnTo>
                  <a:pt x="14213" y="19508"/>
                </a:lnTo>
                <a:lnTo>
                  <a:pt x="12960" y="21600"/>
                </a:lnTo>
                <a:lnTo>
                  <a:pt x="12455" y="19350"/>
                </a:lnTo>
                <a:lnTo>
                  <a:pt x="11949" y="17100"/>
                </a:lnTo>
                <a:lnTo>
                  <a:pt x="11439" y="14850"/>
                </a:lnTo>
                <a:lnTo>
                  <a:pt x="10934" y="12600"/>
                </a:lnTo>
                <a:lnTo>
                  <a:pt x="10428" y="10350"/>
                </a:lnTo>
                <a:lnTo>
                  <a:pt x="9539" y="8788"/>
                </a:lnTo>
                <a:lnTo>
                  <a:pt x="8640" y="7200"/>
                </a:lnTo>
                <a:lnTo>
                  <a:pt x="5784" y="7200"/>
                </a:lnTo>
                <a:lnTo>
                  <a:pt x="2912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577B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6" name="contour_15924"/>
          <p:cNvSpPr/>
          <p:nvPr/>
        </p:nvSpPr>
        <p:spPr>
          <a:xfrm>
            <a:off x="2524732" y="2317880"/>
            <a:ext cx="65592" cy="220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4" y="4525"/>
                </a:moveTo>
                <a:lnTo>
                  <a:pt x="18610" y="4860"/>
                </a:lnTo>
                <a:lnTo>
                  <a:pt x="19519" y="5459"/>
                </a:lnTo>
                <a:lnTo>
                  <a:pt x="21600" y="6834"/>
                </a:lnTo>
                <a:lnTo>
                  <a:pt x="19898" y="9706"/>
                </a:lnTo>
                <a:lnTo>
                  <a:pt x="18259" y="12229"/>
                </a:lnTo>
                <a:lnTo>
                  <a:pt x="16666" y="14417"/>
                </a:lnTo>
                <a:lnTo>
                  <a:pt x="15103" y="16284"/>
                </a:lnTo>
                <a:lnTo>
                  <a:pt x="13558" y="17844"/>
                </a:lnTo>
                <a:lnTo>
                  <a:pt x="12014" y="19106"/>
                </a:lnTo>
                <a:lnTo>
                  <a:pt x="10457" y="20096"/>
                </a:lnTo>
                <a:lnTo>
                  <a:pt x="8873" y="20830"/>
                </a:lnTo>
                <a:lnTo>
                  <a:pt x="7243" y="21315"/>
                </a:lnTo>
                <a:lnTo>
                  <a:pt x="5556" y="21564"/>
                </a:lnTo>
                <a:lnTo>
                  <a:pt x="3797" y="21600"/>
                </a:lnTo>
                <a:lnTo>
                  <a:pt x="1951" y="21436"/>
                </a:lnTo>
                <a:lnTo>
                  <a:pt x="0" y="21087"/>
                </a:lnTo>
                <a:lnTo>
                  <a:pt x="907" y="14709"/>
                </a:lnTo>
                <a:lnTo>
                  <a:pt x="1913" y="9663"/>
                </a:lnTo>
                <a:lnTo>
                  <a:pt x="3022" y="5829"/>
                </a:lnTo>
                <a:lnTo>
                  <a:pt x="4236" y="3071"/>
                </a:lnTo>
                <a:lnTo>
                  <a:pt x="5556" y="1268"/>
                </a:lnTo>
                <a:lnTo>
                  <a:pt x="6989" y="285"/>
                </a:lnTo>
                <a:lnTo>
                  <a:pt x="8534" y="0"/>
                </a:lnTo>
                <a:lnTo>
                  <a:pt x="10200" y="285"/>
                </a:lnTo>
                <a:lnTo>
                  <a:pt x="11986" y="1005"/>
                </a:lnTo>
                <a:lnTo>
                  <a:pt x="13894" y="2038"/>
                </a:lnTo>
                <a:lnTo>
                  <a:pt x="15929" y="3250"/>
                </a:lnTo>
                <a:lnTo>
                  <a:pt x="18094" y="4525"/>
                </a:lnTo>
                <a:close/>
              </a:path>
            </a:pathLst>
          </a:custGeom>
          <a:solidFill>
            <a:srgbClr val="D3D1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7" name="contour_15925"/>
          <p:cNvSpPr/>
          <p:nvPr/>
        </p:nvSpPr>
        <p:spPr>
          <a:xfrm>
            <a:off x="957814" y="2317581"/>
            <a:ext cx="36440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9" y="1079"/>
                </a:lnTo>
                <a:lnTo>
                  <a:pt x="5413" y="2178"/>
                </a:lnTo>
                <a:lnTo>
                  <a:pt x="8109" y="3298"/>
                </a:lnTo>
                <a:lnTo>
                  <a:pt x="10800" y="4432"/>
                </a:lnTo>
                <a:lnTo>
                  <a:pt x="11694" y="4797"/>
                </a:lnTo>
                <a:lnTo>
                  <a:pt x="13267" y="5446"/>
                </a:lnTo>
                <a:lnTo>
                  <a:pt x="16874" y="6925"/>
                </a:lnTo>
                <a:lnTo>
                  <a:pt x="19220" y="8515"/>
                </a:lnTo>
                <a:lnTo>
                  <a:pt x="21600" y="10131"/>
                </a:lnTo>
                <a:lnTo>
                  <a:pt x="21600" y="13480"/>
                </a:lnTo>
                <a:lnTo>
                  <a:pt x="21600" y="16848"/>
                </a:lnTo>
                <a:lnTo>
                  <a:pt x="21600" y="20263"/>
                </a:lnTo>
                <a:lnTo>
                  <a:pt x="16606" y="21007"/>
                </a:lnTo>
                <a:lnTo>
                  <a:pt x="13094" y="21453"/>
                </a:lnTo>
                <a:lnTo>
                  <a:pt x="10593" y="21600"/>
                </a:lnTo>
                <a:lnTo>
                  <a:pt x="8614" y="21453"/>
                </a:lnTo>
                <a:lnTo>
                  <a:pt x="6683" y="21007"/>
                </a:lnTo>
                <a:lnTo>
                  <a:pt x="4320" y="20263"/>
                </a:lnTo>
                <a:lnTo>
                  <a:pt x="2985" y="17016"/>
                </a:lnTo>
                <a:lnTo>
                  <a:pt x="1974" y="13753"/>
                </a:lnTo>
                <a:lnTo>
                  <a:pt x="1231" y="10440"/>
                </a:lnTo>
                <a:lnTo>
                  <a:pt x="696" y="7056"/>
                </a:lnTo>
                <a:lnTo>
                  <a:pt x="302" y="3586"/>
                </a:lnTo>
                <a:lnTo>
                  <a:pt x="0" y="0"/>
                </a:lnTo>
                <a:close/>
              </a:path>
            </a:pathLst>
          </a:custGeom>
          <a:solidFill>
            <a:srgbClr val="63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8" name="contour_15926"/>
          <p:cNvSpPr/>
          <p:nvPr/>
        </p:nvSpPr>
        <p:spPr>
          <a:xfrm>
            <a:off x="8304109" y="228842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173"/>
                </a:lnTo>
                <a:lnTo>
                  <a:pt x="2341" y="333"/>
                </a:lnTo>
                <a:lnTo>
                  <a:pt x="3646" y="521"/>
                </a:lnTo>
                <a:lnTo>
                  <a:pt x="5374" y="768"/>
                </a:lnTo>
                <a:lnTo>
                  <a:pt x="7780" y="1111"/>
                </a:lnTo>
                <a:lnTo>
                  <a:pt x="11115" y="1589"/>
                </a:lnTo>
                <a:lnTo>
                  <a:pt x="15638" y="2234"/>
                </a:lnTo>
                <a:lnTo>
                  <a:pt x="21600" y="3086"/>
                </a:lnTo>
                <a:lnTo>
                  <a:pt x="19639" y="4422"/>
                </a:lnTo>
                <a:lnTo>
                  <a:pt x="17660" y="5770"/>
                </a:lnTo>
                <a:lnTo>
                  <a:pt x="15660" y="7134"/>
                </a:lnTo>
                <a:lnTo>
                  <a:pt x="13617" y="8634"/>
                </a:lnTo>
                <a:lnTo>
                  <a:pt x="11681" y="10146"/>
                </a:lnTo>
                <a:lnTo>
                  <a:pt x="9837" y="11679"/>
                </a:lnTo>
                <a:lnTo>
                  <a:pt x="8074" y="13238"/>
                </a:lnTo>
                <a:lnTo>
                  <a:pt x="6381" y="14827"/>
                </a:lnTo>
                <a:lnTo>
                  <a:pt x="4735" y="16450"/>
                </a:lnTo>
                <a:lnTo>
                  <a:pt x="3132" y="18119"/>
                </a:lnTo>
                <a:lnTo>
                  <a:pt x="1560" y="19832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5EB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29" name="contour_15927"/>
          <p:cNvSpPr/>
          <p:nvPr/>
        </p:nvSpPr>
        <p:spPr>
          <a:xfrm>
            <a:off x="8267669" y="231758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7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0" name="contour_15928"/>
          <p:cNvSpPr/>
          <p:nvPr/>
        </p:nvSpPr>
        <p:spPr>
          <a:xfrm>
            <a:off x="3880298" y="2300899"/>
            <a:ext cx="36440" cy="385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80"/>
                </a:moveTo>
                <a:lnTo>
                  <a:pt x="7348" y="380"/>
                </a:lnTo>
                <a:lnTo>
                  <a:pt x="10122" y="16"/>
                </a:lnTo>
                <a:lnTo>
                  <a:pt x="12787" y="0"/>
                </a:lnTo>
                <a:lnTo>
                  <a:pt x="15492" y="249"/>
                </a:lnTo>
                <a:lnTo>
                  <a:pt x="18382" y="670"/>
                </a:lnTo>
                <a:lnTo>
                  <a:pt x="21600" y="1180"/>
                </a:lnTo>
                <a:lnTo>
                  <a:pt x="21600" y="3880"/>
                </a:lnTo>
                <a:lnTo>
                  <a:pt x="21600" y="6596"/>
                </a:lnTo>
                <a:lnTo>
                  <a:pt x="21600" y="9348"/>
                </a:lnTo>
                <a:lnTo>
                  <a:pt x="18744" y="9348"/>
                </a:lnTo>
                <a:lnTo>
                  <a:pt x="15872" y="9348"/>
                </a:lnTo>
                <a:lnTo>
                  <a:pt x="12960" y="9348"/>
                </a:lnTo>
                <a:lnTo>
                  <a:pt x="12960" y="11774"/>
                </a:lnTo>
                <a:lnTo>
                  <a:pt x="12960" y="14208"/>
                </a:lnTo>
                <a:lnTo>
                  <a:pt x="12960" y="16650"/>
                </a:lnTo>
                <a:lnTo>
                  <a:pt x="12960" y="19113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216" y="18933"/>
                </a:lnTo>
                <a:lnTo>
                  <a:pt x="471" y="16315"/>
                </a:lnTo>
                <a:lnTo>
                  <a:pt x="795" y="13734"/>
                </a:lnTo>
                <a:lnTo>
                  <a:pt x="1210" y="11182"/>
                </a:lnTo>
                <a:lnTo>
                  <a:pt x="1745" y="8658"/>
                </a:lnTo>
                <a:lnTo>
                  <a:pt x="2424" y="6155"/>
                </a:lnTo>
                <a:lnTo>
                  <a:pt x="3275" y="3663"/>
                </a:lnTo>
                <a:lnTo>
                  <a:pt x="4320" y="1180"/>
                </a:lnTo>
                <a:close/>
              </a:path>
            </a:pathLst>
          </a:custGeom>
          <a:solidFill>
            <a:srgbClr val="3C3B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1" name="contour_15929"/>
          <p:cNvSpPr/>
          <p:nvPr/>
        </p:nvSpPr>
        <p:spPr>
          <a:xfrm>
            <a:off x="1147586" y="2295717"/>
            <a:ext cx="38065" cy="364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16" y="0"/>
                </a:moveTo>
                <a:lnTo>
                  <a:pt x="21120" y="4954"/>
                </a:lnTo>
                <a:lnTo>
                  <a:pt x="21480" y="8437"/>
                </a:lnTo>
                <a:lnTo>
                  <a:pt x="21600" y="10932"/>
                </a:lnTo>
                <a:lnTo>
                  <a:pt x="21480" y="12917"/>
                </a:lnTo>
                <a:lnTo>
                  <a:pt x="21120" y="14863"/>
                </a:lnTo>
                <a:lnTo>
                  <a:pt x="20516" y="17263"/>
                </a:lnTo>
                <a:lnTo>
                  <a:pt x="17890" y="18855"/>
                </a:lnTo>
                <a:lnTo>
                  <a:pt x="15273" y="20042"/>
                </a:lnTo>
                <a:lnTo>
                  <a:pt x="12618" y="20871"/>
                </a:lnTo>
                <a:lnTo>
                  <a:pt x="9880" y="21380"/>
                </a:lnTo>
                <a:lnTo>
                  <a:pt x="7014" y="21600"/>
                </a:lnTo>
                <a:lnTo>
                  <a:pt x="3974" y="21578"/>
                </a:lnTo>
                <a:lnTo>
                  <a:pt x="2051" y="19973"/>
                </a:lnTo>
                <a:lnTo>
                  <a:pt x="95" y="18342"/>
                </a:lnTo>
                <a:lnTo>
                  <a:pt x="0" y="14419"/>
                </a:lnTo>
                <a:lnTo>
                  <a:pt x="517" y="12118"/>
                </a:lnTo>
                <a:lnTo>
                  <a:pt x="2101" y="9473"/>
                </a:lnTo>
                <a:lnTo>
                  <a:pt x="5269" y="5964"/>
                </a:lnTo>
                <a:lnTo>
                  <a:pt x="7717" y="3453"/>
                </a:lnTo>
                <a:lnTo>
                  <a:pt x="9776" y="1769"/>
                </a:lnTo>
                <a:lnTo>
                  <a:pt x="11762" y="747"/>
                </a:lnTo>
                <a:lnTo>
                  <a:pt x="13999" y="220"/>
                </a:lnTo>
                <a:lnTo>
                  <a:pt x="16811" y="26"/>
                </a:lnTo>
                <a:lnTo>
                  <a:pt x="20516" y="0"/>
                </a:lnTo>
                <a:close/>
              </a:path>
            </a:pathLst>
          </a:custGeom>
          <a:solidFill>
            <a:srgbClr val="8F77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2" name="contour_15930"/>
          <p:cNvSpPr/>
          <p:nvPr/>
        </p:nvSpPr>
        <p:spPr>
          <a:xfrm>
            <a:off x="695446" y="2294733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6F7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3" name="contour_15931"/>
          <p:cNvSpPr/>
          <p:nvPr/>
        </p:nvSpPr>
        <p:spPr>
          <a:xfrm>
            <a:off x="10395763" y="2310293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81" y="553"/>
                </a:lnTo>
                <a:lnTo>
                  <a:pt x="8686" y="1054"/>
                </a:lnTo>
                <a:lnTo>
                  <a:pt x="11800" y="1711"/>
                </a:lnTo>
                <a:lnTo>
                  <a:pt x="15406" y="2730"/>
                </a:lnTo>
                <a:lnTo>
                  <a:pt x="20487" y="4320"/>
                </a:lnTo>
                <a:lnTo>
                  <a:pt x="21252" y="7279"/>
                </a:lnTo>
                <a:lnTo>
                  <a:pt x="21593" y="10113"/>
                </a:lnTo>
                <a:lnTo>
                  <a:pt x="21600" y="12887"/>
                </a:lnTo>
                <a:lnTo>
                  <a:pt x="21361" y="15677"/>
                </a:lnTo>
                <a:lnTo>
                  <a:pt x="20958" y="18559"/>
                </a:lnTo>
                <a:lnTo>
                  <a:pt x="20487" y="21600"/>
                </a:lnTo>
                <a:lnTo>
                  <a:pt x="16430" y="21600"/>
                </a:lnTo>
                <a:lnTo>
                  <a:pt x="12360" y="21600"/>
                </a:lnTo>
                <a:lnTo>
                  <a:pt x="8277" y="21600"/>
                </a:lnTo>
                <a:lnTo>
                  <a:pt x="4159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BFC2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4" name="contour_15932"/>
          <p:cNvSpPr/>
          <p:nvPr/>
        </p:nvSpPr>
        <p:spPr>
          <a:xfrm>
            <a:off x="7283790" y="2302838"/>
            <a:ext cx="43728" cy="220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64"/>
                </a:moveTo>
                <a:lnTo>
                  <a:pt x="6156" y="0"/>
                </a:lnTo>
                <a:lnTo>
                  <a:pt x="7967" y="136"/>
                </a:lnTo>
                <a:lnTo>
                  <a:pt x="9904" y="729"/>
                </a:lnTo>
                <a:lnTo>
                  <a:pt x="12823" y="1951"/>
                </a:lnTo>
                <a:lnTo>
                  <a:pt x="14058" y="2422"/>
                </a:lnTo>
                <a:lnTo>
                  <a:pt x="17788" y="3851"/>
                </a:lnTo>
                <a:lnTo>
                  <a:pt x="19681" y="5566"/>
                </a:lnTo>
                <a:lnTo>
                  <a:pt x="21600" y="7310"/>
                </a:lnTo>
                <a:lnTo>
                  <a:pt x="21600" y="12033"/>
                </a:lnTo>
                <a:lnTo>
                  <a:pt x="21600" y="16784"/>
                </a:lnTo>
                <a:lnTo>
                  <a:pt x="21600" y="21600"/>
                </a:lnTo>
                <a:lnTo>
                  <a:pt x="20513" y="21243"/>
                </a:lnTo>
                <a:lnTo>
                  <a:pt x="19516" y="20907"/>
                </a:lnTo>
                <a:lnTo>
                  <a:pt x="18425" y="20550"/>
                </a:lnTo>
                <a:lnTo>
                  <a:pt x="17064" y="20100"/>
                </a:lnTo>
                <a:lnTo>
                  <a:pt x="15257" y="19499"/>
                </a:lnTo>
                <a:lnTo>
                  <a:pt x="12823" y="18699"/>
                </a:lnTo>
                <a:lnTo>
                  <a:pt x="9590" y="17627"/>
                </a:lnTo>
                <a:lnTo>
                  <a:pt x="5375" y="16234"/>
                </a:lnTo>
                <a:lnTo>
                  <a:pt x="0" y="14455"/>
                </a:lnTo>
                <a:lnTo>
                  <a:pt x="893" y="10918"/>
                </a:lnTo>
                <a:lnTo>
                  <a:pt x="1786" y="7360"/>
                </a:lnTo>
                <a:lnTo>
                  <a:pt x="2689" y="3787"/>
                </a:lnTo>
                <a:lnTo>
                  <a:pt x="3600" y="164"/>
                </a:lnTo>
                <a:close/>
              </a:path>
            </a:pathLst>
          </a:custGeom>
          <a:solidFill>
            <a:srgbClr val="CEB7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5" name="contour_15933"/>
          <p:cNvSpPr/>
          <p:nvPr/>
        </p:nvSpPr>
        <p:spPr>
          <a:xfrm>
            <a:off x="1876101" y="229571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64" y="825"/>
                </a:lnTo>
                <a:lnTo>
                  <a:pt x="7366" y="1551"/>
                </a:lnTo>
                <a:lnTo>
                  <a:pt x="8788" y="2579"/>
                </a:lnTo>
                <a:lnTo>
                  <a:pt x="10800" y="4320"/>
                </a:lnTo>
                <a:lnTo>
                  <a:pt x="10800" y="7176"/>
                </a:lnTo>
                <a:lnTo>
                  <a:pt x="10800" y="10048"/>
                </a:lnTo>
                <a:lnTo>
                  <a:pt x="10800" y="12960"/>
                </a:lnTo>
                <a:lnTo>
                  <a:pt x="13478" y="14291"/>
                </a:lnTo>
                <a:lnTo>
                  <a:pt x="15379" y="15180"/>
                </a:lnTo>
                <a:lnTo>
                  <a:pt x="17021" y="15837"/>
                </a:lnTo>
                <a:lnTo>
                  <a:pt x="18922" y="16468"/>
                </a:lnTo>
                <a:lnTo>
                  <a:pt x="21600" y="17280"/>
                </a:lnTo>
                <a:lnTo>
                  <a:pt x="19372" y="17816"/>
                </a:lnTo>
                <a:lnTo>
                  <a:pt x="17143" y="18351"/>
                </a:lnTo>
                <a:lnTo>
                  <a:pt x="14908" y="18887"/>
                </a:lnTo>
                <a:lnTo>
                  <a:pt x="12668" y="19423"/>
                </a:lnTo>
                <a:lnTo>
                  <a:pt x="10418" y="19963"/>
                </a:lnTo>
                <a:lnTo>
                  <a:pt x="8158" y="20507"/>
                </a:lnTo>
                <a:lnTo>
                  <a:pt x="5886" y="21051"/>
                </a:lnTo>
                <a:lnTo>
                  <a:pt x="3600" y="21600"/>
                </a:lnTo>
                <a:lnTo>
                  <a:pt x="2264" y="16070"/>
                </a:lnTo>
                <a:lnTo>
                  <a:pt x="1357" y="12243"/>
                </a:lnTo>
                <a:lnTo>
                  <a:pt x="778" y="9634"/>
                </a:lnTo>
                <a:lnTo>
                  <a:pt x="425" y="7763"/>
                </a:lnTo>
                <a:lnTo>
                  <a:pt x="198" y="6152"/>
                </a:lnTo>
                <a:lnTo>
                  <a:pt x="0" y="4320"/>
                </a:lnTo>
                <a:lnTo>
                  <a:pt x="1786" y="2177"/>
                </a:lnTo>
                <a:lnTo>
                  <a:pt x="3600" y="0"/>
                </a:lnTo>
                <a:close/>
              </a:path>
            </a:pathLst>
          </a:custGeom>
          <a:solidFill>
            <a:srgbClr val="1010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6" name="contour_15934"/>
          <p:cNvSpPr/>
          <p:nvPr/>
        </p:nvSpPr>
        <p:spPr>
          <a:xfrm>
            <a:off x="1067133" y="2295717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20835" y="10764"/>
                </a:lnTo>
                <a:lnTo>
                  <a:pt x="20069" y="14350"/>
                </a:lnTo>
                <a:lnTo>
                  <a:pt x="19295" y="17950"/>
                </a:lnTo>
                <a:lnTo>
                  <a:pt x="18514" y="21600"/>
                </a:lnTo>
                <a:lnTo>
                  <a:pt x="16351" y="21499"/>
                </a:lnTo>
                <a:lnTo>
                  <a:pt x="14777" y="21305"/>
                </a:lnTo>
                <a:lnTo>
                  <a:pt x="13340" y="20894"/>
                </a:lnTo>
                <a:lnTo>
                  <a:pt x="11587" y="20138"/>
                </a:lnTo>
                <a:lnTo>
                  <a:pt x="9066" y="18900"/>
                </a:lnTo>
                <a:lnTo>
                  <a:pt x="8313" y="18547"/>
                </a:lnTo>
                <a:lnTo>
                  <a:pt x="6983" y="17921"/>
                </a:lnTo>
                <a:lnTo>
                  <a:pt x="3940" y="16481"/>
                </a:lnTo>
                <a:lnTo>
                  <a:pt x="1984" y="15451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0D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7" name="contour_15935"/>
          <p:cNvSpPr/>
          <p:nvPr/>
        </p:nvSpPr>
        <p:spPr>
          <a:xfrm>
            <a:off x="8005301" y="2279443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89"/>
                </a:moveTo>
                <a:lnTo>
                  <a:pt x="6199" y="510"/>
                </a:lnTo>
                <a:lnTo>
                  <a:pt x="8762" y="133"/>
                </a:lnTo>
                <a:lnTo>
                  <a:pt x="11308" y="0"/>
                </a:lnTo>
                <a:lnTo>
                  <a:pt x="13849" y="87"/>
                </a:lnTo>
                <a:lnTo>
                  <a:pt x="16398" y="337"/>
                </a:lnTo>
                <a:lnTo>
                  <a:pt x="18979" y="719"/>
                </a:lnTo>
                <a:lnTo>
                  <a:pt x="21600" y="1189"/>
                </a:lnTo>
                <a:lnTo>
                  <a:pt x="21247" y="4832"/>
                </a:lnTo>
                <a:lnTo>
                  <a:pt x="20884" y="7450"/>
                </a:lnTo>
                <a:lnTo>
                  <a:pt x="20336" y="9777"/>
                </a:lnTo>
                <a:lnTo>
                  <a:pt x="19433" y="12548"/>
                </a:lnTo>
                <a:lnTo>
                  <a:pt x="18000" y="16497"/>
                </a:lnTo>
                <a:lnTo>
                  <a:pt x="15790" y="17533"/>
                </a:lnTo>
                <a:lnTo>
                  <a:pt x="13576" y="18421"/>
                </a:lnTo>
                <a:lnTo>
                  <a:pt x="11351" y="19176"/>
                </a:lnTo>
                <a:lnTo>
                  <a:pt x="9119" y="19814"/>
                </a:lnTo>
                <a:lnTo>
                  <a:pt x="6869" y="20360"/>
                </a:lnTo>
                <a:lnTo>
                  <a:pt x="4601" y="20824"/>
                </a:lnTo>
                <a:lnTo>
                  <a:pt x="2315" y="21233"/>
                </a:lnTo>
                <a:lnTo>
                  <a:pt x="0" y="21600"/>
                </a:lnTo>
                <a:lnTo>
                  <a:pt x="158" y="17911"/>
                </a:lnTo>
                <a:lnTo>
                  <a:pt x="414" y="14390"/>
                </a:lnTo>
                <a:lnTo>
                  <a:pt x="828" y="10996"/>
                </a:lnTo>
                <a:lnTo>
                  <a:pt x="1454" y="7690"/>
                </a:lnTo>
                <a:lnTo>
                  <a:pt x="2358" y="4434"/>
                </a:lnTo>
                <a:lnTo>
                  <a:pt x="3600" y="1189"/>
                </a:lnTo>
                <a:close/>
              </a:path>
            </a:pathLst>
          </a:custGeom>
          <a:solidFill>
            <a:srgbClr val="E1E1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8" name="contour_15936"/>
          <p:cNvSpPr/>
          <p:nvPr/>
        </p:nvSpPr>
        <p:spPr>
          <a:xfrm>
            <a:off x="1795933" y="2281141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27"/>
                </a:lnTo>
                <a:lnTo>
                  <a:pt x="13781" y="2060"/>
                </a:lnTo>
                <a:lnTo>
                  <a:pt x="16364" y="3092"/>
                </a:lnTo>
                <a:lnTo>
                  <a:pt x="18969" y="4135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25"/>
                </a:lnTo>
                <a:lnTo>
                  <a:pt x="0" y="13874"/>
                </a:lnTo>
                <a:lnTo>
                  <a:pt x="0" y="10377"/>
                </a:lnTo>
                <a:lnTo>
                  <a:pt x="2856" y="10377"/>
                </a:lnTo>
                <a:lnTo>
                  <a:pt x="5728" y="10377"/>
                </a:lnTo>
                <a:lnTo>
                  <a:pt x="8640" y="10377"/>
                </a:lnTo>
                <a:lnTo>
                  <a:pt x="8640" y="6947"/>
                </a:lnTo>
                <a:lnTo>
                  <a:pt x="8640" y="3497"/>
                </a:lnTo>
                <a:lnTo>
                  <a:pt x="8640" y="0"/>
                </a:lnTo>
                <a:close/>
              </a:path>
            </a:pathLst>
          </a:custGeom>
          <a:solidFill>
            <a:srgbClr val="16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39" name="contour_15937"/>
          <p:cNvSpPr/>
          <p:nvPr/>
        </p:nvSpPr>
        <p:spPr>
          <a:xfrm>
            <a:off x="10410339" y="2273853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799" y="20491"/>
                </a:lnTo>
                <a:lnTo>
                  <a:pt x="17998" y="19375"/>
                </a:lnTo>
                <a:lnTo>
                  <a:pt x="16197" y="18252"/>
                </a:lnTo>
                <a:lnTo>
                  <a:pt x="14396" y="17122"/>
                </a:lnTo>
                <a:lnTo>
                  <a:pt x="12598" y="15991"/>
                </a:lnTo>
                <a:lnTo>
                  <a:pt x="10800" y="14846"/>
                </a:lnTo>
                <a:lnTo>
                  <a:pt x="9250" y="13903"/>
                </a:lnTo>
                <a:lnTo>
                  <a:pt x="7679" y="12953"/>
                </a:lnTo>
                <a:lnTo>
                  <a:pt x="6132" y="11916"/>
                </a:lnTo>
                <a:lnTo>
                  <a:pt x="4593" y="10807"/>
                </a:lnTo>
                <a:lnTo>
                  <a:pt x="3056" y="9641"/>
                </a:lnTo>
                <a:lnTo>
                  <a:pt x="1528" y="8438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515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0" name="contour_15938"/>
          <p:cNvSpPr/>
          <p:nvPr/>
        </p:nvSpPr>
        <p:spPr>
          <a:xfrm>
            <a:off x="10018004" y="2244701"/>
            <a:ext cx="3522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23" y="0"/>
                </a:moveTo>
                <a:lnTo>
                  <a:pt x="5935" y="1782"/>
                </a:lnTo>
                <a:lnTo>
                  <a:pt x="8152" y="3568"/>
                </a:lnTo>
                <a:lnTo>
                  <a:pt x="10369" y="5353"/>
                </a:lnTo>
                <a:lnTo>
                  <a:pt x="12594" y="7146"/>
                </a:lnTo>
                <a:lnTo>
                  <a:pt x="14829" y="8946"/>
                </a:lnTo>
                <a:lnTo>
                  <a:pt x="17073" y="10753"/>
                </a:lnTo>
                <a:lnTo>
                  <a:pt x="19330" y="12571"/>
                </a:lnTo>
                <a:lnTo>
                  <a:pt x="21600" y="14400"/>
                </a:lnTo>
                <a:lnTo>
                  <a:pt x="20465" y="14857"/>
                </a:lnTo>
                <a:lnTo>
                  <a:pt x="19379" y="15296"/>
                </a:lnTo>
                <a:lnTo>
                  <a:pt x="18025" y="15840"/>
                </a:lnTo>
                <a:lnTo>
                  <a:pt x="16098" y="16618"/>
                </a:lnTo>
                <a:lnTo>
                  <a:pt x="13278" y="17752"/>
                </a:lnTo>
                <a:lnTo>
                  <a:pt x="9260" y="19372"/>
                </a:lnTo>
                <a:lnTo>
                  <a:pt x="3723" y="21600"/>
                </a:lnTo>
                <a:lnTo>
                  <a:pt x="2235" y="17572"/>
                </a:lnTo>
                <a:lnTo>
                  <a:pt x="1117" y="14364"/>
                </a:lnTo>
                <a:lnTo>
                  <a:pt x="371" y="11801"/>
                </a:lnTo>
                <a:lnTo>
                  <a:pt x="0" y="9702"/>
                </a:lnTo>
                <a:lnTo>
                  <a:pt x="0" y="7895"/>
                </a:lnTo>
                <a:lnTo>
                  <a:pt x="371" y="6199"/>
                </a:lnTo>
                <a:lnTo>
                  <a:pt x="1117" y="4439"/>
                </a:lnTo>
                <a:lnTo>
                  <a:pt x="2235" y="2430"/>
                </a:lnTo>
                <a:lnTo>
                  <a:pt x="3723" y="0"/>
                </a:lnTo>
                <a:close/>
              </a:path>
            </a:pathLst>
          </a:custGeom>
          <a:solidFill>
            <a:srgbClr val="E3EC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1" name="contour_15939"/>
          <p:cNvSpPr/>
          <p:nvPr/>
        </p:nvSpPr>
        <p:spPr>
          <a:xfrm>
            <a:off x="8049029" y="2251989"/>
            <a:ext cx="51016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372" y="3763"/>
                </a:lnTo>
                <a:lnTo>
                  <a:pt x="19961" y="6467"/>
                </a:lnTo>
                <a:lnTo>
                  <a:pt x="20431" y="8871"/>
                </a:lnTo>
                <a:lnTo>
                  <a:pt x="20927" y="11733"/>
                </a:lnTo>
                <a:lnTo>
                  <a:pt x="21600" y="15813"/>
                </a:lnTo>
                <a:lnTo>
                  <a:pt x="19749" y="18870"/>
                </a:lnTo>
                <a:lnTo>
                  <a:pt x="18357" y="20488"/>
                </a:lnTo>
                <a:lnTo>
                  <a:pt x="16728" y="21220"/>
                </a:lnTo>
                <a:lnTo>
                  <a:pt x="14163" y="21600"/>
                </a:lnTo>
                <a:lnTo>
                  <a:pt x="12479" y="21537"/>
                </a:lnTo>
                <a:lnTo>
                  <a:pt x="10785" y="21473"/>
                </a:lnTo>
                <a:lnTo>
                  <a:pt x="9066" y="21410"/>
                </a:lnTo>
                <a:lnTo>
                  <a:pt x="7372" y="21363"/>
                </a:lnTo>
                <a:lnTo>
                  <a:pt x="5668" y="21315"/>
                </a:lnTo>
                <a:lnTo>
                  <a:pt x="3940" y="21268"/>
                </a:lnTo>
                <a:lnTo>
                  <a:pt x="1984" y="21178"/>
                </a:lnTo>
                <a:lnTo>
                  <a:pt x="0" y="21083"/>
                </a:lnTo>
                <a:lnTo>
                  <a:pt x="1469" y="18464"/>
                </a:lnTo>
                <a:lnTo>
                  <a:pt x="2919" y="16039"/>
                </a:lnTo>
                <a:lnTo>
                  <a:pt x="4382" y="13789"/>
                </a:lnTo>
                <a:lnTo>
                  <a:pt x="5875" y="11701"/>
                </a:lnTo>
                <a:lnTo>
                  <a:pt x="7433" y="9751"/>
                </a:lnTo>
                <a:lnTo>
                  <a:pt x="9075" y="7933"/>
                </a:lnTo>
                <a:lnTo>
                  <a:pt x="10834" y="6225"/>
                </a:lnTo>
                <a:lnTo>
                  <a:pt x="12729" y="4612"/>
                </a:lnTo>
                <a:lnTo>
                  <a:pt x="14367" y="3284"/>
                </a:lnTo>
                <a:lnTo>
                  <a:pt x="16030" y="1934"/>
                </a:lnTo>
                <a:lnTo>
                  <a:pt x="17261" y="975"/>
                </a:lnTo>
                <a:lnTo>
                  <a:pt x="18514" y="0"/>
                </a:lnTo>
                <a:close/>
              </a:path>
            </a:pathLst>
          </a:custGeom>
          <a:solidFill>
            <a:srgbClr val="9299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2" name="contour_15940"/>
          <p:cNvSpPr/>
          <p:nvPr/>
        </p:nvSpPr>
        <p:spPr>
          <a:xfrm>
            <a:off x="2364396" y="225198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652"/>
                </a:lnTo>
                <a:lnTo>
                  <a:pt x="8506" y="1175"/>
                </a:lnTo>
                <a:lnTo>
                  <a:pt x="11007" y="1680"/>
                </a:lnTo>
                <a:lnTo>
                  <a:pt x="12986" y="2294"/>
                </a:lnTo>
                <a:lnTo>
                  <a:pt x="14917" y="3132"/>
                </a:lnTo>
                <a:lnTo>
                  <a:pt x="17280" y="4320"/>
                </a:lnTo>
                <a:lnTo>
                  <a:pt x="18585" y="7180"/>
                </a:lnTo>
                <a:lnTo>
                  <a:pt x="19544" y="9932"/>
                </a:lnTo>
                <a:lnTo>
                  <a:pt x="20244" y="12662"/>
                </a:lnTo>
                <a:lnTo>
                  <a:pt x="20766" y="15461"/>
                </a:lnTo>
                <a:lnTo>
                  <a:pt x="21190" y="18408"/>
                </a:lnTo>
                <a:lnTo>
                  <a:pt x="21600" y="21600"/>
                </a:lnTo>
                <a:lnTo>
                  <a:pt x="16606" y="20948"/>
                </a:lnTo>
                <a:lnTo>
                  <a:pt x="13094" y="20425"/>
                </a:lnTo>
                <a:lnTo>
                  <a:pt x="10593" y="19920"/>
                </a:lnTo>
                <a:lnTo>
                  <a:pt x="8614" y="19306"/>
                </a:lnTo>
                <a:lnTo>
                  <a:pt x="6683" y="18468"/>
                </a:lnTo>
                <a:lnTo>
                  <a:pt x="4320" y="17280"/>
                </a:lnTo>
                <a:lnTo>
                  <a:pt x="3015" y="14420"/>
                </a:lnTo>
                <a:lnTo>
                  <a:pt x="2056" y="11668"/>
                </a:lnTo>
                <a:lnTo>
                  <a:pt x="1356" y="8938"/>
                </a:lnTo>
                <a:lnTo>
                  <a:pt x="834" y="6139"/>
                </a:lnTo>
                <a:lnTo>
                  <a:pt x="410" y="3192"/>
                </a:lnTo>
                <a:lnTo>
                  <a:pt x="0" y="0"/>
                </a:lnTo>
                <a:close/>
              </a:path>
            </a:pathLst>
          </a:custGeom>
          <a:solidFill>
            <a:srgbClr val="3130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3" name="contour_15941"/>
          <p:cNvSpPr/>
          <p:nvPr/>
        </p:nvSpPr>
        <p:spPr>
          <a:xfrm>
            <a:off x="8543192" y="2251989"/>
            <a:ext cx="3057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02" y="0"/>
                </a:moveTo>
                <a:lnTo>
                  <a:pt x="13001" y="1337"/>
                </a:lnTo>
                <a:lnTo>
                  <a:pt x="14706" y="2676"/>
                </a:lnTo>
                <a:lnTo>
                  <a:pt x="16415" y="4020"/>
                </a:lnTo>
                <a:lnTo>
                  <a:pt x="18130" y="5370"/>
                </a:lnTo>
                <a:lnTo>
                  <a:pt x="19860" y="6728"/>
                </a:lnTo>
                <a:lnTo>
                  <a:pt x="21600" y="8100"/>
                </a:lnTo>
                <a:lnTo>
                  <a:pt x="19221" y="8597"/>
                </a:lnTo>
                <a:lnTo>
                  <a:pt x="16811" y="9102"/>
                </a:lnTo>
                <a:lnTo>
                  <a:pt x="13398" y="10292"/>
                </a:lnTo>
                <a:lnTo>
                  <a:pt x="10880" y="11497"/>
                </a:lnTo>
                <a:lnTo>
                  <a:pt x="8933" y="12833"/>
                </a:lnTo>
                <a:lnTo>
                  <a:pt x="7250" y="14418"/>
                </a:lnTo>
                <a:lnTo>
                  <a:pt x="5509" y="16367"/>
                </a:lnTo>
                <a:lnTo>
                  <a:pt x="4212" y="17839"/>
                </a:lnTo>
                <a:lnTo>
                  <a:pt x="2894" y="19332"/>
                </a:lnTo>
                <a:lnTo>
                  <a:pt x="1957" y="20458"/>
                </a:lnTo>
                <a:lnTo>
                  <a:pt x="1004" y="21600"/>
                </a:lnTo>
                <a:lnTo>
                  <a:pt x="844" y="19745"/>
                </a:lnTo>
                <a:lnTo>
                  <a:pt x="705" y="17890"/>
                </a:lnTo>
                <a:lnTo>
                  <a:pt x="577" y="16033"/>
                </a:lnTo>
                <a:lnTo>
                  <a:pt x="463" y="14175"/>
                </a:lnTo>
                <a:lnTo>
                  <a:pt x="360" y="12317"/>
                </a:lnTo>
                <a:lnTo>
                  <a:pt x="242" y="10592"/>
                </a:lnTo>
                <a:lnTo>
                  <a:pt x="124" y="8856"/>
                </a:lnTo>
                <a:lnTo>
                  <a:pt x="0" y="7098"/>
                </a:lnTo>
                <a:lnTo>
                  <a:pt x="330" y="5646"/>
                </a:lnTo>
                <a:lnTo>
                  <a:pt x="664" y="4182"/>
                </a:lnTo>
                <a:lnTo>
                  <a:pt x="1004" y="2700"/>
                </a:lnTo>
                <a:lnTo>
                  <a:pt x="4083" y="1561"/>
                </a:lnTo>
                <a:lnTo>
                  <a:pt x="6184" y="899"/>
                </a:lnTo>
                <a:lnTo>
                  <a:pt x="8269" y="462"/>
                </a:lnTo>
                <a:lnTo>
                  <a:pt x="11302" y="0"/>
                </a:lnTo>
                <a:close/>
              </a:path>
            </a:pathLst>
          </a:custGeom>
          <a:solidFill>
            <a:srgbClr val="CEE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4" name="contour_15942"/>
          <p:cNvSpPr/>
          <p:nvPr/>
        </p:nvSpPr>
        <p:spPr>
          <a:xfrm>
            <a:off x="1737629" y="225198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223"/>
                </a:lnTo>
                <a:lnTo>
                  <a:pt x="9210" y="2445"/>
                </a:lnTo>
                <a:lnTo>
                  <a:pt x="11664" y="3672"/>
                </a:lnTo>
                <a:lnTo>
                  <a:pt x="14126" y="4903"/>
                </a:lnTo>
                <a:lnTo>
                  <a:pt x="16602" y="6143"/>
                </a:lnTo>
                <a:lnTo>
                  <a:pt x="19090" y="7387"/>
                </a:lnTo>
                <a:lnTo>
                  <a:pt x="21600" y="8640"/>
                </a:lnTo>
                <a:lnTo>
                  <a:pt x="18744" y="8640"/>
                </a:lnTo>
                <a:lnTo>
                  <a:pt x="15872" y="8640"/>
                </a:lnTo>
                <a:lnTo>
                  <a:pt x="12960" y="8640"/>
                </a:lnTo>
                <a:lnTo>
                  <a:pt x="12960" y="11206"/>
                </a:lnTo>
                <a:lnTo>
                  <a:pt x="12960" y="13781"/>
                </a:lnTo>
                <a:lnTo>
                  <a:pt x="12960" y="16364"/>
                </a:lnTo>
                <a:lnTo>
                  <a:pt x="12960" y="18969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0B0C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5" name="contour_15943"/>
          <p:cNvSpPr/>
          <p:nvPr/>
        </p:nvSpPr>
        <p:spPr>
          <a:xfrm>
            <a:off x="6750346" y="2251989"/>
            <a:ext cx="2451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15" y="0"/>
                </a:moveTo>
                <a:lnTo>
                  <a:pt x="20958" y="2231"/>
                </a:lnTo>
                <a:lnTo>
                  <a:pt x="21311" y="4440"/>
                </a:lnTo>
                <a:lnTo>
                  <a:pt x="21536" y="6631"/>
                </a:lnTo>
                <a:lnTo>
                  <a:pt x="21600" y="8816"/>
                </a:lnTo>
                <a:lnTo>
                  <a:pt x="21472" y="11004"/>
                </a:lnTo>
                <a:lnTo>
                  <a:pt x="21125" y="13204"/>
                </a:lnTo>
                <a:lnTo>
                  <a:pt x="20515" y="15429"/>
                </a:lnTo>
                <a:lnTo>
                  <a:pt x="16412" y="17144"/>
                </a:lnTo>
                <a:lnTo>
                  <a:pt x="13381" y="18357"/>
                </a:lnTo>
                <a:lnTo>
                  <a:pt x="10883" y="19236"/>
                </a:lnTo>
                <a:lnTo>
                  <a:pt x="8386" y="19955"/>
                </a:lnTo>
                <a:lnTo>
                  <a:pt x="5355" y="20687"/>
                </a:lnTo>
                <a:lnTo>
                  <a:pt x="1252" y="21600"/>
                </a:lnTo>
                <a:lnTo>
                  <a:pt x="1053" y="19789"/>
                </a:lnTo>
                <a:lnTo>
                  <a:pt x="880" y="17974"/>
                </a:lnTo>
                <a:lnTo>
                  <a:pt x="719" y="16163"/>
                </a:lnTo>
                <a:lnTo>
                  <a:pt x="578" y="14349"/>
                </a:lnTo>
                <a:lnTo>
                  <a:pt x="449" y="12534"/>
                </a:lnTo>
                <a:lnTo>
                  <a:pt x="302" y="10849"/>
                </a:lnTo>
                <a:lnTo>
                  <a:pt x="154" y="9155"/>
                </a:lnTo>
                <a:lnTo>
                  <a:pt x="0" y="7437"/>
                </a:lnTo>
                <a:lnTo>
                  <a:pt x="623" y="5277"/>
                </a:lnTo>
                <a:lnTo>
                  <a:pt x="1252" y="3086"/>
                </a:lnTo>
                <a:lnTo>
                  <a:pt x="5079" y="1839"/>
                </a:lnTo>
                <a:lnTo>
                  <a:pt x="8559" y="957"/>
                </a:lnTo>
                <a:lnTo>
                  <a:pt x="12052" y="392"/>
                </a:lnTo>
                <a:lnTo>
                  <a:pt x="15917" y="89"/>
                </a:lnTo>
                <a:lnTo>
                  <a:pt x="20515" y="0"/>
                </a:lnTo>
                <a:close/>
              </a:path>
            </a:pathLst>
          </a:custGeom>
          <a:solidFill>
            <a:srgbClr val="C2CF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6" name="contour_15944"/>
          <p:cNvSpPr/>
          <p:nvPr/>
        </p:nvSpPr>
        <p:spPr>
          <a:xfrm>
            <a:off x="3959278" y="2230125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" y="0"/>
                </a:moveTo>
                <a:lnTo>
                  <a:pt x="2164" y="549"/>
                </a:lnTo>
                <a:lnTo>
                  <a:pt x="3424" y="1076"/>
                </a:lnTo>
                <a:lnTo>
                  <a:pt x="4997" y="1728"/>
                </a:lnTo>
                <a:lnTo>
                  <a:pt x="7233" y="2661"/>
                </a:lnTo>
                <a:lnTo>
                  <a:pt x="10507" y="4022"/>
                </a:lnTo>
                <a:lnTo>
                  <a:pt x="15171" y="5966"/>
                </a:lnTo>
                <a:lnTo>
                  <a:pt x="21600" y="8640"/>
                </a:lnTo>
                <a:lnTo>
                  <a:pt x="20573" y="11206"/>
                </a:lnTo>
                <a:lnTo>
                  <a:pt x="19540" y="13781"/>
                </a:lnTo>
                <a:lnTo>
                  <a:pt x="18508" y="16364"/>
                </a:lnTo>
                <a:lnTo>
                  <a:pt x="17465" y="18969"/>
                </a:lnTo>
                <a:lnTo>
                  <a:pt x="16411" y="21600"/>
                </a:lnTo>
                <a:lnTo>
                  <a:pt x="12551" y="21047"/>
                </a:lnTo>
                <a:lnTo>
                  <a:pt x="9812" y="20546"/>
                </a:lnTo>
                <a:lnTo>
                  <a:pt x="7446" y="19889"/>
                </a:lnTo>
                <a:lnTo>
                  <a:pt x="4706" y="18870"/>
                </a:lnTo>
                <a:lnTo>
                  <a:pt x="846" y="17280"/>
                </a:lnTo>
                <a:lnTo>
                  <a:pt x="265" y="14321"/>
                </a:lnTo>
                <a:lnTo>
                  <a:pt x="5" y="11487"/>
                </a:lnTo>
                <a:lnTo>
                  <a:pt x="0" y="8713"/>
                </a:lnTo>
                <a:lnTo>
                  <a:pt x="182" y="5923"/>
                </a:lnTo>
                <a:lnTo>
                  <a:pt x="488" y="3041"/>
                </a:lnTo>
                <a:lnTo>
                  <a:pt x="846" y="0"/>
                </a:lnTo>
                <a:close/>
              </a:path>
            </a:pathLst>
          </a:custGeom>
          <a:solidFill>
            <a:srgbClr val="8385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7" name="contour_15945"/>
          <p:cNvSpPr/>
          <p:nvPr/>
        </p:nvSpPr>
        <p:spPr>
          <a:xfrm>
            <a:off x="1839661" y="2223231"/>
            <a:ext cx="43728" cy="214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936"/>
                </a:moveTo>
                <a:lnTo>
                  <a:pt x="21600" y="11782"/>
                </a:lnTo>
                <a:lnTo>
                  <a:pt x="21600" y="16658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6754"/>
                </a:lnTo>
                <a:lnTo>
                  <a:pt x="0" y="11878"/>
                </a:lnTo>
                <a:lnTo>
                  <a:pt x="0" y="6936"/>
                </a:lnTo>
                <a:lnTo>
                  <a:pt x="2236" y="3497"/>
                </a:lnTo>
                <a:lnTo>
                  <a:pt x="4529" y="1305"/>
                </a:lnTo>
                <a:lnTo>
                  <a:pt x="6869" y="191"/>
                </a:lnTo>
                <a:lnTo>
                  <a:pt x="9252" y="0"/>
                </a:lnTo>
                <a:lnTo>
                  <a:pt x="11675" y="550"/>
                </a:lnTo>
                <a:lnTo>
                  <a:pt x="14126" y="1686"/>
                </a:lnTo>
                <a:lnTo>
                  <a:pt x="16600" y="3241"/>
                </a:lnTo>
                <a:lnTo>
                  <a:pt x="19094" y="5044"/>
                </a:lnTo>
                <a:lnTo>
                  <a:pt x="21600" y="6936"/>
                </a:lnTo>
                <a:close/>
              </a:path>
            </a:pathLst>
          </a:custGeom>
          <a:solidFill>
            <a:srgbClr val="6060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8" name="contour_15946"/>
          <p:cNvSpPr/>
          <p:nvPr/>
        </p:nvSpPr>
        <p:spPr>
          <a:xfrm>
            <a:off x="4163218" y="2215549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1516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49" name="contour_15947"/>
          <p:cNvSpPr/>
          <p:nvPr/>
        </p:nvSpPr>
        <p:spPr>
          <a:xfrm>
            <a:off x="3755244" y="2215549"/>
            <a:ext cx="2428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1" y="0"/>
                </a:moveTo>
                <a:lnTo>
                  <a:pt x="5854" y="353"/>
                </a:lnTo>
                <a:lnTo>
                  <a:pt x="9277" y="716"/>
                </a:lnTo>
                <a:lnTo>
                  <a:pt x="12233" y="1264"/>
                </a:lnTo>
                <a:lnTo>
                  <a:pt x="15655" y="2167"/>
                </a:lnTo>
                <a:lnTo>
                  <a:pt x="20479" y="3600"/>
                </a:lnTo>
                <a:lnTo>
                  <a:pt x="21120" y="6188"/>
                </a:lnTo>
                <a:lnTo>
                  <a:pt x="21477" y="8755"/>
                </a:lnTo>
                <a:lnTo>
                  <a:pt x="21600" y="11311"/>
                </a:lnTo>
                <a:lnTo>
                  <a:pt x="21522" y="13864"/>
                </a:lnTo>
                <a:lnTo>
                  <a:pt x="21282" y="16423"/>
                </a:lnTo>
                <a:lnTo>
                  <a:pt x="20919" y="18997"/>
                </a:lnTo>
                <a:lnTo>
                  <a:pt x="20479" y="21600"/>
                </a:lnTo>
                <a:lnTo>
                  <a:pt x="16336" y="20441"/>
                </a:lnTo>
                <a:lnTo>
                  <a:pt x="13276" y="19534"/>
                </a:lnTo>
                <a:lnTo>
                  <a:pt x="10755" y="18677"/>
                </a:lnTo>
                <a:lnTo>
                  <a:pt x="8233" y="17665"/>
                </a:lnTo>
                <a:lnTo>
                  <a:pt x="5173" y="16308"/>
                </a:lnTo>
                <a:lnTo>
                  <a:pt x="1031" y="14400"/>
                </a:lnTo>
                <a:lnTo>
                  <a:pt x="344" y="11920"/>
                </a:lnTo>
                <a:lnTo>
                  <a:pt x="19" y="9562"/>
                </a:lnTo>
                <a:lnTo>
                  <a:pt x="0" y="7258"/>
                </a:lnTo>
                <a:lnTo>
                  <a:pt x="207" y="4939"/>
                </a:lnTo>
                <a:lnTo>
                  <a:pt x="577" y="2542"/>
                </a:lnTo>
                <a:lnTo>
                  <a:pt x="1031" y="0"/>
                </a:lnTo>
                <a:close/>
              </a:path>
            </a:pathLst>
          </a:custGeom>
          <a:solidFill>
            <a:srgbClr val="BDC4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0" name="contour_15948"/>
          <p:cNvSpPr/>
          <p:nvPr/>
        </p:nvSpPr>
        <p:spPr>
          <a:xfrm>
            <a:off x="855782" y="2213910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585" y="5709"/>
                </a:lnTo>
                <a:lnTo>
                  <a:pt x="19818" y="9070"/>
                </a:lnTo>
                <a:lnTo>
                  <a:pt x="19143" y="11464"/>
                </a:lnTo>
                <a:lnTo>
                  <a:pt x="18414" y="13357"/>
                </a:lnTo>
                <a:lnTo>
                  <a:pt x="17485" y="15205"/>
                </a:lnTo>
                <a:lnTo>
                  <a:pt x="16200" y="17466"/>
                </a:lnTo>
                <a:lnTo>
                  <a:pt x="12020" y="18987"/>
                </a:lnTo>
                <a:lnTo>
                  <a:pt x="9088" y="19963"/>
                </a:lnTo>
                <a:lnTo>
                  <a:pt x="6626" y="20591"/>
                </a:lnTo>
                <a:lnTo>
                  <a:pt x="3856" y="21071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EADA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1" name="contour_15949"/>
          <p:cNvSpPr/>
          <p:nvPr/>
        </p:nvSpPr>
        <p:spPr>
          <a:xfrm>
            <a:off x="3807418" y="220097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0589" y="4187"/>
                </a:lnTo>
                <a:lnTo>
                  <a:pt x="19721" y="7578"/>
                </a:lnTo>
                <a:lnTo>
                  <a:pt x="18917" y="10303"/>
                </a:lnTo>
                <a:lnTo>
                  <a:pt x="18105" y="12492"/>
                </a:lnTo>
                <a:lnTo>
                  <a:pt x="17202" y="14270"/>
                </a:lnTo>
                <a:lnTo>
                  <a:pt x="16135" y="15775"/>
                </a:lnTo>
                <a:lnTo>
                  <a:pt x="14822" y="17129"/>
                </a:lnTo>
                <a:lnTo>
                  <a:pt x="13189" y="18464"/>
                </a:lnTo>
                <a:lnTo>
                  <a:pt x="11154" y="19912"/>
                </a:lnTo>
                <a:lnTo>
                  <a:pt x="8640" y="21600"/>
                </a:lnTo>
                <a:lnTo>
                  <a:pt x="7417" y="19562"/>
                </a:lnTo>
                <a:lnTo>
                  <a:pt x="6195" y="17525"/>
                </a:lnTo>
                <a:lnTo>
                  <a:pt x="4968" y="15480"/>
                </a:lnTo>
                <a:lnTo>
                  <a:pt x="3737" y="13428"/>
                </a:lnTo>
                <a:lnTo>
                  <a:pt x="2497" y="11365"/>
                </a:lnTo>
                <a:lnTo>
                  <a:pt x="1253" y="9292"/>
                </a:lnTo>
                <a:lnTo>
                  <a:pt x="0" y="7200"/>
                </a:lnTo>
                <a:lnTo>
                  <a:pt x="2566" y="7200"/>
                </a:lnTo>
                <a:lnTo>
                  <a:pt x="5141" y="7200"/>
                </a:lnTo>
                <a:lnTo>
                  <a:pt x="7724" y="7200"/>
                </a:lnTo>
                <a:lnTo>
                  <a:pt x="10329" y="7200"/>
                </a:lnTo>
                <a:lnTo>
                  <a:pt x="12960" y="7200"/>
                </a:lnTo>
                <a:lnTo>
                  <a:pt x="12960" y="4820"/>
                </a:lnTo>
                <a:lnTo>
                  <a:pt x="12960" y="2426"/>
                </a:lnTo>
                <a:lnTo>
                  <a:pt x="12960" y="0"/>
                </a:lnTo>
                <a:close/>
              </a:path>
            </a:pathLst>
          </a:custGeom>
          <a:solidFill>
            <a:srgbClr val="6C6D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2" name="contour_15950"/>
          <p:cNvSpPr/>
          <p:nvPr/>
        </p:nvSpPr>
        <p:spPr>
          <a:xfrm>
            <a:off x="2051012" y="2214289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20513" y="21260"/>
                </a:lnTo>
                <a:lnTo>
                  <a:pt x="19516" y="20940"/>
                </a:lnTo>
                <a:lnTo>
                  <a:pt x="18425" y="20599"/>
                </a:lnTo>
                <a:lnTo>
                  <a:pt x="17064" y="20170"/>
                </a:lnTo>
                <a:lnTo>
                  <a:pt x="15257" y="19599"/>
                </a:lnTo>
                <a:lnTo>
                  <a:pt x="12823" y="18836"/>
                </a:lnTo>
                <a:lnTo>
                  <a:pt x="9590" y="17815"/>
                </a:lnTo>
                <a:lnTo>
                  <a:pt x="5375" y="16488"/>
                </a:lnTo>
                <a:lnTo>
                  <a:pt x="0" y="14793"/>
                </a:lnTo>
                <a:lnTo>
                  <a:pt x="0" y="10293"/>
                </a:lnTo>
                <a:lnTo>
                  <a:pt x="0" y="5766"/>
                </a:lnTo>
                <a:lnTo>
                  <a:pt x="0" y="1178"/>
                </a:lnTo>
                <a:close/>
              </a:path>
            </a:pathLst>
          </a:custGeom>
          <a:solidFill>
            <a:srgbClr val="918E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3" name="contour_15951"/>
          <p:cNvSpPr/>
          <p:nvPr/>
        </p:nvSpPr>
        <p:spPr>
          <a:xfrm>
            <a:off x="4784009" y="2202664"/>
            <a:ext cx="72880" cy="201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993"/>
                </a:moveTo>
                <a:lnTo>
                  <a:pt x="20172" y="5993"/>
                </a:lnTo>
                <a:lnTo>
                  <a:pt x="18736" y="5993"/>
                </a:lnTo>
                <a:lnTo>
                  <a:pt x="17280" y="5993"/>
                </a:lnTo>
                <a:lnTo>
                  <a:pt x="17280" y="11151"/>
                </a:lnTo>
                <a:lnTo>
                  <a:pt x="17280" y="16340"/>
                </a:lnTo>
                <a:lnTo>
                  <a:pt x="17280" y="21600"/>
                </a:lnTo>
                <a:lnTo>
                  <a:pt x="15854" y="20952"/>
                </a:lnTo>
                <a:lnTo>
                  <a:pt x="14429" y="20312"/>
                </a:lnTo>
                <a:lnTo>
                  <a:pt x="13001" y="19665"/>
                </a:lnTo>
                <a:lnTo>
                  <a:pt x="11571" y="19025"/>
                </a:lnTo>
                <a:lnTo>
                  <a:pt x="10139" y="18377"/>
                </a:lnTo>
                <a:lnTo>
                  <a:pt x="8705" y="17729"/>
                </a:lnTo>
                <a:lnTo>
                  <a:pt x="7266" y="17082"/>
                </a:lnTo>
                <a:lnTo>
                  <a:pt x="5823" y="16426"/>
                </a:lnTo>
                <a:lnTo>
                  <a:pt x="4376" y="15771"/>
                </a:lnTo>
                <a:lnTo>
                  <a:pt x="2925" y="15115"/>
                </a:lnTo>
                <a:lnTo>
                  <a:pt x="1464" y="14460"/>
                </a:lnTo>
                <a:lnTo>
                  <a:pt x="0" y="13797"/>
                </a:lnTo>
                <a:lnTo>
                  <a:pt x="0" y="9926"/>
                </a:lnTo>
                <a:lnTo>
                  <a:pt x="0" y="5993"/>
                </a:lnTo>
                <a:lnTo>
                  <a:pt x="1663" y="4713"/>
                </a:lnTo>
                <a:lnTo>
                  <a:pt x="3277" y="3543"/>
                </a:lnTo>
                <a:lnTo>
                  <a:pt x="4847" y="2497"/>
                </a:lnTo>
                <a:lnTo>
                  <a:pt x="6383" y="1608"/>
                </a:lnTo>
                <a:lnTo>
                  <a:pt x="7895" y="890"/>
                </a:lnTo>
                <a:lnTo>
                  <a:pt x="9385" y="367"/>
                </a:lnTo>
                <a:lnTo>
                  <a:pt x="10867" y="62"/>
                </a:lnTo>
                <a:lnTo>
                  <a:pt x="12347" y="0"/>
                </a:lnTo>
                <a:lnTo>
                  <a:pt x="13830" y="211"/>
                </a:lnTo>
                <a:lnTo>
                  <a:pt x="15327" y="702"/>
                </a:lnTo>
                <a:lnTo>
                  <a:pt x="16844" y="1498"/>
                </a:lnTo>
                <a:lnTo>
                  <a:pt x="18390" y="2638"/>
                </a:lnTo>
                <a:lnTo>
                  <a:pt x="19974" y="4128"/>
                </a:lnTo>
                <a:lnTo>
                  <a:pt x="21600" y="5993"/>
                </a:lnTo>
                <a:close/>
              </a:path>
            </a:pathLst>
          </a:custGeom>
          <a:solidFill>
            <a:srgbClr val="97C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4" name="contour_15952"/>
          <p:cNvSpPr/>
          <p:nvPr/>
        </p:nvSpPr>
        <p:spPr>
          <a:xfrm>
            <a:off x="7524294" y="218639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6070" y="19060"/>
                </a:lnTo>
                <a:lnTo>
                  <a:pt x="12243" y="20252"/>
                </a:lnTo>
                <a:lnTo>
                  <a:pt x="9634" y="20987"/>
                </a:lnTo>
                <a:lnTo>
                  <a:pt x="7763" y="21375"/>
                </a:lnTo>
                <a:lnTo>
                  <a:pt x="6152" y="21540"/>
                </a:lnTo>
                <a:lnTo>
                  <a:pt x="4320" y="21600"/>
                </a:lnTo>
                <a:lnTo>
                  <a:pt x="2428" y="19341"/>
                </a:lnTo>
                <a:lnTo>
                  <a:pt x="1348" y="17686"/>
                </a:lnTo>
                <a:lnTo>
                  <a:pt x="674" y="15828"/>
                </a:lnTo>
                <a:lnTo>
                  <a:pt x="0" y="12960"/>
                </a:lnTo>
                <a:lnTo>
                  <a:pt x="2017" y="10778"/>
                </a:lnTo>
                <a:lnTo>
                  <a:pt x="3564" y="9323"/>
                </a:lnTo>
                <a:lnTo>
                  <a:pt x="5422" y="7927"/>
                </a:lnTo>
                <a:lnTo>
                  <a:pt x="8372" y="5940"/>
                </a:lnTo>
                <a:lnTo>
                  <a:pt x="9612" y="5093"/>
                </a:lnTo>
                <a:lnTo>
                  <a:pt x="13349" y="2532"/>
                </a:lnTo>
                <a:lnTo>
                  <a:pt x="15301" y="1274"/>
                </a:lnTo>
                <a:lnTo>
                  <a:pt x="17280" y="0"/>
                </a:lnTo>
                <a:close/>
              </a:path>
            </a:pathLst>
          </a:custGeom>
          <a:solidFill>
            <a:srgbClr val="6135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5" name="contour_15953"/>
          <p:cNvSpPr/>
          <p:nvPr/>
        </p:nvSpPr>
        <p:spPr>
          <a:xfrm>
            <a:off x="1823773" y="2186397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D3D5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6" name="contour_15954"/>
          <p:cNvSpPr/>
          <p:nvPr/>
        </p:nvSpPr>
        <p:spPr>
          <a:xfrm>
            <a:off x="1497125" y="217910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19" y="778"/>
                </a:lnTo>
                <a:lnTo>
                  <a:pt x="19807" y="1793"/>
                </a:lnTo>
                <a:lnTo>
                  <a:pt x="17896" y="3708"/>
                </a:lnTo>
                <a:lnTo>
                  <a:pt x="14400" y="7200"/>
                </a:lnTo>
                <a:lnTo>
                  <a:pt x="14400" y="11959"/>
                </a:lnTo>
                <a:lnTo>
                  <a:pt x="14400" y="16747"/>
                </a:lnTo>
                <a:lnTo>
                  <a:pt x="14400" y="21600"/>
                </a:lnTo>
                <a:lnTo>
                  <a:pt x="12024" y="21600"/>
                </a:lnTo>
                <a:lnTo>
                  <a:pt x="9644" y="21600"/>
                </a:lnTo>
                <a:lnTo>
                  <a:pt x="7254" y="21600"/>
                </a:lnTo>
                <a:lnTo>
                  <a:pt x="4853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C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7" name="contour_15955"/>
          <p:cNvSpPr/>
          <p:nvPr/>
        </p:nvSpPr>
        <p:spPr>
          <a:xfrm>
            <a:off x="1059845" y="2171821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95" y="868"/>
                </a:lnTo>
                <a:lnTo>
                  <a:pt x="5358" y="1758"/>
                </a:lnTo>
                <a:lnTo>
                  <a:pt x="7987" y="2696"/>
                </a:lnTo>
                <a:lnTo>
                  <a:pt x="10587" y="3694"/>
                </a:lnTo>
                <a:lnTo>
                  <a:pt x="13154" y="4769"/>
                </a:lnTo>
                <a:lnTo>
                  <a:pt x="15693" y="5940"/>
                </a:lnTo>
                <a:lnTo>
                  <a:pt x="18198" y="7223"/>
                </a:lnTo>
                <a:lnTo>
                  <a:pt x="20670" y="8640"/>
                </a:lnTo>
                <a:lnTo>
                  <a:pt x="212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290" y="18645"/>
                </a:lnTo>
                <a:lnTo>
                  <a:pt x="20670" y="21600"/>
                </a:lnTo>
                <a:lnTo>
                  <a:pt x="15891" y="20948"/>
                </a:lnTo>
                <a:lnTo>
                  <a:pt x="12530" y="20425"/>
                </a:lnTo>
                <a:lnTo>
                  <a:pt x="10136" y="19920"/>
                </a:lnTo>
                <a:lnTo>
                  <a:pt x="8243" y="19306"/>
                </a:lnTo>
                <a:lnTo>
                  <a:pt x="6395" y="18468"/>
                </a:lnTo>
                <a:lnTo>
                  <a:pt x="4134" y="17280"/>
                </a:lnTo>
                <a:lnTo>
                  <a:pt x="2886" y="14420"/>
                </a:lnTo>
                <a:lnTo>
                  <a:pt x="1968" y="11668"/>
                </a:lnTo>
                <a:lnTo>
                  <a:pt x="1298" y="8938"/>
                </a:lnTo>
                <a:lnTo>
                  <a:pt x="798" y="6139"/>
                </a:lnTo>
                <a:lnTo>
                  <a:pt x="393" y="3192"/>
                </a:lnTo>
                <a:lnTo>
                  <a:pt x="0" y="0"/>
                </a:lnTo>
                <a:close/>
              </a:path>
            </a:pathLst>
          </a:custGeom>
          <a:solidFill>
            <a:srgbClr val="0A0B0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8" name="contour_15956"/>
          <p:cNvSpPr/>
          <p:nvPr/>
        </p:nvSpPr>
        <p:spPr>
          <a:xfrm>
            <a:off x="994254" y="2170838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8F92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59" name="contour_15957"/>
          <p:cNvSpPr/>
          <p:nvPr/>
        </p:nvSpPr>
        <p:spPr>
          <a:xfrm>
            <a:off x="11408793" y="216453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727" y="3056"/>
                </a:lnTo>
                <a:lnTo>
                  <a:pt x="19853" y="6113"/>
                </a:lnTo>
                <a:lnTo>
                  <a:pt x="18977" y="9180"/>
                </a:lnTo>
                <a:lnTo>
                  <a:pt x="18098" y="12258"/>
                </a:lnTo>
                <a:lnTo>
                  <a:pt x="17212" y="15352"/>
                </a:lnTo>
                <a:lnTo>
                  <a:pt x="16323" y="18463"/>
                </a:lnTo>
                <a:lnTo>
                  <a:pt x="15429" y="21600"/>
                </a:lnTo>
                <a:lnTo>
                  <a:pt x="13494" y="20450"/>
                </a:lnTo>
                <a:lnTo>
                  <a:pt x="11562" y="19278"/>
                </a:lnTo>
                <a:lnTo>
                  <a:pt x="9637" y="18085"/>
                </a:lnTo>
                <a:lnTo>
                  <a:pt x="7714" y="16875"/>
                </a:lnTo>
                <a:lnTo>
                  <a:pt x="6279" y="16000"/>
                </a:lnTo>
                <a:lnTo>
                  <a:pt x="4838" y="15115"/>
                </a:lnTo>
                <a:lnTo>
                  <a:pt x="3376" y="14218"/>
                </a:lnTo>
                <a:lnTo>
                  <a:pt x="2536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AB97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0" name="contour_15958"/>
          <p:cNvSpPr/>
          <p:nvPr/>
        </p:nvSpPr>
        <p:spPr>
          <a:xfrm>
            <a:off x="9732555" y="2157245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570" y="1307"/>
                </a:lnTo>
                <a:lnTo>
                  <a:pt x="14522" y="2306"/>
                </a:lnTo>
                <a:lnTo>
                  <a:pt x="17417" y="3502"/>
                </a:lnTo>
                <a:lnTo>
                  <a:pt x="21600" y="5400"/>
                </a:lnTo>
                <a:lnTo>
                  <a:pt x="21499" y="7422"/>
                </a:lnTo>
                <a:lnTo>
                  <a:pt x="21305" y="8872"/>
                </a:lnTo>
                <a:lnTo>
                  <a:pt x="20894" y="10155"/>
                </a:lnTo>
                <a:lnTo>
                  <a:pt x="20138" y="11675"/>
                </a:lnTo>
                <a:lnTo>
                  <a:pt x="18900" y="13838"/>
                </a:lnTo>
                <a:lnTo>
                  <a:pt x="18101" y="15296"/>
                </a:lnTo>
                <a:lnTo>
                  <a:pt x="17294" y="16762"/>
                </a:lnTo>
                <a:lnTo>
                  <a:pt x="16481" y="18247"/>
                </a:lnTo>
                <a:lnTo>
                  <a:pt x="15451" y="19912"/>
                </a:lnTo>
                <a:lnTo>
                  <a:pt x="14400" y="21600"/>
                </a:lnTo>
                <a:lnTo>
                  <a:pt x="11232" y="20258"/>
                </a:lnTo>
                <a:lnTo>
                  <a:pt x="8446" y="19016"/>
                </a:lnTo>
                <a:lnTo>
                  <a:pt x="5990" y="17798"/>
                </a:lnTo>
                <a:lnTo>
                  <a:pt x="3802" y="16524"/>
                </a:lnTo>
                <a:lnTo>
                  <a:pt x="1822" y="15117"/>
                </a:lnTo>
                <a:lnTo>
                  <a:pt x="0" y="13500"/>
                </a:lnTo>
                <a:lnTo>
                  <a:pt x="410" y="11761"/>
                </a:lnTo>
                <a:lnTo>
                  <a:pt x="994" y="10049"/>
                </a:lnTo>
                <a:lnTo>
                  <a:pt x="1728" y="8357"/>
                </a:lnTo>
                <a:lnTo>
                  <a:pt x="2606" y="6680"/>
                </a:lnTo>
                <a:lnTo>
                  <a:pt x="3607" y="5011"/>
                </a:lnTo>
                <a:lnTo>
                  <a:pt x="4716" y="3345"/>
                </a:lnTo>
                <a:lnTo>
                  <a:pt x="5918" y="1677"/>
                </a:lnTo>
                <a:lnTo>
                  <a:pt x="7200" y="0"/>
                </a:lnTo>
                <a:close/>
              </a:path>
            </a:pathLst>
          </a:custGeom>
          <a:solidFill>
            <a:srgbClr val="CDDA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1" name="contour_15959"/>
          <p:cNvSpPr/>
          <p:nvPr/>
        </p:nvSpPr>
        <p:spPr>
          <a:xfrm>
            <a:off x="10956938" y="216453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7280" y="18744"/>
                </a:lnTo>
                <a:lnTo>
                  <a:pt x="17280" y="15872"/>
                </a:lnTo>
                <a:lnTo>
                  <a:pt x="17280" y="12960"/>
                </a:lnTo>
                <a:lnTo>
                  <a:pt x="14442" y="11889"/>
                </a:lnTo>
                <a:lnTo>
                  <a:pt x="12200" y="11331"/>
                </a:lnTo>
                <a:lnTo>
                  <a:pt x="8640" y="10800"/>
                </a:lnTo>
                <a:lnTo>
                  <a:pt x="5080" y="10269"/>
                </a:lnTo>
                <a:lnTo>
                  <a:pt x="2838" y="9711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D6D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2" name="contour_15960"/>
          <p:cNvSpPr/>
          <p:nvPr/>
        </p:nvSpPr>
        <p:spPr>
          <a:xfrm>
            <a:off x="527822" y="2171821"/>
            <a:ext cx="311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59" y="0"/>
                </a:moveTo>
                <a:lnTo>
                  <a:pt x="8974" y="553"/>
                </a:lnTo>
                <a:lnTo>
                  <a:pt x="11721" y="1054"/>
                </a:lnTo>
                <a:lnTo>
                  <a:pt x="14027" y="1711"/>
                </a:lnTo>
                <a:lnTo>
                  <a:pt x="16622" y="2730"/>
                </a:lnTo>
                <a:lnTo>
                  <a:pt x="20234" y="4320"/>
                </a:lnTo>
                <a:lnTo>
                  <a:pt x="21145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145" y="14066"/>
                </a:lnTo>
                <a:lnTo>
                  <a:pt x="20234" y="17280"/>
                </a:lnTo>
                <a:lnTo>
                  <a:pt x="16471" y="18740"/>
                </a:lnTo>
                <a:lnTo>
                  <a:pt x="13800" y="19695"/>
                </a:lnTo>
                <a:lnTo>
                  <a:pt x="11493" y="20352"/>
                </a:lnTo>
                <a:lnTo>
                  <a:pt x="8822" y="20917"/>
                </a:lnTo>
                <a:lnTo>
                  <a:pt x="5059" y="21600"/>
                </a:lnTo>
                <a:lnTo>
                  <a:pt x="4087" y="18814"/>
                </a:lnTo>
                <a:lnTo>
                  <a:pt x="3141" y="16023"/>
                </a:lnTo>
                <a:lnTo>
                  <a:pt x="2216" y="13228"/>
                </a:lnTo>
                <a:lnTo>
                  <a:pt x="1816" y="12061"/>
                </a:lnTo>
                <a:lnTo>
                  <a:pt x="612" y="8523"/>
                </a:lnTo>
                <a:lnTo>
                  <a:pt x="309" y="6437"/>
                </a:lnTo>
                <a:lnTo>
                  <a:pt x="0" y="4320"/>
                </a:lnTo>
                <a:lnTo>
                  <a:pt x="2509" y="2177"/>
                </a:lnTo>
                <a:lnTo>
                  <a:pt x="5059" y="0"/>
                </a:lnTo>
                <a:close/>
              </a:path>
            </a:pathLst>
          </a:custGeom>
          <a:solidFill>
            <a:srgbClr val="FCF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3" name="contour_15961"/>
          <p:cNvSpPr/>
          <p:nvPr/>
        </p:nvSpPr>
        <p:spPr>
          <a:xfrm>
            <a:off x="10373899" y="2142670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356"/>
                </a:lnTo>
                <a:lnTo>
                  <a:pt x="4280" y="713"/>
                </a:lnTo>
                <a:lnTo>
                  <a:pt x="6421" y="1069"/>
                </a:lnTo>
                <a:lnTo>
                  <a:pt x="8566" y="1429"/>
                </a:lnTo>
                <a:lnTo>
                  <a:pt x="10720" y="1786"/>
                </a:lnTo>
                <a:lnTo>
                  <a:pt x="12877" y="2146"/>
                </a:lnTo>
                <a:lnTo>
                  <a:pt x="15043" y="2506"/>
                </a:lnTo>
                <a:lnTo>
                  <a:pt x="17218" y="2869"/>
                </a:lnTo>
                <a:lnTo>
                  <a:pt x="19403" y="3233"/>
                </a:lnTo>
                <a:lnTo>
                  <a:pt x="21600" y="3600"/>
                </a:lnTo>
                <a:lnTo>
                  <a:pt x="20242" y="5580"/>
                </a:lnTo>
                <a:lnTo>
                  <a:pt x="18885" y="7564"/>
                </a:lnTo>
                <a:lnTo>
                  <a:pt x="17524" y="9547"/>
                </a:lnTo>
                <a:lnTo>
                  <a:pt x="16157" y="11534"/>
                </a:lnTo>
                <a:lnTo>
                  <a:pt x="14790" y="13532"/>
                </a:lnTo>
                <a:lnTo>
                  <a:pt x="13417" y="15534"/>
                </a:lnTo>
                <a:lnTo>
                  <a:pt x="12037" y="17546"/>
                </a:lnTo>
                <a:lnTo>
                  <a:pt x="10652" y="19566"/>
                </a:lnTo>
                <a:lnTo>
                  <a:pt x="9257" y="21600"/>
                </a:lnTo>
                <a:lnTo>
                  <a:pt x="8341" y="19462"/>
                </a:lnTo>
                <a:lnTo>
                  <a:pt x="7424" y="17323"/>
                </a:lnTo>
                <a:lnTo>
                  <a:pt x="6505" y="15178"/>
                </a:lnTo>
                <a:lnTo>
                  <a:pt x="5585" y="13032"/>
                </a:lnTo>
                <a:lnTo>
                  <a:pt x="4663" y="10879"/>
                </a:lnTo>
                <a:lnTo>
                  <a:pt x="3740" y="8723"/>
                </a:lnTo>
                <a:lnTo>
                  <a:pt x="2811" y="6556"/>
                </a:lnTo>
                <a:lnTo>
                  <a:pt x="1879" y="4381"/>
                </a:lnTo>
                <a:lnTo>
                  <a:pt x="941" y="2196"/>
                </a:lnTo>
                <a:lnTo>
                  <a:pt x="0" y="0"/>
                </a:lnTo>
                <a:close/>
              </a:path>
            </a:pathLst>
          </a:custGeom>
          <a:solidFill>
            <a:srgbClr val="F0F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4" name="contour_15962"/>
          <p:cNvSpPr/>
          <p:nvPr/>
        </p:nvSpPr>
        <p:spPr>
          <a:xfrm>
            <a:off x="4856889" y="2136424"/>
            <a:ext cx="43728" cy="3539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11"/>
                </a:moveTo>
                <a:lnTo>
                  <a:pt x="21006" y="6746"/>
                </a:lnTo>
                <a:lnTo>
                  <a:pt x="20412" y="9686"/>
                </a:lnTo>
                <a:lnTo>
                  <a:pt x="19814" y="12639"/>
                </a:lnTo>
                <a:lnTo>
                  <a:pt x="19213" y="15605"/>
                </a:lnTo>
                <a:lnTo>
                  <a:pt x="18608" y="18589"/>
                </a:lnTo>
                <a:lnTo>
                  <a:pt x="18000" y="21600"/>
                </a:lnTo>
                <a:lnTo>
                  <a:pt x="15862" y="20719"/>
                </a:lnTo>
                <a:lnTo>
                  <a:pt x="13716" y="19834"/>
                </a:lnTo>
                <a:lnTo>
                  <a:pt x="11563" y="18949"/>
                </a:lnTo>
                <a:lnTo>
                  <a:pt x="9392" y="18056"/>
                </a:lnTo>
                <a:lnTo>
                  <a:pt x="7200" y="17153"/>
                </a:lnTo>
                <a:lnTo>
                  <a:pt x="9580" y="17153"/>
                </a:lnTo>
                <a:lnTo>
                  <a:pt x="11974" y="17153"/>
                </a:lnTo>
                <a:lnTo>
                  <a:pt x="14400" y="17153"/>
                </a:lnTo>
                <a:lnTo>
                  <a:pt x="14400" y="14213"/>
                </a:lnTo>
                <a:lnTo>
                  <a:pt x="14400" y="11256"/>
                </a:lnTo>
                <a:lnTo>
                  <a:pt x="14400" y="8258"/>
                </a:lnTo>
                <a:lnTo>
                  <a:pt x="12035" y="6929"/>
                </a:lnTo>
                <a:lnTo>
                  <a:pt x="10166" y="6208"/>
                </a:lnTo>
                <a:lnTo>
                  <a:pt x="7200" y="5479"/>
                </a:lnTo>
                <a:lnTo>
                  <a:pt x="5191" y="4976"/>
                </a:lnTo>
                <a:lnTo>
                  <a:pt x="3150" y="4469"/>
                </a:lnTo>
                <a:lnTo>
                  <a:pt x="1588" y="4140"/>
                </a:lnTo>
                <a:lnTo>
                  <a:pt x="0" y="3811"/>
                </a:lnTo>
                <a:lnTo>
                  <a:pt x="2416" y="1912"/>
                </a:lnTo>
                <a:lnTo>
                  <a:pt x="4763" y="703"/>
                </a:lnTo>
                <a:lnTo>
                  <a:pt x="7067" y="98"/>
                </a:lnTo>
                <a:lnTo>
                  <a:pt x="9360" y="0"/>
                </a:lnTo>
                <a:lnTo>
                  <a:pt x="11664" y="316"/>
                </a:lnTo>
                <a:lnTo>
                  <a:pt x="14015" y="947"/>
                </a:lnTo>
                <a:lnTo>
                  <a:pt x="16434" y="1806"/>
                </a:lnTo>
                <a:lnTo>
                  <a:pt x="18954" y="2788"/>
                </a:lnTo>
                <a:lnTo>
                  <a:pt x="21600" y="3811"/>
                </a:lnTo>
                <a:close/>
              </a:path>
            </a:pathLst>
          </a:custGeom>
          <a:solidFill>
            <a:srgbClr val="91BB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5" name="contour_15963"/>
          <p:cNvSpPr/>
          <p:nvPr/>
        </p:nvSpPr>
        <p:spPr>
          <a:xfrm>
            <a:off x="6824647" y="2120806"/>
            <a:ext cx="20887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73" y="0"/>
                </a:moveTo>
                <a:lnTo>
                  <a:pt x="17470" y="1725"/>
                </a:lnTo>
                <a:lnTo>
                  <a:pt x="19347" y="3335"/>
                </a:lnTo>
                <a:lnTo>
                  <a:pt x="20681" y="4884"/>
                </a:lnTo>
                <a:lnTo>
                  <a:pt x="21442" y="6437"/>
                </a:lnTo>
                <a:lnTo>
                  <a:pt x="21600" y="8041"/>
                </a:lnTo>
                <a:lnTo>
                  <a:pt x="21133" y="9758"/>
                </a:lnTo>
                <a:lnTo>
                  <a:pt x="20017" y="11642"/>
                </a:lnTo>
                <a:lnTo>
                  <a:pt x="18156" y="13357"/>
                </a:lnTo>
                <a:lnTo>
                  <a:pt x="16279" y="15047"/>
                </a:lnTo>
                <a:lnTo>
                  <a:pt x="14320" y="16713"/>
                </a:lnTo>
                <a:lnTo>
                  <a:pt x="12239" y="18360"/>
                </a:lnTo>
                <a:lnTo>
                  <a:pt x="10001" y="19988"/>
                </a:lnTo>
                <a:lnTo>
                  <a:pt x="7537" y="21600"/>
                </a:lnTo>
                <a:lnTo>
                  <a:pt x="3798" y="21600"/>
                </a:lnTo>
                <a:lnTo>
                  <a:pt x="0" y="21600"/>
                </a:lnTo>
                <a:lnTo>
                  <a:pt x="641" y="19742"/>
                </a:lnTo>
                <a:lnTo>
                  <a:pt x="1296" y="17888"/>
                </a:lnTo>
                <a:lnTo>
                  <a:pt x="1960" y="16030"/>
                </a:lnTo>
                <a:lnTo>
                  <a:pt x="2623" y="14175"/>
                </a:lnTo>
                <a:lnTo>
                  <a:pt x="3301" y="12317"/>
                </a:lnTo>
                <a:lnTo>
                  <a:pt x="3912" y="10592"/>
                </a:lnTo>
                <a:lnTo>
                  <a:pt x="4530" y="8856"/>
                </a:lnTo>
                <a:lnTo>
                  <a:pt x="5155" y="7098"/>
                </a:lnTo>
                <a:lnTo>
                  <a:pt x="6376" y="4930"/>
                </a:lnTo>
                <a:lnTo>
                  <a:pt x="7506" y="3478"/>
                </a:lnTo>
                <a:lnTo>
                  <a:pt x="9014" y="2398"/>
                </a:lnTo>
                <a:lnTo>
                  <a:pt x="11373" y="1353"/>
                </a:lnTo>
                <a:lnTo>
                  <a:pt x="15073" y="0"/>
                </a:lnTo>
                <a:close/>
              </a:path>
            </a:pathLst>
          </a:custGeom>
          <a:solidFill>
            <a:srgbClr val="D0DB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6" name="contour_15964"/>
          <p:cNvSpPr/>
          <p:nvPr/>
        </p:nvSpPr>
        <p:spPr>
          <a:xfrm>
            <a:off x="892222" y="212809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94"/>
                </a:lnTo>
                <a:lnTo>
                  <a:pt x="7133" y="1188"/>
                </a:lnTo>
                <a:lnTo>
                  <a:pt x="10719" y="1786"/>
                </a:lnTo>
                <a:lnTo>
                  <a:pt x="14321" y="2387"/>
                </a:lnTo>
                <a:lnTo>
                  <a:pt x="17944" y="2992"/>
                </a:lnTo>
                <a:lnTo>
                  <a:pt x="21600" y="3600"/>
                </a:lnTo>
                <a:lnTo>
                  <a:pt x="20930" y="5828"/>
                </a:lnTo>
                <a:lnTo>
                  <a:pt x="20261" y="8057"/>
                </a:lnTo>
                <a:lnTo>
                  <a:pt x="19591" y="10292"/>
                </a:lnTo>
                <a:lnTo>
                  <a:pt x="18922" y="12532"/>
                </a:lnTo>
                <a:lnTo>
                  <a:pt x="18247" y="14782"/>
                </a:lnTo>
                <a:lnTo>
                  <a:pt x="17566" y="17042"/>
                </a:lnTo>
                <a:lnTo>
                  <a:pt x="16886" y="19314"/>
                </a:lnTo>
                <a:lnTo>
                  <a:pt x="16200" y="21600"/>
                </a:lnTo>
                <a:lnTo>
                  <a:pt x="14861" y="19818"/>
                </a:lnTo>
                <a:lnTo>
                  <a:pt x="13522" y="18025"/>
                </a:lnTo>
                <a:lnTo>
                  <a:pt x="12166" y="16225"/>
                </a:lnTo>
                <a:lnTo>
                  <a:pt x="10800" y="14400"/>
                </a:lnTo>
                <a:lnTo>
                  <a:pt x="7231" y="14400"/>
                </a:lnTo>
                <a:lnTo>
                  <a:pt x="3640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0A0A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7" name="contour_15965"/>
          <p:cNvSpPr/>
          <p:nvPr/>
        </p:nvSpPr>
        <p:spPr>
          <a:xfrm>
            <a:off x="761038" y="212080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642" y="2791"/>
                </a:lnTo>
                <a:lnTo>
                  <a:pt x="18743" y="5599"/>
                </a:lnTo>
                <a:lnTo>
                  <a:pt x="19597" y="8441"/>
                </a:lnTo>
                <a:lnTo>
                  <a:pt x="20299" y="11331"/>
                </a:lnTo>
                <a:lnTo>
                  <a:pt x="20936" y="14273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470" y="18896"/>
                </a:lnTo>
                <a:lnTo>
                  <a:pt x="972" y="16196"/>
                </a:lnTo>
                <a:lnTo>
                  <a:pt x="1490" y="13496"/>
                </a:lnTo>
                <a:lnTo>
                  <a:pt x="2025" y="10800"/>
                </a:lnTo>
                <a:lnTo>
                  <a:pt x="2592" y="7785"/>
                </a:lnTo>
                <a:lnTo>
                  <a:pt x="3164" y="4726"/>
                </a:lnTo>
                <a:lnTo>
                  <a:pt x="4271" y="2380"/>
                </a:lnTo>
                <a:lnTo>
                  <a:pt x="5400" y="0"/>
                </a:lnTo>
                <a:close/>
              </a:path>
            </a:pathLst>
          </a:custGeom>
          <a:solidFill>
            <a:srgbClr val="51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8" name="contour_15966"/>
          <p:cNvSpPr/>
          <p:nvPr/>
        </p:nvSpPr>
        <p:spPr>
          <a:xfrm>
            <a:off x="10067803" y="213538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9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69" name="contour_15967"/>
          <p:cNvSpPr/>
          <p:nvPr/>
        </p:nvSpPr>
        <p:spPr>
          <a:xfrm>
            <a:off x="2006300" y="2113518"/>
            <a:ext cx="3742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65" y="4994"/>
                </a:lnTo>
                <a:lnTo>
                  <a:pt x="20456" y="8506"/>
                </a:lnTo>
                <a:lnTo>
                  <a:pt x="19964" y="11007"/>
                </a:lnTo>
                <a:lnTo>
                  <a:pt x="19366" y="12986"/>
                </a:lnTo>
                <a:lnTo>
                  <a:pt x="18550" y="14917"/>
                </a:lnTo>
                <a:lnTo>
                  <a:pt x="17394" y="17280"/>
                </a:lnTo>
                <a:lnTo>
                  <a:pt x="14609" y="18585"/>
                </a:lnTo>
                <a:lnTo>
                  <a:pt x="11929" y="19544"/>
                </a:lnTo>
                <a:lnTo>
                  <a:pt x="9271" y="20244"/>
                </a:lnTo>
                <a:lnTo>
                  <a:pt x="6545" y="20766"/>
                </a:lnTo>
                <a:lnTo>
                  <a:pt x="3676" y="21190"/>
                </a:lnTo>
                <a:lnTo>
                  <a:pt x="568" y="21600"/>
                </a:lnTo>
                <a:lnTo>
                  <a:pt x="189" y="18645"/>
                </a:lnTo>
                <a:lnTo>
                  <a:pt x="0" y="16494"/>
                </a:lnTo>
                <a:lnTo>
                  <a:pt x="0" y="14524"/>
                </a:lnTo>
                <a:lnTo>
                  <a:pt x="189" y="12113"/>
                </a:lnTo>
                <a:lnTo>
                  <a:pt x="568" y="8640"/>
                </a:lnTo>
                <a:lnTo>
                  <a:pt x="3222" y="6346"/>
                </a:lnTo>
                <a:lnTo>
                  <a:pt x="5620" y="4467"/>
                </a:lnTo>
                <a:lnTo>
                  <a:pt x="7879" y="2964"/>
                </a:lnTo>
                <a:lnTo>
                  <a:pt x="10133" y="1810"/>
                </a:lnTo>
                <a:lnTo>
                  <a:pt x="12506" y="968"/>
                </a:lnTo>
                <a:lnTo>
                  <a:pt x="15126" y="410"/>
                </a:lnTo>
                <a:lnTo>
                  <a:pt x="18113" y="95"/>
                </a:lnTo>
                <a:lnTo>
                  <a:pt x="21600" y="0"/>
                </a:lnTo>
                <a:close/>
              </a:path>
            </a:pathLst>
          </a:custGeom>
          <a:solidFill>
            <a:srgbClr val="403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0" name="contour_15968"/>
          <p:cNvSpPr/>
          <p:nvPr/>
        </p:nvSpPr>
        <p:spPr>
          <a:xfrm>
            <a:off x="1817797" y="212080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188"/>
                </a:lnTo>
                <a:lnTo>
                  <a:pt x="4756" y="2376"/>
                </a:lnTo>
                <a:lnTo>
                  <a:pt x="7135" y="3569"/>
                </a:lnTo>
                <a:lnTo>
                  <a:pt x="9522" y="4763"/>
                </a:lnTo>
                <a:lnTo>
                  <a:pt x="11916" y="5956"/>
                </a:lnTo>
                <a:lnTo>
                  <a:pt x="14321" y="7160"/>
                </a:lnTo>
                <a:lnTo>
                  <a:pt x="16733" y="8365"/>
                </a:lnTo>
                <a:lnTo>
                  <a:pt x="19159" y="9580"/>
                </a:lnTo>
                <a:lnTo>
                  <a:pt x="21600" y="10800"/>
                </a:lnTo>
                <a:lnTo>
                  <a:pt x="17572" y="14013"/>
                </a:lnTo>
                <a:lnTo>
                  <a:pt x="14364" y="16519"/>
                </a:lnTo>
                <a:lnTo>
                  <a:pt x="11801" y="18398"/>
                </a:lnTo>
                <a:lnTo>
                  <a:pt x="9702" y="19748"/>
                </a:lnTo>
                <a:lnTo>
                  <a:pt x="7895" y="20650"/>
                </a:lnTo>
                <a:lnTo>
                  <a:pt x="6199" y="21200"/>
                </a:lnTo>
                <a:lnTo>
                  <a:pt x="4439" y="21481"/>
                </a:lnTo>
                <a:lnTo>
                  <a:pt x="2430" y="2158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00000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1" name="contour_15969"/>
          <p:cNvSpPr/>
          <p:nvPr/>
        </p:nvSpPr>
        <p:spPr>
          <a:xfrm>
            <a:off x="666294" y="2091654"/>
            <a:ext cx="2745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02" y="0"/>
                </a:moveTo>
                <a:lnTo>
                  <a:pt x="18980" y="1860"/>
                </a:lnTo>
                <a:lnTo>
                  <a:pt x="20298" y="3559"/>
                </a:lnTo>
                <a:lnTo>
                  <a:pt x="21164" y="5141"/>
                </a:lnTo>
                <a:lnTo>
                  <a:pt x="21600" y="6653"/>
                </a:lnTo>
                <a:lnTo>
                  <a:pt x="21600" y="8146"/>
                </a:lnTo>
                <a:lnTo>
                  <a:pt x="21187" y="9665"/>
                </a:lnTo>
                <a:lnTo>
                  <a:pt x="20373" y="11256"/>
                </a:lnTo>
                <a:lnTo>
                  <a:pt x="19157" y="12970"/>
                </a:lnTo>
                <a:lnTo>
                  <a:pt x="17558" y="14851"/>
                </a:lnTo>
                <a:lnTo>
                  <a:pt x="16445" y="16123"/>
                </a:lnTo>
                <a:lnTo>
                  <a:pt x="15316" y="17405"/>
                </a:lnTo>
                <a:lnTo>
                  <a:pt x="14180" y="18703"/>
                </a:lnTo>
                <a:lnTo>
                  <a:pt x="13504" y="19423"/>
                </a:lnTo>
                <a:lnTo>
                  <a:pt x="11468" y="21600"/>
                </a:lnTo>
                <a:lnTo>
                  <a:pt x="7901" y="21182"/>
                </a:lnTo>
                <a:lnTo>
                  <a:pt x="5516" y="20794"/>
                </a:lnTo>
                <a:lnTo>
                  <a:pt x="3240" y="20208"/>
                </a:lnTo>
                <a:lnTo>
                  <a:pt x="0" y="19200"/>
                </a:lnTo>
                <a:lnTo>
                  <a:pt x="516" y="17705"/>
                </a:lnTo>
                <a:lnTo>
                  <a:pt x="1118" y="16294"/>
                </a:lnTo>
                <a:lnTo>
                  <a:pt x="1812" y="14933"/>
                </a:lnTo>
                <a:lnTo>
                  <a:pt x="2626" y="13586"/>
                </a:lnTo>
                <a:lnTo>
                  <a:pt x="3567" y="12221"/>
                </a:lnTo>
                <a:lnTo>
                  <a:pt x="4656" y="10800"/>
                </a:lnTo>
                <a:lnTo>
                  <a:pt x="5763" y="9288"/>
                </a:lnTo>
                <a:lnTo>
                  <a:pt x="6875" y="7766"/>
                </a:lnTo>
                <a:lnTo>
                  <a:pt x="7999" y="6226"/>
                </a:lnTo>
                <a:lnTo>
                  <a:pt x="9736" y="4339"/>
                </a:lnTo>
                <a:lnTo>
                  <a:pt x="11084" y="3072"/>
                </a:lnTo>
                <a:lnTo>
                  <a:pt x="12483" y="2126"/>
                </a:lnTo>
                <a:lnTo>
                  <a:pt x="14375" y="1202"/>
                </a:lnTo>
                <a:lnTo>
                  <a:pt x="17202" y="0"/>
                </a:lnTo>
                <a:close/>
              </a:path>
            </a:pathLst>
          </a:custGeom>
          <a:solidFill>
            <a:srgbClr val="9994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2" name="contour_15970"/>
          <p:cNvSpPr/>
          <p:nvPr/>
        </p:nvSpPr>
        <p:spPr>
          <a:xfrm>
            <a:off x="1415645" y="2106230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110F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3" name="contour_15971"/>
          <p:cNvSpPr/>
          <p:nvPr/>
        </p:nvSpPr>
        <p:spPr>
          <a:xfrm>
            <a:off x="10716434" y="206979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6" y="2052"/>
                </a:lnTo>
                <a:lnTo>
                  <a:pt x="11693" y="4117"/>
                </a:lnTo>
                <a:lnTo>
                  <a:pt x="12150" y="6212"/>
                </a:lnTo>
                <a:lnTo>
                  <a:pt x="13133" y="9076"/>
                </a:lnTo>
                <a:lnTo>
                  <a:pt x="14000" y="11120"/>
                </a:lnTo>
                <a:lnTo>
                  <a:pt x="15019" y="12658"/>
                </a:lnTo>
                <a:lnTo>
                  <a:pt x="16448" y="13988"/>
                </a:lnTo>
                <a:lnTo>
                  <a:pt x="18558" y="15427"/>
                </a:lnTo>
                <a:lnTo>
                  <a:pt x="21600" y="17280"/>
                </a:lnTo>
                <a:lnTo>
                  <a:pt x="19372" y="17816"/>
                </a:lnTo>
                <a:lnTo>
                  <a:pt x="17143" y="18351"/>
                </a:lnTo>
                <a:lnTo>
                  <a:pt x="14908" y="18887"/>
                </a:lnTo>
                <a:lnTo>
                  <a:pt x="12668" y="19423"/>
                </a:lnTo>
                <a:lnTo>
                  <a:pt x="10418" y="19963"/>
                </a:lnTo>
                <a:lnTo>
                  <a:pt x="8158" y="20507"/>
                </a:lnTo>
                <a:lnTo>
                  <a:pt x="5886" y="21051"/>
                </a:lnTo>
                <a:lnTo>
                  <a:pt x="3600" y="21600"/>
                </a:lnTo>
                <a:lnTo>
                  <a:pt x="2887" y="19034"/>
                </a:lnTo>
                <a:lnTo>
                  <a:pt x="2171" y="16459"/>
                </a:lnTo>
                <a:lnTo>
                  <a:pt x="1454" y="13876"/>
                </a:lnTo>
                <a:lnTo>
                  <a:pt x="731" y="11271"/>
                </a:lnTo>
                <a:lnTo>
                  <a:pt x="0" y="8640"/>
                </a:lnTo>
                <a:lnTo>
                  <a:pt x="2138" y="8640"/>
                </a:lnTo>
                <a:lnTo>
                  <a:pt x="4284" y="8640"/>
                </a:lnTo>
                <a:lnTo>
                  <a:pt x="6437" y="8640"/>
                </a:lnTo>
                <a:lnTo>
                  <a:pt x="8608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9A97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4" name="contour_15972"/>
          <p:cNvSpPr/>
          <p:nvPr/>
        </p:nvSpPr>
        <p:spPr>
          <a:xfrm>
            <a:off x="5133833" y="2070438"/>
            <a:ext cx="43728" cy="430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50" y="1275"/>
                </a:moveTo>
                <a:lnTo>
                  <a:pt x="20012" y="2295"/>
                </a:lnTo>
                <a:lnTo>
                  <a:pt x="21600" y="3329"/>
                </a:lnTo>
                <a:lnTo>
                  <a:pt x="20794" y="5576"/>
                </a:lnTo>
                <a:lnTo>
                  <a:pt x="19944" y="7758"/>
                </a:lnTo>
                <a:lnTo>
                  <a:pt x="19037" y="9885"/>
                </a:lnTo>
                <a:lnTo>
                  <a:pt x="18047" y="11960"/>
                </a:lnTo>
                <a:lnTo>
                  <a:pt x="16960" y="13988"/>
                </a:lnTo>
                <a:lnTo>
                  <a:pt x="15750" y="15983"/>
                </a:lnTo>
                <a:lnTo>
                  <a:pt x="14400" y="17946"/>
                </a:lnTo>
                <a:lnTo>
                  <a:pt x="11999" y="18995"/>
                </a:lnTo>
                <a:lnTo>
                  <a:pt x="9695" y="19791"/>
                </a:lnTo>
                <a:lnTo>
                  <a:pt x="7416" y="20390"/>
                </a:lnTo>
                <a:lnTo>
                  <a:pt x="5087" y="20851"/>
                </a:lnTo>
                <a:lnTo>
                  <a:pt x="2639" y="21235"/>
                </a:lnTo>
                <a:lnTo>
                  <a:pt x="0" y="21600"/>
                </a:lnTo>
                <a:lnTo>
                  <a:pt x="770" y="19367"/>
                </a:lnTo>
                <a:lnTo>
                  <a:pt x="1555" y="17138"/>
                </a:lnTo>
                <a:lnTo>
                  <a:pt x="2347" y="14913"/>
                </a:lnTo>
                <a:lnTo>
                  <a:pt x="3150" y="12691"/>
                </a:lnTo>
                <a:lnTo>
                  <a:pt x="3733" y="11039"/>
                </a:lnTo>
                <a:lnTo>
                  <a:pt x="4324" y="9373"/>
                </a:lnTo>
                <a:lnTo>
                  <a:pt x="4921" y="7685"/>
                </a:lnTo>
                <a:lnTo>
                  <a:pt x="6293" y="5123"/>
                </a:lnTo>
                <a:lnTo>
                  <a:pt x="7340" y="3541"/>
                </a:lnTo>
                <a:lnTo>
                  <a:pt x="8600" y="2284"/>
                </a:lnTo>
                <a:lnTo>
                  <a:pt x="10602" y="687"/>
                </a:lnTo>
                <a:lnTo>
                  <a:pt x="12859" y="128"/>
                </a:lnTo>
                <a:lnTo>
                  <a:pt x="14432" y="0"/>
                </a:lnTo>
                <a:lnTo>
                  <a:pt x="16049" y="365"/>
                </a:lnTo>
                <a:lnTo>
                  <a:pt x="18450" y="1275"/>
                </a:lnTo>
                <a:close/>
              </a:path>
            </a:pathLst>
          </a:custGeom>
          <a:solidFill>
            <a:srgbClr val="BDE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5" name="contour_15973"/>
          <p:cNvSpPr/>
          <p:nvPr/>
        </p:nvSpPr>
        <p:spPr>
          <a:xfrm>
            <a:off x="1220181" y="2068478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B7B8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6" name="contour_15974"/>
          <p:cNvSpPr/>
          <p:nvPr/>
        </p:nvSpPr>
        <p:spPr>
          <a:xfrm>
            <a:off x="7189046" y="204792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7" y="1166"/>
                </a:lnTo>
                <a:lnTo>
                  <a:pt x="4331" y="2346"/>
                </a:lnTo>
                <a:lnTo>
                  <a:pt x="6491" y="3538"/>
                </a:lnTo>
                <a:lnTo>
                  <a:pt x="8647" y="4735"/>
                </a:lnTo>
                <a:lnTo>
                  <a:pt x="10800" y="5940"/>
                </a:lnTo>
                <a:lnTo>
                  <a:pt x="11693" y="6432"/>
                </a:lnTo>
                <a:lnTo>
                  <a:pt x="13266" y="7296"/>
                </a:lnTo>
                <a:lnTo>
                  <a:pt x="16877" y="9279"/>
                </a:lnTo>
                <a:lnTo>
                  <a:pt x="18436" y="10493"/>
                </a:lnTo>
                <a:lnTo>
                  <a:pt x="20009" y="1172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253" y="21371"/>
                </a:lnTo>
                <a:lnTo>
                  <a:pt x="16949" y="21099"/>
                </a:lnTo>
                <a:lnTo>
                  <a:pt x="14677" y="20758"/>
                </a:lnTo>
                <a:lnTo>
                  <a:pt x="12434" y="20326"/>
                </a:lnTo>
                <a:lnTo>
                  <a:pt x="10213" y="19781"/>
                </a:lnTo>
                <a:lnTo>
                  <a:pt x="8006" y="19107"/>
                </a:lnTo>
                <a:lnTo>
                  <a:pt x="5803" y="18282"/>
                </a:lnTo>
                <a:lnTo>
                  <a:pt x="3600" y="17280"/>
                </a:lnTo>
                <a:lnTo>
                  <a:pt x="2369" y="14416"/>
                </a:lnTo>
                <a:lnTo>
                  <a:pt x="1508" y="11707"/>
                </a:lnTo>
                <a:lnTo>
                  <a:pt x="932" y="9037"/>
                </a:lnTo>
                <a:lnTo>
                  <a:pt x="544" y="6277"/>
                </a:lnTo>
                <a:lnTo>
                  <a:pt x="263" y="3309"/>
                </a:lnTo>
                <a:lnTo>
                  <a:pt x="0" y="0"/>
                </a:lnTo>
                <a:close/>
              </a:path>
            </a:pathLst>
          </a:custGeom>
          <a:solidFill>
            <a:srgbClr val="B1B4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7" name="contour_15975"/>
          <p:cNvSpPr/>
          <p:nvPr/>
        </p:nvSpPr>
        <p:spPr>
          <a:xfrm>
            <a:off x="2304780" y="2069790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BC9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8" name="contour_15976"/>
          <p:cNvSpPr/>
          <p:nvPr/>
        </p:nvSpPr>
        <p:spPr>
          <a:xfrm>
            <a:off x="1497125" y="206250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03030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79" name="contour_15977"/>
          <p:cNvSpPr/>
          <p:nvPr/>
        </p:nvSpPr>
        <p:spPr>
          <a:xfrm>
            <a:off x="1154589" y="205521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0"/>
                </a:lnTo>
                <a:lnTo>
                  <a:pt x="3672" y="0"/>
                </a:lnTo>
                <a:lnTo>
                  <a:pt x="5517" y="0"/>
                </a:lnTo>
                <a:lnTo>
                  <a:pt x="7378" y="0"/>
                </a:lnTo>
                <a:lnTo>
                  <a:pt x="9257" y="0"/>
                </a:lnTo>
                <a:lnTo>
                  <a:pt x="9257" y="3569"/>
                </a:lnTo>
                <a:lnTo>
                  <a:pt x="9257" y="7160"/>
                </a:lnTo>
                <a:lnTo>
                  <a:pt x="9257" y="10800"/>
                </a:lnTo>
                <a:lnTo>
                  <a:pt x="11294" y="10800"/>
                </a:lnTo>
                <a:lnTo>
                  <a:pt x="13333" y="10800"/>
                </a:lnTo>
                <a:lnTo>
                  <a:pt x="15382" y="10800"/>
                </a:lnTo>
                <a:lnTo>
                  <a:pt x="17440" y="10800"/>
                </a:lnTo>
                <a:lnTo>
                  <a:pt x="19511" y="10800"/>
                </a:lnTo>
                <a:lnTo>
                  <a:pt x="21600" y="10800"/>
                </a:lnTo>
                <a:lnTo>
                  <a:pt x="21017" y="14078"/>
                </a:lnTo>
                <a:lnTo>
                  <a:pt x="20498" y="16292"/>
                </a:lnTo>
                <a:lnTo>
                  <a:pt x="19761" y="18463"/>
                </a:lnTo>
                <a:lnTo>
                  <a:pt x="18514" y="21600"/>
                </a:lnTo>
                <a:lnTo>
                  <a:pt x="16351" y="21524"/>
                </a:lnTo>
                <a:lnTo>
                  <a:pt x="14777" y="21379"/>
                </a:lnTo>
                <a:lnTo>
                  <a:pt x="13340" y="21071"/>
                </a:lnTo>
                <a:lnTo>
                  <a:pt x="11587" y="20504"/>
                </a:lnTo>
                <a:lnTo>
                  <a:pt x="9066" y="19575"/>
                </a:lnTo>
                <a:lnTo>
                  <a:pt x="8313" y="19310"/>
                </a:lnTo>
                <a:lnTo>
                  <a:pt x="6983" y="18841"/>
                </a:lnTo>
                <a:lnTo>
                  <a:pt x="3940" y="17761"/>
                </a:lnTo>
                <a:lnTo>
                  <a:pt x="1984" y="16988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7872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0" name="contour_15978"/>
          <p:cNvSpPr/>
          <p:nvPr/>
        </p:nvSpPr>
        <p:spPr>
          <a:xfrm>
            <a:off x="2364396" y="206250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350" y="1474"/>
                </a:lnTo>
                <a:lnTo>
                  <a:pt x="17100" y="2954"/>
                </a:lnTo>
                <a:lnTo>
                  <a:pt x="14850" y="4428"/>
                </a:lnTo>
                <a:lnTo>
                  <a:pt x="12600" y="5908"/>
                </a:lnTo>
                <a:lnTo>
                  <a:pt x="10350" y="7382"/>
                </a:lnTo>
                <a:lnTo>
                  <a:pt x="8788" y="9077"/>
                </a:lnTo>
                <a:lnTo>
                  <a:pt x="7200" y="10800"/>
                </a:lnTo>
                <a:lnTo>
                  <a:pt x="7200" y="14369"/>
                </a:lnTo>
                <a:lnTo>
                  <a:pt x="7200" y="17960"/>
                </a:lnTo>
                <a:lnTo>
                  <a:pt x="7200" y="21600"/>
                </a:lnTo>
                <a:lnTo>
                  <a:pt x="4820" y="21600"/>
                </a:lnTo>
                <a:lnTo>
                  <a:pt x="242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222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1" name="contour_15979"/>
          <p:cNvSpPr/>
          <p:nvPr/>
        </p:nvSpPr>
        <p:spPr>
          <a:xfrm>
            <a:off x="10147971" y="2033350"/>
            <a:ext cx="51016" cy="4582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680"/>
                </a:lnTo>
                <a:lnTo>
                  <a:pt x="16015" y="1364"/>
                </a:lnTo>
                <a:lnTo>
                  <a:pt x="17860" y="2047"/>
                </a:lnTo>
                <a:lnTo>
                  <a:pt x="19721" y="2738"/>
                </a:lnTo>
                <a:lnTo>
                  <a:pt x="21600" y="3435"/>
                </a:lnTo>
                <a:lnTo>
                  <a:pt x="21085" y="5761"/>
                </a:lnTo>
                <a:lnTo>
                  <a:pt x="20535" y="8021"/>
                </a:lnTo>
                <a:lnTo>
                  <a:pt x="19937" y="10226"/>
                </a:lnTo>
                <a:lnTo>
                  <a:pt x="19261" y="12380"/>
                </a:lnTo>
                <a:lnTo>
                  <a:pt x="18496" y="14489"/>
                </a:lnTo>
                <a:lnTo>
                  <a:pt x="17613" y="16561"/>
                </a:lnTo>
                <a:lnTo>
                  <a:pt x="16598" y="18601"/>
                </a:lnTo>
                <a:lnTo>
                  <a:pt x="15429" y="20611"/>
                </a:lnTo>
                <a:lnTo>
                  <a:pt x="13179" y="21164"/>
                </a:lnTo>
                <a:lnTo>
                  <a:pt x="10982" y="21483"/>
                </a:lnTo>
                <a:lnTo>
                  <a:pt x="8816" y="21600"/>
                </a:lnTo>
                <a:lnTo>
                  <a:pt x="6659" y="21542"/>
                </a:lnTo>
                <a:lnTo>
                  <a:pt x="4487" y="21339"/>
                </a:lnTo>
                <a:lnTo>
                  <a:pt x="2274" y="21019"/>
                </a:lnTo>
                <a:lnTo>
                  <a:pt x="0" y="20611"/>
                </a:lnTo>
                <a:lnTo>
                  <a:pt x="670" y="20573"/>
                </a:lnTo>
                <a:lnTo>
                  <a:pt x="2700" y="20463"/>
                </a:lnTo>
                <a:lnTo>
                  <a:pt x="4845" y="20130"/>
                </a:lnTo>
                <a:lnTo>
                  <a:pt x="6795" y="19721"/>
                </a:lnTo>
                <a:lnTo>
                  <a:pt x="8631" y="19154"/>
                </a:lnTo>
                <a:lnTo>
                  <a:pt x="10451" y="18333"/>
                </a:lnTo>
                <a:lnTo>
                  <a:pt x="12343" y="17176"/>
                </a:lnTo>
                <a:lnTo>
                  <a:pt x="12753" y="14695"/>
                </a:lnTo>
                <a:lnTo>
                  <a:pt x="12982" y="12250"/>
                </a:lnTo>
                <a:lnTo>
                  <a:pt x="13062" y="9821"/>
                </a:lnTo>
                <a:lnTo>
                  <a:pt x="13009" y="7396"/>
                </a:lnTo>
                <a:lnTo>
                  <a:pt x="12858" y="4964"/>
                </a:lnTo>
                <a:lnTo>
                  <a:pt x="12627" y="2501"/>
                </a:lnTo>
                <a:lnTo>
                  <a:pt x="12343" y="0"/>
                </a:lnTo>
                <a:close/>
              </a:path>
            </a:pathLst>
          </a:custGeom>
          <a:solidFill>
            <a:srgbClr val="E2E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2" name="contour_15980"/>
          <p:cNvSpPr/>
          <p:nvPr/>
        </p:nvSpPr>
        <p:spPr>
          <a:xfrm>
            <a:off x="8675797" y="2040638"/>
            <a:ext cx="51016" cy="282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1226"/>
                </a:lnTo>
                <a:lnTo>
                  <a:pt x="7162" y="2452"/>
                </a:lnTo>
                <a:lnTo>
                  <a:pt x="9202" y="3684"/>
                </a:lnTo>
                <a:lnTo>
                  <a:pt x="11247" y="4915"/>
                </a:lnTo>
                <a:lnTo>
                  <a:pt x="13299" y="6147"/>
                </a:lnTo>
                <a:lnTo>
                  <a:pt x="15361" y="7389"/>
                </a:lnTo>
                <a:lnTo>
                  <a:pt x="17428" y="8632"/>
                </a:lnTo>
                <a:lnTo>
                  <a:pt x="19508" y="9886"/>
                </a:lnTo>
                <a:lnTo>
                  <a:pt x="21600" y="11146"/>
                </a:lnTo>
                <a:lnTo>
                  <a:pt x="18314" y="14612"/>
                </a:lnTo>
                <a:lnTo>
                  <a:pt x="15694" y="17292"/>
                </a:lnTo>
                <a:lnTo>
                  <a:pt x="13602" y="19254"/>
                </a:lnTo>
                <a:lnTo>
                  <a:pt x="11883" y="20575"/>
                </a:lnTo>
                <a:lnTo>
                  <a:pt x="10399" y="21333"/>
                </a:lnTo>
                <a:lnTo>
                  <a:pt x="9001" y="21600"/>
                </a:lnTo>
                <a:lnTo>
                  <a:pt x="7541" y="21450"/>
                </a:lnTo>
                <a:lnTo>
                  <a:pt x="5875" y="20959"/>
                </a:lnTo>
                <a:lnTo>
                  <a:pt x="3857" y="20201"/>
                </a:lnTo>
                <a:lnTo>
                  <a:pt x="1944" y="18474"/>
                </a:lnTo>
                <a:lnTo>
                  <a:pt x="0" y="16718"/>
                </a:lnTo>
                <a:lnTo>
                  <a:pt x="611" y="13408"/>
                </a:lnTo>
                <a:lnTo>
                  <a:pt x="1225" y="10087"/>
                </a:lnTo>
                <a:lnTo>
                  <a:pt x="1839" y="6754"/>
                </a:lnTo>
                <a:lnTo>
                  <a:pt x="2459" y="3394"/>
                </a:lnTo>
                <a:lnTo>
                  <a:pt x="3086" y="0"/>
                </a:lnTo>
                <a:close/>
              </a:path>
            </a:pathLst>
          </a:custGeom>
          <a:solidFill>
            <a:srgbClr val="D4E6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3" name="contour_15981"/>
          <p:cNvSpPr/>
          <p:nvPr/>
        </p:nvSpPr>
        <p:spPr>
          <a:xfrm>
            <a:off x="6912103" y="2011486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2037"/>
                </a:lnTo>
                <a:lnTo>
                  <a:pt x="21600" y="4076"/>
                </a:lnTo>
                <a:lnTo>
                  <a:pt x="21600" y="6125"/>
                </a:lnTo>
                <a:lnTo>
                  <a:pt x="21600" y="8183"/>
                </a:lnTo>
                <a:lnTo>
                  <a:pt x="21600" y="10254"/>
                </a:lnTo>
                <a:lnTo>
                  <a:pt x="21600" y="12343"/>
                </a:lnTo>
                <a:lnTo>
                  <a:pt x="18031" y="12343"/>
                </a:lnTo>
                <a:lnTo>
                  <a:pt x="14440" y="12343"/>
                </a:lnTo>
                <a:lnTo>
                  <a:pt x="10800" y="12343"/>
                </a:lnTo>
                <a:lnTo>
                  <a:pt x="9137" y="14639"/>
                </a:lnTo>
                <a:lnTo>
                  <a:pt x="8024" y="16268"/>
                </a:lnTo>
                <a:lnTo>
                  <a:pt x="7204" y="17675"/>
                </a:lnTo>
                <a:lnTo>
                  <a:pt x="6415" y="19304"/>
                </a:lnTo>
                <a:lnTo>
                  <a:pt x="5400" y="21600"/>
                </a:lnTo>
                <a:lnTo>
                  <a:pt x="3640" y="20051"/>
                </a:lnTo>
                <a:lnTo>
                  <a:pt x="2495" y="18894"/>
                </a:lnTo>
                <a:lnTo>
                  <a:pt x="1447" y="17545"/>
                </a:lnTo>
                <a:lnTo>
                  <a:pt x="0" y="15429"/>
                </a:lnTo>
                <a:lnTo>
                  <a:pt x="891" y="13065"/>
                </a:lnTo>
                <a:lnTo>
                  <a:pt x="1642" y="11433"/>
                </a:lnTo>
                <a:lnTo>
                  <a:pt x="2668" y="9776"/>
                </a:lnTo>
                <a:lnTo>
                  <a:pt x="4385" y="7329"/>
                </a:lnTo>
                <a:lnTo>
                  <a:pt x="5314" y="5949"/>
                </a:lnTo>
                <a:lnTo>
                  <a:pt x="6248" y="4564"/>
                </a:lnTo>
                <a:lnTo>
                  <a:pt x="7193" y="3157"/>
                </a:lnTo>
                <a:lnTo>
                  <a:pt x="8089" y="2373"/>
                </a:lnTo>
                <a:lnTo>
                  <a:pt x="10800" y="0"/>
                </a:lnTo>
                <a:close/>
              </a:path>
            </a:pathLst>
          </a:custGeom>
          <a:solidFill>
            <a:srgbClr val="D7E0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4" name="contour_15982"/>
          <p:cNvSpPr/>
          <p:nvPr/>
        </p:nvSpPr>
        <p:spPr>
          <a:xfrm>
            <a:off x="5075529" y="2018774"/>
            <a:ext cx="4471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5" y="0"/>
                </a:moveTo>
                <a:lnTo>
                  <a:pt x="21442" y="3059"/>
                </a:lnTo>
                <a:lnTo>
                  <a:pt x="21600" y="5266"/>
                </a:lnTo>
                <a:lnTo>
                  <a:pt x="21600" y="7236"/>
                </a:lnTo>
                <a:lnTo>
                  <a:pt x="21442" y="9590"/>
                </a:lnTo>
                <a:lnTo>
                  <a:pt x="21125" y="12960"/>
                </a:lnTo>
                <a:lnTo>
                  <a:pt x="18822" y="14515"/>
                </a:lnTo>
                <a:lnTo>
                  <a:pt x="17122" y="15561"/>
                </a:lnTo>
                <a:lnTo>
                  <a:pt x="15516" y="16338"/>
                </a:lnTo>
                <a:lnTo>
                  <a:pt x="13499" y="17103"/>
                </a:lnTo>
                <a:lnTo>
                  <a:pt x="10562" y="18092"/>
                </a:lnTo>
                <a:lnTo>
                  <a:pt x="8598" y="18775"/>
                </a:lnTo>
                <a:lnTo>
                  <a:pt x="6623" y="19466"/>
                </a:lnTo>
                <a:lnTo>
                  <a:pt x="4619" y="20166"/>
                </a:lnTo>
                <a:lnTo>
                  <a:pt x="3471" y="20524"/>
                </a:lnTo>
                <a:lnTo>
                  <a:pt x="0" y="21600"/>
                </a:lnTo>
                <a:lnTo>
                  <a:pt x="1010" y="18801"/>
                </a:lnTo>
                <a:lnTo>
                  <a:pt x="2039" y="16010"/>
                </a:lnTo>
                <a:lnTo>
                  <a:pt x="3081" y="13228"/>
                </a:lnTo>
                <a:lnTo>
                  <a:pt x="3940" y="10895"/>
                </a:lnTo>
                <a:lnTo>
                  <a:pt x="4813" y="8523"/>
                </a:lnTo>
                <a:lnTo>
                  <a:pt x="6440" y="5810"/>
                </a:lnTo>
                <a:lnTo>
                  <a:pt x="8105" y="3745"/>
                </a:lnTo>
                <a:lnTo>
                  <a:pt x="9844" y="2238"/>
                </a:lnTo>
                <a:lnTo>
                  <a:pt x="11700" y="1197"/>
                </a:lnTo>
                <a:lnTo>
                  <a:pt x="13717" y="544"/>
                </a:lnTo>
                <a:lnTo>
                  <a:pt x="15932" y="181"/>
                </a:lnTo>
                <a:lnTo>
                  <a:pt x="18386" y="30"/>
                </a:lnTo>
                <a:lnTo>
                  <a:pt x="21125" y="0"/>
                </a:lnTo>
                <a:close/>
              </a:path>
            </a:pathLst>
          </a:custGeom>
          <a:solidFill>
            <a:srgbClr val="B9E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5" name="contour_15983"/>
          <p:cNvSpPr/>
          <p:nvPr/>
        </p:nvSpPr>
        <p:spPr>
          <a:xfrm>
            <a:off x="7203622" y="199691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0849" y="17673"/>
                </a:lnTo>
                <a:lnTo>
                  <a:pt x="7160" y="14934"/>
                </a:lnTo>
                <a:lnTo>
                  <a:pt x="4682" y="13020"/>
                </a:lnTo>
                <a:lnTo>
                  <a:pt x="2959" y="11573"/>
                </a:lnTo>
                <a:lnTo>
                  <a:pt x="1550" y="10234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C5CB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6" name="contour_15984"/>
          <p:cNvSpPr/>
          <p:nvPr/>
        </p:nvSpPr>
        <p:spPr>
          <a:xfrm>
            <a:off x="11299474" y="2004198"/>
            <a:ext cx="51016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4" y="477"/>
                </a:lnTo>
                <a:lnTo>
                  <a:pt x="3629" y="973"/>
                </a:lnTo>
                <a:lnTo>
                  <a:pt x="5440" y="1484"/>
                </a:lnTo>
                <a:lnTo>
                  <a:pt x="7255" y="2015"/>
                </a:lnTo>
                <a:lnTo>
                  <a:pt x="9066" y="2553"/>
                </a:lnTo>
                <a:lnTo>
                  <a:pt x="10751" y="3029"/>
                </a:lnTo>
                <a:lnTo>
                  <a:pt x="12445" y="3506"/>
                </a:lnTo>
                <a:lnTo>
                  <a:pt x="14163" y="3989"/>
                </a:lnTo>
                <a:lnTo>
                  <a:pt x="16712" y="5732"/>
                </a:lnTo>
                <a:lnTo>
                  <a:pt x="18237" y="7338"/>
                </a:lnTo>
                <a:lnTo>
                  <a:pt x="19344" y="9748"/>
                </a:lnTo>
                <a:lnTo>
                  <a:pt x="20647" y="13880"/>
                </a:lnTo>
                <a:lnTo>
                  <a:pt x="21119" y="17128"/>
                </a:lnTo>
                <a:lnTo>
                  <a:pt x="21600" y="20422"/>
                </a:lnTo>
                <a:lnTo>
                  <a:pt x="19523" y="20783"/>
                </a:lnTo>
                <a:lnTo>
                  <a:pt x="17462" y="21103"/>
                </a:lnTo>
                <a:lnTo>
                  <a:pt x="15407" y="21362"/>
                </a:lnTo>
                <a:lnTo>
                  <a:pt x="13358" y="21532"/>
                </a:lnTo>
                <a:lnTo>
                  <a:pt x="11309" y="21600"/>
                </a:lnTo>
                <a:lnTo>
                  <a:pt x="9263" y="21546"/>
                </a:lnTo>
                <a:lnTo>
                  <a:pt x="7211" y="21341"/>
                </a:lnTo>
                <a:lnTo>
                  <a:pt x="5153" y="20974"/>
                </a:lnTo>
                <a:lnTo>
                  <a:pt x="3086" y="20422"/>
                </a:lnTo>
                <a:lnTo>
                  <a:pt x="1765" y="15358"/>
                </a:lnTo>
                <a:lnTo>
                  <a:pt x="944" y="11763"/>
                </a:lnTo>
                <a:lnTo>
                  <a:pt x="475" y="8659"/>
                </a:lnTo>
                <a:lnTo>
                  <a:pt x="210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DBE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7" name="contour_15985"/>
          <p:cNvSpPr/>
          <p:nvPr/>
        </p:nvSpPr>
        <p:spPr>
          <a:xfrm>
            <a:off x="10745586" y="2011486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40" y="0"/>
                </a:lnTo>
                <a:lnTo>
                  <a:pt x="4092" y="0"/>
                </a:lnTo>
                <a:lnTo>
                  <a:pt x="6171" y="0"/>
                </a:lnTo>
                <a:lnTo>
                  <a:pt x="6171" y="3569"/>
                </a:lnTo>
                <a:lnTo>
                  <a:pt x="6171" y="7160"/>
                </a:lnTo>
                <a:lnTo>
                  <a:pt x="6171" y="10800"/>
                </a:lnTo>
                <a:lnTo>
                  <a:pt x="8081" y="10130"/>
                </a:lnTo>
                <a:lnTo>
                  <a:pt x="9992" y="9461"/>
                </a:lnTo>
                <a:lnTo>
                  <a:pt x="11908" y="8791"/>
                </a:lnTo>
                <a:lnTo>
                  <a:pt x="13827" y="8122"/>
                </a:lnTo>
                <a:lnTo>
                  <a:pt x="15756" y="7447"/>
                </a:lnTo>
                <a:lnTo>
                  <a:pt x="17693" y="6766"/>
                </a:lnTo>
                <a:lnTo>
                  <a:pt x="19641" y="6086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502" y="21260"/>
                </a:lnTo>
                <a:lnTo>
                  <a:pt x="17416" y="20893"/>
                </a:lnTo>
                <a:lnTo>
                  <a:pt x="15345" y="20477"/>
                </a:lnTo>
                <a:lnTo>
                  <a:pt x="13284" y="20002"/>
                </a:lnTo>
                <a:lnTo>
                  <a:pt x="11232" y="19451"/>
                </a:lnTo>
                <a:lnTo>
                  <a:pt x="9186" y="18808"/>
                </a:lnTo>
                <a:lnTo>
                  <a:pt x="7150" y="18063"/>
                </a:lnTo>
                <a:lnTo>
                  <a:pt x="5116" y="17199"/>
                </a:lnTo>
                <a:lnTo>
                  <a:pt x="3086" y="16200"/>
                </a:lnTo>
                <a:lnTo>
                  <a:pt x="1765" y="12020"/>
                </a:lnTo>
                <a:lnTo>
                  <a:pt x="944" y="9088"/>
                </a:lnTo>
                <a:lnTo>
                  <a:pt x="475" y="6626"/>
                </a:lnTo>
                <a:lnTo>
                  <a:pt x="210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CBCE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8" name="contour_15986"/>
          <p:cNvSpPr/>
          <p:nvPr/>
        </p:nvSpPr>
        <p:spPr>
          <a:xfrm>
            <a:off x="9987635" y="201148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4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89" name="contour_15987"/>
          <p:cNvSpPr/>
          <p:nvPr/>
        </p:nvSpPr>
        <p:spPr>
          <a:xfrm>
            <a:off x="7479976" y="2004198"/>
            <a:ext cx="2390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3" y="0"/>
                </a:moveTo>
                <a:lnTo>
                  <a:pt x="6822" y="2465"/>
                </a:lnTo>
                <a:lnTo>
                  <a:pt x="11577" y="4382"/>
                </a:lnTo>
                <a:lnTo>
                  <a:pt x="15034" y="5894"/>
                </a:lnTo>
                <a:lnTo>
                  <a:pt x="17451" y="7156"/>
                </a:lnTo>
                <a:lnTo>
                  <a:pt x="19065" y="8310"/>
                </a:lnTo>
                <a:lnTo>
                  <a:pt x="20131" y="9507"/>
                </a:lnTo>
                <a:lnTo>
                  <a:pt x="20895" y="10896"/>
                </a:lnTo>
                <a:lnTo>
                  <a:pt x="21600" y="12621"/>
                </a:lnTo>
                <a:lnTo>
                  <a:pt x="21554" y="14318"/>
                </a:lnTo>
                <a:lnTo>
                  <a:pt x="21462" y="15635"/>
                </a:lnTo>
                <a:lnTo>
                  <a:pt x="21264" y="16999"/>
                </a:lnTo>
                <a:lnTo>
                  <a:pt x="20895" y="18844"/>
                </a:lnTo>
                <a:lnTo>
                  <a:pt x="20290" y="21600"/>
                </a:lnTo>
                <a:lnTo>
                  <a:pt x="16450" y="20736"/>
                </a:lnTo>
                <a:lnTo>
                  <a:pt x="12986" y="19878"/>
                </a:lnTo>
                <a:lnTo>
                  <a:pt x="9773" y="18977"/>
                </a:lnTo>
                <a:lnTo>
                  <a:pt x="6704" y="17971"/>
                </a:lnTo>
                <a:lnTo>
                  <a:pt x="3661" y="16808"/>
                </a:lnTo>
                <a:lnTo>
                  <a:pt x="533" y="15429"/>
                </a:lnTo>
                <a:lnTo>
                  <a:pt x="165" y="13238"/>
                </a:lnTo>
                <a:lnTo>
                  <a:pt x="0" y="11683"/>
                </a:lnTo>
                <a:lnTo>
                  <a:pt x="0" y="10025"/>
                </a:lnTo>
                <a:lnTo>
                  <a:pt x="125" y="7523"/>
                </a:lnTo>
                <a:lnTo>
                  <a:pt x="211" y="5409"/>
                </a:lnTo>
                <a:lnTo>
                  <a:pt x="303" y="3268"/>
                </a:lnTo>
                <a:lnTo>
                  <a:pt x="415" y="1645"/>
                </a:lnTo>
                <a:lnTo>
                  <a:pt x="533" y="0"/>
                </a:lnTo>
                <a:close/>
              </a:path>
            </a:pathLst>
          </a:custGeom>
          <a:solidFill>
            <a:srgbClr val="D8E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0" name="contour_15988"/>
          <p:cNvSpPr/>
          <p:nvPr/>
        </p:nvSpPr>
        <p:spPr>
          <a:xfrm>
            <a:off x="11219306" y="198962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208" y="8640"/>
                </a:lnTo>
                <a:lnTo>
                  <a:pt x="6426" y="8640"/>
                </a:lnTo>
                <a:lnTo>
                  <a:pt x="9655" y="8640"/>
                </a:lnTo>
                <a:lnTo>
                  <a:pt x="12911" y="8640"/>
                </a:lnTo>
                <a:lnTo>
                  <a:pt x="16200" y="8640"/>
                </a:lnTo>
                <a:lnTo>
                  <a:pt x="16200" y="5784"/>
                </a:lnTo>
                <a:lnTo>
                  <a:pt x="16200" y="2912"/>
                </a:lnTo>
                <a:lnTo>
                  <a:pt x="16200" y="0"/>
                </a:lnTo>
                <a:close/>
              </a:path>
            </a:pathLst>
          </a:custGeom>
          <a:solidFill>
            <a:srgbClr val="F0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1" name="contour_15989"/>
          <p:cNvSpPr/>
          <p:nvPr/>
        </p:nvSpPr>
        <p:spPr>
          <a:xfrm>
            <a:off x="11161002" y="1996910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101"/>
                </a:lnTo>
                <a:lnTo>
                  <a:pt x="6823" y="295"/>
                </a:lnTo>
                <a:lnTo>
                  <a:pt x="8260" y="706"/>
                </a:lnTo>
                <a:lnTo>
                  <a:pt x="10013" y="1462"/>
                </a:lnTo>
                <a:lnTo>
                  <a:pt x="12534" y="2700"/>
                </a:lnTo>
                <a:lnTo>
                  <a:pt x="13287" y="3053"/>
                </a:lnTo>
                <a:lnTo>
                  <a:pt x="14617" y="3679"/>
                </a:lnTo>
                <a:lnTo>
                  <a:pt x="17660" y="5119"/>
                </a:lnTo>
                <a:lnTo>
                  <a:pt x="19616" y="6149"/>
                </a:lnTo>
                <a:lnTo>
                  <a:pt x="21600" y="7200"/>
                </a:lnTo>
                <a:lnTo>
                  <a:pt x="20051" y="11570"/>
                </a:lnTo>
                <a:lnTo>
                  <a:pt x="18894" y="14522"/>
                </a:lnTo>
                <a:lnTo>
                  <a:pt x="17545" y="17417"/>
                </a:lnTo>
                <a:lnTo>
                  <a:pt x="15429" y="21600"/>
                </a:lnTo>
                <a:lnTo>
                  <a:pt x="13065" y="21463"/>
                </a:lnTo>
                <a:lnTo>
                  <a:pt x="11433" y="21139"/>
                </a:lnTo>
                <a:lnTo>
                  <a:pt x="9776" y="20369"/>
                </a:lnTo>
                <a:lnTo>
                  <a:pt x="7329" y="18900"/>
                </a:lnTo>
                <a:lnTo>
                  <a:pt x="5258" y="17698"/>
                </a:lnTo>
                <a:lnTo>
                  <a:pt x="3157" y="16481"/>
                </a:lnTo>
                <a:lnTo>
                  <a:pt x="1592" y="15451"/>
                </a:lnTo>
                <a:lnTo>
                  <a:pt x="0" y="14400"/>
                </a:lnTo>
                <a:lnTo>
                  <a:pt x="583" y="10030"/>
                </a:lnTo>
                <a:lnTo>
                  <a:pt x="1102" y="7078"/>
                </a:lnTo>
                <a:lnTo>
                  <a:pt x="1839" y="4183"/>
                </a:lnTo>
                <a:lnTo>
                  <a:pt x="3086" y="0"/>
                </a:lnTo>
                <a:close/>
              </a:path>
            </a:pathLst>
          </a:custGeom>
          <a:solidFill>
            <a:srgbClr val="E9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2" name="contour_15990"/>
          <p:cNvSpPr/>
          <p:nvPr/>
        </p:nvSpPr>
        <p:spPr>
          <a:xfrm>
            <a:off x="5192137" y="199691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94" y="2657"/>
                </a:lnTo>
                <a:lnTo>
                  <a:pt x="19944" y="5236"/>
                </a:lnTo>
                <a:lnTo>
                  <a:pt x="19037" y="7750"/>
                </a:lnTo>
                <a:lnTo>
                  <a:pt x="18047" y="10204"/>
                </a:lnTo>
                <a:lnTo>
                  <a:pt x="16960" y="12601"/>
                </a:lnTo>
                <a:lnTo>
                  <a:pt x="15750" y="14960"/>
                </a:lnTo>
                <a:lnTo>
                  <a:pt x="14400" y="17280"/>
                </a:lnTo>
                <a:lnTo>
                  <a:pt x="11999" y="18520"/>
                </a:lnTo>
                <a:lnTo>
                  <a:pt x="9695" y="19462"/>
                </a:lnTo>
                <a:lnTo>
                  <a:pt x="7416" y="20170"/>
                </a:lnTo>
                <a:lnTo>
                  <a:pt x="5087" y="20719"/>
                </a:lnTo>
                <a:lnTo>
                  <a:pt x="2639" y="21172"/>
                </a:lnTo>
                <a:lnTo>
                  <a:pt x="0" y="21600"/>
                </a:lnTo>
                <a:lnTo>
                  <a:pt x="698" y="18170"/>
                </a:lnTo>
                <a:lnTo>
                  <a:pt x="1444" y="15228"/>
                </a:lnTo>
                <a:lnTo>
                  <a:pt x="2315" y="12649"/>
                </a:lnTo>
                <a:lnTo>
                  <a:pt x="3402" y="10312"/>
                </a:lnTo>
                <a:lnTo>
                  <a:pt x="4784" y="8096"/>
                </a:lnTo>
                <a:lnTo>
                  <a:pt x="6548" y="5867"/>
                </a:lnTo>
                <a:lnTo>
                  <a:pt x="8777" y="3508"/>
                </a:lnTo>
                <a:lnTo>
                  <a:pt x="11178" y="2030"/>
                </a:lnTo>
                <a:lnTo>
                  <a:pt x="13000" y="1041"/>
                </a:lnTo>
                <a:lnTo>
                  <a:pt x="14598" y="436"/>
                </a:lnTo>
                <a:lnTo>
                  <a:pt x="16326" y="130"/>
                </a:lnTo>
                <a:lnTo>
                  <a:pt x="18540" y="17"/>
                </a:lnTo>
                <a:lnTo>
                  <a:pt x="21600" y="0"/>
                </a:lnTo>
                <a:close/>
              </a:path>
            </a:pathLst>
          </a:custGeom>
          <a:solidFill>
            <a:srgbClr val="CFE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3" name="contour_15991"/>
          <p:cNvSpPr/>
          <p:nvPr/>
        </p:nvSpPr>
        <p:spPr>
          <a:xfrm>
            <a:off x="826630" y="1994614"/>
            <a:ext cx="36440" cy="31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7"/>
                </a:moveTo>
                <a:lnTo>
                  <a:pt x="7534" y="526"/>
                </a:lnTo>
                <a:lnTo>
                  <a:pt x="9815" y="0"/>
                </a:lnTo>
                <a:lnTo>
                  <a:pt x="11785" y="0"/>
                </a:lnTo>
                <a:lnTo>
                  <a:pt x="14066" y="526"/>
                </a:lnTo>
                <a:lnTo>
                  <a:pt x="17280" y="1577"/>
                </a:lnTo>
                <a:lnTo>
                  <a:pt x="18459" y="4871"/>
                </a:lnTo>
                <a:lnTo>
                  <a:pt x="19367" y="8099"/>
                </a:lnTo>
                <a:lnTo>
                  <a:pt x="20071" y="11323"/>
                </a:lnTo>
                <a:lnTo>
                  <a:pt x="20632" y="14607"/>
                </a:lnTo>
                <a:lnTo>
                  <a:pt x="21120" y="18011"/>
                </a:lnTo>
                <a:lnTo>
                  <a:pt x="21600" y="21600"/>
                </a:lnTo>
                <a:lnTo>
                  <a:pt x="18926" y="20979"/>
                </a:lnTo>
                <a:lnTo>
                  <a:pt x="16252" y="20359"/>
                </a:lnTo>
                <a:lnTo>
                  <a:pt x="13569" y="19738"/>
                </a:lnTo>
                <a:lnTo>
                  <a:pt x="10882" y="19117"/>
                </a:lnTo>
                <a:lnTo>
                  <a:pt x="8182" y="18491"/>
                </a:lnTo>
                <a:lnTo>
                  <a:pt x="5469" y="17861"/>
                </a:lnTo>
                <a:lnTo>
                  <a:pt x="2743" y="17230"/>
                </a:lnTo>
                <a:lnTo>
                  <a:pt x="0" y="16594"/>
                </a:lnTo>
                <a:lnTo>
                  <a:pt x="683" y="12870"/>
                </a:lnTo>
                <a:lnTo>
                  <a:pt x="1248" y="10227"/>
                </a:lnTo>
                <a:lnTo>
                  <a:pt x="1905" y="7944"/>
                </a:lnTo>
                <a:lnTo>
                  <a:pt x="2860" y="5301"/>
                </a:lnTo>
                <a:lnTo>
                  <a:pt x="4320" y="1577"/>
                </a:lnTo>
                <a:close/>
              </a:path>
            </a:pathLst>
          </a:custGeom>
          <a:solidFill>
            <a:srgbClr val="1513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4" name="contour_15992"/>
          <p:cNvSpPr/>
          <p:nvPr/>
        </p:nvSpPr>
        <p:spPr>
          <a:xfrm>
            <a:off x="10286443" y="197504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89" y="1156"/>
                </a:lnTo>
                <a:lnTo>
                  <a:pt x="8653" y="2327"/>
                </a:lnTo>
                <a:lnTo>
                  <a:pt x="10809" y="3521"/>
                </a:lnTo>
                <a:lnTo>
                  <a:pt x="12960" y="4725"/>
                </a:lnTo>
                <a:lnTo>
                  <a:pt x="15371" y="6043"/>
                </a:lnTo>
                <a:lnTo>
                  <a:pt x="17820" y="7382"/>
                </a:lnTo>
                <a:lnTo>
                  <a:pt x="1969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CAD4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5" name="contour_15993"/>
          <p:cNvSpPr/>
          <p:nvPr/>
        </p:nvSpPr>
        <p:spPr>
          <a:xfrm>
            <a:off x="1876101" y="1975046"/>
            <a:ext cx="3052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58" y="0"/>
                </a:moveTo>
                <a:lnTo>
                  <a:pt x="10191" y="3085"/>
                </a:lnTo>
                <a:lnTo>
                  <a:pt x="13982" y="5497"/>
                </a:lnTo>
                <a:lnTo>
                  <a:pt x="16736" y="7434"/>
                </a:lnTo>
                <a:lnTo>
                  <a:pt x="18640" y="9090"/>
                </a:lnTo>
                <a:lnTo>
                  <a:pt x="19883" y="10663"/>
                </a:lnTo>
                <a:lnTo>
                  <a:pt x="20666" y="12355"/>
                </a:lnTo>
                <a:lnTo>
                  <a:pt x="21172" y="14360"/>
                </a:lnTo>
                <a:lnTo>
                  <a:pt x="21600" y="16877"/>
                </a:lnTo>
                <a:lnTo>
                  <a:pt x="21120" y="19220"/>
                </a:lnTo>
                <a:lnTo>
                  <a:pt x="20630" y="21600"/>
                </a:lnTo>
                <a:lnTo>
                  <a:pt x="16948" y="21139"/>
                </a:lnTo>
                <a:lnTo>
                  <a:pt x="14302" y="20722"/>
                </a:lnTo>
                <a:lnTo>
                  <a:pt x="11950" y="20174"/>
                </a:lnTo>
                <a:lnTo>
                  <a:pt x="9150" y="19325"/>
                </a:lnTo>
                <a:lnTo>
                  <a:pt x="5158" y="18000"/>
                </a:lnTo>
                <a:lnTo>
                  <a:pt x="3641" y="15682"/>
                </a:lnTo>
                <a:lnTo>
                  <a:pt x="2388" y="13356"/>
                </a:lnTo>
                <a:lnTo>
                  <a:pt x="1393" y="11005"/>
                </a:lnTo>
                <a:lnTo>
                  <a:pt x="660" y="8604"/>
                </a:lnTo>
                <a:lnTo>
                  <a:pt x="196" y="6145"/>
                </a:lnTo>
                <a:lnTo>
                  <a:pt x="0" y="3600"/>
                </a:lnTo>
                <a:lnTo>
                  <a:pt x="2558" y="1814"/>
                </a:lnTo>
                <a:lnTo>
                  <a:pt x="5158" y="0"/>
                </a:lnTo>
                <a:close/>
              </a:path>
            </a:pathLst>
          </a:custGeom>
          <a:solidFill>
            <a:srgbClr val="4C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6" name="contour_15994"/>
          <p:cNvSpPr/>
          <p:nvPr/>
        </p:nvSpPr>
        <p:spPr>
          <a:xfrm>
            <a:off x="1548141" y="19823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F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7" name="contour_15995"/>
          <p:cNvSpPr/>
          <p:nvPr/>
        </p:nvSpPr>
        <p:spPr>
          <a:xfrm>
            <a:off x="1314925" y="198233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3856"/>
                </a:lnTo>
                <a:lnTo>
                  <a:pt x="20546" y="6626"/>
                </a:lnTo>
                <a:lnTo>
                  <a:pt x="19889" y="9088"/>
                </a:lnTo>
                <a:lnTo>
                  <a:pt x="18870" y="12020"/>
                </a:lnTo>
                <a:lnTo>
                  <a:pt x="17280" y="16200"/>
                </a:lnTo>
                <a:lnTo>
                  <a:pt x="14429" y="17620"/>
                </a:lnTo>
                <a:lnTo>
                  <a:pt x="11629" y="18733"/>
                </a:lnTo>
                <a:lnTo>
                  <a:pt x="8843" y="19618"/>
                </a:lnTo>
                <a:lnTo>
                  <a:pt x="6005" y="20342"/>
                </a:lnTo>
                <a:lnTo>
                  <a:pt x="3076" y="2097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0B0B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8" name="contour_15996"/>
          <p:cNvSpPr/>
          <p:nvPr/>
        </p:nvSpPr>
        <p:spPr>
          <a:xfrm>
            <a:off x="979678" y="1975046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847"/>
                </a:lnTo>
                <a:lnTo>
                  <a:pt x="8057" y="1694"/>
                </a:lnTo>
                <a:lnTo>
                  <a:pt x="10292" y="2541"/>
                </a:lnTo>
                <a:lnTo>
                  <a:pt x="12532" y="3388"/>
                </a:lnTo>
                <a:lnTo>
                  <a:pt x="14782" y="4242"/>
                </a:lnTo>
                <a:lnTo>
                  <a:pt x="17042" y="5103"/>
                </a:lnTo>
                <a:lnTo>
                  <a:pt x="19314" y="5964"/>
                </a:lnTo>
                <a:lnTo>
                  <a:pt x="21600" y="6831"/>
                </a:lnTo>
                <a:lnTo>
                  <a:pt x="20707" y="10213"/>
                </a:lnTo>
                <a:lnTo>
                  <a:pt x="19814" y="13614"/>
                </a:lnTo>
                <a:lnTo>
                  <a:pt x="18911" y="17030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0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713" y="16436"/>
                </a:lnTo>
                <a:lnTo>
                  <a:pt x="1429" y="12364"/>
                </a:lnTo>
                <a:lnTo>
                  <a:pt x="2146" y="8279"/>
                </a:lnTo>
                <a:lnTo>
                  <a:pt x="2869" y="4160"/>
                </a:lnTo>
                <a:lnTo>
                  <a:pt x="3600" y="0"/>
                </a:lnTo>
                <a:close/>
              </a:path>
            </a:pathLst>
          </a:custGeom>
          <a:solidFill>
            <a:srgbClr val="9799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5999" name="contour_15997"/>
          <p:cNvSpPr/>
          <p:nvPr/>
        </p:nvSpPr>
        <p:spPr>
          <a:xfrm>
            <a:off x="5016511" y="1945894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64" y="0"/>
                </a:lnTo>
                <a:lnTo>
                  <a:pt x="16901" y="0"/>
                </a:lnTo>
                <a:lnTo>
                  <a:pt x="21600" y="0"/>
                </a:lnTo>
                <a:lnTo>
                  <a:pt x="20833" y="2376"/>
                </a:lnTo>
                <a:lnTo>
                  <a:pt x="20066" y="4756"/>
                </a:lnTo>
                <a:lnTo>
                  <a:pt x="19299" y="7135"/>
                </a:lnTo>
                <a:lnTo>
                  <a:pt x="18525" y="9522"/>
                </a:lnTo>
                <a:lnTo>
                  <a:pt x="17751" y="11916"/>
                </a:lnTo>
                <a:lnTo>
                  <a:pt x="16977" y="14321"/>
                </a:lnTo>
                <a:lnTo>
                  <a:pt x="16197" y="16733"/>
                </a:lnTo>
                <a:lnTo>
                  <a:pt x="15416" y="19159"/>
                </a:lnTo>
                <a:lnTo>
                  <a:pt x="14628" y="21600"/>
                </a:lnTo>
                <a:lnTo>
                  <a:pt x="10019" y="21600"/>
                </a:lnTo>
                <a:lnTo>
                  <a:pt x="5383" y="21600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D9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0" name="contour_15998"/>
          <p:cNvSpPr/>
          <p:nvPr/>
        </p:nvSpPr>
        <p:spPr>
          <a:xfrm>
            <a:off x="2196772" y="1953182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030"/>
                </a:lnTo>
                <a:lnTo>
                  <a:pt x="0" y="16456"/>
                </a:lnTo>
                <a:lnTo>
                  <a:pt x="0" y="13885"/>
                </a:lnTo>
                <a:lnTo>
                  <a:pt x="0" y="11315"/>
                </a:lnTo>
                <a:lnTo>
                  <a:pt x="0" y="8744"/>
                </a:lnTo>
                <a:lnTo>
                  <a:pt x="0" y="6170"/>
                </a:lnTo>
                <a:lnTo>
                  <a:pt x="0" y="3600"/>
                </a:lnTo>
                <a:lnTo>
                  <a:pt x="4298" y="2246"/>
                </a:lnTo>
                <a:lnTo>
                  <a:pt x="8251" y="1231"/>
                </a:lnTo>
                <a:lnTo>
                  <a:pt x="12218" y="533"/>
                </a:lnTo>
                <a:lnTo>
                  <a:pt x="16553" y="130"/>
                </a:lnTo>
                <a:lnTo>
                  <a:pt x="21600" y="0"/>
                </a:lnTo>
                <a:close/>
              </a:path>
            </a:pathLst>
          </a:custGeom>
          <a:solidFill>
            <a:srgbClr val="5656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1" name="contour_15999"/>
          <p:cNvSpPr/>
          <p:nvPr/>
        </p:nvSpPr>
        <p:spPr>
          <a:xfrm>
            <a:off x="2131180" y="195318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71" y="1550"/>
                </a:lnTo>
                <a:lnTo>
                  <a:pt x="10164" y="3127"/>
                </a:lnTo>
                <a:lnTo>
                  <a:pt x="12152" y="4725"/>
                </a:lnTo>
                <a:lnTo>
                  <a:pt x="12985" y="5384"/>
                </a:lnTo>
                <a:lnTo>
                  <a:pt x="15512" y="7382"/>
                </a:lnTo>
                <a:lnTo>
                  <a:pt x="17002" y="9137"/>
                </a:lnTo>
                <a:lnTo>
                  <a:pt x="18064" y="10751"/>
                </a:lnTo>
                <a:lnTo>
                  <a:pt x="18989" y="12911"/>
                </a:lnTo>
                <a:lnTo>
                  <a:pt x="20069" y="16303"/>
                </a:lnTo>
                <a:lnTo>
                  <a:pt x="21600" y="21600"/>
                </a:lnTo>
                <a:lnTo>
                  <a:pt x="19462" y="21065"/>
                </a:lnTo>
                <a:lnTo>
                  <a:pt x="17320" y="20531"/>
                </a:lnTo>
                <a:lnTo>
                  <a:pt x="15179" y="19996"/>
                </a:lnTo>
                <a:lnTo>
                  <a:pt x="13034" y="19456"/>
                </a:lnTo>
                <a:lnTo>
                  <a:pt x="10880" y="18922"/>
                </a:lnTo>
                <a:lnTo>
                  <a:pt x="8723" y="18382"/>
                </a:lnTo>
                <a:lnTo>
                  <a:pt x="6557" y="17842"/>
                </a:lnTo>
                <a:lnTo>
                  <a:pt x="4382" y="17296"/>
                </a:lnTo>
                <a:lnTo>
                  <a:pt x="2197" y="16751"/>
                </a:lnTo>
                <a:lnTo>
                  <a:pt x="0" y="16200"/>
                </a:lnTo>
                <a:lnTo>
                  <a:pt x="1527" y="14861"/>
                </a:lnTo>
                <a:lnTo>
                  <a:pt x="3064" y="13522"/>
                </a:lnTo>
                <a:lnTo>
                  <a:pt x="4607" y="12166"/>
                </a:lnTo>
                <a:lnTo>
                  <a:pt x="6171" y="10800"/>
                </a:lnTo>
                <a:lnTo>
                  <a:pt x="6171" y="7231"/>
                </a:lnTo>
                <a:lnTo>
                  <a:pt x="6171" y="3640"/>
                </a:lnTo>
                <a:lnTo>
                  <a:pt x="6171" y="0"/>
                </a:lnTo>
                <a:close/>
              </a:path>
            </a:pathLst>
          </a:custGeom>
          <a:solidFill>
            <a:srgbClr val="7A7B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2" name="contour_16000"/>
          <p:cNvSpPr/>
          <p:nvPr/>
        </p:nvSpPr>
        <p:spPr>
          <a:xfrm>
            <a:off x="1191029" y="1954304"/>
            <a:ext cx="51016" cy="280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368"/>
                </a:moveTo>
                <a:lnTo>
                  <a:pt x="19656" y="11378"/>
                </a:lnTo>
                <a:lnTo>
                  <a:pt x="17712" y="12389"/>
                </a:lnTo>
                <a:lnTo>
                  <a:pt x="15765" y="13400"/>
                </a:lnTo>
                <a:lnTo>
                  <a:pt x="13815" y="14417"/>
                </a:lnTo>
                <a:lnTo>
                  <a:pt x="11858" y="15433"/>
                </a:lnTo>
                <a:lnTo>
                  <a:pt x="9902" y="16450"/>
                </a:lnTo>
                <a:lnTo>
                  <a:pt x="7936" y="17472"/>
                </a:lnTo>
                <a:lnTo>
                  <a:pt x="5965" y="18500"/>
                </a:lnTo>
                <a:lnTo>
                  <a:pt x="3987" y="19528"/>
                </a:lnTo>
                <a:lnTo>
                  <a:pt x="1996" y="20561"/>
                </a:lnTo>
                <a:lnTo>
                  <a:pt x="0" y="21600"/>
                </a:lnTo>
                <a:lnTo>
                  <a:pt x="1315" y="14484"/>
                </a:lnTo>
                <a:lnTo>
                  <a:pt x="2277" y="9587"/>
                </a:lnTo>
                <a:lnTo>
                  <a:pt x="3058" y="6335"/>
                </a:lnTo>
                <a:lnTo>
                  <a:pt x="3823" y="4134"/>
                </a:lnTo>
                <a:lnTo>
                  <a:pt x="4733" y="2404"/>
                </a:lnTo>
                <a:lnTo>
                  <a:pt x="5955" y="562"/>
                </a:lnTo>
                <a:lnTo>
                  <a:pt x="8174" y="0"/>
                </a:lnTo>
                <a:lnTo>
                  <a:pt x="10251" y="208"/>
                </a:lnTo>
                <a:lnTo>
                  <a:pt x="12216" y="1061"/>
                </a:lnTo>
                <a:lnTo>
                  <a:pt x="14105" y="2432"/>
                </a:lnTo>
                <a:lnTo>
                  <a:pt x="15953" y="4173"/>
                </a:lnTo>
                <a:lnTo>
                  <a:pt x="17795" y="6167"/>
                </a:lnTo>
                <a:lnTo>
                  <a:pt x="19665" y="8278"/>
                </a:lnTo>
                <a:lnTo>
                  <a:pt x="21600" y="10368"/>
                </a:lnTo>
                <a:close/>
              </a:path>
            </a:pathLst>
          </a:custGeom>
          <a:solidFill>
            <a:srgbClr val="38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3" name="contour_16001"/>
          <p:cNvSpPr/>
          <p:nvPr/>
        </p:nvSpPr>
        <p:spPr>
          <a:xfrm>
            <a:off x="265454" y="1916742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93" y="1913"/>
                </a:lnTo>
                <a:lnTo>
                  <a:pt x="1789" y="3836"/>
                </a:lnTo>
                <a:lnTo>
                  <a:pt x="2700" y="5786"/>
                </a:lnTo>
                <a:lnTo>
                  <a:pt x="4050" y="7927"/>
                </a:lnTo>
                <a:lnTo>
                  <a:pt x="5479" y="9763"/>
                </a:lnTo>
                <a:lnTo>
                  <a:pt x="7002" y="11337"/>
                </a:lnTo>
                <a:lnTo>
                  <a:pt x="8636" y="12692"/>
                </a:lnTo>
                <a:lnTo>
                  <a:pt x="10393" y="13867"/>
                </a:lnTo>
                <a:lnTo>
                  <a:pt x="12290" y="14904"/>
                </a:lnTo>
                <a:lnTo>
                  <a:pt x="14346" y="15845"/>
                </a:lnTo>
                <a:lnTo>
                  <a:pt x="16571" y="16734"/>
                </a:lnTo>
                <a:lnTo>
                  <a:pt x="18983" y="17610"/>
                </a:lnTo>
                <a:lnTo>
                  <a:pt x="21600" y="18514"/>
                </a:lnTo>
                <a:lnTo>
                  <a:pt x="19224" y="18854"/>
                </a:lnTo>
                <a:lnTo>
                  <a:pt x="16844" y="19193"/>
                </a:lnTo>
                <a:lnTo>
                  <a:pt x="14465" y="19533"/>
                </a:lnTo>
                <a:lnTo>
                  <a:pt x="12078" y="19875"/>
                </a:lnTo>
                <a:lnTo>
                  <a:pt x="9684" y="20218"/>
                </a:lnTo>
                <a:lnTo>
                  <a:pt x="7279" y="20560"/>
                </a:lnTo>
                <a:lnTo>
                  <a:pt x="4867" y="20906"/>
                </a:lnTo>
                <a:lnTo>
                  <a:pt x="2441" y="21251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B78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4" name="contour_16002"/>
          <p:cNvSpPr/>
          <p:nvPr/>
        </p:nvSpPr>
        <p:spPr>
          <a:xfrm>
            <a:off x="11066258" y="191674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04" y="893"/>
                </a:lnTo>
                <a:lnTo>
                  <a:pt x="8226" y="1793"/>
                </a:lnTo>
                <a:lnTo>
                  <a:pt x="10577" y="2700"/>
                </a:lnTo>
                <a:lnTo>
                  <a:pt x="11549" y="3082"/>
                </a:lnTo>
                <a:lnTo>
                  <a:pt x="14497" y="4219"/>
                </a:lnTo>
                <a:lnTo>
                  <a:pt x="16236" y="5789"/>
                </a:lnTo>
                <a:lnTo>
                  <a:pt x="17474" y="7481"/>
                </a:lnTo>
                <a:lnTo>
                  <a:pt x="18554" y="10123"/>
                </a:lnTo>
                <a:lnTo>
                  <a:pt x="19814" y="1455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E6D8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5" name="contour_16003"/>
          <p:cNvSpPr/>
          <p:nvPr/>
        </p:nvSpPr>
        <p:spPr>
          <a:xfrm>
            <a:off x="7043286" y="1894878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498" y="839"/>
                </a:lnTo>
                <a:lnTo>
                  <a:pt x="10220" y="3377"/>
                </a:lnTo>
                <a:lnTo>
                  <a:pt x="11735" y="5674"/>
                </a:lnTo>
                <a:lnTo>
                  <a:pt x="13346" y="7330"/>
                </a:lnTo>
                <a:lnTo>
                  <a:pt x="15095" y="8507"/>
                </a:lnTo>
                <a:lnTo>
                  <a:pt x="17024" y="9367"/>
                </a:lnTo>
                <a:lnTo>
                  <a:pt x="19178" y="10076"/>
                </a:lnTo>
                <a:lnTo>
                  <a:pt x="21600" y="10800"/>
                </a:lnTo>
                <a:lnTo>
                  <a:pt x="19767" y="10800"/>
                </a:lnTo>
                <a:lnTo>
                  <a:pt x="17928" y="10800"/>
                </a:lnTo>
                <a:lnTo>
                  <a:pt x="16083" y="10800"/>
                </a:lnTo>
                <a:lnTo>
                  <a:pt x="14222" y="10800"/>
                </a:lnTo>
                <a:lnTo>
                  <a:pt x="12343" y="10800"/>
                </a:lnTo>
                <a:lnTo>
                  <a:pt x="12954" y="12938"/>
                </a:lnTo>
                <a:lnTo>
                  <a:pt x="13568" y="15084"/>
                </a:lnTo>
                <a:lnTo>
                  <a:pt x="14182" y="17237"/>
                </a:lnTo>
                <a:lnTo>
                  <a:pt x="14802" y="19408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9257" y="19462"/>
                </a:lnTo>
                <a:lnTo>
                  <a:pt x="9257" y="17316"/>
                </a:lnTo>
                <a:lnTo>
                  <a:pt x="9257" y="15163"/>
                </a:lnTo>
                <a:lnTo>
                  <a:pt x="9257" y="12992"/>
                </a:lnTo>
                <a:lnTo>
                  <a:pt x="9257" y="10800"/>
                </a:lnTo>
                <a:lnTo>
                  <a:pt x="7424" y="11513"/>
                </a:lnTo>
                <a:lnTo>
                  <a:pt x="5585" y="12229"/>
                </a:lnTo>
                <a:lnTo>
                  <a:pt x="3740" y="12946"/>
                </a:lnTo>
                <a:lnTo>
                  <a:pt x="1879" y="13669"/>
                </a:lnTo>
                <a:lnTo>
                  <a:pt x="0" y="14400"/>
                </a:lnTo>
                <a:lnTo>
                  <a:pt x="0" y="12020"/>
                </a:lnTo>
                <a:lnTo>
                  <a:pt x="0" y="9626"/>
                </a:lnTo>
                <a:lnTo>
                  <a:pt x="0" y="7200"/>
                </a:lnTo>
                <a:lnTo>
                  <a:pt x="1833" y="7200"/>
                </a:lnTo>
                <a:lnTo>
                  <a:pt x="3672" y="7200"/>
                </a:lnTo>
                <a:lnTo>
                  <a:pt x="5517" y="7200"/>
                </a:lnTo>
                <a:lnTo>
                  <a:pt x="7378" y="7200"/>
                </a:lnTo>
                <a:lnTo>
                  <a:pt x="9257" y="7200"/>
                </a:lnTo>
                <a:lnTo>
                  <a:pt x="9257" y="4820"/>
                </a:lnTo>
                <a:lnTo>
                  <a:pt x="9257" y="2426"/>
                </a:lnTo>
                <a:lnTo>
                  <a:pt x="9257" y="0"/>
                </a:lnTo>
                <a:close/>
              </a:path>
            </a:pathLst>
          </a:custGeom>
          <a:solidFill>
            <a:srgbClr val="9799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6" name="contour_16004"/>
          <p:cNvSpPr/>
          <p:nvPr/>
        </p:nvSpPr>
        <p:spPr>
          <a:xfrm>
            <a:off x="11139138" y="1894878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71" y="670"/>
                </a:lnTo>
                <a:lnTo>
                  <a:pt x="11443" y="1339"/>
                </a:lnTo>
                <a:lnTo>
                  <a:pt x="13119" y="2009"/>
                </a:lnTo>
                <a:lnTo>
                  <a:pt x="14799" y="2678"/>
                </a:lnTo>
                <a:lnTo>
                  <a:pt x="16486" y="3353"/>
                </a:lnTo>
                <a:lnTo>
                  <a:pt x="18182" y="4034"/>
                </a:lnTo>
                <a:lnTo>
                  <a:pt x="19886" y="4714"/>
                </a:lnTo>
                <a:lnTo>
                  <a:pt x="21600" y="5400"/>
                </a:lnTo>
                <a:lnTo>
                  <a:pt x="19907" y="7927"/>
                </a:lnTo>
                <a:lnTo>
                  <a:pt x="18228" y="10152"/>
                </a:lnTo>
                <a:lnTo>
                  <a:pt x="16551" y="12101"/>
                </a:lnTo>
                <a:lnTo>
                  <a:pt x="14866" y="13808"/>
                </a:lnTo>
                <a:lnTo>
                  <a:pt x="13165" y="15287"/>
                </a:lnTo>
                <a:lnTo>
                  <a:pt x="11437" y="16567"/>
                </a:lnTo>
                <a:lnTo>
                  <a:pt x="9674" y="17685"/>
                </a:lnTo>
                <a:lnTo>
                  <a:pt x="7868" y="18652"/>
                </a:lnTo>
                <a:lnTo>
                  <a:pt x="6005" y="19499"/>
                </a:lnTo>
                <a:lnTo>
                  <a:pt x="4080" y="20261"/>
                </a:lnTo>
                <a:lnTo>
                  <a:pt x="2082" y="20952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604" y="10800"/>
                </a:lnTo>
                <a:lnTo>
                  <a:pt x="3213" y="10800"/>
                </a:lnTo>
                <a:lnTo>
                  <a:pt x="4828" y="10800"/>
                </a:lnTo>
                <a:lnTo>
                  <a:pt x="6456" y="10800"/>
                </a:lnTo>
                <a:lnTo>
                  <a:pt x="8100" y="10800"/>
                </a:lnTo>
                <a:lnTo>
                  <a:pt x="8100" y="7231"/>
                </a:lnTo>
                <a:lnTo>
                  <a:pt x="8100" y="3640"/>
                </a:lnTo>
                <a:lnTo>
                  <a:pt x="8100" y="0"/>
                </a:lnTo>
                <a:close/>
              </a:path>
            </a:pathLst>
          </a:custGeom>
          <a:solidFill>
            <a:srgbClr val="7572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7" name="contour_16005"/>
          <p:cNvSpPr/>
          <p:nvPr/>
        </p:nvSpPr>
        <p:spPr>
          <a:xfrm>
            <a:off x="2524732" y="1886329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556"/>
                </a:lnTo>
                <a:lnTo>
                  <a:pt x="0" y="13499"/>
                </a:lnTo>
                <a:lnTo>
                  <a:pt x="0" y="9428"/>
                </a:lnTo>
                <a:lnTo>
                  <a:pt x="0" y="5323"/>
                </a:lnTo>
                <a:lnTo>
                  <a:pt x="0" y="1178"/>
                </a:lnTo>
                <a:close/>
              </a:path>
            </a:pathLst>
          </a:custGeom>
          <a:solidFill>
            <a:srgbClr val="7C76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8" name="contour_16006"/>
          <p:cNvSpPr/>
          <p:nvPr/>
        </p:nvSpPr>
        <p:spPr>
          <a:xfrm>
            <a:off x="2204060" y="190216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696" y="20707"/>
                </a:lnTo>
                <a:lnTo>
                  <a:pt x="13374" y="19807"/>
                </a:lnTo>
                <a:lnTo>
                  <a:pt x="11023" y="18900"/>
                </a:lnTo>
                <a:lnTo>
                  <a:pt x="9079" y="18144"/>
                </a:lnTo>
                <a:lnTo>
                  <a:pt x="7103" y="17381"/>
                </a:lnTo>
                <a:lnTo>
                  <a:pt x="5364" y="15811"/>
                </a:lnTo>
                <a:lnTo>
                  <a:pt x="4126" y="14119"/>
                </a:lnTo>
                <a:lnTo>
                  <a:pt x="3046" y="11477"/>
                </a:lnTo>
                <a:lnTo>
                  <a:pt x="1786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5553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09" name="contour_16007"/>
          <p:cNvSpPr/>
          <p:nvPr/>
        </p:nvSpPr>
        <p:spPr>
          <a:xfrm>
            <a:off x="1189105" y="1880302"/>
            <a:ext cx="383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97" y="0"/>
                </a:moveTo>
                <a:lnTo>
                  <a:pt x="18309" y="2138"/>
                </a:lnTo>
                <a:lnTo>
                  <a:pt x="19126" y="4284"/>
                </a:lnTo>
                <a:lnTo>
                  <a:pt x="19942" y="6437"/>
                </a:lnTo>
                <a:lnTo>
                  <a:pt x="20767" y="8608"/>
                </a:lnTo>
                <a:lnTo>
                  <a:pt x="21600" y="10800"/>
                </a:lnTo>
                <a:lnTo>
                  <a:pt x="18974" y="11246"/>
                </a:lnTo>
                <a:lnTo>
                  <a:pt x="16327" y="11696"/>
                </a:lnTo>
                <a:lnTo>
                  <a:pt x="13648" y="12150"/>
                </a:lnTo>
                <a:lnTo>
                  <a:pt x="9700" y="13021"/>
                </a:lnTo>
                <a:lnTo>
                  <a:pt x="7123" y="13774"/>
                </a:lnTo>
                <a:lnTo>
                  <a:pt x="5371" y="14699"/>
                </a:lnTo>
                <a:lnTo>
                  <a:pt x="3882" y="16085"/>
                </a:lnTo>
                <a:lnTo>
                  <a:pt x="2109" y="18223"/>
                </a:lnTo>
                <a:lnTo>
                  <a:pt x="1600" y="19901"/>
                </a:lnTo>
                <a:lnTo>
                  <a:pt x="1083" y="21600"/>
                </a:lnTo>
                <a:lnTo>
                  <a:pt x="480" y="17572"/>
                </a:lnTo>
                <a:lnTo>
                  <a:pt x="119" y="14728"/>
                </a:lnTo>
                <a:lnTo>
                  <a:pt x="0" y="12668"/>
                </a:lnTo>
                <a:lnTo>
                  <a:pt x="119" y="10991"/>
                </a:lnTo>
                <a:lnTo>
                  <a:pt x="480" y="9302"/>
                </a:lnTo>
                <a:lnTo>
                  <a:pt x="1083" y="7200"/>
                </a:lnTo>
                <a:lnTo>
                  <a:pt x="3254" y="5789"/>
                </a:lnTo>
                <a:lnTo>
                  <a:pt x="5474" y="4554"/>
                </a:lnTo>
                <a:lnTo>
                  <a:pt x="7747" y="3460"/>
                </a:lnTo>
                <a:lnTo>
                  <a:pt x="10078" y="2484"/>
                </a:lnTo>
                <a:lnTo>
                  <a:pt x="12478" y="1602"/>
                </a:lnTo>
                <a:lnTo>
                  <a:pt x="14948" y="781"/>
                </a:lnTo>
                <a:lnTo>
                  <a:pt x="17497" y="0"/>
                </a:lnTo>
                <a:close/>
              </a:path>
            </a:pathLst>
          </a:custGeom>
          <a:solidFill>
            <a:srgbClr val="7B78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0" name="contour_16008"/>
          <p:cNvSpPr/>
          <p:nvPr/>
        </p:nvSpPr>
        <p:spPr>
          <a:xfrm>
            <a:off x="1037982" y="189487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3856"/>
                </a:lnTo>
                <a:lnTo>
                  <a:pt x="20546" y="6626"/>
                </a:lnTo>
                <a:lnTo>
                  <a:pt x="19889" y="9088"/>
                </a:lnTo>
                <a:lnTo>
                  <a:pt x="18870" y="12020"/>
                </a:lnTo>
                <a:lnTo>
                  <a:pt x="17280" y="16200"/>
                </a:lnTo>
                <a:lnTo>
                  <a:pt x="14429" y="17620"/>
                </a:lnTo>
                <a:lnTo>
                  <a:pt x="11629" y="18733"/>
                </a:lnTo>
                <a:lnTo>
                  <a:pt x="8843" y="19618"/>
                </a:lnTo>
                <a:lnTo>
                  <a:pt x="6005" y="20342"/>
                </a:lnTo>
                <a:lnTo>
                  <a:pt x="3076" y="2097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84E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1" name="contour_16009"/>
          <p:cNvSpPr/>
          <p:nvPr/>
        </p:nvSpPr>
        <p:spPr>
          <a:xfrm>
            <a:off x="622566" y="1902793"/>
            <a:ext cx="36440" cy="297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20" y="1865"/>
                </a:moveTo>
                <a:lnTo>
                  <a:pt x="19695" y="3343"/>
                </a:lnTo>
                <a:lnTo>
                  <a:pt x="21600" y="4842"/>
                </a:lnTo>
                <a:lnTo>
                  <a:pt x="21047" y="8779"/>
                </a:lnTo>
                <a:lnTo>
                  <a:pt x="20546" y="11581"/>
                </a:lnTo>
                <a:lnTo>
                  <a:pt x="19889" y="13997"/>
                </a:lnTo>
                <a:lnTo>
                  <a:pt x="18870" y="16789"/>
                </a:lnTo>
                <a:lnTo>
                  <a:pt x="17280" y="20736"/>
                </a:lnTo>
                <a:lnTo>
                  <a:pt x="14321" y="2132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5"/>
                </a:lnTo>
                <a:lnTo>
                  <a:pt x="3041" y="21102"/>
                </a:lnTo>
                <a:lnTo>
                  <a:pt x="0" y="20736"/>
                </a:lnTo>
                <a:lnTo>
                  <a:pt x="1344" y="14506"/>
                </a:lnTo>
                <a:lnTo>
                  <a:pt x="2398" y="10177"/>
                </a:lnTo>
                <a:lnTo>
                  <a:pt x="3396" y="7205"/>
                </a:lnTo>
                <a:lnTo>
                  <a:pt x="4566" y="5028"/>
                </a:lnTo>
                <a:lnTo>
                  <a:pt x="6147" y="3099"/>
                </a:lnTo>
                <a:lnTo>
                  <a:pt x="8368" y="869"/>
                </a:lnTo>
                <a:lnTo>
                  <a:pt x="11098" y="138"/>
                </a:lnTo>
                <a:lnTo>
                  <a:pt x="12995" y="0"/>
                </a:lnTo>
                <a:lnTo>
                  <a:pt x="14939" y="540"/>
                </a:lnTo>
                <a:lnTo>
                  <a:pt x="17820" y="1865"/>
                </a:lnTo>
                <a:close/>
              </a:path>
            </a:pathLst>
          </a:custGeom>
          <a:solidFill>
            <a:srgbClr val="F9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2" name="contour_16010"/>
          <p:cNvSpPr/>
          <p:nvPr/>
        </p:nvSpPr>
        <p:spPr>
          <a:xfrm>
            <a:off x="11583705" y="1873072"/>
            <a:ext cx="39625" cy="363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88" y="779"/>
                </a:moveTo>
                <a:lnTo>
                  <a:pt x="18426" y="2908"/>
                </a:lnTo>
                <a:lnTo>
                  <a:pt x="19645" y="4664"/>
                </a:lnTo>
                <a:lnTo>
                  <a:pt x="20543" y="6975"/>
                </a:lnTo>
                <a:lnTo>
                  <a:pt x="21600" y="10783"/>
                </a:lnTo>
                <a:lnTo>
                  <a:pt x="21028" y="12929"/>
                </a:lnTo>
                <a:lnTo>
                  <a:pt x="20452" y="15088"/>
                </a:lnTo>
                <a:lnTo>
                  <a:pt x="19864" y="17273"/>
                </a:lnTo>
                <a:lnTo>
                  <a:pt x="17433" y="18182"/>
                </a:lnTo>
                <a:lnTo>
                  <a:pt x="14989" y="18952"/>
                </a:lnTo>
                <a:lnTo>
                  <a:pt x="12538" y="19597"/>
                </a:lnTo>
                <a:lnTo>
                  <a:pt x="10075" y="20133"/>
                </a:lnTo>
                <a:lnTo>
                  <a:pt x="7588" y="20583"/>
                </a:lnTo>
                <a:lnTo>
                  <a:pt x="5085" y="20968"/>
                </a:lnTo>
                <a:lnTo>
                  <a:pt x="2554" y="21297"/>
                </a:lnTo>
                <a:lnTo>
                  <a:pt x="0" y="21600"/>
                </a:lnTo>
                <a:lnTo>
                  <a:pt x="1712" y="14824"/>
                </a:lnTo>
                <a:lnTo>
                  <a:pt x="3135" y="9567"/>
                </a:lnTo>
                <a:lnTo>
                  <a:pt x="4406" y="5655"/>
                </a:lnTo>
                <a:lnTo>
                  <a:pt x="5661" y="2912"/>
                </a:lnTo>
                <a:lnTo>
                  <a:pt x="7032" y="1168"/>
                </a:lnTo>
                <a:lnTo>
                  <a:pt x="8657" y="255"/>
                </a:lnTo>
                <a:lnTo>
                  <a:pt x="10667" y="0"/>
                </a:lnTo>
                <a:lnTo>
                  <a:pt x="13198" y="229"/>
                </a:lnTo>
                <a:lnTo>
                  <a:pt x="16388" y="779"/>
                </a:lnTo>
                <a:close/>
              </a:path>
            </a:pathLst>
          </a:custGeom>
          <a:solidFill>
            <a:srgbClr val="DD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3" name="contour_16011"/>
          <p:cNvSpPr/>
          <p:nvPr/>
        </p:nvSpPr>
        <p:spPr>
          <a:xfrm>
            <a:off x="10577962" y="185843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28" y="652"/>
                </a:lnTo>
                <a:lnTo>
                  <a:pt x="6872" y="1175"/>
                </a:lnTo>
                <a:lnTo>
                  <a:pt x="8935" y="1680"/>
                </a:lnTo>
                <a:lnTo>
                  <a:pt x="10609" y="2294"/>
                </a:lnTo>
                <a:lnTo>
                  <a:pt x="12298" y="3132"/>
                </a:lnTo>
                <a:lnTo>
                  <a:pt x="14400" y="4320"/>
                </a:lnTo>
                <a:lnTo>
                  <a:pt x="15750" y="6640"/>
                </a:lnTo>
                <a:lnTo>
                  <a:pt x="16960" y="8999"/>
                </a:lnTo>
                <a:lnTo>
                  <a:pt x="18047" y="11396"/>
                </a:lnTo>
                <a:lnTo>
                  <a:pt x="19037" y="13850"/>
                </a:lnTo>
                <a:lnTo>
                  <a:pt x="19944" y="16364"/>
                </a:lnTo>
                <a:lnTo>
                  <a:pt x="20794" y="18943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4400" y="18744"/>
                </a:lnTo>
                <a:lnTo>
                  <a:pt x="14400" y="15872"/>
                </a:lnTo>
                <a:lnTo>
                  <a:pt x="14400" y="12960"/>
                </a:lnTo>
                <a:lnTo>
                  <a:pt x="12035" y="11889"/>
                </a:lnTo>
                <a:lnTo>
                  <a:pt x="10166" y="11331"/>
                </a:lnTo>
                <a:lnTo>
                  <a:pt x="7200" y="10800"/>
                </a:lnTo>
                <a:lnTo>
                  <a:pt x="4234" y="10269"/>
                </a:lnTo>
                <a:lnTo>
                  <a:pt x="2365" y="9711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E2E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4" name="contour_16012"/>
          <p:cNvSpPr/>
          <p:nvPr/>
        </p:nvSpPr>
        <p:spPr>
          <a:xfrm>
            <a:off x="8639357" y="185115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400" y="3569"/>
                </a:lnTo>
                <a:lnTo>
                  <a:pt x="14400" y="7160"/>
                </a:lnTo>
                <a:lnTo>
                  <a:pt x="14400" y="10800"/>
                </a:lnTo>
                <a:lnTo>
                  <a:pt x="16538" y="12782"/>
                </a:lnTo>
                <a:lnTo>
                  <a:pt x="18000" y="14008"/>
                </a:lnTo>
                <a:lnTo>
                  <a:pt x="19462" y="14974"/>
                </a:lnTo>
                <a:lnTo>
                  <a:pt x="21600" y="16200"/>
                </a:lnTo>
                <a:lnTo>
                  <a:pt x="19231" y="17744"/>
                </a:lnTo>
                <a:lnTo>
                  <a:pt x="16909" y="19105"/>
                </a:lnTo>
                <a:lnTo>
                  <a:pt x="14591" y="20234"/>
                </a:lnTo>
                <a:lnTo>
                  <a:pt x="12226" y="21065"/>
                </a:lnTo>
                <a:lnTo>
                  <a:pt x="9778" y="21541"/>
                </a:lnTo>
                <a:lnTo>
                  <a:pt x="7200" y="21600"/>
                </a:lnTo>
                <a:lnTo>
                  <a:pt x="5728" y="18797"/>
                </a:lnTo>
                <a:lnTo>
                  <a:pt x="4457" y="15908"/>
                </a:lnTo>
                <a:lnTo>
                  <a:pt x="3362" y="12922"/>
                </a:lnTo>
                <a:lnTo>
                  <a:pt x="2401" y="9844"/>
                </a:lnTo>
                <a:lnTo>
                  <a:pt x="1544" y="6664"/>
                </a:lnTo>
                <a:lnTo>
                  <a:pt x="752" y="3386"/>
                </a:lnTo>
                <a:lnTo>
                  <a:pt x="0" y="0"/>
                </a:lnTo>
                <a:close/>
              </a:path>
            </a:pathLst>
          </a:custGeom>
          <a:solidFill>
            <a:srgbClr val="C8C6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5" name="contour_16013"/>
          <p:cNvSpPr/>
          <p:nvPr/>
        </p:nvSpPr>
        <p:spPr>
          <a:xfrm>
            <a:off x="3821994" y="1814710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0"/>
                </a:lnTo>
                <a:lnTo>
                  <a:pt x="16200" y="0"/>
                </a:lnTo>
                <a:lnTo>
                  <a:pt x="16648" y="1782"/>
                </a:lnTo>
                <a:lnTo>
                  <a:pt x="17091" y="3564"/>
                </a:lnTo>
                <a:lnTo>
                  <a:pt x="17539" y="5349"/>
                </a:lnTo>
                <a:lnTo>
                  <a:pt x="17982" y="7136"/>
                </a:lnTo>
                <a:lnTo>
                  <a:pt x="18430" y="8926"/>
                </a:lnTo>
                <a:lnTo>
                  <a:pt x="18878" y="10719"/>
                </a:lnTo>
                <a:lnTo>
                  <a:pt x="19327" y="12517"/>
                </a:lnTo>
                <a:lnTo>
                  <a:pt x="19780" y="14321"/>
                </a:lnTo>
                <a:lnTo>
                  <a:pt x="20234" y="16130"/>
                </a:lnTo>
                <a:lnTo>
                  <a:pt x="20687" y="17944"/>
                </a:lnTo>
                <a:lnTo>
                  <a:pt x="21141" y="19769"/>
                </a:lnTo>
                <a:lnTo>
                  <a:pt x="21600" y="21600"/>
                </a:lnTo>
                <a:lnTo>
                  <a:pt x="18036" y="21154"/>
                </a:lnTo>
                <a:lnTo>
                  <a:pt x="14467" y="20709"/>
                </a:lnTo>
                <a:lnTo>
                  <a:pt x="10881" y="20261"/>
                </a:lnTo>
                <a:lnTo>
                  <a:pt x="7279" y="19810"/>
                </a:lnTo>
                <a:lnTo>
                  <a:pt x="3656" y="19356"/>
                </a:lnTo>
                <a:lnTo>
                  <a:pt x="0" y="18900"/>
                </a:lnTo>
                <a:lnTo>
                  <a:pt x="832" y="17323"/>
                </a:lnTo>
                <a:lnTo>
                  <a:pt x="1669" y="15749"/>
                </a:lnTo>
                <a:lnTo>
                  <a:pt x="2511" y="14172"/>
                </a:lnTo>
                <a:lnTo>
                  <a:pt x="3359" y="12598"/>
                </a:lnTo>
                <a:lnTo>
                  <a:pt x="4207" y="11024"/>
                </a:lnTo>
                <a:lnTo>
                  <a:pt x="5065" y="9450"/>
                </a:lnTo>
                <a:lnTo>
                  <a:pt x="5773" y="8095"/>
                </a:lnTo>
                <a:lnTo>
                  <a:pt x="6485" y="6718"/>
                </a:lnTo>
                <a:lnTo>
                  <a:pt x="7468" y="5022"/>
                </a:lnTo>
                <a:lnTo>
                  <a:pt x="8532" y="3340"/>
                </a:lnTo>
                <a:lnTo>
                  <a:pt x="9650" y="1666"/>
                </a:lnTo>
                <a:lnTo>
                  <a:pt x="10800" y="0"/>
                </a:lnTo>
                <a:close/>
              </a:path>
            </a:pathLst>
          </a:custGeom>
          <a:solidFill>
            <a:srgbClr val="BBC1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6" name="contour_16014"/>
          <p:cNvSpPr/>
          <p:nvPr/>
        </p:nvSpPr>
        <p:spPr>
          <a:xfrm>
            <a:off x="2065588" y="1858438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073" y="2673"/>
                </a:lnTo>
                <a:lnTo>
                  <a:pt x="18542" y="5351"/>
                </a:lnTo>
                <a:lnTo>
                  <a:pt x="17012" y="8030"/>
                </a:lnTo>
                <a:lnTo>
                  <a:pt x="15475" y="10719"/>
                </a:lnTo>
                <a:lnTo>
                  <a:pt x="13932" y="13419"/>
                </a:lnTo>
                <a:lnTo>
                  <a:pt x="12383" y="16130"/>
                </a:lnTo>
                <a:lnTo>
                  <a:pt x="10825" y="18857"/>
                </a:lnTo>
                <a:lnTo>
                  <a:pt x="9257" y="21600"/>
                </a:lnTo>
                <a:lnTo>
                  <a:pt x="7949" y="18544"/>
                </a:lnTo>
                <a:lnTo>
                  <a:pt x="6637" y="15487"/>
                </a:lnTo>
                <a:lnTo>
                  <a:pt x="5323" y="12420"/>
                </a:lnTo>
                <a:lnTo>
                  <a:pt x="4002" y="9342"/>
                </a:lnTo>
                <a:lnTo>
                  <a:pt x="2678" y="6248"/>
                </a:lnTo>
                <a:lnTo>
                  <a:pt x="1342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6060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7" name="contour_16015"/>
          <p:cNvSpPr/>
          <p:nvPr/>
        </p:nvSpPr>
        <p:spPr>
          <a:xfrm>
            <a:off x="5039089" y="1829286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82" y="2684"/>
                </a:lnTo>
                <a:lnTo>
                  <a:pt x="19321" y="4768"/>
                </a:lnTo>
                <a:lnTo>
                  <a:pt x="20282" y="6407"/>
                </a:lnTo>
                <a:lnTo>
                  <a:pt x="20925" y="7762"/>
                </a:lnTo>
                <a:lnTo>
                  <a:pt x="21314" y="8991"/>
                </a:lnTo>
                <a:lnTo>
                  <a:pt x="21514" y="10252"/>
                </a:lnTo>
                <a:lnTo>
                  <a:pt x="21589" y="11702"/>
                </a:lnTo>
                <a:lnTo>
                  <a:pt x="21600" y="13500"/>
                </a:lnTo>
                <a:lnTo>
                  <a:pt x="18031" y="13500"/>
                </a:lnTo>
                <a:lnTo>
                  <a:pt x="14440" y="13500"/>
                </a:lnTo>
                <a:lnTo>
                  <a:pt x="10800" y="13500"/>
                </a:lnTo>
                <a:lnTo>
                  <a:pt x="10800" y="15104"/>
                </a:lnTo>
                <a:lnTo>
                  <a:pt x="10800" y="16713"/>
                </a:lnTo>
                <a:lnTo>
                  <a:pt x="10800" y="18328"/>
                </a:lnTo>
                <a:lnTo>
                  <a:pt x="10800" y="19956"/>
                </a:lnTo>
                <a:lnTo>
                  <a:pt x="10800" y="21600"/>
                </a:lnTo>
                <a:lnTo>
                  <a:pt x="8127" y="20930"/>
                </a:lnTo>
                <a:lnTo>
                  <a:pt x="5443" y="20261"/>
                </a:lnTo>
                <a:lnTo>
                  <a:pt x="2738" y="19583"/>
                </a:lnTo>
                <a:lnTo>
                  <a:pt x="0" y="18900"/>
                </a:lnTo>
                <a:lnTo>
                  <a:pt x="1458" y="17199"/>
                </a:lnTo>
                <a:lnTo>
                  <a:pt x="2916" y="15498"/>
                </a:lnTo>
                <a:lnTo>
                  <a:pt x="4379" y="13794"/>
                </a:lnTo>
                <a:lnTo>
                  <a:pt x="5837" y="12088"/>
                </a:lnTo>
                <a:lnTo>
                  <a:pt x="7306" y="10376"/>
                </a:lnTo>
                <a:lnTo>
                  <a:pt x="8775" y="8664"/>
                </a:lnTo>
                <a:lnTo>
                  <a:pt x="10249" y="6944"/>
                </a:lnTo>
                <a:lnTo>
                  <a:pt x="11729" y="5219"/>
                </a:lnTo>
                <a:lnTo>
                  <a:pt x="13208" y="3488"/>
                </a:lnTo>
                <a:lnTo>
                  <a:pt x="14704" y="1747"/>
                </a:lnTo>
                <a:lnTo>
                  <a:pt x="16200" y="0"/>
                </a:lnTo>
                <a:close/>
              </a:path>
            </a:pathLst>
          </a:custGeom>
          <a:solidFill>
            <a:srgbClr val="C5E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8" name="contour_16016"/>
          <p:cNvSpPr/>
          <p:nvPr/>
        </p:nvSpPr>
        <p:spPr>
          <a:xfrm>
            <a:off x="965102" y="1821998"/>
            <a:ext cx="297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83" y="0"/>
                </a:moveTo>
                <a:lnTo>
                  <a:pt x="15044" y="3053"/>
                </a:lnTo>
                <a:lnTo>
                  <a:pt x="18044" y="5209"/>
                </a:lnTo>
                <a:lnTo>
                  <a:pt x="19896" y="6782"/>
                </a:lnTo>
                <a:lnTo>
                  <a:pt x="20902" y="8075"/>
                </a:lnTo>
                <a:lnTo>
                  <a:pt x="21367" y="9396"/>
                </a:lnTo>
                <a:lnTo>
                  <a:pt x="21600" y="11052"/>
                </a:lnTo>
                <a:lnTo>
                  <a:pt x="20891" y="12935"/>
                </a:lnTo>
                <a:lnTo>
                  <a:pt x="20171" y="14850"/>
                </a:lnTo>
                <a:lnTo>
                  <a:pt x="19870" y="15811"/>
                </a:lnTo>
                <a:lnTo>
                  <a:pt x="18954" y="18702"/>
                </a:lnTo>
                <a:lnTo>
                  <a:pt x="17425" y="20142"/>
                </a:lnTo>
                <a:lnTo>
                  <a:pt x="15875" y="21600"/>
                </a:lnTo>
                <a:lnTo>
                  <a:pt x="12731" y="21600"/>
                </a:lnTo>
                <a:lnTo>
                  <a:pt x="9578" y="21600"/>
                </a:lnTo>
                <a:lnTo>
                  <a:pt x="6413" y="21600"/>
                </a:lnTo>
                <a:lnTo>
                  <a:pt x="3223" y="21600"/>
                </a:lnTo>
                <a:lnTo>
                  <a:pt x="0" y="21600"/>
                </a:lnTo>
                <a:lnTo>
                  <a:pt x="1164" y="19224"/>
                </a:lnTo>
                <a:lnTo>
                  <a:pt x="2328" y="16844"/>
                </a:lnTo>
                <a:lnTo>
                  <a:pt x="3498" y="14465"/>
                </a:lnTo>
                <a:lnTo>
                  <a:pt x="4667" y="12078"/>
                </a:lnTo>
                <a:lnTo>
                  <a:pt x="5837" y="9684"/>
                </a:lnTo>
                <a:lnTo>
                  <a:pt x="7017" y="7279"/>
                </a:lnTo>
                <a:lnTo>
                  <a:pt x="8197" y="4867"/>
                </a:lnTo>
                <a:lnTo>
                  <a:pt x="9387" y="2441"/>
                </a:lnTo>
                <a:lnTo>
                  <a:pt x="10583" y="0"/>
                </a:lnTo>
                <a:close/>
              </a:path>
            </a:pathLst>
          </a:custGeom>
          <a:solidFill>
            <a:srgbClr val="41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19" name="contour_16017"/>
          <p:cNvSpPr/>
          <p:nvPr/>
        </p:nvSpPr>
        <p:spPr>
          <a:xfrm>
            <a:off x="11531428" y="1800134"/>
            <a:ext cx="2312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" y="0"/>
                </a:moveTo>
                <a:lnTo>
                  <a:pt x="5072" y="583"/>
                </a:lnTo>
                <a:lnTo>
                  <a:pt x="7788" y="1102"/>
                </a:lnTo>
                <a:lnTo>
                  <a:pt x="10599" y="1839"/>
                </a:lnTo>
                <a:lnTo>
                  <a:pt x="14793" y="3086"/>
                </a:lnTo>
                <a:lnTo>
                  <a:pt x="16181" y="5249"/>
                </a:lnTo>
                <a:lnTo>
                  <a:pt x="17093" y="6823"/>
                </a:lnTo>
                <a:lnTo>
                  <a:pt x="17740" y="8260"/>
                </a:lnTo>
                <a:lnTo>
                  <a:pt x="18326" y="10013"/>
                </a:lnTo>
                <a:lnTo>
                  <a:pt x="19047" y="12534"/>
                </a:lnTo>
                <a:lnTo>
                  <a:pt x="19558" y="14228"/>
                </a:lnTo>
                <a:lnTo>
                  <a:pt x="20075" y="15932"/>
                </a:lnTo>
                <a:lnTo>
                  <a:pt x="20592" y="17660"/>
                </a:lnTo>
                <a:lnTo>
                  <a:pt x="21096" y="19616"/>
                </a:lnTo>
                <a:lnTo>
                  <a:pt x="21600" y="21600"/>
                </a:lnTo>
                <a:lnTo>
                  <a:pt x="16535" y="21390"/>
                </a:lnTo>
                <a:lnTo>
                  <a:pt x="12941" y="21125"/>
                </a:lnTo>
                <a:lnTo>
                  <a:pt x="9837" y="20656"/>
                </a:lnTo>
                <a:lnTo>
                  <a:pt x="6242" y="19835"/>
                </a:lnTo>
                <a:lnTo>
                  <a:pt x="1178" y="18514"/>
                </a:lnTo>
                <a:lnTo>
                  <a:pt x="626" y="16447"/>
                </a:lnTo>
                <a:lnTo>
                  <a:pt x="259" y="14389"/>
                </a:lnTo>
                <a:lnTo>
                  <a:pt x="54" y="12337"/>
                </a:lnTo>
                <a:lnTo>
                  <a:pt x="0" y="10291"/>
                </a:lnTo>
                <a:lnTo>
                  <a:pt x="68" y="8242"/>
                </a:lnTo>
                <a:lnTo>
                  <a:pt x="238" y="6193"/>
                </a:lnTo>
                <a:lnTo>
                  <a:pt x="497" y="4138"/>
                </a:lnTo>
                <a:lnTo>
                  <a:pt x="817" y="2077"/>
                </a:lnTo>
                <a:lnTo>
                  <a:pt x="1178" y="0"/>
                </a:lnTo>
                <a:close/>
              </a:path>
            </a:pathLst>
          </a:custGeom>
          <a:solidFill>
            <a:srgbClr val="6D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0" name="contour_16018"/>
          <p:cNvSpPr/>
          <p:nvPr/>
        </p:nvSpPr>
        <p:spPr>
          <a:xfrm>
            <a:off x="724598" y="1830408"/>
            <a:ext cx="51016" cy="3531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357" y="704"/>
                </a:moveTo>
                <a:lnTo>
                  <a:pt x="18758" y="1721"/>
                </a:lnTo>
                <a:lnTo>
                  <a:pt x="20168" y="2741"/>
                </a:lnTo>
                <a:lnTo>
                  <a:pt x="21600" y="3771"/>
                </a:lnTo>
                <a:lnTo>
                  <a:pt x="21600" y="6717"/>
                </a:lnTo>
                <a:lnTo>
                  <a:pt x="21600" y="9681"/>
                </a:lnTo>
                <a:lnTo>
                  <a:pt x="21600" y="12685"/>
                </a:lnTo>
                <a:lnTo>
                  <a:pt x="19708" y="13675"/>
                </a:lnTo>
                <a:lnTo>
                  <a:pt x="18317" y="14263"/>
                </a:lnTo>
                <a:lnTo>
                  <a:pt x="16734" y="14691"/>
                </a:lnTo>
                <a:lnTo>
                  <a:pt x="14271" y="15190"/>
                </a:lnTo>
                <a:lnTo>
                  <a:pt x="12034" y="15694"/>
                </a:lnTo>
                <a:lnTo>
                  <a:pt x="9917" y="16269"/>
                </a:lnTo>
                <a:lnTo>
                  <a:pt x="7890" y="16960"/>
                </a:lnTo>
                <a:lnTo>
                  <a:pt x="5918" y="17798"/>
                </a:lnTo>
                <a:lnTo>
                  <a:pt x="3965" y="18828"/>
                </a:lnTo>
                <a:lnTo>
                  <a:pt x="2006" y="20080"/>
                </a:lnTo>
                <a:lnTo>
                  <a:pt x="0" y="21600"/>
                </a:lnTo>
                <a:lnTo>
                  <a:pt x="886" y="18712"/>
                </a:lnTo>
                <a:lnTo>
                  <a:pt x="1787" y="15832"/>
                </a:lnTo>
                <a:lnTo>
                  <a:pt x="2700" y="12962"/>
                </a:lnTo>
                <a:lnTo>
                  <a:pt x="3453" y="10555"/>
                </a:lnTo>
                <a:lnTo>
                  <a:pt x="4218" y="8103"/>
                </a:lnTo>
                <a:lnTo>
                  <a:pt x="5749" y="5081"/>
                </a:lnTo>
                <a:lnTo>
                  <a:pt x="7288" y="2826"/>
                </a:lnTo>
                <a:lnTo>
                  <a:pt x="8902" y="1275"/>
                </a:lnTo>
                <a:lnTo>
                  <a:pt x="10652" y="357"/>
                </a:lnTo>
                <a:lnTo>
                  <a:pt x="12602" y="0"/>
                </a:lnTo>
                <a:lnTo>
                  <a:pt x="14818" y="138"/>
                </a:lnTo>
                <a:lnTo>
                  <a:pt x="17357" y="704"/>
                </a:lnTo>
                <a:close/>
              </a:path>
            </a:pathLst>
          </a:custGeom>
          <a:solidFill>
            <a:srgbClr val="A992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1" name="contour_16019"/>
          <p:cNvSpPr/>
          <p:nvPr/>
        </p:nvSpPr>
        <p:spPr>
          <a:xfrm>
            <a:off x="11561841" y="1807422"/>
            <a:ext cx="4498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496" y="0"/>
                </a:moveTo>
                <a:lnTo>
                  <a:pt x="19231" y="0"/>
                </a:lnTo>
                <a:lnTo>
                  <a:pt x="20995" y="0"/>
                </a:lnTo>
                <a:lnTo>
                  <a:pt x="21233" y="2603"/>
                </a:lnTo>
                <a:lnTo>
                  <a:pt x="21429" y="5177"/>
                </a:lnTo>
                <a:lnTo>
                  <a:pt x="21558" y="7736"/>
                </a:lnTo>
                <a:lnTo>
                  <a:pt x="21600" y="10289"/>
                </a:lnTo>
                <a:lnTo>
                  <a:pt x="21534" y="12845"/>
                </a:lnTo>
                <a:lnTo>
                  <a:pt x="21341" y="15412"/>
                </a:lnTo>
                <a:lnTo>
                  <a:pt x="20995" y="18000"/>
                </a:lnTo>
                <a:lnTo>
                  <a:pt x="18391" y="19433"/>
                </a:lnTo>
                <a:lnTo>
                  <a:pt x="16544" y="20336"/>
                </a:lnTo>
                <a:lnTo>
                  <a:pt x="14948" y="20884"/>
                </a:lnTo>
                <a:lnTo>
                  <a:pt x="13101" y="21247"/>
                </a:lnTo>
                <a:lnTo>
                  <a:pt x="10497" y="21600"/>
                </a:lnTo>
                <a:lnTo>
                  <a:pt x="10497" y="19220"/>
                </a:lnTo>
                <a:lnTo>
                  <a:pt x="10497" y="16826"/>
                </a:lnTo>
                <a:lnTo>
                  <a:pt x="10497" y="14400"/>
                </a:lnTo>
                <a:lnTo>
                  <a:pt x="7894" y="13291"/>
                </a:lnTo>
                <a:lnTo>
                  <a:pt x="6046" y="12550"/>
                </a:lnTo>
                <a:lnTo>
                  <a:pt x="4451" y="12002"/>
                </a:lnTo>
                <a:lnTo>
                  <a:pt x="2603" y="11477"/>
                </a:lnTo>
                <a:lnTo>
                  <a:pt x="0" y="10800"/>
                </a:lnTo>
                <a:lnTo>
                  <a:pt x="2474" y="10800"/>
                </a:lnTo>
                <a:lnTo>
                  <a:pt x="4951" y="10800"/>
                </a:lnTo>
                <a:lnTo>
                  <a:pt x="7436" y="10800"/>
                </a:lnTo>
                <a:lnTo>
                  <a:pt x="9930" y="10800"/>
                </a:lnTo>
                <a:lnTo>
                  <a:pt x="12436" y="10800"/>
                </a:lnTo>
                <a:lnTo>
                  <a:pt x="14955" y="10800"/>
                </a:lnTo>
                <a:lnTo>
                  <a:pt x="17496" y="10800"/>
                </a:lnTo>
                <a:lnTo>
                  <a:pt x="17496" y="8662"/>
                </a:lnTo>
                <a:lnTo>
                  <a:pt x="17496" y="6516"/>
                </a:lnTo>
                <a:lnTo>
                  <a:pt x="17496" y="4363"/>
                </a:lnTo>
                <a:lnTo>
                  <a:pt x="17496" y="2192"/>
                </a:lnTo>
                <a:lnTo>
                  <a:pt x="17496" y="0"/>
                </a:lnTo>
                <a:close/>
              </a:path>
            </a:pathLst>
          </a:custGeom>
          <a:solidFill>
            <a:srgbClr val="842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2" name="contour_16020"/>
          <p:cNvSpPr/>
          <p:nvPr/>
        </p:nvSpPr>
        <p:spPr>
          <a:xfrm>
            <a:off x="841206" y="180742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214" y="677"/>
                </a:lnTo>
                <a:lnTo>
                  <a:pt x="5495" y="1202"/>
                </a:lnTo>
                <a:lnTo>
                  <a:pt x="7465" y="1750"/>
                </a:lnTo>
                <a:lnTo>
                  <a:pt x="9746" y="2491"/>
                </a:lnTo>
                <a:lnTo>
                  <a:pt x="12960" y="3600"/>
                </a:lnTo>
                <a:lnTo>
                  <a:pt x="12960" y="5980"/>
                </a:lnTo>
                <a:lnTo>
                  <a:pt x="12960" y="8374"/>
                </a:lnTo>
                <a:lnTo>
                  <a:pt x="12960" y="10800"/>
                </a:lnTo>
                <a:lnTo>
                  <a:pt x="15526" y="12121"/>
                </a:lnTo>
                <a:lnTo>
                  <a:pt x="17280" y="12938"/>
                </a:lnTo>
                <a:lnTo>
                  <a:pt x="19034" y="13583"/>
                </a:lnTo>
                <a:lnTo>
                  <a:pt x="21600" y="14400"/>
                </a:lnTo>
                <a:lnTo>
                  <a:pt x="18744" y="14400"/>
                </a:lnTo>
                <a:lnTo>
                  <a:pt x="15872" y="14400"/>
                </a:lnTo>
                <a:lnTo>
                  <a:pt x="12960" y="14400"/>
                </a:lnTo>
                <a:lnTo>
                  <a:pt x="12960" y="16780"/>
                </a:lnTo>
                <a:lnTo>
                  <a:pt x="12960" y="19174"/>
                </a:lnTo>
                <a:lnTo>
                  <a:pt x="12960" y="21600"/>
                </a:lnTo>
                <a:lnTo>
                  <a:pt x="9746" y="20923"/>
                </a:lnTo>
                <a:lnTo>
                  <a:pt x="7465" y="20398"/>
                </a:lnTo>
                <a:lnTo>
                  <a:pt x="5495" y="19850"/>
                </a:lnTo>
                <a:lnTo>
                  <a:pt x="3214" y="19109"/>
                </a:lnTo>
                <a:lnTo>
                  <a:pt x="0" y="18000"/>
                </a:lnTo>
                <a:lnTo>
                  <a:pt x="0" y="15430"/>
                </a:lnTo>
                <a:lnTo>
                  <a:pt x="0" y="12856"/>
                </a:lnTo>
                <a:lnTo>
                  <a:pt x="0" y="10285"/>
                </a:lnTo>
                <a:lnTo>
                  <a:pt x="0" y="7715"/>
                </a:lnTo>
                <a:lnTo>
                  <a:pt x="0" y="5144"/>
                </a:lnTo>
                <a:lnTo>
                  <a:pt x="0" y="2570"/>
                </a:lnTo>
                <a:lnTo>
                  <a:pt x="0" y="0"/>
                </a:lnTo>
                <a:close/>
              </a:path>
            </a:pathLst>
          </a:custGeom>
          <a:solidFill>
            <a:srgbClr val="7977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3" name="contour_16021"/>
          <p:cNvSpPr/>
          <p:nvPr/>
        </p:nvSpPr>
        <p:spPr>
          <a:xfrm>
            <a:off x="7837678" y="181471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8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4" name="contour_16022"/>
          <p:cNvSpPr/>
          <p:nvPr/>
        </p:nvSpPr>
        <p:spPr>
          <a:xfrm>
            <a:off x="4558081" y="1798873"/>
            <a:ext cx="43728" cy="242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21"/>
                </a:moveTo>
                <a:lnTo>
                  <a:pt x="6188" y="480"/>
                </a:lnTo>
                <a:lnTo>
                  <a:pt x="8755" y="123"/>
                </a:lnTo>
                <a:lnTo>
                  <a:pt x="11311" y="0"/>
                </a:lnTo>
                <a:lnTo>
                  <a:pt x="13864" y="78"/>
                </a:lnTo>
                <a:lnTo>
                  <a:pt x="16423" y="318"/>
                </a:lnTo>
                <a:lnTo>
                  <a:pt x="18997" y="681"/>
                </a:lnTo>
                <a:lnTo>
                  <a:pt x="21600" y="1121"/>
                </a:lnTo>
                <a:lnTo>
                  <a:pt x="20441" y="5264"/>
                </a:lnTo>
                <a:lnTo>
                  <a:pt x="19534" y="8324"/>
                </a:lnTo>
                <a:lnTo>
                  <a:pt x="18677" y="10845"/>
                </a:lnTo>
                <a:lnTo>
                  <a:pt x="17665" y="13367"/>
                </a:lnTo>
                <a:lnTo>
                  <a:pt x="16308" y="16427"/>
                </a:lnTo>
                <a:lnTo>
                  <a:pt x="14400" y="20569"/>
                </a:lnTo>
                <a:lnTo>
                  <a:pt x="11920" y="21256"/>
                </a:lnTo>
                <a:lnTo>
                  <a:pt x="9562" y="21581"/>
                </a:lnTo>
                <a:lnTo>
                  <a:pt x="7258" y="21600"/>
                </a:lnTo>
                <a:lnTo>
                  <a:pt x="4939" y="21393"/>
                </a:lnTo>
                <a:lnTo>
                  <a:pt x="2542" y="21023"/>
                </a:lnTo>
                <a:lnTo>
                  <a:pt x="0" y="20569"/>
                </a:lnTo>
                <a:lnTo>
                  <a:pt x="353" y="15746"/>
                </a:lnTo>
                <a:lnTo>
                  <a:pt x="716" y="12323"/>
                </a:lnTo>
                <a:lnTo>
                  <a:pt x="1264" y="9367"/>
                </a:lnTo>
                <a:lnTo>
                  <a:pt x="2167" y="5945"/>
                </a:lnTo>
                <a:lnTo>
                  <a:pt x="3600" y="1121"/>
                </a:lnTo>
                <a:close/>
              </a:path>
            </a:pathLst>
          </a:custGeom>
          <a:solidFill>
            <a:srgbClr val="E1FA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5" name="contour_16023"/>
          <p:cNvSpPr/>
          <p:nvPr/>
        </p:nvSpPr>
        <p:spPr>
          <a:xfrm>
            <a:off x="1948980" y="1785558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27"/>
                </a:lnTo>
                <a:lnTo>
                  <a:pt x="13781" y="2060"/>
                </a:lnTo>
                <a:lnTo>
                  <a:pt x="16364" y="3092"/>
                </a:lnTo>
                <a:lnTo>
                  <a:pt x="18969" y="4135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1223" y="17818"/>
                </a:lnTo>
                <a:lnTo>
                  <a:pt x="2445" y="14881"/>
                </a:lnTo>
                <a:lnTo>
                  <a:pt x="3672" y="11934"/>
                </a:lnTo>
                <a:lnTo>
                  <a:pt x="4903" y="8976"/>
                </a:lnTo>
                <a:lnTo>
                  <a:pt x="6143" y="6003"/>
                </a:lnTo>
                <a:lnTo>
                  <a:pt x="7387" y="3015"/>
                </a:lnTo>
                <a:lnTo>
                  <a:pt x="8640" y="0"/>
                </a:lnTo>
                <a:close/>
              </a:path>
            </a:pathLst>
          </a:custGeom>
          <a:solidFill>
            <a:srgbClr val="7A7A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6" name="contour_16024"/>
          <p:cNvSpPr/>
          <p:nvPr/>
        </p:nvSpPr>
        <p:spPr>
          <a:xfrm>
            <a:off x="1737629" y="1785558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6430"/>
                </a:lnTo>
                <a:lnTo>
                  <a:pt x="0" y="12360"/>
                </a:lnTo>
                <a:lnTo>
                  <a:pt x="0" y="8277"/>
                </a:lnTo>
                <a:lnTo>
                  <a:pt x="0" y="4159"/>
                </a:lnTo>
                <a:lnTo>
                  <a:pt x="0" y="0"/>
                </a:lnTo>
                <a:close/>
              </a:path>
            </a:pathLst>
          </a:custGeom>
          <a:solidFill>
            <a:srgbClr val="312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7" name="contour_16025"/>
          <p:cNvSpPr/>
          <p:nvPr/>
        </p:nvSpPr>
        <p:spPr>
          <a:xfrm>
            <a:off x="6941255" y="178555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015"/>
                </a:lnTo>
                <a:lnTo>
                  <a:pt x="8506" y="1782"/>
                </a:lnTo>
                <a:lnTo>
                  <a:pt x="11007" y="2457"/>
                </a:lnTo>
                <a:lnTo>
                  <a:pt x="12986" y="3186"/>
                </a:lnTo>
                <a:lnTo>
                  <a:pt x="14917" y="4115"/>
                </a:lnTo>
                <a:lnTo>
                  <a:pt x="17280" y="5400"/>
                </a:lnTo>
                <a:lnTo>
                  <a:pt x="18870" y="9580"/>
                </a:lnTo>
                <a:lnTo>
                  <a:pt x="19889" y="12512"/>
                </a:lnTo>
                <a:lnTo>
                  <a:pt x="20546" y="14974"/>
                </a:lnTo>
                <a:lnTo>
                  <a:pt x="21047" y="17744"/>
                </a:lnTo>
                <a:lnTo>
                  <a:pt x="21600" y="21600"/>
                </a:lnTo>
                <a:lnTo>
                  <a:pt x="16606" y="20585"/>
                </a:lnTo>
                <a:lnTo>
                  <a:pt x="13094" y="19818"/>
                </a:lnTo>
                <a:lnTo>
                  <a:pt x="10593" y="19143"/>
                </a:lnTo>
                <a:lnTo>
                  <a:pt x="8614" y="18414"/>
                </a:lnTo>
                <a:lnTo>
                  <a:pt x="6683" y="17485"/>
                </a:lnTo>
                <a:lnTo>
                  <a:pt x="4320" y="16200"/>
                </a:lnTo>
                <a:lnTo>
                  <a:pt x="2730" y="12020"/>
                </a:lnTo>
                <a:lnTo>
                  <a:pt x="1711" y="9088"/>
                </a:lnTo>
                <a:lnTo>
                  <a:pt x="1054" y="6626"/>
                </a:lnTo>
                <a:lnTo>
                  <a:pt x="5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C5CA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8" name="contour_16026"/>
          <p:cNvSpPr/>
          <p:nvPr/>
        </p:nvSpPr>
        <p:spPr>
          <a:xfrm>
            <a:off x="10803890" y="1785558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95" y="20434"/>
                </a:lnTo>
                <a:lnTo>
                  <a:pt x="17116" y="19195"/>
                </a:lnTo>
                <a:lnTo>
                  <a:pt x="15043" y="17856"/>
                </a:lnTo>
                <a:lnTo>
                  <a:pt x="13059" y="16394"/>
                </a:lnTo>
                <a:lnTo>
                  <a:pt x="11139" y="14767"/>
                </a:lnTo>
                <a:lnTo>
                  <a:pt x="9273" y="12960"/>
                </a:lnTo>
                <a:lnTo>
                  <a:pt x="7433" y="10922"/>
                </a:lnTo>
                <a:lnTo>
                  <a:pt x="5607" y="8640"/>
                </a:lnTo>
                <a:lnTo>
                  <a:pt x="3771" y="6084"/>
                </a:lnTo>
                <a:lnTo>
                  <a:pt x="1910" y="3211"/>
                </a:lnTo>
                <a:lnTo>
                  <a:pt x="0" y="0"/>
                </a:lnTo>
                <a:close/>
              </a:path>
            </a:pathLst>
          </a:custGeom>
          <a:solidFill>
            <a:srgbClr val="4B4B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29" name="contour_16027"/>
          <p:cNvSpPr/>
          <p:nvPr/>
        </p:nvSpPr>
        <p:spPr>
          <a:xfrm>
            <a:off x="4324866" y="1785558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21600" y="8078"/>
                </a:lnTo>
                <a:lnTo>
                  <a:pt x="21600" y="10800"/>
                </a:lnTo>
                <a:lnTo>
                  <a:pt x="20183" y="10611"/>
                </a:lnTo>
                <a:lnTo>
                  <a:pt x="18741" y="10422"/>
                </a:lnTo>
                <a:lnTo>
                  <a:pt x="17815" y="10346"/>
                </a:lnTo>
                <a:lnTo>
                  <a:pt x="15017" y="10125"/>
                </a:lnTo>
                <a:lnTo>
                  <a:pt x="14097" y="10028"/>
                </a:lnTo>
                <a:lnTo>
                  <a:pt x="11316" y="9747"/>
                </a:lnTo>
                <a:lnTo>
                  <a:pt x="9720" y="10271"/>
                </a:lnTo>
                <a:lnTo>
                  <a:pt x="8100" y="10800"/>
                </a:lnTo>
                <a:lnTo>
                  <a:pt x="7430" y="13473"/>
                </a:lnTo>
                <a:lnTo>
                  <a:pt x="6761" y="16162"/>
                </a:lnTo>
                <a:lnTo>
                  <a:pt x="6083" y="18862"/>
                </a:lnTo>
                <a:lnTo>
                  <a:pt x="5400" y="21600"/>
                </a:lnTo>
                <a:lnTo>
                  <a:pt x="4636" y="18544"/>
                </a:lnTo>
                <a:lnTo>
                  <a:pt x="3872" y="15487"/>
                </a:lnTo>
                <a:lnTo>
                  <a:pt x="3105" y="12420"/>
                </a:lnTo>
                <a:lnTo>
                  <a:pt x="2336" y="9342"/>
                </a:lnTo>
                <a:lnTo>
                  <a:pt x="1561" y="6248"/>
                </a:lnTo>
                <a:lnTo>
                  <a:pt x="783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BFD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0" name="contour_16028"/>
          <p:cNvSpPr/>
          <p:nvPr/>
        </p:nvSpPr>
        <p:spPr>
          <a:xfrm>
            <a:off x="841206" y="1770982"/>
            <a:ext cx="3107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31" y="0"/>
                </a:moveTo>
                <a:lnTo>
                  <a:pt x="13480" y="0"/>
                </a:lnTo>
                <a:lnTo>
                  <a:pt x="16848" y="0"/>
                </a:lnTo>
                <a:lnTo>
                  <a:pt x="20263" y="0"/>
                </a:lnTo>
                <a:lnTo>
                  <a:pt x="21007" y="4994"/>
                </a:lnTo>
                <a:lnTo>
                  <a:pt x="21453" y="8506"/>
                </a:lnTo>
                <a:lnTo>
                  <a:pt x="21600" y="11007"/>
                </a:lnTo>
                <a:lnTo>
                  <a:pt x="21453" y="12986"/>
                </a:lnTo>
                <a:lnTo>
                  <a:pt x="21007" y="14917"/>
                </a:lnTo>
                <a:lnTo>
                  <a:pt x="20263" y="17280"/>
                </a:lnTo>
                <a:lnTo>
                  <a:pt x="17016" y="18615"/>
                </a:lnTo>
                <a:lnTo>
                  <a:pt x="13753" y="19626"/>
                </a:lnTo>
                <a:lnTo>
                  <a:pt x="10440" y="20369"/>
                </a:lnTo>
                <a:lnTo>
                  <a:pt x="7056" y="20904"/>
                </a:lnTo>
                <a:lnTo>
                  <a:pt x="3586" y="21298"/>
                </a:lnTo>
                <a:lnTo>
                  <a:pt x="0" y="21600"/>
                </a:lnTo>
                <a:lnTo>
                  <a:pt x="1474" y="16066"/>
                </a:lnTo>
                <a:lnTo>
                  <a:pt x="2649" y="11845"/>
                </a:lnTo>
                <a:lnTo>
                  <a:pt x="3652" y="8692"/>
                </a:lnTo>
                <a:lnTo>
                  <a:pt x="4589" y="6346"/>
                </a:lnTo>
                <a:lnTo>
                  <a:pt x="5592" y="4558"/>
                </a:lnTo>
                <a:lnTo>
                  <a:pt x="6768" y="3072"/>
                </a:lnTo>
                <a:lnTo>
                  <a:pt x="8242" y="1637"/>
                </a:lnTo>
                <a:lnTo>
                  <a:pt x="10131" y="0"/>
                </a:lnTo>
                <a:close/>
              </a:path>
            </a:pathLst>
          </a:custGeom>
          <a:solidFill>
            <a:srgbClr val="3A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1" name="contour_16029"/>
          <p:cNvSpPr/>
          <p:nvPr/>
        </p:nvSpPr>
        <p:spPr>
          <a:xfrm>
            <a:off x="768326" y="1778270"/>
            <a:ext cx="2312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65" y="210"/>
                </a:lnTo>
                <a:lnTo>
                  <a:pt x="8659" y="475"/>
                </a:lnTo>
                <a:lnTo>
                  <a:pt x="11763" y="944"/>
                </a:lnTo>
                <a:lnTo>
                  <a:pt x="15358" y="1765"/>
                </a:lnTo>
                <a:lnTo>
                  <a:pt x="20422" y="3086"/>
                </a:lnTo>
                <a:lnTo>
                  <a:pt x="20974" y="5153"/>
                </a:lnTo>
                <a:lnTo>
                  <a:pt x="21341" y="7211"/>
                </a:lnTo>
                <a:lnTo>
                  <a:pt x="21546" y="9263"/>
                </a:lnTo>
                <a:lnTo>
                  <a:pt x="21600" y="11309"/>
                </a:lnTo>
                <a:lnTo>
                  <a:pt x="21532" y="13358"/>
                </a:lnTo>
                <a:lnTo>
                  <a:pt x="21362" y="15407"/>
                </a:lnTo>
                <a:lnTo>
                  <a:pt x="21103" y="17462"/>
                </a:lnTo>
                <a:lnTo>
                  <a:pt x="20783" y="19523"/>
                </a:lnTo>
                <a:lnTo>
                  <a:pt x="20422" y="21600"/>
                </a:lnTo>
                <a:lnTo>
                  <a:pt x="16528" y="21017"/>
                </a:lnTo>
                <a:lnTo>
                  <a:pt x="13812" y="20498"/>
                </a:lnTo>
                <a:lnTo>
                  <a:pt x="11001" y="19761"/>
                </a:lnTo>
                <a:lnTo>
                  <a:pt x="6807" y="18514"/>
                </a:lnTo>
                <a:lnTo>
                  <a:pt x="5419" y="16351"/>
                </a:lnTo>
                <a:lnTo>
                  <a:pt x="4507" y="14777"/>
                </a:lnTo>
                <a:lnTo>
                  <a:pt x="3860" y="13340"/>
                </a:lnTo>
                <a:lnTo>
                  <a:pt x="3274" y="11587"/>
                </a:lnTo>
                <a:lnTo>
                  <a:pt x="2553" y="9066"/>
                </a:lnTo>
                <a:lnTo>
                  <a:pt x="2042" y="7372"/>
                </a:lnTo>
                <a:lnTo>
                  <a:pt x="1525" y="5668"/>
                </a:lnTo>
                <a:lnTo>
                  <a:pt x="1008" y="3940"/>
                </a:lnTo>
                <a:lnTo>
                  <a:pt x="504" y="1984"/>
                </a:lnTo>
                <a:lnTo>
                  <a:pt x="0" y="0"/>
                </a:lnTo>
                <a:close/>
              </a:path>
            </a:pathLst>
          </a:custGeom>
          <a:solidFill>
            <a:srgbClr val="7677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2" name="contour_16030"/>
          <p:cNvSpPr/>
          <p:nvPr/>
        </p:nvSpPr>
        <p:spPr>
          <a:xfrm>
            <a:off x="5650624" y="1749716"/>
            <a:ext cx="44384" cy="285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61"/>
                </a:moveTo>
                <a:lnTo>
                  <a:pt x="20866" y="8214"/>
                </a:lnTo>
                <a:lnTo>
                  <a:pt x="20252" y="10414"/>
                </a:lnTo>
                <a:lnTo>
                  <a:pt x="19426" y="12691"/>
                </a:lnTo>
                <a:lnTo>
                  <a:pt x="18053" y="16087"/>
                </a:lnTo>
                <a:lnTo>
                  <a:pt x="15535" y="17427"/>
                </a:lnTo>
                <a:lnTo>
                  <a:pt x="13751" y="18232"/>
                </a:lnTo>
                <a:lnTo>
                  <a:pt x="11843" y="18827"/>
                </a:lnTo>
                <a:lnTo>
                  <a:pt x="8966" y="19533"/>
                </a:lnTo>
                <a:lnTo>
                  <a:pt x="6537" y="20156"/>
                </a:lnTo>
                <a:lnTo>
                  <a:pt x="4075" y="20784"/>
                </a:lnTo>
                <a:lnTo>
                  <a:pt x="2210" y="21192"/>
                </a:lnTo>
                <a:lnTo>
                  <a:pt x="319" y="21600"/>
                </a:lnTo>
                <a:lnTo>
                  <a:pt x="106" y="17664"/>
                </a:lnTo>
                <a:lnTo>
                  <a:pt x="0" y="14836"/>
                </a:lnTo>
                <a:lnTo>
                  <a:pt x="0" y="12322"/>
                </a:lnTo>
                <a:lnTo>
                  <a:pt x="106" y="9328"/>
                </a:lnTo>
                <a:lnTo>
                  <a:pt x="319" y="5061"/>
                </a:lnTo>
                <a:lnTo>
                  <a:pt x="2430" y="2431"/>
                </a:lnTo>
                <a:lnTo>
                  <a:pt x="4643" y="810"/>
                </a:lnTo>
                <a:lnTo>
                  <a:pt x="6941" y="50"/>
                </a:lnTo>
                <a:lnTo>
                  <a:pt x="9310" y="0"/>
                </a:lnTo>
                <a:lnTo>
                  <a:pt x="11733" y="502"/>
                </a:lnTo>
                <a:lnTo>
                  <a:pt x="14187" y="1411"/>
                </a:lnTo>
                <a:lnTo>
                  <a:pt x="16663" y="2580"/>
                </a:lnTo>
                <a:lnTo>
                  <a:pt x="19139" y="3843"/>
                </a:lnTo>
                <a:lnTo>
                  <a:pt x="21600" y="5061"/>
                </a:lnTo>
                <a:close/>
              </a:path>
            </a:pathLst>
          </a:custGeom>
          <a:solidFill>
            <a:srgbClr val="B355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3" name="contour_16031"/>
          <p:cNvSpPr/>
          <p:nvPr/>
        </p:nvSpPr>
        <p:spPr>
          <a:xfrm>
            <a:off x="899510" y="1756406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40"/>
                </a:lnTo>
                <a:lnTo>
                  <a:pt x="2084" y="660"/>
                </a:lnTo>
                <a:lnTo>
                  <a:pt x="3175" y="1001"/>
                </a:lnTo>
                <a:lnTo>
                  <a:pt x="4536" y="1430"/>
                </a:lnTo>
                <a:lnTo>
                  <a:pt x="6343" y="2001"/>
                </a:lnTo>
                <a:lnTo>
                  <a:pt x="8777" y="2764"/>
                </a:lnTo>
                <a:lnTo>
                  <a:pt x="12010" y="3785"/>
                </a:lnTo>
                <a:lnTo>
                  <a:pt x="16225" y="5112"/>
                </a:lnTo>
                <a:lnTo>
                  <a:pt x="21600" y="6807"/>
                </a:lnTo>
                <a:lnTo>
                  <a:pt x="21600" y="11307"/>
                </a:lnTo>
                <a:lnTo>
                  <a:pt x="21600" y="15834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8C8D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4" name="contour_16032"/>
          <p:cNvSpPr/>
          <p:nvPr/>
        </p:nvSpPr>
        <p:spPr>
          <a:xfrm>
            <a:off x="9761707" y="174911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1728"/>
                </a:lnTo>
                <a:lnTo>
                  <a:pt x="11621" y="3020"/>
                </a:lnTo>
                <a:lnTo>
                  <a:pt x="13748" y="4117"/>
                </a:lnTo>
                <a:lnTo>
                  <a:pt x="15822" y="5262"/>
                </a:lnTo>
                <a:lnTo>
                  <a:pt x="18290" y="6687"/>
                </a:lnTo>
                <a:lnTo>
                  <a:pt x="21600" y="8640"/>
                </a:lnTo>
                <a:lnTo>
                  <a:pt x="18927" y="10778"/>
                </a:lnTo>
                <a:lnTo>
                  <a:pt x="16249" y="12921"/>
                </a:lnTo>
                <a:lnTo>
                  <a:pt x="13559" y="15072"/>
                </a:lnTo>
                <a:lnTo>
                  <a:pt x="10859" y="17232"/>
                </a:lnTo>
                <a:lnTo>
                  <a:pt x="8143" y="19405"/>
                </a:lnTo>
                <a:lnTo>
                  <a:pt x="5400" y="21600"/>
                </a:lnTo>
                <a:lnTo>
                  <a:pt x="3397" y="16070"/>
                </a:lnTo>
                <a:lnTo>
                  <a:pt x="2036" y="12243"/>
                </a:lnTo>
                <a:lnTo>
                  <a:pt x="1166" y="9634"/>
                </a:lnTo>
                <a:lnTo>
                  <a:pt x="637" y="7763"/>
                </a:lnTo>
                <a:lnTo>
                  <a:pt x="297" y="6152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D7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5" name="contour_16033"/>
          <p:cNvSpPr/>
          <p:nvPr/>
        </p:nvSpPr>
        <p:spPr>
          <a:xfrm>
            <a:off x="8413429" y="174183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1006" y="2376"/>
                </a:lnTo>
                <a:lnTo>
                  <a:pt x="20412" y="4756"/>
                </a:lnTo>
                <a:lnTo>
                  <a:pt x="19818" y="7135"/>
                </a:lnTo>
                <a:lnTo>
                  <a:pt x="19219" y="9522"/>
                </a:lnTo>
                <a:lnTo>
                  <a:pt x="18619" y="11916"/>
                </a:lnTo>
                <a:lnTo>
                  <a:pt x="18020" y="14321"/>
                </a:lnTo>
                <a:lnTo>
                  <a:pt x="17415" y="16733"/>
                </a:lnTo>
                <a:lnTo>
                  <a:pt x="16810" y="19159"/>
                </a:lnTo>
                <a:lnTo>
                  <a:pt x="16200" y="21600"/>
                </a:lnTo>
                <a:lnTo>
                  <a:pt x="12992" y="20887"/>
                </a:lnTo>
                <a:lnTo>
                  <a:pt x="9774" y="20171"/>
                </a:lnTo>
                <a:lnTo>
                  <a:pt x="6545" y="19454"/>
                </a:lnTo>
                <a:lnTo>
                  <a:pt x="3289" y="18731"/>
                </a:lnTo>
                <a:lnTo>
                  <a:pt x="0" y="18000"/>
                </a:lnTo>
                <a:lnTo>
                  <a:pt x="3569" y="18000"/>
                </a:lnTo>
                <a:lnTo>
                  <a:pt x="7160" y="18000"/>
                </a:lnTo>
                <a:lnTo>
                  <a:pt x="10800" y="18000"/>
                </a:lnTo>
                <a:lnTo>
                  <a:pt x="10130" y="15772"/>
                </a:lnTo>
                <a:lnTo>
                  <a:pt x="9461" y="13543"/>
                </a:lnTo>
                <a:lnTo>
                  <a:pt x="8791" y="11308"/>
                </a:lnTo>
                <a:lnTo>
                  <a:pt x="8122" y="9068"/>
                </a:lnTo>
                <a:lnTo>
                  <a:pt x="7447" y="6818"/>
                </a:lnTo>
                <a:lnTo>
                  <a:pt x="6766" y="4558"/>
                </a:lnTo>
                <a:lnTo>
                  <a:pt x="6086" y="2286"/>
                </a:lnTo>
                <a:lnTo>
                  <a:pt x="5400" y="0"/>
                </a:lnTo>
                <a:close/>
              </a:path>
            </a:pathLst>
          </a:custGeom>
          <a:solidFill>
            <a:srgbClr val="6A6D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6" name="contour_16034"/>
          <p:cNvSpPr/>
          <p:nvPr/>
        </p:nvSpPr>
        <p:spPr>
          <a:xfrm>
            <a:off x="4208258" y="174911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86" y="752"/>
                </a:lnTo>
                <a:lnTo>
                  <a:pt x="6664" y="1544"/>
                </a:lnTo>
                <a:lnTo>
                  <a:pt x="9844" y="2401"/>
                </a:lnTo>
                <a:lnTo>
                  <a:pt x="12922" y="3362"/>
                </a:lnTo>
                <a:lnTo>
                  <a:pt x="15908" y="4457"/>
                </a:lnTo>
                <a:lnTo>
                  <a:pt x="18797" y="5728"/>
                </a:lnTo>
                <a:lnTo>
                  <a:pt x="21600" y="7200"/>
                </a:lnTo>
                <a:lnTo>
                  <a:pt x="21541" y="9778"/>
                </a:lnTo>
                <a:lnTo>
                  <a:pt x="21065" y="12226"/>
                </a:lnTo>
                <a:lnTo>
                  <a:pt x="20234" y="14591"/>
                </a:lnTo>
                <a:lnTo>
                  <a:pt x="19105" y="16909"/>
                </a:lnTo>
                <a:lnTo>
                  <a:pt x="17744" y="19231"/>
                </a:lnTo>
                <a:lnTo>
                  <a:pt x="16200" y="21600"/>
                </a:lnTo>
                <a:lnTo>
                  <a:pt x="15196" y="19814"/>
                </a:lnTo>
                <a:lnTo>
                  <a:pt x="14175" y="18000"/>
                </a:lnTo>
                <a:lnTo>
                  <a:pt x="12501" y="16214"/>
                </a:lnTo>
                <a:lnTo>
                  <a:pt x="10800" y="14400"/>
                </a:lnTo>
                <a:lnTo>
                  <a:pt x="7231" y="14400"/>
                </a:lnTo>
                <a:lnTo>
                  <a:pt x="3640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D2E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7" name="contour_16035"/>
          <p:cNvSpPr/>
          <p:nvPr/>
        </p:nvSpPr>
        <p:spPr>
          <a:xfrm>
            <a:off x="10585250" y="173454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80" y="0"/>
                </a:lnTo>
                <a:lnTo>
                  <a:pt x="11974" y="0"/>
                </a:lnTo>
                <a:lnTo>
                  <a:pt x="14400" y="0"/>
                </a:lnTo>
                <a:lnTo>
                  <a:pt x="15703" y="2911"/>
                </a:lnTo>
                <a:lnTo>
                  <a:pt x="16855" y="5881"/>
                </a:lnTo>
                <a:lnTo>
                  <a:pt x="17892" y="8915"/>
                </a:lnTo>
                <a:lnTo>
                  <a:pt x="18850" y="12004"/>
                </a:lnTo>
                <a:lnTo>
                  <a:pt x="19764" y="15147"/>
                </a:lnTo>
                <a:lnTo>
                  <a:pt x="20668" y="18349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829" y="15336"/>
                </a:lnTo>
                <a:lnTo>
                  <a:pt x="3182" y="10762"/>
                </a:lnTo>
                <a:lnTo>
                  <a:pt x="4183" y="7501"/>
                </a:lnTo>
                <a:lnTo>
                  <a:pt x="4961" y="5173"/>
                </a:lnTo>
                <a:lnTo>
                  <a:pt x="5638" y="3397"/>
                </a:lnTo>
                <a:lnTo>
                  <a:pt x="6343" y="1798"/>
                </a:lnTo>
                <a:lnTo>
                  <a:pt x="7200" y="0"/>
                </a:lnTo>
                <a:close/>
              </a:path>
            </a:pathLst>
          </a:custGeom>
          <a:solidFill>
            <a:srgbClr val="D3D6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8" name="contour_16036"/>
          <p:cNvSpPr/>
          <p:nvPr/>
        </p:nvSpPr>
        <p:spPr>
          <a:xfrm>
            <a:off x="687502" y="1734527"/>
            <a:ext cx="29808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"/>
                </a:moveTo>
                <a:lnTo>
                  <a:pt x="21600" y="3573"/>
                </a:lnTo>
                <a:lnTo>
                  <a:pt x="21600" y="7141"/>
                </a:lnTo>
                <a:lnTo>
                  <a:pt x="21600" y="10724"/>
                </a:lnTo>
                <a:lnTo>
                  <a:pt x="21600" y="14324"/>
                </a:lnTo>
                <a:lnTo>
                  <a:pt x="21600" y="17946"/>
                </a:lnTo>
                <a:lnTo>
                  <a:pt x="21600" y="21600"/>
                </a:lnTo>
                <a:lnTo>
                  <a:pt x="18114" y="21600"/>
                </a:lnTo>
                <a:lnTo>
                  <a:pt x="14624" y="21600"/>
                </a:lnTo>
                <a:lnTo>
                  <a:pt x="11117" y="21600"/>
                </a:lnTo>
                <a:lnTo>
                  <a:pt x="7594" y="21600"/>
                </a:lnTo>
                <a:lnTo>
                  <a:pt x="4051" y="21600"/>
                </a:lnTo>
                <a:lnTo>
                  <a:pt x="475" y="21600"/>
                </a:lnTo>
                <a:lnTo>
                  <a:pt x="158" y="17746"/>
                </a:lnTo>
                <a:lnTo>
                  <a:pt x="0" y="14978"/>
                </a:lnTo>
                <a:lnTo>
                  <a:pt x="0" y="12516"/>
                </a:lnTo>
                <a:lnTo>
                  <a:pt x="158" y="9586"/>
                </a:lnTo>
                <a:lnTo>
                  <a:pt x="475" y="5408"/>
                </a:lnTo>
                <a:lnTo>
                  <a:pt x="3934" y="2947"/>
                </a:lnTo>
                <a:lnTo>
                  <a:pt x="7087" y="1366"/>
                </a:lnTo>
                <a:lnTo>
                  <a:pt x="10182" y="480"/>
                </a:lnTo>
                <a:lnTo>
                  <a:pt x="13462" y="92"/>
                </a:lnTo>
                <a:lnTo>
                  <a:pt x="17185" y="0"/>
                </a:lnTo>
                <a:lnTo>
                  <a:pt x="21600" y="11"/>
                </a:lnTo>
                <a:close/>
              </a:path>
            </a:pathLst>
          </a:custGeom>
          <a:solidFill>
            <a:srgbClr val="A1A2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39" name="contour_16037"/>
          <p:cNvSpPr/>
          <p:nvPr/>
        </p:nvSpPr>
        <p:spPr>
          <a:xfrm>
            <a:off x="644430" y="1727254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078" y="583"/>
                </a:lnTo>
                <a:lnTo>
                  <a:pt x="16292" y="1102"/>
                </a:lnTo>
                <a:lnTo>
                  <a:pt x="18463" y="1839"/>
                </a:lnTo>
                <a:lnTo>
                  <a:pt x="21600" y="3086"/>
                </a:lnTo>
                <a:lnTo>
                  <a:pt x="21524" y="5249"/>
                </a:lnTo>
                <a:lnTo>
                  <a:pt x="21379" y="6823"/>
                </a:lnTo>
                <a:lnTo>
                  <a:pt x="21071" y="8260"/>
                </a:lnTo>
                <a:lnTo>
                  <a:pt x="20504" y="10013"/>
                </a:lnTo>
                <a:lnTo>
                  <a:pt x="19575" y="12534"/>
                </a:lnTo>
                <a:lnTo>
                  <a:pt x="18976" y="14228"/>
                </a:lnTo>
                <a:lnTo>
                  <a:pt x="18371" y="15932"/>
                </a:lnTo>
                <a:lnTo>
                  <a:pt x="17761" y="17660"/>
                </a:lnTo>
                <a:lnTo>
                  <a:pt x="16988" y="19616"/>
                </a:lnTo>
                <a:lnTo>
                  <a:pt x="16200" y="21600"/>
                </a:lnTo>
                <a:lnTo>
                  <a:pt x="12469" y="20687"/>
                </a:lnTo>
                <a:lnTo>
                  <a:pt x="9752" y="19955"/>
                </a:lnTo>
                <a:lnTo>
                  <a:pt x="7592" y="19236"/>
                </a:lnTo>
                <a:lnTo>
                  <a:pt x="5551" y="18357"/>
                </a:lnTo>
                <a:lnTo>
                  <a:pt x="3170" y="17144"/>
                </a:lnTo>
                <a:lnTo>
                  <a:pt x="0" y="15429"/>
                </a:lnTo>
                <a:lnTo>
                  <a:pt x="826" y="13364"/>
                </a:lnTo>
                <a:lnTo>
                  <a:pt x="1847" y="11362"/>
                </a:lnTo>
                <a:lnTo>
                  <a:pt x="3040" y="9408"/>
                </a:lnTo>
                <a:lnTo>
                  <a:pt x="4379" y="7495"/>
                </a:lnTo>
                <a:lnTo>
                  <a:pt x="5843" y="5610"/>
                </a:lnTo>
                <a:lnTo>
                  <a:pt x="7420" y="3740"/>
                </a:lnTo>
                <a:lnTo>
                  <a:pt x="9077" y="1876"/>
                </a:lnTo>
                <a:lnTo>
                  <a:pt x="10800" y="0"/>
                </a:lnTo>
                <a:close/>
              </a:path>
            </a:pathLst>
          </a:custGeom>
          <a:solidFill>
            <a:srgbClr val="F7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0" name="contour_16038"/>
          <p:cNvSpPr/>
          <p:nvPr/>
        </p:nvSpPr>
        <p:spPr>
          <a:xfrm>
            <a:off x="7757510" y="172725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457"/>
                </a:lnTo>
                <a:lnTo>
                  <a:pt x="2684" y="896"/>
                </a:lnTo>
                <a:lnTo>
                  <a:pt x="4320" y="1440"/>
                </a:lnTo>
                <a:lnTo>
                  <a:pt x="6647" y="2218"/>
                </a:lnTo>
                <a:lnTo>
                  <a:pt x="10055" y="3352"/>
                </a:lnTo>
                <a:lnTo>
                  <a:pt x="14909" y="4972"/>
                </a:lnTo>
                <a:lnTo>
                  <a:pt x="21600" y="7200"/>
                </a:lnTo>
                <a:lnTo>
                  <a:pt x="20428" y="7589"/>
                </a:lnTo>
                <a:lnTo>
                  <a:pt x="18916" y="8096"/>
                </a:lnTo>
                <a:lnTo>
                  <a:pt x="16043" y="9054"/>
                </a:lnTo>
                <a:lnTo>
                  <a:pt x="10800" y="10800"/>
                </a:lnTo>
                <a:lnTo>
                  <a:pt x="9655" y="12946"/>
                </a:lnTo>
                <a:lnTo>
                  <a:pt x="8543" y="15098"/>
                </a:lnTo>
                <a:lnTo>
                  <a:pt x="7463" y="17258"/>
                </a:lnTo>
                <a:lnTo>
                  <a:pt x="6415" y="19426"/>
                </a:lnTo>
                <a:lnTo>
                  <a:pt x="5400" y="21600"/>
                </a:lnTo>
                <a:lnTo>
                  <a:pt x="2722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B4D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1" name="contour_16039"/>
          <p:cNvSpPr/>
          <p:nvPr/>
        </p:nvSpPr>
        <p:spPr>
          <a:xfrm>
            <a:off x="812054" y="171267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820" y="2259"/>
                </a:lnTo>
                <a:lnTo>
                  <a:pt x="14121" y="3914"/>
                </a:lnTo>
                <a:lnTo>
                  <a:pt x="15287" y="5772"/>
                </a:lnTo>
                <a:lnTo>
                  <a:pt x="16875" y="8640"/>
                </a:lnTo>
                <a:lnTo>
                  <a:pt x="18236" y="11051"/>
                </a:lnTo>
                <a:lnTo>
                  <a:pt x="19618" y="13500"/>
                </a:lnTo>
                <a:lnTo>
                  <a:pt x="20601" y="15375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586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2" name="contour_16040"/>
          <p:cNvSpPr/>
          <p:nvPr/>
        </p:nvSpPr>
        <p:spPr>
          <a:xfrm>
            <a:off x="7655478" y="1719609"/>
            <a:ext cx="36440" cy="29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0887" y="3782"/>
                </a:lnTo>
                <a:lnTo>
                  <a:pt x="20174" y="7308"/>
                </a:lnTo>
                <a:lnTo>
                  <a:pt x="19457" y="10851"/>
                </a:lnTo>
                <a:lnTo>
                  <a:pt x="18736" y="14409"/>
                </a:lnTo>
                <a:lnTo>
                  <a:pt x="18010" y="17988"/>
                </a:lnTo>
                <a:lnTo>
                  <a:pt x="17280" y="21600"/>
                </a:lnTo>
                <a:lnTo>
                  <a:pt x="11573" y="20272"/>
                </a:lnTo>
                <a:lnTo>
                  <a:pt x="7642" y="19317"/>
                </a:lnTo>
                <a:lnTo>
                  <a:pt x="4994" y="18586"/>
                </a:lnTo>
                <a:lnTo>
                  <a:pt x="3158" y="17935"/>
                </a:lnTo>
                <a:lnTo>
                  <a:pt x="1655" y="17210"/>
                </a:lnTo>
                <a:lnTo>
                  <a:pt x="0" y="16265"/>
                </a:lnTo>
                <a:lnTo>
                  <a:pt x="0" y="12739"/>
                </a:lnTo>
                <a:lnTo>
                  <a:pt x="0" y="9192"/>
                </a:lnTo>
                <a:lnTo>
                  <a:pt x="0" y="5596"/>
                </a:lnTo>
                <a:lnTo>
                  <a:pt x="2527" y="3505"/>
                </a:lnTo>
                <a:lnTo>
                  <a:pt x="5063" y="1990"/>
                </a:lnTo>
                <a:lnTo>
                  <a:pt x="7629" y="966"/>
                </a:lnTo>
                <a:lnTo>
                  <a:pt x="10243" y="352"/>
                </a:lnTo>
                <a:lnTo>
                  <a:pt x="12925" y="53"/>
                </a:lnTo>
                <a:lnTo>
                  <a:pt x="15699" y="0"/>
                </a:lnTo>
                <a:lnTo>
                  <a:pt x="18585" y="96"/>
                </a:lnTo>
                <a:lnTo>
                  <a:pt x="21600" y="261"/>
                </a:lnTo>
                <a:close/>
              </a:path>
            </a:pathLst>
          </a:custGeom>
          <a:solidFill>
            <a:srgbClr val="EB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3" name="contour_16041"/>
          <p:cNvSpPr/>
          <p:nvPr/>
        </p:nvSpPr>
        <p:spPr>
          <a:xfrm>
            <a:off x="6948543" y="1719900"/>
            <a:ext cx="30595" cy="365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581" y="39"/>
                </a:moveTo>
                <a:lnTo>
                  <a:pt x="21147" y="5024"/>
                </a:lnTo>
                <a:lnTo>
                  <a:pt x="21487" y="8530"/>
                </a:lnTo>
                <a:lnTo>
                  <a:pt x="21600" y="11026"/>
                </a:lnTo>
                <a:lnTo>
                  <a:pt x="21487" y="13001"/>
                </a:lnTo>
                <a:lnTo>
                  <a:pt x="21147" y="14929"/>
                </a:lnTo>
                <a:lnTo>
                  <a:pt x="20581" y="17288"/>
                </a:lnTo>
                <a:lnTo>
                  <a:pt x="16753" y="18875"/>
                </a:lnTo>
                <a:lnTo>
                  <a:pt x="14036" y="19892"/>
                </a:lnTo>
                <a:lnTo>
                  <a:pt x="11690" y="20548"/>
                </a:lnTo>
                <a:lnTo>
                  <a:pt x="8973" y="21048"/>
                </a:lnTo>
                <a:lnTo>
                  <a:pt x="5145" y="21600"/>
                </a:lnTo>
                <a:lnTo>
                  <a:pt x="4003" y="18758"/>
                </a:lnTo>
                <a:lnTo>
                  <a:pt x="2933" y="15929"/>
                </a:lnTo>
                <a:lnTo>
                  <a:pt x="1971" y="13092"/>
                </a:lnTo>
                <a:lnTo>
                  <a:pt x="1137" y="10229"/>
                </a:lnTo>
                <a:lnTo>
                  <a:pt x="473" y="7322"/>
                </a:lnTo>
                <a:lnTo>
                  <a:pt x="0" y="4351"/>
                </a:lnTo>
                <a:lnTo>
                  <a:pt x="3211" y="2234"/>
                </a:lnTo>
                <a:lnTo>
                  <a:pt x="6262" y="931"/>
                </a:lnTo>
                <a:lnTo>
                  <a:pt x="9344" y="250"/>
                </a:lnTo>
                <a:lnTo>
                  <a:pt x="12632" y="4"/>
                </a:lnTo>
                <a:lnTo>
                  <a:pt x="16316" y="0"/>
                </a:lnTo>
                <a:lnTo>
                  <a:pt x="20581" y="39"/>
                </a:lnTo>
                <a:close/>
              </a:path>
            </a:pathLst>
          </a:custGeom>
          <a:solidFill>
            <a:srgbClr val="DE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4" name="contour_16042"/>
          <p:cNvSpPr/>
          <p:nvPr/>
        </p:nvSpPr>
        <p:spPr>
          <a:xfrm>
            <a:off x="1526277" y="171267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99B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5" name="contour_16043"/>
          <p:cNvSpPr/>
          <p:nvPr/>
        </p:nvSpPr>
        <p:spPr>
          <a:xfrm>
            <a:off x="1256621" y="1696790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9A9A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6" name="contour_16044"/>
          <p:cNvSpPr/>
          <p:nvPr/>
        </p:nvSpPr>
        <p:spPr>
          <a:xfrm>
            <a:off x="10352035" y="169081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87E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7" name="contour_16045"/>
          <p:cNvSpPr/>
          <p:nvPr/>
        </p:nvSpPr>
        <p:spPr>
          <a:xfrm>
            <a:off x="9980347" y="170539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683"/>
                </a:lnTo>
                <a:lnTo>
                  <a:pt x="14524" y="1248"/>
                </a:lnTo>
                <a:lnTo>
                  <a:pt x="16494" y="1905"/>
                </a:lnTo>
                <a:lnTo>
                  <a:pt x="18645" y="2860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0822" y="20174"/>
                </a:lnTo>
                <a:lnTo>
                  <a:pt x="8679" y="18744"/>
                </a:lnTo>
                <a:lnTo>
                  <a:pt x="6528" y="17310"/>
                </a:lnTo>
                <a:lnTo>
                  <a:pt x="4368" y="15872"/>
                </a:lnTo>
                <a:lnTo>
                  <a:pt x="2195" y="14420"/>
                </a:lnTo>
                <a:lnTo>
                  <a:pt x="0" y="12960"/>
                </a:lnTo>
                <a:lnTo>
                  <a:pt x="1503" y="10087"/>
                </a:lnTo>
                <a:lnTo>
                  <a:pt x="2657" y="7983"/>
                </a:lnTo>
                <a:lnTo>
                  <a:pt x="3711" y="6277"/>
                </a:lnTo>
                <a:lnTo>
                  <a:pt x="4899" y="4622"/>
                </a:lnTo>
                <a:lnTo>
                  <a:pt x="6463" y="2648"/>
                </a:lnTo>
                <a:lnTo>
                  <a:pt x="8640" y="0"/>
                </a:lnTo>
                <a:close/>
              </a:path>
            </a:pathLst>
          </a:custGeom>
          <a:solidFill>
            <a:srgbClr val="6E66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8" name="contour_16046"/>
          <p:cNvSpPr/>
          <p:nvPr/>
        </p:nvSpPr>
        <p:spPr>
          <a:xfrm>
            <a:off x="817702" y="1683526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0" y="0"/>
                </a:moveTo>
                <a:lnTo>
                  <a:pt x="4524" y="713"/>
                </a:lnTo>
                <a:lnTo>
                  <a:pt x="7904" y="1426"/>
                </a:lnTo>
                <a:lnTo>
                  <a:pt x="11298" y="2143"/>
                </a:lnTo>
                <a:lnTo>
                  <a:pt x="14708" y="2864"/>
                </a:lnTo>
                <a:lnTo>
                  <a:pt x="18139" y="3590"/>
                </a:lnTo>
                <a:lnTo>
                  <a:pt x="21600" y="4320"/>
                </a:lnTo>
                <a:lnTo>
                  <a:pt x="18221" y="4320"/>
                </a:lnTo>
                <a:lnTo>
                  <a:pt x="14821" y="4320"/>
                </a:lnTo>
                <a:lnTo>
                  <a:pt x="11375" y="4320"/>
                </a:lnTo>
                <a:lnTo>
                  <a:pt x="12822" y="6765"/>
                </a:lnTo>
                <a:lnTo>
                  <a:pt x="14269" y="9210"/>
                </a:lnTo>
                <a:lnTo>
                  <a:pt x="15721" y="11664"/>
                </a:lnTo>
                <a:lnTo>
                  <a:pt x="17178" y="14126"/>
                </a:lnTo>
                <a:lnTo>
                  <a:pt x="18645" y="16602"/>
                </a:lnTo>
                <a:lnTo>
                  <a:pt x="20117" y="19090"/>
                </a:lnTo>
                <a:lnTo>
                  <a:pt x="21600" y="21600"/>
                </a:lnTo>
                <a:lnTo>
                  <a:pt x="15501" y="20948"/>
                </a:lnTo>
                <a:lnTo>
                  <a:pt x="11237" y="20425"/>
                </a:lnTo>
                <a:lnTo>
                  <a:pt x="8236" y="19920"/>
                </a:lnTo>
                <a:lnTo>
                  <a:pt x="5930" y="19306"/>
                </a:lnTo>
                <a:lnTo>
                  <a:pt x="3763" y="18468"/>
                </a:lnTo>
                <a:lnTo>
                  <a:pt x="1150" y="17280"/>
                </a:lnTo>
                <a:lnTo>
                  <a:pt x="368" y="14282"/>
                </a:lnTo>
                <a:lnTo>
                  <a:pt x="15" y="11478"/>
                </a:lnTo>
                <a:lnTo>
                  <a:pt x="0" y="8761"/>
                </a:lnTo>
                <a:lnTo>
                  <a:pt x="245" y="6018"/>
                </a:lnTo>
                <a:lnTo>
                  <a:pt x="660" y="3132"/>
                </a:lnTo>
                <a:lnTo>
                  <a:pt x="1150" y="0"/>
                </a:lnTo>
                <a:close/>
              </a:path>
            </a:pathLst>
          </a:custGeom>
          <a:solidFill>
            <a:srgbClr val="48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49" name="contour_16047"/>
          <p:cNvSpPr/>
          <p:nvPr/>
        </p:nvSpPr>
        <p:spPr>
          <a:xfrm>
            <a:off x="10882418" y="1690814"/>
            <a:ext cx="3808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709" y="652"/>
                </a:lnTo>
                <a:lnTo>
                  <a:pt x="9070" y="1175"/>
                </a:lnTo>
                <a:lnTo>
                  <a:pt x="11464" y="1680"/>
                </a:lnTo>
                <a:lnTo>
                  <a:pt x="13357" y="2294"/>
                </a:lnTo>
                <a:lnTo>
                  <a:pt x="15205" y="3132"/>
                </a:lnTo>
                <a:lnTo>
                  <a:pt x="17466" y="4320"/>
                </a:lnTo>
                <a:lnTo>
                  <a:pt x="18714" y="7180"/>
                </a:lnTo>
                <a:lnTo>
                  <a:pt x="19632" y="9932"/>
                </a:lnTo>
                <a:lnTo>
                  <a:pt x="20302" y="12662"/>
                </a:lnTo>
                <a:lnTo>
                  <a:pt x="20802" y="15461"/>
                </a:lnTo>
                <a:lnTo>
                  <a:pt x="21207" y="18408"/>
                </a:lnTo>
                <a:lnTo>
                  <a:pt x="21600" y="21600"/>
                </a:lnTo>
                <a:lnTo>
                  <a:pt x="18905" y="20732"/>
                </a:lnTo>
                <a:lnTo>
                  <a:pt x="16242" y="19842"/>
                </a:lnTo>
                <a:lnTo>
                  <a:pt x="13613" y="18904"/>
                </a:lnTo>
                <a:lnTo>
                  <a:pt x="11013" y="17906"/>
                </a:lnTo>
                <a:lnTo>
                  <a:pt x="8446" y="16831"/>
                </a:lnTo>
                <a:lnTo>
                  <a:pt x="5907" y="15660"/>
                </a:lnTo>
                <a:lnTo>
                  <a:pt x="3402" y="14377"/>
                </a:lnTo>
                <a:lnTo>
                  <a:pt x="930" y="12960"/>
                </a:lnTo>
                <a:lnTo>
                  <a:pt x="310" y="9487"/>
                </a:lnTo>
                <a:lnTo>
                  <a:pt x="0" y="7076"/>
                </a:lnTo>
                <a:lnTo>
                  <a:pt x="0" y="5106"/>
                </a:lnTo>
                <a:lnTo>
                  <a:pt x="310" y="2955"/>
                </a:lnTo>
                <a:lnTo>
                  <a:pt x="930" y="0"/>
                </a:lnTo>
                <a:close/>
              </a:path>
            </a:pathLst>
          </a:custGeom>
          <a:solidFill>
            <a:srgbClr val="F2F3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0" name="contour_16048"/>
          <p:cNvSpPr/>
          <p:nvPr/>
        </p:nvSpPr>
        <p:spPr>
          <a:xfrm>
            <a:off x="702734" y="168352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423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071" y="19462"/>
                </a:lnTo>
                <a:lnTo>
                  <a:pt x="2143" y="17310"/>
                </a:lnTo>
                <a:lnTo>
                  <a:pt x="3227" y="15150"/>
                </a:lnTo>
                <a:lnTo>
                  <a:pt x="4320" y="12960"/>
                </a:lnTo>
                <a:lnTo>
                  <a:pt x="7176" y="12960"/>
                </a:lnTo>
                <a:lnTo>
                  <a:pt x="10048" y="12960"/>
                </a:lnTo>
                <a:lnTo>
                  <a:pt x="12960" y="12960"/>
                </a:lnTo>
                <a:lnTo>
                  <a:pt x="14161" y="9746"/>
                </a:lnTo>
                <a:lnTo>
                  <a:pt x="14986" y="7465"/>
                </a:lnTo>
                <a:lnTo>
                  <a:pt x="15643" y="5495"/>
                </a:lnTo>
                <a:lnTo>
                  <a:pt x="16338" y="3214"/>
                </a:lnTo>
                <a:lnTo>
                  <a:pt x="17280" y="0"/>
                </a:lnTo>
                <a:close/>
              </a:path>
            </a:pathLst>
          </a:custGeom>
          <a:solidFill>
            <a:srgbClr val="EC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1" name="contour_16049"/>
          <p:cNvSpPr/>
          <p:nvPr/>
        </p:nvSpPr>
        <p:spPr>
          <a:xfrm>
            <a:off x="2393548" y="166166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30" y="2704"/>
                </a:lnTo>
                <a:lnTo>
                  <a:pt x="20628" y="5404"/>
                </a:lnTo>
                <a:lnTo>
                  <a:pt x="20110" y="8104"/>
                </a:lnTo>
                <a:lnTo>
                  <a:pt x="19575" y="10800"/>
                </a:lnTo>
                <a:lnTo>
                  <a:pt x="19008" y="13815"/>
                </a:lnTo>
                <a:lnTo>
                  <a:pt x="18436" y="16874"/>
                </a:lnTo>
                <a:lnTo>
                  <a:pt x="17329" y="19220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413" y="18645"/>
                </a:lnTo>
                <a:lnTo>
                  <a:pt x="2138" y="16494"/>
                </a:lnTo>
                <a:lnTo>
                  <a:pt x="1318" y="14524"/>
                </a:lnTo>
                <a:lnTo>
                  <a:pt x="691" y="12113"/>
                </a:lnTo>
                <a:lnTo>
                  <a:pt x="0" y="8640"/>
                </a:lnTo>
                <a:lnTo>
                  <a:pt x="2700" y="5646"/>
                </a:lnTo>
                <a:lnTo>
                  <a:pt x="5108" y="3434"/>
                </a:lnTo>
                <a:lnTo>
                  <a:pt x="7479" y="1888"/>
                </a:lnTo>
                <a:lnTo>
                  <a:pt x="10060" y="886"/>
                </a:lnTo>
                <a:lnTo>
                  <a:pt x="13106" y="315"/>
                </a:lnTo>
                <a:lnTo>
                  <a:pt x="16870" y="60"/>
                </a:lnTo>
                <a:lnTo>
                  <a:pt x="21600" y="0"/>
                </a:lnTo>
                <a:close/>
              </a:path>
            </a:pathLst>
          </a:custGeom>
          <a:solidFill>
            <a:srgbClr val="E2C8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2" name="contour_16050"/>
          <p:cNvSpPr/>
          <p:nvPr/>
        </p:nvSpPr>
        <p:spPr>
          <a:xfrm>
            <a:off x="906798" y="1652676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9"/>
                </a:moveTo>
                <a:lnTo>
                  <a:pt x="2621" y="719"/>
                </a:lnTo>
                <a:lnTo>
                  <a:pt x="5202" y="337"/>
                </a:lnTo>
                <a:lnTo>
                  <a:pt x="7751" y="87"/>
                </a:lnTo>
                <a:lnTo>
                  <a:pt x="10292" y="0"/>
                </a:lnTo>
                <a:lnTo>
                  <a:pt x="12838" y="133"/>
                </a:lnTo>
                <a:lnTo>
                  <a:pt x="15401" y="510"/>
                </a:lnTo>
                <a:lnTo>
                  <a:pt x="18000" y="1189"/>
                </a:lnTo>
                <a:lnTo>
                  <a:pt x="19242" y="4434"/>
                </a:lnTo>
                <a:lnTo>
                  <a:pt x="20146" y="7690"/>
                </a:lnTo>
                <a:lnTo>
                  <a:pt x="20772" y="10996"/>
                </a:lnTo>
                <a:lnTo>
                  <a:pt x="21186" y="14390"/>
                </a:lnTo>
                <a:lnTo>
                  <a:pt x="21442" y="1791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901" y="20523"/>
                </a:lnTo>
                <a:lnTo>
                  <a:pt x="11074" y="18620"/>
                </a:lnTo>
                <a:lnTo>
                  <a:pt x="11477" y="14262"/>
                </a:lnTo>
                <a:lnTo>
                  <a:pt x="11254" y="11629"/>
                </a:lnTo>
                <a:lnTo>
                  <a:pt x="11027" y="8981"/>
                </a:lnTo>
                <a:lnTo>
                  <a:pt x="10800" y="6292"/>
                </a:lnTo>
                <a:lnTo>
                  <a:pt x="8122" y="4567"/>
                </a:lnTo>
                <a:lnTo>
                  <a:pt x="6221" y="3439"/>
                </a:lnTo>
                <a:lnTo>
                  <a:pt x="4579" y="2664"/>
                </a:lnTo>
                <a:lnTo>
                  <a:pt x="2678" y="1995"/>
                </a:lnTo>
                <a:lnTo>
                  <a:pt x="0" y="1189"/>
                </a:lnTo>
                <a:close/>
              </a:path>
            </a:pathLst>
          </a:custGeom>
          <a:solidFill>
            <a:srgbClr val="8C8C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3" name="contour_16051"/>
          <p:cNvSpPr/>
          <p:nvPr/>
        </p:nvSpPr>
        <p:spPr>
          <a:xfrm>
            <a:off x="1860541" y="1654374"/>
            <a:ext cx="37424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87" y="0"/>
                </a:moveTo>
                <a:lnTo>
                  <a:pt x="15926" y="1126"/>
                </a:lnTo>
                <a:lnTo>
                  <a:pt x="17717" y="1939"/>
                </a:lnTo>
                <a:lnTo>
                  <a:pt x="19345" y="2823"/>
                </a:lnTo>
                <a:lnTo>
                  <a:pt x="21600" y="4170"/>
                </a:lnTo>
                <a:lnTo>
                  <a:pt x="20616" y="6697"/>
                </a:lnTo>
                <a:lnTo>
                  <a:pt x="19598" y="9174"/>
                </a:lnTo>
                <a:lnTo>
                  <a:pt x="18521" y="11605"/>
                </a:lnTo>
                <a:lnTo>
                  <a:pt x="17368" y="13986"/>
                </a:lnTo>
                <a:lnTo>
                  <a:pt x="16106" y="16321"/>
                </a:lnTo>
                <a:lnTo>
                  <a:pt x="14722" y="18610"/>
                </a:lnTo>
                <a:lnTo>
                  <a:pt x="13187" y="20849"/>
                </a:lnTo>
                <a:lnTo>
                  <a:pt x="9805" y="21350"/>
                </a:lnTo>
                <a:lnTo>
                  <a:pt x="7458" y="21600"/>
                </a:lnTo>
                <a:lnTo>
                  <a:pt x="5540" y="21600"/>
                </a:lnTo>
                <a:lnTo>
                  <a:pt x="3445" y="21350"/>
                </a:lnTo>
                <a:lnTo>
                  <a:pt x="568" y="20849"/>
                </a:lnTo>
                <a:lnTo>
                  <a:pt x="189" y="17997"/>
                </a:lnTo>
                <a:lnTo>
                  <a:pt x="0" y="15921"/>
                </a:lnTo>
                <a:lnTo>
                  <a:pt x="0" y="14019"/>
                </a:lnTo>
                <a:lnTo>
                  <a:pt x="189" y="11692"/>
                </a:lnTo>
                <a:lnTo>
                  <a:pt x="568" y="8340"/>
                </a:lnTo>
                <a:lnTo>
                  <a:pt x="3037" y="6130"/>
                </a:lnTo>
                <a:lnTo>
                  <a:pt x="4892" y="4558"/>
                </a:lnTo>
                <a:lnTo>
                  <a:pt x="6482" y="3386"/>
                </a:lnTo>
                <a:lnTo>
                  <a:pt x="8165" y="2394"/>
                </a:lnTo>
                <a:lnTo>
                  <a:pt x="10281" y="1343"/>
                </a:lnTo>
                <a:lnTo>
                  <a:pt x="13187" y="0"/>
                </a:lnTo>
                <a:close/>
              </a:path>
            </a:pathLst>
          </a:custGeom>
          <a:solidFill>
            <a:srgbClr val="A5A6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4" name="contour_16052"/>
          <p:cNvSpPr/>
          <p:nvPr/>
        </p:nvSpPr>
        <p:spPr>
          <a:xfrm>
            <a:off x="7232774" y="164708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EF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5" name="contour_16053"/>
          <p:cNvSpPr/>
          <p:nvPr/>
        </p:nvSpPr>
        <p:spPr>
          <a:xfrm>
            <a:off x="2415412" y="1648223"/>
            <a:ext cx="51016" cy="28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09" y="1231"/>
                </a:moveTo>
                <a:lnTo>
                  <a:pt x="17854" y="2388"/>
                </a:lnTo>
                <a:lnTo>
                  <a:pt x="19715" y="3557"/>
                </a:lnTo>
                <a:lnTo>
                  <a:pt x="21600" y="4743"/>
                </a:lnTo>
                <a:lnTo>
                  <a:pt x="20989" y="8080"/>
                </a:lnTo>
                <a:lnTo>
                  <a:pt x="20375" y="11429"/>
                </a:lnTo>
                <a:lnTo>
                  <a:pt x="19761" y="14790"/>
                </a:lnTo>
                <a:lnTo>
                  <a:pt x="19138" y="18178"/>
                </a:lnTo>
                <a:lnTo>
                  <a:pt x="18514" y="21600"/>
                </a:lnTo>
                <a:lnTo>
                  <a:pt x="16475" y="20364"/>
                </a:lnTo>
                <a:lnTo>
                  <a:pt x="14438" y="19128"/>
                </a:lnTo>
                <a:lnTo>
                  <a:pt x="12395" y="17886"/>
                </a:lnTo>
                <a:lnTo>
                  <a:pt x="10353" y="16644"/>
                </a:lnTo>
                <a:lnTo>
                  <a:pt x="8301" y="15402"/>
                </a:lnTo>
                <a:lnTo>
                  <a:pt x="6239" y="14149"/>
                </a:lnTo>
                <a:lnTo>
                  <a:pt x="4172" y="12896"/>
                </a:lnTo>
                <a:lnTo>
                  <a:pt x="2092" y="11632"/>
                </a:lnTo>
                <a:lnTo>
                  <a:pt x="0" y="10362"/>
                </a:lnTo>
                <a:lnTo>
                  <a:pt x="2009" y="7327"/>
                </a:lnTo>
                <a:lnTo>
                  <a:pt x="3869" y="4782"/>
                </a:lnTo>
                <a:lnTo>
                  <a:pt x="5650" y="2748"/>
                </a:lnTo>
                <a:lnTo>
                  <a:pt x="7427" y="1253"/>
                </a:lnTo>
                <a:lnTo>
                  <a:pt x="9279" y="332"/>
                </a:lnTo>
                <a:lnTo>
                  <a:pt x="11275" y="0"/>
                </a:lnTo>
                <a:lnTo>
                  <a:pt x="13494" y="292"/>
                </a:lnTo>
                <a:lnTo>
                  <a:pt x="16009" y="1231"/>
                </a:lnTo>
                <a:close/>
              </a:path>
            </a:pathLst>
          </a:custGeom>
          <a:solidFill>
            <a:srgbClr val="F8F6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6" name="contour_16054"/>
          <p:cNvSpPr/>
          <p:nvPr/>
        </p:nvSpPr>
        <p:spPr>
          <a:xfrm>
            <a:off x="1016118" y="1625222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227" y="2658"/>
                </a:lnTo>
                <a:lnTo>
                  <a:pt x="20817" y="5291"/>
                </a:lnTo>
                <a:lnTo>
                  <a:pt x="20347" y="7900"/>
                </a:lnTo>
                <a:lnTo>
                  <a:pt x="19786" y="10488"/>
                </a:lnTo>
                <a:lnTo>
                  <a:pt x="19116" y="13055"/>
                </a:lnTo>
                <a:lnTo>
                  <a:pt x="18311" y="15606"/>
                </a:lnTo>
                <a:lnTo>
                  <a:pt x="17350" y="181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8214"/>
                </a:lnTo>
                <a:lnTo>
                  <a:pt x="0" y="15750"/>
                </a:lnTo>
                <a:lnTo>
                  <a:pt x="0" y="13278"/>
                </a:lnTo>
                <a:lnTo>
                  <a:pt x="0" y="10786"/>
                </a:lnTo>
                <a:lnTo>
                  <a:pt x="0" y="8268"/>
                </a:lnTo>
                <a:lnTo>
                  <a:pt x="3569" y="8268"/>
                </a:lnTo>
                <a:lnTo>
                  <a:pt x="7160" y="8268"/>
                </a:lnTo>
                <a:lnTo>
                  <a:pt x="10800" y="8268"/>
                </a:lnTo>
                <a:lnTo>
                  <a:pt x="10800" y="5535"/>
                </a:lnTo>
                <a:lnTo>
                  <a:pt x="10800" y="2786"/>
                </a:lnTo>
                <a:lnTo>
                  <a:pt x="10800" y="0"/>
                </a:lnTo>
                <a:close/>
              </a:path>
            </a:pathLst>
          </a:custGeom>
          <a:solidFill>
            <a:srgbClr val="8586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7" name="contour_16055"/>
          <p:cNvSpPr/>
          <p:nvPr/>
        </p:nvSpPr>
        <p:spPr>
          <a:xfrm>
            <a:off x="1220181" y="1631526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3331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8" name="contour_16056"/>
          <p:cNvSpPr/>
          <p:nvPr/>
        </p:nvSpPr>
        <p:spPr>
          <a:xfrm>
            <a:off x="1329501" y="162522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535"/>
                </a:lnTo>
                <a:lnTo>
                  <a:pt x="4280" y="1069"/>
                </a:lnTo>
                <a:lnTo>
                  <a:pt x="6421" y="1604"/>
                </a:lnTo>
                <a:lnTo>
                  <a:pt x="8566" y="2144"/>
                </a:lnTo>
                <a:lnTo>
                  <a:pt x="10720" y="2678"/>
                </a:lnTo>
                <a:lnTo>
                  <a:pt x="12877" y="3218"/>
                </a:lnTo>
                <a:lnTo>
                  <a:pt x="15043" y="3758"/>
                </a:lnTo>
                <a:lnTo>
                  <a:pt x="17218" y="4304"/>
                </a:lnTo>
                <a:lnTo>
                  <a:pt x="19403" y="4849"/>
                </a:lnTo>
                <a:lnTo>
                  <a:pt x="21600" y="5400"/>
                </a:lnTo>
                <a:lnTo>
                  <a:pt x="20989" y="8608"/>
                </a:lnTo>
                <a:lnTo>
                  <a:pt x="20375" y="11826"/>
                </a:lnTo>
                <a:lnTo>
                  <a:pt x="19761" y="15055"/>
                </a:lnTo>
                <a:lnTo>
                  <a:pt x="19141" y="18311"/>
                </a:lnTo>
                <a:lnTo>
                  <a:pt x="18514" y="21600"/>
                </a:lnTo>
                <a:lnTo>
                  <a:pt x="16475" y="21600"/>
                </a:lnTo>
                <a:lnTo>
                  <a:pt x="14423" y="21600"/>
                </a:lnTo>
                <a:lnTo>
                  <a:pt x="12343" y="21600"/>
                </a:lnTo>
                <a:lnTo>
                  <a:pt x="12343" y="18031"/>
                </a:lnTo>
                <a:lnTo>
                  <a:pt x="12343" y="14440"/>
                </a:lnTo>
                <a:lnTo>
                  <a:pt x="12343" y="10800"/>
                </a:lnTo>
                <a:lnTo>
                  <a:pt x="10729" y="8780"/>
                </a:lnTo>
                <a:lnTo>
                  <a:pt x="9547" y="7479"/>
                </a:lnTo>
                <a:lnTo>
                  <a:pt x="8220" y="6313"/>
                </a:lnTo>
                <a:lnTo>
                  <a:pt x="6171" y="4725"/>
                </a:lnTo>
                <a:lnTo>
                  <a:pt x="4644" y="3553"/>
                </a:lnTo>
                <a:lnTo>
                  <a:pt x="3107" y="2381"/>
                </a:lnTo>
                <a:lnTo>
                  <a:pt x="1564" y="1199"/>
                </a:lnTo>
                <a:lnTo>
                  <a:pt x="0" y="0"/>
                </a:lnTo>
                <a:close/>
              </a:path>
            </a:pathLst>
          </a:custGeom>
          <a:solidFill>
            <a:srgbClr val="494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59" name="contour_16057"/>
          <p:cNvSpPr/>
          <p:nvPr/>
        </p:nvSpPr>
        <p:spPr>
          <a:xfrm>
            <a:off x="7801238" y="1616673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556"/>
                </a:lnTo>
                <a:lnTo>
                  <a:pt x="0" y="13499"/>
                </a:lnTo>
                <a:lnTo>
                  <a:pt x="0" y="9428"/>
                </a:lnTo>
                <a:lnTo>
                  <a:pt x="0" y="5323"/>
                </a:lnTo>
                <a:lnTo>
                  <a:pt x="0" y="1178"/>
                </a:lnTo>
                <a:close/>
              </a:path>
            </a:pathLst>
          </a:custGeom>
          <a:solidFill>
            <a:srgbClr val="F0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0" name="contour_16058"/>
          <p:cNvSpPr/>
          <p:nvPr/>
        </p:nvSpPr>
        <p:spPr>
          <a:xfrm>
            <a:off x="7480566" y="1610646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673"/>
                </a:lnTo>
                <a:lnTo>
                  <a:pt x="12512" y="1169"/>
                </a:lnTo>
                <a:lnTo>
                  <a:pt x="14974" y="1639"/>
                </a:lnTo>
                <a:lnTo>
                  <a:pt x="17744" y="2228"/>
                </a:lnTo>
                <a:lnTo>
                  <a:pt x="21600" y="3086"/>
                </a:lnTo>
                <a:lnTo>
                  <a:pt x="20261" y="5095"/>
                </a:lnTo>
                <a:lnTo>
                  <a:pt x="18900" y="7134"/>
                </a:lnTo>
                <a:lnTo>
                  <a:pt x="17885" y="9276"/>
                </a:lnTo>
                <a:lnTo>
                  <a:pt x="17118" y="11321"/>
                </a:lnTo>
                <a:lnTo>
                  <a:pt x="16578" y="13312"/>
                </a:lnTo>
                <a:lnTo>
                  <a:pt x="16238" y="15293"/>
                </a:lnTo>
                <a:lnTo>
                  <a:pt x="16076" y="17305"/>
                </a:lnTo>
                <a:lnTo>
                  <a:pt x="16070" y="19394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4779" y="19789"/>
                </a:lnTo>
                <a:lnTo>
                  <a:pt x="4163" y="17977"/>
                </a:lnTo>
                <a:lnTo>
                  <a:pt x="3559" y="16163"/>
                </a:lnTo>
                <a:lnTo>
                  <a:pt x="2959" y="14349"/>
                </a:lnTo>
                <a:lnTo>
                  <a:pt x="2365" y="12534"/>
                </a:lnTo>
                <a:lnTo>
                  <a:pt x="1798" y="10849"/>
                </a:lnTo>
                <a:lnTo>
                  <a:pt x="1231" y="9155"/>
                </a:lnTo>
                <a:lnTo>
                  <a:pt x="653" y="7437"/>
                </a:lnTo>
                <a:lnTo>
                  <a:pt x="329" y="5277"/>
                </a:lnTo>
                <a:lnTo>
                  <a:pt x="0" y="3086"/>
                </a:lnTo>
                <a:lnTo>
                  <a:pt x="2678" y="1555"/>
                </a:lnTo>
                <a:lnTo>
                  <a:pt x="5400" y="0"/>
                </a:lnTo>
                <a:close/>
              </a:path>
            </a:pathLst>
          </a:custGeom>
          <a:solidFill>
            <a:srgbClr val="E4E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1" name="contour_16059"/>
          <p:cNvSpPr/>
          <p:nvPr/>
        </p:nvSpPr>
        <p:spPr>
          <a:xfrm>
            <a:off x="3916738" y="1594758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C88A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2" name="contour_16060"/>
          <p:cNvSpPr/>
          <p:nvPr/>
        </p:nvSpPr>
        <p:spPr>
          <a:xfrm>
            <a:off x="1453397" y="155963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677"/>
                </a:lnTo>
                <a:lnTo>
                  <a:pt x="14135" y="1202"/>
                </a:lnTo>
                <a:lnTo>
                  <a:pt x="16105" y="1750"/>
                </a:lnTo>
                <a:lnTo>
                  <a:pt x="18386" y="2491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1629" y="13478"/>
                </a:lnTo>
                <a:lnTo>
                  <a:pt x="10740" y="15379"/>
                </a:lnTo>
                <a:lnTo>
                  <a:pt x="10083" y="17021"/>
                </a:lnTo>
                <a:lnTo>
                  <a:pt x="9452" y="18922"/>
                </a:lnTo>
                <a:lnTo>
                  <a:pt x="8640" y="21600"/>
                </a:lnTo>
                <a:lnTo>
                  <a:pt x="7214" y="19818"/>
                </a:lnTo>
                <a:lnTo>
                  <a:pt x="5784" y="18032"/>
                </a:lnTo>
                <a:lnTo>
                  <a:pt x="4350" y="16240"/>
                </a:lnTo>
                <a:lnTo>
                  <a:pt x="2912" y="14440"/>
                </a:lnTo>
                <a:lnTo>
                  <a:pt x="1460" y="12629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8662"/>
                </a:lnTo>
                <a:lnTo>
                  <a:pt x="8640" y="6516"/>
                </a:lnTo>
                <a:lnTo>
                  <a:pt x="8640" y="4363"/>
                </a:lnTo>
                <a:lnTo>
                  <a:pt x="8640" y="2192"/>
                </a:lnTo>
                <a:lnTo>
                  <a:pt x="8640" y="0"/>
                </a:lnTo>
                <a:close/>
              </a:path>
            </a:pathLst>
          </a:custGeom>
          <a:solidFill>
            <a:srgbClr val="8A8A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3" name="contour_16061"/>
          <p:cNvSpPr/>
          <p:nvPr/>
        </p:nvSpPr>
        <p:spPr>
          <a:xfrm>
            <a:off x="1293061" y="1552342"/>
            <a:ext cx="2932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38" y="0"/>
                </a:moveTo>
                <a:lnTo>
                  <a:pt x="14196" y="659"/>
                </a:lnTo>
                <a:lnTo>
                  <a:pt x="16467" y="1253"/>
                </a:lnTo>
                <a:lnTo>
                  <a:pt x="18561" y="2120"/>
                </a:lnTo>
                <a:lnTo>
                  <a:pt x="21477" y="3600"/>
                </a:lnTo>
                <a:lnTo>
                  <a:pt x="21600" y="6156"/>
                </a:lnTo>
                <a:lnTo>
                  <a:pt x="21498" y="7970"/>
                </a:lnTo>
                <a:lnTo>
                  <a:pt x="21052" y="9904"/>
                </a:lnTo>
                <a:lnTo>
                  <a:pt x="20134" y="12823"/>
                </a:lnTo>
                <a:lnTo>
                  <a:pt x="19426" y="15289"/>
                </a:lnTo>
                <a:lnTo>
                  <a:pt x="18706" y="17788"/>
                </a:lnTo>
                <a:lnTo>
                  <a:pt x="17417" y="19681"/>
                </a:lnTo>
                <a:lnTo>
                  <a:pt x="16107" y="21600"/>
                </a:lnTo>
                <a:lnTo>
                  <a:pt x="12558" y="21600"/>
                </a:lnTo>
                <a:lnTo>
                  <a:pt x="8988" y="21600"/>
                </a:lnTo>
                <a:lnTo>
                  <a:pt x="5369" y="21600"/>
                </a:lnTo>
                <a:lnTo>
                  <a:pt x="3592" y="19339"/>
                </a:lnTo>
                <a:lnTo>
                  <a:pt x="2239" y="17032"/>
                </a:lnTo>
                <a:lnTo>
                  <a:pt x="1256" y="14666"/>
                </a:lnTo>
                <a:lnTo>
                  <a:pt x="591" y="12244"/>
                </a:lnTo>
                <a:lnTo>
                  <a:pt x="188" y="9756"/>
                </a:lnTo>
                <a:lnTo>
                  <a:pt x="0" y="7200"/>
                </a:lnTo>
                <a:lnTo>
                  <a:pt x="2620" y="4432"/>
                </a:lnTo>
                <a:lnTo>
                  <a:pt x="4612" y="2758"/>
                </a:lnTo>
                <a:lnTo>
                  <a:pt x="6980" y="1505"/>
                </a:lnTo>
                <a:lnTo>
                  <a:pt x="10738" y="0"/>
                </a:lnTo>
                <a:close/>
              </a:path>
            </a:pathLst>
          </a:custGeom>
          <a:solidFill>
            <a:srgbClr val="8E90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4" name="contour_16062"/>
          <p:cNvSpPr/>
          <p:nvPr/>
        </p:nvSpPr>
        <p:spPr>
          <a:xfrm>
            <a:off x="1351365" y="154505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10751" y="3927"/>
                </a:lnTo>
                <a:lnTo>
                  <a:pt x="14440" y="6666"/>
                </a:lnTo>
                <a:lnTo>
                  <a:pt x="16918" y="8580"/>
                </a:lnTo>
                <a:lnTo>
                  <a:pt x="18641" y="10027"/>
                </a:lnTo>
                <a:lnTo>
                  <a:pt x="20050" y="1136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40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5" name="contour_16063"/>
          <p:cNvSpPr/>
          <p:nvPr/>
        </p:nvSpPr>
        <p:spPr>
          <a:xfrm>
            <a:off x="899510" y="1564294"/>
            <a:ext cx="36440" cy="390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451"/>
                </a:moveTo>
                <a:lnTo>
                  <a:pt x="7534" y="484"/>
                </a:lnTo>
                <a:lnTo>
                  <a:pt x="9815" y="0"/>
                </a:lnTo>
                <a:lnTo>
                  <a:pt x="11785" y="0"/>
                </a:lnTo>
                <a:lnTo>
                  <a:pt x="14066" y="484"/>
                </a:lnTo>
                <a:lnTo>
                  <a:pt x="17280" y="1451"/>
                </a:lnTo>
                <a:lnTo>
                  <a:pt x="18740" y="4449"/>
                </a:lnTo>
                <a:lnTo>
                  <a:pt x="19695" y="6577"/>
                </a:lnTo>
                <a:lnTo>
                  <a:pt x="20352" y="8414"/>
                </a:lnTo>
                <a:lnTo>
                  <a:pt x="20917" y="10542"/>
                </a:lnTo>
                <a:lnTo>
                  <a:pt x="21600" y="13540"/>
                </a:lnTo>
                <a:lnTo>
                  <a:pt x="18926" y="14540"/>
                </a:lnTo>
                <a:lnTo>
                  <a:pt x="16252" y="15535"/>
                </a:lnTo>
                <a:lnTo>
                  <a:pt x="13569" y="16539"/>
                </a:lnTo>
                <a:lnTo>
                  <a:pt x="10882" y="17542"/>
                </a:lnTo>
                <a:lnTo>
                  <a:pt x="8182" y="18545"/>
                </a:lnTo>
                <a:lnTo>
                  <a:pt x="5469" y="19557"/>
                </a:lnTo>
                <a:lnTo>
                  <a:pt x="2743" y="20576"/>
                </a:lnTo>
                <a:lnTo>
                  <a:pt x="0" y="21600"/>
                </a:lnTo>
                <a:lnTo>
                  <a:pt x="626" y="16962"/>
                </a:lnTo>
                <a:lnTo>
                  <a:pt x="1123" y="13399"/>
                </a:lnTo>
                <a:lnTo>
                  <a:pt x="1551" y="10679"/>
                </a:lnTo>
                <a:lnTo>
                  <a:pt x="1948" y="8567"/>
                </a:lnTo>
                <a:lnTo>
                  <a:pt x="2376" y="6823"/>
                </a:lnTo>
                <a:lnTo>
                  <a:pt x="2881" y="5215"/>
                </a:lnTo>
                <a:lnTo>
                  <a:pt x="3512" y="3502"/>
                </a:lnTo>
                <a:lnTo>
                  <a:pt x="4320" y="1451"/>
                </a:lnTo>
                <a:close/>
              </a:path>
            </a:pathLst>
          </a:custGeom>
          <a:solidFill>
            <a:srgbClr val="F9F7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6" name="contour_16064"/>
          <p:cNvSpPr/>
          <p:nvPr/>
        </p:nvSpPr>
        <p:spPr>
          <a:xfrm>
            <a:off x="1205605" y="153047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9" y="1782"/>
                </a:lnTo>
                <a:lnTo>
                  <a:pt x="8078" y="3575"/>
                </a:lnTo>
                <a:lnTo>
                  <a:pt x="9434" y="5375"/>
                </a:lnTo>
                <a:lnTo>
                  <a:pt x="10800" y="7200"/>
                </a:lnTo>
                <a:lnTo>
                  <a:pt x="14197" y="8521"/>
                </a:lnTo>
                <a:lnTo>
                  <a:pt x="16454" y="9338"/>
                </a:lnTo>
                <a:lnTo>
                  <a:pt x="18581" y="9983"/>
                </a:lnTo>
                <a:lnTo>
                  <a:pt x="21600" y="10800"/>
                </a:lnTo>
                <a:lnTo>
                  <a:pt x="20747" y="13478"/>
                </a:lnTo>
                <a:lnTo>
                  <a:pt x="20039" y="15379"/>
                </a:lnTo>
                <a:lnTo>
                  <a:pt x="19219" y="17021"/>
                </a:lnTo>
                <a:lnTo>
                  <a:pt x="18025" y="18922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47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7" name="contour_16065"/>
          <p:cNvSpPr/>
          <p:nvPr/>
        </p:nvSpPr>
        <p:spPr>
          <a:xfrm>
            <a:off x="7203622" y="1486750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CB6F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8" name="contour_16066"/>
          <p:cNvSpPr/>
          <p:nvPr/>
        </p:nvSpPr>
        <p:spPr>
          <a:xfrm>
            <a:off x="4259274" y="1465987"/>
            <a:ext cx="51016" cy="280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94" y="1611"/>
                </a:moveTo>
                <a:lnTo>
                  <a:pt x="20338" y="3176"/>
                </a:lnTo>
                <a:lnTo>
                  <a:pt x="21600" y="4764"/>
                </a:lnTo>
                <a:lnTo>
                  <a:pt x="20233" y="8014"/>
                </a:lnTo>
                <a:lnTo>
                  <a:pt x="18841" y="11083"/>
                </a:lnTo>
                <a:lnTo>
                  <a:pt x="17394" y="13985"/>
                </a:lnTo>
                <a:lnTo>
                  <a:pt x="15851" y="16701"/>
                </a:lnTo>
                <a:lnTo>
                  <a:pt x="14179" y="19243"/>
                </a:lnTo>
                <a:lnTo>
                  <a:pt x="12343" y="21600"/>
                </a:lnTo>
                <a:lnTo>
                  <a:pt x="10100" y="21336"/>
                </a:lnTo>
                <a:lnTo>
                  <a:pt x="8041" y="20753"/>
                </a:lnTo>
                <a:lnTo>
                  <a:pt x="6085" y="19888"/>
                </a:lnTo>
                <a:lnTo>
                  <a:pt x="4150" y="18783"/>
                </a:lnTo>
                <a:lnTo>
                  <a:pt x="2148" y="17470"/>
                </a:lnTo>
                <a:lnTo>
                  <a:pt x="0" y="15988"/>
                </a:lnTo>
                <a:lnTo>
                  <a:pt x="1561" y="12823"/>
                </a:lnTo>
                <a:lnTo>
                  <a:pt x="3181" y="9843"/>
                </a:lnTo>
                <a:lnTo>
                  <a:pt x="4863" y="7121"/>
                </a:lnTo>
                <a:lnTo>
                  <a:pt x="6619" y="4725"/>
                </a:lnTo>
                <a:lnTo>
                  <a:pt x="8452" y="2744"/>
                </a:lnTo>
                <a:lnTo>
                  <a:pt x="10374" y="1246"/>
                </a:lnTo>
                <a:lnTo>
                  <a:pt x="12392" y="303"/>
                </a:lnTo>
                <a:lnTo>
                  <a:pt x="14512" y="0"/>
                </a:lnTo>
                <a:lnTo>
                  <a:pt x="16743" y="410"/>
                </a:lnTo>
                <a:lnTo>
                  <a:pt x="19094" y="1611"/>
                </a:lnTo>
                <a:close/>
              </a:path>
            </a:pathLst>
          </a:custGeom>
          <a:solidFill>
            <a:srgbClr val="DE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69" name="contour_16067"/>
          <p:cNvSpPr/>
          <p:nvPr/>
        </p:nvSpPr>
        <p:spPr>
          <a:xfrm>
            <a:off x="1125437" y="147217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246" y="16150"/>
                </a:lnTo>
                <a:lnTo>
                  <a:pt x="17521" y="17201"/>
                </a:lnTo>
                <a:lnTo>
                  <a:pt x="15588" y="17978"/>
                </a:lnTo>
                <a:lnTo>
                  <a:pt x="12600" y="18900"/>
                </a:lnTo>
                <a:lnTo>
                  <a:pt x="10087" y="19714"/>
                </a:lnTo>
                <a:lnTo>
                  <a:pt x="7538" y="20534"/>
                </a:lnTo>
                <a:lnTo>
                  <a:pt x="5584" y="21067"/>
                </a:lnTo>
                <a:lnTo>
                  <a:pt x="3600" y="21600"/>
                </a:lnTo>
                <a:lnTo>
                  <a:pt x="2887" y="17323"/>
                </a:lnTo>
                <a:lnTo>
                  <a:pt x="2171" y="13032"/>
                </a:lnTo>
                <a:lnTo>
                  <a:pt x="1454" y="8726"/>
                </a:lnTo>
                <a:lnTo>
                  <a:pt x="731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0" name="contour_16068"/>
          <p:cNvSpPr/>
          <p:nvPr/>
        </p:nvSpPr>
        <p:spPr>
          <a:xfrm>
            <a:off x="8055129" y="1443022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5627" y="0"/>
                </a:lnTo>
                <a:lnTo>
                  <a:pt x="10168" y="0"/>
                </a:lnTo>
                <a:lnTo>
                  <a:pt x="14771" y="0"/>
                </a:lnTo>
                <a:lnTo>
                  <a:pt x="16430" y="2825"/>
                </a:lnTo>
                <a:lnTo>
                  <a:pt x="17428" y="4895"/>
                </a:lnTo>
                <a:lnTo>
                  <a:pt x="18165" y="7214"/>
                </a:lnTo>
                <a:lnTo>
                  <a:pt x="19039" y="10800"/>
                </a:lnTo>
                <a:lnTo>
                  <a:pt x="19811" y="13815"/>
                </a:lnTo>
                <a:lnTo>
                  <a:pt x="20589" y="16874"/>
                </a:lnTo>
                <a:lnTo>
                  <a:pt x="21095" y="19220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F3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1" name="contour_16069"/>
          <p:cNvSpPr/>
          <p:nvPr/>
        </p:nvSpPr>
        <p:spPr>
          <a:xfrm>
            <a:off x="1679325" y="1413870"/>
            <a:ext cx="3856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27" y="0"/>
                </a:moveTo>
                <a:lnTo>
                  <a:pt x="18351" y="0"/>
                </a:lnTo>
                <a:lnTo>
                  <a:pt x="20408" y="0"/>
                </a:lnTo>
                <a:lnTo>
                  <a:pt x="20780" y="2104"/>
                </a:lnTo>
                <a:lnTo>
                  <a:pt x="21102" y="4178"/>
                </a:lnTo>
                <a:lnTo>
                  <a:pt x="21363" y="6230"/>
                </a:lnTo>
                <a:lnTo>
                  <a:pt x="21535" y="8270"/>
                </a:lnTo>
                <a:lnTo>
                  <a:pt x="21600" y="10300"/>
                </a:lnTo>
                <a:lnTo>
                  <a:pt x="21543" y="12331"/>
                </a:lnTo>
                <a:lnTo>
                  <a:pt x="21339" y="14373"/>
                </a:lnTo>
                <a:lnTo>
                  <a:pt x="20967" y="16431"/>
                </a:lnTo>
                <a:lnTo>
                  <a:pt x="20408" y="18514"/>
                </a:lnTo>
                <a:lnTo>
                  <a:pt x="17943" y="19443"/>
                </a:lnTo>
                <a:lnTo>
                  <a:pt x="15486" y="20165"/>
                </a:lnTo>
                <a:lnTo>
                  <a:pt x="13020" y="20702"/>
                </a:lnTo>
                <a:lnTo>
                  <a:pt x="10531" y="21085"/>
                </a:lnTo>
                <a:lnTo>
                  <a:pt x="8000" y="21338"/>
                </a:lnTo>
                <a:lnTo>
                  <a:pt x="5408" y="21492"/>
                </a:lnTo>
                <a:lnTo>
                  <a:pt x="2747" y="21569"/>
                </a:lnTo>
                <a:lnTo>
                  <a:pt x="0" y="21600"/>
                </a:lnTo>
                <a:lnTo>
                  <a:pt x="2024" y="21026"/>
                </a:lnTo>
                <a:lnTo>
                  <a:pt x="4082" y="20443"/>
                </a:lnTo>
                <a:lnTo>
                  <a:pt x="5098" y="19965"/>
                </a:lnTo>
                <a:lnTo>
                  <a:pt x="8163" y="18514"/>
                </a:lnTo>
                <a:lnTo>
                  <a:pt x="8163" y="16475"/>
                </a:lnTo>
                <a:lnTo>
                  <a:pt x="8163" y="14423"/>
                </a:lnTo>
                <a:lnTo>
                  <a:pt x="8163" y="12343"/>
                </a:lnTo>
                <a:lnTo>
                  <a:pt x="10861" y="12343"/>
                </a:lnTo>
                <a:lnTo>
                  <a:pt x="13576" y="12343"/>
                </a:lnTo>
                <a:lnTo>
                  <a:pt x="16327" y="12343"/>
                </a:lnTo>
                <a:lnTo>
                  <a:pt x="16327" y="10306"/>
                </a:lnTo>
                <a:lnTo>
                  <a:pt x="16327" y="8267"/>
                </a:lnTo>
                <a:lnTo>
                  <a:pt x="16327" y="6218"/>
                </a:lnTo>
                <a:lnTo>
                  <a:pt x="16327" y="4160"/>
                </a:lnTo>
                <a:lnTo>
                  <a:pt x="16327" y="2089"/>
                </a:lnTo>
                <a:lnTo>
                  <a:pt x="16327" y="0"/>
                </a:lnTo>
                <a:close/>
              </a:path>
            </a:pathLst>
          </a:custGeom>
          <a:solidFill>
            <a:srgbClr val="8684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2" name="contour_16070"/>
          <p:cNvSpPr/>
          <p:nvPr/>
        </p:nvSpPr>
        <p:spPr>
          <a:xfrm>
            <a:off x="7035999" y="1426807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600" y="4530"/>
                </a:lnTo>
                <a:lnTo>
                  <a:pt x="21600" y="7929"/>
                </a:lnTo>
                <a:lnTo>
                  <a:pt x="21600" y="11375"/>
                </a:lnTo>
                <a:lnTo>
                  <a:pt x="18775" y="13287"/>
                </a:lnTo>
                <a:lnTo>
                  <a:pt x="16705" y="14519"/>
                </a:lnTo>
                <a:lnTo>
                  <a:pt x="14386" y="15624"/>
                </a:lnTo>
                <a:lnTo>
                  <a:pt x="10800" y="17127"/>
                </a:lnTo>
                <a:lnTo>
                  <a:pt x="8791" y="17986"/>
                </a:lnTo>
                <a:lnTo>
                  <a:pt x="6774" y="18850"/>
                </a:lnTo>
                <a:lnTo>
                  <a:pt x="4726" y="19724"/>
                </a:lnTo>
                <a:lnTo>
                  <a:pt x="3551" y="20189"/>
                </a:lnTo>
                <a:lnTo>
                  <a:pt x="0" y="21600"/>
                </a:lnTo>
                <a:lnTo>
                  <a:pt x="302" y="17980"/>
                </a:lnTo>
                <a:lnTo>
                  <a:pt x="696" y="14478"/>
                </a:lnTo>
                <a:lnTo>
                  <a:pt x="1231" y="11063"/>
                </a:lnTo>
                <a:lnTo>
                  <a:pt x="1974" y="7720"/>
                </a:lnTo>
                <a:lnTo>
                  <a:pt x="2985" y="4427"/>
                </a:lnTo>
                <a:lnTo>
                  <a:pt x="4320" y="1150"/>
                </a:lnTo>
                <a:close/>
              </a:path>
            </a:pathLst>
          </a:custGeom>
          <a:solidFill>
            <a:srgbClr val="DFE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3" name="contour_16071"/>
          <p:cNvSpPr/>
          <p:nvPr/>
        </p:nvSpPr>
        <p:spPr>
          <a:xfrm>
            <a:off x="2138104" y="1399294"/>
            <a:ext cx="295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" y="0"/>
                </a:moveTo>
                <a:lnTo>
                  <a:pt x="3285" y="1019"/>
                </a:lnTo>
                <a:lnTo>
                  <a:pt x="6304" y="2038"/>
                </a:lnTo>
                <a:lnTo>
                  <a:pt x="9333" y="3060"/>
                </a:lnTo>
                <a:lnTo>
                  <a:pt x="12373" y="4086"/>
                </a:lnTo>
                <a:lnTo>
                  <a:pt x="15429" y="5119"/>
                </a:lnTo>
                <a:lnTo>
                  <a:pt x="18501" y="6156"/>
                </a:lnTo>
                <a:lnTo>
                  <a:pt x="21600" y="7200"/>
                </a:lnTo>
                <a:lnTo>
                  <a:pt x="20091" y="9238"/>
                </a:lnTo>
                <a:lnTo>
                  <a:pt x="18581" y="11275"/>
                </a:lnTo>
                <a:lnTo>
                  <a:pt x="17067" y="13320"/>
                </a:lnTo>
                <a:lnTo>
                  <a:pt x="15547" y="15372"/>
                </a:lnTo>
                <a:lnTo>
                  <a:pt x="14016" y="17435"/>
                </a:lnTo>
                <a:lnTo>
                  <a:pt x="12480" y="19508"/>
                </a:lnTo>
                <a:lnTo>
                  <a:pt x="10933" y="21600"/>
                </a:lnTo>
                <a:lnTo>
                  <a:pt x="8283" y="19188"/>
                </a:lnTo>
                <a:lnTo>
                  <a:pt x="6000" y="16934"/>
                </a:lnTo>
                <a:lnTo>
                  <a:pt x="4091" y="14767"/>
                </a:lnTo>
                <a:lnTo>
                  <a:pt x="2544" y="12629"/>
                </a:lnTo>
                <a:lnTo>
                  <a:pt x="1360" y="10447"/>
                </a:lnTo>
                <a:lnTo>
                  <a:pt x="544" y="8161"/>
                </a:lnTo>
                <a:lnTo>
                  <a:pt x="91" y="5702"/>
                </a:lnTo>
                <a:lnTo>
                  <a:pt x="0" y="3002"/>
                </a:lnTo>
                <a:lnTo>
                  <a:pt x="267" y="0"/>
                </a:lnTo>
                <a:close/>
              </a:path>
            </a:pathLst>
          </a:custGeom>
          <a:solidFill>
            <a:srgbClr val="A2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4" name="contour_16072"/>
          <p:cNvSpPr/>
          <p:nvPr/>
        </p:nvSpPr>
        <p:spPr>
          <a:xfrm>
            <a:off x="11510825" y="142115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54" y="21600"/>
                </a:lnTo>
                <a:lnTo>
                  <a:pt x="12053" y="21600"/>
                </a:lnTo>
                <a:lnTo>
                  <a:pt x="9637" y="21600"/>
                </a:lnTo>
                <a:lnTo>
                  <a:pt x="7200" y="21600"/>
                </a:lnTo>
                <a:lnTo>
                  <a:pt x="7200" y="16841"/>
                </a:lnTo>
                <a:lnTo>
                  <a:pt x="7200" y="12053"/>
                </a:lnTo>
                <a:lnTo>
                  <a:pt x="7200" y="7200"/>
                </a:lnTo>
                <a:lnTo>
                  <a:pt x="5418" y="5414"/>
                </a:lnTo>
                <a:lnTo>
                  <a:pt x="3625" y="3629"/>
                </a:lnTo>
                <a:lnTo>
                  <a:pt x="1825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C8D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5" name="contour_16073"/>
          <p:cNvSpPr/>
          <p:nvPr/>
        </p:nvSpPr>
        <p:spPr>
          <a:xfrm>
            <a:off x="5090105" y="1406582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6430"/>
                </a:lnTo>
                <a:lnTo>
                  <a:pt x="0" y="12360"/>
                </a:lnTo>
                <a:lnTo>
                  <a:pt x="0" y="8277"/>
                </a:lnTo>
                <a:lnTo>
                  <a:pt x="0" y="4159"/>
                </a:lnTo>
                <a:lnTo>
                  <a:pt x="0" y="0"/>
                </a:lnTo>
                <a:close/>
              </a:path>
            </a:pathLst>
          </a:custGeom>
          <a:solidFill>
            <a:srgbClr val="7E98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6" name="contour_16074"/>
          <p:cNvSpPr/>
          <p:nvPr/>
        </p:nvSpPr>
        <p:spPr>
          <a:xfrm>
            <a:off x="11168290" y="1392006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0857" y="374"/>
                </a:lnTo>
                <a:lnTo>
                  <a:pt x="20047" y="778"/>
                </a:lnTo>
                <a:lnTo>
                  <a:pt x="18765" y="1418"/>
                </a:lnTo>
                <a:lnTo>
                  <a:pt x="16605" y="2498"/>
                </a:lnTo>
                <a:lnTo>
                  <a:pt x="13162" y="4219"/>
                </a:lnTo>
                <a:lnTo>
                  <a:pt x="11988" y="5702"/>
                </a:lnTo>
                <a:lnTo>
                  <a:pt x="10800" y="7200"/>
                </a:lnTo>
                <a:lnTo>
                  <a:pt x="10800" y="11959"/>
                </a:lnTo>
                <a:lnTo>
                  <a:pt x="10800" y="16747"/>
                </a:lnTo>
                <a:lnTo>
                  <a:pt x="10800" y="21600"/>
                </a:lnTo>
                <a:lnTo>
                  <a:pt x="8996" y="20750"/>
                </a:lnTo>
                <a:lnTo>
                  <a:pt x="7195" y="19850"/>
                </a:lnTo>
                <a:lnTo>
                  <a:pt x="5400" y="18900"/>
                </a:lnTo>
                <a:lnTo>
                  <a:pt x="3893" y="18144"/>
                </a:lnTo>
                <a:lnTo>
                  <a:pt x="2362" y="17381"/>
                </a:lnTo>
                <a:lnTo>
                  <a:pt x="1188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EE2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7" name="contour_16075"/>
          <p:cNvSpPr/>
          <p:nvPr/>
        </p:nvSpPr>
        <p:spPr>
          <a:xfrm>
            <a:off x="6941255" y="1348971"/>
            <a:ext cx="51016" cy="21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691"/>
                </a:moveTo>
                <a:lnTo>
                  <a:pt x="19017" y="2684"/>
                </a:lnTo>
                <a:lnTo>
                  <a:pt x="20301" y="4692"/>
                </a:lnTo>
                <a:lnTo>
                  <a:pt x="21600" y="6729"/>
                </a:lnTo>
                <a:lnTo>
                  <a:pt x="21600" y="11636"/>
                </a:lnTo>
                <a:lnTo>
                  <a:pt x="21600" y="1658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3259" y="14849"/>
                </a:lnTo>
                <a:lnTo>
                  <a:pt x="5854" y="9614"/>
                </a:lnTo>
                <a:lnTo>
                  <a:pt x="7933" y="5710"/>
                </a:lnTo>
                <a:lnTo>
                  <a:pt x="9643" y="2967"/>
                </a:lnTo>
                <a:lnTo>
                  <a:pt x="11127" y="1219"/>
                </a:lnTo>
                <a:lnTo>
                  <a:pt x="12534" y="290"/>
                </a:lnTo>
                <a:lnTo>
                  <a:pt x="14006" y="0"/>
                </a:lnTo>
                <a:lnTo>
                  <a:pt x="15694" y="193"/>
                </a:lnTo>
                <a:lnTo>
                  <a:pt x="17743" y="691"/>
                </a:lnTo>
                <a:close/>
              </a:path>
            </a:pathLst>
          </a:custGeom>
          <a:solidFill>
            <a:srgbClr val="B3C0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8" name="contour_16076"/>
          <p:cNvSpPr/>
          <p:nvPr/>
        </p:nvSpPr>
        <p:spPr>
          <a:xfrm>
            <a:off x="6948543" y="1333170"/>
            <a:ext cx="58304" cy="22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77"/>
                </a:moveTo>
                <a:lnTo>
                  <a:pt x="15295" y="134"/>
                </a:lnTo>
                <a:lnTo>
                  <a:pt x="16762" y="204"/>
                </a:lnTo>
                <a:lnTo>
                  <a:pt x="18247" y="260"/>
                </a:lnTo>
                <a:lnTo>
                  <a:pt x="19081" y="323"/>
                </a:lnTo>
                <a:lnTo>
                  <a:pt x="21600" y="513"/>
                </a:lnTo>
                <a:lnTo>
                  <a:pt x="21030" y="4499"/>
                </a:lnTo>
                <a:lnTo>
                  <a:pt x="20558" y="7296"/>
                </a:lnTo>
                <a:lnTo>
                  <a:pt x="19931" y="10213"/>
                </a:lnTo>
                <a:lnTo>
                  <a:pt x="18900" y="14571"/>
                </a:lnTo>
                <a:lnTo>
                  <a:pt x="17261" y="16272"/>
                </a:lnTo>
                <a:lnTo>
                  <a:pt x="15617" y="17713"/>
                </a:lnTo>
                <a:lnTo>
                  <a:pt x="13962" y="18901"/>
                </a:lnTo>
                <a:lnTo>
                  <a:pt x="12293" y="19850"/>
                </a:lnTo>
                <a:lnTo>
                  <a:pt x="10606" y="20581"/>
                </a:lnTo>
                <a:lnTo>
                  <a:pt x="8899" y="21108"/>
                </a:lnTo>
                <a:lnTo>
                  <a:pt x="7163" y="21438"/>
                </a:lnTo>
                <a:lnTo>
                  <a:pt x="5400" y="21600"/>
                </a:lnTo>
                <a:lnTo>
                  <a:pt x="3321" y="17671"/>
                </a:lnTo>
                <a:lnTo>
                  <a:pt x="2065" y="14901"/>
                </a:lnTo>
                <a:lnTo>
                  <a:pt x="1129" y="11963"/>
                </a:lnTo>
                <a:lnTo>
                  <a:pt x="0" y="7542"/>
                </a:lnTo>
                <a:lnTo>
                  <a:pt x="1717" y="5047"/>
                </a:lnTo>
                <a:lnTo>
                  <a:pt x="3375" y="3156"/>
                </a:lnTo>
                <a:lnTo>
                  <a:pt x="5003" y="1785"/>
                </a:lnTo>
                <a:lnTo>
                  <a:pt x="6634" y="865"/>
                </a:lnTo>
                <a:lnTo>
                  <a:pt x="8300" y="316"/>
                </a:lnTo>
                <a:lnTo>
                  <a:pt x="10036" y="49"/>
                </a:lnTo>
                <a:lnTo>
                  <a:pt x="11869" y="0"/>
                </a:lnTo>
                <a:lnTo>
                  <a:pt x="13838" y="77"/>
                </a:lnTo>
                <a:close/>
              </a:path>
            </a:pathLst>
          </a:custGeom>
          <a:solidFill>
            <a:srgbClr val="BBC8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79" name="contour_16077"/>
          <p:cNvSpPr/>
          <p:nvPr/>
        </p:nvSpPr>
        <p:spPr>
          <a:xfrm>
            <a:off x="5563824" y="1302896"/>
            <a:ext cx="51016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0"/>
                </a:moveTo>
                <a:lnTo>
                  <a:pt x="2253" y="680"/>
                </a:lnTo>
                <a:lnTo>
                  <a:pt x="4462" y="307"/>
                </a:lnTo>
                <a:lnTo>
                  <a:pt x="6644" y="66"/>
                </a:lnTo>
                <a:lnTo>
                  <a:pt x="8816" y="0"/>
                </a:lnTo>
                <a:lnTo>
                  <a:pt x="10994" y="133"/>
                </a:lnTo>
                <a:lnTo>
                  <a:pt x="13191" y="511"/>
                </a:lnTo>
                <a:lnTo>
                  <a:pt x="15429" y="1160"/>
                </a:lnTo>
                <a:lnTo>
                  <a:pt x="16718" y="3822"/>
                </a:lnTo>
                <a:lnTo>
                  <a:pt x="17826" y="6546"/>
                </a:lnTo>
                <a:lnTo>
                  <a:pt x="18780" y="9341"/>
                </a:lnTo>
                <a:lnTo>
                  <a:pt x="19604" y="12228"/>
                </a:lnTo>
                <a:lnTo>
                  <a:pt x="20329" y="15223"/>
                </a:lnTo>
                <a:lnTo>
                  <a:pt x="20986" y="18340"/>
                </a:lnTo>
                <a:lnTo>
                  <a:pt x="21600" y="21600"/>
                </a:lnTo>
                <a:lnTo>
                  <a:pt x="17789" y="19331"/>
                </a:lnTo>
                <a:lnTo>
                  <a:pt x="14595" y="17405"/>
                </a:lnTo>
                <a:lnTo>
                  <a:pt x="11939" y="15744"/>
                </a:lnTo>
                <a:lnTo>
                  <a:pt x="9751" y="14277"/>
                </a:lnTo>
                <a:lnTo>
                  <a:pt x="7952" y="12944"/>
                </a:lnTo>
                <a:lnTo>
                  <a:pt x="6471" y="11661"/>
                </a:lnTo>
                <a:lnTo>
                  <a:pt x="5227" y="10363"/>
                </a:lnTo>
                <a:lnTo>
                  <a:pt x="4150" y="8978"/>
                </a:lnTo>
                <a:lnTo>
                  <a:pt x="3166" y="7440"/>
                </a:lnTo>
                <a:lnTo>
                  <a:pt x="2194" y="5667"/>
                </a:lnTo>
                <a:lnTo>
                  <a:pt x="1163" y="3597"/>
                </a:lnTo>
                <a:lnTo>
                  <a:pt x="0" y="1160"/>
                </a:lnTo>
                <a:close/>
              </a:path>
            </a:pathLst>
          </a:custGeom>
          <a:solidFill>
            <a:srgbClr val="BFCB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0" name="contour_16078"/>
          <p:cNvSpPr/>
          <p:nvPr/>
        </p:nvSpPr>
        <p:spPr>
          <a:xfrm>
            <a:off x="8668509" y="1288714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404" y="21001"/>
                </a:lnTo>
                <a:lnTo>
                  <a:pt x="17208" y="20375"/>
                </a:lnTo>
                <a:lnTo>
                  <a:pt x="15016" y="19721"/>
                </a:lnTo>
                <a:lnTo>
                  <a:pt x="12823" y="19047"/>
                </a:lnTo>
                <a:lnTo>
                  <a:pt x="10375" y="18332"/>
                </a:lnTo>
                <a:lnTo>
                  <a:pt x="7888" y="17611"/>
                </a:lnTo>
                <a:lnTo>
                  <a:pt x="5371" y="15868"/>
                </a:lnTo>
                <a:lnTo>
                  <a:pt x="3838" y="14262"/>
                </a:lnTo>
                <a:lnTo>
                  <a:pt x="2664" y="11852"/>
                </a:lnTo>
                <a:lnTo>
                  <a:pt x="1224" y="7720"/>
                </a:lnTo>
                <a:lnTo>
                  <a:pt x="616" y="4472"/>
                </a:lnTo>
                <a:lnTo>
                  <a:pt x="0" y="1178"/>
                </a:lnTo>
                <a:close/>
              </a:path>
            </a:pathLst>
          </a:custGeom>
          <a:solidFill>
            <a:srgbClr val="BCC6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1" name="contour_16079"/>
          <p:cNvSpPr/>
          <p:nvPr/>
        </p:nvSpPr>
        <p:spPr>
          <a:xfrm>
            <a:off x="10075091" y="1282687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063" y="7049"/>
                </a:lnTo>
                <a:lnTo>
                  <a:pt x="18946" y="11477"/>
                </a:lnTo>
                <a:lnTo>
                  <a:pt x="17919" y="14119"/>
                </a:lnTo>
                <a:lnTo>
                  <a:pt x="16657" y="15811"/>
                </a:lnTo>
                <a:lnTo>
                  <a:pt x="14839" y="17381"/>
                </a:lnTo>
                <a:lnTo>
                  <a:pt x="12738" y="18137"/>
                </a:lnTo>
                <a:lnTo>
                  <a:pt x="10609" y="18900"/>
                </a:lnTo>
                <a:lnTo>
                  <a:pt x="8495" y="19714"/>
                </a:lnTo>
                <a:lnTo>
                  <a:pt x="6353" y="20534"/>
                </a:lnTo>
                <a:lnTo>
                  <a:pt x="4730" y="21067"/>
                </a:lnTo>
                <a:lnTo>
                  <a:pt x="3086" y="21600"/>
                </a:lnTo>
                <a:lnTo>
                  <a:pt x="2475" y="17323"/>
                </a:lnTo>
                <a:lnTo>
                  <a:pt x="1861" y="13032"/>
                </a:lnTo>
                <a:lnTo>
                  <a:pt x="1247" y="8726"/>
                </a:lnTo>
                <a:lnTo>
                  <a:pt x="62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6E5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2" name="contour_16080"/>
          <p:cNvSpPr/>
          <p:nvPr/>
        </p:nvSpPr>
        <p:spPr>
          <a:xfrm>
            <a:off x="4120802" y="123895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87" y="1264"/>
                </a:lnTo>
                <a:lnTo>
                  <a:pt x="7578" y="2349"/>
                </a:lnTo>
                <a:lnTo>
                  <a:pt x="10303" y="3353"/>
                </a:lnTo>
                <a:lnTo>
                  <a:pt x="12492" y="4369"/>
                </a:lnTo>
                <a:lnTo>
                  <a:pt x="14274" y="5497"/>
                </a:lnTo>
                <a:lnTo>
                  <a:pt x="15775" y="6831"/>
                </a:lnTo>
                <a:lnTo>
                  <a:pt x="17129" y="8473"/>
                </a:lnTo>
                <a:lnTo>
                  <a:pt x="18464" y="10514"/>
                </a:lnTo>
                <a:lnTo>
                  <a:pt x="19912" y="13057"/>
                </a:lnTo>
                <a:lnTo>
                  <a:pt x="21600" y="16200"/>
                </a:lnTo>
                <a:lnTo>
                  <a:pt x="19372" y="16870"/>
                </a:lnTo>
                <a:lnTo>
                  <a:pt x="17143" y="17539"/>
                </a:lnTo>
                <a:lnTo>
                  <a:pt x="14908" y="18209"/>
                </a:lnTo>
                <a:lnTo>
                  <a:pt x="12668" y="18878"/>
                </a:lnTo>
                <a:lnTo>
                  <a:pt x="10418" y="19553"/>
                </a:lnTo>
                <a:lnTo>
                  <a:pt x="8158" y="20234"/>
                </a:lnTo>
                <a:lnTo>
                  <a:pt x="5886" y="20914"/>
                </a:lnTo>
                <a:lnTo>
                  <a:pt x="3600" y="21600"/>
                </a:lnTo>
                <a:lnTo>
                  <a:pt x="3006" y="18036"/>
                </a:lnTo>
                <a:lnTo>
                  <a:pt x="2412" y="14467"/>
                </a:lnTo>
                <a:lnTo>
                  <a:pt x="1814" y="10881"/>
                </a:lnTo>
                <a:lnTo>
                  <a:pt x="1213" y="7279"/>
                </a:lnTo>
                <a:lnTo>
                  <a:pt x="608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1E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3" name="contour_16081"/>
          <p:cNvSpPr/>
          <p:nvPr/>
        </p:nvSpPr>
        <p:spPr>
          <a:xfrm>
            <a:off x="1249333" y="1100487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862" y="18036"/>
                </a:lnTo>
                <a:lnTo>
                  <a:pt x="1724" y="14467"/>
                </a:lnTo>
                <a:lnTo>
                  <a:pt x="2591" y="10881"/>
                </a:lnTo>
                <a:lnTo>
                  <a:pt x="3463" y="7279"/>
                </a:lnTo>
                <a:lnTo>
                  <a:pt x="4341" y="3656"/>
                </a:lnTo>
                <a:lnTo>
                  <a:pt x="5224" y="0"/>
                </a:lnTo>
                <a:close/>
              </a:path>
            </a:pathLst>
          </a:custGeom>
          <a:solidFill>
            <a:srgbClr val="F1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4" name="contour_16082"/>
          <p:cNvSpPr/>
          <p:nvPr/>
        </p:nvSpPr>
        <p:spPr>
          <a:xfrm>
            <a:off x="5767888" y="1005743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9516" y="19869"/>
                </a:lnTo>
                <a:lnTo>
                  <a:pt x="17501" y="18129"/>
                </a:lnTo>
                <a:lnTo>
                  <a:pt x="15547" y="16379"/>
                </a:lnTo>
                <a:lnTo>
                  <a:pt x="13651" y="14620"/>
                </a:lnTo>
                <a:lnTo>
                  <a:pt x="11804" y="12849"/>
                </a:lnTo>
                <a:lnTo>
                  <a:pt x="10006" y="11062"/>
                </a:lnTo>
                <a:lnTo>
                  <a:pt x="8257" y="9263"/>
                </a:lnTo>
                <a:lnTo>
                  <a:pt x="6545" y="7446"/>
                </a:lnTo>
                <a:lnTo>
                  <a:pt x="4865" y="5616"/>
                </a:lnTo>
                <a:lnTo>
                  <a:pt x="3218" y="3765"/>
                </a:lnTo>
                <a:lnTo>
                  <a:pt x="1598" y="1892"/>
                </a:lnTo>
                <a:lnTo>
                  <a:pt x="0" y="0"/>
                </a:lnTo>
                <a:close/>
              </a:path>
            </a:pathLst>
          </a:custGeom>
          <a:solidFill>
            <a:srgbClr val="D8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5" name="contour_16083"/>
          <p:cNvSpPr/>
          <p:nvPr/>
        </p:nvSpPr>
        <p:spPr>
          <a:xfrm>
            <a:off x="8551901" y="976591"/>
            <a:ext cx="65592" cy="238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426" y="0"/>
                </a:lnTo>
                <a:lnTo>
                  <a:pt x="2856" y="0"/>
                </a:lnTo>
                <a:lnTo>
                  <a:pt x="4291" y="0"/>
                </a:lnTo>
                <a:lnTo>
                  <a:pt x="5738" y="0"/>
                </a:lnTo>
                <a:lnTo>
                  <a:pt x="7200" y="0"/>
                </a:lnTo>
                <a:lnTo>
                  <a:pt x="7200" y="4358"/>
                </a:lnTo>
                <a:lnTo>
                  <a:pt x="7200" y="8743"/>
                </a:lnTo>
                <a:lnTo>
                  <a:pt x="7200" y="13187"/>
                </a:lnTo>
                <a:lnTo>
                  <a:pt x="8784" y="13187"/>
                </a:lnTo>
                <a:lnTo>
                  <a:pt x="10370" y="13187"/>
                </a:lnTo>
                <a:lnTo>
                  <a:pt x="11957" y="13187"/>
                </a:lnTo>
                <a:lnTo>
                  <a:pt x="13548" y="13187"/>
                </a:lnTo>
                <a:lnTo>
                  <a:pt x="15144" y="13187"/>
                </a:lnTo>
                <a:lnTo>
                  <a:pt x="16747" y="13187"/>
                </a:lnTo>
                <a:lnTo>
                  <a:pt x="18355" y="13187"/>
                </a:lnTo>
                <a:lnTo>
                  <a:pt x="19973" y="13187"/>
                </a:lnTo>
                <a:lnTo>
                  <a:pt x="21600" y="13187"/>
                </a:lnTo>
                <a:lnTo>
                  <a:pt x="21600" y="16457"/>
                </a:lnTo>
                <a:lnTo>
                  <a:pt x="21600" y="19780"/>
                </a:lnTo>
                <a:lnTo>
                  <a:pt x="20023" y="20037"/>
                </a:lnTo>
                <a:lnTo>
                  <a:pt x="18449" y="20268"/>
                </a:lnTo>
                <a:lnTo>
                  <a:pt x="16874" y="20479"/>
                </a:lnTo>
                <a:lnTo>
                  <a:pt x="15300" y="20677"/>
                </a:lnTo>
                <a:lnTo>
                  <a:pt x="13726" y="20855"/>
                </a:lnTo>
                <a:lnTo>
                  <a:pt x="12149" y="21020"/>
                </a:lnTo>
                <a:lnTo>
                  <a:pt x="11474" y="21145"/>
                </a:lnTo>
                <a:lnTo>
                  <a:pt x="9437" y="21521"/>
                </a:lnTo>
                <a:lnTo>
                  <a:pt x="8131" y="21600"/>
                </a:lnTo>
                <a:lnTo>
                  <a:pt x="7114" y="21547"/>
                </a:lnTo>
                <a:lnTo>
                  <a:pt x="6043" y="21284"/>
                </a:lnTo>
                <a:lnTo>
                  <a:pt x="4584" y="20723"/>
                </a:lnTo>
                <a:lnTo>
                  <a:pt x="2400" y="19780"/>
                </a:lnTo>
                <a:lnTo>
                  <a:pt x="1512" y="14835"/>
                </a:lnTo>
                <a:lnTo>
                  <a:pt x="943" y="11334"/>
                </a:lnTo>
                <a:lnTo>
                  <a:pt x="578" y="8327"/>
                </a:lnTo>
                <a:lnTo>
                  <a:pt x="302" y="4866"/>
                </a:lnTo>
                <a:lnTo>
                  <a:pt x="0" y="0"/>
                </a:lnTo>
                <a:close/>
              </a:path>
            </a:pathLst>
          </a:custGeom>
          <a:solidFill>
            <a:srgbClr val="EBE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6" name="contour_16084"/>
          <p:cNvSpPr/>
          <p:nvPr/>
        </p:nvSpPr>
        <p:spPr>
          <a:xfrm>
            <a:off x="4893329" y="539311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41" y="691"/>
                </a:lnTo>
                <a:lnTo>
                  <a:pt x="3672" y="1393"/>
                </a:lnTo>
                <a:lnTo>
                  <a:pt x="5494" y="2111"/>
                </a:lnTo>
                <a:lnTo>
                  <a:pt x="7309" y="2862"/>
                </a:lnTo>
                <a:lnTo>
                  <a:pt x="9118" y="3645"/>
                </a:lnTo>
                <a:lnTo>
                  <a:pt x="10916" y="4477"/>
                </a:lnTo>
                <a:lnTo>
                  <a:pt x="12712" y="5357"/>
                </a:lnTo>
                <a:lnTo>
                  <a:pt x="14499" y="6291"/>
                </a:lnTo>
                <a:lnTo>
                  <a:pt x="16281" y="7301"/>
                </a:lnTo>
                <a:lnTo>
                  <a:pt x="18058" y="8381"/>
                </a:lnTo>
                <a:lnTo>
                  <a:pt x="19832" y="9547"/>
                </a:lnTo>
                <a:lnTo>
                  <a:pt x="21600" y="10800"/>
                </a:lnTo>
                <a:lnTo>
                  <a:pt x="20126" y="12787"/>
                </a:lnTo>
                <a:lnTo>
                  <a:pt x="18657" y="14639"/>
                </a:lnTo>
                <a:lnTo>
                  <a:pt x="17177" y="16351"/>
                </a:lnTo>
                <a:lnTo>
                  <a:pt x="15671" y="17912"/>
                </a:lnTo>
                <a:lnTo>
                  <a:pt x="14116" y="19310"/>
                </a:lnTo>
                <a:lnTo>
                  <a:pt x="12498" y="20542"/>
                </a:lnTo>
                <a:lnTo>
                  <a:pt x="10800" y="21600"/>
                </a:lnTo>
                <a:lnTo>
                  <a:pt x="9040" y="20758"/>
                </a:lnTo>
                <a:lnTo>
                  <a:pt x="7363" y="19732"/>
                </a:lnTo>
                <a:lnTo>
                  <a:pt x="5764" y="18490"/>
                </a:lnTo>
                <a:lnTo>
                  <a:pt x="4236" y="17005"/>
                </a:lnTo>
                <a:lnTo>
                  <a:pt x="2770" y="15250"/>
                </a:lnTo>
                <a:lnTo>
                  <a:pt x="1361" y="13192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A7A7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7" name="contour_16085"/>
          <p:cNvSpPr/>
          <p:nvPr/>
        </p:nvSpPr>
        <p:spPr>
          <a:xfrm>
            <a:off x="1205605" y="6193372"/>
            <a:ext cx="43728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0"/>
                </a:moveTo>
                <a:lnTo>
                  <a:pt x="13162" y="264"/>
                </a:lnTo>
                <a:lnTo>
                  <a:pt x="15271" y="527"/>
                </a:lnTo>
                <a:lnTo>
                  <a:pt x="17381" y="791"/>
                </a:lnTo>
                <a:lnTo>
                  <a:pt x="19490" y="1055"/>
                </a:lnTo>
                <a:lnTo>
                  <a:pt x="21600" y="1318"/>
                </a:lnTo>
                <a:lnTo>
                  <a:pt x="21600" y="5334"/>
                </a:lnTo>
                <a:lnTo>
                  <a:pt x="21600" y="9363"/>
                </a:lnTo>
                <a:lnTo>
                  <a:pt x="21600" y="13406"/>
                </a:lnTo>
                <a:lnTo>
                  <a:pt x="21600" y="17483"/>
                </a:lnTo>
                <a:lnTo>
                  <a:pt x="21600" y="21600"/>
                </a:lnTo>
                <a:lnTo>
                  <a:pt x="20516" y="21255"/>
                </a:lnTo>
                <a:lnTo>
                  <a:pt x="19516" y="20944"/>
                </a:lnTo>
                <a:lnTo>
                  <a:pt x="18425" y="20606"/>
                </a:lnTo>
                <a:lnTo>
                  <a:pt x="17064" y="20180"/>
                </a:lnTo>
                <a:lnTo>
                  <a:pt x="15257" y="19612"/>
                </a:lnTo>
                <a:lnTo>
                  <a:pt x="12827" y="18848"/>
                </a:lnTo>
                <a:lnTo>
                  <a:pt x="9590" y="17841"/>
                </a:lnTo>
                <a:lnTo>
                  <a:pt x="5375" y="16516"/>
                </a:lnTo>
                <a:lnTo>
                  <a:pt x="0" y="14839"/>
                </a:lnTo>
                <a:lnTo>
                  <a:pt x="3053" y="9134"/>
                </a:lnTo>
                <a:lnTo>
                  <a:pt x="5209" y="5273"/>
                </a:lnTo>
                <a:lnTo>
                  <a:pt x="6782" y="2839"/>
                </a:lnTo>
                <a:lnTo>
                  <a:pt x="8075" y="1426"/>
                </a:lnTo>
                <a:lnTo>
                  <a:pt x="9396" y="615"/>
                </a:lnTo>
                <a:lnTo>
                  <a:pt x="11052" y="0"/>
                </a:lnTo>
                <a:close/>
              </a:path>
            </a:pathLst>
          </a:custGeom>
          <a:solidFill>
            <a:srgbClr val="DBE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8" name="contour_16086"/>
          <p:cNvSpPr/>
          <p:nvPr/>
        </p:nvSpPr>
        <p:spPr>
          <a:xfrm>
            <a:off x="1052557" y="6172652"/>
            <a:ext cx="58304" cy="2214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270"/>
                </a:moveTo>
                <a:lnTo>
                  <a:pt x="4576" y="64"/>
                </a:lnTo>
                <a:lnTo>
                  <a:pt x="5989" y="0"/>
                </a:lnTo>
                <a:lnTo>
                  <a:pt x="7201" y="156"/>
                </a:lnTo>
                <a:lnTo>
                  <a:pt x="8481" y="576"/>
                </a:lnTo>
                <a:lnTo>
                  <a:pt x="10098" y="1337"/>
                </a:lnTo>
                <a:lnTo>
                  <a:pt x="12317" y="2488"/>
                </a:lnTo>
                <a:lnTo>
                  <a:pt x="14051" y="3342"/>
                </a:lnTo>
                <a:lnTo>
                  <a:pt x="15795" y="4202"/>
                </a:lnTo>
                <a:lnTo>
                  <a:pt x="17561" y="5076"/>
                </a:lnTo>
                <a:lnTo>
                  <a:pt x="18155" y="5411"/>
                </a:lnTo>
                <a:lnTo>
                  <a:pt x="19202" y="6008"/>
                </a:lnTo>
                <a:lnTo>
                  <a:pt x="21600" y="7380"/>
                </a:lnTo>
                <a:lnTo>
                  <a:pt x="21600" y="10907"/>
                </a:lnTo>
                <a:lnTo>
                  <a:pt x="21600" y="14490"/>
                </a:lnTo>
                <a:lnTo>
                  <a:pt x="19818" y="15080"/>
                </a:lnTo>
                <a:lnTo>
                  <a:pt x="18036" y="15663"/>
                </a:lnTo>
                <a:lnTo>
                  <a:pt x="16251" y="16253"/>
                </a:lnTo>
                <a:lnTo>
                  <a:pt x="14464" y="16836"/>
                </a:lnTo>
                <a:lnTo>
                  <a:pt x="12674" y="17426"/>
                </a:lnTo>
                <a:lnTo>
                  <a:pt x="10881" y="18017"/>
                </a:lnTo>
                <a:lnTo>
                  <a:pt x="9083" y="18607"/>
                </a:lnTo>
                <a:lnTo>
                  <a:pt x="7279" y="19204"/>
                </a:lnTo>
                <a:lnTo>
                  <a:pt x="5470" y="19801"/>
                </a:lnTo>
                <a:lnTo>
                  <a:pt x="3656" y="20398"/>
                </a:lnTo>
                <a:lnTo>
                  <a:pt x="1831" y="20996"/>
                </a:lnTo>
                <a:lnTo>
                  <a:pt x="0" y="21600"/>
                </a:lnTo>
                <a:lnTo>
                  <a:pt x="535" y="17377"/>
                </a:lnTo>
                <a:lnTo>
                  <a:pt x="1072" y="13139"/>
                </a:lnTo>
                <a:lnTo>
                  <a:pt x="1609" y="8887"/>
                </a:lnTo>
                <a:lnTo>
                  <a:pt x="2152" y="4600"/>
                </a:lnTo>
                <a:lnTo>
                  <a:pt x="2700" y="270"/>
                </a:lnTo>
                <a:close/>
              </a:path>
            </a:pathLst>
          </a:custGeom>
          <a:solidFill>
            <a:srgbClr val="DDE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89" name="contour_16087"/>
          <p:cNvSpPr/>
          <p:nvPr/>
        </p:nvSpPr>
        <p:spPr>
          <a:xfrm>
            <a:off x="2298148" y="6136474"/>
            <a:ext cx="29808" cy="30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"/>
                </a:moveTo>
                <a:lnTo>
                  <a:pt x="21098" y="3600"/>
                </a:lnTo>
                <a:lnTo>
                  <a:pt x="20517" y="7112"/>
                </a:lnTo>
                <a:lnTo>
                  <a:pt x="19804" y="10568"/>
                </a:lnTo>
                <a:lnTo>
                  <a:pt x="18901" y="13971"/>
                </a:lnTo>
                <a:lnTo>
                  <a:pt x="17761" y="17334"/>
                </a:lnTo>
                <a:lnTo>
                  <a:pt x="16319" y="20670"/>
                </a:lnTo>
                <a:lnTo>
                  <a:pt x="12231" y="21290"/>
                </a:lnTo>
                <a:lnTo>
                  <a:pt x="9364" y="21600"/>
                </a:lnTo>
                <a:lnTo>
                  <a:pt x="6955" y="21600"/>
                </a:lnTo>
                <a:lnTo>
                  <a:pt x="4246" y="21290"/>
                </a:lnTo>
                <a:lnTo>
                  <a:pt x="475" y="20670"/>
                </a:lnTo>
                <a:lnTo>
                  <a:pt x="158" y="16982"/>
                </a:lnTo>
                <a:lnTo>
                  <a:pt x="0" y="14333"/>
                </a:lnTo>
                <a:lnTo>
                  <a:pt x="0" y="11978"/>
                </a:lnTo>
                <a:lnTo>
                  <a:pt x="158" y="9173"/>
                </a:lnTo>
                <a:lnTo>
                  <a:pt x="475" y="5175"/>
                </a:lnTo>
                <a:lnTo>
                  <a:pt x="3934" y="2820"/>
                </a:lnTo>
                <a:lnTo>
                  <a:pt x="7087" y="1307"/>
                </a:lnTo>
                <a:lnTo>
                  <a:pt x="10182" y="460"/>
                </a:lnTo>
                <a:lnTo>
                  <a:pt x="13462" y="88"/>
                </a:lnTo>
                <a:lnTo>
                  <a:pt x="17185" y="0"/>
                </a:lnTo>
                <a:lnTo>
                  <a:pt x="21600" y="10"/>
                </a:lnTo>
                <a:close/>
              </a:path>
            </a:pathLst>
          </a:custGeom>
          <a:solidFill>
            <a:srgbClr val="A3B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0" name="contour_16088"/>
          <p:cNvSpPr/>
          <p:nvPr/>
        </p:nvSpPr>
        <p:spPr>
          <a:xfrm>
            <a:off x="1037982" y="6142545"/>
            <a:ext cx="51016" cy="23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52"/>
                </a:moveTo>
                <a:lnTo>
                  <a:pt x="2231" y="682"/>
                </a:lnTo>
                <a:lnTo>
                  <a:pt x="4440" y="307"/>
                </a:lnTo>
                <a:lnTo>
                  <a:pt x="6631" y="68"/>
                </a:lnTo>
                <a:lnTo>
                  <a:pt x="8816" y="0"/>
                </a:lnTo>
                <a:lnTo>
                  <a:pt x="11004" y="136"/>
                </a:lnTo>
                <a:lnTo>
                  <a:pt x="13204" y="504"/>
                </a:lnTo>
                <a:lnTo>
                  <a:pt x="15429" y="1152"/>
                </a:lnTo>
                <a:lnTo>
                  <a:pt x="17144" y="5507"/>
                </a:lnTo>
                <a:lnTo>
                  <a:pt x="18357" y="8725"/>
                </a:lnTo>
                <a:lnTo>
                  <a:pt x="19236" y="11376"/>
                </a:lnTo>
                <a:lnTo>
                  <a:pt x="19955" y="14027"/>
                </a:lnTo>
                <a:lnTo>
                  <a:pt x="20687" y="17245"/>
                </a:lnTo>
                <a:lnTo>
                  <a:pt x="21600" y="21600"/>
                </a:lnTo>
                <a:lnTo>
                  <a:pt x="17758" y="20359"/>
                </a:lnTo>
                <a:lnTo>
                  <a:pt x="14651" y="19310"/>
                </a:lnTo>
                <a:lnTo>
                  <a:pt x="12158" y="18362"/>
                </a:lnTo>
                <a:lnTo>
                  <a:pt x="10164" y="17435"/>
                </a:lnTo>
                <a:lnTo>
                  <a:pt x="8554" y="16447"/>
                </a:lnTo>
                <a:lnTo>
                  <a:pt x="7205" y="15302"/>
                </a:lnTo>
                <a:lnTo>
                  <a:pt x="6005" y="13925"/>
                </a:lnTo>
                <a:lnTo>
                  <a:pt x="4835" y="12228"/>
                </a:lnTo>
                <a:lnTo>
                  <a:pt x="3579" y="10129"/>
                </a:lnTo>
                <a:lnTo>
                  <a:pt x="2123" y="7545"/>
                </a:lnTo>
                <a:lnTo>
                  <a:pt x="1071" y="4369"/>
                </a:lnTo>
                <a:lnTo>
                  <a:pt x="0" y="1152"/>
                </a:lnTo>
                <a:close/>
              </a:path>
            </a:pathLst>
          </a:custGeom>
          <a:solidFill>
            <a:srgbClr val="D6DC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1" name="contour_16089"/>
          <p:cNvSpPr/>
          <p:nvPr/>
        </p:nvSpPr>
        <p:spPr>
          <a:xfrm>
            <a:off x="7998013" y="612920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75" y="16150"/>
                </a:lnTo>
                <a:lnTo>
                  <a:pt x="16705" y="17201"/>
                </a:lnTo>
                <a:lnTo>
                  <a:pt x="14386" y="17978"/>
                </a:lnTo>
                <a:lnTo>
                  <a:pt x="10800" y="18900"/>
                </a:lnTo>
                <a:lnTo>
                  <a:pt x="7785" y="19714"/>
                </a:lnTo>
                <a:lnTo>
                  <a:pt x="4726" y="20534"/>
                </a:lnTo>
                <a:lnTo>
                  <a:pt x="2380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F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2" name="contour_16090"/>
          <p:cNvSpPr/>
          <p:nvPr/>
        </p:nvSpPr>
        <p:spPr>
          <a:xfrm>
            <a:off x="4776721" y="610004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783" y="2565"/>
                </a:lnTo>
                <a:lnTo>
                  <a:pt x="12601" y="5146"/>
                </a:lnTo>
                <a:lnTo>
                  <a:pt x="12420" y="7765"/>
                </a:lnTo>
                <a:lnTo>
                  <a:pt x="12502" y="9002"/>
                </a:lnTo>
                <a:lnTo>
                  <a:pt x="12640" y="11189"/>
                </a:lnTo>
                <a:lnTo>
                  <a:pt x="12960" y="16200"/>
                </a:lnTo>
                <a:lnTo>
                  <a:pt x="15098" y="17539"/>
                </a:lnTo>
                <a:lnTo>
                  <a:pt x="17245" y="18878"/>
                </a:lnTo>
                <a:lnTo>
                  <a:pt x="19410" y="2023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87F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3" name="contour_16091"/>
          <p:cNvSpPr/>
          <p:nvPr/>
        </p:nvSpPr>
        <p:spPr>
          <a:xfrm>
            <a:off x="9885603" y="610004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890"/>
                </a:lnTo>
                <a:lnTo>
                  <a:pt x="8584" y="1607"/>
                </a:lnTo>
                <a:lnTo>
                  <a:pt x="10441" y="2536"/>
                </a:lnTo>
                <a:lnTo>
                  <a:pt x="13228" y="4052"/>
                </a:lnTo>
                <a:lnTo>
                  <a:pt x="15582" y="5314"/>
                </a:lnTo>
                <a:lnTo>
                  <a:pt x="17971" y="6597"/>
                </a:lnTo>
                <a:lnTo>
                  <a:pt x="19773" y="7612"/>
                </a:lnTo>
                <a:lnTo>
                  <a:pt x="21600" y="8640"/>
                </a:lnTo>
                <a:lnTo>
                  <a:pt x="20965" y="9590"/>
                </a:lnTo>
                <a:lnTo>
                  <a:pt x="20330" y="10545"/>
                </a:lnTo>
                <a:lnTo>
                  <a:pt x="19453" y="11863"/>
                </a:lnTo>
                <a:lnTo>
                  <a:pt x="18088" y="13906"/>
                </a:lnTo>
                <a:lnTo>
                  <a:pt x="16006" y="17029"/>
                </a:lnTo>
                <a:lnTo>
                  <a:pt x="12960" y="21600"/>
                </a:lnTo>
                <a:lnTo>
                  <a:pt x="11128" y="19155"/>
                </a:lnTo>
                <a:lnTo>
                  <a:pt x="9292" y="16710"/>
                </a:lnTo>
                <a:lnTo>
                  <a:pt x="7452" y="14256"/>
                </a:lnTo>
                <a:lnTo>
                  <a:pt x="5603" y="11794"/>
                </a:lnTo>
                <a:lnTo>
                  <a:pt x="3750" y="9318"/>
                </a:lnTo>
                <a:lnTo>
                  <a:pt x="1879" y="6830"/>
                </a:lnTo>
                <a:lnTo>
                  <a:pt x="0" y="4320"/>
                </a:lnTo>
                <a:lnTo>
                  <a:pt x="2143" y="2177"/>
                </a:lnTo>
                <a:lnTo>
                  <a:pt x="4320" y="0"/>
                </a:lnTo>
                <a:close/>
              </a:path>
            </a:pathLst>
          </a:custGeom>
          <a:solidFill>
            <a:srgbClr val="C3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4" name="contour_16092"/>
          <p:cNvSpPr/>
          <p:nvPr/>
        </p:nvSpPr>
        <p:spPr>
          <a:xfrm>
            <a:off x="7684630" y="6085473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20" y="302"/>
                </a:lnTo>
                <a:lnTo>
                  <a:pt x="7122" y="696"/>
                </a:lnTo>
                <a:lnTo>
                  <a:pt x="10537" y="1231"/>
                </a:lnTo>
                <a:lnTo>
                  <a:pt x="13880" y="1974"/>
                </a:lnTo>
                <a:lnTo>
                  <a:pt x="17173" y="2985"/>
                </a:lnTo>
                <a:lnTo>
                  <a:pt x="20450" y="4320"/>
                </a:lnTo>
                <a:lnTo>
                  <a:pt x="21232" y="7318"/>
                </a:lnTo>
                <a:lnTo>
                  <a:pt x="21585" y="10122"/>
                </a:lnTo>
                <a:lnTo>
                  <a:pt x="21600" y="12839"/>
                </a:lnTo>
                <a:lnTo>
                  <a:pt x="21355" y="15582"/>
                </a:lnTo>
                <a:lnTo>
                  <a:pt x="20940" y="18468"/>
                </a:lnTo>
                <a:lnTo>
                  <a:pt x="20450" y="21600"/>
                </a:lnTo>
                <a:lnTo>
                  <a:pt x="17878" y="20136"/>
                </a:lnTo>
                <a:lnTo>
                  <a:pt x="15317" y="18654"/>
                </a:lnTo>
                <a:lnTo>
                  <a:pt x="12766" y="17163"/>
                </a:lnTo>
                <a:lnTo>
                  <a:pt x="10225" y="15660"/>
                </a:lnTo>
                <a:lnTo>
                  <a:pt x="7372" y="14001"/>
                </a:lnTo>
                <a:lnTo>
                  <a:pt x="4473" y="12321"/>
                </a:lnTo>
                <a:lnTo>
                  <a:pt x="2249" y="10493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E8E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5" name="contour_16093"/>
          <p:cNvSpPr/>
          <p:nvPr/>
        </p:nvSpPr>
        <p:spPr>
          <a:xfrm>
            <a:off x="7626326" y="6056321"/>
            <a:ext cx="43728" cy="294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175"/>
                </a:lnTo>
                <a:lnTo>
                  <a:pt x="4756" y="2351"/>
                </a:lnTo>
                <a:lnTo>
                  <a:pt x="7135" y="3531"/>
                </a:lnTo>
                <a:lnTo>
                  <a:pt x="9522" y="4712"/>
                </a:lnTo>
                <a:lnTo>
                  <a:pt x="11916" y="5893"/>
                </a:lnTo>
                <a:lnTo>
                  <a:pt x="14321" y="7084"/>
                </a:lnTo>
                <a:lnTo>
                  <a:pt x="16733" y="8276"/>
                </a:lnTo>
                <a:lnTo>
                  <a:pt x="19159" y="9478"/>
                </a:lnTo>
                <a:lnTo>
                  <a:pt x="21600" y="10685"/>
                </a:lnTo>
                <a:lnTo>
                  <a:pt x="20707" y="13330"/>
                </a:lnTo>
                <a:lnTo>
                  <a:pt x="19814" y="15985"/>
                </a:lnTo>
                <a:lnTo>
                  <a:pt x="18911" y="18662"/>
                </a:lnTo>
                <a:lnTo>
                  <a:pt x="18000" y="21370"/>
                </a:lnTo>
                <a:lnTo>
                  <a:pt x="15444" y="21600"/>
                </a:lnTo>
                <a:lnTo>
                  <a:pt x="13630" y="21573"/>
                </a:lnTo>
                <a:lnTo>
                  <a:pt x="11696" y="21194"/>
                </a:lnTo>
                <a:lnTo>
                  <a:pt x="8777" y="20366"/>
                </a:lnTo>
                <a:lnTo>
                  <a:pt x="7542" y="20061"/>
                </a:lnTo>
                <a:lnTo>
                  <a:pt x="3812" y="19137"/>
                </a:lnTo>
                <a:lnTo>
                  <a:pt x="1919" y="17593"/>
                </a:lnTo>
                <a:lnTo>
                  <a:pt x="0" y="16028"/>
                </a:lnTo>
                <a:lnTo>
                  <a:pt x="0" y="12854"/>
                </a:lnTo>
                <a:lnTo>
                  <a:pt x="0" y="9670"/>
                </a:lnTo>
                <a:lnTo>
                  <a:pt x="0" y="6475"/>
                </a:lnTo>
                <a:lnTo>
                  <a:pt x="0" y="3254"/>
                </a:lnTo>
                <a:lnTo>
                  <a:pt x="0" y="0"/>
                </a:lnTo>
                <a:close/>
              </a:path>
            </a:pathLst>
          </a:custGeom>
          <a:solidFill>
            <a:srgbClr val="DFD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6" name="contour_16094"/>
          <p:cNvSpPr/>
          <p:nvPr/>
        </p:nvSpPr>
        <p:spPr>
          <a:xfrm>
            <a:off x="4776721" y="6056824"/>
            <a:ext cx="43728" cy="432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987"/>
                </a:moveTo>
                <a:lnTo>
                  <a:pt x="12938" y="2065"/>
                </a:lnTo>
                <a:lnTo>
                  <a:pt x="14850" y="3165"/>
                </a:lnTo>
                <a:lnTo>
                  <a:pt x="16762" y="4228"/>
                </a:lnTo>
                <a:lnTo>
                  <a:pt x="18702" y="5314"/>
                </a:lnTo>
                <a:lnTo>
                  <a:pt x="20142" y="6166"/>
                </a:lnTo>
                <a:lnTo>
                  <a:pt x="21600" y="7032"/>
                </a:lnTo>
                <a:lnTo>
                  <a:pt x="19224" y="7032"/>
                </a:lnTo>
                <a:lnTo>
                  <a:pt x="16826" y="7032"/>
                </a:lnTo>
                <a:lnTo>
                  <a:pt x="14400" y="7032"/>
                </a:lnTo>
                <a:lnTo>
                  <a:pt x="13324" y="9425"/>
                </a:lnTo>
                <a:lnTo>
                  <a:pt x="12740" y="11315"/>
                </a:lnTo>
                <a:lnTo>
                  <a:pt x="12150" y="14316"/>
                </a:lnTo>
                <a:lnTo>
                  <a:pt x="11747" y="16348"/>
                </a:lnTo>
                <a:lnTo>
                  <a:pt x="11333" y="18413"/>
                </a:lnTo>
                <a:lnTo>
                  <a:pt x="11070" y="19994"/>
                </a:lnTo>
                <a:lnTo>
                  <a:pt x="10800" y="21600"/>
                </a:lnTo>
                <a:lnTo>
                  <a:pt x="10130" y="19116"/>
                </a:lnTo>
                <a:lnTo>
                  <a:pt x="9450" y="16592"/>
                </a:lnTo>
                <a:lnTo>
                  <a:pt x="8449" y="14160"/>
                </a:lnTo>
                <a:lnTo>
                  <a:pt x="7405" y="12044"/>
                </a:lnTo>
                <a:lnTo>
                  <a:pt x="6275" y="10164"/>
                </a:lnTo>
                <a:lnTo>
                  <a:pt x="5015" y="8438"/>
                </a:lnTo>
                <a:lnTo>
                  <a:pt x="3578" y="6788"/>
                </a:lnTo>
                <a:lnTo>
                  <a:pt x="1922" y="5135"/>
                </a:lnTo>
                <a:lnTo>
                  <a:pt x="0" y="3391"/>
                </a:lnTo>
                <a:lnTo>
                  <a:pt x="3028" y="1457"/>
                </a:lnTo>
                <a:lnTo>
                  <a:pt x="5116" y="364"/>
                </a:lnTo>
                <a:lnTo>
                  <a:pt x="6793" y="0"/>
                </a:lnTo>
                <a:lnTo>
                  <a:pt x="8597" y="244"/>
                </a:lnTo>
                <a:lnTo>
                  <a:pt x="11052" y="987"/>
                </a:lnTo>
                <a:close/>
              </a:path>
            </a:pathLst>
          </a:custGeom>
          <a:solidFill>
            <a:srgbClr val="856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7" name="contour_16095"/>
          <p:cNvSpPr/>
          <p:nvPr/>
        </p:nvSpPr>
        <p:spPr>
          <a:xfrm>
            <a:off x="4222834" y="6049033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20" y="302"/>
                </a:lnTo>
                <a:lnTo>
                  <a:pt x="7122" y="696"/>
                </a:lnTo>
                <a:lnTo>
                  <a:pt x="10537" y="1231"/>
                </a:lnTo>
                <a:lnTo>
                  <a:pt x="13880" y="1974"/>
                </a:lnTo>
                <a:lnTo>
                  <a:pt x="17173" y="2985"/>
                </a:lnTo>
                <a:lnTo>
                  <a:pt x="20450" y="4320"/>
                </a:lnTo>
                <a:lnTo>
                  <a:pt x="21232" y="7318"/>
                </a:lnTo>
                <a:lnTo>
                  <a:pt x="21585" y="10122"/>
                </a:lnTo>
                <a:lnTo>
                  <a:pt x="21600" y="12839"/>
                </a:lnTo>
                <a:lnTo>
                  <a:pt x="21355" y="15582"/>
                </a:lnTo>
                <a:lnTo>
                  <a:pt x="20940" y="18468"/>
                </a:lnTo>
                <a:lnTo>
                  <a:pt x="20450" y="21600"/>
                </a:lnTo>
                <a:lnTo>
                  <a:pt x="16799" y="21047"/>
                </a:lnTo>
                <a:lnTo>
                  <a:pt x="14177" y="20546"/>
                </a:lnTo>
                <a:lnTo>
                  <a:pt x="11845" y="19889"/>
                </a:lnTo>
                <a:lnTo>
                  <a:pt x="9069" y="18870"/>
                </a:lnTo>
                <a:lnTo>
                  <a:pt x="5112" y="17280"/>
                </a:lnTo>
                <a:lnTo>
                  <a:pt x="3768" y="14429"/>
                </a:lnTo>
                <a:lnTo>
                  <a:pt x="2715" y="11629"/>
                </a:lnTo>
                <a:lnTo>
                  <a:pt x="1876" y="8843"/>
                </a:lnTo>
                <a:lnTo>
                  <a:pt x="1191" y="6005"/>
                </a:lnTo>
                <a:lnTo>
                  <a:pt x="588" y="3076"/>
                </a:lnTo>
                <a:lnTo>
                  <a:pt x="0" y="0"/>
                </a:lnTo>
                <a:close/>
              </a:path>
            </a:pathLst>
          </a:custGeom>
          <a:solidFill>
            <a:srgbClr val="BEA2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8" name="contour_16096"/>
          <p:cNvSpPr/>
          <p:nvPr/>
        </p:nvSpPr>
        <p:spPr>
          <a:xfrm>
            <a:off x="4361306" y="60490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963" y="3607"/>
                </a:lnTo>
                <a:lnTo>
                  <a:pt x="20288" y="7209"/>
                </a:lnTo>
                <a:lnTo>
                  <a:pt x="19575" y="10800"/>
                </a:lnTo>
                <a:lnTo>
                  <a:pt x="19008" y="13813"/>
                </a:lnTo>
                <a:lnTo>
                  <a:pt x="18436" y="16875"/>
                </a:lnTo>
                <a:lnTo>
                  <a:pt x="17323" y="19219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85" y="18052"/>
                </a:lnTo>
                <a:lnTo>
                  <a:pt x="2911" y="15250"/>
                </a:lnTo>
                <a:lnTo>
                  <a:pt x="2025" y="10800"/>
                </a:lnTo>
                <a:lnTo>
                  <a:pt x="1415" y="7787"/>
                </a:lnTo>
                <a:lnTo>
                  <a:pt x="799" y="4725"/>
                </a:lnTo>
                <a:lnTo>
                  <a:pt x="400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D0B9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099" name="contour_16097"/>
          <p:cNvSpPr/>
          <p:nvPr/>
        </p:nvSpPr>
        <p:spPr>
          <a:xfrm>
            <a:off x="4689265" y="603445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18744" y="12960"/>
                </a:lnTo>
                <a:lnTo>
                  <a:pt x="15872" y="12960"/>
                </a:lnTo>
                <a:lnTo>
                  <a:pt x="12960" y="12960"/>
                </a:lnTo>
                <a:lnTo>
                  <a:pt x="11375" y="15526"/>
                </a:lnTo>
                <a:lnTo>
                  <a:pt x="10394" y="17280"/>
                </a:lnTo>
                <a:lnTo>
                  <a:pt x="9621" y="19034"/>
                </a:lnTo>
                <a:lnTo>
                  <a:pt x="8640" y="21600"/>
                </a:lnTo>
                <a:lnTo>
                  <a:pt x="8640" y="18744"/>
                </a:lnTo>
                <a:lnTo>
                  <a:pt x="8640" y="15872"/>
                </a:lnTo>
                <a:lnTo>
                  <a:pt x="8640" y="12960"/>
                </a:lnTo>
                <a:lnTo>
                  <a:pt x="6502" y="11889"/>
                </a:lnTo>
                <a:lnTo>
                  <a:pt x="4355" y="10817"/>
                </a:lnTo>
                <a:lnTo>
                  <a:pt x="2190" y="9733"/>
                </a:lnTo>
                <a:lnTo>
                  <a:pt x="0" y="8640"/>
                </a:lnTo>
                <a:lnTo>
                  <a:pt x="2674" y="7569"/>
                </a:lnTo>
                <a:lnTo>
                  <a:pt x="5348" y="6502"/>
                </a:lnTo>
                <a:lnTo>
                  <a:pt x="8031" y="5426"/>
                </a:lnTo>
                <a:lnTo>
                  <a:pt x="10718" y="4355"/>
                </a:lnTo>
                <a:lnTo>
                  <a:pt x="13418" y="3275"/>
                </a:lnTo>
                <a:lnTo>
                  <a:pt x="16131" y="2190"/>
                </a:lnTo>
                <a:lnTo>
                  <a:pt x="18857" y="1097"/>
                </a:lnTo>
                <a:lnTo>
                  <a:pt x="21600" y="0"/>
                </a:lnTo>
                <a:close/>
              </a:path>
            </a:pathLst>
          </a:custGeom>
          <a:solidFill>
            <a:srgbClr val="A691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0" name="contour_16098"/>
          <p:cNvSpPr/>
          <p:nvPr/>
        </p:nvSpPr>
        <p:spPr>
          <a:xfrm>
            <a:off x="4164530" y="6004321"/>
            <a:ext cx="291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68"/>
                </a:moveTo>
                <a:lnTo>
                  <a:pt x="3856" y="189"/>
                </a:lnTo>
                <a:lnTo>
                  <a:pt x="6626" y="0"/>
                </a:lnTo>
                <a:lnTo>
                  <a:pt x="9088" y="0"/>
                </a:lnTo>
                <a:lnTo>
                  <a:pt x="12020" y="189"/>
                </a:lnTo>
                <a:lnTo>
                  <a:pt x="16200" y="568"/>
                </a:lnTo>
                <a:lnTo>
                  <a:pt x="18025" y="3697"/>
                </a:lnTo>
                <a:lnTo>
                  <a:pt x="19219" y="5918"/>
                </a:lnTo>
                <a:lnTo>
                  <a:pt x="20039" y="7837"/>
                </a:lnTo>
                <a:lnTo>
                  <a:pt x="20747" y="10058"/>
                </a:lnTo>
                <a:lnTo>
                  <a:pt x="21600" y="13187"/>
                </a:lnTo>
                <a:lnTo>
                  <a:pt x="20228" y="13721"/>
                </a:lnTo>
                <a:lnTo>
                  <a:pt x="18916" y="14235"/>
                </a:lnTo>
                <a:lnTo>
                  <a:pt x="17280" y="14870"/>
                </a:lnTo>
                <a:lnTo>
                  <a:pt x="14953" y="15778"/>
                </a:lnTo>
                <a:lnTo>
                  <a:pt x="11545" y="17103"/>
                </a:lnTo>
                <a:lnTo>
                  <a:pt x="6691" y="18996"/>
                </a:lnTo>
                <a:lnTo>
                  <a:pt x="0" y="21600"/>
                </a:lnTo>
                <a:lnTo>
                  <a:pt x="0" y="18626"/>
                </a:lnTo>
                <a:lnTo>
                  <a:pt x="0" y="15648"/>
                </a:lnTo>
                <a:lnTo>
                  <a:pt x="0" y="12661"/>
                </a:lnTo>
                <a:lnTo>
                  <a:pt x="0" y="9662"/>
                </a:lnTo>
                <a:lnTo>
                  <a:pt x="0" y="6650"/>
                </a:lnTo>
                <a:lnTo>
                  <a:pt x="0" y="3622"/>
                </a:lnTo>
                <a:lnTo>
                  <a:pt x="0" y="568"/>
                </a:lnTo>
                <a:close/>
              </a:path>
            </a:pathLst>
          </a:custGeom>
          <a:solidFill>
            <a:srgbClr val="6463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1" name="contour_16099"/>
          <p:cNvSpPr/>
          <p:nvPr/>
        </p:nvSpPr>
        <p:spPr>
          <a:xfrm>
            <a:off x="4193339" y="5968865"/>
            <a:ext cx="2220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914" y="21600"/>
                </a:lnTo>
                <a:lnTo>
                  <a:pt x="12200" y="21600"/>
                </a:lnTo>
                <a:lnTo>
                  <a:pt x="7422" y="21600"/>
                </a:lnTo>
                <a:lnTo>
                  <a:pt x="5409" y="19318"/>
                </a:lnTo>
                <a:lnTo>
                  <a:pt x="4182" y="17644"/>
                </a:lnTo>
                <a:lnTo>
                  <a:pt x="3247" y="15754"/>
                </a:lnTo>
                <a:lnTo>
                  <a:pt x="2105" y="12823"/>
                </a:lnTo>
                <a:lnTo>
                  <a:pt x="1063" y="10375"/>
                </a:lnTo>
                <a:lnTo>
                  <a:pt x="0" y="7888"/>
                </a:lnTo>
                <a:lnTo>
                  <a:pt x="163" y="5760"/>
                </a:lnTo>
                <a:lnTo>
                  <a:pt x="333" y="3600"/>
                </a:lnTo>
                <a:lnTo>
                  <a:pt x="4537" y="2182"/>
                </a:lnTo>
                <a:lnTo>
                  <a:pt x="8400" y="1156"/>
                </a:lnTo>
                <a:lnTo>
                  <a:pt x="12292" y="482"/>
                </a:lnTo>
                <a:lnTo>
                  <a:pt x="16574" y="112"/>
                </a:lnTo>
                <a:lnTo>
                  <a:pt x="21600" y="0"/>
                </a:lnTo>
                <a:close/>
              </a:path>
            </a:pathLst>
          </a:custGeom>
          <a:solidFill>
            <a:srgbClr val="27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2" name="contour_16100"/>
          <p:cNvSpPr/>
          <p:nvPr/>
        </p:nvSpPr>
        <p:spPr>
          <a:xfrm>
            <a:off x="10628978" y="5978128"/>
            <a:ext cx="58304" cy="213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160"/>
                </a:moveTo>
                <a:lnTo>
                  <a:pt x="20047" y="20389"/>
                </a:lnTo>
                <a:lnTo>
                  <a:pt x="18495" y="20588"/>
                </a:lnTo>
                <a:lnTo>
                  <a:pt x="16943" y="20773"/>
                </a:lnTo>
                <a:lnTo>
                  <a:pt x="15390" y="20935"/>
                </a:lnTo>
                <a:lnTo>
                  <a:pt x="13838" y="21083"/>
                </a:lnTo>
                <a:lnTo>
                  <a:pt x="13195" y="21164"/>
                </a:lnTo>
                <a:lnTo>
                  <a:pt x="12064" y="21297"/>
                </a:lnTo>
                <a:lnTo>
                  <a:pt x="9472" y="21600"/>
                </a:lnTo>
                <a:lnTo>
                  <a:pt x="7271" y="20514"/>
                </a:lnTo>
                <a:lnTo>
                  <a:pt x="5508" y="18926"/>
                </a:lnTo>
                <a:lnTo>
                  <a:pt x="4039" y="16724"/>
                </a:lnTo>
                <a:lnTo>
                  <a:pt x="2727" y="13814"/>
                </a:lnTo>
                <a:lnTo>
                  <a:pt x="1426" y="10069"/>
                </a:lnTo>
                <a:lnTo>
                  <a:pt x="0" y="5385"/>
                </a:lnTo>
                <a:lnTo>
                  <a:pt x="2392" y="3021"/>
                </a:lnTo>
                <a:lnTo>
                  <a:pt x="4560" y="1344"/>
                </a:lnTo>
                <a:lnTo>
                  <a:pt x="6539" y="340"/>
                </a:lnTo>
                <a:lnTo>
                  <a:pt x="8362" y="0"/>
                </a:lnTo>
                <a:lnTo>
                  <a:pt x="10066" y="310"/>
                </a:lnTo>
                <a:lnTo>
                  <a:pt x="11686" y="1271"/>
                </a:lnTo>
                <a:lnTo>
                  <a:pt x="13257" y="2874"/>
                </a:lnTo>
                <a:lnTo>
                  <a:pt x="14812" y="5105"/>
                </a:lnTo>
                <a:lnTo>
                  <a:pt x="16392" y="7956"/>
                </a:lnTo>
                <a:lnTo>
                  <a:pt x="18025" y="11421"/>
                </a:lnTo>
                <a:lnTo>
                  <a:pt x="19748" y="15491"/>
                </a:lnTo>
                <a:lnTo>
                  <a:pt x="21600" y="20160"/>
                </a:lnTo>
                <a:close/>
              </a:path>
            </a:pathLst>
          </a:custGeom>
          <a:solidFill>
            <a:srgbClr val="E7E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3" name="contour_16101"/>
          <p:cNvSpPr/>
          <p:nvPr/>
        </p:nvSpPr>
        <p:spPr>
          <a:xfrm>
            <a:off x="4011482" y="5968865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1308"/>
                </a:lnTo>
                <a:lnTo>
                  <a:pt x="6113" y="2620"/>
                </a:lnTo>
                <a:lnTo>
                  <a:pt x="9180" y="3934"/>
                </a:lnTo>
                <a:lnTo>
                  <a:pt x="12258" y="5255"/>
                </a:lnTo>
                <a:lnTo>
                  <a:pt x="15352" y="6579"/>
                </a:lnTo>
                <a:lnTo>
                  <a:pt x="18463" y="7915"/>
                </a:lnTo>
                <a:lnTo>
                  <a:pt x="21600" y="9257"/>
                </a:lnTo>
                <a:lnTo>
                  <a:pt x="19035" y="9575"/>
                </a:lnTo>
                <a:lnTo>
                  <a:pt x="16454" y="9896"/>
                </a:lnTo>
                <a:lnTo>
                  <a:pt x="13835" y="10220"/>
                </a:lnTo>
                <a:lnTo>
                  <a:pt x="12598" y="10532"/>
                </a:lnTo>
                <a:lnTo>
                  <a:pt x="10411" y="11084"/>
                </a:lnTo>
                <a:lnTo>
                  <a:pt x="5400" y="12343"/>
                </a:lnTo>
                <a:lnTo>
                  <a:pt x="4331" y="14176"/>
                </a:lnTo>
                <a:lnTo>
                  <a:pt x="3256" y="16015"/>
                </a:lnTo>
                <a:lnTo>
                  <a:pt x="2182" y="17860"/>
                </a:lnTo>
                <a:lnTo>
                  <a:pt x="1096" y="19721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8586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4" name="contour_16102"/>
          <p:cNvSpPr/>
          <p:nvPr/>
        </p:nvSpPr>
        <p:spPr>
          <a:xfrm>
            <a:off x="3800130" y="5954289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580" y="1584"/>
                </a:lnTo>
                <a:lnTo>
                  <a:pt x="7564" y="3168"/>
                </a:lnTo>
                <a:lnTo>
                  <a:pt x="9547" y="4756"/>
                </a:lnTo>
                <a:lnTo>
                  <a:pt x="11534" y="6350"/>
                </a:lnTo>
                <a:lnTo>
                  <a:pt x="13532" y="7945"/>
                </a:lnTo>
                <a:lnTo>
                  <a:pt x="15534" y="9547"/>
                </a:lnTo>
                <a:lnTo>
                  <a:pt x="17546" y="11156"/>
                </a:lnTo>
                <a:lnTo>
                  <a:pt x="19566" y="12773"/>
                </a:lnTo>
                <a:lnTo>
                  <a:pt x="21600" y="14400"/>
                </a:lnTo>
                <a:lnTo>
                  <a:pt x="19224" y="15192"/>
                </a:lnTo>
                <a:lnTo>
                  <a:pt x="16844" y="15984"/>
                </a:lnTo>
                <a:lnTo>
                  <a:pt x="14465" y="16780"/>
                </a:lnTo>
                <a:lnTo>
                  <a:pt x="12078" y="17575"/>
                </a:lnTo>
                <a:lnTo>
                  <a:pt x="9684" y="18371"/>
                </a:lnTo>
                <a:lnTo>
                  <a:pt x="7279" y="19174"/>
                </a:lnTo>
                <a:lnTo>
                  <a:pt x="4867" y="19976"/>
                </a:lnTo>
                <a:lnTo>
                  <a:pt x="2441" y="20786"/>
                </a:lnTo>
                <a:lnTo>
                  <a:pt x="0" y="21600"/>
                </a:lnTo>
                <a:lnTo>
                  <a:pt x="396" y="19224"/>
                </a:lnTo>
                <a:lnTo>
                  <a:pt x="792" y="16844"/>
                </a:lnTo>
                <a:lnTo>
                  <a:pt x="1188" y="14465"/>
                </a:lnTo>
                <a:lnTo>
                  <a:pt x="1588" y="12078"/>
                </a:lnTo>
                <a:lnTo>
                  <a:pt x="1987" y="9684"/>
                </a:lnTo>
                <a:lnTo>
                  <a:pt x="2387" y="7279"/>
                </a:lnTo>
                <a:lnTo>
                  <a:pt x="2790" y="4867"/>
                </a:lnTo>
                <a:lnTo>
                  <a:pt x="3193" y="2441"/>
                </a:lnTo>
                <a:lnTo>
                  <a:pt x="3600" y="0"/>
                </a:lnTo>
                <a:close/>
              </a:path>
            </a:pathLst>
          </a:custGeom>
          <a:solidFill>
            <a:srgbClr val="DEE3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5" name="contour_16103"/>
          <p:cNvSpPr/>
          <p:nvPr/>
        </p:nvSpPr>
        <p:spPr>
          <a:xfrm>
            <a:off x="1358653" y="5960593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A6A9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6" name="contour_16104"/>
          <p:cNvSpPr/>
          <p:nvPr/>
        </p:nvSpPr>
        <p:spPr>
          <a:xfrm>
            <a:off x="6766343" y="593971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2138"/>
                </a:lnTo>
                <a:lnTo>
                  <a:pt x="4277" y="4277"/>
                </a:lnTo>
                <a:lnTo>
                  <a:pt x="6420" y="6420"/>
                </a:lnTo>
                <a:lnTo>
                  <a:pt x="8567" y="8567"/>
                </a:lnTo>
                <a:lnTo>
                  <a:pt x="10718" y="10718"/>
                </a:lnTo>
                <a:lnTo>
                  <a:pt x="12878" y="12878"/>
                </a:lnTo>
                <a:lnTo>
                  <a:pt x="15042" y="15042"/>
                </a:lnTo>
                <a:lnTo>
                  <a:pt x="17220" y="17220"/>
                </a:lnTo>
                <a:lnTo>
                  <a:pt x="19401" y="19401"/>
                </a:lnTo>
                <a:lnTo>
                  <a:pt x="21600" y="21600"/>
                </a:lnTo>
                <a:lnTo>
                  <a:pt x="16118" y="21583"/>
                </a:lnTo>
                <a:lnTo>
                  <a:pt x="12290" y="21470"/>
                </a:lnTo>
                <a:lnTo>
                  <a:pt x="9616" y="21164"/>
                </a:lnTo>
                <a:lnTo>
                  <a:pt x="7599" y="20559"/>
                </a:lnTo>
                <a:lnTo>
                  <a:pt x="5728" y="19570"/>
                </a:lnTo>
                <a:lnTo>
                  <a:pt x="3508" y="18092"/>
                </a:lnTo>
                <a:lnTo>
                  <a:pt x="2030" y="15872"/>
                </a:lnTo>
                <a:lnTo>
                  <a:pt x="1041" y="14001"/>
                </a:lnTo>
                <a:lnTo>
                  <a:pt x="436" y="11984"/>
                </a:lnTo>
                <a:lnTo>
                  <a:pt x="130" y="9310"/>
                </a:lnTo>
                <a:lnTo>
                  <a:pt x="17" y="5482"/>
                </a:lnTo>
                <a:lnTo>
                  <a:pt x="0" y="0"/>
                </a:lnTo>
                <a:close/>
              </a:path>
            </a:pathLst>
          </a:custGeom>
          <a:solidFill>
            <a:srgbClr val="F3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7" name="contour_16105"/>
          <p:cNvSpPr/>
          <p:nvPr/>
        </p:nvSpPr>
        <p:spPr>
          <a:xfrm>
            <a:off x="5170273" y="5959908"/>
            <a:ext cx="44005" cy="381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46"/>
                </a:moveTo>
                <a:lnTo>
                  <a:pt x="2608" y="570"/>
                </a:lnTo>
                <a:lnTo>
                  <a:pt x="5169" y="264"/>
                </a:lnTo>
                <a:lnTo>
                  <a:pt x="7702" y="62"/>
                </a:lnTo>
                <a:lnTo>
                  <a:pt x="10224" y="0"/>
                </a:lnTo>
                <a:lnTo>
                  <a:pt x="12753" y="103"/>
                </a:lnTo>
                <a:lnTo>
                  <a:pt x="15300" y="409"/>
                </a:lnTo>
                <a:lnTo>
                  <a:pt x="17887" y="946"/>
                </a:lnTo>
                <a:lnTo>
                  <a:pt x="19336" y="3540"/>
                </a:lnTo>
                <a:lnTo>
                  <a:pt x="20394" y="6130"/>
                </a:lnTo>
                <a:lnTo>
                  <a:pt x="21103" y="8766"/>
                </a:lnTo>
                <a:lnTo>
                  <a:pt x="21493" y="11500"/>
                </a:lnTo>
                <a:lnTo>
                  <a:pt x="21600" y="14383"/>
                </a:lnTo>
                <a:lnTo>
                  <a:pt x="21464" y="17469"/>
                </a:lnTo>
                <a:lnTo>
                  <a:pt x="19464" y="19278"/>
                </a:lnTo>
                <a:lnTo>
                  <a:pt x="18055" y="20311"/>
                </a:lnTo>
                <a:lnTo>
                  <a:pt x="16560" y="20956"/>
                </a:lnTo>
                <a:lnTo>
                  <a:pt x="14309" y="21600"/>
                </a:lnTo>
                <a:lnTo>
                  <a:pt x="13755" y="18779"/>
                </a:lnTo>
                <a:lnTo>
                  <a:pt x="13193" y="15920"/>
                </a:lnTo>
                <a:lnTo>
                  <a:pt x="12027" y="13078"/>
                </a:lnTo>
                <a:lnTo>
                  <a:pt x="10789" y="10699"/>
                </a:lnTo>
                <a:lnTo>
                  <a:pt x="9441" y="8691"/>
                </a:lnTo>
                <a:lnTo>
                  <a:pt x="7956" y="6960"/>
                </a:lnTo>
                <a:lnTo>
                  <a:pt x="6303" y="5411"/>
                </a:lnTo>
                <a:lnTo>
                  <a:pt x="4447" y="3957"/>
                </a:lnTo>
                <a:lnTo>
                  <a:pt x="2354" y="2499"/>
                </a:lnTo>
                <a:lnTo>
                  <a:pt x="0" y="946"/>
                </a:lnTo>
                <a:close/>
              </a:path>
            </a:pathLst>
          </a:custGeom>
          <a:solidFill>
            <a:srgbClr val="959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8" name="contour_16106"/>
          <p:cNvSpPr/>
          <p:nvPr/>
        </p:nvSpPr>
        <p:spPr>
          <a:xfrm>
            <a:off x="2145756" y="5946863"/>
            <a:ext cx="37752" cy="29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102"/>
                </a:moveTo>
                <a:lnTo>
                  <a:pt x="7156" y="0"/>
                </a:lnTo>
                <a:lnTo>
                  <a:pt x="10033" y="333"/>
                </a:lnTo>
                <a:lnTo>
                  <a:pt x="12818" y="1075"/>
                </a:lnTo>
                <a:lnTo>
                  <a:pt x="15533" y="2193"/>
                </a:lnTo>
                <a:lnTo>
                  <a:pt x="18202" y="3671"/>
                </a:lnTo>
                <a:lnTo>
                  <a:pt x="20849" y="5477"/>
                </a:lnTo>
                <a:lnTo>
                  <a:pt x="21350" y="9636"/>
                </a:lnTo>
                <a:lnTo>
                  <a:pt x="21600" y="12555"/>
                </a:lnTo>
                <a:lnTo>
                  <a:pt x="21600" y="15006"/>
                </a:lnTo>
                <a:lnTo>
                  <a:pt x="21350" y="17763"/>
                </a:lnTo>
                <a:lnTo>
                  <a:pt x="20849" y="21600"/>
                </a:lnTo>
                <a:lnTo>
                  <a:pt x="19682" y="20998"/>
                </a:lnTo>
                <a:lnTo>
                  <a:pt x="18589" y="20434"/>
                </a:lnTo>
                <a:lnTo>
                  <a:pt x="17330" y="19789"/>
                </a:lnTo>
                <a:lnTo>
                  <a:pt x="15662" y="18929"/>
                </a:lnTo>
                <a:lnTo>
                  <a:pt x="13339" y="17730"/>
                </a:lnTo>
                <a:lnTo>
                  <a:pt x="10120" y="16070"/>
                </a:lnTo>
                <a:lnTo>
                  <a:pt x="5754" y="13818"/>
                </a:lnTo>
                <a:lnTo>
                  <a:pt x="0" y="10851"/>
                </a:lnTo>
                <a:lnTo>
                  <a:pt x="1034" y="8191"/>
                </a:lnTo>
                <a:lnTo>
                  <a:pt x="2068" y="5520"/>
                </a:lnTo>
                <a:lnTo>
                  <a:pt x="3115" y="2827"/>
                </a:lnTo>
                <a:lnTo>
                  <a:pt x="4170" y="102"/>
                </a:lnTo>
                <a:close/>
              </a:path>
            </a:pathLst>
          </a:custGeom>
          <a:solidFill>
            <a:srgbClr val="B1B5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09" name="contour_16107"/>
          <p:cNvSpPr/>
          <p:nvPr/>
        </p:nvSpPr>
        <p:spPr>
          <a:xfrm>
            <a:off x="9703403" y="593242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07" y="805"/>
                </a:lnTo>
                <a:lnTo>
                  <a:pt x="7341" y="1485"/>
                </a:lnTo>
                <a:lnTo>
                  <a:pt x="9847" y="2128"/>
                </a:lnTo>
                <a:lnTo>
                  <a:pt x="11772" y="2797"/>
                </a:lnTo>
                <a:lnTo>
                  <a:pt x="13262" y="3580"/>
                </a:lnTo>
                <a:lnTo>
                  <a:pt x="14466" y="4552"/>
                </a:lnTo>
                <a:lnTo>
                  <a:pt x="15530" y="5789"/>
                </a:lnTo>
                <a:lnTo>
                  <a:pt x="16601" y="7366"/>
                </a:lnTo>
                <a:lnTo>
                  <a:pt x="17826" y="9364"/>
                </a:lnTo>
                <a:lnTo>
                  <a:pt x="18814" y="12069"/>
                </a:lnTo>
                <a:lnTo>
                  <a:pt x="19536" y="14245"/>
                </a:lnTo>
                <a:lnTo>
                  <a:pt x="20347" y="17042"/>
                </a:lnTo>
                <a:lnTo>
                  <a:pt x="21600" y="21600"/>
                </a:lnTo>
                <a:lnTo>
                  <a:pt x="19783" y="20677"/>
                </a:lnTo>
                <a:lnTo>
                  <a:pt x="17968" y="19742"/>
                </a:lnTo>
                <a:lnTo>
                  <a:pt x="16154" y="18797"/>
                </a:lnTo>
                <a:lnTo>
                  <a:pt x="14342" y="17842"/>
                </a:lnTo>
                <a:lnTo>
                  <a:pt x="12534" y="16875"/>
                </a:lnTo>
                <a:lnTo>
                  <a:pt x="11784" y="16486"/>
                </a:lnTo>
                <a:lnTo>
                  <a:pt x="10464" y="15795"/>
                </a:lnTo>
                <a:lnTo>
                  <a:pt x="7437" y="14218"/>
                </a:lnTo>
                <a:lnTo>
                  <a:pt x="4888" y="12150"/>
                </a:lnTo>
                <a:lnTo>
                  <a:pt x="3363" y="10503"/>
                </a:lnTo>
                <a:lnTo>
                  <a:pt x="2256" y="8413"/>
                </a:lnTo>
                <a:lnTo>
                  <a:pt x="953" y="5022"/>
                </a:lnTo>
                <a:lnTo>
                  <a:pt x="716" y="3769"/>
                </a:lnTo>
                <a:lnTo>
                  <a:pt x="0" y="0"/>
                </a:lnTo>
                <a:close/>
              </a:path>
            </a:pathLst>
          </a:custGeom>
          <a:solidFill>
            <a:srgbClr val="C1D5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0" name="contour_16108"/>
          <p:cNvSpPr/>
          <p:nvPr/>
        </p:nvSpPr>
        <p:spPr>
          <a:xfrm>
            <a:off x="1052557" y="590327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015"/>
                </a:lnTo>
                <a:lnTo>
                  <a:pt x="8506" y="1782"/>
                </a:lnTo>
                <a:lnTo>
                  <a:pt x="11007" y="2457"/>
                </a:lnTo>
                <a:lnTo>
                  <a:pt x="12986" y="3186"/>
                </a:lnTo>
                <a:lnTo>
                  <a:pt x="14917" y="4115"/>
                </a:lnTo>
                <a:lnTo>
                  <a:pt x="17280" y="5400"/>
                </a:lnTo>
                <a:lnTo>
                  <a:pt x="18870" y="9580"/>
                </a:lnTo>
                <a:lnTo>
                  <a:pt x="19889" y="12512"/>
                </a:lnTo>
                <a:lnTo>
                  <a:pt x="20546" y="14974"/>
                </a:lnTo>
                <a:lnTo>
                  <a:pt x="21047" y="17744"/>
                </a:lnTo>
                <a:lnTo>
                  <a:pt x="21600" y="21600"/>
                </a:lnTo>
                <a:lnTo>
                  <a:pt x="16606" y="20585"/>
                </a:lnTo>
                <a:lnTo>
                  <a:pt x="13094" y="19818"/>
                </a:lnTo>
                <a:lnTo>
                  <a:pt x="10593" y="19143"/>
                </a:lnTo>
                <a:lnTo>
                  <a:pt x="8614" y="18414"/>
                </a:lnTo>
                <a:lnTo>
                  <a:pt x="6683" y="17485"/>
                </a:lnTo>
                <a:lnTo>
                  <a:pt x="4320" y="16200"/>
                </a:lnTo>
                <a:lnTo>
                  <a:pt x="2730" y="12020"/>
                </a:lnTo>
                <a:lnTo>
                  <a:pt x="1711" y="9088"/>
                </a:lnTo>
                <a:lnTo>
                  <a:pt x="1054" y="6626"/>
                </a:lnTo>
                <a:lnTo>
                  <a:pt x="5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6465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1" name="contour_16109"/>
          <p:cNvSpPr/>
          <p:nvPr/>
        </p:nvSpPr>
        <p:spPr>
          <a:xfrm>
            <a:off x="10767450" y="587412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02"/>
                </a:lnTo>
                <a:lnTo>
                  <a:pt x="2341" y="389"/>
                </a:lnTo>
                <a:lnTo>
                  <a:pt x="3646" y="608"/>
                </a:lnTo>
                <a:lnTo>
                  <a:pt x="5374" y="896"/>
                </a:lnTo>
                <a:lnTo>
                  <a:pt x="7780" y="1296"/>
                </a:lnTo>
                <a:lnTo>
                  <a:pt x="11115" y="1854"/>
                </a:lnTo>
                <a:lnTo>
                  <a:pt x="15638" y="2606"/>
                </a:lnTo>
                <a:lnTo>
                  <a:pt x="21600" y="3600"/>
                </a:lnTo>
                <a:lnTo>
                  <a:pt x="20663" y="3989"/>
                </a:lnTo>
                <a:lnTo>
                  <a:pt x="19453" y="4496"/>
                </a:lnTo>
                <a:lnTo>
                  <a:pt x="17155" y="5454"/>
                </a:lnTo>
                <a:lnTo>
                  <a:pt x="12960" y="7200"/>
                </a:lnTo>
                <a:lnTo>
                  <a:pt x="11344" y="9288"/>
                </a:lnTo>
                <a:lnTo>
                  <a:pt x="10303" y="10753"/>
                </a:lnTo>
                <a:lnTo>
                  <a:pt x="9370" y="12301"/>
                </a:lnTo>
                <a:lnTo>
                  <a:pt x="8100" y="14623"/>
                </a:lnTo>
                <a:lnTo>
                  <a:pt x="6852" y="16927"/>
                </a:lnTo>
                <a:lnTo>
                  <a:pt x="5594" y="19249"/>
                </a:lnTo>
                <a:lnTo>
                  <a:pt x="4320" y="21600"/>
                </a:lnTo>
                <a:lnTo>
                  <a:pt x="3845" y="19224"/>
                </a:lnTo>
                <a:lnTo>
                  <a:pt x="3370" y="16844"/>
                </a:lnTo>
                <a:lnTo>
                  <a:pt x="2894" y="14465"/>
                </a:lnTo>
                <a:lnTo>
                  <a:pt x="2415" y="12078"/>
                </a:lnTo>
                <a:lnTo>
                  <a:pt x="1935" y="9684"/>
                </a:lnTo>
                <a:lnTo>
                  <a:pt x="1456" y="7279"/>
                </a:lnTo>
                <a:lnTo>
                  <a:pt x="972" y="4867"/>
                </a:lnTo>
                <a:lnTo>
                  <a:pt x="488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2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2" name="contour_16110"/>
          <p:cNvSpPr/>
          <p:nvPr/>
        </p:nvSpPr>
        <p:spPr>
          <a:xfrm>
            <a:off x="892222" y="5881052"/>
            <a:ext cx="36440" cy="22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7"/>
                </a:moveTo>
                <a:lnTo>
                  <a:pt x="21600" y="4555"/>
                </a:lnTo>
                <a:lnTo>
                  <a:pt x="21600" y="8777"/>
                </a:lnTo>
                <a:lnTo>
                  <a:pt x="21600" y="13014"/>
                </a:lnTo>
                <a:lnTo>
                  <a:pt x="21600" y="172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917"/>
                </a:lnTo>
                <a:lnTo>
                  <a:pt x="0" y="12206"/>
                </a:lnTo>
                <a:lnTo>
                  <a:pt x="0" y="7431"/>
                </a:lnTo>
                <a:lnTo>
                  <a:pt x="2527" y="4654"/>
                </a:lnTo>
                <a:lnTo>
                  <a:pt x="5063" y="2642"/>
                </a:lnTo>
                <a:lnTo>
                  <a:pt x="7629" y="1282"/>
                </a:lnTo>
                <a:lnTo>
                  <a:pt x="10243" y="468"/>
                </a:lnTo>
                <a:lnTo>
                  <a:pt x="12925" y="71"/>
                </a:lnTo>
                <a:lnTo>
                  <a:pt x="15699" y="0"/>
                </a:lnTo>
                <a:lnTo>
                  <a:pt x="18585" y="128"/>
                </a:lnTo>
                <a:lnTo>
                  <a:pt x="21600" y="347"/>
                </a:lnTo>
                <a:close/>
              </a:path>
            </a:pathLst>
          </a:custGeom>
          <a:solidFill>
            <a:srgbClr val="9C9E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3" name="contour_16111"/>
          <p:cNvSpPr/>
          <p:nvPr/>
        </p:nvSpPr>
        <p:spPr>
          <a:xfrm>
            <a:off x="10905922" y="587412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EC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4" name="contour_16112"/>
          <p:cNvSpPr/>
          <p:nvPr/>
        </p:nvSpPr>
        <p:spPr>
          <a:xfrm>
            <a:off x="10410339" y="583039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263"/>
                </a:lnTo>
                <a:lnTo>
                  <a:pt x="6860" y="529"/>
                </a:lnTo>
                <a:lnTo>
                  <a:pt x="8618" y="896"/>
                </a:lnTo>
                <a:lnTo>
                  <a:pt x="11340" y="1462"/>
                </a:lnTo>
                <a:lnTo>
                  <a:pt x="15509" y="2329"/>
                </a:lnTo>
                <a:lnTo>
                  <a:pt x="21600" y="3600"/>
                </a:lnTo>
                <a:lnTo>
                  <a:pt x="21064" y="5828"/>
                </a:lnTo>
                <a:lnTo>
                  <a:pt x="20529" y="8057"/>
                </a:lnTo>
                <a:lnTo>
                  <a:pt x="19993" y="10292"/>
                </a:lnTo>
                <a:lnTo>
                  <a:pt x="19457" y="12532"/>
                </a:lnTo>
                <a:lnTo>
                  <a:pt x="18917" y="14782"/>
                </a:lnTo>
                <a:lnTo>
                  <a:pt x="18373" y="17042"/>
                </a:lnTo>
                <a:lnTo>
                  <a:pt x="17829" y="19314"/>
                </a:lnTo>
                <a:lnTo>
                  <a:pt x="17280" y="21600"/>
                </a:lnTo>
                <a:lnTo>
                  <a:pt x="16209" y="19818"/>
                </a:lnTo>
                <a:lnTo>
                  <a:pt x="15137" y="18029"/>
                </a:lnTo>
                <a:lnTo>
                  <a:pt x="14053" y="16225"/>
                </a:lnTo>
                <a:lnTo>
                  <a:pt x="12960" y="14400"/>
                </a:lnTo>
                <a:lnTo>
                  <a:pt x="9616" y="13291"/>
                </a:lnTo>
                <a:lnTo>
                  <a:pt x="7271" y="12550"/>
                </a:lnTo>
                <a:lnTo>
                  <a:pt x="5301" y="12002"/>
                </a:lnTo>
                <a:lnTo>
                  <a:pt x="3084" y="11477"/>
                </a:lnTo>
                <a:lnTo>
                  <a:pt x="0" y="10800"/>
                </a:lnTo>
                <a:lnTo>
                  <a:pt x="2138" y="9907"/>
                </a:lnTo>
                <a:lnTo>
                  <a:pt x="4290" y="9014"/>
                </a:lnTo>
                <a:lnTo>
                  <a:pt x="6450" y="8111"/>
                </a:lnTo>
                <a:lnTo>
                  <a:pt x="8640" y="7200"/>
                </a:lnTo>
                <a:lnTo>
                  <a:pt x="7569" y="5418"/>
                </a:lnTo>
                <a:lnTo>
                  <a:pt x="6497" y="3629"/>
                </a:lnTo>
                <a:lnTo>
                  <a:pt x="5413" y="1825"/>
                </a:lnTo>
                <a:lnTo>
                  <a:pt x="4320" y="0"/>
                </a:lnTo>
                <a:close/>
              </a:path>
            </a:pathLst>
          </a:custGeom>
          <a:solidFill>
            <a:srgbClr val="8B81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5" name="contour_16113"/>
          <p:cNvSpPr/>
          <p:nvPr/>
        </p:nvSpPr>
        <p:spPr>
          <a:xfrm>
            <a:off x="3792842" y="585954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457"/>
                </a:lnTo>
                <a:lnTo>
                  <a:pt x="2684" y="896"/>
                </a:lnTo>
                <a:lnTo>
                  <a:pt x="4320" y="1440"/>
                </a:lnTo>
                <a:lnTo>
                  <a:pt x="6647" y="2218"/>
                </a:lnTo>
                <a:lnTo>
                  <a:pt x="10055" y="3352"/>
                </a:lnTo>
                <a:lnTo>
                  <a:pt x="14909" y="4972"/>
                </a:lnTo>
                <a:lnTo>
                  <a:pt x="21600" y="7200"/>
                </a:lnTo>
                <a:lnTo>
                  <a:pt x="19310" y="9238"/>
                </a:lnTo>
                <a:lnTo>
                  <a:pt x="17015" y="11275"/>
                </a:lnTo>
                <a:lnTo>
                  <a:pt x="14715" y="13320"/>
                </a:lnTo>
                <a:lnTo>
                  <a:pt x="12404" y="15372"/>
                </a:lnTo>
                <a:lnTo>
                  <a:pt x="10087" y="17435"/>
                </a:lnTo>
                <a:lnTo>
                  <a:pt x="7749" y="19508"/>
                </a:lnTo>
                <a:lnTo>
                  <a:pt x="5400" y="21600"/>
                </a:lnTo>
                <a:lnTo>
                  <a:pt x="4406" y="19098"/>
                </a:lnTo>
                <a:lnTo>
                  <a:pt x="3478" y="16697"/>
                </a:lnTo>
                <a:lnTo>
                  <a:pt x="2635" y="14360"/>
                </a:lnTo>
                <a:lnTo>
                  <a:pt x="1885" y="12060"/>
                </a:lnTo>
                <a:lnTo>
                  <a:pt x="1242" y="9767"/>
                </a:lnTo>
                <a:lnTo>
                  <a:pt x="718" y="7441"/>
                </a:lnTo>
                <a:lnTo>
                  <a:pt x="329" y="5062"/>
                </a:lnTo>
                <a:lnTo>
                  <a:pt x="86" y="2592"/>
                </a:lnTo>
                <a:lnTo>
                  <a:pt x="0" y="0"/>
                </a:lnTo>
                <a:close/>
              </a:path>
            </a:pathLst>
          </a:custGeom>
          <a:solidFill>
            <a:srgbClr val="4A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6" name="contour_16114"/>
          <p:cNvSpPr/>
          <p:nvPr/>
        </p:nvSpPr>
        <p:spPr>
          <a:xfrm>
            <a:off x="10920498" y="582310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10287" y="3917"/>
                </a:lnTo>
                <a:lnTo>
                  <a:pt x="13846" y="6793"/>
                </a:lnTo>
                <a:lnTo>
                  <a:pt x="16362" y="8885"/>
                </a:lnTo>
                <a:lnTo>
                  <a:pt x="18106" y="10436"/>
                </a:lnTo>
                <a:lnTo>
                  <a:pt x="19375" y="11707"/>
                </a:lnTo>
                <a:lnTo>
                  <a:pt x="20444" y="12942"/>
                </a:lnTo>
                <a:lnTo>
                  <a:pt x="21600" y="14400"/>
                </a:lnTo>
                <a:lnTo>
                  <a:pt x="20839" y="16808"/>
                </a:lnTo>
                <a:lnTo>
                  <a:pt x="20023" y="18360"/>
                </a:lnTo>
                <a:lnTo>
                  <a:pt x="18646" y="19732"/>
                </a:lnTo>
                <a:lnTo>
                  <a:pt x="16200" y="21600"/>
                </a:lnTo>
                <a:lnTo>
                  <a:pt x="12992" y="21600"/>
                </a:lnTo>
                <a:lnTo>
                  <a:pt x="9774" y="21600"/>
                </a:lnTo>
                <a:lnTo>
                  <a:pt x="6545" y="21600"/>
                </a:lnTo>
                <a:lnTo>
                  <a:pt x="3289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DEDE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7" name="contour_16115"/>
          <p:cNvSpPr/>
          <p:nvPr/>
        </p:nvSpPr>
        <p:spPr>
          <a:xfrm>
            <a:off x="10570674" y="585954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818" y="2673"/>
                </a:lnTo>
                <a:lnTo>
                  <a:pt x="18032" y="5351"/>
                </a:lnTo>
                <a:lnTo>
                  <a:pt x="16247" y="8030"/>
                </a:lnTo>
                <a:lnTo>
                  <a:pt x="14454" y="10719"/>
                </a:lnTo>
                <a:lnTo>
                  <a:pt x="12654" y="13419"/>
                </a:lnTo>
                <a:lnTo>
                  <a:pt x="10847" y="16130"/>
                </a:lnTo>
                <a:lnTo>
                  <a:pt x="9029" y="18857"/>
                </a:lnTo>
                <a:lnTo>
                  <a:pt x="7200" y="21600"/>
                </a:lnTo>
                <a:lnTo>
                  <a:pt x="6181" y="18544"/>
                </a:lnTo>
                <a:lnTo>
                  <a:pt x="5162" y="15487"/>
                </a:lnTo>
                <a:lnTo>
                  <a:pt x="4140" y="12420"/>
                </a:lnTo>
                <a:lnTo>
                  <a:pt x="3114" y="9342"/>
                </a:lnTo>
                <a:lnTo>
                  <a:pt x="2081" y="6248"/>
                </a:lnTo>
                <a:lnTo>
                  <a:pt x="1044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3B3C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8" name="contour_16116"/>
          <p:cNvSpPr/>
          <p:nvPr/>
        </p:nvSpPr>
        <p:spPr>
          <a:xfrm>
            <a:off x="4368594" y="5844969"/>
            <a:ext cx="36440" cy="360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571" y="3505"/>
                </a:lnTo>
                <a:lnTo>
                  <a:pt x="15314" y="5997"/>
                </a:lnTo>
                <a:lnTo>
                  <a:pt x="17228" y="7841"/>
                </a:lnTo>
                <a:lnTo>
                  <a:pt x="18675" y="9397"/>
                </a:lnTo>
                <a:lnTo>
                  <a:pt x="20010" y="11032"/>
                </a:lnTo>
                <a:lnTo>
                  <a:pt x="21600" y="13112"/>
                </a:lnTo>
                <a:lnTo>
                  <a:pt x="21466" y="15822"/>
                </a:lnTo>
                <a:lnTo>
                  <a:pt x="21332" y="18575"/>
                </a:lnTo>
                <a:lnTo>
                  <a:pt x="18325" y="20866"/>
                </a:lnTo>
                <a:lnTo>
                  <a:pt x="16191" y="21600"/>
                </a:lnTo>
                <a:lnTo>
                  <a:pt x="13094" y="21408"/>
                </a:lnTo>
                <a:lnTo>
                  <a:pt x="10454" y="20708"/>
                </a:lnTo>
                <a:lnTo>
                  <a:pt x="7824" y="19952"/>
                </a:lnTo>
                <a:lnTo>
                  <a:pt x="5210" y="19157"/>
                </a:lnTo>
                <a:lnTo>
                  <a:pt x="2601" y="18326"/>
                </a:lnTo>
                <a:lnTo>
                  <a:pt x="0" y="17483"/>
                </a:lnTo>
                <a:lnTo>
                  <a:pt x="1223" y="15009"/>
                </a:lnTo>
                <a:lnTo>
                  <a:pt x="2445" y="12535"/>
                </a:lnTo>
                <a:lnTo>
                  <a:pt x="3672" y="10053"/>
                </a:lnTo>
                <a:lnTo>
                  <a:pt x="4903" y="7561"/>
                </a:lnTo>
                <a:lnTo>
                  <a:pt x="6143" y="5057"/>
                </a:lnTo>
                <a:lnTo>
                  <a:pt x="7387" y="2539"/>
                </a:lnTo>
                <a:lnTo>
                  <a:pt x="8640" y="0"/>
                </a:lnTo>
                <a:close/>
              </a:path>
            </a:pathLst>
          </a:custGeom>
          <a:solidFill>
            <a:srgbClr val="D2D8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19" name="contour_16117"/>
          <p:cNvSpPr/>
          <p:nvPr/>
        </p:nvSpPr>
        <p:spPr>
          <a:xfrm>
            <a:off x="1497125" y="583768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015"/>
                </a:lnTo>
                <a:lnTo>
                  <a:pt x="14524" y="1804"/>
                </a:lnTo>
                <a:lnTo>
                  <a:pt x="16494" y="2624"/>
                </a:lnTo>
                <a:lnTo>
                  <a:pt x="18645" y="3737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2108" y="7403"/>
                </a:lnTo>
                <a:lnTo>
                  <a:pt x="3711" y="5146"/>
                </a:lnTo>
                <a:lnTo>
                  <a:pt x="5616" y="3019"/>
                </a:lnTo>
                <a:lnTo>
                  <a:pt x="8640" y="0"/>
                </a:lnTo>
                <a:close/>
              </a:path>
            </a:pathLst>
          </a:custGeom>
          <a:solidFill>
            <a:srgbClr val="464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0" name="contour_16118"/>
          <p:cNvSpPr/>
          <p:nvPr/>
        </p:nvSpPr>
        <p:spPr>
          <a:xfrm>
            <a:off x="8471733" y="5831013"/>
            <a:ext cx="51016" cy="215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2574"/>
                </a:moveTo>
                <a:lnTo>
                  <a:pt x="16342" y="3690"/>
                </a:lnTo>
                <a:lnTo>
                  <a:pt x="18443" y="4820"/>
                </a:lnTo>
                <a:lnTo>
                  <a:pt x="20008" y="5739"/>
                </a:lnTo>
                <a:lnTo>
                  <a:pt x="21600" y="6673"/>
                </a:lnTo>
                <a:lnTo>
                  <a:pt x="19634" y="9283"/>
                </a:lnTo>
                <a:lnTo>
                  <a:pt x="17737" y="11719"/>
                </a:lnTo>
                <a:lnTo>
                  <a:pt x="15885" y="13950"/>
                </a:lnTo>
                <a:lnTo>
                  <a:pt x="14059" y="15941"/>
                </a:lnTo>
                <a:lnTo>
                  <a:pt x="12232" y="17684"/>
                </a:lnTo>
                <a:lnTo>
                  <a:pt x="10380" y="19135"/>
                </a:lnTo>
                <a:lnTo>
                  <a:pt x="8486" y="20280"/>
                </a:lnTo>
                <a:lnTo>
                  <a:pt x="6523" y="21090"/>
                </a:lnTo>
                <a:lnTo>
                  <a:pt x="4471" y="21542"/>
                </a:lnTo>
                <a:lnTo>
                  <a:pt x="2305" y="21600"/>
                </a:lnTo>
                <a:lnTo>
                  <a:pt x="0" y="21257"/>
                </a:lnTo>
                <a:lnTo>
                  <a:pt x="0" y="16437"/>
                </a:lnTo>
                <a:lnTo>
                  <a:pt x="0" y="11588"/>
                </a:lnTo>
                <a:lnTo>
                  <a:pt x="0" y="6673"/>
                </a:lnTo>
                <a:lnTo>
                  <a:pt x="2021" y="3449"/>
                </a:lnTo>
                <a:lnTo>
                  <a:pt x="3947" y="1371"/>
                </a:lnTo>
                <a:lnTo>
                  <a:pt x="5841" y="270"/>
                </a:lnTo>
                <a:lnTo>
                  <a:pt x="7764" y="0"/>
                </a:lnTo>
                <a:lnTo>
                  <a:pt x="9769" y="401"/>
                </a:lnTo>
                <a:lnTo>
                  <a:pt x="11917" y="1313"/>
                </a:lnTo>
                <a:lnTo>
                  <a:pt x="14271" y="2574"/>
                </a:lnTo>
                <a:close/>
              </a:path>
            </a:pathLst>
          </a:custGeom>
          <a:solidFill>
            <a:srgbClr val="A4A1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1" name="contour_16119"/>
          <p:cNvSpPr/>
          <p:nvPr/>
        </p:nvSpPr>
        <p:spPr>
          <a:xfrm>
            <a:off x="1365941" y="5821684"/>
            <a:ext cx="51016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49" y="0"/>
                </a:moveTo>
                <a:lnTo>
                  <a:pt x="12195" y="230"/>
                </a:lnTo>
                <a:lnTo>
                  <a:pt x="14271" y="473"/>
                </a:lnTo>
                <a:lnTo>
                  <a:pt x="16342" y="656"/>
                </a:lnTo>
                <a:lnTo>
                  <a:pt x="18443" y="845"/>
                </a:lnTo>
                <a:lnTo>
                  <a:pt x="19227" y="960"/>
                </a:lnTo>
                <a:lnTo>
                  <a:pt x="21600" y="1318"/>
                </a:lnTo>
                <a:lnTo>
                  <a:pt x="20989" y="5334"/>
                </a:lnTo>
                <a:lnTo>
                  <a:pt x="20375" y="9363"/>
                </a:lnTo>
                <a:lnTo>
                  <a:pt x="19761" y="13406"/>
                </a:lnTo>
                <a:lnTo>
                  <a:pt x="19141" y="17483"/>
                </a:lnTo>
                <a:lnTo>
                  <a:pt x="18514" y="21600"/>
                </a:lnTo>
                <a:lnTo>
                  <a:pt x="17582" y="21255"/>
                </a:lnTo>
                <a:lnTo>
                  <a:pt x="16728" y="20944"/>
                </a:lnTo>
                <a:lnTo>
                  <a:pt x="15793" y="20606"/>
                </a:lnTo>
                <a:lnTo>
                  <a:pt x="14626" y="20180"/>
                </a:lnTo>
                <a:lnTo>
                  <a:pt x="13077" y="19612"/>
                </a:lnTo>
                <a:lnTo>
                  <a:pt x="10991" y="18848"/>
                </a:lnTo>
                <a:lnTo>
                  <a:pt x="8220" y="17841"/>
                </a:lnTo>
                <a:lnTo>
                  <a:pt x="4607" y="16516"/>
                </a:lnTo>
                <a:lnTo>
                  <a:pt x="0" y="14839"/>
                </a:lnTo>
                <a:lnTo>
                  <a:pt x="2620" y="9134"/>
                </a:lnTo>
                <a:lnTo>
                  <a:pt x="4490" y="5273"/>
                </a:lnTo>
                <a:lnTo>
                  <a:pt x="5897" y="2839"/>
                </a:lnTo>
                <a:lnTo>
                  <a:pt x="7122" y="1426"/>
                </a:lnTo>
                <a:lnTo>
                  <a:pt x="8446" y="615"/>
                </a:lnTo>
                <a:lnTo>
                  <a:pt x="10149" y="0"/>
                </a:lnTo>
                <a:close/>
              </a:path>
            </a:pathLst>
          </a:custGeom>
          <a:solidFill>
            <a:srgbClr val="322E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2" name="contour_16120"/>
          <p:cNvSpPr/>
          <p:nvPr/>
        </p:nvSpPr>
        <p:spPr>
          <a:xfrm>
            <a:off x="7639954" y="5801241"/>
            <a:ext cx="2281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501" y="21600"/>
                </a:lnTo>
                <a:lnTo>
                  <a:pt x="13388" y="21600"/>
                </a:lnTo>
                <a:lnTo>
                  <a:pt x="9261" y="21600"/>
                </a:lnTo>
                <a:lnTo>
                  <a:pt x="5100" y="21600"/>
                </a:lnTo>
                <a:lnTo>
                  <a:pt x="897" y="21600"/>
                </a:lnTo>
                <a:lnTo>
                  <a:pt x="400" y="16649"/>
                </a:lnTo>
                <a:lnTo>
                  <a:pt x="97" y="13172"/>
                </a:lnTo>
                <a:lnTo>
                  <a:pt x="0" y="10675"/>
                </a:lnTo>
                <a:lnTo>
                  <a:pt x="97" y="8688"/>
                </a:lnTo>
                <a:lnTo>
                  <a:pt x="400" y="6731"/>
                </a:lnTo>
                <a:lnTo>
                  <a:pt x="897" y="4320"/>
                </a:lnTo>
                <a:lnTo>
                  <a:pt x="4996" y="2445"/>
                </a:lnTo>
                <a:lnTo>
                  <a:pt x="8681" y="1192"/>
                </a:lnTo>
                <a:lnTo>
                  <a:pt x="12394" y="449"/>
                </a:lnTo>
                <a:lnTo>
                  <a:pt x="16555" y="91"/>
                </a:lnTo>
                <a:lnTo>
                  <a:pt x="21600" y="0"/>
                </a:lnTo>
                <a:close/>
              </a:path>
            </a:pathLst>
          </a:custGeom>
          <a:solidFill>
            <a:srgbClr val="2C29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3" name="contour_16121"/>
          <p:cNvSpPr/>
          <p:nvPr/>
        </p:nvSpPr>
        <p:spPr>
          <a:xfrm>
            <a:off x="4105242" y="5815817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0"/>
                </a:lnTo>
                <a:lnTo>
                  <a:pt x="7606" y="0"/>
                </a:lnTo>
                <a:lnTo>
                  <a:pt x="11074" y="0"/>
                </a:lnTo>
                <a:lnTo>
                  <a:pt x="14558" y="0"/>
                </a:lnTo>
                <a:lnTo>
                  <a:pt x="18064" y="0"/>
                </a:lnTo>
                <a:lnTo>
                  <a:pt x="21600" y="0"/>
                </a:lnTo>
                <a:lnTo>
                  <a:pt x="20738" y="3564"/>
                </a:lnTo>
                <a:lnTo>
                  <a:pt x="19876" y="7133"/>
                </a:lnTo>
                <a:lnTo>
                  <a:pt x="19009" y="10719"/>
                </a:lnTo>
                <a:lnTo>
                  <a:pt x="18137" y="14321"/>
                </a:lnTo>
                <a:lnTo>
                  <a:pt x="17259" y="17944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776B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4" name="contour_16122"/>
          <p:cNvSpPr/>
          <p:nvPr/>
        </p:nvSpPr>
        <p:spPr>
          <a:xfrm>
            <a:off x="914086" y="581581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1544"/>
                </a:lnTo>
                <a:lnTo>
                  <a:pt x="4329" y="3089"/>
                </a:lnTo>
                <a:lnTo>
                  <a:pt x="6489" y="4644"/>
                </a:lnTo>
                <a:lnTo>
                  <a:pt x="8644" y="6205"/>
                </a:lnTo>
                <a:lnTo>
                  <a:pt x="10800" y="7765"/>
                </a:lnTo>
                <a:lnTo>
                  <a:pt x="12809" y="9207"/>
                </a:lnTo>
                <a:lnTo>
                  <a:pt x="14826" y="10654"/>
                </a:lnTo>
                <a:lnTo>
                  <a:pt x="16874" y="12128"/>
                </a:lnTo>
                <a:lnTo>
                  <a:pt x="18049" y="13138"/>
                </a:lnTo>
                <a:lnTo>
                  <a:pt x="21600" y="16200"/>
                </a:lnTo>
                <a:lnTo>
                  <a:pt x="21600" y="1887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83F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5" name="contour_16123"/>
          <p:cNvSpPr/>
          <p:nvPr/>
        </p:nvSpPr>
        <p:spPr>
          <a:xfrm>
            <a:off x="10869482" y="5808668"/>
            <a:ext cx="65592" cy="3630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874" y="3712"/>
                </a:moveTo>
                <a:lnTo>
                  <a:pt x="20731" y="6132"/>
                </a:lnTo>
                <a:lnTo>
                  <a:pt x="21600" y="8591"/>
                </a:lnTo>
                <a:lnTo>
                  <a:pt x="20702" y="11587"/>
                </a:lnTo>
                <a:lnTo>
                  <a:pt x="20023" y="13768"/>
                </a:lnTo>
                <a:lnTo>
                  <a:pt x="19426" y="15503"/>
                </a:lnTo>
                <a:lnTo>
                  <a:pt x="18778" y="17142"/>
                </a:lnTo>
                <a:lnTo>
                  <a:pt x="17947" y="19054"/>
                </a:lnTo>
                <a:lnTo>
                  <a:pt x="16800" y="21600"/>
                </a:lnTo>
                <a:lnTo>
                  <a:pt x="16800" y="19024"/>
                </a:lnTo>
                <a:lnTo>
                  <a:pt x="16800" y="16440"/>
                </a:lnTo>
                <a:lnTo>
                  <a:pt x="16800" y="13846"/>
                </a:lnTo>
                <a:lnTo>
                  <a:pt x="16800" y="11231"/>
                </a:lnTo>
                <a:lnTo>
                  <a:pt x="16800" y="8591"/>
                </a:lnTo>
                <a:lnTo>
                  <a:pt x="15137" y="8591"/>
                </a:lnTo>
                <a:lnTo>
                  <a:pt x="13474" y="8591"/>
                </a:lnTo>
                <a:lnTo>
                  <a:pt x="11806" y="8591"/>
                </a:lnTo>
                <a:lnTo>
                  <a:pt x="10138" y="8591"/>
                </a:lnTo>
                <a:lnTo>
                  <a:pt x="8462" y="8591"/>
                </a:lnTo>
                <a:lnTo>
                  <a:pt x="6785" y="8591"/>
                </a:lnTo>
                <a:lnTo>
                  <a:pt x="5100" y="8591"/>
                </a:lnTo>
                <a:lnTo>
                  <a:pt x="3408" y="8591"/>
                </a:lnTo>
                <a:lnTo>
                  <a:pt x="1709" y="8591"/>
                </a:lnTo>
                <a:lnTo>
                  <a:pt x="0" y="8591"/>
                </a:lnTo>
                <a:lnTo>
                  <a:pt x="0" y="6440"/>
                </a:lnTo>
                <a:lnTo>
                  <a:pt x="0" y="4254"/>
                </a:lnTo>
                <a:lnTo>
                  <a:pt x="1618" y="3686"/>
                </a:lnTo>
                <a:lnTo>
                  <a:pt x="3235" y="3131"/>
                </a:lnTo>
                <a:lnTo>
                  <a:pt x="4858" y="2593"/>
                </a:lnTo>
                <a:lnTo>
                  <a:pt x="6478" y="2064"/>
                </a:lnTo>
                <a:lnTo>
                  <a:pt x="8100" y="1544"/>
                </a:lnTo>
                <a:lnTo>
                  <a:pt x="9605" y="1041"/>
                </a:lnTo>
                <a:lnTo>
                  <a:pt x="11122" y="533"/>
                </a:lnTo>
                <a:lnTo>
                  <a:pt x="12655" y="17"/>
                </a:lnTo>
                <a:lnTo>
                  <a:pt x="14702" y="0"/>
                </a:lnTo>
                <a:lnTo>
                  <a:pt x="16102" y="182"/>
                </a:lnTo>
                <a:lnTo>
                  <a:pt x="17198" y="742"/>
                </a:lnTo>
                <a:lnTo>
                  <a:pt x="18341" y="1860"/>
                </a:lnTo>
                <a:lnTo>
                  <a:pt x="19874" y="3712"/>
                </a:lnTo>
                <a:close/>
              </a:path>
            </a:pathLst>
          </a:custGeom>
          <a:solidFill>
            <a:srgbClr val="8F93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6" name="contour_16124"/>
          <p:cNvSpPr/>
          <p:nvPr/>
        </p:nvSpPr>
        <p:spPr>
          <a:xfrm>
            <a:off x="5323321" y="5808529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92" y="342"/>
                </a:lnTo>
                <a:lnTo>
                  <a:pt x="12193" y="1072"/>
                </a:lnTo>
                <a:lnTo>
                  <a:pt x="14490" y="2152"/>
                </a:lnTo>
                <a:lnTo>
                  <a:pt x="16769" y="3511"/>
                </a:lnTo>
                <a:lnTo>
                  <a:pt x="19109" y="5089"/>
                </a:lnTo>
                <a:lnTo>
                  <a:pt x="21600" y="6831"/>
                </a:lnTo>
                <a:lnTo>
                  <a:pt x="20855" y="10855"/>
                </a:lnTo>
                <a:lnTo>
                  <a:pt x="20232" y="13621"/>
                </a:lnTo>
                <a:lnTo>
                  <a:pt x="19393" y="16408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3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1159" y="15951"/>
                </a:lnTo>
                <a:lnTo>
                  <a:pt x="2066" y="12624"/>
                </a:lnTo>
                <a:lnTo>
                  <a:pt x="2923" y="9926"/>
                </a:lnTo>
                <a:lnTo>
                  <a:pt x="3935" y="7309"/>
                </a:lnTo>
                <a:lnTo>
                  <a:pt x="5292" y="4187"/>
                </a:lnTo>
                <a:lnTo>
                  <a:pt x="7200" y="0"/>
                </a:lnTo>
                <a:close/>
              </a:path>
            </a:pathLst>
          </a:custGeom>
          <a:solidFill>
            <a:srgbClr val="9178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7" name="contour_16125"/>
          <p:cNvSpPr/>
          <p:nvPr/>
        </p:nvSpPr>
        <p:spPr>
          <a:xfrm>
            <a:off x="3756402" y="580852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06" y="2376"/>
                </a:lnTo>
                <a:lnTo>
                  <a:pt x="14800" y="4860"/>
                </a:lnTo>
                <a:lnTo>
                  <a:pt x="16546" y="7468"/>
                </a:lnTo>
                <a:lnTo>
                  <a:pt x="18216" y="10217"/>
                </a:lnTo>
                <a:lnTo>
                  <a:pt x="19879" y="13122"/>
                </a:lnTo>
                <a:lnTo>
                  <a:pt x="21600" y="16200"/>
                </a:lnTo>
                <a:lnTo>
                  <a:pt x="19372" y="16870"/>
                </a:lnTo>
                <a:lnTo>
                  <a:pt x="17143" y="17539"/>
                </a:lnTo>
                <a:lnTo>
                  <a:pt x="14908" y="18209"/>
                </a:lnTo>
                <a:lnTo>
                  <a:pt x="12668" y="18878"/>
                </a:lnTo>
                <a:lnTo>
                  <a:pt x="10418" y="19553"/>
                </a:lnTo>
                <a:lnTo>
                  <a:pt x="8158" y="20234"/>
                </a:lnTo>
                <a:lnTo>
                  <a:pt x="5886" y="20914"/>
                </a:lnTo>
                <a:lnTo>
                  <a:pt x="3600" y="21600"/>
                </a:lnTo>
                <a:lnTo>
                  <a:pt x="2887" y="18392"/>
                </a:lnTo>
                <a:lnTo>
                  <a:pt x="2171" y="15174"/>
                </a:lnTo>
                <a:lnTo>
                  <a:pt x="1454" y="11945"/>
                </a:lnTo>
                <a:lnTo>
                  <a:pt x="731" y="8689"/>
                </a:lnTo>
                <a:lnTo>
                  <a:pt x="0" y="5400"/>
                </a:lnTo>
                <a:lnTo>
                  <a:pt x="2354" y="3575"/>
                </a:lnTo>
                <a:lnTo>
                  <a:pt x="4093" y="2381"/>
                </a:lnTo>
                <a:lnTo>
                  <a:pt x="5735" y="1561"/>
                </a:lnTo>
                <a:lnTo>
                  <a:pt x="7798" y="853"/>
                </a:lnTo>
                <a:lnTo>
                  <a:pt x="10800" y="0"/>
                </a:lnTo>
                <a:close/>
              </a:path>
            </a:pathLst>
          </a:custGeom>
          <a:solidFill>
            <a:srgbClr val="2E2D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8" name="contour_16126"/>
          <p:cNvSpPr/>
          <p:nvPr/>
        </p:nvSpPr>
        <p:spPr>
          <a:xfrm>
            <a:off x="1518989" y="5779377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32" y="1929"/>
                </a:lnTo>
                <a:lnTo>
                  <a:pt x="6664" y="3857"/>
                </a:lnTo>
                <a:lnTo>
                  <a:pt x="7301" y="5786"/>
                </a:lnTo>
                <a:lnTo>
                  <a:pt x="7933" y="7714"/>
                </a:lnTo>
                <a:lnTo>
                  <a:pt x="8564" y="9643"/>
                </a:lnTo>
                <a:lnTo>
                  <a:pt x="9677" y="10982"/>
                </a:lnTo>
                <a:lnTo>
                  <a:pt x="10800" y="12343"/>
                </a:lnTo>
                <a:lnTo>
                  <a:pt x="14369" y="12343"/>
                </a:lnTo>
                <a:lnTo>
                  <a:pt x="17960" y="12343"/>
                </a:lnTo>
                <a:lnTo>
                  <a:pt x="21600" y="12343"/>
                </a:lnTo>
                <a:lnTo>
                  <a:pt x="21600" y="14383"/>
                </a:lnTo>
                <a:lnTo>
                  <a:pt x="21600" y="16435"/>
                </a:lnTo>
                <a:lnTo>
                  <a:pt x="21600" y="18514"/>
                </a:lnTo>
                <a:lnTo>
                  <a:pt x="18112" y="19338"/>
                </a:lnTo>
                <a:lnTo>
                  <a:pt x="14602" y="19968"/>
                </a:lnTo>
                <a:lnTo>
                  <a:pt x="11048" y="20455"/>
                </a:lnTo>
                <a:lnTo>
                  <a:pt x="7436" y="20856"/>
                </a:lnTo>
                <a:lnTo>
                  <a:pt x="3758" y="21220"/>
                </a:lnTo>
                <a:lnTo>
                  <a:pt x="0" y="21600"/>
                </a:lnTo>
                <a:lnTo>
                  <a:pt x="535" y="19462"/>
                </a:lnTo>
                <a:lnTo>
                  <a:pt x="1069" y="17320"/>
                </a:lnTo>
                <a:lnTo>
                  <a:pt x="1604" y="15179"/>
                </a:lnTo>
                <a:lnTo>
                  <a:pt x="2144" y="13034"/>
                </a:lnTo>
                <a:lnTo>
                  <a:pt x="2678" y="10880"/>
                </a:lnTo>
                <a:lnTo>
                  <a:pt x="3218" y="8723"/>
                </a:lnTo>
                <a:lnTo>
                  <a:pt x="3758" y="6557"/>
                </a:lnTo>
                <a:lnTo>
                  <a:pt x="4304" y="4382"/>
                </a:lnTo>
                <a:lnTo>
                  <a:pt x="4849" y="2197"/>
                </a:lnTo>
                <a:lnTo>
                  <a:pt x="5400" y="0"/>
                </a:lnTo>
                <a:close/>
              </a:path>
            </a:pathLst>
          </a:custGeom>
          <a:solidFill>
            <a:srgbClr val="4243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29" name="contour_16127"/>
          <p:cNvSpPr/>
          <p:nvPr/>
        </p:nvSpPr>
        <p:spPr>
          <a:xfrm>
            <a:off x="8136485" y="579395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19814" y="10687"/>
                </a:lnTo>
                <a:lnTo>
                  <a:pt x="18554" y="14008"/>
                </a:lnTo>
                <a:lnTo>
                  <a:pt x="17474" y="15989"/>
                </a:lnTo>
                <a:lnTo>
                  <a:pt x="16236" y="17258"/>
                </a:lnTo>
                <a:lnTo>
                  <a:pt x="14497" y="18436"/>
                </a:lnTo>
                <a:lnTo>
                  <a:pt x="12553" y="19003"/>
                </a:lnTo>
                <a:lnTo>
                  <a:pt x="10577" y="19575"/>
                </a:lnTo>
                <a:lnTo>
                  <a:pt x="8273" y="20245"/>
                </a:lnTo>
                <a:lnTo>
                  <a:pt x="5951" y="20914"/>
                </a:lnTo>
                <a:lnTo>
                  <a:pt x="3600" y="21600"/>
                </a:lnTo>
                <a:lnTo>
                  <a:pt x="3006" y="18036"/>
                </a:lnTo>
                <a:lnTo>
                  <a:pt x="2412" y="14467"/>
                </a:lnTo>
                <a:lnTo>
                  <a:pt x="1814" y="10881"/>
                </a:lnTo>
                <a:lnTo>
                  <a:pt x="1213" y="7279"/>
                </a:lnTo>
                <a:lnTo>
                  <a:pt x="608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465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0" name="contour_16128"/>
          <p:cNvSpPr/>
          <p:nvPr/>
        </p:nvSpPr>
        <p:spPr>
          <a:xfrm>
            <a:off x="620460" y="5793953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0"/>
                </a:moveTo>
                <a:lnTo>
                  <a:pt x="3202" y="2138"/>
                </a:lnTo>
                <a:lnTo>
                  <a:pt x="5223" y="4277"/>
                </a:lnTo>
                <a:lnTo>
                  <a:pt x="7249" y="6420"/>
                </a:lnTo>
                <a:lnTo>
                  <a:pt x="9279" y="8567"/>
                </a:lnTo>
                <a:lnTo>
                  <a:pt x="11313" y="10718"/>
                </a:lnTo>
                <a:lnTo>
                  <a:pt x="13355" y="12878"/>
                </a:lnTo>
                <a:lnTo>
                  <a:pt x="15401" y="15042"/>
                </a:lnTo>
                <a:lnTo>
                  <a:pt x="17459" y="17220"/>
                </a:lnTo>
                <a:lnTo>
                  <a:pt x="19521" y="19401"/>
                </a:lnTo>
                <a:lnTo>
                  <a:pt x="21600" y="21600"/>
                </a:lnTo>
                <a:lnTo>
                  <a:pt x="16838" y="21095"/>
                </a:lnTo>
                <a:lnTo>
                  <a:pt x="13187" y="20676"/>
                </a:lnTo>
                <a:lnTo>
                  <a:pt x="10406" y="20304"/>
                </a:lnTo>
                <a:lnTo>
                  <a:pt x="8258" y="19920"/>
                </a:lnTo>
                <a:lnTo>
                  <a:pt x="6498" y="19475"/>
                </a:lnTo>
                <a:lnTo>
                  <a:pt x="4893" y="18922"/>
                </a:lnTo>
                <a:lnTo>
                  <a:pt x="3198" y="18209"/>
                </a:lnTo>
                <a:lnTo>
                  <a:pt x="1180" y="17280"/>
                </a:lnTo>
                <a:lnTo>
                  <a:pt x="380" y="14252"/>
                </a:lnTo>
                <a:lnTo>
                  <a:pt x="16" y="11478"/>
                </a:lnTo>
                <a:lnTo>
                  <a:pt x="0" y="8813"/>
                </a:lnTo>
                <a:lnTo>
                  <a:pt x="249" y="6108"/>
                </a:lnTo>
                <a:lnTo>
                  <a:pt x="670" y="3218"/>
                </a:lnTo>
                <a:lnTo>
                  <a:pt x="1180" y="0"/>
                </a:lnTo>
                <a:close/>
              </a:path>
            </a:pathLst>
          </a:custGeom>
          <a:solidFill>
            <a:srgbClr val="7E7D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1" name="contour_16129"/>
          <p:cNvSpPr/>
          <p:nvPr/>
        </p:nvSpPr>
        <p:spPr>
          <a:xfrm>
            <a:off x="2087452" y="5780798"/>
            <a:ext cx="43728" cy="2773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70"/>
                </a:moveTo>
                <a:lnTo>
                  <a:pt x="21071" y="5819"/>
                </a:lnTo>
                <a:lnTo>
                  <a:pt x="20542" y="7073"/>
                </a:lnTo>
                <a:lnTo>
                  <a:pt x="19807" y="8805"/>
                </a:lnTo>
                <a:lnTo>
                  <a:pt x="18673" y="11490"/>
                </a:lnTo>
                <a:lnTo>
                  <a:pt x="16938" y="15594"/>
                </a:lnTo>
                <a:lnTo>
                  <a:pt x="14400" y="21600"/>
                </a:lnTo>
                <a:lnTo>
                  <a:pt x="12362" y="19193"/>
                </a:lnTo>
                <a:lnTo>
                  <a:pt x="10325" y="16780"/>
                </a:lnTo>
                <a:lnTo>
                  <a:pt x="8280" y="14362"/>
                </a:lnTo>
                <a:lnTo>
                  <a:pt x="6228" y="11933"/>
                </a:lnTo>
                <a:lnTo>
                  <a:pt x="4165" y="9497"/>
                </a:lnTo>
                <a:lnTo>
                  <a:pt x="2092" y="7039"/>
                </a:lnTo>
                <a:lnTo>
                  <a:pt x="0" y="4570"/>
                </a:lnTo>
                <a:lnTo>
                  <a:pt x="2902" y="2464"/>
                </a:lnTo>
                <a:lnTo>
                  <a:pt x="5404" y="1045"/>
                </a:lnTo>
                <a:lnTo>
                  <a:pt x="7625" y="250"/>
                </a:lnTo>
                <a:lnTo>
                  <a:pt x="9680" y="0"/>
                </a:lnTo>
                <a:lnTo>
                  <a:pt x="11693" y="233"/>
                </a:lnTo>
                <a:lnTo>
                  <a:pt x="13770" y="874"/>
                </a:lnTo>
                <a:lnTo>
                  <a:pt x="16038" y="1862"/>
                </a:lnTo>
                <a:lnTo>
                  <a:pt x="18608" y="3117"/>
                </a:lnTo>
                <a:lnTo>
                  <a:pt x="21600" y="4570"/>
                </a:lnTo>
                <a:close/>
              </a:path>
            </a:pathLst>
          </a:custGeom>
          <a:solidFill>
            <a:srgbClr val="A3A5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2" name="contour_16130"/>
          <p:cNvSpPr/>
          <p:nvPr/>
        </p:nvSpPr>
        <p:spPr>
          <a:xfrm>
            <a:off x="1322213" y="5779377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2037"/>
                </a:lnTo>
                <a:lnTo>
                  <a:pt x="17982" y="4076"/>
                </a:lnTo>
                <a:lnTo>
                  <a:pt x="18878" y="6125"/>
                </a:lnTo>
                <a:lnTo>
                  <a:pt x="19780" y="8183"/>
                </a:lnTo>
                <a:lnTo>
                  <a:pt x="20687" y="10254"/>
                </a:lnTo>
                <a:lnTo>
                  <a:pt x="21600" y="12343"/>
                </a:lnTo>
                <a:lnTo>
                  <a:pt x="18031" y="12343"/>
                </a:lnTo>
                <a:lnTo>
                  <a:pt x="14440" y="12343"/>
                </a:lnTo>
                <a:lnTo>
                  <a:pt x="10800" y="12343"/>
                </a:lnTo>
                <a:lnTo>
                  <a:pt x="9137" y="14639"/>
                </a:lnTo>
                <a:lnTo>
                  <a:pt x="8024" y="16268"/>
                </a:lnTo>
                <a:lnTo>
                  <a:pt x="7204" y="17675"/>
                </a:lnTo>
                <a:lnTo>
                  <a:pt x="6415" y="19304"/>
                </a:lnTo>
                <a:lnTo>
                  <a:pt x="5400" y="21600"/>
                </a:lnTo>
                <a:lnTo>
                  <a:pt x="3526" y="20054"/>
                </a:lnTo>
                <a:lnTo>
                  <a:pt x="2338" y="18894"/>
                </a:lnTo>
                <a:lnTo>
                  <a:pt x="1328" y="17545"/>
                </a:lnTo>
                <a:lnTo>
                  <a:pt x="0" y="15429"/>
                </a:lnTo>
                <a:lnTo>
                  <a:pt x="1512" y="13454"/>
                </a:lnTo>
                <a:lnTo>
                  <a:pt x="2673" y="12047"/>
                </a:lnTo>
                <a:lnTo>
                  <a:pt x="3850" y="10815"/>
                </a:lnTo>
                <a:lnTo>
                  <a:pt x="5427" y="9371"/>
                </a:lnTo>
                <a:lnTo>
                  <a:pt x="7765" y="7329"/>
                </a:lnTo>
                <a:lnTo>
                  <a:pt x="8456" y="6715"/>
                </a:lnTo>
                <a:lnTo>
                  <a:pt x="9671" y="5635"/>
                </a:lnTo>
                <a:lnTo>
                  <a:pt x="12469" y="3157"/>
                </a:lnTo>
                <a:lnTo>
                  <a:pt x="14321" y="1592"/>
                </a:lnTo>
                <a:lnTo>
                  <a:pt x="16200" y="0"/>
                </a:lnTo>
                <a:close/>
              </a:path>
            </a:pathLst>
          </a:custGeom>
          <a:solidFill>
            <a:srgbClr val="71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3" name="contour_16131"/>
          <p:cNvSpPr/>
          <p:nvPr/>
        </p:nvSpPr>
        <p:spPr>
          <a:xfrm>
            <a:off x="1067133" y="577208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713"/>
                </a:lnTo>
                <a:lnTo>
                  <a:pt x="13781" y="1429"/>
                </a:lnTo>
                <a:lnTo>
                  <a:pt x="16364" y="2146"/>
                </a:lnTo>
                <a:lnTo>
                  <a:pt x="18969" y="2869"/>
                </a:lnTo>
                <a:lnTo>
                  <a:pt x="21600" y="3600"/>
                </a:lnTo>
                <a:lnTo>
                  <a:pt x="18744" y="3600"/>
                </a:lnTo>
                <a:lnTo>
                  <a:pt x="15872" y="3600"/>
                </a:lnTo>
                <a:lnTo>
                  <a:pt x="12960" y="3600"/>
                </a:lnTo>
                <a:lnTo>
                  <a:pt x="12960" y="6145"/>
                </a:lnTo>
                <a:lnTo>
                  <a:pt x="12960" y="8694"/>
                </a:lnTo>
                <a:lnTo>
                  <a:pt x="12960" y="11250"/>
                </a:lnTo>
                <a:lnTo>
                  <a:pt x="12960" y="13817"/>
                </a:lnTo>
                <a:lnTo>
                  <a:pt x="12960" y="16394"/>
                </a:lnTo>
                <a:lnTo>
                  <a:pt x="12960" y="18986"/>
                </a:lnTo>
                <a:lnTo>
                  <a:pt x="12960" y="21600"/>
                </a:lnTo>
                <a:lnTo>
                  <a:pt x="11889" y="19818"/>
                </a:lnTo>
                <a:lnTo>
                  <a:pt x="10817" y="18029"/>
                </a:lnTo>
                <a:lnTo>
                  <a:pt x="9733" y="16225"/>
                </a:lnTo>
                <a:lnTo>
                  <a:pt x="8640" y="14400"/>
                </a:lnTo>
                <a:lnTo>
                  <a:pt x="5784" y="14400"/>
                </a:lnTo>
                <a:lnTo>
                  <a:pt x="2912" y="14400"/>
                </a:lnTo>
                <a:lnTo>
                  <a:pt x="0" y="14400"/>
                </a:lnTo>
                <a:lnTo>
                  <a:pt x="1223" y="12362"/>
                </a:lnTo>
                <a:lnTo>
                  <a:pt x="2445" y="10325"/>
                </a:lnTo>
                <a:lnTo>
                  <a:pt x="3672" y="8280"/>
                </a:lnTo>
                <a:lnTo>
                  <a:pt x="4903" y="6228"/>
                </a:lnTo>
                <a:lnTo>
                  <a:pt x="6143" y="4165"/>
                </a:lnTo>
                <a:lnTo>
                  <a:pt x="7387" y="2092"/>
                </a:lnTo>
                <a:lnTo>
                  <a:pt x="8640" y="0"/>
                </a:lnTo>
                <a:close/>
              </a:path>
            </a:pathLst>
          </a:custGeom>
          <a:solidFill>
            <a:srgbClr val="54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4" name="contour_16132"/>
          <p:cNvSpPr/>
          <p:nvPr/>
        </p:nvSpPr>
        <p:spPr>
          <a:xfrm>
            <a:off x="5301457" y="5772089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34"/>
                </a:lnTo>
                <a:lnTo>
                  <a:pt x="11826" y="2074"/>
                </a:lnTo>
                <a:lnTo>
                  <a:pt x="15055" y="3113"/>
                </a:lnTo>
                <a:lnTo>
                  <a:pt x="18311" y="4163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891" y="17447"/>
                </a:lnTo>
                <a:lnTo>
                  <a:pt x="1782" y="13994"/>
                </a:lnTo>
                <a:lnTo>
                  <a:pt x="2678" y="10526"/>
                </a:lnTo>
                <a:lnTo>
                  <a:pt x="3580" y="7042"/>
                </a:lnTo>
                <a:lnTo>
                  <a:pt x="4487" y="3536"/>
                </a:lnTo>
                <a:lnTo>
                  <a:pt x="5400" y="0"/>
                </a:lnTo>
                <a:close/>
              </a:path>
            </a:pathLst>
          </a:custGeom>
          <a:solidFill>
            <a:srgbClr val="DDC7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5" name="contour_16133"/>
          <p:cNvSpPr/>
          <p:nvPr/>
        </p:nvSpPr>
        <p:spPr>
          <a:xfrm>
            <a:off x="8282245" y="575022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A4A5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6" name="contour_16134"/>
          <p:cNvSpPr/>
          <p:nvPr/>
        </p:nvSpPr>
        <p:spPr>
          <a:xfrm>
            <a:off x="8012589" y="577937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D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7" name="contour_16135"/>
          <p:cNvSpPr/>
          <p:nvPr/>
        </p:nvSpPr>
        <p:spPr>
          <a:xfrm>
            <a:off x="4193682" y="576480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98" y="1782"/>
                </a:lnTo>
                <a:lnTo>
                  <a:pt x="17245" y="3571"/>
                </a:lnTo>
                <a:lnTo>
                  <a:pt x="19410" y="5375"/>
                </a:lnTo>
                <a:lnTo>
                  <a:pt x="21600" y="7200"/>
                </a:lnTo>
                <a:lnTo>
                  <a:pt x="18744" y="7200"/>
                </a:lnTo>
                <a:lnTo>
                  <a:pt x="15872" y="7200"/>
                </a:lnTo>
                <a:lnTo>
                  <a:pt x="12960" y="7200"/>
                </a:lnTo>
                <a:lnTo>
                  <a:pt x="12960" y="4820"/>
                </a:lnTo>
                <a:lnTo>
                  <a:pt x="12960" y="2426"/>
                </a:lnTo>
                <a:lnTo>
                  <a:pt x="12960" y="0"/>
                </a:lnTo>
                <a:lnTo>
                  <a:pt x="4320" y="7200"/>
                </a:lnTo>
                <a:lnTo>
                  <a:pt x="7176" y="7200"/>
                </a:lnTo>
                <a:lnTo>
                  <a:pt x="10048" y="7200"/>
                </a:lnTo>
                <a:lnTo>
                  <a:pt x="12960" y="7200"/>
                </a:lnTo>
                <a:lnTo>
                  <a:pt x="14291" y="9878"/>
                </a:lnTo>
                <a:lnTo>
                  <a:pt x="15180" y="11779"/>
                </a:lnTo>
                <a:lnTo>
                  <a:pt x="15837" y="13421"/>
                </a:lnTo>
                <a:lnTo>
                  <a:pt x="16468" y="15322"/>
                </a:lnTo>
                <a:lnTo>
                  <a:pt x="17280" y="18000"/>
                </a:lnTo>
                <a:lnTo>
                  <a:pt x="14429" y="18594"/>
                </a:lnTo>
                <a:lnTo>
                  <a:pt x="11573" y="19188"/>
                </a:lnTo>
                <a:lnTo>
                  <a:pt x="8705" y="19786"/>
                </a:lnTo>
                <a:lnTo>
                  <a:pt x="5823" y="20387"/>
                </a:lnTo>
                <a:lnTo>
                  <a:pt x="2925" y="20992"/>
                </a:lnTo>
                <a:lnTo>
                  <a:pt x="0" y="21600"/>
                </a:lnTo>
                <a:lnTo>
                  <a:pt x="1076" y="16844"/>
                </a:lnTo>
                <a:lnTo>
                  <a:pt x="1849" y="13568"/>
                </a:lnTo>
                <a:lnTo>
                  <a:pt x="2436" y="11362"/>
                </a:lnTo>
                <a:lnTo>
                  <a:pt x="2968" y="9832"/>
                </a:lnTo>
                <a:lnTo>
                  <a:pt x="3555" y="8579"/>
                </a:lnTo>
                <a:lnTo>
                  <a:pt x="4320" y="7200"/>
                </a:lnTo>
                <a:lnTo>
                  <a:pt x="12960" y="0"/>
                </a:lnTo>
                <a:close/>
              </a:path>
            </a:pathLst>
          </a:custGeom>
          <a:solidFill>
            <a:srgbClr val="E6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8" name="contour_16136"/>
          <p:cNvSpPr/>
          <p:nvPr/>
        </p:nvSpPr>
        <p:spPr>
          <a:xfrm>
            <a:off x="10628978" y="575751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960" y="2856"/>
                </a:lnTo>
                <a:lnTo>
                  <a:pt x="12960" y="5728"/>
                </a:lnTo>
                <a:lnTo>
                  <a:pt x="12960" y="8640"/>
                </a:lnTo>
                <a:lnTo>
                  <a:pt x="15526" y="10225"/>
                </a:lnTo>
                <a:lnTo>
                  <a:pt x="17280" y="11206"/>
                </a:lnTo>
                <a:lnTo>
                  <a:pt x="19034" y="11979"/>
                </a:lnTo>
                <a:lnTo>
                  <a:pt x="21600" y="12960"/>
                </a:lnTo>
                <a:lnTo>
                  <a:pt x="19548" y="12783"/>
                </a:lnTo>
                <a:lnTo>
                  <a:pt x="17483" y="12601"/>
                </a:lnTo>
                <a:lnTo>
                  <a:pt x="15388" y="12420"/>
                </a:lnTo>
                <a:lnTo>
                  <a:pt x="14399" y="12502"/>
                </a:lnTo>
                <a:lnTo>
                  <a:pt x="12649" y="12640"/>
                </a:lnTo>
                <a:lnTo>
                  <a:pt x="8640" y="12960"/>
                </a:lnTo>
                <a:lnTo>
                  <a:pt x="7569" y="15098"/>
                </a:lnTo>
                <a:lnTo>
                  <a:pt x="6497" y="17245"/>
                </a:lnTo>
                <a:lnTo>
                  <a:pt x="5413" y="19410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5D5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39" name="contour_16137"/>
          <p:cNvSpPr/>
          <p:nvPr/>
        </p:nvSpPr>
        <p:spPr>
          <a:xfrm>
            <a:off x="5614840" y="576480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47" y="7404"/>
                </a:lnTo>
                <a:lnTo>
                  <a:pt x="20039" y="9621"/>
                </a:lnTo>
                <a:lnTo>
                  <a:pt x="19219" y="11591"/>
                </a:lnTo>
                <a:lnTo>
                  <a:pt x="18025" y="13936"/>
                </a:lnTo>
                <a:lnTo>
                  <a:pt x="16200" y="17280"/>
                </a:lnTo>
                <a:lnTo>
                  <a:pt x="12020" y="18740"/>
                </a:lnTo>
                <a:lnTo>
                  <a:pt x="9088" y="19695"/>
                </a:lnTo>
                <a:lnTo>
                  <a:pt x="6626" y="20352"/>
                </a:lnTo>
                <a:lnTo>
                  <a:pt x="3856" y="20917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3534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0" name="contour_16138"/>
          <p:cNvSpPr/>
          <p:nvPr/>
        </p:nvSpPr>
        <p:spPr>
          <a:xfrm>
            <a:off x="717310" y="5735649"/>
            <a:ext cx="3742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13" y="0"/>
                </a:moveTo>
                <a:lnTo>
                  <a:pt x="11542" y="853"/>
                </a:lnTo>
                <a:lnTo>
                  <a:pt x="13763" y="1561"/>
                </a:lnTo>
                <a:lnTo>
                  <a:pt x="15682" y="2381"/>
                </a:lnTo>
                <a:lnTo>
                  <a:pt x="17903" y="3575"/>
                </a:lnTo>
                <a:lnTo>
                  <a:pt x="21032" y="5400"/>
                </a:lnTo>
                <a:lnTo>
                  <a:pt x="21411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11" y="17744"/>
                </a:lnTo>
                <a:lnTo>
                  <a:pt x="21032" y="21600"/>
                </a:lnTo>
                <a:lnTo>
                  <a:pt x="18428" y="20930"/>
                </a:lnTo>
                <a:lnTo>
                  <a:pt x="15825" y="20261"/>
                </a:lnTo>
                <a:lnTo>
                  <a:pt x="13212" y="19591"/>
                </a:lnTo>
                <a:lnTo>
                  <a:pt x="10596" y="18922"/>
                </a:lnTo>
                <a:lnTo>
                  <a:pt x="7967" y="18247"/>
                </a:lnTo>
                <a:lnTo>
                  <a:pt x="5325" y="17566"/>
                </a:lnTo>
                <a:lnTo>
                  <a:pt x="2671" y="16886"/>
                </a:lnTo>
                <a:lnTo>
                  <a:pt x="0" y="16200"/>
                </a:lnTo>
                <a:lnTo>
                  <a:pt x="2082" y="14861"/>
                </a:lnTo>
                <a:lnTo>
                  <a:pt x="4177" y="13522"/>
                </a:lnTo>
                <a:lnTo>
                  <a:pt x="6280" y="12166"/>
                </a:lnTo>
                <a:lnTo>
                  <a:pt x="8413" y="10800"/>
                </a:lnTo>
                <a:lnTo>
                  <a:pt x="8413" y="7231"/>
                </a:lnTo>
                <a:lnTo>
                  <a:pt x="8413" y="3640"/>
                </a:lnTo>
                <a:lnTo>
                  <a:pt x="8413" y="0"/>
                </a:lnTo>
                <a:close/>
              </a:path>
            </a:pathLst>
          </a:custGeom>
          <a:solidFill>
            <a:srgbClr val="1E1D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1" name="contour_16139"/>
          <p:cNvSpPr/>
          <p:nvPr/>
        </p:nvSpPr>
        <p:spPr>
          <a:xfrm>
            <a:off x="10876770" y="5728361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793" y="1474"/>
                </a:lnTo>
                <a:lnTo>
                  <a:pt x="14650" y="2940"/>
                </a:lnTo>
                <a:lnTo>
                  <a:pt x="16367" y="4420"/>
                </a:lnTo>
                <a:lnTo>
                  <a:pt x="17928" y="5924"/>
                </a:lnTo>
                <a:lnTo>
                  <a:pt x="19332" y="7479"/>
                </a:lnTo>
                <a:lnTo>
                  <a:pt x="20558" y="9096"/>
                </a:lnTo>
                <a:lnTo>
                  <a:pt x="21600" y="10800"/>
                </a:lnTo>
                <a:lnTo>
                  <a:pt x="20531" y="12544"/>
                </a:lnTo>
                <a:lnTo>
                  <a:pt x="19300" y="14148"/>
                </a:lnTo>
                <a:lnTo>
                  <a:pt x="17912" y="15652"/>
                </a:lnTo>
                <a:lnTo>
                  <a:pt x="16367" y="17107"/>
                </a:lnTo>
                <a:lnTo>
                  <a:pt x="14666" y="18552"/>
                </a:lnTo>
                <a:lnTo>
                  <a:pt x="12809" y="20034"/>
                </a:lnTo>
                <a:lnTo>
                  <a:pt x="10800" y="21600"/>
                </a:lnTo>
                <a:lnTo>
                  <a:pt x="9461" y="19929"/>
                </a:lnTo>
                <a:lnTo>
                  <a:pt x="8127" y="18257"/>
                </a:lnTo>
                <a:lnTo>
                  <a:pt x="6782" y="16581"/>
                </a:lnTo>
                <a:lnTo>
                  <a:pt x="5438" y="14901"/>
                </a:lnTo>
                <a:lnTo>
                  <a:pt x="4093" y="13214"/>
                </a:lnTo>
                <a:lnTo>
                  <a:pt x="2738" y="11518"/>
                </a:lnTo>
                <a:lnTo>
                  <a:pt x="1372" y="9814"/>
                </a:lnTo>
                <a:lnTo>
                  <a:pt x="0" y="8100"/>
                </a:lnTo>
                <a:lnTo>
                  <a:pt x="3569" y="8100"/>
                </a:lnTo>
                <a:lnTo>
                  <a:pt x="7160" y="8100"/>
                </a:lnTo>
                <a:lnTo>
                  <a:pt x="10800" y="8100"/>
                </a:lnTo>
                <a:lnTo>
                  <a:pt x="10800" y="6496"/>
                </a:lnTo>
                <a:lnTo>
                  <a:pt x="10800" y="4887"/>
                </a:lnTo>
                <a:lnTo>
                  <a:pt x="10800" y="3272"/>
                </a:lnTo>
                <a:lnTo>
                  <a:pt x="10800" y="1644"/>
                </a:lnTo>
                <a:lnTo>
                  <a:pt x="10800" y="0"/>
                </a:lnTo>
                <a:close/>
              </a:path>
            </a:pathLst>
          </a:custGeom>
          <a:solidFill>
            <a:srgbClr val="8F94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2" name="contour_16140"/>
          <p:cNvSpPr/>
          <p:nvPr/>
        </p:nvSpPr>
        <p:spPr>
          <a:xfrm>
            <a:off x="1008830" y="5728361"/>
            <a:ext cx="43728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393" y="3035"/>
                </a:lnTo>
                <a:lnTo>
                  <a:pt x="20232" y="5135"/>
                </a:lnTo>
                <a:lnTo>
                  <a:pt x="20855" y="7277"/>
                </a:lnTo>
                <a:lnTo>
                  <a:pt x="21600" y="10447"/>
                </a:lnTo>
                <a:lnTo>
                  <a:pt x="19220" y="10447"/>
                </a:lnTo>
                <a:lnTo>
                  <a:pt x="16826" y="10447"/>
                </a:lnTo>
                <a:lnTo>
                  <a:pt x="14400" y="10447"/>
                </a:lnTo>
                <a:lnTo>
                  <a:pt x="14400" y="13900"/>
                </a:lnTo>
                <a:lnTo>
                  <a:pt x="14400" y="17374"/>
                </a:lnTo>
                <a:lnTo>
                  <a:pt x="14400" y="20895"/>
                </a:lnTo>
                <a:lnTo>
                  <a:pt x="11830" y="21365"/>
                </a:lnTo>
                <a:lnTo>
                  <a:pt x="9983" y="21600"/>
                </a:lnTo>
                <a:lnTo>
                  <a:pt x="8341" y="21600"/>
                </a:lnTo>
                <a:lnTo>
                  <a:pt x="6386" y="21365"/>
                </a:lnTo>
                <a:lnTo>
                  <a:pt x="3600" y="20895"/>
                </a:lnTo>
                <a:lnTo>
                  <a:pt x="2383" y="17008"/>
                </a:lnTo>
                <a:lnTo>
                  <a:pt x="1588" y="14250"/>
                </a:lnTo>
                <a:lnTo>
                  <a:pt x="1040" y="11868"/>
                </a:lnTo>
                <a:lnTo>
                  <a:pt x="569" y="9110"/>
                </a:lnTo>
                <a:lnTo>
                  <a:pt x="0" y="5224"/>
                </a:lnTo>
                <a:lnTo>
                  <a:pt x="2189" y="4372"/>
                </a:lnTo>
                <a:lnTo>
                  <a:pt x="4381" y="3547"/>
                </a:lnTo>
                <a:lnTo>
                  <a:pt x="6577" y="2748"/>
                </a:lnTo>
                <a:lnTo>
                  <a:pt x="8777" y="1959"/>
                </a:lnTo>
                <a:lnTo>
                  <a:pt x="11225" y="1050"/>
                </a:lnTo>
                <a:lnTo>
                  <a:pt x="13712" y="120"/>
                </a:lnTo>
                <a:lnTo>
                  <a:pt x="15840" y="63"/>
                </a:lnTo>
                <a:lnTo>
                  <a:pt x="18000" y="0"/>
                </a:lnTo>
                <a:close/>
              </a:path>
            </a:pathLst>
          </a:custGeom>
          <a:solidFill>
            <a:srgbClr val="3435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3" name="contour_16141"/>
          <p:cNvSpPr/>
          <p:nvPr/>
        </p:nvSpPr>
        <p:spPr>
          <a:xfrm>
            <a:off x="3734538" y="572836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4196" y="21047"/>
                </a:lnTo>
                <a:lnTo>
                  <a:pt x="11979" y="20546"/>
                </a:lnTo>
                <a:lnTo>
                  <a:pt x="10009" y="19889"/>
                </a:lnTo>
                <a:lnTo>
                  <a:pt x="7664" y="18870"/>
                </a:lnTo>
                <a:lnTo>
                  <a:pt x="4320" y="17280"/>
                </a:lnTo>
                <a:lnTo>
                  <a:pt x="3184" y="14429"/>
                </a:lnTo>
                <a:lnTo>
                  <a:pt x="2294" y="11629"/>
                </a:lnTo>
                <a:lnTo>
                  <a:pt x="1585" y="8843"/>
                </a:lnTo>
                <a:lnTo>
                  <a:pt x="1007" y="6005"/>
                </a:lnTo>
                <a:lnTo>
                  <a:pt x="497" y="3076"/>
                </a:lnTo>
                <a:lnTo>
                  <a:pt x="0" y="0"/>
                </a:lnTo>
                <a:close/>
              </a:path>
            </a:pathLst>
          </a:custGeom>
          <a:solidFill>
            <a:srgbClr val="695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4" name="contour_16142"/>
          <p:cNvSpPr/>
          <p:nvPr/>
        </p:nvSpPr>
        <p:spPr>
          <a:xfrm>
            <a:off x="549686" y="570649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980"/>
                </a:lnTo>
                <a:lnTo>
                  <a:pt x="4752" y="3964"/>
                </a:lnTo>
                <a:lnTo>
                  <a:pt x="7133" y="5947"/>
                </a:lnTo>
                <a:lnTo>
                  <a:pt x="9526" y="7934"/>
                </a:lnTo>
                <a:lnTo>
                  <a:pt x="11918" y="9932"/>
                </a:lnTo>
                <a:lnTo>
                  <a:pt x="14321" y="11934"/>
                </a:lnTo>
                <a:lnTo>
                  <a:pt x="16735" y="13946"/>
                </a:lnTo>
                <a:lnTo>
                  <a:pt x="19159" y="15966"/>
                </a:lnTo>
                <a:lnTo>
                  <a:pt x="21600" y="18000"/>
                </a:lnTo>
                <a:lnTo>
                  <a:pt x="18036" y="18594"/>
                </a:lnTo>
                <a:lnTo>
                  <a:pt x="14467" y="19188"/>
                </a:lnTo>
                <a:lnTo>
                  <a:pt x="10881" y="19786"/>
                </a:lnTo>
                <a:lnTo>
                  <a:pt x="7279" y="20387"/>
                </a:lnTo>
                <a:lnTo>
                  <a:pt x="3656" y="2099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91A9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5" name="contour_16143"/>
          <p:cNvSpPr/>
          <p:nvPr/>
        </p:nvSpPr>
        <p:spPr>
          <a:xfrm>
            <a:off x="11678449" y="572107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BDD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6" name="contour_16144"/>
          <p:cNvSpPr/>
          <p:nvPr/>
        </p:nvSpPr>
        <p:spPr>
          <a:xfrm>
            <a:off x="1839005" y="5721073"/>
            <a:ext cx="4438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19" y="0"/>
                </a:moveTo>
                <a:lnTo>
                  <a:pt x="2664" y="0"/>
                </a:lnTo>
                <a:lnTo>
                  <a:pt x="5022" y="0"/>
                </a:lnTo>
                <a:lnTo>
                  <a:pt x="7413" y="0"/>
                </a:lnTo>
                <a:lnTo>
                  <a:pt x="8300" y="2160"/>
                </a:lnTo>
                <a:lnTo>
                  <a:pt x="9186" y="4320"/>
                </a:lnTo>
                <a:lnTo>
                  <a:pt x="10073" y="6480"/>
                </a:lnTo>
                <a:lnTo>
                  <a:pt x="10960" y="8640"/>
                </a:lnTo>
                <a:lnTo>
                  <a:pt x="13318" y="10705"/>
                </a:lnTo>
                <a:lnTo>
                  <a:pt x="15046" y="12200"/>
                </a:lnTo>
                <a:lnTo>
                  <a:pt x="16443" y="13366"/>
                </a:lnTo>
                <a:lnTo>
                  <a:pt x="17805" y="14442"/>
                </a:lnTo>
                <a:lnTo>
                  <a:pt x="19426" y="15664"/>
                </a:lnTo>
                <a:lnTo>
                  <a:pt x="21600" y="17280"/>
                </a:lnTo>
                <a:lnTo>
                  <a:pt x="17727" y="18848"/>
                </a:lnTo>
                <a:lnTo>
                  <a:pt x="14985" y="19915"/>
                </a:lnTo>
                <a:lnTo>
                  <a:pt x="12974" y="20602"/>
                </a:lnTo>
                <a:lnTo>
                  <a:pt x="11304" y="21034"/>
                </a:lnTo>
                <a:lnTo>
                  <a:pt x="9583" y="21328"/>
                </a:lnTo>
                <a:lnTo>
                  <a:pt x="7413" y="21600"/>
                </a:lnTo>
                <a:lnTo>
                  <a:pt x="4809" y="19643"/>
                </a:lnTo>
                <a:lnTo>
                  <a:pt x="3199" y="18092"/>
                </a:lnTo>
                <a:lnTo>
                  <a:pt x="1926" y="16131"/>
                </a:lnTo>
                <a:lnTo>
                  <a:pt x="319" y="12960"/>
                </a:lnTo>
                <a:lnTo>
                  <a:pt x="106" y="9487"/>
                </a:lnTo>
                <a:lnTo>
                  <a:pt x="0" y="7076"/>
                </a:lnTo>
                <a:lnTo>
                  <a:pt x="0" y="5106"/>
                </a:lnTo>
                <a:lnTo>
                  <a:pt x="106" y="2955"/>
                </a:lnTo>
                <a:lnTo>
                  <a:pt x="319" y="0"/>
                </a:lnTo>
                <a:close/>
              </a:path>
            </a:pathLst>
          </a:custGeom>
          <a:solidFill>
            <a:srgbClr val="5745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7" name="contour_16145"/>
          <p:cNvSpPr/>
          <p:nvPr/>
        </p:nvSpPr>
        <p:spPr>
          <a:xfrm>
            <a:off x="3668946" y="5706148"/>
            <a:ext cx="51016" cy="29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56"/>
                </a:moveTo>
                <a:lnTo>
                  <a:pt x="21600" y="3783"/>
                </a:lnTo>
                <a:lnTo>
                  <a:pt x="21600" y="7332"/>
                </a:lnTo>
                <a:lnTo>
                  <a:pt x="21600" y="10928"/>
                </a:lnTo>
                <a:lnTo>
                  <a:pt x="20029" y="13217"/>
                </a:lnTo>
                <a:lnTo>
                  <a:pt x="18409" y="15213"/>
                </a:lnTo>
                <a:lnTo>
                  <a:pt x="16725" y="16942"/>
                </a:lnTo>
                <a:lnTo>
                  <a:pt x="14975" y="18425"/>
                </a:lnTo>
                <a:lnTo>
                  <a:pt x="13151" y="19684"/>
                </a:lnTo>
                <a:lnTo>
                  <a:pt x="11247" y="20736"/>
                </a:lnTo>
                <a:lnTo>
                  <a:pt x="9257" y="21600"/>
                </a:lnTo>
                <a:lnTo>
                  <a:pt x="6964" y="19604"/>
                </a:lnTo>
                <a:lnTo>
                  <a:pt x="5314" y="18094"/>
                </a:lnTo>
                <a:lnTo>
                  <a:pt x="4048" y="16766"/>
                </a:lnTo>
                <a:lnTo>
                  <a:pt x="2913" y="15325"/>
                </a:lnTo>
                <a:lnTo>
                  <a:pt x="1651" y="13479"/>
                </a:lnTo>
                <a:lnTo>
                  <a:pt x="0" y="10928"/>
                </a:lnTo>
                <a:lnTo>
                  <a:pt x="1966" y="9012"/>
                </a:lnTo>
                <a:lnTo>
                  <a:pt x="3863" y="7230"/>
                </a:lnTo>
                <a:lnTo>
                  <a:pt x="5715" y="5603"/>
                </a:lnTo>
                <a:lnTo>
                  <a:pt x="7541" y="4141"/>
                </a:lnTo>
                <a:lnTo>
                  <a:pt x="9368" y="2871"/>
                </a:lnTo>
                <a:lnTo>
                  <a:pt x="11220" y="1804"/>
                </a:lnTo>
                <a:lnTo>
                  <a:pt x="13114" y="966"/>
                </a:lnTo>
                <a:lnTo>
                  <a:pt x="15077" y="374"/>
                </a:lnTo>
                <a:lnTo>
                  <a:pt x="17129" y="48"/>
                </a:lnTo>
                <a:lnTo>
                  <a:pt x="19295" y="0"/>
                </a:lnTo>
                <a:lnTo>
                  <a:pt x="21600" y="256"/>
                </a:lnTo>
                <a:close/>
              </a:path>
            </a:pathLst>
          </a:custGeom>
          <a:solidFill>
            <a:srgbClr val="2D2C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8" name="contour_16146"/>
          <p:cNvSpPr/>
          <p:nvPr/>
        </p:nvSpPr>
        <p:spPr>
          <a:xfrm>
            <a:off x="526452" y="5699209"/>
            <a:ext cx="2449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8" y="0"/>
                </a:moveTo>
                <a:lnTo>
                  <a:pt x="5990" y="353"/>
                </a:lnTo>
                <a:lnTo>
                  <a:pt x="9383" y="716"/>
                </a:lnTo>
                <a:lnTo>
                  <a:pt x="12313" y="1264"/>
                </a:lnTo>
                <a:lnTo>
                  <a:pt x="15707" y="2167"/>
                </a:lnTo>
                <a:lnTo>
                  <a:pt x="20488" y="3600"/>
                </a:lnTo>
                <a:lnTo>
                  <a:pt x="21124" y="6188"/>
                </a:lnTo>
                <a:lnTo>
                  <a:pt x="21478" y="8755"/>
                </a:lnTo>
                <a:lnTo>
                  <a:pt x="21600" y="11311"/>
                </a:lnTo>
                <a:lnTo>
                  <a:pt x="21523" y="13864"/>
                </a:lnTo>
                <a:lnTo>
                  <a:pt x="21285" y="16423"/>
                </a:lnTo>
                <a:lnTo>
                  <a:pt x="20925" y="18997"/>
                </a:lnTo>
                <a:lnTo>
                  <a:pt x="20488" y="21600"/>
                </a:lnTo>
                <a:lnTo>
                  <a:pt x="14216" y="18515"/>
                </a:lnTo>
                <a:lnTo>
                  <a:pt x="9492" y="16103"/>
                </a:lnTo>
                <a:lnTo>
                  <a:pt x="6060" y="14166"/>
                </a:lnTo>
                <a:lnTo>
                  <a:pt x="3689" y="12510"/>
                </a:lnTo>
                <a:lnTo>
                  <a:pt x="2140" y="10937"/>
                </a:lnTo>
                <a:lnTo>
                  <a:pt x="1163" y="9245"/>
                </a:lnTo>
                <a:lnTo>
                  <a:pt x="533" y="7240"/>
                </a:lnTo>
                <a:lnTo>
                  <a:pt x="0" y="4723"/>
                </a:lnTo>
                <a:lnTo>
                  <a:pt x="598" y="2380"/>
                </a:lnTo>
                <a:lnTo>
                  <a:pt x="1208" y="0"/>
                </a:lnTo>
                <a:close/>
              </a:path>
            </a:pathLst>
          </a:custGeom>
          <a:solidFill>
            <a:srgbClr val="A4C1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49" name="contour_16147"/>
          <p:cNvSpPr/>
          <p:nvPr/>
        </p:nvSpPr>
        <p:spPr>
          <a:xfrm>
            <a:off x="8748677" y="567005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B6CE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0" name="contour_16148"/>
          <p:cNvSpPr/>
          <p:nvPr/>
        </p:nvSpPr>
        <p:spPr>
          <a:xfrm>
            <a:off x="1205605" y="567734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D0C3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1" name="contour_16149"/>
          <p:cNvSpPr/>
          <p:nvPr/>
        </p:nvSpPr>
        <p:spPr>
          <a:xfrm>
            <a:off x="10177123" y="566276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3527" y="19462"/>
                </a:lnTo>
                <a:lnTo>
                  <a:pt x="10849" y="17319"/>
                </a:lnTo>
                <a:lnTo>
                  <a:pt x="8159" y="15168"/>
                </a:lnTo>
                <a:lnTo>
                  <a:pt x="5459" y="13008"/>
                </a:lnTo>
                <a:lnTo>
                  <a:pt x="2743" y="10835"/>
                </a:lnTo>
                <a:lnTo>
                  <a:pt x="0" y="8640"/>
                </a:lnTo>
                <a:lnTo>
                  <a:pt x="3537" y="5439"/>
                </a:lnTo>
                <a:lnTo>
                  <a:pt x="6291" y="3149"/>
                </a:lnTo>
                <a:lnTo>
                  <a:pt x="8645" y="1611"/>
                </a:lnTo>
                <a:lnTo>
                  <a:pt x="10973" y="678"/>
                </a:lnTo>
                <a:lnTo>
                  <a:pt x="13657" y="203"/>
                </a:lnTo>
                <a:lnTo>
                  <a:pt x="17075" y="26"/>
                </a:lnTo>
                <a:lnTo>
                  <a:pt x="21600" y="0"/>
                </a:lnTo>
                <a:close/>
              </a:path>
            </a:pathLst>
          </a:custGeom>
          <a:solidFill>
            <a:srgbClr val="515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2" name="contour_16150"/>
          <p:cNvSpPr/>
          <p:nvPr/>
        </p:nvSpPr>
        <p:spPr>
          <a:xfrm>
            <a:off x="4259274" y="5655481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26"/>
                </a:lnTo>
                <a:lnTo>
                  <a:pt x="11826" y="1655"/>
                </a:lnTo>
                <a:lnTo>
                  <a:pt x="15055" y="2485"/>
                </a:lnTo>
                <a:lnTo>
                  <a:pt x="18311" y="3323"/>
                </a:lnTo>
                <a:lnTo>
                  <a:pt x="21600" y="4170"/>
                </a:lnTo>
                <a:lnTo>
                  <a:pt x="21087" y="7068"/>
                </a:lnTo>
                <a:lnTo>
                  <a:pt x="20493" y="9903"/>
                </a:lnTo>
                <a:lnTo>
                  <a:pt x="19764" y="12693"/>
                </a:lnTo>
                <a:lnTo>
                  <a:pt x="18841" y="15441"/>
                </a:lnTo>
                <a:lnTo>
                  <a:pt x="17674" y="18156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670" y="18268"/>
                </a:lnTo>
                <a:lnTo>
                  <a:pt x="1339" y="15687"/>
                </a:lnTo>
                <a:lnTo>
                  <a:pt x="2009" y="13098"/>
                </a:lnTo>
                <a:lnTo>
                  <a:pt x="2678" y="10504"/>
                </a:lnTo>
                <a:lnTo>
                  <a:pt x="3353" y="7898"/>
                </a:lnTo>
                <a:lnTo>
                  <a:pt x="4034" y="5279"/>
                </a:lnTo>
                <a:lnTo>
                  <a:pt x="4714" y="2648"/>
                </a:lnTo>
                <a:lnTo>
                  <a:pt x="5400" y="0"/>
                </a:lnTo>
                <a:close/>
              </a:path>
            </a:pathLst>
          </a:custGeom>
          <a:solidFill>
            <a:srgbClr val="CACF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3" name="contour_16151"/>
          <p:cNvSpPr/>
          <p:nvPr/>
        </p:nvSpPr>
        <p:spPr>
          <a:xfrm>
            <a:off x="8296821" y="564819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2856"/>
                </a:lnTo>
                <a:lnTo>
                  <a:pt x="12960" y="5728"/>
                </a:lnTo>
                <a:lnTo>
                  <a:pt x="12960" y="8640"/>
                </a:lnTo>
                <a:lnTo>
                  <a:pt x="15526" y="10225"/>
                </a:lnTo>
                <a:lnTo>
                  <a:pt x="17280" y="11206"/>
                </a:lnTo>
                <a:lnTo>
                  <a:pt x="19034" y="11979"/>
                </a:lnTo>
                <a:lnTo>
                  <a:pt x="21600" y="12960"/>
                </a:lnTo>
                <a:lnTo>
                  <a:pt x="18744" y="12960"/>
                </a:lnTo>
                <a:lnTo>
                  <a:pt x="15872" y="12960"/>
                </a:lnTo>
                <a:lnTo>
                  <a:pt x="12960" y="12960"/>
                </a:lnTo>
                <a:lnTo>
                  <a:pt x="11889" y="15103"/>
                </a:lnTo>
                <a:lnTo>
                  <a:pt x="10800" y="17280"/>
                </a:lnTo>
                <a:lnTo>
                  <a:pt x="9729" y="19423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376" y="18896"/>
                </a:lnTo>
                <a:lnTo>
                  <a:pt x="778" y="16196"/>
                </a:lnTo>
                <a:lnTo>
                  <a:pt x="1192" y="13496"/>
                </a:lnTo>
                <a:lnTo>
                  <a:pt x="1620" y="10800"/>
                </a:lnTo>
                <a:lnTo>
                  <a:pt x="2074" y="7785"/>
                </a:lnTo>
                <a:lnTo>
                  <a:pt x="2532" y="4726"/>
                </a:lnTo>
                <a:lnTo>
                  <a:pt x="3421" y="2380"/>
                </a:lnTo>
                <a:lnTo>
                  <a:pt x="4320" y="0"/>
                </a:lnTo>
                <a:close/>
              </a:path>
            </a:pathLst>
          </a:custGeom>
          <a:solidFill>
            <a:srgbClr val="2C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4" name="contour_16152"/>
          <p:cNvSpPr/>
          <p:nvPr/>
        </p:nvSpPr>
        <p:spPr>
          <a:xfrm>
            <a:off x="7421606" y="5648179"/>
            <a:ext cx="29808" cy="30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"/>
                </a:moveTo>
                <a:lnTo>
                  <a:pt x="21098" y="3600"/>
                </a:lnTo>
                <a:lnTo>
                  <a:pt x="20517" y="7112"/>
                </a:lnTo>
                <a:lnTo>
                  <a:pt x="19804" y="10568"/>
                </a:lnTo>
                <a:lnTo>
                  <a:pt x="18901" y="13971"/>
                </a:lnTo>
                <a:lnTo>
                  <a:pt x="17761" y="17334"/>
                </a:lnTo>
                <a:lnTo>
                  <a:pt x="16319" y="20670"/>
                </a:lnTo>
                <a:lnTo>
                  <a:pt x="12231" y="21290"/>
                </a:lnTo>
                <a:lnTo>
                  <a:pt x="9364" y="21600"/>
                </a:lnTo>
                <a:lnTo>
                  <a:pt x="6955" y="21600"/>
                </a:lnTo>
                <a:lnTo>
                  <a:pt x="4246" y="21290"/>
                </a:lnTo>
                <a:lnTo>
                  <a:pt x="475" y="20670"/>
                </a:lnTo>
                <a:lnTo>
                  <a:pt x="158" y="16982"/>
                </a:lnTo>
                <a:lnTo>
                  <a:pt x="0" y="14333"/>
                </a:lnTo>
                <a:lnTo>
                  <a:pt x="0" y="11978"/>
                </a:lnTo>
                <a:lnTo>
                  <a:pt x="158" y="9173"/>
                </a:lnTo>
                <a:lnTo>
                  <a:pt x="475" y="5175"/>
                </a:lnTo>
                <a:lnTo>
                  <a:pt x="3934" y="2820"/>
                </a:lnTo>
                <a:lnTo>
                  <a:pt x="7087" y="1307"/>
                </a:lnTo>
                <a:lnTo>
                  <a:pt x="10182" y="460"/>
                </a:lnTo>
                <a:lnTo>
                  <a:pt x="13462" y="88"/>
                </a:lnTo>
                <a:lnTo>
                  <a:pt x="17185" y="0"/>
                </a:lnTo>
                <a:lnTo>
                  <a:pt x="21600" y="10"/>
                </a:lnTo>
                <a:close/>
              </a:path>
            </a:pathLst>
          </a:custGeom>
          <a:solidFill>
            <a:srgbClr val="1919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5" name="contour_16153"/>
          <p:cNvSpPr/>
          <p:nvPr/>
        </p:nvSpPr>
        <p:spPr>
          <a:xfrm>
            <a:off x="10782026" y="5640905"/>
            <a:ext cx="43728" cy="23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8515" y="6613"/>
                </a:lnTo>
                <a:lnTo>
                  <a:pt x="16103" y="11593"/>
                </a:lnTo>
                <a:lnTo>
                  <a:pt x="14166" y="15211"/>
                </a:lnTo>
                <a:lnTo>
                  <a:pt x="12510" y="17711"/>
                </a:lnTo>
                <a:lnTo>
                  <a:pt x="10937" y="19344"/>
                </a:lnTo>
                <a:lnTo>
                  <a:pt x="9245" y="20374"/>
                </a:lnTo>
                <a:lnTo>
                  <a:pt x="7240" y="21038"/>
                </a:lnTo>
                <a:lnTo>
                  <a:pt x="4723" y="21600"/>
                </a:lnTo>
                <a:lnTo>
                  <a:pt x="3550" y="21282"/>
                </a:lnTo>
                <a:lnTo>
                  <a:pt x="0" y="20326"/>
                </a:lnTo>
                <a:lnTo>
                  <a:pt x="0" y="16302"/>
                </a:lnTo>
                <a:lnTo>
                  <a:pt x="0" y="12263"/>
                </a:lnTo>
                <a:lnTo>
                  <a:pt x="0" y="8212"/>
                </a:lnTo>
                <a:lnTo>
                  <a:pt x="0" y="4126"/>
                </a:lnTo>
                <a:lnTo>
                  <a:pt x="0" y="0"/>
                </a:lnTo>
                <a:close/>
              </a:path>
            </a:pathLst>
          </a:custGeom>
          <a:solidFill>
            <a:srgbClr val="42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6" name="contour_16154"/>
          <p:cNvSpPr/>
          <p:nvPr/>
        </p:nvSpPr>
        <p:spPr>
          <a:xfrm>
            <a:off x="10249019" y="5619041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0"/>
                </a:lnTo>
                <a:lnTo>
                  <a:pt x="7606" y="0"/>
                </a:lnTo>
                <a:lnTo>
                  <a:pt x="11074" y="0"/>
                </a:lnTo>
                <a:lnTo>
                  <a:pt x="14558" y="0"/>
                </a:lnTo>
                <a:lnTo>
                  <a:pt x="18064" y="0"/>
                </a:lnTo>
                <a:lnTo>
                  <a:pt x="21600" y="0"/>
                </a:lnTo>
                <a:lnTo>
                  <a:pt x="20738" y="3564"/>
                </a:lnTo>
                <a:lnTo>
                  <a:pt x="19876" y="7133"/>
                </a:lnTo>
                <a:lnTo>
                  <a:pt x="19009" y="10719"/>
                </a:lnTo>
                <a:lnTo>
                  <a:pt x="18137" y="14321"/>
                </a:lnTo>
                <a:lnTo>
                  <a:pt x="17259" y="17944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EB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7" name="contour_16155"/>
          <p:cNvSpPr/>
          <p:nvPr/>
        </p:nvSpPr>
        <p:spPr>
          <a:xfrm>
            <a:off x="6576855" y="5619041"/>
            <a:ext cx="2233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0" y="0"/>
                </a:moveTo>
                <a:lnTo>
                  <a:pt x="10532" y="1993"/>
                </a:lnTo>
                <a:lnTo>
                  <a:pt x="13458" y="3866"/>
                </a:lnTo>
                <a:lnTo>
                  <a:pt x="15862" y="5653"/>
                </a:lnTo>
                <a:lnTo>
                  <a:pt x="17786" y="7400"/>
                </a:lnTo>
                <a:lnTo>
                  <a:pt x="19274" y="9140"/>
                </a:lnTo>
                <a:lnTo>
                  <a:pt x="20359" y="10911"/>
                </a:lnTo>
                <a:lnTo>
                  <a:pt x="21078" y="12753"/>
                </a:lnTo>
                <a:lnTo>
                  <a:pt x="21480" y="14707"/>
                </a:lnTo>
                <a:lnTo>
                  <a:pt x="21600" y="16805"/>
                </a:lnTo>
                <a:lnTo>
                  <a:pt x="21473" y="19091"/>
                </a:lnTo>
                <a:lnTo>
                  <a:pt x="21149" y="21600"/>
                </a:lnTo>
                <a:lnTo>
                  <a:pt x="16961" y="20989"/>
                </a:lnTo>
                <a:lnTo>
                  <a:pt x="12760" y="20375"/>
                </a:lnTo>
                <a:lnTo>
                  <a:pt x="8544" y="19761"/>
                </a:lnTo>
                <a:lnTo>
                  <a:pt x="4293" y="19141"/>
                </a:lnTo>
                <a:lnTo>
                  <a:pt x="0" y="18514"/>
                </a:lnTo>
                <a:lnTo>
                  <a:pt x="775" y="16478"/>
                </a:lnTo>
                <a:lnTo>
                  <a:pt x="1551" y="14438"/>
                </a:lnTo>
                <a:lnTo>
                  <a:pt x="2326" y="12398"/>
                </a:lnTo>
                <a:lnTo>
                  <a:pt x="3109" y="10353"/>
                </a:lnTo>
                <a:lnTo>
                  <a:pt x="3891" y="8301"/>
                </a:lnTo>
                <a:lnTo>
                  <a:pt x="4674" y="6239"/>
                </a:lnTo>
                <a:lnTo>
                  <a:pt x="5463" y="4172"/>
                </a:lnTo>
                <a:lnTo>
                  <a:pt x="6253" y="2092"/>
                </a:lnTo>
                <a:lnTo>
                  <a:pt x="7050" y="0"/>
                </a:lnTo>
                <a:close/>
              </a:path>
            </a:pathLst>
          </a:custGeom>
          <a:solidFill>
            <a:srgbClr val="F4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8" name="contour_16156"/>
          <p:cNvSpPr/>
          <p:nvPr/>
        </p:nvSpPr>
        <p:spPr>
          <a:xfrm>
            <a:off x="4622361" y="5640905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1" y="0"/>
                </a:lnTo>
                <a:lnTo>
                  <a:pt x="7756" y="0"/>
                </a:lnTo>
                <a:lnTo>
                  <a:pt x="11188" y="0"/>
                </a:lnTo>
                <a:lnTo>
                  <a:pt x="14634" y="0"/>
                </a:lnTo>
                <a:lnTo>
                  <a:pt x="18102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6258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59" name="contour_16157"/>
          <p:cNvSpPr/>
          <p:nvPr/>
        </p:nvSpPr>
        <p:spPr>
          <a:xfrm>
            <a:off x="3996906" y="5625972"/>
            <a:ext cx="36440" cy="22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7"/>
                </a:moveTo>
                <a:lnTo>
                  <a:pt x="21600" y="4555"/>
                </a:lnTo>
                <a:lnTo>
                  <a:pt x="21600" y="8777"/>
                </a:lnTo>
                <a:lnTo>
                  <a:pt x="21600" y="13014"/>
                </a:lnTo>
                <a:lnTo>
                  <a:pt x="21600" y="172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917"/>
                </a:lnTo>
                <a:lnTo>
                  <a:pt x="0" y="12206"/>
                </a:lnTo>
                <a:lnTo>
                  <a:pt x="0" y="7431"/>
                </a:lnTo>
                <a:lnTo>
                  <a:pt x="2527" y="4654"/>
                </a:lnTo>
                <a:lnTo>
                  <a:pt x="5063" y="2642"/>
                </a:lnTo>
                <a:lnTo>
                  <a:pt x="7629" y="1282"/>
                </a:lnTo>
                <a:lnTo>
                  <a:pt x="10243" y="468"/>
                </a:lnTo>
                <a:lnTo>
                  <a:pt x="12925" y="71"/>
                </a:lnTo>
                <a:lnTo>
                  <a:pt x="15699" y="0"/>
                </a:lnTo>
                <a:lnTo>
                  <a:pt x="18585" y="128"/>
                </a:lnTo>
                <a:lnTo>
                  <a:pt x="21600" y="347"/>
                </a:lnTo>
                <a:close/>
              </a:path>
            </a:pathLst>
          </a:custGeom>
          <a:solidFill>
            <a:srgbClr val="A695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0" name="contour_16158"/>
          <p:cNvSpPr/>
          <p:nvPr/>
        </p:nvSpPr>
        <p:spPr>
          <a:xfrm>
            <a:off x="1613733" y="5634259"/>
            <a:ext cx="51016" cy="212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15"/>
                </a:moveTo>
                <a:lnTo>
                  <a:pt x="11966" y="1009"/>
                </a:lnTo>
                <a:lnTo>
                  <a:pt x="13904" y="2047"/>
                </a:lnTo>
                <a:lnTo>
                  <a:pt x="15833" y="3138"/>
                </a:lnTo>
                <a:lnTo>
                  <a:pt x="17758" y="4287"/>
                </a:lnTo>
                <a:lnTo>
                  <a:pt x="19681" y="5496"/>
                </a:lnTo>
                <a:lnTo>
                  <a:pt x="21600" y="6765"/>
                </a:lnTo>
                <a:lnTo>
                  <a:pt x="19949" y="10118"/>
                </a:lnTo>
                <a:lnTo>
                  <a:pt x="18687" y="12573"/>
                </a:lnTo>
                <a:lnTo>
                  <a:pt x="17552" y="14531"/>
                </a:lnTo>
                <a:lnTo>
                  <a:pt x="16286" y="16415"/>
                </a:lnTo>
                <a:lnTo>
                  <a:pt x="14636" y="18633"/>
                </a:lnTo>
                <a:lnTo>
                  <a:pt x="12343" y="21600"/>
                </a:lnTo>
                <a:lnTo>
                  <a:pt x="10161" y="20984"/>
                </a:lnTo>
                <a:lnTo>
                  <a:pt x="8100" y="20079"/>
                </a:lnTo>
                <a:lnTo>
                  <a:pt x="6104" y="18900"/>
                </a:lnTo>
                <a:lnTo>
                  <a:pt x="4126" y="17505"/>
                </a:lnTo>
                <a:lnTo>
                  <a:pt x="2108" y="15918"/>
                </a:lnTo>
                <a:lnTo>
                  <a:pt x="0" y="14182"/>
                </a:lnTo>
                <a:lnTo>
                  <a:pt x="1361" y="9376"/>
                </a:lnTo>
                <a:lnTo>
                  <a:pt x="2669" y="5578"/>
                </a:lnTo>
                <a:lnTo>
                  <a:pt x="4058" y="2767"/>
                </a:lnTo>
                <a:lnTo>
                  <a:pt x="5659" y="912"/>
                </a:lnTo>
                <a:lnTo>
                  <a:pt x="7600" y="0"/>
                </a:lnTo>
                <a:lnTo>
                  <a:pt x="10016" y="15"/>
                </a:lnTo>
                <a:close/>
              </a:path>
            </a:pathLst>
          </a:custGeom>
          <a:solidFill>
            <a:srgbClr val="E9E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1" name="contour_16159"/>
          <p:cNvSpPr/>
          <p:nvPr/>
        </p:nvSpPr>
        <p:spPr>
          <a:xfrm>
            <a:off x="2371684" y="561904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5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F32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2" name="contour_16160"/>
          <p:cNvSpPr/>
          <p:nvPr/>
        </p:nvSpPr>
        <p:spPr>
          <a:xfrm>
            <a:off x="10439491" y="560446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84"/>
                </a:lnTo>
                <a:lnTo>
                  <a:pt x="2341" y="937"/>
                </a:lnTo>
                <a:lnTo>
                  <a:pt x="3646" y="1456"/>
                </a:lnTo>
                <a:lnTo>
                  <a:pt x="5374" y="2147"/>
                </a:lnTo>
                <a:lnTo>
                  <a:pt x="7780" y="3110"/>
                </a:lnTo>
                <a:lnTo>
                  <a:pt x="11115" y="4445"/>
                </a:lnTo>
                <a:lnTo>
                  <a:pt x="15638" y="6255"/>
                </a:lnTo>
                <a:lnTo>
                  <a:pt x="21600" y="8640"/>
                </a:lnTo>
                <a:lnTo>
                  <a:pt x="16610" y="12498"/>
                </a:lnTo>
                <a:lnTo>
                  <a:pt x="12684" y="15500"/>
                </a:lnTo>
                <a:lnTo>
                  <a:pt x="9638" y="17760"/>
                </a:lnTo>
                <a:lnTo>
                  <a:pt x="7305" y="19380"/>
                </a:lnTo>
                <a:lnTo>
                  <a:pt x="5495" y="20464"/>
                </a:lnTo>
                <a:lnTo>
                  <a:pt x="4039" y="21120"/>
                </a:lnTo>
                <a:lnTo>
                  <a:pt x="2756" y="21457"/>
                </a:lnTo>
                <a:lnTo>
                  <a:pt x="1469" y="21583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8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3" name="contour_16161"/>
          <p:cNvSpPr/>
          <p:nvPr/>
        </p:nvSpPr>
        <p:spPr>
          <a:xfrm>
            <a:off x="7568022" y="560446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850" y="14394"/>
                </a:lnTo>
                <a:lnTo>
                  <a:pt x="1750" y="11513"/>
                </a:lnTo>
                <a:lnTo>
                  <a:pt x="2700" y="8640"/>
                </a:lnTo>
                <a:lnTo>
                  <a:pt x="3456" y="6229"/>
                </a:lnTo>
                <a:lnTo>
                  <a:pt x="4219" y="3780"/>
                </a:lnTo>
                <a:lnTo>
                  <a:pt x="5702" y="1905"/>
                </a:lnTo>
                <a:lnTo>
                  <a:pt x="7200" y="0"/>
                </a:lnTo>
                <a:close/>
              </a:path>
            </a:pathLst>
          </a:custGeom>
          <a:solidFill>
            <a:srgbClr val="1A1B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4" name="contour_16162"/>
          <p:cNvSpPr/>
          <p:nvPr/>
        </p:nvSpPr>
        <p:spPr>
          <a:xfrm>
            <a:off x="10461355" y="5582601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70" y="2451"/>
                </a:lnTo>
                <a:lnTo>
                  <a:pt x="12150" y="4944"/>
                </a:lnTo>
                <a:lnTo>
                  <a:pt x="13687" y="8312"/>
                </a:lnTo>
                <a:lnTo>
                  <a:pt x="15250" y="10789"/>
                </a:lnTo>
                <a:lnTo>
                  <a:pt x="16988" y="12671"/>
                </a:lnTo>
                <a:lnTo>
                  <a:pt x="19055" y="14247"/>
                </a:lnTo>
                <a:lnTo>
                  <a:pt x="21600" y="15813"/>
                </a:lnTo>
                <a:lnTo>
                  <a:pt x="19451" y="18870"/>
                </a:lnTo>
                <a:lnTo>
                  <a:pt x="17914" y="20488"/>
                </a:lnTo>
                <a:lnTo>
                  <a:pt x="16247" y="21220"/>
                </a:lnTo>
                <a:lnTo>
                  <a:pt x="13712" y="21600"/>
                </a:lnTo>
                <a:lnTo>
                  <a:pt x="11261" y="21505"/>
                </a:lnTo>
                <a:lnTo>
                  <a:pt x="8777" y="21410"/>
                </a:lnTo>
                <a:lnTo>
                  <a:pt x="7542" y="21379"/>
                </a:lnTo>
                <a:lnTo>
                  <a:pt x="3812" y="21268"/>
                </a:lnTo>
                <a:lnTo>
                  <a:pt x="1919" y="21178"/>
                </a:lnTo>
                <a:lnTo>
                  <a:pt x="0" y="21083"/>
                </a:lnTo>
                <a:lnTo>
                  <a:pt x="0" y="17599"/>
                </a:lnTo>
                <a:lnTo>
                  <a:pt x="0" y="14094"/>
                </a:lnTo>
                <a:lnTo>
                  <a:pt x="0" y="10542"/>
                </a:lnTo>
                <a:lnTo>
                  <a:pt x="2138" y="10542"/>
                </a:lnTo>
                <a:lnTo>
                  <a:pt x="4284" y="10542"/>
                </a:lnTo>
                <a:lnTo>
                  <a:pt x="6437" y="10542"/>
                </a:lnTo>
                <a:lnTo>
                  <a:pt x="8608" y="10542"/>
                </a:lnTo>
                <a:lnTo>
                  <a:pt x="10800" y="10542"/>
                </a:lnTo>
                <a:lnTo>
                  <a:pt x="10800" y="7058"/>
                </a:lnTo>
                <a:lnTo>
                  <a:pt x="10800" y="3553"/>
                </a:lnTo>
                <a:lnTo>
                  <a:pt x="10800" y="0"/>
                </a:lnTo>
                <a:close/>
              </a:path>
            </a:pathLst>
          </a:custGeom>
          <a:solidFill>
            <a:srgbClr val="BDC0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5" name="contour_16163"/>
          <p:cNvSpPr/>
          <p:nvPr/>
        </p:nvSpPr>
        <p:spPr>
          <a:xfrm>
            <a:off x="8515461" y="5575313"/>
            <a:ext cx="510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725" y="1710"/>
                </a:lnTo>
                <a:lnTo>
                  <a:pt x="13108" y="3431"/>
                </a:lnTo>
                <a:lnTo>
                  <a:pt x="13500" y="5177"/>
                </a:lnTo>
                <a:lnTo>
                  <a:pt x="14666" y="8467"/>
                </a:lnTo>
                <a:lnTo>
                  <a:pt x="15598" y="10408"/>
                </a:lnTo>
                <a:lnTo>
                  <a:pt x="16780" y="11758"/>
                </a:lnTo>
                <a:lnTo>
                  <a:pt x="18706" y="13277"/>
                </a:lnTo>
                <a:lnTo>
                  <a:pt x="20144" y="13835"/>
                </a:lnTo>
                <a:lnTo>
                  <a:pt x="21600" y="14400"/>
                </a:lnTo>
                <a:lnTo>
                  <a:pt x="20310" y="16790"/>
                </a:lnTo>
                <a:lnTo>
                  <a:pt x="19236" y="18338"/>
                </a:lnTo>
                <a:lnTo>
                  <a:pt x="17801" y="19717"/>
                </a:lnTo>
                <a:lnTo>
                  <a:pt x="15429" y="21600"/>
                </a:lnTo>
                <a:lnTo>
                  <a:pt x="13401" y="20952"/>
                </a:lnTo>
                <a:lnTo>
                  <a:pt x="11420" y="20210"/>
                </a:lnTo>
                <a:lnTo>
                  <a:pt x="9473" y="19390"/>
                </a:lnTo>
                <a:lnTo>
                  <a:pt x="7554" y="18493"/>
                </a:lnTo>
                <a:lnTo>
                  <a:pt x="5653" y="17539"/>
                </a:lnTo>
                <a:lnTo>
                  <a:pt x="3768" y="16531"/>
                </a:lnTo>
                <a:lnTo>
                  <a:pt x="1885" y="15480"/>
                </a:lnTo>
                <a:lnTo>
                  <a:pt x="0" y="14400"/>
                </a:lnTo>
                <a:lnTo>
                  <a:pt x="1342" y="14198"/>
                </a:lnTo>
                <a:lnTo>
                  <a:pt x="2700" y="13993"/>
                </a:lnTo>
                <a:lnTo>
                  <a:pt x="4730" y="13554"/>
                </a:lnTo>
                <a:lnTo>
                  <a:pt x="6674" y="13068"/>
                </a:lnTo>
                <a:lnTo>
                  <a:pt x="8569" y="12481"/>
                </a:lnTo>
                <a:lnTo>
                  <a:pt x="10445" y="11743"/>
                </a:lnTo>
                <a:lnTo>
                  <a:pt x="12343" y="10800"/>
                </a:lnTo>
                <a:lnTo>
                  <a:pt x="12713" y="8014"/>
                </a:lnTo>
                <a:lnTo>
                  <a:pt x="12898" y="6059"/>
                </a:lnTo>
                <a:lnTo>
                  <a:pt x="12898" y="4417"/>
                </a:lnTo>
                <a:lnTo>
                  <a:pt x="12713" y="2570"/>
                </a:lnTo>
                <a:lnTo>
                  <a:pt x="12343" y="0"/>
                </a:lnTo>
                <a:close/>
              </a:path>
            </a:pathLst>
          </a:custGeom>
          <a:solidFill>
            <a:srgbClr val="BBAA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6" name="contour_16164"/>
          <p:cNvSpPr/>
          <p:nvPr/>
        </p:nvSpPr>
        <p:spPr>
          <a:xfrm>
            <a:off x="8296821" y="558260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926" y="21064"/>
                </a:lnTo>
                <a:lnTo>
                  <a:pt x="16252" y="20529"/>
                </a:lnTo>
                <a:lnTo>
                  <a:pt x="13569" y="19993"/>
                </a:lnTo>
                <a:lnTo>
                  <a:pt x="10882" y="19457"/>
                </a:lnTo>
                <a:lnTo>
                  <a:pt x="8182" y="18917"/>
                </a:lnTo>
                <a:lnTo>
                  <a:pt x="5469" y="18373"/>
                </a:lnTo>
                <a:lnTo>
                  <a:pt x="2743" y="17829"/>
                </a:lnTo>
                <a:lnTo>
                  <a:pt x="0" y="17280"/>
                </a:lnTo>
                <a:lnTo>
                  <a:pt x="2087" y="15111"/>
                </a:lnTo>
                <a:lnTo>
                  <a:pt x="4177" y="12951"/>
                </a:lnTo>
                <a:lnTo>
                  <a:pt x="6273" y="10791"/>
                </a:lnTo>
                <a:lnTo>
                  <a:pt x="8372" y="8640"/>
                </a:lnTo>
                <a:lnTo>
                  <a:pt x="9063" y="7923"/>
                </a:lnTo>
                <a:lnTo>
                  <a:pt x="10282" y="6666"/>
                </a:lnTo>
                <a:lnTo>
                  <a:pt x="13077" y="3780"/>
                </a:lnTo>
                <a:lnTo>
                  <a:pt x="15574" y="1594"/>
                </a:lnTo>
                <a:lnTo>
                  <a:pt x="17293" y="471"/>
                </a:lnTo>
                <a:lnTo>
                  <a:pt x="19038" y="60"/>
                </a:lnTo>
                <a:lnTo>
                  <a:pt x="21600" y="0"/>
                </a:lnTo>
                <a:close/>
              </a:path>
            </a:pathLst>
          </a:custGeom>
          <a:solidFill>
            <a:srgbClr val="2D2C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7" name="contour_16165"/>
          <p:cNvSpPr/>
          <p:nvPr/>
        </p:nvSpPr>
        <p:spPr>
          <a:xfrm>
            <a:off x="4805873" y="559717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696" y="20707"/>
                </a:lnTo>
                <a:lnTo>
                  <a:pt x="13374" y="19814"/>
                </a:lnTo>
                <a:lnTo>
                  <a:pt x="11023" y="18900"/>
                </a:lnTo>
                <a:lnTo>
                  <a:pt x="9079" y="18144"/>
                </a:lnTo>
                <a:lnTo>
                  <a:pt x="7103" y="17381"/>
                </a:lnTo>
                <a:lnTo>
                  <a:pt x="5364" y="15811"/>
                </a:lnTo>
                <a:lnTo>
                  <a:pt x="4126" y="14119"/>
                </a:lnTo>
                <a:lnTo>
                  <a:pt x="3046" y="11477"/>
                </a:lnTo>
                <a:lnTo>
                  <a:pt x="1786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8E6C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8" name="contour_16166"/>
          <p:cNvSpPr/>
          <p:nvPr/>
        </p:nvSpPr>
        <p:spPr>
          <a:xfrm>
            <a:off x="8508173" y="5574002"/>
            <a:ext cx="3808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68" y="930"/>
                </a:moveTo>
                <a:lnTo>
                  <a:pt x="11592" y="310"/>
                </a:lnTo>
                <a:lnTo>
                  <a:pt x="13898" y="0"/>
                </a:lnTo>
                <a:lnTo>
                  <a:pt x="15784" y="0"/>
                </a:lnTo>
                <a:lnTo>
                  <a:pt x="17842" y="310"/>
                </a:lnTo>
                <a:lnTo>
                  <a:pt x="20670" y="930"/>
                </a:lnTo>
                <a:lnTo>
                  <a:pt x="21290" y="4620"/>
                </a:lnTo>
                <a:lnTo>
                  <a:pt x="21600" y="7271"/>
                </a:lnTo>
                <a:lnTo>
                  <a:pt x="21600" y="9627"/>
                </a:lnTo>
                <a:lnTo>
                  <a:pt x="21290" y="12433"/>
                </a:lnTo>
                <a:lnTo>
                  <a:pt x="20670" y="16433"/>
                </a:lnTo>
                <a:lnTo>
                  <a:pt x="18144" y="17533"/>
                </a:lnTo>
                <a:lnTo>
                  <a:pt x="15606" y="18453"/>
                </a:lnTo>
                <a:lnTo>
                  <a:pt x="13055" y="19223"/>
                </a:lnTo>
                <a:lnTo>
                  <a:pt x="10488" y="19864"/>
                </a:lnTo>
                <a:lnTo>
                  <a:pt x="7900" y="20401"/>
                </a:lnTo>
                <a:lnTo>
                  <a:pt x="5291" y="20851"/>
                </a:lnTo>
                <a:lnTo>
                  <a:pt x="2658" y="21243"/>
                </a:lnTo>
                <a:lnTo>
                  <a:pt x="0" y="21600"/>
                </a:lnTo>
                <a:lnTo>
                  <a:pt x="967" y="18469"/>
                </a:lnTo>
                <a:lnTo>
                  <a:pt x="1968" y="15399"/>
                </a:lnTo>
                <a:lnTo>
                  <a:pt x="3026" y="12386"/>
                </a:lnTo>
                <a:lnTo>
                  <a:pt x="4159" y="9436"/>
                </a:lnTo>
                <a:lnTo>
                  <a:pt x="5399" y="6542"/>
                </a:lnTo>
                <a:lnTo>
                  <a:pt x="6759" y="3705"/>
                </a:lnTo>
                <a:lnTo>
                  <a:pt x="8268" y="930"/>
                </a:lnTo>
                <a:close/>
              </a:path>
            </a:pathLst>
          </a:custGeom>
          <a:solidFill>
            <a:srgbClr val="EEEF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69" name="contour_16167"/>
          <p:cNvSpPr/>
          <p:nvPr/>
        </p:nvSpPr>
        <p:spPr>
          <a:xfrm>
            <a:off x="9907467" y="5559754"/>
            <a:ext cx="291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568"/>
                </a:moveTo>
                <a:lnTo>
                  <a:pt x="3856" y="189"/>
                </a:lnTo>
                <a:lnTo>
                  <a:pt x="6626" y="0"/>
                </a:lnTo>
                <a:lnTo>
                  <a:pt x="9088" y="0"/>
                </a:lnTo>
                <a:lnTo>
                  <a:pt x="12020" y="189"/>
                </a:lnTo>
                <a:lnTo>
                  <a:pt x="16200" y="568"/>
                </a:lnTo>
                <a:lnTo>
                  <a:pt x="18025" y="3697"/>
                </a:lnTo>
                <a:lnTo>
                  <a:pt x="19219" y="5918"/>
                </a:lnTo>
                <a:lnTo>
                  <a:pt x="20039" y="7837"/>
                </a:lnTo>
                <a:lnTo>
                  <a:pt x="20747" y="10058"/>
                </a:lnTo>
                <a:lnTo>
                  <a:pt x="21600" y="13187"/>
                </a:lnTo>
                <a:lnTo>
                  <a:pt x="20228" y="13721"/>
                </a:lnTo>
                <a:lnTo>
                  <a:pt x="18916" y="14235"/>
                </a:lnTo>
                <a:lnTo>
                  <a:pt x="17280" y="14870"/>
                </a:lnTo>
                <a:lnTo>
                  <a:pt x="14953" y="15778"/>
                </a:lnTo>
                <a:lnTo>
                  <a:pt x="11545" y="17103"/>
                </a:lnTo>
                <a:lnTo>
                  <a:pt x="6691" y="18996"/>
                </a:lnTo>
                <a:lnTo>
                  <a:pt x="0" y="21600"/>
                </a:lnTo>
                <a:lnTo>
                  <a:pt x="0" y="18626"/>
                </a:lnTo>
                <a:lnTo>
                  <a:pt x="0" y="15648"/>
                </a:lnTo>
                <a:lnTo>
                  <a:pt x="0" y="12661"/>
                </a:lnTo>
                <a:lnTo>
                  <a:pt x="0" y="9662"/>
                </a:lnTo>
                <a:lnTo>
                  <a:pt x="0" y="6650"/>
                </a:lnTo>
                <a:lnTo>
                  <a:pt x="0" y="3622"/>
                </a:lnTo>
                <a:lnTo>
                  <a:pt x="0" y="568"/>
                </a:lnTo>
                <a:close/>
              </a:path>
            </a:pathLst>
          </a:custGeom>
          <a:solidFill>
            <a:srgbClr val="A5A6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0" name="contour_16168"/>
          <p:cNvSpPr/>
          <p:nvPr/>
        </p:nvSpPr>
        <p:spPr>
          <a:xfrm>
            <a:off x="8129197" y="556073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713"/>
                </a:lnTo>
                <a:lnTo>
                  <a:pt x="13781" y="1429"/>
                </a:lnTo>
                <a:lnTo>
                  <a:pt x="16364" y="2146"/>
                </a:lnTo>
                <a:lnTo>
                  <a:pt x="18969" y="2869"/>
                </a:lnTo>
                <a:lnTo>
                  <a:pt x="21600" y="3600"/>
                </a:lnTo>
                <a:lnTo>
                  <a:pt x="19699" y="5580"/>
                </a:lnTo>
                <a:lnTo>
                  <a:pt x="17798" y="7564"/>
                </a:lnTo>
                <a:lnTo>
                  <a:pt x="15893" y="9547"/>
                </a:lnTo>
                <a:lnTo>
                  <a:pt x="13980" y="11534"/>
                </a:lnTo>
                <a:lnTo>
                  <a:pt x="12066" y="13532"/>
                </a:lnTo>
                <a:lnTo>
                  <a:pt x="10143" y="15534"/>
                </a:lnTo>
                <a:lnTo>
                  <a:pt x="8212" y="17546"/>
                </a:lnTo>
                <a:lnTo>
                  <a:pt x="6273" y="19566"/>
                </a:lnTo>
                <a:lnTo>
                  <a:pt x="4320" y="21600"/>
                </a:lnTo>
                <a:lnTo>
                  <a:pt x="3607" y="19224"/>
                </a:lnTo>
                <a:lnTo>
                  <a:pt x="2894" y="16844"/>
                </a:lnTo>
                <a:lnTo>
                  <a:pt x="2177" y="14454"/>
                </a:lnTo>
                <a:lnTo>
                  <a:pt x="1456" y="12053"/>
                </a:lnTo>
                <a:lnTo>
                  <a:pt x="730" y="9637"/>
                </a:lnTo>
                <a:lnTo>
                  <a:pt x="0" y="7200"/>
                </a:lnTo>
                <a:lnTo>
                  <a:pt x="2856" y="7200"/>
                </a:lnTo>
                <a:lnTo>
                  <a:pt x="5728" y="7200"/>
                </a:lnTo>
                <a:lnTo>
                  <a:pt x="8640" y="7200"/>
                </a:lnTo>
                <a:lnTo>
                  <a:pt x="8640" y="4820"/>
                </a:lnTo>
                <a:lnTo>
                  <a:pt x="8640" y="2426"/>
                </a:lnTo>
                <a:lnTo>
                  <a:pt x="8640" y="0"/>
                </a:lnTo>
                <a:close/>
              </a:path>
            </a:pathLst>
          </a:custGeom>
          <a:solidFill>
            <a:srgbClr val="DEEB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1" name="contour_16169"/>
          <p:cNvSpPr/>
          <p:nvPr/>
        </p:nvSpPr>
        <p:spPr>
          <a:xfrm>
            <a:off x="7181758" y="556802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19" y="778"/>
                </a:lnTo>
                <a:lnTo>
                  <a:pt x="19811" y="1793"/>
                </a:lnTo>
                <a:lnTo>
                  <a:pt x="17896" y="3708"/>
                </a:lnTo>
                <a:lnTo>
                  <a:pt x="14400" y="7200"/>
                </a:lnTo>
                <a:lnTo>
                  <a:pt x="14400" y="11959"/>
                </a:lnTo>
                <a:lnTo>
                  <a:pt x="14400" y="16747"/>
                </a:lnTo>
                <a:lnTo>
                  <a:pt x="14400" y="21600"/>
                </a:lnTo>
                <a:lnTo>
                  <a:pt x="11995" y="20750"/>
                </a:lnTo>
                <a:lnTo>
                  <a:pt x="9594" y="19850"/>
                </a:lnTo>
                <a:lnTo>
                  <a:pt x="7200" y="18900"/>
                </a:lnTo>
                <a:lnTo>
                  <a:pt x="5191" y="18144"/>
                </a:lnTo>
                <a:lnTo>
                  <a:pt x="3150" y="17381"/>
                </a:lnTo>
                <a:lnTo>
                  <a:pt x="1588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523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2" name="contour_16170"/>
          <p:cNvSpPr/>
          <p:nvPr/>
        </p:nvSpPr>
        <p:spPr>
          <a:xfrm>
            <a:off x="7094302" y="556802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015"/>
                </a:lnTo>
                <a:lnTo>
                  <a:pt x="8506" y="1782"/>
                </a:lnTo>
                <a:lnTo>
                  <a:pt x="11007" y="2457"/>
                </a:lnTo>
                <a:lnTo>
                  <a:pt x="12986" y="3186"/>
                </a:lnTo>
                <a:lnTo>
                  <a:pt x="14917" y="4115"/>
                </a:lnTo>
                <a:lnTo>
                  <a:pt x="17280" y="5400"/>
                </a:lnTo>
                <a:lnTo>
                  <a:pt x="18870" y="9580"/>
                </a:lnTo>
                <a:lnTo>
                  <a:pt x="19889" y="12512"/>
                </a:lnTo>
                <a:lnTo>
                  <a:pt x="20546" y="14974"/>
                </a:lnTo>
                <a:lnTo>
                  <a:pt x="21047" y="17744"/>
                </a:lnTo>
                <a:lnTo>
                  <a:pt x="21600" y="21600"/>
                </a:lnTo>
                <a:lnTo>
                  <a:pt x="18891" y="20450"/>
                </a:lnTo>
                <a:lnTo>
                  <a:pt x="16187" y="19278"/>
                </a:lnTo>
                <a:lnTo>
                  <a:pt x="13491" y="18085"/>
                </a:lnTo>
                <a:lnTo>
                  <a:pt x="10800" y="16875"/>
                </a:lnTo>
                <a:lnTo>
                  <a:pt x="8791" y="16000"/>
                </a:lnTo>
                <a:lnTo>
                  <a:pt x="6774" y="15115"/>
                </a:lnTo>
                <a:lnTo>
                  <a:pt x="4726" y="14218"/>
                </a:lnTo>
                <a:lnTo>
                  <a:pt x="3551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D1D0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3" name="contour_16171"/>
          <p:cNvSpPr/>
          <p:nvPr/>
        </p:nvSpPr>
        <p:spPr>
          <a:xfrm>
            <a:off x="5673144" y="556802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20369" y="10633"/>
                </a:lnTo>
                <a:lnTo>
                  <a:pt x="16650" y="10125"/>
                </a:lnTo>
                <a:lnTo>
                  <a:pt x="13759" y="10498"/>
                </a:lnTo>
                <a:lnTo>
                  <a:pt x="11790" y="11000"/>
                </a:lnTo>
                <a:lnTo>
                  <a:pt x="10249" y="11923"/>
                </a:lnTo>
                <a:lnTo>
                  <a:pt x="8658" y="13559"/>
                </a:lnTo>
                <a:lnTo>
                  <a:pt x="6523" y="16200"/>
                </a:lnTo>
                <a:lnTo>
                  <a:pt x="5072" y="18878"/>
                </a:lnTo>
                <a:lnTo>
                  <a:pt x="3600" y="21600"/>
                </a:lnTo>
                <a:lnTo>
                  <a:pt x="3006" y="18036"/>
                </a:lnTo>
                <a:lnTo>
                  <a:pt x="2412" y="14467"/>
                </a:lnTo>
                <a:lnTo>
                  <a:pt x="1814" y="10881"/>
                </a:lnTo>
                <a:lnTo>
                  <a:pt x="1213" y="7279"/>
                </a:lnTo>
                <a:lnTo>
                  <a:pt x="608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A5B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4" name="contour_16172"/>
          <p:cNvSpPr/>
          <p:nvPr/>
        </p:nvSpPr>
        <p:spPr>
          <a:xfrm>
            <a:off x="11350489" y="5560738"/>
            <a:ext cx="43728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31" y="5126"/>
                </a:lnTo>
                <a:lnTo>
                  <a:pt x="20560" y="8764"/>
                </a:lnTo>
                <a:lnTo>
                  <a:pt x="20012" y="11906"/>
                </a:lnTo>
                <a:lnTo>
                  <a:pt x="19217" y="15544"/>
                </a:lnTo>
                <a:lnTo>
                  <a:pt x="18000" y="20670"/>
                </a:lnTo>
                <a:lnTo>
                  <a:pt x="15214" y="21290"/>
                </a:lnTo>
                <a:lnTo>
                  <a:pt x="13259" y="21600"/>
                </a:lnTo>
                <a:lnTo>
                  <a:pt x="11617" y="21600"/>
                </a:lnTo>
                <a:lnTo>
                  <a:pt x="9770" y="21290"/>
                </a:lnTo>
                <a:lnTo>
                  <a:pt x="7200" y="20670"/>
                </a:lnTo>
                <a:lnTo>
                  <a:pt x="7200" y="16116"/>
                </a:lnTo>
                <a:lnTo>
                  <a:pt x="7200" y="11534"/>
                </a:lnTo>
                <a:lnTo>
                  <a:pt x="7200" y="6890"/>
                </a:lnTo>
                <a:lnTo>
                  <a:pt x="5418" y="5181"/>
                </a:lnTo>
                <a:lnTo>
                  <a:pt x="3625" y="3473"/>
                </a:lnTo>
                <a:lnTo>
                  <a:pt x="1825" y="1743"/>
                </a:lnTo>
                <a:lnTo>
                  <a:pt x="0" y="0"/>
                </a:lnTo>
                <a:close/>
              </a:path>
            </a:pathLst>
          </a:custGeom>
          <a:solidFill>
            <a:srgbClr val="A79A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5" name="contour_16173"/>
          <p:cNvSpPr/>
          <p:nvPr/>
        </p:nvSpPr>
        <p:spPr>
          <a:xfrm>
            <a:off x="7043286" y="555345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444" y="6489"/>
                </a:lnTo>
                <a:lnTo>
                  <a:pt x="19273" y="8653"/>
                </a:lnTo>
                <a:lnTo>
                  <a:pt x="18079" y="10809"/>
                </a:lnTo>
                <a:lnTo>
                  <a:pt x="16875" y="12960"/>
                </a:lnTo>
                <a:lnTo>
                  <a:pt x="15557" y="15371"/>
                </a:lnTo>
                <a:lnTo>
                  <a:pt x="14218" y="17820"/>
                </a:lnTo>
                <a:lnTo>
                  <a:pt x="12523" y="19695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E6CE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6" name="contour_16174"/>
          <p:cNvSpPr/>
          <p:nvPr/>
        </p:nvSpPr>
        <p:spPr>
          <a:xfrm>
            <a:off x="9484297" y="5538874"/>
            <a:ext cx="2233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1" y="0"/>
                </a:moveTo>
                <a:lnTo>
                  <a:pt x="4639" y="611"/>
                </a:lnTo>
                <a:lnTo>
                  <a:pt x="8840" y="1225"/>
                </a:lnTo>
                <a:lnTo>
                  <a:pt x="13056" y="1839"/>
                </a:lnTo>
                <a:lnTo>
                  <a:pt x="17307" y="2459"/>
                </a:lnTo>
                <a:lnTo>
                  <a:pt x="21600" y="3086"/>
                </a:lnTo>
                <a:lnTo>
                  <a:pt x="20825" y="5122"/>
                </a:lnTo>
                <a:lnTo>
                  <a:pt x="20049" y="7162"/>
                </a:lnTo>
                <a:lnTo>
                  <a:pt x="19274" y="9202"/>
                </a:lnTo>
                <a:lnTo>
                  <a:pt x="18491" y="11247"/>
                </a:lnTo>
                <a:lnTo>
                  <a:pt x="17709" y="13299"/>
                </a:lnTo>
                <a:lnTo>
                  <a:pt x="16926" y="15361"/>
                </a:lnTo>
                <a:lnTo>
                  <a:pt x="16137" y="17428"/>
                </a:lnTo>
                <a:lnTo>
                  <a:pt x="15347" y="19508"/>
                </a:lnTo>
                <a:lnTo>
                  <a:pt x="14550" y="21600"/>
                </a:lnTo>
                <a:lnTo>
                  <a:pt x="11068" y="19607"/>
                </a:lnTo>
                <a:lnTo>
                  <a:pt x="8142" y="17734"/>
                </a:lnTo>
                <a:lnTo>
                  <a:pt x="5738" y="15947"/>
                </a:lnTo>
                <a:lnTo>
                  <a:pt x="3814" y="14200"/>
                </a:lnTo>
                <a:lnTo>
                  <a:pt x="2326" y="12460"/>
                </a:lnTo>
                <a:lnTo>
                  <a:pt x="1241" y="10689"/>
                </a:lnTo>
                <a:lnTo>
                  <a:pt x="522" y="8847"/>
                </a:lnTo>
                <a:lnTo>
                  <a:pt x="120" y="6893"/>
                </a:lnTo>
                <a:lnTo>
                  <a:pt x="0" y="4795"/>
                </a:lnTo>
                <a:lnTo>
                  <a:pt x="127" y="2509"/>
                </a:lnTo>
                <a:lnTo>
                  <a:pt x="451" y="0"/>
                </a:lnTo>
                <a:close/>
              </a:path>
            </a:pathLst>
          </a:custGeom>
          <a:solidFill>
            <a:srgbClr val="BD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7" name="contour_16175"/>
          <p:cNvSpPr/>
          <p:nvPr/>
        </p:nvSpPr>
        <p:spPr>
          <a:xfrm>
            <a:off x="6999559" y="554616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F3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8" name="contour_16176"/>
          <p:cNvSpPr/>
          <p:nvPr/>
        </p:nvSpPr>
        <p:spPr>
          <a:xfrm>
            <a:off x="5177561" y="5546162"/>
            <a:ext cx="36440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81"/>
                </a:lnTo>
                <a:lnTo>
                  <a:pt x="6860" y="768"/>
                </a:lnTo>
                <a:lnTo>
                  <a:pt x="8618" y="1301"/>
                </a:lnTo>
                <a:lnTo>
                  <a:pt x="11340" y="2121"/>
                </a:lnTo>
                <a:lnTo>
                  <a:pt x="15509" y="3380"/>
                </a:lnTo>
                <a:lnTo>
                  <a:pt x="21600" y="5224"/>
                </a:lnTo>
                <a:lnTo>
                  <a:pt x="20097" y="8562"/>
                </a:lnTo>
                <a:lnTo>
                  <a:pt x="18943" y="11027"/>
                </a:lnTo>
                <a:lnTo>
                  <a:pt x="17889" y="13059"/>
                </a:lnTo>
                <a:lnTo>
                  <a:pt x="16701" y="15091"/>
                </a:lnTo>
                <a:lnTo>
                  <a:pt x="15137" y="17557"/>
                </a:lnTo>
                <a:lnTo>
                  <a:pt x="12960" y="20895"/>
                </a:lnTo>
                <a:lnTo>
                  <a:pt x="9487" y="21365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65"/>
                </a:lnTo>
                <a:lnTo>
                  <a:pt x="0" y="20895"/>
                </a:lnTo>
                <a:lnTo>
                  <a:pt x="713" y="17447"/>
                </a:lnTo>
                <a:lnTo>
                  <a:pt x="1426" y="13994"/>
                </a:lnTo>
                <a:lnTo>
                  <a:pt x="2143" y="10526"/>
                </a:lnTo>
                <a:lnTo>
                  <a:pt x="2864" y="7042"/>
                </a:lnTo>
                <a:lnTo>
                  <a:pt x="3590" y="3536"/>
                </a:lnTo>
                <a:lnTo>
                  <a:pt x="4320" y="0"/>
                </a:lnTo>
                <a:close/>
              </a:path>
            </a:pathLst>
          </a:custGeom>
          <a:solidFill>
            <a:srgbClr val="5C49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79" name="contour_16177"/>
          <p:cNvSpPr/>
          <p:nvPr/>
        </p:nvSpPr>
        <p:spPr>
          <a:xfrm>
            <a:off x="461414" y="5553450"/>
            <a:ext cx="226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" y="0"/>
                </a:moveTo>
                <a:lnTo>
                  <a:pt x="5393" y="913"/>
                </a:lnTo>
                <a:lnTo>
                  <a:pt x="8773" y="1645"/>
                </a:lnTo>
                <a:lnTo>
                  <a:pt x="11508" y="2364"/>
                </a:lnTo>
                <a:lnTo>
                  <a:pt x="14173" y="3243"/>
                </a:lnTo>
                <a:lnTo>
                  <a:pt x="17345" y="4456"/>
                </a:lnTo>
                <a:lnTo>
                  <a:pt x="21600" y="6171"/>
                </a:lnTo>
                <a:lnTo>
                  <a:pt x="21385" y="8177"/>
                </a:lnTo>
                <a:lnTo>
                  <a:pt x="20934" y="10143"/>
                </a:lnTo>
                <a:lnTo>
                  <a:pt x="20267" y="12077"/>
                </a:lnTo>
                <a:lnTo>
                  <a:pt x="19421" y="13988"/>
                </a:lnTo>
                <a:lnTo>
                  <a:pt x="18407" y="15885"/>
                </a:lnTo>
                <a:lnTo>
                  <a:pt x="17255" y="17783"/>
                </a:lnTo>
                <a:lnTo>
                  <a:pt x="15999" y="19684"/>
                </a:lnTo>
                <a:lnTo>
                  <a:pt x="14659" y="21600"/>
                </a:lnTo>
                <a:lnTo>
                  <a:pt x="10536" y="20310"/>
                </a:lnTo>
                <a:lnTo>
                  <a:pt x="7718" y="19236"/>
                </a:lnTo>
                <a:lnTo>
                  <a:pt x="4900" y="17801"/>
                </a:lnTo>
                <a:lnTo>
                  <a:pt x="777" y="15429"/>
                </a:lnTo>
                <a:lnTo>
                  <a:pt x="347" y="13216"/>
                </a:lnTo>
                <a:lnTo>
                  <a:pt x="90" y="11013"/>
                </a:lnTo>
                <a:lnTo>
                  <a:pt x="0" y="8816"/>
                </a:lnTo>
                <a:lnTo>
                  <a:pt x="49" y="6619"/>
                </a:lnTo>
                <a:lnTo>
                  <a:pt x="208" y="4422"/>
                </a:lnTo>
                <a:lnTo>
                  <a:pt x="458" y="2216"/>
                </a:lnTo>
                <a:lnTo>
                  <a:pt x="777" y="0"/>
                </a:lnTo>
                <a:close/>
              </a:path>
            </a:pathLst>
          </a:custGeom>
          <a:solidFill>
            <a:srgbClr val="A7BE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0" name="contour_16178"/>
          <p:cNvSpPr/>
          <p:nvPr/>
        </p:nvSpPr>
        <p:spPr>
          <a:xfrm>
            <a:off x="586126" y="5539471"/>
            <a:ext cx="43728" cy="285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61"/>
                </a:moveTo>
                <a:lnTo>
                  <a:pt x="19462" y="6698"/>
                </a:lnTo>
                <a:lnTo>
                  <a:pt x="17323" y="8336"/>
                </a:lnTo>
                <a:lnTo>
                  <a:pt x="15178" y="9979"/>
                </a:lnTo>
                <a:lnTo>
                  <a:pt x="13032" y="11621"/>
                </a:lnTo>
                <a:lnTo>
                  <a:pt x="10879" y="13270"/>
                </a:lnTo>
                <a:lnTo>
                  <a:pt x="8723" y="14918"/>
                </a:lnTo>
                <a:lnTo>
                  <a:pt x="6556" y="16578"/>
                </a:lnTo>
                <a:lnTo>
                  <a:pt x="4381" y="18243"/>
                </a:lnTo>
                <a:lnTo>
                  <a:pt x="2196" y="19919"/>
                </a:lnTo>
                <a:lnTo>
                  <a:pt x="0" y="21600"/>
                </a:lnTo>
                <a:lnTo>
                  <a:pt x="0" y="18325"/>
                </a:lnTo>
                <a:lnTo>
                  <a:pt x="0" y="15040"/>
                </a:lnTo>
                <a:lnTo>
                  <a:pt x="0" y="11743"/>
                </a:lnTo>
                <a:lnTo>
                  <a:pt x="0" y="8418"/>
                </a:lnTo>
                <a:lnTo>
                  <a:pt x="0" y="5061"/>
                </a:lnTo>
                <a:lnTo>
                  <a:pt x="2142" y="2431"/>
                </a:lnTo>
                <a:lnTo>
                  <a:pt x="4388" y="810"/>
                </a:lnTo>
                <a:lnTo>
                  <a:pt x="6721" y="50"/>
                </a:lnTo>
                <a:lnTo>
                  <a:pt x="9126" y="0"/>
                </a:lnTo>
                <a:lnTo>
                  <a:pt x="11585" y="502"/>
                </a:lnTo>
                <a:lnTo>
                  <a:pt x="14076" y="1411"/>
                </a:lnTo>
                <a:lnTo>
                  <a:pt x="16589" y="2580"/>
                </a:lnTo>
                <a:lnTo>
                  <a:pt x="19102" y="3843"/>
                </a:lnTo>
                <a:lnTo>
                  <a:pt x="21600" y="5061"/>
                </a:lnTo>
                <a:close/>
              </a:path>
            </a:pathLst>
          </a:custGeom>
          <a:solidFill>
            <a:srgbClr val="6258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1" name="contour_16179"/>
          <p:cNvSpPr/>
          <p:nvPr/>
        </p:nvSpPr>
        <p:spPr>
          <a:xfrm>
            <a:off x="4864177" y="5531586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611"/>
                </a:lnTo>
                <a:lnTo>
                  <a:pt x="8568" y="1225"/>
                </a:lnTo>
                <a:lnTo>
                  <a:pt x="12874" y="1839"/>
                </a:lnTo>
                <a:lnTo>
                  <a:pt x="17215" y="2459"/>
                </a:lnTo>
                <a:lnTo>
                  <a:pt x="21600" y="3086"/>
                </a:lnTo>
                <a:lnTo>
                  <a:pt x="20268" y="4940"/>
                </a:lnTo>
                <a:lnTo>
                  <a:pt x="18922" y="6792"/>
                </a:lnTo>
                <a:lnTo>
                  <a:pt x="17575" y="8643"/>
                </a:lnTo>
                <a:lnTo>
                  <a:pt x="16214" y="10495"/>
                </a:lnTo>
                <a:lnTo>
                  <a:pt x="14846" y="12343"/>
                </a:lnTo>
                <a:lnTo>
                  <a:pt x="13594" y="14065"/>
                </a:lnTo>
                <a:lnTo>
                  <a:pt x="12334" y="15796"/>
                </a:lnTo>
                <a:lnTo>
                  <a:pt x="11052" y="17552"/>
                </a:lnTo>
                <a:lnTo>
                  <a:pt x="9144" y="19560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BE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2" name="contour_16180"/>
          <p:cNvSpPr/>
          <p:nvPr/>
        </p:nvSpPr>
        <p:spPr>
          <a:xfrm>
            <a:off x="3514711" y="5524298"/>
            <a:ext cx="242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9" y="0"/>
                </a:moveTo>
                <a:lnTo>
                  <a:pt x="5890" y="553"/>
                </a:lnTo>
                <a:lnTo>
                  <a:pt x="9319" y="1054"/>
                </a:lnTo>
                <a:lnTo>
                  <a:pt x="12281" y="1711"/>
                </a:lnTo>
                <a:lnTo>
                  <a:pt x="15710" y="2730"/>
                </a:lnTo>
                <a:lnTo>
                  <a:pt x="20541" y="4320"/>
                </a:lnTo>
                <a:lnTo>
                  <a:pt x="21269" y="7279"/>
                </a:lnTo>
                <a:lnTo>
                  <a:pt x="21594" y="10113"/>
                </a:lnTo>
                <a:lnTo>
                  <a:pt x="21600" y="12887"/>
                </a:lnTo>
                <a:lnTo>
                  <a:pt x="21373" y="15677"/>
                </a:lnTo>
                <a:lnTo>
                  <a:pt x="20990" y="18559"/>
                </a:lnTo>
                <a:lnTo>
                  <a:pt x="20541" y="21600"/>
                </a:lnTo>
                <a:lnTo>
                  <a:pt x="15710" y="21047"/>
                </a:lnTo>
                <a:lnTo>
                  <a:pt x="12281" y="20546"/>
                </a:lnTo>
                <a:lnTo>
                  <a:pt x="9319" y="19889"/>
                </a:lnTo>
                <a:lnTo>
                  <a:pt x="5890" y="18870"/>
                </a:lnTo>
                <a:lnTo>
                  <a:pt x="1059" y="17280"/>
                </a:lnTo>
                <a:lnTo>
                  <a:pt x="331" y="14321"/>
                </a:lnTo>
                <a:lnTo>
                  <a:pt x="6" y="11487"/>
                </a:lnTo>
                <a:lnTo>
                  <a:pt x="0" y="8713"/>
                </a:lnTo>
                <a:lnTo>
                  <a:pt x="227" y="5923"/>
                </a:lnTo>
                <a:lnTo>
                  <a:pt x="610" y="3041"/>
                </a:lnTo>
                <a:lnTo>
                  <a:pt x="1059" y="0"/>
                </a:lnTo>
                <a:close/>
              </a:path>
            </a:pathLst>
          </a:custGeom>
          <a:solidFill>
            <a:srgbClr val="F7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3" name="contour_16181"/>
          <p:cNvSpPr/>
          <p:nvPr/>
        </p:nvSpPr>
        <p:spPr>
          <a:xfrm>
            <a:off x="9630523" y="5517578"/>
            <a:ext cx="51016" cy="285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4736"/>
                </a:moveTo>
                <a:lnTo>
                  <a:pt x="19017" y="6669"/>
                </a:lnTo>
                <a:lnTo>
                  <a:pt x="20301" y="8614"/>
                </a:lnTo>
                <a:lnTo>
                  <a:pt x="21600" y="10585"/>
                </a:lnTo>
                <a:lnTo>
                  <a:pt x="19724" y="12342"/>
                </a:lnTo>
                <a:lnTo>
                  <a:pt x="17860" y="14033"/>
                </a:lnTo>
                <a:lnTo>
                  <a:pt x="15990" y="15641"/>
                </a:lnTo>
                <a:lnTo>
                  <a:pt x="14105" y="17134"/>
                </a:lnTo>
                <a:lnTo>
                  <a:pt x="12192" y="18499"/>
                </a:lnTo>
                <a:lnTo>
                  <a:pt x="10238" y="19711"/>
                </a:lnTo>
                <a:lnTo>
                  <a:pt x="8236" y="20752"/>
                </a:lnTo>
                <a:lnTo>
                  <a:pt x="6171" y="21600"/>
                </a:lnTo>
                <a:lnTo>
                  <a:pt x="4456" y="18367"/>
                </a:lnTo>
                <a:lnTo>
                  <a:pt x="3243" y="15938"/>
                </a:lnTo>
                <a:lnTo>
                  <a:pt x="2364" y="13857"/>
                </a:lnTo>
                <a:lnTo>
                  <a:pt x="1645" y="11659"/>
                </a:lnTo>
                <a:lnTo>
                  <a:pt x="913" y="8883"/>
                </a:lnTo>
                <a:lnTo>
                  <a:pt x="0" y="5078"/>
                </a:lnTo>
                <a:lnTo>
                  <a:pt x="3286" y="3068"/>
                </a:lnTo>
                <a:lnTo>
                  <a:pt x="5906" y="1559"/>
                </a:lnTo>
                <a:lnTo>
                  <a:pt x="7998" y="545"/>
                </a:lnTo>
                <a:lnTo>
                  <a:pt x="9717" y="28"/>
                </a:lnTo>
                <a:lnTo>
                  <a:pt x="11201" y="0"/>
                </a:lnTo>
                <a:lnTo>
                  <a:pt x="12599" y="457"/>
                </a:lnTo>
                <a:lnTo>
                  <a:pt x="14059" y="1404"/>
                </a:lnTo>
                <a:lnTo>
                  <a:pt x="15725" y="2831"/>
                </a:lnTo>
                <a:lnTo>
                  <a:pt x="17743" y="4736"/>
                </a:lnTo>
                <a:close/>
              </a:path>
            </a:pathLst>
          </a:custGeom>
          <a:solidFill>
            <a:srgbClr val="E3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4" name="contour_16182"/>
          <p:cNvSpPr/>
          <p:nvPr/>
        </p:nvSpPr>
        <p:spPr>
          <a:xfrm>
            <a:off x="7458702" y="552429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611" y="4018"/>
                </a:lnTo>
                <a:lnTo>
                  <a:pt x="19500" y="6869"/>
                </a:lnTo>
                <a:lnTo>
                  <a:pt x="20157" y="9331"/>
                </a:lnTo>
                <a:lnTo>
                  <a:pt x="20788" y="12182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DCE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5" name="contour_16183"/>
          <p:cNvSpPr/>
          <p:nvPr/>
        </p:nvSpPr>
        <p:spPr>
          <a:xfrm>
            <a:off x="4470625" y="5517010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21600" y="8078"/>
                </a:lnTo>
                <a:lnTo>
                  <a:pt x="21600" y="10800"/>
                </a:lnTo>
                <a:lnTo>
                  <a:pt x="20183" y="10611"/>
                </a:lnTo>
                <a:lnTo>
                  <a:pt x="18741" y="10422"/>
                </a:lnTo>
                <a:lnTo>
                  <a:pt x="17815" y="10346"/>
                </a:lnTo>
                <a:lnTo>
                  <a:pt x="15017" y="10125"/>
                </a:lnTo>
                <a:lnTo>
                  <a:pt x="14097" y="10028"/>
                </a:lnTo>
                <a:lnTo>
                  <a:pt x="11316" y="9747"/>
                </a:lnTo>
                <a:lnTo>
                  <a:pt x="9720" y="10271"/>
                </a:lnTo>
                <a:lnTo>
                  <a:pt x="8100" y="10800"/>
                </a:lnTo>
                <a:lnTo>
                  <a:pt x="7430" y="13473"/>
                </a:lnTo>
                <a:lnTo>
                  <a:pt x="6761" y="16157"/>
                </a:lnTo>
                <a:lnTo>
                  <a:pt x="6083" y="18862"/>
                </a:lnTo>
                <a:lnTo>
                  <a:pt x="5400" y="21600"/>
                </a:lnTo>
                <a:lnTo>
                  <a:pt x="4636" y="18544"/>
                </a:lnTo>
                <a:lnTo>
                  <a:pt x="3872" y="15487"/>
                </a:lnTo>
                <a:lnTo>
                  <a:pt x="3105" y="12420"/>
                </a:lnTo>
                <a:lnTo>
                  <a:pt x="2336" y="9342"/>
                </a:lnTo>
                <a:lnTo>
                  <a:pt x="1561" y="6248"/>
                </a:lnTo>
                <a:lnTo>
                  <a:pt x="783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6760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6" name="contour_16184"/>
          <p:cNvSpPr/>
          <p:nvPr/>
        </p:nvSpPr>
        <p:spPr>
          <a:xfrm>
            <a:off x="1183741" y="552429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462" y="19462"/>
                </a:lnTo>
                <a:lnTo>
                  <a:pt x="17323" y="17323"/>
                </a:lnTo>
                <a:lnTo>
                  <a:pt x="15180" y="15180"/>
                </a:lnTo>
                <a:lnTo>
                  <a:pt x="13033" y="13033"/>
                </a:lnTo>
                <a:lnTo>
                  <a:pt x="10882" y="10882"/>
                </a:lnTo>
                <a:lnTo>
                  <a:pt x="8722" y="8722"/>
                </a:lnTo>
                <a:lnTo>
                  <a:pt x="6558" y="6558"/>
                </a:lnTo>
                <a:lnTo>
                  <a:pt x="4380" y="4380"/>
                </a:lnTo>
                <a:lnTo>
                  <a:pt x="2199" y="2199"/>
                </a:lnTo>
                <a:lnTo>
                  <a:pt x="0" y="0"/>
                </a:lnTo>
                <a:close/>
              </a:path>
            </a:pathLst>
          </a:custGeom>
          <a:solidFill>
            <a:srgbClr val="B49C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7" name="contour_16185"/>
          <p:cNvSpPr/>
          <p:nvPr/>
        </p:nvSpPr>
        <p:spPr>
          <a:xfrm>
            <a:off x="8639357" y="550243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02" y="832"/>
                </a:lnTo>
                <a:lnTo>
                  <a:pt x="3601" y="1669"/>
                </a:lnTo>
                <a:lnTo>
                  <a:pt x="5403" y="2511"/>
                </a:lnTo>
                <a:lnTo>
                  <a:pt x="7202" y="3359"/>
                </a:lnTo>
                <a:lnTo>
                  <a:pt x="9001" y="4207"/>
                </a:lnTo>
                <a:lnTo>
                  <a:pt x="10800" y="5065"/>
                </a:lnTo>
                <a:lnTo>
                  <a:pt x="12349" y="5773"/>
                </a:lnTo>
                <a:lnTo>
                  <a:pt x="13923" y="6485"/>
                </a:lnTo>
                <a:lnTo>
                  <a:pt x="15861" y="7468"/>
                </a:lnTo>
                <a:lnTo>
                  <a:pt x="17783" y="8532"/>
                </a:lnTo>
                <a:lnTo>
                  <a:pt x="19696" y="9650"/>
                </a:lnTo>
                <a:lnTo>
                  <a:pt x="21600" y="10800"/>
                </a:lnTo>
                <a:lnTo>
                  <a:pt x="21600" y="13478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485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8" name="contour_16186"/>
          <p:cNvSpPr/>
          <p:nvPr/>
        </p:nvSpPr>
        <p:spPr>
          <a:xfrm>
            <a:off x="5695008" y="5495146"/>
            <a:ext cx="377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6809" y="756"/>
                </a:lnTo>
                <a:lnTo>
                  <a:pt x="9341" y="1672"/>
                </a:lnTo>
                <a:lnTo>
                  <a:pt x="11784" y="2748"/>
                </a:lnTo>
                <a:lnTo>
                  <a:pt x="14144" y="3987"/>
                </a:lnTo>
                <a:lnTo>
                  <a:pt x="16434" y="5383"/>
                </a:lnTo>
                <a:lnTo>
                  <a:pt x="18664" y="6934"/>
                </a:lnTo>
                <a:lnTo>
                  <a:pt x="20849" y="8640"/>
                </a:lnTo>
                <a:lnTo>
                  <a:pt x="2135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50" y="18645"/>
                </a:lnTo>
                <a:lnTo>
                  <a:pt x="20849" y="21600"/>
                </a:lnTo>
                <a:lnTo>
                  <a:pt x="16075" y="20796"/>
                </a:lnTo>
                <a:lnTo>
                  <a:pt x="12718" y="20183"/>
                </a:lnTo>
                <a:lnTo>
                  <a:pt x="10312" y="19647"/>
                </a:lnTo>
                <a:lnTo>
                  <a:pt x="8394" y="19064"/>
                </a:lnTo>
                <a:lnTo>
                  <a:pt x="6501" y="18317"/>
                </a:lnTo>
                <a:lnTo>
                  <a:pt x="4170" y="17280"/>
                </a:lnTo>
                <a:lnTo>
                  <a:pt x="2510" y="14066"/>
                </a:lnTo>
                <a:lnTo>
                  <a:pt x="1464" y="11785"/>
                </a:lnTo>
                <a:lnTo>
                  <a:pt x="830" y="9815"/>
                </a:lnTo>
                <a:lnTo>
                  <a:pt x="409" y="7534"/>
                </a:lnTo>
                <a:lnTo>
                  <a:pt x="0" y="4320"/>
                </a:lnTo>
                <a:lnTo>
                  <a:pt x="2068" y="2177"/>
                </a:lnTo>
                <a:lnTo>
                  <a:pt x="4170" y="0"/>
                </a:lnTo>
                <a:close/>
              </a:path>
            </a:pathLst>
          </a:custGeom>
          <a:solidFill>
            <a:srgbClr val="3533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89" name="contour_16187"/>
          <p:cNvSpPr/>
          <p:nvPr/>
        </p:nvSpPr>
        <p:spPr>
          <a:xfrm>
            <a:off x="5629052" y="5495146"/>
            <a:ext cx="295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" y="0"/>
                </a:moveTo>
                <a:lnTo>
                  <a:pt x="4075" y="461"/>
                </a:lnTo>
                <a:lnTo>
                  <a:pt x="6811" y="878"/>
                </a:lnTo>
                <a:lnTo>
                  <a:pt x="9243" y="1426"/>
                </a:lnTo>
                <a:lnTo>
                  <a:pt x="12139" y="2275"/>
                </a:lnTo>
                <a:lnTo>
                  <a:pt x="16267" y="3600"/>
                </a:lnTo>
                <a:lnTo>
                  <a:pt x="17957" y="5922"/>
                </a:lnTo>
                <a:lnTo>
                  <a:pt x="19328" y="8233"/>
                </a:lnTo>
                <a:lnTo>
                  <a:pt x="20373" y="10562"/>
                </a:lnTo>
                <a:lnTo>
                  <a:pt x="21099" y="12942"/>
                </a:lnTo>
                <a:lnTo>
                  <a:pt x="21509" y="15412"/>
                </a:lnTo>
                <a:lnTo>
                  <a:pt x="21600" y="18000"/>
                </a:lnTo>
                <a:lnTo>
                  <a:pt x="18619" y="19577"/>
                </a:lnTo>
                <a:lnTo>
                  <a:pt x="16517" y="20477"/>
                </a:lnTo>
                <a:lnTo>
                  <a:pt x="14288" y="21038"/>
                </a:lnTo>
                <a:lnTo>
                  <a:pt x="10933" y="21600"/>
                </a:lnTo>
                <a:lnTo>
                  <a:pt x="8283" y="19188"/>
                </a:lnTo>
                <a:lnTo>
                  <a:pt x="6000" y="16934"/>
                </a:lnTo>
                <a:lnTo>
                  <a:pt x="4091" y="14767"/>
                </a:lnTo>
                <a:lnTo>
                  <a:pt x="2544" y="12629"/>
                </a:lnTo>
                <a:lnTo>
                  <a:pt x="1360" y="10447"/>
                </a:lnTo>
                <a:lnTo>
                  <a:pt x="544" y="8161"/>
                </a:lnTo>
                <a:lnTo>
                  <a:pt x="91" y="5702"/>
                </a:lnTo>
                <a:lnTo>
                  <a:pt x="0" y="3002"/>
                </a:lnTo>
                <a:lnTo>
                  <a:pt x="267" y="0"/>
                </a:lnTo>
                <a:close/>
              </a:path>
            </a:pathLst>
          </a:custGeom>
          <a:solidFill>
            <a:srgbClr val="7666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0" name="contour_16188"/>
          <p:cNvSpPr/>
          <p:nvPr/>
        </p:nvSpPr>
        <p:spPr>
          <a:xfrm>
            <a:off x="6977695" y="549514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2566"/>
                </a:lnTo>
                <a:lnTo>
                  <a:pt x="18995" y="5141"/>
                </a:lnTo>
                <a:lnTo>
                  <a:pt x="19855" y="7724"/>
                </a:lnTo>
                <a:lnTo>
                  <a:pt x="20723" y="10329"/>
                </a:lnTo>
                <a:lnTo>
                  <a:pt x="21600" y="12960"/>
                </a:lnTo>
                <a:lnTo>
                  <a:pt x="20503" y="13509"/>
                </a:lnTo>
                <a:lnTo>
                  <a:pt x="19453" y="14036"/>
                </a:lnTo>
                <a:lnTo>
                  <a:pt x="18144" y="14688"/>
                </a:lnTo>
                <a:lnTo>
                  <a:pt x="16282" y="15621"/>
                </a:lnTo>
                <a:lnTo>
                  <a:pt x="13556" y="16982"/>
                </a:lnTo>
                <a:lnTo>
                  <a:pt x="9672" y="18926"/>
                </a:lnTo>
                <a:lnTo>
                  <a:pt x="4320" y="21600"/>
                </a:lnTo>
                <a:lnTo>
                  <a:pt x="3465" y="19034"/>
                </a:lnTo>
                <a:lnTo>
                  <a:pt x="2605" y="16459"/>
                </a:lnTo>
                <a:lnTo>
                  <a:pt x="1745" y="13876"/>
                </a:lnTo>
                <a:lnTo>
                  <a:pt x="877" y="11271"/>
                </a:lnTo>
                <a:lnTo>
                  <a:pt x="0" y="8640"/>
                </a:lnTo>
                <a:lnTo>
                  <a:pt x="2851" y="8640"/>
                </a:lnTo>
                <a:lnTo>
                  <a:pt x="5707" y="8640"/>
                </a:lnTo>
                <a:lnTo>
                  <a:pt x="8575" y="8640"/>
                </a:lnTo>
                <a:lnTo>
                  <a:pt x="11457" y="8640"/>
                </a:lnTo>
                <a:lnTo>
                  <a:pt x="14355" y="8640"/>
                </a:lnTo>
                <a:lnTo>
                  <a:pt x="17280" y="8640"/>
                </a:lnTo>
                <a:lnTo>
                  <a:pt x="17280" y="5784"/>
                </a:lnTo>
                <a:lnTo>
                  <a:pt x="17280" y="2912"/>
                </a:lnTo>
                <a:lnTo>
                  <a:pt x="17280" y="0"/>
                </a:lnTo>
                <a:close/>
              </a:path>
            </a:pathLst>
          </a:custGeom>
          <a:solidFill>
            <a:srgbClr val="332D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1" name="contour_16189"/>
          <p:cNvSpPr/>
          <p:nvPr/>
        </p:nvSpPr>
        <p:spPr>
          <a:xfrm>
            <a:off x="5526400" y="5502434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891"/>
                </a:lnTo>
                <a:lnTo>
                  <a:pt x="7606" y="1782"/>
                </a:lnTo>
                <a:lnTo>
                  <a:pt x="11074" y="2678"/>
                </a:lnTo>
                <a:lnTo>
                  <a:pt x="14558" y="3580"/>
                </a:lnTo>
                <a:lnTo>
                  <a:pt x="18064" y="4487"/>
                </a:lnTo>
                <a:lnTo>
                  <a:pt x="21600" y="5400"/>
                </a:lnTo>
                <a:lnTo>
                  <a:pt x="20566" y="8608"/>
                </a:lnTo>
                <a:lnTo>
                  <a:pt x="19526" y="11826"/>
                </a:lnTo>
                <a:lnTo>
                  <a:pt x="18487" y="15055"/>
                </a:lnTo>
                <a:lnTo>
                  <a:pt x="17437" y="18311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2" name="contour_16190"/>
          <p:cNvSpPr/>
          <p:nvPr/>
        </p:nvSpPr>
        <p:spPr>
          <a:xfrm>
            <a:off x="6941255" y="5495146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862" y="18036"/>
                </a:lnTo>
                <a:lnTo>
                  <a:pt x="1724" y="14467"/>
                </a:lnTo>
                <a:lnTo>
                  <a:pt x="2591" y="10881"/>
                </a:lnTo>
                <a:lnTo>
                  <a:pt x="3463" y="7279"/>
                </a:lnTo>
                <a:lnTo>
                  <a:pt x="4341" y="3656"/>
                </a:lnTo>
                <a:lnTo>
                  <a:pt x="5224" y="0"/>
                </a:lnTo>
                <a:close/>
              </a:path>
            </a:pathLst>
          </a:custGeom>
          <a:solidFill>
            <a:srgbClr val="E6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3" name="contour_16191"/>
          <p:cNvSpPr/>
          <p:nvPr/>
        </p:nvSpPr>
        <p:spPr>
          <a:xfrm>
            <a:off x="3829282" y="548785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490" y="2354"/>
                </a:lnTo>
                <a:lnTo>
                  <a:pt x="13651" y="4093"/>
                </a:lnTo>
                <a:lnTo>
                  <a:pt x="14575" y="5735"/>
                </a:lnTo>
                <a:lnTo>
                  <a:pt x="15552" y="7798"/>
                </a:lnTo>
                <a:lnTo>
                  <a:pt x="16875" y="10800"/>
                </a:lnTo>
                <a:lnTo>
                  <a:pt x="17782" y="12809"/>
                </a:lnTo>
                <a:lnTo>
                  <a:pt x="18695" y="14828"/>
                </a:lnTo>
                <a:lnTo>
                  <a:pt x="19618" y="16877"/>
                </a:lnTo>
                <a:lnTo>
                  <a:pt x="20601" y="19220"/>
                </a:lnTo>
                <a:lnTo>
                  <a:pt x="21600" y="21600"/>
                </a:lnTo>
                <a:lnTo>
                  <a:pt x="17696" y="20984"/>
                </a:lnTo>
                <a:lnTo>
                  <a:pt x="14899" y="20488"/>
                </a:lnTo>
                <a:lnTo>
                  <a:pt x="12436" y="19940"/>
                </a:lnTo>
                <a:lnTo>
                  <a:pt x="9531" y="19170"/>
                </a:lnTo>
                <a:lnTo>
                  <a:pt x="5400" y="18000"/>
                </a:lnTo>
                <a:lnTo>
                  <a:pt x="3785" y="15444"/>
                </a:lnTo>
                <a:lnTo>
                  <a:pt x="2862" y="13633"/>
                </a:lnTo>
                <a:lnTo>
                  <a:pt x="2279" y="11696"/>
                </a:lnTo>
                <a:lnTo>
                  <a:pt x="1685" y="8777"/>
                </a:lnTo>
                <a:lnTo>
                  <a:pt x="1156" y="6311"/>
                </a:lnTo>
                <a:lnTo>
                  <a:pt x="610" y="3812"/>
                </a:lnTo>
                <a:lnTo>
                  <a:pt x="308" y="1919"/>
                </a:lnTo>
                <a:lnTo>
                  <a:pt x="0" y="0"/>
                </a:lnTo>
                <a:close/>
              </a:path>
            </a:pathLst>
          </a:custGeom>
          <a:solidFill>
            <a:srgbClr val="836F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4" name="contour_16192"/>
          <p:cNvSpPr/>
          <p:nvPr/>
        </p:nvSpPr>
        <p:spPr>
          <a:xfrm>
            <a:off x="7123454" y="548057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788" y="9418"/>
                </a:lnTo>
                <a:lnTo>
                  <a:pt x="20157" y="12269"/>
                </a:lnTo>
                <a:lnTo>
                  <a:pt x="19500" y="14731"/>
                </a:lnTo>
                <a:lnTo>
                  <a:pt x="18611" y="17582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7076" y="18689"/>
                </a:lnTo>
                <a:lnTo>
                  <a:pt x="5694" y="15719"/>
                </a:lnTo>
                <a:lnTo>
                  <a:pt x="4450" y="12685"/>
                </a:lnTo>
                <a:lnTo>
                  <a:pt x="3300" y="9596"/>
                </a:lnTo>
                <a:lnTo>
                  <a:pt x="2203" y="6453"/>
                </a:lnTo>
                <a:lnTo>
                  <a:pt x="1119" y="3251"/>
                </a:lnTo>
                <a:lnTo>
                  <a:pt x="0" y="0"/>
                </a:lnTo>
                <a:close/>
              </a:path>
            </a:pathLst>
          </a:custGeom>
          <a:solidFill>
            <a:srgbClr val="B3B5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5" name="contour_16193"/>
          <p:cNvSpPr/>
          <p:nvPr/>
        </p:nvSpPr>
        <p:spPr>
          <a:xfrm>
            <a:off x="10293016" y="5465994"/>
            <a:ext cx="2986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9867" y="785"/>
                </a:lnTo>
                <a:lnTo>
                  <a:pt x="12729" y="1364"/>
                </a:lnTo>
                <a:lnTo>
                  <a:pt x="15133" y="1912"/>
                </a:lnTo>
                <a:lnTo>
                  <a:pt x="17837" y="2599"/>
                </a:lnTo>
                <a:lnTo>
                  <a:pt x="21600" y="3600"/>
                </a:lnTo>
                <a:lnTo>
                  <a:pt x="20093" y="5404"/>
                </a:lnTo>
                <a:lnTo>
                  <a:pt x="18585" y="7207"/>
                </a:lnTo>
                <a:lnTo>
                  <a:pt x="17067" y="9007"/>
                </a:lnTo>
                <a:lnTo>
                  <a:pt x="15544" y="10804"/>
                </a:lnTo>
                <a:lnTo>
                  <a:pt x="14020" y="12600"/>
                </a:lnTo>
                <a:lnTo>
                  <a:pt x="12613" y="14274"/>
                </a:lnTo>
                <a:lnTo>
                  <a:pt x="11201" y="15955"/>
                </a:lnTo>
                <a:lnTo>
                  <a:pt x="9762" y="17662"/>
                </a:lnTo>
                <a:lnTo>
                  <a:pt x="7790" y="19616"/>
                </a:lnTo>
                <a:lnTo>
                  <a:pt x="5787" y="21600"/>
                </a:lnTo>
                <a:lnTo>
                  <a:pt x="3173" y="21600"/>
                </a:lnTo>
                <a:lnTo>
                  <a:pt x="517" y="21600"/>
                </a:lnTo>
                <a:lnTo>
                  <a:pt x="416" y="19408"/>
                </a:lnTo>
                <a:lnTo>
                  <a:pt x="332" y="17212"/>
                </a:lnTo>
                <a:lnTo>
                  <a:pt x="258" y="15019"/>
                </a:lnTo>
                <a:lnTo>
                  <a:pt x="190" y="12823"/>
                </a:lnTo>
                <a:lnTo>
                  <a:pt x="95" y="10375"/>
                </a:lnTo>
                <a:lnTo>
                  <a:pt x="0" y="7888"/>
                </a:lnTo>
                <a:lnTo>
                  <a:pt x="380" y="5353"/>
                </a:lnTo>
                <a:lnTo>
                  <a:pt x="1112" y="3686"/>
                </a:lnTo>
                <a:lnTo>
                  <a:pt x="2730" y="2149"/>
                </a:lnTo>
                <a:lnTo>
                  <a:pt x="5787" y="0"/>
                </a:lnTo>
                <a:close/>
              </a:path>
            </a:pathLst>
          </a:custGeom>
          <a:solidFill>
            <a:srgbClr val="696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6" name="contour_16194"/>
          <p:cNvSpPr/>
          <p:nvPr/>
        </p:nvSpPr>
        <p:spPr>
          <a:xfrm>
            <a:off x="9980347" y="5458706"/>
            <a:ext cx="3052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58" y="0"/>
                </a:moveTo>
                <a:lnTo>
                  <a:pt x="10191" y="3085"/>
                </a:lnTo>
                <a:lnTo>
                  <a:pt x="13982" y="5497"/>
                </a:lnTo>
                <a:lnTo>
                  <a:pt x="16736" y="7434"/>
                </a:lnTo>
                <a:lnTo>
                  <a:pt x="18640" y="9090"/>
                </a:lnTo>
                <a:lnTo>
                  <a:pt x="19883" y="10663"/>
                </a:lnTo>
                <a:lnTo>
                  <a:pt x="20666" y="12355"/>
                </a:lnTo>
                <a:lnTo>
                  <a:pt x="21172" y="14360"/>
                </a:lnTo>
                <a:lnTo>
                  <a:pt x="21600" y="16877"/>
                </a:lnTo>
                <a:lnTo>
                  <a:pt x="21120" y="19220"/>
                </a:lnTo>
                <a:lnTo>
                  <a:pt x="20630" y="21600"/>
                </a:lnTo>
                <a:lnTo>
                  <a:pt x="17397" y="20848"/>
                </a:lnTo>
                <a:lnTo>
                  <a:pt x="14266" y="20056"/>
                </a:lnTo>
                <a:lnTo>
                  <a:pt x="11228" y="19199"/>
                </a:lnTo>
                <a:lnTo>
                  <a:pt x="8288" y="18238"/>
                </a:lnTo>
                <a:lnTo>
                  <a:pt x="5436" y="17143"/>
                </a:lnTo>
                <a:lnTo>
                  <a:pt x="2677" y="15872"/>
                </a:lnTo>
                <a:lnTo>
                  <a:pt x="0" y="14400"/>
                </a:lnTo>
                <a:lnTo>
                  <a:pt x="57" y="11822"/>
                </a:lnTo>
                <a:lnTo>
                  <a:pt x="511" y="9374"/>
                </a:lnTo>
                <a:lnTo>
                  <a:pt x="1305" y="7009"/>
                </a:lnTo>
                <a:lnTo>
                  <a:pt x="2383" y="4691"/>
                </a:lnTo>
                <a:lnTo>
                  <a:pt x="3683" y="2369"/>
                </a:lnTo>
                <a:lnTo>
                  <a:pt x="5158" y="0"/>
                </a:lnTo>
                <a:close/>
              </a:path>
            </a:pathLst>
          </a:custGeom>
          <a:solidFill>
            <a:srgbClr val="CED1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7" name="contour_16195"/>
          <p:cNvSpPr/>
          <p:nvPr/>
        </p:nvSpPr>
        <p:spPr>
          <a:xfrm>
            <a:off x="7246038" y="5464682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930"/>
                </a:moveTo>
                <a:lnTo>
                  <a:pt x="4620" y="310"/>
                </a:lnTo>
                <a:lnTo>
                  <a:pt x="7271" y="0"/>
                </a:lnTo>
                <a:lnTo>
                  <a:pt x="9627" y="0"/>
                </a:lnTo>
                <a:lnTo>
                  <a:pt x="12433" y="310"/>
                </a:lnTo>
                <a:lnTo>
                  <a:pt x="16433" y="930"/>
                </a:lnTo>
                <a:lnTo>
                  <a:pt x="17843" y="4268"/>
                </a:lnTo>
                <a:lnTo>
                  <a:pt x="18959" y="7632"/>
                </a:lnTo>
                <a:lnTo>
                  <a:pt x="19843" y="11038"/>
                </a:lnTo>
                <a:lnTo>
                  <a:pt x="20541" y="14495"/>
                </a:lnTo>
                <a:lnTo>
                  <a:pt x="21109" y="18009"/>
                </a:lnTo>
                <a:lnTo>
                  <a:pt x="21600" y="21600"/>
                </a:lnTo>
                <a:lnTo>
                  <a:pt x="18009" y="21109"/>
                </a:lnTo>
                <a:lnTo>
                  <a:pt x="14495" y="20541"/>
                </a:lnTo>
                <a:lnTo>
                  <a:pt x="11038" y="19843"/>
                </a:lnTo>
                <a:lnTo>
                  <a:pt x="7632" y="18959"/>
                </a:lnTo>
                <a:lnTo>
                  <a:pt x="4268" y="17843"/>
                </a:lnTo>
                <a:lnTo>
                  <a:pt x="930" y="16433"/>
                </a:lnTo>
                <a:lnTo>
                  <a:pt x="310" y="12433"/>
                </a:lnTo>
                <a:lnTo>
                  <a:pt x="0" y="9627"/>
                </a:lnTo>
                <a:lnTo>
                  <a:pt x="0" y="7271"/>
                </a:lnTo>
                <a:lnTo>
                  <a:pt x="310" y="4620"/>
                </a:lnTo>
                <a:lnTo>
                  <a:pt x="930" y="930"/>
                </a:lnTo>
                <a:close/>
              </a:path>
            </a:pathLst>
          </a:custGeom>
          <a:solidFill>
            <a:srgbClr val="A2A6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8" name="contour_16196"/>
          <p:cNvSpPr/>
          <p:nvPr/>
        </p:nvSpPr>
        <p:spPr>
          <a:xfrm>
            <a:off x="2306092" y="545870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611" y="2955"/>
                </a:lnTo>
                <a:lnTo>
                  <a:pt x="19500" y="5106"/>
                </a:lnTo>
                <a:lnTo>
                  <a:pt x="20157" y="7076"/>
                </a:lnTo>
                <a:lnTo>
                  <a:pt x="20788" y="9487"/>
                </a:lnTo>
                <a:lnTo>
                  <a:pt x="21600" y="12960"/>
                </a:lnTo>
                <a:lnTo>
                  <a:pt x="19643" y="16131"/>
                </a:lnTo>
                <a:lnTo>
                  <a:pt x="18092" y="18092"/>
                </a:lnTo>
                <a:lnTo>
                  <a:pt x="16131" y="19643"/>
                </a:lnTo>
                <a:lnTo>
                  <a:pt x="12960" y="21600"/>
                </a:lnTo>
                <a:lnTo>
                  <a:pt x="9487" y="20788"/>
                </a:lnTo>
                <a:lnTo>
                  <a:pt x="7076" y="20157"/>
                </a:lnTo>
                <a:lnTo>
                  <a:pt x="5106" y="19500"/>
                </a:lnTo>
                <a:lnTo>
                  <a:pt x="2955" y="18611"/>
                </a:lnTo>
                <a:lnTo>
                  <a:pt x="0" y="17280"/>
                </a:lnTo>
                <a:lnTo>
                  <a:pt x="2138" y="15142"/>
                </a:lnTo>
                <a:lnTo>
                  <a:pt x="4281" y="12999"/>
                </a:lnTo>
                <a:lnTo>
                  <a:pt x="6424" y="10856"/>
                </a:lnTo>
                <a:lnTo>
                  <a:pt x="8575" y="8705"/>
                </a:lnTo>
                <a:lnTo>
                  <a:pt x="10735" y="6545"/>
                </a:lnTo>
                <a:lnTo>
                  <a:pt x="12904" y="4376"/>
                </a:lnTo>
                <a:lnTo>
                  <a:pt x="15085" y="2195"/>
                </a:lnTo>
                <a:lnTo>
                  <a:pt x="17280" y="0"/>
                </a:lnTo>
                <a:close/>
              </a:path>
            </a:pathLst>
          </a:custGeom>
          <a:solidFill>
            <a:srgbClr val="826E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199" name="contour_16197"/>
          <p:cNvSpPr/>
          <p:nvPr/>
        </p:nvSpPr>
        <p:spPr>
          <a:xfrm>
            <a:off x="1096285" y="544413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498" y="1555"/>
                </a:lnTo>
                <a:lnTo>
                  <a:pt x="7857" y="2909"/>
                </a:lnTo>
                <a:lnTo>
                  <a:pt x="10346" y="4230"/>
                </a:lnTo>
                <a:lnTo>
                  <a:pt x="12226" y="5706"/>
                </a:lnTo>
                <a:lnTo>
                  <a:pt x="13765" y="7510"/>
                </a:lnTo>
                <a:lnTo>
                  <a:pt x="15223" y="9824"/>
                </a:lnTo>
                <a:lnTo>
                  <a:pt x="16875" y="12823"/>
                </a:lnTo>
                <a:lnTo>
                  <a:pt x="17782" y="14465"/>
                </a:lnTo>
                <a:lnTo>
                  <a:pt x="18695" y="16117"/>
                </a:lnTo>
                <a:lnTo>
                  <a:pt x="19618" y="17788"/>
                </a:lnTo>
                <a:lnTo>
                  <a:pt x="20110" y="18738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4806" y="19224"/>
                </a:lnTo>
                <a:lnTo>
                  <a:pt x="4212" y="16844"/>
                </a:lnTo>
                <a:lnTo>
                  <a:pt x="3618" y="14465"/>
                </a:lnTo>
                <a:lnTo>
                  <a:pt x="3019" y="12078"/>
                </a:lnTo>
                <a:lnTo>
                  <a:pt x="2419" y="9684"/>
                </a:lnTo>
                <a:lnTo>
                  <a:pt x="1820" y="7279"/>
                </a:lnTo>
                <a:lnTo>
                  <a:pt x="1215" y="4867"/>
                </a:lnTo>
                <a:lnTo>
                  <a:pt x="61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7C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0" name="contour_16198"/>
          <p:cNvSpPr/>
          <p:nvPr/>
        </p:nvSpPr>
        <p:spPr>
          <a:xfrm>
            <a:off x="6606007" y="5464339"/>
            <a:ext cx="51016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0"/>
                </a:moveTo>
                <a:lnTo>
                  <a:pt x="2253" y="680"/>
                </a:lnTo>
                <a:lnTo>
                  <a:pt x="4462" y="307"/>
                </a:lnTo>
                <a:lnTo>
                  <a:pt x="6644" y="66"/>
                </a:lnTo>
                <a:lnTo>
                  <a:pt x="8816" y="0"/>
                </a:lnTo>
                <a:lnTo>
                  <a:pt x="10994" y="133"/>
                </a:lnTo>
                <a:lnTo>
                  <a:pt x="13191" y="511"/>
                </a:lnTo>
                <a:lnTo>
                  <a:pt x="15429" y="1160"/>
                </a:lnTo>
                <a:lnTo>
                  <a:pt x="16718" y="3822"/>
                </a:lnTo>
                <a:lnTo>
                  <a:pt x="17826" y="6546"/>
                </a:lnTo>
                <a:lnTo>
                  <a:pt x="18780" y="9341"/>
                </a:lnTo>
                <a:lnTo>
                  <a:pt x="19604" y="12228"/>
                </a:lnTo>
                <a:lnTo>
                  <a:pt x="20329" y="15223"/>
                </a:lnTo>
                <a:lnTo>
                  <a:pt x="20986" y="18340"/>
                </a:lnTo>
                <a:lnTo>
                  <a:pt x="21600" y="21600"/>
                </a:lnTo>
                <a:lnTo>
                  <a:pt x="17789" y="19331"/>
                </a:lnTo>
                <a:lnTo>
                  <a:pt x="14595" y="17405"/>
                </a:lnTo>
                <a:lnTo>
                  <a:pt x="11939" y="15744"/>
                </a:lnTo>
                <a:lnTo>
                  <a:pt x="9751" y="14277"/>
                </a:lnTo>
                <a:lnTo>
                  <a:pt x="7952" y="12944"/>
                </a:lnTo>
                <a:lnTo>
                  <a:pt x="6471" y="11661"/>
                </a:lnTo>
                <a:lnTo>
                  <a:pt x="5227" y="10363"/>
                </a:lnTo>
                <a:lnTo>
                  <a:pt x="4150" y="8978"/>
                </a:lnTo>
                <a:lnTo>
                  <a:pt x="3166" y="7440"/>
                </a:lnTo>
                <a:lnTo>
                  <a:pt x="2194" y="5667"/>
                </a:lnTo>
                <a:lnTo>
                  <a:pt x="1163" y="3597"/>
                </a:lnTo>
                <a:lnTo>
                  <a:pt x="0" y="1160"/>
                </a:lnTo>
                <a:close/>
              </a:path>
            </a:pathLst>
          </a:custGeom>
          <a:solidFill>
            <a:srgbClr val="C6C8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1" name="contour_16199"/>
          <p:cNvSpPr/>
          <p:nvPr/>
        </p:nvSpPr>
        <p:spPr>
          <a:xfrm>
            <a:off x="4732993" y="545141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3268" y="19591"/>
                </a:lnTo>
                <a:lnTo>
                  <a:pt x="10406" y="17561"/>
                </a:lnTo>
                <a:lnTo>
                  <a:pt x="7630" y="15483"/>
                </a:lnTo>
                <a:lnTo>
                  <a:pt x="4963" y="13319"/>
                </a:lnTo>
                <a:lnTo>
                  <a:pt x="2408" y="11051"/>
                </a:lnTo>
                <a:lnTo>
                  <a:pt x="0" y="8640"/>
                </a:lnTo>
                <a:lnTo>
                  <a:pt x="1031" y="5620"/>
                </a:lnTo>
                <a:lnTo>
                  <a:pt x="1939" y="3711"/>
                </a:lnTo>
                <a:lnTo>
                  <a:pt x="3224" y="2108"/>
                </a:lnTo>
                <a:lnTo>
                  <a:pt x="5400" y="0"/>
                </a:lnTo>
                <a:close/>
              </a:path>
            </a:pathLst>
          </a:custGeom>
          <a:solidFill>
            <a:srgbClr val="5548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2" name="contour_16200"/>
          <p:cNvSpPr/>
          <p:nvPr/>
        </p:nvSpPr>
        <p:spPr>
          <a:xfrm>
            <a:off x="10519658" y="5444130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124" y="2536"/>
                </a:lnTo>
                <a:lnTo>
                  <a:pt x="5940" y="5112"/>
                </a:lnTo>
                <a:lnTo>
                  <a:pt x="7279" y="7648"/>
                </a:lnTo>
                <a:lnTo>
                  <a:pt x="8640" y="10225"/>
                </a:lnTo>
                <a:lnTo>
                  <a:pt x="11496" y="10225"/>
                </a:lnTo>
                <a:lnTo>
                  <a:pt x="14368" y="10225"/>
                </a:lnTo>
                <a:lnTo>
                  <a:pt x="17280" y="10225"/>
                </a:lnTo>
                <a:lnTo>
                  <a:pt x="18865" y="7188"/>
                </a:lnTo>
                <a:lnTo>
                  <a:pt x="19846" y="5112"/>
                </a:lnTo>
                <a:lnTo>
                  <a:pt x="20619" y="3037"/>
                </a:lnTo>
                <a:lnTo>
                  <a:pt x="21600" y="0"/>
                </a:lnTo>
                <a:lnTo>
                  <a:pt x="21298" y="3620"/>
                </a:lnTo>
                <a:lnTo>
                  <a:pt x="20904" y="7122"/>
                </a:lnTo>
                <a:lnTo>
                  <a:pt x="20369" y="10537"/>
                </a:lnTo>
                <a:lnTo>
                  <a:pt x="19626" y="13880"/>
                </a:lnTo>
                <a:lnTo>
                  <a:pt x="18615" y="17173"/>
                </a:lnTo>
                <a:lnTo>
                  <a:pt x="17280" y="20450"/>
                </a:lnTo>
                <a:lnTo>
                  <a:pt x="14282" y="21232"/>
                </a:lnTo>
                <a:lnTo>
                  <a:pt x="11478" y="21585"/>
                </a:lnTo>
                <a:lnTo>
                  <a:pt x="8761" y="21600"/>
                </a:lnTo>
                <a:lnTo>
                  <a:pt x="6018" y="21355"/>
                </a:lnTo>
                <a:lnTo>
                  <a:pt x="3132" y="20940"/>
                </a:lnTo>
                <a:lnTo>
                  <a:pt x="0" y="20450"/>
                </a:lnTo>
                <a:lnTo>
                  <a:pt x="713" y="17076"/>
                </a:lnTo>
                <a:lnTo>
                  <a:pt x="1426" y="13696"/>
                </a:lnTo>
                <a:lnTo>
                  <a:pt x="2143" y="10302"/>
                </a:lnTo>
                <a:lnTo>
                  <a:pt x="2864" y="6892"/>
                </a:lnTo>
                <a:lnTo>
                  <a:pt x="3590" y="3461"/>
                </a:lnTo>
                <a:lnTo>
                  <a:pt x="4320" y="0"/>
                </a:lnTo>
                <a:close/>
              </a:path>
            </a:pathLst>
          </a:custGeom>
          <a:solidFill>
            <a:srgbClr val="F8F8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3" name="contour_16201"/>
          <p:cNvSpPr/>
          <p:nvPr/>
        </p:nvSpPr>
        <p:spPr>
          <a:xfrm>
            <a:off x="10403051" y="543684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2851"/>
                </a:lnTo>
                <a:lnTo>
                  <a:pt x="17982" y="5707"/>
                </a:lnTo>
                <a:lnTo>
                  <a:pt x="18878" y="8575"/>
                </a:lnTo>
                <a:lnTo>
                  <a:pt x="19780" y="11457"/>
                </a:lnTo>
                <a:lnTo>
                  <a:pt x="20687" y="14355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3575" y="18645"/>
                </a:lnTo>
                <a:lnTo>
                  <a:pt x="2381" y="16494"/>
                </a:lnTo>
                <a:lnTo>
                  <a:pt x="1561" y="14524"/>
                </a:lnTo>
                <a:lnTo>
                  <a:pt x="853" y="12113"/>
                </a:lnTo>
                <a:lnTo>
                  <a:pt x="0" y="8640"/>
                </a:lnTo>
                <a:lnTo>
                  <a:pt x="3310" y="6463"/>
                </a:lnTo>
                <a:lnTo>
                  <a:pt x="5778" y="4899"/>
                </a:lnTo>
                <a:lnTo>
                  <a:pt x="7852" y="3711"/>
                </a:lnTo>
                <a:lnTo>
                  <a:pt x="9979" y="2657"/>
                </a:lnTo>
                <a:lnTo>
                  <a:pt x="12609" y="1503"/>
                </a:lnTo>
                <a:lnTo>
                  <a:pt x="16200" y="0"/>
                </a:lnTo>
                <a:close/>
              </a:path>
            </a:pathLst>
          </a:custGeom>
          <a:solidFill>
            <a:srgbClr val="4947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4" name="contour_16202"/>
          <p:cNvSpPr/>
          <p:nvPr/>
        </p:nvSpPr>
        <p:spPr>
          <a:xfrm>
            <a:off x="8537325" y="543684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1156" y="15111"/>
                </a:lnTo>
                <a:lnTo>
                  <a:pt x="2327" y="12947"/>
                </a:lnTo>
                <a:lnTo>
                  <a:pt x="3521" y="10791"/>
                </a:lnTo>
                <a:lnTo>
                  <a:pt x="4725" y="8640"/>
                </a:lnTo>
                <a:lnTo>
                  <a:pt x="6043" y="6229"/>
                </a:lnTo>
                <a:lnTo>
                  <a:pt x="7382" y="3780"/>
                </a:lnTo>
                <a:lnTo>
                  <a:pt x="9077" y="1905"/>
                </a:lnTo>
                <a:lnTo>
                  <a:pt x="10800" y="0"/>
                </a:lnTo>
                <a:close/>
              </a:path>
            </a:pathLst>
          </a:custGeom>
          <a:solidFill>
            <a:srgbClr val="F2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5" name="contour_16203"/>
          <p:cNvSpPr/>
          <p:nvPr/>
        </p:nvSpPr>
        <p:spPr>
          <a:xfrm>
            <a:off x="7021423" y="544413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889" y="20444"/>
                </a:lnTo>
                <a:lnTo>
                  <a:pt x="16184" y="19273"/>
                </a:lnTo>
                <a:lnTo>
                  <a:pt x="13489" y="18079"/>
                </a:lnTo>
                <a:lnTo>
                  <a:pt x="10800" y="16875"/>
                </a:lnTo>
                <a:lnTo>
                  <a:pt x="9288" y="16216"/>
                </a:lnTo>
                <a:lnTo>
                  <a:pt x="4725" y="14218"/>
                </a:lnTo>
                <a:lnTo>
                  <a:pt x="355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1616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6" name="contour_16204"/>
          <p:cNvSpPr/>
          <p:nvPr/>
        </p:nvSpPr>
        <p:spPr>
          <a:xfrm>
            <a:off x="4958921" y="543684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3208"/>
                </a:lnTo>
                <a:lnTo>
                  <a:pt x="18995" y="6426"/>
                </a:lnTo>
                <a:lnTo>
                  <a:pt x="19855" y="9655"/>
                </a:lnTo>
                <a:lnTo>
                  <a:pt x="20723" y="12911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0" y="18392"/>
                </a:lnTo>
                <a:lnTo>
                  <a:pt x="0" y="15174"/>
                </a:lnTo>
                <a:lnTo>
                  <a:pt x="0" y="11945"/>
                </a:lnTo>
                <a:lnTo>
                  <a:pt x="0" y="8689"/>
                </a:lnTo>
                <a:lnTo>
                  <a:pt x="0" y="5400"/>
                </a:lnTo>
                <a:lnTo>
                  <a:pt x="2851" y="6291"/>
                </a:lnTo>
                <a:lnTo>
                  <a:pt x="5707" y="7182"/>
                </a:lnTo>
                <a:lnTo>
                  <a:pt x="8575" y="8078"/>
                </a:lnTo>
                <a:lnTo>
                  <a:pt x="11457" y="8980"/>
                </a:lnTo>
                <a:lnTo>
                  <a:pt x="14355" y="9887"/>
                </a:lnTo>
                <a:lnTo>
                  <a:pt x="17280" y="10800"/>
                </a:lnTo>
                <a:lnTo>
                  <a:pt x="17280" y="7231"/>
                </a:lnTo>
                <a:lnTo>
                  <a:pt x="17280" y="3640"/>
                </a:lnTo>
                <a:lnTo>
                  <a:pt x="17280" y="0"/>
                </a:lnTo>
                <a:close/>
              </a:path>
            </a:pathLst>
          </a:custGeom>
          <a:solidFill>
            <a:srgbClr val="534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7" name="contour_16205"/>
          <p:cNvSpPr/>
          <p:nvPr/>
        </p:nvSpPr>
        <p:spPr>
          <a:xfrm>
            <a:off x="717310" y="5429554"/>
            <a:ext cx="72880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60" y="5257"/>
                </a:lnTo>
                <a:lnTo>
                  <a:pt x="21127" y="8966"/>
                </a:lnTo>
                <a:lnTo>
                  <a:pt x="20799" y="12146"/>
                </a:lnTo>
                <a:lnTo>
                  <a:pt x="20272" y="15799"/>
                </a:lnTo>
                <a:lnTo>
                  <a:pt x="19440" y="20917"/>
                </a:lnTo>
                <a:lnTo>
                  <a:pt x="18012" y="21461"/>
                </a:lnTo>
                <a:lnTo>
                  <a:pt x="16600" y="21600"/>
                </a:lnTo>
                <a:lnTo>
                  <a:pt x="15200" y="21398"/>
                </a:lnTo>
                <a:lnTo>
                  <a:pt x="13805" y="20945"/>
                </a:lnTo>
                <a:lnTo>
                  <a:pt x="12407" y="20296"/>
                </a:lnTo>
                <a:lnTo>
                  <a:pt x="11003" y="19543"/>
                </a:lnTo>
                <a:lnTo>
                  <a:pt x="9586" y="18741"/>
                </a:lnTo>
                <a:lnTo>
                  <a:pt x="8893" y="18414"/>
                </a:lnTo>
                <a:lnTo>
                  <a:pt x="6804" y="17445"/>
                </a:lnTo>
                <a:lnTo>
                  <a:pt x="5441" y="16789"/>
                </a:lnTo>
                <a:lnTo>
                  <a:pt x="4080" y="16099"/>
                </a:lnTo>
                <a:lnTo>
                  <a:pt x="2719" y="15395"/>
                </a:lnTo>
                <a:lnTo>
                  <a:pt x="1359" y="14677"/>
                </a:lnTo>
                <a:lnTo>
                  <a:pt x="0" y="13944"/>
                </a:lnTo>
                <a:lnTo>
                  <a:pt x="0" y="10486"/>
                </a:lnTo>
                <a:lnTo>
                  <a:pt x="0" y="6972"/>
                </a:lnTo>
                <a:lnTo>
                  <a:pt x="1395" y="6387"/>
                </a:lnTo>
                <a:lnTo>
                  <a:pt x="2789" y="5801"/>
                </a:lnTo>
                <a:lnTo>
                  <a:pt x="4184" y="5222"/>
                </a:lnTo>
                <a:lnTo>
                  <a:pt x="5579" y="4644"/>
                </a:lnTo>
                <a:lnTo>
                  <a:pt x="6975" y="4065"/>
                </a:lnTo>
                <a:lnTo>
                  <a:pt x="8370" y="3486"/>
                </a:lnTo>
                <a:lnTo>
                  <a:pt x="8964" y="3235"/>
                </a:lnTo>
                <a:lnTo>
                  <a:pt x="10757" y="2475"/>
                </a:lnTo>
                <a:lnTo>
                  <a:pt x="12122" y="1938"/>
                </a:lnTo>
                <a:lnTo>
                  <a:pt x="13474" y="1457"/>
                </a:lnTo>
                <a:lnTo>
                  <a:pt x="14822" y="1032"/>
                </a:lnTo>
                <a:lnTo>
                  <a:pt x="16165" y="676"/>
                </a:lnTo>
                <a:lnTo>
                  <a:pt x="17509" y="390"/>
                </a:lnTo>
                <a:lnTo>
                  <a:pt x="18861" y="174"/>
                </a:lnTo>
                <a:lnTo>
                  <a:pt x="20224" y="42"/>
                </a:lnTo>
                <a:lnTo>
                  <a:pt x="21600" y="0"/>
                </a:lnTo>
                <a:close/>
              </a:path>
            </a:pathLst>
          </a:custGeom>
          <a:solidFill>
            <a:srgbClr val="979A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8" name="contour_16206"/>
          <p:cNvSpPr/>
          <p:nvPr/>
        </p:nvSpPr>
        <p:spPr>
          <a:xfrm>
            <a:off x="8311397" y="541497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176" y="1710"/>
                </a:lnTo>
                <a:lnTo>
                  <a:pt x="9711" y="3431"/>
                </a:lnTo>
                <a:lnTo>
                  <a:pt x="10260" y="5177"/>
                </a:lnTo>
                <a:lnTo>
                  <a:pt x="11893" y="8467"/>
                </a:lnTo>
                <a:lnTo>
                  <a:pt x="13198" y="10408"/>
                </a:lnTo>
                <a:lnTo>
                  <a:pt x="14852" y="11758"/>
                </a:lnTo>
                <a:lnTo>
                  <a:pt x="17548" y="13277"/>
                </a:lnTo>
                <a:lnTo>
                  <a:pt x="19561" y="13835"/>
                </a:lnTo>
                <a:lnTo>
                  <a:pt x="21600" y="14400"/>
                </a:lnTo>
                <a:lnTo>
                  <a:pt x="19064" y="16121"/>
                </a:lnTo>
                <a:lnTo>
                  <a:pt x="17159" y="17366"/>
                </a:lnTo>
                <a:lnTo>
                  <a:pt x="15526" y="18338"/>
                </a:lnTo>
                <a:lnTo>
                  <a:pt x="13798" y="19235"/>
                </a:lnTo>
                <a:lnTo>
                  <a:pt x="11625" y="20254"/>
                </a:lnTo>
                <a:lnTo>
                  <a:pt x="8640" y="21600"/>
                </a:lnTo>
                <a:lnTo>
                  <a:pt x="5318" y="20221"/>
                </a:lnTo>
                <a:lnTo>
                  <a:pt x="3309" y="19012"/>
                </a:lnTo>
                <a:lnTo>
                  <a:pt x="1806" y="17298"/>
                </a:lnTo>
                <a:lnTo>
                  <a:pt x="0" y="14400"/>
                </a:lnTo>
                <a:lnTo>
                  <a:pt x="920" y="12190"/>
                </a:lnTo>
                <a:lnTo>
                  <a:pt x="1966" y="10058"/>
                </a:lnTo>
                <a:lnTo>
                  <a:pt x="3123" y="7988"/>
                </a:lnTo>
                <a:lnTo>
                  <a:pt x="4385" y="5962"/>
                </a:lnTo>
                <a:lnTo>
                  <a:pt x="5733" y="3967"/>
                </a:lnTo>
                <a:lnTo>
                  <a:pt x="7158" y="1984"/>
                </a:lnTo>
                <a:lnTo>
                  <a:pt x="8640" y="0"/>
                </a:lnTo>
                <a:close/>
              </a:path>
            </a:pathLst>
          </a:custGeom>
          <a:solidFill>
            <a:srgbClr val="7576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09" name="contour_16207"/>
          <p:cNvSpPr/>
          <p:nvPr/>
        </p:nvSpPr>
        <p:spPr>
          <a:xfrm>
            <a:off x="10038651" y="5400402"/>
            <a:ext cx="2989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31" y="0"/>
                </a:moveTo>
                <a:lnTo>
                  <a:pt x="13659" y="1631"/>
                </a:lnTo>
                <a:lnTo>
                  <a:pt x="15797" y="2923"/>
                </a:lnTo>
                <a:lnTo>
                  <a:pt x="17935" y="4558"/>
                </a:lnTo>
                <a:lnTo>
                  <a:pt x="21063" y="7200"/>
                </a:lnTo>
                <a:lnTo>
                  <a:pt x="21426" y="9641"/>
                </a:lnTo>
                <a:lnTo>
                  <a:pt x="21589" y="12020"/>
                </a:lnTo>
                <a:lnTo>
                  <a:pt x="21600" y="14371"/>
                </a:lnTo>
                <a:lnTo>
                  <a:pt x="21489" y="16729"/>
                </a:lnTo>
                <a:lnTo>
                  <a:pt x="21300" y="19127"/>
                </a:lnTo>
                <a:lnTo>
                  <a:pt x="21063" y="21600"/>
                </a:lnTo>
                <a:lnTo>
                  <a:pt x="17588" y="21006"/>
                </a:lnTo>
                <a:lnTo>
                  <a:pt x="14107" y="20412"/>
                </a:lnTo>
                <a:lnTo>
                  <a:pt x="10610" y="19814"/>
                </a:lnTo>
                <a:lnTo>
                  <a:pt x="7098" y="19213"/>
                </a:lnTo>
                <a:lnTo>
                  <a:pt x="3565" y="18608"/>
                </a:lnTo>
                <a:lnTo>
                  <a:pt x="0" y="18000"/>
                </a:lnTo>
                <a:lnTo>
                  <a:pt x="2612" y="17554"/>
                </a:lnTo>
                <a:lnTo>
                  <a:pt x="5266" y="17100"/>
                </a:lnTo>
                <a:lnTo>
                  <a:pt x="7878" y="15761"/>
                </a:lnTo>
                <a:lnTo>
                  <a:pt x="10531" y="14400"/>
                </a:lnTo>
                <a:lnTo>
                  <a:pt x="10916" y="11966"/>
                </a:lnTo>
                <a:lnTo>
                  <a:pt x="11084" y="9587"/>
                </a:lnTo>
                <a:lnTo>
                  <a:pt x="11084" y="7229"/>
                </a:lnTo>
                <a:lnTo>
                  <a:pt x="10963" y="4867"/>
                </a:lnTo>
                <a:lnTo>
                  <a:pt x="10768" y="2470"/>
                </a:lnTo>
                <a:lnTo>
                  <a:pt x="10531" y="0"/>
                </a:lnTo>
                <a:close/>
              </a:path>
            </a:pathLst>
          </a:custGeom>
          <a:solidFill>
            <a:srgbClr val="494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0" name="contour_16208"/>
          <p:cNvSpPr/>
          <p:nvPr/>
        </p:nvSpPr>
        <p:spPr>
          <a:xfrm>
            <a:off x="7444126" y="5407690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55" y="929"/>
                </a:lnTo>
                <a:lnTo>
                  <a:pt x="3110" y="1863"/>
                </a:lnTo>
                <a:lnTo>
                  <a:pt x="4660" y="2808"/>
                </a:lnTo>
                <a:lnTo>
                  <a:pt x="6213" y="3764"/>
                </a:lnTo>
                <a:lnTo>
                  <a:pt x="7762" y="4725"/>
                </a:lnTo>
                <a:lnTo>
                  <a:pt x="9204" y="5600"/>
                </a:lnTo>
                <a:lnTo>
                  <a:pt x="10657" y="6485"/>
                </a:lnTo>
                <a:lnTo>
                  <a:pt x="12128" y="7382"/>
                </a:lnTo>
                <a:lnTo>
                  <a:pt x="13835" y="8932"/>
                </a:lnTo>
                <a:lnTo>
                  <a:pt x="15341" y="10552"/>
                </a:lnTo>
                <a:lnTo>
                  <a:pt x="16699" y="12301"/>
                </a:lnTo>
                <a:lnTo>
                  <a:pt x="17955" y="14224"/>
                </a:lnTo>
                <a:lnTo>
                  <a:pt x="19159" y="16384"/>
                </a:lnTo>
                <a:lnTo>
                  <a:pt x="20358" y="18824"/>
                </a:lnTo>
                <a:lnTo>
                  <a:pt x="21600" y="21600"/>
                </a:lnTo>
                <a:lnTo>
                  <a:pt x="19742" y="21303"/>
                </a:lnTo>
                <a:lnTo>
                  <a:pt x="17885" y="20984"/>
                </a:lnTo>
                <a:lnTo>
                  <a:pt x="16027" y="20644"/>
                </a:lnTo>
                <a:lnTo>
                  <a:pt x="14172" y="20288"/>
                </a:lnTo>
                <a:lnTo>
                  <a:pt x="12317" y="19915"/>
                </a:lnTo>
                <a:lnTo>
                  <a:pt x="10592" y="19597"/>
                </a:lnTo>
                <a:lnTo>
                  <a:pt x="8856" y="19283"/>
                </a:lnTo>
                <a:lnTo>
                  <a:pt x="7098" y="18965"/>
                </a:lnTo>
                <a:lnTo>
                  <a:pt x="5646" y="18052"/>
                </a:lnTo>
                <a:lnTo>
                  <a:pt x="4182" y="17134"/>
                </a:lnTo>
                <a:lnTo>
                  <a:pt x="2700" y="16200"/>
                </a:lnTo>
                <a:lnTo>
                  <a:pt x="1741" y="12069"/>
                </a:lnTo>
                <a:lnTo>
                  <a:pt x="1120" y="9164"/>
                </a:lnTo>
                <a:lnTo>
                  <a:pt x="710" y="6701"/>
                </a:lnTo>
                <a:lnTo>
                  <a:pt x="381" y="3904"/>
                </a:lnTo>
                <a:lnTo>
                  <a:pt x="0" y="0"/>
                </a:lnTo>
                <a:close/>
              </a:path>
            </a:pathLst>
          </a:custGeom>
          <a:solidFill>
            <a:srgbClr val="D7E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1" name="contour_16209"/>
          <p:cNvSpPr/>
          <p:nvPr/>
        </p:nvSpPr>
        <p:spPr>
          <a:xfrm>
            <a:off x="8500885" y="5399687"/>
            <a:ext cx="51016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7" y="0"/>
                </a:moveTo>
                <a:lnTo>
                  <a:pt x="9121" y="84"/>
                </a:lnTo>
                <a:lnTo>
                  <a:pt x="10819" y="167"/>
                </a:lnTo>
                <a:lnTo>
                  <a:pt x="12534" y="244"/>
                </a:lnTo>
                <a:lnTo>
                  <a:pt x="14228" y="307"/>
                </a:lnTo>
                <a:lnTo>
                  <a:pt x="15932" y="370"/>
                </a:lnTo>
                <a:lnTo>
                  <a:pt x="17656" y="432"/>
                </a:lnTo>
                <a:lnTo>
                  <a:pt x="19616" y="558"/>
                </a:lnTo>
                <a:lnTo>
                  <a:pt x="21600" y="683"/>
                </a:lnTo>
                <a:lnTo>
                  <a:pt x="21600" y="5292"/>
                </a:lnTo>
                <a:lnTo>
                  <a:pt x="21600" y="9928"/>
                </a:lnTo>
                <a:lnTo>
                  <a:pt x="21600" y="14628"/>
                </a:lnTo>
                <a:lnTo>
                  <a:pt x="19752" y="16427"/>
                </a:lnTo>
                <a:lnTo>
                  <a:pt x="17882" y="17905"/>
                </a:lnTo>
                <a:lnTo>
                  <a:pt x="15987" y="19090"/>
                </a:lnTo>
                <a:lnTo>
                  <a:pt x="14074" y="20010"/>
                </a:lnTo>
                <a:lnTo>
                  <a:pt x="12133" y="20694"/>
                </a:lnTo>
                <a:lnTo>
                  <a:pt x="10171" y="21168"/>
                </a:lnTo>
                <a:lnTo>
                  <a:pt x="8183" y="21461"/>
                </a:lnTo>
                <a:lnTo>
                  <a:pt x="6171" y="21600"/>
                </a:lnTo>
                <a:lnTo>
                  <a:pt x="3795" y="17703"/>
                </a:lnTo>
                <a:lnTo>
                  <a:pt x="2361" y="14955"/>
                </a:lnTo>
                <a:lnTo>
                  <a:pt x="1290" y="12041"/>
                </a:lnTo>
                <a:lnTo>
                  <a:pt x="0" y="7656"/>
                </a:lnTo>
                <a:lnTo>
                  <a:pt x="1851" y="3619"/>
                </a:lnTo>
                <a:lnTo>
                  <a:pt x="3243" y="1471"/>
                </a:lnTo>
                <a:lnTo>
                  <a:pt x="4872" y="509"/>
                </a:lnTo>
                <a:lnTo>
                  <a:pt x="7437" y="0"/>
                </a:lnTo>
                <a:close/>
              </a:path>
            </a:pathLst>
          </a:custGeom>
          <a:solidFill>
            <a:srgbClr val="3F3E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2" name="contour_16210"/>
          <p:cNvSpPr/>
          <p:nvPr/>
        </p:nvSpPr>
        <p:spPr>
          <a:xfrm>
            <a:off x="5359760" y="5406502"/>
            <a:ext cx="36440" cy="242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059"/>
                </a:moveTo>
                <a:lnTo>
                  <a:pt x="7279" y="331"/>
                </a:lnTo>
                <a:lnTo>
                  <a:pt x="10113" y="6"/>
                </a:lnTo>
                <a:lnTo>
                  <a:pt x="12887" y="0"/>
                </a:lnTo>
                <a:lnTo>
                  <a:pt x="15677" y="227"/>
                </a:lnTo>
                <a:lnTo>
                  <a:pt x="18559" y="610"/>
                </a:lnTo>
                <a:lnTo>
                  <a:pt x="21600" y="1059"/>
                </a:lnTo>
                <a:lnTo>
                  <a:pt x="21047" y="5890"/>
                </a:lnTo>
                <a:lnTo>
                  <a:pt x="20546" y="9319"/>
                </a:lnTo>
                <a:lnTo>
                  <a:pt x="19889" y="12281"/>
                </a:lnTo>
                <a:lnTo>
                  <a:pt x="18870" y="15710"/>
                </a:lnTo>
                <a:lnTo>
                  <a:pt x="17280" y="20541"/>
                </a:lnTo>
                <a:lnTo>
                  <a:pt x="14321" y="21269"/>
                </a:lnTo>
                <a:lnTo>
                  <a:pt x="11487" y="21594"/>
                </a:lnTo>
                <a:lnTo>
                  <a:pt x="8713" y="21600"/>
                </a:lnTo>
                <a:lnTo>
                  <a:pt x="5923" y="21373"/>
                </a:lnTo>
                <a:lnTo>
                  <a:pt x="3041" y="20990"/>
                </a:lnTo>
                <a:lnTo>
                  <a:pt x="0" y="20541"/>
                </a:lnTo>
                <a:lnTo>
                  <a:pt x="553" y="15710"/>
                </a:lnTo>
                <a:lnTo>
                  <a:pt x="1054" y="12281"/>
                </a:lnTo>
                <a:lnTo>
                  <a:pt x="1711" y="9319"/>
                </a:lnTo>
                <a:lnTo>
                  <a:pt x="2730" y="5890"/>
                </a:lnTo>
                <a:lnTo>
                  <a:pt x="4320" y="1059"/>
                </a:lnTo>
                <a:close/>
              </a:path>
            </a:pathLst>
          </a:custGeom>
          <a:solidFill>
            <a:srgbClr val="4A4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3" name="contour_16211"/>
          <p:cNvSpPr/>
          <p:nvPr/>
        </p:nvSpPr>
        <p:spPr>
          <a:xfrm>
            <a:off x="4456050" y="5391474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585" y="5709"/>
                </a:lnTo>
                <a:lnTo>
                  <a:pt x="19818" y="9070"/>
                </a:lnTo>
                <a:lnTo>
                  <a:pt x="19143" y="11464"/>
                </a:lnTo>
                <a:lnTo>
                  <a:pt x="18414" y="13357"/>
                </a:lnTo>
                <a:lnTo>
                  <a:pt x="17485" y="15205"/>
                </a:lnTo>
                <a:lnTo>
                  <a:pt x="16200" y="17466"/>
                </a:lnTo>
                <a:lnTo>
                  <a:pt x="12020" y="18987"/>
                </a:lnTo>
                <a:lnTo>
                  <a:pt x="9088" y="19963"/>
                </a:lnTo>
                <a:lnTo>
                  <a:pt x="6626" y="20591"/>
                </a:lnTo>
                <a:lnTo>
                  <a:pt x="3856" y="21071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3F41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4" name="contour_16212"/>
          <p:cNvSpPr/>
          <p:nvPr/>
        </p:nvSpPr>
        <p:spPr>
          <a:xfrm>
            <a:off x="9980347" y="537125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56" y="1786"/>
                </a:lnTo>
                <a:lnTo>
                  <a:pt x="1118" y="3578"/>
                </a:lnTo>
                <a:lnTo>
                  <a:pt x="1685" y="5400"/>
                </a:lnTo>
                <a:lnTo>
                  <a:pt x="2911" y="7186"/>
                </a:lnTo>
                <a:lnTo>
                  <a:pt x="4147" y="8978"/>
                </a:lnTo>
                <a:lnTo>
                  <a:pt x="5400" y="10800"/>
                </a:lnTo>
                <a:lnTo>
                  <a:pt x="9580" y="11124"/>
                </a:lnTo>
                <a:lnTo>
                  <a:pt x="12512" y="11286"/>
                </a:lnTo>
                <a:lnTo>
                  <a:pt x="14974" y="11286"/>
                </a:lnTo>
                <a:lnTo>
                  <a:pt x="17744" y="11124"/>
                </a:lnTo>
                <a:lnTo>
                  <a:pt x="21600" y="10800"/>
                </a:lnTo>
                <a:lnTo>
                  <a:pt x="21600" y="12938"/>
                </a:lnTo>
                <a:lnTo>
                  <a:pt x="21600" y="15084"/>
                </a:lnTo>
                <a:lnTo>
                  <a:pt x="21600" y="17237"/>
                </a:lnTo>
                <a:lnTo>
                  <a:pt x="21600" y="19408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4806" y="19224"/>
                </a:lnTo>
                <a:lnTo>
                  <a:pt x="4212" y="16844"/>
                </a:lnTo>
                <a:lnTo>
                  <a:pt x="3618" y="14465"/>
                </a:lnTo>
                <a:lnTo>
                  <a:pt x="3019" y="12078"/>
                </a:lnTo>
                <a:lnTo>
                  <a:pt x="2419" y="9684"/>
                </a:lnTo>
                <a:lnTo>
                  <a:pt x="1820" y="7279"/>
                </a:lnTo>
                <a:lnTo>
                  <a:pt x="1215" y="4867"/>
                </a:lnTo>
                <a:lnTo>
                  <a:pt x="61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9DA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5" name="contour_16213"/>
          <p:cNvSpPr/>
          <p:nvPr/>
        </p:nvSpPr>
        <p:spPr>
          <a:xfrm>
            <a:off x="5286881" y="5363962"/>
            <a:ext cx="2946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43" y="0"/>
                </a:moveTo>
                <a:lnTo>
                  <a:pt x="8874" y="0"/>
                </a:lnTo>
                <a:lnTo>
                  <a:pt x="12427" y="0"/>
                </a:lnTo>
                <a:lnTo>
                  <a:pt x="16028" y="0"/>
                </a:lnTo>
                <a:lnTo>
                  <a:pt x="18079" y="2246"/>
                </a:lnTo>
                <a:lnTo>
                  <a:pt x="19650" y="4525"/>
                </a:lnTo>
                <a:lnTo>
                  <a:pt x="20751" y="6854"/>
                </a:lnTo>
                <a:lnTo>
                  <a:pt x="21397" y="9263"/>
                </a:lnTo>
                <a:lnTo>
                  <a:pt x="21600" y="11768"/>
                </a:lnTo>
                <a:lnTo>
                  <a:pt x="21370" y="14400"/>
                </a:lnTo>
                <a:lnTo>
                  <a:pt x="18517" y="15908"/>
                </a:lnTo>
                <a:lnTo>
                  <a:pt x="15680" y="17154"/>
                </a:lnTo>
                <a:lnTo>
                  <a:pt x="12806" y="18205"/>
                </a:lnTo>
                <a:lnTo>
                  <a:pt x="9852" y="19112"/>
                </a:lnTo>
                <a:lnTo>
                  <a:pt x="6764" y="19940"/>
                </a:lnTo>
                <a:lnTo>
                  <a:pt x="3499" y="20750"/>
                </a:lnTo>
                <a:lnTo>
                  <a:pt x="0" y="21600"/>
                </a:lnTo>
                <a:lnTo>
                  <a:pt x="588" y="19224"/>
                </a:lnTo>
                <a:lnTo>
                  <a:pt x="1175" y="16844"/>
                </a:lnTo>
                <a:lnTo>
                  <a:pt x="1763" y="14465"/>
                </a:lnTo>
                <a:lnTo>
                  <a:pt x="2356" y="12078"/>
                </a:lnTo>
                <a:lnTo>
                  <a:pt x="2949" y="9684"/>
                </a:lnTo>
                <a:lnTo>
                  <a:pt x="3542" y="7279"/>
                </a:lnTo>
                <a:lnTo>
                  <a:pt x="4140" y="4867"/>
                </a:lnTo>
                <a:lnTo>
                  <a:pt x="4739" y="2441"/>
                </a:lnTo>
                <a:lnTo>
                  <a:pt x="5343" y="0"/>
                </a:lnTo>
                <a:close/>
              </a:path>
            </a:pathLst>
          </a:custGeom>
          <a:solidFill>
            <a:srgbClr val="3734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6" name="contour_16214"/>
          <p:cNvSpPr/>
          <p:nvPr/>
        </p:nvSpPr>
        <p:spPr>
          <a:xfrm>
            <a:off x="2306092" y="5384128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9"/>
                </a:moveTo>
                <a:lnTo>
                  <a:pt x="2621" y="719"/>
                </a:lnTo>
                <a:lnTo>
                  <a:pt x="5202" y="337"/>
                </a:lnTo>
                <a:lnTo>
                  <a:pt x="7751" y="87"/>
                </a:lnTo>
                <a:lnTo>
                  <a:pt x="10292" y="0"/>
                </a:lnTo>
                <a:lnTo>
                  <a:pt x="12838" y="133"/>
                </a:lnTo>
                <a:lnTo>
                  <a:pt x="15401" y="510"/>
                </a:lnTo>
                <a:lnTo>
                  <a:pt x="18000" y="1189"/>
                </a:lnTo>
                <a:lnTo>
                  <a:pt x="19242" y="4434"/>
                </a:lnTo>
                <a:lnTo>
                  <a:pt x="20146" y="7690"/>
                </a:lnTo>
                <a:lnTo>
                  <a:pt x="20772" y="10996"/>
                </a:lnTo>
                <a:lnTo>
                  <a:pt x="21186" y="14390"/>
                </a:lnTo>
                <a:lnTo>
                  <a:pt x="21442" y="17911"/>
                </a:lnTo>
                <a:lnTo>
                  <a:pt x="21600" y="21600"/>
                </a:lnTo>
                <a:lnTo>
                  <a:pt x="19400" y="20508"/>
                </a:lnTo>
                <a:lnTo>
                  <a:pt x="17204" y="19396"/>
                </a:lnTo>
                <a:lnTo>
                  <a:pt x="15012" y="18273"/>
                </a:lnTo>
                <a:lnTo>
                  <a:pt x="12823" y="17135"/>
                </a:lnTo>
                <a:lnTo>
                  <a:pt x="12100" y="16768"/>
                </a:lnTo>
                <a:lnTo>
                  <a:pt x="10818" y="16115"/>
                </a:lnTo>
                <a:lnTo>
                  <a:pt x="7888" y="14625"/>
                </a:lnTo>
                <a:lnTo>
                  <a:pt x="5378" y="12512"/>
                </a:lnTo>
                <a:lnTo>
                  <a:pt x="3546" y="10389"/>
                </a:lnTo>
                <a:lnTo>
                  <a:pt x="2178" y="7976"/>
                </a:lnTo>
                <a:lnTo>
                  <a:pt x="1066" y="5001"/>
                </a:lnTo>
                <a:lnTo>
                  <a:pt x="0" y="1189"/>
                </a:lnTo>
                <a:close/>
              </a:path>
            </a:pathLst>
          </a:custGeom>
          <a:solidFill>
            <a:srgbClr val="D3D2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7" name="contour_16215"/>
          <p:cNvSpPr/>
          <p:nvPr/>
        </p:nvSpPr>
        <p:spPr>
          <a:xfrm>
            <a:off x="2174908" y="537125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735" y="8780"/>
                </a:lnTo>
                <a:lnTo>
                  <a:pt x="3017" y="7479"/>
                </a:lnTo>
                <a:lnTo>
                  <a:pt x="4478" y="6313"/>
                </a:lnTo>
                <a:lnTo>
                  <a:pt x="6750" y="4725"/>
                </a:lnTo>
                <a:lnTo>
                  <a:pt x="7693" y="4045"/>
                </a:lnTo>
                <a:lnTo>
                  <a:pt x="10548" y="1982"/>
                </a:lnTo>
                <a:lnTo>
                  <a:pt x="12485" y="1015"/>
                </a:lnTo>
                <a:lnTo>
                  <a:pt x="14029" y="427"/>
                </a:lnTo>
                <a:lnTo>
                  <a:pt x="15710" y="124"/>
                </a:lnTo>
                <a:lnTo>
                  <a:pt x="18054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3E3B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8" name="contour_16216"/>
          <p:cNvSpPr/>
          <p:nvPr/>
        </p:nvSpPr>
        <p:spPr>
          <a:xfrm>
            <a:off x="2043724" y="536396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3569" y="12960"/>
                </a:lnTo>
                <a:lnTo>
                  <a:pt x="7160" y="12960"/>
                </a:lnTo>
                <a:lnTo>
                  <a:pt x="10800" y="12960"/>
                </a:lnTo>
                <a:lnTo>
                  <a:pt x="12301" y="9746"/>
                </a:lnTo>
                <a:lnTo>
                  <a:pt x="13333" y="7465"/>
                </a:lnTo>
                <a:lnTo>
                  <a:pt x="14153" y="5495"/>
                </a:lnTo>
                <a:lnTo>
                  <a:pt x="15023" y="3214"/>
                </a:lnTo>
                <a:lnTo>
                  <a:pt x="16200" y="0"/>
                </a:lnTo>
                <a:close/>
              </a:path>
            </a:pathLst>
          </a:custGeom>
          <a:solidFill>
            <a:srgbClr val="DADB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19" name="contour_16217"/>
          <p:cNvSpPr/>
          <p:nvPr/>
        </p:nvSpPr>
        <p:spPr>
          <a:xfrm>
            <a:off x="1664749" y="534938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820" y="2825"/>
                </a:lnTo>
                <a:lnTo>
                  <a:pt x="14121" y="4895"/>
                </a:lnTo>
                <a:lnTo>
                  <a:pt x="15287" y="7214"/>
                </a:lnTo>
                <a:lnTo>
                  <a:pt x="16875" y="10800"/>
                </a:lnTo>
                <a:lnTo>
                  <a:pt x="17782" y="12809"/>
                </a:lnTo>
                <a:lnTo>
                  <a:pt x="18695" y="14826"/>
                </a:lnTo>
                <a:lnTo>
                  <a:pt x="19618" y="16874"/>
                </a:lnTo>
                <a:lnTo>
                  <a:pt x="20601" y="1922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6E70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0" name="contour_16218"/>
          <p:cNvSpPr/>
          <p:nvPr/>
        </p:nvSpPr>
        <p:spPr>
          <a:xfrm>
            <a:off x="8034453" y="535667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19035" y="10577"/>
                </a:lnTo>
                <a:lnTo>
                  <a:pt x="16454" y="10350"/>
                </a:lnTo>
                <a:lnTo>
                  <a:pt x="13835" y="10123"/>
                </a:lnTo>
                <a:lnTo>
                  <a:pt x="11048" y="10346"/>
                </a:lnTo>
                <a:lnTo>
                  <a:pt x="8246" y="10573"/>
                </a:lnTo>
                <a:lnTo>
                  <a:pt x="5400" y="10800"/>
                </a:lnTo>
                <a:lnTo>
                  <a:pt x="3575" y="13478"/>
                </a:lnTo>
                <a:lnTo>
                  <a:pt x="2381" y="15379"/>
                </a:lnTo>
                <a:lnTo>
                  <a:pt x="1561" y="17021"/>
                </a:lnTo>
                <a:lnTo>
                  <a:pt x="853" y="18922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EC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1" name="contour_16219"/>
          <p:cNvSpPr/>
          <p:nvPr/>
        </p:nvSpPr>
        <p:spPr>
          <a:xfrm>
            <a:off x="6445671" y="5342098"/>
            <a:ext cx="2006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92" y="0"/>
                </a:moveTo>
                <a:lnTo>
                  <a:pt x="17520" y="1800"/>
                </a:lnTo>
                <a:lnTo>
                  <a:pt x="18987" y="3528"/>
                </a:lnTo>
                <a:lnTo>
                  <a:pt x="20117" y="5196"/>
                </a:lnTo>
                <a:lnTo>
                  <a:pt x="20925" y="6818"/>
                </a:lnTo>
                <a:lnTo>
                  <a:pt x="21412" y="8407"/>
                </a:lnTo>
                <a:lnTo>
                  <a:pt x="21600" y="9979"/>
                </a:lnTo>
                <a:lnTo>
                  <a:pt x="21506" y="11546"/>
                </a:lnTo>
                <a:lnTo>
                  <a:pt x="21145" y="13121"/>
                </a:lnTo>
                <a:lnTo>
                  <a:pt x="20517" y="14719"/>
                </a:lnTo>
                <a:lnTo>
                  <a:pt x="19646" y="16351"/>
                </a:lnTo>
                <a:lnTo>
                  <a:pt x="18540" y="18034"/>
                </a:lnTo>
                <a:lnTo>
                  <a:pt x="17222" y="19778"/>
                </a:lnTo>
                <a:lnTo>
                  <a:pt x="15692" y="21600"/>
                </a:lnTo>
                <a:lnTo>
                  <a:pt x="12687" y="20294"/>
                </a:lnTo>
                <a:lnTo>
                  <a:pt x="9933" y="18998"/>
                </a:lnTo>
                <a:lnTo>
                  <a:pt x="7430" y="17695"/>
                </a:lnTo>
                <a:lnTo>
                  <a:pt x="5178" y="16361"/>
                </a:lnTo>
                <a:lnTo>
                  <a:pt x="3185" y="14981"/>
                </a:lnTo>
                <a:lnTo>
                  <a:pt x="1459" y="13534"/>
                </a:lnTo>
                <a:lnTo>
                  <a:pt x="0" y="12000"/>
                </a:lnTo>
                <a:lnTo>
                  <a:pt x="1318" y="10399"/>
                </a:lnTo>
                <a:lnTo>
                  <a:pt x="2848" y="8846"/>
                </a:lnTo>
                <a:lnTo>
                  <a:pt x="4582" y="7330"/>
                </a:lnTo>
                <a:lnTo>
                  <a:pt x="6496" y="5842"/>
                </a:lnTo>
                <a:lnTo>
                  <a:pt x="8584" y="4373"/>
                </a:lnTo>
                <a:lnTo>
                  <a:pt x="10820" y="2916"/>
                </a:lnTo>
                <a:lnTo>
                  <a:pt x="13197" y="1462"/>
                </a:lnTo>
                <a:lnTo>
                  <a:pt x="15692" y="0"/>
                </a:lnTo>
                <a:close/>
              </a:path>
            </a:pathLst>
          </a:custGeom>
          <a:solidFill>
            <a:srgbClr val="B4CC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2" name="contour_16220"/>
          <p:cNvSpPr/>
          <p:nvPr/>
        </p:nvSpPr>
        <p:spPr>
          <a:xfrm>
            <a:off x="1147301" y="534938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55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3" name="contour_16221"/>
          <p:cNvSpPr/>
          <p:nvPr/>
        </p:nvSpPr>
        <p:spPr>
          <a:xfrm>
            <a:off x="1118149" y="5334810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27"/>
                </a:lnTo>
                <a:lnTo>
                  <a:pt x="13781" y="2060"/>
                </a:lnTo>
                <a:lnTo>
                  <a:pt x="16364" y="3092"/>
                </a:lnTo>
                <a:lnTo>
                  <a:pt x="18969" y="4135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25"/>
                </a:lnTo>
                <a:lnTo>
                  <a:pt x="0" y="13874"/>
                </a:lnTo>
                <a:lnTo>
                  <a:pt x="0" y="10377"/>
                </a:lnTo>
                <a:lnTo>
                  <a:pt x="2856" y="10377"/>
                </a:lnTo>
                <a:lnTo>
                  <a:pt x="5728" y="10377"/>
                </a:lnTo>
                <a:lnTo>
                  <a:pt x="8640" y="10377"/>
                </a:lnTo>
                <a:lnTo>
                  <a:pt x="8640" y="6947"/>
                </a:lnTo>
                <a:lnTo>
                  <a:pt x="8640" y="3497"/>
                </a:lnTo>
                <a:lnTo>
                  <a:pt x="8640" y="0"/>
                </a:lnTo>
                <a:close/>
              </a:path>
            </a:pathLst>
          </a:custGeom>
          <a:solidFill>
            <a:srgbClr val="4F4F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4" name="contour_16222"/>
          <p:cNvSpPr/>
          <p:nvPr/>
        </p:nvSpPr>
        <p:spPr>
          <a:xfrm>
            <a:off x="4871465" y="534209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A45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5" name="contour_16223"/>
          <p:cNvSpPr/>
          <p:nvPr/>
        </p:nvSpPr>
        <p:spPr>
          <a:xfrm>
            <a:off x="4565369" y="532023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544" y="20581"/>
                </a:lnTo>
                <a:lnTo>
                  <a:pt x="15487" y="19562"/>
                </a:lnTo>
                <a:lnTo>
                  <a:pt x="12420" y="18540"/>
                </a:lnTo>
                <a:lnTo>
                  <a:pt x="9342" y="17514"/>
                </a:lnTo>
                <a:lnTo>
                  <a:pt x="6248" y="16481"/>
                </a:lnTo>
                <a:lnTo>
                  <a:pt x="3137" y="15444"/>
                </a:lnTo>
                <a:lnTo>
                  <a:pt x="0" y="14400"/>
                </a:lnTo>
                <a:lnTo>
                  <a:pt x="1928" y="12596"/>
                </a:lnTo>
                <a:lnTo>
                  <a:pt x="3866" y="10793"/>
                </a:lnTo>
                <a:lnTo>
                  <a:pt x="5810" y="8996"/>
                </a:lnTo>
                <a:lnTo>
                  <a:pt x="7765" y="7200"/>
                </a:lnTo>
                <a:lnTo>
                  <a:pt x="9931" y="5191"/>
                </a:lnTo>
                <a:lnTo>
                  <a:pt x="12128" y="3150"/>
                </a:lnTo>
                <a:lnTo>
                  <a:pt x="14148" y="1588"/>
                </a:lnTo>
                <a:lnTo>
                  <a:pt x="16200" y="0"/>
                </a:lnTo>
                <a:close/>
              </a:path>
            </a:pathLst>
          </a:custGeom>
          <a:solidFill>
            <a:srgbClr val="1F1E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6" name="contour_16224"/>
          <p:cNvSpPr/>
          <p:nvPr/>
        </p:nvSpPr>
        <p:spPr>
          <a:xfrm>
            <a:off x="2029148" y="5320234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6" y="2052"/>
                </a:lnTo>
                <a:lnTo>
                  <a:pt x="11696" y="4117"/>
                </a:lnTo>
                <a:lnTo>
                  <a:pt x="12150" y="6212"/>
                </a:lnTo>
                <a:lnTo>
                  <a:pt x="13511" y="10161"/>
                </a:lnTo>
                <a:lnTo>
                  <a:pt x="14598" y="12489"/>
                </a:lnTo>
                <a:lnTo>
                  <a:pt x="15977" y="14109"/>
                </a:lnTo>
                <a:lnTo>
                  <a:pt x="18223" y="15932"/>
                </a:lnTo>
                <a:lnTo>
                  <a:pt x="19901" y="16602"/>
                </a:lnTo>
                <a:lnTo>
                  <a:pt x="21600" y="17280"/>
                </a:lnTo>
                <a:lnTo>
                  <a:pt x="17572" y="18887"/>
                </a:lnTo>
                <a:lnTo>
                  <a:pt x="14728" y="19976"/>
                </a:lnTo>
                <a:lnTo>
                  <a:pt x="12668" y="20676"/>
                </a:lnTo>
                <a:lnTo>
                  <a:pt x="10991" y="21099"/>
                </a:lnTo>
                <a:lnTo>
                  <a:pt x="9302" y="21367"/>
                </a:lnTo>
                <a:lnTo>
                  <a:pt x="7200" y="21600"/>
                </a:lnTo>
                <a:lnTo>
                  <a:pt x="4558" y="19185"/>
                </a:lnTo>
                <a:lnTo>
                  <a:pt x="2923" y="17483"/>
                </a:lnTo>
                <a:lnTo>
                  <a:pt x="1631" y="15677"/>
                </a:lnTo>
                <a:lnTo>
                  <a:pt x="0" y="12960"/>
                </a:lnTo>
                <a:lnTo>
                  <a:pt x="2380" y="12960"/>
                </a:lnTo>
                <a:lnTo>
                  <a:pt x="4774" y="12960"/>
                </a:lnTo>
                <a:lnTo>
                  <a:pt x="7200" y="12960"/>
                </a:lnTo>
                <a:lnTo>
                  <a:pt x="8309" y="9746"/>
                </a:lnTo>
                <a:lnTo>
                  <a:pt x="9050" y="7465"/>
                </a:lnTo>
                <a:lnTo>
                  <a:pt x="9598" y="5495"/>
                </a:lnTo>
                <a:lnTo>
                  <a:pt x="10123" y="3214"/>
                </a:lnTo>
                <a:lnTo>
                  <a:pt x="10800" y="0"/>
                </a:lnTo>
                <a:close/>
              </a:path>
            </a:pathLst>
          </a:custGeom>
          <a:solidFill>
            <a:srgbClr val="464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7" name="contour_16225"/>
          <p:cNvSpPr/>
          <p:nvPr/>
        </p:nvSpPr>
        <p:spPr>
          <a:xfrm>
            <a:off x="4463338" y="53202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E4F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8" name="contour_16226"/>
          <p:cNvSpPr/>
          <p:nvPr/>
        </p:nvSpPr>
        <p:spPr>
          <a:xfrm>
            <a:off x="4112873" y="5327522"/>
            <a:ext cx="22505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10" y="0"/>
                </a:moveTo>
                <a:lnTo>
                  <a:pt x="12234" y="0"/>
                </a:lnTo>
                <a:lnTo>
                  <a:pt x="16885" y="0"/>
                </a:lnTo>
                <a:lnTo>
                  <a:pt x="21600" y="0"/>
                </a:lnTo>
                <a:lnTo>
                  <a:pt x="20684" y="1546"/>
                </a:lnTo>
                <a:lnTo>
                  <a:pt x="19753" y="3089"/>
                </a:lnTo>
                <a:lnTo>
                  <a:pt x="18823" y="4632"/>
                </a:lnTo>
                <a:lnTo>
                  <a:pt x="17886" y="6173"/>
                </a:lnTo>
                <a:lnTo>
                  <a:pt x="16941" y="7716"/>
                </a:lnTo>
                <a:lnTo>
                  <a:pt x="15990" y="9259"/>
                </a:lnTo>
                <a:lnTo>
                  <a:pt x="15039" y="10800"/>
                </a:lnTo>
                <a:lnTo>
                  <a:pt x="14123" y="12350"/>
                </a:lnTo>
                <a:lnTo>
                  <a:pt x="13199" y="13922"/>
                </a:lnTo>
                <a:lnTo>
                  <a:pt x="12283" y="15389"/>
                </a:lnTo>
                <a:lnTo>
                  <a:pt x="11353" y="16874"/>
                </a:lnTo>
                <a:lnTo>
                  <a:pt x="10527" y="18235"/>
                </a:lnTo>
                <a:lnTo>
                  <a:pt x="9688" y="19618"/>
                </a:lnTo>
                <a:lnTo>
                  <a:pt x="8660" y="20602"/>
                </a:lnTo>
                <a:lnTo>
                  <a:pt x="7610" y="21600"/>
                </a:lnTo>
                <a:lnTo>
                  <a:pt x="4141" y="21600"/>
                </a:lnTo>
                <a:lnTo>
                  <a:pt x="616" y="21600"/>
                </a:lnTo>
                <a:lnTo>
                  <a:pt x="525" y="20026"/>
                </a:lnTo>
                <a:lnTo>
                  <a:pt x="441" y="18449"/>
                </a:lnTo>
                <a:lnTo>
                  <a:pt x="371" y="16874"/>
                </a:lnTo>
                <a:lnTo>
                  <a:pt x="301" y="15300"/>
                </a:lnTo>
                <a:lnTo>
                  <a:pt x="238" y="13723"/>
                </a:lnTo>
                <a:lnTo>
                  <a:pt x="182" y="12149"/>
                </a:lnTo>
                <a:lnTo>
                  <a:pt x="91" y="10802"/>
                </a:lnTo>
                <a:lnTo>
                  <a:pt x="0" y="9437"/>
                </a:lnTo>
                <a:lnTo>
                  <a:pt x="7" y="8028"/>
                </a:lnTo>
                <a:lnTo>
                  <a:pt x="84" y="6622"/>
                </a:lnTo>
                <a:lnTo>
                  <a:pt x="224" y="5213"/>
                </a:lnTo>
                <a:lnTo>
                  <a:pt x="406" y="3806"/>
                </a:lnTo>
                <a:lnTo>
                  <a:pt x="616" y="2400"/>
                </a:lnTo>
                <a:lnTo>
                  <a:pt x="4085" y="1210"/>
                </a:lnTo>
                <a:lnTo>
                  <a:pt x="7610" y="0"/>
                </a:lnTo>
                <a:close/>
              </a:path>
            </a:pathLst>
          </a:custGeom>
          <a:solidFill>
            <a:srgbClr val="D1D3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29" name="contour_16227"/>
          <p:cNvSpPr/>
          <p:nvPr/>
        </p:nvSpPr>
        <p:spPr>
          <a:xfrm>
            <a:off x="1212893" y="5320234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980" y="20747"/>
                </a:lnTo>
                <a:lnTo>
                  <a:pt x="14329" y="20039"/>
                </a:lnTo>
                <a:lnTo>
                  <a:pt x="11973" y="19219"/>
                </a:lnTo>
                <a:lnTo>
                  <a:pt x="9167" y="18025"/>
                </a:lnTo>
                <a:lnTo>
                  <a:pt x="5167" y="16200"/>
                </a:lnTo>
                <a:lnTo>
                  <a:pt x="3421" y="12020"/>
                </a:lnTo>
                <a:lnTo>
                  <a:pt x="2279" y="9088"/>
                </a:lnTo>
                <a:lnTo>
                  <a:pt x="1493" y="6626"/>
                </a:lnTo>
                <a:lnTo>
                  <a:pt x="816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403D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0" name="contour_16228"/>
          <p:cNvSpPr/>
          <p:nvPr/>
        </p:nvSpPr>
        <p:spPr>
          <a:xfrm>
            <a:off x="5555348" y="5298370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5170" y="0"/>
                </a:lnTo>
                <a:lnTo>
                  <a:pt x="9240" y="0"/>
                </a:lnTo>
                <a:lnTo>
                  <a:pt x="13323" y="0"/>
                </a:lnTo>
                <a:lnTo>
                  <a:pt x="1744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9282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1" name="contour_16229"/>
          <p:cNvSpPr/>
          <p:nvPr/>
        </p:nvSpPr>
        <p:spPr>
          <a:xfrm>
            <a:off x="1278485" y="530565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10751" y="3927"/>
                </a:lnTo>
                <a:lnTo>
                  <a:pt x="14440" y="6666"/>
                </a:lnTo>
                <a:lnTo>
                  <a:pt x="16918" y="8580"/>
                </a:lnTo>
                <a:lnTo>
                  <a:pt x="18641" y="10027"/>
                </a:lnTo>
                <a:lnTo>
                  <a:pt x="20050" y="1136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6B6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2" name="contour_16230"/>
          <p:cNvSpPr/>
          <p:nvPr/>
        </p:nvSpPr>
        <p:spPr>
          <a:xfrm>
            <a:off x="986966" y="531294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05E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3" name="contour_16231"/>
          <p:cNvSpPr/>
          <p:nvPr/>
        </p:nvSpPr>
        <p:spPr>
          <a:xfrm>
            <a:off x="6919391" y="5304397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404" y="21001"/>
                </a:lnTo>
                <a:lnTo>
                  <a:pt x="17208" y="20375"/>
                </a:lnTo>
                <a:lnTo>
                  <a:pt x="15016" y="19721"/>
                </a:lnTo>
                <a:lnTo>
                  <a:pt x="12823" y="19047"/>
                </a:lnTo>
                <a:lnTo>
                  <a:pt x="10375" y="18332"/>
                </a:lnTo>
                <a:lnTo>
                  <a:pt x="7888" y="17611"/>
                </a:lnTo>
                <a:lnTo>
                  <a:pt x="5371" y="15868"/>
                </a:lnTo>
                <a:lnTo>
                  <a:pt x="3838" y="14262"/>
                </a:lnTo>
                <a:lnTo>
                  <a:pt x="2664" y="11852"/>
                </a:lnTo>
                <a:lnTo>
                  <a:pt x="1224" y="7720"/>
                </a:lnTo>
                <a:lnTo>
                  <a:pt x="619" y="4472"/>
                </a:lnTo>
                <a:lnTo>
                  <a:pt x="0" y="1178"/>
                </a:lnTo>
                <a:close/>
              </a:path>
            </a:pathLst>
          </a:custGeom>
          <a:solidFill>
            <a:srgbClr val="1E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4" name="contour_16232"/>
          <p:cNvSpPr/>
          <p:nvPr/>
        </p:nvSpPr>
        <p:spPr>
          <a:xfrm>
            <a:off x="1730341" y="5311758"/>
            <a:ext cx="36440" cy="242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059"/>
                </a:moveTo>
                <a:lnTo>
                  <a:pt x="7279" y="331"/>
                </a:lnTo>
                <a:lnTo>
                  <a:pt x="10113" y="6"/>
                </a:lnTo>
                <a:lnTo>
                  <a:pt x="12887" y="0"/>
                </a:lnTo>
                <a:lnTo>
                  <a:pt x="15677" y="227"/>
                </a:lnTo>
                <a:lnTo>
                  <a:pt x="18559" y="610"/>
                </a:lnTo>
                <a:lnTo>
                  <a:pt x="21600" y="1059"/>
                </a:lnTo>
                <a:lnTo>
                  <a:pt x="21047" y="5890"/>
                </a:lnTo>
                <a:lnTo>
                  <a:pt x="20546" y="9319"/>
                </a:lnTo>
                <a:lnTo>
                  <a:pt x="19889" y="12281"/>
                </a:lnTo>
                <a:lnTo>
                  <a:pt x="18870" y="15710"/>
                </a:lnTo>
                <a:lnTo>
                  <a:pt x="17280" y="20541"/>
                </a:lnTo>
                <a:lnTo>
                  <a:pt x="14321" y="21269"/>
                </a:lnTo>
                <a:lnTo>
                  <a:pt x="11487" y="21594"/>
                </a:lnTo>
                <a:lnTo>
                  <a:pt x="8713" y="21600"/>
                </a:lnTo>
                <a:lnTo>
                  <a:pt x="5923" y="21373"/>
                </a:lnTo>
                <a:lnTo>
                  <a:pt x="3041" y="20990"/>
                </a:lnTo>
                <a:lnTo>
                  <a:pt x="0" y="20541"/>
                </a:lnTo>
                <a:lnTo>
                  <a:pt x="553" y="15710"/>
                </a:lnTo>
                <a:lnTo>
                  <a:pt x="1054" y="12281"/>
                </a:lnTo>
                <a:lnTo>
                  <a:pt x="1711" y="9319"/>
                </a:lnTo>
                <a:lnTo>
                  <a:pt x="2730" y="5890"/>
                </a:lnTo>
                <a:lnTo>
                  <a:pt x="4320" y="1059"/>
                </a:lnTo>
                <a:close/>
              </a:path>
            </a:pathLst>
          </a:custGeom>
          <a:solidFill>
            <a:srgbClr val="C7A2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5" name="contour_16233"/>
          <p:cNvSpPr/>
          <p:nvPr/>
        </p:nvSpPr>
        <p:spPr>
          <a:xfrm>
            <a:off x="8413429" y="5291082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1D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6" name="contour_16234"/>
          <p:cNvSpPr/>
          <p:nvPr/>
        </p:nvSpPr>
        <p:spPr>
          <a:xfrm>
            <a:off x="8551893" y="5289712"/>
            <a:ext cx="43728" cy="30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80" y="0"/>
                </a:moveTo>
                <a:lnTo>
                  <a:pt x="19224" y="485"/>
                </a:lnTo>
                <a:lnTo>
                  <a:pt x="21600" y="970"/>
                </a:lnTo>
                <a:lnTo>
                  <a:pt x="20848" y="4203"/>
                </a:lnTo>
                <a:lnTo>
                  <a:pt x="20059" y="7339"/>
                </a:lnTo>
                <a:lnTo>
                  <a:pt x="19202" y="10372"/>
                </a:lnTo>
                <a:lnTo>
                  <a:pt x="18241" y="13312"/>
                </a:lnTo>
                <a:lnTo>
                  <a:pt x="17143" y="16164"/>
                </a:lnTo>
                <a:lnTo>
                  <a:pt x="15876" y="18923"/>
                </a:lnTo>
                <a:lnTo>
                  <a:pt x="14400" y="21600"/>
                </a:lnTo>
                <a:lnTo>
                  <a:pt x="11822" y="21543"/>
                </a:lnTo>
                <a:lnTo>
                  <a:pt x="9374" y="21089"/>
                </a:lnTo>
                <a:lnTo>
                  <a:pt x="7013" y="20300"/>
                </a:lnTo>
                <a:lnTo>
                  <a:pt x="4694" y="19222"/>
                </a:lnTo>
                <a:lnTo>
                  <a:pt x="2372" y="17917"/>
                </a:lnTo>
                <a:lnTo>
                  <a:pt x="0" y="16442"/>
                </a:lnTo>
                <a:lnTo>
                  <a:pt x="3089" y="11414"/>
                </a:lnTo>
                <a:lnTo>
                  <a:pt x="5501" y="7618"/>
                </a:lnTo>
                <a:lnTo>
                  <a:pt x="7434" y="4864"/>
                </a:lnTo>
                <a:lnTo>
                  <a:pt x="9090" y="2960"/>
                </a:lnTo>
                <a:lnTo>
                  <a:pt x="10667" y="1717"/>
                </a:lnTo>
                <a:lnTo>
                  <a:pt x="12355" y="939"/>
                </a:lnTo>
                <a:lnTo>
                  <a:pt x="14360" y="433"/>
                </a:lnTo>
                <a:lnTo>
                  <a:pt x="16880" y="0"/>
                </a:lnTo>
                <a:close/>
              </a:path>
            </a:pathLst>
          </a:custGeom>
          <a:solidFill>
            <a:srgbClr val="28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7" name="contour_16235"/>
          <p:cNvSpPr/>
          <p:nvPr/>
        </p:nvSpPr>
        <p:spPr>
          <a:xfrm>
            <a:off x="1263909" y="526921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683" y="18386"/>
                </a:lnTo>
                <a:lnTo>
                  <a:pt x="1248" y="16105"/>
                </a:lnTo>
                <a:lnTo>
                  <a:pt x="1905" y="14135"/>
                </a:lnTo>
                <a:lnTo>
                  <a:pt x="2860" y="11854"/>
                </a:lnTo>
                <a:lnTo>
                  <a:pt x="4320" y="8640"/>
                </a:lnTo>
                <a:lnTo>
                  <a:pt x="7664" y="8251"/>
                </a:lnTo>
                <a:lnTo>
                  <a:pt x="10009" y="8057"/>
                </a:lnTo>
                <a:lnTo>
                  <a:pt x="11979" y="8057"/>
                </a:lnTo>
                <a:lnTo>
                  <a:pt x="14196" y="8251"/>
                </a:lnTo>
                <a:lnTo>
                  <a:pt x="17280" y="8640"/>
                </a:lnTo>
                <a:lnTo>
                  <a:pt x="17280" y="5784"/>
                </a:lnTo>
                <a:lnTo>
                  <a:pt x="17280" y="2912"/>
                </a:lnTo>
                <a:lnTo>
                  <a:pt x="17280" y="0"/>
                </a:lnTo>
                <a:close/>
              </a:path>
            </a:pathLst>
          </a:custGeom>
          <a:solidFill>
            <a:srgbClr val="3B35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8" name="contour_16236"/>
          <p:cNvSpPr/>
          <p:nvPr/>
        </p:nvSpPr>
        <p:spPr>
          <a:xfrm>
            <a:off x="7342094" y="527650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0"/>
                </a:lnTo>
                <a:lnTo>
                  <a:pt x="16200" y="0"/>
                </a:lnTo>
                <a:lnTo>
                  <a:pt x="16794" y="2376"/>
                </a:lnTo>
                <a:lnTo>
                  <a:pt x="17388" y="4756"/>
                </a:lnTo>
                <a:lnTo>
                  <a:pt x="17982" y="7135"/>
                </a:lnTo>
                <a:lnTo>
                  <a:pt x="18581" y="9522"/>
                </a:lnTo>
                <a:lnTo>
                  <a:pt x="19181" y="11916"/>
                </a:lnTo>
                <a:lnTo>
                  <a:pt x="19780" y="14321"/>
                </a:lnTo>
                <a:lnTo>
                  <a:pt x="20385" y="16733"/>
                </a:lnTo>
                <a:lnTo>
                  <a:pt x="20990" y="19159"/>
                </a:lnTo>
                <a:lnTo>
                  <a:pt x="21600" y="21600"/>
                </a:lnTo>
                <a:lnTo>
                  <a:pt x="18036" y="21006"/>
                </a:lnTo>
                <a:lnTo>
                  <a:pt x="14467" y="20412"/>
                </a:lnTo>
                <a:lnTo>
                  <a:pt x="10881" y="19814"/>
                </a:lnTo>
                <a:lnTo>
                  <a:pt x="7279" y="19213"/>
                </a:lnTo>
                <a:lnTo>
                  <a:pt x="3656" y="18608"/>
                </a:lnTo>
                <a:lnTo>
                  <a:pt x="0" y="18000"/>
                </a:lnTo>
                <a:lnTo>
                  <a:pt x="1247" y="15746"/>
                </a:lnTo>
                <a:lnTo>
                  <a:pt x="2511" y="13496"/>
                </a:lnTo>
                <a:lnTo>
                  <a:pt x="3785" y="11246"/>
                </a:lnTo>
                <a:lnTo>
                  <a:pt x="5065" y="9000"/>
                </a:lnTo>
                <a:lnTo>
                  <a:pt x="6005" y="7326"/>
                </a:lnTo>
                <a:lnTo>
                  <a:pt x="6950" y="5645"/>
                </a:lnTo>
                <a:lnTo>
                  <a:pt x="7911" y="3938"/>
                </a:lnTo>
                <a:lnTo>
                  <a:pt x="9342" y="1984"/>
                </a:lnTo>
                <a:lnTo>
                  <a:pt x="10800" y="0"/>
                </a:lnTo>
                <a:close/>
              </a:path>
            </a:pathLst>
          </a:custGeom>
          <a:solidFill>
            <a:srgbClr val="878D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39" name="contour_16237"/>
          <p:cNvSpPr/>
          <p:nvPr/>
        </p:nvSpPr>
        <p:spPr>
          <a:xfrm>
            <a:off x="5505520" y="5275792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95"/>
                </a:lnTo>
                <a:lnTo>
                  <a:pt x="12823" y="184"/>
                </a:lnTo>
                <a:lnTo>
                  <a:pt x="14062" y="221"/>
                </a:lnTo>
                <a:lnTo>
                  <a:pt x="17788" y="327"/>
                </a:lnTo>
                <a:lnTo>
                  <a:pt x="19681" y="422"/>
                </a:lnTo>
                <a:lnTo>
                  <a:pt x="21600" y="517"/>
                </a:lnTo>
                <a:lnTo>
                  <a:pt x="21600" y="4001"/>
                </a:lnTo>
                <a:lnTo>
                  <a:pt x="21600" y="7506"/>
                </a:lnTo>
                <a:lnTo>
                  <a:pt x="21600" y="11058"/>
                </a:lnTo>
                <a:lnTo>
                  <a:pt x="19296" y="10842"/>
                </a:lnTo>
                <a:lnTo>
                  <a:pt x="16978" y="10621"/>
                </a:lnTo>
                <a:lnTo>
                  <a:pt x="14623" y="10399"/>
                </a:lnTo>
                <a:lnTo>
                  <a:pt x="11696" y="10399"/>
                </a:lnTo>
                <a:lnTo>
                  <a:pt x="9774" y="10568"/>
                </a:lnTo>
                <a:lnTo>
                  <a:pt x="7200" y="11058"/>
                </a:lnTo>
                <a:lnTo>
                  <a:pt x="5627" y="14189"/>
                </a:lnTo>
                <a:lnTo>
                  <a:pt x="4727" y="16329"/>
                </a:lnTo>
                <a:lnTo>
                  <a:pt x="4165" y="18474"/>
                </a:lnTo>
                <a:lnTo>
                  <a:pt x="3600" y="21600"/>
                </a:lnTo>
                <a:lnTo>
                  <a:pt x="2599" y="17837"/>
                </a:lnTo>
                <a:lnTo>
                  <a:pt x="1912" y="15133"/>
                </a:lnTo>
                <a:lnTo>
                  <a:pt x="1364" y="12729"/>
                </a:lnTo>
                <a:lnTo>
                  <a:pt x="785" y="9867"/>
                </a:lnTo>
                <a:lnTo>
                  <a:pt x="0" y="5787"/>
                </a:lnTo>
                <a:lnTo>
                  <a:pt x="2149" y="2736"/>
                </a:lnTo>
                <a:lnTo>
                  <a:pt x="3686" y="1112"/>
                </a:lnTo>
                <a:lnTo>
                  <a:pt x="5353" y="385"/>
                </a:lnTo>
                <a:lnTo>
                  <a:pt x="7888" y="0"/>
                </a:lnTo>
                <a:close/>
              </a:path>
            </a:pathLst>
          </a:custGeom>
          <a:solidFill>
            <a:srgbClr val="927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0" name="contour_16238"/>
          <p:cNvSpPr/>
          <p:nvPr/>
        </p:nvSpPr>
        <p:spPr>
          <a:xfrm>
            <a:off x="644430" y="526921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1631"/>
                </a:lnTo>
                <a:lnTo>
                  <a:pt x="16448" y="2923"/>
                </a:lnTo>
                <a:lnTo>
                  <a:pt x="18581" y="4558"/>
                </a:lnTo>
                <a:lnTo>
                  <a:pt x="21600" y="7200"/>
                </a:lnTo>
                <a:lnTo>
                  <a:pt x="21136" y="9724"/>
                </a:lnTo>
                <a:lnTo>
                  <a:pt x="20450" y="12132"/>
                </a:lnTo>
                <a:lnTo>
                  <a:pt x="19580" y="14472"/>
                </a:lnTo>
                <a:lnTo>
                  <a:pt x="18560" y="16794"/>
                </a:lnTo>
                <a:lnTo>
                  <a:pt x="17420" y="19156"/>
                </a:lnTo>
                <a:lnTo>
                  <a:pt x="16200" y="21600"/>
                </a:lnTo>
                <a:lnTo>
                  <a:pt x="13090" y="20002"/>
                </a:lnTo>
                <a:lnTo>
                  <a:pt x="10120" y="18385"/>
                </a:lnTo>
                <a:lnTo>
                  <a:pt x="7301" y="16700"/>
                </a:lnTo>
                <a:lnTo>
                  <a:pt x="4660" y="14908"/>
                </a:lnTo>
                <a:lnTo>
                  <a:pt x="2219" y="12956"/>
                </a:lnTo>
                <a:lnTo>
                  <a:pt x="0" y="10800"/>
                </a:lnTo>
                <a:lnTo>
                  <a:pt x="1879" y="8219"/>
                </a:lnTo>
                <a:lnTo>
                  <a:pt x="3321" y="6350"/>
                </a:lnTo>
                <a:lnTo>
                  <a:pt x="4639" y="4892"/>
                </a:lnTo>
                <a:lnTo>
                  <a:pt x="6124" y="3550"/>
                </a:lnTo>
                <a:lnTo>
                  <a:pt x="8078" y="2020"/>
                </a:lnTo>
                <a:lnTo>
                  <a:pt x="10800" y="0"/>
                </a:lnTo>
                <a:close/>
              </a:path>
            </a:pathLst>
          </a:custGeom>
          <a:solidFill>
            <a:srgbClr val="3A34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1" name="contour_16239"/>
          <p:cNvSpPr/>
          <p:nvPr/>
        </p:nvSpPr>
        <p:spPr>
          <a:xfrm>
            <a:off x="10038651" y="526921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18926" y="12139"/>
                </a:lnTo>
                <a:lnTo>
                  <a:pt x="16252" y="13473"/>
                </a:lnTo>
                <a:lnTo>
                  <a:pt x="13569" y="14818"/>
                </a:lnTo>
                <a:lnTo>
                  <a:pt x="10882" y="16157"/>
                </a:lnTo>
                <a:lnTo>
                  <a:pt x="8182" y="17507"/>
                </a:lnTo>
                <a:lnTo>
                  <a:pt x="5469" y="18862"/>
                </a:lnTo>
                <a:lnTo>
                  <a:pt x="2743" y="20228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393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2" name="contour_16240"/>
          <p:cNvSpPr/>
          <p:nvPr/>
        </p:nvSpPr>
        <p:spPr>
          <a:xfrm>
            <a:off x="2167620" y="526193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19" y="2038"/>
                </a:lnTo>
                <a:lnTo>
                  <a:pt x="16438" y="4075"/>
                </a:lnTo>
                <a:lnTo>
                  <a:pt x="17460" y="6120"/>
                </a:lnTo>
                <a:lnTo>
                  <a:pt x="18486" y="8172"/>
                </a:lnTo>
                <a:lnTo>
                  <a:pt x="19519" y="10235"/>
                </a:lnTo>
                <a:lnTo>
                  <a:pt x="20556" y="12308"/>
                </a:lnTo>
                <a:lnTo>
                  <a:pt x="21600" y="14400"/>
                </a:lnTo>
                <a:lnTo>
                  <a:pt x="19220" y="14400"/>
                </a:lnTo>
                <a:lnTo>
                  <a:pt x="16826" y="14400"/>
                </a:lnTo>
                <a:lnTo>
                  <a:pt x="14400" y="14400"/>
                </a:lnTo>
                <a:lnTo>
                  <a:pt x="13507" y="16182"/>
                </a:lnTo>
                <a:lnTo>
                  <a:pt x="12614" y="17971"/>
                </a:lnTo>
                <a:lnTo>
                  <a:pt x="11711" y="19775"/>
                </a:lnTo>
                <a:lnTo>
                  <a:pt x="10800" y="21600"/>
                </a:lnTo>
                <a:lnTo>
                  <a:pt x="9274" y="19562"/>
                </a:lnTo>
                <a:lnTo>
                  <a:pt x="7744" y="17525"/>
                </a:lnTo>
                <a:lnTo>
                  <a:pt x="6210" y="15480"/>
                </a:lnTo>
                <a:lnTo>
                  <a:pt x="4669" y="13428"/>
                </a:lnTo>
                <a:lnTo>
                  <a:pt x="3125" y="11365"/>
                </a:lnTo>
                <a:lnTo>
                  <a:pt x="1566" y="9292"/>
                </a:lnTo>
                <a:lnTo>
                  <a:pt x="0" y="7200"/>
                </a:lnTo>
                <a:lnTo>
                  <a:pt x="2376" y="7200"/>
                </a:lnTo>
                <a:lnTo>
                  <a:pt x="4756" y="7200"/>
                </a:lnTo>
                <a:lnTo>
                  <a:pt x="7146" y="7200"/>
                </a:lnTo>
                <a:lnTo>
                  <a:pt x="9547" y="7200"/>
                </a:lnTo>
                <a:lnTo>
                  <a:pt x="11963" y="7200"/>
                </a:lnTo>
                <a:lnTo>
                  <a:pt x="14400" y="7200"/>
                </a:lnTo>
                <a:lnTo>
                  <a:pt x="14400" y="4820"/>
                </a:lnTo>
                <a:lnTo>
                  <a:pt x="14400" y="2426"/>
                </a:lnTo>
                <a:lnTo>
                  <a:pt x="14400" y="0"/>
                </a:lnTo>
                <a:close/>
              </a:path>
            </a:pathLst>
          </a:custGeom>
          <a:solidFill>
            <a:srgbClr val="5C4B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3" name="contour_16241"/>
          <p:cNvSpPr/>
          <p:nvPr/>
        </p:nvSpPr>
        <p:spPr>
          <a:xfrm>
            <a:off x="8413429" y="526193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195" y="20963"/>
                </a:lnTo>
                <a:lnTo>
                  <a:pt x="16794" y="20288"/>
                </a:lnTo>
                <a:lnTo>
                  <a:pt x="14400" y="19575"/>
                </a:lnTo>
                <a:lnTo>
                  <a:pt x="12391" y="19008"/>
                </a:lnTo>
                <a:lnTo>
                  <a:pt x="10350" y="18436"/>
                </a:lnTo>
                <a:lnTo>
                  <a:pt x="8784" y="17323"/>
                </a:lnTo>
                <a:lnTo>
                  <a:pt x="7200" y="16200"/>
                </a:lnTo>
                <a:lnTo>
                  <a:pt x="7200" y="12631"/>
                </a:lnTo>
                <a:lnTo>
                  <a:pt x="7200" y="9040"/>
                </a:lnTo>
                <a:lnTo>
                  <a:pt x="7200" y="5400"/>
                </a:lnTo>
                <a:lnTo>
                  <a:pt x="5418" y="4061"/>
                </a:lnTo>
                <a:lnTo>
                  <a:pt x="3625" y="2722"/>
                </a:lnTo>
                <a:lnTo>
                  <a:pt x="1825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7578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4" name="contour_16242"/>
          <p:cNvSpPr/>
          <p:nvPr/>
        </p:nvSpPr>
        <p:spPr>
          <a:xfrm>
            <a:off x="1861525" y="5254642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9436" y="19850"/>
                </a:lnTo>
                <a:lnTo>
                  <a:pt x="17271" y="18097"/>
                </a:lnTo>
                <a:lnTo>
                  <a:pt x="15111" y="16340"/>
                </a:lnTo>
                <a:lnTo>
                  <a:pt x="12956" y="14584"/>
                </a:lnTo>
                <a:lnTo>
                  <a:pt x="10800" y="12823"/>
                </a:lnTo>
                <a:lnTo>
                  <a:pt x="8791" y="11192"/>
                </a:lnTo>
                <a:lnTo>
                  <a:pt x="6774" y="9554"/>
                </a:lnTo>
                <a:lnTo>
                  <a:pt x="4726" y="7888"/>
                </a:lnTo>
                <a:lnTo>
                  <a:pt x="1996" y="5353"/>
                </a:lnTo>
                <a:lnTo>
                  <a:pt x="592" y="3686"/>
                </a:lnTo>
                <a:lnTo>
                  <a:pt x="73" y="2149"/>
                </a:lnTo>
                <a:lnTo>
                  <a:pt x="0" y="0"/>
                </a:lnTo>
                <a:close/>
              </a:path>
            </a:pathLst>
          </a:custGeom>
          <a:solidFill>
            <a:srgbClr val="5549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5" name="contour_16243"/>
          <p:cNvSpPr/>
          <p:nvPr/>
        </p:nvSpPr>
        <p:spPr>
          <a:xfrm>
            <a:off x="3975042" y="521820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594" y="3564"/>
                </a:lnTo>
                <a:lnTo>
                  <a:pt x="19188" y="7133"/>
                </a:lnTo>
                <a:lnTo>
                  <a:pt x="19786" y="10719"/>
                </a:lnTo>
                <a:lnTo>
                  <a:pt x="20387" y="14321"/>
                </a:lnTo>
                <a:lnTo>
                  <a:pt x="20992" y="17944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1948" y="14213"/>
                </a:lnTo>
                <a:lnTo>
                  <a:pt x="3892" y="12253"/>
                </a:lnTo>
                <a:lnTo>
                  <a:pt x="5836" y="10330"/>
                </a:lnTo>
                <a:lnTo>
                  <a:pt x="7794" y="8451"/>
                </a:lnTo>
                <a:lnTo>
                  <a:pt x="9770" y="6620"/>
                </a:lnTo>
                <a:lnTo>
                  <a:pt x="11772" y="4849"/>
                </a:lnTo>
                <a:lnTo>
                  <a:pt x="13806" y="3154"/>
                </a:lnTo>
                <a:lnTo>
                  <a:pt x="15880" y="1534"/>
                </a:lnTo>
                <a:lnTo>
                  <a:pt x="18000" y="0"/>
                </a:lnTo>
                <a:close/>
              </a:path>
            </a:pathLst>
          </a:custGeom>
          <a:solidFill>
            <a:srgbClr val="E0E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6" name="contour_16244"/>
          <p:cNvSpPr/>
          <p:nvPr/>
        </p:nvSpPr>
        <p:spPr>
          <a:xfrm>
            <a:off x="6460247" y="5218202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069" y="1593"/>
                </a:lnTo>
                <a:lnTo>
                  <a:pt x="13214" y="3143"/>
                </a:lnTo>
                <a:lnTo>
                  <a:pt x="14245" y="4674"/>
                </a:lnTo>
                <a:lnTo>
                  <a:pt x="15190" y="6218"/>
                </a:lnTo>
                <a:lnTo>
                  <a:pt x="16060" y="7800"/>
                </a:lnTo>
                <a:lnTo>
                  <a:pt x="16875" y="9450"/>
                </a:lnTo>
                <a:lnTo>
                  <a:pt x="17577" y="10805"/>
                </a:lnTo>
                <a:lnTo>
                  <a:pt x="18290" y="12182"/>
                </a:lnTo>
                <a:lnTo>
                  <a:pt x="19138" y="13859"/>
                </a:lnTo>
                <a:lnTo>
                  <a:pt x="19969" y="15538"/>
                </a:lnTo>
                <a:lnTo>
                  <a:pt x="20790" y="17218"/>
                </a:lnTo>
                <a:lnTo>
                  <a:pt x="21600" y="18900"/>
                </a:lnTo>
                <a:lnTo>
                  <a:pt x="18392" y="19435"/>
                </a:lnTo>
                <a:lnTo>
                  <a:pt x="15174" y="19972"/>
                </a:lnTo>
                <a:lnTo>
                  <a:pt x="11945" y="20509"/>
                </a:lnTo>
                <a:lnTo>
                  <a:pt x="8689" y="21052"/>
                </a:lnTo>
                <a:lnTo>
                  <a:pt x="5400" y="21600"/>
                </a:lnTo>
                <a:lnTo>
                  <a:pt x="4952" y="19818"/>
                </a:lnTo>
                <a:lnTo>
                  <a:pt x="4509" y="18036"/>
                </a:lnTo>
                <a:lnTo>
                  <a:pt x="4061" y="16251"/>
                </a:lnTo>
                <a:lnTo>
                  <a:pt x="3618" y="14464"/>
                </a:lnTo>
                <a:lnTo>
                  <a:pt x="3170" y="12674"/>
                </a:lnTo>
                <a:lnTo>
                  <a:pt x="2722" y="10881"/>
                </a:lnTo>
                <a:lnTo>
                  <a:pt x="2273" y="9083"/>
                </a:lnTo>
                <a:lnTo>
                  <a:pt x="1820" y="7279"/>
                </a:lnTo>
                <a:lnTo>
                  <a:pt x="1366" y="5470"/>
                </a:lnTo>
                <a:lnTo>
                  <a:pt x="913" y="3656"/>
                </a:lnTo>
                <a:lnTo>
                  <a:pt x="459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A0C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7" name="contour_16245"/>
          <p:cNvSpPr/>
          <p:nvPr/>
        </p:nvSpPr>
        <p:spPr>
          <a:xfrm>
            <a:off x="1978132" y="521820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999" y="2955"/>
                </a:lnTo>
                <a:lnTo>
                  <a:pt x="20084" y="5106"/>
                </a:lnTo>
                <a:lnTo>
                  <a:pt x="20740" y="7076"/>
                </a:lnTo>
                <a:lnTo>
                  <a:pt x="21177" y="9487"/>
                </a:lnTo>
                <a:lnTo>
                  <a:pt x="21600" y="12960"/>
                </a:lnTo>
                <a:lnTo>
                  <a:pt x="18952" y="15137"/>
                </a:lnTo>
                <a:lnTo>
                  <a:pt x="16978" y="16701"/>
                </a:lnTo>
                <a:lnTo>
                  <a:pt x="15319" y="17889"/>
                </a:lnTo>
                <a:lnTo>
                  <a:pt x="13617" y="18943"/>
                </a:lnTo>
                <a:lnTo>
                  <a:pt x="11513" y="20097"/>
                </a:lnTo>
                <a:lnTo>
                  <a:pt x="8640" y="21600"/>
                </a:lnTo>
                <a:lnTo>
                  <a:pt x="7214" y="19462"/>
                </a:lnTo>
                <a:lnTo>
                  <a:pt x="5784" y="17319"/>
                </a:lnTo>
                <a:lnTo>
                  <a:pt x="4350" y="15168"/>
                </a:lnTo>
                <a:lnTo>
                  <a:pt x="2912" y="13008"/>
                </a:lnTo>
                <a:lnTo>
                  <a:pt x="1460" y="10835"/>
                </a:lnTo>
                <a:lnTo>
                  <a:pt x="0" y="8640"/>
                </a:lnTo>
                <a:lnTo>
                  <a:pt x="2856" y="8640"/>
                </a:lnTo>
                <a:lnTo>
                  <a:pt x="5728" y="8640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493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8" name="contour_16246"/>
          <p:cNvSpPr/>
          <p:nvPr/>
        </p:nvSpPr>
        <p:spPr>
          <a:xfrm>
            <a:off x="8253093" y="521091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744" y="21600"/>
                </a:lnTo>
                <a:lnTo>
                  <a:pt x="15872" y="21600"/>
                </a:lnTo>
                <a:lnTo>
                  <a:pt x="12960" y="21600"/>
                </a:lnTo>
                <a:lnTo>
                  <a:pt x="13228" y="19548"/>
                </a:lnTo>
                <a:lnTo>
                  <a:pt x="13500" y="17483"/>
                </a:lnTo>
                <a:lnTo>
                  <a:pt x="13772" y="15388"/>
                </a:lnTo>
                <a:lnTo>
                  <a:pt x="13504" y="13159"/>
                </a:lnTo>
                <a:lnTo>
                  <a:pt x="13232" y="10917"/>
                </a:lnTo>
                <a:lnTo>
                  <a:pt x="12960" y="8640"/>
                </a:lnTo>
                <a:lnTo>
                  <a:pt x="9746" y="7180"/>
                </a:lnTo>
                <a:lnTo>
                  <a:pt x="7465" y="6225"/>
                </a:lnTo>
                <a:lnTo>
                  <a:pt x="5495" y="5568"/>
                </a:lnTo>
                <a:lnTo>
                  <a:pt x="3214" y="5003"/>
                </a:lnTo>
                <a:lnTo>
                  <a:pt x="0" y="4320"/>
                </a:lnTo>
                <a:lnTo>
                  <a:pt x="2825" y="3318"/>
                </a:lnTo>
                <a:lnTo>
                  <a:pt x="5486" y="2445"/>
                </a:lnTo>
                <a:lnTo>
                  <a:pt x="8048" y="1702"/>
                </a:lnTo>
                <a:lnTo>
                  <a:pt x="10571" y="1093"/>
                </a:lnTo>
                <a:lnTo>
                  <a:pt x="13120" y="618"/>
                </a:lnTo>
                <a:lnTo>
                  <a:pt x="15768" y="276"/>
                </a:lnTo>
                <a:lnTo>
                  <a:pt x="18572" y="69"/>
                </a:lnTo>
                <a:lnTo>
                  <a:pt x="21600" y="0"/>
                </a:lnTo>
                <a:close/>
              </a:path>
            </a:pathLst>
          </a:custGeom>
          <a:solidFill>
            <a:srgbClr val="EC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49" name="contour_16247"/>
          <p:cNvSpPr/>
          <p:nvPr/>
        </p:nvSpPr>
        <p:spPr>
          <a:xfrm>
            <a:off x="4550793" y="5196338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27"/>
                </a:lnTo>
                <a:lnTo>
                  <a:pt x="13781" y="2060"/>
                </a:lnTo>
                <a:lnTo>
                  <a:pt x="16364" y="3092"/>
                </a:lnTo>
                <a:lnTo>
                  <a:pt x="18969" y="4135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25"/>
                </a:lnTo>
                <a:lnTo>
                  <a:pt x="0" y="13874"/>
                </a:lnTo>
                <a:lnTo>
                  <a:pt x="0" y="10377"/>
                </a:lnTo>
                <a:lnTo>
                  <a:pt x="2856" y="10377"/>
                </a:lnTo>
                <a:lnTo>
                  <a:pt x="5728" y="10377"/>
                </a:lnTo>
                <a:lnTo>
                  <a:pt x="8640" y="10377"/>
                </a:lnTo>
                <a:lnTo>
                  <a:pt x="8640" y="6947"/>
                </a:lnTo>
                <a:lnTo>
                  <a:pt x="8640" y="3497"/>
                </a:lnTo>
                <a:lnTo>
                  <a:pt x="8640" y="0"/>
                </a:lnTo>
                <a:close/>
              </a:path>
            </a:pathLst>
          </a:custGeom>
          <a:solidFill>
            <a:srgbClr val="5050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0" name="contour_16248"/>
          <p:cNvSpPr/>
          <p:nvPr/>
        </p:nvSpPr>
        <p:spPr>
          <a:xfrm>
            <a:off x="1365941" y="519633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10751" y="3927"/>
                </a:lnTo>
                <a:lnTo>
                  <a:pt x="14440" y="6666"/>
                </a:lnTo>
                <a:lnTo>
                  <a:pt x="16918" y="8580"/>
                </a:lnTo>
                <a:lnTo>
                  <a:pt x="18641" y="10027"/>
                </a:lnTo>
                <a:lnTo>
                  <a:pt x="20050" y="1136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036" y="20887"/>
                </a:lnTo>
                <a:lnTo>
                  <a:pt x="14467" y="20174"/>
                </a:lnTo>
                <a:lnTo>
                  <a:pt x="10881" y="19457"/>
                </a:lnTo>
                <a:lnTo>
                  <a:pt x="7279" y="18736"/>
                </a:lnTo>
                <a:lnTo>
                  <a:pt x="3656" y="18010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3835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1" name="contour_16249"/>
          <p:cNvSpPr/>
          <p:nvPr/>
        </p:nvSpPr>
        <p:spPr>
          <a:xfrm>
            <a:off x="746462" y="5217218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0709" y="4153"/>
                </a:lnTo>
                <a:lnTo>
                  <a:pt x="19818" y="7606"/>
                </a:lnTo>
                <a:lnTo>
                  <a:pt x="18922" y="11074"/>
                </a:lnTo>
                <a:lnTo>
                  <a:pt x="18020" y="14558"/>
                </a:lnTo>
                <a:lnTo>
                  <a:pt x="17113" y="18064"/>
                </a:lnTo>
                <a:lnTo>
                  <a:pt x="16200" y="21600"/>
                </a:lnTo>
                <a:lnTo>
                  <a:pt x="12992" y="20566"/>
                </a:lnTo>
                <a:lnTo>
                  <a:pt x="9774" y="19526"/>
                </a:lnTo>
                <a:lnTo>
                  <a:pt x="6545" y="18487"/>
                </a:lnTo>
                <a:lnTo>
                  <a:pt x="3289" y="17437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7072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2" name="contour_16250"/>
          <p:cNvSpPr/>
          <p:nvPr/>
        </p:nvSpPr>
        <p:spPr>
          <a:xfrm>
            <a:off x="629854" y="5211796"/>
            <a:ext cx="51016" cy="282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20" y="1609"/>
                </a:moveTo>
                <a:lnTo>
                  <a:pt x="20301" y="3241"/>
                </a:lnTo>
                <a:lnTo>
                  <a:pt x="21600" y="4895"/>
                </a:lnTo>
                <a:lnTo>
                  <a:pt x="20073" y="5585"/>
                </a:lnTo>
                <a:lnTo>
                  <a:pt x="18533" y="6281"/>
                </a:lnTo>
                <a:lnTo>
                  <a:pt x="16971" y="6983"/>
                </a:lnTo>
                <a:lnTo>
                  <a:pt x="15444" y="8130"/>
                </a:lnTo>
                <a:lnTo>
                  <a:pt x="13904" y="9288"/>
                </a:lnTo>
                <a:lnTo>
                  <a:pt x="12343" y="10463"/>
                </a:lnTo>
                <a:lnTo>
                  <a:pt x="12343" y="14144"/>
                </a:lnTo>
                <a:lnTo>
                  <a:pt x="12343" y="17847"/>
                </a:lnTo>
                <a:lnTo>
                  <a:pt x="12343" y="21600"/>
                </a:lnTo>
                <a:lnTo>
                  <a:pt x="10306" y="20681"/>
                </a:lnTo>
                <a:lnTo>
                  <a:pt x="8267" y="19762"/>
                </a:lnTo>
                <a:lnTo>
                  <a:pt x="6218" y="18838"/>
                </a:lnTo>
                <a:lnTo>
                  <a:pt x="4160" y="17908"/>
                </a:lnTo>
                <a:lnTo>
                  <a:pt x="2089" y="16973"/>
                </a:lnTo>
                <a:lnTo>
                  <a:pt x="0" y="16032"/>
                </a:lnTo>
                <a:lnTo>
                  <a:pt x="1821" y="13826"/>
                </a:lnTo>
                <a:lnTo>
                  <a:pt x="3650" y="11644"/>
                </a:lnTo>
                <a:lnTo>
                  <a:pt x="5486" y="9483"/>
                </a:lnTo>
                <a:lnTo>
                  <a:pt x="7329" y="7328"/>
                </a:lnTo>
                <a:lnTo>
                  <a:pt x="8692" y="5713"/>
                </a:lnTo>
                <a:lnTo>
                  <a:pt x="10063" y="4082"/>
                </a:lnTo>
                <a:lnTo>
                  <a:pt x="11451" y="2433"/>
                </a:lnTo>
                <a:lnTo>
                  <a:pt x="13805" y="674"/>
                </a:lnTo>
                <a:lnTo>
                  <a:pt x="15379" y="0"/>
                </a:lnTo>
                <a:lnTo>
                  <a:pt x="16882" y="340"/>
                </a:lnTo>
                <a:lnTo>
                  <a:pt x="19020" y="1609"/>
                </a:lnTo>
                <a:close/>
              </a:path>
            </a:pathLst>
          </a:custGeom>
          <a:solidFill>
            <a:srgbClr val="383C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3" name="contour_16251"/>
          <p:cNvSpPr/>
          <p:nvPr/>
        </p:nvSpPr>
        <p:spPr>
          <a:xfrm>
            <a:off x="1839661" y="521091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20444" y="6489"/>
                </a:lnTo>
                <a:lnTo>
                  <a:pt x="19273" y="8653"/>
                </a:lnTo>
                <a:lnTo>
                  <a:pt x="18079" y="10809"/>
                </a:lnTo>
                <a:lnTo>
                  <a:pt x="16875" y="12960"/>
                </a:lnTo>
                <a:lnTo>
                  <a:pt x="15557" y="15371"/>
                </a:lnTo>
                <a:lnTo>
                  <a:pt x="14218" y="17820"/>
                </a:lnTo>
                <a:lnTo>
                  <a:pt x="12523" y="19695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534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4" name="contour_16252"/>
          <p:cNvSpPr/>
          <p:nvPr/>
        </p:nvSpPr>
        <p:spPr>
          <a:xfrm>
            <a:off x="11554553" y="5180545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39"/>
                </a:moveTo>
                <a:lnTo>
                  <a:pt x="7452" y="218"/>
                </a:lnTo>
                <a:lnTo>
                  <a:pt x="9763" y="0"/>
                </a:lnTo>
                <a:lnTo>
                  <a:pt x="13228" y="286"/>
                </a:lnTo>
                <a:lnTo>
                  <a:pt x="15993" y="566"/>
                </a:lnTo>
                <a:lnTo>
                  <a:pt x="18779" y="853"/>
                </a:lnTo>
                <a:lnTo>
                  <a:pt x="21600" y="1139"/>
                </a:lnTo>
                <a:lnTo>
                  <a:pt x="21600" y="5190"/>
                </a:lnTo>
                <a:lnTo>
                  <a:pt x="21600" y="9255"/>
                </a:lnTo>
                <a:lnTo>
                  <a:pt x="21600" y="13334"/>
                </a:lnTo>
                <a:lnTo>
                  <a:pt x="21600" y="17446"/>
                </a:lnTo>
                <a:lnTo>
                  <a:pt x="21600" y="21600"/>
                </a:lnTo>
                <a:lnTo>
                  <a:pt x="18926" y="20754"/>
                </a:lnTo>
                <a:lnTo>
                  <a:pt x="16252" y="19909"/>
                </a:lnTo>
                <a:lnTo>
                  <a:pt x="13569" y="19063"/>
                </a:lnTo>
                <a:lnTo>
                  <a:pt x="10882" y="18217"/>
                </a:lnTo>
                <a:lnTo>
                  <a:pt x="8182" y="17365"/>
                </a:lnTo>
                <a:lnTo>
                  <a:pt x="5469" y="16505"/>
                </a:lnTo>
                <a:lnTo>
                  <a:pt x="2743" y="15646"/>
                </a:lnTo>
                <a:lnTo>
                  <a:pt x="0" y="14780"/>
                </a:lnTo>
                <a:lnTo>
                  <a:pt x="1071" y="11404"/>
                </a:lnTo>
                <a:lnTo>
                  <a:pt x="2143" y="8014"/>
                </a:lnTo>
                <a:lnTo>
                  <a:pt x="3227" y="4597"/>
                </a:lnTo>
                <a:lnTo>
                  <a:pt x="4320" y="1139"/>
                </a:lnTo>
                <a:close/>
              </a:path>
            </a:pathLst>
          </a:custGeom>
          <a:solidFill>
            <a:srgbClr val="EEF2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5" name="contour_16253"/>
          <p:cNvSpPr/>
          <p:nvPr/>
        </p:nvSpPr>
        <p:spPr>
          <a:xfrm>
            <a:off x="8435293" y="5181762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214" y="21600"/>
                </a:lnTo>
                <a:lnTo>
                  <a:pt x="15750" y="21600"/>
                </a:lnTo>
                <a:lnTo>
                  <a:pt x="13278" y="21600"/>
                </a:lnTo>
                <a:lnTo>
                  <a:pt x="10786" y="21600"/>
                </a:lnTo>
                <a:lnTo>
                  <a:pt x="8268" y="21600"/>
                </a:lnTo>
                <a:lnTo>
                  <a:pt x="8268" y="18031"/>
                </a:lnTo>
                <a:lnTo>
                  <a:pt x="8268" y="14440"/>
                </a:lnTo>
                <a:lnTo>
                  <a:pt x="8268" y="10800"/>
                </a:lnTo>
                <a:lnTo>
                  <a:pt x="5535" y="10800"/>
                </a:lnTo>
                <a:lnTo>
                  <a:pt x="2786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2122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6" name="contour_16254"/>
          <p:cNvSpPr/>
          <p:nvPr/>
        </p:nvSpPr>
        <p:spPr>
          <a:xfrm>
            <a:off x="6248895" y="519633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19224" y="6221"/>
                </a:lnTo>
                <a:lnTo>
                  <a:pt x="16844" y="8122"/>
                </a:lnTo>
                <a:lnTo>
                  <a:pt x="14463" y="10027"/>
                </a:lnTo>
                <a:lnTo>
                  <a:pt x="12079" y="11940"/>
                </a:lnTo>
                <a:lnTo>
                  <a:pt x="9681" y="13854"/>
                </a:lnTo>
                <a:lnTo>
                  <a:pt x="7279" y="15777"/>
                </a:lnTo>
                <a:lnTo>
                  <a:pt x="4864" y="17708"/>
                </a:lnTo>
                <a:lnTo>
                  <a:pt x="2441" y="19647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EC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7" name="contour_16255"/>
          <p:cNvSpPr/>
          <p:nvPr/>
        </p:nvSpPr>
        <p:spPr>
          <a:xfrm>
            <a:off x="2342532" y="5159898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8036" y="21091"/>
                </a:lnTo>
                <a:lnTo>
                  <a:pt x="14467" y="20582"/>
                </a:lnTo>
                <a:lnTo>
                  <a:pt x="10881" y="20069"/>
                </a:lnTo>
                <a:lnTo>
                  <a:pt x="7279" y="19554"/>
                </a:lnTo>
                <a:lnTo>
                  <a:pt x="3656" y="19036"/>
                </a:lnTo>
                <a:lnTo>
                  <a:pt x="0" y="18514"/>
                </a:lnTo>
                <a:lnTo>
                  <a:pt x="2511" y="17366"/>
                </a:lnTo>
                <a:lnTo>
                  <a:pt x="5065" y="16200"/>
                </a:lnTo>
                <a:lnTo>
                  <a:pt x="7603" y="14407"/>
                </a:lnTo>
                <a:lnTo>
                  <a:pt x="9509" y="12837"/>
                </a:lnTo>
                <a:lnTo>
                  <a:pt x="10930" y="11337"/>
                </a:lnTo>
                <a:lnTo>
                  <a:pt x="12026" y="9763"/>
                </a:lnTo>
                <a:lnTo>
                  <a:pt x="12944" y="7961"/>
                </a:lnTo>
                <a:lnTo>
                  <a:pt x="13835" y="5786"/>
                </a:lnTo>
                <a:lnTo>
                  <a:pt x="14186" y="4937"/>
                </a:lnTo>
                <a:lnTo>
                  <a:pt x="14796" y="3434"/>
                </a:lnTo>
                <a:lnTo>
                  <a:pt x="16200" y="0"/>
                </a:lnTo>
                <a:close/>
              </a:path>
            </a:pathLst>
          </a:custGeom>
          <a:solidFill>
            <a:srgbClr val="BBBD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8" name="contour_16256"/>
          <p:cNvSpPr/>
          <p:nvPr/>
        </p:nvSpPr>
        <p:spPr>
          <a:xfrm>
            <a:off x="7298366" y="516718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20529" y="6458"/>
                </a:lnTo>
                <a:lnTo>
                  <a:pt x="19457" y="8605"/>
                </a:lnTo>
                <a:lnTo>
                  <a:pt x="18373" y="10770"/>
                </a:lnTo>
                <a:lnTo>
                  <a:pt x="17280" y="12960"/>
                </a:lnTo>
                <a:lnTo>
                  <a:pt x="14424" y="12960"/>
                </a:lnTo>
                <a:lnTo>
                  <a:pt x="11552" y="12960"/>
                </a:lnTo>
                <a:lnTo>
                  <a:pt x="8640" y="12960"/>
                </a:lnTo>
                <a:lnTo>
                  <a:pt x="7569" y="15098"/>
                </a:lnTo>
                <a:lnTo>
                  <a:pt x="6497" y="17245"/>
                </a:lnTo>
                <a:lnTo>
                  <a:pt x="5413" y="19410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4E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59" name="contour_16257"/>
          <p:cNvSpPr/>
          <p:nvPr/>
        </p:nvSpPr>
        <p:spPr>
          <a:xfrm>
            <a:off x="8238517" y="517447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10027" y="1345"/>
                </a:lnTo>
                <a:lnTo>
                  <a:pt x="13958" y="2311"/>
                </a:lnTo>
                <a:lnTo>
                  <a:pt x="16606" y="3046"/>
                </a:lnTo>
                <a:lnTo>
                  <a:pt x="18442" y="3710"/>
                </a:lnTo>
                <a:lnTo>
                  <a:pt x="19945" y="444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775" y="17512"/>
                </a:lnTo>
                <a:lnTo>
                  <a:pt x="16705" y="18301"/>
                </a:lnTo>
                <a:lnTo>
                  <a:pt x="14386" y="18884"/>
                </a:lnTo>
                <a:lnTo>
                  <a:pt x="10800" y="19575"/>
                </a:lnTo>
                <a:lnTo>
                  <a:pt x="7785" y="20185"/>
                </a:lnTo>
                <a:lnTo>
                  <a:pt x="4726" y="20801"/>
                </a:lnTo>
                <a:lnTo>
                  <a:pt x="2380" y="212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BFC2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0" name="contour_16258"/>
          <p:cNvSpPr/>
          <p:nvPr/>
        </p:nvSpPr>
        <p:spPr>
          <a:xfrm>
            <a:off x="7821673" y="5159898"/>
            <a:ext cx="3786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43" y="3214"/>
                </a:lnTo>
                <a:lnTo>
                  <a:pt x="20399" y="5495"/>
                </a:lnTo>
                <a:lnTo>
                  <a:pt x="19767" y="7465"/>
                </a:lnTo>
                <a:lnTo>
                  <a:pt x="18848" y="9746"/>
                </a:lnTo>
                <a:lnTo>
                  <a:pt x="17443" y="12960"/>
                </a:lnTo>
                <a:lnTo>
                  <a:pt x="14350" y="13090"/>
                </a:lnTo>
                <a:lnTo>
                  <a:pt x="12155" y="13154"/>
                </a:lnTo>
                <a:lnTo>
                  <a:pt x="10260" y="13154"/>
                </a:lnTo>
                <a:lnTo>
                  <a:pt x="8065" y="13090"/>
                </a:lnTo>
                <a:lnTo>
                  <a:pt x="4972" y="12960"/>
                </a:lnTo>
                <a:lnTo>
                  <a:pt x="3297" y="15526"/>
                </a:lnTo>
                <a:lnTo>
                  <a:pt x="2307" y="17280"/>
                </a:lnTo>
                <a:lnTo>
                  <a:pt x="1609" y="19034"/>
                </a:lnTo>
                <a:lnTo>
                  <a:pt x="815" y="21600"/>
                </a:lnTo>
                <a:lnTo>
                  <a:pt x="362" y="16667"/>
                </a:lnTo>
                <a:lnTo>
                  <a:pt x="91" y="13198"/>
                </a:lnTo>
                <a:lnTo>
                  <a:pt x="0" y="10705"/>
                </a:lnTo>
                <a:lnTo>
                  <a:pt x="91" y="8713"/>
                </a:lnTo>
                <a:lnTo>
                  <a:pt x="362" y="6748"/>
                </a:lnTo>
                <a:lnTo>
                  <a:pt x="815" y="4320"/>
                </a:lnTo>
                <a:lnTo>
                  <a:pt x="3484" y="2933"/>
                </a:lnTo>
                <a:lnTo>
                  <a:pt x="5994" y="1879"/>
                </a:lnTo>
                <a:lnTo>
                  <a:pt x="8418" y="1110"/>
                </a:lnTo>
                <a:lnTo>
                  <a:pt x="10817" y="588"/>
                </a:lnTo>
                <a:lnTo>
                  <a:pt x="13269" y="264"/>
                </a:lnTo>
                <a:lnTo>
                  <a:pt x="15834" y="86"/>
                </a:lnTo>
                <a:lnTo>
                  <a:pt x="18590" y="13"/>
                </a:lnTo>
                <a:lnTo>
                  <a:pt x="21600" y="0"/>
                </a:lnTo>
                <a:close/>
              </a:path>
            </a:pathLst>
          </a:custGeom>
          <a:solidFill>
            <a:srgbClr val="A88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1" name="contour_16259"/>
          <p:cNvSpPr/>
          <p:nvPr/>
        </p:nvSpPr>
        <p:spPr>
          <a:xfrm>
            <a:off x="1577293" y="5152610"/>
            <a:ext cx="3018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30" y="0"/>
                </a:moveTo>
                <a:lnTo>
                  <a:pt x="13011" y="1071"/>
                </a:lnTo>
                <a:lnTo>
                  <a:pt x="15608" y="2143"/>
                </a:lnTo>
                <a:lnTo>
                  <a:pt x="18216" y="3227"/>
                </a:lnTo>
                <a:lnTo>
                  <a:pt x="20859" y="4320"/>
                </a:lnTo>
                <a:lnTo>
                  <a:pt x="21391" y="7232"/>
                </a:lnTo>
                <a:lnTo>
                  <a:pt x="21600" y="10079"/>
                </a:lnTo>
                <a:lnTo>
                  <a:pt x="21574" y="12900"/>
                </a:lnTo>
                <a:lnTo>
                  <a:pt x="21391" y="15733"/>
                </a:lnTo>
                <a:lnTo>
                  <a:pt x="21125" y="18619"/>
                </a:lnTo>
                <a:lnTo>
                  <a:pt x="20859" y="21600"/>
                </a:lnTo>
                <a:lnTo>
                  <a:pt x="17418" y="21600"/>
                </a:lnTo>
                <a:lnTo>
                  <a:pt x="13971" y="21600"/>
                </a:lnTo>
                <a:lnTo>
                  <a:pt x="10508" y="21600"/>
                </a:lnTo>
                <a:lnTo>
                  <a:pt x="7030" y="21600"/>
                </a:lnTo>
                <a:lnTo>
                  <a:pt x="3530" y="21600"/>
                </a:lnTo>
                <a:lnTo>
                  <a:pt x="0" y="21600"/>
                </a:lnTo>
                <a:lnTo>
                  <a:pt x="1293" y="18926"/>
                </a:lnTo>
                <a:lnTo>
                  <a:pt x="2581" y="16252"/>
                </a:lnTo>
                <a:lnTo>
                  <a:pt x="3880" y="13569"/>
                </a:lnTo>
                <a:lnTo>
                  <a:pt x="5178" y="10882"/>
                </a:lnTo>
                <a:lnTo>
                  <a:pt x="6477" y="8182"/>
                </a:lnTo>
                <a:lnTo>
                  <a:pt x="7786" y="5469"/>
                </a:lnTo>
                <a:lnTo>
                  <a:pt x="9105" y="2743"/>
                </a:lnTo>
                <a:lnTo>
                  <a:pt x="10430" y="0"/>
                </a:lnTo>
                <a:close/>
              </a:path>
            </a:pathLst>
          </a:custGeom>
          <a:solidFill>
            <a:srgbClr val="8179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2" name="contour_16260"/>
          <p:cNvSpPr/>
          <p:nvPr/>
        </p:nvSpPr>
        <p:spPr>
          <a:xfrm>
            <a:off x="3843858" y="514532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380"/>
                </a:lnTo>
                <a:lnTo>
                  <a:pt x="4392" y="778"/>
                </a:lnTo>
                <a:lnTo>
                  <a:pt x="6584" y="1192"/>
                </a:lnTo>
                <a:lnTo>
                  <a:pt x="8777" y="1620"/>
                </a:lnTo>
                <a:lnTo>
                  <a:pt x="10004" y="1849"/>
                </a:lnTo>
                <a:lnTo>
                  <a:pt x="13712" y="2532"/>
                </a:lnTo>
                <a:lnTo>
                  <a:pt x="16229" y="3637"/>
                </a:lnTo>
                <a:lnTo>
                  <a:pt x="17762" y="4657"/>
                </a:lnTo>
                <a:lnTo>
                  <a:pt x="18936" y="6186"/>
                </a:lnTo>
                <a:lnTo>
                  <a:pt x="20376" y="8808"/>
                </a:lnTo>
                <a:lnTo>
                  <a:pt x="20981" y="10869"/>
                </a:lnTo>
                <a:lnTo>
                  <a:pt x="21600" y="12960"/>
                </a:lnTo>
                <a:lnTo>
                  <a:pt x="19890" y="12783"/>
                </a:lnTo>
                <a:lnTo>
                  <a:pt x="18169" y="12601"/>
                </a:lnTo>
                <a:lnTo>
                  <a:pt x="16423" y="12420"/>
                </a:lnTo>
                <a:lnTo>
                  <a:pt x="15599" y="12502"/>
                </a:lnTo>
                <a:lnTo>
                  <a:pt x="14141" y="12640"/>
                </a:lnTo>
                <a:lnTo>
                  <a:pt x="10800" y="12960"/>
                </a:lnTo>
                <a:lnTo>
                  <a:pt x="9349" y="15526"/>
                </a:lnTo>
                <a:lnTo>
                  <a:pt x="8492" y="17280"/>
                </a:lnTo>
                <a:lnTo>
                  <a:pt x="7888" y="19034"/>
                </a:lnTo>
                <a:lnTo>
                  <a:pt x="7200" y="21600"/>
                </a:lnTo>
                <a:lnTo>
                  <a:pt x="7340" y="18986"/>
                </a:lnTo>
                <a:lnTo>
                  <a:pt x="7481" y="16368"/>
                </a:lnTo>
                <a:lnTo>
                  <a:pt x="7621" y="13755"/>
                </a:lnTo>
                <a:lnTo>
                  <a:pt x="7762" y="11137"/>
                </a:lnTo>
                <a:lnTo>
                  <a:pt x="7902" y="8523"/>
                </a:lnTo>
                <a:lnTo>
                  <a:pt x="7553" y="6437"/>
                </a:lnTo>
                <a:lnTo>
                  <a:pt x="7200" y="4320"/>
                </a:lnTo>
                <a:lnTo>
                  <a:pt x="5047" y="2726"/>
                </a:lnTo>
                <a:lnTo>
                  <a:pt x="3578" y="1741"/>
                </a:lnTo>
                <a:lnTo>
                  <a:pt x="2120" y="968"/>
                </a:lnTo>
                <a:lnTo>
                  <a:pt x="0" y="0"/>
                </a:lnTo>
                <a:close/>
              </a:path>
            </a:pathLst>
          </a:custGeom>
          <a:solidFill>
            <a:srgbClr val="B597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3" name="contour_16261"/>
          <p:cNvSpPr/>
          <p:nvPr/>
        </p:nvSpPr>
        <p:spPr>
          <a:xfrm>
            <a:off x="2269652" y="5138034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442" y="3689"/>
                </a:lnTo>
                <a:lnTo>
                  <a:pt x="21186" y="7210"/>
                </a:lnTo>
                <a:lnTo>
                  <a:pt x="20772" y="10604"/>
                </a:lnTo>
                <a:lnTo>
                  <a:pt x="20146" y="13910"/>
                </a:lnTo>
                <a:lnTo>
                  <a:pt x="19242" y="17166"/>
                </a:lnTo>
                <a:lnTo>
                  <a:pt x="18000" y="20411"/>
                </a:lnTo>
                <a:lnTo>
                  <a:pt x="15401" y="21090"/>
                </a:lnTo>
                <a:lnTo>
                  <a:pt x="12838" y="21467"/>
                </a:lnTo>
                <a:lnTo>
                  <a:pt x="10292" y="21600"/>
                </a:lnTo>
                <a:lnTo>
                  <a:pt x="7751" y="21513"/>
                </a:lnTo>
                <a:lnTo>
                  <a:pt x="5202" y="21263"/>
                </a:lnTo>
                <a:lnTo>
                  <a:pt x="2621" y="20881"/>
                </a:lnTo>
                <a:lnTo>
                  <a:pt x="0" y="20411"/>
                </a:lnTo>
                <a:lnTo>
                  <a:pt x="1786" y="19885"/>
                </a:lnTo>
                <a:lnTo>
                  <a:pt x="3578" y="19355"/>
                </a:lnTo>
                <a:lnTo>
                  <a:pt x="5400" y="18819"/>
                </a:lnTo>
                <a:lnTo>
                  <a:pt x="7186" y="17661"/>
                </a:lnTo>
                <a:lnTo>
                  <a:pt x="8978" y="16492"/>
                </a:lnTo>
                <a:lnTo>
                  <a:pt x="10800" y="15308"/>
                </a:lnTo>
                <a:lnTo>
                  <a:pt x="11124" y="11359"/>
                </a:lnTo>
                <a:lnTo>
                  <a:pt x="11286" y="8588"/>
                </a:lnTo>
                <a:lnTo>
                  <a:pt x="11286" y="6261"/>
                </a:lnTo>
                <a:lnTo>
                  <a:pt x="11124" y="3643"/>
                </a:lnTo>
                <a:lnTo>
                  <a:pt x="10800" y="0"/>
                </a:lnTo>
                <a:close/>
              </a:path>
            </a:pathLst>
          </a:custGeom>
          <a:solidFill>
            <a:srgbClr val="7F72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4" name="contour_16262"/>
          <p:cNvSpPr/>
          <p:nvPr/>
        </p:nvSpPr>
        <p:spPr>
          <a:xfrm>
            <a:off x="8850708" y="5138034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5790" y="18709"/>
                </a:lnTo>
                <a:lnTo>
                  <a:pt x="11520" y="16552"/>
                </a:lnTo>
                <a:lnTo>
                  <a:pt x="8402" y="14916"/>
                </a:lnTo>
                <a:lnTo>
                  <a:pt x="6077" y="13583"/>
                </a:lnTo>
                <a:lnTo>
                  <a:pt x="4147" y="12340"/>
                </a:lnTo>
                <a:lnTo>
                  <a:pt x="2254" y="10970"/>
                </a:lnTo>
                <a:lnTo>
                  <a:pt x="0" y="9257"/>
                </a:lnTo>
                <a:lnTo>
                  <a:pt x="706" y="6591"/>
                </a:lnTo>
                <a:lnTo>
                  <a:pt x="1433" y="4777"/>
                </a:lnTo>
                <a:lnTo>
                  <a:pt x="2527" y="3370"/>
                </a:lnTo>
                <a:lnTo>
                  <a:pt x="4334" y="1925"/>
                </a:lnTo>
                <a:lnTo>
                  <a:pt x="7200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5" name="contour_16263"/>
          <p:cNvSpPr/>
          <p:nvPr/>
        </p:nvSpPr>
        <p:spPr>
          <a:xfrm>
            <a:off x="4827737" y="5138034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0"/>
                </a:lnTo>
                <a:lnTo>
                  <a:pt x="16015" y="0"/>
                </a:lnTo>
                <a:lnTo>
                  <a:pt x="17860" y="0"/>
                </a:lnTo>
                <a:lnTo>
                  <a:pt x="19721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929" y="20758"/>
                </a:lnTo>
                <a:lnTo>
                  <a:pt x="3857" y="19915"/>
                </a:lnTo>
                <a:lnTo>
                  <a:pt x="5786" y="19066"/>
                </a:lnTo>
                <a:lnTo>
                  <a:pt x="7714" y="18223"/>
                </a:lnTo>
                <a:lnTo>
                  <a:pt x="9643" y="17381"/>
                </a:lnTo>
                <a:lnTo>
                  <a:pt x="10982" y="15898"/>
                </a:lnTo>
                <a:lnTo>
                  <a:pt x="12343" y="14400"/>
                </a:lnTo>
                <a:lnTo>
                  <a:pt x="12343" y="9641"/>
                </a:lnTo>
                <a:lnTo>
                  <a:pt x="12343" y="4853"/>
                </a:lnTo>
                <a:lnTo>
                  <a:pt x="12343" y="0"/>
                </a:lnTo>
                <a:close/>
              </a:path>
            </a:pathLst>
          </a:custGeom>
          <a:solidFill>
            <a:srgbClr val="4B46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6" name="contour_16264"/>
          <p:cNvSpPr/>
          <p:nvPr/>
        </p:nvSpPr>
        <p:spPr>
          <a:xfrm>
            <a:off x="556974" y="515261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433" y="3488"/>
                </a:lnTo>
                <a:lnTo>
                  <a:pt x="19315" y="6998"/>
                </a:lnTo>
                <a:lnTo>
                  <a:pt x="19997" y="10552"/>
                </a:lnTo>
                <a:lnTo>
                  <a:pt x="20559" y="14164"/>
                </a:lnTo>
                <a:lnTo>
                  <a:pt x="21069" y="1784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2195" y="15336"/>
                </a:lnTo>
                <a:lnTo>
                  <a:pt x="3819" y="10762"/>
                </a:lnTo>
                <a:lnTo>
                  <a:pt x="5020" y="7501"/>
                </a:lnTo>
                <a:lnTo>
                  <a:pt x="5953" y="5173"/>
                </a:lnTo>
                <a:lnTo>
                  <a:pt x="6765" y="3397"/>
                </a:lnTo>
                <a:lnTo>
                  <a:pt x="7612" y="1798"/>
                </a:lnTo>
                <a:lnTo>
                  <a:pt x="8640" y="0"/>
                </a:lnTo>
                <a:close/>
              </a:path>
            </a:pathLst>
          </a:custGeom>
          <a:solidFill>
            <a:srgbClr val="1617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7" name="contour_16265"/>
          <p:cNvSpPr/>
          <p:nvPr/>
        </p:nvSpPr>
        <p:spPr>
          <a:xfrm>
            <a:off x="5578400" y="51380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75" y="16150"/>
                </a:lnTo>
                <a:lnTo>
                  <a:pt x="16705" y="17201"/>
                </a:lnTo>
                <a:lnTo>
                  <a:pt x="14386" y="17978"/>
                </a:lnTo>
                <a:lnTo>
                  <a:pt x="10800" y="18900"/>
                </a:lnTo>
                <a:lnTo>
                  <a:pt x="7785" y="19714"/>
                </a:lnTo>
                <a:lnTo>
                  <a:pt x="4726" y="20534"/>
                </a:lnTo>
                <a:lnTo>
                  <a:pt x="2380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488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8" name="contour_16266"/>
          <p:cNvSpPr/>
          <p:nvPr/>
        </p:nvSpPr>
        <p:spPr>
          <a:xfrm>
            <a:off x="3260819" y="5145322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6" y="2038"/>
                </a:lnTo>
                <a:lnTo>
                  <a:pt x="13856" y="4075"/>
                </a:lnTo>
                <a:lnTo>
                  <a:pt x="15390" y="6120"/>
                </a:lnTo>
                <a:lnTo>
                  <a:pt x="16931" y="8172"/>
                </a:lnTo>
                <a:lnTo>
                  <a:pt x="18475" y="10235"/>
                </a:lnTo>
                <a:lnTo>
                  <a:pt x="20034" y="12308"/>
                </a:lnTo>
                <a:lnTo>
                  <a:pt x="21600" y="14400"/>
                </a:lnTo>
                <a:lnTo>
                  <a:pt x="19580" y="16027"/>
                </a:lnTo>
                <a:lnTo>
                  <a:pt x="18050" y="17215"/>
                </a:lnTo>
                <a:lnTo>
                  <a:pt x="16708" y="18169"/>
                </a:lnTo>
                <a:lnTo>
                  <a:pt x="15250" y="19084"/>
                </a:lnTo>
                <a:lnTo>
                  <a:pt x="13381" y="20160"/>
                </a:lnTo>
                <a:lnTo>
                  <a:pt x="10800" y="21600"/>
                </a:lnTo>
                <a:lnTo>
                  <a:pt x="7798" y="20923"/>
                </a:lnTo>
                <a:lnTo>
                  <a:pt x="5735" y="20398"/>
                </a:lnTo>
                <a:lnTo>
                  <a:pt x="4093" y="19850"/>
                </a:lnTo>
                <a:lnTo>
                  <a:pt x="2354" y="19109"/>
                </a:lnTo>
                <a:lnTo>
                  <a:pt x="0" y="18000"/>
                </a:lnTo>
                <a:lnTo>
                  <a:pt x="2380" y="18000"/>
                </a:lnTo>
                <a:lnTo>
                  <a:pt x="4774" y="18000"/>
                </a:lnTo>
                <a:lnTo>
                  <a:pt x="7200" y="18000"/>
                </a:lnTo>
                <a:lnTo>
                  <a:pt x="8075" y="15646"/>
                </a:lnTo>
                <a:lnTo>
                  <a:pt x="8600" y="13921"/>
                </a:lnTo>
                <a:lnTo>
                  <a:pt x="8989" y="11988"/>
                </a:lnTo>
                <a:lnTo>
                  <a:pt x="9450" y="9000"/>
                </a:lnTo>
                <a:lnTo>
                  <a:pt x="9857" y="6487"/>
                </a:lnTo>
                <a:lnTo>
                  <a:pt x="10267" y="3938"/>
                </a:lnTo>
                <a:lnTo>
                  <a:pt x="10534" y="1984"/>
                </a:lnTo>
                <a:lnTo>
                  <a:pt x="10800" y="0"/>
                </a:lnTo>
                <a:close/>
              </a:path>
            </a:pathLst>
          </a:custGeom>
          <a:solidFill>
            <a:srgbClr val="E7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69" name="contour_16267"/>
          <p:cNvSpPr/>
          <p:nvPr/>
        </p:nvSpPr>
        <p:spPr>
          <a:xfrm>
            <a:off x="1956239" y="5130746"/>
            <a:ext cx="2189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19" y="0"/>
                </a:moveTo>
                <a:lnTo>
                  <a:pt x="11972" y="0"/>
                </a:lnTo>
                <a:lnTo>
                  <a:pt x="16754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847" y="21600"/>
                </a:lnTo>
                <a:lnTo>
                  <a:pt x="12066" y="21600"/>
                </a:lnTo>
                <a:lnTo>
                  <a:pt x="7219" y="21600"/>
                </a:lnTo>
                <a:lnTo>
                  <a:pt x="4408" y="17734"/>
                </a:lnTo>
                <a:lnTo>
                  <a:pt x="2330" y="14738"/>
                </a:lnTo>
                <a:lnTo>
                  <a:pt x="949" y="12395"/>
                </a:lnTo>
                <a:lnTo>
                  <a:pt x="187" y="10483"/>
                </a:lnTo>
                <a:lnTo>
                  <a:pt x="0" y="8777"/>
                </a:lnTo>
                <a:lnTo>
                  <a:pt x="324" y="7060"/>
                </a:lnTo>
                <a:lnTo>
                  <a:pt x="1100" y="5108"/>
                </a:lnTo>
                <a:lnTo>
                  <a:pt x="2272" y="2700"/>
                </a:lnTo>
                <a:lnTo>
                  <a:pt x="4724" y="1361"/>
                </a:lnTo>
                <a:lnTo>
                  <a:pt x="7219" y="0"/>
                </a:lnTo>
                <a:close/>
              </a:path>
            </a:pathLst>
          </a:custGeom>
          <a:solidFill>
            <a:srgbClr val="987E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0" name="contour_16268"/>
          <p:cNvSpPr/>
          <p:nvPr/>
        </p:nvSpPr>
        <p:spPr>
          <a:xfrm>
            <a:off x="11226594" y="5106783"/>
            <a:ext cx="58304" cy="243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862"/>
                </a:moveTo>
                <a:lnTo>
                  <a:pt x="3969" y="1060"/>
                </a:lnTo>
                <a:lnTo>
                  <a:pt x="7171" y="472"/>
                </a:lnTo>
                <a:lnTo>
                  <a:pt x="9717" y="103"/>
                </a:lnTo>
                <a:lnTo>
                  <a:pt x="11718" y="0"/>
                </a:lnTo>
                <a:lnTo>
                  <a:pt x="13284" y="175"/>
                </a:lnTo>
                <a:lnTo>
                  <a:pt x="14526" y="653"/>
                </a:lnTo>
                <a:lnTo>
                  <a:pt x="15555" y="1468"/>
                </a:lnTo>
                <a:lnTo>
                  <a:pt x="16484" y="2644"/>
                </a:lnTo>
                <a:lnTo>
                  <a:pt x="17420" y="4209"/>
                </a:lnTo>
                <a:lnTo>
                  <a:pt x="18479" y="6181"/>
                </a:lnTo>
                <a:lnTo>
                  <a:pt x="19335" y="9439"/>
                </a:lnTo>
                <a:lnTo>
                  <a:pt x="19945" y="12096"/>
                </a:lnTo>
                <a:lnTo>
                  <a:pt x="20601" y="15568"/>
                </a:lnTo>
                <a:lnTo>
                  <a:pt x="21600" y="21257"/>
                </a:lnTo>
                <a:lnTo>
                  <a:pt x="19659" y="21587"/>
                </a:lnTo>
                <a:lnTo>
                  <a:pt x="17753" y="21600"/>
                </a:lnTo>
                <a:lnTo>
                  <a:pt x="15879" y="21316"/>
                </a:lnTo>
                <a:lnTo>
                  <a:pt x="14035" y="20753"/>
                </a:lnTo>
                <a:lnTo>
                  <a:pt x="12218" y="19926"/>
                </a:lnTo>
                <a:lnTo>
                  <a:pt x="10425" y="18859"/>
                </a:lnTo>
                <a:lnTo>
                  <a:pt x="8651" y="17559"/>
                </a:lnTo>
                <a:lnTo>
                  <a:pt x="6896" y="16059"/>
                </a:lnTo>
                <a:lnTo>
                  <a:pt x="5157" y="14366"/>
                </a:lnTo>
                <a:lnTo>
                  <a:pt x="3429" y="12497"/>
                </a:lnTo>
                <a:lnTo>
                  <a:pt x="1712" y="10480"/>
                </a:lnTo>
                <a:lnTo>
                  <a:pt x="0" y="8327"/>
                </a:lnTo>
                <a:lnTo>
                  <a:pt x="0" y="5120"/>
                </a:lnTo>
                <a:lnTo>
                  <a:pt x="0" y="1862"/>
                </a:lnTo>
                <a:close/>
              </a:path>
            </a:pathLst>
          </a:custGeom>
          <a:solidFill>
            <a:srgbClr val="DF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1" name="contour_16269"/>
          <p:cNvSpPr/>
          <p:nvPr/>
        </p:nvSpPr>
        <p:spPr>
          <a:xfrm>
            <a:off x="4944345" y="5116170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3939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2" name="contour_16270"/>
          <p:cNvSpPr/>
          <p:nvPr/>
        </p:nvSpPr>
        <p:spPr>
          <a:xfrm>
            <a:off x="1679325" y="5094306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89" y="0"/>
                </a:moveTo>
                <a:lnTo>
                  <a:pt x="9049" y="553"/>
                </a:lnTo>
                <a:lnTo>
                  <a:pt x="11788" y="1054"/>
                </a:lnTo>
                <a:lnTo>
                  <a:pt x="14154" y="1711"/>
                </a:lnTo>
                <a:lnTo>
                  <a:pt x="16894" y="2730"/>
                </a:lnTo>
                <a:lnTo>
                  <a:pt x="20754" y="4320"/>
                </a:lnTo>
                <a:lnTo>
                  <a:pt x="21335" y="7279"/>
                </a:lnTo>
                <a:lnTo>
                  <a:pt x="21595" y="10113"/>
                </a:lnTo>
                <a:lnTo>
                  <a:pt x="21600" y="12887"/>
                </a:lnTo>
                <a:lnTo>
                  <a:pt x="21418" y="15677"/>
                </a:lnTo>
                <a:lnTo>
                  <a:pt x="21112" y="18559"/>
                </a:lnTo>
                <a:lnTo>
                  <a:pt x="20754" y="21600"/>
                </a:lnTo>
                <a:lnTo>
                  <a:pt x="17818" y="20377"/>
                </a:lnTo>
                <a:lnTo>
                  <a:pt x="14881" y="19155"/>
                </a:lnTo>
                <a:lnTo>
                  <a:pt x="11934" y="17928"/>
                </a:lnTo>
                <a:lnTo>
                  <a:pt x="8976" y="16697"/>
                </a:lnTo>
                <a:lnTo>
                  <a:pt x="6003" y="15457"/>
                </a:lnTo>
                <a:lnTo>
                  <a:pt x="3015" y="14213"/>
                </a:lnTo>
                <a:lnTo>
                  <a:pt x="0" y="12960"/>
                </a:lnTo>
                <a:lnTo>
                  <a:pt x="1027" y="10394"/>
                </a:lnTo>
                <a:lnTo>
                  <a:pt x="2060" y="7819"/>
                </a:lnTo>
                <a:lnTo>
                  <a:pt x="3092" y="5236"/>
                </a:lnTo>
                <a:lnTo>
                  <a:pt x="4135" y="2631"/>
                </a:lnTo>
                <a:lnTo>
                  <a:pt x="5189" y="0"/>
                </a:lnTo>
                <a:close/>
              </a:path>
            </a:pathLst>
          </a:custGeom>
          <a:solidFill>
            <a:srgbClr val="815F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3" name="contour_16271"/>
          <p:cNvSpPr/>
          <p:nvPr/>
        </p:nvSpPr>
        <p:spPr>
          <a:xfrm>
            <a:off x="1067133" y="508701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8317" y="3564"/>
                </a:lnTo>
                <a:lnTo>
                  <a:pt x="15750" y="6242"/>
                </a:lnTo>
                <a:lnTo>
                  <a:pt x="13691" y="8165"/>
                </a:lnTo>
                <a:lnTo>
                  <a:pt x="11923" y="9450"/>
                </a:lnTo>
                <a:lnTo>
                  <a:pt x="10246" y="10233"/>
                </a:lnTo>
                <a:lnTo>
                  <a:pt x="8438" y="10633"/>
                </a:lnTo>
                <a:lnTo>
                  <a:pt x="6293" y="10778"/>
                </a:lnTo>
                <a:lnTo>
                  <a:pt x="3600" y="10800"/>
                </a:lnTo>
                <a:lnTo>
                  <a:pt x="2279" y="14008"/>
                </a:lnTo>
                <a:lnTo>
                  <a:pt x="1462" y="16200"/>
                </a:lnTo>
                <a:lnTo>
                  <a:pt x="817" y="18392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583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4" name="contour_16272"/>
          <p:cNvSpPr/>
          <p:nvPr/>
        </p:nvSpPr>
        <p:spPr>
          <a:xfrm>
            <a:off x="8340462" y="5094306"/>
            <a:ext cx="29239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32" y="0"/>
                </a:moveTo>
                <a:lnTo>
                  <a:pt x="14439" y="1920"/>
                </a:lnTo>
                <a:lnTo>
                  <a:pt x="16921" y="3313"/>
                </a:lnTo>
                <a:lnTo>
                  <a:pt x="18580" y="4401"/>
                </a:lnTo>
                <a:lnTo>
                  <a:pt x="19710" y="5413"/>
                </a:lnTo>
                <a:lnTo>
                  <a:pt x="20620" y="6572"/>
                </a:lnTo>
                <a:lnTo>
                  <a:pt x="21600" y="8100"/>
                </a:lnTo>
                <a:lnTo>
                  <a:pt x="20663" y="9885"/>
                </a:lnTo>
                <a:lnTo>
                  <a:pt x="19586" y="11626"/>
                </a:lnTo>
                <a:lnTo>
                  <a:pt x="18375" y="13333"/>
                </a:lnTo>
                <a:lnTo>
                  <a:pt x="17051" y="15009"/>
                </a:lnTo>
                <a:lnTo>
                  <a:pt x="15619" y="16667"/>
                </a:lnTo>
                <a:lnTo>
                  <a:pt x="14095" y="18311"/>
                </a:lnTo>
                <a:lnTo>
                  <a:pt x="12496" y="19953"/>
                </a:lnTo>
                <a:lnTo>
                  <a:pt x="10832" y="21600"/>
                </a:lnTo>
                <a:lnTo>
                  <a:pt x="9061" y="19883"/>
                </a:lnTo>
                <a:lnTo>
                  <a:pt x="7478" y="18176"/>
                </a:lnTo>
                <a:lnTo>
                  <a:pt x="6068" y="16467"/>
                </a:lnTo>
                <a:lnTo>
                  <a:pt x="4808" y="14737"/>
                </a:lnTo>
                <a:lnTo>
                  <a:pt x="3677" y="12973"/>
                </a:lnTo>
                <a:lnTo>
                  <a:pt x="2665" y="11159"/>
                </a:lnTo>
                <a:lnTo>
                  <a:pt x="1744" y="9283"/>
                </a:lnTo>
                <a:lnTo>
                  <a:pt x="1314" y="8397"/>
                </a:lnTo>
                <a:lnTo>
                  <a:pt x="0" y="5727"/>
                </a:lnTo>
                <a:lnTo>
                  <a:pt x="32" y="4226"/>
                </a:lnTo>
                <a:lnTo>
                  <a:pt x="65" y="2700"/>
                </a:lnTo>
                <a:lnTo>
                  <a:pt x="3198" y="1669"/>
                </a:lnTo>
                <a:lnTo>
                  <a:pt x="5368" y="1042"/>
                </a:lnTo>
                <a:lnTo>
                  <a:pt x="7575" y="570"/>
                </a:lnTo>
                <a:lnTo>
                  <a:pt x="10832" y="0"/>
                </a:lnTo>
                <a:close/>
              </a:path>
            </a:pathLst>
          </a:custGeom>
          <a:solidFill>
            <a:srgbClr val="E2E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5" name="contour_16273"/>
          <p:cNvSpPr/>
          <p:nvPr/>
        </p:nvSpPr>
        <p:spPr>
          <a:xfrm>
            <a:off x="3916738" y="5079730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D3CF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6" name="contour_16274"/>
          <p:cNvSpPr/>
          <p:nvPr/>
        </p:nvSpPr>
        <p:spPr>
          <a:xfrm>
            <a:off x="1854237" y="507973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433" y="3488"/>
                </a:lnTo>
                <a:lnTo>
                  <a:pt x="19315" y="6998"/>
                </a:lnTo>
                <a:lnTo>
                  <a:pt x="19997" y="10552"/>
                </a:lnTo>
                <a:lnTo>
                  <a:pt x="20559" y="14164"/>
                </a:lnTo>
                <a:lnTo>
                  <a:pt x="21069" y="1784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2195" y="15336"/>
                </a:lnTo>
                <a:lnTo>
                  <a:pt x="3819" y="10762"/>
                </a:lnTo>
                <a:lnTo>
                  <a:pt x="5020" y="7501"/>
                </a:lnTo>
                <a:lnTo>
                  <a:pt x="5953" y="5173"/>
                </a:lnTo>
                <a:lnTo>
                  <a:pt x="6765" y="3397"/>
                </a:lnTo>
                <a:lnTo>
                  <a:pt x="7612" y="1798"/>
                </a:lnTo>
                <a:lnTo>
                  <a:pt x="8640" y="0"/>
                </a:lnTo>
                <a:close/>
              </a:path>
            </a:pathLst>
          </a:custGeom>
          <a:solidFill>
            <a:srgbClr val="5446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7" name="contour_16275"/>
          <p:cNvSpPr/>
          <p:nvPr/>
        </p:nvSpPr>
        <p:spPr>
          <a:xfrm>
            <a:off x="9623235" y="5065154"/>
            <a:ext cx="51016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5" y="1103"/>
                </a:lnTo>
                <a:lnTo>
                  <a:pt x="4484" y="2274"/>
                </a:lnTo>
                <a:lnTo>
                  <a:pt x="6557" y="3540"/>
                </a:lnTo>
                <a:lnTo>
                  <a:pt x="8541" y="4922"/>
                </a:lnTo>
                <a:lnTo>
                  <a:pt x="10461" y="6460"/>
                </a:lnTo>
                <a:lnTo>
                  <a:pt x="12327" y="8169"/>
                </a:lnTo>
                <a:lnTo>
                  <a:pt x="14167" y="10095"/>
                </a:lnTo>
                <a:lnTo>
                  <a:pt x="15993" y="12253"/>
                </a:lnTo>
                <a:lnTo>
                  <a:pt x="17829" y="14670"/>
                </a:lnTo>
                <a:lnTo>
                  <a:pt x="19690" y="17386"/>
                </a:lnTo>
                <a:lnTo>
                  <a:pt x="21600" y="20422"/>
                </a:lnTo>
                <a:lnTo>
                  <a:pt x="19523" y="20783"/>
                </a:lnTo>
                <a:lnTo>
                  <a:pt x="17462" y="21103"/>
                </a:lnTo>
                <a:lnTo>
                  <a:pt x="15407" y="21362"/>
                </a:lnTo>
                <a:lnTo>
                  <a:pt x="13358" y="21532"/>
                </a:lnTo>
                <a:lnTo>
                  <a:pt x="11309" y="21600"/>
                </a:lnTo>
                <a:lnTo>
                  <a:pt x="9263" y="21546"/>
                </a:lnTo>
                <a:lnTo>
                  <a:pt x="7211" y="21341"/>
                </a:lnTo>
                <a:lnTo>
                  <a:pt x="5153" y="20974"/>
                </a:lnTo>
                <a:lnTo>
                  <a:pt x="3086" y="20422"/>
                </a:lnTo>
                <a:lnTo>
                  <a:pt x="1765" y="15358"/>
                </a:lnTo>
                <a:lnTo>
                  <a:pt x="944" y="11763"/>
                </a:lnTo>
                <a:lnTo>
                  <a:pt x="475" y="8659"/>
                </a:lnTo>
                <a:lnTo>
                  <a:pt x="210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8884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8" name="contour_16276"/>
          <p:cNvSpPr/>
          <p:nvPr/>
        </p:nvSpPr>
        <p:spPr>
          <a:xfrm>
            <a:off x="8027165" y="505786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15" y="3548"/>
                </a:lnTo>
                <a:lnTo>
                  <a:pt x="18689" y="6350"/>
                </a:lnTo>
                <a:lnTo>
                  <a:pt x="19575" y="10800"/>
                </a:lnTo>
                <a:lnTo>
                  <a:pt x="20185" y="13813"/>
                </a:lnTo>
                <a:lnTo>
                  <a:pt x="20801" y="16875"/>
                </a:lnTo>
                <a:lnTo>
                  <a:pt x="21200" y="1921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637" y="17993"/>
                </a:lnTo>
                <a:lnTo>
                  <a:pt x="1312" y="14391"/>
                </a:lnTo>
                <a:lnTo>
                  <a:pt x="2025" y="10800"/>
                </a:lnTo>
                <a:lnTo>
                  <a:pt x="2592" y="7787"/>
                </a:lnTo>
                <a:lnTo>
                  <a:pt x="3164" y="4725"/>
                </a:lnTo>
                <a:lnTo>
                  <a:pt x="4277" y="2381"/>
                </a:lnTo>
                <a:lnTo>
                  <a:pt x="5400" y="0"/>
                </a:lnTo>
                <a:close/>
              </a:path>
            </a:pathLst>
          </a:custGeom>
          <a:solidFill>
            <a:srgbClr val="EE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79" name="contour_16277"/>
          <p:cNvSpPr/>
          <p:nvPr/>
        </p:nvSpPr>
        <p:spPr>
          <a:xfrm>
            <a:off x="1714781" y="5072442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0"/>
                </a:lnTo>
                <a:lnTo>
                  <a:pt x="7606" y="0"/>
                </a:lnTo>
                <a:lnTo>
                  <a:pt x="11074" y="0"/>
                </a:lnTo>
                <a:lnTo>
                  <a:pt x="14558" y="0"/>
                </a:lnTo>
                <a:lnTo>
                  <a:pt x="18064" y="0"/>
                </a:lnTo>
                <a:lnTo>
                  <a:pt x="21600" y="0"/>
                </a:lnTo>
                <a:lnTo>
                  <a:pt x="20738" y="3564"/>
                </a:lnTo>
                <a:lnTo>
                  <a:pt x="19876" y="7133"/>
                </a:lnTo>
                <a:lnTo>
                  <a:pt x="19009" y="10719"/>
                </a:lnTo>
                <a:lnTo>
                  <a:pt x="18137" y="14321"/>
                </a:lnTo>
                <a:lnTo>
                  <a:pt x="17259" y="17944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C5B1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0" name="contour_16278"/>
          <p:cNvSpPr/>
          <p:nvPr/>
        </p:nvSpPr>
        <p:spPr>
          <a:xfrm>
            <a:off x="1460685" y="5065154"/>
            <a:ext cx="51016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4093"/>
                </a:lnTo>
                <a:lnTo>
                  <a:pt x="20375" y="8199"/>
                </a:lnTo>
                <a:lnTo>
                  <a:pt x="19761" y="12319"/>
                </a:lnTo>
                <a:lnTo>
                  <a:pt x="19141" y="16474"/>
                </a:lnTo>
                <a:lnTo>
                  <a:pt x="18514" y="20670"/>
                </a:lnTo>
                <a:lnTo>
                  <a:pt x="16126" y="21290"/>
                </a:lnTo>
                <a:lnTo>
                  <a:pt x="14450" y="21600"/>
                </a:lnTo>
                <a:lnTo>
                  <a:pt x="13043" y="21600"/>
                </a:lnTo>
                <a:lnTo>
                  <a:pt x="11460" y="21290"/>
                </a:lnTo>
                <a:lnTo>
                  <a:pt x="9257" y="20670"/>
                </a:lnTo>
                <a:lnTo>
                  <a:pt x="9257" y="16116"/>
                </a:lnTo>
                <a:lnTo>
                  <a:pt x="9257" y="11534"/>
                </a:lnTo>
                <a:lnTo>
                  <a:pt x="9257" y="6890"/>
                </a:lnTo>
                <a:lnTo>
                  <a:pt x="7424" y="5526"/>
                </a:lnTo>
                <a:lnTo>
                  <a:pt x="5585" y="4155"/>
                </a:lnTo>
                <a:lnTo>
                  <a:pt x="3740" y="2784"/>
                </a:lnTo>
                <a:lnTo>
                  <a:pt x="1879" y="1399"/>
                </a:lnTo>
                <a:lnTo>
                  <a:pt x="0" y="0"/>
                </a:lnTo>
                <a:close/>
              </a:path>
            </a:pathLst>
          </a:custGeom>
          <a:solidFill>
            <a:srgbClr val="846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1" name="contour_16279"/>
          <p:cNvSpPr/>
          <p:nvPr/>
        </p:nvSpPr>
        <p:spPr>
          <a:xfrm>
            <a:off x="2116604" y="5058719"/>
            <a:ext cx="35974" cy="28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98" y="3894"/>
                </a:moveTo>
                <a:lnTo>
                  <a:pt x="20488" y="7850"/>
                </a:lnTo>
                <a:lnTo>
                  <a:pt x="21403" y="10551"/>
                </a:lnTo>
                <a:lnTo>
                  <a:pt x="21600" y="13257"/>
                </a:lnTo>
                <a:lnTo>
                  <a:pt x="21333" y="17207"/>
                </a:lnTo>
                <a:lnTo>
                  <a:pt x="18484" y="20407"/>
                </a:lnTo>
                <a:lnTo>
                  <a:pt x="16393" y="21544"/>
                </a:lnTo>
                <a:lnTo>
                  <a:pt x="13281" y="21600"/>
                </a:lnTo>
                <a:lnTo>
                  <a:pt x="8805" y="20423"/>
                </a:lnTo>
                <a:lnTo>
                  <a:pt x="5877" y="19549"/>
                </a:lnTo>
                <a:lnTo>
                  <a:pt x="3860" y="18726"/>
                </a:lnTo>
                <a:lnTo>
                  <a:pt x="2114" y="17678"/>
                </a:lnTo>
                <a:lnTo>
                  <a:pt x="0" y="16154"/>
                </a:lnTo>
                <a:lnTo>
                  <a:pt x="0" y="12456"/>
                </a:lnTo>
                <a:lnTo>
                  <a:pt x="0" y="8724"/>
                </a:lnTo>
                <a:lnTo>
                  <a:pt x="0" y="4948"/>
                </a:lnTo>
                <a:lnTo>
                  <a:pt x="3549" y="2544"/>
                </a:lnTo>
                <a:lnTo>
                  <a:pt x="6577" y="846"/>
                </a:lnTo>
                <a:lnTo>
                  <a:pt x="9347" y="0"/>
                </a:lnTo>
                <a:lnTo>
                  <a:pt x="12108" y="134"/>
                </a:lnTo>
                <a:lnTo>
                  <a:pt x="15106" y="1390"/>
                </a:lnTo>
                <a:lnTo>
                  <a:pt x="18598" y="3894"/>
                </a:lnTo>
                <a:close/>
              </a:path>
            </a:pathLst>
          </a:custGeom>
          <a:solidFill>
            <a:srgbClr val="7D77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2" name="contour_16280"/>
          <p:cNvSpPr/>
          <p:nvPr/>
        </p:nvSpPr>
        <p:spPr>
          <a:xfrm>
            <a:off x="1037982" y="504329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7" y="806"/>
                </a:lnTo>
                <a:lnTo>
                  <a:pt x="5236" y="1656"/>
                </a:lnTo>
                <a:lnTo>
                  <a:pt x="7750" y="2563"/>
                </a:lnTo>
                <a:lnTo>
                  <a:pt x="10204" y="3553"/>
                </a:lnTo>
                <a:lnTo>
                  <a:pt x="12601" y="4640"/>
                </a:lnTo>
                <a:lnTo>
                  <a:pt x="14960" y="5850"/>
                </a:lnTo>
                <a:lnTo>
                  <a:pt x="17280" y="7200"/>
                </a:lnTo>
                <a:lnTo>
                  <a:pt x="18520" y="9601"/>
                </a:lnTo>
                <a:lnTo>
                  <a:pt x="19462" y="11905"/>
                </a:lnTo>
                <a:lnTo>
                  <a:pt x="20170" y="14184"/>
                </a:lnTo>
                <a:lnTo>
                  <a:pt x="20719" y="16513"/>
                </a:lnTo>
                <a:lnTo>
                  <a:pt x="21172" y="18961"/>
                </a:lnTo>
                <a:lnTo>
                  <a:pt x="21600" y="21600"/>
                </a:lnTo>
                <a:lnTo>
                  <a:pt x="18645" y="21247"/>
                </a:lnTo>
                <a:lnTo>
                  <a:pt x="16494" y="20884"/>
                </a:lnTo>
                <a:lnTo>
                  <a:pt x="14524" y="20336"/>
                </a:lnTo>
                <a:lnTo>
                  <a:pt x="12113" y="19433"/>
                </a:lnTo>
                <a:lnTo>
                  <a:pt x="8640" y="18000"/>
                </a:lnTo>
                <a:lnTo>
                  <a:pt x="7279" y="15829"/>
                </a:lnTo>
                <a:lnTo>
                  <a:pt x="6026" y="13637"/>
                </a:lnTo>
                <a:lnTo>
                  <a:pt x="4864" y="11423"/>
                </a:lnTo>
                <a:lnTo>
                  <a:pt x="3784" y="9184"/>
                </a:lnTo>
                <a:lnTo>
                  <a:pt x="2773" y="6926"/>
                </a:lnTo>
                <a:lnTo>
                  <a:pt x="1810" y="4640"/>
                </a:lnTo>
                <a:lnTo>
                  <a:pt x="894" y="2333"/>
                </a:lnTo>
                <a:lnTo>
                  <a:pt x="0" y="0"/>
                </a:lnTo>
                <a:close/>
              </a:path>
            </a:pathLst>
          </a:custGeom>
          <a:solidFill>
            <a:srgbClr val="6260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3" name="contour_16281"/>
          <p:cNvSpPr/>
          <p:nvPr/>
        </p:nvSpPr>
        <p:spPr>
          <a:xfrm>
            <a:off x="10898634" y="504329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08" y="691"/>
                </a:lnTo>
                <a:lnTo>
                  <a:pt x="19408" y="1917"/>
                </a:lnTo>
                <a:lnTo>
                  <a:pt x="16200" y="4725"/>
                </a:lnTo>
                <a:lnTo>
                  <a:pt x="14414" y="6728"/>
                </a:lnTo>
                <a:lnTo>
                  <a:pt x="12622" y="8753"/>
                </a:lnTo>
                <a:lnTo>
                  <a:pt x="10800" y="10800"/>
                </a:lnTo>
                <a:lnTo>
                  <a:pt x="10800" y="14369"/>
                </a:lnTo>
                <a:lnTo>
                  <a:pt x="10800" y="17960"/>
                </a:lnTo>
                <a:lnTo>
                  <a:pt x="10800" y="21600"/>
                </a:lnTo>
                <a:lnTo>
                  <a:pt x="8122" y="20747"/>
                </a:lnTo>
                <a:lnTo>
                  <a:pt x="6221" y="20039"/>
                </a:lnTo>
                <a:lnTo>
                  <a:pt x="4579" y="19219"/>
                </a:lnTo>
                <a:lnTo>
                  <a:pt x="2678" y="18025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F3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4" name="contour_16282"/>
          <p:cNvSpPr/>
          <p:nvPr/>
        </p:nvSpPr>
        <p:spPr>
          <a:xfrm>
            <a:off x="5235865" y="503600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637"/>
                </a:lnTo>
                <a:lnTo>
                  <a:pt x="7209" y="1312"/>
                </a:lnTo>
                <a:lnTo>
                  <a:pt x="10800" y="2025"/>
                </a:lnTo>
                <a:lnTo>
                  <a:pt x="13813" y="2592"/>
                </a:lnTo>
                <a:lnTo>
                  <a:pt x="16875" y="3164"/>
                </a:lnTo>
                <a:lnTo>
                  <a:pt x="19219" y="427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052" y="17815"/>
                </a:lnTo>
                <a:lnTo>
                  <a:pt x="15250" y="18689"/>
                </a:lnTo>
                <a:lnTo>
                  <a:pt x="10800" y="19575"/>
                </a:lnTo>
                <a:lnTo>
                  <a:pt x="9288" y="19877"/>
                </a:lnTo>
                <a:lnTo>
                  <a:pt x="4725" y="20801"/>
                </a:lnTo>
                <a:lnTo>
                  <a:pt x="2381" y="212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4CE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5" name="contour_16283"/>
          <p:cNvSpPr/>
          <p:nvPr/>
        </p:nvSpPr>
        <p:spPr>
          <a:xfrm>
            <a:off x="1220181" y="502142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498" y="4990"/>
                </a:lnTo>
                <a:lnTo>
                  <a:pt x="15500" y="8916"/>
                </a:lnTo>
                <a:lnTo>
                  <a:pt x="17760" y="11962"/>
                </a:lnTo>
                <a:lnTo>
                  <a:pt x="19380" y="14295"/>
                </a:lnTo>
                <a:lnTo>
                  <a:pt x="20464" y="16105"/>
                </a:lnTo>
                <a:lnTo>
                  <a:pt x="21120" y="17561"/>
                </a:lnTo>
                <a:lnTo>
                  <a:pt x="21457" y="18844"/>
                </a:lnTo>
                <a:lnTo>
                  <a:pt x="21583" y="2013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071" y="18926"/>
                </a:lnTo>
                <a:lnTo>
                  <a:pt x="2138" y="16252"/>
                </a:lnTo>
                <a:lnTo>
                  <a:pt x="3214" y="13569"/>
                </a:lnTo>
                <a:lnTo>
                  <a:pt x="4290" y="10882"/>
                </a:lnTo>
                <a:lnTo>
                  <a:pt x="5365" y="8182"/>
                </a:lnTo>
                <a:lnTo>
                  <a:pt x="6450" y="5469"/>
                </a:lnTo>
                <a:lnTo>
                  <a:pt x="7543" y="2743"/>
                </a:lnTo>
                <a:lnTo>
                  <a:pt x="8640" y="0"/>
                </a:lnTo>
                <a:close/>
              </a:path>
            </a:pathLst>
          </a:custGeom>
          <a:solidFill>
            <a:srgbClr val="9778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6" name="contour_16284"/>
          <p:cNvSpPr/>
          <p:nvPr/>
        </p:nvSpPr>
        <p:spPr>
          <a:xfrm>
            <a:off x="7546158" y="502142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391" y="2138"/>
                </a:lnTo>
                <a:lnTo>
                  <a:pt x="6463" y="4285"/>
                </a:lnTo>
                <a:lnTo>
                  <a:pt x="7547" y="6450"/>
                </a:lnTo>
                <a:lnTo>
                  <a:pt x="8640" y="8640"/>
                </a:lnTo>
                <a:lnTo>
                  <a:pt x="11984" y="9971"/>
                </a:lnTo>
                <a:lnTo>
                  <a:pt x="14329" y="10860"/>
                </a:lnTo>
                <a:lnTo>
                  <a:pt x="16299" y="11517"/>
                </a:lnTo>
                <a:lnTo>
                  <a:pt x="18516" y="12148"/>
                </a:lnTo>
                <a:lnTo>
                  <a:pt x="21600" y="12960"/>
                </a:lnTo>
                <a:lnTo>
                  <a:pt x="18926" y="14031"/>
                </a:lnTo>
                <a:lnTo>
                  <a:pt x="16252" y="15098"/>
                </a:lnTo>
                <a:lnTo>
                  <a:pt x="13569" y="16174"/>
                </a:lnTo>
                <a:lnTo>
                  <a:pt x="10882" y="17245"/>
                </a:lnTo>
                <a:lnTo>
                  <a:pt x="8182" y="18325"/>
                </a:lnTo>
                <a:lnTo>
                  <a:pt x="5469" y="19410"/>
                </a:lnTo>
                <a:lnTo>
                  <a:pt x="2743" y="20503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A89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7" name="contour_16285"/>
          <p:cNvSpPr/>
          <p:nvPr/>
        </p:nvSpPr>
        <p:spPr>
          <a:xfrm>
            <a:off x="5272305" y="503600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04E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8" name="contour_16286"/>
          <p:cNvSpPr/>
          <p:nvPr/>
        </p:nvSpPr>
        <p:spPr>
          <a:xfrm>
            <a:off x="4878753" y="5028714"/>
            <a:ext cx="43728" cy="209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977"/>
                </a:lnTo>
                <a:lnTo>
                  <a:pt x="21600" y="9983"/>
                </a:lnTo>
                <a:lnTo>
                  <a:pt x="21600" y="15058"/>
                </a:lnTo>
                <a:lnTo>
                  <a:pt x="19048" y="17662"/>
                </a:lnTo>
                <a:lnTo>
                  <a:pt x="16726" y="19575"/>
                </a:lnTo>
                <a:lnTo>
                  <a:pt x="14519" y="20847"/>
                </a:lnTo>
                <a:lnTo>
                  <a:pt x="12326" y="21510"/>
                </a:lnTo>
                <a:lnTo>
                  <a:pt x="10033" y="21600"/>
                </a:lnTo>
                <a:lnTo>
                  <a:pt x="7535" y="21163"/>
                </a:lnTo>
                <a:lnTo>
                  <a:pt x="4723" y="20237"/>
                </a:lnTo>
                <a:lnTo>
                  <a:pt x="3164" y="18528"/>
                </a:lnTo>
                <a:lnTo>
                  <a:pt x="1591" y="16804"/>
                </a:lnTo>
                <a:lnTo>
                  <a:pt x="0" y="15058"/>
                </a:lnTo>
                <a:lnTo>
                  <a:pt x="0" y="10081"/>
                </a:lnTo>
                <a:lnTo>
                  <a:pt x="0" y="5074"/>
                </a:lnTo>
                <a:lnTo>
                  <a:pt x="0" y="0"/>
                </a:lnTo>
                <a:close/>
              </a:path>
            </a:pathLst>
          </a:custGeom>
          <a:solidFill>
            <a:srgbClr val="504C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89" name="contour_16287"/>
          <p:cNvSpPr/>
          <p:nvPr/>
        </p:nvSpPr>
        <p:spPr>
          <a:xfrm>
            <a:off x="4026058" y="5014138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599"/>
                </a:lnTo>
                <a:lnTo>
                  <a:pt x="4392" y="1225"/>
                </a:lnTo>
                <a:lnTo>
                  <a:pt x="6584" y="1879"/>
                </a:lnTo>
                <a:lnTo>
                  <a:pt x="8777" y="2553"/>
                </a:lnTo>
                <a:lnTo>
                  <a:pt x="10004" y="2914"/>
                </a:lnTo>
                <a:lnTo>
                  <a:pt x="13712" y="3989"/>
                </a:lnTo>
                <a:lnTo>
                  <a:pt x="16229" y="5732"/>
                </a:lnTo>
                <a:lnTo>
                  <a:pt x="17762" y="7338"/>
                </a:lnTo>
                <a:lnTo>
                  <a:pt x="18936" y="9748"/>
                </a:lnTo>
                <a:lnTo>
                  <a:pt x="20376" y="13880"/>
                </a:lnTo>
                <a:lnTo>
                  <a:pt x="20981" y="17128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A7AA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0" name="contour_16288"/>
          <p:cNvSpPr/>
          <p:nvPr/>
        </p:nvSpPr>
        <p:spPr>
          <a:xfrm>
            <a:off x="1511701" y="5027767"/>
            <a:ext cx="51016" cy="228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97"/>
                </a:moveTo>
                <a:lnTo>
                  <a:pt x="21600" y="4996"/>
                </a:lnTo>
                <a:lnTo>
                  <a:pt x="21600" y="9109"/>
                </a:lnTo>
                <a:lnTo>
                  <a:pt x="21600" y="13236"/>
                </a:lnTo>
                <a:lnTo>
                  <a:pt x="21600" y="17397"/>
                </a:lnTo>
                <a:lnTo>
                  <a:pt x="21600" y="21600"/>
                </a:lnTo>
                <a:lnTo>
                  <a:pt x="19462" y="20917"/>
                </a:lnTo>
                <a:lnTo>
                  <a:pt x="17320" y="20234"/>
                </a:lnTo>
                <a:lnTo>
                  <a:pt x="15179" y="19550"/>
                </a:lnTo>
                <a:lnTo>
                  <a:pt x="13034" y="18860"/>
                </a:lnTo>
                <a:lnTo>
                  <a:pt x="10880" y="18177"/>
                </a:lnTo>
                <a:lnTo>
                  <a:pt x="8723" y="17487"/>
                </a:lnTo>
                <a:lnTo>
                  <a:pt x="6557" y="16797"/>
                </a:lnTo>
                <a:lnTo>
                  <a:pt x="4382" y="16100"/>
                </a:lnTo>
                <a:lnTo>
                  <a:pt x="2197" y="15403"/>
                </a:lnTo>
                <a:lnTo>
                  <a:pt x="0" y="14699"/>
                </a:lnTo>
                <a:lnTo>
                  <a:pt x="3184" y="10779"/>
                </a:lnTo>
                <a:lnTo>
                  <a:pt x="5835" y="7577"/>
                </a:lnTo>
                <a:lnTo>
                  <a:pt x="8044" y="5031"/>
                </a:lnTo>
                <a:lnTo>
                  <a:pt x="9914" y="3085"/>
                </a:lnTo>
                <a:lnTo>
                  <a:pt x="11537" y="1670"/>
                </a:lnTo>
                <a:lnTo>
                  <a:pt x="13016" y="725"/>
                </a:lnTo>
                <a:lnTo>
                  <a:pt x="14441" y="193"/>
                </a:lnTo>
                <a:lnTo>
                  <a:pt x="15916" y="0"/>
                </a:lnTo>
                <a:lnTo>
                  <a:pt x="17536" y="97"/>
                </a:lnTo>
                <a:lnTo>
                  <a:pt x="19397" y="421"/>
                </a:lnTo>
                <a:lnTo>
                  <a:pt x="21600" y="897"/>
                </a:lnTo>
                <a:close/>
              </a:path>
            </a:pathLst>
          </a:custGeom>
          <a:solidFill>
            <a:srgbClr val="9481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1" name="contour_16289"/>
          <p:cNvSpPr/>
          <p:nvPr/>
        </p:nvSpPr>
        <p:spPr>
          <a:xfrm>
            <a:off x="10905922" y="501413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541" y="15516"/>
                </a:lnTo>
                <a:lnTo>
                  <a:pt x="2725" y="11297"/>
                </a:lnTo>
                <a:lnTo>
                  <a:pt x="3798" y="8438"/>
                </a:lnTo>
                <a:lnTo>
                  <a:pt x="5000" y="6401"/>
                </a:lnTo>
                <a:lnTo>
                  <a:pt x="6581" y="4666"/>
                </a:lnTo>
                <a:lnTo>
                  <a:pt x="8777" y="2700"/>
                </a:lnTo>
                <a:lnTo>
                  <a:pt x="11178" y="1562"/>
                </a:lnTo>
                <a:lnTo>
                  <a:pt x="13000" y="799"/>
                </a:lnTo>
                <a:lnTo>
                  <a:pt x="14598" y="338"/>
                </a:lnTo>
                <a:lnTo>
                  <a:pt x="16326" y="101"/>
                </a:lnTo>
                <a:lnTo>
                  <a:pt x="18540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2622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2" name="contour_16290"/>
          <p:cNvSpPr/>
          <p:nvPr/>
        </p:nvSpPr>
        <p:spPr>
          <a:xfrm>
            <a:off x="8107333" y="499227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3856"/>
                </a:lnTo>
                <a:lnTo>
                  <a:pt x="20039" y="6626"/>
                </a:lnTo>
                <a:lnTo>
                  <a:pt x="19219" y="9088"/>
                </a:lnTo>
                <a:lnTo>
                  <a:pt x="18025" y="12020"/>
                </a:lnTo>
                <a:lnTo>
                  <a:pt x="16200" y="16200"/>
                </a:lnTo>
                <a:lnTo>
                  <a:pt x="12020" y="18025"/>
                </a:lnTo>
                <a:lnTo>
                  <a:pt x="9088" y="19219"/>
                </a:lnTo>
                <a:lnTo>
                  <a:pt x="6626" y="20039"/>
                </a:lnTo>
                <a:lnTo>
                  <a:pt x="3856" y="2074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3A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3" name="contour_16291"/>
          <p:cNvSpPr/>
          <p:nvPr/>
        </p:nvSpPr>
        <p:spPr>
          <a:xfrm>
            <a:off x="4505644" y="4992274"/>
            <a:ext cx="2328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39" y="0"/>
                </a:moveTo>
                <a:lnTo>
                  <a:pt x="17598" y="4028"/>
                </a:lnTo>
                <a:lnTo>
                  <a:pt x="19457" y="6872"/>
                </a:lnTo>
                <a:lnTo>
                  <a:pt x="20599" y="8932"/>
                </a:lnTo>
                <a:lnTo>
                  <a:pt x="21208" y="10609"/>
                </a:lnTo>
                <a:lnTo>
                  <a:pt x="21478" y="12298"/>
                </a:lnTo>
                <a:lnTo>
                  <a:pt x="21600" y="14400"/>
                </a:lnTo>
                <a:lnTo>
                  <a:pt x="17456" y="16308"/>
                </a:lnTo>
                <a:lnTo>
                  <a:pt x="14366" y="17665"/>
                </a:lnTo>
                <a:lnTo>
                  <a:pt x="11777" y="18677"/>
                </a:lnTo>
                <a:lnTo>
                  <a:pt x="9106" y="19534"/>
                </a:lnTo>
                <a:lnTo>
                  <a:pt x="5814" y="20441"/>
                </a:lnTo>
                <a:lnTo>
                  <a:pt x="1318" y="21600"/>
                </a:lnTo>
                <a:lnTo>
                  <a:pt x="1061" y="19408"/>
                </a:lnTo>
                <a:lnTo>
                  <a:pt x="838" y="17212"/>
                </a:lnTo>
                <a:lnTo>
                  <a:pt x="642" y="15019"/>
                </a:lnTo>
                <a:lnTo>
                  <a:pt x="473" y="12823"/>
                </a:lnTo>
                <a:lnTo>
                  <a:pt x="237" y="10375"/>
                </a:lnTo>
                <a:lnTo>
                  <a:pt x="0" y="7888"/>
                </a:lnTo>
                <a:lnTo>
                  <a:pt x="656" y="5760"/>
                </a:lnTo>
                <a:lnTo>
                  <a:pt x="1318" y="3600"/>
                </a:lnTo>
                <a:lnTo>
                  <a:pt x="5361" y="2207"/>
                </a:lnTo>
                <a:lnTo>
                  <a:pt x="8119" y="1368"/>
                </a:lnTo>
                <a:lnTo>
                  <a:pt x="10857" y="745"/>
                </a:lnTo>
                <a:lnTo>
                  <a:pt x="14839" y="0"/>
                </a:lnTo>
                <a:close/>
              </a:path>
            </a:pathLst>
          </a:custGeom>
          <a:solidFill>
            <a:srgbClr val="7F79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4" name="contour_16292"/>
          <p:cNvSpPr/>
          <p:nvPr/>
        </p:nvSpPr>
        <p:spPr>
          <a:xfrm>
            <a:off x="986966" y="4997915"/>
            <a:ext cx="58304" cy="235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13"/>
                </a:moveTo>
                <a:lnTo>
                  <a:pt x="19907" y="4647"/>
                </a:lnTo>
                <a:lnTo>
                  <a:pt x="18228" y="7405"/>
                </a:lnTo>
                <a:lnTo>
                  <a:pt x="16551" y="9822"/>
                </a:lnTo>
                <a:lnTo>
                  <a:pt x="14866" y="11938"/>
                </a:lnTo>
                <a:lnTo>
                  <a:pt x="13165" y="13773"/>
                </a:lnTo>
                <a:lnTo>
                  <a:pt x="11437" y="15360"/>
                </a:lnTo>
                <a:lnTo>
                  <a:pt x="9674" y="16746"/>
                </a:lnTo>
                <a:lnTo>
                  <a:pt x="7868" y="17944"/>
                </a:lnTo>
                <a:lnTo>
                  <a:pt x="6005" y="18995"/>
                </a:lnTo>
                <a:lnTo>
                  <a:pt x="4080" y="19939"/>
                </a:lnTo>
                <a:lnTo>
                  <a:pt x="2082" y="20797"/>
                </a:lnTo>
                <a:lnTo>
                  <a:pt x="0" y="21600"/>
                </a:lnTo>
                <a:lnTo>
                  <a:pt x="1142" y="15721"/>
                </a:lnTo>
                <a:lnTo>
                  <a:pt x="2395" y="10967"/>
                </a:lnTo>
                <a:lnTo>
                  <a:pt x="3761" y="7231"/>
                </a:lnTo>
                <a:lnTo>
                  <a:pt x="5241" y="4399"/>
                </a:lnTo>
                <a:lnTo>
                  <a:pt x="6842" y="2370"/>
                </a:lnTo>
                <a:lnTo>
                  <a:pt x="8562" y="1031"/>
                </a:lnTo>
                <a:lnTo>
                  <a:pt x="10408" y="275"/>
                </a:lnTo>
                <a:lnTo>
                  <a:pt x="12380" y="0"/>
                </a:lnTo>
                <a:lnTo>
                  <a:pt x="14483" y="94"/>
                </a:lnTo>
                <a:lnTo>
                  <a:pt x="16718" y="449"/>
                </a:lnTo>
                <a:lnTo>
                  <a:pt x="19089" y="957"/>
                </a:lnTo>
                <a:lnTo>
                  <a:pt x="21600" y="1513"/>
                </a:lnTo>
                <a:close/>
              </a:path>
            </a:pathLst>
          </a:custGeom>
          <a:solidFill>
            <a:srgbClr val="9A80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5" name="contour_16293"/>
          <p:cNvSpPr/>
          <p:nvPr/>
        </p:nvSpPr>
        <p:spPr>
          <a:xfrm>
            <a:off x="11423369" y="4984986"/>
            <a:ext cx="36440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9" y="1079"/>
                </a:lnTo>
                <a:lnTo>
                  <a:pt x="5413" y="2178"/>
                </a:lnTo>
                <a:lnTo>
                  <a:pt x="8109" y="3298"/>
                </a:lnTo>
                <a:lnTo>
                  <a:pt x="10800" y="4432"/>
                </a:lnTo>
                <a:lnTo>
                  <a:pt x="11694" y="4797"/>
                </a:lnTo>
                <a:lnTo>
                  <a:pt x="13267" y="5446"/>
                </a:lnTo>
                <a:lnTo>
                  <a:pt x="16874" y="6925"/>
                </a:lnTo>
                <a:lnTo>
                  <a:pt x="19220" y="8515"/>
                </a:lnTo>
                <a:lnTo>
                  <a:pt x="21600" y="10131"/>
                </a:lnTo>
                <a:lnTo>
                  <a:pt x="21600" y="13480"/>
                </a:lnTo>
                <a:lnTo>
                  <a:pt x="21600" y="16848"/>
                </a:lnTo>
                <a:lnTo>
                  <a:pt x="21600" y="20263"/>
                </a:lnTo>
                <a:lnTo>
                  <a:pt x="16606" y="21007"/>
                </a:lnTo>
                <a:lnTo>
                  <a:pt x="13094" y="21453"/>
                </a:lnTo>
                <a:lnTo>
                  <a:pt x="10593" y="21600"/>
                </a:lnTo>
                <a:lnTo>
                  <a:pt x="8614" y="21453"/>
                </a:lnTo>
                <a:lnTo>
                  <a:pt x="6683" y="21007"/>
                </a:lnTo>
                <a:lnTo>
                  <a:pt x="4320" y="20263"/>
                </a:lnTo>
                <a:lnTo>
                  <a:pt x="2985" y="17016"/>
                </a:lnTo>
                <a:lnTo>
                  <a:pt x="1974" y="13753"/>
                </a:lnTo>
                <a:lnTo>
                  <a:pt x="1231" y="10440"/>
                </a:lnTo>
                <a:lnTo>
                  <a:pt x="696" y="7056"/>
                </a:lnTo>
                <a:lnTo>
                  <a:pt x="302" y="3586"/>
                </a:lnTo>
                <a:lnTo>
                  <a:pt x="0" y="0"/>
                </a:lnTo>
                <a:close/>
              </a:path>
            </a:pathLst>
          </a:custGeom>
          <a:solidFill>
            <a:srgbClr val="38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6" name="contour_16294"/>
          <p:cNvSpPr/>
          <p:nvPr/>
        </p:nvSpPr>
        <p:spPr>
          <a:xfrm>
            <a:off x="4674689" y="4976386"/>
            <a:ext cx="3808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68" y="930"/>
                </a:moveTo>
                <a:lnTo>
                  <a:pt x="11592" y="310"/>
                </a:lnTo>
                <a:lnTo>
                  <a:pt x="13898" y="0"/>
                </a:lnTo>
                <a:lnTo>
                  <a:pt x="15784" y="0"/>
                </a:lnTo>
                <a:lnTo>
                  <a:pt x="17842" y="310"/>
                </a:lnTo>
                <a:lnTo>
                  <a:pt x="20670" y="930"/>
                </a:lnTo>
                <a:lnTo>
                  <a:pt x="21290" y="4620"/>
                </a:lnTo>
                <a:lnTo>
                  <a:pt x="21600" y="7271"/>
                </a:lnTo>
                <a:lnTo>
                  <a:pt x="21600" y="9627"/>
                </a:lnTo>
                <a:lnTo>
                  <a:pt x="21290" y="12433"/>
                </a:lnTo>
                <a:lnTo>
                  <a:pt x="20670" y="16433"/>
                </a:lnTo>
                <a:lnTo>
                  <a:pt x="18144" y="17533"/>
                </a:lnTo>
                <a:lnTo>
                  <a:pt x="15606" y="18453"/>
                </a:lnTo>
                <a:lnTo>
                  <a:pt x="13055" y="19223"/>
                </a:lnTo>
                <a:lnTo>
                  <a:pt x="10488" y="19864"/>
                </a:lnTo>
                <a:lnTo>
                  <a:pt x="7900" y="20401"/>
                </a:lnTo>
                <a:lnTo>
                  <a:pt x="5291" y="20851"/>
                </a:lnTo>
                <a:lnTo>
                  <a:pt x="2658" y="21243"/>
                </a:lnTo>
                <a:lnTo>
                  <a:pt x="0" y="21600"/>
                </a:lnTo>
                <a:lnTo>
                  <a:pt x="967" y="18469"/>
                </a:lnTo>
                <a:lnTo>
                  <a:pt x="1968" y="15399"/>
                </a:lnTo>
                <a:lnTo>
                  <a:pt x="3026" y="12386"/>
                </a:lnTo>
                <a:lnTo>
                  <a:pt x="4159" y="9436"/>
                </a:lnTo>
                <a:lnTo>
                  <a:pt x="5399" y="6542"/>
                </a:lnTo>
                <a:lnTo>
                  <a:pt x="6759" y="3705"/>
                </a:lnTo>
                <a:lnTo>
                  <a:pt x="8268" y="930"/>
                </a:lnTo>
                <a:close/>
              </a:path>
            </a:pathLst>
          </a:custGeom>
          <a:solidFill>
            <a:srgbClr val="847A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7" name="contour_16295"/>
          <p:cNvSpPr/>
          <p:nvPr/>
        </p:nvSpPr>
        <p:spPr>
          <a:xfrm>
            <a:off x="4507065" y="497769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373"/>
                </a:lnTo>
                <a:lnTo>
                  <a:pt x="4392" y="783"/>
                </a:lnTo>
                <a:lnTo>
                  <a:pt x="6584" y="1220"/>
                </a:lnTo>
                <a:lnTo>
                  <a:pt x="8777" y="1685"/>
                </a:lnTo>
                <a:lnTo>
                  <a:pt x="10004" y="1922"/>
                </a:lnTo>
                <a:lnTo>
                  <a:pt x="13712" y="2635"/>
                </a:lnTo>
                <a:lnTo>
                  <a:pt x="16229" y="4363"/>
                </a:lnTo>
                <a:lnTo>
                  <a:pt x="17762" y="6097"/>
                </a:lnTo>
                <a:lnTo>
                  <a:pt x="18936" y="8872"/>
                </a:lnTo>
                <a:lnTo>
                  <a:pt x="20376" y="13732"/>
                </a:lnTo>
                <a:lnTo>
                  <a:pt x="20779" y="16335"/>
                </a:lnTo>
                <a:lnTo>
                  <a:pt x="21186" y="18949"/>
                </a:lnTo>
                <a:lnTo>
                  <a:pt x="21600" y="21600"/>
                </a:lnTo>
                <a:lnTo>
                  <a:pt x="19436" y="20682"/>
                </a:lnTo>
                <a:lnTo>
                  <a:pt x="17273" y="19748"/>
                </a:lnTo>
                <a:lnTo>
                  <a:pt x="15113" y="18803"/>
                </a:lnTo>
                <a:lnTo>
                  <a:pt x="12956" y="17842"/>
                </a:lnTo>
                <a:lnTo>
                  <a:pt x="10800" y="16875"/>
                </a:lnTo>
                <a:lnTo>
                  <a:pt x="9907" y="16486"/>
                </a:lnTo>
                <a:lnTo>
                  <a:pt x="8334" y="15795"/>
                </a:lnTo>
                <a:lnTo>
                  <a:pt x="4723" y="14218"/>
                </a:lnTo>
                <a:lnTo>
                  <a:pt x="3164" y="13090"/>
                </a:lnTo>
                <a:lnTo>
                  <a:pt x="1591" y="1195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685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8" name="contour_16296"/>
          <p:cNvSpPr/>
          <p:nvPr/>
        </p:nvSpPr>
        <p:spPr>
          <a:xfrm>
            <a:off x="1788645" y="497041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18926" y="12139"/>
                </a:lnTo>
                <a:lnTo>
                  <a:pt x="16252" y="13473"/>
                </a:lnTo>
                <a:lnTo>
                  <a:pt x="13569" y="14818"/>
                </a:lnTo>
                <a:lnTo>
                  <a:pt x="10882" y="16157"/>
                </a:lnTo>
                <a:lnTo>
                  <a:pt x="8182" y="17507"/>
                </a:lnTo>
                <a:lnTo>
                  <a:pt x="5469" y="18862"/>
                </a:lnTo>
                <a:lnTo>
                  <a:pt x="2743" y="20228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F7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299" name="contour_16297"/>
          <p:cNvSpPr/>
          <p:nvPr/>
        </p:nvSpPr>
        <p:spPr>
          <a:xfrm>
            <a:off x="8143773" y="4970068"/>
            <a:ext cx="51016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49" y="0"/>
                </a:moveTo>
                <a:lnTo>
                  <a:pt x="12195" y="1049"/>
                </a:lnTo>
                <a:lnTo>
                  <a:pt x="14271" y="2105"/>
                </a:lnTo>
                <a:lnTo>
                  <a:pt x="16342" y="3041"/>
                </a:lnTo>
                <a:lnTo>
                  <a:pt x="18443" y="3984"/>
                </a:lnTo>
                <a:lnTo>
                  <a:pt x="20008" y="5692"/>
                </a:lnTo>
                <a:lnTo>
                  <a:pt x="21600" y="7422"/>
                </a:lnTo>
                <a:lnTo>
                  <a:pt x="21600" y="12108"/>
                </a:lnTo>
                <a:lnTo>
                  <a:pt x="21600" y="16822"/>
                </a:lnTo>
                <a:lnTo>
                  <a:pt x="21600" y="21600"/>
                </a:lnTo>
                <a:lnTo>
                  <a:pt x="19462" y="20898"/>
                </a:lnTo>
                <a:lnTo>
                  <a:pt x="17323" y="20196"/>
                </a:lnTo>
                <a:lnTo>
                  <a:pt x="15179" y="19495"/>
                </a:lnTo>
                <a:lnTo>
                  <a:pt x="13034" y="18786"/>
                </a:lnTo>
                <a:lnTo>
                  <a:pt x="10880" y="18084"/>
                </a:lnTo>
                <a:lnTo>
                  <a:pt x="8723" y="17375"/>
                </a:lnTo>
                <a:lnTo>
                  <a:pt x="6557" y="16666"/>
                </a:lnTo>
                <a:lnTo>
                  <a:pt x="4382" y="15950"/>
                </a:lnTo>
                <a:lnTo>
                  <a:pt x="2197" y="15234"/>
                </a:lnTo>
                <a:lnTo>
                  <a:pt x="0" y="14511"/>
                </a:lnTo>
                <a:lnTo>
                  <a:pt x="2620" y="8535"/>
                </a:lnTo>
                <a:lnTo>
                  <a:pt x="4490" y="4523"/>
                </a:lnTo>
                <a:lnTo>
                  <a:pt x="5897" y="2063"/>
                </a:lnTo>
                <a:lnTo>
                  <a:pt x="7122" y="759"/>
                </a:lnTo>
                <a:lnTo>
                  <a:pt x="8446" y="206"/>
                </a:lnTo>
                <a:lnTo>
                  <a:pt x="10149" y="0"/>
                </a:lnTo>
                <a:close/>
              </a:path>
            </a:pathLst>
          </a:custGeom>
          <a:solidFill>
            <a:srgbClr val="F1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0" name="contour_16298"/>
          <p:cNvSpPr/>
          <p:nvPr/>
        </p:nvSpPr>
        <p:spPr>
          <a:xfrm>
            <a:off x="4827737" y="497041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221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1" name="contour_16299"/>
          <p:cNvSpPr/>
          <p:nvPr/>
        </p:nvSpPr>
        <p:spPr>
          <a:xfrm>
            <a:off x="1759493" y="4919394"/>
            <a:ext cx="2186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475"/>
                </a:lnTo>
                <a:lnTo>
                  <a:pt x="8568" y="953"/>
                </a:lnTo>
                <a:lnTo>
                  <a:pt x="12874" y="1430"/>
                </a:lnTo>
                <a:lnTo>
                  <a:pt x="17215" y="1913"/>
                </a:lnTo>
                <a:lnTo>
                  <a:pt x="21600" y="2400"/>
                </a:lnTo>
                <a:lnTo>
                  <a:pt x="20491" y="4001"/>
                </a:lnTo>
                <a:lnTo>
                  <a:pt x="19375" y="5602"/>
                </a:lnTo>
                <a:lnTo>
                  <a:pt x="18252" y="7202"/>
                </a:lnTo>
                <a:lnTo>
                  <a:pt x="17122" y="8803"/>
                </a:lnTo>
                <a:lnTo>
                  <a:pt x="15991" y="10402"/>
                </a:lnTo>
                <a:lnTo>
                  <a:pt x="14846" y="12000"/>
                </a:lnTo>
                <a:lnTo>
                  <a:pt x="13903" y="13378"/>
                </a:lnTo>
                <a:lnTo>
                  <a:pt x="12953" y="14774"/>
                </a:lnTo>
                <a:lnTo>
                  <a:pt x="11916" y="16150"/>
                </a:lnTo>
                <a:lnTo>
                  <a:pt x="10807" y="17518"/>
                </a:lnTo>
                <a:lnTo>
                  <a:pt x="9641" y="18883"/>
                </a:lnTo>
                <a:lnTo>
                  <a:pt x="8438" y="20242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9956"/>
                </a:lnTo>
                <a:lnTo>
                  <a:pt x="0" y="18310"/>
                </a:lnTo>
                <a:lnTo>
                  <a:pt x="0" y="16663"/>
                </a:lnTo>
                <a:lnTo>
                  <a:pt x="0" y="15014"/>
                </a:lnTo>
                <a:lnTo>
                  <a:pt x="0" y="13363"/>
                </a:lnTo>
                <a:lnTo>
                  <a:pt x="0" y="11710"/>
                </a:lnTo>
                <a:lnTo>
                  <a:pt x="0" y="10051"/>
                </a:lnTo>
                <a:lnTo>
                  <a:pt x="0" y="8390"/>
                </a:lnTo>
                <a:lnTo>
                  <a:pt x="0" y="6725"/>
                </a:lnTo>
                <a:lnTo>
                  <a:pt x="0" y="5052"/>
                </a:lnTo>
                <a:lnTo>
                  <a:pt x="0" y="3374"/>
                </a:lnTo>
                <a:lnTo>
                  <a:pt x="0" y="1692"/>
                </a:lnTo>
                <a:lnTo>
                  <a:pt x="0" y="0"/>
                </a:lnTo>
                <a:close/>
              </a:path>
            </a:pathLst>
          </a:custGeom>
          <a:solidFill>
            <a:srgbClr val="DBC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2" name="contour_16300"/>
          <p:cNvSpPr/>
          <p:nvPr/>
        </p:nvSpPr>
        <p:spPr>
          <a:xfrm>
            <a:off x="11589681" y="4955834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CED0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3" name="contour_16301"/>
          <p:cNvSpPr/>
          <p:nvPr/>
        </p:nvSpPr>
        <p:spPr>
          <a:xfrm>
            <a:off x="11109986" y="4955834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82"/>
                </a:lnTo>
                <a:lnTo>
                  <a:pt x="2341" y="737"/>
                </a:lnTo>
                <a:lnTo>
                  <a:pt x="3646" y="1153"/>
                </a:lnTo>
                <a:lnTo>
                  <a:pt x="5374" y="1698"/>
                </a:lnTo>
                <a:lnTo>
                  <a:pt x="7780" y="2455"/>
                </a:lnTo>
                <a:lnTo>
                  <a:pt x="11115" y="3512"/>
                </a:lnTo>
                <a:lnTo>
                  <a:pt x="15638" y="4938"/>
                </a:lnTo>
                <a:lnTo>
                  <a:pt x="21600" y="6820"/>
                </a:lnTo>
                <a:lnTo>
                  <a:pt x="20529" y="10196"/>
                </a:lnTo>
                <a:lnTo>
                  <a:pt x="19457" y="13586"/>
                </a:lnTo>
                <a:lnTo>
                  <a:pt x="18373" y="17003"/>
                </a:lnTo>
                <a:lnTo>
                  <a:pt x="17280" y="20461"/>
                </a:lnTo>
                <a:lnTo>
                  <a:pt x="14148" y="21382"/>
                </a:lnTo>
                <a:lnTo>
                  <a:pt x="11837" y="21600"/>
                </a:lnTo>
                <a:lnTo>
                  <a:pt x="8372" y="21314"/>
                </a:lnTo>
                <a:lnTo>
                  <a:pt x="5607" y="21034"/>
                </a:lnTo>
                <a:lnTo>
                  <a:pt x="2821" y="20747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C19C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4" name="contour_16302"/>
          <p:cNvSpPr/>
          <p:nvPr/>
        </p:nvSpPr>
        <p:spPr>
          <a:xfrm>
            <a:off x="7932421" y="4941258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08" y="0"/>
                </a:moveTo>
                <a:lnTo>
                  <a:pt x="17839" y="0"/>
                </a:lnTo>
                <a:lnTo>
                  <a:pt x="20411" y="0"/>
                </a:lnTo>
                <a:lnTo>
                  <a:pt x="20881" y="2621"/>
                </a:lnTo>
                <a:lnTo>
                  <a:pt x="21263" y="5202"/>
                </a:lnTo>
                <a:lnTo>
                  <a:pt x="21513" y="7751"/>
                </a:lnTo>
                <a:lnTo>
                  <a:pt x="21600" y="10292"/>
                </a:lnTo>
                <a:lnTo>
                  <a:pt x="21467" y="12838"/>
                </a:lnTo>
                <a:lnTo>
                  <a:pt x="21090" y="15401"/>
                </a:lnTo>
                <a:lnTo>
                  <a:pt x="20411" y="18000"/>
                </a:lnTo>
                <a:lnTo>
                  <a:pt x="17166" y="19242"/>
                </a:lnTo>
                <a:lnTo>
                  <a:pt x="13910" y="20146"/>
                </a:lnTo>
                <a:lnTo>
                  <a:pt x="10604" y="20772"/>
                </a:lnTo>
                <a:lnTo>
                  <a:pt x="7210" y="21186"/>
                </a:lnTo>
                <a:lnTo>
                  <a:pt x="3689" y="21442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3373" y="14400"/>
                </a:lnTo>
                <a:lnTo>
                  <a:pt x="6766" y="14400"/>
                </a:lnTo>
                <a:lnTo>
                  <a:pt x="10206" y="14400"/>
                </a:lnTo>
                <a:lnTo>
                  <a:pt x="11599" y="12035"/>
                </a:lnTo>
                <a:lnTo>
                  <a:pt x="12344" y="10166"/>
                </a:lnTo>
                <a:lnTo>
                  <a:pt x="13073" y="7200"/>
                </a:lnTo>
                <a:lnTo>
                  <a:pt x="13808" y="4234"/>
                </a:lnTo>
                <a:lnTo>
                  <a:pt x="14390" y="2365"/>
                </a:lnTo>
                <a:lnTo>
                  <a:pt x="15308" y="0"/>
                </a:lnTo>
                <a:close/>
              </a:path>
            </a:pathLst>
          </a:custGeom>
          <a:solidFill>
            <a:srgbClr val="6161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5" name="contour_16303"/>
          <p:cNvSpPr/>
          <p:nvPr/>
        </p:nvSpPr>
        <p:spPr>
          <a:xfrm>
            <a:off x="7764798" y="496312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746" y="2825"/>
                </a:lnTo>
                <a:lnTo>
                  <a:pt x="16614" y="4895"/>
                </a:lnTo>
                <a:lnTo>
                  <a:pt x="17392" y="7214"/>
                </a:lnTo>
                <a:lnTo>
                  <a:pt x="18450" y="10800"/>
                </a:lnTo>
                <a:lnTo>
                  <a:pt x="19055" y="12809"/>
                </a:lnTo>
                <a:lnTo>
                  <a:pt x="19663" y="14826"/>
                </a:lnTo>
                <a:lnTo>
                  <a:pt x="20279" y="16874"/>
                </a:lnTo>
                <a:lnTo>
                  <a:pt x="20934" y="19220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4400" y="18744"/>
                </a:lnTo>
                <a:lnTo>
                  <a:pt x="14400" y="15872"/>
                </a:lnTo>
                <a:lnTo>
                  <a:pt x="14400" y="12960"/>
                </a:lnTo>
                <a:lnTo>
                  <a:pt x="12024" y="12960"/>
                </a:lnTo>
                <a:lnTo>
                  <a:pt x="9644" y="12960"/>
                </a:lnTo>
                <a:lnTo>
                  <a:pt x="7254" y="12960"/>
                </a:lnTo>
                <a:lnTo>
                  <a:pt x="4853" y="12960"/>
                </a:lnTo>
                <a:lnTo>
                  <a:pt x="2437" y="12960"/>
                </a:lnTo>
                <a:lnTo>
                  <a:pt x="0" y="12960"/>
                </a:lnTo>
                <a:lnTo>
                  <a:pt x="0" y="10104"/>
                </a:lnTo>
                <a:lnTo>
                  <a:pt x="0" y="7232"/>
                </a:lnTo>
                <a:lnTo>
                  <a:pt x="0" y="4320"/>
                </a:lnTo>
                <a:lnTo>
                  <a:pt x="2412" y="2454"/>
                </a:lnTo>
                <a:lnTo>
                  <a:pt x="4572" y="1223"/>
                </a:lnTo>
                <a:lnTo>
                  <a:pt x="6667" y="488"/>
                </a:lnTo>
                <a:lnTo>
                  <a:pt x="8881" y="130"/>
                </a:lnTo>
                <a:lnTo>
                  <a:pt x="11398" y="9"/>
                </a:lnTo>
                <a:lnTo>
                  <a:pt x="14400" y="0"/>
                </a:lnTo>
                <a:close/>
              </a:path>
            </a:pathLst>
          </a:custGeom>
          <a:solidFill>
            <a:srgbClr val="70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6" name="contour_16304"/>
          <p:cNvSpPr/>
          <p:nvPr/>
        </p:nvSpPr>
        <p:spPr>
          <a:xfrm>
            <a:off x="6890239" y="4963122"/>
            <a:ext cx="2330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12" y="0"/>
                </a:lnTo>
                <a:lnTo>
                  <a:pt x="8038" y="0"/>
                </a:lnTo>
                <a:lnTo>
                  <a:pt x="12077" y="0"/>
                </a:lnTo>
                <a:lnTo>
                  <a:pt x="16149" y="0"/>
                </a:lnTo>
                <a:lnTo>
                  <a:pt x="20263" y="0"/>
                </a:lnTo>
                <a:lnTo>
                  <a:pt x="21006" y="4994"/>
                </a:lnTo>
                <a:lnTo>
                  <a:pt x="21451" y="8506"/>
                </a:lnTo>
                <a:lnTo>
                  <a:pt x="21600" y="11007"/>
                </a:lnTo>
                <a:lnTo>
                  <a:pt x="21451" y="12986"/>
                </a:lnTo>
                <a:lnTo>
                  <a:pt x="21006" y="14917"/>
                </a:lnTo>
                <a:lnTo>
                  <a:pt x="20263" y="17280"/>
                </a:lnTo>
                <a:lnTo>
                  <a:pt x="15238" y="18870"/>
                </a:lnTo>
                <a:lnTo>
                  <a:pt x="11671" y="19889"/>
                </a:lnTo>
                <a:lnTo>
                  <a:pt x="8591" y="20546"/>
                </a:lnTo>
                <a:lnTo>
                  <a:pt x="5025" y="2104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BBC2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7" name="contour_16305"/>
          <p:cNvSpPr/>
          <p:nvPr/>
        </p:nvSpPr>
        <p:spPr>
          <a:xfrm>
            <a:off x="4769433" y="496312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26B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8" name="contour_16306"/>
          <p:cNvSpPr/>
          <p:nvPr/>
        </p:nvSpPr>
        <p:spPr>
          <a:xfrm>
            <a:off x="4361306" y="4964405"/>
            <a:ext cx="43728" cy="278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54"/>
                </a:moveTo>
                <a:lnTo>
                  <a:pt x="19814" y="5355"/>
                </a:lnTo>
                <a:lnTo>
                  <a:pt x="18022" y="6055"/>
                </a:lnTo>
                <a:lnTo>
                  <a:pt x="16200" y="6773"/>
                </a:lnTo>
                <a:lnTo>
                  <a:pt x="14414" y="7936"/>
                </a:lnTo>
                <a:lnTo>
                  <a:pt x="12622" y="9117"/>
                </a:lnTo>
                <a:lnTo>
                  <a:pt x="10800" y="10303"/>
                </a:lnTo>
                <a:lnTo>
                  <a:pt x="10800" y="14037"/>
                </a:lnTo>
                <a:lnTo>
                  <a:pt x="10800" y="17793"/>
                </a:lnTo>
                <a:lnTo>
                  <a:pt x="10800" y="21600"/>
                </a:lnTo>
                <a:lnTo>
                  <a:pt x="8122" y="20538"/>
                </a:lnTo>
                <a:lnTo>
                  <a:pt x="6221" y="19713"/>
                </a:lnTo>
                <a:lnTo>
                  <a:pt x="4579" y="18855"/>
                </a:lnTo>
                <a:lnTo>
                  <a:pt x="2678" y="17691"/>
                </a:lnTo>
                <a:lnTo>
                  <a:pt x="0" y="15951"/>
                </a:lnTo>
                <a:lnTo>
                  <a:pt x="0" y="12218"/>
                </a:lnTo>
                <a:lnTo>
                  <a:pt x="0" y="8462"/>
                </a:lnTo>
                <a:lnTo>
                  <a:pt x="0" y="4654"/>
                </a:lnTo>
                <a:lnTo>
                  <a:pt x="2639" y="2683"/>
                </a:lnTo>
                <a:lnTo>
                  <a:pt x="5090" y="1265"/>
                </a:lnTo>
                <a:lnTo>
                  <a:pt x="7405" y="384"/>
                </a:lnTo>
                <a:lnTo>
                  <a:pt x="9641" y="0"/>
                </a:lnTo>
                <a:lnTo>
                  <a:pt x="11855" y="96"/>
                </a:lnTo>
                <a:lnTo>
                  <a:pt x="14101" y="633"/>
                </a:lnTo>
                <a:lnTo>
                  <a:pt x="16438" y="1593"/>
                </a:lnTo>
                <a:lnTo>
                  <a:pt x="18918" y="2943"/>
                </a:lnTo>
                <a:lnTo>
                  <a:pt x="21600" y="4654"/>
                </a:lnTo>
                <a:close/>
              </a:path>
            </a:pathLst>
          </a:custGeom>
          <a:solidFill>
            <a:srgbClr val="3E33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09" name="contour_16307"/>
          <p:cNvSpPr/>
          <p:nvPr/>
        </p:nvSpPr>
        <p:spPr>
          <a:xfrm>
            <a:off x="972390" y="497041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8927" y="10778"/>
                </a:lnTo>
                <a:lnTo>
                  <a:pt x="16249" y="12921"/>
                </a:lnTo>
                <a:lnTo>
                  <a:pt x="13559" y="15072"/>
                </a:lnTo>
                <a:lnTo>
                  <a:pt x="10859" y="17232"/>
                </a:lnTo>
                <a:lnTo>
                  <a:pt x="8143" y="19405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FE2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0" name="contour_16308"/>
          <p:cNvSpPr/>
          <p:nvPr/>
        </p:nvSpPr>
        <p:spPr>
          <a:xfrm>
            <a:off x="11241170" y="4933970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09"/>
                </a:lnTo>
                <a:lnTo>
                  <a:pt x="7133" y="1018"/>
                </a:lnTo>
                <a:lnTo>
                  <a:pt x="10719" y="1531"/>
                </a:lnTo>
                <a:lnTo>
                  <a:pt x="14321" y="2046"/>
                </a:lnTo>
                <a:lnTo>
                  <a:pt x="17944" y="2564"/>
                </a:lnTo>
                <a:lnTo>
                  <a:pt x="21600" y="3086"/>
                </a:lnTo>
                <a:lnTo>
                  <a:pt x="19251" y="4234"/>
                </a:lnTo>
                <a:lnTo>
                  <a:pt x="16875" y="5400"/>
                </a:lnTo>
                <a:lnTo>
                  <a:pt x="14386" y="7072"/>
                </a:lnTo>
                <a:lnTo>
                  <a:pt x="12139" y="8760"/>
                </a:lnTo>
                <a:lnTo>
                  <a:pt x="10103" y="10470"/>
                </a:lnTo>
                <a:lnTo>
                  <a:pt x="8235" y="12207"/>
                </a:lnTo>
                <a:lnTo>
                  <a:pt x="6491" y="13984"/>
                </a:lnTo>
                <a:lnTo>
                  <a:pt x="4838" y="15802"/>
                </a:lnTo>
                <a:lnTo>
                  <a:pt x="3229" y="17672"/>
                </a:lnTo>
                <a:lnTo>
                  <a:pt x="1631" y="19604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5354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1" name="contour_16309"/>
          <p:cNvSpPr/>
          <p:nvPr/>
        </p:nvSpPr>
        <p:spPr>
          <a:xfrm>
            <a:off x="10964226" y="496312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444" y="2711"/>
                </a:lnTo>
                <a:lnTo>
                  <a:pt x="19273" y="5416"/>
                </a:lnTo>
                <a:lnTo>
                  <a:pt x="18079" y="8111"/>
                </a:lnTo>
                <a:lnTo>
                  <a:pt x="16875" y="10800"/>
                </a:lnTo>
                <a:lnTo>
                  <a:pt x="15557" y="13813"/>
                </a:lnTo>
                <a:lnTo>
                  <a:pt x="14218" y="16875"/>
                </a:lnTo>
                <a:lnTo>
                  <a:pt x="12523" y="1921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C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2" name="contour_16310"/>
          <p:cNvSpPr/>
          <p:nvPr/>
        </p:nvSpPr>
        <p:spPr>
          <a:xfrm>
            <a:off x="3778266" y="4941258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836" y="1679"/>
                </a:lnTo>
                <a:lnTo>
                  <a:pt x="14747" y="3345"/>
                </a:lnTo>
                <a:lnTo>
                  <a:pt x="16508" y="5020"/>
                </a:lnTo>
                <a:lnTo>
                  <a:pt x="18095" y="6736"/>
                </a:lnTo>
                <a:lnTo>
                  <a:pt x="19494" y="8510"/>
                </a:lnTo>
                <a:lnTo>
                  <a:pt x="20666" y="10371"/>
                </a:lnTo>
                <a:lnTo>
                  <a:pt x="21600" y="12343"/>
                </a:lnTo>
                <a:lnTo>
                  <a:pt x="19445" y="14250"/>
                </a:lnTo>
                <a:lnTo>
                  <a:pt x="17064" y="15950"/>
                </a:lnTo>
                <a:lnTo>
                  <a:pt x="14456" y="17487"/>
                </a:lnTo>
                <a:lnTo>
                  <a:pt x="11637" y="18909"/>
                </a:lnTo>
                <a:lnTo>
                  <a:pt x="8613" y="20264"/>
                </a:lnTo>
                <a:lnTo>
                  <a:pt x="5400" y="21600"/>
                </a:lnTo>
                <a:lnTo>
                  <a:pt x="4331" y="19767"/>
                </a:lnTo>
                <a:lnTo>
                  <a:pt x="3256" y="17928"/>
                </a:lnTo>
                <a:lnTo>
                  <a:pt x="2182" y="16083"/>
                </a:lnTo>
                <a:lnTo>
                  <a:pt x="1096" y="14222"/>
                </a:lnTo>
                <a:lnTo>
                  <a:pt x="0" y="12343"/>
                </a:lnTo>
                <a:lnTo>
                  <a:pt x="3569" y="12343"/>
                </a:lnTo>
                <a:lnTo>
                  <a:pt x="7160" y="12343"/>
                </a:lnTo>
                <a:lnTo>
                  <a:pt x="10800" y="12343"/>
                </a:lnTo>
                <a:lnTo>
                  <a:pt x="10800" y="10306"/>
                </a:lnTo>
                <a:lnTo>
                  <a:pt x="10800" y="8267"/>
                </a:lnTo>
                <a:lnTo>
                  <a:pt x="10800" y="6218"/>
                </a:lnTo>
                <a:lnTo>
                  <a:pt x="10800" y="4160"/>
                </a:lnTo>
                <a:lnTo>
                  <a:pt x="10800" y="2089"/>
                </a:lnTo>
                <a:lnTo>
                  <a:pt x="10800" y="0"/>
                </a:lnTo>
                <a:close/>
              </a:path>
            </a:pathLst>
          </a:custGeom>
          <a:solidFill>
            <a:srgbClr val="5046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3" name="contour_16311"/>
          <p:cNvSpPr/>
          <p:nvPr/>
        </p:nvSpPr>
        <p:spPr>
          <a:xfrm>
            <a:off x="7925133" y="4925370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67" y="930"/>
                </a:moveTo>
                <a:lnTo>
                  <a:pt x="9167" y="310"/>
                </a:lnTo>
                <a:lnTo>
                  <a:pt x="11973" y="0"/>
                </a:lnTo>
                <a:lnTo>
                  <a:pt x="14329" y="0"/>
                </a:lnTo>
                <a:lnTo>
                  <a:pt x="16980" y="310"/>
                </a:lnTo>
                <a:lnTo>
                  <a:pt x="20670" y="930"/>
                </a:lnTo>
                <a:lnTo>
                  <a:pt x="21290" y="4620"/>
                </a:lnTo>
                <a:lnTo>
                  <a:pt x="21600" y="7271"/>
                </a:lnTo>
                <a:lnTo>
                  <a:pt x="21600" y="9627"/>
                </a:lnTo>
                <a:lnTo>
                  <a:pt x="21290" y="12433"/>
                </a:lnTo>
                <a:lnTo>
                  <a:pt x="20670" y="16433"/>
                </a:lnTo>
                <a:lnTo>
                  <a:pt x="17332" y="17843"/>
                </a:lnTo>
                <a:lnTo>
                  <a:pt x="13968" y="18959"/>
                </a:lnTo>
                <a:lnTo>
                  <a:pt x="10562" y="19843"/>
                </a:lnTo>
                <a:lnTo>
                  <a:pt x="7105" y="20541"/>
                </a:lnTo>
                <a:lnTo>
                  <a:pt x="3591" y="21109"/>
                </a:lnTo>
                <a:lnTo>
                  <a:pt x="0" y="21600"/>
                </a:lnTo>
                <a:lnTo>
                  <a:pt x="491" y="18009"/>
                </a:lnTo>
                <a:lnTo>
                  <a:pt x="1059" y="14495"/>
                </a:lnTo>
                <a:lnTo>
                  <a:pt x="1757" y="11038"/>
                </a:lnTo>
                <a:lnTo>
                  <a:pt x="2641" y="7632"/>
                </a:lnTo>
                <a:lnTo>
                  <a:pt x="3757" y="4268"/>
                </a:lnTo>
                <a:lnTo>
                  <a:pt x="5167" y="930"/>
                </a:lnTo>
                <a:close/>
              </a:path>
            </a:pathLst>
          </a:custGeom>
          <a:solidFill>
            <a:srgbClr val="D5D6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4" name="contour_16312"/>
          <p:cNvSpPr/>
          <p:nvPr/>
        </p:nvSpPr>
        <p:spPr>
          <a:xfrm>
            <a:off x="4492489" y="494125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5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93E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5" name="contour_16313"/>
          <p:cNvSpPr/>
          <p:nvPr/>
        </p:nvSpPr>
        <p:spPr>
          <a:xfrm>
            <a:off x="10723722" y="491210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06" y="850"/>
                </a:lnTo>
                <a:lnTo>
                  <a:pt x="10087" y="1750"/>
                </a:lnTo>
                <a:lnTo>
                  <a:pt x="12960" y="2700"/>
                </a:lnTo>
                <a:lnTo>
                  <a:pt x="15371" y="3456"/>
                </a:lnTo>
                <a:lnTo>
                  <a:pt x="17820" y="4219"/>
                </a:lnTo>
                <a:lnTo>
                  <a:pt x="1969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CAD0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6" name="contour_16314"/>
          <p:cNvSpPr/>
          <p:nvPr/>
        </p:nvSpPr>
        <p:spPr>
          <a:xfrm>
            <a:off x="3260819" y="4926682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14" y="504"/>
                </a:lnTo>
                <a:lnTo>
                  <a:pt x="3629" y="1030"/>
                </a:lnTo>
                <a:lnTo>
                  <a:pt x="5440" y="1570"/>
                </a:lnTo>
                <a:lnTo>
                  <a:pt x="7255" y="2131"/>
                </a:lnTo>
                <a:lnTo>
                  <a:pt x="9066" y="2700"/>
                </a:lnTo>
                <a:lnTo>
                  <a:pt x="10751" y="3204"/>
                </a:lnTo>
                <a:lnTo>
                  <a:pt x="12445" y="3708"/>
                </a:lnTo>
                <a:lnTo>
                  <a:pt x="14163" y="4219"/>
                </a:lnTo>
                <a:lnTo>
                  <a:pt x="15601" y="5206"/>
                </a:lnTo>
                <a:lnTo>
                  <a:pt x="17049" y="6192"/>
                </a:lnTo>
                <a:lnTo>
                  <a:pt x="18514" y="7200"/>
                </a:lnTo>
                <a:lnTo>
                  <a:pt x="19280" y="10764"/>
                </a:lnTo>
                <a:lnTo>
                  <a:pt x="20045" y="14342"/>
                </a:lnTo>
                <a:lnTo>
                  <a:pt x="20819" y="17950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171" y="16841"/>
                </a:lnTo>
                <a:lnTo>
                  <a:pt x="6171" y="12053"/>
                </a:lnTo>
                <a:lnTo>
                  <a:pt x="6171" y="7200"/>
                </a:lnTo>
                <a:lnTo>
                  <a:pt x="4339" y="4558"/>
                </a:lnTo>
                <a:lnTo>
                  <a:pt x="3086" y="2923"/>
                </a:lnTo>
                <a:lnTo>
                  <a:pt x="1833" y="1634"/>
                </a:lnTo>
                <a:lnTo>
                  <a:pt x="0" y="0"/>
                </a:lnTo>
                <a:close/>
              </a:path>
            </a:pathLst>
          </a:custGeom>
          <a:solidFill>
            <a:srgbClr val="E3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7" name="contour_16315"/>
          <p:cNvSpPr/>
          <p:nvPr/>
        </p:nvSpPr>
        <p:spPr>
          <a:xfrm>
            <a:off x="8260381" y="4912106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42"/>
                </a:lnTo>
                <a:lnTo>
                  <a:pt x="2084" y="663"/>
                </a:lnTo>
                <a:lnTo>
                  <a:pt x="3175" y="1004"/>
                </a:lnTo>
                <a:lnTo>
                  <a:pt x="4536" y="1435"/>
                </a:lnTo>
                <a:lnTo>
                  <a:pt x="6343" y="2008"/>
                </a:lnTo>
                <a:lnTo>
                  <a:pt x="8777" y="2773"/>
                </a:lnTo>
                <a:lnTo>
                  <a:pt x="12010" y="3798"/>
                </a:lnTo>
                <a:lnTo>
                  <a:pt x="16225" y="5130"/>
                </a:lnTo>
                <a:lnTo>
                  <a:pt x="21600" y="6831"/>
                </a:lnTo>
                <a:lnTo>
                  <a:pt x="20707" y="10213"/>
                </a:lnTo>
                <a:lnTo>
                  <a:pt x="19814" y="13608"/>
                </a:lnTo>
                <a:lnTo>
                  <a:pt x="18911" y="17030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0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0" y="16436"/>
                </a:lnTo>
                <a:lnTo>
                  <a:pt x="0" y="12364"/>
                </a:lnTo>
                <a:lnTo>
                  <a:pt x="0" y="8279"/>
                </a:lnTo>
                <a:lnTo>
                  <a:pt x="0" y="4160"/>
                </a:lnTo>
                <a:lnTo>
                  <a:pt x="0" y="0"/>
                </a:lnTo>
                <a:close/>
              </a:path>
            </a:pathLst>
          </a:custGeom>
          <a:solidFill>
            <a:srgbClr val="E9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8" name="contour_16316"/>
          <p:cNvSpPr/>
          <p:nvPr/>
        </p:nvSpPr>
        <p:spPr>
          <a:xfrm>
            <a:off x="7866830" y="4912106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34"/>
                </a:lnTo>
                <a:lnTo>
                  <a:pt x="11826" y="2074"/>
                </a:lnTo>
                <a:lnTo>
                  <a:pt x="15055" y="3113"/>
                </a:lnTo>
                <a:lnTo>
                  <a:pt x="18311" y="4163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891" y="17447"/>
                </a:lnTo>
                <a:lnTo>
                  <a:pt x="1782" y="13994"/>
                </a:lnTo>
                <a:lnTo>
                  <a:pt x="2678" y="10526"/>
                </a:lnTo>
                <a:lnTo>
                  <a:pt x="3580" y="7042"/>
                </a:lnTo>
                <a:lnTo>
                  <a:pt x="4487" y="3536"/>
                </a:lnTo>
                <a:lnTo>
                  <a:pt x="5400" y="0"/>
                </a:lnTo>
                <a:close/>
              </a:path>
            </a:pathLst>
          </a:custGeom>
          <a:solidFill>
            <a:srgbClr val="EA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19" name="contour_16317"/>
          <p:cNvSpPr/>
          <p:nvPr/>
        </p:nvSpPr>
        <p:spPr>
          <a:xfrm>
            <a:off x="7159894" y="489753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490" y="2354"/>
                </a:lnTo>
                <a:lnTo>
                  <a:pt x="13651" y="4093"/>
                </a:lnTo>
                <a:lnTo>
                  <a:pt x="14575" y="5735"/>
                </a:lnTo>
                <a:lnTo>
                  <a:pt x="15552" y="7798"/>
                </a:lnTo>
                <a:lnTo>
                  <a:pt x="16875" y="10800"/>
                </a:lnTo>
                <a:lnTo>
                  <a:pt x="17782" y="12809"/>
                </a:lnTo>
                <a:lnTo>
                  <a:pt x="18695" y="14828"/>
                </a:lnTo>
                <a:lnTo>
                  <a:pt x="19618" y="16877"/>
                </a:lnTo>
                <a:lnTo>
                  <a:pt x="20601" y="19220"/>
                </a:lnTo>
                <a:lnTo>
                  <a:pt x="21600" y="21600"/>
                </a:lnTo>
                <a:lnTo>
                  <a:pt x="17696" y="20984"/>
                </a:lnTo>
                <a:lnTo>
                  <a:pt x="14899" y="20488"/>
                </a:lnTo>
                <a:lnTo>
                  <a:pt x="12436" y="19940"/>
                </a:lnTo>
                <a:lnTo>
                  <a:pt x="9531" y="19170"/>
                </a:lnTo>
                <a:lnTo>
                  <a:pt x="5400" y="18000"/>
                </a:lnTo>
                <a:lnTo>
                  <a:pt x="3785" y="15444"/>
                </a:lnTo>
                <a:lnTo>
                  <a:pt x="2862" y="13633"/>
                </a:lnTo>
                <a:lnTo>
                  <a:pt x="2279" y="11696"/>
                </a:lnTo>
                <a:lnTo>
                  <a:pt x="1685" y="8777"/>
                </a:lnTo>
                <a:lnTo>
                  <a:pt x="1156" y="6311"/>
                </a:lnTo>
                <a:lnTo>
                  <a:pt x="610" y="3812"/>
                </a:lnTo>
                <a:lnTo>
                  <a:pt x="308" y="1919"/>
                </a:lnTo>
                <a:lnTo>
                  <a:pt x="0" y="0"/>
                </a:lnTo>
                <a:close/>
              </a:path>
            </a:pathLst>
          </a:custGeom>
          <a:solidFill>
            <a:srgbClr val="E5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0" name="contour_16318"/>
          <p:cNvSpPr/>
          <p:nvPr/>
        </p:nvSpPr>
        <p:spPr>
          <a:xfrm>
            <a:off x="4732993" y="489753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143"/>
                </a:lnTo>
                <a:lnTo>
                  <a:pt x="7425" y="4320"/>
                </a:lnTo>
                <a:lnTo>
                  <a:pt x="9099" y="6463"/>
                </a:lnTo>
                <a:lnTo>
                  <a:pt x="10800" y="8640"/>
                </a:lnTo>
                <a:lnTo>
                  <a:pt x="14369" y="8640"/>
                </a:lnTo>
                <a:lnTo>
                  <a:pt x="17960" y="8640"/>
                </a:lnTo>
                <a:lnTo>
                  <a:pt x="21600" y="8640"/>
                </a:lnTo>
                <a:lnTo>
                  <a:pt x="20531" y="11206"/>
                </a:lnTo>
                <a:lnTo>
                  <a:pt x="19456" y="13781"/>
                </a:lnTo>
                <a:lnTo>
                  <a:pt x="18382" y="16364"/>
                </a:lnTo>
                <a:lnTo>
                  <a:pt x="17296" y="18969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9279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1" name="contour_16319"/>
          <p:cNvSpPr/>
          <p:nvPr/>
        </p:nvSpPr>
        <p:spPr>
          <a:xfrm>
            <a:off x="666294" y="49121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801" y="20050"/>
                </a:lnTo>
                <a:lnTo>
                  <a:pt x="16010" y="18473"/>
                </a:lnTo>
                <a:lnTo>
                  <a:pt x="13228" y="16875"/>
                </a:lnTo>
                <a:lnTo>
                  <a:pt x="10895" y="15557"/>
                </a:lnTo>
                <a:lnTo>
                  <a:pt x="8523" y="14218"/>
                </a:lnTo>
                <a:lnTo>
                  <a:pt x="6437" y="12463"/>
                </a:lnTo>
                <a:lnTo>
                  <a:pt x="4951" y="10849"/>
                </a:lnTo>
                <a:lnTo>
                  <a:pt x="3655" y="8689"/>
                </a:lnTo>
                <a:lnTo>
                  <a:pt x="2143" y="5297"/>
                </a:lnTo>
                <a:lnTo>
                  <a:pt x="0" y="0"/>
                </a:lnTo>
                <a:close/>
              </a:path>
            </a:pathLst>
          </a:custGeom>
          <a:solidFill>
            <a:srgbClr val="BB9B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2" name="contour_16320"/>
          <p:cNvSpPr/>
          <p:nvPr/>
        </p:nvSpPr>
        <p:spPr>
          <a:xfrm>
            <a:off x="11343201" y="491210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400" y="4759"/>
                </a:lnTo>
                <a:lnTo>
                  <a:pt x="14400" y="9547"/>
                </a:lnTo>
                <a:lnTo>
                  <a:pt x="14400" y="14400"/>
                </a:lnTo>
                <a:lnTo>
                  <a:pt x="16182" y="16186"/>
                </a:lnTo>
                <a:lnTo>
                  <a:pt x="17975" y="17971"/>
                </a:lnTo>
                <a:lnTo>
                  <a:pt x="19775" y="19778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3" name="contour_16321"/>
          <p:cNvSpPr/>
          <p:nvPr/>
        </p:nvSpPr>
        <p:spPr>
          <a:xfrm>
            <a:off x="11276298" y="4912106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BEC1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4" name="contour_16322"/>
          <p:cNvSpPr/>
          <p:nvPr/>
        </p:nvSpPr>
        <p:spPr>
          <a:xfrm>
            <a:off x="3661658" y="49121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19984" y="8851"/>
                </a:lnTo>
                <a:lnTo>
                  <a:pt x="18762" y="11399"/>
                </a:lnTo>
                <a:lnTo>
                  <a:pt x="17686" y="13500"/>
                </a:lnTo>
                <a:lnTo>
                  <a:pt x="16520" y="15601"/>
                </a:lnTo>
                <a:lnTo>
                  <a:pt x="15025" y="18149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3167" y="18112"/>
                </a:lnTo>
                <a:lnTo>
                  <a:pt x="2285" y="14602"/>
                </a:lnTo>
                <a:lnTo>
                  <a:pt x="1603" y="11048"/>
                </a:lnTo>
                <a:lnTo>
                  <a:pt x="1041" y="7436"/>
                </a:lnTo>
                <a:lnTo>
                  <a:pt x="531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4A4D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5" name="contour_16323"/>
          <p:cNvSpPr/>
          <p:nvPr/>
        </p:nvSpPr>
        <p:spPr>
          <a:xfrm>
            <a:off x="3486747" y="490481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746" y="20974"/>
                </a:lnTo>
                <a:lnTo>
                  <a:pt x="13496" y="20304"/>
                </a:lnTo>
                <a:lnTo>
                  <a:pt x="11246" y="19613"/>
                </a:lnTo>
                <a:lnTo>
                  <a:pt x="9000" y="18900"/>
                </a:lnTo>
                <a:lnTo>
                  <a:pt x="7740" y="18518"/>
                </a:lnTo>
                <a:lnTo>
                  <a:pt x="3938" y="17381"/>
                </a:lnTo>
                <a:lnTo>
                  <a:pt x="1984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7BB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6" name="contour_16324"/>
          <p:cNvSpPr/>
          <p:nvPr/>
        </p:nvSpPr>
        <p:spPr>
          <a:xfrm>
            <a:off x="3406579" y="4912106"/>
            <a:ext cx="2284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569"/>
                </a:lnTo>
                <a:lnTo>
                  <a:pt x="8764" y="1040"/>
                </a:lnTo>
                <a:lnTo>
                  <a:pt x="11906" y="1588"/>
                </a:lnTo>
                <a:lnTo>
                  <a:pt x="15544" y="2383"/>
                </a:lnTo>
                <a:lnTo>
                  <a:pt x="20670" y="3600"/>
                </a:lnTo>
                <a:lnTo>
                  <a:pt x="21290" y="6386"/>
                </a:lnTo>
                <a:lnTo>
                  <a:pt x="21600" y="8341"/>
                </a:lnTo>
                <a:lnTo>
                  <a:pt x="21600" y="9983"/>
                </a:lnTo>
                <a:lnTo>
                  <a:pt x="21290" y="11830"/>
                </a:lnTo>
                <a:lnTo>
                  <a:pt x="20670" y="14400"/>
                </a:lnTo>
                <a:lnTo>
                  <a:pt x="16116" y="14400"/>
                </a:lnTo>
                <a:lnTo>
                  <a:pt x="11534" y="14400"/>
                </a:lnTo>
                <a:lnTo>
                  <a:pt x="6890" y="14400"/>
                </a:lnTo>
                <a:lnTo>
                  <a:pt x="5181" y="16182"/>
                </a:lnTo>
                <a:lnTo>
                  <a:pt x="3473" y="17971"/>
                </a:lnTo>
                <a:lnTo>
                  <a:pt x="1743" y="19775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CBD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7" name="contour_16325"/>
          <p:cNvSpPr/>
          <p:nvPr/>
        </p:nvSpPr>
        <p:spPr>
          <a:xfrm>
            <a:off x="1438821" y="490481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CE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8" name="contour_16326"/>
          <p:cNvSpPr/>
          <p:nvPr/>
        </p:nvSpPr>
        <p:spPr>
          <a:xfrm>
            <a:off x="8129197" y="4868378"/>
            <a:ext cx="3560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262" y="0"/>
                </a:moveTo>
                <a:lnTo>
                  <a:pt x="16304" y="4385"/>
                </a:lnTo>
                <a:lnTo>
                  <a:pt x="18567" y="7744"/>
                </a:lnTo>
                <a:lnTo>
                  <a:pt x="20141" y="10296"/>
                </a:lnTo>
                <a:lnTo>
                  <a:pt x="21109" y="12258"/>
                </a:lnTo>
                <a:lnTo>
                  <a:pt x="21569" y="13849"/>
                </a:lnTo>
                <a:lnTo>
                  <a:pt x="21600" y="15286"/>
                </a:lnTo>
                <a:lnTo>
                  <a:pt x="21286" y="16783"/>
                </a:lnTo>
                <a:lnTo>
                  <a:pt x="20725" y="18562"/>
                </a:lnTo>
                <a:lnTo>
                  <a:pt x="19217" y="20070"/>
                </a:lnTo>
                <a:lnTo>
                  <a:pt x="17683" y="21600"/>
                </a:lnTo>
                <a:lnTo>
                  <a:pt x="14593" y="21402"/>
                </a:lnTo>
                <a:lnTo>
                  <a:pt x="11631" y="20966"/>
                </a:lnTo>
                <a:lnTo>
                  <a:pt x="8749" y="20354"/>
                </a:lnTo>
                <a:lnTo>
                  <a:pt x="5884" y="19616"/>
                </a:lnTo>
                <a:lnTo>
                  <a:pt x="2984" y="18814"/>
                </a:lnTo>
                <a:lnTo>
                  <a:pt x="0" y="18000"/>
                </a:lnTo>
                <a:lnTo>
                  <a:pt x="1459" y="16020"/>
                </a:lnTo>
                <a:lnTo>
                  <a:pt x="2918" y="14036"/>
                </a:lnTo>
                <a:lnTo>
                  <a:pt x="4381" y="12053"/>
                </a:lnTo>
                <a:lnTo>
                  <a:pt x="5849" y="10066"/>
                </a:lnTo>
                <a:lnTo>
                  <a:pt x="7316" y="8068"/>
                </a:lnTo>
                <a:lnTo>
                  <a:pt x="8793" y="6066"/>
                </a:lnTo>
                <a:lnTo>
                  <a:pt x="10274" y="4054"/>
                </a:lnTo>
                <a:lnTo>
                  <a:pt x="11764" y="2034"/>
                </a:lnTo>
                <a:lnTo>
                  <a:pt x="13262" y="0"/>
                </a:lnTo>
                <a:close/>
              </a:path>
            </a:pathLst>
          </a:custGeom>
          <a:solidFill>
            <a:srgbClr val="3E3E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29" name="contour_16327"/>
          <p:cNvSpPr/>
          <p:nvPr/>
        </p:nvSpPr>
        <p:spPr>
          <a:xfrm>
            <a:off x="11029818" y="4888821"/>
            <a:ext cx="58304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04"/>
                </a:moveTo>
                <a:lnTo>
                  <a:pt x="1855" y="844"/>
                </a:lnTo>
                <a:lnTo>
                  <a:pt x="3710" y="705"/>
                </a:lnTo>
                <a:lnTo>
                  <a:pt x="5567" y="577"/>
                </a:lnTo>
                <a:lnTo>
                  <a:pt x="7425" y="463"/>
                </a:lnTo>
                <a:lnTo>
                  <a:pt x="9283" y="360"/>
                </a:lnTo>
                <a:lnTo>
                  <a:pt x="11008" y="242"/>
                </a:lnTo>
                <a:lnTo>
                  <a:pt x="12744" y="124"/>
                </a:lnTo>
                <a:lnTo>
                  <a:pt x="14502" y="0"/>
                </a:lnTo>
                <a:lnTo>
                  <a:pt x="15954" y="330"/>
                </a:lnTo>
                <a:lnTo>
                  <a:pt x="17418" y="664"/>
                </a:lnTo>
                <a:lnTo>
                  <a:pt x="18900" y="1004"/>
                </a:lnTo>
                <a:lnTo>
                  <a:pt x="20039" y="4083"/>
                </a:lnTo>
                <a:lnTo>
                  <a:pt x="20701" y="6184"/>
                </a:lnTo>
                <a:lnTo>
                  <a:pt x="21138" y="8269"/>
                </a:lnTo>
                <a:lnTo>
                  <a:pt x="21600" y="11302"/>
                </a:lnTo>
                <a:lnTo>
                  <a:pt x="19815" y="11302"/>
                </a:lnTo>
                <a:lnTo>
                  <a:pt x="18020" y="11302"/>
                </a:lnTo>
                <a:lnTo>
                  <a:pt x="16200" y="11302"/>
                </a:lnTo>
                <a:lnTo>
                  <a:pt x="15209" y="14361"/>
                </a:lnTo>
                <a:lnTo>
                  <a:pt x="14596" y="16451"/>
                </a:lnTo>
                <a:lnTo>
                  <a:pt x="14113" y="18542"/>
                </a:lnTo>
                <a:lnTo>
                  <a:pt x="13500" y="21600"/>
                </a:lnTo>
                <a:lnTo>
                  <a:pt x="13003" y="19221"/>
                </a:lnTo>
                <a:lnTo>
                  <a:pt x="12498" y="16811"/>
                </a:lnTo>
                <a:lnTo>
                  <a:pt x="11308" y="13398"/>
                </a:lnTo>
                <a:lnTo>
                  <a:pt x="10103" y="10880"/>
                </a:lnTo>
                <a:lnTo>
                  <a:pt x="8767" y="8933"/>
                </a:lnTo>
                <a:lnTo>
                  <a:pt x="7182" y="7250"/>
                </a:lnTo>
                <a:lnTo>
                  <a:pt x="5233" y="5509"/>
                </a:lnTo>
                <a:lnTo>
                  <a:pt x="3761" y="4212"/>
                </a:lnTo>
                <a:lnTo>
                  <a:pt x="2268" y="2894"/>
                </a:lnTo>
                <a:lnTo>
                  <a:pt x="1142" y="1957"/>
                </a:lnTo>
                <a:lnTo>
                  <a:pt x="0" y="1004"/>
                </a:lnTo>
                <a:close/>
              </a:path>
            </a:pathLst>
          </a:custGeom>
          <a:solidFill>
            <a:srgbClr val="6C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0" name="contour_16328"/>
          <p:cNvSpPr/>
          <p:nvPr/>
        </p:nvSpPr>
        <p:spPr>
          <a:xfrm>
            <a:off x="6955831" y="489753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06" y="3564"/>
                </a:lnTo>
                <a:lnTo>
                  <a:pt x="20412" y="7133"/>
                </a:lnTo>
                <a:lnTo>
                  <a:pt x="19814" y="10719"/>
                </a:lnTo>
                <a:lnTo>
                  <a:pt x="19213" y="14321"/>
                </a:lnTo>
                <a:lnTo>
                  <a:pt x="18608" y="17944"/>
                </a:lnTo>
                <a:lnTo>
                  <a:pt x="18000" y="21600"/>
                </a:lnTo>
                <a:lnTo>
                  <a:pt x="15322" y="20585"/>
                </a:lnTo>
                <a:lnTo>
                  <a:pt x="13421" y="19796"/>
                </a:lnTo>
                <a:lnTo>
                  <a:pt x="11779" y="18976"/>
                </a:lnTo>
                <a:lnTo>
                  <a:pt x="9878" y="17863"/>
                </a:lnTo>
                <a:lnTo>
                  <a:pt x="7200" y="16200"/>
                </a:lnTo>
                <a:lnTo>
                  <a:pt x="7200" y="12631"/>
                </a:lnTo>
                <a:lnTo>
                  <a:pt x="7200" y="9040"/>
                </a:lnTo>
                <a:lnTo>
                  <a:pt x="7200" y="5400"/>
                </a:lnTo>
                <a:lnTo>
                  <a:pt x="5418" y="4061"/>
                </a:lnTo>
                <a:lnTo>
                  <a:pt x="3629" y="2722"/>
                </a:lnTo>
                <a:lnTo>
                  <a:pt x="1825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CCCA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1" name="contour_16329"/>
          <p:cNvSpPr/>
          <p:nvPr/>
        </p:nvSpPr>
        <p:spPr>
          <a:xfrm>
            <a:off x="11073546" y="4874245"/>
            <a:ext cx="43728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04"/>
                </a:moveTo>
                <a:lnTo>
                  <a:pt x="2192" y="808"/>
                </a:lnTo>
                <a:lnTo>
                  <a:pt x="4388" y="638"/>
                </a:lnTo>
                <a:lnTo>
                  <a:pt x="6581" y="489"/>
                </a:lnTo>
                <a:lnTo>
                  <a:pt x="8777" y="360"/>
                </a:lnTo>
                <a:lnTo>
                  <a:pt x="11225" y="180"/>
                </a:lnTo>
                <a:lnTo>
                  <a:pt x="13712" y="0"/>
                </a:lnTo>
                <a:lnTo>
                  <a:pt x="15840" y="499"/>
                </a:lnTo>
                <a:lnTo>
                  <a:pt x="18000" y="1004"/>
                </a:lnTo>
                <a:lnTo>
                  <a:pt x="19393" y="4083"/>
                </a:lnTo>
                <a:lnTo>
                  <a:pt x="20232" y="6184"/>
                </a:lnTo>
                <a:lnTo>
                  <a:pt x="20855" y="8269"/>
                </a:lnTo>
                <a:lnTo>
                  <a:pt x="21600" y="11302"/>
                </a:lnTo>
                <a:lnTo>
                  <a:pt x="19890" y="11091"/>
                </a:lnTo>
                <a:lnTo>
                  <a:pt x="18169" y="10875"/>
                </a:lnTo>
                <a:lnTo>
                  <a:pt x="16423" y="10658"/>
                </a:lnTo>
                <a:lnTo>
                  <a:pt x="15599" y="10756"/>
                </a:lnTo>
                <a:lnTo>
                  <a:pt x="14141" y="10921"/>
                </a:lnTo>
                <a:lnTo>
                  <a:pt x="10800" y="11302"/>
                </a:lnTo>
                <a:lnTo>
                  <a:pt x="9907" y="13851"/>
                </a:lnTo>
                <a:lnTo>
                  <a:pt x="9014" y="16410"/>
                </a:lnTo>
                <a:lnTo>
                  <a:pt x="8111" y="18989"/>
                </a:lnTo>
                <a:lnTo>
                  <a:pt x="7200" y="21600"/>
                </a:lnTo>
                <a:lnTo>
                  <a:pt x="6181" y="18686"/>
                </a:lnTo>
                <a:lnTo>
                  <a:pt x="5162" y="15771"/>
                </a:lnTo>
                <a:lnTo>
                  <a:pt x="4140" y="12847"/>
                </a:lnTo>
                <a:lnTo>
                  <a:pt x="3114" y="9912"/>
                </a:lnTo>
                <a:lnTo>
                  <a:pt x="2081" y="6961"/>
                </a:lnTo>
                <a:lnTo>
                  <a:pt x="1044" y="3996"/>
                </a:lnTo>
                <a:lnTo>
                  <a:pt x="0" y="1004"/>
                </a:lnTo>
                <a:close/>
              </a:path>
            </a:pathLst>
          </a:custGeom>
          <a:solidFill>
            <a:srgbClr val="9191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2" name="contour_16330"/>
          <p:cNvSpPr/>
          <p:nvPr/>
        </p:nvSpPr>
        <p:spPr>
          <a:xfrm>
            <a:off x="10751562" y="4874354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930"/>
                </a:moveTo>
                <a:lnTo>
                  <a:pt x="4620" y="310"/>
                </a:lnTo>
                <a:lnTo>
                  <a:pt x="7271" y="0"/>
                </a:lnTo>
                <a:lnTo>
                  <a:pt x="9627" y="0"/>
                </a:lnTo>
                <a:lnTo>
                  <a:pt x="12433" y="310"/>
                </a:lnTo>
                <a:lnTo>
                  <a:pt x="16433" y="930"/>
                </a:lnTo>
                <a:lnTo>
                  <a:pt x="17843" y="4268"/>
                </a:lnTo>
                <a:lnTo>
                  <a:pt x="18959" y="7632"/>
                </a:lnTo>
                <a:lnTo>
                  <a:pt x="19843" y="11038"/>
                </a:lnTo>
                <a:lnTo>
                  <a:pt x="20541" y="14495"/>
                </a:lnTo>
                <a:lnTo>
                  <a:pt x="21109" y="18009"/>
                </a:lnTo>
                <a:lnTo>
                  <a:pt x="21600" y="21600"/>
                </a:lnTo>
                <a:lnTo>
                  <a:pt x="18009" y="21109"/>
                </a:lnTo>
                <a:lnTo>
                  <a:pt x="14495" y="20541"/>
                </a:lnTo>
                <a:lnTo>
                  <a:pt x="11038" y="19843"/>
                </a:lnTo>
                <a:lnTo>
                  <a:pt x="7632" y="18959"/>
                </a:lnTo>
                <a:lnTo>
                  <a:pt x="4268" y="17843"/>
                </a:lnTo>
                <a:lnTo>
                  <a:pt x="930" y="16433"/>
                </a:lnTo>
                <a:lnTo>
                  <a:pt x="310" y="12433"/>
                </a:lnTo>
                <a:lnTo>
                  <a:pt x="0" y="9627"/>
                </a:lnTo>
                <a:lnTo>
                  <a:pt x="0" y="7271"/>
                </a:lnTo>
                <a:lnTo>
                  <a:pt x="310" y="4620"/>
                </a:lnTo>
                <a:lnTo>
                  <a:pt x="930" y="930"/>
                </a:lnTo>
                <a:close/>
              </a:path>
            </a:pathLst>
          </a:custGeom>
          <a:solidFill>
            <a:srgbClr val="C9CF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3" name="contour_16331"/>
          <p:cNvSpPr/>
          <p:nvPr/>
        </p:nvSpPr>
        <p:spPr>
          <a:xfrm>
            <a:off x="7939709" y="4875666"/>
            <a:ext cx="51016" cy="275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125" y="3392"/>
                </a:lnTo>
                <a:lnTo>
                  <a:pt x="19739" y="6796"/>
                </a:lnTo>
                <a:lnTo>
                  <a:pt x="20353" y="10212"/>
                </a:lnTo>
                <a:lnTo>
                  <a:pt x="20974" y="13656"/>
                </a:lnTo>
                <a:lnTo>
                  <a:pt x="21600" y="17134"/>
                </a:lnTo>
                <a:lnTo>
                  <a:pt x="19175" y="18973"/>
                </a:lnTo>
                <a:lnTo>
                  <a:pt x="16931" y="20298"/>
                </a:lnTo>
                <a:lnTo>
                  <a:pt x="14821" y="21155"/>
                </a:lnTo>
                <a:lnTo>
                  <a:pt x="12803" y="21577"/>
                </a:lnTo>
                <a:lnTo>
                  <a:pt x="10825" y="21600"/>
                </a:lnTo>
                <a:lnTo>
                  <a:pt x="8847" y="21269"/>
                </a:lnTo>
                <a:lnTo>
                  <a:pt x="6823" y="20618"/>
                </a:lnTo>
                <a:lnTo>
                  <a:pt x="4703" y="19681"/>
                </a:lnTo>
                <a:lnTo>
                  <a:pt x="2444" y="18510"/>
                </a:lnTo>
                <a:lnTo>
                  <a:pt x="0" y="17134"/>
                </a:lnTo>
                <a:lnTo>
                  <a:pt x="639" y="13867"/>
                </a:lnTo>
                <a:lnTo>
                  <a:pt x="1173" y="11588"/>
                </a:lnTo>
                <a:lnTo>
                  <a:pt x="1892" y="9229"/>
                </a:lnTo>
                <a:lnTo>
                  <a:pt x="3086" y="5711"/>
                </a:lnTo>
                <a:lnTo>
                  <a:pt x="5277" y="4323"/>
                </a:lnTo>
                <a:lnTo>
                  <a:pt x="6832" y="3490"/>
                </a:lnTo>
                <a:lnTo>
                  <a:pt x="8489" y="2873"/>
                </a:lnTo>
                <a:lnTo>
                  <a:pt x="10991" y="2142"/>
                </a:lnTo>
                <a:lnTo>
                  <a:pt x="12050" y="1822"/>
                </a:lnTo>
                <a:lnTo>
                  <a:pt x="15247" y="845"/>
                </a:lnTo>
                <a:lnTo>
                  <a:pt x="16870" y="423"/>
                </a:lnTo>
                <a:lnTo>
                  <a:pt x="18514" y="0"/>
                </a:lnTo>
                <a:close/>
              </a:path>
            </a:pathLst>
          </a:custGeom>
          <a:solidFill>
            <a:srgbClr val="B4B7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4" name="contour_16332"/>
          <p:cNvSpPr/>
          <p:nvPr/>
        </p:nvSpPr>
        <p:spPr>
          <a:xfrm>
            <a:off x="10731010" y="4874682"/>
            <a:ext cx="43728" cy="4471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475"/>
                </a:moveTo>
                <a:lnTo>
                  <a:pt x="2570" y="158"/>
                </a:lnTo>
                <a:lnTo>
                  <a:pt x="4417" y="0"/>
                </a:lnTo>
                <a:lnTo>
                  <a:pt x="6059" y="0"/>
                </a:lnTo>
                <a:lnTo>
                  <a:pt x="8014" y="158"/>
                </a:lnTo>
                <a:lnTo>
                  <a:pt x="10800" y="475"/>
                </a:lnTo>
                <a:lnTo>
                  <a:pt x="11801" y="2884"/>
                </a:lnTo>
                <a:lnTo>
                  <a:pt x="12488" y="4637"/>
                </a:lnTo>
                <a:lnTo>
                  <a:pt x="13036" y="6242"/>
                </a:lnTo>
                <a:lnTo>
                  <a:pt x="13615" y="8207"/>
                </a:lnTo>
                <a:lnTo>
                  <a:pt x="14400" y="11038"/>
                </a:lnTo>
                <a:lnTo>
                  <a:pt x="16664" y="13499"/>
                </a:lnTo>
                <a:lnTo>
                  <a:pt x="18166" y="15055"/>
                </a:lnTo>
                <a:lnTo>
                  <a:pt x="19588" y="16361"/>
                </a:lnTo>
                <a:lnTo>
                  <a:pt x="21600" y="18079"/>
                </a:lnTo>
                <a:lnTo>
                  <a:pt x="19138" y="19164"/>
                </a:lnTo>
                <a:lnTo>
                  <a:pt x="17345" y="19889"/>
                </a:lnTo>
                <a:lnTo>
                  <a:pt x="15703" y="20424"/>
                </a:lnTo>
                <a:lnTo>
                  <a:pt x="13694" y="20938"/>
                </a:lnTo>
                <a:lnTo>
                  <a:pt x="10800" y="21600"/>
                </a:lnTo>
                <a:lnTo>
                  <a:pt x="8158" y="20005"/>
                </a:lnTo>
                <a:lnTo>
                  <a:pt x="6523" y="18741"/>
                </a:lnTo>
                <a:lnTo>
                  <a:pt x="5231" y="17143"/>
                </a:lnTo>
                <a:lnTo>
                  <a:pt x="3600" y="14558"/>
                </a:lnTo>
                <a:lnTo>
                  <a:pt x="4277" y="11728"/>
                </a:lnTo>
                <a:lnTo>
                  <a:pt x="4802" y="9763"/>
                </a:lnTo>
                <a:lnTo>
                  <a:pt x="5350" y="8158"/>
                </a:lnTo>
                <a:lnTo>
                  <a:pt x="6091" y="6404"/>
                </a:lnTo>
                <a:lnTo>
                  <a:pt x="7200" y="3996"/>
                </a:lnTo>
                <a:lnTo>
                  <a:pt x="5418" y="3123"/>
                </a:lnTo>
                <a:lnTo>
                  <a:pt x="3625" y="2250"/>
                </a:lnTo>
                <a:lnTo>
                  <a:pt x="1825" y="1366"/>
                </a:lnTo>
                <a:lnTo>
                  <a:pt x="0" y="475"/>
                </a:lnTo>
                <a:close/>
              </a:path>
            </a:pathLst>
          </a:custGeom>
          <a:solidFill>
            <a:srgbClr val="8889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5" name="contour_16333"/>
          <p:cNvSpPr/>
          <p:nvPr/>
        </p:nvSpPr>
        <p:spPr>
          <a:xfrm>
            <a:off x="2247788" y="4868896"/>
            <a:ext cx="58304" cy="213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642" y="1032"/>
                </a:moveTo>
                <a:lnTo>
                  <a:pt x="13389" y="2935"/>
                </a:lnTo>
                <a:lnTo>
                  <a:pt x="15090" y="4882"/>
                </a:lnTo>
                <a:lnTo>
                  <a:pt x="16753" y="6932"/>
                </a:lnTo>
                <a:lnTo>
                  <a:pt x="18387" y="9130"/>
                </a:lnTo>
                <a:lnTo>
                  <a:pt x="20002" y="11549"/>
                </a:lnTo>
                <a:lnTo>
                  <a:pt x="21600" y="14225"/>
                </a:lnTo>
                <a:lnTo>
                  <a:pt x="21600" y="17883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7" y="21600"/>
                </a:lnTo>
                <a:lnTo>
                  <a:pt x="12676" y="21600"/>
                </a:lnTo>
                <a:lnTo>
                  <a:pt x="10884" y="21600"/>
                </a:lnTo>
                <a:lnTo>
                  <a:pt x="9086" y="21600"/>
                </a:lnTo>
                <a:lnTo>
                  <a:pt x="7282" y="21600"/>
                </a:lnTo>
                <a:lnTo>
                  <a:pt x="5473" y="21600"/>
                </a:lnTo>
                <a:lnTo>
                  <a:pt x="3656" y="21600"/>
                </a:lnTo>
                <a:lnTo>
                  <a:pt x="1833" y="21600"/>
                </a:lnTo>
                <a:lnTo>
                  <a:pt x="0" y="21600"/>
                </a:lnTo>
                <a:lnTo>
                  <a:pt x="2041" y="14019"/>
                </a:lnTo>
                <a:lnTo>
                  <a:pt x="3642" y="8355"/>
                </a:lnTo>
                <a:lnTo>
                  <a:pt x="4938" y="4358"/>
                </a:lnTo>
                <a:lnTo>
                  <a:pt x="6067" y="1792"/>
                </a:lnTo>
                <a:lnTo>
                  <a:pt x="7166" y="420"/>
                </a:lnTo>
                <a:lnTo>
                  <a:pt x="8370" y="0"/>
                </a:lnTo>
                <a:lnTo>
                  <a:pt x="9817" y="280"/>
                </a:lnTo>
                <a:lnTo>
                  <a:pt x="11642" y="1032"/>
                </a:lnTo>
                <a:close/>
              </a:path>
            </a:pathLst>
          </a:custGeom>
          <a:solidFill>
            <a:srgbClr val="E7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6" name="contour_16334"/>
          <p:cNvSpPr/>
          <p:nvPr/>
        </p:nvSpPr>
        <p:spPr>
          <a:xfrm>
            <a:off x="7894531" y="4839226"/>
            <a:ext cx="2331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44" y="0"/>
                </a:moveTo>
                <a:lnTo>
                  <a:pt x="2600" y="1531"/>
                </a:lnTo>
                <a:lnTo>
                  <a:pt x="3876" y="3086"/>
                </a:lnTo>
                <a:lnTo>
                  <a:pt x="5969" y="4616"/>
                </a:lnTo>
                <a:lnTo>
                  <a:pt x="8096" y="6171"/>
                </a:lnTo>
                <a:lnTo>
                  <a:pt x="12559" y="6171"/>
                </a:lnTo>
                <a:lnTo>
                  <a:pt x="17049" y="6171"/>
                </a:lnTo>
                <a:lnTo>
                  <a:pt x="21600" y="6171"/>
                </a:lnTo>
                <a:lnTo>
                  <a:pt x="21600" y="8353"/>
                </a:lnTo>
                <a:lnTo>
                  <a:pt x="21600" y="10538"/>
                </a:lnTo>
                <a:lnTo>
                  <a:pt x="21600" y="12729"/>
                </a:lnTo>
                <a:lnTo>
                  <a:pt x="21600" y="14929"/>
                </a:lnTo>
                <a:lnTo>
                  <a:pt x="21600" y="17138"/>
                </a:lnTo>
                <a:lnTo>
                  <a:pt x="21600" y="19360"/>
                </a:lnTo>
                <a:lnTo>
                  <a:pt x="21600" y="21600"/>
                </a:lnTo>
                <a:lnTo>
                  <a:pt x="15152" y="19135"/>
                </a:lnTo>
                <a:lnTo>
                  <a:pt x="10277" y="17218"/>
                </a:lnTo>
                <a:lnTo>
                  <a:pt x="6732" y="15706"/>
                </a:lnTo>
                <a:lnTo>
                  <a:pt x="4254" y="14444"/>
                </a:lnTo>
                <a:lnTo>
                  <a:pt x="2600" y="13290"/>
                </a:lnTo>
                <a:lnTo>
                  <a:pt x="1506" y="12093"/>
                </a:lnTo>
                <a:lnTo>
                  <a:pt x="722" y="10704"/>
                </a:lnTo>
                <a:lnTo>
                  <a:pt x="0" y="8979"/>
                </a:lnTo>
                <a:lnTo>
                  <a:pt x="47" y="7282"/>
                </a:lnTo>
                <a:lnTo>
                  <a:pt x="142" y="5965"/>
                </a:lnTo>
                <a:lnTo>
                  <a:pt x="344" y="4601"/>
                </a:lnTo>
                <a:lnTo>
                  <a:pt x="722" y="2756"/>
                </a:lnTo>
                <a:lnTo>
                  <a:pt x="1344" y="0"/>
                </a:lnTo>
                <a:close/>
              </a:path>
            </a:pathLst>
          </a:custGeom>
          <a:solidFill>
            <a:srgbClr val="B2B7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7" name="contour_16335"/>
          <p:cNvSpPr/>
          <p:nvPr/>
        </p:nvSpPr>
        <p:spPr>
          <a:xfrm>
            <a:off x="3858434" y="486109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63" y="467"/>
                </a:lnTo>
                <a:lnTo>
                  <a:pt x="19453" y="1076"/>
                </a:lnTo>
                <a:lnTo>
                  <a:pt x="17155" y="2225"/>
                </a:lnTo>
                <a:lnTo>
                  <a:pt x="12960" y="4320"/>
                </a:lnTo>
                <a:lnTo>
                  <a:pt x="12960" y="7176"/>
                </a:lnTo>
                <a:lnTo>
                  <a:pt x="12960" y="10048"/>
                </a:lnTo>
                <a:lnTo>
                  <a:pt x="12960" y="12960"/>
                </a:lnTo>
                <a:lnTo>
                  <a:pt x="10104" y="12960"/>
                </a:lnTo>
                <a:lnTo>
                  <a:pt x="7232" y="12960"/>
                </a:lnTo>
                <a:lnTo>
                  <a:pt x="4320" y="12960"/>
                </a:lnTo>
                <a:lnTo>
                  <a:pt x="3249" y="15098"/>
                </a:lnTo>
                <a:lnTo>
                  <a:pt x="2177" y="17245"/>
                </a:lnTo>
                <a:lnTo>
                  <a:pt x="1093" y="1941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A394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8" name="contour_16336"/>
          <p:cNvSpPr/>
          <p:nvPr/>
        </p:nvSpPr>
        <p:spPr>
          <a:xfrm>
            <a:off x="5592976" y="485380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537" y="5448"/>
                </a:lnTo>
                <a:lnTo>
                  <a:pt x="19669" y="9590"/>
                </a:lnTo>
                <a:lnTo>
                  <a:pt x="18887" y="12671"/>
                </a:lnTo>
                <a:lnTo>
                  <a:pt x="18096" y="14926"/>
                </a:lnTo>
                <a:lnTo>
                  <a:pt x="17185" y="16597"/>
                </a:lnTo>
                <a:lnTo>
                  <a:pt x="16049" y="17928"/>
                </a:lnTo>
                <a:lnTo>
                  <a:pt x="14584" y="19155"/>
                </a:lnTo>
                <a:lnTo>
                  <a:pt x="12692" y="20520"/>
                </a:lnTo>
                <a:lnTo>
                  <a:pt x="10679" y="21056"/>
                </a:lnTo>
                <a:lnTo>
                  <a:pt x="8640" y="21600"/>
                </a:lnTo>
                <a:lnTo>
                  <a:pt x="8640" y="19034"/>
                </a:lnTo>
                <a:lnTo>
                  <a:pt x="8640" y="16459"/>
                </a:lnTo>
                <a:lnTo>
                  <a:pt x="8640" y="13876"/>
                </a:lnTo>
                <a:lnTo>
                  <a:pt x="8640" y="11271"/>
                </a:lnTo>
                <a:lnTo>
                  <a:pt x="8640" y="8640"/>
                </a:lnTo>
                <a:lnTo>
                  <a:pt x="5784" y="8640"/>
                </a:lnTo>
                <a:lnTo>
                  <a:pt x="2912" y="864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EA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39" name="contour_16337"/>
          <p:cNvSpPr/>
          <p:nvPr/>
        </p:nvSpPr>
        <p:spPr>
          <a:xfrm>
            <a:off x="4026058" y="483922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462" y="2138"/>
                </a:lnTo>
                <a:lnTo>
                  <a:pt x="17323" y="4277"/>
                </a:lnTo>
                <a:lnTo>
                  <a:pt x="15180" y="6420"/>
                </a:lnTo>
                <a:lnTo>
                  <a:pt x="13033" y="8567"/>
                </a:lnTo>
                <a:lnTo>
                  <a:pt x="10882" y="10718"/>
                </a:lnTo>
                <a:lnTo>
                  <a:pt x="8722" y="12878"/>
                </a:lnTo>
                <a:lnTo>
                  <a:pt x="6558" y="15042"/>
                </a:lnTo>
                <a:lnTo>
                  <a:pt x="4380" y="17220"/>
                </a:lnTo>
                <a:lnTo>
                  <a:pt x="2199" y="1940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F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0" name="contour_16338"/>
          <p:cNvSpPr/>
          <p:nvPr/>
        </p:nvSpPr>
        <p:spPr>
          <a:xfrm>
            <a:off x="10818466" y="483193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290"/>
                </a:lnTo>
                <a:lnTo>
                  <a:pt x="11275" y="4585"/>
                </a:lnTo>
                <a:lnTo>
                  <a:pt x="13320" y="6885"/>
                </a:lnTo>
                <a:lnTo>
                  <a:pt x="15372" y="9196"/>
                </a:lnTo>
                <a:lnTo>
                  <a:pt x="17435" y="11513"/>
                </a:lnTo>
                <a:lnTo>
                  <a:pt x="19508" y="13851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1019" y="18544"/>
                </a:lnTo>
                <a:lnTo>
                  <a:pt x="2038" y="15487"/>
                </a:lnTo>
                <a:lnTo>
                  <a:pt x="3060" y="12420"/>
                </a:lnTo>
                <a:lnTo>
                  <a:pt x="4086" y="9342"/>
                </a:lnTo>
                <a:lnTo>
                  <a:pt x="5119" y="6248"/>
                </a:lnTo>
                <a:lnTo>
                  <a:pt x="6156" y="3137"/>
                </a:lnTo>
                <a:lnTo>
                  <a:pt x="7200" y="0"/>
                </a:lnTo>
                <a:close/>
              </a:path>
            </a:pathLst>
          </a:custGeom>
          <a:solidFill>
            <a:srgbClr val="F6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1" name="contour_16339"/>
          <p:cNvSpPr/>
          <p:nvPr/>
        </p:nvSpPr>
        <p:spPr>
          <a:xfrm>
            <a:off x="8368440" y="4817362"/>
            <a:ext cx="2438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7" y="0"/>
                </a:moveTo>
                <a:lnTo>
                  <a:pt x="5920" y="353"/>
                </a:lnTo>
                <a:lnTo>
                  <a:pt x="9328" y="716"/>
                </a:lnTo>
                <a:lnTo>
                  <a:pt x="12272" y="1264"/>
                </a:lnTo>
                <a:lnTo>
                  <a:pt x="15680" y="2167"/>
                </a:lnTo>
                <a:lnTo>
                  <a:pt x="20483" y="3600"/>
                </a:lnTo>
                <a:lnTo>
                  <a:pt x="21122" y="6188"/>
                </a:lnTo>
                <a:lnTo>
                  <a:pt x="21477" y="8755"/>
                </a:lnTo>
                <a:lnTo>
                  <a:pt x="21600" y="11311"/>
                </a:lnTo>
                <a:lnTo>
                  <a:pt x="21523" y="13864"/>
                </a:lnTo>
                <a:lnTo>
                  <a:pt x="21284" y="16423"/>
                </a:lnTo>
                <a:lnTo>
                  <a:pt x="20922" y="18997"/>
                </a:lnTo>
                <a:lnTo>
                  <a:pt x="20483" y="21600"/>
                </a:lnTo>
                <a:lnTo>
                  <a:pt x="15680" y="21247"/>
                </a:lnTo>
                <a:lnTo>
                  <a:pt x="12272" y="20884"/>
                </a:lnTo>
                <a:lnTo>
                  <a:pt x="9328" y="20336"/>
                </a:lnTo>
                <a:lnTo>
                  <a:pt x="5920" y="19433"/>
                </a:lnTo>
                <a:lnTo>
                  <a:pt x="1117" y="18000"/>
                </a:lnTo>
                <a:lnTo>
                  <a:pt x="478" y="15412"/>
                </a:lnTo>
                <a:lnTo>
                  <a:pt x="123" y="12845"/>
                </a:lnTo>
                <a:lnTo>
                  <a:pt x="0" y="10289"/>
                </a:lnTo>
                <a:lnTo>
                  <a:pt x="77" y="7736"/>
                </a:lnTo>
                <a:lnTo>
                  <a:pt x="316" y="5177"/>
                </a:lnTo>
                <a:lnTo>
                  <a:pt x="678" y="2603"/>
                </a:lnTo>
                <a:lnTo>
                  <a:pt x="1117" y="0"/>
                </a:lnTo>
                <a:close/>
              </a:path>
            </a:pathLst>
          </a:custGeom>
          <a:solidFill>
            <a:srgbClr val="E7ED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2" name="contour_16340"/>
          <p:cNvSpPr/>
          <p:nvPr/>
        </p:nvSpPr>
        <p:spPr>
          <a:xfrm>
            <a:off x="4609097" y="4810074"/>
            <a:ext cx="23081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0" y="0"/>
                </a:moveTo>
                <a:lnTo>
                  <a:pt x="10196" y="765"/>
                </a:lnTo>
                <a:lnTo>
                  <a:pt x="13586" y="1531"/>
                </a:lnTo>
                <a:lnTo>
                  <a:pt x="17003" y="2305"/>
                </a:lnTo>
                <a:lnTo>
                  <a:pt x="20461" y="3086"/>
                </a:lnTo>
                <a:lnTo>
                  <a:pt x="21109" y="5249"/>
                </a:lnTo>
                <a:lnTo>
                  <a:pt x="21470" y="6823"/>
                </a:lnTo>
                <a:lnTo>
                  <a:pt x="21600" y="8260"/>
                </a:lnTo>
                <a:lnTo>
                  <a:pt x="21539" y="10013"/>
                </a:lnTo>
                <a:lnTo>
                  <a:pt x="21314" y="12534"/>
                </a:lnTo>
                <a:lnTo>
                  <a:pt x="21191" y="14228"/>
                </a:lnTo>
                <a:lnTo>
                  <a:pt x="21068" y="15932"/>
                </a:lnTo>
                <a:lnTo>
                  <a:pt x="20938" y="17660"/>
                </a:lnTo>
                <a:lnTo>
                  <a:pt x="20700" y="19616"/>
                </a:lnTo>
                <a:lnTo>
                  <a:pt x="20461" y="21600"/>
                </a:lnTo>
                <a:lnTo>
                  <a:pt x="16410" y="20989"/>
                </a:lnTo>
                <a:lnTo>
                  <a:pt x="12345" y="20375"/>
                </a:lnTo>
                <a:lnTo>
                  <a:pt x="8266" y="19761"/>
                </a:lnTo>
                <a:lnTo>
                  <a:pt x="4154" y="19141"/>
                </a:lnTo>
                <a:lnTo>
                  <a:pt x="0" y="18514"/>
                </a:lnTo>
                <a:lnTo>
                  <a:pt x="750" y="16478"/>
                </a:lnTo>
                <a:lnTo>
                  <a:pt x="1500" y="14438"/>
                </a:lnTo>
                <a:lnTo>
                  <a:pt x="2251" y="12398"/>
                </a:lnTo>
                <a:lnTo>
                  <a:pt x="3008" y="10353"/>
                </a:lnTo>
                <a:lnTo>
                  <a:pt x="3765" y="8301"/>
                </a:lnTo>
                <a:lnTo>
                  <a:pt x="4522" y="6239"/>
                </a:lnTo>
                <a:lnTo>
                  <a:pt x="5286" y="4172"/>
                </a:lnTo>
                <a:lnTo>
                  <a:pt x="6050" y="2092"/>
                </a:lnTo>
                <a:lnTo>
                  <a:pt x="6820" y="0"/>
                </a:lnTo>
                <a:close/>
              </a:path>
            </a:pathLst>
          </a:custGeom>
          <a:solidFill>
            <a:srgbClr val="D6A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3" name="contour_16341"/>
          <p:cNvSpPr/>
          <p:nvPr/>
        </p:nvSpPr>
        <p:spPr>
          <a:xfrm>
            <a:off x="10060515" y="4816182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07"/>
                </a:moveTo>
                <a:lnTo>
                  <a:pt x="6156" y="342"/>
                </a:lnTo>
                <a:lnTo>
                  <a:pt x="7970" y="0"/>
                </a:lnTo>
                <a:lnTo>
                  <a:pt x="9904" y="0"/>
                </a:lnTo>
                <a:lnTo>
                  <a:pt x="12823" y="253"/>
                </a:lnTo>
                <a:lnTo>
                  <a:pt x="14058" y="348"/>
                </a:lnTo>
                <a:lnTo>
                  <a:pt x="17788" y="628"/>
                </a:lnTo>
                <a:lnTo>
                  <a:pt x="19681" y="868"/>
                </a:lnTo>
                <a:lnTo>
                  <a:pt x="21600" y="1107"/>
                </a:lnTo>
                <a:lnTo>
                  <a:pt x="20887" y="5164"/>
                </a:lnTo>
                <a:lnTo>
                  <a:pt x="20171" y="9236"/>
                </a:lnTo>
                <a:lnTo>
                  <a:pt x="19454" y="13321"/>
                </a:lnTo>
                <a:lnTo>
                  <a:pt x="18731" y="17440"/>
                </a:lnTo>
                <a:lnTo>
                  <a:pt x="18000" y="21600"/>
                </a:lnTo>
                <a:lnTo>
                  <a:pt x="15772" y="20753"/>
                </a:lnTo>
                <a:lnTo>
                  <a:pt x="13543" y="19906"/>
                </a:lnTo>
                <a:lnTo>
                  <a:pt x="11308" y="19059"/>
                </a:lnTo>
                <a:lnTo>
                  <a:pt x="9068" y="18212"/>
                </a:lnTo>
                <a:lnTo>
                  <a:pt x="6818" y="17358"/>
                </a:lnTo>
                <a:lnTo>
                  <a:pt x="4558" y="16497"/>
                </a:lnTo>
                <a:lnTo>
                  <a:pt x="2286" y="15636"/>
                </a:lnTo>
                <a:lnTo>
                  <a:pt x="0" y="14769"/>
                </a:lnTo>
                <a:lnTo>
                  <a:pt x="893" y="11387"/>
                </a:lnTo>
                <a:lnTo>
                  <a:pt x="1786" y="7992"/>
                </a:lnTo>
                <a:lnTo>
                  <a:pt x="2689" y="4570"/>
                </a:lnTo>
                <a:lnTo>
                  <a:pt x="3600" y="1107"/>
                </a:lnTo>
                <a:close/>
              </a:path>
            </a:pathLst>
          </a:custGeom>
          <a:solidFill>
            <a:srgbClr val="F2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4" name="contour_16342"/>
          <p:cNvSpPr/>
          <p:nvPr/>
        </p:nvSpPr>
        <p:spPr>
          <a:xfrm>
            <a:off x="4055210" y="4824650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37"/>
                </a:lnTo>
                <a:lnTo>
                  <a:pt x="7967" y="461"/>
                </a:lnTo>
                <a:lnTo>
                  <a:pt x="9904" y="1231"/>
                </a:lnTo>
                <a:lnTo>
                  <a:pt x="12823" y="2700"/>
                </a:lnTo>
                <a:lnTo>
                  <a:pt x="15289" y="3902"/>
                </a:lnTo>
                <a:lnTo>
                  <a:pt x="17788" y="5119"/>
                </a:lnTo>
                <a:lnTo>
                  <a:pt x="19681" y="6149"/>
                </a:lnTo>
                <a:lnTo>
                  <a:pt x="21600" y="7200"/>
                </a:lnTo>
                <a:lnTo>
                  <a:pt x="19969" y="11729"/>
                </a:lnTo>
                <a:lnTo>
                  <a:pt x="18677" y="14738"/>
                </a:lnTo>
                <a:lnTo>
                  <a:pt x="17042" y="17575"/>
                </a:lnTo>
                <a:lnTo>
                  <a:pt x="14400" y="21600"/>
                </a:lnTo>
                <a:lnTo>
                  <a:pt x="11876" y="20981"/>
                </a:lnTo>
                <a:lnTo>
                  <a:pt x="9468" y="20066"/>
                </a:lnTo>
                <a:lnTo>
                  <a:pt x="7128" y="18907"/>
                </a:lnTo>
                <a:lnTo>
                  <a:pt x="4806" y="17546"/>
                </a:lnTo>
                <a:lnTo>
                  <a:pt x="2444" y="16027"/>
                </a:lnTo>
                <a:lnTo>
                  <a:pt x="0" y="14400"/>
                </a:lnTo>
                <a:lnTo>
                  <a:pt x="745" y="10030"/>
                </a:lnTo>
                <a:lnTo>
                  <a:pt x="1368" y="7078"/>
                </a:lnTo>
                <a:lnTo>
                  <a:pt x="2207" y="4183"/>
                </a:lnTo>
                <a:lnTo>
                  <a:pt x="3600" y="0"/>
                </a:lnTo>
                <a:close/>
              </a:path>
            </a:pathLst>
          </a:custGeom>
          <a:solidFill>
            <a:srgbClr val="E9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5" name="contour_16343"/>
          <p:cNvSpPr/>
          <p:nvPr/>
        </p:nvSpPr>
        <p:spPr>
          <a:xfrm>
            <a:off x="7422262" y="479549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9" y="920"/>
                </a:lnTo>
                <a:lnTo>
                  <a:pt x="5413" y="1858"/>
                </a:lnTo>
                <a:lnTo>
                  <a:pt x="8109" y="2812"/>
                </a:lnTo>
                <a:lnTo>
                  <a:pt x="10800" y="3780"/>
                </a:lnTo>
                <a:lnTo>
                  <a:pt x="11694" y="4091"/>
                </a:lnTo>
                <a:lnTo>
                  <a:pt x="13267" y="4644"/>
                </a:lnTo>
                <a:lnTo>
                  <a:pt x="16874" y="5905"/>
                </a:lnTo>
                <a:lnTo>
                  <a:pt x="19220" y="726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8809" y="18433"/>
                </a:lnTo>
                <a:lnTo>
                  <a:pt x="16001" y="19315"/>
                </a:lnTo>
                <a:lnTo>
                  <a:pt x="13159" y="19997"/>
                </a:lnTo>
                <a:lnTo>
                  <a:pt x="10269" y="20559"/>
                </a:lnTo>
                <a:lnTo>
                  <a:pt x="7327" y="21069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3C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6" name="contour_16344"/>
          <p:cNvSpPr/>
          <p:nvPr/>
        </p:nvSpPr>
        <p:spPr>
          <a:xfrm>
            <a:off x="7334806" y="4810074"/>
            <a:ext cx="43728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38"/>
                </a:lnTo>
                <a:lnTo>
                  <a:pt x="2084" y="656"/>
                </a:lnTo>
                <a:lnTo>
                  <a:pt x="3175" y="994"/>
                </a:lnTo>
                <a:lnTo>
                  <a:pt x="4536" y="1420"/>
                </a:lnTo>
                <a:lnTo>
                  <a:pt x="6343" y="1988"/>
                </a:lnTo>
                <a:lnTo>
                  <a:pt x="8777" y="2745"/>
                </a:lnTo>
                <a:lnTo>
                  <a:pt x="12010" y="3759"/>
                </a:lnTo>
                <a:lnTo>
                  <a:pt x="16225" y="5077"/>
                </a:lnTo>
                <a:lnTo>
                  <a:pt x="21600" y="6761"/>
                </a:lnTo>
                <a:lnTo>
                  <a:pt x="18547" y="12460"/>
                </a:lnTo>
                <a:lnTo>
                  <a:pt x="16391" y="16327"/>
                </a:lnTo>
                <a:lnTo>
                  <a:pt x="14818" y="18754"/>
                </a:lnTo>
                <a:lnTo>
                  <a:pt x="13525" y="20174"/>
                </a:lnTo>
                <a:lnTo>
                  <a:pt x="12204" y="20985"/>
                </a:lnTo>
                <a:lnTo>
                  <a:pt x="10548" y="21600"/>
                </a:lnTo>
                <a:lnTo>
                  <a:pt x="8438" y="21336"/>
                </a:lnTo>
                <a:lnTo>
                  <a:pt x="6329" y="21073"/>
                </a:lnTo>
                <a:lnTo>
                  <a:pt x="4219" y="20809"/>
                </a:lnTo>
                <a:lnTo>
                  <a:pt x="2110" y="20545"/>
                </a:lnTo>
                <a:lnTo>
                  <a:pt x="0" y="20282"/>
                </a:lnTo>
                <a:lnTo>
                  <a:pt x="0" y="16266"/>
                </a:lnTo>
                <a:lnTo>
                  <a:pt x="0" y="12237"/>
                </a:lnTo>
                <a:lnTo>
                  <a:pt x="0" y="8194"/>
                </a:lnTo>
                <a:lnTo>
                  <a:pt x="0" y="4117"/>
                </a:lnTo>
                <a:lnTo>
                  <a:pt x="0" y="0"/>
                </a:lnTo>
                <a:close/>
              </a:path>
            </a:pathLst>
          </a:custGeom>
          <a:solidFill>
            <a:srgbClr val="2320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7" name="contour_16345"/>
          <p:cNvSpPr/>
          <p:nvPr/>
        </p:nvSpPr>
        <p:spPr>
          <a:xfrm>
            <a:off x="10723722" y="478821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10027" y="1345"/>
                </a:lnTo>
                <a:lnTo>
                  <a:pt x="13958" y="2311"/>
                </a:lnTo>
                <a:lnTo>
                  <a:pt x="16606" y="3046"/>
                </a:lnTo>
                <a:lnTo>
                  <a:pt x="18442" y="3710"/>
                </a:lnTo>
                <a:lnTo>
                  <a:pt x="19945" y="444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775" y="17512"/>
                </a:lnTo>
                <a:lnTo>
                  <a:pt x="16705" y="18301"/>
                </a:lnTo>
                <a:lnTo>
                  <a:pt x="14386" y="18884"/>
                </a:lnTo>
                <a:lnTo>
                  <a:pt x="10800" y="19575"/>
                </a:lnTo>
                <a:lnTo>
                  <a:pt x="7785" y="20185"/>
                </a:lnTo>
                <a:lnTo>
                  <a:pt x="4726" y="20801"/>
                </a:lnTo>
                <a:lnTo>
                  <a:pt x="2380" y="212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ADB0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8" name="contour_16346"/>
          <p:cNvSpPr/>
          <p:nvPr/>
        </p:nvSpPr>
        <p:spPr>
          <a:xfrm>
            <a:off x="10257291" y="478821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444" y="2711"/>
                </a:lnTo>
                <a:lnTo>
                  <a:pt x="19273" y="5416"/>
                </a:lnTo>
                <a:lnTo>
                  <a:pt x="18079" y="8111"/>
                </a:lnTo>
                <a:lnTo>
                  <a:pt x="16875" y="10800"/>
                </a:lnTo>
                <a:lnTo>
                  <a:pt x="15557" y="13813"/>
                </a:lnTo>
                <a:lnTo>
                  <a:pt x="14218" y="16875"/>
                </a:lnTo>
                <a:lnTo>
                  <a:pt x="12523" y="1921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8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49" name="contour_16347"/>
          <p:cNvSpPr/>
          <p:nvPr/>
        </p:nvSpPr>
        <p:spPr>
          <a:xfrm>
            <a:off x="7786662" y="478821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683"/>
                </a:lnTo>
                <a:lnTo>
                  <a:pt x="6626" y="1248"/>
                </a:lnTo>
                <a:lnTo>
                  <a:pt x="9088" y="1905"/>
                </a:lnTo>
                <a:lnTo>
                  <a:pt x="12020" y="2860"/>
                </a:lnTo>
                <a:lnTo>
                  <a:pt x="16200" y="4320"/>
                </a:lnTo>
                <a:lnTo>
                  <a:pt x="18025" y="7664"/>
                </a:lnTo>
                <a:lnTo>
                  <a:pt x="19219" y="10009"/>
                </a:lnTo>
                <a:lnTo>
                  <a:pt x="20039" y="11979"/>
                </a:lnTo>
                <a:lnTo>
                  <a:pt x="20747" y="14196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A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0" name="contour_16348"/>
          <p:cNvSpPr/>
          <p:nvPr/>
        </p:nvSpPr>
        <p:spPr>
          <a:xfrm>
            <a:off x="5294169" y="479549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626"/>
                </a:lnTo>
                <a:lnTo>
                  <a:pt x="8104" y="1296"/>
                </a:lnTo>
                <a:lnTo>
                  <a:pt x="10354" y="1987"/>
                </a:lnTo>
                <a:lnTo>
                  <a:pt x="12600" y="2700"/>
                </a:lnTo>
                <a:lnTo>
                  <a:pt x="15113" y="3456"/>
                </a:lnTo>
                <a:lnTo>
                  <a:pt x="17662" y="4219"/>
                </a:lnTo>
                <a:lnTo>
                  <a:pt x="19616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E1D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1" name="contour_16349"/>
          <p:cNvSpPr/>
          <p:nvPr/>
        </p:nvSpPr>
        <p:spPr>
          <a:xfrm>
            <a:off x="425790" y="4794077"/>
            <a:ext cx="51016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04"/>
                </a:moveTo>
                <a:lnTo>
                  <a:pt x="1811" y="844"/>
                </a:lnTo>
                <a:lnTo>
                  <a:pt x="3626" y="705"/>
                </a:lnTo>
                <a:lnTo>
                  <a:pt x="5437" y="577"/>
                </a:lnTo>
                <a:lnTo>
                  <a:pt x="7251" y="463"/>
                </a:lnTo>
                <a:lnTo>
                  <a:pt x="9066" y="360"/>
                </a:lnTo>
                <a:lnTo>
                  <a:pt x="10751" y="242"/>
                </a:lnTo>
                <a:lnTo>
                  <a:pt x="12445" y="124"/>
                </a:lnTo>
                <a:lnTo>
                  <a:pt x="14163" y="0"/>
                </a:lnTo>
                <a:lnTo>
                  <a:pt x="16715" y="654"/>
                </a:lnTo>
                <a:lnTo>
                  <a:pt x="18261" y="1483"/>
                </a:lnTo>
                <a:lnTo>
                  <a:pt x="19421" y="3028"/>
                </a:lnTo>
                <a:lnTo>
                  <a:pt x="20829" y="5834"/>
                </a:lnTo>
                <a:lnTo>
                  <a:pt x="21211" y="8547"/>
                </a:lnTo>
                <a:lnTo>
                  <a:pt x="21600" y="11302"/>
                </a:lnTo>
                <a:lnTo>
                  <a:pt x="19875" y="14721"/>
                </a:lnTo>
                <a:lnTo>
                  <a:pt x="18659" y="16935"/>
                </a:lnTo>
                <a:lnTo>
                  <a:pt x="17369" y="18907"/>
                </a:lnTo>
                <a:lnTo>
                  <a:pt x="15429" y="21600"/>
                </a:lnTo>
                <a:lnTo>
                  <a:pt x="14818" y="18542"/>
                </a:lnTo>
                <a:lnTo>
                  <a:pt x="14204" y="15473"/>
                </a:lnTo>
                <a:lnTo>
                  <a:pt x="13589" y="12394"/>
                </a:lnTo>
                <a:lnTo>
                  <a:pt x="12969" y="9289"/>
                </a:lnTo>
                <a:lnTo>
                  <a:pt x="12343" y="6153"/>
                </a:lnTo>
                <a:lnTo>
                  <a:pt x="10306" y="7003"/>
                </a:lnTo>
                <a:lnTo>
                  <a:pt x="8267" y="7852"/>
                </a:lnTo>
                <a:lnTo>
                  <a:pt x="6218" y="8707"/>
                </a:lnTo>
                <a:lnTo>
                  <a:pt x="4160" y="9567"/>
                </a:lnTo>
                <a:lnTo>
                  <a:pt x="2089" y="10432"/>
                </a:lnTo>
                <a:lnTo>
                  <a:pt x="0" y="11302"/>
                </a:lnTo>
                <a:lnTo>
                  <a:pt x="0" y="7899"/>
                </a:lnTo>
                <a:lnTo>
                  <a:pt x="0" y="4474"/>
                </a:lnTo>
                <a:lnTo>
                  <a:pt x="0" y="1004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2" name="contour_16350"/>
          <p:cNvSpPr/>
          <p:nvPr/>
        </p:nvSpPr>
        <p:spPr>
          <a:xfrm>
            <a:off x="9827299" y="477363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3564"/>
                </a:lnTo>
                <a:lnTo>
                  <a:pt x="18706" y="7133"/>
                </a:lnTo>
                <a:lnTo>
                  <a:pt x="19423" y="10719"/>
                </a:lnTo>
                <a:lnTo>
                  <a:pt x="20144" y="14321"/>
                </a:lnTo>
                <a:lnTo>
                  <a:pt x="20870" y="179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83" y="17744"/>
                </a:lnTo>
                <a:lnTo>
                  <a:pt x="1248" y="14974"/>
                </a:lnTo>
                <a:lnTo>
                  <a:pt x="1905" y="12512"/>
                </a:lnTo>
                <a:lnTo>
                  <a:pt x="2860" y="9580"/>
                </a:lnTo>
                <a:lnTo>
                  <a:pt x="4320" y="5400"/>
                </a:lnTo>
                <a:lnTo>
                  <a:pt x="7664" y="3575"/>
                </a:lnTo>
                <a:lnTo>
                  <a:pt x="10009" y="2381"/>
                </a:lnTo>
                <a:lnTo>
                  <a:pt x="11979" y="1561"/>
                </a:lnTo>
                <a:lnTo>
                  <a:pt x="14196" y="853"/>
                </a:lnTo>
                <a:lnTo>
                  <a:pt x="17280" y="0"/>
                </a:lnTo>
                <a:close/>
              </a:path>
            </a:pathLst>
          </a:custGeom>
          <a:solidFill>
            <a:srgbClr val="F2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3" name="contour_16351"/>
          <p:cNvSpPr/>
          <p:nvPr/>
        </p:nvSpPr>
        <p:spPr>
          <a:xfrm>
            <a:off x="8100045" y="4765035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674" y="4268"/>
                </a:lnTo>
                <a:lnTo>
                  <a:pt x="18841" y="7632"/>
                </a:lnTo>
                <a:lnTo>
                  <a:pt x="19764" y="11038"/>
                </a:lnTo>
                <a:lnTo>
                  <a:pt x="20493" y="14495"/>
                </a:lnTo>
                <a:lnTo>
                  <a:pt x="21087" y="1800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189"/>
                </a:lnTo>
                <a:lnTo>
                  <a:pt x="0" y="14774"/>
                </a:lnTo>
                <a:lnTo>
                  <a:pt x="0" y="11343"/>
                </a:lnTo>
                <a:lnTo>
                  <a:pt x="0" y="7896"/>
                </a:lnTo>
                <a:lnTo>
                  <a:pt x="0" y="4429"/>
                </a:lnTo>
                <a:lnTo>
                  <a:pt x="0" y="930"/>
                </a:lnTo>
                <a:close/>
              </a:path>
            </a:pathLst>
          </a:custGeom>
          <a:solidFill>
            <a:srgbClr val="2929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4" name="contour_16352"/>
          <p:cNvSpPr/>
          <p:nvPr/>
        </p:nvSpPr>
        <p:spPr>
          <a:xfrm>
            <a:off x="7755906" y="4744482"/>
            <a:ext cx="3804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0" y="0"/>
                </a:moveTo>
                <a:lnTo>
                  <a:pt x="3046" y="1332"/>
                </a:lnTo>
                <a:lnTo>
                  <a:pt x="5172" y="2675"/>
                </a:lnTo>
                <a:lnTo>
                  <a:pt x="7291" y="4025"/>
                </a:lnTo>
                <a:lnTo>
                  <a:pt x="9406" y="5386"/>
                </a:lnTo>
                <a:lnTo>
                  <a:pt x="11512" y="6750"/>
                </a:lnTo>
                <a:lnTo>
                  <a:pt x="13486" y="8003"/>
                </a:lnTo>
                <a:lnTo>
                  <a:pt x="15468" y="9266"/>
                </a:lnTo>
                <a:lnTo>
                  <a:pt x="17479" y="10548"/>
                </a:lnTo>
                <a:lnTo>
                  <a:pt x="18840" y="11819"/>
                </a:lnTo>
                <a:lnTo>
                  <a:pt x="20210" y="13100"/>
                </a:lnTo>
                <a:lnTo>
                  <a:pt x="21600" y="14400"/>
                </a:lnTo>
                <a:lnTo>
                  <a:pt x="20727" y="16808"/>
                </a:lnTo>
                <a:lnTo>
                  <a:pt x="20003" y="18360"/>
                </a:lnTo>
                <a:lnTo>
                  <a:pt x="19043" y="19732"/>
                </a:lnTo>
                <a:lnTo>
                  <a:pt x="17462" y="21600"/>
                </a:lnTo>
                <a:lnTo>
                  <a:pt x="14892" y="20819"/>
                </a:lnTo>
                <a:lnTo>
                  <a:pt x="12401" y="19998"/>
                </a:lnTo>
                <a:lnTo>
                  <a:pt x="9981" y="19116"/>
                </a:lnTo>
                <a:lnTo>
                  <a:pt x="7630" y="18140"/>
                </a:lnTo>
                <a:lnTo>
                  <a:pt x="5338" y="17046"/>
                </a:lnTo>
                <a:lnTo>
                  <a:pt x="3099" y="15811"/>
                </a:lnTo>
                <a:lnTo>
                  <a:pt x="910" y="14400"/>
                </a:lnTo>
                <a:lnTo>
                  <a:pt x="302" y="11884"/>
                </a:lnTo>
                <a:lnTo>
                  <a:pt x="21" y="9547"/>
                </a:lnTo>
                <a:lnTo>
                  <a:pt x="0" y="7290"/>
                </a:lnTo>
                <a:lnTo>
                  <a:pt x="182" y="5015"/>
                </a:lnTo>
                <a:lnTo>
                  <a:pt x="505" y="2621"/>
                </a:lnTo>
                <a:lnTo>
                  <a:pt x="91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5" name="contour_16353"/>
          <p:cNvSpPr/>
          <p:nvPr/>
        </p:nvSpPr>
        <p:spPr>
          <a:xfrm>
            <a:off x="5279593" y="476634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47" y="7404"/>
                </a:lnTo>
                <a:lnTo>
                  <a:pt x="20039" y="9621"/>
                </a:lnTo>
                <a:lnTo>
                  <a:pt x="19219" y="11591"/>
                </a:lnTo>
                <a:lnTo>
                  <a:pt x="18025" y="13936"/>
                </a:lnTo>
                <a:lnTo>
                  <a:pt x="16200" y="17280"/>
                </a:lnTo>
                <a:lnTo>
                  <a:pt x="12020" y="18740"/>
                </a:lnTo>
                <a:lnTo>
                  <a:pt x="9088" y="19695"/>
                </a:lnTo>
                <a:lnTo>
                  <a:pt x="6626" y="20352"/>
                </a:lnTo>
                <a:lnTo>
                  <a:pt x="3856" y="20917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E8E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6" name="contour_16354"/>
          <p:cNvSpPr/>
          <p:nvPr/>
        </p:nvSpPr>
        <p:spPr>
          <a:xfrm>
            <a:off x="2284228" y="4751770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1782"/>
                </a:lnTo>
                <a:lnTo>
                  <a:pt x="16780" y="3568"/>
                </a:lnTo>
                <a:lnTo>
                  <a:pt x="17975" y="5360"/>
                </a:lnTo>
                <a:lnTo>
                  <a:pt x="19174" y="7160"/>
                </a:lnTo>
                <a:lnTo>
                  <a:pt x="20383" y="8971"/>
                </a:lnTo>
                <a:lnTo>
                  <a:pt x="21600" y="10800"/>
                </a:lnTo>
                <a:lnTo>
                  <a:pt x="19220" y="10800"/>
                </a:lnTo>
                <a:lnTo>
                  <a:pt x="16826" y="10800"/>
                </a:lnTo>
                <a:lnTo>
                  <a:pt x="14400" y="10800"/>
                </a:lnTo>
                <a:lnTo>
                  <a:pt x="14400" y="12938"/>
                </a:lnTo>
                <a:lnTo>
                  <a:pt x="14400" y="15084"/>
                </a:lnTo>
                <a:lnTo>
                  <a:pt x="14400" y="17237"/>
                </a:lnTo>
                <a:lnTo>
                  <a:pt x="14400" y="19408"/>
                </a:lnTo>
                <a:lnTo>
                  <a:pt x="14400" y="21600"/>
                </a:lnTo>
                <a:lnTo>
                  <a:pt x="12362" y="20581"/>
                </a:lnTo>
                <a:lnTo>
                  <a:pt x="10325" y="19562"/>
                </a:lnTo>
                <a:lnTo>
                  <a:pt x="8280" y="18540"/>
                </a:lnTo>
                <a:lnTo>
                  <a:pt x="6228" y="17514"/>
                </a:lnTo>
                <a:lnTo>
                  <a:pt x="4165" y="16481"/>
                </a:lnTo>
                <a:lnTo>
                  <a:pt x="2092" y="15444"/>
                </a:lnTo>
                <a:lnTo>
                  <a:pt x="0" y="14400"/>
                </a:lnTo>
                <a:lnTo>
                  <a:pt x="1782" y="12618"/>
                </a:lnTo>
                <a:lnTo>
                  <a:pt x="3568" y="10832"/>
                </a:lnTo>
                <a:lnTo>
                  <a:pt x="5353" y="9047"/>
                </a:lnTo>
                <a:lnTo>
                  <a:pt x="7146" y="7254"/>
                </a:lnTo>
                <a:lnTo>
                  <a:pt x="8946" y="5454"/>
                </a:lnTo>
                <a:lnTo>
                  <a:pt x="10753" y="3647"/>
                </a:lnTo>
                <a:lnTo>
                  <a:pt x="12571" y="1829"/>
                </a:lnTo>
                <a:lnTo>
                  <a:pt x="14400" y="0"/>
                </a:lnTo>
                <a:close/>
              </a:path>
            </a:pathLst>
          </a:custGeom>
          <a:solidFill>
            <a:srgbClr val="8A7A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7" name="contour_16355"/>
          <p:cNvSpPr/>
          <p:nvPr/>
        </p:nvSpPr>
        <p:spPr>
          <a:xfrm>
            <a:off x="10162547" y="4750787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0709" y="4153"/>
                </a:lnTo>
                <a:lnTo>
                  <a:pt x="19818" y="7606"/>
                </a:lnTo>
                <a:lnTo>
                  <a:pt x="18922" y="11074"/>
                </a:lnTo>
                <a:lnTo>
                  <a:pt x="18020" y="14558"/>
                </a:lnTo>
                <a:lnTo>
                  <a:pt x="17113" y="18064"/>
                </a:lnTo>
                <a:lnTo>
                  <a:pt x="16200" y="21600"/>
                </a:lnTo>
                <a:lnTo>
                  <a:pt x="12992" y="20566"/>
                </a:lnTo>
                <a:lnTo>
                  <a:pt x="9774" y="19526"/>
                </a:lnTo>
                <a:lnTo>
                  <a:pt x="6545" y="18487"/>
                </a:lnTo>
                <a:lnTo>
                  <a:pt x="3289" y="17437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BDC3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8" name="contour_16356"/>
          <p:cNvSpPr/>
          <p:nvPr/>
        </p:nvSpPr>
        <p:spPr>
          <a:xfrm>
            <a:off x="11467097" y="4744482"/>
            <a:ext cx="4471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5" y="0"/>
                </a:moveTo>
                <a:lnTo>
                  <a:pt x="21442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442" y="12020"/>
                </a:lnTo>
                <a:lnTo>
                  <a:pt x="21125" y="16200"/>
                </a:lnTo>
                <a:lnTo>
                  <a:pt x="18822" y="18349"/>
                </a:lnTo>
                <a:lnTo>
                  <a:pt x="17122" y="19705"/>
                </a:lnTo>
                <a:lnTo>
                  <a:pt x="15516" y="20525"/>
                </a:lnTo>
                <a:lnTo>
                  <a:pt x="13499" y="21071"/>
                </a:lnTo>
                <a:lnTo>
                  <a:pt x="10562" y="21600"/>
                </a:lnTo>
                <a:lnTo>
                  <a:pt x="8038" y="19440"/>
                </a:lnTo>
                <a:lnTo>
                  <a:pt x="6211" y="17825"/>
                </a:lnTo>
                <a:lnTo>
                  <a:pt x="4785" y="16454"/>
                </a:lnTo>
                <a:lnTo>
                  <a:pt x="3471" y="15023"/>
                </a:lnTo>
                <a:lnTo>
                  <a:pt x="1975" y="13241"/>
                </a:lnTo>
                <a:lnTo>
                  <a:pt x="0" y="10800"/>
                </a:lnTo>
                <a:lnTo>
                  <a:pt x="2193" y="8986"/>
                </a:lnTo>
                <a:lnTo>
                  <a:pt x="4394" y="7187"/>
                </a:lnTo>
                <a:lnTo>
                  <a:pt x="6601" y="5400"/>
                </a:lnTo>
                <a:lnTo>
                  <a:pt x="8443" y="3893"/>
                </a:lnTo>
                <a:lnTo>
                  <a:pt x="10316" y="2365"/>
                </a:lnTo>
                <a:lnTo>
                  <a:pt x="12210" y="1210"/>
                </a:lnTo>
                <a:lnTo>
                  <a:pt x="13720" y="513"/>
                </a:lnTo>
                <a:lnTo>
                  <a:pt x="15365" y="151"/>
                </a:lnTo>
                <a:lnTo>
                  <a:pt x="17657" y="22"/>
                </a:lnTo>
                <a:lnTo>
                  <a:pt x="21125" y="0"/>
                </a:lnTo>
                <a:close/>
              </a:path>
            </a:pathLst>
          </a:custGeom>
          <a:solidFill>
            <a:srgbClr val="A28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59" name="contour_16357"/>
          <p:cNvSpPr/>
          <p:nvPr/>
        </p:nvSpPr>
        <p:spPr>
          <a:xfrm>
            <a:off x="10089667" y="4737194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6430"/>
                </a:lnTo>
                <a:lnTo>
                  <a:pt x="0" y="12360"/>
                </a:lnTo>
                <a:lnTo>
                  <a:pt x="0" y="8277"/>
                </a:lnTo>
                <a:lnTo>
                  <a:pt x="0" y="4159"/>
                </a:lnTo>
                <a:lnTo>
                  <a:pt x="0" y="0"/>
                </a:lnTo>
                <a:close/>
              </a:path>
            </a:pathLst>
          </a:custGeom>
          <a:solidFill>
            <a:srgbClr val="CBD6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0" name="contour_16358"/>
          <p:cNvSpPr/>
          <p:nvPr/>
        </p:nvSpPr>
        <p:spPr>
          <a:xfrm>
            <a:off x="10133395" y="4746071"/>
            <a:ext cx="51016" cy="348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32"/>
                </a:moveTo>
                <a:lnTo>
                  <a:pt x="20832" y="3885"/>
                </a:lnTo>
                <a:lnTo>
                  <a:pt x="18514" y="4942"/>
                </a:lnTo>
                <a:lnTo>
                  <a:pt x="16984" y="6482"/>
                </a:lnTo>
                <a:lnTo>
                  <a:pt x="15429" y="8049"/>
                </a:lnTo>
                <a:lnTo>
                  <a:pt x="15243" y="11545"/>
                </a:lnTo>
                <a:lnTo>
                  <a:pt x="15151" y="13998"/>
                </a:lnTo>
                <a:lnTo>
                  <a:pt x="15151" y="16058"/>
                </a:lnTo>
                <a:lnTo>
                  <a:pt x="15243" y="18375"/>
                </a:lnTo>
                <a:lnTo>
                  <a:pt x="15429" y="21600"/>
                </a:lnTo>
                <a:lnTo>
                  <a:pt x="13389" y="21600"/>
                </a:lnTo>
                <a:lnTo>
                  <a:pt x="11337" y="21600"/>
                </a:lnTo>
                <a:lnTo>
                  <a:pt x="9257" y="21600"/>
                </a:lnTo>
                <a:lnTo>
                  <a:pt x="9448" y="19454"/>
                </a:lnTo>
                <a:lnTo>
                  <a:pt x="9643" y="17295"/>
                </a:lnTo>
                <a:lnTo>
                  <a:pt x="9837" y="15105"/>
                </a:lnTo>
                <a:lnTo>
                  <a:pt x="9646" y="12774"/>
                </a:lnTo>
                <a:lnTo>
                  <a:pt x="9452" y="10430"/>
                </a:lnTo>
                <a:lnTo>
                  <a:pt x="9257" y="8049"/>
                </a:lnTo>
                <a:lnTo>
                  <a:pt x="6961" y="6522"/>
                </a:lnTo>
                <a:lnTo>
                  <a:pt x="5332" y="5524"/>
                </a:lnTo>
                <a:lnTo>
                  <a:pt x="3925" y="4838"/>
                </a:lnTo>
                <a:lnTo>
                  <a:pt x="2296" y="4246"/>
                </a:lnTo>
                <a:lnTo>
                  <a:pt x="0" y="3532"/>
                </a:lnTo>
                <a:lnTo>
                  <a:pt x="2425" y="2078"/>
                </a:lnTo>
                <a:lnTo>
                  <a:pt x="4669" y="1030"/>
                </a:lnTo>
                <a:lnTo>
                  <a:pt x="6779" y="352"/>
                </a:lnTo>
                <a:lnTo>
                  <a:pt x="8797" y="18"/>
                </a:lnTo>
                <a:lnTo>
                  <a:pt x="10775" y="0"/>
                </a:lnTo>
                <a:lnTo>
                  <a:pt x="12753" y="262"/>
                </a:lnTo>
                <a:lnTo>
                  <a:pt x="14777" y="777"/>
                </a:lnTo>
                <a:lnTo>
                  <a:pt x="16897" y="1518"/>
                </a:lnTo>
                <a:lnTo>
                  <a:pt x="19156" y="2444"/>
                </a:lnTo>
                <a:lnTo>
                  <a:pt x="21600" y="3532"/>
                </a:lnTo>
                <a:close/>
              </a:path>
            </a:pathLst>
          </a:custGeom>
          <a:solidFill>
            <a:srgbClr val="7C7D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1" name="contour_16359"/>
          <p:cNvSpPr/>
          <p:nvPr/>
        </p:nvSpPr>
        <p:spPr>
          <a:xfrm>
            <a:off x="9943907" y="4737194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065" y="4277"/>
                </a:lnTo>
                <a:lnTo>
                  <a:pt x="20528" y="8568"/>
                </a:lnTo>
                <a:lnTo>
                  <a:pt x="19991" y="12874"/>
                </a:lnTo>
                <a:lnTo>
                  <a:pt x="19448" y="17215"/>
                </a:lnTo>
                <a:lnTo>
                  <a:pt x="18900" y="21600"/>
                </a:lnTo>
                <a:lnTo>
                  <a:pt x="17323" y="20491"/>
                </a:lnTo>
                <a:lnTo>
                  <a:pt x="15749" y="19375"/>
                </a:lnTo>
                <a:lnTo>
                  <a:pt x="14172" y="18252"/>
                </a:lnTo>
                <a:lnTo>
                  <a:pt x="12598" y="17122"/>
                </a:lnTo>
                <a:lnTo>
                  <a:pt x="11024" y="15991"/>
                </a:lnTo>
                <a:lnTo>
                  <a:pt x="9450" y="14846"/>
                </a:lnTo>
                <a:lnTo>
                  <a:pt x="8095" y="13903"/>
                </a:lnTo>
                <a:lnTo>
                  <a:pt x="6718" y="12953"/>
                </a:lnTo>
                <a:lnTo>
                  <a:pt x="5022" y="11642"/>
                </a:lnTo>
                <a:lnTo>
                  <a:pt x="3340" y="10224"/>
                </a:lnTo>
                <a:lnTo>
                  <a:pt x="1666" y="873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4E4A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2" name="contour_16360"/>
          <p:cNvSpPr/>
          <p:nvPr/>
        </p:nvSpPr>
        <p:spPr>
          <a:xfrm>
            <a:off x="1737629" y="4715330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65" y="353"/>
                </a:lnTo>
                <a:lnTo>
                  <a:pt x="8659" y="716"/>
                </a:lnTo>
                <a:lnTo>
                  <a:pt x="11763" y="1264"/>
                </a:lnTo>
                <a:lnTo>
                  <a:pt x="15358" y="2167"/>
                </a:lnTo>
                <a:lnTo>
                  <a:pt x="20422" y="3600"/>
                </a:lnTo>
                <a:lnTo>
                  <a:pt x="21096" y="6188"/>
                </a:lnTo>
                <a:lnTo>
                  <a:pt x="21471" y="8755"/>
                </a:lnTo>
                <a:lnTo>
                  <a:pt x="21600" y="11311"/>
                </a:lnTo>
                <a:lnTo>
                  <a:pt x="21518" y="13864"/>
                </a:lnTo>
                <a:lnTo>
                  <a:pt x="21266" y="16423"/>
                </a:lnTo>
                <a:lnTo>
                  <a:pt x="20885" y="18997"/>
                </a:lnTo>
                <a:lnTo>
                  <a:pt x="20422" y="21600"/>
                </a:lnTo>
                <a:lnTo>
                  <a:pt x="15923" y="21600"/>
                </a:lnTo>
                <a:lnTo>
                  <a:pt x="11396" y="21600"/>
                </a:lnTo>
                <a:lnTo>
                  <a:pt x="6807" y="21600"/>
                </a:lnTo>
                <a:lnTo>
                  <a:pt x="6059" y="19224"/>
                </a:lnTo>
                <a:lnTo>
                  <a:pt x="5310" y="16844"/>
                </a:lnTo>
                <a:lnTo>
                  <a:pt x="4561" y="14465"/>
                </a:lnTo>
                <a:lnTo>
                  <a:pt x="3805" y="12078"/>
                </a:lnTo>
                <a:lnTo>
                  <a:pt x="3050" y="9684"/>
                </a:lnTo>
                <a:lnTo>
                  <a:pt x="2294" y="7279"/>
                </a:lnTo>
                <a:lnTo>
                  <a:pt x="1532" y="4867"/>
                </a:lnTo>
                <a:lnTo>
                  <a:pt x="769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1A19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3" name="contour_16361"/>
          <p:cNvSpPr/>
          <p:nvPr/>
        </p:nvSpPr>
        <p:spPr>
          <a:xfrm>
            <a:off x="1628309" y="472990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19195" y="20963"/>
                </a:lnTo>
                <a:lnTo>
                  <a:pt x="16794" y="20288"/>
                </a:lnTo>
                <a:lnTo>
                  <a:pt x="14400" y="19575"/>
                </a:lnTo>
                <a:lnTo>
                  <a:pt x="12391" y="19008"/>
                </a:lnTo>
                <a:lnTo>
                  <a:pt x="10350" y="18436"/>
                </a:lnTo>
                <a:lnTo>
                  <a:pt x="8788" y="17323"/>
                </a:lnTo>
                <a:lnTo>
                  <a:pt x="7200" y="16200"/>
                </a:lnTo>
                <a:lnTo>
                  <a:pt x="7200" y="12631"/>
                </a:lnTo>
                <a:lnTo>
                  <a:pt x="7200" y="9040"/>
                </a:lnTo>
                <a:lnTo>
                  <a:pt x="7200" y="5400"/>
                </a:lnTo>
                <a:lnTo>
                  <a:pt x="5062" y="3418"/>
                </a:lnTo>
                <a:lnTo>
                  <a:pt x="3600" y="2192"/>
                </a:lnTo>
                <a:lnTo>
                  <a:pt x="2138" y="1226"/>
                </a:lnTo>
                <a:lnTo>
                  <a:pt x="0" y="0"/>
                </a:lnTo>
                <a:close/>
              </a:path>
            </a:pathLst>
          </a:custGeom>
          <a:solidFill>
            <a:srgbClr val="2829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4" name="contour_16362"/>
          <p:cNvSpPr/>
          <p:nvPr/>
        </p:nvSpPr>
        <p:spPr>
          <a:xfrm>
            <a:off x="3574203" y="472990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04" y="569"/>
                </a:lnTo>
                <a:lnTo>
                  <a:pt x="9621" y="1040"/>
                </a:lnTo>
                <a:lnTo>
                  <a:pt x="11591" y="1588"/>
                </a:lnTo>
                <a:lnTo>
                  <a:pt x="13936" y="2383"/>
                </a:lnTo>
                <a:lnTo>
                  <a:pt x="17280" y="3600"/>
                </a:lnTo>
                <a:lnTo>
                  <a:pt x="18740" y="6386"/>
                </a:lnTo>
                <a:lnTo>
                  <a:pt x="19695" y="8341"/>
                </a:lnTo>
                <a:lnTo>
                  <a:pt x="20352" y="9983"/>
                </a:lnTo>
                <a:lnTo>
                  <a:pt x="20917" y="11830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2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5"/>
                </a:lnTo>
                <a:lnTo>
                  <a:pt x="2743" y="20686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2856" y="14400"/>
                </a:lnTo>
                <a:lnTo>
                  <a:pt x="5728" y="14400"/>
                </a:lnTo>
                <a:lnTo>
                  <a:pt x="8640" y="14400"/>
                </a:lnTo>
                <a:lnTo>
                  <a:pt x="7927" y="12024"/>
                </a:lnTo>
                <a:lnTo>
                  <a:pt x="7214" y="9644"/>
                </a:lnTo>
                <a:lnTo>
                  <a:pt x="6497" y="7254"/>
                </a:lnTo>
                <a:lnTo>
                  <a:pt x="5776" y="4853"/>
                </a:lnTo>
                <a:lnTo>
                  <a:pt x="5050" y="2437"/>
                </a:lnTo>
                <a:lnTo>
                  <a:pt x="4320" y="0"/>
                </a:lnTo>
                <a:close/>
              </a:path>
            </a:pathLst>
          </a:custGeom>
          <a:solidFill>
            <a:srgbClr val="ECEF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5" name="contour_16363"/>
          <p:cNvSpPr/>
          <p:nvPr/>
        </p:nvSpPr>
        <p:spPr>
          <a:xfrm>
            <a:off x="1351365" y="4715330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343"/>
                </a:lnTo>
                <a:lnTo>
                  <a:pt x="2684" y="672"/>
                </a:lnTo>
                <a:lnTo>
                  <a:pt x="4320" y="1080"/>
                </a:lnTo>
                <a:lnTo>
                  <a:pt x="6647" y="1663"/>
                </a:lnTo>
                <a:lnTo>
                  <a:pt x="10055" y="2514"/>
                </a:lnTo>
                <a:lnTo>
                  <a:pt x="14909" y="3729"/>
                </a:lnTo>
                <a:lnTo>
                  <a:pt x="21600" y="5400"/>
                </a:lnTo>
                <a:lnTo>
                  <a:pt x="20601" y="7023"/>
                </a:lnTo>
                <a:lnTo>
                  <a:pt x="19591" y="8643"/>
                </a:lnTo>
                <a:lnTo>
                  <a:pt x="18581" y="10263"/>
                </a:lnTo>
                <a:lnTo>
                  <a:pt x="17561" y="11883"/>
                </a:lnTo>
                <a:lnTo>
                  <a:pt x="16535" y="13500"/>
                </a:lnTo>
                <a:lnTo>
                  <a:pt x="15595" y="15007"/>
                </a:lnTo>
                <a:lnTo>
                  <a:pt x="14650" y="16521"/>
                </a:lnTo>
                <a:lnTo>
                  <a:pt x="13689" y="18058"/>
                </a:lnTo>
                <a:lnTo>
                  <a:pt x="12258" y="19815"/>
                </a:lnTo>
                <a:lnTo>
                  <a:pt x="10800" y="21600"/>
                </a:lnTo>
                <a:lnTo>
                  <a:pt x="8122" y="21600"/>
                </a:lnTo>
                <a:lnTo>
                  <a:pt x="5400" y="21600"/>
                </a:lnTo>
                <a:lnTo>
                  <a:pt x="4952" y="19818"/>
                </a:lnTo>
                <a:lnTo>
                  <a:pt x="4509" y="18036"/>
                </a:lnTo>
                <a:lnTo>
                  <a:pt x="4061" y="16251"/>
                </a:lnTo>
                <a:lnTo>
                  <a:pt x="3618" y="14464"/>
                </a:lnTo>
                <a:lnTo>
                  <a:pt x="3170" y="12674"/>
                </a:lnTo>
                <a:lnTo>
                  <a:pt x="2722" y="10881"/>
                </a:lnTo>
                <a:lnTo>
                  <a:pt x="2273" y="9083"/>
                </a:lnTo>
                <a:lnTo>
                  <a:pt x="1820" y="7279"/>
                </a:lnTo>
                <a:lnTo>
                  <a:pt x="1366" y="5470"/>
                </a:lnTo>
                <a:lnTo>
                  <a:pt x="913" y="3656"/>
                </a:lnTo>
                <a:lnTo>
                  <a:pt x="459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3C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6" name="contour_16364"/>
          <p:cNvSpPr/>
          <p:nvPr/>
        </p:nvSpPr>
        <p:spPr>
          <a:xfrm>
            <a:off x="7793950" y="4721197"/>
            <a:ext cx="43728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0"/>
                </a:moveTo>
                <a:lnTo>
                  <a:pt x="13162" y="264"/>
                </a:lnTo>
                <a:lnTo>
                  <a:pt x="15271" y="527"/>
                </a:lnTo>
                <a:lnTo>
                  <a:pt x="17381" y="791"/>
                </a:lnTo>
                <a:lnTo>
                  <a:pt x="19490" y="1055"/>
                </a:lnTo>
                <a:lnTo>
                  <a:pt x="21600" y="1318"/>
                </a:lnTo>
                <a:lnTo>
                  <a:pt x="21600" y="5334"/>
                </a:lnTo>
                <a:lnTo>
                  <a:pt x="21600" y="9363"/>
                </a:lnTo>
                <a:lnTo>
                  <a:pt x="21600" y="13406"/>
                </a:lnTo>
                <a:lnTo>
                  <a:pt x="21600" y="17483"/>
                </a:lnTo>
                <a:lnTo>
                  <a:pt x="21600" y="21600"/>
                </a:lnTo>
                <a:lnTo>
                  <a:pt x="20516" y="21255"/>
                </a:lnTo>
                <a:lnTo>
                  <a:pt x="19516" y="20944"/>
                </a:lnTo>
                <a:lnTo>
                  <a:pt x="18425" y="20606"/>
                </a:lnTo>
                <a:lnTo>
                  <a:pt x="17064" y="20180"/>
                </a:lnTo>
                <a:lnTo>
                  <a:pt x="15257" y="19612"/>
                </a:lnTo>
                <a:lnTo>
                  <a:pt x="12827" y="18848"/>
                </a:lnTo>
                <a:lnTo>
                  <a:pt x="9590" y="17841"/>
                </a:lnTo>
                <a:lnTo>
                  <a:pt x="5375" y="16516"/>
                </a:lnTo>
                <a:lnTo>
                  <a:pt x="0" y="14839"/>
                </a:lnTo>
                <a:lnTo>
                  <a:pt x="3053" y="9134"/>
                </a:lnTo>
                <a:lnTo>
                  <a:pt x="5209" y="5273"/>
                </a:lnTo>
                <a:lnTo>
                  <a:pt x="6782" y="2839"/>
                </a:lnTo>
                <a:lnTo>
                  <a:pt x="8075" y="1426"/>
                </a:lnTo>
                <a:lnTo>
                  <a:pt x="9396" y="615"/>
                </a:lnTo>
                <a:lnTo>
                  <a:pt x="11052" y="0"/>
                </a:lnTo>
                <a:close/>
              </a:path>
            </a:pathLst>
          </a:custGeom>
          <a:solidFill>
            <a:srgbClr val="6764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7" name="contour_16365"/>
          <p:cNvSpPr/>
          <p:nvPr/>
        </p:nvSpPr>
        <p:spPr>
          <a:xfrm>
            <a:off x="1803221" y="471533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019"/>
                </a:lnTo>
                <a:lnTo>
                  <a:pt x="9210" y="2038"/>
                </a:lnTo>
                <a:lnTo>
                  <a:pt x="11664" y="3060"/>
                </a:lnTo>
                <a:lnTo>
                  <a:pt x="14126" y="4086"/>
                </a:lnTo>
                <a:lnTo>
                  <a:pt x="16602" y="5119"/>
                </a:lnTo>
                <a:lnTo>
                  <a:pt x="19090" y="6156"/>
                </a:lnTo>
                <a:lnTo>
                  <a:pt x="21600" y="7200"/>
                </a:lnTo>
                <a:lnTo>
                  <a:pt x="19768" y="9238"/>
                </a:lnTo>
                <a:lnTo>
                  <a:pt x="17932" y="11275"/>
                </a:lnTo>
                <a:lnTo>
                  <a:pt x="16092" y="13320"/>
                </a:lnTo>
                <a:lnTo>
                  <a:pt x="14243" y="15372"/>
                </a:lnTo>
                <a:lnTo>
                  <a:pt x="12390" y="17435"/>
                </a:lnTo>
                <a:lnTo>
                  <a:pt x="10519" y="19508"/>
                </a:lnTo>
                <a:lnTo>
                  <a:pt x="8640" y="21600"/>
                </a:lnTo>
                <a:lnTo>
                  <a:pt x="8640" y="19462"/>
                </a:lnTo>
                <a:lnTo>
                  <a:pt x="8640" y="17316"/>
                </a:lnTo>
                <a:lnTo>
                  <a:pt x="8640" y="15163"/>
                </a:lnTo>
                <a:lnTo>
                  <a:pt x="8640" y="12992"/>
                </a:lnTo>
                <a:lnTo>
                  <a:pt x="8640" y="10800"/>
                </a:lnTo>
                <a:lnTo>
                  <a:pt x="5784" y="10800"/>
                </a:lnTo>
                <a:lnTo>
                  <a:pt x="2912" y="10800"/>
                </a:lnTo>
                <a:lnTo>
                  <a:pt x="0" y="10800"/>
                </a:lnTo>
                <a:lnTo>
                  <a:pt x="855" y="8662"/>
                </a:lnTo>
                <a:lnTo>
                  <a:pt x="1715" y="6516"/>
                </a:lnTo>
                <a:lnTo>
                  <a:pt x="2575" y="4363"/>
                </a:lnTo>
                <a:lnTo>
                  <a:pt x="3443" y="2192"/>
                </a:lnTo>
                <a:lnTo>
                  <a:pt x="4320" y="0"/>
                </a:lnTo>
                <a:close/>
              </a:path>
            </a:pathLst>
          </a:custGeom>
          <a:solidFill>
            <a:srgbClr val="B5A1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8" name="contour_16366"/>
          <p:cNvSpPr/>
          <p:nvPr/>
        </p:nvSpPr>
        <p:spPr>
          <a:xfrm>
            <a:off x="1110519" y="4708035"/>
            <a:ext cx="29495" cy="437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"/>
                </a:moveTo>
                <a:lnTo>
                  <a:pt x="21013" y="2379"/>
                </a:lnTo>
                <a:lnTo>
                  <a:pt x="20426" y="4758"/>
                </a:lnTo>
                <a:lnTo>
                  <a:pt x="19839" y="7138"/>
                </a:lnTo>
                <a:lnTo>
                  <a:pt x="19246" y="9524"/>
                </a:lnTo>
                <a:lnTo>
                  <a:pt x="18654" y="11918"/>
                </a:lnTo>
                <a:lnTo>
                  <a:pt x="18061" y="14322"/>
                </a:lnTo>
                <a:lnTo>
                  <a:pt x="17464" y="16734"/>
                </a:lnTo>
                <a:lnTo>
                  <a:pt x="16866" y="19160"/>
                </a:lnTo>
                <a:lnTo>
                  <a:pt x="16263" y="21600"/>
                </a:lnTo>
                <a:lnTo>
                  <a:pt x="12735" y="21600"/>
                </a:lnTo>
                <a:lnTo>
                  <a:pt x="9185" y="21600"/>
                </a:lnTo>
                <a:lnTo>
                  <a:pt x="5588" y="21600"/>
                </a:lnTo>
                <a:lnTo>
                  <a:pt x="4072" y="19318"/>
                </a:lnTo>
                <a:lnTo>
                  <a:pt x="3149" y="17644"/>
                </a:lnTo>
                <a:lnTo>
                  <a:pt x="2444" y="15755"/>
                </a:lnTo>
                <a:lnTo>
                  <a:pt x="1585" y="12825"/>
                </a:lnTo>
                <a:lnTo>
                  <a:pt x="801" y="10377"/>
                </a:lnTo>
                <a:lnTo>
                  <a:pt x="0" y="7890"/>
                </a:lnTo>
                <a:lnTo>
                  <a:pt x="123" y="5763"/>
                </a:lnTo>
                <a:lnTo>
                  <a:pt x="251" y="3603"/>
                </a:lnTo>
                <a:lnTo>
                  <a:pt x="3757" y="1987"/>
                </a:lnTo>
                <a:lnTo>
                  <a:pt x="6954" y="943"/>
                </a:lnTo>
                <a:lnTo>
                  <a:pt x="10087" y="346"/>
                </a:lnTo>
                <a:lnTo>
                  <a:pt x="13407" y="72"/>
                </a:lnTo>
                <a:lnTo>
                  <a:pt x="17159" y="0"/>
                </a:lnTo>
                <a:lnTo>
                  <a:pt x="21600" y="4"/>
                </a:lnTo>
                <a:close/>
              </a:path>
            </a:pathLst>
          </a:custGeom>
          <a:solidFill>
            <a:srgbClr val="33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69" name="contour_16367"/>
          <p:cNvSpPr/>
          <p:nvPr/>
        </p:nvSpPr>
        <p:spPr>
          <a:xfrm>
            <a:off x="11277610" y="4700755"/>
            <a:ext cx="43728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016"/>
                </a:lnTo>
                <a:lnTo>
                  <a:pt x="21600" y="8045"/>
                </a:lnTo>
                <a:lnTo>
                  <a:pt x="21600" y="12088"/>
                </a:lnTo>
                <a:lnTo>
                  <a:pt x="21600" y="16165"/>
                </a:lnTo>
                <a:lnTo>
                  <a:pt x="21600" y="20282"/>
                </a:lnTo>
                <a:lnTo>
                  <a:pt x="19408" y="20539"/>
                </a:lnTo>
                <a:lnTo>
                  <a:pt x="17212" y="20762"/>
                </a:lnTo>
                <a:lnTo>
                  <a:pt x="15019" y="20958"/>
                </a:lnTo>
                <a:lnTo>
                  <a:pt x="12823" y="21127"/>
                </a:lnTo>
                <a:lnTo>
                  <a:pt x="10375" y="21363"/>
                </a:lnTo>
                <a:lnTo>
                  <a:pt x="7888" y="21600"/>
                </a:lnTo>
                <a:lnTo>
                  <a:pt x="5760" y="20944"/>
                </a:lnTo>
                <a:lnTo>
                  <a:pt x="3600" y="20282"/>
                </a:lnTo>
                <a:lnTo>
                  <a:pt x="2207" y="16239"/>
                </a:lnTo>
                <a:lnTo>
                  <a:pt x="1368" y="13481"/>
                </a:lnTo>
                <a:lnTo>
                  <a:pt x="745" y="10743"/>
                </a:lnTo>
                <a:lnTo>
                  <a:pt x="0" y="6761"/>
                </a:lnTo>
                <a:lnTo>
                  <a:pt x="2228" y="5645"/>
                </a:lnTo>
                <a:lnTo>
                  <a:pt x="4475" y="4523"/>
                </a:lnTo>
                <a:lnTo>
                  <a:pt x="6750" y="3380"/>
                </a:lnTo>
                <a:lnTo>
                  <a:pt x="8633" y="2434"/>
                </a:lnTo>
                <a:lnTo>
                  <a:pt x="10548" y="1481"/>
                </a:lnTo>
                <a:lnTo>
                  <a:pt x="12485" y="757"/>
                </a:lnTo>
                <a:lnTo>
                  <a:pt x="14029" y="318"/>
                </a:lnTo>
                <a:lnTo>
                  <a:pt x="15710" y="95"/>
                </a:lnTo>
                <a:lnTo>
                  <a:pt x="18054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4F4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0" name="contour_16368"/>
          <p:cNvSpPr/>
          <p:nvPr/>
        </p:nvSpPr>
        <p:spPr>
          <a:xfrm>
            <a:off x="7414974" y="4701476"/>
            <a:ext cx="43728" cy="211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663"/>
                </a:moveTo>
                <a:lnTo>
                  <a:pt x="18436" y="2658"/>
                </a:lnTo>
                <a:lnTo>
                  <a:pt x="20005" y="4668"/>
                </a:lnTo>
                <a:lnTo>
                  <a:pt x="21600" y="6709"/>
                </a:lnTo>
                <a:lnTo>
                  <a:pt x="21600" y="11623"/>
                </a:lnTo>
                <a:lnTo>
                  <a:pt x="21600" y="16582"/>
                </a:lnTo>
                <a:lnTo>
                  <a:pt x="21600" y="21600"/>
                </a:lnTo>
                <a:lnTo>
                  <a:pt x="19220" y="21600"/>
                </a:lnTo>
                <a:lnTo>
                  <a:pt x="16844" y="21600"/>
                </a:lnTo>
                <a:lnTo>
                  <a:pt x="14461" y="21600"/>
                </a:lnTo>
                <a:lnTo>
                  <a:pt x="12074" y="21600"/>
                </a:lnTo>
                <a:lnTo>
                  <a:pt x="9680" y="21600"/>
                </a:lnTo>
                <a:lnTo>
                  <a:pt x="7279" y="21600"/>
                </a:lnTo>
                <a:lnTo>
                  <a:pt x="4864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3056" y="14110"/>
                </a:lnTo>
                <a:lnTo>
                  <a:pt x="5447" y="8503"/>
                </a:lnTo>
                <a:lnTo>
                  <a:pt x="7369" y="4534"/>
                </a:lnTo>
                <a:lnTo>
                  <a:pt x="9022" y="1958"/>
                </a:lnTo>
                <a:lnTo>
                  <a:pt x="10602" y="529"/>
                </a:lnTo>
                <a:lnTo>
                  <a:pt x="12305" y="0"/>
                </a:lnTo>
                <a:lnTo>
                  <a:pt x="14328" y="127"/>
                </a:lnTo>
                <a:lnTo>
                  <a:pt x="16877" y="663"/>
                </a:lnTo>
                <a:close/>
              </a:path>
            </a:pathLst>
          </a:custGeom>
          <a:solidFill>
            <a:srgbClr val="E6CF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1" name="contour_16369"/>
          <p:cNvSpPr/>
          <p:nvPr/>
        </p:nvSpPr>
        <p:spPr>
          <a:xfrm>
            <a:off x="10286443" y="4701257"/>
            <a:ext cx="43728" cy="286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489"/>
                </a:moveTo>
                <a:lnTo>
                  <a:pt x="13162" y="3313"/>
                </a:lnTo>
                <a:lnTo>
                  <a:pt x="15271" y="5138"/>
                </a:lnTo>
                <a:lnTo>
                  <a:pt x="17381" y="6962"/>
                </a:lnTo>
                <a:lnTo>
                  <a:pt x="19490" y="8786"/>
                </a:lnTo>
                <a:lnTo>
                  <a:pt x="21600" y="10610"/>
                </a:lnTo>
                <a:lnTo>
                  <a:pt x="20686" y="11308"/>
                </a:lnTo>
                <a:lnTo>
                  <a:pt x="19811" y="11979"/>
                </a:lnTo>
                <a:lnTo>
                  <a:pt x="18724" y="12808"/>
                </a:lnTo>
                <a:lnTo>
                  <a:pt x="17168" y="13990"/>
                </a:lnTo>
                <a:lnTo>
                  <a:pt x="14900" y="15726"/>
                </a:lnTo>
                <a:lnTo>
                  <a:pt x="11660" y="18199"/>
                </a:lnTo>
                <a:lnTo>
                  <a:pt x="7200" y="21600"/>
                </a:lnTo>
                <a:lnTo>
                  <a:pt x="6012" y="18880"/>
                </a:lnTo>
                <a:lnTo>
                  <a:pt x="4824" y="16155"/>
                </a:lnTo>
                <a:lnTo>
                  <a:pt x="3629" y="13418"/>
                </a:lnTo>
                <a:lnTo>
                  <a:pt x="2426" y="10671"/>
                </a:lnTo>
                <a:lnTo>
                  <a:pt x="1220" y="7902"/>
                </a:lnTo>
                <a:lnTo>
                  <a:pt x="0" y="5116"/>
                </a:lnTo>
                <a:lnTo>
                  <a:pt x="3028" y="2198"/>
                </a:lnTo>
                <a:lnTo>
                  <a:pt x="5116" y="549"/>
                </a:lnTo>
                <a:lnTo>
                  <a:pt x="6793" y="0"/>
                </a:lnTo>
                <a:lnTo>
                  <a:pt x="8597" y="368"/>
                </a:lnTo>
                <a:lnTo>
                  <a:pt x="11052" y="1489"/>
                </a:lnTo>
                <a:close/>
              </a:path>
            </a:pathLst>
          </a:custGeom>
          <a:solidFill>
            <a:srgbClr val="DADD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2" name="contour_16370"/>
          <p:cNvSpPr/>
          <p:nvPr/>
        </p:nvSpPr>
        <p:spPr>
          <a:xfrm>
            <a:off x="10213563" y="468617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583" y="12070"/>
                </a:lnTo>
                <a:lnTo>
                  <a:pt x="5171" y="11193"/>
                </a:lnTo>
                <a:lnTo>
                  <a:pt x="7763" y="10329"/>
                </a:lnTo>
                <a:lnTo>
                  <a:pt x="10359" y="9478"/>
                </a:lnTo>
                <a:lnTo>
                  <a:pt x="12960" y="8640"/>
                </a:lnTo>
                <a:lnTo>
                  <a:pt x="14701" y="5923"/>
                </a:lnTo>
                <a:lnTo>
                  <a:pt x="15729" y="4117"/>
                </a:lnTo>
                <a:lnTo>
                  <a:pt x="16455" y="2415"/>
                </a:lnTo>
                <a:lnTo>
                  <a:pt x="17280" y="0"/>
                </a:lnTo>
                <a:close/>
              </a:path>
            </a:pathLst>
          </a:custGeom>
          <a:solidFill>
            <a:srgbClr val="E7EA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3" name="contour_16371"/>
          <p:cNvSpPr/>
          <p:nvPr/>
        </p:nvSpPr>
        <p:spPr>
          <a:xfrm>
            <a:off x="10009499" y="4700755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4759" y="10800"/>
                </a:lnTo>
                <a:lnTo>
                  <a:pt x="9547" y="10800"/>
                </a:lnTo>
                <a:lnTo>
                  <a:pt x="14400" y="10800"/>
                </a:lnTo>
                <a:lnTo>
                  <a:pt x="14400" y="8662"/>
                </a:lnTo>
                <a:lnTo>
                  <a:pt x="14400" y="6516"/>
                </a:lnTo>
                <a:lnTo>
                  <a:pt x="14400" y="4363"/>
                </a:lnTo>
                <a:lnTo>
                  <a:pt x="14400" y="2192"/>
                </a:lnTo>
                <a:lnTo>
                  <a:pt x="14400" y="0"/>
                </a:lnTo>
                <a:close/>
              </a:path>
            </a:pathLst>
          </a:custGeom>
          <a:solidFill>
            <a:srgbClr val="5A5A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4" name="contour_16372"/>
          <p:cNvSpPr/>
          <p:nvPr/>
        </p:nvSpPr>
        <p:spPr>
          <a:xfrm>
            <a:off x="7050574" y="4699523"/>
            <a:ext cx="51016" cy="23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52"/>
                </a:moveTo>
                <a:lnTo>
                  <a:pt x="2231" y="682"/>
                </a:lnTo>
                <a:lnTo>
                  <a:pt x="4440" y="307"/>
                </a:lnTo>
                <a:lnTo>
                  <a:pt x="6631" y="68"/>
                </a:lnTo>
                <a:lnTo>
                  <a:pt x="8816" y="0"/>
                </a:lnTo>
                <a:lnTo>
                  <a:pt x="11004" y="136"/>
                </a:lnTo>
                <a:lnTo>
                  <a:pt x="13204" y="504"/>
                </a:lnTo>
                <a:lnTo>
                  <a:pt x="15429" y="1152"/>
                </a:lnTo>
                <a:lnTo>
                  <a:pt x="17144" y="5507"/>
                </a:lnTo>
                <a:lnTo>
                  <a:pt x="18357" y="8725"/>
                </a:lnTo>
                <a:lnTo>
                  <a:pt x="19236" y="11376"/>
                </a:lnTo>
                <a:lnTo>
                  <a:pt x="19955" y="14027"/>
                </a:lnTo>
                <a:lnTo>
                  <a:pt x="20687" y="17245"/>
                </a:lnTo>
                <a:lnTo>
                  <a:pt x="21600" y="21600"/>
                </a:lnTo>
                <a:lnTo>
                  <a:pt x="19786" y="21123"/>
                </a:lnTo>
                <a:lnTo>
                  <a:pt x="17971" y="20625"/>
                </a:lnTo>
                <a:lnTo>
                  <a:pt x="16160" y="20114"/>
                </a:lnTo>
                <a:lnTo>
                  <a:pt x="14345" y="19582"/>
                </a:lnTo>
                <a:lnTo>
                  <a:pt x="12534" y="19044"/>
                </a:lnTo>
                <a:lnTo>
                  <a:pt x="10849" y="18567"/>
                </a:lnTo>
                <a:lnTo>
                  <a:pt x="9155" y="18090"/>
                </a:lnTo>
                <a:lnTo>
                  <a:pt x="7437" y="17606"/>
                </a:lnTo>
                <a:lnTo>
                  <a:pt x="4888" y="15861"/>
                </a:lnTo>
                <a:lnTo>
                  <a:pt x="3363" y="14252"/>
                </a:lnTo>
                <a:lnTo>
                  <a:pt x="2256" y="11839"/>
                </a:lnTo>
                <a:lnTo>
                  <a:pt x="953" y="7702"/>
                </a:lnTo>
                <a:lnTo>
                  <a:pt x="481" y="4451"/>
                </a:lnTo>
                <a:lnTo>
                  <a:pt x="0" y="1152"/>
                </a:lnTo>
                <a:close/>
              </a:path>
            </a:pathLst>
          </a:custGeom>
          <a:solidFill>
            <a:srgbClr val="ACAD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5" name="contour_16373"/>
          <p:cNvSpPr/>
          <p:nvPr/>
        </p:nvSpPr>
        <p:spPr>
          <a:xfrm>
            <a:off x="3967754" y="4700755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6430"/>
                </a:lnTo>
                <a:lnTo>
                  <a:pt x="0" y="12360"/>
                </a:lnTo>
                <a:lnTo>
                  <a:pt x="0" y="8277"/>
                </a:lnTo>
                <a:lnTo>
                  <a:pt x="0" y="4159"/>
                </a:lnTo>
                <a:lnTo>
                  <a:pt x="0" y="0"/>
                </a:lnTo>
                <a:close/>
              </a:path>
            </a:pathLst>
          </a:custGeom>
          <a:solidFill>
            <a:srgbClr val="C0BA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6" name="contour_16374"/>
          <p:cNvSpPr/>
          <p:nvPr/>
        </p:nvSpPr>
        <p:spPr>
          <a:xfrm>
            <a:off x="4237410" y="467889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5192" y="2376"/>
                </a:lnTo>
                <a:lnTo>
                  <a:pt x="15984" y="4756"/>
                </a:lnTo>
                <a:lnTo>
                  <a:pt x="16776" y="7135"/>
                </a:lnTo>
                <a:lnTo>
                  <a:pt x="17575" y="9522"/>
                </a:lnTo>
                <a:lnTo>
                  <a:pt x="18374" y="11916"/>
                </a:lnTo>
                <a:lnTo>
                  <a:pt x="19174" y="14321"/>
                </a:lnTo>
                <a:lnTo>
                  <a:pt x="19980" y="16733"/>
                </a:lnTo>
                <a:lnTo>
                  <a:pt x="20786" y="19159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6408" y="19224"/>
                </a:lnTo>
                <a:lnTo>
                  <a:pt x="5616" y="16844"/>
                </a:lnTo>
                <a:lnTo>
                  <a:pt x="4824" y="14465"/>
                </a:lnTo>
                <a:lnTo>
                  <a:pt x="4025" y="12078"/>
                </a:lnTo>
                <a:lnTo>
                  <a:pt x="3226" y="9684"/>
                </a:lnTo>
                <a:lnTo>
                  <a:pt x="2426" y="7279"/>
                </a:lnTo>
                <a:lnTo>
                  <a:pt x="1620" y="4867"/>
                </a:lnTo>
                <a:lnTo>
                  <a:pt x="814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CD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7" name="contour_16375"/>
          <p:cNvSpPr/>
          <p:nvPr/>
        </p:nvSpPr>
        <p:spPr>
          <a:xfrm>
            <a:off x="10017785" y="4657027"/>
            <a:ext cx="3544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75" y="0"/>
                </a:moveTo>
                <a:lnTo>
                  <a:pt x="10158" y="2038"/>
                </a:lnTo>
                <a:lnTo>
                  <a:pt x="12046" y="4075"/>
                </a:lnTo>
                <a:lnTo>
                  <a:pt x="13938" y="6120"/>
                </a:lnTo>
                <a:lnTo>
                  <a:pt x="15839" y="8172"/>
                </a:lnTo>
                <a:lnTo>
                  <a:pt x="17745" y="10235"/>
                </a:lnTo>
                <a:lnTo>
                  <a:pt x="19668" y="12308"/>
                </a:lnTo>
                <a:lnTo>
                  <a:pt x="21600" y="14400"/>
                </a:lnTo>
                <a:lnTo>
                  <a:pt x="20472" y="14857"/>
                </a:lnTo>
                <a:lnTo>
                  <a:pt x="19392" y="15296"/>
                </a:lnTo>
                <a:lnTo>
                  <a:pt x="18047" y="15840"/>
                </a:lnTo>
                <a:lnTo>
                  <a:pt x="16132" y="16618"/>
                </a:lnTo>
                <a:lnTo>
                  <a:pt x="13330" y="17752"/>
                </a:lnTo>
                <a:lnTo>
                  <a:pt x="9336" y="19372"/>
                </a:lnTo>
                <a:lnTo>
                  <a:pt x="3833" y="21600"/>
                </a:lnTo>
                <a:lnTo>
                  <a:pt x="1679" y="18054"/>
                </a:lnTo>
                <a:lnTo>
                  <a:pt x="449" y="15710"/>
                </a:lnTo>
                <a:lnTo>
                  <a:pt x="0" y="14029"/>
                </a:lnTo>
                <a:lnTo>
                  <a:pt x="200" y="12485"/>
                </a:lnTo>
                <a:lnTo>
                  <a:pt x="902" y="10548"/>
                </a:lnTo>
                <a:lnTo>
                  <a:pt x="2376" y="8438"/>
                </a:lnTo>
                <a:lnTo>
                  <a:pt x="3851" y="6329"/>
                </a:lnTo>
                <a:lnTo>
                  <a:pt x="5326" y="4219"/>
                </a:lnTo>
                <a:lnTo>
                  <a:pt x="6800" y="2110"/>
                </a:lnTo>
                <a:lnTo>
                  <a:pt x="8275" y="0"/>
                </a:lnTo>
                <a:close/>
              </a:path>
            </a:pathLst>
          </a:custGeom>
          <a:solidFill>
            <a:srgbClr val="D1D4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8" name="contour_16376"/>
          <p:cNvSpPr/>
          <p:nvPr/>
        </p:nvSpPr>
        <p:spPr>
          <a:xfrm>
            <a:off x="1395093" y="4677630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21600" y="5677"/>
                </a:lnTo>
                <a:lnTo>
                  <a:pt x="21600" y="10204"/>
                </a:lnTo>
                <a:lnTo>
                  <a:pt x="21600" y="14793"/>
                </a:lnTo>
                <a:lnTo>
                  <a:pt x="19224" y="15541"/>
                </a:lnTo>
                <a:lnTo>
                  <a:pt x="16844" y="16290"/>
                </a:lnTo>
                <a:lnTo>
                  <a:pt x="14465" y="17039"/>
                </a:lnTo>
                <a:lnTo>
                  <a:pt x="12078" y="17795"/>
                </a:lnTo>
                <a:lnTo>
                  <a:pt x="9684" y="18550"/>
                </a:lnTo>
                <a:lnTo>
                  <a:pt x="7279" y="19306"/>
                </a:lnTo>
                <a:lnTo>
                  <a:pt x="4867" y="20068"/>
                </a:lnTo>
                <a:lnTo>
                  <a:pt x="2441" y="20831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9DA0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79" name="contour_16377"/>
          <p:cNvSpPr/>
          <p:nvPr/>
        </p:nvSpPr>
        <p:spPr>
          <a:xfrm>
            <a:off x="1948980" y="4663331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5"/>
                </a:moveTo>
                <a:lnTo>
                  <a:pt x="3856" y="235"/>
                </a:lnTo>
                <a:lnTo>
                  <a:pt x="6626" y="0"/>
                </a:lnTo>
                <a:lnTo>
                  <a:pt x="9088" y="0"/>
                </a:lnTo>
                <a:lnTo>
                  <a:pt x="12020" y="235"/>
                </a:lnTo>
                <a:lnTo>
                  <a:pt x="16200" y="705"/>
                </a:lnTo>
                <a:lnTo>
                  <a:pt x="18025" y="4592"/>
                </a:lnTo>
                <a:lnTo>
                  <a:pt x="19219" y="7350"/>
                </a:lnTo>
                <a:lnTo>
                  <a:pt x="20039" y="9732"/>
                </a:lnTo>
                <a:lnTo>
                  <a:pt x="20747" y="12490"/>
                </a:lnTo>
                <a:lnTo>
                  <a:pt x="21600" y="16376"/>
                </a:lnTo>
                <a:lnTo>
                  <a:pt x="18036" y="17238"/>
                </a:lnTo>
                <a:lnTo>
                  <a:pt x="14467" y="18100"/>
                </a:lnTo>
                <a:lnTo>
                  <a:pt x="10881" y="18967"/>
                </a:lnTo>
                <a:lnTo>
                  <a:pt x="7279" y="19840"/>
                </a:lnTo>
                <a:lnTo>
                  <a:pt x="3656" y="20717"/>
                </a:lnTo>
                <a:lnTo>
                  <a:pt x="0" y="21600"/>
                </a:lnTo>
                <a:lnTo>
                  <a:pt x="0" y="18152"/>
                </a:lnTo>
                <a:lnTo>
                  <a:pt x="0" y="14699"/>
                </a:lnTo>
                <a:lnTo>
                  <a:pt x="0" y="11231"/>
                </a:lnTo>
                <a:lnTo>
                  <a:pt x="0" y="7747"/>
                </a:lnTo>
                <a:lnTo>
                  <a:pt x="0" y="4242"/>
                </a:lnTo>
                <a:lnTo>
                  <a:pt x="0" y="705"/>
                </a:lnTo>
                <a:close/>
              </a:path>
            </a:pathLst>
          </a:custGeom>
          <a:solidFill>
            <a:srgbClr val="9E9D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0" name="contour_16378"/>
          <p:cNvSpPr/>
          <p:nvPr/>
        </p:nvSpPr>
        <p:spPr>
          <a:xfrm>
            <a:off x="11153714" y="4670291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4C4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1" name="contour_16379"/>
          <p:cNvSpPr/>
          <p:nvPr/>
        </p:nvSpPr>
        <p:spPr>
          <a:xfrm>
            <a:off x="9965771" y="466431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993" y="20963"/>
                </a:lnTo>
                <a:lnTo>
                  <a:pt x="14391" y="20288"/>
                </a:lnTo>
                <a:lnTo>
                  <a:pt x="10800" y="19575"/>
                </a:lnTo>
                <a:lnTo>
                  <a:pt x="7787" y="19008"/>
                </a:lnTo>
                <a:lnTo>
                  <a:pt x="4725" y="18436"/>
                </a:lnTo>
                <a:lnTo>
                  <a:pt x="2376" y="1732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3618" y="3067"/>
                </a:lnTo>
                <a:lnTo>
                  <a:pt x="6858" y="1528"/>
                </a:lnTo>
                <a:lnTo>
                  <a:pt x="10001" y="610"/>
                </a:lnTo>
                <a:lnTo>
                  <a:pt x="13322" y="162"/>
                </a:lnTo>
                <a:lnTo>
                  <a:pt x="17096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3B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2" name="contour_16380"/>
          <p:cNvSpPr/>
          <p:nvPr/>
        </p:nvSpPr>
        <p:spPr>
          <a:xfrm>
            <a:off x="7619038" y="467160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15" y="2365"/>
                </a:lnTo>
                <a:lnTo>
                  <a:pt x="18689" y="4234"/>
                </a:lnTo>
                <a:lnTo>
                  <a:pt x="19575" y="7200"/>
                </a:lnTo>
                <a:lnTo>
                  <a:pt x="20185" y="9209"/>
                </a:lnTo>
                <a:lnTo>
                  <a:pt x="20801" y="11250"/>
                </a:lnTo>
                <a:lnTo>
                  <a:pt x="21200" y="12812"/>
                </a:lnTo>
                <a:lnTo>
                  <a:pt x="21600" y="14400"/>
                </a:lnTo>
                <a:lnTo>
                  <a:pt x="19035" y="14252"/>
                </a:lnTo>
                <a:lnTo>
                  <a:pt x="16454" y="14101"/>
                </a:lnTo>
                <a:lnTo>
                  <a:pt x="13835" y="13950"/>
                </a:lnTo>
                <a:lnTo>
                  <a:pt x="12598" y="14018"/>
                </a:lnTo>
                <a:lnTo>
                  <a:pt x="10411" y="14134"/>
                </a:lnTo>
                <a:lnTo>
                  <a:pt x="5400" y="14400"/>
                </a:lnTo>
                <a:lnTo>
                  <a:pt x="4061" y="16182"/>
                </a:lnTo>
                <a:lnTo>
                  <a:pt x="2722" y="17971"/>
                </a:lnTo>
                <a:lnTo>
                  <a:pt x="1366" y="19775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DDD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3" name="contour_16381"/>
          <p:cNvSpPr/>
          <p:nvPr/>
        </p:nvSpPr>
        <p:spPr>
          <a:xfrm>
            <a:off x="4310290" y="4670888"/>
            <a:ext cx="36440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105"/>
                </a:lnTo>
                <a:lnTo>
                  <a:pt x="13751" y="211"/>
                </a:lnTo>
                <a:lnTo>
                  <a:pt x="16368" y="311"/>
                </a:lnTo>
                <a:lnTo>
                  <a:pt x="18982" y="416"/>
                </a:lnTo>
                <a:lnTo>
                  <a:pt x="21600" y="517"/>
                </a:lnTo>
                <a:lnTo>
                  <a:pt x="20377" y="3500"/>
                </a:lnTo>
                <a:lnTo>
                  <a:pt x="19151" y="6488"/>
                </a:lnTo>
                <a:lnTo>
                  <a:pt x="17928" y="9482"/>
                </a:lnTo>
                <a:lnTo>
                  <a:pt x="16692" y="12487"/>
                </a:lnTo>
                <a:lnTo>
                  <a:pt x="15457" y="15502"/>
                </a:lnTo>
                <a:lnTo>
                  <a:pt x="14213" y="18543"/>
                </a:lnTo>
                <a:lnTo>
                  <a:pt x="12960" y="21600"/>
                </a:lnTo>
                <a:lnTo>
                  <a:pt x="10822" y="18991"/>
                </a:lnTo>
                <a:lnTo>
                  <a:pt x="8679" y="16377"/>
                </a:lnTo>
                <a:lnTo>
                  <a:pt x="6528" y="13757"/>
                </a:lnTo>
                <a:lnTo>
                  <a:pt x="4368" y="11116"/>
                </a:lnTo>
                <a:lnTo>
                  <a:pt x="2190" y="8465"/>
                </a:lnTo>
                <a:lnTo>
                  <a:pt x="0" y="5787"/>
                </a:lnTo>
                <a:lnTo>
                  <a:pt x="2562" y="2736"/>
                </a:lnTo>
                <a:lnTo>
                  <a:pt x="4303" y="1112"/>
                </a:lnTo>
                <a:lnTo>
                  <a:pt x="6026" y="385"/>
                </a:lnTo>
                <a:lnTo>
                  <a:pt x="8523" y="0"/>
                </a:lnTo>
                <a:close/>
              </a:path>
            </a:pathLst>
          </a:custGeom>
          <a:solidFill>
            <a:srgbClr val="E2C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4" name="contour_16382"/>
          <p:cNvSpPr/>
          <p:nvPr/>
        </p:nvSpPr>
        <p:spPr>
          <a:xfrm>
            <a:off x="5198003" y="4657027"/>
            <a:ext cx="2328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39" y="0"/>
                </a:moveTo>
                <a:lnTo>
                  <a:pt x="15955" y="2037"/>
                </a:lnTo>
                <a:lnTo>
                  <a:pt x="17070" y="4076"/>
                </a:lnTo>
                <a:lnTo>
                  <a:pt x="18193" y="6125"/>
                </a:lnTo>
                <a:lnTo>
                  <a:pt x="19322" y="8183"/>
                </a:lnTo>
                <a:lnTo>
                  <a:pt x="20457" y="10254"/>
                </a:lnTo>
                <a:lnTo>
                  <a:pt x="21600" y="12343"/>
                </a:lnTo>
                <a:lnTo>
                  <a:pt x="17131" y="12343"/>
                </a:lnTo>
                <a:lnTo>
                  <a:pt x="12635" y="12343"/>
                </a:lnTo>
                <a:lnTo>
                  <a:pt x="8079" y="12343"/>
                </a:lnTo>
                <a:lnTo>
                  <a:pt x="5997" y="14639"/>
                </a:lnTo>
                <a:lnTo>
                  <a:pt x="4604" y="16268"/>
                </a:lnTo>
                <a:lnTo>
                  <a:pt x="3576" y="17675"/>
                </a:lnTo>
                <a:lnTo>
                  <a:pt x="2589" y="19304"/>
                </a:lnTo>
                <a:lnTo>
                  <a:pt x="1318" y="21600"/>
                </a:lnTo>
                <a:lnTo>
                  <a:pt x="1109" y="19789"/>
                </a:lnTo>
                <a:lnTo>
                  <a:pt x="926" y="17974"/>
                </a:lnTo>
                <a:lnTo>
                  <a:pt x="757" y="16163"/>
                </a:lnTo>
                <a:lnTo>
                  <a:pt x="608" y="14349"/>
                </a:lnTo>
                <a:lnTo>
                  <a:pt x="473" y="12534"/>
                </a:lnTo>
                <a:lnTo>
                  <a:pt x="318" y="10849"/>
                </a:lnTo>
                <a:lnTo>
                  <a:pt x="162" y="9155"/>
                </a:lnTo>
                <a:lnTo>
                  <a:pt x="0" y="7437"/>
                </a:lnTo>
                <a:lnTo>
                  <a:pt x="656" y="5277"/>
                </a:lnTo>
                <a:lnTo>
                  <a:pt x="1318" y="3086"/>
                </a:lnTo>
                <a:lnTo>
                  <a:pt x="5361" y="1839"/>
                </a:lnTo>
                <a:lnTo>
                  <a:pt x="8119" y="1102"/>
                </a:lnTo>
                <a:lnTo>
                  <a:pt x="10857" y="583"/>
                </a:lnTo>
                <a:lnTo>
                  <a:pt x="14839" y="0"/>
                </a:lnTo>
                <a:close/>
              </a:path>
            </a:pathLst>
          </a:custGeom>
          <a:solidFill>
            <a:srgbClr val="F0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5" name="contour_16383"/>
          <p:cNvSpPr/>
          <p:nvPr/>
        </p:nvSpPr>
        <p:spPr>
          <a:xfrm>
            <a:off x="8610205" y="4634805"/>
            <a:ext cx="36440" cy="295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1"/>
                </a:moveTo>
                <a:lnTo>
                  <a:pt x="20377" y="3281"/>
                </a:lnTo>
                <a:lnTo>
                  <a:pt x="19155" y="6300"/>
                </a:lnTo>
                <a:lnTo>
                  <a:pt x="17928" y="9330"/>
                </a:lnTo>
                <a:lnTo>
                  <a:pt x="16697" y="12371"/>
                </a:lnTo>
                <a:lnTo>
                  <a:pt x="15457" y="15428"/>
                </a:lnTo>
                <a:lnTo>
                  <a:pt x="14213" y="18501"/>
                </a:lnTo>
                <a:lnTo>
                  <a:pt x="12960" y="21600"/>
                </a:lnTo>
                <a:lnTo>
                  <a:pt x="9746" y="20597"/>
                </a:lnTo>
                <a:lnTo>
                  <a:pt x="7465" y="19818"/>
                </a:lnTo>
                <a:lnTo>
                  <a:pt x="5495" y="19007"/>
                </a:lnTo>
                <a:lnTo>
                  <a:pt x="3214" y="17908"/>
                </a:lnTo>
                <a:lnTo>
                  <a:pt x="0" y="16265"/>
                </a:lnTo>
                <a:lnTo>
                  <a:pt x="0" y="12739"/>
                </a:lnTo>
                <a:lnTo>
                  <a:pt x="0" y="9192"/>
                </a:lnTo>
                <a:lnTo>
                  <a:pt x="0" y="5596"/>
                </a:lnTo>
                <a:lnTo>
                  <a:pt x="2527" y="3505"/>
                </a:lnTo>
                <a:lnTo>
                  <a:pt x="5063" y="1990"/>
                </a:lnTo>
                <a:lnTo>
                  <a:pt x="7629" y="966"/>
                </a:lnTo>
                <a:lnTo>
                  <a:pt x="10243" y="352"/>
                </a:lnTo>
                <a:lnTo>
                  <a:pt x="12925" y="53"/>
                </a:lnTo>
                <a:lnTo>
                  <a:pt x="15699" y="0"/>
                </a:lnTo>
                <a:lnTo>
                  <a:pt x="18585" y="96"/>
                </a:lnTo>
                <a:lnTo>
                  <a:pt x="21600" y="261"/>
                </a:lnTo>
                <a:close/>
              </a:path>
            </a:pathLst>
          </a:custGeom>
          <a:solidFill>
            <a:srgbClr val="7B13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6" name="contour_16384"/>
          <p:cNvSpPr/>
          <p:nvPr/>
        </p:nvSpPr>
        <p:spPr>
          <a:xfrm>
            <a:off x="1036998" y="4642451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891"/>
                </a:lnTo>
                <a:lnTo>
                  <a:pt x="7606" y="1782"/>
                </a:lnTo>
                <a:lnTo>
                  <a:pt x="11074" y="2678"/>
                </a:lnTo>
                <a:lnTo>
                  <a:pt x="14558" y="3580"/>
                </a:lnTo>
                <a:lnTo>
                  <a:pt x="18064" y="4487"/>
                </a:lnTo>
                <a:lnTo>
                  <a:pt x="21600" y="5400"/>
                </a:lnTo>
                <a:lnTo>
                  <a:pt x="20566" y="8608"/>
                </a:lnTo>
                <a:lnTo>
                  <a:pt x="19526" y="11826"/>
                </a:lnTo>
                <a:lnTo>
                  <a:pt x="18487" y="15055"/>
                </a:lnTo>
                <a:lnTo>
                  <a:pt x="17437" y="18311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787B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7" name="contour_16385"/>
          <p:cNvSpPr/>
          <p:nvPr/>
        </p:nvSpPr>
        <p:spPr>
          <a:xfrm>
            <a:off x="7844966" y="463516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1674"/>
                </a:lnTo>
                <a:lnTo>
                  <a:pt x="10260" y="3377"/>
                </a:lnTo>
                <a:lnTo>
                  <a:pt x="11647" y="5270"/>
                </a:lnTo>
                <a:lnTo>
                  <a:pt x="12930" y="6606"/>
                </a:lnTo>
                <a:lnTo>
                  <a:pt x="14653" y="7733"/>
                </a:lnTo>
                <a:lnTo>
                  <a:pt x="17362" y="9014"/>
                </a:lnTo>
                <a:lnTo>
                  <a:pt x="21600" y="10800"/>
                </a:lnTo>
                <a:lnTo>
                  <a:pt x="20516" y="11344"/>
                </a:lnTo>
                <a:lnTo>
                  <a:pt x="19513" y="11844"/>
                </a:lnTo>
                <a:lnTo>
                  <a:pt x="18425" y="12388"/>
                </a:lnTo>
                <a:lnTo>
                  <a:pt x="17064" y="13068"/>
                </a:lnTo>
                <a:lnTo>
                  <a:pt x="15258" y="13972"/>
                </a:lnTo>
                <a:lnTo>
                  <a:pt x="12826" y="15188"/>
                </a:lnTo>
                <a:lnTo>
                  <a:pt x="9590" y="16805"/>
                </a:lnTo>
                <a:lnTo>
                  <a:pt x="5374" y="18914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54"/>
                </a:lnTo>
                <a:lnTo>
                  <a:pt x="0" y="12053"/>
                </a:lnTo>
                <a:lnTo>
                  <a:pt x="0" y="9637"/>
                </a:lnTo>
                <a:lnTo>
                  <a:pt x="0" y="7200"/>
                </a:lnTo>
                <a:lnTo>
                  <a:pt x="2856" y="7200"/>
                </a:lnTo>
                <a:lnTo>
                  <a:pt x="5728" y="7200"/>
                </a:lnTo>
                <a:lnTo>
                  <a:pt x="8640" y="7200"/>
                </a:lnTo>
                <a:lnTo>
                  <a:pt x="8640" y="4820"/>
                </a:lnTo>
                <a:lnTo>
                  <a:pt x="8640" y="2426"/>
                </a:lnTo>
                <a:lnTo>
                  <a:pt x="8640" y="0"/>
                </a:lnTo>
                <a:close/>
              </a:path>
            </a:pathLst>
          </a:custGeom>
          <a:solidFill>
            <a:srgbClr val="7775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8" name="contour_16386"/>
          <p:cNvSpPr/>
          <p:nvPr/>
        </p:nvSpPr>
        <p:spPr>
          <a:xfrm>
            <a:off x="6766343" y="4635163"/>
            <a:ext cx="43728" cy="2189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753"/>
                </a:lnTo>
                <a:lnTo>
                  <a:pt x="21600" y="9534"/>
                </a:lnTo>
                <a:lnTo>
                  <a:pt x="21600" y="14381"/>
                </a:lnTo>
                <a:lnTo>
                  <a:pt x="17734" y="17192"/>
                </a:lnTo>
                <a:lnTo>
                  <a:pt x="14738" y="19270"/>
                </a:lnTo>
                <a:lnTo>
                  <a:pt x="12395" y="20651"/>
                </a:lnTo>
                <a:lnTo>
                  <a:pt x="10483" y="21413"/>
                </a:lnTo>
                <a:lnTo>
                  <a:pt x="8777" y="21600"/>
                </a:lnTo>
                <a:lnTo>
                  <a:pt x="7060" y="21276"/>
                </a:lnTo>
                <a:lnTo>
                  <a:pt x="5108" y="20500"/>
                </a:lnTo>
                <a:lnTo>
                  <a:pt x="2700" y="19328"/>
                </a:lnTo>
                <a:lnTo>
                  <a:pt x="2027" y="18091"/>
                </a:lnTo>
                <a:lnTo>
                  <a:pt x="0" y="14381"/>
                </a:lnTo>
                <a:lnTo>
                  <a:pt x="0" y="9628"/>
                </a:lnTo>
                <a:lnTo>
                  <a:pt x="0" y="4846"/>
                </a:lnTo>
                <a:lnTo>
                  <a:pt x="0" y="0"/>
                </a:lnTo>
                <a:close/>
              </a:path>
            </a:pathLst>
          </a:custGeom>
          <a:solidFill>
            <a:srgbClr val="3E39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89" name="contour_16387"/>
          <p:cNvSpPr/>
          <p:nvPr/>
        </p:nvSpPr>
        <p:spPr>
          <a:xfrm>
            <a:off x="7116166" y="4628873"/>
            <a:ext cx="43728" cy="28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79" y="1700"/>
                </a:moveTo>
                <a:lnTo>
                  <a:pt x="19253" y="2477"/>
                </a:lnTo>
                <a:lnTo>
                  <a:pt x="21600" y="4825"/>
                </a:lnTo>
                <a:lnTo>
                  <a:pt x="20887" y="8152"/>
                </a:lnTo>
                <a:lnTo>
                  <a:pt x="20171" y="11479"/>
                </a:lnTo>
                <a:lnTo>
                  <a:pt x="19454" y="14829"/>
                </a:lnTo>
                <a:lnTo>
                  <a:pt x="18731" y="18200"/>
                </a:lnTo>
                <a:lnTo>
                  <a:pt x="18000" y="21600"/>
                </a:lnTo>
                <a:lnTo>
                  <a:pt x="16988" y="20974"/>
                </a:lnTo>
                <a:lnTo>
                  <a:pt x="16049" y="20392"/>
                </a:lnTo>
                <a:lnTo>
                  <a:pt x="14962" y="19716"/>
                </a:lnTo>
                <a:lnTo>
                  <a:pt x="13522" y="18821"/>
                </a:lnTo>
                <a:lnTo>
                  <a:pt x="11516" y="17574"/>
                </a:lnTo>
                <a:lnTo>
                  <a:pt x="8734" y="15846"/>
                </a:lnTo>
                <a:lnTo>
                  <a:pt x="4968" y="13503"/>
                </a:lnTo>
                <a:lnTo>
                  <a:pt x="0" y="10417"/>
                </a:lnTo>
                <a:lnTo>
                  <a:pt x="4432" y="6531"/>
                </a:lnTo>
                <a:lnTo>
                  <a:pt x="7823" y="3651"/>
                </a:lnTo>
                <a:lnTo>
                  <a:pt x="10393" y="1666"/>
                </a:lnTo>
                <a:lnTo>
                  <a:pt x="12355" y="486"/>
                </a:lnTo>
                <a:lnTo>
                  <a:pt x="13928" y="0"/>
                </a:lnTo>
                <a:lnTo>
                  <a:pt x="15329" y="106"/>
                </a:lnTo>
                <a:lnTo>
                  <a:pt x="16772" y="710"/>
                </a:lnTo>
                <a:lnTo>
                  <a:pt x="18479" y="1700"/>
                </a:lnTo>
                <a:close/>
              </a:path>
            </a:pathLst>
          </a:custGeom>
          <a:solidFill>
            <a:srgbClr val="B6B8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0" name="contour_16388"/>
          <p:cNvSpPr/>
          <p:nvPr/>
        </p:nvSpPr>
        <p:spPr>
          <a:xfrm>
            <a:off x="680870" y="4620587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400" y="4500"/>
                </a:lnTo>
                <a:lnTo>
                  <a:pt x="14400" y="9027"/>
                </a:lnTo>
                <a:lnTo>
                  <a:pt x="14400" y="13615"/>
                </a:lnTo>
                <a:lnTo>
                  <a:pt x="16538" y="16113"/>
                </a:lnTo>
                <a:lnTo>
                  <a:pt x="18000" y="17658"/>
                </a:lnTo>
                <a:lnTo>
                  <a:pt x="19462" y="18877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CCCD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1" name="contour_16389"/>
          <p:cNvSpPr/>
          <p:nvPr/>
        </p:nvSpPr>
        <p:spPr>
          <a:xfrm>
            <a:off x="5024513" y="459872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524"/>
                </a:lnTo>
                <a:lnTo>
                  <a:pt x="9763" y="1134"/>
                </a:lnTo>
                <a:lnTo>
                  <a:pt x="13228" y="2365"/>
                </a:lnTo>
                <a:lnTo>
                  <a:pt x="15582" y="3191"/>
                </a:lnTo>
                <a:lnTo>
                  <a:pt x="17971" y="4028"/>
                </a:lnTo>
                <a:lnTo>
                  <a:pt x="19773" y="4709"/>
                </a:lnTo>
                <a:lnTo>
                  <a:pt x="21600" y="5400"/>
                </a:lnTo>
                <a:lnTo>
                  <a:pt x="20788" y="9418"/>
                </a:lnTo>
                <a:lnTo>
                  <a:pt x="20157" y="12269"/>
                </a:lnTo>
                <a:lnTo>
                  <a:pt x="19500" y="14731"/>
                </a:lnTo>
                <a:lnTo>
                  <a:pt x="18611" y="17582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6074" y="8818"/>
                </a:lnTo>
                <a:lnTo>
                  <a:pt x="4320" y="7592"/>
                </a:lnTo>
                <a:lnTo>
                  <a:pt x="2566" y="6626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8F8B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2" name="contour_16390"/>
          <p:cNvSpPr/>
          <p:nvPr/>
        </p:nvSpPr>
        <p:spPr>
          <a:xfrm>
            <a:off x="1810509" y="460601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0887"/>
                </a:lnTo>
                <a:lnTo>
                  <a:pt x="14467" y="20174"/>
                </a:lnTo>
                <a:lnTo>
                  <a:pt x="10881" y="19457"/>
                </a:lnTo>
                <a:lnTo>
                  <a:pt x="7279" y="18736"/>
                </a:lnTo>
                <a:lnTo>
                  <a:pt x="3656" y="18010"/>
                </a:lnTo>
                <a:lnTo>
                  <a:pt x="0" y="17280"/>
                </a:lnTo>
                <a:lnTo>
                  <a:pt x="1928" y="15116"/>
                </a:lnTo>
                <a:lnTo>
                  <a:pt x="3866" y="12951"/>
                </a:lnTo>
                <a:lnTo>
                  <a:pt x="5810" y="10796"/>
                </a:lnTo>
                <a:lnTo>
                  <a:pt x="7765" y="8640"/>
                </a:lnTo>
                <a:lnTo>
                  <a:pt x="9931" y="6229"/>
                </a:lnTo>
                <a:lnTo>
                  <a:pt x="12128" y="3780"/>
                </a:lnTo>
                <a:lnTo>
                  <a:pt x="14148" y="1905"/>
                </a:lnTo>
                <a:lnTo>
                  <a:pt x="16200" y="0"/>
                </a:lnTo>
                <a:close/>
              </a:path>
            </a:pathLst>
          </a:custGeom>
          <a:solidFill>
            <a:srgbClr val="7362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3" name="contour_16391"/>
          <p:cNvSpPr/>
          <p:nvPr/>
        </p:nvSpPr>
        <p:spPr>
          <a:xfrm>
            <a:off x="10731010" y="4613299"/>
            <a:ext cx="43728" cy="23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8515" y="6613"/>
                </a:lnTo>
                <a:lnTo>
                  <a:pt x="16103" y="11593"/>
                </a:lnTo>
                <a:lnTo>
                  <a:pt x="14166" y="15211"/>
                </a:lnTo>
                <a:lnTo>
                  <a:pt x="12510" y="17711"/>
                </a:lnTo>
                <a:lnTo>
                  <a:pt x="10937" y="19344"/>
                </a:lnTo>
                <a:lnTo>
                  <a:pt x="9245" y="20374"/>
                </a:lnTo>
                <a:lnTo>
                  <a:pt x="7240" y="21038"/>
                </a:lnTo>
                <a:lnTo>
                  <a:pt x="4723" y="21600"/>
                </a:lnTo>
                <a:lnTo>
                  <a:pt x="3550" y="21282"/>
                </a:lnTo>
                <a:lnTo>
                  <a:pt x="0" y="20326"/>
                </a:lnTo>
                <a:lnTo>
                  <a:pt x="0" y="16302"/>
                </a:lnTo>
                <a:lnTo>
                  <a:pt x="0" y="12263"/>
                </a:lnTo>
                <a:lnTo>
                  <a:pt x="0" y="8212"/>
                </a:lnTo>
                <a:lnTo>
                  <a:pt x="0" y="4126"/>
                </a:lnTo>
                <a:lnTo>
                  <a:pt x="0" y="0"/>
                </a:lnTo>
                <a:close/>
              </a:path>
            </a:pathLst>
          </a:custGeom>
          <a:solidFill>
            <a:srgbClr val="FCF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4" name="contour_16392"/>
          <p:cNvSpPr/>
          <p:nvPr/>
        </p:nvSpPr>
        <p:spPr>
          <a:xfrm>
            <a:off x="8070893" y="457685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98" y="893"/>
                </a:lnTo>
                <a:lnTo>
                  <a:pt x="17250" y="1786"/>
                </a:lnTo>
                <a:lnTo>
                  <a:pt x="19410" y="2689"/>
                </a:lnTo>
                <a:lnTo>
                  <a:pt x="21600" y="3600"/>
                </a:lnTo>
                <a:lnTo>
                  <a:pt x="20948" y="4504"/>
                </a:lnTo>
                <a:lnTo>
                  <a:pt x="20347" y="5339"/>
                </a:lnTo>
                <a:lnTo>
                  <a:pt x="19695" y="6246"/>
                </a:lnTo>
                <a:lnTo>
                  <a:pt x="18878" y="7380"/>
                </a:lnTo>
                <a:lnTo>
                  <a:pt x="17794" y="8885"/>
                </a:lnTo>
                <a:lnTo>
                  <a:pt x="16334" y="10912"/>
                </a:lnTo>
                <a:lnTo>
                  <a:pt x="14394" y="13608"/>
                </a:lnTo>
                <a:lnTo>
                  <a:pt x="11863" y="17122"/>
                </a:lnTo>
                <a:lnTo>
                  <a:pt x="8640" y="21600"/>
                </a:lnTo>
                <a:lnTo>
                  <a:pt x="6463" y="19580"/>
                </a:lnTo>
                <a:lnTo>
                  <a:pt x="4899" y="18050"/>
                </a:lnTo>
                <a:lnTo>
                  <a:pt x="3711" y="16708"/>
                </a:lnTo>
                <a:lnTo>
                  <a:pt x="2657" y="15250"/>
                </a:lnTo>
                <a:lnTo>
                  <a:pt x="1503" y="13381"/>
                </a:lnTo>
                <a:lnTo>
                  <a:pt x="0" y="10800"/>
                </a:lnTo>
                <a:lnTo>
                  <a:pt x="1594" y="8474"/>
                </a:lnTo>
                <a:lnTo>
                  <a:pt x="3387" y="6372"/>
                </a:lnTo>
                <a:lnTo>
                  <a:pt x="5391" y="4478"/>
                </a:lnTo>
                <a:lnTo>
                  <a:pt x="7638" y="2794"/>
                </a:lnTo>
                <a:lnTo>
                  <a:pt x="10156" y="1303"/>
                </a:lnTo>
                <a:lnTo>
                  <a:pt x="12960" y="0"/>
                </a:lnTo>
                <a:close/>
              </a:path>
            </a:pathLst>
          </a:custGeom>
          <a:solidFill>
            <a:srgbClr val="E0E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5" name="contour_16393"/>
          <p:cNvSpPr/>
          <p:nvPr/>
        </p:nvSpPr>
        <p:spPr>
          <a:xfrm>
            <a:off x="7116166" y="459872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75" y="462"/>
                </a:lnTo>
                <a:lnTo>
                  <a:pt x="10169" y="1076"/>
                </a:lnTo>
                <a:lnTo>
                  <a:pt x="13025" y="1806"/>
                </a:lnTo>
                <a:lnTo>
                  <a:pt x="15867" y="2614"/>
                </a:lnTo>
                <a:lnTo>
                  <a:pt x="18719" y="3465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1128" y="19155"/>
                </a:lnTo>
                <a:lnTo>
                  <a:pt x="9292" y="16710"/>
                </a:lnTo>
                <a:lnTo>
                  <a:pt x="7452" y="14256"/>
                </a:lnTo>
                <a:lnTo>
                  <a:pt x="5603" y="11794"/>
                </a:lnTo>
                <a:lnTo>
                  <a:pt x="3750" y="9318"/>
                </a:lnTo>
                <a:lnTo>
                  <a:pt x="1879" y="6830"/>
                </a:lnTo>
                <a:lnTo>
                  <a:pt x="0" y="4320"/>
                </a:lnTo>
                <a:lnTo>
                  <a:pt x="2143" y="2177"/>
                </a:lnTo>
                <a:lnTo>
                  <a:pt x="4320" y="0"/>
                </a:lnTo>
                <a:close/>
              </a:path>
            </a:pathLst>
          </a:custGeom>
          <a:solidFill>
            <a:srgbClr val="494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6" name="contour_16394"/>
          <p:cNvSpPr/>
          <p:nvPr/>
        </p:nvSpPr>
        <p:spPr>
          <a:xfrm>
            <a:off x="6547703" y="461329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450" y="2709"/>
                </a:lnTo>
                <a:lnTo>
                  <a:pt x="19278" y="5413"/>
                </a:lnTo>
                <a:lnTo>
                  <a:pt x="18085" y="8109"/>
                </a:lnTo>
                <a:lnTo>
                  <a:pt x="16875" y="10800"/>
                </a:lnTo>
                <a:lnTo>
                  <a:pt x="16000" y="12809"/>
                </a:lnTo>
                <a:lnTo>
                  <a:pt x="15115" y="14826"/>
                </a:lnTo>
                <a:lnTo>
                  <a:pt x="14218" y="16874"/>
                </a:lnTo>
                <a:lnTo>
                  <a:pt x="12523" y="1922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571" y="16066"/>
                </a:lnTo>
                <a:lnTo>
                  <a:pt x="2824" y="11845"/>
                </a:lnTo>
                <a:lnTo>
                  <a:pt x="3893" y="8692"/>
                </a:lnTo>
                <a:lnTo>
                  <a:pt x="4892" y="6346"/>
                </a:lnTo>
                <a:lnTo>
                  <a:pt x="5962" y="4558"/>
                </a:lnTo>
                <a:lnTo>
                  <a:pt x="7214" y="3072"/>
                </a:lnTo>
                <a:lnTo>
                  <a:pt x="8786" y="1637"/>
                </a:lnTo>
                <a:lnTo>
                  <a:pt x="10800" y="0"/>
                </a:lnTo>
                <a:close/>
              </a:path>
            </a:pathLst>
          </a:custGeom>
          <a:solidFill>
            <a:srgbClr val="FD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7" name="contour_16395"/>
          <p:cNvSpPr/>
          <p:nvPr/>
        </p:nvSpPr>
        <p:spPr>
          <a:xfrm>
            <a:off x="10373899" y="4592076"/>
            <a:ext cx="51016" cy="285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11"/>
                </a:moveTo>
                <a:lnTo>
                  <a:pt x="11966" y="751"/>
                </a:lnTo>
                <a:lnTo>
                  <a:pt x="13904" y="1524"/>
                </a:lnTo>
                <a:lnTo>
                  <a:pt x="15833" y="2336"/>
                </a:lnTo>
                <a:lnTo>
                  <a:pt x="17758" y="3191"/>
                </a:lnTo>
                <a:lnTo>
                  <a:pt x="19681" y="4091"/>
                </a:lnTo>
                <a:lnTo>
                  <a:pt x="21600" y="5036"/>
                </a:lnTo>
                <a:lnTo>
                  <a:pt x="19955" y="7780"/>
                </a:lnTo>
                <a:lnTo>
                  <a:pt x="18304" y="10430"/>
                </a:lnTo>
                <a:lnTo>
                  <a:pt x="16629" y="12964"/>
                </a:lnTo>
                <a:lnTo>
                  <a:pt x="14907" y="15366"/>
                </a:lnTo>
                <a:lnTo>
                  <a:pt x="13117" y="17619"/>
                </a:lnTo>
                <a:lnTo>
                  <a:pt x="11241" y="19701"/>
                </a:lnTo>
                <a:lnTo>
                  <a:pt x="9257" y="21600"/>
                </a:lnTo>
                <a:lnTo>
                  <a:pt x="6964" y="19679"/>
                </a:lnTo>
                <a:lnTo>
                  <a:pt x="5314" y="18199"/>
                </a:lnTo>
                <a:lnTo>
                  <a:pt x="4052" y="16857"/>
                </a:lnTo>
                <a:lnTo>
                  <a:pt x="2916" y="15339"/>
                </a:lnTo>
                <a:lnTo>
                  <a:pt x="1651" y="13340"/>
                </a:lnTo>
                <a:lnTo>
                  <a:pt x="0" y="10557"/>
                </a:lnTo>
                <a:lnTo>
                  <a:pt x="1361" y="6979"/>
                </a:lnTo>
                <a:lnTo>
                  <a:pt x="2669" y="4152"/>
                </a:lnTo>
                <a:lnTo>
                  <a:pt x="4058" y="2060"/>
                </a:lnTo>
                <a:lnTo>
                  <a:pt x="5659" y="679"/>
                </a:lnTo>
                <a:lnTo>
                  <a:pt x="7600" y="0"/>
                </a:lnTo>
                <a:lnTo>
                  <a:pt x="10016" y="11"/>
                </a:lnTo>
                <a:close/>
              </a:path>
            </a:pathLst>
          </a:custGeom>
          <a:solidFill>
            <a:srgbClr val="EF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8" name="contour_16396"/>
          <p:cNvSpPr/>
          <p:nvPr/>
        </p:nvSpPr>
        <p:spPr>
          <a:xfrm>
            <a:off x="9520489" y="4598723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64" y="0"/>
                </a:lnTo>
                <a:lnTo>
                  <a:pt x="16901" y="0"/>
                </a:lnTo>
                <a:lnTo>
                  <a:pt x="21600" y="0"/>
                </a:lnTo>
                <a:lnTo>
                  <a:pt x="20986" y="2196"/>
                </a:lnTo>
                <a:lnTo>
                  <a:pt x="20345" y="4392"/>
                </a:lnTo>
                <a:lnTo>
                  <a:pt x="19676" y="6584"/>
                </a:lnTo>
                <a:lnTo>
                  <a:pt x="18985" y="8777"/>
                </a:lnTo>
                <a:lnTo>
                  <a:pt x="18253" y="11225"/>
                </a:lnTo>
                <a:lnTo>
                  <a:pt x="17514" y="13712"/>
                </a:lnTo>
                <a:lnTo>
                  <a:pt x="15729" y="16229"/>
                </a:lnTo>
                <a:lnTo>
                  <a:pt x="14084" y="17762"/>
                </a:lnTo>
                <a:lnTo>
                  <a:pt x="11616" y="18936"/>
                </a:lnTo>
                <a:lnTo>
                  <a:pt x="7384" y="20376"/>
                </a:lnTo>
                <a:lnTo>
                  <a:pt x="4058" y="20981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B7CF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399" name="contour_16397"/>
          <p:cNvSpPr/>
          <p:nvPr/>
        </p:nvSpPr>
        <p:spPr>
          <a:xfrm>
            <a:off x="8216653" y="458414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3551" y="11378"/>
                </a:lnTo>
                <a:lnTo>
                  <a:pt x="6398" y="7625"/>
                </a:lnTo>
                <a:lnTo>
                  <a:pt x="8722" y="4801"/>
                </a:lnTo>
                <a:lnTo>
                  <a:pt x="10696" y="2776"/>
                </a:lnTo>
                <a:lnTo>
                  <a:pt x="12502" y="1420"/>
                </a:lnTo>
                <a:lnTo>
                  <a:pt x="14321" y="599"/>
                </a:lnTo>
                <a:lnTo>
                  <a:pt x="16321" y="178"/>
                </a:lnTo>
                <a:lnTo>
                  <a:pt x="18688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BEBF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0" name="contour_16398"/>
          <p:cNvSpPr/>
          <p:nvPr/>
        </p:nvSpPr>
        <p:spPr>
          <a:xfrm>
            <a:off x="7836963" y="4598723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64" y="0"/>
                </a:lnTo>
                <a:lnTo>
                  <a:pt x="16901" y="0"/>
                </a:lnTo>
                <a:lnTo>
                  <a:pt x="21600" y="0"/>
                </a:lnTo>
                <a:lnTo>
                  <a:pt x="20986" y="2196"/>
                </a:lnTo>
                <a:lnTo>
                  <a:pt x="20345" y="4392"/>
                </a:lnTo>
                <a:lnTo>
                  <a:pt x="19676" y="6584"/>
                </a:lnTo>
                <a:lnTo>
                  <a:pt x="18985" y="8777"/>
                </a:lnTo>
                <a:lnTo>
                  <a:pt x="18253" y="11225"/>
                </a:lnTo>
                <a:lnTo>
                  <a:pt x="17514" y="13712"/>
                </a:lnTo>
                <a:lnTo>
                  <a:pt x="15729" y="16229"/>
                </a:lnTo>
                <a:lnTo>
                  <a:pt x="14084" y="17762"/>
                </a:lnTo>
                <a:lnTo>
                  <a:pt x="11616" y="18936"/>
                </a:lnTo>
                <a:lnTo>
                  <a:pt x="7384" y="20376"/>
                </a:lnTo>
                <a:lnTo>
                  <a:pt x="4058" y="20981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FB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1" name="contour_16399"/>
          <p:cNvSpPr/>
          <p:nvPr/>
        </p:nvSpPr>
        <p:spPr>
          <a:xfrm>
            <a:off x="498670" y="4584147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808" y="2376"/>
                </a:lnTo>
                <a:lnTo>
                  <a:pt x="20016" y="4756"/>
                </a:lnTo>
                <a:lnTo>
                  <a:pt x="19224" y="7135"/>
                </a:lnTo>
                <a:lnTo>
                  <a:pt x="18425" y="9522"/>
                </a:lnTo>
                <a:lnTo>
                  <a:pt x="17626" y="11916"/>
                </a:lnTo>
                <a:lnTo>
                  <a:pt x="16826" y="14321"/>
                </a:lnTo>
                <a:lnTo>
                  <a:pt x="16020" y="16733"/>
                </a:lnTo>
                <a:lnTo>
                  <a:pt x="15214" y="1915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76" y="14465"/>
                </a:lnTo>
                <a:lnTo>
                  <a:pt x="3175" y="12078"/>
                </a:lnTo>
                <a:lnTo>
                  <a:pt x="3974" y="9684"/>
                </a:lnTo>
                <a:lnTo>
                  <a:pt x="4774" y="7279"/>
                </a:lnTo>
                <a:lnTo>
                  <a:pt x="5580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E8E9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2" name="contour_16400"/>
          <p:cNvSpPr/>
          <p:nvPr/>
        </p:nvSpPr>
        <p:spPr>
          <a:xfrm>
            <a:off x="5454504" y="458414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306" y="659"/>
                </a:lnTo>
                <a:lnTo>
                  <a:pt x="13222" y="1642"/>
                </a:lnTo>
                <a:lnTo>
                  <a:pt x="15021" y="2927"/>
                </a:lnTo>
                <a:lnTo>
                  <a:pt x="16737" y="4504"/>
                </a:lnTo>
                <a:lnTo>
                  <a:pt x="18388" y="6350"/>
                </a:lnTo>
                <a:lnTo>
                  <a:pt x="20002" y="8456"/>
                </a:lnTo>
                <a:lnTo>
                  <a:pt x="21600" y="10800"/>
                </a:lnTo>
                <a:lnTo>
                  <a:pt x="21600" y="13478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2018" y="15617"/>
                </a:lnTo>
                <a:lnTo>
                  <a:pt x="3533" y="11227"/>
                </a:lnTo>
                <a:lnTo>
                  <a:pt x="4709" y="8057"/>
                </a:lnTo>
                <a:lnTo>
                  <a:pt x="5709" y="5729"/>
                </a:lnTo>
                <a:lnTo>
                  <a:pt x="6690" y="3861"/>
                </a:lnTo>
                <a:lnTo>
                  <a:pt x="7819" y="2079"/>
                </a:lnTo>
                <a:lnTo>
                  <a:pt x="9257" y="0"/>
                </a:lnTo>
                <a:close/>
              </a:path>
            </a:pathLst>
          </a:custGeom>
          <a:solidFill>
            <a:srgbClr val="ECF2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3" name="contour_16401"/>
          <p:cNvSpPr/>
          <p:nvPr/>
        </p:nvSpPr>
        <p:spPr>
          <a:xfrm>
            <a:off x="4776721" y="459143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400" y="3569"/>
                </a:lnTo>
                <a:lnTo>
                  <a:pt x="14400" y="7160"/>
                </a:lnTo>
                <a:lnTo>
                  <a:pt x="14400" y="10800"/>
                </a:lnTo>
                <a:lnTo>
                  <a:pt x="16538" y="12782"/>
                </a:lnTo>
                <a:lnTo>
                  <a:pt x="18000" y="14008"/>
                </a:lnTo>
                <a:lnTo>
                  <a:pt x="19462" y="14974"/>
                </a:lnTo>
                <a:lnTo>
                  <a:pt x="21600" y="16200"/>
                </a:lnTo>
                <a:lnTo>
                  <a:pt x="19732" y="17960"/>
                </a:lnTo>
                <a:lnTo>
                  <a:pt x="18360" y="19105"/>
                </a:lnTo>
                <a:lnTo>
                  <a:pt x="16808" y="20153"/>
                </a:lnTo>
                <a:lnTo>
                  <a:pt x="14400" y="21600"/>
                </a:lnTo>
                <a:lnTo>
                  <a:pt x="12114" y="20709"/>
                </a:lnTo>
                <a:lnTo>
                  <a:pt x="10555" y="19958"/>
                </a:lnTo>
                <a:lnTo>
                  <a:pt x="9007" y="18932"/>
                </a:lnTo>
                <a:lnTo>
                  <a:pt x="6750" y="17215"/>
                </a:lnTo>
                <a:lnTo>
                  <a:pt x="4838" y="15822"/>
                </a:lnTo>
                <a:lnTo>
                  <a:pt x="2898" y="14407"/>
                </a:lnTo>
                <a:lnTo>
                  <a:pt x="1458" y="1262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C9C7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4" name="contour_16402"/>
          <p:cNvSpPr/>
          <p:nvPr/>
        </p:nvSpPr>
        <p:spPr>
          <a:xfrm>
            <a:off x="1723053" y="457685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074" y="1868"/>
                </a:lnTo>
                <a:lnTo>
                  <a:pt x="19262" y="3240"/>
                </a:lnTo>
                <a:lnTo>
                  <a:pt x="20272" y="4792"/>
                </a:lnTo>
                <a:lnTo>
                  <a:pt x="21600" y="7200"/>
                </a:lnTo>
                <a:lnTo>
                  <a:pt x="19780" y="9486"/>
                </a:lnTo>
                <a:lnTo>
                  <a:pt x="18365" y="11045"/>
                </a:lnTo>
                <a:lnTo>
                  <a:pt x="16627" y="12593"/>
                </a:lnTo>
                <a:lnTo>
                  <a:pt x="13835" y="14850"/>
                </a:lnTo>
                <a:lnTo>
                  <a:pt x="11502" y="16762"/>
                </a:lnTo>
                <a:lnTo>
                  <a:pt x="9131" y="18702"/>
                </a:lnTo>
                <a:lnTo>
                  <a:pt x="7279" y="20142"/>
                </a:lnTo>
                <a:lnTo>
                  <a:pt x="5400" y="21600"/>
                </a:lnTo>
                <a:lnTo>
                  <a:pt x="3197" y="17572"/>
                </a:lnTo>
                <a:lnTo>
                  <a:pt x="1712" y="14728"/>
                </a:lnTo>
                <a:lnTo>
                  <a:pt x="799" y="12668"/>
                </a:lnTo>
                <a:lnTo>
                  <a:pt x="313" y="10991"/>
                </a:lnTo>
                <a:lnTo>
                  <a:pt x="97" y="9302"/>
                </a:lnTo>
                <a:lnTo>
                  <a:pt x="0" y="7200"/>
                </a:lnTo>
                <a:lnTo>
                  <a:pt x="3310" y="5292"/>
                </a:lnTo>
                <a:lnTo>
                  <a:pt x="5778" y="3935"/>
                </a:lnTo>
                <a:lnTo>
                  <a:pt x="7846" y="2923"/>
                </a:lnTo>
                <a:lnTo>
                  <a:pt x="9979" y="2066"/>
                </a:lnTo>
                <a:lnTo>
                  <a:pt x="12609" y="1159"/>
                </a:lnTo>
                <a:lnTo>
                  <a:pt x="16200" y="0"/>
                </a:lnTo>
                <a:close/>
              </a:path>
            </a:pathLst>
          </a:custGeom>
          <a:solidFill>
            <a:srgbClr val="40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5" name="contour_16403"/>
          <p:cNvSpPr/>
          <p:nvPr/>
        </p:nvSpPr>
        <p:spPr>
          <a:xfrm>
            <a:off x="10024075" y="4576859"/>
            <a:ext cx="291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1464"/>
                </a:lnTo>
                <a:lnTo>
                  <a:pt x="11621" y="2587"/>
                </a:lnTo>
                <a:lnTo>
                  <a:pt x="13748" y="3613"/>
                </a:lnTo>
                <a:lnTo>
                  <a:pt x="15822" y="4770"/>
                </a:lnTo>
                <a:lnTo>
                  <a:pt x="18290" y="6293"/>
                </a:lnTo>
                <a:lnTo>
                  <a:pt x="21600" y="8413"/>
                </a:lnTo>
                <a:lnTo>
                  <a:pt x="21233" y="11795"/>
                </a:lnTo>
                <a:lnTo>
                  <a:pt x="20768" y="14142"/>
                </a:lnTo>
                <a:lnTo>
                  <a:pt x="19948" y="16060"/>
                </a:lnTo>
                <a:lnTo>
                  <a:pt x="18511" y="18155"/>
                </a:lnTo>
                <a:lnTo>
                  <a:pt x="16200" y="21032"/>
                </a:lnTo>
                <a:lnTo>
                  <a:pt x="12020" y="21411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11"/>
                </a:lnTo>
                <a:lnTo>
                  <a:pt x="0" y="21032"/>
                </a:lnTo>
                <a:lnTo>
                  <a:pt x="670" y="18428"/>
                </a:lnTo>
                <a:lnTo>
                  <a:pt x="1339" y="15825"/>
                </a:lnTo>
                <a:lnTo>
                  <a:pt x="2009" y="13212"/>
                </a:lnTo>
                <a:lnTo>
                  <a:pt x="2678" y="10596"/>
                </a:lnTo>
                <a:lnTo>
                  <a:pt x="3353" y="7967"/>
                </a:lnTo>
                <a:lnTo>
                  <a:pt x="4034" y="5325"/>
                </a:lnTo>
                <a:lnTo>
                  <a:pt x="4714" y="2671"/>
                </a:lnTo>
                <a:lnTo>
                  <a:pt x="5400" y="0"/>
                </a:lnTo>
                <a:close/>
              </a:path>
            </a:pathLst>
          </a:custGeom>
          <a:solidFill>
            <a:srgbClr val="C9CE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6" name="contour_16404"/>
          <p:cNvSpPr/>
          <p:nvPr/>
        </p:nvSpPr>
        <p:spPr>
          <a:xfrm>
            <a:off x="9957171" y="4576859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22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7" name="contour_16405"/>
          <p:cNvSpPr/>
          <p:nvPr/>
        </p:nvSpPr>
        <p:spPr>
          <a:xfrm>
            <a:off x="8785116" y="4569571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13" y="1336"/>
                </a:lnTo>
                <a:lnTo>
                  <a:pt x="11637" y="2691"/>
                </a:lnTo>
                <a:lnTo>
                  <a:pt x="14456" y="4113"/>
                </a:lnTo>
                <a:lnTo>
                  <a:pt x="17064" y="5650"/>
                </a:lnTo>
                <a:lnTo>
                  <a:pt x="19445" y="7350"/>
                </a:lnTo>
                <a:lnTo>
                  <a:pt x="21600" y="9257"/>
                </a:lnTo>
                <a:lnTo>
                  <a:pt x="20666" y="11229"/>
                </a:lnTo>
                <a:lnTo>
                  <a:pt x="19494" y="13090"/>
                </a:lnTo>
                <a:lnTo>
                  <a:pt x="18095" y="14864"/>
                </a:lnTo>
                <a:lnTo>
                  <a:pt x="16508" y="16580"/>
                </a:lnTo>
                <a:lnTo>
                  <a:pt x="14747" y="18255"/>
                </a:lnTo>
                <a:lnTo>
                  <a:pt x="12836" y="19921"/>
                </a:lnTo>
                <a:lnTo>
                  <a:pt x="10800" y="21600"/>
                </a:lnTo>
                <a:lnTo>
                  <a:pt x="9634" y="19792"/>
                </a:lnTo>
                <a:lnTo>
                  <a:pt x="8478" y="17980"/>
                </a:lnTo>
                <a:lnTo>
                  <a:pt x="7333" y="16166"/>
                </a:lnTo>
                <a:lnTo>
                  <a:pt x="6194" y="14352"/>
                </a:lnTo>
                <a:lnTo>
                  <a:pt x="5065" y="12534"/>
                </a:lnTo>
                <a:lnTo>
                  <a:pt x="3996" y="10849"/>
                </a:lnTo>
                <a:lnTo>
                  <a:pt x="2921" y="9155"/>
                </a:lnTo>
                <a:lnTo>
                  <a:pt x="1836" y="7437"/>
                </a:lnTo>
                <a:lnTo>
                  <a:pt x="1231" y="5999"/>
                </a:lnTo>
                <a:lnTo>
                  <a:pt x="621" y="4551"/>
                </a:lnTo>
                <a:lnTo>
                  <a:pt x="0" y="3086"/>
                </a:lnTo>
                <a:lnTo>
                  <a:pt x="2678" y="1555"/>
                </a:lnTo>
                <a:lnTo>
                  <a:pt x="5400" y="0"/>
                </a:lnTo>
                <a:close/>
              </a:path>
            </a:pathLst>
          </a:custGeom>
          <a:solidFill>
            <a:srgbClr val="E2E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8" name="contour_16406"/>
          <p:cNvSpPr/>
          <p:nvPr/>
        </p:nvSpPr>
        <p:spPr>
          <a:xfrm>
            <a:off x="1402381" y="456957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8775" y="12820"/>
                </a:lnTo>
                <a:lnTo>
                  <a:pt x="16705" y="14121"/>
                </a:lnTo>
                <a:lnTo>
                  <a:pt x="14386" y="15287"/>
                </a:lnTo>
                <a:lnTo>
                  <a:pt x="10800" y="16875"/>
                </a:lnTo>
                <a:lnTo>
                  <a:pt x="8791" y="17782"/>
                </a:lnTo>
                <a:lnTo>
                  <a:pt x="6774" y="18695"/>
                </a:lnTo>
                <a:lnTo>
                  <a:pt x="4726" y="19618"/>
                </a:lnTo>
                <a:lnTo>
                  <a:pt x="3547" y="2011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523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09" name="contour_16407"/>
          <p:cNvSpPr/>
          <p:nvPr/>
        </p:nvSpPr>
        <p:spPr>
          <a:xfrm>
            <a:off x="6824647" y="456228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634"/>
                </a:lnTo>
                <a:lnTo>
                  <a:pt x="4392" y="1296"/>
                </a:lnTo>
                <a:lnTo>
                  <a:pt x="6584" y="1987"/>
                </a:lnTo>
                <a:lnTo>
                  <a:pt x="8777" y="2700"/>
                </a:lnTo>
                <a:lnTo>
                  <a:pt x="10004" y="3082"/>
                </a:lnTo>
                <a:lnTo>
                  <a:pt x="13712" y="4219"/>
                </a:lnTo>
                <a:lnTo>
                  <a:pt x="15833" y="5789"/>
                </a:lnTo>
                <a:lnTo>
                  <a:pt x="17305" y="7481"/>
                </a:lnTo>
                <a:lnTo>
                  <a:pt x="18504" y="10123"/>
                </a:lnTo>
                <a:lnTo>
                  <a:pt x="19807" y="1455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D6F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0" name="contour_16408"/>
          <p:cNvSpPr/>
          <p:nvPr/>
        </p:nvSpPr>
        <p:spPr>
          <a:xfrm>
            <a:off x="10228139" y="4547707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40"/>
                </a:lnTo>
                <a:lnTo>
                  <a:pt x="2084" y="660"/>
                </a:lnTo>
                <a:lnTo>
                  <a:pt x="3175" y="1001"/>
                </a:lnTo>
                <a:lnTo>
                  <a:pt x="4536" y="1430"/>
                </a:lnTo>
                <a:lnTo>
                  <a:pt x="6343" y="2001"/>
                </a:lnTo>
                <a:lnTo>
                  <a:pt x="8777" y="2764"/>
                </a:lnTo>
                <a:lnTo>
                  <a:pt x="12010" y="3785"/>
                </a:lnTo>
                <a:lnTo>
                  <a:pt x="16225" y="5112"/>
                </a:lnTo>
                <a:lnTo>
                  <a:pt x="21600" y="6807"/>
                </a:lnTo>
                <a:lnTo>
                  <a:pt x="21600" y="11307"/>
                </a:lnTo>
                <a:lnTo>
                  <a:pt x="21600" y="15834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5B5B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1" name="contour_16409"/>
          <p:cNvSpPr/>
          <p:nvPr/>
        </p:nvSpPr>
        <p:spPr>
          <a:xfrm>
            <a:off x="10650842" y="4540419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8580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2" name="contour_16410"/>
          <p:cNvSpPr/>
          <p:nvPr/>
        </p:nvSpPr>
        <p:spPr>
          <a:xfrm>
            <a:off x="7573998" y="4533131"/>
            <a:ext cx="377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1268" y="2143"/>
                </a:lnTo>
                <a:lnTo>
                  <a:pt x="1793" y="4320"/>
                </a:lnTo>
                <a:lnTo>
                  <a:pt x="3344" y="6463"/>
                </a:lnTo>
                <a:lnTo>
                  <a:pt x="4920" y="8640"/>
                </a:lnTo>
                <a:lnTo>
                  <a:pt x="7739" y="8955"/>
                </a:lnTo>
                <a:lnTo>
                  <a:pt x="10496" y="9094"/>
                </a:lnTo>
                <a:lnTo>
                  <a:pt x="13227" y="9094"/>
                </a:lnTo>
                <a:lnTo>
                  <a:pt x="15962" y="8994"/>
                </a:lnTo>
                <a:lnTo>
                  <a:pt x="18739" y="8834"/>
                </a:lnTo>
                <a:lnTo>
                  <a:pt x="21600" y="8640"/>
                </a:lnTo>
                <a:lnTo>
                  <a:pt x="20774" y="11206"/>
                </a:lnTo>
                <a:lnTo>
                  <a:pt x="19945" y="13781"/>
                </a:lnTo>
                <a:lnTo>
                  <a:pt x="19115" y="16364"/>
                </a:lnTo>
                <a:lnTo>
                  <a:pt x="18277" y="18969"/>
                </a:lnTo>
                <a:lnTo>
                  <a:pt x="17430" y="21600"/>
                </a:lnTo>
                <a:lnTo>
                  <a:pt x="14903" y="20589"/>
                </a:lnTo>
                <a:lnTo>
                  <a:pt x="12426" y="19544"/>
                </a:lnTo>
                <a:lnTo>
                  <a:pt x="9995" y="18438"/>
                </a:lnTo>
                <a:lnTo>
                  <a:pt x="7614" y="17254"/>
                </a:lnTo>
                <a:lnTo>
                  <a:pt x="5279" y="15958"/>
                </a:lnTo>
                <a:lnTo>
                  <a:pt x="2990" y="14537"/>
                </a:lnTo>
                <a:lnTo>
                  <a:pt x="751" y="12960"/>
                </a:lnTo>
                <a:lnTo>
                  <a:pt x="250" y="9487"/>
                </a:lnTo>
                <a:lnTo>
                  <a:pt x="0" y="7076"/>
                </a:lnTo>
                <a:lnTo>
                  <a:pt x="0" y="5106"/>
                </a:lnTo>
                <a:lnTo>
                  <a:pt x="250" y="2955"/>
                </a:lnTo>
                <a:lnTo>
                  <a:pt x="751" y="0"/>
                </a:lnTo>
                <a:close/>
              </a:path>
            </a:pathLst>
          </a:custGeom>
          <a:solidFill>
            <a:srgbClr val="877D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3" name="contour_16411"/>
          <p:cNvSpPr/>
          <p:nvPr/>
        </p:nvSpPr>
        <p:spPr>
          <a:xfrm>
            <a:off x="950526" y="454041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472" y="1933"/>
                </a:lnTo>
                <a:lnTo>
                  <a:pt x="11614" y="4045"/>
                </a:lnTo>
                <a:lnTo>
                  <a:pt x="13662" y="6296"/>
                </a:lnTo>
                <a:lnTo>
                  <a:pt x="15649" y="8667"/>
                </a:lnTo>
                <a:lnTo>
                  <a:pt x="17611" y="11124"/>
                </a:lnTo>
                <a:lnTo>
                  <a:pt x="19584" y="13646"/>
                </a:lnTo>
                <a:lnTo>
                  <a:pt x="21600" y="16200"/>
                </a:lnTo>
                <a:lnTo>
                  <a:pt x="19372" y="16870"/>
                </a:lnTo>
                <a:lnTo>
                  <a:pt x="17143" y="17539"/>
                </a:lnTo>
                <a:lnTo>
                  <a:pt x="14908" y="18209"/>
                </a:lnTo>
                <a:lnTo>
                  <a:pt x="12668" y="18878"/>
                </a:lnTo>
                <a:lnTo>
                  <a:pt x="10418" y="19553"/>
                </a:lnTo>
                <a:lnTo>
                  <a:pt x="8158" y="20234"/>
                </a:lnTo>
                <a:lnTo>
                  <a:pt x="5886" y="20914"/>
                </a:lnTo>
                <a:lnTo>
                  <a:pt x="3600" y="21600"/>
                </a:lnTo>
                <a:lnTo>
                  <a:pt x="2887" y="18392"/>
                </a:lnTo>
                <a:lnTo>
                  <a:pt x="2171" y="15174"/>
                </a:lnTo>
                <a:lnTo>
                  <a:pt x="1454" y="11945"/>
                </a:lnTo>
                <a:lnTo>
                  <a:pt x="731" y="8689"/>
                </a:lnTo>
                <a:lnTo>
                  <a:pt x="0" y="5400"/>
                </a:lnTo>
                <a:lnTo>
                  <a:pt x="1868" y="3526"/>
                </a:lnTo>
                <a:lnTo>
                  <a:pt x="3240" y="2338"/>
                </a:lnTo>
                <a:lnTo>
                  <a:pt x="4792" y="1328"/>
                </a:lnTo>
                <a:lnTo>
                  <a:pt x="7200" y="0"/>
                </a:lnTo>
                <a:close/>
              </a:path>
            </a:pathLst>
          </a:custGeom>
          <a:solidFill>
            <a:srgbClr val="5F5D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4" name="contour_16412"/>
          <p:cNvSpPr/>
          <p:nvPr/>
        </p:nvSpPr>
        <p:spPr>
          <a:xfrm>
            <a:off x="7677342" y="452584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6200" y="18744"/>
                </a:lnTo>
                <a:lnTo>
                  <a:pt x="16200" y="15872"/>
                </a:lnTo>
                <a:lnTo>
                  <a:pt x="16200" y="12960"/>
                </a:lnTo>
                <a:lnTo>
                  <a:pt x="12992" y="12960"/>
                </a:lnTo>
                <a:lnTo>
                  <a:pt x="9774" y="12960"/>
                </a:lnTo>
                <a:lnTo>
                  <a:pt x="6545" y="12960"/>
                </a:lnTo>
                <a:lnTo>
                  <a:pt x="3289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D9C9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5" name="contour_16413"/>
          <p:cNvSpPr/>
          <p:nvPr/>
        </p:nvSpPr>
        <p:spPr>
          <a:xfrm>
            <a:off x="7582598" y="4518555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862" y="18036"/>
                </a:lnTo>
                <a:lnTo>
                  <a:pt x="1724" y="14467"/>
                </a:lnTo>
                <a:lnTo>
                  <a:pt x="2591" y="10881"/>
                </a:lnTo>
                <a:lnTo>
                  <a:pt x="3463" y="7279"/>
                </a:lnTo>
                <a:lnTo>
                  <a:pt x="4341" y="3656"/>
                </a:lnTo>
                <a:lnTo>
                  <a:pt x="5224" y="0"/>
                </a:lnTo>
                <a:close/>
              </a:path>
            </a:pathLst>
          </a:custGeom>
          <a:solidFill>
            <a:srgbClr val="D6C1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6" name="contour_16414"/>
          <p:cNvSpPr/>
          <p:nvPr/>
        </p:nvSpPr>
        <p:spPr>
          <a:xfrm>
            <a:off x="4922481" y="452584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47" y="7404"/>
                </a:lnTo>
                <a:lnTo>
                  <a:pt x="20039" y="9621"/>
                </a:lnTo>
                <a:lnTo>
                  <a:pt x="19219" y="11591"/>
                </a:lnTo>
                <a:lnTo>
                  <a:pt x="18025" y="13936"/>
                </a:lnTo>
                <a:lnTo>
                  <a:pt x="16200" y="17280"/>
                </a:lnTo>
                <a:lnTo>
                  <a:pt x="12020" y="18740"/>
                </a:lnTo>
                <a:lnTo>
                  <a:pt x="9088" y="19695"/>
                </a:lnTo>
                <a:lnTo>
                  <a:pt x="6626" y="20352"/>
                </a:lnTo>
                <a:lnTo>
                  <a:pt x="3856" y="20917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5B5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7" name="contour_16415"/>
          <p:cNvSpPr/>
          <p:nvPr/>
        </p:nvSpPr>
        <p:spPr>
          <a:xfrm>
            <a:off x="2123892" y="451855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9331" y="3447"/>
                </a:lnTo>
                <a:lnTo>
                  <a:pt x="12990" y="5983"/>
                </a:lnTo>
                <a:lnTo>
                  <a:pt x="15600" y="7836"/>
                </a:lnTo>
                <a:lnTo>
                  <a:pt x="17461" y="9236"/>
                </a:lnTo>
                <a:lnTo>
                  <a:pt x="18883" y="10403"/>
                </a:lnTo>
                <a:lnTo>
                  <a:pt x="20161" y="11569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F4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8" name="contour_16416"/>
          <p:cNvSpPr/>
          <p:nvPr/>
        </p:nvSpPr>
        <p:spPr>
          <a:xfrm>
            <a:off x="6904815" y="4524582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20513" y="21260"/>
                </a:lnTo>
                <a:lnTo>
                  <a:pt x="19516" y="20940"/>
                </a:lnTo>
                <a:lnTo>
                  <a:pt x="18425" y="20599"/>
                </a:lnTo>
                <a:lnTo>
                  <a:pt x="17064" y="20170"/>
                </a:lnTo>
                <a:lnTo>
                  <a:pt x="15257" y="19599"/>
                </a:lnTo>
                <a:lnTo>
                  <a:pt x="12823" y="18836"/>
                </a:lnTo>
                <a:lnTo>
                  <a:pt x="9590" y="17815"/>
                </a:lnTo>
                <a:lnTo>
                  <a:pt x="5375" y="16488"/>
                </a:lnTo>
                <a:lnTo>
                  <a:pt x="0" y="14793"/>
                </a:lnTo>
                <a:lnTo>
                  <a:pt x="0" y="10293"/>
                </a:lnTo>
                <a:lnTo>
                  <a:pt x="0" y="5766"/>
                </a:lnTo>
                <a:lnTo>
                  <a:pt x="0" y="1178"/>
                </a:lnTo>
                <a:close/>
              </a:path>
            </a:pathLst>
          </a:custGeom>
          <a:solidFill>
            <a:srgbClr val="C5C6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19" name="contour_16417"/>
          <p:cNvSpPr/>
          <p:nvPr/>
        </p:nvSpPr>
        <p:spPr>
          <a:xfrm>
            <a:off x="5483656" y="452584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5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B7A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0" name="contour_16418"/>
          <p:cNvSpPr/>
          <p:nvPr/>
        </p:nvSpPr>
        <p:spPr>
          <a:xfrm>
            <a:off x="4784009" y="4519240"/>
            <a:ext cx="43728" cy="284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5010"/>
                </a:moveTo>
                <a:lnTo>
                  <a:pt x="21600" y="8665"/>
                </a:lnTo>
                <a:lnTo>
                  <a:pt x="21600" y="12343"/>
                </a:lnTo>
                <a:lnTo>
                  <a:pt x="21600" y="16070"/>
                </a:lnTo>
                <a:lnTo>
                  <a:pt x="19246" y="18271"/>
                </a:lnTo>
                <a:lnTo>
                  <a:pt x="17507" y="19659"/>
                </a:lnTo>
                <a:lnTo>
                  <a:pt x="15865" y="20500"/>
                </a:lnTo>
                <a:lnTo>
                  <a:pt x="13802" y="21058"/>
                </a:lnTo>
                <a:lnTo>
                  <a:pt x="10800" y="21600"/>
                </a:lnTo>
                <a:lnTo>
                  <a:pt x="8730" y="19194"/>
                </a:lnTo>
                <a:lnTo>
                  <a:pt x="6811" y="16634"/>
                </a:lnTo>
                <a:lnTo>
                  <a:pt x="5011" y="13924"/>
                </a:lnTo>
                <a:lnTo>
                  <a:pt x="3294" y="11082"/>
                </a:lnTo>
                <a:lnTo>
                  <a:pt x="1634" y="8107"/>
                </a:lnTo>
                <a:lnTo>
                  <a:pt x="0" y="5010"/>
                </a:lnTo>
                <a:lnTo>
                  <a:pt x="2426" y="2610"/>
                </a:lnTo>
                <a:lnTo>
                  <a:pt x="4784" y="1045"/>
                </a:lnTo>
                <a:lnTo>
                  <a:pt x="7099" y="205"/>
                </a:lnTo>
                <a:lnTo>
                  <a:pt x="9400" y="0"/>
                </a:lnTo>
                <a:lnTo>
                  <a:pt x="11711" y="326"/>
                </a:lnTo>
                <a:lnTo>
                  <a:pt x="14062" y="1095"/>
                </a:lnTo>
                <a:lnTo>
                  <a:pt x="16474" y="2195"/>
                </a:lnTo>
                <a:lnTo>
                  <a:pt x="18979" y="3534"/>
                </a:lnTo>
                <a:lnTo>
                  <a:pt x="21600" y="5010"/>
                </a:lnTo>
                <a:close/>
              </a:path>
            </a:pathLst>
          </a:custGeom>
          <a:solidFill>
            <a:srgbClr val="6756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1" name="contour_16419"/>
          <p:cNvSpPr/>
          <p:nvPr/>
        </p:nvSpPr>
        <p:spPr>
          <a:xfrm>
            <a:off x="9856451" y="450397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2856"/>
                </a:lnTo>
                <a:lnTo>
                  <a:pt x="8640" y="5728"/>
                </a:lnTo>
                <a:lnTo>
                  <a:pt x="8640" y="8640"/>
                </a:lnTo>
                <a:lnTo>
                  <a:pt x="11854" y="9971"/>
                </a:lnTo>
                <a:lnTo>
                  <a:pt x="14135" y="10860"/>
                </a:lnTo>
                <a:lnTo>
                  <a:pt x="16105" y="11517"/>
                </a:lnTo>
                <a:lnTo>
                  <a:pt x="18386" y="12148"/>
                </a:lnTo>
                <a:lnTo>
                  <a:pt x="21600" y="12960"/>
                </a:lnTo>
                <a:lnTo>
                  <a:pt x="20503" y="13509"/>
                </a:lnTo>
                <a:lnTo>
                  <a:pt x="19453" y="14036"/>
                </a:lnTo>
                <a:lnTo>
                  <a:pt x="18144" y="14688"/>
                </a:lnTo>
                <a:lnTo>
                  <a:pt x="16282" y="15621"/>
                </a:lnTo>
                <a:lnTo>
                  <a:pt x="13556" y="16982"/>
                </a:lnTo>
                <a:lnTo>
                  <a:pt x="9672" y="18926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454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2" name="contour_16420"/>
          <p:cNvSpPr/>
          <p:nvPr/>
        </p:nvSpPr>
        <p:spPr>
          <a:xfrm>
            <a:off x="8216653" y="4510144"/>
            <a:ext cx="51016" cy="229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55"/>
                </a:moveTo>
                <a:lnTo>
                  <a:pt x="20233" y="5020"/>
                </a:lnTo>
                <a:lnTo>
                  <a:pt x="18844" y="8773"/>
                </a:lnTo>
                <a:lnTo>
                  <a:pt x="17397" y="12307"/>
                </a:lnTo>
                <a:lnTo>
                  <a:pt x="15854" y="15628"/>
                </a:lnTo>
                <a:lnTo>
                  <a:pt x="14182" y="18724"/>
                </a:lnTo>
                <a:lnTo>
                  <a:pt x="12343" y="21600"/>
                </a:lnTo>
                <a:lnTo>
                  <a:pt x="10100" y="21278"/>
                </a:lnTo>
                <a:lnTo>
                  <a:pt x="8044" y="20566"/>
                </a:lnTo>
                <a:lnTo>
                  <a:pt x="6088" y="19511"/>
                </a:lnTo>
                <a:lnTo>
                  <a:pt x="4150" y="18162"/>
                </a:lnTo>
                <a:lnTo>
                  <a:pt x="2151" y="16560"/>
                </a:lnTo>
                <a:lnTo>
                  <a:pt x="0" y="14752"/>
                </a:lnTo>
                <a:lnTo>
                  <a:pt x="1564" y="10321"/>
                </a:lnTo>
                <a:lnTo>
                  <a:pt x="3203" y="6835"/>
                </a:lnTo>
                <a:lnTo>
                  <a:pt x="4919" y="4191"/>
                </a:lnTo>
                <a:lnTo>
                  <a:pt x="6711" y="2294"/>
                </a:lnTo>
                <a:lnTo>
                  <a:pt x="8581" y="1027"/>
                </a:lnTo>
                <a:lnTo>
                  <a:pt x="10538" y="294"/>
                </a:lnTo>
                <a:lnTo>
                  <a:pt x="12574" y="0"/>
                </a:lnTo>
                <a:lnTo>
                  <a:pt x="14697" y="27"/>
                </a:lnTo>
                <a:lnTo>
                  <a:pt x="16907" y="281"/>
                </a:lnTo>
                <a:lnTo>
                  <a:pt x="19209" y="657"/>
                </a:lnTo>
                <a:lnTo>
                  <a:pt x="21600" y="1055"/>
                </a:lnTo>
                <a:close/>
              </a:path>
            </a:pathLst>
          </a:custGeom>
          <a:solidFill>
            <a:srgbClr val="E1E3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3" name="contour_16421"/>
          <p:cNvSpPr/>
          <p:nvPr/>
        </p:nvSpPr>
        <p:spPr>
          <a:xfrm>
            <a:off x="4813161" y="448940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150" y="18891"/>
                </a:lnTo>
                <a:lnTo>
                  <a:pt x="2322" y="16187"/>
                </a:lnTo>
                <a:lnTo>
                  <a:pt x="3515" y="13491"/>
                </a:lnTo>
                <a:lnTo>
                  <a:pt x="4725" y="10800"/>
                </a:lnTo>
                <a:lnTo>
                  <a:pt x="5600" y="8791"/>
                </a:lnTo>
                <a:lnTo>
                  <a:pt x="6485" y="6774"/>
                </a:lnTo>
                <a:lnTo>
                  <a:pt x="7382" y="4726"/>
                </a:lnTo>
                <a:lnTo>
                  <a:pt x="9077" y="2380"/>
                </a:lnTo>
                <a:lnTo>
                  <a:pt x="10800" y="0"/>
                </a:lnTo>
                <a:close/>
              </a:path>
            </a:pathLst>
          </a:custGeom>
          <a:solidFill>
            <a:srgbClr val="2B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4" name="contour_16422"/>
          <p:cNvSpPr/>
          <p:nvPr/>
        </p:nvSpPr>
        <p:spPr>
          <a:xfrm>
            <a:off x="4536217" y="4490372"/>
            <a:ext cx="43728" cy="208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532"/>
                </a:moveTo>
                <a:lnTo>
                  <a:pt x="21600" y="11512"/>
                </a:lnTo>
                <a:lnTo>
                  <a:pt x="21600" y="16522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6620"/>
                </a:lnTo>
                <a:lnTo>
                  <a:pt x="0" y="11610"/>
                </a:lnTo>
                <a:lnTo>
                  <a:pt x="0" y="6532"/>
                </a:lnTo>
                <a:lnTo>
                  <a:pt x="2596" y="3918"/>
                </a:lnTo>
                <a:lnTo>
                  <a:pt x="5044" y="1959"/>
                </a:lnTo>
                <a:lnTo>
                  <a:pt x="7387" y="655"/>
                </a:lnTo>
                <a:lnTo>
                  <a:pt x="9670" y="0"/>
                </a:lnTo>
                <a:lnTo>
                  <a:pt x="11930" y="0"/>
                </a:lnTo>
                <a:lnTo>
                  <a:pt x="14213" y="655"/>
                </a:lnTo>
                <a:lnTo>
                  <a:pt x="16556" y="1959"/>
                </a:lnTo>
                <a:lnTo>
                  <a:pt x="19004" y="3918"/>
                </a:lnTo>
                <a:lnTo>
                  <a:pt x="21600" y="6532"/>
                </a:lnTo>
                <a:close/>
              </a:path>
            </a:pathLst>
          </a:custGeom>
          <a:solidFill>
            <a:srgbClr val="3D3C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5" name="contour_16423"/>
          <p:cNvSpPr/>
          <p:nvPr/>
        </p:nvSpPr>
        <p:spPr>
          <a:xfrm>
            <a:off x="4405034" y="4496334"/>
            <a:ext cx="36440" cy="22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7"/>
                </a:moveTo>
                <a:lnTo>
                  <a:pt x="21600" y="4555"/>
                </a:lnTo>
                <a:lnTo>
                  <a:pt x="21600" y="8777"/>
                </a:lnTo>
                <a:lnTo>
                  <a:pt x="21600" y="13014"/>
                </a:lnTo>
                <a:lnTo>
                  <a:pt x="21600" y="172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917"/>
                </a:lnTo>
                <a:lnTo>
                  <a:pt x="0" y="12206"/>
                </a:lnTo>
                <a:lnTo>
                  <a:pt x="0" y="7431"/>
                </a:lnTo>
                <a:lnTo>
                  <a:pt x="2527" y="4654"/>
                </a:lnTo>
                <a:lnTo>
                  <a:pt x="5063" y="2642"/>
                </a:lnTo>
                <a:lnTo>
                  <a:pt x="7629" y="1282"/>
                </a:lnTo>
                <a:lnTo>
                  <a:pt x="10243" y="468"/>
                </a:lnTo>
                <a:lnTo>
                  <a:pt x="12925" y="71"/>
                </a:lnTo>
                <a:lnTo>
                  <a:pt x="15699" y="0"/>
                </a:lnTo>
                <a:lnTo>
                  <a:pt x="18585" y="128"/>
                </a:lnTo>
                <a:lnTo>
                  <a:pt x="21600" y="347"/>
                </a:lnTo>
                <a:close/>
              </a:path>
            </a:pathLst>
          </a:custGeom>
          <a:solidFill>
            <a:srgbClr val="2C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6" name="contour_16424"/>
          <p:cNvSpPr/>
          <p:nvPr/>
        </p:nvSpPr>
        <p:spPr>
          <a:xfrm>
            <a:off x="10286443" y="4496691"/>
            <a:ext cx="43728" cy="27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0800" y="3746"/>
                </a:lnTo>
                <a:lnTo>
                  <a:pt x="10800" y="7516"/>
                </a:lnTo>
                <a:lnTo>
                  <a:pt x="10800" y="11336"/>
                </a:lnTo>
                <a:lnTo>
                  <a:pt x="13478" y="13081"/>
                </a:lnTo>
                <a:lnTo>
                  <a:pt x="15379" y="14249"/>
                </a:lnTo>
                <a:lnTo>
                  <a:pt x="17021" y="15110"/>
                </a:lnTo>
                <a:lnTo>
                  <a:pt x="18922" y="15938"/>
                </a:lnTo>
                <a:lnTo>
                  <a:pt x="21600" y="17003"/>
                </a:lnTo>
                <a:lnTo>
                  <a:pt x="18958" y="18738"/>
                </a:lnTo>
                <a:lnTo>
                  <a:pt x="16603" y="20092"/>
                </a:lnTo>
                <a:lnTo>
                  <a:pt x="14414" y="21039"/>
                </a:lnTo>
                <a:lnTo>
                  <a:pt x="12258" y="21555"/>
                </a:lnTo>
                <a:lnTo>
                  <a:pt x="10008" y="21600"/>
                </a:lnTo>
                <a:lnTo>
                  <a:pt x="7538" y="21158"/>
                </a:lnTo>
                <a:lnTo>
                  <a:pt x="4723" y="20189"/>
                </a:lnTo>
                <a:lnTo>
                  <a:pt x="2380" y="18607"/>
                </a:lnTo>
                <a:lnTo>
                  <a:pt x="0" y="17003"/>
                </a:lnTo>
                <a:lnTo>
                  <a:pt x="677" y="12787"/>
                </a:lnTo>
                <a:lnTo>
                  <a:pt x="1202" y="9794"/>
                </a:lnTo>
                <a:lnTo>
                  <a:pt x="1750" y="7209"/>
                </a:lnTo>
                <a:lnTo>
                  <a:pt x="2491" y="4217"/>
                </a:lnTo>
                <a:lnTo>
                  <a:pt x="3600" y="0"/>
                </a:lnTo>
                <a:close/>
              </a:path>
            </a:pathLst>
          </a:custGeom>
          <a:solidFill>
            <a:srgbClr val="7B7E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7" name="contour_16425"/>
          <p:cNvSpPr/>
          <p:nvPr/>
        </p:nvSpPr>
        <p:spPr>
          <a:xfrm>
            <a:off x="10111531" y="4482734"/>
            <a:ext cx="36440" cy="285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4011"/>
                </a:moveTo>
                <a:lnTo>
                  <a:pt x="17621" y="6179"/>
                </a:lnTo>
                <a:lnTo>
                  <a:pt x="19600" y="8359"/>
                </a:lnTo>
                <a:lnTo>
                  <a:pt x="21600" y="10566"/>
                </a:lnTo>
                <a:lnTo>
                  <a:pt x="21600" y="14212"/>
                </a:lnTo>
                <a:lnTo>
                  <a:pt x="21600" y="17881"/>
                </a:lnTo>
                <a:lnTo>
                  <a:pt x="21600" y="21600"/>
                </a:lnTo>
                <a:lnTo>
                  <a:pt x="18896" y="21120"/>
                </a:lnTo>
                <a:lnTo>
                  <a:pt x="16196" y="20607"/>
                </a:lnTo>
                <a:lnTo>
                  <a:pt x="13496" y="20077"/>
                </a:lnTo>
                <a:lnTo>
                  <a:pt x="10800" y="19531"/>
                </a:lnTo>
                <a:lnTo>
                  <a:pt x="9288" y="19244"/>
                </a:lnTo>
                <a:lnTo>
                  <a:pt x="4726" y="18367"/>
                </a:lnTo>
                <a:lnTo>
                  <a:pt x="2380" y="17236"/>
                </a:lnTo>
                <a:lnTo>
                  <a:pt x="0" y="16083"/>
                </a:lnTo>
                <a:lnTo>
                  <a:pt x="0" y="12441"/>
                </a:lnTo>
                <a:lnTo>
                  <a:pt x="0" y="8767"/>
                </a:lnTo>
                <a:lnTo>
                  <a:pt x="0" y="5048"/>
                </a:lnTo>
                <a:lnTo>
                  <a:pt x="2782" y="2113"/>
                </a:lnTo>
                <a:lnTo>
                  <a:pt x="5132" y="480"/>
                </a:lnTo>
                <a:lnTo>
                  <a:pt x="7327" y="0"/>
                </a:lnTo>
                <a:lnTo>
                  <a:pt x="9629" y="530"/>
                </a:lnTo>
                <a:lnTo>
                  <a:pt x="12316" y="1914"/>
                </a:lnTo>
                <a:lnTo>
                  <a:pt x="15660" y="4011"/>
                </a:lnTo>
                <a:close/>
              </a:path>
            </a:pathLst>
          </a:custGeom>
          <a:solidFill>
            <a:srgbClr val="E5E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8" name="contour_16426"/>
          <p:cNvSpPr/>
          <p:nvPr/>
        </p:nvSpPr>
        <p:spPr>
          <a:xfrm>
            <a:off x="4856889" y="4467539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862" y="18036"/>
                </a:lnTo>
                <a:lnTo>
                  <a:pt x="1724" y="14467"/>
                </a:lnTo>
                <a:lnTo>
                  <a:pt x="2591" y="10881"/>
                </a:lnTo>
                <a:lnTo>
                  <a:pt x="3463" y="7279"/>
                </a:lnTo>
                <a:lnTo>
                  <a:pt x="4341" y="3656"/>
                </a:lnTo>
                <a:lnTo>
                  <a:pt x="5224" y="0"/>
                </a:lnTo>
                <a:close/>
              </a:path>
            </a:pathLst>
          </a:custGeom>
          <a:solidFill>
            <a:srgbClr val="2E2F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29" name="contour_16427"/>
          <p:cNvSpPr/>
          <p:nvPr/>
        </p:nvSpPr>
        <p:spPr>
          <a:xfrm>
            <a:off x="9980347" y="446753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3564"/>
                </a:lnTo>
                <a:lnTo>
                  <a:pt x="18706" y="7133"/>
                </a:lnTo>
                <a:lnTo>
                  <a:pt x="19423" y="10719"/>
                </a:lnTo>
                <a:lnTo>
                  <a:pt x="20144" y="14321"/>
                </a:lnTo>
                <a:lnTo>
                  <a:pt x="20870" y="17944"/>
                </a:lnTo>
                <a:lnTo>
                  <a:pt x="21600" y="21600"/>
                </a:lnTo>
                <a:lnTo>
                  <a:pt x="18896" y="21130"/>
                </a:lnTo>
                <a:lnTo>
                  <a:pt x="16196" y="20628"/>
                </a:lnTo>
                <a:lnTo>
                  <a:pt x="13496" y="20110"/>
                </a:lnTo>
                <a:lnTo>
                  <a:pt x="10800" y="19575"/>
                </a:lnTo>
                <a:lnTo>
                  <a:pt x="9288" y="19289"/>
                </a:lnTo>
                <a:lnTo>
                  <a:pt x="4726" y="18436"/>
                </a:lnTo>
                <a:lnTo>
                  <a:pt x="2380" y="1732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791" y="3958"/>
                </a:lnTo>
                <a:lnTo>
                  <a:pt x="5599" y="2857"/>
                </a:lnTo>
                <a:lnTo>
                  <a:pt x="8441" y="2003"/>
                </a:lnTo>
                <a:lnTo>
                  <a:pt x="11331" y="1301"/>
                </a:lnTo>
                <a:lnTo>
                  <a:pt x="14273" y="664"/>
                </a:lnTo>
                <a:lnTo>
                  <a:pt x="17280" y="0"/>
                </a:lnTo>
                <a:close/>
              </a:path>
            </a:pathLst>
          </a:custGeom>
          <a:solidFill>
            <a:srgbClr val="BABD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0" name="contour_16428"/>
          <p:cNvSpPr/>
          <p:nvPr/>
        </p:nvSpPr>
        <p:spPr>
          <a:xfrm>
            <a:off x="4674689" y="448211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0200" y="19580"/>
                </a:lnTo>
                <a:lnTo>
                  <a:pt x="8160" y="18052"/>
                </a:lnTo>
                <a:lnTo>
                  <a:pt x="6480" y="16708"/>
                </a:lnTo>
                <a:lnTo>
                  <a:pt x="4800" y="15250"/>
                </a:lnTo>
                <a:lnTo>
                  <a:pt x="2760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605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1" name="contour_16429"/>
          <p:cNvSpPr/>
          <p:nvPr/>
        </p:nvSpPr>
        <p:spPr>
          <a:xfrm>
            <a:off x="4405034" y="447482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A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2" name="contour_16430"/>
          <p:cNvSpPr/>
          <p:nvPr/>
        </p:nvSpPr>
        <p:spPr>
          <a:xfrm>
            <a:off x="8260381" y="447482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7236" y="17660"/>
                </a:lnTo>
                <a:lnTo>
                  <a:pt x="4558" y="14580"/>
                </a:lnTo>
                <a:lnTo>
                  <a:pt x="2635" y="12109"/>
                </a:lnTo>
                <a:lnTo>
                  <a:pt x="1350" y="9988"/>
                </a:lnTo>
                <a:lnTo>
                  <a:pt x="567" y="7975"/>
                </a:lnTo>
                <a:lnTo>
                  <a:pt x="167" y="5806"/>
                </a:lnTo>
                <a:lnTo>
                  <a:pt x="22" y="3231"/>
                </a:lnTo>
                <a:lnTo>
                  <a:pt x="0" y="0"/>
                </a:lnTo>
                <a:close/>
              </a:path>
            </a:pathLst>
          </a:custGeom>
          <a:solidFill>
            <a:srgbClr val="F1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3" name="contour_16431"/>
          <p:cNvSpPr/>
          <p:nvPr/>
        </p:nvSpPr>
        <p:spPr>
          <a:xfrm>
            <a:off x="1665966" y="4460251"/>
            <a:ext cx="35223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723" y="0"/>
                </a:moveTo>
                <a:lnTo>
                  <a:pt x="5037" y="315"/>
                </a:lnTo>
                <a:lnTo>
                  <a:pt x="6351" y="635"/>
                </a:lnTo>
                <a:lnTo>
                  <a:pt x="8170" y="1076"/>
                </a:lnTo>
                <a:lnTo>
                  <a:pt x="10985" y="1754"/>
                </a:lnTo>
                <a:lnTo>
                  <a:pt x="15298" y="2795"/>
                </a:lnTo>
                <a:lnTo>
                  <a:pt x="21600" y="4320"/>
                </a:lnTo>
                <a:lnTo>
                  <a:pt x="19388" y="6458"/>
                </a:lnTo>
                <a:lnTo>
                  <a:pt x="17171" y="8601"/>
                </a:lnTo>
                <a:lnTo>
                  <a:pt x="14954" y="10744"/>
                </a:lnTo>
                <a:lnTo>
                  <a:pt x="12728" y="12895"/>
                </a:lnTo>
                <a:lnTo>
                  <a:pt x="10494" y="15055"/>
                </a:lnTo>
                <a:lnTo>
                  <a:pt x="8250" y="17224"/>
                </a:lnTo>
                <a:lnTo>
                  <a:pt x="5993" y="19405"/>
                </a:lnTo>
                <a:lnTo>
                  <a:pt x="3723" y="21600"/>
                </a:lnTo>
                <a:lnTo>
                  <a:pt x="1850" y="17928"/>
                </a:lnTo>
                <a:lnTo>
                  <a:pt x="653" y="15258"/>
                </a:lnTo>
                <a:lnTo>
                  <a:pt x="58" y="13163"/>
                </a:lnTo>
                <a:lnTo>
                  <a:pt x="0" y="11202"/>
                </a:lnTo>
                <a:lnTo>
                  <a:pt x="407" y="8938"/>
                </a:lnTo>
                <a:lnTo>
                  <a:pt x="1211" y="5940"/>
                </a:lnTo>
                <a:lnTo>
                  <a:pt x="2038" y="3979"/>
                </a:lnTo>
                <a:lnTo>
                  <a:pt x="2878" y="2000"/>
                </a:lnTo>
                <a:lnTo>
                  <a:pt x="3723" y="0"/>
                </a:lnTo>
                <a:close/>
              </a:path>
            </a:pathLst>
          </a:custGeom>
          <a:solidFill>
            <a:srgbClr val="F5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4" name="contour_16432"/>
          <p:cNvSpPr/>
          <p:nvPr/>
        </p:nvSpPr>
        <p:spPr>
          <a:xfrm>
            <a:off x="6999559" y="4452963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21600" y="8078"/>
                </a:lnTo>
                <a:lnTo>
                  <a:pt x="21600" y="10800"/>
                </a:lnTo>
                <a:lnTo>
                  <a:pt x="20029" y="11875"/>
                </a:lnTo>
                <a:lnTo>
                  <a:pt x="18463" y="12895"/>
                </a:lnTo>
                <a:lnTo>
                  <a:pt x="16902" y="13867"/>
                </a:lnTo>
                <a:lnTo>
                  <a:pt x="15333" y="14791"/>
                </a:lnTo>
                <a:lnTo>
                  <a:pt x="13751" y="15682"/>
                </a:lnTo>
                <a:lnTo>
                  <a:pt x="12150" y="16535"/>
                </a:lnTo>
                <a:lnTo>
                  <a:pt x="11470" y="16907"/>
                </a:lnTo>
                <a:lnTo>
                  <a:pt x="9418" y="18025"/>
                </a:lnTo>
                <a:lnTo>
                  <a:pt x="7741" y="18932"/>
                </a:lnTo>
                <a:lnTo>
                  <a:pt x="6062" y="19829"/>
                </a:lnTo>
                <a:lnTo>
                  <a:pt x="4379" y="20714"/>
                </a:lnTo>
                <a:lnTo>
                  <a:pt x="2700" y="21600"/>
                </a:lnTo>
                <a:lnTo>
                  <a:pt x="2255" y="18036"/>
                </a:lnTo>
                <a:lnTo>
                  <a:pt x="1809" y="14467"/>
                </a:lnTo>
                <a:lnTo>
                  <a:pt x="1361" y="10881"/>
                </a:lnTo>
                <a:lnTo>
                  <a:pt x="910" y="7279"/>
                </a:lnTo>
                <a:lnTo>
                  <a:pt x="456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9EB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5" name="contour_16433"/>
          <p:cNvSpPr/>
          <p:nvPr/>
        </p:nvSpPr>
        <p:spPr>
          <a:xfrm>
            <a:off x="7990725" y="443838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889" y="20444"/>
                </a:lnTo>
                <a:lnTo>
                  <a:pt x="16184" y="19273"/>
                </a:lnTo>
                <a:lnTo>
                  <a:pt x="13489" y="18079"/>
                </a:lnTo>
                <a:lnTo>
                  <a:pt x="10800" y="16875"/>
                </a:lnTo>
                <a:lnTo>
                  <a:pt x="9288" y="16216"/>
                </a:lnTo>
                <a:lnTo>
                  <a:pt x="4725" y="14218"/>
                </a:lnTo>
                <a:lnTo>
                  <a:pt x="355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2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6" name="contour_16434"/>
          <p:cNvSpPr/>
          <p:nvPr/>
        </p:nvSpPr>
        <p:spPr>
          <a:xfrm>
            <a:off x="6824647" y="4445675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6430"/>
                </a:lnTo>
                <a:lnTo>
                  <a:pt x="0" y="12360"/>
                </a:lnTo>
                <a:lnTo>
                  <a:pt x="0" y="8277"/>
                </a:lnTo>
                <a:lnTo>
                  <a:pt x="0" y="4159"/>
                </a:lnTo>
                <a:lnTo>
                  <a:pt x="0" y="0"/>
                </a:lnTo>
                <a:close/>
              </a:path>
            </a:pathLst>
          </a:custGeom>
          <a:solidFill>
            <a:srgbClr val="EB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7" name="contour_16435"/>
          <p:cNvSpPr/>
          <p:nvPr/>
        </p:nvSpPr>
        <p:spPr>
          <a:xfrm>
            <a:off x="7458702" y="440923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4" y="3940"/>
                </a:lnTo>
                <a:lnTo>
                  <a:pt x="17042" y="7020"/>
                </a:lnTo>
                <a:lnTo>
                  <a:pt x="18965" y="9491"/>
                </a:lnTo>
                <a:lnTo>
                  <a:pt x="20250" y="11612"/>
                </a:lnTo>
                <a:lnTo>
                  <a:pt x="21033" y="13625"/>
                </a:lnTo>
                <a:lnTo>
                  <a:pt x="21433" y="15794"/>
                </a:lnTo>
                <a:lnTo>
                  <a:pt x="21578" y="18369"/>
                </a:lnTo>
                <a:lnTo>
                  <a:pt x="21600" y="21600"/>
                </a:lnTo>
                <a:lnTo>
                  <a:pt x="18036" y="20887"/>
                </a:lnTo>
                <a:lnTo>
                  <a:pt x="14467" y="20174"/>
                </a:lnTo>
                <a:lnTo>
                  <a:pt x="10881" y="19457"/>
                </a:lnTo>
                <a:lnTo>
                  <a:pt x="7279" y="18736"/>
                </a:lnTo>
                <a:lnTo>
                  <a:pt x="3656" y="18010"/>
                </a:lnTo>
                <a:lnTo>
                  <a:pt x="0" y="17280"/>
                </a:lnTo>
                <a:lnTo>
                  <a:pt x="1528" y="14835"/>
                </a:lnTo>
                <a:lnTo>
                  <a:pt x="3056" y="12390"/>
                </a:lnTo>
                <a:lnTo>
                  <a:pt x="4590" y="9936"/>
                </a:lnTo>
                <a:lnTo>
                  <a:pt x="6129" y="7474"/>
                </a:lnTo>
                <a:lnTo>
                  <a:pt x="7679" y="4998"/>
                </a:lnTo>
                <a:lnTo>
                  <a:pt x="9234" y="2510"/>
                </a:lnTo>
                <a:lnTo>
                  <a:pt x="10800" y="0"/>
                </a:lnTo>
                <a:close/>
              </a:path>
            </a:pathLst>
          </a:custGeom>
          <a:solidFill>
            <a:srgbClr val="CBB5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8" name="contour_16436"/>
          <p:cNvSpPr/>
          <p:nvPr/>
        </p:nvSpPr>
        <p:spPr>
          <a:xfrm>
            <a:off x="5439928" y="4431099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727" y="3056"/>
                </a:lnTo>
                <a:lnTo>
                  <a:pt x="19853" y="6113"/>
                </a:lnTo>
                <a:lnTo>
                  <a:pt x="18977" y="9180"/>
                </a:lnTo>
                <a:lnTo>
                  <a:pt x="18098" y="12258"/>
                </a:lnTo>
                <a:lnTo>
                  <a:pt x="17212" y="15352"/>
                </a:lnTo>
                <a:lnTo>
                  <a:pt x="16323" y="18463"/>
                </a:lnTo>
                <a:lnTo>
                  <a:pt x="15429" y="21600"/>
                </a:lnTo>
                <a:lnTo>
                  <a:pt x="13731" y="19224"/>
                </a:lnTo>
                <a:lnTo>
                  <a:pt x="12031" y="16848"/>
                </a:lnTo>
                <a:lnTo>
                  <a:pt x="10331" y="14467"/>
                </a:lnTo>
                <a:lnTo>
                  <a:pt x="8628" y="12074"/>
                </a:lnTo>
                <a:lnTo>
                  <a:pt x="6915" y="9682"/>
                </a:lnTo>
                <a:lnTo>
                  <a:pt x="5199" y="7279"/>
                </a:lnTo>
                <a:lnTo>
                  <a:pt x="3475" y="4865"/>
                </a:lnTo>
                <a:lnTo>
                  <a:pt x="1743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39" name="contour_16437"/>
          <p:cNvSpPr/>
          <p:nvPr/>
        </p:nvSpPr>
        <p:spPr>
          <a:xfrm>
            <a:off x="8311397" y="4422156"/>
            <a:ext cx="51016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60"/>
                </a:moveTo>
                <a:lnTo>
                  <a:pt x="2253" y="680"/>
                </a:lnTo>
                <a:lnTo>
                  <a:pt x="4462" y="307"/>
                </a:lnTo>
                <a:lnTo>
                  <a:pt x="6644" y="66"/>
                </a:lnTo>
                <a:lnTo>
                  <a:pt x="8816" y="0"/>
                </a:lnTo>
                <a:lnTo>
                  <a:pt x="10994" y="133"/>
                </a:lnTo>
                <a:lnTo>
                  <a:pt x="13191" y="511"/>
                </a:lnTo>
                <a:lnTo>
                  <a:pt x="15429" y="1160"/>
                </a:lnTo>
                <a:lnTo>
                  <a:pt x="16718" y="3822"/>
                </a:lnTo>
                <a:lnTo>
                  <a:pt x="17826" y="6546"/>
                </a:lnTo>
                <a:lnTo>
                  <a:pt x="18780" y="9341"/>
                </a:lnTo>
                <a:lnTo>
                  <a:pt x="19604" y="12228"/>
                </a:lnTo>
                <a:lnTo>
                  <a:pt x="20329" y="15223"/>
                </a:lnTo>
                <a:lnTo>
                  <a:pt x="20986" y="18340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2596" y="19173"/>
                </a:lnTo>
                <a:lnTo>
                  <a:pt x="12855" y="16730"/>
                </a:lnTo>
                <a:lnTo>
                  <a:pt x="13114" y="14252"/>
                </a:lnTo>
                <a:lnTo>
                  <a:pt x="12861" y="11615"/>
                </a:lnTo>
                <a:lnTo>
                  <a:pt x="12602" y="8963"/>
                </a:lnTo>
                <a:lnTo>
                  <a:pt x="12343" y="6270"/>
                </a:lnTo>
                <a:lnTo>
                  <a:pt x="10349" y="4875"/>
                </a:lnTo>
                <a:lnTo>
                  <a:pt x="8341" y="3771"/>
                </a:lnTo>
                <a:lnTo>
                  <a:pt x="6307" y="2897"/>
                </a:lnTo>
                <a:lnTo>
                  <a:pt x="4243" y="2208"/>
                </a:lnTo>
                <a:lnTo>
                  <a:pt x="2145" y="1645"/>
                </a:lnTo>
                <a:lnTo>
                  <a:pt x="0" y="1160"/>
                </a:lnTo>
                <a:close/>
              </a:path>
            </a:pathLst>
          </a:custGeom>
          <a:solidFill>
            <a:srgbClr val="EDDB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0" name="contour_16438"/>
          <p:cNvSpPr/>
          <p:nvPr/>
        </p:nvSpPr>
        <p:spPr>
          <a:xfrm>
            <a:off x="7218198" y="4407974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404" y="21001"/>
                </a:lnTo>
                <a:lnTo>
                  <a:pt x="17208" y="20375"/>
                </a:lnTo>
                <a:lnTo>
                  <a:pt x="15016" y="19721"/>
                </a:lnTo>
                <a:lnTo>
                  <a:pt x="12823" y="19047"/>
                </a:lnTo>
                <a:lnTo>
                  <a:pt x="10375" y="18332"/>
                </a:lnTo>
                <a:lnTo>
                  <a:pt x="7888" y="17611"/>
                </a:lnTo>
                <a:lnTo>
                  <a:pt x="5371" y="15868"/>
                </a:lnTo>
                <a:lnTo>
                  <a:pt x="3838" y="14262"/>
                </a:lnTo>
                <a:lnTo>
                  <a:pt x="2664" y="11852"/>
                </a:lnTo>
                <a:lnTo>
                  <a:pt x="1224" y="7720"/>
                </a:lnTo>
                <a:lnTo>
                  <a:pt x="619" y="4472"/>
                </a:lnTo>
                <a:lnTo>
                  <a:pt x="0" y="1178"/>
                </a:lnTo>
                <a:close/>
              </a:path>
            </a:pathLst>
          </a:custGeom>
          <a:solidFill>
            <a:srgbClr val="D8DD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1" name="contour_16439"/>
          <p:cNvSpPr/>
          <p:nvPr/>
        </p:nvSpPr>
        <p:spPr>
          <a:xfrm>
            <a:off x="4426898" y="440194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7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2" name="contour_16440"/>
          <p:cNvSpPr/>
          <p:nvPr/>
        </p:nvSpPr>
        <p:spPr>
          <a:xfrm>
            <a:off x="1037982" y="438008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8127" y="20529"/>
                </a:lnTo>
                <a:lnTo>
                  <a:pt x="5438" y="19457"/>
                </a:lnTo>
                <a:lnTo>
                  <a:pt x="2738" y="18373"/>
                </a:lnTo>
                <a:lnTo>
                  <a:pt x="0" y="17280"/>
                </a:lnTo>
                <a:lnTo>
                  <a:pt x="157" y="14148"/>
                </a:lnTo>
                <a:lnTo>
                  <a:pt x="680" y="11837"/>
                </a:lnTo>
                <a:lnTo>
                  <a:pt x="2025" y="8372"/>
                </a:lnTo>
                <a:lnTo>
                  <a:pt x="2927" y="6018"/>
                </a:lnTo>
                <a:lnTo>
                  <a:pt x="3839" y="3629"/>
                </a:lnTo>
                <a:lnTo>
                  <a:pt x="4228" y="2726"/>
                </a:lnTo>
                <a:lnTo>
                  <a:pt x="5400" y="0"/>
                </a:lnTo>
                <a:close/>
              </a:path>
            </a:pathLst>
          </a:custGeom>
          <a:solidFill>
            <a:srgbClr val="4E48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3" name="contour_16441"/>
          <p:cNvSpPr/>
          <p:nvPr/>
        </p:nvSpPr>
        <p:spPr>
          <a:xfrm>
            <a:off x="4731813" y="4365507"/>
            <a:ext cx="230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7" y="0"/>
                </a:moveTo>
                <a:lnTo>
                  <a:pt x="5164" y="713"/>
                </a:lnTo>
                <a:lnTo>
                  <a:pt x="9236" y="1429"/>
                </a:lnTo>
                <a:lnTo>
                  <a:pt x="13321" y="2146"/>
                </a:lnTo>
                <a:lnTo>
                  <a:pt x="17440" y="2869"/>
                </a:lnTo>
                <a:lnTo>
                  <a:pt x="21600" y="3600"/>
                </a:lnTo>
                <a:lnTo>
                  <a:pt x="20753" y="5828"/>
                </a:lnTo>
                <a:lnTo>
                  <a:pt x="19906" y="8057"/>
                </a:lnTo>
                <a:lnTo>
                  <a:pt x="19059" y="10292"/>
                </a:lnTo>
                <a:lnTo>
                  <a:pt x="18212" y="12532"/>
                </a:lnTo>
                <a:lnTo>
                  <a:pt x="17358" y="14782"/>
                </a:lnTo>
                <a:lnTo>
                  <a:pt x="16497" y="17042"/>
                </a:lnTo>
                <a:lnTo>
                  <a:pt x="15636" y="19314"/>
                </a:lnTo>
                <a:lnTo>
                  <a:pt x="14769" y="21600"/>
                </a:lnTo>
                <a:lnTo>
                  <a:pt x="11387" y="20707"/>
                </a:lnTo>
                <a:lnTo>
                  <a:pt x="7992" y="19814"/>
                </a:lnTo>
                <a:lnTo>
                  <a:pt x="4570" y="18911"/>
                </a:lnTo>
                <a:lnTo>
                  <a:pt x="1107" y="18000"/>
                </a:lnTo>
                <a:lnTo>
                  <a:pt x="342" y="15444"/>
                </a:lnTo>
                <a:lnTo>
                  <a:pt x="0" y="13633"/>
                </a:lnTo>
                <a:lnTo>
                  <a:pt x="0" y="11696"/>
                </a:lnTo>
                <a:lnTo>
                  <a:pt x="253" y="8777"/>
                </a:lnTo>
                <a:lnTo>
                  <a:pt x="437" y="6311"/>
                </a:lnTo>
                <a:lnTo>
                  <a:pt x="628" y="3812"/>
                </a:lnTo>
                <a:lnTo>
                  <a:pt x="868" y="1919"/>
                </a:lnTo>
                <a:lnTo>
                  <a:pt x="1107" y="0"/>
                </a:lnTo>
                <a:close/>
              </a:path>
            </a:pathLst>
          </a:custGeom>
          <a:solidFill>
            <a:srgbClr val="6E6E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4" name="contour_16442"/>
          <p:cNvSpPr/>
          <p:nvPr/>
        </p:nvSpPr>
        <p:spPr>
          <a:xfrm>
            <a:off x="4528929" y="4379099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5"/>
                </a:moveTo>
                <a:lnTo>
                  <a:pt x="3856" y="235"/>
                </a:lnTo>
                <a:lnTo>
                  <a:pt x="6626" y="0"/>
                </a:lnTo>
                <a:lnTo>
                  <a:pt x="9088" y="0"/>
                </a:lnTo>
                <a:lnTo>
                  <a:pt x="12020" y="235"/>
                </a:lnTo>
                <a:lnTo>
                  <a:pt x="16200" y="705"/>
                </a:lnTo>
                <a:lnTo>
                  <a:pt x="18025" y="4592"/>
                </a:lnTo>
                <a:lnTo>
                  <a:pt x="19219" y="7350"/>
                </a:lnTo>
                <a:lnTo>
                  <a:pt x="20039" y="9732"/>
                </a:lnTo>
                <a:lnTo>
                  <a:pt x="20747" y="12490"/>
                </a:lnTo>
                <a:lnTo>
                  <a:pt x="21600" y="16376"/>
                </a:lnTo>
                <a:lnTo>
                  <a:pt x="18036" y="17238"/>
                </a:lnTo>
                <a:lnTo>
                  <a:pt x="14467" y="18100"/>
                </a:lnTo>
                <a:lnTo>
                  <a:pt x="10881" y="18967"/>
                </a:lnTo>
                <a:lnTo>
                  <a:pt x="7279" y="19840"/>
                </a:lnTo>
                <a:lnTo>
                  <a:pt x="3656" y="20717"/>
                </a:lnTo>
                <a:lnTo>
                  <a:pt x="0" y="21600"/>
                </a:lnTo>
                <a:lnTo>
                  <a:pt x="0" y="18152"/>
                </a:lnTo>
                <a:lnTo>
                  <a:pt x="0" y="14699"/>
                </a:lnTo>
                <a:lnTo>
                  <a:pt x="0" y="11231"/>
                </a:lnTo>
                <a:lnTo>
                  <a:pt x="0" y="7747"/>
                </a:lnTo>
                <a:lnTo>
                  <a:pt x="0" y="4242"/>
                </a:lnTo>
                <a:lnTo>
                  <a:pt x="0" y="705"/>
                </a:lnTo>
                <a:close/>
              </a:path>
            </a:pathLst>
          </a:custGeom>
          <a:solidFill>
            <a:srgbClr val="1C1D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5" name="contour_16443"/>
          <p:cNvSpPr/>
          <p:nvPr/>
        </p:nvSpPr>
        <p:spPr>
          <a:xfrm>
            <a:off x="11408793" y="435821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223"/>
                </a:lnTo>
                <a:lnTo>
                  <a:pt x="9210" y="2445"/>
                </a:lnTo>
                <a:lnTo>
                  <a:pt x="11664" y="3672"/>
                </a:lnTo>
                <a:lnTo>
                  <a:pt x="14126" y="4903"/>
                </a:lnTo>
                <a:lnTo>
                  <a:pt x="16602" y="6143"/>
                </a:lnTo>
                <a:lnTo>
                  <a:pt x="19090" y="7387"/>
                </a:lnTo>
                <a:lnTo>
                  <a:pt x="21600" y="8640"/>
                </a:lnTo>
                <a:lnTo>
                  <a:pt x="20097" y="11513"/>
                </a:lnTo>
                <a:lnTo>
                  <a:pt x="18943" y="13617"/>
                </a:lnTo>
                <a:lnTo>
                  <a:pt x="17889" y="15323"/>
                </a:lnTo>
                <a:lnTo>
                  <a:pt x="16701" y="16978"/>
                </a:lnTo>
                <a:lnTo>
                  <a:pt x="15137" y="18952"/>
                </a:lnTo>
                <a:lnTo>
                  <a:pt x="12960" y="21600"/>
                </a:lnTo>
                <a:lnTo>
                  <a:pt x="9487" y="20917"/>
                </a:lnTo>
                <a:lnTo>
                  <a:pt x="7076" y="20352"/>
                </a:lnTo>
                <a:lnTo>
                  <a:pt x="5106" y="19695"/>
                </a:lnTo>
                <a:lnTo>
                  <a:pt x="2955" y="18740"/>
                </a:lnTo>
                <a:lnTo>
                  <a:pt x="0" y="17280"/>
                </a:lnTo>
                <a:lnTo>
                  <a:pt x="713" y="14429"/>
                </a:lnTo>
                <a:lnTo>
                  <a:pt x="1426" y="11573"/>
                </a:lnTo>
                <a:lnTo>
                  <a:pt x="2143" y="8705"/>
                </a:lnTo>
                <a:lnTo>
                  <a:pt x="2864" y="5823"/>
                </a:lnTo>
                <a:lnTo>
                  <a:pt x="3590" y="2925"/>
                </a:lnTo>
                <a:lnTo>
                  <a:pt x="4320" y="0"/>
                </a:lnTo>
                <a:close/>
              </a:path>
            </a:pathLst>
          </a:custGeom>
          <a:solidFill>
            <a:srgbClr val="F2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6" name="contour_16444"/>
          <p:cNvSpPr/>
          <p:nvPr/>
        </p:nvSpPr>
        <p:spPr>
          <a:xfrm>
            <a:off x="7363958" y="436550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4" y="0"/>
                </a:lnTo>
                <a:lnTo>
                  <a:pt x="6437" y="0"/>
                </a:lnTo>
                <a:lnTo>
                  <a:pt x="8608" y="0"/>
                </a:lnTo>
                <a:lnTo>
                  <a:pt x="10800" y="0"/>
                </a:lnTo>
                <a:lnTo>
                  <a:pt x="10800" y="3569"/>
                </a:lnTo>
                <a:lnTo>
                  <a:pt x="10800" y="7160"/>
                </a:lnTo>
                <a:lnTo>
                  <a:pt x="10800" y="10800"/>
                </a:lnTo>
                <a:lnTo>
                  <a:pt x="13478" y="12463"/>
                </a:lnTo>
                <a:lnTo>
                  <a:pt x="15379" y="13576"/>
                </a:lnTo>
                <a:lnTo>
                  <a:pt x="17021" y="14396"/>
                </a:lnTo>
                <a:lnTo>
                  <a:pt x="18922" y="15185"/>
                </a:lnTo>
                <a:lnTo>
                  <a:pt x="21600" y="16200"/>
                </a:lnTo>
                <a:lnTo>
                  <a:pt x="19372" y="16870"/>
                </a:lnTo>
                <a:lnTo>
                  <a:pt x="17143" y="17539"/>
                </a:lnTo>
                <a:lnTo>
                  <a:pt x="14908" y="18209"/>
                </a:lnTo>
                <a:lnTo>
                  <a:pt x="12668" y="18878"/>
                </a:lnTo>
                <a:lnTo>
                  <a:pt x="10418" y="19553"/>
                </a:lnTo>
                <a:lnTo>
                  <a:pt x="8158" y="20234"/>
                </a:lnTo>
                <a:lnTo>
                  <a:pt x="5886" y="20914"/>
                </a:lnTo>
                <a:lnTo>
                  <a:pt x="3600" y="21600"/>
                </a:lnTo>
                <a:lnTo>
                  <a:pt x="3006" y="18036"/>
                </a:lnTo>
                <a:lnTo>
                  <a:pt x="2412" y="14467"/>
                </a:lnTo>
                <a:lnTo>
                  <a:pt x="1814" y="10881"/>
                </a:lnTo>
                <a:lnTo>
                  <a:pt x="1213" y="7279"/>
                </a:lnTo>
                <a:lnTo>
                  <a:pt x="608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D77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7" name="contour_16445"/>
          <p:cNvSpPr/>
          <p:nvPr/>
        </p:nvSpPr>
        <p:spPr>
          <a:xfrm>
            <a:off x="6693463" y="434364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1782"/>
                </a:lnTo>
                <a:lnTo>
                  <a:pt x="16780" y="3568"/>
                </a:lnTo>
                <a:lnTo>
                  <a:pt x="17971" y="5360"/>
                </a:lnTo>
                <a:lnTo>
                  <a:pt x="19174" y="7160"/>
                </a:lnTo>
                <a:lnTo>
                  <a:pt x="20383" y="8971"/>
                </a:lnTo>
                <a:lnTo>
                  <a:pt x="21600" y="10800"/>
                </a:lnTo>
                <a:lnTo>
                  <a:pt x="19926" y="12226"/>
                </a:lnTo>
                <a:lnTo>
                  <a:pt x="18245" y="13633"/>
                </a:lnTo>
                <a:lnTo>
                  <a:pt x="16549" y="15034"/>
                </a:lnTo>
                <a:lnTo>
                  <a:pt x="14850" y="16423"/>
                </a:lnTo>
                <a:lnTo>
                  <a:pt x="12967" y="17996"/>
                </a:lnTo>
                <a:lnTo>
                  <a:pt x="11052" y="19588"/>
                </a:lnTo>
                <a:lnTo>
                  <a:pt x="9140" y="20588"/>
                </a:lnTo>
                <a:lnTo>
                  <a:pt x="7200" y="21600"/>
                </a:lnTo>
                <a:lnTo>
                  <a:pt x="5418" y="20707"/>
                </a:lnTo>
                <a:lnTo>
                  <a:pt x="3629" y="19814"/>
                </a:lnTo>
                <a:lnTo>
                  <a:pt x="1825" y="18911"/>
                </a:lnTo>
                <a:lnTo>
                  <a:pt x="0" y="18000"/>
                </a:lnTo>
                <a:lnTo>
                  <a:pt x="1584" y="16020"/>
                </a:lnTo>
                <a:lnTo>
                  <a:pt x="3168" y="14036"/>
                </a:lnTo>
                <a:lnTo>
                  <a:pt x="4756" y="12053"/>
                </a:lnTo>
                <a:lnTo>
                  <a:pt x="6350" y="10066"/>
                </a:lnTo>
                <a:lnTo>
                  <a:pt x="7945" y="8068"/>
                </a:lnTo>
                <a:lnTo>
                  <a:pt x="9547" y="6066"/>
                </a:lnTo>
                <a:lnTo>
                  <a:pt x="11156" y="4054"/>
                </a:lnTo>
                <a:lnTo>
                  <a:pt x="12773" y="2034"/>
                </a:lnTo>
                <a:lnTo>
                  <a:pt x="14400" y="0"/>
                </a:lnTo>
                <a:close/>
              </a:path>
            </a:pathLst>
          </a:custGeom>
          <a:solidFill>
            <a:srgbClr val="F0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8" name="contour_16446"/>
          <p:cNvSpPr/>
          <p:nvPr/>
        </p:nvSpPr>
        <p:spPr>
          <a:xfrm>
            <a:off x="8653568" y="4350931"/>
            <a:ext cx="295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" y="0"/>
                </a:moveTo>
                <a:lnTo>
                  <a:pt x="4075" y="569"/>
                </a:lnTo>
                <a:lnTo>
                  <a:pt x="6811" y="1040"/>
                </a:lnTo>
                <a:lnTo>
                  <a:pt x="9243" y="1588"/>
                </a:lnTo>
                <a:lnTo>
                  <a:pt x="12139" y="2383"/>
                </a:lnTo>
                <a:lnTo>
                  <a:pt x="16267" y="3600"/>
                </a:lnTo>
                <a:lnTo>
                  <a:pt x="18389" y="6170"/>
                </a:lnTo>
                <a:lnTo>
                  <a:pt x="19728" y="8017"/>
                </a:lnTo>
                <a:lnTo>
                  <a:pt x="20539" y="9659"/>
                </a:lnTo>
                <a:lnTo>
                  <a:pt x="21077" y="11614"/>
                </a:lnTo>
                <a:lnTo>
                  <a:pt x="21600" y="14400"/>
                </a:lnTo>
                <a:lnTo>
                  <a:pt x="18619" y="16916"/>
                </a:lnTo>
                <a:lnTo>
                  <a:pt x="16512" y="18508"/>
                </a:lnTo>
                <a:lnTo>
                  <a:pt x="14288" y="19843"/>
                </a:lnTo>
                <a:lnTo>
                  <a:pt x="10933" y="21600"/>
                </a:lnTo>
                <a:lnTo>
                  <a:pt x="8283" y="19188"/>
                </a:lnTo>
                <a:lnTo>
                  <a:pt x="6000" y="16934"/>
                </a:lnTo>
                <a:lnTo>
                  <a:pt x="4091" y="14767"/>
                </a:lnTo>
                <a:lnTo>
                  <a:pt x="2544" y="12629"/>
                </a:lnTo>
                <a:lnTo>
                  <a:pt x="1360" y="10447"/>
                </a:lnTo>
                <a:lnTo>
                  <a:pt x="544" y="8161"/>
                </a:lnTo>
                <a:lnTo>
                  <a:pt x="91" y="5702"/>
                </a:lnTo>
                <a:lnTo>
                  <a:pt x="0" y="3002"/>
                </a:lnTo>
                <a:lnTo>
                  <a:pt x="267" y="0"/>
                </a:lnTo>
                <a:close/>
              </a:path>
            </a:pathLst>
          </a:custGeom>
          <a:solidFill>
            <a:srgbClr val="E0EA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49" name="contour_16447"/>
          <p:cNvSpPr/>
          <p:nvPr/>
        </p:nvSpPr>
        <p:spPr>
          <a:xfrm>
            <a:off x="7925133" y="4336355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209" y="3342"/>
                </a:lnTo>
                <a:lnTo>
                  <a:pt x="19570" y="5712"/>
                </a:lnTo>
                <a:lnTo>
                  <a:pt x="20444" y="7452"/>
                </a:lnTo>
                <a:lnTo>
                  <a:pt x="20974" y="8912"/>
                </a:lnTo>
                <a:lnTo>
                  <a:pt x="21308" y="10427"/>
                </a:lnTo>
                <a:lnTo>
                  <a:pt x="21600" y="12343"/>
                </a:lnTo>
                <a:lnTo>
                  <a:pt x="19440" y="14636"/>
                </a:lnTo>
                <a:lnTo>
                  <a:pt x="17825" y="16286"/>
                </a:lnTo>
                <a:lnTo>
                  <a:pt x="16448" y="17552"/>
                </a:lnTo>
                <a:lnTo>
                  <a:pt x="15023" y="18687"/>
                </a:lnTo>
                <a:lnTo>
                  <a:pt x="13241" y="19949"/>
                </a:lnTo>
                <a:lnTo>
                  <a:pt x="10800" y="21600"/>
                </a:lnTo>
                <a:lnTo>
                  <a:pt x="7333" y="20054"/>
                </a:lnTo>
                <a:lnTo>
                  <a:pt x="5054" y="18894"/>
                </a:lnTo>
                <a:lnTo>
                  <a:pt x="2943" y="17545"/>
                </a:lnTo>
                <a:lnTo>
                  <a:pt x="0" y="15429"/>
                </a:lnTo>
                <a:lnTo>
                  <a:pt x="1253" y="13454"/>
                </a:lnTo>
                <a:lnTo>
                  <a:pt x="2268" y="12047"/>
                </a:lnTo>
                <a:lnTo>
                  <a:pt x="3397" y="10815"/>
                </a:lnTo>
                <a:lnTo>
                  <a:pt x="4995" y="9371"/>
                </a:lnTo>
                <a:lnTo>
                  <a:pt x="7425" y="7329"/>
                </a:lnTo>
                <a:lnTo>
                  <a:pt x="9029" y="5949"/>
                </a:lnTo>
                <a:lnTo>
                  <a:pt x="10638" y="4564"/>
                </a:lnTo>
                <a:lnTo>
                  <a:pt x="12274" y="3157"/>
                </a:lnTo>
                <a:lnTo>
                  <a:pt x="14224" y="1592"/>
                </a:lnTo>
                <a:lnTo>
                  <a:pt x="16200" y="0"/>
                </a:lnTo>
                <a:close/>
              </a:path>
            </a:pathLst>
          </a:custGeom>
          <a:solidFill>
            <a:srgbClr val="8E8F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0" name="contour_16448"/>
          <p:cNvSpPr/>
          <p:nvPr/>
        </p:nvSpPr>
        <p:spPr>
          <a:xfrm>
            <a:off x="6882951" y="434364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637"/>
                </a:lnTo>
                <a:lnTo>
                  <a:pt x="7209" y="1312"/>
                </a:lnTo>
                <a:lnTo>
                  <a:pt x="10800" y="2025"/>
                </a:lnTo>
                <a:lnTo>
                  <a:pt x="13813" y="2592"/>
                </a:lnTo>
                <a:lnTo>
                  <a:pt x="16875" y="3164"/>
                </a:lnTo>
                <a:lnTo>
                  <a:pt x="19219" y="427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052" y="17815"/>
                </a:lnTo>
                <a:lnTo>
                  <a:pt x="15250" y="18689"/>
                </a:lnTo>
                <a:lnTo>
                  <a:pt x="10800" y="19575"/>
                </a:lnTo>
                <a:lnTo>
                  <a:pt x="9288" y="19877"/>
                </a:lnTo>
                <a:lnTo>
                  <a:pt x="4725" y="20801"/>
                </a:lnTo>
                <a:lnTo>
                  <a:pt x="2381" y="212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4B8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1" name="contour_16449"/>
          <p:cNvSpPr/>
          <p:nvPr/>
        </p:nvSpPr>
        <p:spPr>
          <a:xfrm>
            <a:off x="4536217" y="432906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889" y="20444"/>
                </a:lnTo>
                <a:lnTo>
                  <a:pt x="16184" y="19273"/>
                </a:lnTo>
                <a:lnTo>
                  <a:pt x="13489" y="18079"/>
                </a:lnTo>
                <a:lnTo>
                  <a:pt x="10800" y="16875"/>
                </a:lnTo>
                <a:lnTo>
                  <a:pt x="9288" y="16216"/>
                </a:lnTo>
                <a:lnTo>
                  <a:pt x="4725" y="14218"/>
                </a:lnTo>
                <a:lnTo>
                  <a:pt x="355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1616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2" name="contour_16450"/>
          <p:cNvSpPr/>
          <p:nvPr/>
        </p:nvSpPr>
        <p:spPr>
          <a:xfrm>
            <a:off x="4928457" y="4321779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B0B2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3" name="contour_16451"/>
          <p:cNvSpPr/>
          <p:nvPr/>
        </p:nvSpPr>
        <p:spPr>
          <a:xfrm>
            <a:off x="3705386" y="4312851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050" y="3609"/>
                </a:lnTo>
                <a:lnTo>
                  <a:pt x="18473" y="6280"/>
                </a:lnTo>
                <a:lnTo>
                  <a:pt x="16875" y="8942"/>
                </a:lnTo>
                <a:lnTo>
                  <a:pt x="15557" y="11174"/>
                </a:lnTo>
                <a:lnTo>
                  <a:pt x="14218" y="13444"/>
                </a:lnTo>
                <a:lnTo>
                  <a:pt x="11848" y="15908"/>
                </a:lnTo>
                <a:lnTo>
                  <a:pt x="9423" y="17760"/>
                </a:lnTo>
                <a:lnTo>
                  <a:pt x="6761" y="19198"/>
                </a:lnTo>
                <a:lnTo>
                  <a:pt x="3683" y="20414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B4CC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4" name="contour_16452"/>
          <p:cNvSpPr/>
          <p:nvPr/>
        </p:nvSpPr>
        <p:spPr>
          <a:xfrm>
            <a:off x="11445233" y="432177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750" y="7206"/>
                </a:lnTo>
                <a:lnTo>
                  <a:pt x="19850" y="10087"/>
                </a:lnTo>
                <a:lnTo>
                  <a:pt x="18900" y="12960"/>
                </a:lnTo>
                <a:lnTo>
                  <a:pt x="18144" y="15371"/>
                </a:lnTo>
                <a:lnTo>
                  <a:pt x="17381" y="17820"/>
                </a:lnTo>
                <a:lnTo>
                  <a:pt x="15898" y="19695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8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5" name="contour_16453"/>
          <p:cNvSpPr/>
          <p:nvPr/>
        </p:nvSpPr>
        <p:spPr>
          <a:xfrm>
            <a:off x="3865256" y="4307203"/>
            <a:ext cx="2233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51" y="0"/>
                </a:moveTo>
                <a:lnTo>
                  <a:pt x="4639" y="0"/>
                </a:lnTo>
                <a:lnTo>
                  <a:pt x="8840" y="0"/>
                </a:lnTo>
                <a:lnTo>
                  <a:pt x="13056" y="0"/>
                </a:lnTo>
                <a:lnTo>
                  <a:pt x="17307" y="0"/>
                </a:lnTo>
                <a:lnTo>
                  <a:pt x="21600" y="0"/>
                </a:lnTo>
                <a:lnTo>
                  <a:pt x="20902" y="2138"/>
                </a:lnTo>
                <a:lnTo>
                  <a:pt x="20204" y="4280"/>
                </a:lnTo>
                <a:lnTo>
                  <a:pt x="19506" y="6421"/>
                </a:lnTo>
                <a:lnTo>
                  <a:pt x="18801" y="8566"/>
                </a:lnTo>
                <a:lnTo>
                  <a:pt x="18103" y="10720"/>
                </a:lnTo>
                <a:lnTo>
                  <a:pt x="17398" y="12877"/>
                </a:lnTo>
                <a:lnTo>
                  <a:pt x="16693" y="15043"/>
                </a:lnTo>
                <a:lnTo>
                  <a:pt x="15981" y="17218"/>
                </a:lnTo>
                <a:lnTo>
                  <a:pt x="15269" y="19403"/>
                </a:lnTo>
                <a:lnTo>
                  <a:pt x="14550" y="21600"/>
                </a:lnTo>
                <a:lnTo>
                  <a:pt x="11068" y="19607"/>
                </a:lnTo>
                <a:lnTo>
                  <a:pt x="8142" y="17734"/>
                </a:lnTo>
                <a:lnTo>
                  <a:pt x="5738" y="15947"/>
                </a:lnTo>
                <a:lnTo>
                  <a:pt x="3814" y="14200"/>
                </a:lnTo>
                <a:lnTo>
                  <a:pt x="2326" y="12460"/>
                </a:lnTo>
                <a:lnTo>
                  <a:pt x="1241" y="10689"/>
                </a:lnTo>
                <a:lnTo>
                  <a:pt x="522" y="8847"/>
                </a:lnTo>
                <a:lnTo>
                  <a:pt x="120" y="6893"/>
                </a:lnTo>
                <a:lnTo>
                  <a:pt x="0" y="4795"/>
                </a:lnTo>
                <a:lnTo>
                  <a:pt x="127" y="2509"/>
                </a:lnTo>
                <a:lnTo>
                  <a:pt x="451" y="0"/>
                </a:lnTo>
                <a:close/>
              </a:path>
            </a:pathLst>
          </a:custGeom>
          <a:solidFill>
            <a:srgbClr val="EFE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6" name="contour_16454"/>
          <p:cNvSpPr/>
          <p:nvPr/>
        </p:nvSpPr>
        <p:spPr>
          <a:xfrm>
            <a:off x="4536217" y="4299660"/>
            <a:ext cx="43728" cy="294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7"/>
                </a:moveTo>
                <a:lnTo>
                  <a:pt x="21600" y="3726"/>
                </a:lnTo>
                <a:lnTo>
                  <a:pt x="21600" y="7286"/>
                </a:lnTo>
                <a:lnTo>
                  <a:pt x="21600" y="10894"/>
                </a:lnTo>
                <a:lnTo>
                  <a:pt x="19246" y="12569"/>
                </a:lnTo>
                <a:lnTo>
                  <a:pt x="17507" y="13720"/>
                </a:lnTo>
                <a:lnTo>
                  <a:pt x="15865" y="14636"/>
                </a:lnTo>
                <a:lnTo>
                  <a:pt x="13802" y="15604"/>
                </a:lnTo>
                <a:lnTo>
                  <a:pt x="10800" y="16916"/>
                </a:lnTo>
                <a:lnTo>
                  <a:pt x="9907" y="17317"/>
                </a:lnTo>
                <a:lnTo>
                  <a:pt x="8334" y="18024"/>
                </a:lnTo>
                <a:lnTo>
                  <a:pt x="4723" y="19635"/>
                </a:lnTo>
                <a:lnTo>
                  <a:pt x="2380" y="20610"/>
                </a:lnTo>
                <a:lnTo>
                  <a:pt x="0" y="21600"/>
                </a:lnTo>
                <a:lnTo>
                  <a:pt x="1368" y="15010"/>
                </a:lnTo>
                <a:lnTo>
                  <a:pt x="2387" y="10471"/>
                </a:lnTo>
                <a:lnTo>
                  <a:pt x="3251" y="7436"/>
                </a:lnTo>
                <a:lnTo>
                  <a:pt x="4140" y="5353"/>
                </a:lnTo>
                <a:lnTo>
                  <a:pt x="5242" y="3678"/>
                </a:lnTo>
                <a:lnTo>
                  <a:pt x="6750" y="1858"/>
                </a:lnTo>
                <a:lnTo>
                  <a:pt x="9245" y="985"/>
                </a:lnTo>
                <a:lnTo>
                  <a:pt x="11689" y="418"/>
                </a:lnTo>
                <a:lnTo>
                  <a:pt x="14112" y="107"/>
                </a:lnTo>
                <a:lnTo>
                  <a:pt x="16549" y="0"/>
                </a:lnTo>
                <a:lnTo>
                  <a:pt x="19037" y="43"/>
                </a:lnTo>
                <a:lnTo>
                  <a:pt x="21600" y="187"/>
                </a:lnTo>
                <a:close/>
              </a:path>
            </a:pathLst>
          </a:custGeom>
          <a:solidFill>
            <a:srgbClr val="49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7" name="contour_16455"/>
          <p:cNvSpPr/>
          <p:nvPr/>
        </p:nvSpPr>
        <p:spPr>
          <a:xfrm>
            <a:off x="4142666" y="427805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20529" y="13473"/>
                </a:lnTo>
                <a:lnTo>
                  <a:pt x="19457" y="16157"/>
                </a:lnTo>
                <a:lnTo>
                  <a:pt x="18373" y="18862"/>
                </a:lnTo>
                <a:lnTo>
                  <a:pt x="17280" y="21600"/>
                </a:lnTo>
                <a:lnTo>
                  <a:pt x="14148" y="21443"/>
                </a:lnTo>
                <a:lnTo>
                  <a:pt x="11837" y="20920"/>
                </a:lnTo>
                <a:lnTo>
                  <a:pt x="8372" y="19575"/>
                </a:lnTo>
                <a:lnTo>
                  <a:pt x="6018" y="18673"/>
                </a:lnTo>
                <a:lnTo>
                  <a:pt x="3629" y="17761"/>
                </a:lnTo>
                <a:lnTo>
                  <a:pt x="1827" y="16988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35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8" name="contour_16456"/>
          <p:cNvSpPr/>
          <p:nvPr/>
        </p:nvSpPr>
        <p:spPr>
          <a:xfrm>
            <a:off x="2393548" y="4300877"/>
            <a:ext cx="36440" cy="500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730"/>
                </a:moveTo>
                <a:lnTo>
                  <a:pt x="18744" y="2730"/>
                </a:lnTo>
                <a:lnTo>
                  <a:pt x="15872" y="2730"/>
                </a:lnTo>
                <a:lnTo>
                  <a:pt x="12960" y="2730"/>
                </a:lnTo>
                <a:lnTo>
                  <a:pt x="12485" y="4806"/>
                </a:lnTo>
                <a:lnTo>
                  <a:pt x="12010" y="6884"/>
                </a:lnTo>
                <a:lnTo>
                  <a:pt x="11534" y="8963"/>
                </a:lnTo>
                <a:lnTo>
                  <a:pt x="11055" y="11048"/>
                </a:lnTo>
                <a:lnTo>
                  <a:pt x="10575" y="13140"/>
                </a:lnTo>
                <a:lnTo>
                  <a:pt x="10096" y="15241"/>
                </a:lnTo>
                <a:lnTo>
                  <a:pt x="9612" y="17348"/>
                </a:lnTo>
                <a:lnTo>
                  <a:pt x="9128" y="19468"/>
                </a:lnTo>
                <a:lnTo>
                  <a:pt x="8640" y="21600"/>
                </a:lnTo>
                <a:lnTo>
                  <a:pt x="6070" y="18081"/>
                </a:lnTo>
                <a:lnTo>
                  <a:pt x="4065" y="15279"/>
                </a:lnTo>
                <a:lnTo>
                  <a:pt x="2562" y="13039"/>
                </a:lnTo>
                <a:lnTo>
                  <a:pt x="1482" y="11206"/>
                </a:lnTo>
                <a:lnTo>
                  <a:pt x="760" y="9627"/>
                </a:lnTo>
                <a:lnTo>
                  <a:pt x="320" y="8146"/>
                </a:lnTo>
                <a:lnTo>
                  <a:pt x="95" y="6608"/>
                </a:lnTo>
                <a:lnTo>
                  <a:pt x="13" y="4853"/>
                </a:lnTo>
                <a:lnTo>
                  <a:pt x="0" y="2730"/>
                </a:lnTo>
                <a:lnTo>
                  <a:pt x="3115" y="1145"/>
                </a:lnTo>
                <a:lnTo>
                  <a:pt x="6087" y="270"/>
                </a:lnTo>
                <a:lnTo>
                  <a:pt x="8994" y="0"/>
                </a:lnTo>
                <a:lnTo>
                  <a:pt x="11919" y="220"/>
                </a:lnTo>
                <a:lnTo>
                  <a:pt x="14943" y="824"/>
                </a:lnTo>
                <a:lnTo>
                  <a:pt x="18140" y="1695"/>
                </a:lnTo>
                <a:lnTo>
                  <a:pt x="21600" y="2730"/>
                </a:lnTo>
                <a:close/>
              </a:path>
            </a:pathLst>
          </a:custGeom>
          <a:solidFill>
            <a:srgbClr val="F8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59" name="contour_16457"/>
          <p:cNvSpPr/>
          <p:nvPr/>
        </p:nvSpPr>
        <p:spPr>
          <a:xfrm>
            <a:off x="7276502" y="4248899"/>
            <a:ext cx="2186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71" y="0"/>
                </a:lnTo>
                <a:lnTo>
                  <a:pt x="14400" y="0"/>
                </a:lnTo>
                <a:lnTo>
                  <a:pt x="15113" y="1663"/>
                </a:lnTo>
                <a:lnTo>
                  <a:pt x="15826" y="3329"/>
                </a:lnTo>
                <a:lnTo>
                  <a:pt x="16538" y="4994"/>
                </a:lnTo>
                <a:lnTo>
                  <a:pt x="17258" y="6662"/>
                </a:lnTo>
                <a:lnTo>
                  <a:pt x="17971" y="8338"/>
                </a:lnTo>
                <a:lnTo>
                  <a:pt x="18691" y="10015"/>
                </a:lnTo>
                <a:lnTo>
                  <a:pt x="19411" y="11700"/>
                </a:lnTo>
                <a:lnTo>
                  <a:pt x="20138" y="13392"/>
                </a:lnTo>
                <a:lnTo>
                  <a:pt x="20866" y="15091"/>
                </a:lnTo>
                <a:lnTo>
                  <a:pt x="21600" y="16800"/>
                </a:lnTo>
                <a:lnTo>
                  <a:pt x="16841" y="16800"/>
                </a:lnTo>
                <a:lnTo>
                  <a:pt x="12053" y="16800"/>
                </a:lnTo>
                <a:lnTo>
                  <a:pt x="7200" y="16800"/>
                </a:lnTo>
                <a:lnTo>
                  <a:pt x="5414" y="17988"/>
                </a:lnTo>
                <a:lnTo>
                  <a:pt x="3629" y="19181"/>
                </a:lnTo>
                <a:lnTo>
                  <a:pt x="1822" y="20383"/>
                </a:lnTo>
                <a:lnTo>
                  <a:pt x="0" y="21600"/>
                </a:lnTo>
                <a:lnTo>
                  <a:pt x="547" y="19956"/>
                </a:lnTo>
                <a:lnTo>
                  <a:pt x="1094" y="18310"/>
                </a:lnTo>
                <a:lnTo>
                  <a:pt x="1649" y="16663"/>
                </a:lnTo>
                <a:lnTo>
                  <a:pt x="2196" y="15014"/>
                </a:lnTo>
                <a:lnTo>
                  <a:pt x="2743" y="13363"/>
                </a:lnTo>
                <a:lnTo>
                  <a:pt x="3298" y="11710"/>
                </a:lnTo>
                <a:lnTo>
                  <a:pt x="3852" y="10051"/>
                </a:lnTo>
                <a:lnTo>
                  <a:pt x="4406" y="8390"/>
                </a:lnTo>
                <a:lnTo>
                  <a:pt x="4961" y="6725"/>
                </a:lnTo>
                <a:lnTo>
                  <a:pt x="5515" y="5052"/>
                </a:lnTo>
                <a:lnTo>
                  <a:pt x="6077" y="3374"/>
                </a:lnTo>
                <a:lnTo>
                  <a:pt x="6638" y="1692"/>
                </a:lnTo>
                <a:lnTo>
                  <a:pt x="7200" y="0"/>
                </a:lnTo>
                <a:close/>
              </a:path>
            </a:pathLst>
          </a:custGeom>
          <a:solidFill>
            <a:srgbClr val="CBCD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0" name="contour_16458"/>
          <p:cNvSpPr/>
          <p:nvPr/>
        </p:nvSpPr>
        <p:spPr>
          <a:xfrm>
            <a:off x="4587233" y="4256187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125" y="4277"/>
                </a:lnTo>
                <a:lnTo>
                  <a:pt x="19739" y="8568"/>
                </a:lnTo>
                <a:lnTo>
                  <a:pt x="20353" y="12874"/>
                </a:lnTo>
                <a:lnTo>
                  <a:pt x="20974" y="17215"/>
                </a:lnTo>
                <a:lnTo>
                  <a:pt x="21600" y="21600"/>
                </a:lnTo>
                <a:lnTo>
                  <a:pt x="19462" y="20887"/>
                </a:lnTo>
                <a:lnTo>
                  <a:pt x="17320" y="20174"/>
                </a:lnTo>
                <a:lnTo>
                  <a:pt x="15179" y="19462"/>
                </a:lnTo>
                <a:lnTo>
                  <a:pt x="13034" y="18742"/>
                </a:lnTo>
                <a:lnTo>
                  <a:pt x="10880" y="18029"/>
                </a:lnTo>
                <a:lnTo>
                  <a:pt x="8723" y="17309"/>
                </a:lnTo>
                <a:lnTo>
                  <a:pt x="6557" y="16589"/>
                </a:lnTo>
                <a:lnTo>
                  <a:pt x="4382" y="15862"/>
                </a:lnTo>
                <a:lnTo>
                  <a:pt x="2197" y="15134"/>
                </a:lnTo>
                <a:lnTo>
                  <a:pt x="0" y="14400"/>
                </a:lnTo>
                <a:lnTo>
                  <a:pt x="3453" y="10116"/>
                </a:lnTo>
                <a:lnTo>
                  <a:pt x="6202" y="6775"/>
                </a:lnTo>
                <a:lnTo>
                  <a:pt x="8399" y="4270"/>
                </a:lnTo>
                <a:lnTo>
                  <a:pt x="10198" y="2470"/>
                </a:lnTo>
                <a:lnTo>
                  <a:pt x="11747" y="1267"/>
                </a:lnTo>
                <a:lnTo>
                  <a:pt x="13201" y="533"/>
                </a:lnTo>
                <a:lnTo>
                  <a:pt x="14710" y="158"/>
                </a:lnTo>
                <a:lnTo>
                  <a:pt x="16431" y="22"/>
                </a:lnTo>
                <a:lnTo>
                  <a:pt x="18514" y="0"/>
                </a:lnTo>
                <a:close/>
              </a:path>
            </a:pathLst>
          </a:custGeom>
          <a:solidFill>
            <a:srgbClr val="7066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1" name="contour_16459"/>
          <p:cNvSpPr/>
          <p:nvPr/>
        </p:nvSpPr>
        <p:spPr>
          <a:xfrm>
            <a:off x="3814706" y="4247077"/>
            <a:ext cx="43728" cy="30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0"/>
                </a:moveTo>
                <a:lnTo>
                  <a:pt x="18050" y="315"/>
                </a:lnTo>
                <a:lnTo>
                  <a:pt x="21600" y="1271"/>
                </a:lnTo>
                <a:lnTo>
                  <a:pt x="21247" y="4899"/>
                </a:lnTo>
                <a:lnTo>
                  <a:pt x="20884" y="7507"/>
                </a:lnTo>
                <a:lnTo>
                  <a:pt x="20336" y="9824"/>
                </a:lnTo>
                <a:lnTo>
                  <a:pt x="19433" y="12584"/>
                </a:lnTo>
                <a:lnTo>
                  <a:pt x="18000" y="16518"/>
                </a:lnTo>
                <a:lnTo>
                  <a:pt x="15790" y="17549"/>
                </a:lnTo>
                <a:lnTo>
                  <a:pt x="13572" y="18434"/>
                </a:lnTo>
                <a:lnTo>
                  <a:pt x="11351" y="19186"/>
                </a:lnTo>
                <a:lnTo>
                  <a:pt x="9119" y="19821"/>
                </a:lnTo>
                <a:lnTo>
                  <a:pt x="6869" y="20365"/>
                </a:lnTo>
                <a:lnTo>
                  <a:pt x="4601" y="20827"/>
                </a:lnTo>
                <a:lnTo>
                  <a:pt x="2311" y="21234"/>
                </a:lnTo>
                <a:lnTo>
                  <a:pt x="0" y="21600"/>
                </a:lnTo>
                <a:lnTo>
                  <a:pt x="2653" y="15664"/>
                </a:lnTo>
                <a:lnTo>
                  <a:pt x="4792" y="11029"/>
                </a:lnTo>
                <a:lnTo>
                  <a:pt x="6548" y="7517"/>
                </a:lnTo>
                <a:lnTo>
                  <a:pt x="8064" y="4940"/>
                </a:lnTo>
                <a:lnTo>
                  <a:pt x="9475" y="3136"/>
                </a:lnTo>
                <a:lnTo>
                  <a:pt x="10926" y="1916"/>
                </a:lnTo>
                <a:lnTo>
                  <a:pt x="12546" y="1103"/>
                </a:lnTo>
                <a:lnTo>
                  <a:pt x="14486" y="523"/>
                </a:lnTo>
                <a:lnTo>
                  <a:pt x="16877" y="0"/>
                </a:lnTo>
                <a:close/>
              </a:path>
            </a:pathLst>
          </a:custGeom>
          <a:solidFill>
            <a:srgbClr val="BEB3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2" name="contour_16460"/>
          <p:cNvSpPr/>
          <p:nvPr/>
        </p:nvSpPr>
        <p:spPr>
          <a:xfrm>
            <a:off x="4521641" y="424161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855"/>
                </a:lnTo>
                <a:lnTo>
                  <a:pt x="13781" y="1715"/>
                </a:lnTo>
                <a:lnTo>
                  <a:pt x="16364" y="2575"/>
                </a:lnTo>
                <a:lnTo>
                  <a:pt x="18969" y="3443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0394" y="20745"/>
                </a:lnTo>
                <a:lnTo>
                  <a:pt x="7819" y="19885"/>
                </a:lnTo>
                <a:lnTo>
                  <a:pt x="5236" y="19025"/>
                </a:lnTo>
                <a:lnTo>
                  <a:pt x="2631" y="18157"/>
                </a:lnTo>
                <a:lnTo>
                  <a:pt x="0" y="17280"/>
                </a:lnTo>
                <a:lnTo>
                  <a:pt x="1223" y="14835"/>
                </a:lnTo>
                <a:lnTo>
                  <a:pt x="2445" y="12390"/>
                </a:lnTo>
                <a:lnTo>
                  <a:pt x="3672" y="9936"/>
                </a:lnTo>
                <a:lnTo>
                  <a:pt x="4903" y="7474"/>
                </a:lnTo>
                <a:lnTo>
                  <a:pt x="6143" y="4998"/>
                </a:lnTo>
                <a:lnTo>
                  <a:pt x="7387" y="2510"/>
                </a:lnTo>
                <a:lnTo>
                  <a:pt x="8640" y="0"/>
                </a:lnTo>
                <a:close/>
              </a:path>
            </a:pathLst>
          </a:custGeom>
          <a:solidFill>
            <a:srgbClr val="3233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3" name="contour_16461"/>
          <p:cNvSpPr/>
          <p:nvPr/>
        </p:nvSpPr>
        <p:spPr>
          <a:xfrm>
            <a:off x="4171818" y="4255830"/>
            <a:ext cx="36440" cy="22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7"/>
                </a:moveTo>
                <a:lnTo>
                  <a:pt x="21600" y="4555"/>
                </a:lnTo>
                <a:lnTo>
                  <a:pt x="21600" y="8777"/>
                </a:lnTo>
                <a:lnTo>
                  <a:pt x="21600" y="13014"/>
                </a:lnTo>
                <a:lnTo>
                  <a:pt x="21600" y="172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917"/>
                </a:lnTo>
                <a:lnTo>
                  <a:pt x="0" y="12206"/>
                </a:lnTo>
                <a:lnTo>
                  <a:pt x="0" y="7431"/>
                </a:lnTo>
                <a:lnTo>
                  <a:pt x="2527" y="4654"/>
                </a:lnTo>
                <a:lnTo>
                  <a:pt x="5063" y="2642"/>
                </a:lnTo>
                <a:lnTo>
                  <a:pt x="7629" y="1282"/>
                </a:lnTo>
                <a:lnTo>
                  <a:pt x="10243" y="468"/>
                </a:lnTo>
                <a:lnTo>
                  <a:pt x="12925" y="71"/>
                </a:lnTo>
                <a:lnTo>
                  <a:pt x="15699" y="0"/>
                </a:lnTo>
                <a:lnTo>
                  <a:pt x="18585" y="128"/>
                </a:lnTo>
                <a:lnTo>
                  <a:pt x="21600" y="347"/>
                </a:lnTo>
                <a:close/>
              </a:path>
            </a:pathLst>
          </a:custGeom>
          <a:solidFill>
            <a:srgbClr val="2021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4" name="contour_16462"/>
          <p:cNvSpPr/>
          <p:nvPr/>
        </p:nvSpPr>
        <p:spPr>
          <a:xfrm>
            <a:off x="8406141" y="4190595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8" y="0"/>
                </a:lnTo>
                <a:lnTo>
                  <a:pt x="10800" y="0"/>
                </a:lnTo>
                <a:lnTo>
                  <a:pt x="10800" y="1782"/>
                </a:lnTo>
                <a:lnTo>
                  <a:pt x="10800" y="3567"/>
                </a:lnTo>
                <a:lnTo>
                  <a:pt x="10800" y="5351"/>
                </a:lnTo>
                <a:lnTo>
                  <a:pt x="10800" y="7141"/>
                </a:lnTo>
                <a:lnTo>
                  <a:pt x="10800" y="8937"/>
                </a:lnTo>
                <a:lnTo>
                  <a:pt x="10800" y="10741"/>
                </a:lnTo>
                <a:lnTo>
                  <a:pt x="10800" y="12550"/>
                </a:lnTo>
                <a:lnTo>
                  <a:pt x="10800" y="14369"/>
                </a:lnTo>
                <a:lnTo>
                  <a:pt x="10800" y="16200"/>
                </a:lnTo>
                <a:lnTo>
                  <a:pt x="14369" y="16200"/>
                </a:lnTo>
                <a:lnTo>
                  <a:pt x="17960" y="16200"/>
                </a:lnTo>
                <a:lnTo>
                  <a:pt x="21600" y="16200"/>
                </a:lnTo>
                <a:lnTo>
                  <a:pt x="21600" y="17985"/>
                </a:lnTo>
                <a:lnTo>
                  <a:pt x="21600" y="19780"/>
                </a:lnTo>
                <a:lnTo>
                  <a:pt x="21600" y="21600"/>
                </a:lnTo>
                <a:lnTo>
                  <a:pt x="18036" y="21155"/>
                </a:lnTo>
                <a:lnTo>
                  <a:pt x="14467" y="20709"/>
                </a:lnTo>
                <a:lnTo>
                  <a:pt x="10881" y="20261"/>
                </a:lnTo>
                <a:lnTo>
                  <a:pt x="7279" y="19810"/>
                </a:lnTo>
                <a:lnTo>
                  <a:pt x="3656" y="19356"/>
                </a:lnTo>
                <a:lnTo>
                  <a:pt x="0" y="18900"/>
                </a:lnTo>
                <a:lnTo>
                  <a:pt x="535" y="17029"/>
                </a:lnTo>
                <a:lnTo>
                  <a:pt x="1069" y="15155"/>
                </a:lnTo>
                <a:lnTo>
                  <a:pt x="1604" y="13281"/>
                </a:lnTo>
                <a:lnTo>
                  <a:pt x="2144" y="11405"/>
                </a:lnTo>
                <a:lnTo>
                  <a:pt x="2678" y="9520"/>
                </a:lnTo>
                <a:lnTo>
                  <a:pt x="3218" y="7633"/>
                </a:lnTo>
                <a:lnTo>
                  <a:pt x="3758" y="5738"/>
                </a:lnTo>
                <a:lnTo>
                  <a:pt x="4304" y="3834"/>
                </a:lnTo>
                <a:lnTo>
                  <a:pt x="4849" y="1922"/>
                </a:lnTo>
                <a:lnTo>
                  <a:pt x="5400" y="0"/>
                </a:lnTo>
                <a:close/>
              </a:path>
            </a:pathLst>
          </a:custGeom>
          <a:solidFill>
            <a:srgbClr val="EEEE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5" name="contour_16463"/>
          <p:cNvSpPr/>
          <p:nvPr/>
        </p:nvSpPr>
        <p:spPr>
          <a:xfrm>
            <a:off x="8457157" y="4218515"/>
            <a:ext cx="51016" cy="23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52"/>
                </a:moveTo>
                <a:lnTo>
                  <a:pt x="2231" y="682"/>
                </a:lnTo>
                <a:lnTo>
                  <a:pt x="4440" y="307"/>
                </a:lnTo>
                <a:lnTo>
                  <a:pt x="6631" y="68"/>
                </a:lnTo>
                <a:lnTo>
                  <a:pt x="8816" y="0"/>
                </a:lnTo>
                <a:lnTo>
                  <a:pt x="11004" y="136"/>
                </a:lnTo>
                <a:lnTo>
                  <a:pt x="13204" y="504"/>
                </a:lnTo>
                <a:lnTo>
                  <a:pt x="15429" y="1152"/>
                </a:lnTo>
                <a:lnTo>
                  <a:pt x="17144" y="5507"/>
                </a:lnTo>
                <a:lnTo>
                  <a:pt x="18357" y="8725"/>
                </a:lnTo>
                <a:lnTo>
                  <a:pt x="19236" y="11376"/>
                </a:lnTo>
                <a:lnTo>
                  <a:pt x="19955" y="14027"/>
                </a:lnTo>
                <a:lnTo>
                  <a:pt x="20687" y="17245"/>
                </a:lnTo>
                <a:lnTo>
                  <a:pt x="21600" y="21600"/>
                </a:lnTo>
                <a:lnTo>
                  <a:pt x="19786" y="21123"/>
                </a:lnTo>
                <a:lnTo>
                  <a:pt x="17971" y="20625"/>
                </a:lnTo>
                <a:lnTo>
                  <a:pt x="16160" y="20114"/>
                </a:lnTo>
                <a:lnTo>
                  <a:pt x="14345" y="19582"/>
                </a:lnTo>
                <a:lnTo>
                  <a:pt x="12534" y="19044"/>
                </a:lnTo>
                <a:lnTo>
                  <a:pt x="10849" y="18567"/>
                </a:lnTo>
                <a:lnTo>
                  <a:pt x="9155" y="18090"/>
                </a:lnTo>
                <a:lnTo>
                  <a:pt x="7437" y="17606"/>
                </a:lnTo>
                <a:lnTo>
                  <a:pt x="4888" y="15861"/>
                </a:lnTo>
                <a:lnTo>
                  <a:pt x="3363" y="14252"/>
                </a:lnTo>
                <a:lnTo>
                  <a:pt x="2256" y="11839"/>
                </a:lnTo>
                <a:lnTo>
                  <a:pt x="953" y="7702"/>
                </a:lnTo>
                <a:lnTo>
                  <a:pt x="481" y="4451"/>
                </a:lnTo>
                <a:lnTo>
                  <a:pt x="0" y="1152"/>
                </a:lnTo>
                <a:close/>
              </a:path>
            </a:pathLst>
          </a:custGeom>
          <a:solidFill>
            <a:srgbClr val="F0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6" name="contour_16464"/>
          <p:cNvSpPr/>
          <p:nvPr/>
        </p:nvSpPr>
        <p:spPr>
          <a:xfrm>
            <a:off x="10031363" y="421245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444" y="6489"/>
                </a:lnTo>
                <a:lnTo>
                  <a:pt x="19273" y="8653"/>
                </a:lnTo>
                <a:lnTo>
                  <a:pt x="18079" y="10809"/>
                </a:lnTo>
                <a:lnTo>
                  <a:pt x="16875" y="12960"/>
                </a:lnTo>
                <a:lnTo>
                  <a:pt x="15557" y="15371"/>
                </a:lnTo>
                <a:lnTo>
                  <a:pt x="14218" y="17820"/>
                </a:lnTo>
                <a:lnTo>
                  <a:pt x="12523" y="19695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FA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7" name="contour_16465"/>
          <p:cNvSpPr/>
          <p:nvPr/>
        </p:nvSpPr>
        <p:spPr>
          <a:xfrm>
            <a:off x="10723722" y="419788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590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8" name="contour_16466"/>
          <p:cNvSpPr/>
          <p:nvPr/>
        </p:nvSpPr>
        <p:spPr>
          <a:xfrm>
            <a:off x="5155697" y="419788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750" y="7206"/>
                </a:lnTo>
                <a:lnTo>
                  <a:pt x="19850" y="10087"/>
                </a:lnTo>
                <a:lnTo>
                  <a:pt x="18900" y="12960"/>
                </a:lnTo>
                <a:lnTo>
                  <a:pt x="18144" y="15371"/>
                </a:lnTo>
                <a:lnTo>
                  <a:pt x="17381" y="17820"/>
                </a:lnTo>
                <a:lnTo>
                  <a:pt x="15898" y="19695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8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69" name="contour_16467"/>
          <p:cNvSpPr/>
          <p:nvPr/>
        </p:nvSpPr>
        <p:spPr>
          <a:xfrm>
            <a:off x="4914209" y="4176019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0"/>
                </a:lnTo>
                <a:lnTo>
                  <a:pt x="7606" y="0"/>
                </a:lnTo>
                <a:lnTo>
                  <a:pt x="11074" y="0"/>
                </a:lnTo>
                <a:lnTo>
                  <a:pt x="14558" y="0"/>
                </a:lnTo>
                <a:lnTo>
                  <a:pt x="18064" y="0"/>
                </a:lnTo>
                <a:lnTo>
                  <a:pt x="21600" y="0"/>
                </a:lnTo>
                <a:lnTo>
                  <a:pt x="20738" y="3564"/>
                </a:lnTo>
                <a:lnTo>
                  <a:pt x="19876" y="7133"/>
                </a:lnTo>
                <a:lnTo>
                  <a:pt x="19009" y="10719"/>
                </a:lnTo>
                <a:lnTo>
                  <a:pt x="18137" y="14321"/>
                </a:lnTo>
                <a:lnTo>
                  <a:pt x="17259" y="17944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F0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0" name="contour_16468"/>
          <p:cNvSpPr/>
          <p:nvPr/>
        </p:nvSpPr>
        <p:spPr>
          <a:xfrm>
            <a:off x="4674689" y="4154155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234" y="1634"/>
                </a:lnTo>
                <a:lnTo>
                  <a:pt x="6883" y="3278"/>
                </a:lnTo>
                <a:lnTo>
                  <a:pt x="8550" y="4944"/>
                </a:lnTo>
                <a:lnTo>
                  <a:pt x="10692" y="6963"/>
                </a:lnTo>
                <a:lnTo>
                  <a:pt x="12816" y="8897"/>
                </a:lnTo>
                <a:lnTo>
                  <a:pt x="14947" y="10747"/>
                </a:lnTo>
                <a:lnTo>
                  <a:pt x="17104" y="12513"/>
                </a:lnTo>
                <a:lnTo>
                  <a:pt x="19314" y="14200"/>
                </a:lnTo>
                <a:lnTo>
                  <a:pt x="21600" y="15813"/>
                </a:lnTo>
                <a:lnTo>
                  <a:pt x="19451" y="18870"/>
                </a:lnTo>
                <a:lnTo>
                  <a:pt x="17914" y="20488"/>
                </a:lnTo>
                <a:lnTo>
                  <a:pt x="16247" y="21220"/>
                </a:lnTo>
                <a:lnTo>
                  <a:pt x="13712" y="21600"/>
                </a:lnTo>
                <a:lnTo>
                  <a:pt x="11261" y="21505"/>
                </a:lnTo>
                <a:lnTo>
                  <a:pt x="8777" y="21410"/>
                </a:lnTo>
                <a:lnTo>
                  <a:pt x="7542" y="21379"/>
                </a:lnTo>
                <a:lnTo>
                  <a:pt x="3812" y="21268"/>
                </a:lnTo>
                <a:lnTo>
                  <a:pt x="1919" y="21178"/>
                </a:lnTo>
                <a:lnTo>
                  <a:pt x="0" y="21083"/>
                </a:lnTo>
                <a:lnTo>
                  <a:pt x="594" y="17605"/>
                </a:lnTo>
                <a:lnTo>
                  <a:pt x="1188" y="14121"/>
                </a:lnTo>
                <a:lnTo>
                  <a:pt x="1786" y="10621"/>
                </a:lnTo>
                <a:lnTo>
                  <a:pt x="2387" y="7105"/>
                </a:lnTo>
                <a:lnTo>
                  <a:pt x="2992" y="3568"/>
                </a:lnTo>
                <a:lnTo>
                  <a:pt x="3600" y="0"/>
                </a:lnTo>
                <a:close/>
              </a:path>
            </a:pathLst>
          </a:custGeom>
          <a:solidFill>
            <a:srgbClr val="EC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1" name="contour_16469"/>
          <p:cNvSpPr/>
          <p:nvPr/>
        </p:nvSpPr>
        <p:spPr>
          <a:xfrm>
            <a:off x="2327956" y="410313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832"/>
                </a:lnTo>
                <a:lnTo>
                  <a:pt x="11275" y="3668"/>
                </a:lnTo>
                <a:lnTo>
                  <a:pt x="13320" y="5508"/>
                </a:lnTo>
                <a:lnTo>
                  <a:pt x="15372" y="7357"/>
                </a:lnTo>
                <a:lnTo>
                  <a:pt x="17435" y="9210"/>
                </a:lnTo>
                <a:lnTo>
                  <a:pt x="19508" y="11081"/>
                </a:lnTo>
                <a:lnTo>
                  <a:pt x="21600" y="12960"/>
                </a:lnTo>
                <a:lnTo>
                  <a:pt x="19580" y="15137"/>
                </a:lnTo>
                <a:lnTo>
                  <a:pt x="18050" y="16701"/>
                </a:lnTo>
                <a:lnTo>
                  <a:pt x="16708" y="17889"/>
                </a:lnTo>
                <a:lnTo>
                  <a:pt x="15250" y="18943"/>
                </a:lnTo>
                <a:lnTo>
                  <a:pt x="13381" y="20097"/>
                </a:lnTo>
                <a:lnTo>
                  <a:pt x="10800" y="21600"/>
                </a:lnTo>
                <a:lnTo>
                  <a:pt x="8644" y="19824"/>
                </a:lnTo>
                <a:lnTo>
                  <a:pt x="6692" y="17872"/>
                </a:lnTo>
                <a:lnTo>
                  <a:pt x="4900" y="15759"/>
                </a:lnTo>
                <a:lnTo>
                  <a:pt x="3215" y="13504"/>
                </a:lnTo>
                <a:lnTo>
                  <a:pt x="1598" y="11128"/>
                </a:lnTo>
                <a:lnTo>
                  <a:pt x="0" y="8640"/>
                </a:lnTo>
                <a:lnTo>
                  <a:pt x="2380" y="8640"/>
                </a:lnTo>
                <a:lnTo>
                  <a:pt x="4774" y="8640"/>
                </a:lnTo>
                <a:lnTo>
                  <a:pt x="7200" y="8640"/>
                </a:lnTo>
                <a:lnTo>
                  <a:pt x="7200" y="5784"/>
                </a:lnTo>
                <a:lnTo>
                  <a:pt x="7200" y="2912"/>
                </a:lnTo>
                <a:lnTo>
                  <a:pt x="7200" y="0"/>
                </a:lnTo>
                <a:close/>
              </a:path>
            </a:pathLst>
          </a:custGeom>
          <a:solidFill>
            <a:srgbClr val="B0C7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2" name="contour_16470"/>
          <p:cNvSpPr/>
          <p:nvPr/>
        </p:nvSpPr>
        <p:spPr>
          <a:xfrm>
            <a:off x="1570005" y="4117715"/>
            <a:ext cx="43728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347" y="4221"/>
                </a:lnTo>
                <a:lnTo>
                  <a:pt x="19386" y="7339"/>
                </a:lnTo>
                <a:lnTo>
                  <a:pt x="18508" y="9908"/>
                </a:lnTo>
                <a:lnTo>
                  <a:pt x="17518" y="12478"/>
                </a:lnTo>
                <a:lnTo>
                  <a:pt x="16214" y="15596"/>
                </a:lnTo>
                <a:lnTo>
                  <a:pt x="14400" y="19817"/>
                </a:lnTo>
                <a:lnTo>
                  <a:pt x="11614" y="21006"/>
                </a:lnTo>
                <a:lnTo>
                  <a:pt x="9659" y="21600"/>
                </a:lnTo>
                <a:lnTo>
                  <a:pt x="8017" y="21600"/>
                </a:lnTo>
                <a:lnTo>
                  <a:pt x="6170" y="21006"/>
                </a:lnTo>
                <a:lnTo>
                  <a:pt x="3600" y="19817"/>
                </a:lnTo>
                <a:lnTo>
                  <a:pt x="2383" y="14902"/>
                </a:lnTo>
                <a:lnTo>
                  <a:pt x="1588" y="11414"/>
                </a:lnTo>
                <a:lnTo>
                  <a:pt x="1040" y="8402"/>
                </a:lnTo>
                <a:lnTo>
                  <a:pt x="569" y="4914"/>
                </a:lnTo>
                <a:lnTo>
                  <a:pt x="0" y="0"/>
                </a:lnTo>
                <a:close/>
              </a:path>
            </a:pathLst>
          </a:custGeom>
          <a:solidFill>
            <a:srgbClr val="D17C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3" name="contour_16471"/>
          <p:cNvSpPr/>
          <p:nvPr/>
        </p:nvSpPr>
        <p:spPr>
          <a:xfrm>
            <a:off x="4004194" y="4052123"/>
            <a:ext cx="43728" cy="22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09" y="5247"/>
                </a:lnTo>
                <a:lnTo>
                  <a:pt x="19850" y="8970"/>
                </a:lnTo>
                <a:lnTo>
                  <a:pt x="20398" y="12186"/>
                </a:lnTo>
                <a:lnTo>
                  <a:pt x="20923" y="15909"/>
                </a:lnTo>
                <a:lnTo>
                  <a:pt x="21600" y="21156"/>
                </a:lnTo>
                <a:lnTo>
                  <a:pt x="16999" y="21445"/>
                </a:lnTo>
                <a:lnTo>
                  <a:pt x="13363" y="21600"/>
                </a:lnTo>
                <a:lnTo>
                  <a:pt x="10512" y="21565"/>
                </a:lnTo>
                <a:lnTo>
                  <a:pt x="8273" y="21283"/>
                </a:lnTo>
                <a:lnTo>
                  <a:pt x="6466" y="20690"/>
                </a:lnTo>
                <a:lnTo>
                  <a:pt x="4914" y="19738"/>
                </a:lnTo>
                <a:lnTo>
                  <a:pt x="3438" y="18363"/>
                </a:lnTo>
                <a:lnTo>
                  <a:pt x="1858" y="16501"/>
                </a:lnTo>
                <a:lnTo>
                  <a:pt x="0" y="14104"/>
                </a:lnTo>
                <a:lnTo>
                  <a:pt x="3283" y="9450"/>
                </a:lnTo>
                <a:lnTo>
                  <a:pt x="5850" y="5952"/>
                </a:lnTo>
                <a:lnTo>
                  <a:pt x="7909" y="3441"/>
                </a:lnTo>
                <a:lnTo>
                  <a:pt x="9677" y="1763"/>
                </a:lnTo>
                <a:lnTo>
                  <a:pt x="11354" y="740"/>
                </a:lnTo>
                <a:lnTo>
                  <a:pt x="13162" y="219"/>
                </a:lnTo>
                <a:lnTo>
                  <a:pt x="15307" y="28"/>
                </a:lnTo>
                <a:lnTo>
                  <a:pt x="18000" y="0"/>
                </a:lnTo>
                <a:close/>
              </a:path>
            </a:pathLst>
          </a:custGeom>
          <a:solidFill>
            <a:srgbClr val="C5D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4" name="contour_16472"/>
          <p:cNvSpPr/>
          <p:nvPr/>
        </p:nvSpPr>
        <p:spPr>
          <a:xfrm>
            <a:off x="7167182" y="3986531"/>
            <a:ext cx="43728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31" y="5126"/>
                </a:lnTo>
                <a:lnTo>
                  <a:pt x="20560" y="8764"/>
                </a:lnTo>
                <a:lnTo>
                  <a:pt x="20012" y="11906"/>
                </a:lnTo>
                <a:lnTo>
                  <a:pt x="19217" y="15544"/>
                </a:lnTo>
                <a:lnTo>
                  <a:pt x="18000" y="20670"/>
                </a:lnTo>
                <a:lnTo>
                  <a:pt x="15214" y="21290"/>
                </a:lnTo>
                <a:lnTo>
                  <a:pt x="13259" y="21600"/>
                </a:lnTo>
                <a:lnTo>
                  <a:pt x="11617" y="21600"/>
                </a:lnTo>
                <a:lnTo>
                  <a:pt x="9770" y="21290"/>
                </a:lnTo>
                <a:lnTo>
                  <a:pt x="7200" y="20670"/>
                </a:lnTo>
                <a:lnTo>
                  <a:pt x="7200" y="16116"/>
                </a:lnTo>
                <a:lnTo>
                  <a:pt x="7200" y="11534"/>
                </a:lnTo>
                <a:lnTo>
                  <a:pt x="7200" y="6890"/>
                </a:lnTo>
                <a:lnTo>
                  <a:pt x="5418" y="5181"/>
                </a:lnTo>
                <a:lnTo>
                  <a:pt x="3629" y="3473"/>
                </a:lnTo>
                <a:lnTo>
                  <a:pt x="1825" y="1743"/>
                </a:lnTo>
                <a:lnTo>
                  <a:pt x="0" y="0"/>
                </a:lnTo>
                <a:close/>
              </a:path>
            </a:pathLst>
          </a:custGeom>
          <a:solidFill>
            <a:srgbClr val="BED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5" name="contour_16473"/>
          <p:cNvSpPr/>
          <p:nvPr/>
        </p:nvSpPr>
        <p:spPr>
          <a:xfrm>
            <a:off x="7232774" y="3964667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6430"/>
                </a:lnTo>
                <a:lnTo>
                  <a:pt x="0" y="12360"/>
                </a:lnTo>
                <a:lnTo>
                  <a:pt x="0" y="8277"/>
                </a:lnTo>
                <a:lnTo>
                  <a:pt x="0" y="4159"/>
                </a:lnTo>
                <a:lnTo>
                  <a:pt x="0" y="0"/>
                </a:lnTo>
                <a:close/>
              </a:path>
            </a:pathLst>
          </a:custGeom>
          <a:solidFill>
            <a:srgbClr val="BFD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6" name="contour_16474"/>
          <p:cNvSpPr/>
          <p:nvPr/>
        </p:nvSpPr>
        <p:spPr>
          <a:xfrm>
            <a:off x="7094302" y="3572194"/>
            <a:ext cx="72880" cy="207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53"/>
                </a:moveTo>
                <a:lnTo>
                  <a:pt x="20531" y="10134"/>
                </a:lnTo>
                <a:lnTo>
                  <a:pt x="19574" y="13178"/>
                </a:lnTo>
                <a:lnTo>
                  <a:pt x="18639" y="15715"/>
                </a:lnTo>
                <a:lnTo>
                  <a:pt x="17643" y="17881"/>
                </a:lnTo>
                <a:lnTo>
                  <a:pt x="16498" y="19797"/>
                </a:lnTo>
                <a:lnTo>
                  <a:pt x="15120" y="21600"/>
                </a:lnTo>
                <a:lnTo>
                  <a:pt x="13586" y="21259"/>
                </a:lnTo>
                <a:lnTo>
                  <a:pt x="12059" y="20805"/>
                </a:lnTo>
                <a:lnTo>
                  <a:pt x="10543" y="20237"/>
                </a:lnTo>
                <a:lnTo>
                  <a:pt x="9031" y="19570"/>
                </a:lnTo>
                <a:lnTo>
                  <a:pt x="7523" y="18813"/>
                </a:lnTo>
                <a:lnTo>
                  <a:pt x="6018" y="17972"/>
                </a:lnTo>
                <a:lnTo>
                  <a:pt x="4514" y="17063"/>
                </a:lnTo>
                <a:lnTo>
                  <a:pt x="3013" y="16102"/>
                </a:lnTo>
                <a:lnTo>
                  <a:pt x="1508" y="15079"/>
                </a:lnTo>
                <a:lnTo>
                  <a:pt x="0" y="14026"/>
                </a:lnTo>
                <a:lnTo>
                  <a:pt x="0" y="10270"/>
                </a:lnTo>
                <a:lnTo>
                  <a:pt x="0" y="6453"/>
                </a:lnTo>
                <a:lnTo>
                  <a:pt x="1577" y="4514"/>
                </a:lnTo>
                <a:lnTo>
                  <a:pt x="3136" y="2939"/>
                </a:lnTo>
                <a:lnTo>
                  <a:pt x="4681" y="1719"/>
                </a:lnTo>
                <a:lnTo>
                  <a:pt x="6214" y="841"/>
                </a:lnTo>
                <a:lnTo>
                  <a:pt x="7739" y="265"/>
                </a:lnTo>
                <a:lnTo>
                  <a:pt x="9260" y="0"/>
                </a:lnTo>
                <a:lnTo>
                  <a:pt x="10778" y="8"/>
                </a:lnTo>
                <a:lnTo>
                  <a:pt x="12297" y="280"/>
                </a:lnTo>
                <a:lnTo>
                  <a:pt x="13820" y="803"/>
                </a:lnTo>
                <a:lnTo>
                  <a:pt x="15349" y="1545"/>
                </a:lnTo>
                <a:lnTo>
                  <a:pt x="16889" y="2499"/>
                </a:lnTo>
                <a:lnTo>
                  <a:pt x="18442" y="3650"/>
                </a:lnTo>
                <a:lnTo>
                  <a:pt x="20012" y="4976"/>
                </a:lnTo>
                <a:lnTo>
                  <a:pt x="21600" y="6453"/>
                </a:lnTo>
                <a:close/>
              </a:path>
            </a:pathLst>
          </a:custGeom>
          <a:solidFill>
            <a:srgbClr val="7D93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7" name="contour_16475"/>
          <p:cNvSpPr/>
          <p:nvPr/>
        </p:nvSpPr>
        <p:spPr>
          <a:xfrm>
            <a:off x="4681977" y="3557502"/>
            <a:ext cx="43728" cy="20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5596"/>
                </a:moveTo>
                <a:lnTo>
                  <a:pt x="16762" y="7667"/>
                </a:lnTo>
                <a:lnTo>
                  <a:pt x="18702" y="9776"/>
                </a:lnTo>
                <a:lnTo>
                  <a:pt x="20142" y="11907"/>
                </a:lnTo>
                <a:lnTo>
                  <a:pt x="21600" y="14069"/>
                </a:lnTo>
                <a:lnTo>
                  <a:pt x="21600" y="1780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6622"/>
                </a:lnTo>
                <a:lnTo>
                  <a:pt x="0" y="11613"/>
                </a:lnTo>
                <a:lnTo>
                  <a:pt x="0" y="6537"/>
                </a:lnTo>
                <a:lnTo>
                  <a:pt x="2642" y="2764"/>
                </a:lnTo>
                <a:lnTo>
                  <a:pt x="5011" y="640"/>
                </a:lnTo>
                <a:lnTo>
                  <a:pt x="7265" y="0"/>
                </a:lnTo>
                <a:lnTo>
                  <a:pt x="9551" y="715"/>
                </a:lnTo>
                <a:lnTo>
                  <a:pt x="12028" y="2628"/>
                </a:lnTo>
                <a:lnTo>
                  <a:pt x="14850" y="5596"/>
                </a:lnTo>
                <a:close/>
              </a:path>
            </a:pathLst>
          </a:custGeom>
          <a:solidFill>
            <a:srgbClr val="9EC6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8" name="contour_16476"/>
          <p:cNvSpPr/>
          <p:nvPr/>
        </p:nvSpPr>
        <p:spPr>
          <a:xfrm>
            <a:off x="7684630" y="353467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269" y="2087"/>
                </a:lnTo>
                <a:lnTo>
                  <a:pt x="11889" y="4177"/>
                </a:lnTo>
                <a:lnTo>
                  <a:pt x="13504" y="6273"/>
                </a:lnTo>
                <a:lnTo>
                  <a:pt x="15120" y="8372"/>
                </a:lnTo>
                <a:lnTo>
                  <a:pt x="16930" y="10705"/>
                </a:lnTo>
                <a:lnTo>
                  <a:pt x="18766" y="13077"/>
                </a:lnTo>
                <a:lnTo>
                  <a:pt x="20762" y="16196"/>
                </a:lnTo>
                <a:lnTo>
                  <a:pt x="21496" y="1840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856" y="12960"/>
                </a:lnTo>
                <a:lnTo>
                  <a:pt x="5728" y="12960"/>
                </a:lnTo>
                <a:lnTo>
                  <a:pt x="8640" y="12960"/>
                </a:lnTo>
                <a:lnTo>
                  <a:pt x="8640" y="10394"/>
                </a:lnTo>
                <a:lnTo>
                  <a:pt x="8640" y="7819"/>
                </a:lnTo>
                <a:lnTo>
                  <a:pt x="8640" y="5236"/>
                </a:lnTo>
                <a:lnTo>
                  <a:pt x="8640" y="2631"/>
                </a:lnTo>
                <a:lnTo>
                  <a:pt x="8640" y="0"/>
                </a:lnTo>
                <a:close/>
              </a:path>
            </a:pathLst>
          </a:custGeom>
          <a:solidFill>
            <a:srgbClr val="B3D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79" name="contour_16477"/>
          <p:cNvSpPr/>
          <p:nvPr/>
        </p:nvSpPr>
        <p:spPr>
          <a:xfrm>
            <a:off x="7604462" y="3533255"/>
            <a:ext cx="50469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04"/>
                </a:moveTo>
                <a:lnTo>
                  <a:pt x="1831" y="844"/>
                </a:lnTo>
                <a:lnTo>
                  <a:pt x="3665" y="705"/>
                </a:lnTo>
                <a:lnTo>
                  <a:pt x="5496" y="577"/>
                </a:lnTo>
                <a:lnTo>
                  <a:pt x="7330" y="463"/>
                </a:lnTo>
                <a:lnTo>
                  <a:pt x="9164" y="360"/>
                </a:lnTo>
                <a:lnTo>
                  <a:pt x="10867" y="242"/>
                </a:lnTo>
                <a:lnTo>
                  <a:pt x="12579" y="124"/>
                </a:lnTo>
                <a:lnTo>
                  <a:pt x="14317" y="0"/>
                </a:lnTo>
                <a:lnTo>
                  <a:pt x="16893" y="654"/>
                </a:lnTo>
                <a:lnTo>
                  <a:pt x="18443" y="1483"/>
                </a:lnTo>
                <a:lnTo>
                  <a:pt x="19582" y="3028"/>
                </a:lnTo>
                <a:lnTo>
                  <a:pt x="20933" y="5834"/>
                </a:lnTo>
                <a:lnTo>
                  <a:pt x="21438" y="9088"/>
                </a:lnTo>
                <a:lnTo>
                  <a:pt x="21600" y="11343"/>
                </a:lnTo>
                <a:lnTo>
                  <a:pt x="21410" y="13660"/>
                </a:lnTo>
                <a:lnTo>
                  <a:pt x="20861" y="17095"/>
                </a:lnTo>
                <a:lnTo>
                  <a:pt x="19797" y="19329"/>
                </a:lnTo>
                <a:lnTo>
                  <a:pt x="18715" y="21600"/>
                </a:lnTo>
                <a:lnTo>
                  <a:pt x="16653" y="21600"/>
                </a:lnTo>
                <a:lnTo>
                  <a:pt x="14579" y="21600"/>
                </a:lnTo>
                <a:lnTo>
                  <a:pt x="12477" y="21600"/>
                </a:lnTo>
                <a:lnTo>
                  <a:pt x="12732" y="19154"/>
                </a:lnTo>
                <a:lnTo>
                  <a:pt x="12994" y="16693"/>
                </a:lnTo>
                <a:lnTo>
                  <a:pt x="13256" y="14196"/>
                </a:lnTo>
                <a:lnTo>
                  <a:pt x="13001" y="11539"/>
                </a:lnTo>
                <a:lnTo>
                  <a:pt x="12739" y="8867"/>
                </a:lnTo>
                <a:lnTo>
                  <a:pt x="12477" y="6153"/>
                </a:lnTo>
                <a:lnTo>
                  <a:pt x="10462" y="4747"/>
                </a:lnTo>
                <a:lnTo>
                  <a:pt x="8431" y="3635"/>
                </a:lnTo>
                <a:lnTo>
                  <a:pt x="6376" y="2755"/>
                </a:lnTo>
                <a:lnTo>
                  <a:pt x="4289" y="2060"/>
                </a:lnTo>
                <a:lnTo>
                  <a:pt x="2168" y="1493"/>
                </a:lnTo>
                <a:lnTo>
                  <a:pt x="0" y="1004"/>
                </a:lnTo>
                <a:close/>
              </a:path>
            </a:pathLst>
          </a:custGeom>
          <a:solidFill>
            <a:srgbClr val="DCED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0" name="contour_16478"/>
          <p:cNvSpPr/>
          <p:nvPr/>
        </p:nvSpPr>
        <p:spPr>
          <a:xfrm>
            <a:off x="8806980" y="3526076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930"/>
                </a:moveTo>
                <a:lnTo>
                  <a:pt x="12113" y="310"/>
                </a:lnTo>
                <a:lnTo>
                  <a:pt x="14524" y="0"/>
                </a:lnTo>
                <a:lnTo>
                  <a:pt x="16494" y="0"/>
                </a:lnTo>
                <a:lnTo>
                  <a:pt x="18645" y="310"/>
                </a:lnTo>
                <a:lnTo>
                  <a:pt x="21600" y="930"/>
                </a:lnTo>
                <a:lnTo>
                  <a:pt x="21047" y="4620"/>
                </a:lnTo>
                <a:lnTo>
                  <a:pt x="20546" y="7271"/>
                </a:lnTo>
                <a:lnTo>
                  <a:pt x="19889" y="9627"/>
                </a:lnTo>
                <a:lnTo>
                  <a:pt x="18870" y="12433"/>
                </a:lnTo>
                <a:lnTo>
                  <a:pt x="17280" y="16433"/>
                </a:lnTo>
                <a:lnTo>
                  <a:pt x="14429" y="17792"/>
                </a:lnTo>
                <a:lnTo>
                  <a:pt x="11629" y="18856"/>
                </a:lnTo>
                <a:lnTo>
                  <a:pt x="8839" y="19704"/>
                </a:lnTo>
                <a:lnTo>
                  <a:pt x="6005" y="20396"/>
                </a:lnTo>
                <a:lnTo>
                  <a:pt x="3076" y="21006"/>
                </a:lnTo>
                <a:lnTo>
                  <a:pt x="0" y="21600"/>
                </a:lnTo>
                <a:lnTo>
                  <a:pt x="1011" y="18469"/>
                </a:lnTo>
                <a:lnTo>
                  <a:pt x="2056" y="15399"/>
                </a:lnTo>
                <a:lnTo>
                  <a:pt x="3162" y="12386"/>
                </a:lnTo>
                <a:lnTo>
                  <a:pt x="4346" y="9436"/>
                </a:lnTo>
                <a:lnTo>
                  <a:pt x="5642" y="6542"/>
                </a:lnTo>
                <a:lnTo>
                  <a:pt x="7063" y="3705"/>
                </a:lnTo>
                <a:lnTo>
                  <a:pt x="8640" y="930"/>
                </a:lnTo>
                <a:close/>
              </a:path>
            </a:pathLst>
          </a:custGeom>
          <a:solidFill>
            <a:srgbClr val="F6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1" name="contour_16479"/>
          <p:cNvSpPr/>
          <p:nvPr/>
        </p:nvSpPr>
        <p:spPr>
          <a:xfrm>
            <a:off x="5162985" y="350552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125" y="3208"/>
                </a:lnTo>
                <a:lnTo>
                  <a:pt x="19739" y="6426"/>
                </a:lnTo>
                <a:lnTo>
                  <a:pt x="20353" y="9655"/>
                </a:lnTo>
                <a:lnTo>
                  <a:pt x="20974" y="12911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487" y="8780"/>
                </a:lnTo>
                <a:lnTo>
                  <a:pt x="2586" y="7479"/>
                </a:lnTo>
                <a:lnTo>
                  <a:pt x="3839" y="6313"/>
                </a:lnTo>
                <a:lnTo>
                  <a:pt x="5786" y="4725"/>
                </a:lnTo>
                <a:lnTo>
                  <a:pt x="6594" y="4039"/>
                </a:lnTo>
                <a:lnTo>
                  <a:pt x="9041" y="1982"/>
                </a:lnTo>
                <a:lnTo>
                  <a:pt x="10701" y="1015"/>
                </a:lnTo>
                <a:lnTo>
                  <a:pt x="12025" y="427"/>
                </a:lnTo>
                <a:lnTo>
                  <a:pt x="13466" y="124"/>
                </a:lnTo>
                <a:lnTo>
                  <a:pt x="15475" y="16"/>
                </a:lnTo>
                <a:lnTo>
                  <a:pt x="18514" y="0"/>
                </a:lnTo>
                <a:close/>
              </a:path>
            </a:pathLst>
          </a:custGeom>
          <a:solidFill>
            <a:srgbClr val="DA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2" name="contour_16480"/>
          <p:cNvSpPr/>
          <p:nvPr/>
        </p:nvSpPr>
        <p:spPr>
          <a:xfrm>
            <a:off x="8748021" y="3490933"/>
            <a:ext cx="29808" cy="30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"/>
                </a:moveTo>
                <a:lnTo>
                  <a:pt x="21098" y="3600"/>
                </a:lnTo>
                <a:lnTo>
                  <a:pt x="20517" y="7112"/>
                </a:lnTo>
                <a:lnTo>
                  <a:pt x="19804" y="10568"/>
                </a:lnTo>
                <a:lnTo>
                  <a:pt x="18901" y="13971"/>
                </a:lnTo>
                <a:lnTo>
                  <a:pt x="17761" y="17334"/>
                </a:lnTo>
                <a:lnTo>
                  <a:pt x="16319" y="20670"/>
                </a:lnTo>
                <a:lnTo>
                  <a:pt x="12231" y="21290"/>
                </a:lnTo>
                <a:lnTo>
                  <a:pt x="9364" y="21600"/>
                </a:lnTo>
                <a:lnTo>
                  <a:pt x="6955" y="21600"/>
                </a:lnTo>
                <a:lnTo>
                  <a:pt x="4246" y="21290"/>
                </a:lnTo>
                <a:lnTo>
                  <a:pt x="475" y="20670"/>
                </a:lnTo>
                <a:lnTo>
                  <a:pt x="158" y="16982"/>
                </a:lnTo>
                <a:lnTo>
                  <a:pt x="0" y="14333"/>
                </a:lnTo>
                <a:lnTo>
                  <a:pt x="0" y="11978"/>
                </a:lnTo>
                <a:lnTo>
                  <a:pt x="158" y="9173"/>
                </a:lnTo>
                <a:lnTo>
                  <a:pt x="475" y="5175"/>
                </a:lnTo>
                <a:lnTo>
                  <a:pt x="3934" y="2820"/>
                </a:lnTo>
                <a:lnTo>
                  <a:pt x="7087" y="1307"/>
                </a:lnTo>
                <a:lnTo>
                  <a:pt x="10182" y="460"/>
                </a:lnTo>
                <a:lnTo>
                  <a:pt x="13462" y="88"/>
                </a:lnTo>
                <a:lnTo>
                  <a:pt x="17185" y="0"/>
                </a:lnTo>
                <a:lnTo>
                  <a:pt x="21600" y="10"/>
                </a:lnTo>
                <a:close/>
              </a:path>
            </a:pathLst>
          </a:custGeom>
          <a:solidFill>
            <a:srgbClr val="E8E9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3" name="contour_16481"/>
          <p:cNvSpPr/>
          <p:nvPr/>
        </p:nvSpPr>
        <p:spPr>
          <a:xfrm>
            <a:off x="6664311" y="3498236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491"/>
                </a:lnTo>
                <a:lnTo>
                  <a:pt x="7105" y="1059"/>
                </a:lnTo>
                <a:lnTo>
                  <a:pt x="10562" y="1757"/>
                </a:lnTo>
                <a:lnTo>
                  <a:pt x="13968" y="2641"/>
                </a:lnTo>
                <a:lnTo>
                  <a:pt x="17332" y="3757"/>
                </a:lnTo>
                <a:lnTo>
                  <a:pt x="20670" y="5167"/>
                </a:lnTo>
                <a:lnTo>
                  <a:pt x="21290" y="9167"/>
                </a:lnTo>
                <a:lnTo>
                  <a:pt x="21600" y="11973"/>
                </a:lnTo>
                <a:lnTo>
                  <a:pt x="21600" y="14329"/>
                </a:lnTo>
                <a:lnTo>
                  <a:pt x="21290" y="16980"/>
                </a:lnTo>
                <a:lnTo>
                  <a:pt x="20670" y="20670"/>
                </a:lnTo>
                <a:lnTo>
                  <a:pt x="16980" y="21290"/>
                </a:lnTo>
                <a:lnTo>
                  <a:pt x="14329" y="21600"/>
                </a:lnTo>
                <a:lnTo>
                  <a:pt x="11973" y="21600"/>
                </a:lnTo>
                <a:lnTo>
                  <a:pt x="9167" y="21290"/>
                </a:lnTo>
                <a:lnTo>
                  <a:pt x="5167" y="20670"/>
                </a:lnTo>
                <a:lnTo>
                  <a:pt x="3757" y="17332"/>
                </a:lnTo>
                <a:lnTo>
                  <a:pt x="2641" y="13968"/>
                </a:lnTo>
                <a:lnTo>
                  <a:pt x="1757" y="10562"/>
                </a:lnTo>
                <a:lnTo>
                  <a:pt x="1059" y="7105"/>
                </a:lnTo>
                <a:lnTo>
                  <a:pt x="491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E5E7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4" name="contour_16482"/>
          <p:cNvSpPr/>
          <p:nvPr/>
        </p:nvSpPr>
        <p:spPr>
          <a:xfrm>
            <a:off x="4689265" y="347637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04" y="853"/>
                </a:lnTo>
                <a:lnTo>
                  <a:pt x="9621" y="1561"/>
                </a:lnTo>
                <a:lnTo>
                  <a:pt x="11591" y="2381"/>
                </a:lnTo>
                <a:lnTo>
                  <a:pt x="13936" y="3575"/>
                </a:lnTo>
                <a:lnTo>
                  <a:pt x="17280" y="5400"/>
                </a:lnTo>
                <a:lnTo>
                  <a:pt x="18740" y="9580"/>
                </a:lnTo>
                <a:lnTo>
                  <a:pt x="19695" y="12512"/>
                </a:lnTo>
                <a:lnTo>
                  <a:pt x="20352" y="14974"/>
                </a:lnTo>
                <a:lnTo>
                  <a:pt x="20917" y="17744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B2C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5" name="contour_16483"/>
          <p:cNvSpPr/>
          <p:nvPr/>
        </p:nvSpPr>
        <p:spPr>
          <a:xfrm>
            <a:off x="3915098" y="3469084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2" y="1150"/>
                </a:lnTo>
                <a:lnTo>
                  <a:pt x="6110" y="2322"/>
                </a:lnTo>
                <a:lnTo>
                  <a:pt x="8690" y="3515"/>
                </a:lnTo>
                <a:lnTo>
                  <a:pt x="11265" y="4725"/>
                </a:lnTo>
                <a:lnTo>
                  <a:pt x="12121" y="5114"/>
                </a:lnTo>
                <a:lnTo>
                  <a:pt x="13626" y="5805"/>
                </a:lnTo>
                <a:lnTo>
                  <a:pt x="17077" y="7382"/>
                </a:lnTo>
                <a:lnTo>
                  <a:pt x="19322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A3B2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6" name="contour_16484"/>
          <p:cNvSpPr/>
          <p:nvPr/>
        </p:nvSpPr>
        <p:spPr>
          <a:xfrm>
            <a:off x="7750222" y="346908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3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7" name="contour_16485"/>
          <p:cNvSpPr/>
          <p:nvPr/>
        </p:nvSpPr>
        <p:spPr>
          <a:xfrm>
            <a:off x="10621698" y="3454829"/>
            <a:ext cx="51016" cy="216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74" y="6489"/>
                </a:moveTo>
                <a:lnTo>
                  <a:pt x="20529" y="10314"/>
                </a:lnTo>
                <a:lnTo>
                  <a:pt x="21600" y="14197"/>
                </a:lnTo>
                <a:lnTo>
                  <a:pt x="19388" y="15598"/>
                </a:lnTo>
                <a:lnTo>
                  <a:pt x="17234" y="16897"/>
                </a:lnTo>
                <a:lnTo>
                  <a:pt x="15114" y="18073"/>
                </a:lnTo>
                <a:lnTo>
                  <a:pt x="13016" y="19110"/>
                </a:lnTo>
                <a:lnTo>
                  <a:pt x="10927" y="19989"/>
                </a:lnTo>
                <a:lnTo>
                  <a:pt x="8825" y="20693"/>
                </a:lnTo>
                <a:lnTo>
                  <a:pt x="6696" y="21208"/>
                </a:lnTo>
                <a:lnTo>
                  <a:pt x="4527" y="21513"/>
                </a:lnTo>
                <a:lnTo>
                  <a:pt x="2299" y="21600"/>
                </a:lnTo>
                <a:lnTo>
                  <a:pt x="0" y="21455"/>
                </a:lnTo>
                <a:lnTo>
                  <a:pt x="0" y="16657"/>
                </a:lnTo>
                <a:lnTo>
                  <a:pt x="0" y="11831"/>
                </a:lnTo>
                <a:lnTo>
                  <a:pt x="0" y="6939"/>
                </a:lnTo>
                <a:lnTo>
                  <a:pt x="2225" y="4623"/>
                </a:lnTo>
                <a:lnTo>
                  <a:pt x="4447" y="2700"/>
                </a:lnTo>
                <a:lnTo>
                  <a:pt x="6659" y="1234"/>
                </a:lnTo>
                <a:lnTo>
                  <a:pt x="8856" y="305"/>
                </a:lnTo>
                <a:lnTo>
                  <a:pt x="11038" y="0"/>
                </a:lnTo>
                <a:lnTo>
                  <a:pt x="13195" y="385"/>
                </a:lnTo>
                <a:lnTo>
                  <a:pt x="15324" y="1546"/>
                </a:lnTo>
                <a:lnTo>
                  <a:pt x="17419" y="3549"/>
                </a:lnTo>
                <a:lnTo>
                  <a:pt x="19474" y="6489"/>
                </a:lnTo>
                <a:close/>
              </a:path>
            </a:pathLst>
          </a:custGeom>
          <a:solidFill>
            <a:srgbClr val="D6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8" name="contour_16486"/>
          <p:cNvSpPr/>
          <p:nvPr/>
        </p:nvSpPr>
        <p:spPr>
          <a:xfrm>
            <a:off x="9827299" y="345450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373"/>
                </a:lnTo>
                <a:lnTo>
                  <a:pt x="4392" y="783"/>
                </a:lnTo>
                <a:lnTo>
                  <a:pt x="6584" y="1220"/>
                </a:lnTo>
                <a:lnTo>
                  <a:pt x="8777" y="1685"/>
                </a:lnTo>
                <a:lnTo>
                  <a:pt x="10004" y="1922"/>
                </a:lnTo>
                <a:lnTo>
                  <a:pt x="13712" y="2635"/>
                </a:lnTo>
                <a:lnTo>
                  <a:pt x="16229" y="4363"/>
                </a:lnTo>
                <a:lnTo>
                  <a:pt x="17762" y="6097"/>
                </a:lnTo>
                <a:lnTo>
                  <a:pt x="18936" y="8872"/>
                </a:lnTo>
                <a:lnTo>
                  <a:pt x="20376" y="13732"/>
                </a:lnTo>
                <a:lnTo>
                  <a:pt x="20779" y="16335"/>
                </a:lnTo>
                <a:lnTo>
                  <a:pt x="21186" y="18949"/>
                </a:lnTo>
                <a:lnTo>
                  <a:pt x="21600" y="21600"/>
                </a:lnTo>
                <a:lnTo>
                  <a:pt x="19436" y="20682"/>
                </a:lnTo>
                <a:lnTo>
                  <a:pt x="17273" y="19748"/>
                </a:lnTo>
                <a:lnTo>
                  <a:pt x="15113" y="18803"/>
                </a:lnTo>
                <a:lnTo>
                  <a:pt x="12956" y="17842"/>
                </a:lnTo>
                <a:lnTo>
                  <a:pt x="10800" y="16875"/>
                </a:lnTo>
                <a:lnTo>
                  <a:pt x="9907" y="16486"/>
                </a:lnTo>
                <a:lnTo>
                  <a:pt x="8334" y="15795"/>
                </a:lnTo>
                <a:lnTo>
                  <a:pt x="4723" y="14218"/>
                </a:lnTo>
                <a:lnTo>
                  <a:pt x="3164" y="13090"/>
                </a:lnTo>
                <a:lnTo>
                  <a:pt x="1591" y="1195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B4CC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89" name="contour_16487"/>
          <p:cNvSpPr/>
          <p:nvPr/>
        </p:nvSpPr>
        <p:spPr>
          <a:xfrm>
            <a:off x="6671599" y="342535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056" y="1236"/>
                </a:lnTo>
                <a:lnTo>
                  <a:pt x="4115" y="2471"/>
                </a:lnTo>
                <a:lnTo>
                  <a:pt x="6170" y="3702"/>
                </a:lnTo>
                <a:lnTo>
                  <a:pt x="8230" y="4938"/>
                </a:lnTo>
                <a:lnTo>
                  <a:pt x="10285" y="6169"/>
                </a:lnTo>
                <a:lnTo>
                  <a:pt x="12344" y="7404"/>
                </a:lnTo>
                <a:lnTo>
                  <a:pt x="14400" y="8640"/>
                </a:lnTo>
                <a:lnTo>
                  <a:pt x="16423" y="9586"/>
                </a:lnTo>
                <a:lnTo>
                  <a:pt x="18479" y="10545"/>
                </a:lnTo>
                <a:lnTo>
                  <a:pt x="20027" y="1174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9267" y="20706"/>
                </a:lnTo>
                <a:lnTo>
                  <a:pt x="16960" y="19790"/>
                </a:lnTo>
                <a:lnTo>
                  <a:pt x="14674" y="18827"/>
                </a:lnTo>
                <a:lnTo>
                  <a:pt x="12416" y="17816"/>
                </a:lnTo>
                <a:lnTo>
                  <a:pt x="10177" y="16736"/>
                </a:lnTo>
                <a:lnTo>
                  <a:pt x="7963" y="15574"/>
                </a:lnTo>
                <a:lnTo>
                  <a:pt x="5771" y="14321"/>
                </a:lnTo>
                <a:lnTo>
                  <a:pt x="3600" y="12960"/>
                </a:lnTo>
                <a:lnTo>
                  <a:pt x="2167" y="9487"/>
                </a:lnTo>
                <a:lnTo>
                  <a:pt x="1264" y="7076"/>
                </a:lnTo>
                <a:lnTo>
                  <a:pt x="716" y="5106"/>
                </a:lnTo>
                <a:lnTo>
                  <a:pt x="353" y="2955"/>
                </a:lnTo>
                <a:lnTo>
                  <a:pt x="0" y="0"/>
                </a:lnTo>
                <a:close/>
              </a:path>
            </a:pathLst>
          </a:custGeom>
          <a:solidFill>
            <a:srgbClr val="7B81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0" name="contour_16488"/>
          <p:cNvSpPr/>
          <p:nvPr/>
        </p:nvSpPr>
        <p:spPr>
          <a:xfrm>
            <a:off x="7954285" y="342535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3E0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1" name="contour_16489"/>
          <p:cNvSpPr/>
          <p:nvPr/>
        </p:nvSpPr>
        <p:spPr>
          <a:xfrm>
            <a:off x="11394217" y="341078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778"/>
                </a:lnTo>
                <a:lnTo>
                  <a:pt x="3888" y="1555"/>
                </a:lnTo>
                <a:lnTo>
                  <a:pt x="5835" y="2333"/>
                </a:lnTo>
                <a:lnTo>
                  <a:pt x="7785" y="3115"/>
                </a:lnTo>
                <a:lnTo>
                  <a:pt x="9742" y="3897"/>
                </a:lnTo>
                <a:lnTo>
                  <a:pt x="11698" y="4679"/>
                </a:lnTo>
                <a:lnTo>
                  <a:pt x="13664" y="5465"/>
                </a:lnTo>
                <a:lnTo>
                  <a:pt x="15635" y="6255"/>
                </a:lnTo>
                <a:lnTo>
                  <a:pt x="17613" y="7046"/>
                </a:lnTo>
                <a:lnTo>
                  <a:pt x="19604" y="7841"/>
                </a:lnTo>
                <a:lnTo>
                  <a:pt x="21600" y="8640"/>
                </a:lnTo>
                <a:lnTo>
                  <a:pt x="20989" y="11206"/>
                </a:lnTo>
                <a:lnTo>
                  <a:pt x="20375" y="13781"/>
                </a:lnTo>
                <a:lnTo>
                  <a:pt x="19761" y="16364"/>
                </a:lnTo>
                <a:lnTo>
                  <a:pt x="19141" y="18969"/>
                </a:lnTo>
                <a:lnTo>
                  <a:pt x="18514" y="21600"/>
                </a:lnTo>
                <a:lnTo>
                  <a:pt x="16968" y="20213"/>
                </a:lnTo>
                <a:lnTo>
                  <a:pt x="15422" y="18822"/>
                </a:lnTo>
                <a:lnTo>
                  <a:pt x="13880" y="17427"/>
                </a:lnTo>
                <a:lnTo>
                  <a:pt x="12337" y="16032"/>
                </a:lnTo>
                <a:lnTo>
                  <a:pt x="10797" y="14632"/>
                </a:lnTo>
                <a:lnTo>
                  <a:pt x="9257" y="13228"/>
                </a:lnTo>
                <a:lnTo>
                  <a:pt x="7930" y="12044"/>
                </a:lnTo>
                <a:lnTo>
                  <a:pt x="6582" y="10843"/>
                </a:lnTo>
                <a:lnTo>
                  <a:pt x="4909" y="9271"/>
                </a:lnTo>
                <a:lnTo>
                  <a:pt x="3259" y="7651"/>
                </a:lnTo>
                <a:lnTo>
                  <a:pt x="1623" y="5996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C7DD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2" name="contour_16490"/>
          <p:cNvSpPr/>
          <p:nvPr/>
        </p:nvSpPr>
        <p:spPr>
          <a:xfrm>
            <a:off x="9681539" y="338891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817" y="1961"/>
                </a:lnTo>
                <a:lnTo>
                  <a:pt x="12977" y="3944"/>
                </a:lnTo>
                <a:lnTo>
                  <a:pt x="15120" y="5940"/>
                </a:lnTo>
                <a:lnTo>
                  <a:pt x="16027" y="6774"/>
                </a:lnTo>
                <a:lnTo>
                  <a:pt x="18766" y="9279"/>
                </a:lnTo>
                <a:lnTo>
                  <a:pt x="20148" y="11146"/>
                </a:lnTo>
                <a:lnTo>
                  <a:pt x="20987" y="12718"/>
                </a:lnTo>
                <a:lnTo>
                  <a:pt x="21419" y="14589"/>
                </a:lnTo>
                <a:lnTo>
                  <a:pt x="21578" y="17353"/>
                </a:lnTo>
                <a:lnTo>
                  <a:pt x="21600" y="21600"/>
                </a:lnTo>
                <a:lnTo>
                  <a:pt x="16152" y="20537"/>
                </a:lnTo>
                <a:lnTo>
                  <a:pt x="12010" y="19669"/>
                </a:lnTo>
                <a:lnTo>
                  <a:pt x="8929" y="18887"/>
                </a:lnTo>
                <a:lnTo>
                  <a:pt x="6674" y="18096"/>
                </a:lnTo>
                <a:lnTo>
                  <a:pt x="5003" y="17185"/>
                </a:lnTo>
                <a:lnTo>
                  <a:pt x="3672" y="16049"/>
                </a:lnTo>
                <a:lnTo>
                  <a:pt x="2445" y="14584"/>
                </a:lnTo>
                <a:lnTo>
                  <a:pt x="1080" y="12692"/>
                </a:lnTo>
                <a:lnTo>
                  <a:pt x="544" y="10679"/>
                </a:lnTo>
                <a:lnTo>
                  <a:pt x="0" y="8640"/>
                </a:lnTo>
                <a:lnTo>
                  <a:pt x="2856" y="8640"/>
                </a:lnTo>
                <a:lnTo>
                  <a:pt x="5728" y="8640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D5E7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3" name="contour_16491"/>
          <p:cNvSpPr/>
          <p:nvPr/>
        </p:nvSpPr>
        <p:spPr>
          <a:xfrm>
            <a:off x="4040634" y="338891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1015"/>
                </a:lnTo>
                <a:lnTo>
                  <a:pt x="15379" y="1804"/>
                </a:lnTo>
                <a:lnTo>
                  <a:pt x="17021" y="2624"/>
                </a:lnTo>
                <a:lnTo>
                  <a:pt x="18922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1782" y="20261"/>
                </a:lnTo>
                <a:lnTo>
                  <a:pt x="3571" y="18922"/>
                </a:lnTo>
                <a:lnTo>
                  <a:pt x="5375" y="17566"/>
                </a:lnTo>
                <a:lnTo>
                  <a:pt x="7200" y="16200"/>
                </a:lnTo>
                <a:lnTo>
                  <a:pt x="8309" y="12020"/>
                </a:lnTo>
                <a:lnTo>
                  <a:pt x="9050" y="9088"/>
                </a:lnTo>
                <a:lnTo>
                  <a:pt x="9598" y="6626"/>
                </a:lnTo>
                <a:lnTo>
                  <a:pt x="10123" y="3856"/>
                </a:lnTo>
                <a:lnTo>
                  <a:pt x="10800" y="0"/>
                </a:lnTo>
                <a:close/>
              </a:path>
            </a:pathLst>
          </a:custGeom>
          <a:solidFill>
            <a:srgbClr val="A8B9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4" name="contour_16492"/>
          <p:cNvSpPr/>
          <p:nvPr/>
        </p:nvSpPr>
        <p:spPr>
          <a:xfrm>
            <a:off x="5724160" y="336705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683"/>
                </a:lnTo>
                <a:lnTo>
                  <a:pt x="6626" y="1248"/>
                </a:lnTo>
                <a:lnTo>
                  <a:pt x="9088" y="1905"/>
                </a:lnTo>
                <a:lnTo>
                  <a:pt x="12020" y="2860"/>
                </a:lnTo>
                <a:lnTo>
                  <a:pt x="16200" y="4320"/>
                </a:lnTo>
                <a:lnTo>
                  <a:pt x="18025" y="7664"/>
                </a:lnTo>
                <a:lnTo>
                  <a:pt x="19219" y="10009"/>
                </a:lnTo>
                <a:lnTo>
                  <a:pt x="20039" y="11979"/>
                </a:lnTo>
                <a:lnTo>
                  <a:pt x="20747" y="14196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7D8D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5" name="contour_16493"/>
          <p:cNvSpPr/>
          <p:nvPr/>
        </p:nvSpPr>
        <p:spPr>
          <a:xfrm>
            <a:off x="7698222" y="3337900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76" y="0"/>
                </a:moveTo>
                <a:lnTo>
                  <a:pt x="17238" y="3564"/>
                </a:lnTo>
                <a:lnTo>
                  <a:pt x="18100" y="7133"/>
                </a:lnTo>
                <a:lnTo>
                  <a:pt x="18967" y="10719"/>
                </a:lnTo>
                <a:lnTo>
                  <a:pt x="19840" y="14321"/>
                </a:lnTo>
                <a:lnTo>
                  <a:pt x="20717" y="17944"/>
                </a:lnTo>
                <a:lnTo>
                  <a:pt x="21600" y="21600"/>
                </a:lnTo>
                <a:lnTo>
                  <a:pt x="18152" y="21600"/>
                </a:lnTo>
                <a:lnTo>
                  <a:pt x="14699" y="21600"/>
                </a:lnTo>
                <a:lnTo>
                  <a:pt x="11231" y="21600"/>
                </a:lnTo>
                <a:lnTo>
                  <a:pt x="7747" y="21600"/>
                </a:lnTo>
                <a:lnTo>
                  <a:pt x="4242" y="21600"/>
                </a:lnTo>
                <a:lnTo>
                  <a:pt x="705" y="21600"/>
                </a:lnTo>
                <a:lnTo>
                  <a:pt x="235" y="17744"/>
                </a:lnTo>
                <a:lnTo>
                  <a:pt x="0" y="14974"/>
                </a:lnTo>
                <a:lnTo>
                  <a:pt x="0" y="12512"/>
                </a:lnTo>
                <a:lnTo>
                  <a:pt x="235" y="9580"/>
                </a:lnTo>
                <a:lnTo>
                  <a:pt x="705" y="5400"/>
                </a:lnTo>
                <a:lnTo>
                  <a:pt x="4592" y="3575"/>
                </a:lnTo>
                <a:lnTo>
                  <a:pt x="7350" y="2381"/>
                </a:lnTo>
                <a:lnTo>
                  <a:pt x="9732" y="1561"/>
                </a:lnTo>
                <a:lnTo>
                  <a:pt x="12490" y="853"/>
                </a:lnTo>
                <a:lnTo>
                  <a:pt x="16376" y="0"/>
                </a:lnTo>
                <a:close/>
              </a:path>
            </a:pathLst>
          </a:custGeom>
          <a:solidFill>
            <a:srgbClr val="C5E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6" name="contour_16494"/>
          <p:cNvSpPr/>
          <p:nvPr/>
        </p:nvSpPr>
        <p:spPr>
          <a:xfrm>
            <a:off x="8741389" y="3308748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887" y="2138"/>
                </a:lnTo>
                <a:lnTo>
                  <a:pt x="20174" y="4280"/>
                </a:lnTo>
                <a:lnTo>
                  <a:pt x="19462" y="6421"/>
                </a:lnTo>
                <a:lnTo>
                  <a:pt x="18742" y="8566"/>
                </a:lnTo>
                <a:lnTo>
                  <a:pt x="18029" y="10720"/>
                </a:lnTo>
                <a:lnTo>
                  <a:pt x="17309" y="12877"/>
                </a:lnTo>
                <a:lnTo>
                  <a:pt x="16589" y="15043"/>
                </a:lnTo>
                <a:lnTo>
                  <a:pt x="15862" y="17218"/>
                </a:lnTo>
                <a:lnTo>
                  <a:pt x="15134" y="19403"/>
                </a:lnTo>
                <a:lnTo>
                  <a:pt x="14400" y="21600"/>
                </a:lnTo>
                <a:lnTo>
                  <a:pt x="10829" y="21600"/>
                </a:lnTo>
                <a:lnTo>
                  <a:pt x="7200" y="21600"/>
                </a:lnTo>
                <a:lnTo>
                  <a:pt x="6372" y="19789"/>
                </a:lnTo>
                <a:lnTo>
                  <a:pt x="5551" y="17977"/>
                </a:lnTo>
                <a:lnTo>
                  <a:pt x="4745" y="16163"/>
                </a:lnTo>
                <a:lnTo>
                  <a:pt x="3946" y="14349"/>
                </a:lnTo>
                <a:lnTo>
                  <a:pt x="3154" y="12534"/>
                </a:lnTo>
                <a:lnTo>
                  <a:pt x="2398" y="10849"/>
                </a:lnTo>
                <a:lnTo>
                  <a:pt x="1642" y="9155"/>
                </a:lnTo>
                <a:lnTo>
                  <a:pt x="871" y="7437"/>
                </a:lnTo>
                <a:lnTo>
                  <a:pt x="439" y="5277"/>
                </a:lnTo>
                <a:lnTo>
                  <a:pt x="0" y="3086"/>
                </a:lnTo>
                <a:lnTo>
                  <a:pt x="3571" y="1555"/>
                </a:lnTo>
                <a:lnTo>
                  <a:pt x="7200" y="0"/>
                </a:lnTo>
                <a:close/>
              </a:path>
            </a:pathLst>
          </a:custGeom>
          <a:solidFill>
            <a:srgbClr val="B7CA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7" name="contour_16495"/>
          <p:cNvSpPr/>
          <p:nvPr/>
        </p:nvSpPr>
        <p:spPr>
          <a:xfrm>
            <a:off x="5133833" y="3322340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C9D3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8" name="contour_16496"/>
          <p:cNvSpPr/>
          <p:nvPr/>
        </p:nvSpPr>
        <p:spPr>
          <a:xfrm>
            <a:off x="11656585" y="3294172"/>
            <a:ext cx="36440" cy="360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981" y="2037"/>
                </a:lnTo>
                <a:lnTo>
                  <a:pt x="13262" y="4095"/>
                </a:lnTo>
                <a:lnTo>
                  <a:pt x="15474" y="6206"/>
                </a:lnTo>
                <a:lnTo>
                  <a:pt x="17608" y="8396"/>
                </a:lnTo>
                <a:lnTo>
                  <a:pt x="19652" y="10686"/>
                </a:lnTo>
                <a:lnTo>
                  <a:pt x="21600" y="13112"/>
                </a:lnTo>
                <a:lnTo>
                  <a:pt x="21466" y="15822"/>
                </a:lnTo>
                <a:lnTo>
                  <a:pt x="21332" y="18575"/>
                </a:lnTo>
                <a:lnTo>
                  <a:pt x="18325" y="20866"/>
                </a:lnTo>
                <a:lnTo>
                  <a:pt x="16191" y="21600"/>
                </a:lnTo>
                <a:lnTo>
                  <a:pt x="13094" y="21408"/>
                </a:lnTo>
                <a:lnTo>
                  <a:pt x="10441" y="20713"/>
                </a:lnTo>
                <a:lnTo>
                  <a:pt x="7811" y="19974"/>
                </a:lnTo>
                <a:lnTo>
                  <a:pt x="5201" y="19192"/>
                </a:lnTo>
                <a:lnTo>
                  <a:pt x="2601" y="18361"/>
                </a:lnTo>
                <a:lnTo>
                  <a:pt x="0" y="17483"/>
                </a:lnTo>
                <a:lnTo>
                  <a:pt x="1076" y="17142"/>
                </a:lnTo>
                <a:lnTo>
                  <a:pt x="4320" y="16119"/>
                </a:lnTo>
                <a:lnTo>
                  <a:pt x="6463" y="14629"/>
                </a:lnTo>
                <a:lnTo>
                  <a:pt x="8640" y="13112"/>
                </a:lnTo>
                <a:lnTo>
                  <a:pt x="8899" y="9729"/>
                </a:lnTo>
                <a:lnTo>
                  <a:pt x="9029" y="7356"/>
                </a:lnTo>
                <a:lnTo>
                  <a:pt x="9029" y="5363"/>
                </a:lnTo>
                <a:lnTo>
                  <a:pt x="8899" y="3121"/>
                </a:lnTo>
                <a:lnTo>
                  <a:pt x="8640" y="0"/>
                </a:lnTo>
                <a:close/>
              </a:path>
            </a:pathLst>
          </a:custGeom>
          <a:solidFill>
            <a:srgbClr val="B5CD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499" name="contour_16497"/>
          <p:cNvSpPr/>
          <p:nvPr/>
        </p:nvSpPr>
        <p:spPr>
          <a:xfrm>
            <a:off x="9586803" y="3315584"/>
            <a:ext cx="36440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84" y="0"/>
                </a:moveTo>
                <a:lnTo>
                  <a:pt x="17436" y="85"/>
                </a:lnTo>
                <a:lnTo>
                  <a:pt x="19505" y="175"/>
                </a:lnTo>
                <a:lnTo>
                  <a:pt x="21600" y="265"/>
                </a:lnTo>
                <a:lnTo>
                  <a:pt x="21043" y="3183"/>
                </a:lnTo>
                <a:lnTo>
                  <a:pt x="20542" y="5308"/>
                </a:lnTo>
                <a:lnTo>
                  <a:pt x="19885" y="7254"/>
                </a:lnTo>
                <a:lnTo>
                  <a:pt x="18870" y="9635"/>
                </a:lnTo>
                <a:lnTo>
                  <a:pt x="17280" y="13066"/>
                </a:lnTo>
                <a:lnTo>
                  <a:pt x="14921" y="14555"/>
                </a:lnTo>
                <a:lnTo>
                  <a:pt x="12532" y="15929"/>
                </a:lnTo>
                <a:lnTo>
                  <a:pt x="10109" y="17196"/>
                </a:lnTo>
                <a:lnTo>
                  <a:pt x="7642" y="18383"/>
                </a:lnTo>
                <a:lnTo>
                  <a:pt x="5136" y="19501"/>
                </a:lnTo>
                <a:lnTo>
                  <a:pt x="2588" y="20567"/>
                </a:lnTo>
                <a:lnTo>
                  <a:pt x="0" y="21600"/>
                </a:lnTo>
                <a:lnTo>
                  <a:pt x="1456" y="15293"/>
                </a:lnTo>
                <a:lnTo>
                  <a:pt x="2678" y="10378"/>
                </a:lnTo>
                <a:lnTo>
                  <a:pt x="3797" y="6678"/>
                </a:lnTo>
                <a:lnTo>
                  <a:pt x="4938" y="4011"/>
                </a:lnTo>
                <a:lnTo>
                  <a:pt x="6225" y="2202"/>
                </a:lnTo>
                <a:lnTo>
                  <a:pt x="7785" y="1075"/>
                </a:lnTo>
                <a:lnTo>
                  <a:pt x="9750" y="452"/>
                </a:lnTo>
                <a:lnTo>
                  <a:pt x="12239" y="149"/>
                </a:lnTo>
                <a:lnTo>
                  <a:pt x="15384" y="0"/>
                </a:lnTo>
                <a:close/>
              </a:path>
            </a:pathLst>
          </a:custGeom>
          <a:solidFill>
            <a:srgbClr val="F3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0" name="contour_16498"/>
          <p:cNvSpPr/>
          <p:nvPr/>
        </p:nvSpPr>
        <p:spPr>
          <a:xfrm>
            <a:off x="8602917" y="3316036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6430"/>
                </a:lnTo>
                <a:lnTo>
                  <a:pt x="0" y="12360"/>
                </a:lnTo>
                <a:lnTo>
                  <a:pt x="0" y="8277"/>
                </a:lnTo>
                <a:lnTo>
                  <a:pt x="0" y="4159"/>
                </a:lnTo>
                <a:lnTo>
                  <a:pt x="0" y="0"/>
                </a:lnTo>
                <a:close/>
              </a:path>
            </a:pathLst>
          </a:custGeom>
          <a:solidFill>
            <a:srgbClr val="C2D1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1" name="contour_16499"/>
          <p:cNvSpPr/>
          <p:nvPr/>
        </p:nvSpPr>
        <p:spPr>
          <a:xfrm>
            <a:off x="8318685" y="3316036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076" y="20444"/>
                </a:lnTo>
                <a:lnTo>
                  <a:pt x="15487" y="19273"/>
                </a:lnTo>
                <a:lnTo>
                  <a:pt x="12908" y="18079"/>
                </a:lnTo>
                <a:lnTo>
                  <a:pt x="10335" y="16875"/>
                </a:lnTo>
                <a:lnTo>
                  <a:pt x="8888" y="16216"/>
                </a:lnTo>
                <a:lnTo>
                  <a:pt x="4522" y="14218"/>
                </a:lnTo>
                <a:lnTo>
                  <a:pt x="3400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9FB2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2" name="contour_16500"/>
          <p:cNvSpPr/>
          <p:nvPr/>
        </p:nvSpPr>
        <p:spPr>
          <a:xfrm>
            <a:off x="10475930" y="330146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051" y="2408"/>
                </a:lnTo>
                <a:lnTo>
                  <a:pt x="13319" y="4963"/>
                </a:lnTo>
                <a:lnTo>
                  <a:pt x="15483" y="7630"/>
                </a:lnTo>
                <a:lnTo>
                  <a:pt x="17561" y="10406"/>
                </a:lnTo>
                <a:lnTo>
                  <a:pt x="19591" y="13268"/>
                </a:lnTo>
                <a:lnTo>
                  <a:pt x="21600" y="16200"/>
                </a:lnTo>
                <a:lnTo>
                  <a:pt x="18749" y="17091"/>
                </a:lnTo>
                <a:lnTo>
                  <a:pt x="15893" y="17982"/>
                </a:lnTo>
                <a:lnTo>
                  <a:pt x="13025" y="18878"/>
                </a:lnTo>
                <a:lnTo>
                  <a:pt x="10143" y="19780"/>
                </a:lnTo>
                <a:lnTo>
                  <a:pt x="7245" y="20687"/>
                </a:lnTo>
                <a:lnTo>
                  <a:pt x="4320" y="21600"/>
                </a:lnTo>
                <a:lnTo>
                  <a:pt x="3465" y="18392"/>
                </a:lnTo>
                <a:lnTo>
                  <a:pt x="2605" y="15174"/>
                </a:lnTo>
                <a:lnTo>
                  <a:pt x="1745" y="11945"/>
                </a:lnTo>
                <a:lnTo>
                  <a:pt x="877" y="8689"/>
                </a:lnTo>
                <a:lnTo>
                  <a:pt x="0" y="5400"/>
                </a:lnTo>
                <a:lnTo>
                  <a:pt x="2108" y="3224"/>
                </a:lnTo>
                <a:lnTo>
                  <a:pt x="3711" y="1939"/>
                </a:lnTo>
                <a:lnTo>
                  <a:pt x="5620" y="1031"/>
                </a:lnTo>
                <a:lnTo>
                  <a:pt x="8640" y="0"/>
                </a:lnTo>
                <a:close/>
              </a:path>
            </a:pathLst>
          </a:custGeom>
          <a:solidFill>
            <a:srgbClr val="BFD9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3" name="contour_16501"/>
          <p:cNvSpPr/>
          <p:nvPr/>
        </p:nvSpPr>
        <p:spPr>
          <a:xfrm>
            <a:off x="8209365" y="3265020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713"/>
                </a:lnTo>
                <a:lnTo>
                  <a:pt x="8568" y="1429"/>
                </a:lnTo>
                <a:lnTo>
                  <a:pt x="12874" y="2146"/>
                </a:lnTo>
                <a:lnTo>
                  <a:pt x="17215" y="2869"/>
                </a:lnTo>
                <a:lnTo>
                  <a:pt x="21600" y="3600"/>
                </a:lnTo>
                <a:lnTo>
                  <a:pt x="20974" y="5854"/>
                </a:lnTo>
                <a:lnTo>
                  <a:pt x="20304" y="8104"/>
                </a:lnTo>
                <a:lnTo>
                  <a:pt x="19613" y="10354"/>
                </a:lnTo>
                <a:lnTo>
                  <a:pt x="18900" y="12600"/>
                </a:lnTo>
                <a:lnTo>
                  <a:pt x="18144" y="15113"/>
                </a:lnTo>
                <a:lnTo>
                  <a:pt x="17381" y="17662"/>
                </a:lnTo>
                <a:lnTo>
                  <a:pt x="15898" y="19616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5459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4" name="contour_16502"/>
          <p:cNvSpPr/>
          <p:nvPr/>
        </p:nvSpPr>
        <p:spPr>
          <a:xfrm>
            <a:off x="6882951" y="3294172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491"/>
                </a:lnTo>
                <a:lnTo>
                  <a:pt x="7105" y="1059"/>
                </a:lnTo>
                <a:lnTo>
                  <a:pt x="10562" y="1757"/>
                </a:lnTo>
                <a:lnTo>
                  <a:pt x="13968" y="2641"/>
                </a:lnTo>
                <a:lnTo>
                  <a:pt x="17332" y="3757"/>
                </a:lnTo>
                <a:lnTo>
                  <a:pt x="20670" y="5167"/>
                </a:lnTo>
                <a:lnTo>
                  <a:pt x="21290" y="9167"/>
                </a:lnTo>
                <a:lnTo>
                  <a:pt x="21600" y="11973"/>
                </a:lnTo>
                <a:lnTo>
                  <a:pt x="21600" y="14329"/>
                </a:lnTo>
                <a:lnTo>
                  <a:pt x="21290" y="16980"/>
                </a:lnTo>
                <a:lnTo>
                  <a:pt x="20670" y="20670"/>
                </a:lnTo>
                <a:lnTo>
                  <a:pt x="16980" y="21290"/>
                </a:lnTo>
                <a:lnTo>
                  <a:pt x="14329" y="21600"/>
                </a:lnTo>
                <a:lnTo>
                  <a:pt x="11973" y="21600"/>
                </a:lnTo>
                <a:lnTo>
                  <a:pt x="9167" y="21290"/>
                </a:lnTo>
                <a:lnTo>
                  <a:pt x="5167" y="20670"/>
                </a:lnTo>
                <a:lnTo>
                  <a:pt x="3757" y="17332"/>
                </a:lnTo>
                <a:lnTo>
                  <a:pt x="2641" y="13968"/>
                </a:lnTo>
                <a:lnTo>
                  <a:pt x="1757" y="10562"/>
                </a:lnTo>
                <a:lnTo>
                  <a:pt x="1059" y="7105"/>
                </a:lnTo>
                <a:lnTo>
                  <a:pt x="491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9359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5" name="contour_16503"/>
          <p:cNvSpPr/>
          <p:nvPr/>
        </p:nvSpPr>
        <p:spPr>
          <a:xfrm>
            <a:off x="5855344" y="329417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1283"/>
                </a:lnTo>
                <a:lnTo>
                  <a:pt x="4277" y="2566"/>
                </a:lnTo>
                <a:lnTo>
                  <a:pt x="6422" y="3853"/>
                </a:lnTo>
                <a:lnTo>
                  <a:pt x="8568" y="5141"/>
                </a:lnTo>
                <a:lnTo>
                  <a:pt x="10717" y="6432"/>
                </a:lnTo>
                <a:lnTo>
                  <a:pt x="12877" y="7724"/>
                </a:lnTo>
                <a:lnTo>
                  <a:pt x="15044" y="9024"/>
                </a:lnTo>
                <a:lnTo>
                  <a:pt x="17219" y="10329"/>
                </a:lnTo>
                <a:lnTo>
                  <a:pt x="19404" y="11642"/>
                </a:lnTo>
                <a:lnTo>
                  <a:pt x="21600" y="12960"/>
                </a:lnTo>
                <a:lnTo>
                  <a:pt x="19490" y="13552"/>
                </a:lnTo>
                <a:lnTo>
                  <a:pt x="17381" y="14144"/>
                </a:lnTo>
                <a:lnTo>
                  <a:pt x="15271" y="14731"/>
                </a:lnTo>
                <a:lnTo>
                  <a:pt x="13162" y="15323"/>
                </a:lnTo>
                <a:lnTo>
                  <a:pt x="11052" y="15915"/>
                </a:lnTo>
                <a:lnTo>
                  <a:pt x="9115" y="16615"/>
                </a:lnTo>
                <a:lnTo>
                  <a:pt x="7571" y="17263"/>
                </a:lnTo>
                <a:lnTo>
                  <a:pt x="5890" y="18127"/>
                </a:lnTo>
                <a:lnTo>
                  <a:pt x="3546" y="19479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6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6" name="contour_16504"/>
          <p:cNvSpPr/>
          <p:nvPr/>
        </p:nvSpPr>
        <p:spPr>
          <a:xfrm>
            <a:off x="9812723" y="327959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246" y="16150"/>
                </a:lnTo>
                <a:lnTo>
                  <a:pt x="17521" y="17201"/>
                </a:lnTo>
                <a:lnTo>
                  <a:pt x="15588" y="17978"/>
                </a:lnTo>
                <a:lnTo>
                  <a:pt x="12600" y="18900"/>
                </a:lnTo>
                <a:lnTo>
                  <a:pt x="10087" y="19714"/>
                </a:lnTo>
                <a:lnTo>
                  <a:pt x="7538" y="20534"/>
                </a:lnTo>
                <a:lnTo>
                  <a:pt x="5584" y="21067"/>
                </a:lnTo>
                <a:lnTo>
                  <a:pt x="3600" y="21600"/>
                </a:lnTo>
                <a:lnTo>
                  <a:pt x="2887" y="17323"/>
                </a:lnTo>
                <a:lnTo>
                  <a:pt x="2171" y="13032"/>
                </a:lnTo>
                <a:lnTo>
                  <a:pt x="1454" y="8726"/>
                </a:lnTo>
                <a:lnTo>
                  <a:pt x="731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EC7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7" name="contour_16505"/>
          <p:cNvSpPr/>
          <p:nvPr/>
        </p:nvSpPr>
        <p:spPr>
          <a:xfrm>
            <a:off x="7619038" y="326502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20524" y="10027"/>
                </a:lnTo>
                <a:lnTo>
                  <a:pt x="19751" y="13958"/>
                </a:lnTo>
                <a:lnTo>
                  <a:pt x="19164" y="16606"/>
                </a:lnTo>
                <a:lnTo>
                  <a:pt x="18632" y="18442"/>
                </a:lnTo>
                <a:lnTo>
                  <a:pt x="18045" y="19945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808" y="18986"/>
                </a:lnTo>
                <a:lnTo>
                  <a:pt x="8977" y="16368"/>
                </a:lnTo>
                <a:lnTo>
                  <a:pt x="9145" y="13755"/>
                </a:lnTo>
                <a:lnTo>
                  <a:pt x="9314" y="11137"/>
                </a:lnTo>
                <a:lnTo>
                  <a:pt x="9482" y="8523"/>
                </a:lnTo>
                <a:lnTo>
                  <a:pt x="9063" y="6437"/>
                </a:lnTo>
                <a:lnTo>
                  <a:pt x="8640" y="4320"/>
                </a:lnTo>
                <a:lnTo>
                  <a:pt x="6502" y="3249"/>
                </a:lnTo>
                <a:lnTo>
                  <a:pt x="4350" y="2177"/>
                </a:lnTo>
                <a:lnTo>
                  <a:pt x="2190" y="1093"/>
                </a:lnTo>
                <a:lnTo>
                  <a:pt x="0" y="0"/>
                </a:lnTo>
                <a:close/>
              </a:path>
            </a:pathLst>
          </a:custGeom>
          <a:solidFill>
            <a:srgbClr val="CAC6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8" name="contour_16506"/>
          <p:cNvSpPr/>
          <p:nvPr/>
        </p:nvSpPr>
        <p:spPr>
          <a:xfrm>
            <a:off x="7254638" y="3265020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1" y="0"/>
                </a:moveTo>
                <a:lnTo>
                  <a:pt x="15252" y="1031"/>
                </a:lnTo>
                <a:lnTo>
                  <a:pt x="16974" y="1939"/>
                </a:lnTo>
                <a:lnTo>
                  <a:pt x="18697" y="3224"/>
                </a:lnTo>
                <a:lnTo>
                  <a:pt x="21218" y="5400"/>
                </a:lnTo>
                <a:lnTo>
                  <a:pt x="2147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73" y="17744"/>
                </a:lnTo>
                <a:lnTo>
                  <a:pt x="21218" y="21600"/>
                </a:lnTo>
                <a:lnTo>
                  <a:pt x="18218" y="21600"/>
                </a:lnTo>
                <a:lnTo>
                  <a:pt x="15213" y="21600"/>
                </a:lnTo>
                <a:lnTo>
                  <a:pt x="12200" y="21600"/>
                </a:lnTo>
                <a:lnTo>
                  <a:pt x="9175" y="21600"/>
                </a:lnTo>
                <a:lnTo>
                  <a:pt x="6136" y="21600"/>
                </a:lnTo>
                <a:lnTo>
                  <a:pt x="3081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521" y="10800"/>
                </a:lnTo>
                <a:lnTo>
                  <a:pt x="5050" y="10800"/>
                </a:lnTo>
                <a:lnTo>
                  <a:pt x="7588" y="10800"/>
                </a:lnTo>
                <a:lnTo>
                  <a:pt x="10146" y="10800"/>
                </a:lnTo>
                <a:lnTo>
                  <a:pt x="12731" y="10800"/>
                </a:lnTo>
                <a:lnTo>
                  <a:pt x="12731" y="7231"/>
                </a:lnTo>
                <a:lnTo>
                  <a:pt x="12731" y="3640"/>
                </a:lnTo>
                <a:lnTo>
                  <a:pt x="12731" y="0"/>
                </a:lnTo>
                <a:close/>
              </a:path>
            </a:pathLst>
          </a:custGeom>
          <a:solidFill>
            <a:srgbClr val="8E97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09" name="contour_16507"/>
          <p:cNvSpPr/>
          <p:nvPr/>
        </p:nvSpPr>
        <p:spPr>
          <a:xfrm>
            <a:off x="4069786" y="3279596"/>
            <a:ext cx="3084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767" y="52"/>
                </a:lnTo>
                <a:lnTo>
                  <a:pt x="7314" y="213"/>
                </a:lnTo>
                <a:lnTo>
                  <a:pt x="10698" y="534"/>
                </a:lnTo>
                <a:lnTo>
                  <a:pt x="13975" y="1080"/>
                </a:lnTo>
                <a:lnTo>
                  <a:pt x="17195" y="1910"/>
                </a:lnTo>
                <a:lnTo>
                  <a:pt x="20416" y="3086"/>
                </a:lnTo>
                <a:lnTo>
                  <a:pt x="20972" y="5162"/>
                </a:lnTo>
                <a:lnTo>
                  <a:pt x="21340" y="7221"/>
                </a:lnTo>
                <a:lnTo>
                  <a:pt x="21544" y="9266"/>
                </a:lnTo>
                <a:lnTo>
                  <a:pt x="21600" y="11306"/>
                </a:lnTo>
                <a:lnTo>
                  <a:pt x="21534" y="13346"/>
                </a:lnTo>
                <a:lnTo>
                  <a:pt x="21360" y="15388"/>
                </a:lnTo>
                <a:lnTo>
                  <a:pt x="21105" y="17444"/>
                </a:lnTo>
                <a:lnTo>
                  <a:pt x="20783" y="19511"/>
                </a:lnTo>
                <a:lnTo>
                  <a:pt x="20416" y="21600"/>
                </a:lnTo>
                <a:lnTo>
                  <a:pt x="19487" y="20313"/>
                </a:lnTo>
                <a:lnTo>
                  <a:pt x="18543" y="19008"/>
                </a:lnTo>
                <a:lnTo>
                  <a:pt x="17257" y="17326"/>
                </a:lnTo>
                <a:lnTo>
                  <a:pt x="15950" y="15620"/>
                </a:lnTo>
                <a:lnTo>
                  <a:pt x="14705" y="13954"/>
                </a:lnTo>
                <a:lnTo>
                  <a:pt x="13439" y="12260"/>
                </a:lnTo>
                <a:lnTo>
                  <a:pt x="11484" y="10501"/>
                </a:lnTo>
                <a:lnTo>
                  <a:pt x="9927" y="9439"/>
                </a:lnTo>
                <a:lnTo>
                  <a:pt x="7952" y="8649"/>
                </a:lnTo>
                <a:lnTo>
                  <a:pt x="4747" y="7702"/>
                </a:lnTo>
                <a:lnTo>
                  <a:pt x="2389" y="6943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5B4F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0" name="contour_16508"/>
          <p:cNvSpPr/>
          <p:nvPr/>
        </p:nvSpPr>
        <p:spPr>
          <a:xfrm>
            <a:off x="8289533" y="3256420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51"/>
                </a:moveTo>
                <a:lnTo>
                  <a:pt x="9580" y="25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50"/>
                </a:lnTo>
                <a:lnTo>
                  <a:pt x="21600" y="751"/>
                </a:lnTo>
                <a:lnTo>
                  <a:pt x="21600" y="3507"/>
                </a:lnTo>
                <a:lnTo>
                  <a:pt x="21600" y="6280"/>
                </a:lnTo>
                <a:lnTo>
                  <a:pt x="21600" y="9090"/>
                </a:lnTo>
                <a:lnTo>
                  <a:pt x="18031" y="9090"/>
                </a:lnTo>
                <a:lnTo>
                  <a:pt x="14440" y="9090"/>
                </a:lnTo>
                <a:lnTo>
                  <a:pt x="10800" y="9090"/>
                </a:lnTo>
                <a:lnTo>
                  <a:pt x="11869" y="11567"/>
                </a:lnTo>
                <a:lnTo>
                  <a:pt x="12944" y="14053"/>
                </a:lnTo>
                <a:lnTo>
                  <a:pt x="14018" y="16546"/>
                </a:lnTo>
                <a:lnTo>
                  <a:pt x="15104" y="19061"/>
                </a:lnTo>
                <a:lnTo>
                  <a:pt x="16200" y="21600"/>
                </a:lnTo>
                <a:lnTo>
                  <a:pt x="12992" y="20774"/>
                </a:lnTo>
                <a:lnTo>
                  <a:pt x="9774" y="19945"/>
                </a:lnTo>
                <a:lnTo>
                  <a:pt x="6545" y="19115"/>
                </a:lnTo>
                <a:lnTo>
                  <a:pt x="3289" y="18277"/>
                </a:lnTo>
                <a:lnTo>
                  <a:pt x="0" y="17430"/>
                </a:lnTo>
                <a:lnTo>
                  <a:pt x="513" y="14532"/>
                </a:lnTo>
                <a:lnTo>
                  <a:pt x="1107" y="11697"/>
                </a:lnTo>
                <a:lnTo>
                  <a:pt x="1836" y="8907"/>
                </a:lnTo>
                <a:lnTo>
                  <a:pt x="2759" y="6159"/>
                </a:lnTo>
                <a:lnTo>
                  <a:pt x="3926" y="3444"/>
                </a:lnTo>
                <a:lnTo>
                  <a:pt x="5400" y="751"/>
                </a:lnTo>
                <a:close/>
              </a:path>
            </a:pathLst>
          </a:custGeom>
          <a:solidFill>
            <a:srgbClr val="8797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1" name="contour_16509"/>
          <p:cNvSpPr/>
          <p:nvPr/>
        </p:nvSpPr>
        <p:spPr>
          <a:xfrm>
            <a:off x="6882951" y="3257732"/>
            <a:ext cx="30209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22" y="0"/>
                </a:moveTo>
                <a:lnTo>
                  <a:pt x="13862" y="493"/>
                </a:lnTo>
                <a:lnTo>
                  <a:pt x="16092" y="1030"/>
                </a:lnTo>
                <a:lnTo>
                  <a:pt x="18093" y="1955"/>
                </a:lnTo>
                <a:lnTo>
                  <a:pt x="20844" y="3600"/>
                </a:lnTo>
                <a:lnTo>
                  <a:pt x="21324" y="6192"/>
                </a:lnTo>
                <a:lnTo>
                  <a:pt x="21558" y="8748"/>
                </a:lnTo>
                <a:lnTo>
                  <a:pt x="21600" y="11290"/>
                </a:lnTo>
                <a:lnTo>
                  <a:pt x="21496" y="13828"/>
                </a:lnTo>
                <a:lnTo>
                  <a:pt x="21303" y="16380"/>
                </a:lnTo>
                <a:lnTo>
                  <a:pt x="21068" y="18965"/>
                </a:lnTo>
                <a:lnTo>
                  <a:pt x="20844" y="21600"/>
                </a:lnTo>
                <a:lnTo>
                  <a:pt x="18265" y="19818"/>
                </a:lnTo>
                <a:lnTo>
                  <a:pt x="15680" y="18032"/>
                </a:lnTo>
                <a:lnTo>
                  <a:pt x="13095" y="16247"/>
                </a:lnTo>
                <a:lnTo>
                  <a:pt x="10500" y="14454"/>
                </a:lnTo>
                <a:lnTo>
                  <a:pt x="7895" y="12654"/>
                </a:lnTo>
                <a:lnTo>
                  <a:pt x="5279" y="10847"/>
                </a:lnTo>
                <a:lnTo>
                  <a:pt x="2647" y="9029"/>
                </a:lnTo>
                <a:lnTo>
                  <a:pt x="0" y="7200"/>
                </a:lnTo>
                <a:lnTo>
                  <a:pt x="2579" y="5418"/>
                </a:lnTo>
                <a:lnTo>
                  <a:pt x="5169" y="3625"/>
                </a:lnTo>
                <a:lnTo>
                  <a:pt x="7780" y="1825"/>
                </a:lnTo>
                <a:lnTo>
                  <a:pt x="10422" y="0"/>
                </a:lnTo>
                <a:close/>
              </a:path>
            </a:pathLst>
          </a:custGeom>
          <a:solidFill>
            <a:srgbClr val="B8C8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2" name="contour_16510"/>
          <p:cNvSpPr/>
          <p:nvPr/>
        </p:nvSpPr>
        <p:spPr>
          <a:xfrm>
            <a:off x="4951633" y="326502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9132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3" name="contour_16511"/>
          <p:cNvSpPr/>
          <p:nvPr/>
        </p:nvSpPr>
        <p:spPr>
          <a:xfrm>
            <a:off x="8369701" y="325773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157"/>
                </a:lnTo>
                <a:lnTo>
                  <a:pt x="9763" y="680"/>
                </a:lnTo>
                <a:lnTo>
                  <a:pt x="13228" y="2025"/>
                </a:lnTo>
                <a:lnTo>
                  <a:pt x="14412" y="2473"/>
                </a:lnTo>
                <a:lnTo>
                  <a:pt x="17971" y="3839"/>
                </a:lnTo>
                <a:lnTo>
                  <a:pt x="18874" y="4228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1071" y="8127"/>
                </a:lnTo>
                <a:lnTo>
                  <a:pt x="2143" y="5438"/>
                </a:lnTo>
                <a:lnTo>
                  <a:pt x="3227" y="2738"/>
                </a:lnTo>
                <a:lnTo>
                  <a:pt x="4320" y="0"/>
                </a:lnTo>
                <a:close/>
              </a:path>
            </a:pathLst>
          </a:custGeom>
          <a:solidFill>
            <a:srgbClr val="7A83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4" name="contour_16512"/>
          <p:cNvSpPr/>
          <p:nvPr/>
        </p:nvSpPr>
        <p:spPr>
          <a:xfrm>
            <a:off x="6824647" y="3263759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21600" y="5677"/>
                </a:lnTo>
                <a:lnTo>
                  <a:pt x="21600" y="10204"/>
                </a:lnTo>
                <a:lnTo>
                  <a:pt x="21600" y="14793"/>
                </a:lnTo>
                <a:lnTo>
                  <a:pt x="19224" y="15541"/>
                </a:lnTo>
                <a:lnTo>
                  <a:pt x="16844" y="16290"/>
                </a:lnTo>
                <a:lnTo>
                  <a:pt x="14465" y="17039"/>
                </a:lnTo>
                <a:lnTo>
                  <a:pt x="12078" y="17795"/>
                </a:lnTo>
                <a:lnTo>
                  <a:pt x="9684" y="18550"/>
                </a:lnTo>
                <a:lnTo>
                  <a:pt x="7279" y="19306"/>
                </a:lnTo>
                <a:lnTo>
                  <a:pt x="4867" y="20068"/>
                </a:lnTo>
                <a:lnTo>
                  <a:pt x="2441" y="20831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C9D7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5" name="contour_16513"/>
          <p:cNvSpPr/>
          <p:nvPr/>
        </p:nvSpPr>
        <p:spPr>
          <a:xfrm>
            <a:off x="10803890" y="324315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47" y="229"/>
                </a:lnTo>
                <a:lnTo>
                  <a:pt x="4651" y="501"/>
                </a:lnTo>
                <a:lnTo>
                  <a:pt x="6923" y="842"/>
                </a:lnTo>
                <a:lnTo>
                  <a:pt x="9166" y="1274"/>
                </a:lnTo>
                <a:lnTo>
                  <a:pt x="11387" y="1819"/>
                </a:lnTo>
                <a:lnTo>
                  <a:pt x="13594" y="2493"/>
                </a:lnTo>
                <a:lnTo>
                  <a:pt x="15797" y="3318"/>
                </a:lnTo>
                <a:lnTo>
                  <a:pt x="18000" y="4320"/>
                </a:lnTo>
                <a:lnTo>
                  <a:pt x="19231" y="7184"/>
                </a:lnTo>
                <a:lnTo>
                  <a:pt x="20092" y="9893"/>
                </a:lnTo>
                <a:lnTo>
                  <a:pt x="20671" y="12563"/>
                </a:lnTo>
                <a:lnTo>
                  <a:pt x="21056" y="15323"/>
                </a:lnTo>
                <a:lnTo>
                  <a:pt x="21337" y="18291"/>
                </a:lnTo>
                <a:lnTo>
                  <a:pt x="21600" y="21600"/>
                </a:lnTo>
                <a:lnTo>
                  <a:pt x="21154" y="19591"/>
                </a:lnTo>
                <a:lnTo>
                  <a:pt x="20700" y="17548"/>
                </a:lnTo>
                <a:lnTo>
                  <a:pt x="18932" y="14835"/>
                </a:lnTo>
                <a:lnTo>
                  <a:pt x="17352" y="13141"/>
                </a:lnTo>
                <a:lnTo>
                  <a:pt x="15667" y="12131"/>
                </a:lnTo>
                <a:lnTo>
                  <a:pt x="13583" y="11461"/>
                </a:lnTo>
                <a:lnTo>
                  <a:pt x="10800" y="10800"/>
                </a:lnTo>
                <a:lnTo>
                  <a:pt x="9850" y="10632"/>
                </a:lnTo>
                <a:lnTo>
                  <a:pt x="6977" y="10126"/>
                </a:lnTo>
                <a:lnTo>
                  <a:pt x="4518" y="8916"/>
                </a:lnTo>
                <a:lnTo>
                  <a:pt x="3060" y="7374"/>
                </a:lnTo>
                <a:lnTo>
                  <a:pt x="1350" y="4186"/>
                </a:lnTo>
                <a:lnTo>
                  <a:pt x="680" y="2108"/>
                </a:lnTo>
                <a:lnTo>
                  <a:pt x="0" y="0"/>
                </a:lnTo>
                <a:close/>
              </a:path>
            </a:pathLst>
          </a:custGeom>
          <a:solidFill>
            <a:srgbClr val="CDCC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6" name="contour_16514"/>
          <p:cNvSpPr/>
          <p:nvPr/>
        </p:nvSpPr>
        <p:spPr>
          <a:xfrm>
            <a:off x="9747131" y="323586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810" y="419"/>
                </a:lnTo>
                <a:lnTo>
                  <a:pt x="11736" y="907"/>
                </a:lnTo>
                <a:lnTo>
                  <a:pt x="14623" y="1892"/>
                </a:lnTo>
                <a:lnTo>
                  <a:pt x="16585" y="2553"/>
                </a:lnTo>
                <a:lnTo>
                  <a:pt x="18576" y="3223"/>
                </a:lnTo>
                <a:lnTo>
                  <a:pt x="20077" y="3767"/>
                </a:lnTo>
                <a:lnTo>
                  <a:pt x="21600" y="4320"/>
                </a:lnTo>
                <a:lnTo>
                  <a:pt x="19462" y="4320"/>
                </a:lnTo>
                <a:lnTo>
                  <a:pt x="17316" y="4320"/>
                </a:lnTo>
                <a:lnTo>
                  <a:pt x="15163" y="4320"/>
                </a:lnTo>
                <a:lnTo>
                  <a:pt x="12992" y="4320"/>
                </a:lnTo>
                <a:lnTo>
                  <a:pt x="10800" y="4320"/>
                </a:lnTo>
                <a:lnTo>
                  <a:pt x="11023" y="6372"/>
                </a:lnTo>
                <a:lnTo>
                  <a:pt x="11250" y="8437"/>
                </a:lnTo>
                <a:lnTo>
                  <a:pt x="11477" y="10532"/>
                </a:lnTo>
                <a:lnTo>
                  <a:pt x="11254" y="12761"/>
                </a:lnTo>
                <a:lnTo>
                  <a:pt x="11027" y="15003"/>
                </a:lnTo>
                <a:lnTo>
                  <a:pt x="10800" y="17280"/>
                </a:lnTo>
                <a:lnTo>
                  <a:pt x="8122" y="18740"/>
                </a:lnTo>
                <a:lnTo>
                  <a:pt x="6221" y="19695"/>
                </a:lnTo>
                <a:lnTo>
                  <a:pt x="4579" y="20352"/>
                </a:lnTo>
                <a:lnTo>
                  <a:pt x="2678" y="20917"/>
                </a:lnTo>
                <a:lnTo>
                  <a:pt x="0" y="21600"/>
                </a:lnTo>
                <a:lnTo>
                  <a:pt x="1048" y="16066"/>
                </a:lnTo>
                <a:lnTo>
                  <a:pt x="1883" y="11845"/>
                </a:lnTo>
                <a:lnTo>
                  <a:pt x="2596" y="8692"/>
                </a:lnTo>
                <a:lnTo>
                  <a:pt x="3262" y="6346"/>
                </a:lnTo>
                <a:lnTo>
                  <a:pt x="3974" y="4558"/>
                </a:lnTo>
                <a:lnTo>
                  <a:pt x="4810" y="3072"/>
                </a:lnTo>
                <a:lnTo>
                  <a:pt x="5857" y="1637"/>
                </a:lnTo>
                <a:lnTo>
                  <a:pt x="7200" y="0"/>
                </a:lnTo>
                <a:close/>
              </a:path>
            </a:pathLst>
          </a:custGeom>
          <a:solidFill>
            <a:srgbClr val="B6CC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7" name="contour_16515"/>
          <p:cNvSpPr/>
          <p:nvPr/>
        </p:nvSpPr>
        <p:spPr>
          <a:xfrm>
            <a:off x="8740441" y="3228580"/>
            <a:ext cx="2281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501" y="21600"/>
                </a:lnTo>
                <a:lnTo>
                  <a:pt x="13388" y="21600"/>
                </a:lnTo>
                <a:lnTo>
                  <a:pt x="9261" y="21600"/>
                </a:lnTo>
                <a:lnTo>
                  <a:pt x="5100" y="21600"/>
                </a:lnTo>
                <a:lnTo>
                  <a:pt x="897" y="21600"/>
                </a:lnTo>
                <a:lnTo>
                  <a:pt x="400" y="16649"/>
                </a:lnTo>
                <a:lnTo>
                  <a:pt x="97" y="13172"/>
                </a:lnTo>
                <a:lnTo>
                  <a:pt x="0" y="10675"/>
                </a:lnTo>
                <a:lnTo>
                  <a:pt x="97" y="8688"/>
                </a:lnTo>
                <a:lnTo>
                  <a:pt x="400" y="6731"/>
                </a:lnTo>
                <a:lnTo>
                  <a:pt x="897" y="4320"/>
                </a:lnTo>
                <a:lnTo>
                  <a:pt x="4996" y="2445"/>
                </a:lnTo>
                <a:lnTo>
                  <a:pt x="8681" y="1192"/>
                </a:lnTo>
                <a:lnTo>
                  <a:pt x="12394" y="449"/>
                </a:lnTo>
                <a:lnTo>
                  <a:pt x="16555" y="91"/>
                </a:lnTo>
                <a:lnTo>
                  <a:pt x="21600" y="0"/>
                </a:lnTo>
                <a:close/>
              </a:path>
            </a:pathLst>
          </a:custGeom>
          <a:solidFill>
            <a:srgbClr val="ADC0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8" name="contour_16516"/>
          <p:cNvSpPr/>
          <p:nvPr/>
        </p:nvSpPr>
        <p:spPr>
          <a:xfrm>
            <a:off x="8333261" y="322858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75" y="16150"/>
                </a:lnTo>
                <a:lnTo>
                  <a:pt x="16705" y="17201"/>
                </a:lnTo>
                <a:lnTo>
                  <a:pt x="14386" y="17978"/>
                </a:lnTo>
                <a:lnTo>
                  <a:pt x="10800" y="18900"/>
                </a:lnTo>
                <a:lnTo>
                  <a:pt x="7785" y="19714"/>
                </a:lnTo>
                <a:lnTo>
                  <a:pt x="4726" y="20534"/>
                </a:lnTo>
                <a:lnTo>
                  <a:pt x="2380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AD7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19" name="contour_16517"/>
          <p:cNvSpPr/>
          <p:nvPr/>
        </p:nvSpPr>
        <p:spPr>
          <a:xfrm>
            <a:off x="7444126" y="3221292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6" y="2734"/>
                </a:lnTo>
                <a:lnTo>
                  <a:pt x="1080" y="5510"/>
                </a:lnTo>
                <a:lnTo>
                  <a:pt x="2687" y="7928"/>
                </a:lnTo>
                <a:lnTo>
                  <a:pt x="4320" y="10377"/>
                </a:lnTo>
                <a:lnTo>
                  <a:pt x="7296" y="9921"/>
                </a:lnTo>
                <a:lnTo>
                  <a:pt x="10212" y="9256"/>
                </a:lnTo>
                <a:lnTo>
                  <a:pt x="13081" y="8416"/>
                </a:lnTo>
                <a:lnTo>
                  <a:pt x="15924" y="7430"/>
                </a:lnTo>
                <a:lnTo>
                  <a:pt x="18757" y="6346"/>
                </a:lnTo>
                <a:lnTo>
                  <a:pt x="21600" y="5189"/>
                </a:lnTo>
                <a:lnTo>
                  <a:pt x="21047" y="9049"/>
                </a:lnTo>
                <a:lnTo>
                  <a:pt x="20546" y="11788"/>
                </a:lnTo>
                <a:lnTo>
                  <a:pt x="19889" y="14154"/>
                </a:lnTo>
                <a:lnTo>
                  <a:pt x="18870" y="16894"/>
                </a:lnTo>
                <a:lnTo>
                  <a:pt x="17280" y="20754"/>
                </a:lnTo>
                <a:lnTo>
                  <a:pt x="14321" y="21335"/>
                </a:lnTo>
                <a:lnTo>
                  <a:pt x="11487" y="21595"/>
                </a:lnTo>
                <a:lnTo>
                  <a:pt x="8713" y="21600"/>
                </a:lnTo>
                <a:lnTo>
                  <a:pt x="5923" y="21418"/>
                </a:lnTo>
                <a:lnTo>
                  <a:pt x="3041" y="21112"/>
                </a:lnTo>
                <a:lnTo>
                  <a:pt x="0" y="20754"/>
                </a:lnTo>
                <a:lnTo>
                  <a:pt x="0" y="17330"/>
                </a:lnTo>
                <a:lnTo>
                  <a:pt x="0" y="13900"/>
                </a:lnTo>
                <a:lnTo>
                  <a:pt x="0" y="10455"/>
                </a:lnTo>
                <a:lnTo>
                  <a:pt x="0" y="6994"/>
                </a:lnTo>
                <a:lnTo>
                  <a:pt x="0" y="3513"/>
                </a:lnTo>
                <a:lnTo>
                  <a:pt x="0" y="0"/>
                </a:lnTo>
                <a:close/>
              </a:path>
            </a:pathLst>
          </a:custGeom>
          <a:solidFill>
            <a:srgbClr val="8370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0" name="contour_16518"/>
          <p:cNvSpPr/>
          <p:nvPr/>
        </p:nvSpPr>
        <p:spPr>
          <a:xfrm>
            <a:off x="7582598" y="3228580"/>
            <a:ext cx="6559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644" y="0"/>
                </a:lnTo>
                <a:lnTo>
                  <a:pt x="3290" y="0"/>
                </a:lnTo>
                <a:lnTo>
                  <a:pt x="4937" y="0"/>
                </a:lnTo>
                <a:lnTo>
                  <a:pt x="6586" y="0"/>
                </a:lnTo>
                <a:lnTo>
                  <a:pt x="8237" y="0"/>
                </a:lnTo>
                <a:lnTo>
                  <a:pt x="9890" y="0"/>
                </a:lnTo>
                <a:lnTo>
                  <a:pt x="11549" y="0"/>
                </a:lnTo>
                <a:lnTo>
                  <a:pt x="13210" y="0"/>
                </a:lnTo>
                <a:lnTo>
                  <a:pt x="14875" y="0"/>
                </a:lnTo>
                <a:lnTo>
                  <a:pt x="16548" y="0"/>
                </a:lnTo>
                <a:lnTo>
                  <a:pt x="18226" y="0"/>
                </a:lnTo>
                <a:lnTo>
                  <a:pt x="19908" y="0"/>
                </a:lnTo>
                <a:lnTo>
                  <a:pt x="21600" y="0"/>
                </a:lnTo>
                <a:lnTo>
                  <a:pt x="19483" y="6098"/>
                </a:lnTo>
                <a:lnTo>
                  <a:pt x="17897" y="10562"/>
                </a:lnTo>
                <a:lnTo>
                  <a:pt x="16668" y="13766"/>
                </a:lnTo>
                <a:lnTo>
                  <a:pt x="15634" y="16099"/>
                </a:lnTo>
                <a:lnTo>
                  <a:pt x="14621" y="17928"/>
                </a:lnTo>
                <a:lnTo>
                  <a:pt x="13466" y="19634"/>
                </a:lnTo>
                <a:lnTo>
                  <a:pt x="12000" y="21600"/>
                </a:lnTo>
                <a:lnTo>
                  <a:pt x="10351" y="20700"/>
                </a:lnTo>
                <a:lnTo>
                  <a:pt x="8762" y="19548"/>
                </a:lnTo>
                <a:lnTo>
                  <a:pt x="7224" y="18144"/>
                </a:lnTo>
                <a:lnTo>
                  <a:pt x="5731" y="16474"/>
                </a:lnTo>
                <a:lnTo>
                  <a:pt x="4270" y="14551"/>
                </a:lnTo>
                <a:lnTo>
                  <a:pt x="2832" y="12362"/>
                </a:lnTo>
                <a:lnTo>
                  <a:pt x="1414" y="991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DA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1" name="contour_16519"/>
          <p:cNvSpPr/>
          <p:nvPr/>
        </p:nvSpPr>
        <p:spPr>
          <a:xfrm>
            <a:off x="7071455" y="3214004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76" y="0"/>
                </a:moveTo>
                <a:lnTo>
                  <a:pt x="17238" y="3564"/>
                </a:lnTo>
                <a:lnTo>
                  <a:pt x="18100" y="7133"/>
                </a:lnTo>
                <a:lnTo>
                  <a:pt x="18967" y="10719"/>
                </a:lnTo>
                <a:lnTo>
                  <a:pt x="19840" y="14321"/>
                </a:lnTo>
                <a:lnTo>
                  <a:pt x="20717" y="17944"/>
                </a:lnTo>
                <a:lnTo>
                  <a:pt x="21600" y="21600"/>
                </a:lnTo>
                <a:lnTo>
                  <a:pt x="18152" y="21600"/>
                </a:lnTo>
                <a:lnTo>
                  <a:pt x="14699" y="21600"/>
                </a:lnTo>
                <a:lnTo>
                  <a:pt x="11231" y="21600"/>
                </a:lnTo>
                <a:lnTo>
                  <a:pt x="7747" y="21600"/>
                </a:lnTo>
                <a:lnTo>
                  <a:pt x="4242" y="21600"/>
                </a:lnTo>
                <a:lnTo>
                  <a:pt x="705" y="21600"/>
                </a:lnTo>
                <a:lnTo>
                  <a:pt x="235" y="17744"/>
                </a:lnTo>
                <a:lnTo>
                  <a:pt x="0" y="14974"/>
                </a:lnTo>
                <a:lnTo>
                  <a:pt x="0" y="12512"/>
                </a:lnTo>
                <a:lnTo>
                  <a:pt x="235" y="9580"/>
                </a:lnTo>
                <a:lnTo>
                  <a:pt x="705" y="5400"/>
                </a:lnTo>
                <a:lnTo>
                  <a:pt x="4592" y="3575"/>
                </a:lnTo>
                <a:lnTo>
                  <a:pt x="7350" y="2381"/>
                </a:lnTo>
                <a:lnTo>
                  <a:pt x="9732" y="1561"/>
                </a:lnTo>
                <a:lnTo>
                  <a:pt x="12490" y="853"/>
                </a:lnTo>
                <a:lnTo>
                  <a:pt x="16376" y="0"/>
                </a:lnTo>
                <a:close/>
              </a:path>
            </a:pathLst>
          </a:custGeom>
          <a:solidFill>
            <a:srgbClr val="B3C8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2" name="contour_16520"/>
          <p:cNvSpPr/>
          <p:nvPr/>
        </p:nvSpPr>
        <p:spPr>
          <a:xfrm>
            <a:off x="3749114" y="321400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918"/>
                </a:lnTo>
                <a:lnTo>
                  <a:pt x="4327" y="1852"/>
                </a:lnTo>
                <a:lnTo>
                  <a:pt x="6487" y="2797"/>
                </a:lnTo>
                <a:lnTo>
                  <a:pt x="8644" y="3758"/>
                </a:lnTo>
                <a:lnTo>
                  <a:pt x="10800" y="4725"/>
                </a:lnTo>
                <a:lnTo>
                  <a:pt x="12809" y="5600"/>
                </a:lnTo>
                <a:lnTo>
                  <a:pt x="14828" y="6485"/>
                </a:lnTo>
                <a:lnTo>
                  <a:pt x="16877" y="7382"/>
                </a:lnTo>
                <a:lnTo>
                  <a:pt x="18436" y="8510"/>
                </a:lnTo>
                <a:lnTo>
                  <a:pt x="20009" y="965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8031"/>
                </a:lnTo>
                <a:lnTo>
                  <a:pt x="10800" y="14440"/>
                </a:lnTo>
                <a:lnTo>
                  <a:pt x="10800" y="10800"/>
                </a:lnTo>
                <a:lnTo>
                  <a:pt x="8662" y="10800"/>
                </a:lnTo>
                <a:lnTo>
                  <a:pt x="6516" y="10800"/>
                </a:lnTo>
                <a:lnTo>
                  <a:pt x="4363" y="10800"/>
                </a:lnTo>
                <a:lnTo>
                  <a:pt x="2192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D2DB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3" name="contour_16521"/>
          <p:cNvSpPr/>
          <p:nvPr/>
        </p:nvSpPr>
        <p:spPr>
          <a:xfrm>
            <a:off x="9942595" y="3206716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D6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4" name="contour_16522"/>
          <p:cNvSpPr/>
          <p:nvPr/>
        </p:nvSpPr>
        <p:spPr>
          <a:xfrm>
            <a:off x="8069946" y="3213953"/>
            <a:ext cx="30099" cy="364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"/>
                </a:moveTo>
                <a:lnTo>
                  <a:pt x="20737" y="2877"/>
                </a:lnTo>
                <a:lnTo>
                  <a:pt x="19874" y="5729"/>
                </a:lnTo>
                <a:lnTo>
                  <a:pt x="19006" y="8593"/>
                </a:lnTo>
                <a:lnTo>
                  <a:pt x="18132" y="11471"/>
                </a:lnTo>
                <a:lnTo>
                  <a:pt x="17254" y="14365"/>
                </a:lnTo>
                <a:lnTo>
                  <a:pt x="16370" y="17286"/>
                </a:lnTo>
                <a:lnTo>
                  <a:pt x="13781" y="16216"/>
                </a:lnTo>
                <a:lnTo>
                  <a:pt x="11177" y="15146"/>
                </a:lnTo>
                <a:lnTo>
                  <a:pt x="8562" y="14064"/>
                </a:lnTo>
                <a:lnTo>
                  <a:pt x="5910" y="12972"/>
                </a:lnTo>
                <a:lnTo>
                  <a:pt x="4613" y="15107"/>
                </a:lnTo>
                <a:lnTo>
                  <a:pt x="3316" y="17256"/>
                </a:lnTo>
                <a:lnTo>
                  <a:pt x="2003" y="19413"/>
                </a:lnTo>
                <a:lnTo>
                  <a:pt x="680" y="21600"/>
                </a:lnTo>
                <a:lnTo>
                  <a:pt x="303" y="16708"/>
                </a:lnTo>
                <a:lnTo>
                  <a:pt x="78" y="13261"/>
                </a:lnTo>
                <a:lnTo>
                  <a:pt x="0" y="10781"/>
                </a:lnTo>
                <a:lnTo>
                  <a:pt x="78" y="8788"/>
                </a:lnTo>
                <a:lnTo>
                  <a:pt x="303" y="6803"/>
                </a:lnTo>
                <a:lnTo>
                  <a:pt x="680" y="4344"/>
                </a:lnTo>
                <a:lnTo>
                  <a:pt x="4038" y="2273"/>
                </a:lnTo>
                <a:lnTo>
                  <a:pt x="7134" y="984"/>
                </a:lnTo>
                <a:lnTo>
                  <a:pt x="10204" y="293"/>
                </a:lnTo>
                <a:lnTo>
                  <a:pt x="13478" y="26"/>
                </a:lnTo>
                <a:lnTo>
                  <a:pt x="17202" y="0"/>
                </a:lnTo>
                <a:lnTo>
                  <a:pt x="21600" y="30"/>
                </a:lnTo>
                <a:close/>
              </a:path>
            </a:pathLst>
          </a:custGeom>
          <a:solidFill>
            <a:srgbClr val="A3B2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5" name="contour_16523"/>
          <p:cNvSpPr/>
          <p:nvPr/>
        </p:nvSpPr>
        <p:spPr>
          <a:xfrm>
            <a:off x="10344747" y="3178206"/>
            <a:ext cx="51016" cy="212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15"/>
                </a:moveTo>
                <a:lnTo>
                  <a:pt x="11966" y="1009"/>
                </a:lnTo>
                <a:lnTo>
                  <a:pt x="13904" y="2047"/>
                </a:lnTo>
                <a:lnTo>
                  <a:pt x="15833" y="3138"/>
                </a:lnTo>
                <a:lnTo>
                  <a:pt x="17758" y="4287"/>
                </a:lnTo>
                <a:lnTo>
                  <a:pt x="19681" y="5496"/>
                </a:lnTo>
                <a:lnTo>
                  <a:pt x="21600" y="6765"/>
                </a:lnTo>
                <a:lnTo>
                  <a:pt x="20310" y="11430"/>
                </a:lnTo>
                <a:lnTo>
                  <a:pt x="19236" y="14531"/>
                </a:lnTo>
                <a:lnTo>
                  <a:pt x="17801" y="17461"/>
                </a:lnTo>
                <a:lnTo>
                  <a:pt x="15429" y="21600"/>
                </a:lnTo>
                <a:lnTo>
                  <a:pt x="13448" y="21162"/>
                </a:lnTo>
                <a:lnTo>
                  <a:pt x="11494" y="20539"/>
                </a:lnTo>
                <a:lnTo>
                  <a:pt x="9560" y="19768"/>
                </a:lnTo>
                <a:lnTo>
                  <a:pt x="7640" y="18848"/>
                </a:lnTo>
                <a:lnTo>
                  <a:pt x="5730" y="17817"/>
                </a:lnTo>
                <a:lnTo>
                  <a:pt x="3823" y="16682"/>
                </a:lnTo>
                <a:lnTo>
                  <a:pt x="1916" y="15458"/>
                </a:lnTo>
                <a:lnTo>
                  <a:pt x="0" y="14182"/>
                </a:lnTo>
                <a:lnTo>
                  <a:pt x="1361" y="9376"/>
                </a:lnTo>
                <a:lnTo>
                  <a:pt x="2669" y="5578"/>
                </a:lnTo>
                <a:lnTo>
                  <a:pt x="4058" y="2767"/>
                </a:lnTo>
                <a:lnTo>
                  <a:pt x="5659" y="912"/>
                </a:lnTo>
                <a:lnTo>
                  <a:pt x="7600" y="0"/>
                </a:lnTo>
                <a:lnTo>
                  <a:pt x="10016" y="15"/>
                </a:lnTo>
                <a:close/>
              </a:path>
            </a:pathLst>
          </a:custGeom>
          <a:solidFill>
            <a:srgbClr val="C3CF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6" name="contour_16524"/>
          <p:cNvSpPr/>
          <p:nvPr/>
        </p:nvSpPr>
        <p:spPr>
          <a:xfrm>
            <a:off x="10213563" y="3177564"/>
            <a:ext cx="51016" cy="24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46"/>
                </a:lnTo>
                <a:lnTo>
                  <a:pt x="4280" y="1291"/>
                </a:lnTo>
                <a:lnTo>
                  <a:pt x="6421" y="1937"/>
                </a:lnTo>
                <a:lnTo>
                  <a:pt x="8566" y="2589"/>
                </a:lnTo>
                <a:lnTo>
                  <a:pt x="10720" y="3235"/>
                </a:lnTo>
                <a:lnTo>
                  <a:pt x="12877" y="3887"/>
                </a:lnTo>
                <a:lnTo>
                  <a:pt x="15043" y="4539"/>
                </a:lnTo>
                <a:lnTo>
                  <a:pt x="17218" y="5198"/>
                </a:lnTo>
                <a:lnTo>
                  <a:pt x="19403" y="5857"/>
                </a:lnTo>
                <a:lnTo>
                  <a:pt x="21600" y="6522"/>
                </a:lnTo>
                <a:lnTo>
                  <a:pt x="18965" y="12059"/>
                </a:lnTo>
                <a:lnTo>
                  <a:pt x="16978" y="16024"/>
                </a:lnTo>
                <a:lnTo>
                  <a:pt x="15416" y="18691"/>
                </a:lnTo>
                <a:lnTo>
                  <a:pt x="14065" y="20315"/>
                </a:lnTo>
                <a:lnTo>
                  <a:pt x="12701" y="21170"/>
                </a:lnTo>
                <a:lnTo>
                  <a:pt x="11109" y="21509"/>
                </a:lnTo>
                <a:lnTo>
                  <a:pt x="9066" y="21600"/>
                </a:lnTo>
                <a:lnTo>
                  <a:pt x="7091" y="20928"/>
                </a:lnTo>
                <a:lnTo>
                  <a:pt x="5101" y="20250"/>
                </a:lnTo>
                <a:lnTo>
                  <a:pt x="3086" y="19565"/>
                </a:lnTo>
                <a:lnTo>
                  <a:pt x="2475" y="15691"/>
                </a:lnTo>
                <a:lnTo>
                  <a:pt x="1861" y="11804"/>
                </a:lnTo>
                <a:lnTo>
                  <a:pt x="1247" y="7904"/>
                </a:lnTo>
                <a:lnTo>
                  <a:pt x="626" y="3972"/>
                </a:lnTo>
                <a:lnTo>
                  <a:pt x="0" y="0"/>
                </a:lnTo>
                <a:close/>
              </a:path>
            </a:pathLst>
          </a:custGeom>
          <a:solidFill>
            <a:srgbClr val="BEAB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7" name="contour_16525"/>
          <p:cNvSpPr/>
          <p:nvPr/>
        </p:nvSpPr>
        <p:spPr>
          <a:xfrm>
            <a:off x="11153714" y="3170276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563" y="21600"/>
                </a:lnTo>
                <a:lnTo>
                  <a:pt x="17524" y="21600"/>
                </a:lnTo>
                <a:lnTo>
                  <a:pt x="15475" y="21600"/>
                </a:lnTo>
                <a:lnTo>
                  <a:pt x="13417" y="21600"/>
                </a:lnTo>
                <a:lnTo>
                  <a:pt x="11346" y="21600"/>
                </a:lnTo>
                <a:lnTo>
                  <a:pt x="9257" y="21600"/>
                </a:lnTo>
                <a:lnTo>
                  <a:pt x="9257" y="16841"/>
                </a:lnTo>
                <a:lnTo>
                  <a:pt x="9257" y="12053"/>
                </a:lnTo>
                <a:lnTo>
                  <a:pt x="9257" y="7200"/>
                </a:lnTo>
                <a:lnTo>
                  <a:pt x="7424" y="5774"/>
                </a:lnTo>
                <a:lnTo>
                  <a:pt x="5585" y="4342"/>
                </a:lnTo>
                <a:lnTo>
                  <a:pt x="3740" y="2909"/>
                </a:lnTo>
                <a:lnTo>
                  <a:pt x="1879" y="1462"/>
                </a:lnTo>
                <a:lnTo>
                  <a:pt x="0" y="0"/>
                </a:lnTo>
                <a:close/>
              </a:path>
            </a:pathLst>
          </a:custGeom>
          <a:solidFill>
            <a:srgbClr val="B9D0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8" name="contour_16526"/>
          <p:cNvSpPr/>
          <p:nvPr/>
        </p:nvSpPr>
        <p:spPr>
          <a:xfrm>
            <a:off x="8333261" y="317027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2609" y="20097"/>
                </a:lnTo>
                <a:lnTo>
                  <a:pt x="9979" y="18943"/>
                </a:lnTo>
                <a:lnTo>
                  <a:pt x="7852" y="17889"/>
                </a:lnTo>
                <a:lnTo>
                  <a:pt x="5778" y="16701"/>
                </a:lnTo>
                <a:lnTo>
                  <a:pt x="3310" y="15137"/>
                </a:lnTo>
                <a:lnTo>
                  <a:pt x="0" y="12960"/>
                </a:lnTo>
                <a:lnTo>
                  <a:pt x="853" y="9487"/>
                </a:lnTo>
                <a:lnTo>
                  <a:pt x="1561" y="7076"/>
                </a:lnTo>
                <a:lnTo>
                  <a:pt x="2381" y="5106"/>
                </a:lnTo>
                <a:lnTo>
                  <a:pt x="3575" y="2955"/>
                </a:lnTo>
                <a:lnTo>
                  <a:pt x="5400" y="0"/>
                </a:lnTo>
                <a:close/>
              </a:path>
            </a:pathLst>
          </a:custGeom>
          <a:solidFill>
            <a:srgbClr val="B5C5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29" name="contour_16527"/>
          <p:cNvSpPr/>
          <p:nvPr/>
        </p:nvSpPr>
        <p:spPr>
          <a:xfrm>
            <a:off x="6904815" y="3155700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4277"/>
                </a:lnTo>
                <a:lnTo>
                  <a:pt x="20375" y="8568"/>
                </a:lnTo>
                <a:lnTo>
                  <a:pt x="19761" y="12874"/>
                </a:lnTo>
                <a:lnTo>
                  <a:pt x="19141" y="17215"/>
                </a:lnTo>
                <a:lnTo>
                  <a:pt x="18514" y="21600"/>
                </a:lnTo>
                <a:lnTo>
                  <a:pt x="16660" y="20268"/>
                </a:lnTo>
                <a:lnTo>
                  <a:pt x="14808" y="18922"/>
                </a:lnTo>
                <a:lnTo>
                  <a:pt x="12957" y="17575"/>
                </a:lnTo>
                <a:lnTo>
                  <a:pt x="11105" y="16214"/>
                </a:lnTo>
                <a:lnTo>
                  <a:pt x="9257" y="14846"/>
                </a:lnTo>
                <a:lnTo>
                  <a:pt x="8492" y="14285"/>
                </a:lnTo>
                <a:lnTo>
                  <a:pt x="7143" y="13306"/>
                </a:lnTo>
                <a:lnTo>
                  <a:pt x="4048" y="11052"/>
                </a:lnTo>
                <a:lnTo>
                  <a:pt x="204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B1C3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0" name="contour_16528"/>
          <p:cNvSpPr/>
          <p:nvPr/>
        </p:nvSpPr>
        <p:spPr>
          <a:xfrm>
            <a:off x="11452521" y="314841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36" y="826"/>
                </a:lnTo>
                <a:lnTo>
                  <a:pt x="10238" y="1847"/>
                </a:lnTo>
                <a:lnTo>
                  <a:pt x="12192" y="3040"/>
                </a:lnTo>
                <a:lnTo>
                  <a:pt x="14105" y="4379"/>
                </a:lnTo>
                <a:lnTo>
                  <a:pt x="15990" y="5843"/>
                </a:lnTo>
                <a:lnTo>
                  <a:pt x="17860" y="7420"/>
                </a:lnTo>
                <a:lnTo>
                  <a:pt x="19724" y="9077"/>
                </a:lnTo>
                <a:lnTo>
                  <a:pt x="21600" y="10800"/>
                </a:lnTo>
                <a:lnTo>
                  <a:pt x="21017" y="14078"/>
                </a:lnTo>
                <a:lnTo>
                  <a:pt x="20498" y="16292"/>
                </a:lnTo>
                <a:lnTo>
                  <a:pt x="19761" y="18463"/>
                </a:lnTo>
                <a:lnTo>
                  <a:pt x="18514" y="21600"/>
                </a:lnTo>
                <a:lnTo>
                  <a:pt x="16351" y="21524"/>
                </a:lnTo>
                <a:lnTo>
                  <a:pt x="14777" y="21379"/>
                </a:lnTo>
                <a:lnTo>
                  <a:pt x="13340" y="21071"/>
                </a:lnTo>
                <a:lnTo>
                  <a:pt x="11587" y="20504"/>
                </a:lnTo>
                <a:lnTo>
                  <a:pt x="9066" y="19575"/>
                </a:lnTo>
                <a:lnTo>
                  <a:pt x="8313" y="19310"/>
                </a:lnTo>
                <a:lnTo>
                  <a:pt x="6983" y="18841"/>
                </a:lnTo>
                <a:lnTo>
                  <a:pt x="3940" y="17761"/>
                </a:lnTo>
                <a:lnTo>
                  <a:pt x="1984" y="16988"/>
                </a:lnTo>
                <a:lnTo>
                  <a:pt x="0" y="16200"/>
                </a:lnTo>
                <a:lnTo>
                  <a:pt x="913" y="12469"/>
                </a:lnTo>
                <a:lnTo>
                  <a:pt x="1645" y="9752"/>
                </a:lnTo>
                <a:lnTo>
                  <a:pt x="2364" y="7592"/>
                </a:lnTo>
                <a:lnTo>
                  <a:pt x="3243" y="5551"/>
                </a:lnTo>
                <a:lnTo>
                  <a:pt x="4456" y="3170"/>
                </a:lnTo>
                <a:lnTo>
                  <a:pt x="6171" y="0"/>
                </a:lnTo>
                <a:close/>
              </a:path>
            </a:pathLst>
          </a:custGeom>
          <a:solidFill>
            <a:srgbClr val="C3D7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1" name="contour_16529"/>
          <p:cNvSpPr/>
          <p:nvPr/>
        </p:nvSpPr>
        <p:spPr>
          <a:xfrm>
            <a:off x="8384277" y="3133836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570" y="462"/>
                </a:lnTo>
                <a:lnTo>
                  <a:pt x="14522" y="899"/>
                </a:lnTo>
                <a:lnTo>
                  <a:pt x="17417" y="1561"/>
                </a:lnTo>
                <a:lnTo>
                  <a:pt x="21600" y="2700"/>
                </a:lnTo>
                <a:lnTo>
                  <a:pt x="21521" y="4576"/>
                </a:lnTo>
                <a:lnTo>
                  <a:pt x="21391" y="5989"/>
                </a:lnTo>
                <a:lnTo>
                  <a:pt x="21139" y="7201"/>
                </a:lnTo>
                <a:lnTo>
                  <a:pt x="20693" y="8481"/>
                </a:lnTo>
                <a:lnTo>
                  <a:pt x="19966" y="10098"/>
                </a:lnTo>
                <a:lnTo>
                  <a:pt x="18900" y="12317"/>
                </a:lnTo>
                <a:lnTo>
                  <a:pt x="18101" y="14051"/>
                </a:lnTo>
                <a:lnTo>
                  <a:pt x="17294" y="15795"/>
                </a:lnTo>
                <a:lnTo>
                  <a:pt x="16481" y="17561"/>
                </a:lnTo>
                <a:lnTo>
                  <a:pt x="15797" y="18895"/>
                </a:lnTo>
                <a:lnTo>
                  <a:pt x="15098" y="20239"/>
                </a:lnTo>
                <a:lnTo>
                  <a:pt x="14400" y="21600"/>
                </a:lnTo>
                <a:lnTo>
                  <a:pt x="10030" y="21138"/>
                </a:lnTo>
                <a:lnTo>
                  <a:pt x="7078" y="20701"/>
                </a:lnTo>
                <a:lnTo>
                  <a:pt x="4183" y="20039"/>
                </a:lnTo>
                <a:lnTo>
                  <a:pt x="0" y="18900"/>
                </a:lnTo>
                <a:lnTo>
                  <a:pt x="79" y="17024"/>
                </a:lnTo>
                <a:lnTo>
                  <a:pt x="209" y="15611"/>
                </a:lnTo>
                <a:lnTo>
                  <a:pt x="461" y="14399"/>
                </a:lnTo>
                <a:lnTo>
                  <a:pt x="907" y="13119"/>
                </a:lnTo>
                <a:lnTo>
                  <a:pt x="1634" y="11502"/>
                </a:lnTo>
                <a:lnTo>
                  <a:pt x="2700" y="9283"/>
                </a:lnTo>
                <a:lnTo>
                  <a:pt x="3499" y="7549"/>
                </a:lnTo>
                <a:lnTo>
                  <a:pt x="4306" y="5805"/>
                </a:lnTo>
                <a:lnTo>
                  <a:pt x="5119" y="4039"/>
                </a:lnTo>
                <a:lnTo>
                  <a:pt x="5803" y="2705"/>
                </a:lnTo>
                <a:lnTo>
                  <a:pt x="6502" y="1361"/>
                </a:lnTo>
                <a:lnTo>
                  <a:pt x="7200" y="0"/>
                </a:lnTo>
                <a:close/>
              </a:path>
            </a:pathLst>
          </a:custGeom>
          <a:solidFill>
            <a:srgbClr val="818A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2" name="contour_16530"/>
          <p:cNvSpPr/>
          <p:nvPr/>
        </p:nvSpPr>
        <p:spPr>
          <a:xfrm>
            <a:off x="10009499" y="3111972"/>
            <a:ext cx="43728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28" y="624"/>
                </a:lnTo>
                <a:lnTo>
                  <a:pt x="6872" y="1124"/>
                </a:lnTo>
                <a:lnTo>
                  <a:pt x="8935" y="1608"/>
                </a:lnTo>
                <a:lnTo>
                  <a:pt x="10609" y="2195"/>
                </a:lnTo>
                <a:lnTo>
                  <a:pt x="12298" y="2997"/>
                </a:lnTo>
                <a:lnTo>
                  <a:pt x="14400" y="4134"/>
                </a:lnTo>
                <a:lnTo>
                  <a:pt x="15750" y="6354"/>
                </a:lnTo>
                <a:lnTo>
                  <a:pt x="16960" y="8611"/>
                </a:lnTo>
                <a:lnTo>
                  <a:pt x="18047" y="10905"/>
                </a:lnTo>
                <a:lnTo>
                  <a:pt x="19037" y="13254"/>
                </a:lnTo>
                <a:lnTo>
                  <a:pt x="19944" y="15659"/>
                </a:lnTo>
                <a:lnTo>
                  <a:pt x="20794" y="18127"/>
                </a:lnTo>
                <a:lnTo>
                  <a:pt x="21600" y="20670"/>
                </a:lnTo>
                <a:lnTo>
                  <a:pt x="19246" y="21290"/>
                </a:lnTo>
                <a:lnTo>
                  <a:pt x="17507" y="21600"/>
                </a:lnTo>
                <a:lnTo>
                  <a:pt x="15865" y="21600"/>
                </a:lnTo>
                <a:lnTo>
                  <a:pt x="13802" y="21290"/>
                </a:lnTo>
                <a:lnTo>
                  <a:pt x="10800" y="20670"/>
                </a:lnTo>
                <a:lnTo>
                  <a:pt x="9385" y="18504"/>
                </a:lnTo>
                <a:lnTo>
                  <a:pt x="8042" y="16304"/>
                </a:lnTo>
                <a:lnTo>
                  <a:pt x="6768" y="14068"/>
                </a:lnTo>
                <a:lnTo>
                  <a:pt x="5548" y="11794"/>
                </a:lnTo>
                <a:lnTo>
                  <a:pt x="4378" y="9492"/>
                </a:lnTo>
                <a:lnTo>
                  <a:pt x="3247" y="7160"/>
                </a:lnTo>
                <a:lnTo>
                  <a:pt x="2146" y="4800"/>
                </a:lnTo>
                <a:lnTo>
                  <a:pt x="1066" y="2410"/>
                </a:lnTo>
                <a:lnTo>
                  <a:pt x="0" y="0"/>
                </a:lnTo>
                <a:close/>
              </a:path>
            </a:pathLst>
          </a:custGeom>
          <a:solidFill>
            <a:srgbClr val="BFD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3" name="contour_16531"/>
          <p:cNvSpPr/>
          <p:nvPr/>
        </p:nvSpPr>
        <p:spPr>
          <a:xfrm>
            <a:off x="4346730" y="3132852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5"/>
                </a:moveTo>
                <a:lnTo>
                  <a:pt x="3856" y="235"/>
                </a:lnTo>
                <a:lnTo>
                  <a:pt x="6626" y="0"/>
                </a:lnTo>
                <a:lnTo>
                  <a:pt x="9088" y="0"/>
                </a:lnTo>
                <a:lnTo>
                  <a:pt x="12020" y="235"/>
                </a:lnTo>
                <a:lnTo>
                  <a:pt x="16200" y="705"/>
                </a:lnTo>
                <a:lnTo>
                  <a:pt x="18025" y="4592"/>
                </a:lnTo>
                <a:lnTo>
                  <a:pt x="19219" y="7350"/>
                </a:lnTo>
                <a:lnTo>
                  <a:pt x="20039" y="9732"/>
                </a:lnTo>
                <a:lnTo>
                  <a:pt x="20747" y="12490"/>
                </a:lnTo>
                <a:lnTo>
                  <a:pt x="21600" y="16376"/>
                </a:lnTo>
                <a:lnTo>
                  <a:pt x="18036" y="17238"/>
                </a:lnTo>
                <a:lnTo>
                  <a:pt x="14467" y="18100"/>
                </a:lnTo>
                <a:lnTo>
                  <a:pt x="10881" y="18967"/>
                </a:lnTo>
                <a:lnTo>
                  <a:pt x="7279" y="19840"/>
                </a:lnTo>
                <a:lnTo>
                  <a:pt x="3656" y="20717"/>
                </a:lnTo>
                <a:lnTo>
                  <a:pt x="0" y="21600"/>
                </a:lnTo>
                <a:lnTo>
                  <a:pt x="0" y="18152"/>
                </a:lnTo>
                <a:lnTo>
                  <a:pt x="0" y="14699"/>
                </a:lnTo>
                <a:lnTo>
                  <a:pt x="0" y="11231"/>
                </a:lnTo>
                <a:lnTo>
                  <a:pt x="0" y="7747"/>
                </a:lnTo>
                <a:lnTo>
                  <a:pt x="0" y="4242"/>
                </a:lnTo>
                <a:lnTo>
                  <a:pt x="0" y="705"/>
                </a:lnTo>
                <a:close/>
              </a:path>
            </a:pathLst>
          </a:custGeom>
          <a:solidFill>
            <a:srgbClr val="D9C6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4" name="contour_16532"/>
          <p:cNvSpPr/>
          <p:nvPr/>
        </p:nvSpPr>
        <p:spPr>
          <a:xfrm>
            <a:off x="4776721" y="3119260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11" y="0"/>
                </a:lnTo>
                <a:lnTo>
                  <a:pt x="6826" y="0"/>
                </a:lnTo>
                <a:lnTo>
                  <a:pt x="10257" y="0"/>
                </a:lnTo>
                <a:lnTo>
                  <a:pt x="13704" y="0"/>
                </a:lnTo>
                <a:lnTo>
                  <a:pt x="17171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188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5" name="contour_16533"/>
          <p:cNvSpPr/>
          <p:nvPr/>
        </p:nvSpPr>
        <p:spPr>
          <a:xfrm>
            <a:off x="3865722" y="3111972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34"/>
                </a:lnTo>
                <a:lnTo>
                  <a:pt x="11826" y="2074"/>
                </a:lnTo>
                <a:lnTo>
                  <a:pt x="15055" y="3113"/>
                </a:lnTo>
                <a:lnTo>
                  <a:pt x="18311" y="4163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891" y="17447"/>
                </a:lnTo>
                <a:lnTo>
                  <a:pt x="1782" y="13994"/>
                </a:lnTo>
                <a:lnTo>
                  <a:pt x="2678" y="10526"/>
                </a:lnTo>
                <a:lnTo>
                  <a:pt x="3580" y="7042"/>
                </a:lnTo>
                <a:lnTo>
                  <a:pt x="4487" y="3536"/>
                </a:lnTo>
                <a:lnTo>
                  <a:pt x="5400" y="0"/>
                </a:lnTo>
                <a:close/>
              </a:path>
            </a:pathLst>
          </a:custGeom>
          <a:solidFill>
            <a:srgbClr val="C0CB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6" name="contour_16534"/>
          <p:cNvSpPr/>
          <p:nvPr/>
        </p:nvSpPr>
        <p:spPr>
          <a:xfrm>
            <a:off x="8420717" y="3096208"/>
            <a:ext cx="36440" cy="303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846"/>
                </a:moveTo>
                <a:lnTo>
                  <a:pt x="7279" y="265"/>
                </a:lnTo>
                <a:lnTo>
                  <a:pt x="10113" y="5"/>
                </a:lnTo>
                <a:lnTo>
                  <a:pt x="12887" y="0"/>
                </a:lnTo>
                <a:lnTo>
                  <a:pt x="15677" y="182"/>
                </a:lnTo>
                <a:lnTo>
                  <a:pt x="18559" y="488"/>
                </a:lnTo>
                <a:lnTo>
                  <a:pt x="21600" y="846"/>
                </a:lnTo>
                <a:lnTo>
                  <a:pt x="20887" y="4270"/>
                </a:lnTo>
                <a:lnTo>
                  <a:pt x="20174" y="7700"/>
                </a:lnTo>
                <a:lnTo>
                  <a:pt x="19457" y="11145"/>
                </a:lnTo>
                <a:lnTo>
                  <a:pt x="18736" y="14606"/>
                </a:lnTo>
                <a:lnTo>
                  <a:pt x="18010" y="18087"/>
                </a:lnTo>
                <a:lnTo>
                  <a:pt x="17280" y="21600"/>
                </a:lnTo>
                <a:lnTo>
                  <a:pt x="14429" y="20744"/>
                </a:lnTo>
                <a:lnTo>
                  <a:pt x="11573" y="19888"/>
                </a:lnTo>
                <a:lnTo>
                  <a:pt x="8705" y="19026"/>
                </a:lnTo>
                <a:lnTo>
                  <a:pt x="5823" y="18160"/>
                </a:lnTo>
                <a:lnTo>
                  <a:pt x="2925" y="17288"/>
                </a:lnTo>
                <a:lnTo>
                  <a:pt x="0" y="16411"/>
                </a:lnTo>
                <a:lnTo>
                  <a:pt x="553" y="12551"/>
                </a:lnTo>
                <a:lnTo>
                  <a:pt x="1054" y="9812"/>
                </a:lnTo>
                <a:lnTo>
                  <a:pt x="1711" y="7446"/>
                </a:lnTo>
                <a:lnTo>
                  <a:pt x="2730" y="4706"/>
                </a:lnTo>
                <a:lnTo>
                  <a:pt x="4320" y="846"/>
                </a:lnTo>
                <a:close/>
              </a:path>
            </a:pathLst>
          </a:custGeom>
          <a:solidFill>
            <a:srgbClr val="BECE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7" name="contour_16535"/>
          <p:cNvSpPr/>
          <p:nvPr/>
        </p:nvSpPr>
        <p:spPr>
          <a:xfrm>
            <a:off x="3668946" y="307553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905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695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B8BE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8" name="contour_16536"/>
          <p:cNvSpPr/>
          <p:nvPr/>
        </p:nvSpPr>
        <p:spPr>
          <a:xfrm>
            <a:off x="7523077" y="3075532"/>
            <a:ext cx="2216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6" y="0"/>
                </a:moveTo>
                <a:lnTo>
                  <a:pt x="5881" y="0"/>
                </a:lnTo>
                <a:lnTo>
                  <a:pt x="10605" y="0"/>
                </a:lnTo>
                <a:lnTo>
                  <a:pt x="15392" y="0"/>
                </a:lnTo>
                <a:lnTo>
                  <a:pt x="17800" y="2086"/>
                </a:lnTo>
                <a:lnTo>
                  <a:pt x="19590" y="4061"/>
                </a:lnTo>
                <a:lnTo>
                  <a:pt x="20797" y="5962"/>
                </a:lnTo>
                <a:lnTo>
                  <a:pt x="21451" y="7841"/>
                </a:lnTo>
                <a:lnTo>
                  <a:pt x="21600" y="9742"/>
                </a:lnTo>
                <a:lnTo>
                  <a:pt x="21280" y="11704"/>
                </a:lnTo>
                <a:lnTo>
                  <a:pt x="20527" y="13778"/>
                </a:lnTo>
                <a:lnTo>
                  <a:pt x="19384" y="16009"/>
                </a:lnTo>
                <a:lnTo>
                  <a:pt x="18801" y="16829"/>
                </a:lnTo>
                <a:lnTo>
                  <a:pt x="17764" y="18280"/>
                </a:lnTo>
                <a:lnTo>
                  <a:pt x="15392" y="21600"/>
                </a:lnTo>
                <a:lnTo>
                  <a:pt x="11208" y="21017"/>
                </a:lnTo>
                <a:lnTo>
                  <a:pt x="8332" y="20498"/>
                </a:lnTo>
                <a:lnTo>
                  <a:pt x="5434" y="19761"/>
                </a:lnTo>
                <a:lnTo>
                  <a:pt x="1186" y="18514"/>
                </a:lnTo>
                <a:lnTo>
                  <a:pt x="511" y="16351"/>
                </a:lnTo>
                <a:lnTo>
                  <a:pt x="135" y="14777"/>
                </a:lnTo>
                <a:lnTo>
                  <a:pt x="0" y="13340"/>
                </a:lnTo>
                <a:lnTo>
                  <a:pt x="64" y="11587"/>
                </a:lnTo>
                <a:lnTo>
                  <a:pt x="298" y="9066"/>
                </a:lnTo>
                <a:lnTo>
                  <a:pt x="426" y="7372"/>
                </a:lnTo>
                <a:lnTo>
                  <a:pt x="554" y="5668"/>
                </a:lnTo>
                <a:lnTo>
                  <a:pt x="689" y="3940"/>
                </a:lnTo>
                <a:lnTo>
                  <a:pt x="938" y="1984"/>
                </a:lnTo>
                <a:lnTo>
                  <a:pt x="1186" y="0"/>
                </a:lnTo>
                <a:close/>
              </a:path>
            </a:pathLst>
          </a:custGeom>
          <a:solidFill>
            <a:srgbClr val="9C97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39" name="contour_16537"/>
          <p:cNvSpPr/>
          <p:nvPr/>
        </p:nvSpPr>
        <p:spPr>
          <a:xfrm>
            <a:off x="4711129" y="307553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565" y="1961"/>
                </a:lnTo>
                <a:lnTo>
                  <a:pt x="5537" y="3940"/>
                </a:lnTo>
                <a:lnTo>
                  <a:pt x="6523" y="5940"/>
                </a:lnTo>
                <a:lnTo>
                  <a:pt x="8086" y="8571"/>
                </a:lnTo>
                <a:lnTo>
                  <a:pt x="9713" y="10899"/>
                </a:lnTo>
                <a:lnTo>
                  <a:pt x="11416" y="12982"/>
                </a:lnTo>
                <a:lnTo>
                  <a:pt x="13212" y="14874"/>
                </a:lnTo>
                <a:lnTo>
                  <a:pt x="15113" y="16628"/>
                </a:lnTo>
                <a:lnTo>
                  <a:pt x="17136" y="18300"/>
                </a:lnTo>
                <a:lnTo>
                  <a:pt x="19292" y="1993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446" y="18926"/>
                </a:lnTo>
                <a:lnTo>
                  <a:pt x="893" y="16252"/>
                </a:lnTo>
                <a:lnTo>
                  <a:pt x="1339" y="13569"/>
                </a:lnTo>
                <a:lnTo>
                  <a:pt x="1786" y="10882"/>
                </a:lnTo>
                <a:lnTo>
                  <a:pt x="2236" y="8182"/>
                </a:lnTo>
                <a:lnTo>
                  <a:pt x="2689" y="5469"/>
                </a:lnTo>
                <a:lnTo>
                  <a:pt x="3143" y="2743"/>
                </a:lnTo>
                <a:lnTo>
                  <a:pt x="3600" y="0"/>
                </a:lnTo>
                <a:close/>
              </a:path>
            </a:pathLst>
          </a:custGeom>
          <a:solidFill>
            <a:srgbClr val="3638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0" name="contour_16538"/>
          <p:cNvSpPr/>
          <p:nvPr/>
        </p:nvSpPr>
        <p:spPr>
          <a:xfrm>
            <a:off x="8522749" y="308282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99" y="1033"/>
                </a:lnTo>
                <a:lnTo>
                  <a:pt x="5590" y="2084"/>
                </a:lnTo>
                <a:lnTo>
                  <a:pt x="8372" y="3150"/>
                </a:lnTo>
                <a:lnTo>
                  <a:pt x="10705" y="4028"/>
                </a:lnTo>
                <a:lnTo>
                  <a:pt x="13077" y="4921"/>
                </a:lnTo>
                <a:lnTo>
                  <a:pt x="15716" y="6494"/>
                </a:lnTo>
                <a:lnTo>
                  <a:pt x="17729" y="8068"/>
                </a:lnTo>
                <a:lnTo>
                  <a:pt x="19276" y="9799"/>
                </a:lnTo>
                <a:lnTo>
                  <a:pt x="20511" y="11855"/>
                </a:lnTo>
                <a:lnTo>
                  <a:pt x="21600" y="14400"/>
                </a:lnTo>
                <a:lnTo>
                  <a:pt x="19185" y="16790"/>
                </a:lnTo>
                <a:lnTo>
                  <a:pt x="17479" y="18338"/>
                </a:lnTo>
                <a:lnTo>
                  <a:pt x="15677" y="19717"/>
                </a:lnTo>
                <a:lnTo>
                  <a:pt x="12960" y="21600"/>
                </a:lnTo>
                <a:lnTo>
                  <a:pt x="12960" y="19462"/>
                </a:lnTo>
                <a:lnTo>
                  <a:pt x="12960" y="17316"/>
                </a:lnTo>
                <a:lnTo>
                  <a:pt x="12960" y="15163"/>
                </a:lnTo>
                <a:lnTo>
                  <a:pt x="12960" y="12992"/>
                </a:lnTo>
                <a:lnTo>
                  <a:pt x="12960" y="10800"/>
                </a:lnTo>
                <a:lnTo>
                  <a:pt x="10394" y="10800"/>
                </a:lnTo>
                <a:lnTo>
                  <a:pt x="7819" y="10800"/>
                </a:lnTo>
                <a:lnTo>
                  <a:pt x="5236" y="10800"/>
                </a:lnTo>
                <a:lnTo>
                  <a:pt x="2631" y="1080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B3C0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1" name="contour_16539"/>
          <p:cNvSpPr/>
          <p:nvPr/>
        </p:nvSpPr>
        <p:spPr>
          <a:xfrm>
            <a:off x="345622" y="3082820"/>
            <a:ext cx="284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66" y="0"/>
                </a:moveTo>
                <a:lnTo>
                  <a:pt x="14856" y="4363"/>
                </a:lnTo>
                <a:lnTo>
                  <a:pt x="17677" y="7708"/>
                </a:lnTo>
                <a:lnTo>
                  <a:pt x="19652" y="10246"/>
                </a:lnTo>
                <a:lnTo>
                  <a:pt x="20886" y="12200"/>
                </a:lnTo>
                <a:lnTo>
                  <a:pt x="21500" y="13784"/>
                </a:lnTo>
                <a:lnTo>
                  <a:pt x="21600" y="15214"/>
                </a:lnTo>
                <a:lnTo>
                  <a:pt x="21307" y="16708"/>
                </a:lnTo>
                <a:lnTo>
                  <a:pt x="20726" y="18479"/>
                </a:lnTo>
                <a:lnTo>
                  <a:pt x="18679" y="20027"/>
                </a:lnTo>
                <a:lnTo>
                  <a:pt x="16598" y="21600"/>
                </a:lnTo>
                <a:lnTo>
                  <a:pt x="13312" y="21600"/>
                </a:lnTo>
                <a:lnTo>
                  <a:pt x="10014" y="21600"/>
                </a:lnTo>
                <a:lnTo>
                  <a:pt x="6706" y="21600"/>
                </a:lnTo>
                <a:lnTo>
                  <a:pt x="3369" y="21600"/>
                </a:lnTo>
                <a:lnTo>
                  <a:pt x="0" y="21600"/>
                </a:lnTo>
                <a:lnTo>
                  <a:pt x="1217" y="19224"/>
                </a:lnTo>
                <a:lnTo>
                  <a:pt x="2434" y="16844"/>
                </a:lnTo>
                <a:lnTo>
                  <a:pt x="3657" y="14465"/>
                </a:lnTo>
                <a:lnTo>
                  <a:pt x="4880" y="12078"/>
                </a:lnTo>
                <a:lnTo>
                  <a:pt x="6103" y="9684"/>
                </a:lnTo>
                <a:lnTo>
                  <a:pt x="7336" y="7279"/>
                </a:lnTo>
                <a:lnTo>
                  <a:pt x="8570" y="4867"/>
                </a:lnTo>
                <a:lnTo>
                  <a:pt x="9815" y="2441"/>
                </a:lnTo>
                <a:lnTo>
                  <a:pt x="11066" y="0"/>
                </a:lnTo>
                <a:close/>
              </a:path>
            </a:pathLst>
          </a:custGeom>
          <a:solidFill>
            <a:srgbClr val="F9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2" name="contour_16540"/>
          <p:cNvSpPr/>
          <p:nvPr/>
        </p:nvSpPr>
        <p:spPr>
          <a:xfrm>
            <a:off x="5345184" y="3060956"/>
            <a:ext cx="2134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49" y="0"/>
                </a:moveTo>
                <a:lnTo>
                  <a:pt x="17131" y="3231"/>
                </a:lnTo>
                <a:lnTo>
                  <a:pt x="18967" y="5804"/>
                </a:lnTo>
                <a:lnTo>
                  <a:pt x="20287" y="7869"/>
                </a:lnTo>
                <a:lnTo>
                  <a:pt x="21135" y="9572"/>
                </a:lnTo>
                <a:lnTo>
                  <a:pt x="21563" y="11056"/>
                </a:lnTo>
                <a:lnTo>
                  <a:pt x="21600" y="12469"/>
                </a:lnTo>
                <a:lnTo>
                  <a:pt x="21298" y="13957"/>
                </a:lnTo>
                <a:lnTo>
                  <a:pt x="20693" y="15666"/>
                </a:lnTo>
                <a:lnTo>
                  <a:pt x="19823" y="17743"/>
                </a:lnTo>
                <a:lnTo>
                  <a:pt x="17308" y="19656"/>
                </a:lnTo>
                <a:lnTo>
                  <a:pt x="14749" y="21600"/>
                </a:lnTo>
                <a:lnTo>
                  <a:pt x="9874" y="21600"/>
                </a:lnTo>
                <a:lnTo>
                  <a:pt x="4970" y="21600"/>
                </a:lnTo>
                <a:lnTo>
                  <a:pt x="0" y="21600"/>
                </a:lnTo>
                <a:lnTo>
                  <a:pt x="789" y="19767"/>
                </a:lnTo>
                <a:lnTo>
                  <a:pt x="1593" y="17934"/>
                </a:lnTo>
                <a:lnTo>
                  <a:pt x="2411" y="16101"/>
                </a:lnTo>
                <a:lnTo>
                  <a:pt x="3230" y="14271"/>
                </a:lnTo>
                <a:lnTo>
                  <a:pt x="4130" y="12226"/>
                </a:lnTo>
                <a:lnTo>
                  <a:pt x="5044" y="10149"/>
                </a:lnTo>
                <a:lnTo>
                  <a:pt x="6475" y="7967"/>
                </a:lnTo>
                <a:lnTo>
                  <a:pt x="8119" y="5918"/>
                </a:lnTo>
                <a:lnTo>
                  <a:pt x="10029" y="3947"/>
                </a:lnTo>
                <a:lnTo>
                  <a:pt x="12227" y="1993"/>
                </a:lnTo>
                <a:lnTo>
                  <a:pt x="14749" y="0"/>
                </a:lnTo>
                <a:close/>
              </a:path>
            </a:pathLst>
          </a:custGeom>
          <a:solidFill>
            <a:srgbClr val="CED9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3" name="contour_16541"/>
          <p:cNvSpPr/>
          <p:nvPr/>
        </p:nvSpPr>
        <p:spPr>
          <a:xfrm>
            <a:off x="4091650" y="3068244"/>
            <a:ext cx="29917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24" y="0"/>
                </a:moveTo>
                <a:lnTo>
                  <a:pt x="13649" y="656"/>
                </a:lnTo>
                <a:lnTo>
                  <a:pt x="15786" y="1312"/>
                </a:lnTo>
                <a:lnTo>
                  <a:pt x="17922" y="2364"/>
                </a:lnTo>
                <a:lnTo>
                  <a:pt x="21048" y="4206"/>
                </a:lnTo>
                <a:lnTo>
                  <a:pt x="21432" y="7050"/>
                </a:lnTo>
                <a:lnTo>
                  <a:pt x="21600" y="9830"/>
                </a:lnTo>
                <a:lnTo>
                  <a:pt x="21600" y="12586"/>
                </a:lnTo>
                <a:lnTo>
                  <a:pt x="21479" y="15345"/>
                </a:lnTo>
                <a:lnTo>
                  <a:pt x="21284" y="18147"/>
                </a:lnTo>
                <a:lnTo>
                  <a:pt x="21048" y="21032"/>
                </a:lnTo>
                <a:lnTo>
                  <a:pt x="17291" y="21411"/>
                </a:lnTo>
                <a:lnTo>
                  <a:pt x="14591" y="21600"/>
                </a:lnTo>
                <a:lnTo>
                  <a:pt x="12192" y="21600"/>
                </a:lnTo>
                <a:lnTo>
                  <a:pt x="9335" y="21411"/>
                </a:lnTo>
                <a:lnTo>
                  <a:pt x="5262" y="21032"/>
                </a:lnTo>
                <a:lnTo>
                  <a:pt x="3483" y="17903"/>
                </a:lnTo>
                <a:lnTo>
                  <a:pt x="2320" y="15682"/>
                </a:lnTo>
                <a:lnTo>
                  <a:pt x="1521" y="13763"/>
                </a:lnTo>
                <a:lnTo>
                  <a:pt x="831" y="11542"/>
                </a:lnTo>
                <a:lnTo>
                  <a:pt x="0" y="8413"/>
                </a:lnTo>
                <a:lnTo>
                  <a:pt x="3478" y="8413"/>
                </a:lnTo>
                <a:lnTo>
                  <a:pt x="6977" y="8413"/>
                </a:lnTo>
                <a:lnTo>
                  <a:pt x="10524" y="8413"/>
                </a:lnTo>
                <a:lnTo>
                  <a:pt x="10524" y="5632"/>
                </a:lnTo>
                <a:lnTo>
                  <a:pt x="10524" y="2835"/>
                </a:lnTo>
                <a:lnTo>
                  <a:pt x="10524" y="0"/>
                </a:lnTo>
                <a:close/>
              </a:path>
            </a:pathLst>
          </a:custGeom>
          <a:solidFill>
            <a:srgbClr val="2121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4" name="contour_16542"/>
          <p:cNvSpPr/>
          <p:nvPr/>
        </p:nvSpPr>
        <p:spPr>
          <a:xfrm>
            <a:off x="4186394" y="3053668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21600" y="10771"/>
                </a:lnTo>
                <a:lnTo>
                  <a:pt x="21600" y="14400"/>
                </a:lnTo>
                <a:lnTo>
                  <a:pt x="19563" y="15192"/>
                </a:lnTo>
                <a:lnTo>
                  <a:pt x="17524" y="15984"/>
                </a:lnTo>
                <a:lnTo>
                  <a:pt x="15484" y="16776"/>
                </a:lnTo>
                <a:lnTo>
                  <a:pt x="13438" y="17575"/>
                </a:lnTo>
                <a:lnTo>
                  <a:pt x="11386" y="18374"/>
                </a:lnTo>
                <a:lnTo>
                  <a:pt x="9325" y="19174"/>
                </a:lnTo>
                <a:lnTo>
                  <a:pt x="7258" y="19980"/>
                </a:lnTo>
                <a:lnTo>
                  <a:pt x="5178" y="20786"/>
                </a:lnTo>
                <a:lnTo>
                  <a:pt x="3086" y="21600"/>
                </a:lnTo>
                <a:lnTo>
                  <a:pt x="2475" y="17323"/>
                </a:lnTo>
                <a:lnTo>
                  <a:pt x="1861" y="13032"/>
                </a:lnTo>
                <a:lnTo>
                  <a:pt x="1247" y="8726"/>
                </a:lnTo>
                <a:lnTo>
                  <a:pt x="62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433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5" name="contour_16543"/>
          <p:cNvSpPr/>
          <p:nvPr/>
        </p:nvSpPr>
        <p:spPr>
          <a:xfrm>
            <a:off x="7568022" y="3030493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9779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6" name="contour_16544"/>
          <p:cNvSpPr/>
          <p:nvPr/>
        </p:nvSpPr>
        <p:spPr>
          <a:xfrm>
            <a:off x="10643554" y="303909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37"/>
                </a:lnTo>
                <a:lnTo>
                  <a:pt x="7970" y="461"/>
                </a:lnTo>
                <a:lnTo>
                  <a:pt x="9904" y="1231"/>
                </a:lnTo>
                <a:lnTo>
                  <a:pt x="12823" y="2700"/>
                </a:lnTo>
                <a:lnTo>
                  <a:pt x="15289" y="3902"/>
                </a:lnTo>
                <a:lnTo>
                  <a:pt x="17788" y="5119"/>
                </a:lnTo>
                <a:lnTo>
                  <a:pt x="19681" y="6149"/>
                </a:lnTo>
                <a:lnTo>
                  <a:pt x="21600" y="7200"/>
                </a:lnTo>
                <a:lnTo>
                  <a:pt x="19969" y="11729"/>
                </a:lnTo>
                <a:lnTo>
                  <a:pt x="18677" y="14731"/>
                </a:lnTo>
                <a:lnTo>
                  <a:pt x="17042" y="17575"/>
                </a:lnTo>
                <a:lnTo>
                  <a:pt x="14400" y="21600"/>
                </a:lnTo>
                <a:lnTo>
                  <a:pt x="11876" y="20981"/>
                </a:lnTo>
                <a:lnTo>
                  <a:pt x="9468" y="20066"/>
                </a:lnTo>
                <a:lnTo>
                  <a:pt x="7128" y="18907"/>
                </a:lnTo>
                <a:lnTo>
                  <a:pt x="4806" y="17546"/>
                </a:lnTo>
                <a:lnTo>
                  <a:pt x="2444" y="16027"/>
                </a:lnTo>
                <a:lnTo>
                  <a:pt x="0" y="14400"/>
                </a:lnTo>
                <a:lnTo>
                  <a:pt x="745" y="10030"/>
                </a:lnTo>
                <a:lnTo>
                  <a:pt x="1368" y="7078"/>
                </a:lnTo>
                <a:lnTo>
                  <a:pt x="2207" y="4183"/>
                </a:lnTo>
                <a:lnTo>
                  <a:pt x="3600" y="0"/>
                </a:lnTo>
                <a:close/>
              </a:path>
            </a:pathLst>
          </a:custGeom>
          <a:solidFill>
            <a:srgbClr val="C2B4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7" name="contour_16545"/>
          <p:cNvSpPr/>
          <p:nvPr/>
        </p:nvSpPr>
        <p:spPr>
          <a:xfrm>
            <a:off x="4754857" y="303909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8386"/>
                </a:lnTo>
                <a:lnTo>
                  <a:pt x="1804" y="16105"/>
                </a:lnTo>
                <a:lnTo>
                  <a:pt x="2624" y="14135"/>
                </a:lnTo>
                <a:lnTo>
                  <a:pt x="3737" y="11854"/>
                </a:lnTo>
                <a:lnTo>
                  <a:pt x="5400" y="8640"/>
                </a:lnTo>
                <a:lnTo>
                  <a:pt x="8969" y="8640"/>
                </a:lnTo>
                <a:lnTo>
                  <a:pt x="12560" y="8640"/>
                </a:lnTo>
                <a:lnTo>
                  <a:pt x="16200" y="8640"/>
                </a:lnTo>
                <a:lnTo>
                  <a:pt x="16200" y="5784"/>
                </a:lnTo>
                <a:lnTo>
                  <a:pt x="16200" y="2912"/>
                </a:lnTo>
                <a:lnTo>
                  <a:pt x="16200" y="0"/>
                </a:lnTo>
                <a:close/>
              </a:path>
            </a:pathLst>
          </a:custGeom>
          <a:solidFill>
            <a:srgbClr val="8B81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8" name="contour_16546"/>
          <p:cNvSpPr/>
          <p:nvPr/>
        </p:nvSpPr>
        <p:spPr>
          <a:xfrm>
            <a:off x="468804" y="3009940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64" y="0"/>
                </a:lnTo>
                <a:lnTo>
                  <a:pt x="16901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46"/>
                </a:lnTo>
                <a:lnTo>
                  <a:pt x="21600" y="9547"/>
                </a:lnTo>
                <a:lnTo>
                  <a:pt x="21600" y="11963"/>
                </a:lnTo>
                <a:lnTo>
                  <a:pt x="21600" y="14400"/>
                </a:lnTo>
                <a:lnTo>
                  <a:pt x="16991" y="14400"/>
                </a:lnTo>
                <a:lnTo>
                  <a:pt x="12355" y="14400"/>
                </a:lnTo>
                <a:lnTo>
                  <a:pt x="7656" y="14400"/>
                </a:lnTo>
                <a:lnTo>
                  <a:pt x="5097" y="16538"/>
                </a:lnTo>
                <a:lnTo>
                  <a:pt x="3514" y="18000"/>
                </a:lnTo>
                <a:lnTo>
                  <a:pt x="2266" y="19462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F2F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49" name="contour_16547"/>
          <p:cNvSpPr/>
          <p:nvPr/>
        </p:nvSpPr>
        <p:spPr>
          <a:xfrm>
            <a:off x="1227469" y="300994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10579" y="2801"/>
                </a:lnTo>
                <a:lnTo>
                  <a:pt x="14170" y="4799"/>
                </a:lnTo>
                <a:lnTo>
                  <a:pt x="16616" y="6300"/>
                </a:lnTo>
                <a:lnTo>
                  <a:pt x="18371" y="7600"/>
                </a:lnTo>
                <a:lnTo>
                  <a:pt x="19883" y="9000"/>
                </a:lnTo>
                <a:lnTo>
                  <a:pt x="21600" y="10800"/>
                </a:lnTo>
                <a:lnTo>
                  <a:pt x="20002" y="13381"/>
                </a:lnTo>
                <a:lnTo>
                  <a:pt x="18722" y="15250"/>
                </a:lnTo>
                <a:lnTo>
                  <a:pt x="17464" y="16708"/>
                </a:lnTo>
                <a:lnTo>
                  <a:pt x="15925" y="18050"/>
                </a:lnTo>
                <a:lnTo>
                  <a:pt x="13802" y="1958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8078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0" name="contour_16548"/>
          <p:cNvSpPr/>
          <p:nvPr/>
        </p:nvSpPr>
        <p:spPr>
          <a:xfrm>
            <a:off x="7356670" y="3017228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9F9C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1" name="contour_16549"/>
          <p:cNvSpPr/>
          <p:nvPr/>
        </p:nvSpPr>
        <p:spPr>
          <a:xfrm>
            <a:off x="7159894" y="3002652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12" y="2462"/>
                </a:lnTo>
                <a:lnTo>
                  <a:pt x="14486" y="4307"/>
                </a:lnTo>
                <a:lnTo>
                  <a:pt x="16668" y="5713"/>
                </a:lnTo>
                <a:lnTo>
                  <a:pt x="18223" y="6880"/>
                </a:lnTo>
                <a:lnTo>
                  <a:pt x="19397" y="7989"/>
                </a:lnTo>
                <a:lnTo>
                  <a:pt x="20434" y="9234"/>
                </a:lnTo>
                <a:lnTo>
                  <a:pt x="21600" y="10800"/>
                </a:lnTo>
                <a:lnTo>
                  <a:pt x="20347" y="12528"/>
                </a:lnTo>
                <a:lnTo>
                  <a:pt x="18850" y="14175"/>
                </a:lnTo>
                <a:lnTo>
                  <a:pt x="17100" y="15752"/>
                </a:lnTo>
                <a:lnTo>
                  <a:pt x="15070" y="17272"/>
                </a:lnTo>
                <a:lnTo>
                  <a:pt x="12751" y="18746"/>
                </a:lnTo>
                <a:lnTo>
                  <a:pt x="10130" y="20185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598" y="19818"/>
                </a:lnTo>
                <a:lnTo>
                  <a:pt x="1188" y="18036"/>
                </a:lnTo>
                <a:lnTo>
                  <a:pt x="1786" y="16251"/>
                </a:lnTo>
                <a:lnTo>
                  <a:pt x="2376" y="14464"/>
                </a:lnTo>
                <a:lnTo>
                  <a:pt x="2974" y="12674"/>
                </a:lnTo>
                <a:lnTo>
                  <a:pt x="3571" y="10881"/>
                </a:lnTo>
                <a:lnTo>
                  <a:pt x="4169" y="9083"/>
                </a:lnTo>
                <a:lnTo>
                  <a:pt x="4774" y="7279"/>
                </a:lnTo>
                <a:lnTo>
                  <a:pt x="5378" y="5470"/>
                </a:lnTo>
                <a:lnTo>
                  <a:pt x="5983" y="3656"/>
                </a:lnTo>
                <a:lnTo>
                  <a:pt x="6588" y="1831"/>
                </a:lnTo>
                <a:lnTo>
                  <a:pt x="7200" y="0"/>
                </a:lnTo>
                <a:close/>
              </a:path>
            </a:pathLst>
          </a:custGeom>
          <a:solidFill>
            <a:srgbClr val="DE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2" name="contour_16550"/>
          <p:cNvSpPr/>
          <p:nvPr/>
        </p:nvSpPr>
        <p:spPr>
          <a:xfrm>
            <a:off x="5046377" y="3001209"/>
            <a:ext cx="36440" cy="23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4"/>
                </a:lnTo>
                <a:lnTo>
                  <a:pt x="8506" y="149"/>
                </a:lnTo>
                <a:lnTo>
                  <a:pt x="11007" y="0"/>
                </a:lnTo>
                <a:lnTo>
                  <a:pt x="12986" y="149"/>
                </a:lnTo>
                <a:lnTo>
                  <a:pt x="14917" y="594"/>
                </a:lnTo>
                <a:lnTo>
                  <a:pt x="17280" y="1337"/>
                </a:lnTo>
                <a:lnTo>
                  <a:pt x="18870" y="6362"/>
                </a:lnTo>
                <a:lnTo>
                  <a:pt x="19889" y="9929"/>
                </a:lnTo>
                <a:lnTo>
                  <a:pt x="20546" y="13009"/>
                </a:lnTo>
                <a:lnTo>
                  <a:pt x="21047" y="1657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588"/>
                </a:lnTo>
                <a:lnTo>
                  <a:pt x="0" y="13562"/>
                </a:lnTo>
                <a:lnTo>
                  <a:pt x="0" y="9523"/>
                </a:lnTo>
                <a:lnTo>
                  <a:pt x="0" y="5451"/>
                </a:lnTo>
                <a:lnTo>
                  <a:pt x="0" y="1337"/>
                </a:lnTo>
                <a:close/>
              </a:path>
            </a:pathLst>
          </a:custGeom>
          <a:solidFill>
            <a:srgbClr val="D2D5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3" name="contour_16551"/>
          <p:cNvSpPr/>
          <p:nvPr/>
        </p:nvSpPr>
        <p:spPr>
          <a:xfrm>
            <a:off x="4157242" y="300265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850" y="14394"/>
                </a:lnTo>
                <a:lnTo>
                  <a:pt x="1750" y="11513"/>
                </a:lnTo>
                <a:lnTo>
                  <a:pt x="2700" y="8640"/>
                </a:lnTo>
                <a:lnTo>
                  <a:pt x="3456" y="6229"/>
                </a:lnTo>
                <a:lnTo>
                  <a:pt x="4219" y="3780"/>
                </a:lnTo>
                <a:lnTo>
                  <a:pt x="5702" y="1905"/>
                </a:lnTo>
                <a:lnTo>
                  <a:pt x="7200" y="0"/>
                </a:lnTo>
                <a:close/>
              </a:path>
            </a:pathLst>
          </a:custGeom>
          <a:solidFill>
            <a:srgbClr val="D7D3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4" name="contour_16552"/>
          <p:cNvSpPr/>
          <p:nvPr/>
        </p:nvSpPr>
        <p:spPr>
          <a:xfrm>
            <a:off x="5206713" y="298078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1616" y="18840"/>
                </a:lnTo>
                <a:lnTo>
                  <a:pt x="2838" y="16800"/>
                </a:lnTo>
                <a:lnTo>
                  <a:pt x="3914" y="15120"/>
                </a:lnTo>
                <a:lnTo>
                  <a:pt x="5080" y="13440"/>
                </a:lnTo>
                <a:lnTo>
                  <a:pt x="6575" y="11400"/>
                </a:lnTo>
                <a:lnTo>
                  <a:pt x="8640" y="8640"/>
                </a:lnTo>
                <a:lnTo>
                  <a:pt x="11496" y="8640"/>
                </a:lnTo>
                <a:lnTo>
                  <a:pt x="14368" y="8640"/>
                </a:lnTo>
                <a:lnTo>
                  <a:pt x="17280" y="8640"/>
                </a:lnTo>
                <a:lnTo>
                  <a:pt x="17280" y="5784"/>
                </a:lnTo>
                <a:lnTo>
                  <a:pt x="17280" y="2912"/>
                </a:lnTo>
                <a:lnTo>
                  <a:pt x="17280" y="0"/>
                </a:lnTo>
                <a:close/>
              </a:path>
            </a:pathLst>
          </a:custGeom>
          <a:solidFill>
            <a:srgbClr val="7C6E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5" name="contour_16553"/>
          <p:cNvSpPr/>
          <p:nvPr/>
        </p:nvSpPr>
        <p:spPr>
          <a:xfrm>
            <a:off x="4929769" y="2979805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CAA9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6" name="contour_16554"/>
          <p:cNvSpPr/>
          <p:nvPr/>
        </p:nvSpPr>
        <p:spPr>
          <a:xfrm>
            <a:off x="1861525" y="296621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5" y="875"/>
                </a:lnTo>
                <a:lnTo>
                  <a:pt x="4484" y="1804"/>
                </a:lnTo>
                <a:lnTo>
                  <a:pt x="6557" y="2808"/>
                </a:lnTo>
                <a:lnTo>
                  <a:pt x="8541" y="3904"/>
                </a:lnTo>
                <a:lnTo>
                  <a:pt x="10461" y="5125"/>
                </a:lnTo>
                <a:lnTo>
                  <a:pt x="12327" y="6480"/>
                </a:lnTo>
                <a:lnTo>
                  <a:pt x="14167" y="8008"/>
                </a:lnTo>
                <a:lnTo>
                  <a:pt x="15993" y="9720"/>
                </a:lnTo>
                <a:lnTo>
                  <a:pt x="17829" y="11637"/>
                </a:lnTo>
                <a:lnTo>
                  <a:pt x="19690" y="13792"/>
                </a:lnTo>
                <a:lnTo>
                  <a:pt x="21600" y="16200"/>
                </a:lnTo>
                <a:lnTo>
                  <a:pt x="18277" y="18392"/>
                </a:lnTo>
                <a:lnTo>
                  <a:pt x="15919" y="19867"/>
                </a:lnTo>
                <a:lnTo>
                  <a:pt x="14179" y="20774"/>
                </a:lnTo>
                <a:lnTo>
                  <a:pt x="12716" y="21265"/>
                </a:lnTo>
                <a:lnTo>
                  <a:pt x="11192" y="21492"/>
                </a:lnTo>
                <a:lnTo>
                  <a:pt x="9257" y="21600"/>
                </a:lnTo>
                <a:lnTo>
                  <a:pt x="7372" y="19413"/>
                </a:lnTo>
                <a:lnTo>
                  <a:pt x="5659" y="17037"/>
                </a:lnTo>
                <a:lnTo>
                  <a:pt x="4092" y="14461"/>
                </a:lnTo>
                <a:lnTo>
                  <a:pt x="2644" y="11675"/>
                </a:lnTo>
                <a:lnTo>
                  <a:pt x="1287" y="8656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EB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7" name="contour_16555"/>
          <p:cNvSpPr/>
          <p:nvPr/>
        </p:nvSpPr>
        <p:spPr>
          <a:xfrm>
            <a:off x="8296828" y="2965761"/>
            <a:ext cx="29152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9" y="0"/>
                </a:moveTo>
                <a:lnTo>
                  <a:pt x="16394" y="85"/>
                </a:lnTo>
                <a:lnTo>
                  <a:pt x="18981" y="175"/>
                </a:lnTo>
                <a:lnTo>
                  <a:pt x="21600" y="265"/>
                </a:lnTo>
                <a:lnTo>
                  <a:pt x="21600" y="3281"/>
                </a:lnTo>
                <a:lnTo>
                  <a:pt x="21600" y="6302"/>
                </a:lnTo>
                <a:lnTo>
                  <a:pt x="21600" y="9332"/>
                </a:lnTo>
                <a:lnTo>
                  <a:pt x="21600" y="12375"/>
                </a:lnTo>
                <a:lnTo>
                  <a:pt x="21600" y="15430"/>
                </a:lnTo>
                <a:lnTo>
                  <a:pt x="21600" y="18502"/>
                </a:lnTo>
                <a:lnTo>
                  <a:pt x="21600" y="21600"/>
                </a:lnTo>
                <a:lnTo>
                  <a:pt x="18922" y="19488"/>
                </a:lnTo>
                <a:lnTo>
                  <a:pt x="16249" y="17371"/>
                </a:lnTo>
                <a:lnTo>
                  <a:pt x="13565" y="15255"/>
                </a:lnTo>
                <a:lnTo>
                  <a:pt x="10876" y="13130"/>
                </a:lnTo>
                <a:lnTo>
                  <a:pt x="8176" y="10996"/>
                </a:lnTo>
                <a:lnTo>
                  <a:pt x="5465" y="8854"/>
                </a:lnTo>
                <a:lnTo>
                  <a:pt x="2738" y="6699"/>
                </a:lnTo>
                <a:lnTo>
                  <a:pt x="0" y="4532"/>
                </a:lnTo>
                <a:lnTo>
                  <a:pt x="3251" y="2057"/>
                </a:lnTo>
                <a:lnTo>
                  <a:pt x="5778" y="764"/>
                </a:lnTo>
                <a:lnTo>
                  <a:pt x="8872" y="218"/>
                </a:lnTo>
                <a:lnTo>
                  <a:pt x="13829" y="0"/>
                </a:lnTo>
                <a:close/>
              </a:path>
            </a:pathLst>
          </a:custGeom>
          <a:solidFill>
            <a:srgbClr val="949C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8" name="contour_16556"/>
          <p:cNvSpPr/>
          <p:nvPr/>
        </p:nvSpPr>
        <p:spPr>
          <a:xfrm>
            <a:off x="2612188" y="294434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5111" y="20444"/>
                </a:lnTo>
                <a:lnTo>
                  <a:pt x="12947" y="19273"/>
                </a:lnTo>
                <a:lnTo>
                  <a:pt x="10791" y="18079"/>
                </a:lnTo>
                <a:lnTo>
                  <a:pt x="8640" y="16875"/>
                </a:lnTo>
                <a:lnTo>
                  <a:pt x="7430" y="16216"/>
                </a:lnTo>
                <a:lnTo>
                  <a:pt x="3780" y="14218"/>
                </a:lnTo>
                <a:lnTo>
                  <a:pt x="284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6B33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59" name="contour_16557"/>
          <p:cNvSpPr/>
          <p:nvPr/>
        </p:nvSpPr>
        <p:spPr>
          <a:xfrm>
            <a:off x="10067803" y="2937061"/>
            <a:ext cx="58304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235"/>
                </a:lnTo>
                <a:lnTo>
                  <a:pt x="7425" y="4505"/>
                </a:lnTo>
                <a:lnTo>
                  <a:pt x="8872" y="6848"/>
                </a:lnTo>
                <a:lnTo>
                  <a:pt x="10346" y="8985"/>
                </a:lnTo>
                <a:lnTo>
                  <a:pt x="11850" y="10947"/>
                </a:lnTo>
                <a:lnTo>
                  <a:pt x="13384" y="12754"/>
                </a:lnTo>
                <a:lnTo>
                  <a:pt x="14953" y="14443"/>
                </a:lnTo>
                <a:lnTo>
                  <a:pt x="16556" y="16039"/>
                </a:lnTo>
                <a:lnTo>
                  <a:pt x="18198" y="17579"/>
                </a:lnTo>
                <a:lnTo>
                  <a:pt x="19877" y="19087"/>
                </a:lnTo>
                <a:lnTo>
                  <a:pt x="21600" y="20596"/>
                </a:lnTo>
                <a:lnTo>
                  <a:pt x="20047" y="20756"/>
                </a:lnTo>
                <a:lnTo>
                  <a:pt x="18495" y="20895"/>
                </a:lnTo>
                <a:lnTo>
                  <a:pt x="16943" y="21023"/>
                </a:lnTo>
                <a:lnTo>
                  <a:pt x="15390" y="21137"/>
                </a:lnTo>
                <a:lnTo>
                  <a:pt x="13838" y="21240"/>
                </a:lnTo>
                <a:lnTo>
                  <a:pt x="13195" y="21296"/>
                </a:lnTo>
                <a:lnTo>
                  <a:pt x="12064" y="21389"/>
                </a:lnTo>
                <a:lnTo>
                  <a:pt x="9472" y="21600"/>
                </a:lnTo>
                <a:lnTo>
                  <a:pt x="7271" y="20843"/>
                </a:lnTo>
                <a:lnTo>
                  <a:pt x="5508" y="19736"/>
                </a:lnTo>
                <a:lnTo>
                  <a:pt x="4039" y="18207"/>
                </a:lnTo>
                <a:lnTo>
                  <a:pt x="2727" y="16173"/>
                </a:lnTo>
                <a:lnTo>
                  <a:pt x="1426" y="13562"/>
                </a:lnTo>
                <a:lnTo>
                  <a:pt x="0" y="10298"/>
                </a:lnTo>
                <a:lnTo>
                  <a:pt x="1336" y="7749"/>
                </a:lnTo>
                <a:lnTo>
                  <a:pt x="2681" y="5185"/>
                </a:lnTo>
                <a:lnTo>
                  <a:pt x="4031" y="2611"/>
                </a:lnTo>
                <a:lnTo>
                  <a:pt x="5400" y="0"/>
                </a:lnTo>
                <a:close/>
              </a:path>
            </a:pathLst>
          </a:custGeom>
          <a:solidFill>
            <a:srgbClr val="BBC8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0" name="contour_16558"/>
          <p:cNvSpPr/>
          <p:nvPr/>
        </p:nvSpPr>
        <p:spPr>
          <a:xfrm>
            <a:off x="8522749" y="292977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5142" y="19462"/>
                </a:lnTo>
                <a:lnTo>
                  <a:pt x="12999" y="17319"/>
                </a:lnTo>
                <a:lnTo>
                  <a:pt x="10856" y="15176"/>
                </a:lnTo>
                <a:lnTo>
                  <a:pt x="8705" y="13025"/>
                </a:lnTo>
                <a:lnTo>
                  <a:pt x="6545" y="10865"/>
                </a:lnTo>
                <a:lnTo>
                  <a:pt x="4376" y="8696"/>
                </a:lnTo>
                <a:lnTo>
                  <a:pt x="2195" y="6515"/>
                </a:lnTo>
                <a:lnTo>
                  <a:pt x="0" y="4320"/>
                </a:lnTo>
                <a:lnTo>
                  <a:pt x="2825" y="3318"/>
                </a:lnTo>
                <a:lnTo>
                  <a:pt x="5486" y="2445"/>
                </a:lnTo>
                <a:lnTo>
                  <a:pt x="8048" y="1702"/>
                </a:lnTo>
                <a:lnTo>
                  <a:pt x="10571" y="1093"/>
                </a:lnTo>
                <a:lnTo>
                  <a:pt x="13120" y="618"/>
                </a:lnTo>
                <a:lnTo>
                  <a:pt x="15768" y="276"/>
                </a:lnTo>
                <a:lnTo>
                  <a:pt x="18572" y="69"/>
                </a:lnTo>
                <a:lnTo>
                  <a:pt x="21600" y="0"/>
                </a:lnTo>
                <a:close/>
              </a:path>
            </a:pathLst>
          </a:custGeom>
          <a:solidFill>
            <a:srgbClr val="605D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1" name="contour_16559"/>
          <p:cNvSpPr/>
          <p:nvPr/>
        </p:nvSpPr>
        <p:spPr>
          <a:xfrm>
            <a:off x="4317578" y="2922485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1833"/>
                </a:lnTo>
                <a:lnTo>
                  <a:pt x="21600" y="3672"/>
                </a:lnTo>
                <a:lnTo>
                  <a:pt x="21600" y="5517"/>
                </a:lnTo>
                <a:lnTo>
                  <a:pt x="21600" y="7378"/>
                </a:lnTo>
                <a:lnTo>
                  <a:pt x="21600" y="9257"/>
                </a:lnTo>
                <a:lnTo>
                  <a:pt x="16841" y="9257"/>
                </a:lnTo>
                <a:lnTo>
                  <a:pt x="12053" y="9257"/>
                </a:lnTo>
                <a:lnTo>
                  <a:pt x="7200" y="9257"/>
                </a:lnTo>
                <a:lnTo>
                  <a:pt x="5047" y="11284"/>
                </a:lnTo>
                <a:lnTo>
                  <a:pt x="3881" y="12886"/>
                </a:lnTo>
                <a:lnTo>
                  <a:pt x="2700" y="15429"/>
                </a:lnTo>
                <a:lnTo>
                  <a:pt x="1807" y="17468"/>
                </a:lnTo>
                <a:lnTo>
                  <a:pt x="914" y="1952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D7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2" name="contour_16560"/>
          <p:cNvSpPr/>
          <p:nvPr/>
        </p:nvSpPr>
        <p:spPr>
          <a:xfrm>
            <a:off x="1941692" y="2922485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9"/>
                </a:lnTo>
                <a:lnTo>
                  <a:pt x="0" y="13844"/>
                </a:lnTo>
                <a:lnTo>
                  <a:pt x="0" y="10412"/>
                </a:lnTo>
                <a:lnTo>
                  <a:pt x="0" y="6966"/>
                </a:lnTo>
                <a:lnTo>
                  <a:pt x="0" y="3498"/>
                </a:lnTo>
                <a:lnTo>
                  <a:pt x="0" y="0"/>
                </a:lnTo>
                <a:close/>
              </a:path>
            </a:pathLst>
          </a:custGeom>
          <a:solidFill>
            <a:srgbClr val="3736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3" name="contour_16561"/>
          <p:cNvSpPr/>
          <p:nvPr/>
        </p:nvSpPr>
        <p:spPr>
          <a:xfrm>
            <a:off x="5250441" y="2906597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67" y="930"/>
                </a:moveTo>
                <a:lnTo>
                  <a:pt x="9167" y="310"/>
                </a:lnTo>
                <a:lnTo>
                  <a:pt x="11973" y="0"/>
                </a:lnTo>
                <a:lnTo>
                  <a:pt x="14329" y="0"/>
                </a:lnTo>
                <a:lnTo>
                  <a:pt x="16980" y="310"/>
                </a:lnTo>
                <a:lnTo>
                  <a:pt x="20670" y="930"/>
                </a:lnTo>
                <a:lnTo>
                  <a:pt x="21290" y="4620"/>
                </a:lnTo>
                <a:lnTo>
                  <a:pt x="21600" y="7271"/>
                </a:lnTo>
                <a:lnTo>
                  <a:pt x="21600" y="9627"/>
                </a:lnTo>
                <a:lnTo>
                  <a:pt x="21290" y="12433"/>
                </a:lnTo>
                <a:lnTo>
                  <a:pt x="20670" y="16433"/>
                </a:lnTo>
                <a:lnTo>
                  <a:pt x="17332" y="17843"/>
                </a:lnTo>
                <a:lnTo>
                  <a:pt x="13968" y="18959"/>
                </a:lnTo>
                <a:lnTo>
                  <a:pt x="10562" y="19843"/>
                </a:lnTo>
                <a:lnTo>
                  <a:pt x="7105" y="20541"/>
                </a:lnTo>
                <a:lnTo>
                  <a:pt x="3591" y="21109"/>
                </a:lnTo>
                <a:lnTo>
                  <a:pt x="0" y="21600"/>
                </a:lnTo>
                <a:lnTo>
                  <a:pt x="491" y="18009"/>
                </a:lnTo>
                <a:lnTo>
                  <a:pt x="1059" y="14495"/>
                </a:lnTo>
                <a:lnTo>
                  <a:pt x="1757" y="11038"/>
                </a:lnTo>
                <a:lnTo>
                  <a:pt x="2641" y="7632"/>
                </a:lnTo>
                <a:lnTo>
                  <a:pt x="3757" y="4268"/>
                </a:lnTo>
                <a:lnTo>
                  <a:pt x="5167" y="930"/>
                </a:lnTo>
                <a:close/>
              </a:path>
            </a:pathLst>
          </a:custGeom>
          <a:solidFill>
            <a:srgbClr val="747B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4" name="contour_16562"/>
          <p:cNvSpPr/>
          <p:nvPr/>
        </p:nvSpPr>
        <p:spPr>
          <a:xfrm>
            <a:off x="10403051" y="2908659"/>
            <a:ext cx="51016" cy="211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1096"/>
                </a:moveTo>
                <a:lnTo>
                  <a:pt x="18311" y="1916"/>
                </a:lnTo>
                <a:lnTo>
                  <a:pt x="19310" y="3370"/>
                </a:lnTo>
                <a:lnTo>
                  <a:pt x="21600" y="6688"/>
                </a:lnTo>
                <a:lnTo>
                  <a:pt x="21600" y="11616"/>
                </a:lnTo>
                <a:lnTo>
                  <a:pt x="21600" y="16575"/>
                </a:lnTo>
                <a:lnTo>
                  <a:pt x="21600" y="21600"/>
                </a:lnTo>
                <a:lnTo>
                  <a:pt x="19462" y="20862"/>
                </a:lnTo>
                <a:lnTo>
                  <a:pt x="17320" y="20124"/>
                </a:lnTo>
                <a:lnTo>
                  <a:pt x="15179" y="19386"/>
                </a:lnTo>
                <a:lnTo>
                  <a:pt x="13034" y="18640"/>
                </a:lnTo>
                <a:lnTo>
                  <a:pt x="10880" y="17902"/>
                </a:lnTo>
                <a:lnTo>
                  <a:pt x="8723" y="17156"/>
                </a:lnTo>
                <a:lnTo>
                  <a:pt x="6557" y="16411"/>
                </a:lnTo>
                <a:lnTo>
                  <a:pt x="4382" y="15658"/>
                </a:lnTo>
                <a:lnTo>
                  <a:pt x="2197" y="14905"/>
                </a:lnTo>
                <a:lnTo>
                  <a:pt x="0" y="14144"/>
                </a:lnTo>
                <a:lnTo>
                  <a:pt x="3249" y="9559"/>
                </a:lnTo>
                <a:lnTo>
                  <a:pt x="5838" y="6002"/>
                </a:lnTo>
                <a:lnTo>
                  <a:pt x="7912" y="3385"/>
                </a:lnTo>
                <a:lnTo>
                  <a:pt x="9618" y="1581"/>
                </a:lnTo>
                <a:lnTo>
                  <a:pt x="11105" y="485"/>
                </a:lnTo>
                <a:lnTo>
                  <a:pt x="12513" y="0"/>
                </a:lnTo>
                <a:lnTo>
                  <a:pt x="13991" y="7"/>
                </a:lnTo>
                <a:lnTo>
                  <a:pt x="15685" y="410"/>
                </a:lnTo>
                <a:lnTo>
                  <a:pt x="17743" y="1096"/>
                </a:lnTo>
                <a:close/>
              </a:path>
            </a:pathLst>
          </a:custGeom>
          <a:solidFill>
            <a:srgbClr val="DB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5" name="contour_16563"/>
          <p:cNvSpPr/>
          <p:nvPr/>
        </p:nvSpPr>
        <p:spPr>
          <a:xfrm>
            <a:off x="8499624" y="2893333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" y="0"/>
                </a:moveTo>
                <a:lnTo>
                  <a:pt x="2444" y="1786"/>
                </a:lnTo>
                <a:lnTo>
                  <a:pt x="3730" y="3600"/>
                </a:lnTo>
                <a:lnTo>
                  <a:pt x="5841" y="5386"/>
                </a:lnTo>
                <a:lnTo>
                  <a:pt x="7985" y="7200"/>
                </a:lnTo>
                <a:lnTo>
                  <a:pt x="12485" y="7200"/>
                </a:lnTo>
                <a:lnTo>
                  <a:pt x="17012" y="7200"/>
                </a:lnTo>
                <a:lnTo>
                  <a:pt x="21600" y="7200"/>
                </a:lnTo>
                <a:lnTo>
                  <a:pt x="21600" y="9576"/>
                </a:lnTo>
                <a:lnTo>
                  <a:pt x="21600" y="11956"/>
                </a:lnTo>
                <a:lnTo>
                  <a:pt x="21600" y="14346"/>
                </a:lnTo>
                <a:lnTo>
                  <a:pt x="21600" y="16747"/>
                </a:lnTo>
                <a:lnTo>
                  <a:pt x="21600" y="19163"/>
                </a:lnTo>
                <a:lnTo>
                  <a:pt x="21600" y="21600"/>
                </a:lnTo>
                <a:lnTo>
                  <a:pt x="16535" y="21247"/>
                </a:lnTo>
                <a:lnTo>
                  <a:pt x="12941" y="20884"/>
                </a:lnTo>
                <a:lnTo>
                  <a:pt x="9837" y="20336"/>
                </a:lnTo>
                <a:lnTo>
                  <a:pt x="6242" y="19433"/>
                </a:lnTo>
                <a:lnTo>
                  <a:pt x="1178" y="18000"/>
                </a:lnTo>
                <a:lnTo>
                  <a:pt x="504" y="15412"/>
                </a:lnTo>
                <a:lnTo>
                  <a:pt x="129" y="12845"/>
                </a:lnTo>
                <a:lnTo>
                  <a:pt x="0" y="10289"/>
                </a:lnTo>
                <a:lnTo>
                  <a:pt x="82" y="7736"/>
                </a:lnTo>
                <a:lnTo>
                  <a:pt x="334" y="5177"/>
                </a:lnTo>
                <a:lnTo>
                  <a:pt x="715" y="2603"/>
                </a:lnTo>
                <a:lnTo>
                  <a:pt x="1178" y="0"/>
                </a:lnTo>
                <a:close/>
              </a:path>
            </a:pathLst>
          </a:custGeom>
          <a:solidFill>
            <a:srgbClr val="D0DE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6" name="contour_16564"/>
          <p:cNvSpPr/>
          <p:nvPr/>
        </p:nvSpPr>
        <p:spPr>
          <a:xfrm>
            <a:off x="7152606" y="2916042"/>
            <a:ext cx="43728" cy="2850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250" y="1082"/>
                </a:moveTo>
                <a:lnTo>
                  <a:pt x="12031" y="2027"/>
                </a:lnTo>
                <a:lnTo>
                  <a:pt x="14400" y="4882"/>
                </a:lnTo>
                <a:lnTo>
                  <a:pt x="14400" y="8533"/>
                </a:lnTo>
                <a:lnTo>
                  <a:pt x="14400" y="12206"/>
                </a:lnTo>
                <a:lnTo>
                  <a:pt x="14400" y="15928"/>
                </a:lnTo>
                <a:lnTo>
                  <a:pt x="16538" y="17955"/>
                </a:lnTo>
                <a:lnTo>
                  <a:pt x="18000" y="19209"/>
                </a:lnTo>
                <a:lnTo>
                  <a:pt x="19462" y="20197"/>
                </a:lnTo>
                <a:lnTo>
                  <a:pt x="21600" y="21451"/>
                </a:lnTo>
                <a:lnTo>
                  <a:pt x="19001" y="21589"/>
                </a:lnTo>
                <a:lnTo>
                  <a:pt x="16502" y="21600"/>
                </a:lnTo>
                <a:lnTo>
                  <a:pt x="14076" y="21456"/>
                </a:lnTo>
                <a:lnTo>
                  <a:pt x="11707" y="21136"/>
                </a:lnTo>
                <a:lnTo>
                  <a:pt x="9374" y="20606"/>
                </a:lnTo>
                <a:lnTo>
                  <a:pt x="7060" y="19849"/>
                </a:lnTo>
                <a:lnTo>
                  <a:pt x="4738" y="18833"/>
                </a:lnTo>
                <a:lnTo>
                  <a:pt x="2390" y="17535"/>
                </a:lnTo>
                <a:lnTo>
                  <a:pt x="0" y="15928"/>
                </a:lnTo>
                <a:lnTo>
                  <a:pt x="0" y="12277"/>
                </a:lnTo>
                <a:lnTo>
                  <a:pt x="0" y="8605"/>
                </a:lnTo>
                <a:lnTo>
                  <a:pt x="0" y="4882"/>
                </a:lnTo>
                <a:lnTo>
                  <a:pt x="2290" y="2325"/>
                </a:lnTo>
                <a:lnTo>
                  <a:pt x="4284" y="712"/>
                </a:lnTo>
                <a:lnTo>
                  <a:pt x="6253" y="0"/>
                </a:lnTo>
                <a:lnTo>
                  <a:pt x="8485" y="138"/>
                </a:lnTo>
                <a:lnTo>
                  <a:pt x="11250" y="1082"/>
                </a:lnTo>
                <a:close/>
              </a:path>
            </a:pathLst>
          </a:custGeom>
          <a:solidFill>
            <a:srgbClr val="DDE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7" name="contour_16565"/>
          <p:cNvSpPr/>
          <p:nvPr/>
        </p:nvSpPr>
        <p:spPr>
          <a:xfrm>
            <a:off x="5111969" y="2893333"/>
            <a:ext cx="43728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594" y="3398"/>
                </a:lnTo>
                <a:lnTo>
                  <a:pt x="19188" y="6802"/>
                </a:lnTo>
                <a:lnTo>
                  <a:pt x="19786" y="10221"/>
                </a:lnTo>
                <a:lnTo>
                  <a:pt x="20387" y="13655"/>
                </a:lnTo>
                <a:lnTo>
                  <a:pt x="20992" y="17110"/>
                </a:lnTo>
                <a:lnTo>
                  <a:pt x="21600" y="20596"/>
                </a:lnTo>
                <a:lnTo>
                  <a:pt x="19408" y="20792"/>
                </a:lnTo>
                <a:lnTo>
                  <a:pt x="17212" y="20962"/>
                </a:lnTo>
                <a:lnTo>
                  <a:pt x="15019" y="21111"/>
                </a:lnTo>
                <a:lnTo>
                  <a:pt x="12823" y="21240"/>
                </a:lnTo>
                <a:lnTo>
                  <a:pt x="10375" y="21420"/>
                </a:lnTo>
                <a:lnTo>
                  <a:pt x="7888" y="21600"/>
                </a:lnTo>
                <a:lnTo>
                  <a:pt x="5760" y="21101"/>
                </a:lnTo>
                <a:lnTo>
                  <a:pt x="3600" y="20596"/>
                </a:lnTo>
                <a:lnTo>
                  <a:pt x="2207" y="17517"/>
                </a:lnTo>
                <a:lnTo>
                  <a:pt x="1368" y="15416"/>
                </a:lnTo>
                <a:lnTo>
                  <a:pt x="745" y="13331"/>
                </a:lnTo>
                <a:lnTo>
                  <a:pt x="0" y="10298"/>
                </a:lnTo>
                <a:lnTo>
                  <a:pt x="2178" y="9593"/>
                </a:lnTo>
                <a:lnTo>
                  <a:pt x="4360" y="8887"/>
                </a:lnTo>
                <a:lnTo>
                  <a:pt x="6538" y="8187"/>
                </a:lnTo>
                <a:lnTo>
                  <a:pt x="8719" y="7481"/>
                </a:lnTo>
                <a:lnTo>
                  <a:pt x="10897" y="6776"/>
                </a:lnTo>
                <a:lnTo>
                  <a:pt x="12978" y="5757"/>
                </a:lnTo>
                <a:lnTo>
                  <a:pt x="14411" y="4706"/>
                </a:lnTo>
                <a:lnTo>
                  <a:pt x="15865" y="3002"/>
                </a:lnTo>
                <a:lnTo>
                  <a:pt x="18000" y="0"/>
                </a:lnTo>
                <a:close/>
              </a:path>
            </a:pathLst>
          </a:custGeom>
          <a:solidFill>
            <a:srgbClr val="8372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8" name="contour_16566"/>
          <p:cNvSpPr/>
          <p:nvPr/>
        </p:nvSpPr>
        <p:spPr>
          <a:xfrm>
            <a:off x="5031087" y="2907909"/>
            <a:ext cx="2986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787" y="0"/>
                </a:moveTo>
                <a:lnTo>
                  <a:pt x="8396" y="1527"/>
                </a:lnTo>
                <a:lnTo>
                  <a:pt x="11011" y="3058"/>
                </a:lnTo>
                <a:lnTo>
                  <a:pt x="13636" y="4595"/>
                </a:lnTo>
                <a:lnTo>
                  <a:pt x="16271" y="6137"/>
                </a:lnTo>
                <a:lnTo>
                  <a:pt x="18922" y="7690"/>
                </a:lnTo>
                <a:lnTo>
                  <a:pt x="21600" y="9257"/>
                </a:lnTo>
                <a:lnTo>
                  <a:pt x="19096" y="9575"/>
                </a:lnTo>
                <a:lnTo>
                  <a:pt x="16577" y="9896"/>
                </a:lnTo>
                <a:lnTo>
                  <a:pt x="14020" y="10220"/>
                </a:lnTo>
                <a:lnTo>
                  <a:pt x="9972" y="11294"/>
                </a:lnTo>
                <a:lnTo>
                  <a:pt x="7332" y="12192"/>
                </a:lnTo>
                <a:lnTo>
                  <a:pt x="5529" y="13247"/>
                </a:lnTo>
                <a:lnTo>
                  <a:pt x="3995" y="14793"/>
                </a:lnTo>
                <a:lnTo>
                  <a:pt x="2161" y="17163"/>
                </a:lnTo>
                <a:lnTo>
                  <a:pt x="1618" y="18628"/>
                </a:lnTo>
                <a:lnTo>
                  <a:pt x="1070" y="20103"/>
                </a:lnTo>
                <a:lnTo>
                  <a:pt x="517" y="21600"/>
                </a:lnTo>
                <a:lnTo>
                  <a:pt x="437" y="19789"/>
                </a:lnTo>
                <a:lnTo>
                  <a:pt x="364" y="17974"/>
                </a:lnTo>
                <a:lnTo>
                  <a:pt x="300" y="16163"/>
                </a:lnTo>
                <a:lnTo>
                  <a:pt x="242" y="14349"/>
                </a:lnTo>
                <a:lnTo>
                  <a:pt x="190" y="12534"/>
                </a:lnTo>
                <a:lnTo>
                  <a:pt x="127" y="10849"/>
                </a:lnTo>
                <a:lnTo>
                  <a:pt x="63" y="9155"/>
                </a:lnTo>
                <a:lnTo>
                  <a:pt x="0" y="7437"/>
                </a:lnTo>
                <a:lnTo>
                  <a:pt x="380" y="4872"/>
                </a:lnTo>
                <a:lnTo>
                  <a:pt x="1112" y="3243"/>
                </a:lnTo>
                <a:lnTo>
                  <a:pt x="2730" y="1851"/>
                </a:lnTo>
                <a:lnTo>
                  <a:pt x="5787" y="0"/>
                </a:lnTo>
                <a:close/>
              </a:path>
            </a:pathLst>
          </a:custGeom>
          <a:solidFill>
            <a:srgbClr val="5953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69" name="contour_16567"/>
          <p:cNvSpPr/>
          <p:nvPr/>
        </p:nvSpPr>
        <p:spPr>
          <a:xfrm>
            <a:off x="4681977" y="290790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06" y="850"/>
                </a:lnTo>
                <a:lnTo>
                  <a:pt x="10087" y="1750"/>
                </a:lnTo>
                <a:lnTo>
                  <a:pt x="12960" y="2700"/>
                </a:lnTo>
                <a:lnTo>
                  <a:pt x="15371" y="3456"/>
                </a:lnTo>
                <a:lnTo>
                  <a:pt x="17820" y="4219"/>
                </a:lnTo>
                <a:lnTo>
                  <a:pt x="19695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ABB1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0" name="contour_16568"/>
          <p:cNvSpPr/>
          <p:nvPr/>
        </p:nvSpPr>
        <p:spPr>
          <a:xfrm>
            <a:off x="2144444" y="2878757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08" y="0"/>
                </a:moveTo>
                <a:lnTo>
                  <a:pt x="21303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03" y="12020"/>
                </a:lnTo>
                <a:lnTo>
                  <a:pt x="20708" y="16200"/>
                </a:lnTo>
                <a:lnTo>
                  <a:pt x="17508" y="17674"/>
                </a:lnTo>
                <a:lnTo>
                  <a:pt x="14283" y="18841"/>
                </a:lnTo>
                <a:lnTo>
                  <a:pt x="11018" y="19764"/>
                </a:lnTo>
                <a:lnTo>
                  <a:pt x="7704" y="20493"/>
                </a:lnTo>
                <a:lnTo>
                  <a:pt x="4335" y="21087"/>
                </a:lnTo>
                <a:lnTo>
                  <a:pt x="892" y="21600"/>
                </a:lnTo>
                <a:lnTo>
                  <a:pt x="297" y="17744"/>
                </a:lnTo>
                <a:lnTo>
                  <a:pt x="0" y="14974"/>
                </a:lnTo>
                <a:lnTo>
                  <a:pt x="0" y="12512"/>
                </a:lnTo>
                <a:lnTo>
                  <a:pt x="297" y="9580"/>
                </a:lnTo>
                <a:lnTo>
                  <a:pt x="892" y="5400"/>
                </a:lnTo>
                <a:lnTo>
                  <a:pt x="4092" y="3926"/>
                </a:lnTo>
                <a:lnTo>
                  <a:pt x="7317" y="2759"/>
                </a:lnTo>
                <a:lnTo>
                  <a:pt x="10582" y="1836"/>
                </a:lnTo>
                <a:lnTo>
                  <a:pt x="13896" y="1107"/>
                </a:lnTo>
                <a:lnTo>
                  <a:pt x="17265" y="513"/>
                </a:lnTo>
                <a:lnTo>
                  <a:pt x="20708" y="0"/>
                </a:lnTo>
                <a:close/>
              </a:path>
            </a:pathLst>
          </a:custGeom>
          <a:solidFill>
            <a:srgbClr val="7466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1" name="contour_16569"/>
          <p:cNvSpPr/>
          <p:nvPr/>
        </p:nvSpPr>
        <p:spPr>
          <a:xfrm>
            <a:off x="1438821" y="2864181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433" y="2354"/>
                </a:lnTo>
                <a:lnTo>
                  <a:pt x="20336" y="4093"/>
                </a:lnTo>
                <a:lnTo>
                  <a:pt x="20884" y="5735"/>
                </a:lnTo>
                <a:lnTo>
                  <a:pt x="21247" y="7798"/>
                </a:lnTo>
                <a:lnTo>
                  <a:pt x="21600" y="10800"/>
                </a:lnTo>
                <a:lnTo>
                  <a:pt x="19746" y="12269"/>
                </a:lnTo>
                <a:lnTo>
                  <a:pt x="17849" y="13640"/>
                </a:lnTo>
                <a:lnTo>
                  <a:pt x="15912" y="14929"/>
                </a:lnTo>
                <a:lnTo>
                  <a:pt x="13939" y="16150"/>
                </a:lnTo>
                <a:lnTo>
                  <a:pt x="11930" y="17312"/>
                </a:lnTo>
                <a:lnTo>
                  <a:pt x="9889" y="18425"/>
                </a:lnTo>
                <a:lnTo>
                  <a:pt x="7819" y="19505"/>
                </a:lnTo>
                <a:lnTo>
                  <a:pt x="5720" y="20556"/>
                </a:lnTo>
                <a:lnTo>
                  <a:pt x="3600" y="21600"/>
                </a:lnTo>
                <a:lnTo>
                  <a:pt x="2707" y="19818"/>
                </a:lnTo>
                <a:lnTo>
                  <a:pt x="1814" y="18025"/>
                </a:lnTo>
                <a:lnTo>
                  <a:pt x="911" y="16225"/>
                </a:lnTo>
                <a:lnTo>
                  <a:pt x="0" y="14400"/>
                </a:lnTo>
                <a:lnTo>
                  <a:pt x="2455" y="14846"/>
                </a:lnTo>
                <a:lnTo>
                  <a:pt x="4950" y="15300"/>
                </a:lnTo>
                <a:lnTo>
                  <a:pt x="6883" y="15005"/>
                </a:lnTo>
                <a:lnTo>
                  <a:pt x="8827" y="14702"/>
                </a:lnTo>
                <a:lnTo>
                  <a:pt x="10800" y="14400"/>
                </a:lnTo>
                <a:lnTo>
                  <a:pt x="12114" y="12467"/>
                </a:lnTo>
                <a:lnTo>
                  <a:pt x="13298" y="10490"/>
                </a:lnTo>
                <a:lnTo>
                  <a:pt x="14378" y="8474"/>
                </a:lnTo>
                <a:lnTo>
                  <a:pt x="15365" y="6419"/>
                </a:lnTo>
                <a:lnTo>
                  <a:pt x="16286" y="4320"/>
                </a:lnTo>
                <a:lnTo>
                  <a:pt x="17158" y="2182"/>
                </a:lnTo>
                <a:lnTo>
                  <a:pt x="18000" y="0"/>
                </a:lnTo>
                <a:close/>
              </a:path>
            </a:pathLst>
          </a:custGeom>
          <a:solidFill>
            <a:srgbClr val="AE8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2" name="contour_16570"/>
          <p:cNvSpPr/>
          <p:nvPr/>
        </p:nvSpPr>
        <p:spPr>
          <a:xfrm>
            <a:off x="5265017" y="286418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06" y="850"/>
                </a:lnTo>
                <a:lnTo>
                  <a:pt x="10087" y="1750"/>
                </a:lnTo>
                <a:lnTo>
                  <a:pt x="12960" y="2700"/>
                </a:lnTo>
                <a:lnTo>
                  <a:pt x="15371" y="3456"/>
                </a:lnTo>
                <a:lnTo>
                  <a:pt x="17820" y="4219"/>
                </a:lnTo>
                <a:lnTo>
                  <a:pt x="19695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A3A5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3" name="contour_16571"/>
          <p:cNvSpPr/>
          <p:nvPr/>
        </p:nvSpPr>
        <p:spPr>
          <a:xfrm>
            <a:off x="4870481" y="2856893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76" y="0"/>
                </a:moveTo>
                <a:lnTo>
                  <a:pt x="17238" y="3564"/>
                </a:lnTo>
                <a:lnTo>
                  <a:pt x="18100" y="7133"/>
                </a:lnTo>
                <a:lnTo>
                  <a:pt x="18967" y="10719"/>
                </a:lnTo>
                <a:lnTo>
                  <a:pt x="19840" y="14321"/>
                </a:lnTo>
                <a:lnTo>
                  <a:pt x="20717" y="17944"/>
                </a:lnTo>
                <a:lnTo>
                  <a:pt x="21600" y="21600"/>
                </a:lnTo>
                <a:lnTo>
                  <a:pt x="18152" y="21600"/>
                </a:lnTo>
                <a:lnTo>
                  <a:pt x="14699" y="21600"/>
                </a:lnTo>
                <a:lnTo>
                  <a:pt x="11231" y="21600"/>
                </a:lnTo>
                <a:lnTo>
                  <a:pt x="7747" y="21600"/>
                </a:lnTo>
                <a:lnTo>
                  <a:pt x="4242" y="21600"/>
                </a:lnTo>
                <a:lnTo>
                  <a:pt x="705" y="21600"/>
                </a:lnTo>
                <a:lnTo>
                  <a:pt x="235" y="17744"/>
                </a:lnTo>
                <a:lnTo>
                  <a:pt x="0" y="14974"/>
                </a:lnTo>
                <a:lnTo>
                  <a:pt x="0" y="12512"/>
                </a:lnTo>
                <a:lnTo>
                  <a:pt x="235" y="9580"/>
                </a:lnTo>
                <a:lnTo>
                  <a:pt x="705" y="5400"/>
                </a:lnTo>
                <a:lnTo>
                  <a:pt x="4592" y="3575"/>
                </a:lnTo>
                <a:lnTo>
                  <a:pt x="7350" y="2381"/>
                </a:lnTo>
                <a:lnTo>
                  <a:pt x="9732" y="1561"/>
                </a:lnTo>
                <a:lnTo>
                  <a:pt x="12490" y="853"/>
                </a:lnTo>
                <a:lnTo>
                  <a:pt x="16376" y="0"/>
                </a:lnTo>
                <a:close/>
              </a:path>
            </a:pathLst>
          </a:custGeom>
          <a:solidFill>
            <a:srgbClr val="B09E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4" name="contour_16572"/>
          <p:cNvSpPr/>
          <p:nvPr/>
        </p:nvSpPr>
        <p:spPr>
          <a:xfrm>
            <a:off x="10250003" y="2870047"/>
            <a:ext cx="43728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18"/>
                </a:moveTo>
                <a:lnTo>
                  <a:pt x="2192" y="1061"/>
                </a:lnTo>
                <a:lnTo>
                  <a:pt x="4388" y="838"/>
                </a:lnTo>
                <a:lnTo>
                  <a:pt x="6581" y="642"/>
                </a:lnTo>
                <a:lnTo>
                  <a:pt x="8777" y="473"/>
                </a:lnTo>
                <a:lnTo>
                  <a:pt x="11225" y="237"/>
                </a:lnTo>
                <a:lnTo>
                  <a:pt x="13712" y="0"/>
                </a:lnTo>
                <a:lnTo>
                  <a:pt x="15840" y="656"/>
                </a:lnTo>
                <a:lnTo>
                  <a:pt x="18000" y="1318"/>
                </a:lnTo>
                <a:lnTo>
                  <a:pt x="18893" y="4665"/>
                </a:lnTo>
                <a:lnTo>
                  <a:pt x="19786" y="8032"/>
                </a:lnTo>
                <a:lnTo>
                  <a:pt x="20689" y="11412"/>
                </a:lnTo>
                <a:lnTo>
                  <a:pt x="21600" y="14839"/>
                </a:lnTo>
                <a:lnTo>
                  <a:pt x="19224" y="15583"/>
                </a:lnTo>
                <a:lnTo>
                  <a:pt x="16844" y="16327"/>
                </a:lnTo>
                <a:lnTo>
                  <a:pt x="14465" y="17070"/>
                </a:lnTo>
                <a:lnTo>
                  <a:pt x="12078" y="17821"/>
                </a:lnTo>
                <a:lnTo>
                  <a:pt x="9684" y="18571"/>
                </a:lnTo>
                <a:lnTo>
                  <a:pt x="7279" y="19322"/>
                </a:lnTo>
                <a:lnTo>
                  <a:pt x="4867" y="20079"/>
                </a:lnTo>
                <a:lnTo>
                  <a:pt x="2441" y="20836"/>
                </a:lnTo>
                <a:lnTo>
                  <a:pt x="0" y="21600"/>
                </a:lnTo>
                <a:lnTo>
                  <a:pt x="0" y="17584"/>
                </a:lnTo>
                <a:lnTo>
                  <a:pt x="0" y="13555"/>
                </a:lnTo>
                <a:lnTo>
                  <a:pt x="0" y="9512"/>
                </a:lnTo>
                <a:lnTo>
                  <a:pt x="0" y="5435"/>
                </a:lnTo>
                <a:lnTo>
                  <a:pt x="0" y="1318"/>
                </a:lnTo>
                <a:close/>
              </a:path>
            </a:pathLst>
          </a:custGeom>
          <a:solidFill>
            <a:srgbClr val="DAE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5" name="contour_16573"/>
          <p:cNvSpPr/>
          <p:nvPr/>
        </p:nvSpPr>
        <p:spPr>
          <a:xfrm>
            <a:off x="7844966" y="2856893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399" y="912"/>
                </a:lnTo>
                <a:lnTo>
                  <a:pt x="9649" y="2523"/>
                </a:lnTo>
                <a:lnTo>
                  <a:pt x="10220" y="6212"/>
                </a:lnTo>
                <a:lnTo>
                  <a:pt x="11294" y="9530"/>
                </a:lnTo>
                <a:lnTo>
                  <a:pt x="12192" y="11694"/>
                </a:lnTo>
                <a:lnTo>
                  <a:pt x="13247" y="13172"/>
                </a:lnTo>
                <a:lnTo>
                  <a:pt x="14793" y="14429"/>
                </a:lnTo>
                <a:lnTo>
                  <a:pt x="17163" y="15932"/>
                </a:lnTo>
                <a:lnTo>
                  <a:pt x="18628" y="16377"/>
                </a:lnTo>
                <a:lnTo>
                  <a:pt x="20103" y="16826"/>
                </a:lnTo>
                <a:lnTo>
                  <a:pt x="21600" y="17280"/>
                </a:lnTo>
                <a:lnTo>
                  <a:pt x="19675" y="18611"/>
                </a:lnTo>
                <a:lnTo>
                  <a:pt x="18230" y="19500"/>
                </a:lnTo>
                <a:lnTo>
                  <a:pt x="16823" y="20157"/>
                </a:lnTo>
                <a:lnTo>
                  <a:pt x="15009" y="20788"/>
                </a:lnTo>
                <a:lnTo>
                  <a:pt x="12343" y="21600"/>
                </a:lnTo>
                <a:lnTo>
                  <a:pt x="10451" y="20606"/>
                </a:lnTo>
                <a:lnTo>
                  <a:pt x="8643" y="19522"/>
                </a:lnTo>
                <a:lnTo>
                  <a:pt x="6897" y="18351"/>
                </a:lnTo>
                <a:lnTo>
                  <a:pt x="5184" y="17103"/>
                </a:lnTo>
                <a:lnTo>
                  <a:pt x="3481" y="15785"/>
                </a:lnTo>
                <a:lnTo>
                  <a:pt x="1762" y="14403"/>
                </a:lnTo>
                <a:lnTo>
                  <a:pt x="0" y="12960"/>
                </a:lnTo>
                <a:lnTo>
                  <a:pt x="1527" y="10822"/>
                </a:lnTo>
                <a:lnTo>
                  <a:pt x="3058" y="8679"/>
                </a:lnTo>
                <a:lnTo>
                  <a:pt x="4595" y="6528"/>
                </a:lnTo>
                <a:lnTo>
                  <a:pt x="6137" y="4368"/>
                </a:lnTo>
                <a:lnTo>
                  <a:pt x="7690" y="2195"/>
                </a:lnTo>
                <a:lnTo>
                  <a:pt x="9257" y="0"/>
                </a:lnTo>
                <a:close/>
              </a:path>
            </a:pathLst>
          </a:custGeom>
          <a:solidFill>
            <a:srgbClr val="DC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6" name="contour_16574"/>
          <p:cNvSpPr/>
          <p:nvPr/>
        </p:nvSpPr>
        <p:spPr>
          <a:xfrm>
            <a:off x="6968985" y="2864181"/>
            <a:ext cx="3057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112" y="2261"/>
                </a:lnTo>
                <a:lnTo>
                  <a:pt x="18629" y="4457"/>
                </a:lnTo>
                <a:lnTo>
                  <a:pt x="17126" y="6588"/>
                </a:lnTo>
                <a:lnTo>
                  <a:pt x="15571" y="8658"/>
                </a:lnTo>
                <a:lnTo>
                  <a:pt x="13933" y="10670"/>
                </a:lnTo>
                <a:lnTo>
                  <a:pt x="12198" y="12622"/>
                </a:lnTo>
                <a:lnTo>
                  <a:pt x="10329" y="14522"/>
                </a:lnTo>
                <a:lnTo>
                  <a:pt x="8300" y="16366"/>
                </a:lnTo>
                <a:lnTo>
                  <a:pt x="6091" y="18158"/>
                </a:lnTo>
                <a:lnTo>
                  <a:pt x="3666" y="19904"/>
                </a:lnTo>
                <a:lnTo>
                  <a:pt x="1004" y="21600"/>
                </a:lnTo>
                <a:lnTo>
                  <a:pt x="808" y="19408"/>
                </a:lnTo>
                <a:lnTo>
                  <a:pt x="638" y="17212"/>
                </a:lnTo>
                <a:lnTo>
                  <a:pt x="489" y="15019"/>
                </a:lnTo>
                <a:lnTo>
                  <a:pt x="360" y="12823"/>
                </a:lnTo>
                <a:lnTo>
                  <a:pt x="180" y="10375"/>
                </a:lnTo>
                <a:lnTo>
                  <a:pt x="0" y="7888"/>
                </a:lnTo>
                <a:lnTo>
                  <a:pt x="875" y="4781"/>
                </a:lnTo>
                <a:lnTo>
                  <a:pt x="2312" y="3056"/>
                </a:lnTo>
                <a:lnTo>
                  <a:pt x="5551" y="1224"/>
                </a:lnTo>
                <a:lnTo>
                  <a:pt x="8439" y="626"/>
                </a:lnTo>
                <a:lnTo>
                  <a:pt x="10720" y="263"/>
                </a:lnTo>
                <a:lnTo>
                  <a:pt x="13161" y="79"/>
                </a:lnTo>
                <a:lnTo>
                  <a:pt x="16528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DCD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7" name="contour_16575"/>
          <p:cNvSpPr/>
          <p:nvPr/>
        </p:nvSpPr>
        <p:spPr>
          <a:xfrm>
            <a:off x="5294169" y="2864181"/>
            <a:ext cx="51016" cy="24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46"/>
                </a:lnTo>
                <a:lnTo>
                  <a:pt x="4280" y="1291"/>
                </a:lnTo>
                <a:lnTo>
                  <a:pt x="6421" y="1937"/>
                </a:lnTo>
                <a:lnTo>
                  <a:pt x="8566" y="2589"/>
                </a:lnTo>
                <a:lnTo>
                  <a:pt x="10720" y="3235"/>
                </a:lnTo>
                <a:lnTo>
                  <a:pt x="12877" y="3887"/>
                </a:lnTo>
                <a:lnTo>
                  <a:pt x="15043" y="4539"/>
                </a:lnTo>
                <a:lnTo>
                  <a:pt x="17218" y="5198"/>
                </a:lnTo>
                <a:lnTo>
                  <a:pt x="19403" y="5857"/>
                </a:lnTo>
                <a:lnTo>
                  <a:pt x="21600" y="6522"/>
                </a:lnTo>
                <a:lnTo>
                  <a:pt x="18965" y="12059"/>
                </a:lnTo>
                <a:lnTo>
                  <a:pt x="16978" y="16024"/>
                </a:lnTo>
                <a:lnTo>
                  <a:pt x="15416" y="18691"/>
                </a:lnTo>
                <a:lnTo>
                  <a:pt x="14065" y="20315"/>
                </a:lnTo>
                <a:lnTo>
                  <a:pt x="12701" y="21170"/>
                </a:lnTo>
                <a:lnTo>
                  <a:pt x="11109" y="21509"/>
                </a:lnTo>
                <a:lnTo>
                  <a:pt x="9066" y="21600"/>
                </a:lnTo>
                <a:lnTo>
                  <a:pt x="7091" y="20928"/>
                </a:lnTo>
                <a:lnTo>
                  <a:pt x="5101" y="20250"/>
                </a:lnTo>
                <a:lnTo>
                  <a:pt x="3086" y="19565"/>
                </a:lnTo>
                <a:lnTo>
                  <a:pt x="2475" y="15691"/>
                </a:lnTo>
                <a:lnTo>
                  <a:pt x="1861" y="11804"/>
                </a:lnTo>
                <a:lnTo>
                  <a:pt x="1247" y="7904"/>
                </a:lnTo>
                <a:lnTo>
                  <a:pt x="626" y="3972"/>
                </a:lnTo>
                <a:lnTo>
                  <a:pt x="0" y="0"/>
                </a:lnTo>
                <a:close/>
              </a:path>
            </a:pathLst>
          </a:custGeom>
          <a:solidFill>
            <a:srgbClr val="2A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8" name="contour_16576"/>
          <p:cNvSpPr/>
          <p:nvPr/>
        </p:nvSpPr>
        <p:spPr>
          <a:xfrm>
            <a:off x="10126107" y="285689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37"/>
                </a:lnTo>
                <a:lnTo>
                  <a:pt x="7970" y="461"/>
                </a:lnTo>
                <a:lnTo>
                  <a:pt x="9904" y="1231"/>
                </a:lnTo>
                <a:lnTo>
                  <a:pt x="12823" y="2700"/>
                </a:lnTo>
                <a:lnTo>
                  <a:pt x="15289" y="3902"/>
                </a:lnTo>
                <a:lnTo>
                  <a:pt x="17788" y="5119"/>
                </a:lnTo>
                <a:lnTo>
                  <a:pt x="19681" y="6149"/>
                </a:lnTo>
                <a:lnTo>
                  <a:pt x="21600" y="7200"/>
                </a:lnTo>
                <a:lnTo>
                  <a:pt x="20855" y="11570"/>
                </a:lnTo>
                <a:lnTo>
                  <a:pt x="20232" y="14522"/>
                </a:lnTo>
                <a:lnTo>
                  <a:pt x="19393" y="17417"/>
                </a:lnTo>
                <a:lnTo>
                  <a:pt x="18000" y="21600"/>
                </a:lnTo>
                <a:lnTo>
                  <a:pt x="15444" y="21463"/>
                </a:lnTo>
                <a:lnTo>
                  <a:pt x="13630" y="21139"/>
                </a:lnTo>
                <a:lnTo>
                  <a:pt x="11696" y="20369"/>
                </a:lnTo>
                <a:lnTo>
                  <a:pt x="8777" y="18900"/>
                </a:lnTo>
                <a:lnTo>
                  <a:pt x="6311" y="17698"/>
                </a:lnTo>
                <a:lnTo>
                  <a:pt x="3812" y="16481"/>
                </a:lnTo>
                <a:lnTo>
                  <a:pt x="1919" y="15451"/>
                </a:lnTo>
                <a:lnTo>
                  <a:pt x="0" y="14400"/>
                </a:lnTo>
                <a:lnTo>
                  <a:pt x="745" y="10030"/>
                </a:lnTo>
                <a:lnTo>
                  <a:pt x="1368" y="7078"/>
                </a:lnTo>
                <a:lnTo>
                  <a:pt x="2207" y="4183"/>
                </a:lnTo>
                <a:lnTo>
                  <a:pt x="3600" y="0"/>
                </a:lnTo>
                <a:close/>
              </a:path>
            </a:pathLst>
          </a:custGeom>
          <a:solidFill>
            <a:srgbClr val="D2C3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79" name="contour_16577"/>
          <p:cNvSpPr/>
          <p:nvPr/>
        </p:nvSpPr>
        <p:spPr>
          <a:xfrm>
            <a:off x="5534672" y="283502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583" y="12070"/>
                </a:lnTo>
                <a:lnTo>
                  <a:pt x="5171" y="11193"/>
                </a:lnTo>
                <a:lnTo>
                  <a:pt x="7763" y="10329"/>
                </a:lnTo>
                <a:lnTo>
                  <a:pt x="10359" y="9478"/>
                </a:lnTo>
                <a:lnTo>
                  <a:pt x="12960" y="8640"/>
                </a:lnTo>
                <a:lnTo>
                  <a:pt x="14701" y="5923"/>
                </a:lnTo>
                <a:lnTo>
                  <a:pt x="15729" y="4121"/>
                </a:lnTo>
                <a:lnTo>
                  <a:pt x="16455" y="2415"/>
                </a:lnTo>
                <a:lnTo>
                  <a:pt x="17280" y="0"/>
                </a:lnTo>
                <a:close/>
              </a:path>
            </a:pathLst>
          </a:custGeom>
          <a:solidFill>
            <a:srgbClr val="766C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0" name="contour_16578"/>
          <p:cNvSpPr/>
          <p:nvPr/>
        </p:nvSpPr>
        <p:spPr>
          <a:xfrm>
            <a:off x="4405034" y="282774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9" y="1782"/>
                </a:lnTo>
                <a:lnTo>
                  <a:pt x="8078" y="3575"/>
                </a:lnTo>
                <a:lnTo>
                  <a:pt x="9434" y="5375"/>
                </a:lnTo>
                <a:lnTo>
                  <a:pt x="10800" y="7200"/>
                </a:lnTo>
                <a:lnTo>
                  <a:pt x="14197" y="8521"/>
                </a:lnTo>
                <a:lnTo>
                  <a:pt x="16454" y="9338"/>
                </a:lnTo>
                <a:lnTo>
                  <a:pt x="18581" y="9983"/>
                </a:lnTo>
                <a:lnTo>
                  <a:pt x="21600" y="10800"/>
                </a:lnTo>
                <a:lnTo>
                  <a:pt x="19580" y="13100"/>
                </a:lnTo>
                <a:lnTo>
                  <a:pt x="18052" y="14800"/>
                </a:lnTo>
                <a:lnTo>
                  <a:pt x="16708" y="16200"/>
                </a:lnTo>
                <a:lnTo>
                  <a:pt x="15250" y="17600"/>
                </a:lnTo>
                <a:lnTo>
                  <a:pt x="13381" y="1930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7879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1" name="contour_16579"/>
          <p:cNvSpPr/>
          <p:nvPr/>
        </p:nvSpPr>
        <p:spPr>
          <a:xfrm>
            <a:off x="7312942" y="2826429"/>
            <a:ext cx="3808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268" y="930"/>
                </a:moveTo>
                <a:lnTo>
                  <a:pt x="11592" y="310"/>
                </a:lnTo>
                <a:lnTo>
                  <a:pt x="13898" y="0"/>
                </a:lnTo>
                <a:lnTo>
                  <a:pt x="15784" y="0"/>
                </a:lnTo>
                <a:lnTo>
                  <a:pt x="17842" y="310"/>
                </a:lnTo>
                <a:lnTo>
                  <a:pt x="20670" y="930"/>
                </a:lnTo>
                <a:lnTo>
                  <a:pt x="21290" y="4620"/>
                </a:lnTo>
                <a:lnTo>
                  <a:pt x="21600" y="7271"/>
                </a:lnTo>
                <a:lnTo>
                  <a:pt x="21600" y="9627"/>
                </a:lnTo>
                <a:lnTo>
                  <a:pt x="21290" y="12433"/>
                </a:lnTo>
                <a:lnTo>
                  <a:pt x="20670" y="16433"/>
                </a:lnTo>
                <a:lnTo>
                  <a:pt x="18144" y="17533"/>
                </a:lnTo>
                <a:lnTo>
                  <a:pt x="15606" y="18453"/>
                </a:lnTo>
                <a:lnTo>
                  <a:pt x="13055" y="19223"/>
                </a:lnTo>
                <a:lnTo>
                  <a:pt x="10488" y="19864"/>
                </a:lnTo>
                <a:lnTo>
                  <a:pt x="7900" y="20401"/>
                </a:lnTo>
                <a:lnTo>
                  <a:pt x="5291" y="20851"/>
                </a:lnTo>
                <a:lnTo>
                  <a:pt x="2658" y="21243"/>
                </a:lnTo>
                <a:lnTo>
                  <a:pt x="0" y="21600"/>
                </a:lnTo>
                <a:lnTo>
                  <a:pt x="967" y="18469"/>
                </a:lnTo>
                <a:lnTo>
                  <a:pt x="1968" y="15399"/>
                </a:lnTo>
                <a:lnTo>
                  <a:pt x="3026" y="12386"/>
                </a:lnTo>
                <a:lnTo>
                  <a:pt x="4159" y="9436"/>
                </a:lnTo>
                <a:lnTo>
                  <a:pt x="5399" y="6542"/>
                </a:lnTo>
                <a:lnTo>
                  <a:pt x="6759" y="3705"/>
                </a:lnTo>
                <a:lnTo>
                  <a:pt x="8268" y="930"/>
                </a:lnTo>
                <a:close/>
              </a:path>
            </a:pathLst>
          </a:custGeom>
          <a:solidFill>
            <a:srgbClr val="E2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2" name="contour_16580"/>
          <p:cNvSpPr/>
          <p:nvPr/>
        </p:nvSpPr>
        <p:spPr>
          <a:xfrm>
            <a:off x="10913210" y="2798589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20182" y="10611"/>
                </a:lnTo>
                <a:lnTo>
                  <a:pt x="18741" y="10422"/>
                </a:lnTo>
                <a:lnTo>
                  <a:pt x="17815" y="10346"/>
                </a:lnTo>
                <a:lnTo>
                  <a:pt x="15017" y="10125"/>
                </a:lnTo>
                <a:lnTo>
                  <a:pt x="14097" y="10028"/>
                </a:lnTo>
                <a:lnTo>
                  <a:pt x="11316" y="9747"/>
                </a:lnTo>
                <a:lnTo>
                  <a:pt x="9720" y="10271"/>
                </a:lnTo>
                <a:lnTo>
                  <a:pt x="8100" y="10800"/>
                </a:lnTo>
                <a:lnTo>
                  <a:pt x="7430" y="13473"/>
                </a:lnTo>
                <a:lnTo>
                  <a:pt x="6761" y="16162"/>
                </a:lnTo>
                <a:lnTo>
                  <a:pt x="6083" y="18862"/>
                </a:lnTo>
                <a:lnTo>
                  <a:pt x="5400" y="21600"/>
                </a:lnTo>
                <a:lnTo>
                  <a:pt x="4636" y="18544"/>
                </a:lnTo>
                <a:lnTo>
                  <a:pt x="3872" y="15487"/>
                </a:lnTo>
                <a:lnTo>
                  <a:pt x="3105" y="12420"/>
                </a:lnTo>
                <a:lnTo>
                  <a:pt x="2336" y="9342"/>
                </a:lnTo>
                <a:lnTo>
                  <a:pt x="1561" y="6248"/>
                </a:lnTo>
                <a:lnTo>
                  <a:pt x="783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D5DC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3" name="contour_16581"/>
          <p:cNvSpPr/>
          <p:nvPr/>
        </p:nvSpPr>
        <p:spPr>
          <a:xfrm>
            <a:off x="5272305" y="280587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94"/>
                </a:lnTo>
                <a:lnTo>
                  <a:pt x="7133" y="1188"/>
                </a:lnTo>
                <a:lnTo>
                  <a:pt x="10719" y="1786"/>
                </a:lnTo>
                <a:lnTo>
                  <a:pt x="14321" y="2387"/>
                </a:lnTo>
                <a:lnTo>
                  <a:pt x="17944" y="2992"/>
                </a:lnTo>
                <a:lnTo>
                  <a:pt x="21600" y="3600"/>
                </a:lnTo>
                <a:lnTo>
                  <a:pt x="20585" y="6278"/>
                </a:lnTo>
                <a:lnTo>
                  <a:pt x="19796" y="8179"/>
                </a:lnTo>
                <a:lnTo>
                  <a:pt x="18976" y="9821"/>
                </a:lnTo>
                <a:lnTo>
                  <a:pt x="17863" y="11722"/>
                </a:lnTo>
                <a:lnTo>
                  <a:pt x="16200" y="14400"/>
                </a:lnTo>
                <a:lnTo>
                  <a:pt x="12631" y="14400"/>
                </a:lnTo>
                <a:lnTo>
                  <a:pt x="9040" y="14400"/>
                </a:lnTo>
                <a:lnTo>
                  <a:pt x="5400" y="14400"/>
                </a:lnTo>
                <a:lnTo>
                  <a:pt x="4061" y="16182"/>
                </a:lnTo>
                <a:lnTo>
                  <a:pt x="2722" y="17975"/>
                </a:lnTo>
                <a:lnTo>
                  <a:pt x="1366" y="19775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9480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4" name="contour_16582"/>
          <p:cNvSpPr/>
          <p:nvPr/>
        </p:nvSpPr>
        <p:spPr>
          <a:xfrm>
            <a:off x="4514353" y="2812713"/>
            <a:ext cx="29152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6400" y="85"/>
                </a:lnTo>
                <a:lnTo>
                  <a:pt x="18986" y="175"/>
                </a:lnTo>
                <a:lnTo>
                  <a:pt x="21600" y="265"/>
                </a:lnTo>
                <a:lnTo>
                  <a:pt x="21130" y="2936"/>
                </a:lnTo>
                <a:lnTo>
                  <a:pt x="20628" y="5603"/>
                </a:lnTo>
                <a:lnTo>
                  <a:pt x="20110" y="8270"/>
                </a:lnTo>
                <a:lnTo>
                  <a:pt x="19575" y="10932"/>
                </a:lnTo>
                <a:lnTo>
                  <a:pt x="19008" y="13911"/>
                </a:lnTo>
                <a:lnTo>
                  <a:pt x="18436" y="16932"/>
                </a:lnTo>
                <a:lnTo>
                  <a:pt x="17329" y="19249"/>
                </a:lnTo>
                <a:lnTo>
                  <a:pt x="16200" y="21600"/>
                </a:lnTo>
                <a:lnTo>
                  <a:pt x="12636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645" y="18903"/>
                </a:lnTo>
                <a:lnTo>
                  <a:pt x="2684" y="16761"/>
                </a:lnTo>
                <a:lnTo>
                  <a:pt x="1685" y="13330"/>
                </a:lnTo>
                <a:lnTo>
                  <a:pt x="988" y="11026"/>
                </a:lnTo>
                <a:lnTo>
                  <a:pt x="275" y="8684"/>
                </a:lnTo>
                <a:lnTo>
                  <a:pt x="140" y="6623"/>
                </a:lnTo>
                <a:lnTo>
                  <a:pt x="0" y="4532"/>
                </a:lnTo>
                <a:lnTo>
                  <a:pt x="3256" y="2057"/>
                </a:lnTo>
                <a:lnTo>
                  <a:pt x="5783" y="764"/>
                </a:lnTo>
                <a:lnTo>
                  <a:pt x="8878" y="218"/>
                </a:lnTo>
                <a:lnTo>
                  <a:pt x="13835" y="0"/>
                </a:lnTo>
                <a:close/>
              </a:path>
            </a:pathLst>
          </a:custGeom>
          <a:solidFill>
            <a:srgbClr val="DBBE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5" name="contour_16583"/>
          <p:cNvSpPr/>
          <p:nvPr/>
        </p:nvSpPr>
        <p:spPr>
          <a:xfrm>
            <a:off x="1679325" y="2797146"/>
            <a:ext cx="36440" cy="23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4"/>
                </a:lnTo>
                <a:lnTo>
                  <a:pt x="8506" y="149"/>
                </a:lnTo>
                <a:lnTo>
                  <a:pt x="11007" y="0"/>
                </a:lnTo>
                <a:lnTo>
                  <a:pt x="12986" y="149"/>
                </a:lnTo>
                <a:lnTo>
                  <a:pt x="14917" y="594"/>
                </a:lnTo>
                <a:lnTo>
                  <a:pt x="17280" y="1337"/>
                </a:lnTo>
                <a:lnTo>
                  <a:pt x="18870" y="6362"/>
                </a:lnTo>
                <a:lnTo>
                  <a:pt x="19889" y="9929"/>
                </a:lnTo>
                <a:lnTo>
                  <a:pt x="20546" y="13009"/>
                </a:lnTo>
                <a:lnTo>
                  <a:pt x="21047" y="1657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588"/>
                </a:lnTo>
                <a:lnTo>
                  <a:pt x="0" y="13562"/>
                </a:lnTo>
                <a:lnTo>
                  <a:pt x="0" y="9523"/>
                </a:lnTo>
                <a:lnTo>
                  <a:pt x="0" y="5451"/>
                </a:lnTo>
                <a:lnTo>
                  <a:pt x="0" y="1337"/>
                </a:lnTo>
                <a:close/>
              </a:path>
            </a:pathLst>
          </a:custGeom>
          <a:solidFill>
            <a:srgbClr val="4A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6" name="contour_16584"/>
          <p:cNvSpPr/>
          <p:nvPr/>
        </p:nvSpPr>
        <p:spPr>
          <a:xfrm>
            <a:off x="6868375" y="276943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778" y="2455"/>
                </a:lnTo>
                <a:lnTo>
                  <a:pt x="10028" y="4291"/>
                </a:lnTo>
                <a:lnTo>
                  <a:pt x="13127" y="5699"/>
                </a:lnTo>
                <a:lnTo>
                  <a:pt x="15455" y="6862"/>
                </a:lnTo>
                <a:lnTo>
                  <a:pt x="17393" y="7978"/>
                </a:lnTo>
                <a:lnTo>
                  <a:pt x="19316" y="9227"/>
                </a:lnTo>
                <a:lnTo>
                  <a:pt x="21600" y="10800"/>
                </a:lnTo>
                <a:lnTo>
                  <a:pt x="21233" y="13802"/>
                </a:lnTo>
                <a:lnTo>
                  <a:pt x="20768" y="15865"/>
                </a:lnTo>
                <a:lnTo>
                  <a:pt x="19948" y="17507"/>
                </a:lnTo>
                <a:lnTo>
                  <a:pt x="18511" y="19246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4806" y="19224"/>
                </a:lnTo>
                <a:lnTo>
                  <a:pt x="4212" y="16844"/>
                </a:lnTo>
                <a:lnTo>
                  <a:pt x="3618" y="14465"/>
                </a:lnTo>
                <a:lnTo>
                  <a:pt x="3019" y="12078"/>
                </a:lnTo>
                <a:lnTo>
                  <a:pt x="2419" y="9684"/>
                </a:lnTo>
                <a:lnTo>
                  <a:pt x="1820" y="7279"/>
                </a:lnTo>
                <a:lnTo>
                  <a:pt x="1215" y="4867"/>
                </a:lnTo>
                <a:lnTo>
                  <a:pt x="61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536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7" name="contour_16585"/>
          <p:cNvSpPr/>
          <p:nvPr/>
        </p:nvSpPr>
        <p:spPr>
          <a:xfrm>
            <a:off x="4871465" y="2804055"/>
            <a:ext cx="36440" cy="30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750" y="188"/>
                </a:lnTo>
                <a:lnTo>
                  <a:pt x="13431" y="513"/>
                </a:lnTo>
                <a:lnTo>
                  <a:pt x="17280" y="1271"/>
                </a:lnTo>
                <a:lnTo>
                  <a:pt x="18740" y="5052"/>
                </a:lnTo>
                <a:lnTo>
                  <a:pt x="19695" y="7735"/>
                </a:lnTo>
                <a:lnTo>
                  <a:pt x="20352" y="10053"/>
                </a:lnTo>
                <a:lnTo>
                  <a:pt x="20917" y="12736"/>
                </a:lnTo>
                <a:lnTo>
                  <a:pt x="21600" y="16518"/>
                </a:lnTo>
                <a:lnTo>
                  <a:pt x="18749" y="17356"/>
                </a:lnTo>
                <a:lnTo>
                  <a:pt x="15893" y="18195"/>
                </a:lnTo>
                <a:lnTo>
                  <a:pt x="13025" y="19038"/>
                </a:lnTo>
                <a:lnTo>
                  <a:pt x="10143" y="19887"/>
                </a:lnTo>
                <a:lnTo>
                  <a:pt x="7245" y="20741"/>
                </a:lnTo>
                <a:lnTo>
                  <a:pt x="4320" y="21600"/>
                </a:lnTo>
                <a:lnTo>
                  <a:pt x="3119" y="17971"/>
                </a:lnTo>
                <a:lnTo>
                  <a:pt x="2294" y="15364"/>
                </a:lnTo>
                <a:lnTo>
                  <a:pt x="1637" y="13046"/>
                </a:lnTo>
                <a:lnTo>
                  <a:pt x="942" y="10287"/>
                </a:lnTo>
                <a:lnTo>
                  <a:pt x="0" y="6353"/>
                </a:lnTo>
                <a:lnTo>
                  <a:pt x="2601" y="3395"/>
                </a:lnTo>
                <a:lnTo>
                  <a:pt x="4588" y="1748"/>
                </a:lnTo>
                <a:lnTo>
                  <a:pt x="6985" y="813"/>
                </a:lnTo>
                <a:lnTo>
                  <a:pt x="10800" y="0"/>
                </a:lnTo>
                <a:close/>
              </a:path>
            </a:pathLst>
          </a:custGeom>
          <a:solidFill>
            <a:srgbClr val="594C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8" name="contour_16586"/>
          <p:cNvSpPr/>
          <p:nvPr/>
        </p:nvSpPr>
        <p:spPr>
          <a:xfrm>
            <a:off x="7640902" y="2784013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599"/>
                </a:lnTo>
                <a:lnTo>
                  <a:pt x="4392" y="1225"/>
                </a:lnTo>
                <a:lnTo>
                  <a:pt x="6584" y="1879"/>
                </a:lnTo>
                <a:lnTo>
                  <a:pt x="8777" y="2553"/>
                </a:lnTo>
                <a:lnTo>
                  <a:pt x="10004" y="2914"/>
                </a:lnTo>
                <a:lnTo>
                  <a:pt x="13712" y="3989"/>
                </a:lnTo>
                <a:lnTo>
                  <a:pt x="16229" y="5732"/>
                </a:lnTo>
                <a:lnTo>
                  <a:pt x="17762" y="7338"/>
                </a:lnTo>
                <a:lnTo>
                  <a:pt x="18936" y="9748"/>
                </a:lnTo>
                <a:lnTo>
                  <a:pt x="20376" y="13880"/>
                </a:lnTo>
                <a:lnTo>
                  <a:pt x="20984" y="17128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EC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89" name="contour_16587"/>
          <p:cNvSpPr/>
          <p:nvPr/>
        </p:nvSpPr>
        <p:spPr>
          <a:xfrm>
            <a:off x="5498232" y="276943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78" y="48"/>
                </a:lnTo>
                <a:lnTo>
                  <a:pt x="12226" y="428"/>
                </a:lnTo>
                <a:lnTo>
                  <a:pt x="14591" y="1093"/>
                </a:lnTo>
                <a:lnTo>
                  <a:pt x="16909" y="1996"/>
                </a:lnTo>
                <a:lnTo>
                  <a:pt x="19231" y="3084"/>
                </a:lnTo>
                <a:lnTo>
                  <a:pt x="21600" y="4320"/>
                </a:lnTo>
                <a:lnTo>
                  <a:pt x="19890" y="3966"/>
                </a:lnTo>
                <a:lnTo>
                  <a:pt x="18169" y="3603"/>
                </a:lnTo>
                <a:lnTo>
                  <a:pt x="16423" y="3240"/>
                </a:lnTo>
                <a:lnTo>
                  <a:pt x="15599" y="3400"/>
                </a:lnTo>
                <a:lnTo>
                  <a:pt x="14141" y="3676"/>
                </a:lnTo>
                <a:lnTo>
                  <a:pt x="10800" y="4320"/>
                </a:lnTo>
                <a:lnTo>
                  <a:pt x="9817" y="7111"/>
                </a:lnTo>
                <a:lnTo>
                  <a:pt x="9040" y="9923"/>
                </a:lnTo>
                <a:lnTo>
                  <a:pt x="8424" y="12770"/>
                </a:lnTo>
                <a:lnTo>
                  <a:pt x="7938" y="15660"/>
                </a:lnTo>
                <a:lnTo>
                  <a:pt x="7542" y="18598"/>
                </a:lnTo>
                <a:lnTo>
                  <a:pt x="7200" y="21600"/>
                </a:lnTo>
                <a:lnTo>
                  <a:pt x="5418" y="20529"/>
                </a:lnTo>
                <a:lnTo>
                  <a:pt x="3629" y="19457"/>
                </a:lnTo>
                <a:lnTo>
                  <a:pt x="1825" y="18373"/>
                </a:lnTo>
                <a:lnTo>
                  <a:pt x="0" y="17280"/>
                </a:lnTo>
                <a:lnTo>
                  <a:pt x="752" y="14571"/>
                </a:lnTo>
                <a:lnTo>
                  <a:pt x="1544" y="11949"/>
                </a:lnTo>
                <a:lnTo>
                  <a:pt x="2401" y="9405"/>
                </a:lnTo>
                <a:lnTo>
                  <a:pt x="3362" y="6942"/>
                </a:lnTo>
                <a:lnTo>
                  <a:pt x="4457" y="4553"/>
                </a:lnTo>
                <a:lnTo>
                  <a:pt x="5728" y="2242"/>
                </a:lnTo>
                <a:lnTo>
                  <a:pt x="7200" y="0"/>
                </a:lnTo>
                <a:close/>
              </a:path>
            </a:pathLst>
          </a:custGeom>
          <a:solidFill>
            <a:srgbClr val="9FA5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0" name="contour_16588"/>
          <p:cNvSpPr/>
          <p:nvPr/>
        </p:nvSpPr>
        <p:spPr>
          <a:xfrm>
            <a:off x="4258290" y="2791301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0"/>
                </a:lnTo>
                <a:lnTo>
                  <a:pt x="7606" y="0"/>
                </a:lnTo>
                <a:lnTo>
                  <a:pt x="11074" y="0"/>
                </a:lnTo>
                <a:lnTo>
                  <a:pt x="14558" y="0"/>
                </a:lnTo>
                <a:lnTo>
                  <a:pt x="18064" y="0"/>
                </a:lnTo>
                <a:lnTo>
                  <a:pt x="21600" y="0"/>
                </a:lnTo>
                <a:lnTo>
                  <a:pt x="20738" y="3564"/>
                </a:lnTo>
                <a:lnTo>
                  <a:pt x="19876" y="7133"/>
                </a:lnTo>
                <a:lnTo>
                  <a:pt x="19009" y="10719"/>
                </a:lnTo>
                <a:lnTo>
                  <a:pt x="18137" y="14321"/>
                </a:lnTo>
                <a:lnTo>
                  <a:pt x="17259" y="17944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D4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1" name="contour_16589"/>
          <p:cNvSpPr/>
          <p:nvPr/>
        </p:nvSpPr>
        <p:spPr>
          <a:xfrm>
            <a:off x="957814" y="278401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06" y="850"/>
                </a:lnTo>
                <a:lnTo>
                  <a:pt x="10087" y="1750"/>
                </a:lnTo>
                <a:lnTo>
                  <a:pt x="12960" y="2700"/>
                </a:lnTo>
                <a:lnTo>
                  <a:pt x="15371" y="3456"/>
                </a:lnTo>
                <a:lnTo>
                  <a:pt x="17820" y="4219"/>
                </a:lnTo>
                <a:lnTo>
                  <a:pt x="19695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2B2B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2" name="contour_16590"/>
          <p:cNvSpPr/>
          <p:nvPr/>
        </p:nvSpPr>
        <p:spPr>
          <a:xfrm>
            <a:off x="5017225" y="2769437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89" y="158"/>
                </a:lnTo>
                <a:lnTo>
                  <a:pt x="7210" y="414"/>
                </a:lnTo>
                <a:lnTo>
                  <a:pt x="10604" y="828"/>
                </a:lnTo>
                <a:lnTo>
                  <a:pt x="13910" y="1454"/>
                </a:lnTo>
                <a:lnTo>
                  <a:pt x="17166" y="2358"/>
                </a:lnTo>
                <a:lnTo>
                  <a:pt x="20411" y="3600"/>
                </a:lnTo>
                <a:lnTo>
                  <a:pt x="21090" y="6199"/>
                </a:lnTo>
                <a:lnTo>
                  <a:pt x="21467" y="8762"/>
                </a:lnTo>
                <a:lnTo>
                  <a:pt x="21600" y="11308"/>
                </a:lnTo>
                <a:lnTo>
                  <a:pt x="21513" y="13849"/>
                </a:lnTo>
                <a:lnTo>
                  <a:pt x="21263" y="16398"/>
                </a:lnTo>
                <a:lnTo>
                  <a:pt x="20881" y="18979"/>
                </a:lnTo>
                <a:lnTo>
                  <a:pt x="20411" y="21600"/>
                </a:lnTo>
                <a:lnTo>
                  <a:pt x="17844" y="19922"/>
                </a:lnTo>
                <a:lnTo>
                  <a:pt x="15288" y="18241"/>
                </a:lnTo>
                <a:lnTo>
                  <a:pt x="12742" y="16549"/>
                </a:lnTo>
                <a:lnTo>
                  <a:pt x="10206" y="14850"/>
                </a:lnTo>
                <a:lnTo>
                  <a:pt x="8312" y="13597"/>
                </a:lnTo>
                <a:lnTo>
                  <a:pt x="6399" y="12334"/>
                </a:lnTo>
                <a:lnTo>
                  <a:pt x="4465" y="11052"/>
                </a:lnTo>
                <a:lnTo>
                  <a:pt x="2286" y="9115"/>
                </a:lnTo>
                <a:lnTo>
                  <a:pt x="964" y="7571"/>
                </a:lnTo>
                <a:lnTo>
                  <a:pt x="286" y="5890"/>
                </a:lnTo>
                <a:lnTo>
                  <a:pt x="36" y="3546"/>
                </a:lnTo>
                <a:lnTo>
                  <a:pt x="0" y="0"/>
                </a:lnTo>
                <a:close/>
              </a:path>
            </a:pathLst>
          </a:custGeom>
          <a:solidFill>
            <a:srgbClr val="6466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3" name="contour_16591"/>
          <p:cNvSpPr/>
          <p:nvPr/>
        </p:nvSpPr>
        <p:spPr>
          <a:xfrm>
            <a:off x="4747569" y="2778481"/>
            <a:ext cx="51016" cy="27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4361"/>
                </a:moveTo>
                <a:lnTo>
                  <a:pt x="17749" y="7206"/>
                </a:lnTo>
                <a:lnTo>
                  <a:pt x="16984" y="10067"/>
                </a:lnTo>
                <a:lnTo>
                  <a:pt x="16209" y="12940"/>
                </a:lnTo>
                <a:lnTo>
                  <a:pt x="15429" y="15854"/>
                </a:lnTo>
                <a:lnTo>
                  <a:pt x="16956" y="17279"/>
                </a:lnTo>
                <a:lnTo>
                  <a:pt x="18490" y="18704"/>
                </a:lnTo>
                <a:lnTo>
                  <a:pt x="20036" y="20146"/>
                </a:lnTo>
                <a:lnTo>
                  <a:pt x="21600" y="21600"/>
                </a:lnTo>
                <a:lnTo>
                  <a:pt x="19295" y="20669"/>
                </a:lnTo>
                <a:lnTo>
                  <a:pt x="17116" y="19681"/>
                </a:lnTo>
                <a:lnTo>
                  <a:pt x="15043" y="18612"/>
                </a:lnTo>
                <a:lnTo>
                  <a:pt x="13059" y="17445"/>
                </a:lnTo>
                <a:lnTo>
                  <a:pt x="11139" y="16147"/>
                </a:lnTo>
                <a:lnTo>
                  <a:pt x="9273" y="14705"/>
                </a:lnTo>
                <a:lnTo>
                  <a:pt x="7433" y="13078"/>
                </a:lnTo>
                <a:lnTo>
                  <a:pt x="5607" y="11257"/>
                </a:lnTo>
                <a:lnTo>
                  <a:pt x="3771" y="9217"/>
                </a:lnTo>
                <a:lnTo>
                  <a:pt x="1910" y="6924"/>
                </a:lnTo>
                <a:lnTo>
                  <a:pt x="0" y="4361"/>
                </a:lnTo>
                <a:lnTo>
                  <a:pt x="2333" y="2620"/>
                </a:lnTo>
                <a:lnTo>
                  <a:pt x="4459" y="1310"/>
                </a:lnTo>
                <a:lnTo>
                  <a:pt x="6437" y="437"/>
                </a:lnTo>
                <a:lnTo>
                  <a:pt x="8328" y="0"/>
                </a:lnTo>
                <a:lnTo>
                  <a:pt x="10186" y="0"/>
                </a:lnTo>
                <a:lnTo>
                  <a:pt x="12077" y="437"/>
                </a:lnTo>
                <a:lnTo>
                  <a:pt x="14055" y="1310"/>
                </a:lnTo>
                <a:lnTo>
                  <a:pt x="16181" y="2620"/>
                </a:lnTo>
                <a:lnTo>
                  <a:pt x="18514" y="4361"/>
                </a:lnTo>
                <a:close/>
              </a:path>
            </a:pathLst>
          </a:custGeom>
          <a:solidFill>
            <a:srgbClr val="D4DA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4" name="contour_16592"/>
          <p:cNvSpPr/>
          <p:nvPr/>
        </p:nvSpPr>
        <p:spPr>
          <a:xfrm>
            <a:off x="4534906" y="2762149"/>
            <a:ext cx="2317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015" y="0"/>
                </a:moveTo>
                <a:lnTo>
                  <a:pt x="12505" y="0"/>
                </a:lnTo>
                <a:lnTo>
                  <a:pt x="17022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546" y="20917"/>
                </a:lnTo>
                <a:lnTo>
                  <a:pt x="12960" y="20352"/>
                </a:lnTo>
                <a:lnTo>
                  <a:pt x="9863" y="19695"/>
                </a:lnTo>
                <a:lnTo>
                  <a:pt x="6276" y="18740"/>
                </a:lnTo>
                <a:lnTo>
                  <a:pt x="1223" y="17280"/>
                </a:lnTo>
                <a:lnTo>
                  <a:pt x="408" y="14066"/>
                </a:lnTo>
                <a:lnTo>
                  <a:pt x="0" y="11785"/>
                </a:lnTo>
                <a:lnTo>
                  <a:pt x="0" y="9815"/>
                </a:lnTo>
                <a:lnTo>
                  <a:pt x="408" y="7534"/>
                </a:lnTo>
                <a:lnTo>
                  <a:pt x="1223" y="4320"/>
                </a:lnTo>
                <a:lnTo>
                  <a:pt x="4592" y="2177"/>
                </a:lnTo>
                <a:lnTo>
                  <a:pt x="8015" y="0"/>
                </a:lnTo>
                <a:close/>
              </a:path>
            </a:pathLst>
          </a:custGeom>
          <a:solidFill>
            <a:srgbClr val="D8DB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5" name="contour_16593"/>
          <p:cNvSpPr/>
          <p:nvPr/>
        </p:nvSpPr>
        <p:spPr>
          <a:xfrm>
            <a:off x="7457281" y="2754861"/>
            <a:ext cx="2328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39" y="0"/>
                </a:moveTo>
                <a:lnTo>
                  <a:pt x="17598" y="4028"/>
                </a:lnTo>
                <a:lnTo>
                  <a:pt x="19457" y="6872"/>
                </a:lnTo>
                <a:lnTo>
                  <a:pt x="20599" y="8932"/>
                </a:lnTo>
                <a:lnTo>
                  <a:pt x="21208" y="10609"/>
                </a:lnTo>
                <a:lnTo>
                  <a:pt x="21478" y="12298"/>
                </a:lnTo>
                <a:lnTo>
                  <a:pt x="21600" y="14400"/>
                </a:lnTo>
                <a:lnTo>
                  <a:pt x="17456" y="16308"/>
                </a:lnTo>
                <a:lnTo>
                  <a:pt x="14366" y="17665"/>
                </a:lnTo>
                <a:lnTo>
                  <a:pt x="11770" y="18677"/>
                </a:lnTo>
                <a:lnTo>
                  <a:pt x="9106" y="19534"/>
                </a:lnTo>
                <a:lnTo>
                  <a:pt x="5814" y="20441"/>
                </a:lnTo>
                <a:lnTo>
                  <a:pt x="1318" y="21600"/>
                </a:lnTo>
                <a:lnTo>
                  <a:pt x="1061" y="19408"/>
                </a:lnTo>
                <a:lnTo>
                  <a:pt x="838" y="17212"/>
                </a:lnTo>
                <a:lnTo>
                  <a:pt x="642" y="15019"/>
                </a:lnTo>
                <a:lnTo>
                  <a:pt x="473" y="12823"/>
                </a:lnTo>
                <a:lnTo>
                  <a:pt x="237" y="10375"/>
                </a:lnTo>
                <a:lnTo>
                  <a:pt x="0" y="7888"/>
                </a:lnTo>
                <a:lnTo>
                  <a:pt x="656" y="5760"/>
                </a:lnTo>
                <a:lnTo>
                  <a:pt x="1318" y="3600"/>
                </a:lnTo>
                <a:lnTo>
                  <a:pt x="5361" y="2207"/>
                </a:lnTo>
                <a:lnTo>
                  <a:pt x="8119" y="1368"/>
                </a:lnTo>
                <a:lnTo>
                  <a:pt x="10857" y="745"/>
                </a:lnTo>
                <a:lnTo>
                  <a:pt x="14839" y="0"/>
                </a:lnTo>
                <a:close/>
              </a:path>
            </a:pathLst>
          </a:custGeom>
          <a:solidFill>
            <a:srgbClr val="4A43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6" name="contour_16594"/>
          <p:cNvSpPr/>
          <p:nvPr/>
        </p:nvSpPr>
        <p:spPr>
          <a:xfrm>
            <a:off x="4433202" y="2754861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76" y="0"/>
                </a:moveTo>
                <a:lnTo>
                  <a:pt x="17238" y="3564"/>
                </a:lnTo>
                <a:lnTo>
                  <a:pt x="18100" y="7133"/>
                </a:lnTo>
                <a:lnTo>
                  <a:pt x="18967" y="10719"/>
                </a:lnTo>
                <a:lnTo>
                  <a:pt x="19840" y="14321"/>
                </a:lnTo>
                <a:lnTo>
                  <a:pt x="20717" y="17944"/>
                </a:lnTo>
                <a:lnTo>
                  <a:pt x="21600" y="21600"/>
                </a:lnTo>
                <a:lnTo>
                  <a:pt x="18152" y="21600"/>
                </a:lnTo>
                <a:lnTo>
                  <a:pt x="14699" y="21600"/>
                </a:lnTo>
                <a:lnTo>
                  <a:pt x="11231" y="21600"/>
                </a:lnTo>
                <a:lnTo>
                  <a:pt x="7747" y="21600"/>
                </a:lnTo>
                <a:lnTo>
                  <a:pt x="4242" y="21600"/>
                </a:lnTo>
                <a:lnTo>
                  <a:pt x="705" y="21600"/>
                </a:lnTo>
                <a:lnTo>
                  <a:pt x="235" y="17744"/>
                </a:lnTo>
                <a:lnTo>
                  <a:pt x="0" y="14974"/>
                </a:lnTo>
                <a:lnTo>
                  <a:pt x="0" y="12512"/>
                </a:lnTo>
                <a:lnTo>
                  <a:pt x="235" y="9580"/>
                </a:lnTo>
                <a:lnTo>
                  <a:pt x="705" y="5400"/>
                </a:lnTo>
                <a:lnTo>
                  <a:pt x="4592" y="3575"/>
                </a:lnTo>
                <a:lnTo>
                  <a:pt x="7350" y="2381"/>
                </a:lnTo>
                <a:lnTo>
                  <a:pt x="9732" y="1561"/>
                </a:lnTo>
                <a:lnTo>
                  <a:pt x="12490" y="853"/>
                </a:lnTo>
                <a:lnTo>
                  <a:pt x="16376" y="0"/>
                </a:lnTo>
                <a:close/>
              </a:path>
            </a:pathLst>
          </a:custGeom>
          <a:solidFill>
            <a:srgbClr val="3534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7" name="contour_16595"/>
          <p:cNvSpPr/>
          <p:nvPr/>
        </p:nvSpPr>
        <p:spPr>
          <a:xfrm>
            <a:off x="1380517" y="275486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611" y="4018"/>
                </a:lnTo>
                <a:lnTo>
                  <a:pt x="19500" y="6869"/>
                </a:lnTo>
                <a:lnTo>
                  <a:pt x="20157" y="9331"/>
                </a:lnTo>
                <a:lnTo>
                  <a:pt x="20788" y="12182"/>
                </a:lnTo>
                <a:lnTo>
                  <a:pt x="21600" y="16200"/>
                </a:lnTo>
                <a:lnTo>
                  <a:pt x="18749" y="17091"/>
                </a:lnTo>
                <a:lnTo>
                  <a:pt x="15893" y="17982"/>
                </a:lnTo>
                <a:lnTo>
                  <a:pt x="13025" y="18878"/>
                </a:lnTo>
                <a:lnTo>
                  <a:pt x="10143" y="19780"/>
                </a:lnTo>
                <a:lnTo>
                  <a:pt x="7245" y="20687"/>
                </a:lnTo>
                <a:lnTo>
                  <a:pt x="4320" y="21600"/>
                </a:lnTo>
                <a:lnTo>
                  <a:pt x="3465" y="18392"/>
                </a:lnTo>
                <a:lnTo>
                  <a:pt x="2605" y="15174"/>
                </a:lnTo>
                <a:lnTo>
                  <a:pt x="1745" y="11945"/>
                </a:lnTo>
                <a:lnTo>
                  <a:pt x="877" y="8689"/>
                </a:lnTo>
                <a:lnTo>
                  <a:pt x="0" y="5400"/>
                </a:lnTo>
                <a:lnTo>
                  <a:pt x="3033" y="3348"/>
                </a:lnTo>
                <a:lnTo>
                  <a:pt x="5638" y="1885"/>
                </a:lnTo>
                <a:lnTo>
                  <a:pt x="8091" y="913"/>
                </a:lnTo>
                <a:lnTo>
                  <a:pt x="10666" y="340"/>
                </a:lnTo>
                <a:lnTo>
                  <a:pt x="13638" y="70"/>
                </a:lnTo>
                <a:lnTo>
                  <a:pt x="17280" y="0"/>
                </a:lnTo>
                <a:close/>
              </a:path>
            </a:pathLst>
          </a:custGeom>
          <a:solidFill>
            <a:srgbClr val="B6BB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8" name="contour_16596"/>
          <p:cNvSpPr/>
          <p:nvPr/>
        </p:nvSpPr>
        <p:spPr>
          <a:xfrm>
            <a:off x="5126545" y="2747573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615" y="0"/>
                </a:moveTo>
                <a:lnTo>
                  <a:pt x="16991" y="0"/>
                </a:lnTo>
                <a:lnTo>
                  <a:pt x="20422" y="0"/>
                </a:lnTo>
                <a:lnTo>
                  <a:pt x="20885" y="2603"/>
                </a:lnTo>
                <a:lnTo>
                  <a:pt x="21266" y="5177"/>
                </a:lnTo>
                <a:lnTo>
                  <a:pt x="21518" y="7736"/>
                </a:lnTo>
                <a:lnTo>
                  <a:pt x="21600" y="10289"/>
                </a:lnTo>
                <a:lnTo>
                  <a:pt x="21471" y="12845"/>
                </a:lnTo>
                <a:lnTo>
                  <a:pt x="21096" y="15412"/>
                </a:lnTo>
                <a:lnTo>
                  <a:pt x="20422" y="18000"/>
                </a:lnTo>
                <a:lnTo>
                  <a:pt x="15358" y="19433"/>
                </a:lnTo>
                <a:lnTo>
                  <a:pt x="11763" y="20336"/>
                </a:lnTo>
                <a:lnTo>
                  <a:pt x="8659" y="20884"/>
                </a:lnTo>
                <a:lnTo>
                  <a:pt x="5065" y="21247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54"/>
                </a:lnTo>
                <a:lnTo>
                  <a:pt x="0" y="12053"/>
                </a:lnTo>
                <a:lnTo>
                  <a:pt x="0" y="9637"/>
                </a:lnTo>
                <a:lnTo>
                  <a:pt x="0" y="7200"/>
                </a:lnTo>
                <a:lnTo>
                  <a:pt x="4500" y="7200"/>
                </a:lnTo>
                <a:lnTo>
                  <a:pt x="9027" y="7200"/>
                </a:lnTo>
                <a:lnTo>
                  <a:pt x="13615" y="7200"/>
                </a:lnTo>
                <a:lnTo>
                  <a:pt x="13615" y="4820"/>
                </a:lnTo>
                <a:lnTo>
                  <a:pt x="13615" y="2426"/>
                </a:lnTo>
                <a:lnTo>
                  <a:pt x="13615" y="0"/>
                </a:lnTo>
                <a:close/>
              </a:path>
            </a:pathLst>
          </a:custGeom>
          <a:solidFill>
            <a:srgbClr val="C7B5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599" name="contour_16597"/>
          <p:cNvSpPr/>
          <p:nvPr/>
        </p:nvSpPr>
        <p:spPr>
          <a:xfrm>
            <a:off x="4361306" y="275486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18744" y="5400"/>
                </a:lnTo>
                <a:lnTo>
                  <a:pt x="15872" y="5400"/>
                </a:lnTo>
                <a:lnTo>
                  <a:pt x="12960" y="5400"/>
                </a:lnTo>
                <a:lnTo>
                  <a:pt x="12960" y="8608"/>
                </a:lnTo>
                <a:lnTo>
                  <a:pt x="12960" y="11826"/>
                </a:lnTo>
                <a:lnTo>
                  <a:pt x="12960" y="15055"/>
                </a:lnTo>
                <a:lnTo>
                  <a:pt x="12960" y="18311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C6BE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0" name="contour_16598"/>
          <p:cNvSpPr/>
          <p:nvPr/>
        </p:nvSpPr>
        <p:spPr>
          <a:xfrm>
            <a:off x="5505520" y="274757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37"/>
                </a:lnTo>
                <a:lnTo>
                  <a:pt x="7967" y="461"/>
                </a:lnTo>
                <a:lnTo>
                  <a:pt x="9904" y="1231"/>
                </a:lnTo>
                <a:lnTo>
                  <a:pt x="12823" y="2700"/>
                </a:lnTo>
                <a:lnTo>
                  <a:pt x="15289" y="3902"/>
                </a:lnTo>
                <a:lnTo>
                  <a:pt x="17788" y="5119"/>
                </a:lnTo>
                <a:lnTo>
                  <a:pt x="19681" y="6149"/>
                </a:lnTo>
                <a:lnTo>
                  <a:pt x="21600" y="7200"/>
                </a:lnTo>
                <a:lnTo>
                  <a:pt x="19969" y="11729"/>
                </a:lnTo>
                <a:lnTo>
                  <a:pt x="18677" y="14731"/>
                </a:lnTo>
                <a:lnTo>
                  <a:pt x="17042" y="17575"/>
                </a:lnTo>
                <a:lnTo>
                  <a:pt x="14400" y="21600"/>
                </a:lnTo>
                <a:lnTo>
                  <a:pt x="11876" y="20981"/>
                </a:lnTo>
                <a:lnTo>
                  <a:pt x="9468" y="20066"/>
                </a:lnTo>
                <a:lnTo>
                  <a:pt x="7128" y="18907"/>
                </a:lnTo>
                <a:lnTo>
                  <a:pt x="4806" y="17546"/>
                </a:lnTo>
                <a:lnTo>
                  <a:pt x="2444" y="16027"/>
                </a:lnTo>
                <a:lnTo>
                  <a:pt x="0" y="14400"/>
                </a:lnTo>
                <a:lnTo>
                  <a:pt x="745" y="10030"/>
                </a:lnTo>
                <a:lnTo>
                  <a:pt x="1368" y="7078"/>
                </a:lnTo>
                <a:lnTo>
                  <a:pt x="2207" y="4183"/>
                </a:lnTo>
                <a:lnTo>
                  <a:pt x="3600" y="0"/>
                </a:lnTo>
                <a:close/>
              </a:path>
            </a:pathLst>
          </a:custGeom>
          <a:solidFill>
            <a:srgbClr val="272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1" name="contour_16599"/>
          <p:cNvSpPr/>
          <p:nvPr/>
        </p:nvSpPr>
        <p:spPr>
          <a:xfrm>
            <a:off x="1781357" y="2746130"/>
            <a:ext cx="36440" cy="23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4"/>
                </a:lnTo>
                <a:lnTo>
                  <a:pt x="8506" y="149"/>
                </a:lnTo>
                <a:lnTo>
                  <a:pt x="11007" y="0"/>
                </a:lnTo>
                <a:lnTo>
                  <a:pt x="12986" y="149"/>
                </a:lnTo>
                <a:lnTo>
                  <a:pt x="14917" y="594"/>
                </a:lnTo>
                <a:lnTo>
                  <a:pt x="17280" y="1337"/>
                </a:lnTo>
                <a:lnTo>
                  <a:pt x="18870" y="6362"/>
                </a:lnTo>
                <a:lnTo>
                  <a:pt x="19889" y="9929"/>
                </a:lnTo>
                <a:lnTo>
                  <a:pt x="20546" y="13009"/>
                </a:lnTo>
                <a:lnTo>
                  <a:pt x="21047" y="1657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588"/>
                </a:lnTo>
                <a:lnTo>
                  <a:pt x="0" y="13562"/>
                </a:lnTo>
                <a:lnTo>
                  <a:pt x="0" y="9523"/>
                </a:lnTo>
                <a:lnTo>
                  <a:pt x="0" y="5451"/>
                </a:lnTo>
                <a:lnTo>
                  <a:pt x="0" y="1337"/>
                </a:lnTo>
                <a:close/>
              </a:path>
            </a:pathLst>
          </a:custGeom>
          <a:solidFill>
            <a:srgbClr val="5551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2" name="contour_16600"/>
          <p:cNvSpPr/>
          <p:nvPr/>
        </p:nvSpPr>
        <p:spPr>
          <a:xfrm>
            <a:off x="7903269" y="2733930"/>
            <a:ext cx="36440" cy="28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1026"/>
                </a:moveTo>
                <a:lnTo>
                  <a:pt x="17621" y="2298"/>
                </a:lnTo>
                <a:lnTo>
                  <a:pt x="19600" y="3576"/>
                </a:lnTo>
                <a:lnTo>
                  <a:pt x="21600" y="4864"/>
                </a:lnTo>
                <a:lnTo>
                  <a:pt x="21600" y="8552"/>
                </a:lnTo>
                <a:lnTo>
                  <a:pt x="21600" y="12262"/>
                </a:lnTo>
                <a:lnTo>
                  <a:pt x="21600" y="16021"/>
                </a:lnTo>
                <a:lnTo>
                  <a:pt x="18762" y="17695"/>
                </a:lnTo>
                <a:lnTo>
                  <a:pt x="16520" y="18593"/>
                </a:lnTo>
                <a:lnTo>
                  <a:pt x="12960" y="19508"/>
                </a:lnTo>
                <a:lnTo>
                  <a:pt x="11750" y="19820"/>
                </a:lnTo>
                <a:lnTo>
                  <a:pt x="8100" y="20769"/>
                </a:lnTo>
                <a:lnTo>
                  <a:pt x="6221" y="21182"/>
                </a:lnTo>
                <a:lnTo>
                  <a:pt x="4320" y="21600"/>
                </a:lnTo>
                <a:lnTo>
                  <a:pt x="3465" y="18286"/>
                </a:lnTo>
                <a:lnTo>
                  <a:pt x="2605" y="14962"/>
                </a:lnTo>
                <a:lnTo>
                  <a:pt x="1745" y="11620"/>
                </a:lnTo>
                <a:lnTo>
                  <a:pt x="877" y="8262"/>
                </a:lnTo>
                <a:lnTo>
                  <a:pt x="0" y="4864"/>
                </a:lnTo>
                <a:lnTo>
                  <a:pt x="2748" y="2572"/>
                </a:lnTo>
                <a:lnTo>
                  <a:pt x="5102" y="1054"/>
                </a:lnTo>
                <a:lnTo>
                  <a:pt x="7318" y="229"/>
                </a:lnTo>
                <a:lnTo>
                  <a:pt x="9651" y="0"/>
                </a:lnTo>
                <a:lnTo>
                  <a:pt x="12347" y="296"/>
                </a:lnTo>
                <a:lnTo>
                  <a:pt x="15660" y="1026"/>
                </a:lnTo>
                <a:close/>
              </a:path>
            </a:pathLst>
          </a:custGeom>
          <a:solidFill>
            <a:srgbClr val="3A38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3" name="contour_16601"/>
          <p:cNvSpPr/>
          <p:nvPr/>
        </p:nvSpPr>
        <p:spPr>
          <a:xfrm>
            <a:off x="6977695" y="271113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06" y="2376"/>
                </a:lnTo>
                <a:lnTo>
                  <a:pt x="20412" y="4756"/>
                </a:lnTo>
                <a:lnTo>
                  <a:pt x="19818" y="7135"/>
                </a:lnTo>
                <a:lnTo>
                  <a:pt x="19219" y="9522"/>
                </a:lnTo>
                <a:lnTo>
                  <a:pt x="18619" y="11916"/>
                </a:lnTo>
                <a:lnTo>
                  <a:pt x="18020" y="14321"/>
                </a:lnTo>
                <a:lnTo>
                  <a:pt x="17415" y="16733"/>
                </a:lnTo>
                <a:lnTo>
                  <a:pt x="16810" y="19159"/>
                </a:lnTo>
                <a:lnTo>
                  <a:pt x="16200" y="21600"/>
                </a:lnTo>
                <a:lnTo>
                  <a:pt x="15530" y="19814"/>
                </a:lnTo>
                <a:lnTo>
                  <a:pt x="14861" y="18022"/>
                </a:lnTo>
                <a:lnTo>
                  <a:pt x="14175" y="16200"/>
                </a:lnTo>
                <a:lnTo>
                  <a:pt x="13678" y="15404"/>
                </a:lnTo>
                <a:lnTo>
                  <a:pt x="12803" y="14004"/>
                </a:lnTo>
                <a:lnTo>
                  <a:pt x="10800" y="10800"/>
                </a:lnTo>
                <a:lnTo>
                  <a:pt x="7231" y="10800"/>
                </a:lnTo>
                <a:lnTo>
                  <a:pt x="3640" y="10800"/>
                </a:lnTo>
                <a:lnTo>
                  <a:pt x="0" y="10800"/>
                </a:lnTo>
                <a:lnTo>
                  <a:pt x="0" y="8420"/>
                </a:lnTo>
                <a:lnTo>
                  <a:pt x="0" y="6026"/>
                </a:lnTo>
                <a:lnTo>
                  <a:pt x="0" y="3600"/>
                </a:lnTo>
                <a:lnTo>
                  <a:pt x="3618" y="2045"/>
                </a:lnTo>
                <a:lnTo>
                  <a:pt x="6858" y="1019"/>
                </a:lnTo>
                <a:lnTo>
                  <a:pt x="10001" y="407"/>
                </a:lnTo>
                <a:lnTo>
                  <a:pt x="13322" y="108"/>
                </a:lnTo>
                <a:lnTo>
                  <a:pt x="17096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2E30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4" name="contour_16602"/>
          <p:cNvSpPr/>
          <p:nvPr/>
        </p:nvSpPr>
        <p:spPr>
          <a:xfrm>
            <a:off x="2166964" y="2711118"/>
            <a:ext cx="29808" cy="30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"/>
                </a:moveTo>
                <a:lnTo>
                  <a:pt x="21098" y="3600"/>
                </a:lnTo>
                <a:lnTo>
                  <a:pt x="20517" y="7112"/>
                </a:lnTo>
                <a:lnTo>
                  <a:pt x="19804" y="10568"/>
                </a:lnTo>
                <a:lnTo>
                  <a:pt x="18901" y="13971"/>
                </a:lnTo>
                <a:lnTo>
                  <a:pt x="17761" y="17334"/>
                </a:lnTo>
                <a:lnTo>
                  <a:pt x="16319" y="20670"/>
                </a:lnTo>
                <a:lnTo>
                  <a:pt x="12231" y="21290"/>
                </a:lnTo>
                <a:lnTo>
                  <a:pt x="9364" y="21600"/>
                </a:lnTo>
                <a:lnTo>
                  <a:pt x="6955" y="21600"/>
                </a:lnTo>
                <a:lnTo>
                  <a:pt x="4246" y="21290"/>
                </a:lnTo>
                <a:lnTo>
                  <a:pt x="475" y="20670"/>
                </a:lnTo>
                <a:lnTo>
                  <a:pt x="158" y="16982"/>
                </a:lnTo>
                <a:lnTo>
                  <a:pt x="0" y="14333"/>
                </a:lnTo>
                <a:lnTo>
                  <a:pt x="0" y="11978"/>
                </a:lnTo>
                <a:lnTo>
                  <a:pt x="158" y="9173"/>
                </a:lnTo>
                <a:lnTo>
                  <a:pt x="475" y="5175"/>
                </a:lnTo>
                <a:lnTo>
                  <a:pt x="3934" y="2820"/>
                </a:lnTo>
                <a:lnTo>
                  <a:pt x="7087" y="1307"/>
                </a:lnTo>
                <a:lnTo>
                  <a:pt x="10182" y="460"/>
                </a:lnTo>
                <a:lnTo>
                  <a:pt x="13462" y="88"/>
                </a:lnTo>
                <a:lnTo>
                  <a:pt x="17185" y="0"/>
                </a:lnTo>
                <a:lnTo>
                  <a:pt x="21600" y="10"/>
                </a:lnTo>
                <a:close/>
              </a:path>
            </a:pathLst>
          </a:custGeom>
          <a:solidFill>
            <a:srgbClr val="D3BE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5" name="contour_16603"/>
          <p:cNvSpPr/>
          <p:nvPr/>
        </p:nvSpPr>
        <p:spPr>
          <a:xfrm>
            <a:off x="1431533" y="269655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516" y="2369"/>
                </a:lnTo>
                <a:lnTo>
                  <a:pt x="19604" y="4691"/>
                </a:lnTo>
                <a:lnTo>
                  <a:pt x="20507" y="7009"/>
                </a:lnTo>
                <a:lnTo>
                  <a:pt x="21172" y="9374"/>
                </a:lnTo>
                <a:lnTo>
                  <a:pt x="21552" y="11822"/>
                </a:lnTo>
                <a:lnTo>
                  <a:pt x="21600" y="14400"/>
                </a:lnTo>
                <a:lnTo>
                  <a:pt x="19358" y="15872"/>
                </a:lnTo>
                <a:lnTo>
                  <a:pt x="17047" y="17143"/>
                </a:lnTo>
                <a:lnTo>
                  <a:pt x="14658" y="18238"/>
                </a:lnTo>
                <a:lnTo>
                  <a:pt x="12195" y="19199"/>
                </a:lnTo>
                <a:lnTo>
                  <a:pt x="9651" y="20056"/>
                </a:lnTo>
                <a:lnTo>
                  <a:pt x="7029" y="20848"/>
                </a:lnTo>
                <a:lnTo>
                  <a:pt x="4320" y="21600"/>
                </a:lnTo>
                <a:lnTo>
                  <a:pt x="2743" y="19732"/>
                </a:lnTo>
                <a:lnTo>
                  <a:pt x="1767" y="18360"/>
                </a:lnTo>
                <a:lnTo>
                  <a:pt x="989" y="16808"/>
                </a:lnTo>
                <a:lnTo>
                  <a:pt x="0" y="14400"/>
                </a:lnTo>
                <a:lnTo>
                  <a:pt x="1676" y="12488"/>
                </a:lnTo>
                <a:lnTo>
                  <a:pt x="2951" y="11138"/>
                </a:lnTo>
                <a:lnTo>
                  <a:pt x="4225" y="9976"/>
                </a:lnTo>
                <a:lnTo>
                  <a:pt x="5897" y="8633"/>
                </a:lnTo>
                <a:lnTo>
                  <a:pt x="8372" y="6750"/>
                </a:lnTo>
                <a:lnTo>
                  <a:pt x="10014" y="5479"/>
                </a:lnTo>
                <a:lnTo>
                  <a:pt x="11673" y="4198"/>
                </a:lnTo>
                <a:lnTo>
                  <a:pt x="13349" y="2898"/>
                </a:lnTo>
                <a:lnTo>
                  <a:pt x="15301" y="1462"/>
                </a:lnTo>
                <a:lnTo>
                  <a:pt x="17280" y="0"/>
                </a:lnTo>
                <a:close/>
              </a:path>
            </a:pathLst>
          </a:custGeom>
          <a:solidFill>
            <a:srgbClr val="E1C9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6" name="contour_16604"/>
          <p:cNvSpPr/>
          <p:nvPr/>
        </p:nvSpPr>
        <p:spPr>
          <a:xfrm>
            <a:off x="8238517" y="271113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2445"/>
                </a:lnTo>
                <a:lnTo>
                  <a:pt x="15405" y="4890"/>
                </a:lnTo>
                <a:lnTo>
                  <a:pt x="16632" y="7344"/>
                </a:lnTo>
                <a:lnTo>
                  <a:pt x="17863" y="9806"/>
                </a:lnTo>
                <a:lnTo>
                  <a:pt x="19103" y="12282"/>
                </a:lnTo>
                <a:lnTo>
                  <a:pt x="20347" y="14770"/>
                </a:lnTo>
                <a:lnTo>
                  <a:pt x="21600" y="17280"/>
                </a:lnTo>
                <a:lnTo>
                  <a:pt x="18749" y="17993"/>
                </a:lnTo>
                <a:lnTo>
                  <a:pt x="15893" y="18706"/>
                </a:lnTo>
                <a:lnTo>
                  <a:pt x="13025" y="19423"/>
                </a:lnTo>
                <a:lnTo>
                  <a:pt x="10143" y="20144"/>
                </a:lnTo>
                <a:lnTo>
                  <a:pt x="7245" y="20870"/>
                </a:lnTo>
                <a:lnTo>
                  <a:pt x="4320" y="21600"/>
                </a:lnTo>
                <a:lnTo>
                  <a:pt x="2860" y="18645"/>
                </a:lnTo>
                <a:lnTo>
                  <a:pt x="1905" y="16494"/>
                </a:lnTo>
                <a:lnTo>
                  <a:pt x="1248" y="14524"/>
                </a:lnTo>
                <a:lnTo>
                  <a:pt x="683" y="12113"/>
                </a:lnTo>
                <a:lnTo>
                  <a:pt x="0" y="8640"/>
                </a:lnTo>
                <a:lnTo>
                  <a:pt x="2648" y="6463"/>
                </a:lnTo>
                <a:lnTo>
                  <a:pt x="4622" y="4899"/>
                </a:lnTo>
                <a:lnTo>
                  <a:pt x="6281" y="3711"/>
                </a:lnTo>
                <a:lnTo>
                  <a:pt x="7983" y="2657"/>
                </a:lnTo>
                <a:lnTo>
                  <a:pt x="10087" y="1503"/>
                </a:lnTo>
                <a:lnTo>
                  <a:pt x="12960" y="0"/>
                </a:lnTo>
                <a:close/>
              </a:path>
            </a:pathLst>
          </a:custGeom>
          <a:solidFill>
            <a:srgbClr val="DCEC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7" name="contour_16605"/>
          <p:cNvSpPr/>
          <p:nvPr/>
        </p:nvSpPr>
        <p:spPr>
          <a:xfrm>
            <a:off x="3698098" y="2710987"/>
            <a:ext cx="38058" cy="365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61" y="0"/>
                </a:moveTo>
                <a:lnTo>
                  <a:pt x="10891" y="568"/>
                </a:lnTo>
                <a:lnTo>
                  <a:pt x="13431" y="1192"/>
                </a:lnTo>
                <a:lnTo>
                  <a:pt x="15850" y="1975"/>
                </a:lnTo>
                <a:lnTo>
                  <a:pt x="18241" y="3012"/>
                </a:lnTo>
                <a:lnTo>
                  <a:pt x="20682" y="4389"/>
                </a:lnTo>
                <a:lnTo>
                  <a:pt x="21306" y="7379"/>
                </a:lnTo>
                <a:lnTo>
                  <a:pt x="21588" y="10172"/>
                </a:lnTo>
                <a:lnTo>
                  <a:pt x="21600" y="12874"/>
                </a:lnTo>
                <a:lnTo>
                  <a:pt x="21406" y="15606"/>
                </a:lnTo>
                <a:lnTo>
                  <a:pt x="21079" y="18480"/>
                </a:lnTo>
                <a:lnTo>
                  <a:pt x="20682" y="21600"/>
                </a:lnTo>
                <a:lnTo>
                  <a:pt x="17948" y="21600"/>
                </a:lnTo>
                <a:lnTo>
                  <a:pt x="15197" y="21600"/>
                </a:lnTo>
                <a:lnTo>
                  <a:pt x="12409" y="21600"/>
                </a:lnTo>
                <a:lnTo>
                  <a:pt x="10324" y="19350"/>
                </a:lnTo>
                <a:lnTo>
                  <a:pt x="8926" y="17702"/>
                </a:lnTo>
                <a:lnTo>
                  <a:pt x="7590" y="15856"/>
                </a:lnTo>
                <a:lnTo>
                  <a:pt x="5687" y="12994"/>
                </a:lnTo>
                <a:lnTo>
                  <a:pt x="4070" y="10593"/>
                </a:lnTo>
                <a:lnTo>
                  <a:pt x="2424" y="8154"/>
                </a:lnTo>
                <a:lnTo>
                  <a:pt x="1220" y="6286"/>
                </a:lnTo>
                <a:lnTo>
                  <a:pt x="0" y="4389"/>
                </a:lnTo>
                <a:lnTo>
                  <a:pt x="2453" y="1902"/>
                </a:lnTo>
                <a:lnTo>
                  <a:pt x="4120" y="615"/>
                </a:lnTo>
                <a:lnTo>
                  <a:pt x="5770" y="120"/>
                </a:lnTo>
                <a:lnTo>
                  <a:pt x="8161" y="0"/>
                </a:lnTo>
                <a:close/>
              </a:path>
            </a:pathLst>
          </a:custGeom>
          <a:solidFill>
            <a:srgbClr val="99A1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8" name="contour_16606"/>
          <p:cNvSpPr/>
          <p:nvPr/>
        </p:nvSpPr>
        <p:spPr>
          <a:xfrm>
            <a:off x="1227469" y="2703845"/>
            <a:ext cx="43728" cy="209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977"/>
                </a:lnTo>
                <a:lnTo>
                  <a:pt x="21600" y="9983"/>
                </a:lnTo>
                <a:lnTo>
                  <a:pt x="21600" y="15058"/>
                </a:lnTo>
                <a:lnTo>
                  <a:pt x="19048" y="17662"/>
                </a:lnTo>
                <a:lnTo>
                  <a:pt x="16726" y="19575"/>
                </a:lnTo>
                <a:lnTo>
                  <a:pt x="14519" y="20847"/>
                </a:lnTo>
                <a:lnTo>
                  <a:pt x="12326" y="21510"/>
                </a:lnTo>
                <a:lnTo>
                  <a:pt x="10033" y="21600"/>
                </a:lnTo>
                <a:lnTo>
                  <a:pt x="7535" y="21163"/>
                </a:lnTo>
                <a:lnTo>
                  <a:pt x="4723" y="20237"/>
                </a:lnTo>
                <a:lnTo>
                  <a:pt x="3164" y="18528"/>
                </a:lnTo>
                <a:lnTo>
                  <a:pt x="1591" y="16804"/>
                </a:lnTo>
                <a:lnTo>
                  <a:pt x="0" y="15058"/>
                </a:lnTo>
                <a:lnTo>
                  <a:pt x="0" y="10081"/>
                </a:lnTo>
                <a:lnTo>
                  <a:pt x="0" y="5074"/>
                </a:lnTo>
                <a:lnTo>
                  <a:pt x="0" y="0"/>
                </a:lnTo>
                <a:close/>
              </a:path>
            </a:pathLst>
          </a:custGeom>
          <a:solidFill>
            <a:srgbClr val="090A0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09" name="contour_16607"/>
          <p:cNvSpPr/>
          <p:nvPr/>
        </p:nvSpPr>
        <p:spPr>
          <a:xfrm>
            <a:off x="11241170" y="2681070"/>
            <a:ext cx="36440" cy="30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162"/>
                </a:lnTo>
                <a:lnTo>
                  <a:pt x="21600" y="655"/>
                </a:lnTo>
                <a:lnTo>
                  <a:pt x="20887" y="4111"/>
                </a:lnTo>
                <a:lnTo>
                  <a:pt x="20174" y="7572"/>
                </a:lnTo>
                <a:lnTo>
                  <a:pt x="19457" y="11049"/>
                </a:lnTo>
                <a:lnTo>
                  <a:pt x="18736" y="14541"/>
                </a:lnTo>
                <a:lnTo>
                  <a:pt x="18010" y="18055"/>
                </a:lnTo>
                <a:lnTo>
                  <a:pt x="17280" y="21600"/>
                </a:lnTo>
                <a:lnTo>
                  <a:pt x="14835" y="20118"/>
                </a:lnTo>
                <a:lnTo>
                  <a:pt x="12390" y="18636"/>
                </a:lnTo>
                <a:lnTo>
                  <a:pt x="9936" y="17149"/>
                </a:lnTo>
                <a:lnTo>
                  <a:pt x="7474" y="15657"/>
                </a:lnTo>
                <a:lnTo>
                  <a:pt x="4998" y="14154"/>
                </a:lnTo>
                <a:lnTo>
                  <a:pt x="2510" y="12646"/>
                </a:lnTo>
                <a:lnTo>
                  <a:pt x="0" y="11127"/>
                </a:lnTo>
                <a:lnTo>
                  <a:pt x="2380" y="7661"/>
                </a:lnTo>
                <a:lnTo>
                  <a:pt x="4501" y="4964"/>
                </a:lnTo>
                <a:lnTo>
                  <a:pt x="6618" y="2943"/>
                </a:lnTo>
                <a:lnTo>
                  <a:pt x="9007" y="1508"/>
                </a:lnTo>
                <a:lnTo>
                  <a:pt x="11932" y="555"/>
                </a:lnTo>
                <a:lnTo>
                  <a:pt x="15660" y="0"/>
                </a:lnTo>
                <a:close/>
              </a:path>
            </a:pathLst>
          </a:custGeom>
          <a:solidFill>
            <a:srgbClr val="9285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0" name="contour_16608"/>
          <p:cNvSpPr/>
          <p:nvPr/>
        </p:nvSpPr>
        <p:spPr>
          <a:xfrm>
            <a:off x="7057862" y="2689269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19903" y="2376"/>
                </a:lnTo>
                <a:lnTo>
                  <a:pt x="18203" y="4752"/>
                </a:lnTo>
                <a:lnTo>
                  <a:pt x="16502" y="7133"/>
                </a:lnTo>
                <a:lnTo>
                  <a:pt x="14799" y="9526"/>
                </a:lnTo>
                <a:lnTo>
                  <a:pt x="13087" y="11918"/>
                </a:lnTo>
                <a:lnTo>
                  <a:pt x="11371" y="14321"/>
                </a:lnTo>
                <a:lnTo>
                  <a:pt x="9646" y="16735"/>
                </a:lnTo>
                <a:lnTo>
                  <a:pt x="7915" y="19159"/>
                </a:lnTo>
                <a:lnTo>
                  <a:pt x="6171" y="21600"/>
                </a:lnTo>
                <a:lnTo>
                  <a:pt x="6171" y="18392"/>
                </a:lnTo>
                <a:lnTo>
                  <a:pt x="6171" y="15174"/>
                </a:lnTo>
                <a:lnTo>
                  <a:pt x="6171" y="11945"/>
                </a:lnTo>
                <a:lnTo>
                  <a:pt x="6171" y="8689"/>
                </a:lnTo>
                <a:lnTo>
                  <a:pt x="6171" y="5400"/>
                </a:lnTo>
                <a:lnTo>
                  <a:pt x="4644" y="4061"/>
                </a:lnTo>
                <a:lnTo>
                  <a:pt x="3110" y="2722"/>
                </a:lnTo>
                <a:lnTo>
                  <a:pt x="1564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3A39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1" name="contour_16609"/>
          <p:cNvSpPr/>
          <p:nvPr/>
        </p:nvSpPr>
        <p:spPr>
          <a:xfrm>
            <a:off x="5541793" y="2689269"/>
            <a:ext cx="4389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69" y="0"/>
                </a:moveTo>
                <a:lnTo>
                  <a:pt x="6039" y="0"/>
                </a:lnTo>
                <a:lnTo>
                  <a:pt x="8424" y="0"/>
                </a:lnTo>
                <a:lnTo>
                  <a:pt x="10841" y="0"/>
                </a:lnTo>
                <a:lnTo>
                  <a:pt x="10841" y="2380"/>
                </a:lnTo>
                <a:lnTo>
                  <a:pt x="10841" y="4774"/>
                </a:lnTo>
                <a:lnTo>
                  <a:pt x="10841" y="7200"/>
                </a:lnTo>
                <a:lnTo>
                  <a:pt x="13509" y="8309"/>
                </a:lnTo>
                <a:lnTo>
                  <a:pt x="15403" y="9050"/>
                </a:lnTo>
                <a:lnTo>
                  <a:pt x="17038" y="9598"/>
                </a:lnTo>
                <a:lnTo>
                  <a:pt x="18932" y="10123"/>
                </a:lnTo>
                <a:lnTo>
                  <a:pt x="21600" y="10800"/>
                </a:lnTo>
                <a:lnTo>
                  <a:pt x="19897" y="11246"/>
                </a:lnTo>
                <a:lnTo>
                  <a:pt x="18182" y="11696"/>
                </a:lnTo>
                <a:lnTo>
                  <a:pt x="16443" y="12150"/>
                </a:lnTo>
                <a:lnTo>
                  <a:pt x="13165" y="13511"/>
                </a:lnTo>
                <a:lnTo>
                  <a:pt x="11232" y="14598"/>
                </a:lnTo>
                <a:lnTo>
                  <a:pt x="9887" y="15977"/>
                </a:lnTo>
                <a:lnTo>
                  <a:pt x="8374" y="18223"/>
                </a:lnTo>
                <a:lnTo>
                  <a:pt x="7818" y="19901"/>
                </a:lnTo>
                <a:lnTo>
                  <a:pt x="7255" y="21600"/>
                </a:lnTo>
                <a:lnTo>
                  <a:pt x="5092" y="20855"/>
                </a:lnTo>
                <a:lnTo>
                  <a:pt x="3626" y="20232"/>
                </a:lnTo>
                <a:lnTo>
                  <a:pt x="2180" y="19393"/>
                </a:lnTo>
                <a:lnTo>
                  <a:pt x="82" y="18000"/>
                </a:lnTo>
                <a:lnTo>
                  <a:pt x="0" y="15444"/>
                </a:lnTo>
                <a:lnTo>
                  <a:pt x="68" y="13630"/>
                </a:lnTo>
                <a:lnTo>
                  <a:pt x="366" y="11696"/>
                </a:lnTo>
                <a:lnTo>
                  <a:pt x="979" y="8777"/>
                </a:lnTo>
                <a:lnTo>
                  <a:pt x="1452" y="6311"/>
                </a:lnTo>
                <a:lnTo>
                  <a:pt x="1933" y="3812"/>
                </a:lnTo>
                <a:lnTo>
                  <a:pt x="2794" y="1919"/>
                </a:lnTo>
                <a:lnTo>
                  <a:pt x="3669" y="0"/>
                </a:lnTo>
                <a:close/>
              </a:path>
            </a:pathLst>
          </a:custGeom>
          <a:solidFill>
            <a:srgbClr val="5B5C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2" name="contour_16610"/>
          <p:cNvSpPr/>
          <p:nvPr/>
        </p:nvSpPr>
        <p:spPr>
          <a:xfrm>
            <a:off x="4463338" y="2674693"/>
            <a:ext cx="2289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75" y="0"/>
                </a:moveTo>
                <a:lnTo>
                  <a:pt x="10278" y="1071"/>
                </a:lnTo>
                <a:lnTo>
                  <a:pt x="13694" y="2143"/>
                </a:lnTo>
                <a:lnTo>
                  <a:pt x="17138" y="3227"/>
                </a:lnTo>
                <a:lnTo>
                  <a:pt x="20624" y="4320"/>
                </a:lnTo>
                <a:lnTo>
                  <a:pt x="21325" y="7232"/>
                </a:lnTo>
                <a:lnTo>
                  <a:pt x="21600" y="10079"/>
                </a:lnTo>
                <a:lnTo>
                  <a:pt x="21566" y="12900"/>
                </a:lnTo>
                <a:lnTo>
                  <a:pt x="21325" y="15733"/>
                </a:lnTo>
                <a:lnTo>
                  <a:pt x="20974" y="18619"/>
                </a:lnTo>
                <a:lnTo>
                  <a:pt x="20624" y="21600"/>
                </a:lnTo>
                <a:lnTo>
                  <a:pt x="16540" y="21600"/>
                </a:lnTo>
                <a:lnTo>
                  <a:pt x="12443" y="21600"/>
                </a:lnTo>
                <a:lnTo>
                  <a:pt x="8332" y="21600"/>
                </a:lnTo>
                <a:lnTo>
                  <a:pt x="4187" y="21600"/>
                </a:lnTo>
                <a:lnTo>
                  <a:pt x="0" y="21600"/>
                </a:lnTo>
                <a:lnTo>
                  <a:pt x="852" y="18926"/>
                </a:lnTo>
                <a:lnTo>
                  <a:pt x="1705" y="16252"/>
                </a:lnTo>
                <a:lnTo>
                  <a:pt x="2557" y="13569"/>
                </a:lnTo>
                <a:lnTo>
                  <a:pt x="3410" y="10882"/>
                </a:lnTo>
                <a:lnTo>
                  <a:pt x="4269" y="8182"/>
                </a:lnTo>
                <a:lnTo>
                  <a:pt x="5135" y="5469"/>
                </a:lnTo>
                <a:lnTo>
                  <a:pt x="6002" y="2743"/>
                </a:lnTo>
                <a:lnTo>
                  <a:pt x="6875" y="0"/>
                </a:lnTo>
                <a:close/>
              </a:path>
            </a:pathLst>
          </a:custGeom>
          <a:solidFill>
            <a:srgbClr val="3B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3" name="contour_16611"/>
          <p:cNvSpPr/>
          <p:nvPr/>
        </p:nvSpPr>
        <p:spPr>
          <a:xfrm>
            <a:off x="4179106" y="2681981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0709"/>
                </a:lnTo>
                <a:lnTo>
                  <a:pt x="13994" y="19818"/>
                </a:lnTo>
                <a:lnTo>
                  <a:pt x="10526" y="18922"/>
                </a:lnTo>
                <a:lnTo>
                  <a:pt x="7042" y="18020"/>
                </a:lnTo>
                <a:lnTo>
                  <a:pt x="3536" y="17113"/>
                </a:lnTo>
                <a:lnTo>
                  <a:pt x="0" y="16200"/>
                </a:lnTo>
                <a:lnTo>
                  <a:pt x="1034" y="12992"/>
                </a:lnTo>
                <a:lnTo>
                  <a:pt x="2074" y="9774"/>
                </a:lnTo>
                <a:lnTo>
                  <a:pt x="3113" y="6545"/>
                </a:lnTo>
                <a:lnTo>
                  <a:pt x="4163" y="3289"/>
                </a:lnTo>
                <a:lnTo>
                  <a:pt x="5224" y="0"/>
                </a:lnTo>
                <a:close/>
              </a:path>
            </a:pathLst>
          </a:custGeom>
          <a:solidFill>
            <a:srgbClr val="CDCE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4" name="contour_16612"/>
          <p:cNvSpPr/>
          <p:nvPr/>
        </p:nvSpPr>
        <p:spPr>
          <a:xfrm>
            <a:off x="5439928" y="266740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433" y="3488"/>
                </a:lnTo>
                <a:lnTo>
                  <a:pt x="19315" y="6998"/>
                </a:lnTo>
                <a:lnTo>
                  <a:pt x="19997" y="10552"/>
                </a:lnTo>
                <a:lnTo>
                  <a:pt x="20559" y="14164"/>
                </a:lnTo>
                <a:lnTo>
                  <a:pt x="21069" y="1784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2195" y="15336"/>
                </a:lnTo>
                <a:lnTo>
                  <a:pt x="3819" y="10762"/>
                </a:lnTo>
                <a:lnTo>
                  <a:pt x="5020" y="7501"/>
                </a:lnTo>
                <a:lnTo>
                  <a:pt x="5953" y="5173"/>
                </a:lnTo>
                <a:lnTo>
                  <a:pt x="6765" y="3397"/>
                </a:lnTo>
                <a:lnTo>
                  <a:pt x="7612" y="1798"/>
                </a:lnTo>
                <a:lnTo>
                  <a:pt x="8640" y="0"/>
                </a:lnTo>
                <a:close/>
              </a:path>
            </a:pathLst>
          </a:custGeom>
          <a:solidFill>
            <a:srgbClr val="2625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5" name="contour_16613"/>
          <p:cNvSpPr/>
          <p:nvPr/>
        </p:nvSpPr>
        <p:spPr>
          <a:xfrm>
            <a:off x="10352035" y="264554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512" y="2825"/>
                </a:lnTo>
                <a:lnTo>
                  <a:pt x="18301" y="4895"/>
                </a:lnTo>
                <a:lnTo>
                  <a:pt x="18884" y="7214"/>
                </a:lnTo>
                <a:lnTo>
                  <a:pt x="19575" y="10800"/>
                </a:lnTo>
                <a:lnTo>
                  <a:pt x="20185" y="13815"/>
                </a:lnTo>
                <a:lnTo>
                  <a:pt x="20801" y="16874"/>
                </a:lnTo>
                <a:lnTo>
                  <a:pt x="21200" y="19220"/>
                </a:lnTo>
                <a:lnTo>
                  <a:pt x="21600" y="21600"/>
                </a:lnTo>
                <a:lnTo>
                  <a:pt x="18036" y="20887"/>
                </a:lnTo>
                <a:lnTo>
                  <a:pt x="14467" y="20174"/>
                </a:lnTo>
                <a:lnTo>
                  <a:pt x="10881" y="19457"/>
                </a:lnTo>
                <a:lnTo>
                  <a:pt x="7279" y="18736"/>
                </a:lnTo>
                <a:lnTo>
                  <a:pt x="3656" y="18010"/>
                </a:lnTo>
                <a:lnTo>
                  <a:pt x="0" y="17280"/>
                </a:lnTo>
                <a:lnTo>
                  <a:pt x="1345" y="11573"/>
                </a:lnTo>
                <a:lnTo>
                  <a:pt x="2311" y="7642"/>
                </a:lnTo>
                <a:lnTo>
                  <a:pt x="3046" y="4994"/>
                </a:lnTo>
                <a:lnTo>
                  <a:pt x="3710" y="3158"/>
                </a:lnTo>
                <a:lnTo>
                  <a:pt x="4444" y="1655"/>
                </a:lnTo>
                <a:lnTo>
                  <a:pt x="5400" y="0"/>
                </a:lnTo>
                <a:close/>
              </a:path>
            </a:pathLst>
          </a:custGeom>
          <a:solidFill>
            <a:srgbClr val="E5F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6" name="contour_16614"/>
          <p:cNvSpPr/>
          <p:nvPr/>
        </p:nvSpPr>
        <p:spPr>
          <a:xfrm>
            <a:off x="8384277" y="2630965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376"/>
                </a:lnTo>
                <a:lnTo>
                  <a:pt x="18706" y="4756"/>
                </a:lnTo>
                <a:lnTo>
                  <a:pt x="19423" y="7146"/>
                </a:lnTo>
                <a:lnTo>
                  <a:pt x="20144" y="9547"/>
                </a:lnTo>
                <a:lnTo>
                  <a:pt x="20870" y="11963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2"/>
                </a:lnTo>
                <a:lnTo>
                  <a:pt x="13569" y="17078"/>
                </a:lnTo>
                <a:lnTo>
                  <a:pt x="10882" y="17975"/>
                </a:lnTo>
                <a:lnTo>
                  <a:pt x="8182" y="18871"/>
                </a:lnTo>
                <a:lnTo>
                  <a:pt x="5469" y="19775"/>
                </a:lnTo>
                <a:lnTo>
                  <a:pt x="2743" y="20686"/>
                </a:lnTo>
                <a:lnTo>
                  <a:pt x="0" y="21600"/>
                </a:lnTo>
                <a:lnTo>
                  <a:pt x="2195" y="17424"/>
                </a:lnTo>
                <a:lnTo>
                  <a:pt x="3819" y="14375"/>
                </a:lnTo>
                <a:lnTo>
                  <a:pt x="5020" y="12200"/>
                </a:lnTo>
                <a:lnTo>
                  <a:pt x="5953" y="10649"/>
                </a:lnTo>
                <a:lnTo>
                  <a:pt x="6765" y="9464"/>
                </a:lnTo>
                <a:lnTo>
                  <a:pt x="7612" y="8399"/>
                </a:lnTo>
                <a:lnTo>
                  <a:pt x="8640" y="7200"/>
                </a:lnTo>
                <a:lnTo>
                  <a:pt x="11496" y="7200"/>
                </a:lnTo>
                <a:lnTo>
                  <a:pt x="14368" y="7200"/>
                </a:lnTo>
                <a:lnTo>
                  <a:pt x="17280" y="7200"/>
                </a:lnTo>
                <a:lnTo>
                  <a:pt x="17280" y="4820"/>
                </a:lnTo>
                <a:lnTo>
                  <a:pt x="17280" y="2426"/>
                </a:lnTo>
                <a:lnTo>
                  <a:pt x="17280" y="0"/>
                </a:lnTo>
                <a:close/>
              </a:path>
            </a:pathLst>
          </a:custGeom>
          <a:solidFill>
            <a:srgbClr val="E6F2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7" name="contour_16615"/>
          <p:cNvSpPr/>
          <p:nvPr/>
        </p:nvSpPr>
        <p:spPr>
          <a:xfrm>
            <a:off x="5665856" y="2638253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08" y="0"/>
                </a:moveTo>
                <a:lnTo>
                  <a:pt x="17839" y="0"/>
                </a:lnTo>
                <a:lnTo>
                  <a:pt x="20411" y="0"/>
                </a:lnTo>
                <a:lnTo>
                  <a:pt x="20881" y="2621"/>
                </a:lnTo>
                <a:lnTo>
                  <a:pt x="21263" y="5202"/>
                </a:lnTo>
                <a:lnTo>
                  <a:pt x="21513" y="7751"/>
                </a:lnTo>
                <a:lnTo>
                  <a:pt x="21600" y="10292"/>
                </a:lnTo>
                <a:lnTo>
                  <a:pt x="21467" y="12838"/>
                </a:lnTo>
                <a:lnTo>
                  <a:pt x="21090" y="15401"/>
                </a:lnTo>
                <a:lnTo>
                  <a:pt x="20411" y="18000"/>
                </a:lnTo>
                <a:lnTo>
                  <a:pt x="17166" y="19242"/>
                </a:lnTo>
                <a:lnTo>
                  <a:pt x="13910" y="20146"/>
                </a:lnTo>
                <a:lnTo>
                  <a:pt x="10604" y="20772"/>
                </a:lnTo>
                <a:lnTo>
                  <a:pt x="7210" y="21186"/>
                </a:lnTo>
                <a:lnTo>
                  <a:pt x="3689" y="21442"/>
                </a:lnTo>
                <a:lnTo>
                  <a:pt x="0" y="21600"/>
                </a:lnTo>
                <a:lnTo>
                  <a:pt x="0" y="19220"/>
                </a:lnTo>
                <a:lnTo>
                  <a:pt x="0" y="16826"/>
                </a:lnTo>
                <a:lnTo>
                  <a:pt x="0" y="14400"/>
                </a:lnTo>
                <a:lnTo>
                  <a:pt x="3373" y="14400"/>
                </a:lnTo>
                <a:lnTo>
                  <a:pt x="6766" y="14400"/>
                </a:lnTo>
                <a:lnTo>
                  <a:pt x="10206" y="14400"/>
                </a:lnTo>
                <a:lnTo>
                  <a:pt x="11599" y="12035"/>
                </a:lnTo>
                <a:lnTo>
                  <a:pt x="12344" y="10166"/>
                </a:lnTo>
                <a:lnTo>
                  <a:pt x="13073" y="7200"/>
                </a:lnTo>
                <a:lnTo>
                  <a:pt x="13808" y="4234"/>
                </a:lnTo>
                <a:lnTo>
                  <a:pt x="14390" y="2365"/>
                </a:lnTo>
                <a:lnTo>
                  <a:pt x="15308" y="0"/>
                </a:lnTo>
                <a:close/>
              </a:path>
            </a:pathLst>
          </a:custGeom>
          <a:solidFill>
            <a:srgbClr val="BBC3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8" name="contour_16616"/>
          <p:cNvSpPr/>
          <p:nvPr/>
        </p:nvSpPr>
        <p:spPr>
          <a:xfrm>
            <a:off x="3953178" y="2660117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11" y="0"/>
                </a:lnTo>
                <a:lnTo>
                  <a:pt x="6826" y="0"/>
                </a:lnTo>
                <a:lnTo>
                  <a:pt x="10257" y="0"/>
                </a:lnTo>
                <a:lnTo>
                  <a:pt x="13704" y="0"/>
                </a:lnTo>
                <a:lnTo>
                  <a:pt x="17171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D7C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19" name="contour_16617"/>
          <p:cNvSpPr/>
          <p:nvPr/>
        </p:nvSpPr>
        <p:spPr>
          <a:xfrm>
            <a:off x="8522749" y="265282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778" y="2965"/>
                </a:lnTo>
                <a:lnTo>
                  <a:pt x="18036" y="5713"/>
                </a:lnTo>
                <a:lnTo>
                  <a:pt x="16337" y="8240"/>
                </a:lnTo>
                <a:lnTo>
                  <a:pt x="14648" y="10562"/>
                </a:lnTo>
                <a:lnTo>
                  <a:pt x="12931" y="12685"/>
                </a:lnTo>
                <a:lnTo>
                  <a:pt x="11146" y="14607"/>
                </a:lnTo>
                <a:lnTo>
                  <a:pt x="9263" y="16351"/>
                </a:lnTo>
                <a:lnTo>
                  <a:pt x="7243" y="17912"/>
                </a:lnTo>
                <a:lnTo>
                  <a:pt x="5051" y="19305"/>
                </a:lnTo>
                <a:lnTo>
                  <a:pt x="2650" y="2053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8E5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0" name="contour_16618"/>
          <p:cNvSpPr/>
          <p:nvPr/>
        </p:nvSpPr>
        <p:spPr>
          <a:xfrm>
            <a:off x="7932421" y="2630965"/>
            <a:ext cx="35500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38" y="0"/>
                </a:moveTo>
                <a:lnTo>
                  <a:pt x="19458" y="2209"/>
                </a:lnTo>
                <a:lnTo>
                  <a:pt x="20709" y="4149"/>
                </a:lnTo>
                <a:lnTo>
                  <a:pt x="21440" y="6057"/>
                </a:lnTo>
                <a:lnTo>
                  <a:pt x="21600" y="8172"/>
                </a:lnTo>
                <a:lnTo>
                  <a:pt x="21134" y="10730"/>
                </a:lnTo>
                <a:lnTo>
                  <a:pt x="19751" y="12929"/>
                </a:lnTo>
                <a:lnTo>
                  <a:pt x="18350" y="15029"/>
                </a:lnTo>
                <a:lnTo>
                  <a:pt x="16851" y="17056"/>
                </a:lnTo>
                <a:lnTo>
                  <a:pt x="15197" y="19028"/>
                </a:lnTo>
                <a:lnTo>
                  <a:pt x="13303" y="20971"/>
                </a:lnTo>
                <a:lnTo>
                  <a:pt x="9738" y="21390"/>
                </a:lnTo>
                <a:lnTo>
                  <a:pt x="7264" y="21600"/>
                </a:lnTo>
                <a:lnTo>
                  <a:pt x="5241" y="21600"/>
                </a:lnTo>
                <a:lnTo>
                  <a:pt x="3033" y="21390"/>
                </a:lnTo>
                <a:lnTo>
                  <a:pt x="0" y="20971"/>
                </a:lnTo>
                <a:lnTo>
                  <a:pt x="31" y="17528"/>
                </a:lnTo>
                <a:lnTo>
                  <a:pt x="248" y="15253"/>
                </a:lnTo>
                <a:lnTo>
                  <a:pt x="838" y="13621"/>
                </a:lnTo>
                <a:lnTo>
                  <a:pt x="1987" y="12121"/>
                </a:lnTo>
                <a:lnTo>
                  <a:pt x="3880" y="10241"/>
                </a:lnTo>
                <a:lnTo>
                  <a:pt x="5530" y="9024"/>
                </a:lnTo>
                <a:lnTo>
                  <a:pt x="7188" y="7798"/>
                </a:lnTo>
                <a:lnTo>
                  <a:pt x="8869" y="6553"/>
                </a:lnTo>
                <a:lnTo>
                  <a:pt x="10518" y="5320"/>
                </a:lnTo>
                <a:lnTo>
                  <a:pt x="12177" y="4075"/>
                </a:lnTo>
                <a:lnTo>
                  <a:pt x="13858" y="2814"/>
                </a:lnTo>
                <a:lnTo>
                  <a:pt x="15786" y="1419"/>
                </a:lnTo>
                <a:lnTo>
                  <a:pt x="17738" y="0"/>
                </a:lnTo>
                <a:close/>
              </a:path>
            </a:pathLst>
          </a:custGeom>
          <a:solidFill>
            <a:srgbClr val="959B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1" name="contour_16619"/>
          <p:cNvSpPr/>
          <p:nvPr/>
        </p:nvSpPr>
        <p:spPr>
          <a:xfrm>
            <a:off x="2481004" y="2638902"/>
            <a:ext cx="51016" cy="212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006" y="3858"/>
                </a:moveTo>
                <a:lnTo>
                  <a:pt x="16382" y="7279"/>
                </a:lnTo>
                <a:lnTo>
                  <a:pt x="17721" y="10789"/>
                </a:lnTo>
                <a:lnTo>
                  <a:pt x="19033" y="14351"/>
                </a:lnTo>
                <a:lnTo>
                  <a:pt x="20323" y="17964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3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3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321" y="15323"/>
                </a:lnTo>
                <a:lnTo>
                  <a:pt x="2330" y="10937"/>
                </a:lnTo>
                <a:lnTo>
                  <a:pt x="3231" y="7865"/>
                </a:lnTo>
                <a:lnTo>
                  <a:pt x="4231" y="5528"/>
                </a:lnTo>
                <a:lnTo>
                  <a:pt x="5527" y="3339"/>
                </a:lnTo>
                <a:lnTo>
                  <a:pt x="7329" y="727"/>
                </a:lnTo>
                <a:lnTo>
                  <a:pt x="10269" y="0"/>
                </a:lnTo>
                <a:lnTo>
                  <a:pt x="12050" y="82"/>
                </a:lnTo>
                <a:lnTo>
                  <a:pt x="13389" y="1269"/>
                </a:lnTo>
                <a:lnTo>
                  <a:pt x="15006" y="3858"/>
                </a:lnTo>
                <a:close/>
              </a:path>
            </a:pathLst>
          </a:custGeom>
          <a:solidFill>
            <a:srgbClr val="6F74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2" name="contour_16620"/>
          <p:cNvSpPr/>
          <p:nvPr/>
        </p:nvSpPr>
        <p:spPr>
          <a:xfrm>
            <a:off x="1329501" y="2645541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20072" y="7690"/>
                </a:lnTo>
                <a:lnTo>
                  <a:pt x="18544" y="9985"/>
                </a:lnTo>
                <a:lnTo>
                  <a:pt x="17010" y="12285"/>
                </a:lnTo>
                <a:lnTo>
                  <a:pt x="15471" y="14596"/>
                </a:lnTo>
                <a:lnTo>
                  <a:pt x="13924" y="16913"/>
                </a:lnTo>
                <a:lnTo>
                  <a:pt x="12369" y="19251"/>
                </a:lnTo>
                <a:lnTo>
                  <a:pt x="10800" y="21600"/>
                </a:lnTo>
                <a:lnTo>
                  <a:pt x="10522" y="19035"/>
                </a:lnTo>
                <a:lnTo>
                  <a:pt x="10241" y="16454"/>
                </a:lnTo>
                <a:lnTo>
                  <a:pt x="9958" y="13835"/>
                </a:lnTo>
                <a:lnTo>
                  <a:pt x="9345" y="11048"/>
                </a:lnTo>
                <a:lnTo>
                  <a:pt x="8726" y="8246"/>
                </a:lnTo>
                <a:lnTo>
                  <a:pt x="8100" y="5400"/>
                </a:lnTo>
                <a:lnTo>
                  <a:pt x="6496" y="4331"/>
                </a:lnTo>
                <a:lnTo>
                  <a:pt x="4887" y="3256"/>
                </a:lnTo>
                <a:lnTo>
                  <a:pt x="3272" y="2182"/>
                </a:lnTo>
                <a:lnTo>
                  <a:pt x="1644" y="1096"/>
                </a:lnTo>
                <a:lnTo>
                  <a:pt x="0" y="0"/>
                </a:lnTo>
                <a:close/>
              </a:path>
            </a:pathLst>
          </a:custGeom>
          <a:solidFill>
            <a:srgbClr val="7E7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3" name="contour_16621"/>
          <p:cNvSpPr/>
          <p:nvPr/>
        </p:nvSpPr>
        <p:spPr>
          <a:xfrm>
            <a:off x="10986090" y="264554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8806" y="6631"/>
                </a:lnTo>
                <a:lnTo>
                  <a:pt x="16812" y="11246"/>
                </a:lnTo>
                <a:lnTo>
                  <a:pt x="15314" y="14458"/>
                </a:lnTo>
                <a:lnTo>
                  <a:pt x="14011" y="16848"/>
                </a:lnTo>
                <a:lnTo>
                  <a:pt x="12607" y="19030"/>
                </a:lnTo>
                <a:lnTo>
                  <a:pt x="10800" y="21600"/>
                </a:lnTo>
                <a:lnTo>
                  <a:pt x="7798" y="20894"/>
                </a:lnTo>
                <a:lnTo>
                  <a:pt x="5735" y="20167"/>
                </a:lnTo>
                <a:lnTo>
                  <a:pt x="4093" y="19073"/>
                </a:lnTo>
                <a:lnTo>
                  <a:pt x="2354" y="17266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5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4" name="contour_16622"/>
          <p:cNvSpPr/>
          <p:nvPr/>
        </p:nvSpPr>
        <p:spPr>
          <a:xfrm>
            <a:off x="7079726" y="260910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986" y="423"/>
                </a:lnTo>
                <a:lnTo>
                  <a:pt x="11941" y="860"/>
                </a:lnTo>
                <a:lnTo>
                  <a:pt x="13583" y="1516"/>
                </a:lnTo>
                <a:lnTo>
                  <a:pt x="15430" y="2601"/>
                </a:lnTo>
                <a:lnTo>
                  <a:pt x="18000" y="4320"/>
                </a:lnTo>
                <a:lnTo>
                  <a:pt x="19217" y="7664"/>
                </a:lnTo>
                <a:lnTo>
                  <a:pt x="20012" y="10009"/>
                </a:lnTo>
                <a:lnTo>
                  <a:pt x="20560" y="11979"/>
                </a:lnTo>
                <a:lnTo>
                  <a:pt x="21031" y="14196"/>
                </a:lnTo>
                <a:lnTo>
                  <a:pt x="21600" y="17280"/>
                </a:lnTo>
                <a:lnTo>
                  <a:pt x="20819" y="17747"/>
                </a:lnTo>
                <a:lnTo>
                  <a:pt x="19811" y="18356"/>
                </a:lnTo>
                <a:lnTo>
                  <a:pt x="17896" y="19505"/>
                </a:lnTo>
                <a:lnTo>
                  <a:pt x="14400" y="21600"/>
                </a:lnTo>
                <a:lnTo>
                  <a:pt x="13842" y="19591"/>
                </a:lnTo>
                <a:lnTo>
                  <a:pt x="13277" y="17548"/>
                </a:lnTo>
                <a:lnTo>
                  <a:pt x="11509" y="14792"/>
                </a:lnTo>
                <a:lnTo>
                  <a:pt x="9630" y="12804"/>
                </a:lnTo>
                <a:lnTo>
                  <a:pt x="7589" y="11392"/>
                </a:lnTo>
                <a:lnTo>
                  <a:pt x="5339" y="10359"/>
                </a:lnTo>
                <a:lnTo>
                  <a:pt x="2826" y="9508"/>
                </a:lnTo>
                <a:lnTo>
                  <a:pt x="0" y="8640"/>
                </a:lnTo>
                <a:lnTo>
                  <a:pt x="1757" y="5923"/>
                </a:lnTo>
                <a:lnTo>
                  <a:pt x="3092" y="4121"/>
                </a:lnTo>
                <a:lnTo>
                  <a:pt x="4684" y="2415"/>
                </a:lnTo>
                <a:lnTo>
                  <a:pt x="7200" y="0"/>
                </a:lnTo>
                <a:close/>
              </a:path>
            </a:pathLst>
          </a:custGeom>
          <a:solidFill>
            <a:srgbClr val="70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5" name="contour_16623"/>
          <p:cNvSpPr/>
          <p:nvPr/>
        </p:nvSpPr>
        <p:spPr>
          <a:xfrm>
            <a:off x="1686270" y="2623677"/>
            <a:ext cx="2220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914" y="21600"/>
                </a:lnTo>
                <a:lnTo>
                  <a:pt x="12200" y="21600"/>
                </a:lnTo>
                <a:lnTo>
                  <a:pt x="7422" y="21600"/>
                </a:lnTo>
                <a:lnTo>
                  <a:pt x="5409" y="19318"/>
                </a:lnTo>
                <a:lnTo>
                  <a:pt x="4182" y="17644"/>
                </a:lnTo>
                <a:lnTo>
                  <a:pt x="3247" y="15754"/>
                </a:lnTo>
                <a:lnTo>
                  <a:pt x="2105" y="12823"/>
                </a:lnTo>
                <a:lnTo>
                  <a:pt x="1063" y="10375"/>
                </a:lnTo>
                <a:lnTo>
                  <a:pt x="0" y="7888"/>
                </a:lnTo>
                <a:lnTo>
                  <a:pt x="163" y="5760"/>
                </a:lnTo>
                <a:lnTo>
                  <a:pt x="333" y="3600"/>
                </a:lnTo>
                <a:lnTo>
                  <a:pt x="4537" y="2182"/>
                </a:lnTo>
                <a:lnTo>
                  <a:pt x="8400" y="1156"/>
                </a:lnTo>
                <a:lnTo>
                  <a:pt x="12292" y="482"/>
                </a:lnTo>
                <a:lnTo>
                  <a:pt x="16574" y="112"/>
                </a:lnTo>
                <a:lnTo>
                  <a:pt x="21600" y="0"/>
                </a:lnTo>
                <a:close/>
              </a:path>
            </a:pathLst>
          </a:custGeom>
          <a:solidFill>
            <a:srgbClr val="9395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6" name="contour_16624"/>
          <p:cNvSpPr/>
          <p:nvPr/>
        </p:nvSpPr>
        <p:spPr>
          <a:xfrm>
            <a:off x="1074421" y="262367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004" y="1528"/>
                </a:lnTo>
                <a:lnTo>
                  <a:pt x="12750" y="3056"/>
                </a:lnTo>
                <a:lnTo>
                  <a:pt x="14503" y="4590"/>
                </a:lnTo>
                <a:lnTo>
                  <a:pt x="16262" y="6129"/>
                </a:lnTo>
                <a:lnTo>
                  <a:pt x="18030" y="7679"/>
                </a:lnTo>
                <a:lnTo>
                  <a:pt x="19807" y="9234"/>
                </a:lnTo>
                <a:lnTo>
                  <a:pt x="21600" y="10800"/>
                </a:lnTo>
                <a:lnTo>
                  <a:pt x="20835" y="13473"/>
                </a:lnTo>
                <a:lnTo>
                  <a:pt x="20069" y="16162"/>
                </a:lnTo>
                <a:lnTo>
                  <a:pt x="19295" y="18862"/>
                </a:lnTo>
                <a:lnTo>
                  <a:pt x="18514" y="21600"/>
                </a:lnTo>
                <a:lnTo>
                  <a:pt x="16351" y="21524"/>
                </a:lnTo>
                <a:lnTo>
                  <a:pt x="14777" y="21379"/>
                </a:lnTo>
                <a:lnTo>
                  <a:pt x="13340" y="21071"/>
                </a:lnTo>
                <a:lnTo>
                  <a:pt x="11587" y="20504"/>
                </a:lnTo>
                <a:lnTo>
                  <a:pt x="9066" y="19575"/>
                </a:lnTo>
                <a:lnTo>
                  <a:pt x="8313" y="19310"/>
                </a:lnTo>
                <a:lnTo>
                  <a:pt x="6983" y="18841"/>
                </a:lnTo>
                <a:lnTo>
                  <a:pt x="3940" y="17761"/>
                </a:lnTo>
                <a:lnTo>
                  <a:pt x="1984" y="16988"/>
                </a:lnTo>
                <a:lnTo>
                  <a:pt x="0" y="16200"/>
                </a:lnTo>
                <a:lnTo>
                  <a:pt x="682" y="15903"/>
                </a:lnTo>
                <a:lnTo>
                  <a:pt x="1882" y="15379"/>
                </a:lnTo>
                <a:lnTo>
                  <a:pt x="4629" y="14175"/>
                </a:lnTo>
                <a:lnTo>
                  <a:pt x="6159" y="13063"/>
                </a:lnTo>
                <a:lnTo>
                  <a:pt x="7696" y="11934"/>
                </a:lnTo>
                <a:lnTo>
                  <a:pt x="9257" y="10800"/>
                </a:lnTo>
                <a:lnTo>
                  <a:pt x="9257" y="7231"/>
                </a:lnTo>
                <a:lnTo>
                  <a:pt x="9257" y="3640"/>
                </a:lnTo>
                <a:lnTo>
                  <a:pt x="9257" y="0"/>
                </a:lnTo>
                <a:close/>
              </a:path>
            </a:pathLst>
          </a:custGeom>
          <a:solidFill>
            <a:srgbClr val="8C8B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7" name="contour_16625"/>
          <p:cNvSpPr/>
          <p:nvPr/>
        </p:nvSpPr>
        <p:spPr>
          <a:xfrm>
            <a:off x="11226594" y="260910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351" y="1782"/>
                </a:lnTo>
                <a:lnTo>
                  <a:pt x="19423" y="3575"/>
                </a:lnTo>
                <a:lnTo>
                  <a:pt x="20507" y="5375"/>
                </a:lnTo>
                <a:lnTo>
                  <a:pt x="21600" y="7200"/>
                </a:lnTo>
                <a:lnTo>
                  <a:pt x="20663" y="7589"/>
                </a:lnTo>
                <a:lnTo>
                  <a:pt x="19453" y="8096"/>
                </a:lnTo>
                <a:lnTo>
                  <a:pt x="17155" y="9054"/>
                </a:lnTo>
                <a:lnTo>
                  <a:pt x="12960" y="10800"/>
                </a:lnTo>
                <a:lnTo>
                  <a:pt x="14031" y="12582"/>
                </a:lnTo>
                <a:lnTo>
                  <a:pt x="15103" y="14375"/>
                </a:lnTo>
                <a:lnTo>
                  <a:pt x="16187" y="16175"/>
                </a:lnTo>
                <a:lnTo>
                  <a:pt x="17280" y="18000"/>
                </a:lnTo>
                <a:lnTo>
                  <a:pt x="14714" y="18713"/>
                </a:lnTo>
                <a:lnTo>
                  <a:pt x="12139" y="19429"/>
                </a:lnTo>
                <a:lnTo>
                  <a:pt x="9556" y="20146"/>
                </a:lnTo>
                <a:lnTo>
                  <a:pt x="6951" y="20869"/>
                </a:lnTo>
                <a:lnTo>
                  <a:pt x="4320" y="21600"/>
                </a:lnTo>
                <a:lnTo>
                  <a:pt x="3084" y="19231"/>
                </a:lnTo>
                <a:lnTo>
                  <a:pt x="1996" y="16909"/>
                </a:lnTo>
                <a:lnTo>
                  <a:pt x="1093" y="14591"/>
                </a:lnTo>
                <a:lnTo>
                  <a:pt x="428" y="12226"/>
                </a:lnTo>
                <a:lnTo>
                  <a:pt x="48" y="9778"/>
                </a:lnTo>
                <a:lnTo>
                  <a:pt x="0" y="7200"/>
                </a:lnTo>
                <a:lnTo>
                  <a:pt x="2242" y="5728"/>
                </a:lnTo>
                <a:lnTo>
                  <a:pt x="4553" y="4457"/>
                </a:lnTo>
                <a:lnTo>
                  <a:pt x="6942" y="3362"/>
                </a:lnTo>
                <a:lnTo>
                  <a:pt x="9405" y="2401"/>
                </a:lnTo>
                <a:lnTo>
                  <a:pt x="11949" y="1544"/>
                </a:lnTo>
                <a:lnTo>
                  <a:pt x="14571" y="752"/>
                </a:lnTo>
                <a:lnTo>
                  <a:pt x="17280" y="0"/>
                </a:lnTo>
                <a:close/>
              </a:path>
            </a:pathLst>
          </a:custGeom>
          <a:solidFill>
            <a:srgbClr val="8C8F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8" name="contour_16626"/>
          <p:cNvSpPr/>
          <p:nvPr/>
        </p:nvSpPr>
        <p:spPr>
          <a:xfrm>
            <a:off x="6984983" y="260181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853"/>
                </a:lnTo>
                <a:lnTo>
                  <a:pt x="14524" y="1561"/>
                </a:lnTo>
                <a:lnTo>
                  <a:pt x="16494" y="2381"/>
                </a:lnTo>
                <a:lnTo>
                  <a:pt x="18645" y="3575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1503" y="12609"/>
                </a:lnTo>
                <a:lnTo>
                  <a:pt x="2657" y="9979"/>
                </a:lnTo>
                <a:lnTo>
                  <a:pt x="3711" y="7852"/>
                </a:lnTo>
                <a:lnTo>
                  <a:pt x="4899" y="5778"/>
                </a:lnTo>
                <a:lnTo>
                  <a:pt x="6463" y="3310"/>
                </a:lnTo>
                <a:lnTo>
                  <a:pt x="8640" y="0"/>
                </a:lnTo>
                <a:close/>
              </a:path>
            </a:pathLst>
          </a:custGeom>
          <a:solidFill>
            <a:srgbClr val="B7BC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29" name="contour_16627"/>
          <p:cNvSpPr/>
          <p:nvPr/>
        </p:nvSpPr>
        <p:spPr>
          <a:xfrm>
            <a:off x="7983437" y="2585597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450" y="3522"/>
                </a:lnTo>
                <a:lnTo>
                  <a:pt x="19278" y="6110"/>
                </a:lnTo>
                <a:lnTo>
                  <a:pt x="18085" y="8690"/>
                </a:lnTo>
                <a:lnTo>
                  <a:pt x="16875" y="11265"/>
                </a:lnTo>
                <a:lnTo>
                  <a:pt x="16000" y="13187"/>
                </a:lnTo>
                <a:lnTo>
                  <a:pt x="15115" y="15118"/>
                </a:lnTo>
                <a:lnTo>
                  <a:pt x="14218" y="17077"/>
                </a:lnTo>
                <a:lnTo>
                  <a:pt x="12523" y="19322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373" y="18942"/>
                </a:lnTo>
                <a:lnTo>
                  <a:pt x="783" y="16309"/>
                </a:lnTo>
                <a:lnTo>
                  <a:pt x="1253" y="13700"/>
                </a:lnTo>
                <a:lnTo>
                  <a:pt x="1814" y="11112"/>
                </a:lnTo>
                <a:lnTo>
                  <a:pt x="2484" y="8545"/>
                </a:lnTo>
                <a:lnTo>
                  <a:pt x="3289" y="5994"/>
                </a:lnTo>
                <a:lnTo>
                  <a:pt x="4250" y="3456"/>
                </a:lnTo>
                <a:lnTo>
                  <a:pt x="5400" y="930"/>
                </a:lnTo>
                <a:close/>
              </a:path>
            </a:pathLst>
          </a:custGeom>
          <a:solidFill>
            <a:srgbClr val="4646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0" name="contour_16628"/>
          <p:cNvSpPr/>
          <p:nvPr/>
        </p:nvSpPr>
        <p:spPr>
          <a:xfrm>
            <a:off x="7079726" y="258723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1573" y="20255"/>
                </a:lnTo>
                <a:lnTo>
                  <a:pt x="7642" y="19289"/>
                </a:lnTo>
                <a:lnTo>
                  <a:pt x="4994" y="18549"/>
                </a:lnTo>
                <a:lnTo>
                  <a:pt x="3158" y="17890"/>
                </a:lnTo>
                <a:lnTo>
                  <a:pt x="1655" y="17156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795" y="3910"/>
                </a:lnTo>
                <a:lnTo>
                  <a:pt x="5430" y="2705"/>
                </a:lnTo>
                <a:lnTo>
                  <a:pt x="7975" y="1766"/>
                </a:lnTo>
                <a:lnTo>
                  <a:pt x="10493" y="1053"/>
                </a:lnTo>
                <a:lnTo>
                  <a:pt x="13051" y="551"/>
                </a:lnTo>
                <a:lnTo>
                  <a:pt x="15708" y="227"/>
                </a:lnTo>
                <a:lnTo>
                  <a:pt x="18537" y="54"/>
                </a:lnTo>
                <a:lnTo>
                  <a:pt x="21600" y="0"/>
                </a:lnTo>
                <a:close/>
              </a:path>
            </a:pathLst>
          </a:custGeom>
          <a:solidFill>
            <a:srgbClr val="8A8D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1" name="contour_16629"/>
          <p:cNvSpPr/>
          <p:nvPr/>
        </p:nvSpPr>
        <p:spPr>
          <a:xfrm>
            <a:off x="4383170" y="2587237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89" y="3131"/>
                </a:lnTo>
                <a:lnTo>
                  <a:pt x="19544" y="6201"/>
                </a:lnTo>
                <a:lnTo>
                  <a:pt x="18438" y="9214"/>
                </a:lnTo>
                <a:lnTo>
                  <a:pt x="17254" y="12164"/>
                </a:lnTo>
                <a:lnTo>
                  <a:pt x="15958" y="15058"/>
                </a:lnTo>
                <a:lnTo>
                  <a:pt x="14537" y="17895"/>
                </a:lnTo>
                <a:lnTo>
                  <a:pt x="12960" y="20670"/>
                </a:lnTo>
                <a:lnTo>
                  <a:pt x="9487" y="212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290"/>
                </a:lnTo>
                <a:lnTo>
                  <a:pt x="0" y="20670"/>
                </a:lnTo>
                <a:lnTo>
                  <a:pt x="1356" y="14546"/>
                </a:lnTo>
                <a:lnTo>
                  <a:pt x="2415" y="10309"/>
                </a:lnTo>
                <a:lnTo>
                  <a:pt x="3413" y="7426"/>
                </a:lnTo>
                <a:lnTo>
                  <a:pt x="4588" y="5369"/>
                </a:lnTo>
                <a:lnTo>
                  <a:pt x="6160" y="3607"/>
                </a:lnTo>
                <a:lnTo>
                  <a:pt x="8372" y="1612"/>
                </a:lnTo>
                <a:lnTo>
                  <a:pt x="10679" y="827"/>
                </a:lnTo>
                <a:lnTo>
                  <a:pt x="12524" y="346"/>
                </a:lnTo>
                <a:lnTo>
                  <a:pt x="14532" y="103"/>
                </a:lnTo>
                <a:lnTo>
                  <a:pt x="17349" y="10"/>
                </a:lnTo>
                <a:lnTo>
                  <a:pt x="21600" y="0"/>
                </a:lnTo>
                <a:close/>
              </a:path>
            </a:pathLst>
          </a:custGeom>
          <a:solidFill>
            <a:srgbClr val="3E3A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2" name="contour_16630"/>
          <p:cNvSpPr/>
          <p:nvPr/>
        </p:nvSpPr>
        <p:spPr>
          <a:xfrm>
            <a:off x="4244698" y="2587237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82"/>
                </a:lnTo>
                <a:lnTo>
                  <a:pt x="2341" y="737"/>
                </a:lnTo>
                <a:lnTo>
                  <a:pt x="3646" y="1153"/>
                </a:lnTo>
                <a:lnTo>
                  <a:pt x="5374" y="1698"/>
                </a:lnTo>
                <a:lnTo>
                  <a:pt x="7780" y="2455"/>
                </a:lnTo>
                <a:lnTo>
                  <a:pt x="11115" y="3512"/>
                </a:lnTo>
                <a:lnTo>
                  <a:pt x="15638" y="4938"/>
                </a:lnTo>
                <a:lnTo>
                  <a:pt x="21600" y="6820"/>
                </a:lnTo>
                <a:lnTo>
                  <a:pt x="20529" y="10196"/>
                </a:lnTo>
                <a:lnTo>
                  <a:pt x="19457" y="13593"/>
                </a:lnTo>
                <a:lnTo>
                  <a:pt x="18373" y="17003"/>
                </a:lnTo>
                <a:lnTo>
                  <a:pt x="17280" y="20461"/>
                </a:lnTo>
                <a:lnTo>
                  <a:pt x="14148" y="21382"/>
                </a:lnTo>
                <a:lnTo>
                  <a:pt x="11837" y="21600"/>
                </a:lnTo>
                <a:lnTo>
                  <a:pt x="8372" y="21314"/>
                </a:lnTo>
                <a:lnTo>
                  <a:pt x="5607" y="21034"/>
                </a:lnTo>
                <a:lnTo>
                  <a:pt x="2821" y="20747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8E21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3" name="contour_16631"/>
          <p:cNvSpPr/>
          <p:nvPr/>
        </p:nvSpPr>
        <p:spPr>
          <a:xfrm>
            <a:off x="4221886" y="2587237"/>
            <a:ext cx="2281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501" y="21600"/>
                </a:lnTo>
                <a:lnTo>
                  <a:pt x="13388" y="21600"/>
                </a:lnTo>
                <a:lnTo>
                  <a:pt x="9261" y="21600"/>
                </a:lnTo>
                <a:lnTo>
                  <a:pt x="5100" y="21600"/>
                </a:lnTo>
                <a:lnTo>
                  <a:pt x="897" y="21600"/>
                </a:lnTo>
                <a:lnTo>
                  <a:pt x="400" y="16649"/>
                </a:lnTo>
                <a:lnTo>
                  <a:pt x="97" y="13172"/>
                </a:lnTo>
                <a:lnTo>
                  <a:pt x="0" y="10675"/>
                </a:lnTo>
                <a:lnTo>
                  <a:pt x="97" y="8688"/>
                </a:lnTo>
                <a:lnTo>
                  <a:pt x="400" y="6731"/>
                </a:lnTo>
                <a:lnTo>
                  <a:pt x="897" y="4320"/>
                </a:lnTo>
                <a:lnTo>
                  <a:pt x="4996" y="2445"/>
                </a:lnTo>
                <a:lnTo>
                  <a:pt x="8681" y="1192"/>
                </a:lnTo>
                <a:lnTo>
                  <a:pt x="12394" y="449"/>
                </a:lnTo>
                <a:lnTo>
                  <a:pt x="16555" y="91"/>
                </a:lnTo>
                <a:lnTo>
                  <a:pt x="21600" y="0"/>
                </a:lnTo>
                <a:close/>
              </a:path>
            </a:pathLst>
          </a:custGeom>
          <a:solidFill>
            <a:srgbClr val="C453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4" name="contour_16632"/>
          <p:cNvSpPr/>
          <p:nvPr/>
        </p:nvSpPr>
        <p:spPr>
          <a:xfrm>
            <a:off x="1198317" y="2587237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4277"/>
                </a:lnTo>
                <a:lnTo>
                  <a:pt x="20375" y="8568"/>
                </a:lnTo>
                <a:lnTo>
                  <a:pt x="19761" y="12874"/>
                </a:lnTo>
                <a:lnTo>
                  <a:pt x="19141" y="17215"/>
                </a:lnTo>
                <a:lnTo>
                  <a:pt x="18514" y="21600"/>
                </a:lnTo>
                <a:lnTo>
                  <a:pt x="16660" y="20268"/>
                </a:lnTo>
                <a:lnTo>
                  <a:pt x="14808" y="18922"/>
                </a:lnTo>
                <a:lnTo>
                  <a:pt x="12957" y="17575"/>
                </a:lnTo>
                <a:lnTo>
                  <a:pt x="11105" y="16214"/>
                </a:lnTo>
                <a:lnTo>
                  <a:pt x="9257" y="14846"/>
                </a:lnTo>
                <a:lnTo>
                  <a:pt x="8492" y="14285"/>
                </a:lnTo>
                <a:lnTo>
                  <a:pt x="7143" y="13306"/>
                </a:lnTo>
                <a:lnTo>
                  <a:pt x="4048" y="11052"/>
                </a:lnTo>
                <a:lnTo>
                  <a:pt x="204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5" name="contour_16633"/>
          <p:cNvSpPr/>
          <p:nvPr/>
        </p:nvSpPr>
        <p:spPr>
          <a:xfrm>
            <a:off x="994254" y="2579949"/>
            <a:ext cx="5830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448"/>
                </a:lnTo>
                <a:lnTo>
                  <a:pt x="3564" y="891"/>
                </a:lnTo>
                <a:lnTo>
                  <a:pt x="5349" y="1339"/>
                </a:lnTo>
                <a:lnTo>
                  <a:pt x="7136" y="1782"/>
                </a:lnTo>
                <a:lnTo>
                  <a:pt x="8926" y="2230"/>
                </a:lnTo>
                <a:lnTo>
                  <a:pt x="10719" y="2678"/>
                </a:lnTo>
                <a:lnTo>
                  <a:pt x="12517" y="3127"/>
                </a:lnTo>
                <a:lnTo>
                  <a:pt x="14321" y="3580"/>
                </a:lnTo>
                <a:lnTo>
                  <a:pt x="16130" y="4034"/>
                </a:lnTo>
                <a:lnTo>
                  <a:pt x="17944" y="4487"/>
                </a:lnTo>
                <a:lnTo>
                  <a:pt x="19769" y="4941"/>
                </a:lnTo>
                <a:lnTo>
                  <a:pt x="21600" y="5400"/>
                </a:lnTo>
                <a:lnTo>
                  <a:pt x="21600" y="8078"/>
                </a:lnTo>
                <a:lnTo>
                  <a:pt x="21600" y="10800"/>
                </a:lnTo>
                <a:lnTo>
                  <a:pt x="19888" y="10611"/>
                </a:lnTo>
                <a:lnTo>
                  <a:pt x="18152" y="10422"/>
                </a:lnTo>
                <a:lnTo>
                  <a:pt x="16670" y="10325"/>
                </a:lnTo>
                <a:lnTo>
                  <a:pt x="15179" y="10228"/>
                </a:lnTo>
                <a:lnTo>
                  <a:pt x="13667" y="10125"/>
                </a:lnTo>
                <a:lnTo>
                  <a:pt x="12193" y="10001"/>
                </a:lnTo>
                <a:lnTo>
                  <a:pt x="10711" y="9877"/>
                </a:lnTo>
                <a:lnTo>
                  <a:pt x="9207" y="9747"/>
                </a:lnTo>
                <a:lnTo>
                  <a:pt x="8259" y="10006"/>
                </a:lnTo>
                <a:lnTo>
                  <a:pt x="5400" y="10800"/>
                </a:lnTo>
                <a:lnTo>
                  <a:pt x="4309" y="14029"/>
                </a:lnTo>
                <a:lnTo>
                  <a:pt x="3664" y="16232"/>
                </a:lnTo>
                <a:lnTo>
                  <a:pt x="3210" y="18419"/>
                </a:lnTo>
                <a:lnTo>
                  <a:pt x="2700" y="21600"/>
                </a:lnTo>
                <a:lnTo>
                  <a:pt x="2255" y="18036"/>
                </a:lnTo>
                <a:lnTo>
                  <a:pt x="1809" y="14467"/>
                </a:lnTo>
                <a:lnTo>
                  <a:pt x="1361" y="10881"/>
                </a:lnTo>
                <a:lnTo>
                  <a:pt x="910" y="7279"/>
                </a:lnTo>
                <a:lnTo>
                  <a:pt x="456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A6D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6" name="contour_16634"/>
          <p:cNvSpPr/>
          <p:nvPr/>
        </p:nvSpPr>
        <p:spPr>
          <a:xfrm>
            <a:off x="11058970" y="25726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75" y="16150"/>
                </a:lnTo>
                <a:lnTo>
                  <a:pt x="16705" y="17201"/>
                </a:lnTo>
                <a:lnTo>
                  <a:pt x="14386" y="17978"/>
                </a:lnTo>
                <a:lnTo>
                  <a:pt x="10800" y="18900"/>
                </a:lnTo>
                <a:lnTo>
                  <a:pt x="7785" y="19714"/>
                </a:lnTo>
                <a:lnTo>
                  <a:pt x="4726" y="20534"/>
                </a:lnTo>
                <a:lnTo>
                  <a:pt x="2380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EE4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7" name="contour_16635"/>
          <p:cNvSpPr/>
          <p:nvPr/>
        </p:nvSpPr>
        <p:spPr>
          <a:xfrm>
            <a:off x="6868375" y="256537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20529" y="6458"/>
                </a:lnTo>
                <a:lnTo>
                  <a:pt x="19457" y="8610"/>
                </a:lnTo>
                <a:lnTo>
                  <a:pt x="18373" y="10770"/>
                </a:lnTo>
                <a:lnTo>
                  <a:pt x="17280" y="12960"/>
                </a:lnTo>
                <a:lnTo>
                  <a:pt x="14424" y="12960"/>
                </a:lnTo>
                <a:lnTo>
                  <a:pt x="11552" y="12960"/>
                </a:lnTo>
                <a:lnTo>
                  <a:pt x="8640" y="12960"/>
                </a:lnTo>
                <a:lnTo>
                  <a:pt x="7569" y="15098"/>
                </a:lnTo>
                <a:lnTo>
                  <a:pt x="6497" y="17250"/>
                </a:lnTo>
                <a:lnTo>
                  <a:pt x="5413" y="19410"/>
                </a:lnTo>
                <a:lnTo>
                  <a:pt x="4320" y="21600"/>
                </a:lnTo>
                <a:lnTo>
                  <a:pt x="3784" y="18926"/>
                </a:lnTo>
                <a:lnTo>
                  <a:pt x="3249" y="16252"/>
                </a:lnTo>
                <a:lnTo>
                  <a:pt x="2713" y="13569"/>
                </a:lnTo>
                <a:lnTo>
                  <a:pt x="2177" y="10882"/>
                </a:lnTo>
                <a:lnTo>
                  <a:pt x="1637" y="8182"/>
                </a:lnTo>
                <a:lnTo>
                  <a:pt x="1093" y="5469"/>
                </a:lnTo>
                <a:lnTo>
                  <a:pt x="54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A494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8" name="contour_16636"/>
          <p:cNvSpPr/>
          <p:nvPr/>
        </p:nvSpPr>
        <p:spPr>
          <a:xfrm>
            <a:off x="5002649" y="2572632"/>
            <a:ext cx="29152" cy="51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2"/>
                </a:moveTo>
                <a:lnTo>
                  <a:pt x="21600" y="1844"/>
                </a:lnTo>
                <a:lnTo>
                  <a:pt x="21600" y="3682"/>
                </a:lnTo>
                <a:lnTo>
                  <a:pt x="21600" y="5526"/>
                </a:lnTo>
                <a:lnTo>
                  <a:pt x="21600" y="7386"/>
                </a:lnTo>
                <a:lnTo>
                  <a:pt x="21600" y="9264"/>
                </a:lnTo>
                <a:lnTo>
                  <a:pt x="18031" y="9264"/>
                </a:lnTo>
                <a:lnTo>
                  <a:pt x="14440" y="9264"/>
                </a:lnTo>
                <a:lnTo>
                  <a:pt x="10800" y="9264"/>
                </a:lnTo>
                <a:lnTo>
                  <a:pt x="9185" y="11290"/>
                </a:lnTo>
                <a:lnTo>
                  <a:pt x="8311" y="12891"/>
                </a:lnTo>
                <a:lnTo>
                  <a:pt x="7425" y="15432"/>
                </a:lnTo>
                <a:lnTo>
                  <a:pt x="6815" y="17153"/>
                </a:lnTo>
                <a:lnTo>
                  <a:pt x="6199" y="18902"/>
                </a:lnTo>
                <a:lnTo>
                  <a:pt x="5999" y="19571"/>
                </a:lnTo>
                <a:lnTo>
                  <a:pt x="5400" y="21600"/>
                </a:lnTo>
                <a:lnTo>
                  <a:pt x="4693" y="19793"/>
                </a:lnTo>
                <a:lnTo>
                  <a:pt x="4007" y="17983"/>
                </a:lnTo>
                <a:lnTo>
                  <a:pt x="3332" y="16169"/>
                </a:lnTo>
                <a:lnTo>
                  <a:pt x="2673" y="14356"/>
                </a:lnTo>
                <a:lnTo>
                  <a:pt x="2025" y="12539"/>
                </a:lnTo>
                <a:lnTo>
                  <a:pt x="1399" y="10856"/>
                </a:lnTo>
                <a:lnTo>
                  <a:pt x="767" y="9162"/>
                </a:lnTo>
                <a:lnTo>
                  <a:pt x="124" y="7445"/>
                </a:lnTo>
                <a:lnTo>
                  <a:pt x="65" y="5286"/>
                </a:lnTo>
                <a:lnTo>
                  <a:pt x="0" y="3096"/>
                </a:lnTo>
                <a:lnTo>
                  <a:pt x="3499" y="1672"/>
                </a:lnTo>
                <a:lnTo>
                  <a:pt x="6723" y="765"/>
                </a:lnTo>
                <a:lnTo>
                  <a:pt x="9909" y="262"/>
                </a:lnTo>
                <a:lnTo>
                  <a:pt x="13289" y="46"/>
                </a:lnTo>
                <a:lnTo>
                  <a:pt x="17107" y="0"/>
                </a:lnTo>
                <a:lnTo>
                  <a:pt x="21600" y="12"/>
                </a:lnTo>
                <a:close/>
              </a:path>
            </a:pathLst>
          </a:custGeom>
          <a:solidFill>
            <a:srgbClr val="564E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39" name="contour_16637"/>
          <p:cNvSpPr/>
          <p:nvPr/>
        </p:nvSpPr>
        <p:spPr>
          <a:xfrm>
            <a:off x="5381624" y="2565118"/>
            <a:ext cx="43728" cy="294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7"/>
                </a:moveTo>
                <a:lnTo>
                  <a:pt x="21600" y="3726"/>
                </a:lnTo>
                <a:lnTo>
                  <a:pt x="21600" y="7286"/>
                </a:lnTo>
                <a:lnTo>
                  <a:pt x="21600" y="10894"/>
                </a:lnTo>
                <a:lnTo>
                  <a:pt x="19246" y="12569"/>
                </a:lnTo>
                <a:lnTo>
                  <a:pt x="17507" y="13720"/>
                </a:lnTo>
                <a:lnTo>
                  <a:pt x="15865" y="14636"/>
                </a:lnTo>
                <a:lnTo>
                  <a:pt x="13802" y="15604"/>
                </a:lnTo>
                <a:lnTo>
                  <a:pt x="10800" y="16916"/>
                </a:lnTo>
                <a:lnTo>
                  <a:pt x="9907" y="17317"/>
                </a:lnTo>
                <a:lnTo>
                  <a:pt x="8334" y="18024"/>
                </a:lnTo>
                <a:lnTo>
                  <a:pt x="4723" y="19635"/>
                </a:lnTo>
                <a:lnTo>
                  <a:pt x="2380" y="20610"/>
                </a:lnTo>
                <a:lnTo>
                  <a:pt x="0" y="21600"/>
                </a:lnTo>
                <a:lnTo>
                  <a:pt x="1368" y="15010"/>
                </a:lnTo>
                <a:lnTo>
                  <a:pt x="2387" y="10471"/>
                </a:lnTo>
                <a:lnTo>
                  <a:pt x="3251" y="7430"/>
                </a:lnTo>
                <a:lnTo>
                  <a:pt x="4140" y="5353"/>
                </a:lnTo>
                <a:lnTo>
                  <a:pt x="5242" y="3678"/>
                </a:lnTo>
                <a:lnTo>
                  <a:pt x="6750" y="1858"/>
                </a:lnTo>
                <a:lnTo>
                  <a:pt x="9245" y="985"/>
                </a:lnTo>
                <a:lnTo>
                  <a:pt x="11689" y="418"/>
                </a:lnTo>
                <a:lnTo>
                  <a:pt x="14112" y="107"/>
                </a:lnTo>
                <a:lnTo>
                  <a:pt x="16549" y="0"/>
                </a:lnTo>
                <a:lnTo>
                  <a:pt x="19037" y="43"/>
                </a:lnTo>
                <a:lnTo>
                  <a:pt x="21600" y="187"/>
                </a:lnTo>
                <a:close/>
              </a:path>
            </a:pathLst>
          </a:custGeom>
          <a:solidFill>
            <a:srgbClr val="ACB4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0" name="contour_16638"/>
          <p:cNvSpPr/>
          <p:nvPr/>
        </p:nvSpPr>
        <p:spPr>
          <a:xfrm>
            <a:off x="1504413" y="256537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75" y="16150"/>
                </a:lnTo>
                <a:lnTo>
                  <a:pt x="16705" y="17201"/>
                </a:lnTo>
                <a:lnTo>
                  <a:pt x="14386" y="17978"/>
                </a:lnTo>
                <a:lnTo>
                  <a:pt x="10800" y="18900"/>
                </a:lnTo>
                <a:lnTo>
                  <a:pt x="7785" y="19714"/>
                </a:lnTo>
                <a:lnTo>
                  <a:pt x="4726" y="20534"/>
                </a:lnTo>
                <a:lnTo>
                  <a:pt x="2380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D0D0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1" name="contour_16639"/>
          <p:cNvSpPr/>
          <p:nvPr/>
        </p:nvSpPr>
        <p:spPr>
          <a:xfrm>
            <a:off x="7363958" y="2534909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EAF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2" name="contour_16640"/>
          <p:cNvSpPr/>
          <p:nvPr/>
        </p:nvSpPr>
        <p:spPr>
          <a:xfrm>
            <a:off x="672270" y="2536221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A5A8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3" name="contour_16641"/>
          <p:cNvSpPr/>
          <p:nvPr/>
        </p:nvSpPr>
        <p:spPr>
          <a:xfrm>
            <a:off x="11066258" y="252893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20926" y="8419"/>
                </a:lnTo>
                <a:lnTo>
                  <a:pt x="20252" y="10552"/>
                </a:lnTo>
                <a:lnTo>
                  <a:pt x="19172" y="12803"/>
                </a:lnTo>
                <a:lnTo>
                  <a:pt x="17280" y="16200"/>
                </a:lnTo>
                <a:lnTo>
                  <a:pt x="14429" y="17420"/>
                </a:lnTo>
                <a:lnTo>
                  <a:pt x="11595" y="18457"/>
                </a:lnTo>
                <a:lnTo>
                  <a:pt x="8757" y="19348"/>
                </a:lnTo>
                <a:lnTo>
                  <a:pt x="5888" y="20142"/>
                </a:lnTo>
                <a:lnTo>
                  <a:pt x="2976" y="20876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CBB4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4" name="contour_16642"/>
          <p:cNvSpPr/>
          <p:nvPr/>
        </p:nvSpPr>
        <p:spPr>
          <a:xfrm>
            <a:off x="4906593" y="2529698"/>
            <a:ext cx="37752" cy="356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49"/>
                </a:moveTo>
                <a:lnTo>
                  <a:pt x="18844" y="3949"/>
                </a:lnTo>
                <a:lnTo>
                  <a:pt x="16071" y="3949"/>
                </a:lnTo>
                <a:lnTo>
                  <a:pt x="13260" y="3949"/>
                </a:lnTo>
                <a:lnTo>
                  <a:pt x="12013" y="6848"/>
                </a:lnTo>
                <a:lnTo>
                  <a:pt x="11338" y="9139"/>
                </a:lnTo>
                <a:lnTo>
                  <a:pt x="10654" y="12775"/>
                </a:lnTo>
                <a:lnTo>
                  <a:pt x="10421" y="14010"/>
                </a:lnTo>
                <a:lnTo>
                  <a:pt x="9707" y="17739"/>
                </a:lnTo>
                <a:lnTo>
                  <a:pt x="9399" y="19654"/>
                </a:lnTo>
                <a:lnTo>
                  <a:pt x="9090" y="21600"/>
                </a:lnTo>
                <a:lnTo>
                  <a:pt x="6613" y="20757"/>
                </a:lnTo>
                <a:lnTo>
                  <a:pt x="4920" y="20016"/>
                </a:lnTo>
                <a:lnTo>
                  <a:pt x="3227" y="18966"/>
                </a:lnTo>
                <a:lnTo>
                  <a:pt x="751" y="17187"/>
                </a:lnTo>
                <a:lnTo>
                  <a:pt x="250" y="13904"/>
                </a:lnTo>
                <a:lnTo>
                  <a:pt x="0" y="11574"/>
                </a:lnTo>
                <a:lnTo>
                  <a:pt x="0" y="9562"/>
                </a:lnTo>
                <a:lnTo>
                  <a:pt x="250" y="7232"/>
                </a:lnTo>
                <a:lnTo>
                  <a:pt x="751" y="3949"/>
                </a:lnTo>
                <a:lnTo>
                  <a:pt x="3674" y="1624"/>
                </a:lnTo>
                <a:lnTo>
                  <a:pt x="6522" y="366"/>
                </a:lnTo>
                <a:lnTo>
                  <a:pt x="9349" y="0"/>
                </a:lnTo>
                <a:lnTo>
                  <a:pt x="12214" y="349"/>
                </a:lnTo>
                <a:lnTo>
                  <a:pt x="15170" y="1240"/>
                </a:lnTo>
                <a:lnTo>
                  <a:pt x="18281" y="2498"/>
                </a:lnTo>
                <a:lnTo>
                  <a:pt x="21600" y="3949"/>
                </a:lnTo>
                <a:close/>
              </a:path>
            </a:pathLst>
          </a:custGeom>
          <a:solidFill>
            <a:srgbClr val="3738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5" name="contour_16643"/>
          <p:cNvSpPr/>
          <p:nvPr/>
        </p:nvSpPr>
        <p:spPr>
          <a:xfrm>
            <a:off x="2240500" y="2521645"/>
            <a:ext cx="51016" cy="356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125" y="2622"/>
                </a:lnTo>
                <a:lnTo>
                  <a:pt x="19739" y="5253"/>
                </a:lnTo>
                <a:lnTo>
                  <a:pt x="20353" y="7893"/>
                </a:lnTo>
                <a:lnTo>
                  <a:pt x="20974" y="10555"/>
                </a:lnTo>
                <a:lnTo>
                  <a:pt x="21600" y="13243"/>
                </a:lnTo>
                <a:lnTo>
                  <a:pt x="18422" y="16025"/>
                </a:lnTo>
                <a:lnTo>
                  <a:pt x="15888" y="18170"/>
                </a:lnTo>
                <a:lnTo>
                  <a:pt x="13849" y="19742"/>
                </a:lnTo>
                <a:lnTo>
                  <a:pt x="12158" y="20801"/>
                </a:lnTo>
                <a:lnTo>
                  <a:pt x="10673" y="21401"/>
                </a:lnTo>
                <a:lnTo>
                  <a:pt x="9248" y="21600"/>
                </a:lnTo>
                <a:lnTo>
                  <a:pt x="7733" y="21468"/>
                </a:lnTo>
                <a:lnTo>
                  <a:pt x="5986" y="21053"/>
                </a:lnTo>
                <a:lnTo>
                  <a:pt x="3857" y="20417"/>
                </a:lnTo>
                <a:lnTo>
                  <a:pt x="1944" y="19048"/>
                </a:lnTo>
                <a:lnTo>
                  <a:pt x="0" y="17658"/>
                </a:lnTo>
                <a:lnTo>
                  <a:pt x="1398" y="15036"/>
                </a:lnTo>
                <a:lnTo>
                  <a:pt x="2506" y="13243"/>
                </a:lnTo>
                <a:lnTo>
                  <a:pt x="3907" y="11451"/>
                </a:lnTo>
                <a:lnTo>
                  <a:pt x="6171" y="8829"/>
                </a:lnTo>
                <a:lnTo>
                  <a:pt x="8264" y="8524"/>
                </a:lnTo>
                <a:lnTo>
                  <a:pt x="10303" y="8387"/>
                </a:lnTo>
                <a:lnTo>
                  <a:pt x="12318" y="8379"/>
                </a:lnTo>
                <a:lnTo>
                  <a:pt x="14339" y="8471"/>
                </a:lnTo>
                <a:lnTo>
                  <a:pt x="16394" y="8630"/>
                </a:lnTo>
                <a:lnTo>
                  <a:pt x="18514" y="8829"/>
                </a:lnTo>
                <a:lnTo>
                  <a:pt x="18514" y="5911"/>
                </a:lnTo>
                <a:lnTo>
                  <a:pt x="18514" y="2975"/>
                </a:lnTo>
                <a:lnTo>
                  <a:pt x="18514" y="0"/>
                </a:lnTo>
                <a:close/>
              </a:path>
            </a:pathLst>
          </a:custGeom>
          <a:solidFill>
            <a:srgbClr val="0F0F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6" name="contour_16644"/>
          <p:cNvSpPr/>
          <p:nvPr/>
        </p:nvSpPr>
        <p:spPr>
          <a:xfrm>
            <a:off x="5600264" y="249978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534" y="245"/>
                </a:lnTo>
                <a:lnTo>
                  <a:pt x="9815" y="554"/>
                </a:lnTo>
                <a:lnTo>
                  <a:pt x="11785" y="1102"/>
                </a:lnTo>
                <a:lnTo>
                  <a:pt x="14066" y="2059"/>
                </a:lnTo>
                <a:lnTo>
                  <a:pt x="17280" y="3600"/>
                </a:lnTo>
                <a:lnTo>
                  <a:pt x="18153" y="5814"/>
                </a:lnTo>
                <a:lnTo>
                  <a:pt x="18900" y="8028"/>
                </a:lnTo>
                <a:lnTo>
                  <a:pt x="19535" y="10253"/>
                </a:lnTo>
                <a:lnTo>
                  <a:pt x="20079" y="12485"/>
                </a:lnTo>
                <a:lnTo>
                  <a:pt x="20542" y="14735"/>
                </a:lnTo>
                <a:lnTo>
                  <a:pt x="20943" y="16999"/>
                </a:lnTo>
                <a:lnTo>
                  <a:pt x="21289" y="19285"/>
                </a:lnTo>
                <a:lnTo>
                  <a:pt x="21600" y="21600"/>
                </a:lnTo>
                <a:lnTo>
                  <a:pt x="18744" y="21600"/>
                </a:lnTo>
                <a:lnTo>
                  <a:pt x="15872" y="21600"/>
                </a:lnTo>
                <a:lnTo>
                  <a:pt x="12960" y="21600"/>
                </a:lnTo>
                <a:lnTo>
                  <a:pt x="11889" y="19325"/>
                </a:lnTo>
                <a:lnTo>
                  <a:pt x="11331" y="17518"/>
                </a:lnTo>
                <a:lnTo>
                  <a:pt x="10800" y="14623"/>
                </a:lnTo>
                <a:lnTo>
                  <a:pt x="9949" y="11120"/>
                </a:lnTo>
                <a:lnTo>
                  <a:pt x="9171" y="8842"/>
                </a:lnTo>
                <a:lnTo>
                  <a:pt x="8143" y="7301"/>
                </a:lnTo>
                <a:lnTo>
                  <a:pt x="6545" y="6016"/>
                </a:lnTo>
                <a:lnTo>
                  <a:pt x="4052" y="4500"/>
                </a:lnTo>
                <a:lnTo>
                  <a:pt x="2039" y="4054"/>
                </a:lnTo>
                <a:lnTo>
                  <a:pt x="0" y="3600"/>
                </a:lnTo>
                <a:lnTo>
                  <a:pt x="2143" y="1814"/>
                </a:lnTo>
                <a:lnTo>
                  <a:pt x="4320" y="0"/>
                </a:lnTo>
                <a:close/>
              </a:path>
            </a:pathLst>
          </a:custGeom>
          <a:solidFill>
            <a:srgbClr val="C5CC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7" name="contour_16645"/>
          <p:cNvSpPr/>
          <p:nvPr/>
        </p:nvSpPr>
        <p:spPr>
          <a:xfrm>
            <a:off x="7597174" y="249978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EEE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8" name="contour_16646"/>
          <p:cNvSpPr/>
          <p:nvPr/>
        </p:nvSpPr>
        <p:spPr>
          <a:xfrm>
            <a:off x="5206713" y="2484491"/>
            <a:ext cx="51016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7" y="0"/>
                </a:moveTo>
                <a:lnTo>
                  <a:pt x="9121" y="84"/>
                </a:lnTo>
                <a:lnTo>
                  <a:pt x="10819" y="167"/>
                </a:lnTo>
                <a:lnTo>
                  <a:pt x="12534" y="244"/>
                </a:lnTo>
                <a:lnTo>
                  <a:pt x="14228" y="307"/>
                </a:lnTo>
                <a:lnTo>
                  <a:pt x="15932" y="370"/>
                </a:lnTo>
                <a:lnTo>
                  <a:pt x="17656" y="432"/>
                </a:lnTo>
                <a:lnTo>
                  <a:pt x="19616" y="558"/>
                </a:lnTo>
                <a:lnTo>
                  <a:pt x="21600" y="683"/>
                </a:lnTo>
                <a:lnTo>
                  <a:pt x="20264" y="4839"/>
                </a:lnTo>
                <a:lnTo>
                  <a:pt x="18909" y="8736"/>
                </a:lnTo>
                <a:lnTo>
                  <a:pt x="17487" y="12376"/>
                </a:lnTo>
                <a:lnTo>
                  <a:pt x="15950" y="15743"/>
                </a:lnTo>
                <a:lnTo>
                  <a:pt x="14250" y="18825"/>
                </a:lnTo>
                <a:lnTo>
                  <a:pt x="12343" y="21600"/>
                </a:lnTo>
                <a:lnTo>
                  <a:pt x="10371" y="20394"/>
                </a:lnTo>
                <a:lnTo>
                  <a:pt x="8510" y="18881"/>
                </a:lnTo>
                <a:lnTo>
                  <a:pt x="6736" y="17075"/>
                </a:lnTo>
                <a:lnTo>
                  <a:pt x="5020" y="15025"/>
                </a:lnTo>
                <a:lnTo>
                  <a:pt x="3345" y="12752"/>
                </a:lnTo>
                <a:lnTo>
                  <a:pt x="1679" y="10284"/>
                </a:lnTo>
                <a:lnTo>
                  <a:pt x="0" y="7656"/>
                </a:lnTo>
                <a:lnTo>
                  <a:pt x="1851" y="3619"/>
                </a:lnTo>
                <a:lnTo>
                  <a:pt x="3243" y="1471"/>
                </a:lnTo>
                <a:lnTo>
                  <a:pt x="4872" y="509"/>
                </a:lnTo>
                <a:lnTo>
                  <a:pt x="7437" y="0"/>
                </a:lnTo>
                <a:close/>
              </a:path>
            </a:pathLst>
          </a:custGeom>
          <a:solidFill>
            <a:srgbClr val="403F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49" name="contour_16647"/>
          <p:cNvSpPr/>
          <p:nvPr/>
        </p:nvSpPr>
        <p:spPr>
          <a:xfrm>
            <a:off x="4703841" y="2483944"/>
            <a:ext cx="51016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077" y="817"/>
                </a:lnTo>
                <a:lnTo>
                  <a:pt x="4138" y="497"/>
                </a:lnTo>
                <a:lnTo>
                  <a:pt x="6193" y="238"/>
                </a:lnTo>
                <a:lnTo>
                  <a:pt x="8242" y="68"/>
                </a:lnTo>
                <a:lnTo>
                  <a:pt x="10291" y="0"/>
                </a:lnTo>
                <a:lnTo>
                  <a:pt x="12337" y="54"/>
                </a:lnTo>
                <a:lnTo>
                  <a:pt x="14389" y="259"/>
                </a:lnTo>
                <a:lnTo>
                  <a:pt x="16447" y="626"/>
                </a:lnTo>
                <a:lnTo>
                  <a:pt x="18514" y="1178"/>
                </a:lnTo>
                <a:lnTo>
                  <a:pt x="19835" y="6242"/>
                </a:lnTo>
                <a:lnTo>
                  <a:pt x="20656" y="9837"/>
                </a:lnTo>
                <a:lnTo>
                  <a:pt x="21125" y="12941"/>
                </a:lnTo>
                <a:lnTo>
                  <a:pt x="21390" y="16535"/>
                </a:lnTo>
                <a:lnTo>
                  <a:pt x="21600" y="21600"/>
                </a:lnTo>
                <a:lnTo>
                  <a:pt x="19767" y="21600"/>
                </a:lnTo>
                <a:lnTo>
                  <a:pt x="17928" y="21600"/>
                </a:lnTo>
                <a:lnTo>
                  <a:pt x="16083" y="21600"/>
                </a:lnTo>
                <a:lnTo>
                  <a:pt x="14222" y="21600"/>
                </a:lnTo>
                <a:lnTo>
                  <a:pt x="12343" y="21600"/>
                </a:lnTo>
                <a:lnTo>
                  <a:pt x="12343" y="17100"/>
                </a:lnTo>
                <a:lnTo>
                  <a:pt x="12343" y="12573"/>
                </a:lnTo>
                <a:lnTo>
                  <a:pt x="12343" y="7985"/>
                </a:lnTo>
                <a:lnTo>
                  <a:pt x="10510" y="9333"/>
                </a:lnTo>
                <a:lnTo>
                  <a:pt x="8671" y="10688"/>
                </a:lnTo>
                <a:lnTo>
                  <a:pt x="6826" y="12042"/>
                </a:lnTo>
                <a:lnTo>
                  <a:pt x="4965" y="13411"/>
                </a:lnTo>
                <a:lnTo>
                  <a:pt x="3086" y="14793"/>
                </a:lnTo>
                <a:lnTo>
                  <a:pt x="2320" y="11423"/>
                </a:lnTo>
                <a:lnTo>
                  <a:pt x="1555" y="8033"/>
                </a:lnTo>
                <a:lnTo>
                  <a:pt x="781" y="4629"/>
                </a:lnTo>
                <a:lnTo>
                  <a:pt x="0" y="1178"/>
                </a:lnTo>
                <a:close/>
              </a:path>
            </a:pathLst>
          </a:custGeom>
          <a:solidFill>
            <a:srgbClr val="8083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0" name="contour_16648"/>
          <p:cNvSpPr/>
          <p:nvPr/>
        </p:nvSpPr>
        <p:spPr>
          <a:xfrm>
            <a:off x="1409669" y="2485205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53" y="0"/>
                </a:lnTo>
                <a:lnTo>
                  <a:pt x="10538" y="0"/>
                </a:lnTo>
                <a:lnTo>
                  <a:pt x="12729" y="0"/>
                </a:lnTo>
                <a:lnTo>
                  <a:pt x="14929" y="0"/>
                </a:lnTo>
                <a:lnTo>
                  <a:pt x="17138" y="0"/>
                </a:lnTo>
                <a:lnTo>
                  <a:pt x="19360" y="0"/>
                </a:lnTo>
                <a:lnTo>
                  <a:pt x="21600" y="0"/>
                </a:lnTo>
                <a:lnTo>
                  <a:pt x="20134" y="556"/>
                </a:lnTo>
                <a:lnTo>
                  <a:pt x="18659" y="1118"/>
                </a:lnTo>
                <a:lnTo>
                  <a:pt x="17163" y="1685"/>
                </a:lnTo>
                <a:lnTo>
                  <a:pt x="14793" y="3564"/>
                </a:lnTo>
                <a:lnTo>
                  <a:pt x="13247" y="5135"/>
                </a:lnTo>
                <a:lnTo>
                  <a:pt x="12192" y="6982"/>
                </a:lnTo>
                <a:lnTo>
                  <a:pt x="11294" y="9688"/>
                </a:lnTo>
                <a:lnTo>
                  <a:pt x="10220" y="13835"/>
                </a:lnTo>
                <a:lnTo>
                  <a:pt x="9902" y="16400"/>
                </a:lnTo>
                <a:lnTo>
                  <a:pt x="9581" y="18981"/>
                </a:lnTo>
                <a:lnTo>
                  <a:pt x="9257" y="21600"/>
                </a:lnTo>
                <a:lnTo>
                  <a:pt x="7424" y="20531"/>
                </a:lnTo>
                <a:lnTo>
                  <a:pt x="5585" y="19456"/>
                </a:lnTo>
                <a:lnTo>
                  <a:pt x="3740" y="18382"/>
                </a:lnTo>
                <a:lnTo>
                  <a:pt x="1879" y="17296"/>
                </a:lnTo>
                <a:lnTo>
                  <a:pt x="0" y="16200"/>
                </a:lnTo>
                <a:lnTo>
                  <a:pt x="768" y="15698"/>
                </a:lnTo>
                <a:lnTo>
                  <a:pt x="3086" y="14175"/>
                </a:lnTo>
                <a:lnTo>
                  <a:pt x="4616" y="12501"/>
                </a:lnTo>
                <a:lnTo>
                  <a:pt x="6171" y="10800"/>
                </a:lnTo>
                <a:lnTo>
                  <a:pt x="6171" y="7231"/>
                </a:lnTo>
                <a:lnTo>
                  <a:pt x="6171" y="3640"/>
                </a:lnTo>
                <a:lnTo>
                  <a:pt x="6171" y="0"/>
                </a:lnTo>
                <a:close/>
              </a:path>
            </a:pathLst>
          </a:custGeom>
          <a:solidFill>
            <a:srgbClr val="454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1" name="contour_16649"/>
          <p:cNvSpPr/>
          <p:nvPr/>
        </p:nvSpPr>
        <p:spPr>
          <a:xfrm>
            <a:off x="7786662" y="2463341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465" y="4018"/>
                </a:lnTo>
                <a:lnTo>
                  <a:pt x="20100" y="6869"/>
                </a:lnTo>
                <a:lnTo>
                  <a:pt x="20569" y="9331"/>
                </a:lnTo>
                <a:lnTo>
                  <a:pt x="21020" y="12182"/>
                </a:lnTo>
                <a:lnTo>
                  <a:pt x="21600" y="16200"/>
                </a:lnTo>
                <a:lnTo>
                  <a:pt x="19563" y="17091"/>
                </a:lnTo>
                <a:lnTo>
                  <a:pt x="17524" y="17982"/>
                </a:lnTo>
                <a:lnTo>
                  <a:pt x="15475" y="18878"/>
                </a:lnTo>
                <a:lnTo>
                  <a:pt x="13417" y="19780"/>
                </a:lnTo>
                <a:lnTo>
                  <a:pt x="11346" y="20687"/>
                </a:lnTo>
                <a:lnTo>
                  <a:pt x="9257" y="21600"/>
                </a:lnTo>
                <a:lnTo>
                  <a:pt x="9257" y="18031"/>
                </a:lnTo>
                <a:lnTo>
                  <a:pt x="9257" y="14440"/>
                </a:lnTo>
                <a:lnTo>
                  <a:pt x="9257" y="10800"/>
                </a:lnTo>
                <a:lnTo>
                  <a:pt x="6961" y="9137"/>
                </a:lnTo>
                <a:lnTo>
                  <a:pt x="5332" y="8024"/>
                </a:lnTo>
                <a:lnTo>
                  <a:pt x="3925" y="7204"/>
                </a:lnTo>
                <a:lnTo>
                  <a:pt x="2296" y="6415"/>
                </a:lnTo>
                <a:lnTo>
                  <a:pt x="0" y="5400"/>
                </a:lnTo>
                <a:lnTo>
                  <a:pt x="1910" y="4509"/>
                </a:lnTo>
                <a:lnTo>
                  <a:pt x="3836" y="3613"/>
                </a:lnTo>
                <a:lnTo>
                  <a:pt x="5786" y="2700"/>
                </a:lnTo>
                <a:lnTo>
                  <a:pt x="7400" y="1944"/>
                </a:lnTo>
                <a:lnTo>
                  <a:pt x="9041" y="1183"/>
                </a:lnTo>
                <a:lnTo>
                  <a:pt x="10701" y="605"/>
                </a:lnTo>
                <a:lnTo>
                  <a:pt x="12025" y="254"/>
                </a:lnTo>
                <a:lnTo>
                  <a:pt x="13466" y="76"/>
                </a:lnTo>
                <a:lnTo>
                  <a:pt x="15475" y="11"/>
                </a:lnTo>
                <a:lnTo>
                  <a:pt x="18514" y="0"/>
                </a:lnTo>
                <a:close/>
              </a:path>
            </a:pathLst>
          </a:custGeom>
          <a:solidFill>
            <a:srgbClr val="E0E9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2" name="contour_16650"/>
          <p:cNvSpPr/>
          <p:nvPr/>
        </p:nvSpPr>
        <p:spPr>
          <a:xfrm>
            <a:off x="2437276" y="244876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020" y="2160"/>
                </a:lnTo>
                <a:lnTo>
                  <a:pt x="8640" y="4320"/>
                </a:lnTo>
                <a:lnTo>
                  <a:pt x="10260" y="6480"/>
                </a:lnTo>
                <a:lnTo>
                  <a:pt x="11880" y="8640"/>
                </a:lnTo>
                <a:lnTo>
                  <a:pt x="13500" y="10800"/>
                </a:lnTo>
                <a:lnTo>
                  <a:pt x="15120" y="12960"/>
                </a:lnTo>
                <a:lnTo>
                  <a:pt x="16740" y="15120"/>
                </a:lnTo>
                <a:lnTo>
                  <a:pt x="18360" y="17280"/>
                </a:lnTo>
                <a:lnTo>
                  <a:pt x="19980" y="19440"/>
                </a:lnTo>
                <a:lnTo>
                  <a:pt x="21600" y="21600"/>
                </a:lnTo>
                <a:lnTo>
                  <a:pt x="18036" y="21006"/>
                </a:lnTo>
                <a:lnTo>
                  <a:pt x="14467" y="20412"/>
                </a:lnTo>
                <a:lnTo>
                  <a:pt x="10881" y="19814"/>
                </a:lnTo>
                <a:lnTo>
                  <a:pt x="7279" y="19213"/>
                </a:lnTo>
                <a:lnTo>
                  <a:pt x="3656" y="18608"/>
                </a:lnTo>
                <a:lnTo>
                  <a:pt x="0" y="18000"/>
                </a:lnTo>
                <a:lnTo>
                  <a:pt x="670" y="15772"/>
                </a:lnTo>
                <a:lnTo>
                  <a:pt x="1339" y="13543"/>
                </a:lnTo>
                <a:lnTo>
                  <a:pt x="2009" y="11308"/>
                </a:lnTo>
                <a:lnTo>
                  <a:pt x="2678" y="9068"/>
                </a:lnTo>
                <a:lnTo>
                  <a:pt x="3353" y="6818"/>
                </a:lnTo>
                <a:lnTo>
                  <a:pt x="4034" y="4558"/>
                </a:lnTo>
                <a:lnTo>
                  <a:pt x="4714" y="2286"/>
                </a:lnTo>
                <a:lnTo>
                  <a:pt x="5400" y="0"/>
                </a:lnTo>
                <a:close/>
              </a:path>
            </a:pathLst>
          </a:custGeom>
          <a:solidFill>
            <a:srgbClr val="1815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3" name="contour_16651"/>
          <p:cNvSpPr/>
          <p:nvPr/>
        </p:nvSpPr>
        <p:spPr>
          <a:xfrm>
            <a:off x="2400836" y="247062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06" y="850"/>
                </a:lnTo>
                <a:lnTo>
                  <a:pt x="10087" y="1750"/>
                </a:lnTo>
                <a:lnTo>
                  <a:pt x="12960" y="2700"/>
                </a:lnTo>
                <a:lnTo>
                  <a:pt x="15371" y="3456"/>
                </a:lnTo>
                <a:lnTo>
                  <a:pt x="17820" y="4219"/>
                </a:lnTo>
                <a:lnTo>
                  <a:pt x="19695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676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4" name="contour_16652"/>
          <p:cNvSpPr/>
          <p:nvPr/>
        </p:nvSpPr>
        <p:spPr>
          <a:xfrm>
            <a:off x="2282807" y="2456053"/>
            <a:ext cx="2454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490" y="0"/>
                </a:moveTo>
                <a:lnTo>
                  <a:pt x="20927" y="2603"/>
                </a:lnTo>
                <a:lnTo>
                  <a:pt x="21286" y="5177"/>
                </a:lnTo>
                <a:lnTo>
                  <a:pt x="21523" y="7736"/>
                </a:lnTo>
                <a:lnTo>
                  <a:pt x="21600" y="10289"/>
                </a:lnTo>
                <a:lnTo>
                  <a:pt x="21478" y="12845"/>
                </a:lnTo>
                <a:lnTo>
                  <a:pt x="21125" y="15412"/>
                </a:lnTo>
                <a:lnTo>
                  <a:pt x="20490" y="18000"/>
                </a:lnTo>
                <a:lnTo>
                  <a:pt x="15719" y="19433"/>
                </a:lnTo>
                <a:lnTo>
                  <a:pt x="12333" y="20336"/>
                </a:lnTo>
                <a:lnTo>
                  <a:pt x="9408" y="20884"/>
                </a:lnTo>
                <a:lnTo>
                  <a:pt x="6022" y="21247"/>
                </a:lnTo>
                <a:lnTo>
                  <a:pt x="1251" y="21600"/>
                </a:lnTo>
                <a:lnTo>
                  <a:pt x="1007" y="19408"/>
                </a:lnTo>
                <a:lnTo>
                  <a:pt x="795" y="17212"/>
                </a:lnTo>
                <a:lnTo>
                  <a:pt x="609" y="15019"/>
                </a:lnTo>
                <a:lnTo>
                  <a:pt x="449" y="12823"/>
                </a:lnTo>
                <a:lnTo>
                  <a:pt x="224" y="10375"/>
                </a:lnTo>
                <a:lnTo>
                  <a:pt x="0" y="7888"/>
                </a:lnTo>
                <a:lnTo>
                  <a:pt x="622" y="5760"/>
                </a:lnTo>
                <a:lnTo>
                  <a:pt x="1251" y="3600"/>
                </a:lnTo>
                <a:lnTo>
                  <a:pt x="5079" y="2196"/>
                </a:lnTo>
                <a:lnTo>
                  <a:pt x="8575" y="1174"/>
                </a:lnTo>
                <a:lnTo>
                  <a:pt x="12083" y="493"/>
                </a:lnTo>
                <a:lnTo>
                  <a:pt x="15943" y="115"/>
                </a:lnTo>
                <a:lnTo>
                  <a:pt x="20490" y="0"/>
                </a:lnTo>
                <a:close/>
              </a:path>
            </a:pathLst>
          </a:custGeom>
          <a:solidFill>
            <a:srgbClr val="6563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5" name="contour_16653"/>
          <p:cNvSpPr/>
          <p:nvPr/>
        </p:nvSpPr>
        <p:spPr>
          <a:xfrm>
            <a:off x="7291078" y="2456053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82"/>
                </a:lnTo>
                <a:lnTo>
                  <a:pt x="2341" y="737"/>
                </a:lnTo>
                <a:lnTo>
                  <a:pt x="3646" y="1153"/>
                </a:lnTo>
                <a:lnTo>
                  <a:pt x="5374" y="1698"/>
                </a:lnTo>
                <a:lnTo>
                  <a:pt x="7780" y="2455"/>
                </a:lnTo>
                <a:lnTo>
                  <a:pt x="11115" y="3512"/>
                </a:lnTo>
                <a:lnTo>
                  <a:pt x="15638" y="4938"/>
                </a:lnTo>
                <a:lnTo>
                  <a:pt x="21600" y="6820"/>
                </a:lnTo>
                <a:lnTo>
                  <a:pt x="20529" y="10196"/>
                </a:lnTo>
                <a:lnTo>
                  <a:pt x="19457" y="13593"/>
                </a:lnTo>
                <a:lnTo>
                  <a:pt x="18373" y="17003"/>
                </a:lnTo>
                <a:lnTo>
                  <a:pt x="17280" y="20461"/>
                </a:lnTo>
                <a:lnTo>
                  <a:pt x="14148" y="21382"/>
                </a:lnTo>
                <a:lnTo>
                  <a:pt x="11837" y="21600"/>
                </a:lnTo>
                <a:lnTo>
                  <a:pt x="8372" y="21314"/>
                </a:lnTo>
                <a:lnTo>
                  <a:pt x="5607" y="21034"/>
                </a:lnTo>
                <a:lnTo>
                  <a:pt x="2821" y="20747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4F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6" name="contour_16654"/>
          <p:cNvSpPr/>
          <p:nvPr/>
        </p:nvSpPr>
        <p:spPr>
          <a:xfrm>
            <a:off x="2102028" y="2463341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1833"/>
                </a:lnTo>
                <a:lnTo>
                  <a:pt x="21600" y="3672"/>
                </a:lnTo>
                <a:lnTo>
                  <a:pt x="21600" y="5517"/>
                </a:lnTo>
                <a:lnTo>
                  <a:pt x="21600" y="7378"/>
                </a:lnTo>
                <a:lnTo>
                  <a:pt x="21600" y="9257"/>
                </a:lnTo>
                <a:lnTo>
                  <a:pt x="18031" y="9257"/>
                </a:lnTo>
                <a:lnTo>
                  <a:pt x="14440" y="9257"/>
                </a:lnTo>
                <a:lnTo>
                  <a:pt x="10800" y="9257"/>
                </a:lnTo>
                <a:lnTo>
                  <a:pt x="9185" y="11284"/>
                </a:lnTo>
                <a:lnTo>
                  <a:pt x="8311" y="12886"/>
                </a:lnTo>
                <a:lnTo>
                  <a:pt x="7425" y="15429"/>
                </a:lnTo>
                <a:lnTo>
                  <a:pt x="6815" y="17150"/>
                </a:lnTo>
                <a:lnTo>
                  <a:pt x="6199" y="18900"/>
                </a:lnTo>
                <a:lnTo>
                  <a:pt x="5999" y="19570"/>
                </a:lnTo>
                <a:lnTo>
                  <a:pt x="5400" y="21600"/>
                </a:lnTo>
                <a:lnTo>
                  <a:pt x="4471" y="19684"/>
                </a:lnTo>
                <a:lnTo>
                  <a:pt x="3591" y="17777"/>
                </a:lnTo>
                <a:lnTo>
                  <a:pt x="2770" y="15870"/>
                </a:lnTo>
                <a:lnTo>
                  <a:pt x="2025" y="13960"/>
                </a:lnTo>
                <a:lnTo>
                  <a:pt x="1361" y="12040"/>
                </a:lnTo>
                <a:lnTo>
                  <a:pt x="794" y="10106"/>
                </a:lnTo>
                <a:lnTo>
                  <a:pt x="335" y="8149"/>
                </a:lnTo>
                <a:lnTo>
                  <a:pt x="0" y="6171"/>
                </a:lnTo>
                <a:lnTo>
                  <a:pt x="2592" y="3934"/>
                </a:lnTo>
                <a:lnTo>
                  <a:pt x="4941" y="2317"/>
                </a:lnTo>
                <a:lnTo>
                  <a:pt x="7290" y="1216"/>
                </a:lnTo>
                <a:lnTo>
                  <a:pt x="9887" y="534"/>
                </a:lnTo>
                <a:lnTo>
                  <a:pt x="12976" y="170"/>
                </a:lnTo>
                <a:lnTo>
                  <a:pt x="16799" y="25"/>
                </a:lnTo>
                <a:lnTo>
                  <a:pt x="21600" y="0"/>
                </a:lnTo>
                <a:close/>
              </a:path>
            </a:pathLst>
          </a:custGeom>
          <a:solidFill>
            <a:srgbClr val="27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7" name="contour_16655"/>
          <p:cNvSpPr/>
          <p:nvPr/>
        </p:nvSpPr>
        <p:spPr>
          <a:xfrm>
            <a:off x="8478307" y="2448765"/>
            <a:ext cx="2247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90" y="0"/>
                </a:moveTo>
                <a:lnTo>
                  <a:pt x="12908" y="2719"/>
                </a:lnTo>
                <a:lnTo>
                  <a:pt x="16634" y="4764"/>
                </a:lnTo>
                <a:lnTo>
                  <a:pt x="19128" y="6357"/>
                </a:lnTo>
                <a:lnTo>
                  <a:pt x="20626" y="7717"/>
                </a:lnTo>
                <a:lnTo>
                  <a:pt x="21369" y="9069"/>
                </a:lnTo>
                <a:lnTo>
                  <a:pt x="21600" y="10630"/>
                </a:lnTo>
                <a:lnTo>
                  <a:pt x="21558" y="12621"/>
                </a:lnTo>
                <a:lnTo>
                  <a:pt x="20732" y="14318"/>
                </a:lnTo>
                <a:lnTo>
                  <a:pt x="19961" y="15635"/>
                </a:lnTo>
                <a:lnTo>
                  <a:pt x="18918" y="16999"/>
                </a:lnTo>
                <a:lnTo>
                  <a:pt x="17272" y="18844"/>
                </a:lnTo>
                <a:lnTo>
                  <a:pt x="14694" y="21600"/>
                </a:lnTo>
                <a:lnTo>
                  <a:pt x="10065" y="21600"/>
                </a:lnTo>
                <a:lnTo>
                  <a:pt x="5407" y="21600"/>
                </a:lnTo>
                <a:lnTo>
                  <a:pt x="686" y="21600"/>
                </a:lnTo>
                <a:lnTo>
                  <a:pt x="581" y="19789"/>
                </a:lnTo>
                <a:lnTo>
                  <a:pt x="483" y="17974"/>
                </a:lnTo>
                <a:lnTo>
                  <a:pt x="399" y="16163"/>
                </a:lnTo>
                <a:lnTo>
                  <a:pt x="322" y="14349"/>
                </a:lnTo>
                <a:lnTo>
                  <a:pt x="252" y="12534"/>
                </a:lnTo>
                <a:lnTo>
                  <a:pt x="168" y="10849"/>
                </a:lnTo>
                <a:lnTo>
                  <a:pt x="84" y="9155"/>
                </a:lnTo>
                <a:lnTo>
                  <a:pt x="0" y="7437"/>
                </a:lnTo>
                <a:lnTo>
                  <a:pt x="504" y="4872"/>
                </a:lnTo>
                <a:lnTo>
                  <a:pt x="1478" y="3243"/>
                </a:lnTo>
                <a:lnTo>
                  <a:pt x="3628" y="1851"/>
                </a:lnTo>
                <a:lnTo>
                  <a:pt x="7690" y="0"/>
                </a:lnTo>
                <a:close/>
              </a:path>
            </a:pathLst>
          </a:custGeom>
          <a:solidFill>
            <a:srgbClr val="E5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8" name="contour_16656"/>
          <p:cNvSpPr/>
          <p:nvPr/>
        </p:nvSpPr>
        <p:spPr>
          <a:xfrm>
            <a:off x="4303002" y="2441885"/>
            <a:ext cx="51016" cy="2797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1069"/>
                </a:moveTo>
                <a:lnTo>
                  <a:pt x="14487" y="2882"/>
                </a:lnTo>
                <a:lnTo>
                  <a:pt x="16308" y="4750"/>
                </a:lnTo>
                <a:lnTo>
                  <a:pt x="18095" y="6708"/>
                </a:lnTo>
                <a:lnTo>
                  <a:pt x="19853" y="8763"/>
                </a:lnTo>
                <a:lnTo>
                  <a:pt x="21600" y="10941"/>
                </a:lnTo>
                <a:lnTo>
                  <a:pt x="18422" y="14486"/>
                </a:lnTo>
                <a:lnTo>
                  <a:pt x="15888" y="17221"/>
                </a:lnTo>
                <a:lnTo>
                  <a:pt x="13849" y="19225"/>
                </a:lnTo>
                <a:lnTo>
                  <a:pt x="12161" y="20576"/>
                </a:lnTo>
                <a:lnTo>
                  <a:pt x="10677" y="21341"/>
                </a:lnTo>
                <a:lnTo>
                  <a:pt x="9248" y="21600"/>
                </a:lnTo>
                <a:lnTo>
                  <a:pt x="7736" y="21426"/>
                </a:lnTo>
                <a:lnTo>
                  <a:pt x="5986" y="20897"/>
                </a:lnTo>
                <a:lnTo>
                  <a:pt x="3857" y="20086"/>
                </a:lnTo>
                <a:lnTo>
                  <a:pt x="1944" y="18341"/>
                </a:lnTo>
                <a:lnTo>
                  <a:pt x="0" y="16569"/>
                </a:lnTo>
                <a:lnTo>
                  <a:pt x="2586" y="9973"/>
                </a:lnTo>
                <a:lnTo>
                  <a:pt x="4542" y="5285"/>
                </a:lnTo>
                <a:lnTo>
                  <a:pt x="6091" y="2240"/>
                </a:lnTo>
                <a:lnTo>
                  <a:pt x="7452" y="568"/>
                </a:lnTo>
                <a:lnTo>
                  <a:pt x="8847" y="0"/>
                </a:lnTo>
                <a:lnTo>
                  <a:pt x="10498" y="253"/>
                </a:lnTo>
                <a:lnTo>
                  <a:pt x="12621" y="1069"/>
                </a:lnTo>
                <a:close/>
              </a:path>
            </a:pathLst>
          </a:custGeom>
          <a:solidFill>
            <a:srgbClr val="3E3D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59" name="contour_16657"/>
          <p:cNvSpPr/>
          <p:nvPr/>
        </p:nvSpPr>
        <p:spPr>
          <a:xfrm>
            <a:off x="4142666" y="2442206"/>
            <a:ext cx="43728" cy="218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76"/>
                </a:moveTo>
                <a:lnTo>
                  <a:pt x="19969" y="10750"/>
                </a:lnTo>
                <a:lnTo>
                  <a:pt x="18677" y="13671"/>
                </a:lnTo>
                <a:lnTo>
                  <a:pt x="17042" y="16592"/>
                </a:lnTo>
                <a:lnTo>
                  <a:pt x="14400" y="20866"/>
                </a:lnTo>
                <a:lnTo>
                  <a:pt x="11959" y="21363"/>
                </a:lnTo>
                <a:lnTo>
                  <a:pt x="9580" y="21586"/>
                </a:lnTo>
                <a:lnTo>
                  <a:pt x="7229" y="21600"/>
                </a:lnTo>
                <a:lnTo>
                  <a:pt x="4871" y="21449"/>
                </a:lnTo>
                <a:lnTo>
                  <a:pt x="2473" y="21190"/>
                </a:lnTo>
                <a:lnTo>
                  <a:pt x="0" y="20866"/>
                </a:lnTo>
                <a:lnTo>
                  <a:pt x="0" y="16110"/>
                </a:lnTo>
                <a:lnTo>
                  <a:pt x="0" y="11325"/>
                </a:lnTo>
                <a:lnTo>
                  <a:pt x="0" y="6476"/>
                </a:lnTo>
                <a:lnTo>
                  <a:pt x="2225" y="3144"/>
                </a:lnTo>
                <a:lnTo>
                  <a:pt x="4504" y="1079"/>
                </a:lnTo>
                <a:lnTo>
                  <a:pt x="6833" y="86"/>
                </a:lnTo>
                <a:lnTo>
                  <a:pt x="9209" y="0"/>
                </a:lnTo>
                <a:lnTo>
                  <a:pt x="11621" y="619"/>
                </a:lnTo>
                <a:lnTo>
                  <a:pt x="14072" y="1756"/>
                </a:lnTo>
                <a:lnTo>
                  <a:pt x="16556" y="3238"/>
                </a:lnTo>
                <a:lnTo>
                  <a:pt x="19066" y="4871"/>
                </a:lnTo>
                <a:lnTo>
                  <a:pt x="21600" y="6476"/>
                </a:lnTo>
                <a:close/>
              </a:path>
            </a:pathLst>
          </a:custGeom>
          <a:solidFill>
            <a:srgbClr val="2525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0" name="contour_16658"/>
          <p:cNvSpPr/>
          <p:nvPr/>
        </p:nvSpPr>
        <p:spPr>
          <a:xfrm>
            <a:off x="11474385" y="2448401"/>
            <a:ext cx="43728" cy="295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7"/>
                </a:moveTo>
                <a:lnTo>
                  <a:pt x="20581" y="3285"/>
                </a:lnTo>
                <a:lnTo>
                  <a:pt x="19562" y="6304"/>
                </a:lnTo>
                <a:lnTo>
                  <a:pt x="18540" y="9333"/>
                </a:lnTo>
                <a:lnTo>
                  <a:pt x="17514" y="12373"/>
                </a:lnTo>
                <a:lnTo>
                  <a:pt x="16481" y="15429"/>
                </a:lnTo>
                <a:lnTo>
                  <a:pt x="15444" y="18501"/>
                </a:lnTo>
                <a:lnTo>
                  <a:pt x="14400" y="21600"/>
                </a:lnTo>
                <a:lnTo>
                  <a:pt x="12362" y="20091"/>
                </a:lnTo>
                <a:lnTo>
                  <a:pt x="10325" y="18581"/>
                </a:lnTo>
                <a:lnTo>
                  <a:pt x="8280" y="17067"/>
                </a:lnTo>
                <a:lnTo>
                  <a:pt x="6228" y="15547"/>
                </a:lnTo>
                <a:lnTo>
                  <a:pt x="4165" y="14016"/>
                </a:lnTo>
                <a:lnTo>
                  <a:pt x="2092" y="12480"/>
                </a:lnTo>
                <a:lnTo>
                  <a:pt x="0" y="10933"/>
                </a:lnTo>
                <a:lnTo>
                  <a:pt x="2412" y="8283"/>
                </a:lnTo>
                <a:lnTo>
                  <a:pt x="4666" y="6000"/>
                </a:lnTo>
                <a:lnTo>
                  <a:pt x="6833" y="4091"/>
                </a:lnTo>
                <a:lnTo>
                  <a:pt x="8971" y="2544"/>
                </a:lnTo>
                <a:lnTo>
                  <a:pt x="11153" y="1360"/>
                </a:lnTo>
                <a:lnTo>
                  <a:pt x="13439" y="544"/>
                </a:lnTo>
                <a:lnTo>
                  <a:pt x="15898" y="91"/>
                </a:lnTo>
                <a:lnTo>
                  <a:pt x="18598" y="0"/>
                </a:lnTo>
                <a:lnTo>
                  <a:pt x="21600" y="267"/>
                </a:lnTo>
                <a:close/>
              </a:path>
            </a:pathLst>
          </a:custGeom>
          <a:solidFill>
            <a:srgbClr val="DFE9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1" name="contour_16659"/>
          <p:cNvSpPr/>
          <p:nvPr/>
        </p:nvSpPr>
        <p:spPr>
          <a:xfrm>
            <a:off x="7728358" y="242690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221" y="2376"/>
                </a:lnTo>
                <a:lnTo>
                  <a:pt x="8122" y="4756"/>
                </a:lnTo>
                <a:lnTo>
                  <a:pt x="10027" y="7137"/>
                </a:lnTo>
                <a:lnTo>
                  <a:pt x="11940" y="9521"/>
                </a:lnTo>
                <a:lnTo>
                  <a:pt x="13854" y="11919"/>
                </a:lnTo>
                <a:lnTo>
                  <a:pt x="15777" y="14321"/>
                </a:lnTo>
                <a:lnTo>
                  <a:pt x="17708" y="16736"/>
                </a:lnTo>
                <a:lnTo>
                  <a:pt x="19647" y="19159"/>
                </a:lnTo>
                <a:lnTo>
                  <a:pt x="21600" y="21600"/>
                </a:lnTo>
                <a:lnTo>
                  <a:pt x="16114" y="21596"/>
                </a:lnTo>
                <a:lnTo>
                  <a:pt x="12282" y="21561"/>
                </a:lnTo>
                <a:lnTo>
                  <a:pt x="9586" y="21466"/>
                </a:lnTo>
                <a:lnTo>
                  <a:pt x="7521" y="21280"/>
                </a:lnTo>
                <a:lnTo>
                  <a:pt x="5577" y="20974"/>
                </a:lnTo>
                <a:lnTo>
                  <a:pt x="3240" y="20520"/>
                </a:lnTo>
                <a:lnTo>
                  <a:pt x="1633" y="18913"/>
                </a:lnTo>
                <a:lnTo>
                  <a:pt x="0" y="17280"/>
                </a:lnTo>
                <a:lnTo>
                  <a:pt x="415" y="14278"/>
                </a:lnTo>
                <a:lnTo>
                  <a:pt x="985" y="11388"/>
                </a:lnTo>
                <a:lnTo>
                  <a:pt x="1685" y="8562"/>
                </a:lnTo>
                <a:lnTo>
                  <a:pt x="2493" y="5759"/>
                </a:lnTo>
                <a:lnTo>
                  <a:pt x="3378" y="2920"/>
                </a:lnTo>
                <a:lnTo>
                  <a:pt x="4320" y="0"/>
                </a:lnTo>
                <a:close/>
              </a:path>
            </a:pathLst>
          </a:custGeom>
          <a:solidFill>
            <a:srgbClr val="E7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2" name="contour_16660"/>
          <p:cNvSpPr/>
          <p:nvPr/>
        </p:nvSpPr>
        <p:spPr>
          <a:xfrm>
            <a:off x="7072438" y="2433978"/>
            <a:ext cx="36440" cy="29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55"/>
                </a:moveTo>
                <a:lnTo>
                  <a:pt x="20676" y="2847"/>
                </a:lnTo>
                <a:lnTo>
                  <a:pt x="19738" y="5533"/>
                </a:lnTo>
                <a:lnTo>
                  <a:pt x="18783" y="8208"/>
                </a:lnTo>
                <a:lnTo>
                  <a:pt x="17820" y="10878"/>
                </a:lnTo>
                <a:lnTo>
                  <a:pt x="16766" y="13869"/>
                </a:lnTo>
                <a:lnTo>
                  <a:pt x="15695" y="16909"/>
                </a:lnTo>
                <a:lnTo>
                  <a:pt x="14338" y="19236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2989" y="17611"/>
                </a:lnTo>
                <a:lnTo>
                  <a:pt x="2100" y="14781"/>
                </a:lnTo>
                <a:lnTo>
                  <a:pt x="1443" y="12336"/>
                </a:lnTo>
                <a:lnTo>
                  <a:pt x="812" y="9505"/>
                </a:lnTo>
                <a:lnTo>
                  <a:pt x="0" y="5517"/>
                </a:lnTo>
                <a:lnTo>
                  <a:pt x="2687" y="3656"/>
                </a:lnTo>
                <a:lnTo>
                  <a:pt x="5275" y="2241"/>
                </a:lnTo>
                <a:lnTo>
                  <a:pt x="7815" y="1228"/>
                </a:lnTo>
                <a:lnTo>
                  <a:pt x="10359" y="552"/>
                </a:lnTo>
                <a:lnTo>
                  <a:pt x="12956" y="161"/>
                </a:lnTo>
                <a:lnTo>
                  <a:pt x="15660" y="0"/>
                </a:lnTo>
                <a:lnTo>
                  <a:pt x="18524" y="16"/>
                </a:lnTo>
                <a:lnTo>
                  <a:pt x="21600" y="155"/>
                </a:lnTo>
                <a:close/>
              </a:path>
            </a:pathLst>
          </a:custGeom>
          <a:solidFill>
            <a:srgbClr val="4241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3" name="contour_16661"/>
          <p:cNvSpPr/>
          <p:nvPr/>
        </p:nvSpPr>
        <p:spPr>
          <a:xfrm>
            <a:off x="7458702" y="2425713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3"/>
                </a:moveTo>
                <a:lnTo>
                  <a:pt x="7279" y="348"/>
                </a:lnTo>
                <a:lnTo>
                  <a:pt x="10113" y="7"/>
                </a:lnTo>
                <a:lnTo>
                  <a:pt x="12887" y="0"/>
                </a:lnTo>
                <a:lnTo>
                  <a:pt x="15677" y="239"/>
                </a:lnTo>
                <a:lnTo>
                  <a:pt x="18559" y="642"/>
                </a:lnTo>
                <a:lnTo>
                  <a:pt x="21600" y="1113"/>
                </a:lnTo>
                <a:lnTo>
                  <a:pt x="21600" y="5170"/>
                </a:lnTo>
                <a:lnTo>
                  <a:pt x="21600" y="9240"/>
                </a:lnTo>
                <a:lnTo>
                  <a:pt x="21600" y="13323"/>
                </a:lnTo>
                <a:lnTo>
                  <a:pt x="21600" y="1744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53" y="16519"/>
                </a:lnTo>
                <a:lnTo>
                  <a:pt x="1054" y="12914"/>
                </a:lnTo>
                <a:lnTo>
                  <a:pt x="1711" y="9800"/>
                </a:lnTo>
                <a:lnTo>
                  <a:pt x="2730" y="6194"/>
                </a:lnTo>
                <a:lnTo>
                  <a:pt x="4320" y="1113"/>
                </a:lnTo>
                <a:close/>
              </a:path>
            </a:pathLst>
          </a:custGeom>
          <a:solidFill>
            <a:srgbClr val="ECF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4" name="contour_16662"/>
          <p:cNvSpPr/>
          <p:nvPr/>
        </p:nvSpPr>
        <p:spPr>
          <a:xfrm>
            <a:off x="2021860" y="242690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5142" y="18927"/>
                </a:lnTo>
                <a:lnTo>
                  <a:pt x="12999" y="16249"/>
                </a:lnTo>
                <a:lnTo>
                  <a:pt x="10856" y="13570"/>
                </a:lnTo>
                <a:lnTo>
                  <a:pt x="8705" y="10881"/>
                </a:lnTo>
                <a:lnTo>
                  <a:pt x="6545" y="8181"/>
                </a:lnTo>
                <a:lnTo>
                  <a:pt x="4376" y="5470"/>
                </a:lnTo>
                <a:lnTo>
                  <a:pt x="2195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9CF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5" name="contour_16663"/>
          <p:cNvSpPr/>
          <p:nvPr/>
        </p:nvSpPr>
        <p:spPr>
          <a:xfrm>
            <a:off x="7035277" y="2412325"/>
            <a:ext cx="3716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9" y="0"/>
                </a:moveTo>
                <a:lnTo>
                  <a:pt x="2516" y="2138"/>
                </a:lnTo>
                <a:lnTo>
                  <a:pt x="4613" y="4277"/>
                </a:lnTo>
                <a:lnTo>
                  <a:pt x="6714" y="6420"/>
                </a:lnTo>
                <a:lnTo>
                  <a:pt x="8820" y="8567"/>
                </a:lnTo>
                <a:lnTo>
                  <a:pt x="10929" y="10718"/>
                </a:lnTo>
                <a:lnTo>
                  <a:pt x="13047" y="12878"/>
                </a:lnTo>
                <a:lnTo>
                  <a:pt x="15170" y="15042"/>
                </a:lnTo>
                <a:lnTo>
                  <a:pt x="17305" y="17220"/>
                </a:lnTo>
                <a:lnTo>
                  <a:pt x="19444" y="19401"/>
                </a:lnTo>
                <a:lnTo>
                  <a:pt x="21600" y="21600"/>
                </a:lnTo>
                <a:lnTo>
                  <a:pt x="16114" y="21591"/>
                </a:lnTo>
                <a:lnTo>
                  <a:pt x="11937" y="21531"/>
                </a:lnTo>
                <a:lnTo>
                  <a:pt x="8815" y="21371"/>
                </a:lnTo>
                <a:lnTo>
                  <a:pt x="6507" y="21060"/>
                </a:lnTo>
                <a:lnTo>
                  <a:pt x="4761" y="20546"/>
                </a:lnTo>
                <a:lnTo>
                  <a:pt x="3330" y="19777"/>
                </a:lnTo>
                <a:lnTo>
                  <a:pt x="1966" y="18706"/>
                </a:lnTo>
                <a:lnTo>
                  <a:pt x="419" y="17280"/>
                </a:lnTo>
                <a:lnTo>
                  <a:pt x="136" y="14355"/>
                </a:lnTo>
                <a:lnTo>
                  <a:pt x="8" y="11500"/>
                </a:lnTo>
                <a:lnTo>
                  <a:pt x="0" y="8675"/>
                </a:lnTo>
                <a:lnTo>
                  <a:pt x="85" y="5841"/>
                </a:lnTo>
                <a:lnTo>
                  <a:pt x="237" y="2964"/>
                </a:lnTo>
                <a:lnTo>
                  <a:pt x="419" y="0"/>
                </a:lnTo>
                <a:close/>
              </a:path>
            </a:pathLst>
          </a:custGeom>
          <a:solidFill>
            <a:srgbClr val="E3EB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6" name="contour_16664"/>
          <p:cNvSpPr/>
          <p:nvPr/>
        </p:nvSpPr>
        <p:spPr>
          <a:xfrm>
            <a:off x="6766343" y="2397749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18659" y="4077"/>
                </a:lnTo>
                <a:lnTo>
                  <a:pt x="16172" y="7495"/>
                </a:lnTo>
                <a:lnTo>
                  <a:pt x="14071" y="10319"/>
                </a:lnTo>
                <a:lnTo>
                  <a:pt x="12278" y="12631"/>
                </a:lnTo>
                <a:lnTo>
                  <a:pt x="10717" y="14499"/>
                </a:lnTo>
                <a:lnTo>
                  <a:pt x="9313" y="16006"/>
                </a:lnTo>
                <a:lnTo>
                  <a:pt x="7992" y="17226"/>
                </a:lnTo>
                <a:lnTo>
                  <a:pt x="6677" y="18230"/>
                </a:lnTo>
                <a:lnTo>
                  <a:pt x="5295" y="19094"/>
                </a:lnTo>
                <a:lnTo>
                  <a:pt x="3774" y="19894"/>
                </a:lnTo>
                <a:lnTo>
                  <a:pt x="2033" y="207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3BE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7" name="contour_16665"/>
          <p:cNvSpPr/>
          <p:nvPr/>
        </p:nvSpPr>
        <p:spPr>
          <a:xfrm>
            <a:off x="2327300" y="2405037"/>
            <a:ext cx="3709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2" y="0"/>
                </a:moveTo>
                <a:lnTo>
                  <a:pt x="1570" y="242"/>
                </a:lnTo>
                <a:lnTo>
                  <a:pt x="2682" y="467"/>
                </a:lnTo>
                <a:lnTo>
                  <a:pt x="3964" y="730"/>
                </a:lnTo>
                <a:lnTo>
                  <a:pt x="5661" y="1076"/>
                </a:lnTo>
                <a:lnTo>
                  <a:pt x="8025" y="1555"/>
                </a:lnTo>
                <a:lnTo>
                  <a:pt x="11301" y="2225"/>
                </a:lnTo>
                <a:lnTo>
                  <a:pt x="15744" y="3128"/>
                </a:lnTo>
                <a:lnTo>
                  <a:pt x="21600" y="4320"/>
                </a:lnTo>
                <a:lnTo>
                  <a:pt x="20900" y="7171"/>
                </a:lnTo>
                <a:lnTo>
                  <a:pt x="20200" y="10027"/>
                </a:lnTo>
                <a:lnTo>
                  <a:pt x="19495" y="12895"/>
                </a:lnTo>
                <a:lnTo>
                  <a:pt x="18786" y="15777"/>
                </a:lnTo>
                <a:lnTo>
                  <a:pt x="18074" y="18675"/>
                </a:lnTo>
                <a:lnTo>
                  <a:pt x="17356" y="21600"/>
                </a:lnTo>
                <a:lnTo>
                  <a:pt x="17356" y="19034"/>
                </a:lnTo>
                <a:lnTo>
                  <a:pt x="17356" y="16459"/>
                </a:lnTo>
                <a:lnTo>
                  <a:pt x="17356" y="13876"/>
                </a:lnTo>
                <a:lnTo>
                  <a:pt x="17356" y="11271"/>
                </a:lnTo>
                <a:lnTo>
                  <a:pt x="17356" y="8640"/>
                </a:lnTo>
                <a:lnTo>
                  <a:pt x="14551" y="8640"/>
                </a:lnTo>
                <a:lnTo>
                  <a:pt x="11729" y="8640"/>
                </a:lnTo>
                <a:lnTo>
                  <a:pt x="8869" y="8640"/>
                </a:lnTo>
                <a:lnTo>
                  <a:pt x="8869" y="11496"/>
                </a:lnTo>
                <a:lnTo>
                  <a:pt x="8869" y="14368"/>
                </a:lnTo>
                <a:lnTo>
                  <a:pt x="8869" y="17280"/>
                </a:lnTo>
                <a:lnTo>
                  <a:pt x="6348" y="16455"/>
                </a:lnTo>
                <a:lnTo>
                  <a:pt x="4626" y="15729"/>
                </a:lnTo>
                <a:lnTo>
                  <a:pt x="2903" y="14701"/>
                </a:lnTo>
                <a:lnTo>
                  <a:pt x="382" y="12960"/>
                </a:lnTo>
                <a:lnTo>
                  <a:pt x="127" y="9616"/>
                </a:lnTo>
                <a:lnTo>
                  <a:pt x="0" y="7271"/>
                </a:lnTo>
                <a:lnTo>
                  <a:pt x="0" y="5301"/>
                </a:lnTo>
                <a:lnTo>
                  <a:pt x="127" y="3084"/>
                </a:lnTo>
                <a:lnTo>
                  <a:pt x="382" y="0"/>
                </a:lnTo>
                <a:close/>
              </a:path>
            </a:pathLst>
          </a:custGeom>
          <a:solidFill>
            <a:srgbClr val="4E4E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8" name="contour_16666"/>
          <p:cNvSpPr/>
          <p:nvPr/>
        </p:nvSpPr>
        <p:spPr>
          <a:xfrm>
            <a:off x="5527384" y="2405037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036" y="20707"/>
                </a:lnTo>
                <a:lnTo>
                  <a:pt x="14458" y="19814"/>
                </a:lnTo>
                <a:lnTo>
                  <a:pt x="10850" y="18911"/>
                </a:lnTo>
                <a:lnTo>
                  <a:pt x="7200" y="18000"/>
                </a:lnTo>
                <a:lnTo>
                  <a:pt x="8986" y="16218"/>
                </a:lnTo>
                <a:lnTo>
                  <a:pt x="10771" y="14425"/>
                </a:lnTo>
                <a:lnTo>
                  <a:pt x="12578" y="12625"/>
                </a:lnTo>
                <a:lnTo>
                  <a:pt x="14400" y="10800"/>
                </a:lnTo>
                <a:lnTo>
                  <a:pt x="9641" y="10800"/>
                </a:lnTo>
                <a:lnTo>
                  <a:pt x="4853" y="1080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D1D9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69" name="contour_16667"/>
          <p:cNvSpPr/>
          <p:nvPr/>
        </p:nvSpPr>
        <p:spPr>
          <a:xfrm>
            <a:off x="5039089" y="2397035"/>
            <a:ext cx="58304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98" y="0"/>
                </a:moveTo>
                <a:lnTo>
                  <a:pt x="8824" y="63"/>
                </a:lnTo>
                <a:lnTo>
                  <a:pt x="10560" y="127"/>
                </a:lnTo>
                <a:lnTo>
                  <a:pt x="12320" y="184"/>
                </a:lnTo>
                <a:lnTo>
                  <a:pt x="13090" y="211"/>
                </a:lnTo>
                <a:lnTo>
                  <a:pt x="14448" y="248"/>
                </a:lnTo>
                <a:lnTo>
                  <a:pt x="17561" y="327"/>
                </a:lnTo>
                <a:lnTo>
                  <a:pt x="18155" y="358"/>
                </a:lnTo>
                <a:lnTo>
                  <a:pt x="19202" y="406"/>
                </a:lnTo>
                <a:lnTo>
                  <a:pt x="21600" y="517"/>
                </a:lnTo>
                <a:lnTo>
                  <a:pt x="21600" y="4001"/>
                </a:lnTo>
                <a:lnTo>
                  <a:pt x="21600" y="7506"/>
                </a:lnTo>
                <a:lnTo>
                  <a:pt x="21600" y="11058"/>
                </a:lnTo>
                <a:lnTo>
                  <a:pt x="20183" y="10874"/>
                </a:lnTo>
                <a:lnTo>
                  <a:pt x="18741" y="10684"/>
                </a:lnTo>
                <a:lnTo>
                  <a:pt x="17815" y="10616"/>
                </a:lnTo>
                <a:lnTo>
                  <a:pt x="15020" y="10399"/>
                </a:lnTo>
                <a:lnTo>
                  <a:pt x="14097" y="10305"/>
                </a:lnTo>
                <a:lnTo>
                  <a:pt x="11316" y="10025"/>
                </a:lnTo>
                <a:lnTo>
                  <a:pt x="9720" y="10542"/>
                </a:lnTo>
                <a:lnTo>
                  <a:pt x="8100" y="11058"/>
                </a:lnTo>
                <a:lnTo>
                  <a:pt x="7055" y="14210"/>
                </a:lnTo>
                <a:lnTo>
                  <a:pt x="6426" y="16361"/>
                </a:lnTo>
                <a:lnTo>
                  <a:pt x="5959" y="18495"/>
                </a:lnTo>
                <a:lnTo>
                  <a:pt x="5400" y="21600"/>
                </a:lnTo>
                <a:lnTo>
                  <a:pt x="5400" y="18121"/>
                </a:lnTo>
                <a:lnTo>
                  <a:pt x="5400" y="14611"/>
                </a:lnTo>
                <a:lnTo>
                  <a:pt x="5400" y="11058"/>
                </a:lnTo>
                <a:lnTo>
                  <a:pt x="3796" y="9124"/>
                </a:lnTo>
                <a:lnTo>
                  <a:pt x="2700" y="7933"/>
                </a:lnTo>
                <a:lnTo>
                  <a:pt x="1604" y="6984"/>
                </a:lnTo>
                <a:lnTo>
                  <a:pt x="0" y="5787"/>
                </a:lnTo>
                <a:lnTo>
                  <a:pt x="1628" y="2736"/>
                </a:lnTo>
                <a:lnTo>
                  <a:pt x="2913" y="1112"/>
                </a:lnTo>
                <a:lnTo>
                  <a:pt x="4514" y="385"/>
                </a:lnTo>
                <a:lnTo>
                  <a:pt x="7098" y="0"/>
                </a:lnTo>
                <a:close/>
              </a:path>
            </a:pathLst>
          </a:custGeom>
          <a:solidFill>
            <a:srgbClr val="AEB2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0" name="contour_16668"/>
          <p:cNvSpPr/>
          <p:nvPr/>
        </p:nvSpPr>
        <p:spPr>
          <a:xfrm>
            <a:off x="8398853" y="23904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C6D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1" name="contour_16669"/>
          <p:cNvSpPr/>
          <p:nvPr/>
        </p:nvSpPr>
        <p:spPr>
          <a:xfrm>
            <a:off x="8260381" y="2391263"/>
            <a:ext cx="43728" cy="356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348"/>
                </a:moveTo>
                <a:lnTo>
                  <a:pt x="19220" y="8348"/>
                </a:lnTo>
                <a:lnTo>
                  <a:pt x="16826" y="8348"/>
                </a:lnTo>
                <a:lnTo>
                  <a:pt x="14400" y="8348"/>
                </a:lnTo>
                <a:lnTo>
                  <a:pt x="14008" y="9378"/>
                </a:lnTo>
                <a:lnTo>
                  <a:pt x="12823" y="12492"/>
                </a:lnTo>
                <a:lnTo>
                  <a:pt x="11567" y="15248"/>
                </a:lnTo>
                <a:lnTo>
                  <a:pt x="10350" y="16940"/>
                </a:lnTo>
                <a:lnTo>
                  <a:pt x="8460" y="18274"/>
                </a:lnTo>
                <a:lnTo>
                  <a:pt x="5177" y="19944"/>
                </a:lnTo>
                <a:lnTo>
                  <a:pt x="3467" y="20491"/>
                </a:lnTo>
                <a:lnTo>
                  <a:pt x="1746" y="21043"/>
                </a:lnTo>
                <a:lnTo>
                  <a:pt x="0" y="21600"/>
                </a:lnTo>
                <a:lnTo>
                  <a:pt x="864" y="16167"/>
                </a:lnTo>
                <a:lnTo>
                  <a:pt x="1562" y="12019"/>
                </a:lnTo>
                <a:lnTo>
                  <a:pt x="2178" y="8909"/>
                </a:lnTo>
                <a:lnTo>
                  <a:pt x="2786" y="6586"/>
                </a:lnTo>
                <a:lnTo>
                  <a:pt x="3470" y="4788"/>
                </a:lnTo>
                <a:lnTo>
                  <a:pt x="4306" y="3273"/>
                </a:lnTo>
                <a:lnTo>
                  <a:pt x="5371" y="1785"/>
                </a:lnTo>
                <a:lnTo>
                  <a:pt x="6750" y="66"/>
                </a:lnTo>
                <a:lnTo>
                  <a:pt x="9353" y="0"/>
                </a:lnTo>
                <a:lnTo>
                  <a:pt x="11660" y="499"/>
                </a:lnTo>
                <a:lnTo>
                  <a:pt x="13756" y="1475"/>
                </a:lnTo>
                <a:lnTo>
                  <a:pt x="15714" y="2836"/>
                </a:lnTo>
                <a:lnTo>
                  <a:pt x="17622" y="4497"/>
                </a:lnTo>
                <a:lnTo>
                  <a:pt x="19559" y="6365"/>
                </a:lnTo>
                <a:lnTo>
                  <a:pt x="21600" y="8348"/>
                </a:lnTo>
                <a:close/>
              </a:path>
            </a:pathLst>
          </a:custGeom>
          <a:solidFill>
            <a:srgbClr val="6D6C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2" name="contour_16670"/>
          <p:cNvSpPr/>
          <p:nvPr/>
        </p:nvSpPr>
        <p:spPr>
          <a:xfrm>
            <a:off x="4769433" y="236859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55" y="353"/>
                </a:lnTo>
                <a:lnTo>
                  <a:pt x="5106" y="716"/>
                </a:lnTo>
                <a:lnTo>
                  <a:pt x="7076" y="1264"/>
                </a:lnTo>
                <a:lnTo>
                  <a:pt x="9487" y="2167"/>
                </a:lnTo>
                <a:lnTo>
                  <a:pt x="12960" y="3600"/>
                </a:lnTo>
                <a:lnTo>
                  <a:pt x="14321" y="5771"/>
                </a:lnTo>
                <a:lnTo>
                  <a:pt x="15574" y="7963"/>
                </a:lnTo>
                <a:lnTo>
                  <a:pt x="16736" y="10177"/>
                </a:lnTo>
                <a:lnTo>
                  <a:pt x="17816" y="12416"/>
                </a:lnTo>
                <a:lnTo>
                  <a:pt x="18827" y="14674"/>
                </a:lnTo>
                <a:lnTo>
                  <a:pt x="19790" y="16960"/>
                </a:lnTo>
                <a:lnTo>
                  <a:pt x="20706" y="19267"/>
                </a:lnTo>
                <a:lnTo>
                  <a:pt x="21600" y="21600"/>
                </a:lnTo>
                <a:lnTo>
                  <a:pt x="18386" y="20923"/>
                </a:lnTo>
                <a:lnTo>
                  <a:pt x="16105" y="20398"/>
                </a:lnTo>
                <a:lnTo>
                  <a:pt x="14135" y="19850"/>
                </a:lnTo>
                <a:lnTo>
                  <a:pt x="11854" y="19109"/>
                </a:lnTo>
                <a:lnTo>
                  <a:pt x="8640" y="18000"/>
                </a:lnTo>
                <a:lnTo>
                  <a:pt x="8640" y="15620"/>
                </a:lnTo>
                <a:lnTo>
                  <a:pt x="8640" y="13226"/>
                </a:lnTo>
                <a:lnTo>
                  <a:pt x="8640" y="10800"/>
                </a:lnTo>
                <a:lnTo>
                  <a:pt x="5784" y="10800"/>
                </a:lnTo>
                <a:lnTo>
                  <a:pt x="2912" y="10800"/>
                </a:lnTo>
                <a:lnTo>
                  <a:pt x="0" y="10800"/>
                </a:lnTo>
                <a:lnTo>
                  <a:pt x="0" y="8662"/>
                </a:lnTo>
                <a:lnTo>
                  <a:pt x="0" y="6516"/>
                </a:lnTo>
                <a:lnTo>
                  <a:pt x="0" y="4363"/>
                </a:lnTo>
                <a:lnTo>
                  <a:pt x="0" y="2192"/>
                </a:lnTo>
                <a:lnTo>
                  <a:pt x="0" y="0"/>
                </a:lnTo>
                <a:close/>
              </a:path>
            </a:pathLst>
          </a:custGeom>
          <a:solidFill>
            <a:srgbClr val="7A9E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3" name="contour_16671"/>
          <p:cNvSpPr/>
          <p:nvPr/>
        </p:nvSpPr>
        <p:spPr>
          <a:xfrm>
            <a:off x="928662" y="239046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20887" y="18749"/>
                </a:lnTo>
                <a:lnTo>
                  <a:pt x="20174" y="15893"/>
                </a:lnTo>
                <a:lnTo>
                  <a:pt x="19457" y="13025"/>
                </a:lnTo>
                <a:lnTo>
                  <a:pt x="18736" y="10143"/>
                </a:lnTo>
                <a:lnTo>
                  <a:pt x="18010" y="7245"/>
                </a:lnTo>
                <a:lnTo>
                  <a:pt x="17280" y="4320"/>
                </a:lnTo>
                <a:lnTo>
                  <a:pt x="16183" y="4869"/>
                </a:lnTo>
                <a:lnTo>
                  <a:pt x="15133" y="5396"/>
                </a:lnTo>
                <a:lnTo>
                  <a:pt x="13824" y="6048"/>
                </a:lnTo>
                <a:lnTo>
                  <a:pt x="11962" y="6981"/>
                </a:lnTo>
                <a:lnTo>
                  <a:pt x="9236" y="8342"/>
                </a:lnTo>
                <a:lnTo>
                  <a:pt x="5352" y="10286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64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4" name="contour_16672"/>
          <p:cNvSpPr/>
          <p:nvPr/>
        </p:nvSpPr>
        <p:spPr>
          <a:xfrm>
            <a:off x="294606" y="236859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078" y="745"/>
                </a:lnTo>
                <a:lnTo>
                  <a:pt x="16292" y="1368"/>
                </a:lnTo>
                <a:lnTo>
                  <a:pt x="18463" y="2207"/>
                </a:lnTo>
                <a:lnTo>
                  <a:pt x="21600" y="3600"/>
                </a:lnTo>
                <a:lnTo>
                  <a:pt x="21497" y="6156"/>
                </a:lnTo>
                <a:lnTo>
                  <a:pt x="21254" y="7970"/>
                </a:lnTo>
                <a:lnTo>
                  <a:pt x="20677" y="9904"/>
                </a:lnTo>
                <a:lnTo>
                  <a:pt x="19575" y="12823"/>
                </a:lnTo>
                <a:lnTo>
                  <a:pt x="18673" y="15289"/>
                </a:lnTo>
                <a:lnTo>
                  <a:pt x="17761" y="17788"/>
                </a:lnTo>
                <a:lnTo>
                  <a:pt x="16988" y="19681"/>
                </a:lnTo>
                <a:lnTo>
                  <a:pt x="16200" y="21600"/>
                </a:lnTo>
                <a:lnTo>
                  <a:pt x="12182" y="20923"/>
                </a:lnTo>
                <a:lnTo>
                  <a:pt x="9331" y="20398"/>
                </a:lnTo>
                <a:lnTo>
                  <a:pt x="6869" y="19850"/>
                </a:lnTo>
                <a:lnTo>
                  <a:pt x="4018" y="19109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8662"/>
                </a:lnTo>
                <a:lnTo>
                  <a:pt x="10800" y="6516"/>
                </a:lnTo>
                <a:lnTo>
                  <a:pt x="10800" y="4363"/>
                </a:lnTo>
                <a:lnTo>
                  <a:pt x="10800" y="2192"/>
                </a:lnTo>
                <a:lnTo>
                  <a:pt x="10800" y="0"/>
                </a:lnTo>
                <a:close/>
              </a:path>
            </a:pathLst>
          </a:custGeom>
          <a:solidFill>
            <a:srgbClr val="9A91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5" name="contour_16673"/>
          <p:cNvSpPr/>
          <p:nvPr/>
        </p:nvSpPr>
        <p:spPr>
          <a:xfrm>
            <a:off x="8362413" y="237588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2851"/>
                </a:lnTo>
                <a:lnTo>
                  <a:pt x="17982" y="5707"/>
                </a:lnTo>
                <a:lnTo>
                  <a:pt x="18878" y="8575"/>
                </a:lnTo>
                <a:lnTo>
                  <a:pt x="19780" y="11457"/>
                </a:lnTo>
                <a:lnTo>
                  <a:pt x="20687" y="14355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1258" y="19505"/>
                </a:lnTo>
                <a:lnTo>
                  <a:pt x="2522" y="17410"/>
                </a:lnTo>
                <a:lnTo>
                  <a:pt x="3791" y="15319"/>
                </a:lnTo>
                <a:lnTo>
                  <a:pt x="5065" y="13228"/>
                </a:lnTo>
                <a:lnTo>
                  <a:pt x="6480" y="10895"/>
                </a:lnTo>
                <a:lnTo>
                  <a:pt x="7911" y="8523"/>
                </a:lnTo>
                <a:lnTo>
                  <a:pt x="9666" y="6026"/>
                </a:lnTo>
                <a:lnTo>
                  <a:pt x="11113" y="4307"/>
                </a:lnTo>
                <a:lnTo>
                  <a:pt x="13036" y="2562"/>
                </a:lnTo>
                <a:lnTo>
                  <a:pt x="16200" y="0"/>
                </a:lnTo>
                <a:close/>
              </a:path>
            </a:pathLst>
          </a:custGeom>
          <a:solidFill>
            <a:srgbClr val="E1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6" name="contour_16674"/>
          <p:cNvSpPr/>
          <p:nvPr/>
        </p:nvSpPr>
        <p:spPr>
          <a:xfrm>
            <a:off x="5461792" y="236859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DDC8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7" name="contour_16675"/>
          <p:cNvSpPr/>
          <p:nvPr/>
        </p:nvSpPr>
        <p:spPr>
          <a:xfrm>
            <a:off x="4623673" y="237588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05" y="637"/>
                </a:lnTo>
                <a:lnTo>
                  <a:pt x="4806" y="1312"/>
                </a:lnTo>
                <a:lnTo>
                  <a:pt x="7200" y="2025"/>
                </a:lnTo>
                <a:lnTo>
                  <a:pt x="9209" y="2592"/>
                </a:lnTo>
                <a:lnTo>
                  <a:pt x="11250" y="3164"/>
                </a:lnTo>
                <a:lnTo>
                  <a:pt x="12812" y="4271"/>
                </a:lnTo>
                <a:lnTo>
                  <a:pt x="14400" y="5400"/>
                </a:lnTo>
                <a:lnTo>
                  <a:pt x="14400" y="8969"/>
                </a:lnTo>
                <a:lnTo>
                  <a:pt x="14400" y="12560"/>
                </a:lnTo>
                <a:lnTo>
                  <a:pt x="14400" y="16200"/>
                </a:lnTo>
                <a:lnTo>
                  <a:pt x="16538" y="18182"/>
                </a:lnTo>
                <a:lnTo>
                  <a:pt x="18000" y="19408"/>
                </a:lnTo>
                <a:lnTo>
                  <a:pt x="19462" y="20374"/>
                </a:lnTo>
                <a:lnTo>
                  <a:pt x="21600" y="21600"/>
                </a:lnTo>
                <a:lnTo>
                  <a:pt x="19285" y="21211"/>
                </a:lnTo>
                <a:lnTo>
                  <a:pt x="16999" y="20779"/>
                </a:lnTo>
                <a:lnTo>
                  <a:pt x="14731" y="20288"/>
                </a:lnTo>
                <a:lnTo>
                  <a:pt x="12481" y="19710"/>
                </a:lnTo>
                <a:lnTo>
                  <a:pt x="10249" y="19035"/>
                </a:lnTo>
                <a:lnTo>
                  <a:pt x="8024" y="18236"/>
                </a:lnTo>
                <a:lnTo>
                  <a:pt x="5810" y="17296"/>
                </a:lnTo>
                <a:lnTo>
                  <a:pt x="3600" y="16200"/>
                </a:lnTo>
                <a:lnTo>
                  <a:pt x="2167" y="12020"/>
                </a:lnTo>
                <a:lnTo>
                  <a:pt x="1264" y="9088"/>
                </a:lnTo>
                <a:lnTo>
                  <a:pt x="716" y="6626"/>
                </a:lnTo>
                <a:lnTo>
                  <a:pt x="3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749C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8" name="contour_16676"/>
          <p:cNvSpPr/>
          <p:nvPr/>
        </p:nvSpPr>
        <p:spPr>
          <a:xfrm>
            <a:off x="4412322" y="2368597"/>
            <a:ext cx="3059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291" y="0"/>
                </a:moveTo>
                <a:lnTo>
                  <a:pt x="13692" y="0"/>
                </a:lnTo>
                <a:lnTo>
                  <a:pt x="17113" y="0"/>
                </a:lnTo>
                <a:lnTo>
                  <a:pt x="20581" y="0"/>
                </a:lnTo>
                <a:lnTo>
                  <a:pt x="21147" y="4994"/>
                </a:lnTo>
                <a:lnTo>
                  <a:pt x="21487" y="8506"/>
                </a:lnTo>
                <a:lnTo>
                  <a:pt x="21600" y="11007"/>
                </a:lnTo>
                <a:lnTo>
                  <a:pt x="21487" y="12986"/>
                </a:lnTo>
                <a:lnTo>
                  <a:pt x="21147" y="14917"/>
                </a:lnTo>
                <a:lnTo>
                  <a:pt x="20581" y="17280"/>
                </a:lnTo>
                <a:lnTo>
                  <a:pt x="16753" y="18870"/>
                </a:lnTo>
                <a:lnTo>
                  <a:pt x="14036" y="19889"/>
                </a:lnTo>
                <a:lnTo>
                  <a:pt x="11690" y="20546"/>
                </a:lnTo>
                <a:lnTo>
                  <a:pt x="8973" y="21047"/>
                </a:lnTo>
                <a:lnTo>
                  <a:pt x="5145" y="21600"/>
                </a:lnTo>
                <a:lnTo>
                  <a:pt x="4127" y="19034"/>
                </a:lnTo>
                <a:lnTo>
                  <a:pt x="3103" y="16459"/>
                </a:lnTo>
                <a:lnTo>
                  <a:pt x="2079" y="13876"/>
                </a:lnTo>
                <a:lnTo>
                  <a:pt x="1044" y="11271"/>
                </a:lnTo>
                <a:lnTo>
                  <a:pt x="0" y="8640"/>
                </a:lnTo>
                <a:lnTo>
                  <a:pt x="3401" y="8640"/>
                </a:lnTo>
                <a:lnTo>
                  <a:pt x="6823" y="8640"/>
                </a:lnTo>
                <a:lnTo>
                  <a:pt x="10291" y="8640"/>
                </a:lnTo>
                <a:lnTo>
                  <a:pt x="10291" y="5784"/>
                </a:lnTo>
                <a:lnTo>
                  <a:pt x="10291" y="2912"/>
                </a:lnTo>
                <a:lnTo>
                  <a:pt x="10291" y="0"/>
                </a:lnTo>
                <a:close/>
              </a:path>
            </a:pathLst>
          </a:custGeom>
          <a:solidFill>
            <a:srgbClr val="2C34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79" name="contour_16677"/>
          <p:cNvSpPr/>
          <p:nvPr/>
        </p:nvSpPr>
        <p:spPr>
          <a:xfrm>
            <a:off x="1351365" y="2361309"/>
            <a:ext cx="58304" cy="291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01" y="831"/>
                </a:lnTo>
                <a:lnTo>
                  <a:pt x="3602" y="1668"/>
                </a:lnTo>
                <a:lnTo>
                  <a:pt x="5403" y="2510"/>
                </a:lnTo>
                <a:lnTo>
                  <a:pt x="7204" y="3358"/>
                </a:lnTo>
                <a:lnTo>
                  <a:pt x="9002" y="4206"/>
                </a:lnTo>
                <a:lnTo>
                  <a:pt x="10800" y="5064"/>
                </a:lnTo>
                <a:lnTo>
                  <a:pt x="11578" y="5415"/>
                </a:lnTo>
                <a:lnTo>
                  <a:pt x="13921" y="6484"/>
                </a:lnTo>
                <a:lnTo>
                  <a:pt x="15468" y="7261"/>
                </a:lnTo>
                <a:lnTo>
                  <a:pt x="17007" y="8093"/>
                </a:lnTo>
                <a:lnTo>
                  <a:pt x="18544" y="8967"/>
                </a:lnTo>
                <a:lnTo>
                  <a:pt x="20072" y="9869"/>
                </a:lnTo>
                <a:lnTo>
                  <a:pt x="21600" y="10797"/>
                </a:lnTo>
                <a:lnTo>
                  <a:pt x="21600" y="13475"/>
                </a:lnTo>
                <a:lnTo>
                  <a:pt x="21600" y="16196"/>
                </a:lnTo>
                <a:lnTo>
                  <a:pt x="19802" y="17216"/>
                </a:lnTo>
                <a:lnTo>
                  <a:pt x="18023" y="18183"/>
                </a:lnTo>
                <a:lnTo>
                  <a:pt x="16249" y="19063"/>
                </a:lnTo>
                <a:lnTo>
                  <a:pt x="14480" y="19845"/>
                </a:lnTo>
                <a:lnTo>
                  <a:pt x="12704" y="20509"/>
                </a:lnTo>
                <a:lnTo>
                  <a:pt x="10913" y="21039"/>
                </a:lnTo>
                <a:lnTo>
                  <a:pt x="9107" y="21406"/>
                </a:lnTo>
                <a:lnTo>
                  <a:pt x="7271" y="21600"/>
                </a:lnTo>
                <a:lnTo>
                  <a:pt x="5400" y="21595"/>
                </a:lnTo>
                <a:lnTo>
                  <a:pt x="4150" y="18879"/>
                </a:lnTo>
                <a:lnTo>
                  <a:pt x="3116" y="16083"/>
                </a:lnTo>
                <a:lnTo>
                  <a:pt x="2268" y="13173"/>
                </a:lnTo>
                <a:lnTo>
                  <a:pt x="1566" y="10133"/>
                </a:lnTo>
                <a:lnTo>
                  <a:pt x="977" y="6943"/>
                </a:lnTo>
                <a:lnTo>
                  <a:pt x="467" y="3569"/>
                </a:lnTo>
                <a:lnTo>
                  <a:pt x="0" y="0"/>
                </a:lnTo>
                <a:close/>
              </a:path>
            </a:pathLst>
          </a:custGeom>
          <a:solidFill>
            <a:srgbClr val="2425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0" name="contour_16678"/>
          <p:cNvSpPr/>
          <p:nvPr/>
        </p:nvSpPr>
        <p:spPr>
          <a:xfrm>
            <a:off x="6795495" y="236130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391" y="2138"/>
                </a:lnTo>
                <a:lnTo>
                  <a:pt x="6463" y="4290"/>
                </a:lnTo>
                <a:lnTo>
                  <a:pt x="7547" y="6450"/>
                </a:lnTo>
                <a:lnTo>
                  <a:pt x="8640" y="8640"/>
                </a:lnTo>
                <a:lnTo>
                  <a:pt x="11496" y="8640"/>
                </a:lnTo>
                <a:lnTo>
                  <a:pt x="14368" y="8640"/>
                </a:lnTo>
                <a:lnTo>
                  <a:pt x="17280" y="8640"/>
                </a:lnTo>
                <a:lnTo>
                  <a:pt x="18611" y="11854"/>
                </a:lnTo>
                <a:lnTo>
                  <a:pt x="19500" y="14135"/>
                </a:lnTo>
                <a:lnTo>
                  <a:pt x="20157" y="16105"/>
                </a:lnTo>
                <a:lnTo>
                  <a:pt x="20788" y="183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5D57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1" name="contour_16679"/>
          <p:cNvSpPr/>
          <p:nvPr/>
        </p:nvSpPr>
        <p:spPr>
          <a:xfrm>
            <a:off x="1628309" y="234673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47" y="3856"/>
                </a:lnTo>
                <a:lnTo>
                  <a:pt x="20884" y="6626"/>
                </a:lnTo>
                <a:lnTo>
                  <a:pt x="20336" y="9088"/>
                </a:lnTo>
                <a:lnTo>
                  <a:pt x="19433" y="12020"/>
                </a:lnTo>
                <a:lnTo>
                  <a:pt x="18000" y="16200"/>
                </a:lnTo>
                <a:lnTo>
                  <a:pt x="15790" y="17296"/>
                </a:lnTo>
                <a:lnTo>
                  <a:pt x="13576" y="18236"/>
                </a:lnTo>
                <a:lnTo>
                  <a:pt x="11351" y="19035"/>
                </a:lnTo>
                <a:lnTo>
                  <a:pt x="9119" y="19710"/>
                </a:lnTo>
                <a:lnTo>
                  <a:pt x="6869" y="20288"/>
                </a:lnTo>
                <a:lnTo>
                  <a:pt x="4601" y="20779"/>
                </a:lnTo>
                <a:lnTo>
                  <a:pt x="2315" y="21211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1735" y="8780"/>
                </a:lnTo>
                <a:lnTo>
                  <a:pt x="3017" y="7479"/>
                </a:lnTo>
                <a:lnTo>
                  <a:pt x="4478" y="6313"/>
                </a:lnTo>
                <a:lnTo>
                  <a:pt x="6750" y="4725"/>
                </a:lnTo>
                <a:lnTo>
                  <a:pt x="7693" y="4039"/>
                </a:lnTo>
                <a:lnTo>
                  <a:pt x="10548" y="1982"/>
                </a:lnTo>
                <a:lnTo>
                  <a:pt x="12485" y="1015"/>
                </a:lnTo>
                <a:lnTo>
                  <a:pt x="14029" y="427"/>
                </a:lnTo>
                <a:lnTo>
                  <a:pt x="15710" y="124"/>
                </a:lnTo>
                <a:lnTo>
                  <a:pt x="18054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C4C4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2" name="contour_16680"/>
          <p:cNvSpPr/>
          <p:nvPr/>
        </p:nvSpPr>
        <p:spPr>
          <a:xfrm>
            <a:off x="1876101" y="2332157"/>
            <a:ext cx="2905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38" y="0"/>
                </a:moveTo>
                <a:lnTo>
                  <a:pt x="14875" y="2719"/>
                </a:lnTo>
                <a:lnTo>
                  <a:pt x="17758" y="4764"/>
                </a:lnTo>
                <a:lnTo>
                  <a:pt x="19687" y="6357"/>
                </a:lnTo>
                <a:lnTo>
                  <a:pt x="20847" y="7717"/>
                </a:lnTo>
                <a:lnTo>
                  <a:pt x="21421" y="9069"/>
                </a:lnTo>
                <a:lnTo>
                  <a:pt x="21600" y="10630"/>
                </a:lnTo>
                <a:lnTo>
                  <a:pt x="21567" y="12621"/>
                </a:lnTo>
                <a:lnTo>
                  <a:pt x="20928" y="14318"/>
                </a:lnTo>
                <a:lnTo>
                  <a:pt x="20332" y="15635"/>
                </a:lnTo>
                <a:lnTo>
                  <a:pt x="19525" y="16999"/>
                </a:lnTo>
                <a:lnTo>
                  <a:pt x="18251" y="18844"/>
                </a:lnTo>
                <a:lnTo>
                  <a:pt x="16257" y="21600"/>
                </a:lnTo>
                <a:lnTo>
                  <a:pt x="12675" y="21600"/>
                </a:lnTo>
                <a:lnTo>
                  <a:pt x="9071" y="21600"/>
                </a:lnTo>
                <a:lnTo>
                  <a:pt x="5419" y="21600"/>
                </a:lnTo>
                <a:lnTo>
                  <a:pt x="3425" y="19675"/>
                </a:lnTo>
                <a:lnTo>
                  <a:pt x="2146" y="18230"/>
                </a:lnTo>
                <a:lnTo>
                  <a:pt x="1322" y="16823"/>
                </a:lnTo>
                <a:lnTo>
                  <a:pt x="694" y="15009"/>
                </a:lnTo>
                <a:lnTo>
                  <a:pt x="0" y="12343"/>
                </a:lnTo>
                <a:lnTo>
                  <a:pt x="1241" y="10476"/>
                </a:lnTo>
                <a:lnTo>
                  <a:pt x="2601" y="8659"/>
                </a:lnTo>
                <a:lnTo>
                  <a:pt x="4070" y="6884"/>
                </a:lnTo>
                <a:lnTo>
                  <a:pt x="5630" y="5141"/>
                </a:lnTo>
                <a:lnTo>
                  <a:pt x="7289" y="3419"/>
                </a:lnTo>
                <a:lnTo>
                  <a:pt x="9028" y="1709"/>
                </a:lnTo>
                <a:lnTo>
                  <a:pt x="10838" y="0"/>
                </a:lnTo>
                <a:close/>
              </a:path>
            </a:pathLst>
          </a:custGeom>
          <a:solidFill>
            <a:srgbClr val="4C4D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3" name="contour_16681"/>
          <p:cNvSpPr/>
          <p:nvPr/>
        </p:nvSpPr>
        <p:spPr>
          <a:xfrm>
            <a:off x="10432203" y="231758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1663"/>
                </a:lnTo>
                <a:lnTo>
                  <a:pt x="8104" y="3348"/>
                </a:lnTo>
                <a:lnTo>
                  <a:pt x="10354" y="5047"/>
                </a:lnTo>
                <a:lnTo>
                  <a:pt x="12600" y="6754"/>
                </a:lnTo>
                <a:lnTo>
                  <a:pt x="14274" y="8006"/>
                </a:lnTo>
                <a:lnTo>
                  <a:pt x="15955" y="9266"/>
                </a:lnTo>
                <a:lnTo>
                  <a:pt x="17662" y="10548"/>
                </a:lnTo>
                <a:lnTo>
                  <a:pt x="19616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E2E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4" name="contour_16682"/>
          <p:cNvSpPr/>
          <p:nvPr/>
        </p:nvSpPr>
        <p:spPr>
          <a:xfrm>
            <a:off x="1956268" y="2288429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018"/>
                </a:lnTo>
                <a:lnTo>
                  <a:pt x="4756" y="2037"/>
                </a:lnTo>
                <a:lnTo>
                  <a:pt x="7137" y="3058"/>
                </a:lnTo>
                <a:lnTo>
                  <a:pt x="9521" y="4082"/>
                </a:lnTo>
                <a:lnTo>
                  <a:pt x="11919" y="5107"/>
                </a:lnTo>
                <a:lnTo>
                  <a:pt x="14321" y="6137"/>
                </a:lnTo>
                <a:lnTo>
                  <a:pt x="16736" y="7171"/>
                </a:lnTo>
                <a:lnTo>
                  <a:pt x="19159" y="8211"/>
                </a:lnTo>
                <a:lnTo>
                  <a:pt x="21600" y="9257"/>
                </a:lnTo>
                <a:lnTo>
                  <a:pt x="20377" y="11004"/>
                </a:lnTo>
                <a:lnTo>
                  <a:pt x="19155" y="12750"/>
                </a:lnTo>
                <a:lnTo>
                  <a:pt x="17928" y="14503"/>
                </a:lnTo>
                <a:lnTo>
                  <a:pt x="16697" y="16262"/>
                </a:lnTo>
                <a:lnTo>
                  <a:pt x="15457" y="18030"/>
                </a:lnTo>
                <a:lnTo>
                  <a:pt x="14213" y="19807"/>
                </a:lnTo>
                <a:lnTo>
                  <a:pt x="12960" y="21600"/>
                </a:lnTo>
                <a:lnTo>
                  <a:pt x="12804" y="20761"/>
                </a:lnTo>
                <a:lnTo>
                  <a:pt x="12321" y="18224"/>
                </a:lnTo>
                <a:lnTo>
                  <a:pt x="11832" y="16070"/>
                </a:lnTo>
                <a:lnTo>
                  <a:pt x="11340" y="13886"/>
                </a:lnTo>
                <a:lnTo>
                  <a:pt x="10886" y="11732"/>
                </a:lnTo>
                <a:lnTo>
                  <a:pt x="10428" y="9547"/>
                </a:lnTo>
                <a:lnTo>
                  <a:pt x="9543" y="7872"/>
                </a:lnTo>
                <a:lnTo>
                  <a:pt x="8640" y="6171"/>
                </a:lnTo>
                <a:lnTo>
                  <a:pt x="5784" y="6171"/>
                </a:lnTo>
                <a:lnTo>
                  <a:pt x="2912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3334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5" name="contour_16683"/>
          <p:cNvSpPr/>
          <p:nvPr/>
        </p:nvSpPr>
        <p:spPr>
          <a:xfrm>
            <a:off x="1365941" y="2325722"/>
            <a:ext cx="58304" cy="217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58" y="1413"/>
                </a:moveTo>
                <a:lnTo>
                  <a:pt x="16926" y="2594"/>
                </a:lnTo>
                <a:lnTo>
                  <a:pt x="18490" y="3804"/>
                </a:lnTo>
                <a:lnTo>
                  <a:pt x="20048" y="5072"/>
                </a:lnTo>
                <a:lnTo>
                  <a:pt x="21600" y="6398"/>
                </a:lnTo>
                <a:lnTo>
                  <a:pt x="19864" y="10065"/>
                </a:lnTo>
                <a:lnTo>
                  <a:pt x="18176" y="13130"/>
                </a:lnTo>
                <a:lnTo>
                  <a:pt x="16519" y="15629"/>
                </a:lnTo>
                <a:lnTo>
                  <a:pt x="14872" y="17622"/>
                </a:lnTo>
                <a:lnTo>
                  <a:pt x="13219" y="19151"/>
                </a:lnTo>
                <a:lnTo>
                  <a:pt x="11543" y="20267"/>
                </a:lnTo>
                <a:lnTo>
                  <a:pt x="9825" y="21020"/>
                </a:lnTo>
                <a:lnTo>
                  <a:pt x="8049" y="21441"/>
                </a:lnTo>
                <a:lnTo>
                  <a:pt x="6194" y="21600"/>
                </a:lnTo>
                <a:lnTo>
                  <a:pt x="4247" y="21528"/>
                </a:lnTo>
                <a:lnTo>
                  <a:pt x="2187" y="21274"/>
                </a:lnTo>
                <a:lnTo>
                  <a:pt x="0" y="20890"/>
                </a:lnTo>
                <a:lnTo>
                  <a:pt x="1547" y="15506"/>
                </a:lnTo>
                <a:lnTo>
                  <a:pt x="2967" y="10905"/>
                </a:lnTo>
                <a:lnTo>
                  <a:pt x="4328" y="7101"/>
                </a:lnTo>
                <a:lnTo>
                  <a:pt x="5705" y="4101"/>
                </a:lnTo>
                <a:lnTo>
                  <a:pt x="7171" y="1913"/>
                </a:lnTo>
                <a:lnTo>
                  <a:pt x="8797" y="543"/>
                </a:lnTo>
                <a:lnTo>
                  <a:pt x="10654" y="0"/>
                </a:lnTo>
                <a:lnTo>
                  <a:pt x="12817" y="290"/>
                </a:lnTo>
                <a:lnTo>
                  <a:pt x="15358" y="1413"/>
                </a:lnTo>
                <a:close/>
              </a:path>
            </a:pathLst>
          </a:custGeom>
          <a:solidFill>
            <a:srgbClr val="4E4D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6" name="contour_16684"/>
          <p:cNvSpPr/>
          <p:nvPr/>
        </p:nvSpPr>
        <p:spPr>
          <a:xfrm>
            <a:off x="3631319" y="2310293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" y="0"/>
                </a:moveTo>
                <a:lnTo>
                  <a:pt x="2133" y="2138"/>
                </a:lnTo>
                <a:lnTo>
                  <a:pt x="3419" y="4290"/>
                </a:lnTo>
                <a:lnTo>
                  <a:pt x="4722" y="6450"/>
                </a:lnTo>
                <a:lnTo>
                  <a:pt x="6034" y="8640"/>
                </a:lnTo>
                <a:lnTo>
                  <a:pt x="9116" y="7785"/>
                </a:lnTo>
                <a:lnTo>
                  <a:pt x="12209" y="6925"/>
                </a:lnTo>
                <a:lnTo>
                  <a:pt x="15311" y="6065"/>
                </a:lnTo>
                <a:lnTo>
                  <a:pt x="18440" y="5197"/>
                </a:lnTo>
                <a:lnTo>
                  <a:pt x="21600" y="4320"/>
                </a:lnTo>
                <a:lnTo>
                  <a:pt x="20744" y="7171"/>
                </a:lnTo>
                <a:lnTo>
                  <a:pt x="19888" y="10027"/>
                </a:lnTo>
                <a:lnTo>
                  <a:pt x="19026" y="12895"/>
                </a:lnTo>
                <a:lnTo>
                  <a:pt x="18160" y="15777"/>
                </a:lnTo>
                <a:lnTo>
                  <a:pt x="17288" y="18675"/>
                </a:lnTo>
                <a:lnTo>
                  <a:pt x="16411" y="21600"/>
                </a:lnTo>
                <a:lnTo>
                  <a:pt x="12551" y="21047"/>
                </a:lnTo>
                <a:lnTo>
                  <a:pt x="9812" y="20546"/>
                </a:lnTo>
                <a:lnTo>
                  <a:pt x="7446" y="19889"/>
                </a:lnTo>
                <a:lnTo>
                  <a:pt x="4706" y="18870"/>
                </a:lnTo>
                <a:lnTo>
                  <a:pt x="846" y="17280"/>
                </a:lnTo>
                <a:lnTo>
                  <a:pt x="265" y="14321"/>
                </a:lnTo>
                <a:lnTo>
                  <a:pt x="5" y="11487"/>
                </a:lnTo>
                <a:lnTo>
                  <a:pt x="0" y="8713"/>
                </a:lnTo>
                <a:lnTo>
                  <a:pt x="182" y="5923"/>
                </a:lnTo>
                <a:lnTo>
                  <a:pt x="488" y="3041"/>
                </a:lnTo>
                <a:lnTo>
                  <a:pt x="846" y="0"/>
                </a:lnTo>
                <a:close/>
              </a:path>
            </a:pathLst>
          </a:custGeom>
          <a:solidFill>
            <a:srgbClr val="9287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7" name="contour_16685"/>
          <p:cNvSpPr/>
          <p:nvPr/>
        </p:nvSpPr>
        <p:spPr>
          <a:xfrm>
            <a:off x="2567476" y="2295717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0"/>
                </a:lnTo>
                <a:lnTo>
                  <a:pt x="7606" y="0"/>
                </a:lnTo>
                <a:lnTo>
                  <a:pt x="11074" y="0"/>
                </a:lnTo>
                <a:lnTo>
                  <a:pt x="14558" y="0"/>
                </a:lnTo>
                <a:lnTo>
                  <a:pt x="18064" y="0"/>
                </a:lnTo>
                <a:lnTo>
                  <a:pt x="21600" y="0"/>
                </a:lnTo>
                <a:lnTo>
                  <a:pt x="20738" y="3564"/>
                </a:lnTo>
                <a:lnTo>
                  <a:pt x="19876" y="7133"/>
                </a:lnTo>
                <a:lnTo>
                  <a:pt x="19009" y="10719"/>
                </a:lnTo>
                <a:lnTo>
                  <a:pt x="18137" y="14321"/>
                </a:lnTo>
                <a:lnTo>
                  <a:pt x="17259" y="17944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997E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8" name="contour_16686"/>
          <p:cNvSpPr/>
          <p:nvPr/>
        </p:nvSpPr>
        <p:spPr>
          <a:xfrm>
            <a:off x="2306092" y="229571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611" y="4018"/>
                </a:lnTo>
                <a:lnTo>
                  <a:pt x="19500" y="6869"/>
                </a:lnTo>
                <a:lnTo>
                  <a:pt x="20157" y="9331"/>
                </a:lnTo>
                <a:lnTo>
                  <a:pt x="20788" y="12182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2195" y="15336"/>
                </a:lnTo>
                <a:lnTo>
                  <a:pt x="3819" y="10762"/>
                </a:lnTo>
                <a:lnTo>
                  <a:pt x="5020" y="7501"/>
                </a:lnTo>
                <a:lnTo>
                  <a:pt x="5953" y="5173"/>
                </a:lnTo>
                <a:lnTo>
                  <a:pt x="6765" y="3397"/>
                </a:lnTo>
                <a:lnTo>
                  <a:pt x="7612" y="1798"/>
                </a:lnTo>
                <a:lnTo>
                  <a:pt x="8640" y="0"/>
                </a:lnTo>
                <a:close/>
              </a:path>
            </a:pathLst>
          </a:custGeom>
          <a:solidFill>
            <a:srgbClr val="0E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89" name="contour_16687"/>
          <p:cNvSpPr/>
          <p:nvPr/>
        </p:nvSpPr>
        <p:spPr>
          <a:xfrm>
            <a:off x="1956268" y="2266565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901" y="540"/>
                </a:lnTo>
                <a:lnTo>
                  <a:pt x="1722" y="1032"/>
                </a:lnTo>
                <a:lnTo>
                  <a:pt x="2558" y="1534"/>
                </a:lnTo>
                <a:lnTo>
                  <a:pt x="3512" y="2108"/>
                </a:lnTo>
                <a:lnTo>
                  <a:pt x="4678" y="2808"/>
                </a:lnTo>
                <a:lnTo>
                  <a:pt x="6156" y="3694"/>
                </a:lnTo>
                <a:lnTo>
                  <a:pt x="8041" y="4825"/>
                </a:lnTo>
                <a:lnTo>
                  <a:pt x="10430" y="6260"/>
                </a:lnTo>
                <a:lnTo>
                  <a:pt x="13420" y="8052"/>
                </a:lnTo>
                <a:lnTo>
                  <a:pt x="17113" y="10269"/>
                </a:lnTo>
                <a:lnTo>
                  <a:pt x="21600" y="12960"/>
                </a:lnTo>
                <a:lnTo>
                  <a:pt x="18724" y="15453"/>
                </a:lnTo>
                <a:lnTo>
                  <a:pt x="16576" y="17276"/>
                </a:lnTo>
                <a:lnTo>
                  <a:pt x="14947" y="18580"/>
                </a:lnTo>
                <a:lnTo>
                  <a:pt x="13617" y="19509"/>
                </a:lnTo>
                <a:lnTo>
                  <a:pt x="12368" y="20226"/>
                </a:lnTo>
                <a:lnTo>
                  <a:pt x="10985" y="20870"/>
                </a:lnTo>
                <a:lnTo>
                  <a:pt x="9257" y="21600"/>
                </a:lnTo>
                <a:lnTo>
                  <a:pt x="6964" y="20321"/>
                </a:lnTo>
                <a:lnTo>
                  <a:pt x="5314" y="19297"/>
                </a:lnTo>
                <a:lnTo>
                  <a:pt x="4048" y="18291"/>
                </a:lnTo>
                <a:lnTo>
                  <a:pt x="2913" y="17060"/>
                </a:lnTo>
                <a:lnTo>
                  <a:pt x="1651" y="15362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B7B8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0" name="contour_16688"/>
          <p:cNvSpPr/>
          <p:nvPr/>
        </p:nvSpPr>
        <p:spPr>
          <a:xfrm>
            <a:off x="1300349" y="2273489"/>
            <a:ext cx="43728" cy="295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67"/>
                </a:moveTo>
                <a:lnTo>
                  <a:pt x="21600" y="3792"/>
                </a:lnTo>
                <a:lnTo>
                  <a:pt x="21600" y="7339"/>
                </a:lnTo>
                <a:lnTo>
                  <a:pt x="21600" y="10933"/>
                </a:lnTo>
                <a:lnTo>
                  <a:pt x="19220" y="10933"/>
                </a:lnTo>
                <a:lnTo>
                  <a:pt x="16826" y="10933"/>
                </a:lnTo>
                <a:lnTo>
                  <a:pt x="14400" y="10933"/>
                </a:lnTo>
                <a:lnTo>
                  <a:pt x="13079" y="14101"/>
                </a:lnTo>
                <a:lnTo>
                  <a:pt x="12262" y="16267"/>
                </a:lnTo>
                <a:lnTo>
                  <a:pt x="11617" y="18432"/>
                </a:lnTo>
                <a:lnTo>
                  <a:pt x="10800" y="21600"/>
                </a:lnTo>
                <a:lnTo>
                  <a:pt x="9018" y="19840"/>
                </a:lnTo>
                <a:lnTo>
                  <a:pt x="7232" y="18075"/>
                </a:lnTo>
                <a:lnTo>
                  <a:pt x="5440" y="16304"/>
                </a:lnTo>
                <a:lnTo>
                  <a:pt x="3640" y="14528"/>
                </a:lnTo>
                <a:lnTo>
                  <a:pt x="1829" y="12736"/>
                </a:lnTo>
                <a:lnTo>
                  <a:pt x="0" y="10933"/>
                </a:lnTo>
                <a:lnTo>
                  <a:pt x="2412" y="8283"/>
                </a:lnTo>
                <a:lnTo>
                  <a:pt x="4666" y="6000"/>
                </a:lnTo>
                <a:lnTo>
                  <a:pt x="6833" y="4091"/>
                </a:lnTo>
                <a:lnTo>
                  <a:pt x="8971" y="2544"/>
                </a:lnTo>
                <a:lnTo>
                  <a:pt x="11153" y="1360"/>
                </a:lnTo>
                <a:lnTo>
                  <a:pt x="13439" y="544"/>
                </a:lnTo>
                <a:lnTo>
                  <a:pt x="15898" y="91"/>
                </a:lnTo>
                <a:lnTo>
                  <a:pt x="18598" y="0"/>
                </a:lnTo>
                <a:lnTo>
                  <a:pt x="21600" y="267"/>
                </a:lnTo>
                <a:close/>
              </a:path>
            </a:pathLst>
          </a:custGeom>
          <a:solidFill>
            <a:srgbClr val="9B90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1" name="contour_16689"/>
          <p:cNvSpPr/>
          <p:nvPr/>
        </p:nvSpPr>
        <p:spPr>
          <a:xfrm>
            <a:off x="4689775" y="2281141"/>
            <a:ext cx="2864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11" y="0"/>
                </a:moveTo>
                <a:lnTo>
                  <a:pt x="8744" y="0"/>
                </a:lnTo>
                <a:lnTo>
                  <a:pt x="12399" y="0"/>
                </a:lnTo>
                <a:lnTo>
                  <a:pt x="16104" y="0"/>
                </a:lnTo>
                <a:lnTo>
                  <a:pt x="17747" y="2838"/>
                </a:lnTo>
                <a:lnTo>
                  <a:pt x="18638" y="5080"/>
                </a:lnTo>
                <a:lnTo>
                  <a:pt x="19539" y="8640"/>
                </a:lnTo>
                <a:lnTo>
                  <a:pt x="20160" y="11051"/>
                </a:lnTo>
                <a:lnTo>
                  <a:pt x="20787" y="13500"/>
                </a:lnTo>
                <a:lnTo>
                  <a:pt x="21193" y="15375"/>
                </a:lnTo>
                <a:lnTo>
                  <a:pt x="21600" y="17280"/>
                </a:lnTo>
                <a:lnTo>
                  <a:pt x="18335" y="18135"/>
                </a:lnTo>
                <a:lnTo>
                  <a:pt x="15060" y="18995"/>
                </a:lnTo>
                <a:lnTo>
                  <a:pt x="11773" y="19855"/>
                </a:lnTo>
                <a:lnTo>
                  <a:pt x="8459" y="20723"/>
                </a:lnTo>
                <a:lnTo>
                  <a:pt x="5111" y="21600"/>
                </a:lnTo>
                <a:lnTo>
                  <a:pt x="2600" y="16723"/>
                </a:lnTo>
                <a:lnTo>
                  <a:pt x="984" y="13262"/>
                </a:lnTo>
                <a:lnTo>
                  <a:pt x="148" y="10714"/>
                </a:lnTo>
                <a:lnTo>
                  <a:pt x="0" y="8571"/>
                </a:lnTo>
                <a:lnTo>
                  <a:pt x="429" y="6337"/>
                </a:lnTo>
                <a:lnTo>
                  <a:pt x="1330" y="3508"/>
                </a:lnTo>
                <a:lnTo>
                  <a:pt x="3204" y="1767"/>
                </a:lnTo>
                <a:lnTo>
                  <a:pt x="5111" y="0"/>
                </a:lnTo>
                <a:close/>
              </a:path>
            </a:pathLst>
          </a:custGeom>
          <a:solidFill>
            <a:srgbClr val="4873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2" name="contour_16690"/>
          <p:cNvSpPr/>
          <p:nvPr/>
        </p:nvSpPr>
        <p:spPr>
          <a:xfrm>
            <a:off x="7473278" y="2272542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674" y="4268"/>
                </a:lnTo>
                <a:lnTo>
                  <a:pt x="18841" y="7632"/>
                </a:lnTo>
                <a:lnTo>
                  <a:pt x="19764" y="11038"/>
                </a:lnTo>
                <a:lnTo>
                  <a:pt x="20493" y="14495"/>
                </a:lnTo>
                <a:lnTo>
                  <a:pt x="21087" y="1800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189"/>
                </a:lnTo>
                <a:lnTo>
                  <a:pt x="0" y="14774"/>
                </a:lnTo>
                <a:lnTo>
                  <a:pt x="0" y="11343"/>
                </a:lnTo>
                <a:lnTo>
                  <a:pt x="0" y="7896"/>
                </a:lnTo>
                <a:lnTo>
                  <a:pt x="0" y="4429"/>
                </a:lnTo>
                <a:lnTo>
                  <a:pt x="0" y="930"/>
                </a:lnTo>
                <a:close/>
              </a:path>
            </a:pathLst>
          </a:custGeom>
          <a:solidFill>
            <a:srgbClr val="E7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3" name="contour_16691"/>
          <p:cNvSpPr/>
          <p:nvPr/>
        </p:nvSpPr>
        <p:spPr>
          <a:xfrm>
            <a:off x="5323321" y="227385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75" y="16150"/>
                </a:lnTo>
                <a:lnTo>
                  <a:pt x="16705" y="17201"/>
                </a:lnTo>
                <a:lnTo>
                  <a:pt x="14386" y="17978"/>
                </a:lnTo>
                <a:lnTo>
                  <a:pt x="10800" y="18900"/>
                </a:lnTo>
                <a:lnTo>
                  <a:pt x="7785" y="19714"/>
                </a:lnTo>
                <a:lnTo>
                  <a:pt x="4726" y="20534"/>
                </a:lnTo>
                <a:lnTo>
                  <a:pt x="2380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1F2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4" name="contour_16692"/>
          <p:cNvSpPr/>
          <p:nvPr/>
        </p:nvSpPr>
        <p:spPr>
          <a:xfrm>
            <a:off x="4485201" y="2244701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00" y="0"/>
                </a:moveTo>
                <a:lnTo>
                  <a:pt x="9790" y="1663"/>
                </a:lnTo>
                <a:lnTo>
                  <a:pt x="11478" y="3348"/>
                </a:lnTo>
                <a:lnTo>
                  <a:pt x="13165" y="5047"/>
                </a:lnTo>
                <a:lnTo>
                  <a:pt x="14850" y="6754"/>
                </a:lnTo>
                <a:lnTo>
                  <a:pt x="16106" y="8006"/>
                </a:lnTo>
                <a:lnTo>
                  <a:pt x="17366" y="9266"/>
                </a:lnTo>
                <a:lnTo>
                  <a:pt x="18646" y="10548"/>
                </a:lnTo>
                <a:lnTo>
                  <a:pt x="20112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1604" y="20174"/>
                </a:lnTo>
                <a:lnTo>
                  <a:pt x="3213" y="18742"/>
                </a:lnTo>
                <a:lnTo>
                  <a:pt x="4828" y="17309"/>
                </a:lnTo>
                <a:lnTo>
                  <a:pt x="6456" y="15862"/>
                </a:lnTo>
                <a:lnTo>
                  <a:pt x="8100" y="14400"/>
                </a:lnTo>
                <a:lnTo>
                  <a:pt x="8100" y="9641"/>
                </a:lnTo>
                <a:lnTo>
                  <a:pt x="8100" y="4853"/>
                </a:lnTo>
                <a:lnTo>
                  <a:pt x="8100" y="0"/>
                </a:lnTo>
                <a:close/>
              </a:path>
            </a:pathLst>
          </a:custGeom>
          <a:solidFill>
            <a:srgbClr val="3D5F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5" name="contour_16693"/>
          <p:cNvSpPr/>
          <p:nvPr/>
        </p:nvSpPr>
        <p:spPr>
          <a:xfrm>
            <a:off x="877646" y="2222837"/>
            <a:ext cx="2203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45" y="0"/>
                </a:moveTo>
                <a:lnTo>
                  <a:pt x="10682" y="765"/>
                </a:lnTo>
                <a:lnTo>
                  <a:pt x="14240" y="1531"/>
                </a:lnTo>
                <a:lnTo>
                  <a:pt x="17813" y="2305"/>
                </a:lnTo>
                <a:lnTo>
                  <a:pt x="21436" y="3086"/>
                </a:lnTo>
                <a:lnTo>
                  <a:pt x="21600" y="5212"/>
                </a:lnTo>
                <a:lnTo>
                  <a:pt x="21464" y="6727"/>
                </a:lnTo>
                <a:lnTo>
                  <a:pt x="20871" y="8347"/>
                </a:lnTo>
                <a:lnTo>
                  <a:pt x="19649" y="10800"/>
                </a:lnTo>
                <a:lnTo>
                  <a:pt x="19178" y="11831"/>
                </a:lnTo>
                <a:lnTo>
                  <a:pt x="17749" y="14947"/>
                </a:lnTo>
                <a:lnTo>
                  <a:pt x="15948" y="16712"/>
                </a:lnTo>
                <a:lnTo>
                  <a:pt x="14126" y="17940"/>
                </a:lnTo>
                <a:lnTo>
                  <a:pt x="11425" y="18952"/>
                </a:lnTo>
                <a:lnTo>
                  <a:pt x="7002" y="20066"/>
                </a:lnTo>
                <a:lnTo>
                  <a:pt x="0" y="21600"/>
                </a:lnTo>
                <a:lnTo>
                  <a:pt x="707" y="19462"/>
                </a:lnTo>
                <a:lnTo>
                  <a:pt x="1415" y="17320"/>
                </a:lnTo>
                <a:lnTo>
                  <a:pt x="2122" y="15179"/>
                </a:lnTo>
                <a:lnTo>
                  <a:pt x="2837" y="13034"/>
                </a:lnTo>
                <a:lnTo>
                  <a:pt x="3544" y="10880"/>
                </a:lnTo>
                <a:lnTo>
                  <a:pt x="4259" y="8723"/>
                </a:lnTo>
                <a:lnTo>
                  <a:pt x="4973" y="6557"/>
                </a:lnTo>
                <a:lnTo>
                  <a:pt x="5695" y="4382"/>
                </a:lnTo>
                <a:lnTo>
                  <a:pt x="6416" y="2197"/>
                </a:lnTo>
                <a:lnTo>
                  <a:pt x="7145" y="0"/>
                </a:lnTo>
                <a:close/>
              </a:path>
            </a:pathLst>
          </a:custGeom>
          <a:solidFill>
            <a:srgbClr val="9474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6" name="contour_16694"/>
          <p:cNvSpPr/>
          <p:nvPr/>
        </p:nvSpPr>
        <p:spPr>
          <a:xfrm>
            <a:off x="10403051" y="2245663"/>
            <a:ext cx="43728" cy="20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850" y="5596"/>
                </a:moveTo>
                <a:lnTo>
                  <a:pt x="16762" y="7667"/>
                </a:lnTo>
                <a:lnTo>
                  <a:pt x="18702" y="9776"/>
                </a:lnTo>
                <a:lnTo>
                  <a:pt x="20138" y="11907"/>
                </a:lnTo>
                <a:lnTo>
                  <a:pt x="21600" y="14069"/>
                </a:lnTo>
                <a:lnTo>
                  <a:pt x="21600" y="1780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6622"/>
                </a:lnTo>
                <a:lnTo>
                  <a:pt x="0" y="11613"/>
                </a:lnTo>
                <a:lnTo>
                  <a:pt x="0" y="6537"/>
                </a:lnTo>
                <a:lnTo>
                  <a:pt x="2642" y="2764"/>
                </a:lnTo>
                <a:lnTo>
                  <a:pt x="5011" y="640"/>
                </a:lnTo>
                <a:lnTo>
                  <a:pt x="7261" y="0"/>
                </a:lnTo>
                <a:lnTo>
                  <a:pt x="9551" y="715"/>
                </a:lnTo>
                <a:lnTo>
                  <a:pt x="12028" y="2628"/>
                </a:lnTo>
                <a:lnTo>
                  <a:pt x="14850" y="5596"/>
                </a:lnTo>
                <a:close/>
              </a:path>
            </a:pathLst>
          </a:custGeom>
          <a:solidFill>
            <a:srgbClr val="CED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7" name="contour_16695"/>
          <p:cNvSpPr/>
          <p:nvPr/>
        </p:nvSpPr>
        <p:spPr>
          <a:xfrm>
            <a:off x="2217871" y="2237413"/>
            <a:ext cx="2991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2" y="0"/>
                </a:moveTo>
                <a:lnTo>
                  <a:pt x="1889" y="549"/>
                </a:lnTo>
                <a:lnTo>
                  <a:pt x="3168" y="1076"/>
                </a:lnTo>
                <a:lnTo>
                  <a:pt x="4762" y="1728"/>
                </a:lnTo>
                <a:lnTo>
                  <a:pt x="7030" y="2661"/>
                </a:lnTo>
                <a:lnTo>
                  <a:pt x="10350" y="4022"/>
                </a:lnTo>
                <a:lnTo>
                  <a:pt x="15081" y="5966"/>
                </a:lnTo>
                <a:lnTo>
                  <a:pt x="21600" y="8640"/>
                </a:lnTo>
                <a:lnTo>
                  <a:pt x="20827" y="9590"/>
                </a:lnTo>
                <a:lnTo>
                  <a:pt x="20053" y="10545"/>
                </a:lnTo>
                <a:lnTo>
                  <a:pt x="18980" y="11863"/>
                </a:lnTo>
                <a:lnTo>
                  <a:pt x="17322" y="13906"/>
                </a:lnTo>
                <a:lnTo>
                  <a:pt x="14786" y="17029"/>
                </a:lnTo>
                <a:lnTo>
                  <a:pt x="11076" y="21600"/>
                </a:lnTo>
                <a:lnTo>
                  <a:pt x="7951" y="20926"/>
                </a:lnTo>
                <a:lnTo>
                  <a:pt x="5814" y="20252"/>
                </a:lnTo>
                <a:lnTo>
                  <a:pt x="3678" y="19172"/>
                </a:lnTo>
                <a:lnTo>
                  <a:pt x="552" y="17280"/>
                </a:lnTo>
                <a:lnTo>
                  <a:pt x="168" y="14360"/>
                </a:lnTo>
                <a:lnTo>
                  <a:pt x="0" y="11504"/>
                </a:lnTo>
                <a:lnTo>
                  <a:pt x="0" y="8675"/>
                </a:lnTo>
                <a:lnTo>
                  <a:pt x="121" y="5841"/>
                </a:lnTo>
                <a:lnTo>
                  <a:pt x="316" y="2964"/>
                </a:lnTo>
                <a:lnTo>
                  <a:pt x="552" y="0"/>
                </a:lnTo>
                <a:close/>
              </a:path>
            </a:pathLst>
          </a:custGeom>
          <a:solidFill>
            <a:srgbClr val="18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8" name="contour_16696"/>
          <p:cNvSpPr/>
          <p:nvPr/>
        </p:nvSpPr>
        <p:spPr>
          <a:xfrm>
            <a:off x="1794745" y="2237413"/>
            <a:ext cx="242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9" y="0"/>
                </a:moveTo>
                <a:lnTo>
                  <a:pt x="5890" y="553"/>
                </a:lnTo>
                <a:lnTo>
                  <a:pt x="9319" y="1054"/>
                </a:lnTo>
                <a:lnTo>
                  <a:pt x="12281" y="1711"/>
                </a:lnTo>
                <a:lnTo>
                  <a:pt x="15710" y="2730"/>
                </a:lnTo>
                <a:lnTo>
                  <a:pt x="20541" y="4320"/>
                </a:lnTo>
                <a:lnTo>
                  <a:pt x="21269" y="7279"/>
                </a:lnTo>
                <a:lnTo>
                  <a:pt x="21594" y="10113"/>
                </a:lnTo>
                <a:lnTo>
                  <a:pt x="21600" y="12887"/>
                </a:lnTo>
                <a:lnTo>
                  <a:pt x="21373" y="15677"/>
                </a:lnTo>
                <a:lnTo>
                  <a:pt x="20990" y="18559"/>
                </a:lnTo>
                <a:lnTo>
                  <a:pt x="20541" y="21600"/>
                </a:lnTo>
                <a:lnTo>
                  <a:pt x="15710" y="21047"/>
                </a:lnTo>
                <a:lnTo>
                  <a:pt x="12281" y="20546"/>
                </a:lnTo>
                <a:lnTo>
                  <a:pt x="9319" y="19889"/>
                </a:lnTo>
                <a:lnTo>
                  <a:pt x="5890" y="18870"/>
                </a:lnTo>
                <a:lnTo>
                  <a:pt x="1059" y="17280"/>
                </a:lnTo>
                <a:lnTo>
                  <a:pt x="331" y="14321"/>
                </a:lnTo>
                <a:lnTo>
                  <a:pt x="6" y="11487"/>
                </a:lnTo>
                <a:lnTo>
                  <a:pt x="0" y="8713"/>
                </a:lnTo>
                <a:lnTo>
                  <a:pt x="227" y="5923"/>
                </a:lnTo>
                <a:lnTo>
                  <a:pt x="610" y="3041"/>
                </a:lnTo>
                <a:lnTo>
                  <a:pt x="1059" y="0"/>
                </a:lnTo>
                <a:close/>
              </a:path>
            </a:pathLst>
          </a:custGeom>
          <a:solidFill>
            <a:srgbClr val="C6CA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699" name="contour_16697"/>
          <p:cNvSpPr/>
          <p:nvPr/>
        </p:nvSpPr>
        <p:spPr>
          <a:xfrm>
            <a:off x="1416957" y="223741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15" y="3548"/>
                </a:lnTo>
                <a:lnTo>
                  <a:pt x="18689" y="6350"/>
                </a:lnTo>
                <a:lnTo>
                  <a:pt x="19575" y="10800"/>
                </a:lnTo>
                <a:lnTo>
                  <a:pt x="20185" y="13813"/>
                </a:lnTo>
                <a:lnTo>
                  <a:pt x="20801" y="16875"/>
                </a:lnTo>
                <a:lnTo>
                  <a:pt x="21200" y="1921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637" y="17993"/>
                </a:lnTo>
                <a:lnTo>
                  <a:pt x="1312" y="14391"/>
                </a:lnTo>
                <a:lnTo>
                  <a:pt x="2025" y="10800"/>
                </a:lnTo>
                <a:lnTo>
                  <a:pt x="2592" y="7787"/>
                </a:lnTo>
                <a:lnTo>
                  <a:pt x="3164" y="4725"/>
                </a:lnTo>
                <a:lnTo>
                  <a:pt x="4277" y="2381"/>
                </a:lnTo>
                <a:lnTo>
                  <a:pt x="5400" y="0"/>
                </a:lnTo>
                <a:close/>
              </a:path>
            </a:pathLst>
          </a:custGeom>
          <a:solidFill>
            <a:srgbClr val="6768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0" name="contour_16698"/>
          <p:cNvSpPr/>
          <p:nvPr/>
        </p:nvSpPr>
        <p:spPr>
          <a:xfrm>
            <a:off x="10548810" y="2215549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950"/>
                </a:lnTo>
                <a:lnTo>
                  <a:pt x="4756" y="1901"/>
                </a:lnTo>
                <a:lnTo>
                  <a:pt x="7135" y="2856"/>
                </a:lnTo>
                <a:lnTo>
                  <a:pt x="9522" y="3810"/>
                </a:lnTo>
                <a:lnTo>
                  <a:pt x="11916" y="4765"/>
                </a:lnTo>
                <a:lnTo>
                  <a:pt x="14321" y="5728"/>
                </a:lnTo>
                <a:lnTo>
                  <a:pt x="16733" y="6692"/>
                </a:lnTo>
                <a:lnTo>
                  <a:pt x="19159" y="7664"/>
                </a:lnTo>
                <a:lnTo>
                  <a:pt x="21600" y="8640"/>
                </a:lnTo>
                <a:lnTo>
                  <a:pt x="20819" y="9107"/>
                </a:lnTo>
                <a:lnTo>
                  <a:pt x="19811" y="9716"/>
                </a:lnTo>
                <a:lnTo>
                  <a:pt x="17896" y="10865"/>
                </a:lnTo>
                <a:lnTo>
                  <a:pt x="14400" y="12960"/>
                </a:lnTo>
                <a:lnTo>
                  <a:pt x="14400" y="15816"/>
                </a:lnTo>
                <a:lnTo>
                  <a:pt x="14400" y="18688"/>
                </a:lnTo>
                <a:lnTo>
                  <a:pt x="14400" y="21600"/>
                </a:lnTo>
                <a:lnTo>
                  <a:pt x="12020" y="21600"/>
                </a:lnTo>
                <a:lnTo>
                  <a:pt x="9626" y="21600"/>
                </a:lnTo>
                <a:lnTo>
                  <a:pt x="7200" y="21600"/>
                </a:lnTo>
                <a:lnTo>
                  <a:pt x="6030" y="19012"/>
                </a:lnTo>
                <a:lnTo>
                  <a:pt x="4990" y="16390"/>
                </a:lnTo>
                <a:lnTo>
                  <a:pt x="4046" y="13733"/>
                </a:lnTo>
                <a:lnTo>
                  <a:pt x="3182" y="11046"/>
                </a:lnTo>
                <a:lnTo>
                  <a:pt x="2369" y="8325"/>
                </a:lnTo>
                <a:lnTo>
                  <a:pt x="1584" y="5577"/>
                </a:lnTo>
                <a:lnTo>
                  <a:pt x="803" y="2804"/>
                </a:lnTo>
                <a:lnTo>
                  <a:pt x="0" y="0"/>
                </a:lnTo>
                <a:close/>
              </a:path>
            </a:pathLst>
          </a:custGeom>
          <a:solidFill>
            <a:srgbClr val="E9E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1" name="contour_16699"/>
          <p:cNvSpPr/>
          <p:nvPr/>
        </p:nvSpPr>
        <p:spPr>
          <a:xfrm>
            <a:off x="5235865" y="220826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70" y="2143"/>
                </a:lnTo>
                <a:lnTo>
                  <a:pt x="12150" y="4320"/>
                </a:lnTo>
                <a:lnTo>
                  <a:pt x="13266" y="6463"/>
                </a:lnTo>
                <a:lnTo>
                  <a:pt x="14400" y="8640"/>
                </a:lnTo>
                <a:lnTo>
                  <a:pt x="16780" y="8640"/>
                </a:lnTo>
                <a:lnTo>
                  <a:pt x="19174" y="8640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9246" y="18870"/>
                </a:lnTo>
                <a:lnTo>
                  <a:pt x="17507" y="19889"/>
                </a:lnTo>
                <a:lnTo>
                  <a:pt x="15865" y="20546"/>
                </a:lnTo>
                <a:lnTo>
                  <a:pt x="13802" y="21047"/>
                </a:lnTo>
                <a:lnTo>
                  <a:pt x="10800" y="21600"/>
                </a:lnTo>
                <a:lnTo>
                  <a:pt x="8219" y="19872"/>
                </a:lnTo>
                <a:lnTo>
                  <a:pt x="6350" y="18580"/>
                </a:lnTo>
                <a:lnTo>
                  <a:pt x="4892" y="17479"/>
                </a:lnTo>
                <a:lnTo>
                  <a:pt x="3550" y="16338"/>
                </a:lnTo>
                <a:lnTo>
                  <a:pt x="2020" y="14913"/>
                </a:lnTo>
                <a:lnTo>
                  <a:pt x="0" y="12960"/>
                </a:lnTo>
                <a:lnTo>
                  <a:pt x="1782" y="10822"/>
                </a:lnTo>
                <a:lnTo>
                  <a:pt x="3568" y="8679"/>
                </a:lnTo>
                <a:lnTo>
                  <a:pt x="5360" y="6528"/>
                </a:lnTo>
                <a:lnTo>
                  <a:pt x="7160" y="4368"/>
                </a:lnTo>
                <a:lnTo>
                  <a:pt x="8971" y="2195"/>
                </a:lnTo>
                <a:lnTo>
                  <a:pt x="10800" y="0"/>
                </a:lnTo>
                <a:close/>
              </a:path>
            </a:pathLst>
          </a:custGeom>
          <a:solidFill>
            <a:srgbClr val="8690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2" name="contour_16700"/>
          <p:cNvSpPr/>
          <p:nvPr/>
        </p:nvSpPr>
        <p:spPr>
          <a:xfrm>
            <a:off x="1278485" y="222283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4"/>
                </a:lnTo>
                <a:lnTo>
                  <a:pt x="21600" y="6437"/>
                </a:lnTo>
                <a:lnTo>
                  <a:pt x="21600" y="8608"/>
                </a:lnTo>
                <a:lnTo>
                  <a:pt x="21600" y="10800"/>
                </a:lnTo>
                <a:lnTo>
                  <a:pt x="18031" y="10800"/>
                </a:lnTo>
                <a:lnTo>
                  <a:pt x="14440" y="10800"/>
                </a:lnTo>
                <a:lnTo>
                  <a:pt x="10800" y="10800"/>
                </a:lnTo>
                <a:lnTo>
                  <a:pt x="9137" y="13478"/>
                </a:lnTo>
                <a:lnTo>
                  <a:pt x="8024" y="15379"/>
                </a:lnTo>
                <a:lnTo>
                  <a:pt x="7204" y="17021"/>
                </a:lnTo>
                <a:lnTo>
                  <a:pt x="6415" y="18922"/>
                </a:lnTo>
                <a:lnTo>
                  <a:pt x="5400" y="21600"/>
                </a:lnTo>
                <a:lnTo>
                  <a:pt x="4806" y="19224"/>
                </a:lnTo>
                <a:lnTo>
                  <a:pt x="4212" y="16844"/>
                </a:lnTo>
                <a:lnTo>
                  <a:pt x="3618" y="14465"/>
                </a:lnTo>
                <a:lnTo>
                  <a:pt x="3019" y="12078"/>
                </a:lnTo>
                <a:lnTo>
                  <a:pt x="2419" y="9684"/>
                </a:lnTo>
                <a:lnTo>
                  <a:pt x="1820" y="7279"/>
                </a:lnTo>
                <a:lnTo>
                  <a:pt x="1215" y="4867"/>
                </a:lnTo>
                <a:lnTo>
                  <a:pt x="61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3" name="contour_16701"/>
          <p:cNvSpPr/>
          <p:nvPr/>
        </p:nvSpPr>
        <p:spPr>
          <a:xfrm>
            <a:off x="10490506" y="2207554"/>
            <a:ext cx="58304" cy="224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80"/>
                </a:moveTo>
                <a:lnTo>
                  <a:pt x="19019" y="6976"/>
                </a:lnTo>
                <a:lnTo>
                  <a:pt x="16961" y="11876"/>
                </a:lnTo>
                <a:lnTo>
                  <a:pt x="15317" y="15550"/>
                </a:lnTo>
                <a:lnTo>
                  <a:pt x="13970" y="18172"/>
                </a:lnTo>
                <a:lnTo>
                  <a:pt x="12806" y="19924"/>
                </a:lnTo>
                <a:lnTo>
                  <a:pt x="11707" y="20962"/>
                </a:lnTo>
                <a:lnTo>
                  <a:pt x="10565" y="21467"/>
                </a:lnTo>
                <a:lnTo>
                  <a:pt x="9258" y="21600"/>
                </a:lnTo>
                <a:lnTo>
                  <a:pt x="7679" y="21551"/>
                </a:lnTo>
                <a:lnTo>
                  <a:pt x="6199" y="20520"/>
                </a:lnTo>
                <a:lnTo>
                  <a:pt x="5060" y="19651"/>
                </a:lnTo>
                <a:lnTo>
                  <a:pt x="3893" y="18613"/>
                </a:lnTo>
                <a:lnTo>
                  <a:pt x="2330" y="17071"/>
                </a:lnTo>
                <a:lnTo>
                  <a:pt x="0" y="14701"/>
                </a:lnTo>
                <a:lnTo>
                  <a:pt x="1733" y="11154"/>
                </a:lnTo>
                <a:lnTo>
                  <a:pt x="3421" y="8189"/>
                </a:lnTo>
                <a:lnTo>
                  <a:pt x="5079" y="5770"/>
                </a:lnTo>
                <a:lnTo>
                  <a:pt x="6726" y="3842"/>
                </a:lnTo>
                <a:lnTo>
                  <a:pt x="8381" y="2363"/>
                </a:lnTo>
                <a:lnTo>
                  <a:pt x="10057" y="1283"/>
                </a:lnTo>
                <a:lnTo>
                  <a:pt x="11775" y="561"/>
                </a:lnTo>
                <a:lnTo>
                  <a:pt x="13551" y="147"/>
                </a:lnTo>
                <a:lnTo>
                  <a:pt x="15406" y="0"/>
                </a:lnTo>
                <a:lnTo>
                  <a:pt x="17353" y="70"/>
                </a:lnTo>
                <a:lnTo>
                  <a:pt x="19413" y="308"/>
                </a:lnTo>
                <a:lnTo>
                  <a:pt x="21600" y="680"/>
                </a:lnTo>
                <a:close/>
              </a:path>
            </a:pathLst>
          </a:custGeom>
          <a:solidFill>
            <a:srgbClr val="E6EC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4" name="contour_16702"/>
          <p:cNvSpPr/>
          <p:nvPr/>
        </p:nvSpPr>
        <p:spPr>
          <a:xfrm>
            <a:off x="1380517" y="2200973"/>
            <a:ext cx="2370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02" y="381"/>
                </a:lnTo>
                <a:lnTo>
                  <a:pt x="8389" y="710"/>
                </a:lnTo>
                <a:lnTo>
                  <a:pt x="11418" y="1121"/>
                </a:lnTo>
                <a:lnTo>
                  <a:pt x="14945" y="1741"/>
                </a:lnTo>
                <a:lnTo>
                  <a:pt x="19926" y="2700"/>
                </a:lnTo>
                <a:lnTo>
                  <a:pt x="20869" y="4887"/>
                </a:lnTo>
                <a:lnTo>
                  <a:pt x="21407" y="6483"/>
                </a:lnTo>
                <a:lnTo>
                  <a:pt x="21600" y="7943"/>
                </a:lnTo>
                <a:lnTo>
                  <a:pt x="21500" y="9736"/>
                </a:lnTo>
                <a:lnTo>
                  <a:pt x="21175" y="12317"/>
                </a:lnTo>
                <a:lnTo>
                  <a:pt x="20989" y="14051"/>
                </a:lnTo>
                <a:lnTo>
                  <a:pt x="20810" y="15795"/>
                </a:lnTo>
                <a:lnTo>
                  <a:pt x="20624" y="17561"/>
                </a:lnTo>
                <a:lnTo>
                  <a:pt x="20398" y="18895"/>
                </a:lnTo>
                <a:lnTo>
                  <a:pt x="20165" y="20239"/>
                </a:lnTo>
                <a:lnTo>
                  <a:pt x="19926" y="21600"/>
                </a:lnTo>
                <a:lnTo>
                  <a:pt x="17621" y="19813"/>
                </a:lnTo>
                <a:lnTo>
                  <a:pt x="15443" y="18052"/>
                </a:lnTo>
                <a:lnTo>
                  <a:pt x="13397" y="16308"/>
                </a:lnTo>
                <a:lnTo>
                  <a:pt x="11477" y="14572"/>
                </a:lnTo>
                <a:lnTo>
                  <a:pt x="9671" y="12836"/>
                </a:lnTo>
                <a:lnTo>
                  <a:pt x="7984" y="11094"/>
                </a:lnTo>
                <a:lnTo>
                  <a:pt x="6403" y="9334"/>
                </a:lnTo>
                <a:lnTo>
                  <a:pt x="4928" y="7549"/>
                </a:lnTo>
                <a:lnTo>
                  <a:pt x="3554" y="5732"/>
                </a:lnTo>
                <a:lnTo>
                  <a:pt x="2278" y="3875"/>
                </a:lnTo>
                <a:lnTo>
                  <a:pt x="1096" y="1966"/>
                </a:lnTo>
                <a:lnTo>
                  <a:pt x="0" y="0"/>
                </a:lnTo>
                <a:close/>
              </a:path>
            </a:pathLst>
          </a:custGeom>
          <a:solidFill>
            <a:srgbClr val="6667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5" name="contour_16703"/>
          <p:cNvSpPr/>
          <p:nvPr/>
        </p:nvSpPr>
        <p:spPr>
          <a:xfrm>
            <a:off x="4033346" y="2192242"/>
            <a:ext cx="36440" cy="23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4"/>
                </a:lnTo>
                <a:lnTo>
                  <a:pt x="8506" y="149"/>
                </a:lnTo>
                <a:lnTo>
                  <a:pt x="11007" y="0"/>
                </a:lnTo>
                <a:lnTo>
                  <a:pt x="12986" y="149"/>
                </a:lnTo>
                <a:lnTo>
                  <a:pt x="14917" y="594"/>
                </a:lnTo>
                <a:lnTo>
                  <a:pt x="17280" y="1337"/>
                </a:lnTo>
                <a:lnTo>
                  <a:pt x="18870" y="6362"/>
                </a:lnTo>
                <a:lnTo>
                  <a:pt x="19889" y="9929"/>
                </a:lnTo>
                <a:lnTo>
                  <a:pt x="20546" y="13009"/>
                </a:lnTo>
                <a:lnTo>
                  <a:pt x="21047" y="1657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588"/>
                </a:lnTo>
                <a:lnTo>
                  <a:pt x="0" y="13562"/>
                </a:lnTo>
                <a:lnTo>
                  <a:pt x="0" y="9523"/>
                </a:lnTo>
                <a:lnTo>
                  <a:pt x="0" y="5451"/>
                </a:lnTo>
                <a:lnTo>
                  <a:pt x="0" y="1337"/>
                </a:lnTo>
                <a:close/>
              </a:path>
            </a:pathLst>
          </a:custGeom>
          <a:solidFill>
            <a:srgbClr val="1D1D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6" name="contour_16704"/>
          <p:cNvSpPr/>
          <p:nvPr/>
        </p:nvSpPr>
        <p:spPr>
          <a:xfrm>
            <a:off x="1584581" y="2193328"/>
            <a:ext cx="36440" cy="22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7"/>
                </a:moveTo>
                <a:lnTo>
                  <a:pt x="21600" y="4555"/>
                </a:lnTo>
                <a:lnTo>
                  <a:pt x="21600" y="8777"/>
                </a:lnTo>
                <a:lnTo>
                  <a:pt x="21600" y="13014"/>
                </a:lnTo>
                <a:lnTo>
                  <a:pt x="21600" y="172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917"/>
                </a:lnTo>
                <a:lnTo>
                  <a:pt x="0" y="12206"/>
                </a:lnTo>
                <a:lnTo>
                  <a:pt x="0" y="7431"/>
                </a:lnTo>
                <a:lnTo>
                  <a:pt x="2527" y="4654"/>
                </a:lnTo>
                <a:lnTo>
                  <a:pt x="5063" y="2642"/>
                </a:lnTo>
                <a:lnTo>
                  <a:pt x="7629" y="1282"/>
                </a:lnTo>
                <a:lnTo>
                  <a:pt x="10243" y="468"/>
                </a:lnTo>
                <a:lnTo>
                  <a:pt x="12925" y="71"/>
                </a:lnTo>
                <a:lnTo>
                  <a:pt x="15699" y="0"/>
                </a:lnTo>
                <a:lnTo>
                  <a:pt x="18585" y="128"/>
                </a:lnTo>
                <a:lnTo>
                  <a:pt x="21600" y="347"/>
                </a:lnTo>
                <a:close/>
              </a:path>
            </a:pathLst>
          </a:custGeom>
          <a:solidFill>
            <a:srgbClr val="A687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7" name="contour_16705"/>
          <p:cNvSpPr/>
          <p:nvPr/>
        </p:nvSpPr>
        <p:spPr>
          <a:xfrm>
            <a:off x="10483218" y="2192046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047" y="4801"/>
                </a:lnTo>
                <a:lnTo>
                  <a:pt x="20546" y="7423"/>
                </a:lnTo>
                <a:lnTo>
                  <a:pt x="19889" y="9755"/>
                </a:lnTo>
                <a:lnTo>
                  <a:pt x="18870" y="12531"/>
                </a:lnTo>
                <a:lnTo>
                  <a:pt x="17280" y="16488"/>
                </a:lnTo>
                <a:lnTo>
                  <a:pt x="14429" y="17832"/>
                </a:lnTo>
                <a:lnTo>
                  <a:pt x="11629" y="18885"/>
                </a:lnTo>
                <a:lnTo>
                  <a:pt x="8839" y="19724"/>
                </a:lnTo>
                <a:lnTo>
                  <a:pt x="6005" y="20409"/>
                </a:lnTo>
                <a:lnTo>
                  <a:pt x="3076" y="21012"/>
                </a:lnTo>
                <a:lnTo>
                  <a:pt x="0" y="21600"/>
                </a:lnTo>
                <a:lnTo>
                  <a:pt x="302" y="17980"/>
                </a:lnTo>
                <a:lnTo>
                  <a:pt x="696" y="14478"/>
                </a:lnTo>
                <a:lnTo>
                  <a:pt x="1231" y="11063"/>
                </a:lnTo>
                <a:lnTo>
                  <a:pt x="1974" y="7720"/>
                </a:lnTo>
                <a:lnTo>
                  <a:pt x="2985" y="4427"/>
                </a:lnTo>
                <a:lnTo>
                  <a:pt x="4320" y="1150"/>
                </a:lnTo>
                <a:close/>
              </a:path>
            </a:pathLst>
          </a:custGeom>
          <a:solidFill>
            <a:srgbClr val="EB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8" name="contour_16706"/>
          <p:cNvSpPr/>
          <p:nvPr/>
        </p:nvSpPr>
        <p:spPr>
          <a:xfrm>
            <a:off x="4222834" y="2185414"/>
            <a:ext cx="43728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930"/>
                </a:moveTo>
                <a:lnTo>
                  <a:pt x="6386" y="310"/>
                </a:lnTo>
                <a:lnTo>
                  <a:pt x="8341" y="0"/>
                </a:lnTo>
                <a:lnTo>
                  <a:pt x="9983" y="0"/>
                </a:lnTo>
                <a:lnTo>
                  <a:pt x="11830" y="310"/>
                </a:lnTo>
                <a:lnTo>
                  <a:pt x="14400" y="930"/>
                </a:lnTo>
                <a:lnTo>
                  <a:pt x="14400" y="5484"/>
                </a:lnTo>
                <a:lnTo>
                  <a:pt x="14400" y="10066"/>
                </a:lnTo>
                <a:lnTo>
                  <a:pt x="14400" y="14710"/>
                </a:lnTo>
                <a:lnTo>
                  <a:pt x="16182" y="16419"/>
                </a:lnTo>
                <a:lnTo>
                  <a:pt x="17971" y="18127"/>
                </a:lnTo>
                <a:lnTo>
                  <a:pt x="19775" y="1985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69" y="16474"/>
                </a:lnTo>
                <a:lnTo>
                  <a:pt x="1040" y="12836"/>
                </a:lnTo>
                <a:lnTo>
                  <a:pt x="1588" y="9694"/>
                </a:lnTo>
                <a:lnTo>
                  <a:pt x="2383" y="6056"/>
                </a:lnTo>
                <a:lnTo>
                  <a:pt x="3600" y="930"/>
                </a:lnTo>
                <a:close/>
              </a:path>
            </a:pathLst>
          </a:custGeom>
          <a:solidFill>
            <a:srgbClr val="4F52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09" name="contour_16707"/>
          <p:cNvSpPr/>
          <p:nvPr/>
        </p:nvSpPr>
        <p:spPr>
          <a:xfrm>
            <a:off x="5439928" y="217910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1015"/>
                </a:lnTo>
                <a:lnTo>
                  <a:pt x="14135" y="1804"/>
                </a:lnTo>
                <a:lnTo>
                  <a:pt x="16105" y="2624"/>
                </a:lnTo>
                <a:lnTo>
                  <a:pt x="18386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775" y="17512"/>
                </a:lnTo>
                <a:lnTo>
                  <a:pt x="16705" y="18301"/>
                </a:lnTo>
                <a:lnTo>
                  <a:pt x="14386" y="18884"/>
                </a:lnTo>
                <a:lnTo>
                  <a:pt x="10800" y="19575"/>
                </a:lnTo>
                <a:lnTo>
                  <a:pt x="7785" y="20185"/>
                </a:lnTo>
                <a:lnTo>
                  <a:pt x="4726" y="20801"/>
                </a:lnTo>
                <a:lnTo>
                  <a:pt x="2380" y="21200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DED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0" name="contour_16708"/>
          <p:cNvSpPr/>
          <p:nvPr/>
        </p:nvSpPr>
        <p:spPr>
          <a:xfrm>
            <a:off x="9980347" y="2171821"/>
            <a:ext cx="36440" cy="23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012"/>
                </a:lnTo>
                <a:lnTo>
                  <a:pt x="21600" y="8038"/>
                </a:lnTo>
                <a:lnTo>
                  <a:pt x="21600" y="12077"/>
                </a:lnTo>
                <a:lnTo>
                  <a:pt x="21600" y="16149"/>
                </a:lnTo>
                <a:lnTo>
                  <a:pt x="21600" y="20263"/>
                </a:lnTo>
                <a:lnTo>
                  <a:pt x="16606" y="21006"/>
                </a:lnTo>
                <a:lnTo>
                  <a:pt x="13094" y="21451"/>
                </a:lnTo>
                <a:lnTo>
                  <a:pt x="10593" y="21600"/>
                </a:lnTo>
                <a:lnTo>
                  <a:pt x="8614" y="21451"/>
                </a:lnTo>
                <a:lnTo>
                  <a:pt x="6683" y="21006"/>
                </a:lnTo>
                <a:lnTo>
                  <a:pt x="4320" y="20263"/>
                </a:lnTo>
                <a:lnTo>
                  <a:pt x="2730" y="15238"/>
                </a:lnTo>
                <a:lnTo>
                  <a:pt x="1711" y="11671"/>
                </a:lnTo>
                <a:lnTo>
                  <a:pt x="1054" y="8591"/>
                </a:lnTo>
                <a:lnTo>
                  <a:pt x="553" y="5025"/>
                </a:lnTo>
                <a:lnTo>
                  <a:pt x="0" y="0"/>
                </a:lnTo>
                <a:close/>
              </a:path>
            </a:pathLst>
          </a:custGeom>
          <a:solidFill>
            <a:srgbClr val="DEE1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1" name="contour_16709"/>
          <p:cNvSpPr/>
          <p:nvPr/>
        </p:nvSpPr>
        <p:spPr>
          <a:xfrm>
            <a:off x="1036670" y="2157245"/>
            <a:ext cx="304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620" y="353"/>
                </a:lnTo>
                <a:lnTo>
                  <a:pt x="7271" y="716"/>
                </a:lnTo>
                <a:lnTo>
                  <a:pt x="9627" y="1264"/>
                </a:lnTo>
                <a:lnTo>
                  <a:pt x="12433" y="2167"/>
                </a:lnTo>
                <a:lnTo>
                  <a:pt x="16433" y="3600"/>
                </a:lnTo>
                <a:lnTo>
                  <a:pt x="17482" y="5810"/>
                </a:lnTo>
                <a:lnTo>
                  <a:pt x="18381" y="8024"/>
                </a:lnTo>
                <a:lnTo>
                  <a:pt x="19145" y="10249"/>
                </a:lnTo>
                <a:lnTo>
                  <a:pt x="19791" y="12481"/>
                </a:lnTo>
                <a:lnTo>
                  <a:pt x="20344" y="14731"/>
                </a:lnTo>
                <a:lnTo>
                  <a:pt x="20815" y="16999"/>
                </a:lnTo>
                <a:lnTo>
                  <a:pt x="21228" y="19285"/>
                </a:lnTo>
                <a:lnTo>
                  <a:pt x="21600" y="21600"/>
                </a:lnTo>
                <a:lnTo>
                  <a:pt x="18453" y="20203"/>
                </a:lnTo>
                <a:lnTo>
                  <a:pt x="15363" y="18785"/>
                </a:lnTo>
                <a:lnTo>
                  <a:pt x="12335" y="17327"/>
                </a:lnTo>
                <a:lnTo>
                  <a:pt x="9369" y="15818"/>
                </a:lnTo>
                <a:lnTo>
                  <a:pt x="6480" y="14238"/>
                </a:lnTo>
                <a:lnTo>
                  <a:pt x="3664" y="12571"/>
                </a:lnTo>
                <a:lnTo>
                  <a:pt x="930" y="10800"/>
                </a:lnTo>
                <a:lnTo>
                  <a:pt x="310" y="7798"/>
                </a:lnTo>
                <a:lnTo>
                  <a:pt x="0" y="5735"/>
                </a:lnTo>
                <a:lnTo>
                  <a:pt x="0" y="4093"/>
                </a:lnTo>
                <a:lnTo>
                  <a:pt x="310" y="2354"/>
                </a:lnTo>
                <a:lnTo>
                  <a:pt x="930" y="0"/>
                </a:lnTo>
                <a:close/>
              </a:path>
            </a:pathLst>
          </a:custGeom>
          <a:solidFill>
            <a:srgbClr val="1D1D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2" name="contour_16710"/>
          <p:cNvSpPr/>
          <p:nvPr/>
        </p:nvSpPr>
        <p:spPr>
          <a:xfrm>
            <a:off x="6715327" y="2135382"/>
            <a:ext cx="35842" cy="451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76" y="0"/>
                </a:moveTo>
                <a:lnTo>
                  <a:pt x="14366" y="1625"/>
                </a:lnTo>
                <a:lnTo>
                  <a:pt x="15539" y="3257"/>
                </a:lnTo>
                <a:lnTo>
                  <a:pt x="16694" y="4895"/>
                </a:lnTo>
                <a:lnTo>
                  <a:pt x="17840" y="6538"/>
                </a:lnTo>
                <a:lnTo>
                  <a:pt x="19145" y="8361"/>
                </a:lnTo>
                <a:lnTo>
                  <a:pt x="20467" y="10216"/>
                </a:lnTo>
                <a:lnTo>
                  <a:pt x="21310" y="12434"/>
                </a:lnTo>
                <a:lnTo>
                  <a:pt x="21600" y="13971"/>
                </a:lnTo>
                <a:lnTo>
                  <a:pt x="21358" y="15544"/>
                </a:lnTo>
                <a:lnTo>
                  <a:pt x="20590" y="17869"/>
                </a:lnTo>
                <a:lnTo>
                  <a:pt x="18306" y="20041"/>
                </a:lnTo>
                <a:lnTo>
                  <a:pt x="16413" y="21007"/>
                </a:lnTo>
                <a:lnTo>
                  <a:pt x="13295" y="21600"/>
                </a:lnTo>
                <a:lnTo>
                  <a:pt x="10923" y="21478"/>
                </a:lnTo>
                <a:lnTo>
                  <a:pt x="8512" y="21356"/>
                </a:lnTo>
                <a:lnTo>
                  <a:pt x="5701" y="21213"/>
                </a:lnTo>
                <a:lnTo>
                  <a:pt x="2868" y="21067"/>
                </a:lnTo>
                <a:lnTo>
                  <a:pt x="0" y="20920"/>
                </a:lnTo>
                <a:lnTo>
                  <a:pt x="0" y="18615"/>
                </a:lnTo>
                <a:lnTo>
                  <a:pt x="0" y="16297"/>
                </a:lnTo>
                <a:lnTo>
                  <a:pt x="0" y="13947"/>
                </a:lnTo>
                <a:lnTo>
                  <a:pt x="2609" y="13947"/>
                </a:lnTo>
                <a:lnTo>
                  <a:pt x="5227" y="13947"/>
                </a:lnTo>
                <a:lnTo>
                  <a:pt x="7853" y="13947"/>
                </a:lnTo>
                <a:lnTo>
                  <a:pt x="10501" y="13947"/>
                </a:lnTo>
                <a:lnTo>
                  <a:pt x="13176" y="13947"/>
                </a:lnTo>
                <a:lnTo>
                  <a:pt x="13176" y="11646"/>
                </a:lnTo>
                <a:lnTo>
                  <a:pt x="13176" y="9341"/>
                </a:lnTo>
                <a:lnTo>
                  <a:pt x="13176" y="7026"/>
                </a:lnTo>
                <a:lnTo>
                  <a:pt x="13176" y="4700"/>
                </a:lnTo>
                <a:lnTo>
                  <a:pt x="13176" y="2360"/>
                </a:lnTo>
                <a:lnTo>
                  <a:pt x="13176" y="0"/>
                </a:lnTo>
                <a:close/>
              </a:path>
            </a:pathLst>
          </a:custGeom>
          <a:solidFill>
            <a:srgbClr val="9690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3" name="contour_16711"/>
          <p:cNvSpPr/>
          <p:nvPr/>
        </p:nvSpPr>
        <p:spPr>
          <a:xfrm>
            <a:off x="4149954" y="21426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E2D7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4" name="contour_16712"/>
          <p:cNvSpPr/>
          <p:nvPr/>
        </p:nvSpPr>
        <p:spPr>
          <a:xfrm>
            <a:off x="1970844" y="21426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15" y="3548"/>
                </a:lnTo>
                <a:lnTo>
                  <a:pt x="18689" y="6350"/>
                </a:lnTo>
                <a:lnTo>
                  <a:pt x="19575" y="10800"/>
                </a:lnTo>
                <a:lnTo>
                  <a:pt x="20185" y="13813"/>
                </a:lnTo>
                <a:lnTo>
                  <a:pt x="20801" y="16875"/>
                </a:lnTo>
                <a:lnTo>
                  <a:pt x="21200" y="1921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637" y="17993"/>
                </a:lnTo>
                <a:lnTo>
                  <a:pt x="1312" y="14391"/>
                </a:lnTo>
                <a:lnTo>
                  <a:pt x="2025" y="10800"/>
                </a:lnTo>
                <a:lnTo>
                  <a:pt x="2592" y="7787"/>
                </a:lnTo>
                <a:lnTo>
                  <a:pt x="3164" y="4725"/>
                </a:lnTo>
                <a:lnTo>
                  <a:pt x="4271" y="2381"/>
                </a:lnTo>
                <a:lnTo>
                  <a:pt x="5400" y="0"/>
                </a:lnTo>
                <a:close/>
              </a:path>
            </a:pathLst>
          </a:custGeom>
          <a:solidFill>
            <a:srgbClr val="1717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5" name="contour_16713"/>
          <p:cNvSpPr/>
          <p:nvPr/>
        </p:nvSpPr>
        <p:spPr>
          <a:xfrm>
            <a:off x="8581053" y="212809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172" y="2415"/>
                </a:lnTo>
                <a:lnTo>
                  <a:pt x="20252" y="4121"/>
                </a:lnTo>
                <a:lnTo>
                  <a:pt x="20926" y="5923"/>
                </a:lnTo>
                <a:lnTo>
                  <a:pt x="21600" y="8640"/>
                </a:lnTo>
                <a:lnTo>
                  <a:pt x="18744" y="8640"/>
                </a:lnTo>
                <a:lnTo>
                  <a:pt x="15872" y="8640"/>
                </a:lnTo>
                <a:lnTo>
                  <a:pt x="12960" y="8640"/>
                </a:lnTo>
                <a:lnTo>
                  <a:pt x="13815" y="11206"/>
                </a:lnTo>
                <a:lnTo>
                  <a:pt x="14675" y="13781"/>
                </a:lnTo>
                <a:lnTo>
                  <a:pt x="15535" y="16364"/>
                </a:lnTo>
                <a:lnTo>
                  <a:pt x="16403" y="18969"/>
                </a:lnTo>
                <a:lnTo>
                  <a:pt x="17280" y="21600"/>
                </a:lnTo>
                <a:lnTo>
                  <a:pt x="15111" y="20676"/>
                </a:lnTo>
                <a:lnTo>
                  <a:pt x="12947" y="19738"/>
                </a:lnTo>
                <a:lnTo>
                  <a:pt x="10791" y="18783"/>
                </a:lnTo>
                <a:lnTo>
                  <a:pt x="8640" y="17820"/>
                </a:lnTo>
                <a:lnTo>
                  <a:pt x="7430" y="17293"/>
                </a:lnTo>
                <a:lnTo>
                  <a:pt x="3780" y="15695"/>
                </a:lnTo>
                <a:lnTo>
                  <a:pt x="2843" y="15012"/>
                </a:lnTo>
                <a:lnTo>
                  <a:pt x="0" y="12960"/>
                </a:lnTo>
                <a:lnTo>
                  <a:pt x="0" y="10104"/>
                </a:lnTo>
                <a:lnTo>
                  <a:pt x="0" y="7232"/>
                </a:lnTo>
                <a:lnTo>
                  <a:pt x="0" y="4320"/>
                </a:lnTo>
                <a:lnTo>
                  <a:pt x="2717" y="2929"/>
                </a:lnTo>
                <a:lnTo>
                  <a:pt x="5495" y="1849"/>
                </a:lnTo>
                <a:lnTo>
                  <a:pt x="8338" y="1041"/>
                </a:lnTo>
                <a:lnTo>
                  <a:pt x="11245" y="484"/>
                </a:lnTo>
                <a:lnTo>
                  <a:pt x="14226" y="147"/>
                </a:lnTo>
                <a:lnTo>
                  <a:pt x="17280" y="0"/>
                </a:lnTo>
                <a:close/>
              </a:path>
            </a:pathLst>
          </a:custGeom>
          <a:solidFill>
            <a:srgbClr val="C3D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6" name="contour_16714"/>
          <p:cNvSpPr/>
          <p:nvPr/>
        </p:nvSpPr>
        <p:spPr>
          <a:xfrm>
            <a:off x="5352472" y="212809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335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7" name="contour_16715"/>
          <p:cNvSpPr/>
          <p:nvPr/>
        </p:nvSpPr>
        <p:spPr>
          <a:xfrm>
            <a:off x="4477913" y="2120806"/>
            <a:ext cx="43728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347" y="4221"/>
                </a:lnTo>
                <a:lnTo>
                  <a:pt x="19386" y="7339"/>
                </a:lnTo>
                <a:lnTo>
                  <a:pt x="18508" y="9908"/>
                </a:lnTo>
                <a:lnTo>
                  <a:pt x="17518" y="12478"/>
                </a:lnTo>
                <a:lnTo>
                  <a:pt x="16214" y="15596"/>
                </a:lnTo>
                <a:lnTo>
                  <a:pt x="14400" y="19817"/>
                </a:lnTo>
                <a:lnTo>
                  <a:pt x="11614" y="21006"/>
                </a:lnTo>
                <a:lnTo>
                  <a:pt x="9659" y="21600"/>
                </a:lnTo>
                <a:lnTo>
                  <a:pt x="8017" y="21600"/>
                </a:lnTo>
                <a:lnTo>
                  <a:pt x="6170" y="21006"/>
                </a:lnTo>
                <a:lnTo>
                  <a:pt x="3600" y="19817"/>
                </a:lnTo>
                <a:lnTo>
                  <a:pt x="2383" y="14902"/>
                </a:lnTo>
                <a:lnTo>
                  <a:pt x="1588" y="11414"/>
                </a:lnTo>
                <a:lnTo>
                  <a:pt x="1040" y="8402"/>
                </a:lnTo>
                <a:lnTo>
                  <a:pt x="569" y="4914"/>
                </a:lnTo>
                <a:lnTo>
                  <a:pt x="0" y="0"/>
                </a:lnTo>
                <a:close/>
              </a:path>
            </a:pathLst>
          </a:custGeom>
          <a:solidFill>
            <a:srgbClr val="7097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8" name="contour_16716"/>
          <p:cNvSpPr/>
          <p:nvPr/>
        </p:nvSpPr>
        <p:spPr>
          <a:xfrm>
            <a:off x="4120802" y="212809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889" y="20444"/>
                </a:lnTo>
                <a:lnTo>
                  <a:pt x="16184" y="19273"/>
                </a:lnTo>
                <a:lnTo>
                  <a:pt x="13489" y="18079"/>
                </a:lnTo>
                <a:lnTo>
                  <a:pt x="10800" y="16875"/>
                </a:lnTo>
                <a:lnTo>
                  <a:pt x="9288" y="16216"/>
                </a:lnTo>
                <a:lnTo>
                  <a:pt x="4725" y="14218"/>
                </a:lnTo>
                <a:lnTo>
                  <a:pt x="355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5959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19" name="contour_16717"/>
          <p:cNvSpPr/>
          <p:nvPr/>
        </p:nvSpPr>
        <p:spPr>
          <a:xfrm>
            <a:off x="3938602" y="209894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855"/>
                </a:lnTo>
                <a:lnTo>
                  <a:pt x="13781" y="1715"/>
                </a:lnTo>
                <a:lnTo>
                  <a:pt x="16364" y="2575"/>
                </a:lnTo>
                <a:lnTo>
                  <a:pt x="18969" y="3443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0822" y="19462"/>
                </a:lnTo>
                <a:lnTo>
                  <a:pt x="8679" y="17319"/>
                </a:lnTo>
                <a:lnTo>
                  <a:pt x="6528" y="15168"/>
                </a:lnTo>
                <a:lnTo>
                  <a:pt x="4368" y="13008"/>
                </a:lnTo>
                <a:lnTo>
                  <a:pt x="2195" y="10835"/>
                </a:lnTo>
                <a:lnTo>
                  <a:pt x="0" y="8640"/>
                </a:lnTo>
                <a:lnTo>
                  <a:pt x="2856" y="8640"/>
                </a:lnTo>
                <a:lnTo>
                  <a:pt x="5728" y="8640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9196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0" name="contour_16718"/>
          <p:cNvSpPr/>
          <p:nvPr/>
        </p:nvSpPr>
        <p:spPr>
          <a:xfrm>
            <a:off x="5294169" y="209894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71" y="2138"/>
                </a:lnTo>
                <a:lnTo>
                  <a:pt x="2143" y="4290"/>
                </a:lnTo>
                <a:lnTo>
                  <a:pt x="3227" y="6450"/>
                </a:lnTo>
                <a:lnTo>
                  <a:pt x="4320" y="8640"/>
                </a:lnTo>
                <a:lnTo>
                  <a:pt x="7176" y="8640"/>
                </a:lnTo>
                <a:lnTo>
                  <a:pt x="10048" y="8640"/>
                </a:lnTo>
                <a:lnTo>
                  <a:pt x="12960" y="8640"/>
                </a:lnTo>
                <a:lnTo>
                  <a:pt x="12960" y="11496"/>
                </a:lnTo>
                <a:lnTo>
                  <a:pt x="12960" y="14368"/>
                </a:lnTo>
                <a:lnTo>
                  <a:pt x="12960" y="17280"/>
                </a:lnTo>
                <a:lnTo>
                  <a:pt x="15098" y="18351"/>
                </a:lnTo>
                <a:lnTo>
                  <a:pt x="17245" y="19423"/>
                </a:lnTo>
                <a:lnTo>
                  <a:pt x="19410" y="2050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F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1" name="contour_16719"/>
          <p:cNvSpPr/>
          <p:nvPr/>
        </p:nvSpPr>
        <p:spPr>
          <a:xfrm>
            <a:off x="3894874" y="206250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107" y="805"/>
                </a:lnTo>
                <a:lnTo>
                  <a:pt x="7341" y="1485"/>
                </a:lnTo>
                <a:lnTo>
                  <a:pt x="9847" y="2128"/>
                </a:lnTo>
                <a:lnTo>
                  <a:pt x="11772" y="2797"/>
                </a:lnTo>
                <a:lnTo>
                  <a:pt x="13262" y="3580"/>
                </a:lnTo>
                <a:lnTo>
                  <a:pt x="14466" y="4552"/>
                </a:lnTo>
                <a:lnTo>
                  <a:pt x="15530" y="5789"/>
                </a:lnTo>
                <a:lnTo>
                  <a:pt x="16601" y="7366"/>
                </a:lnTo>
                <a:lnTo>
                  <a:pt x="17826" y="9364"/>
                </a:lnTo>
                <a:lnTo>
                  <a:pt x="18814" y="12069"/>
                </a:lnTo>
                <a:lnTo>
                  <a:pt x="19536" y="14245"/>
                </a:lnTo>
                <a:lnTo>
                  <a:pt x="20347" y="17042"/>
                </a:lnTo>
                <a:lnTo>
                  <a:pt x="21600" y="21600"/>
                </a:lnTo>
                <a:lnTo>
                  <a:pt x="19783" y="20677"/>
                </a:lnTo>
                <a:lnTo>
                  <a:pt x="17968" y="19742"/>
                </a:lnTo>
                <a:lnTo>
                  <a:pt x="16154" y="18797"/>
                </a:lnTo>
                <a:lnTo>
                  <a:pt x="14342" y="17842"/>
                </a:lnTo>
                <a:lnTo>
                  <a:pt x="12534" y="16875"/>
                </a:lnTo>
                <a:lnTo>
                  <a:pt x="11784" y="16486"/>
                </a:lnTo>
                <a:lnTo>
                  <a:pt x="10464" y="15795"/>
                </a:lnTo>
                <a:lnTo>
                  <a:pt x="7437" y="14218"/>
                </a:lnTo>
                <a:lnTo>
                  <a:pt x="4888" y="12150"/>
                </a:lnTo>
                <a:lnTo>
                  <a:pt x="3363" y="10503"/>
                </a:lnTo>
                <a:lnTo>
                  <a:pt x="2256" y="8413"/>
                </a:lnTo>
                <a:lnTo>
                  <a:pt x="953" y="5022"/>
                </a:lnTo>
                <a:lnTo>
                  <a:pt x="716" y="3769"/>
                </a:lnTo>
                <a:lnTo>
                  <a:pt x="0" y="0"/>
                </a:lnTo>
                <a:close/>
              </a:path>
            </a:pathLst>
          </a:custGeom>
          <a:solidFill>
            <a:srgbClr val="7C7E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2" name="contour_16720"/>
          <p:cNvSpPr/>
          <p:nvPr/>
        </p:nvSpPr>
        <p:spPr>
          <a:xfrm>
            <a:off x="8376989" y="2040638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315" y="2020"/>
                </a:lnTo>
                <a:lnTo>
                  <a:pt x="15771" y="3548"/>
                </a:lnTo>
                <a:lnTo>
                  <a:pt x="16971" y="4892"/>
                </a:lnTo>
                <a:lnTo>
                  <a:pt x="18172" y="6350"/>
                </a:lnTo>
                <a:lnTo>
                  <a:pt x="19628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2040" y="21044"/>
                </a:lnTo>
                <a:lnTo>
                  <a:pt x="4092" y="20482"/>
                </a:lnTo>
                <a:lnTo>
                  <a:pt x="6171" y="19915"/>
                </a:lnTo>
                <a:lnTo>
                  <a:pt x="8680" y="18819"/>
                </a:lnTo>
                <a:lnTo>
                  <a:pt x="10282" y="17858"/>
                </a:lnTo>
                <a:lnTo>
                  <a:pt x="12343" y="16200"/>
                </a:lnTo>
                <a:lnTo>
                  <a:pt x="12713" y="12020"/>
                </a:lnTo>
                <a:lnTo>
                  <a:pt x="12898" y="9088"/>
                </a:lnTo>
                <a:lnTo>
                  <a:pt x="12898" y="6626"/>
                </a:lnTo>
                <a:lnTo>
                  <a:pt x="12713" y="3856"/>
                </a:lnTo>
                <a:lnTo>
                  <a:pt x="12343" y="0"/>
                </a:lnTo>
                <a:close/>
              </a:path>
            </a:pathLst>
          </a:custGeom>
          <a:solidFill>
            <a:srgbClr val="CBE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3" name="contour_16721"/>
          <p:cNvSpPr/>
          <p:nvPr/>
        </p:nvSpPr>
        <p:spPr>
          <a:xfrm>
            <a:off x="5367048" y="204792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00" y="2020"/>
                </a:lnTo>
                <a:lnTo>
                  <a:pt x="14800" y="3548"/>
                </a:lnTo>
                <a:lnTo>
                  <a:pt x="16200" y="4892"/>
                </a:lnTo>
                <a:lnTo>
                  <a:pt x="17600" y="6350"/>
                </a:lnTo>
                <a:lnTo>
                  <a:pt x="19300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526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31" y="9342"/>
                </a:lnTo>
                <a:lnTo>
                  <a:pt x="7675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E1E5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4" name="contour_16722"/>
          <p:cNvSpPr/>
          <p:nvPr/>
        </p:nvSpPr>
        <p:spPr>
          <a:xfrm>
            <a:off x="1293535" y="2026062"/>
            <a:ext cx="22811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52" y="0"/>
                </a:moveTo>
                <a:lnTo>
                  <a:pt x="11014" y="0"/>
                </a:lnTo>
                <a:lnTo>
                  <a:pt x="15603" y="0"/>
                </a:lnTo>
                <a:lnTo>
                  <a:pt x="20254" y="0"/>
                </a:lnTo>
                <a:lnTo>
                  <a:pt x="20517" y="2192"/>
                </a:lnTo>
                <a:lnTo>
                  <a:pt x="20744" y="4388"/>
                </a:lnTo>
                <a:lnTo>
                  <a:pt x="20944" y="6581"/>
                </a:lnTo>
                <a:lnTo>
                  <a:pt x="21117" y="8777"/>
                </a:lnTo>
                <a:lnTo>
                  <a:pt x="21358" y="11225"/>
                </a:lnTo>
                <a:lnTo>
                  <a:pt x="21600" y="13712"/>
                </a:lnTo>
                <a:lnTo>
                  <a:pt x="20931" y="15840"/>
                </a:lnTo>
                <a:lnTo>
                  <a:pt x="20254" y="18000"/>
                </a:lnTo>
                <a:lnTo>
                  <a:pt x="16128" y="19393"/>
                </a:lnTo>
                <a:lnTo>
                  <a:pt x="13312" y="20232"/>
                </a:lnTo>
                <a:lnTo>
                  <a:pt x="10517" y="20855"/>
                </a:lnTo>
                <a:lnTo>
                  <a:pt x="6452" y="21600"/>
                </a:lnTo>
                <a:lnTo>
                  <a:pt x="3975" y="17269"/>
                </a:lnTo>
                <a:lnTo>
                  <a:pt x="2146" y="13943"/>
                </a:lnTo>
                <a:lnTo>
                  <a:pt x="911" y="11401"/>
                </a:lnTo>
                <a:lnTo>
                  <a:pt x="214" y="9421"/>
                </a:lnTo>
                <a:lnTo>
                  <a:pt x="0" y="7783"/>
                </a:lnTo>
                <a:lnTo>
                  <a:pt x="214" y="6264"/>
                </a:lnTo>
                <a:lnTo>
                  <a:pt x="801" y="4644"/>
                </a:lnTo>
                <a:lnTo>
                  <a:pt x="1705" y="2700"/>
                </a:lnTo>
                <a:lnTo>
                  <a:pt x="4058" y="1361"/>
                </a:lnTo>
                <a:lnTo>
                  <a:pt x="6452" y="0"/>
                </a:lnTo>
                <a:close/>
              </a:path>
            </a:pathLst>
          </a:custGeom>
          <a:solidFill>
            <a:srgbClr val="6869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5" name="contour_16723"/>
          <p:cNvSpPr/>
          <p:nvPr/>
        </p:nvSpPr>
        <p:spPr>
          <a:xfrm>
            <a:off x="2253706" y="2026062"/>
            <a:ext cx="3052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0" y="0"/>
                </a:moveTo>
                <a:lnTo>
                  <a:pt x="1769" y="1435"/>
                </a:lnTo>
                <a:lnTo>
                  <a:pt x="2579" y="2894"/>
                </a:lnTo>
                <a:lnTo>
                  <a:pt x="5111" y="4863"/>
                </a:lnTo>
                <a:lnTo>
                  <a:pt x="7803" y="6283"/>
                </a:lnTo>
                <a:lnTo>
                  <a:pt x="10728" y="7292"/>
                </a:lnTo>
                <a:lnTo>
                  <a:pt x="13951" y="8029"/>
                </a:lnTo>
                <a:lnTo>
                  <a:pt x="17551" y="8637"/>
                </a:lnTo>
                <a:lnTo>
                  <a:pt x="21600" y="9257"/>
                </a:lnTo>
                <a:lnTo>
                  <a:pt x="20749" y="11294"/>
                </a:lnTo>
                <a:lnTo>
                  <a:pt x="19898" y="13333"/>
                </a:lnTo>
                <a:lnTo>
                  <a:pt x="19042" y="15382"/>
                </a:lnTo>
                <a:lnTo>
                  <a:pt x="18181" y="17440"/>
                </a:lnTo>
                <a:lnTo>
                  <a:pt x="17314" y="19511"/>
                </a:lnTo>
                <a:lnTo>
                  <a:pt x="16442" y="21600"/>
                </a:lnTo>
                <a:lnTo>
                  <a:pt x="12332" y="18709"/>
                </a:lnTo>
                <a:lnTo>
                  <a:pt x="9031" y="16348"/>
                </a:lnTo>
                <a:lnTo>
                  <a:pt x="6442" y="14416"/>
                </a:lnTo>
                <a:lnTo>
                  <a:pt x="4466" y="12803"/>
                </a:lnTo>
                <a:lnTo>
                  <a:pt x="3012" y="11402"/>
                </a:lnTo>
                <a:lnTo>
                  <a:pt x="1970" y="10106"/>
                </a:lnTo>
                <a:lnTo>
                  <a:pt x="1248" y="8810"/>
                </a:lnTo>
                <a:lnTo>
                  <a:pt x="743" y="7406"/>
                </a:lnTo>
                <a:lnTo>
                  <a:pt x="361" y="5792"/>
                </a:lnTo>
                <a:lnTo>
                  <a:pt x="0" y="3857"/>
                </a:lnTo>
                <a:lnTo>
                  <a:pt x="480" y="1944"/>
                </a:lnTo>
                <a:lnTo>
                  <a:pt x="970" y="0"/>
                </a:lnTo>
                <a:close/>
              </a:path>
            </a:pathLst>
          </a:custGeom>
          <a:solidFill>
            <a:srgbClr val="4441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6" name="contour_16724"/>
          <p:cNvSpPr/>
          <p:nvPr/>
        </p:nvSpPr>
        <p:spPr>
          <a:xfrm>
            <a:off x="1395093" y="201877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4" y="3940"/>
                </a:lnTo>
                <a:lnTo>
                  <a:pt x="17042" y="7020"/>
                </a:lnTo>
                <a:lnTo>
                  <a:pt x="18965" y="9491"/>
                </a:lnTo>
                <a:lnTo>
                  <a:pt x="20250" y="11612"/>
                </a:lnTo>
                <a:lnTo>
                  <a:pt x="21033" y="13625"/>
                </a:lnTo>
                <a:lnTo>
                  <a:pt x="21433" y="15794"/>
                </a:lnTo>
                <a:lnTo>
                  <a:pt x="21578" y="1836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35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7" name="contour_16725"/>
          <p:cNvSpPr/>
          <p:nvPr/>
        </p:nvSpPr>
        <p:spPr>
          <a:xfrm>
            <a:off x="9958483" y="2033350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89" y="3131"/>
                </a:lnTo>
                <a:lnTo>
                  <a:pt x="19544" y="6201"/>
                </a:lnTo>
                <a:lnTo>
                  <a:pt x="18438" y="9214"/>
                </a:lnTo>
                <a:lnTo>
                  <a:pt x="17254" y="12164"/>
                </a:lnTo>
                <a:lnTo>
                  <a:pt x="15958" y="15058"/>
                </a:lnTo>
                <a:lnTo>
                  <a:pt x="14537" y="17895"/>
                </a:lnTo>
                <a:lnTo>
                  <a:pt x="12960" y="20670"/>
                </a:lnTo>
                <a:lnTo>
                  <a:pt x="9487" y="212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290"/>
                </a:lnTo>
                <a:lnTo>
                  <a:pt x="0" y="20670"/>
                </a:lnTo>
                <a:lnTo>
                  <a:pt x="1356" y="14546"/>
                </a:lnTo>
                <a:lnTo>
                  <a:pt x="2415" y="10309"/>
                </a:lnTo>
                <a:lnTo>
                  <a:pt x="3417" y="7426"/>
                </a:lnTo>
                <a:lnTo>
                  <a:pt x="4588" y="5369"/>
                </a:lnTo>
                <a:lnTo>
                  <a:pt x="6160" y="3607"/>
                </a:lnTo>
                <a:lnTo>
                  <a:pt x="8372" y="1612"/>
                </a:lnTo>
                <a:lnTo>
                  <a:pt x="10679" y="827"/>
                </a:lnTo>
                <a:lnTo>
                  <a:pt x="12524" y="346"/>
                </a:lnTo>
                <a:lnTo>
                  <a:pt x="14532" y="103"/>
                </a:lnTo>
                <a:lnTo>
                  <a:pt x="17349" y="10"/>
                </a:lnTo>
                <a:lnTo>
                  <a:pt x="21600" y="0"/>
                </a:lnTo>
                <a:close/>
              </a:path>
            </a:pathLst>
          </a:custGeom>
          <a:solidFill>
            <a:srgbClr val="4A4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8" name="contour_16726"/>
          <p:cNvSpPr/>
          <p:nvPr/>
        </p:nvSpPr>
        <p:spPr>
          <a:xfrm>
            <a:off x="1161877" y="201148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1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5A7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29" name="contour_16727"/>
          <p:cNvSpPr/>
          <p:nvPr/>
        </p:nvSpPr>
        <p:spPr>
          <a:xfrm>
            <a:off x="7662766" y="2004198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125" y="2566"/>
                </a:lnTo>
                <a:lnTo>
                  <a:pt x="19739" y="5141"/>
                </a:lnTo>
                <a:lnTo>
                  <a:pt x="20353" y="7724"/>
                </a:lnTo>
                <a:lnTo>
                  <a:pt x="20974" y="10329"/>
                </a:lnTo>
                <a:lnTo>
                  <a:pt x="21600" y="12960"/>
                </a:lnTo>
                <a:lnTo>
                  <a:pt x="19986" y="14394"/>
                </a:lnTo>
                <a:lnTo>
                  <a:pt x="18804" y="15319"/>
                </a:lnTo>
                <a:lnTo>
                  <a:pt x="17477" y="16148"/>
                </a:lnTo>
                <a:lnTo>
                  <a:pt x="15429" y="17280"/>
                </a:lnTo>
                <a:lnTo>
                  <a:pt x="13380" y="16148"/>
                </a:lnTo>
                <a:lnTo>
                  <a:pt x="12053" y="15319"/>
                </a:lnTo>
                <a:lnTo>
                  <a:pt x="10871" y="14394"/>
                </a:lnTo>
                <a:lnTo>
                  <a:pt x="9257" y="12960"/>
                </a:lnTo>
                <a:lnTo>
                  <a:pt x="8492" y="15098"/>
                </a:lnTo>
                <a:lnTo>
                  <a:pt x="7727" y="17250"/>
                </a:lnTo>
                <a:lnTo>
                  <a:pt x="6952" y="19410"/>
                </a:lnTo>
                <a:lnTo>
                  <a:pt x="6171" y="21600"/>
                </a:lnTo>
                <a:lnTo>
                  <a:pt x="6171" y="18744"/>
                </a:lnTo>
                <a:lnTo>
                  <a:pt x="6171" y="15872"/>
                </a:lnTo>
                <a:lnTo>
                  <a:pt x="6171" y="12960"/>
                </a:lnTo>
                <a:lnTo>
                  <a:pt x="4644" y="11889"/>
                </a:lnTo>
                <a:lnTo>
                  <a:pt x="3107" y="10817"/>
                </a:lnTo>
                <a:lnTo>
                  <a:pt x="1564" y="9733"/>
                </a:lnTo>
                <a:lnTo>
                  <a:pt x="0" y="8640"/>
                </a:lnTo>
                <a:lnTo>
                  <a:pt x="2037" y="7690"/>
                </a:lnTo>
                <a:lnTo>
                  <a:pt x="4076" y="6739"/>
                </a:lnTo>
                <a:lnTo>
                  <a:pt x="6116" y="5784"/>
                </a:lnTo>
                <a:lnTo>
                  <a:pt x="8162" y="4830"/>
                </a:lnTo>
                <a:lnTo>
                  <a:pt x="10214" y="3875"/>
                </a:lnTo>
                <a:lnTo>
                  <a:pt x="12275" y="2912"/>
                </a:lnTo>
                <a:lnTo>
                  <a:pt x="14342" y="1948"/>
                </a:lnTo>
                <a:lnTo>
                  <a:pt x="16422" y="976"/>
                </a:lnTo>
                <a:lnTo>
                  <a:pt x="18514" y="0"/>
                </a:lnTo>
                <a:close/>
              </a:path>
            </a:pathLst>
          </a:custGeom>
          <a:solidFill>
            <a:srgbClr val="9A9E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0" name="contour_16728"/>
          <p:cNvSpPr/>
          <p:nvPr/>
        </p:nvSpPr>
        <p:spPr>
          <a:xfrm>
            <a:off x="7436838" y="2004198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82"/>
                </a:lnTo>
                <a:lnTo>
                  <a:pt x="2341" y="737"/>
                </a:lnTo>
                <a:lnTo>
                  <a:pt x="3646" y="1153"/>
                </a:lnTo>
                <a:lnTo>
                  <a:pt x="5374" y="1698"/>
                </a:lnTo>
                <a:lnTo>
                  <a:pt x="7780" y="2455"/>
                </a:lnTo>
                <a:lnTo>
                  <a:pt x="11115" y="3512"/>
                </a:lnTo>
                <a:lnTo>
                  <a:pt x="15638" y="4938"/>
                </a:lnTo>
                <a:lnTo>
                  <a:pt x="21600" y="6820"/>
                </a:lnTo>
                <a:lnTo>
                  <a:pt x="20529" y="10196"/>
                </a:lnTo>
                <a:lnTo>
                  <a:pt x="19457" y="13593"/>
                </a:lnTo>
                <a:lnTo>
                  <a:pt x="18373" y="17003"/>
                </a:lnTo>
                <a:lnTo>
                  <a:pt x="17280" y="20461"/>
                </a:lnTo>
                <a:lnTo>
                  <a:pt x="14148" y="21382"/>
                </a:lnTo>
                <a:lnTo>
                  <a:pt x="11837" y="21600"/>
                </a:lnTo>
                <a:lnTo>
                  <a:pt x="8372" y="21314"/>
                </a:lnTo>
                <a:lnTo>
                  <a:pt x="5607" y="21034"/>
                </a:lnTo>
                <a:lnTo>
                  <a:pt x="2821" y="20747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B562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1" name="contour_16729"/>
          <p:cNvSpPr/>
          <p:nvPr/>
        </p:nvSpPr>
        <p:spPr>
          <a:xfrm>
            <a:off x="4979721" y="1996910"/>
            <a:ext cx="302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80" y="0"/>
                </a:moveTo>
                <a:lnTo>
                  <a:pt x="12655" y="2445"/>
                </a:lnTo>
                <a:lnTo>
                  <a:pt x="14129" y="4890"/>
                </a:lnTo>
                <a:lnTo>
                  <a:pt x="15609" y="7344"/>
                </a:lnTo>
                <a:lnTo>
                  <a:pt x="17093" y="9806"/>
                </a:lnTo>
                <a:lnTo>
                  <a:pt x="18589" y="12282"/>
                </a:lnTo>
                <a:lnTo>
                  <a:pt x="20089" y="14770"/>
                </a:lnTo>
                <a:lnTo>
                  <a:pt x="21600" y="17280"/>
                </a:lnTo>
                <a:lnTo>
                  <a:pt x="18162" y="17993"/>
                </a:lnTo>
                <a:lnTo>
                  <a:pt x="14718" y="18706"/>
                </a:lnTo>
                <a:lnTo>
                  <a:pt x="11258" y="19423"/>
                </a:lnTo>
                <a:lnTo>
                  <a:pt x="7784" y="20144"/>
                </a:lnTo>
                <a:lnTo>
                  <a:pt x="4288" y="20870"/>
                </a:lnTo>
                <a:lnTo>
                  <a:pt x="761" y="21600"/>
                </a:lnTo>
                <a:lnTo>
                  <a:pt x="339" y="16070"/>
                </a:lnTo>
                <a:lnTo>
                  <a:pt x="83" y="12243"/>
                </a:lnTo>
                <a:lnTo>
                  <a:pt x="0" y="9634"/>
                </a:lnTo>
                <a:lnTo>
                  <a:pt x="83" y="7763"/>
                </a:lnTo>
                <a:lnTo>
                  <a:pt x="339" y="6152"/>
                </a:lnTo>
                <a:lnTo>
                  <a:pt x="761" y="4320"/>
                </a:lnTo>
                <a:lnTo>
                  <a:pt x="3340" y="3249"/>
                </a:lnTo>
                <a:lnTo>
                  <a:pt x="5929" y="2177"/>
                </a:lnTo>
                <a:lnTo>
                  <a:pt x="8539" y="1093"/>
                </a:lnTo>
                <a:lnTo>
                  <a:pt x="11180" y="0"/>
                </a:lnTo>
                <a:close/>
              </a:path>
            </a:pathLst>
          </a:custGeom>
          <a:solidFill>
            <a:srgbClr val="CBE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2" name="contour_16730"/>
          <p:cNvSpPr/>
          <p:nvPr/>
        </p:nvSpPr>
        <p:spPr>
          <a:xfrm>
            <a:off x="870970" y="1982334"/>
            <a:ext cx="285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53" y="0"/>
                </a:moveTo>
                <a:lnTo>
                  <a:pt x="8577" y="1346"/>
                </a:lnTo>
                <a:lnTo>
                  <a:pt x="11181" y="2365"/>
                </a:lnTo>
                <a:lnTo>
                  <a:pt x="13326" y="3262"/>
                </a:lnTo>
                <a:lnTo>
                  <a:pt x="15472" y="4234"/>
                </a:lnTo>
                <a:lnTo>
                  <a:pt x="18075" y="5479"/>
                </a:lnTo>
                <a:lnTo>
                  <a:pt x="21600" y="7200"/>
                </a:lnTo>
                <a:lnTo>
                  <a:pt x="21600" y="9580"/>
                </a:lnTo>
                <a:lnTo>
                  <a:pt x="21600" y="11974"/>
                </a:lnTo>
                <a:lnTo>
                  <a:pt x="21600" y="14400"/>
                </a:lnTo>
                <a:lnTo>
                  <a:pt x="17954" y="14400"/>
                </a:lnTo>
                <a:lnTo>
                  <a:pt x="14286" y="14400"/>
                </a:lnTo>
                <a:lnTo>
                  <a:pt x="10568" y="14400"/>
                </a:lnTo>
                <a:lnTo>
                  <a:pt x="8544" y="16538"/>
                </a:lnTo>
                <a:lnTo>
                  <a:pt x="7292" y="18000"/>
                </a:lnTo>
                <a:lnTo>
                  <a:pt x="6305" y="19462"/>
                </a:lnTo>
                <a:lnTo>
                  <a:pt x="5053" y="21600"/>
                </a:lnTo>
                <a:lnTo>
                  <a:pt x="3039" y="17201"/>
                </a:lnTo>
                <a:lnTo>
                  <a:pt x="1566" y="13828"/>
                </a:lnTo>
                <a:lnTo>
                  <a:pt x="590" y="11257"/>
                </a:lnTo>
                <a:lnTo>
                  <a:pt x="83" y="9270"/>
                </a:lnTo>
                <a:lnTo>
                  <a:pt x="0" y="7639"/>
                </a:lnTo>
                <a:lnTo>
                  <a:pt x="309" y="6149"/>
                </a:lnTo>
                <a:lnTo>
                  <a:pt x="971" y="4576"/>
                </a:lnTo>
                <a:lnTo>
                  <a:pt x="1953" y="2700"/>
                </a:lnTo>
                <a:lnTo>
                  <a:pt x="3492" y="1361"/>
                </a:lnTo>
                <a:lnTo>
                  <a:pt x="5053" y="0"/>
                </a:lnTo>
                <a:close/>
              </a:path>
            </a:pathLst>
          </a:custGeom>
          <a:solidFill>
            <a:srgbClr val="7C7B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3" name="contour_16731"/>
          <p:cNvSpPr/>
          <p:nvPr/>
        </p:nvSpPr>
        <p:spPr>
          <a:xfrm>
            <a:off x="6882951" y="1975046"/>
            <a:ext cx="36440" cy="3036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467"/>
                </a:lnTo>
                <a:lnTo>
                  <a:pt x="9210" y="2934"/>
                </a:lnTo>
                <a:lnTo>
                  <a:pt x="11664" y="4406"/>
                </a:lnTo>
                <a:lnTo>
                  <a:pt x="14126" y="5883"/>
                </a:lnTo>
                <a:lnTo>
                  <a:pt x="16602" y="7371"/>
                </a:lnTo>
                <a:lnTo>
                  <a:pt x="19090" y="8864"/>
                </a:lnTo>
                <a:lnTo>
                  <a:pt x="21600" y="10367"/>
                </a:lnTo>
                <a:lnTo>
                  <a:pt x="20529" y="12933"/>
                </a:lnTo>
                <a:lnTo>
                  <a:pt x="19457" y="15514"/>
                </a:lnTo>
                <a:lnTo>
                  <a:pt x="18373" y="18106"/>
                </a:lnTo>
                <a:lnTo>
                  <a:pt x="17280" y="20734"/>
                </a:lnTo>
                <a:lnTo>
                  <a:pt x="14148" y="21434"/>
                </a:lnTo>
                <a:lnTo>
                  <a:pt x="11837" y="21600"/>
                </a:lnTo>
                <a:lnTo>
                  <a:pt x="8372" y="21382"/>
                </a:lnTo>
                <a:lnTo>
                  <a:pt x="5607" y="21170"/>
                </a:lnTo>
                <a:lnTo>
                  <a:pt x="2821" y="20952"/>
                </a:lnTo>
                <a:lnTo>
                  <a:pt x="0" y="20734"/>
                </a:lnTo>
                <a:lnTo>
                  <a:pt x="713" y="17313"/>
                </a:lnTo>
                <a:lnTo>
                  <a:pt x="1426" y="13887"/>
                </a:lnTo>
                <a:lnTo>
                  <a:pt x="2143" y="10445"/>
                </a:lnTo>
                <a:lnTo>
                  <a:pt x="2864" y="6987"/>
                </a:lnTo>
                <a:lnTo>
                  <a:pt x="3590" y="3509"/>
                </a:lnTo>
                <a:lnTo>
                  <a:pt x="4320" y="0"/>
                </a:lnTo>
                <a:close/>
              </a:path>
            </a:pathLst>
          </a:custGeom>
          <a:solidFill>
            <a:srgbClr val="DCE5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4" name="contour_16732"/>
          <p:cNvSpPr/>
          <p:nvPr/>
        </p:nvSpPr>
        <p:spPr>
          <a:xfrm>
            <a:off x="4886041" y="1989622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89" y="4277"/>
                </a:lnTo>
                <a:lnTo>
                  <a:pt x="20375" y="8568"/>
                </a:lnTo>
                <a:lnTo>
                  <a:pt x="19761" y="12874"/>
                </a:lnTo>
                <a:lnTo>
                  <a:pt x="19141" y="17215"/>
                </a:lnTo>
                <a:lnTo>
                  <a:pt x="18514" y="21600"/>
                </a:lnTo>
                <a:lnTo>
                  <a:pt x="17582" y="21240"/>
                </a:lnTo>
                <a:lnTo>
                  <a:pt x="16728" y="20902"/>
                </a:lnTo>
                <a:lnTo>
                  <a:pt x="15793" y="20542"/>
                </a:lnTo>
                <a:lnTo>
                  <a:pt x="14626" y="20088"/>
                </a:lnTo>
                <a:lnTo>
                  <a:pt x="13077" y="19483"/>
                </a:lnTo>
                <a:lnTo>
                  <a:pt x="10991" y="18677"/>
                </a:lnTo>
                <a:lnTo>
                  <a:pt x="8220" y="17597"/>
                </a:lnTo>
                <a:lnTo>
                  <a:pt x="4607" y="16193"/>
                </a:lnTo>
                <a:lnTo>
                  <a:pt x="0" y="14400"/>
                </a:lnTo>
                <a:lnTo>
                  <a:pt x="0" y="10829"/>
                </a:lnTo>
                <a:lnTo>
                  <a:pt x="0" y="7200"/>
                </a:lnTo>
                <a:lnTo>
                  <a:pt x="1892" y="5854"/>
                </a:lnTo>
                <a:lnTo>
                  <a:pt x="3283" y="4990"/>
                </a:lnTo>
                <a:lnTo>
                  <a:pt x="4866" y="4212"/>
                </a:lnTo>
                <a:lnTo>
                  <a:pt x="7329" y="3154"/>
                </a:lnTo>
                <a:lnTo>
                  <a:pt x="9374" y="2246"/>
                </a:lnTo>
                <a:lnTo>
                  <a:pt x="11451" y="1325"/>
                </a:lnTo>
                <a:lnTo>
                  <a:pt x="13441" y="677"/>
                </a:lnTo>
                <a:lnTo>
                  <a:pt x="14966" y="288"/>
                </a:lnTo>
                <a:lnTo>
                  <a:pt x="16509" y="86"/>
                </a:lnTo>
                <a:lnTo>
                  <a:pt x="18557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D9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5" name="contour_16733"/>
          <p:cNvSpPr/>
          <p:nvPr/>
        </p:nvSpPr>
        <p:spPr>
          <a:xfrm>
            <a:off x="2174908" y="1975046"/>
            <a:ext cx="3840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197" y="0"/>
                </a:moveTo>
                <a:lnTo>
                  <a:pt x="11247" y="683"/>
                </a:lnTo>
                <a:lnTo>
                  <a:pt x="13411" y="1248"/>
                </a:lnTo>
                <a:lnTo>
                  <a:pt x="15280" y="1905"/>
                </a:lnTo>
                <a:lnTo>
                  <a:pt x="17444" y="2860"/>
                </a:lnTo>
                <a:lnTo>
                  <a:pt x="20493" y="4320"/>
                </a:lnTo>
                <a:lnTo>
                  <a:pt x="21231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231" y="14066"/>
                </a:lnTo>
                <a:lnTo>
                  <a:pt x="20493" y="17280"/>
                </a:lnTo>
                <a:lnTo>
                  <a:pt x="17444" y="18740"/>
                </a:lnTo>
                <a:lnTo>
                  <a:pt x="15280" y="19695"/>
                </a:lnTo>
                <a:lnTo>
                  <a:pt x="13411" y="20352"/>
                </a:lnTo>
                <a:lnTo>
                  <a:pt x="11247" y="20917"/>
                </a:lnTo>
                <a:lnTo>
                  <a:pt x="8197" y="21600"/>
                </a:lnTo>
                <a:lnTo>
                  <a:pt x="8197" y="18744"/>
                </a:lnTo>
                <a:lnTo>
                  <a:pt x="8197" y="15872"/>
                </a:lnTo>
                <a:lnTo>
                  <a:pt x="8197" y="12960"/>
                </a:lnTo>
                <a:lnTo>
                  <a:pt x="5763" y="11375"/>
                </a:lnTo>
                <a:lnTo>
                  <a:pt x="4099" y="10394"/>
                </a:lnTo>
                <a:lnTo>
                  <a:pt x="2435" y="9621"/>
                </a:lnTo>
                <a:lnTo>
                  <a:pt x="0" y="8640"/>
                </a:lnTo>
                <a:lnTo>
                  <a:pt x="2709" y="8640"/>
                </a:lnTo>
                <a:lnTo>
                  <a:pt x="5435" y="8640"/>
                </a:lnTo>
                <a:lnTo>
                  <a:pt x="8197" y="8640"/>
                </a:lnTo>
                <a:lnTo>
                  <a:pt x="8197" y="5784"/>
                </a:lnTo>
                <a:lnTo>
                  <a:pt x="8197" y="2912"/>
                </a:lnTo>
                <a:lnTo>
                  <a:pt x="8197" y="0"/>
                </a:lnTo>
                <a:close/>
              </a:path>
            </a:pathLst>
          </a:custGeom>
          <a:solidFill>
            <a:srgbClr val="42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6" name="contour_16734"/>
          <p:cNvSpPr/>
          <p:nvPr/>
        </p:nvSpPr>
        <p:spPr>
          <a:xfrm>
            <a:off x="1395093" y="197504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594" y="2851"/>
                </a:lnTo>
                <a:lnTo>
                  <a:pt x="19188" y="5707"/>
                </a:lnTo>
                <a:lnTo>
                  <a:pt x="19786" y="8575"/>
                </a:lnTo>
                <a:lnTo>
                  <a:pt x="20387" y="11457"/>
                </a:lnTo>
                <a:lnTo>
                  <a:pt x="20992" y="14355"/>
                </a:lnTo>
                <a:lnTo>
                  <a:pt x="21600" y="17280"/>
                </a:lnTo>
                <a:lnTo>
                  <a:pt x="19246" y="18611"/>
                </a:lnTo>
                <a:lnTo>
                  <a:pt x="17507" y="19500"/>
                </a:lnTo>
                <a:lnTo>
                  <a:pt x="15865" y="20157"/>
                </a:lnTo>
                <a:lnTo>
                  <a:pt x="13802" y="20788"/>
                </a:lnTo>
                <a:lnTo>
                  <a:pt x="10800" y="21600"/>
                </a:lnTo>
                <a:lnTo>
                  <a:pt x="8219" y="19872"/>
                </a:lnTo>
                <a:lnTo>
                  <a:pt x="6350" y="18580"/>
                </a:lnTo>
                <a:lnTo>
                  <a:pt x="4892" y="17479"/>
                </a:lnTo>
                <a:lnTo>
                  <a:pt x="3550" y="16338"/>
                </a:lnTo>
                <a:lnTo>
                  <a:pt x="2020" y="14913"/>
                </a:lnTo>
                <a:lnTo>
                  <a:pt x="0" y="12960"/>
                </a:lnTo>
                <a:lnTo>
                  <a:pt x="1026" y="13081"/>
                </a:lnTo>
                <a:lnTo>
                  <a:pt x="2837" y="13288"/>
                </a:lnTo>
                <a:lnTo>
                  <a:pt x="6977" y="13772"/>
                </a:lnTo>
                <a:lnTo>
                  <a:pt x="9904" y="13772"/>
                </a:lnTo>
                <a:lnTo>
                  <a:pt x="11830" y="13565"/>
                </a:lnTo>
                <a:lnTo>
                  <a:pt x="14400" y="12960"/>
                </a:lnTo>
                <a:lnTo>
                  <a:pt x="15725" y="9746"/>
                </a:lnTo>
                <a:lnTo>
                  <a:pt x="16574" y="7465"/>
                </a:lnTo>
                <a:lnTo>
                  <a:pt x="17122" y="5495"/>
                </a:lnTo>
                <a:lnTo>
                  <a:pt x="17539" y="3214"/>
                </a:lnTo>
                <a:lnTo>
                  <a:pt x="18000" y="0"/>
                </a:lnTo>
                <a:close/>
              </a:path>
            </a:pathLst>
          </a:custGeom>
          <a:solidFill>
            <a:srgbClr val="1E1E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7" name="contour_16735"/>
          <p:cNvSpPr/>
          <p:nvPr/>
        </p:nvSpPr>
        <p:spPr>
          <a:xfrm>
            <a:off x="9958483" y="1972750"/>
            <a:ext cx="43728" cy="241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2052"/>
                </a:moveTo>
                <a:lnTo>
                  <a:pt x="6030" y="880"/>
                </a:lnTo>
                <a:lnTo>
                  <a:pt x="8417" y="202"/>
                </a:lnTo>
                <a:lnTo>
                  <a:pt x="10789" y="0"/>
                </a:lnTo>
                <a:lnTo>
                  <a:pt x="13162" y="254"/>
                </a:lnTo>
                <a:lnTo>
                  <a:pt x="15556" y="945"/>
                </a:lnTo>
                <a:lnTo>
                  <a:pt x="18000" y="2052"/>
                </a:lnTo>
                <a:lnTo>
                  <a:pt x="19325" y="6900"/>
                </a:lnTo>
                <a:lnTo>
                  <a:pt x="20174" y="10341"/>
                </a:lnTo>
                <a:lnTo>
                  <a:pt x="20722" y="13312"/>
                </a:lnTo>
                <a:lnTo>
                  <a:pt x="21139" y="16752"/>
                </a:lnTo>
                <a:lnTo>
                  <a:pt x="21600" y="21600"/>
                </a:lnTo>
                <a:lnTo>
                  <a:pt x="20513" y="21274"/>
                </a:lnTo>
                <a:lnTo>
                  <a:pt x="19516" y="20968"/>
                </a:lnTo>
                <a:lnTo>
                  <a:pt x="18425" y="20642"/>
                </a:lnTo>
                <a:lnTo>
                  <a:pt x="17064" y="20232"/>
                </a:lnTo>
                <a:lnTo>
                  <a:pt x="15257" y="19684"/>
                </a:lnTo>
                <a:lnTo>
                  <a:pt x="12823" y="18955"/>
                </a:lnTo>
                <a:lnTo>
                  <a:pt x="9590" y="17977"/>
                </a:lnTo>
                <a:lnTo>
                  <a:pt x="5375" y="16707"/>
                </a:lnTo>
                <a:lnTo>
                  <a:pt x="0" y="15084"/>
                </a:lnTo>
                <a:lnTo>
                  <a:pt x="893" y="11859"/>
                </a:lnTo>
                <a:lnTo>
                  <a:pt x="1786" y="8614"/>
                </a:lnTo>
                <a:lnTo>
                  <a:pt x="2689" y="5356"/>
                </a:lnTo>
                <a:lnTo>
                  <a:pt x="3600" y="2052"/>
                </a:lnTo>
                <a:close/>
              </a:path>
            </a:pathLst>
          </a:custGeom>
          <a:solidFill>
            <a:srgbClr val="D4BD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8" name="contour_16736"/>
          <p:cNvSpPr/>
          <p:nvPr/>
        </p:nvSpPr>
        <p:spPr>
          <a:xfrm>
            <a:off x="7050574" y="197504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5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F3C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39" name="contour_16737"/>
          <p:cNvSpPr/>
          <p:nvPr/>
        </p:nvSpPr>
        <p:spPr>
          <a:xfrm>
            <a:off x="826630" y="1967758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40"/>
                </a:lnTo>
                <a:lnTo>
                  <a:pt x="2084" y="660"/>
                </a:lnTo>
                <a:lnTo>
                  <a:pt x="3175" y="1001"/>
                </a:lnTo>
                <a:lnTo>
                  <a:pt x="4536" y="1430"/>
                </a:lnTo>
                <a:lnTo>
                  <a:pt x="6343" y="2001"/>
                </a:lnTo>
                <a:lnTo>
                  <a:pt x="8777" y="2764"/>
                </a:lnTo>
                <a:lnTo>
                  <a:pt x="12010" y="3785"/>
                </a:lnTo>
                <a:lnTo>
                  <a:pt x="16225" y="5112"/>
                </a:lnTo>
                <a:lnTo>
                  <a:pt x="21600" y="6807"/>
                </a:lnTo>
                <a:lnTo>
                  <a:pt x="21600" y="11307"/>
                </a:lnTo>
                <a:lnTo>
                  <a:pt x="21600" y="15834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A4A5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0" name="contour_16738"/>
          <p:cNvSpPr/>
          <p:nvPr/>
        </p:nvSpPr>
        <p:spPr>
          <a:xfrm>
            <a:off x="7107567" y="1953182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4" y="1156"/>
                </a:lnTo>
                <a:lnTo>
                  <a:pt x="6113" y="2327"/>
                </a:lnTo>
                <a:lnTo>
                  <a:pt x="8692" y="3521"/>
                </a:lnTo>
                <a:lnTo>
                  <a:pt x="11265" y="4725"/>
                </a:lnTo>
                <a:lnTo>
                  <a:pt x="14149" y="6043"/>
                </a:lnTo>
                <a:lnTo>
                  <a:pt x="17078" y="7382"/>
                </a:lnTo>
                <a:lnTo>
                  <a:pt x="19321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D0D3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1" name="contour_16739"/>
          <p:cNvSpPr/>
          <p:nvPr/>
        </p:nvSpPr>
        <p:spPr>
          <a:xfrm>
            <a:off x="2516409" y="1953182"/>
            <a:ext cx="2289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6" y="0"/>
                </a:moveTo>
                <a:lnTo>
                  <a:pt x="5060" y="0"/>
                </a:lnTo>
                <a:lnTo>
                  <a:pt x="9157" y="0"/>
                </a:lnTo>
                <a:lnTo>
                  <a:pt x="13268" y="0"/>
                </a:lnTo>
                <a:lnTo>
                  <a:pt x="17413" y="0"/>
                </a:lnTo>
                <a:lnTo>
                  <a:pt x="21600" y="0"/>
                </a:lnTo>
                <a:lnTo>
                  <a:pt x="20748" y="2674"/>
                </a:lnTo>
                <a:lnTo>
                  <a:pt x="19895" y="5348"/>
                </a:lnTo>
                <a:lnTo>
                  <a:pt x="19043" y="8031"/>
                </a:lnTo>
                <a:lnTo>
                  <a:pt x="18190" y="10718"/>
                </a:lnTo>
                <a:lnTo>
                  <a:pt x="17331" y="13418"/>
                </a:lnTo>
                <a:lnTo>
                  <a:pt x="16465" y="16131"/>
                </a:lnTo>
                <a:lnTo>
                  <a:pt x="15598" y="18857"/>
                </a:lnTo>
                <a:lnTo>
                  <a:pt x="14725" y="21600"/>
                </a:lnTo>
                <a:lnTo>
                  <a:pt x="11322" y="20529"/>
                </a:lnTo>
                <a:lnTo>
                  <a:pt x="7899" y="19457"/>
                </a:lnTo>
                <a:lnTo>
                  <a:pt x="4462" y="18373"/>
                </a:lnTo>
                <a:lnTo>
                  <a:pt x="976" y="17280"/>
                </a:lnTo>
                <a:lnTo>
                  <a:pt x="275" y="14368"/>
                </a:lnTo>
                <a:lnTo>
                  <a:pt x="0" y="11521"/>
                </a:lnTo>
                <a:lnTo>
                  <a:pt x="34" y="8700"/>
                </a:lnTo>
                <a:lnTo>
                  <a:pt x="275" y="5867"/>
                </a:lnTo>
                <a:lnTo>
                  <a:pt x="626" y="2981"/>
                </a:lnTo>
                <a:lnTo>
                  <a:pt x="976" y="0"/>
                </a:lnTo>
                <a:close/>
              </a:path>
            </a:pathLst>
          </a:custGeom>
          <a:solidFill>
            <a:srgbClr val="F9F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2" name="contour_16740"/>
          <p:cNvSpPr/>
          <p:nvPr/>
        </p:nvSpPr>
        <p:spPr>
          <a:xfrm>
            <a:off x="1067133" y="1945894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19" y="2038"/>
                </a:lnTo>
                <a:lnTo>
                  <a:pt x="16438" y="4075"/>
                </a:lnTo>
                <a:lnTo>
                  <a:pt x="17460" y="6120"/>
                </a:lnTo>
                <a:lnTo>
                  <a:pt x="18486" y="8172"/>
                </a:lnTo>
                <a:lnTo>
                  <a:pt x="19519" y="10235"/>
                </a:lnTo>
                <a:lnTo>
                  <a:pt x="20556" y="12308"/>
                </a:lnTo>
                <a:lnTo>
                  <a:pt x="21600" y="14400"/>
                </a:lnTo>
                <a:lnTo>
                  <a:pt x="19224" y="15192"/>
                </a:lnTo>
                <a:lnTo>
                  <a:pt x="16844" y="15984"/>
                </a:lnTo>
                <a:lnTo>
                  <a:pt x="14465" y="16780"/>
                </a:lnTo>
                <a:lnTo>
                  <a:pt x="12078" y="17575"/>
                </a:lnTo>
                <a:lnTo>
                  <a:pt x="9684" y="18371"/>
                </a:lnTo>
                <a:lnTo>
                  <a:pt x="7279" y="19174"/>
                </a:lnTo>
                <a:lnTo>
                  <a:pt x="4867" y="19976"/>
                </a:lnTo>
                <a:lnTo>
                  <a:pt x="2441" y="20786"/>
                </a:lnTo>
                <a:lnTo>
                  <a:pt x="0" y="21600"/>
                </a:lnTo>
                <a:lnTo>
                  <a:pt x="1296" y="19656"/>
                </a:lnTo>
                <a:lnTo>
                  <a:pt x="2592" y="17712"/>
                </a:lnTo>
                <a:lnTo>
                  <a:pt x="3892" y="15764"/>
                </a:lnTo>
                <a:lnTo>
                  <a:pt x="5191" y="13813"/>
                </a:lnTo>
                <a:lnTo>
                  <a:pt x="6494" y="11858"/>
                </a:lnTo>
                <a:lnTo>
                  <a:pt x="7798" y="9900"/>
                </a:lnTo>
                <a:lnTo>
                  <a:pt x="9108" y="7938"/>
                </a:lnTo>
                <a:lnTo>
                  <a:pt x="10422" y="5965"/>
                </a:lnTo>
                <a:lnTo>
                  <a:pt x="11743" y="3985"/>
                </a:lnTo>
                <a:lnTo>
                  <a:pt x="13068" y="1998"/>
                </a:lnTo>
                <a:lnTo>
                  <a:pt x="14400" y="0"/>
                </a:lnTo>
                <a:close/>
              </a:path>
            </a:pathLst>
          </a:custGeom>
          <a:solidFill>
            <a:srgbClr val="07070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3" name="contour_16741"/>
          <p:cNvSpPr/>
          <p:nvPr/>
        </p:nvSpPr>
        <p:spPr>
          <a:xfrm>
            <a:off x="4864177" y="194589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1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4" name="contour_16742"/>
          <p:cNvSpPr/>
          <p:nvPr/>
        </p:nvSpPr>
        <p:spPr>
          <a:xfrm>
            <a:off x="7721070" y="191674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7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5" name="contour_16743"/>
          <p:cNvSpPr/>
          <p:nvPr/>
        </p:nvSpPr>
        <p:spPr>
          <a:xfrm>
            <a:off x="5359760" y="190945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64" y="2195"/>
                </a:lnTo>
                <a:lnTo>
                  <a:pt x="10838" y="3819"/>
                </a:lnTo>
                <a:lnTo>
                  <a:pt x="14099" y="5020"/>
                </a:lnTo>
                <a:lnTo>
                  <a:pt x="16427" y="5953"/>
                </a:lnTo>
                <a:lnTo>
                  <a:pt x="18203" y="6765"/>
                </a:lnTo>
                <a:lnTo>
                  <a:pt x="19802" y="761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8112" y="18433"/>
                </a:lnTo>
                <a:lnTo>
                  <a:pt x="14602" y="19315"/>
                </a:lnTo>
                <a:lnTo>
                  <a:pt x="11048" y="19997"/>
                </a:lnTo>
                <a:lnTo>
                  <a:pt x="7436" y="20559"/>
                </a:lnTo>
                <a:lnTo>
                  <a:pt x="3758" y="21069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5ED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6" name="contour_16744"/>
          <p:cNvSpPr/>
          <p:nvPr/>
        </p:nvSpPr>
        <p:spPr>
          <a:xfrm>
            <a:off x="2058300" y="190945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850" y="14394"/>
                </a:lnTo>
                <a:lnTo>
                  <a:pt x="1750" y="11513"/>
                </a:lnTo>
                <a:lnTo>
                  <a:pt x="2700" y="8640"/>
                </a:lnTo>
                <a:lnTo>
                  <a:pt x="3456" y="6229"/>
                </a:lnTo>
                <a:lnTo>
                  <a:pt x="4219" y="3780"/>
                </a:lnTo>
                <a:lnTo>
                  <a:pt x="5695" y="1905"/>
                </a:lnTo>
                <a:lnTo>
                  <a:pt x="7200" y="0"/>
                </a:lnTo>
                <a:close/>
              </a:path>
            </a:pathLst>
          </a:custGeom>
          <a:solidFill>
            <a:srgbClr val="A7A8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7" name="contour_16745"/>
          <p:cNvSpPr/>
          <p:nvPr/>
        </p:nvSpPr>
        <p:spPr>
          <a:xfrm>
            <a:off x="4011482" y="189487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750" y="7206"/>
                </a:lnTo>
                <a:lnTo>
                  <a:pt x="19850" y="10087"/>
                </a:lnTo>
                <a:lnTo>
                  <a:pt x="18900" y="12960"/>
                </a:lnTo>
                <a:lnTo>
                  <a:pt x="18144" y="15371"/>
                </a:lnTo>
                <a:lnTo>
                  <a:pt x="17381" y="17820"/>
                </a:lnTo>
                <a:lnTo>
                  <a:pt x="15898" y="19695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8F3D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8" name="contour_16746"/>
          <p:cNvSpPr/>
          <p:nvPr/>
        </p:nvSpPr>
        <p:spPr>
          <a:xfrm>
            <a:off x="2444564" y="190216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889" y="20444"/>
                </a:lnTo>
                <a:lnTo>
                  <a:pt x="16184" y="19273"/>
                </a:lnTo>
                <a:lnTo>
                  <a:pt x="13489" y="18079"/>
                </a:lnTo>
                <a:lnTo>
                  <a:pt x="10800" y="16875"/>
                </a:lnTo>
                <a:lnTo>
                  <a:pt x="9288" y="16216"/>
                </a:lnTo>
                <a:lnTo>
                  <a:pt x="4725" y="14218"/>
                </a:lnTo>
                <a:lnTo>
                  <a:pt x="355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1111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49" name="contour_16747"/>
          <p:cNvSpPr/>
          <p:nvPr/>
        </p:nvSpPr>
        <p:spPr>
          <a:xfrm>
            <a:off x="2291516" y="1908470"/>
            <a:ext cx="43728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930"/>
                </a:moveTo>
                <a:lnTo>
                  <a:pt x="6386" y="310"/>
                </a:lnTo>
                <a:lnTo>
                  <a:pt x="8341" y="0"/>
                </a:lnTo>
                <a:lnTo>
                  <a:pt x="9983" y="0"/>
                </a:lnTo>
                <a:lnTo>
                  <a:pt x="11830" y="310"/>
                </a:lnTo>
                <a:lnTo>
                  <a:pt x="14400" y="930"/>
                </a:lnTo>
                <a:lnTo>
                  <a:pt x="14400" y="5484"/>
                </a:lnTo>
                <a:lnTo>
                  <a:pt x="14400" y="10066"/>
                </a:lnTo>
                <a:lnTo>
                  <a:pt x="14400" y="14710"/>
                </a:lnTo>
                <a:lnTo>
                  <a:pt x="16182" y="16419"/>
                </a:lnTo>
                <a:lnTo>
                  <a:pt x="17975" y="18127"/>
                </a:lnTo>
                <a:lnTo>
                  <a:pt x="19775" y="1985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69" y="16474"/>
                </a:lnTo>
                <a:lnTo>
                  <a:pt x="1040" y="12836"/>
                </a:lnTo>
                <a:lnTo>
                  <a:pt x="1588" y="9694"/>
                </a:lnTo>
                <a:lnTo>
                  <a:pt x="2383" y="6056"/>
                </a:lnTo>
                <a:lnTo>
                  <a:pt x="3600" y="930"/>
                </a:lnTo>
                <a:close/>
              </a:path>
            </a:pathLst>
          </a:custGeom>
          <a:solidFill>
            <a:srgbClr val="5352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0" name="contour_16748"/>
          <p:cNvSpPr/>
          <p:nvPr/>
        </p:nvSpPr>
        <p:spPr>
          <a:xfrm>
            <a:off x="1497125" y="1916742"/>
            <a:ext cx="51016" cy="21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6"/>
                </a:lnTo>
                <a:lnTo>
                  <a:pt x="4280" y="1432"/>
                </a:lnTo>
                <a:lnTo>
                  <a:pt x="6421" y="2148"/>
                </a:lnTo>
                <a:lnTo>
                  <a:pt x="8566" y="2872"/>
                </a:lnTo>
                <a:lnTo>
                  <a:pt x="10720" y="3588"/>
                </a:lnTo>
                <a:lnTo>
                  <a:pt x="12877" y="4311"/>
                </a:lnTo>
                <a:lnTo>
                  <a:pt x="15043" y="5035"/>
                </a:lnTo>
                <a:lnTo>
                  <a:pt x="17218" y="5765"/>
                </a:lnTo>
                <a:lnTo>
                  <a:pt x="19403" y="6496"/>
                </a:lnTo>
                <a:lnTo>
                  <a:pt x="21600" y="7234"/>
                </a:lnTo>
                <a:lnTo>
                  <a:pt x="18881" y="12623"/>
                </a:lnTo>
                <a:lnTo>
                  <a:pt x="16836" y="16471"/>
                </a:lnTo>
                <a:lnTo>
                  <a:pt x="15243" y="19046"/>
                </a:lnTo>
                <a:lnTo>
                  <a:pt x="13883" y="20595"/>
                </a:lnTo>
                <a:lnTo>
                  <a:pt x="12531" y="21361"/>
                </a:lnTo>
                <a:lnTo>
                  <a:pt x="10970" y="21600"/>
                </a:lnTo>
                <a:lnTo>
                  <a:pt x="8979" y="21557"/>
                </a:lnTo>
                <a:lnTo>
                  <a:pt x="7282" y="20703"/>
                </a:lnTo>
                <a:lnTo>
                  <a:pt x="5965" y="19907"/>
                </a:lnTo>
                <a:lnTo>
                  <a:pt x="4601" y="18829"/>
                </a:lnTo>
                <a:lnTo>
                  <a:pt x="2756" y="17130"/>
                </a:lnTo>
                <a:lnTo>
                  <a:pt x="0" y="14468"/>
                </a:lnTo>
                <a:lnTo>
                  <a:pt x="0" y="9686"/>
                </a:lnTo>
                <a:lnTo>
                  <a:pt x="0" y="4876"/>
                </a:lnTo>
                <a:lnTo>
                  <a:pt x="0" y="0"/>
                </a:lnTo>
                <a:close/>
              </a:path>
            </a:pathLst>
          </a:custGeom>
          <a:solidFill>
            <a:srgbClr val="9393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1" name="contour_16749"/>
          <p:cNvSpPr/>
          <p:nvPr/>
        </p:nvSpPr>
        <p:spPr>
          <a:xfrm>
            <a:off x="834166" y="1865726"/>
            <a:ext cx="2161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35" y="0"/>
                </a:moveTo>
                <a:lnTo>
                  <a:pt x="10239" y="1342"/>
                </a:lnTo>
                <a:lnTo>
                  <a:pt x="13058" y="2584"/>
                </a:lnTo>
                <a:lnTo>
                  <a:pt x="15541" y="3802"/>
                </a:lnTo>
                <a:lnTo>
                  <a:pt x="17755" y="5076"/>
                </a:lnTo>
                <a:lnTo>
                  <a:pt x="19758" y="6483"/>
                </a:lnTo>
                <a:lnTo>
                  <a:pt x="21600" y="8100"/>
                </a:lnTo>
                <a:lnTo>
                  <a:pt x="21185" y="9839"/>
                </a:lnTo>
                <a:lnTo>
                  <a:pt x="20595" y="11551"/>
                </a:lnTo>
                <a:lnTo>
                  <a:pt x="19852" y="13243"/>
                </a:lnTo>
                <a:lnTo>
                  <a:pt x="18964" y="14920"/>
                </a:lnTo>
                <a:lnTo>
                  <a:pt x="17951" y="16589"/>
                </a:lnTo>
                <a:lnTo>
                  <a:pt x="16830" y="18255"/>
                </a:lnTo>
                <a:lnTo>
                  <a:pt x="15614" y="19923"/>
                </a:lnTo>
                <a:lnTo>
                  <a:pt x="14317" y="21600"/>
                </a:lnTo>
                <a:lnTo>
                  <a:pt x="9365" y="18735"/>
                </a:lnTo>
                <a:lnTo>
                  <a:pt x="5651" y="16516"/>
                </a:lnTo>
                <a:lnTo>
                  <a:pt x="3022" y="14783"/>
                </a:lnTo>
                <a:lnTo>
                  <a:pt x="1318" y="13370"/>
                </a:lnTo>
                <a:lnTo>
                  <a:pt x="364" y="12118"/>
                </a:lnTo>
                <a:lnTo>
                  <a:pt x="0" y="10862"/>
                </a:lnTo>
                <a:lnTo>
                  <a:pt x="73" y="9437"/>
                </a:lnTo>
                <a:lnTo>
                  <a:pt x="408" y="7679"/>
                </a:lnTo>
                <a:lnTo>
                  <a:pt x="1457" y="6199"/>
                </a:lnTo>
                <a:lnTo>
                  <a:pt x="2323" y="5060"/>
                </a:lnTo>
                <a:lnTo>
                  <a:pt x="3335" y="3893"/>
                </a:lnTo>
                <a:lnTo>
                  <a:pt x="4799" y="2330"/>
                </a:lnTo>
                <a:lnTo>
                  <a:pt x="7035" y="0"/>
                </a:lnTo>
                <a:close/>
              </a:path>
            </a:pathLst>
          </a:custGeom>
          <a:solidFill>
            <a:srgbClr val="2726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2" name="contour_16750"/>
          <p:cNvSpPr/>
          <p:nvPr/>
        </p:nvSpPr>
        <p:spPr>
          <a:xfrm>
            <a:off x="7910557" y="1880302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D1AF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3" name="contour_16751"/>
          <p:cNvSpPr/>
          <p:nvPr/>
        </p:nvSpPr>
        <p:spPr>
          <a:xfrm>
            <a:off x="10796602" y="1881993"/>
            <a:ext cx="72880" cy="274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03"/>
                </a:moveTo>
                <a:lnTo>
                  <a:pt x="21600" y="7246"/>
                </a:lnTo>
                <a:lnTo>
                  <a:pt x="21600" y="10135"/>
                </a:lnTo>
                <a:lnTo>
                  <a:pt x="20466" y="9934"/>
                </a:lnTo>
                <a:lnTo>
                  <a:pt x="19313" y="9734"/>
                </a:lnTo>
                <a:lnTo>
                  <a:pt x="17835" y="9579"/>
                </a:lnTo>
                <a:lnTo>
                  <a:pt x="16334" y="9418"/>
                </a:lnTo>
                <a:lnTo>
                  <a:pt x="15597" y="9315"/>
                </a:lnTo>
                <a:lnTo>
                  <a:pt x="13373" y="9017"/>
                </a:lnTo>
                <a:lnTo>
                  <a:pt x="12096" y="9573"/>
                </a:lnTo>
                <a:lnTo>
                  <a:pt x="10800" y="10135"/>
                </a:lnTo>
                <a:lnTo>
                  <a:pt x="9964" y="13563"/>
                </a:lnTo>
                <a:lnTo>
                  <a:pt x="9461" y="15902"/>
                </a:lnTo>
                <a:lnTo>
                  <a:pt x="9087" y="18224"/>
                </a:lnTo>
                <a:lnTo>
                  <a:pt x="8640" y="21600"/>
                </a:lnTo>
                <a:lnTo>
                  <a:pt x="8640" y="17811"/>
                </a:lnTo>
                <a:lnTo>
                  <a:pt x="8640" y="13999"/>
                </a:lnTo>
                <a:lnTo>
                  <a:pt x="8640" y="10135"/>
                </a:lnTo>
                <a:lnTo>
                  <a:pt x="7221" y="8421"/>
                </a:lnTo>
                <a:lnTo>
                  <a:pt x="6100" y="7492"/>
                </a:lnTo>
                <a:lnTo>
                  <a:pt x="4320" y="6552"/>
                </a:lnTo>
                <a:lnTo>
                  <a:pt x="3115" y="5904"/>
                </a:lnTo>
                <a:lnTo>
                  <a:pt x="1890" y="5251"/>
                </a:lnTo>
                <a:lnTo>
                  <a:pt x="950" y="4827"/>
                </a:lnTo>
                <a:lnTo>
                  <a:pt x="0" y="4403"/>
                </a:lnTo>
                <a:lnTo>
                  <a:pt x="1626" y="3032"/>
                </a:lnTo>
                <a:lnTo>
                  <a:pt x="3210" y="1938"/>
                </a:lnTo>
                <a:lnTo>
                  <a:pt x="4756" y="1101"/>
                </a:lnTo>
                <a:lnTo>
                  <a:pt x="6273" y="516"/>
                </a:lnTo>
                <a:lnTo>
                  <a:pt x="7770" y="155"/>
                </a:lnTo>
                <a:lnTo>
                  <a:pt x="9253" y="0"/>
                </a:lnTo>
                <a:lnTo>
                  <a:pt x="10733" y="46"/>
                </a:lnTo>
                <a:lnTo>
                  <a:pt x="12215" y="269"/>
                </a:lnTo>
                <a:lnTo>
                  <a:pt x="13705" y="654"/>
                </a:lnTo>
                <a:lnTo>
                  <a:pt x="15217" y="1181"/>
                </a:lnTo>
                <a:lnTo>
                  <a:pt x="16753" y="1834"/>
                </a:lnTo>
                <a:lnTo>
                  <a:pt x="18323" y="2603"/>
                </a:lnTo>
                <a:lnTo>
                  <a:pt x="19937" y="3462"/>
                </a:lnTo>
                <a:lnTo>
                  <a:pt x="21600" y="4403"/>
                </a:lnTo>
                <a:close/>
              </a:path>
            </a:pathLst>
          </a:custGeom>
          <a:solidFill>
            <a:srgbClr val="BDAF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4" name="contour_16752"/>
          <p:cNvSpPr/>
          <p:nvPr/>
        </p:nvSpPr>
        <p:spPr>
          <a:xfrm>
            <a:off x="4638249" y="1886606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5"/>
                </a:moveTo>
                <a:lnTo>
                  <a:pt x="3856" y="235"/>
                </a:lnTo>
                <a:lnTo>
                  <a:pt x="6626" y="0"/>
                </a:lnTo>
                <a:lnTo>
                  <a:pt x="9088" y="0"/>
                </a:lnTo>
                <a:lnTo>
                  <a:pt x="12020" y="235"/>
                </a:lnTo>
                <a:lnTo>
                  <a:pt x="16200" y="705"/>
                </a:lnTo>
                <a:lnTo>
                  <a:pt x="18025" y="4592"/>
                </a:lnTo>
                <a:lnTo>
                  <a:pt x="19219" y="7350"/>
                </a:lnTo>
                <a:lnTo>
                  <a:pt x="20039" y="9732"/>
                </a:lnTo>
                <a:lnTo>
                  <a:pt x="20747" y="12490"/>
                </a:lnTo>
                <a:lnTo>
                  <a:pt x="21600" y="16376"/>
                </a:lnTo>
                <a:lnTo>
                  <a:pt x="18036" y="17238"/>
                </a:lnTo>
                <a:lnTo>
                  <a:pt x="14467" y="18100"/>
                </a:lnTo>
                <a:lnTo>
                  <a:pt x="10881" y="18967"/>
                </a:lnTo>
                <a:lnTo>
                  <a:pt x="7279" y="19840"/>
                </a:lnTo>
                <a:lnTo>
                  <a:pt x="3656" y="20717"/>
                </a:lnTo>
                <a:lnTo>
                  <a:pt x="0" y="21600"/>
                </a:lnTo>
                <a:lnTo>
                  <a:pt x="0" y="18152"/>
                </a:lnTo>
                <a:lnTo>
                  <a:pt x="0" y="14699"/>
                </a:lnTo>
                <a:lnTo>
                  <a:pt x="0" y="11231"/>
                </a:lnTo>
                <a:lnTo>
                  <a:pt x="0" y="7747"/>
                </a:lnTo>
                <a:lnTo>
                  <a:pt x="0" y="4242"/>
                </a:lnTo>
                <a:lnTo>
                  <a:pt x="0" y="705"/>
                </a:lnTo>
                <a:close/>
              </a:path>
            </a:pathLst>
          </a:custGeom>
          <a:solidFill>
            <a:srgbClr val="63A9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5" name="contour_16753"/>
          <p:cNvSpPr/>
          <p:nvPr/>
        </p:nvSpPr>
        <p:spPr>
          <a:xfrm>
            <a:off x="5330608" y="186572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423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668" y="19436"/>
                </a:lnTo>
                <a:lnTo>
                  <a:pt x="3339" y="17271"/>
                </a:lnTo>
                <a:lnTo>
                  <a:pt x="5011" y="15111"/>
                </a:lnTo>
                <a:lnTo>
                  <a:pt x="6692" y="12956"/>
                </a:lnTo>
                <a:lnTo>
                  <a:pt x="8372" y="10800"/>
                </a:lnTo>
                <a:lnTo>
                  <a:pt x="9063" y="9906"/>
                </a:lnTo>
                <a:lnTo>
                  <a:pt x="10282" y="8333"/>
                </a:lnTo>
                <a:lnTo>
                  <a:pt x="13077" y="4726"/>
                </a:lnTo>
                <a:lnTo>
                  <a:pt x="14463" y="3167"/>
                </a:lnTo>
                <a:lnTo>
                  <a:pt x="15863" y="1594"/>
                </a:lnTo>
                <a:lnTo>
                  <a:pt x="17280" y="0"/>
                </a:lnTo>
                <a:close/>
              </a:path>
            </a:pathLst>
          </a:custGeom>
          <a:solidFill>
            <a:srgbClr val="612B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6" name="contour_16754"/>
          <p:cNvSpPr/>
          <p:nvPr/>
        </p:nvSpPr>
        <p:spPr>
          <a:xfrm>
            <a:off x="5111969" y="1865726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1" y="0"/>
                </a:moveTo>
                <a:lnTo>
                  <a:pt x="15476" y="940"/>
                </a:lnTo>
                <a:lnTo>
                  <a:pt x="17276" y="1814"/>
                </a:lnTo>
                <a:lnTo>
                  <a:pt x="18922" y="3132"/>
                </a:lnTo>
                <a:lnTo>
                  <a:pt x="21218" y="5400"/>
                </a:lnTo>
                <a:lnTo>
                  <a:pt x="2147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73" y="17744"/>
                </a:lnTo>
                <a:lnTo>
                  <a:pt x="21218" y="21600"/>
                </a:lnTo>
                <a:lnTo>
                  <a:pt x="18218" y="21600"/>
                </a:lnTo>
                <a:lnTo>
                  <a:pt x="15213" y="21600"/>
                </a:lnTo>
                <a:lnTo>
                  <a:pt x="12200" y="21600"/>
                </a:lnTo>
                <a:lnTo>
                  <a:pt x="9175" y="21600"/>
                </a:lnTo>
                <a:lnTo>
                  <a:pt x="6136" y="21600"/>
                </a:lnTo>
                <a:lnTo>
                  <a:pt x="3081" y="21600"/>
                </a:lnTo>
                <a:lnTo>
                  <a:pt x="0" y="21600"/>
                </a:lnTo>
                <a:lnTo>
                  <a:pt x="3386" y="15142"/>
                </a:lnTo>
                <a:lnTo>
                  <a:pt x="5877" y="10438"/>
                </a:lnTo>
                <a:lnTo>
                  <a:pt x="7698" y="7112"/>
                </a:lnTo>
                <a:lnTo>
                  <a:pt x="9073" y="4784"/>
                </a:lnTo>
                <a:lnTo>
                  <a:pt x="10219" y="3073"/>
                </a:lnTo>
                <a:lnTo>
                  <a:pt x="11364" y="1604"/>
                </a:lnTo>
                <a:lnTo>
                  <a:pt x="12731" y="0"/>
                </a:lnTo>
                <a:close/>
              </a:path>
            </a:pathLst>
          </a:custGeom>
          <a:solidFill>
            <a:srgbClr val="CCE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7" name="contour_16755"/>
          <p:cNvSpPr/>
          <p:nvPr/>
        </p:nvSpPr>
        <p:spPr>
          <a:xfrm>
            <a:off x="6897527" y="1843862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272" y="833"/>
                </a:lnTo>
                <a:lnTo>
                  <a:pt x="12074" y="1515"/>
                </a:lnTo>
                <a:lnTo>
                  <a:pt x="14261" y="2219"/>
                </a:lnTo>
                <a:lnTo>
                  <a:pt x="16276" y="3113"/>
                </a:lnTo>
                <a:lnTo>
                  <a:pt x="18571" y="4376"/>
                </a:lnTo>
                <a:lnTo>
                  <a:pt x="21600" y="6171"/>
                </a:lnTo>
                <a:lnTo>
                  <a:pt x="20866" y="8260"/>
                </a:lnTo>
                <a:lnTo>
                  <a:pt x="19942" y="10285"/>
                </a:lnTo>
                <a:lnTo>
                  <a:pt x="18841" y="12260"/>
                </a:lnTo>
                <a:lnTo>
                  <a:pt x="17561" y="14185"/>
                </a:lnTo>
                <a:lnTo>
                  <a:pt x="16108" y="16073"/>
                </a:lnTo>
                <a:lnTo>
                  <a:pt x="14494" y="17934"/>
                </a:lnTo>
                <a:lnTo>
                  <a:pt x="12722" y="19773"/>
                </a:lnTo>
                <a:lnTo>
                  <a:pt x="10800" y="21600"/>
                </a:lnTo>
                <a:lnTo>
                  <a:pt x="8122" y="21600"/>
                </a:lnTo>
                <a:lnTo>
                  <a:pt x="5400" y="21600"/>
                </a:lnTo>
                <a:lnTo>
                  <a:pt x="4779" y="19789"/>
                </a:lnTo>
                <a:lnTo>
                  <a:pt x="4163" y="17977"/>
                </a:lnTo>
                <a:lnTo>
                  <a:pt x="3559" y="16163"/>
                </a:lnTo>
                <a:lnTo>
                  <a:pt x="2959" y="14349"/>
                </a:lnTo>
                <a:lnTo>
                  <a:pt x="2365" y="12534"/>
                </a:lnTo>
                <a:lnTo>
                  <a:pt x="1798" y="10849"/>
                </a:lnTo>
                <a:lnTo>
                  <a:pt x="1231" y="9155"/>
                </a:lnTo>
                <a:lnTo>
                  <a:pt x="653" y="7437"/>
                </a:lnTo>
                <a:lnTo>
                  <a:pt x="329" y="5277"/>
                </a:lnTo>
                <a:lnTo>
                  <a:pt x="0" y="3086"/>
                </a:lnTo>
                <a:lnTo>
                  <a:pt x="2678" y="1555"/>
                </a:lnTo>
                <a:lnTo>
                  <a:pt x="5400" y="0"/>
                </a:lnTo>
                <a:close/>
              </a:path>
            </a:pathLst>
          </a:custGeom>
          <a:solidFill>
            <a:srgbClr val="4B4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8" name="contour_16756"/>
          <p:cNvSpPr/>
          <p:nvPr/>
        </p:nvSpPr>
        <p:spPr>
          <a:xfrm>
            <a:off x="5053665" y="186572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247" y="3856"/>
                </a:lnTo>
                <a:lnTo>
                  <a:pt x="20884" y="6626"/>
                </a:lnTo>
                <a:lnTo>
                  <a:pt x="20336" y="9088"/>
                </a:lnTo>
                <a:lnTo>
                  <a:pt x="19433" y="12020"/>
                </a:lnTo>
                <a:lnTo>
                  <a:pt x="18000" y="16200"/>
                </a:lnTo>
                <a:lnTo>
                  <a:pt x="15790" y="17296"/>
                </a:lnTo>
                <a:lnTo>
                  <a:pt x="13576" y="18236"/>
                </a:lnTo>
                <a:lnTo>
                  <a:pt x="11351" y="19035"/>
                </a:lnTo>
                <a:lnTo>
                  <a:pt x="9119" y="19710"/>
                </a:lnTo>
                <a:lnTo>
                  <a:pt x="6869" y="20288"/>
                </a:lnTo>
                <a:lnTo>
                  <a:pt x="4601" y="20779"/>
                </a:lnTo>
                <a:lnTo>
                  <a:pt x="2315" y="21211"/>
                </a:lnTo>
                <a:lnTo>
                  <a:pt x="0" y="21600"/>
                </a:lnTo>
                <a:lnTo>
                  <a:pt x="1678" y="18884"/>
                </a:lnTo>
                <a:lnTo>
                  <a:pt x="3359" y="16178"/>
                </a:lnTo>
                <a:lnTo>
                  <a:pt x="5051" y="13484"/>
                </a:lnTo>
                <a:lnTo>
                  <a:pt x="6750" y="10800"/>
                </a:lnTo>
                <a:lnTo>
                  <a:pt x="7308" y="9904"/>
                </a:lnTo>
                <a:lnTo>
                  <a:pt x="8294" y="8332"/>
                </a:lnTo>
                <a:lnTo>
                  <a:pt x="10548" y="4725"/>
                </a:lnTo>
                <a:lnTo>
                  <a:pt x="12485" y="2419"/>
                </a:lnTo>
                <a:lnTo>
                  <a:pt x="14029" y="1021"/>
                </a:lnTo>
                <a:lnTo>
                  <a:pt x="15710" y="302"/>
                </a:lnTo>
                <a:lnTo>
                  <a:pt x="18054" y="38"/>
                </a:lnTo>
                <a:lnTo>
                  <a:pt x="21600" y="0"/>
                </a:lnTo>
                <a:close/>
              </a:path>
            </a:pathLst>
          </a:custGeom>
          <a:solidFill>
            <a:srgbClr val="DC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59" name="contour_16757"/>
          <p:cNvSpPr/>
          <p:nvPr/>
        </p:nvSpPr>
        <p:spPr>
          <a:xfrm>
            <a:off x="10862194" y="1850793"/>
            <a:ext cx="36440" cy="22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7"/>
                </a:moveTo>
                <a:lnTo>
                  <a:pt x="21600" y="4555"/>
                </a:lnTo>
                <a:lnTo>
                  <a:pt x="21600" y="8777"/>
                </a:lnTo>
                <a:lnTo>
                  <a:pt x="21600" y="13014"/>
                </a:lnTo>
                <a:lnTo>
                  <a:pt x="21600" y="172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917"/>
                </a:lnTo>
                <a:lnTo>
                  <a:pt x="0" y="12206"/>
                </a:lnTo>
                <a:lnTo>
                  <a:pt x="0" y="7431"/>
                </a:lnTo>
                <a:lnTo>
                  <a:pt x="2527" y="4654"/>
                </a:lnTo>
                <a:lnTo>
                  <a:pt x="5063" y="2642"/>
                </a:lnTo>
                <a:lnTo>
                  <a:pt x="7629" y="1282"/>
                </a:lnTo>
                <a:lnTo>
                  <a:pt x="10243" y="468"/>
                </a:lnTo>
                <a:lnTo>
                  <a:pt x="12925" y="71"/>
                </a:lnTo>
                <a:lnTo>
                  <a:pt x="15699" y="0"/>
                </a:lnTo>
                <a:lnTo>
                  <a:pt x="18585" y="128"/>
                </a:lnTo>
                <a:lnTo>
                  <a:pt x="21600" y="347"/>
                </a:lnTo>
                <a:close/>
              </a:path>
            </a:pathLst>
          </a:custGeom>
          <a:solidFill>
            <a:srgbClr val="3F3E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0" name="contour_16758"/>
          <p:cNvSpPr/>
          <p:nvPr/>
        </p:nvSpPr>
        <p:spPr>
          <a:xfrm>
            <a:off x="9739843" y="1851150"/>
            <a:ext cx="21864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534" y="1193"/>
                </a:lnTo>
                <a:lnTo>
                  <a:pt x="13370" y="2278"/>
                </a:lnTo>
                <a:lnTo>
                  <a:pt x="15804" y="3338"/>
                </a:lnTo>
                <a:lnTo>
                  <a:pt x="17928" y="4457"/>
                </a:lnTo>
                <a:lnTo>
                  <a:pt x="19829" y="5717"/>
                </a:lnTo>
                <a:lnTo>
                  <a:pt x="21600" y="7200"/>
                </a:lnTo>
                <a:lnTo>
                  <a:pt x="21240" y="8832"/>
                </a:lnTo>
                <a:lnTo>
                  <a:pt x="20736" y="10452"/>
                </a:lnTo>
                <a:lnTo>
                  <a:pt x="20117" y="12058"/>
                </a:lnTo>
                <a:lnTo>
                  <a:pt x="19375" y="13654"/>
                </a:lnTo>
                <a:lnTo>
                  <a:pt x="18533" y="15245"/>
                </a:lnTo>
                <a:lnTo>
                  <a:pt x="17604" y="16831"/>
                </a:lnTo>
                <a:lnTo>
                  <a:pt x="16596" y="18418"/>
                </a:lnTo>
                <a:lnTo>
                  <a:pt x="15523" y="20006"/>
                </a:lnTo>
                <a:lnTo>
                  <a:pt x="14400" y="21600"/>
                </a:lnTo>
                <a:lnTo>
                  <a:pt x="10829" y="21600"/>
                </a:lnTo>
                <a:lnTo>
                  <a:pt x="7200" y="21600"/>
                </a:lnTo>
                <a:lnTo>
                  <a:pt x="6509" y="20026"/>
                </a:lnTo>
                <a:lnTo>
                  <a:pt x="5818" y="18451"/>
                </a:lnTo>
                <a:lnTo>
                  <a:pt x="5141" y="16877"/>
                </a:lnTo>
                <a:lnTo>
                  <a:pt x="4471" y="15300"/>
                </a:lnTo>
                <a:lnTo>
                  <a:pt x="3809" y="13726"/>
                </a:lnTo>
                <a:lnTo>
                  <a:pt x="3154" y="12149"/>
                </a:lnTo>
                <a:lnTo>
                  <a:pt x="2542" y="10802"/>
                </a:lnTo>
                <a:lnTo>
                  <a:pt x="1930" y="9437"/>
                </a:lnTo>
                <a:lnTo>
                  <a:pt x="1411" y="8033"/>
                </a:lnTo>
                <a:lnTo>
                  <a:pt x="972" y="6629"/>
                </a:lnTo>
                <a:lnTo>
                  <a:pt x="605" y="5220"/>
                </a:lnTo>
                <a:lnTo>
                  <a:pt x="288" y="3809"/>
                </a:lnTo>
                <a:lnTo>
                  <a:pt x="0" y="2400"/>
                </a:lnTo>
                <a:lnTo>
                  <a:pt x="3571" y="1210"/>
                </a:lnTo>
                <a:lnTo>
                  <a:pt x="7200" y="0"/>
                </a:lnTo>
                <a:close/>
              </a:path>
            </a:pathLst>
          </a:custGeom>
          <a:solidFill>
            <a:srgbClr val="D0DC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1" name="contour_16759"/>
          <p:cNvSpPr/>
          <p:nvPr/>
        </p:nvSpPr>
        <p:spPr>
          <a:xfrm>
            <a:off x="2335244" y="184386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00" y="1616"/>
                </a:lnTo>
                <a:lnTo>
                  <a:pt x="13440" y="2838"/>
                </a:lnTo>
                <a:lnTo>
                  <a:pt x="15120" y="3914"/>
                </a:lnTo>
                <a:lnTo>
                  <a:pt x="16800" y="5080"/>
                </a:lnTo>
                <a:lnTo>
                  <a:pt x="18840" y="6575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8960" y="18183"/>
                </a:lnTo>
                <a:lnTo>
                  <a:pt x="16308" y="18922"/>
                </a:lnTo>
                <a:lnTo>
                  <a:pt x="13647" y="19522"/>
                </a:lnTo>
                <a:lnTo>
                  <a:pt x="10964" y="20019"/>
                </a:lnTo>
                <a:lnTo>
                  <a:pt x="8260" y="20442"/>
                </a:lnTo>
                <a:lnTo>
                  <a:pt x="5534" y="20827"/>
                </a:lnTo>
                <a:lnTo>
                  <a:pt x="2782" y="21203"/>
                </a:lnTo>
                <a:lnTo>
                  <a:pt x="0" y="21600"/>
                </a:lnTo>
                <a:lnTo>
                  <a:pt x="1071" y="18926"/>
                </a:lnTo>
                <a:lnTo>
                  <a:pt x="2138" y="16252"/>
                </a:lnTo>
                <a:lnTo>
                  <a:pt x="3214" y="13569"/>
                </a:lnTo>
                <a:lnTo>
                  <a:pt x="4290" y="10882"/>
                </a:lnTo>
                <a:lnTo>
                  <a:pt x="5365" y="8182"/>
                </a:lnTo>
                <a:lnTo>
                  <a:pt x="6450" y="5469"/>
                </a:lnTo>
                <a:lnTo>
                  <a:pt x="7543" y="2743"/>
                </a:lnTo>
                <a:lnTo>
                  <a:pt x="8640" y="0"/>
                </a:lnTo>
                <a:close/>
              </a:path>
            </a:pathLst>
          </a:custGeom>
          <a:solidFill>
            <a:srgbClr val="3C39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2" name="contour_16760"/>
          <p:cNvSpPr/>
          <p:nvPr/>
        </p:nvSpPr>
        <p:spPr>
          <a:xfrm>
            <a:off x="1948980" y="183657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94"/>
                </a:lnTo>
                <a:lnTo>
                  <a:pt x="7133" y="1188"/>
                </a:lnTo>
                <a:lnTo>
                  <a:pt x="10719" y="1786"/>
                </a:lnTo>
                <a:lnTo>
                  <a:pt x="14321" y="2387"/>
                </a:lnTo>
                <a:lnTo>
                  <a:pt x="17944" y="2992"/>
                </a:lnTo>
                <a:lnTo>
                  <a:pt x="21600" y="3600"/>
                </a:lnTo>
                <a:lnTo>
                  <a:pt x="20255" y="8208"/>
                </a:lnTo>
                <a:lnTo>
                  <a:pt x="19289" y="11398"/>
                </a:lnTo>
                <a:lnTo>
                  <a:pt x="18549" y="13572"/>
                </a:lnTo>
                <a:lnTo>
                  <a:pt x="17890" y="15131"/>
                </a:lnTo>
                <a:lnTo>
                  <a:pt x="17156" y="16474"/>
                </a:lnTo>
                <a:lnTo>
                  <a:pt x="16200" y="18000"/>
                </a:lnTo>
                <a:lnTo>
                  <a:pt x="15028" y="18389"/>
                </a:lnTo>
                <a:lnTo>
                  <a:pt x="13511" y="18896"/>
                </a:lnTo>
                <a:lnTo>
                  <a:pt x="10643" y="19854"/>
                </a:lnTo>
                <a:lnTo>
                  <a:pt x="5400" y="21600"/>
                </a:lnTo>
                <a:lnTo>
                  <a:pt x="4806" y="19224"/>
                </a:lnTo>
                <a:lnTo>
                  <a:pt x="4212" y="16844"/>
                </a:lnTo>
                <a:lnTo>
                  <a:pt x="3618" y="14465"/>
                </a:lnTo>
                <a:lnTo>
                  <a:pt x="3019" y="12078"/>
                </a:lnTo>
                <a:lnTo>
                  <a:pt x="2419" y="9684"/>
                </a:lnTo>
                <a:lnTo>
                  <a:pt x="1820" y="7279"/>
                </a:lnTo>
                <a:lnTo>
                  <a:pt x="1215" y="4867"/>
                </a:lnTo>
                <a:lnTo>
                  <a:pt x="61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9A9B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3" name="contour_16761"/>
          <p:cNvSpPr/>
          <p:nvPr/>
        </p:nvSpPr>
        <p:spPr>
          <a:xfrm>
            <a:off x="7269214" y="183657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433" y="3488"/>
                </a:lnTo>
                <a:lnTo>
                  <a:pt x="19315" y="6998"/>
                </a:lnTo>
                <a:lnTo>
                  <a:pt x="19997" y="10552"/>
                </a:lnTo>
                <a:lnTo>
                  <a:pt x="20559" y="14164"/>
                </a:lnTo>
                <a:lnTo>
                  <a:pt x="21069" y="17842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1840" y="11626"/>
                </a:lnTo>
                <a:lnTo>
                  <a:pt x="3201" y="8402"/>
                </a:lnTo>
                <a:lnTo>
                  <a:pt x="4320" y="6075"/>
                </a:lnTo>
                <a:lnTo>
                  <a:pt x="5439" y="4201"/>
                </a:lnTo>
                <a:lnTo>
                  <a:pt x="6800" y="2327"/>
                </a:lnTo>
                <a:lnTo>
                  <a:pt x="8640" y="0"/>
                </a:lnTo>
                <a:close/>
              </a:path>
            </a:pathLst>
          </a:custGeom>
          <a:solidFill>
            <a:srgbClr val="ED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4" name="contour_16762"/>
          <p:cNvSpPr/>
          <p:nvPr/>
        </p:nvSpPr>
        <p:spPr>
          <a:xfrm>
            <a:off x="4776721" y="1827836"/>
            <a:ext cx="43728" cy="23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0"/>
                </a:moveTo>
                <a:lnTo>
                  <a:pt x="12874" y="47"/>
                </a:lnTo>
                <a:lnTo>
                  <a:pt x="14425" y="142"/>
                </a:lnTo>
                <a:lnTo>
                  <a:pt x="16056" y="344"/>
                </a:lnTo>
                <a:lnTo>
                  <a:pt x="18277" y="722"/>
                </a:lnTo>
                <a:lnTo>
                  <a:pt x="21600" y="1344"/>
                </a:lnTo>
                <a:lnTo>
                  <a:pt x="21600" y="5354"/>
                </a:lnTo>
                <a:lnTo>
                  <a:pt x="21600" y="9379"/>
                </a:lnTo>
                <a:lnTo>
                  <a:pt x="21600" y="13416"/>
                </a:lnTo>
                <a:lnTo>
                  <a:pt x="21600" y="17488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8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83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944" y="14362"/>
                </a:lnTo>
                <a:lnTo>
                  <a:pt x="3442" y="9142"/>
                </a:lnTo>
                <a:lnTo>
                  <a:pt x="4684" y="5550"/>
                </a:lnTo>
                <a:lnTo>
                  <a:pt x="5857" y="3221"/>
                </a:lnTo>
                <a:lnTo>
                  <a:pt x="7153" y="1769"/>
                </a:lnTo>
                <a:lnTo>
                  <a:pt x="8766" y="824"/>
                </a:lnTo>
                <a:lnTo>
                  <a:pt x="10883" y="0"/>
                </a:lnTo>
                <a:close/>
              </a:path>
            </a:pathLst>
          </a:custGeom>
          <a:solidFill>
            <a:srgbClr val="8EB7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5" name="contour_16763"/>
          <p:cNvSpPr/>
          <p:nvPr/>
        </p:nvSpPr>
        <p:spPr>
          <a:xfrm>
            <a:off x="1183741" y="1821998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40"/>
                </a:lnTo>
                <a:lnTo>
                  <a:pt x="2084" y="660"/>
                </a:lnTo>
                <a:lnTo>
                  <a:pt x="3175" y="1001"/>
                </a:lnTo>
                <a:lnTo>
                  <a:pt x="4536" y="1430"/>
                </a:lnTo>
                <a:lnTo>
                  <a:pt x="6343" y="2001"/>
                </a:lnTo>
                <a:lnTo>
                  <a:pt x="8777" y="2764"/>
                </a:lnTo>
                <a:lnTo>
                  <a:pt x="12010" y="3785"/>
                </a:lnTo>
                <a:lnTo>
                  <a:pt x="16225" y="5112"/>
                </a:lnTo>
                <a:lnTo>
                  <a:pt x="21600" y="6807"/>
                </a:lnTo>
                <a:lnTo>
                  <a:pt x="21600" y="11307"/>
                </a:lnTo>
                <a:lnTo>
                  <a:pt x="21600" y="15834"/>
                </a:lnTo>
                <a:lnTo>
                  <a:pt x="21600" y="20422"/>
                </a:lnTo>
                <a:lnTo>
                  <a:pt x="18997" y="20885"/>
                </a:lnTo>
                <a:lnTo>
                  <a:pt x="16423" y="21266"/>
                </a:lnTo>
                <a:lnTo>
                  <a:pt x="13864" y="21518"/>
                </a:lnTo>
                <a:lnTo>
                  <a:pt x="11311" y="21600"/>
                </a:lnTo>
                <a:lnTo>
                  <a:pt x="8755" y="21471"/>
                </a:lnTo>
                <a:lnTo>
                  <a:pt x="6188" y="21096"/>
                </a:lnTo>
                <a:lnTo>
                  <a:pt x="3600" y="20422"/>
                </a:lnTo>
                <a:lnTo>
                  <a:pt x="2167" y="15358"/>
                </a:lnTo>
                <a:lnTo>
                  <a:pt x="1264" y="11763"/>
                </a:lnTo>
                <a:lnTo>
                  <a:pt x="716" y="8659"/>
                </a:lnTo>
                <a:lnTo>
                  <a:pt x="353" y="5065"/>
                </a:lnTo>
                <a:lnTo>
                  <a:pt x="0" y="0"/>
                </a:lnTo>
                <a:close/>
              </a:path>
            </a:pathLst>
          </a:custGeom>
          <a:solidFill>
            <a:srgbClr val="A7AB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6" name="contour_16764"/>
          <p:cNvSpPr/>
          <p:nvPr/>
        </p:nvSpPr>
        <p:spPr>
          <a:xfrm>
            <a:off x="2415412" y="179284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4" y="3283"/>
                </a:lnTo>
                <a:lnTo>
                  <a:pt x="17042" y="5850"/>
                </a:lnTo>
                <a:lnTo>
                  <a:pt x="18965" y="7909"/>
                </a:lnTo>
                <a:lnTo>
                  <a:pt x="20250" y="9677"/>
                </a:lnTo>
                <a:lnTo>
                  <a:pt x="21033" y="11354"/>
                </a:lnTo>
                <a:lnTo>
                  <a:pt x="21433" y="13162"/>
                </a:lnTo>
                <a:lnTo>
                  <a:pt x="21578" y="15307"/>
                </a:lnTo>
                <a:lnTo>
                  <a:pt x="21600" y="18000"/>
                </a:lnTo>
                <a:lnTo>
                  <a:pt x="18052" y="19076"/>
                </a:lnTo>
                <a:lnTo>
                  <a:pt x="15250" y="19660"/>
                </a:lnTo>
                <a:lnTo>
                  <a:pt x="10800" y="20250"/>
                </a:lnTo>
                <a:lnTo>
                  <a:pt x="7787" y="20657"/>
                </a:lnTo>
                <a:lnTo>
                  <a:pt x="4725" y="21067"/>
                </a:lnTo>
                <a:lnTo>
                  <a:pt x="3553" y="21197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8662"/>
                </a:lnTo>
                <a:lnTo>
                  <a:pt x="10800" y="6516"/>
                </a:lnTo>
                <a:lnTo>
                  <a:pt x="10800" y="4363"/>
                </a:lnTo>
                <a:lnTo>
                  <a:pt x="10800" y="2192"/>
                </a:lnTo>
                <a:lnTo>
                  <a:pt x="10800" y="0"/>
                </a:lnTo>
                <a:close/>
              </a:path>
            </a:pathLst>
          </a:custGeom>
          <a:solidFill>
            <a:srgbClr val="2925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7" name="contour_16765"/>
          <p:cNvSpPr/>
          <p:nvPr/>
        </p:nvSpPr>
        <p:spPr>
          <a:xfrm>
            <a:off x="11612857" y="1785558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971" y="1550"/>
                </a:lnTo>
                <a:lnTo>
                  <a:pt x="14882" y="3127"/>
                </a:lnTo>
                <a:lnTo>
                  <a:pt x="16551" y="4738"/>
                </a:lnTo>
                <a:lnTo>
                  <a:pt x="17993" y="6388"/>
                </a:lnTo>
                <a:lnTo>
                  <a:pt x="19202" y="8084"/>
                </a:lnTo>
                <a:lnTo>
                  <a:pt x="20201" y="9831"/>
                </a:lnTo>
                <a:lnTo>
                  <a:pt x="21001" y="11634"/>
                </a:lnTo>
                <a:lnTo>
                  <a:pt x="21600" y="13500"/>
                </a:lnTo>
                <a:lnTo>
                  <a:pt x="19429" y="15277"/>
                </a:lnTo>
                <a:lnTo>
                  <a:pt x="17150" y="16745"/>
                </a:lnTo>
                <a:lnTo>
                  <a:pt x="14677" y="18009"/>
                </a:lnTo>
                <a:lnTo>
                  <a:pt x="11945" y="19170"/>
                </a:lnTo>
                <a:lnTo>
                  <a:pt x="8878" y="20334"/>
                </a:lnTo>
                <a:lnTo>
                  <a:pt x="5400" y="21600"/>
                </a:lnTo>
                <a:lnTo>
                  <a:pt x="4952" y="19818"/>
                </a:lnTo>
                <a:lnTo>
                  <a:pt x="4509" y="18036"/>
                </a:lnTo>
                <a:lnTo>
                  <a:pt x="4061" y="16251"/>
                </a:lnTo>
                <a:lnTo>
                  <a:pt x="3618" y="14464"/>
                </a:lnTo>
                <a:lnTo>
                  <a:pt x="3170" y="12674"/>
                </a:lnTo>
                <a:lnTo>
                  <a:pt x="2722" y="10881"/>
                </a:lnTo>
                <a:lnTo>
                  <a:pt x="2273" y="9083"/>
                </a:lnTo>
                <a:lnTo>
                  <a:pt x="1820" y="7279"/>
                </a:lnTo>
                <a:lnTo>
                  <a:pt x="1366" y="5470"/>
                </a:lnTo>
                <a:lnTo>
                  <a:pt x="913" y="3656"/>
                </a:lnTo>
                <a:lnTo>
                  <a:pt x="459" y="1831"/>
                </a:lnTo>
                <a:lnTo>
                  <a:pt x="0" y="0"/>
                </a:lnTo>
                <a:close/>
              </a:path>
            </a:pathLst>
          </a:custGeom>
          <a:solidFill>
            <a:srgbClr val="D6E0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8" name="contour_16766"/>
          <p:cNvSpPr/>
          <p:nvPr/>
        </p:nvSpPr>
        <p:spPr>
          <a:xfrm>
            <a:off x="8595629" y="1785558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4759" y="10800"/>
                </a:lnTo>
                <a:lnTo>
                  <a:pt x="9547" y="10800"/>
                </a:lnTo>
                <a:lnTo>
                  <a:pt x="14400" y="10800"/>
                </a:lnTo>
                <a:lnTo>
                  <a:pt x="12974" y="8662"/>
                </a:lnTo>
                <a:lnTo>
                  <a:pt x="11542" y="6516"/>
                </a:lnTo>
                <a:lnTo>
                  <a:pt x="10109" y="4363"/>
                </a:lnTo>
                <a:lnTo>
                  <a:pt x="8662" y="2192"/>
                </a:lnTo>
                <a:lnTo>
                  <a:pt x="7200" y="0"/>
                </a:lnTo>
                <a:close/>
              </a:path>
            </a:pathLst>
          </a:custGeom>
          <a:solidFill>
            <a:srgbClr val="A8AB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69" name="contour_16767"/>
          <p:cNvSpPr/>
          <p:nvPr/>
        </p:nvSpPr>
        <p:spPr>
          <a:xfrm>
            <a:off x="1788645" y="1785558"/>
            <a:ext cx="51016" cy="308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1548" y="3767"/>
                </a:lnTo>
                <a:lnTo>
                  <a:pt x="21387" y="7314"/>
                </a:lnTo>
                <a:lnTo>
                  <a:pt x="21066" y="10698"/>
                </a:lnTo>
                <a:lnTo>
                  <a:pt x="20520" y="13975"/>
                </a:lnTo>
                <a:lnTo>
                  <a:pt x="19690" y="17195"/>
                </a:lnTo>
                <a:lnTo>
                  <a:pt x="18514" y="20416"/>
                </a:lnTo>
                <a:lnTo>
                  <a:pt x="16438" y="20972"/>
                </a:lnTo>
                <a:lnTo>
                  <a:pt x="14379" y="21340"/>
                </a:lnTo>
                <a:lnTo>
                  <a:pt x="12334" y="21544"/>
                </a:lnTo>
                <a:lnTo>
                  <a:pt x="10294" y="21600"/>
                </a:lnTo>
                <a:lnTo>
                  <a:pt x="8254" y="21534"/>
                </a:lnTo>
                <a:lnTo>
                  <a:pt x="6212" y="21360"/>
                </a:lnTo>
                <a:lnTo>
                  <a:pt x="4156" y="21105"/>
                </a:lnTo>
                <a:lnTo>
                  <a:pt x="2089" y="20783"/>
                </a:lnTo>
                <a:lnTo>
                  <a:pt x="0" y="20416"/>
                </a:lnTo>
                <a:lnTo>
                  <a:pt x="879" y="20181"/>
                </a:lnTo>
                <a:lnTo>
                  <a:pt x="2432" y="19768"/>
                </a:lnTo>
                <a:lnTo>
                  <a:pt x="5980" y="18823"/>
                </a:lnTo>
                <a:lnTo>
                  <a:pt x="8011" y="18007"/>
                </a:lnTo>
                <a:lnTo>
                  <a:pt x="9350" y="17369"/>
                </a:lnTo>
                <a:lnTo>
                  <a:pt x="10596" y="16578"/>
                </a:lnTo>
                <a:lnTo>
                  <a:pt x="12343" y="15312"/>
                </a:lnTo>
                <a:lnTo>
                  <a:pt x="13293" y="11361"/>
                </a:lnTo>
                <a:lnTo>
                  <a:pt x="13929" y="8590"/>
                </a:lnTo>
                <a:lnTo>
                  <a:pt x="14398" y="6263"/>
                </a:lnTo>
                <a:lnTo>
                  <a:pt x="14848" y="3644"/>
                </a:lnTo>
                <a:lnTo>
                  <a:pt x="15429" y="0"/>
                </a:lnTo>
                <a:close/>
              </a:path>
            </a:pathLst>
          </a:custGeom>
          <a:solidFill>
            <a:srgbClr val="6868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0" name="contour_16768"/>
          <p:cNvSpPr/>
          <p:nvPr/>
        </p:nvSpPr>
        <p:spPr>
          <a:xfrm>
            <a:off x="1373229" y="1792846"/>
            <a:ext cx="2289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75" y="0"/>
                </a:moveTo>
                <a:lnTo>
                  <a:pt x="10278" y="1071"/>
                </a:lnTo>
                <a:lnTo>
                  <a:pt x="13701" y="2143"/>
                </a:lnTo>
                <a:lnTo>
                  <a:pt x="17138" y="3227"/>
                </a:lnTo>
                <a:lnTo>
                  <a:pt x="20624" y="4320"/>
                </a:lnTo>
                <a:lnTo>
                  <a:pt x="21325" y="7232"/>
                </a:lnTo>
                <a:lnTo>
                  <a:pt x="21600" y="10079"/>
                </a:lnTo>
                <a:lnTo>
                  <a:pt x="21566" y="12900"/>
                </a:lnTo>
                <a:lnTo>
                  <a:pt x="21325" y="15733"/>
                </a:lnTo>
                <a:lnTo>
                  <a:pt x="20974" y="18619"/>
                </a:lnTo>
                <a:lnTo>
                  <a:pt x="20624" y="21600"/>
                </a:lnTo>
                <a:lnTo>
                  <a:pt x="16540" y="21600"/>
                </a:lnTo>
                <a:lnTo>
                  <a:pt x="12443" y="21600"/>
                </a:lnTo>
                <a:lnTo>
                  <a:pt x="8332" y="21600"/>
                </a:lnTo>
                <a:lnTo>
                  <a:pt x="4187" y="21600"/>
                </a:lnTo>
                <a:lnTo>
                  <a:pt x="0" y="21600"/>
                </a:lnTo>
                <a:lnTo>
                  <a:pt x="852" y="18926"/>
                </a:lnTo>
                <a:lnTo>
                  <a:pt x="1705" y="16252"/>
                </a:lnTo>
                <a:lnTo>
                  <a:pt x="2557" y="13569"/>
                </a:lnTo>
                <a:lnTo>
                  <a:pt x="3410" y="10882"/>
                </a:lnTo>
                <a:lnTo>
                  <a:pt x="4269" y="8182"/>
                </a:lnTo>
                <a:lnTo>
                  <a:pt x="5135" y="5469"/>
                </a:lnTo>
                <a:lnTo>
                  <a:pt x="6002" y="2743"/>
                </a:lnTo>
                <a:lnTo>
                  <a:pt x="6875" y="0"/>
                </a:lnTo>
                <a:close/>
              </a:path>
            </a:pathLst>
          </a:custGeom>
          <a:solidFill>
            <a:srgbClr val="3736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1" name="contour_16769"/>
          <p:cNvSpPr/>
          <p:nvPr/>
        </p:nvSpPr>
        <p:spPr>
          <a:xfrm>
            <a:off x="7866830" y="1778270"/>
            <a:ext cx="36440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32" y="2695"/>
                </a:lnTo>
                <a:lnTo>
                  <a:pt x="19842" y="5358"/>
                </a:lnTo>
                <a:lnTo>
                  <a:pt x="18904" y="7987"/>
                </a:lnTo>
                <a:lnTo>
                  <a:pt x="17906" y="10587"/>
                </a:lnTo>
                <a:lnTo>
                  <a:pt x="16831" y="13154"/>
                </a:lnTo>
                <a:lnTo>
                  <a:pt x="15660" y="15693"/>
                </a:lnTo>
                <a:lnTo>
                  <a:pt x="14377" y="18198"/>
                </a:lnTo>
                <a:lnTo>
                  <a:pt x="12960" y="20670"/>
                </a:lnTo>
                <a:lnTo>
                  <a:pt x="9487" y="212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290"/>
                </a:lnTo>
                <a:lnTo>
                  <a:pt x="0" y="20670"/>
                </a:lnTo>
                <a:lnTo>
                  <a:pt x="22" y="16606"/>
                </a:lnTo>
                <a:lnTo>
                  <a:pt x="164" y="13960"/>
                </a:lnTo>
                <a:lnTo>
                  <a:pt x="549" y="12170"/>
                </a:lnTo>
                <a:lnTo>
                  <a:pt x="1296" y="10666"/>
                </a:lnTo>
                <a:lnTo>
                  <a:pt x="2532" y="8880"/>
                </a:lnTo>
                <a:lnTo>
                  <a:pt x="4221" y="7292"/>
                </a:lnTo>
                <a:lnTo>
                  <a:pt x="5940" y="5684"/>
                </a:lnTo>
                <a:lnTo>
                  <a:pt x="7595" y="4064"/>
                </a:lnTo>
                <a:lnTo>
                  <a:pt x="9279" y="2423"/>
                </a:lnTo>
                <a:lnTo>
                  <a:pt x="11146" y="1240"/>
                </a:lnTo>
                <a:lnTo>
                  <a:pt x="12718" y="525"/>
                </a:lnTo>
                <a:lnTo>
                  <a:pt x="14589" y="157"/>
                </a:lnTo>
                <a:lnTo>
                  <a:pt x="17353" y="21"/>
                </a:lnTo>
                <a:lnTo>
                  <a:pt x="21600" y="0"/>
                </a:lnTo>
                <a:close/>
              </a:path>
            </a:pathLst>
          </a:custGeom>
          <a:solidFill>
            <a:srgbClr val="8A7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2" name="contour_16770"/>
          <p:cNvSpPr/>
          <p:nvPr/>
        </p:nvSpPr>
        <p:spPr>
          <a:xfrm>
            <a:off x="11496249" y="177098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3569"/>
                </a:lnTo>
                <a:lnTo>
                  <a:pt x="12960" y="7160"/>
                </a:lnTo>
                <a:lnTo>
                  <a:pt x="12960" y="10800"/>
                </a:lnTo>
                <a:lnTo>
                  <a:pt x="15098" y="12139"/>
                </a:lnTo>
                <a:lnTo>
                  <a:pt x="17250" y="13478"/>
                </a:lnTo>
                <a:lnTo>
                  <a:pt x="19410" y="14834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1076" y="14467"/>
                </a:lnTo>
                <a:lnTo>
                  <a:pt x="1849" y="9553"/>
                </a:lnTo>
                <a:lnTo>
                  <a:pt x="2436" y="6242"/>
                </a:lnTo>
                <a:lnTo>
                  <a:pt x="2968" y="3947"/>
                </a:lnTo>
                <a:lnTo>
                  <a:pt x="3555" y="2068"/>
                </a:lnTo>
                <a:lnTo>
                  <a:pt x="4320" y="0"/>
                </a:lnTo>
                <a:close/>
              </a:path>
            </a:pathLst>
          </a:custGeom>
          <a:solidFill>
            <a:srgbClr val="BDBD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3" name="contour_16771"/>
          <p:cNvSpPr/>
          <p:nvPr/>
        </p:nvSpPr>
        <p:spPr>
          <a:xfrm>
            <a:off x="8472418" y="1770982"/>
            <a:ext cx="43043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14" y="0"/>
                </a:moveTo>
                <a:lnTo>
                  <a:pt x="3767" y="2554"/>
                </a:lnTo>
                <a:lnTo>
                  <a:pt x="4228" y="5149"/>
                </a:lnTo>
                <a:lnTo>
                  <a:pt x="5588" y="7703"/>
                </a:lnTo>
                <a:lnTo>
                  <a:pt x="6971" y="10298"/>
                </a:lnTo>
                <a:lnTo>
                  <a:pt x="9443" y="10674"/>
                </a:lnTo>
                <a:lnTo>
                  <a:pt x="11861" y="10839"/>
                </a:lnTo>
                <a:lnTo>
                  <a:pt x="14256" y="10839"/>
                </a:lnTo>
                <a:lnTo>
                  <a:pt x="16655" y="10720"/>
                </a:lnTo>
                <a:lnTo>
                  <a:pt x="19091" y="10530"/>
                </a:lnTo>
                <a:lnTo>
                  <a:pt x="21600" y="10298"/>
                </a:lnTo>
                <a:lnTo>
                  <a:pt x="21600" y="13701"/>
                </a:lnTo>
                <a:lnTo>
                  <a:pt x="21600" y="17126"/>
                </a:lnTo>
                <a:lnTo>
                  <a:pt x="21600" y="20596"/>
                </a:lnTo>
                <a:lnTo>
                  <a:pt x="19373" y="20792"/>
                </a:lnTo>
                <a:lnTo>
                  <a:pt x="17142" y="20962"/>
                </a:lnTo>
                <a:lnTo>
                  <a:pt x="14914" y="21111"/>
                </a:lnTo>
                <a:lnTo>
                  <a:pt x="12684" y="21240"/>
                </a:lnTo>
                <a:lnTo>
                  <a:pt x="10197" y="21420"/>
                </a:lnTo>
                <a:lnTo>
                  <a:pt x="7669" y="21600"/>
                </a:lnTo>
                <a:lnTo>
                  <a:pt x="5113" y="20946"/>
                </a:lnTo>
                <a:lnTo>
                  <a:pt x="3544" y="20117"/>
                </a:lnTo>
                <a:lnTo>
                  <a:pt x="2319" y="18572"/>
                </a:lnTo>
                <a:lnTo>
                  <a:pt x="797" y="15766"/>
                </a:lnTo>
                <a:lnTo>
                  <a:pt x="161" y="12512"/>
                </a:lnTo>
                <a:lnTo>
                  <a:pt x="0" y="10257"/>
                </a:lnTo>
                <a:lnTo>
                  <a:pt x="351" y="7940"/>
                </a:lnTo>
                <a:lnTo>
                  <a:pt x="1258" y="4505"/>
                </a:lnTo>
                <a:lnTo>
                  <a:pt x="2278" y="2271"/>
                </a:lnTo>
                <a:lnTo>
                  <a:pt x="3314" y="0"/>
                </a:lnTo>
                <a:close/>
              </a:path>
            </a:pathLst>
          </a:custGeom>
          <a:solidFill>
            <a:srgbClr val="9597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4" name="contour_16772"/>
          <p:cNvSpPr/>
          <p:nvPr/>
        </p:nvSpPr>
        <p:spPr>
          <a:xfrm>
            <a:off x="6788207" y="177098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20513" y="21240"/>
                </a:lnTo>
                <a:lnTo>
                  <a:pt x="19516" y="20902"/>
                </a:lnTo>
                <a:lnTo>
                  <a:pt x="18425" y="20542"/>
                </a:lnTo>
                <a:lnTo>
                  <a:pt x="17064" y="20088"/>
                </a:lnTo>
                <a:lnTo>
                  <a:pt x="15257" y="19483"/>
                </a:lnTo>
                <a:lnTo>
                  <a:pt x="12823" y="18677"/>
                </a:lnTo>
                <a:lnTo>
                  <a:pt x="9590" y="17597"/>
                </a:lnTo>
                <a:lnTo>
                  <a:pt x="5375" y="16193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4D9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5" name="contour_16773"/>
          <p:cNvSpPr/>
          <p:nvPr/>
        </p:nvSpPr>
        <p:spPr>
          <a:xfrm>
            <a:off x="7706494" y="1756406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58" y="2304"/>
                </a:lnTo>
                <a:lnTo>
                  <a:pt x="2324" y="4626"/>
                </a:lnTo>
                <a:lnTo>
                  <a:pt x="3508" y="6977"/>
                </a:lnTo>
                <a:lnTo>
                  <a:pt x="5115" y="9623"/>
                </a:lnTo>
                <a:lnTo>
                  <a:pt x="6532" y="11635"/>
                </a:lnTo>
                <a:lnTo>
                  <a:pt x="8031" y="13198"/>
                </a:lnTo>
                <a:lnTo>
                  <a:pt x="9876" y="14504"/>
                </a:lnTo>
                <a:lnTo>
                  <a:pt x="12329" y="15739"/>
                </a:lnTo>
                <a:lnTo>
                  <a:pt x="15660" y="17100"/>
                </a:lnTo>
                <a:lnTo>
                  <a:pt x="18611" y="17546"/>
                </a:lnTo>
                <a:lnTo>
                  <a:pt x="21600" y="18000"/>
                </a:lnTo>
                <a:lnTo>
                  <a:pt x="18926" y="18446"/>
                </a:lnTo>
                <a:lnTo>
                  <a:pt x="16252" y="18893"/>
                </a:lnTo>
                <a:lnTo>
                  <a:pt x="13569" y="19339"/>
                </a:lnTo>
                <a:lnTo>
                  <a:pt x="10882" y="19786"/>
                </a:lnTo>
                <a:lnTo>
                  <a:pt x="8182" y="20236"/>
                </a:lnTo>
                <a:lnTo>
                  <a:pt x="5469" y="20689"/>
                </a:lnTo>
                <a:lnTo>
                  <a:pt x="2743" y="2114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8D94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6" name="contour_16774"/>
          <p:cNvSpPr/>
          <p:nvPr/>
        </p:nvSpPr>
        <p:spPr>
          <a:xfrm>
            <a:off x="6933967" y="17564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3564"/>
                </a:lnTo>
                <a:lnTo>
                  <a:pt x="18706" y="7133"/>
                </a:lnTo>
                <a:lnTo>
                  <a:pt x="19423" y="10719"/>
                </a:lnTo>
                <a:lnTo>
                  <a:pt x="20144" y="14321"/>
                </a:lnTo>
                <a:lnTo>
                  <a:pt x="20870" y="17944"/>
                </a:lnTo>
                <a:lnTo>
                  <a:pt x="21600" y="21600"/>
                </a:lnTo>
                <a:lnTo>
                  <a:pt x="18896" y="21130"/>
                </a:lnTo>
                <a:lnTo>
                  <a:pt x="16196" y="20628"/>
                </a:lnTo>
                <a:lnTo>
                  <a:pt x="13496" y="20110"/>
                </a:lnTo>
                <a:lnTo>
                  <a:pt x="10800" y="19575"/>
                </a:lnTo>
                <a:lnTo>
                  <a:pt x="9288" y="19289"/>
                </a:lnTo>
                <a:lnTo>
                  <a:pt x="4726" y="18436"/>
                </a:lnTo>
                <a:lnTo>
                  <a:pt x="2380" y="1732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851" y="6291"/>
                </a:lnTo>
                <a:lnTo>
                  <a:pt x="5707" y="7182"/>
                </a:lnTo>
                <a:lnTo>
                  <a:pt x="8575" y="8078"/>
                </a:lnTo>
                <a:lnTo>
                  <a:pt x="11457" y="8980"/>
                </a:lnTo>
                <a:lnTo>
                  <a:pt x="14355" y="9887"/>
                </a:lnTo>
                <a:lnTo>
                  <a:pt x="17280" y="10800"/>
                </a:lnTo>
                <a:lnTo>
                  <a:pt x="17280" y="7231"/>
                </a:lnTo>
                <a:lnTo>
                  <a:pt x="17280" y="3640"/>
                </a:lnTo>
                <a:lnTo>
                  <a:pt x="17280" y="0"/>
                </a:lnTo>
                <a:close/>
              </a:path>
            </a:pathLst>
          </a:custGeom>
          <a:solidFill>
            <a:srgbClr val="4E4C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7" name="contour_16775"/>
          <p:cNvSpPr/>
          <p:nvPr/>
        </p:nvSpPr>
        <p:spPr>
          <a:xfrm>
            <a:off x="4499777" y="1777053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39"/>
                </a:moveTo>
                <a:lnTo>
                  <a:pt x="7452" y="218"/>
                </a:lnTo>
                <a:lnTo>
                  <a:pt x="9763" y="0"/>
                </a:lnTo>
                <a:lnTo>
                  <a:pt x="13228" y="286"/>
                </a:lnTo>
                <a:lnTo>
                  <a:pt x="15993" y="566"/>
                </a:lnTo>
                <a:lnTo>
                  <a:pt x="18779" y="853"/>
                </a:lnTo>
                <a:lnTo>
                  <a:pt x="21600" y="1139"/>
                </a:lnTo>
                <a:lnTo>
                  <a:pt x="21600" y="5190"/>
                </a:lnTo>
                <a:lnTo>
                  <a:pt x="21600" y="9255"/>
                </a:lnTo>
                <a:lnTo>
                  <a:pt x="21600" y="13334"/>
                </a:lnTo>
                <a:lnTo>
                  <a:pt x="21600" y="17446"/>
                </a:lnTo>
                <a:lnTo>
                  <a:pt x="21600" y="21600"/>
                </a:lnTo>
                <a:lnTo>
                  <a:pt x="18926" y="20754"/>
                </a:lnTo>
                <a:lnTo>
                  <a:pt x="16252" y="19909"/>
                </a:lnTo>
                <a:lnTo>
                  <a:pt x="13569" y="19063"/>
                </a:lnTo>
                <a:lnTo>
                  <a:pt x="10882" y="18217"/>
                </a:lnTo>
                <a:lnTo>
                  <a:pt x="8182" y="17365"/>
                </a:lnTo>
                <a:lnTo>
                  <a:pt x="5469" y="16505"/>
                </a:lnTo>
                <a:lnTo>
                  <a:pt x="2743" y="15646"/>
                </a:lnTo>
                <a:lnTo>
                  <a:pt x="0" y="14780"/>
                </a:lnTo>
                <a:lnTo>
                  <a:pt x="1071" y="11404"/>
                </a:lnTo>
                <a:lnTo>
                  <a:pt x="2143" y="8007"/>
                </a:lnTo>
                <a:lnTo>
                  <a:pt x="3227" y="4597"/>
                </a:lnTo>
                <a:lnTo>
                  <a:pt x="4320" y="1139"/>
                </a:lnTo>
                <a:close/>
              </a:path>
            </a:pathLst>
          </a:custGeom>
          <a:solidFill>
            <a:srgbClr val="ECFA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8" name="contour_16776"/>
          <p:cNvSpPr/>
          <p:nvPr/>
        </p:nvSpPr>
        <p:spPr>
          <a:xfrm>
            <a:off x="1715109" y="1756406"/>
            <a:ext cx="2980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38" y="0"/>
                </a:moveTo>
                <a:lnTo>
                  <a:pt x="14529" y="0"/>
                </a:lnTo>
                <a:lnTo>
                  <a:pt x="18040" y="0"/>
                </a:lnTo>
                <a:lnTo>
                  <a:pt x="21600" y="0"/>
                </a:lnTo>
                <a:lnTo>
                  <a:pt x="20438" y="2376"/>
                </a:lnTo>
                <a:lnTo>
                  <a:pt x="19276" y="4756"/>
                </a:lnTo>
                <a:lnTo>
                  <a:pt x="18109" y="7135"/>
                </a:lnTo>
                <a:lnTo>
                  <a:pt x="16942" y="9522"/>
                </a:lnTo>
                <a:lnTo>
                  <a:pt x="15775" y="11916"/>
                </a:lnTo>
                <a:lnTo>
                  <a:pt x="14597" y="14321"/>
                </a:lnTo>
                <a:lnTo>
                  <a:pt x="13419" y="16733"/>
                </a:lnTo>
                <a:lnTo>
                  <a:pt x="12231" y="19159"/>
                </a:lnTo>
                <a:lnTo>
                  <a:pt x="11038" y="21600"/>
                </a:lnTo>
                <a:lnTo>
                  <a:pt x="8423" y="20707"/>
                </a:lnTo>
                <a:lnTo>
                  <a:pt x="5793" y="19814"/>
                </a:lnTo>
                <a:lnTo>
                  <a:pt x="3153" y="18911"/>
                </a:lnTo>
                <a:lnTo>
                  <a:pt x="475" y="18000"/>
                </a:lnTo>
                <a:lnTo>
                  <a:pt x="158" y="15214"/>
                </a:lnTo>
                <a:lnTo>
                  <a:pt x="0" y="13259"/>
                </a:lnTo>
                <a:lnTo>
                  <a:pt x="0" y="11617"/>
                </a:lnTo>
                <a:lnTo>
                  <a:pt x="158" y="9770"/>
                </a:lnTo>
                <a:lnTo>
                  <a:pt x="475" y="7200"/>
                </a:lnTo>
                <a:lnTo>
                  <a:pt x="3966" y="7200"/>
                </a:lnTo>
                <a:lnTo>
                  <a:pt x="7478" y="7200"/>
                </a:lnTo>
                <a:lnTo>
                  <a:pt x="11038" y="7200"/>
                </a:lnTo>
                <a:lnTo>
                  <a:pt x="11038" y="4820"/>
                </a:lnTo>
                <a:lnTo>
                  <a:pt x="11038" y="2426"/>
                </a:lnTo>
                <a:lnTo>
                  <a:pt x="11038" y="0"/>
                </a:lnTo>
                <a:close/>
              </a:path>
            </a:pathLst>
          </a:custGeom>
          <a:solidFill>
            <a:srgbClr val="ACAC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79" name="contour_16777"/>
          <p:cNvSpPr/>
          <p:nvPr/>
        </p:nvSpPr>
        <p:spPr>
          <a:xfrm>
            <a:off x="10481579" y="1756406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75" y="0"/>
                </a:moveTo>
                <a:lnTo>
                  <a:pt x="13686" y="2536"/>
                </a:lnTo>
                <a:lnTo>
                  <a:pt x="15373" y="4441"/>
                </a:lnTo>
                <a:lnTo>
                  <a:pt x="16723" y="6074"/>
                </a:lnTo>
                <a:lnTo>
                  <a:pt x="18026" y="7802"/>
                </a:lnTo>
                <a:lnTo>
                  <a:pt x="19555" y="9975"/>
                </a:lnTo>
                <a:lnTo>
                  <a:pt x="21600" y="12960"/>
                </a:lnTo>
                <a:lnTo>
                  <a:pt x="20439" y="15984"/>
                </a:lnTo>
                <a:lnTo>
                  <a:pt x="19524" y="17889"/>
                </a:lnTo>
                <a:lnTo>
                  <a:pt x="18364" y="19492"/>
                </a:lnTo>
                <a:lnTo>
                  <a:pt x="16488" y="21600"/>
                </a:lnTo>
                <a:lnTo>
                  <a:pt x="12684" y="20917"/>
                </a:lnTo>
                <a:lnTo>
                  <a:pt x="9985" y="20352"/>
                </a:lnTo>
                <a:lnTo>
                  <a:pt x="7653" y="19695"/>
                </a:lnTo>
                <a:lnTo>
                  <a:pt x="4954" y="18740"/>
                </a:lnTo>
                <a:lnTo>
                  <a:pt x="1150" y="17280"/>
                </a:lnTo>
                <a:lnTo>
                  <a:pt x="383" y="14066"/>
                </a:lnTo>
                <a:lnTo>
                  <a:pt x="0" y="11785"/>
                </a:lnTo>
                <a:lnTo>
                  <a:pt x="0" y="9815"/>
                </a:lnTo>
                <a:lnTo>
                  <a:pt x="383" y="7534"/>
                </a:lnTo>
                <a:lnTo>
                  <a:pt x="1150" y="4320"/>
                </a:lnTo>
                <a:lnTo>
                  <a:pt x="4187" y="2579"/>
                </a:lnTo>
                <a:lnTo>
                  <a:pt x="6263" y="1551"/>
                </a:lnTo>
                <a:lnTo>
                  <a:pt x="8338" y="825"/>
                </a:lnTo>
                <a:lnTo>
                  <a:pt x="11375" y="0"/>
                </a:lnTo>
                <a:close/>
              </a:path>
            </a:pathLst>
          </a:custGeom>
          <a:solidFill>
            <a:srgbClr val="A6A9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0" name="contour_16778"/>
          <p:cNvSpPr/>
          <p:nvPr/>
        </p:nvSpPr>
        <p:spPr>
          <a:xfrm>
            <a:off x="9980347" y="1735089"/>
            <a:ext cx="51016" cy="213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1004"/>
                </a:moveTo>
                <a:lnTo>
                  <a:pt x="14546" y="3323"/>
                </a:lnTo>
                <a:lnTo>
                  <a:pt x="16391" y="5708"/>
                </a:lnTo>
                <a:lnTo>
                  <a:pt x="18169" y="8249"/>
                </a:lnTo>
                <a:lnTo>
                  <a:pt x="19900" y="11055"/>
                </a:lnTo>
                <a:lnTo>
                  <a:pt x="21600" y="14215"/>
                </a:lnTo>
                <a:lnTo>
                  <a:pt x="21600" y="17878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1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2756" y="13086"/>
                </a:lnTo>
                <a:lnTo>
                  <a:pt x="4823" y="7030"/>
                </a:lnTo>
                <a:lnTo>
                  <a:pt x="6431" y="3065"/>
                </a:lnTo>
                <a:lnTo>
                  <a:pt x="7791" y="849"/>
                </a:lnTo>
                <a:lnTo>
                  <a:pt x="9131" y="0"/>
                </a:lnTo>
                <a:lnTo>
                  <a:pt x="10664" y="177"/>
                </a:lnTo>
                <a:lnTo>
                  <a:pt x="12621" y="1004"/>
                </a:lnTo>
                <a:close/>
              </a:path>
            </a:pathLst>
          </a:custGeom>
          <a:solidFill>
            <a:srgbClr val="E0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1" name="contour_16779"/>
          <p:cNvSpPr/>
          <p:nvPr/>
        </p:nvSpPr>
        <p:spPr>
          <a:xfrm>
            <a:off x="3785554" y="1719966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306" y="19318"/>
                </a:lnTo>
                <a:lnTo>
                  <a:pt x="4154" y="17644"/>
                </a:lnTo>
                <a:lnTo>
                  <a:pt x="3290" y="15754"/>
                </a:lnTo>
                <a:lnTo>
                  <a:pt x="2246" y="12823"/>
                </a:lnTo>
                <a:lnTo>
                  <a:pt x="1318" y="10375"/>
                </a:lnTo>
                <a:lnTo>
                  <a:pt x="367" y="7888"/>
                </a:lnTo>
                <a:lnTo>
                  <a:pt x="180" y="5760"/>
                </a:lnTo>
                <a:lnTo>
                  <a:pt x="0" y="3600"/>
                </a:lnTo>
                <a:lnTo>
                  <a:pt x="3571" y="1814"/>
                </a:lnTo>
                <a:lnTo>
                  <a:pt x="7200" y="0"/>
                </a:lnTo>
                <a:close/>
              </a:path>
            </a:pathLst>
          </a:custGeom>
          <a:solidFill>
            <a:srgbClr val="C5CC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2" name="contour_16780"/>
          <p:cNvSpPr/>
          <p:nvPr/>
        </p:nvSpPr>
        <p:spPr>
          <a:xfrm>
            <a:off x="1220181" y="1725942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B8B8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3" name="contour_16781"/>
          <p:cNvSpPr/>
          <p:nvPr/>
        </p:nvSpPr>
        <p:spPr>
          <a:xfrm>
            <a:off x="10475930" y="1719623"/>
            <a:ext cx="51016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149" y="0"/>
                </a:moveTo>
                <a:lnTo>
                  <a:pt x="12195" y="1049"/>
                </a:lnTo>
                <a:lnTo>
                  <a:pt x="14271" y="2105"/>
                </a:lnTo>
                <a:lnTo>
                  <a:pt x="16342" y="3041"/>
                </a:lnTo>
                <a:lnTo>
                  <a:pt x="18443" y="3984"/>
                </a:lnTo>
                <a:lnTo>
                  <a:pt x="20008" y="5692"/>
                </a:lnTo>
                <a:lnTo>
                  <a:pt x="21600" y="7422"/>
                </a:lnTo>
                <a:lnTo>
                  <a:pt x="21600" y="12108"/>
                </a:lnTo>
                <a:lnTo>
                  <a:pt x="21600" y="16822"/>
                </a:lnTo>
                <a:lnTo>
                  <a:pt x="21600" y="21600"/>
                </a:lnTo>
                <a:lnTo>
                  <a:pt x="19462" y="20898"/>
                </a:lnTo>
                <a:lnTo>
                  <a:pt x="17323" y="20196"/>
                </a:lnTo>
                <a:lnTo>
                  <a:pt x="15179" y="19495"/>
                </a:lnTo>
                <a:lnTo>
                  <a:pt x="13034" y="18786"/>
                </a:lnTo>
                <a:lnTo>
                  <a:pt x="10880" y="18084"/>
                </a:lnTo>
                <a:lnTo>
                  <a:pt x="8723" y="17375"/>
                </a:lnTo>
                <a:lnTo>
                  <a:pt x="6557" y="16666"/>
                </a:lnTo>
                <a:lnTo>
                  <a:pt x="4382" y="15950"/>
                </a:lnTo>
                <a:lnTo>
                  <a:pt x="2197" y="15234"/>
                </a:lnTo>
                <a:lnTo>
                  <a:pt x="0" y="14511"/>
                </a:lnTo>
                <a:lnTo>
                  <a:pt x="2620" y="8535"/>
                </a:lnTo>
                <a:lnTo>
                  <a:pt x="4490" y="4523"/>
                </a:lnTo>
                <a:lnTo>
                  <a:pt x="5897" y="2063"/>
                </a:lnTo>
                <a:lnTo>
                  <a:pt x="7122" y="759"/>
                </a:lnTo>
                <a:lnTo>
                  <a:pt x="8446" y="206"/>
                </a:lnTo>
                <a:lnTo>
                  <a:pt x="10149" y="0"/>
                </a:lnTo>
                <a:close/>
              </a:path>
            </a:pathLst>
          </a:custGeom>
          <a:solidFill>
            <a:srgbClr val="D3D6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4" name="contour_16782"/>
          <p:cNvSpPr/>
          <p:nvPr/>
        </p:nvSpPr>
        <p:spPr>
          <a:xfrm>
            <a:off x="5214001" y="1719966"/>
            <a:ext cx="3144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06" y="0"/>
                </a:moveTo>
                <a:lnTo>
                  <a:pt x="8730" y="683"/>
                </a:lnTo>
                <a:lnTo>
                  <a:pt x="11373" y="1248"/>
                </a:lnTo>
                <a:lnTo>
                  <a:pt x="13656" y="1905"/>
                </a:lnTo>
                <a:lnTo>
                  <a:pt x="16299" y="2860"/>
                </a:lnTo>
                <a:lnTo>
                  <a:pt x="20023" y="4320"/>
                </a:lnTo>
                <a:lnTo>
                  <a:pt x="21074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074" y="14066"/>
                </a:lnTo>
                <a:lnTo>
                  <a:pt x="20023" y="17280"/>
                </a:lnTo>
                <a:lnTo>
                  <a:pt x="16729" y="18459"/>
                </a:lnTo>
                <a:lnTo>
                  <a:pt x="13501" y="19367"/>
                </a:lnTo>
                <a:lnTo>
                  <a:pt x="10277" y="20071"/>
                </a:lnTo>
                <a:lnTo>
                  <a:pt x="6993" y="20632"/>
                </a:lnTo>
                <a:lnTo>
                  <a:pt x="3589" y="21120"/>
                </a:lnTo>
                <a:lnTo>
                  <a:pt x="0" y="21600"/>
                </a:lnTo>
                <a:lnTo>
                  <a:pt x="621" y="18926"/>
                </a:lnTo>
                <a:lnTo>
                  <a:pt x="1241" y="16252"/>
                </a:lnTo>
                <a:lnTo>
                  <a:pt x="1862" y="13569"/>
                </a:lnTo>
                <a:lnTo>
                  <a:pt x="2483" y="10882"/>
                </a:lnTo>
                <a:lnTo>
                  <a:pt x="3109" y="8182"/>
                </a:lnTo>
                <a:lnTo>
                  <a:pt x="3739" y="5469"/>
                </a:lnTo>
                <a:lnTo>
                  <a:pt x="4370" y="2743"/>
                </a:lnTo>
                <a:lnTo>
                  <a:pt x="5006" y="0"/>
                </a:lnTo>
                <a:close/>
              </a:path>
            </a:pathLst>
          </a:custGeom>
          <a:solidFill>
            <a:srgbClr val="D5E7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5" name="contour_16783"/>
          <p:cNvSpPr/>
          <p:nvPr/>
        </p:nvSpPr>
        <p:spPr>
          <a:xfrm>
            <a:off x="5184849" y="172725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512" y="2825"/>
                </a:lnTo>
                <a:lnTo>
                  <a:pt x="18301" y="4895"/>
                </a:lnTo>
                <a:lnTo>
                  <a:pt x="18884" y="7214"/>
                </a:lnTo>
                <a:lnTo>
                  <a:pt x="19575" y="10800"/>
                </a:lnTo>
                <a:lnTo>
                  <a:pt x="20185" y="13815"/>
                </a:lnTo>
                <a:lnTo>
                  <a:pt x="20801" y="16874"/>
                </a:lnTo>
                <a:lnTo>
                  <a:pt x="21200" y="19220"/>
                </a:lnTo>
                <a:lnTo>
                  <a:pt x="21600" y="21600"/>
                </a:lnTo>
                <a:lnTo>
                  <a:pt x="18036" y="20887"/>
                </a:lnTo>
                <a:lnTo>
                  <a:pt x="14467" y="20174"/>
                </a:lnTo>
                <a:lnTo>
                  <a:pt x="10881" y="19457"/>
                </a:lnTo>
                <a:lnTo>
                  <a:pt x="7279" y="18736"/>
                </a:lnTo>
                <a:lnTo>
                  <a:pt x="3656" y="18010"/>
                </a:lnTo>
                <a:lnTo>
                  <a:pt x="0" y="17280"/>
                </a:lnTo>
                <a:lnTo>
                  <a:pt x="1345" y="11573"/>
                </a:lnTo>
                <a:lnTo>
                  <a:pt x="2311" y="7642"/>
                </a:lnTo>
                <a:lnTo>
                  <a:pt x="3046" y="4994"/>
                </a:lnTo>
                <a:lnTo>
                  <a:pt x="3710" y="3158"/>
                </a:lnTo>
                <a:lnTo>
                  <a:pt x="4444" y="1655"/>
                </a:lnTo>
                <a:lnTo>
                  <a:pt x="5400" y="0"/>
                </a:lnTo>
                <a:close/>
              </a:path>
            </a:pathLst>
          </a:custGeom>
          <a:solidFill>
            <a:srgbClr val="C8E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6" name="contour_16784"/>
          <p:cNvSpPr/>
          <p:nvPr/>
        </p:nvSpPr>
        <p:spPr>
          <a:xfrm>
            <a:off x="10935074" y="1705390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6200" y="4759"/>
                </a:lnTo>
                <a:lnTo>
                  <a:pt x="16200" y="9547"/>
                </a:lnTo>
                <a:lnTo>
                  <a:pt x="16200" y="14400"/>
                </a:lnTo>
                <a:lnTo>
                  <a:pt x="17536" y="16186"/>
                </a:lnTo>
                <a:lnTo>
                  <a:pt x="18881" y="17971"/>
                </a:lnTo>
                <a:lnTo>
                  <a:pt x="20231" y="19778"/>
                </a:lnTo>
                <a:lnTo>
                  <a:pt x="21600" y="21600"/>
                </a:lnTo>
                <a:lnTo>
                  <a:pt x="19818" y="21600"/>
                </a:lnTo>
                <a:lnTo>
                  <a:pt x="18036" y="21600"/>
                </a:lnTo>
                <a:lnTo>
                  <a:pt x="16251" y="21600"/>
                </a:lnTo>
                <a:lnTo>
                  <a:pt x="14464" y="21600"/>
                </a:lnTo>
                <a:lnTo>
                  <a:pt x="12674" y="21600"/>
                </a:lnTo>
                <a:lnTo>
                  <a:pt x="10881" y="21600"/>
                </a:lnTo>
                <a:lnTo>
                  <a:pt x="9083" y="21600"/>
                </a:lnTo>
                <a:lnTo>
                  <a:pt x="7279" y="21600"/>
                </a:lnTo>
                <a:lnTo>
                  <a:pt x="5470" y="21600"/>
                </a:lnTo>
                <a:lnTo>
                  <a:pt x="3656" y="21600"/>
                </a:lnTo>
                <a:lnTo>
                  <a:pt x="1831" y="21600"/>
                </a:lnTo>
                <a:lnTo>
                  <a:pt x="0" y="21600"/>
                </a:lnTo>
                <a:lnTo>
                  <a:pt x="2749" y="15746"/>
                </a:lnTo>
                <a:lnTo>
                  <a:pt x="4990" y="11059"/>
                </a:lnTo>
                <a:lnTo>
                  <a:pt x="6815" y="7409"/>
                </a:lnTo>
                <a:lnTo>
                  <a:pt x="8327" y="4666"/>
                </a:lnTo>
                <a:lnTo>
                  <a:pt x="9617" y="2700"/>
                </a:lnTo>
                <a:lnTo>
                  <a:pt x="10789" y="1382"/>
                </a:lnTo>
                <a:lnTo>
                  <a:pt x="11934" y="583"/>
                </a:lnTo>
                <a:lnTo>
                  <a:pt x="13154" y="173"/>
                </a:lnTo>
                <a:lnTo>
                  <a:pt x="14545" y="22"/>
                </a:lnTo>
                <a:lnTo>
                  <a:pt x="16200" y="0"/>
                </a:lnTo>
                <a:close/>
              </a:path>
            </a:pathLst>
          </a:custGeom>
          <a:solidFill>
            <a:srgbClr val="F0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7" name="contour_16785"/>
          <p:cNvSpPr/>
          <p:nvPr/>
        </p:nvSpPr>
        <p:spPr>
          <a:xfrm>
            <a:off x="775614" y="170539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42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8" name="contour_16786"/>
          <p:cNvSpPr/>
          <p:nvPr/>
        </p:nvSpPr>
        <p:spPr>
          <a:xfrm>
            <a:off x="1723053" y="1698102"/>
            <a:ext cx="58304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5854" y="2466"/>
                </a:lnTo>
                <a:lnTo>
                  <a:pt x="6318" y="4969"/>
                </a:lnTo>
                <a:lnTo>
                  <a:pt x="7398" y="8079"/>
                </a:lnTo>
                <a:lnTo>
                  <a:pt x="8278" y="9876"/>
                </a:lnTo>
                <a:lnTo>
                  <a:pt x="9428" y="11039"/>
                </a:lnTo>
                <a:lnTo>
                  <a:pt x="11316" y="12249"/>
                </a:lnTo>
                <a:lnTo>
                  <a:pt x="12239" y="12481"/>
                </a:lnTo>
                <a:lnTo>
                  <a:pt x="15017" y="13192"/>
                </a:lnTo>
                <a:lnTo>
                  <a:pt x="17215" y="13784"/>
                </a:lnTo>
                <a:lnTo>
                  <a:pt x="18633" y="14216"/>
                </a:lnTo>
                <a:lnTo>
                  <a:pt x="19888" y="14700"/>
                </a:lnTo>
                <a:lnTo>
                  <a:pt x="21600" y="15447"/>
                </a:lnTo>
                <a:lnTo>
                  <a:pt x="21600" y="18001"/>
                </a:lnTo>
                <a:lnTo>
                  <a:pt x="21600" y="20596"/>
                </a:lnTo>
                <a:lnTo>
                  <a:pt x="20048" y="20756"/>
                </a:lnTo>
                <a:lnTo>
                  <a:pt x="18495" y="20895"/>
                </a:lnTo>
                <a:lnTo>
                  <a:pt x="16943" y="21023"/>
                </a:lnTo>
                <a:lnTo>
                  <a:pt x="15390" y="21137"/>
                </a:lnTo>
                <a:lnTo>
                  <a:pt x="13838" y="21240"/>
                </a:lnTo>
                <a:lnTo>
                  <a:pt x="13195" y="21296"/>
                </a:lnTo>
                <a:lnTo>
                  <a:pt x="12064" y="21389"/>
                </a:lnTo>
                <a:lnTo>
                  <a:pt x="9472" y="21600"/>
                </a:lnTo>
                <a:lnTo>
                  <a:pt x="7271" y="20843"/>
                </a:lnTo>
                <a:lnTo>
                  <a:pt x="5508" y="19736"/>
                </a:lnTo>
                <a:lnTo>
                  <a:pt x="4039" y="18207"/>
                </a:lnTo>
                <a:lnTo>
                  <a:pt x="2727" y="16173"/>
                </a:lnTo>
                <a:lnTo>
                  <a:pt x="1426" y="13562"/>
                </a:lnTo>
                <a:lnTo>
                  <a:pt x="0" y="10298"/>
                </a:lnTo>
                <a:lnTo>
                  <a:pt x="1785" y="10298"/>
                </a:lnTo>
                <a:lnTo>
                  <a:pt x="3580" y="10298"/>
                </a:lnTo>
                <a:lnTo>
                  <a:pt x="5400" y="10298"/>
                </a:lnTo>
                <a:lnTo>
                  <a:pt x="5400" y="6894"/>
                </a:lnTo>
                <a:lnTo>
                  <a:pt x="5400" y="3470"/>
                </a:lnTo>
                <a:lnTo>
                  <a:pt x="5400" y="0"/>
                </a:lnTo>
                <a:close/>
              </a:path>
            </a:pathLst>
          </a:custGeom>
          <a:solidFill>
            <a:srgbClr val="5D5D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89" name="contour_16787"/>
          <p:cNvSpPr/>
          <p:nvPr/>
        </p:nvSpPr>
        <p:spPr>
          <a:xfrm>
            <a:off x="8311397" y="1667689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20513" y="21260"/>
                </a:lnTo>
                <a:lnTo>
                  <a:pt x="19516" y="20940"/>
                </a:lnTo>
                <a:lnTo>
                  <a:pt x="18425" y="20599"/>
                </a:lnTo>
                <a:lnTo>
                  <a:pt x="17064" y="20170"/>
                </a:lnTo>
                <a:lnTo>
                  <a:pt x="15257" y="19599"/>
                </a:lnTo>
                <a:lnTo>
                  <a:pt x="12823" y="18836"/>
                </a:lnTo>
                <a:lnTo>
                  <a:pt x="9590" y="17815"/>
                </a:lnTo>
                <a:lnTo>
                  <a:pt x="5375" y="16488"/>
                </a:lnTo>
                <a:lnTo>
                  <a:pt x="0" y="14793"/>
                </a:lnTo>
                <a:lnTo>
                  <a:pt x="0" y="10293"/>
                </a:lnTo>
                <a:lnTo>
                  <a:pt x="0" y="5766"/>
                </a:lnTo>
                <a:lnTo>
                  <a:pt x="0" y="1178"/>
                </a:lnTo>
                <a:close/>
              </a:path>
            </a:pathLst>
          </a:custGeom>
          <a:solidFill>
            <a:srgbClr val="D7C1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0" name="contour_16788"/>
          <p:cNvSpPr/>
          <p:nvPr/>
        </p:nvSpPr>
        <p:spPr>
          <a:xfrm>
            <a:off x="2342532" y="16762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637"/>
                </a:lnTo>
                <a:lnTo>
                  <a:pt x="7209" y="1312"/>
                </a:lnTo>
                <a:lnTo>
                  <a:pt x="10800" y="2025"/>
                </a:lnTo>
                <a:lnTo>
                  <a:pt x="13813" y="2592"/>
                </a:lnTo>
                <a:lnTo>
                  <a:pt x="16875" y="3164"/>
                </a:lnTo>
                <a:lnTo>
                  <a:pt x="19219" y="427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052" y="17815"/>
                </a:lnTo>
                <a:lnTo>
                  <a:pt x="15250" y="18689"/>
                </a:lnTo>
                <a:lnTo>
                  <a:pt x="10800" y="19575"/>
                </a:lnTo>
                <a:lnTo>
                  <a:pt x="9288" y="19877"/>
                </a:lnTo>
                <a:lnTo>
                  <a:pt x="4725" y="20801"/>
                </a:lnTo>
                <a:lnTo>
                  <a:pt x="2381" y="212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A59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1" name="contour_16789"/>
          <p:cNvSpPr/>
          <p:nvPr/>
        </p:nvSpPr>
        <p:spPr>
          <a:xfrm>
            <a:off x="513246" y="1661662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418" y="1920"/>
                </a:lnTo>
                <a:lnTo>
                  <a:pt x="16907" y="3313"/>
                </a:lnTo>
                <a:lnTo>
                  <a:pt x="18571" y="4404"/>
                </a:lnTo>
                <a:lnTo>
                  <a:pt x="19705" y="5413"/>
                </a:lnTo>
                <a:lnTo>
                  <a:pt x="20617" y="6572"/>
                </a:lnTo>
                <a:lnTo>
                  <a:pt x="21600" y="8100"/>
                </a:lnTo>
                <a:lnTo>
                  <a:pt x="20660" y="9885"/>
                </a:lnTo>
                <a:lnTo>
                  <a:pt x="19580" y="11626"/>
                </a:lnTo>
                <a:lnTo>
                  <a:pt x="18365" y="13333"/>
                </a:lnTo>
                <a:lnTo>
                  <a:pt x="17032" y="15009"/>
                </a:lnTo>
                <a:lnTo>
                  <a:pt x="15601" y="16667"/>
                </a:lnTo>
                <a:lnTo>
                  <a:pt x="14072" y="18311"/>
                </a:lnTo>
                <a:lnTo>
                  <a:pt x="12469" y="19953"/>
                </a:lnTo>
                <a:lnTo>
                  <a:pt x="10800" y="21600"/>
                </a:lnTo>
                <a:lnTo>
                  <a:pt x="7236" y="19138"/>
                </a:lnTo>
                <a:lnTo>
                  <a:pt x="4558" y="17212"/>
                </a:lnTo>
                <a:lnTo>
                  <a:pt x="2635" y="15668"/>
                </a:lnTo>
                <a:lnTo>
                  <a:pt x="1350" y="14342"/>
                </a:lnTo>
                <a:lnTo>
                  <a:pt x="567" y="13084"/>
                </a:lnTo>
                <a:lnTo>
                  <a:pt x="167" y="11729"/>
                </a:lnTo>
                <a:lnTo>
                  <a:pt x="22" y="10120"/>
                </a:lnTo>
                <a:lnTo>
                  <a:pt x="0" y="8100"/>
                </a:lnTo>
                <a:lnTo>
                  <a:pt x="3569" y="8100"/>
                </a:lnTo>
                <a:lnTo>
                  <a:pt x="7160" y="8100"/>
                </a:lnTo>
                <a:lnTo>
                  <a:pt x="10800" y="8100"/>
                </a:lnTo>
                <a:lnTo>
                  <a:pt x="10800" y="6496"/>
                </a:lnTo>
                <a:lnTo>
                  <a:pt x="10800" y="4887"/>
                </a:lnTo>
                <a:lnTo>
                  <a:pt x="10800" y="3272"/>
                </a:lnTo>
                <a:lnTo>
                  <a:pt x="10800" y="1644"/>
                </a:lnTo>
                <a:lnTo>
                  <a:pt x="10800" y="0"/>
                </a:lnTo>
                <a:close/>
              </a:path>
            </a:pathLst>
          </a:custGeom>
          <a:solidFill>
            <a:srgbClr val="EC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2" name="contour_16790"/>
          <p:cNvSpPr/>
          <p:nvPr/>
        </p:nvSpPr>
        <p:spPr>
          <a:xfrm>
            <a:off x="1533565" y="1647086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411" y="0"/>
                </a:lnTo>
                <a:lnTo>
                  <a:pt x="6826" y="0"/>
                </a:lnTo>
                <a:lnTo>
                  <a:pt x="10257" y="0"/>
                </a:lnTo>
                <a:lnTo>
                  <a:pt x="13704" y="0"/>
                </a:lnTo>
                <a:lnTo>
                  <a:pt x="17171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97A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3" name="contour_16791"/>
          <p:cNvSpPr/>
          <p:nvPr/>
        </p:nvSpPr>
        <p:spPr>
          <a:xfrm>
            <a:off x="10410339" y="165437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19591" y="8332"/>
                </a:lnTo>
                <a:lnTo>
                  <a:pt x="17561" y="11194"/>
                </a:lnTo>
                <a:lnTo>
                  <a:pt x="15483" y="13970"/>
                </a:lnTo>
                <a:lnTo>
                  <a:pt x="13319" y="16637"/>
                </a:lnTo>
                <a:lnTo>
                  <a:pt x="11051" y="19192"/>
                </a:lnTo>
                <a:lnTo>
                  <a:pt x="8640" y="21600"/>
                </a:lnTo>
                <a:lnTo>
                  <a:pt x="5620" y="20569"/>
                </a:lnTo>
                <a:lnTo>
                  <a:pt x="3711" y="19661"/>
                </a:lnTo>
                <a:lnTo>
                  <a:pt x="2108" y="1837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D6B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4" name="contour_16792"/>
          <p:cNvSpPr/>
          <p:nvPr/>
        </p:nvSpPr>
        <p:spPr>
          <a:xfrm>
            <a:off x="8420717" y="165437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347" y="1107"/>
                </a:lnTo>
                <a:lnTo>
                  <a:pt x="10337" y="2273"/>
                </a:lnTo>
                <a:lnTo>
                  <a:pt x="12173" y="3559"/>
                </a:lnTo>
                <a:lnTo>
                  <a:pt x="13886" y="5000"/>
                </a:lnTo>
                <a:lnTo>
                  <a:pt x="15500" y="6647"/>
                </a:lnTo>
                <a:lnTo>
                  <a:pt x="17049" y="8543"/>
                </a:lnTo>
                <a:lnTo>
                  <a:pt x="18564" y="10735"/>
                </a:lnTo>
                <a:lnTo>
                  <a:pt x="20069" y="13273"/>
                </a:lnTo>
                <a:lnTo>
                  <a:pt x="21600" y="16200"/>
                </a:lnTo>
                <a:lnTo>
                  <a:pt x="19684" y="17134"/>
                </a:lnTo>
                <a:lnTo>
                  <a:pt x="17777" y="18020"/>
                </a:lnTo>
                <a:lnTo>
                  <a:pt x="15870" y="18846"/>
                </a:lnTo>
                <a:lnTo>
                  <a:pt x="13960" y="19597"/>
                </a:lnTo>
                <a:lnTo>
                  <a:pt x="12040" y="20266"/>
                </a:lnTo>
                <a:lnTo>
                  <a:pt x="10106" y="20828"/>
                </a:lnTo>
                <a:lnTo>
                  <a:pt x="8152" y="21281"/>
                </a:lnTo>
                <a:lnTo>
                  <a:pt x="6171" y="21600"/>
                </a:lnTo>
                <a:lnTo>
                  <a:pt x="3799" y="18581"/>
                </a:lnTo>
                <a:lnTo>
                  <a:pt x="2364" y="16454"/>
                </a:lnTo>
                <a:lnTo>
                  <a:pt x="1290" y="14197"/>
                </a:lnTo>
                <a:lnTo>
                  <a:pt x="0" y="10800"/>
                </a:lnTo>
                <a:lnTo>
                  <a:pt x="2040" y="10800"/>
                </a:lnTo>
                <a:lnTo>
                  <a:pt x="4092" y="10800"/>
                </a:lnTo>
                <a:lnTo>
                  <a:pt x="6171" y="10800"/>
                </a:lnTo>
                <a:lnTo>
                  <a:pt x="6171" y="7231"/>
                </a:lnTo>
                <a:lnTo>
                  <a:pt x="6171" y="3640"/>
                </a:lnTo>
                <a:lnTo>
                  <a:pt x="6171" y="0"/>
                </a:lnTo>
                <a:close/>
              </a:path>
            </a:pathLst>
          </a:custGeom>
          <a:solidFill>
            <a:srgbClr val="DAE0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5" name="contour_16793"/>
          <p:cNvSpPr/>
          <p:nvPr/>
        </p:nvSpPr>
        <p:spPr>
          <a:xfrm>
            <a:off x="1715765" y="1645905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07"/>
                </a:moveTo>
                <a:lnTo>
                  <a:pt x="6156" y="342"/>
                </a:lnTo>
                <a:lnTo>
                  <a:pt x="7970" y="0"/>
                </a:lnTo>
                <a:lnTo>
                  <a:pt x="9904" y="0"/>
                </a:lnTo>
                <a:lnTo>
                  <a:pt x="12823" y="253"/>
                </a:lnTo>
                <a:lnTo>
                  <a:pt x="14058" y="348"/>
                </a:lnTo>
                <a:lnTo>
                  <a:pt x="17788" y="628"/>
                </a:lnTo>
                <a:lnTo>
                  <a:pt x="19681" y="868"/>
                </a:lnTo>
                <a:lnTo>
                  <a:pt x="21600" y="1107"/>
                </a:lnTo>
                <a:lnTo>
                  <a:pt x="20887" y="5164"/>
                </a:lnTo>
                <a:lnTo>
                  <a:pt x="20171" y="9236"/>
                </a:lnTo>
                <a:lnTo>
                  <a:pt x="19454" y="13321"/>
                </a:lnTo>
                <a:lnTo>
                  <a:pt x="18731" y="17440"/>
                </a:lnTo>
                <a:lnTo>
                  <a:pt x="18000" y="21600"/>
                </a:lnTo>
                <a:lnTo>
                  <a:pt x="15772" y="20753"/>
                </a:lnTo>
                <a:lnTo>
                  <a:pt x="13543" y="19906"/>
                </a:lnTo>
                <a:lnTo>
                  <a:pt x="11308" y="19059"/>
                </a:lnTo>
                <a:lnTo>
                  <a:pt x="9068" y="18212"/>
                </a:lnTo>
                <a:lnTo>
                  <a:pt x="6818" y="17358"/>
                </a:lnTo>
                <a:lnTo>
                  <a:pt x="4558" y="16497"/>
                </a:lnTo>
                <a:lnTo>
                  <a:pt x="2286" y="15636"/>
                </a:lnTo>
                <a:lnTo>
                  <a:pt x="0" y="14769"/>
                </a:lnTo>
                <a:lnTo>
                  <a:pt x="893" y="11387"/>
                </a:lnTo>
                <a:lnTo>
                  <a:pt x="1786" y="7986"/>
                </a:lnTo>
                <a:lnTo>
                  <a:pt x="2689" y="4570"/>
                </a:lnTo>
                <a:lnTo>
                  <a:pt x="3600" y="1107"/>
                </a:lnTo>
                <a:close/>
              </a:path>
            </a:pathLst>
          </a:custGeom>
          <a:solidFill>
            <a:srgbClr val="5C5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6" name="contour_16794"/>
          <p:cNvSpPr/>
          <p:nvPr/>
        </p:nvSpPr>
        <p:spPr>
          <a:xfrm>
            <a:off x="1118149" y="1648223"/>
            <a:ext cx="51016" cy="280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009" y="1231"/>
                </a:moveTo>
                <a:lnTo>
                  <a:pt x="17854" y="2388"/>
                </a:lnTo>
                <a:lnTo>
                  <a:pt x="19715" y="3557"/>
                </a:lnTo>
                <a:lnTo>
                  <a:pt x="21600" y="4743"/>
                </a:lnTo>
                <a:lnTo>
                  <a:pt x="19952" y="7535"/>
                </a:lnTo>
                <a:lnTo>
                  <a:pt x="18304" y="10232"/>
                </a:lnTo>
                <a:lnTo>
                  <a:pt x="16629" y="12812"/>
                </a:lnTo>
                <a:lnTo>
                  <a:pt x="14907" y="15256"/>
                </a:lnTo>
                <a:lnTo>
                  <a:pt x="13117" y="17549"/>
                </a:lnTo>
                <a:lnTo>
                  <a:pt x="11241" y="19667"/>
                </a:lnTo>
                <a:lnTo>
                  <a:pt x="9257" y="21600"/>
                </a:lnTo>
                <a:lnTo>
                  <a:pt x="6961" y="19645"/>
                </a:lnTo>
                <a:lnTo>
                  <a:pt x="5314" y="18139"/>
                </a:lnTo>
                <a:lnTo>
                  <a:pt x="4048" y="16768"/>
                </a:lnTo>
                <a:lnTo>
                  <a:pt x="2913" y="15222"/>
                </a:lnTo>
                <a:lnTo>
                  <a:pt x="1648" y="13194"/>
                </a:lnTo>
                <a:lnTo>
                  <a:pt x="0" y="10362"/>
                </a:lnTo>
                <a:lnTo>
                  <a:pt x="2009" y="7327"/>
                </a:lnTo>
                <a:lnTo>
                  <a:pt x="3869" y="4782"/>
                </a:lnTo>
                <a:lnTo>
                  <a:pt x="5650" y="2748"/>
                </a:lnTo>
                <a:lnTo>
                  <a:pt x="7427" y="1253"/>
                </a:lnTo>
                <a:lnTo>
                  <a:pt x="9279" y="332"/>
                </a:lnTo>
                <a:lnTo>
                  <a:pt x="11275" y="0"/>
                </a:lnTo>
                <a:lnTo>
                  <a:pt x="13494" y="292"/>
                </a:lnTo>
                <a:lnTo>
                  <a:pt x="16009" y="1231"/>
                </a:lnTo>
                <a:close/>
              </a:path>
            </a:pathLst>
          </a:custGeom>
          <a:solidFill>
            <a:srgbClr val="7576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7" name="contour_16795"/>
          <p:cNvSpPr/>
          <p:nvPr/>
        </p:nvSpPr>
        <p:spPr>
          <a:xfrm>
            <a:off x="10454067" y="163979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157"/>
                </a:lnTo>
                <a:lnTo>
                  <a:pt x="9763" y="680"/>
                </a:lnTo>
                <a:lnTo>
                  <a:pt x="13228" y="2025"/>
                </a:lnTo>
                <a:lnTo>
                  <a:pt x="14412" y="2473"/>
                </a:lnTo>
                <a:lnTo>
                  <a:pt x="17971" y="3839"/>
                </a:lnTo>
                <a:lnTo>
                  <a:pt x="18874" y="4228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1071" y="8127"/>
                </a:lnTo>
                <a:lnTo>
                  <a:pt x="2143" y="5438"/>
                </a:lnTo>
                <a:lnTo>
                  <a:pt x="3227" y="2738"/>
                </a:lnTo>
                <a:lnTo>
                  <a:pt x="4320" y="0"/>
                </a:lnTo>
                <a:close/>
              </a:path>
            </a:pathLst>
          </a:custGeom>
          <a:solidFill>
            <a:srgbClr val="E6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8" name="contour_16796"/>
          <p:cNvSpPr/>
          <p:nvPr/>
        </p:nvSpPr>
        <p:spPr>
          <a:xfrm>
            <a:off x="7515694" y="1625222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08" y="0"/>
                </a:moveTo>
                <a:lnTo>
                  <a:pt x="21303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03" y="12020"/>
                </a:lnTo>
                <a:lnTo>
                  <a:pt x="20708" y="16200"/>
                </a:lnTo>
                <a:lnTo>
                  <a:pt x="17508" y="17674"/>
                </a:lnTo>
                <a:lnTo>
                  <a:pt x="14283" y="18841"/>
                </a:lnTo>
                <a:lnTo>
                  <a:pt x="11018" y="19764"/>
                </a:lnTo>
                <a:lnTo>
                  <a:pt x="7704" y="20493"/>
                </a:lnTo>
                <a:lnTo>
                  <a:pt x="4335" y="21087"/>
                </a:lnTo>
                <a:lnTo>
                  <a:pt x="892" y="21600"/>
                </a:lnTo>
                <a:lnTo>
                  <a:pt x="297" y="17744"/>
                </a:lnTo>
                <a:lnTo>
                  <a:pt x="0" y="14974"/>
                </a:lnTo>
                <a:lnTo>
                  <a:pt x="0" y="12512"/>
                </a:lnTo>
                <a:lnTo>
                  <a:pt x="297" y="9580"/>
                </a:lnTo>
                <a:lnTo>
                  <a:pt x="892" y="5400"/>
                </a:lnTo>
                <a:lnTo>
                  <a:pt x="4092" y="3926"/>
                </a:lnTo>
                <a:lnTo>
                  <a:pt x="7317" y="2759"/>
                </a:lnTo>
                <a:lnTo>
                  <a:pt x="10582" y="1836"/>
                </a:lnTo>
                <a:lnTo>
                  <a:pt x="13896" y="1107"/>
                </a:lnTo>
                <a:lnTo>
                  <a:pt x="17265" y="513"/>
                </a:lnTo>
                <a:lnTo>
                  <a:pt x="20708" y="0"/>
                </a:lnTo>
                <a:close/>
              </a:path>
            </a:pathLst>
          </a:custGeom>
          <a:solidFill>
            <a:srgbClr val="C06C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799" name="contour_16797"/>
          <p:cNvSpPr/>
          <p:nvPr/>
        </p:nvSpPr>
        <p:spPr>
          <a:xfrm>
            <a:off x="1562717" y="1618204"/>
            <a:ext cx="43728" cy="288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677" y="2186"/>
                </a:moveTo>
                <a:lnTo>
                  <a:pt x="20124" y="3706"/>
                </a:lnTo>
                <a:lnTo>
                  <a:pt x="21600" y="5249"/>
                </a:lnTo>
                <a:lnTo>
                  <a:pt x="20441" y="8873"/>
                </a:lnTo>
                <a:lnTo>
                  <a:pt x="19530" y="11533"/>
                </a:lnTo>
                <a:lnTo>
                  <a:pt x="18673" y="13681"/>
                </a:lnTo>
                <a:lnTo>
                  <a:pt x="17665" y="15768"/>
                </a:lnTo>
                <a:lnTo>
                  <a:pt x="16308" y="18259"/>
                </a:lnTo>
                <a:lnTo>
                  <a:pt x="14400" y="21600"/>
                </a:lnTo>
                <a:lnTo>
                  <a:pt x="11808" y="21327"/>
                </a:lnTo>
                <a:lnTo>
                  <a:pt x="9407" y="20739"/>
                </a:lnTo>
                <a:lnTo>
                  <a:pt x="7110" y="19883"/>
                </a:lnTo>
                <a:lnTo>
                  <a:pt x="4831" y="18798"/>
                </a:lnTo>
                <a:lnTo>
                  <a:pt x="2488" y="17539"/>
                </a:lnTo>
                <a:lnTo>
                  <a:pt x="0" y="16150"/>
                </a:lnTo>
                <a:lnTo>
                  <a:pt x="688" y="13103"/>
                </a:lnTo>
                <a:lnTo>
                  <a:pt x="1292" y="10955"/>
                </a:lnTo>
                <a:lnTo>
                  <a:pt x="2149" y="8677"/>
                </a:lnTo>
                <a:lnTo>
                  <a:pt x="3600" y="5249"/>
                </a:lnTo>
                <a:lnTo>
                  <a:pt x="7398" y="2529"/>
                </a:lnTo>
                <a:lnTo>
                  <a:pt x="10127" y="812"/>
                </a:lnTo>
                <a:lnTo>
                  <a:pt x="12197" y="0"/>
                </a:lnTo>
                <a:lnTo>
                  <a:pt x="14033" y="16"/>
                </a:lnTo>
                <a:lnTo>
                  <a:pt x="16052" y="774"/>
                </a:lnTo>
                <a:lnTo>
                  <a:pt x="18677" y="2186"/>
                </a:lnTo>
                <a:close/>
              </a:path>
            </a:pathLst>
          </a:custGeom>
          <a:solidFill>
            <a:srgbClr val="7979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0" name="contour_16798"/>
          <p:cNvSpPr/>
          <p:nvPr/>
        </p:nvSpPr>
        <p:spPr>
          <a:xfrm>
            <a:off x="3668946" y="1603482"/>
            <a:ext cx="51016" cy="224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286" y="6459"/>
                </a:moveTo>
                <a:lnTo>
                  <a:pt x="20434" y="10155"/>
                </a:lnTo>
                <a:lnTo>
                  <a:pt x="21600" y="13907"/>
                </a:lnTo>
                <a:lnTo>
                  <a:pt x="19749" y="17967"/>
                </a:lnTo>
                <a:lnTo>
                  <a:pt x="18357" y="20127"/>
                </a:lnTo>
                <a:lnTo>
                  <a:pt x="16728" y="21095"/>
                </a:lnTo>
                <a:lnTo>
                  <a:pt x="14163" y="21600"/>
                </a:lnTo>
                <a:lnTo>
                  <a:pt x="12479" y="21523"/>
                </a:lnTo>
                <a:lnTo>
                  <a:pt x="10785" y="21439"/>
                </a:lnTo>
                <a:lnTo>
                  <a:pt x="9066" y="21355"/>
                </a:lnTo>
                <a:lnTo>
                  <a:pt x="7372" y="21298"/>
                </a:lnTo>
                <a:lnTo>
                  <a:pt x="5668" y="21228"/>
                </a:lnTo>
                <a:lnTo>
                  <a:pt x="3940" y="21172"/>
                </a:lnTo>
                <a:lnTo>
                  <a:pt x="1984" y="21046"/>
                </a:lnTo>
                <a:lnTo>
                  <a:pt x="0" y="20920"/>
                </a:lnTo>
                <a:lnTo>
                  <a:pt x="833" y="16284"/>
                </a:lnTo>
                <a:lnTo>
                  <a:pt x="1672" y="12399"/>
                </a:lnTo>
                <a:lnTo>
                  <a:pt x="2681" y="9089"/>
                </a:lnTo>
                <a:lnTo>
                  <a:pt x="4027" y="6178"/>
                </a:lnTo>
                <a:lnTo>
                  <a:pt x="5869" y="3499"/>
                </a:lnTo>
                <a:lnTo>
                  <a:pt x="9106" y="1641"/>
                </a:lnTo>
                <a:lnTo>
                  <a:pt x="11513" y="456"/>
                </a:lnTo>
                <a:lnTo>
                  <a:pt x="13321" y="0"/>
                </a:lnTo>
                <a:lnTo>
                  <a:pt x="14768" y="316"/>
                </a:lnTo>
                <a:lnTo>
                  <a:pt x="16089" y="1466"/>
                </a:lnTo>
                <a:lnTo>
                  <a:pt x="17515" y="3492"/>
                </a:lnTo>
                <a:lnTo>
                  <a:pt x="19286" y="6459"/>
                </a:lnTo>
                <a:close/>
              </a:path>
            </a:pathLst>
          </a:custGeom>
          <a:solidFill>
            <a:srgbClr val="9C9F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1" name="contour_16799"/>
          <p:cNvSpPr/>
          <p:nvPr/>
        </p:nvSpPr>
        <p:spPr>
          <a:xfrm>
            <a:off x="10344747" y="156691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790" y="3665"/>
                </a:lnTo>
                <a:lnTo>
                  <a:pt x="13306" y="6653"/>
                </a:lnTo>
                <a:lnTo>
                  <a:pt x="16043" y="9086"/>
                </a:lnTo>
                <a:lnTo>
                  <a:pt x="18101" y="11102"/>
                </a:lnTo>
                <a:lnTo>
                  <a:pt x="19575" y="12823"/>
                </a:lnTo>
                <a:lnTo>
                  <a:pt x="20563" y="14386"/>
                </a:lnTo>
                <a:lnTo>
                  <a:pt x="21163" y="15916"/>
                </a:lnTo>
                <a:lnTo>
                  <a:pt x="21470" y="17539"/>
                </a:lnTo>
                <a:lnTo>
                  <a:pt x="21584" y="19393"/>
                </a:lnTo>
                <a:lnTo>
                  <a:pt x="21600" y="21600"/>
                </a:lnTo>
                <a:lnTo>
                  <a:pt x="18036" y="21006"/>
                </a:lnTo>
                <a:lnTo>
                  <a:pt x="14467" y="20412"/>
                </a:lnTo>
                <a:lnTo>
                  <a:pt x="10881" y="19814"/>
                </a:lnTo>
                <a:lnTo>
                  <a:pt x="7279" y="19213"/>
                </a:lnTo>
                <a:lnTo>
                  <a:pt x="3656" y="18608"/>
                </a:lnTo>
                <a:lnTo>
                  <a:pt x="0" y="18000"/>
                </a:lnTo>
                <a:lnTo>
                  <a:pt x="670" y="15772"/>
                </a:lnTo>
                <a:lnTo>
                  <a:pt x="1339" y="13543"/>
                </a:lnTo>
                <a:lnTo>
                  <a:pt x="2009" y="11308"/>
                </a:lnTo>
                <a:lnTo>
                  <a:pt x="2678" y="9068"/>
                </a:lnTo>
                <a:lnTo>
                  <a:pt x="3353" y="6818"/>
                </a:lnTo>
                <a:lnTo>
                  <a:pt x="4034" y="4558"/>
                </a:lnTo>
                <a:lnTo>
                  <a:pt x="4714" y="2286"/>
                </a:lnTo>
                <a:lnTo>
                  <a:pt x="5400" y="0"/>
                </a:lnTo>
                <a:close/>
              </a:path>
            </a:pathLst>
          </a:custGeom>
          <a:solidFill>
            <a:srgbClr val="E5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2" name="contour_16800"/>
          <p:cNvSpPr/>
          <p:nvPr/>
        </p:nvSpPr>
        <p:spPr>
          <a:xfrm>
            <a:off x="1883389" y="1574206"/>
            <a:ext cx="43728" cy="3173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091"/>
                </a:lnTo>
                <a:lnTo>
                  <a:pt x="4756" y="2182"/>
                </a:lnTo>
                <a:lnTo>
                  <a:pt x="7135" y="3278"/>
                </a:lnTo>
                <a:lnTo>
                  <a:pt x="9522" y="4375"/>
                </a:lnTo>
                <a:lnTo>
                  <a:pt x="11916" y="5471"/>
                </a:lnTo>
                <a:lnTo>
                  <a:pt x="14321" y="6577"/>
                </a:lnTo>
                <a:lnTo>
                  <a:pt x="16733" y="7683"/>
                </a:lnTo>
                <a:lnTo>
                  <a:pt x="19159" y="8799"/>
                </a:lnTo>
                <a:lnTo>
                  <a:pt x="21600" y="9920"/>
                </a:lnTo>
                <a:lnTo>
                  <a:pt x="19814" y="14775"/>
                </a:lnTo>
                <a:lnTo>
                  <a:pt x="18562" y="17806"/>
                </a:lnTo>
                <a:lnTo>
                  <a:pt x="17500" y="19566"/>
                </a:lnTo>
                <a:lnTo>
                  <a:pt x="16301" y="20613"/>
                </a:lnTo>
                <a:lnTo>
                  <a:pt x="14623" y="21506"/>
                </a:lnTo>
                <a:lnTo>
                  <a:pt x="12269" y="21600"/>
                </a:lnTo>
                <a:lnTo>
                  <a:pt x="10084" y="21570"/>
                </a:lnTo>
                <a:lnTo>
                  <a:pt x="7974" y="21332"/>
                </a:lnTo>
                <a:lnTo>
                  <a:pt x="5846" y="20782"/>
                </a:lnTo>
                <a:lnTo>
                  <a:pt x="3600" y="19839"/>
                </a:lnTo>
                <a:lnTo>
                  <a:pt x="2470" y="16576"/>
                </a:lnTo>
                <a:lnTo>
                  <a:pt x="1656" y="13431"/>
                </a:lnTo>
                <a:lnTo>
                  <a:pt x="1080" y="10302"/>
                </a:lnTo>
                <a:lnTo>
                  <a:pt x="662" y="7088"/>
                </a:lnTo>
                <a:lnTo>
                  <a:pt x="328" y="3685"/>
                </a:lnTo>
                <a:lnTo>
                  <a:pt x="0" y="0"/>
                </a:lnTo>
                <a:close/>
              </a:path>
            </a:pathLst>
          </a:custGeom>
          <a:solidFill>
            <a:srgbClr val="F9F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3" name="contour_16801"/>
          <p:cNvSpPr/>
          <p:nvPr/>
        </p:nvSpPr>
        <p:spPr>
          <a:xfrm>
            <a:off x="11284898" y="1566918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259" y="21600"/>
                </a:lnTo>
                <a:lnTo>
                  <a:pt x="13844" y="21600"/>
                </a:lnTo>
                <a:lnTo>
                  <a:pt x="10412" y="21600"/>
                </a:lnTo>
                <a:lnTo>
                  <a:pt x="6966" y="21600"/>
                </a:lnTo>
                <a:lnTo>
                  <a:pt x="3498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9A9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4" name="contour_16802"/>
          <p:cNvSpPr/>
          <p:nvPr/>
        </p:nvSpPr>
        <p:spPr>
          <a:xfrm>
            <a:off x="8041741" y="1552342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70" y="0"/>
                </a:move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8144" y="17350"/>
                </a:lnTo>
                <a:lnTo>
                  <a:pt x="15606" y="18311"/>
                </a:lnTo>
                <a:lnTo>
                  <a:pt x="13055" y="19116"/>
                </a:lnTo>
                <a:lnTo>
                  <a:pt x="10488" y="19786"/>
                </a:lnTo>
                <a:lnTo>
                  <a:pt x="7900" y="20347"/>
                </a:lnTo>
                <a:lnTo>
                  <a:pt x="5291" y="20817"/>
                </a:lnTo>
                <a:lnTo>
                  <a:pt x="2658" y="21227"/>
                </a:lnTo>
                <a:lnTo>
                  <a:pt x="0" y="21600"/>
                </a:lnTo>
                <a:lnTo>
                  <a:pt x="1554" y="18047"/>
                </a:lnTo>
                <a:lnTo>
                  <a:pt x="3014" y="14888"/>
                </a:lnTo>
                <a:lnTo>
                  <a:pt x="4469" y="12085"/>
                </a:lnTo>
                <a:lnTo>
                  <a:pt x="6019" y="9590"/>
                </a:lnTo>
                <a:lnTo>
                  <a:pt x="7751" y="7349"/>
                </a:lnTo>
                <a:lnTo>
                  <a:pt x="9760" y="5314"/>
                </a:lnTo>
                <a:lnTo>
                  <a:pt x="12141" y="3445"/>
                </a:lnTo>
                <a:lnTo>
                  <a:pt x="14986" y="1685"/>
                </a:lnTo>
                <a:lnTo>
                  <a:pt x="17809" y="848"/>
                </a:lnTo>
                <a:lnTo>
                  <a:pt x="20670" y="0"/>
                </a:lnTo>
                <a:close/>
              </a:path>
            </a:pathLst>
          </a:custGeom>
          <a:solidFill>
            <a:srgbClr val="4B48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5" name="contour_16803"/>
          <p:cNvSpPr/>
          <p:nvPr/>
        </p:nvSpPr>
        <p:spPr>
          <a:xfrm>
            <a:off x="4609097" y="1558369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404" y="21001"/>
                </a:lnTo>
                <a:lnTo>
                  <a:pt x="17208" y="20375"/>
                </a:lnTo>
                <a:lnTo>
                  <a:pt x="15016" y="19721"/>
                </a:lnTo>
                <a:lnTo>
                  <a:pt x="12823" y="19047"/>
                </a:lnTo>
                <a:lnTo>
                  <a:pt x="10375" y="18332"/>
                </a:lnTo>
                <a:lnTo>
                  <a:pt x="7888" y="17611"/>
                </a:lnTo>
                <a:lnTo>
                  <a:pt x="5371" y="15868"/>
                </a:lnTo>
                <a:lnTo>
                  <a:pt x="3838" y="14262"/>
                </a:lnTo>
                <a:lnTo>
                  <a:pt x="2664" y="11852"/>
                </a:lnTo>
                <a:lnTo>
                  <a:pt x="1224" y="7720"/>
                </a:lnTo>
                <a:lnTo>
                  <a:pt x="619" y="4472"/>
                </a:lnTo>
                <a:lnTo>
                  <a:pt x="0" y="1178"/>
                </a:lnTo>
                <a:close/>
              </a:path>
            </a:pathLst>
          </a:custGeom>
          <a:solidFill>
            <a:srgbClr val="4356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6" name="contour_16804"/>
          <p:cNvSpPr/>
          <p:nvPr/>
        </p:nvSpPr>
        <p:spPr>
          <a:xfrm>
            <a:off x="6766343" y="1530478"/>
            <a:ext cx="230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1" y="0"/>
                </a:moveTo>
                <a:lnTo>
                  <a:pt x="11101" y="616"/>
                </a:lnTo>
                <a:lnTo>
                  <a:pt x="13942" y="1199"/>
                </a:lnTo>
                <a:lnTo>
                  <a:pt x="16647" y="2081"/>
                </a:lnTo>
                <a:lnTo>
                  <a:pt x="20493" y="3600"/>
                </a:lnTo>
                <a:lnTo>
                  <a:pt x="21258" y="6156"/>
                </a:lnTo>
                <a:lnTo>
                  <a:pt x="21600" y="7970"/>
                </a:lnTo>
                <a:lnTo>
                  <a:pt x="21600" y="9904"/>
                </a:lnTo>
                <a:lnTo>
                  <a:pt x="21347" y="12823"/>
                </a:lnTo>
                <a:lnTo>
                  <a:pt x="21163" y="15289"/>
                </a:lnTo>
                <a:lnTo>
                  <a:pt x="20972" y="17788"/>
                </a:lnTo>
                <a:lnTo>
                  <a:pt x="20732" y="19681"/>
                </a:lnTo>
                <a:lnTo>
                  <a:pt x="20493" y="21600"/>
                </a:lnTo>
                <a:lnTo>
                  <a:pt x="14222" y="20275"/>
                </a:lnTo>
                <a:lnTo>
                  <a:pt x="10213" y="19249"/>
                </a:lnTo>
                <a:lnTo>
                  <a:pt x="7671" y="18191"/>
                </a:lnTo>
                <a:lnTo>
                  <a:pt x="5793" y="16758"/>
                </a:lnTo>
                <a:lnTo>
                  <a:pt x="3764" y="14623"/>
                </a:lnTo>
                <a:lnTo>
                  <a:pt x="3354" y="13673"/>
                </a:lnTo>
                <a:lnTo>
                  <a:pt x="2131" y="10800"/>
                </a:lnTo>
                <a:lnTo>
                  <a:pt x="1250" y="8903"/>
                </a:lnTo>
                <a:lnTo>
                  <a:pt x="348" y="6977"/>
                </a:lnTo>
                <a:lnTo>
                  <a:pt x="171" y="5299"/>
                </a:lnTo>
                <a:lnTo>
                  <a:pt x="0" y="3600"/>
                </a:lnTo>
                <a:lnTo>
                  <a:pt x="3388" y="1814"/>
                </a:lnTo>
                <a:lnTo>
                  <a:pt x="6831" y="0"/>
                </a:lnTo>
                <a:close/>
              </a:path>
            </a:pathLst>
          </a:custGeom>
          <a:solidFill>
            <a:srgbClr val="C4CD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7" name="contour_16805"/>
          <p:cNvSpPr/>
          <p:nvPr/>
        </p:nvSpPr>
        <p:spPr>
          <a:xfrm>
            <a:off x="1045269" y="154505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09" y="4018"/>
                </a:lnTo>
                <a:lnTo>
                  <a:pt x="19850" y="6869"/>
                </a:lnTo>
                <a:lnTo>
                  <a:pt x="20398" y="9331"/>
                </a:lnTo>
                <a:lnTo>
                  <a:pt x="20923" y="12182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1130" y="15201"/>
                </a:lnTo>
                <a:lnTo>
                  <a:pt x="2012" y="10773"/>
                </a:lnTo>
                <a:lnTo>
                  <a:pt x="2848" y="7760"/>
                </a:lnTo>
                <a:lnTo>
                  <a:pt x="3823" y="5611"/>
                </a:lnTo>
                <a:lnTo>
                  <a:pt x="5134" y="3769"/>
                </a:lnTo>
                <a:lnTo>
                  <a:pt x="6977" y="1685"/>
                </a:lnTo>
                <a:lnTo>
                  <a:pt x="8899" y="864"/>
                </a:lnTo>
                <a:lnTo>
                  <a:pt x="10436" y="362"/>
                </a:lnTo>
                <a:lnTo>
                  <a:pt x="12110" y="108"/>
                </a:lnTo>
                <a:lnTo>
                  <a:pt x="14458" y="11"/>
                </a:lnTo>
                <a:lnTo>
                  <a:pt x="18000" y="0"/>
                </a:lnTo>
                <a:close/>
              </a:path>
            </a:pathLst>
          </a:custGeom>
          <a:solidFill>
            <a:srgbClr val="3A39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8" name="contour_16806"/>
          <p:cNvSpPr/>
          <p:nvPr/>
        </p:nvSpPr>
        <p:spPr>
          <a:xfrm>
            <a:off x="8500885" y="1515902"/>
            <a:ext cx="29290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749" y="0"/>
                </a:moveTo>
                <a:lnTo>
                  <a:pt x="13409" y="1034"/>
                </a:lnTo>
                <a:lnTo>
                  <a:pt x="16086" y="2068"/>
                </a:lnTo>
                <a:lnTo>
                  <a:pt x="18773" y="3115"/>
                </a:lnTo>
                <a:lnTo>
                  <a:pt x="21498" y="4170"/>
                </a:lnTo>
                <a:lnTo>
                  <a:pt x="21600" y="7156"/>
                </a:lnTo>
                <a:lnTo>
                  <a:pt x="21267" y="10033"/>
                </a:lnTo>
                <a:lnTo>
                  <a:pt x="20530" y="12814"/>
                </a:lnTo>
                <a:lnTo>
                  <a:pt x="19407" y="15533"/>
                </a:lnTo>
                <a:lnTo>
                  <a:pt x="17929" y="18202"/>
                </a:lnTo>
                <a:lnTo>
                  <a:pt x="16123" y="20849"/>
                </a:lnTo>
                <a:lnTo>
                  <a:pt x="11964" y="21350"/>
                </a:lnTo>
                <a:lnTo>
                  <a:pt x="9045" y="21600"/>
                </a:lnTo>
                <a:lnTo>
                  <a:pt x="6594" y="21600"/>
                </a:lnTo>
                <a:lnTo>
                  <a:pt x="3837" y="21350"/>
                </a:lnTo>
                <a:lnTo>
                  <a:pt x="0" y="20849"/>
                </a:lnTo>
                <a:lnTo>
                  <a:pt x="1333" y="18268"/>
                </a:lnTo>
                <a:lnTo>
                  <a:pt x="2660" y="15687"/>
                </a:lnTo>
                <a:lnTo>
                  <a:pt x="3999" y="13098"/>
                </a:lnTo>
                <a:lnTo>
                  <a:pt x="5337" y="10504"/>
                </a:lnTo>
                <a:lnTo>
                  <a:pt x="6675" y="7898"/>
                </a:lnTo>
                <a:lnTo>
                  <a:pt x="8024" y="5279"/>
                </a:lnTo>
                <a:lnTo>
                  <a:pt x="9384" y="2648"/>
                </a:lnTo>
                <a:lnTo>
                  <a:pt x="10749" y="0"/>
                </a:lnTo>
                <a:close/>
              </a:path>
            </a:pathLst>
          </a:custGeom>
          <a:solidFill>
            <a:srgbClr val="DFEA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09" name="contour_16807"/>
          <p:cNvSpPr/>
          <p:nvPr/>
        </p:nvSpPr>
        <p:spPr>
          <a:xfrm>
            <a:off x="1650173" y="149403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553"/>
                </a:lnTo>
                <a:lnTo>
                  <a:pt x="15865" y="1054"/>
                </a:lnTo>
                <a:lnTo>
                  <a:pt x="17507" y="1711"/>
                </a:lnTo>
                <a:lnTo>
                  <a:pt x="19246" y="2730"/>
                </a:lnTo>
                <a:lnTo>
                  <a:pt x="21600" y="4320"/>
                </a:lnTo>
                <a:lnTo>
                  <a:pt x="19930" y="6566"/>
                </a:lnTo>
                <a:lnTo>
                  <a:pt x="18248" y="8800"/>
                </a:lnTo>
                <a:lnTo>
                  <a:pt x="16553" y="11020"/>
                </a:lnTo>
                <a:lnTo>
                  <a:pt x="14850" y="13228"/>
                </a:lnTo>
                <a:lnTo>
                  <a:pt x="13597" y="14882"/>
                </a:lnTo>
                <a:lnTo>
                  <a:pt x="12334" y="16554"/>
                </a:lnTo>
                <a:lnTo>
                  <a:pt x="11052" y="18243"/>
                </a:lnTo>
                <a:lnTo>
                  <a:pt x="9140" y="19907"/>
                </a:lnTo>
                <a:lnTo>
                  <a:pt x="7200" y="21600"/>
                </a:lnTo>
                <a:lnTo>
                  <a:pt x="4792" y="20611"/>
                </a:lnTo>
                <a:lnTo>
                  <a:pt x="3240" y="19833"/>
                </a:lnTo>
                <a:lnTo>
                  <a:pt x="1868" y="18857"/>
                </a:lnTo>
                <a:lnTo>
                  <a:pt x="0" y="17280"/>
                </a:lnTo>
                <a:lnTo>
                  <a:pt x="1364" y="14606"/>
                </a:lnTo>
                <a:lnTo>
                  <a:pt x="2750" y="11988"/>
                </a:lnTo>
                <a:lnTo>
                  <a:pt x="4180" y="9435"/>
                </a:lnTo>
                <a:lnTo>
                  <a:pt x="5677" y="6955"/>
                </a:lnTo>
                <a:lnTo>
                  <a:pt x="7261" y="4549"/>
                </a:lnTo>
                <a:lnTo>
                  <a:pt x="8964" y="2229"/>
                </a:lnTo>
                <a:lnTo>
                  <a:pt x="10800" y="0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0" name="contour_16808"/>
          <p:cNvSpPr/>
          <p:nvPr/>
        </p:nvSpPr>
        <p:spPr>
          <a:xfrm>
            <a:off x="1081709" y="1502201"/>
            <a:ext cx="58304" cy="282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88" y="4554"/>
                </a:moveTo>
                <a:lnTo>
                  <a:pt x="19113" y="6508"/>
                </a:lnTo>
                <a:lnTo>
                  <a:pt x="20347" y="8473"/>
                </a:lnTo>
                <a:lnTo>
                  <a:pt x="21600" y="10466"/>
                </a:lnTo>
                <a:lnTo>
                  <a:pt x="19815" y="10466"/>
                </a:lnTo>
                <a:lnTo>
                  <a:pt x="18020" y="10466"/>
                </a:lnTo>
                <a:lnTo>
                  <a:pt x="16200" y="10466"/>
                </a:lnTo>
                <a:lnTo>
                  <a:pt x="15576" y="13294"/>
                </a:lnTo>
                <a:lnTo>
                  <a:pt x="14944" y="16167"/>
                </a:lnTo>
                <a:lnTo>
                  <a:pt x="14585" y="17514"/>
                </a:lnTo>
                <a:lnTo>
                  <a:pt x="13500" y="21600"/>
                </a:lnTo>
                <a:lnTo>
                  <a:pt x="11583" y="21494"/>
                </a:lnTo>
                <a:lnTo>
                  <a:pt x="10222" y="21238"/>
                </a:lnTo>
                <a:lnTo>
                  <a:pt x="8772" y="20648"/>
                </a:lnTo>
                <a:lnTo>
                  <a:pt x="6580" y="19512"/>
                </a:lnTo>
                <a:lnTo>
                  <a:pt x="4733" y="18588"/>
                </a:lnTo>
                <a:lnTo>
                  <a:pt x="2859" y="17647"/>
                </a:lnTo>
                <a:lnTo>
                  <a:pt x="1439" y="16846"/>
                </a:lnTo>
                <a:lnTo>
                  <a:pt x="0" y="16033"/>
                </a:lnTo>
                <a:lnTo>
                  <a:pt x="1342" y="14151"/>
                </a:lnTo>
                <a:lnTo>
                  <a:pt x="2689" y="12281"/>
                </a:lnTo>
                <a:lnTo>
                  <a:pt x="4037" y="10421"/>
                </a:lnTo>
                <a:lnTo>
                  <a:pt x="5389" y="8573"/>
                </a:lnTo>
                <a:lnTo>
                  <a:pt x="6742" y="6731"/>
                </a:lnTo>
                <a:lnTo>
                  <a:pt x="8100" y="4899"/>
                </a:lnTo>
                <a:lnTo>
                  <a:pt x="9439" y="2822"/>
                </a:lnTo>
                <a:lnTo>
                  <a:pt x="10800" y="724"/>
                </a:lnTo>
                <a:lnTo>
                  <a:pt x="12431" y="0"/>
                </a:lnTo>
                <a:lnTo>
                  <a:pt x="13711" y="156"/>
                </a:lnTo>
                <a:lnTo>
                  <a:pt x="15309" y="1553"/>
                </a:lnTo>
                <a:lnTo>
                  <a:pt x="17888" y="4554"/>
                </a:lnTo>
                <a:close/>
              </a:path>
            </a:pathLst>
          </a:custGeom>
          <a:solidFill>
            <a:srgbClr val="7978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1" name="contour_16809"/>
          <p:cNvSpPr/>
          <p:nvPr/>
        </p:nvSpPr>
        <p:spPr>
          <a:xfrm>
            <a:off x="1081709" y="148675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670"/>
                </a:lnTo>
                <a:lnTo>
                  <a:pt x="5551" y="1345"/>
                </a:lnTo>
                <a:lnTo>
                  <a:pt x="8372" y="2025"/>
                </a:lnTo>
                <a:lnTo>
                  <a:pt x="9539" y="2311"/>
                </a:lnTo>
                <a:lnTo>
                  <a:pt x="13077" y="3164"/>
                </a:lnTo>
                <a:lnTo>
                  <a:pt x="15163" y="4342"/>
                </a:lnTo>
                <a:lnTo>
                  <a:pt x="16649" y="5611"/>
                </a:lnTo>
                <a:lnTo>
                  <a:pt x="17945" y="7592"/>
                </a:lnTo>
                <a:lnTo>
                  <a:pt x="19457" y="10913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1AD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2" name="contour_16810"/>
          <p:cNvSpPr/>
          <p:nvPr/>
        </p:nvSpPr>
        <p:spPr>
          <a:xfrm>
            <a:off x="8063605" y="1457598"/>
            <a:ext cx="43728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8784" y="1697"/>
                </a:lnTo>
                <a:lnTo>
                  <a:pt x="10368" y="3397"/>
                </a:lnTo>
                <a:lnTo>
                  <a:pt x="11956" y="5098"/>
                </a:lnTo>
                <a:lnTo>
                  <a:pt x="13550" y="6801"/>
                </a:lnTo>
                <a:lnTo>
                  <a:pt x="15145" y="8513"/>
                </a:lnTo>
                <a:lnTo>
                  <a:pt x="16747" y="10229"/>
                </a:lnTo>
                <a:lnTo>
                  <a:pt x="18356" y="11954"/>
                </a:lnTo>
                <a:lnTo>
                  <a:pt x="19973" y="13685"/>
                </a:lnTo>
                <a:lnTo>
                  <a:pt x="21600" y="15429"/>
                </a:lnTo>
                <a:lnTo>
                  <a:pt x="19818" y="16956"/>
                </a:lnTo>
                <a:lnTo>
                  <a:pt x="18025" y="18493"/>
                </a:lnTo>
                <a:lnTo>
                  <a:pt x="16225" y="20036"/>
                </a:lnTo>
                <a:lnTo>
                  <a:pt x="14400" y="21600"/>
                </a:lnTo>
                <a:lnTo>
                  <a:pt x="14400" y="19560"/>
                </a:lnTo>
                <a:lnTo>
                  <a:pt x="14400" y="17508"/>
                </a:lnTo>
                <a:lnTo>
                  <a:pt x="14400" y="15429"/>
                </a:lnTo>
                <a:lnTo>
                  <a:pt x="12517" y="14275"/>
                </a:lnTo>
                <a:lnTo>
                  <a:pt x="11138" y="13531"/>
                </a:lnTo>
                <a:lnTo>
                  <a:pt x="9590" y="12864"/>
                </a:lnTo>
                <a:lnTo>
                  <a:pt x="7200" y="11957"/>
                </a:lnTo>
                <a:lnTo>
                  <a:pt x="5191" y="11180"/>
                </a:lnTo>
                <a:lnTo>
                  <a:pt x="3150" y="10390"/>
                </a:lnTo>
                <a:lnTo>
                  <a:pt x="1584" y="9828"/>
                </a:lnTo>
                <a:lnTo>
                  <a:pt x="0" y="9257"/>
                </a:lnTo>
                <a:lnTo>
                  <a:pt x="2380" y="9257"/>
                </a:lnTo>
                <a:lnTo>
                  <a:pt x="4774" y="9257"/>
                </a:lnTo>
                <a:lnTo>
                  <a:pt x="7200" y="9257"/>
                </a:lnTo>
                <a:lnTo>
                  <a:pt x="7200" y="7424"/>
                </a:lnTo>
                <a:lnTo>
                  <a:pt x="7200" y="5585"/>
                </a:lnTo>
                <a:lnTo>
                  <a:pt x="7200" y="3740"/>
                </a:lnTo>
                <a:lnTo>
                  <a:pt x="7200" y="1879"/>
                </a:lnTo>
                <a:lnTo>
                  <a:pt x="7200" y="0"/>
                </a:lnTo>
                <a:close/>
              </a:path>
            </a:pathLst>
          </a:custGeom>
          <a:solidFill>
            <a:srgbClr val="E9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3" name="contour_16811"/>
          <p:cNvSpPr/>
          <p:nvPr/>
        </p:nvSpPr>
        <p:spPr>
          <a:xfrm>
            <a:off x="2174908" y="1450310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948" y="0"/>
                </a:lnTo>
                <a:lnTo>
                  <a:pt x="5900" y="0"/>
                </a:lnTo>
                <a:lnTo>
                  <a:pt x="8861" y="0"/>
                </a:lnTo>
                <a:lnTo>
                  <a:pt x="11834" y="0"/>
                </a:lnTo>
                <a:lnTo>
                  <a:pt x="14820" y="0"/>
                </a:lnTo>
                <a:lnTo>
                  <a:pt x="17822" y="0"/>
                </a:lnTo>
                <a:lnTo>
                  <a:pt x="20849" y="0"/>
                </a:lnTo>
                <a:lnTo>
                  <a:pt x="2135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50" y="12020"/>
                </a:lnTo>
                <a:lnTo>
                  <a:pt x="20849" y="16200"/>
                </a:lnTo>
                <a:lnTo>
                  <a:pt x="18114" y="17696"/>
                </a:lnTo>
                <a:lnTo>
                  <a:pt x="15424" y="18835"/>
                </a:lnTo>
                <a:lnTo>
                  <a:pt x="12735" y="19710"/>
                </a:lnTo>
                <a:lnTo>
                  <a:pt x="9995" y="20401"/>
                </a:lnTo>
                <a:lnTo>
                  <a:pt x="7160" y="21006"/>
                </a:lnTo>
                <a:lnTo>
                  <a:pt x="4170" y="21600"/>
                </a:lnTo>
                <a:lnTo>
                  <a:pt x="3482" y="18036"/>
                </a:lnTo>
                <a:lnTo>
                  <a:pt x="2794" y="14467"/>
                </a:lnTo>
                <a:lnTo>
                  <a:pt x="2102" y="10881"/>
                </a:lnTo>
                <a:lnTo>
                  <a:pt x="1405" y="7279"/>
                </a:lnTo>
                <a:lnTo>
                  <a:pt x="705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6D4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4" name="contour_16812"/>
          <p:cNvSpPr/>
          <p:nvPr/>
        </p:nvSpPr>
        <p:spPr>
          <a:xfrm>
            <a:off x="1693901" y="1399294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713"/>
                </a:lnTo>
                <a:lnTo>
                  <a:pt x="8568" y="1429"/>
                </a:lnTo>
                <a:lnTo>
                  <a:pt x="12874" y="2146"/>
                </a:lnTo>
                <a:lnTo>
                  <a:pt x="17215" y="2869"/>
                </a:lnTo>
                <a:lnTo>
                  <a:pt x="21600" y="3600"/>
                </a:lnTo>
                <a:lnTo>
                  <a:pt x="20974" y="5854"/>
                </a:lnTo>
                <a:lnTo>
                  <a:pt x="20304" y="8104"/>
                </a:lnTo>
                <a:lnTo>
                  <a:pt x="19613" y="10354"/>
                </a:lnTo>
                <a:lnTo>
                  <a:pt x="18900" y="12600"/>
                </a:lnTo>
                <a:lnTo>
                  <a:pt x="18144" y="15113"/>
                </a:lnTo>
                <a:lnTo>
                  <a:pt x="17381" y="17662"/>
                </a:lnTo>
                <a:lnTo>
                  <a:pt x="15898" y="19616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9B8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5" name="contour_16813"/>
          <p:cNvSpPr/>
          <p:nvPr/>
        </p:nvSpPr>
        <p:spPr>
          <a:xfrm>
            <a:off x="11685737" y="1406582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343" y="4759"/>
                </a:lnTo>
                <a:lnTo>
                  <a:pt x="12343" y="9547"/>
                </a:lnTo>
                <a:lnTo>
                  <a:pt x="12343" y="14400"/>
                </a:lnTo>
                <a:lnTo>
                  <a:pt x="14176" y="15826"/>
                </a:lnTo>
                <a:lnTo>
                  <a:pt x="16015" y="17258"/>
                </a:lnTo>
                <a:lnTo>
                  <a:pt x="17860" y="18691"/>
                </a:lnTo>
                <a:lnTo>
                  <a:pt x="19721" y="20138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067" y="4090"/>
                </a:lnTo>
                <a:lnTo>
                  <a:pt x="3919" y="2038"/>
                </a:lnTo>
                <a:lnTo>
                  <a:pt x="5715" y="814"/>
                </a:lnTo>
                <a:lnTo>
                  <a:pt x="7612" y="216"/>
                </a:lnTo>
                <a:lnTo>
                  <a:pt x="9769" y="14"/>
                </a:lnTo>
                <a:lnTo>
                  <a:pt x="12343" y="0"/>
                </a:lnTo>
                <a:close/>
              </a:path>
            </a:pathLst>
          </a:custGeom>
          <a:solidFill>
            <a:srgbClr val="A8BD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6" name="contour_16814"/>
          <p:cNvSpPr/>
          <p:nvPr/>
        </p:nvSpPr>
        <p:spPr>
          <a:xfrm>
            <a:off x="9812723" y="139929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703" y="2911"/>
                </a:lnTo>
                <a:lnTo>
                  <a:pt x="16855" y="5881"/>
                </a:lnTo>
                <a:lnTo>
                  <a:pt x="17892" y="8915"/>
                </a:lnTo>
                <a:lnTo>
                  <a:pt x="18850" y="12004"/>
                </a:lnTo>
                <a:lnTo>
                  <a:pt x="19764" y="15147"/>
                </a:lnTo>
                <a:lnTo>
                  <a:pt x="20668" y="18349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412" y="3067"/>
                </a:lnTo>
                <a:lnTo>
                  <a:pt x="4572" y="1528"/>
                </a:lnTo>
                <a:lnTo>
                  <a:pt x="6667" y="610"/>
                </a:lnTo>
                <a:lnTo>
                  <a:pt x="8881" y="162"/>
                </a:lnTo>
                <a:lnTo>
                  <a:pt x="11398" y="11"/>
                </a:lnTo>
                <a:lnTo>
                  <a:pt x="14400" y="0"/>
                </a:lnTo>
                <a:close/>
              </a:path>
            </a:pathLst>
          </a:custGeom>
          <a:solidFill>
            <a:srgbClr val="C7D9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7" name="contour_16815"/>
          <p:cNvSpPr/>
          <p:nvPr/>
        </p:nvSpPr>
        <p:spPr>
          <a:xfrm>
            <a:off x="5192137" y="1399294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0"/>
                </a:lnTo>
                <a:lnTo>
                  <a:pt x="16015" y="0"/>
                </a:lnTo>
                <a:lnTo>
                  <a:pt x="17860" y="0"/>
                </a:lnTo>
                <a:lnTo>
                  <a:pt x="19721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929" y="20758"/>
                </a:lnTo>
                <a:lnTo>
                  <a:pt x="3857" y="19915"/>
                </a:lnTo>
                <a:lnTo>
                  <a:pt x="5786" y="19066"/>
                </a:lnTo>
                <a:lnTo>
                  <a:pt x="7714" y="18223"/>
                </a:lnTo>
                <a:lnTo>
                  <a:pt x="9643" y="17381"/>
                </a:lnTo>
                <a:lnTo>
                  <a:pt x="10982" y="15898"/>
                </a:lnTo>
                <a:lnTo>
                  <a:pt x="12343" y="14400"/>
                </a:lnTo>
                <a:lnTo>
                  <a:pt x="12343" y="9641"/>
                </a:lnTo>
                <a:lnTo>
                  <a:pt x="12343" y="4853"/>
                </a:lnTo>
                <a:lnTo>
                  <a:pt x="12343" y="0"/>
                </a:lnTo>
                <a:close/>
              </a:path>
            </a:pathLst>
          </a:custGeom>
          <a:solidFill>
            <a:srgbClr val="4664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8" name="contour_16816"/>
          <p:cNvSpPr/>
          <p:nvPr/>
        </p:nvSpPr>
        <p:spPr>
          <a:xfrm>
            <a:off x="2100192" y="1362854"/>
            <a:ext cx="2370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74" y="0"/>
                </a:moveTo>
                <a:lnTo>
                  <a:pt x="3979" y="1787"/>
                </a:lnTo>
                <a:lnTo>
                  <a:pt x="6157" y="3548"/>
                </a:lnTo>
                <a:lnTo>
                  <a:pt x="8203" y="5292"/>
                </a:lnTo>
                <a:lnTo>
                  <a:pt x="10123" y="7028"/>
                </a:lnTo>
                <a:lnTo>
                  <a:pt x="11929" y="8764"/>
                </a:lnTo>
                <a:lnTo>
                  <a:pt x="13616" y="10506"/>
                </a:lnTo>
                <a:lnTo>
                  <a:pt x="15197" y="12266"/>
                </a:lnTo>
                <a:lnTo>
                  <a:pt x="16672" y="14051"/>
                </a:lnTo>
                <a:lnTo>
                  <a:pt x="18046" y="15868"/>
                </a:lnTo>
                <a:lnTo>
                  <a:pt x="19322" y="17725"/>
                </a:lnTo>
                <a:lnTo>
                  <a:pt x="20504" y="19634"/>
                </a:lnTo>
                <a:lnTo>
                  <a:pt x="21600" y="21600"/>
                </a:lnTo>
                <a:lnTo>
                  <a:pt x="16698" y="21219"/>
                </a:lnTo>
                <a:lnTo>
                  <a:pt x="13211" y="20890"/>
                </a:lnTo>
                <a:lnTo>
                  <a:pt x="10182" y="20480"/>
                </a:lnTo>
                <a:lnTo>
                  <a:pt x="6655" y="19858"/>
                </a:lnTo>
                <a:lnTo>
                  <a:pt x="1674" y="18900"/>
                </a:lnTo>
                <a:lnTo>
                  <a:pt x="731" y="16713"/>
                </a:lnTo>
                <a:lnTo>
                  <a:pt x="193" y="15117"/>
                </a:lnTo>
                <a:lnTo>
                  <a:pt x="0" y="13657"/>
                </a:lnTo>
                <a:lnTo>
                  <a:pt x="100" y="11864"/>
                </a:lnTo>
                <a:lnTo>
                  <a:pt x="425" y="9283"/>
                </a:lnTo>
                <a:lnTo>
                  <a:pt x="611" y="7549"/>
                </a:lnTo>
                <a:lnTo>
                  <a:pt x="790" y="5805"/>
                </a:lnTo>
                <a:lnTo>
                  <a:pt x="976" y="4039"/>
                </a:lnTo>
                <a:lnTo>
                  <a:pt x="1202" y="2705"/>
                </a:lnTo>
                <a:lnTo>
                  <a:pt x="1435" y="1361"/>
                </a:lnTo>
                <a:lnTo>
                  <a:pt x="1674" y="0"/>
                </a:lnTo>
                <a:close/>
              </a:path>
            </a:pathLst>
          </a:custGeom>
          <a:solidFill>
            <a:srgbClr val="E8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19" name="contour_16817"/>
          <p:cNvSpPr/>
          <p:nvPr/>
        </p:nvSpPr>
        <p:spPr>
          <a:xfrm>
            <a:off x="4244698" y="137014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20513" y="21240"/>
                </a:lnTo>
                <a:lnTo>
                  <a:pt x="19516" y="20902"/>
                </a:lnTo>
                <a:lnTo>
                  <a:pt x="18425" y="20542"/>
                </a:lnTo>
                <a:lnTo>
                  <a:pt x="17064" y="20088"/>
                </a:lnTo>
                <a:lnTo>
                  <a:pt x="15257" y="19483"/>
                </a:lnTo>
                <a:lnTo>
                  <a:pt x="12823" y="18677"/>
                </a:lnTo>
                <a:lnTo>
                  <a:pt x="9590" y="17597"/>
                </a:lnTo>
                <a:lnTo>
                  <a:pt x="5375" y="16193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4CD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0" name="contour_16818"/>
          <p:cNvSpPr/>
          <p:nvPr/>
        </p:nvSpPr>
        <p:spPr>
          <a:xfrm>
            <a:off x="8464445" y="1355566"/>
            <a:ext cx="51016" cy="23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42" y="1241"/>
                </a:lnTo>
                <a:lnTo>
                  <a:pt x="6949" y="2290"/>
                </a:lnTo>
                <a:lnTo>
                  <a:pt x="9442" y="3238"/>
                </a:lnTo>
                <a:lnTo>
                  <a:pt x="11436" y="4165"/>
                </a:lnTo>
                <a:lnTo>
                  <a:pt x="13046" y="5153"/>
                </a:lnTo>
                <a:lnTo>
                  <a:pt x="14395" y="6298"/>
                </a:lnTo>
                <a:lnTo>
                  <a:pt x="15595" y="7675"/>
                </a:lnTo>
                <a:lnTo>
                  <a:pt x="16765" y="9372"/>
                </a:lnTo>
                <a:lnTo>
                  <a:pt x="18021" y="11471"/>
                </a:lnTo>
                <a:lnTo>
                  <a:pt x="19477" y="14055"/>
                </a:lnTo>
                <a:lnTo>
                  <a:pt x="20529" y="17231"/>
                </a:lnTo>
                <a:lnTo>
                  <a:pt x="21600" y="20448"/>
                </a:lnTo>
                <a:lnTo>
                  <a:pt x="19369" y="20918"/>
                </a:lnTo>
                <a:lnTo>
                  <a:pt x="17160" y="21293"/>
                </a:lnTo>
                <a:lnTo>
                  <a:pt x="14969" y="21532"/>
                </a:lnTo>
                <a:lnTo>
                  <a:pt x="12784" y="21600"/>
                </a:lnTo>
                <a:lnTo>
                  <a:pt x="10596" y="21464"/>
                </a:lnTo>
                <a:lnTo>
                  <a:pt x="8396" y="21096"/>
                </a:lnTo>
                <a:lnTo>
                  <a:pt x="6171" y="20448"/>
                </a:lnTo>
                <a:lnTo>
                  <a:pt x="4456" y="16093"/>
                </a:lnTo>
                <a:lnTo>
                  <a:pt x="3243" y="12875"/>
                </a:lnTo>
                <a:lnTo>
                  <a:pt x="2364" y="10224"/>
                </a:lnTo>
                <a:lnTo>
                  <a:pt x="1645" y="7573"/>
                </a:lnTo>
                <a:lnTo>
                  <a:pt x="913" y="4355"/>
                </a:lnTo>
                <a:lnTo>
                  <a:pt x="0" y="0"/>
                </a:lnTo>
                <a:close/>
              </a:path>
            </a:pathLst>
          </a:custGeom>
          <a:solidFill>
            <a:srgbClr val="CEDA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1" name="contour_16819"/>
          <p:cNvSpPr/>
          <p:nvPr/>
        </p:nvSpPr>
        <p:spPr>
          <a:xfrm>
            <a:off x="5350833" y="1340990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2" y="1150"/>
                </a:lnTo>
                <a:lnTo>
                  <a:pt x="6110" y="2322"/>
                </a:lnTo>
                <a:lnTo>
                  <a:pt x="8690" y="3515"/>
                </a:lnTo>
                <a:lnTo>
                  <a:pt x="11265" y="4725"/>
                </a:lnTo>
                <a:lnTo>
                  <a:pt x="12121" y="5114"/>
                </a:lnTo>
                <a:lnTo>
                  <a:pt x="13626" y="5805"/>
                </a:lnTo>
                <a:lnTo>
                  <a:pt x="17077" y="7382"/>
                </a:lnTo>
                <a:lnTo>
                  <a:pt x="19322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B8C3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2" name="contour_16820"/>
          <p:cNvSpPr/>
          <p:nvPr/>
        </p:nvSpPr>
        <p:spPr>
          <a:xfrm>
            <a:off x="7116166" y="133370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4C1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3" name="contour_16821"/>
          <p:cNvSpPr/>
          <p:nvPr/>
        </p:nvSpPr>
        <p:spPr>
          <a:xfrm>
            <a:off x="1657461" y="1319126"/>
            <a:ext cx="3033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80" y="0"/>
                </a:moveTo>
                <a:lnTo>
                  <a:pt x="12949" y="893"/>
                </a:lnTo>
                <a:lnTo>
                  <a:pt x="15533" y="1786"/>
                </a:lnTo>
                <a:lnTo>
                  <a:pt x="18128" y="2689"/>
                </a:lnTo>
                <a:lnTo>
                  <a:pt x="20759" y="3600"/>
                </a:lnTo>
                <a:lnTo>
                  <a:pt x="21341" y="6156"/>
                </a:lnTo>
                <a:lnTo>
                  <a:pt x="21600" y="7970"/>
                </a:lnTo>
                <a:lnTo>
                  <a:pt x="21600" y="9904"/>
                </a:lnTo>
                <a:lnTo>
                  <a:pt x="21408" y="12823"/>
                </a:lnTo>
                <a:lnTo>
                  <a:pt x="21268" y="15289"/>
                </a:lnTo>
                <a:lnTo>
                  <a:pt x="21123" y="17788"/>
                </a:lnTo>
                <a:lnTo>
                  <a:pt x="21034" y="18738"/>
                </a:lnTo>
                <a:lnTo>
                  <a:pt x="20759" y="21600"/>
                </a:lnTo>
                <a:lnTo>
                  <a:pt x="17822" y="20581"/>
                </a:lnTo>
                <a:lnTo>
                  <a:pt x="14884" y="19562"/>
                </a:lnTo>
                <a:lnTo>
                  <a:pt x="11937" y="18540"/>
                </a:lnTo>
                <a:lnTo>
                  <a:pt x="8978" y="17514"/>
                </a:lnTo>
                <a:lnTo>
                  <a:pt x="6005" y="16481"/>
                </a:lnTo>
                <a:lnTo>
                  <a:pt x="3015" y="15444"/>
                </a:lnTo>
                <a:lnTo>
                  <a:pt x="0" y="14400"/>
                </a:lnTo>
                <a:lnTo>
                  <a:pt x="1469" y="12362"/>
                </a:lnTo>
                <a:lnTo>
                  <a:pt x="2937" y="10325"/>
                </a:lnTo>
                <a:lnTo>
                  <a:pt x="4411" y="8280"/>
                </a:lnTo>
                <a:lnTo>
                  <a:pt x="5890" y="6228"/>
                </a:lnTo>
                <a:lnTo>
                  <a:pt x="7380" y="4165"/>
                </a:lnTo>
                <a:lnTo>
                  <a:pt x="8875" y="2092"/>
                </a:lnTo>
                <a:lnTo>
                  <a:pt x="10380" y="0"/>
                </a:lnTo>
                <a:close/>
              </a:path>
            </a:pathLst>
          </a:custGeom>
          <a:solidFill>
            <a:srgbClr val="9596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4" name="contour_16822"/>
          <p:cNvSpPr/>
          <p:nvPr/>
        </p:nvSpPr>
        <p:spPr>
          <a:xfrm>
            <a:off x="11612857" y="1305964"/>
            <a:ext cx="58304" cy="204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04"/>
                </a:moveTo>
                <a:lnTo>
                  <a:pt x="21600" y="11293"/>
                </a:lnTo>
                <a:lnTo>
                  <a:pt x="21600" y="16412"/>
                </a:lnTo>
                <a:lnTo>
                  <a:pt x="21600" y="21600"/>
                </a:lnTo>
                <a:lnTo>
                  <a:pt x="19818" y="20961"/>
                </a:lnTo>
                <a:lnTo>
                  <a:pt x="18036" y="20330"/>
                </a:lnTo>
                <a:lnTo>
                  <a:pt x="16251" y="19691"/>
                </a:lnTo>
                <a:lnTo>
                  <a:pt x="14464" y="19060"/>
                </a:lnTo>
                <a:lnTo>
                  <a:pt x="12674" y="18421"/>
                </a:lnTo>
                <a:lnTo>
                  <a:pt x="10881" y="17782"/>
                </a:lnTo>
                <a:lnTo>
                  <a:pt x="9083" y="17143"/>
                </a:lnTo>
                <a:lnTo>
                  <a:pt x="7279" y="16496"/>
                </a:lnTo>
                <a:lnTo>
                  <a:pt x="5470" y="15850"/>
                </a:lnTo>
                <a:lnTo>
                  <a:pt x="3656" y="15203"/>
                </a:lnTo>
                <a:lnTo>
                  <a:pt x="1831" y="14557"/>
                </a:lnTo>
                <a:lnTo>
                  <a:pt x="0" y="13902"/>
                </a:lnTo>
                <a:lnTo>
                  <a:pt x="1993" y="10523"/>
                </a:lnTo>
                <a:lnTo>
                  <a:pt x="3845" y="7575"/>
                </a:lnTo>
                <a:lnTo>
                  <a:pt x="5589" y="5081"/>
                </a:lnTo>
                <a:lnTo>
                  <a:pt x="7258" y="3056"/>
                </a:lnTo>
                <a:lnTo>
                  <a:pt x="8880" y="1516"/>
                </a:lnTo>
                <a:lnTo>
                  <a:pt x="10487" y="493"/>
                </a:lnTo>
                <a:lnTo>
                  <a:pt x="12115" y="0"/>
                </a:lnTo>
                <a:lnTo>
                  <a:pt x="13789" y="54"/>
                </a:lnTo>
                <a:lnTo>
                  <a:pt x="15544" y="685"/>
                </a:lnTo>
                <a:lnTo>
                  <a:pt x="17410" y="1909"/>
                </a:lnTo>
                <a:lnTo>
                  <a:pt x="19418" y="3741"/>
                </a:lnTo>
                <a:lnTo>
                  <a:pt x="21600" y="6204"/>
                </a:lnTo>
                <a:close/>
              </a:path>
            </a:pathLst>
          </a:custGeom>
          <a:solidFill>
            <a:srgbClr val="E1E6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5" name="contour_16823"/>
          <p:cNvSpPr/>
          <p:nvPr/>
        </p:nvSpPr>
        <p:spPr>
          <a:xfrm>
            <a:off x="5541960" y="129726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960" y="3569"/>
                </a:lnTo>
                <a:lnTo>
                  <a:pt x="12960" y="7160"/>
                </a:lnTo>
                <a:lnTo>
                  <a:pt x="12960" y="10800"/>
                </a:lnTo>
                <a:lnTo>
                  <a:pt x="15526" y="12782"/>
                </a:lnTo>
                <a:lnTo>
                  <a:pt x="17280" y="14008"/>
                </a:lnTo>
                <a:lnTo>
                  <a:pt x="19034" y="14974"/>
                </a:lnTo>
                <a:lnTo>
                  <a:pt x="21600" y="16200"/>
                </a:lnTo>
                <a:lnTo>
                  <a:pt x="18749" y="17091"/>
                </a:lnTo>
                <a:lnTo>
                  <a:pt x="15893" y="17982"/>
                </a:lnTo>
                <a:lnTo>
                  <a:pt x="13025" y="18878"/>
                </a:lnTo>
                <a:lnTo>
                  <a:pt x="10143" y="19780"/>
                </a:lnTo>
                <a:lnTo>
                  <a:pt x="7245" y="20687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6D2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6" name="contour_16824"/>
          <p:cNvSpPr/>
          <p:nvPr/>
        </p:nvSpPr>
        <p:spPr>
          <a:xfrm>
            <a:off x="5214001" y="1302612"/>
            <a:ext cx="51016" cy="3109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2" y="0"/>
                </a:moveTo>
                <a:lnTo>
                  <a:pt x="9455" y="56"/>
                </a:lnTo>
                <a:lnTo>
                  <a:pt x="11485" y="152"/>
                </a:lnTo>
                <a:lnTo>
                  <a:pt x="13506" y="294"/>
                </a:lnTo>
                <a:lnTo>
                  <a:pt x="15527" y="481"/>
                </a:lnTo>
                <a:lnTo>
                  <a:pt x="17548" y="719"/>
                </a:lnTo>
                <a:lnTo>
                  <a:pt x="19570" y="1008"/>
                </a:lnTo>
                <a:lnTo>
                  <a:pt x="21600" y="1347"/>
                </a:lnTo>
                <a:lnTo>
                  <a:pt x="19869" y="3301"/>
                </a:lnTo>
                <a:lnTo>
                  <a:pt x="18129" y="5190"/>
                </a:lnTo>
                <a:lnTo>
                  <a:pt x="16379" y="7023"/>
                </a:lnTo>
                <a:lnTo>
                  <a:pt x="14620" y="8805"/>
                </a:lnTo>
                <a:lnTo>
                  <a:pt x="12849" y="10532"/>
                </a:lnTo>
                <a:lnTo>
                  <a:pt x="11062" y="12218"/>
                </a:lnTo>
                <a:lnTo>
                  <a:pt x="9263" y="13863"/>
                </a:lnTo>
                <a:lnTo>
                  <a:pt x="7446" y="15468"/>
                </a:lnTo>
                <a:lnTo>
                  <a:pt x="5613" y="17038"/>
                </a:lnTo>
                <a:lnTo>
                  <a:pt x="3765" y="18582"/>
                </a:lnTo>
                <a:lnTo>
                  <a:pt x="1892" y="20101"/>
                </a:lnTo>
                <a:lnTo>
                  <a:pt x="0" y="21600"/>
                </a:lnTo>
                <a:lnTo>
                  <a:pt x="62" y="14441"/>
                </a:lnTo>
                <a:lnTo>
                  <a:pt x="238" y="9266"/>
                </a:lnTo>
                <a:lnTo>
                  <a:pt x="660" y="5701"/>
                </a:lnTo>
                <a:lnTo>
                  <a:pt x="1463" y="3372"/>
                </a:lnTo>
                <a:lnTo>
                  <a:pt x="2768" y="1899"/>
                </a:lnTo>
                <a:lnTo>
                  <a:pt x="4706" y="901"/>
                </a:lnTo>
                <a:lnTo>
                  <a:pt x="7412" y="0"/>
                </a:lnTo>
                <a:close/>
              </a:path>
            </a:pathLst>
          </a:custGeom>
          <a:solidFill>
            <a:srgbClr val="C3CC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7" name="contour_16825"/>
          <p:cNvSpPr/>
          <p:nvPr/>
        </p:nvSpPr>
        <p:spPr>
          <a:xfrm>
            <a:off x="4848945" y="1275399"/>
            <a:ext cx="2252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20216" y="19767"/>
                </a:lnTo>
                <a:lnTo>
                  <a:pt x="18825" y="17928"/>
                </a:lnTo>
                <a:lnTo>
                  <a:pt x="17434" y="16083"/>
                </a:lnTo>
                <a:lnTo>
                  <a:pt x="16029" y="14222"/>
                </a:lnTo>
                <a:lnTo>
                  <a:pt x="14610" y="12343"/>
                </a:lnTo>
                <a:lnTo>
                  <a:pt x="9989" y="12343"/>
                </a:lnTo>
                <a:lnTo>
                  <a:pt x="5341" y="12343"/>
                </a:lnTo>
                <a:lnTo>
                  <a:pt x="629" y="12343"/>
                </a:lnTo>
                <a:lnTo>
                  <a:pt x="210" y="10140"/>
                </a:lnTo>
                <a:lnTo>
                  <a:pt x="0" y="8557"/>
                </a:lnTo>
                <a:lnTo>
                  <a:pt x="0" y="7150"/>
                </a:lnTo>
                <a:lnTo>
                  <a:pt x="210" y="5474"/>
                </a:lnTo>
                <a:lnTo>
                  <a:pt x="629" y="3086"/>
                </a:lnTo>
                <a:lnTo>
                  <a:pt x="4788" y="1839"/>
                </a:lnTo>
                <a:lnTo>
                  <a:pt x="8577" y="960"/>
                </a:lnTo>
                <a:lnTo>
                  <a:pt x="12387" y="392"/>
                </a:lnTo>
                <a:lnTo>
                  <a:pt x="16602" y="89"/>
                </a:lnTo>
                <a:lnTo>
                  <a:pt x="21600" y="0"/>
                </a:lnTo>
                <a:close/>
              </a:path>
            </a:pathLst>
          </a:custGeom>
          <a:solidFill>
            <a:srgbClr val="838A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8" name="contour_16826"/>
          <p:cNvSpPr/>
          <p:nvPr/>
        </p:nvSpPr>
        <p:spPr>
          <a:xfrm>
            <a:off x="5695008" y="119523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677" y="2108"/>
                </a:lnTo>
                <a:lnTo>
                  <a:pt x="17483" y="3711"/>
                </a:lnTo>
                <a:lnTo>
                  <a:pt x="19185" y="5616"/>
                </a:lnTo>
                <a:lnTo>
                  <a:pt x="21600" y="8640"/>
                </a:lnTo>
                <a:lnTo>
                  <a:pt x="20788" y="12113"/>
                </a:lnTo>
                <a:lnTo>
                  <a:pt x="20157" y="14524"/>
                </a:lnTo>
                <a:lnTo>
                  <a:pt x="19500" y="16494"/>
                </a:lnTo>
                <a:lnTo>
                  <a:pt x="18611" y="18645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1832" y="14835"/>
                </a:lnTo>
                <a:lnTo>
                  <a:pt x="3668" y="12390"/>
                </a:lnTo>
                <a:lnTo>
                  <a:pt x="5508" y="9936"/>
                </a:lnTo>
                <a:lnTo>
                  <a:pt x="7357" y="7474"/>
                </a:lnTo>
                <a:lnTo>
                  <a:pt x="9210" y="4998"/>
                </a:lnTo>
                <a:lnTo>
                  <a:pt x="11081" y="2510"/>
                </a:lnTo>
                <a:lnTo>
                  <a:pt x="12960" y="0"/>
                </a:lnTo>
                <a:close/>
              </a:path>
            </a:pathLst>
          </a:custGeom>
          <a:solidFill>
            <a:srgbClr val="E7E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29" name="contour_16827"/>
          <p:cNvSpPr/>
          <p:nvPr/>
        </p:nvSpPr>
        <p:spPr>
          <a:xfrm>
            <a:off x="6882951" y="101303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746" y="20974"/>
                </a:lnTo>
                <a:lnTo>
                  <a:pt x="13496" y="20304"/>
                </a:lnTo>
                <a:lnTo>
                  <a:pt x="11246" y="19613"/>
                </a:lnTo>
                <a:lnTo>
                  <a:pt x="9000" y="18900"/>
                </a:lnTo>
                <a:lnTo>
                  <a:pt x="7740" y="18518"/>
                </a:lnTo>
                <a:lnTo>
                  <a:pt x="3938" y="17381"/>
                </a:lnTo>
                <a:lnTo>
                  <a:pt x="1984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6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0" name="contour_16828"/>
          <p:cNvSpPr/>
          <p:nvPr/>
        </p:nvSpPr>
        <p:spPr>
          <a:xfrm>
            <a:off x="5848056" y="940151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390" y="3856"/>
                </a:lnTo>
                <a:lnTo>
                  <a:pt x="21125" y="6626"/>
                </a:lnTo>
                <a:lnTo>
                  <a:pt x="20656" y="9088"/>
                </a:lnTo>
                <a:lnTo>
                  <a:pt x="19835" y="12020"/>
                </a:lnTo>
                <a:lnTo>
                  <a:pt x="18514" y="16200"/>
                </a:lnTo>
                <a:lnTo>
                  <a:pt x="16484" y="17199"/>
                </a:lnTo>
                <a:lnTo>
                  <a:pt x="14450" y="18063"/>
                </a:lnTo>
                <a:lnTo>
                  <a:pt x="12414" y="18808"/>
                </a:lnTo>
                <a:lnTo>
                  <a:pt x="10368" y="19451"/>
                </a:lnTo>
                <a:lnTo>
                  <a:pt x="8316" y="20002"/>
                </a:lnTo>
                <a:lnTo>
                  <a:pt x="6255" y="20477"/>
                </a:lnTo>
                <a:lnTo>
                  <a:pt x="4184" y="20893"/>
                </a:lnTo>
                <a:lnTo>
                  <a:pt x="2098" y="21260"/>
                </a:lnTo>
                <a:lnTo>
                  <a:pt x="0" y="21600"/>
                </a:lnTo>
                <a:lnTo>
                  <a:pt x="1460" y="19424"/>
                </a:lnTo>
                <a:lnTo>
                  <a:pt x="2922" y="17258"/>
                </a:lnTo>
                <a:lnTo>
                  <a:pt x="4388" y="15098"/>
                </a:lnTo>
                <a:lnTo>
                  <a:pt x="5857" y="12949"/>
                </a:lnTo>
                <a:lnTo>
                  <a:pt x="7329" y="10800"/>
                </a:lnTo>
                <a:lnTo>
                  <a:pt x="8689" y="8791"/>
                </a:lnTo>
                <a:lnTo>
                  <a:pt x="10063" y="6772"/>
                </a:lnTo>
                <a:lnTo>
                  <a:pt x="11451" y="4725"/>
                </a:lnTo>
                <a:lnTo>
                  <a:pt x="13441" y="2419"/>
                </a:lnTo>
                <a:lnTo>
                  <a:pt x="14966" y="1021"/>
                </a:lnTo>
                <a:lnTo>
                  <a:pt x="16509" y="302"/>
                </a:lnTo>
                <a:lnTo>
                  <a:pt x="18557" y="38"/>
                </a:lnTo>
                <a:lnTo>
                  <a:pt x="21600" y="0"/>
                </a:lnTo>
                <a:close/>
              </a:path>
            </a:pathLst>
          </a:custGeom>
          <a:solidFill>
            <a:srgbClr val="989F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1" name="contour_16829"/>
          <p:cNvSpPr/>
          <p:nvPr/>
        </p:nvSpPr>
        <p:spPr>
          <a:xfrm>
            <a:off x="4776721" y="765239"/>
            <a:ext cx="2330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12" y="0"/>
                </a:lnTo>
                <a:lnTo>
                  <a:pt x="8038" y="0"/>
                </a:lnTo>
                <a:lnTo>
                  <a:pt x="12077" y="0"/>
                </a:lnTo>
                <a:lnTo>
                  <a:pt x="16149" y="0"/>
                </a:lnTo>
                <a:lnTo>
                  <a:pt x="20263" y="0"/>
                </a:lnTo>
                <a:lnTo>
                  <a:pt x="21006" y="4994"/>
                </a:lnTo>
                <a:lnTo>
                  <a:pt x="21451" y="8506"/>
                </a:lnTo>
                <a:lnTo>
                  <a:pt x="21600" y="11007"/>
                </a:lnTo>
                <a:lnTo>
                  <a:pt x="21451" y="12986"/>
                </a:lnTo>
                <a:lnTo>
                  <a:pt x="21006" y="14917"/>
                </a:lnTo>
                <a:lnTo>
                  <a:pt x="20263" y="17280"/>
                </a:lnTo>
                <a:lnTo>
                  <a:pt x="15238" y="18870"/>
                </a:lnTo>
                <a:lnTo>
                  <a:pt x="11671" y="19889"/>
                </a:lnTo>
                <a:lnTo>
                  <a:pt x="8591" y="20546"/>
                </a:lnTo>
                <a:lnTo>
                  <a:pt x="5025" y="2104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849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2" name="contour_16830"/>
          <p:cNvSpPr/>
          <p:nvPr/>
        </p:nvSpPr>
        <p:spPr>
          <a:xfrm>
            <a:off x="4769433" y="56846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0045" y="2254"/>
                </a:lnTo>
                <a:lnTo>
                  <a:pt x="18468" y="4504"/>
                </a:lnTo>
                <a:lnTo>
                  <a:pt x="16875" y="6750"/>
                </a:lnTo>
                <a:lnTo>
                  <a:pt x="15557" y="8633"/>
                </a:lnTo>
                <a:lnTo>
                  <a:pt x="14218" y="10548"/>
                </a:lnTo>
                <a:lnTo>
                  <a:pt x="12728" y="12204"/>
                </a:lnTo>
                <a:lnTo>
                  <a:pt x="11410" y="13525"/>
                </a:lnTo>
                <a:lnTo>
                  <a:pt x="9877" y="14818"/>
                </a:lnTo>
                <a:lnTo>
                  <a:pt x="7727" y="16391"/>
                </a:lnTo>
                <a:lnTo>
                  <a:pt x="4568" y="18547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6161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3" name="contour_16831"/>
          <p:cNvSpPr/>
          <p:nvPr/>
        </p:nvSpPr>
        <p:spPr>
          <a:xfrm>
            <a:off x="4681977" y="43727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585" y="6278"/>
                </a:lnTo>
                <a:lnTo>
                  <a:pt x="19796" y="8179"/>
                </a:lnTo>
                <a:lnTo>
                  <a:pt x="18976" y="9821"/>
                </a:lnTo>
                <a:lnTo>
                  <a:pt x="17863" y="11722"/>
                </a:lnTo>
                <a:lnTo>
                  <a:pt x="16200" y="14400"/>
                </a:lnTo>
                <a:lnTo>
                  <a:pt x="12631" y="14400"/>
                </a:lnTo>
                <a:lnTo>
                  <a:pt x="9040" y="14400"/>
                </a:lnTo>
                <a:lnTo>
                  <a:pt x="5400" y="14400"/>
                </a:lnTo>
                <a:lnTo>
                  <a:pt x="4061" y="16182"/>
                </a:lnTo>
                <a:lnTo>
                  <a:pt x="2722" y="17975"/>
                </a:lnTo>
                <a:lnTo>
                  <a:pt x="1366" y="19775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F1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4" name="contour_16832"/>
          <p:cNvSpPr/>
          <p:nvPr/>
        </p:nvSpPr>
        <p:spPr>
          <a:xfrm>
            <a:off x="4499777" y="450157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9"/>
                </a:moveTo>
                <a:lnTo>
                  <a:pt x="2621" y="719"/>
                </a:lnTo>
                <a:lnTo>
                  <a:pt x="5202" y="337"/>
                </a:lnTo>
                <a:lnTo>
                  <a:pt x="7751" y="87"/>
                </a:lnTo>
                <a:lnTo>
                  <a:pt x="10292" y="0"/>
                </a:lnTo>
                <a:lnTo>
                  <a:pt x="12838" y="133"/>
                </a:lnTo>
                <a:lnTo>
                  <a:pt x="15401" y="510"/>
                </a:lnTo>
                <a:lnTo>
                  <a:pt x="18000" y="1189"/>
                </a:lnTo>
                <a:lnTo>
                  <a:pt x="19242" y="4434"/>
                </a:lnTo>
                <a:lnTo>
                  <a:pt x="20146" y="7690"/>
                </a:lnTo>
                <a:lnTo>
                  <a:pt x="20772" y="10996"/>
                </a:lnTo>
                <a:lnTo>
                  <a:pt x="21186" y="14390"/>
                </a:lnTo>
                <a:lnTo>
                  <a:pt x="21442" y="17911"/>
                </a:lnTo>
                <a:lnTo>
                  <a:pt x="21600" y="21600"/>
                </a:lnTo>
                <a:lnTo>
                  <a:pt x="19220" y="21600"/>
                </a:lnTo>
                <a:lnTo>
                  <a:pt x="16826" y="21600"/>
                </a:lnTo>
                <a:lnTo>
                  <a:pt x="14400" y="21600"/>
                </a:lnTo>
                <a:lnTo>
                  <a:pt x="14400" y="18227"/>
                </a:lnTo>
                <a:lnTo>
                  <a:pt x="14400" y="14834"/>
                </a:lnTo>
                <a:lnTo>
                  <a:pt x="14400" y="11394"/>
                </a:lnTo>
                <a:lnTo>
                  <a:pt x="12517" y="9486"/>
                </a:lnTo>
                <a:lnTo>
                  <a:pt x="11138" y="8256"/>
                </a:lnTo>
                <a:lnTo>
                  <a:pt x="9590" y="7154"/>
                </a:lnTo>
                <a:lnTo>
                  <a:pt x="7200" y="5654"/>
                </a:lnTo>
                <a:lnTo>
                  <a:pt x="5191" y="4368"/>
                </a:lnTo>
                <a:lnTo>
                  <a:pt x="3150" y="3062"/>
                </a:lnTo>
                <a:lnTo>
                  <a:pt x="1588" y="2133"/>
                </a:lnTo>
                <a:lnTo>
                  <a:pt x="0" y="1189"/>
                </a:lnTo>
                <a:close/>
              </a:path>
            </a:pathLst>
          </a:custGeom>
          <a:solidFill>
            <a:srgbClr val="CECD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5" name="contour_16833"/>
          <p:cNvSpPr/>
          <p:nvPr/>
        </p:nvSpPr>
        <p:spPr>
          <a:xfrm>
            <a:off x="10964226" y="6303347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730"/>
                </a:moveTo>
                <a:lnTo>
                  <a:pt x="7240" y="223"/>
                </a:lnTo>
                <a:lnTo>
                  <a:pt x="10096" y="0"/>
                </a:lnTo>
                <a:lnTo>
                  <a:pt x="12925" y="0"/>
                </a:lnTo>
                <a:lnTo>
                  <a:pt x="15759" y="160"/>
                </a:lnTo>
                <a:lnTo>
                  <a:pt x="18636" y="417"/>
                </a:lnTo>
                <a:lnTo>
                  <a:pt x="21600" y="730"/>
                </a:lnTo>
                <a:lnTo>
                  <a:pt x="20745" y="4863"/>
                </a:lnTo>
                <a:lnTo>
                  <a:pt x="19885" y="9009"/>
                </a:lnTo>
                <a:lnTo>
                  <a:pt x="19025" y="13169"/>
                </a:lnTo>
                <a:lnTo>
                  <a:pt x="18157" y="17363"/>
                </a:lnTo>
                <a:lnTo>
                  <a:pt x="17280" y="21600"/>
                </a:lnTo>
                <a:lnTo>
                  <a:pt x="14429" y="20452"/>
                </a:lnTo>
                <a:lnTo>
                  <a:pt x="11573" y="19304"/>
                </a:lnTo>
                <a:lnTo>
                  <a:pt x="8705" y="18150"/>
                </a:lnTo>
                <a:lnTo>
                  <a:pt x="5823" y="16988"/>
                </a:lnTo>
                <a:lnTo>
                  <a:pt x="2925" y="15819"/>
                </a:lnTo>
                <a:lnTo>
                  <a:pt x="0" y="14643"/>
                </a:lnTo>
                <a:lnTo>
                  <a:pt x="674" y="10511"/>
                </a:lnTo>
                <a:lnTo>
                  <a:pt x="1348" y="7687"/>
                </a:lnTo>
                <a:lnTo>
                  <a:pt x="2428" y="4863"/>
                </a:lnTo>
                <a:lnTo>
                  <a:pt x="4320" y="730"/>
                </a:lnTo>
                <a:close/>
              </a:path>
            </a:pathLst>
          </a:custGeom>
          <a:solidFill>
            <a:srgbClr val="C0D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6" name="contour_16834"/>
          <p:cNvSpPr/>
          <p:nvPr/>
        </p:nvSpPr>
        <p:spPr>
          <a:xfrm>
            <a:off x="4135378" y="624580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1782"/>
                </a:lnTo>
                <a:lnTo>
                  <a:pt x="14368" y="3569"/>
                </a:lnTo>
                <a:lnTo>
                  <a:pt x="16160" y="5357"/>
                </a:lnTo>
                <a:lnTo>
                  <a:pt x="17960" y="7160"/>
                </a:lnTo>
                <a:lnTo>
                  <a:pt x="19771" y="8975"/>
                </a:lnTo>
                <a:lnTo>
                  <a:pt x="21600" y="10800"/>
                </a:lnTo>
                <a:lnTo>
                  <a:pt x="20855" y="14078"/>
                </a:lnTo>
                <a:lnTo>
                  <a:pt x="20232" y="16292"/>
                </a:lnTo>
                <a:lnTo>
                  <a:pt x="19393" y="18463"/>
                </a:lnTo>
                <a:lnTo>
                  <a:pt x="18000" y="21600"/>
                </a:lnTo>
                <a:lnTo>
                  <a:pt x="15444" y="21497"/>
                </a:lnTo>
                <a:lnTo>
                  <a:pt x="13633" y="21254"/>
                </a:lnTo>
                <a:lnTo>
                  <a:pt x="11696" y="20677"/>
                </a:lnTo>
                <a:lnTo>
                  <a:pt x="8777" y="19575"/>
                </a:lnTo>
                <a:lnTo>
                  <a:pt x="6311" y="18673"/>
                </a:lnTo>
                <a:lnTo>
                  <a:pt x="3812" y="17761"/>
                </a:lnTo>
                <a:lnTo>
                  <a:pt x="1919" y="16988"/>
                </a:lnTo>
                <a:lnTo>
                  <a:pt x="0" y="16200"/>
                </a:lnTo>
                <a:lnTo>
                  <a:pt x="792" y="15903"/>
                </a:lnTo>
                <a:lnTo>
                  <a:pt x="2192" y="15379"/>
                </a:lnTo>
                <a:lnTo>
                  <a:pt x="5400" y="14175"/>
                </a:lnTo>
                <a:lnTo>
                  <a:pt x="7186" y="13063"/>
                </a:lnTo>
                <a:lnTo>
                  <a:pt x="8978" y="11934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BED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7" name="contour_16835"/>
          <p:cNvSpPr/>
          <p:nvPr/>
        </p:nvSpPr>
        <p:spPr>
          <a:xfrm>
            <a:off x="2182196" y="622394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31" y="3856"/>
                </a:lnTo>
                <a:lnTo>
                  <a:pt x="20560" y="6626"/>
                </a:lnTo>
                <a:lnTo>
                  <a:pt x="20012" y="9088"/>
                </a:lnTo>
                <a:lnTo>
                  <a:pt x="19217" y="12020"/>
                </a:lnTo>
                <a:lnTo>
                  <a:pt x="18000" y="16200"/>
                </a:lnTo>
                <a:lnTo>
                  <a:pt x="15430" y="18349"/>
                </a:lnTo>
                <a:lnTo>
                  <a:pt x="13583" y="19705"/>
                </a:lnTo>
                <a:lnTo>
                  <a:pt x="11941" y="20525"/>
                </a:lnTo>
                <a:lnTo>
                  <a:pt x="9986" y="21071"/>
                </a:lnTo>
                <a:lnTo>
                  <a:pt x="7200" y="21600"/>
                </a:lnTo>
                <a:lnTo>
                  <a:pt x="4680" y="18581"/>
                </a:lnTo>
                <a:lnTo>
                  <a:pt x="3092" y="16454"/>
                </a:lnTo>
                <a:lnTo>
                  <a:pt x="1757" y="14197"/>
                </a:lnTo>
                <a:lnTo>
                  <a:pt x="0" y="10800"/>
                </a:lnTo>
                <a:lnTo>
                  <a:pt x="2243" y="8986"/>
                </a:lnTo>
                <a:lnTo>
                  <a:pt x="4493" y="7187"/>
                </a:lnTo>
                <a:lnTo>
                  <a:pt x="6750" y="5400"/>
                </a:lnTo>
                <a:lnTo>
                  <a:pt x="8633" y="3893"/>
                </a:lnTo>
                <a:lnTo>
                  <a:pt x="10548" y="2365"/>
                </a:lnTo>
                <a:lnTo>
                  <a:pt x="12485" y="1210"/>
                </a:lnTo>
                <a:lnTo>
                  <a:pt x="14029" y="513"/>
                </a:lnTo>
                <a:lnTo>
                  <a:pt x="15710" y="151"/>
                </a:lnTo>
                <a:lnTo>
                  <a:pt x="18054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F4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8" name="contour_16836"/>
          <p:cNvSpPr/>
          <p:nvPr/>
        </p:nvSpPr>
        <p:spPr>
          <a:xfrm>
            <a:off x="7662766" y="616564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3564"/>
                </a:lnTo>
                <a:lnTo>
                  <a:pt x="18706" y="7133"/>
                </a:lnTo>
                <a:lnTo>
                  <a:pt x="19423" y="10719"/>
                </a:lnTo>
                <a:lnTo>
                  <a:pt x="20144" y="14321"/>
                </a:lnTo>
                <a:lnTo>
                  <a:pt x="20870" y="17944"/>
                </a:lnTo>
                <a:lnTo>
                  <a:pt x="21600" y="21600"/>
                </a:lnTo>
                <a:lnTo>
                  <a:pt x="20390" y="20995"/>
                </a:lnTo>
                <a:lnTo>
                  <a:pt x="19259" y="20428"/>
                </a:lnTo>
                <a:lnTo>
                  <a:pt x="17954" y="19780"/>
                </a:lnTo>
                <a:lnTo>
                  <a:pt x="16226" y="18916"/>
                </a:lnTo>
                <a:lnTo>
                  <a:pt x="13820" y="17712"/>
                </a:lnTo>
                <a:lnTo>
                  <a:pt x="10485" y="16043"/>
                </a:lnTo>
                <a:lnTo>
                  <a:pt x="5962" y="13781"/>
                </a:lnTo>
                <a:lnTo>
                  <a:pt x="0" y="10800"/>
                </a:lnTo>
                <a:lnTo>
                  <a:pt x="2445" y="9272"/>
                </a:lnTo>
                <a:lnTo>
                  <a:pt x="4890" y="7744"/>
                </a:lnTo>
                <a:lnTo>
                  <a:pt x="7344" y="6210"/>
                </a:lnTo>
                <a:lnTo>
                  <a:pt x="9806" y="4671"/>
                </a:lnTo>
                <a:lnTo>
                  <a:pt x="12282" y="3121"/>
                </a:lnTo>
                <a:lnTo>
                  <a:pt x="14770" y="1566"/>
                </a:lnTo>
                <a:lnTo>
                  <a:pt x="17280" y="0"/>
                </a:lnTo>
                <a:close/>
              </a:path>
            </a:pathLst>
          </a:custGeom>
          <a:solidFill>
            <a:srgbClr val="4D3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39" name="contour_16837"/>
          <p:cNvSpPr/>
          <p:nvPr/>
        </p:nvSpPr>
        <p:spPr>
          <a:xfrm>
            <a:off x="4193682" y="6150117"/>
            <a:ext cx="51016" cy="2281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97"/>
                </a:moveTo>
                <a:lnTo>
                  <a:pt x="20989" y="4996"/>
                </a:lnTo>
                <a:lnTo>
                  <a:pt x="20375" y="9109"/>
                </a:lnTo>
                <a:lnTo>
                  <a:pt x="19761" y="13236"/>
                </a:lnTo>
                <a:lnTo>
                  <a:pt x="19141" y="17397"/>
                </a:lnTo>
                <a:lnTo>
                  <a:pt x="18514" y="21600"/>
                </a:lnTo>
                <a:lnTo>
                  <a:pt x="17582" y="21255"/>
                </a:lnTo>
                <a:lnTo>
                  <a:pt x="16728" y="20931"/>
                </a:lnTo>
                <a:lnTo>
                  <a:pt x="15793" y="20586"/>
                </a:lnTo>
                <a:lnTo>
                  <a:pt x="14626" y="20151"/>
                </a:lnTo>
                <a:lnTo>
                  <a:pt x="13077" y="19571"/>
                </a:lnTo>
                <a:lnTo>
                  <a:pt x="10991" y="18798"/>
                </a:lnTo>
                <a:lnTo>
                  <a:pt x="8220" y="17763"/>
                </a:lnTo>
                <a:lnTo>
                  <a:pt x="4607" y="16417"/>
                </a:lnTo>
                <a:lnTo>
                  <a:pt x="0" y="14699"/>
                </a:lnTo>
                <a:lnTo>
                  <a:pt x="3184" y="10779"/>
                </a:lnTo>
                <a:lnTo>
                  <a:pt x="5835" y="7577"/>
                </a:lnTo>
                <a:lnTo>
                  <a:pt x="8044" y="5031"/>
                </a:lnTo>
                <a:lnTo>
                  <a:pt x="9914" y="3085"/>
                </a:lnTo>
                <a:lnTo>
                  <a:pt x="11537" y="1670"/>
                </a:lnTo>
                <a:lnTo>
                  <a:pt x="13016" y="725"/>
                </a:lnTo>
                <a:lnTo>
                  <a:pt x="14441" y="193"/>
                </a:lnTo>
                <a:lnTo>
                  <a:pt x="15916" y="0"/>
                </a:lnTo>
                <a:lnTo>
                  <a:pt x="17536" y="97"/>
                </a:lnTo>
                <a:lnTo>
                  <a:pt x="19397" y="421"/>
                </a:lnTo>
                <a:lnTo>
                  <a:pt x="21600" y="897"/>
                </a:lnTo>
                <a:close/>
              </a:path>
            </a:pathLst>
          </a:custGeom>
          <a:solidFill>
            <a:srgbClr val="EE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0" name="contour_16838"/>
          <p:cNvSpPr/>
          <p:nvPr/>
        </p:nvSpPr>
        <p:spPr>
          <a:xfrm>
            <a:off x="1147301" y="614377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746" y="19937"/>
                </a:lnTo>
                <a:lnTo>
                  <a:pt x="13496" y="18252"/>
                </a:lnTo>
                <a:lnTo>
                  <a:pt x="11246" y="16553"/>
                </a:lnTo>
                <a:lnTo>
                  <a:pt x="9000" y="14846"/>
                </a:lnTo>
                <a:lnTo>
                  <a:pt x="7326" y="13594"/>
                </a:lnTo>
                <a:lnTo>
                  <a:pt x="5645" y="12334"/>
                </a:lnTo>
                <a:lnTo>
                  <a:pt x="3938" y="11052"/>
                </a:lnTo>
                <a:lnTo>
                  <a:pt x="1984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D3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1" name="contour_16839"/>
          <p:cNvSpPr/>
          <p:nvPr/>
        </p:nvSpPr>
        <p:spPr>
          <a:xfrm>
            <a:off x="5367048" y="612191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75" y="578"/>
                </a:lnTo>
                <a:lnTo>
                  <a:pt x="10169" y="1345"/>
                </a:lnTo>
                <a:lnTo>
                  <a:pt x="13025" y="2257"/>
                </a:lnTo>
                <a:lnTo>
                  <a:pt x="15867" y="3267"/>
                </a:lnTo>
                <a:lnTo>
                  <a:pt x="18719" y="4331"/>
                </a:lnTo>
                <a:lnTo>
                  <a:pt x="21600" y="5400"/>
                </a:lnTo>
                <a:lnTo>
                  <a:pt x="19462" y="8073"/>
                </a:lnTo>
                <a:lnTo>
                  <a:pt x="17319" y="10751"/>
                </a:lnTo>
                <a:lnTo>
                  <a:pt x="15168" y="13441"/>
                </a:lnTo>
                <a:lnTo>
                  <a:pt x="13008" y="16141"/>
                </a:lnTo>
                <a:lnTo>
                  <a:pt x="10835" y="18857"/>
                </a:lnTo>
                <a:lnTo>
                  <a:pt x="8640" y="21600"/>
                </a:lnTo>
                <a:lnTo>
                  <a:pt x="6687" y="18290"/>
                </a:lnTo>
                <a:lnTo>
                  <a:pt x="5262" y="15822"/>
                </a:lnTo>
                <a:lnTo>
                  <a:pt x="4117" y="13754"/>
                </a:lnTo>
                <a:lnTo>
                  <a:pt x="3020" y="11621"/>
                </a:lnTo>
                <a:lnTo>
                  <a:pt x="1728" y="8991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BC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2" name="contour_16840"/>
          <p:cNvSpPr/>
          <p:nvPr/>
        </p:nvSpPr>
        <p:spPr>
          <a:xfrm>
            <a:off x="4485201" y="6121913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390" y="2088"/>
                </a:lnTo>
                <a:lnTo>
                  <a:pt x="12027" y="4147"/>
                </a:lnTo>
                <a:lnTo>
                  <a:pt x="13556" y="6192"/>
                </a:lnTo>
                <a:lnTo>
                  <a:pt x="14982" y="8244"/>
                </a:lnTo>
                <a:lnTo>
                  <a:pt x="16308" y="10318"/>
                </a:lnTo>
                <a:lnTo>
                  <a:pt x="17539" y="12431"/>
                </a:lnTo>
                <a:lnTo>
                  <a:pt x="18684" y="14598"/>
                </a:lnTo>
                <a:lnTo>
                  <a:pt x="19738" y="16837"/>
                </a:lnTo>
                <a:lnTo>
                  <a:pt x="20706" y="19166"/>
                </a:lnTo>
                <a:lnTo>
                  <a:pt x="21600" y="21600"/>
                </a:lnTo>
                <a:lnTo>
                  <a:pt x="18801" y="20567"/>
                </a:lnTo>
                <a:lnTo>
                  <a:pt x="16010" y="19516"/>
                </a:lnTo>
                <a:lnTo>
                  <a:pt x="13228" y="18450"/>
                </a:lnTo>
                <a:lnTo>
                  <a:pt x="10895" y="17572"/>
                </a:lnTo>
                <a:lnTo>
                  <a:pt x="8523" y="16679"/>
                </a:lnTo>
                <a:lnTo>
                  <a:pt x="5949" y="15098"/>
                </a:lnTo>
                <a:lnTo>
                  <a:pt x="4013" y="13482"/>
                </a:lnTo>
                <a:lnTo>
                  <a:pt x="2510" y="11707"/>
                </a:lnTo>
                <a:lnTo>
                  <a:pt x="1240" y="9655"/>
                </a:lnTo>
                <a:lnTo>
                  <a:pt x="0" y="7200"/>
                </a:lnTo>
                <a:lnTo>
                  <a:pt x="2856" y="7200"/>
                </a:lnTo>
                <a:lnTo>
                  <a:pt x="5728" y="7200"/>
                </a:lnTo>
                <a:lnTo>
                  <a:pt x="8640" y="7200"/>
                </a:lnTo>
                <a:lnTo>
                  <a:pt x="8640" y="4820"/>
                </a:lnTo>
                <a:lnTo>
                  <a:pt x="8640" y="2426"/>
                </a:lnTo>
                <a:lnTo>
                  <a:pt x="8640" y="0"/>
                </a:lnTo>
                <a:close/>
              </a:path>
            </a:pathLst>
          </a:custGeom>
          <a:solidFill>
            <a:srgbClr val="AD98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3" name="contour_16841"/>
          <p:cNvSpPr/>
          <p:nvPr/>
        </p:nvSpPr>
        <p:spPr>
          <a:xfrm>
            <a:off x="7597181" y="6106885"/>
            <a:ext cx="29152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9" y="0"/>
                </a:moveTo>
                <a:lnTo>
                  <a:pt x="16394" y="85"/>
                </a:lnTo>
                <a:lnTo>
                  <a:pt x="18981" y="175"/>
                </a:lnTo>
                <a:lnTo>
                  <a:pt x="21600" y="265"/>
                </a:lnTo>
                <a:lnTo>
                  <a:pt x="20261" y="2902"/>
                </a:lnTo>
                <a:lnTo>
                  <a:pt x="18922" y="5547"/>
                </a:lnTo>
                <a:lnTo>
                  <a:pt x="17582" y="8193"/>
                </a:lnTo>
                <a:lnTo>
                  <a:pt x="16238" y="10851"/>
                </a:lnTo>
                <a:lnTo>
                  <a:pt x="14888" y="13514"/>
                </a:lnTo>
                <a:lnTo>
                  <a:pt x="13532" y="16194"/>
                </a:lnTo>
                <a:lnTo>
                  <a:pt x="12172" y="18886"/>
                </a:lnTo>
                <a:lnTo>
                  <a:pt x="10800" y="21600"/>
                </a:lnTo>
                <a:lnTo>
                  <a:pt x="7474" y="16804"/>
                </a:lnTo>
                <a:lnTo>
                  <a:pt x="5054" y="13292"/>
                </a:lnTo>
                <a:lnTo>
                  <a:pt x="3359" y="10766"/>
                </a:lnTo>
                <a:lnTo>
                  <a:pt x="2192" y="8922"/>
                </a:lnTo>
                <a:lnTo>
                  <a:pt x="1372" y="7472"/>
                </a:lnTo>
                <a:lnTo>
                  <a:pt x="702" y="6106"/>
                </a:lnTo>
                <a:lnTo>
                  <a:pt x="0" y="4532"/>
                </a:lnTo>
                <a:lnTo>
                  <a:pt x="3251" y="2057"/>
                </a:lnTo>
                <a:lnTo>
                  <a:pt x="5778" y="764"/>
                </a:lnTo>
                <a:lnTo>
                  <a:pt x="8872" y="218"/>
                </a:lnTo>
                <a:lnTo>
                  <a:pt x="13829" y="0"/>
                </a:lnTo>
                <a:close/>
              </a:path>
            </a:pathLst>
          </a:custGeom>
          <a:solidFill>
            <a:srgbClr val="6755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4" name="contour_16842"/>
          <p:cNvSpPr/>
          <p:nvPr/>
        </p:nvSpPr>
        <p:spPr>
          <a:xfrm>
            <a:off x="5119257" y="609276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E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5" name="contour_16843"/>
          <p:cNvSpPr/>
          <p:nvPr/>
        </p:nvSpPr>
        <p:spPr>
          <a:xfrm>
            <a:off x="5170273" y="607089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BBB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6" name="contour_16844"/>
          <p:cNvSpPr/>
          <p:nvPr/>
        </p:nvSpPr>
        <p:spPr>
          <a:xfrm>
            <a:off x="4106226" y="606360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8127" y="20529"/>
                </a:lnTo>
                <a:lnTo>
                  <a:pt x="5443" y="19457"/>
                </a:lnTo>
                <a:lnTo>
                  <a:pt x="2738" y="18373"/>
                </a:lnTo>
                <a:lnTo>
                  <a:pt x="0" y="17280"/>
                </a:lnTo>
                <a:lnTo>
                  <a:pt x="157" y="14148"/>
                </a:lnTo>
                <a:lnTo>
                  <a:pt x="680" y="11837"/>
                </a:lnTo>
                <a:lnTo>
                  <a:pt x="2025" y="8372"/>
                </a:lnTo>
                <a:lnTo>
                  <a:pt x="2927" y="6018"/>
                </a:lnTo>
                <a:lnTo>
                  <a:pt x="3839" y="3629"/>
                </a:lnTo>
                <a:lnTo>
                  <a:pt x="4228" y="2726"/>
                </a:lnTo>
                <a:lnTo>
                  <a:pt x="5400" y="0"/>
                </a:lnTo>
                <a:close/>
              </a:path>
            </a:pathLst>
          </a:custGeom>
          <a:solidFill>
            <a:srgbClr val="DDE8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7" name="contour_16845"/>
          <p:cNvSpPr/>
          <p:nvPr/>
        </p:nvSpPr>
        <p:spPr>
          <a:xfrm>
            <a:off x="7406921" y="6041745"/>
            <a:ext cx="2262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" y="0"/>
                </a:moveTo>
                <a:lnTo>
                  <a:pt x="4863" y="855"/>
                </a:lnTo>
                <a:lnTo>
                  <a:pt x="9009" y="1715"/>
                </a:lnTo>
                <a:lnTo>
                  <a:pt x="13169" y="2575"/>
                </a:lnTo>
                <a:lnTo>
                  <a:pt x="17363" y="3443"/>
                </a:lnTo>
                <a:lnTo>
                  <a:pt x="21600" y="4320"/>
                </a:lnTo>
                <a:lnTo>
                  <a:pt x="20452" y="7171"/>
                </a:lnTo>
                <a:lnTo>
                  <a:pt x="19304" y="10027"/>
                </a:lnTo>
                <a:lnTo>
                  <a:pt x="18150" y="12895"/>
                </a:lnTo>
                <a:lnTo>
                  <a:pt x="16988" y="15777"/>
                </a:lnTo>
                <a:lnTo>
                  <a:pt x="15819" y="18675"/>
                </a:lnTo>
                <a:lnTo>
                  <a:pt x="14643" y="21600"/>
                </a:lnTo>
                <a:lnTo>
                  <a:pt x="10511" y="20926"/>
                </a:lnTo>
                <a:lnTo>
                  <a:pt x="7687" y="20252"/>
                </a:lnTo>
                <a:lnTo>
                  <a:pt x="4863" y="19172"/>
                </a:lnTo>
                <a:lnTo>
                  <a:pt x="730" y="17280"/>
                </a:lnTo>
                <a:lnTo>
                  <a:pt x="223" y="14360"/>
                </a:lnTo>
                <a:lnTo>
                  <a:pt x="0" y="11504"/>
                </a:lnTo>
                <a:lnTo>
                  <a:pt x="0" y="8675"/>
                </a:lnTo>
                <a:lnTo>
                  <a:pt x="160" y="5841"/>
                </a:lnTo>
                <a:lnTo>
                  <a:pt x="417" y="2964"/>
                </a:lnTo>
                <a:lnTo>
                  <a:pt x="730" y="0"/>
                </a:lnTo>
                <a:close/>
              </a:path>
            </a:pathLst>
          </a:custGeom>
          <a:solidFill>
            <a:srgbClr val="D6DC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8" name="contour_16846"/>
          <p:cNvSpPr/>
          <p:nvPr/>
        </p:nvSpPr>
        <p:spPr>
          <a:xfrm>
            <a:off x="4463338" y="604174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121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49" name="contour_16847"/>
          <p:cNvSpPr/>
          <p:nvPr/>
        </p:nvSpPr>
        <p:spPr>
          <a:xfrm>
            <a:off x="4405034" y="603445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585" y="4994"/>
                </a:lnTo>
                <a:lnTo>
                  <a:pt x="19818" y="8506"/>
                </a:lnTo>
                <a:lnTo>
                  <a:pt x="19143" y="11007"/>
                </a:lnTo>
                <a:lnTo>
                  <a:pt x="18414" y="12986"/>
                </a:lnTo>
                <a:lnTo>
                  <a:pt x="17485" y="14917"/>
                </a:lnTo>
                <a:lnTo>
                  <a:pt x="16200" y="17280"/>
                </a:lnTo>
                <a:lnTo>
                  <a:pt x="12020" y="18870"/>
                </a:lnTo>
                <a:lnTo>
                  <a:pt x="9088" y="19889"/>
                </a:lnTo>
                <a:lnTo>
                  <a:pt x="6626" y="20546"/>
                </a:lnTo>
                <a:lnTo>
                  <a:pt x="3856" y="21047"/>
                </a:lnTo>
                <a:lnTo>
                  <a:pt x="0" y="21600"/>
                </a:lnTo>
                <a:lnTo>
                  <a:pt x="1571" y="16066"/>
                </a:lnTo>
                <a:lnTo>
                  <a:pt x="2824" y="11845"/>
                </a:lnTo>
                <a:lnTo>
                  <a:pt x="3893" y="8692"/>
                </a:lnTo>
                <a:lnTo>
                  <a:pt x="4892" y="6346"/>
                </a:lnTo>
                <a:lnTo>
                  <a:pt x="5962" y="4558"/>
                </a:lnTo>
                <a:lnTo>
                  <a:pt x="7214" y="3072"/>
                </a:lnTo>
                <a:lnTo>
                  <a:pt x="8786" y="1637"/>
                </a:lnTo>
                <a:lnTo>
                  <a:pt x="10800" y="0"/>
                </a:lnTo>
                <a:close/>
              </a:path>
            </a:pathLst>
          </a:custGeom>
          <a:solidFill>
            <a:srgbClr val="AF8E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0" name="contour_16848"/>
          <p:cNvSpPr/>
          <p:nvPr/>
        </p:nvSpPr>
        <p:spPr>
          <a:xfrm>
            <a:off x="11066258" y="597615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176" y="2143"/>
                </a:lnTo>
                <a:lnTo>
                  <a:pt x="9711" y="4294"/>
                </a:lnTo>
                <a:lnTo>
                  <a:pt x="10260" y="6480"/>
                </a:lnTo>
                <a:lnTo>
                  <a:pt x="11150" y="8623"/>
                </a:lnTo>
                <a:lnTo>
                  <a:pt x="12048" y="10774"/>
                </a:lnTo>
                <a:lnTo>
                  <a:pt x="12960" y="12960"/>
                </a:lnTo>
                <a:lnTo>
                  <a:pt x="15816" y="12960"/>
                </a:lnTo>
                <a:lnTo>
                  <a:pt x="18688" y="1296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071" y="18926"/>
                </a:lnTo>
                <a:lnTo>
                  <a:pt x="2138" y="16252"/>
                </a:lnTo>
                <a:lnTo>
                  <a:pt x="3214" y="13569"/>
                </a:lnTo>
                <a:lnTo>
                  <a:pt x="4290" y="10882"/>
                </a:lnTo>
                <a:lnTo>
                  <a:pt x="5365" y="8182"/>
                </a:lnTo>
                <a:lnTo>
                  <a:pt x="6450" y="5469"/>
                </a:lnTo>
                <a:lnTo>
                  <a:pt x="7543" y="2743"/>
                </a:lnTo>
                <a:lnTo>
                  <a:pt x="8640" y="0"/>
                </a:lnTo>
                <a:close/>
              </a:path>
            </a:pathLst>
          </a:custGeom>
          <a:solidFill>
            <a:srgbClr val="ECE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1" name="contour_16849"/>
          <p:cNvSpPr/>
          <p:nvPr/>
        </p:nvSpPr>
        <p:spPr>
          <a:xfrm>
            <a:off x="4609097" y="598344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3736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2" name="contour_16850"/>
          <p:cNvSpPr/>
          <p:nvPr/>
        </p:nvSpPr>
        <p:spPr>
          <a:xfrm>
            <a:off x="10752874" y="596886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E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3" name="contour_16851"/>
          <p:cNvSpPr/>
          <p:nvPr/>
        </p:nvSpPr>
        <p:spPr>
          <a:xfrm>
            <a:off x="1416957" y="594700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8E5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4" name="contour_16852"/>
          <p:cNvSpPr/>
          <p:nvPr/>
        </p:nvSpPr>
        <p:spPr>
          <a:xfrm>
            <a:off x="1132725" y="594700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6DD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5" name="contour_16853"/>
          <p:cNvSpPr/>
          <p:nvPr/>
        </p:nvSpPr>
        <p:spPr>
          <a:xfrm>
            <a:off x="4164530" y="5947001"/>
            <a:ext cx="35799" cy="30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590" y="0"/>
                </a:moveTo>
                <a:lnTo>
                  <a:pt x="19779" y="4802"/>
                </a:lnTo>
                <a:lnTo>
                  <a:pt x="21059" y="8054"/>
                </a:lnTo>
                <a:lnTo>
                  <a:pt x="21600" y="10541"/>
                </a:lnTo>
                <a:lnTo>
                  <a:pt x="21578" y="13049"/>
                </a:lnTo>
                <a:lnTo>
                  <a:pt x="21160" y="16364"/>
                </a:lnTo>
                <a:lnTo>
                  <a:pt x="18491" y="19610"/>
                </a:lnTo>
                <a:lnTo>
                  <a:pt x="16468" y="20972"/>
                </a:lnTo>
                <a:lnTo>
                  <a:pt x="13364" y="21600"/>
                </a:lnTo>
                <a:lnTo>
                  <a:pt x="10690" y="21563"/>
                </a:lnTo>
                <a:lnTo>
                  <a:pt x="8016" y="21469"/>
                </a:lnTo>
                <a:lnTo>
                  <a:pt x="5343" y="21322"/>
                </a:lnTo>
                <a:lnTo>
                  <a:pt x="2669" y="21144"/>
                </a:lnTo>
                <a:lnTo>
                  <a:pt x="0" y="20945"/>
                </a:lnTo>
                <a:lnTo>
                  <a:pt x="0" y="17484"/>
                </a:lnTo>
                <a:lnTo>
                  <a:pt x="0" y="14002"/>
                </a:lnTo>
                <a:lnTo>
                  <a:pt x="0" y="10473"/>
                </a:lnTo>
                <a:lnTo>
                  <a:pt x="2300" y="8514"/>
                </a:lnTo>
                <a:lnTo>
                  <a:pt x="3984" y="7252"/>
                </a:lnTo>
                <a:lnTo>
                  <a:pt x="5875" y="6121"/>
                </a:lnTo>
                <a:lnTo>
                  <a:pt x="8795" y="4582"/>
                </a:lnTo>
                <a:lnTo>
                  <a:pt x="11249" y="3262"/>
                </a:lnTo>
                <a:lnTo>
                  <a:pt x="13742" y="1922"/>
                </a:lnTo>
                <a:lnTo>
                  <a:pt x="15650" y="969"/>
                </a:lnTo>
                <a:lnTo>
                  <a:pt x="17590" y="0"/>
                </a:lnTo>
                <a:close/>
              </a:path>
            </a:pathLst>
          </a:custGeom>
          <a:solidFill>
            <a:srgbClr val="5344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6" name="contour_16854"/>
          <p:cNvSpPr/>
          <p:nvPr/>
        </p:nvSpPr>
        <p:spPr>
          <a:xfrm>
            <a:off x="2357108" y="5939713"/>
            <a:ext cx="51016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14" y="0"/>
                </a:moveTo>
                <a:lnTo>
                  <a:pt x="19372" y="3763"/>
                </a:lnTo>
                <a:lnTo>
                  <a:pt x="19961" y="6467"/>
                </a:lnTo>
                <a:lnTo>
                  <a:pt x="20431" y="8871"/>
                </a:lnTo>
                <a:lnTo>
                  <a:pt x="20927" y="11733"/>
                </a:lnTo>
                <a:lnTo>
                  <a:pt x="21600" y="15813"/>
                </a:lnTo>
                <a:lnTo>
                  <a:pt x="19749" y="18870"/>
                </a:lnTo>
                <a:lnTo>
                  <a:pt x="18357" y="20488"/>
                </a:lnTo>
                <a:lnTo>
                  <a:pt x="16728" y="21220"/>
                </a:lnTo>
                <a:lnTo>
                  <a:pt x="14163" y="21600"/>
                </a:lnTo>
                <a:lnTo>
                  <a:pt x="12479" y="21537"/>
                </a:lnTo>
                <a:lnTo>
                  <a:pt x="10785" y="21473"/>
                </a:lnTo>
                <a:lnTo>
                  <a:pt x="9066" y="21410"/>
                </a:lnTo>
                <a:lnTo>
                  <a:pt x="7372" y="21363"/>
                </a:lnTo>
                <a:lnTo>
                  <a:pt x="5668" y="21315"/>
                </a:lnTo>
                <a:lnTo>
                  <a:pt x="3940" y="21268"/>
                </a:lnTo>
                <a:lnTo>
                  <a:pt x="1984" y="21178"/>
                </a:lnTo>
                <a:lnTo>
                  <a:pt x="0" y="21083"/>
                </a:lnTo>
                <a:lnTo>
                  <a:pt x="617" y="20599"/>
                </a:lnTo>
                <a:lnTo>
                  <a:pt x="2484" y="19149"/>
                </a:lnTo>
                <a:lnTo>
                  <a:pt x="4558" y="17436"/>
                </a:lnTo>
                <a:lnTo>
                  <a:pt x="6539" y="15723"/>
                </a:lnTo>
                <a:lnTo>
                  <a:pt x="8433" y="13957"/>
                </a:lnTo>
                <a:lnTo>
                  <a:pt x="10254" y="12102"/>
                </a:lnTo>
                <a:lnTo>
                  <a:pt x="12003" y="10120"/>
                </a:lnTo>
                <a:lnTo>
                  <a:pt x="13697" y="7954"/>
                </a:lnTo>
                <a:lnTo>
                  <a:pt x="15342" y="5577"/>
                </a:lnTo>
                <a:lnTo>
                  <a:pt x="16944" y="2941"/>
                </a:lnTo>
                <a:lnTo>
                  <a:pt x="18514" y="0"/>
                </a:lnTo>
                <a:close/>
              </a:path>
            </a:pathLst>
          </a:custGeom>
          <a:solidFill>
            <a:srgbClr val="8E7A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7" name="contour_16855"/>
          <p:cNvSpPr/>
          <p:nvPr/>
        </p:nvSpPr>
        <p:spPr>
          <a:xfrm>
            <a:off x="1234757" y="594700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48" y="1328"/>
                </a:lnTo>
                <a:lnTo>
                  <a:pt x="9590" y="2414"/>
                </a:lnTo>
                <a:lnTo>
                  <a:pt x="12671" y="3391"/>
                </a:lnTo>
                <a:lnTo>
                  <a:pt x="14926" y="4379"/>
                </a:lnTo>
                <a:lnTo>
                  <a:pt x="16597" y="5519"/>
                </a:lnTo>
                <a:lnTo>
                  <a:pt x="17928" y="6939"/>
                </a:lnTo>
                <a:lnTo>
                  <a:pt x="19155" y="8770"/>
                </a:lnTo>
                <a:lnTo>
                  <a:pt x="20520" y="11135"/>
                </a:lnTo>
                <a:lnTo>
                  <a:pt x="21056" y="13651"/>
                </a:lnTo>
                <a:lnTo>
                  <a:pt x="21600" y="16200"/>
                </a:lnTo>
                <a:lnTo>
                  <a:pt x="18749" y="17091"/>
                </a:lnTo>
                <a:lnTo>
                  <a:pt x="15893" y="17982"/>
                </a:lnTo>
                <a:lnTo>
                  <a:pt x="13025" y="18878"/>
                </a:lnTo>
                <a:lnTo>
                  <a:pt x="10143" y="19780"/>
                </a:lnTo>
                <a:lnTo>
                  <a:pt x="7245" y="20687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298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8" name="contour_16856"/>
          <p:cNvSpPr/>
          <p:nvPr/>
        </p:nvSpPr>
        <p:spPr>
          <a:xfrm>
            <a:off x="1183741" y="5939713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713"/>
                </a:lnTo>
                <a:lnTo>
                  <a:pt x="8568" y="1429"/>
                </a:lnTo>
                <a:lnTo>
                  <a:pt x="12874" y="2146"/>
                </a:lnTo>
                <a:lnTo>
                  <a:pt x="17215" y="2869"/>
                </a:lnTo>
                <a:lnTo>
                  <a:pt x="21600" y="3600"/>
                </a:lnTo>
                <a:lnTo>
                  <a:pt x="19930" y="5854"/>
                </a:lnTo>
                <a:lnTo>
                  <a:pt x="18252" y="8104"/>
                </a:lnTo>
                <a:lnTo>
                  <a:pt x="16553" y="10354"/>
                </a:lnTo>
                <a:lnTo>
                  <a:pt x="14846" y="12600"/>
                </a:lnTo>
                <a:lnTo>
                  <a:pt x="13594" y="14274"/>
                </a:lnTo>
                <a:lnTo>
                  <a:pt x="12334" y="15955"/>
                </a:lnTo>
                <a:lnTo>
                  <a:pt x="11052" y="17662"/>
                </a:lnTo>
                <a:lnTo>
                  <a:pt x="9144" y="19616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A983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59" name="contour_16857"/>
          <p:cNvSpPr/>
          <p:nvPr/>
        </p:nvSpPr>
        <p:spPr>
          <a:xfrm>
            <a:off x="4973497" y="5931113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E4E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0" name="contour_16858"/>
          <p:cNvSpPr/>
          <p:nvPr/>
        </p:nvSpPr>
        <p:spPr>
          <a:xfrm>
            <a:off x="3967754" y="593242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608" y="605"/>
                </a:lnTo>
                <a:lnTo>
                  <a:pt x="5551" y="1172"/>
                </a:lnTo>
                <a:lnTo>
                  <a:pt x="6638" y="1820"/>
                </a:lnTo>
                <a:lnTo>
                  <a:pt x="8078" y="2684"/>
                </a:lnTo>
                <a:lnTo>
                  <a:pt x="10084" y="3888"/>
                </a:lnTo>
                <a:lnTo>
                  <a:pt x="12863" y="5557"/>
                </a:lnTo>
                <a:lnTo>
                  <a:pt x="16632" y="7819"/>
                </a:lnTo>
                <a:lnTo>
                  <a:pt x="21600" y="10800"/>
                </a:lnTo>
                <a:lnTo>
                  <a:pt x="20707" y="13473"/>
                </a:lnTo>
                <a:lnTo>
                  <a:pt x="19814" y="16157"/>
                </a:lnTo>
                <a:lnTo>
                  <a:pt x="18911" y="18862"/>
                </a:lnTo>
                <a:lnTo>
                  <a:pt x="18000" y="21600"/>
                </a:lnTo>
                <a:lnTo>
                  <a:pt x="16992" y="20995"/>
                </a:lnTo>
                <a:lnTo>
                  <a:pt x="16049" y="20428"/>
                </a:lnTo>
                <a:lnTo>
                  <a:pt x="14962" y="19780"/>
                </a:lnTo>
                <a:lnTo>
                  <a:pt x="13522" y="18916"/>
                </a:lnTo>
                <a:lnTo>
                  <a:pt x="11516" y="17712"/>
                </a:lnTo>
                <a:lnTo>
                  <a:pt x="8737" y="16043"/>
                </a:lnTo>
                <a:lnTo>
                  <a:pt x="4968" y="13781"/>
                </a:lnTo>
                <a:lnTo>
                  <a:pt x="0" y="10800"/>
                </a:lnTo>
                <a:lnTo>
                  <a:pt x="893" y="8127"/>
                </a:lnTo>
                <a:lnTo>
                  <a:pt x="1786" y="5443"/>
                </a:lnTo>
                <a:lnTo>
                  <a:pt x="2689" y="2738"/>
                </a:lnTo>
                <a:lnTo>
                  <a:pt x="3600" y="0"/>
                </a:lnTo>
                <a:close/>
              </a:path>
            </a:pathLst>
          </a:custGeom>
          <a:solidFill>
            <a:srgbClr val="5A59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1" name="contour_16859"/>
          <p:cNvSpPr/>
          <p:nvPr/>
        </p:nvSpPr>
        <p:spPr>
          <a:xfrm>
            <a:off x="8005301" y="591784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92" y="270"/>
                </a:lnTo>
                <a:lnTo>
                  <a:pt x="12193" y="848"/>
                </a:lnTo>
                <a:lnTo>
                  <a:pt x="14490" y="1701"/>
                </a:lnTo>
                <a:lnTo>
                  <a:pt x="16769" y="2776"/>
                </a:lnTo>
                <a:lnTo>
                  <a:pt x="19109" y="4023"/>
                </a:lnTo>
                <a:lnTo>
                  <a:pt x="21600" y="5400"/>
                </a:lnTo>
                <a:lnTo>
                  <a:pt x="19926" y="7538"/>
                </a:lnTo>
                <a:lnTo>
                  <a:pt x="18245" y="9650"/>
                </a:lnTo>
                <a:lnTo>
                  <a:pt x="16549" y="11750"/>
                </a:lnTo>
                <a:lnTo>
                  <a:pt x="14850" y="13835"/>
                </a:lnTo>
                <a:lnTo>
                  <a:pt x="12967" y="16195"/>
                </a:lnTo>
                <a:lnTo>
                  <a:pt x="11052" y="18581"/>
                </a:lnTo>
                <a:lnTo>
                  <a:pt x="9140" y="20083"/>
                </a:lnTo>
                <a:lnTo>
                  <a:pt x="7200" y="21600"/>
                </a:lnTo>
                <a:lnTo>
                  <a:pt x="4792" y="20272"/>
                </a:lnTo>
                <a:lnTo>
                  <a:pt x="3240" y="19262"/>
                </a:lnTo>
                <a:lnTo>
                  <a:pt x="1868" y="18074"/>
                </a:lnTo>
                <a:lnTo>
                  <a:pt x="0" y="16200"/>
                </a:lnTo>
                <a:lnTo>
                  <a:pt x="1159" y="12609"/>
                </a:lnTo>
                <a:lnTo>
                  <a:pt x="2066" y="9979"/>
                </a:lnTo>
                <a:lnTo>
                  <a:pt x="2923" y="7846"/>
                </a:lnTo>
                <a:lnTo>
                  <a:pt x="3935" y="5778"/>
                </a:lnTo>
                <a:lnTo>
                  <a:pt x="5292" y="3310"/>
                </a:lnTo>
                <a:lnTo>
                  <a:pt x="7200" y="0"/>
                </a:lnTo>
                <a:close/>
              </a:path>
            </a:pathLst>
          </a:custGeom>
          <a:solidFill>
            <a:srgbClr val="D7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2" name="contour_16860"/>
          <p:cNvSpPr/>
          <p:nvPr/>
        </p:nvSpPr>
        <p:spPr>
          <a:xfrm>
            <a:off x="1030694" y="591784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444" y="6489"/>
                </a:lnTo>
                <a:lnTo>
                  <a:pt x="19273" y="8653"/>
                </a:lnTo>
                <a:lnTo>
                  <a:pt x="18079" y="10809"/>
                </a:lnTo>
                <a:lnTo>
                  <a:pt x="16875" y="12960"/>
                </a:lnTo>
                <a:lnTo>
                  <a:pt x="15557" y="15371"/>
                </a:lnTo>
                <a:lnTo>
                  <a:pt x="14218" y="17820"/>
                </a:lnTo>
                <a:lnTo>
                  <a:pt x="12523" y="19695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31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3" name="contour_16861"/>
          <p:cNvSpPr/>
          <p:nvPr/>
        </p:nvSpPr>
        <p:spPr>
          <a:xfrm>
            <a:off x="10410339" y="587412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020" y="2160"/>
                </a:lnTo>
                <a:lnTo>
                  <a:pt x="8640" y="4320"/>
                </a:lnTo>
                <a:lnTo>
                  <a:pt x="10260" y="6480"/>
                </a:lnTo>
                <a:lnTo>
                  <a:pt x="11880" y="8640"/>
                </a:lnTo>
                <a:lnTo>
                  <a:pt x="13500" y="10800"/>
                </a:lnTo>
                <a:lnTo>
                  <a:pt x="15120" y="12960"/>
                </a:lnTo>
                <a:lnTo>
                  <a:pt x="16740" y="15120"/>
                </a:lnTo>
                <a:lnTo>
                  <a:pt x="18360" y="17280"/>
                </a:lnTo>
                <a:lnTo>
                  <a:pt x="19980" y="1944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F0F1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4" name="contour_16862"/>
          <p:cNvSpPr/>
          <p:nvPr/>
        </p:nvSpPr>
        <p:spPr>
          <a:xfrm>
            <a:off x="10701858" y="589598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642" y="3488"/>
                </a:lnTo>
                <a:lnTo>
                  <a:pt x="18743" y="6998"/>
                </a:lnTo>
                <a:lnTo>
                  <a:pt x="19597" y="10552"/>
                </a:lnTo>
                <a:lnTo>
                  <a:pt x="20299" y="14164"/>
                </a:lnTo>
                <a:lnTo>
                  <a:pt x="20936" y="17842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015" y="12182"/>
                </a:lnTo>
                <a:lnTo>
                  <a:pt x="1804" y="9331"/>
                </a:lnTo>
                <a:lnTo>
                  <a:pt x="2624" y="6869"/>
                </a:lnTo>
                <a:lnTo>
                  <a:pt x="3737" y="4018"/>
                </a:lnTo>
                <a:lnTo>
                  <a:pt x="5400" y="0"/>
                </a:lnTo>
                <a:close/>
              </a:path>
            </a:pathLst>
          </a:custGeom>
          <a:solidFill>
            <a:srgbClr val="DDE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5" name="contour_16863"/>
          <p:cNvSpPr/>
          <p:nvPr/>
        </p:nvSpPr>
        <p:spPr>
          <a:xfrm>
            <a:off x="4018770" y="589598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84"/>
                </a:lnTo>
                <a:lnTo>
                  <a:pt x="2341" y="937"/>
                </a:lnTo>
                <a:lnTo>
                  <a:pt x="3646" y="1456"/>
                </a:lnTo>
                <a:lnTo>
                  <a:pt x="5374" y="2147"/>
                </a:lnTo>
                <a:lnTo>
                  <a:pt x="7780" y="3110"/>
                </a:lnTo>
                <a:lnTo>
                  <a:pt x="11115" y="4445"/>
                </a:lnTo>
                <a:lnTo>
                  <a:pt x="15638" y="6255"/>
                </a:lnTo>
                <a:lnTo>
                  <a:pt x="21600" y="8640"/>
                </a:lnTo>
                <a:lnTo>
                  <a:pt x="20745" y="11206"/>
                </a:lnTo>
                <a:lnTo>
                  <a:pt x="19885" y="13781"/>
                </a:lnTo>
                <a:lnTo>
                  <a:pt x="19025" y="16364"/>
                </a:lnTo>
                <a:lnTo>
                  <a:pt x="18157" y="18969"/>
                </a:lnTo>
                <a:lnTo>
                  <a:pt x="17280" y="21600"/>
                </a:lnTo>
                <a:lnTo>
                  <a:pt x="15107" y="20136"/>
                </a:lnTo>
                <a:lnTo>
                  <a:pt x="12943" y="18654"/>
                </a:lnTo>
                <a:lnTo>
                  <a:pt x="10787" y="17163"/>
                </a:lnTo>
                <a:lnTo>
                  <a:pt x="8640" y="15660"/>
                </a:lnTo>
                <a:lnTo>
                  <a:pt x="6229" y="14001"/>
                </a:lnTo>
                <a:lnTo>
                  <a:pt x="3780" y="12321"/>
                </a:lnTo>
                <a:lnTo>
                  <a:pt x="1905" y="10493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4343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6" name="contour_16864"/>
          <p:cNvSpPr/>
          <p:nvPr/>
        </p:nvSpPr>
        <p:spPr>
          <a:xfrm>
            <a:off x="1810509" y="587412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597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7" name="contour_16865"/>
          <p:cNvSpPr/>
          <p:nvPr/>
        </p:nvSpPr>
        <p:spPr>
          <a:xfrm>
            <a:off x="10825098" y="5881409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2" y="0"/>
                </a:moveTo>
                <a:lnTo>
                  <a:pt x="1570" y="302"/>
                </a:lnTo>
                <a:lnTo>
                  <a:pt x="2682" y="583"/>
                </a:lnTo>
                <a:lnTo>
                  <a:pt x="3964" y="913"/>
                </a:lnTo>
                <a:lnTo>
                  <a:pt x="5661" y="1345"/>
                </a:lnTo>
                <a:lnTo>
                  <a:pt x="8025" y="1944"/>
                </a:lnTo>
                <a:lnTo>
                  <a:pt x="11301" y="2781"/>
                </a:lnTo>
                <a:lnTo>
                  <a:pt x="15744" y="3910"/>
                </a:lnTo>
                <a:lnTo>
                  <a:pt x="21600" y="5400"/>
                </a:lnTo>
                <a:lnTo>
                  <a:pt x="18188" y="10319"/>
                </a:lnTo>
                <a:lnTo>
                  <a:pt x="15765" y="13754"/>
                </a:lnTo>
                <a:lnTo>
                  <a:pt x="13974" y="16146"/>
                </a:lnTo>
                <a:lnTo>
                  <a:pt x="12463" y="17955"/>
                </a:lnTo>
                <a:lnTo>
                  <a:pt x="10881" y="19624"/>
                </a:lnTo>
                <a:lnTo>
                  <a:pt x="8869" y="21600"/>
                </a:lnTo>
                <a:lnTo>
                  <a:pt x="5903" y="21136"/>
                </a:lnTo>
                <a:lnTo>
                  <a:pt x="4027" y="20417"/>
                </a:lnTo>
                <a:lnTo>
                  <a:pt x="2453" y="18943"/>
                </a:lnTo>
                <a:lnTo>
                  <a:pt x="382" y="16200"/>
                </a:lnTo>
                <a:lnTo>
                  <a:pt x="127" y="12020"/>
                </a:lnTo>
                <a:lnTo>
                  <a:pt x="0" y="9088"/>
                </a:lnTo>
                <a:lnTo>
                  <a:pt x="0" y="6626"/>
                </a:lnTo>
                <a:lnTo>
                  <a:pt x="127" y="3856"/>
                </a:lnTo>
                <a:lnTo>
                  <a:pt x="382" y="0"/>
                </a:lnTo>
                <a:close/>
              </a:path>
            </a:pathLst>
          </a:custGeom>
          <a:solidFill>
            <a:srgbClr val="BDBF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8" name="contour_16866"/>
          <p:cNvSpPr/>
          <p:nvPr/>
        </p:nvSpPr>
        <p:spPr>
          <a:xfrm>
            <a:off x="4798585" y="5844969"/>
            <a:ext cx="238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4" y="683"/>
                </a:lnTo>
                <a:lnTo>
                  <a:pt x="8402" y="1248"/>
                </a:lnTo>
                <a:lnTo>
                  <a:pt x="11414" y="1905"/>
                </a:lnTo>
                <a:lnTo>
                  <a:pt x="14902" y="2860"/>
                </a:lnTo>
                <a:lnTo>
                  <a:pt x="19817" y="4320"/>
                </a:lnTo>
                <a:lnTo>
                  <a:pt x="21006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006" y="14066"/>
                </a:lnTo>
                <a:lnTo>
                  <a:pt x="19817" y="17280"/>
                </a:lnTo>
                <a:lnTo>
                  <a:pt x="14902" y="18740"/>
                </a:lnTo>
                <a:lnTo>
                  <a:pt x="11414" y="19695"/>
                </a:lnTo>
                <a:lnTo>
                  <a:pt x="8402" y="20352"/>
                </a:lnTo>
                <a:lnTo>
                  <a:pt x="4914" y="2091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9E4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69" name="contour_16867"/>
          <p:cNvSpPr/>
          <p:nvPr/>
        </p:nvSpPr>
        <p:spPr>
          <a:xfrm>
            <a:off x="10614402" y="584496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3208"/>
                </a:lnTo>
                <a:lnTo>
                  <a:pt x="19429" y="6426"/>
                </a:lnTo>
                <a:lnTo>
                  <a:pt x="20146" y="9655"/>
                </a:lnTo>
                <a:lnTo>
                  <a:pt x="20869" y="12911"/>
                </a:lnTo>
                <a:lnTo>
                  <a:pt x="21600" y="16200"/>
                </a:lnTo>
                <a:lnTo>
                  <a:pt x="19732" y="17982"/>
                </a:lnTo>
                <a:lnTo>
                  <a:pt x="18360" y="19138"/>
                </a:lnTo>
                <a:lnTo>
                  <a:pt x="16808" y="20174"/>
                </a:lnTo>
                <a:lnTo>
                  <a:pt x="14400" y="21600"/>
                </a:lnTo>
                <a:lnTo>
                  <a:pt x="12193" y="20428"/>
                </a:lnTo>
                <a:lnTo>
                  <a:pt x="10084" y="19084"/>
                </a:lnTo>
                <a:lnTo>
                  <a:pt x="8042" y="17593"/>
                </a:lnTo>
                <a:lnTo>
                  <a:pt x="6044" y="15995"/>
                </a:lnTo>
                <a:lnTo>
                  <a:pt x="4057" y="14310"/>
                </a:lnTo>
                <a:lnTo>
                  <a:pt x="2052" y="12566"/>
                </a:lnTo>
                <a:lnTo>
                  <a:pt x="0" y="10800"/>
                </a:lnTo>
                <a:lnTo>
                  <a:pt x="2228" y="9461"/>
                </a:lnTo>
                <a:lnTo>
                  <a:pt x="4457" y="8127"/>
                </a:lnTo>
                <a:lnTo>
                  <a:pt x="6692" y="6782"/>
                </a:lnTo>
                <a:lnTo>
                  <a:pt x="8932" y="5443"/>
                </a:lnTo>
                <a:lnTo>
                  <a:pt x="11182" y="4093"/>
                </a:lnTo>
                <a:lnTo>
                  <a:pt x="13442" y="2738"/>
                </a:lnTo>
                <a:lnTo>
                  <a:pt x="15714" y="1372"/>
                </a:lnTo>
                <a:lnTo>
                  <a:pt x="18000" y="0"/>
                </a:lnTo>
                <a:close/>
              </a:path>
            </a:pathLst>
          </a:custGeom>
          <a:solidFill>
            <a:srgbClr val="5658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0" name="contour_16868"/>
          <p:cNvSpPr/>
          <p:nvPr/>
        </p:nvSpPr>
        <p:spPr>
          <a:xfrm>
            <a:off x="781532" y="5844969"/>
            <a:ext cx="2323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4" y="0"/>
                </a:moveTo>
                <a:lnTo>
                  <a:pt x="5752" y="0"/>
                </a:lnTo>
                <a:lnTo>
                  <a:pt x="10258" y="0"/>
                </a:lnTo>
                <a:lnTo>
                  <a:pt x="14825" y="0"/>
                </a:lnTo>
                <a:lnTo>
                  <a:pt x="15495" y="2138"/>
                </a:lnTo>
                <a:lnTo>
                  <a:pt x="16166" y="4280"/>
                </a:lnTo>
                <a:lnTo>
                  <a:pt x="16837" y="6421"/>
                </a:lnTo>
                <a:lnTo>
                  <a:pt x="17514" y="8566"/>
                </a:lnTo>
                <a:lnTo>
                  <a:pt x="18185" y="10720"/>
                </a:lnTo>
                <a:lnTo>
                  <a:pt x="18863" y="12877"/>
                </a:lnTo>
                <a:lnTo>
                  <a:pt x="19540" y="15043"/>
                </a:lnTo>
                <a:lnTo>
                  <a:pt x="20225" y="17218"/>
                </a:lnTo>
                <a:lnTo>
                  <a:pt x="20909" y="19403"/>
                </a:lnTo>
                <a:lnTo>
                  <a:pt x="21600" y="21600"/>
                </a:lnTo>
                <a:lnTo>
                  <a:pt x="16173" y="18610"/>
                </a:lnTo>
                <a:lnTo>
                  <a:pt x="11823" y="16172"/>
                </a:lnTo>
                <a:lnTo>
                  <a:pt x="8408" y="14182"/>
                </a:lnTo>
                <a:lnTo>
                  <a:pt x="5807" y="12534"/>
                </a:lnTo>
                <a:lnTo>
                  <a:pt x="3889" y="11124"/>
                </a:lnTo>
                <a:lnTo>
                  <a:pt x="2527" y="9837"/>
                </a:lnTo>
                <a:lnTo>
                  <a:pt x="1579" y="8575"/>
                </a:lnTo>
                <a:lnTo>
                  <a:pt x="935" y="7230"/>
                </a:lnTo>
                <a:lnTo>
                  <a:pt x="447" y="5693"/>
                </a:lnTo>
                <a:lnTo>
                  <a:pt x="0" y="3857"/>
                </a:lnTo>
                <a:lnTo>
                  <a:pt x="630" y="1944"/>
                </a:lnTo>
                <a:lnTo>
                  <a:pt x="1274" y="0"/>
                </a:lnTo>
                <a:close/>
              </a:path>
            </a:pathLst>
          </a:custGeom>
          <a:solidFill>
            <a:srgbClr val="0C0E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1" name="contour_16869"/>
          <p:cNvSpPr/>
          <p:nvPr/>
        </p:nvSpPr>
        <p:spPr>
          <a:xfrm>
            <a:off x="8231229" y="5830393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991" y="20050"/>
                </a:lnTo>
                <a:lnTo>
                  <a:pt x="15320" y="18473"/>
                </a:lnTo>
                <a:lnTo>
                  <a:pt x="12658" y="16875"/>
                </a:lnTo>
                <a:lnTo>
                  <a:pt x="10426" y="15557"/>
                </a:lnTo>
                <a:lnTo>
                  <a:pt x="8156" y="14218"/>
                </a:lnTo>
                <a:lnTo>
                  <a:pt x="5692" y="11848"/>
                </a:lnTo>
                <a:lnTo>
                  <a:pt x="3840" y="9423"/>
                </a:lnTo>
                <a:lnTo>
                  <a:pt x="2402" y="6761"/>
                </a:lnTo>
                <a:lnTo>
                  <a:pt x="1186" y="3683"/>
                </a:lnTo>
                <a:lnTo>
                  <a:pt x="0" y="0"/>
                </a:lnTo>
                <a:close/>
              </a:path>
            </a:pathLst>
          </a:custGeom>
          <a:solidFill>
            <a:srgbClr val="DFBB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2" name="contour_16870"/>
          <p:cNvSpPr/>
          <p:nvPr/>
        </p:nvSpPr>
        <p:spPr>
          <a:xfrm>
            <a:off x="1774069" y="5837681"/>
            <a:ext cx="58304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0"/>
                </a:lnTo>
                <a:lnTo>
                  <a:pt x="3564" y="0"/>
                </a:lnTo>
                <a:lnTo>
                  <a:pt x="5349" y="0"/>
                </a:lnTo>
                <a:lnTo>
                  <a:pt x="7136" y="0"/>
                </a:lnTo>
                <a:lnTo>
                  <a:pt x="8926" y="0"/>
                </a:lnTo>
                <a:lnTo>
                  <a:pt x="10719" y="0"/>
                </a:lnTo>
                <a:lnTo>
                  <a:pt x="12517" y="0"/>
                </a:lnTo>
                <a:lnTo>
                  <a:pt x="14321" y="0"/>
                </a:lnTo>
                <a:lnTo>
                  <a:pt x="16130" y="0"/>
                </a:lnTo>
                <a:lnTo>
                  <a:pt x="17944" y="0"/>
                </a:lnTo>
                <a:lnTo>
                  <a:pt x="19769" y="0"/>
                </a:lnTo>
                <a:lnTo>
                  <a:pt x="21600" y="0"/>
                </a:lnTo>
                <a:lnTo>
                  <a:pt x="18916" y="6274"/>
                </a:lnTo>
                <a:lnTo>
                  <a:pt x="16786" y="11165"/>
                </a:lnTo>
                <a:lnTo>
                  <a:pt x="15090" y="14851"/>
                </a:lnTo>
                <a:lnTo>
                  <a:pt x="13719" y="17510"/>
                </a:lnTo>
                <a:lnTo>
                  <a:pt x="12552" y="19317"/>
                </a:lnTo>
                <a:lnTo>
                  <a:pt x="11480" y="20452"/>
                </a:lnTo>
                <a:lnTo>
                  <a:pt x="10387" y="21090"/>
                </a:lnTo>
                <a:lnTo>
                  <a:pt x="9158" y="21416"/>
                </a:lnTo>
                <a:lnTo>
                  <a:pt x="7679" y="21600"/>
                </a:lnTo>
                <a:lnTo>
                  <a:pt x="6199" y="20742"/>
                </a:lnTo>
                <a:lnTo>
                  <a:pt x="5060" y="19927"/>
                </a:lnTo>
                <a:lnTo>
                  <a:pt x="3893" y="18800"/>
                </a:lnTo>
                <a:lnTo>
                  <a:pt x="2330" y="16999"/>
                </a:lnTo>
                <a:lnTo>
                  <a:pt x="0" y="14178"/>
                </a:lnTo>
                <a:lnTo>
                  <a:pt x="0" y="9492"/>
                </a:lnTo>
                <a:lnTo>
                  <a:pt x="0" y="4778"/>
                </a:lnTo>
                <a:lnTo>
                  <a:pt x="0" y="0"/>
                </a:lnTo>
                <a:close/>
              </a:path>
            </a:pathLst>
          </a:custGeom>
          <a:solidFill>
            <a:srgbClr val="3E3B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3" name="contour_16871"/>
          <p:cNvSpPr/>
          <p:nvPr/>
        </p:nvSpPr>
        <p:spPr>
          <a:xfrm>
            <a:off x="4077074" y="581581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95" y="2138"/>
                </a:lnTo>
                <a:lnTo>
                  <a:pt x="10355" y="4284"/>
                </a:lnTo>
                <a:lnTo>
                  <a:pt x="11215" y="6437"/>
                </a:lnTo>
                <a:lnTo>
                  <a:pt x="12083" y="8608"/>
                </a:lnTo>
                <a:lnTo>
                  <a:pt x="12960" y="10800"/>
                </a:lnTo>
                <a:lnTo>
                  <a:pt x="15098" y="11693"/>
                </a:lnTo>
                <a:lnTo>
                  <a:pt x="17245" y="12586"/>
                </a:lnTo>
                <a:lnTo>
                  <a:pt x="19410" y="13489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2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5"/>
                </a:lnTo>
                <a:lnTo>
                  <a:pt x="2743" y="20686"/>
                </a:lnTo>
                <a:lnTo>
                  <a:pt x="0" y="21600"/>
                </a:lnTo>
                <a:lnTo>
                  <a:pt x="950" y="19224"/>
                </a:lnTo>
                <a:lnTo>
                  <a:pt x="1901" y="16844"/>
                </a:lnTo>
                <a:lnTo>
                  <a:pt x="2856" y="14465"/>
                </a:lnTo>
                <a:lnTo>
                  <a:pt x="3810" y="12078"/>
                </a:lnTo>
                <a:lnTo>
                  <a:pt x="4765" y="9684"/>
                </a:lnTo>
                <a:lnTo>
                  <a:pt x="5728" y="7279"/>
                </a:lnTo>
                <a:lnTo>
                  <a:pt x="6692" y="4867"/>
                </a:lnTo>
                <a:lnTo>
                  <a:pt x="7664" y="2441"/>
                </a:lnTo>
                <a:lnTo>
                  <a:pt x="8640" y="0"/>
                </a:lnTo>
                <a:close/>
              </a:path>
            </a:pathLst>
          </a:custGeom>
          <a:solidFill>
            <a:srgbClr val="4243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4" name="contour_16872"/>
          <p:cNvSpPr/>
          <p:nvPr/>
        </p:nvSpPr>
        <p:spPr>
          <a:xfrm>
            <a:off x="5665856" y="5808529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08"/>
                </a:lnTo>
                <a:lnTo>
                  <a:pt x="6860" y="1023"/>
                </a:lnTo>
                <a:lnTo>
                  <a:pt x="8618" y="1732"/>
                </a:lnTo>
                <a:lnTo>
                  <a:pt x="11340" y="2824"/>
                </a:lnTo>
                <a:lnTo>
                  <a:pt x="15509" y="4501"/>
                </a:lnTo>
                <a:lnTo>
                  <a:pt x="21600" y="6957"/>
                </a:lnTo>
                <a:lnTo>
                  <a:pt x="20926" y="11089"/>
                </a:lnTo>
                <a:lnTo>
                  <a:pt x="20252" y="13913"/>
                </a:lnTo>
                <a:lnTo>
                  <a:pt x="19172" y="16737"/>
                </a:lnTo>
                <a:lnTo>
                  <a:pt x="17280" y="20870"/>
                </a:lnTo>
                <a:lnTo>
                  <a:pt x="14360" y="21377"/>
                </a:lnTo>
                <a:lnTo>
                  <a:pt x="11504" y="21600"/>
                </a:lnTo>
                <a:lnTo>
                  <a:pt x="8675" y="21600"/>
                </a:lnTo>
                <a:lnTo>
                  <a:pt x="5841" y="21440"/>
                </a:lnTo>
                <a:lnTo>
                  <a:pt x="2964" y="21183"/>
                </a:lnTo>
                <a:lnTo>
                  <a:pt x="0" y="20870"/>
                </a:lnTo>
                <a:lnTo>
                  <a:pt x="855" y="16737"/>
                </a:lnTo>
                <a:lnTo>
                  <a:pt x="1715" y="12591"/>
                </a:lnTo>
                <a:lnTo>
                  <a:pt x="2575" y="8431"/>
                </a:lnTo>
                <a:lnTo>
                  <a:pt x="3443" y="4237"/>
                </a:lnTo>
                <a:lnTo>
                  <a:pt x="4320" y="0"/>
                </a:lnTo>
                <a:close/>
              </a:path>
            </a:pathLst>
          </a:custGeom>
          <a:solidFill>
            <a:srgbClr val="AEC6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5" name="contour_16873"/>
          <p:cNvSpPr/>
          <p:nvPr/>
        </p:nvSpPr>
        <p:spPr>
          <a:xfrm>
            <a:off x="11292186" y="580852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8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6" name="contour_16874"/>
          <p:cNvSpPr/>
          <p:nvPr/>
        </p:nvSpPr>
        <p:spPr>
          <a:xfrm>
            <a:off x="7721070" y="579395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528"/>
                </a:lnTo>
                <a:lnTo>
                  <a:pt x="11275" y="3056"/>
                </a:lnTo>
                <a:lnTo>
                  <a:pt x="13320" y="4590"/>
                </a:lnTo>
                <a:lnTo>
                  <a:pt x="15372" y="6129"/>
                </a:lnTo>
                <a:lnTo>
                  <a:pt x="17435" y="7679"/>
                </a:lnTo>
                <a:lnTo>
                  <a:pt x="19508" y="9234"/>
                </a:lnTo>
                <a:lnTo>
                  <a:pt x="21600" y="10800"/>
                </a:lnTo>
                <a:lnTo>
                  <a:pt x="19220" y="10800"/>
                </a:lnTo>
                <a:lnTo>
                  <a:pt x="16826" y="10800"/>
                </a:lnTo>
                <a:lnTo>
                  <a:pt x="14400" y="10800"/>
                </a:lnTo>
                <a:lnTo>
                  <a:pt x="14400" y="14369"/>
                </a:lnTo>
                <a:lnTo>
                  <a:pt x="14400" y="17960"/>
                </a:lnTo>
                <a:lnTo>
                  <a:pt x="14400" y="21600"/>
                </a:lnTo>
                <a:lnTo>
                  <a:pt x="12024" y="20709"/>
                </a:lnTo>
                <a:lnTo>
                  <a:pt x="9644" y="19818"/>
                </a:lnTo>
                <a:lnTo>
                  <a:pt x="7254" y="18922"/>
                </a:lnTo>
                <a:lnTo>
                  <a:pt x="4853" y="18020"/>
                </a:lnTo>
                <a:lnTo>
                  <a:pt x="2437" y="17113"/>
                </a:lnTo>
                <a:lnTo>
                  <a:pt x="0" y="16200"/>
                </a:lnTo>
                <a:lnTo>
                  <a:pt x="2380" y="16200"/>
                </a:lnTo>
                <a:lnTo>
                  <a:pt x="4774" y="16200"/>
                </a:lnTo>
                <a:lnTo>
                  <a:pt x="7200" y="16200"/>
                </a:lnTo>
                <a:lnTo>
                  <a:pt x="7200" y="12992"/>
                </a:lnTo>
                <a:lnTo>
                  <a:pt x="7200" y="9774"/>
                </a:lnTo>
                <a:lnTo>
                  <a:pt x="7200" y="6545"/>
                </a:lnTo>
                <a:lnTo>
                  <a:pt x="7200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F6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7" name="contour_16875"/>
          <p:cNvSpPr/>
          <p:nvPr/>
        </p:nvSpPr>
        <p:spPr>
          <a:xfrm>
            <a:off x="1759493" y="578666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788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8" name="contour_16876"/>
          <p:cNvSpPr/>
          <p:nvPr/>
        </p:nvSpPr>
        <p:spPr>
          <a:xfrm>
            <a:off x="8282245" y="578666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2856"/>
                </a:lnTo>
                <a:lnTo>
                  <a:pt x="8640" y="5728"/>
                </a:lnTo>
                <a:lnTo>
                  <a:pt x="8640" y="8640"/>
                </a:lnTo>
                <a:lnTo>
                  <a:pt x="11854" y="9971"/>
                </a:lnTo>
                <a:lnTo>
                  <a:pt x="14135" y="10860"/>
                </a:lnTo>
                <a:lnTo>
                  <a:pt x="16105" y="11517"/>
                </a:lnTo>
                <a:lnTo>
                  <a:pt x="18386" y="12148"/>
                </a:lnTo>
                <a:lnTo>
                  <a:pt x="21600" y="12960"/>
                </a:lnTo>
                <a:lnTo>
                  <a:pt x="18926" y="14031"/>
                </a:lnTo>
                <a:lnTo>
                  <a:pt x="16252" y="15098"/>
                </a:lnTo>
                <a:lnTo>
                  <a:pt x="13569" y="16174"/>
                </a:lnTo>
                <a:lnTo>
                  <a:pt x="10882" y="17245"/>
                </a:lnTo>
                <a:lnTo>
                  <a:pt x="8182" y="18325"/>
                </a:lnTo>
                <a:lnTo>
                  <a:pt x="5469" y="19410"/>
                </a:lnTo>
                <a:lnTo>
                  <a:pt x="2743" y="20503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4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79" name="contour_16877"/>
          <p:cNvSpPr/>
          <p:nvPr/>
        </p:nvSpPr>
        <p:spPr>
          <a:xfrm>
            <a:off x="1226945" y="5779377"/>
            <a:ext cx="2967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6" y="0"/>
                </a:moveTo>
                <a:lnTo>
                  <a:pt x="8837" y="713"/>
                </a:lnTo>
                <a:lnTo>
                  <a:pt x="11999" y="1429"/>
                </a:lnTo>
                <a:lnTo>
                  <a:pt x="15171" y="2146"/>
                </a:lnTo>
                <a:lnTo>
                  <a:pt x="18370" y="2869"/>
                </a:lnTo>
                <a:lnTo>
                  <a:pt x="21600" y="3600"/>
                </a:lnTo>
                <a:lnTo>
                  <a:pt x="19266" y="5580"/>
                </a:lnTo>
                <a:lnTo>
                  <a:pt x="16932" y="7564"/>
                </a:lnTo>
                <a:lnTo>
                  <a:pt x="14593" y="9547"/>
                </a:lnTo>
                <a:lnTo>
                  <a:pt x="12243" y="11534"/>
                </a:lnTo>
                <a:lnTo>
                  <a:pt x="9893" y="13532"/>
                </a:lnTo>
                <a:lnTo>
                  <a:pt x="7532" y="15534"/>
                </a:lnTo>
                <a:lnTo>
                  <a:pt x="5161" y="17546"/>
                </a:lnTo>
                <a:lnTo>
                  <a:pt x="2780" y="19566"/>
                </a:lnTo>
                <a:lnTo>
                  <a:pt x="382" y="21600"/>
                </a:lnTo>
                <a:lnTo>
                  <a:pt x="191" y="16510"/>
                </a:lnTo>
                <a:lnTo>
                  <a:pt x="64" y="12784"/>
                </a:lnTo>
                <a:lnTo>
                  <a:pt x="0" y="10109"/>
                </a:lnTo>
                <a:lnTo>
                  <a:pt x="0" y="8168"/>
                </a:lnTo>
                <a:lnTo>
                  <a:pt x="64" y="6646"/>
                </a:lnTo>
                <a:lnTo>
                  <a:pt x="191" y="5227"/>
                </a:lnTo>
                <a:lnTo>
                  <a:pt x="382" y="3600"/>
                </a:lnTo>
                <a:lnTo>
                  <a:pt x="3013" y="1814"/>
                </a:lnTo>
                <a:lnTo>
                  <a:pt x="5686" y="0"/>
                </a:lnTo>
                <a:close/>
              </a:path>
            </a:pathLst>
          </a:custGeom>
          <a:solidFill>
            <a:srgbClr val="9699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0" name="contour_16878"/>
          <p:cNvSpPr/>
          <p:nvPr/>
        </p:nvSpPr>
        <p:spPr>
          <a:xfrm>
            <a:off x="10818466" y="578666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1128" y="18544"/>
                </a:lnTo>
                <a:lnTo>
                  <a:pt x="9292" y="15487"/>
                </a:lnTo>
                <a:lnTo>
                  <a:pt x="7452" y="12420"/>
                </a:lnTo>
                <a:lnTo>
                  <a:pt x="5603" y="9342"/>
                </a:lnTo>
                <a:lnTo>
                  <a:pt x="3750" y="6248"/>
                </a:lnTo>
                <a:lnTo>
                  <a:pt x="1879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B0B4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1" name="contour_16879"/>
          <p:cNvSpPr/>
          <p:nvPr/>
        </p:nvSpPr>
        <p:spPr>
          <a:xfrm>
            <a:off x="1686613" y="577937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6C5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2" name="contour_16880"/>
          <p:cNvSpPr/>
          <p:nvPr/>
        </p:nvSpPr>
        <p:spPr>
          <a:xfrm>
            <a:off x="10971514" y="5780230"/>
            <a:ext cx="43728" cy="217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616"/>
                </a:moveTo>
                <a:lnTo>
                  <a:pt x="12938" y="3761"/>
                </a:lnTo>
                <a:lnTo>
                  <a:pt x="14850" y="5949"/>
                </a:lnTo>
                <a:lnTo>
                  <a:pt x="16762" y="8065"/>
                </a:lnTo>
                <a:lnTo>
                  <a:pt x="18702" y="10224"/>
                </a:lnTo>
                <a:lnTo>
                  <a:pt x="20142" y="11919"/>
                </a:lnTo>
                <a:lnTo>
                  <a:pt x="21600" y="13644"/>
                </a:lnTo>
                <a:lnTo>
                  <a:pt x="19454" y="17847"/>
                </a:lnTo>
                <a:lnTo>
                  <a:pt x="17914" y="20071"/>
                </a:lnTo>
                <a:lnTo>
                  <a:pt x="16247" y="21078"/>
                </a:lnTo>
                <a:lnTo>
                  <a:pt x="13709" y="21600"/>
                </a:lnTo>
                <a:lnTo>
                  <a:pt x="11261" y="21470"/>
                </a:lnTo>
                <a:lnTo>
                  <a:pt x="8773" y="21346"/>
                </a:lnTo>
                <a:lnTo>
                  <a:pt x="7542" y="21296"/>
                </a:lnTo>
                <a:lnTo>
                  <a:pt x="3809" y="21144"/>
                </a:lnTo>
                <a:lnTo>
                  <a:pt x="1919" y="21020"/>
                </a:lnTo>
                <a:lnTo>
                  <a:pt x="0" y="20890"/>
                </a:lnTo>
                <a:lnTo>
                  <a:pt x="0" y="16100"/>
                </a:lnTo>
                <a:lnTo>
                  <a:pt x="0" y="11282"/>
                </a:lnTo>
                <a:lnTo>
                  <a:pt x="0" y="6398"/>
                </a:lnTo>
                <a:lnTo>
                  <a:pt x="2254" y="3065"/>
                </a:lnTo>
                <a:lnTo>
                  <a:pt x="4219" y="942"/>
                </a:lnTo>
                <a:lnTo>
                  <a:pt x="6160" y="0"/>
                </a:lnTo>
                <a:lnTo>
                  <a:pt x="8348" y="232"/>
                </a:lnTo>
                <a:lnTo>
                  <a:pt x="11052" y="1616"/>
                </a:lnTo>
                <a:close/>
              </a:path>
            </a:pathLst>
          </a:custGeom>
          <a:solidFill>
            <a:srgbClr val="FA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3" name="contour_16881"/>
          <p:cNvSpPr/>
          <p:nvPr/>
        </p:nvSpPr>
        <p:spPr>
          <a:xfrm>
            <a:off x="5680432" y="577208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445"/>
                </a:lnTo>
                <a:lnTo>
                  <a:pt x="13856" y="4890"/>
                </a:lnTo>
                <a:lnTo>
                  <a:pt x="15390" y="7344"/>
                </a:lnTo>
                <a:lnTo>
                  <a:pt x="16929" y="9806"/>
                </a:lnTo>
                <a:lnTo>
                  <a:pt x="18479" y="12282"/>
                </a:lnTo>
                <a:lnTo>
                  <a:pt x="20034" y="14770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1339" y="18926"/>
                </a:lnTo>
                <a:lnTo>
                  <a:pt x="2673" y="16252"/>
                </a:lnTo>
                <a:lnTo>
                  <a:pt x="4018" y="13569"/>
                </a:lnTo>
                <a:lnTo>
                  <a:pt x="5357" y="10882"/>
                </a:lnTo>
                <a:lnTo>
                  <a:pt x="6707" y="8182"/>
                </a:lnTo>
                <a:lnTo>
                  <a:pt x="8062" y="5469"/>
                </a:lnTo>
                <a:lnTo>
                  <a:pt x="9428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A9BF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4" name="contour_16882"/>
          <p:cNvSpPr/>
          <p:nvPr/>
        </p:nvSpPr>
        <p:spPr>
          <a:xfrm>
            <a:off x="7990725" y="57502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3056"/>
                </a:lnTo>
                <a:lnTo>
                  <a:pt x="15405" y="6113"/>
                </a:lnTo>
                <a:lnTo>
                  <a:pt x="16632" y="9180"/>
                </a:lnTo>
                <a:lnTo>
                  <a:pt x="17863" y="12258"/>
                </a:lnTo>
                <a:lnTo>
                  <a:pt x="19103" y="15352"/>
                </a:lnTo>
                <a:lnTo>
                  <a:pt x="20347" y="18463"/>
                </a:lnTo>
                <a:lnTo>
                  <a:pt x="21600" y="21600"/>
                </a:lnTo>
                <a:lnTo>
                  <a:pt x="18896" y="21130"/>
                </a:lnTo>
                <a:lnTo>
                  <a:pt x="16196" y="20628"/>
                </a:lnTo>
                <a:lnTo>
                  <a:pt x="13496" y="20110"/>
                </a:lnTo>
                <a:lnTo>
                  <a:pt x="10800" y="19575"/>
                </a:lnTo>
                <a:lnTo>
                  <a:pt x="9288" y="19289"/>
                </a:lnTo>
                <a:lnTo>
                  <a:pt x="4726" y="18436"/>
                </a:lnTo>
                <a:lnTo>
                  <a:pt x="2380" y="1732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3214" y="3737"/>
                </a:lnTo>
                <a:lnTo>
                  <a:pt x="5495" y="2624"/>
                </a:lnTo>
                <a:lnTo>
                  <a:pt x="7465" y="1804"/>
                </a:lnTo>
                <a:lnTo>
                  <a:pt x="9746" y="1015"/>
                </a:lnTo>
                <a:lnTo>
                  <a:pt x="12960" y="0"/>
                </a:lnTo>
                <a:close/>
              </a:path>
            </a:pathLst>
          </a:custGeom>
          <a:solidFill>
            <a:srgbClr val="59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5" name="contour_16883"/>
          <p:cNvSpPr/>
          <p:nvPr/>
        </p:nvSpPr>
        <p:spPr>
          <a:xfrm>
            <a:off x="1067133" y="573564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1544"/>
                </a:lnTo>
                <a:lnTo>
                  <a:pt x="4329" y="3089"/>
                </a:lnTo>
                <a:lnTo>
                  <a:pt x="6489" y="4644"/>
                </a:lnTo>
                <a:lnTo>
                  <a:pt x="8644" y="6205"/>
                </a:lnTo>
                <a:lnTo>
                  <a:pt x="10800" y="7765"/>
                </a:lnTo>
                <a:lnTo>
                  <a:pt x="12809" y="9207"/>
                </a:lnTo>
                <a:lnTo>
                  <a:pt x="14826" y="10654"/>
                </a:lnTo>
                <a:lnTo>
                  <a:pt x="16874" y="12128"/>
                </a:lnTo>
                <a:lnTo>
                  <a:pt x="18049" y="13138"/>
                </a:lnTo>
                <a:lnTo>
                  <a:pt x="21600" y="16200"/>
                </a:lnTo>
                <a:lnTo>
                  <a:pt x="21600" y="1887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1715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6" name="contour_16884"/>
          <p:cNvSpPr/>
          <p:nvPr/>
        </p:nvSpPr>
        <p:spPr>
          <a:xfrm>
            <a:off x="10898634" y="57283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CE3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7" name="contour_16885"/>
          <p:cNvSpPr/>
          <p:nvPr/>
        </p:nvSpPr>
        <p:spPr>
          <a:xfrm>
            <a:off x="10511000" y="5706497"/>
            <a:ext cx="3052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0" y="0"/>
                </a:moveTo>
                <a:lnTo>
                  <a:pt x="4162" y="1364"/>
                </a:lnTo>
                <a:lnTo>
                  <a:pt x="7288" y="2750"/>
                </a:lnTo>
                <a:lnTo>
                  <a:pt x="10336" y="4180"/>
                </a:lnTo>
                <a:lnTo>
                  <a:pt x="13296" y="5677"/>
                </a:lnTo>
                <a:lnTo>
                  <a:pt x="16169" y="7261"/>
                </a:lnTo>
                <a:lnTo>
                  <a:pt x="18939" y="8964"/>
                </a:lnTo>
                <a:lnTo>
                  <a:pt x="21600" y="10800"/>
                </a:lnTo>
                <a:lnTo>
                  <a:pt x="20940" y="13802"/>
                </a:lnTo>
                <a:lnTo>
                  <a:pt x="20342" y="15865"/>
                </a:lnTo>
                <a:lnTo>
                  <a:pt x="19558" y="17507"/>
                </a:lnTo>
                <a:lnTo>
                  <a:pt x="18340" y="19246"/>
                </a:lnTo>
                <a:lnTo>
                  <a:pt x="16442" y="21600"/>
                </a:lnTo>
                <a:lnTo>
                  <a:pt x="11409" y="18515"/>
                </a:lnTo>
                <a:lnTo>
                  <a:pt x="7618" y="16103"/>
                </a:lnTo>
                <a:lnTo>
                  <a:pt x="4864" y="14166"/>
                </a:lnTo>
                <a:lnTo>
                  <a:pt x="2960" y="12510"/>
                </a:lnTo>
                <a:lnTo>
                  <a:pt x="1717" y="10937"/>
                </a:lnTo>
                <a:lnTo>
                  <a:pt x="934" y="9245"/>
                </a:lnTo>
                <a:lnTo>
                  <a:pt x="428" y="7240"/>
                </a:lnTo>
                <a:lnTo>
                  <a:pt x="0" y="4723"/>
                </a:lnTo>
                <a:lnTo>
                  <a:pt x="480" y="2380"/>
                </a:lnTo>
                <a:lnTo>
                  <a:pt x="970" y="0"/>
                </a:lnTo>
                <a:close/>
              </a:path>
            </a:pathLst>
          </a:custGeom>
          <a:solidFill>
            <a:srgbClr val="36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8" name="contour_16886"/>
          <p:cNvSpPr/>
          <p:nvPr/>
        </p:nvSpPr>
        <p:spPr>
          <a:xfrm>
            <a:off x="4448762" y="5727596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730"/>
                </a:moveTo>
                <a:lnTo>
                  <a:pt x="7240" y="223"/>
                </a:lnTo>
                <a:lnTo>
                  <a:pt x="10096" y="0"/>
                </a:lnTo>
                <a:lnTo>
                  <a:pt x="12925" y="0"/>
                </a:lnTo>
                <a:lnTo>
                  <a:pt x="15759" y="160"/>
                </a:lnTo>
                <a:lnTo>
                  <a:pt x="18636" y="417"/>
                </a:lnTo>
                <a:lnTo>
                  <a:pt x="21600" y="730"/>
                </a:lnTo>
                <a:lnTo>
                  <a:pt x="20745" y="4863"/>
                </a:lnTo>
                <a:lnTo>
                  <a:pt x="19885" y="9009"/>
                </a:lnTo>
                <a:lnTo>
                  <a:pt x="19025" y="13169"/>
                </a:lnTo>
                <a:lnTo>
                  <a:pt x="18157" y="17363"/>
                </a:lnTo>
                <a:lnTo>
                  <a:pt x="17280" y="21600"/>
                </a:lnTo>
                <a:lnTo>
                  <a:pt x="14429" y="20452"/>
                </a:lnTo>
                <a:lnTo>
                  <a:pt x="11573" y="19304"/>
                </a:lnTo>
                <a:lnTo>
                  <a:pt x="8705" y="18150"/>
                </a:lnTo>
                <a:lnTo>
                  <a:pt x="5823" y="16988"/>
                </a:lnTo>
                <a:lnTo>
                  <a:pt x="2925" y="15819"/>
                </a:lnTo>
                <a:lnTo>
                  <a:pt x="0" y="14643"/>
                </a:lnTo>
                <a:lnTo>
                  <a:pt x="674" y="10511"/>
                </a:lnTo>
                <a:lnTo>
                  <a:pt x="1348" y="7687"/>
                </a:lnTo>
                <a:lnTo>
                  <a:pt x="2428" y="4863"/>
                </a:lnTo>
                <a:lnTo>
                  <a:pt x="4320" y="730"/>
                </a:lnTo>
                <a:close/>
              </a:path>
            </a:pathLst>
          </a:custGeom>
          <a:solidFill>
            <a:srgbClr val="928C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89" name="contour_16887"/>
          <p:cNvSpPr/>
          <p:nvPr/>
        </p:nvSpPr>
        <p:spPr>
          <a:xfrm>
            <a:off x="1533565" y="571378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D63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0" name="contour_16888"/>
          <p:cNvSpPr/>
          <p:nvPr/>
        </p:nvSpPr>
        <p:spPr>
          <a:xfrm>
            <a:off x="1271197" y="570649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66B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1" name="contour_16889"/>
          <p:cNvSpPr/>
          <p:nvPr/>
        </p:nvSpPr>
        <p:spPr>
          <a:xfrm>
            <a:off x="10250003" y="5705586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1600" y="4970"/>
                </a:lnTo>
                <a:lnTo>
                  <a:pt x="21600" y="9089"/>
                </a:lnTo>
                <a:lnTo>
                  <a:pt x="21600" y="13223"/>
                </a:lnTo>
                <a:lnTo>
                  <a:pt x="21600" y="17391"/>
                </a:lnTo>
                <a:lnTo>
                  <a:pt x="21600" y="21600"/>
                </a:lnTo>
                <a:lnTo>
                  <a:pt x="18926" y="20743"/>
                </a:lnTo>
                <a:lnTo>
                  <a:pt x="16252" y="19886"/>
                </a:lnTo>
                <a:lnTo>
                  <a:pt x="13569" y="19029"/>
                </a:lnTo>
                <a:lnTo>
                  <a:pt x="10882" y="18172"/>
                </a:lnTo>
                <a:lnTo>
                  <a:pt x="8182" y="17308"/>
                </a:lnTo>
                <a:lnTo>
                  <a:pt x="5469" y="16437"/>
                </a:lnTo>
                <a:lnTo>
                  <a:pt x="2743" y="1556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F2F5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2" name="contour_16890"/>
          <p:cNvSpPr/>
          <p:nvPr/>
        </p:nvSpPr>
        <p:spPr>
          <a:xfrm>
            <a:off x="5454504" y="569920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84"/>
                </a:lnTo>
                <a:lnTo>
                  <a:pt x="2341" y="937"/>
                </a:lnTo>
                <a:lnTo>
                  <a:pt x="3646" y="1456"/>
                </a:lnTo>
                <a:lnTo>
                  <a:pt x="5374" y="2147"/>
                </a:lnTo>
                <a:lnTo>
                  <a:pt x="7780" y="3110"/>
                </a:lnTo>
                <a:lnTo>
                  <a:pt x="11115" y="4445"/>
                </a:lnTo>
                <a:lnTo>
                  <a:pt x="15638" y="6255"/>
                </a:lnTo>
                <a:lnTo>
                  <a:pt x="21600" y="8640"/>
                </a:lnTo>
                <a:lnTo>
                  <a:pt x="20745" y="11206"/>
                </a:lnTo>
                <a:lnTo>
                  <a:pt x="19885" y="13781"/>
                </a:lnTo>
                <a:lnTo>
                  <a:pt x="19025" y="16364"/>
                </a:lnTo>
                <a:lnTo>
                  <a:pt x="18157" y="18969"/>
                </a:lnTo>
                <a:lnTo>
                  <a:pt x="17280" y="21600"/>
                </a:lnTo>
                <a:lnTo>
                  <a:pt x="16476" y="19457"/>
                </a:lnTo>
                <a:lnTo>
                  <a:pt x="15660" y="17280"/>
                </a:lnTo>
                <a:lnTo>
                  <a:pt x="14321" y="15137"/>
                </a:lnTo>
                <a:lnTo>
                  <a:pt x="12960" y="12960"/>
                </a:lnTo>
                <a:lnTo>
                  <a:pt x="10104" y="12960"/>
                </a:lnTo>
                <a:lnTo>
                  <a:pt x="7232" y="12960"/>
                </a:lnTo>
                <a:lnTo>
                  <a:pt x="4320" y="12960"/>
                </a:lnTo>
                <a:lnTo>
                  <a:pt x="2989" y="9746"/>
                </a:lnTo>
                <a:lnTo>
                  <a:pt x="2100" y="7465"/>
                </a:lnTo>
                <a:lnTo>
                  <a:pt x="1443" y="5495"/>
                </a:lnTo>
                <a:lnTo>
                  <a:pt x="812" y="3214"/>
                </a:lnTo>
                <a:lnTo>
                  <a:pt x="0" y="0"/>
                </a:lnTo>
                <a:close/>
              </a:path>
            </a:pathLst>
          </a:custGeom>
          <a:solidFill>
            <a:srgbClr val="4243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3" name="contour_16891"/>
          <p:cNvSpPr/>
          <p:nvPr/>
        </p:nvSpPr>
        <p:spPr>
          <a:xfrm>
            <a:off x="10301019" y="569920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076" y="20444"/>
                </a:lnTo>
                <a:lnTo>
                  <a:pt x="15487" y="19273"/>
                </a:lnTo>
                <a:lnTo>
                  <a:pt x="12908" y="18079"/>
                </a:lnTo>
                <a:lnTo>
                  <a:pt x="10335" y="16875"/>
                </a:lnTo>
                <a:lnTo>
                  <a:pt x="8888" y="16216"/>
                </a:lnTo>
                <a:lnTo>
                  <a:pt x="4522" y="14218"/>
                </a:lnTo>
                <a:lnTo>
                  <a:pt x="3400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C3C6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4" name="contour_16892"/>
          <p:cNvSpPr/>
          <p:nvPr/>
        </p:nvSpPr>
        <p:spPr>
          <a:xfrm>
            <a:off x="8376989" y="568463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3056"/>
                </a:lnTo>
                <a:lnTo>
                  <a:pt x="15405" y="6113"/>
                </a:lnTo>
                <a:lnTo>
                  <a:pt x="16632" y="9180"/>
                </a:lnTo>
                <a:lnTo>
                  <a:pt x="17863" y="12258"/>
                </a:lnTo>
                <a:lnTo>
                  <a:pt x="19103" y="15352"/>
                </a:lnTo>
                <a:lnTo>
                  <a:pt x="20347" y="1846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832" y="18544"/>
                </a:lnTo>
                <a:lnTo>
                  <a:pt x="3668" y="15487"/>
                </a:lnTo>
                <a:lnTo>
                  <a:pt x="5508" y="12420"/>
                </a:lnTo>
                <a:lnTo>
                  <a:pt x="7357" y="9342"/>
                </a:lnTo>
                <a:lnTo>
                  <a:pt x="9210" y="6248"/>
                </a:lnTo>
                <a:lnTo>
                  <a:pt x="11081" y="3137"/>
                </a:lnTo>
                <a:lnTo>
                  <a:pt x="12960" y="0"/>
                </a:lnTo>
                <a:close/>
              </a:path>
            </a:pathLst>
          </a:custGeom>
          <a:solidFill>
            <a:srgbClr val="E4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5" name="contour_16893"/>
          <p:cNvSpPr/>
          <p:nvPr/>
        </p:nvSpPr>
        <p:spPr>
          <a:xfrm>
            <a:off x="8012589" y="568463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208"/>
                </a:lnTo>
                <a:lnTo>
                  <a:pt x="21600" y="6426"/>
                </a:lnTo>
                <a:lnTo>
                  <a:pt x="21600" y="9655"/>
                </a:lnTo>
                <a:lnTo>
                  <a:pt x="21600" y="12911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3362" y="16227"/>
                </a:lnTo>
                <a:lnTo>
                  <a:pt x="6156" y="11831"/>
                </a:lnTo>
                <a:lnTo>
                  <a:pt x="8471" y="8311"/>
                </a:lnTo>
                <a:lnTo>
                  <a:pt x="10411" y="5567"/>
                </a:lnTo>
                <a:lnTo>
                  <a:pt x="12071" y="3505"/>
                </a:lnTo>
                <a:lnTo>
                  <a:pt x="13547" y="2030"/>
                </a:lnTo>
                <a:lnTo>
                  <a:pt x="14940" y="1037"/>
                </a:lnTo>
                <a:lnTo>
                  <a:pt x="16340" y="437"/>
                </a:lnTo>
                <a:lnTo>
                  <a:pt x="17856" y="130"/>
                </a:lnTo>
                <a:lnTo>
                  <a:pt x="19577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57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6" name="contour_16894"/>
          <p:cNvSpPr/>
          <p:nvPr/>
        </p:nvSpPr>
        <p:spPr>
          <a:xfrm>
            <a:off x="7677342" y="569920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B2A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7" name="contour_16895"/>
          <p:cNvSpPr/>
          <p:nvPr/>
        </p:nvSpPr>
        <p:spPr>
          <a:xfrm>
            <a:off x="6583793" y="5677345"/>
            <a:ext cx="2950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56" y="0"/>
                </a:moveTo>
                <a:lnTo>
                  <a:pt x="3223" y="1410"/>
                </a:lnTo>
                <a:lnTo>
                  <a:pt x="6131" y="2827"/>
                </a:lnTo>
                <a:lnTo>
                  <a:pt x="8964" y="4264"/>
                </a:lnTo>
                <a:lnTo>
                  <a:pt x="11707" y="5743"/>
                </a:lnTo>
                <a:lnTo>
                  <a:pt x="14359" y="7273"/>
                </a:lnTo>
                <a:lnTo>
                  <a:pt x="16899" y="8871"/>
                </a:lnTo>
                <a:lnTo>
                  <a:pt x="19316" y="10556"/>
                </a:lnTo>
                <a:lnTo>
                  <a:pt x="21600" y="12343"/>
                </a:lnTo>
                <a:lnTo>
                  <a:pt x="19882" y="14636"/>
                </a:lnTo>
                <a:lnTo>
                  <a:pt x="18537" y="16286"/>
                </a:lnTo>
                <a:lnTo>
                  <a:pt x="17267" y="17552"/>
                </a:lnTo>
                <a:lnTo>
                  <a:pt x="15768" y="18687"/>
                </a:lnTo>
                <a:lnTo>
                  <a:pt x="13756" y="19949"/>
                </a:lnTo>
                <a:lnTo>
                  <a:pt x="10928" y="21600"/>
                </a:lnTo>
                <a:lnTo>
                  <a:pt x="9012" y="19634"/>
                </a:lnTo>
                <a:lnTo>
                  <a:pt x="7230" y="17737"/>
                </a:lnTo>
                <a:lnTo>
                  <a:pt x="5603" y="15885"/>
                </a:lnTo>
                <a:lnTo>
                  <a:pt x="4141" y="14059"/>
                </a:lnTo>
                <a:lnTo>
                  <a:pt x="2871" y="12232"/>
                </a:lnTo>
                <a:lnTo>
                  <a:pt x="1804" y="10380"/>
                </a:lnTo>
                <a:lnTo>
                  <a:pt x="966" y="8486"/>
                </a:lnTo>
                <a:lnTo>
                  <a:pt x="374" y="6523"/>
                </a:lnTo>
                <a:lnTo>
                  <a:pt x="48" y="4471"/>
                </a:lnTo>
                <a:lnTo>
                  <a:pt x="0" y="2305"/>
                </a:lnTo>
                <a:lnTo>
                  <a:pt x="256" y="0"/>
                </a:lnTo>
                <a:close/>
              </a:path>
            </a:pathLst>
          </a:custGeom>
          <a:solidFill>
            <a:srgbClr val="F3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8" name="contour_16896"/>
          <p:cNvSpPr/>
          <p:nvPr/>
        </p:nvSpPr>
        <p:spPr>
          <a:xfrm>
            <a:off x="6737191" y="568463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19F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899" name="contour_16897"/>
          <p:cNvSpPr/>
          <p:nvPr/>
        </p:nvSpPr>
        <p:spPr>
          <a:xfrm>
            <a:off x="2189484" y="567734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399" y="2847"/>
                </a:lnTo>
                <a:lnTo>
                  <a:pt x="18522" y="5681"/>
                </a:lnTo>
                <a:lnTo>
                  <a:pt x="19532" y="8523"/>
                </a:lnTo>
                <a:lnTo>
                  <a:pt x="20407" y="11392"/>
                </a:lnTo>
                <a:lnTo>
                  <a:pt x="21103" y="14304"/>
                </a:lnTo>
                <a:lnTo>
                  <a:pt x="21600" y="17280"/>
                </a:lnTo>
                <a:lnTo>
                  <a:pt x="18965" y="19319"/>
                </a:lnTo>
                <a:lnTo>
                  <a:pt x="16961" y="20451"/>
                </a:lnTo>
                <a:lnTo>
                  <a:pt x="14580" y="21077"/>
                </a:lnTo>
                <a:lnTo>
                  <a:pt x="10800" y="21600"/>
                </a:lnTo>
                <a:lnTo>
                  <a:pt x="7214" y="20775"/>
                </a:lnTo>
                <a:lnTo>
                  <a:pt x="4892" y="20049"/>
                </a:lnTo>
                <a:lnTo>
                  <a:pt x="2824" y="19021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3451" y="6575"/>
                </a:lnTo>
                <a:lnTo>
                  <a:pt x="5999" y="5080"/>
                </a:lnTo>
                <a:lnTo>
                  <a:pt x="8100" y="3914"/>
                </a:lnTo>
                <a:lnTo>
                  <a:pt x="10201" y="2838"/>
                </a:lnTo>
                <a:lnTo>
                  <a:pt x="12749" y="1616"/>
                </a:lnTo>
                <a:lnTo>
                  <a:pt x="16200" y="0"/>
                </a:lnTo>
                <a:close/>
              </a:path>
            </a:pathLst>
          </a:custGeom>
          <a:solidFill>
            <a:srgbClr val="1F1D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0" name="contour_16898"/>
          <p:cNvSpPr/>
          <p:nvPr/>
        </p:nvSpPr>
        <p:spPr>
          <a:xfrm>
            <a:off x="2699644" y="567005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529"/>
                </a:lnTo>
                <a:lnTo>
                  <a:pt x="7781" y="1058"/>
                </a:lnTo>
                <a:lnTo>
                  <a:pt x="9428" y="1789"/>
                </a:lnTo>
                <a:lnTo>
                  <a:pt x="11983" y="2927"/>
                </a:lnTo>
                <a:lnTo>
                  <a:pt x="15887" y="4662"/>
                </a:lnTo>
                <a:lnTo>
                  <a:pt x="21600" y="7200"/>
                </a:lnTo>
                <a:lnTo>
                  <a:pt x="20072" y="9238"/>
                </a:lnTo>
                <a:lnTo>
                  <a:pt x="18544" y="11275"/>
                </a:lnTo>
                <a:lnTo>
                  <a:pt x="17010" y="13320"/>
                </a:lnTo>
                <a:lnTo>
                  <a:pt x="15471" y="15372"/>
                </a:lnTo>
                <a:lnTo>
                  <a:pt x="13921" y="17435"/>
                </a:lnTo>
                <a:lnTo>
                  <a:pt x="12366" y="19508"/>
                </a:lnTo>
                <a:lnTo>
                  <a:pt x="10800" y="21600"/>
                </a:lnTo>
                <a:lnTo>
                  <a:pt x="7474" y="17683"/>
                </a:lnTo>
                <a:lnTo>
                  <a:pt x="5060" y="14807"/>
                </a:lnTo>
                <a:lnTo>
                  <a:pt x="3364" y="12715"/>
                </a:lnTo>
                <a:lnTo>
                  <a:pt x="2198" y="11164"/>
                </a:lnTo>
                <a:lnTo>
                  <a:pt x="1377" y="9893"/>
                </a:lnTo>
                <a:lnTo>
                  <a:pt x="707" y="8658"/>
                </a:lnTo>
                <a:lnTo>
                  <a:pt x="0" y="7200"/>
                </a:lnTo>
                <a:lnTo>
                  <a:pt x="1426" y="4792"/>
                </a:lnTo>
                <a:lnTo>
                  <a:pt x="2462" y="3240"/>
                </a:lnTo>
                <a:lnTo>
                  <a:pt x="3618" y="1868"/>
                </a:lnTo>
                <a:lnTo>
                  <a:pt x="5400" y="0"/>
                </a:lnTo>
                <a:close/>
              </a:path>
            </a:pathLst>
          </a:custGeom>
          <a:solidFill>
            <a:srgbClr val="A8C2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1" name="contour_16899"/>
          <p:cNvSpPr/>
          <p:nvPr/>
        </p:nvSpPr>
        <p:spPr>
          <a:xfrm>
            <a:off x="1730341" y="567005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D1B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2" name="contour_16900"/>
          <p:cNvSpPr/>
          <p:nvPr/>
        </p:nvSpPr>
        <p:spPr>
          <a:xfrm>
            <a:off x="1621021" y="5678023"/>
            <a:ext cx="43728" cy="35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993"/>
                </a:moveTo>
                <a:lnTo>
                  <a:pt x="19656" y="5577"/>
                </a:lnTo>
                <a:lnTo>
                  <a:pt x="17712" y="7162"/>
                </a:lnTo>
                <a:lnTo>
                  <a:pt x="15764" y="8751"/>
                </a:lnTo>
                <a:lnTo>
                  <a:pt x="13813" y="10340"/>
                </a:lnTo>
                <a:lnTo>
                  <a:pt x="11858" y="11933"/>
                </a:lnTo>
                <a:lnTo>
                  <a:pt x="9900" y="13527"/>
                </a:lnTo>
                <a:lnTo>
                  <a:pt x="7938" y="15129"/>
                </a:lnTo>
                <a:lnTo>
                  <a:pt x="5965" y="16736"/>
                </a:lnTo>
                <a:lnTo>
                  <a:pt x="3985" y="18351"/>
                </a:lnTo>
                <a:lnTo>
                  <a:pt x="1998" y="19971"/>
                </a:lnTo>
                <a:lnTo>
                  <a:pt x="0" y="21600"/>
                </a:lnTo>
                <a:lnTo>
                  <a:pt x="871" y="16150"/>
                </a:lnTo>
                <a:lnTo>
                  <a:pt x="1573" y="12000"/>
                </a:lnTo>
                <a:lnTo>
                  <a:pt x="2192" y="8896"/>
                </a:lnTo>
                <a:lnTo>
                  <a:pt x="2801" y="6594"/>
                </a:lnTo>
                <a:lnTo>
                  <a:pt x="3485" y="4842"/>
                </a:lnTo>
                <a:lnTo>
                  <a:pt x="4316" y="3394"/>
                </a:lnTo>
                <a:lnTo>
                  <a:pt x="5378" y="2003"/>
                </a:lnTo>
                <a:lnTo>
                  <a:pt x="6750" y="418"/>
                </a:lnTo>
                <a:lnTo>
                  <a:pt x="8507" y="88"/>
                </a:lnTo>
                <a:lnTo>
                  <a:pt x="10001" y="0"/>
                </a:lnTo>
                <a:lnTo>
                  <a:pt x="11642" y="247"/>
                </a:lnTo>
                <a:lnTo>
                  <a:pt x="13849" y="924"/>
                </a:lnTo>
                <a:lnTo>
                  <a:pt x="17032" y="2144"/>
                </a:lnTo>
                <a:lnTo>
                  <a:pt x="21600" y="3993"/>
                </a:lnTo>
                <a:close/>
              </a:path>
            </a:pathLst>
          </a:custGeom>
          <a:solidFill>
            <a:srgbClr val="AA9E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3" name="contour_16901"/>
          <p:cNvSpPr/>
          <p:nvPr/>
        </p:nvSpPr>
        <p:spPr>
          <a:xfrm>
            <a:off x="10643554" y="5662769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34"/>
                </a:lnTo>
                <a:lnTo>
                  <a:pt x="11826" y="2074"/>
                </a:lnTo>
                <a:lnTo>
                  <a:pt x="15055" y="3113"/>
                </a:lnTo>
                <a:lnTo>
                  <a:pt x="18311" y="4163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891" y="17447"/>
                </a:lnTo>
                <a:lnTo>
                  <a:pt x="1782" y="13994"/>
                </a:lnTo>
                <a:lnTo>
                  <a:pt x="2678" y="10526"/>
                </a:lnTo>
                <a:lnTo>
                  <a:pt x="3580" y="7042"/>
                </a:lnTo>
                <a:lnTo>
                  <a:pt x="4487" y="3536"/>
                </a:lnTo>
                <a:lnTo>
                  <a:pt x="5400" y="0"/>
                </a:lnTo>
                <a:close/>
              </a:path>
            </a:pathLst>
          </a:custGeom>
          <a:solidFill>
            <a:srgbClr val="BAC0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4" name="contour_16902"/>
          <p:cNvSpPr/>
          <p:nvPr/>
        </p:nvSpPr>
        <p:spPr>
          <a:xfrm>
            <a:off x="5716872" y="5676361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0709" y="4153"/>
                </a:lnTo>
                <a:lnTo>
                  <a:pt x="19818" y="7606"/>
                </a:lnTo>
                <a:lnTo>
                  <a:pt x="18922" y="11074"/>
                </a:lnTo>
                <a:lnTo>
                  <a:pt x="18020" y="14558"/>
                </a:lnTo>
                <a:lnTo>
                  <a:pt x="17113" y="18064"/>
                </a:lnTo>
                <a:lnTo>
                  <a:pt x="16200" y="21600"/>
                </a:lnTo>
                <a:lnTo>
                  <a:pt x="12992" y="20566"/>
                </a:lnTo>
                <a:lnTo>
                  <a:pt x="9774" y="19526"/>
                </a:lnTo>
                <a:lnTo>
                  <a:pt x="6545" y="18487"/>
                </a:lnTo>
                <a:lnTo>
                  <a:pt x="3289" y="17437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F6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5" name="contour_16903"/>
          <p:cNvSpPr/>
          <p:nvPr/>
        </p:nvSpPr>
        <p:spPr>
          <a:xfrm>
            <a:off x="5008749" y="5662769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5627" y="0"/>
                </a:lnTo>
                <a:lnTo>
                  <a:pt x="10168" y="0"/>
                </a:lnTo>
                <a:lnTo>
                  <a:pt x="14771" y="0"/>
                </a:lnTo>
                <a:lnTo>
                  <a:pt x="16430" y="2825"/>
                </a:lnTo>
                <a:lnTo>
                  <a:pt x="17428" y="4895"/>
                </a:lnTo>
                <a:lnTo>
                  <a:pt x="18165" y="7214"/>
                </a:lnTo>
                <a:lnTo>
                  <a:pt x="19039" y="10800"/>
                </a:lnTo>
                <a:lnTo>
                  <a:pt x="19811" y="13815"/>
                </a:lnTo>
                <a:lnTo>
                  <a:pt x="20589" y="16874"/>
                </a:lnTo>
                <a:lnTo>
                  <a:pt x="21095" y="19220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664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6" name="contour_16904"/>
          <p:cNvSpPr/>
          <p:nvPr/>
        </p:nvSpPr>
        <p:spPr>
          <a:xfrm>
            <a:off x="7728358" y="566276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3940" y="7236"/>
                </a:lnTo>
                <a:lnTo>
                  <a:pt x="7020" y="4558"/>
                </a:lnTo>
                <a:lnTo>
                  <a:pt x="9491" y="2635"/>
                </a:lnTo>
                <a:lnTo>
                  <a:pt x="11612" y="1350"/>
                </a:lnTo>
                <a:lnTo>
                  <a:pt x="13625" y="567"/>
                </a:lnTo>
                <a:lnTo>
                  <a:pt x="15794" y="167"/>
                </a:lnTo>
                <a:lnTo>
                  <a:pt x="18369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C2A7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7" name="contour_16905"/>
          <p:cNvSpPr/>
          <p:nvPr/>
        </p:nvSpPr>
        <p:spPr>
          <a:xfrm>
            <a:off x="4797601" y="5662769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0"/>
                </a:lnTo>
                <a:lnTo>
                  <a:pt x="7606" y="0"/>
                </a:lnTo>
                <a:lnTo>
                  <a:pt x="11074" y="0"/>
                </a:lnTo>
                <a:lnTo>
                  <a:pt x="14558" y="0"/>
                </a:lnTo>
                <a:lnTo>
                  <a:pt x="18064" y="0"/>
                </a:lnTo>
                <a:lnTo>
                  <a:pt x="21600" y="0"/>
                </a:lnTo>
                <a:lnTo>
                  <a:pt x="20738" y="3564"/>
                </a:lnTo>
                <a:lnTo>
                  <a:pt x="19876" y="7133"/>
                </a:lnTo>
                <a:lnTo>
                  <a:pt x="19009" y="10719"/>
                </a:lnTo>
                <a:lnTo>
                  <a:pt x="18137" y="14321"/>
                </a:lnTo>
                <a:lnTo>
                  <a:pt x="17259" y="17944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AA8B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8" name="contour_16906"/>
          <p:cNvSpPr/>
          <p:nvPr/>
        </p:nvSpPr>
        <p:spPr>
          <a:xfrm>
            <a:off x="1227469" y="5648193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1308"/>
                </a:lnTo>
                <a:lnTo>
                  <a:pt x="6113" y="2620"/>
                </a:lnTo>
                <a:lnTo>
                  <a:pt x="9180" y="3934"/>
                </a:lnTo>
                <a:lnTo>
                  <a:pt x="12258" y="5255"/>
                </a:lnTo>
                <a:lnTo>
                  <a:pt x="15352" y="6579"/>
                </a:lnTo>
                <a:lnTo>
                  <a:pt x="18463" y="7915"/>
                </a:lnTo>
                <a:lnTo>
                  <a:pt x="21600" y="9257"/>
                </a:lnTo>
                <a:lnTo>
                  <a:pt x="18031" y="9257"/>
                </a:lnTo>
                <a:lnTo>
                  <a:pt x="14440" y="9257"/>
                </a:lnTo>
                <a:lnTo>
                  <a:pt x="10800" y="9257"/>
                </a:lnTo>
                <a:lnTo>
                  <a:pt x="9185" y="11284"/>
                </a:lnTo>
                <a:lnTo>
                  <a:pt x="8311" y="12886"/>
                </a:lnTo>
                <a:lnTo>
                  <a:pt x="7425" y="15429"/>
                </a:lnTo>
                <a:lnTo>
                  <a:pt x="6755" y="17468"/>
                </a:lnTo>
                <a:lnTo>
                  <a:pt x="6080" y="19520"/>
                </a:lnTo>
                <a:lnTo>
                  <a:pt x="5400" y="21600"/>
                </a:lnTo>
                <a:lnTo>
                  <a:pt x="4865" y="19462"/>
                </a:lnTo>
                <a:lnTo>
                  <a:pt x="4331" y="17320"/>
                </a:lnTo>
                <a:lnTo>
                  <a:pt x="3796" y="15179"/>
                </a:lnTo>
                <a:lnTo>
                  <a:pt x="3256" y="13034"/>
                </a:lnTo>
                <a:lnTo>
                  <a:pt x="2722" y="10880"/>
                </a:lnTo>
                <a:lnTo>
                  <a:pt x="2182" y="8723"/>
                </a:lnTo>
                <a:lnTo>
                  <a:pt x="1642" y="6557"/>
                </a:lnTo>
                <a:lnTo>
                  <a:pt x="1096" y="4382"/>
                </a:lnTo>
                <a:lnTo>
                  <a:pt x="551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634E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09" name="contour_16907"/>
          <p:cNvSpPr/>
          <p:nvPr/>
        </p:nvSpPr>
        <p:spPr>
          <a:xfrm>
            <a:off x="746462" y="564090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832"/>
                </a:lnTo>
                <a:lnTo>
                  <a:pt x="9210" y="3668"/>
                </a:lnTo>
                <a:lnTo>
                  <a:pt x="11664" y="5508"/>
                </a:lnTo>
                <a:lnTo>
                  <a:pt x="14126" y="7357"/>
                </a:lnTo>
                <a:lnTo>
                  <a:pt x="16602" y="9210"/>
                </a:lnTo>
                <a:lnTo>
                  <a:pt x="19090" y="11081"/>
                </a:lnTo>
                <a:lnTo>
                  <a:pt x="21600" y="12960"/>
                </a:lnTo>
                <a:lnTo>
                  <a:pt x="18926" y="14031"/>
                </a:lnTo>
                <a:lnTo>
                  <a:pt x="16252" y="15098"/>
                </a:lnTo>
                <a:lnTo>
                  <a:pt x="13569" y="16174"/>
                </a:lnTo>
                <a:lnTo>
                  <a:pt x="10882" y="17245"/>
                </a:lnTo>
                <a:lnTo>
                  <a:pt x="8182" y="18325"/>
                </a:lnTo>
                <a:lnTo>
                  <a:pt x="5469" y="19410"/>
                </a:lnTo>
                <a:lnTo>
                  <a:pt x="2743" y="20503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5555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0" name="contour_16908"/>
          <p:cNvSpPr/>
          <p:nvPr/>
        </p:nvSpPr>
        <p:spPr>
          <a:xfrm>
            <a:off x="7232774" y="565548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06" y="850"/>
                </a:lnTo>
                <a:lnTo>
                  <a:pt x="10087" y="1750"/>
                </a:lnTo>
                <a:lnTo>
                  <a:pt x="12960" y="2700"/>
                </a:lnTo>
                <a:lnTo>
                  <a:pt x="15371" y="3456"/>
                </a:lnTo>
                <a:lnTo>
                  <a:pt x="17820" y="4219"/>
                </a:lnTo>
                <a:lnTo>
                  <a:pt x="19695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E8D5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1" name="contour_16909"/>
          <p:cNvSpPr/>
          <p:nvPr/>
        </p:nvSpPr>
        <p:spPr>
          <a:xfrm>
            <a:off x="5323321" y="565548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642" y="3488"/>
                </a:lnTo>
                <a:lnTo>
                  <a:pt x="18743" y="6998"/>
                </a:lnTo>
                <a:lnTo>
                  <a:pt x="19597" y="10552"/>
                </a:lnTo>
                <a:lnTo>
                  <a:pt x="20299" y="14164"/>
                </a:lnTo>
                <a:lnTo>
                  <a:pt x="20936" y="17842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015" y="12182"/>
                </a:lnTo>
                <a:lnTo>
                  <a:pt x="1804" y="9331"/>
                </a:lnTo>
                <a:lnTo>
                  <a:pt x="2624" y="6869"/>
                </a:lnTo>
                <a:lnTo>
                  <a:pt x="3737" y="4018"/>
                </a:lnTo>
                <a:lnTo>
                  <a:pt x="5400" y="0"/>
                </a:lnTo>
                <a:close/>
              </a:path>
            </a:pathLst>
          </a:custGeom>
          <a:solidFill>
            <a:srgbClr val="2C27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2" name="contour_16910"/>
          <p:cNvSpPr/>
          <p:nvPr/>
        </p:nvSpPr>
        <p:spPr>
          <a:xfrm>
            <a:off x="10162547" y="5640905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38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DFD9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3" name="contour_16911"/>
          <p:cNvSpPr/>
          <p:nvPr/>
        </p:nvSpPr>
        <p:spPr>
          <a:xfrm>
            <a:off x="1081709" y="564819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71" y="1584"/>
                </a:lnTo>
                <a:lnTo>
                  <a:pt x="20542" y="3175"/>
                </a:lnTo>
                <a:lnTo>
                  <a:pt x="19807" y="5371"/>
                </a:lnTo>
                <a:lnTo>
                  <a:pt x="18673" y="8777"/>
                </a:lnTo>
                <a:lnTo>
                  <a:pt x="16938" y="13982"/>
                </a:lnTo>
                <a:lnTo>
                  <a:pt x="14400" y="21600"/>
                </a:lnTo>
                <a:lnTo>
                  <a:pt x="12596" y="19930"/>
                </a:lnTo>
                <a:lnTo>
                  <a:pt x="10796" y="18245"/>
                </a:lnTo>
                <a:lnTo>
                  <a:pt x="8996" y="16553"/>
                </a:lnTo>
                <a:lnTo>
                  <a:pt x="7200" y="14846"/>
                </a:lnTo>
                <a:lnTo>
                  <a:pt x="5191" y="12960"/>
                </a:lnTo>
                <a:lnTo>
                  <a:pt x="3150" y="11052"/>
                </a:lnTo>
                <a:lnTo>
                  <a:pt x="1588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BBAE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4" name="contour_16912"/>
          <p:cNvSpPr/>
          <p:nvPr/>
        </p:nvSpPr>
        <p:spPr>
          <a:xfrm>
            <a:off x="1052557" y="565548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B42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5" name="contour_16913"/>
          <p:cNvSpPr/>
          <p:nvPr/>
        </p:nvSpPr>
        <p:spPr>
          <a:xfrm>
            <a:off x="955707" y="5648193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0"/>
                </a:moveTo>
                <a:lnTo>
                  <a:pt x="3202" y="2138"/>
                </a:lnTo>
                <a:lnTo>
                  <a:pt x="5223" y="4277"/>
                </a:lnTo>
                <a:lnTo>
                  <a:pt x="7249" y="6420"/>
                </a:lnTo>
                <a:lnTo>
                  <a:pt x="9279" y="8567"/>
                </a:lnTo>
                <a:lnTo>
                  <a:pt x="11313" y="10718"/>
                </a:lnTo>
                <a:lnTo>
                  <a:pt x="13355" y="12878"/>
                </a:lnTo>
                <a:lnTo>
                  <a:pt x="15401" y="15042"/>
                </a:lnTo>
                <a:lnTo>
                  <a:pt x="17459" y="17220"/>
                </a:lnTo>
                <a:lnTo>
                  <a:pt x="19521" y="19401"/>
                </a:lnTo>
                <a:lnTo>
                  <a:pt x="21600" y="21600"/>
                </a:lnTo>
                <a:lnTo>
                  <a:pt x="16838" y="21095"/>
                </a:lnTo>
                <a:lnTo>
                  <a:pt x="13187" y="20676"/>
                </a:lnTo>
                <a:lnTo>
                  <a:pt x="10406" y="20304"/>
                </a:lnTo>
                <a:lnTo>
                  <a:pt x="8258" y="19920"/>
                </a:lnTo>
                <a:lnTo>
                  <a:pt x="6498" y="19475"/>
                </a:lnTo>
                <a:lnTo>
                  <a:pt x="4893" y="18922"/>
                </a:lnTo>
                <a:lnTo>
                  <a:pt x="3198" y="18209"/>
                </a:lnTo>
                <a:lnTo>
                  <a:pt x="1180" y="17280"/>
                </a:lnTo>
                <a:lnTo>
                  <a:pt x="380" y="14252"/>
                </a:lnTo>
                <a:lnTo>
                  <a:pt x="16" y="11478"/>
                </a:lnTo>
                <a:lnTo>
                  <a:pt x="0" y="8813"/>
                </a:lnTo>
                <a:lnTo>
                  <a:pt x="249" y="6108"/>
                </a:lnTo>
                <a:lnTo>
                  <a:pt x="670" y="3218"/>
                </a:lnTo>
                <a:lnTo>
                  <a:pt x="1180" y="0"/>
                </a:lnTo>
                <a:close/>
              </a:path>
            </a:pathLst>
          </a:custGeom>
          <a:solidFill>
            <a:srgbClr val="2626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6" name="contour_16914"/>
          <p:cNvSpPr/>
          <p:nvPr/>
        </p:nvSpPr>
        <p:spPr>
          <a:xfrm>
            <a:off x="10708490" y="5633617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2" y="0"/>
                </a:moveTo>
                <a:lnTo>
                  <a:pt x="1570" y="302"/>
                </a:lnTo>
                <a:lnTo>
                  <a:pt x="2682" y="583"/>
                </a:lnTo>
                <a:lnTo>
                  <a:pt x="3964" y="913"/>
                </a:lnTo>
                <a:lnTo>
                  <a:pt x="5661" y="1345"/>
                </a:lnTo>
                <a:lnTo>
                  <a:pt x="8025" y="1944"/>
                </a:lnTo>
                <a:lnTo>
                  <a:pt x="11301" y="2781"/>
                </a:lnTo>
                <a:lnTo>
                  <a:pt x="15744" y="3910"/>
                </a:lnTo>
                <a:lnTo>
                  <a:pt x="21600" y="5400"/>
                </a:lnTo>
                <a:lnTo>
                  <a:pt x="18188" y="10319"/>
                </a:lnTo>
                <a:lnTo>
                  <a:pt x="15765" y="13754"/>
                </a:lnTo>
                <a:lnTo>
                  <a:pt x="13974" y="16146"/>
                </a:lnTo>
                <a:lnTo>
                  <a:pt x="12463" y="17955"/>
                </a:lnTo>
                <a:lnTo>
                  <a:pt x="10881" y="19624"/>
                </a:lnTo>
                <a:lnTo>
                  <a:pt x="8869" y="21600"/>
                </a:lnTo>
                <a:lnTo>
                  <a:pt x="5903" y="21136"/>
                </a:lnTo>
                <a:lnTo>
                  <a:pt x="4027" y="20417"/>
                </a:lnTo>
                <a:lnTo>
                  <a:pt x="2453" y="18943"/>
                </a:lnTo>
                <a:lnTo>
                  <a:pt x="382" y="16200"/>
                </a:lnTo>
                <a:lnTo>
                  <a:pt x="127" y="12020"/>
                </a:lnTo>
                <a:lnTo>
                  <a:pt x="0" y="9088"/>
                </a:lnTo>
                <a:lnTo>
                  <a:pt x="0" y="6626"/>
                </a:lnTo>
                <a:lnTo>
                  <a:pt x="127" y="3856"/>
                </a:lnTo>
                <a:lnTo>
                  <a:pt x="382" y="0"/>
                </a:lnTo>
                <a:close/>
              </a:path>
            </a:pathLst>
          </a:custGeom>
          <a:solidFill>
            <a:srgbClr val="A5A6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7" name="contour_16915"/>
          <p:cNvSpPr/>
          <p:nvPr/>
        </p:nvSpPr>
        <p:spPr>
          <a:xfrm>
            <a:off x="7502430" y="5632306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BBBE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8" name="contour_16916"/>
          <p:cNvSpPr/>
          <p:nvPr/>
        </p:nvSpPr>
        <p:spPr>
          <a:xfrm>
            <a:off x="3632506" y="563361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3056"/>
                </a:lnTo>
                <a:lnTo>
                  <a:pt x="15405" y="6113"/>
                </a:lnTo>
                <a:lnTo>
                  <a:pt x="16632" y="9180"/>
                </a:lnTo>
                <a:lnTo>
                  <a:pt x="17863" y="12258"/>
                </a:lnTo>
                <a:lnTo>
                  <a:pt x="19103" y="15352"/>
                </a:lnTo>
                <a:lnTo>
                  <a:pt x="20347" y="1846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832" y="18544"/>
                </a:lnTo>
                <a:lnTo>
                  <a:pt x="3668" y="15487"/>
                </a:lnTo>
                <a:lnTo>
                  <a:pt x="5508" y="12420"/>
                </a:lnTo>
                <a:lnTo>
                  <a:pt x="7357" y="9342"/>
                </a:lnTo>
                <a:lnTo>
                  <a:pt x="9210" y="6248"/>
                </a:lnTo>
                <a:lnTo>
                  <a:pt x="11081" y="3137"/>
                </a:lnTo>
                <a:lnTo>
                  <a:pt x="12960" y="0"/>
                </a:lnTo>
                <a:close/>
              </a:path>
            </a:pathLst>
          </a:custGeom>
          <a:solidFill>
            <a:srgbClr val="AF9E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19" name="contour_16917"/>
          <p:cNvSpPr/>
          <p:nvPr/>
        </p:nvSpPr>
        <p:spPr>
          <a:xfrm>
            <a:off x="7400398" y="5611753"/>
            <a:ext cx="238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4" y="683"/>
                </a:lnTo>
                <a:lnTo>
                  <a:pt x="8402" y="1248"/>
                </a:lnTo>
                <a:lnTo>
                  <a:pt x="11414" y="1905"/>
                </a:lnTo>
                <a:lnTo>
                  <a:pt x="14902" y="2860"/>
                </a:lnTo>
                <a:lnTo>
                  <a:pt x="19817" y="4320"/>
                </a:lnTo>
                <a:lnTo>
                  <a:pt x="21006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006" y="14066"/>
                </a:lnTo>
                <a:lnTo>
                  <a:pt x="19817" y="17280"/>
                </a:lnTo>
                <a:lnTo>
                  <a:pt x="14902" y="18740"/>
                </a:lnTo>
                <a:lnTo>
                  <a:pt x="11414" y="19695"/>
                </a:lnTo>
                <a:lnTo>
                  <a:pt x="8402" y="20352"/>
                </a:lnTo>
                <a:lnTo>
                  <a:pt x="4914" y="2091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B4B5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0" name="contour_16918"/>
          <p:cNvSpPr/>
          <p:nvPr/>
        </p:nvSpPr>
        <p:spPr>
          <a:xfrm>
            <a:off x="5097393" y="560446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642" y="3488"/>
                </a:lnTo>
                <a:lnTo>
                  <a:pt x="18743" y="6998"/>
                </a:lnTo>
                <a:lnTo>
                  <a:pt x="19597" y="10552"/>
                </a:lnTo>
                <a:lnTo>
                  <a:pt x="20299" y="14164"/>
                </a:lnTo>
                <a:lnTo>
                  <a:pt x="20936" y="17842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015" y="12182"/>
                </a:lnTo>
                <a:lnTo>
                  <a:pt x="1804" y="9331"/>
                </a:lnTo>
                <a:lnTo>
                  <a:pt x="2624" y="6869"/>
                </a:lnTo>
                <a:lnTo>
                  <a:pt x="3737" y="4018"/>
                </a:lnTo>
                <a:lnTo>
                  <a:pt x="5400" y="0"/>
                </a:lnTo>
                <a:close/>
              </a:path>
            </a:pathLst>
          </a:custGeom>
          <a:solidFill>
            <a:srgbClr val="D7C1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1" name="contour_16919"/>
          <p:cNvSpPr/>
          <p:nvPr/>
        </p:nvSpPr>
        <p:spPr>
          <a:xfrm>
            <a:off x="9885603" y="560446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6DD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2" name="contour_16920"/>
          <p:cNvSpPr/>
          <p:nvPr/>
        </p:nvSpPr>
        <p:spPr>
          <a:xfrm>
            <a:off x="10045939" y="5597177"/>
            <a:ext cx="2330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4" y="0"/>
                </a:moveTo>
                <a:lnTo>
                  <a:pt x="11219" y="0"/>
                </a:lnTo>
                <a:lnTo>
                  <a:pt x="15710" y="0"/>
                </a:lnTo>
                <a:lnTo>
                  <a:pt x="20263" y="0"/>
                </a:lnTo>
                <a:lnTo>
                  <a:pt x="21006" y="4994"/>
                </a:lnTo>
                <a:lnTo>
                  <a:pt x="21451" y="8506"/>
                </a:lnTo>
                <a:lnTo>
                  <a:pt x="21600" y="11007"/>
                </a:lnTo>
                <a:lnTo>
                  <a:pt x="21451" y="12986"/>
                </a:lnTo>
                <a:lnTo>
                  <a:pt x="21006" y="14917"/>
                </a:lnTo>
                <a:lnTo>
                  <a:pt x="20263" y="17280"/>
                </a:lnTo>
                <a:lnTo>
                  <a:pt x="15238" y="18870"/>
                </a:lnTo>
                <a:lnTo>
                  <a:pt x="11671" y="19889"/>
                </a:lnTo>
                <a:lnTo>
                  <a:pt x="8591" y="20546"/>
                </a:lnTo>
                <a:lnTo>
                  <a:pt x="5025" y="21047"/>
                </a:lnTo>
                <a:lnTo>
                  <a:pt x="0" y="21600"/>
                </a:lnTo>
                <a:lnTo>
                  <a:pt x="588" y="18896"/>
                </a:lnTo>
                <a:lnTo>
                  <a:pt x="1216" y="16196"/>
                </a:lnTo>
                <a:lnTo>
                  <a:pt x="1864" y="13496"/>
                </a:lnTo>
                <a:lnTo>
                  <a:pt x="2533" y="10800"/>
                </a:lnTo>
                <a:lnTo>
                  <a:pt x="3242" y="7785"/>
                </a:lnTo>
                <a:lnTo>
                  <a:pt x="3958" y="4726"/>
                </a:lnTo>
                <a:lnTo>
                  <a:pt x="5349" y="2380"/>
                </a:lnTo>
                <a:lnTo>
                  <a:pt x="6754" y="0"/>
                </a:lnTo>
                <a:close/>
              </a:path>
            </a:pathLst>
          </a:custGeom>
          <a:solidFill>
            <a:srgbClr val="4342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3" name="contour_16921"/>
          <p:cNvSpPr/>
          <p:nvPr/>
        </p:nvSpPr>
        <p:spPr>
          <a:xfrm>
            <a:off x="4681977" y="558260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585" y="4994"/>
                </a:lnTo>
                <a:lnTo>
                  <a:pt x="19818" y="8506"/>
                </a:lnTo>
                <a:lnTo>
                  <a:pt x="19143" y="11007"/>
                </a:lnTo>
                <a:lnTo>
                  <a:pt x="18414" y="12986"/>
                </a:lnTo>
                <a:lnTo>
                  <a:pt x="17485" y="14917"/>
                </a:lnTo>
                <a:lnTo>
                  <a:pt x="16200" y="17280"/>
                </a:lnTo>
                <a:lnTo>
                  <a:pt x="12020" y="18870"/>
                </a:lnTo>
                <a:lnTo>
                  <a:pt x="9088" y="19889"/>
                </a:lnTo>
                <a:lnTo>
                  <a:pt x="6626" y="20546"/>
                </a:lnTo>
                <a:lnTo>
                  <a:pt x="3856" y="21047"/>
                </a:lnTo>
                <a:lnTo>
                  <a:pt x="0" y="21600"/>
                </a:lnTo>
                <a:lnTo>
                  <a:pt x="1150" y="18891"/>
                </a:lnTo>
                <a:lnTo>
                  <a:pt x="2322" y="16187"/>
                </a:lnTo>
                <a:lnTo>
                  <a:pt x="3515" y="13491"/>
                </a:lnTo>
                <a:lnTo>
                  <a:pt x="4725" y="10800"/>
                </a:lnTo>
                <a:lnTo>
                  <a:pt x="5600" y="8791"/>
                </a:lnTo>
                <a:lnTo>
                  <a:pt x="6485" y="6774"/>
                </a:lnTo>
                <a:lnTo>
                  <a:pt x="7382" y="4726"/>
                </a:lnTo>
                <a:lnTo>
                  <a:pt x="9077" y="2380"/>
                </a:lnTo>
                <a:lnTo>
                  <a:pt x="10800" y="0"/>
                </a:lnTo>
                <a:close/>
              </a:path>
            </a:pathLst>
          </a:custGeom>
          <a:solidFill>
            <a:srgbClr val="705E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4" name="contour_16922"/>
          <p:cNvSpPr/>
          <p:nvPr/>
        </p:nvSpPr>
        <p:spPr>
          <a:xfrm>
            <a:off x="1956268" y="5568026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6302" y="3056"/>
                </a:lnTo>
                <a:lnTo>
                  <a:pt x="17175" y="6113"/>
                </a:lnTo>
                <a:lnTo>
                  <a:pt x="18051" y="9180"/>
                </a:lnTo>
                <a:lnTo>
                  <a:pt x="18931" y="12258"/>
                </a:lnTo>
                <a:lnTo>
                  <a:pt x="19816" y="15352"/>
                </a:lnTo>
                <a:lnTo>
                  <a:pt x="20705" y="18463"/>
                </a:lnTo>
                <a:lnTo>
                  <a:pt x="21600" y="21600"/>
                </a:lnTo>
                <a:lnTo>
                  <a:pt x="19656" y="20628"/>
                </a:lnTo>
                <a:lnTo>
                  <a:pt x="17712" y="19656"/>
                </a:lnTo>
                <a:lnTo>
                  <a:pt x="15765" y="18684"/>
                </a:lnTo>
                <a:lnTo>
                  <a:pt x="13815" y="17707"/>
                </a:lnTo>
                <a:lnTo>
                  <a:pt x="11858" y="16729"/>
                </a:lnTo>
                <a:lnTo>
                  <a:pt x="9902" y="15752"/>
                </a:lnTo>
                <a:lnTo>
                  <a:pt x="7936" y="14769"/>
                </a:lnTo>
                <a:lnTo>
                  <a:pt x="5965" y="13781"/>
                </a:lnTo>
                <a:lnTo>
                  <a:pt x="3987" y="12793"/>
                </a:lnTo>
                <a:lnTo>
                  <a:pt x="1996" y="11799"/>
                </a:lnTo>
                <a:lnTo>
                  <a:pt x="0" y="10800"/>
                </a:lnTo>
                <a:lnTo>
                  <a:pt x="1867" y="10060"/>
                </a:lnTo>
                <a:lnTo>
                  <a:pt x="3737" y="9320"/>
                </a:lnTo>
                <a:lnTo>
                  <a:pt x="5604" y="8586"/>
                </a:lnTo>
                <a:lnTo>
                  <a:pt x="7474" y="7846"/>
                </a:lnTo>
                <a:lnTo>
                  <a:pt x="9340" y="7106"/>
                </a:lnTo>
                <a:lnTo>
                  <a:pt x="11124" y="6037"/>
                </a:lnTo>
                <a:lnTo>
                  <a:pt x="12352" y="4936"/>
                </a:lnTo>
                <a:lnTo>
                  <a:pt x="13599" y="3148"/>
                </a:lnTo>
                <a:lnTo>
                  <a:pt x="15429" y="0"/>
                </a:lnTo>
                <a:close/>
              </a:path>
            </a:pathLst>
          </a:custGeom>
          <a:solidFill>
            <a:srgbClr val="A98F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5" name="contour_16923"/>
          <p:cNvSpPr/>
          <p:nvPr/>
        </p:nvSpPr>
        <p:spPr>
          <a:xfrm>
            <a:off x="1147301" y="5560738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842" y="1929"/>
                </a:lnTo>
                <a:lnTo>
                  <a:pt x="1685" y="3857"/>
                </a:lnTo>
                <a:lnTo>
                  <a:pt x="2534" y="5786"/>
                </a:lnTo>
                <a:lnTo>
                  <a:pt x="3377" y="7714"/>
                </a:lnTo>
                <a:lnTo>
                  <a:pt x="4219" y="9643"/>
                </a:lnTo>
                <a:lnTo>
                  <a:pt x="5702" y="10982"/>
                </a:lnTo>
                <a:lnTo>
                  <a:pt x="7200" y="12343"/>
                </a:lnTo>
                <a:lnTo>
                  <a:pt x="11959" y="12343"/>
                </a:lnTo>
                <a:lnTo>
                  <a:pt x="16747" y="12343"/>
                </a:lnTo>
                <a:lnTo>
                  <a:pt x="21600" y="12343"/>
                </a:lnTo>
                <a:lnTo>
                  <a:pt x="20246" y="14639"/>
                </a:lnTo>
                <a:lnTo>
                  <a:pt x="19195" y="16268"/>
                </a:lnTo>
                <a:lnTo>
                  <a:pt x="18101" y="17675"/>
                </a:lnTo>
                <a:lnTo>
                  <a:pt x="16618" y="19304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AB88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6" name="contour_16924"/>
          <p:cNvSpPr/>
          <p:nvPr/>
        </p:nvSpPr>
        <p:spPr>
          <a:xfrm>
            <a:off x="9841875" y="557531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7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7" name="contour_16925"/>
          <p:cNvSpPr/>
          <p:nvPr/>
        </p:nvSpPr>
        <p:spPr>
          <a:xfrm>
            <a:off x="8551901" y="556802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132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8" name="contour_16926"/>
          <p:cNvSpPr/>
          <p:nvPr/>
        </p:nvSpPr>
        <p:spPr>
          <a:xfrm>
            <a:off x="1577293" y="5583104"/>
            <a:ext cx="43728" cy="286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489"/>
                </a:moveTo>
                <a:lnTo>
                  <a:pt x="12938" y="3116"/>
                </a:lnTo>
                <a:lnTo>
                  <a:pt x="14850" y="4775"/>
                </a:lnTo>
                <a:lnTo>
                  <a:pt x="16762" y="6379"/>
                </a:lnTo>
                <a:lnTo>
                  <a:pt x="18702" y="8017"/>
                </a:lnTo>
                <a:lnTo>
                  <a:pt x="20142" y="9303"/>
                </a:lnTo>
                <a:lnTo>
                  <a:pt x="21600" y="10610"/>
                </a:lnTo>
                <a:lnTo>
                  <a:pt x="19580" y="13380"/>
                </a:lnTo>
                <a:lnTo>
                  <a:pt x="18050" y="15369"/>
                </a:lnTo>
                <a:lnTo>
                  <a:pt x="16708" y="16880"/>
                </a:lnTo>
                <a:lnTo>
                  <a:pt x="15250" y="18215"/>
                </a:lnTo>
                <a:lnTo>
                  <a:pt x="13381" y="19688"/>
                </a:lnTo>
                <a:lnTo>
                  <a:pt x="10800" y="21600"/>
                </a:lnTo>
                <a:lnTo>
                  <a:pt x="8647" y="19342"/>
                </a:lnTo>
                <a:lnTo>
                  <a:pt x="6692" y="16858"/>
                </a:lnTo>
                <a:lnTo>
                  <a:pt x="4900" y="14171"/>
                </a:lnTo>
                <a:lnTo>
                  <a:pt x="3215" y="11303"/>
                </a:lnTo>
                <a:lnTo>
                  <a:pt x="1598" y="8281"/>
                </a:lnTo>
                <a:lnTo>
                  <a:pt x="0" y="5116"/>
                </a:lnTo>
                <a:lnTo>
                  <a:pt x="3028" y="2198"/>
                </a:lnTo>
                <a:lnTo>
                  <a:pt x="5116" y="549"/>
                </a:lnTo>
                <a:lnTo>
                  <a:pt x="6793" y="0"/>
                </a:lnTo>
                <a:lnTo>
                  <a:pt x="8597" y="368"/>
                </a:lnTo>
                <a:lnTo>
                  <a:pt x="11052" y="1489"/>
                </a:lnTo>
                <a:close/>
              </a:path>
            </a:pathLst>
          </a:custGeom>
          <a:solidFill>
            <a:srgbClr val="CCCF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29" name="contour_16927"/>
          <p:cNvSpPr/>
          <p:nvPr/>
        </p:nvSpPr>
        <p:spPr>
          <a:xfrm>
            <a:off x="1183741" y="5575918"/>
            <a:ext cx="58304" cy="212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790"/>
                </a:moveTo>
                <a:lnTo>
                  <a:pt x="21600" y="11685"/>
                </a:lnTo>
                <a:lnTo>
                  <a:pt x="21600" y="16609"/>
                </a:lnTo>
                <a:lnTo>
                  <a:pt x="21600" y="21600"/>
                </a:lnTo>
                <a:lnTo>
                  <a:pt x="19818" y="20985"/>
                </a:lnTo>
                <a:lnTo>
                  <a:pt x="18036" y="20378"/>
                </a:lnTo>
                <a:lnTo>
                  <a:pt x="16251" y="19764"/>
                </a:lnTo>
                <a:lnTo>
                  <a:pt x="14464" y="19156"/>
                </a:lnTo>
                <a:lnTo>
                  <a:pt x="12674" y="18542"/>
                </a:lnTo>
                <a:lnTo>
                  <a:pt x="10881" y="17927"/>
                </a:lnTo>
                <a:lnTo>
                  <a:pt x="9083" y="17313"/>
                </a:lnTo>
                <a:lnTo>
                  <a:pt x="7279" y="16691"/>
                </a:lnTo>
                <a:lnTo>
                  <a:pt x="5470" y="16069"/>
                </a:lnTo>
                <a:lnTo>
                  <a:pt x="3656" y="15447"/>
                </a:lnTo>
                <a:lnTo>
                  <a:pt x="1831" y="14825"/>
                </a:lnTo>
                <a:lnTo>
                  <a:pt x="0" y="14195"/>
                </a:lnTo>
                <a:lnTo>
                  <a:pt x="0" y="10522"/>
                </a:lnTo>
                <a:lnTo>
                  <a:pt x="0" y="6790"/>
                </a:lnTo>
                <a:lnTo>
                  <a:pt x="1812" y="5102"/>
                </a:lnTo>
                <a:lnTo>
                  <a:pt x="3629" y="3584"/>
                </a:lnTo>
                <a:lnTo>
                  <a:pt x="5454" y="2281"/>
                </a:lnTo>
                <a:lnTo>
                  <a:pt x="7282" y="1229"/>
                </a:lnTo>
                <a:lnTo>
                  <a:pt x="9107" y="474"/>
                </a:lnTo>
                <a:lnTo>
                  <a:pt x="10927" y="52"/>
                </a:lnTo>
                <a:lnTo>
                  <a:pt x="12741" y="0"/>
                </a:lnTo>
                <a:lnTo>
                  <a:pt x="14545" y="363"/>
                </a:lnTo>
                <a:lnTo>
                  <a:pt x="16338" y="1185"/>
                </a:lnTo>
                <a:lnTo>
                  <a:pt x="18112" y="2503"/>
                </a:lnTo>
                <a:lnTo>
                  <a:pt x="19867" y="4361"/>
                </a:lnTo>
                <a:lnTo>
                  <a:pt x="21600" y="6790"/>
                </a:lnTo>
                <a:close/>
              </a:path>
            </a:pathLst>
          </a:custGeom>
          <a:solidFill>
            <a:srgbClr val="D9C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0" name="contour_16928"/>
          <p:cNvSpPr/>
          <p:nvPr/>
        </p:nvSpPr>
        <p:spPr>
          <a:xfrm>
            <a:off x="11751329" y="5560738"/>
            <a:ext cx="226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41" y="0"/>
                </a:moveTo>
                <a:lnTo>
                  <a:pt x="11064" y="1290"/>
                </a:lnTo>
                <a:lnTo>
                  <a:pt x="13882" y="2364"/>
                </a:lnTo>
                <a:lnTo>
                  <a:pt x="16700" y="3799"/>
                </a:lnTo>
                <a:lnTo>
                  <a:pt x="20823" y="6171"/>
                </a:lnTo>
                <a:lnTo>
                  <a:pt x="21253" y="8384"/>
                </a:lnTo>
                <a:lnTo>
                  <a:pt x="21510" y="10587"/>
                </a:lnTo>
                <a:lnTo>
                  <a:pt x="21600" y="12784"/>
                </a:lnTo>
                <a:lnTo>
                  <a:pt x="21551" y="14981"/>
                </a:lnTo>
                <a:lnTo>
                  <a:pt x="21392" y="17178"/>
                </a:lnTo>
                <a:lnTo>
                  <a:pt x="21142" y="19384"/>
                </a:lnTo>
                <a:lnTo>
                  <a:pt x="20823" y="21600"/>
                </a:lnTo>
                <a:lnTo>
                  <a:pt x="19532" y="20069"/>
                </a:lnTo>
                <a:lnTo>
                  <a:pt x="18220" y="18514"/>
                </a:lnTo>
                <a:lnTo>
                  <a:pt x="16068" y="16984"/>
                </a:lnTo>
                <a:lnTo>
                  <a:pt x="13882" y="15429"/>
                </a:lnTo>
                <a:lnTo>
                  <a:pt x="9294" y="15429"/>
                </a:lnTo>
                <a:lnTo>
                  <a:pt x="4678" y="15429"/>
                </a:lnTo>
                <a:lnTo>
                  <a:pt x="0" y="15429"/>
                </a:lnTo>
                <a:lnTo>
                  <a:pt x="861" y="13519"/>
                </a:lnTo>
                <a:lnTo>
                  <a:pt x="1721" y="11608"/>
                </a:lnTo>
                <a:lnTo>
                  <a:pt x="2582" y="9692"/>
                </a:lnTo>
                <a:lnTo>
                  <a:pt x="3443" y="7773"/>
                </a:lnTo>
                <a:lnTo>
                  <a:pt x="4310" y="5844"/>
                </a:lnTo>
                <a:lnTo>
                  <a:pt x="5185" y="3907"/>
                </a:lnTo>
                <a:lnTo>
                  <a:pt x="6059" y="1959"/>
                </a:lnTo>
                <a:lnTo>
                  <a:pt x="6941" y="0"/>
                </a:lnTo>
                <a:close/>
              </a:path>
            </a:pathLst>
          </a:custGeom>
          <a:solidFill>
            <a:srgbClr val="C1D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1" name="contour_16929"/>
          <p:cNvSpPr/>
          <p:nvPr/>
        </p:nvSpPr>
        <p:spPr>
          <a:xfrm>
            <a:off x="8355125" y="557531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C7F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2" name="contour_16930"/>
          <p:cNvSpPr/>
          <p:nvPr/>
        </p:nvSpPr>
        <p:spPr>
          <a:xfrm>
            <a:off x="5192137" y="554616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20390" y="20995"/>
                </a:lnTo>
                <a:lnTo>
                  <a:pt x="19259" y="20428"/>
                </a:lnTo>
                <a:lnTo>
                  <a:pt x="17954" y="19780"/>
                </a:lnTo>
                <a:lnTo>
                  <a:pt x="16226" y="18916"/>
                </a:lnTo>
                <a:lnTo>
                  <a:pt x="13820" y="17712"/>
                </a:lnTo>
                <a:lnTo>
                  <a:pt x="10485" y="16043"/>
                </a:lnTo>
                <a:lnTo>
                  <a:pt x="5962" y="13781"/>
                </a:lnTo>
                <a:lnTo>
                  <a:pt x="0" y="10800"/>
                </a:lnTo>
                <a:lnTo>
                  <a:pt x="3940" y="7236"/>
                </a:lnTo>
                <a:lnTo>
                  <a:pt x="7020" y="4558"/>
                </a:lnTo>
                <a:lnTo>
                  <a:pt x="9491" y="2635"/>
                </a:lnTo>
                <a:lnTo>
                  <a:pt x="11612" y="1350"/>
                </a:lnTo>
                <a:lnTo>
                  <a:pt x="13625" y="567"/>
                </a:lnTo>
                <a:lnTo>
                  <a:pt x="15794" y="167"/>
                </a:lnTo>
                <a:lnTo>
                  <a:pt x="18369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4C41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3" name="contour_16931"/>
          <p:cNvSpPr/>
          <p:nvPr/>
        </p:nvSpPr>
        <p:spPr>
          <a:xfrm>
            <a:off x="1701189" y="553887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04" y="853"/>
                </a:lnTo>
                <a:lnTo>
                  <a:pt x="9621" y="1561"/>
                </a:lnTo>
                <a:lnTo>
                  <a:pt x="11591" y="2381"/>
                </a:lnTo>
                <a:lnTo>
                  <a:pt x="13936" y="3575"/>
                </a:lnTo>
                <a:lnTo>
                  <a:pt x="17280" y="5400"/>
                </a:lnTo>
                <a:lnTo>
                  <a:pt x="18740" y="9580"/>
                </a:lnTo>
                <a:lnTo>
                  <a:pt x="19695" y="12512"/>
                </a:lnTo>
                <a:lnTo>
                  <a:pt x="20352" y="14974"/>
                </a:lnTo>
                <a:lnTo>
                  <a:pt x="20917" y="177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8470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4" name="contour_16932"/>
          <p:cNvSpPr/>
          <p:nvPr/>
        </p:nvSpPr>
        <p:spPr>
          <a:xfrm>
            <a:off x="8573765" y="553887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812"/>
                </a:lnTo>
                <a:lnTo>
                  <a:pt x="14524" y="1443"/>
                </a:lnTo>
                <a:lnTo>
                  <a:pt x="16494" y="2100"/>
                </a:lnTo>
                <a:lnTo>
                  <a:pt x="18645" y="2989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2960" y="18744"/>
                </a:lnTo>
                <a:lnTo>
                  <a:pt x="12960" y="15872"/>
                </a:lnTo>
                <a:lnTo>
                  <a:pt x="12960" y="12960"/>
                </a:lnTo>
                <a:lnTo>
                  <a:pt x="9746" y="11629"/>
                </a:lnTo>
                <a:lnTo>
                  <a:pt x="7465" y="10740"/>
                </a:lnTo>
                <a:lnTo>
                  <a:pt x="5495" y="10083"/>
                </a:lnTo>
                <a:lnTo>
                  <a:pt x="3214" y="9452"/>
                </a:lnTo>
                <a:lnTo>
                  <a:pt x="0" y="8640"/>
                </a:lnTo>
                <a:lnTo>
                  <a:pt x="2108" y="5923"/>
                </a:lnTo>
                <a:lnTo>
                  <a:pt x="3711" y="4117"/>
                </a:lnTo>
                <a:lnTo>
                  <a:pt x="5620" y="2415"/>
                </a:lnTo>
                <a:lnTo>
                  <a:pt x="8640" y="0"/>
                </a:lnTo>
                <a:close/>
              </a:path>
            </a:pathLst>
          </a:custGeom>
          <a:solidFill>
            <a:srgbClr val="4C4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5" name="contour_16933"/>
          <p:cNvSpPr/>
          <p:nvPr/>
        </p:nvSpPr>
        <p:spPr>
          <a:xfrm>
            <a:off x="9754419" y="5531586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1600"/>
                </a:lnTo>
                <a:lnTo>
                  <a:pt x="13994" y="21600"/>
                </a:lnTo>
                <a:lnTo>
                  <a:pt x="10526" y="21600"/>
                </a:lnTo>
                <a:lnTo>
                  <a:pt x="7042" y="21600"/>
                </a:lnTo>
                <a:lnTo>
                  <a:pt x="3536" y="21600"/>
                </a:lnTo>
                <a:lnTo>
                  <a:pt x="0" y="21600"/>
                </a:lnTo>
                <a:lnTo>
                  <a:pt x="862" y="18036"/>
                </a:lnTo>
                <a:lnTo>
                  <a:pt x="1724" y="14467"/>
                </a:lnTo>
                <a:lnTo>
                  <a:pt x="2591" y="10881"/>
                </a:lnTo>
                <a:lnTo>
                  <a:pt x="3463" y="7279"/>
                </a:lnTo>
                <a:lnTo>
                  <a:pt x="4341" y="3656"/>
                </a:lnTo>
                <a:lnTo>
                  <a:pt x="5224" y="0"/>
                </a:lnTo>
                <a:close/>
              </a:path>
            </a:pathLst>
          </a:custGeom>
          <a:solidFill>
            <a:srgbClr val="F5D6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6" name="contour_16934"/>
          <p:cNvSpPr/>
          <p:nvPr/>
        </p:nvSpPr>
        <p:spPr>
          <a:xfrm>
            <a:off x="2553884" y="553887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47" y="1927"/>
                </a:lnTo>
                <a:lnTo>
                  <a:pt x="8657" y="3504"/>
                </a:lnTo>
                <a:lnTo>
                  <a:pt x="11599" y="4864"/>
                </a:lnTo>
                <a:lnTo>
                  <a:pt x="13846" y="6134"/>
                </a:lnTo>
                <a:lnTo>
                  <a:pt x="15565" y="7448"/>
                </a:lnTo>
                <a:lnTo>
                  <a:pt x="16921" y="8925"/>
                </a:lnTo>
                <a:lnTo>
                  <a:pt x="18088" y="10701"/>
                </a:lnTo>
                <a:lnTo>
                  <a:pt x="19228" y="12904"/>
                </a:lnTo>
                <a:lnTo>
                  <a:pt x="20520" y="15660"/>
                </a:lnTo>
                <a:lnTo>
                  <a:pt x="21056" y="18611"/>
                </a:lnTo>
                <a:lnTo>
                  <a:pt x="21600" y="21600"/>
                </a:lnTo>
                <a:lnTo>
                  <a:pt x="16753" y="19673"/>
                </a:lnTo>
                <a:lnTo>
                  <a:pt x="12943" y="18096"/>
                </a:lnTo>
                <a:lnTo>
                  <a:pt x="10001" y="16736"/>
                </a:lnTo>
                <a:lnTo>
                  <a:pt x="7754" y="15466"/>
                </a:lnTo>
                <a:lnTo>
                  <a:pt x="6035" y="14152"/>
                </a:lnTo>
                <a:lnTo>
                  <a:pt x="4679" y="12675"/>
                </a:lnTo>
                <a:lnTo>
                  <a:pt x="3512" y="10899"/>
                </a:lnTo>
                <a:lnTo>
                  <a:pt x="2372" y="8696"/>
                </a:lnTo>
                <a:lnTo>
                  <a:pt x="1080" y="5940"/>
                </a:lnTo>
                <a:lnTo>
                  <a:pt x="544" y="2989"/>
                </a:lnTo>
                <a:lnTo>
                  <a:pt x="0" y="0"/>
                </a:lnTo>
                <a:close/>
              </a:path>
            </a:pathLst>
          </a:custGeom>
          <a:solidFill>
            <a:srgbClr val="7E76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7" name="contour_16935"/>
          <p:cNvSpPr/>
          <p:nvPr/>
        </p:nvSpPr>
        <p:spPr>
          <a:xfrm>
            <a:off x="9674251" y="5538874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08"/>
                </a:lnTo>
                <a:lnTo>
                  <a:pt x="6860" y="1023"/>
                </a:lnTo>
                <a:lnTo>
                  <a:pt x="8618" y="1732"/>
                </a:lnTo>
                <a:lnTo>
                  <a:pt x="11340" y="2824"/>
                </a:lnTo>
                <a:lnTo>
                  <a:pt x="15509" y="4501"/>
                </a:lnTo>
                <a:lnTo>
                  <a:pt x="21600" y="6957"/>
                </a:lnTo>
                <a:lnTo>
                  <a:pt x="20926" y="11089"/>
                </a:lnTo>
                <a:lnTo>
                  <a:pt x="20252" y="13913"/>
                </a:lnTo>
                <a:lnTo>
                  <a:pt x="19172" y="16737"/>
                </a:lnTo>
                <a:lnTo>
                  <a:pt x="17280" y="20870"/>
                </a:lnTo>
                <a:lnTo>
                  <a:pt x="14360" y="21377"/>
                </a:lnTo>
                <a:lnTo>
                  <a:pt x="11504" y="21600"/>
                </a:lnTo>
                <a:lnTo>
                  <a:pt x="8675" y="21600"/>
                </a:lnTo>
                <a:lnTo>
                  <a:pt x="5841" y="21440"/>
                </a:lnTo>
                <a:lnTo>
                  <a:pt x="2964" y="21183"/>
                </a:lnTo>
                <a:lnTo>
                  <a:pt x="0" y="20870"/>
                </a:lnTo>
                <a:lnTo>
                  <a:pt x="855" y="16737"/>
                </a:lnTo>
                <a:lnTo>
                  <a:pt x="1715" y="12591"/>
                </a:lnTo>
                <a:lnTo>
                  <a:pt x="2575" y="8431"/>
                </a:lnTo>
                <a:lnTo>
                  <a:pt x="3443" y="4237"/>
                </a:lnTo>
                <a:lnTo>
                  <a:pt x="4320" y="0"/>
                </a:lnTo>
                <a:close/>
              </a:path>
            </a:pathLst>
          </a:custGeom>
          <a:solidFill>
            <a:srgbClr val="EB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8" name="contour_16936"/>
          <p:cNvSpPr/>
          <p:nvPr/>
        </p:nvSpPr>
        <p:spPr>
          <a:xfrm>
            <a:off x="8194789" y="5524298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0709"/>
                </a:lnTo>
                <a:lnTo>
                  <a:pt x="13994" y="19818"/>
                </a:lnTo>
                <a:lnTo>
                  <a:pt x="10526" y="18922"/>
                </a:lnTo>
                <a:lnTo>
                  <a:pt x="7042" y="18020"/>
                </a:lnTo>
                <a:lnTo>
                  <a:pt x="3536" y="17113"/>
                </a:lnTo>
                <a:lnTo>
                  <a:pt x="0" y="16200"/>
                </a:lnTo>
                <a:lnTo>
                  <a:pt x="1034" y="12992"/>
                </a:lnTo>
                <a:lnTo>
                  <a:pt x="2074" y="9774"/>
                </a:lnTo>
                <a:lnTo>
                  <a:pt x="3113" y="6545"/>
                </a:lnTo>
                <a:lnTo>
                  <a:pt x="4163" y="3289"/>
                </a:lnTo>
                <a:lnTo>
                  <a:pt x="5224" y="0"/>
                </a:lnTo>
                <a:close/>
              </a:path>
            </a:pathLst>
          </a:custGeom>
          <a:solidFill>
            <a:srgbClr val="3636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39" name="contour_16937"/>
          <p:cNvSpPr/>
          <p:nvPr/>
        </p:nvSpPr>
        <p:spPr>
          <a:xfrm>
            <a:off x="4572657" y="5515370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350" y="3456"/>
                </a:lnTo>
                <a:lnTo>
                  <a:pt x="18311" y="5994"/>
                </a:lnTo>
                <a:lnTo>
                  <a:pt x="19116" y="8545"/>
                </a:lnTo>
                <a:lnTo>
                  <a:pt x="19786" y="11112"/>
                </a:lnTo>
                <a:lnTo>
                  <a:pt x="20347" y="13700"/>
                </a:lnTo>
                <a:lnTo>
                  <a:pt x="20817" y="16309"/>
                </a:lnTo>
                <a:lnTo>
                  <a:pt x="21227" y="18942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8780" y="18896"/>
                </a:lnTo>
                <a:lnTo>
                  <a:pt x="7479" y="16916"/>
                </a:lnTo>
                <a:lnTo>
                  <a:pt x="6313" y="14696"/>
                </a:lnTo>
                <a:lnTo>
                  <a:pt x="4725" y="11265"/>
                </a:lnTo>
                <a:lnTo>
                  <a:pt x="3818" y="9343"/>
                </a:lnTo>
                <a:lnTo>
                  <a:pt x="2905" y="7412"/>
                </a:lnTo>
                <a:lnTo>
                  <a:pt x="1982" y="5453"/>
                </a:lnTo>
                <a:lnTo>
                  <a:pt x="999" y="3208"/>
                </a:lnTo>
                <a:lnTo>
                  <a:pt x="0" y="930"/>
                </a:lnTo>
                <a:close/>
              </a:path>
            </a:pathLst>
          </a:custGeom>
          <a:solidFill>
            <a:srgbClr val="9F8A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0" name="contour_16938"/>
          <p:cNvSpPr/>
          <p:nvPr/>
        </p:nvSpPr>
        <p:spPr>
          <a:xfrm>
            <a:off x="4208258" y="5517010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847"/>
                </a:lnTo>
                <a:lnTo>
                  <a:pt x="8057" y="1694"/>
                </a:lnTo>
                <a:lnTo>
                  <a:pt x="10292" y="2541"/>
                </a:lnTo>
                <a:lnTo>
                  <a:pt x="12532" y="3388"/>
                </a:lnTo>
                <a:lnTo>
                  <a:pt x="14782" y="4242"/>
                </a:lnTo>
                <a:lnTo>
                  <a:pt x="17042" y="5103"/>
                </a:lnTo>
                <a:lnTo>
                  <a:pt x="19314" y="5964"/>
                </a:lnTo>
                <a:lnTo>
                  <a:pt x="21600" y="6831"/>
                </a:lnTo>
                <a:lnTo>
                  <a:pt x="20707" y="10213"/>
                </a:lnTo>
                <a:lnTo>
                  <a:pt x="19814" y="13608"/>
                </a:lnTo>
                <a:lnTo>
                  <a:pt x="18911" y="17030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3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713" y="16436"/>
                </a:lnTo>
                <a:lnTo>
                  <a:pt x="1429" y="12364"/>
                </a:lnTo>
                <a:lnTo>
                  <a:pt x="2146" y="8279"/>
                </a:lnTo>
                <a:lnTo>
                  <a:pt x="2869" y="4160"/>
                </a:lnTo>
                <a:lnTo>
                  <a:pt x="3600" y="0"/>
                </a:lnTo>
                <a:close/>
              </a:path>
            </a:pathLst>
          </a:custGeom>
          <a:solidFill>
            <a:srgbClr val="DFE9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1" name="contour_16939"/>
          <p:cNvSpPr/>
          <p:nvPr/>
        </p:nvSpPr>
        <p:spPr>
          <a:xfrm>
            <a:off x="1635597" y="552429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20374" y="6886"/>
                </a:lnTo>
                <a:lnTo>
                  <a:pt x="19408" y="8640"/>
                </a:lnTo>
                <a:lnTo>
                  <a:pt x="18182" y="10394"/>
                </a:lnTo>
                <a:lnTo>
                  <a:pt x="16200" y="12960"/>
                </a:lnTo>
                <a:lnTo>
                  <a:pt x="12631" y="12960"/>
                </a:lnTo>
                <a:lnTo>
                  <a:pt x="9040" y="12960"/>
                </a:lnTo>
                <a:lnTo>
                  <a:pt x="5400" y="12960"/>
                </a:lnTo>
                <a:lnTo>
                  <a:pt x="4061" y="15098"/>
                </a:lnTo>
                <a:lnTo>
                  <a:pt x="2722" y="17245"/>
                </a:lnTo>
                <a:lnTo>
                  <a:pt x="1366" y="1941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CCCB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2" name="contour_16940"/>
          <p:cNvSpPr/>
          <p:nvPr/>
        </p:nvSpPr>
        <p:spPr>
          <a:xfrm>
            <a:off x="9892891" y="551701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3856"/>
                </a:lnTo>
                <a:lnTo>
                  <a:pt x="20039" y="6626"/>
                </a:lnTo>
                <a:lnTo>
                  <a:pt x="19219" y="9088"/>
                </a:lnTo>
                <a:lnTo>
                  <a:pt x="18025" y="12020"/>
                </a:lnTo>
                <a:lnTo>
                  <a:pt x="16200" y="16200"/>
                </a:lnTo>
                <a:lnTo>
                  <a:pt x="12020" y="18025"/>
                </a:lnTo>
                <a:lnTo>
                  <a:pt x="9088" y="19219"/>
                </a:lnTo>
                <a:lnTo>
                  <a:pt x="6626" y="20039"/>
                </a:lnTo>
                <a:lnTo>
                  <a:pt x="3856" y="2074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3" name="contour_16941"/>
          <p:cNvSpPr/>
          <p:nvPr/>
        </p:nvSpPr>
        <p:spPr>
          <a:xfrm>
            <a:off x="8734101" y="5501778"/>
            <a:ext cx="29152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475"/>
                </a:moveTo>
                <a:lnTo>
                  <a:pt x="9580" y="158"/>
                </a:lnTo>
                <a:lnTo>
                  <a:pt x="12512" y="0"/>
                </a:lnTo>
                <a:lnTo>
                  <a:pt x="14974" y="0"/>
                </a:lnTo>
                <a:lnTo>
                  <a:pt x="17744" y="158"/>
                </a:lnTo>
                <a:lnTo>
                  <a:pt x="21600" y="475"/>
                </a:lnTo>
                <a:lnTo>
                  <a:pt x="21600" y="3961"/>
                </a:lnTo>
                <a:lnTo>
                  <a:pt x="21600" y="7452"/>
                </a:lnTo>
                <a:lnTo>
                  <a:pt x="21600" y="10958"/>
                </a:lnTo>
                <a:lnTo>
                  <a:pt x="21600" y="14481"/>
                </a:lnTo>
                <a:lnTo>
                  <a:pt x="21600" y="18025"/>
                </a:lnTo>
                <a:lnTo>
                  <a:pt x="21600" y="21600"/>
                </a:lnTo>
                <a:lnTo>
                  <a:pt x="18544" y="20105"/>
                </a:lnTo>
                <a:lnTo>
                  <a:pt x="15487" y="18611"/>
                </a:lnTo>
                <a:lnTo>
                  <a:pt x="12420" y="17111"/>
                </a:lnTo>
                <a:lnTo>
                  <a:pt x="9342" y="15606"/>
                </a:lnTo>
                <a:lnTo>
                  <a:pt x="6248" y="14090"/>
                </a:lnTo>
                <a:lnTo>
                  <a:pt x="3137" y="12569"/>
                </a:lnTo>
                <a:lnTo>
                  <a:pt x="0" y="11038"/>
                </a:lnTo>
                <a:lnTo>
                  <a:pt x="1339" y="8423"/>
                </a:lnTo>
                <a:lnTo>
                  <a:pt x="2678" y="5799"/>
                </a:lnTo>
                <a:lnTo>
                  <a:pt x="4034" y="3153"/>
                </a:lnTo>
                <a:lnTo>
                  <a:pt x="5400" y="475"/>
                </a:lnTo>
                <a:close/>
              </a:path>
            </a:pathLst>
          </a:custGeom>
          <a:solidFill>
            <a:srgbClr val="D7D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4" name="contour_16942"/>
          <p:cNvSpPr/>
          <p:nvPr/>
        </p:nvSpPr>
        <p:spPr>
          <a:xfrm>
            <a:off x="7174470" y="5494985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"/>
                </a:moveTo>
                <a:lnTo>
                  <a:pt x="7452" y="0"/>
                </a:lnTo>
                <a:lnTo>
                  <a:pt x="9763" y="465"/>
                </a:lnTo>
                <a:lnTo>
                  <a:pt x="13228" y="1944"/>
                </a:lnTo>
                <a:lnTo>
                  <a:pt x="14412" y="2416"/>
                </a:lnTo>
                <a:lnTo>
                  <a:pt x="17971" y="3845"/>
                </a:lnTo>
                <a:lnTo>
                  <a:pt x="19773" y="5561"/>
                </a:lnTo>
                <a:lnTo>
                  <a:pt x="21600" y="7305"/>
                </a:lnTo>
                <a:lnTo>
                  <a:pt x="21600" y="12029"/>
                </a:lnTo>
                <a:lnTo>
                  <a:pt x="21600" y="16783"/>
                </a:lnTo>
                <a:lnTo>
                  <a:pt x="21600" y="21600"/>
                </a:lnTo>
                <a:lnTo>
                  <a:pt x="18926" y="20714"/>
                </a:lnTo>
                <a:lnTo>
                  <a:pt x="16252" y="19827"/>
                </a:lnTo>
                <a:lnTo>
                  <a:pt x="13569" y="18941"/>
                </a:lnTo>
                <a:lnTo>
                  <a:pt x="10882" y="18055"/>
                </a:lnTo>
                <a:lnTo>
                  <a:pt x="8182" y="17161"/>
                </a:lnTo>
                <a:lnTo>
                  <a:pt x="5469" y="16261"/>
                </a:lnTo>
                <a:lnTo>
                  <a:pt x="2743" y="15360"/>
                </a:lnTo>
                <a:lnTo>
                  <a:pt x="0" y="14452"/>
                </a:lnTo>
                <a:lnTo>
                  <a:pt x="1071" y="10914"/>
                </a:lnTo>
                <a:lnTo>
                  <a:pt x="2143" y="7362"/>
                </a:lnTo>
                <a:lnTo>
                  <a:pt x="3227" y="3781"/>
                </a:lnTo>
                <a:lnTo>
                  <a:pt x="4320" y="157"/>
                </a:lnTo>
                <a:close/>
              </a:path>
            </a:pathLst>
          </a:custGeom>
          <a:solidFill>
            <a:srgbClr val="D9D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5" name="contour_16943"/>
          <p:cNvSpPr/>
          <p:nvPr/>
        </p:nvSpPr>
        <p:spPr>
          <a:xfrm>
            <a:off x="1336789" y="550243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37"/>
                </a:lnTo>
                <a:lnTo>
                  <a:pt x="7970" y="461"/>
                </a:lnTo>
                <a:lnTo>
                  <a:pt x="9904" y="1231"/>
                </a:lnTo>
                <a:lnTo>
                  <a:pt x="12823" y="2700"/>
                </a:lnTo>
                <a:lnTo>
                  <a:pt x="15289" y="3902"/>
                </a:lnTo>
                <a:lnTo>
                  <a:pt x="17788" y="5119"/>
                </a:lnTo>
                <a:lnTo>
                  <a:pt x="19681" y="6149"/>
                </a:lnTo>
                <a:lnTo>
                  <a:pt x="21600" y="7200"/>
                </a:lnTo>
                <a:lnTo>
                  <a:pt x="19969" y="11729"/>
                </a:lnTo>
                <a:lnTo>
                  <a:pt x="18677" y="14738"/>
                </a:lnTo>
                <a:lnTo>
                  <a:pt x="17042" y="17575"/>
                </a:lnTo>
                <a:lnTo>
                  <a:pt x="14400" y="21600"/>
                </a:lnTo>
                <a:lnTo>
                  <a:pt x="11876" y="20981"/>
                </a:lnTo>
                <a:lnTo>
                  <a:pt x="9468" y="20066"/>
                </a:lnTo>
                <a:lnTo>
                  <a:pt x="7128" y="18907"/>
                </a:lnTo>
                <a:lnTo>
                  <a:pt x="4806" y="17546"/>
                </a:lnTo>
                <a:lnTo>
                  <a:pt x="2444" y="16027"/>
                </a:lnTo>
                <a:lnTo>
                  <a:pt x="0" y="14400"/>
                </a:lnTo>
                <a:lnTo>
                  <a:pt x="745" y="10030"/>
                </a:lnTo>
                <a:lnTo>
                  <a:pt x="1368" y="7078"/>
                </a:lnTo>
                <a:lnTo>
                  <a:pt x="2207" y="4183"/>
                </a:lnTo>
                <a:lnTo>
                  <a:pt x="3600" y="0"/>
                </a:lnTo>
                <a:close/>
              </a:path>
            </a:pathLst>
          </a:custGeom>
          <a:solidFill>
            <a:srgbClr val="D4D6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6" name="contour_16944"/>
          <p:cNvSpPr/>
          <p:nvPr/>
        </p:nvSpPr>
        <p:spPr>
          <a:xfrm>
            <a:off x="1307637" y="549514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572" y="3548"/>
                </a:lnTo>
                <a:lnTo>
                  <a:pt x="19272" y="6350"/>
                </a:lnTo>
                <a:lnTo>
                  <a:pt x="19980" y="10800"/>
                </a:lnTo>
                <a:lnTo>
                  <a:pt x="20468" y="13813"/>
                </a:lnTo>
                <a:lnTo>
                  <a:pt x="20961" y="16875"/>
                </a:lnTo>
                <a:lnTo>
                  <a:pt x="21116" y="18047"/>
                </a:lnTo>
                <a:lnTo>
                  <a:pt x="21600" y="21600"/>
                </a:lnTo>
                <a:lnTo>
                  <a:pt x="16152" y="20272"/>
                </a:lnTo>
                <a:lnTo>
                  <a:pt x="12010" y="19186"/>
                </a:lnTo>
                <a:lnTo>
                  <a:pt x="8929" y="18209"/>
                </a:lnTo>
                <a:lnTo>
                  <a:pt x="6674" y="17221"/>
                </a:lnTo>
                <a:lnTo>
                  <a:pt x="5003" y="16081"/>
                </a:lnTo>
                <a:lnTo>
                  <a:pt x="3672" y="14661"/>
                </a:lnTo>
                <a:lnTo>
                  <a:pt x="2445" y="12830"/>
                </a:lnTo>
                <a:lnTo>
                  <a:pt x="1080" y="10465"/>
                </a:lnTo>
                <a:lnTo>
                  <a:pt x="544" y="7949"/>
                </a:lnTo>
                <a:lnTo>
                  <a:pt x="0" y="5400"/>
                </a:lnTo>
                <a:lnTo>
                  <a:pt x="3033" y="3348"/>
                </a:lnTo>
                <a:lnTo>
                  <a:pt x="5638" y="1885"/>
                </a:lnTo>
                <a:lnTo>
                  <a:pt x="8091" y="913"/>
                </a:lnTo>
                <a:lnTo>
                  <a:pt x="10666" y="340"/>
                </a:lnTo>
                <a:lnTo>
                  <a:pt x="13638" y="70"/>
                </a:lnTo>
                <a:lnTo>
                  <a:pt x="17280" y="0"/>
                </a:lnTo>
                <a:close/>
              </a:path>
            </a:pathLst>
          </a:custGeom>
          <a:solidFill>
            <a:srgbClr val="CAC5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7" name="contour_16945"/>
          <p:cNvSpPr/>
          <p:nvPr/>
        </p:nvSpPr>
        <p:spPr>
          <a:xfrm>
            <a:off x="9819355" y="5481335"/>
            <a:ext cx="37096" cy="283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963"/>
                </a:moveTo>
                <a:lnTo>
                  <a:pt x="19673" y="7758"/>
                </a:lnTo>
                <a:lnTo>
                  <a:pt x="17726" y="10531"/>
                </a:lnTo>
                <a:lnTo>
                  <a:pt x="15765" y="13282"/>
                </a:lnTo>
                <a:lnTo>
                  <a:pt x="14946" y="14446"/>
                </a:lnTo>
                <a:lnTo>
                  <a:pt x="12485" y="17962"/>
                </a:lnTo>
                <a:lnTo>
                  <a:pt x="10651" y="19737"/>
                </a:lnTo>
                <a:lnTo>
                  <a:pt x="9107" y="20813"/>
                </a:lnTo>
                <a:lnTo>
                  <a:pt x="7269" y="21367"/>
                </a:lnTo>
                <a:lnTo>
                  <a:pt x="4553" y="21572"/>
                </a:lnTo>
                <a:lnTo>
                  <a:pt x="382" y="21600"/>
                </a:lnTo>
                <a:lnTo>
                  <a:pt x="127" y="17640"/>
                </a:lnTo>
                <a:lnTo>
                  <a:pt x="0" y="14796"/>
                </a:lnTo>
                <a:lnTo>
                  <a:pt x="0" y="12267"/>
                </a:lnTo>
                <a:lnTo>
                  <a:pt x="127" y="9256"/>
                </a:lnTo>
                <a:lnTo>
                  <a:pt x="382" y="4963"/>
                </a:lnTo>
                <a:lnTo>
                  <a:pt x="3357" y="2041"/>
                </a:lnTo>
                <a:lnTo>
                  <a:pt x="6255" y="460"/>
                </a:lnTo>
                <a:lnTo>
                  <a:pt x="9132" y="0"/>
                </a:lnTo>
                <a:lnTo>
                  <a:pt x="12048" y="438"/>
                </a:lnTo>
                <a:lnTo>
                  <a:pt x="15056" y="1558"/>
                </a:lnTo>
                <a:lnTo>
                  <a:pt x="18222" y="3139"/>
                </a:lnTo>
                <a:lnTo>
                  <a:pt x="21600" y="4963"/>
                </a:lnTo>
                <a:close/>
              </a:path>
            </a:pathLst>
          </a:custGeom>
          <a:solidFill>
            <a:srgbClr val="C1C4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8" name="contour_16946"/>
          <p:cNvSpPr/>
          <p:nvPr/>
        </p:nvSpPr>
        <p:spPr>
          <a:xfrm>
            <a:off x="5549248" y="5487858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598"/>
                </a:lnTo>
                <a:lnTo>
                  <a:pt x="3564" y="1188"/>
                </a:lnTo>
                <a:lnTo>
                  <a:pt x="5349" y="1786"/>
                </a:lnTo>
                <a:lnTo>
                  <a:pt x="7136" y="2376"/>
                </a:lnTo>
                <a:lnTo>
                  <a:pt x="8926" y="2974"/>
                </a:lnTo>
                <a:lnTo>
                  <a:pt x="10719" y="3571"/>
                </a:lnTo>
                <a:lnTo>
                  <a:pt x="12517" y="4169"/>
                </a:lnTo>
                <a:lnTo>
                  <a:pt x="14321" y="4774"/>
                </a:lnTo>
                <a:lnTo>
                  <a:pt x="16130" y="5378"/>
                </a:lnTo>
                <a:lnTo>
                  <a:pt x="17944" y="5983"/>
                </a:lnTo>
                <a:lnTo>
                  <a:pt x="19769" y="6588"/>
                </a:lnTo>
                <a:lnTo>
                  <a:pt x="21600" y="7200"/>
                </a:lnTo>
                <a:lnTo>
                  <a:pt x="21600" y="10771"/>
                </a:lnTo>
                <a:lnTo>
                  <a:pt x="21600" y="14400"/>
                </a:lnTo>
                <a:lnTo>
                  <a:pt x="19818" y="14998"/>
                </a:lnTo>
                <a:lnTo>
                  <a:pt x="18036" y="15588"/>
                </a:lnTo>
                <a:lnTo>
                  <a:pt x="16251" y="16186"/>
                </a:lnTo>
                <a:lnTo>
                  <a:pt x="14464" y="16776"/>
                </a:lnTo>
                <a:lnTo>
                  <a:pt x="12674" y="17374"/>
                </a:lnTo>
                <a:lnTo>
                  <a:pt x="10881" y="17971"/>
                </a:lnTo>
                <a:lnTo>
                  <a:pt x="9083" y="18569"/>
                </a:lnTo>
                <a:lnTo>
                  <a:pt x="7279" y="19174"/>
                </a:lnTo>
                <a:lnTo>
                  <a:pt x="5470" y="19778"/>
                </a:lnTo>
                <a:lnTo>
                  <a:pt x="3656" y="20383"/>
                </a:lnTo>
                <a:lnTo>
                  <a:pt x="1831" y="2098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6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49" name="contour_16947"/>
          <p:cNvSpPr/>
          <p:nvPr/>
        </p:nvSpPr>
        <p:spPr>
          <a:xfrm>
            <a:off x="4076090" y="5458706"/>
            <a:ext cx="2284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20" y="0"/>
                </a:moveTo>
                <a:lnTo>
                  <a:pt x="12374" y="0"/>
                </a:lnTo>
                <a:lnTo>
                  <a:pt x="16956" y="0"/>
                </a:lnTo>
                <a:lnTo>
                  <a:pt x="21600" y="0"/>
                </a:lnTo>
                <a:lnTo>
                  <a:pt x="20746" y="2674"/>
                </a:lnTo>
                <a:lnTo>
                  <a:pt x="19891" y="5348"/>
                </a:lnTo>
                <a:lnTo>
                  <a:pt x="19037" y="8031"/>
                </a:lnTo>
                <a:lnTo>
                  <a:pt x="18183" y="10718"/>
                </a:lnTo>
                <a:lnTo>
                  <a:pt x="17321" y="13418"/>
                </a:lnTo>
                <a:lnTo>
                  <a:pt x="16453" y="16131"/>
                </a:lnTo>
                <a:lnTo>
                  <a:pt x="15585" y="18857"/>
                </a:lnTo>
                <a:lnTo>
                  <a:pt x="14710" y="21600"/>
                </a:lnTo>
                <a:lnTo>
                  <a:pt x="11300" y="20529"/>
                </a:lnTo>
                <a:lnTo>
                  <a:pt x="7875" y="19457"/>
                </a:lnTo>
                <a:lnTo>
                  <a:pt x="4423" y="18373"/>
                </a:lnTo>
                <a:lnTo>
                  <a:pt x="930" y="17280"/>
                </a:lnTo>
                <a:lnTo>
                  <a:pt x="310" y="14066"/>
                </a:lnTo>
                <a:lnTo>
                  <a:pt x="0" y="11785"/>
                </a:lnTo>
                <a:lnTo>
                  <a:pt x="0" y="9815"/>
                </a:lnTo>
                <a:lnTo>
                  <a:pt x="310" y="7534"/>
                </a:lnTo>
                <a:lnTo>
                  <a:pt x="930" y="4320"/>
                </a:lnTo>
                <a:lnTo>
                  <a:pt x="4348" y="2177"/>
                </a:lnTo>
                <a:lnTo>
                  <a:pt x="7820" y="0"/>
                </a:lnTo>
                <a:close/>
              </a:path>
            </a:pathLst>
          </a:custGeom>
          <a:solidFill>
            <a:srgbClr val="DF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0" name="contour_16948"/>
          <p:cNvSpPr/>
          <p:nvPr/>
        </p:nvSpPr>
        <p:spPr>
          <a:xfrm>
            <a:off x="2064604" y="5473282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891"/>
                </a:lnTo>
                <a:lnTo>
                  <a:pt x="7606" y="1782"/>
                </a:lnTo>
                <a:lnTo>
                  <a:pt x="11074" y="2678"/>
                </a:lnTo>
                <a:lnTo>
                  <a:pt x="14558" y="3580"/>
                </a:lnTo>
                <a:lnTo>
                  <a:pt x="18064" y="4487"/>
                </a:lnTo>
                <a:lnTo>
                  <a:pt x="21600" y="5400"/>
                </a:lnTo>
                <a:lnTo>
                  <a:pt x="20566" y="8608"/>
                </a:lnTo>
                <a:lnTo>
                  <a:pt x="19526" y="11826"/>
                </a:lnTo>
                <a:lnTo>
                  <a:pt x="18487" y="15055"/>
                </a:lnTo>
                <a:lnTo>
                  <a:pt x="17437" y="18311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E4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1" name="contour_16949"/>
          <p:cNvSpPr/>
          <p:nvPr/>
        </p:nvSpPr>
        <p:spPr>
          <a:xfrm>
            <a:off x="8333261" y="547328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7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2" name="contour_16950"/>
          <p:cNvSpPr/>
          <p:nvPr/>
        </p:nvSpPr>
        <p:spPr>
          <a:xfrm>
            <a:off x="7568022" y="54587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3940" y="7236"/>
                </a:lnTo>
                <a:lnTo>
                  <a:pt x="7020" y="4558"/>
                </a:lnTo>
                <a:lnTo>
                  <a:pt x="9491" y="2635"/>
                </a:lnTo>
                <a:lnTo>
                  <a:pt x="11612" y="1350"/>
                </a:lnTo>
                <a:lnTo>
                  <a:pt x="13625" y="567"/>
                </a:lnTo>
                <a:lnTo>
                  <a:pt x="15794" y="167"/>
                </a:lnTo>
                <a:lnTo>
                  <a:pt x="18369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DFEF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3" name="contour_16951"/>
          <p:cNvSpPr/>
          <p:nvPr/>
        </p:nvSpPr>
        <p:spPr>
          <a:xfrm>
            <a:off x="9703403" y="544413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683"/>
                </a:lnTo>
                <a:lnTo>
                  <a:pt x="6626" y="1248"/>
                </a:lnTo>
                <a:lnTo>
                  <a:pt x="9088" y="1905"/>
                </a:lnTo>
                <a:lnTo>
                  <a:pt x="12020" y="2860"/>
                </a:lnTo>
                <a:lnTo>
                  <a:pt x="16200" y="4320"/>
                </a:lnTo>
                <a:lnTo>
                  <a:pt x="18025" y="7664"/>
                </a:lnTo>
                <a:lnTo>
                  <a:pt x="19219" y="10009"/>
                </a:lnTo>
                <a:lnTo>
                  <a:pt x="20039" y="11979"/>
                </a:lnTo>
                <a:lnTo>
                  <a:pt x="20747" y="14196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7C3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4" name="contour_16952"/>
          <p:cNvSpPr/>
          <p:nvPr/>
        </p:nvSpPr>
        <p:spPr>
          <a:xfrm>
            <a:off x="8471733" y="5451418"/>
            <a:ext cx="43728" cy="302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2579"/>
                </a:lnTo>
                <a:lnTo>
                  <a:pt x="17975" y="5169"/>
                </a:lnTo>
                <a:lnTo>
                  <a:pt x="19775" y="7780"/>
                </a:lnTo>
                <a:lnTo>
                  <a:pt x="21600" y="10422"/>
                </a:lnTo>
                <a:lnTo>
                  <a:pt x="21107" y="13862"/>
                </a:lnTo>
                <a:lnTo>
                  <a:pt x="20570" y="16092"/>
                </a:lnTo>
                <a:lnTo>
                  <a:pt x="19645" y="18093"/>
                </a:lnTo>
                <a:lnTo>
                  <a:pt x="18000" y="20844"/>
                </a:lnTo>
                <a:lnTo>
                  <a:pt x="15408" y="21324"/>
                </a:lnTo>
                <a:lnTo>
                  <a:pt x="12852" y="21558"/>
                </a:lnTo>
                <a:lnTo>
                  <a:pt x="10310" y="21600"/>
                </a:lnTo>
                <a:lnTo>
                  <a:pt x="7772" y="21496"/>
                </a:lnTo>
                <a:lnTo>
                  <a:pt x="5220" y="21303"/>
                </a:lnTo>
                <a:lnTo>
                  <a:pt x="2635" y="21068"/>
                </a:lnTo>
                <a:lnTo>
                  <a:pt x="0" y="20844"/>
                </a:lnTo>
                <a:lnTo>
                  <a:pt x="1782" y="18265"/>
                </a:lnTo>
                <a:lnTo>
                  <a:pt x="3568" y="15680"/>
                </a:lnTo>
                <a:lnTo>
                  <a:pt x="5353" y="13095"/>
                </a:lnTo>
                <a:lnTo>
                  <a:pt x="7146" y="10500"/>
                </a:lnTo>
                <a:lnTo>
                  <a:pt x="8946" y="7895"/>
                </a:lnTo>
                <a:lnTo>
                  <a:pt x="10753" y="5279"/>
                </a:lnTo>
                <a:lnTo>
                  <a:pt x="12571" y="2647"/>
                </a:lnTo>
                <a:lnTo>
                  <a:pt x="14400" y="0"/>
                </a:lnTo>
                <a:close/>
              </a:path>
            </a:pathLst>
          </a:custGeom>
          <a:solidFill>
            <a:srgbClr val="6062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5" name="contour_16953"/>
          <p:cNvSpPr/>
          <p:nvPr/>
        </p:nvSpPr>
        <p:spPr>
          <a:xfrm>
            <a:off x="8005301" y="54587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3940" y="7236"/>
                </a:lnTo>
                <a:lnTo>
                  <a:pt x="7020" y="4558"/>
                </a:lnTo>
                <a:lnTo>
                  <a:pt x="9491" y="2635"/>
                </a:lnTo>
                <a:lnTo>
                  <a:pt x="11612" y="1350"/>
                </a:lnTo>
                <a:lnTo>
                  <a:pt x="13625" y="567"/>
                </a:lnTo>
                <a:lnTo>
                  <a:pt x="15794" y="167"/>
                </a:lnTo>
                <a:lnTo>
                  <a:pt x="18369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E9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6" name="contour_16954"/>
          <p:cNvSpPr/>
          <p:nvPr/>
        </p:nvSpPr>
        <p:spPr>
          <a:xfrm>
            <a:off x="4208258" y="5451418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34"/>
                </a:lnTo>
                <a:lnTo>
                  <a:pt x="11826" y="2074"/>
                </a:lnTo>
                <a:lnTo>
                  <a:pt x="15055" y="3113"/>
                </a:lnTo>
                <a:lnTo>
                  <a:pt x="18311" y="4163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891" y="17447"/>
                </a:lnTo>
                <a:lnTo>
                  <a:pt x="1782" y="13994"/>
                </a:lnTo>
                <a:lnTo>
                  <a:pt x="2678" y="10526"/>
                </a:lnTo>
                <a:lnTo>
                  <a:pt x="3580" y="7042"/>
                </a:lnTo>
                <a:lnTo>
                  <a:pt x="4487" y="3536"/>
                </a:lnTo>
                <a:lnTo>
                  <a:pt x="5400" y="0"/>
                </a:lnTo>
                <a:close/>
              </a:path>
            </a:pathLst>
          </a:custGeom>
          <a:solidFill>
            <a:srgbClr val="3B3A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7" name="contour_16955"/>
          <p:cNvSpPr/>
          <p:nvPr/>
        </p:nvSpPr>
        <p:spPr>
          <a:xfrm>
            <a:off x="1227469" y="5457394"/>
            <a:ext cx="29290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51"/>
                </a:moveTo>
                <a:lnTo>
                  <a:pt x="3837" y="250"/>
                </a:lnTo>
                <a:lnTo>
                  <a:pt x="6594" y="0"/>
                </a:lnTo>
                <a:lnTo>
                  <a:pt x="9045" y="0"/>
                </a:lnTo>
                <a:lnTo>
                  <a:pt x="11964" y="250"/>
                </a:lnTo>
                <a:lnTo>
                  <a:pt x="16123" y="751"/>
                </a:lnTo>
                <a:lnTo>
                  <a:pt x="17929" y="3398"/>
                </a:lnTo>
                <a:lnTo>
                  <a:pt x="19407" y="6067"/>
                </a:lnTo>
                <a:lnTo>
                  <a:pt x="20530" y="8786"/>
                </a:lnTo>
                <a:lnTo>
                  <a:pt x="21267" y="11567"/>
                </a:lnTo>
                <a:lnTo>
                  <a:pt x="21600" y="14444"/>
                </a:lnTo>
                <a:lnTo>
                  <a:pt x="21498" y="17430"/>
                </a:lnTo>
                <a:lnTo>
                  <a:pt x="20332" y="17880"/>
                </a:lnTo>
                <a:lnTo>
                  <a:pt x="18821" y="18468"/>
                </a:lnTo>
                <a:lnTo>
                  <a:pt x="15968" y="19578"/>
                </a:lnTo>
                <a:lnTo>
                  <a:pt x="10749" y="21600"/>
                </a:lnTo>
                <a:lnTo>
                  <a:pt x="9416" y="19019"/>
                </a:lnTo>
                <a:lnTo>
                  <a:pt x="8089" y="16438"/>
                </a:lnTo>
                <a:lnTo>
                  <a:pt x="6750" y="13848"/>
                </a:lnTo>
                <a:lnTo>
                  <a:pt x="5412" y="11255"/>
                </a:lnTo>
                <a:lnTo>
                  <a:pt x="4074" y="8648"/>
                </a:lnTo>
                <a:lnTo>
                  <a:pt x="2725" y="6030"/>
                </a:lnTo>
                <a:lnTo>
                  <a:pt x="1365" y="3398"/>
                </a:lnTo>
                <a:lnTo>
                  <a:pt x="0" y="751"/>
                </a:lnTo>
                <a:close/>
              </a:path>
            </a:pathLst>
          </a:custGeom>
          <a:solidFill>
            <a:srgbClr val="D0B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8" name="contour_16956"/>
          <p:cNvSpPr/>
          <p:nvPr/>
        </p:nvSpPr>
        <p:spPr>
          <a:xfrm>
            <a:off x="10279155" y="544413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D3D9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59" name="contour_16957"/>
          <p:cNvSpPr/>
          <p:nvPr/>
        </p:nvSpPr>
        <p:spPr>
          <a:xfrm>
            <a:off x="9623235" y="544413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9F7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0" name="contour_16958"/>
          <p:cNvSpPr/>
          <p:nvPr/>
        </p:nvSpPr>
        <p:spPr>
          <a:xfrm>
            <a:off x="7144334" y="5436842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891"/>
                </a:lnTo>
                <a:lnTo>
                  <a:pt x="7606" y="1782"/>
                </a:lnTo>
                <a:lnTo>
                  <a:pt x="11074" y="2678"/>
                </a:lnTo>
                <a:lnTo>
                  <a:pt x="14558" y="3580"/>
                </a:lnTo>
                <a:lnTo>
                  <a:pt x="18064" y="4487"/>
                </a:lnTo>
                <a:lnTo>
                  <a:pt x="21600" y="5400"/>
                </a:lnTo>
                <a:lnTo>
                  <a:pt x="20566" y="8608"/>
                </a:lnTo>
                <a:lnTo>
                  <a:pt x="19526" y="11826"/>
                </a:lnTo>
                <a:lnTo>
                  <a:pt x="18487" y="15055"/>
                </a:lnTo>
                <a:lnTo>
                  <a:pt x="17437" y="18311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AAAF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1" name="contour_16959"/>
          <p:cNvSpPr/>
          <p:nvPr/>
        </p:nvSpPr>
        <p:spPr>
          <a:xfrm>
            <a:off x="8479021" y="5429554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89" y="3131"/>
                </a:lnTo>
                <a:lnTo>
                  <a:pt x="19544" y="6201"/>
                </a:lnTo>
                <a:lnTo>
                  <a:pt x="18438" y="9214"/>
                </a:lnTo>
                <a:lnTo>
                  <a:pt x="17254" y="12164"/>
                </a:lnTo>
                <a:lnTo>
                  <a:pt x="15958" y="15058"/>
                </a:lnTo>
                <a:lnTo>
                  <a:pt x="14537" y="17895"/>
                </a:lnTo>
                <a:lnTo>
                  <a:pt x="12960" y="20670"/>
                </a:lnTo>
                <a:lnTo>
                  <a:pt x="9487" y="212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290"/>
                </a:lnTo>
                <a:lnTo>
                  <a:pt x="0" y="20670"/>
                </a:lnTo>
                <a:lnTo>
                  <a:pt x="0" y="17254"/>
                </a:lnTo>
                <a:lnTo>
                  <a:pt x="0" y="13818"/>
                </a:lnTo>
                <a:lnTo>
                  <a:pt x="0" y="10335"/>
                </a:lnTo>
                <a:lnTo>
                  <a:pt x="2756" y="7689"/>
                </a:lnTo>
                <a:lnTo>
                  <a:pt x="5236" y="5483"/>
                </a:lnTo>
                <a:lnTo>
                  <a:pt x="7569" y="3695"/>
                </a:lnTo>
                <a:lnTo>
                  <a:pt x="9888" y="2289"/>
                </a:lnTo>
                <a:lnTo>
                  <a:pt x="12316" y="1251"/>
                </a:lnTo>
                <a:lnTo>
                  <a:pt x="14995" y="537"/>
                </a:lnTo>
                <a:lnTo>
                  <a:pt x="18045" y="129"/>
                </a:lnTo>
                <a:lnTo>
                  <a:pt x="21600" y="0"/>
                </a:lnTo>
                <a:close/>
              </a:path>
            </a:pathLst>
          </a:custGeom>
          <a:solidFill>
            <a:srgbClr val="E4E6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2" name="contour_16960"/>
          <p:cNvSpPr/>
          <p:nvPr/>
        </p:nvSpPr>
        <p:spPr>
          <a:xfrm>
            <a:off x="7072438" y="5429554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076" y="20444"/>
                </a:lnTo>
                <a:lnTo>
                  <a:pt x="15487" y="19273"/>
                </a:lnTo>
                <a:lnTo>
                  <a:pt x="12908" y="18079"/>
                </a:lnTo>
                <a:lnTo>
                  <a:pt x="10335" y="16875"/>
                </a:lnTo>
                <a:lnTo>
                  <a:pt x="8888" y="16216"/>
                </a:lnTo>
                <a:lnTo>
                  <a:pt x="4522" y="14218"/>
                </a:lnTo>
                <a:lnTo>
                  <a:pt x="3400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A3A8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3" name="contour_16961"/>
          <p:cNvSpPr/>
          <p:nvPr/>
        </p:nvSpPr>
        <p:spPr>
          <a:xfrm>
            <a:off x="6861087" y="541497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657" y="1264"/>
                </a:lnTo>
                <a:lnTo>
                  <a:pt x="5668" y="5065"/>
                </a:lnTo>
                <a:lnTo>
                  <a:pt x="7789" y="8510"/>
                </a:lnTo>
                <a:lnTo>
                  <a:pt x="10044" y="10994"/>
                </a:lnTo>
                <a:lnTo>
                  <a:pt x="12493" y="12760"/>
                </a:lnTo>
                <a:lnTo>
                  <a:pt x="15193" y="14051"/>
                </a:lnTo>
                <a:lnTo>
                  <a:pt x="18209" y="15115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D3B1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4" name="contour_16962"/>
          <p:cNvSpPr/>
          <p:nvPr/>
        </p:nvSpPr>
        <p:spPr>
          <a:xfrm>
            <a:off x="5520096" y="541497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901"/>
                </a:lnTo>
                <a:lnTo>
                  <a:pt x="4756" y="3802"/>
                </a:lnTo>
                <a:lnTo>
                  <a:pt x="7137" y="5707"/>
                </a:lnTo>
                <a:lnTo>
                  <a:pt x="9521" y="7620"/>
                </a:lnTo>
                <a:lnTo>
                  <a:pt x="11919" y="9534"/>
                </a:lnTo>
                <a:lnTo>
                  <a:pt x="14321" y="11457"/>
                </a:lnTo>
                <a:lnTo>
                  <a:pt x="16736" y="13388"/>
                </a:lnTo>
                <a:lnTo>
                  <a:pt x="19159" y="15327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624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5" name="contour_16963"/>
          <p:cNvSpPr/>
          <p:nvPr/>
        </p:nvSpPr>
        <p:spPr>
          <a:xfrm>
            <a:off x="11552447" y="5400402"/>
            <a:ext cx="3854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80" y="0"/>
                </a:moveTo>
                <a:lnTo>
                  <a:pt x="3202" y="2138"/>
                </a:lnTo>
                <a:lnTo>
                  <a:pt x="5223" y="4277"/>
                </a:lnTo>
                <a:lnTo>
                  <a:pt x="7249" y="6420"/>
                </a:lnTo>
                <a:lnTo>
                  <a:pt x="9279" y="8567"/>
                </a:lnTo>
                <a:lnTo>
                  <a:pt x="11313" y="10718"/>
                </a:lnTo>
                <a:lnTo>
                  <a:pt x="13355" y="12878"/>
                </a:lnTo>
                <a:lnTo>
                  <a:pt x="15401" y="15042"/>
                </a:lnTo>
                <a:lnTo>
                  <a:pt x="17459" y="17220"/>
                </a:lnTo>
                <a:lnTo>
                  <a:pt x="19521" y="19401"/>
                </a:lnTo>
                <a:lnTo>
                  <a:pt x="21600" y="21600"/>
                </a:lnTo>
                <a:lnTo>
                  <a:pt x="16838" y="21095"/>
                </a:lnTo>
                <a:lnTo>
                  <a:pt x="13187" y="20676"/>
                </a:lnTo>
                <a:lnTo>
                  <a:pt x="10406" y="20304"/>
                </a:lnTo>
                <a:lnTo>
                  <a:pt x="8258" y="19920"/>
                </a:lnTo>
                <a:lnTo>
                  <a:pt x="6498" y="19475"/>
                </a:lnTo>
                <a:lnTo>
                  <a:pt x="4893" y="18922"/>
                </a:lnTo>
                <a:lnTo>
                  <a:pt x="3198" y="18209"/>
                </a:lnTo>
                <a:lnTo>
                  <a:pt x="1180" y="17280"/>
                </a:lnTo>
                <a:lnTo>
                  <a:pt x="380" y="14252"/>
                </a:lnTo>
                <a:lnTo>
                  <a:pt x="16" y="11478"/>
                </a:lnTo>
                <a:lnTo>
                  <a:pt x="0" y="8813"/>
                </a:lnTo>
                <a:lnTo>
                  <a:pt x="249" y="6108"/>
                </a:lnTo>
                <a:lnTo>
                  <a:pt x="670" y="3218"/>
                </a:lnTo>
                <a:lnTo>
                  <a:pt x="1180" y="0"/>
                </a:lnTo>
                <a:close/>
              </a:path>
            </a:pathLst>
          </a:custGeom>
          <a:solidFill>
            <a:srgbClr val="6D5E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6" name="contour_16964"/>
          <p:cNvSpPr/>
          <p:nvPr/>
        </p:nvSpPr>
        <p:spPr>
          <a:xfrm>
            <a:off x="7072438" y="5408200"/>
            <a:ext cx="36440" cy="35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60" y="241"/>
                </a:moveTo>
                <a:lnTo>
                  <a:pt x="19967" y="2142"/>
                </a:lnTo>
                <a:lnTo>
                  <a:pt x="21600" y="4075"/>
                </a:lnTo>
                <a:lnTo>
                  <a:pt x="21190" y="7124"/>
                </a:lnTo>
                <a:lnTo>
                  <a:pt x="20619" y="10051"/>
                </a:lnTo>
                <a:lnTo>
                  <a:pt x="19920" y="12916"/>
                </a:lnTo>
                <a:lnTo>
                  <a:pt x="19112" y="15760"/>
                </a:lnTo>
                <a:lnTo>
                  <a:pt x="18222" y="18638"/>
                </a:lnTo>
                <a:lnTo>
                  <a:pt x="17280" y="21600"/>
                </a:lnTo>
                <a:lnTo>
                  <a:pt x="14835" y="19742"/>
                </a:lnTo>
                <a:lnTo>
                  <a:pt x="12390" y="17880"/>
                </a:lnTo>
                <a:lnTo>
                  <a:pt x="9936" y="16014"/>
                </a:lnTo>
                <a:lnTo>
                  <a:pt x="7474" y="14139"/>
                </a:lnTo>
                <a:lnTo>
                  <a:pt x="4998" y="12259"/>
                </a:lnTo>
                <a:lnTo>
                  <a:pt x="2510" y="10362"/>
                </a:lnTo>
                <a:lnTo>
                  <a:pt x="0" y="8456"/>
                </a:lnTo>
                <a:lnTo>
                  <a:pt x="4234" y="5157"/>
                </a:lnTo>
                <a:lnTo>
                  <a:pt x="7396" y="2804"/>
                </a:lnTo>
                <a:lnTo>
                  <a:pt x="9806" y="1257"/>
                </a:lnTo>
                <a:lnTo>
                  <a:pt x="11789" y="368"/>
                </a:lnTo>
                <a:lnTo>
                  <a:pt x="13660" y="0"/>
                </a:lnTo>
                <a:lnTo>
                  <a:pt x="15742" y="4"/>
                </a:lnTo>
                <a:lnTo>
                  <a:pt x="18360" y="241"/>
                </a:lnTo>
                <a:close/>
              </a:path>
            </a:pathLst>
          </a:custGeom>
          <a:solidFill>
            <a:srgbClr val="77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7" name="contour_16965"/>
          <p:cNvSpPr/>
          <p:nvPr/>
        </p:nvSpPr>
        <p:spPr>
          <a:xfrm>
            <a:off x="7385822" y="539311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918"/>
                </a:lnTo>
                <a:lnTo>
                  <a:pt x="4327" y="1852"/>
                </a:lnTo>
                <a:lnTo>
                  <a:pt x="6487" y="2797"/>
                </a:lnTo>
                <a:lnTo>
                  <a:pt x="8644" y="3758"/>
                </a:lnTo>
                <a:lnTo>
                  <a:pt x="10800" y="4725"/>
                </a:lnTo>
                <a:lnTo>
                  <a:pt x="12809" y="5600"/>
                </a:lnTo>
                <a:lnTo>
                  <a:pt x="14828" y="6485"/>
                </a:lnTo>
                <a:lnTo>
                  <a:pt x="16877" y="7382"/>
                </a:lnTo>
                <a:lnTo>
                  <a:pt x="18436" y="8510"/>
                </a:lnTo>
                <a:lnTo>
                  <a:pt x="20009" y="965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7298" y="20515"/>
                </a:lnTo>
                <a:lnTo>
                  <a:pt x="14015" y="19624"/>
                </a:lnTo>
                <a:lnTo>
                  <a:pt x="11556" y="18819"/>
                </a:lnTo>
                <a:lnTo>
                  <a:pt x="9720" y="17987"/>
                </a:lnTo>
                <a:lnTo>
                  <a:pt x="8309" y="17026"/>
                </a:lnTo>
                <a:lnTo>
                  <a:pt x="7124" y="15817"/>
                </a:lnTo>
                <a:lnTo>
                  <a:pt x="5969" y="14256"/>
                </a:lnTo>
                <a:lnTo>
                  <a:pt x="4640" y="12236"/>
                </a:lnTo>
                <a:lnTo>
                  <a:pt x="3478" y="9531"/>
                </a:lnTo>
                <a:lnTo>
                  <a:pt x="2606" y="7355"/>
                </a:lnTo>
                <a:lnTo>
                  <a:pt x="1591" y="4558"/>
                </a:lnTo>
                <a:lnTo>
                  <a:pt x="0" y="0"/>
                </a:lnTo>
                <a:close/>
              </a:path>
            </a:pathLst>
          </a:custGeom>
          <a:solidFill>
            <a:srgbClr val="DDE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8" name="contour_16966"/>
          <p:cNvSpPr/>
          <p:nvPr/>
        </p:nvSpPr>
        <p:spPr>
          <a:xfrm>
            <a:off x="9820011" y="538582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2445"/>
                </a:lnTo>
                <a:lnTo>
                  <a:pt x="15405" y="4890"/>
                </a:lnTo>
                <a:lnTo>
                  <a:pt x="16632" y="7344"/>
                </a:lnTo>
                <a:lnTo>
                  <a:pt x="17863" y="9806"/>
                </a:lnTo>
                <a:lnTo>
                  <a:pt x="19103" y="12282"/>
                </a:lnTo>
                <a:lnTo>
                  <a:pt x="20347" y="14770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812" y="18386"/>
                </a:lnTo>
                <a:lnTo>
                  <a:pt x="1443" y="16105"/>
                </a:lnTo>
                <a:lnTo>
                  <a:pt x="2100" y="14135"/>
                </a:lnTo>
                <a:lnTo>
                  <a:pt x="2989" y="11854"/>
                </a:lnTo>
                <a:lnTo>
                  <a:pt x="4320" y="8640"/>
                </a:lnTo>
                <a:lnTo>
                  <a:pt x="7176" y="8640"/>
                </a:lnTo>
                <a:lnTo>
                  <a:pt x="10048" y="8640"/>
                </a:lnTo>
                <a:lnTo>
                  <a:pt x="12960" y="8640"/>
                </a:lnTo>
                <a:lnTo>
                  <a:pt x="12960" y="5784"/>
                </a:lnTo>
                <a:lnTo>
                  <a:pt x="12960" y="2912"/>
                </a:lnTo>
                <a:lnTo>
                  <a:pt x="12960" y="0"/>
                </a:lnTo>
                <a:close/>
              </a:path>
            </a:pathLst>
          </a:custGeom>
          <a:solidFill>
            <a:srgbClr val="C9CE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69" name="contour_16967"/>
          <p:cNvSpPr/>
          <p:nvPr/>
        </p:nvSpPr>
        <p:spPr>
          <a:xfrm>
            <a:off x="10366611" y="5378538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611" y="2354"/>
                </a:lnTo>
                <a:lnTo>
                  <a:pt x="19500" y="4093"/>
                </a:lnTo>
                <a:lnTo>
                  <a:pt x="20157" y="5735"/>
                </a:lnTo>
                <a:lnTo>
                  <a:pt x="20788" y="7798"/>
                </a:lnTo>
                <a:lnTo>
                  <a:pt x="21600" y="10800"/>
                </a:lnTo>
                <a:lnTo>
                  <a:pt x="19872" y="13381"/>
                </a:lnTo>
                <a:lnTo>
                  <a:pt x="18580" y="15250"/>
                </a:lnTo>
                <a:lnTo>
                  <a:pt x="17479" y="16708"/>
                </a:lnTo>
                <a:lnTo>
                  <a:pt x="16338" y="18050"/>
                </a:lnTo>
                <a:lnTo>
                  <a:pt x="14913" y="19580"/>
                </a:lnTo>
                <a:lnTo>
                  <a:pt x="12960" y="21600"/>
                </a:lnTo>
                <a:lnTo>
                  <a:pt x="13228" y="19890"/>
                </a:lnTo>
                <a:lnTo>
                  <a:pt x="13500" y="18169"/>
                </a:lnTo>
                <a:lnTo>
                  <a:pt x="13772" y="16423"/>
                </a:lnTo>
                <a:lnTo>
                  <a:pt x="13504" y="14566"/>
                </a:lnTo>
                <a:lnTo>
                  <a:pt x="13232" y="12697"/>
                </a:lnTo>
                <a:lnTo>
                  <a:pt x="12960" y="10800"/>
                </a:lnTo>
                <a:lnTo>
                  <a:pt x="9746" y="9583"/>
                </a:lnTo>
                <a:lnTo>
                  <a:pt x="7465" y="8788"/>
                </a:lnTo>
                <a:lnTo>
                  <a:pt x="5495" y="8240"/>
                </a:lnTo>
                <a:lnTo>
                  <a:pt x="3214" y="7769"/>
                </a:lnTo>
                <a:lnTo>
                  <a:pt x="0" y="7200"/>
                </a:lnTo>
                <a:lnTo>
                  <a:pt x="2445" y="6181"/>
                </a:lnTo>
                <a:lnTo>
                  <a:pt x="4890" y="5162"/>
                </a:lnTo>
                <a:lnTo>
                  <a:pt x="7344" y="4140"/>
                </a:lnTo>
                <a:lnTo>
                  <a:pt x="9806" y="3114"/>
                </a:lnTo>
                <a:lnTo>
                  <a:pt x="12282" y="2081"/>
                </a:lnTo>
                <a:lnTo>
                  <a:pt x="14770" y="1044"/>
                </a:lnTo>
                <a:lnTo>
                  <a:pt x="17280" y="0"/>
                </a:lnTo>
                <a:close/>
              </a:path>
            </a:pathLst>
          </a:custGeom>
          <a:solidFill>
            <a:srgbClr val="AC9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0" name="contour_16968"/>
          <p:cNvSpPr/>
          <p:nvPr/>
        </p:nvSpPr>
        <p:spPr>
          <a:xfrm>
            <a:off x="7094302" y="538582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2749" y="19984"/>
                </a:lnTo>
                <a:lnTo>
                  <a:pt x="10201" y="18762"/>
                </a:lnTo>
                <a:lnTo>
                  <a:pt x="8100" y="17686"/>
                </a:lnTo>
                <a:lnTo>
                  <a:pt x="5999" y="16520"/>
                </a:lnTo>
                <a:lnTo>
                  <a:pt x="3451" y="15025"/>
                </a:lnTo>
                <a:lnTo>
                  <a:pt x="0" y="12960"/>
                </a:lnTo>
                <a:lnTo>
                  <a:pt x="0" y="10104"/>
                </a:lnTo>
                <a:lnTo>
                  <a:pt x="0" y="7232"/>
                </a:lnTo>
                <a:lnTo>
                  <a:pt x="0" y="4320"/>
                </a:lnTo>
                <a:lnTo>
                  <a:pt x="3618" y="2454"/>
                </a:lnTo>
                <a:lnTo>
                  <a:pt x="6858" y="1223"/>
                </a:lnTo>
                <a:lnTo>
                  <a:pt x="10001" y="488"/>
                </a:lnTo>
                <a:lnTo>
                  <a:pt x="13322" y="130"/>
                </a:lnTo>
                <a:lnTo>
                  <a:pt x="17096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B4B7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1" name="contour_16969"/>
          <p:cNvSpPr/>
          <p:nvPr/>
        </p:nvSpPr>
        <p:spPr>
          <a:xfrm>
            <a:off x="8231229" y="5376898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350" y="3456"/>
                </a:lnTo>
                <a:lnTo>
                  <a:pt x="18311" y="5994"/>
                </a:lnTo>
                <a:lnTo>
                  <a:pt x="19116" y="8545"/>
                </a:lnTo>
                <a:lnTo>
                  <a:pt x="19786" y="11112"/>
                </a:lnTo>
                <a:lnTo>
                  <a:pt x="20347" y="13700"/>
                </a:lnTo>
                <a:lnTo>
                  <a:pt x="20817" y="16309"/>
                </a:lnTo>
                <a:lnTo>
                  <a:pt x="21227" y="18942"/>
                </a:lnTo>
                <a:lnTo>
                  <a:pt x="21600" y="21600"/>
                </a:lnTo>
                <a:lnTo>
                  <a:pt x="17744" y="21071"/>
                </a:lnTo>
                <a:lnTo>
                  <a:pt x="14974" y="20591"/>
                </a:lnTo>
                <a:lnTo>
                  <a:pt x="12512" y="19963"/>
                </a:lnTo>
                <a:lnTo>
                  <a:pt x="9580" y="18987"/>
                </a:lnTo>
                <a:lnTo>
                  <a:pt x="5400" y="17466"/>
                </a:lnTo>
                <a:lnTo>
                  <a:pt x="3980" y="14738"/>
                </a:lnTo>
                <a:lnTo>
                  <a:pt x="2867" y="12059"/>
                </a:lnTo>
                <a:lnTo>
                  <a:pt x="1982" y="9392"/>
                </a:lnTo>
                <a:lnTo>
                  <a:pt x="1258" y="6676"/>
                </a:lnTo>
                <a:lnTo>
                  <a:pt x="621" y="3874"/>
                </a:lnTo>
                <a:lnTo>
                  <a:pt x="0" y="930"/>
                </a:lnTo>
                <a:close/>
              </a:path>
            </a:pathLst>
          </a:custGeom>
          <a:solidFill>
            <a:srgbClr val="E3EE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2" name="contour_16970"/>
          <p:cNvSpPr/>
          <p:nvPr/>
        </p:nvSpPr>
        <p:spPr>
          <a:xfrm>
            <a:off x="1912540" y="535667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8544" y="20074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69"/>
                </a:lnTo>
                <a:lnTo>
                  <a:pt x="6248" y="13925"/>
                </a:lnTo>
                <a:lnTo>
                  <a:pt x="3137" y="12366"/>
                </a:lnTo>
                <a:lnTo>
                  <a:pt x="0" y="10800"/>
                </a:lnTo>
                <a:lnTo>
                  <a:pt x="1193" y="10602"/>
                </a:lnTo>
                <a:lnTo>
                  <a:pt x="3294" y="10253"/>
                </a:lnTo>
                <a:lnTo>
                  <a:pt x="8100" y="9450"/>
                </a:lnTo>
                <a:lnTo>
                  <a:pt x="10778" y="8708"/>
                </a:lnTo>
                <a:lnTo>
                  <a:pt x="13468" y="7956"/>
                </a:lnTo>
                <a:lnTo>
                  <a:pt x="16200" y="7200"/>
                </a:lnTo>
                <a:lnTo>
                  <a:pt x="16200" y="4820"/>
                </a:lnTo>
                <a:lnTo>
                  <a:pt x="16200" y="2426"/>
                </a:lnTo>
                <a:lnTo>
                  <a:pt x="16200" y="0"/>
                </a:lnTo>
                <a:close/>
              </a:path>
            </a:pathLst>
          </a:custGeom>
          <a:solidFill>
            <a:srgbClr val="3A35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3" name="contour_16971"/>
          <p:cNvSpPr/>
          <p:nvPr/>
        </p:nvSpPr>
        <p:spPr>
          <a:xfrm>
            <a:off x="607990" y="534938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850" y="14394"/>
                </a:lnTo>
                <a:lnTo>
                  <a:pt x="1750" y="11513"/>
                </a:lnTo>
                <a:lnTo>
                  <a:pt x="2700" y="8640"/>
                </a:lnTo>
                <a:lnTo>
                  <a:pt x="3456" y="6229"/>
                </a:lnTo>
                <a:lnTo>
                  <a:pt x="4219" y="3780"/>
                </a:lnTo>
                <a:lnTo>
                  <a:pt x="5695" y="1905"/>
                </a:lnTo>
                <a:lnTo>
                  <a:pt x="7200" y="0"/>
                </a:lnTo>
                <a:close/>
              </a:path>
            </a:pathLst>
          </a:custGeom>
          <a:solidFill>
            <a:srgbClr val="9193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4" name="contour_16972"/>
          <p:cNvSpPr/>
          <p:nvPr/>
        </p:nvSpPr>
        <p:spPr>
          <a:xfrm>
            <a:off x="8581053" y="535667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4645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5" name="contour_16973"/>
          <p:cNvSpPr/>
          <p:nvPr/>
        </p:nvSpPr>
        <p:spPr>
          <a:xfrm>
            <a:off x="5680432" y="5347418"/>
            <a:ext cx="36440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783"/>
                </a:moveTo>
                <a:lnTo>
                  <a:pt x="7534" y="594"/>
                </a:lnTo>
                <a:lnTo>
                  <a:pt x="9815" y="0"/>
                </a:lnTo>
                <a:lnTo>
                  <a:pt x="11785" y="0"/>
                </a:lnTo>
                <a:lnTo>
                  <a:pt x="14066" y="594"/>
                </a:lnTo>
                <a:lnTo>
                  <a:pt x="17280" y="1783"/>
                </a:lnTo>
                <a:lnTo>
                  <a:pt x="18740" y="6698"/>
                </a:lnTo>
                <a:lnTo>
                  <a:pt x="19695" y="10186"/>
                </a:lnTo>
                <a:lnTo>
                  <a:pt x="20352" y="13198"/>
                </a:lnTo>
                <a:lnTo>
                  <a:pt x="20917" y="166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83" y="16686"/>
                </a:lnTo>
                <a:lnTo>
                  <a:pt x="1248" y="13198"/>
                </a:lnTo>
                <a:lnTo>
                  <a:pt x="1905" y="10186"/>
                </a:lnTo>
                <a:lnTo>
                  <a:pt x="2860" y="6698"/>
                </a:lnTo>
                <a:lnTo>
                  <a:pt x="4320" y="1783"/>
                </a:lnTo>
                <a:close/>
              </a:path>
            </a:pathLst>
          </a:custGeom>
          <a:solidFill>
            <a:srgbClr val="AA91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6" name="contour_16974"/>
          <p:cNvSpPr/>
          <p:nvPr/>
        </p:nvSpPr>
        <p:spPr>
          <a:xfrm>
            <a:off x="1001542" y="534209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8A8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7" name="contour_16975"/>
          <p:cNvSpPr/>
          <p:nvPr/>
        </p:nvSpPr>
        <p:spPr>
          <a:xfrm>
            <a:off x="629140" y="5349386"/>
            <a:ext cx="2257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64" y="0"/>
                </a:lnTo>
                <a:lnTo>
                  <a:pt x="16901" y="0"/>
                </a:lnTo>
                <a:lnTo>
                  <a:pt x="21600" y="0"/>
                </a:lnTo>
                <a:lnTo>
                  <a:pt x="20526" y="1801"/>
                </a:lnTo>
                <a:lnTo>
                  <a:pt x="19446" y="3602"/>
                </a:lnTo>
                <a:lnTo>
                  <a:pt x="18358" y="5403"/>
                </a:lnTo>
                <a:lnTo>
                  <a:pt x="17263" y="7204"/>
                </a:lnTo>
                <a:lnTo>
                  <a:pt x="16169" y="9002"/>
                </a:lnTo>
                <a:lnTo>
                  <a:pt x="15060" y="10800"/>
                </a:lnTo>
                <a:lnTo>
                  <a:pt x="14147" y="12350"/>
                </a:lnTo>
                <a:lnTo>
                  <a:pt x="13226" y="13921"/>
                </a:lnTo>
                <a:lnTo>
                  <a:pt x="12222" y="15468"/>
                </a:lnTo>
                <a:lnTo>
                  <a:pt x="11149" y="17007"/>
                </a:lnTo>
                <a:lnTo>
                  <a:pt x="10019" y="18544"/>
                </a:lnTo>
                <a:lnTo>
                  <a:pt x="8855" y="20072"/>
                </a:lnTo>
                <a:lnTo>
                  <a:pt x="7656" y="21600"/>
                </a:lnTo>
                <a:lnTo>
                  <a:pt x="4197" y="21600"/>
                </a:lnTo>
                <a:lnTo>
                  <a:pt x="683" y="21600"/>
                </a:lnTo>
                <a:lnTo>
                  <a:pt x="579" y="19742"/>
                </a:lnTo>
                <a:lnTo>
                  <a:pt x="481" y="17888"/>
                </a:lnTo>
                <a:lnTo>
                  <a:pt x="397" y="16030"/>
                </a:lnTo>
                <a:lnTo>
                  <a:pt x="321" y="14175"/>
                </a:lnTo>
                <a:lnTo>
                  <a:pt x="251" y="12317"/>
                </a:lnTo>
                <a:lnTo>
                  <a:pt x="167" y="10592"/>
                </a:lnTo>
                <a:lnTo>
                  <a:pt x="84" y="8856"/>
                </a:lnTo>
                <a:lnTo>
                  <a:pt x="0" y="7098"/>
                </a:lnTo>
                <a:lnTo>
                  <a:pt x="502" y="4514"/>
                </a:lnTo>
                <a:lnTo>
                  <a:pt x="1471" y="2913"/>
                </a:lnTo>
                <a:lnTo>
                  <a:pt x="3612" y="1631"/>
                </a:lnTo>
                <a:lnTo>
                  <a:pt x="7656" y="0"/>
                </a:lnTo>
                <a:close/>
              </a:path>
            </a:pathLst>
          </a:custGeom>
          <a:solidFill>
            <a:srgbClr val="7779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8" name="contour_16976"/>
          <p:cNvSpPr/>
          <p:nvPr/>
        </p:nvSpPr>
        <p:spPr>
          <a:xfrm>
            <a:off x="7393110" y="534938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960" y="4759"/>
                </a:lnTo>
                <a:lnTo>
                  <a:pt x="12960" y="9547"/>
                </a:lnTo>
                <a:lnTo>
                  <a:pt x="12960" y="14400"/>
                </a:lnTo>
                <a:lnTo>
                  <a:pt x="15098" y="16186"/>
                </a:lnTo>
                <a:lnTo>
                  <a:pt x="17245" y="17971"/>
                </a:lnTo>
                <a:lnTo>
                  <a:pt x="19410" y="1977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381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79" name="contour_16977"/>
          <p:cNvSpPr/>
          <p:nvPr/>
        </p:nvSpPr>
        <p:spPr>
          <a:xfrm>
            <a:off x="4711129" y="5342098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0"/>
                </a:lnTo>
                <a:lnTo>
                  <a:pt x="11956" y="0"/>
                </a:lnTo>
                <a:lnTo>
                  <a:pt x="14346" y="0"/>
                </a:lnTo>
                <a:lnTo>
                  <a:pt x="16747" y="0"/>
                </a:lnTo>
                <a:lnTo>
                  <a:pt x="19163" y="0"/>
                </a:lnTo>
                <a:lnTo>
                  <a:pt x="21600" y="0"/>
                </a:lnTo>
                <a:lnTo>
                  <a:pt x="21247" y="5065"/>
                </a:lnTo>
                <a:lnTo>
                  <a:pt x="20884" y="8659"/>
                </a:lnTo>
                <a:lnTo>
                  <a:pt x="20336" y="11763"/>
                </a:lnTo>
                <a:lnTo>
                  <a:pt x="19433" y="15358"/>
                </a:lnTo>
                <a:lnTo>
                  <a:pt x="18000" y="20422"/>
                </a:lnTo>
                <a:lnTo>
                  <a:pt x="15412" y="21096"/>
                </a:lnTo>
                <a:lnTo>
                  <a:pt x="12845" y="21471"/>
                </a:lnTo>
                <a:lnTo>
                  <a:pt x="10289" y="21600"/>
                </a:lnTo>
                <a:lnTo>
                  <a:pt x="7736" y="21518"/>
                </a:lnTo>
                <a:lnTo>
                  <a:pt x="5177" y="21266"/>
                </a:lnTo>
                <a:lnTo>
                  <a:pt x="2603" y="20885"/>
                </a:lnTo>
                <a:lnTo>
                  <a:pt x="0" y="20422"/>
                </a:lnTo>
                <a:lnTo>
                  <a:pt x="896" y="19789"/>
                </a:lnTo>
                <a:lnTo>
                  <a:pt x="3600" y="17870"/>
                </a:lnTo>
                <a:lnTo>
                  <a:pt x="5386" y="15759"/>
                </a:lnTo>
                <a:lnTo>
                  <a:pt x="7200" y="13615"/>
                </a:lnTo>
                <a:lnTo>
                  <a:pt x="7200" y="9115"/>
                </a:lnTo>
                <a:lnTo>
                  <a:pt x="7200" y="4588"/>
                </a:lnTo>
                <a:lnTo>
                  <a:pt x="7200" y="0"/>
                </a:lnTo>
                <a:close/>
              </a:path>
            </a:pathLst>
          </a:custGeom>
          <a:solidFill>
            <a:srgbClr val="383A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0" name="contour_16978"/>
          <p:cNvSpPr/>
          <p:nvPr/>
        </p:nvSpPr>
        <p:spPr>
          <a:xfrm>
            <a:off x="1278485" y="534209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CAF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1" name="contour_16979"/>
          <p:cNvSpPr/>
          <p:nvPr/>
        </p:nvSpPr>
        <p:spPr>
          <a:xfrm>
            <a:off x="4259274" y="531294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270" y="2678"/>
                </a:lnTo>
                <a:lnTo>
                  <a:pt x="4950" y="5400"/>
                </a:lnTo>
                <a:lnTo>
                  <a:pt x="6066" y="8078"/>
                </a:lnTo>
                <a:lnTo>
                  <a:pt x="7200" y="10800"/>
                </a:lnTo>
                <a:lnTo>
                  <a:pt x="9580" y="10800"/>
                </a:lnTo>
                <a:lnTo>
                  <a:pt x="11974" y="10800"/>
                </a:lnTo>
                <a:lnTo>
                  <a:pt x="14400" y="10800"/>
                </a:lnTo>
                <a:lnTo>
                  <a:pt x="15721" y="7592"/>
                </a:lnTo>
                <a:lnTo>
                  <a:pt x="16538" y="5400"/>
                </a:lnTo>
                <a:lnTo>
                  <a:pt x="17183" y="3208"/>
                </a:lnTo>
                <a:lnTo>
                  <a:pt x="18000" y="0"/>
                </a:lnTo>
                <a:lnTo>
                  <a:pt x="18713" y="3208"/>
                </a:lnTo>
                <a:lnTo>
                  <a:pt x="19429" y="6426"/>
                </a:lnTo>
                <a:lnTo>
                  <a:pt x="20146" y="9655"/>
                </a:lnTo>
                <a:lnTo>
                  <a:pt x="20869" y="12911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1F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2" name="contour_16980"/>
          <p:cNvSpPr/>
          <p:nvPr/>
        </p:nvSpPr>
        <p:spPr>
          <a:xfrm>
            <a:off x="586126" y="53129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98A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3" name="contour_16981"/>
          <p:cNvSpPr/>
          <p:nvPr/>
        </p:nvSpPr>
        <p:spPr>
          <a:xfrm>
            <a:off x="7138030" y="5305825"/>
            <a:ext cx="58304" cy="288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1579"/>
                </a:moveTo>
                <a:lnTo>
                  <a:pt x="17518" y="3453"/>
                </a:lnTo>
                <a:lnTo>
                  <a:pt x="18519" y="5037"/>
                </a:lnTo>
                <a:lnTo>
                  <a:pt x="19713" y="7200"/>
                </a:lnTo>
                <a:lnTo>
                  <a:pt x="21600" y="10800"/>
                </a:lnTo>
                <a:lnTo>
                  <a:pt x="18128" y="14400"/>
                </a:lnTo>
                <a:lnTo>
                  <a:pt x="15387" y="17181"/>
                </a:lnTo>
                <a:lnTo>
                  <a:pt x="13241" y="19213"/>
                </a:lnTo>
                <a:lnTo>
                  <a:pt x="11556" y="20573"/>
                </a:lnTo>
                <a:lnTo>
                  <a:pt x="10201" y="21349"/>
                </a:lnTo>
                <a:lnTo>
                  <a:pt x="9040" y="21600"/>
                </a:lnTo>
                <a:lnTo>
                  <a:pt x="7943" y="21414"/>
                </a:lnTo>
                <a:lnTo>
                  <a:pt x="6774" y="20863"/>
                </a:lnTo>
                <a:lnTo>
                  <a:pt x="5400" y="20021"/>
                </a:lnTo>
                <a:lnTo>
                  <a:pt x="4082" y="18142"/>
                </a:lnTo>
                <a:lnTo>
                  <a:pt x="3081" y="16558"/>
                </a:lnTo>
                <a:lnTo>
                  <a:pt x="1887" y="14400"/>
                </a:lnTo>
                <a:lnTo>
                  <a:pt x="0" y="10800"/>
                </a:lnTo>
                <a:lnTo>
                  <a:pt x="3472" y="7205"/>
                </a:lnTo>
                <a:lnTo>
                  <a:pt x="6213" y="4425"/>
                </a:lnTo>
                <a:lnTo>
                  <a:pt x="8359" y="2393"/>
                </a:lnTo>
                <a:lnTo>
                  <a:pt x="10044" y="1027"/>
                </a:lnTo>
                <a:lnTo>
                  <a:pt x="11399" y="257"/>
                </a:lnTo>
                <a:lnTo>
                  <a:pt x="12560" y="0"/>
                </a:lnTo>
                <a:lnTo>
                  <a:pt x="13657" y="186"/>
                </a:lnTo>
                <a:lnTo>
                  <a:pt x="14826" y="737"/>
                </a:lnTo>
                <a:lnTo>
                  <a:pt x="16200" y="1579"/>
                </a:lnTo>
                <a:close/>
              </a:path>
            </a:pathLst>
          </a:custGeom>
          <a:solidFill>
            <a:srgbClr val="F0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4" name="contour_16982"/>
          <p:cNvSpPr/>
          <p:nvPr/>
        </p:nvSpPr>
        <p:spPr>
          <a:xfrm>
            <a:off x="5104681" y="531294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457"/>
                </a:lnTo>
                <a:lnTo>
                  <a:pt x="2684" y="896"/>
                </a:lnTo>
                <a:lnTo>
                  <a:pt x="4320" y="1440"/>
                </a:lnTo>
                <a:lnTo>
                  <a:pt x="6647" y="2218"/>
                </a:lnTo>
                <a:lnTo>
                  <a:pt x="10055" y="3352"/>
                </a:lnTo>
                <a:lnTo>
                  <a:pt x="14909" y="4972"/>
                </a:lnTo>
                <a:lnTo>
                  <a:pt x="21600" y="7200"/>
                </a:lnTo>
                <a:lnTo>
                  <a:pt x="20072" y="9238"/>
                </a:lnTo>
                <a:lnTo>
                  <a:pt x="18544" y="11275"/>
                </a:lnTo>
                <a:lnTo>
                  <a:pt x="17010" y="13320"/>
                </a:lnTo>
                <a:lnTo>
                  <a:pt x="15471" y="15372"/>
                </a:lnTo>
                <a:lnTo>
                  <a:pt x="13921" y="17435"/>
                </a:lnTo>
                <a:lnTo>
                  <a:pt x="12366" y="19508"/>
                </a:lnTo>
                <a:lnTo>
                  <a:pt x="10800" y="21600"/>
                </a:lnTo>
                <a:lnTo>
                  <a:pt x="9612" y="19224"/>
                </a:lnTo>
                <a:lnTo>
                  <a:pt x="8424" y="16844"/>
                </a:lnTo>
                <a:lnTo>
                  <a:pt x="7231" y="14465"/>
                </a:lnTo>
                <a:lnTo>
                  <a:pt x="6037" y="12078"/>
                </a:lnTo>
                <a:lnTo>
                  <a:pt x="4844" y="9684"/>
                </a:lnTo>
                <a:lnTo>
                  <a:pt x="3640" y="7279"/>
                </a:lnTo>
                <a:lnTo>
                  <a:pt x="2435" y="4867"/>
                </a:lnTo>
                <a:lnTo>
                  <a:pt x="122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A46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5" name="contour_16983"/>
          <p:cNvSpPr/>
          <p:nvPr/>
        </p:nvSpPr>
        <p:spPr>
          <a:xfrm>
            <a:off x="5272305" y="529837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528"/>
                </a:lnTo>
                <a:lnTo>
                  <a:pt x="11275" y="3056"/>
                </a:lnTo>
                <a:lnTo>
                  <a:pt x="13320" y="4590"/>
                </a:lnTo>
                <a:lnTo>
                  <a:pt x="15372" y="6129"/>
                </a:lnTo>
                <a:lnTo>
                  <a:pt x="17435" y="7679"/>
                </a:lnTo>
                <a:lnTo>
                  <a:pt x="19508" y="9234"/>
                </a:lnTo>
                <a:lnTo>
                  <a:pt x="21600" y="10800"/>
                </a:lnTo>
                <a:lnTo>
                  <a:pt x="18065" y="13975"/>
                </a:lnTo>
                <a:lnTo>
                  <a:pt x="15440" y="16292"/>
                </a:lnTo>
                <a:lnTo>
                  <a:pt x="13478" y="17939"/>
                </a:lnTo>
                <a:lnTo>
                  <a:pt x="11927" y="19105"/>
                </a:lnTo>
                <a:lnTo>
                  <a:pt x="10530" y="19975"/>
                </a:lnTo>
                <a:lnTo>
                  <a:pt x="9040" y="20747"/>
                </a:lnTo>
                <a:lnTo>
                  <a:pt x="7200" y="21600"/>
                </a:lnTo>
                <a:lnTo>
                  <a:pt x="4558" y="18776"/>
                </a:lnTo>
                <a:lnTo>
                  <a:pt x="2923" y="16708"/>
                </a:lnTo>
                <a:lnTo>
                  <a:pt x="1631" y="14386"/>
                </a:lnTo>
                <a:lnTo>
                  <a:pt x="0" y="10800"/>
                </a:lnTo>
                <a:lnTo>
                  <a:pt x="2380" y="10800"/>
                </a:lnTo>
                <a:lnTo>
                  <a:pt x="4774" y="10800"/>
                </a:lnTo>
                <a:lnTo>
                  <a:pt x="7200" y="10800"/>
                </a:lnTo>
                <a:lnTo>
                  <a:pt x="7200" y="7231"/>
                </a:lnTo>
                <a:lnTo>
                  <a:pt x="7200" y="3640"/>
                </a:lnTo>
                <a:lnTo>
                  <a:pt x="7200" y="0"/>
                </a:lnTo>
                <a:close/>
              </a:path>
            </a:pathLst>
          </a:custGeom>
          <a:solidFill>
            <a:srgbClr val="5453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6" name="contour_16984"/>
          <p:cNvSpPr/>
          <p:nvPr/>
        </p:nvSpPr>
        <p:spPr>
          <a:xfrm>
            <a:off x="4929769" y="530565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86" y="752"/>
                </a:lnTo>
                <a:lnTo>
                  <a:pt x="6664" y="1544"/>
                </a:lnTo>
                <a:lnTo>
                  <a:pt x="9844" y="2401"/>
                </a:lnTo>
                <a:lnTo>
                  <a:pt x="12922" y="3362"/>
                </a:lnTo>
                <a:lnTo>
                  <a:pt x="15908" y="4457"/>
                </a:lnTo>
                <a:lnTo>
                  <a:pt x="18797" y="5728"/>
                </a:lnTo>
                <a:lnTo>
                  <a:pt x="21600" y="7200"/>
                </a:lnTo>
                <a:lnTo>
                  <a:pt x="21541" y="9778"/>
                </a:lnTo>
                <a:lnTo>
                  <a:pt x="21065" y="12226"/>
                </a:lnTo>
                <a:lnTo>
                  <a:pt x="20234" y="14591"/>
                </a:lnTo>
                <a:lnTo>
                  <a:pt x="19105" y="16909"/>
                </a:lnTo>
                <a:lnTo>
                  <a:pt x="17744" y="19231"/>
                </a:lnTo>
                <a:lnTo>
                  <a:pt x="16200" y="21600"/>
                </a:lnTo>
                <a:lnTo>
                  <a:pt x="14159" y="19922"/>
                </a:lnTo>
                <a:lnTo>
                  <a:pt x="12128" y="18238"/>
                </a:lnTo>
                <a:lnTo>
                  <a:pt x="10109" y="16546"/>
                </a:lnTo>
                <a:lnTo>
                  <a:pt x="8100" y="14850"/>
                </a:lnTo>
                <a:lnTo>
                  <a:pt x="5837" y="12967"/>
                </a:lnTo>
                <a:lnTo>
                  <a:pt x="3542" y="11052"/>
                </a:lnTo>
                <a:lnTo>
                  <a:pt x="1814" y="9115"/>
                </a:lnTo>
                <a:lnTo>
                  <a:pt x="767" y="7571"/>
                </a:lnTo>
                <a:lnTo>
                  <a:pt x="227" y="5890"/>
                </a:lnTo>
                <a:lnTo>
                  <a:pt x="27" y="3546"/>
                </a:lnTo>
                <a:lnTo>
                  <a:pt x="0" y="0"/>
                </a:lnTo>
                <a:close/>
              </a:path>
            </a:pathLst>
          </a:custGeom>
          <a:solidFill>
            <a:srgbClr val="403B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7" name="contour_16985"/>
          <p:cNvSpPr/>
          <p:nvPr/>
        </p:nvSpPr>
        <p:spPr>
          <a:xfrm>
            <a:off x="2233212" y="5299208"/>
            <a:ext cx="30063" cy="28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64" y="751"/>
                </a:moveTo>
                <a:lnTo>
                  <a:pt x="19024" y="3297"/>
                </a:lnTo>
                <a:lnTo>
                  <a:pt x="20453" y="5482"/>
                </a:lnTo>
                <a:lnTo>
                  <a:pt x="21150" y="8518"/>
                </a:lnTo>
                <a:lnTo>
                  <a:pt x="21600" y="13605"/>
                </a:lnTo>
                <a:lnTo>
                  <a:pt x="21385" y="16246"/>
                </a:lnTo>
                <a:lnTo>
                  <a:pt x="21165" y="18903"/>
                </a:lnTo>
                <a:lnTo>
                  <a:pt x="20945" y="21600"/>
                </a:lnTo>
                <a:lnTo>
                  <a:pt x="17448" y="20944"/>
                </a:lnTo>
                <a:lnTo>
                  <a:pt x="13955" y="20249"/>
                </a:lnTo>
                <a:lnTo>
                  <a:pt x="10473" y="19515"/>
                </a:lnTo>
                <a:lnTo>
                  <a:pt x="7551" y="18931"/>
                </a:lnTo>
                <a:lnTo>
                  <a:pt x="4582" y="18342"/>
                </a:lnTo>
                <a:lnTo>
                  <a:pt x="2309" y="17197"/>
                </a:lnTo>
                <a:lnTo>
                  <a:pt x="0" y="16040"/>
                </a:lnTo>
                <a:lnTo>
                  <a:pt x="0" y="12365"/>
                </a:lnTo>
                <a:lnTo>
                  <a:pt x="0" y="8668"/>
                </a:lnTo>
                <a:lnTo>
                  <a:pt x="0" y="4920"/>
                </a:lnTo>
                <a:lnTo>
                  <a:pt x="3299" y="2380"/>
                </a:lnTo>
                <a:lnTo>
                  <a:pt x="6200" y="762"/>
                </a:lnTo>
                <a:lnTo>
                  <a:pt x="9090" y="0"/>
                </a:lnTo>
                <a:lnTo>
                  <a:pt x="12347" y="17"/>
                </a:lnTo>
                <a:lnTo>
                  <a:pt x="16364" y="751"/>
                </a:lnTo>
                <a:close/>
              </a:path>
            </a:pathLst>
          </a:custGeom>
          <a:solidFill>
            <a:srgbClr val="4E48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8" name="contour_16986"/>
          <p:cNvSpPr/>
          <p:nvPr/>
        </p:nvSpPr>
        <p:spPr>
          <a:xfrm>
            <a:off x="1365941" y="527650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2138"/>
                </a:lnTo>
                <a:lnTo>
                  <a:pt x="2678" y="4285"/>
                </a:lnTo>
                <a:lnTo>
                  <a:pt x="4034" y="6450"/>
                </a:lnTo>
                <a:lnTo>
                  <a:pt x="5400" y="8640"/>
                </a:lnTo>
                <a:lnTo>
                  <a:pt x="8608" y="7785"/>
                </a:lnTo>
                <a:lnTo>
                  <a:pt x="11826" y="6925"/>
                </a:lnTo>
                <a:lnTo>
                  <a:pt x="15055" y="6065"/>
                </a:lnTo>
                <a:lnTo>
                  <a:pt x="18311" y="5197"/>
                </a:lnTo>
                <a:lnTo>
                  <a:pt x="21600" y="4320"/>
                </a:lnTo>
                <a:lnTo>
                  <a:pt x="20963" y="7206"/>
                </a:lnTo>
                <a:lnTo>
                  <a:pt x="20288" y="10087"/>
                </a:lnTo>
                <a:lnTo>
                  <a:pt x="19575" y="12960"/>
                </a:lnTo>
                <a:lnTo>
                  <a:pt x="19008" y="15371"/>
                </a:lnTo>
                <a:lnTo>
                  <a:pt x="18436" y="17820"/>
                </a:lnTo>
                <a:lnTo>
                  <a:pt x="17323" y="19695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4088" y="18775"/>
                </a:lnTo>
                <a:lnTo>
                  <a:pt x="3299" y="16705"/>
                </a:lnTo>
                <a:lnTo>
                  <a:pt x="2716" y="14386"/>
                </a:lnTo>
                <a:lnTo>
                  <a:pt x="2025" y="10800"/>
                </a:lnTo>
                <a:lnTo>
                  <a:pt x="1415" y="7785"/>
                </a:lnTo>
                <a:lnTo>
                  <a:pt x="799" y="4726"/>
                </a:lnTo>
                <a:lnTo>
                  <a:pt x="605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2B27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89" name="contour_16987"/>
          <p:cNvSpPr/>
          <p:nvPr/>
        </p:nvSpPr>
        <p:spPr>
          <a:xfrm>
            <a:off x="9862369" y="5283794"/>
            <a:ext cx="2449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8" y="0"/>
                </a:moveTo>
                <a:lnTo>
                  <a:pt x="5990" y="353"/>
                </a:lnTo>
                <a:lnTo>
                  <a:pt x="9383" y="716"/>
                </a:lnTo>
                <a:lnTo>
                  <a:pt x="12313" y="1264"/>
                </a:lnTo>
                <a:lnTo>
                  <a:pt x="15707" y="2167"/>
                </a:lnTo>
                <a:lnTo>
                  <a:pt x="20488" y="3600"/>
                </a:lnTo>
                <a:lnTo>
                  <a:pt x="21124" y="6188"/>
                </a:lnTo>
                <a:lnTo>
                  <a:pt x="21478" y="8755"/>
                </a:lnTo>
                <a:lnTo>
                  <a:pt x="21600" y="11311"/>
                </a:lnTo>
                <a:lnTo>
                  <a:pt x="21523" y="13864"/>
                </a:lnTo>
                <a:lnTo>
                  <a:pt x="21285" y="16423"/>
                </a:lnTo>
                <a:lnTo>
                  <a:pt x="20925" y="18997"/>
                </a:lnTo>
                <a:lnTo>
                  <a:pt x="20488" y="21600"/>
                </a:lnTo>
                <a:lnTo>
                  <a:pt x="14216" y="18515"/>
                </a:lnTo>
                <a:lnTo>
                  <a:pt x="9492" y="16103"/>
                </a:lnTo>
                <a:lnTo>
                  <a:pt x="6060" y="14166"/>
                </a:lnTo>
                <a:lnTo>
                  <a:pt x="3689" y="12510"/>
                </a:lnTo>
                <a:lnTo>
                  <a:pt x="2140" y="10937"/>
                </a:lnTo>
                <a:lnTo>
                  <a:pt x="1163" y="9245"/>
                </a:lnTo>
                <a:lnTo>
                  <a:pt x="533" y="7240"/>
                </a:lnTo>
                <a:lnTo>
                  <a:pt x="0" y="4723"/>
                </a:lnTo>
                <a:lnTo>
                  <a:pt x="598" y="2380"/>
                </a:lnTo>
                <a:lnTo>
                  <a:pt x="1208" y="0"/>
                </a:lnTo>
                <a:close/>
              </a:path>
            </a:pathLst>
          </a:custGeom>
          <a:solidFill>
            <a:srgbClr val="D5D7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0" name="contour_16988"/>
          <p:cNvSpPr/>
          <p:nvPr/>
        </p:nvSpPr>
        <p:spPr>
          <a:xfrm>
            <a:off x="5228577" y="528379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3569"/>
                </a:lnTo>
                <a:lnTo>
                  <a:pt x="12960" y="7160"/>
                </a:lnTo>
                <a:lnTo>
                  <a:pt x="12960" y="10800"/>
                </a:lnTo>
                <a:lnTo>
                  <a:pt x="15098" y="12139"/>
                </a:lnTo>
                <a:lnTo>
                  <a:pt x="17245" y="13478"/>
                </a:lnTo>
                <a:lnTo>
                  <a:pt x="19410" y="14834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1076" y="14467"/>
                </a:lnTo>
                <a:lnTo>
                  <a:pt x="1849" y="9553"/>
                </a:lnTo>
                <a:lnTo>
                  <a:pt x="2436" y="6242"/>
                </a:lnTo>
                <a:lnTo>
                  <a:pt x="2968" y="3947"/>
                </a:lnTo>
                <a:lnTo>
                  <a:pt x="3555" y="2068"/>
                </a:lnTo>
                <a:lnTo>
                  <a:pt x="4320" y="0"/>
                </a:lnTo>
                <a:close/>
              </a:path>
            </a:pathLst>
          </a:custGeom>
          <a:solidFill>
            <a:srgbClr val="2F2A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1" name="contour_16989"/>
          <p:cNvSpPr/>
          <p:nvPr/>
        </p:nvSpPr>
        <p:spPr>
          <a:xfrm>
            <a:off x="1934404" y="5275792"/>
            <a:ext cx="36440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105"/>
                </a:lnTo>
                <a:lnTo>
                  <a:pt x="13751" y="211"/>
                </a:lnTo>
                <a:lnTo>
                  <a:pt x="16368" y="311"/>
                </a:lnTo>
                <a:lnTo>
                  <a:pt x="18982" y="416"/>
                </a:lnTo>
                <a:lnTo>
                  <a:pt x="21600" y="517"/>
                </a:lnTo>
                <a:lnTo>
                  <a:pt x="20887" y="4001"/>
                </a:lnTo>
                <a:lnTo>
                  <a:pt x="20170" y="7485"/>
                </a:lnTo>
                <a:lnTo>
                  <a:pt x="19453" y="10979"/>
                </a:lnTo>
                <a:lnTo>
                  <a:pt x="18736" y="14495"/>
                </a:lnTo>
                <a:lnTo>
                  <a:pt x="18010" y="18032"/>
                </a:lnTo>
                <a:lnTo>
                  <a:pt x="17280" y="21600"/>
                </a:lnTo>
                <a:lnTo>
                  <a:pt x="16610" y="19149"/>
                </a:lnTo>
                <a:lnTo>
                  <a:pt x="15932" y="16656"/>
                </a:lnTo>
                <a:lnTo>
                  <a:pt x="13807" y="13293"/>
                </a:lnTo>
                <a:lnTo>
                  <a:pt x="11552" y="10869"/>
                </a:lnTo>
                <a:lnTo>
                  <a:pt x="9107" y="9145"/>
                </a:lnTo>
                <a:lnTo>
                  <a:pt x="6407" y="7885"/>
                </a:lnTo>
                <a:lnTo>
                  <a:pt x="3391" y="6847"/>
                </a:lnTo>
                <a:lnTo>
                  <a:pt x="0" y="5787"/>
                </a:lnTo>
                <a:lnTo>
                  <a:pt x="2562" y="2736"/>
                </a:lnTo>
                <a:lnTo>
                  <a:pt x="4303" y="1112"/>
                </a:lnTo>
                <a:lnTo>
                  <a:pt x="6026" y="385"/>
                </a:lnTo>
                <a:lnTo>
                  <a:pt x="8523" y="0"/>
                </a:lnTo>
                <a:close/>
              </a:path>
            </a:pathLst>
          </a:custGeom>
          <a:solidFill>
            <a:srgbClr val="4A3F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2" name="contour_16990"/>
          <p:cNvSpPr/>
          <p:nvPr/>
        </p:nvSpPr>
        <p:spPr>
          <a:xfrm>
            <a:off x="6948543" y="5269218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38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1413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3" name="contour_16991"/>
          <p:cNvSpPr/>
          <p:nvPr/>
        </p:nvSpPr>
        <p:spPr>
          <a:xfrm>
            <a:off x="5352472" y="525464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7403" y="19492"/>
                </a:lnTo>
                <a:lnTo>
                  <a:pt x="5146" y="17889"/>
                </a:lnTo>
                <a:lnTo>
                  <a:pt x="3019" y="15980"/>
                </a:lnTo>
                <a:lnTo>
                  <a:pt x="0" y="12960"/>
                </a:lnTo>
                <a:lnTo>
                  <a:pt x="1015" y="9487"/>
                </a:lnTo>
                <a:lnTo>
                  <a:pt x="1804" y="7076"/>
                </a:lnTo>
                <a:lnTo>
                  <a:pt x="2624" y="5106"/>
                </a:lnTo>
                <a:lnTo>
                  <a:pt x="3737" y="2955"/>
                </a:lnTo>
                <a:lnTo>
                  <a:pt x="5400" y="0"/>
                </a:lnTo>
                <a:close/>
              </a:path>
            </a:pathLst>
          </a:custGeom>
          <a:solidFill>
            <a:srgbClr val="463F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4" name="contour_16992"/>
          <p:cNvSpPr/>
          <p:nvPr/>
        </p:nvSpPr>
        <p:spPr>
          <a:xfrm>
            <a:off x="5257729" y="527650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762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5" name="contour_16993"/>
          <p:cNvSpPr/>
          <p:nvPr/>
        </p:nvSpPr>
        <p:spPr>
          <a:xfrm>
            <a:off x="2320668" y="5254642"/>
            <a:ext cx="36440" cy="30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4576" y="2692"/>
                </a:lnTo>
                <a:lnTo>
                  <a:pt x="15617" y="4663"/>
                </a:lnTo>
                <a:lnTo>
                  <a:pt x="16550" y="6876"/>
                </a:lnTo>
                <a:lnTo>
                  <a:pt x="17820" y="10293"/>
                </a:lnTo>
                <a:lnTo>
                  <a:pt x="18909" y="13165"/>
                </a:lnTo>
                <a:lnTo>
                  <a:pt x="20015" y="16083"/>
                </a:lnTo>
                <a:lnTo>
                  <a:pt x="20801" y="18317"/>
                </a:lnTo>
                <a:lnTo>
                  <a:pt x="21600" y="20586"/>
                </a:lnTo>
                <a:lnTo>
                  <a:pt x="16641" y="21147"/>
                </a:lnTo>
                <a:lnTo>
                  <a:pt x="13154" y="21487"/>
                </a:lnTo>
                <a:lnTo>
                  <a:pt x="10657" y="21600"/>
                </a:lnTo>
                <a:lnTo>
                  <a:pt x="8675" y="21487"/>
                </a:lnTo>
                <a:lnTo>
                  <a:pt x="6722" y="21147"/>
                </a:lnTo>
                <a:lnTo>
                  <a:pt x="4320" y="20586"/>
                </a:lnTo>
                <a:lnTo>
                  <a:pt x="2601" y="16912"/>
                </a:lnTo>
                <a:lnTo>
                  <a:pt x="1516" y="14271"/>
                </a:lnTo>
                <a:lnTo>
                  <a:pt x="860" y="11925"/>
                </a:lnTo>
                <a:lnTo>
                  <a:pt x="423" y="9130"/>
                </a:lnTo>
                <a:lnTo>
                  <a:pt x="0" y="5147"/>
                </a:lnTo>
                <a:lnTo>
                  <a:pt x="2143" y="2594"/>
                </a:lnTo>
                <a:lnTo>
                  <a:pt x="4320" y="0"/>
                </a:lnTo>
                <a:close/>
              </a:path>
            </a:pathLst>
          </a:custGeom>
          <a:solidFill>
            <a:srgbClr val="806E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6" name="contour_16994"/>
          <p:cNvSpPr/>
          <p:nvPr/>
        </p:nvSpPr>
        <p:spPr>
          <a:xfrm>
            <a:off x="6766343" y="5232778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0806" y="1156"/>
                </a:lnTo>
                <a:lnTo>
                  <a:pt x="12352" y="2327"/>
                </a:lnTo>
                <a:lnTo>
                  <a:pt x="13892" y="3521"/>
                </a:lnTo>
                <a:lnTo>
                  <a:pt x="15429" y="4725"/>
                </a:lnTo>
                <a:lnTo>
                  <a:pt x="17150" y="6043"/>
                </a:lnTo>
                <a:lnTo>
                  <a:pt x="18900" y="7382"/>
                </a:lnTo>
                <a:lnTo>
                  <a:pt x="2023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9462" y="21065"/>
                </a:lnTo>
                <a:lnTo>
                  <a:pt x="17320" y="20531"/>
                </a:lnTo>
                <a:lnTo>
                  <a:pt x="15179" y="19996"/>
                </a:lnTo>
                <a:lnTo>
                  <a:pt x="13034" y="19456"/>
                </a:lnTo>
                <a:lnTo>
                  <a:pt x="10880" y="18922"/>
                </a:lnTo>
                <a:lnTo>
                  <a:pt x="8723" y="18382"/>
                </a:lnTo>
                <a:lnTo>
                  <a:pt x="6557" y="17842"/>
                </a:lnTo>
                <a:lnTo>
                  <a:pt x="4382" y="17296"/>
                </a:lnTo>
                <a:lnTo>
                  <a:pt x="2197" y="16751"/>
                </a:lnTo>
                <a:lnTo>
                  <a:pt x="0" y="16200"/>
                </a:lnTo>
                <a:lnTo>
                  <a:pt x="1833" y="15131"/>
                </a:lnTo>
                <a:lnTo>
                  <a:pt x="3672" y="14056"/>
                </a:lnTo>
                <a:lnTo>
                  <a:pt x="5517" y="12982"/>
                </a:lnTo>
                <a:lnTo>
                  <a:pt x="7378" y="11896"/>
                </a:lnTo>
                <a:lnTo>
                  <a:pt x="9257" y="10800"/>
                </a:lnTo>
                <a:lnTo>
                  <a:pt x="9257" y="7231"/>
                </a:lnTo>
                <a:lnTo>
                  <a:pt x="9257" y="3640"/>
                </a:lnTo>
                <a:lnTo>
                  <a:pt x="9257" y="0"/>
                </a:lnTo>
                <a:close/>
              </a:path>
            </a:pathLst>
          </a:custGeom>
          <a:solidFill>
            <a:srgbClr val="D1D5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7" name="contour_16995"/>
          <p:cNvSpPr/>
          <p:nvPr/>
        </p:nvSpPr>
        <p:spPr>
          <a:xfrm>
            <a:off x="4893329" y="5232064"/>
            <a:ext cx="43728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83"/>
                </a:moveTo>
                <a:lnTo>
                  <a:pt x="20887" y="4825"/>
                </a:lnTo>
                <a:lnTo>
                  <a:pt x="20171" y="8980"/>
                </a:lnTo>
                <a:lnTo>
                  <a:pt x="19454" y="13150"/>
                </a:lnTo>
                <a:lnTo>
                  <a:pt x="18731" y="17354"/>
                </a:lnTo>
                <a:lnTo>
                  <a:pt x="18000" y="21600"/>
                </a:lnTo>
                <a:lnTo>
                  <a:pt x="15772" y="20735"/>
                </a:lnTo>
                <a:lnTo>
                  <a:pt x="13543" y="19871"/>
                </a:lnTo>
                <a:lnTo>
                  <a:pt x="11308" y="19006"/>
                </a:lnTo>
                <a:lnTo>
                  <a:pt x="9068" y="18142"/>
                </a:lnTo>
                <a:lnTo>
                  <a:pt x="6818" y="17270"/>
                </a:lnTo>
                <a:lnTo>
                  <a:pt x="4558" y="16392"/>
                </a:lnTo>
                <a:lnTo>
                  <a:pt x="2286" y="15513"/>
                </a:lnTo>
                <a:lnTo>
                  <a:pt x="0" y="14628"/>
                </a:lnTo>
                <a:lnTo>
                  <a:pt x="2113" y="9712"/>
                </a:lnTo>
                <a:lnTo>
                  <a:pt x="4172" y="5989"/>
                </a:lnTo>
                <a:lnTo>
                  <a:pt x="6239" y="3312"/>
                </a:lnTo>
                <a:lnTo>
                  <a:pt x="8359" y="1520"/>
                </a:lnTo>
                <a:lnTo>
                  <a:pt x="10584" y="474"/>
                </a:lnTo>
                <a:lnTo>
                  <a:pt x="12967" y="14"/>
                </a:lnTo>
                <a:lnTo>
                  <a:pt x="15566" y="0"/>
                </a:lnTo>
                <a:lnTo>
                  <a:pt x="18425" y="272"/>
                </a:lnTo>
                <a:lnTo>
                  <a:pt x="21600" y="683"/>
                </a:lnTo>
                <a:close/>
              </a:path>
            </a:pathLst>
          </a:custGeom>
          <a:solidFill>
            <a:srgbClr val="6B59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8" name="contour_16996"/>
          <p:cNvSpPr/>
          <p:nvPr/>
        </p:nvSpPr>
        <p:spPr>
          <a:xfrm>
            <a:off x="1511701" y="524006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62" y="16553"/>
                </a:lnTo>
                <a:lnTo>
                  <a:pt x="16520" y="17719"/>
                </a:lnTo>
                <a:lnTo>
                  <a:pt x="12960" y="18900"/>
                </a:lnTo>
                <a:lnTo>
                  <a:pt x="11750" y="19303"/>
                </a:lnTo>
                <a:lnTo>
                  <a:pt x="8100" y="20534"/>
                </a:lnTo>
                <a:lnTo>
                  <a:pt x="6225" y="21067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14F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6999" name="contour_16997"/>
          <p:cNvSpPr/>
          <p:nvPr/>
        </p:nvSpPr>
        <p:spPr>
          <a:xfrm>
            <a:off x="8602917" y="523277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0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0" name="contour_16998"/>
          <p:cNvSpPr/>
          <p:nvPr/>
        </p:nvSpPr>
        <p:spPr>
          <a:xfrm>
            <a:off x="1110861" y="521091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00E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1" name="contour_16999"/>
          <p:cNvSpPr/>
          <p:nvPr/>
        </p:nvSpPr>
        <p:spPr>
          <a:xfrm>
            <a:off x="1817797" y="519633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850" y="14394"/>
                </a:lnTo>
                <a:lnTo>
                  <a:pt x="1750" y="11513"/>
                </a:lnTo>
                <a:lnTo>
                  <a:pt x="2700" y="8640"/>
                </a:lnTo>
                <a:lnTo>
                  <a:pt x="3456" y="6229"/>
                </a:lnTo>
                <a:lnTo>
                  <a:pt x="4219" y="3780"/>
                </a:lnTo>
                <a:lnTo>
                  <a:pt x="5702" y="1905"/>
                </a:lnTo>
                <a:lnTo>
                  <a:pt x="7200" y="0"/>
                </a:lnTo>
                <a:close/>
              </a:path>
            </a:pathLst>
          </a:custGeom>
          <a:solidFill>
            <a:srgbClr val="6356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2" name="contour_17000"/>
          <p:cNvSpPr/>
          <p:nvPr/>
        </p:nvSpPr>
        <p:spPr>
          <a:xfrm>
            <a:off x="2211348" y="518905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5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154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3" name="contour_17001"/>
          <p:cNvSpPr/>
          <p:nvPr/>
        </p:nvSpPr>
        <p:spPr>
          <a:xfrm>
            <a:off x="1897964" y="518176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19" y="778"/>
                </a:lnTo>
                <a:lnTo>
                  <a:pt x="19807" y="1793"/>
                </a:lnTo>
                <a:lnTo>
                  <a:pt x="17896" y="3708"/>
                </a:lnTo>
                <a:lnTo>
                  <a:pt x="14400" y="7200"/>
                </a:lnTo>
                <a:lnTo>
                  <a:pt x="14400" y="11959"/>
                </a:lnTo>
                <a:lnTo>
                  <a:pt x="14400" y="16747"/>
                </a:lnTo>
                <a:lnTo>
                  <a:pt x="14400" y="21600"/>
                </a:lnTo>
                <a:lnTo>
                  <a:pt x="11995" y="20750"/>
                </a:lnTo>
                <a:lnTo>
                  <a:pt x="9594" y="19850"/>
                </a:lnTo>
                <a:lnTo>
                  <a:pt x="7200" y="18900"/>
                </a:lnTo>
                <a:lnTo>
                  <a:pt x="5191" y="18144"/>
                </a:lnTo>
                <a:lnTo>
                  <a:pt x="3150" y="17381"/>
                </a:lnTo>
                <a:lnTo>
                  <a:pt x="1588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279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4" name="contour_17002"/>
          <p:cNvSpPr/>
          <p:nvPr/>
        </p:nvSpPr>
        <p:spPr>
          <a:xfrm>
            <a:off x="1256621" y="5174117"/>
            <a:ext cx="36440" cy="234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0"/>
                </a:moveTo>
                <a:lnTo>
                  <a:pt x="21047" y="5333"/>
                </a:lnTo>
                <a:lnTo>
                  <a:pt x="20546" y="8883"/>
                </a:lnTo>
                <a:lnTo>
                  <a:pt x="19889" y="11950"/>
                </a:lnTo>
                <a:lnTo>
                  <a:pt x="18870" y="15501"/>
                </a:lnTo>
                <a:lnTo>
                  <a:pt x="17280" y="20504"/>
                </a:lnTo>
                <a:lnTo>
                  <a:pt x="14321" y="21257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5"/>
                </a:lnTo>
                <a:lnTo>
                  <a:pt x="3041" y="20968"/>
                </a:lnTo>
                <a:lnTo>
                  <a:pt x="0" y="20504"/>
                </a:lnTo>
                <a:lnTo>
                  <a:pt x="0" y="16059"/>
                </a:lnTo>
                <a:lnTo>
                  <a:pt x="0" y="11587"/>
                </a:lnTo>
                <a:lnTo>
                  <a:pt x="0" y="7054"/>
                </a:lnTo>
                <a:lnTo>
                  <a:pt x="2527" y="4418"/>
                </a:lnTo>
                <a:lnTo>
                  <a:pt x="5063" y="2508"/>
                </a:lnTo>
                <a:lnTo>
                  <a:pt x="7629" y="1217"/>
                </a:lnTo>
                <a:lnTo>
                  <a:pt x="10243" y="444"/>
                </a:lnTo>
                <a:lnTo>
                  <a:pt x="12925" y="67"/>
                </a:lnTo>
                <a:lnTo>
                  <a:pt x="15699" y="0"/>
                </a:lnTo>
                <a:lnTo>
                  <a:pt x="18585" y="121"/>
                </a:lnTo>
                <a:lnTo>
                  <a:pt x="21600" y="330"/>
                </a:lnTo>
                <a:close/>
              </a:path>
            </a:pathLst>
          </a:custGeom>
          <a:solidFill>
            <a:srgbClr val="211B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5" name="contour_17003"/>
          <p:cNvSpPr/>
          <p:nvPr/>
        </p:nvSpPr>
        <p:spPr>
          <a:xfrm>
            <a:off x="2335244" y="515261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4" y="19768"/>
                </a:lnTo>
                <a:lnTo>
                  <a:pt x="15487" y="17932"/>
                </a:lnTo>
                <a:lnTo>
                  <a:pt x="12420" y="16092"/>
                </a:lnTo>
                <a:lnTo>
                  <a:pt x="9342" y="14243"/>
                </a:lnTo>
                <a:lnTo>
                  <a:pt x="6248" y="12390"/>
                </a:lnTo>
                <a:lnTo>
                  <a:pt x="3137" y="10519"/>
                </a:lnTo>
                <a:lnTo>
                  <a:pt x="0" y="8640"/>
                </a:lnTo>
                <a:lnTo>
                  <a:pt x="3537" y="5439"/>
                </a:lnTo>
                <a:lnTo>
                  <a:pt x="6291" y="3149"/>
                </a:lnTo>
                <a:lnTo>
                  <a:pt x="8645" y="1611"/>
                </a:lnTo>
                <a:lnTo>
                  <a:pt x="10973" y="678"/>
                </a:lnTo>
                <a:lnTo>
                  <a:pt x="13657" y="203"/>
                </a:lnTo>
                <a:lnTo>
                  <a:pt x="17075" y="26"/>
                </a:lnTo>
                <a:lnTo>
                  <a:pt x="21600" y="0"/>
                </a:lnTo>
                <a:close/>
              </a:path>
            </a:pathLst>
          </a:custGeom>
          <a:solidFill>
            <a:srgbClr val="7C72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6" name="contour_17004"/>
          <p:cNvSpPr/>
          <p:nvPr/>
        </p:nvSpPr>
        <p:spPr>
          <a:xfrm>
            <a:off x="782902" y="515989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071"/>
                </a:lnTo>
                <a:lnTo>
                  <a:pt x="16162" y="2143"/>
                </a:lnTo>
                <a:lnTo>
                  <a:pt x="18862" y="3227"/>
                </a:lnTo>
                <a:lnTo>
                  <a:pt x="21600" y="4320"/>
                </a:lnTo>
                <a:lnTo>
                  <a:pt x="20444" y="6489"/>
                </a:lnTo>
                <a:lnTo>
                  <a:pt x="19273" y="8653"/>
                </a:lnTo>
                <a:lnTo>
                  <a:pt x="18079" y="10809"/>
                </a:lnTo>
                <a:lnTo>
                  <a:pt x="16875" y="12960"/>
                </a:lnTo>
                <a:lnTo>
                  <a:pt x="15557" y="15371"/>
                </a:lnTo>
                <a:lnTo>
                  <a:pt x="14218" y="17820"/>
                </a:lnTo>
                <a:lnTo>
                  <a:pt x="12523" y="19695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41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7" name="contour_17005"/>
          <p:cNvSpPr/>
          <p:nvPr/>
        </p:nvSpPr>
        <p:spPr>
          <a:xfrm>
            <a:off x="11590993" y="5130746"/>
            <a:ext cx="30573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47" y="0"/>
                </a:moveTo>
                <a:lnTo>
                  <a:pt x="18001" y="0"/>
                </a:lnTo>
                <a:lnTo>
                  <a:pt x="20596" y="0"/>
                </a:lnTo>
                <a:lnTo>
                  <a:pt x="20756" y="1855"/>
                </a:lnTo>
                <a:lnTo>
                  <a:pt x="20895" y="3710"/>
                </a:lnTo>
                <a:lnTo>
                  <a:pt x="21023" y="5567"/>
                </a:lnTo>
                <a:lnTo>
                  <a:pt x="21137" y="7425"/>
                </a:lnTo>
                <a:lnTo>
                  <a:pt x="21240" y="9283"/>
                </a:lnTo>
                <a:lnTo>
                  <a:pt x="21358" y="11008"/>
                </a:lnTo>
                <a:lnTo>
                  <a:pt x="21476" y="12744"/>
                </a:lnTo>
                <a:lnTo>
                  <a:pt x="21600" y="14502"/>
                </a:lnTo>
                <a:lnTo>
                  <a:pt x="20946" y="17078"/>
                </a:lnTo>
                <a:lnTo>
                  <a:pt x="20117" y="18614"/>
                </a:lnTo>
                <a:lnTo>
                  <a:pt x="18572" y="19721"/>
                </a:lnTo>
                <a:lnTo>
                  <a:pt x="15766" y="21009"/>
                </a:lnTo>
                <a:lnTo>
                  <a:pt x="14407" y="21155"/>
                </a:lnTo>
                <a:lnTo>
                  <a:pt x="10298" y="21600"/>
                </a:lnTo>
                <a:lnTo>
                  <a:pt x="6879" y="20091"/>
                </a:lnTo>
                <a:lnTo>
                  <a:pt x="4665" y="19027"/>
                </a:lnTo>
                <a:lnTo>
                  <a:pt x="2693" y="17898"/>
                </a:lnTo>
                <a:lnTo>
                  <a:pt x="0" y="16200"/>
                </a:lnTo>
                <a:lnTo>
                  <a:pt x="2466" y="15746"/>
                </a:lnTo>
                <a:lnTo>
                  <a:pt x="4969" y="15282"/>
                </a:lnTo>
                <a:lnTo>
                  <a:pt x="8079" y="14202"/>
                </a:lnTo>
                <a:lnTo>
                  <a:pt x="9876" y="13322"/>
                </a:lnTo>
                <a:lnTo>
                  <a:pt x="11039" y="12172"/>
                </a:lnTo>
                <a:lnTo>
                  <a:pt x="12249" y="10284"/>
                </a:lnTo>
                <a:lnTo>
                  <a:pt x="12718" y="8446"/>
                </a:lnTo>
                <a:lnTo>
                  <a:pt x="13192" y="6583"/>
                </a:lnTo>
                <a:lnTo>
                  <a:pt x="13784" y="4385"/>
                </a:lnTo>
                <a:lnTo>
                  <a:pt x="14216" y="2967"/>
                </a:lnTo>
                <a:lnTo>
                  <a:pt x="14700" y="1712"/>
                </a:lnTo>
                <a:lnTo>
                  <a:pt x="15447" y="0"/>
                </a:lnTo>
                <a:close/>
              </a:path>
            </a:pathLst>
          </a:custGeom>
          <a:solidFill>
            <a:srgbClr val="E5E2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8" name="contour_17006"/>
          <p:cNvSpPr/>
          <p:nvPr/>
        </p:nvSpPr>
        <p:spPr>
          <a:xfrm>
            <a:off x="1045269" y="5153302"/>
            <a:ext cx="36440" cy="21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729"/>
                </a:moveTo>
                <a:lnTo>
                  <a:pt x="21600" y="11644"/>
                </a:lnTo>
                <a:lnTo>
                  <a:pt x="21600" y="1658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685"/>
                </a:lnTo>
                <a:lnTo>
                  <a:pt x="0" y="11741"/>
                </a:lnTo>
                <a:lnTo>
                  <a:pt x="0" y="6729"/>
                </a:lnTo>
                <a:lnTo>
                  <a:pt x="3097" y="2967"/>
                </a:lnTo>
                <a:lnTo>
                  <a:pt x="6091" y="788"/>
                </a:lnTo>
                <a:lnTo>
                  <a:pt x="9037" y="0"/>
                </a:lnTo>
                <a:lnTo>
                  <a:pt x="12001" y="387"/>
                </a:lnTo>
                <a:lnTo>
                  <a:pt x="15042" y="1770"/>
                </a:lnTo>
                <a:lnTo>
                  <a:pt x="18222" y="3948"/>
                </a:lnTo>
                <a:lnTo>
                  <a:pt x="21600" y="6729"/>
                </a:lnTo>
                <a:close/>
              </a:path>
            </a:pathLst>
          </a:custGeom>
          <a:solidFill>
            <a:srgbClr val="6A6D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09" name="contour_17007"/>
          <p:cNvSpPr/>
          <p:nvPr/>
        </p:nvSpPr>
        <p:spPr>
          <a:xfrm>
            <a:off x="9922043" y="515989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10027" y="1345"/>
                </a:lnTo>
                <a:lnTo>
                  <a:pt x="13958" y="2311"/>
                </a:lnTo>
                <a:lnTo>
                  <a:pt x="16606" y="3046"/>
                </a:lnTo>
                <a:lnTo>
                  <a:pt x="18442" y="3710"/>
                </a:lnTo>
                <a:lnTo>
                  <a:pt x="19945" y="444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775" y="17512"/>
                </a:lnTo>
                <a:lnTo>
                  <a:pt x="16705" y="18301"/>
                </a:lnTo>
                <a:lnTo>
                  <a:pt x="14386" y="18884"/>
                </a:lnTo>
                <a:lnTo>
                  <a:pt x="10800" y="19575"/>
                </a:lnTo>
                <a:lnTo>
                  <a:pt x="7785" y="20185"/>
                </a:lnTo>
                <a:lnTo>
                  <a:pt x="4726" y="20801"/>
                </a:lnTo>
                <a:lnTo>
                  <a:pt x="2380" y="212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0" name="contour_17008"/>
          <p:cNvSpPr/>
          <p:nvPr/>
        </p:nvSpPr>
        <p:spPr>
          <a:xfrm>
            <a:off x="702734" y="513803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10687" y="2143"/>
                </a:lnTo>
                <a:lnTo>
                  <a:pt x="14008" y="3655"/>
                </a:lnTo>
                <a:lnTo>
                  <a:pt x="15989" y="4951"/>
                </a:lnTo>
                <a:lnTo>
                  <a:pt x="17258" y="6437"/>
                </a:lnTo>
                <a:lnTo>
                  <a:pt x="18436" y="8523"/>
                </a:lnTo>
                <a:lnTo>
                  <a:pt x="19067" y="11137"/>
                </a:lnTo>
                <a:lnTo>
                  <a:pt x="19699" y="13755"/>
                </a:lnTo>
                <a:lnTo>
                  <a:pt x="20336" y="16368"/>
                </a:lnTo>
                <a:lnTo>
                  <a:pt x="20968" y="18986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4B47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1" name="contour_17009"/>
          <p:cNvSpPr/>
          <p:nvPr/>
        </p:nvSpPr>
        <p:spPr>
          <a:xfrm>
            <a:off x="4507065" y="51380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ACF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2" name="contour_17010"/>
          <p:cNvSpPr/>
          <p:nvPr/>
        </p:nvSpPr>
        <p:spPr>
          <a:xfrm>
            <a:off x="3878658" y="5138034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2" y="1150"/>
                </a:lnTo>
                <a:lnTo>
                  <a:pt x="6110" y="2322"/>
                </a:lnTo>
                <a:lnTo>
                  <a:pt x="8690" y="3515"/>
                </a:lnTo>
                <a:lnTo>
                  <a:pt x="11265" y="4725"/>
                </a:lnTo>
                <a:lnTo>
                  <a:pt x="12121" y="5114"/>
                </a:lnTo>
                <a:lnTo>
                  <a:pt x="13626" y="5805"/>
                </a:lnTo>
                <a:lnTo>
                  <a:pt x="17077" y="7382"/>
                </a:lnTo>
                <a:lnTo>
                  <a:pt x="19322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514A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3" name="contour_17011"/>
          <p:cNvSpPr/>
          <p:nvPr/>
        </p:nvSpPr>
        <p:spPr>
          <a:xfrm>
            <a:off x="972390" y="5138034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808" y="2376"/>
                </a:lnTo>
                <a:lnTo>
                  <a:pt x="20016" y="4756"/>
                </a:lnTo>
                <a:lnTo>
                  <a:pt x="19224" y="7135"/>
                </a:lnTo>
                <a:lnTo>
                  <a:pt x="18425" y="9522"/>
                </a:lnTo>
                <a:lnTo>
                  <a:pt x="17626" y="11916"/>
                </a:lnTo>
                <a:lnTo>
                  <a:pt x="16826" y="14321"/>
                </a:lnTo>
                <a:lnTo>
                  <a:pt x="16020" y="16733"/>
                </a:lnTo>
                <a:lnTo>
                  <a:pt x="15214" y="19159"/>
                </a:lnTo>
                <a:lnTo>
                  <a:pt x="14400" y="21600"/>
                </a:lnTo>
                <a:lnTo>
                  <a:pt x="11146" y="19580"/>
                </a:lnTo>
                <a:lnTo>
                  <a:pt x="8770" y="18050"/>
                </a:lnTo>
                <a:lnTo>
                  <a:pt x="6862" y="16708"/>
                </a:lnTo>
                <a:lnTo>
                  <a:pt x="5033" y="15250"/>
                </a:lnTo>
                <a:lnTo>
                  <a:pt x="2880" y="13381"/>
                </a:lnTo>
                <a:lnTo>
                  <a:pt x="0" y="10800"/>
                </a:lnTo>
                <a:lnTo>
                  <a:pt x="922" y="7798"/>
                </a:lnTo>
                <a:lnTo>
                  <a:pt x="1757" y="5735"/>
                </a:lnTo>
                <a:lnTo>
                  <a:pt x="2851" y="4093"/>
                </a:lnTo>
                <a:lnTo>
                  <a:pt x="4550" y="2354"/>
                </a:lnTo>
                <a:lnTo>
                  <a:pt x="7200" y="0"/>
                </a:lnTo>
                <a:close/>
              </a:path>
            </a:pathLst>
          </a:custGeom>
          <a:solidFill>
            <a:srgbClr val="3736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4" name="contour_17012"/>
          <p:cNvSpPr/>
          <p:nvPr/>
        </p:nvSpPr>
        <p:spPr>
          <a:xfrm>
            <a:off x="914086" y="514532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015"/>
                </a:lnTo>
                <a:lnTo>
                  <a:pt x="12269" y="1804"/>
                </a:lnTo>
                <a:lnTo>
                  <a:pt x="14731" y="2624"/>
                </a:lnTo>
                <a:lnTo>
                  <a:pt x="17582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112" y="17642"/>
                </a:lnTo>
                <a:lnTo>
                  <a:pt x="14602" y="18743"/>
                </a:lnTo>
                <a:lnTo>
                  <a:pt x="11048" y="19597"/>
                </a:lnTo>
                <a:lnTo>
                  <a:pt x="7436" y="20299"/>
                </a:lnTo>
                <a:lnTo>
                  <a:pt x="3758" y="20936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B1A8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5" name="contour_17013"/>
          <p:cNvSpPr/>
          <p:nvPr/>
        </p:nvSpPr>
        <p:spPr>
          <a:xfrm>
            <a:off x="825974" y="5153375"/>
            <a:ext cx="37096" cy="2838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963"/>
                </a:moveTo>
                <a:lnTo>
                  <a:pt x="19495" y="7969"/>
                </a:lnTo>
                <a:lnTo>
                  <a:pt x="17424" y="10575"/>
                </a:lnTo>
                <a:lnTo>
                  <a:pt x="15341" y="12827"/>
                </a:lnTo>
                <a:lnTo>
                  <a:pt x="13210" y="14773"/>
                </a:lnTo>
                <a:lnTo>
                  <a:pt x="10991" y="16465"/>
                </a:lnTo>
                <a:lnTo>
                  <a:pt x="8636" y="17945"/>
                </a:lnTo>
                <a:lnTo>
                  <a:pt x="6111" y="19265"/>
                </a:lnTo>
                <a:lnTo>
                  <a:pt x="3374" y="20463"/>
                </a:lnTo>
                <a:lnTo>
                  <a:pt x="382" y="21600"/>
                </a:lnTo>
                <a:lnTo>
                  <a:pt x="127" y="17640"/>
                </a:lnTo>
                <a:lnTo>
                  <a:pt x="0" y="14796"/>
                </a:lnTo>
                <a:lnTo>
                  <a:pt x="0" y="12267"/>
                </a:lnTo>
                <a:lnTo>
                  <a:pt x="127" y="9256"/>
                </a:lnTo>
                <a:lnTo>
                  <a:pt x="382" y="4963"/>
                </a:lnTo>
                <a:lnTo>
                  <a:pt x="3357" y="2041"/>
                </a:lnTo>
                <a:lnTo>
                  <a:pt x="6255" y="460"/>
                </a:lnTo>
                <a:lnTo>
                  <a:pt x="9132" y="0"/>
                </a:lnTo>
                <a:lnTo>
                  <a:pt x="12048" y="438"/>
                </a:lnTo>
                <a:lnTo>
                  <a:pt x="15056" y="1558"/>
                </a:lnTo>
                <a:lnTo>
                  <a:pt x="18222" y="3139"/>
                </a:lnTo>
                <a:lnTo>
                  <a:pt x="21600" y="4963"/>
                </a:lnTo>
                <a:close/>
              </a:path>
            </a:pathLst>
          </a:custGeom>
          <a:solidFill>
            <a:srgbClr val="0B0B0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6" name="contour_17014"/>
          <p:cNvSpPr/>
          <p:nvPr/>
        </p:nvSpPr>
        <p:spPr>
          <a:xfrm>
            <a:off x="7742934" y="513074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87B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7" name="contour_17015"/>
          <p:cNvSpPr/>
          <p:nvPr/>
        </p:nvSpPr>
        <p:spPr>
          <a:xfrm>
            <a:off x="7699206" y="513074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4" y="20377"/>
                </a:lnTo>
                <a:lnTo>
                  <a:pt x="15487" y="19155"/>
                </a:lnTo>
                <a:lnTo>
                  <a:pt x="12420" y="17928"/>
                </a:lnTo>
                <a:lnTo>
                  <a:pt x="9342" y="16697"/>
                </a:lnTo>
                <a:lnTo>
                  <a:pt x="6248" y="15457"/>
                </a:lnTo>
                <a:lnTo>
                  <a:pt x="3137" y="14213"/>
                </a:lnTo>
                <a:lnTo>
                  <a:pt x="0" y="12960"/>
                </a:lnTo>
                <a:lnTo>
                  <a:pt x="5767" y="8160"/>
                </a:lnTo>
                <a:lnTo>
                  <a:pt x="10006" y="4722"/>
                </a:lnTo>
                <a:lnTo>
                  <a:pt x="13106" y="2419"/>
                </a:lnTo>
                <a:lnTo>
                  <a:pt x="15439" y="1020"/>
                </a:lnTo>
                <a:lnTo>
                  <a:pt x="17377" y="302"/>
                </a:lnTo>
                <a:lnTo>
                  <a:pt x="19305" y="39"/>
                </a:lnTo>
                <a:lnTo>
                  <a:pt x="21600" y="0"/>
                </a:lnTo>
                <a:close/>
              </a:path>
            </a:pathLst>
          </a:custGeom>
          <a:solidFill>
            <a:srgbClr val="4C4D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8" name="contour_17016"/>
          <p:cNvSpPr/>
          <p:nvPr/>
        </p:nvSpPr>
        <p:spPr>
          <a:xfrm>
            <a:off x="4886041" y="511617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3EB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19" name="contour_17017"/>
          <p:cNvSpPr/>
          <p:nvPr/>
        </p:nvSpPr>
        <p:spPr>
          <a:xfrm>
            <a:off x="4470625" y="512345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10751" y="3927"/>
                </a:lnTo>
                <a:lnTo>
                  <a:pt x="14440" y="6666"/>
                </a:lnTo>
                <a:lnTo>
                  <a:pt x="16918" y="8580"/>
                </a:lnTo>
                <a:lnTo>
                  <a:pt x="18641" y="10027"/>
                </a:lnTo>
                <a:lnTo>
                  <a:pt x="20050" y="1136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7F7D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0" name="contour_17018"/>
          <p:cNvSpPr/>
          <p:nvPr/>
        </p:nvSpPr>
        <p:spPr>
          <a:xfrm>
            <a:off x="11124562" y="5087018"/>
            <a:ext cx="2221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87" y="0"/>
                </a:moveTo>
                <a:lnTo>
                  <a:pt x="9631" y="1966"/>
                </a:lnTo>
                <a:lnTo>
                  <a:pt x="11998" y="3863"/>
                </a:lnTo>
                <a:lnTo>
                  <a:pt x="14159" y="5715"/>
                </a:lnTo>
                <a:lnTo>
                  <a:pt x="16101" y="7541"/>
                </a:lnTo>
                <a:lnTo>
                  <a:pt x="17787" y="9368"/>
                </a:lnTo>
                <a:lnTo>
                  <a:pt x="19205" y="11220"/>
                </a:lnTo>
                <a:lnTo>
                  <a:pt x="20317" y="13114"/>
                </a:lnTo>
                <a:lnTo>
                  <a:pt x="21104" y="15077"/>
                </a:lnTo>
                <a:lnTo>
                  <a:pt x="21536" y="17129"/>
                </a:lnTo>
                <a:lnTo>
                  <a:pt x="21600" y="19295"/>
                </a:lnTo>
                <a:lnTo>
                  <a:pt x="21260" y="21600"/>
                </a:lnTo>
                <a:lnTo>
                  <a:pt x="16547" y="20687"/>
                </a:lnTo>
                <a:lnTo>
                  <a:pt x="13096" y="19955"/>
                </a:lnTo>
                <a:lnTo>
                  <a:pt x="10304" y="19236"/>
                </a:lnTo>
                <a:lnTo>
                  <a:pt x="7583" y="18357"/>
                </a:lnTo>
                <a:lnTo>
                  <a:pt x="4344" y="17144"/>
                </a:lnTo>
                <a:lnTo>
                  <a:pt x="0" y="15429"/>
                </a:lnTo>
                <a:lnTo>
                  <a:pt x="220" y="13423"/>
                </a:lnTo>
                <a:lnTo>
                  <a:pt x="680" y="11457"/>
                </a:lnTo>
                <a:lnTo>
                  <a:pt x="1361" y="9523"/>
                </a:lnTo>
                <a:lnTo>
                  <a:pt x="2225" y="7612"/>
                </a:lnTo>
                <a:lnTo>
                  <a:pt x="3260" y="5715"/>
                </a:lnTo>
                <a:lnTo>
                  <a:pt x="4436" y="3817"/>
                </a:lnTo>
                <a:lnTo>
                  <a:pt x="5719" y="1916"/>
                </a:lnTo>
                <a:lnTo>
                  <a:pt x="7087" y="0"/>
                </a:lnTo>
                <a:close/>
              </a:path>
            </a:pathLst>
          </a:custGeom>
          <a:solidFill>
            <a:srgbClr val="E3E6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1" name="contour_17019"/>
          <p:cNvSpPr/>
          <p:nvPr/>
        </p:nvSpPr>
        <p:spPr>
          <a:xfrm>
            <a:off x="4725705" y="511617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832"/>
                </a:lnTo>
                <a:lnTo>
                  <a:pt x="9210" y="3668"/>
                </a:lnTo>
                <a:lnTo>
                  <a:pt x="11664" y="5508"/>
                </a:lnTo>
                <a:lnTo>
                  <a:pt x="14126" y="7357"/>
                </a:lnTo>
                <a:lnTo>
                  <a:pt x="16602" y="9210"/>
                </a:lnTo>
                <a:lnTo>
                  <a:pt x="19090" y="11081"/>
                </a:lnTo>
                <a:lnTo>
                  <a:pt x="21600" y="12960"/>
                </a:lnTo>
                <a:lnTo>
                  <a:pt x="18926" y="14031"/>
                </a:lnTo>
                <a:lnTo>
                  <a:pt x="16252" y="15098"/>
                </a:lnTo>
                <a:lnTo>
                  <a:pt x="13569" y="16174"/>
                </a:lnTo>
                <a:lnTo>
                  <a:pt x="10882" y="17245"/>
                </a:lnTo>
                <a:lnTo>
                  <a:pt x="8182" y="18325"/>
                </a:lnTo>
                <a:lnTo>
                  <a:pt x="5469" y="19410"/>
                </a:lnTo>
                <a:lnTo>
                  <a:pt x="2743" y="20503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9FA0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2" name="contour_17020"/>
          <p:cNvSpPr/>
          <p:nvPr/>
        </p:nvSpPr>
        <p:spPr>
          <a:xfrm>
            <a:off x="8449869" y="5100282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6E6F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3" name="contour_17021"/>
          <p:cNvSpPr/>
          <p:nvPr/>
        </p:nvSpPr>
        <p:spPr>
          <a:xfrm>
            <a:off x="8274957" y="5100282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674" y="4268"/>
                </a:lnTo>
                <a:lnTo>
                  <a:pt x="18841" y="7632"/>
                </a:lnTo>
                <a:lnTo>
                  <a:pt x="19764" y="11038"/>
                </a:lnTo>
                <a:lnTo>
                  <a:pt x="20493" y="14495"/>
                </a:lnTo>
                <a:lnTo>
                  <a:pt x="21087" y="1800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189"/>
                </a:lnTo>
                <a:lnTo>
                  <a:pt x="0" y="14774"/>
                </a:lnTo>
                <a:lnTo>
                  <a:pt x="0" y="11343"/>
                </a:lnTo>
                <a:lnTo>
                  <a:pt x="0" y="7896"/>
                </a:lnTo>
                <a:lnTo>
                  <a:pt x="0" y="4429"/>
                </a:lnTo>
                <a:lnTo>
                  <a:pt x="0" y="930"/>
                </a:lnTo>
                <a:close/>
              </a:path>
            </a:pathLst>
          </a:custGeom>
          <a:solidFill>
            <a:srgbClr val="DFE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4" name="contour_17022"/>
          <p:cNvSpPr/>
          <p:nvPr/>
        </p:nvSpPr>
        <p:spPr>
          <a:xfrm>
            <a:off x="2050356" y="5108882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3961" y="0"/>
                </a:lnTo>
                <a:lnTo>
                  <a:pt x="7452" y="0"/>
                </a:lnTo>
                <a:lnTo>
                  <a:pt x="10958" y="0"/>
                </a:lnTo>
                <a:lnTo>
                  <a:pt x="14481" y="0"/>
                </a:lnTo>
                <a:lnTo>
                  <a:pt x="18025" y="0"/>
                </a:lnTo>
                <a:lnTo>
                  <a:pt x="21600" y="0"/>
                </a:lnTo>
                <a:lnTo>
                  <a:pt x="20105" y="3056"/>
                </a:lnTo>
                <a:lnTo>
                  <a:pt x="18611" y="6113"/>
                </a:lnTo>
                <a:lnTo>
                  <a:pt x="17111" y="9180"/>
                </a:lnTo>
                <a:lnTo>
                  <a:pt x="15606" y="12258"/>
                </a:lnTo>
                <a:lnTo>
                  <a:pt x="14090" y="15352"/>
                </a:lnTo>
                <a:lnTo>
                  <a:pt x="12569" y="18463"/>
                </a:lnTo>
                <a:lnTo>
                  <a:pt x="11038" y="21600"/>
                </a:lnTo>
                <a:lnTo>
                  <a:pt x="8423" y="20261"/>
                </a:lnTo>
                <a:lnTo>
                  <a:pt x="5793" y="18922"/>
                </a:lnTo>
                <a:lnTo>
                  <a:pt x="3153" y="17566"/>
                </a:lnTo>
                <a:lnTo>
                  <a:pt x="475" y="16200"/>
                </a:lnTo>
                <a:lnTo>
                  <a:pt x="158" y="12020"/>
                </a:lnTo>
                <a:lnTo>
                  <a:pt x="0" y="9088"/>
                </a:lnTo>
                <a:lnTo>
                  <a:pt x="0" y="6626"/>
                </a:lnTo>
                <a:lnTo>
                  <a:pt x="158" y="3856"/>
                </a:lnTo>
                <a:lnTo>
                  <a:pt x="475" y="0"/>
                </a:lnTo>
                <a:close/>
              </a:path>
            </a:pathLst>
          </a:custGeom>
          <a:solidFill>
            <a:srgbClr val="DBD4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5" name="contour_17023"/>
          <p:cNvSpPr/>
          <p:nvPr/>
        </p:nvSpPr>
        <p:spPr>
          <a:xfrm>
            <a:off x="1992708" y="509430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611" y="3214"/>
                </a:lnTo>
                <a:lnTo>
                  <a:pt x="19500" y="5495"/>
                </a:lnTo>
                <a:lnTo>
                  <a:pt x="20157" y="7465"/>
                </a:lnTo>
                <a:lnTo>
                  <a:pt x="20788" y="9746"/>
                </a:lnTo>
                <a:lnTo>
                  <a:pt x="21600" y="12960"/>
                </a:lnTo>
                <a:lnTo>
                  <a:pt x="18744" y="12960"/>
                </a:lnTo>
                <a:lnTo>
                  <a:pt x="15872" y="12960"/>
                </a:lnTo>
                <a:lnTo>
                  <a:pt x="12960" y="12960"/>
                </a:lnTo>
                <a:lnTo>
                  <a:pt x="11375" y="15526"/>
                </a:lnTo>
                <a:lnTo>
                  <a:pt x="10394" y="17280"/>
                </a:lnTo>
                <a:lnTo>
                  <a:pt x="9621" y="19034"/>
                </a:lnTo>
                <a:lnTo>
                  <a:pt x="8640" y="21600"/>
                </a:lnTo>
                <a:lnTo>
                  <a:pt x="5772" y="19492"/>
                </a:lnTo>
                <a:lnTo>
                  <a:pt x="3914" y="17889"/>
                </a:lnTo>
                <a:lnTo>
                  <a:pt x="2259" y="15980"/>
                </a:lnTo>
                <a:lnTo>
                  <a:pt x="0" y="12960"/>
                </a:lnTo>
                <a:lnTo>
                  <a:pt x="1391" y="9975"/>
                </a:lnTo>
                <a:lnTo>
                  <a:pt x="2480" y="7802"/>
                </a:lnTo>
                <a:lnTo>
                  <a:pt x="3508" y="6074"/>
                </a:lnTo>
                <a:lnTo>
                  <a:pt x="4722" y="4441"/>
                </a:lnTo>
                <a:lnTo>
                  <a:pt x="6350" y="2536"/>
                </a:lnTo>
                <a:lnTo>
                  <a:pt x="8640" y="0"/>
                </a:lnTo>
                <a:close/>
              </a:path>
            </a:pathLst>
          </a:custGeom>
          <a:solidFill>
            <a:srgbClr val="AC8C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6" name="contour_17024"/>
          <p:cNvSpPr/>
          <p:nvPr/>
        </p:nvSpPr>
        <p:spPr>
          <a:xfrm>
            <a:off x="1533565" y="5102068"/>
            <a:ext cx="43728" cy="286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1356"/>
                </a:moveTo>
                <a:lnTo>
                  <a:pt x="20239" y="3233"/>
                </a:lnTo>
                <a:lnTo>
                  <a:pt x="21600" y="5132"/>
                </a:lnTo>
                <a:lnTo>
                  <a:pt x="21600" y="8761"/>
                </a:lnTo>
                <a:lnTo>
                  <a:pt x="21600" y="12411"/>
                </a:lnTo>
                <a:lnTo>
                  <a:pt x="21600" y="16111"/>
                </a:lnTo>
                <a:lnTo>
                  <a:pt x="19235" y="17758"/>
                </a:lnTo>
                <a:lnTo>
                  <a:pt x="17366" y="18641"/>
                </a:lnTo>
                <a:lnTo>
                  <a:pt x="14400" y="19542"/>
                </a:lnTo>
                <a:lnTo>
                  <a:pt x="13392" y="19849"/>
                </a:lnTo>
                <a:lnTo>
                  <a:pt x="10350" y="20782"/>
                </a:lnTo>
                <a:lnTo>
                  <a:pt x="8788" y="21188"/>
                </a:lnTo>
                <a:lnTo>
                  <a:pt x="7200" y="21600"/>
                </a:lnTo>
                <a:lnTo>
                  <a:pt x="7200" y="17977"/>
                </a:lnTo>
                <a:lnTo>
                  <a:pt x="7200" y="14321"/>
                </a:lnTo>
                <a:lnTo>
                  <a:pt x="7200" y="10622"/>
                </a:lnTo>
                <a:lnTo>
                  <a:pt x="5062" y="8607"/>
                </a:lnTo>
                <a:lnTo>
                  <a:pt x="3600" y="7361"/>
                </a:lnTo>
                <a:lnTo>
                  <a:pt x="2138" y="6373"/>
                </a:lnTo>
                <a:lnTo>
                  <a:pt x="0" y="5132"/>
                </a:lnTo>
                <a:lnTo>
                  <a:pt x="4331" y="3162"/>
                </a:lnTo>
                <a:lnTo>
                  <a:pt x="7657" y="1707"/>
                </a:lnTo>
                <a:lnTo>
                  <a:pt x="10199" y="725"/>
                </a:lnTo>
                <a:lnTo>
                  <a:pt x="12179" y="170"/>
                </a:lnTo>
                <a:lnTo>
                  <a:pt x="13817" y="0"/>
                </a:lnTo>
                <a:lnTo>
                  <a:pt x="15336" y="176"/>
                </a:lnTo>
                <a:lnTo>
                  <a:pt x="16956" y="642"/>
                </a:lnTo>
                <a:lnTo>
                  <a:pt x="18900" y="1356"/>
                </a:lnTo>
                <a:close/>
              </a:path>
            </a:pathLst>
          </a:custGeom>
          <a:solidFill>
            <a:srgbClr val="5C4E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7" name="contour_17025"/>
          <p:cNvSpPr/>
          <p:nvPr/>
        </p:nvSpPr>
        <p:spPr>
          <a:xfrm>
            <a:off x="8683085" y="5101062"/>
            <a:ext cx="58304" cy="22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8" y="77"/>
                </a:moveTo>
                <a:lnTo>
                  <a:pt x="15295" y="141"/>
                </a:lnTo>
                <a:lnTo>
                  <a:pt x="16762" y="204"/>
                </a:lnTo>
                <a:lnTo>
                  <a:pt x="18247" y="267"/>
                </a:lnTo>
                <a:lnTo>
                  <a:pt x="19081" y="323"/>
                </a:lnTo>
                <a:lnTo>
                  <a:pt x="21600" y="513"/>
                </a:lnTo>
                <a:lnTo>
                  <a:pt x="20058" y="3367"/>
                </a:lnTo>
                <a:lnTo>
                  <a:pt x="18536" y="6129"/>
                </a:lnTo>
                <a:lnTo>
                  <a:pt x="17015" y="8772"/>
                </a:lnTo>
                <a:lnTo>
                  <a:pt x="15487" y="11267"/>
                </a:lnTo>
                <a:lnTo>
                  <a:pt x="13937" y="13594"/>
                </a:lnTo>
                <a:lnTo>
                  <a:pt x="12353" y="15710"/>
                </a:lnTo>
                <a:lnTo>
                  <a:pt x="10719" y="17601"/>
                </a:lnTo>
                <a:lnTo>
                  <a:pt x="9026" y="19224"/>
                </a:lnTo>
                <a:lnTo>
                  <a:pt x="7255" y="20567"/>
                </a:lnTo>
                <a:lnTo>
                  <a:pt x="5400" y="21600"/>
                </a:lnTo>
                <a:lnTo>
                  <a:pt x="3513" y="17671"/>
                </a:lnTo>
                <a:lnTo>
                  <a:pt x="2322" y="14901"/>
                </a:lnTo>
                <a:lnTo>
                  <a:pt x="1320" y="11963"/>
                </a:lnTo>
                <a:lnTo>
                  <a:pt x="0" y="7542"/>
                </a:lnTo>
                <a:lnTo>
                  <a:pt x="1717" y="5047"/>
                </a:lnTo>
                <a:lnTo>
                  <a:pt x="3375" y="3156"/>
                </a:lnTo>
                <a:lnTo>
                  <a:pt x="5003" y="1785"/>
                </a:lnTo>
                <a:lnTo>
                  <a:pt x="6634" y="865"/>
                </a:lnTo>
                <a:lnTo>
                  <a:pt x="8300" y="316"/>
                </a:lnTo>
                <a:lnTo>
                  <a:pt x="10036" y="49"/>
                </a:lnTo>
                <a:lnTo>
                  <a:pt x="11869" y="0"/>
                </a:lnTo>
                <a:lnTo>
                  <a:pt x="13838" y="77"/>
                </a:lnTo>
                <a:close/>
              </a:path>
            </a:pathLst>
          </a:custGeom>
          <a:solidFill>
            <a:srgbClr val="E9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8" name="contour_17026"/>
          <p:cNvSpPr/>
          <p:nvPr/>
        </p:nvSpPr>
        <p:spPr>
          <a:xfrm>
            <a:off x="4616385" y="507973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657" y="1011"/>
                </a:lnTo>
                <a:lnTo>
                  <a:pt x="5668" y="4052"/>
                </a:lnTo>
                <a:lnTo>
                  <a:pt x="7789" y="6808"/>
                </a:lnTo>
                <a:lnTo>
                  <a:pt x="10044" y="8796"/>
                </a:lnTo>
                <a:lnTo>
                  <a:pt x="12493" y="10208"/>
                </a:lnTo>
                <a:lnTo>
                  <a:pt x="15193" y="11241"/>
                </a:lnTo>
                <a:lnTo>
                  <a:pt x="18209" y="12092"/>
                </a:lnTo>
                <a:lnTo>
                  <a:pt x="21600" y="12960"/>
                </a:lnTo>
                <a:lnTo>
                  <a:pt x="18744" y="12960"/>
                </a:lnTo>
                <a:lnTo>
                  <a:pt x="15872" y="12960"/>
                </a:lnTo>
                <a:lnTo>
                  <a:pt x="12960" y="12960"/>
                </a:lnTo>
                <a:lnTo>
                  <a:pt x="11375" y="15526"/>
                </a:lnTo>
                <a:lnTo>
                  <a:pt x="10394" y="17280"/>
                </a:lnTo>
                <a:lnTo>
                  <a:pt x="9621" y="19034"/>
                </a:lnTo>
                <a:lnTo>
                  <a:pt x="8640" y="21600"/>
                </a:lnTo>
                <a:lnTo>
                  <a:pt x="5923" y="20926"/>
                </a:lnTo>
                <a:lnTo>
                  <a:pt x="4117" y="20252"/>
                </a:lnTo>
                <a:lnTo>
                  <a:pt x="2415" y="19172"/>
                </a:lnTo>
                <a:lnTo>
                  <a:pt x="0" y="17280"/>
                </a:lnTo>
                <a:lnTo>
                  <a:pt x="380" y="14304"/>
                </a:lnTo>
                <a:lnTo>
                  <a:pt x="933" y="11388"/>
                </a:lnTo>
                <a:lnTo>
                  <a:pt x="1637" y="8519"/>
                </a:lnTo>
                <a:lnTo>
                  <a:pt x="2454" y="5676"/>
                </a:lnTo>
                <a:lnTo>
                  <a:pt x="3357" y="2843"/>
                </a:lnTo>
                <a:lnTo>
                  <a:pt x="4320" y="0"/>
                </a:lnTo>
                <a:close/>
              </a:path>
            </a:pathLst>
          </a:custGeom>
          <a:solidFill>
            <a:srgbClr val="3C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29" name="contour_17027"/>
          <p:cNvSpPr/>
          <p:nvPr/>
        </p:nvSpPr>
        <p:spPr>
          <a:xfrm>
            <a:off x="607990" y="5072442"/>
            <a:ext cx="3644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037" y="481"/>
                </a:lnTo>
                <a:lnTo>
                  <a:pt x="8839" y="963"/>
                </a:lnTo>
                <a:lnTo>
                  <a:pt x="10545" y="1734"/>
                </a:lnTo>
                <a:lnTo>
                  <a:pt x="12960" y="3086"/>
                </a:lnTo>
                <a:lnTo>
                  <a:pt x="12960" y="4937"/>
                </a:lnTo>
                <a:lnTo>
                  <a:pt x="12960" y="6789"/>
                </a:lnTo>
                <a:lnTo>
                  <a:pt x="12960" y="8640"/>
                </a:lnTo>
                <a:lnTo>
                  <a:pt x="12960" y="10491"/>
                </a:lnTo>
                <a:lnTo>
                  <a:pt x="12960" y="12343"/>
                </a:lnTo>
                <a:lnTo>
                  <a:pt x="15526" y="13586"/>
                </a:lnTo>
                <a:lnTo>
                  <a:pt x="17280" y="14321"/>
                </a:lnTo>
                <a:lnTo>
                  <a:pt x="19034" y="14839"/>
                </a:lnTo>
                <a:lnTo>
                  <a:pt x="21600" y="15429"/>
                </a:lnTo>
                <a:lnTo>
                  <a:pt x="19462" y="16956"/>
                </a:lnTo>
                <a:lnTo>
                  <a:pt x="17310" y="18490"/>
                </a:lnTo>
                <a:lnTo>
                  <a:pt x="15150" y="20036"/>
                </a:lnTo>
                <a:lnTo>
                  <a:pt x="12960" y="21600"/>
                </a:lnTo>
                <a:lnTo>
                  <a:pt x="11595" y="19792"/>
                </a:lnTo>
                <a:lnTo>
                  <a:pt x="10238" y="17984"/>
                </a:lnTo>
                <a:lnTo>
                  <a:pt x="8891" y="16169"/>
                </a:lnTo>
                <a:lnTo>
                  <a:pt x="7551" y="14352"/>
                </a:lnTo>
                <a:lnTo>
                  <a:pt x="6212" y="12534"/>
                </a:lnTo>
                <a:lnTo>
                  <a:pt x="5651" y="11784"/>
                </a:lnTo>
                <a:lnTo>
                  <a:pt x="4666" y="10464"/>
                </a:lnTo>
                <a:lnTo>
                  <a:pt x="2415" y="7437"/>
                </a:lnTo>
                <a:lnTo>
                  <a:pt x="1616" y="5999"/>
                </a:lnTo>
                <a:lnTo>
                  <a:pt x="812" y="4551"/>
                </a:lnTo>
                <a:lnTo>
                  <a:pt x="0" y="3086"/>
                </a:lnTo>
                <a:lnTo>
                  <a:pt x="2143" y="1555"/>
                </a:lnTo>
                <a:lnTo>
                  <a:pt x="4320" y="0"/>
                </a:lnTo>
                <a:close/>
              </a:path>
            </a:pathLst>
          </a:custGeom>
          <a:solidFill>
            <a:srgbClr val="524D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0" name="contour_17028"/>
          <p:cNvSpPr/>
          <p:nvPr/>
        </p:nvSpPr>
        <p:spPr>
          <a:xfrm>
            <a:off x="571550" y="5087747"/>
            <a:ext cx="43728" cy="211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703"/>
                </a:moveTo>
                <a:lnTo>
                  <a:pt x="19220" y="6703"/>
                </a:lnTo>
                <a:lnTo>
                  <a:pt x="16826" y="6703"/>
                </a:lnTo>
                <a:lnTo>
                  <a:pt x="14400" y="6703"/>
                </a:lnTo>
                <a:lnTo>
                  <a:pt x="14400" y="11627"/>
                </a:lnTo>
                <a:lnTo>
                  <a:pt x="14400" y="16580"/>
                </a:lnTo>
                <a:lnTo>
                  <a:pt x="14400" y="21600"/>
                </a:lnTo>
                <a:lnTo>
                  <a:pt x="12024" y="21600"/>
                </a:lnTo>
                <a:lnTo>
                  <a:pt x="9644" y="21600"/>
                </a:lnTo>
                <a:lnTo>
                  <a:pt x="7254" y="21600"/>
                </a:lnTo>
                <a:lnTo>
                  <a:pt x="4853" y="21600"/>
                </a:lnTo>
                <a:lnTo>
                  <a:pt x="2437" y="21600"/>
                </a:lnTo>
                <a:lnTo>
                  <a:pt x="0" y="21600"/>
                </a:lnTo>
                <a:lnTo>
                  <a:pt x="0" y="16677"/>
                </a:lnTo>
                <a:lnTo>
                  <a:pt x="0" y="11724"/>
                </a:lnTo>
                <a:lnTo>
                  <a:pt x="0" y="6703"/>
                </a:lnTo>
                <a:lnTo>
                  <a:pt x="2225" y="3255"/>
                </a:lnTo>
                <a:lnTo>
                  <a:pt x="4504" y="1117"/>
                </a:lnTo>
                <a:lnTo>
                  <a:pt x="6833" y="89"/>
                </a:lnTo>
                <a:lnTo>
                  <a:pt x="9209" y="0"/>
                </a:lnTo>
                <a:lnTo>
                  <a:pt x="11621" y="641"/>
                </a:lnTo>
                <a:lnTo>
                  <a:pt x="14072" y="1817"/>
                </a:lnTo>
                <a:lnTo>
                  <a:pt x="16556" y="3352"/>
                </a:lnTo>
                <a:lnTo>
                  <a:pt x="19066" y="5042"/>
                </a:lnTo>
                <a:lnTo>
                  <a:pt x="21600" y="6703"/>
                </a:lnTo>
                <a:close/>
              </a:path>
            </a:pathLst>
          </a:custGeom>
          <a:solidFill>
            <a:srgbClr val="44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1" name="contour_17029"/>
          <p:cNvSpPr/>
          <p:nvPr/>
        </p:nvSpPr>
        <p:spPr>
          <a:xfrm>
            <a:off x="11605569" y="5050578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765"/>
                </a:lnTo>
                <a:lnTo>
                  <a:pt x="14350" y="1531"/>
                </a:lnTo>
                <a:lnTo>
                  <a:pt x="17950" y="2305"/>
                </a:lnTo>
                <a:lnTo>
                  <a:pt x="21600" y="3086"/>
                </a:lnTo>
                <a:lnTo>
                  <a:pt x="20750" y="5696"/>
                </a:lnTo>
                <a:lnTo>
                  <a:pt x="19836" y="7943"/>
                </a:lnTo>
                <a:lnTo>
                  <a:pt x="18770" y="9902"/>
                </a:lnTo>
                <a:lnTo>
                  <a:pt x="17474" y="11642"/>
                </a:lnTo>
                <a:lnTo>
                  <a:pt x="15854" y="13241"/>
                </a:lnTo>
                <a:lnTo>
                  <a:pt x="13831" y="14765"/>
                </a:lnTo>
                <a:lnTo>
                  <a:pt x="11318" y="16293"/>
                </a:lnTo>
                <a:lnTo>
                  <a:pt x="8237" y="17891"/>
                </a:lnTo>
                <a:lnTo>
                  <a:pt x="4493" y="19637"/>
                </a:lnTo>
                <a:lnTo>
                  <a:pt x="0" y="21600"/>
                </a:lnTo>
                <a:lnTo>
                  <a:pt x="713" y="19462"/>
                </a:lnTo>
                <a:lnTo>
                  <a:pt x="1426" y="17320"/>
                </a:lnTo>
                <a:lnTo>
                  <a:pt x="2138" y="15179"/>
                </a:lnTo>
                <a:lnTo>
                  <a:pt x="2858" y="13034"/>
                </a:lnTo>
                <a:lnTo>
                  <a:pt x="3571" y="10880"/>
                </a:lnTo>
                <a:lnTo>
                  <a:pt x="4291" y="8723"/>
                </a:lnTo>
                <a:lnTo>
                  <a:pt x="5011" y="6557"/>
                </a:lnTo>
                <a:lnTo>
                  <a:pt x="5738" y="4382"/>
                </a:lnTo>
                <a:lnTo>
                  <a:pt x="6466" y="2197"/>
                </a:lnTo>
                <a:lnTo>
                  <a:pt x="7200" y="0"/>
                </a:lnTo>
                <a:close/>
              </a:path>
            </a:pathLst>
          </a:custGeom>
          <a:solidFill>
            <a:srgbClr val="DEE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2" name="contour_17030"/>
          <p:cNvSpPr/>
          <p:nvPr/>
        </p:nvSpPr>
        <p:spPr>
          <a:xfrm>
            <a:off x="11146418" y="5050578"/>
            <a:ext cx="2261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68" y="0"/>
                </a:moveTo>
                <a:lnTo>
                  <a:pt x="11103" y="1631"/>
                </a:lnTo>
                <a:lnTo>
                  <a:pt x="13929" y="2923"/>
                </a:lnTo>
                <a:lnTo>
                  <a:pt x="16755" y="4558"/>
                </a:lnTo>
                <a:lnTo>
                  <a:pt x="20890" y="7200"/>
                </a:lnTo>
                <a:lnTo>
                  <a:pt x="21370" y="9641"/>
                </a:lnTo>
                <a:lnTo>
                  <a:pt x="21586" y="12020"/>
                </a:lnTo>
                <a:lnTo>
                  <a:pt x="21600" y="14371"/>
                </a:lnTo>
                <a:lnTo>
                  <a:pt x="21454" y="16729"/>
                </a:lnTo>
                <a:lnTo>
                  <a:pt x="21203" y="19127"/>
                </a:lnTo>
                <a:lnTo>
                  <a:pt x="20890" y="21600"/>
                </a:lnTo>
                <a:lnTo>
                  <a:pt x="16289" y="21600"/>
                </a:lnTo>
                <a:lnTo>
                  <a:pt x="11660" y="21600"/>
                </a:lnTo>
                <a:lnTo>
                  <a:pt x="6968" y="21600"/>
                </a:lnTo>
                <a:lnTo>
                  <a:pt x="4156" y="17608"/>
                </a:lnTo>
                <a:lnTo>
                  <a:pt x="2095" y="14522"/>
                </a:lnTo>
                <a:lnTo>
                  <a:pt x="752" y="12125"/>
                </a:lnTo>
                <a:lnTo>
                  <a:pt x="70" y="10195"/>
                </a:lnTo>
                <a:lnTo>
                  <a:pt x="0" y="8507"/>
                </a:lnTo>
                <a:lnTo>
                  <a:pt x="508" y="6844"/>
                </a:lnTo>
                <a:lnTo>
                  <a:pt x="1545" y="4982"/>
                </a:lnTo>
                <a:lnTo>
                  <a:pt x="3056" y="2700"/>
                </a:lnTo>
                <a:lnTo>
                  <a:pt x="4998" y="1361"/>
                </a:lnTo>
                <a:lnTo>
                  <a:pt x="6968" y="0"/>
                </a:lnTo>
                <a:close/>
              </a:path>
            </a:pathLst>
          </a:custGeom>
          <a:solidFill>
            <a:srgbClr val="AB8B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3" name="contour_17031"/>
          <p:cNvSpPr/>
          <p:nvPr/>
        </p:nvSpPr>
        <p:spPr>
          <a:xfrm>
            <a:off x="9484764" y="5036002"/>
            <a:ext cx="29152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7"/>
                </a:lnTo>
                <a:lnTo>
                  <a:pt x="16162" y="2678"/>
                </a:lnTo>
                <a:lnTo>
                  <a:pt x="18862" y="4031"/>
                </a:lnTo>
                <a:lnTo>
                  <a:pt x="21600" y="5400"/>
                </a:lnTo>
                <a:lnTo>
                  <a:pt x="18927" y="6291"/>
                </a:lnTo>
                <a:lnTo>
                  <a:pt x="16249" y="7185"/>
                </a:lnTo>
                <a:lnTo>
                  <a:pt x="13559" y="8078"/>
                </a:lnTo>
                <a:lnTo>
                  <a:pt x="10859" y="8980"/>
                </a:lnTo>
                <a:lnTo>
                  <a:pt x="8143" y="9887"/>
                </a:lnTo>
                <a:lnTo>
                  <a:pt x="5400" y="10800"/>
                </a:lnTo>
                <a:lnTo>
                  <a:pt x="6291" y="9018"/>
                </a:lnTo>
                <a:lnTo>
                  <a:pt x="7182" y="7233"/>
                </a:lnTo>
                <a:lnTo>
                  <a:pt x="8078" y="5440"/>
                </a:lnTo>
                <a:lnTo>
                  <a:pt x="8980" y="3640"/>
                </a:lnTo>
                <a:lnTo>
                  <a:pt x="9887" y="1828"/>
                </a:lnTo>
                <a:lnTo>
                  <a:pt x="10800" y="0"/>
                </a:lnTo>
                <a:lnTo>
                  <a:pt x="0" y="10800"/>
                </a:lnTo>
                <a:lnTo>
                  <a:pt x="1528" y="12328"/>
                </a:lnTo>
                <a:lnTo>
                  <a:pt x="3056" y="13856"/>
                </a:lnTo>
                <a:lnTo>
                  <a:pt x="4590" y="15390"/>
                </a:lnTo>
                <a:lnTo>
                  <a:pt x="6129" y="16929"/>
                </a:lnTo>
                <a:lnTo>
                  <a:pt x="7679" y="18476"/>
                </a:lnTo>
                <a:lnTo>
                  <a:pt x="9234" y="20031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9818"/>
                </a:lnTo>
                <a:lnTo>
                  <a:pt x="0" y="18033"/>
                </a:lnTo>
                <a:lnTo>
                  <a:pt x="0" y="16240"/>
                </a:lnTo>
                <a:lnTo>
                  <a:pt x="0" y="14440"/>
                </a:lnTo>
                <a:lnTo>
                  <a:pt x="0" y="12628"/>
                </a:lnTo>
                <a:lnTo>
                  <a:pt x="0" y="10800"/>
                </a:lnTo>
                <a:lnTo>
                  <a:pt x="10800" y="0"/>
                </a:lnTo>
                <a:close/>
              </a:path>
            </a:pathLst>
          </a:custGeom>
          <a:solidFill>
            <a:srgbClr val="AAC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4" name="contour_17032"/>
          <p:cNvSpPr/>
          <p:nvPr/>
        </p:nvSpPr>
        <p:spPr>
          <a:xfrm>
            <a:off x="8697661" y="5065154"/>
            <a:ext cx="43728" cy="37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368" y="2042"/>
                </a:lnTo>
                <a:lnTo>
                  <a:pt x="16330" y="4093"/>
                </a:lnTo>
                <a:lnTo>
                  <a:pt x="17280" y="6152"/>
                </a:lnTo>
                <a:lnTo>
                  <a:pt x="18223" y="8211"/>
                </a:lnTo>
                <a:lnTo>
                  <a:pt x="19292" y="10499"/>
                </a:lnTo>
                <a:lnTo>
                  <a:pt x="20376" y="12825"/>
                </a:lnTo>
                <a:lnTo>
                  <a:pt x="20984" y="14872"/>
                </a:lnTo>
                <a:lnTo>
                  <a:pt x="21600" y="16948"/>
                </a:lnTo>
                <a:lnTo>
                  <a:pt x="19451" y="19405"/>
                </a:lnTo>
                <a:lnTo>
                  <a:pt x="17914" y="20706"/>
                </a:lnTo>
                <a:lnTo>
                  <a:pt x="16247" y="21295"/>
                </a:lnTo>
                <a:lnTo>
                  <a:pt x="13712" y="21600"/>
                </a:lnTo>
                <a:lnTo>
                  <a:pt x="11261" y="21524"/>
                </a:lnTo>
                <a:lnTo>
                  <a:pt x="8777" y="21447"/>
                </a:lnTo>
                <a:lnTo>
                  <a:pt x="7542" y="21422"/>
                </a:lnTo>
                <a:lnTo>
                  <a:pt x="3812" y="21333"/>
                </a:lnTo>
                <a:lnTo>
                  <a:pt x="1919" y="21261"/>
                </a:lnTo>
                <a:lnTo>
                  <a:pt x="0" y="21185"/>
                </a:lnTo>
                <a:lnTo>
                  <a:pt x="1710" y="20049"/>
                </a:lnTo>
                <a:lnTo>
                  <a:pt x="3431" y="18905"/>
                </a:lnTo>
                <a:lnTo>
                  <a:pt x="5177" y="17744"/>
                </a:lnTo>
                <a:lnTo>
                  <a:pt x="7578" y="15456"/>
                </a:lnTo>
                <a:lnTo>
                  <a:pt x="9454" y="13321"/>
                </a:lnTo>
                <a:lnTo>
                  <a:pt x="10908" y="11194"/>
                </a:lnTo>
                <a:lnTo>
                  <a:pt x="12031" y="8940"/>
                </a:lnTo>
                <a:lnTo>
                  <a:pt x="12920" y="6419"/>
                </a:lnTo>
                <a:lnTo>
                  <a:pt x="13680" y="3483"/>
                </a:lnTo>
                <a:lnTo>
                  <a:pt x="14400" y="0"/>
                </a:lnTo>
                <a:close/>
              </a:path>
            </a:pathLst>
          </a:custGeom>
          <a:solidFill>
            <a:srgbClr val="ED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5" name="contour_17033"/>
          <p:cNvSpPr/>
          <p:nvPr/>
        </p:nvSpPr>
        <p:spPr>
          <a:xfrm>
            <a:off x="1934404" y="507244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750" y="7206"/>
                </a:lnTo>
                <a:lnTo>
                  <a:pt x="19850" y="10087"/>
                </a:lnTo>
                <a:lnTo>
                  <a:pt x="18900" y="12960"/>
                </a:lnTo>
                <a:lnTo>
                  <a:pt x="18144" y="15371"/>
                </a:lnTo>
                <a:lnTo>
                  <a:pt x="17381" y="17820"/>
                </a:lnTo>
                <a:lnTo>
                  <a:pt x="15905" y="19695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6E5C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6" name="contour_17034"/>
          <p:cNvSpPr/>
          <p:nvPr/>
        </p:nvSpPr>
        <p:spPr>
          <a:xfrm>
            <a:off x="3522472" y="5057866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9629" y="2038"/>
                </a:lnTo>
                <a:lnTo>
                  <a:pt x="11602" y="4075"/>
                </a:lnTo>
                <a:lnTo>
                  <a:pt x="13582" y="6120"/>
                </a:lnTo>
                <a:lnTo>
                  <a:pt x="15569" y="8172"/>
                </a:lnTo>
                <a:lnTo>
                  <a:pt x="17570" y="10235"/>
                </a:lnTo>
                <a:lnTo>
                  <a:pt x="19578" y="12308"/>
                </a:lnTo>
                <a:lnTo>
                  <a:pt x="21600" y="14400"/>
                </a:lnTo>
                <a:lnTo>
                  <a:pt x="18149" y="15588"/>
                </a:lnTo>
                <a:lnTo>
                  <a:pt x="14691" y="16780"/>
                </a:lnTo>
                <a:lnTo>
                  <a:pt x="11218" y="17971"/>
                </a:lnTo>
                <a:lnTo>
                  <a:pt x="7732" y="19174"/>
                </a:lnTo>
                <a:lnTo>
                  <a:pt x="4225" y="20383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7591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7" name="contour_17035"/>
          <p:cNvSpPr/>
          <p:nvPr/>
        </p:nvSpPr>
        <p:spPr>
          <a:xfrm>
            <a:off x="7553446" y="504329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795" y="5213"/>
                </a:lnTo>
                <a:lnTo>
                  <a:pt x="5430" y="3607"/>
                </a:lnTo>
                <a:lnTo>
                  <a:pt x="7975" y="2354"/>
                </a:lnTo>
                <a:lnTo>
                  <a:pt x="10493" y="1411"/>
                </a:lnTo>
                <a:lnTo>
                  <a:pt x="13051" y="734"/>
                </a:lnTo>
                <a:lnTo>
                  <a:pt x="15708" y="302"/>
                </a:lnTo>
                <a:lnTo>
                  <a:pt x="18537" y="72"/>
                </a:lnTo>
                <a:lnTo>
                  <a:pt x="21600" y="0"/>
                </a:lnTo>
                <a:close/>
              </a:path>
            </a:pathLst>
          </a:custGeom>
          <a:solidFill>
            <a:srgbClr val="6457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8" name="contour_17036"/>
          <p:cNvSpPr/>
          <p:nvPr/>
        </p:nvSpPr>
        <p:spPr>
          <a:xfrm>
            <a:off x="7304284" y="5057866"/>
            <a:ext cx="2449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08" y="0"/>
                </a:moveTo>
                <a:lnTo>
                  <a:pt x="5990" y="353"/>
                </a:lnTo>
                <a:lnTo>
                  <a:pt x="9383" y="716"/>
                </a:lnTo>
                <a:lnTo>
                  <a:pt x="12313" y="1264"/>
                </a:lnTo>
                <a:lnTo>
                  <a:pt x="15707" y="2167"/>
                </a:lnTo>
                <a:lnTo>
                  <a:pt x="20488" y="3600"/>
                </a:lnTo>
                <a:lnTo>
                  <a:pt x="21124" y="6188"/>
                </a:lnTo>
                <a:lnTo>
                  <a:pt x="21478" y="8755"/>
                </a:lnTo>
                <a:lnTo>
                  <a:pt x="21600" y="11311"/>
                </a:lnTo>
                <a:lnTo>
                  <a:pt x="21523" y="13864"/>
                </a:lnTo>
                <a:lnTo>
                  <a:pt x="21285" y="16423"/>
                </a:lnTo>
                <a:lnTo>
                  <a:pt x="20925" y="18997"/>
                </a:lnTo>
                <a:lnTo>
                  <a:pt x="20488" y="21600"/>
                </a:lnTo>
                <a:lnTo>
                  <a:pt x="14216" y="18515"/>
                </a:lnTo>
                <a:lnTo>
                  <a:pt x="9492" y="16103"/>
                </a:lnTo>
                <a:lnTo>
                  <a:pt x="6060" y="14166"/>
                </a:lnTo>
                <a:lnTo>
                  <a:pt x="3689" y="12510"/>
                </a:lnTo>
                <a:lnTo>
                  <a:pt x="2140" y="10937"/>
                </a:lnTo>
                <a:lnTo>
                  <a:pt x="1163" y="9245"/>
                </a:lnTo>
                <a:lnTo>
                  <a:pt x="533" y="7240"/>
                </a:lnTo>
                <a:lnTo>
                  <a:pt x="0" y="4723"/>
                </a:lnTo>
                <a:lnTo>
                  <a:pt x="598" y="2380"/>
                </a:lnTo>
                <a:lnTo>
                  <a:pt x="1208" y="0"/>
                </a:lnTo>
                <a:close/>
              </a:path>
            </a:pathLst>
          </a:custGeom>
          <a:solidFill>
            <a:srgbClr val="B4D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39" name="contour_17037"/>
          <p:cNvSpPr/>
          <p:nvPr/>
        </p:nvSpPr>
        <p:spPr>
          <a:xfrm>
            <a:off x="2561172" y="5043290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534" y="245"/>
                </a:lnTo>
                <a:lnTo>
                  <a:pt x="9815" y="554"/>
                </a:lnTo>
                <a:lnTo>
                  <a:pt x="11785" y="1102"/>
                </a:lnTo>
                <a:lnTo>
                  <a:pt x="14066" y="2059"/>
                </a:lnTo>
                <a:lnTo>
                  <a:pt x="17280" y="3600"/>
                </a:lnTo>
                <a:lnTo>
                  <a:pt x="18153" y="5814"/>
                </a:lnTo>
                <a:lnTo>
                  <a:pt x="18900" y="8028"/>
                </a:lnTo>
                <a:lnTo>
                  <a:pt x="19535" y="10253"/>
                </a:lnTo>
                <a:lnTo>
                  <a:pt x="20079" y="12485"/>
                </a:lnTo>
                <a:lnTo>
                  <a:pt x="20542" y="14735"/>
                </a:lnTo>
                <a:lnTo>
                  <a:pt x="20943" y="16999"/>
                </a:lnTo>
                <a:lnTo>
                  <a:pt x="21289" y="19285"/>
                </a:lnTo>
                <a:lnTo>
                  <a:pt x="21600" y="21600"/>
                </a:lnTo>
                <a:lnTo>
                  <a:pt x="18744" y="21600"/>
                </a:lnTo>
                <a:lnTo>
                  <a:pt x="15872" y="21600"/>
                </a:lnTo>
                <a:lnTo>
                  <a:pt x="12960" y="21600"/>
                </a:lnTo>
                <a:lnTo>
                  <a:pt x="12044" y="19454"/>
                </a:lnTo>
                <a:lnTo>
                  <a:pt x="11154" y="17302"/>
                </a:lnTo>
                <a:lnTo>
                  <a:pt x="10290" y="15142"/>
                </a:lnTo>
                <a:lnTo>
                  <a:pt x="9452" y="12974"/>
                </a:lnTo>
                <a:lnTo>
                  <a:pt x="8640" y="10800"/>
                </a:lnTo>
                <a:lnTo>
                  <a:pt x="5923" y="8284"/>
                </a:lnTo>
                <a:lnTo>
                  <a:pt x="4121" y="6692"/>
                </a:lnTo>
                <a:lnTo>
                  <a:pt x="2415" y="5357"/>
                </a:lnTo>
                <a:lnTo>
                  <a:pt x="0" y="3600"/>
                </a:lnTo>
                <a:lnTo>
                  <a:pt x="2143" y="1814"/>
                </a:lnTo>
                <a:lnTo>
                  <a:pt x="4320" y="0"/>
                </a:lnTo>
                <a:close/>
              </a:path>
            </a:pathLst>
          </a:custGeom>
          <a:solidFill>
            <a:srgbClr val="9085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0" name="contour_17038"/>
          <p:cNvSpPr/>
          <p:nvPr/>
        </p:nvSpPr>
        <p:spPr>
          <a:xfrm>
            <a:off x="1686613" y="5028714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519" y="760"/>
                </a:lnTo>
                <a:lnTo>
                  <a:pt x="4869" y="2102"/>
                </a:lnTo>
                <a:lnTo>
                  <a:pt x="5668" y="5177"/>
                </a:lnTo>
                <a:lnTo>
                  <a:pt x="7171" y="7942"/>
                </a:lnTo>
                <a:lnTo>
                  <a:pt x="8428" y="9745"/>
                </a:lnTo>
                <a:lnTo>
                  <a:pt x="9906" y="10976"/>
                </a:lnTo>
                <a:lnTo>
                  <a:pt x="12070" y="12024"/>
                </a:lnTo>
                <a:lnTo>
                  <a:pt x="15388" y="13277"/>
                </a:lnTo>
                <a:lnTo>
                  <a:pt x="17440" y="13648"/>
                </a:lnTo>
                <a:lnTo>
                  <a:pt x="19505" y="14022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2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5"/>
                </a:lnTo>
                <a:lnTo>
                  <a:pt x="2743" y="20686"/>
                </a:lnTo>
                <a:lnTo>
                  <a:pt x="0" y="21600"/>
                </a:lnTo>
                <a:lnTo>
                  <a:pt x="475" y="19224"/>
                </a:lnTo>
                <a:lnTo>
                  <a:pt x="950" y="16844"/>
                </a:lnTo>
                <a:lnTo>
                  <a:pt x="1426" y="14465"/>
                </a:lnTo>
                <a:lnTo>
                  <a:pt x="1905" y="12078"/>
                </a:lnTo>
                <a:lnTo>
                  <a:pt x="2385" y="9684"/>
                </a:lnTo>
                <a:lnTo>
                  <a:pt x="2864" y="7279"/>
                </a:lnTo>
                <a:lnTo>
                  <a:pt x="3348" y="4867"/>
                </a:lnTo>
                <a:lnTo>
                  <a:pt x="3832" y="2441"/>
                </a:lnTo>
                <a:lnTo>
                  <a:pt x="4320" y="0"/>
                </a:lnTo>
                <a:close/>
              </a:path>
            </a:pathLst>
          </a:custGeom>
          <a:solidFill>
            <a:srgbClr val="E3D5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1" name="contour_17039"/>
          <p:cNvSpPr/>
          <p:nvPr/>
        </p:nvSpPr>
        <p:spPr>
          <a:xfrm>
            <a:off x="6802783" y="502871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706"/>
                </a:lnTo>
                <a:lnTo>
                  <a:pt x="14524" y="1433"/>
                </a:lnTo>
                <a:lnTo>
                  <a:pt x="16494" y="2527"/>
                </a:lnTo>
                <a:lnTo>
                  <a:pt x="18645" y="4334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503" y="16812"/>
                </a:lnTo>
                <a:lnTo>
                  <a:pt x="2657" y="13306"/>
                </a:lnTo>
                <a:lnTo>
                  <a:pt x="3711" y="10462"/>
                </a:lnTo>
                <a:lnTo>
                  <a:pt x="4899" y="7704"/>
                </a:lnTo>
                <a:lnTo>
                  <a:pt x="6463" y="4414"/>
                </a:lnTo>
                <a:lnTo>
                  <a:pt x="8640" y="0"/>
                </a:lnTo>
                <a:close/>
              </a:path>
            </a:pathLst>
          </a:custGeom>
          <a:solidFill>
            <a:srgbClr val="F1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2" name="contour_17040"/>
          <p:cNvSpPr/>
          <p:nvPr/>
        </p:nvSpPr>
        <p:spPr>
          <a:xfrm>
            <a:off x="6460247" y="5036002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06" y="2376"/>
                </a:lnTo>
                <a:lnTo>
                  <a:pt x="20412" y="4756"/>
                </a:lnTo>
                <a:lnTo>
                  <a:pt x="19818" y="7135"/>
                </a:lnTo>
                <a:lnTo>
                  <a:pt x="19219" y="9522"/>
                </a:lnTo>
                <a:lnTo>
                  <a:pt x="18619" y="11916"/>
                </a:lnTo>
                <a:lnTo>
                  <a:pt x="18020" y="14321"/>
                </a:lnTo>
                <a:lnTo>
                  <a:pt x="17415" y="16733"/>
                </a:lnTo>
                <a:lnTo>
                  <a:pt x="16810" y="19159"/>
                </a:lnTo>
                <a:lnTo>
                  <a:pt x="16200" y="21600"/>
                </a:lnTo>
                <a:lnTo>
                  <a:pt x="14861" y="19818"/>
                </a:lnTo>
                <a:lnTo>
                  <a:pt x="13522" y="18029"/>
                </a:lnTo>
                <a:lnTo>
                  <a:pt x="12166" y="16225"/>
                </a:lnTo>
                <a:lnTo>
                  <a:pt x="10800" y="14400"/>
                </a:lnTo>
                <a:lnTo>
                  <a:pt x="7403" y="13079"/>
                </a:lnTo>
                <a:lnTo>
                  <a:pt x="5146" y="12262"/>
                </a:lnTo>
                <a:lnTo>
                  <a:pt x="3019" y="11617"/>
                </a:lnTo>
                <a:lnTo>
                  <a:pt x="0" y="10800"/>
                </a:lnTo>
                <a:lnTo>
                  <a:pt x="2020" y="8500"/>
                </a:lnTo>
                <a:lnTo>
                  <a:pt x="3548" y="6800"/>
                </a:lnTo>
                <a:lnTo>
                  <a:pt x="4892" y="5400"/>
                </a:lnTo>
                <a:lnTo>
                  <a:pt x="6350" y="4000"/>
                </a:lnTo>
                <a:lnTo>
                  <a:pt x="8219" y="2300"/>
                </a:lnTo>
                <a:lnTo>
                  <a:pt x="10800" y="0"/>
                </a:lnTo>
                <a:close/>
              </a:path>
            </a:pathLst>
          </a:custGeom>
          <a:solidFill>
            <a:srgbClr val="71A1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3" name="contour_17041"/>
          <p:cNvSpPr/>
          <p:nvPr/>
        </p:nvSpPr>
        <p:spPr>
          <a:xfrm>
            <a:off x="775614" y="504329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3" y="1345"/>
                </a:lnTo>
                <a:lnTo>
                  <a:pt x="12047" y="2311"/>
                </a:lnTo>
                <a:lnTo>
                  <a:pt x="15358" y="3046"/>
                </a:lnTo>
                <a:lnTo>
                  <a:pt x="17653" y="3710"/>
                </a:lnTo>
                <a:lnTo>
                  <a:pt x="19532" y="444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7582" y="17863"/>
                </a:lnTo>
                <a:lnTo>
                  <a:pt x="14731" y="18976"/>
                </a:lnTo>
                <a:lnTo>
                  <a:pt x="12269" y="19796"/>
                </a:lnTo>
                <a:lnTo>
                  <a:pt x="9418" y="20585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656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4" name="contour_17042"/>
          <p:cNvSpPr/>
          <p:nvPr/>
        </p:nvSpPr>
        <p:spPr>
          <a:xfrm>
            <a:off x="3515899" y="5014138"/>
            <a:ext cx="2027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28" y="0"/>
                </a:moveTo>
                <a:lnTo>
                  <a:pt x="18028" y="2425"/>
                </a:lnTo>
                <a:lnTo>
                  <a:pt x="19830" y="4669"/>
                </a:lnTo>
                <a:lnTo>
                  <a:pt x="20994" y="6779"/>
                </a:lnTo>
                <a:lnTo>
                  <a:pt x="21569" y="8797"/>
                </a:lnTo>
                <a:lnTo>
                  <a:pt x="21600" y="10775"/>
                </a:lnTo>
                <a:lnTo>
                  <a:pt x="21150" y="12753"/>
                </a:lnTo>
                <a:lnTo>
                  <a:pt x="20265" y="14777"/>
                </a:lnTo>
                <a:lnTo>
                  <a:pt x="18991" y="16897"/>
                </a:lnTo>
                <a:lnTo>
                  <a:pt x="17400" y="19156"/>
                </a:lnTo>
                <a:lnTo>
                  <a:pt x="15528" y="21600"/>
                </a:lnTo>
                <a:lnTo>
                  <a:pt x="12920" y="19678"/>
                </a:lnTo>
                <a:lnTo>
                  <a:pt x="10334" y="17749"/>
                </a:lnTo>
                <a:lnTo>
                  <a:pt x="7764" y="15814"/>
                </a:lnTo>
                <a:lnTo>
                  <a:pt x="5598" y="14200"/>
                </a:lnTo>
                <a:lnTo>
                  <a:pt x="3401" y="12559"/>
                </a:lnTo>
                <a:lnTo>
                  <a:pt x="1739" y="10899"/>
                </a:lnTo>
                <a:lnTo>
                  <a:pt x="738" y="9575"/>
                </a:lnTo>
                <a:lnTo>
                  <a:pt x="217" y="8134"/>
                </a:lnTo>
                <a:lnTo>
                  <a:pt x="31" y="6125"/>
                </a:lnTo>
                <a:lnTo>
                  <a:pt x="0" y="3086"/>
                </a:lnTo>
                <a:lnTo>
                  <a:pt x="4612" y="1953"/>
                </a:lnTo>
                <a:lnTo>
                  <a:pt x="7764" y="1253"/>
                </a:lnTo>
                <a:lnTo>
                  <a:pt x="10916" y="700"/>
                </a:lnTo>
                <a:lnTo>
                  <a:pt x="15528" y="0"/>
                </a:lnTo>
                <a:close/>
              </a:path>
            </a:pathLst>
          </a:custGeom>
          <a:solidFill>
            <a:srgbClr val="6C8F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5" name="contour_17043"/>
          <p:cNvSpPr/>
          <p:nvPr/>
        </p:nvSpPr>
        <p:spPr>
          <a:xfrm>
            <a:off x="10971514" y="5028714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91"/>
                </a:lnTo>
                <a:lnTo>
                  <a:pt x="2341" y="755"/>
                </a:lnTo>
                <a:lnTo>
                  <a:pt x="3646" y="1181"/>
                </a:lnTo>
                <a:lnTo>
                  <a:pt x="5374" y="1741"/>
                </a:lnTo>
                <a:lnTo>
                  <a:pt x="7780" y="2517"/>
                </a:lnTo>
                <a:lnTo>
                  <a:pt x="11115" y="3600"/>
                </a:lnTo>
                <a:lnTo>
                  <a:pt x="15638" y="5061"/>
                </a:lnTo>
                <a:lnTo>
                  <a:pt x="21600" y="6990"/>
                </a:lnTo>
                <a:lnTo>
                  <a:pt x="19492" y="11143"/>
                </a:lnTo>
                <a:lnTo>
                  <a:pt x="17889" y="13981"/>
                </a:lnTo>
                <a:lnTo>
                  <a:pt x="15980" y="16819"/>
                </a:lnTo>
                <a:lnTo>
                  <a:pt x="12960" y="20971"/>
                </a:lnTo>
                <a:lnTo>
                  <a:pt x="9487" y="213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F6E3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6" name="contour_17044"/>
          <p:cNvSpPr/>
          <p:nvPr/>
        </p:nvSpPr>
        <p:spPr>
          <a:xfrm>
            <a:off x="7852254" y="5021426"/>
            <a:ext cx="43728" cy="21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441" y="4780"/>
                </a:lnTo>
                <a:lnTo>
                  <a:pt x="19534" y="8281"/>
                </a:lnTo>
                <a:lnTo>
                  <a:pt x="18677" y="11120"/>
                </a:lnTo>
                <a:lnTo>
                  <a:pt x="17665" y="13873"/>
                </a:lnTo>
                <a:lnTo>
                  <a:pt x="16308" y="17158"/>
                </a:lnTo>
                <a:lnTo>
                  <a:pt x="14400" y="21564"/>
                </a:lnTo>
                <a:lnTo>
                  <a:pt x="11804" y="21600"/>
                </a:lnTo>
                <a:lnTo>
                  <a:pt x="9306" y="21197"/>
                </a:lnTo>
                <a:lnTo>
                  <a:pt x="6890" y="20313"/>
                </a:lnTo>
                <a:lnTo>
                  <a:pt x="4543" y="18912"/>
                </a:lnTo>
                <a:lnTo>
                  <a:pt x="2254" y="16949"/>
                </a:lnTo>
                <a:lnTo>
                  <a:pt x="0" y="14376"/>
                </a:lnTo>
                <a:lnTo>
                  <a:pt x="0" y="9625"/>
                </a:lnTo>
                <a:lnTo>
                  <a:pt x="0" y="4845"/>
                </a:lnTo>
                <a:lnTo>
                  <a:pt x="0" y="0"/>
                </a:lnTo>
                <a:close/>
              </a:path>
            </a:pathLst>
          </a:custGeom>
          <a:solidFill>
            <a:srgbClr val="80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7" name="contour_17045"/>
          <p:cNvSpPr/>
          <p:nvPr/>
        </p:nvSpPr>
        <p:spPr>
          <a:xfrm>
            <a:off x="7823102" y="5012826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444" y="3524"/>
                </a:lnTo>
                <a:lnTo>
                  <a:pt x="19273" y="6113"/>
                </a:lnTo>
                <a:lnTo>
                  <a:pt x="18079" y="8692"/>
                </a:lnTo>
                <a:lnTo>
                  <a:pt x="16875" y="11265"/>
                </a:lnTo>
                <a:lnTo>
                  <a:pt x="15557" y="14149"/>
                </a:lnTo>
                <a:lnTo>
                  <a:pt x="14218" y="17078"/>
                </a:lnTo>
                <a:lnTo>
                  <a:pt x="12523" y="19321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EC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8" name="contour_17046"/>
          <p:cNvSpPr/>
          <p:nvPr/>
        </p:nvSpPr>
        <p:spPr>
          <a:xfrm>
            <a:off x="7662766" y="5021244"/>
            <a:ext cx="51016" cy="22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79"/>
                </a:moveTo>
                <a:lnTo>
                  <a:pt x="21600" y="4898"/>
                </a:lnTo>
                <a:lnTo>
                  <a:pt x="21600" y="9647"/>
                </a:lnTo>
                <a:lnTo>
                  <a:pt x="21600" y="14460"/>
                </a:lnTo>
                <a:lnTo>
                  <a:pt x="19403" y="16523"/>
                </a:lnTo>
                <a:lnTo>
                  <a:pt x="17416" y="18251"/>
                </a:lnTo>
                <a:lnTo>
                  <a:pt x="15518" y="19629"/>
                </a:lnTo>
                <a:lnTo>
                  <a:pt x="13602" y="20650"/>
                </a:lnTo>
                <a:lnTo>
                  <a:pt x="11553" y="21307"/>
                </a:lnTo>
                <a:lnTo>
                  <a:pt x="9257" y="21600"/>
                </a:lnTo>
                <a:lnTo>
                  <a:pt x="6964" y="18744"/>
                </a:lnTo>
                <a:lnTo>
                  <a:pt x="5314" y="16609"/>
                </a:lnTo>
                <a:lnTo>
                  <a:pt x="4048" y="14795"/>
                </a:lnTo>
                <a:lnTo>
                  <a:pt x="2913" y="12903"/>
                </a:lnTo>
                <a:lnTo>
                  <a:pt x="1651" y="10547"/>
                </a:lnTo>
                <a:lnTo>
                  <a:pt x="0" y="7319"/>
                </a:lnTo>
                <a:lnTo>
                  <a:pt x="2234" y="5391"/>
                </a:lnTo>
                <a:lnTo>
                  <a:pt x="4394" y="3813"/>
                </a:lnTo>
                <a:lnTo>
                  <a:pt x="6495" y="2556"/>
                </a:lnTo>
                <a:lnTo>
                  <a:pt x="8569" y="1585"/>
                </a:lnTo>
                <a:lnTo>
                  <a:pt x="10630" y="871"/>
                </a:lnTo>
                <a:lnTo>
                  <a:pt x="12707" y="386"/>
                </a:lnTo>
                <a:lnTo>
                  <a:pt x="14821" y="107"/>
                </a:lnTo>
                <a:lnTo>
                  <a:pt x="16990" y="0"/>
                </a:lnTo>
                <a:lnTo>
                  <a:pt x="19243" y="36"/>
                </a:lnTo>
                <a:lnTo>
                  <a:pt x="21600" y="179"/>
                </a:lnTo>
                <a:close/>
              </a:path>
            </a:pathLst>
          </a:custGeom>
          <a:solidFill>
            <a:srgbClr val="494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49" name="contour_17047"/>
          <p:cNvSpPr/>
          <p:nvPr/>
        </p:nvSpPr>
        <p:spPr>
          <a:xfrm>
            <a:off x="8158349" y="501413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2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0" name="contour_17048"/>
          <p:cNvSpPr/>
          <p:nvPr/>
        </p:nvSpPr>
        <p:spPr>
          <a:xfrm>
            <a:off x="8063605" y="4998578"/>
            <a:ext cx="291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568"/>
                </a:moveTo>
                <a:lnTo>
                  <a:pt x="9580" y="189"/>
                </a:lnTo>
                <a:lnTo>
                  <a:pt x="12512" y="0"/>
                </a:lnTo>
                <a:lnTo>
                  <a:pt x="14974" y="0"/>
                </a:lnTo>
                <a:lnTo>
                  <a:pt x="17744" y="189"/>
                </a:lnTo>
                <a:lnTo>
                  <a:pt x="21600" y="568"/>
                </a:lnTo>
                <a:lnTo>
                  <a:pt x="20930" y="3172"/>
                </a:lnTo>
                <a:lnTo>
                  <a:pt x="20261" y="5775"/>
                </a:lnTo>
                <a:lnTo>
                  <a:pt x="19591" y="8388"/>
                </a:lnTo>
                <a:lnTo>
                  <a:pt x="18922" y="11004"/>
                </a:lnTo>
                <a:lnTo>
                  <a:pt x="18247" y="13633"/>
                </a:lnTo>
                <a:lnTo>
                  <a:pt x="17566" y="16275"/>
                </a:lnTo>
                <a:lnTo>
                  <a:pt x="16886" y="18929"/>
                </a:lnTo>
                <a:lnTo>
                  <a:pt x="16200" y="21600"/>
                </a:lnTo>
                <a:lnTo>
                  <a:pt x="14861" y="19518"/>
                </a:lnTo>
                <a:lnTo>
                  <a:pt x="13522" y="17427"/>
                </a:lnTo>
                <a:lnTo>
                  <a:pt x="12166" y="15320"/>
                </a:lnTo>
                <a:lnTo>
                  <a:pt x="10800" y="13187"/>
                </a:lnTo>
                <a:lnTo>
                  <a:pt x="7231" y="13187"/>
                </a:lnTo>
                <a:lnTo>
                  <a:pt x="3640" y="13187"/>
                </a:lnTo>
                <a:lnTo>
                  <a:pt x="0" y="13187"/>
                </a:lnTo>
                <a:lnTo>
                  <a:pt x="853" y="10058"/>
                </a:lnTo>
                <a:lnTo>
                  <a:pt x="1561" y="7837"/>
                </a:lnTo>
                <a:lnTo>
                  <a:pt x="2381" y="5918"/>
                </a:lnTo>
                <a:lnTo>
                  <a:pt x="3575" y="3697"/>
                </a:lnTo>
                <a:lnTo>
                  <a:pt x="5400" y="568"/>
                </a:lnTo>
                <a:close/>
              </a:path>
            </a:pathLst>
          </a:custGeom>
          <a:solidFill>
            <a:srgbClr val="B595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1" name="contour_17049"/>
          <p:cNvSpPr/>
          <p:nvPr/>
        </p:nvSpPr>
        <p:spPr>
          <a:xfrm>
            <a:off x="1817797" y="5007790"/>
            <a:ext cx="51016" cy="217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1326"/>
                </a:moveTo>
                <a:lnTo>
                  <a:pt x="19656" y="3803"/>
                </a:lnTo>
                <a:lnTo>
                  <a:pt x="21600" y="6309"/>
                </a:lnTo>
                <a:lnTo>
                  <a:pt x="20310" y="10612"/>
                </a:lnTo>
                <a:lnTo>
                  <a:pt x="19236" y="13553"/>
                </a:lnTo>
                <a:lnTo>
                  <a:pt x="17801" y="16501"/>
                </a:lnTo>
                <a:lnTo>
                  <a:pt x="15429" y="20796"/>
                </a:lnTo>
                <a:lnTo>
                  <a:pt x="13216" y="21252"/>
                </a:lnTo>
                <a:lnTo>
                  <a:pt x="11013" y="21506"/>
                </a:lnTo>
                <a:lnTo>
                  <a:pt x="8816" y="21600"/>
                </a:lnTo>
                <a:lnTo>
                  <a:pt x="6619" y="21557"/>
                </a:lnTo>
                <a:lnTo>
                  <a:pt x="4422" y="21390"/>
                </a:lnTo>
                <a:lnTo>
                  <a:pt x="2216" y="21129"/>
                </a:lnTo>
                <a:lnTo>
                  <a:pt x="0" y="20796"/>
                </a:lnTo>
                <a:lnTo>
                  <a:pt x="3178" y="14125"/>
                </a:lnTo>
                <a:lnTo>
                  <a:pt x="5712" y="8946"/>
                </a:lnTo>
                <a:lnTo>
                  <a:pt x="7751" y="5114"/>
                </a:lnTo>
                <a:lnTo>
                  <a:pt x="9442" y="2463"/>
                </a:lnTo>
                <a:lnTo>
                  <a:pt x="10927" y="833"/>
                </a:lnTo>
                <a:lnTo>
                  <a:pt x="12352" y="65"/>
                </a:lnTo>
                <a:lnTo>
                  <a:pt x="13867" y="0"/>
                </a:lnTo>
                <a:lnTo>
                  <a:pt x="15614" y="471"/>
                </a:lnTo>
                <a:lnTo>
                  <a:pt x="17743" y="1326"/>
                </a:lnTo>
                <a:close/>
              </a:path>
            </a:pathLst>
          </a:custGeom>
          <a:solidFill>
            <a:srgbClr val="8F73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2" name="contour_17050"/>
          <p:cNvSpPr/>
          <p:nvPr/>
        </p:nvSpPr>
        <p:spPr>
          <a:xfrm>
            <a:off x="9630523" y="498498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6B6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3" name="contour_17051"/>
          <p:cNvSpPr/>
          <p:nvPr/>
        </p:nvSpPr>
        <p:spPr>
          <a:xfrm>
            <a:off x="8530037" y="5006850"/>
            <a:ext cx="51016" cy="285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944" y="993"/>
                </a:lnTo>
                <a:lnTo>
                  <a:pt x="3888" y="1985"/>
                </a:lnTo>
                <a:lnTo>
                  <a:pt x="5835" y="2978"/>
                </a:lnTo>
                <a:lnTo>
                  <a:pt x="7785" y="3976"/>
                </a:lnTo>
                <a:lnTo>
                  <a:pt x="9742" y="4974"/>
                </a:lnTo>
                <a:lnTo>
                  <a:pt x="11698" y="5972"/>
                </a:lnTo>
                <a:lnTo>
                  <a:pt x="13664" y="6976"/>
                </a:lnTo>
                <a:lnTo>
                  <a:pt x="15635" y="7985"/>
                </a:lnTo>
                <a:lnTo>
                  <a:pt x="17613" y="8994"/>
                </a:lnTo>
                <a:lnTo>
                  <a:pt x="19604" y="10009"/>
                </a:lnTo>
                <a:lnTo>
                  <a:pt x="21600" y="11029"/>
                </a:lnTo>
                <a:lnTo>
                  <a:pt x="18372" y="14398"/>
                </a:lnTo>
                <a:lnTo>
                  <a:pt x="15802" y="17006"/>
                </a:lnTo>
                <a:lnTo>
                  <a:pt x="13738" y="18948"/>
                </a:lnTo>
                <a:lnTo>
                  <a:pt x="12034" y="20293"/>
                </a:lnTo>
                <a:lnTo>
                  <a:pt x="10550" y="21126"/>
                </a:lnTo>
                <a:lnTo>
                  <a:pt x="9137" y="21539"/>
                </a:lnTo>
                <a:lnTo>
                  <a:pt x="7646" y="21600"/>
                </a:lnTo>
                <a:lnTo>
                  <a:pt x="5937" y="21401"/>
                </a:lnTo>
                <a:lnTo>
                  <a:pt x="3857" y="21021"/>
                </a:lnTo>
                <a:lnTo>
                  <a:pt x="2583" y="19543"/>
                </a:lnTo>
                <a:lnTo>
                  <a:pt x="1299" y="18054"/>
                </a:lnTo>
                <a:lnTo>
                  <a:pt x="0" y="16543"/>
                </a:lnTo>
                <a:lnTo>
                  <a:pt x="0" y="13268"/>
                </a:lnTo>
                <a:lnTo>
                  <a:pt x="0" y="9981"/>
                </a:lnTo>
                <a:lnTo>
                  <a:pt x="0" y="6683"/>
                </a:lnTo>
                <a:lnTo>
                  <a:pt x="0" y="3358"/>
                </a:lnTo>
                <a:lnTo>
                  <a:pt x="0" y="0"/>
                </a:lnTo>
                <a:close/>
              </a:path>
            </a:pathLst>
          </a:custGeom>
          <a:solidFill>
            <a:srgbClr val="E2E9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4" name="contour_17052"/>
          <p:cNvSpPr/>
          <p:nvPr/>
        </p:nvSpPr>
        <p:spPr>
          <a:xfrm>
            <a:off x="8493597" y="5006690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"/>
                </a:moveTo>
                <a:lnTo>
                  <a:pt x="7452" y="0"/>
                </a:lnTo>
                <a:lnTo>
                  <a:pt x="9763" y="465"/>
                </a:lnTo>
                <a:lnTo>
                  <a:pt x="13228" y="1944"/>
                </a:lnTo>
                <a:lnTo>
                  <a:pt x="14412" y="2416"/>
                </a:lnTo>
                <a:lnTo>
                  <a:pt x="17971" y="3845"/>
                </a:lnTo>
                <a:lnTo>
                  <a:pt x="19773" y="5561"/>
                </a:lnTo>
                <a:lnTo>
                  <a:pt x="21600" y="7305"/>
                </a:lnTo>
                <a:lnTo>
                  <a:pt x="21600" y="12029"/>
                </a:lnTo>
                <a:lnTo>
                  <a:pt x="21600" y="16783"/>
                </a:lnTo>
                <a:lnTo>
                  <a:pt x="21600" y="21600"/>
                </a:lnTo>
                <a:lnTo>
                  <a:pt x="18926" y="20714"/>
                </a:lnTo>
                <a:lnTo>
                  <a:pt x="16252" y="19827"/>
                </a:lnTo>
                <a:lnTo>
                  <a:pt x="13569" y="18941"/>
                </a:lnTo>
                <a:lnTo>
                  <a:pt x="10882" y="18055"/>
                </a:lnTo>
                <a:lnTo>
                  <a:pt x="8182" y="17161"/>
                </a:lnTo>
                <a:lnTo>
                  <a:pt x="5469" y="16261"/>
                </a:lnTo>
                <a:lnTo>
                  <a:pt x="2743" y="15360"/>
                </a:lnTo>
                <a:lnTo>
                  <a:pt x="0" y="14452"/>
                </a:lnTo>
                <a:lnTo>
                  <a:pt x="1071" y="10914"/>
                </a:lnTo>
                <a:lnTo>
                  <a:pt x="2143" y="7362"/>
                </a:lnTo>
                <a:lnTo>
                  <a:pt x="3227" y="3781"/>
                </a:lnTo>
                <a:lnTo>
                  <a:pt x="4320" y="157"/>
                </a:lnTo>
                <a:close/>
              </a:path>
            </a:pathLst>
          </a:custGeom>
          <a:solidFill>
            <a:srgbClr val="E6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5" name="contour_17053"/>
          <p:cNvSpPr/>
          <p:nvPr/>
        </p:nvSpPr>
        <p:spPr>
          <a:xfrm>
            <a:off x="11292186" y="4977698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46"/>
                </a:lnTo>
                <a:lnTo>
                  <a:pt x="21600" y="9547"/>
                </a:lnTo>
                <a:lnTo>
                  <a:pt x="21600" y="11963"/>
                </a:lnTo>
                <a:lnTo>
                  <a:pt x="21600" y="14400"/>
                </a:lnTo>
                <a:lnTo>
                  <a:pt x="16841" y="14400"/>
                </a:lnTo>
                <a:lnTo>
                  <a:pt x="12053" y="14400"/>
                </a:lnTo>
                <a:lnTo>
                  <a:pt x="7200" y="14400"/>
                </a:lnTo>
                <a:lnTo>
                  <a:pt x="5414" y="16182"/>
                </a:lnTo>
                <a:lnTo>
                  <a:pt x="3629" y="17971"/>
                </a:lnTo>
                <a:lnTo>
                  <a:pt x="1822" y="19775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76" y="14465"/>
                </a:lnTo>
                <a:lnTo>
                  <a:pt x="3175" y="12078"/>
                </a:lnTo>
                <a:lnTo>
                  <a:pt x="3974" y="9684"/>
                </a:lnTo>
                <a:lnTo>
                  <a:pt x="4774" y="7279"/>
                </a:lnTo>
                <a:lnTo>
                  <a:pt x="5580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7979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6" name="contour_17054"/>
          <p:cNvSpPr/>
          <p:nvPr/>
        </p:nvSpPr>
        <p:spPr>
          <a:xfrm>
            <a:off x="9601372" y="497769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450" y="18775"/>
                </a:lnTo>
                <a:lnTo>
                  <a:pt x="4399" y="16705"/>
                </a:lnTo>
                <a:lnTo>
                  <a:pt x="3622" y="14386"/>
                </a:lnTo>
                <a:lnTo>
                  <a:pt x="2700" y="10800"/>
                </a:lnTo>
                <a:lnTo>
                  <a:pt x="1886" y="7785"/>
                </a:lnTo>
                <a:lnTo>
                  <a:pt x="1066" y="4726"/>
                </a:lnTo>
                <a:lnTo>
                  <a:pt x="799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9282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7" name="contour_17055"/>
          <p:cNvSpPr/>
          <p:nvPr/>
        </p:nvSpPr>
        <p:spPr>
          <a:xfrm>
            <a:off x="3552339" y="4984986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15" y="3432"/>
                </a:lnTo>
                <a:lnTo>
                  <a:pt x="18689" y="6143"/>
                </a:lnTo>
                <a:lnTo>
                  <a:pt x="19575" y="10447"/>
                </a:lnTo>
                <a:lnTo>
                  <a:pt x="20185" y="13362"/>
                </a:lnTo>
                <a:lnTo>
                  <a:pt x="20801" y="16324"/>
                </a:lnTo>
                <a:lnTo>
                  <a:pt x="21200" y="18591"/>
                </a:lnTo>
                <a:lnTo>
                  <a:pt x="21600" y="20895"/>
                </a:lnTo>
                <a:lnTo>
                  <a:pt x="17744" y="21365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65"/>
                </a:lnTo>
                <a:lnTo>
                  <a:pt x="5400" y="20895"/>
                </a:lnTo>
                <a:lnTo>
                  <a:pt x="3413" y="17165"/>
                </a:lnTo>
                <a:lnTo>
                  <a:pt x="2138" y="14485"/>
                </a:lnTo>
                <a:lnTo>
                  <a:pt x="1318" y="12103"/>
                </a:lnTo>
                <a:lnTo>
                  <a:pt x="691" y="9267"/>
                </a:lnTo>
                <a:lnTo>
                  <a:pt x="0" y="5224"/>
                </a:lnTo>
                <a:lnTo>
                  <a:pt x="2678" y="2633"/>
                </a:lnTo>
                <a:lnTo>
                  <a:pt x="5400" y="0"/>
                </a:lnTo>
                <a:close/>
              </a:path>
            </a:pathLst>
          </a:custGeom>
          <a:solidFill>
            <a:srgbClr val="6D8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8" name="contour_17056"/>
          <p:cNvSpPr/>
          <p:nvPr/>
        </p:nvSpPr>
        <p:spPr>
          <a:xfrm>
            <a:off x="5716872" y="495583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05" y="875"/>
                </a:lnTo>
                <a:lnTo>
                  <a:pt x="4484" y="1804"/>
                </a:lnTo>
                <a:lnTo>
                  <a:pt x="6557" y="2808"/>
                </a:lnTo>
                <a:lnTo>
                  <a:pt x="8541" y="3904"/>
                </a:lnTo>
                <a:lnTo>
                  <a:pt x="10461" y="5125"/>
                </a:lnTo>
                <a:lnTo>
                  <a:pt x="12327" y="6480"/>
                </a:lnTo>
                <a:lnTo>
                  <a:pt x="14167" y="8008"/>
                </a:lnTo>
                <a:lnTo>
                  <a:pt x="15993" y="9720"/>
                </a:lnTo>
                <a:lnTo>
                  <a:pt x="17829" y="11637"/>
                </a:lnTo>
                <a:lnTo>
                  <a:pt x="19690" y="13792"/>
                </a:lnTo>
                <a:lnTo>
                  <a:pt x="21600" y="16200"/>
                </a:lnTo>
                <a:lnTo>
                  <a:pt x="19678" y="17356"/>
                </a:lnTo>
                <a:lnTo>
                  <a:pt x="17783" y="18430"/>
                </a:lnTo>
                <a:lnTo>
                  <a:pt x="15901" y="19391"/>
                </a:lnTo>
                <a:lnTo>
                  <a:pt x="14012" y="20218"/>
                </a:lnTo>
                <a:lnTo>
                  <a:pt x="12111" y="20876"/>
                </a:lnTo>
                <a:lnTo>
                  <a:pt x="10180" y="21346"/>
                </a:lnTo>
                <a:lnTo>
                  <a:pt x="8205" y="21595"/>
                </a:lnTo>
                <a:lnTo>
                  <a:pt x="6171" y="21600"/>
                </a:lnTo>
                <a:lnTo>
                  <a:pt x="4826" y="18841"/>
                </a:lnTo>
                <a:lnTo>
                  <a:pt x="3694" y="15995"/>
                </a:lnTo>
                <a:lnTo>
                  <a:pt x="2737" y="13046"/>
                </a:lnTo>
                <a:lnTo>
                  <a:pt x="1925" y="9990"/>
                </a:lnTo>
                <a:lnTo>
                  <a:pt x="1222" y="6799"/>
                </a:lnTo>
                <a:lnTo>
                  <a:pt x="592" y="3478"/>
                </a:lnTo>
                <a:lnTo>
                  <a:pt x="0" y="0"/>
                </a:lnTo>
                <a:close/>
              </a:path>
            </a:pathLst>
          </a:custGeom>
          <a:solidFill>
            <a:srgbClr val="E4EB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59" name="contour_17057"/>
          <p:cNvSpPr/>
          <p:nvPr/>
        </p:nvSpPr>
        <p:spPr>
          <a:xfrm>
            <a:off x="4120802" y="494854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36" y="1166"/>
                </a:lnTo>
                <a:lnTo>
                  <a:pt x="18263" y="2009"/>
                </a:lnTo>
                <a:lnTo>
                  <a:pt x="19660" y="2925"/>
                </a:lnTo>
                <a:lnTo>
                  <a:pt x="21600" y="4320"/>
                </a:lnTo>
                <a:lnTo>
                  <a:pt x="19922" y="6493"/>
                </a:lnTo>
                <a:lnTo>
                  <a:pt x="18241" y="8657"/>
                </a:lnTo>
                <a:lnTo>
                  <a:pt x="16549" y="10813"/>
                </a:lnTo>
                <a:lnTo>
                  <a:pt x="14850" y="12960"/>
                </a:lnTo>
                <a:lnTo>
                  <a:pt x="14292" y="13677"/>
                </a:lnTo>
                <a:lnTo>
                  <a:pt x="13306" y="14934"/>
                </a:lnTo>
                <a:lnTo>
                  <a:pt x="11052" y="17820"/>
                </a:lnTo>
                <a:lnTo>
                  <a:pt x="9115" y="19665"/>
                </a:lnTo>
                <a:lnTo>
                  <a:pt x="7571" y="20784"/>
                </a:lnTo>
                <a:lnTo>
                  <a:pt x="5890" y="21358"/>
                </a:lnTo>
                <a:lnTo>
                  <a:pt x="3546" y="21570"/>
                </a:lnTo>
                <a:lnTo>
                  <a:pt x="0" y="21600"/>
                </a:lnTo>
                <a:lnTo>
                  <a:pt x="706" y="18157"/>
                </a:lnTo>
                <a:lnTo>
                  <a:pt x="1462" y="15198"/>
                </a:lnTo>
                <a:lnTo>
                  <a:pt x="2351" y="12593"/>
                </a:lnTo>
                <a:lnTo>
                  <a:pt x="3449" y="10221"/>
                </a:lnTo>
                <a:lnTo>
                  <a:pt x="4835" y="7957"/>
                </a:lnTo>
                <a:lnTo>
                  <a:pt x="6584" y="5672"/>
                </a:lnTo>
                <a:lnTo>
                  <a:pt x="8777" y="3240"/>
                </a:lnTo>
                <a:lnTo>
                  <a:pt x="10634" y="2169"/>
                </a:lnTo>
                <a:lnTo>
                  <a:pt x="12503" y="1093"/>
                </a:lnTo>
                <a:lnTo>
                  <a:pt x="14400" y="0"/>
                </a:lnTo>
                <a:close/>
              </a:path>
            </a:pathLst>
          </a:custGeom>
          <a:solidFill>
            <a:srgbClr val="9495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0" name="contour_17058"/>
          <p:cNvSpPr/>
          <p:nvPr/>
        </p:nvSpPr>
        <p:spPr>
          <a:xfrm>
            <a:off x="11066258" y="49558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795" y="5213"/>
                </a:lnTo>
                <a:lnTo>
                  <a:pt x="5430" y="3607"/>
                </a:lnTo>
                <a:lnTo>
                  <a:pt x="7975" y="2354"/>
                </a:lnTo>
                <a:lnTo>
                  <a:pt x="10493" y="1411"/>
                </a:lnTo>
                <a:lnTo>
                  <a:pt x="13051" y="734"/>
                </a:lnTo>
                <a:lnTo>
                  <a:pt x="15708" y="302"/>
                </a:lnTo>
                <a:lnTo>
                  <a:pt x="18537" y="72"/>
                </a:lnTo>
                <a:lnTo>
                  <a:pt x="21600" y="0"/>
                </a:lnTo>
                <a:close/>
              </a:path>
            </a:pathLst>
          </a:custGeom>
          <a:solidFill>
            <a:srgbClr val="2A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1" name="contour_17059"/>
          <p:cNvSpPr/>
          <p:nvPr/>
        </p:nvSpPr>
        <p:spPr>
          <a:xfrm>
            <a:off x="4703185" y="4955834"/>
            <a:ext cx="3709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2" y="0"/>
                </a:moveTo>
                <a:lnTo>
                  <a:pt x="908" y="2143"/>
                </a:lnTo>
                <a:lnTo>
                  <a:pt x="1443" y="4320"/>
                </a:lnTo>
                <a:lnTo>
                  <a:pt x="3021" y="6463"/>
                </a:lnTo>
                <a:lnTo>
                  <a:pt x="4626" y="8640"/>
                </a:lnTo>
                <a:lnTo>
                  <a:pt x="7494" y="8955"/>
                </a:lnTo>
                <a:lnTo>
                  <a:pt x="10299" y="9094"/>
                </a:lnTo>
                <a:lnTo>
                  <a:pt x="13079" y="9094"/>
                </a:lnTo>
                <a:lnTo>
                  <a:pt x="15863" y="8994"/>
                </a:lnTo>
                <a:lnTo>
                  <a:pt x="18689" y="8834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8697" y="18870"/>
                </a:lnTo>
                <a:lnTo>
                  <a:pt x="16584" y="19889"/>
                </a:lnTo>
                <a:lnTo>
                  <a:pt x="14649" y="20546"/>
                </a:lnTo>
                <a:lnTo>
                  <a:pt x="12281" y="21047"/>
                </a:lnTo>
                <a:lnTo>
                  <a:pt x="8869" y="21600"/>
                </a:lnTo>
                <a:lnTo>
                  <a:pt x="5903" y="19643"/>
                </a:lnTo>
                <a:lnTo>
                  <a:pt x="4027" y="18092"/>
                </a:lnTo>
                <a:lnTo>
                  <a:pt x="2453" y="16131"/>
                </a:lnTo>
                <a:lnTo>
                  <a:pt x="382" y="12960"/>
                </a:lnTo>
                <a:lnTo>
                  <a:pt x="127" y="9487"/>
                </a:lnTo>
                <a:lnTo>
                  <a:pt x="0" y="7076"/>
                </a:lnTo>
                <a:lnTo>
                  <a:pt x="0" y="5106"/>
                </a:lnTo>
                <a:lnTo>
                  <a:pt x="127" y="2955"/>
                </a:lnTo>
                <a:lnTo>
                  <a:pt x="382" y="0"/>
                </a:lnTo>
                <a:close/>
              </a:path>
            </a:pathLst>
          </a:custGeom>
          <a:solidFill>
            <a:srgbClr val="534C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2" name="contour_17060"/>
          <p:cNvSpPr/>
          <p:nvPr/>
        </p:nvSpPr>
        <p:spPr>
          <a:xfrm>
            <a:off x="3931314" y="495583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02" y="335"/>
                </a:lnTo>
                <a:lnTo>
                  <a:pt x="8550" y="923"/>
                </a:lnTo>
                <a:lnTo>
                  <a:pt x="10951" y="1739"/>
                </a:lnTo>
                <a:lnTo>
                  <a:pt x="13320" y="2770"/>
                </a:lnTo>
                <a:lnTo>
                  <a:pt x="15664" y="3996"/>
                </a:lnTo>
                <a:lnTo>
                  <a:pt x="18000" y="5400"/>
                </a:lnTo>
                <a:lnTo>
                  <a:pt x="19577" y="8797"/>
                </a:lnTo>
                <a:lnTo>
                  <a:pt x="20477" y="11054"/>
                </a:lnTo>
                <a:lnTo>
                  <a:pt x="21038" y="13181"/>
                </a:lnTo>
                <a:lnTo>
                  <a:pt x="21600" y="16200"/>
                </a:lnTo>
                <a:lnTo>
                  <a:pt x="20099" y="15428"/>
                </a:lnTo>
                <a:lnTo>
                  <a:pt x="18576" y="14639"/>
                </a:lnTo>
                <a:lnTo>
                  <a:pt x="16301" y="13613"/>
                </a:lnTo>
                <a:lnTo>
                  <a:pt x="14065" y="12685"/>
                </a:lnTo>
                <a:lnTo>
                  <a:pt x="11826" y="11885"/>
                </a:lnTo>
                <a:lnTo>
                  <a:pt x="9551" y="11243"/>
                </a:lnTo>
                <a:lnTo>
                  <a:pt x="7200" y="10800"/>
                </a:lnTo>
                <a:lnTo>
                  <a:pt x="5623" y="13819"/>
                </a:lnTo>
                <a:lnTo>
                  <a:pt x="4723" y="15946"/>
                </a:lnTo>
                <a:lnTo>
                  <a:pt x="4162" y="18203"/>
                </a:lnTo>
                <a:lnTo>
                  <a:pt x="3600" y="21600"/>
                </a:lnTo>
                <a:lnTo>
                  <a:pt x="2599" y="17744"/>
                </a:lnTo>
                <a:lnTo>
                  <a:pt x="1912" y="14974"/>
                </a:lnTo>
                <a:lnTo>
                  <a:pt x="1364" y="12512"/>
                </a:lnTo>
                <a:lnTo>
                  <a:pt x="785" y="9580"/>
                </a:lnTo>
                <a:lnTo>
                  <a:pt x="0" y="5400"/>
                </a:lnTo>
                <a:lnTo>
                  <a:pt x="1786" y="2722"/>
                </a:lnTo>
                <a:lnTo>
                  <a:pt x="3600" y="0"/>
                </a:lnTo>
                <a:close/>
              </a:path>
            </a:pathLst>
          </a:custGeom>
          <a:solidFill>
            <a:srgbClr val="5248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3" name="contour_17061"/>
          <p:cNvSpPr/>
          <p:nvPr/>
        </p:nvSpPr>
        <p:spPr>
          <a:xfrm>
            <a:off x="1846949" y="494854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86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163" y="5789"/>
                </a:lnTo>
                <a:lnTo>
                  <a:pt x="16649" y="7481"/>
                </a:lnTo>
                <a:lnTo>
                  <a:pt x="17945" y="10123"/>
                </a:lnTo>
                <a:lnTo>
                  <a:pt x="19457" y="1455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E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4" name="contour_17062"/>
          <p:cNvSpPr/>
          <p:nvPr/>
        </p:nvSpPr>
        <p:spPr>
          <a:xfrm>
            <a:off x="11569129" y="4933613"/>
            <a:ext cx="36440" cy="234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0"/>
                </a:moveTo>
                <a:lnTo>
                  <a:pt x="21047" y="5333"/>
                </a:lnTo>
                <a:lnTo>
                  <a:pt x="20546" y="8883"/>
                </a:lnTo>
                <a:lnTo>
                  <a:pt x="19889" y="11950"/>
                </a:lnTo>
                <a:lnTo>
                  <a:pt x="18870" y="15501"/>
                </a:lnTo>
                <a:lnTo>
                  <a:pt x="17280" y="20504"/>
                </a:lnTo>
                <a:lnTo>
                  <a:pt x="14321" y="21257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5"/>
                </a:lnTo>
                <a:lnTo>
                  <a:pt x="3041" y="20968"/>
                </a:lnTo>
                <a:lnTo>
                  <a:pt x="0" y="20504"/>
                </a:lnTo>
                <a:lnTo>
                  <a:pt x="0" y="16059"/>
                </a:lnTo>
                <a:lnTo>
                  <a:pt x="0" y="11587"/>
                </a:lnTo>
                <a:lnTo>
                  <a:pt x="0" y="7054"/>
                </a:lnTo>
                <a:lnTo>
                  <a:pt x="2527" y="4418"/>
                </a:lnTo>
                <a:lnTo>
                  <a:pt x="5063" y="2508"/>
                </a:lnTo>
                <a:lnTo>
                  <a:pt x="7629" y="1217"/>
                </a:lnTo>
                <a:lnTo>
                  <a:pt x="10243" y="444"/>
                </a:lnTo>
                <a:lnTo>
                  <a:pt x="12925" y="67"/>
                </a:lnTo>
                <a:lnTo>
                  <a:pt x="15699" y="0"/>
                </a:lnTo>
                <a:lnTo>
                  <a:pt x="18585" y="121"/>
                </a:lnTo>
                <a:lnTo>
                  <a:pt x="21600" y="330"/>
                </a:lnTo>
                <a:close/>
              </a:path>
            </a:pathLst>
          </a:custGeom>
          <a:solidFill>
            <a:srgbClr val="4C4A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5" name="contour_17063"/>
          <p:cNvSpPr/>
          <p:nvPr/>
        </p:nvSpPr>
        <p:spPr>
          <a:xfrm>
            <a:off x="10876770" y="4941047"/>
            <a:ext cx="37424" cy="293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32" y="155"/>
                </a:moveTo>
                <a:lnTo>
                  <a:pt x="21411" y="3983"/>
                </a:lnTo>
                <a:lnTo>
                  <a:pt x="21600" y="6734"/>
                </a:lnTo>
                <a:lnTo>
                  <a:pt x="21600" y="9178"/>
                </a:lnTo>
                <a:lnTo>
                  <a:pt x="21411" y="12089"/>
                </a:lnTo>
                <a:lnTo>
                  <a:pt x="21032" y="16239"/>
                </a:lnTo>
                <a:lnTo>
                  <a:pt x="17903" y="18051"/>
                </a:lnTo>
                <a:lnTo>
                  <a:pt x="15682" y="19236"/>
                </a:lnTo>
                <a:lnTo>
                  <a:pt x="13763" y="20051"/>
                </a:lnTo>
                <a:lnTo>
                  <a:pt x="11542" y="20753"/>
                </a:lnTo>
                <a:lnTo>
                  <a:pt x="8413" y="21600"/>
                </a:lnTo>
                <a:lnTo>
                  <a:pt x="8413" y="18056"/>
                </a:lnTo>
                <a:lnTo>
                  <a:pt x="8413" y="14491"/>
                </a:lnTo>
                <a:lnTo>
                  <a:pt x="8413" y="10878"/>
                </a:lnTo>
                <a:lnTo>
                  <a:pt x="5914" y="8910"/>
                </a:lnTo>
                <a:lnTo>
                  <a:pt x="4206" y="7693"/>
                </a:lnTo>
                <a:lnTo>
                  <a:pt x="2499" y="6734"/>
                </a:lnTo>
                <a:lnTo>
                  <a:pt x="0" y="5517"/>
                </a:lnTo>
                <a:lnTo>
                  <a:pt x="2616" y="3656"/>
                </a:lnTo>
                <a:lnTo>
                  <a:pt x="5136" y="2241"/>
                </a:lnTo>
                <a:lnTo>
                  <a:pt x="7609" y="1228"/>
                </a:lnTo>
                <a:lnTo>
                  <a:pt x="10087" y="552"/>
                </a:lnTo>
                <a:lnTo>
                  <a:pt x="12615" y="161"/>
                </a:lnTo>
                <a:lnTo>
                  <a:pt x="15248" y="0"/>
                </a:lnTo>
                <a:lnTo>
                  <a:pt x="18037" y="16"/>
                </a:lnTo>
                <a:lnTo>
                  <a:pt x="21032" y="155"/>
                </a:lnTo>
                <a:close/>
              </a:path>
            </a:pathLst>
          </a:custGeom>
          <a:solidFill>
            <a:srgbClr val="D8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6" name="contour_17064"/>
          <p:cNvSpPr/>
          <p:nvPr/>
        </p:nvSpPr>
        <p:spPr>
          <a:xfrm>
            <a:off x="8245805" y="493397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8127" y="20529"/>
                </a:lnTo>
                <a:lnTo>
                  <a:pt x="5438" y="19457"/>
                </a:lnTo>
                <a:lnTo>
                  <a:pt x="2738" y="18373"/>
                </a:lnTo>
                <a:lnTo>
                  <a:pt x="0" y="17280"/>
                </a:lnTo>
                <a:lnTo>
                  <a:pt x="157" y="14148"/>
                </a:lnTo>
                <a:lnTo>
                  <a:pt x="680" y="11837"/>
                </a:lnTo>
                <a:lnTo>
                  <a:pt x="2025" y="8372"/>
                </a:lnTo>
                <a:lnTo>
                  <a:pt x="2927" y="6018"/>
                </a:lnTo>
                <a:lnTo>
                  <a:pt x="3839" y="3629"/>
                </a:lnTo>
                <a:lnTo>
                  <a:pt x="4228" y="2726"/>
                </a:lnTo>
                <a:lnTo>
                  <a:pt x="5400" y="0"/>
                </a:lnTo>
                <a:close/>
              </a:path>
            </a:pathLst>
          </a:custGeom>
          <a:solidFill>
            <a:srgbClr val="E8E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7" name="contour_17065"/>
          <p:cNvSpPr/>
          <p:nvPr/>
        </p:nvSpPr>
        <p:spPr>
          <a:xfrm>
            <a:off x="5585688" y="49339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2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8" name="contour_17066"/>
          <p:cNvSpPr/>
          <p:nvPr/>
        </p:nvSpPr>
        <p:spPr>
          <a:xfrm>
            <a:off x="11416081" y="492668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4" y="0"/>
                </a:lnTo>
                <a:lnTo>
                  <a:pt x="6437" y="0"/>
                </a:lnTo>
                <a:lnTo>
                  <a:pt x="8608" y="0"/>
                </a:lnTo>
                <a:lnTo>
                  <a:pt x="10800" y="0"/>
                </a:lnTo>
                <a:lnTo>
                  <a:pt x="10800" y="4759"/>
                </a:lnTo>
                <a:lnTo>
                  <a:pt x="10800" y="9547"/>
                </a:lnTo>
                <a:lnTo>
                  <a:pt x="10800" y="14400"/>
                </a:lnTo>
                <a:lnTo>
                  <a:pt x="13478" y="16618"/>
                </a:lnTo>
                <a:lnTo>
                  <a:pt x="15379" y="18101"/>
                </a:lnTo>
                <a:lnTo>
                  <a:pt x="17021" y="19195"/>
                </a:lnTo>
                <a:lnTo>
                  <a:pt x="18922" y="20246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978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69" name="contour_17067"/>
          <p:cNvSpPr/>
          <p:nvPr/>
        </p:nvSpPr>
        <p:spPr>
          <a:xfrm>
            <a:off x="5746024" y="4926682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78" y="2782"/>
                </a:lnTo>
                <a:lnTo>
                  <a:pt x="19526" y="5573"/>
                </a:lnTo>
                <a:lnTo>
                  <a:pt x="20250" y="8372"/>
                </a:lnTo>
                <a:lnTo>
                  <a:pt x="20563" y="9539"/>
                </a:lnTo>
                <a:lnTo>
                  <a:pt x="21517" y="13077"/>
                </a:lnTo>
                <a:lnTo>
                  <a:pt x="21557" y="15163"/>
                </a:lnTo>
                <a:lnTo>
                  <a:pt x="21600" y="17280"/>
                </a:lnTo>
                <a:lnTo>
                  <a:pt x="19778" y="19021"/>
                </a:lnTo>
                <a:lnTo>
                  <a:pt x="18421" y="20049"/>
                </a:lnTo>
                <a:lnTo>
                  <a:pt x="16855" y="20775"/>
                </a:lnTo>
                <a:lnTo>
                  <a:pt x="14400" y="21600"/>
                </a:lnTo>
                <a:lnTo>
                  <a:pt x="12114" y="20710"/>
                </a:lnTo>
                <a:lnTo>
                  <a:pt x="10555" y="19993"/>
                </a:lnTo>
                <a:lnTo>
                  <a:pt x="9007" y="19064"/>
                </a:lnTo>
                <a:lnTo>
                  <a:pt x="6750" y="17548"/>
                </a:lnTo>
                <a:lnTo>
                  <a:pt x="5792" y="16917"/>
                </a:lnTo>
                <a:lnTo>
                  <a:pt x="2898" y="15003"/>
                </a:lnTo>
                <a:lnTo>
                  <a:pt x="1458" y="13988"/>
                </a:lnTo>
                <a:lnTo>
                  <a:pt x="0" y="12960"/>
                </a:lnTo>
                <a:lnTo>
                  <a:pt x="1026" y="13081"/>
                </a:lnTo>
                <a:lnTo>
                  <a:pt x="2837" y="13288"/>
                </a:lnTo>
                <a:lnTo>
                  <a:pt x="6977" y="13772"/>
                </a:lnTo>
                <a:lnTo>
                  <a:pt x="9904" y="13772"/>
                </a:lnTo>
                <a:lnTo>
                  <a:pt x="11830" y="13565"/>
                </a:lnTo>
                <a:lnTo>
                  <a:pt x="14400" y="12960"/>
                </a:lnTo>
                <a:lnTo>
                  <a:pt x="15725" y="9746"/>
                </a:lnTo>
                <a:lnTo>
                  <a:pt x="16574" y="7465"/>
                </a:lnTo>
                <a:lnTo>
                  <a:pt x="17122" y="5495"/>
                </a:lnTo>
                <a:lnTo>
                  <a:pt x="17539" y="3214"/>
                </a:lnTo>
                <a:lnTo>
                  <a:pt x="18000" y="0"/>
                </a:lnTo>
                <a:close/>
              </a:path>
            </a:pathLst>
          </a:custGeom>
          <a:solidFill>
            <a:srgbClr val="9A98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0" name="contour_17068"/>
          <p:cNvSpPr/>
          <p:nvPr/>
        </p:nvSpPr>
        <p:spPr>
          <a:xfrm>
            <a:off x="3683522" y="491939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78" y="59"/>
                </a:lnTo>
                <a:lnTo>
                  <a:pt x="12226" y="535"/>
                </a:lnTo>
                <a:lnTo>
                  <a:pt x="14591" y="1366"/>
                </a:lnTo>
                <a:lnTo>
                  <a:pt x="16909" y="2495"/>
                </a:lnTo>
                <a:lnTo>
                  <a:pt x="19231" y="3856"/>
                </a:lnTo>
                <a:lnTo>
                  <a:pt x="21600" y="5400"/>
                </a:lnTo>
                <a:lnTo>
                  <a:pt x="19922" y="7441"/>
                </a:lnTo>
                <a:lnTo>
                  <a:pt x="18238" y="9472"/>
                </a:lnTo>
                <a:lnTo>
                  <a:pt x="16546" y="11491"/>
                </a:lnTo>
                <a:lnTo>
                  <a:pt x="14850" y="13500"/>
                </a:lnTo>
                <a:lnTo>
                  <a:pt x="12967" y="15763"/>
                </a:lnTo>
                <a:lnTo>
                  <a:pt x="11052" y="18058"/>
                </a:lnTo>
                <a:lnTo>
                  <a:pt x="9115" y="19786"/>
                </a:lnTo>
                <a:lnTo>
                  <a:pt x="7571" y="20833"/>
                </a:lnTo>
                <a:lnTo>
                  <a:pt x="5890" y="21373"/>
                </a:lnTo>
                <a:lnTo>
                  <a:pt x="3546" y="21573"/>
                </a:lnTo>
                <a:lnTo>
                  <a:pt x="0" y="21600"/>
                </a:lnTo>
                <a:lnTo>
                  <a:pt x="752" y="18214"/>
                </a:lnTo>
                <a:lnTo>
                  <a:pt x="1544" y="14936"/>
                </a:lnTo>
                <a:lnTo>
                  <a:pt x="2401" y="11756"/>
                </a:lnTo>
                <a:lnTo>
                  <a:pt x="3362" y="8678"/>
                </a:lnTo>
                <a:lnTo>
                  <a:pt x="4457" y="5692"/>
                </a:lnTo>
                <a:lnTo>
                  <a:pt x="5728" y="2803"/>
                </a:lnTo>
                <a:lnTo>
                  <a:pt x="7200" y="0"/>
                </a:lnTo>
                <a:close/>
              </a:path>
            </a:pathLst>
          </a:custGeom>
          <a:solidFill>
            <a:srgbClr val="6266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1" name="contour_17069"/>
          <p:cNvSpPr/>
          <p:nvPr/>
        </p:nvSpPr>
        <p:spPr>
          <a:xfrm>
            <a:off x="1584581" y="4919394"/>
            <a:ext cx="3057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47" y="0"/>
                </a:moveTo>
                <a:lnTo>
                  <a:pt x="18001" y="0"/>
                </a:lnTo>
                <a:lnTo>
                  <a:pt x="20596" y="0"/>
                </a:lnTo>
                <a:lnTo>
                  <a:pt x="20792" y="2192"/>
                </a:lnTo>
                <a:lnTo>
                  <a:pt x="20962" y="4388"/>
                </a:lnTo>
                <a:lnTo>
                  <a:pt x="21111" y="6581"/>
                </a:lnTo>
                <a:lnTo>
                  <a:pt x="21240" y="8777"/>
                </a:lnTo>
                <a:lnTo>
                  <a:pt x="21420" y="11225"/>
                </a:lnTo>
                <a:lnTo>
                  <a:pt x="21600" y="13712"/>
                </a:lnTo>
                <a:lnTo>
                  <a:pt x="20946" y="16232"/>
                </a:lnTo>
                <a:lnTo>
                  <a:pt x="20117" y="17788"/>
                </a:lnTo>
                <a:lnTo>
                  <a:pt x="18572" y="19026"/>
                </a:lnTo>
                <a:lnTo>
                  <a:pt x="15766" y="20588"/>
                </a:lnTo>
                <a:lnTo>
                  <a:pt x="14407" y="20840"/>
                </a:lnTo>
                <a:lnTo>
                  <a:pt x="10298" y="21600"/>
                </a:lnTo>
                <a:lnTo>
                  <a:pt x="6879" y="19588"/>
                </a:lnTo>
                <a:lnTo>
                  <a:pt x="4665" y="18169"/>
                </a:lnTo>
                <a:lnTo>
                  <a:pt x="2693" y="16664"/>
                </a:lnTo>
                <a:lnTo>
                  <a:pt x="0" y="14400"/>
                </a:lnTo>
                <a:lnTo>
                  <a:pt x="1838" y="12596"/>
                </a:lnTo>
                <a:lnTo>
                  <a:pt x="3687" y="10793"/>
                </a:lnTo>
                <a:lnTo>
                  <a:pt x="5540" y="8996"/>
                </a:lnTo>
                <a:lnTo>
                  <a:pt x="7404" y="7200"/>
                </a:lnTo>
                <a:lnTo>
                  <a:pt x="9469" y="5191"/>
                </a:lnTo>
                <a:lnTo>
                  <a:pt x="11565" y="3150"/>
                </a:lnTo>
                <a:lnTo>
                  <a:pt x="13490" y="1588"/>
                </a:lnTo>
                <a:lnTo>
                  <a:pt x="15447" y="0"/>
                </a:lnTo>
                <a:close/>
              </a:path>
            </a:pathLst>
          </a:custGeom>
          <a:solidFill>
            <a:srgbClr val="FA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2" name="contour_17070"/>
          <p:cNvSpPr/>
          <p:nvPr/>
        </p:nvSpPr>
        <p:spPr>
          <a:xfrm>
            <a:off x="4259274" y="4925494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3"/>
                </a:moveTo>
                <a:lnTo>
                  <a:pt x="7279" y="348"/>
                </a:lnTo>
                <a:lnTo>
                  <a:pt x="10113" y="7"/>
                </a:lnTo>
                <a:lnTo>
                  <a:pt x="12887" y="0"/>
                </a:lnTo>
                <a:lnTo>
                  <a:pt x="15677" y="239"/>
                </a:lnTo>
                <a:lnTo>
                  <a:pt x="18559" y="642"/>
                </a:lnTo>
                <a:lnTo>
                  <a:pt x="21600" y="1113"/>
                </a:lnTo>
                <a:lnTo>
                  <a:pt x="21600" y="5627"/>
                </a:lnTo>
                <a:lnTo>
                  <a:pt x="21600" y="10168"/>
                </a:lnTo>
                <a:lnTo>
                  <a:pt x="21600" y="14771"/>
                </a:lnTo>
                <a:lnTo>
                  <a:pt x="18775" y="16430"/>
                </a:lnTo>
                <a:lnTo>
                  <a:pt x="16705" y="17428"/>
                </a:lnTo>
                <a:lnTo>
                  <a:pt x="14386" y="18165"/>
                </a:lnTo>
                <a:lnTo>
                  <a:pt x="10800" y="19039"/>
                </a:lnTo>
                <a:lnTo>
                  <a:pt x="7785" y="19811"/>
                </a:lnTo>
                <a:lnTo>
                  <a:pt x="4726" y="20589"/>
                </a:lnTo>
                <a:lnTo>
                  <a:pt x="2380" y="21095"/>
                </a:lnTo>
                <a:lnTo>
                  <a:pt x="0" y="21600"/>
                </a:lnTo>
                <a:lnTo>
                  <a:pt x="553" y="16519"/>
                </a:lnTo>
                <a:lnTo>
                  <a:pt x="1054" y="12914"/>
                </a:lnTo>
                <a:lnTo>
                  <a:pt x="1711" y="9800"/>
                </a:lnTo>
                <a:lnTo>
                  <a:pt x="2730" y="6194"/>
                </a:lnTo>
                <a:lnTo>
                  <a:pt x="4320" y="1113"/>
                </a:lnTo>
                <a:close/>
              </a:path>
            </a:pathLst>
          </a:custGeom>
          <a:solidFill>
            <a:srgbClr val="9490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3" name="contour_17071"/>
          <p:cNvSpPr/>
          <p:nvPr/>
        </p:nvSpPr>
        <p:spPr>
          <a:xfrm>
            <a:off x="2422700" y="4882954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71" y="0"/>
                </a:lnTo>
                <a:lnTo>
                  <a:pt x="14400" y="0"/>
                </a:lnTo>
                <a:lnTo>
                  <a:pt x="15113" y="2138"/>
                </a:lnTo>
                <a:lnTo>
                  <a:pt x="15826" y="4280"/>
                </a:lnTo>
                <a:lnTo>
                  <a:pt x="16538" y="6421"/>
                </a:lnTo>
                <a:lnTo>
                  <a:pt x="17258" y="8566"/>
                </a:lnTo>
                <a:lnTo>
                  <a:pt x="17971" y="10720"/>
                </a:lnTo>
                <a:lnTo>
                  <a:pt x="18691" y="12877"/>
                </a:lnTo>
                <a:lnTo>
                  <a:pt x="19411" y="15043"/>
                </a:lnTo>
                <a:lnTo>
                  <a:pt x="20138" y="17218"/>
                </a:lnTo>
                <a:lnTo>
                  <a:pt x="20866" y="1940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713" y="19462"/>
                </a:lnTo>
                <a:lnTo>
                  <a:pt x="1426" y="17320"/>
                </a:lnTo>
                <a:lnTo>
                  <a:pt x="2138" y="15179"/>
                </a:lnTo>
                <a:lnTo>
                  <a:pt x="2858" y="13034"/>
                </a:lnTo>
                <a:lnTo>
                  <a:pt x="3571" y="10880"/>
                </a:lnTo>
                <a:lnTo>
                  <a:pt x="4291" y="8723"/>
                </a:lnTo>
                <a:lnTo>
                  <a:pt x="5011" y="6557"/>
                </a:lnTo>
                <a:lnTo>
                  <a:pt x="5738" y="4382"/>
                </a:lnTo>
                <a:lnTo>
                  <a:pt x="6466" y="2197"/>
                </a:lnTo>
                <a:lnTo>
                  <a:pt x="7200" y="0"/>
                </a:lnTo>
                <a:close/>
              </a:path>
            </a:pathLst>
          </a:custGeom>
          <a:solidFill>
            <a:srgbClr val="E6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4" name="contour_17072"/>
          <p:cNvSpPr/>
          <p:nvPr/>
        </p:nvSpPr>
        <p:spPr>
          <a:xfrm>
            <a:off x="5753312" y="489753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98" y="1071"/>
                </a:lnTo>
                <a:lnTo>
                  <a:pt x="17245" y="2143"/>
                </a:lnTo>
                <a:lnTo>
                  <a:pt x="19410" y="3227"/>
                </a:lnTo>
                <a:lnTo>
                  <a:pt x="21600" y="4320"/>
                </a:lnTo>
                <a:lnTo>
                  <a:pt x="20136" y="6493"/>
                </a:lnTo>
                <a:lnTo>
                  <a:pt x="18654" y="8657"/>
                </a:lnTo>
                <a:lnTo>
                  <a:pt x="17163" y="10813"/>
                </a:lnTo>
                <a:lnTo>
                  <a:pt x="15660" y="12960"/>
                </a:lnTo>
                <a:lnTo>
                  <a:pt x="14826" y="14170"/>
                </a:lnTo>
                <a:lnTo>
                  <a:pt x="12321" y="17820"/>
                </a:lnTo>
                <a:lnTo>
                  <a:pt x="11405" y="18757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566" y="8640"/>
                </a:lnTo>
                <a:lnTo>
                  <a:pt x="5141" y="8640"/>
                </a:lnTo>
                <a:lnTo>
                  <a:pt x="7724" y="8640"/>
                </a:lnTo>
                <a:lnTo>
                  <a:pt x="10329" y="8640"/>
                </a:lnTo>
                <a:lnTo>
                  <a:pt x="12960" y="8640"/>
                </a:lnTo>
                <a:lnTo>
                  <a:pt x="12960" y="5784"/>
                </a:lnTo>
                <a:lnTo>
                  <a:pt x="12960" y="2912"/>
                </a:lnTo>
                <a:lnTo>
                  <a:pt x="12960" y="0"/>
                </a:lnTo>
                <a:close/>
              </a:path>
            </a:pathLst>
          </a:custGeom>
          <a:solidFill>
            <a:srgbClr val="D9DC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5" name="contour_17073"/>
          <p:cNvSpPr/>
          <p:nvPr/>
        </p:nvSpPr>
        <p:spPr>
          <a:xfrm>
            <a:off x="5002649" y="4904818"/>
            <a:ext cx="3563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33" y="864"/>
                </a:lnTo>
                <a:lnTo>
                  <a:pt x="9581" y="1562"/>
                </a:lnTo>
                <a:lnTo>
                  <a:pt x="12691" y="2178"/>
                </a:lnTo>
                <a:lnTo>
                  <a:pt x="15014" y="2786"/>
                </a:lnTo>
                <a:lnTo>
                  <a:pt x="16812" y="3470"/>
                </a:lnTo>
                <a:lnTo>
                  <a:pt x="18327" y="4306"/>
                </a:lnTo>
                <a:lnTo>
                  <a:pt x="19815" y="5371"/>
                </a:lnTo>
                <a:lnTo>
                  <a:pt x="21534" y="6750"/>
                </a:lnTo>
                <a:lnTo>
                  <a:pt x="21600" y="9353"/>
                </a:lnTo>
                <a:lnTo>
                  <a:pt x="21101" y="11660"/>
                </a:lnTo>
                <a:lnTo>
                  <a:pt x="20125" y="13756"/>
                </a:lnTo>
                <a:lnTo>
                  <a:pt x="18764" y="15714"/>
                </a:lnTo>
                <a:lnTo>
                  <a:pt x="17103" y="17622"/>
                </a:lnTo>
                <a:lnTo>
                  <a:pt x="15235" y="19559"/>
                </a:lnTo>
                <a:lnTo>
                  <a:pt x="13252" y="21600"/>
                </a:lnTo>
                <a:lnTo>
                  <a:pt x="11940" y="19462"/>
                </a:lnTo>
                <a:lnTo>
                  <a:pt x="10628" y="17323"/>
                </a:lnTo>
                <a:lnTo>
                  <a:pt x="9311" y="15178"/>
                </a:lnTo>
                <a:lnTo>
                  <a:pt x="7995" y="13032"/>
                </a:lnTo>
                <a:lnTo>
                  <a:pt x="6674" y="10883"/>
                </a:lnTo>
                <a:lnTo>
                  <a:pt x="5354" y="8723"/>
                </a:lnTo>
                <a:lnTo>
                  <a:pt x="4024" y="6556"/>
                </a:lnTo>
                <a:lnTo>
                  <a:pt x="2690" y="4381"/>
                </a:lnTo>
                <a:lnTo>
                  <a:pt x="1347" y="2196"/>
                </a:lnTo>
                <a:lnTo>
                  <a:pt x="0" y="0"/>
                </a:lnTo>
                <a:close/>
              </a:path>
            </a:pathLst>
          </a:custGeom>
          <a:solidFill>
            <a:srgbClr val="DF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6" name="contour_17074"/>
          <p:cNvSpPr/>
          <p:nvPr/>
        </p:nvSpPr>
        <p:spPr>
          <a:xfrm>
            <a:off x="8631354" y="4882954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85" y="436"/>
                </a:lnTo>
                <a:lnTo>
                  <a:pt x="15283" y="958"/>
                </a:lnTo>
                <a:lnTo>
                  <a:pt x="17954" y="1901"/>
                </a:lnTo>
                <a:lnTo>
                  <a:pt x="21600" y="3600"/>
                </a:lnTo>
                <a:lnTo>
                  <a:pt x="21314" y="6145"/>
                </a:lnTo>
                <a:lnTo>
                  <a:pt x="20708" y="8615"/>
                </a:lnTo>
                <a:lnTo>
                  <a:pt x="19745" y="11016"/>
                </a:lnTo>
                <a:lnTo>
                  <a:pt x="18428" y="13374"/>
                </a:lnTo>
                <a:lnTo>
                  <a:pt x="16726" y="15696"/>
                </a:lnTo>
                <a:lnTo>
                  <a:pt x="14628" y="18000"/>
                </a:lnTo>
                <a:lnTo>
                  <a:pt x="10305" y="19321"/>
                </a:lnTo>
                <a:lnTo>
                  <a:pt x="7411" y="20138"/>
                </a:lnTo>
                <a:lnTo>
                  <a:pt x="4637" y="20783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633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7" name="contour_17075"/>
          <p:cNvSpPr/>
          <p:nvPr/>
        </p:nvSpPr>
        <p:spPr>
          <a:xfrm>
            <a:off x="8209365" y="48902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9B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8" name="contour_17076"/>
          <p:cNvSpPr/>
          <p:nvPr/>
        </p:nvSpPr>
        <p:spPr>
          <a:xfrm>
            <a:off x="4587233" y="490481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37"/>
                </a:lnTo>
                <a:lnTo>
                  <a:pt x="7967" y="461"/>
                </a:lnTo>
                <a:lnTo>
                  <a:pt x="9904" y="1231"/>
                </a:lnTo>
                <a:lnTo>
                  <a:pt x="12823" y="2700"/>
                </a:lnTo>
                <a:lnTo>
                  <a:pt x="15289" y="3902"/>
                </a:lnTo>
                <a:lnTo>
                  <a:pt x="17788" y="5119"/>
                </a:lnTo>
                <a:lnTo>
                  <a:pt x="19681" y="6149"/>
                </a:lnTo>
                <a:lnTo>
                  <a:pt x="21600" y="7200"/>
                </a:lnTo>
                <a:lnTo>
                  <a:pt x="19969" y="11729"/>
                </a:lnTo>
                <a:lnTo>
                  <a:pt x="18677" y="14738"/>
                </a:lnTo>
                <a:lnTo>
                  <a:pt x="17042" y="17575"/>
                </a:lnTo>
                <a:lnTo>
                  <a:pt x="14400" y="21600"/>
                </a:lnTo>
                <a:lnTo>
                  <a:pt x="11876" y="20981"/>
                </a:lnTo>
                <a:lnTo>
                  <a:pt x="9468" y="20066"/>
                </a:lnTo>
                <a:lnTo>
                  <a:pt x="7128" y="18907"/>
                </a:lnTo>
                <a:lnTo>
                  <a:pt x="4806" y="17546"/>
                </a:lnTo>
                <a:lnTo>
                  <a:pt x="2444" y="16027"/>
                </a:lnTo>
                <a:lnTo>
                  <a:pt x="0" y="14400"/>
                </a:lnTo>
                <a:lnTo>
                  <a:pt x="745" y="10030"/>
                </a:lnTo>
                <a:lnTo>
                  <a:pt x="1368" y="7078"/>
                </a:lnTo>
                <a:lnTo>
                  <a:pt x="2207" y="4183"/>
                </a:lnTo>
                <a:lnTo>
                  <a:pt x="3600" y="0"/>
                </a:lnTo>
                <a:close/>
              </a:path>
            </a:pathLst>
          </a:custGeom>
          <a:solidFill>
            <a:srgbClr val="AC88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79" name="contour_17077"/>
          <p:cNvSpPr/>
          <p:nvPr/>
        </p:nvSpPr>
        <p:spPr>
          <a:xfrm>
            <a:off x="4507065" y="4889477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730"/>
                </a:moveTo>
                <a:lnTo>
                  <a:pt x="7240" y="223"/>
                </a:lnTo>
                <a:lnTo>
                  <a:pt x="10096" y="0"/>
                </a:lnTo>
                <a:lnTo>
                  <a:pt x="12925" y="0"/>
                </a:lnTo>
                <a:lnTo>
                  <a:pt x="15759" y="160"/>
                </a:lnTo>
                <a:lnTo>
                  <a:pt x="18636" y="417"/>
                </a:lnTo>
                <a:lnTo>
                  <a:pt x="21600" y="730"/>
                </a:lnTo>
                <a:lnTo>
                  <a:pt x="20745" y="4863"/>
                </a:lnTo>
                <a:lnTo>
                  <a:pt x="19885" y="9009"/>
                </a:lnTo>
                <a:lnTo>
                  <a:pt x="19025" y="13169"/>
                </a:lnTo>
                <a:lnTo>
                  <a:pt x="18157" y="17363"/>
                </a:lnTo>
                <a:lnTo>
                  <a:pt x="17280" y="21600"/>
                </a:lnTo>
                <a:lnTo>
                  <a:pt x="14429" y="20452"/>
                </a:lnTo>
                <a:lnTo>
                  <a:pt x="11573" y="19304"/>
                </a:lnTo>
                <a:lnTo>
                  <a:pt x="8705" y="18150"/>
                </a:lnTo>
                <a:lnTo>
                  <a:pt x="5823" y="16988"/>
                </a:lnTo>
                <a:lnTo>
                  <a:pt x="2925" y="15819"/>
                </a:lnTo>
                <a:lnTo>
                  <a:pt x="0" y="14643"/>
                </a:lnTo>
                <a:lnTo>
                  <a:pt x="674" y="10511"/>
                </a:lnTo>
                <a:lnTo>
                  <a:pt x="1348" y="7687"/>
                </a:lnTo>
                <a:lnTo>
                  <a:pt x="2428" y="4863"/>
                </a:lnTo>
                <a:lnTo>
                  <a:pt x="4320" y="730"/>
                </a:lnTo>
                <a:close/>
              </a:path>
            </a:pathLst>
          </a:custGeom>
          <a:solidFill>
            <a:srgbClr val="EDD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0" name="contour_17078"/>
          <p:cNvSpPr/>
          <p:nvPr/>
        </p:nvSpPr>
        <p:spPr>
          <a:xfrm>
            <a:off x="10388475" y="487566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2E3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1" name="contour_17079"/>
          <p:cNvSpPr/>
          <p:nvPr/>
        </p:nvSpPr>
        <p:spPr>
          <a:xfrm>
            <a:off x="7203622" y="4875666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62"/>
                </a:lnTo>
                <a:lnTo>
                  <a:pt x="7133" y="1724"/>
                </a:lnTo>
                <a:lnTo>
                  <a:pt x="10719" y="2591"/>
                </a:lnTo>
                <a:lnTo>
                  <a:pt x="14321" y="3463"/>
                </a:lnTo>
                <a:lnTo>
                  <a:pt x="17944" y="4341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0" y="17447"/>
                </a:lnTo>
                <a:lnTo>
                  <a:pt x="0" y="13994"/>
                </a:lnTo>
                <a:lnTo>
                  <a:pt x="0" y="10526"/>
                </a:lnTo>
                <a:lnTo>
                  <a:pt x="0" y="7042"/>
                </a:lnTo>
                <a:lnTo>
                  <a:pt x="0" y="3536"/>
                </a:lnTo>
                <a:lnTo>
                  <a:pt x="0" y="0"/>
                </a:lnTo>
                <a:close/>
              </a:path>
            </a:pathLst>
          </a:custGeom>
          <a:solidFill>
            <a:srgbClr val="D9EC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2" name="contour_17080"/>
          <p:cNvSpPr/>
          <p:nvPr/>
        </p:nvSpPr>
        <p:spPr>
          <a:xfrm>
            <a:off x="1876101" y="4853802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505"/>
                </a:lnTo>
                <a:lnTo>
                  <a:pt x="16708" y="1109"/>
                </a:lnTo>
                <a:lnTo>
                  <a:pt x="18776" y="2202"/>
                </a:lnTo>
                <a:lnTo>
                  <a:pt x="21600" y="4170"/>
                </a:lnTo>
                <a:lnTo>
                  <a:pt x="21514" y="7176"/>
                </a:lnTo>
                <a:lnTo>
                  <a:pt x="21130" y="10045"/>
                </a:lnTo>
                <a:lnTo>
                  <a:pt x="20434" y="12814"/>
                </a:lnTo>
                <a:lnTo>
                  <a:pt x="19397" y="15516"/>
                </a:lnTo>
                <a:lnTo>
                  <a:pt x="17993" y="18181"/>
                </a:lnTo>
                <a:lnTo>
                  <a:pt x="16200" y="20849"/>
                </a:lnTo>
                <a:lnTo>
                  <a:pt x="12020" y="2135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50"/>
                </a:lnTo>
                <a:lnTo>
                  <a:pt x="0" y="20849"/>
                </a:lnTo>
                <a:lnTo>
                  <a:pt x="1571" y="15508"/>
                </a:lnTo>
                <a:lnTo>
                  <a:pt x="2824" y="11434"/>
                </a:lnTo>
                <a:lnTo>
                  <a:pt x="3893" y="8390"/>
                </a:lnTo>
                <a:lnTo>
                  <a:pt x="4892" y="6126"/>
                </a:lnTo>
                <a:lnTo>
                  <a:pt x="5962" y="4399"/>
                </a:lnTo>
                <a:lnTo>
                  <a:pt x="7214" y="2965"/>
                </a:lnTo>
                <a:lnTo>
                  <a:pt x="8786" y="1580"/>
                </a:lnTo>
                <a:lnTo>
                  <a:pt x="10800" y="0"/>
                </a:lnTo>
                <a:close/>
              </a:path>
            </a:pathLst>
          </a:custGeom>
          <a:solidFill>
            <a:srgbClr val="2725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3" name="contour_17081"/>
          <p:cNvSpPr/>
          <p:nvPr/>
        </p:nvSpPr>
        <p:spPr>
          <a:xfrm>
            <a:off x="1526277" y="486837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BF1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4" name="contour_17082"/>
          <p:cNvSpPr/>
          <p:nvPr/>
        </p:nvSpPr>
        <p:spPr>
          <a:xfrm>
            <a:off x="1249333" y="486837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AF4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5" name="contour_17083"/>
          <p:cNvSpPr/>
          <p:nvPr/>
        </p:nvSpPr>
        <p:spPr>
          <a:xfrm>
            <a:off x="10432203" y="4852680"/>
            <a:ext cx="51016" cy="2298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55"/>
                </a:moveTo>
                <a:lnTo>
                  <a:pt x="20069" y="2328"/>
                </a:lnTo>
                <a:lnTo>
                  <a:pt x="18514" y="3623"/>
                </a:lnTo>
                <a:lnTo>
                  <a:pt x="16984" y="5746"/>
                </a:lnTo>
                <a:lnTo>
                  <a:pt x="15429" y="7903"/>
                </a:lnTo>
                <a:lnTo>
                  <a:pt x="15429" y="12430"/>
                </a:lnTo>
                <a:lnTo>
                  <a:pt x="15429" y="16984"/>
                </a:lnTo>
                <a:lnTo>
                  <a:pt x="15429" y="21600"/>
                </a:lnTo>
                <a:lnTo>
                  <a:pt x="13519" y="20751"/>
                </a:lnTo>
                <a:lnTo>
                  <a:pt x="11608" y="19902"/>
                </a:lnTo>
                <a:lnTo>
                  <a:pt x="9692" y="19052"/>
                </a:lnTo>
                <a:lnTo>
                  <a:pt x="7773" y="18203"/>
                </a:lnTo>
                <a:lnTo>
                  <a:pt x="5844" y="17347"/>
                </a:lnTo>
                <a:lnTo>
                  <a:pt x="3907" y="16484"/>
                </a:lnTo>
                <a:lnTo>
                  <a:pt x="1959" y="15621"/>
                </a:lnTo>
                <a:lnTo>
                  <a:pt x="0" y="14752"/>
                </a:lnTo>
                <a:lnTo>
                  <a:pt x="1564" y="10321"/>
                </a:lnTo>
                <a:lnTo>
                  <a:pt x="3203" y="6835"/>
                </a:lnTo>
                <a:lnTo>
                  <a:pt x="4919" y="4191"/>
                </a:lnTo>
                <a:lnTo>
                  <a:pt x="6711" y="2294"/>
                </a:lnTo>
                <a:lnTo>
                  <a:pt x="8581" y="1027"/>
                </a:lnTo>
                <a:lnTo>
                  <a:pt x="10538" y="294"/>
                </a:lnTo>
                <a:lnTo>
                  <a:pt x="12574" y="0"/>
                </a:lnTo>
                <a:lnTo>
                  <a:pt x="14697" y="27"/>
                </a:lnTo>
                <a:lnTo>
                  <a:pt x="16907" y="281"/>
                </a:lnTo>
                <a:lnTo>
                  <a:pt x="19209" y="657"/>
                </a:lnTo>
                <a:lnTo>
                  <a:pt x="21600" y="1055"/>
                </a:lnTo>
                <a:close/>
              </a:path>
            </a:pathLst>
          </a:custGeom>
          <a:solidFill>
            <a:srgbClr val="B2BA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6" name="contour_17084"/>
          <p:cNvSpPr/>
          <p:nvPr/>
        </p:nvSpPr>
        <p:spPr>
          <a:xfrm>
            <a:off x="8602917" y="486109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783" y="2052"/>
                </a:lnTo>
                <a:lnTo>
                  <a:pt x="12601" y="4117"/>
                </a:lnTo>
                <a:lnTo>
                  <a:pt x="12420" y="6212"/>
                </a:lnTo>
                <a:lnTo>
                  <a:pt x="12502" y="7201"/>
                </a:lnTo>
                <a:lnTo>
                  <a:pt x="12640" y="8951"/>
                </a:lnTo>
                <a:lnTo>
                  <a:pt x="12960" y="12960"/>
                </a:lnTo>
                <a:lnTo>
                  <a:pt x="15526" y="14701"/>
                </a:lnTo>
                <a:lnTo>
                  <a:pt x="17280" y="15729"/>
                </a:lnTo>
                <a:lnTo>
                  <a:pt x="19034" y="16455"/>
                </a:lnTo>
                <a:lnTo>
                  <a:pt x="21600" y="17280"/>
                </a:lnTo>
                <a:lnTo>
                  <a:pt x="19492" y="19021"/>
                </a:lnTo>
                <a:lnTo>
                  <a:pt x="17889" y="20049"/>
                </a:lnTo>
                <a:lnTo>
                  <a:pt x="15980" y="20775"/>
                </a:lnTo>
                <a:lnTo>
                  <a:pt x="12960" y="21600"/>
                </a:lnTo>
                <a:lnTo>
                  <a:pt x="10351" y="19816"/>
                </a:lnTo>
                <a:lnTo>
                  <a:pt x="7957" y="17906"/>
                </a:lnTo>
                <a:lnTo>
                  <a:pt x="5750" y="15854"/>
                </a:lnTo>
                <a:lnTo>
                  <a:pt x="3702" y="13638"/>
                </a:lnTo>
                <a:lnTo>
                  <a:pt x="1797" y="11241"/>
                </a:lnTo>
                <a:lnTo>
                  <a:pt x="0" y="8640"/>
                </a:lnTo>
                <a:lnTo>
                  <a:pt x="523" y="5620"/>
                </a:lnTo>
                <a:lnTo>
                  <a:pt x="1149" y="3711"/>
                </a:lnTo>
                <a:lnTo>
                  <a:pt x="2281" y="2108"/>
                </a:lnTo>
                <a:lnTo>
                  <a:pt x="4320" y="0"/>
                </a:lnTo>
                <a:close/>
              </a:path>
            </a:pathLst>
          </a:custGeom>
          <a:solidFill>
            <a:srgbClr val="F1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7" name="contour_17085"/>
          <p:cNvSpPr/>
          <p:nvPr/>
        </p:nvSpPr>
        <p:spPr>
          <a:xfrm>
            <a:off x="2378972" y="484651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6470" y="12921"/>
                </a:lnTo>
                <a:lnTo>
                  <a:pt x="12917" y="15872"/>
                </a:lnTo>
                <a:lnTo>
                  <a:pt x="10476" y="17855"/>
                </a:lnTo>
                <a:lnTo>
                  <a:pt x="8716" y="19233"/>
                </a:lnTo>
                <a:lnTo>
                  <a:pt x="7171" y="20360"/>
                </a:lnTo>
                <a:lnTo>
                  <a:pt x="5400" y="21600"/>
                </a:lnTo>
                <a:lnTo>
                  <a:pt x="2722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5C6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8" name="contour_17086"/>
          <p:cNvSpPr/>
          <p:nvPr/>
        </p:nvSpPr>
        <p:spPr>
          <a:xfrm>
            <a:off x="4193543" y="4852490"/>
            <a:ext cx="29290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77" y="751"/>
                </a:moveTo>
                <a:lnTo>
                  <a:pt x="9636" y="250"/>
                </a:lnTo>
                <a:lnTo>
                  <a:pt x="12555" y="0"/>
                </a:lnTo>
                <a:lnTo>
                  <a:pt x="15006" y="0"/>
                </a:lnTo>
                <a:lnTo>
                  <a:pt x="17763" y="250"/>
                </a:lnTo>
                <a:lnTo>
                  <a:pt x="21600" y="751"/>
                </a:lnTo>
                <a:lnTo>
                  <a:pt x="20267" y="3332"/>
                </a:lnTo>
                <a:lnTo>
                  <a:pt x="18940" y="5913"/>
                </a:lnTo>
                <a:lnTo>
                  <a:pt x="17601" y="8502"/>
                </a:lnTo>
                <a:lnTo>
                  <a:pt x="16269" y="11096"/>
                </a:lnTo>
                <a:lnTo>
                  <a:pt x="14925" y="13702"/>
                </a:lnTo>
                <a:lnTo>
                  <a:pt x="13576" y="16321"/>
                </a:lnTo>
                <a:lnTo>
                  <a:pt x="12216" y="18952"/>
                </a:lnTo>
                <a:lnTo>
                  <a:pt x="10851" y="21600"/>
                </a:lnTo>
                <a:lnTo>
                  <a:pt x="8191" y="20566"/>
                </a:lnTo>
                <a:lnTo>
                  <a:pt x="5520" y="19532"/>
                </a:lnTo>
                <a:lnTo>
                  <a:pt x="2827" y="18485"/>
                </a:lnTo>
                <a:lnTo>
                  <a:pt x="102" y="17430"/>
                </a:lnTo>
                <a:lnTo>
                  <a:pt x="0" y="14444"/>
                </a:lnTo>
                <a:lnTo>
                  <a:pt x="333" y="11567"/>
                </a:lnTo>
                <a:lnTo>
                  <a:pt x="1075" y="8786"/>
                </a:lnTo>
                <a:lnTo>
                  <a:pt x="2193" y="6067"/>
                </a:lnTo>
                <a:lnTo>
                  <a:pt x="3671" y="3398"/>
                </a:lnTo>
                <a:lnTo>
                  <a:pt x="5477" y="751"/>
                </a:lnTo>
                <a:close/>
              </a:path>
            </a:pathLst>
          </a:custGeom>
          <a:solidFill>
            <a:srgbClr val="E6E5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89" name="contour_17087"/>
          <p:cNvSpPr/>
          <p:nvPr/>
        </p:nvSpPr>
        <p:spPr>
          <a:xfrm>
            <a:off x="7240062" y="4839226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2" y="598"/>
                </a:lnTo>
                <a:lnTo>
                  <a:pt x="3564" y="1188"/>
                </a:lnTo>
                <a:lnTo>
                  <a:pt x="5349" y="1786"/>
                </a:lnTo>
                <a:lnTo>
                  <a:pt x="7136" y="2376"/>
                </a:lnTo>
                <a:lnTo>
                  <a:pt x="8926" y="2974"/>
                </a:lnTo>
                <a:lnTo>
                  <a:pt x="10719" y="3571"/>
                </a:lnTo>
                <a:lnTo>
                  <a:pt x="12517" y="4169"/>
                </a:lnTo>
                <a:lnTo>
                  <a:pt x="14321" y="4774"/>
                </a:lnTo>
                <a:lnTo>
                  <a:pt x="16130" y="5378"/>
                </a:lnTo>
                <a:lnTo>
                  <a:pt x="17944" y="5983"/>
                </a:lnTo>
                <a:lnTo>
                  <a:pt x="19769" y="6588"/>
                </a:lnTo>
                <a:lnTo>
                  <a:pt x="21600" y="7200"/>
                </a:lnTo>
                <a:lnTo>
                  <a:pt x="19121" y="11671"/>
                </a:lnTo>
                <a:lnTo>
                  <a:pt x="17272" y="14918"/>
                </a:lnTo>
                <a:lnTo>
                  <a:pt x="15857" y="17186"/>
                </a:lnTo>
                <a:lnTo>
                  <a:pt x="14693" y="18742"/>
                </a:lnTo>
                <a:lnTo>
                  <a:pt x="13586" y="19829"/>
                </a:lnTo>
                <a:lnTo>
                  <a:pt x="12353" y="20693"/>
                </a:lnTo>
                <a:lnTo>
                  <a:pt x="10800" y="21600"/>
                </a:lnTo>
                <a:lnTo>
                  <a:pt x="8986" y="19145"/>
                </a:lnTo>
                <a:lnTo>
                  <a:pt x="7347" y="16495"/>
                </a:lnTo>
                <a:lnTo>
                  <a:pt x="5829" y="13644"/>
                </a:lnTo>
                <a:lnTo>
                  <a:pt x="4385" y="10584"/>
                </a:lnTo>
                <a:lnTo>
                  <a:pt x="2965" y="7294"/>
                </a:lnTo>
                <a:lnTo>
                  <a:pt x="1520" y="3773"/>
                </a:lnTo>
                <a:lnTo>
                  <a:pt x="0" y="0"/>
                </a:lnTo>
                <a:close/>
              </a:path>
            </a:pathLst>
          </a:custGeom>
          <a:solidFill>
            <a:srgbClr val="F1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0" name="contour_17088"/>
          <p:cNvSpPr/>
          <p:nvPr/>
        </p:nvSpPr>
        <p:spPr>
          <a:xfrm>
            <a:off x="10854906" y="482465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4714" y="20374"/>
                </a:lnTo>
                <a:lnTo>
                  <a:pt x="12960" y="19408"/>
                </a:lnTo>
                <a:lnTo>
                  <a:pt x="11206" y="18182"/>
                </a:lnTo>
                <a:lnTo>
                  <a:pt x="8640" y="16200"/>
                </a:lnTo>
                <a:lnTo>
                  <a:pt x="8640" y="12631"/>
                </a:lnTo>
                <a:lnTo>
                  <a:pt x="8640" y="9040"/>
                </a:lnTo>
                <a:lnTo>
                  <a:pt x="8640" y="5400"/>
                </a:lnTo>
                <a:lnTo>
                  <a:pt x="6502" y="4061"/>
                </a:lnTo>
                <a:lnTo>
                  <a:pt x="4350" y="2722"/>
                </a:lnTo>
                <a:lnTo>
                  <a:pt x="2190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3433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1" name="contour_17089"/>
          <p:cNvSpPr/>
          <p:nvPr/>
        </p:nvSpPr>
        <p:spPr>
          <a:xfrm>
            <a:off x="4251986" y="4817362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65" y="815"/>
                </a:lnTo>
                <a:lnTo>
                  <a:pt x="4715" y="1723"/>
                </a:lnTo>
                <a:lnTo>
                  <a:pt x="6770" y="2743"/>
                </a:lnTo>
                <a:lnTo>
                  <a:pt x="8668" y="3904"/>
                </a:lnTo>
                <a:lnTo>
                  <a:pt x="10433" y="5243"/>
                </a:lnTo>
                <a:lnTo>
                  <a:pt x="12096" y="6772"/>
                </a:lnTo>
                <a:lnTo>
                  <a:pt x="13688" y="8527"/>
                </a:lnTo>
                <a:lnTo>
                  <a:pt x="15237" y="10535"/>
                </a:lnTo>
                <a:lnTo>
                  <a:pt x="16774" y="12814"/>
                </a:lnTo>
                <a:lnTo>
                  <a:pt x="18326" y="15406"/>
                </a:lnTo>
                <a:lnTo>
                  <a:pt x="19924" y="18322"/>
                </a:lnTo>
                <a:lnTo>
                  <a:pt x="21600" y="21600"/>
                </a:lnTo>
                <a:lnTo>
                  <a:pt x="19668" y="21130"/>
                </a:lnTo>
                <a:lnTo>
                  <a:pt x="17740" y="20628"/>
                </a:lnTo>
                <a:lnTo>
                  <a:pt x="15811" y="20110"/>
                </a:lnTo>
                <a:lnTo>
                  <a:pt x="13886" y="19575"/>
                </a:lnTo>
                <a:lnTo>
                  <a:pt x="12806" y="19289"/>
                </a:lnTo>
                <a:lnTo>
                  <a:pt x="9547" y="18436"/>
                </a:lnTo>
                <a:lnTo>
                  <a:pt x="7872" y="17323"/>
                </a:lnTo>
                <a:lnTo>
                  <a:pt x="6171" y="16200"/>
                </a:lnTo>
                <a:lnTo>
                  <a:pt x="6171" y="12631"/>
                </a:lnTo>
                <a:lnTo>
                  <a:pt x="6171" y="9040"/>
                </a:lnTo>
                <a:lnTo>
                  <a:pt x="6171" y="5400"/>
                </a:lnTo>
                <a:lnTo>
                  <a:pt x="4339" y="3418"/>
                </a:lnTo>
                <a:lnTo>
                  <a:pt x="3086" y="2192"/>
                </a:lnTo>
                <a:lnTo>
                  <a:pt x="1833" y="1226"/>
                </a:lnTo>
                <a:lnTo>
                  <a:pt x="0" y="0"/>
                </a:lnTo>
                <a:close/>
              </a:path>
            </a:pathLst>
          </a:custGeom>
          <a:solidFill>
            <a:srgbClr val="E4D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2" name="contour_17090"/>
          <p:cNvSpPr/>
          <p:nvPr/>
        </p:nvSpPr>
        <p:spPr>
          <a:xfrm>
            <a:off x="10665418" y="4801475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444" y="3524"/>
                </a:lnTo>
                <a:lnTo>
                  <a:pt x="19273" y="6113"/>
                </a:lnTo>
                <a:lnTo>
                  <a:pt x="18079" y="8692"/>
                </a:lnTo>
                <a:lnTo>
                  <a:pt x="16875" y="11265"/>
                </a:lnTo>
                <a:lnTo>
                  <a:pt x="15557" y="14149"/>
                </a:lnTo>
                <a:lnTo>
                  <a:pt x="14218" y="17078"/>
                </a:lnTo>
                <a:lnTo>
                  <a:pt x="12523" y="19321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DB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3" name="contour_17091"/>
          <p:cNvSpPr/>
          <p:nvPr/>
        </p:nvSpPr>
        <p:spPr>
          <a:xfrm>
            <a:off x="2808963" y="480278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1631"/>
                </a:lnTo>
                <a:lnTo>
                  <a:pt x="16448" y="2923"/>
                </a:lnTo>
                <a:lnTo>
                  <a:pt x="18581" y="4558"/>
                </a:lnTo>
                <a:lnTo>
                  <a:pt x="21600" y="7200"/>
                </a:lnTo>
                <a:lnTo>
                  <a:pt x="21136" y="9724"/>
                </a:lnTo>
                <a:lnTo>
                  <a:pt x="20450" y="12132"/>
                </a:lnTo>
                <a:lnTo>
                  <a:pt x="19580" y="14472"/>
                </a:lnTo>
                <a:lnTo>
                  <a:pt x="18560" y="16794"/>
                </a:lnTo>
                <a:lnTo>
                  <a:pt x="17420" y="19156"/>
                </a:lnTo>
                <a:lnTo>
                  <a:pt x="16200" y="21600"/>
                </a:lnTo>
                <a:lnTo>
                  <a:pt x="14861" y="19818"/>
                </a:lnTo>
                <a:lnTo>
                  <a:pt x="13522" y="18029"/>
                </a:lnTo>
                <a:lnTo>
                  <a:pt x="12166" y="16225"/>
                </a:lnTo>
                <a:lnTo>
                  <a:pt x="10800" y="14400"/>
                </a:lnTo>
                <a:lnTo>
                  <a:pt x="9628" y="14789"/>
                </a:lnTo>
                <a:lnTo>
                  <a:pt x="8111" y="15296"/>
                </a:lnTo>
                <a:lnTo>
                  <a:pt x="5243" y="16254"/>
                </a:lnTo>
                <a:lnTo>
                  <a:pt x="0" y="18000"/>
                </a:lnTo>
                <a:lnTo>
                  <a:pt x="0" y="15862"/>
                </a:lnTo>
                <a:lnTo>
                  <a:pt x="0" y="13716"/>
                </a:lnTo>
                <a:lnTo>
                  <a:pt x="0" y="11563"/>
                </a:lnTo>
                <a:lnTo>
                  <a:pt x="0" y="9392"/>
                </a:lnTo>
                <a:lnTo>
                  <a:pt x="0" y="7200"/>
                </a:lnTo>
                <a:lnTo>
                  <a:pt x="3569" y="7200"/>
                </a:lnTo>
                <a:lnTo>
                  <a:pt x="7160" y="7200"/>
                </a:lnTo>
                <a:lnTo>
                  <a:pt x="10800" y="7200"/>
                </a:lnTo>
                <a:lnTo>
                  <a:pt x="10800" y="4820"/>
                </a:lnTo>
                <a:lnTo>
                  <a:pt x="10800" y="2426"/>
                </a:lnTo>
                <a:lnTo>
                  <a:pt x="10800" y="0"/>
                </a:lnTo>
                <a:close/>
              </a:path>
            </a:pathLst>
          </a:custGeom>
          <a:solidFill>
            <a:srgbClr val="B6CC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4" name="contour_17092"/>
          <p:cNvSpPr/>
          <p:nvPr/>
        </p:nvSpPr>
        <p:spPr>
          <a:xfrm>
            <a:off x="8260381" y="480278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0581" y="3056"/>
                </a:lnTo>
                <a:lnTo>
                  <a:pt x="19562" y="6113"/>
                </a:lnTo>
                <a:lnTo>
                  <a:pt x="18540" y="9180"/>
                </a:lnTo>
                <a:lnTo>
                  <a:pt x="17514" y="12258"/>
                </a:lnTo>
                <a:lnTo>
                  <a:pt x="16481" y="15352"/>
                </a:lnTo>
                <a:lnTo>
                  <a:pt x="15444" y="18463"/>
                </a:lnTo>
                <a:lnTo>
                  <a:pt x="14400" y="21600"/>
                </a:lnTo>
                <a:lnTo>
                  <a:pt x="12362" y="20072"/>
                </a:lnTo>
                <a:lnTo>
                  <a:pt x="10325" y="18544"/>
                </a:lnTo>
                <a:lnTo>
                  <a:pt x="8280" y="17010"/>
                </a:lnTo>
                <a:lnTo>
                  <a:pt x="6228" y="15471"/>
                </a:lnTo>
                <a:lnTo>
                  <a:pt x="4165" y="13921"/>
                </a:lnTo>
                <a:lnTo>
                  <a:pt x="2092" y="12366"/>
                </a:lnTo>
                <a:lnTo>
                  <a:pt x="0" y="10800"/>
                </a:lnTo>
                <a:lnTo>
                  <a:pt x="2138" y="10800"/>
                </a:lnTo>
                <a:lnTo>
                  <a:pt x="4284" y="10800"/>
                </a:lnTo>
                <a:lnTo>
                  <a:pt x="6437" y="10800"/>
                </a:lnTo>
                <a:lnTo>
                  <a:pt x="8608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3C3A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5" name="contour_17093"/>
          <p:cNvSpPr/>
          <p:nvPr/>
        </p:nvSpPr>
        <p:spPr>
          <a:xfrm>
            <a:off x="4623673" y="480278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1015"/>
                </a:lnTo>
                <a:lnTo>
                  <a:pt x="8506" y="1782"/>
                </a:lnTo>
                <a:lnTo>
                  <a:pt x="11007" y="2457"/>
                </a:lnTo>
                <a:lnTo>
                  <a:pt x="12986" y="3186"/>
                </a:lnTo>
                <a:lnTo>
                  <a:pt x="14917" y="4115"/>
                </a:lnTo>
                <a:lnTo>
                  <a:pt x="17280" y="5400"/>
                </a:lnTo>
                <a:lnTo>
                  <a:pt x="18870" y="9580"/>
                </a:lnTo>
                <a:lnTo>
                  <a:pt x="19889" y="12512"/>
                </a:lnTo>
                <a:lnTo>
                  <a:pt x="20546" y="14974"/>
                </a:lnTo>
                <a:lnTo>
                  <a:pt x="21047" y="17744"/>
                </a:lnTo>
                <a:lnTo>
                  <a:pt x="21600" y="21600"/>
                </a:lnTo>
                <a:lnTo>
                  <a:pt x="18891" y="20450"/>
                </a:lnTo>
                <a:lnTo>
                  <a:pt x="16187" y="19278"/>
                </a:lnTo>
                <a:lnTo>
                  <a:pt x="13491" y="18085"/>
                </a:lnTo>
                <a:lnTo>
                  <a:pt x="10800" y="16875"/>
                </a:lnTo>
                <a:lnTo>
                  <a:pt x="8791" y="16000"/>
                </a:lnTo>
                <a:lnTo>
                  <a:pt x="6774" y="15115"/>
                </a:lnTo>
                <a:lnTo>
                  <a:pt x="4726" y="14218"/>
                </a:lnTo>
                <a:lnTo>
                  <a:pt x="3551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F9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6" name="contour_17094"/>
          <p:cNvSpPr/>
          <p:nvPr/>
        </p:nvSpPr>
        <p:spPr>
          <a:xfrm>
            <a:off x="4332154" y="480278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70" y="2511"/>
                </a:lnTo>
                <a:lnTo>
                  <a:pt x="12150" y="5065"/>
                </a:lnTo>
                <a:lnTo>
                  <a:pt x="13306" y="7906"/>
                </a:lnTo>
                <a:lnTo>
                  <a:pt x="14375" y="9909"/>
                </a:lnTo>
                <a:lnTo>
                  <a:pt x="15811" y="11599"/>
                </a:lnTo>
                <a:lnTo>
                  <a:pt x="18068" y="13522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1141" y="15136"/>
                </a:lnTo>
                <a:lnTo>
                  <a:pt x="2045" y="10670"/>
                </a:lnTo>
                <a:lnTo>
                  <a:pt x="2920" y="7646"/>
                </a:lnTo>
                <a:lnTo>
                  <a:pt x="3971" y="5508"/>
                </a:lnTo>
                <a:lnTo>
                  <a:pt x="5404" y="3704"/>
                </a:lnTo>
                <a:lnTo>
                  <a:pt x="7423" y="1685"/>
                </a:lnTo>
                <a:lnTo>
                  <a:pt x="8262" y="1269"/>
                </a:lnTo>
                <a:lnTo>
                  <a:pt x="10800" y="0"/>
                </a:lnTo>
                <a:close/>
              </a:path>
            </a:pathLst>
          </a:custGeom>
          <a:solidFill>
            <a:srgbClr val="CBB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7" name="contour_17095"/>
          <p:cNvSpPr/>
          <p:nvPr/>
        </p:nvSpPr>
        <p:spPr>
          <a:xfrm>
            <a:off x="1387805" y="479549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FB3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8" name="contour_17096"/>
          <p:cNvSpPr/>
          <p:nvPr/>
        </p:nvSpPr>
        <p:spPr>
          <a:xfrm>
            <a:off x="11030736" y="4773634"/>
            <a:ext cx="21296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461" y="0"/>
                </a:moveTo>
                <a:lnTo>
                  <a:pt x="9115" y="1966"/>
                </a:lnTo>
                <a:lnTo>
                  <a:pt x="11584" y="3863"/>
                </a:lnTo>
                <a:lnTo>
                  <a:pt x="13838" y="5715"/>
                </a:lnTo>
                <a:lnTo>
                  <a:pt x="15864" y="7541"/>
                </a:lnTo>
                <a:lnTo>
                  <a:pt x="17623" y="9368"/>
                </a:lnTo>
                <a:lnTo>
                  <a:pt x="19101" y="11220"/>
                </a:lnTo>
                <a:lnTo>
                  <a:pt x="20262" y="13114"/>
                </a:lnTo>
                <a:lnTo>
                  <a:pt x="21083" y="15077"/>
                </a:lnTo>
                <a:lnTo>
                  <a:pt x="21533" y="17129"/>
                </a:lnTo>
                <a:lnTo>
                  <a:pt x="21600" y="19295"/>
                </a:lnTo>
                <a:lnTo>
                  <a:pt x="21245" y="21600"/>
                </a:lnTo>
                <a:lnTo>
                  <a:pt x="16359" y="21600"/>
                </a:lnTo>
                <a:lnTo>
                  <a:pt x="11443" y="21600"/>
                </a:lnTo>
                <a:lnTo>
                  <a:pt x="6461" y="21600"/>
                </a:lnTo>
                <a:lnTo>
                  <a:pt x="3955" y="19514"/>
                </a:lnTo>
                <a:lnTo>
                  <a:pt x="2092" y="17539"/>
                </a:lnTo>
                <a:lnTo>
                  <a:pt x="835" y="15638"/>
                </a:lnTo>
                <a:lnTo>
                  <a:pt x="155" y="13759"/>
                </a:lnTo>
                <a:lnTo>
                  <a:pt x="0" y="11858"/>
                </a:lnTo>
                <a:lnTo>
                  <a:pt x="333" y="9896"/>
                </a:lnTo>
                <a:lnTo>
                  <a:pt x="1116" y="7822"/>
                </a:lnTo>
                <a:lnTo>
                  <a:pt x="2306" y="5591"/>
                </a:lnTo>
                <a:lnTo>
                  <a:pt x="3674" y="3743"/>
                </a:lnTo>
                <a:lnTo>
                  <a:pt x="5064" y="1885"/>
                </a:lnTo>
                <a:lnTo>
                  <a:pt x="6461" y="0"/>
                </a:lnTo>
                <a:close/>
              </a:path>
            </a:pathLst>
          </a:custGeom>
          <a:solidFill>
            <a:srgbClr val="3B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099" name="contour_17097"/>
          <p:cNvSpPr/>
          <p:nvPr/>
        </p:nvSpPr>
        <p:spPr>
          <a:xfrm>
            <a:off x="10920498" y="479549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2960" y="14369"/>
                </a:lnTo>
                <a:lnTo>
                  <a:pt x="12960" y="17960"/>
                </a:lnTo>
                <a:lnTo>
                  <a:pt x="12960" y="21600"/>
                </a:lnTo>
                <a:lnTo>
                  <a:pt x="10394" y="20531"/>
                </a:lnTo>
                <a:lnTo>
                  <a:pt x="7819" y="19456"/>
                </a:lnTo>
                <a:lnTo>
                  <a:pt x="5236" y="18382"/>
                </a:lnTo>
                <a:lnTo>
                  <a:pt x="2631" y="1729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F2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0" name="contour_17098"/>
          <p:cNvSpPr/>
          <p:nvPr/>
        </p:nvSpPr>
        <p:spPr>
          <a:xfrm>
            <a:off x="4864177" y="4773634"/>
            <a:ext cx="2328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61" y="0"/>
                </a:moveTo>
                <a:lnTo>
                  <a:pt x="11229" y="0"/>
                </a:lnTo>
                <a:lnTo>
                  <a:pt x="15725" y="0"/>
                </a:lnTo>
                <a:lnTo>
                  <a:pt x="20282" y="0"/>
                </a:lnTo>
                <a:lnTo>
                  <a:pt x="20539" y="2192"/>
                </a:lnTo>
                <a:lnTo>
                  <a:pt x="20762" y="4388"/>
                </a:lnTo>
                <a:lnTo>
                  <a:pt x="20958" y="6581"/>
                </a:lnTo>
                <a:lnTo>
                  <a:pt x="21127" y="8777"/>
                </a:lnTo>
                <a:lnTo>
                  <a:pt x="21363" y="11225"/>
                </a:lnTo>
                <a:lnTo>
                  <a:pt x="21600" y="13712"/>
                </a:lnTo>
                <a:lnTo>
                  <a:pt x="20944" y="15840"/>
                </a:lnTo>
                <a:lnTo>
                  <a:pt x="20282" y="18000"/>
                </a:lnTo>
                <a:lnTo>
                  <a:pt x="16239" y="19393"/>
                </a:lnTo>
                <a:lnTo>
                  <a:pt x="13481" y="20232"/>
                </a:lnTo>
                <a:lnTo>
                  <a:pt x="10743" y="20855"/>
                </a:lnTo>
                <a:lnTo>
                  <a:pt x="6761" y="21600"/>
                </a:lnTo>
                <a:lnTo>
                  <a:pt x="5787" y="19408"/>
                </a:lnTo>
                <a:lnTo>
                  <a:pt x="4834" y="17215"/>
                </a:lnTo>
                <a:lnTo>
                  <a:pt x="3887" y="15019"/>
                </a:lnTo>
                <a:lnTo>
                  <a:pt x="2961" y="12823"/>
                </a:lnTo>
                <a:lnTo>
                  <a:pt x="2427" y="11596"/>
                </a:lnTo>
                <a:lnTo>
                  <a:pt x="818" y="7888"/>
                </a:lnTo>
                <a:lnTo>
                  <a:pt x="412" y="5760"/>
                </a:lnTo>
                <a:lnTo>
                  <a:pt x="0" y="3600"/>
                </a:lnTo>
                <a:lnTo>
                  <a:pt x="3353" y="1814"/>
                </a:lnTo>
                <a:lnTo>
                  <a:pt x="6761" y="0"/>
                </a:lnTo>
                <a:close/>
              </a:path>
            </a:pathLst>
          </a:custGeom>
          <a:solidFill>
            <a:srgbClr val="E5E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1" name="contour_17099"/>
          <p:cNvSpPr/>
          <p:nvPr/>
        </p:nvSpPr>
        <p:spPr>
          <a:xfrm>
            <a:off x="1664749" y="478821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9AA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2" name="contour_17100"/>
          <p:cNvSpPr/>
          <p:nvPr/>
        </p:nvSpPr>
        <p:spPr>
          <a:xfrm>
            <a:off x="7174470" y="478092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801" y="20050"/>
                </a:lnTo>
                <a:lnTo>
                  <a:pt x="16010" y="18473"/>
                </a:lnTo>
                <a:lnTo>
                  <a:pt x="13228" y="16875"/>
                </a:lnTo>
                <a:lnTo>
                  <a:pt x="10895" y="15557"/>
                </a:lnTo>
                <a:lnTo>
                  <a:pt x="8523" y="14218"/>
                </a:lnTo>
                <a:lnTo>
                  <a:pt x="6437" y="12463"/>
                </a:lnTo>
                <a:lnTo>
                  <a:pt x="4951" y="10849"/>
                </a:lnTo>
                <a:lnTo>
                  <a:pt x="3655" y="8689"/>
                </a:lnTo>
                <a:lnTo>
                  <a:pt x="2143" y="5297"/>
                </a:lnTo>
                <a:lnTo>
                  <a:pt x="0" y="0"/>
                </a:lnTo>
                <a:close/>
              </a:path>
            </a:pathLst>
          </a:custGeom>
          <a:solidFill>
            <a:srgbClr val="AF9F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3" name="contour_17101"/>
          <p:cNvSpPr/>
          <p:nvPr/>
        </p:nvSpPr>
        <p:spPr>
          <a:xfrm>
            <a:off x="5104681" y="478821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1C2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4" name="contour_17102"/>
          <p:cNvSpPr/>
          <p:nvPr/>
        </p:nvSpPr>
        <p:spPr>
          <a:xfrm>
            <a:off x="11328625" y="4759058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82"/>
                </a:lnTo>
                <a:lnTo>
                  <a:pt x="2341" y="737"/>
                </a:lnTo>
                <a:lnTo>
                  <a:pt x="3646" y="1153"/>
                </a:lnTo>
                <a:lnTo>
                  <a:pt x="5374" y="1698"/>
                </a:lnTo>
                <a:lnTo>
                  <a:pt x="7780" y="2455"/>
                </a:lnTo>
                <a:lnTo>
                  <a:pt x="11115" y="3512"/>
                </a:lnTo>
                <a:lnTo>
                  <a:pt x="15638" y="4938"/>
                </a:lnTo>
                <a:lnTo>
                  <a:pt x="21600" y="6820"/>
                </a:lnTo>
                <a:lnTo>
                  <a:pt x="20529" y="10196"/>
                </a:lnTo>
                <a:lnTo>
                  <a:pt x="19457" y="13586"/>
                </a:lnTo>
                <a:lnTo>
                  <a:pt x="18373" y="17003"/>
                </a:lnTo>
                <a:lnTo>
                  <a:pt x="17280" y="20461"/>
                </a:lnTo>
                <a:lnTo>
                  <a:pt x="14148" y="21382"/>
                </a:lnTo>
                <a:lnTo>
                  <a:pt x="11837" y="21600"/>
                </a:lnTo>
                <a:lnTo>
                  <a:pt x="8372" y="21314"/>
                </a:lnTo>
                <a:lnTo>
                  <a:pt x="5607" y="21034"/>
                </a:lnTo>
                <a:lnTo>
                  <a:pt x="2821" y="20747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C2C3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5" name="contour_17103"/>
          <p:cNvSpPr/>
          <p:nvPr/>
        </p:nvSpPr>
        <p:spPr>
          <a:xfrm>
            <a:off x="10811178" y="475177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84"/>
                </a:lnTo>
                <a:lnTo>
                  <a:pt x="2341" y="937"/>
                </a:lnTo>
                <a:lnTo>
                  <a:pt x="3646" y="1456"/>
                </a:lnTo>
                <a:lnTo>
                  <a:pt x="5374" y="2147"/>
                </a:lnTo>
                <a:lnTo>
                  <a:pt x="7780" y="3110"/>
                </a:lnTo>
                <a:lnTo>
                  <a:pt x="11115" y="4445"/>
                </a:lnTo>
                <a:lnTo>
                  <a:pt x="15638" y="6255"/>
                </a:lnTo>
                <a:lnTo>
                  <a:pt x="21600" y="8640"/>
                </a:lnTo>
                <a:lnTo>
                  <a:pt x="20745" y="11206"/>
                </a:lnTo>
                <a:lnTo>
                  <a:pt x="19885" y="13781"/>
                </a:lnTo>
                <a:lnTo>
                  <a:pt x="19025" y="16364"/>
                </a:lnTo>
                <a:lnTo>
                  <a:pt x="18157" y="18969"/>
                </a:lnTo>
                <a:lnTo>
                  <a:pt x="17280" y="21600"/>
                </a:lnTo>
                <a:lnTo>
                  <a:pt x="16610" y="19591"/>
                </a:lnTo>
                <a:lnTo>
                  <a:pt x="15932" y="17548"/>
                </a:lnTo>
                <a:lnTo>
                  <a:pt x="14109" y="14861"/>
                </a:lnTo>
                <a:lnTo>
                  <a:pt x="12489" y="13262"/>
                </a:lnTo>
                <a:lnTo>
                  <a:pt x="10161" y="12122"/>
                </a:lnTo>
                <a:lnTo>
                  <a:pt x="6212" y="10800"/>
                </a:lnTo>
                <a:lnTo>
                  <a:pt x="4160" y="10087"/>
                </a:lnTo>
                <a:lnTo>
                  <a:pt x="2095" y="9370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E0E7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6" name="contour_17104"/>
          <p:cNvSpPr/>
          <p:nvPr/>
        </p:nvSpPr>
        <p:spPr>
          <a:xfrm>
            <a:off x="11190154" y="472990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658" y="1984"/>
                </a:lnTo>
                <a:lnTo>
                  <a:pt x="14440" y="3964"/>
                </a:lnTo>
                <a:lnTo>
                  <a:pt x="16135" y="5958"/>
                </a:lnTo>
                <a:lnTo>
                  <a:pt x="17717" y="7981"/>
                </a:lnTo>
                <a:lnTo>
                  <a:pt x="19170" y="10051"/>
                </a:lnTo>
                <a:lnTo>
                  <a:pt x="20471" y="12186"/>
                </a:lnTo>
                <a:lnTo>
                  <a:pt x="21600" y="14400"/>
                </a:lnTo>
                <a:lnTo>
                  <a:pt x="18776" y="17042"/>
                </a:lnTo>
                <a:lnTo>
                  <a:pt x="16708" y="18677"/>
                </a:lnTo>
                <a:lnTo>
                  <a:pt x="14386" y="19969"/>
                </a:lnTo>
                <a:lnTo>
                  <a:pt x="10800" y="21600"/>
                </a:lnTo>
                <a:lnTo>
                  <a:pt x="10800" y="19220"/>
                </a:lnTo>
                <a:lnTo>
                  <a:pt x="10800" y="16826"/>
                </a:lnTo>
                <a:lnTo>
                  <a:pt x="10800" y="14400"/>
                </a:lnTo>
                <a:lnTo>
                  <a:pt x="7231" y="14400"/>
                </a:lnTo>
                <a:lnTo>
                  <a:pt x="3640" y="14400"/>
                </a:lnTo>
                <a:lnTo>
                  <a:pt x="0" y="14400"/>
                </a:lnTo>
                <a:lnTo>
                  <a:pt x="0" y="12020"/>
                </a:lnTo>
                <a:lnTo>
                  <a:pt x="0" y="9626"/>
                </a:lnTo>
                <a:lnTo>
                  <a:pt x="0" y="7200"/>
                </a:lnTo>
                <a:lnTo>
                  <a:pt x="3569" y="7200"/>
                </a:lnTo>
                <a:lnTo>
                  <a:pt x="7160" y="7200"/>
                </a:lnTo>
                <a:lnTo>
                  <a:pt x="10800" y="7200"/>
                </a:lnTo>
                <a:lnTo>
                  <a:pt x="10800" y="4820"/>
                </a:lnTo>
                <a:lnTo>
                  <a:pt x="10800" y="2426"/>
                </a:lnTo>
                <a:lnTo>
                  <a:pt x="10800" y="0"/>
                </a:lnTo>
                <a:close/>
              </a:path>
            </a:pathLst>
          </a:custGeom>
          <a:solidFill>
            <a:srgbClr val="9495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7" name="contour_17105"/>
          <p:cNvSpPr/>
          <p:nvPr/>
        </p:nvSpPr>
        <p:spPr>
          <a:xfrm>
            <a:off x="1832373" y="473719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3F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8" name="contour_17106"/>
          <p:cNvSpPr/>
          <p:nvPr/>
        </p:nvSpPr>
        <p:spPr>
          <a:xfrm>
            <a:off x="1395093" y="473719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96" y="21204"/>
                </a:lnTo>
                <a:lnTo>
                  <a:pt x="2196" y="20506"/>
                </a:lnTo>
                <a:lnTo>
                  <a:pt x="5400" y="18900"/>
                </a:lnTo>
                <a:lnTo>
                  <a:pt x="7186" y="17417"/>
                </a:lnTo>
                <a:lnTo>
                  <a:pt x="8978" y="15912"/>
                </a:lnTo>
                <a:lnTo>
                  <a:pt x="10800" y="14400"/>
                </a:lnTo>
                <a:lnTo>
                  <a:pt x="10800" y="9641"/>
                </a:lnTo>
                <a:lnTo>
                  <a:pt x="10800" y="4853"/>
                </a:lnTo>
                <a:lnTo>
                  <a:pt x="10800" y="0"/>
                </a:lnTo>
                <a:close/>
              </a:path>
            </a:pathLst>
          </a:custGeom>
          <a:solidFill>
            <a:srgbClr val="4546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09" name="contour_17107"/>
          <p:cNvSpPr/>
          <p:nvPr/>
        </p:nvSpPr>
        <p:spPr>
          <a:xfrm>
            <a:off x="11394217" y="472261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1663"/>
                </a:lnTo>
                <a:lnTo>
                  <a:pt x="8104" y="3348"/>
                </a:lnTo>
                <a:lnTo>
                  <a:pt x="10354" y="5047"/>
                </a:lnTo>
                <a:lnTo>
                  <a:pt x="12600" y="6754"/>
                </a:lnTo>
                <a:lnTo>
                  <a:pt x="14274" y="8006"/>
                </a:lnTo>
                <a:lnTo>
                  <a:pt x="15955" y="9266"/>
                </a:lnTo>
                <a:lnTo>
                  <a:pt x="17662" y="10548"/>
                </a:lnTo>
                <a:lnTo>
                  <a:pt x="19616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EC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0" name="contour_17108"/>
          <p:cNvSpPr/>
          <p:nvPr/>
        </p:nvSpPr>
        <p:spPr>
          <a:xfrm>
            <a:off x="5265017" y="470804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2856"/>
                </a:lnTo>
                <a:lnTo>
                  <a:pt x="12960" y="5728"/>
                </a:lnTo>
                <a:lnTo>
                  <a:pt x="12960" y="8640"/>
                </a:lnTo>
                <a:lnTo>
                  <a:pt x="15816" y="8640"/>
                </a:lnTo>
                <a:lnTo>
                  <a:pt x="18688" y="8640"/>
                </a:lnTo>
                <a:lnTo>
                  <a:pt x="21600" y="8640"/>
                </a:lnTo>
                <a:lnTo>
                  <a:pt x="20745" y="11206"/>
                </a:lnTo>
                <a:lnTo>
                  <a:pt x="19885" y="13781"/>
                </a:lnTo>
                <a:lnTo>
                  <a:pt x="19025" y="16364"/>
                </a:lnTo>
                <a:lnTo>
                  <a:pt x="18157" y="18969"/>
                </a:lnTo>
                <a:lnTo>
                  <a:pt x="17280" y="21600"/>
                </a:lnTo>
                <a:lnTo>
                  <a:pt x="14714" y="20619"/>
                </a:lnTo>
                <a:lnTo>
                  <a:pt x="12960" y="19846"/>
                </a:lnTo>
                <a:lnTo>
                  <a:pt x="11206" y="18865"/>
                </a:lnTo>
                <a:lnTo>
                  <a:pt x="8640" y="17280"/>
                </a:lnTo>
                <a:lnTo>
                  <a:pt x="8640" y="14424"/>
                </a:lnTo>
                <a:lnTo>
                  <a:pt x="8640" y="11552"/>
                </a:lnTo>
                <a:lnTo>
                  <a:pt x="8640" y="8640"/>
                </a:lnTo>
                <a:lnTo>
                  <a:pt x="6074" y="7055"/>
                </a:lnTo>
                <a:lnTo>
                  <a:pt x="4320" y="6074"/>
                </a:lnTo>
                <a:lnTo>
                  <a:pt x="2566" y="5301"/>
                </a:lnTo>
                <a:lnTo>
                  <a:pt x="0" y="4320"/>
                </a:lnTo>
                <a:lnTo>
                  <a:pt x="2143" y="2177"/>
                </a:lnTo>
                <a:lnTo>
                  <a:pt x="4320" y="0"/>
                </a:lnTo>
                <a:close/>
              </a:path>
            </a:pathLst>
          </a:custGeom>
          <a:solidFill>
            <a:srgbClr val="D9CB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1" name="contour_17109"/>
          <p:cNvSpPr/>
          <p:nvPr/>
        </p:nvSpPr>
        <p:spPr>
          <a:xfrm>
            <a:off x="5162985" y="472261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160"/>
                </a:lnTo>
                <a:lnTo>
                  <a:pt x="13798" y="3775"/>
                </a:lnTo>
                <a:lnTo>
                  <a:pt x="15526" y="5146"/>
                </a:lnTo>
                <a:lnTo>
                  <a:pt x="17159" y="6577"/>
                </a:lnTo>
                <a:lnTo>
                  <a:pt x="19064" y="8359"/>
                </a:lnTo>
                <a:lnTo>
                  <a:pt x="21600" y="10800"/>
                </a:lnTo>
                <a:lnTo>
                  <a:pt x="20503" y="11486"/>
                </a:lnTo>
                <a:lnTo>
                  <a:pt x="19453" y="12145"/>
                </a:lnTo>
                <a:lnTo>
                  <a:pt x="18144" y="12960"/>
                </a:lnTo>
                <a:lnTo>
                  <a:pt x="16282" y="14126"/>
                </a:lnTo>
                <a:lnTo>
                  <a:pt x="13556" y="15827"/>
                </a:lnTo>
                <a:lnTo>
                  <a:pt x="9672" y="18257"/>
                </a:lnTo>
                <a:lnTo>
                  <a:pt x="4320" y="21600"/>
                </a:lnTo>
                <a:lnTo>
                  <a:pt x="3465" y="18392"/>
                </a:lnTo>
                <a:lnTo>
                  <a:pt x="2605" y="15174"/>
                </a:lnTo>
                <a:lnTo>
                  <a:pt x="1745" y="11945"/>
                </a:lnTo>
                <a:lnTo>
                  <a:pt x="877" y="8689"/>
                </a:lnTo>
                <a:lnTo>
                  <a:pt x="0" y="5400"/>
                </a:lnTo>
                <a:lnTo>
                  <a:pt x="2108" y="3418"/>
                </a:lnTo>
                <a:lnTo>
                  <a:pt x="3711" y="2192"/>
                </a:lnTo>
                <a:lnTo>
                  <a:pt x="5620" y="1226"/>
                </a:lnTo>
                <a:lnTo>
                  <a:pt x="8640" y="0"/>
                </a:lnTo>
                <a:close/>
              </a:path>
            </a:pathLst>
          </a:custGeom>
          <a:solidFill>
            <a:srgbClr val="EAE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2" name="contour_17110"/>
          <p:cNvSpPr/>
          <p:nvPr/>
        </p:nvSpPr>
        <p:spPr>
          <a:xfrm>
            <a:off x="4186394" y="4693467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5746" y="17932"/>
                </a:lnTo>
                <a:lnTo>
                  <a:pt x="11059" y="14947"/>
                </a:lnTo>
                <a:lnTo>
                  <a:pt x="7409" y="12514"/>
                </a:lnTo>
                <a:lnTo>
                  <a:pt x="4666" y="10498"/>
                </a:lnTo>
                <a:lnTo>
                  <a:pt x="2700" y="8777"/>
                </a:lnTo>
                <a:lnTo>
                  <a:pt x="1382" y="7214"/>
                </a:lnTo>
                <a:lnTo>
                  <a:pt x="583" y="5688"/>
                </a:lnTo>
                <a:lnTo>
                  <a:pt x="173" y="4061"/>
                </a:lnTo>
                <a:lnTo>
                  <a:pt x="22" y="2210"/>
                </a:lnTo>
                <a:lnTo>
                  <a:pt x="0" y="0"/>
                </a:lnTo>
                <a:close/>
              </a:path>
            </a:pathLst>
          </a:custGeom>
          <a:solidFill>
            <a:srgbClr val="DAC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3" name="contour_17111"/>
          <p:cNvSpPr/>
          <p:nvPr/>
        </p:nvSpPr>
        <p:spPr>
          <a:xfrm>
            <a:off x="2306092" y="470804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5E5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4" name="contour_17112"/>
          <p:cNvSpPr/>
          <p:nvPr/>
        </p:nvSpPr>
        <p:spPr>
          <a:xfrm>
            <a:off x="10541522" y="4693467"/>
            <a:ext cx="238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4" y="683"/>
                </a:lnTo>
                <a:lnTo>
                  <a:pt x="8402" y="1248"/>
                </a:lnTo>
                <a:lnTo>
                  <a:pt x="11414" y="1905"/>
                </a:lnTo>
                <a:lnTo>
                  <a:pt x="14902" y="2860"/>
                </a:lnTo>
                <a:lnTo>
                  <a:pt x="19817" y="4320"/>
                </a:lnTo>
                <a:lnTo>
                  <a:pt x="21006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006" y="14066"/>
                </a:lnTo>
                <a:lnTo>
                  <a:pt x="19817" y="17280"/>
                </a:lnTo>
                <a:lnTo>
                  <a:pt x="14902" y="18740"/>
                </a:lnTo>
                <a:lnTo>
                  <a:pt x="11414" y="19695"/>
                </a:lnTo>
                <a:lnTo>
                  <a:pt x="8402" y="20352"/>
                </a:lnTo>
                <a:lnTo>
                  <a:pt x="4914" y="2091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242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5" name="contour_17113"/>
          <p:cNvSpPr/>
          <p:nvPr/>
        </p:nvSpPr>
        <p:spPr>
          <a:xfrm>
            <a:off x="10075091" y="468617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92" y="21204"/>
                </a:lnTo>
                <a:lnTo>
                  <a:pt x="2192" y="20506"/>
                </a:lnTo>
                <a:lnTo>
                  <a:pt x="5400" y="18900"/>
                </a:lnTo>
                <a:lnTo>
                  <a:pt x="7186" y="17417"/>
                </a:lnTo>
                <a:lnTo>
                  <a:pt x="8978" y="15912"/>
                </a:lnTo>
                <a:lnTo>
                  <a:pt x="10800" y="14400"/>
                </a:lnTo>
                <a:lnTo>
                  <a:pt x="10800" y="9641"/>
                </a:lnTo>
                <a:lnTo>
                  <a:pt x="10800" y="4853"/>
                </a:lnTo>
                <a:lnTo>
                  <a:pt x="10800" y="0"/>
                </a:lnTo>
                <a:close/>
              </a:path>
            </a:pathLst>
          </a:custGeom>
          <a:solidFill>
            <a:srgbClr val="C6CE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6" name="contour_17114"/>
          <p:cNvSpPr/>
          <p:nvPr/>
        </p:nvSpPr>
        <p:spPr>
          <a:xfrm>
            <a:off x="9783571" y="469346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423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7" name="contour_17115"/>
          <p:cNvSpPr/>
          <p:nvPr/>
        </p:nvSpPr>
        <p:spPr>
          <a:xfrm>
            <a:off x="8267669" y="468617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071"/>
                </a:lnTo>
                <a:lnTo>
                  <a:pt x="16162" y="2143"/>
                </a:lnTo>
                <a:lnTo>
                  <a:pt x="18862" y="3227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9272" y="19155"/>
                </a:lnTo>
                <a:lnTo>
                  <a:pt x="7744" y="16710"/>
                </a:lnTo>
                <a:lnTo>
                  <a:pt x="6210" y="14256"/>
                </a:lnTo>
                <a:lnTo>
                  <a:pt x="4671" y="11794"/>
                </a:lnTo>
                <a:lnTo>
                  <a:pt x="3121" y="9318"/>
                </a:lnTo>
                <a:lnTo>
                  <a:pt x="1566" y="6830"/>
                </a:lnTo>
                <a:lnTo>
                  <a:pt x="0" y="4320"/>
                </a:lnTo>
                <a:lnTo>
                  <a:pt x="2673" y="3249"/>
                </a:lnTo>
                <a:lnTo>
                  <a:pt x="5362" y="2177"/>
                </a:lnTo>
                <a:lnTo>
                  <a:pt x="8062" y="1093"/>
                </a:lnTo>
                <a:lnTo>
                  <a:pt x="10800" y="0"/>
                </a:lnTo>
                <a:close/>
              </a:path>
            </a:pathLst>
          </a:custGeom>
          <a:solidFill>
            <a:srgbClr val="2C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8" name="contour_17116"/>
          <p:cNvSpPr/>
          <p:nvPr/>
        </p:nvSpPr>
        <p:spPr>
          <a:xfrm>
            <a:off x="7735646" y="4700755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09"/>
                </a:lnTo>
                <a:lnTo>
                  <a:pt x="7133" y="1018"/>
                </a:lnTo>
                <a:lnTo>
                  <a:pt x="10719" y="1531"/>
                </a:lnTo>
                <a:lnTo>
                  <a:pt x="14321" y="2046"/>
                </a:lnTo>
                <a:lnTo>
                  <a:pt x="17944" y="2564"/>
                </a:lnTo>
                <a:lnTo>
                  <a:pt x="21600" y="3086"/>
                </a:lnTo>
                <a:lnTo>
                  <a:pt x="21006" y="5122"/>
                </a:lnTo>
                <a:lnTo>
                  <a:pt x="20412" y="7162"/>
                </a:lnTo>
                <a:lnTo>
                  <a:pt x="19818" y="9202"/>
                </a:lnTo>
                <a:lnTo>
                  <a:pt x="19219" y="11247"/>
                </a:lnTo>
                <a:lnTo>
                  <a:pt x="18619" y="13299"/>
                </a:lnTo>
                <a:lnTo>
                  <a:pt x="18020" y="15361"/>
                </a:lnTo>
                <a:lnTo>
                  <a:pt x="17415" y="17428"/>
                </a:lnTo>
                <a:lnTo>
                  <a:pt x="16810" y="19508"/>
                </a:lnTo>
                <a:lnTo>
                  <a:pt x="16200" y="21600"/>
                </a:lnTo>
                <a:lnTo>
                  <a:pt x="13522" y="21600"/>
                </a:lnTo>
                <a:lnTo>
                  <a:pt x="10800" y="21600"/>
                </a:lnTo>
                <a:lnTo>
                  <a:pt x="10800" y="19418"/>
                </a:lnTo>
                <a:lnTo>
                  <a:pt x="10800" y="17234"/>
                </a:lnTo>
                <a:lnTo>
                  <a:pt x="10800" y="15043"/>
                </a:lnTo>
                <a:lnTo>
                  <a:pt x="10800" y="12843"/>
                </a:lnTo>
                <a:lnTo>
                  <a:pt x="10800" y="10633"/>
                </a:lnTo>
                <a:lnTo>
                  <a:pt x="10800" y="8412"/>
                </a:lnTo>
                <a:lnTo>
                  <a:pt x="10800" y="6171"/>
                </a:lnTo>
                <a:lnTo>
                  <a:pt x="7231" y="6171"/>
                </a:lnTo>
                <a:lnTo>
                  <a:pt x="3640" y="6171"/>
                </a:lnTo>
                <a:lnTo>
                  <a:pt x="0" y="6171"/>
                </a:lnTo>
                <a:lnTo>
                  <a:pt x="0" y="4132"/>
                </a:lnTo>
                <a:lnTo>
                  <a:pt x="0" y="2080"/>
                </a:lnTo>
                <a:lnTo>
                  <a:pt x="0" y="0"/>
                </a:lnTo>
                <a:close/>
              </a:path>
            </a:pathLst>
          </a:custGeom>
          <a:solidFill>
            <a:srgbClr val="EE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19" name="contour_17117"/>
          <p:cNvSpPr/>
          <p:nvPr/>
        </p:nvSpPr>
        <p:spPr>
          <a:xfrm>
            <a:off x="564262" y="4677907"/>
            <a:ext cx="43728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930"/>
                </a:moveTo>
                <a:lnTo>
                  <a:pt x="9770" y="310"/>
                </a:lnTo>
                <a:lnTo>
                  <a:pt x="11617" y="0"/>
                </a:lnTo>
                <a:lnTo>
                  <a:pt x="13259" y="0"/>
                </a:lnTo>
                <a:lnTo>
                  <a:pt x="15214" y="310"/>
                </a:lnTo>
                <a:lnTo>
                  <a:pt x="18000" y="930"/>
                </a:lnTo>
                <a:lnTo>
                  <a:pt x="19217" y="6056"/>
                </a:lnTo>
                <a:lnTo>
                  <a:pt x="20012" y="9694"/>
                </a:lnTo>
                <a:lnTo>
                  <a:pt x="20560" y="12836"/>
                </a:lnTo>
                <a:lnTo>
                  <a:pt x="21031" y="16474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82" y="19891"/>
                </a:lnTo>
                <a:lnTo>
                  <a:pt x="3575" y="18183"/>
                </a:lnTo>
                <a:lnTo>
                  <a:pt x="5375" y="16453"/>
                </a:lnTo>
                <a:lnTo>
                  <a:pt x="7200" y="14710"/>
                </a:lnTo>
                <a:lnTo>
                  <a:pt x="7200" y="10156"/>
                </a:lnTo>
                <a:lnTo>
                  <a:pt x="7200" y="5574"/>
                </a:lnTo>
                <a:lnTo>
                  <a:pt x="7200" y="930"/>
                </a:lnTo>
                <a:close/>
              </a:path>
            </a:pathLst>
          </a:custGeom>
          <a:solidFill>
            <a:srgbClr val="44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0" name="contour_17118"/>
          <p:cNvSpPr/>
          <p:nvPr/>
        </p:nvSpPr>
        <p:spPr>
          <a:xfrm>
            <a:off x="8135064" y="4671603"/>
            <a:ext cx="2328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18" y="0"/>
                </a:moveTo>
                <a:lnTo>
                  <a:pt x="5334" y="0"/>
                </a:lnTo>
                <a:lnTo>
                  <a:pt x="9363" y="0"/>
                </a:lnTo>
                <a:lnTo>
                  <a:pt x="13406" y="0"/>
                </a:lnTo>
                <a:lnTo>
                  <a:pt x="17483" y="0"/>
                </a:lnTo>
                <a:lnTo>
                  <a:pt x="21600" y="0"/>
                </a:lnTo>
                <a:lnTo>
                  <a:pt x="20856" y="2376"/>
                </a:lnTo>
                <a:lnTo>
                  <a:pt x="20113" y="4756"/>
                </a:lnTo>
                <a:lnTo>
                  <a:pt x="19369" y="7135"/>
                </a:lnTo>
                <a:lnTo>
                  <a:pt x="18619" y="9522"/>
                </a:lnTo>
                <a:lnTo>
                  <a:pt x="17868" y="11916"/>
                </a:lnTo>
                <a:lnTo>
                  <a:pt x="17118" y="14321"/>
                </a:lnTo>
                <a:lnTo>
                  <a:pt x="16361" y="16733"/>
                </a:lnTo>
                <a:lnTo>
                  <a:pt x="15603" y="19159"/>
                </a:lnTo>
                <a:lnTo>
                  <a:pt x="14839" y="21600"/>
                </a:lnTo>
                <a:lnTo>
                  <a:pt x="9140" y="18547"/>
                </a:lnTo>
                <a:lnTo>
                  <a:pt x="5273" y="16391"/>
                </a:lnTo>
                <a:lnTo>
                  <a:pt x="2846" y="14818"/>
                </a:lnTo>
                <a:lnTo>
                  <a:pt x="1426" y="13525"/>
                </a:lnTo>
                <a:lnTo>
                  <a:pt x="615" y="12204"/>
                </a:lnTo>
                <a:lnTo>
                  <a:pt x="0" y="10548"/>
                </a:lnTo>
                <a:lnTo>
                  <a:pt x="264" y="8438"/>
                </a:lnTo>
                <a:lnTo>
                  <a:pt x="527" y="6329"/>
                </a:lnTo>
                <a:lnTo>
                  <a:pt x="791" y="4219"/>
                </a:lnTo>
                <a:lnTo>
                  <a:pt x="1055" y="2110"/>
                </a:lnTo>
                <a:lnTo>
                  <a:pt x="1318" y="0"/>
                </a:lnTo>
                <a:close/>
              </a:path>
            </a:pathLst>
          </a:custGeom>
          <a:solidFill>
            <a:srgbClr val="8A8D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1" name="contour_17119"/>
          <p:cNvSpPr/>
          <p:nvPr/>
        </p:nvSpPr>
        <p:spPr>
          <a:xfrm>
            <a:off x="8100045" y="467889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744" y="20747"/>
                </a:lnTo>
                <a:lnTo>
                  <a:pt x="14974" y="20039"/>
                </a:lnTo>
                <a:lnTo>
                  <a:pt x="12512" y="19219"/>
                </a:lnTo>
                <a:lnTo>
                  <a:pt x="9580" y="18025"/>
                </a:lnTo>
                <a:lnTo>
                  <a:pt x="5400" y="16200"/>
                </a:lnTo>
                <a:lnTo>
                  <a:pt x="3575" y="12020"/>
                </a:lnTo>
                <a:lnTo>
                  <a:pt x="2381" y="9088"/>
                </a:lnTo>
                <a:lnTo>
                  <a:pt x="1561" y="6626"/>
                </a:lnTo>
                <a:lnTo>
                  <a:pt x="8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2524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2" name="contour_17120"/>
          <p:cNvSpPr/>
          <p:nvPr/>
        </p:nvSpPr>
        <p:spPr>
          <a:xfrm>
            <a:off x="4266562" y="4671603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1631"/>
                </a:lnTo>
                <a:lnTo>
                  <a:pt x="14738" y="2923"/>
                </a:lnTo>
                <a:lnTo>
                  <a:pt x="17575" y="4558"/>
                </a:lnTo>
                <a:lnTo>
                  <a:pt x="21600" y="7200"/>
                </a:lnTo>
                <a:lnTo>
                  <a:pt x="20981" y="9724"/>
                </a:lnTo>
                <a:lnTo>
                  <a:pt x="20066" y="12132"/>
                </a:lnTo>
                <a:lnTo>
                  <a:pt x="18907" y="14472"/>
                </a:lnTo>
                <a:lnTo>
                  <a:pt x="17546" y="16794"/>
                </a:lnTo>
                <a:lnTo>
                  <a:pt x="16027" y="19156"/>
                </a:lnTo>
                <a:lnTo>
                  <a:pt x="14400" y="21600"/>
                </a:lnTo>
                <a:lnTo>
                  <a:pt x="10030" y="20855"/>
                </a:lnTo>
                <a:lnTo>
                  <a:pt x="7078" y="20232"/>
                </a:lnTo>
                <a:lnTo>
                  <a:pt x="4183" y="19393"/>
                </a:lnTo>
                <a:lnTo>
                  <a:pt x="0" y="18000"/>
                </a:lnTo>
                <a:lnTo>
                  <a:pt x="137" y="15444"/>
                </a:lnTo>
                <a:lnTo>
                  <a:pt x="461" y="13633"/>
                </a:lnTo>
                <a:lnTo>
                  <a:pt x="1231" y="11696"/>
                </a:lnTo>
                <a:lnTo>
                  <a:pt x="2700" y="8777"/>
                </a:lnTo>
                <a:lnTo>
                  <a:pt x="3902" y="6311"/>
                </a:lnTo>
                <a:lnTo>
                  <a:pt x="5119" y="3812"/>
                </a:lnTo>
                <a:lnTo>
                  <a:pt x="6149" y="1919"/>
                </a:lnTo>
                <a:lnTo>
                  <a:pt x="7200" y="0"/>
                </a:lnTo>
                <a:close/>
              </a:path>
            </a:pathLst>
          </a:custGeom>
          <a:solidFill>
            <a:srgbClr val="E0C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3" name="contour_17121"/>
          <p:cNvSpPr/>
          <p:nvPr/>
        </p:nvSpPr>
        <p:spPr>
          <a:xfrm>
            <a:off x="972390" y="466431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939" y="2717"/>
                </a:lnTo>
                <a:lnTo>
                  <a:pt x="19289" y="5495"/>
                </a:lnTo>
                <a:lnTo>
                  <a:pt x="20299" y="8338"/>
                </a:lnTo>
                <a:lnTo>
                  <a:pt x="20995" y="11245"/>
                </a:lnTo>
                <a:lnTo>
                  <a:pt x="21416" y="14226"/>
                </a:lnTo>
                <a:lnTo>
                  <a:pt x="21600" y="17280"/>
                </a:lnTo>
                <a:lnTo>
                  <a:pt x="18581" y="19172"/>
                </a:lnTo>
                <a:lnTo>
                  <a:pt x="16454" y="20252"/>
                </a:lnTo>
                <a:lnTo>
                  <a:pt x="14197" y="20926"/>
                </a:lnTo>
                <a:lnTo>
                  <a:pt x="10800" y="21600"/>
                </a:lnTo>
                <a:lnTo>
                  <a:pt x="10800" y="18744"/>
                </a:lnTo>
                <a:lnTo>
                  <a:pt x="10800" y="15872"/>
                </a:lnTo>
                <a:lnTo>
                  <a:pt x="10800" y="12960"/>
                </a:lnTo>
                <a:lnTo>
                  <a:pt x="7231" y="12960"/>
                </a:lnTo>
                <a:lnTo>
                  <a:pt x="3640" y="12960"/>
                </a:lnTo>
                <a:lnTo>
                  <a:pt x="0" y="12960"/>
                </a:lnTo>
                <a:lnTo>
                  <a:pt x="1015" y="9746"/>
                </a:lnTo>
                <a:lnTo>
                  <a:pt x="1804" y="7465"/>
                </a:lnTo>
                <a:lnTo>
                  <a:pt x="2624" y="5495"/>
                </a:lnTo>
                <a:lnTo>
                  <a:pt x="3737" y="3214"/>
                </a:lnTo>
                <a:lnTo>
                  <a:pt x="5400" y="0"/>
                </a:lnTo>
                <a:close/>
              </a:path>
            </a:pathLst>
          </a:custGeom>
          <a:solidFill>
            <a:srgbClr val="484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4" name="contour_17122"/>
          <p:cNvSpPr/>
          <p:nvPr/>
        </p:nvSpPr>
        <p:spPr>
          <a:xfrm>
            <a:off x="2247788" y="4648478"/>
            <a:ext cx="51016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5"/>
                </a:moveTo>
                <a:lnTo>
                  <a:pt x="2077" y="621"/>
                </a:lnTo>
                <a:lnTo>
                  <a:pt x="4138" y="378"/>
                </a:lnTo>
                <a:lnTo>
                  <a:pt x="6193" y="181"/>
                </a:lnTo>
                <a:lnTo>
                  <a:pt x="8242" y="52"/>
                </a:lnTo>
                <a:lnTo>
                  <a:pt x="10291" y="0"/>
                </a:lnTo>
                <a:lnTo>
                  <a:pt x="12337" y="41"/>
                </a:lnTo>
                <a:lnTo>
                  <a:pt x="14389" y="197"/>
                </a:lnTo>
                <a:lnTo>
                  <a:pt x="16447" y="476"/>
                </a:lnTo>
                <a:lnTo>
                  <a:pt x="18514" y="895"/>
                </a:lnTo>
                <a:lnTo>
                  <a:pt x="19835" y="4747"/>
                </a:lnTo>
                <a:lnTo>
                  <a:pt x="20656" y="7480"/>
                </a:lnTo>
                <a:lnTo>
                  <a:pt x="21125" y="9840"/>
                </a:lnTo>
                <a:lnTo>
                  <a:pt x="21390" y="12573"/>
                </a:lnTo>
                <a:lnTo>
                  <a:pt x="21600" y="16424"/>
                </a:lnTo>
                <a:lnTo>
                  <a:pt x="20051" y="18313"/>
                </a:lnTo>
                <a:lnTo>
                  <a:pt x="18894" y="19483"/>
                </a:lnTo>
                <a:lnTo>
                  <a:pt x="17545" y="20415"/>
                </a:lnTo>
                <a:lnTo>
                  <a:pt x="15429" y="21600"/>
                </a:lnTo>
                <a:lnTo>
                  <a:pt x="13454" y="19592"/>
                </a:lnTo>
                <a:lnTo>
                  <a:pt x="12047" y="18065"/>
                </a:lnTo>
                <a:lnTo>
                  <a:pt x="10815" y="16538"/>
                </a:lnTo>
                <a:lnTo>
                  <a:pt x="9371" y="14535"/>
                </a:lnTo>
                <a:lnTo>
                  <a:pt x="7329" y="11569"/>
                </a:lnTo>
                <a:lnTo>
                  <a:pt x="5949" y="9602"/>
                </a:lnTo>
                <a:lnTo>
                  <a:pt x="4564" y="7614"/>
                </a:lnTo>
                <a:lnTo>
                  <a:pt x="3157" y="5606"/>
                </a:lnTo>
                <a:lnTo>
                  <a:pt x="1592" y="3266"/>
                </a:lnTo>
                <a:lnTo>
                  <a:pt x="0" y="895"/>
                </a:lnTo>
                <a:close/>
              </a:path>
            </a:pathLst>
          </a:custGeom>
          <a:solidFill>
            <a:srgbClr val="D9DC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5" name="contour_17123"/>
          <p:cNvSpPr/>
          <p:nvPr/>
        </p:nvSpPr>
        <p:spPr>
          <a:xfrm>
            <a:off x="731886" y="466431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2182" y="20585"/>
                </a:lnTo>
                <a:lnTo>
                  <a:pt x="9331" y="19796"/>
                </a:lnTo>
                <a:lnTo>
                  <a:pt x="6869" y="18976"/>
                </a:lnTo>
                <a:lnTo>
                  <a:pt x="4018" y="1786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3618" y="3067"/>
                </a:lnTo>
                <a:lnTo>
                  <a:pt x="6858" y="1528"/>
                </a:lnTo>
                <a:lnTo>
                  <a:pt x="10001" y="610"/>
                </a:lnTo>
                <a:lnTo>
                  <a:pt x="13322" y="162"/>
                </a:lnTo>
                <a:lnTo>
                  <a:pt x="17096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D3D9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6" name="contour_17124"/>
          <p:cNvSpPr/>
          <p:nvPr/>
        </p:nvSpPr>
        <p:spPr>
          <a:xfrm>
            <a:off x="11022530" y="465702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963" y="3607"/>
                </a:lnTo>
                <a:lnTo>
                  <a:pt x="20288" y="7209"/>
                </a:lnTo>
                <a:lnTo>
                  <a:pt x="19575" y="10800"/>
                </a:lnTo>
                <a:lnTo>
                  <a:pt x="19008" y="13813"/>
                </a:lnTo>
                <a:lnTo>
                  <a:pt x="18436" y="16875"/>
                </a:lnTo>
                <a:lnTo>
                  <a:pt x="17323" y="19219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85" y="18052"/>
                </a:lnTo>
                <a:lnTo>
                  <a:pt x="2911" y="15250"/>
                </a:lnTo>
                <a:lnTo>
                  <a:pt x="2025" y="10800"/>
                </a:lnTo>
                <a:lnTo>
                  <a:pt x="1415" y="7787"/>
                </a:lnTo>
                <a:lnTo>
                  <a:pt x="799" y="4725"/>
                </a:lnTo>
                <a:lnTo>
                  <a:pt x="400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45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7" name="contour_17125"/>
          <p:cNvSpPr/>
          <p:nvPr/>
        </p:nvSpPr>
        <p:spPr>
          <a:xfrm>
            <a:off x="5308745" y="465702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20261" y="19462"/>
                </a:lnTo>
                <a:lnTo>
                  <a:pt x="18922" y="17315"/>
                </a:lnTo>
                <a:lnTo>
                  <a:pt x="17566" y="15150"/>
                </a:lnTo>
                <a:lnTo>
                  <a:pt x="16200" y="12960"/>
                </a:lnTo>
                <a:lnTo>
                  <a:pt x="12020" y="12701"/>
                </a:lnTo>
                <a:lnTo>
                  <a:pt x="9088" y="12571"/>
                </a:lnTo>
                <a:lnTo>
                  <a:pt x="6626" y="12571"/>
                </a:lnTo>
                <a:lnTo>
                  <a:pt x="3856" y="12701"/>
                </a:lnTo>
                <a:lnTo>
                  <a:pt x="0" y="12960"/>
                </a:lnTo>
                <a:lnTo>
                  <a:pt x="0" y="10104"/>
                </a:lnTo>
                <a:lnTo>
                  <a:pt x="0" y="7232"/>
                </a:lnTo>
                <a:lnTo>
                  <a:pt x="0" y="4320"/>
                </a:lnTo>
                <a:lnTo>
                  <a:pt x="3618" y="2454"/>
                </a:lnTo>
                <a:lnTo>
                  <a:pt x="6858" y="1223"/>
                </a:lnTo>
                <a:lnTo>
                  <a:pt x="10001" y="488"/>
                </a:lnTo>
                <a:lnTo>
                  <a:pt x="13322" y="130"/>
                </a:lnTo>
                <a:lnTo>
                  <a:pt x="17096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E8E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8" name="contour_17126"/>
          <p:cNvSpPr/>
          <p:nvPr/>
        </p:nvSpPr>
        <p:spPr>
          <a:xfrm>
            <a:off x="1358653" y="464245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7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29" name="contour_17127"/>
          <p:cNvSpPr/>
          <p:nvPr/>
        </p:nvSpPr>
        <p:spPr>
          <a:xfrm>
            <a:off x="1591869" y="463516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269" y="2087"/>
                </a:lnTo>
                <a:lnTo>
                  <a:pt x="11889" y="4177"/>
                </a:lnTo>
                <a:lnTo>
                  <a:pt x="13504" y="6273"/>
                </a:lnTo>
                <a:lnTo>
                  <a:pt x="15120" y="8372"/>
                </a:lnTo>
                <a:lnTo>
                  <a:pt x="16930" y="10705"/>
                </a:lnTo>
                <a:lnTo>
                  <a:pt x="18766" y="13077"/>
                </a:lnTo>
                <a:lnTo>
                  <a:pt x="20762" y="16196"/>
                </a:lnTo>
                <a:lnTo>
                  <a:pt x="21496" y="1840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856" y="12960"/>
                </a:lnTo>
                <a:lnTo>
                  <a:pt x="5728" y="12960"/>
                </a:lnTo>
                <a:lnTo>
                  <a:pt x="8640" y="12960"/>
                </a:lnTo>
                <a:lnTo>
                  <a:pt x="8640" y="10394"/>
                </a:lnTo>
                <a:lnTo>
                  <a:pt x="8640" y="7819"/>
                </a:lnTo>
                <a:lnTo>
                  <a:pt x="8640" y="5236"/>
                </a:lnTo>
                <a:lnTo>
                  <a:pt x="8640" y="2631"/>
                </a:lnTo>
                <a:lnTo>
                  <a:pt x="8640" y="0"/>
                </a:lnTo>
                <a:close/>
              </a:path>
            </a:pathLst>
          </a:custGeom>
          <a:solidFill>
            <a:srgbClr val="6D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0" name="contour_17128"/>
          <p:cNvSpPr/>
          <p:nvPr/>
        </p:nvSpPr>
        <p:spPr>
          <a:xfrm>
            <a:off x="6853799" y="4633341"/>
            <a:ext cx="36440" cy="382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750" y="152"/>
                </a:lnTo>
                <a:lnTo>
                  <a:pt x="13431" y="416"/>
                </a:lnTo>
                <a:lnTo>
                  <a:pt x="17280" y="1029"/>
                </a:lnTo>
                <a:lnTo>
                  <a:pt x="18740" y="4090"/>
                </a:lnTo>
                <a:lnTo>
                  <a:pt x="19695" y="6262"/>
                </a:lnTo>
                <a:lnTo>
                  <a:pt x="20352" y="8138"/>
                </a:lnTo>
                <a:lnTo>
                  <a:pt x="20917" y="10310"/>
                </a:lnTo>
                <a:lnTo>
                  <a:pt x="21600" y="13371"/>
                </a:lnTo>
                <a:lnTo>
                  <a:pt x="18744" y="13371"/>
                </a:lnTo>
                <a:lnTo>
                  <a:pt x="15872" y="13371"/>
                </a:lnTo>
                <a:lnTo>
                  <a:pt x="12960" y="13371"/>
                </a:lnTo>
                <a:lnTo>
                  <a:pt x="11375" y="15815"/>
                </a:lnTo>
                <a:lnTo>
                  <a:pt x="10394" y="17486"/>
                </a:lnTo>
                <a:lnTo>
                  <a:pt x="9621" y="19156"/>
                </a:lnTo>
                <a:lnTo>
                  <a:pt x="8640" y="21600"/>
                </a:lnTo>
                <a:lnTo>
                  <a:pt x="7478" y="19617"/>
                </a:lnTo>
                <a:lnTo>
                  <a:pt x="6324" y="17626"/>
                </a:lnTo>
                <a:lnTo>
                  <a:pt x="5184" y="15626"/>
                </a:lnTo>
                <a:lnTo>
                  <a:pt x="4052" y="13627"/>
                </a:lnTo>
                <a:lnTo>
                  <a:pt x="3408" y="12516"/>
                </a:lnTo>
                <a:lnTo>
                  <a:pt x="1469" y="9146"/>
                </a:lnTo>
                <a:lnTo>
                  <a:pt x="743" y="7159"/>
                </a:lnTo>
                <a:lnTo>
                  <a:pt x="0" y="5143"/>
                </a:lnTo>
                <a:lnTo>
                  <a:pt x="2601" y="2748"/>
                </a:lnTo>
                <a:lnTo>
                  <a:pt x="4588" y="1415"/>
                </a:lnTo>
                <a:lnTo>
                  <a:pt x="6985" y="658"/>
                </a:lnTo>
                <a:lnTo>
                  <a:pt x="10800" y="0"/>
                </a:lnTo>
                <a:close/>
              </a:path>
            </a:pathLst>
          </a:custGeom>
          <a:solidFill>
            <a:srgbClr val="5A58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1" name="contour_17129"/>
          <p:cNvSpPr/>
          <p:nvPr/>
        </p:nvSpPr>
        <p:spPr>
          <a:xfrm>
            <a:off x="3734538" y="4650394"/>
            <a:ext cx="43728" cy="2985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79" y="1893"/>
                </a:moveTo>
                <a:lnTo>
                  <a:pt x="20027" y="3337"/>
                </a:lnTo>
                <a:lnTo>
                  <a:pt x="21600" y="4798"/>
                </a:lnTo>
                <a:lnTo>
                  <a:pt x="18515" y="9943"/>
                </a:lnTo>
                <a:lnTo>
                  <a:pt x="16103" y="13824"/>
                </a:lnTo>
                <a:lnTo>
                  <a:pt x="14170" y="16634"/>
                </a:lnTo>
                <a:lnTo>
                  <a:pt x="12514" y="18579"/>
                </a:lnTo>
                <a:lnTo>
                  <a:pt x="10940" y="19850"/>
                </a:lnTo>
                <a:lnTo>
                  <a:pt x="9248" y="20646"/>
                </a:lnTo>
                <a:lnTo>
                  <a:pt x="7243" y="21168"/>
                </a:lnTo>
                <a:lnTo>
                  <a:pt x="4727" y="21600"/>
                </a:lnTo>
                <a:lnTo>
                  <a:pt x="2380" y="21110"/>
                </a:lnTo>
                <a:lnTo>
                  <a:pt x="0" y="20614"/>
                </a:lnTo>
                <a:lnTo>
                  <a:pt x="0" y="17129"/>
                </a:lnTo>
                <a:lnTo>
                  <a:pt x="0" y="13623"/>
                </a:lnTo>
                <a:lnTo>
                  <a:pt x="0" y="10070"/>
                </a:lnTo>
                <a:lnTo>
                  <a:pt x="1735" y="7993"/>
                </a:lnTo>
                <a:lnTo>
                  <a:pt x="3017" y="6648"/>
                </a:lnTo>
                <a:lnTo>
                  <a:pt x="4478" y="5446"/>
                </a:lnTo>
                <a:lnTo>
                  <a:pt x="6750" y="3806"/>
                </a:lnTo>
                <a:lnTo>
                  <a:pt x="8633" y="2388"/>
                </a:lnTo>
                <a:lnTo>
                  <a:pt x="10548" y="944"/>
                </a:lnTo>
                <a:lnTo>
                  <a:pt x="12838" y="163"/>
                </a:lnTo>
                <a:lnTo>
                  <a:pt x="14429" y="0"/>
                </a:lnTo>
                <a:lnTo>
                  <a:pt x="16060" y="548"/>
                </a:lnTo>
                <a:lnTo>
                  <a:pt x="18479" y="1893"/>
                </a:lnTo>
                <a:close/>
              </a:path>
            </a:pathLst>
          </a:custGeom>
          <a:solidFill>
            <a:srgbClr val="9319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2" name="contour_17130"/>
          <p:cNvSpPr/>
          <p:nvPr/>
        </p:nvSpPr>
        <p:spPr>
          <a:xfrm>
            <a:off x="10847618" y="4620587"/>
            <a:ext cx="36440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917" y="4914"/>
                </a:lnTo>
                <a:lnTo>
                  <a:pt x="20352" y="8402"/>
                </a:lnTo>
                <a:lnTo>
                  <a:pt x="19695" y="11414"/>
                </a:lnTo>
                <a:lnTo>
                  <a:pt x="18740" y="14902"/>
                </a:lnTo>
                <a:lnTo>
                  <a:pt x="17280" y="19817"/>
                </a:lnTo>
                <a:lnTo>
                  <a:pt x="14066" y="21006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006"/>
                </a:lnTo>
                <a:lnTo>
                  <a:pt x="4320" y="19817"/>
                </a:lnTo>
                <a:lnTo>
                  <a:pt x="2860" y="14902"/>
                </a:lnTo>
                <a:lnTo>
                  <a:pt x="1905" y="11414"/>
                </a:lnTo>
                <a:lnTo>
                  <a:pt x="1248" y="8402"/>
                </a:lnTo>
                <a:lnTo>
                  <a:pt x="683" y="4914"/>
                </a:lnTo>
                <a:lnTo>
                  <a:pt x="0" y="0"/>
                </a:lnTo>
                <a:close/>
              </a:path>
            </a:pathLst>
          </a:custGeom>
          <a:solidFill>
            <a:srgbClr val="282A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3" name="contour_17131"/>
          <p:cNvSpPr/>
          <p:nvPr/>
        </p:nvSpPr>
        <p:spPr>
          <a:xfrm>
            <a:off x="10811178" y="462058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1015"/>
                </a:lnTo>
                <a:lnTo>
                  <a:pt x="14135" y="1804"/>
                </a:lnTo>
                <a:lnTo>
                  <a:pt x="16105" y="2624"/>
                </a:lnTo>
                <a:lnTo>
                  <a:pt x="18386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775" y="17512"/>
                </a:lnTo>
                <a:lnTo>
                  <a:pt x="16705" y="18301"/>
                </a:lnTo>
                <a:lnTo>
                  <a:pt x="14386" y="18884"/>
                </a:lnTo>
                <a:lnTo>
                  <a:pt x="10800" y="19575"/>
                </a:lnTo>
                <a:lnTo>
                  <a:pt x="7785" y="20185"/>
                </a:lnTo>
                <a:lnTo>
                  <a:pt x="4726" y="20801"/>
                </a:lnTo>
                <a:lnTo>
                  <a:pt x="2380" y="21200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B7BD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4" name="contour_17132"/>
          <p:cNvSpPr/>
          <p:nvPr/>
        </p:nvSpPr>
        <p:spPr>
          <a:xfrm>
            <a:off x="8318685" y="459872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2851"/>
                </a:lnTo>
                <a:lnTo>
                  <a:pt x="18706" y="5707"/>
                </a:lnTo>
                <a:lnTo>
                  <a:pt x="19423" y="8575"/>
                </a:lnTo>
                <a:lnTo>
                  <a:pt x="20144" y="11457"/>
                </a:lnTo>
                <a:lnTo>
                  <a:pt x="20870" y="14355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1901" y="19224"/>
                </a:lnTo>
                <a:lnTo>
                  <a:pt x="3802" y="16844"/>
                </a:lnTo>
                <a:lnTo>
                  <a:pt x="5707" y="14463"/>
                </a:lnTo>
                <a:lnTo>
                  <a:pt x="7620" y="12079"/>
                </a:lnTo>
                <a:lnTo>
                  <a:pt x="9534" y="9681"/>
                </a:lnTo>
                <a:lnTo>
                  <a:pt x="11457" y="7279"/>
                </a:lnTo>
                <a:lnTo>
                  <a:pt x="13388" y="4864"/>
                </a:lnTo>
                <a:lnTo>
                  <a:pt x="15327" y="2441"/>
                </a:lnTo>
                <a:lnTo>
                  <a:pt x="17280" y="0"/>
                </a:lnTo>
                <a:close/>
              </a:path>
            </a:pathLst>
          </a:custGeom>
          <a:solidFill>
            <a:srgbClr val="6668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5" name="contour_17133"/>
          <p:cNvSpPr/>
          <p:nvPr/>
        </p:nvSpPr>
        <p:spPr>
          <a:xfrm>
            <a:off x="2596424" y="4620587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5170" y="0"/>
                </a:lnTo>
                <a:lnTo>
                  <a:pt x="9240" y="0"/>
                </a:lnTo>
                <a:lnTo>
                  <a:pt x="13323" y="0"/>
                </a:lnTo>
                <a:lnTo>
                  <a:pt x="1744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E6E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6" name="contour_17134"/>
          <p:cNvSpPr/>
          <p:nvPr/>
        </p:nvSpPr>
        <p:spPr>
          <a:xfrm>
            <a:off x="7967878" y="4591435"/>
            <a:ext cx="3013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76" y="0"/>
                </a:moveTo>
                <a:lnTo>
                  <a:pt x="18283" y="1868"/>
                </a:lnTo>
                <a:lnTo>
                  <a:pt x="19464" y="3240"/>
                </a:lnTo>
                <a:lnTo>
                  <a:pt x="20404" y="4792"/>
                </a:lnTo>
                <a:lnTo>
                  <a:pt x="21600" y="7200"/>
                </a:lnTo>
                <a:lnTo>
                  <a:pt x="19573" y="9112"/>
                </a:lnTo>
                <a:lnTo>
                  <a:pt x="18032" y="10462"/>
                </a:lnTo>
                <a:lnTo>
                  <a:pt x="16491" y="11624"/>
                </a:lnTo>
                <a:lnTo>
                  <a:pt x="14470" y="12967"/>
                </a:lnTo>
                <a:lnTo>
                  <a:pt x="11476" y="14850"/>
                </a:lnTo>
                <a:lnTo>
                  <a:pt x="9491" y="16121"/>
                </a:lnTo>
                <a:lnTo>
                  <a:pt x="7486" y="17402"/>
                </a:lnTo>
                <a:lnTo>
                  <a:pt x="5459" y="18702"/>
                </a:lnTo>
                <a:lnTo>
                  <a:pt x="3098" y="20142"/>
                </a:lnTo>
                <a:lnTo>
                  <a:pt x="705" y="21600"/>
                </a:lnTo>
                <a:lnTo>
                  <a:pt x="235" y="19246"/>
                </a:lnTo>
                <a:lnTo>
                  <a:pt x="0" y="17507"/>
                </a:lnTo>
                <a:lnTo>
                  <a:pt x="0" y="15865"/>
                </a:lnTo>
                <a:lnTo>
                  <a:pt x="235" y="13802"/>
                </a:lnTo>
                <a:lnTo>
                  <a:pt x="705" y="10800"/>
                </a:lnTo>
                <a:lnTo>
                  <a:pt x="3092" y="8784"/>
                </a:lnTo>
                <a:lnTo>
                  <a:pt x="5558" y="6912"/>
                </a:lnTo>
                <a:lnTo>
                  <a:pt x="8112" y="5144"/>
                </a:lnTo>
                <a:lnTo>
                  <a:pt x="10756" y="3434"/>
                </a:lnTo>
                <a:lnTo>
                  <a:pt x="13508" y="1732"/>
                </a:lnTo>
                <a:lnTo>
                  <a:pt x="16376" y="0"/>
                </a:lnTo>
                <a:close/>
              </a:path>
            </a:pathLst>
          </a:custGeom>
          <a:solidFill>
            <a:srgbClr val="E9E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7" name="contour_17135"/>
          <p:cNvSpPr/>
          <p:nvPr/>
        </p:nvSpPr>
        <p:spPr>
          <a:xfrm>
            <a:off x="8114621" y="459872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812"/>
                </a:lnTo>
                <a:lnTo>
                  <a:pt x="14135" y="1443"/>
                </a:lnTo>
                <a:lnTo>
                  <a:pt x="16105" y="2100"/>
                </a:lnTo>
                <a:lnTo>
                  <a:pt x="18386" y="298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9034" y="12960"/>
                </a:lnTo>
                <a:lnTo>
                  <a:pt x="16459" y="12960"/>
                </a:lnTo>
                <a:lnTo>
                  <a:pt x="13876" y="12960"/>
                </a:lnTo>
                <a:lnTo>
                  <a:pt x="11271" y="12960"/>
                </a:lnTo>
                <a:lnTo>
                  <a:pt x="8640" y="12960"/>
                </a:lnTo>
                <a:lnTo>
                  <a:pt x="8640" y="15816"/>
                </a:lnTo>
                <a:lnTo>
                  <a:pt x="8640" y="18688"/>
                </a:lnTo>
                <a:lnTo>
                  <a:pt x="8640" y="21600"/>
                </a:lnTo>
                <a:lnTo>
                  <a:pt x="6502" y="20529"/>
                </a:lnTo>
                <a:lnTo>
                  <a:pt x="4350" y="19457"/>
                </a:lnTo>
                <a:lnTo>
                  <a:pt x="2190" y="18373"/>
                </a:lnTo>
                <a:lnTo>
                  <a:pt x="0" y="17280"/>
                </a:lnTo>
                <a:lnTo>
                  <a:pt x="1223" y="14835"/>
                </a:lnTo>
                <a:lnTo>
                  <a:pt x="2445" y="12390"/>
                </a:lnTo>
                <a:lnTo>
                  <a:pt x="3672" y="9936"/>
                </a:lnTo>
                <a:lnTo>
                  <a:pt x="4903" y="7474"/>
                </a:lnTo>
                <a:lnTo>
                  <a:pt x="6143" y="4998"/>
                </a:lnTo>
                <a:lnTo>
                  <a:pt x="7387" y="2510"/>
                </a:lnTo>
                <a:lnTo>
                  <a:pt x="8640" y="0"/>
                </a:lnTo>
                <a:close/>
              </a:path>
            </a:pathLst>
          </a:custGeom>
          <a:solidFill>
            <a:srgbClr val="8F93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8" name="contour_17136"/>
          <p:cNvSpPr/>
          <p:nvPr/>
        </p:nvSpPr>
        <p:spPr>
          <a:xfrm>
            <a:off x="10833042" y="4584147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1079"/>
                </a:lnTo>
                <a:lnTo>
                  <a:pt x="15865" y="1974"/>
                </a:lnTo>
                <a:lnTo>
                  <a:pt x="17507" y="3013"/>
                </a:lnTo>
                <a:lnTo>
                  <a:pt x="19246" y="4522"/>
                </a:lnTo>
                <a:lnTo>
                  <a:pt x="21600" y="6831"/>
                </a:lnTo>
                <a:lnTo>
                  <a:pt x="20855" y="10855"/>
                </a:lnTo>
                <a:lnTo>
                  <a:pt x="20232" y="13621"/>
                </a:lnTo>
                <a:lnTo>
                  <a:pt x="19393" y="16408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0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1634" y="16668"/>
                </a:lnTo>
                <a:lnTo>
                  <a:pt x="3290" y="12986"/>
                </a:lnTo>
                <a:lnTo>
                  <a:pt x="5004" y="9468"/>
                </a:lnTo>
                <a:lnTo>
                  <a:pt x="6804" y="6114"/>
                </a:lnTo>
                <a:lnTo>
                  <a:pt x="8723" y="2958"/>
                </a:lnTo>
                <a:lnTo>
                  <a:pt x="10800" y="0"/>
                </a:lnTo>
                <a:close/>
              </a:path>
            </a:pathLst>
          </a:custGeom>
          <a:solidFill>
            <a:srgbClr val="B3B8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39" name="contour_17137"/>
          <p:cNvSpPr/>
          <p:nvPr/>
        </p:nvSpPr>
        <p:spPr>
          <a:xfrm>
            <a:off x="10337459" y="458414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832"/>
                </a:lnTo>
                <a:lnTo>
                  <a:pt x="11275" y="3668"/>
                </a:lnTo>
                <a:lnTo>
                  <a:pt x="13320" y="5508"/>
                </a:lnTo>
                <a:lnTo>
                  <a:pt x="15372" y="7357"/>
                </a:lnTo>
                <a:lnTo>
                  <a:pt x="17435" y="9210"/>
                </a:lnTo>
                <a:lnTo>
                  <a:pt x="19508" y="11081"/>
                </a:lnTo>
                <a:lnTo>
                  <a:pt x="21600" y="12960"/>
                </a:lnTo>
                <a:lnTo>
                  <a:pt x="19220" y="12960"/>
                </a:lnTo>
                <a:lnTo>
                  <a:pt x="16826" y="12960"/>
                </a:lnTo>
                <a:lnTo>
                  <a:pt x="14400" y="12960"/>
                </a:lnTo>
                <a:lnTo>
                  <a:pt x="13079" y="15526"/>
                </a:lnTo>
                <a:lnTo>
                  <a:pt x="12262" y="17280"/>
                </a:lnTo>
                <a:lnTo>
                  <a:pt x="11617" y="19034"/>
                </a:lnTo>
                <a:lnTo>
                  <a:pt x="10800" y="21600"/>
                </a:lnTo>
                <a:lnTo>
                  <a:pt x="10800" y="18744"/>
                </a:lnTo>
                <a:lnTo>
                  <a:pt x="10800" y="15872"/>
                </a:lnTo>
                <a:lnTo>
                  <a:pt x="10800" y="12960"/>
                </a:lnTo>
                <a:lnTo>
                  <a:pt x="8122" y="11629"/>
                </a:lnTo>
                <a:lnTo>
                  <a:pt x="6221" y="10740"/>
                </a:lnTo>
                <a:lnTo>
                  <a:pt x="4579" y="10083"/>
                </a:lnTo>
                <a:lnTo>
                  <a:pt x="2678" y="9452"/>
                </a:lnTo>
                <a:lnTo>
                  <a:pt x="0" y="8640"/>
                </a:lnTo>
                <a:lnTo>
                  <a:pt x="1782" y="6502"/>
                </a:lnTo>
                <a:lnTo>
                  <a:pt x="3575" y="4355"/>
                </a:lnTo>
                <a:lnTo>
                  <a:pt x="5375" y="2190"/>
                </a:lnTo>
                <a:lnTo>
                  <a:pt x="7200" y="0"/>
                </a:lnTo>
                <a:close/>
              </a:path>
            </a:pathLst>
          </a:custGeom>
          <a:solidFill>
            <a:srgbClr val="7F7F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0" name="contour_17138"/>
          <p:cNvSpPr/>
          <p:nvPr/>
        </p:nvSpPr>
        <p:spPr>
          <a:xfrm>
            <a:off x="5265017" y="4591435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847"/>
                </a:lnTo>
                <a:lnTo>
                  <a:pt x="8057" y="1694"/>
                </a:lnTo>
                <a:lnTo>
                  <a:pt x="10292" y="2541"/>
                </a:lnTo>
                <a:lnTo>
                  <a:pt x="12532" y="3388"/>
                </a:lnTo>
                <a:lnTo>
                  <a:pt x="14782" y="4242"/>
                </a:lnTo>
                <a:lnTo>
                  <a:pt x="17042" y="5103"/>
                </a:lnTo>
                <a:lnTo>
                  <a:pt x="19314" y="5964"/>
                </a:lnTo>
                <a:lnTo>
                  <a:pt x="21600" y="6831"/>
                </a:lnTo>
                <a:lnTo>
                  <a:pt x="20707" y="10213"/>
                </a:lnTo>
                <a:lnTo>
                  <a:pt x="19814" y="13608"/>
                </a:lnTo>
                <a:lnTo>
                  <a:pt x="18911" y="17030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3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713" y="16436"/>
                </a:lnTo>
                <a:lnTo>
                  <a:pt x="1429" y="12364"/>
                </a:lnTo>
                <a:lnTo>
                  <a:pt x="2146" y="8279"/>
                </a:lnTo>
                <a:lnTo>
                  <a:pt x="2869" y="4160"/>
                </a:lnTo>
                <a:lnTo>
                  <a:pt x="3600" y="0"/>
                </a:lnTo>
                <a:close/>
              </a:path>
            </a:pathLst>
          </a:custGeom>
          <a:solidFill>
            <a:srgbClr val="6F6B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1" name="contour_17139"/>
          <p:cNvSpPr/>
          <p:nvPr/>
        </p:nvSpPr>
        <p:spPr>
          <a:xfrm>
            <a:off x="7925133" y="457685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822" y="2017"/>
                </a:lnTo>
                <a:lnTo>
                  <a:pt x="12277" y="3564"/>
                </a:lnTo>
                <a:lnTo>
                  <a:pt x="13673" y="5422"/>
                </a:lnTo>
                <a:lnTo>
                  <a:pt x="15660" y="8372"/>
                </a:lnTo>
                <a:lnTo>
                  <a:pt x="16507" y="9612"/>
                </a:lnTo>
                <a:lnTo>
                  <a:pt x="19068" y="13349"/>
                </a:lnTo>
                <a:lnTo>
                  <a:pt x="20326" y="15301"/>
                </a:lnTo>
                <a:lnTo>
                  <a:pt x="21600" y="17280"/>
                </a:lnTo>
                <a:lnTo>
                  <a:pt x="19034" y="18135"/>
                </a:lnTo>
                <a:lnTo>
                  <a:pt x="16459" y="18995"/>
                </a:lnTo>
                <a:lnTo>
                  <a:pt x="13876" y="19855"/>
                </a:lnTo>
                <a:lnTo>
                  <a:pt x="11271" y="20723"/>
                </a:lnTo>
                <a:lnTo>
                  <a:pt x="8640" y="21600"/>
                </a:lnTo>
                <a:lnTo>
                  <a:pt x="7417" y="19155"/>
                </a:lnTo>
                <a:lnTo>
                  <a:pt x="6195" y="16710"/>
                </a:lnTo>
                <a:lnTo>
                  <a:pt x="4968" y="14256"/>
                </a:lnTo>
                <a:lnTo>
                  <a:pt x="3737" y="11794"/>
                </a:lnTo>
                <a:lnTo>
                  <a:pt x="2497" y="9318"/>
                </a:lnTo>
                <a:lnTo>
                  <a:pt x="1253" y="6830"/>
                </a:lnTo>
                <a:lnTo>
                  <a:pt x="0" y="4320"/>
                </a:lnTo>
                <a:lnTo>
                  <a:pt x="2138" y="3249"/>
                </a:lnTo>
                <a:lnTo>
                  <a:pt x="4290" y="2177"/>
                </a:lnTo>
                <a:lnTo>
                  <a:pt x="6450" y="1093"/>
                </a:lnTo>
                <a:lnTo>
                  <a:pt x="8640" y="0"/>
                </a:lnTo>
                <a:close/>
              </a:path>
            </a:pathLst>
          </a:custGeom>
          <a:solidFill>
            <a:srgbClr val="DDDF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2" name="contour_17140"/>
          <p:cNvSpPr/>
          <p:nvPr/>
        </p:nvSpPr>
        <p:spPr>
          <a:xfrm>
            <a:off x="3661658" y="456957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472" y="2038"/>
                </a:lnTo>
                <a:lnTo>
                  <a:pt x="12308" y="4075"/>
                </a:lnTo>
                <a:lnTo>
                  <a:pt x="14148" y="6120"/>
                </a:lnTo>
                <a:lnTo>
                  <a:pt x="15997" y="8172"/>
                </a:lnTo>
                <a:lnTo>
                  <a:pt x="17850" y="10235"/>
                </a:lnTo>
                <a:lnTo>
                  <a:pt x="19721" y="12308"/>
                </a:lnTo>
                <a:lnTo>
                  <a:pt x="21600" y="14400"/>
                </a:lnTo>
                <a:lnTo>
                  <a:pt x="19462" y="16182"/>
                </a:lnTo>
                <a:lnTo>
                  <a:pt x="17310" y="17971"/>
                </a:lnTo>
                <a:lnTo>
                  <a:pt x="15150" y="19775"/>
                </a:lnTo>
                <a:lnTo>
                  <a:pt x="12960" y="21600"/>
                </a:lnTo>
                <a:lnTo>
                  <a:pt x="12424" y="19814"/>
                </a:lnTo>
                <a:lnTo>
                  <a:pt x="11884" y="18022"/>
                </a:lnTo>
                <a:lnTo>
                  <a:pt x="11340" y="16200"/>
                </a:lnTo>
                <a:lnTo>
                  <a:pt x="10943" y="15408"/>
                </a:lnTo>
                <a:lnTo>
                  <a:pt x="10243" y="14008"/>
                </a:lnTo>
                <a:lnTo>
                  <a:pt x="8640" y="10800"/>
                </a:lnTo>
                <a:lnTo>
                  <a:pt x="5784" y="10800"/>
                </a:lnTo>
                <a:lnTo>
                  <a:pt x="2912" y="10800"/>
                </a:lnTo>
                <a:lnTo>
                  <a:pt x="0" y="10800"/>
                </a:lnTo>
                <a:lnTo>
                  <a:pt x="1210" y="8701"/>
                </a:lnTo>
                <a:lnTo>
                  <a:pt x="2411" y="6808"/>
                </a:lnTo>
                <a:lnTo>
                  <a:pt x="3672" y="5051"/>
                </a:lnTo>
                <a:lnTo>
                  <a:pt x="5080" y="3373"/>
                </a:lnTo>
                <a:lnTo>
                  <a:pt x="6709" y="1710"/>
                </a:lnTo>
                <a:lnTo>
                  <a:pt x="8640" y="0"/>
                </a:lnTo>
                <a:close/>
              </a:path>
            </a:pathLst>
          </a:custGeom>
          <a:solidFill>
            <a:srgbClr val="E4E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3" name="contour_17141"/>
          <p:cNvSpPr/>
          <p:nvPr/>
        </p:nvSpPr>
        <p:spPr>
          <a:xfrm>
            <a:off x="2473716" y="457685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98" y="893"/>
                </a:lnTo>
                <a:lnTo>
                  <a:pt x="17250" y="1786"/>
                </a:lnTo>
                <a:lnTo>
                  <a:pt x="19410" y="2689"/>
                </a:lnTo>
                <a:lnTo>
                  <a:pt x="21600" y="3600"/>
                </a:lnTo>
                <a:lnTo>
                  <a:pt x="19699" y="5580"/>
                </a:lnTo>
                <a:lnTo>
                  <a:pt x="17798" y="7564"/>
                </a:lnTo>
                <a:lnTo>
                  <a:pt x="15893" y="9547"/>
                </a:lnTo>
                <a:lnTo>
                  <a:pt x="13980" y="11534"/>
                </a:lnTo>
                <a:lnTo>
                  <a:pt x="12066" y="13532"/>
                </a:lnTo>
                <a:lnTo>
                  <a:pt x="10143" y="15534"/>
                </a:lnTo>
                <a:lnTo>
                  <a:pt x="8212" y="17546"/>
                </a:lnTo>
                <a:lnTo>
                  <a:pt x="6273" y="19566"/>
                </a:lnTo>
                <a:lnTo>
                  <a:pt x="4320" y="21600"/>
                </a:lnTo>
                <a:lnTo>
                  <a:pt x="2575" y="17615"/>
                </a:lnTo>
                <a:lnTo>
                  <a:pt x="1400" y="14800"/>
                </a:lnTo>
                <a:lnTo>
                  <a:pt x="674" y="12748"/>
                </a:lnTo>
                <a:lnTo>
                  <a:pt x="281" y="11063"/>
                </a:lnTo>
                <a:lnTo>
                  <a:pt x="95" y="9349"/>
                </a:lnTo>
                <a:lnTo>
                  <a:pt x="0" y="7200"/>
                </a:lnTo>
                <a:lnTo>
                  <a:pt x="2424" y="5198"/>
                </a:lnTo>
                <a:lnTo>
                  <a:pt x="4260" y="3784"/>
                </a:lnTo>
                <a:lnTo>
                  <a:pt x="5871" y="2758"/>
                </a:lnTo>
                <a:lnTo>
                  <a:pt x="7620" y="1919"/>
                </a:lnTo>
                <a:lnTo>
                  <a:pt x="9863" y="1066"/>
                </a:lnTo>
                <a:lnTo>
                  <a:pt x="12960" y="0"/>
                </a:lnTo>
                <a:close/>
              </a:path>
            </a:pathLst>
          </a:custGeom>
          <a:solidFill>
            <a:srgbClr val="E0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4" name="contour_17142"/>
          <p:cNvSpPr/>
          <p:nvPr/>
        </p:nvSpPr>
        <p:spPr>
          <a:xfrm>
            <a:off x="8209365" y="456957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2182" y="20585"/>
                </a:lnTo>
                <a:lnTo>
                  <a:pt x="9331" y="19796"/>
                </a:lnTo>
                <a:lnTo>
                  <a:pt x="6869" y="18976"/>
                </a:lnTo>
                <a:lnTo>
                  <a:pt x="4018" y="1786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3618" y="3067"/>
                </a:lnTo>
                <a:lnTo>
                  <a:pt x="6858" y="1528"/>
                </a:lnTo>
                <a:lnTo>
                  <a:pt x="10001" y="610"/>
                </a:lnTo>
                <a:lnTo>
                  <a:pt x="13322" y="162"/>
                </a:lnTo>
                <a:lnTo>
                  <a:pt x="17096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2120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5" name="contour_17143"/>
          <p:cNvSpPr/>
          <p:nvPr/>
        </p:nvSpPr>
        <p:spPr>
          <a:xfrm>
            <a:off x="10461355" y="454041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2673"/>
                </a:lnTo>
                <a:lnTo>
                  <a:pt x="15816" y="5351"/>
                </a:lnTo>
                <a:lnTo>
                  <a:pt x="17250" y="8041"/>
                </a:lnTo>
                <a:lnTo>
                  <a:pt x="18688" y="10741"/>
                </a:lnTo>
                <a:lnTo>
                  <a:pt x="20140" y="13457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1369" y="15136"/>
                </a:lnTo>
                <a:lnTo>
                  <a:pt x="2454" y="10670"/>
                </a:lnTo>
                <a:lnTo>
                  <a:pt x="3504" y="7646"/>
                </a:lnTo>
                <a:lnTo>
                  <a:pt x="4765" y="5508"/>
                </a:lnTo>
                <a:lnTo>
                  <a:pt x="6484" y="3704"/>
                </a:lnTo>
                <a:lnTo>
                  <a:pt x="8908" y="1685"/>
                </a:lnTo>
                <a:lnTo>
                  <a:pt x="9914" y="1269"/>
                </a:lnTo>
                <a:lnTo>
                  <a:pt x="12960" y="0"/>
                </a:lnTo>
                <a:close/>
              </a:path>
            </a:pathLst>
          </a:custGeom>
          <a:solidFill>
            <a:srgbClr val="8C90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6" name="contour_17144"/>
          <p:cNvSpPr/>
          <p:nvPr/>
        </p:nvSpPr>
        <p:spPr>
          <a:xfrm>
            <a:off x="4835025" y="455499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8153" y="6264"/>
                </a:lnTo>
                <a:lnTo>
                  <a:pt x="15617" y="10838"/>
                </a:lnTo>
                <a:lnTo>
                  <a:pt x="13764" y="14099"/>
                </a:lnTo>
                <a:lnTo>
                  <a:pt x="12364" y="16427"/>
                </a:lnTo>
                <a:lnTo>
                  <a:pt x="11197" y="18203"/>
                </a:lnTo>
                <a:lnTo>
                  <a:pt x="10031" y="19802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858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7" name="contour_17145"/>
          <p:cNvSpPr/>
          <p:nvPr/>
        </p:nvSpPr>
        <p:spPr>
          <a:xfrm>
            <a:off x="1511701" y="455499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78" y="2106"/>
                </a:lnTo>
                <a:lnTo>
                  <a:pt x="12064" y="4207"/>
                </a:lnTo>
                <a:lnTo>
                  <a:pt x="14090" y="6394"/>
                </a:lnTo>
                <a:lnTo>
                  <a:pt x="15898" y="8748"/>
                </a:lnTo>
                <a:lnTo>
                  <a:pt x="17518" y="11362"/>
                </a:lnTo>
                <a:lnTo>
                  <a:pt x="18983" y="14315"/>
                </a:lnTo>
                <a:lnTo>
                  <a:pt x="20333" y="17701"/>
                </a:lnTo>
                <a:lnTo>
                  <a:pt x="21600" y="21600"/>
                </a:lnTo>
                <a:lnTo>
                  <a:pt x="19404" y="21125"/>
                </a:lnTo>
                <a:lnTo>
                  <a:pt x="17208" y="20628"/>
                </a:lnTo>
                <a:lnTo>
                  <a:pt x="15016" y="20110"/>
                </a:lnTo>
                <a:lnTo>
                  <a:pt x="12823" y="19575"/>
                </a:lnTo>
                <a:lnTo>
                  <a:pt x="10375" y="19008"/>
                </a:lnTo>
                <a:lnTo>
                  <a:pt x="7888" y="18436"/>
                </a:lnTo>
                <a:lnTo>
                  <a:pt x="5371" y="17053"/>
                </a:lnTo>
                <a:lnTo>
                  <a:pt x="3838" y="15779"/>
                </a:lnTo>
                <a:lnTo>
                  <a:pt x="2664" y="13867"/>
                </a:lnTo>
                <a:lnTo>
                  <a:pt x="1224" y="10589"/>
                </a:lnTo>
                <a:lnTo>
                  <a:pt x="619" y="8014"/>
                </a:lnTo>
                <a:lnTo>
                  <a:pt x="0" y="5400"/>
                </a:lnTo>
                <a:lnTo>
                  <a:pt x="1757" y="3418"/>
                </a:lnTo>
                <a:lnTo>
                  <a:pt x="3092" y="2192"/>
                </a:lnTo>
                <a:lnTo>
                  <a:pt x="4680" y="1226"/>
                </a:lnTo>
                <a:lnTo>
                  <a:pt x="7200" y="0"/>
                </a:lnTo>
                <a:close/>
              </a:path>
            </a:pathLst>
          </a:custGeom>
          <a:solidFill>
            <a:srgbClr val="9999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8" name="contour_17146"/>
          <p:cNvSpPr/>
          <p:nvPr/>
        </p:nvSpPr>
        <p:spPr>
          <a:xfrm>
            <a:off x="8027165" y="453313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0529" y="2674"/>
                </a:lnTo>
                <a:lnTo>
                  <a:pt x="19462" y="5348"/>
                </a:lnTo>
                <a:lnTo>
                  <a:pt x="18386" y="8031"/>
                </a:lnTo>
                <a:lnTo>
                  <a:pt x="17310" y="10718"/>
                </a:lnTo>
                <a:lnTo>
                  <a:pt x="16235" y="13418"/>
                </a:lnTo>
                <a:lnTo>
                  <a:pt x="15150" y="16131"/>
                </a:lnTo>
                <a:lnTo>
                  <a:pt x="14057" y="18857"/>
                </a:lnTo>
                <a:lnTo>
                  <a:pt x="12960" y="21600"/>
                </a:lnTo>
                <a:lnTo>
                  <a:pt x="11889" y="19462"/>
                </a:lnTo>
                <a:lnTo>
                  <a:pt x="10817" y="17315"/>
                </a:lnTo>
                <a:lnTo>
                  <a:pt x="9733" y="15150"/>
                </a:lnTo>
                <a:lnTo>
                  <a:pt x="8640" y="12960"/>
                </a:lnTo>
                <a:lnTo>
                  <a:pt x="5923" y="11375"/>
                </a:lnTo>
                <a:lnTo>
                  <a:pt x="4121" y="10394"/>
                </a:lnTo>
                <a:lnTo>
                  <a:pt x="2415" y="9621"/>
                </a:lnTo>
                <a:lnTo>
                  <a:pt x="0" y="8640"/>
                </a:lnTo>
                <a:lnTo>
                  <a:pt x="2856" y="8640"/>
                </a:lnTo>
                <a:lnTo>
                  <a:pt x="5728" y="8640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716A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49" name="contour_17147"/>
          <p:cNvSpPr/>
          <p:nvPr/>
        </p:nvSpPr>
        <p:spPr>
          <a:xfrm>
            <a:off x="5454504" y="453313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004" y="1670"/>
                </a:lnTo>
                <a:lnTo>
                  <a:pt x="10804" y="3355"/>
                </a:lnTo>
                <a:lnTo>
                  <a:pt x="12604" y="5047"/>
                </a:lnTo>
                <a:lnTo>
                  <a:pt x="14400" y="6754"/>
                </a:lnTo>
                <a:lnTo>
                  <a:pt x="16409" y="8640"/>
                </a:lnTo>
                <a:lnTo>
                  <a:pt x="18450" y="10548"/>
                </a:lnTo>
                <a:lnTo>
                  <a:pt x="20012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80" y="14465"/>
                </a:lnTo>
                <a:lnTo>
                  <a:pt x="3571" y="10879"/>
                </a:lnTo>
                <a:lnTo>
                  <a:pt x="4774" y="7279"/>
                </a:lnTo>
                <a:lnTo>
                  <a:pt x="5983" y="3658"/>
                </a:lnTo>
                <a:lnTo>
                  <a:pt x="7200" y="0"/>
                </a:lnTo>
                <a:close/>
              </a:path>
            </a:pathLst>
          </a:custGeom>
          <a:solidFill>
            <a:srgbClr val="433E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0" name="contour_17148"/>
          <p:cNvSpPr/>
          <p:nvPr/>
        </p:nvSpPr>
        <p:spPr>
          <a:xfrm>
            <a:off x="8289533" y="4511267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08" y="0"/>
                </a:moveTo>
                <a:lnTo>
                  <a:pt x="17839" y="0"/>
                </a:lnTo>
                <a:lnTo>
                  <a:pt x="20411" y="0"/>
                </a:lnTo>
                <a:lnTo>
                  <a:pt x="20881" y="2621"/>
                </a:lnTo>
                <a:lnTo>
                  <a:pt x="21263" y="5202"/>
                </a:lnTo>
                <a:lnTo>
                  <a:pt x="21513" y="7751"/>
                </a:lnTo>
                <a:lnTo>
                  <a:pt x="21600" y="10292"/>
                </a:lnTo>
                <a:lnTo>
                  <a:pt x="21467" y="12838"/>
                </a:lnTo>
                <a:lnTo>
                  <a:pt x="21090" y="15401"/>
                </a:lnTo>
                <a:lnTo>
                  <a:pt x="20411" y="18000"/>
                </a:lnTo>
                <a:lnTo>
                  <a:pt x="17166" y="19242"/>
                </a:lnTo>
                <a:lnTo>
                  <a:pt x="13910" y="20146"/>
                </a:lnTo>
                <a:lnTo>
                  <a:pt x="10604" y="20772"/>
                </a:lnTo>
                <a:lnTo>
                  <a:pt x="7210" y="21186"/>
                </a:lnTo>
                <a:lnTo>
                  <a:pt x="3689" y="21442"/>
                </a:lnTo>
                <a:lnTo>
                  <a:pt x="0" y="21600"/>
                </a:lnTo>
                <a:lnTo>
                  <a:pt x="1454" y="19436"/>
                </a:lnTo>
                <a:lnTo>
                  <a:pt x="2919" y="17276"/>
                </a:lnTo>
                <a:lnTo>
                  <a:pt x="4388" y="15116"/>
                </a:lnTo>
                <a:lnTo>
                  <a:pt x="5858" y="12956"/>
                </a:lnTo>
                <a:lnTo>
                  <a:pt x="7338" y="10800"/>
                </a:lnTo>
                <a:lnTo>
                  <a:pt x="8700" y="8791"/>
                </a:lnTo>
                <a:lnTo>
                  <a:pt x="10068" y="6772"/>
                </a:lnTo>
                <a:lnTo>
                  <a:pt x="11461" y="4723"/>
                </a:lnTo>
                <a:lnTo>
                  <a:pt x="12731" y="3164"/>
                </a:lnTo>
                <a:lnTo>
                  <a:pt x="14012" y="1591"/>
                </a:lnTo>
                <a:lnTo>
                  <a:pt x="15308" y="0"/>
                </a:lnTo>
                <a:close/>
              </a:path>
            </a:pathLst>
          </a:custGeom>
          <a:solidFill>
            <a:srgbClr val="888C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1" name="contour_17149"/>
          <p:cNvSpPr/>
          <p:nvPr/>
        </p:nvSpPr>
        <p:spPr>
          <a:xfrm>
            <a:off x="7874118" y="452584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9C0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2" name="contour_17150"/>
          <p:cNvSpPr/>
          <p:nvPr/>
        </p:nvSpPr>
        <p:spPr>
          <a:xfrm>
            <a:off x="7830390" y="4525843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411"/>
                </a:lnTo>
                <a:lnTo>
                  <a:pt x="21600" y="6826"/>
                </a:lnTo>
                <a:lnTo>
                  <a:pt x="21600" y="10257"/>
                </a:lnTo>
                <a:lnTo>
                  <a:pt x="21600" y="13704"/>
                </a:lnTo>
                <a:lnTo>
                  <a:pt x="21600" y="17171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926" y="17332"/>
                </a:lnTo>
                <a:lnTo>
                  <a:pt x="2759" y="13968"/>
                </a:lnTo>
                <a:lnTo>
                  <a:pt x="1836" y="10562"/>
                </a:lnTo>
                <a:lnTo>
                  <a:pt x="1107" y="7105"/>
                </a:lnTo>
                <a:lnTo>
                  <a:pt x="513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E6CE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3" name="contour_17151"/>
          <p:cNvSpPr/>
          <p:nvPr/>
        </p:nvSpPr>
        <p:spPr>
          <a:xfrm>
            <a:off x="5498232" y="4533131"/>
            <a:ext cx="51016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4176" y="0"/>
                </a:lnTo>
                <a:lnTo>
                  <a:pt x="16015" y="0"/>
                </a:lnTo>
                <a:lnTo>
                  <a:pt x="17860" y="0"/>
                </a:lnTo>
                <a:lnTo>
                  <a:pt x="19721" y="0"/>
                </a:lnTo>
                <a:lnTo>
                  <a:pt x="21600" y="0"/>
                </a:lnTo>
                <a:lnTo>
                  <a:pt x="21390" y="5065"/>
                </a:lnTo>
                <a:lnTo>
                  <a:pt x="21125" y="8659"/>
                </a:lnTo>
                <a:lnTo>
                  <a:pt x="20656" y="11763"/>
                </a:lnTo>
                <a:lnTo>
                  <a:pt x="19835" y="15358"/>
                </a:lnTo>
                <a:lnTo>
                  <a:pt x="18514" y="20422"/>
                </a:lnTo>
                <a:lnTo>
                  <a:pt x="16447" y="20974"/>
                </a:lnTo>
                <a:lnTo>
                  <a:pt x="14389" y="21341"/>
                </a:lnTo>
                <a:lnTo>
                  <a:pt x="12337" y="21546"/>
                </a:lnTo>
                <a:lnTo>
                  <a:pt x="10291" y="21600"/>
                </a:lnTo>
                <a:lnTo>
                  <a:pt x="8242" y="21532"/>
                </a:lnTo>
                <a:lnTo>
                  <a:pt x="6193" y="21362"/>
                </a:lnTo>
                <a:lnTo>
                  <a:pt x="4138" y="21103"/>
                </a:lnTo>
                <a:lnTo>
                  <a:pt x="2077" y="20783"/>
                </a:lnTo>
                <a:lnTo>
                  <a:pt x="0" y="20422"/>
                </a:lnTo>
                <a:lnTo>
                  <a:pt x="1339" y="19919"/>
                </a:lnTo>
                <a:lnTo>
                  <a:pt x="2700" y="19415"/>
                </a:lnTo>
                <a:lnTo>
                  <a:pt x="3564" y="19027"/>
                </a:lnTo>
                <a:lnTo>
                  <a:pt x="6171" y="17870"/>
                </a:lnTo>
                <a:lnTo>
                  <a:pt x="7893" y="17155"/>
                </a:lnTo>
                <a:lnTo>
                  <a:pt x="9643" y="16433"/>
                </a:lnTo>
                <a:lnTo>
                  <a:pt x="10982" y="15031"/>
                </a:lnTo>
                <a:lnTo>
                  <a:pt x="12343" y="13615"/>
                </a:lnTo>
                <a:lnTo>
                  <a:pt x="12343" y="9115"/>
                </a:lnTo>
                <a:lnTo>
                  <a:pt x="12343" y="4588"/>
                </a:lnTo>
                <a:lnTo>
                  <a:pt x="12343" y="0"/>
                </a:lnTo>
                <a:close/>
              </a:path>
            </a:pathLst>
          </a:custGeom>
          <a:solidFill>
            <a:srgbClr val="7566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4" name="contour_17152"/>
          <p:cNvSpPr/>
          <p:nvPr/>
        </p:nvSpPr>
        <p:spPr>
          <a:xfrm>
            <a:off x="4681977" y="4503979"/>
            <a:ext cx="2289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75" y="0"/>
                </a:moveTo>
                <a:lnTo>
                  <a:pt x="10278" y="1071"/>
                </a:lnTo>
                <a:lnTo>
                  <a:pt x="13694" y="2143"/>
                </a:lnTo>
                <a:lnTo>
                  <a:pt x="17138" y="3227"/>
                </a:lnTo>
                <a:lnTo>
                  <a:pt x="20624" y="4320"/>
                </a:lnTo>
                <a:lnTo>
                  <a:pt x="21325" y="7232"/>
                </a:lnTo>
                <a:lnTo>
                  <a:pt x="21600" y="10079"/>
                </a:lnTo>
                <a:lnTo>
                  <a:pt x="21566" y="12900"/>
                </a:lnTo>
                <a:lnTo>
                  <a:pt x="21325" y="15733"/>
                </a:lnTo>
                <a:lnTo>
                  <a:pt x="20974" y="18619"/>
                </a:lnTo>
                <a:lnTo>
                  <a:pt x="20624" y="21600"/>
                </a:lnTo>
                <a:lnTo>
                  <a:pt x="16540" y="21600"/>
                </a:lnTo>
                <a:lnTo>
                  <a:pt x="12443" y="21600"/>
                </a:lnTo>
                <a:lnTo>
                  <a:pt x="8332" y="21600"/>
                </a:lnTo>
                <a:lnTo>
                  <a:pt x="4187" y="21600"/>
                </a:lnTo>
                <a:lnTo>
                  <a:pt x="0" y="21600"/>
                </a:lnTo>
                <a:lnTo>
                  <a:pt x="852" y="18926"/>
                </a:lnTo>
                <a:lnTo>
                  <a:pt x="1705" y="16252"/>
                </a:lnTo>
                <a:lnTo>
                  <a:pt x="2557" y="13569"/>
                </a:lnTo>
                <a:lnTo>
                  <a:pt x="3410" y="10882"/>
                </a:lnTo>
                <a:lnTo>
                  <a:pt x="4269" y="8182"/>
                </a:lnTo>
                <a:lnTo>
                  <a:pt x="5135" y="5469"/>
                </a:lnTo>
                <a:lnTo>
                  <a:pt x="6002" y="2743"/>
                </a:lnTo>
                <a:lnTo>
                  <a:pt x="6875" y="0"/>
                </a:lnTo>
                <a:close/>
              </a:path>
            </a:pathLst>
          </a:custGeom>
          <a:solidFill>
            <a:srgbClr val="4B45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5" name="contour_17153"/>
          <p:cNvSpPr/>
          <p:nvPr/>
        </p:nvSpPr>
        <p:spPr>
          <a:xfrm>
            <a:off x="4339442" y="450397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20255" y="10027"/>
                </a:lnTo>
                <a:lnTo>
                  <a:pt x="19289" y="13958"/>
                </a:lnTo>
                <a:lnTo>
                  <a:pt x="18554" y="16606"/>
                </a:lnTo>
                <a:lnTo>
                  <a:pt x="17890" y="18442"/>
                </a:lnTo>
                <a:lnTo>
                  <a:pt x="17156" y="19945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4088" y="18775"/>
                </a:lnTo>
                <a:lnTo>
                  <a:pt x="3299" y="16705"/>
                </a:lnTo>
                <a:lnTo>
                  <a:pt x="2716" y="14386"/>
                </a:lnTo>
                <a:lnTo>
                  <a:pt x="2025" y="10800"/>
                </a:lnTo>
                <a:lnTo>
                  <a:pt x="1415" y="7785"/>
                </a:lnTo>
                <a:lnTo>
                  <a:pt x="799" y="4726"/>
                </a:lnTo>
                <a:lnTo>
                  <a:pt x="599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7F6A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6" name="contour_17154"/>
          <p:cNvSpPr/>
          <p:nvPr/>
        </p:nvSpPr>
        <p:spPr>
          <a:xfrm>
            <a:off x="5265017" y="449669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450" y="18775"/>
                </a:lnTo>
                <a:lnTo>
                  <a:pt x="4399" y="16705"/>
                </a:lnTo>
                <a:lnTo>
                  <a:pt x="3622" y="14386"/>
                </a:lnTo>
                <a:lnTo>
                  <a:pt x="2700" y="10800"/>
                </a:lnTo>
                <a:lnTo>
                  <a:pt x="1886" y="7785"/>
                </a:lnTo>
                <a:lnTo>
                  <a:pt x="1066" y="4726"/>
                </a:lnTo>
                <a:lnTo>
                  <a:pt x="799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8A7B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7" name="contour_17155"/>
          <p:cNvSpPr/>
          <p:nvPr/>
        </p:nvSpPr>
        <p:spPr>
          <a:xfrm>
            <a:off x="1438821" y="4510283"/>
            <a:ext cx="36440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930"/>
                </a:moveTo>
                <a:lnTo>
                  <a:pt x="12113" y="310"/>
                </a:lnTo>
                <a:lnTo>
                  <a:pt x="14524" y="0"/>
                </a:lnTo>
                <a:lnTo>
                  <a:pt x="16494" y="0"/>
                </a:lnTo>
                <a:lnTo>
                  <a:pt x="18645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503" y="17197"/>
                </a:lnTo>
                <a:lnTo>
                  <a:pt x="2657" y="13945"/>
                </a:lnTo>
                <a:lnTo>
                  <a:pt x="3711" y="11265"/>
                </a:lnTo>
                <a:lnTo>
                  <a:pt x="4899" y="8585"/>
                </a:lnTo>
                <a:lnTo>
                  <a:pt x="6463" y="5333"/>
                </a:lnTo>
                <a:lnTo>
                  <a:pt x="8640" y="930"/>
                </a:lnTo>
                <a:close/>
              </a:path>
            </a:pathLst>
          </a:custGeom>
          <a:solidFill>
            <a:srgbClr val="F5E7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8" name="contour_17156"/>
          <p:cNvSpPr/>
          <p:nvPr/>
        </p:nvSpPr>
        <p:spPr>
          <a:xfrm>
            <a:off x="599514" y="4518555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5170" y="0"/>
                </a:lnTo>
                <a:lnTo>
                  <a:pt x="9240" y="0"/>
                </a:lnTo>
                <a:lnTo>
                  <a:pt x="13323" y="0"/>
                </a:lnTo>
                <a:lnTo>
                  <a:pt x="1744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F1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59" name="contour_17157"/>
          <p:cNvSpPr/>
          <p:nvPr/>
        </p:nvSpPr>
        <p:spPr>
          <a:xfrm>
            <a:off x="6766343" y="451126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993" y="20963"/>
                </a:lnTo>
                <a:lnTo>
                  <a:pt x="14391" y="20288"/>
                </a:lnTo>
                <a:lnTo>
                  <a:pt x="10800" y="19575"/>
                </a:lnTo>
                <a:lnTo>
                  <a:pt x="7787" y="19008"/>
                </a:lnTo>
                <a:lnTo>
                  <a:pt x="4725" y="18436"/>
                </a:lnTo>
                <a:lnTo>
                  <a:pt x="2381" y="1732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3618" y="3067"/>
                </a:lnTo>
                <a:lnTo>
                  <a:pt x="6858" y="1528"/>
                </a:lnTo>
                <a:lnTo>
                  <a:pt x="10001" y="610"/>
                </a:lnTo>
                <a:lnTo>
                  <a:pt x="13322" y="162"/>
                </a:lnTo>
                <a:lnTo>
                  <a:pt x="17096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D3D4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0" name="contour_17158"/>
          <p:cNvSpPr/>
          <p:nvPr/>
        </p:nvSpPr>
        <p:spPr>
          <a:xfrm>
            <a:off x="4448106" y="4511252"/>
            <a:ext cx="29808" cy="304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"/>
                </a:moveTo>
                <a:lnTo>
                  <a:pt x="21098" y="3600"/>
                </a:lnTo>
                <a:lnTo>
                  <a:pt x="20517" y="7112"/>
                </a:lnTo>
                <a:lnTo>
                  <a:pt x="19804" y="10568"/>
                </a:lnTo>
                <a:lnTo>
                  <a:pt x="18901" y="13971"/>
                </a:lnTo>
                <a:lnTo>
                  <a:pt x="17761" y="17334"/>
                </a:lnTo>
                <a:lnTo>
                  <a:pt x="16319" y="20670"/>
                </a:lnTo>
                <a:lnTo>
                  <a:pt x="12231" y="21290"/>
                </a:lnTo>
                <a:lnTo>
                  <a:pt x="9364" y="21600"/>
                </a:lnTo>
                <a:lnTo>
                  <a:pt x="6955" y="21600"/>
                </a:lnTo>
                <a:lnTo>
                  <a:pt x="4246" y="21290"/>
                </a:lnTo>
                <a:lnTo>
                  <a:pt x="475" y="20670"/>
                </a:lnTo>
                <a:lnTo>
                  <a:pt x="158" y="16982"/>
                </a:lnTo>
                <a:lnTo>
                  <a:pt x="0" y="14333"/>
                </a:lnTo>
                <a:lnTo>
                  <a:pt x="0" y="11978"/>
                </a:lnTo>
                <a:lnTo>
                  <a:pt x="158" y="9173"/>
                </a:lnTo>
                <a:lnTo>
                  <a:pt x="475" y="5175"/>
                </a:lnTo>
                <a:lnTo>
                  <a:pt x="3934" y="2820"/>
                </a:lnTo>
                <a:lnTo>
                  <a:pt x="7087" y="1307"/>
                </a:lnTo>
                <a:lnTo>
                  <a:pt x="10182" y="460"/>
                </a:lnTo>
                <a:lnTo>
                  <a:pt x="13462" y="88"/>
                </a:lnTo>
                <a:lnTo>
                  <a:pt x="17185" y="0"/>
                </a:lnTo>
                <a:lnTo>
                  <a:pt x="21600" y="10"/>
                </a:lnTo>
                <a:close/>
              </a:path>
            </a:pathLst>
          </a:custGeom>
          <a:solidFill>
            <a:srgbClr val="31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1" name="contour_17159"/>
          <p:cNvSpPr/>
          <p:nvPr/>
        </p:nvSpPr>
        <p:spPr>
          <a:xfrm>
            <a:off x="4142666" y="4496691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3177" y="1339"/>
                </a:lnTo>
                <a:lnTo>
                  <a:pt x="15801" y="2678"/>
                </a:lnTo>
                <a:lnTo>
                  <a:pt x="18447" y="4034"/>
                </a:lnTo>
                <a:lnTo>
                  <a:pt x="21125" y="5400"/>
                </a:lnTo>
                <a:lnTo>
                  <a:pt x="21442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42" y="17744"/>
                </a:lnTo>
                <a:lnTo>
                  <a:pt x="21125" y="21600"/>
                </a:lnTo>
                <a:lnTo>
                  <a:pt x="17639" y="21600"/>
                </a:lnTo>
                <a:lnTo>
                  <a:pt x="14148" y="21600"/>
                </a:lnTo>
                <a:lnTo>
                  <a:pt x="10642" y="21600"/>
                </a:lnTo>
                <a:lnTo>
                  <a:pt x="7119" y="21600"/>
                </a:lnTo>
                <a:lnTo>
                  <a:pt x="3575" y="21600"/>
                </a:lnTo>
                <a:lnTo>
                  <a:pt x="0" y="21600"/>
                </a:lnTo>
                <a:lnTo>
                  <a:pt x="1495" y="18544"/>
                </a:lnTo>
                <a:lnTo>
                  <a:pt x="2989" y="15487"/>
                </a:lnTo>
                <a:lnTo>
                  <a:pt x="4489" y="12420"/>
                </a:lnTo>
                <a:lnTo>
                  <a:pt x="5994" y="9342"/>
                </a:lnTo>
                <a:lnTo>
                  <a:pt x="7510" y="6248"/>
                </a:lnTo>
                <a:lnTo>
                  <a:pt x="9031" y="3137"/>
                </a:lnTo>
                <a:lnTo>
                  <a:pt x="10562" y="0"/>
                </a:lnTo>
                <a:close/>
              </a:path>
            </a:pathLst>
          </a:custGeom>
          <a:solidFill>
            <a:srgbClr val="6C68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2" name="contour_17160"/>
          <p:cNvSpPr/>
          <p:nvPr/>
        </p:nvSpPr>
        <p:spPr>
          <a:xfrm>
            <a:off x="738467" y="4510815"/>
            <a:ext cx="29866" cy="441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015" y="0"/>
                </a:moveTo>
                <a:lnTo>
                  <a:pt x="16519" y="71"/>
                </a:lnTo>
                <a:lnTo>
                  <a:pt x="19044" y="146"/>
                </a:lnTo>
                <a:lnTo>
                  <a:pt x="21600" y="221"/>
                </a:lnTo>
                <a:lnTo>
                  <a:pt x="20551" y="2840"/>
                </a:lnTo>
                <a:lnTo>
                  <a:pt x="19355" y="5220"/>
                </a:lnTo>
                <a:lnTo>
                  <a:pt x="17995" y="7390"/>
                </a:lnTo>
                <a:lnTo>
                  <a:pt x="16471" y="9389"/>
                </a:lnTo>
                <a:lnTo>
                  <a:pt x="14774" y="11253"/>
                </a:lnTo>
                <a:lnTo>
                  <a:pt x="12893" y="13016"/>
                </a:lnTo>
                <a:lnTo>
                  <a:pt x="10821" y="14716"/>
                </a:lnTo>
                <a:lnTo>
                  <a:pt x="8555" y="16391"/>
                </a:lnTo>
                <a:lnTo>
                  <a:pt x="6088" y="18069"/>
                </a:lnTo>
                <a:lnTo>
                  <a:pt x="3410" y="19793"/>
                </a:lnTo>
                <a:lnTo>
                  <a:pt x="517" y="21600"/>
                </a:lnTo>
                <a:lnTo>
                  <a:pt x="416" y="19426"/>
                </a:lnTo>
                <a:lnTo>
                  <a:pt x="327" y="17256"/>
                </a:lnTo>
                <a:lnTo>
                  <a:pt x="248" y="15087"/>
                </a:lnTo>
                <a:lnTo>
                  <a:pt x="184" y="12913"/>
                </a:lnTo>
                <a:lnTo>
                  <a:pt x="90" y="10490"/>
                </a:lnTo>
                <a:lnTo>
                  <a:pt x="0" y="8031"/>
                </a:lnTo>
                <a:lnTo>
                  <a:pt x="828" y="4568"/>
                </a:lnTo>
                <a:lnTo>
                  <a:pt x="2440" y="2295"/>
                </a:lnTo>
                <a:lnTo>
                  <a:pt x="5039" y="951"/>
                </a:lnTo>
                <a:lnTo>
                  <a:pt x="8834" y="274"/>
                </a:lnTo>
                <a:lnTo>
                  <a:pt x="14015" y="0"/>
                </a:lnTo>
                <a:close/>
              </a:path>
            </a:pathLst>
          </a:custGeom>
          <a:solidFill>
            <a:srgbClr val="F9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3" name="contour_17161"/>
          <p:cNvSpPr/>
          <p:nvPr/>
        </p:nvSpPr>
        <p:spPr>
          <a:xfrm>
            <a:off x="7939709" y="4503265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95"/>
                </a:lnTo>
                <a:lnTo>
                  <a:pt x="12823" y="184"/>
                </a:lnTo>
                <a:lnTo>
                  <a:pt x="13777" y="221"/>
                </a:lnTo>
                <a:lnTo>
                  <a:pt x="15008" y="269"/>
                </a:lnTo>
                <a:lnTo>
                  <a:pt x="17341" y="358"/>
                </a:lnTo>
                <a:lnTo>
                  <a:pt x="21600" y="517"/>
                </a:lnTo>
                <a:lnTo>
                  <a:pt x="19620" y="2836"/>
                </a:lnTo>
                <a:lnTo>
                  <a:pt x="17640" y="5160"/>
                </a:lnTo>
                <a:lnTo>
                  <a:pt x="15656" y="7485"/>
                </a:lnTo>
                <a:lnTo>
                  <a:pt x="13666" y="9814"/>
                </a:lnTo>
                <a:lnTo>
                  <a:pt x="11671" y="12149"/>
                </a:lnTo>
                <a:lnTo>
                  <a:pt x="9670" y="14495"/>
                </a:lnTo>
                <a:lnTo>
                  <a:pt x="7657" y="16851"/>
                </a:lnTo>
                <a:lnTo>
                  <a:pt x="5634" y="19218"/>
                </a:lnTo>
                <a:lnTo>
                  <a:pt x="3600" y="21600"/>
                </a:lnTo>
                <a:lnTo>
                  <a:pt x="2887" y="18469"/>
                </a:lnTo>
                <a:lnTo>
                  <a:pt x="2174" y="15328"/>
                </a:lnTo>
                <a:lnTo>
                  <a:pt x="1454" y="12176"/>
                </a:lnTo>
                <a:lnTo>
                  <a:pt x="731" y="8997"/>
                </a:lnTo>
                <a:lnTo>
                  <a:pt x="0" y="5787"/>
                </a:lnTo>
                <a:lnTo>
                  <a:pt x="2149" y="2736"/>
                </a:lnTo>
                <a:lnTo>
                  <a:pt x="3686" y="1112"/>
                </a:lnTo>
                <a:lnTo>
                  <a:pt x="5353" y="385"/>
                </a:lnTo>
                <a:lnTo>
                  <a:pt x="7888" y="0"/>
                </a:lnTo>
                <a:close/>
              </a:path>
            </a:pathLst>
          </a:custGeom>
          <a:solidFill>
            <a:srgbClr val="FA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4" name="contour_17162"/>
          <p:cNvSpPr/>
          <p:nvPr/>
        </p:nvSpPr>
        <p:spPr>
          <a:xfrm>
            <a:off x="5024513" y="446025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28" y="674"/>
                </a:lnTo>
                <a:lnTo>
                  <a:pt x="17686" y="1348"/>
                </a:lnTo>
                <a:lnTo>
                  <a:pt x="19341" y="2428"/>
                </a:lnTo>
                <a:lnTo>
                  <a:pt x="21600" y="4320"/>
                </a:lnTo>
                <a:lnTo>
                  <a:pt x="21362" y="7340"/>
                </a:lnTo>
                <a:lnTo>
                  <a:pt x="20840" y="10234"/>
                </a:lnTo>
                <a:lnTo>
                  <a:pt x="20105" y="13051"/>
                </a:lnTo>
                <a:lnTo>
                  <a:pt x="19220" y="15850"/>
                </a:lnTo>
                <a:lnTo>
                  <a:pt x="18256" y="18684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1460" y="15034"/>
                </a:lnTo>
                <a:lnTo>
                  <a:pt x="2938" y="12804"/>
                </a:lnTo>
                <a:lnTo>
                  <a:pt x="4432" y="10584"/>
                </a:lnTo>
                <a:lnTo>
                  <a:pt x="5940" y="8372"/>
                </a:lnTo>
                <a:lnTo>
                  <a:pt x="6774" y="7124"/>
                </a:lnTo>
                <a:lnTo>
                  <a:pt x="9279" y="3357"/>
                </a:lnTo>
                <a:lnTo>
                  <a:pt x="11107" y="1689"/>
                </a:lnTo>
                <a:lnTo>
                  <a:pt x="12960" y="0"/>
                </a:lnTo>
                <a:close/>
              </a:path>
            </a:pathLst>
          </a:custGeom>
          <a:solidFill>
            <a:srgbClr val="43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5" name="contour_17163"/>
          <p:cNvSpPr/>
          <p:nvPr/>
        </p:nvSpPr>
        <p:spPr>
          <a:xfrm>
            <a:off x="4149954" y="445296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1" y="3940"/>
                </a:lnTo>
                <a:lnTo>
                  <a:pt x="17954" y="7020"/>
                </a:lnTo>
                <a:lnTo>
                  <a:pt x="19492" y="9491"/>
                </a:lnTo>
                <a:lnTo>
                  <a:pt x="20520" y="11612"/>
                </a:lnTo>
                <a:lnTo>
                  <a:pt x="21146" y="13625"/>
                </a:lnTo>
                <a:lnTo>
                  <a:pt x="21466" y="15794"/>
                </a:lnTo>
                <a:lnTo>
                  <a:pt x="21583" y="1836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071" y="19462"/>
                </a:lnTo>
                <a:lnTo>
                  <a:pt x="2143" y="17315"/>
                </a:lnTo>
                <a:lnTo>
                  <a:pt x="3227" y="15150"/>
                </a:lnTo>
                <a:lnTo>
                  <a:pt x="4320" y="12960"/>
                </a:lnTo>
                <a:lnTo>
                  <a:pt x="7176" y="12960"/>
                </a:lnTo>
                <a:lnTo>
                  <a:pt x="10048" y="12960"/>
                </a:lnTo>
                <a:lnTo>
                  <a:pt x="12960" y="12960"/>
                </a:lnTo>
                <a:lnTo>
                  <a:pt x="12960" y="10394"/>
                </a:lnTo>
                <a:lnTo>
                  <a:pt x="12960" y="7819"/>
                </a:lnTo>
                <a:lnTo>
                  <a:pt x="12960" y="5236"/>
                </a:lnTo>
                <a:lnTo>
                  <a:pt x="12960" y="2631"/>
                </a:lnTo>
                <a:lnTo>
                  <a:pt x="12960" y="0"/>
                </a:lnTo>
                <a:close/>
              </a:path>
            </a:pathLst>
          </a:custGeom>
          <a:solidFill>
            <a:srgbClr val="DDE0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6" name="contour_17164"/>
          <p:cNvSpPr/>
          <p:nvPr/>
        </p:nvSpPr>
        <p:spPr>
          <a:xfrm>
            <a:off x="8376989" y="4459267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507"/>
                </a:lnTo>
                <a:lnTo>
                  <a:pt x="0" y="13401"/>
                </a:lnTo>
                <a:lnTo>
                  <a:pt x="0" y="9281"/>
                </a:lnTo>
                <a:lnTo>
                  <a:pt x="0" y="5126"/>
                </a:lnTo>
                <a:lnTo>
                  <a:pt x="0" y="930"/>
                </a:lnTo>
                <a:close/>
              </a:path>
            </a:pathLst>
          </a:custGeom>
          <a:solidFill>
            <a:srgbClr val="F0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7" name="contour_17165"/>
          <p:cNvSpPr/>
          <p:nvPr/>
        </p:nvSpPr>
        <p:spPr>
          <a:xfrm>
            <a:off x="7240062" y="444567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C40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8" name="contour_17166"/>
          <p:cNvSpPr/>
          <p:nvPr/>
        </p:nvSpPr>
        <p:spPr>
          <a:xfrm>
            <a:off x="1701189" y="4446214"/>
            <a:ext cx="51016" cy="286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12" y="1375"/>
                </a:moveTo>
                <a:lnTo>
                  <a:pt x="20245" y="3224"/>
                </a:lnTo>
                <a:lnTo>
                  <a:pt x="21600" y="5095"/>
                </a:lnTo>
                <a:lnTo>
                  <a:pt x="21600" y="8731"/>
                </a:lnTo>
                <a:lnTo>
                  <a:pt x="21600" y="12390"/>
                </a:lnTo>
                <a:lnTo>
                  <a:pt x="21600" y="16098"/>
                </a:lnTo>
                <a:lnTo>
                  <a:pt x="19462" y="16643"/>
                </a:lnTo>
                <a:lnTo>
                  <a:pt x="17320" y="17188"/>
                </a:lnTo>
                <a:lnTo>
                  <a:pt x="15179" y="17732"/>
                </a:lnTo>
                <a:lnTo>
                  <a:pt x="13031" y="18282"/>
                </a:lnTo>
                <a:lnTo>
                  <a:pt x="10880" y="18827"/>
                </a:lnTo>
                <a:lnTo>
                  <a:pt x="8723" y="19377"/>
                </a:lnTo>
                <a:lnTo>
                  <a:pt x="6557" y="19933"/>
                </a:lnTo>
                <a:lnTo>
                  <a:pt x="4382" y="20483"/>
                </a:lnTo>
                <a:lnTo>
                  <a:pt x="2197" y="21044"/>
                </a:lnTo>
                <a:lnTo>
                  <a:pt x="0" y="21600"/>
                </a:lnTo>
                <a:lnTo>
                  <a:pt x="1324" y="16929"/>
                </a:lnTo>
                <a:lnTo>
                  <a:pt x="2373" y="13490"/>
                </a:lnTo>
                <a:lnTo>
                  <a:pt x="3308" y="10976"/>
                </a:lnTo>
                <a:lnTo>
                  <a:pt x="4286" y="9083"/>
                </a:lnTo>
                <a:lnTo>
                  <a:pt x="5465" y="7504"/>
                </a:lnTo>
                <a:lnTo>
                  <a:pt x="7005" y="5931"/>
                </a:lnTo>
                <a:lnTo>
                  <a:pt x="9066" y="4060"/>
                </a:lnTo>
                <a:lnTo>
                  <a:pt x="10640" y="2580"/>
                </a:lnTo>
                <a:lnTo>
                  <a:pt x="12235" y="1073"/>
                </a:lnTo>
                <a:lnTo>
                  <a:pt x="14136" y="248"/>
                </a:lnTo>
                <a:lnTo>
                  <a:pt x="15466" y="0"/>
                </a:lnTo>
                <a:lnTo>
                  <a:pt x="16848" y="369"/>
                </a:lnTo>
                <a:lnTo>
                  <a:pt x="18912" y="1375"/>
                </a:lnTo>
                <a:close/>
              </a:path>
            </a:pathLst>
          </a:custGeom>
          <a:solidFill>
            <a:srgbClr val="F6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69" name="contour_17167"/>
          <p:cNvSpPr/>
          <p:nvPr/>
        </p:nvSpPr>
        <p:spPr>
          <a:xfrm>
            <a:off x="7611750" y="443109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85" y="9418"/>
                </a:lnTo>
                <a:lnTo>
                  <a:pt x="19796" y="12269"/>
                </a:lnTo>
                <a:lnTo>
                  <a:pt x="18976" y="14731"/>
                </a:lnTo>
                <a:lnTo>
                  <a:pt x="17863" y="1758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C3C5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0" name="contour_17168"/>
          <p:cNvSpPr/>
          <p:nvPr/>
        </p:nvSpPr>
        <p:spPr>
          <a:xfrm>
            <a:off x="4936241" y="4409235"/>
            <a:ext cx="22680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77" y="0"/>
                </a:moveTo>
                <a:lnTo>
                  <a:pt x="4109" y="1669"/>
                </a:lnTo>
                <a:lnTo>
                  <a:pt x="7350" y="3348"/>
                </a:lnTo>
                <a:lnTo>
                  <a:pt x="10481" y="5045"/>
                </a:lnTo>
                <a:lnTo>
                  <a:pt x="13486" y="6782"/>
                </a:lnTo>
                <a:lnTo>
                  <a:pt x="16353" y="8566"/>
                </a:lnTo>
                <a:lnTo>
                  <a:pt x="19060" y="10417"/>
                </a:lnTo>
                <a:lnTo>
                  <a:pt x="21600" y="12343"/>
                </a:lnTo>
                <a:lnTo>
                  <a:pt x="20503" y="15009"/>
                </a:lnTo>
                <a:lnTo>
                  <a:pt x="19594" y="16823"/>
                </a:lnTo>
                <a:lnTo>
                  <a:pt x="18539" y="18230"/>
                </a:lnTo>
                <a:lnTo>
                  <a:pt x="17005" y="19675"/>
                </a:lnTo>
                <a:lnTo>
                  <a:pt x="14659" y="21600"/>
                </a:lnTo>
                <a:lnTo>
                  <a:pt x="10536" y="20310"/>
                </a:lnTo>
                <a:lnTo>
                  <a:pt x="7718" y="19236"/>
                </a:lnTo>
                <a:lnTo>
                  <a:pt x="4900" y="17801"/>
                </a:lnTo>
                <a:lnTo>
                  <a:pt x="777" y="15429"/>
                </a:lnTo>
                <a:lnTo>
                  <a:pt x="347" y="13216"/>
                </a:lnTo>
                <a:lnTo>
                  <a:pt x="90" y="11013"/>
                </a:lnTo>
                <a:lnTo>
                  <a:pt x="0" y="8816"/>
                </a:lnTo>
                <a:lnTo>
                  <a:pt x="49" y="6619"/>
                </a:lnTo>
                <a:lnTo>
                  <a:pt x="208" y="4422"/>
                </a:lnTo>
                <a:lnTo>
                  <a:pt x="458" y="2216"/>
                </a:lnTo>
                <a:lnTo>
                  <a:pt x="777" y="0"/>
                </a:lnTo>
                <a:close/>
              </a:path>
            </a:pathLst>
          </a:custGeom>
          <a:solidFill>
            <a:srgbClr val="5553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1" name="contour_17169"/>
          <p:cNvSpPr/>
          <p:nvPr/>
        </p:nvSpPr>
        <p:spPr>
          <a:xfrm>
            <a:off x="1628309" y="441652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893"/>
                </a:lnTo>
                <a:lnTo>
                  <a:pt x="16162" y="1786"/>
                </a:lnTo>
                <a:lnTo>
                  <a:pt x="18862" y="2689"/>
                </a:lnTo>
                <a:lnTo>
                  <a:pt x="21600" y="3600"/>
                </a:lnTo>
                <a:lnTo>
                  <a:pt x="21497" y="6156"/>
                </a:lnTo>
                <a:lnTo>
                  <a:pt x="21254" y="7967"/>
                </a:lnTo>
                <a:lnTo>
                  <a:pt x="20677" y="9904"/>
                </a:lnTo>
                <a:lnTo>
                  <a:pt x="19575" y="12823"/>
                </a:lnTo>
                <a:lnTo>
                  <a:pt x="18673" y="15289"/>
                </a:lnTo>
                <a:lnTo>
                  <a:pt x="17761" y="17788"/>
                </a:lnTo>
                <a:lnTo>
                  <a:pt x="16988" y="19681"/>
                </a:lnTo>
                <a:lnTo>
                  <a:pt x="16200" y="21600"/>
                </a:lnTo>
                <a:lnTo>
                  <a:pt x="13527" y="20412"/>
                </a:lnTo>
                <a:lnTo>
                  <a:pt x="10849" y="19220"/>
                </a:lnTo>
                <a:lnTo>
                  <a:pt x="8159" y="18029"/>
                </a:lnTo>
                <a:lnTo>
                  <a:pt x="5459" y="16826"/>
                </a:lnTo>
                <a:lnTo>
                  <a:pt x="2743" y="15617"/>
                </a:lnTo>
                <a:lnTo>
                  <a:pt x="0" y="14400"/>
                </a:lnTo>
                <a:lnTo>
                  <a:pt x="1528" y="12362"/>
                </a:lnTo>
                <a:lnTo>
                  <a:pt x="3056" y="10325"/>
                </a:lnTo>
                <a:lnTo>
                  <a:pt x="4590" y="8280"/>
                </a:lnTo>
                <a:lnTo>
                  <a:pt x="6129" y="6228"/>
                </a:lnTo>
                <a:lnTo>
                  <a:pt x="7679" y="4165"/>
                </a:lnTo>
                <a:lnTo>
                  <a:pt x="9234" y="2092"/>
                </a:lnTo>
                <a:lnTo>
                  <a:pt x="10800" y="0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2" name="contour_17170"/>
          <p:cNvSpPr/>
          <p:nvPr/>
        </p:nvSpPr>
        <p:spPr>
          <a:xfrm>
            <a:off x="6627871" y="442381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171" y="1868"/>
                </a:lnTo>
                <a:lnTo>
                  <a:pt x="19391" y="3240"/>
                </a:lnTo>
                <a:lnTo>
                  <a:pt x="20363" y="4792"/>
                </a:lnTo>
                <a:lnTo>
                  <a:pt x="21600" y="7200"/>
                </a:lnTo>
                <a:lnTo>
                  <a:pt x="19505" y="9112"/>
                </a:lnTo>
                <a:lnTo>
                  <a:pt x="17912" y="10462"/>
                </a:lnTo>
                <a:lnTo>
                  <a:pt x="16319" y="11624"/>
                </a:lnTo>
                <a:lnTo>
                  <a:pt x="14229" y="12967"/>
                </a:lnTo>
                <a:lnTo>
                  <a:pt x="11135" y="14850"/>
                </a:lnTo>
                <a:lnTo>
                  <a:pt x="9083" y="16121"/>
                </a:lnTo>
                <a:lnTo>
                  <a:pt x="7009" y="17402"/>
                </a:lnTo>
                <a:lnTo>
                  <a:pt x="4914" y="18702"/>
                </a:lnTo>
                <a:lnTo>
                  <a:pt x="2473" y="20142"/>
                </a:lnTo>
                <a:lnTo>
                  <a:pt x="0" y="21600"/>
                </a:lnTo>
                <a:lnTo>
                  <a:pt x="475" y="19404"/>
                </a:lnTo>
                <a:lnTo>
                  <a:pt x="972" y="17208"/>
                </a:lnTo>
                <a:lnTo>
                  <a:pt x="1490" y="15016"/>
                </a:lnTo>
                <a:lnTo>
                  <a:pt x="2025" y="12823"/>
                </a:lnTo>
                <a:lnTo>
                  <a:pt x="2592" y="10375"/>
                </a:lnTo>
                <a:lnTo>
                  <a:pt x="3164" y="7888"/>
                </a:lnTo>
                <a:lnTo>
                  <a:pt x="4547" y="5371"/>
                </a:lnTo>
                <a:lnTo>
                  <a:pt x="5821" y="3838"/>
                </a:lnTo>
                <a:lnTo>
                  <a:pt x="7733" y="2664"/>
                </a:lnTo>
                <a:lnTo>
                  <a:pt x="11011" y="1224"/>
                </a:lnTo>
                <a:lnTo>
                  <a:pt x="13586" y="619"/>
                </a:lnTo>
                <a:lnTo>
                  <a:pt x="16200" y="0"/>
                </a:lnTo>
                <a:close/>
              </a:path>
            </a:pathLst>
          </a:custGeom>
          <a:solidFill>
            <a:srgbClr val="B2CB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3" name="contour_17171"/>
          <p:cNvSpPr/>
          <p:nvPr/>
        </p:nvSpPr>
        <p:spPr>
          <a:xfrm>
            <a:off x="2663204" y="441652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510" y="1598"/>
                </a:lnTo>
                <a:lnTo>
                  <a:pt x="11480" y="3215"/>
                </a:lnTo>
                <a:lnTo>
                  <a:pt x="14299" y="4900"/>
                </a:lnTo>
                <a:lnTo>
                  <a:pt x="16940" y="6692"/>
                </a:lnTo>
                <a:lnTo>
                  <a:pt x="19381" y="8644"/>
                </a:lnTo>
                <a:lnTo>
                  <a:pt x="21600" y="10800"/>
                </a:lnTo>
                <a:lnTo>
                  <a:pt x="19721" y="13381"/>
                </a:lnTo>
                <a:lnTo>
                  <a:pt x="18279" y="15250"/>
                </a:lnTo>
                <a:lnTo>
                  <a:pt x="16961" y="16708"/>
                </a:lnTo>
                <a:lnTo>
                  <a:pt x="15476" y="18050"/>
                </a:lnTo>
                <a:lnTo>
                  <a:pt x="13522" y="19580"/>
                </a:lnTo>
                <a:lnTo>
                  <a:pt x="10800" y="21600"/>
                </a:lnTo>
                <a:lnTo>
                  <a:pt x="9347" y="19411"/>
                </a:lnTo>
                <a:lnTo>
                  <a:pt x="7906" y="17219"/>
                </a:lnTo>
                <a:lnTo>
                  <a:pt x="6480" y="15023"/>
                </a:lnTo>
                <a:lnTo>
                  <a:pt x="5065" y="12823"/>
                </a:lnTo>
                <a:lnTo>
                  <a:pt x="3996" y="11192"/>
                </a:lnTo>
                <a:lnTo>
                  <a:pt x="2921" y="9554"/>
                </a:lnTo>
                <a:lnTo>
                  <a:pt x="1836" y="7888"/>
                </a:lnTo>
                <a:lnTo>
                  <a:pt x="923" y="5760"/>
                </a:lnTo>
                <a:lnTo>
                  <a:pt x="0" y="3600"/>
                </a:lnTo>
                <a:lnTo>
                  <a:pt x="2678" y="1814"/>
                </a:lnTo>
                <a:lnTo>
                  <a:pt x="5400" y="0"/>
                </a:lnTo>
                <a:close/>
              </a:path>
            </a:pathLst>
          </a:custGeom>
          <a:solidFill>
            <a:srgbClr val="EF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4" name="contour_17172"/>
          <p:cNvSpPr/>
          <p:nvPr/>
        </p:nvSpPr>
        <p:spPr>
          <a:xfrm>
            <a:off x="8063605" y="4416523"/>
            <a:ext cx="29152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71"/>
                </a:lnTo>
                <a:lnTo>
                  <a:pt x="2684" y="1315"/>
                </a:lnTo>
                <a:lnTo>
                  <a:pt x="4320" y="2112"/>
                </a:lnTo>
                <a:lnTo>
                  <a:pt x="6647" y="3253"/>
                </a:lnTo>
                <a:lnTo>
                  <a:pt x="10055" y="4917"/>
                </a:lnTo>
                <a:lnTo>
                  <a:pt x="14909" y="7293"/>
                </a:lnTo>
                <a:lnTo>
                  <a:pt x="21600" y="10562"/>
                </a:lnTo>
                <a:lnTo>
                  <a:pt x="20261" y="13177"/>
                </a:lnTo>
                <a:lnTo>
                  <a:pt x="18922" y="15801"/>
                </a:lnTo>
                <a:lnTo>
                  <a:pt x="17566" y="18447"/>
                </a:lnTo>
                <a:lnTo>
                  <a:pt x="16200" y="21125"/>
                </a:lnTo>
                <a:lnTo>
                  <a:pt x="12020" y="21442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42"/>
                </a:lnTo>
                <a:lnTo>
                  <a:pt x="0" y="21125"/>
                </a:lnTo>
                <a:lnTo>
                  <a:pt x="0" y="17639"/>
                </a:lnTo>
                <a:lnTo>
                  <a:pt x="0" y="14148"/>
                </a:lnTo>
                <a:lnTo>
                  <a:pt x="0" y="10642"/>
                </a:lnTo>
                <a:lnTo>
                  <a:pt x="0" y="7119"/>
                </a:lnTo>
                <a:lnTo>
                  <a:pt x="0" y="3575"/>
                </a:lnTo>
                <a:lnTo>
                  <a:pt x="0" y="0"/>
                </a:lnTo>
                <a:close/>
              </a:path>
            </a:pathLst>
          </a:custGeom>
          <a:solidFill>
            <a:srgbClr val="F7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5" name="contour_17173"/>
          <p:cNvSpPr/>
          <p:nvPr/>
        </p:nvSpPr>
        <p:spPr>
          <a:xfrm>
            <a:off x="4776721" y="4416523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1079"/>
                </a:lnTo>
                <a:lnTo>
                  <a:pt x="15865" y="1974"/>
                </a:lnTo>
                <a:lnTo>
                  <a:pt x="17507" y="3013"/>
                </a:lnTo>
                <a:lnTo>
                  <a:pt x="19246" y="4522"/>
                </a:lnTo>
                <a:lnTo>
                  <a:pt x="21600" y="6831"/>
                </a:lnTo>
                <a:lnTo>
                  <a:pt x="20855" y="10855"/>
                </a:lnTo>
                <a:lnTo>
                  <a:pt x="20232" y="13621"/>
                </a:lnTo>
                <a:lnTo>
                  <a:pt x="19393" y="16408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3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1634" y="16668"/>
                </a:lnTo>
                <a:lnTo>
                  <a:pt x="3290" y="12986"/>
                </a:lnTo>
                <a:lnTo>
                  <a:pt x="5004" y="9468"/>
                </a:lnTo>
                <a:lnTo>
                  <a:pt x="6804" y="6114"/>
                </a:lnTo>
                <a:lnTo>
                  <a:pt x="8723" y="2958"/>
                </a:lnTo>
                <a:lnTo>
                  <a:pt x="10800" y="0"/>
                </a:lnTo>
                <a:close/>
              </a:path>
            </a:pathLst>
          </a:custGeom>
          <a:solidFill>
            <a:srgbClr val="33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6" name="contour_17174"/>
          <p:cNvSpPr/>
          <p:nvPr/>
        </p:nvSpPr>
        <p:spPr>
          <a:xfrm>
            <a:off x="7910557" y="438737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637"/>
                </a:lnTo>
                <a:lnTo>
                  <a:pt x="7209" y="1312"/>
                </a:lnTo>
                <a:lnTo>
                  <a:pt x="10800" y="2025"/>
                </a:lnTo>
                <a:lnTo>
                  <a:pt x="13813" y="2592"/>
                </a:lnTo>
                <a:lnTo>
                  <a:pt x="16875" y="3164"/>
                </a:lnTo>
                <a:lnTo>
                  <a:pt x="19224" y="427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052" y="17815"/>
                </a:lnTo>
                <a:lnTo>
                  <a:pt x="15250" y="18689"/>
                </a:lnTo>
                <a:lnTo>
                  <a:pt x="10800" y="19575"/>
                </a:lnTo>
                <a:lnTo>
                  <a:pt x="9288" y="19877"/>
                </a:lnTo>
                <a:lnTo>
                  <a:pt x="4725" y="20801"/>
                </a:lnTo>
                <a:lnTo>
                  <a:pt x="2376" y="212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7C7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7" name="contour_17175"/>
          <p:cNvSpPr/>
          <p:nvPr/>
        </p:nvSpPr>
        <p:spPr>
          <a:xfrm>
            <a:off x="1664749" y="440194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15F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8" name="contour_17176"/>
          <p:cNvSpPr/>
          <p:nvPr/>
        </p:nvSpPr>
        <p:spPr>
          <a:xfrm>
            <a:off x="7983437" y="4387371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349"/>
                </a:lnTo>
                <a:lnTo>
                  <a:pt x="9763" y="756"/>
                </a:lnTo>
                <a:lnTo>
                  <a:pt x="13228" y="1577"/>
                </a:lnTo>
                <a:lnTo>
                  <a:pt x="15582" y="2128"/>
                </a:lnTo>
                <a:lnTo>
                  <a:pt x="17971" y="2686"/>
                </a:lnTo>
                <a:lnTo>
                  <a:pt x="19773" y="3139"/>
                </a:lnTo>
                <a:lnTo>
                  <a:pt x="21600" y="3600"/>
                </a:lnTo>
                <a:lnTo>
                  <a:pt x="19604" y="4262"/>
                </a:lnTo>
                <a:lnTo>
                  <a:pt x="17582" y="4936"/>
                </a:lnTo>
                <a:lnTo>
                  <a:pt x="14718" y="6523"/>
                </a:lnTo>
                <a:lnTo>
                  <a:pt x="12606" y="8129"/>
                </a:lnTo>
                <a:lnTo>
                  <a:pt x="10973" y="9911"/>
                </a:lnTo>
                <a:lnTo>
                  <a:pt x="9560" y="12024"/>
                </a:lnTo>
                <a:lnTo>
                  <a:pt x="8100" y="14623"/>
                </a:lnTo>
                <a:lnTo>
                  <a:pt x="7011" y="16585"/>
                </a:lnTo>
                <a:lnTo>
                  <a:pt x="5905" y="18576"/>
                </a:lnTo>
                <a:lnTo>
                  <a:pt x="5119" y="20077"/>
                </a:lnTo>
                <a:lnTo>
                  <a:pt x="4320" y="21600"/>
                </a:lnTo>
                <a:lnTo>
                  <a:pt x="3698" y="19408"/>
                </a:lnTo>
                <a:lnTo>
                  <a:pt x="3089" y="17215"/>
                </a:lnTo>
                <a:lnTo>
                  <a:pt x="2484" y="15019"/>
                </a:lnTo>
                <a:lnTo>
                  <a:pt x="1892" y="12823"/>
                </a:lnTo>
                <a:lnTo>
                  <a:pt x="1551" y="11596"/>
                </a:lnTo>
                <a:lnTo>
                  <a:pt x="523" y="7888"/>
                </a:lnTo>
                <a:lnTo>
                  <a:pt x="264" y="5760"/>
                </a:lnTo>
                <a:lnTo>
                  <a:pt x="0" y="3600"/>
                </a:lnTo>
                <a:lnTo>
                  <a:pt x="2143" y="1814"/>
                </a:lnTo>
                <a:lnTo>
                  <a:pt x="4320" y="0"/>
                </a:lnTo>
                <a:close/>
              </a:path>
            </a:pathLst>
          </a:custGeom>
          <a:solidFill>
            <a:srgbClr val="7777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79" name="contour_17177"/>
          <p:cNvSpPr/>
          <p:nvPr/>
        </p:nvSpPr>
        <p:spPr>
          <a:xfrm>
            <a:off x="7422306" y="4380083"/>
            <a:ext cx="29108" cy="655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376" y="0"/>
                </a:moveTo>
                <a:lnTo>
                  <a:pt x="6046" y="1140"/>
                </a:lnTo>
                <a:lnTo>
                  <a:pt x="6717" y="2287"/>
                </a:lnTo>
                <a:lnTo>
                  <a:pt x="7404" y="3451"/>
                </a:lnTo>
                <a:lnTo>
                  <a:pt x="9448" y="5645"/>
                </a:lnTo>
                <a:lnTo>
                  <a:pt x="11081" y="6938"/>
                </a:lnTo>
                <a:lnTo>
                  <a:pt x="13153" y="7838"/>
                </a:lnTo>
                <a:lnTo>
                  <a:pt x="16527" y="8851"/>
                </a:lnTo>
                <a:lnTo>
                  <a:pt x="19047" y="9223"/>
                </a:lnTo>
                <a:lnTo>
                  <a:pt x="21600" y="9600"/>
                </a:lnTo>
                <a:lnTo>
                  <a:pt x="18025" y="9600"/>
                </a:lnTo>
                <a:lnTo>
                  <a:pt x="14429" y="9600"/>
                </a:lnTo>
                <a:lnTo>
                  <a:pt x="10784" y="9600"/>
                </a:lnTo>
                <a:lnTo>
                  <a:pt x="10784" y="11297"/>
                </a:lnTo>
                <a:lnTo>
                  <a:pt x="10784" y="12996"/>
                </a:lnTo>
                <a:lnTo>
                  <a:pt x="10784" y="14700"/>
                </a:lnTo>
                <a:lnTo>
                  <a:pt x="10784" y="16411"/>
                </a:lnTo>
                <a:lnTo>
                  <a:pt x="10784" y="18130"/>
                </a:lnTo>
                <a:lnTo>
                  <a:pt x="10784" y="19858"/>
                </a:lnTo>
                <a:lnTo>
                  <a:pt x="10784" y="21600"/>
                </a:lnTo>
                <a:lnTo>
                  <a:pt x="8101" y="21600"/>
                </a:lnTo>
                <a:lnTo>
                  <a:pt x="5376" y="21600"/>
                </a:lnTo>
                <a:lnTo>
                  <a:pt x="3840" y="18350"/>
                </a:lnTo>
                <a:lnTo>
                  <a:pt x="2558" y="15583"/>
                </a:lnTo>
                <a:lnTo>
                  <a:pt x="1536" y="13238"/>
                </a:lnTo>
                <a:lnTo>
                  <a:pt x="768" y="11254"/>
                </a:lnTo>
                <a:lnTo>
                  <a:pt x="254" y="9576"/>
                </a:lnTo>
                <a:lnTo>
                  <a:pt x="0" y="8141"/>
                </a:lnTo>
                <a:lnTo>
                  <a:pt x="0" y="6893"/>
                </a:lnTo>
                <a:lnTo>
                  <a:pt x="254" y="5770"/>
                </a:lnTo>
                <a:lnTo>
                  <a:pt x="768" y="4716"/>
                </a:lnTo>
                <a:lnTo>
                  <a:pt x="1536" y="3672"/>
                </a:lnTo>
                <a:lnTo>
                  <a:pt x="2558" y="2578"/>
                </a:lnTo>
                <a:lnTo>
                  <a:pt x="3840" y="1373"/>
                </a:lnTo>
                <a:lnTo>
                  <a:pt x="5376" y="0"/>
                </a:lnTo>
                <a:close/>
              </a:path>
            </a:pathLst>
          </a:custGeom>
          <a:solidFill>
            <a:srgbClr val="9396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0" name="contour_17178"/>
          <p:cNvSpPr/>
          <p:nvPr/>
        </p:nvSpPr>
        <p:spPr>
          <a:xfrm>
            <a:off x="4798585" y="4385950"/>
            <a:ext cx="58304" cy="223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76"/>
                </a:moveTo>
                <a:lnTo>
                  <a:pt x="1553" y="1157"/>
                </a:lnTo>
                <a:lnTo>
                  <a:pt x="3105" y="967"/>
                </a:lnTo>
                <a:lnTo>
                  <a:pt x="4658" y="790"/>
                </a:lnTo>
                <a:lnTo>
                  <a:pt x="6210" y="635"/>
                </a:lnTo>
                <a:lnTo>
                  <a:pt x="7762" y="494"/>
                </a:lnTo>
                <a:lnTo>
                  <a:pt x="9204" y="332"/>
                </a:lnTo>
                <a:lnTo>
                  <a:pt x="10657" y="169"/>
                </a:lnTo>
                <a:lnTo>
                  <a:pt x="12128" y="0"/>
                </a:lnTo>
                <a:lnTo>
                  <a:pt x="14329" y="1037"/>
                </a:lnTo>
                <a:lnTo>
                  <a:pt x="16092" y="2554"/>
                </a:lnTo>
                <a:lnTo>
                  <a:pt x="17561" y="4657"/>
                </a:lnTo>
                <a:lnTo>
                  <a:pt x="18873" y="7438"/>
                </a:lnTo>
                <a:lnTo>
                  <a:pt x="20174" y="11015"/>
                </a:lnTo>
                <a:lnTo>
                  <a:pt x="21600" y="15489"/>
                </a:lnTo>
                <a:lnTo>
                  <a:pt x="19875" y="17733"/>
                </a:lnTo>
                <a:lnTo>
                  <a:pt x="18265" y="19490"/>
                </a:lnTo>
                <a:lnTo>
                  <a:pt x="16716" y="20739"/>
                </a:lnTo>
                <a:lnTo>
                  <a:pt x="15163" y="21452"/>
                </a:lnTo>
                <a:lnTo>
                  <a:pt x="13559" y="21600"/>
                </a:lnTo>
                <a:lnTo>
                  <a:pt x="11842" y="21162"/>
                </a:lnTo>
                <a:lnTo>
                  <a:pt x="9958" y="20118"/>
                </a:lnTo>
                <a:lnTo>
                  <a:pt x="8243" y="18375"/>
                </a:lnTo>
                <a:lnTo>
                  <a:pt x="6553" y="16618"/>
                </a:lnTo>
                <a:lnTo>
                  <a:pt x="4887" y="14783"/>
                </a:lnTo>
                <a:lnTo>
                  <a:pt x="3240" y="12836"/>
                </a:lnTo>
                <a:lnTo>
                  <a:pt x="1612" y="10740"/>
                </a:lnTo>
                <a:lnTo>
                  <a:pt x="0" y="8433"/>
                </a:lnTo>
                <a:lnTo>
                  <a:pt x="0" y="4933"/>
                </a:lnTo>
                <a:lnTo>
                  <a:pt x="0" y="1376"/>
                </a:lnTo>
                <a:close/>
              </a:path>
            </a:pathLst>
          </a:custGeom>
          <a:solidFill>
            <a:srgbClr val="2727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1" name="contour_17179"/>
          <p:cNvSpPr/>
          <p:nvPr/>
        </p:nvSpPr>
        <p:spPr>
          <a:xfrm>
            <a:off x="4579945" y="4380083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296" y="2316"/>
                </a:lnTo>
                <a:lnTo>
                  <a:pt x="20106" y="3987"/>
                </a:lnTo>
                <a:lnTo>
                  <a:pt x="20761" y="5828"/>
                </a:lnTo>
                <a:lnTo>
                  <a:pt x="21600" y="8640"/>
                </a:lnTo>
                <a:lnTo>
                  <a:pt x="20066" y="10822"/>
                </a:lnTo>
                <a:lnTo>
                  <a:pt x="18875" y="12277"/>
                </a:lnTo>
                <a:lnTo>
                  <a:pt x="17417" y="13673"/>
                </a:lnTo>
                <a:lnTo>
                  <a:pt x="15077" y="15660"/>
                </a:lnTo>
                <a:lnTo>
                  <a:pt x="14105" y="16507"/>
                </a:lnTo>
                <a:lnTo>
                  <a:pt x="11178" y="19068"/>
                </a:lnTo>
                <a:lnTo>
                  <a:pt x="9180" y="20304"/>
                </a:lnTo>
                <a:lnTo>
                  <a:pt x="7600" y="21051"/>
                </a:lnTo>
                <a:lnTo>
                  <a:pt x="5900" y="21436"/>
                </a:lnTo>
                <a:lnTo>
                  <a:pt x="3546" y="21578"/>
                </a:lnTo>
                <a:lnTo>
                  <a:pt x="0" y="21600"/>
                </a:lnTo>
                <a:lnTo>
                  <a:pt x="461" y="18645"/>
                </a:lnTo>
                <a:lnTo>
                  <a:pt x="878" y="16494"/>
                </a:lnTo>
                <a:lnTo>
                  <a:pt x="1426" y="14524"/>
                </a:lnTo>
                <a:lnTo>
                  <a:pt x="2275" y="12113"/>
                </a:lnTo>
                <a:lnTo>
                  <a:pt x="3600" y="8640"/>
                </a:lnTo>
                <a:lnTo>
                  <a:pt x="5562" y="7132"/>
                </a:lnTo>
                <a:lnTo>
                  <a:pt x="7553" y="5741"/>
                </a:lnTo>
                <a:lnTo>
                  <a:pt x="9576" y="4458"/>
                </a:lnTo>
                <a:lnTo>
                  <a:pt x="11628" y="3257"/>
                </a:lnTo>
                <a:lnTo>
                  <a:pt x="13716" y="2125"/>
                </a:lnTo>
                <a:lnTo>
                  <a:pt x="15840" y="1045"/>
                </a:lnTo>
                <a:lnTo>
                  <a:pt x="18000" y="0"/>
                </a:lnTo>
                <a:close/>
              </a:path>
            </a:pathLst>
          </a:custGeom>
          <a:solidFill>
            <a:srgbClr val="3536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2" name="contour_17180"/>
          <p:cNvSpPr/>
          <p:nvPr/>
        </p:nvSpPr>
        <p:spPr>
          <a:xfrm>
            <a:off x="4135378" y="437279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584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3" name="contour_17181"/>
          <p:cNvSpPr/>
          <p:nvPr/>
        </p:nvSpPr>
        <p:spPr>
          <a:xfrm>
            <a:off x="6657023" y="436550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2445"/>
                </a:lnTo>
                <a:lnTo>
                  <a:pt x="15405" y="4890"/>
                </a:lnTo>
                <a:lnTo>
                  <a:pt x="16632" y="7344"/>
                </a:lnTo>
                <a:lnTo>
                  <a:pt x="17863" y="9806"/>
                </a:lnTo>
                <a:lnTo>
                  <a:pt x="19103" y="12282"/>
                </a:lnTo>
                <a:lnTo>
                  <a:pt x="20347" y="14770"/>
                </a:lnTo>
                <a:lnTo>
                  <a:pt x="21600" y="17280"/>
                </a:lnTo>
                <a:lnTo>
                  <a:pt x="20663" y="17747"/>
                </a:lnTo>
                <a:lnTo>
                  <a:pt x="19453" y="18356"/>
                </a:lnTo>
                <a:lnTo>
                  <a:pt x="17155" y="19505"/>
                </a:lnTo>
                <a:lnTo>
                  <a:pt x="12960" y="21600"/>
                </a:lnTo>
                <a:lnTo>
                  <a:pt x="9975" y="19872"/>
                </a:lnTo>
                <a:lnTo>
                  <a:pt x="7802" y="18580"/>
                </a:lnTo>
                <a:lnTo>
                  <a:pt x="6074" y="17483"/>
                </a:lnTo>
                <a:lnTo>
                  <a:pt x="4441" y="16338"/>
                </a:lnTo>
                <a:lnTo>
                  <a:pt x="2536" y="14913"/>
                </a:lnTo>
                <a:lnTo>
                  <a:pt x="0" y="12960"/>
                </a:lnTo>
                <a:lnTo>
                  <a:pt x="2138" y="10822"/>
                </a:lnTo>
                <a:lnTo>
                  <a:pt x="4281" y="8679"/>
                </a:lnTo>
                <a:lnTo>
                  <a:pt x="6432" y="6528"/>
                </a:lnTo>
                <a:lnTo>
                  <a:pt x="8592" y="4368"/>
                </a:lnTo>
                <a:lnTo>
                  <a:pt x="10765" y="2195"/>
                </a:lnTo>
                <a:lnTo>
                  <a:pt x="12960" y="0"/>
                </a:lnTo>
                <a:close/>
              </a:path>
            </a:pathLst>
          </a:custGeom>
          <a:solidFill>
            <a:srgbClr val="BED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4" name="contour_17182"/>
          <p:cNvSpPr/>
          <p:nvPr/>
        </p:nvSpPr>
        <p:spPr>
          <a:xfrm>
            <a:off x="4747569" y="433635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2138"/>
                </a:lnTo>
                <a:lnTo>
                  <a:pt x="2678" y="4285"/>
                </a:lnTo>
                <a:lnTo>
                  <a:pt x="4034" y="6450"/>
                </a:lnTo>
                <a:lnTo>
                  <a:pt x="5400" y="8640"/>
                </a:lnTo>
                <a:lnTo>
                  <a:pt x="9580" y="8899"/>
                </a:lnTo>
                <a:lnTo>
                  <a:pt x="12512" y="9029"/>
                </a:lnTo>
                <a:lnTo>
                  <a:pt x="14974" y="9029"/>
                </a:lnTo>
                <a:lnTo>
                  <a:pt x="17744" y="8899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8112" y="18433"/>
                </a:lnTo>
                <a:lnTo>
                  <a:pt x="14602" y="19315"/>
                </a:lnTo>
                <a:lnTo>
                  <a:pt x="11048" y="19997"/>
                </a:lnTo>
                <a:lnTo>
                  <a:pt x="7436" y="20559"/>
                </a:lnTo>
                <a:lnTo>
                  <a:pt x="3758" y="21069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D3E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5" name="contour_17183"/>
          <p:cNvSpPr/>
          <p:nvPr/>
        </p:nvSpPr>
        <p:spPr>
          <a:xfrm>
            <a:off x="4645537" y="4349670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404" y="21001"/>
                </a:lnTo>
                <a:lnTo>
                  <a:pt x="17208" y="20375"/>
                </a:lnTo>
                <a:lnTo>
                  <a:pt x="15016" y="19721"/>
                </a:lnTo>
                <a:lnTo>
                  <a:pt x="12823" y="19047"/>
                </a:lnTo>
                <a:lnTo>
                  <a:pt x="10375" y="18332"/>
                </a:lnTo>
                <a:lnTo>
                  <a:pt x="7888" y="17611"/>
                </a:lnTo>
                <a:lnTo>
                  <a:pt x="5371" y="15868"/>
                </a:lnTo>
                <a:lnTo>
                  <a:pt x="3838" y="14262"/>
                </a:lnTo>
                <a:lnTo>
                  <a:pt x="2664" y="11852"/>
                </a:lnTo>
                <a:lnTo>
                  <a:pt x="1224" y="7720"/>
                </a:lnTo>
                <a:lnTo>
                  <a:pt x="619" y="4472"/>
                </a:lnTo>
                <a:lnTo>
                  <a:pt x="0" y="1178"/>
                </a:lnTo>
                <a:close/>
              </a:path>
            </a:pathLst>
          </a:custGeom>
          <a:solidFill>
            <a:srgbClr val="1013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6" name="contour_17184"/>
          <p:cNvSpPr/>
          <p:nvPr/>
        </p:nvSpPr>
        <p:spPr>
          <a:xfrm>
            <a:off x="5396200" y="4322420"/>
            <a:ext cx="51016" cy="212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15"/>
                </a:moveTo>
                <a:lnTo>
                  <a:pt x="11966" y="1009"/>
                </a:lnTo>
                <a:lnTo>
                  <a:pt x="13904" y="2047"/>
                </a:lnTo>
                <a:lnTo>
                  <a:pt x="15833" y="3138"/>
                </a:lnTo>
                <a:lnTo>
                  <a:pt x="17758" y="4287"/>
                </a:lnTo>
                <a:lnTo>
                  <a:pt x="19681" y="5496"/>
                </a:lnTo>
                <a:lnTo>
                  <a:pt x="21600" y="6765"/>
                </a:lnTo>
                <a:lnTo>
                  <a:pt x="19949" y="10118"/>
                </a:lnTo>
                <a:lnTo>
                  <a:pt x="18687" y="12573"/>
                </a:lnTo>
                <a:lnTo>
                  <a:pt x="17552" y="14531"/>
                </a:lnTo>
                <a:lnTo>
                  <a:pt x="16286" y="16415"/>
                </a:lnTo>
                <a:lnTo>
                  <a:pt x="14636" y="18633"/>
                </a:lnTo>
                <a:lnTo>
                  <a:pt x="12343" y="21600"/>
                </a:lnTo>
                <a:lnTo>
                  <a:pt x="10161" y="20984"/>
                </a:lnTo>
                <a:lnTo>
                  <a:pt x="8100" y="20079"/>
                </a:lnTo>
                <a:lnTo>
                  <a:pt x="6104" y="18900"/>
                </a:lnTo>
                <a:lnTo>
                  <a:pt x="4126" y="17505"/>
                </a:lnTo>
                <a:lnTo>
                  <a:pt x="2108" y="15918"/>
                </a:lnTo>
                <a:lnTo>
                  <a:pt x="0" y="14182"/>
                </a:lnTo>
                <a:lnTo>
                  <a:pt x="1361" y="9376"/>
                </a:lnTo>
                <a:lnTo>
                  <a:pt x="2669" y="5578"/>
                </a:lnTo>
                <a:lnTo>
                  <a:pt x="4058" y="2767"/>
                </a:lnTo>
                <a:lnTo>
                  <a:pt x="5659" y="912"/>
                </a:lnTo>
                <a:lnTo>
                  <a:pt x="7600" y="0"/>
                </a:lnTo>
                <a:lnTo>
                  <a:pt x="10016" y="15"/>
                </a:lnTo>
                <a:close/>
              </a:path>
            </a:pathLst>
          </a:custGeom>
          <a:solidFill>
            <a:srgbClr val="E6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7" name="contour_17185"/>
          <p:cNvSpPr/>
          <p:nvPr/>
        </p:nvSpPr>
        <p:spPr>
          <a:xfrm>
            <a:off x="2087452" y="4299915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635" y="1987"/>
                </a:lnTo>
                <a:lnTo>
                  <a:pt x="16816" y="3971"/>
                </a:lnTo>
                <a:lnTo>
                  <a:pt x="17939" y="5965"/>
                </a:lnTo>
                <a:lnTo>
                  <a:pt x="18986" y="7992"/>
                </a:lnTo>
                <a:lnTo>
                  <a:pt x="19951" y="10062"/>
                </a:lnTo>
                <a:lnTo>
                  <a:pt x="20826" y="12193"/>
                </a:lnTo>
                <a:lnTo>
                  <a:pt x="21600" y="14400"/>
                </a:lnTo>
                <a:lnTo>
                  <a:pt x="20221" y="17168"/>
                </a:lnTo>
                <a:lnTo>
                  <a:pt x="19012" y="18842"/>
                </a:lnTo>
                <a:lnTo>
                  <a:pt x="17298" y="20095"/>
                </a:lnTo>
                <a:lnTo>
                  <a:pt x="14400" y="21600"/>
                </a:lnTo>
                <a:lnTo>
                  <a:pt x="11876" y="21265"/>
                </a:lnTo>
                <a:lnTo>
                  <a:pt x="9472" y="20801"/>
                </a:lnTo>
                <a:lnTo>
                  <a:pt x="7132" y="20228"/>
                </a:lnTo>
                <a:lnTo>
                  <a:pt x="4806" y="19559"/>
                </a:lnTo>
                <a:lnTo>
                  <a:pt x="2448" y="18810"/>
                </a:lnTo>
                <a:lnTo>
                  <a:pt x="0" y="18000"/>
                </a:lnTo>
                <a:lnTo>
                  <a:pt x="781" y="17932"/>
                </a:lnTo>
                <a:lnTo>
                  <a:pt x="3150" y="17719"/>
                </a:lnTo>
                <a:lnTo>
                  <a:pt x="5584" y="17323"/>
                </a:lnTo>
                <a:lnTo>
                  <a:pt x="7852" y="16866"/>
                </a:lnTo>
                <a:lnTo>
                  <a:pt x="10033" y="16272"/>
                </a:lnTo>
                <a:lnTo>
                  <a:pt x="12190" y="15476"/>
                </a:lnTo>
                <a:lnTo>
                  <a:pt x="14400" y="14400"/>
                </a:lnTo>
                <a:lnTo>
                  <a:pt x="14951" y="11902"/>
                </a:lnTo>
                <a:lnTo>
                  <a:pt x="15199" y="9565"/>
                </a:lnTo>
                <a:lnTo>
                  <a:pt x="15210" y="7301"/>
                </a:lnTo>
                <a:lnTo>
                  <a:pt x="15037" y="5015"/>
                </a:lnTo>
                <a:lnTo>
                  <a:pt x="14746" y="2610"/>
                </a:lnTo>
                <a:lnTo>
                  <a:pt x="14400" y="0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8" name="contour_17186"/>
          <p:cNvSpPr/>
          <p:nvPr/>
        </p:nvSpPr>
        <p:spPr>
          <a:xfrm>
            <a:off x="4893329" y="430720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6A3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89" name="contour_17187"/>
          <p:cNvSpPr/>
          <p:nvPr/>
        </p:nvSpPr>
        <p:spPr>
          <a:xfrm>
            <a:off x="11321338" y="430720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DAD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0" name="contour_17188"/>
          <p:cNvSpPr/>
          <p:nvPr/>
        </p:nvSpPr>
        <p:spPr>
          <a:xfrm>
            <a:off x="11365065" y="428533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5C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1" name="contour_17189"/>
          <p:cNvSpPr/>
          <p:nvPr/>
        </p:nvSpPr>
        <p:spPr>
          <a:xfrm>
            <a:off x="7742934" y="428533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677" y="674"/>
                </a:lnTo>
                <a:lnTo>
                  <a:pt x="17479" y="1348"/>
                </a:lnTo>
                <a:lnTo>
                  <a:pt x="19185" y="2428"/>
                </a:lnTo>
                <a:lnTo>
                  <a:pt x="21600" y="4320"/>
                </a:lnTo>
                <a:lnTo>
                  <a:pt x="21211" y="7327"/>
                </a:lnTo>
                <a:lnTo>
                  <a:pt x="20650" y="10217"/>
                </a:lnTo>
                <a:lnTo>
                  <a:pt x="19941" y="13042"/>
                </a:lnTo>
                <a:lnTo>
                  <a:pt x="19125" y="15846"/>
                </a:lnTo>
                <a:lnTo>
                  <a:pt x="18226" y="18684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2009" y="16610"/>
                </a:lnTo>
                <a:lnTo>
                  <a:pt x="4052" y="15932"/>
                </a:lnTo>
                <a:lnTo>
                  <a:pt x="6808" y="13811"/>
                </a:lnTo>
                <a:lnTo>
                  <a:pt x="8796" y="11556"/>
                </a:lnTo>
                <a:lnTo>
                  <a:pt x="10208" y="9107"/>
                </a:lnTo>
                <a:lnTo>
                  <a:pt x="11241" y="6407"/>
                </a:lnTo>
                <a:lnTo>
                  <a:pt x="12092" y="3391"/>
                </a:lnTo>
                <a:lnTo>
                  <a:pt x="12960" y="0"/>
                </a:lnTo>
                <a:close/>
              </a:path>
            </a:pathLst>
          </a:custGeom>
          <a:solidFill>
            <a:srgbClr val="E5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2" name="contour_17190"/>
          <p:cNvSpPr/>
          <p:nvPr/>
        </p:nvSpPr>
        <p:spPr>
          <a:xfrm>
            <a:off x="4324866" y="4270763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218" y="0"/>
                </a:moveTo>
                <a:lnTo>
                  <a:pt x="21473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473" y="12020"/>
                </a:lnTo>
                <a:lnTo>
                  <a:pt x="21218" y="16200"/>
                </a:lnTo>
                <a:lnTo>
                  <a:pt x="19147" y="18749"/>
                </a:lnTo>
                <a:lnTo>
                  <a:pt x="17573" y="20164"/>
                </a:lnTo>
                <a:lnTo>
                  <a:pt x="15697" y="20947"/>
                </a:lnTo>
                <a:lnTo>
                  <a:pt x="12731" y="21600"/>
                </a:lnTo>
                <a:lnTo>
                  <a:pt x="9799" y="19440"/>
                </a:lnTo>
                <a:lnTo>
                  <a:pt x="7664" y="17825"/>
                </a:lnTo>
                <a:lnTo>
                  <a:pt x="5967" y="16454"/>
                </a:lnTo>
                <a:lnTo>
                  <a:pt x="4362" y="15023"/>
                </a:lnTo>
                <a:lnTo>
                  <a:pt x="2491" y="13241"/>
                </a:lnTo>
                <a:lnTo>
                  <a:pt x="0" y="10800"/>
                </a:lnTo>
                <a:lnTo>
                  <a:pt x="2627" y="9461"/>
                </a:lnTo>
                <a:lnTo>
                  <a:pt x="5254" y="8127"/>
                </a:lnTo>
                <a:lnTo>
                  <a:pt x="7889" y="6782"/>
                </a:lnTo>
                <a:lnTo>
                  <a:pt x="10528" y="5443"/>
                </a:lnTo>
                <a:lnTo>
                  <a:pt x="13181" y="4093"/>
                </a:lnTo>
                <a:lnTo>
                  <a:pt x="15846" y="2738"/>
                </a:lnTo>
                <a:lnTo>
                  <a:pt x="18523" y="1372"/>
                </a:lnTo>
                <a:lnTo>
                  <a:pt x="21218" y="0"/>
                </a:lnTo>
                <a:close/>
              </a:path>
            </a:pathLst>
          </a:custGeom>
          <a:solidFill>
            <a:srgbClr val="2728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3" name="contour_17191"/>
          <p:cNvSpPr/>
          <p:nvPr/>
        </p:nvSpPr>
        <p:spPr>
          <a:xfrm>
            <a:off x="4754857" y="4257040"/>
            <a:ext cx="35974" cy="280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598" y="3894"/>
                </a:moveTo>
                <a:lnTo>
                  <a:pt x="20488" y="7850"/>
                </a:lnTo>
                <a:lnTo>
                  <a:pt x="21403" y="10551"/>
                </a:lnTo>
                <a:lnTo>
                  <a:pt x="21600" y="13257"/>
                </a:lnTo>
                <a:lnTo>
                  <a:pt x="21333" y="17207"/>
                </a:lnTo>
                <a:lnTo>
                  <a:pt x="18484" y="20407"/>
                </a:lnTo>
                <a:lnTo>
                  <a:pt x="16393" y="21544"/>
                </a:lnTo>
                <a:lnTo>
                  <a:pt x="13281" y="21600"/>
                </a:lnTo>
                <a:lnTo>
                  <a:pt x="8805" y="20423"/>
                </a:lnTo>
                <a:lnTo>
                  <a:pt x="5877" y="19549"/>
                </a:lnTo>
                <a:lnTo>
                  <a:pt x="3860" y="18726"/>
                </a:lnTo>
                <a:lnTo>
                  <a:pt x="2114" y="17678"/>
                </a:lnTo>
                <a:lnTo>
                  <a:pt x="0" y="16154"/>
                </a:lnTo>
                <a:lnTo>
                  <a:pt x="0" y="12456"/>
                </a:lnTo>
                <a:lnTo>
                  <a:pt x="0" y="8724"/>
                </a:lnTo>
                <a:lnTo>
                  <a:pt x="0" y="4948"/>
                </a:lnTo>
                <a:lnTo>
                  <a:pt x="3549" y="2544"/>
                </a:lnTo>
                <a:lnTo>
                  <a:pt x="6577" y="846"/>
                </a:lnTo>
                <a:lnTo>
                  <a:pt x="9347" y="0"/>
                </a:lnTo>
                <a:lnTo>
                  <a:pt x="12108" y="134"/>
                </a:lnTo>
                <a:lnTo>
                  <a:pt x="15106" y="1390"/>
                </a:lnTo>
                <a:lnTo>
                  <a:pt x="18598" y="3894"/>
                </a:lnTo>
                <a:close/>
              </a:path>
            </a:pathLst>
          </a:custGeom>
          <a:solidFill>
            <a:srgbClr val="787A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4" name="contour_17192"/>
          <p:cNvSpPr/>
          <p:nvPr/>
        </p:nvSpPr>
        <p:spPr>
          <a:xfrm>
            <a:off x="1868813" y="4257207"/>
            <a:ext cx="36440" cy="354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822"/>
                </a:moveTo>
                <a:lnTo>
                  <a:pt x="20140" y="6133"/>
                </a:lnTo>
                <a:lnTo>
                  <a:pt x="18662" y="8427"/>
                </a:lnTo>
                <a:lnTo>
                  <a:pt x="17168" y="10711"/>
                </a:lnTo>
                <a:lnTo>
                  <a:pt x="15660" y="12987"/>
                </a:lnTo>
                <a:lnTo>
                  <a:pt x="14826" y="14271"/>
                </a:lnTo>
                <a:lnTo>
                  <a:pt x="12321" y="18147"/>
                </a:lnTo>
                <a:lnTo>
                  <a:pt x="10493" y="19862"/>
                </a:lnTo>
                <a:lnTo>
                  <a:pt x="8640" y="21600"/>
                </a:lnTo>
                <a:lnTo>
                  <a:pt x="5828" y="20582"/>
                </a:lnTo>
                <a:lnTo>
                  <a:pt x="3987" y="19782"/>
                </a:lnTo>
                <a:lnTo>
                  <a:pt x="2316" y="18778"/>
                </a:lnTo>
                <a:lnTo>
                  <a:pt x="0" y="17156"/>
                </a:lnTo>
                <a:lnTo>
                  <a:pt x="1344" y="11929"/>
                </a:lnTo>
                <a:lnTo>
                  <a:pt x="2398" y="8302"/>
                </a:lnTo>
                <a:lnTo>
                  <a:pt x="3396" y="5804"/>
                </a:lnTo>
                <a:lnTo>
                  <a:pt x="4571" y="3982"/>
                </a:lnTo>
                <a:lnTo>
                  <a:pt x="6152" y="2364"/>
                </a:lnTo>
                <a:lnTo>
                  <a:pt x="8372" y="489"/>
                </a:lnTo>
                <a:lnTo>
                  <a:pt x="11521" y="0"/>
                </a:lnTo>
                <a:lnTo>
                  <a:pt x="14092" y="196"/>
                </a:lnTo>
                <a:lnTo>
                  <a:pt x="16407" y="964"/>
                </a:lnTo>
                <a:lnTo>
                  <a:pt x="18801" y="2204"/>
                </a:lnTo>
                <a:lnTo>
                  <a:pt x="21600" y="3822"/>
                </a:lnTo>
                <a:close/>
              </a:path>
            </a:pathLst>
          </a:custGeom>
          <a:solidFill>
            <a:srgbClr val="7567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5" name="contour_17193"/>
          <p:cNvSpPr/>
          <p:nvPr/>
        </p:nvSpPr>
        <p:spPr>
          <a:xfrm>
            <a:off x="1795933" y="4248899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854" y="3668"/>
                </a:lnTo>
                <a:lnTo>
                  <a:pt x="10541" y="6653"/>
                </a:lnTo>
                <a:lnTo>
                  <a:pt x="14191" y="9086"/>
                </a:lnTo>
                <a:lnTo>
                  <a:pt x="16934" y="11102"/>
                </a:lnTo>
                <a:lnTo>
                  <a:pt x="18900" y="12823"/>
                </a:lnTo>
                <a:lnTo>
                  <a:pt x="20218" y="14386"/>
                </a:lnTo>
                <a:lnTo>
                  <a:pt x="21017" y="15912"/>
                </a:lnTo>
                <a:lnTo>
                  <a:pt x="21427" y="17539"/>
                </a:lnTo>
                <a:lnTo>
                  <a:pt x="21578" y="19390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6E5D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6" name="contour_17194"/>
          <p:cNvSpPr/>
          <p:nvPr/>
        </p:nvSpPr>
        <p:spPr>
          <a:xfrm>
            <a:off x="4040634" y="4240897"/>
            <a:ext cx="43728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126"/>
                </a:lnTo>
                <a:lnTo>
                  <a:pt x="12823" y="244"/>
                </a:lnTo>
                <a:lnTo>
                  <a:pt x="14062" y="293"/>
                </a:lnTo>
                <a:lnTo>
                  <a:pt x="17788" y="432"/>
                </a:lnTo>
                <a:lnTo>
                  <a:pt x="19681" y="558"/>
                </a:lnTo>
                <a:lnTo>
                  <a:pt x="21600" y="683"/>
                </a:lnTo>
                <a:lnTo>
                  <a:pt x="21074" y="2217"/>
                </a:lnTo>
                <a:lnTo>
                  <a:pt x="20542" y="3758"/>
                </a:lnTo>
                <a:lnTo>
                  <a:pt x="19811" y="5892"/>
                </a:lnTo>
                <a:lnTo>
                  <a:pt x="18677" y="9182"/>
                </a:lnTo>
                <a:lnTo>
                  <a:pt x="16938" y="14230"/>
                </a:lnTo>
                <a:lnTo>
                  <a:pt x="14400" y="21600"/>
                </a:lnTo>
                <a:lnTo>
                  <a:pt x="12366" y="19627"/>
                </a:lnTo>
                <a:lnTo>
                  <a:pt x="10325" y="17654"/>
                </a:lnTo>
                <a:lnTo>
                  <a:pt x="8280" y="15674"/>
                </a:lnTo>
                <a:lnTo>
                  <a:pt x="6228" y="13687"/>
                </a:lnTo>
                <a:lnTo>
                  <a:pt x="4165" y="11692"/>
                </a:lnTo>
                <a:lnTo>
                  <a:pt x="2092" y="9684"/>
                </a:lnTo>
                <a:lnTo>
                  <a:pt x="0" y="7656"/>
                </a:lnTo>
                <a:lnTo>
                  <a:pt x="2149" y="3619"/>
                </a:lnTo>
                <a:lnTo>
                  <a:pt x="3686" y="1471"/>
                </a:lnTo>
                <a:lnTo>
                  <a:pt x="5353" y="509"/>
                </a:lnTo>
                <a:lnTo>
                  <a:pt x="7888" y="0"/>
                </a:lnTo>
                <a:close/>
              </a:path>
            </a:pathLst>
          </a:custGeom>
          <a:solidFill>
            <a:srgbClr val="BE95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7" name="contour_17195"/>
          <p:cNvSpPr/>
          <p:nvPr/>
        </p:nvSpPr>
        <p:spPr>
          <a:xfrm>
            <a:off x="7371246" y="4205171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81" y="553"/>
                </a:lnTo>
                <a:lnTo>
                  <a:pt x="8686" y="1054"/>
                </a:lnTo>
                <a:lnTo>
                  <a:pt x="11800" y="1711"/>
                </a:lnTo>
                <a:lnTo>
                  <a:pt x="15406" y="2730"/>
                </a:lnTo>
                <a:lnTo>
                  <a:pt x="20487" y="4320"/>
                </a:lnTo>
                <a:lnTo>
                  <a:pt x="21252" y="7279"/>
                </a:lnTo>
                <a:lnTo>
                  <a:pt x="21593" y="10113"/>
                </a:lnTo>
                <a:lnTo>
                  <a:pt x="21600" y="12887"/>
                </a:lnTo>
                <a:lnTo>
                  <a:pt x="21361" y="15677"/>
                </a:lnTo>
                <a:lnTo>
                  <a:pt x="20958" y="18559"/>
                </a:lnTo>
                <a:lnTo>
                  <a:pt x="20487" y="21600"/>
                </a:lnTo>
                <a:lnTo>
                  <a:pt x="15973" y="21600"/>
                </a:lnTo>
                <a:lnTo>
                  <a:pt x="11432" y="21600"/>
                </a:lnTo>
                <a:lnTo>
                  <a:pt x="6829" y="21600"/>
                </a:lnTo>
                <a:lnTo>
                  <a:pt x="5170" y="18775"/>
                </a:lnTo>
                <a:lnTo>
                  <a:pt x="4172" y="16705"/>
                </a:lnTo>
                <a:lnTo>
                  <a:pt x="3435" y="14386"/>
                </a:lnTo>
                <a:lnTo>
                  <a:pt x="2561" y="10800"/>
                </a:lnTo>
                <a:lnTo>
                  <a:pt x="1789" y="7785"/>
                </a:lnTo>
                <a:lnTo>
                  <a:pt x="1011" y="4726"/>
                </a:lnTo>
                <a:lnTo>
                  <a:pt x="758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7562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8" name="contour_17196"/>
          <p:cNvSpPr/>
          <p:nvPr/>
        </p:nvSpPr>
        <p:spPr>
          <a:xfrm>
            <a:off x="6795495" y="422703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853"/>
                </a:lnTo>
                <a:lnTo>
                  <a:pt x="15865" y="1561"/>
                </a:lnTo>
                <a:lnTo>
                  <a:pt x="17507" y="2381"/>
                </a:lnTo>
                <a:lnTo>
                  <a:pt x="19246" y="3575"/>
                </a:lnTo>
                <a:lnTo>
                  <a:pt x="21600" y="5400"/>
                </a:lnTo>
                <a:lnTo>
                  <a:pt x="19966" y="8424"/>
                </a:lnTo>
                <a:lnTo>
                  <a:pt x="18310" y="11335"/>
                </a:lnTo>
                <a:lnTo>
                  <a:pt x="16596" y="14116"/>
                </a:lnTo>
                <a:lnTo>
                  <a:pt x="14796" y="16767"/>
                </a:lnTo>
                <a:lnTo>
                  <a:pt x="12877" y="19262"/>
                </a:lnTo>
                <a:lnTo>
                  <a:pt x="10800" y="21600"/>
                </a:lnTo>
                <a:lnTo>
                  <a:pt x="7798" y="20747"/>
                </a:lnTo>
                <a:lnTo>
                  <a:pt x="5735" y="20039"/>
                </a:lnTo>
                <a:lnTo>
                  <a:pt x="4093" y="19219"/>
                </a:lnTo>
                <a:lnTo>
                  <a:pt x="2354" y="18025"/>
                </a:lnTo>
                <a:lnTo>
                  <a:pt x="0" y="16200"/>
                </a:lnTo>
                <a:lnTo>
                  <a:pt x="1634" y="13176"/>
                </a:lnTo>
                <a:lnTo>
                  <a:pt x="3290" y="10265"/>
                </a:lnTo>
                <a:lnTo>
                  <a:pt x="5004" y="7484"/>
                </a:lnTo>
                <a:lnTo>
                  <a:pt x="6804" y="4833"/>
                </a:lnTo>
                <a:lnTo>
                  <a:pt x="8723" y="2338"/>
                </a:lnTo>
                <a:lnTo>
                  <a:pt x="10800" y="0"/>
                </a:lnTo>
                <a:close/>
              </a:path>
            </a:pathLst>
          </a:custGeom>
          <a:solidFill>
            <a:srgbClr val="B8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199" name="contour_17197"/>
          <p:cNvSpPr/>
          <p:nvPr/>
        </p:nvSpPr>
        <p:spPr>
          <a:xfrm>
            <a:off x="4528929" y="421974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3208"/>
                </a:lnTo>
                <a:lnTo>
                  <a:pt x="19429" y="6426"/>
                </a:lnTo>
                <a:lnTo>
                  <a:pt x="20146" y="9655"/>
                </a:lnTo>
                <a:lnTo>
                  <a:pt x="20869" y="12911"/>
                </a:lnTo>
                <a:lnTo>
                  <a:pt x="21600" y="16200"/>
                </a:lnTo>
                <a:lnTo>
                  <a:pt x="19246" y="18025"/>
                </a:lnTo>
                <a:lnTo>
                  <a:pt x="17507" y="19219"/>
                </a:lnTo>
                <a:lnTo>
                  <a:pt x="15865" y="20039"/>
                </a:lnTo>
                <a:lnTo>
                  <a:pt x="13802" y="20747"/>
                </a:lnTo>
                <a:lnTo>
                  <a:pt x="10800" y="21600"/>
                </a:lnTo>
                <a:lnTo>
                  <a:pt x="8694" y="19224"/>
                </a:lnTo>
                <a:lnTo>
                  <a:pt x="6800" y="16740"/>
                </a:lnTo>
                <a:lnTo>
                  <a:pt x="5054" y="14132"/>
                </a:lnTo>
                <a:lnTo>
                  <a:pt x="3384" y="11383"/>
                </a:lnTo>
                <a:lnTo>
                  <a:pt x="1721" y="8478"/>
                </a:lnTo>
                <a:lnTo>
                  <a:pt x="0" y="5400"/>
                </a:lnTo>
                <a:lnTo>
                  <a:pt x="2228" y="4730"/>
                </a:lnTo>
                <a:lnTo>
                  <a:pt x="4457" y="4061"/>
                </a:lnTo>
                <a:lnTo>
                  <a:pt x="6692" y="3391"/>
                </a:lnTo>
                <a:lnTo>
                  <a:pt x="8932" y="2722"/>
                </a:lnTo>
                <a:lnTo>
                  <a:pt x="11182" y="2047"/>
                </a:lnTo>
                <a:lnTo>
                  <a:pt x="13442" y="1366"/>
                </a:lnTo>
                <a:lnTo>
                  <a:pt x="15714" y="686"/>
                </a:lnTo>
                <a:lnTo>
                  <a:pt x="18000" y="0"/>
                </a:lnTo>
                <a:close/>
              </a:path>
            </a:pathLst>
          </a:custGeom>
          <a:solidFill>
            <a:srgbClr val="3E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0" name="contour_17198"/>
          <p:cNvSpPr/>
          <p:nvPr/>
        </p:nvSpPr>
        <p:spPr>
          <a:xfrm>
            <a:off x="1169165" y="4219747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34"/>
                </a:lnTo>
                <a:lnTo>
                  <a:pt x="11826" y="2074"/>
                </a:lnTo>
                <a:lnTo>
                  <a:pt x="15055" y="3113"/>
                </a:lnTo>
                <a:lnTo>
                  <a:pt x="18311" y="4163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891" y="17447"/>
                </a:lnTo>
                <a:lnTo>
                  <a:pt x="1782" y="13994"/>
                </a:lnTo>
                <a:lnTo>
                  <a:pt x="2678" y="10526"/>
                </a:lnTo>
                <a:lnTo>
                  <a:pt x="3580" y="7042"/>
                </a:lnTo>
                <a:lnTo>
                  <a:pt x="4487" y="3536"/>
                </a:lnTo>
                <a:lnTo>
                  <a:pt x="5400" y="0"/>
                </a:lnTo>
                <a:close/>
              </a:path>
            </a:pathLst>
          </a:custGeom>
          <a:solidFill>
            <a:srgbClr val="F9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1" name="contour_17199"/>
          <p:cNvSpPr/>
          <p:nvPr/>
        </p:nvSpPr>
        <p:spPr>
          <a:xfrm>
            <a:off x="10104243" y="4205171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491"/>
                </a:lnTo>
                <a:lnTo>
                  <a:pt x="7105" y="1059"/>
                </a:lnTo>
                <a:lnTo>
                  <a:pt x="10562" y="1757"/>
                </a:lnTo>
                <a:lnTo>
                  <a:pt x="13968" y="2641"/>
                </a:lnTo>
                <a:lnTo>
                  <a:pt x="17332" y="3757"/>
                </a:lnTo>
                <a:lnTo>
                  <a:pt x="20670" y="5167"/>
                </a:lnTo>
                <a:lnTo>
                  <a:pt x="21290" y="9167"/>
                </a:lnTo>
                <a:lnTo>
                  <a:pt x="21600" y="11973"/>
                </a:lnTo>
                <a:lnTo>
                  <a:pt x="21600" y="14329"/>
                </a:lnTo>
                <a:lnTo>
                  <a:pt x="21290" y="16980"/>
                </a:lnTo>
                <a:lnTo>
                  <a:pt x="20670" y="20670"/>
                </a:lnTo>
                <a:lnTo>
                  <a:pt x="16980" y="21290"/>
                </a:lnTo>
                <a:lnTo>
                  <a:pt x="14329" y="21600"/>
                </a:lnTo>
                <a:lnTo>
                  <a:pt x="11973" y="21600"/>
                </a:lnTo>
                <a:lnTo>
                  <a:pt x="9167" y="21290"/>
                </a:lnTo>
                <a:lnTo>
                  <a:pt x="5167" y="20670"/>
                </a:lnTo>
                <a:lnTo>
                  <a:pt x="3757" y="17332"/>
                </a:lnTo>
                <a:lnTo>
                  <a:pt x="2641" y="13968"/>
                </a:lnTo>
                <a:lnTo>
                  <a:pt x="1757" y="10562"/>
                </a:lnTo>
                <a:lnTo>
                  <a:pt x="1059" y="7105"/>
                </a:lnTo>
                <a:lnTo>
                  <a:pt x="491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E4A2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2" name="contour_17200"/>
          <p:cNvSpPr/>
          <p:nvPr/>
        </p:nvSpPr>
        <p:spPr>
          <a:xfrm>
            <a:off x="7269214" y="419059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8640" y="3569"/>
                </a:lnTo>
                <a:lnTo>
                  <a:pt x="8640" y="7160"/>
                </a:lnTo>
                <a:lnTo>
                  <a:pt x="8640" y="10800"/>
                </a:lnTo>
                <a:lnTo>
                  <a:pt x="11854" y="12463"/>
                </a:lnTo>
                <a:lnTo>
                  <a:pt x="14135" y="13576"/>
                </a:lnTo>
                <a:lnTo>
                  <a:pt x="16105" y="14396"/>
                </a:lnTo>
                <a:lnTo>
                  <a:pt x="18386" y="15185"/>
                </a:lnTo>
                <a:lnTo>
                  <a:pt x="21600" y="16200"/>
                </a:lnTo>
                <a:lnTo>
                  <a:pt x="18749" y="17091"/>
                </a:lnTo>
                <a:lnTo>
                  <a:pt x="15893" y="17982"/>
                </a:lnTo>
                <a:lnTo>
                  <a:pt x="13025" y="18878"/>
                </a:lnTo>
                <a:lnTo>
                  <a:pt x="10143" y="19780"/>
                </a:lnTo>
                <a:lnTo>
                  <a:pt x="7245" y="20687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383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3" name="contour_17201"/>
          <p:cNvSpPr/>
          <p:nvPr/>
        </p:nvSpPr>
        <p:spPr>
          <a:xfrm>
            <a:off x="790190" y="416873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015"/>
                </a:lnTo>
                <a:lnTo>
                  <a:pt x="14524" y="1804"/>
                </a:lnTo>
                <a:lnTo>
                  <a:pt x="16494" y="2624"/>
                </a:lnTo>
                <a:lnTo>
                  <a:pt x="18645" y="3737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2108" y="7403"/>
                </a:lnTo>
                <a:lnTo>
                  <a:pt x="3711" y="5146"/>
                </a:lnTo>
                <a:lnTo>
                  <a:pt x="5616" y="3019"/>
                </a:lnTo>
                <a:lnTo>
                  <a:pt x="8640" y="0"/>
                </a:lnTo>
                <a:close/>
              </a:path>
            </a:pathLst>
          </a:custGeom>
          <a:solidFill>
            <a:srgbClr val="AAC3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4" name="contour_17202"/>
          <p:cNvSpPr/>
          <p:nvPr/>
        </p:nvSpPr>
        <p:spPr>
          <a:xfrm>
            <a:off x="1227469" y="415415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37C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5" name="contour_17203"/>
          <p:cNvSpPr/>
          <p:nvPr/>
        </p:nvSpPr>
        <p:spPr>
          <a:xfrm>
            <a:off x="4208258" y="4103139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446"/>
                </a:lnTo>
                <a:lnTo>
                  <a:pt x="6823" y="828"/>
                </a:lnTo>
                <a:lnTo>
                  <a:pt x="8260" y="1310"/>
                </a:lnTo>
                <a:lnTo>
                  <a:pt x="10013" y="2030"/>
                </a:lnTo>
                <a:lnTo>
                  <a:pt x="12534" y="3154"/>
                </a:lnTo>
                <a:lnTo>
                  <a:pt x="14228" y="3881"/>
                </a:lnTo>
                <a:lnTo>
                  <a:pt x="15932" y="4622"/>
                </a:lnTo>
                <a:lnTo>
                  <a:pt x="17660" y="5371"/>
                </a:lnTo>
                <a:lnTo>
                  <a:pt x="19616" y="6278"/>
                </a:lnTo>
                <a:lnTo>
                  <a:pt x="21600" y="7200"/>
                </a:lnTo>
                <a:lnTo>
                  <a:pt x="19909" y="9763"/>
                </a:lnTo>
                <a:lnTo>
                  <a:pt x="18221" y="12190"/>
                </a:lnTo>
                <a:lnTo>
                  <a:pt x="16521" y="14465"/>
                </a:lnTo>
                <a:lnTo>
                  <a:pt x="14793" y="16567"/>
                </a:lnTo>
                <a:lnTo>
                  <a:pt x="13016" y="18468"/>
                </a:lnTo>
                <a:lnTo>
                  <a:pt x="11176" y="20153"/>
                </a:lnTo>
                <a:lnTo>
                  <a:pt x="9257" y="21600"/>
                </a:lnTo>
                <a:lnTo>
                  <a:pt x="6964" y="18907"/>
                </a:lnTo>
                <a:lnTo>
                  <a:pt x="5314" y="16870"/>
                </a:lnTo>
                <a:lnTo>
                  <a:pt x="4048" y="15077"/>
                </a:lnTo>
                <a:lnTo>
                  <a:pt x="2913" y="13133"/>
                </a:lnTo>
                <a:lnTo>
                  <a:pt x="1651" y="10642"/>
                </a:lnTo>
                <a:lnTo>
                  <a:pt x="0" y="7200"/>
                </a:lnTo>
                <a:lnTo>
                  <a:pt x="1531" y="3629"/>
                </a:lnTo>
                <a:lnTo>
                  <a:pt x="3086" y="0"/>
                </a:lnTo>
                <a:close/>
              </a:path>
            </a:pathLst>
          </a:custGeom>
          <a:solidFill>
            <a:srgbClr val="F4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6" name="contour_17204"/>
          <p:cNvSpPr/>
          <p:nvPr/>
        </p:nvSpPr>
        <p:spPr>
          <a:xfrm>
            <a:off x="6977695" y="4087251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444" y="3524"/>
                </a:lnTo>
                <a:lnTo>
                  <a:pt x="19273" y="6113"/>
                </a:lnTo>
                <a:lnTo>
                  <a:pt x="18079" y="8692"/>
                </a:lnTo>
                <a:lnTo>
                  <a:pt x="16875" y="11265"/>
                </a:lnTo>
                <a:lnTo>
                  <a:pt x="15557" y="14149"/>
                </a:lnTo>
                <a:lnTo>
                  <a:pt x="14218" y="17078"/>
                </a:lnTo>
                <a:lnTo>
                  <a:pt x="12523" y="19321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BB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7" name="contour_17205"/>
          <p:cNvSpPr/>
          <p:nvPr/>
        </p:nvSpPr>
        <p:spPr>
          <a:xfrm>
            <a:off x="7866830" y="3767892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6430"/>
                </a:lnTo>
                <a:lnTo>
                  <a:pt x="0" y="12360"/>
                </a:lnTo>
                <a:lnTo>
                  <a:pt x="0" y="8277"/>
                </a:lnTo>
                <a:lnTo>
                  <a:pt x="0" y="4159"/>
                </a:lnTo>
                <a:lnTo>
                  <a:pt x="0" y="0"/>
                </a:lnTo>
                <a:close/>
              </a:path>
            </a:pathLst>
          </a:custGeom>
          <a:solidFill>
            <a:srgbClr val="F7FA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8" name="contour_17206"/>
          <p:cNvSpPr/>
          <p:nvPr/>
        </p:nvSpPr>
        <p:spPr>
          <a:xfrm>
            <a:off x="7691918" y="364399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36" y="20268"/>
                </a:lnTo>
                <a:lnTo>
                  <a:pt x="17276" y="18922"/>
                </a:lnTo>
                <a:lnTo>
                  <a:pt x="15116" y="17575"/>
                </a:lnTo>
                <a:lnTo>
                  <a:pt x="12956" y="16214"/>
                </a:lnTo>
                <a:lnTo>
                  <a:pt x="10800" y="14846"/>
                </a:lnTo>
                <a:lnTo>
                  <a:pt x="9907" y="14285"/>
                </a:lnTo>
                <a:lnTo>
                  <a:pt x="8334" y="13306"/>
                </a:lnTo>
                <a:lnTo>
                  <a:pt x="4723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92B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09" name="contour_17207"/>
          <p:cNvSpPr/>
          <p:nvPr/>
        </p:nvSpPr>
        <p:spPr>
          <a:xfrm>
            <a:off x="10621690" y="354925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004" y="1670"/>
                </a:lnTo>
                <a:lnTo>
                  <a:pt x="10807" y="3355"/>
                </a:lnTo>
                <a:lnTo>
                  <a:pt x="12604" y="5047"/>
                </a:lnTo>
                <a:lnTo>
                  <a:pt x="14400" y="6754"/>
                </a:lnTo>
                <a:lnTo>
                  <a:pt x="16409" y="8640"/>
                </a:lnTo>
                <a:lnTo>
                  <a:pt x="18450" y="10548"/>
                </a:lnTo>
                <a:lnTo>
                  <a:pt x="20016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80" y="14465"/>
                </a:lnTo>
                <a:lnTo>
                  <a:pt x="3575" y="10879"/>
                </a:lnTo>
                <a:lnTo>
                  <a:pt x="4774" y="7279"/>
                </a:lnTo>
                <a:lnTo>
                  <a:pt x="5983" y="3658"/>
                </a:lnTo>
                <a:lnTo>
                  <a:pt x="7200" y="0"/>
                </a:lnTo>
                <a:close/>
              </a:path>
            </a:pathLst>
          </a:custGeom>
          <a:solidFill>
            <a:srgbClr val="C6E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0" name="contour_17208"/>
          <p:cNvSpPr/>
          <p:nvPr/>
        </p:nvSpPr>
        <p:spPr>
          <a:xfrm>
            <a:off x="7471966" y="3469084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CCDE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1" name="contour_17209"/>
          <p:cNvSpPr/>
          <p:nvPr/>
        </p:nvSpPr>
        <p:spPr>
          <a:xfrm>
            <a:off x="5695008" y="347637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792" y="270"/>
                </a:lnTo>
                <a:lnTo>
                  <a:pt x="12193" y="848"/>
                </a:lnTo>
                <a:lnTo>
                  <a:pt x="14490" y="1701"/>
                </a:lnTo>
                <a:lnTo>
                  <a:pt x="16769" y="2776"/>
                </a:lnTo>
                <a:lnTo>
                  <a:pt x="19109" y="4023"/>
                </a:lnTo>
                <a:lnTo>
                  <a:pt x="21600" y="5400"/>
                </a:lnTo>
                <a:lnTo>
                  <a:pt x="19926" y="7538"/>
                </a:lnTo>
                <a:lnTo>
                  <a:pt x="18245" y="9650"/>
                </a:lnTo>
                <a:lnTo>
                  <a:pt x="16549" y="11750"/>
                </a:lnTo>
                <a:lnTo>
                  <a:pt x="14850" y="13835"/>
                </a:lnTo>
                <a:lnTo>
                  <a:pt x="12967" y="16195"/>
                </a:lnTo>
                <a:lnTo>
                  <a:pt x="11052" y="18581"/>
                </a:lnTo>
                <a:lnTo>
                  <a:pt x="9140" y="20083"/>
                </a:lnTo>
                <a:lnTo>
                  <a:pt x="7200" y="21600"/>
                </a:lnTo>
                <a:lnTo>
                  <a:pt x="4792" y="20272"/>
                </a:lnTo>
                <a:lnTo>
                  <a:pt x="3240" y="19262"/>
                </a:lnTo>
                <a:lnTo>
                  <a:pt x="1868" y="18079"/>
                </a:lnTo>
                <a:lnTo>
                  <a:pt x="0" y="16200"/>
                </a:lnTo>
                <a:lnTo>
                  <a:pt x="1159" y="12609"/>
                </a:lnTo>
                <a:lnTo>
                  <a:pt x="2066" y="9979"/>
                </a:lnTo>
                <a:lnTo>
                  <a:pt x="2923" y="7852"/>
                </a:lnTo>
                <a:lnTo>
                  <a:pt x="3935" y="5778"/>
                </a:lnTo>
                <a:lnTo>
                  <a:pt x="5292" y="3310"/>
                </a:lnTo>
                <a:lnTo>
                  <a:pt x="7200" y="0"/>
                </a:lnTo>
                <a:close/>
              </a:path>
            </a:pathLst>
          </a:custGeom>
          <a:solidFill>
            <a:srgbClr val="A2A3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2" name="contour_17210"/>
          <p:cNvSpPr/>
          <p:nvPr/>
        </p:nvSpPr>
        <p:spPr>
          <a:xfrm>
            <a:off x="9645099" y="346179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33" y="894"/>
                </a:lnTo>
                <a:lnTo>
                  <a:pt x="4640" y="1810"/>
                </a:lnTo>
                <a:lnTo>
                  <a:pt x="6926" y="2773"/>
                </a:lnTo>
                <a:lnTo>
                  <a:pt x="9184" y="3784"/>
                </a:lnTo>
                <a:lnTo>
                  <a:pt x="11423" y="4864"/>
                </a:lnTo>
                <a:lnTo>
                  <a:pt x="13637" y="6026"/>
                </a:lnTo>
                <a:lnTo>
                  <a:pt x="15829" y="7279"/>
                </a:lnTo>
                <a:lnTo>
                  <a:pt x="18000" y="8640"/>
                </a:lnTo>
                <a:lnTo>
                  <a:pt x="19433" y="12113"/>
                </a:lnTo>
                <a:lnTo>
                  <a:pt x="20336" y="14524"/>
                </a:lnTo>
                <a:lnTo>
                  <a:pt x="20884" y="16494"/>
                </a:lnTo>
                <a:lnTo>
                  <a:pt x="21247" y="18645"/>
                </a:lnTo>
                <a:lnTo>
                  <a:pt x="21600" y="21600"/>
                </a:lnTo>
                <a:lnTo>
                  <a:pt x="18871" y="20205"/>
                </a:lnTo>
                <a:lnTo>
                  <a:pt x="16351" y="18805"/>
                </a:lnTo>
                <a:lnTo>
                  <a:pt x="14029" y="17366"/>
                </a:lnTo>
                <a:lnTo>
                  <a:pt x="11876" y="15850"/>
                </a:lnTo>
                <a:lnTo>
                  <a:pt x="9882" y="14226"/>
                </a:lnTo>
                <a:lnTo>
                  <a:pt x="8017" y="12446"/>
                </a:lnTo>
                <a:lnTo>
                  <a:pt x="6264" y="10480"/>
                </a:lnTo>
                <a:lnTo>
                  <a:pt x="4608" y="8290"/>
                </a:lnTo>
                <a:lnTo>
                  <a:pt x="3024" y="5836"/>
                </a:lnTo>
                <a:lnTo>
                  <a:pt x="1494" y="3089"/>
                </a:lnTo>
                <a:lnTo>
                  <a:pt x="0" y="0"/>
                </a:lnTo>
                <a:close/>
              </a:path>
            </a:pathLst>
          </a:custGeom>
          <a:solidFill>
            <a:srgbClr val="D7DD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3" name="contour_17211"/>
          <p:cNvSpPr/>
          <p:nvPr/>
        </p:nvSpPr>
        <p:spPr>
          <a:xfrm>
            <a:off x="7247350" y="3439932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18669" y="11671"/>
                </a:lnTo>
                <a:lnTo>
                  <a:pt x="16487" y="14918"/>
                </a:lnTo>
                <a:lnTo>
                  <a:pt x="14839" y="17186"/>
                </a:lnTo>
                <a:lnTo>
                  <a:pt x="13506" y="18742"/>
                </a:lnTo>
                <a:lnTo>
                  <a:pt x="12278" y="19829"/>
                </a:lnTo>
                <a:lnTo>
                  <a:pt x="10933" y="20693"/>
                </a:lnTo>
                <a:lnTo>
                  <a:pt x="9257" y="21600"/>
                </a:lnTo>
                <a:lnTo>
                  <a:pt x="7298" y="18655"/>
                </a:lnTo>
                <a:lnTo>
                  <a:pt x="5638" y="15523"/>
                </a:lnTo>
                <a:lnTo>
                  <a:pt x="4175" y="12154"/>
                </a:lnTo>
                <a:lnTo>
                  <a:pt x="2814" y="8474"/>
                </a:lnTo>
                <a:lnTo>
                  <a:pt x="1456" y="4442"/>
                </a:lnTo>
                <a:lnTo>
                  <a:pt x="0" y="0"/>
                </a:lnTo>
                <a:close/>
              </a:path>
            </a:pathLst>
          </a:custGeom>
          <a:solidFill>
            <a:srgbClr val="D1E6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4" name="contour_17212"/>
          <p:cNvSpPr/>
          <p:nvPr/>
        </p:nvSpPr>
        <p:spPr>
          <a:xfrm>
            <a:off x="9747131" y="341806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80" y="0"/>
                </a:lnTo>
                <a:lnTo>
                  <a:pt x="8374" y="0"/>
                </a:lnTo>
                <a:lnTo>
                  <a:pt x="10800" y="0"/>
                </a:lnTo>
                <a:lnTo>
                  <a:pt x="12208" y="2268"/>
                </a:lnTo>
                <a:lnTo>
                  <a:pt x="13529" y="4579"/>
                </a:lnTo>
                <a:lnTo>
                  <a:pt x="14778" y="6925"/>
                </a:lnTo>
                <a:lnTo>
                  <a:pt x="15970" y="9310"/>
                </a:lnTo>
                <a:lnTo>
                  <a:pt x="17118" y="11720"/>
                </a:lnTo>
                <a:lnTo>
                  <a:pt x="18241" y="14161"/>
                </a:lnTo>
                <a:lnTo>
                  <a:pt x="19354" y="16623"/>
                </a:lnTo>
                <a:lnTo>
                  <a:pt x="20466" y="19103"/>
                </a:lnTo>
                <a:lnTo>
                  <a:pt x="21600" y="21600"/>
                </a:lnTo>
                <a:lnTo>
                  <a:pt x="19224" y="20650"/>
                </a:lnTo>
                <a:lnTo>
                  <a:pt x="16844" y="19699"/>
                </a:lnTo>
                <a:lnTo>
                  <a:pt x="14465" y="18744"/>
                </a:lnTo>
                <a:lnTo>
                  <a:pt x="12078" y="17790"/>
                </a:lnTo>
                <a:lnTo>
                  <a:pt x="9684" y="16835"/>
                </a:lnTo>
                <a:lnTo>
                  <a:pt x="7279" y="15872"/>
                </a:lnTo>
                <a:lnTo>
                  <a:pt x="4867" y="14908"/>
                </a:lnTo>
                <a:lnTo>
                  <a:pt x="2441" y="13936"/>
                </a:lnTo>
                <a:lnTo>
                  <a:pt x="0" y="12960"/>
                </a:lnTo>
                <a:lnTo>
                  <a:pt x="713" y="10394"/>
                </a:lnTo>
                <a:lnTo>
                  <a:pt x="1429" y="7819"/>
                </a:lnTo>
                <a:lnTo>
                  <a:pt x="2146" y="5236"/>
                </a:lnTo>
                <a:lnTo>
                  <a:pt x="2869" y="2631"/>
                </a:lnTo>
                <a:lnTo>
                  <a:pt x="3600" y="0"/>
                </a:lnTo>
                <a:close/>
              </a:path>
            </a:pathLst>
          </a:custGeom>
          <a:solidFill>
            <a:srgbClr val="9DB6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5" name="contour_17213"/>
          <p:cNvSpPr/>
          <p:nvPr/>
        </p:nvSpPr>
        <p:spPr>
          <a:xfrm>
            <a:off x="11663873" y="3403492"/>
            <a:ext cx="2980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3699" y="2108"/>
                </a:lnTo>
                <a:lnTo>
                  <a:pt x="15844" y="3711"/>
                </a:lnTo>
                <a:lnTo>
                  <a:pt x="17988" y="5616"/>
                </a:lnTo>
                <a:lnTo>
                  <a:pt x="21125" y="8640"/>
                </a:lnTo>
                <a:lnTo>
                  <a:pt x="21442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442" y="18645"/>
                </a:lnTo>
                <a:lnTo>
                  <a:pt x="21125" y="21600"/>
                </a:lnTo>
                <a:lnTo>
                  <a:pt x="17639" y="21600"/>
                </a:lnTo>
                <a:lnTo>
                  <a:pt x="14148" y="21600"/>
                </a:lnTo>
                <a:lnTo>
                  <a:pt x="10642" y="21600"/>
                </a:lnTo>
                <a:lnTo>
                  <a:pt x="7119" y="21600"/>
                </a:lnTo>
                <a:lnTo>
                  <a:pt x="3575" y="21600"/>
                </a:lnTo>
                <a:lnTo>
                  <a:pt x="0" y="21600"/>
                </a:lnTo>
                <a:lnTo>
                  <a:pt x="1310" y="18926"/>
                </a:lnTo>
                <a:lnTo>
                  <a:pt x="2614" y="16252"/>
                </a:lnTo>
                <a:lnTo>
                  <a:pt x="3929" y="13569"/>
                </a:lnTo>
                <a:lnTo>
                  <a:pt x="5244" y="10882"/>
                </a:lnTo>
                <a:lnTo>
                  <a:pt x="6559" y="8182"/>
                </a:lnTo>
                <a:lnTo>
                  <a:pt x="7885" y="5469"/>
                </a:lnTo>
                <a:lnTo>
                  <a:pt x="9221" y="2743"/>
                </a:lnTo>
                <a:lnTo>
                  <a:pt x="10562" y="0"/>
                </a:lnTo>
                <a:close/>
              </a:path>
            </a:pathLst>
          </a:custGeom>
          <a:solidFill>
            <a:srgbClr val="CFDE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6" name="contour_17214"/>
          <p:cNvSpPr/>
          <p:nvPr/>
        </p:nvSpPr>
        <p:spPr>
          <a:xfrm>
            <a:off x="9805435" y="3403492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713" y="19462"/>
                </a:lnTo>
                <a:lnTo>
                  <a:pt x="1426" y="17320"/>
                </a:lnTo>
                <a:lnTo>
                  <a:pt x="2138" y="15179"/>
                </a:lnTo>
                <a:lnTo>
                  <a:pt x="2858" y="13034"/>
                </a:lnTo>
                <a:lnTo>
                  <a:pt x="3571" y="10880"/>
                </a:lnTo>
                <a:lnTo>
                  <a:pt x="4291" y="8723"/>
                </a:lnTo>
                <a:lnTo>
                  <a:pt x="5011" y="6557"/>
                </a:lnTo>
                <a:lnTo>
                  <a:pt x="5738" y="4382"/>
                </a:lnTo>
                <a:lnTo>
                  <a:pt x="6466" y="2197"/>
                </a:lnTo>
                <a:lnTo>
                  <a:pt x="7200" y="0"/>
                </a:lnTo>
                <a:close/>
              </a:path>
            </a:pathLst>
          </a:custGeom>
          <a:solidFill>
            <a:srgbClr val="B4CB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7" name="contour_17215"/>
          <p:cNvSpPr/>
          <p:nvPr/>
        </p:nvSpPr>
        <p:spPr>
          <a:xfrm>
            <a:off x="5753312" y="3389798"/>
            <a:ext cx="51016" cy="2827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020" y="1609"/>
                </a:moveTo>
                <a:lnTo>
                  <a:pt x="20301" y="3241"/>
                </a:lnTo>
                <a:lnTo>
                  <a:pt x="21600" y="4895"/>
                </a:lnTo>
                <a:lnTo>
                  <a:pt x="20233" y="8119"/>
                </a:lnTo>
                <a:lnTo>
                  <a:pt x="18844" y="11170"/>
                </a:lnTo>
                <a:lnTo>
                  <a:pt x="17394" y="14044"/>
                </a:lnTo>
                <a:lnTo>
                  <a:pt x="15851" y="16744"/>
                </a:lnTo>
                <a:lnTo>
                  <a:pt x="14179" y="19261"/>
                </a:lnTo>
                <a:lnTo>
                  <a:pt x="12343" y="21600"/>
                </a:lnTo>
                <a:lnTo>
                  <a:pt x="10100" y="21338"/>
                </a:lnTo>
                <a:lnTo>
                  <a:pt x="8044" y="20759"/>
                </a:lnTo>
                <a:lnTo>
                  <a:pt x="6088" y="19902"/>
                </a:lnTo>
                <a:lnTo>
                  <a:pt x="4150" y="18805"/>
                </a:lnTo>
                <a:lnTo>
                  <a:pt x="2151" y="17502"/>
                </a:lnTo>
                <a:lnTo>
                  <a:pt x="0" y="16032"/>
                </a:lnTo>
                <a:lnTo>
                  <a:pt x="1821" y="13826"/>
                </a:lnTo>
                <a:lnTo>
                  <a:pt x="3650" y="11644"/>
                </a:lnTo>
                <a:lnTo>
                  <a:pt x="5486" y="9483"/>
                </a:lnTo>
                <a:lnTo>
                  <a:pt x="7329" y="7328"/>
                </a:lnTo>
                <a:lnTo>
                  <a:pt x="8692" y="5713"/>
                </a:lnTo>
                <a:lnTo>
                  <a:pt x="10063" y="4082"/>
                </a:lnTo>
                <a:lnTo>
                  <a:pt x="11451" y="2433"/>
                </a:lnTo>
                <a:lnTo>
                  <a:pt x="13805" y="674"/>
                </a:lnTo>
                <a:lnTo>
                  <a:pt x="15379" y="0"/>
                </a:lnTo>
                <a:lnTo>
                  <a:pt x="16882" y="340"/>
                </a:lnTo>
                <a:lnTo>
                  <a:pt x="19020" y="1609"/>
                </a:lnTo>
                <a:close/>
              </a:path>
            </a:pathLst>
          </a:custGeom>
          <a:solidFill>
            <a:srgbClr val="ACB8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8" name="contour_17216"/>
          <p:cNvSpPr/>
          <p:nvPr/>
        </p:nvSpPr>
        <p:spPr>
          <a:xfrm>
            <a:off x="4004194" y="335976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457"/>
                </a:lnTo>
                <a:lnTo>
                  <a:pt x="2684" y="896"/>
                </a:lnTo>
                <a:lnTo>
                  <a:pt x="4320" y="1440"/>
                </a:lnTo>
                <a:lnTo>
                  <a:pt x="6647" y="2218"/>
                </a:lnTo>
                <a:lnTo>
                  <a:pt x="10055" y="3352"/>
                </a:lnTo>
                <a:lnTo>
                  <a:pt x="14909" y="4972"/>
                </a:lnTo>
                <a:lnTo>
                  <a:pt x="21600" y="7200"/>
                </a:lnTo>
                <a:lnTo>
                  <a:pt x="20072" y="9238"/>
                </a:lnTo>
                <a:lnTo>
                  <a:pt x="18544" y="11275"/>
                </a:lnTo>
                <a:lnTo>
                  <a:pt x="17010" y="13320"/>
                </a:lnTo>
                <a:lnTo>
                  <a:pt x="15471" y="15372"/>
                </a:lnTo>
                <a:lnTo>
                  <a:pt x="13921" y="17435"/>
                </a:lnTo>
                <a:lnTo>
                  <a:pt x="12366" y="19508"/>
                </a:lnTo>
                <a:lnTo>
                  <a:pt x="10800" y="21600"/>
                </a:lnTo>
                <a:lnTo>
                  <a:pt x="7587" y="17572"/>
                </a:lnTo>
                <a:lnTo>
                  <a:pt x="5081" y="14364"/>
                </a:lnTo>
                <a:lnTo>
                  <a:pt x="3202" y="11801"/>
                </a:lnTo>
                <a:lnTo>
                  <a:pt x="1852" y="9702"/>
                </a:lnTo>
                <a:lnTo>
                  <a:pt x="950" y="7895"/>
                </a:lnTo>
                <a:lnTo>
                  <a:pt x="400" y="6199"/>
                </a:lnTo>
                <a:lnTo>
                  <a:pt x="119" y="4439"/>
                </a:lnTo>
                <a:lnTo>
                  <a:pt x="16" y="2430"/>
                </a:lnTo>
                <a:lnTo>
                  <a:pt x="0" y="0"/>
                </a:lnTo>
                <a:close/>
              </a:path>
            </a:pathLst>
          </a:custGeom>
          <a:solidFill>
            <a:srgbClr val="A0A8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19" name="contour_17217"/>
          <p:cNvSpPr/>
          <p:nvPr/>
        </p:nvSpPr>
        <p:spPr>
          <a:xfrm>
            <a:off x="11700313" y="3352476"/>
            <a:ext cx="29006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54" y="0"/>
                </a:moveTo>
                <a:lnTo>
                  <a:pt x="13546" y="0"/>
                </a:lnTo>
                <a:lnTo>
                  <a:pt x="16281" y="0"/>
                </a:lnTo>
                <a:lnTo>
                  <a:pt x="16992" y="1547"/>
                </a:lnTo>
                <a:lnTo>
                  <a:pt x="17687" y="3100"/>
                </a:lnTo>
                <a:lnTo>
                  <a:pt x="18360" y="4652"/>
                </a:lnTo>
                <a:lnTo>
                  <a:pt x="19022" y="6207"/>
                </a:lnTo>
                <a:lnTo>
                  <a:pt x="19673" y="7762"/>
                </a:lnTo>
                <a:lnTo>
                  <a:pt x="20303" y="9204"/>
                </a:lnTo>
                <a:lnTo>
                  <a:pt x="20938" y="10657"/>
                </a:lnTo>
                <a:lnTo>
                  <a:pt x="21584" y="12128"/>
                </a:lnTo>
                <a:lnTo>
                  <a:pt x="21600" y="14140"/>
                </a:lnTo>
                <a:lnTo>
                  <a:pt x="21345" y="15528"/>
                </a:lnTo>
                <a:lnTo>
                  <a:pt x="20553" y="16637"/>
                </a:lnTo>
                <a:lnTo>
                  <a:pt x="18995" y="17820"/>
                </a:lnTo>
                <a:lnTo>
                  <a:pt x="16406" y="19426"/>
                </a:lnTo>
                <a:lnTo>
                  <a:pt x="15028" y="19966"/>
                </a:lnTo>
                <a:lnTo>
                  <a:pt x="10854" y="21600"/>
                </a:lnTo>
                <a:lnTo>
                  <a:pt x="10854" y="19815"/>
                </a:lnTo>
                <a:lnTo>
                  <a:pt x="10854" y="18020"/>
                </a:lnTo>
                <a:lnTo>
                  <a:pt x="10854" y="16200"/>
                </a:lnTo>
                <a:lnTo>
                  <a:pt x="7631" y="15209"/>
                </a:lnTo>
                <a:lnTo>
                  <a:pt x="5427" y="14596"/>
                </a:lnTo>
                <a:lnTo>
                  <a:pt x="3224" y="14113"/>
                </a:lnTo>
                <a:lnTo>
                  <a:pt x="0" y="13500"/>
                </a:lnTo>
                <a:lnTo>
                  <a:pt x="1259" y="11810"/>
                </a:lnTo>
                <a:lnTo>
                  <a:pt x="2524" y="10122"/>
                </a:lnTo>
                <a:lnTo>
                  <a:pt x="3804" y="8435"/>
                </a:lnTo>
                <a:lnTo>
                  <a:pt x="5091" y="6750"/>
                </a:lnTo>
                <a:lnTo>
                  <a:pt x="6035" y="5495"/>
                </a:lnTo>
                <a:lnTo>
                  <a:pt x="6985" y="4234"/>
                </a:lnTo>
                <a:lnTo>
                  <a:pt x="7951" y="2954"/>
                </a:lnTo>
                <a:lnTo>
                  <a:pt x="9389" y="1488"/>
                </a:lnTo>
                <a:lnTo>
                  <a:pt x="10854" y="0"/>
                </a:lnTo>
                <a:close/>
              </a:path>
            </a:pathLst>
          </a:custGeom>
          <a:solidFill>
            <a:srgbClr val="D2E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0" name="contour_17218"/>
          <p:cNvSpPr/>
          <p:nvPr/>
        </p:nvSpPr>
        <p:spPr>
          <a:xfrm>
            <a:off x="8304109" y="332332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264" y="2195"/>
                </a:lnTo>
                <a:lnTo>
                  <a:pt x="10838" y="3819"/>
                </a:lnTo>
                <a:lnTo>
                  <a:pt x="14099" y="5020"/>
                </a:lnTo>
                <a:lnTo>
                  <a:pt x="16427" y="5953"/>
                </a:lnTo>
                <a:lnTo>
                  <a:pt x="18203" y="6765"/>
                </a:lnTo>
                <a:lnTo>
                  <a:pt x="19802" y="761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7582" y="18611"/>
                </a:lnTo>
                <a:lnTo>
                  <a:pt x="14731" y="19500"/>
                </a:lnTo>
                <a:lnTo>
                  <a:pt x="12269" y="20157"/>
                </a:lnTo>
                <a:lnTo>
                  <a:pt x="9418" y="20788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5D60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1" name="contour_17219"/>
          <p:cNvSpPr/>
          <p:nvPr/>
        </p:nvSpPr>
        <p:spPr>
          <a:xfrm>
            <a:off x="7961573" y="3337900"/>
            <a:ext cx="2330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4" y="0"/>
                </a:moveTo>
                <a:lnTo>
                  <a:pt x="11219" y="0"/>
                </a:lnTo>
                <a:lnTo>
                  <a:pt x="15710" y="0"/>
                </a:lnTo>
                <a:lnTo>
                  <a:pt x="20263" y="0"/>
                </a:lnTo>
                <a:lnTo>
                  <a:pt x="21006" y="4994"/>
                </a:lnTo>
                <a:lnTo>
                  <a:pt x="21451" y="8506"/>
                </a:lnTo>
                <a:lnTo>
                  <a:pt x="21600" y="11007"/>
                </a:lnTo>
                <a:lnTo>
                  <a:pt x="21451" y="12986"/>
                </a:lnTo>
                <a:lnTo>
                  <a:pt x="21006" y="14917"/>
                </a:lnTo>
                <a:lnTo>
                  <a:pt x="20263" y="17280"/>
                </a:lnTo>
                <a:lnTo>
                  <a:pt x="15238" y="18870"/>
                </a:lnTo>
                <a:lnTo>
                  <a:pt x="11671" y="19889"/>
                </a:lnTo>
                <a:lnTo>
                  <a:pt x="8591" y="20546"/>
                </a:lnTo>
                <a:lnTo>
                  <a:pt x="5025" y="21047"/>
                </a:lnTo>
                <a:lnTo>
                  <a:pt x="0" y="21600"/>
                </a:lnTo>
                <a:lnTo>
                  <a:pt x="588" y="18896"/>
                </a:lnTo>
                <a:lnTo>
                  <a:pt x="1216" y="16196"/>
                </a:lnTo>
                <a:lnTo>
                  <a:pt x="1864" y="13496"/>
                </a:lnTo>
                <a:lnTo>
                  <a:pt x="2533" y="10800"/>
                </a:lnTo>
                <a:lnTo>
                  <a:pt x="3242" y="7785"/>
                </a:lnTo>
                <a:lnTo>
                  <a:pt x="3958" y="4726"/>
                </a:lnTo>
                <a:lnTo>
                  <a:pt x="5349" y="2380"/>
                </a:lnTo>
                <a:lnTo>
                  <a:pt x="6754" y="0"/>
                </a:lnTo>
                <a:close/>
              </a:path>
            </a:pathLst>
          </a:custGeom>
          <a:solidFill>
            <a:srgbClr val="AC9D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2" name="contour_17220"/>
          <p:cNvSpPr/>
          <p:nvPr/>
        </p:nvSpPr>
        <p:spPr>
          <a:xfrm>
            <a:off x="9608660" y="3329300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EBEE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3" name="contour_17221"/>
          <p:cNvSpPr/>
          <p:nvPr/>
        </p:nvSpPr>
        <p:spPr>
          <a:xfrm>
            <a:off x="8595629" y="3336588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51"/>
                </a:moveTo>
                <a:lnTo>
                  <a:pt x="9580" y="25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50"/>
                </a:lnTo>
                <a:lnTo>
                  <a:pt x="21600" y="751"/>
                </a:lnTo>
                <a:lnTo>
                  <a:pt x="21600" y="3227"/>
                </a:lnTo>
                <a:lnTo>
                  <a:pt x="21600" y="5713"/>
                </a:lnTo>
                <a:lnTo>
                  <a:pt x="21600" y="8206"/>
                </a:lnTo>
                <a:lnTo>
                  <a:pt x="21600" y="10721"/>
                </a:lnTo>
                <a:lnTo>
                  <a:pt x="21600" y="13260"/>
                </a:lnTo>
                <a:lnTo>
                  <a:pt x="18031" y="13260"/>
                </a:lnTo>
                <a:lnTo>
                  <a:pt x="14440" y="13260"/>
                </a:lnTo>
                <a:lnTo>
                  <a:pt x="10800" y="13260"/>
                </a:lnTo>
                <a:lnTo>
                  <a:pt x="10800" y="16017"/>
                </a:lnTo>
                <a:lnTo>
                  <a:pt x="10800" y="18789"/>
                </a:lnTo>
                <a:lnTo>
                  <a:pt x="10800" y="21600"/>
                </a:lnTo>
                <a:lnTo>
                  <a:pt x="7403" y="20949"/>
                </a:lnTo>
                <a:lnTo>
                  <a:pt x="5152" y="20299"/>
                </a:lnTo>
                <a:lnTo>
                  <a:pt x="3019" y="19257"/>
                </a:lnTo>
                <a:lnTo>
                  <a:pt x="0" y="17430"/>
                </a:lnTo>
                <a:lnTo>
                  <a:pt x="76" y="14424"/>
                </a:lnTo>
                <a:lnTo>
                  <a:pt x="454" y="11555"/>
                </a:lnTo>
                <a:lnTo>
                  <a:pt x="1156" y="8782"/>
                </a:lnTo>
                <a:lnTo>
                  <a:pt x="2198" y="6084"/>
                </a:lnTo>
                <a:lnTo>
                  <a:pt x="3607" y="3415"/>
                </a:lnTo>
                <a:lnTo>
                  <a:pt x="5400" y="751"/>
                </a:lnTo>
                <a:close/>
              </a:path>
            </a:pathLst>
          </a:custGeom>
          <a:solidFill>
            <a:srgbClr val="9FB4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4" name="contour_17222"/>
          <p:cNvSpPr/>
          <p:nvPr/>
        </p:nvSpPr>
        <p:spPr>
          <a:xfrm>
            <a:off x="8406141" y="330146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042" y="2824"/>
                </a:lnTo>
                <a:lnTo>
                  <a:pt x="18677" y="4892"/>
                </a:lnTo>
                <a:lnTo>
                  <a:pt x="19969" y="7214"/>
                </a:lnTo>
                <a:lnTo>
                  <a:pt x="21600" y="10800"/>
                </a:lnTo>
                <a:lnTo>
                  <a:pt x="19372" y="12139"/>
                </a:lnTo>
                <a:lnTo>
                  <a:pt x="17143" y="13473"/>
                </a:lnTo>
                <a:lnTo>
                  <a:pt x="14908" y="14818"/>
                </a:lnTo>
                <a:lnTo>
                  <a:pt x="12668" y="16162"/>
                </a:lnTo>
                <a:lnTo>
                  <a:pt x="10418" y="17507"/>
                </a:lnTo>
                <a:lnTo>
                  <a:pt x="8158" y="18862"/>
                </a:lnTo>
                <a:lnTo>
                  <a:pt x="5886" y="20228"/>
                </a:lnTo>
                <a:lnTo>
                  <a:pt x="3600" y="21600"/>
                </a:lnTo>
                <a:lnTo>
                  <a:pt x="2707" y="18927"/>
                </a:lnTo>
                <a:lnTo>
                  <a:pt x="1814" y="16238"/>
                </a:lnTo>
                <a:lnTo>
                  <a:pt x="911" y="13538"/>
                </a:lnTo>
                <a:lnTo>
                  <a:pt x="0" y="10800"/>
                </a:lnTo>
                <a:lnTo>
                  <a:pt x="1984" y="8942"/>
                </a:lnTo>
                <a:lnTo>
                  <a:pt x="3964" y="7160"/>
                </a:lnTo>
                <a:lnTo>
                  <a:pt x="5958" y="5465"/>
                </a:lnTo>
                <a:lnTo>
                  <a:pt x="7981" y="3883"/>
                </a:lnTo>
                <a:lnTo>
                  <a:pt x="10051" y="2430"/>
                </a:lnTo>
                <a:lnTo>
                  <a:pt x="12186" y="1129"/>
                </a:lnTo>
                <a:lnTo>
                  <a:pt x="14400" y="0"/>
                </a:lnTo>
                <a:close/>
              </a:path>
            </a:pathLst>
          </a:custGeom>
          <a:solidFill>
            <a:srgbClr val="A6BB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5" name="contour_17223"/>
          <p:cNvSpPr/>
          <p:nvPr/>
        </p:nvSpPr>
        <p:spPr>
          <a:xfrm>
            <a:off x="7291078" y="330146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4018"/>
                </a:lnTo>
                <a:lnTo>
                  <a:pt x="18976" y="6869"/>
                </a:lnTo>
                <a:lnTo>
                  <a:pt x="19796" y="9331"/>
                </a:lnTo>
                <a:lnTo>
                  <a:pt x="20585" y="12182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345" y="14467"/>
                </a:lnTo>
                <a:lnTo>
                  <a:pt x="2311" y="9553"/>
                </a:lnTo>
                <a:lnTo>
                  <a:pt x="3046" y="6242"/>
                </a:lnTo>
                <a:lnTo>
                  <a:pt x="3710" y="3947"/>
                </a:lnTo>
                <a:lnTo>
                  <a:pt x="4444" y="2068"/>
                </a:lnTo>
                <a:lnTo>
                  <a:pt x="5400" y="0"/>
                </a:lnTo>
                <a:close/>
              </a:path>
            </a:pathLst>
          </a:custGeom>
          <a:solidFill>
            <a:srgbClr val="AEC5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6" name="contour_17224"/>
          <p:cNvSpPr/>
          <p:nvPr/>
        </p:nvSpPr>
        <p:spPr>
          <a:xfrm>
            <a:off x="4018770" y="330146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5C8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7" name="contour_17225"/>
          <p:cNvSpPr/>
          <p:nvPr/>
        </p:nvSpPr>
        <p:spPr>
          <a:xfrm>
            <a:off x="7174470" y="328688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15" y="3548"/>
                </a:lnTo>
                <a:lnTo>
                  <a:pt x="18689" y="6350"/>
                </a:lnTo>
                <a:lnTo>
                  <a:pt x="19575" y="10800"/>
                </a:lnTo>
                <a:lnTo>
                  <a:pt x="20185" y="13813"/>
                </a:lnTo>
                <a:lnTo>
                  <a:pt x="20801" y="16875"/>
                </a:lnTo>
                <a:lnTo>
                  <a:pt x="21200" y="1921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637" y="17993"/>
                </a:lnTo>
                <a:lnTo>
                  <a:pt x="1312" y="14391"/>
                </a:lnTo>
                <a:lnTo>
                  <a:pt x="2025" y="10800"/>
                </a:lnTo>
                <a:lnTo>
                  <a:pt x="2592" y="7787"/>
                </a:lnTo>
                <a:lnTo>
                  <a:pt x="3164" y="4725"/>
                </a:lnTo>
                <a:lnTo>
                  <a:pt x="4277" y="2381"/>
                </a:lnTo>
                <a:lnTo>
                  <a:pt x="5400" y="0"/>
                </a:lnTo>
                <a:close/>
              </a:path>
            </a:pathLst>
          </a:custGeom>
          <a:solidFill>
            <a:srgbClr val="817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8" name="contour_17226"/>
          <p:cNvSpPr/>
          <p:nvPr/>
        </p:nvSpPr>
        <p:spPr>
          <a:xfrm>
            <a:off x="4513698" y="3308748"/>
            <a:ext cx="2980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3961" y="713"/>
                </a:lnTo>
                <a:lnTo>
                  <a:pt x="7452" y="1426"/>
                </a:lnTo>
                <a:lnTo>
                  <a:pt x="10958" y="2143"/>
                </a:lnTo>
                <a:lnTo>
                  <a:pt x="14481" y="2864"/>
                </a:lnTo>
                <a:lnTo>
                  <a:pt x="18025" y="3590"/>
                </a:lnTo>
                <a:lnTo>
                  <a:pt x="21600" y="4320"/>
                </a:lnTo>
                <a:lnTo>
                  <a:pt x="20105" y="6765"/>
                </a:lnTo>
                <a:lnTo>
                  <a:pt x="18611" y="9210"/>
                </a:lnTo>
                <a:lnTo>
                  <a:pt x="17111" y="11664"/>
                </a:lnTo>
                <a:lnTo>
                  <a:pt x="15606" y="14126"/>
                </a:lnTo>
                <a:lnTo>
                  <a:pt x="14090" y="16602"/>
                </a:lnTo>
                <a:lnTo>
                  <a:pt x="12569" y="19090"/>
                </a:lnTo>
                <a:lnTo>
                  <a:pt x="11038" y="21600"/>
                </a:lnTo>
                <a:lnTo>
                  <a:pt x="7901" y="19492"/>
                </a:lnTo>
                <a:lnTo>
                  <a:pt x="5756" y="17889"/>
                </a:lnTo>
                <a:lnTo>
                  <a:pt x="3612" y="15984"/>
                </a:lnTo>
                <a:lnTo>
                  <a:pt x="475" y="12960"/>
                </a:lnTo>
                <a:lnTo>
                  <a:pt x="158" y="9487"/>
                </a:lnTo>
                <a:lnTo>
                  <a:pt x="0" y="7076"/>
                </a:lnTo>
                <a:lnTo>
                  <a:pt x="0" y="5106"/>
                </a:lnTo>
                <a:lnTo>
                  <a:pt x="158" y="2955"/>
                </a:lnTo>
                <a:lnTo>
                  <a:pt x="475" y="0"/>
                </a:lnTo>
                <a:close/>
              </a:path>
            </a:pathLst>
          </a:custGeom>
          <a:solidFill>
            <a:srgbClr val="B5C0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29" name="contour_17227"/>
          <p:cNvSpPr/>
          <p:nvPr/>
        </p:nvSpPr>
        <p:spPr>
          <a:xfrm>
            <a:off x="7218198" y="327959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950" y="15903"/>
                </a:lnTo>
                <a:lnTo>
                  <a:pt x="2631" y="15379"/>
                </a:lnTo>
                <a:lnTo>
                  <a:pt x="6480" y="14175"/>
                </a:lnTo>
                <a:lnTo>
                  <a:pt x="8623" y="13063"/>
                </a:lnTo>
                <a:lnTo>
                  <a:pt x="10774" y="11934"/>
                </a:lnTo>
                <a:lnTo>
                  <a:pt x="12960" y="10800"/>
                </a:lnTo>
                <a:lnTo>
                  <a:pt x="12960" y="7231"/>
                </a:lnTo>
                <a:lnTo>
                  <a:pt x="12960" y="3640"/>
                </a:lnTo>
                <a:lnTo>
                  <a:pt x="12960" y="0"/>
                </a:lnTo>
                <a:close/>
              </a:path>
            </a:pathLst>
          </a:custGeom>
          <a:solidFill>
            <a:srgbClr val="A5B1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0" name="contour_17228"/>
          <p:cNvSpPr/>
          <p:nvPr/>
        </p:nvSpPr>
        <p:spPr>
          <a:xfrm>
            <a:off x="4368594" y="327959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404" y="20966"/>
                </a:lnTo>
                <a:lnTo>
                  <a:pt x="17208" y="20304"/>
                </a:lnTo>
                <a:lnTo>
                  <a:pt x="15016" y="19613"/>
                </a:lnTo>
                <a:lnTo>
                  <a:pt x="12823" y="18900"/>
                </a:lnTo>
                <a:lnTo>
                  <a:pt x="10375" y="18144"/>
                </a:lnTo>
                <a:lnTo>
                  <a:pt x="7888" y="17381"/>
                </a:lnTo>
                <a:lnTo>
                  <a:pt x="5767" y="15811"/>
                </a:lnTo>
                <a:lnTo>
                  <a:pt x="4295" y="14119"/>
                </a:lnTo>
                <a:lnTo>
                  <a:pt x="3096" y="11477"/>
                </a:lnTo>
                <a:lnTo>
                  <a:pt x="1793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6E64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1" name="contour_17229"/>
          <p:cNvSpPr/>
          <p:nvPr/>
        </p:nvSpPr>
        <p:spPr>
          <a:xfrm>
            <a:off x="7320230" y="326502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363D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2" name="contour_17230"/>
          <p:cNvSpPr/>
          <p:nvPr/>
        </p:nvSpPr>
        <p:spPr>
          <a:xfrm>
            <a:off x="5541960" y="326502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9" y="1150"/>
                </a:lnTo>
                <a:lnTo>
                  <a:pt x="5413" y="2322"/>
                </a:lnTo>
                <a:lnTo>
                  <a:pt x="8109" y="3515"/>
                </a:lnTo>
                <a:lnTo>
                  <a:pt x="10800" y="4725"/>
                </a:lnTo>
                <a:lnTo>
                  <a:pt x="11694" y="5114"/>
                </a:lnTo>
                <a:lnTo>
                  <a:pt x="13267" y="5805"/>
                </a:lnTo>
                <a:lnTo>
                  <a:pt x="16874" y="7382"/>
                </a:lnTo>
                <a:lnTo>
                  <a:pt x="19220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6606" y="20585"/>
                </a:lnTo>
                <a:lnTo>
                  <a:pt x="13094" y="19818"/>
                </a:lnTo>
                <a:lnTo>
                  <a:pt x="10593" y="19143"/>
                </a:lnTo>
                <a:lnTo>
                  <a:pt x="8614" y="18414"/>
                </a:lnTo>
                <a:lnTo>
                  <a:pt x="6683" y="17485"/>
                </a:lnTo>
                <a:lnTo>
                  <a:pt x="4320" y="16200"/>
                </a:lnTo>
                <a:lnTo>
                  <a:pt x="2730" y="12020"/>
                </a:lnTo>
                <a:lnTo>
                  <a:pt x="1711" y="9088"/>
                </a:lnTo>
                <a:lnTo>
                  <a:pt x="1054" y="6626"/>
                </a:lnTo>
                <a:lnTo>
                  <a:pt x="5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B2D0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3" name="contour_17231"/>
          <p:cNvSpPr/>
          <p:nvPr/>
        </p:nvSpPr>
        <p:spPr>
          <a:xfrm>
            <a:off x="8661221" y="3257732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847"/>
                </a:lnTo>
                <a:lnTo>
                  <a:pt x="8057" y="1694"/>
                </a:lnTo>
                <a:lnTo>
                  <a:pt x="10292" y="2541"/>
                </a:lnTo>
                <a:lnTo>
                  <a:pt x="12532" y="3388"/>
                </a:lnTo>
                <a:lnTo>
                  <a:pt x="14782" y="4242"/>
                </a:lnTo>
                <a:lnTo>
                  <a:pt x="17042" y="5103"/>
                </a:lnTo>
                <a:lnTo>
                  <a:pt x="19314" y="5964"/>
                </a:lnTo>
                <a:lnTo>
                  <a:pt x="21600" y="6831"/>
                </a:lnTo>
                <a:lnTo>
                  <a:pt x="20707" y="10213"/>
                </a:lnTo>
                <a:lnTo>
                  <a:pt x="19814" y="13614"/>
                </a:lnTo>
                <a:lnTo>
                  <a:pt x="18911" y="17030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0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713" y="16436"/>
                </a:lnTo>
                <a:lnTo>
                  <a:pt x="1429" y="12364"/>
                </a:lnTo>
                <a:lnTo>
                  <a:pt x="2146" y="8279"/>
                </a:lnTo>
                <a:lnTo>
                  <a:pt x="2869" y="4160"/>
                </a:lnTo>
                <a:lnTo>
                  <a:pt x="3600" y="0"/>
                </a:lnTo>
                <a:close/>
              </a:path>
            </a:pathLst>
          </a:custGeom>
          <a:solidFill>
            <a:srgbClr val="DC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4" name="contour_17232"/>
          <p:cNvSpPr/>
          <p:nvPr/>
        </p:nvSpPr>
        <p:spPr>
          <a:xfrm>
            <a:off x="7021423" y="325044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94"/>
                </a:lnTo>
                <a:lnTo>
                  <a:pt x="7133" y="1188"/>
                </a:lnTo>
                <a:lnTo>
                  <a:pt x="10719" y="1786"/>
                </a:lnTo>
                <a:lnTo>
                  <a:pt x="14321" y="2387"/>
                </a:lnTo>
                <a:lnTo>
                  <a:pt x="17944" y="2992"/>
                </a:lnTo>
                <a:lnTo>
                  <a:pt x="21600" y="3600"/>
                </a:lnTo>
                <a:lnTo>
                  <a:pt x="20439" y="6293"/>
                </a:lnTo>
                <a:lnTo>
                  <a:pt x="19283" y="8611"/>
                </a:lnTo>
                <a:lnTo>
                  <a:pt x="18068" y="10642"/>
                </a:lnTo>
                <a:lnTo>
                  <a:pt x="16718" y="12467"/>
                </a:lnTo>
                <a:lnTo>
                  <a:pt x="15163" y="14180"/>
                </a:lnTo>
                <a:lnTo>
                  <a:pt x="13327" y="15862"/>
                </a:lnTo>
                <a:lnTo>
                  <a:pt x="11135" y="17600"/>
                </a:lnTo>
                <a:lnTo>
                  <a:pt x="8516" y="19483"/>
                </a:lnTo>
                <a:lnTo>
                  <a:pt x="5400" y="21600"/>
                </a:lnTo>
                <a:lnTo>
                  <a:pt x="4806" y="19224"/>
                </a:lnTo>
                <a:lnTo>
                  <a:pt x="4212" y="16844"/>
                </a:lnTo>
                <a:lnTo>
                  <a:pt x="3618" y="14465"/>
                </a:lnTo>
                <a:lnTo>
                  <a:pt x="3019" y="12078"/>
                </a:lnTo>
                <a:lnTo>
                  <a:pt x="2419" y="9684"/>
                </a:lnTo>
                <a:lnTo>
                  <a:pt x="1820" y="7279"/>
                </a:lnTo>
                <a:lnTo>
                  <a:pt x="1215" y="4867"/>
                </a:lnTo>
                <a:lnTo>
                  <a:pt x="61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3E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5" name="contour_17233"/>
          <p:cNvSpPr/>
          <p:nvPr/>
        </p:nvSpPr>
        <p:spPr>
          <a:xfrm>
            <a:off x="7976149" y="3241844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1087" y="4335"/>
                </a:lnTo>
                <a:lnTo>
                  <a:pt x="20493" y="7704"/>
                </a:lnTo>
                <a:lnTo>
                  <a:pt x="19764" y="11018"/>
                </a:lnTo>
                <a:lnTo>
                  <a:pt x="18841" y="14283"/>
                </a:lnTo>
                <a:lnTo>
                  <a:pt x="17674" y="17508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513" y="17265"/>
                </a:lnTo>
                <a:lnTo>
                  <a:pt x="1107" y="13896"/>
                </a:lnTo>
                <a:lnTo>
                  <a:pt x="1836" y="10582"/>
                </a:lnTo>
                <a:lnTo>
                  <a:pt x="2759" y="7317"/>
                </a:lnTo>
                <a:lnTo>
                  <a:pt x="3926" y="4092"/>
                </a:lnTo>
                <a:lnTo>
                  <a:pt x="5400" y="892"/>
                </a:lnTo>
                <a:close/>
              </a:path>
            </a:pathLst>
          </a:custGeom>
          <a:solidFill>
            <a:srgbClr val="B9B4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6" name="contour_17234"/>
          <p:cNvSpPr/>
          <p:nvPr/>
        </p:nvSpPr>
        <p:spPr>
          <a:xfrm>
            <a:off x="5170273" y="3243156"/>
            <a:ext cx="51016" cy="285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870" y="2732"/>
                </a:lnTo>
                <a:lnTo>
                  <a:pt x="15401" y="5469"/>
                </a:lnTo>
                <a:lnTo>
                  <a:pt x="16937" y="8217"/>
                </a:lnTo>
                <a:lnTo>
                  <a:pt x="18480" y="10977"/>
                </a:lnTo>
                <a:lnTo>
                  <a:pt x="20032" y="13752"/>
                </a:lnTo>
                <a:lnTo>
                  <a:pt x="21600" y="16556"/>
                </a:lnTo>
                <a:lnTo>
                  <a:pt x="19533" y="18758"/>
                </a:lnTo>
                <a:lnTo>
                  <a:pt x="17697" y="20309"/>
                </a:lnTo>
                <a:lnTo>
                  <a:pt x="15879" y="21247"/>
                </a:lnTo>
                <a:lnTo>
                  <a:pt x="13867" y="21600"/>
                </a:lnTo>
                <a:lnTo>
                  <a:pt x="11451" y="21407"/>
                </a:lnTo>
                <a:lnTo>
                  <a:pt x="9541" y="20601"/>
                </a:lnTo>
                <a:lnTo>
                  <a:pt x="7634" y="19790"/>
                </a:lnTo>
                <a:lnTo>
                  <a:pt x="5727" y="18984"/>
                </a:lnTo>
                <a:lnTo>
                  <a:pt x="3817" y="18173"/>
                </a:lnTo>
                <a:lnTo>
                  <a:pt x="1910" y="17367"/>
                </a:lnTo>
                <a:lnTo>
                  <a:pt x="0" y="16556"/>
                </a:lnTo>
                <a:lnTo>
                  <a:pt x="1747" y="14216"/>
                </a:lnTo>
                <a:lnTo>
                  <a:pt x="3493" y="11871"/>
                </a:lnTo>
                <a:lnTo>
                  <a:pt x="5246" y="9520"/>
                </a:lnTo>
                <a:lnTo>
                  <a:pt x="7005" y="7158"/>
                </a:lnTo>
                <a:lnTo>
                  <a:pt x="8773" y="4790"/>
                </a:lnTo>
                <a:lnTo>
                  <a:pt x="10550" y="2401"/>
                </a:lnTo>
                <a:lnTo>
                  <a:pt x="12343" y="0"/>
                </a:lnTo>
                <a:close/>
              </a:path>
            </a:pathLst>
          </a:custGeom>
          <a:solidFill>
            <a:srgbClr val="EAF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7" name="contour_17235"/>
          <p:cNvSpPr/>
          <p:nvPr/>
        </p:nvSpPr>
        <p:spPr>
          <a:xfrm>
            <a:off x="1992708" y="324315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584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8" name="contour_17236"/>
          <p:cNvSpPr/>
          <p:nvPr/>
        </p:nvSpPr>
        <p:spPr>
          <a:xfrm>
            <a:off x="1467973" y="323586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1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453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39" name="contour_17237"/>
          <p:cNvSpPr/>
          <p:nvPr/>
        </p:nvSpPr>
        <p:spPr>
          <a:xfrm>
            <a:off x="9820011" y="324315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247" y="3856"/>
                </a:lnTo>
                <a:lnTo>
                  <a:pt x="20884" y="6626"/>
                </a:lnTo>
                <a:lnTo>
                  <a:pt x="20336" y="9088"/>
                </a:lnTo>
                <a:lnTo>
                  <a:pt x="19433" y="12020"/>
                </a:lnTo>
                <a:lnTo>
                  <a:pt x="18000" y="16200"/>
                </a:lnTo>
                <a:lnTo>
                  <a:pt x="15790" y="17296"/>
                </a:lnTo>
                <a:lnTo>
                  <a:pt x="13576" y="18236"/>
                </a:lnTo>
                <a:lnTo>
                  <a:pt x="11351" y="19035"/>
                </a:lnTo>
                <a:lnTo>
                  <a:pt x="9119" y="19710"/>
                </a:lnTo>
                <a:lnTo>
                  <a:pt x="6869" y="20288"/>
                </a:lnTo>
                <a:lnTo>
                  <a:pt x="4601" y="20779"/>
                </a:lnTo>
                <a:lnTo>
                  <a:pt x="2315" y="21211"/>
                </a:lnTo>
                <a:lnTo>
                  <a:pt x="0" y="21600"/>
                </a:lnTo>
                <a:lnTo>
                  <a:pt x="817" y="18392"/>
                </a:lnTo>
                <a:lnTo>
                  <a:pt x="1462" y="16200"/>
                </a:lnTo>
                <a:lnTo>
                  <a:pt x="2279" y="14008"/>
                </a:lnTo>
                <a:lnTo>
                  <a:pt x="3600" y="10800"/>
                </a:lnTo>
                <a:lnTo>
                  <a:pt x="5980" y="10800"/>
                </a:lnTo>
                <a:lnTo>
                  <a:pt x="8374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BBD3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0" name="contour_17238"/>
          <p:cNvSpPr/>
          <p:nvPr/>
        </p:nvSpPr>
        <p:spPr>
          <a:xfrm>
            <a:off x="7575310" y="3236276"/>
            <a:ext cx="51016" cy="287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21" y="1041"/>
                </a:moveTo>
                <a:lnTo>
                  <a:pt x="14487" y="2804"/>
                </a:lnTo>
                <a:lnTo>
                  <a:pt x="16308" y="4622"/>
                </a:lnTo>
                <a:lnTo>
                  <a:pt x="18095" y="6528"/>
                </a:lnTo>
                <a:lnTo>
                  <a:pt x="19853" y="8527"/>
                </a:lnTo>
                <a:lnTo>
                  <a:pt x="21600" y="10647"/>
                </a:lnTo>
                <a:lnTo>
                  <a:pt x="20310" y="14091"/>
                </a:lnTo>
                <a:lnTo>
                  <a:pt x="19239" y="16381"/>
                </a:lnTo>
                <a:lnTo>
                  <a:pt x="17805" y="18539"/>
                </a:lnTo>
                <a:lnTo>
                  <a:pt x="15429" y="21600"/>
                </a:lnTo>
                <a:lnTo>
                  <a:pt x="13448" y="21277"/>
                </a:lnTo>
                <a:lnTo>
                  <a:pt x="11494" y="20817"/>
                </a:lnTo>
                <a:lnTo>
                  <a:pt x="9560" y="20247"/>
                </a:lnTo>
                <a:lnTo>
                  <a:pt x="7640" y="19568"/>
                </a:lnTo>
                <a:lnTo>
                  <a:pt x="5730" y="18807"/>
                </a:lnTo>
                <a:lnTo>
                  <a:pt x="3823" y="17969"/>
                </a:lnTo>
                <a:lnTo>
                  <a:pt x="1916" y="17071"/>
                </a:lnTo>
                <a:lnTo>
                  <a:pt x="0" y="16123"/>
                </a:lnTo>
                <a:lnTo>
                  <a:pt x="2586" y="9705"/>
                </a:lnTo>
                <a:lnTo>
                  <a:pt x="4542" y="5143"/>
                </a:lnTo>
                <a:lnTo>
                  <a:pt x="6091" y="2180"/>
                </a:lnTo>
                <a:lnTo>
                  <a:pt x="7452" y="553"/>
                </a:lnTo>
                <a:lnTo>
                  <a:pt x="8847" y="0"/>
                </a:lnTo>
                <a:lnTo>
                  <a:pt x="10498" y="246"/>
                </a:lnTo>
                <a:lnTo>
                  <a:pt x="12621" y="1041"/>
                </a:lnTo>
                <a:close/>
              </a:path>
            </a:pathLst>
          </a:custGeom>
          <a:solidFill>
            <a:srgbClr val="BCBA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1" name="contour_17239"/>
          <p:cNvSpPr/>
          <p:nvPr/>
        </p:nvSpPr>
        <p:spPr>
          <a:xfrm>
            <a:off x="3530475" y="3221292"/>
            <a:ext cx="308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308" y="0"/>
                </a:moveTo>
                <a:lnTo>
                  <a:pt x="17839" y="0"/>
                </a:lnTo>
                <a:lnTo>
                  <a:pt x="20411" y="0"/>
                </a:lnTo>
                <a:lnTo>
                  <a:pt x="20881" y="2621"/>
                </a:lnTo>
                <a:lnTo>
                  <a:pt x="21263" y="5202"/>
                </a:lnTo>
                <a:lnTo>
                  <a:pt x="21513" y="7751"/>
                </a:lnTo>
                <a:lnTo>
                  <a:pt x="21600" y="10292"/>
                </a:lnTo>
                <a:lnTo>
                  <a:pt x="21467" y="12838"/>
                </a:lnTo>
                <a:lnTo>
                  <a:pt x="21090" y="15401"/>
                </a:lnTo>
                <a:lnTo>
                  <a:pt x="20411" y="18000"/>
                </a:lnTo>
                <a:lnTo>
                  <a:pt x="17166" y="19242"/>
                </a:lnTo>
                <a:lnTo>
                  <a:pt x="13910" y="20146"/>
                </a:lnTo>
                <a:lnTo>
                  <a:pt x="10604" y="20772"/>
                </a:lnTo>
                <a:lnTo>
                  <a:pt x="7210" y="21186"/>
                </a:lnTo>
                <a:lnTo>
                  <a:pt x="3689" y="21442"/>
                </a:lnTo>
                <a:lnTo>
                  <a:pt x="0" y="21600"/>
                </a:lnTo>
                <a:lnTo>
                  <a:pt x="959" y="18922"/>
                </a:lnTo>
                <a:lnTo>
                  <a:pt x="1704" y="17021"/>
                </a:lnTo>
                <a:lnTo>
                  <a:pt x="2480" y="15379"/>
                </a:lnTo>
                <a:lnTo>
                  <a:pt x="3531" y="13478"/>
                </a:lnTo>
                <a:lnTo>
                  <a:pt x="5103" y="10800"/>
                </a:lnTo>
                <a:lnTo>
                  <a:pt x="8476" y="10800"/>
                </a:lnTo>
                <a:lnTo>
                  <a:pt x="11869" y="10800"/>
                </a:lnTo>
                <a:lnTo>
                  <a:pt x="15308" y="10800"/>
                </a:lnTo>
                <a:lnTo>
                  <a:pt x="15308" y="8662"/>
                </a:lnTo>
                <a:lnTo>
                  <a:pt x="15308" y="6516"/>
                </a:lnTo>
                <a:lnTo>
                  <a:pt x="15308" y="4363"/>
                </a:lnTo>
                <a:lnTo>
                  <a:pt x="15308" y="2192"/>
                </a:lnTo>
                <a:lnTo>
                  <a:pt x="15308" y="0"/>
                </a:lnTo>
                <a:close/>
              </a:path>
            </a:pathLst>
          </a:custGeom>
          <a:solidFill>
            <a:srgbClr val="F1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2" name="contour_17240"/>
          <p:cNvSpPr/>
          <p:nvPr/>
        </p:nvSpPr>
        <p:spPr>
          <a:xfrm>
            <a:off x="10687282" y="319942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93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163" y="5789"/>
                </a:lnTo>
                <a:lnTo>
                  <a:pt x="16649" y="7481"/>
                </a:lnTo>
                <a:lnTo>
                  <a:pt x="17945" y="10123"/>
                </a:lnTo>
                <a:lnTo>
                  <a:pt x="19457" y="1455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1B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3" name="contour_17241"/>
          <p:cNvSpPr/>
          <p:nvPr/>
        </p:nvSpPr>
        <p:spPr>
          <a:xfrm>
            <a:off x="6686175" y="321400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235" y="16553"/>
                </a:lnTo>
                <a:lnTo>
                  <a:pt x="17366" y="17719"/>
                </a:lnTo>
                <a:lnTo>
                  <a:pt x="14400" y="18900"/>
                </a:lnTo>
                <a:lnTo>
                  <a:pt x="13392" y="19303"/>
                </a:lnTo>
                <a:lnTo>
                  <a:pt x="10350" y="20534"/>
                </a:lnTo>
                <a:lnTo>
                  <a:pt x="8788" y="21067"/>
                </a:lnTo>
                <a:lnTo>
                  <a:pt x="7200" y="21600"/>
                </a:lnTo>
                <a:lnTo>
                  <a:pt x="7200" y="16841"/>
                </a:lnTo>
                <a:lnTo>
                  <a:pt x="7200" y="12053"/>
                </a:lnTo>
                <a:lnTo>
                  <a:pt x="7200" y="7200"/>
                </a:lnTo>
                <a:lnTo>
                  <a:pt x="5418" y="5414"/>
                </a:lnTo>
                <a:lnTo>
                  <a:pt x="3629" y="3629"/>
                </a:lnTo>
                <a:lnTo>
                  <a:pt x="1825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8DA0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4" name="contour_17242"/>
          <p:cNvSpPr/>
          <p:nvPr/>
        </p:nvSpPr>
        <p:spPr>
          <a:xfrm>
            <a:off x="8712237" y="320671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93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163" y="5789"/>
                </a:lnTo>
                <a:lnTo>
                  <a:pt x="16649" y="7481"/>
                </a:lnTo>
                <a:lnTo>
                  <a:pt x="17945" y="10123"/>
                </a:lnTo>
                <a:lnTo>
                  <a:pt x="19457" y="1455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6AA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5" name="contour_17243"/>
          <p:cNvSpPr/>
          <p:nvPr/>
        </p:nvSpPr>
        <p:spPr>
          <a:xfrm>
            <a:off x="5716872" y="3191229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1600" y="4970"/>
                </a:lnTo>
                <a:lnTo>
                  <a:pt x="21600" y="9089"/>
                </a:lnTo>
                <a:lnTo>
                  <a:pt x="21600" y="13223"/>
                </a:lnTo>
                <a:lnTo>
                  <a:pt x="21600" y="17391"/>
                </a:lnTo>
                <a:lnTo>
                  <a:pt x="21600" y="21600"/>
                </a:lnTo>
                <a:lnTo>
                  <a:pt x="18926" y="20743"/>
                </a:lnTo>
                <a:lnTo>
                  <a:pt x="16252" y="19886"/>
                </a:lnTo>
                <a:lnTo>
                  <a:pt x="13569" y="19029"/>
                </a:lnTo>
                <a:lnTo>
                  <a:pt x="10882" y="18172"/>
                </a:lnTo>
                <a:lnTo>
                  <a:pt x="8182" y="17308"/>
                </a:lnTo>
                <a:lnTo>
                  <a:pt x="5469" y="16437"/>
                </a:lnTo>
                <a:lnTo>
                  <a:pt x="2743" y="1556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95A7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6" name="contour_17244"/>
          <p:cNvSpPr/>
          <p:nvPr/>
        </p:nvSpPr>
        <p:spPr>
          <a:xfrm>
            <a:off x="4900617" y="319214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327" y="389"/>
                </a:lnTo>
                <a:lnTo>
                  <a:pt x="10217" y="950"/>
                </a:lnTo>
                <a:lnTo>
                  <a:pt x="13042" y="1659"/>
                </a:lnTo>
                <a:lnTo>
                  <a:pt x="15846" y="2475"/>
                </a:lnTo>
                <a:lnTo>
                  <a:pt x="18684" y="3374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2960" y="18744"/>
                </a:lnTo>
                <a:lnTo>
                  <a:pt x="12960" y="15872"/>
                </a:lnTo>
                <a:lnTo>
                  <a:pt x="12960" y="12960"/>
                </a:lnTo>
                <a:lnTo>
                  <a:pt x="9746" y="11629"/>
                </a:lnTo>
                <a:lnTo>
                  <a:pt x="7465" y="10740"/>
                </a:lnTo>
                <a:lnTo>
                  <a:pt x="5495" y="10083"/>
                </a:lnTo>
                <a:lnTo>
                  <a:pt x="3214" y="9452"/>
                </a:lnTo>
                <a:lnTo>
                  <a:pt x="0" y="8640"/>
                </a:lnTo>
                <a:lnTo>
                  <a:pt x="674" y="5923"/>
                </a:lnTo>
                <a:lnTo>
                  <a:pt x="1348" y="4121"/>
                </a:lnTo>
                <a:lnTo>
                  <a:pt x="2428" y="2415"/>
                </a:lnTo>
                <a:lnTo>
                  <a:pt x="4320" y="0"/>
                </a:lnTo>
                <a:close/>
              </a:path>
            </a:pathLst>
          </a:custGeom>
          <a:solidFill>
            <a:srgbClr val="C9D5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7" name="contour_17245"/>
          <p:cNvSpPr/>
          <p:nvPr/>
        </p:nvSpPr>
        <p:spPr>
          <a:xfrm>
            <a:off x="5294169" y="3170276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6" y="634"/>
                </a:lnTo>
                <a:lnTo>
                  <a:pt x="3669" y="1303"/>
                </a:lnTo>
                <a:lnTo>
                  <a:pt x="5499" y="1987"/>
                </a:lnTo>
                <a:lnTo>
                  <a:pt x="7329" y="2700"/>
                </a:lnTo>
                <a:lnTo>
                  <a:pt x="9374" y="3456"/>
                </a:lnTo>
                <a:lnTo>
                  <a:pt x="11451" y="4219"/>
                </a:lnTo>
                <a:lnTo>
                  <a:pt x="13627" y="6142"/>
                </a:lnTo>
                <a:lnTo>
                  <a:pt x="15472" y="8374"/>
                </a:lnTo>
                <a:lnTo>
                  <a:pt x="17092" y="10987"/>
                </a:lnTo>
                <a:lnTo>
                  <a:pt x="18585" y="14026"/>
                </a:lnTo>
                <a:lnTo>
                  <a:pt x="20054" y="17546"/>
                </a:lnTo>
                <a:lnTo>
                  <a:pt x="21600" y="21600"/>
                </a:lnTo>
                <a:lnTo>
                  <a:pt x="19786" y="21096"/>
                </a:lnTo>
                <a:lnTo>
                  <a:pt x="17971" y="20570"/>
                </a:lnTo>
                <a:lnTo>
                  <a:pt x="16160" y="20030"/>
                </a:lnTo>
                <a:lnTo>
                  <a:pt x="14345" y="19469"/>
                </a:lnTo>
                <a:lnTo>
                  <a:pt x="12534" y="18900"/>
                </a:lnTo>
                <a:lnTo>
                  <a:pt x="10849" y="18396"/>
                </a:lnTo>
                <a:lnTo>
                  <a:pt x="9155" y="17892"/>
                </a:lnTo>
                <a:lnTo>
                  <a:pt x="7437" y="17381"/>
                </a:lnTo>
                <a:lnTo>
                  <a:pt x="4888" y="15538"/>
                </a:lnTo>
                <a:lnTo>
                  <a:pt x="3363" y="13838"/>
                </a:lnTo>
                <a:lnTo>
                  <a:pt x="2256" y="11290"/>
                </a:lnTo>
                <a:lnTo>
                  <a:pt x="953" y="6919"/>
                </a:lnTo>
                <a:lnTo>
                  <a:pt x="481" y="3485"/>
                </a:lnTo>
                <a:lnTo>
                  <a:pt x="0" y="0"/>
                </a:lnTo>
                <a:close/>
              </a:path>
            </a:pathLst>
          </a:custGeom>
          <a:solidFill>
            <a:srgbClr val="A2C4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8" name="contour_17246"/>
          <p:cNvSpPr/>
          <p:nvPr/>
        </p:nvSpPr>
        <p:spPr>
          <a:xfrm>
            <a:off x="7451414" y="315570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9580" y="11400"/>
                </a:lnTo>
                <a:lnTo>
                  <a:pt x="18052" y="13440"/>
                </a:lnTo>
                <a:lnTo>
                  <a:pt x="16708" y="15120"/>
                </a:lnTo>
                <a:lnTo>
                  <a:pt x="15250" y="16800"/>
                </a:lnTo>
                <a:lnTo>
                  <a:pt x="13381" y="1884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9EA7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49" name="contour_17247"/>
          <p:cNvSpPr/>
          <p:nvPr/>
        </p:nvSpPr>
        <p:spPr>
          <a:xfrm>
            <a:off x="4813161" y="3147501"/>
            <a:ext cx="36440" cy="30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162"/>
                </a:lnTo>
                <a:lnTo>
                  <a:pt x="21600" y="655"/>
                </a:lnTo>
                <a:lnTo>
                  <a:pt x="20887" y="4111"/>
                </a:lnTo>
                <a:lnTo>
                  <a:pt x="20174" y="7572"/>
                </a:lnTo>
                <a:lnTo>
                  <a:pt x="19457" y="11049"/>
                </a:lnTo>
                <a:lnTo>
                  <a:pt x="18736" y="14541"/>
                </a:lnTo>
                <a:lnTo>
                  <a:pt x="18010" y="18055"/>
                </a:lnTo>
                <a:lnTo>
                  <a:pt x="17280" y="21600"/>
                </a:lnTo>
                <a:lnTo>
                  <a:pt x="14835" y="20118"/>
                </a:lnTo>
                <a:lnTo>
                  <a:pt x="12390" y="18636"/>
                </a:lnTo>
                <a:lnTo>
                  <a:pt x="9936" y="17149"/>
                </a:lnTo>
                <a:lnTo>
                  <a:pt x="7474" y="15657"/>
                </a:lnTo>
                <a:lnTo>
                  <a:pt x="4998" y="14154"/>
                </a:lnTo>
                <a:lnTo>
                  <a:pt x="2510" y="12646"/>
                </a:lnTo>
                <a:lnTo>
                  <a:pt x="0" y="11127"/>
                </a:lnTo>
                <a:lnTo>
                  <a:pt x="2380" y="7661"/>
                </a:lnTo>
                <a:lnTo>
                  <a:pt x="4501" y="4964"/>
                </a:lnTo>
                <a:lnTo>
                  <a:pt x="6618" y="2943"/>
                </a:lnTo>
                <a:lnTo>
                  <a:pt x="9007" y="1508"/>
                </a:lnTo>
                <a:lnTo>
                  <a:pt x="11932" y="555"/>
                </a:lnTo>
                <a:lnTo>
                  <a:pt x="15660" y="0"/>
                </a:lnTo>
                <a:close/>
              </a:path>
            </a:pathLst>
          </a:custGeom>
          <a:solidFill>
            <a:srgbClr val="A6B7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0" name="contour_17248"/>
          <p:cNvSpPr/>
          <p:nvPr/>
        </p:nvSpPr>
        <p:spPr>
          <a:xfrm>
            <a:off x="5330608" y="314112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942"/>
                </a:lnTo>
                <a:lnTo>
                  <a:pt x="12512" y="1637"/>
                </a:lnTo>
                <a:lnTo>
                  <a:pt x="14974" y="2294"/>
                </a:lnTo>
                <a:lnTo>
                  <a:pt x="17744" y="3119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3910" y="19155"/>
                </a:lnTo>
                <a:lnTo>
                  <a:pt x="11615" y="16710"/>
                </a:lnTo>
                <a:lnTo>
                  <a:pt x="9315" y="14256"/>
                </a:lnTo>
                <a:lnTo>
                  <a:pt x="7004" y="11794"/>
                </a:lnTo>
                <a:lnTo>
                  <a:pt x="4687" y="9318"/>
                </a:lnTo>
                <a:lnTo>
                  <a:pt x="2349" y="6830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BBDA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1" name="contour_17249"/>
          <p:cNvSpPr/>
          <p:nvPr/>
        </p:nvSpPr>
        <p:spPr>
          <a:xfrm>
            <a:off x="11539977" y="314841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62" y="16553"/>
                </a:lnTo>
                <a:lnTo>
                  <a:pt x="16520" y="17719"/>
                </a:lnTo>
                <a:lnTo>
                  <a:pt x="12960" y="18900"/>
                </a:lnTo>
                <a:lnTo>
                  <a:pt x="11750" y="19303"/>
                </a:lnTo>
                <a:lnTo>
                  <a:pt x="8100" y="20534"/>
                </a:lnTo>
                <a:lnTo>
                  <a:pt x="6221" y="21067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429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2" name="contour_17250"/>
          <p:cNvSpPr/>
          <p:nvPr/>
        </p:nvSpPr>
        <p:spPr>
          <a:xfrm>
            <a:off x="8202077" y="3132525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747" y="4620"/>
                </a:lnTo>
                <a:lnTo>
                  <a:pt x="20039" y="7271"/>
                </a:lnTo>
                <a:lnTo>
                  <a:pt x="19219" y="9627"/>
                </a:lnTo>
                <a:lnTo>
                  <a:pt x="18025" y="12433"/>
                </a:lnTo>
                <a:lnTo>
                  <a:pt x="16200" y="16433"/>
                </a:lnTo>
                <a:lnTo>
                  <a:pt x="12020" y="18179"/>
                </a:lnTo>
                <a:lnTo>
                  <a:pt x="9088" y="19321"/>
                </a:lnTo>
                <a:lnTo>
                  <a:pt x="6626" y="20107"/>
                </a:lnTo>
                <a:lnTo>
                  <a:pt x="3856" y="20784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CED7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3" name="contour_17251"/>
          <p:cNvSpPr/>
          <p:nvPr/>
        </p:nvSpPr>
        <p:spPr>
          <a:xfrm>
            <a:off x="5709584" y="315570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E32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4" name="contour_17252"/>
          <p:cNvSpPr/>
          <p:nvPr/>
        </p:nvSpPr>
        <p:spPr>
          <a:xfrm>
            <a:off x="4157242" y="313383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8583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5" name="contour_17253"/>
          <p:cNvSpPr/>
          <p:nvPr/>
        </p:nvSpPr>
        <p:spPr>
          <a:xfrm>
            <a:off x="7181758" y="314841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89" y="1156"/>
                </a:lnTo>
                <a:lnTo>
                  <a:pt x="8653" y="2327"/>
                </a:lnTo>
                <a:lnTo>
                  <a:pt x="10809" y="3521"/>
                </a:lnTo>
                <a:lnTo>
                  <a:pt x="12960" y="4725"/>
                </a:lnTo>
                <a:lnTo>
                  <a:pt x="15371" y="6043"/>
                </a:lnTo>
                <a:lnTo>
                  <a:pt x="17820" y="7382"/>
                </a:lnTo>
                <a:lnTo>
                  <a:pt x="19695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AEC6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6" name="contour_17254"/>
          <p:cNvSpPr/>
          <p:nvPr/>
        </p:nvSpPr>
        <p:spPr>
          <a:xfrm>
            <a:off x="5541960" y="314112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62" y="16553"/>
                </a:lnTo>
                <a:lnTo>
                  <a:pt x="16520" y="17719"/>
                </a:lnTo>
                <a:lnTo>
                  <a:pt x="12960" y="18900"/>
                </a:lnTo>
                <a:lnTo>
                  <a:pt x="11750" y="19303"/>
                </a:lnTo>
                <a:lnTo>
                  <a:pt x="8100" y="20534"/>
                </a:lnTo>
                <a:lnTo>
                  <a:pt x="6225" y="21067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D59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7" name="contour_17255"/>
          <p:cNvSpPr/>
          <p:nvPr/>
        </p:nvSpPr>
        <p:spPr>
          <a:xfrm>
            <a:off x="4470625" y="3126548"/>
            <a:ext cx="29152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71"/>
                </a:lnTo>
                <a:lnTo>
                  <a:pt x="2684" y="1315"/>
                </a:lnTo>
                <a:lnTo>
                  <a:pt x="4320" y="2112"/>
                </a:lnTo>
                <a:lnTo>
                  <a:pt x="6647" y="3253"/>
                </a:lnTo>
                <a:lnTo>
                  <a:pt x="10055" y="4917"/>
                </a:lnTo>
                <a:lnTo>
                  <a:pt x="14909" y="7293"/>
                </a:lnTo>
                <a:lnTo>
                  <a:pt x="21600" y="10562"/>
                </a:lnTo>
                <a:lnTo>
                  <a:pt x="20261" y="13177"/>
                </a:lnTo>
                <a:lnTo>
                  <a:pt x="18922" y="15807"/>
                </a:lnTo>
                <a:lnTo>
                  <a:pt x="17566" y="18447"/>
                </a:lnTo>
                <a:lnTo>
                  <a:pt x="16200" y="21125"/>
                </a:lnTo>
                <a:lnTo>
                  <a:pt x="12020" y="21442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42"/>
                </a:lnTo>
                <a:lnTo>
                  <a:pt x="0" y="21125"/>
                </a:lnTo>
                <a:lnTo>
                  <a:pt x="0" y="17639"/>
                </a:lnTo>
                <a:lnTo>
                  <a:pt x="0" y="14148"/>
                </a:lnTo>
                <a:lnTo>
                  <a:pt x="0" y="10642"/>
                </a:lnTo>
                <a:lnTo>
                  <a:pt x="0" y="7119"/>
                </a:lnTo>
                <a:lnTo>
                  <a:pt x="0" y="3575"/>
                </a:lnTo>
                <a:lnTo>
                  <a:pt x="0" y="0"/>
                </a:lnTo>
                <a:close/>
              </a:path>
            </a:pathLst>
          </a:custGeom>
          <a:solidFill>
            <a:srgbClr val="787C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8" name="contour_17256"/>
          <p:cNvSpPr/>
          <p:nvPr/>
        </p:nvSpPr>
        <p:spPr>
          <a:xfrm>
            <a:off x="4112530" y="3126548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891"/>
                </a:lnTo>
                <a:lnTo>
                  <a:pt x="7606" y="1782"/>
                </a:lnTo>
                <a:lnTo>
                  <a:pt x="11074" y="2678"/>
                </a:lnTo>
                <a:lnTo>
                  <a:pt x="14558" y="3580"/>
                </a:lnTo>
                <a:lnTo>
                  <a:pt x="18064" y="4487"/>
                </a:lnTo>
                <a:lnTo>
                  <a:pt x="21600" y="5400"/>
                </a:lnTo>
                <a:lnTo>
                  <a:pt x="20566" y="8608"/>
                </a:lnTo>
                <a:lnTo>
                  <a:pt x="19526" y="11826"/>
                </a:lnTo>
                <a:lnTo>
                  <a:pt x="18487" y="15055"/>
                </a:lnTo>
                <a:lnTo>
                  <a:pt x="17437" y="18311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DCBE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59" name="contour_17257"/>
          <p:cNvSpPr/>
          <p:nvPr/>
        </p:nvSpPr>
        <p:spPr>
          <a:xfrm>
            <a:off x="6992271" y="312654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18031" y="12960"/>
                </a:lnTo>
                <a:lnTo>
                  <a:pt x="14440" y="12960"/>
                </a:lnTo>
                <a:lnTo>
                  <a:pt x="10800" y="12960"/>
                </a:lnTo>
                <a:lnTo>
                  <a:pt x="10800" y="15816"/>
                </a:lnTo>
                <a:lnTo>
                  <a:pt x="10800" y="18688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150" y="18891"/>
                </a:lnTo>
                <a:lnTo>
                  <a:pt x="2322" y="16187"/>
                </a:lnTo>
                <a:lnTo>
                  <a:pt x="3515" y="13491"/>
                </a:lnTo>
                <a:lnTo>
                  <a:pt x="4725" y="10800"/>
                </a:lnTo>
                <a:lnTo>
                  <a:pt x="5600" y="8791"/>
                </a:lnTo>
                <a:lnTo>
                  <a:pt x="6485" y="6774"/>
                </a:lnTo>
                <a:lnTo>
                  <a:pt x="7382" y="4726"/>
                </a:lnTo>
                <a:lnTo>
                  <a:pt x="9077" y="2380"/>
                </a:lnTo>
                <a:lnTo>
                  <a:pt x="10800" y="0"/>
                </a:lnTo>
                <a:close/>
              </a:path>
            </a:pathLst>
          </a:custGeom>
          <a:solidFill>
            <a:srgbClr val="9F4B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0" name="contour_17258"/>
          <p:cNvSpPr/>
          <p:nvPr/>
        </p:nvSpPr>
        <p:spPr>
          <a:xfrm>
            <a:off x="7487854" y="3104684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1" y="0"/>
                </a:moveTo>
                <a:lnTo>
                  <a:pt x="15252" y="1031"/>
                </a:lnTo>
                <a:lnTo>
                  <a:pt x="16974" y="1939"/>
                </a:lnTo>
                <a:lnTo>
                  <a:pt x="18697" y="3224"/>
                </a:lnTo>
                <a:lnTo>
                  <a:pt x="21218" y="5400"/>
                </a:lnTo>
                <a:lnTo>
                  <a:pt x="2147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73" y="17744"/>
                </a:lnTo>
                <a:lnTo>
                  <a:pt x="21218" y="21600"/>
                </a:lnTo>
                <a:lnTo>
                  <a:pt x="18218" y="21600"/>
                </a:lnTo>
                <a:lnTo>
                  <a:pt x="15213" y="21600"/>
                </a:lnTo>
                <a:lnTo>
                  <a:pt x="12200" y="21600"/>
                </a:lnTo>
                <a:lnTo>
                  <a:pt x="9175" y="21600"/>
                </a:lnTo>
                <a:lnTo>
                  <a:pt x="6136" y="21600"/>
                </a:lnTo>
                <a:lnTo>
                  <a:pt x="3081" y="21600"/>
                </a:lnTo>
                <a:lnTo>
                  <a:pt x="0" y="21600"/>
                </a:lnTo>
                <a:lnTo>
                  <a:pt x="1052" y="18927"/>
                </a:lnTo>
                <a:lnTo>
                  <a:pt x="2105" y="16238"/>
                </a:lnTo>
                <a:lnTo>
                  <a:pt x="3170" y="13538"/>
                </a:lnTo>
                <a:lnTo>
                  <a:pt x="4244" y="10800"/>
                </a:lnTo>
                <a:lnTo>
                  <a:pt x="7049" y="10800"/>
                </a:lnTo>
                <a:lnTo>
                  <a:pt x="9871" y="10800"/>
                </a:lnTo>
                <a:lnTo>
                  <a:pt x="12731" y="10800"/>
                </a:lnTo>
                <a:lnTo>
                  <a:pt x="12731" y="7231"/>
                </a:lnTo>
                <a:lnTo>
                  <a:pt x="12731" y="3640"/>
                </a:lnTo>
                <a:lnTo>
                  <a:pt x="12731" y="0"/>
                </a:lnTo>
                <a:close/>
              </a:path>
            </a:pathLst>
          </a:custGeom>
          <a:solidFill>
            <a:srgbClr val="3438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1" name="contour_17259"/>
          <p:cNvSpPr/>
          <p:nvPr/>
        </p:nvSpPr>
        <p:spPr>
          <a:xfrm>
            <a:off x="7371246" y="311197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450" y="2709"/>
                </a:lnTo>
                <a:lnTo>
                  <a:pt x="19278" y="5413"/>
                </a:lnTo>
                <a:lnTo>
                  <a:pt x="18085" y="8109"/>
                </a:lnTo>
                <a:lnTo>
                  <a:pt x="16875" y="10800"/>
                </a:lnTo>
                <a:lnTo>
                  <a:pt x="16000" y="12809"/>
                </a:lnTo>
                <a:lnTo>
                  <a:pt x="15115" y="14826"/>
                </a:lnTo>
                <a:lnTo>
                  <a:pt x="14218" y="16874"/>
                </a:lnTo>
                <a:lnTo>
                  <a:pt x="12523" y="1922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150" y="18891"/>
                </a:lnTo>
                <a:lnTo>
                  <a:pt x="2322" y="16187"/>
                </a:lnTo>
                <a:lnTo>
                  <a:pt x="3515" y="13491"/>
                </a:lnTo>
                <a:lnTo>
                  <a:pt x="4725" y="10800"/>
                </a:lnTo>
                <a:lnTo>
                  <a:pt x="5600" y="8791"/>
                </a:lnTo>
                <a:lnTo>
                  <a:pt x="6485" y="6774"/>
                </a:lnTo>
                <a:lnTo>
                  <a:pt x="7382" y="4726"/>
                </a:lnTo>
                <a:lnTo>
                  <a:pt x="9077" y="2380"/>
                </a:lnTo>
                <a:lnTo>
                  <a:pt x="10800" y="0"/>
                </a:lnTo>
                <a:close/>
              </a:path>
            </a:pathLst>
          </a:custGeom>
          <a:solidFill>
            <a:srgbClr val="B5BE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2" name="contour_17260"/>
          <p:cNvSpPr/>
          <p:nvPr/>
        </p:nvSpPr>
        <p:spPr>
          <a:xfrm>
            <a:off x="4448762" y="3104684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078" y="583"/>
                </a:lnTo>
                <a:lnTo>
                  <a:pt x="16292" y="1102"/>
                </a:lnTo>
                <a:lnTo>
                  <a:pt x="18463" y="1839"/>
                </a:lnTo>
                <a:lnTo>
                  <a:pt x="21600" y="3086"/>
                </a:lnTo>
                <a:lnTo>
                  <a:pt x="21524" y="5249"/>
                </a:lnTo>
                <a:lnTo>
                  <a:pt x="21379" y="6823"/>
                </a:lnTo>
                <a:lnTo>
                  <a:pt x="21071" y="8260"/>
                </a:lnTo>
                <a:lnTo>
                  <a:pt x="20504" y="10013"/>
                </a:lnTo>
                <a:lnTo>
                  <a:pt x="19575" y="12534"/>
                </a:lnTo>
                <a:lnTo>
                  <a:pt x="18976" y="14228"/>
                </a:lnTo>
                <a:lnTo>
                  <a:pt x="18371" y="15932"/>
                </a:lnTo>
                <a:lnTo>
                  <a:pt x="17761" y="17660"/>
                </a:lnTo>
                <a:lnTo>
                  <a:pt x="16988" y="19616"/>
                </a:lnTo>
                <a:lnTo>
                  <a:pt x="16200" y="21600"/>
                </a:lnTo>
                <a:lnTo>
                  <a:pt x="13478" y="20199"/>
                </a:lnTo>
                <a:lnTo>
                  <a:pt x="10778" y="18783"/>
                </a:lnTo>
                <a:lnTo>
                  <a:pt x="8100" y="17357"/>
                </a:lnTo>
                <a:lnTo>
                  <a:pt x="5837" y="16172"/>
                </a:lnTo>
                <a:lnTo>
                  <a:pt x="3542" y="14972"/>
                </a:lnTo>
                <a:lnTo>
                  <a:pt x="1814" y="13639"/>
                </a:lnTo>
                <a:lnTo>
                  <a:pt x="767" y="12516"/>
                </a:lnTo>
                <a:lnTo>
                  <a:pt x="227" y="11180"/>
                </a:lnTo>
                <a:lnTo>
                  <a:pt x="27" y="9205"/>
                </a:lnTo>
                <a:lnTo>
                  <a:pt x="0" y="6171"/>
                </a:lnTo>
                <a:lnTo>
                  <a:pt x="3569" y="6171"/>
                </a:lnTo>
                <a:lnTo>
                  <a:pt x="7160" y="6171"/>
                </a:lnTo>
                <a:lnTo>
                  <a:pt x="10800" y="6171"/>
                </a:lnTo>
                <a:lnTo>
                  <a:pt x="10800" y="4132"/>
                </a:lnTo>
                <a:lnTo>
                  <a:pt x="10800" y="2080"/>
                </a:lnTo>
                <a:lnTo>
                  <a:pt x="10800" y="0"/>
                </a:lnTo>
                <a:close/>
              </a:path>
            </a:pathLst>
          </a:custGeom>
          <a:solidFill>
            <a:srgbClr val="4B48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3" name="contour_17261"/>
          <p:cNvSpPr/>
          <p:nvPr/>
        </p:nvSpPr>
        <p:spPr>
          <a:xfrm>
            <a:off x="7895982" y="310468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071" y="1584"/>
                </a:lnTo>
                <a:lnTo>
                  <a:pt x="20542" y="3175"/>
                </a:lnTo>
                <a:lnTo>
                  <a:pt x="19811" y="5371"/>
                </a:lnTo>
                <a:lnTo>
                  <a:pt x="18673" y="8777"/>
                </a:lnTo>
                <a:lnTo>
                  <a:pt x="16938" y="13982"/>
                </a:lnTo>
                <a:lnTo>
                  <a:pt x="14400" y="21600"/>
                </a:lnTo>
                <a:lnTo>
                  <a:pt x="12596" y="19930"/>
                </a:lnTo>
                <a:lnTo>
                  <a:pt x="10793" y="18245"/>
                </a:lnTo>
                <a:lnTo>
                  <a:pt x="8996" y="16553"/>
                </a:lnTo>
                <a:lnTo>
                  <a:pt x="7200" y="14846"/>
                </a:lnTo>
                <a:lnTo>
                  <a:pt x="5191" y="12960"/>
                </a:lnTo>
                <a:lnTo>
                  <a:pt x="3150" y="11052"/>
                </a:lnTo>
                <a:lnTo>
                  <a:pt x="1584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D7E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4" name="contour_17262"/>
          <p:cNvSpPr/>
          <p:nvPr/>
        </p:nvSpPr>
        <p:spPr>
          <a:xfrm>
            <a:off x="3727250" y="308282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2856" y="16200"/>
                </a:lnTo>
                <a:lnTo>
                  <a:pt x="5728" y="16200"/>
                </a:lnTo>
                <a:lnTo>
                  <a:pt x="8640" y="16200"/>
                </a:lnTo>
                <a:lnTo>
                  <a:pt x="8640" y="12992"/>
                </a:lnTo>
                <a:lnTo>
                  <a:pt x="8640" y="9774"/>
                </a:lnTo>
                <a:lnTo>
                  <a:pt x="8640" y="6545"/>
                </a:lnTo>
                <a:lnTo>
                  <a:pt x="8640" y="3289"/>
                </a:lnTo>
                <a:lnTo>
                  <a:pt x="8640" y="0"/>
                </a:lnTo>
                <a:close/>
              </a:path>
            </a:pathLst>
          </a:custGeom>
          <a:solidFill>
            <a:srgbClr val="ABAE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5" name="contour_17263"/>
          <p:cNvSpPr/>
          <p:nvPr/>
        </p:nvSpPr>
        <p:spPr>
          <a:xfrm>
            <a:off x="8479021" y="308282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19673" y="4847"/>
                </a:lnTo>
                <a:lnTo>
                  <a:pt x="18096" y="8657"/>
                </a:lnTo>
                <a:lnTo>
                  <a:pt x="16736" y="11599"/>
                </a:lnTo>
                <a:lnTo>
                  <a:pt x="15466" y="13846"/>
                </a:lnTo>
                <a:lnTo>
                  <a:pt x="14152" y="15565"/>
                </a:lnTo>
                <a:lnTo>
                  <a:pt x="12675" y="16921"/>
                </a:lnTo>
                <a:lnTo>
                  <a:pt x="10899" y="18088"/>
                </a:lnTo>
                <a:lnTo>
                  <a:pt x="8696" y="19228"/>
                </a:lnTo>
                <a:lnTo>
                  <a:pt x="5940" y="20520"/>
                </a:lnTo>
                <a:lnTo>
                  <a:pt x="2989" y="21056"/>
                </a:lnTo>
                <a:lnTo>
                  <a:pt x="0" y="21600"/>
                </a:lnTo>
                <a:lnTo>
                  <a:pt x="0" y="18744"/>
                </a:lnTo>
                <a:lnTo>
                  <a:pt x="0" y="15872"/>
                </a:lnTo>
                <a:lnTo>
                  <a:pt x="0" y="12960"/>
                </a:lnTo>
                <a:lnTo>
                  <a:pt x="2856" y="12960"/>
                </a:lnTo>
                <a:lnTo>
                  <a:pt x="5728" y="12960"/>
                </a:lnTo>
                <a:lnTo>
                  <a:pt x="8640" y="12960"/>
                </a:lnTo>
                <a:lnTo>
                  <a:pt x="8640" y="10394"/>
                </a:lnTo>
                <a:lnTo>
                  <a:pt x="8640" y="7819"/>
                </a:lnTo>
                <a:lnTo>
                  <a:pt x="8640" y="5236"/>
                </a:lnTo>
                <a:lnTo>
                  <a:pt x="8640" y="2631"/>
                </a:lnTo>
                <a:lnTo>
                  <a:pt x="8640" y="0"/>
                </a:lnTo>
                <a:close/>
              </a:path>
            </a:pathLst>
          </a:custGeom>
          <a:solidFill>
            <a:srgbClr val="484B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6" name="contour_17264"/>
          <p:cNvSpPr/>
          <p:nvPr/>
        </p:nvSpPr>
        <p:spPr>
          <a:xfrm>
            <a:off x="10920498" y="306095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424" y="1634"/>
                </a:lnTo>
                <a:lnTo>
                  <a:pt x="11335" y="3290"/>
                </a:lnTo>
                <a:lnTo>
                  <a:pt x="14116" y="5004"/>
                </a:lnTo>
                <a:lnTo>
                  <a:pt x="16767" y="6804"/>
                </a:lnTo>
                <a:lnTo>
                  <a:pt x="19262" y="8723"/>
                </a:lnTo>
                <a:lnTo>
                  <a:pt x="21600" y="10800"/>
                </a:lnTo>
                <a:lnTo>
                  <a:pt x="20747" y="13802"/>
                </a:lnTo>
                <a:lnTo>
                  <a:pt x="20039" y="15865"/>
                </a:lnTo>
                <a:lnTo>
                  <a:pt x="19219" y="17507"/>
                </a:lnTo>
                <a:lnTo>
                  <a:pt x="18025" y="19246"/>
                </a:lnTo>
                <a:lnTo>
                  <a:pt x="16200" y="21600"/>
                </a:lnTo>
                <a:lnTo>
                  <a:pt x="12609" y="20441"/>
                </a:lnTo>
                <a:lnTo>
                  <a:pt x="9979" y="19534"/>
                </a:lnTo>
                <a:lnTo>
                  <a:pt x="7852" y="18677"/>
                </a:lnTo>
                <a:lnTo>
                  <a:pt x="5778" y="17665"/>
                </a:lnTo>
                <a:lnTo>
                  <a:pt x="3310" y="16308"/>
                </a:lnTo>
                <a:lnTo>
                  <a:pt x="0" y="14400"/>
                </a:lnTo>
                <a:lnTo>
                  <a:pt x="270" y="11808"/>
                </a:lnTo>
                <a:lnTo>
                  <a:pt x="848" y="9407"/>
                </a:lnTo>
                <a:lnTo>
                  <a:pt x="1701" y="7110"/>
                </a:lnTo>
                <a:lnTo>
                  <a:pt x="2776" y="4831"/>
                </a:lnTo>
                <a:lnTo>
                  <a:pt x="4023" y="2491"/>
                </a:lnTo>
                <a:lnTo>
                  <a:pt x="5400" y="0"/>
                </a:lnTo>
                <a:close/>
              </a:path>
            </a:pathLst>
          </a:custGeom>
          <a:solidFill>
            <a:srgbClr val="C7D8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7" name="contour_17265"/>
          <p:cNvSpPr/>
          <p:nvPr/>
        </p:nvSpPr>
        <p:spPr>
          <a:xfrm>
            <a:off x="5374336" y="306095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673"/>
                </a:lnTo>
                <a:lnTo>
                  <a:pt x="16780" y="5351"/>
                </a:lnTo>
                <a:lnTo>
                  <a:pt x="17971" y="8041"/>
                </a:lnTo>
                <a:lnTo>
                  <a:pt x="19174" y="10741"/>
                </a:lnTo>
                <a:lnTo>
                  <a:pt x="20383" y="13457"/>
                </a:lnTo>
                <a:lnTo>
                  <a:pt x="21600" y="16200"/>
                </a:lnTo>
                <a:lnTo>
                  <a:pt x="19411" y="17080"/>
                </a:lnTo>
                <a:lnTo>
                  <a:pt x="17219" y="17933"/>
                </a:lnTo>
                <a:lnTo>
                  <a:pt x="15023" y="18760"/>
                </a:lnTo>
                <a:lnTo>
                  <a:pt x="12823" y="19575"/>
                </a:lnTo>
                <a:lnTo>
                  <a:pt x="10375" y="20520"/>
                </a:lnTo>
                <a:lnTo>
                  <a:pt x="7888" y="21476"/>
                </a:lnTo>
                <a:lnTo>
                  <a:pt x="5760" y="21535"/>
                </a:lnTo>
                <a:lnTo>
                  <a:pt x="3600" y="21600"/>
                </a:lnTo>
                <a:lnTo>
                  <a:pt x="2207" y="18463"/>
                </a:lnTo>
                <a:lnTo>
                  <a:pt x="1368" y="16292"/>
                </a:lnTo>
                <a:lnTo>
                  <a:pt x="745" y="14078"/>
                </a:lnTo>
                <a:lnTo>
                  <a:pt x="0" y="10800"/>
                </a:lnTo>
                <a:lnTo>
                  <a:pt x="2376" y="10800"/>
                </a:lnTo>
                <a:lnTo>
                  <a:pt x="4756" y="10800"/>
                </a:lnTo>
                <a:lnTo>
                  <a:pt x="7146" y="10800"/>
                </a:lnTo>
                <a:lnTo>
                  <a:pt x="9547" y="10800"/>
                </a:lnTo>
                <a:lnTo>
                  <a:pt x="11963" y="10800"/>
                </a:lnTo>
                <a:lnTo>
                  <a:pt x="14400" y="10800"/>
                </a:lnTo>
                <a:lnTo>
                  <a:pt x="14400" y="7231"/>
                </a:lnTo>
                <a:lnTo>
                  <a:pt x="14400" y="3640"/>
                </a:lnTo>
                <a:lnTo>
                  <a:pt x="14400" y="0"/>
                </a:lnTo>
                <a:close/>
              </a:path>
            </a:pathLst>
          </a:custGeom>
          <a:solidFill>
            <a:srgbClr val="979D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8" name="contour_17266"/>
          <p:cNvSpPr/>
          <p:nvPr/>
        </p:nvSpPr>
        <p:spPr>
          <a:xfrm>
            <a:off x="8231229" y="307553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20097" y="8991"/>
                </a:lnTo>
                <a:lnTo>
                  <a:pt x="18943" y="11621"/>
                </a:lnTo>
                <a:lnTo>
                  <a:pt x="17889" y="13748"/>
                </a:lnTo>
                <a:lnTo>
                  <a:pt x="16701" y="15822"/>
                </a:lnTo>
                <a:lnTo>
                  <a:pt x="15137" y="18290"/>
                </a:lnTo>
                <a:lnTo>
                  <a:pt x="12960" y="21600"/>
                </a:lnTo>
                <a:lnTo>
                  <a:pt x="9487" y="20747"/>
                </a:lnTo>
                <a:lnTo>
                  <a:pt x="7076" y="20039"/>
                </a:lnTo>
                <a:lnTo>
                  <a:pt x="5106" y="19219"/>
                </a:lnTo>
                <a:lnTo>
                  <a:pt x="2955" y="18025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6C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69" name="contour_17267"/>
          <p:cNvSpPr/>
          <p:nvPr/>
        </p:nvSpPr>
        <p:spPr>
          <a:xfrm>
            <a:off x="7371246" y="3067261"/>
            <a:ext cx="36440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705"/>
                </a:moveTo>
                <a:lnTo>
                  <a:pt x="12113" y="235"/>
                </a:lnTo>
                <a:lnTo>
                  <a:pt x="14524" y="0"/>
                </a:lnTo>
                <a:lnTo>
                  <a:pt x="16494" y="0"/>
                </a:lnTo>
                <a:lnTo>
                  <a:pt x="18645" y="235"/>
                </a:lnTo>
                <a:lnTo>
                  <a:pt x="21600" y="705"/>
                </a:lnTo>
                <a:lnTo>
                  <a:pt x="20377" y="3662"/>
                </a:lnTo>
                <a:lnTo>
                  <a:pt x="19155" y="6618"/>
                </a:lnTo>
                <a:lnTo>
                  <a:pt x="17928" y="9585"/>
                </a:lnTo>
                <a:lnTo>
                  <a:pt x="16697" y="12563"/>
                </a:lnTo>
                <a:lnTo>
                  <a:pt x="15457" y="15556"/>
                </a:lnTo>
                <a:lnTo>
                  <a:pt x="14213" y="18565"/>
                </a:lnTo>
                <a:lnTo>
                  <a:pt x="12960" y="21600"/>
                </a:lnTo>
                <a:lnTo>
                  <a:pt x="10394" y="20566"/>
                </a:lnTo>
                <a:lnTo>
                  <a:pt x="7819" y="19526"/>
                </a:lnTo>
                <a:lnTo>
                  <a:pt x="5236" y="18487"/>
                </a:lnTo>
                <a:lnTo>
                  <a:pt x="2631" y="17437"/>
                </a:lnTo>
                <a:lnTo>
                  <a:pt x="0" y="16376"/>
                </a:lnTo>
                <a:lnTo>
                  <a:pt x="1503" y="13038"/>
                </a:lnTo>
                <a:lnTo>
                  <a:pt x="2657" y="10573"/>
                </a:lnTo>
                <a:lnTo>
                  <a:pt x="3711" y="8541"/>
                </a:lnTo>
                <a:lnTo>
                  <a:pt x="4899" y="6509"/>
                </a:lnTo>
                <a:lnTo>
                  <a:pt x="6463" y="4043"/>
                </a:lnTo>
                <a:lnTo>
                  <a:pt x="8640" y="705"/>
                </a:lnTo>
                <a:close/>
              </a:path>
            </a:pathLst>
          </a:custGeom>
          <a:solidFill>
            <a:srgbClr val="C3CB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0" name="contour_17268"/>
          <p:cNvSpPr/>
          <p:nvPr/>
        </p:nvSpPr>
        <p:spPr>
          <a:xfrm>
            <a:off x="10250003" y="3053668"/>
            <a:ext cx="51016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343" y="4469"/>
                </a:lnTo>
                <a:lnTo>
                  <a:pt x="12343" y="8965"/>
                </a:lnTo>
                <a:lnTo>
                  <a:pt x="12343" y="13521"/>
                </a:lnTo>
                <a:lnTo>
                  <a:pt x="14639" y="15603"/>
                </a:lnTo>
                <a:lnTo>
                  <a:pt x="16268" y="16996"/>
                </a:lnTo>
                <a:lnTo>
                  <a:pt x="17675" y="18024"/>
                </a:lnTo>
                <a:lnTo>
                  <a:pt x="19304" y="19011"/>
                </a:lnTo>
                <a:lnTo>
                  <a:pt x="21600" y="20282"/>
                </a:lnTo>
                <a:lnTo>
                  <a:pt x="19789" y="20491"/>
                </a:lnTo>
                <a:lnTo>
                  <a:pt x="17974" y="20674"/>
                </a:lnTo>
                <a:lnTo>
                  <a:pt x="16163" y="20843"/>
                </a:lnTo>
                <a:lnTo>
                  <a:pt x="14349" y="20992"/>
                </a:lnTo>
                <a:lnTo>
                  <a:pt x="12534" y="21127"/>
                </a:lnTo>
                <a:lnTo>
                  <a:pt x="10849" y="21282"/>
                </a:lnTo>
                <a:lnTo>
                  <a:pt x="9155" y="21438"/>
                </a:lnTo>
                <a:lnTo>
                  <a:pt x="7437" y="21600"/>
                </a:lnTo>
                <a:lnTo>
                  <a:pt x="5277" y="20944"/>
                </a:lnTo>
                <a:lnTo>
                  <a:pt x="3086" y="20282"/>
                </a:lnTo>
                <a:lnTo>
                  <a:pt x="1839" y="16239"/>
                </a:lnTo>
                <a:lnTo>
                  <a:pt x="1102" y="13481"/>
                </a:lnTo>
                <a:lnTo>
                  <a:pt x="583" y="10743"/>
                </a:lnTo>
                <a:lnTo>
                  <a:pt x="0" y="6761"/>
                </a:lnTo>
                <a:lnTo>
                  <a:pt x="2166" y="4192"/>
                </a:lnTo>
                <a:lnTo>
                  <a:pt x="4027" y="2359"/>
                </a:lnTo>
                <a:lnTo>
                  <a:pt x="5780" y="1143"/>
                </a:lnTo>
                <a:lnTo>
                  <a:pt x="7619" y="426"/>
                </a:lnTo>
                <a:lnTo>
                  <a:pt x="9742" y="88"/>
                </a:lnTo>
                <a:lnTo>
                  <a:pt x="12343" y="0"/>
                </a:lnTo>
                <a:close/>
              </a:path>
            </a:pathLst>
          </a:custGeom>
          <a:solidFill>
            <a:srgbClr val="C2D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1" name="contour_17269"/>
          <p:cNvSpPr/>
          <p:nvPr/>
        </p:nvSpPr>
        <p:spPr>
          <a:xfrm>
            <a:off x="4907905" y="3053668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833" y="0"/>
                </a:lnTo>
                <a:lnTo>
                  <a:pt x="3672" y="0"/>
                </a:lnTo>
                <a:lnTo>
                  <a:pt x="5517" y="0"/>
                </a:lnTo>
                <a:lnTo>
                  <a:pt x="7378" y="0"/>
                </a:lnTo>
                <a:lnTo>
                  <a:pt x="9257" y="0"/>
                </a:lnTo>
                <a:lnTo>
                  <a:pt x="9257" y="2856"/>
                </a:lnTo>
                <a:lnTo>
                  <a:pt x="9257" y="5728"/>
                </a:lnTo>
                <a:lnTo>
                  <a:pt x="9257" y="8640"/>
                </a:lnTo>
                <a:lnTo>
                  <a:pt x="11284" y="9932"/>
                </a:lnTo>
                <a:lnTo>
                  <a:pt x="12886" y="10632"/>
                </a:lnTo>
                <a:lnTo>
                  <a:pt x="15429" y="11340"/>
                </a:lnTo>
                <a:lnTo>
                  <a:pt x="17150" y="11828"/>
                </a:lnTo>
                <a:lnTo>
                  <a:pt x="18900" y="12321"/>
                </a:lnTo>
                <a:lnTo>
                  <a:pt x="20239" y="12640"/>
                </a:lnTo>
                <a:lnTo>
                  <a:pt x="21600" y="12960"/>
                </a:lnTo>
                <a:lnTo>
                  <a:pt x="19733" y="12792"/>
                </a:lnTo>
                <a:lnTo>
                  <a:pt x="17863" y="12623"/>
                </a:lnTo>
                <a:lnTo>
                  <a:pt x="15996" y="12455"/>
                </a:lnTo>
                <a:lnTo>
                  <a:pt x="14126" y="12286"/>
                </a:lnTo>
                <a:lnTo>
                  <a:pt x="12260" y="12118"/>
                </a:lnTo>
                <a:lnTo>
                  <a:pt x="10769" y="12537"/>
                </a:lnTo>
                <a:lnTo>
                  <a:pt x="9257" y="12960"/>
                </a:lnTo>
                <a:lnTo>
                  <a:pt x="8492" y="15098"/>
                </a:lnTo>
                <a:lnTo>
                  <a:pt x="7727" y="17250"/>
                </a:lnTo>
                <a:lnTo>
                  <a:pt x="6952" y="19410"/>
                </a:lnTo>
                <a:lnTo>
                  <a:pt x="6171" y="21600"/>
                </a:lnTo>
                <a:lnTo>
                  <a:pt x="5406" y="18926"/>
                </a:lnTo>
                <a:lnTo>
                  <a:pt x="4644" y="16252"/>
                </a:lnTo>
                <a:lnTo>
                  <a:pt x="3876" y="13569"/>
                </a:lnTo>
                <a:lnTo>
                  <a:pt x="3110" y="10882"/>
                </a:lnTo>
                <a:lnTo>
                  <a:pt x="2339" y="8182"/>
                </a:lnTo>
                <a:lnTo>
                  <a:pt x="1564" y="5469"/>
                </a:lnTo>
                <a:lnTo>
                  <a:pt x="78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5F5F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2" name="contour_17270"/>
          <p:cNvSpPr/>
          <p:nvPr/>
        </p:nvSpPr>
        <p:spPr>
          <a:xfrm>
            <a:off x="4842313" y="304638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15" y="2838"/>
                </a:lnTo>
                <a:lnTo>
                  <a:pt x="18689" y="5080"/>
                </a:lnTo>
                <a:lnTo>
                  <a:pt x="19575" y="8640"/>
                </a:lnTo>
                <a:lnTo>
                  <a:pt x="20185" y="11051"/>
                </a:lnTo>
                <a:lnTo>
                  <a:pt x="20801" y="13500"/>
                </a:lnTo>
                <a:lnTo>
                  <a:pt x="21200" y="15375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363" y="18814"/>
                </a:lnTo>
                <a:lnTo>
                  <a:pt x="3353" y="16023"/>
                </a:lnTo>
                <a:lnTo>
                  <a:pt x="2365" y="13228"/>
                </a:lnTo>
                <a:lnTo>
                  <a:pt x="1939" y="12061"/>
                </a:lnTo>
                <a:lnTo>
                  <a:pt x="653" y="8523"/>
                </a:lnTo>
                <a:lnTo>
                  <a:pt x="329" y="6437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1E1E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3" name="contour_17271"/>
          <p:cNvSpPr/>
          <p:nvPr/>
        </p:nvSpPr>
        <p:spPr>
          <a:xfrm>
            <a:off x="4667401" y="305366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DE0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4" name="contour_17272"/>
          <p:cNvSpPr/>
          <p:nvPr/>
        </p:nvSpPr>
        <p:spPr>
          <a:xfrm>
            <a:off x="10118819" y="3045666"/>
            <a:ext cx="43728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126"/>
                </a:lnTo>
                <a:lnTo>
                  <a:pt x="12823" y="244"/>
                </a:lnTo>
                <a:lnTo>
                  <a:pt x="14062" y="293"/>
                </a:lnTo>
                <a:lnTo>
                  <a:pt x="17788" y="432"/>
                </a:lnTo>
                <a:lnTo>
                  <a:pt x="19681" y="558"/>
                </a:lnTo>
                <a:lnTo>
                  <a:pt x="21600" y="683"/>
                </a:lnTo>
                <a:lnTo>
                  <a:pt x="21074" y="2217"/>
                </a:lnTo>
                <a:lnTo>
                  <a:pt x="20542" y="3758"/>
                </a:lnTo>
                <a:lnTo>
                  <a:pt x="19811" y="5892"/>
                </a:lnTo>
                <a:lnTo>
                  <a:pt x="18677" y="9182"/>
                </a:lnTo>
                <a:lnTo>
                  <a:pt x="16938" y="14230"/>
                </a:lnTo>
                <a:lnTo>
                  <a:pt x="14400" y="21600"/>
                </a:lnTo>
                <a:lnTo>
                  <a:pt x="12366" y="19627"/>
                </a:lnTo>
                <a:lnTo>
                  <a:pt x="10325" y="17654"/>
                </a:lnTo>
                <a:lnTo>
                  <a:pt x="8280" y="15674"/>
                </a:lnTo>
                <a:lnTo>
                  <a:pt x="6228" y="13687"/>
                </a:lnTo>
                <a:lnTo>
                  <a:pt x="4165" y="11692"/>
                </a:lnTo>
                <a:lnTo>
                  <a:pt x="2092" y="9684"/>
                </a:lnTo>
                <a:lnTo>
                  <a:pt x="0" y="7656"/>
                </a:lnTo>
                <a:lnTo>
                  <a:pt x="2149" y="3619"/>
                </a:lnTo>
                <a:lnTo>
                  <a:pt x="3686" y="1471"/>
                </a:lnTo>
                <a:lnTo>
                  <a:pt x="5353" y="509"/>
                </a:lnTo>
                <a:lnTo>
                  <a:pt x="7888" y="0"/>
                </a:lnTo>
                <a:close/>
              </a:path>
            </a:pathLst>
          </a:custGeom>
          <a:solidFill>
            <a:srgbClr val="A6B0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5" name="contour_17273"/>
          <p:cNvSpPr/>
          <p:nvPr/>
        </p:nvSpPr>
        <p:spPr>
          <a:xfrm>
            <a:off x="8158349" y="305366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79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6" name="contour_17274"/>
          <p:cNvSpPr/>
          <p:nvPr/>
        </p:nvSpPr>
        <p:spPr>
          <a:xfrm>
            <a:off x="6904815" y="301722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19" y="3056"/>
                </a:lnTo>
                <a:lnTo>
                  <a:pt x="16438" y="6113"/>
                </a:lnTo>
                <a:lnTo>
                  <a:pt x="17460" y="9180"/>
                </a:lnTo>
                <a:lnTo>
                  <a:pt x="18486" y="12258"/>
                </a:lnTo>
                <a:lnTo>
                  <a:pt x="19519" y="15352"/>
                </a:lnTo>
                <a:lnTo>
                  <a:pt x="20556" y="18463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2038" y="13910"/>
                </a:lnTo>
                <a:lnTo>
                  <a:pt x="4075" y="11615"/>
                </a:lnTo>
                <a:lnTo>
                  <a:pt x="6120" y="9315"/>
                </a:lnTo>
                <a:lnTo>
                  <a:pt x="8172" y="7004"/>
                </a:lnTo>
                <a:lnTo>
                  <a:pt x="10235" y="4687"/>
                </a:lnTo>
                <a:lnTo>
                  <a:pt x="12308" y="2349"/>
                </a:lnTo>
                <a:lnTo>
                  <a:pt x="14400" y="0"/>
                </a:lnTo>
                <a:close/>
              </a:path>
            </a:pathLst>
          </a:custGeom>
          <a:solidFill>
            <a:srgbClr val="C1C9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7" name="contour_17275"/>
          <p:cNvSpPr/>
          <p:nvPr/>
        </p:nvSpPr>
        <p:spPr>
          <a:xfrm>
            <a:off x="1169165" y="303180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7B9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8" name="contour_17276"/>
          <p:cNvSpPr/>
          <p:nvPr/>
        </p:nvSpPr>
        <p:spPr>
          <a:xfrm>
            <a:off x="5403488" y="302451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788" y="9418"/>
                </a:lnTo>
                <a:lnTo>
                  <a:pt x="20157" y="12269"/>
                </a:lnTo>
                <a:lnTo>
                  <a:pt x="19500" y="14731"/>
                </a:lnTo>
                <a:lnTo>
                  <a:pt x="18611" y="17582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817" y="19035"/>
                </a:lnTo>
                <a:lnTo>
                  <a:pt x="8999" y="16454"/>
                </a:lnTo>
                <a:lnTo>
                  <a:pt x="9180" y="13835"/>
                </a:lnTo>
                <a:lnTo>
                  <a:pt x="9003" y="11048"/>
                </a:lnTo>
                <a:lnTo>
                  <a:pt x="8821" y="8246"/>
                </a:lnTo>
                <a:lnTo>
                  <a:pt x="8640" y="5400"/>
                </a:lnTo>
                <a:lnTo>
                  <a:pt x="6502" y="4061"/>
                </a:lnTo>
                <a:lnTo>
                  <a:pt x="4355" y="2722"/>
                </a:lnTo>
                <a:lnTo>
                  <a:pt x="2190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C04E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79" name="contour_17277"/>
          <p:cNvSpPr/>
          <p:nvPr/>
        </p:nvSpPr>
        <p:spPr>
          <a:xfrm>
            <a:off x="4696553" y="300994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553"/>
                </a:lnTo>
                <a:lnTo>
                  <a:pt x="6626" y="1054"/>
                </a:lnTo>
                <a:lnTo>
                  <a:pt x="9088" y="1711"/>
                </a:lnTo>
                <a:lnTo>
                  <a:pt x="12020" y="2730"/>
                </a:lnTo>
                <a:lnTo>
                  <a:pt x="16200" y="4320"/>
                </a:lnTo>
                <a:lnTo>
                  <a:pt x="17620" y="7171"/>
                </a:lnTo>
                <a:lnTo>
                  <a:pt x="18733" y="9971"/>
                </a:lnTo>
                <a:lnTo>
                  <a:pt x="19618" y="12761"/>
                </a:lnTo>
                <a:lnTo>
                  <a:pt x="20342" y="15595"/>
                </a:lnTo>
                <a:lnTo>
                  <a:pt x="20979" y="18524"/>
                </a:lnTo>
                <a:lnTo>
                  <a:pt x="21600" y="21600"/>
                </a:lnTo>
                <a:lnTo>
                  <a:pt x="17744" y="21047"/>
                </a:lnTo>
                <a:lnTo>
                  <a:pt x="14974" y="20546"/>
                </a:lnTo>
                <a:lnTo>
                  <a:pt x="12512" y="19889"/>
                </a:lnTo>
                <a:lnTo>
                  <a:pt x="9580" y="18870"/>
                </a:lnTo>
                <a:lnTo>
                  <a:pt x="5400" y="17280"/>
                </a:lnTo>
                <a:lnTo>
                  <a:pt x="3980" y="14429"/>
                </a:lnTo>
                <a:lnTo>
                  <a:pt x="2867" y="11629"/>
                </a:lnTo>
                <a:lnTo>
                  <a:pt x="1982" y="8839"/>
                </a:lnTo>
                <a:lnTo>
                  <a:pt x="1258" y="6005"/>
                </a:lnTo>
                <a:lnTo>
                  <a:pt x="621" y="3076"/>
                </a:lnTo>
                <a:lnTo>
                  <a:pt x="0" y="0"/>
                </a:lnTo>
                <a:close/>
              </a:path>
            </a:pathLst>
          </a:custGeom>
          <a:solidFill>
            <a:srgbClr val="3231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0" name="contour_17278"/>
          <p:cNvSpPr/>
          <p:nvPr/>
        </p:nvSpPr>
        <p:spPr>
          <a:xfrm>
            <a:off x="9914755" y="300265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3181" y="20569"/>
                </a:lnTo>
                <a:lnTo>
                  <a:pt x="11048" y="19661"/>
                </a:lnTo>
                <a:lnTo>
                  <a:pt x="8797" y="18376"/>
                </a:lnTo>
                <a:lnTo>
                  <a:pt x="5400" y="16200"/>
                </a:lnTo>
                <a:lnTo>
                  <a:pt x="3737" y="12020"/>
                </a:lnTo>
                <a:lnTo>
                  <a:pt x="2624" y="9088"/>
                </a:lnTo>
                <a:lnTo>
                  <a:pt x="1804" y="6626"/>
                </a:lnTo>
                <a:lnTo>
                  <a:pt x="1015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C4DA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1" name="contour_17279"/>
          <p:cNvSpPr/>
          <p:nvPr/>
        </p:nvSpPr>
        <p:spPr>
          <a:xfrm>
            <a:off x="7503807" y="3002652"/>
            <a:ext cx="3506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41" y="0"/>
                </a:moveTo>
                <a:lnTo>
                  <a:pt x="5864" y="1782"/>
                </a:lnTo>
                <a:lnTo>
                  <a:pt x="8090" y="3568"/>
                </a:lnTo>
                <a:lnTo>
                  <a:pt x="10317" y="5353"/>
                </a:lnTo>
                <a:lnTo>
                  <a:pt x="12553" y="7146"/>
                </a:lnTo>
                <a:lnTo>
                  <a:pt x="14798" y="8946"/>
                </a:lnTo>
                <a:lnTo>
                  <a:pt x="17052" y="10753"/>
                </a:lnTo>
                <a:lnTo>
                  <a:pt x="19319" y="12571"/>
                </a:lnTo>
                <a:lnTo>
                  <a:pt x="21600" y="14400"/>
                </a:lnTo>
                <a:lnTo>
                  <a:pt x="19467" y="14252"/>
                </a:lnTo>
                <a:lnTo>
                  <a:pt x="17321" y="14101"/>
                </a:lnTo>
                <a:lnTo>
                  <a:pt x="15144" y="13950"/>
                </a:lnTo>
                <a:lnTo>
                  <a:pt x="14116" y="14018"/>
                </a:lnTo>
                <a:lnTo>
                  <a:pt x="12297" y="14134"/>
                </a:lnTo>
                <a:lnTo>
                  <a:pt x="8131" y="14400"/>
                </a:lnTo>
                <a:lnTo>
                  <a:pt x="6322" y="16538"/>
                </a:lnTo>
                <a:lnTo>
                  <a:pt x="5253" y="18000"/>
                </a:lnTo>
                <a:lnTo>
                  <a:pt x="4499" y="19462"/>
                </a:lnTo>
                <a:lnTo>
                  <a:pt x="3641" y="21600"/>
                </a:lnTo>
                <a:lnTo>
                  <a:pt x="2267" y="18958"/>
                </a:lnTo>
                <a:lnTo>
                  <a:pt x="1194" y="16603"/>
                </a:lnTo>
                <a:lnTo>
                  <a:pt x="444" y="14414"/>
                </a:lnTo>
                <a:lnTo>
                  <a:pt x="36" y="12258"/>
                </a:lnTo>
                <a:lnTo>
                  <a:pt x="0" y="10008"/>
                </a:lnTo>
                <a:lnTo>
                  <a:pt x="350" y="7538"/>
                </a:lnTo>
                <a:lnTo>
                  <a:pt x="1118" y="4723"/>
                </a:lnTo>
                <a:lnTo>
                  <a:pt x="2371" y="2380"/>
                </a:lnTo>
                <a:lnTo>
                  <a:pt x="3641" y="0"/>
                </a:lnTo>
                <a:close/>
              </a:path>
            </a:pathLst>
          </a:custGeom>
          <a:solidFill>
            <a:srgbClr val="6167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2" name="contour_17280"/>
          <p:cNvSpPr/>
          <p:nvPr/>
        </p:nvSpPr>
        <p:spPr>
          <a:xfrm>
            <a:off x="4805873" y="300994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CC0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3" name="contour_17281"/>
          <p:cNvSpPr/>
          <p:nvPr/>
        </p:nvSpPr>
        <p:spPr>
          <a:xfrm>
            <a:off x="10235427" y="299536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2138"/>
                </a:lnTo>
                <a:lnTo>
                  <a:pt x="15816" y="4281"/>
                </a:lnTo>
                <a:lnTo>
                  <a:pt x="17250" y="6432"/>
                </a:lnTo>
                <a:lnTo>
                  <a:pt x="18688" y="8592"/>
                </a:lnTo>
                <a:lnTo>
                  <a:pt x="20140" y="10765"/>
                </a:lnTo>
                <a:lnTo>
                  <a:pt x="21600" y="12960"/>
                </a:lnTo>
                <a:lnTo>
                  <a:pt x="18926" y="14031"/>
                </a:lnTo>
                <a:lnTo>
                  <a:pt x="16252" y="15098"/>
                </a:lnTo>
                <a:lnTo>
                  <a:pt x="13569" y="16174"/>
                </a:lnTo>
                <a:lnTo>
                  <a:pt x="10882" y="17250"/>
                </a:lnTo>
                <a:lnTo>
                  <a:pt x="8182" y="18325"/>
                </a:lnTo>
                <a:lnTo>
                  <a:pt x="5469" y="19410"/>
                </a:lnTo>
                <a:lnTo>
                  <a:pt x="2743" y="20503"/>
                </a:lnTo>
                <a:lnTo>
                  <a:pt x="0" y="21600"/>
                </a:lnTo>
                <a:lnTo>
                  <a:pt x="2419" y="16610"/>
                </a:lnTo>
                <a:lnTo>
                  <a:pt x="4342" y="12684"/>
                </a:lnTo>
                <a:lnTo>
                  <a:pt x="5880" y="9638"/>
                </a:lnTo>
                <a:lnTo>
                  <a:pt x="7137" y="7305"/>
                </a:lnTo>
                <a:lnTo>
                  <a:pt x="8221" y="5495"/>
                </a:lnTo>
                <a:lnTo>
                  <a:pt x="9240" y="4039"/>
                </a:lnTo>
                <a:lnTo>
                  <a:pt x="10299" y="2756"/>
                </a:lnTo>
                <a:lnTo>
                  <a:pt x="11504" y="1469"/>
                </a:lnTo>
                <a:lnTo>
                  <a:pt x="12960" y="0"/>
                </a:lnTo>
                <a:close/>
              </a:path>
            </a:pathLst>
          </a:custGeom>
          <a:solidFill>
            <a:srgbClr val="BBC7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4" name="contour_17282"/>
          <p:cNvSpPr/>
          <p:nvPr/>
        </p:nvSpPr>
        <p:spPr>
          <a:xfrm>
            <a:off x="7444126" y="2994053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444" y="3524"/>
                </a:lnTo>
                <a:lnTo>
                  <a:pt x="19273" y="6113"/>
                </a:lnTo>
                <a:lnTo>
                  <a:pt x="18079" y="8692"/>
                </a:lnTo>
                <a:lnTo>
                  <a:pt x="16875" y="11265"/>
                </a:lnTo>
                <a:lnTo>
                  <a:pt x="15557" y="14149"/>
                </a:lnTo>
                <a:lnTo>
                  <a:pt x="14218" y="17078"/>
                </a:lnTo>
                <a:lnTo>
                  <a:pt x="12523" y="19321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D2DB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5" name="contour_17283"/>
          <p:cNvSpPr/>
          <p:nvPr/>
        </p:nvSpPr>
        <p:spPr>
          <a:xfrm>
            <a:off x="8347837" y="2995365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937" y="21600"/>
                </a:lnTo>
                <a:lnTo>
                  <a:pt x="15188" y="21600"/>
                </a:lnTo>
                <a:lnTo>
                  <a:pt x="12402" y="21600"/>
                </a:lnTo>
                <a:lnTo>
                  <a:pt x="12402" y="18031"/>
                </a:lnTo>
                <a:lnTo>
                  <a:pt x="12402" y="14440"/>
                </a:lnTo>
                <a:lnTo>
                  <a:pt x="12402" y="10800"/>
                </a:lnTo>
                <a:lnTo>
                  <a:pt x="9326" y="9299"/>
                </a:lnTo>
                <a:lnTo>
                  <a:pt x="7144" y="8267"/>
                </a:lnTo>
                <a:lnTo>
                  <a:pt x="5258" y="7447"/>
                </a:lnTo>
                <a:lnTo>
                  <a:pt x="3076" y="6577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C6D1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6" name="contour_17284"/>
          <p:cNvSpPr/>
          <p:nvPr/>
        </p:nvSpPr>
        <p:spPr>
          <a:xfrm>
            <a:off x="4324866" y="2966213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5" y="0"/>
                </a:lnTo>
                <a:lnTo>
                  <a:pt x="7177" y="0"/>
                </a:lnTo>
                <a:lnTo>
                  <a:pt x="9257" y="0"/>
                </a:lnTo>
                <a:lnTo>
                  <a:pt x="9257" y="4759"/>
                </a:lnTo>
                <a:lnTo>
                  <a:pt x="9257" y="9547"/>
                </a:lnTo>
                <a:lnTo>
                  <a:pt x="9257" y="14400"/>
                </a:lnTo>
                <a:lnTo>
                  <a:pt x="11284" y="16553"/>
                </a:lnTo>
                <a:lnTo>
                  <a:pt x="12886" y="17719"/>
                </a:lnTo>
                <a:lnTo>
                  <a:pt x="15429" y="18900"/>
                </a:lnTo>
                <a:lnTo>
                  <a:pt x="17468" y="19793"/>
                </a:lnTo>
                <a:lnTo>
                  <a:pt x="19520" y="20693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611" y="17323"/>
                </a:lnTo>
                <a:lnTo>
                  <a:pt x="1225" y="13032"/>
                </a:lnTo>
                <a:lnTo>
                  <a:pt x="1839" y="8726"/>
                </a:lnTo>
                <a:lnTo>
                  <a:pt x="2459" y="4385"/>
                </a:lnTo>
                <a:lnTo>
                  <a:pt x="3086" y="0"/>
                </a:lnTo>
                <a:close/>
              </a:path>
            </a:pathLst>
          </a:custGeom>
          <a:solidFill>
            <a:srgbClr val="C2C6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7" name="contour_17285"/>
          <p:cNvSpPr/>
          <p:nvPr/>
        </p:nvSpPr>
        <p:spPr>
          <a:xfrm>
            <a:off x="5017225" y="2937061"/>
            <a:ext cx="3849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268" y="0"/>
                </a:moveTo>
                <a:lnTo>
                  <a:pt x="14697" y="562"/>
                </a:lnTo>
                <a:lnTo>
                  <a:pt x="16357" y="1123"/>
                </a:lnTo>
                <a:lnTo>
                  <a:pt x="18018" y="2023"/>
                </a:lnTo>
                <a:lnTo>
                  <a:pt x="20447" y="3600"/>
                </a:lnTo>
                <a:lnTo>
                  <a:pt x="21072" y="6066"/>
                </a:lnTo>
                <a:lnTo>
                  <a:pt x="21461" y="8456"/>
                </a:lnTo>
                <a:lnTo>
                  <a:pt x="21600" y="10807"/>
                </a:lnTo>
                <a:lnTo>
                  <a:pt x="21485" y="13158"/>
                </a:lnTo>
                <a:lnTo>
                  <a:pt x="21105" y="15541"/>
                </a:lnTo>
                <a:lnTo>
                  <a:pt x="20447" y="18000"/>
                </a:lnTo>
                <a:lnTo>
                  <a:pt x="17650" y="19541"/>
                </a:lnTo>
                <a:lnTo>
                  <a:pt x="15613" y="20498"/>
                </a:lnTo>
                <a:lnTo>
                  <a:pt x="13748" y="21046"/>
                </a:lnTo>
                <a:lnTo>
                  <a:pt x="11467" y="21355"/>
                </a:lnTo>
                <a:lnTo>
                  <a:pt x="8179" y="21600"/>
                </a:lnTo>
                <a:lnTo>
                  <a:pt x="5320" y="19588"/>
                </a:lnTo>
                <a:lnTo>
                  <a:pt x="3513" y="18166"/>
                </a:lnTo>
                <a:lnTo>
                  <a:pt x="1996" y="16664"/>
                </a:lnTo>
                <a:lnTo>
                  <a:pt x="0" y="14400"/>
                </a:lnTo>
                <a:lnTo>
                  <a:pt x="1902" y="13842"/>
                </a:lnTo>
                <a:lnTo>
                  <a:pt x="3836" y="13277"/>
                </a:lnTo>
                <a:lnTo>
                  <a:pt x="6445" y="11509"/>
                </a:lnTo>
                <a:lnTo>
                  <a:pt x="8326" y="9630"/>
                </a:lnTo>
                <a:lnTo>
                  <a:pt x="9663" y="7589"/>
                </a:lnTo>
                <a:lnTo>
                  <a:pt x="10641" y="5339"/>
                </a:lnTo>
                <a:lnTo>
                  <a:pt x="11446" y="2826"/>
                </a:lnTo>
                <a:lnTo>
                  <a:pt x="12268" y="0"/>
                </a:lnTo>
                <a:close/>
              </a:path>
            </a:pathLst>
          </a:custGeom>
          <a:solidFill>
            <a:srgbClr val="3532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8" name="contour_17286"/>
          <p:cNvSpPr/>
          <p:nvPr/>
        </p:nvSpPr>
        <p:spPr>
          <a:xfrm>
            <a:off x="5060953" y="2939633"/>
            <a:ext cx="43728" cy="338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007"/>
                </a:moveTo>
                <a:lnTo>
                  <a:pt x="19620" y="5053"/>
                </a:lnTo>
                <a:lnTo>
                  <a:pt x="17636" y="7098"/>
                </a:lnTo>
                <a:lnTo>
                  <a:pt x="15653" y="9148"/>
                </a:lnTo>
                <a:lnTo>
                  <a:pt x="13666" y="11207"/>
                </a:lnTo>
                <a:lnTo>
                  <a:pt x="11668" y="13266"/>
                </a:lnTo>
                <a:lnTo>
                  <a:pt x="9666" y="15334"/>
                </a:lnTo>
                <a:lnTo>
                  <a:pt x="7654" y="17412"/>
                </a:lnTo>
                <a:lnTo>
                  <a:pt x="5634" y="19499"/>
                </a:lnTo>
                <a:lnTo>
                  <a:pt x="3600" y="21600"/>
                </a:lnTo>
                <a:lnTo>
                  <a:pt x="2707" y="19299"/>
                </a:lnTo>
                <a:lnTo>
                  <a:pt x="1814" y="16984"/>
                </a:lnTo>
                <a:lnTo>
                  <a:pt x="911" y="14660"/>
                </a:lnTo>
                <a:lnTo>
                  <a:pt x="0" y="12304"/>
                </a:lnTo>
                <a:lnTo>
                  <a:pt x="2182" y="8780"/>
                </a:lnTo>
                <a:lnTo>
                  <a:pt x="4277" y="5801"/>
                </a:lnTo>
                <a:lnTo>
                  <a:pt x="6350" y="3398"/>
                </a:lnTo>
                <a:lnTo>
                  <a:pt x="8456" y="1608"/>
                </a:lnTo>
                <a:lnTo>
                  <a:pt x="10660" y="465"/>
                </a:lnTo>
                <a:lnTo>
                  <a:pt x="13014" y="0"/>
                </a:lnTo>
                <a:lnTo>
                  <a:pt x="15584" y="246"/>
                </a:lnTo>
                <a:lnTo>
                  <a:pt x="18425" y="1236"/>
                </a:lnTo>
                <a:lnTo>
                  <a:pt x="21600" y="3007"/>
                </a:lnTo>
                <a:close/>
              </a:path>
            </a:pathLst>
          </a:custGeom>
          <a:solidFill>
            <a:srgbClr val="1315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89" name="contour_17287"/>
          <p:cNvSpPr/>
          <p:nvPr/>
        </p:nvSpPr>
        <p:spPr>
          <a:xfrm>
            <a:off x="6963119" y="2929058"/>
            <a:ext cx="51016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37" y="0"/>
                </a:moveTo>
                <a:lnTo>
                  <a:pt x="9121" y="84"/>
                </a:lnTo>
                <a:lnTo>
                  <a:pt x="10819" y="167"/>
                </a:lnTo>
                <a:lnTo>
                  <a:pt x="12534" y="244"/>
                </a:lnTo>
                <a:lnTo>
                  <a:pt x="14228" y="307"/>
                </a:lnTo>
                <a:lnTo>
                  <a:pt x="15932" y="370"/>
                </a:lnTo>
                <a:lnTo>
                  <a:pt x="17656" y="432"/>
                </a:lnTo>
                <a:lnTo>
                  <a:pt x="19616" y="558"/>
                </a:lnTo>
                <a:lnTo>
                  <a:pt x="21600" y="683"/>
                </a:lnTo>
                <a:lnTo>
                  <a:pt x="20073" y="1548"/>
                </a:lnTo>
                <a:lnTo>
                  <a:pt x="18533" y="2419"/>
                </a:lnTo>
                <a:lnTo>
                  <a:pt x="16971" y="3298"/>
                </a:lnTo>
                <a:lnTo>
                  <a:pt x="15444" y="4741"/>
                </a:lnTo>
                <a:lnTo>
                  <a:pt x="13904" y="6184"/>
                </a:lnTo>
                <a:lnTo>
                  <a:pt x="12343" y="7656"/>
                </a:lnTo>
                <a:lnTo>
                  <a:pt x="12343" y="12264"/>
                </a:lnTo>
                <a:lnTo>
                  <a:pt x="12343" y="16901"/>
                </a:lnTo>
                <a:lnTo>
                  <a:pt x="12343" y="21600"/>
                </a:lnTo>
                <a:lnTo>
                  <a:pt x="10596" y="19627"/>
                </a:lnTo>
                <a:lnTo>
                  <a:pt x="8850" y="17654"/>
                </a:lnTo>
                <a:lnTo>
                  <a:pt x="7097" y="15674"/>
                </a:lnTo>
                <a:lnTo>
                  <a:pt x="5338" y="13687"/>
                </a:lnTo>
                <a:lnTo>
                  <a:pt x="3570" y="11692"/>
                </a:lnTo>
                <a:lnTo>
                  <a:pt x="1793" y="9684"/>
                </a:lnTo>
                <a:lnTo>
                  <a:pt x="0" y="7656"/>
                </a:lnTo>
                <a:lnTo>
                  <a:pt x="1851" y="3619"/>
                </a:lnTo>
                <a:lnTo>
                  <a:pt x="3243" y="1471"/>
                </a:lnTo>
                <a:lnTo>
                  <a:pt x="4872" y="509"/>
                </a:lnTo>
                <a:lnTo>
                  <a:pt x="7437" y="0"/>
                </a:lnTo>
                <a:close/>
              </a:path>
            </a:pathLst>
          </a:custGeom>
          <a:solidFill>
            <a:srgbClr val="B9C7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0" name="contour_17288"/>
          <p:cNvSpPr/>
          <p:nvPr/>
        </p:nvSpPr>
        <p:spPr>
          <a:xfrm>
            <a:off x="4864177" y="2937061"/>
            <a:ext cx="36440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917" y="4914"/>
                </a:lnTo>
                <a:lnTo>
                  <a:pt x="20352" y="8402"/>
                </a:lnTo>
                <a:lnTo>
                  <a:pt x="19695" y="11414"/>
                </a:lnTo>
                <a:lnTo>
                  <a:pt x="18740" y="14902"/>
                </a:lnTo>
                <a:lnTo>
                  <a:pt x="17280" y="19817"/>
                </a:lnTo>
                <a:lnTo>
                  <a:pt x="14066" y="21006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006"/>
                </a:lnTo>
                <a:lnTo>
                  <a:pt x="4320" y="19817"/>
                </a:lnTo>
                <a:lnTo>
                  <a:pt x="2860" y="14902"/>
                </a:lnTo>
                <a:lnTo>
                  <a:pt x="1905" y="11414"/>
                </a:lnTo>
                <a:lnTo>
                  <a:pt x="1248" y="8402"/>
                </a:lnTo>
                <a:lnTo>
                  <a:pt x="683" y="4914"/>
                </a:lnTo>
                <a:lnTo>
                  <a:pt x="0" y="0"/>
                </a:lnTo>
                <a:close/>
              </a:path>
            </a:pathLst>
          </a:custGeom>
          <a:solidFill>
            <a:srgbClr val="A8AB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1" name="contour_17289"/>
          <p:cNvSpPr/>
          <p:nvPr/>
        </p:nvSpPr>
        <p:spPr>
          <a:xfrm>
            <a:off x="9942923" y="2922485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891"/>
                </a:lnTo>
                <a:lnTo>
                  <a:pt x="7606" y="1782"/>
                </a:lnTo>
                <a:lnTo>
                  <a:pt x="11074" y="2678"/>
                </a:lnTo>
                <a:lnTo>
                  <a:pt x="14558" y="3580"/>
                </a:lnTo>
                <a:lnTo>
                  <a:pt x="18064" y="4487"/>
                </a:lnTo>
                <a:lnTo>
                  <a:pt x="21600" y="5400"/>
                </a:lnTo>
                <a:lnTo>
                  <a:pt x="20566" y="8608"/>
                </a:lnTo>
                <a:lnTo>
                  <a:pt x="19526" y="11826"/>
                </a:lnTo>
                <a:lnTo>
                  <a:pt x="18487" y="15055"/>
                </a:lnTo>
                <a:lnTo>
                  <a:pt x="17437" y="18311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575F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2" name="contour_17290"/>
          <p:cNvSpPr/>
          <p:nvPr/>
        </p:nvSpPr>
        <p:spPr>
          <a:xfrm>
            <a:off x="4856889" y="291519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5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EC0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3" name="contour_17291"/>
          <p:cNvSpPr/>
          <p:nvPr/>
        </p:nvSpPr>
        <p:spPr>
          <a:xfrm>
            <a:off x="3800130" y="291519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670"/>
                </a:lnTo>
                <a:lnTo>
                  <a:pt x="8057" y="1339"/>
                </a:lnTo>
                <a:lnTo>
                  <a:pt x="10292" y="2009"/>
                </a:lnTo>
                <a:lnTo>
                  <a:pt x="12532" y="2678"/>
                </a:lnTo>
                <a:lnTo>
                  <a:pt x="14782" y="3353"/>
                </a:lnTo>
                <a:lnTo>
                  <a:pt x="17042" y="4034"/>
                </a:lnTo>
                <a:lnTo>
                  <a:pt x="19314" y="4714"/>
                </a:lnTo>
                <a:lnTo>
                  <a:pt x="21600" y="5400"/>
                </a:lnTo>
                <a:lnTo>
                  <a:pt x="20840" y="5697"/>
                </a:lnTo>
                <a:lnTo>
                  <a:pt x="19498" y="6221"/>
                </a:lnTo>
                <a:lnTo>
                  <a:pt x="16423" y="7425"/>
                </a:lnTo>
                <a:lnTo>
                  <a:pt x="13133" y="9466"/>
                </a:lnTo>
                <a:lnTo>
                  <a:pt x="11192" y="11097"/>
                </a:lnTo>
                <a:lnTo>
                  <a:pt x="9842" y="13165"/>
                </a:lnTo>
                <a:lnTo>
                  <a:pt x="8323" y="16535"/>
                </a:lnTo>
                <a:lnTo>
                  <a:pt x="7765" y="19051"/>
                </a:lnTo>
                <a:lnTo>
                  <a:pt x="7200" y="21600"/>
                </a:lnTo>
                <a:lnTo>
                  <a:pt x="5418" y="20261"/>
                </a:lnTo>
                <a:lnTo>
                  <a:pt x="3629" y="18922"/>
                </a:lnTo>
                <a:lnTo>
                  <a:pt x="1825" y="17566"/>
                </a:lnTo>
                <a:lnTo>
                  <a:pt x="0" y="16200"/>
                </a:lnTo>
                <a:lnTo>
                  <a:pt x="713" y="12992"/>
                </a:lnTo>
                <a:lnTo>
                  <a:pt x="1429" y="9774"/>
                </a:lnTo>
                <a:lnTo>
                  <a:pt x="2146" y="6545"/>
                </a:lnTo>
                <a:lnTo>
                  <a:pt x="2869" y="3289"/>
                </a:lnTo>
                <a:lnTo>
                  <a:pt x="3600" y="0"/>
                </a:lnTo>
                <a:close/>
              </a:path>
            </a:pathLst>
          </a:custGeom>
          <a:solidFill>
            <a:srgbClr val="B1B8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4" name="contour_17292"/>
          <p:cNvSpPr/>
          <p:nvPr/>
        </p:nvSpPr>
        <p:spPr>
          <a:xfrm>
            <a:off x="1825085" y="290790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D9F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5" name="contour_17293"/>
          <p:cNvSpPr/>
          <p:nvPr/>
        </p:nvSpPr>
        <p:spPr>
          <a:xfrm>
            <a:off x="4703841" y="290062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6610" y="19089"/>
                </a:lnTo>
                <a:lnTo>
                  <a:pt x="15932" y="16535"/>
                </a:lnTo>
                <a:lnTo>
                  <a:pt x="13807" y="13127"/>
                </a:lnTo>
                <a:lnTo>
                  <a:pt x="11539" y="10703"/>
                </a:lnTo>
                <a:lnTo>
                  <a:pt x="9072" y="8986"/>
                </a:lnTo>
                <a:lnTo>
                  <a:pt x="6359" y="7711"/>
                </a:lnTo>
                <a:lnTo>
                  <a:pt x="3352" y="6604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3231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6" name="contour_17294"/>
          <p:cNvSpPr/>
          <p:nvPr/>
        </p:nvSpPr>
        <p:spPr>
          <a:xfrm>
            <a:off x="10089667" y="289333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746" y="19937"/>
                </a:lnTo>
                <a:lnTo>
                  <a:pt x="13496" y="18252"/>
                </a:lnTo>
                <a:lnTo>
                  <a:pt x="11246" y="16553"/>
                </a:lnTo>
                <a:lnTo>
                  <a:pt x="9000" y="14846"/>
                </a:lnTo>
                <a:lnTo>
                  <a:pt x="7326" y="13594"/>
                </a:lnTo>
                <a:lnTo>
                  <a:pt x="5645" y="12334"/>
                </a:lnTo>
                <a:lnTo>
                  <a:pt x="3938" y="11052"/>
                </a:lnTo>
                <a:lnTo>
                  <a:pt x="1984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E4EE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7" name="contour_17295"/>
          <p:cNvSpPr/>
          <p:nvPr/>
        </p:nvSpPr>
        <p:spPr>
          <a:xfrm>
            <a:off x="9827299" y="289333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015"/>
                </a:lnTo>
                <a:lnTo>
                  <a:pt x="14524" y="1804"/>
                </a:lnTo>
                <a:lnTo>
                  <a:pt x="16494" y="2624"/>
                </a:lnTo>
                <a:lnTo>
                  <a:pt x="18645" y="3737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2108" y="7403"/>
                </a:lnTo>
                <a:lnTo>
                  <a:pt x="3711" y="5152"/>
                </a:lnTo>
                <a:lnTo>
                  <a:pt x="5620" y="3019"/>
                </a:lnTo>
                <a:lnTo>
                  <a:pt x="8640" y="0"/>
                </a:lnTo>
                <a:close/>
              </a:path>
            </a:pathLst>
          </a:custGeom>
          <a:solidFill>
            <a:srgbClr val="CADC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8" name="contour_17296"/>
          <p:cNvSpPr/>
          <p:nvPr/>
        </p:nvSpPr>
        <p:spPr>
          <a:xfrm>
            <a:off x="6977695" y="2878757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8" y="5348"/>
                </a:lnTo>
                <a:lnTo>
                  <a:pt x="18922" y="8031"/>
                </a:lnTo>
                <a:lnTo>
                  <a:pt x="18029" y="10718"/>
                </a:lnTo>
                <a:lnTo>
                  <a:pt x="17129" y="13418"/>
                </a:lnTo>
                <a:lnTo>
                  <a:pt x="16225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12024" y="20887"/>
                </a:lnTo>
                <a:lnTo>
                  <a:pt x="9644" y="20174"/>
                </a:lnTo>
                <a:lnTo>
                  <a:pt x="7254" y="19457"/>
                </a:lnTo>
                <a:lnTo>
                  <a:pt x="4853" y="18736"/>
                </a:lnTo>
                <a:lnTo>
                  <a:pt x="2437" y="18010"/>
                </a:lnTo>
                <a:lnTo>
                  <a:pt x="0" y="17280"/>
                </a:lnTo>
                <a:lnTo>
                  <a:pt x="1710" y="17634"/>
                </a:lnTo>
                <a:lnTo>
                  <a:pt x="3431" y="17997"/>
                </a:lnTo>
                <a:lnTo>
                  <a:pt x="5177" y="18360"/>
                </a:lnTo>
                <a:lnTo>
                  <a:pt x="7034" y="18006"/>
                </a:lnTo>
                <a:lnTo>
                  <a:pt x="8903" y="17643"/>
                </a:lnTo>
                <a:lnTo>
                  <a:pt x="10800" y="17280"/>
                </a:lnTo>
                <a:lnTo>
                  <a:pt x="11585" y="14602"/>
                </a:lnTo>
                <a:lnTo>
                  <a:pt x="12186" y="11962"/>
                </a:lnTo>
                <a:lnTo>
                  <a:pt x="12640" y="9314"/>
                </a:lnTo>
                <a:lnTo>
                  <a:pt x="12996" y="6601"/>
                </a:lnTo>
                <a:lnTo>
                  <a:pt x="13288" y="3780"/>
                </a:lnTo>
                <a:lnTo>
                  <a:pt x="13838" y="1905"/>
                </a:lnTo>
                <a:lnTo>
                  <a:pt x="14400" y="0"/>
                </a:lnTo>
                <a:close/>
              </a:path>
            </a:pathLst>
          </a:custGeom>
          <a:solidFill>
            <a:srgbClr val="D3A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299" name="contour_17297"/>
          <p:cNvSpPr/>
          <p:nvPr/>
        </p:nvSpPr>
        <p:spPr>
          <a:xfrm>
            <a:off x="2510156" y="287875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7E9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0" name="contour_17298"/>
          <p:cNvSpPr/>
          <p:nvPr/>
        </p:nvSpPr>
        <p:spPr>
          <a:xfrm>
            <a:off x="11430657" y="2878757"/>
            <a:ext cx="23081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20" y="0"/>
                </a:moveTo>
                <a:lnTo>
                  <a:pt x="11083" y="370"/>
                </a:lnTo>
                <a:lnTo>
                  <a:pt x="13920" y="772"/>
                </a:lnTo>
                <a:lnTo>
                  <a:pt x="16621" y="1466"/>
                </a:lnTo>
                <a:lnTo>
                  <a:pt x="20461" y="2700"/>
                </a:lnTo>
                <a:lnTo>
                  <a:pt x="21109" y="4887"/>
                </a:lnTo>
                <a:lnTo>
                  <a:pt x="21470" y="6483"/>
                </a:lnTo>
                <a:lnTo>
                  <a:pt x="21600" y="7943"/>
                </a:lnTo>
                <a:lnTo>
                  <a:pt x="21539" y="9736"/>
                </a:lnTo>
                <a:lnTo>
                  <a:pt x="21314" y="12317"/>
                </a:lnTo>
                <a:lnTo>
                  <a:pt x="21191" y="14051"/>
                </a:lnTo>
                <a:lnTo>
                  <a:pt x="21068" y="15795"/>
                </a:lnTo>
                <a:lnTo>
                  <a:pt x="20938" y="17561"/>
                </a:lnTo>
                <a:lnTo>
                  <a:pt x="20782" y="18895"/>
                </a:lnTo>
                <a:lnTo>
                  <a:pt x="20625" y="20239"/>
                </a:lnTo>
                <a:lnTo>
                  <a:pt x="20461" y="21600"/>
                </a:lnTo>
                <a:lnTo>
                  <a:pt x="16573" y="21084"/>
                </a:lnTo>
                <a:lnTo>
                  <a:pt x="13859" y="20631"/>
                </a:lnTo>
                <a:lnTo>
                  <a:pt x="11035" y="19988"/>
                </a:lnTo>
                <a:lnTo>
                  <a:pt x="6820" y="18900"/>
                </a:lnTo>
                <a:lnTo>
                  <a:pt x="5313" y="17053"/>
                </a:lnTo>
                <a:lnTo>
                  <a:pt x="4317" y="15709"/>
                </a:lnTo>
                <a:lnTo>
                  <a:pt x="3601" y="14477"/>
                </a:lnTo>
                <a:lnTo>
                  <a:pt x="2946" y="12971"/>
                </a:lnTo>
                <a:lnTo>
                  <a:pt x="2128" y="10800"/>
                </a:lnTo>
                <a:lnTo>
                  <a:pt x="1541" y="9350"/>
                </a:lnTo>
                <a:lnTo>
                  <a:pt x="948" y="7892"/>
                </a:lnTo>
                <a:lnTo>
                  <a:pt x="348" y="6412"/>
                </a:lnTo>
                <a:lnTo>
                  <a:pt x="171" y="4568"/>
                </a:lnTo>
                <a:lnTo>
                  <a:pt x="0" y="2700"/>
                </a:lnTo>
                <a:lnTo>
                  <a:pt x="3383" y="1361"/>
                </a:lnTo>
                <a:lnTo>
                  <a:pt x="6820" y="0"/>
                </a:lnTo>
                <a:close/>
              </a:path>
            </a:pathLst>
          </a:custGeom>
          <a:solidFill>
            <a:srgbClr val="CED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1" name="contour_17299"/>
          <p:cNvSpPr/>
          <p:nvPr/>
        </p:nvSpPr>
        <p:spPr>
          <a:xfrm>
            <a:off x="5541960" y="2878392"/>
            <a:ext cx="43728" cy="222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54"/>
                </a:moveTo>
                <a:lnTo>
                  <a:pt x="21600" y="4561"/>
                </a:lnTo>
                <a:lnTo>
                  <a:pt x="21600" y="8782"/>
                </a:lnTo>
                <a:lnTo>
                  <a:pt x="21600" y="13017"/>
                </a:lnTo>
                <a:lnTo>
                  <a:pt x="21600" y="17287"/>
                </a:lnTo>
                <a:lnTo>
                  <a:pt x="21600" y="21600"/>
                </a:lnTo>
                <a:lnTo>
                  <a:pt x="20513" y="21246"/>
                </a:lnTo>
                <a:lnTo>
                  <a:pt x="19516" y="20913"/>
                </a:lnTo>
                <a:lnTo>
                  <a:pt x="18425" y="20559"/>
                </a:lnTo>
                <a:lnTo>
                  <a:pt x="17064" y="20113"/>
                </a:lnTo>
                <a:lnTo>
                  <a:pt x="15257" y="19518"/>
                </a:lnTo>
                <a:lnTo>
                  <a:pt x="12823" y="18725"/>
                </a:lnTo>
                <a:lnTo>
                  <a:pt x="9590" y="17662"/>
                </a:lnTo>
                <a:lnTo>
                  <a:pt x="5375" y="16281"/>
                </a:lnTo>
                <a:lnTo>
                  <a:pt x="0" y="14518"/>
                </a:lnTo>
                <a:lnTo>
                  <a:pt x="2412" y="10998"/>
                </a:lnTo>
                <a:lnTo>
                  <a:pt x="4666" y="7967"/>
                </a:lnTo>
                <a:lnTo>
                  <a:pt x="6833" y="5432"/>
                </a:lnTo>
                <a:lnTo>
                  <a:pt x="8971" y="3378"/>
                </a:lnTo>
                <a:lnTo>
                  <a:pt x="11153" y="1806"/>
                </a:lnTo>
                <a:lnTo>
                  <a:pt x="13439" y="722"/>
                </a:lnTo>
                <a:lnTo>
                  <a:pt x="15898" y="120"/>
                </a:lnTo>
                <a:lnTo>
                  <a:pt x="18598" y="0"/>
                </a:lnTo>
                <a:lnTo>
                  <a:pt x="21600" y="354"/>
                </a:lnTo>
                <a:close/>
              </a:path>
            </a:pathLst>
          </a:custGeom>
          <a:solidFill>
            <a:srgbClr val="CAD3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2" name="contour_17300"/>
          <p:cNvSpPr/>
          <p:nvPr/>
        </p:nvSpPr>
        <p:spPr>
          <a:xfrm>
            <a:off x="3763690" y="285689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7C6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3" name="contour_17301"/>
          <p:cNvSpPr/>
          <p:nvPr/>
        </p:nvSpPr>
        <p:spPr>
          <a:xfrm>
            <a:off x="6999559" y="284231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3856"/>
                </a:lnTo>
                <a:lnTo>
                  <a:pt x="20039" y="6626"/>
                </a:lnTo>
                <a:lnTo>
                  <a:pt x="19219" y="9088"/>
                </a:lnTo>
                <a:lnTo>
                  <a:pt x="18025" y="12020"/>
                </a:lnTo>
                <a:lnTo>
                  <a:pt x="16200" y="16200"/>
                </a:lnTo>
                <a:lnTo>
                  <a:pt x="12020" y="18025"/>
                </a:lnTo>
                <a:lnTo>
                  <a:pt x="9088" y="19219"/>
                </a:lnTo>
                <a:lnTo>
                  <a:pt x="6626" y="20039"/>
                </a:lnTo>
                <a:lnTo>
                  <a:pt x="3856" y="2074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CA3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4" name="contour_17302"/>
          <p:cNvSpPr/>
          <p:nvPr/>
        </p:nvSpPr>
        <p:spPr>
          <a:xfrm>
            <a:off x="4062498" y="283502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594"/>
                </a:lnTo>
                <a:lnTo>
                  <a:pt x="7133" y="1188"/>
                </a:lnTo>
                <a:lnTo>
                  <a:pt x="10719" y="1786"/>
                </a:lnTo>
                <a:lnTo>
                  <a:pt x="14321" y="2387"/>
                </a:lnTo>
                <a:lnTo>
                  <a:pt x="17944" y="2992"/>
                </a:lnTo>
                <a:lnTo>
                  <a:pt x="21600" y="3600"/>
                </a:lnTo>
                <a:lnTo>
                  <a:pt x="20353" y="5854"/>
                </a:lnTo>
                <a:lnTo>
                  <a:pt x="19089" y="8104"/>
                </a:lnTo>
                <a:lnTo>
                  <a:pt x="17815" y="10354"/>
                </a:lnTo>
                <a:lnTo>
                  <a:pt x="16535" y="12600"/>
                </a:lnTo>
                <a:lnTo>
                  <a:pt x="15595" y="14274"/>
                </a:lnTo>
                <a:lnTo>
                  <a:pt x="14650" y="15955"/>
                </a:lnTo>
                <a:lnTo>
                  <a:pt x="13689" y="17662"/>
                </a:lnTo>
                <a:lnTo>
                  <a:pt x="12258" y="19616"/>
                </a:lnTo>
                <a:lnTo>
                  <a:pt x="10800" y="21600"/>
                </a:lnTo>
                <a:lnTo>
                  <a:pt x="8122" y="21600"/>
                </a:lnTo>
                <a:lnTo>
                  <a:pt x="5400" y="21600"/>
                </a:lnTo>
                <a:lnTo>
                  <a:pt x="4806" y="19224"/>
                </a:lnTo>
                <a:lnTo>
                  <a:pt x="4212" y="16844"/>
                </a:lnTo>
                <a:lnTo>
                  <a:pt x="3618" y="14465"/>
                </a:lnTo>
                <a:lnTo>
                  <a:pt x="3019" y="12078"/>
                </a:lnTo>
                <a:lnTo>
                  <a:pt x="2419" y="9684"/>
                </a:lnTo>
                <a:lnTo>
                  <a:pt x="1820" y="7279"/>
                </a:lnTo>
                <a:lnTo>
                  <a:pt x="1215" y="4867"/>
                </a:lnTo>
                <a:lnTo>
                  <a:pt x="61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50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5" name="contour_17303"/>
          <p:cNvSpPr/>
          <p:nvPr/>
        </p:nvSpPr>
        <p:spPr>
          <a:xfrm>
            <a:off x="3791530" y="2856893"/>
            <a:ext cx="37752" cy="29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1918" y="602"/>
                </a:lnTo>
                <a:lnTo>
                  <a:pt x="3011" y="1166"/>
                </a:lnTo>
                <a:lnTo>
                  <a:pt x="4270" y="1811"/>
                </a:lnTo>
                <a:lnTo>
                  <a:pt x="5938" y="2676"/>
                </a:lnTo>
                <a:lnTo>
                  <a:pt x="8261" y="3870"/>
                </a:lnTo>
                <a:lnTo>
                  <a:pt x="11480" y="5530"/>
                </a:lnTo>
                <a:lnTo>
                  <a:pt x="15846" y="7782"/>
                </a:lnTo>
                <a:lnTo>
                  <a:pt x="21600" y="10749"/>
                </a:lnTo>
                <a:lnTo>
                  <a:pt x="20566" y="13409"/>
                </a:lnTo>
                <a:lnTo>
                  <a:pt x="19532" y="16086"/>
                </a:lnTo>
                <a:lnTo>
                  <a:pt x="18485" y="18773"/>
                </a:lnTo>
                <a:lnTo>
                  <a:pt x="17430" y="21498"/>
                </a:lnTo>
                <a:lnTo>
                  <a:pt x="14444" y="21600"/>
                </a:lnTo>
                <a:lnTo>
                  <a:pt x="11567" y="21267"/>
                </a:lnTo>
                <a:lnTo>
                  <a:pt x="8786" y="20530"/>
                </a:lnTo>
                <a:lnTo>
                  <a:pt x="6067" y="19407"/>
                </a:lnTo>
                <a:lnTo>
                  <a:pt x="3398" y="17929"/>
                </a:lnTo>
                <a:lnTo>
                  <a:pt x="751" y="16123"/>
                </a:lnTo>
                <a:lnTo>
                  <a:pt x="250" y="11964"/>
                </a:lnTo>
                <a:lnTo>
                  <a:pt x="0" y="9045"/>
                </a:lnTo>
                <a:lnTo>
                  <a:pt x="0" y="6594"/>
                </a:lnTo>
                <a:lnTo>
                  <a:pt x="250" y="3837"/>
                </a:lnTo>
                <a:lnTo>
                  <a:pt x="751" y="0"/>
                </a:lnTo>
                <a:close/>
              </a:path>
            </a:pathLst>
          </a:custGeom>
          <a:solidFill>
            <a:srgbClr val="7471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6" name="contour_17304"/>
          <p:cNvSpPr/>
          <p:nvPr/>
        </p:nvSpPr>
        <p:spPr>
          <a:xfrm>
            <a:off x="1475261" y="284231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2673"/>
                </a:lnTo>
                <a:lnTo>
                  <a:pt x="17975" y="5362"/>
                </a:lnTo>
                <a:lnTo>
                  <a:pt x="19775" y="8062"/>
                </a:lnTo>
                <a:lnTo>
                  <a:pt x="21600" y="10800"/>
                </a:lnTo>
                <a:lnTo>
                  <a:pt x="19969" y="14197"/>
                </a:lnTo>
                <a:lnTo>
                  <a:pt x="18677" y="16448"/>
                </a:lnTo>
                <a:lnTo>
                  <a:pt x="17042" y="18581"/>
                </a:lnTo>
                <a:lnTo>
                  <a:pt x="14400" y="21600"/>
                </a:lnTo>
                <a:lnTo>
                  <a:pt x="11876" y="21136"/>
                </a:lnTo>
                <a:lnTo>
                  <a:pt x="9468" y="20450"/>
                </a:lnTo>
                <a:lnTo>
                  <a:pt x="7128" y="19580"/>
                </a:lnTo>
                <a:lnTo>
                  <a:pt x="4806" y="18560"/>
                </a:lnTo>
                <a:lnTo>
                  <a:pt x="2444" y="17420"/>
                </a:lnTo>
                <a:lnTo>
                  <a:pt x="0" y="16200"/>
                </a:lnTo>
                <a:lnTo>
                  <a:pt x="2038" y="13910"/>
                </a:lnTo>
                <a:lnTo>
                  <a:pt x="4075" y="11615"/>
                </a:lnTo>
                <a:lnTo>
                  <a:pt x="6120" y="9315"/>
                </a:lnTo>
                <a:lnTo>
                  <a:pt x="8172" y="7004"/>
                </a:lnTo>
                <a:lnTo>
                  <a:pt x="10235" y="4687"/>
                </a:lnTo>
                <a:lnTo>
                  <a:pt x="12308" y="2349"/>
                </a:lnTo>
                <a:lnTo>
                  <a:pt x="14400" y="0"/>
                </a:lnTo>
                <a:close/>
              </a:path>
            </a:pathLst>
          </a:custGeom>
          <a:solidFill>
            <a:srgbClr val="5C4F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7" name="contour_17305"/>
          <p:cNvSpPr/>
          <p:nvPr/>
        </p:nvSpPr>
        <p:spPr>
          <a:xfrm>
            <a:off x="5330608" y="2842317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211" y="0"/>
                </a:lnTo>
                <a:lnTo>
                  <a:pt x="10263" y="0"/>
                </a:lnTo>
                <a:lnTo>
                  <a:pt x="12343" y="0"/>
                </a:lnTo>
                <a:lnTo>
                  <a:pt x="12343" y="4759"/>
                </a:lnTo>
                <a:lnTo>
                  <a:pt x="12343" y="9547"/>
                </a:lnTo>
                <a:lnTo>
                  <a:pt x="12343" y="14400"/>
                </a:lnTo>
                <a:lnTo>
                  <a:pt x="14176" y="15826"/>
                </a:lnTo>
                <a:lnTo>
                  <a:pt x="16015" y="17258"/>
                </a:lnTo>
                <a:lnTo>
                  <a:pt x="17860" y="18691"/>
                </a:lnTo>
                <a:lnTo>
                  <a:pt x="19721" y="20138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154" y="16999"/>
                </a:lnTo>
                <a:lnTo>
                  <a:pt x="2027" y="13601"/>
                </a:lnTo>
                <a:lnTo>
                  <a:pt x="2796" y="10800"/>
                </a:lnTo>
                <a:lnTo>
                  <a:pt x="3629" y="7999"/>
                </a:lnTo>
                <a:lnTo>
                  <a:pt x="4696" y="4601"/>
                </a:lnTo>
                <a:lnTo>
                  <a:pt x="6171" y="0"/>
                </a:lnTo>
                <a:close/>
              </a:path>
            </a:pathLst>
          </a:custGeom>
          <a:solidFill>
            <a:srgbClr val="21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8" name="contour_17306"/>
          <p:cNvSpPr/>
          <p:nvPr/>
        </p:nvSpPr>
        <p:spPr>
          <a:xfrm>
            <a:off x="2138468" y="2842317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963" y="2405"/>
                </a:lnTo>
                <a:lnTo>
                  <a:pt x="20288" y="4806"/>
                </a:lnTo>
                <a:lnTo>
                  <a:pt x="19575" y="7200"/>
                </a:lnTo>
                <a:lnTo>
                  <a:pt x="19008" y="9209"/>
                </a:lnTo>
                <a:lnTo>
                  <a:pt x="18436" y="11250"/>
                </a:lnTo>
                <a:lnTo>
                  <a:pt x="17329" y="12812"/>
                </a:lnTo>
                <a:lnTo>
                  <a:pt x="16200" y="14400"/>
                </a:lnTo>
                <a:lnTo>
                  <a:pt x="12631" y="14400"/>
                </a:lnTo>
                <a:lnTo>
                  <a:pt x="9040" y="14400"/>
                </a:lnTo>
                <a:lnTo>
                  <a:pt x="5400" y="14400"/>
                </a:lnTo>
                <a:lnTo>
                  <a:pt x="3418" y="16538"/>
                </a:lnTo>
                <a:lnTo>
                  <a:pt x="2192" y="18000"/>
                </a:lnTo>
                <a:lnTo>
                  <a:pt x="1226" y="19462"/>
                </a:lnTo>
                <a:lnTo>
                  <a:pt x="0" y="21600"/>
                </a:lnTo>
                <a:lnTo>
                  <a:pt x="578" y="19404"/>
                </a:lnTo>
                <a:lnTo>
                  <a:pt x="1166" y="17212"/>
                </a:lnTo>
                <a:lnTo>
                  <a:pt x="1760" y="15016"/>
                </a:lnTo>
                <a:lnTo>
                  <a:pt x="2365" y="12823"/>
                </a:lnTo>
                <a:lnTo>
                  <a:pt x="3024" y="10375"/>
                </a:lnTo>
                <a:lnTo>
                  <a:pt x="3694" y="7888"/>
                </a:lnTo>
                <a:lnTo>
                  <a:pt x="4763" y="5353"/>
                </a:lnTo>
                <a:lnTo>
                  <a:pt x="5864" y="3686"/>
                </a:lnTo>
                <a:lnTo>
                  <a:pt x="7652" y="2149"/>
                </a:lnTo>
                <a:lnTo>
                  <a:pt x="10800" y="0"/>
                </a:lnTo>
                <a:close/>
              </a:path>
            </a:pathLst>
          </a:custGeom>
          <a:solidFill>
            <a:srgbClr val="4244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09" name="contour_17307"/>
          <p:cNvSpPr/>
          <p:nvPr/>
        </p:nvSpPr>
        <p:spPr>
          <a:xfrm>
            <a:off x="1271197" y="282774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461"/>
                </a:lnTo>
                <a:lnTo>
                  <a:pt x="6626" y="878"/>
                </a:lnTo>
                <a:lnTo>
                  <a:pt x="9088" y="1426"/>
                </a:lnTo>
                <a:lnTo>
                  <a:pt x="12020" y="2275"/>
                </a:lnTo>
                <a:lnTo>
                  <a:pt x="16200" y="3600"/>
                </a:lnTo>
                <a:lnTo>
                  <a:pt x="17912" y="5926"/>
                </a:lnTo>
                <a:lnTo>
                  <a:pt x="19283" y="8237"/>
                </a:lnTo>
                <a:lnTo>
                  <a:pt x="20336" y="10562"/>
                </a:lnTo>
                <a:lnTo>
                  <a:pt x="21065" y="12942"/>
                </a:lnTo>
                <a:lnTo>
                  <a:pt x="21481" y="15408"/>
                </a:lnTo>
                <a:lnTo>
                  <a:pt x="21600" y="18000"/>
                </a:lnTo>
                <a:lnTo>
                  <a:pt x="18965" y="19829"/>
                </a:lnTo>
                <a:lnTo>
                  <a:pt x="16961" y="20812"/>
                </a:lnTo>
                <a:lnTo>
                  <a:pt x="14580" y="21290"/>
                </a:lnTo>
                <a:lnTo>
                  <a:pt x="10800" y="21600"/>
                </a:lnTo>
                <a:lnTo>
                  <a:pt x="7214" y="19588"/>
                </a:lnTo>
                <a:lnTo>
                  <a:pt x="4892" y="18166"/>
                </a:lnTo>
                <a:lnTo>
                  <a:pt x="2824" y="16664"/>
                </a:lnTo>
                <a:lnTo>
                  <a:pt x="0" y="14400"/>
                </a:lnTo>
                <a:lnTo>
                  <a:pt x="3569" y="14400"/>
                </a:lnTo>
                <a:lnTo>
                  <a:pt x="7160" y="14400"/>
                </a:lnTo>
                <a:lnTo>
                  <a:pt x="10800" y="14400"/>
                </a:lnTo>
                <a:lnTo>
                  <a:pt x="10800" y="12020"/>
                </a:lnTo>
                <a:lnTo>
                  <a:pt x="10800" y="9626"/>
                </a:lnTo>
                <a:lnTo>
                  <a:pt x="10800" y="7200"/>
                </a:lnTo>
                <a:lnTo>
                  <a:pt x="7231" y="7200"/>
                </a:lnTo>
                <a:lnTo>
                  <a:pt x="3640" y="7200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A9A1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0" name="contour_17308"/>
          <p:cNvSpPr/>
          <p:nvPr/>
        </p:nvSpPr>
        <p:spPr>
          <a:xfrm>
            <a:off x="7225486" y="2835029"/>
            <a:ext cx="2202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48" y="0"/>
                </a:moveTo>
                <a:lnTo>
                  <a:pt x="10686" y="1071"/>
                </a:lnTo>
                <a:lnTo>
                  <a:pt x="14238" y="2143"/>
                </a:lnTo>
                <a:lnTo>
                  <a:pt x="17819" y="3227"/>
                </a:lnTo>
                <a:lnTo>
                  <a:pt x="21443" y="4320"/>
                </a:lnTo>
                <a:lnTo>
                  <a:pt x="21600" y="7452"/>
                </a:lnTo>
                <a:lnTo>
                  <a:pt x="21135" y="9763"/>
                </a:lnTo>
                <a:lnTo>
                  <a:pt x="19656" y="13228"/>
                </a:lnTo>
                <a:lnTo>
                  <a:pt x="18712" y="15582"/>
                </a:lnTo>
                <a:lnTo>
                  <a:pt x="17755" y="17971"/>
                </a:lnTo>
                <a:lnTo>
                  <a:pt x="16039" y="19773"/>
                </a:lnTo>
                <a:lnTo>
                  <a:pt x="14295" y="21600"/>
                </a:lnTo>
                <a:lnTo>
                  <a:pt x="9571" y="21600"/>
                </a:lnTo>
                <a:lnTo>
                  <a:pt x="4817" y="21600"/>
                </a:lnTo>
                <a:lnTo>
                  <a:pt x="0" y="21600"/>
                </a:lnTo>
                <a:lnTo>
                  <a:pt x="886" y="18926"/>
                </a:lnTo>
                <a:lnTo>
                  <a:pt x="1773" y="16252"/>
                </a:lnTo>
                <a:lnTo>
                  <a:pt x="2659" y="13569"/>
                </a:lnTo>
                <a:lnTo>
                  <a:pt x="3545" y="10882"/>
                </a:lnTo>
                <a:lnTo>
                  <a:pt x="4439" y="8182"/>
                </a:lnTo>
                <a:lnTo>
                  <a:pt x="5339" y="5469"/>
                </a:lnTo>
                <a:lnTo>
                  <a:pt x="6240" y="2743"/>
                </a:lnTo>
                <a:lnTo>
                  <a:pt x="7148" y="0"/>
                </a:lnTo>
                <a:close/>
              </a:path>
            </a:pathLst>
          </a:custGeom>
          <a:solidFill>
            <a:srgbClr val="EB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1" name="contour_17309"/>
          <p:cNvSpPr/>
          <p:nvPr/>
        </p:nvSpPr>
        <p:spPr>
          <a:xfrm>
            <a:off x="7925133" y="282774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891"/>
                </a:lnTo>
                <a:lnTo>
                  <a:pt x="11956" y="1782"/>
                </a:lnTo>
                <a:lnTo>
                  <a:pt x="14346" y="2678"/>
                </a:lnTo>
                <a:lnTo>
                  <a:pt x="16747" y="3580"/>
                </a:lnTo>
                <a:lnTo>
                  <a:pt x="19163" y="4487"/>
                </a:lnTo>
                <a:lnTo>
                  <a:pt x="21600" y="5400"/>
                </a:lnTo>
                <a:lnTo>
                  <a:pt x="18774" y="10427"/>
                </a:lnTo>
                <a:lnTo>
                  <a:pt x="16762" y="13927"/>
                </a:lnTo>
                <a:lnTo>
                  <a:pt x="15253" y="16340"/>
                </a:lnTo>
                <a:lnTo>
                  <a:pt x="13961" y="18128"/>
                </a:lnTo>
                <a:lnTo>
                  <a:pt x="12575" y="19732"/>
                </a:lnTo>
                <a:lnTo>
                  <a:pt x="10800" y="21600"/>
                </a:lnTo>
                <a:lnTo>
                  <a:pt x="7798" y="20747"/>
                </a:lnTo>
                <a:lnTo>
                  <a:pt x="5735" y="20039"/>
                </a:lnTo>
                <a:lnTo>
                  <a:pt x="4093" y="19219"/>
                </a:lnTo>
                <a:lnTo>
                  <a:pt x="2354" y="18025"/>
                </a:lnTo>
                <a:lnTo>
                  <a:pt x="0" y="16200"/>
                </a:lnTo>
                <a:lnTo>
                  <a:pt x="2380" y="16200"/>
                </a:lnTo>
                <a:lnTo>
                  <a:pt x="4774" y="16200"/>
                </a:lnTo>
                <a:lnTo>
                  <a:pt x="7200" y="16200"/>
                </a:lnTo>
                <a:lnTo>
                  <a:pt x="7200" y="12992"/>
                </a:lnTo>
                <a:lnTo>
                  <a:pt x="7200" y="9774"/>
                </a:lnTo>
                <a:lnTo>
                  <a:pt x="7200" y="6545"/>
                </a:lnTo>
                <a:lnTo>
                  <a:pt x="7200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4D4B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2" name="contour_17310"/>
          <p:cNvSpPr/>
          <p:nvPr/>
        </p:nvSpPr>
        <p:spPr>
          <a:xfrm>
            <a:off x="6758071" y="2835029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891"/>
                </a:lnTo>
                <a:lnTo>
                  <a:pt x="7606" y="1782"/>
                </a:lnTo>
                <a:lnTo>
                  <a:pt x="11074" y="2678"/>
                </a:lnTo>
                <a:lnTo>
                  <a:pt x="14558" y="3580"/>
                </a:lnTo>
                <a:lnTo>
                  <a:pt x="18064" y="4487"/>
                </a:lnTo>
                <a:lnTo>
                  <a:pt x="21600" y="5400"/>
                </a:lnTo>
                <a:lnTo>
                  <a:pt x="20566" y="8608"/>
                </a:lnTo>
                <a:lnTo>
                  <a:pt x="19526" y="11826"/>
                </a:lnTo>
                <a:lnTo>
                  <a:pt x="18487" y="15055"/>
                </a:lnTo>
                <a:lnTo>
                  <a:pt x="17437" y="18311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C0CE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3" name="contour_17311"/>
          <p:cNvSpPr/>
          <p:nvPr/>
        </p:nvSpPr>
        <p:spPr>
          <a:xfrm>
            <a:off x="6919391" y="280587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711" y="1782"/>
                </a:lnTo>
                <a:lnTo>
                  <a:pt x="10783" y="3575"/>
                </a:lnTo>
                <a:lnTo>
                  <a:pt x="11867" y="5375"/>
                </a:lnTo>
                <a:lnTo>
                  <a:pt x="12960" y="7200"/>
                </a:lnTo>
                <a:lnTo>
                  <a:pt x="15677" y="8521"/>
                </a:lnTo>
                <a:lnTo>
                  <a:pt x="17483" y="9338"/>
                </a:lnTo>
                <a:lnTo>
                  <a:pt x="19185" y="9983"/>
                </a:lnTo>
                <a:lnTo>
                  <a:pt x="21600" y="10800"/>
                </a:lnTo>
                <a:lnTo>
                  <a:pt x="19639" y="12614"/>
                </a:lnTo>
                <a:lnTo>
                  <a:pt x="17656" y="14414"/>
                </a:lnTo>
                <a:lnTo>
                  <a:pt x="15660" y="16200"/>
                </a:lnTo>
                <a:lnTo>
                  <a:pt x="14826" y="16956"/>
                </a:lnTo>
                <a:lnTo>
                  <a:pt x="12321" y="19238"/>
                </a:lnTo>
                <a:lnTo>
                  <a:pt x="10454" y="20390"/>
                </a:lnTo>
                <a:lnTo>
                  <a:pt x="8882" y="21089"/>
                </a:lnTo>
                <a:lnTo>
                  <a:pt x="7011" y="21449"/>
                </a:lnTo>
                <a:lnTo>
                  <a:pt x="4247" y="21582"/>
                </a:lnTo>
                <a:lnTo>
                  <a:pt x="0" y="21600"/>
                </a:lnTo>
                <a:lnTo>
                  <a:pt x="950" y="19224"/>
                </a:lnTo>
                <a:lnTo>
                  <a:pt x="1901" y="16844"/>
                </a:lnTo>
                <a:lnTo>
                  <a:pt x="2856" y="14465"/>
                </a:lnTo>
                <a:lnTo>
                  <a:pt x="3810" y="12078"/>
                </a:lnTo>
                <a:lnTo>
                  <a:pt x="4765" y="9684"/>
                </a:lnTo>
                <a:lnTo>
                  <a:pt x="5728" y="7279"/>
                </a:lnTo>
                <a:lnTo>
                  <a:pt x="6692" y="4867"/>
                </a:lnTo>
                <a:lnTo>
                  <a:pt x="7664" y="2441"/>
                </a:lnTo>
                <a:lnTo>
                  <a:pt x="8640" y="0"/>
                </a:lnTo>
                <a:close/>
              </a:path>
            </a:pathLst>
          </a:custGeom>
          <a:solidFill>
            <a:srgbClr val="9A9D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4" name="contour_17312"/>
          <p:cNvSpPr/>
          <p:nvPr/>
        </p:nvSpPr>
        <p:spPr>
          <a:xfrm>
            <a:off x="4951633" y="2798589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35" y="0"/>
                </a:moveTo>
                <a:lnTo>
                  <a:pt x="13751" y="0"/>
                </a:lnTo>
                <a:lnTo>
                  <a:pt x="17187" y="0"/>
                </a:lnTo>
                <a:lnTo>
                  <a:pt x="20670" y="0"/>
                </a:lnTo>
                <a:lnTo>
                  <a:pt x="21290" y="2955"/>
                </a:lnTo>
                <a:lnTo>
                  <a:pt x="21600" y="5106"/>
                </a:lnTo>
                <a:lnTo>
                  <a:pt x="21600" y="7076"/>
                </a:lnTo>
                <a:lnTo>
                  <a:pt x="21290" y="9487"/>
                </a:lnTo>
                <a:lnTo>
                  <a:pt x="20670" y="12960"/>
                </a:lnTo>
                <a:lnTo>
                  <a:pt x="17895" y="14537"/>
                </a:lnTo>
                <a:lnTo>
                  <a:pt x="15058" y="15958"/>
                </a:lnTo>
                <a:lnTo>
                  <a:pt x="12164" y="17254"/>
                </a:lnTo>
                <a:lnTo>
                  <a:pt x="9214" y="18438"/>
                </a:lnTo>
                <a:lnTo>
                  <a:pt x="6201" y="19544"/>
                </a:lnTo>
                <a:lnTo>
                  <a:pt x="3131" y="20589"/>
                </a:lnTo>
                <a:lnTo>
                  <a:pt x="0" y="21600"/>
                </a:lnTo>
                <a:lnTo>
                  <a:pt x="1504" y="16066"/>
                </a:lnTo>
                <a:lnTo>
                  <a:pt x="2703" y="11845"/>
                </a:lnTo>
                <a:lnTo>
                  <a:pt x="3726" y="8692"/>
                </a:lnTo>
                <a:lnTo>
                  <a:pt x="4682" y="6346"/>
                </a:lnTo>
                <a:lnTo>
                  <a:pt x="5705" y="4558"/>
                </a:lnTo>
                <a:lnTo>
                  <a:pt x="6904" y="3072"/>
                </a:lnTo>
                <a:lnTo>
                  <a:pt x="8407" y="1637"/>
                </a:lnTo>
                <a:lnTo>
                  <a:pt x="10335" y="0"/>
                </a:lnTo>
                <a:close/>
              </a:path>
            </a:pathLst>
          </a:custGeom>
          <a:solidFill>
            <a:srgbClr val="3431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5" name="contour_17313"/>
          <p:cNvSpPr/>
          <p:nvPr/>
        </p:nvSpPr>
        <p:spPr>
          <a:xfrm>
            <a:off x="5010564" y="2784013"/>
            <a:ext cx="2950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76" y="0"/>
                </a:moveTo>
                <a:lnTo>
                  <a:pt x="8285" y="1503"/>
                </a:lnTo>
                <a:lnTo>
                  <a:pt x="10803" y="2657"/>
                </a:lnTo>
                <a:lnTo>
                  <a:pt x="12878" y="3711"/>
                </a:lnTo>
                <a:lnTo>
                  <a:pt x="14953" y="4899"/>
                </a:lnTo>
                <a:lnTo>
                  <a:pt x="17471" y="6463"/>
                </a:lnTo>
                <a:lnTo>
                  <a:pt x="20880" y="8640"/>
                </a:lnTo>
                <a:lnTo>
                  <a:pt x="2136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60" y="18645"/>
                </a:lnTo>
                <a:lnTo>
                  <a:pt x="20880" y="21600"/>
                </a:lnTo>
                <a:lnTo>
                  <a:pt x="14606" y="20256"/>
                </a:lnTo>
                <a:lnTo>
                  <a:pt x="10253" y="19202"/>
                </a:lnTo>
                <a:lnTo>
                  <a:pt x="7255" y="18204"/>
                </a:lnTo>
                <a:lnTo>
                  <a:pt x="5068" y="17029"/>
                </a:lnTo>
                <a:lnTo>
                  <a:pt x="3126" y="15448"/>
                </a:lnTo>
                <a:lnTo>
                  <a:pt x="875" y="13228"/>
                </a:lnTo>
                <a:lnTo>
                  <a:pt x="139" y="10498"/>
                </a:lnTo>
                <a:lnTo>
                  <a:pt x="0" y="8605"/>
                </a:lnTo>
                <a:lnTo>
                  <a:pt x="549" y="6661"/>
                </a:lnTo>
                <a:lnTo>
                  <a:pt x="1878" y="3780"/>
                </a:lnTo>
                <a:lnTo>
                  <a:pt x="3366" y="1905"/>
                </a:lnTo>
                <a:lnTo>
                  <a:pt x="4876" y="0"/>
                </a:lnTo>
                <a:close/>
              </a:path>
            </a:pathLst>
          </a:custGeom>
          <a:solidFill>
            <a:srgbClr val="3E3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6" name="contour_17314"/>
          <p:cNvSpPr/>
          <p:nvPr/>
        </p:nvSpPr>
        <p:spPr>
          <a:xfrm>
            <a:off x="4346730" y="276943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143"/>
                </a:lnTo>
                <a:lnTo>
                  <a:pt x="7425" y="4320"/>
                </a:lnTo>
                <a:lnTo>
                  <a:pt x="9099" y="6463"/>
                </a:lnTo>
                <a:lnTo>
                  <a:pt x="10800" y="8640"/>
                </a:lnTo>
                <a:lnTo>
                  <a:pt x="14369" y="8640"/>
                </a:lnTo>
                <a:lnTo>
                  <a:pt x="17960" y="8640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7582" y="18611"/>
                </a:lnTo>
                <a:lnTo>
                  <a:pt x="14731" y="19500"/>
                </a:lnTo>
                <a:lnTo>
                  <a:pt x="12269" y="20157"/>
                </a:lnTo>
                <a:lnTo>
                  <a:pt x="9418" y="20788"/>
                </a:lnTo>
                <a:lnTo>
                  <a:pt x="5400" y="21600"/>
                </a:lnTo>
                <a:lnTo>
                  <a:pt x="4363" y="18814"/>
                </a:lnTo>
                <a:lnTo>
                  <a:pt x="3353" y="16023"/>
                </a:lnTo>
                <a:lnTo>
                  <a:pt x="2365" y="13228"/>
                </a:lnTo>
                <a:lnTo>
                  <a:pt x="1939" y="12061"/>
                </a:lnTo>
                <a:lnTo>
                  <a:pt x="653" y="8523"/>
                </a:lnTo>
                <a:lnTo>
                  <a:pt x="329" y="6437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A698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7" name="contour_17315"/>
          <p:cNvSpPr/>
          <p:nvPr/>
        </p:nvSpPr>
        <p:spPr>
          <a:xfrm>
            <a:off x="3851146" y="276943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4860" y="18870"/>
                </a:lnTo>
                <a:lnTo>
                  <a:pt x="3578" y="16701"/>
                </a:lnTo>
                <a:lnTo>
                  <a:pt x="2246" y="13228"/>
                </a:lnTo>
                <a:lnTo>
                  <a:pt x="1318" y="10895"/>
                </a:lnTo>
                <a:lnTo>
                  <a:pt x="367" y="8523"/>
                </a:lnTo>
                <a:lnTo>
                  <a:pt x="180" y="6437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3330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8" name="contour_17316"/>
          <p:cNvSpPr/>
          <p:nvPr/>
        </p:nvSpPr>
        <p:spPr>
          <a:xfrm>
            <a:off x="1001542" y="2775413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67" y="930"/>
                </a:moveTo>
                <a:lnTo>
                  <a:pt x="9167" y="310"/>
                </a:lnTo>
                <a:lnTo>
                  <a:pt x="11973" y="0"/>
                </a:lnTo>
                <a:lnTo>
                  <a:pt x="14329" y="0"/>
                </a:lnTo>
                <a:lnTo>
                  <a:pt x="16980" y="310"/>
                </a:lnTo>
                <a:lnTo>
                  <a:pt x="20670" y="930"/>
                </a:lnTo>
                <a:lnTo>
                  <a:pt x="21290" y="4620"/>
                </a:lnTo>
                <a:lnTo>
                  <a:pt x="21600" y="7271"/>
                </a:lnTo>
                <a:lnTo>
                  <a:pt x="21600" y="9627"/>
                </a:lnTo>
                <a:lnTo>
                  <a:pt x="21290" y="12433"/>
                </a:lnTo>
                <a:lnTo>
                  <a:pt x="20670" y="16433"/>
                </a:lnTo>
                <a:lnTo>
                  <a:pt x="17332" y="17843"/>
                </a:lnTo>
                <a:lnTo>
                  <a:pt x="13968" y="18959"/>
                </a:lnTo>
                <a:lnTo>
                  <a:pt x="10562" y="19843"/>
                </a:lnTo>
                <a:lnTo>
                  <a:pt x="7105" y="20541"/>
                </a:lnTo>
                <a:lnTo>
                  <a:pt x="3591" y="21109"/>
                </a:lnTo>
                <a:lnTo>
                  <a:pt x="0" y="21600"/>
                </a:lnTo>
                <a:lnTo>
                  <a:pt x="491" y="18009"/>
                </a:lnTo>
                <a:lnTo>
                  <a:pt x="1059" y="14495"/>
                </a:lnTo>
                <a:lnTo>
                  <a:pt x="1757" y="11038"/>
                </a:lnTo>
                <a:lnTo>
                  <a:pt x="2641" y="7632"/>
                </a:lnTo>
                <a:lnTo>
                  <a:pt x="3757" y="4268"/>
                </a:lnTo>
                <a:lnTo>
                  <a:pt x="5167" y="930"/>
                </a:lnTo>
                <a:close/>
              </a:path>
            </a:pathLst>
          </a:custGeom>
          <a:solidFill>
            <a:srgbClr val="F5E2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19" name="contour_17317"/>
          <p:cNvSpPr/>
          <p:nvPr/>
        </p:nvSpPr>
        <p:spPr>
          <a:xfrm>
            <a:off x="7917845" y="274028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36" y="1166"/>
                </a:lnTo>
                <a:lnTo>
                  <a:pt x="18263" y="2009"/>
                </a:lnTo>
                <a:lnTo>
                  <a:pt x="19660" y="2925"/>
                </a:lnTo>
                <a:lnTo>
                  <a:pt x="21600" y="4320"/>
                </a:lnTo>
                <a:lnTo>
                  <a:pt x="19922" y="6493"/>
                </a:lnTo>
                <a:lnTo>
                  <a:pt x="18241" y="8657"/>
                </a:lnTo>
                <a:lnTo>
                  <a:pt x="16549" y="10813"/>
                </a:lnTo>
                <a:lnTo>
                  <a:pt x="14850" y="12960"/>
                </a:lnTo>
                <a:lnTo>
                  <a:pt x="14292" y="13677"/>
                </a:lnTo>
                <a:lnTo>
                  <a:pt x="13306" y="14934"/>
                </a:lnTo>
                <a:lnTo>
                  <a:pt x="11052" y="17820"/>
                </a:lnTo>
                <a:lnTo>
                  <a:pt x="9115" y="19665"/>
                </a:lnTo>
                <a:lnTo>
                  <a:pt x="7571" y="20784"/>
                </a:lnTo>
                <a:lnTo>
                  <a:pt x="5890" y="21358"/>
                </a:lnTo>
                <a:lnTo>
                  <a:pt x="3546" y="21570"/>
                </a:lnTo>
                <a:lnTo>
                  <a:pt x="0" y="21600"/>
                </a:lnTo>
                <a:lnTo>
                  <a:pt x="706" y="18157"/>
                </a:lnTo>
                <a:lnTo>
                  <a:pt x="1462" y="15198"/>
                </a:lnTo>
                <a:lnTo>
                  <a:pt x="2351" y="12593"/>
                </a:lnTo>
                <a:lnTo>
                  <a:pt x="3449" y="10221"/>
                </a:lnTo>
                <a:lnTo>
                  <a:pt x="4835" y="7957"/>
                </a:lnTo>
                <a:lnTo>
                  <a:pt x="6584" y="5672"/>
                </a:lnTo>
                <a:lnTo>
                  <a:pt x="8777" y="3240"/>
                </a:lnTo>
                <a:lnTo>
                  <a:pt x="10634" y="2169"/>
                </a:lnTo>
                <a:lnTo>
                  <a:pt x="12503" y="1093"/>
                </a:lnTo>
                <a:lnTo>
                  <a:pt x="14400" y="0"/>
                </a:lnTo>
                <a:close/>
              </a:path>
            </a:pathLst>
          </a:custGeom>
          <a:solidFill>
            <a:srgbClr val="D2D6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0" name="contour_17318"/>
          <p:cNvSpPr/>
          <p:nvPr/>
        </p:nvSpPr>
        <p:spPr>
          <a:xfrm>
            <a:off x="4513442" y="2740285"/>
            <a:ext cx="37351" cy="3593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" y="0"/>
                </a:moveTo>
                <a:lnTo>
                  <a:pt x="1049" y="2037"/>
                </a:lnTo>
                <a:lnTo>
                  <a:pt x="1580" y="4109"/>
                </a:lnTo>
                <a:lnTo>
                  <a:pt x="3549" y="6566"/>
                </a:lnTo>
                <a:lnTo>
                  <a:pt x="5660" y="8424"/>
                </a:lnTo>
                <a:lnTo>
                  <a:pt x="7919" y="9795"/>
                </a:lnTo>
                <a:lnTo>
                  <a:pt x="10330" y="10785"/>
                </a:lnTo>
                <a:lnTo>
                  <a:pt x="12897" y="11503"/>
                </a:lnTo>
                <a:lnTo>
                  <a:pt x="15628" y="12064"/>
                </a:lnTo>
                <a:lnTo>
                  <a:pt x="18528" y="12572"/>
                </a:lnTo>
                <a:lnTo>
                  <a:pt x="21600" y="13141"/>
                </a:lnTo>
                <a:lnTo>
                  <a:pt x="17465" y="16444"/>
                </a:lnTo>
                <a:lnTo>
                  <a:pt x="14380" y="18797"/>
                </a:lnTo>
                <a:lnTo>
                  <a:pt x="12041" y="20347"/>
                </a:lnTo>
                <a:lnTo>
                  <a:pt x="10136" y="21232"/>
                </a:lnTo>
                <a:lnTo>
                  <a:pt x="8362" y="21600"/>
                </a:lnTo>
                <a:lnTo>
                  <a:pt x="6402" y="21591"/>
                </a:lnTo>
                <a:lnTo>
                  <a:pt x="3949" y="21355"/>
                </a:lnTo>
                <a:lnTo>
                  <a:pt x="1918" y="18805"/>
                </a:lnTo>
                <a:lnTo>
                  <a:pt x="742" y="16598"/>
                </a:lnTo>
                <a:lnTo>
                  <a:pt x="181" y="14377"/>
                </a:lnTo>
                <a:lnTo>
                  <a:pt x="13" y="11792"/>
                </a:lnTo>
                <a:lnTo>
                  <a:pt x="0" y="8489"/>
                </a:lnTo>
                <a:lnTo>
                  <a:pt x="80" y="7241"/>
                </a:lnTo>
                <a:lnTo>
                  <a:pt x="215" y="5038"/>
                </a:lnTo>
                <a:lnTo>
                  <a:pt x="527" y="0"/>
                </a:lnTo>
                <a:close/>
              </a:path>
            </a:pathLst>
          </a:custGeom>
          <a:solidFill>
            <a:srgbClr val="31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1" name="contour_17319"/>
          <p:cNvSpPr/>
          <p:nvPr/>
        </p:nvSpPr>
        <p:spPr>
          <a:xfrm>
            <a:off x="8056317" y="2746261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444" y="3524"/>
                </a:lnTo>
                <a:lnTo>
                  <a:pt x="19273" y="6113"/>
                </a:lnTo>
                <a:lnTo>
                  <a:pt x="18079" y="8692"/>
                </a:lnTo>
                <a:lnTo>
                  <a:pt x="16875" y="11265"/>
                </a:lnTo>
                <a:lnTo>
                  <a:pt x="15557" y="14149"/>
                </a:lnTo>
                <a:lnTo>
                  <a:pt x="14218" y="17078"/>
                </a:lnTo>
                <a:lnTo>
                  <a:pt x="12523" y="19321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D9DD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2" name="contour_17320"/>
          <p:cNvSpPr/>
          <p:nvPr/>
        </p:nvSpPr>
        <p:spPr>
          <a:xfrm>
            <a:off x="7661578" y="2747573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5627" y="0"/>
                </a:lnTo>
                <a:lnTo>
                  <a:pt x="10168" y="0"/>
                </a:lnTo>
                <a:lnTo>
                  <a:pt x="14771" y="0"/>
                </a:lnTo>
                <a:lnTo>
                  <a:pt x="16430" y="2825"/>
                </a:lnTo>
                <a:lnTo>
                  <a:pt x="17428" y="4895"/>
                </a:lnTo>
                <a:lnTo>
                  <a:pt x="18165" y="7214"/>
                </a:lnTo>
                <a:lnTo>
                  <a:pt x="19039" y="10800"/>
                </a:lnTo>
                <a:lnTo>
                  <a:pt x="19811" y="13815"/>
                </a:lnTo>
                <a:lnTo>
                  <a:pt x="20589" y="16874"/>
                </a:lnTo>
                <a:lnTo>
                  <a:pt x="21095" y="19220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E9F7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3" name="contour_17321"/>
          <p:cNvSpPr/>
          <p:nvPr/>
        </p:nvSpPr>
        <p:spPr>
          <a:xfrm>
            <a:off x="2204060" y="274028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0D0E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4" name="contour_17322"/>
          <p:cNvSpPr/>
          <p:nvPr/>
        </p:nvSpPr>
        <p:spPr>
          <a:xfrm>
            <a:off x="7225486" y="2732013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1600" y="4153"/>
                </a:lnTo>
                <a:lnTo>
                  <a:pt x="21600" y="7606"/>
                </a:lnTo>
                <a:lnTo>
                  <a:pt x="21600" y="11074"/>
                </a:lnTo>
                <a:lnTo>
                  <a:pt x="21600" y="14558"/>
                </a:lnTo>
                <a:lnTo>
                  <a:pt x="21600" y="18064"/>
                </a:lnTo>
                <a:lnTo>
                  <a:pt x="21600" y="21600"/>
                </a:lnTo>
                <a:lnTo>
                  <a:pt x="18036" y="20738"/>
                </a:lnTo>
                <a:lnTo>
                  <a:pt x="14467" y="19876"/>
                </a:lnTo>
                <a:lnTo>
                  <a:pt x="10881" y="19009"/>
                </a:lnTo>
                <a:lnTo>
                  <a:pt x="7279" y="18137"/>
                </a:lnTo>
                <a:lnTo>
                  <a:pt x="3656" y="17259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E1EB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5" name="contour_17323"/>
          <p:cNvSpPr/>
          <p:nvPr/>
        </p:nvSpPr>
        <p:spPr>
          <a:xfrm>
            <a:off x="1242045" y="2724944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730"/>
                </a:moveTo>
                <a:lnTo>
                  <a:pt x="7240" y="223"/>
                </a:lnTo>
                <a:lnTo>
                  <a:pt x="10096" y="0"/>
                </a:lnTo>
                <a:lnTo>
                  <a:pt x="12925" y="0"/>
                </a:lnTo>
                <a:lnTo>
                  <a:pt x="15759" y="160"/>
                </a:lnTo>
                <a:lnTo>
                  <a:pt x="18636" y="417"/>
                </a:lnTo>
                <a:lnTo>
                  <a:pt x="21600" y="730"/>
                </a:lnTo>
                <a:lnTo>
                  <a:pt x="20745" y="4863"/>
                </a:lnTo>
                <a:lnTo>
                  <a:pt x="19885" y="9009"/>
                </a:lnTo>
                <a:lnTo>
                  <a:pt x="19025" y="13169"/>
                </a:lnTo>
                <a:lnTo>
                  <a:pt x="18157" y="17363"/>
                </a:lnTo>
                <a:lnTo>
                  <a:pt x="17280" y="21600"/>
                </a:lnTo>
                <a:lnTo>
                  <a:pt x="14429" y="20452"/>
                </a:lnTo>
                <a:lnTo>
                  <a:pt x="11573" y="19304"/>
                </a:lnTo>
                <a:lnTo>
                  <a:pt x="8705" y="18150"/>
                </a:lnTo>
                <a:lnTo>
                  <a:pt x="5823" y="16988"/>
                </a:lnTo>
                <a:lnTo>
                  <a:pt x="2925" y="15819"/>
                </a:lnTo>
                <a:lnTo>
                  <a:pt x="0" y="14643"/>
                </a:lnTo>
                <a:lnTo>
                  <a:pt x="674" y="10511"/>
                </a:lnTo>
                <a:lnTo>
                  <a:pt x="1348" y="7687"/>
                </a:lnTo>
                <a:lnTo>
                  <a:pt x="2428" y="4863"/>
                </a:lnTo>
                <a:lnTo>
                  <a:pt x="4320" y="730"/>
                </a:lnTo>
                <a:close/>
              </a:path>
            </a:pathLst>
          </a:custGeom>
          <a:solidFill>
            <a:srgbClr val="888A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6" name="contour_17324"/>
          <p:cNvSpPr/>
          <p:nvPr/>
        </p:nvSpPr>
        <p:spPr>
          <a:xfrm>
            <a:off x="723942" y="2718406"/>
            <a:ext cx="31120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89" y="11"/>
                </a:moveTo>
                <a:lnTo>
                  <a:pt x="21296" y="3864"/>
                </a:lnTo>
                <a:lnTo>
                  <a:pt x="21600" y="6633"/>
                </a:lnTo>
                <a:lnTo>
                  <a:pt x="21600" y="9094"/>
                </a:lnTo>
                <a:lnTo>
                  <a:pt x="21296" y="12025"/>
                </a:lnTo>
                <a:lnTo>
                  <a:pt x="20689" y="16203"/>
                </a:lnTo>
                <a:lnTo>
                  <a:pt x="17422" y="17676"/>
                </a:lnTo>
                <a:lnTo>
                  <a:pt x="14129" y="18842"/>
                </a:lnTo>
                <a:lnTo>
                  <a:pt x="10795" y="19765"/>
                </a:lnTo>
                <a:lnTo>
                  <a:pt x="7411" y="20494"/>
                </a:lnTo>
                <a:lnTo>
                  <a:pt x="3971" y="21087"/>
                </a:lnTo>
                <a:lnTo>
                  <a:pt x="455" y="21600"/>
                </a:lnTo>
                <a:lnTo>
                  <a:pt x="152" y="17746"/>
                </a:lnTo>
                <a:lnTo>
                  <a:pt x="0" y="14978"/>
                </a:lnTo>
                <a:lnTo>
                  <a:pt x="0" y="12516"/>
                </a:lnTo>
                <a:lnTo>
                  <a:pt x="152" y="9586"/>
                </a:lnTo>
                <a:lnTo>
                  <a:pt x="455" y="5408"/>
                </a:lnTo>
                <a:lnTo>
                  <a:pt x="3769" y="2947"/>
                </a:lnTo>
                <a:lnTo>
                  <a:pt x="6789" y="1366"/>
                </a:lnTo>
                <a:lnTo>
                  <a:pt x="9753" y="480"/>
                </a:lnTo>
                <a:lnTo>
                  <a:pt x="12894" y="92"/>
                </a:lnTo>
                <a:lnTo>
                  <a:pt x="16461" y="0"/>
                </a:lnTo>
                <a:lnTo>
                  <a:pt x="20689" y="11"/>
                </a:lnTo>
                <a:close/>
              </a:path>
            </a:pathLst>
          </a:custGeom>
          <a:solidFill>
            <a:srgbClr val="E7DC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7" name="contour_17325"/>
          <p:cNvSpPr/>
          <p:nvPr/>
        </p:nvSpPr>
        <p:spPr>
          <a:xfrm>
            <a:off x="11073546" y="270384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06" y="850"/>
                </a:lnTo>
                <a:lnTo>
                  <a:pt x="10087" y="1750"/>
                </a:lnTo>
                <a:lnTo>
                  <a:pt x="12960" y="2700"/>
                </a:lnTo>
                <a:lnTo>
                  <a:pt x="15371" y="3456"/>
                </a:lnTo>
                <a:lnTo>
                  <a:pt x="17820" y="4219"/>
                </a:lnTo>
                <a:lnTo>
                  <a:pt x="1969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C6CF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8" name="contour_17326"/>
          <p:cNvSpPr/>
          <p:nvPr/>
        </p:nvSpPr>
        <p:spPr>
          <a:xfrm>
            <a:off x="6904815" y="2696557"/>
            <a:ext cx="3709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1" y="0"/>
                </a:moveTo>
                <a:lnTo>
                  <a:pt x="15252" y="2108"/>
                </a:lnTo>
                <a:lnTo>
                  <a:pt x="16974" y="3711"/>
                </a:lnTo>
                <a:lnTo>
                  <a:pt x="18697" y="5616"/>
                </a:lnTo>
                <a:lnTo>
                  <a:pt x="21218" y="8640"/>
                </a:lnTo>
                <a:lnTo>
                  <a:pt x="21473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473" y="18645"/>
                </a:lnTo>
                <a:lnTo>
                  <a:pt x="21218" y="21600"/>
                </a:lnTo>
                <a:lnTo>
                  <a:pt x="20030" y="21116"/>
                </a:lnTo>
                <a:lnTo>
                  <a:pt x="18918" y="20663"/>
                </a:lnTo>
                <a:lnTo>
                  <a:pt x="17636" y="20144"/>
                </a:lnTo>
                <a:lnTo>
                  <a:pt x="15939" y="19449"/>
                </a:lnTo>
                <a:lnTo>
                  <a:pt x="13575" y="18490"/>
                </a:lnTo>
                <a:lnTo>
                  <a:pt x="10299" y="17155"/>
                </a:lnTo>
                <a:lnTo>
                  <a:pt x="5856" y="15345"/>
                </a:lnTo>
                <a:lnTo>
                  <a:pt x="0" y="12960"/>
                </a:lnTo>
                <a:lnTo>
                  <a:pt x="2101" y="10822"/>
                </a:lnTo>
                <a:lnTo>
                  <a:pt x="4205" y="8679"/>
                </a:lnTo>
                <a:lnTo>
                  <a:pt x="6319" y="6528"/>
                </a:lnTo>
                <a:lnTo>
                  <a:pt x="8441" y="4368"/>
                </a:lnTo>
                <a:lnTo>
                  <a:pt x="10575" y="2195"/>
                </a:lnTo>
                <a:lnTo>
                  <a:pt x="12731" y="0"/>
                </a:lnTo>
                <a:close/>
              </a:path>
            </a:pathLst>
          </a:custGeom>
          <a:solidFill>
            <a:srgbClr val="5755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29" name="contour_17327"/>
          <p:cNvSpPr/>
          <p:nvPr/>
        </p:nvSpPr>
        <p:spPr>
          <a:xfrm>
            <a:off x="1533565" y="2674693"/>
            <a:ext cx="36440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83" y="0"/>
                </a:lnTo>
                <a:lnTo>
                  <a:pt x="12960" y="0"/>
                </a:lnTo>
                <a:lnTo>
                  <a:pt x="12809" y="1712"/>
                </a:lnTo>
                <a:lnTo>
                  <a:pt x="12658" y="3448"/>
                </a:lnTo>
                <a:lnTo>
                  <a:pt x="12580" y="4930"/>
                </a:lnTo>
                <a:lnTo>
                  <a:pt x="12502" y="6421"/>
                </a:lnTo>
                <a:lnTo>
                  <a:pt x="12420" y="7933"/>
                </a:lnTo>
                <a:lnTo>
                  <a:pt x="12321" y="9407"/>
                </a:lnTo>
                <a:lnTo>
                  <a:pt x="12221" y="10889"/>
                </a:lnTo>
                <a:lnTo>
                  <a:pt x="12118" y="12393"/>
                </a:lnTo>
                <a:lnTo>
                  <a:pt x="12537" y="14283"/>
                </a:lnTo>
                <a:lnTo>
                  <a:pt x="12960" y="16200"/>
                </a:lnTo>
                <a:lnTo>
                  <a:pt x="15543" y="17291"/>
                </a:lnTo>
                <a:lnTo>
                  <a:pt x="17306" y="17936"/>
                </a:lnTo>
                <a:lnTo>
                  <a:pt x="19056" y="18390"/>
                </a:lnTo>
                <a:lnTo>
                  <a:pt x="21600" y="18900"/>
                </a:lnTo>
                <a:lnTo>
                  <a:pt x="18645" y="19732"/>
                </a:lnTo>
                <a:lnTo>
                  <a:pt x="16494" y="20288"/>
                </a:lnTo>
                <a:lnTo>
                  <a:pt x="14524" y="20698"/>
                </a:lnTo>
                <a:lnTo>
                  <a:pt x="12113" y="21092"/>
                </a:lnTo>
                <a:lnTo>
                  <a:pt x="8640" y="21600"/>
                </a:lnTo>
                <a:lnTo>
                  <a:pt x="5616" y="20091"/>
                </a:lnTo>
                <a:lnTo>
                  <a:pt x="3711" y="19024"/>
                </a:lnTo>
                <a:lnTo>
                  <a:pt x="2108" y="17898"/>
                </a:lnTo>
                <a:lnTo>
                  <a:pt x="0" y="16200"/>
                </a:lnTo>
                <a:lnTo>
                  <a:pt x="2856" y="16200"/>
                </a:lnTo>
                <a:lnTo>
                  <a:pt x="5728" y="16200"/>
                </a:lnTo>
                <a:lnTo>
                  <a:pt x="8640" y="16200"/>
                </a:lnTo>
                <a:lnTo>
                  <a:pt x="8640" y="14418"/>
                </a:lnTo>
                <a:lnTo>
                  <a:pt x="8640" y="12633"/>
                </a:lnTo>
                <a:lnTo>
                  <a:pt x="8640" y="10849"/>
                </a:lnTo>
                <a:lnTo>
                  <a:pt x="8640" y="9059"/>
                </a:lnTo>
                <a:lnTo>
                  <a:pt x="8640" y="7263"/>
                </a:lnTo>
                <a:lnTo>
                  <a:pt x="8640" y="5459"/>
                </a:lnTo>
                <a:lnTo>
                  <a:pt x="8640" y="3650"/>
                </a:lnTo>
                <a:lnTo>
                  <a:pt x="8640" y="1831"/>
                </a:lnTo>
                <a:lnTo>
                  <a:pt x="8640" y="0"/>
                </a:lnTo>
                <a:close/>
              </a:path>
            </a:pathLst>
          </a:custGeom>
          <a:solidFill>
            <a:srgbClr val="5B5D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0" name="contour_17328"/>
          <p:cNvSpPr/>
          <p:nvPr/>
        </p:nvSpPr>
        <p:spPr>
          <a:xfrm>
            <a:off x="5148409" y="269655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11021" y="19548"/>
                </a:lnTo>
                <a:lnTo>
                  <a:pt x="11248" y="17483"/>
                </a:lnTo>
                <a:lnTo>
                  <a:pt x="11475" y="15388"/>
                </a:lnTo>
                <a:lnTo>
                  <a:pt x="11254" y="13159"/>
                </a:lnTo>
                <a:lnTo>
                  <a:pt x="11027" y="10917"/>
                </a:lnTo>
                <a:lnTo>
                  <a:pt x="10800" y="8640"/>
                </a:lnTo>
                <a:lnTo>
                  <a:pt x="7592" y="6899"/>
                </a:lnTo>
                <a:lnTo>
                  <a:pt x="5400" y="5871"/>
                </a:lnTo>
                <a:lnTo>
                  <a:pt x="3208" y="5145"/>
                </a:lnTo>
                <a:lnTo>
                  <a:pt x="0" y="4320"/>
                </a:lnTo>
                <a:lnTo>
                  <a:pt x="3791" y="2678"/>
                </a:lnTo>
                <a:lnTo>
                  <a:pt x="7047" y="1508"/>
                </a:lnTo>
                <a:lnTo>
                  <a:pt x="10114" y="730"/>
                </a:lnTo>
                <a:lnTo>
                  <a:pt x="13333" y="272"/>
                </a:lnTo>
                <a:lnTo>
                  <a:pt x="17048" y="56"/>
                </a:lnTo>
                <a:lnTo>
                  <a:pt x="21600" y="0"/>
                </a:lnTo>
                <a:close/>
              </a:path>
            </a:pathLst>
          </a:custGeom>
          <a:solidFill>
            <a:srgbClr val="514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1" name="contour_17329"/>
          <p:cNvSpPr/>
          <p:nvPr/>
        </p:nvSpPr>
        <p:spPr>
          <a:xfrm>
            <a:off x="10949650" y="2696557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1156" y="18076"/>
                </a:lnTo>
                <a:lnTo>
                  <a:pt x="2327" y="15487"/>
                </a:lnTo>
                <a:lnTo>
                  <a:pt x="3521" y="12908"/>
                </a:lnTo>
                <a:lnTo>
                  <a:pt x="4725" y="10335"/>
                </a:lnTo>
                <a:lnTo>
                  <a:pt x="6043" y="7451"/>
                </a:lnTo>
                <a:lnTo>
                  <a:pt x="7382" y="4522"/>
                </a:lnTo>
                <a:lnTo>
                  <a:pt x="9077" y="2279"/>
                </a:lnTo>
                <a:lnTo>
                  <a:pt x="10800" y="0"/>
                </a:lnTo>
                <a:close/>
              </a:path>
            </a:pathLst>
          </a:custGeom>
          <a:solidFill>
            <a:srgbClr val="4143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2" name="contour_17330"/>
          <p:cNvSpPr/>
          <p:nvPr/>
        </p:nvSpPr>
        <p:spPr>
          <a:xfrm>
            <a:off x="4820449" y="2688912"/>
            <a:ext cx="36440" cy="2340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0"/>
                </a:moveTo>
                <a:lnTo>
                  <a:pt x="21047" y="5333"/>
                </a:lnTo>
                <a:lnTo>
                  <a:pt x="20546" y="8883"/>
                </a:lnTo>
                <a:lnTo>
                  <a:pt x="19889" y="11950"/>
                </a:lnTo>
                <a:lnTo>
                  <a:pt x="18870" y="15501"/>
                </a:lnTo>
                <a:lnTo>
                  <a:pt x="17280" y="20504"/>
                </a:lnTo>
                <a:lnTo>
                  <a:pt x="14321" y="21257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5"/>
                </a:lnTo>
                <a:lnTo>
                  <a:pt x="3041" y="20968"/>
                </a:lnTo>
                <a:lnTo>
                  <a:pt x="0" y="20504"/>
                </a:lnTo>
                <a:lnTo>
                  <a:pt x="0" y="16059"/>
                </a:lnTo>
                <a:lnTo>
                  <a:pt x="0" y="11587"/>
                </a:lnTo>
                <a:lnTo>
                  <a:pt x="0" y="7054"/>
                </a:lnTo>
                <a:lnTo>
                  <a:pt x="2527" y="4418"/>
                </a:lnTo>
                <a:lnTo>
                  <a:pt x="5063" y="2508"/>
                </a:lnTo>
                <a:lnTo>
                  <a:pt x="7629" y="1217"/>
                </a:lnTo>
                <a:lnTo>
                  <a:pt x="10243" y="444"/>
                </a:lnTo>
                <a:lnTo>
                  <a:pt x="12925" y="67"/>
                </a:lnTo>
                <a:lnTo>
                  <a:pt x="15699" y="0"/>
                </a:lnTo>
                <a:lnTo>
                  <a:pt x="18585" y="121"/>
                </a:lnTo>
                <a:lnTo>
                  <a:pt x="21600" y="330"/>
                </a:lnTo>
                <a:close/>
              </a:path>
            </a:pathLst>
          </a:custGeom>
          <a:solidFill>
            <a:srgbClr val="7367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3" name="contour_17331"/>
          <p:cNvSpPr/>
          <p:nvPr/>
        </p:nvSpPr>
        <p:spPr>
          <a:xfrm>
            <a:off x="5418064" y="268198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1528"/>
                </a:lnTo>
                <a:lnTo>
                  <a:pt x="11275" y="3056"/>
                </a:lnTo>
                <a:lnTo>
                  <a:pt x="13320" y="4590"/>
                </a:lnTo>
                <a:lnTo>
                  <a:pt x="15372" y="6129"/>
                </a:lnTo>
                <a:lnTo>
                  <a:pt x="17435" y="7679"/>
                </a:lnTo>
                <a:lnTo>
                  <a:pt x="19508" y="9234"/>
                </a:lnTo>
                <a:lnTo>
                  <a:pt x="21600" y="10800"/>
                </a:lnTo>
                <a:lnTo>
                  <a:pt x="17572" y="14013"/>
                </a:lnTo>
                <a:lnTo>
                  <a:pt x="14364" y="16519"/>
                </a:lnTo>
                <a:lnTo>
                  <a:pt x="11801" y="18398"/>
                </a:lnTo>
                <a:lnTo>
                  <a:pt x="9702" y="19748"/>
                </a:lnTo>
                <a:lnTo>
                  <a:pt x="7895" y="20650"/>
                </a:lnTo>
                <a:lnTo>
                  <a:pt x="6199" y="21200"/>
                </a:lnTo>
                <a:lnTo>
                  <a:pt x="4439" y="21481"/>
                </a:lnTo>
                <a:lnTo>
                  <a:pt x="2430" y="21584"/>
                </a:lnTo>
                <a:lnTo>
                  <a:pt x="0" y="21600"/>
                </a:lnTo>
                <a:lnTo>
                  <a:pt x="1019" y="18544"/>
                </a:lnTo>
                <a:lnTo>
                  <a:pt x="2038" y="15487"/>
                </a:lnTo>
                <a:lnTo>
                  <a:pt x="3060" y="12420"/>
                </a:lnTo>
                <a:lnTo>
                  <a:pt x="4086" y="9342"/>
                </a:lnTo>
                <a:lnTo>
                  <a:pt x="5119" y="6248"/>
                </a:lnTo>
                <a:lnTo>
                  <a:pt x="6156" y="3137"/>
                </a:lnTo>
                <a:lnTo>
                  <a:pt x="7200" y="0"/>
                </a:lnTo>
                <a:close/>
              </a:path>
            </a:pathLst>
          </a:custGeom>
          <a:solidFill>
            <a:srgbClr val="5455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4" name="contour_17332"/>
          <p:cNvSpPr/>
          <p:nvPr/>
        </p:nvSpPr>
        <p:spPr>
          <a:xfrm>
            <a:off x="5323321" y="268198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223"/>
                </a:lnTo>
                <a:lnTo>
                  <a:pt x="9210" y="2445"/>
                </a:lnTo>
                <a:lnTo>
                  <a:pt x="11664" y="3672"/>
                </a:lnTo>
                <a:lnTo>
                  <a:pt x="14126" y="4903"/>
                </a:lnTo>
                <a:lnTo>
                  <a:pt x="16602" y="6143"/>
                </a:lnTo>
                <a:lnTo>
                  <a:pt x="19090" y="7387"/>
                </a:lnTo>
                <a:lnTo>
                  <a:pt x="21600" y="8640"/>
                </a:lnTo>
                <a:lnTo>
                  <a:pt x="18744" y="8640"/>
                </a:lnTo>
                <a:lnTo>
                  <a:pt x="15872" y="8640"/>
                </a:lnTo>
                <a:lnTo>
                  <a:pt x="12960" y="8640"/>
                </a:lnTo>
                <a:lnTo>
                  <a:pt x="12960" y="11496"/>
                </a:lnTo>
                <a:lnTo>
                  <a:pt x="12960" y="14368"/>
                </a:lnTo>
                <a:lnTo>
                  <a:pt x="12960" y="17280"/>
                </a:lnTo>
                <a:lnTo>
                  <a:pt x="9746" y="18611"/>
                </a:lnTo>
                <a:lnTo>
                  <a:pt x="7465" y="19500"/>
                </a:lnTo>
                <a:lnTo>
                  <a:pt x="5495" y="20157"/>
                </a:lnTo>
                <a:lnTo>
                  <a:pt x="3214" y="20788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7D80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5" name="contour_17333"/>
          <p:cNvSpPr/>
          <p:nvPr/>
        </p:nvSpPr>
        <p:spPr>
          <a:xfrm>
            <a:off x="2349820" y="268926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0F0F0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6" name="contour_17334"/>
          <p:cNvSpPr/>
          <p:nvPr/>
        </p:nvSpPr>
        <p:spPr>
          <a:xfrm>
            <a:off x="10876770" y="267469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7935" y="5854"/>
                </a:lnTo>
                <a:lnTo>
                  <a:pt x="14947" y="10541"/>
                </a:lnTo>
                <a:lnTo>
                  <a:pt x="12514" y="14191"/>
                </a:lnTo>
                <a:lnTo>
                  <a:pt x="10498" y="16934"/>
                </a:lnTo>
                <a:lnTo>
                  <a:pt x="8777" y="18900"/>
                </a:lnTo>
                <a:lnTo>
                  <a:pt x="7214" y="20218"/>
                </a:lnTo>
                <a:lnTo>
                  <a:pt x="5688" y="21017"/>
                </a:lnTo>
                <a:lnTo>
                  <a:pt x="4061" y="21427"/>
                </a:lnTo>
                <a:lnTo>
                  <a:pt x="2207" y="2157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7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7" name="contour_17335"/>
          <p:cNvSpPr/>
          <p:nvPr/>
        </p:nvSpPr>
        <p:spPr>
          <a:xfrm>
            <a:off x="8289533" y="266740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2138"/>
                </a:lnTo>
                <a:lnTo>
                  <a:pt x="17975" y="4290"/>
                </a:lnTo>
                <a:lnTo>
                  <a:pt x="19775" y="6450"/>
                </a:lnTo>
                <a:lnTo>
                  <a:pt x="21600" y="8640"/>
                </a:lnTo>
                <a:lnTo>
                  <a:pt x="19926" y="10351"/>
                </a:lnTo>
                <a:lnTo>
                  <a:pt x="18245" y="12040"/>
                </a:lnTo>
                <a:lnTo>
                  <a:pt x="16549" y="13720"/>
                </a:lnTo>
                <a:lnTo>
                  <a:pt x="14850" y="15388"/>
                </a:lnTo>
                <a:lnTo>
                  <a:pt x="12967" y="17276"/>
                </a:lnTo>
                <a:lnTo>
                  <a:pt x="11052" y="19185"/>
                </a:lnTo>
                <a:lnTo>
                  <a:pt x="9140" y="20386"/>
                </a:lnTo>
                <a:lnTo>
                  <a:pt x="7200" y="21600"/>
                </a:lnTo>
                <a:lnTo>
                  <a:pt x="5418" y="20529"/>
                </a:lnTo>
                <a:lnTo>
                  <a:pt x="3625" y="19457"/>
                </a:lnTo>
                <a:lnTo>
                  <a:pt x="1825" y="18373"/>
                </a:lnTo>
                <a:lnTo>
                  <a:pt x="0" y="17280"/>
                </a:lnTo>
                <a:lnTo>
                  <a:pt x="1782" y="15142"/>
                </a:lnTo>
                <a:lnTo>
                  <a:pt x="3568" y="12999"/>
                </a:lnTo>
                <a:lnTo>
                  <a:pt x="5353" y="10856"/>
                </a:lnTo>
                <a:lnTo>
                  <a:pt x="7146" y="8705"/>
                </a:lnTo>
                <a:lnTo>
                  <a:pt x="8946" y="6545"/>
                </a:lnTo>
                <a:lnTo>
                  <a:pt x="10753" y="4376"/>
                </a:lnTo>
                <a:lnTo>
                  <a:pt x="12571" y="2195"/>
                </a:lnTo>
                <a:lnTo>
                  <a:pt x="14400" y="0"/>
                </a:lnTo>
                <a:close/>
              </a:path>
            </a:pathLst>
          </a:custGeom>
          <a:solidFill>
            <a:srgbClr val="D9E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8" name="contour_17336"/>
          <p:cNvSpPr/>
          <p:nvPr/>
        </p:nvSpPr>
        <p:spPr>
          <a:xfrm>
            <a:off x="5257729" y="2667368"/>
            <a:ext cx="43728" cy="21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36"/>
                </a:moveTo>
                <a:lnTo>
                  <a:pt x="9796" y="0"/>
                </a:lnTo>
                <a:lnTo>
                  <a:pt x="12294" y="403"/>
                </a:lnTo>
                <a:lnTo>
                  <a:pt x="14710" y="1287"/>
                </a:lnTo>
                <a:lnTo>
                  <a:pt x="17057" y="2688"/>
                </a:lnTo>
                <a:lnTo>
                  <a:pt x="19346" y="4651"/>
                </a:lnTo>
                <a:lnTo>
                  <a:pt x="21600" y="7224"/>
                </a:lnTo>
                <a:lnTo>
                  <a:pt x="21600" y="11975"/>
                </a:lnTo>
                <a:lnTo>
                  <a:pt x="21600" y="1675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159" y="16820"/>
                </a:lnTo>
                <a:lnTo>
                  <a:pt x="2066" y="13319"/>
                </a:lnTo>
                <a:lnTo>
                  <a:pt x="2923" y="10487"/>
                </a:lnTo>
                <a:lnTo>
                  <a:pt x="3935" y="7727"/>
                </a:lnTo>
                <a:lnTo>
                  <a:pt x="5292" y="4442"/>
                </a:lnTo>
                <a:lnTo>
                  <a:pt x="7200" y="36"/>
                </a:lnTo>
                <a:close/>
              </a:path>
            </a:pathLst>
          </a:custGeom>
          <a:solidFill>
            <a:srgbClr val="3130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39" name="contour_17337"/>
          <p:cNvSpPr/>
          <p:nvPr/>
        </p:nvSpPr>
        <p:spPr>
          <a:xfrm>
            <a:off x="1110861" y="266740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2009"/>
                </a:lnTo>
                <a:lnTo>
                  <a:pt x="10260" y="4052"/>
                </a:lnTo>
                <a:lnTo>
                  <a:pt x="11647" y="6324"/>
                </a:lnTo>
                <a:lnTo>
                  <a:pt x="12930" y="7927"/>
                </a:lnTo>
                <a:lnTo>
                  <a:pt x="14653" y="9279"/>
                </a:lnTo>
                <a:lnTo>
                  <a:pt x="17362" y="10817"/>
                </a:lnTo>
                <a:lnTo>
                  <a:pt x="21600" y="12960"/>
                </a:lnTo>
                <a:lnTo>
                  <a:pt x="20503" y="13509"/>
                </a:lnTo>
                <a:lnTo>
                  <a:pt x="19453" y="14036"/>
                </a:lnTo>
                <a:lnTo>
                  <a:pt x="18144" y="14688"/>
                </a:lnTo>
                <a:lnTo>
                  <a:pt x="16282" y="15621"/>
                </a:lnTo>
                <a:lnTo>
                  <a:pt x="13556" y="16982"/>
                </a:lnTo>
                <a:lnTo>
                  <a:pt x="9672" y="18926"/>
                </a:lnTo>
                <a:lnTo>
                  <a:pt x="4320" y="21600"/>
                </a:lnTo>
                <a:lnTo>
                  <a:pt x="3465" y="19034"/>
                </a:lnTo>
                <a:lnTo>
                  <a:pt x="2605" y="16459"/>
                </a:lnTo>
                <a:lnTo>
                  <a:pt x="1745" y="13876"/>
                </a:lnTo>
                <a:lnTo>
                  <a:pt x="877" y="11271"/>
                </a:lnTo>
                <a:lnTo>
                  <a:pt x="0" y="8640"/>
                </a:lnTo>
                <a:lnTo>
                  <a:pt x="2856" y="8640"/>
                </a:lnTo>
                <a:lnTo>
                  <a:pt x="5728" y="8640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2F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0" name="contour_17338"/>
          <p:cNvSpPr/>
          <p:nvPr/>
        </p:nvSpPr>
        <p:spPr>
          <a:xfrm>
            <a:off x="7123454" y="2643267"/>
            <a:ext cx="36440" cy="328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750" y="220"/>
                </a:lnTo>
                <a:lnTo>
                  <a:pt x="13431" y="608"/>
                </a:lnTo>
                <a:lnTo>
                  <a:pt x="17280" y="1495"/>
                </a:lnTo>
                <a:lnTo>
                  <a:pt x="18451" y="4589"/>
                </a:lnTo>
                <a:lnTo>
                  <a:pt x="19384" y="7713"/>
                </a:lnTo>
                <a:lnTo>
                  <a:pt x="20123" y="10865"/>
                </a:lnTo>
                <a:lnTo>
                  <a:pt x="20710" y="14069"/>
                </a:lnTo>
                <a:lnTo>
                  <a:pt x="21190" y="17327"/>
                </a:lnTo>
                <a:lnTo>
                  <a:pt x="21600" y="20656"/>
                </a:lnTo>
                <a:lnTo>
                  <a:pt x="16641" y="21178"/>
                </a:lnTo>
                <a:lnTo>
                  <a:pt x="13154" y="21495"/>
                </a:lnTo>
                <a:lnTo>
                  <a:pt x="10657" y="21600"/>
                </a:lnTo>
                <a:lnTo>
                  <a:pt x="8675" y="21495"/>
                </a:lnTo>
                <a:lnTo>
                  <a:pt x="6722" y="21178"/>
                </a:lnTo>
                <a:lnTo>
                  <a:pt x="4320" y="20656"/>
                </a:lnTo>
                <a:lnTo>
                  <a:pt x="2601" y="17236"/>
                </a:lnTo>
                <a:lnTo>
                  <a:pt x="1516" y="14778"/>
                </a:lnTo>
                <a:lnTo>
                  <a:pt x="860" y="12594"/>
                </a:lnTo>
                <a:lnTo>
                  <a:pt x="423" y="9993"/>
                </a:lnTo>
                <a:lnTo>
                  <a:pt x="0" y="6285"/>
                </a:lnTo>
                <a:lnTo>
                  <a:pt x="2601" y="3487"/>
                </a:lnTo>
                <a:lnTo>
                  <a:pt x="4588" y="1907"/>
                </a:lnTo>
                <a:lnTo>
                  <a:pt x="6985" y="939"/>
                </a:lnTo>
                <a:lnTo>
                  <a:pt x="10800" y="0"/>
                </a:lnTo>
                <a:close/>
              </a:path>
            </a:pathLst>
          </a:custGeom>
          <a:solidFill>
            <a:srgbClr val="4E4D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1" name="contour_17339"/>
          <p:cNvSpPr/>
          <p:nvPr/>
        </p:nvSpPr>
        <p:spPr>
          <a:xfrm>
            <a:off x="1147301" y="265282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1156" y="15111"/>
                </a:lnTo>
                <a:lnTo>
                  <a:pt x="2327" y="12947"/>
                </a:lnTo>
                <a:lnTo>
                  <a:pt x="3521" y="10791"/>
                </a:lnTo>
                <a:lnTo>
                  <a:pt x="4725" y="8640"/>
                </a:lnTo>
                <a:lnTo>
                  <a:pt x="6043" y="6229"/>
                </a:lnTo>
                <a:lnTo>
                  <a:pt x="7382" y="3780"/>
                </a:lnTo>
                <a:lnTo>
                  <a:pt x="9077" y="1905"/>
                </a:lnTo>
                <a:lnTo>
                  <a:pt x="10800" y="0"/>
                </a:lnTo>
                <a:close/>
              </a:path>
            </a:pathLst>
          </a:custGeom>
          <a:solidFill>
            <a:srgbClr val="DEBD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2" name="contour_17340"/>
          <p:cNvSpPr/>
          <p:nvPr/>
        </p:nvSpPr>
        <p:spPr>
          <a:xfrm>
            <a:off x="2342532" y="264554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1332"/>
                </a:lnTo>
                <a:lnTo>
                  <a:pt x="4324" y="2678"/>
                </a:lnTo>
                <a:lnTo>
                  <a:pt x="6484" y="4025"/>
                </a:lnTo>
                <a:lnTo>
                  <a:pt x="8644" y="5386"/>
                </a:lnTo>
                <a:lnTo>
                  <a:pt x="10800" y="6754"/>
                </a:lnTo>
                <a:lnTo>
                  <a:pt x="11693" y="7315"/>
                </a:lnTo>
                <a:lnTo>
                  <a:pt x="13266" y="8294"/>
                </a:lnTo>
                <a:lnTo>
                  <a:pt x="16877" y="10548"/>
                </a:lnTo>
                <a:lnTo>
                  <a:pt x="19220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9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3" name="contour_17341"/>
          <p:cNvSpPr/>
          <p:nvPr/>
        </p:nvSpPr>
        <p:spPr>
          <a:xfrm>
            <a:off x="7094302" y="2645541"/>
            <a:ext cx="3018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30" y="0"/>
                </a:moveTo>
                <a:lnTo>
                  <a:pt x="13011" y="1071"/>
                </a:lnTo>
                <a:lnTo>
                  <a:pt x="15603" y="2143"/>
                </a:lnTo>
                <a:lnTo>
                  <a:pt x="18216" y="3227"/>
                </a:lnTo>
                <a:lnTo>
                  <a:pt x="20859" y="4320"/>
                </a:lnTo>
                <a:lnTo>
                  <a:pt x="21391" y="7232"/>
                </a:lnTo>
                <a:lnTo>
                  <a:pt x="21600" y="10079"/>
                </a:lnTo>
                <a:lnTo>
                  <a:pt x="21574" y="12900"/>
                </a:lnTo>
                <a:lnTo>
                  <a:pt x="21391" y="15733"/>
                </a:lnTo>
                <a:lnTo>
                  <a:pt x="21125" y="18619"/>
                </a:lnTo>
                <a:lnTo>
                  <a:pt x="20859" y="21600"/>
                </a:lnTo>
                <a:lnTo>
                  <a:pt x="17418" y="20887"/>
                </a:lnTo>
                <a:lnTo>
                  <a:pt x="13971" y="20174"/>
                </a:lnTo>
                <a:lnTo>
                  <a:pt x="10508" y="19457"/>
                </a:lnTo>
                <a:lnTo>
                  <a:pt x="7030" y="18736"/>
                </a:lnTo>
                <a:lnTo>
                  <a:pt x="3530" y="18010"/>
                </a:lnTo>
                <a:lnTo>
                  <a:pt x="0" y="17280"/>
                </a:lnTo>
                <a:lnTo>
                  <a:pt x="1476" y="14835"/>
                </a:lnTo>
                <a:lnTo>
                  <a:pt x="2952" y="12390"/>
                </a:lnTo>
                <a:lnTo>
                  <a:pt x="4433" y="9936"/>
                </a:lnTo>
                <a:lnTo>
                  <a:pt x="5919" y="7474"/>
                </a:lnTo>
                <a:lnTo>
                  <a:pt x="7416" y="4998"/>
                </a:lnTo>
                <a:lnTo>
                  <a:pt x="8917" y="2510"/>
                </a:lnTo>
                <a:lnTo>
                  <a:pt x="10430" y="0"/>
                </a:lnTo>
                <a:close/>
              </a:path>
            </a:pathLst>
          </a:custGeom>
          <a:solidFill>
            <a:srgbClr val="989B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4" name="contour_17342"/>
          <p:cNvSpPr/>
          <p:nvPr/>
        </p:nvSpPr>
        <p:spPr>
          <a:xfrm>
            <a:off x="10927779" y="2623677"/>
            <a:ext cx="230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6" y="0"/>
                </a:moveTo>
                <a:lnTo>
                  <a:pt x="10858" y="745"/>
                </a:lnTo>
                <a:lnTo>
                  <a:pt x="13624" y="1368"/>
                </a:lnTo>
                <a:lnTo>
                  <a:pt x="16410" y="2207"/>
                </a:lnTo>
                <a:lnTo>
                  <a:pt x="20494" y="3600"/>
                </a:lnTo>
                <a:lnTo>
                  <a:pt x="21259" y="6156"/>
                </a:lnTo>
                <a:lnTo>
                  <a:pt x="21600" y="7970"/>
                </a:lnTo>
                <a:lnTo>
                  <a:pt x="21600" y="9904"/>
                </a:lnTo>
                <a:lnTo>
                  <a:pt x="21347" y="12823"/>
                </a:lnTo>
                <a:lnTo>
                  <a:pt x="21163" y="15289"/>
                </a:lnTo>
                <a:lnTo>
                  <a:pt x="20972" y="17788"/>
                </a:lnTo>
                <a:lnTo>
                  <a:pt x="20733" y="19681"/>
                </a:lnTo>
                <a:lnTo>
                  <a:pt x="20494" y="21600"/>
                </a:lnTo>
                <a:lnTo>
                  <a:pt x="15980" y="21600"/>
                </a:lnTo>
                <a:lnTo>
                  <a:pt x="11439" y="21600"/>
                </a:lnTo>
                <a:lnTo>
                  <a:pt x="6836" y="21600"/>
                </a:lnTo>
                <a:lnTo>
                  <a:pt x="4077" y="17608"/>
                </a:lnTo>
                <a:lnTo>
                  <a:pt x="2056" y="14522"/>
                </a:lnTo>
                <a:lnTo>
                  <a:pt x="738" y="12125"/>
                </a:lnTo>
                <a:lnTo>
                  <a:pt x="68" y="10195"/>
                </a:lnTo>
                <a:lnTo>
                  <a:pt x="0" y="8507"/>
                </a:lnTo>
                <a:lnTo>
                  <a:pt x="499" y="6844"/>
                </a:lnTo>
                <a:lnTo>
                  <a:pt x="1516" y="4982"/>
                </a:lnTo>
                <a:lnTo>
                  <a:pt x="2998" y="2700"/>
                </a:lnTo>
                <a:lnTo>
                  <a:pt x="4903" y="1361"/>
                </a:lnTo>
                <a:lnTo>
                  <a:pt x="6836" y="0"/>
                </a:lnTo>
                <a:close/>
              </a:path>
            </a:pathLst>
          </a:custGeom>
          <a:solidFill>
            <a:srgbClr val="A6A9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5" name="contour_17343"/>
          <p:cNvSpPr/>
          <p:nvPr/>
        </p:nvSpPr>
        <p:spPr>
          <a:xfrm>
            <a:off x="5294169" y="263096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450" y="18775"/>
                </a:lnTo>
                <a:lnTo>
                  <a:pt x="4399" y="16705"/>
                </a:lnTo>
                <a:lnTo>
                  <a:pt x="3622" y="14386"/>
                </a:lnTo>
                <a:lnTo>
                  <a:pt x="2700" y="10800"/>
                </a:lnTo>
                <a:lnTo>
                  <a:pt x="1886" y="7785"/>
                </a:lnTo>
                <a:lnTo>
                  <a:pt x="1066" y="4726"/>
                </a:lnTo>
                <a:lnTo>
                  <a:pt x="799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4A4C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6" name="contour_17344"/>
          <p:cNvSpPr/>
          <p:nvPr/>
        </p:nvSpPr>
        <p:spPr>
          <a:xfrm>
            <a:off x="2298804" y="263825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2445"/>
                </a:lnTo>
                <a:lnTo>
                  <a:pt x="15405" y="4890"/>
                </a:lnTo>
                <a:lnTo>
                  <a:pt x="16632" y="7344"/>
                </a:lnTo>
                <a:lnTo>
                  <a:pt x="17863" y="9806"/>
                </a:lnTo>
                <a:lnTo>
                  <a:pt x="19103" y="12282"/>
                </a:lnTo>
                <a:lnTo>
                  <a:pt x="20347" y="14770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2138" y="20529"/>
                </a:lnTo>
                <a:lnTo>
                  <a:pt x="4290" y="19457"/>
                </a:lnTo>
                <a:lnTo>
                  <a:pt x="6450" y="18373"/>
                </a:lnTo>
                <a:lnTo>
                  <a:pt x="8640" y="17280"/>
                </a:lnTo>
                <a:lnTo>
                  <a:pt x="9690" y="14774"/>
                </a:lnTo>
                <a:lnTo>
                  <a:pt x="10320" y="13012"/>
                </a:lnTo>
                <a:lnTo>
                  <a:pt x="10787" y="11159"/>
                </a:lnTo>
                <a:lnTo>
                  <a:pt x="11340" y="8372"/>
                </a:lnTo>
                <a:lnTo>
                  <a:pt x="11876" y="5607"/>
                </a:lnTo>
                <a:lnTo>
                  <a:pt x="12416" y="2821"/>
                </a:lnTo>
                <a:lnTo>
                  <a:pt x="12960" y="0"/>
                </a:lnTo>
                <a:close/>
              </a:path>
            </a:pathLst>
          </a:custGeom>
          <a:solidFill>
            <a:srgbClr val="49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7" name="contour_17345"/>
          <p:cNvSpPr/>
          <p:nvPr/>
        </p:nvSpPr>
        <p:spPr>
          <a:xfrm>
            <a:off x="10403051" y="261638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850" y="14394"/>
                </a:lnTo>
                <a:lnTo>
                  <a:pt x="1750" y="11513"/>
                </a:lnTo>
                <a:lnTo>
                  <a:pt x="2700" y="8640"/>
                </a:lnTo>
                <a:lnTo>
                  <a:pt x="3456" y="6229"/>
                </a:lnTo>
                <a:lnTo>
                  <a:pt x="4219" y="3780"/>
                </a:lnTo>
                <a:lnTo>
                  <a:pt x="5702" y="1905"/>
                </a:lnTo>
                <a:lnTo>
                  <a:pt x="7200" y="0"/>
                </a:lnTo>
                <a:close/>
              </a:path>
            </a:pathLst>
          </a:custGeom>
          <a:solidFill>
            <a:srgbClr val="9732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8" name="contour_17346"/>
          <p:cNvSpPr/>
          <p:nvPr/>
        </p:nvSpPr>
        <p:spPr>
          <a:xfrm>
            <a:off x="4886041" y="263096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B2C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49" name="contour_17347"/>
          <p:cNvSpPr/>
          <p:nvPr/>
        </p:nvSpPr>
        <p:spPr>
          <a:xfrm>
            <a:off x="4652825" y="2602112"/>
            <a:ext cx="43728" cy="21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358"/>
                </a:moveTo>
                <a:lnTo>
                  <a:pt x="13046" y="1548"/>
                </a:lnTo>
                <a:lnTo>
                  <a:pt x="15196" y="2825"/>
                </a:lnTo>
                <a:lnTo>
                  <a:pt x="17338" y="4175"/>
                </a:lnTo>
                <a:lnTo>
                  <a:pt x="19472" y="5570"/>
                </a:lnTo>
                <a:lnTo>
                  <a:pt x="21600" y="7000"/>
                </a:lnTo>
                <a:lnTo>
                  <a:pt x="19969" y="11592"/>
                </a:lnTo>
                <a:lnTo>
                  <a:pt x="18677" y="14643"/>
                </a:lnTo>
                <a:lnTo>
                  <a:pt x="17046" y="17527"/>
                </a:lnTo>
                <a:lnTo>
                  <a:pt x="14400" y="21600"/>
                </a:lnTo>
                <a:lnTo>
                  <a:pt x="11876" y="20972"/>
                </a:lnTo>
                <a:lnTo>
                  <a:pt x="9468" y="20045"/>
                </a:lnTo>
                <a:lnTo>
                  <a:pt x="7128" y="18870"/>
                </a:lnTo>
                <a:lnTo>
                  <a:pt x="4802" y="17490"/>
                </a:lnTo>
                <a:lnTo>
                  <a:pt x="2444" y="15950"/>
                </a:lnTo>
                <a:lnTo>
                  <a:pt x="0" y="14300"/>
                </a:lnTo>
                <a:lnTo>
                  <a:pt x="2221" y="8008"/>
                </a:lnTo>
                <a:lnTo>
                  <a:pt x="3874" y="3818"/>
                </a:lnTo>
                <a:lnTo>
                  <a:pt x="5267" y="1343"/>
                </a:lnTo>
                <a:lnTo>
                  <a:pt x="6696" y="204"/>
                </a:lnTo>
                <a:lnTo>
                  <a:pt x="8467" y="0"/>
                </a:lnTo>
                <a:lnTo>
                  <a:pt x="10883" y="358"/>
                </a:lnTo>
                <a:close/>
              </a:path>
            </a:pathLst>
          </a:custGeom>
          <a:solidFill>
            <a:srgbClr val="9398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0" name="contour_17348"/>
          <p:cNvSpPr/>
          <p:nvPr/>
        </p:nvSpPr>
        <p:spPr>
          <a:xfrm>
            <a:off x="2378972" y="260910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9109" y="4018"/>
                </a:lnTo>
                <a:lnTo>
                  <a:pt x="19850" y="6869"/>
                </a:lnTo>
                <a:lnTo>
                  <a:pt x="20398" y="9331"/>
                </a:lnTo>
                <a:lnTo>
                  <a:pt x="20923" y="12182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2873" y="15336"/>
                </a:lnTo>
                <a:lnTo>
                  <a:pt x="4986" y="10762"/>
                </a:lnTo>
                <a:lnTo>
                  <a:pt x="6530" y="7501"/>
                </a:lnTo>
                <a:lnTo>
                  <a:pt x="7697" y="5173"/>
                </a:lnTo>
                <a:lnTo>
                  <a:pt x="8669" y="3397"/>
                </a:lnTo>
                <a:lnTo>
                  <a:pt x="9641" y="1798"/>
                </a:lnTo>
                <a:lnTo>
                  <a:pt x="10800" y="0"/>
                </a:lnTo>
                <a:close/>
              </a:path>
            </a:pathLst>
          </a:custGeom>
          <a:solidFill>
            <a:srgbClr val="2424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1" name="contour_17349"/>
          <p:cNvSpPr/>
          <p:nvPr/>
        </p:nvSpPr>
        <p:spPr>
          <a:xfrm>
            <a:off x="1037982" y="2594525"/>
            <a:ext cx="36440" cy="2991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1736"/>
                </a:lnTo>
                <a:lnTo>
                  <a:pt x="12921" y="3478"/>
                </a:lnTo>
                <a:lnTo>
                  <a:pt x="15072" y="5225"/>
                </a:lnTo>
                <a:lnTo>
                  <a:pt x="17232" y="6977"/>
                </a:lnTo>
                <a:lnTo>
                  <a:pt x="19405" y="8745"/>
                </a:lnTo>
                <a:lnTo>
                  <a:pt x="21600" y="10524"/>
                </a:lnTo>
                <a:lnTo>
                  <a:pt x="20926" y="13649"/>
                </a:lnTo>
                <a:lnTo>
                  <a:pt x="20252" y="15786"/>
                </a:lnTo>
                <a:lnTo>
                  <a:pt x="19172" y="17922"/>
                </a:lnTo>
                <a:lnTo>
                  <a:pt x="17280" y="21048"/>
                </a:lnTo>
                <a:lnTo>
                  <a:pt x="14360" y="21432"/>
                </a:lnTo>
                <a:lnTo>
                  <a:pt x="11504" y="21600"/>
                </a:lnTo>
                <a:lnTo>
                  <a:pt x="8675" y="21600"/>
                </a:lnTo>
                <a:lnTo>
                  <a:pt x="5841" y="21479"/>
                </a:lnTo>
                <a:lnTo>
                  <a:pt x="2964" y="21284"/>
                </a:lnTo>
                <a:lnTo>
                  <a:pt x="0" y="21048"/>
                </a:lnTo>
                <a:lnTo>
                  <a:pt x="0" y="17569"/>
                </a:lnTo>
                <a:lnTo>
                  <a:pt x="0" y="14070"/>
                </a:lnTo>
                <a:lnTo>
                  <a:pt x="0" y="10524"/>
                </a:lnTo>
                <a:lnTo>
                  <a:pt x="2856" y="10524"/>
                </a:lnTo>
                <a:lnTo>
                  <a:pt x="5728" y="10524"/>
                </a:lnTo>
                <a:lnTo>
                  <a:pt x="8640" y="10524"/>
                </a:lnTo>
                <a:lnTo>
                  <a:pt x="8640" y="7046"/>
                </a:lnTo>
                <a:lnTo>
                  <a:pt x="8640" y="3547"/>
                </a:lnTo>
                <a:lnTo>
                  <a:pt x="8640" y="0"/>
                </a:lnTo>
                <a:close/>
              </a:path>
            </a:pathLst>
          </a:custGeom>
          <a:solidFill>
            <a:srgbClr val="746E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2" name="contour_17350"/>
          <p:cNvSpPr/>
          <p:nvPr/>
        </p:nvSpPr>
        <p:spPr>
          <a:xfrm>
            <a:off x="7938944" y="2587237"/>
            <a:ext cx="2991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2" y="0"/>
                </a:moveTo>
                <a:lnTo>
                  <a:pt x="1889" y="549"/>
                </a:lnTo>
                <a:lnTo>
                  <a:pt x="3168" y="1076"/>
                </a:lnTo>
                <a:lnTo>
                  <a:pt x="4762" y="1728"/>
                </a:lnTo>
                <a:lnTo>
                  <a:pt x="7030" y="2661"/>
                </a:lnTo>
                <a:lnTo>
                  <a:pt x="10350" y="4022"/>
                </a:lnTo>
                <a:lnTo>
                  <a:pt x="15081" y="5966"/>
                </a:lnTo>
                <a:lnTo>
                  <a:pt x="21600" y="8640"/>
                </a:lnTo>
                <a:lnTo>
                  <a:pt x="20827" y="9590"/>
                </a:lnTo>
                <a:lnTo>
                  <a:pt x="20053" y="10545"/>
                </a:lnTo>
                <a:lnTo>
                  <a:pt x="18985" y="11863"/>
                </a:lnTo>
                <a:lnTo>
                  <a:pt x="17322" y="13906"/>
                </a:lnTo>
                <a:lnTo>
                  <a:pt x="14786" y="17029"/>
                </a:lnTo>
                <a:lnTo>
                  <a:pt x="11076" y="21600"/>
                </a:lnTo>
                <a:lnTo>
                  <a:pt x="7951" y="20926"/>
                </a:lnTo>
                <a:lnTo>
                  <a:pt x="5814" y="20252"/>
                </a:lnTo>
                <a:lnTo>
                  <a:pt x="3678" y="19172"/>
                </a:lnTo>
                <a:lnTo>
                  <a:pt x="552" y="17280"/>
                </a:lnTo>
                <a:lnTo>
                  <a:pt x="168" y="14360"/>
                </a:lnTo>
                <a:lnTo>
                  <a:pt x="0" y="11504"/>
                </a:lnTo>
                <a:lnTo>
                  <a:pt x="0" y="8675"/>
                </a:lnTo>
                <a:lnTo>
                  <a:pt x="121" y="5841"/>
                </a:lnTo>
                <a:lnTo>
                  <a:pt x="316" y="2964"/>
                </a:lnTo>
                <a:lnTo>
                  <a:pt x="552" y="0"/>
                </a:lnTo>
                <a:close/>
              </a:path>
            </a:pathLst>
          </a:custGeom>
          <a:solidFill>
            <a:srgbClr val="DE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3" name="contour_17351"/>
          <p:cNvSpPr/>
          <p:nvPr/>
        </p:nvSpPr>
        <p:spPr>
          <a:xfrm>
            <a:off x="5454504" y="2579949"/>
            <a:ext cx="3018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430" y="0"/>
                </a:moveTo>
                <a:lnTo>
                  <a:pt x="13011" y="1071"/>
                </a:lnTo>
                <a:lnTo>
                  <a:pt x="15603" y="2143"/>
                </a:lnTo>
                <a:lnTo>
                  <a:pt x="18216" y="3227"/>
                </a:lnTo>
                <a:lnTo>
                  <a:pt x="20859" y="4320"/>
                </a:lnTo>
                <a:lnTo>
                  <a:pt x="21391" y="7232"/>
                </a:lnTo>
                <a:lnTo>
                  <a:pt x="21600" y="10079"/>
                </a:lnTo>
                <a:lnTo>
                  <a:pt x="21574" y="12900"/>
                </a:lnTo>
                <a:lnTo>
                  <a:pt x="21391" y="15733"/>
                </a:lnTo>
                <a:lnTo>
                  <a:pt x="21125" y="18619"/>
                </a:lnTo>
                <a:lnTo>
                  <a:pt x="20859" y="21600"/>
                </a:lnTo>
                <a:lnTo>
                  <a:pt x="17418" y="20887"/>
                </a:lnTo>
                <a:lnTo>
                  <a:pt x="13971" y="20174"/>
                </a:lnTo>
                <a:lnTo>
                  <a:pt x="10508" y="19457"/>
                </a:lnTo>
                <a:lnTo>
                  <a:pt x="7030" y="18736"/>
                </a:lnTo>
                <a:lnTo>
                  <a:pt x="3530" y="18010"/>
                </a:lnTo>
                <a:lnTo>
                  <a:pt x="0" y="17280"/>
                </a:lnTo>
                <a:lnTo>
                  <a:pt x="1476" y="14835"/>
                </a:lnTo>
                <a:lnTo>
                  <a:pt x="2952" y="12390"/>
                </a:lnTo>
                <a:lnTo>
                  <a:pt x="4433" y="9936"/>
                </a:lnTo>
                <a:lnTo>
                  <a:pt x="5919" y="7474"/>
                </a:lnTo>
                <a:lnTo>
                  <a:pt x="7416" y="4998"/>
                </a:lnTo>
                <a:lnTo>
                  <a:pt x="8917" y="2510"/>
                </a:lnTo>
                <a:lnTo>
                  <a:pt x="10430" y="0"/>
                </a:lnTo>
                <a:close/>
              </a:path>
            </a:pathLst>
          </a:custGeom>
          <a:solidFill>
            <a:srgbClr val="767A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4" name="contour_17352"/>
          <p:cNvSpPr/>
          <p:nvPr/>
        </p:nvSpPr>
        <p:spPr>
          <a:xfrm>
            <a:off x="1467973" y="258723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5" name="contour_17353"/>
          <p:cNvSpPr/>
          <p:nvPr/>
        </p:nvSpPr>
        <p:spPr>
          <a:xfrm>
            <a:off x="4878753" y="2565373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529"/>
                </a:lnTo>
                <a:lnTo>
                  <a:pt x="6626" y="1009"/>
                </a:lnTo>
                <a:lnTo>
                  <a:pt x="9088" y="1637"/>
                </a:lnTo>
                <a:lnTo>
                  <a:pt x="12020" y="2613"/>
                </a:lnTo>
                <a:lnTo>
                  <a:pt x="16200" y="4134"/>
                </a:lnTo>
                <a:lnTo>
                  <a:pt x="17620" y="6862"/>
                </a:lnTo>
                <a:lnTo>
                  <a:pt x="18733" y="9541"/>
                </a:lnTo>
                <a:lnTo>
                  <a:pt x="19618" y="12212"/>
                </a:lnTo>
                <a:lnTo>
                  <a:pt x="20342" y="14924"/>
                </a:lnTo>
                <a:lnTo>
                  <a:pt x="20979" y="17726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4250" y="18144"/>
                </a:lnTo>
                <a:lnTo>
                  <a:pt x="3289" y="15606"/>
                </a:lnTo>
                <a:lnTo>
                  <a:pt x="2484" y="13055"/>
                </a:lnTo>
                <a:lnTo>
                  <a:pt x="1814" y="10488"/>
                </a:lnTo>
                <a:lnTo>
                  <a:pt x="1253" y="7900"/>
                </a:lnTo>
                <a:lnTo>
                  <a:pt x="783" y="5291"/>
                </a:lnTo>
                <a:lnTo>
                  <a:pt x="373" y="2658"/>
                </a:lnTo>
                <a:lnTo>
                  <a:pt x="0" y="0"/>
                </a:lnTo>
                <a:close/>
              </a:path>
            </a:pathLst>
          </a:custGeom>
          <a:solidFill>
            <a:srgbClr val="6E70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6" name="contour_17354"/>
          <p:cNvSpPr/>
          <p:nvPr/>
        </p:nvSpPr>
        <p:spPr>
          <a:xfrm>
            <a:off x="1927116" y="2558085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0709"/>
                </a:lnTo>
                <a:lnTo>
                  <a:pt x="13994" y="19818"/>
                </a:lnTo>
                <a:lnTo>
                  <a:pt x="10526" y="18922"/>
                </a:lnTo>
                <a:lnTo>
                  <a:pt x="7042" y="18020"/>
                </a:lnTo>
                <a:lnTo>
                  <a:pt x="3536" y="17113"/>
                </a:lnTo>
                <a:lnTo>
                  <a:pt x="0" y="16200"/>
                </a:lnTo>
                <a:lnTo>
                  <a:pt x="1034" y="12992"/>
                </a:lnTo>
                <a:lnTo>
                  <a:pt x="2074" y="9774"/>
                </a:lnTo>
                <a:lnTo>
                  <a:pt x="3113" y="6545"/>
                </a:lnTo>
                <a:lnTo>
                  <a:pt x="4163" y="3289"/>
                </a:lnTo>
                <a:lnTo>
                  <a:pt x="5224" y="0"/>
                </a:lnTo>
                <a:close/>
              </a:path>
            </a:pathLst>
          </a:custGeom>
          <a:solidFill>
            <a:srgbClr val="2F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7" name="contour_17355"/>
          <p:cNvSpPr/>
          <p:nvPr/>
        </p:nvSpPr>
        <p:spPr>
          <a:xfrm>
            <a:off x="1322213" y="257266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2851"/>
                </a:lnTo>
                <a:lnTo>
                  <a:pt x="17982" y="5707"/>
                </a:lnTo>
                <a:lnTo>
                  <a:pt x="18878" y="8575"/>
                </a:lnTo>
                <a:lnTo>
                  <a:pt x="19780" y="11457"/>
                </a:lnTo>
                <a:lnTo>
                  <a:pt x="20687" y="14355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3224" y="19492"/>
                </a:lnTo>
                <a:lnTo>
                  <a:pt x="1939" y="17889"/>
                </a:lnTo>
                <a:lnTo>
                  <a:pt x="1031" y="15984"/>
                </a:lnTo>
                <a:lnTo>
                  <a:pt x="0" y="12960"/>
                </a:lnTo>
                <a:lnTo>
                  <a:pt x="2408" y="10549"/>
                </a:lnTo>
                <a:lnTo>
                  <a:pt x="4963" y="8281"/>
                </a:lnTo>
                <a:lnTo>
                  <a:pt x="7630" y="6117"/>
                </a:lnTo>
                <a:lnTo>
                  <a:pt x="10406" y="4039"/>
                </a:lnTo>
                <a:lnTo>
                  <a:pt x="13268" y="2009"/>
                </a:lnTo>
                <a:lnTo>
                  <a:pt x="16200" y="0"/>
                </a:ln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8" name="contour_17356"/>
          <p:cNvSpPr/>
          <p:nvPr/>
        </p:nvSpPr>
        <p:spPr>
          <a:xfrm>
            <a:off x="7320230" y="2565373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1156" y="18076"/>
                </a:lnTo>
                <a:lnTo>
                  <a:pt x="2327" y="15487"/>
                </a:lnTo>
                <a:lnTo>
                  <a:pt x="3521" y="12908"/>
                </a:lnTo>
                <a:lnTo>
                  <a:pt x="4725" y="10335"/>
                </a:lnTo>
                <a:lnTo>
                  <a:pt x="6043" y="7451"/>
                </a:lnTo>
                <a:lnTo>
                  <a:pt x="7382" y="4522"/>
                </a:lnTo>
                <a:lnTo>
                  <a:pt x="9077" y="2279"/>
                </a:lnTo>
                <a:lnTo>
                  <a:pt x="10800" y="0"/>
                </a:lnTo>
                <a:close/>
              </a:path>
            </a:pathLst>
          </a:custGeom>
          <a:solidFill>
            <a:srgbClr val="D5B9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59" name="contour_17357"/>
          <p:cNvSpPr/>
          <p:nvPr/>
        </p:nvSpPr>
        <p:spPr>
          <a:xfrm>
            <a:off x="4084362" y="255079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850" y="14394"/>
                </a:lnTo>
                <a:lnTo>
                  <a:pt x="1750" y="11513"/>
                </a:lnTo>
                <a:lnTo>
                  <a:pt x="2700" y="8640"/>
                </a:lnTo>
                <a:lnTo>
                  <a:pt x="3456" y="6229"/>
                </a:lnTo>
                <a:lnTo>
                  <a:pt x="4219" y="3780"/>
                </a:lnTo>
                <a:lnTo>
                  <a:pt x="5702" y="1905"/>
                </a:lnTo>
                <a:lnTo>
                  <a:pt x="7200" y="0"/>
                </a:lnTo>
                <a:close/>
              </a:path>
            </a:pathLst>
          </a:custGeom>
          <a:solidFill>
            <a:srgbClr val="9FA0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0" name="contour_17358"/>
          <p:cNvSpPr/>
          <p:nvPr/>
        </p:nvSpPr>
        <p:spPr>
          <a:xfrm>
            <a:off x="4339405" y="2565373"/>
            <a:ext cx="2190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24" y="0"/>
                </a:moveTo>
                <a:lnTo>
                  <a:pt x="11975" y="0"/>
                </a:lnTo>
                <a:lnTo>
                  <a:pt x="1675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820" y="20441"/>
                </a:lnTo>
                <a:lnTo>
                  <a:pt x="13319" y="19534"/>
                </a:lnTo>
                <a:lnTo>
                  <a:pt x="10480" y="18677"/>
                </a:lnTo>
                <a:lnTo>
                  <a:pt x="7727" y="17665"/>
                </a:lnTo>
                <a:lnTo>
                  <a:pt x="4442" y="16308"/>
                </a:lnTo>
                <a:lnTo>
                  <a:pt x="36" y="14400"/>
                </a:lnTo>
                <a:lnTo>
                  <a:pt x="0" y="11804"/>
                </a:lnTo>
                <a:lnTo>
                  <a:pt x="403" y="9306"/>
                </a:lnTo>
                <a:lnTo>
                  <a:pt x="1287" y="6890"/>
                </a:lnTo>
                <a:lnTo>
                  <a:pt x="2688" y="4543"/>
                </a:lnTo>
                <a:lnTo>
                  <a:pt x="4651" y="2254"/>
                </a:lnTo>
                <a:lnTo>
                  <a:pt x="7224" y="0"/>
                </a:lnTo>
                <a:close/>
              </a:path>
            </a:pathLst>
          </a:custGeom>
          <a:solidFill>
            <a:srgbClr val="DCE1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1" name="contour_17359"/>
          <p:cNvSpPr/>
          <p:nvPr/>
        </p:nvSpPr>
        <p:spPr>
          <a:xfrm>
            <a:off x="1336789" y="255079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9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2" name="contour_17360"/>
          <p:cNvSpPr/>
          <p:nvPr/>
        </p:nvSpPr>
        <p:spPr>
          <a:xfrm>
            <a:off x="790190" y="255808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7A9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3" name="contour_17361"/>
          <p:cNvSpPr/>
          <p:nvPr/>
        </p:nvSpPr>
        <p:spPr>
          <a:xfrm>
            <a:off x="4937057" y="255079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0800" y="3569"/>
                </a:lnTo>
                <a:lnTo>
                  <a:pt x="10800" y="7160"/>
                </a:lnTo>
                <a:lnTo>
                  <a:pt x="10800" y="10800"/>
                </a:lnTo>
                <a:lnTo>
                  <a:pt x="14369" y="10800"/>
                </a:lnTo>
                <a:lnTo>
                  <a:pt x="17960" y="1080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4" name="contour_17362"/>
          <p:cNvSpPr/>
          <p:nvPr/>
        </p:nvSpPr>
        <p:spPr>
          <a:xfrm>
            <a:off x="4966209" y="254350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8025" y="2955"/>
                </a:lnTo>
                <a:lnTo>
                  <a:pt x="19219" y="5106"/>
                </a:lnTo>
                <a:lnTo>
                  <a:pt x="20039" y="7076"/>
                </a:lnTo>
                <a:lnTo>
                  <a:pt x="20747" y="9487"/>
                </a:lnTo>
                <a:lnTo>
                  <a:pt x="21600" y="12960"/>
                </a:lnTo>
                <a:lnTo>
                  <a:pt x="20185" y="15984"/>
                </a:lnTo>
                <a:lnTo>
                  <a:pt x="19154" y="17889"/>
                </a:lnTo>
                <a:lnTo>
                  <a:pt x="17993" y="19492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637" y="14394"/>
                </a:lnTo>
                <a:lnTo>
                  <a:pt x="1312" y="11513"/>
                </a:lnTo>
                <a:lnTo>
                  <a:pt x="2025" y="8640"/>
                </a:lnTo>
                <a:lnTo>
                  <a:pt x="2592" y="6229"/>
                </a:lnTo>
                <a:lnTo>
                  <a:pt x="3164" y="3780"/>
                </a:lnTo>
                <a:lnTo>
                  <a:pt x="4277" y="1905"/>
                </a:lnTo>
                <a:lnTo>
                  <a:pt x="5400" y="0"/>
                </a:lnTo>
                <a:close/>
              </a:path>
            </a:pathLst>
          </a:custGeom>
          <a:solidFill>
            <a:srgbClr val="3838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5" name="contour_17363"/>
          <p:cNvSpPr/>
          <p:nvPr/>
        </p:nvSpPr>
        <p:spPr>
          <a:xfrm>
            <a:off x="11204730" y="2536221"/>
            <a:ext cx="51016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84"/>
                </a:lnTo>
                <a:lnTo>
                  <a:pt x="4280" y="1369"/>
                </a:lnTo>
                <a:lnTo>
                  <a:pt x="6421" y="2053"/>
                </a:lnTo>
                <a:lnTo>
                  <a:pt x="8566" y="2744"/>
                </a:lnTo>
                <a:lnTo>
                  <a:pt x="10720" y="3428"/>
                </a:lnTo>
                <a:lnTo>
                  <a:pt x="12877" y="4120"/>
                </a:lnTo>
                <a:lnTo>
                  <a:pt x="15043" y="4811"/>
                </a:lnTo>
                <a:lnTo>
                  <a:pt x="17218" y="5509"/>
                </a:lnTo>
                <a:lnTo>
                  <a:pt x="19403" y="6207"/>
                </a:lnTo>
                <a:lnTo>
                  <a:pt x="21600" y="6912"/>
                </a:lnTo>
                <a:lnTo>
                  <a:pt x="18977" y="12739"/>
                </a:lnTo>
                <a:lnTo>
                  <a:pt x="17070" y="16672"/>
                </a:lnTo>
                <a:lnTo>
                  <a:pt x="15574" y="19119"/>
                </a:lnTo>
                <a:lnTo>
                  <a:pt x="14173" y="20480"/>
                </a:lnTo>
                <a:lnTo>
                  <a:pt x="12556" y="21171"/>
                </a:lnTo>
                <a:lnTo>
                  <a:pt x="10414" y="21600"/>
                </a:lnTo>
                <a:lnTo>
                  <a:pt x="8307" y="21171"/>
                </a:lnTo>
                <a:lnTo>
                  <a:pt x="6171" y="20736"/>
                </a:lnTo>
                <a:lnTo>
                  <a:pt x="6171" y="16167"/>
                </a:lnTo>
                <a:lnTo>
                  <a:pt x="6171" y="11571"/>
                </a:lnTo>
                <a:lnTo>
                  <a:pt x="6171" y="6912"/>
                </a:lnTo>
                <a:lnTo>
                  <a:pt x="4644" y="5198"/>
                </a:lnTo>
                <a:lnTo>
                  <a:pt x="3107" y="3484"/>
                </a:lnTo>
                <a:lnTo>
                  <a:pt x="1564" y="1749"/>
                </a:lnTo>
                <a:lnTo>
                  <a:pt x="0" y="0"/>
                </a:lnTo>
                <a:close/>
              </a:path>
            </a:pathLst>
          </a:custGeom>
          <a:solidFill>
            <a:srgbClr val="9093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6" name="contour_17364"/>
          <p:cNvSpPr/>
          <p:nvPr/>
        </p:nvSpPr>
        <p:spPr>
          <a:xfrm>
            <a:off x="1570005" y="2535769"/>
            <a:ext cx="29152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6400" y="85"/>
                </a:lnTo>
                <a:lnTo>
                  <a:pt x="18986" y="175"/>
                </a:lnTo>
                <a:lnTo>
                  <a:pt x="21600" y="265"/>
                </a:lnTo>
                <a:lnTo>
                  <a:pt x="21600" y="3085"/>
                </a:lnTo>
                <a:lnTo>
                  <a:pt x="21600" y="5923"/>
                </a:lnTo>
                <a:lnTo>
                  <a:pt x="21600" y="8799"/>
                </a:lnTo>
                <a:lnTo>
                  <a:pt x="18036" y="8799"/>
                </a:lnTo>
                <a:lnTo>
                  <a:pt x="14445" y="8799"/>
                </a:lnTo>
                <a:lnTo>
                  <a:pt x="10800" y="8799"/>
                </a:lnTo>
                <a:lnTo>
                  <a:pt x="9137" y="11969"/>
                </a:lnTo>
                <a:lnTo>
                  <a:pt x="8024" y="14226"/>
                </a:lnTo>
                <a:lnTo>
                  <a:pt x="7204" y="16172"/>
                </a:lnTo>
                <a:lnTo>
                  <a:pt x="6415" y="18421"/>
                </a:lnTo>
                <a:lnTo>
                  <a:pt x="5400" y="21600"/>
                </a:lnTo>
                <a:lnTo>
                  <a:pt x="4363" y="18848"/>
                </a:lnTo>
                <a:lnTo>
                  <a:pt x="3353" y="16091"/>
                </a:lnTo>
                <a:lnTo>
                  <a:pt x="2365" y="13330"/>
                </a:lnTo>
                <a:lnTo>
                  <a:pt x="1939" y="12174"/>
                </a:lnTo>
                <a:lnTo>
                  <a:pt x="653" y="8684"/>
                </a:lnTo>
                <a:lnTo>
                  <a:pt x="329" y="6623"/>
                </a:lnTo>
                <a:lnTo>
                  <a:pt x="0" y="4532"/>
                </a:lnTo>
                <a:lnTo>
                  <a:pt x="3256" y="2057"/>
                </a:lnTo>
                <a:lnTo>
                  <a:pt x="5783" y="764"/>
                </a:lnTo>
                <a:lnTo>
                  <a:pt x="8878" y="218"/>
                </a:lnTo>
                <a:lnTo>
                  <a:pt x="13835" y="0"/>
                </a:lnTo>
                <a:close/>
              </a:path>
            </a:pathLst>
          </a:custGeom>
          <a:solidFill>
            <a:srgbClr val="EBDB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7" name="contour_17365"/>
          <p:cNvSpPr/>
          <p:nvPr/>
        </p:nvSpPr>
        <p:spPr>
          <a:xfrm>
            <a:off x="1023406" y="2536221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34"/>
                </a:lnTo>
                <a:lnTo>
                  <a:pt x="11826" y="2074"/>
                </a:lnTo>
                <a:lnTo>
                  <a:pt x="15055" y="3113"/>
                </a:lnTo>
                <a:lnTo>
                  <a:pt x="18311" y="4163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891" y="17447"/>
                </a:lnTo>
                <a:lnTo>
                  <a:pt x="1782" y="13994"/>
                </a:lnTo>
                <a:lnTo>
                  <a:pt x="2678" y="10526"/>
                </a:lnTo>
                <a:lnTo>
                  <a:pt x="3580" y="7042"/>
                </a:lnTo>
                <a:lnTo>
                  <a:pt x="4487" y="3536"/>
                </a:lnTo>
                <a:lnTo>
                  <a:pt x="5400" y="0"/>
                </a:lnTo>
                <a:close/>
              </a:path>
            </a:pathLst>
          </a:custGeom>
          <a:solidFill>
            <a:srgbClr val="787B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8" name="contour_17366"/>
          <p:cNvSpPr/>
          <p:nvPr/>
        </p:nvSpPr>
        <p:spPr>
          <a:xfrm>
            <a:off x="8158349" y="252164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20516" y="6215"/>
                </a:lnTo>
                <a:lnTo>
                  <a:pt x="19513" y="6966"/>
                </a:lnTo>
                <a:lnTo>
                  <a:pt x="18425" y="7781"/>
                </a:lnTo>
                <a:lnTo>
                  <a:pt x="17064" y="8802"/>
                </a:lnTo>
                <a:lnTo>
                  <a:pt x="15258" y="10157"/>
                </a:lnTo>
                <a:lnTo>
                  <a:pt x="12826" y="11983"/>
                </a:lnTo>
                <a:lnTo>
                  <a:pt x="9590" y="14407"/>
                </a:lnTo>
                <a:lnTo>
                  <a:pt x="5374" y="17572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46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69" name="contour_17367"/>
          <p:cNvSpPr/>
          <p:nvPr/>
        </p:nvSpPr>
        <p:spPr>
          <a:xfrm>
            <a:off x="6824647" y="251435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1015"/>
                </a:lnTo>
                <a:lnTo>
                  <a:pt x="14135" y="1804"/>
                </a:lnTo>
                <a:lnTo>
                  <a:pt x="16105" y="2624"/>
                </a:lnTo>
                <a:lnTo>
                  <a:pt x="18386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883" y="17939"/>
                </a:lnTo>
                <a:lnTo>
                  <a:pt x="16105" y="19289"/>
                </a:lnTo>
                <a:lnTo>
                  <a:pt x="13262" y="20299"/>
                </a:lnTo>
                <a:lnTo>
                  <a:pt x="10355" y="20995"/>
                </a:lnTo>
                <a:lnTo>
                  <a:pt x="7374" y="21416"/>
                </a:lnTo>
                <a:lnTo>
                  <a:pt x="4320" y="21600"/>
                </a:lnTo>
                <a:lnTo>
                  <a:pt x="2428" y="18581"/>
                </a:lnTo>
                <a:lnTo>
                  <a:pt x="1348" y="16448"/>
                </a:lnTo>
                <a:lnTo>
                  <a:pt x="674" y="14197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BBAF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0" name="contour_17368"/>
          <p:cNvSpPr/>
          <p:nvPr/>
        </p:nvSpPr>
        <p:spPr>
          <a:xfrm>
            <a:off x="3727250" y="2522607"/>
            <a:ext cx="36440" cy="28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47"/>
                </a:moveTo>
                <a:lnTo>
                  <a:pt x="20097" y="8561"/>
                </a:lnTo>
                <a:lnTo>
                  <a:pt x="18943" y="11280"/>
                </a:lnTo>
                <a:lnTo>
                  <a:pt x="17889" y="13480"/>
                </a:lnTo>
                <a:lnTo>
                  <a:pt x="16701" y="15625"/>
                </a:lnTo>
                <a:lnTo>
                  <a:pt x="15137" y="18177"/>
                </a:lnTo>
                <a:lnTo>
                  <a:pt x="12960" y="21600"/>
                </a:lnTo>
                <a:lnTo>
                  <a:pt x="9487" y="21053"/>
                </a:lnTo>
                <a:lnTo>
                  <a:pt x="7076" y="20489"/>
                </a:lnTo>
                <a:lnTo>
                  <a:pt x="5106" y="19640"/>
                </a:lnTo>
                <a:lnTo>
                  <a:pt x="2955" y="18238"/>
                </a:lnTo>
                <a:lnTo>
                  <a:pt x="0" y="16016"/>
                </a:lnTo>
                <a:lnTo>
                  <a:pt x="0" y="12325"/>
                </a:lnTo>
                <a:lnTo>
                  <a:pt x="0" y="8611"/>
                </a:lnTo>
                <a:lnTo>
                  <a:pt x="0" y="4847"/>
                </a:lnTo>
                <a:lnTo>
                  <a:pt x="3115" y="2033"/>
                </a:lnTo>
                <a:lnTo>
                  <a:pt x="6087" y="480"/>
                </a:lnTo>
                <a:lnTo>
                  <a:pt x="8994" y="0"/>
                </a:lnTo>
                <a:lnTo>
                  <a:pt x="11919" y="391"/>
                </a:lnTo>
                <a:lnTo>
                  <a:pt x="14943" y="1463"/>
                </a:lnTo>
                <a:lnTo>
                  <a:pt x="18140" y="3010"/>
                </a:lnTo>
                <a:lnTo>
                  <a:pt x="21600" y="4847"/>
                </a:lnTo>
                <a:close/>
              </a:path>
            </a:pathLst>
          </a:custGeom>
          <a:solidFill>
            <a:srgbClr val="B0B7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1" name="contour_17369"/>
          <p:cNvSpPr/>
          <p:nvPr/>
        </p:nvSpPr>
        <p:spPr>
          <a:xfrm>
            <a:off x="2007284" y="251435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96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2" name="contour_17370"/>
          <p:cNvSpPr/>
          <p:nvPr/>
        </p:nvSpPr>
        <p:spPr>
          <a:xfrm>
            <a:off x="8041741" y="250706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462" y="2673"/>
                </a:lnTo>
                <a:lnTo>
                  <a:pt x="17319" y="5351"/>
                </a:lnTo>
                <a:lnTo>
                  <a:pt x="15176" y="8030"/>
                </a:lnTo>
                <a:lnTo>
                  <a:pt x="13025" y="10719"/>
                </a:lnTo>
                <a:lnTo>
                  <a:pt x="10865" y="13419"/>
                </a:lnTo>
                <a:lnTo>
                  <a:pt x="8696" y="16130"/>
                </a:lnTo>
                <a:lnTo>
                  <a:pt x="6515" y="18857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F9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3" name="contour_17371"/>
          <p:cNvSpPr/>
          <p:nvPr/>
        </p:nvSpPr>
        <p:spPr>
          <a:xfrm>
            <a:off x="979678" y="249249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7A9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4" name="contour_17372"/>
          <p:cNvSpPr/>
          <p:nvPr/>
        </p:nvSpPr>
        <p:spPr>
          <a:xfrm>
            <a:off x="4470625" y="249249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904" y="893"/>
                </a:lnTo>
                <a:lnTo>
                  <a:pt x="8226" y="1793"/>
                </a:lnTo>
                <a:lnTo>
                  <a:pt x="10577" y="2700"/>
                </a:lnTo>
                <a:lnTo>
                  <a:pt x="11549" y="3082"/>
                </a:lnTo>
                <a:lnTo>
                  <a:pt x="14497" y="4219"/>
                </a:lnTo>
                <a:lnTo>
                  <a:pt x="16236" y="5789"/>
                </a:lnTo>
                <a:lnTo>
                  <a:pt x="17474" y="7481"/>
                </a:lnTo>
                <a:lnTo>
                  <a:pt x="18554" y="10123"/>
                </a:lnTo>
                <a:lnTo>
                  <a:pt x="19814" y="1455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867F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5" name="contour_17373"/>
          <p:cNvSpPr/>
          <p:nvPr/>
        </p:nvSpPr>
        <p:spPr>
          <a:xfrm>
            <a:off x="5111969" y="2492493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08"/>
                </a:lnTo>
                <a:lnTo>
                  <a:pt x="6860" y="1023"/>
                </a:lnTo>
                <a:lnTo>
                  <a:pt x="8618" y="1732"/>
                </a:lnTo>
                <a:lnTo>
                  <a:pt x="11340" y="2824"/>
                </a:lnTo>
                <a:lnTo>
                  <a:pt x="15509" y="4501"/>
                </a:lnTo>
                <a:lnTo>
                  <a:pt x="21600" y="6957"/>
                </a:lnTo>
                <a:lnTo>
                  <a:pt x="20926" y="11089"/>
                </a:lnTo>
                <a:lnTo>
                  <a:pt x="20252" y="13913"/>
                </a:lnTo>
                <a:lnTo>
                  <a:pt x="19172" y="16737"/>
                </a:lnTo>
                <a:lnTo>
                  <a:pt x="17280" y="20870"/>
                </a:lnTo>
                <a:lnTo>
                  <a:pt x="14360" y="21377"/>
                </a:lnTo>
                <a:lnTo>
                  <a:pt x="11504" y="21600"/>
                </a:lnTo>
                <a:lnTo>
                  <a:pt x="8675" y="21600"/>
                </a:lnTo>
                <a:lnTo>
                  <a:pt x="5841" y="21440"/>
                </a:lnTo>
                <a:lnTo>
                  <a:pt x="2964" y="21183"/>
                </a:lnTo>
                <a:lnTo>
                  <a:pt x="0" y="20870"/>
                </a:lnTo>
                <a:lnTo>
                  <a:pt x="855" y="16737"/>
                </a:lnTo>
                <a:lnTo>
                  <a:pt x="1715" y="12591"/>
                </a:lnTo>
                <a:lnTo>
                  <a:pt x="2575" y="8431"/>
                </a:lnTo>
                <a:lnTo>
                  <a:pt x="3443" y="4237"/>
                </a:lnTo>
                <a:lnTo>
                  <a:pt x="4320" y="0"/>
                </a:lnTo>
                <a:close/>
              </a:path>
            </a:pathLst>
          </a:custGeom>
          <a:solidFill>
            <a:srgbClr val="3832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6" name="contour_17374"/>
          <p:cNvSpPr/>
          <p:nvPr/>
        </p:nvSpPr>
        <p:spPr>
          <a:xfrm>
            <a:off x="1380517" y="247062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10287" y="3917"/>
                </a:lnTo>
                <a:lnTo>
                  <a:pt x="13846" y="6793"/>
                </a:lnTo>
                <a:lnTo>
                  <a:pt x="16362" y="8885"/>
                </a:lnTo>
                <a:lnTo>
                  <a:pt x="18106" y="10436"/>
                </a:lnTo>
                <a:lnTo>
                  <a:pt x="19375" y="11707"/>
                </a:lnTo>
                <a:lnTo>
                  <a:pt x="20444" y="12942"/>
                </a:lnTo>
                <a:lnTo>
                  <a:pt x="21600" y="14400"/>
                </a:lnTo>
                <a:lnTo>
                  <a:pt x="20272" y="16808"/>
                </a:lnTo>
                <a:lnTo>
                  <a:pt x="19262" y="18360"/>
                </a:lnTo>
                <a:lnTo>
                  <a:pt x="18074" y="19732"/>
                </a:lnTo>
                <a:lnTo>
                  <a:pt x="16200" y="21600"/>
                </a:lnTo>
                <a:lnTo>
                  <a:pt x="12992" y="20887"/>
                </a:lnTo>
                <a:lnTo>
                  <a:pt x="9774" y="20171"/>
                </a:lnTo>
                <a:lnTo>
                  <a:pt x="6545" y="19454"/>
                </a:lnTo>
                <a:lnTo>
                  <a:pt x="3289" y="18731"/>
                </a:lnTo>
                <a:lnTo>
                  <a:pt x="0" y="18000"/>
                </a:lnTo>
                <a:lnTo>
                  <a:pt x="670" y="15772"/>
                </a:lnTo>
                <a:lnTo>
                  <a:pt x="1339" y="13543"/>
                </a:lnTo>
                <a:lnTo>
                  <a:pt x="2009" y="11308"/>
                </a:lnTo>
                <a:lnTo>
                  <a:pt x="2678" y="9068"/>
                </a:lnTo>
                <a:lnTo>
                  <a:pt x="3353" y="6818"/>
                </a:lnTo>
                <a:lnTo>
                  <a:pt x="4034" y="4558"/>
                </a:lnTo>
                <a:lnTo>
                  <a:pt x="4714" y="2286"/>
                </a:lnTo>
                <a:lnTo>
                  <a:pt x="5400" y="0"/>
                </a:lnTo>
                <a:close/>
              </a:path>
            </a:pathLst>
          </a:custGeom>
          <a:solidFill>
            <a:srgbClr val="8888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7" name="contour_17375"/>
          <p:cNvSpPr/>
          <p:nvPr/>
        </p:nvSpPr>
        <p:spPr>
          <a:xfrm>
            <a:off x="1140013" y="249249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744" y="20747"/>
                </a:lnTo>
                <a:lnTo>
                  <a:pt x="14974" y="20039"/>
                </a:lnTo>
                <a:lnTo>
                  <a:pt x="12512" y="19219"/>
                </a:lnTo>
                <a:lnTo>
                  <a:pt x="9580" y="18025"/>
                </a:lnTo>
                <a:lnTo>
                  <a:pt x="5400" y="16200"/>
                </a:lnTo>
                <a:lnTo>
                  <a:pt x="3575" y="12020"/>
                </a:lnTo>
                <a:lnTo>
                  <a:pt x="2381" y="9088"/>
                </a:lnTo>
                <a:lnTo>
                  <a:pt x="1561" y="6626"/>
                </a:lnTo>
                <a:lnTo>
                  <a:pt x="8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BA9D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8" name="contour_17376"/>
          <p:cNvSpPr/>
          <p:nvPr/>
        </p:nvSpPr>
        <p:spPr>
          <a:xfrm>
            <a:off x="7560734" y="249249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960" y="3569"/>
                </a:lnTo>
                <a:lnTo>
                  <a:pt x="12960" y="7160"/>
                </a:lnTo>
                <a:lnTo>
                  <a:pt x="12960" y="10800"/>
                </a:lnTo>
                <a:lnTo>
                  <a:pt x="15816" y="10800"/>
                </a:lnTo>
                <a:lnTo>
                  <a:pt x="18688" y="1080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6606" y="20585"/>
                </a:lnTo>
                <a:lnTo>
                  <a:pt x="13094" y="19818"/>
                </a:lnTo>
                <a:lnTo>
                  <a:pt x="10593" y="19143"/>
                </a:lnTo>
                <a:lnTo>
                  <a:pt x="8614" y="18414"/>
                </a:lnTo>
                <a:lnTo>
                  <a:pt x="6683" y="17485"/>
                </a:lnTo>
                <a:lnTo>
                  <a:pt x="4320" y="16200"/>
                </a:lnTo>
                <a:lnTo>
                  <a:pt x="2730" y="12020"/>
                </a:lnTo>
                <a:lnTo>
                  <a:pt x="1711" y="9088"/>
                </a:lnTo>
                <a:lnTo>
                  <a:pt x="1054" y="6626"/>
                </a:lnTo>
                <a:lnTo>
                  <a:pt x="5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E2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79" name="contour_17377"/>
          <p:cNvSpPr/>
          <p:nvPr/>
        </p:nvSpPr>
        <p:spPr>
          <a:xfrm>
            <a:off x="4842313" y="247062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1426"/>
                </a:lnTo>
                <a:lnTo>
                  <a:pt x="12921" y="2856"/>
                </a:lnTo>
                <a:lnTo>
                  <a:pt x="15072" y="4290"/>
                </a:lnTo>
                <a:lnTo>
                  <a:pt x="17232" y="5728"/>
                </a:lnTo>
                <a:lnTo>
                  <a:pt x="19405" y="7180"/>
                </a:lnTo>
                <a:lnTo>
                  <a:pt x="21600" y="8640"/>
                </a:lnTo>
                <a:lnTo>
                  <a:pt x="18744" y="8640"/>
                </a:lnTo>
                <a:lnTo>
                  <a:pt x="15872" y="8640"/>
                </a:lnTo>
                <a:lnTo>
                  <a:pt x="12960" y="8640"/>
                </a:lnTo>
                <a:lnTo>
                  <a:pt x="12247" y="10783"/>
                </a:lnTo>
                <a:lnTo>
                  <a:pt x="11530" y="12934"/>
                </a:lnTo>
                <a:lnTo>
                  <a:pt x="10800" y="15120"/>
                </a:lnTo>
                <a:lnTo>
                  <a:pt x="10087" y="17263"/>
                </a:lnTo>
                <a:lnTo>
                  <a:pt x="9370" y="19414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2856" y="8640"/>
                </a:lnTo>
                <a:lnTo>
                  <a:pt x="5728" y="8640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6A81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0" name="contour_17378"/>
          <p:cNvSpPr/>
          <p:nvPr/>
        </p:nvSpPr>
        <p:spPr>
          <a:xfrm>
            <a:off x="2539308" y="2477917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0709"/>
                </a:lnTo>
                <a:lnTo>
                  <a:pt x="13994" y="19818"/>
                </a:lnTo>
                <a:lnTo>
                  <a:pt x="10526" y="18922"/>
                </a:lnTo>
                <a:lnTo>
                  <a:pt x="7042" y="18020"/>
                </a:lnTo>
                <a:lnTo>
                  <a:pt x="3536" y="17113"/>
                </a:lnTo>
                <a:lnTo>
                  <a:pt x="0" y="16200"/>
                </a:lnTo>
                <a:lnTo>
                  <a:pt x="1034" y="12992"/>
                </a:lnTo>
                <a:lnTo>
                  <a:pt x="2074" y="9774"/>
                </a:lnTo>
                <a:lnTo>
                  <a:pt x="3113" y="6545"/>
                </a:lnTo>
                <a:lnTo>
                  <a:pt x="4163" y="3289"/>
                </a:lnTo>
                <a:lnTo>
                  <a:pt x="5224" y="0"/>
                </a:lnTo>
                <a:close/>
              </a:path>
            </a:pathLst>
          </a:custGeom>
          <a:solidFill>
            <a:srgbClr val="584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1" name="contour_17379"/>
          <p:cNvSpPr/>
          <p:nvPr/>
        </p:nvSpPr>
        <p:spPr>
          <a:xfrm>
            <a:off x="2262364" y="247062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031" y="1782"/>
                </a:lnTo>
                <a:lnTo>
                  <a:pt x="15103" y="3575"/>
                </a:lnTo>
                <a:lnTo>
                  <a:pt x="16187" y="5375"/>
                </a:lnTo>
                <a:lnTo>
                  <a:pt x="17280" y="7200"/>
                </a:lnTo>
                <a:lnTo>
                  <a:pt x="16148" y="9590"/>
                </a:lnTo>
                <a:lnTo>
                  <a:pt x="15319" y="11138"/>
                </a:lnTo>
                <a:lnTo>
                  <a:pt x="14394" y="12517"/>
                </a:lnTo>
                <a:lnTo>
                  <a:pt x="12960" y="14400"/>
                </a:lnTo>
                <a:lnTo>
                  <a:pt x="15098" y="15293"/>
                </a:lnTo>
                <a:lnTo>
                  <a:pt x="17250" y="16186"/>
                </a:lnTo>
                <a:lnTo>
                  <a:pt x="19410" y="17089"/>
                </a:lnTo>
                <a:lnTo>
                  <a:pt x="21600" y="18000"/>
                </a:lnTo>
                <a:lnTo>
                  <a:pt x="18645" y="19109"/>
                </a:lnTo>
                <a:lnTo>
                  <a:pt x="16494" y="19850"/>
                </a:lnTo>
                <a:lnTo>
                  <a:pt x="14524" y="20398"/>
                </a:lnTo>
                <a:lnTo>
                  <a:pt x="12113" y="20923"/>
                </a:lnTo>
                <a:lnTo>
                  <a:pt x="8640" y="21600"/>
                </a:lnTo>
                <a:lnTo>
                  <a:pt x="5616" y="19588"/>
                </a:lnTo>
                <a:lnTo>
                  <a:pt x="3711" y="18166"/>
                </a:lnTo>
                <a:lnTo>
                  <a:pt x="2108" y="16664"/>
                </a:lnTo>
                <a:lnTo>
                  <a:pt x="0" y="14400"/>
                </a:lnTo>
                <a:lnTo>
                  <a:pt x="1832" y="12362"/>
                </a:lnTo>
                <a:lnTo>
                  <a:pt x="3668" y="10325"/>
                </a:lnTo>
                <a:lnTo>
                  <a:pt x="5508" y="8280"/>
                </a:lnTo>
                <a:lnTo>
                  <a:pt x="7357" y="6228"/>
                </a:lnTo>
                <a:lnTo>
                  <a:pt x="9210" y="4165"/>
                </a:lnTo>
                <a:lnTo>
                  <a:pt x="11081" y="2092"/>
                </a:lnTo>
                <a:lnTo>
                  <a:pt x="12960" y="0"/>
                </a:lnTo>
                <a:close/>
              </a:path>
            </a:pathLst>
          </a:custGeom>
          <a:solidFill>
            <a:srgbClr val="3434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2" name="contour_17380"/>
          <p:cNvSpPr/>
          <p:nvPr/>
        </p:nvSpPr>
        <p:spPr>
          <a:xfrm>
            <a:off x="1650173" y="2485205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45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03030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3" name="contour_17381"/>
          <p:cNvSpPr/>
          <p:nvPr/>
        </p:nvSpPr>
        <p:spPr>
          <a:xfrm>
            <a:off x="644430" y="247062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695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F9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4" name="contour_17382"/>
          <p:cNvSpPr/>
          <p:nvPr/>
        </p:nvSpPr>
        <p:spPr>
          <a:xfrm>
            <a:off x="7538520" y="2463341"/>
            <a:ext cx="2221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40" y="0"/>
                </a:moveTo>
                <a:lnTo>
                  <a:pt x="6938" y="1920"/>
                </a:lnTo>
                <a:lnTo>
                  <a:pt x="11530" y="3313"/>
                </a:lnTo>
                <a:lnTo>
                  <a:pt x="14698" y="4401"/>
                </a:lnTo>
                <a:lnTo>
                  <a:pt x="17043" y="5413"/>
                </a:lnTo>
                <a:lnTo>
                  <a:pt x="19148" y="6572"/>
                </a:lnTo>
                <a:lnTo>
                  <a:pt x="21600" y="8100"/>
                </a:lnTo>
                <a:lnTo>
                  <a:pt x="21394" y="9863"/>
                </a:lnTo>
                <a:lnTo>
                  <a:pt x="20948" y="11586"/>
                </a:lnTo>
                <a:lnTo>
                  <a:pt x="20282" y="13276"/>
                </a:lnTo>
                <a:lnTo>
                  <a:pt x="19431" y="14945"/>
                </a:lnTo>
                <a:lnTo>
                  <a:pt x="18404" y="16602"/>
                </a:lnTo>
                <a:lnTo>
                  <a:pt x="17228" y="18257"/>
                </a:lnTo>
                <a:lnTo>
                  <a:pt x="15924" y="19921"/>
                </a:lnTo>
                <a:lnTo>
                  <a:pt x="14513" y="21600"/>
                </a:lnTo>
                <a:lnTo>
                  <a:pt x="11728" y="19759"/>
                </a:lnTo>
                <a:lnTo>
                  <a:pt x="9255" y="17993"/>
                </a:lnTo>
                <a:lnTo>
                  <a:pt x="7094" y="16281"/>
                </a:lnTo>
                <a:lnTo>
                  <a:pt x="5237" y="14602"/>
                </a:lnTo>
                <a:lnTo>
                  <a:pt x="3671" y="12938"/>
                </a:lnTo>
                <a:lnTo>
                  <a:pt x="2388" y="11267"/>
                </a:lnTo>
                <a:lnTo>
                  <a:pt x="1389" y="9572"/>
                </a:lnTo>
                <a:lnTo>
                  <a:pt x="666" y="7827"/>
                </a:lnTo>
                <a:lnTo>
                  <a:pt x="206" y="6018"/>
                </a:lnTo>
                <a:lnTo>
                  <a:pt x="0" y="4126"/>
                </a:lnTo>
                <a:lnTo>
                  <a:pt x="50" y="2125"/>
                </a:lnTo>
                <a:lnTo>
                  <a:pt x="340" y="0"/>
                </a:lnTo>
                <a:close/>
              </a:path>
            </a:pathLst>
          </a:custGeom>
          <a:solidFill>
            <a:srgbClr val="DFF0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5" name="contour_17383"/>
          <p:cNvSpPr/>
          <p:nvPr/>
        </p:nvSpPr>
        <p:spPr>
          <a:xfrm>
            <a:off x="5571112" y="247062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046" y="2511"/>
                </a:lnTo>
                <a:lnTo>
                  <a:pt x="4500" y="5065"/>
                </a:lnTo>
                <a:lnTo>
                  <a:pt x="6181" y="8095"/>
                </a:lnTo>
                <a:lnTo>
                  <a:pt x="7985" y="10384"/>
                </a:lnTo>
                <a:lnTo>
                  <a:pt x="9914" y="12074"/>
                </a:lnTo>
                <a:lnTo>
                  <a:pt x="11974" y="13295"/>
                </a:lnTo>
                <a:lnTo>
                  <a:pt x="14166" y="14180"/>
                </a:lnTo>
                <a:lnTo>
                  <a:pt x="16499" y="14872"/>
                </a:lnTo>
                <a:lnTo>
                  <a:pt x="18976" y="15498"/>
                </a:lnTo>
                <a:lnTo>
                  <a:pt x="21600" y="16200"/>
                </a:lnTo>
                <a:lnTo>
                  <a:pt x="19411" y="17080"/>
                </a:lnTo>
                <a:lnTo>
                  <a:pt x="17219" y="17933"/>
                </a:lnTo>
                <a:lnTo>
                  <a:pt x="15023" y="18760"/>
                </a:lnTo>
                <a:lnTo>
                  <a:pt x="12823" y="19575"/>
                </a:lnTo>
                <a:lnTo>
                  <a:pt x="10375" y="20520"/>
                </a:lnTo>
                <a:lnTo>
                  <a:pt x="7888" y="21476"/>
                </a:lnTo>
                <a:lnTo>
                  <a:pt x="5760" y="21535"/>
                </a:lnTo>
                <a:lnTo>
                  <a:pt x="3600" y="21600"/>
                </a:lnTo>
                <a:lnTo>
                  <a:pt x="2149" y="18679"/>
                </a:lnTo>
                <a:lnTo>
                  <a:pt x="1292" y="16578"/>
                </a:lnTo>
                <a:lnTo>
                  <a:pt x="688" y="14294"/>
                </a:lnTo>
                <a:lnTo>
                  <a:pt x="0" y="10800"/>
                </a:lnTo>
                <a:lnTo>
                  <a:pt x="943" y="7214"/>
                </a:lnTo>
                <a:lnTo>
                  <a:pt x="1631" y="4892"/>
                </a:lnTo>
                <a:lnTo>
                  <a:pt x="2405" y="2824"/>
                </a:lnTo>
                <a:lnTo>
                  <a:pt x="3600" y="0"/>
                </a:lnTo>
                <a:close/>
              </a:path>
            </a:pathLst>
          </a:custGeom>
          <a:solidFill>
            <a:srgbClr val="9893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6" name="contour_17384"/>
          <p:cNvSpPr/>
          <p:nvPr/>
        </p:nvSpPr>
        <p:spPr>
          <a:xfrm>
            <a:off x="4820449" y="247062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62" y="16553"/>
                </a:lnTo>
                <a:lnTo>
                  <a:pt x="16520" y="17719"/>
                </a:lnTo>
                <a:lnTo>
                  <a:pt x="12960" y="18900"/>
                </a:lnTo>
                <a:lnTo>
                  <a:pt x="11750" y="19303"/>
                </a:lnTo>
                <a:lnTo>
                  <a:pt x="8100" y="20534"/>
                </a:lnTo>
                <a:lnTo>
                  <a:pt x="6225" y="21067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D63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7" name="contour_17385"/>
          <p:cNvSpPr/>
          <p:nvPr/>
        </p:nvSpPr>
        <p:spPr>
          <a:xfrm>
            <a:off x="5199425" y="245605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581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8" name="contour_17386"/>
          <p:cNvSpPr/>
          <p:nvPr/>
        </p:nvSpPr>
        <p:spPr>
          <a:xfrm>
            <a:off x="3770978" y="2470629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1757"/>
                </a:lnTo>
                <a:lnTo>
                  <a:pt x="8640" y="3092"/>
                </a:lnTo>
                <a:lnTo>
                  <a:pt x="10394" y="4680"/>
                </a:lnTo>
                <a:lnTo>
                  <a:pt x="12960" y="7200"/>
                </a:lnTo>
                <a:lnTo>
                  <a:pt x="12960" y="9360"/>
                </a:lnTo>
                <a:lnTo>
                  <a:pt x="12960" y="11520"/>
                </a:lnTo>
                <a:lnTo>
                  <a:pt x="12960" y="13680"/>
                </a:lnTo>
                <a:lnTo>
                  <a:pt x="12960" y="15840"/>
                </a:lnTo>
                <a:lnTo>
                  <a:pt x="12960" y="18000"/>
                </a:lnTo>
                <a:lnTo>
                  <a:pt x="15526" y="19451"/>
                </a:lnTo>
                <a:lnTo>
                  <a:pt x="17280" y="20308"/>
                </a:lnTo>
                <a:lnTo>
                  <a:pt x="19034" y="20912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9220"/>
                </a:lnTo>
                <a:lnTo>
                  <a:pt x="8640" y="16826"/>
                </a:lnTo>
                <a:lnTo>
                  <a:pt x="8640" y="14400"/>
                </a:lnTo>
                <a:lnTo>
                  <a:pt x="5784" y="14400"/>
                </a:lnTo>
                <a:lnTo>
                  <a:pt x="2912" y="14400"/>
                </a:lnTo>
                <a:lnTo>
                  <a:pt x="0" y="14400"/>
                </a:lnTo>
                <a:lnTo>
                  <a:pt x="713" y="12024"/>
                </a:lnTo>
                <a:lnTo>
                  <a:pt x="1426" y="9644"/>
                </a:lnTo>
                <a:lnTo>
                  <a:pt x="2143" y="7254"/>
                </a:lnTo>
                <a:lnTo>
                  <a:pt x="2864" y="4853"/>
                </a:lnTo>
                <a:lnTo>
                  <a:pt x="3590" y="2437"/>
                </a:lnTo>
                <a:lnTo>
                  <a:pt x="4320" y="0"/>
                </a:lnTo>
                <a:close/>
              </a:path>
            </a:pathLst>
          </a:custGeom>
          <a:solidFill>
            <a:srgbClr val="C4C7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89" name="contour_17387"/>
          <p:cNvSpPr/>
          <p:nvPr/>
        </p:nvSpPr>
        <p:spPr>
          <a:xfrm>
            <a:off x="1803221" y="244876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221" y="2376"/>
                </a:lnTo>
                <a:lnTo>
                  <a:pt x="8122" y="4756"/>
                </a:lnTo>
                <a:lnTo>
                  <a:pt x="10027" y="7137"/>
                </a:lnTo>
                <a:lnTo>
                  <a:pt x="11940" y="9521"/>
                </a:lnTo>
                <a:lnTo>
                  <a:pt x="13854" y="11919"/>
                </a:lnTo>
                <a:lnTo>
                  <a:pt x="15777" y="14321"/>
                </a:lnTo>
                <a:lnTo>
                  <a:pt x="17708" y="16736"/>
                </a:lnTo>
                <a:lnTo>
                  <a:pt x="19647" y="19159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8744"/>
                </a:lnTo>
                <a:lnTo>
                  <a:pt x="8640" y="15872"/>
                </a:lnTo>
                <a:lnTo>
                  <a:pt x="8640" y="12960"/>
                </a:lnTo>
                <a:lnTo>
                  <a:pt x="5784" y="12960"/>
                </a:lnTo>
                <a:lnTo>
                  <a:pt x="2912" y="12960"/>
                </a:lnTo>
                <a:lnTo>
                  <a:pt x="0" y="12960"/>
                </a:lnTo>
                <a:lnTo>
                  <a:pt x="855" y="10394"/>
                </a:lnTo>
                <a:lnTo>
                  <a:pt x="1715" y="7819"/>
                </a:lnTo>
                <a:lnTo>
                  <a:pt x="2575" y="5236"/>
                </a:lnTo>
                <a:lnTo>
                  <a:pt x="3443" y="2631"/>
                </a:lnTo>
                <a:lnTo>
                  <a:pt x="4320" y="0"/>
                </a:lnTo>
                <a:close/>
              </a:path>
            </a:pathLst>
          </a:custGeom>
          <a:solidFill>
            <a:srgbClr val="16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0" name="contour_17388"/>
          <p:cNvSpPr/>
          <p:nvPr/>
        </p:nvSpPr>
        <p:spPr>
          <a:xfrm>
            <a:off x="5162985" y="243418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56" y="1786"/>
                </a:lnTo>
                <a:lnTo>
                  <a:pt x="1118" y="3578"/>
                </a:lnTo>
                <a:lnTo>
                  <a:pt x="1685" y="5400"/>
                </a:lnTo>
                <a:lnTo>
                  <a:pt x="2911" y="7186"/>
                </a:lnTo>
                <a:lnTo>
                  <a:pt x="4147" y="8978"/>
                </a:lnTo>
                <a:lnTo>
                  <a:pt x="5400" y="10800"/>
                </a:lnTo>
                <a:lnTo>
                  <a:pt x="9580" y="11124"/>
                </a:lnTo>
                <a:lnTo>
                  <a:pt x="12512" y="11286"/>
                </a:lnTo>
                <a:lnTo>
                  <a:pt x="14974" y="11286"/>
                </a:lnTo>
                <a:lnTo>
                  <a:pt x="17744" y="11124"/>
                </a:lnTo>
                <a:lnTo>
                  <a:pt x="21600" y="10800"/>
                </a:lnTo>
                <a:lnTo>
                  <a:pt x="20585" y="13478"/>
                </a:lnTo>
                <a:lnTo>
                  <a:pt x="19796" y="15379"/>
                </a:lnTo>
                <a:lnTo>
                  <a:pt x="18976" y="17021"/>
                </a:lnTo>
                <a:lnTo>
                  <a:pt x="17863" y="1892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4806" y="19224"/>
                </a:lnTo>
                <a:lnTo>
                  <a:pt x="4212" y="16844"/>
                </a:lnTo>
                <a:lnTo>
                  <a:pt x="3618" y="14465"/>
                </a:lnTo>
                <a:lnTo>
                  <a:pt x="3019" y="12078"/>
                </a:lnTo>
                <a:lnTo>
                  <a:pt x="2419" y="9684"/>
                </a:lnTo>
                <a:lnTo>
                  <a:pt x="1820" y="7279"/>
                </a:lnTo>
                <a:lnTo>
                  <a:pt x="1215" y="4867"/>
                </a:lnTo>
                <a:lnTo>
                  <a:pt x="61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234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1" name="contour_17389"/>
          <p:cNvSpPr/>
          <p:nvPr/>
        </p:nvSpPr>
        <p:spPr>
          <a:xfrm>
            <a:off x="753750" y="244147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670"/>
                </a:lnTo>
                <a:lnTo>
                  <a:pt x="8057" y="1339"/>
                </a:lnTo>
                <a:lnTo>
                  <a:pt x="10292" y="2009"/>
                </a:lnTo>
                <a:lnTo>
                  <a:pt x="12532" y="2678"/>
                </a:lnTo>
                <a:lnTo>
                  <a:pt x="14782" y="3353"/>
                </a:lnTo>
                <a:lnTo>
                  <a:pt x="17042" y="4034"/>
                </a:lnTo>
                <a:lnTo>
                  <a:pt x="19314" y="4714"/>
                </a:lnTo>
                <a:lnTo>
                  <a:pt x="21600" y="5400"/>
                </a:lnTo>
                <a:lnTo>
                  <a:pt x="19512" y="7587"/>
                </a:lnTo>
                <a:lnTo>
                  <a:pt x="17453" y="9634"/>
                </a:lnTo>
                <a:lnTo>
                  <a:pt x="15408" y="11545"/>
                </a:lnTo>
                <a:lnTo>
                  <a:pt x="13356" y="13327"/>
                </a:lnTo>
                <a:lnTo>
                  <a:pt x="11282" y="14985"/>
                </a:lnTo>
                <a:lnTo>
                  <a:pt x="9169" y="16524"/>
                </a:lnTo>
                <a:lnTo>
                  <a:pt x="7002" y="17955"/>
                </a:lnTo>
                <a:lnTo>
                  <a:pt x="4763" y="19273"/>
                </a:lnTo>
                <a:lnTo>
                  <a:pt x="2434" y="20482"/>
                </a:lnTo>
                <a:lnTo>
                  <a:pt x="0" y="21600"/>
                </a:lnTo>
                <a:lnTo>
                  <a:pt x="594" y="18036"/>
                </a:lnTo>
                <a:lnTo>
                  <a:pt x="1188" y="14467"/>
                </a:lnTo>
                <a:lnTo>
                  <a:pt x="1786" y="10881"/>
                </a:lnTo>
                <a:lnTo>
                  <a:pt x="2387" y="7279"/>
                </a:lnTo>
                <a:lnTo>
                  <a:pt x="2992" y="3656"/>
                </a:lnTo>
                <a:lnTo>
                  <a:pt x="3600" y="0"/>
                </a:lnTo>
                <a:close/>
              </a:path>
            </a:pathLst>
          </a:custGeom>
          <a:solidFill>
            <a:srgbClr val="42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2" name="contour_17390"/>
          <p:cNvSpPr/>
          <p:nvPr/>
        </p:nvSpPr>
        <p:spPr>
          <a:xfrm>
            <a:off x="7203622" y="243418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0800" y="3569"/>
                </a:lnTo>
                <a:lnTo>
                  <a:pt x="10800" y="7160"/>
                </a:lnTo>
                <a:lnTo>
                  <a:pt x="10800" y="10800"/>
                </a:lnTo>
                <a:lnTo>
                  <a:pt x="14008" y="12782"/>
                </a:lnTo>
                <a:lnTo>
                  <a:pt x="16200" y="14008"/>
                </a:lnTo>
                <a:lnTo>
                  <a:pt x="18392" y="14974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354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3" name="contour_17391"/>
          <p:cNvSpPr/>
          <p:nvPr/>
        </p:nvSpPr>
        <p:spPr>
          <a:xfrm>
            <a:off x="4215546" y="244147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2D9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4" name="contour_17392"/>
          <p:cNvSpPr/>
          <p:nvPr/>
        </p:nvSpPr>
        <p:spPr>
          <a:xfrm>
            <a:off x="8121909" y="241961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20926" y="8419"/>
                </a:lnTo>
                <a:lnTo>
                  <a:pt x="20252" y="10552"/>
                </a:lnTo>
                <a:lnTo>
                  <a:pt x="19172" y="12803"/>
                </a:lnTo>
                <a:lnTo>
                  <a:pt x="17280" y="16200"/>
                </a:lnTo>
                <a:lnTo>
                  <a:pt x="14429" y="17420"/>
                </a:lnTo>
                <a:lnTo>
                  <a:pt x="11595" y="18457"/>
                </a:lnTo>
                <a:lnTo>
                  <a:pt x="8757" y="19348"/>
                </a:lnTo>
                <a:lnTo>
                  <a:pt x="5888" y="20142"/>
                </a:lnTo>
                <a:lnTo>
                  <a:pt x="2976" y="20876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BAAB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5" name="contour_17393"/>
          <p:cNvSpPr/>
          <p:nvPr/>
        </p:nvSpPr>
        <p:spPr>
          <a:xfrm>
            <a:off x="4915193" y="2412325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08"/>
                </a:lnTo>
                <a:lnTo>
                  <a:pt x="6860" y="1023"/>
                </a:lnTo>
                <a:lnTo>
                  <a:pt x="8618" y="1732"/>
                </a:lnTo>
                <a:lnTo>
                  <a:pt x="11340" y="2824"/>
                </a:lnTo>
                <a:lnTo>
                  <a:pt x="15509" y="4501"/>
                </a:lnTo>
                <a:lnTo>
                  <a:pt x="21600" y="6957"/>
                </a:lnTo>
                <a:lnTo>
                  <a:pt x="20926" y="11089"/>
                </a:lnTo>
                <a:lnTo>
                  <a:pt x="20252" y="13913"/>
                </a:lnTo>
                <a:lnTo>
                  <a:pt x="19172" y="16737"/>
                </a:lnTo>
                <a:lnTo>
                  <a:pt x="17280" y="20870"/>
                </a:lnTo>
                <a:lnTo>
                  <a:pt x="14360" y="21377"/>
                </a:lnTo>
                <a:lnTo>
                  <a:pt x="11504" y="21600"/>
                </a:lnTo>
                <a:lnTo>
                  <a:pt x="8675" y="21600"/>
                </a:lnTo>
                <a:lnTo>
                  <a:pt x="5841" y="21440"/>
                </a:lnTo>
                <a:lnTo>
                  <a:pt x="2964" y="21183"/>
                </a:lnTo>
                <a:lnTo>
                  <a:pt x="0" y="20870"/>
                </a:lnTo>
                <a:lnTo>
                  <a:pt x="855" y="16737"/>
                </a:lnTo>
                <a:lnTo>
                  <a:pt x="1715" y="12591"/>
                </a:lnTo>
                <a:lnTo>
                  <a:pt x="2575" y="8431"/>
                </a:lnTo>
                <a:lnTo>
                  <a:pt x="3443" y="4237"/>
                </a:lnTo>
                <a:lnTo>
                  <a:pt x="4320" y="0"/>
                </a:lnTo>
                <a:close/>
              </a:path>
            </a:pathLst>
          </a:custGeom>
          <a:solidFill>
            <a:srgbClr val="AFC6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6" name="contour_17394"/>
          <p:cNvSpPr/>
          <p:nvPr/>
        </p:nvSpPr>
        <p:spPr>
          <a:xfrm>
            <a:off x="5549248" y="2405037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34"/>
                </a:lnTo>
                <a:lnTo>
                  <a:pt x="11826" y="2074"/>
                </a:lnTo>
                <a:lnTo>
                  <a:pt x="15055" y="3113"/>
                </a:lnTo>
                <a:lnTo>
                  <a:pt x="18311" y="4163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891" y="17447"/>
                </a:lnTo>
                <a:lnTo>
                  <a:pt x="1782" y="13994"/>
                </a:lnTo>
                <a:lnTo>
                  <a:pt x="2678" y="10526"/>
                </a:lnTo>
                <a:lnTo>
                  <a:pt x="3580" y="7042"/>
                </a:lnTo>
                <a:lnTo>
                  <a:pt x="4487" y="3536"/>
                </a:lnTo>
                <a:lnTo>
                  <a:pt x="5400" y="0"/>
                </a:lnTo>
                <a:close/>
              </a:path>
            </a:pathLst>
          </a:custGeom>
          <a:solidFill>
            <a:srgbClr val="CCD2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7" name="contour_17395"/>
          <p:cNvSpPr/>
          <p:nvPr/>
        </p:nvSpPr>
        <p:spPr>
          <a:xfrm>
            <a:off x="5432640" y="2383173"/>
            <a:ext cx="4372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246" y="1710"/>
                </a:lnTo>
                <a:lnTo>
                  <a:pt x="11693" y="3431"/>
                </a:lnTo>
                <a:lnTo>
                  <a:pt x="12150" y="5177"/>
                </a:lnTo>
                <a:lnTo>
                  <a:pt x="13511" y="8467"/>
                </a:lnTo>
                <a:lnTo>
                  <a:pt x="14598" y="10408"/>
                </a:lnTo>
                <a:lnTo>
                  <a:pt x="15977" y="11758"/>
                </a:lnTo>
                <a:lnTo>
                  <a:pt x="18223" y="13277"/>
                </a:lnTo>
                <a:lnTo>
                  <a:pt x="19901" y="13835"/>
                </a:lnTo>
                <a:lnTo>
                  <a:pt x="21600" y="14400"/>
                </a:lnTo>
                <a:lnTo>
                  <a:pt x="19580" y="16121"/>
                </a:lnTo>
                <a:lnTo>
                  <a:pt x="18050" y="17366"/>
                </a:lnTo>
                <a:lnTo>
                  <a:pt x="16708" y="18338"/>
                </a:lnTo>
                <a:lnTo>
                  <a:pt x="15250" y="19235"/>
                </a:lnTo>
                <a:lnTo>
                  <a:pt x="13381" y="20254"/>
                </a:lnTo>
                <a:lnTo>
                  <a:pt x="10800" y="21600"/>
                </a:lnTo>
                <a:lnTo>
                  <a:pt x="8219" y="20254"/>
                </a:lnTo>
                <a:lnTo>
                  <a:pt x="6350" y="19235"/>
                </a:lnTo>
                <a:lnTo>
                  <a:pt x="4892" y="18338"/>
                </a:lnTo>
                <a:lnTo>
                  <a:pt x="3550" y="17366"/>
                </a:lnTo>
                <a:lnTo>
                  <a:pt x="2020" y="16121"/>
                </a:lnTo>
                <a:lnTo>
                  <a:pt x="0" y="14400"/>
                </a:lnTo>
                <a:lnTo>
                  <a:pt x="2138" y="14400"/>
                </a:lnTo>
                <a:lnTo>
                  <a:pt x="4284" y="14400"/>
                </a:lnTo>
                <a:lnTo>
                  <a:pt x="6437" y="14400"/>
                </a:lnTo>
                <a:lnTo>
                  <a:pt x="8608" y="14400"/>
                </a:lnTo>
                <a:lnTo>
                  <a:pt x="10800" y="14400"/>
                </a:lnTo>
                <a:lnTo>
                  <a:pt x="10800" y="12024"/>
                </a:lnTo>
                <a:lnTo>
                  <a:pt x="10800" y="9644"/>
                </a:lnTo>
                <a:lnTo>
                  <a:pt x="10800" y="7254"/>
                </a:lnTo>
                <a:lnTo>
                  <a:pt x="10800" y="4853"/>
                </a:lnTo>
                <a:lnTo>
                  <a:pt x="10800" y="2437"/>
                </a:lnTo>
                <a:lnTo>
                  <a:pt x="10800" y="0"/>
                </a:lnTo>
                <a:close/>
              </a:path>
            </a:pathLst>
          </a:custGeom>
          <a:solidFill>
            <a:srgbClr val="A68F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8" name="contour_17396"/>
          <p:cNvSpPr/>
          <p:nvPr/>
        </p:nvSpPr>
        <p:spPr>
          <a:xfrm>
            <a:off x="4047922" y="2390461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0709"/>
                </a:lnTo>
                <a:lnTo>
                  <a:pt x="13994" y="19818"/>
                </a:lnTo>
                <a:lnTo>
                  <a:pt x="10526" y="18922"/>
                </a:lnTo>
                <a:lnTo>
                  <a:pt x="7042" y="18020"/>
                </a:lnTo>
                <a:lnTo>
                  <a:pt x="3536" y="17113"/>
                </a:lnTo>
                <a:lnTo>
                  <a:pt x="0" y="16200"/>
                </a:lnTo>
                <a:lnTo>
                  <a:pt x="1034" y="12992"/>
                </a:lnTo>
                <a:lnTo>
                  <a:pt x="2074" y="9774"/>
                </a:lnTo>
                <a:lnTo>
                  <a:pt x="3113" y="6545"/>
                </a:lnTo>
                <a:lnTo>
                  <a:pt x="4163" y="3289"/>
                </a:lnTo>
                <a:lnTo>
                  <a:pt x="5224" y="0"/>
                </a:lnTo>
                <a:close/>
              </a:path>
            </a:pathLst>
          </a:custGeom>
          <a:solidFill>
            <a:srgbClr val="3C39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399" name="contour_17397"/>
          <p:cNvSpPr/>
          <p:nvPr/>
        </p:nvSpPr>
        <p:spPr>
          <a:xfrm>
            <a:off x="2422700" y="239774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7993" y="3564"/>
                </a:lnTo>
                <a:lnTo>
                  <a:pt x="18706" y="7133"/>
                </a:lnTo>
                <a:lnTo>
                  <a:pt x="19423" y="10719"/>
                </a:lnTo>
                <a:lnTo>
                  <a:pt x="20144" y="14321"/>
                </a:lnTo>
                <a:lnTo>
                  <a:pt x="20870" y="179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2138" y="18927"/>
                </a:lnTo>
                <a:lnTo>
                  <a:pt x="4281" y="16249"/>
                </a:lnTo>
                <a:lnTo>
                  <a:pt x="6424" y="13570"/>
                </a:lnTo>
                <a:lnTo>
                  <a:pt x="8575" y="10881"/>
                </a:lnTo>
                <a:lnTo>
                  <a:pt x="10735" y="8181"/>
                </a:lnTo>
                <a:lnTo>
                  <a:pt x="12904" y="5470"/>
                </a:lnTo>
                <a:lnTo>
                  <a:pt x="15085" y="2743"/>
                </a:lnTo>
                <a:lnTo>
                  <a:pt x="17280" y="0"/>
                </a:lnTo>
                <a:close/>
              </a:path>
            </a:pathLst>
          </a:custGeom>
          <a:solidFill>
            <a:srgbClr val="E6E3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0" name="contour_17398"/>
          <p:cNvSpPr/>
          <p:nvPr/>
        </p:nvSpPr>
        <p:spPr>
          <a:xfrm>
            <a:off x="4507065" y="238317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20529" y="13473"/>
                </a:lnTo>
                <a:lnTo>
                  <a:pt x="19457" y="16162"/>
                </a:lnTo>
                <a:lnTo>
                  <a:pt x="18373" y="18862"/>
                </a:lnTo>
                <a:lnTo>
                  <a:pt x="17280" y="21600"/>
                </a:lnTo>
                <a:lnTo>
                  <a:pt x="14148" y="21443"/>
                </a:lnTo>
                <a:lnTo>
                  <a:pt x="11837" y="20920"/>
                </a:lnTo>
                <a:lnTo>
                  <a:pt x="8372" y="19575"/>
                </a:lnTo>
                <a:lnTo>
                  <a:pt x="6018" y="18673"/>
                </a:lnTo>
                <a:lnTo>
                  <a:pt x="3629" y="17761"/>
                </a:lnTo>
                <a:lnTo>
                  <a:pt x="1827" y="16988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6989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1" name="contour_17399"/>
          <p:cNvSpPr/>
          <p:nvPr/>
        </p:nvSpPr>
        <p:spPr>
          <a:xfrm>
            <a:off x="761038" y="2375885"/>
            <a:ext cx="51016" cy="308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29" y="0"/>
                </a:moveTo>
                <a:lnTo>
                  <a:pt x="17468" y="0"/>
                </a:lnTo>
                <a:lnTo>
                  <a:pt x="19520" y="0"/>
                </a:lnTo>
                <a:lnTo>
                  <a:pt x="21600" y="0"/>
                </a:lnTo>
                <a:lnTo>
                  <a:pt x="20986" y="3260"/>
                </a:lnTo>
                <a:lnTo>
                  <a:pt x="20329" y="6377"/>
                </a:lnTo>
                <a:lnTo>
                  <a:pt x="19604" y="9372"/>
                </a:lnTo>
                <a:lnTo>
                  <a:pt x="18780" y="12259"/>
                </a:lnTo>
                <a:lnTo>
                  <a:pt x="17826" y="15054"/>
                </a:lnTo>
                <a:lnTo>
                  <a:pt x="16718" y="17778"/>
                </a:lnTo>
                <a:lnTo>
                  <a:pt x="15429" y="20440"/>
                </a:lnTo>
                <a:lnTo>
                  <a:pt x="13191" y="21089"/>
                </a:lnTo>
                <a:lnTo>
                  <a:pt x="10994" y="21467"/>
                </a:lnTo>
                <a:lnTo>
                  <a:pt x="8816" y="21600"/>
                </a:lnTo>
                <a:lnTo>
                  <a:pt x="6644" y="21534"/>
                </a:lnTo>
                <a:lnTo>
                  <a:pt x="4462" y="21293"/>
                </a:lnTo>
                <a:lnTo>
                  <a:pt x="2253" y="20920"/>
                </a:lnTo>
                <a:lnTo>
                  <a:pt x="0" y="20440"/>
                </a:lnTo>
                <a:lnTo>
                  <a:pt x="879" y="20205"/>
                </a:lnTo>
                <a:lnTo>
                  <a:pt x="2432" y="19791"/>
                </a:lnTo>
                <a:lnTo>
                  <a:pt x="5980" y="18846"/>
                </a:lnTo>
                <a:lnTo>
                  <a:pt x="8011" y="18028"/>
                </a:lnTo>
                <a:lnTo>
                  <a:pt x="9353" y="17384"/>
                </a:lnTo>
                <a:lnTo>
                  <a:pt x="10596" y="16597"/>
                </a:lnTo>
                <a:lnTo>
                  <a:pt x="12343" y="15330"/>
                </a:lnTo>
                <a:lnTo>
                  <a:pt x="13293" y="11375"/>
                </a:lnTo>
                <a:lnTo>
                  <a:pt x="13929" y="8600"/>
                </a:lnTo>
                <a:lnTo>
                  <a:pt x="14398" y="6270"/>
                </a:lnTo>
                <a:lnTo>
                  <a:pt x="14848" y="3649"/>
                </a:lnTo>
                <a:lnTo>
                  <a:pt x="15429" y="0"/>
                </a:lnTo>
                <a:close/>
              </a:path>
            </a:pathLst>
          </a:custGeom>
          <a:solidFill>
            <a:srgbClr val="9EA0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2" name="contour_17400"/>
          <p:cNvSpPr/>
          <p:nvPr/>
        </p:nvSpPr>
        <p:spPr>
          <a:xfrm>
            <a:off x="8311397" y="2375885"/>
            <a:ext cx="291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9" y="2082"/>
                </a:lnTo>
                <a:lnTo>
                  <a:pt x="8078" y="4177"/>
                </a:lnTo>
                <a:lnTo>
                  <a:pt x="9434" y="6280"/>
                </a:lnTo>
                <a:lnTo>
                  <a:pt x="10800" y="8413"/>
                </a:lnTo>
                <a:lnTo>
                  <a:pt x="14369" y="8413"/>
                </a:lnTo>
                <a:lnTo>
                  <a:pt x="17960" y="8413"/>
                </a:lnTo>
                <a:lnTo>
                  <a:pt x="21600" y="8413"/>
                </a:lnTo>
                <a:lnTo>
                  <a:pt x="20747" y="11542"/>
                </a:lnTo>
                <a:lnTo>
                  <a:pt x="20039" y="13763"/>
                </a:lnTo>
                <a:lnTo>
                  <a:pt x="19219" y="15682"/>
                </a:lnTo>
                <a:lnTo>
                  <a:pt x="18025" y="17903"/>
                </a:lnTo>
                <a:lnTo>
                  <a:pt x="16200" y="21032"/>
                </a:lnTo>
                <a:lnTo>
                  <a:pt x="12020" y="21411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11"/>
                </a:lnTo>
                <a:lnTo>
                  <a:pt x="0" y="21032"/>
                </a:lnTo>
                <a:lnTo>
                  <a:pt x="670" y="18428"/>
                </a:lnTo>
                <a:lnTo>
                  <a:pt x="1339" y="15825"/>
                </a:lnTo>
                <a:lnTo>
                  <a:pt x="2009" y="13212"/>
                </a:lnTo>
                <a:lnTo>
                  <a:pt x="2678" y="10596"/>
                </a:lnTo>
                <a:lnTo>
                  <a:pt x="3353" y="7967"/>
                </a:lnTo>
                <a:lnTo>
                  <a:pt x="4034" y="5325"/>
                </a:lnTo>
                <a:lnTo>
                  <a:pt x="4714" y="2671"/>
                </a:lnTo>
                <a:lnTo>
                  <a:pt x="5400" y="0"/>
                </a:lnTo>
                <a:close/>
              </a:path>
            </a:pathLst>
          </a:custGeom>
          <a:solidFill>
            <a:srgbClr val="3837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3" name="contour_17401"/>
          <p:cNvSpPr/>
          <p:nvPr/>
        </p:nvSpPr>
        <p:spPr>
          <a:xfrm>
            <a:off x="2459140" y="237588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188"/>
                </a:lnTo>
                <a:lnTo>
                  <a:pt x="4756" y="2376"/>
                </a:lnTo>
                <a:lnTo>
                  <a:pt x="7135" y="3569"/>
                </a:lnTo>
                <a:lnTo>
                  <a:pt x="9522" y="4763"/>
                </a:lnTo>
                <a:lnTo>
                  <a:pt x="11916" y="5956"/>
                </a:lnTo>
                <a:lnTo>
                  <a:pt x="14321" y="7160"/>
                </a:lnTo>
                <a:lnTo>
                  <a:pt x="16733" y="8365"/>
                </a:lnTo>
                <a:lnTo>
                  <a:pt x="19159" y="9580"/>
                </a:lnTo>
                <a:lnTo>
                  <a:pt x="21600" y="10800"/>
                </a:lnTo>
                <a:lnTo>
                  <a:pt x="19580" y="13241"/>
                </a:lnTo>
                <a:lnTo>
                  <a:pt x="18050" y="15023"/>
                </a:lnTo>
                <a:lnTo>
                  <a:pt x="16708" y="16448"/>
                </a:lnTo>
                <a:lnTo>
                  <a:pt x="15250" y="17825"/>
                </a:lnTo>
                <a:lnTo>
                  <a:pt x="13381" y="19440"/>
                </a:lnTo>
                <a:lnTo>
                  <a:pt x="10800" y="21600"/>
                </a:lnTo>
                <a:lnTo>
                  <a:pt x="7798" y="21071"/>
                </a:lnTo>
                <a:lnTo>
                  <a:pt x="5735" y="20525"/>
                </a:lnTo>
                <a:lnTo>
                  <a:pt x="4093" y="19705"/>
                </a:lnTo>
                <a:lnTo>
                  <a:pt x="2354" y="18349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EDE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4" name="contour_17402"/>
          <p:cNvSpPr/>
          <p:nvPr/>
        </p:nvSpPr>
        <p:spPr>
          <a:xfrm>
            <a:off x="7334806" y="238317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17673" y="10751"/>
                </a:lnTo>
                <a:lnTo>
                  <a:pt x="14934" y="14440"/>
                </a:lnTo>
                <a:lnTo>
                  <a:pt x="13020" y="16918"/>
                </a:lnTo>
                <a:lnTo>
                  <a:pt x="11573" y="18641"/>
                </a:lnTo>
                <a:lnTo>
                  <a:pt x="10234" y="20050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7A7A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5" name="contour_17403"/>
          <p:cNvSpPr/>
          <p:nvPr/>
        </p:nvSpPr>
        <p:spPr>
          <a:xfrm>
            <a:off x="5060953" y="2361309"/>
            <a:ext cx="28780" cy="450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409" y="0"/>
                </a:moveTo>
                <a:lnTo>
                  <a:pt x="18581" y="2034"/>
                </a:lnTo>
                <a:lnTo>
                  <a:pt x="20134" y="3974"/>
                </a:lnTo>
                <a:lnTo>
                  <a:pt x="21119" y="5956"/>
                </a:lnTo>
                <a:lnTo>
                  <a:pt x="21589" y="8109"/>
                </a:lnTo>
                <a:lnTo>
                  <a:pt x="21600" y="10566"/>
                </a:lnTo>
                <a:lnTo>
                  <a:pt x="20927" y="12806"/>
                </a:lnTo>
                <a:lnTo>
                  <a:pt x="20167" y="14910"/>
                </a:lnTo>
                <a:lnTo>
                  <a:pt x="19221" y="16937"/>
                </a:lnTo>
                <a:lnTo>
                  <a:pt x="17995" y="18937"/>
                </a:lnTo>
                <a:lnTo>
                  <a:pt x="16409" y="20971"/>
                </a:lnTo>
                <a:lnTo>
                  <a:pt x="12176" y="21390"/>
                </a:lnTo>
                <a:lnTo>
                  <a:pt x="9206" y="21600"/>
                </a:lnTo>
                <a:lnTo>
                  <a:pt x="6711" y="21600"/>
                </a:lnTo>
                <a:lnTo>
                  <a:pt x="3905" y="21390"/>
                </a:lnTo>
                <a:lnTo>
                  <a:pt x="0" y="20971"/>
                </a:lnTo>
                <a:lnTo>
                  <a:pt x="1274" y="18839"/>
                </a:lnTo>
                <a:lnTo>
                  <a:pt x="2554" y="16707"/>
                </a:lnTo>
                <a:lnTo>
                  <a:pt x="3840" y="14578"/>
                </a:lnTo>
                <a:lnTo>
                  <a:pt x="5131" y="12450"/>
                </a:lnTo>
                <a:lnTo>
                  <a:pt x="6082" y="10866"/>
                </a:lnTo>
                <a:lnTo>
                  <a:pt x="7040" y="9276"/>
                </a:lnTo>
                <a:lnTo>
                  <a:pt x="8013" y="7658"/>
                </a:lnTo>
                <a:lnTo>
                  <a:pt x="9791" y="5197"/>
                </a:lnTo>
                <a:lnTo>
                  <a:pt x="11257" y="3579"/>
                </a:lnTo>
                <a:lnTo>
                  <a:pt x="13204" y="2087"/>
                </a:lnTo>
                <a:lnTo>
                  <a:pt x="16409" y="0"/>
                </a:lnTo>
                <a:close/>
              </a:path>
            </a:pathLst>
          </a:custGeom>
          <a:solidFill>
            <a:srgbClr val="3C45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6" name="contour_17404"/>
          <p:cNvSpPr/>
          <p:nvPr/>
        </p:nvSpPr>
        <p:spPr>
          <a:xfrm>
            <a:off x="4753545" y="2383173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5A7A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7" name="contour_17405"/>
          <p:cNvSpPr/>
          <p:nvPr/>
        </p:nvSpPr>
        <p:spPr>
          <a:xfrm>
            <a:off x="3975042" y="238317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4D8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8" name="contour_17406"/>
          <p:cNvSpPr/>
          <p:nvPr/>
        </p:nvSpPr>
        <p:spPr>
          <a:xfrm>
            <a:off x="3902162" y="237588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725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09" name="contour_17407"/>
          <p:cNvSpPr/>
          <p:nvPr/>
        </p:nvSpPr>
        <p:spPr>
          <a:xfrm>
            <a:off x="4536217" y="2359997"/>
            <a:ext cx="29152" cy="377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51"/>
                </a:moveTo>
                <a:lnTo>
                  <a:pt x="9580" y="25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50"/>
                </a:lnTo>
                <a:lnTo>
                  <a:pt x="21600" y="751"/>
                </a:lnTo>
                <a:lnTo>
                  <a:pt x="21600" y="3227"/>
                </a:lnTo>
                <a:lnTo>
                  <a:pt x="21600" y="5713"/>
                </a:lnTo>
                <a:lnTo>
                  <a:pt x="21600" y="8206"/>
                </a:lnTo>
                <a:lnTo>
                  <a:pt x="21600" y="10721"/>
                </a:lnTo>
                <a:lnTo>
                  <a:pt x="21600" y="13260"/>
                </a:lnTo>
                <a:lnTo>
                  <a:pt x="18031" y="13260"/>
                </a:lnTo>
                <a:lnTo>
                  <a:pt x="14440" y="13260"/>
                </a:lnTo>
                <a:lnTo>
                  <a:pt x="10800" y="13260"/>
                </a:lnTo>
                <a:lnTo>
                  <a:pt x="10800" y="16017"/>
                </a:lnTo>
                <a:lnTo>
                  <a:pt x="10800" y="18789"/>
                </a:lnTo>
                <a:lnTo>
                  <a:pt x="10800" y="21600"/>
                </a:lnTo>
                <a:lnTo>
                  <a:pt x="7403" y="20949"/>
                </a:lnTo>
                <a:lnTo>
                  <a:pt x="5146" y="20299"/>
                </a:lnTo>
                <a:lnTo>
                  <a:pt x="3019" y="19257"/>
                </a:lnTo>
                <a:lnTo>
                  <a:pt x="0" y="17430"/>
                </a:lnTo>
                <a:lnTo>
                  <a:pt x="76" y="14424"/>
                </a:lnTo>
                <a:lnTo>
                  <a:pt x="454" y="11555"/>
                </a:lnTo>
                <a:lnTo>
                  <a:pt x="1156" y="8782"/>
                </a:lnTo>
                <a:lnTo>
                  <a:pt x="2198" y="6084"/>
                </a:lnTo>
                <a:lnTo>
                  <a:pt x="3607" y="3415"/>
                </a:lnTo>
                <a:lnTo>
                  <a:pt x="5400" y="751"/>
                </a:lnTo>
                <a:close/>
              </a:path>
            </a:pathLst>
          </a:custGeom>
          <a:solidFill>
            <a:srgbClr val="3851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0" name="contour_17408"/>
          <p:cNvSpPr/>
          <p:nvPr/>
        </p:nvSpPr>
        <p:spPr>
          <a:xfrm>
            <a:off x="4310290" y="2366957"/>
            <a:ext cx="36440" cy="307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50"/>
                </a:moveTo>
                <a:lnTo>
                  <a:pt x="7318" y="368"/>
                </a:lnTo>
                <a:lnTo>
                  <a:pt x="10122" y="15"/>
                </a:lnTo>
                <a:lnTo>
                  <a:pt x="12839" y="0"/>
                </a:lnTo>
                <a:lnTo>
                  <a:pt x="15582" y="245"/>
                </a:lnTo>
                <a:lnTo>
                  <a:pt x="18468" y="660"/>
                </a:lnTo>
                <a:lnTo>
                  <a:pt x="21600" y="1150"/>
                </a:lnTo>
                <a:lnTo>
                  <a:pt x="21600" y="4530"/>
                </a:lnTo>
                <a:lnTo>
                  <a:pt x="21600" y="7929"/>
                </a:lnTo>
                <a:lnTo>
                  <a:pt x="21600" y="11375"/>
                </a:lnTo>
                <a:lnTo>
                  <a:pt x="18775" y="13287"/>
                </a:lnTo>
                <a:lnTo>
                  <a:pt x="16705" y="14519"/>
                </a:lnTo>
                <a:lnTo>
                  <a:pt x="14386" y="15624"/>
                </a:lnTo>
                <a:lnTo>
                  <a:pt x="10800" y="17127"/>
                </a:lnTo>
                <a:lnTo>
                  <a:pt x="8791" y="17986"/>
                </a:lnTo>
                <a:lnTo>
                  <a:pt x="6774" y="18850"/>
                </a:lnTo>
                <a:lnTo>
                  <a:pt x="4726" y="19724"/>
                </a:lnTo>
                <a:lnTo>
                  <a:pt x="3551" y="20189"/>
                </a:lnTo>
                <a:lnTo>
                  <a:pt x="0" y="21600"/>
                </a:lnTo>
                <a:lnTo>
                  <a:pt x="302" y="17980"/>
                </a:lnTo>
                <a:lnTo>
                  <a:pt x="696" y="14478"/>
                </a:lnTo>
                <a:lnTo>
                  <a:pt x="1231" y="11063"/>
                </a:lnTo>
                <a:lnTo>
                  <a:pt x="1974" y="7720"/>
                </a:lnTo>
                <a:lnTo>
                  <a:pt x="2985" y="4427"/>
                </a:lnTo>
                <a:lnTo>
                  <a:pt x="4320" y="1150"/>
                </a:lnTo>
                <a:close/>
              </a:path>
            </a:pathLst>
          </a:custGeom>
          <a:solidFill>
            <a:srgbClr val="1A1B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1" name="contour_17409"/>
          <p:cNvSpPr/>
          <p:nvPr/>
        </p:nvSpPr>
        <p:spPr>
          <a:xfrm>
            <a:off x="8289533" y="2346733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02" y="0"/>
                </a:moveTo>
                <a:lnTo>
                  <a:pt x="15134" y="0"/>
                </a:lnTo>
                <a:lnTo>
                  <a:pt x="17884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8144" y="17350"/>
                </a:lnTo>
                <a:lnTo>
                  <a:pt x="15606" y="18311"/>
                </a:lnTo>
                <a:lnTo>
                  <a:pt x="13055" y="19116"/>
                </a:lnTo>
                <a:lnTo>
                  <a:pt x="10488" y="19786"/>
                </a:lnTo>
                <a:lnTo>
                  <a:pt x="7900" y="20347"/>
                </a:lnTo>
                <a:lnTo>
                  <a:pt x="5291" y="20817"/>
                </a:lnTo>
                <a:lnTo>
                  <a:pt x="2658" y="21227"/>
                </a:lnTo>
                <a:lnTo>
                  <a:pt x="0" y="21600"/>
                </a:lnTo>
                <a:lnTo>
                  <a:pt x="1401" y="18884"/>
                </a:lnTo>
                <a:lnTo>
                  <a:pt x="2819" y="16178"/>
                </a:lnTo>
                <a:lnTo>
                  <a:pt x="4246" y="13484"/>
                </a:lnTo>
                <a:lnTo>
                  <a:pt x="5684" y="10800"/>
                </a:lnTo>
                <a:lnTo>
                  <a:pt x="6482" y="9288"/>
                </a:lnTo>
                <a:lnTo>
                  <a:pt x="8880" y="4725"/>
                </a:lnTo>
                <a:lnTo>
                  <a:pt x="9756" y="3553"/>
                </a:lnTo>
                <a:lnTo>
                  <a:pt x="12402" y="0"/>
                </a:lnTo>
                <a:close/>
              </a:path>
            </a:pathLst>
          </a:custGeom>
          <a:solidFill>
            <a:srgbClr val="C9D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2" name="contour_17410"/>
          <p:cNvSpPr/>
          <p:nvPr/>
        </p:nvSpPr>
        <p:spPr>
          <a:xfrm>
            <a:off x="7393110" y="2352709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930"/>
                </a:moveTo>
                <a:lnTo>
                  <a:pt x="12113" y="310"/>
                </a:lnTo>
                <a:lnTo>
                  <a:pt x="14524" y="0"/>
                </a:lnTo>
                <a:lnTo>
                  <a:pt x="16494" y="0"/>
                </a:lnTo>
                <a:lnTo>
                  <a:pt x="18645" y="310"/>
                </a:lnTo>
                <a:lnTo>
                  <a:pt x="21600" y="930"/>
                </a:lnTo>
                <a:lnTo>
                  <a:pt x="21600" y="4346"/>
                </a:lnTo>
                <a:lnTo>
                  <a:pt x="21600" y="7782"/>
                </a:lnTo>
                <a:lnTo>
                  <a:pt x="21600" y="11265"/>
                </a:lnTo>
                <a:lnTo>
                  <a:pt x="18775" y="13198"/>
                </a:lnTo>
                <a:lnTo>
                  <a:pt x="16705" y="14443"/>
                </a:lnTo>
                <a:lnTo>
                  <a:pt x="14386" y="15559"/>
                </a:lnTo>
                <a:lnTo>
                  <a:pt x="10800" y="17078"/>
                </a:lnTo>
                <a:lnTo>
                  <a:pt x="8791" y="17947"/>
                </a:lnTo>
                <a:lnTo>
                  <a:pt x="6774" y="18820"/>
                </a:lnTo>
                <a:lnTo>
                  <a:pt x="4726" y="19704"/>
                </a:lnTo>
                <a:lnTo>
                  <a:pt x="3551" y="20174"/>
                </a:lnTo>
                <a:lnTo>
                  <a:pt x="0" y="21600"/>
                </a:lnTo>
                <a:lnTo>
                  <a:pt x="1011" y="18469"/>
                </a:lnTo>
                <a:lnTo>
                  <a:pt x="2056" y="15399"/>
                </a:lnTo>
                <a:lnTo>
                  <a:pt x="3162" y="12386"/>
                </a:lnTo>
                <a:lnTo>
                  <a:pt x="4346" y="9436"/>
                </a:lnTo>
                <a:lnTo>
                  <a:pt x="5642" y="6542"/>
                </a:lnTo>
                <a:lnTo>
                  <a:pt x="7063" y="3705"/>
                </a:lnTo>
                <a:lnTo>
                  <a:pt x="8640" y="930"/>
                </a:lnTo>
                <a:close/>
              </a:path>
            </a:pathLst>
          </a:custGeom>
          <a:solidFill>
            <a:srgbClr val="D7DA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3" name="contour_17411"/>
          <p:cNvSpPr/>
          <p:nvPr/>
        </p:nvSpPr>
        <p:spPr>
          <a:xfrm>
            <a:off x="6460247" y="235402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93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163" y="5789"/>
                </a:lnTo>
                <a:lnTo>
                  <a:pt x="16649" y="7481"/>
                </a:lnTo>
                <a:lnTo>
                  <a:pt x="17945" y="10123"/>
                </a:lnTo>
                <a:lnTo>
                  <a:pt x="19457" y="1455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A85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4" name="contour_17412"/>
          <p:cNvSpPr/>
          <p:nvPr/>
        </p:nvSpPr>
        <p:spPr>
          <a:xfrm>
            <a:off x="10526946" y="233944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FD5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5" name="contour_17413"/>
          <p:cNvSpPr/>
          <p:nvPr/>
        </p:nvSpPr>
        <p:spPr>
          <a:xfrm>
            <a:off x="4667401" y="234673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5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E9F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6" name="contour_17414"/>
          <p:cNvSpPr/>
          <p:nvPr/>
        </p:nvSpPr>
        <p:spPr>
          <a:xfrm>
            <a:off x="4142666" y="2324869"/>
            <a:ext cx="2980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3699" y="2108"/>
                </a:lnTo>
                <a:lnTo>
                  <a:pt x="15844" y="3711"/>
                </a:lnTo>
                <a:lnTo>
                  <a:pt x="17988" y="5616"/>
                </a:lnTo>
                <a:lnTo>
                  <a:pt x="21125" y="8640"/>
                </a:lnTo>
                <a:lnTo>
                  <a:pt x="21442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442" y="18645"/>
                </a:lnTo>
                <a:lnTo>
                  <a:pt x="21125" y="21600"/>
                </a:lnTo>
                <a:lnTo>
                  <a:pt x="17639" y="20887"/>
                </a:lnTo>
                <a:lnTo>
                  <a:pt x="14148" y="20174"/>
                </a:lnTo>
                <a:lnTo>
                  <a:pt x="10642" y="19457"/>
                </a:lnTo>
                <a:lnTo>
                  <a:pt x="7119" y="18736"/>
                </a:lnTo>
                <a:lnTo>
                  <a:pt x="3575" y="18010"/>
                </a:lnTo>
                <a:lnTo>
                  <a:pt x="0" y="17280"/>
                </a:lnTo>
                <a:lnTo>
                  <a:pt x="1495" y="14835"/>
                </a:lnTo>
                <a:lnTo>
                  <a:pt x="2989" y="12390"/>
                </a:lnTo>
                <a:lnTo>
                  <a:pt x="4489" y="9936"/>
                </a:lnTo>
                <a:lnTo>
                  <a:pt x="5994" y="7474"/>
                </a:lnTo>
                <a:lnTo>
                  <a:pt x="7510" y="4998"/>
                </a:lnTo>
                <a:lnTo>
                  <a:pt x="9031" y="2510"/>
                </a:lnTo>
                <a:lnTo>
                  <a:pt x="10562" y="0"/>
                </a:lnTo>
                <a:close/>
              </a:path>
            </a:pathLst>
          </a:custGeom>
          <a:solidFill>
            <a:srgbClr val="0E0F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7" name="contour_17415"/>
          <p:cNvSpPr/>
          <p:nvPr/>
        </p:nvSpPr>
        <p:spPr>
          <a:xfrm>
            <a:off x="9841875" y="233215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6554" y="2511"/>
                </a:lnTo>
                <a:lnTo>
                  <a:pt x="6943" y="5065"/>
                </a:lnTo>
                <a:lnTo>
                  <a:pt x="8384" y="8095"/>
                </a:lnTo>
                <a:lnTo>
                  <a:pt x="9930" y="10384"/>
                </a:lnTo>
                <a:lnTo>
                  <a:pt x="11584" y="12074"/>
                </a:lnTo>
                <a:lnTo>
                  <a:pt x="13349" y="13295"/>
                </a:lnTo>
                <a:lnTo>
                  <a:pt x="15228" y="14180"/>
                </a:lnTo>
                <a:lnTo>
                  <a:pt x="17228" y="14872"/>
                </a:lnTo>
                <a:lnTo>
                  <a:pt x="19351" y="15498"/>
                </a:lnTo>
                <a:lnTo>
                  <a:pt x="21600" y="16200"/>
                </a:lnTo>
                <a:lnTo>
                  <a:pt x="19462" y="16735"/>
                </a:lnTo>
                <a:lnTo>
                  <a:pt x="17320" y="17269"/>
                </a:lnTo>
                <a:lnTo>
                  <a:pt x="15179" y="17804"/>
                </a:lnTo>
                <a:lnTo>
                  <a:pt x="13034" y="18344"/>
                </a:lnTo>
                <a:lnTo>
                  <a:pt x="10880" y="18878"/>
                </a:lnTo>
                <a:lnTo>
                  <a:pt x="8723" y="19418"/>
                </a:lnTo>
                <a:lnTo>
                  <a:pt x="6557" y="19958"/>
                </a:lnTo>
                <a:lnTo>
                  <a:pt x="4382" y="20504"/>
                </a:lnTo>
                <a:lnTo>
                  <a:pt x="2197" y="21049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040" y="10800"/>
                </a:lnTo>
                <a:lnTo>
                  <a:pt x="4092" y="10800"/>
                </a:lnTo>
                <a:lnTo>
                  <a:pt x="6171" y="10800"/>
                </a:lnTo>
                <a:lnTo>
                  <a:pt x="6171" y="7231"/>
                </a:lnTo>
                <a:lnTo>
                  <a:pt x="6171" y="3640"/>
                </a:lnTo>
                <a:lnTo>
                  <a:pt x="6171" y="0"/>
                </a:lnTo>
                <a:close/>
              </a:path>
            </a:pathLst>
          </a:custGeom>
          <a:solidFill>
            <a:srgbClr val="8587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8" name="contour_17416"/>
          <p:cNvSpPr/>
          <p:nvPr/>
        </p:nvSpPr>
        <p:spPr>
          <a:xfrm>
            <a:off x="5053665" y="233944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4C60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19" name="contour_17417"/>
          <p:cNvSpPr/>
          <p:nvPr/>
        </p:nvSpPr>
        <p:spPr>
          <a:xfrm>
            <a:off x="2488292" y="2324869"/>
            <a:ext cx="29152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71"/>
                </a:lnTo>
                <a:lnTo>
                  <a:pt x="2684" y="1315"/>
                </a:lnTo>
                <a:lnTo>
                  <a:pt x="4320" y="2112"/>
                </a:lnTo>
                <a:lnTo>
                  <a:pt x="6647" y="3253"/>
                </a:lnTo>
                <a:lnTo>
                  <a:pt x="10055" y="4917"/>
                </a:lnTo>
                <a:lnTo>
                  <a:pt x="14909" y="7293"/>
                </a:lnTo>
                <a:lnTo>
                  <a:pt x="21600" y="10562"/>
                </a:lnTo>
                <a:lnTo>
                  <a:pt x="20261" y="13177"/>
                </a:lnTo>
                <a:lnTo>
                  <a:pt x="18922" y="15807"/>
                </a:lnTo>
                <a:lnTo>
                  <a:pt x="17566" y="18447"/>
                </a:lnTo>
                <a:lnTo>
                  <a:pt x="16200" y="21125"/>
                </a:lnTo>
                <a:lnTo>
                  <a:pt x="12020" y="21442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42"/>
                </a:lnTo>
                <a:lnTo>
                  <a:pt x="0" y="21125"/>
                </a:lnTo>
                <a:lnTo>
                  <a:pt x="0" y="17639"/>
                </a:lnTo>
                <a:lnTo>
                  <a:pt x="0" y="14148"/>
                </a:lnTo>
                <a:lnTo>
                  <a:pt x="0" y="10642"/>
                </a:lnTo>
                <a:lnTo>
                  <a:pt x="0" y="7119"/>
                </a:lnTo>
                <a:lnTo>
                  <a:pt x="0" y="3575"/>
                </a:lnTo>
                <a:lnTo>
                  <a:pt x="0" y="0"/>
                </a:lnTo>
                <a:close/>
              </a:path>
            </a:pathLst>
          </a:custGeom>
          <a:solidFill>
            <a:srgbClr val="B69F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0" name="contour_17418"/>
          <p:cNvSpPr/>
          <p:nvPr/>
        </p:nvSpPr>
        <p:spPr>
          <a:xfrm>
            <a:off x="5520096" y="231758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96E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1" name="contour_17419"/>
          <p:cNvSpPr/>
          <p:nvPr/>
        </p:nvSpPr>
        <p:spPr>
          <a:xfrm>
            <a:off x="1037982" y="232486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6841"/>
                </a:lnTo>
                <a:lnTo>
                  <a:pt x="8640" y="12053"/>
                </a:lnTo>
                <a:lnTo>
                  <a:pt x="8640" y="7200"/>
                </a:lnTo>
                <a:lnTo>
                  <a:pt x="6502" y="5414"/>
                </a:lnTo>
                <a:lnTo>
                  <a:pt x="4350" y="3629"/>
                </a:lnTo>
                <a:lnTo>
                  <a:pt x="2190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06060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2" name="contour_17420"/>
          <p:cNvSpPr/>
          <p:nvPr/>
        </p:nvSpPr>
        <p:spPr>
          <a:xfrm>
            <a:off x="10731010" y="2309382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1600" y="4970"/>
                </a:lnTo>
                <a:lnTo>
                  <a:pt x="21600" y="9089"/>
                </a:lnTo>
                <a:lnTo>
                  <a:pt x="21600" y="13223"/>
                </a:lnTo>
                <a:lnTo>
                  <a:pt x="21600" y="17391"/>
                </a:lnTo>
                <a:lnTo>
                  <a:pt x="21600" y="21600"/>
                </a:lnTo>
                <a:lnTo>
                  <a:pt x="18926" y="20743"/>
                </a:lnTo>
                <a:lnTo>
                  <a:pt x="16252" y="19886"/>
                </a:lnTo>
                <a:lnTo>
                  <a:pt x="13569" y="19029"/>
                </a:lnTo>
                <a:lnTo>
                  <a:pt x="10882" y="18172"/>
                </a:lnTo>
                <a:lnTo>
                  <a:pt x="8182" y="17308"/>
                </a:lnTo>
                <a:lnTo>
                  <a:pt x="5469" y="16437"/>
                </a:lnTo>
                <a:lnTo>
                  <a:pt x="2743" y="1556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8587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3" name="contour_17421"/>
          <p:cNvSpPr/>
          <p:nvPr/>
        </p:nvSpPr>
        <p:spPr>
          <a:xfrm>
            <a:off x="6408320" y="2303005"/>
            <a:ext cx="37351" cy="357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" y="0"/>
                </a:moveTo>
                <a:lnTo>
                  <a:pt x="2845" y="1937"/>
                </a:lnTo>
                <a:lnTo>
                  <a:pt x="5167" y="3874"/>
                </a:lnTo>
                <a:lnTo>
                  <a:pt x="7489" y="5815"/>
                </a:lnTo>
                <a:lnTo>
                  <a:pt x="9816" y="7765"/>
                </a:lnTo>
                <a:lnTo>
                  <a:pt x="12155" y="9715"/>
                </a:lnTo>
                <a:lnTo>
                  <a:pt x="14498" y="11674"/>
                </a:lnTo>
                <a:lnTo>
                  <a:pt x="16854" y="13641"/>
                </a:lnTo>
                <a:lnTo>
                  <a:pt x="19219" y="15618"/>
                </a:lnTo>
                <a:lnTo>
                  <a:pt x="21600" y="17607"/>
                </a:lnTo>
                <a:lnTo>
                  <a:pt x="16252" y="19456"/>
                </a:lnTo>
                <a:lnTo>
                  <a:pt x="12517" y="20676"/>
                </a:lnTo>
                <a:lnTo>
                  <a:pt x="9909" y="21353"/>
                </a:lnTo>
                <a:lnTo>
                  <a:pt x="7940" y="21600"/>
                </a:lnTo>
                <a:lnTo>
                  <a:pt x="6115" y="21512"/>
                </a:lnTo>
                <a:lnTo>
                  <a:pt x="3949" y="21182"/>
                </a:lnTo>
                <a:lnTo>
                  <a:pt x="1876" y="18730"/>
                </a:lnTo>
                <a:lnTo>
                  <a:pt x="695" y="16577"/>
                </a:lnTo>
                <a:lnTo>
                  <a:pt x="152" y="14385"/>
                </a:lnTo>
                <a:lnTo>
                  <a:pt x="4" y="11815"/>
                </a:lnTo>
                <a:lnTo>
                  <a:pt x="0" y="8531"/>
                </a:lnTo>
                <a:lnTo>
                  <a:pt x="80" y="7276"/>
                </a:lnTo>
                <a:lnTo>
                  <a:pt x="215" y="5062"/>
                </a:lnTo>
                <a:lnTo>
                  <a:pt x="527" y="0"/>
                </a:lnTo>
                <a:close/>
              </a:path>
            </a:pathLst>
          </a:custGeom>
          <a:solidFill>
            <a:srgbClr val="759A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4" name="contour_17422"/>
          <p:cNvSpPr/>
          <p:nvPr/>
        </p:nvSpPr>
        <p:spPr>
          <a:xfrm>
            <a:off x="5286881" y="231029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AC1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5" name="contour_17423"/>
          <p:cNvSpPr/>
          <p:nvPr/>
        </p:nvSpPr>
        <p:spPr>
          <a:xfrm>
            <a:off x="3814706" y="2301584"/>
            <a:ext cx="43728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174" y="165"/>
                </a:lnTo>
                <a:lnTo>
                  <a:pt x="12460" y="335"/>
                </a:lnTo>
                <a:lnTo>
                  <a:pt x="14746" y="499"/>
                </a:lnTo>
                <a:lnTo>
                  <a:pt x="17032" y="669"/>
                </a:lnTo>
                <a:lnTo>
                  <a:pt x="19314" y="834"/>
                </a:lnTo>
                <a:lnTo>
                  <a:pt x="21600" y="1004"/>
                </a:lnTo>
                <a:lnTo>
                  <a:pt x="19818" y="3553"/>
                </a:lnTo>
                <a:lnTo>
                  <a:pt x="18036" y="6102"/>
                </a:lnTo>
                <a:lnTo>
                  <a:pt x="16247" y="8661"/>
                </a:lnTo>
                <a:lnTo>
                  <a:pt x="14454" y="11225"/>
                </a:lnTo>
                <a:lnTo>
                  <a:pt x="12658" y="13794"/>
                </a:lnTo>
                <a:lnTo>
                  <a:pt x="10850" y="16384"/>
                </a:lnTo>
                <a:lnTo>
                  <a:pt x="9032" y="18979"/>
                </a:lnTo>
                <a:lnTo>
                  <a:pt x="7200" y="21600"/>
                </a:lnTo>
                <a:lnTo>
                  <a:pt x="5418" y="19046"/>
                </a:lnTo>
                <a:lnTo>
                  <a:pt x="3629" y="16487"/>
                </a:lnTo>
                <a:lnTo>
                  <a:pt x="1825" y="13907"/>
                </a:lnTo>
                <a:lnTo>
                  <a:pt x="0" y="11302"/>
                </a:lnTo>
                <a:lnTo>
                  <a:pt x="691" y="7162"/>
                </a:lnTo>
                <a:lnTo>
                  <a:pt x="1602" y="4227"/>
                </a:lnTo>
                <a:lnTo>
                  <a:pt x="2963" y="2235"/>
                </a:lnTo>
                <a:lnTo>
                  <a:pt x="4982" y="917"/>
                </a:lnTo>
                <a:lnTo>
                  <a:pt x="7888" y="0"/>
                </a:lnTo>
                <a:close/>
              </a:path>
            </a:pathLst>
          </a:custGeom>
          <a:solidFill>
            <a:srgbClr val="3F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6" name="contour_17424"/>
          <p:cNvSpPr/>
          <p:nvPr/>
        </p:nvSpPr>
        <p:spPr>
          <a:xfrm>
            <a:off x="10089667" y="226656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445"/>
                </a:lnTo>
                <a:lnTo>
                  <a:pt x="13856" y="4890"/>
                </a:lnTo>
                <a:lnTo>
                  <a:pt x="15390" y="7344"/>
                </a:lnTo>
                <a:lnTo>
                  <a:pt x="16929" y="9806"/>
                </a:lnTo>
                <a:lnTo>
                  <a:pt x="18479" y="12282"/>
                </a:lnTo>
                <a:lnTo>
                  <a:pt x="20034" y="14770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DBE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7" name="contour_17425"/>
          <p:cNvSpPr/>
          <p:nvPr/>
        </p:nvSpPr>
        <p:spPr>
          <a:xfrm>
            <a:off x="8384277" y="229571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E0EA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8" name="contour_17426"/>
          <p:cNvSpPr/>
          <p:nvPr/>
        </p:nvSpPr>
        <p:spPr>
          <a:xfrm>
            <a:off x="10315595" y="2272665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3"/>
                </a:moveTo>
                <a:lnTo>
                  <a:pt x="7279" y="348"/>
                </a:lnTo>
                <a:lnTo>
                  <a:pt x="10113" y="7"/>
                </a:lnTo>
                <a:lnTo>
                  <a:pt x="12887" y="0"/>
                </a:lnTo>
                <a:lnTo>
                  <a:pt x="15677" y="239"/>
                </a:lnTo>
                <a:lnTo>
                  <a:pt x="18559" y="642"/>
                </a:lnTo>
                <a:lnTo>
                  <a:pt x="21600" y="1113"/>
                </a:lnTo>
                <a:lnTo>
                  <a:pt x="21600" y="5627"/>
                </a:lnTo>
                <a:lnTo>
                  <a:pt x="21600" y="10168"/>
                </a:lnTo>
                <a:lnTo>
                  <a:pt x="21600" y="14771"/>
                </a:lnTo>
                <a:lnTo>
                  <a:pt x="18775" y="16430"/>
                </a:lnTo>
                <a:lnTo>
                  <a:pt x="16705" y="17428"/>
                </a:lnTo>
                <a:lnTo>
                  <a:pt x="14386" y="18165"/>
                </a:lnTo>
                <a:lnTo>
                  <a:pt x="10800" y="19039"/>
                </a:lnTo>
                <a:lnTo>
                  <a:pt x="7785" y="19811"/>
                </a:lnTo>
                <a:lnTo>
                  <a:pt x="4726" y="20589"/>
                </a:lnTo>
                <a:lnTo>
                  <a:pt x="2380" y="21095"/>
                </a:lnTo>
                <a:lnTo>
                  <a:pt x="0" y="21600"/>
                </a:lnTo>
                <a:lnTo>
                  <a:pt x="553" y="16519"/>
                </a:lnTo>
                <a:lnTo>
                  <a:pt x="1054" y="12914"/>
                </a:lnTo>
                <a:lnTo>
                  <a:pt x="1711" y="9800"/>
                </a:lnTo>
                <a:lnTo>
                  <a:pt x="2730" y="6194"/>
                </a:lnTo>
                <a:lnTo>
                  <a:pt x="4320" y="1113"/>
                </a:lnTo>
                <a:close/>
              </a:path>
            </a:pathLst>
          </a:custGeom>
          <a:solidFill>
            <a:srgbClr val="5D5D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29" name="contour_17427"/>
          <p:cNvSpPr/>
          <p:nvPr/>
        </p:nvSpPr>
        <p:spPr>
          <a:xfrm>
            <a:off x="10301019" y="2281141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2108"/>
                </a:lnTo>
                <a:lnTo>
                  <a:pt x="13981" y="3711"/>
                </a:lnTo>
                <a:lnTo>
                  <a:pt x="16819" y="5616"/>
                </a:lnTo>
                <a:lnTo>
                  <a:pt x="20971" y="8640"/>
                </a:lnTo>
                <a:lnTo>
                  <a:pt x="213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90" y="18645"/>
                </a:lnTo>
                <a:lnTo>
                  <a:pt x="20971" y="21600"/>
                </a:lnTo>
                <a:lnTo>
                  <a:pt x="16819" y="21600"/>
                </a:lnTo>
                <a:lnTo>
                  <a:pt x="12652" y="21600"/>
                </a:lnTo>
                <a:lnTo>
                  <a:pt x="8472" y="21600"/>
                </a:lnTo>
                <a:lnTo>
                  <a:pt x="4257" y="21600"/>
                </a:lnTo>
                <a:lnTo>
                  <a:pt x="0" y="21600"/>
                </a:lnTo>
                <a:lnTo>
                  <a:pt x="867" y="18926"/>
                </a:lnTo>
                <a:lnTo>
                  <a:pt x="1734" y="16252"/>
                </a:lnTo>
                <a:lnTo>
                  <a:pt x="2600" y="13569"/>
                </a:lnTo>
                <a:lnTo>
                  <a:pt x="3467" y="10882"/>
                </a:lnTo>
                <a:lnTo>
                  <a:pt x="4341" y="8182"/>
                </a:lnTo>
                <a:lnTo>
                  <a:pt x="5222" y="5469"/>
                </a:lnTo>
                <a:lnTo>
                  <a:pt x="6103" y="2743"/>
                </a:lnTo>
                <a:lnTo>
                  <a:pt x="6990" y="0"/>
                </a:lnTo>
                <a:close/>
              </a:path>
            </a:pathLst>
          </a:custGeom>
          <a:solidFill>
            <a:srgbClr val="A1A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0" name="contour_17428"/>
          <p:cNvSpPr/>
          <p:nvPr/>
        </p:nvSpPr>
        <p:spPr>
          <a:xfrm>
            <a:off x="5227666" y="2273853"/>
            <a:ext cx="37351" cy="287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7" y="0"/>
                </a:moveTo>
                <a:lnTo>
                  <a:pt x="3030" y="0"/>
                </a:lnTo>
                <a:lnTo>
                  <a:pt x="5542" y="0"/>
                </a:lnTo>
                <a:lnTo>
                  <a:pt x="8063" y="0"/>
                </a:lnTo>
                <a:lnTo>
                  <a:pt x="10604" y="0"/>
                </a:lnTo>
                <a:lnTo>
                  <a:pt x="13171" y="0"/>
                </a:lnTo>
                <a:lnTo>
                  <a:pt x="13171" y="3624"/>
                </a:lnTo>
                <a:lnTo>
                  <a:pt x="13171" y="7269"/>
                </a:lnTo>
                <a:lnTo>
                  <a:pt x="13171" y="10964"/>
                </a:lnTo>
                <a:lnTo>
                  <a:pt x="15674" y="12976"/>
                </a:lnTo>
                <a:lnTo>
                  <a:pt x="17385" y="14221"/>
                </a:lnTo>
                <a:lnTo>
                  <a:pt x="19097" y="15202"/>
                </a:lnTo>
                <a:lnTo>
                  <a:pt x="21600" y="16447"/>
                </a:lnTo>
                <a:lnTo>
                  <a:pt x="16896" y="18925"/>
                </a:lnTo>
                <a:lnTo>
                  <a:pt x="13550" y="20536"/>
                </a:lnTo>
                <a:lnTo>
                  <a:pt x="11072" y="21386"/>
                </a:lnTo>
                <a:lnTo>
                  <a:pt x="8973" y="21600"/>
                </a:lnTo>
                <a:lnTo>
                  <a:pt x="6760" y="21288"/>
                </a:lnTo>
                <a:lnTo>
                  <a:pt x="3949" y="20558"/>
                </a:lnTo>
                <a:lnTo>
                  <a:pt x="1964" y="18048"/>
                </a:lnTo>
                <a:lnTo>
                  <a:pt x="889" y="15893"/>
                </a:lnTo>
                <a:lnTo>
                  <a:pt x="358" y="12900"/>
                </a:lnTo>
                <a:lnTo>
                  <a:pt x="0" y="7883"/>
                </a:lnTo>
                <a:lnTo>
                  <a:pt x="173" y="5279"/>
                </a:lnTo>
                <a:lnTo>
                  <a:pt x="350" y="2659"/>
                </a:lnTo>
                <a:lnTo>
                  <a:pt x="527" y="0"/>
                </a:lnTo>
                <a:close/>
              </a:path>
            </a:pathLst>
          </a:custGeom>
          <a:solidFill>
            <a:srgbClr val="8A8F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1" name="contour_17429"/>
          <p:cNvSpPr/>
          <p:nvPr/>
        </p:nvSpPr>
        <p:spPr>
          <a:xfrm>
            <a:off x="5176249" y="2273853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BFC7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2" name="contour_17430"/>
          <p:cNvSpPr/>
          <p:nvPr/>
        </p:nvSpPr>
        <p:spPr>
          <a:xfrm>
            <a:off x="4368594" y="226656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893"/>
                </a:lnTo>
                <a:lnTo>
                  <a:pt x="16157" y="1786"/>
                </a:lnTo>
                <a:lnTo>
                  <a:pt x="18862" y="2689"/>
                </a:lnTo>
                <a:lnTo>
                  <a:pt x="21600" y="3600"/>
                </a:lnTo>
                <a:lnTo>
                  <a:pt x="20050" y="5933"/>
                </a:lnTo>
                <a:lnTo>
                  <a:pt x="18473" y="8258"/>
                </a:lnTo>
                <a:lnTo>
                  <a:pt x="16875" y="10577"/>
                </a:lnTo>
                <a:lnTo>
                  <a:pt x="15557" y="12521"/>
                </a:lnTo>
                <a:lnTo>
                  <a:pt x="14218" y="14497"/>
                </a:lnTo>
                <a:lnTo>
                  <a:pt x="11848" y="16643"/>
                </a:lnTo>
                <a:lnTo>
                  <a:pt x="9423" y="18256"/>
                </a:lnTo>
                <a:lnTo>
                  <a:pt x="6761" y="19508"/>
                </a:lnTo>
                <a:lnTo>
                  <a:pt x="3683" y="20567"/>
                </a:lnTo>
                <a:lnTo>
                  <a:pt x="0" y="21600"/>
                </a:lnTo>
                <a:lnTo>
                  <a:pt x="1615" y="16999"/>
                </a:lnTo>
                <a:lnTo>
                  <a:pt x="2916" y="13363"/>
                </a:lnTo>
                <a:lnTo>
                  <a:pt x="4001" y="10512"/>
                </a:lnTo>
                <a:lnTo>
                  <a:pt x="4946" y="8273"/>
                </a:lnTo>
                <a:lnTo>
                  <a:pt x="5854" y="6466"/>
                </a:lnTo>
                <a:lnTo>
                  <a:pt x="6799" y="4914"/>
                </a:lnTo>
                <a:lnTo>
                  <a:pt x="7884" y="3438"/>
                </a:lnTo>
                <a:lnTo>
                  <a:pt x="9185" y="1858"/>
                </a:lnTo>
                <a:lnTo>
                  <a:pt x="10800" y="0"/>
                </a:lnTo>
                <a:close/>
              </a:path>
            </a:pathLst>
          </a:custGeom>
          <a:solidFill>
            <a:srgbClr val="212B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3" name="contour_17431"/>
          <p:cNvSpPr/>
          <p:nvPr/>
        </p:nvSpPr>
        <p:spPr>
          <a:xfrm>
            <a:off x="3916738" y="227385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04" y="853"/>
                </a:lnTo>
                <a:lnTo>
                  <a:pt x="9621" y="1561"/>
                </a:lnTo>
                <a:lnTo>
                  <a:pt x="11591" y="2381"/>
                </a:lnTo>
                <a:lnTo>
                  <a:pt x="13936" y="3575"/>
                </a:lnTo>
                <a:lnTo>
                  <a:pt x="17280" y="5400"/>
                </a:lnTo>
                <a:lnTo>
                  <a:pt x="18740" y="9580"/>
                </a:lnTo>
                <a:lnTo>
                  <a:pt x="19695" y="12512"/>
                </a:lnTo>
                <a:lnTo>
                  <a:pt x="20352" y="14974"/>
                </a:lnTo>
                <a:lnTo>
                  <a:pt x="20917" y="1774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302F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4" name="contour_17432"/>
          <p:cNvSpPr/>
          <p:nvPr/>
        </p:nvSpPr>
        <p:spPr>
          <a:xfrm>
            <a:off x="3880298" y="225927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444" y="6489"/>
                </a:lnTo>
                <a:lnTo>
                  <a:pt x="19273" y="8653"/>
                </a:lnTo>
                <a:lnTo>
                  <a:pt x="18079" y="10809"/>
                </a:lnTo>
                <a:lnTo>
                  <a:pt x="16875" y="12960"/>
                </a:lnTo>
                <a:lnTo>
                  <a:pt x="15557" y="15371"/>
                </a:lnTo>
                <a:lnTo>
                  <a:pt x="14218" y="17820"/>
                </a:lnTo>
                <a:lnTo>
                  <a:pt x="12523" y="19695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D8BE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5" name="contour_17433"/>
          <p:cNvSpPr/>
          <p:nvPr/>
        </p:nvSpPr>
        <p:spPr>
          <a:xfrm>
            <a:off x="7509718" y="2281141"/>
            <a:ext cx="51016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465" y="780"/>
                </a:lnTo>
                <a:lnTo>
                  <a:pt x="4715" y="1648"/>
                </a:lnTo>
                <a:lnTo>
                  <a:pt x="6770" y="2625"/>
                </a:lnTo>
                <a:lnTo>
                  <a:pt x="8668" y="3736"/>
                </a:lnTo>
                <a:lnTo>
                  <a:pt x="10433" y="5018"/>
                </a:lnTo>
                <a:lnTo>
                  <a:pt x="12096" y="6480"/>
                </a:lnTo>
                <a:lnTo>
                  <a:pt x="13688" y="8159"/>
                </a:lnTo>
                <a:lnTo>
                  <a:pt x="15237" y="10082"/>
                </a:lnTo>
                <a:lnTo>
                  <a:pt x="16774" y="12262"/>
                </a:lnTo>
                <a:lnTo>
                  <a:pt x="18326" y="14743"/>
                </a:lnTo>
                <a:lnTo>
                  <a:pt x="19924" y="17533"/>
                </a:lnTo>
                <a:lnTo>
                  <a:pt x="21600" y="20670"/>
                </a:lnTo>
                <a:lnTo>
                  <a:pt x="19675" y="21290"/>
                </a:lnTo>
                <a:lnTo>
                  <a:pt x="18230" y="21600"/>
                </a:lnTo>
                <a:lnTo>
                  <a:pt x="16823" y="21600"/>
                </a:lnTo>
                <a:lnTo>
                  <a:pt x="15009" y="21290"/>
                </a:lnTo>
                <a:lnTo>
                  <a:pt x="12343" y="20670"/>
                </a:lnTo>
                <a:lnTo>
                  <a:pt x="10664" y="18293"/>
                </a:lnTo>
                <a:lnTo>
                  <a:pt x="9038" y="15849"/>
                </a:lnTo>
                <a:lnTo>
                  <a:pt x="7458" y="13337"/>
                </a:lnTo>
                <a:lnTo>
                  <a:pt x="5918" y="10769"/>
                </a:lnTo>
                <a:lnTo>
                  <a:pt x="4409" y="8144"/>
                </a:lnTo>
                <a:lnTo>
                  <a:pt x="2925" y="5472"/>
                </a:lnTo>
                <a:lnTo>
                  <a:pt x="1456" y="2754"/>
                </a:lnTo>
                <a:lnTo>
                  <a:pt x="0" y="0"/>
                </a:lnTo>
                <a:close/>
              </a:path>
            </a:pathLst>
          </a:custGeom>
          <a:solidFill>
            <a:srgbClr val="F0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6" name="contour_17434"/>
          <p:cNvSpPr/>
          <p:nvPr/>
        </p:nvSpPr>
        <p:spPr>
          <a:xfrm>
            <a:off x="5585688" y="2273853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980" y="20747"/>
                </a:lnTo>
                <a:lnTo>
                  <a:pt x="14329" y="20039"/>
                </a:lnTo>
                <a:lnTo>
                  <a:pt x="11973" y="19219"/>
                </a:lnTo>
                <a:lnTo>
                  <a:pt x="9167" y="18025"/>
                </a:lnTo>
                <a:lnTo>
                  <a:pt x="5167" y="16200"/>
                </a:lnTo>
                <a:lnTo>
                  <a:pt x="3421" y="12020"/>
                </a:lnTo>
                <a:lnTo>
                  <a:pt x="2279" y="9088"/>
                </a:lnTo>
                <a:lnTo>
                  <a:pt x="1493" y="6626"/>
                </a:lnTo>
                <a:lnTo>
                  <a:pt x="816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C1C3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7" name="contour_17435"/>
          <p:cNvSpPr/>
          <p:nvPr/>
        </p:nvSpPr>
        <p:spPr>
          <a:xfrm>
            <a:off x="2320668" y="225927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8544" y="10472"/>
                </a:lnTo>
                <a:lnTo>
                  <a:pt x="15487" y="12308"/>
                </a:lnTo>
                <a:lnTo>
                  <a:pt x="12420" y="14148"/>
                </a:lnTo>
                <a:lnTo>
                  <a:pt x="9342" y="15997"/>
                </a:lnTo>
                <a:lnTo>
                  <a:pt x="6248" y="17850"/>
                </a:lnTo>
                <a:lnTo>
                  <a:pt x="3137" y="1972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837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8" name="contour_17436"/>
          <p:cNvSpPr/>
          <p:nvPr/>
        </p:nvSpPr>
        <p:spPr>
          <a:xfrm>
            <a:off x="1008830" y="2244701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2138"/>
                </a:lnTo>
                <a:lnTo>
                  <a:pt x="21600" y="4280"/>
                </a:lnTo>
                <a:lnTo>
                  <a:pt x="21600" y="6421"/>
                </a:lnTo>
                <a:lnTo>
                  <a:pt x="21600" y="8566"/>
                </a:lnTo>
                <a:lnTo>
                  <a:pt x="21600" y="10720"/>
                </a:lnTo>
                <a:lnTo>
                  <a:pt x="21600" y="12877"/>
                </a:lnTo>
                <a:lnTo>
                  <a:pt x="21600" y="15043"/>
                </a:lnTo>
                <a:lnTo>
                  <a:pt x="21600" y="17218"/>
                </a:lnTo>
                <a:lnTo>
                  <a:pt x="21600" y="1940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09" y="19798"/>
                </a:lnTo>
                <a:lnTo>
                  <a:pt x="2225" y="17999"/>
                </a:lnTo>
                <a:lnTo>
                  <a:pt x="3348" y="16197"/>
                </a:lnTo>
                <a:lnTo>
                  <a:pt x="4478" y="14398"/>
                </a:lnTo>
                <a:lnTo>
                  <a:pt x="5609" y="12599"/>
                </a:lnTo>
                <a:lnTo>
                  <a:pt x="6754" y="10800"/>
                </a:lnTo>
                <a:lnTo>
                  <a:pt x="7697" y="9251"/>
                </a:lnTo>
                <a:lnTo>
                  <a:pt x="8647" y="7677"/>
                </a:lnTo>
                <a:lnTo>
                  <a:pt x="9958" y="5739"/>
                </a:lnTo>
                <a:lnTo>
                  <a:pt x="11376" y="3817"/>
                </a:lnTo>
                <a:lnTo>
                  <a:pt x="12866" y="1904"/>
                </a:lnTo>
                <a:lnTo>
                  <a:pt x="14400" y="0"/>
                </a:lnTo>
                <a:close/>
              </a:path>
            </a:pathLst>
          </a:custGeom>
          <a:solidFill>
            <a:srgbClr val="BA9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39" name="contour_17437"/>
          <p:cNvSpPr/>
          <p:nvPr/>
        </p:nvSpPr>
        <p:spPr>
          <a:xfrm>
            <a:off x="1263909" y="2230125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16"/>
                </a:lnTo>
                <a:lnTo>
                  <a:pt x="0" y="15163"/>
                </a:lnTo>
                <a:lnTo>
                  <a:pt x="0" y="12992"/>
                </a:lnTo>
                <a:lnTo>
                  <a:pt x="0" y="10800"/>
                </a:lnTo>
                <a:lnTo>
                  <a:pt x="4759" y="10800"/>
                </a:lnTo>
                <a:lnTo>
                  <a:pt x="9547" y="10800"/>
                </a:lnTo>
                <a:lnTo>
                  <a:pt x="14400" y="10800"/>
                </a:lnTo>
                <a:lnTo>
                  <a:pt x="14400" y="8662"/>
                </a:lnTo>
                <a:lnTo>
                  <a:pt x="14400" y="6516"/>
                </a:lnTo>
                <a:lnTo>
                  <a:pt x="14400" y="4363"/>
                </a:lnTo>
                <a:lnTo>
                  <a:pt x="14400" y="2192"/>
                </a:lnTo>
                <a:lnTo>
                  <a:pt x="14400" y="0"/>
                </a:lnTo>
                <a:close/>
              </a:path>
            </a:pathLst>
          </a:custGeom>
          <a:solidFill>
            <a:srgbClr val="0F0F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0" name="contour_17438"/>
          <p:cNvSpPr/>
          <p:nvPr/>
        </p:nvSpPr>
        <p:spPr>
          <a:xfrm>
            <a:off x="7939709" y="224470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5336" y="19405"/>
                </a:lnTo>
                <a:lnTo>
                  <a:pt x="10762" y="17781"/>
                </a:lnTo>
                <a:lnTo>
                  <a:pt x="7501" y="16580"/>
                </a:lnTo>
                <a:lnTo>
                  <a:pt x="5173" y="15647"/>
                </a:lnTo>
                <a:lnTo>
                  <a:pt x="3397" y="14835"/>
                </a:lnTo>
                <a:lnTo>
                  <a:pt x="1798" y="13988"/>
                </a:lnTo>
                <a:lnTo>
                  <a:pt x="0" y="12960"/>
                </a:lnTo>
                <a:lnTo>
                  <a:pt x="0" y="10104"/>
                </a:lnTo>
                <a:lnTo>
                  <a:pt x="0" y="7232"/>
                </a:lnTo>
                <a:lnTo>
                  <a:pt x="0" y="4320"/>
                </a:lnTo>
                <a:lnTo>
                  <a:pt x="3602" y="3106"/>
                </a:lnTo>
                <a:lnTo>
                  <a:pt x="7085" y="2056"/>
                </a:lnTo>
                <a:lnTo>
                  <a:pt x="10535" y="1197"/>
                </a:lnTo>
                <a:lnTo>
                  <a:pt x="14045" y="549"/>
                </a:lnTo>
                <a:lnTo>
                  <a:pt x="17701" y="143"/>
                </a:lnTo>
                <a:lnTo>
                  <a:pt x="21600" y="0"/>
                </a:lnTo>
                <a:close/>
              </a:path>
            </a:pathLst>
          </a:custGeom>
          <a:solidFill>
            <a:srgbClr val="F1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1" name="contour_17439"/>
          <p:cNvSpPr/>
          <p:nvPr/>
        </p:nvSpPr>
        <p:spPr>
          <a:xfrm>
            <a:off x="5709584" y="225927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6841"/>
                </a:lnTo>
                <a:lnTo>
                  <a:pt x="10800" y="12053"/>
                </a:lnTo>
                <a:lnTo>
                  <a:pt x="10800" y="7200"/>
                </a:lnTo>
                <a:lnTo>
                  <a:pt x="8122" y="4982"/>
                </a:lnTo>
                <a:lnTo>
                  <a:pt x="6221" y="3499"/>
                </a:lnTo>
                <a:lnTo>
                  <a:pt x="4579" y="2405"/>
                </a:lnTo>
                <a:lnTo>
                  <a:pt x="2678" y="1354"/>
                </a:lnTo>
                <a:lnTo>
                  <a:pt x="0" y="0"/>
                </a:lnTo>
                <a:close/>
              </a:path>
            </a:pathLst>
          </a:custGeom>
          <a:solidFill>
            <a:srgbClr val="AFB8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2" name="contour_17440"/>
          <p:cNvSpPr/>
          <p:nvPr/>
        </p:nvSpPr>
        <p:spPr>
          <a:xfrm>
            <a:off x="4550793" y="2244701"/>
            <a:ext cx="51016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692"/>
                </a:lnTo>
                <a:lnTo>
                  <a:pt x="4280" y="1384"/>
                </a:lnTo>
                <a:lnTo>
                  <a:pt x="6421" y="2076"/>
                </a:lnTo>
                <a:lnTo>
                  <a:pt x="8566" y="2775"/>
                </a:lnTo>
                <a:lnTo>
                  <a:pt x="10720" y="3467"/>
                </a:lnTo>
                <a:lnTo>
                  <a:pt x="12877" y="4166"/>
                </a:lnTo>
                <a:lnTo>
                  <a:pt x="15043" y="4865"/>
                </a:lnTo>
                <a:lnTo>
                  <a:pt x="17218" y="5571"/>
                </a:lnTo>
                <a:lnTo>
                  <a:pt x="19403" y="6277"/>
                </a:lnTo>
                <a:lnTo>
                  <a:pt x="21600" y="6990"/>
                </a:lnTo>
                <a:lnTo>
                  <a:pt x="20835" y="10450"/>
                </a:lnTo>
                <a:lnTo>
                  <a:pt x="20069" y="13932"/>
                </a:lnTo>
                <a:lnTo>
                  <a:pt x="19295" y="17427"/>
                </a:lnTo>
                <a:lnTo>
                  <a:pt x="18514" y="20971"/>
                </a:lnTo>
                <a:lnTo>
                  <a:pt x="16126" y="21390"/>
                </a:lnTo>
                <a:lnTo>
                  <a:pt x="14450" y="21600"/>
                </a:lnTo>
                <a:lnTo>
                  <a:pt x="13043" y="21600"/>
                </a:lnTo>
                <a:lnTo>
                  <a:pt x="11460" y="21390"/>
                </a:lnTo>
                <a:lnTo>
                  <a:pt x="9257" y="20971"/>
                </a:lnTo>
                <a:lnTo>
                  <a:pt x="9257" y="16350"/>
                </a:lnTo>
                <a:lnTo>
                  <a:pt x="9257" y="11702"/>
                </a:lnTo>
                <a:lnTo>
                  <a:pt x="9257" y="6990"/>
                </a:lnTo>
                <a:lnTo>
                  <a:pt x="7424" y="5606"/>
                </a:lnTo>
                <a:lnTo>
                  <a:pt x="5585" y="4215"/>
                </a:lnTo>
                <a:lnTo>
                  <a:pt x="3740" y="2824"/>
                </a:lnTo>
                <a:lnTo>
                  <a:pt x="1879" y="1419"/>
                </a:lnTo>
                <a:lnTo>
                  <a:pt x="0" y="0"/>
                </a:lnTo>
                <a:close/>
              </a:path>
            </a:pathLst>
          </a:custGeom>
          <a:solidFill>
            <a:srgbClr val="557B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3" name="contour_17441"/>
          <p:cNvSpPr/>
          <p:nvPr/>
        </p:nvSpPr>
        <p:spPr>
          <a:xfrm>
            <a:off x="1759493" y="2237413"/>
            <a:ext cx="37205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693" y="0"/>
                </a:moveTo>
                <a:lnTo>
                  <a:pt x="15207" y="674"/>
                </a:lnTo>
                <a:lnTo>
                  <a:pt x="16925" y="1348"/>
                </a:lnTo>
                <a:lnTo>
                  <a:pt x="18642" y="2428"/>
                </a:lnTo>
                <a:lnTo>
                  <a:pt x="21156" y="4320"/>
                </a:lnTo>
                <a:lnTo>
                  <a:pt x="21465" y="7240"/>
                </a:lnTo>
                <a:lnTo>
                  <a:pt x="21600" y="10096"/>
                </a:lnTo>
                <a:lnTo>
                  <a:pt x="21600" y="12925"/>
                </a:lnTo>
                <a:lnTo>
                  <a:pt x="21503" y="15759"/>
                </a:lnTo>
                <a:lnTo>
                  <a:pt x="21346" y="18636"/>
                </a:lnTo>
                <a:lnTo>
                  <a:pt x="21156" y="21600"/>
                </a:lnTo>
                <a:lnTo>
                  <a:pt x="18359" y="21600"/>
                </a:lnTo>
                <a:lnTo>
                  <a:pt x="15545" y="21600"/>
                </a:lnTo>
                <a:lnTo>
                  <a:pt x="12693" y="21600"/>
                </a:lnTo>
                <a:lnTo>
                  <a:pt x="12693" y="18744"/>
                </a:lnTo>
                <a:lnTo>
                  <a:pt x="12693" y="15872"/>
                </a:lnTo>
                <a:lnTo>
                  <a:pt x="12693" y="12960"/>
                </a:lnTo>
                <a:lnTo>
                  <a:pt x="9545" y="11629"/>
                </a:lnTo>
                <a:lnTo>
                  <a:pt x="7311" y="10740"/>
                </a:lnTo>
                <a:lnTo>
                  <a:pt x="5382" y="10083"/>
                </a:lnTo>
                <a:lnTo>
                  <a:pt x="3148" y="9452"/>
                </a:lnTo>
                <a:lnTo>
                  <a:pt x="0" y="8640"/>
                </a:lnTo>
                <a:lnTo>
                  <a:pt x="2513" y="8640"/>
                </a:lnTo>
                <a:lnTo>
                  <a:pt x="5035" y="8640"/>
                </a:lnTo>
                <a:lnTo>
                  <a:pt x="7565" y="8640"/>
                </a:lnTo>
                <a:lnTo>
                  <a:pt x="10117" y="8640"/>
                </a:lnTo>
                <a:lnTo>
                  <a:pt x="12693" y="8640"/>
                </a:lnTo>
                <a:lnTo>
                  <a:pt x="12693" y="5784"/>
                </a:lnTo>
                <a:lnTo>
                  <a:pt x="12693" y="2912"/>
                </a:lnTo>
                <a:lnTo>
                  <a:pt x="12693" y="0"/>
                </a:lnTo>
                <a:close/>
              </a:path>
            </a:pathLst>
          </a:custGeom>
          <a:solidFill>
            <a:srgbClr val="1817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4" name="contour_17442"/>
          <p:cNvSpPr/>
          <p:nvPr/>
        </p:nvSpPr>
        <p:spPr>
          <a:xfrm>
            <a:off x="7779374" y="223012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70" y="1786"/>
                </a:lnTo>
                <a:lnTo>
                  <a:pt x="6739" y="3578"/>
                </a:lnTo>
                <a:lnTo>
                  <a:pt x="7425" y="5400"/>
                </a:lnTo>
                <a:lnTo>
                  <a:pt x="8537" y="7186"/>
                </a:lnTo>
                <a:lnTo>
                  <a:pt x="9661" y="8978"/>
                </a:lnTo>
                <a:lnTo>
                  <a:pt x="10800" y="10800"/>
                </a:lnTo>
                <a:lnTo>
                  <a:pt x="14369" y="10800"/>
                </a:lnTo>
                <a:lnTo>
                  <a:pt x="17960" y="10800"/>
                </a:lnTo>
                <a:lnTo>
                  <a:pt x="21600" y="10800"/>
                </a:lnTo>
                <a:lnTo>
                  <a:pt x="20531" y="12938"/>
                </a:lnTo>
                <a:lnTo>
                  <a:pt x="19456" y="15084"/>
                </a:lnTo>
                <a:lnTo>
                  <a:pt x="18382" y="17237"/>
                </a:lnTo>
                <a:lnTo>
                  <a:pt x="17296" y="19408"/>
                </a:lnTo>
                <a:lnTo>
                  <a:pt x="16200" y="21600"/>
                </a:lnTo>
                <a:lnTo>
                  <a:pt x="12992" y="20887"/>
                </a:lnTo>
                <a:lnTo>
                  <a:pt x="9774" y="20171"/>
                </a:lnTo>
                <a:lnTo>
                  <a:pt x="6545" y="19454"/>
                </a:lnTo>
                <a:lnTo>
                  <a:pt x="3289" y="18731"/>
                </a:lnTo>
                <a:lnTo>
                  <a:pt x="0" y="18000"/>
                </a:lnTo>
                <a:lnTo>
                  <a:pt x="670" y="15772"/>
                </a:lnTo>
                <a:lnTo>
                  <a:pt x="1339" y="13543"/>
                </a:lnTo>
                <a:lnTo>
                  <a:pt x="2009" y="11308"/>
                </a:lnTo>
                <a:lnTo>
                  <a:pt x="2678" y="9068"/>
                </a:lnTo>
                <a:lnTo>
                  <a:pt x="3353" y="6818"/>
                </a:lnTo>
                <a:lnTo>
                  <a:pt x="4034" y="4558"/>
                </a:lnTo>
                <a:lnTo>
                  <a:pt x="4714" y="2286"/>
                </a:lnTo>
                <a:lnTo>
                  <a:pt x="5400" y="0"/>
                </a:lnTo>
                <a:close/>
              </a:path>
            </a:pathLst>
          </a:custGeom>
          <a:solidFill>
            <a:srgbClr val="DFE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5" name="contour_17443"/>
          <p:cNvSpPr/>
          <p:nvPr/>
        </p:nvSpPr>
        <p:spPr>
          <a:xfrm>
            <a:off x="9353580" y="2244701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61" y="1248"/>
                </a:lnTo>
                <a:lnTo>
                  <a:pt x="4457" y="2493"/>
                </a:lnTo>
                <a:lnTo>
                  <a:pt x="6588" y="3754"/>
                </a:lnTo>
                <a:lnTo>
                  <a:pt x="8658" y="5059"/>
                </a:lnTo>
                <a:lnTo>
                  <a:pt x="10670" y="6432"/>
                </a:lnTo>
                <a:lnTo>
                  <a:pt x="12622" y="7888"/>
                </a:lnTo>
                <a:lnTo>
                  <a:pt x="14522" y="9456"/>
                </a:lnTo>
                <a:lnTo>
                  <a:pt x="16366" y="11159"/>
                </a:lnTo>
                <a:lnTo>
                  <a:pt x="18158" y="13012"/>
                </a:lnTo>
                <a:lnTo>
                  <a:pt x="19904" y="15047"/>
                </a:lnTo>
                <a:lnTo>
                  <a:pt x="21600" y="17280"/>
                </a:lnTo>
                <a:lnTo>
                  <a:pt x="19246" y="18999"/>
                </a:lnTo>
                <a:lnTo>
                  <a:pt x="17507" y="20084"/>
                </a:lnTo>
                <a:lnTo>
                  <a:pt x="15865" y="20740"/>
                </a:lnTo>
                <a:lnTo>
                  <a:pt x="13802" y="21177"/>
                </a:lnTo>
                <a:lnTo>
                  <a:pt x="10800" y="21600"/>
                </a:lnTo>
                <a:lnTo>
                  <a:pt x="9331" y="19375"/>
                </a:lnTo>
                <a:lnTo>
                  <a:pt x="7960" y="17099"/>
                </a:lnTo>
                <a:lnTo>
                  <a:pt x="6671" y="14774"/>
                </a:lnTo>
                <a:lnTo>
                  <a:pt x="5450" y="12407"/>
                </a:lnTo>
                <a:lnTo>
                  <a:pt x="4288" y="9996"/>
                </a:lnTo>
                <a:lnTo>
                  <a:pt x="3175" y="7547"/>
                </a:lnTo>
                <a:lnTo>
                  <a:pt x="2095" y="5063"/>
                </a:lnTo>
                <a:lnTo>
                  <a:pt x="1044" y="2544"/>
                </a:lnTo>
                <a:lnTo>
                  <a:pt x="0" y="0"/>
                </a:lnTo>
                <a:close/>
              </a:path>
            </a:pathLst>
          </a:custGeom>
          <a:solidFill>
            <a:srgbClr val="F1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6" name="contour_17444"/>
          <p:cNvSpPr/>
          <p:nvPr/>
        </p:nvSpPr>
        <p:spPr>
          <a:xfrm>
            <a:off x="3792842" y="222283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850" y="14394"/>
                </a:lnTo>
                <a:lnTo>
                  <a:pt x="1750" y="11513"/>
                </a:lnTo>
                <a:lnTo>
                  <a:pt x="2700" y="8640"/>
                </a:lnTo>
                <a:lnTo>
                  <a:pt x="3456" y="6229"/>
                </a:lnTo>
                <a:lnTo>
                  <a:pt x="4219" y="3780"/>
                </a:lnTo>
                <a:lnTo>
                  <a:pt x="5702" y="1905"/>
                </a:lnTo>
                <a:lnTo>
                  <a:pt x="7200" y="0"/>
                </a:lnTo>
                <a:close/>
              </a:path>
            </a:pathLst>
          </a:custGeom>
          <a:solidFill>
            <a:srgbClr val="C9CF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7" name="contour_17445"/>
          <p:cNvSpPr/>
          <p:nvPr/>
        </p:nvSpPr>
        <p:spPr>
          <a:xfrm>
            <a:off x="10577962" y="2230818"/>
            <a:ext cx="36440" cy="21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729"/>
                </a:moveTo>
                <a:lnTo>
                  <a:pt x="21600" y="11644"/>
                </a:lnTo>
                <a:lnTo>
                  <a:pt x="21600" y="1658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685"/>
                </a:lnTo>
                <a:lnTo>
                  <a:pt x="0" y="11741"/>
                </a:lnTo>
                <a:lnTo>
                  <a:pt x="0" y="6729"/>
                </a:lnTo>
                <a:lnTo>
                  <a:pt x="3097" y="2967"/>
                </a:lnTo>
                <a:lnTo>
                  <a:pt x="6091" y="788"/>
                </a:lnTo>
                <a:lnTo>
                  <a:pt x="9037" y="0"/>
                </a:lnTo>
                <a:lnTo>
                  <a:pt x="12001" y="387"/>
                </a:lnTo>
                <a:lnTo>
                  <a:pt x="15042" y="1770"/>
                </a:lnTo>
                <a:lnTo>
                  <a:pt x="18222" y="3948"/>
                </a:lnTo>
                <a:lnTo>
                  <a:pt x="21600" y="6729"/>
                </a:lnTo>
                <a:close/>
              </a:path>
            </a:pathLst>
          </a:custGeom>
          <a:solidFill>
            <a:srgbClr val="F8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8" name="contour_17446"/>
          <p:cNvSpPr/>
          <p:nvPr/>
        </p:nvSpPr>
        <p:spPr>
          <a:xfrm>
            <a:off x="4317578" y="2230125"/>
            <a:ext cx="51016" cy="220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122" y="1571"/>
                </a:lnTo>
                <a:lnTo>
                  <a:pt x="7162" y="3142"/>
                </a:lnTo>
                <a:lnTo>
                  <a:pt x="9202" y="4720"/>
                </a:lnTo>
                <a:lnTo>
                  <a:pt x="11247" y="6298"/>
                </a:lnTo>
                <a:lnTo>
                  <a:pt x="13299" y="7876"/>
                </a:lnTo>
                <a:lnTo>
                  <a:pt x="15361" y="9468"/>
                </a:lnTo>
                <a:lnTo>
                  <a:pt x="17428" y="11061"/>
                </a:lnTo>
                <a:lnTo>
                  <a:pt x="19508" y="12667"/>
                </a:lnTo>
                <a:lnTo>
                  <a:pt x="21600" y="14281"/>
                </a:lnTo>
                <a:lnTo>
                  <a:pt x="19101" y="16145"/>
                </a:lnTo>
                <a:lnTo>
                  <a:pt x="16826" y="17687"/>
                </a:lnTo>
                <a:lnTo>
                  <a:pt x="14722" y="18944"/>
                </a:lnTo>
                <a:lnTo>
                  <a:pt x="12732" y="19922"/>
                </a:lnTo>
                <a:lnTo>
                  <a:pt x="10800" y="20650"/>
                </a:lnTo>
                <a:lnTo>
                  <a:pt x="8865" y="21157"/>
                </a:lnTo>
                <a:lnTo>
                  <a:pt x="6875" y="21464"/>
                </a:lnTo>
                <a:lnTo>
                  <a:pt x="4774" y="21600"/>
                </a:lnTo>
                <a:lnTo>
                  <a:pt x="2499" y="21571"/>
                </a:lnTo>
                <a:lnTo>
                  <a:pt x="0" y="21421"/>
                </a:lnTo>
                <a:lnTo>
                  <a:pt x="611" y="17180"/>
                </a:lnTo>
                <a:lnTo>
                  <a:pt x="1225" y="12924"/>
                </a:lnTo>
                <a:lnTo>
                  <a:pt x="1839" y="8654"/>
                </a:lnTo>
                <a:lnTo>
                  <a:pt x="2459" y="4349"/>
                </a:lnTo>
                <a:lnTo>
                  <a:pt x="3086" y="0"/>
                </a:lnTo>
                <a:close/>
              </a:path>
            </a:pathLst>
          </a:custGeom>
          <a:solidFill>
            <a:srgbClr val="2230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49" name="contour_17447"/>
          <p:cNvSpPr/>
          <p:nvPr/>
        </p:nvSpPr>
        <p:spPr>
          <a:xfrm>
            <a:off x="10519658" y="2215389"/>
            <a:ext cx="43728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57"/>
                </a:moveTo>
                <a:lnTo>
                  <a:pt x="6116" y="0"/>
                </a:lnTo>
                <a:lnTo>
                  <a:pt x="7985" y="465"/>
                </a:lnTo>
                <a:lnTo>
                  <a:pt x="10800" y="1944"/>
                </a:lnTo>
                <a:lnTo>
                  <a:pt x="11750" y="2416"/>
                </a:lnTo>
                <a:lnTo>
                  <a:pt x="14623" y="3845"/>
                </a:lnTo>
                <a:lnTo>
                  <a:pt x="16301" y="5647"/>
                </a:lnTo>
                <a:lnTo>
                  <a:pt x="17500" y="7469"/>
                </a:lnTo>
                <a:lnTo>
                  <a:pt x="18562" y="10171"/>
                </a:lnTo>
                <a:lnTo>
                  <a:pt x="19814" y="14595"/>
                </a:lnTo>
                <a:lnTo>
                  <a:pt x="21600" y="21600"/>
                </a:lnTo>
                <a:lnTo>
                  <a:pt x="20513" y="21243"/>
                </a:lnTo>
                <a:lnTo>
                  <a:pt x="19516" y="20907"/>
                </a:lnTo>
                <a:lnTo>
                  <a:pt x="18425" y="20549"/>
                </a:lnTo>
                <a:lnTo>
                  <a:pt x="17064" y="20099"/>
                </a:lnTo>
                <a:lnTo>
                  <a:pt x="15257" y="19499"/>
                </a:lnTo>
                <a:lnTo>
                  <a:pt x="12823" y="18698"/>
                </a:lnTo>
                <a:lnTo>
                  <a:pt x="9590" y="17626"/>
                </a:lnTo>
                <a:lnTo>
                  <a:pt x="5375" y="16232"/>
                </a:lnTo>
                <a:lnTo>
                  <a:pt x="0" y="14452"/>
                </a:lnTo>
                <a:lnTo>
                  <a:pt x="893" y="10914"/>
                </a:lnTo>
                <a:lnTo>
                  <a:pt x="1786" y="7355"/>
                </a:lnTo>
                <a:lnTo>
                  <a:pt x="2689" y="3781"/>
                </a:lnTo>
                <a:lnTo>
                  <a:pt x="3600" y="157"/>
                </a:lnTo>
                <a:close/>
              </a:path>
            </a:pathLst>
          </a:custGeom>
          <a:solidFill>
            <a:srgbClr val="D3C5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0" name="contour_17448"/>
          <p:cNvSpPr/>
          <p:nvPr/>
        </p:nvSpPr>
        <p:spPr>
          <a:xfrm>
            <a:off x="2224940" y="2215549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891"/>
                </a:lnTo>
                <a:lnTo>
                  <a:pt x="7606" y="1782"/>
                </a:lnTo>
                <a:lnTo>
                  <a:pt x="11074" y="2678"/>
                </a:lnTo>
                <a:lnTo>
                  <a:pt x="14558" y="3580"/>
                </a:lnTo>
                <a:lnTo>
                  <a:pt x="18064" y="4487"/>
                </a:lnTo>
                <a:lnTo>
                  <a:pt x="21600" y="5400"/>
                </a:lnTo>
                <a:lnTo>
                  <a:pt x="20566" y="8608"/>
                </a:lnTo>
                <a:lnTo>
                  <a:pt x="19526" y="11826"/>
                </a:lnTo>
                <a:lnTo>
                  <a:pt x="18487" y="15055"/>
                </a:lnTo>
                <a:lnTo>
                  <a:pt x="17437" y="18311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1112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1" name="contour_17449"/>
          <p:cNvSpPr/>
          <p:nvPr/>
        </p:nvSpPr>
        <p:spPr>
          <a:xfrm>
            <a:off x="5257729" y="2186397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856" y="0"/>
                </a:lnTo>
                <a:lnTo>
                  <a:pt x="5728" y="0"/>
                </a:lnTo>
                <a:lnTo>
                  <a:pt x="8640" y="0"/>
                </a:lnTo>
                <a:lnTo>
                  <a:pt x="10515" y="2016"/>
                </a:lnTo>
                <a:lnTo>
                  <a:pt x="12226" y="4036"/>
                </a:lnTo>
                <a:lnTo>
                  <a:pt x="13785" y="6066"/>
                </a:lnTo>
                <a:lnTo>
                  <a:pt x="15206" y="8125"/>
                </a:lnTo>
                <a:lnTo>
                  <a:pt x="16507" y="10217"/>
                </a:lnTo>
                <a:lnTo>
                  <a:pt x="17695" y="12355"/>
                </a:lnTo>
                <a:lnTo>
                  <a:pt x="18783" y="14555"/>
                </a:lnTo>
                <a:lnTo>
                  <a:pt x="19790" y="16819"/>
                </a:lnTo>
                <a:lnTo>
                  <a:pt x="20723" y="19166"/>
                </a:lnTo>
                <a:lnTo>
                  <a:pt x="21600" y="21600"/>
                </a:lnTo>
                <a:lnTo>
                  <a:pt x="16606" y="21186"/>
                </a:lnTo>
                <a:lnTo>
                  <a:pt x="13094" y="20833"/>
                </a:lnTo>
                <a:lnTo>
                  <a:pt x="10593" y="20437"/>
                </a:lnTo>
                <a:lnTo>
                  <a:pt x="8614" y="19901"/>
                </a:lnTo>
                <a:lnTo>
                  <a:pt x="6683" y="19120"/>
                </a:lnTo>
                <a:lnTo>
                  <a:pt x="4320" y="18000"/>
                </a:lnTo>
                <a:lnTo>
                  <a:pt x="3318" y="15797"/>
                </a:lnTo>
                <a:lnTo>
                  <a:pt x="2493" y="13594"/>
                </a:lnTo>
                <a:lnTo>
                  <a:pt x="1819" y="11387"/>
                </a:lnTo>
                <a:lnTo>
                  <a:pt x="1274" y="9166"/>
                </a:lnTo>
                <a:lnTo>
                  <a:pt x="842" y="6923"/>
                </a:lnTo>
                <a:lnTo>
                  <a:pt x="501" y="4651"/>
                </a:lnTo>
                <a:lnTo>
                  <a:pt x="229" y="2347"/>
                </a:lnTo>
                <a:lnTo>
                  <a:pt x="0" y="0"/>
                </a:lnTo>
                <a:close/>
              </a:path>
            </a:pathLst>
          </a:custGeom>
          <a:solidFill>
            <a:srgbClr val="535A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2" name="contour_17450"/>
          <p:cNvSpPr/>
          <p:nvPr/>
        </p:nvSpPr>
        <p:spPr>
          <a:xfrm>
            <a:off x="1132725" y="220097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466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3" name="contour_17451"/>
          <p:cNvSpPr/>
          <p:nvPr/>
        </p:nvSpPr>
        <p:spPr>
          <a:xfrm>
            <a:off x="4208258" y="2208261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1011" y="1372"/>
                </a:lnTo>
                <a:lnTo>
                  <a:pt x="20449" y="2684"/>
                </a:lnTo>
                <a:lnTo>
                  <a:pt x="19749" y="4320"/>
                </a:lnTo>
                <a:lnTo>
                  <a:pt x="18752" y="6647"/>
                </a:lnTo>
                <a:lnTo>
                  <a:pt x="17292" y="10055"/>
                </a:lnTo>
                <a:lnTo>
                  <a:pt x="15209" y="14909"/>
                </a:lnTo>
                <a:lnTo>
                  <a:pt x="12343" y="21600"/>
                </a:lnTo>
                <a:lnTo>
                  <a:pt x="11578" y="18927"/>
                </a:lnTo>
                <a:lnTo>
                  <a:pt x="10812" y="16238"/>
                </a:lnTo>
                <a:lnTo>
                  <a:pt x="10038" y="13538"/>
                </a:lnTo>
                <a:lnTo>
                  <a:pt x="9257" y="10800"/>
                </a:lnTo>
                <a:lnTo>
                  <a:pt x="7205" y="8219"/>
                </a:lnTo>
                <a:lnTo>
                  <a:pt x="5702" y="6350"/>
                </a:lnTo>
                <a:lnTo>
                  <a:pt x="4484" y="4892"/>
                </a:lnTo>
                <a:lnTo>
                  <a:pt x="3302" y="3548"/>
                </a:lnTo>
                <a:lnTo>
                  <a:pt x="1892" y="2020"/>
                </a:lnTo>
                <a:lnTo>
                  <a:pt x="0" y="0"/>
                </a:lnTo>
                <a:close/>
              </a:path>
            </a:pathLst>
          </a:custGeom>
          <a:solidFill>
            <a:srgbClr val="4649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4" name="contour_17452"/>
          <p:cNvSpPr/>
          <p:nvPr/>
        </p:nvSpPr>
        <p:spPr>
          <a:xfrm>
            <a:off x="8070893" y="220097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015"/>
                </a:lnTo>
                <a:lnTo>
                  <a:pt x="14524" y="1804"/>
                </a:lnTo>
                <a:lnTo>
                  <a:pt x="16494" y="2624"/>
                </a:lnTo>
                <a:lnTo>
                  <a:pt x="18645" y="3737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2108" y="7403"/>
                </a:lnTo>
                <a:lnTo>
                  <a:pt x="3711" y="5152"/>
                </a:lnTo>
                <a:lnTo>
                  <a:pt x="5620" y="3019"/>
                </a:lnTo>
                <a:lnTo>
                  <a:pt x="8640" y="0"/>
                </a:lnTo>
                <a:close/>
              </a:path>
            </a:pathLst>
          </a:custGeom>
          <a:solidFill>
            <a:srgbClr val="E4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5" name="contour_17453"/>
          <p:cNvSpPr/>
          <p:nvPr/>
        </p:nvSpPr>
        <p:spPr>
          <a:xfrm>
            <a:off x="7479502" y="2186397"/>
            <a:ext cx="302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80" y="0"/>
                </a:moveTo>
                <a:lnTo>
                  <a:pt x="12655" y="2445"/>
                </a:lnTo>
                <a:lnTo>
                  <a:pt x="14129" y="4890"/>
                </a:lnTo>
                <a:lnTo>
                  <a:pt x="15609" y="7344"/>
                </a:lnTo>
                <a:lnTo>
                  <a:pt x="17093" y="9806"/>
                </a:lnTo>
                <a:lnTo>
                  <a:pt x="18589" y="12282"/>
                </a:lnTo>
                <a:lnTo>
                  <a:pt x="20089" y="14770"/>
                </a:lnTo>
                <a:lnTo>
                  <a:pt x="21600" y="17280"/>
                </a:lnTo>
                <a:lnTo>
                  <a:pt x="18162" y="17993"/>
                </a:lnTo>
                <a:lnTo>
                  <a:pt x="14718" y="18706"/>
                </a:lnTo>
                <a:lnTo>
                  <a:pt x="11258" y="19423"/>
                </a:lnTo>
                <a:lnTo>
                  <a:pt x="7784" y="20144"/>
                </a:lnTo>
                <a:lnTo>
                  <a:pt x="4288" y="20870"/>
                </a:lnTo>
                <a:lnTo>
                  <a:pt x="761" y="21600"/>
                </a:lnTo>
                <a:lnTo>
                  <a:pt x="339" y="16070"/>
                </a:lnTo>
                <a:lnTo>
                  <a:pt x="83" y="12243"/>
                </a:lnTo>
                <a:lnTo>
                  <a:pt x="0" y="9634"/>
                </a:lnTo>
                <a:lnTo>
                  <a:pt x="83" y="7763"/>
                </a:lnTo>
                <a:lnTo>
                  <a:pt x="339" y="6152"/>
                </a:lnTo>
                <a:lnTo>
                  <a:pt x="761" y="4320"/>
                </a:lnTo>
                <a:lnTo>
                  <a:pt x="3340" y="3249"/>
                </a:lnTo>
                <a:lnTo>
                  <a:pt x="5934" y="2177"/>
                </a:lnTo>
                <a:lnTo>
                  <a:pt x="8539" y="1093"/>
                </a:lnTo>
                <a:lnTo>
                  <a:pt x="11180" y="0"/>
                </a:lnTo>
                <a:close/>
              </a:path>
            </a:pathLst>
          </a:custGeom>
          <a:solidFill>
            <a:srgbClr val="D4D6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6" name="contour_17454"/>
          <p:cNvSpPr/>
          <p:nvPr/>
        </p:nvSpPr>
        <p:spPr>
          <a:xfrm>
            <a:off x="5534672" y="217910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553" y="2838"/>
                </a:lnTo>
                <a:lnTo>
                  <a:pt x="17719" y="5080"/>
                </a:lnTo>
                <a:lnTo>
                  <a:pt x="18900" y="8640"/>
                </a:lnTo>
                <a:lnTo>
                  <a:pt x="19714" y="11051"/>
                </a:lnTo>
                <a:lnTo>
                  <a:pt x="20534" y="13500"/>
                </a:lnTo>
                <a:lnTo>
                  <a:pt x="21067" y="15375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A35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7" name="contour_17455"/>
          <p:cNvSpPr/>
          <p:nvPr/>
        </p:nvSpPr>
        <p:spPr>
          <a:xfrm>
            <a:off x="5578400" y="2193685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713"/>
                </a:lnTo>
                <a:lnTo>
                  <a:pt x="8568" y="1429"/>
                </a:lnTo>
                <a:lnTo>
                  <a:pt x="12874" y="2146"/>
                </a:lnTo>
                <a:lnTo>
                  <a:pt x="17215" y="2869"/>
                </a:lnTo>
                <a:lnTo>
                  <a:pt x="21600" y="3600"/>
                </a:lnTo>
                <a:lnTo>
                  <a:pt x="20707" y="5828"/>
                </a:lnTo>
                <a:lnTo>
                  <a:pt x="19814" y="8057"/>
                </a:lnTo>
                <a:lnTo>
                  <a:pt x="18922" y="10292"/>
                </a:lnTo>
                <a:lnTo>
                  <a:pt x="18029" y="12532"/>
                </a:lnTo>
                <a:lnTo>
                  <a:pt x="17129" y="14782"/>
                </a:lnTo>
                <a:lnTo>
                  <a:pt x="16222" y="17042"/>
                </a:lnTo>
                <a:lnTo>
                  <a:pt x="15314" y="19314"/>
                </a:lnTo>
                <a:lnTo>
                  <a:pt x="14400" y="21600"/>
                </a:lnTo>
                <a:lnTo>
                  <a:pt x="10116" y="17572"/>
                </a:lnTo>
                <a:lnTo>
                  <a:pt x="6775" y="14364"/>
                </a:lnTo>
                <a:lnTo>
                  <a:pt x="4270" y="11801"/>
                </a:lnTo>
                <a:lnTo>
                  <a:pt x="2470" y="9702"/>
                </a:lnTo>
                <a:lnTo>
                  <a:pt x="1267" y="7895"/>
                </a:lnTo>
                <a:lnTo>
                  <a:pt x="533" y="6199"/>
                </a:lnTo>
                <a:lnTo>
                  <a:pt x="158" y="4439"/>
                </a:lnTo>
                <a:lnTo>
                  <a:pt x="22" y="2430"/>
                </a:lnTo>
                <a:lnTo>
                  <a:pt x="0" y="0"/>
                </a:lnTo>
                <a:close/>
              </a:path>
            </a:pathLst>
          </a:custGeom>
          <a:solidFill>
            <a:srgbClr val="D3DD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8" name="contour_17456"/>
          <p:cNvSpPr/>
          <p:nvPr/>
        </p:nvSpPr>
        <p:spPr>
          <a:xfrm>
            <a:off x="4309634" y="2187083"/>
            <a:ext cx="29808" cy="29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9" y="1839"/>
                </a:moveTo>
                <a:lnTo>
                  <a:pt x="18125" y="2582"/>
                </a:lnTo>
                <a:lnTo>
                  <a:pt x="21600" y="4843"/>
                </a:lnTo>
                <a:lnTo>
                  <a:pt x="20766" y="8814"/>
                </a:lnTo>
                <a:lnTo>
                  <a:pt x="20074" y="11642"/>
                </a:lnTo>
                <a:lnTo>
                  <a:pt x="19271" y="14079"/>
                </a:lnTo>
                <a:lnTo>
                  <a:pt x="18104" y="16896"/>
                </a:lnTo>
                <a:lnTo>
                  <a:pt x="16319" y="20878"/>
                </a:lnTo>
                <a:lnTo>
                  <a:pt x="12231" y="21359"/>
                </a:lnTo>
                <a:lnTo>
                  <a:pt x="9364" y="21600"/>
                </a:lnTo>
                <a:lnTo>
                  <a:pt x="6955" y="21600"/>
                </a:lnTo>
                <a:lnTo>
                  <a:pt x="4246" y="21359"/>
                </a:lnTo>
                <a:lnTo>
                  <a:pt x="475" y="20878"/>
                </a:lnTo>
                <a:lnTo>
                  <a:pt x="158" y="17062"/>
                </a:lnTo>
                <a:lnTo>
                  <a:pt x="0" y="14320"/>
                </a:lnTo>
                <a:lnTo>
                  <a:pt x="0" y="11882"/>
                </a:lnTo>
                <a:lnTo>
                  <a:pt x="158" y="8980"/>
                </a:lnTo>
                <a:lnTo>
                  <a:pt x="475" y="4843"/>
                </a:lnTo>
                <a:lnTo>
                  <a:pt x="3866" y="2138"/>
                </a:lnTo>
                <a:lnTo>
                  <a:pt x="6765" y="540"/>
                </a:lnTo>
                <a:lnTo>
                  <a:pt x="9628" y="0"/>
                </a:lnTo>
                <a:lnTo>
                  <a:pt x="12881" y="449"/>
                </a:lnTo>
                <a:lnTo>
                  <a:pt x="16979" y="1839"/>
                </a:lnTo>
                <a:close/>
              </a:path>
            </a:pathLst>
          </a:custGeom>
          <a:solidFill>
            <a:srgbClr val="CFBC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59" name="contour_17457"/>
          <p:cNvSpPr/>
          <p:nvPr/>
        </p:nvSpPr>
        <p:spPr>
          <a:xfrm>
            <a:off x="4033346" y="2164533"/>
            <a:ext cx="36440" cy="298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6131" y="2386"/>
                </a:lnTo>
                <a:lnTo>
                  <a:pt x="18092" y="4277"/>
                </a:lnTo>
                <a:lnTo>
                  <a:pt x="19643" y="6668"/>
                </a:lnTo>
                <a:lnTo>
                  <a:pt x="21600" y="10534"/>
                </a:lnTo>
                <a:lnTo>
                  <a:pt x="21228" y="14031"/>
                </a:lnTo>
                <a:lnTo>
                  <a:pt x="20654" y="16296"/>
                </a:lnTo>
                <a:lnTo>
                  <a:pt x="19475" y="18313"/>
                </a:lnTo>
                <a:lnTo>
                  <a:pt x="17280" y="21068"/>
                </a:lnTo>
                <a:lnTo>
                  <a:pt x="14355" y="21426"/>
                </a:lnTo>
                <a:lnTo>
                  <a:pt x="11500" y="21589"/>
                </a:lnTo>
                <a:lnTo>
                  <a:pt x="8675" y="21600"/>
                </a:lnTo>
                <a:lnTo>
                  <a:pt x="5841" y="21489"/>
                </a:lnTo>
                <a:lnTo>
                  <a:pt x="2964" y="21300"/>
                </a:lnTo>
                <a:lnTo>
                  <a:pt x="0" y="21068"/>
                </a:lnTo>
                <a:lnTo>
                  <a:pt x="0" y="17587"/>
                </a:lnTo>
                <a:lnTo>
                  <a:pt x="0" y="14084"/>
                </a:lnTo>
                <a:lnTo>
                  <a:pt x="0" y="10534"/>
                </a:lnTo>
                <a:lnTo>
                  <a:pt x="2536" y="7743"/>
                </a:lnTo>
                <a:lnTo>
                  <a:pt x="4441" y="5757"/>
                </a:lnTo>
                <a:lnTo>
                  <a:pt x="6074" y="4277"/>
                </a:lnTo>
                <a:lnTo>
                  <a:pt x="7802" y="3023"/>
                </a:lnTo>
                <a:lnTo>
                  <a:pt x="9975" y="1696"/>
                </a:lnTo>
                <a:lnTo>
                  <a:pt x="12960" y="0"/>
                </a:lnTo>
                <a:close/>
              </a:path>
            </a:pathLst>
          </a:custGeom>
          <a:solidFill>
            <a:srgbClr val="4D42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0" name="contour_17458"/>
          <p:cNvSpPr/>
          <p:nvPr/>
        </p:nvSpPr>
        <p:spPr>
          <a:xfrm>
            <a:off x="884569" y="2171821"/>
            <a:ext cx="295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" y="0"/>
                </a:moveTo>
                <a:lnTo>
                  <a:pt x="1621" y="457"/>
                </a:lnTo>
                <a:lnTo>
                  <a:pt x="2917" y="896"/>
                </a:lnTo>
                <a:lnTo>
                  <a:pt x="4533" y="1440"/>
                </a:lnTo>
                <a:lnTo>
                  <a:pt x="6832" y="2218"/>
                </a:lnTo>
                <a:lnTo>
                  <a:pt x="10197" y="3352"/>
                </a:lnTo>
                <a:lnTo>
                  <a:pt x="14992" y="4972"/>
                </a:lnTo>
                <a:lnTo>
                  <a:pt x="21600" y="7200"/>
                </a:lnTo>
                <a:lnTo>
                  <a:pt x="20091" y="9238"/>
                </a:lnTo>
                <a:lnTo>
                  <a:pt x="18581" y="11275"/>
                </a:lnTo>
                <a:lnTo>
                  <a:pt x="17067" y="13320"/>
                </a:lnTo>
                <a:lnTo>
                  <a:pt x="15547" y="15372"/>
                </a:lnTo>
                <a:lnTo>
                  <a:pt x="14016" y="17435"/>
                </a:lnTo>
                <a:lnTo>
                  <a:pt x="12480" y="19508"/>
                </a:lnTo>
                <a:lnTo>
                  <a:pt x="10933" y="21600"/>
                </a:lnTo>
                <a:lnTo>
                  <a:pt x="8283" y="19188"/>
                </a:lnTo>
                <a:lnTo>
                  <a:pt x="6000" y="16934"/>
                </a:lnTo>
                <a:lnTo>
                  <a:pt x="4091" y="14767"/>
                </a:lnTo>
                <a:lnTo>
                  <a:pt x="2544" y="12629"/>
                </a:lnTo>
                <a:lnTo>
                  <a:pt x="1360" y="10447"/>
                </a:lnTo>
                <a:lnTo>
                  <a:pt x="544" y="8161"/>
                </a:lnTo>
                <a:lnTo>
                  <a:pt x="91" y="5702"/>
                </a:lnTo>
                <a:lnTo>
                  <a:pt x="0" y="3002"/>
                </a:lnTo>
                <a:lnTo>
                  <a:pt x="267" y="0"/>
                </a:lnTo>
                <a:close/>
              </a:path>
            </a:pathLst>
          </a:custGeom>
          <a:solidFill>
            <a:srgbClr val="474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1" name="contour_17459"/>
          <p:cNvSpPr/>
          <p:nvPr/>
        </p:nvSpPr>
        <p:spPr>
          <a:xfrm>
            <a:off x="8608893" y="2177798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930"/>
                </a:moveTo>
                <a:lnTo>
                  <a:pt x="4620" y="310"/>
                </a:lnTo>
                <a:lnTo>
                  <a:pt x="7271" y="0"/>
                </a:lnTo>
                <a:lnTo>
                  <a:pt x="9627" y="0"/>
                </a:lnTo>
                <a:lnTo>
                  <a:pt x="12433" y="310"/>
                </a:lnTo>
                <a:lnTo>
                  <a:pt x="16433" y="930"/>
                </a:lnTo>
                <a:lnTo>
                  <a:pt x="17843" y="4268"/>
                </a:lnTo>
                <a:lnTo>
                  <a:pt x="18959" y="7632"/>
                </a:lnTo>
                <a:lnTo>
                  <a:pt x="19843" y="11038"/>
                </a:lnTo>
                <a:lnTo>
                  <a:pt x="20541" y="14495"/>
                </a:lnTo>
                <a:lnTo>
                  <a:pt x="21109" y="18009"/>
                </a:lnTo>
                <a:lnTo>
                  <a:pt x="21600" y="21600"/>
                </a:lnTo>
                <a:lnTo>
                  <a:pt x="18009" y="21109"/>
                </a:lnTo>
                <a:lnTo>
                  <a:pt x="14495" y="20541"/>
                </a:lnTo>
                <a:lnTo>
                  <a:pt x="11038" y="19843"/>
                </a:lnTo>
                <a:lnTo>
                  <a:pt x="7632" y="18959"/>
                </a:lnTo>
                <a:lnTo>
                  <a:pt x="4268" y="17843"/>
                </a:lnTo>
                <a:lnTo>
                  <a:pt x="930" y="16433"/>
                </a:lnTo>
                <a:lnTo>
                  <a:pt x="310" y="12433"/>
                </a:lnTo>
                <a:lnTo>
                  <a:pt x="0" y="9627"/>
                </a:lnTo>
                <a:lnTo>
                  <a:pt x="0" y="7271"/>
                </a:lnTo>
                <a:lnTo>
                  <a:pt x="310" y="4620"/>
                </a:lnTo>
                <a:lnTo>
                  <a:pt x="930" y="930"/>
                </a:lnTo>
                <a:close/>
              </a:path>
            </a:pathLst>
          </a:custGeom>
          <a:solidFill>
            <a:srgbClr val="C1D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2" name="contour_17460"/>
          <p:cNvSpPr/>
          <p:nvPr/>
        </p:nvSpPr>
        <p:spPr>
          <a:xfrm>
            <a:off x="4141682" y="2164533"/>
            <a:ext cx="3742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68" y="0"/>
                </a:moveTo>
                <a:lnTo>
                  <a:pt x="1746" y="302"/>
                </a:lnTo>
                <a:lnTo>
                  <a:pt x="2848" y="583"/>
                </a:lnTo>
                <a:lnTo>
                  <a:pt x="4118" y="913"/>
                </a:lnTo>
                <a:lnTo>
                  <a:pt x="5801" y="1345"/>
                </a:lnTo>
                <a:lnTo>
                  <a:pt x="8144" y="1944"/>
                </a:lnTo>
                <a:lnTo>
                  <a:pt x="11391" y="2781"/>
                </a:lnTo>
                <a:lnTo>
                  <a:pt x="15795" y="3910"/>
                </a:lnTo>
                <a:lnTo>
                  <a:pt x="21600" y="5400"/>
                </a:lnTo>
                <a:lnTo>
                  <a:pt x="20136" y="8991"/>
                </a:lnTo>
                <a:lnTo>
                  <a:pt x="19013" y="11621"/>
                </a:lnTo>
                <a:lnTo>
                  <a:pt x="17987" y="13748"/>
                </a:lnTo>
                <a:lnTo>
                  <a:pt x="16830" y="15822"/>
                </a:lnTo>
                <a:lnTo>
                  <a:pt x="15307" y="18290"/>
                </a:lnTo>
                <a:lnTo>
                  <a:pt x="13187" y="21600"/>
                </a:lnTo>
                <a:lnTo>
                  <a:pt x="9805" y="21233"/>
                </a:lnTo>
                <a:lnTo>
                  <a:pt x="7458" y="20768"/>
                </a:lnTo>
                <a:lnTo>
                  <a:pt x="5540" y="19948"/>
                </a:lnTo>
                <a:lnTo>
                  <a:pt x="3445" y="18511"/>
                </a:lnTo>
                <a:lnTo>
                  <a:pt x="568" y="16200"/>
                </a:lnTo>
                <a:lnTo>
                  <a:pt x="189" y="12020"/>
                </a:lnTo>
                <a:lnTo>
                  <a:pt x="0" y="9088"/>
                </a:lnTo>
                <a:lnTo>
                  <a:pt x="0" y="6626"/>
                </a:lnTo>
                <a:lnTo>
                  <a:pt x="189" y="3856"/>
                </a:lnTo>
                <a:lnTo>
                  <a:pt x="568" y="0"/>
                </a:lnTo>
                <a:close/>
              </a:path>
            </a:pathLst>
          </a:custGeom>
          <a:solidFill>
            <a:srgbClr val="DCBD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3" name="contour_17461"/>
          <p:cNvSpPr/>
          <p:nvPr/>
        </p:nvSpPr>
        <p:spPr>
          <a:xfrm>
            <a:off x="1730341" y="215724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9" y="2138"/>
                </a:lnTo>
                <a:lnTo>
                  <a:pt x="8078" y="4290"/>
                </a:lnTo>
                <a:lnTo>
                  <a:pt x="9434" y="6450"/>
                </a:lnTo>
                <a:lnTo>
                  <a:pt x="10800" y="8640"/>
                </a:lnTo>
                <a:lnTo>
                  <a:pt x="14369" y="8640"/>
                </a:lnTo>
                <a:lnTo>
                  <a:pt x="17960" y="8640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8112" y="18433"/>
                </a:lnTo>
                <a:lnTo>
                  <a:pt x="14602" y="19315"/>
                </a:lnTo>
                <a:lnTo>
                  <a:pt x="11048" y="19997"/>
                </a:lnTo>
                <a:lnTo>
                  <a:pt x="7436" y="20559"/>
                </a:lnTo>
                <a:lnTo>
                  <a:pt x="3758" y="21069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2B27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4" name="contour_17462"/>
          <p:cNvSpPr/>
          <p:nvPr/>
        </p:nvSpPr>
        <p:spPr>
          <a:xfrm>
            <a:off x="2371684" y="2157245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302" y="868"/>
                </a:lnTo>
                <a:lnTo>
                  <a:pt x="7585" y="1581"/>
                </a:lnTo>
                <a:lnTo>
                  <a:pt x="10044" y="2225"/>
                </a:lnTo>
                <a:lnTo>
                  <a:pt x="11880" y="2890"/>
                </a:lnTo>
                <a:lnTo>
                  <a:pt x="13291" y="3659"/>
                </a:lnTo>
                <a:lnTo>
                  <a:pt x="14476" y="4627"/>
                </a:lnTo>
                <a:lnTo>
                  <a:pt x="15631" y="5875"/>
                </a:lnTo>
                <a:lnTo>
                  <a:pt x="16960" y="7491"/>
                </a:lnTo>
                <a:lnTo>
                  <a:pt x="18122" y="9655"/>
                </a:lnTo>
                <a:lnTo>
                  <a:pt x="18994" y="11396"/>
                </a:lnTo>
                <a:lnTo>
                  <a:pt x="20009" y="13634"/>
                </a:lnTo>
                <a:lnTo>
                  <a:pt x="21600" y="17280"/>
                </a:lnTo>
                <a:lnTo>
                  <a:pt x="20819" y="17747"/>
                </a:lnTo>
                <a:lnTo>
                  <a:pt x="19807" y="18356"/>
                </a:lnTo>
                <a:lnTo>
                  <a:pt x="17896" y="19505"/>
                </a:lnTo>
                <a:lnTo>
                  <a:pt x="14400" y="21600"/>
                </a:lnTo>
                <a:lnTo>
                  <a:pt x="14400" y="18744"/>
                </a:lnTo>
                <a:lnTo>
                  <a:pt x="14400" y="15872"/>
                </a:lnTo>
                <a:lnTo>
                  <a:pt x="14400" y="12960"/>
                </a:lnTo>
                <a:lnTo>
                  <a:pt x="12517" y="11435"/>
                </a:lnTo>
                <a:lnTo>
                  <a:pt x="11138" y="10450"/>
                </a:lnTo>
                <a:lnTo>
                  <a:pt x="9590" y="9573"/>
                </a:lnTo>
                <a:lnTo>
                  <a:pt x="7200" y="8372"/>
                </a:lnTo>
                <a:lnTo>
                  <a:pt x="4810" y="7158"/>
                </a:lnTo>
                <a:lnTo>
                  <a:pt x="3262" y="6333"/>
                </a:lnTo>
                <a:lnTo>
                  <a:pt x="1883" y="5512"/>
                </a:lnTo>
                <a:lnTo>
                  <a:pt x="0" y="4320"/>
                </a:lnTo>
                <a:lnTo>
                  <a:pt x="0" y="2177"/>
                </a:lnTo>
                <a:lnTo>
                  <a:pt x="0" y="0"/>
                </a:lnTo>
                <a:close/>
              </a:path>
            </a:pathLst>
          </a:custGeom>
          <a:solidFill>
            <a:srgbClr val="6466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5" name="contour_17463"/>
          <p:cNvSpPr/>
          <p:nvPr/>
        </p:nvSpPr>
        <p:spPr>
          <a:xfrm>
            <a:off x="637142" y="2158164"/>
            <a:ext cx="51016" cy="355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271" y="1383"/>
                </a:moveTo>
                <a:lnTo>
                  <a:pt x="16342" y="2061"/>
                </a:lnTo>
                <a:lnTo>
                  <a:pt x="18443" y="2752"/>
                </a:lnTo>
                <a:lnTo>
                  <a:pt x="20008" y="3306"/>
                </a:lnTo>
                <a:lnTo>
                  <a:pt x="21600" y="3873"/>
                </a:lnTo>
                <a:lnTo>
                  <a:pt x="20949" y="4077"/>
                </a:lnTo>
                <a:lnTo>
                  <a:pt x="19798" y="4436"/>
                </a:lnTo>
                <a:lnTo>
                  <a:pt x="17166" y="5256"/>
                </a:lnTo>
                <a:lnTo>
                  <a:pt x="14796" y="6798"/>
                </a:lnTo>
                <a:lnTo>
                  <a:pt x="13250" y="8088"/>
                </a:lnTo>
                <a:lnTo>
                  <a:pt x="12195" y="9603"/>
                </a:lnTo>
                <a:lnTo>
                  <a:pt x="11297" y="11824"/>
                </a:lnTo>
                <a:lnTo>
                  <a:pt x="10223" y="15227"/>
                </a:lnTo>
                <a:lnTo>
                  <a:pt x="9902" y="17332"/>
                </a:lnTo>
                <a:lnTo>
                  <a:pt x="9581" y="19451"/>
                </a:lnTo>
                <a:lnTo>
                  <a:pt x="9257" y="21600"/>
                </a:lnTo>
                <a:lnTo>
                  <a:pt x="9448" y="19495"/>
                </a:lnTo>
                <a:lnTo>
                  <a:pt x="9640" y="17377"/>
                </a:lnTo>
                <a:lnTo>
                  <a:pt x="9834" y="15227"/>
                </a:lnTo>
                <a:lnTo>
                  <a:pt x="9646" y="12941"/>
                </a:lnTo>
                <a:lnTo>
                  <a:pt x="9452" y="10636"/>
                </a:lnTo>
                <a:lnTo>
                  <a:pt x="9257" y="8305"/>
                </a:lnTo>
                <a:lnTo>
                  <a:pt x="6961" y="6807"/>
                </a:lnTo>
                <a:lnTo>
                  <a:pt x="5332" y="5828"/>
                </a:lnTo>
                <a:lnTo>
                  <a:pt x="3925" y="5154"/>
                </a:lnTo>
                <a:lnTo>
                  <a:pt x="2296" y="4573"/>
                </a:lnTo>
                <a:lnTo>
                  <a:pt x="0" y="3873"/>
                </a:lnTo>
                <a:lnTo>
                  <a:pt x="2138" y="2118"/>
                </a:lnTo>
                <a:lnTo>
                  <a:pt x="4089" y="931"/>
                </a:lnTo>
                <a:lnTo>
                  <a:pt x="5946" y="239"/>
                </a:lnTo>
                <a:lnTo>
                  <a:pt x="7801" y="0"/>
                </a:lnTo>
                <a:lnTo>
                  <a:pt x="9745" y="146"/>
                </a:lnTo>
                <a:lnTo>
                  <a:pt x="11871" y="625"/>
                </a:lnTo>
                <a:lnTo>
                  <a:pt x="14271" y="1383"/>
                </a:lnTo>
                <a:close/>
              </a:path>
            </a:pathLst>
          </a:custGeom>
          <a:solidFill>
            <a:srgbClr val="6A70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6" name="contour_17464"/>
          <p:cNvSpPr/>
          <p:nvPr/>
        </p:nvSpPr>
        <p:spPr>
          <a:xfrm>
            <a:off x="7218198" y="2141248"/>
            <a:ext cx="43728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0"/>
                </a:moveTo>
                <a:lnTo>
                  <a:pt x="13162" y="264"/>
                </a:lnTo>
                <a:lnTo>
                  <a:pt x="15271" y="527"/>
                </a:lnTo>
                <a:lnTo>
                  <a:pt x="17381" y="791"/>
                </a:lnTo>
                <a:lnTo>
                  <a:pt x="19490" y="1055"/>
                </a:lnTo>
                <a:lnTo>
                  <a:pt x="21600" y="1318"/>
                </a:lnTo>
                <a:lnTo>
                  <a:pt x="21600" y="5334"/>
                </a:lnTo>
                <a:lnTo>
                  <a:pt x="21600" y="9363"/>
                </a:lnTo>
                <a:lnTo>
                  <a:pt x="21600" y="13406"/>
                </a:lnTo>
                <a:lnTo>
                  <a:pt x="21600" y="17483"/>
                </a:lnTo>
                <a:lnTo>
                  <a:pt x="21600" y="21600"/>
                </a:lnTo>
                <a:lnTo>
                  <a:pt x="20516" y="21255"/>
                </a:lnTo>
                <a:lnTo>
                  <a:pt x="19516" y="20944"/>
                </a:lnTo>
                <a:lnTo>
                  <a:pt x="18425" y="20606"/>
                </a:lnTo>
                <a:lnTo>
                  <a:pt x="17064" y="20180"/>
                </a:lnTo>
                <a:lnTo>
                  <a:pt x="15257" y="19612"/>
                </a:lnTo>
                <a:lnTo>
                  <a:pt x="12827" y="18848"/>
                </a:lnTo>
                <a:lnTo>
                  <a:pt x="9590" y="17841"/>
                </a:lnTo>
                <a:lnTo>
                  <a:pt x="5375" y="16516"/>
                </a:lnTo>
                <a:lnTo>
                  <a:pt x="0" y="14839"/>
                </a:lnTo>
                <a:lnTo>
                  <a:pt x="3053" y="9134"/>
                </a:lnTo>
                <a:lnTo>
                  <a:pt x="5209" y="5273"/>
                </a:lnTo>
                <a:lnTo>
                  <a:pt x="6782" y="2839"/>
                </a:lnTo>
                <a:lnTo>
                  <a:pt x="8075" y="1426"/>
                </a:lnTo>
                <a:lnTo>
                  <a:pt x="9396" y="615"/>
                </a:lnTo>
                <a:lnTo>
                  <a:pt x="11052" y="0"/>
                </a:lnTo>
                <a:close/>
              </a:path>
            </a:pathLst>
          </a:custGeom>
          <a:solidFill>
            <a:srgbClr val="F2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7" name="contour_17465"/>
          <p:cNvSpPr/>
          <p:nvPr/>
        </p:nvSpPr>
        <p:spPr>
          <a:xfrm>
            <a:off x="5469080" y="214267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1503"/>
                </a:lnTo>
                <a:lnTo>
                  <a:pt x="11621" y="2657"/>
                </a:lnTo>
                <a:lnTo>
                  <a:pt x="13754" y="3711"/>
                </a:lnTo>
                <a:lnTo>
                  <a:pt x="15822" y="4899"/>
                </a:lnTo>
                <a:lnTo>
                  <a:pt x="18290" y="6463"/>
                </a:lnTo>
                <a:lnTo>
                  <a:pt x="21600" y="8640"/>
                </a:lnTo>
                <a:lnTo>
                  <a:pt x="20747" y="12113"/>
                </a:lnTo>
                <a:lnTo>
                  <a:pt x="20039" y="14524"/>
                </a:lnTo>
                <a:lnTo>
                  <a:pt x="19219" y="16494"/>
                </a:lnTo>
                <a:lnTo>
                  <a:pt x="18025" y="18645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6464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8" name="contour_17466"/>
          <p:cNvSpPr/>
          <p:nvPr/>
        </p:nvSpPr>
        <p:spPr>
          <a:xfrm>
            <a:off x="4259274" y="214995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DA8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69" name="contour_17467"/>
          <p:cNvSpPr/>
          <p:nvPr/>
        </p:nvSpPr>
        <p:spPr>
          <a:xfrm>
            <a:off x="7123454" y="2134667"/>
            <a:ext cx="36440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105"/>
                </a:lnTo>
                <a:lnTo>
                  <a:pt x="13751" y="211"/>
                </a:lnTo>
                <a:lnTo>
                  <a:pt x="16368" y="311"/>
                </a:lnTo>
                <a:lnTo>
                  <a:pt x="18982" y="416"/>
                </a:lnTo>
                <a:lnTo>
                  <a:pt x="21600" y="517"/>
                </a:lnTo>
                <a:lnTo>
                  <a:pt x="21600" y="4001"/>
                </a:lnTo>
                <a:lnTo>
                  <a:pt x="21600" y="7506"/>
                </a:lnTo>
                <a:lnTo>
                  <a:pt x="21600" y="11058"/>
                </a:lnTo>
                <a:lnTo>
                  <a:pt x="19336" y="13024"/>
                </a:lnTo>
                <a:lnTo>
                  <a:pt x="17682" y="14300"/>
                </a:lnTo>
                <a:lnTo>
                  <a:pt x="15828" y="15433"/>
                </a:lnTo>
                <a:lnTo>
                  <a:pt x="12960" y="16988"/>
                </a:lnTo>
                <a:lnTo>
                  <a:pt x="10549" y="18316"/>
                </a:lnTo>
                <a:lnTo>
                  <a:pt x="8100" y="19660"/>
                </a:lnTo>
                <a:lnTo>
                  <a:pt x="7158" y="20145"/>
                </a:lnTo>
                <a:lnTo>
                  <a:pt x="4320" y="21600"/>
                </a:lnTo>
                <a:lnTo>
                  <a:pt x="3119" y="17837"/>
                </a:lnTo>
                <a:lnTo>
                  <a:pt x="2294" y="15133"/>
                </a:lnTo>
                <a:lnTo>
                  <a:pt x="1637" y="12729"/>
                </a:lnTo>
                <a:lnTo>
                  <a:pt x="942" y="9867"/>
                </a:lnTo>
                <a:lnTo>
                  <a:pt x="0" y="5787"/>
                </a:lnTo>
                <a:lnTo>
                  <a:pt x="2562" y="2736"/>
                </a:lnTo>
                <a:lnTo>
                  <a:pt x="4303" y="1112"/>
                </a:lnTo>
                <a:lnTo>
                  <a:pt x="6026" y="385"/>
                </a:lnTo>
                <a:lnTo>
                  <a:pt x="8523" y="0"/>
                </a:lnTo>
                <a:close/>
              </a:path>
            </a:pathLst>
          </a:custGeom>
          <a:solidFill>
            <a:srgbClr val="E4E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0" name="contour_17468"/>
          <p:cNvSpPr/>
          <p:nvPr/>
        </p:nvSpPr>
        <p:spPr>
          <a:xfrm>
            <a:off x="4740281" y="213538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668" y="15746"/>
                </a:lnTo>
                <a:lnTo>
                  <a:pt x="6653" y="11059"/>
                </a:lnTo>
                <a:lnTo>
                  <a:pt x="9086" y="7409"/>
                </a:lnTo>
                <a:lnTo>
                  <a:pt x="11102" y="4666"/>
                </a:lnTo>
                <a:lnTo>
                  <a:pt x="12823" y="2700"/>
                </a:lnTo>
                <a:lnTo>
                  <a:pt x="14386" y="1382"/>
                </a:lnTo>
                <a:lnTo>
                  <a:pt x="15912" y="583"/>
                </a:lnTo>
                <a:lnTo>
                  <a:pt x="17539" y="173"/>
                </a:lnTo>
                <a:lnTo>
                  <a:pt x="19390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82AB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1" name="contour_17469"/>
          <p:cNvSpPr/>
          <p:nvPr/>
        </p:nvSpPr>
        <p:spPr>
          <a:xfrm>
            <a:off x="4346730" y="212080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404" y="20966"/>
                </a:lnTo>
                <a:lnTo>
                  <a:pt x="17208" y="20304"/>
                </a:lnTo>
                <a:lnTo>
                  <a:pt x="15016" y="19613"/>
                </a:lnTo>
                <a:lnTo>
                  <a:pt x="12823" y="18900"/>
                </a:lnTo>
                <a:lnTo>
                  <a:pt x="10375" y="18144"/>
                </a:lnTo>
                <a:lnTo>
                  <a:pt x="7888" y="17381"/>
                </a:lnTo>
                <a:lnTo>
                  <a:pt x="5767" y="15811"/>
                </a:lnTo>
                <a:lnTo>
                  <a:pt x="4295" y="14119"/>
                </a:lnTo>
                <a:lnTo>
                  <a:pt x="3096" y="11477"/>
                </a:lnTo>
                <a:lnTo>
                  <a:pt x="1793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ACD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2" name="contour_17470"/>
          <p:cNvSpPr/>
          <p:nvPr/>
        </p:nvSpPr>
        <p:spPr>
          <a:xfrm>
            <a:off x="10002211" y="2108161"/>
            <a:ext cx="51016" cy="27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0034"/>
                </a:moveTo>
                <a:lnTo>
                  <a:pt x="20900" y="13469"/>
                </a:lnTo>
                <a:lnTo>
                  <a:pt x="20347" y="15817"/>
                </a:lnTo>
                <a:lnTo>
                  <a:pt x="19647" y="18165"/>
                </a:lnTo>
                <a:lnTo>
                  <a:pt x="18514" y="21600"/>
                </a:lnTo>
                <a:lnTo>
                  <a:pt x="16475" y="21600"/>
                </a:lnTo>
                <a:lnTo>
                  <a:pt x="14423" y="21600"/>
                </a:lnTo>
                <a:lnTo>
                  <a:pt x="12343" y="21600"/>
                </a:lnTo>
                <a:lnTo>
                  <a:pt x="12343" y="17777"/>
                </a:lnTo>
                <a:lnTo>
                  <a:pt x="12343" y="13932"/>
                </a:lnTo>
                <a:lnTo>
                  <a:pt x="12343" y="10034"/>
                </a:lnTo>
                <a:lnTo>
                  <a:pt x="10316" y="8305"/>
                </a:lnTo>
                <a:lnTo>
                  <a:pt x="8714" y="7368"/>
                </a:lnTo>
                <a:lnTo>
                  <a:pt x="6171" y="6419"/>
                </a:lnTo>
                <a:lnTo>
                  <a:pt x="4450" y="5766"/>
                </a:lnTo>
                <a:lnTo>
                  <a:pt x="2700" y="5107"/>
                </a:lnTo>
                <a:lnTo>
                  <a:pt x="1358" y="4679"/>
                </a:lnTo>
                <a:lnTo>
                  <a:pt x="0" y="4251"/>
                </a:lnTo>
                <a:lnTo>
                  <a:pt x="2577" y="2117"/>
                </a:lnTo>
                <a:lnTo>
                  <a:pt x="4940" y="734"/>
                </a:lnTo>
                <a:lnTo>
                  <a:pt x="7131" y="46"/>
                </a:lnTo>
                <a:lnTo>
                  <a:pt x="9199" y="0"/>
                </a:lnTo>
                <a:lnTo>
                  <a:pt x="11189" y="538"/>
                </a:lnTo>
                <a:lnTo>
                  <a:pt x="13148" y="1608"/>
                </a:lnTo>
                <a:lnTo>
                  <a:pt x="15123" y="3146"/>
                </a:lnTo>
                <a:lnTo>
                  <a:pt x="17160" y="5101"/>
                </a:lnTo>
                <a:lnTo>
                  <a:pt x="19304" y="7414"/>
                </a:lnTo>
                <a:lnTo>
                  <a:pt x="21600" y="10034"/>
                </a:lnTo>
                <a:close/>
              </a:path>
            </a:pathLst>
          </a:custGeom>
          <a:solidFill>
            <a:srgbClr val="B3B7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3" name="contour_17471"/>
          <p:cNvSpPr/>
          <p:nvPr/>
        </p:nvSpPr>
        <p:spPr>
          <a:xfrm>
            <a:off x="1285773" y="210623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F4E6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4" name="contour_17472"/>
          <p:cNvSpPr/>
          <p:nvPr/>
        </p:nvSpPr>
        <p:spPr>
          <a:xfrm>
            <a:off x="7808526" y="211351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18031" y="12960"/>
                </a:lnTo>
                <a:lnTo>
                  <a:pt x="14440" y="12960"/>
                </a:lnTo>
                <a:lnTo>
                  <a:pt x="10800" y="12960"/>
                </a:lnTo>
                <a:lnTo>
                  <a:pt x="10800" y="15816"/>
                </a:lnTo>
                <a:lnTo>
                  <a:pt x="10800" y="18688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150" y="18891"/>
                </a:lnTo>
                <a:lnTo>
                  <a:pt x="2322" y="16187"/>
                </a:lnTo>
                <a:lnTo>
                  <a:pt x="3515" y="13491"/>
                </a:lnTo>
                <a:lnTo>
                  <a:pt x="4725" y="10800"/>
                </a:lnTo>
                <a:lnTo>
                  <a:pt x="5600" y="8791"/>
                </a:lnTo>
                <a:lnTo>
                  <a:pt x="6485" y="6774"/>
                </a:lnTo>
                <a:lnTo>
                  <a:pt x="7382" y="4726"/>
                </a:lnTo>
                <a:lnTo>
                  <a:pt x="9077" y="2380"/>
                </a:lnTo>
                <a:lnTo>
                  <a:pt x="10800" y="0"/>
                </a:lnTo>
                <a:close/>
              </a:path>
            </a:pathLst>
          </a:custGeom>
          <a:solidFill>
            <a:srgbClr val="AAA4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5" name="contour_17473"/>
          <p:cNvSpPr/>
          <p:nvPr/>
        </p:nvSpPr>
        <p:spPr>
          <a:xfrm>
            <a:off x="10206275" y="2084366"/>
            <a:ext cx="36440" cy="35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472" y="2480"/>
                </a:lnTo>
                <a:lnTo>
                  <a:pt x="12308" y="4960"/>
                </a:lnTo>
                <a:lnTo>
                  <a:pt x="14148" y="7448"/>
                </a:lnTo>
                <a:lnTo>
                  <a:pt x="15997" y="9946"/>
                </a:lnTo>
                <a:lnTo>
                  <a:pt x="17850" y="12456"/>
                </a:lnTo>
                <a:lnTo>
                  <a:pt x="19721" y="14980"/>
                </a:lnTo>
                <a:lnTo>
                  <a:pt x="21600" y="17525"/>
                </a:lnTo>
                <a:lnTo>
                  <a:pt x="16723" y="19528"/>
                </a:lnTo>
                <a:lnTo>
                  <a:pt x="13262" y="20816"/>
                </a:lnTo>
                <a:lnTo>
                  <a:pt x="10714" y="21482"/>
                </a:lnTo>
                <a:lnTo>
                  <a:pt x="8571" y="21600"/>
                </a:lnTo>
                <a:lnTo>
                  <a:pt x="6337" y="21258"/>
                </a:lnTo>
                <a:lnTo>
                  <a:pt x="3508" y="20540"/>
                </a:lnTo>
                <a:lnTo>
                  <a:pt x="1767" y="19046"/>
                </a:lnTo>
                <a:lnTo>
                  <a:pt x="0" y="17525"/>
                </a:lnTo>
                <a:lnTo>
                  <a:pt x="0" y="14629"/>
                </a:lnTo>
                <a:lnTo>
                  <a:pt x="0" y="11716"/>
                </a:lnTo>
                <a:lnTo>
                  <a:pt x="0" y="8763"/>
                </a:lnTo>
                <a:lnTo>
                  <a:pt x="2856" y="8763"/>
                </a:lnTo>
                <a:lnTo>
                  <a:pt x="5728" y="8763"/>
                </a:lnTo>
                <a:lnTo>
                  <a:pt x="8640" y="8763"/>
                </a:lnTo>
                <a:lnTo>
                  <a:pt x="8640" y="5867"/>
                </a:lnTo>
                <a:lnTo>
                  <a:pt x="8640" y="2953"/>
                </a:lnTo>
                <a:lnTo>
                  <a:pt x="8640" y="0"/>
                </a:lnTo>
                <a:close/>
              </a:path>
            </a:pathLst>
          </a:custGeom>
          <a:solidFill>
            <a:srgbClr val="C2C7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6" name="contour_17474"/>
          <p:cNvSpPr/>
          <p:nvPr/>
        </p:nvSpPr>
        <p:spPr>
          <a:xfrm>
            <a:off x="2459140" y="209165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006" y="2376"/>
                </a:lnTo>
                <a:lnTo>
                  <a:pt x="20412" y="4756"/>
                </a:lnTo>
                <a:lnTo>
                  <a:pt x="19818" y="7135"/>
                </a:lnTo>
                <a:lnTo>
                  <a:pt x="19219" y="9522"/>
                </a:lnTo>
                <a:lnTo>
                  <a:pt x="18619" y="11916"/>
                </a:lnTo>
                <a:lnTo>
                  <a:pt x="18020" y="14321"/>
                </a:lnTo>
                <a:lnTo>
                  <a:pt x="17415" y="16733"/>
                </a:lnTo>
                <a:lnTo>
                  <a:pt x="16810" y="19159"/>
                </a:lnTo>
                <a:lnTo>
                  <a:pt x="16200" y="21600"/>
                </a:lnTo>
                <a:lnTo>
                  <a:pt x="12836" y="19285"/>
                </a:lnTo>
                <a:lnTo>
                  <a:pt x="10087" y="17230"/>
                </a:lnTo>
                <a:lnTo>
                  <a:pt x="7868" y="15343"/>
                </a:lnTo>
                <a:lnTo>
                  <a:pt x="6097" y="13547"/>
                </a:lnTo>
                <a:lnTo>
                  <a:pt x="4682" y="11754"/>
                </a:lnTo>
                <a:lnTo>
                  <a:pt x="3542" y="9889"/>
                </a:lnTo>
                <a:lnTo>
                  <a:pt x="2592" y="7862"/>
                </a:lnTo>
                <a:lnTo>
                  <a:pt x="1744" y="5594"/>
                </a:lnTo>
                <a:lnTo>
                  <a:pt x="907" y="3002"/>
                </a:lnTo>
                <a:lnTo>
                  <a:pt x="0" y="0"/>
                </a:lnTo>
                <a:close/>
              </a:path>
            </a:pathLst>
          </a:custGeom>
          <a:solidFill>
            <a:srgbClr val="2E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7" name="contour_17475"/>
          <p:cNvSpPr/>
          <p:nvPr/>
        </p:nvSpPr>
        <p:spPr>
          <a:xfrm>
            <a:off x="8260381" y="209894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20887" y="7171"/>
                </a:lnTo>
                <a:lnTo>
                  <a:pt x="20174" y="10027"/>
                </a:lnTo>
                <a:lnTo>
                  <a:pt x="19457" y="12895"/>
                </a:lnTo>
                <a:lnTo>
                  <a:pt x="18736" y="15777"/>
                </a:lnTo>
                <a:lnTo>
                  <a:pt x="18010" y="18675"/>
                </a:lnTo>
                <a:lnTo>
                  <a:pt x="17280" y="21600"/>
                </a:lnTo>
                <a:lnTo>
                  <a:pt x="15379" y="19224"/>
                </a:lnTo>
                <a:lnTo>
                  <a:pt x="13478" y="16844"/>
                </a:lnTo>
                <a:lnTo>
                  <a:pt x="11573" y="14463"/>
                </a:lnTo>
                <a:lnTo>
                  <a:pt x="9660" y="12079"/>
                </a:lnTo>
                <a:lnTo>
                  <a:pt x="7746" y="9681"/>
                </a:lnTo>
                <a:lnTo>
                  <a:pt x="5823" y="7279"/>
                </a:lnTo>
                <a:lnTo>
                  <a:pt x="3892" y="4864"/>
                </a:lnTo>
                <a:lnTo>
                  <a:pt x="1953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D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8" name="contour_17476"/>
          <p:cNvSpPr/>
          <p:nvPr/>
        </p:nvSpPr>
        <p:spPr>
          <a:xfrm>
            <a:off x="2597612" y="209165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071"/>
                </a:lnTo>
                <a:lnTo>
                  <a:pt x="16162" y="2143"/>
                </a:lnTo>
                <a:lnTo>
                  <a:pt x="18862" y="3227"/>
                </a:lnTo>
                <a:lnTo>
                  <a:pt x="21600" y="4320"/>
                </a:lnTo>
                <a:lnTo>
                  <a:pt x="21443" y="7452"/>
                </a:lnTo>
                <a:lnTo>
                  <a:pt x="20920" y="9763"/>
                </a:lnTo>
                <a:lnTo>
                  <a:pt x="19575" y="13228"/>
                </a:lnTo>
                <a:lnTo>
                  <a:pt x="18673" y="15582"/>
                </a:lnTo>
                <a:lnTo>
                  <a:pt x="17761" y="17971"/>
                </a:lnTo>
                <a:lnTo>
                  <a:pt x="16988" y="19773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1528" y="14835"/>
                </a:lnTo>
                <a:lnTo>
                  <a:pt x="3056" y="12390"/>
                </a:lnTo>
                <a:lnTo>
                  <a:pt x="4590" y="9936"/>
                </a:lnTo>
                <a:lnTo>
                  <a:pt x="6129" y="7474"/>
                </a:lnTo>
                <a:lnTo>
                  <a:pt x="7679" y="4998"/>
                </a:lnTo>
                <a:lnTo>
                  <a:pt x="9234" y="2510"/>
                </a:lnTo>
                <a:lnTo>
                  <a:pt x="10800" y="0"/>
                </a:lnTo>
                <a:close/>
              </a:path>
            </a:pathLst>
          </a:custGeom>
          <a:solidFill>
            <a:srgbClr val="FAF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79" name="contour_17477"/>
          <p:cNvSpPr/>
          <p:nvPr/>
        </p:nvSpPr>
        <p:spPr>
          <a:xfrm>
            <a:off x="5352472" y="2083600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730"/>
                </a:moveTo>
                <a:lnTo>
                  <a:pt x="7240" y="223"/>
                </a:lnTo>
                <a:lnTo>
                  <a:pt x="10096" y="0"/>
                </a:lnTo>
                <a:lnTo>
                  <a:pt x="12925" y="0"/>
                </a:lnTo>
                <a:lnTo>
                  <a:pt x="15759" y="160"/>
                </a:lnTo>
                <a:lnTo>
                  <a:pt x="18636" y="417"/>
                </a:lnTo>
                <a:lnTo>
                  <a:pt x="21600" y="730"/>
                </a:lnTo>
                <a:lnTo>
                  <a:pt x="20745" y="4863"/>
                </a:lnTo>
                <a:lnTo>
                  <a:pt x="19885" y="9009"/>
                </a:lnTo>
                <a:lnTo>
                  <a:pt x="19025" y="13169"/>
                </a:lnTo>
                <a:lnTo>
                  <a:pt x="18157" y="17363"/>
                </a:lnTo>
                <a:lnTo>
                  <a:pt x="17280" y="21600"/>
                </a:lnTo>
                <a:lnTo>
                  <a:pt x="14429" y="20452"/>
                </a:lnTo>
                <a:lnTo>
                  <a:pt x="11573" y="19304"/>
                </a:lnTo>
                <a:lnTo>
                  <a:pt x="8705" y="18150"/>
                </a:lnTo>
                <a:lnTo>
                  <a:pt x="5823" y="16988"/>
                </a:lnTo>
                <a:lnTo>
                  <a:pt x="2925" y="15819"/>
                </a:lnTo>
                <a:lnTo>
                  <a:pt x="0" y="14643"/>
                </a:lnTo>
                <a:lnTo>
                  <a:pt x="674" y="10511"/>
                </a:lnTo>
                <a:lnTo>
                  <a:pt x="1348" y="7687"/>
                </a:lnTo>
                <a:lnTo>
                  <a:pt x="2428" y="4863"/>
                </a:lnTo>
                <a:lnTo>
                  <a:pt x="4320" y="730"/>
                </a:lnTo>
                <a:close/>
              </a:path>
            </a:pathLst>
          </a:custGeom>
          <a:solidFill>
            <a:srgbClr val="B1A1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0" name="contour_17478"/>
          <p:cNvSpPr/>
          <p:nvPr/>
        </p:nvSpPr>
        <p:spPr>
          <a:xfrm>
            <a:off x="3931314" y="207707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042" y="2259"/>
                </a:lnTo>
                <a:lnTo>
                  <a:pt x="18677" y="3914"/>
                </a:lnTo>
                <a:lnTo>
                  <a:pt x="19969" y="5772"/>
                </a:lnTo>
                <a:lnTo>
                  <a:pt x="21600" y="8640"/>
                </a:lnTo>
                <a:lnTo>
                  <a:pt x="19890" y="9176"/>
                </a:lnTo>
                <a:lnTo>
                  <a:pt x="18169" y="9716"/>
                </a:lnTo>
                <a:lnTo>
                  <a:pt x="16423" y="10260"/>
                </a:lnTo>
                <a:lnTo>
                  <a:pt x="13133" y="11893"/>
                </a:lnTo>
                <a:lnTo>
                  <a:pt x="11192" y="13198"/>
                </a:lnTo>
                <a:lnTo>
                  <a:pt x="9842" y="14852"/>
                </a:lnTo>
                <a:lnTo>
                  <a:pt x="8323" y="17548"/>
                </a:lnTo>
                <a:lnTo>
                  <a:pt x="7765" y="19561"/>
                </a:lnTo>
                <a:lnTo>
                  <a:pt x="7200" y="21600"/>
                </a:lnTo>
                <a:lnTo>
                  <a:pt x="7200" y="18744"/>
                </a:lnTo>
                <a:lnTo>
                  <a:pt x="7200" y="15872"/>
                </a:lnTo>
                <a:lnTo>
                  <a:pt x="7200" y="12960"/>
                </a:lnTo>
                <a:lnTo>
                  <a:pt x="5062" y="11375"/>
                </a:lnTo>
                <a:lnTo>
                  <a:pt x="3600" y="10394"/>
                </a:lnTo>
                <a:lnTo>
                  <a:pt x="2138" y="9621"/>
                </a:lnTo>
                <a:lnTo>
                  <a:pt x="0" y="8640"/>
                </a:lnTo>
                <a:lnTo>
                  <a:pt x="1984" y="7154"/>
                </a:lnTo>
                <a:lnTo>
                  <a:pt x="3964" y="5728"/>
                </a:lnTo>
                <a:lnTo>
                  <a:pt x="5958" y="4372"/>
                </a:lnTo>
                <a:lnTo>
                  <a:pt x="7981" y="3106"/>
                </a:lnTo>
                <a:lnTo>
                  <a:pt x="10051" y="1944"/>
                </a:lnTo>
                <a:lnTo>
                  <a:pt x="12186" y="903"/>
                </a:lnTo>
                <a:lnTo>
                  <a:pt x="14400" y="0"/>
                </a:lnTo>
                <a:close/>
              </a:path>
            </a:pathLst>
          </a:custGeom>
          <a:solidFill>
            <a:srgbClr val="5F61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1" name="contour_17479"/>
          <p:cNvSpPr/>
          <p:nvPr/>
        </p:nvSpPr>
        <p:spPr>
          <a:xfrm>
            <a:off x="8508173" y="206979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20390" y="20995"/>
                </a:lnTo>
                <a:lnTo>
                  <a:pt x="19259" y="20428"/>
                </a:lnTo>
                <a:lnTo>
                  <a:pt x="17954" y="19780"/>
                </a:lnTo>
                <a:lnTo>
                  <a:pt x="16226" y="18911"/>
                </a:lnTo>
                <a:lnTo>
                  <a:pt x="13820" y="17712"/>
                </a:lnTo>
                <a:lnTo>
                  <a:pt x="10485" y="16043"/>
                </a:lnTo>
                <a:lnTo>
                  <a:pt x="5962" y="13781"/>
                </a:lnTo>
                <a:lnTo>
                  <a:pt x="0" y="10800"/>
                </a:lnTo>
                <a:lnTo>
                  <a:pt x="3940" y="7236"/>
                </a:lnTo>
                <a:lnTo>
                  <a:pt x="7020" y="4558"/>
                </a:lnTo>
                <a:lnTo>
                  <a:pt x="9491" y="2635"/>
                </a:lnTo>
                <a:lnTo>
                  <a:pt x="11612" y="1350"/>
                </a:lnTo>
                <a:lnTo>
                  <a:pt x="13625" y="567"/>
                </a:lnTo>
                <a:lnTo>
                  <a:pt x="15794" y="167"/>
                </a:lnTo>
                <a:lnTo>
                  <a:pt x="18369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ED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2" name="contour_17480"/>
          <p:cNvSpPr/>
          <p:nvPr/>
        </p:nvSpPr>
        <p:spPr>
          <a:xfrm>
            <a:off x="7173159" y="2062502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4" y="1156"/>
                </a:lnTo>
                <a:lnTo>
                  <a:pt x="6113" y="2327"/>
                </a:lnTo>
                <a:lnTo>
                  <a:pt x="8692" y="3521"/>
                </a:lnTo>
                <a:lnTo>
                  <a:pt x="11265" y="4725"/>
                </a:lnTo>
                <a:lnTo>
                  <a:pt x="14149" y="6043"/>
                </a:lnTo>
                <a:lnTo>
                  <a:pt x="17078" y="7382"/>
                </a:lnTo>
                <a:lnTo>
                  <a:pt x="19321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433D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3" name="contour_17481"/>
          <p:cNvSpPr/>
          <p:nvPr/>
        </p:nvSpPr>
        <p:spPr>
          <a:xfrm>
            <a:off x="2116604" y="206979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856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4" name="contour_17482"/>
          <p:cNvSpPr/>
          <p:nvPr/>
        </p:nvSpPr>
        <p:spPr>
          <a:xfrm>
            <a:off x="10111531" y="205521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15"/>
                </a:lnTo>
                <a:lnTo>
                  <a:pt x="6860" y="635"/>
                </a:lnTo>
                <a:lnTo>
                  <a:pt x="8618" y="1076"/>
                </a:lnTo>
                <a:lnTo>
                  <a:pt x="11340" y="1754"/>
                </a:lnTo>
                <a:lnTo>
                  <a:pt x="15509" y="2795"/>
                </a:lnTo>
                <a:lnTo>
                  <a:pt x="21600" y="4320"/>
                </a:lnTo>
                <a:lnTo>
                  <a:pt x="20140" y="6566"/>
                </a:lnTo>
                <a:lnTo>
                  <a:pt x="18662" y="8796"/>
                </a:lnTo>
                <a:lnTo>
                  <a:pt x="17168" y="11016"/>
                </a:lnTo>
                <a:lnTo>
                  <a:pt x="15660" y="13228"/>
                </a:lnTo>
                <a:lnTo>
                  <a:pt x="14826" y="14476"/>
                </a:lnTo>
                <a:lnTo>
                  <a:pt x="12321" y="18243"/>
                </a:lnTo>
                <a:lnTo>
                  <a:pt x="10493" y="19907"/>
                </a:lnTo>
                <a:lnTo>
                  <a:pt x="8640" y="21600"/>
                </a:lnTo>
                <a:lnTo>
                  <a:pt x="5772" y="20926"/>
                </a:lnTo>
                <a:lnTo>
                  <a:pt x="3914" y="20252"/>
                </a:lnTo>
                <a:lnTo>
                  <a:pt x="2259" y="19172"/>
                </a:lnTo>
                <a:lnTo>
                  <a:pt x="0" y="17280"/>
                </a:lnTo>
                <a:lnTo>
                  <a:pt x="238" y="14260"/>
                </a:lnTo>
                <a:lnTo>
                  <a:pt x="760" y="11366"/>
                </a:lnTo>
                <a:lnTo>
                  <a:pt x="1495" y="8549"/>
                </a:lnTo>
                <a:lnTo>
                  <a:pt x="2380" y="5750"/>
                </a:lnTo>
                <a:lnTo>
                  <a:pt x="3344" y="2916"/>
                </a:lnTo>
                <a:lnTo>
                  <a:pt x="4320" y="0"/>
                </a:lnTo>
                <a:close/>
              </a:path>
            </a:pathLst>
          </a:custGeom>
          <a:solidFill>
            <a:srgbClr val="AFB6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5" name="contour_17483"/>
          <p:cNvSpPr/>
          <p:nvPr/>
        </p:nvSpPr>
        <p:spPr>
          <a:xfrm>
            <a:off x="1052557" y="204792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2856" y="16200"/>
                </a:lnTo>
                <a:lnTo>
                  <a:pt x="5728" y="16200"/>
                </a:lnTo>
                <a:lnTo>
                  <a:pt x="8640" y="16200"/>
                </a:lnTo>
                <a:lnTo>
                  <a:pt x="9353" y="13522"/>
                </a:lnTo>
                <a:lnTo>
                  <a:pt x="10070" y="10832"/>
                </a:lnTo>
                <a:lnTo>
                  <a:pt x="10800" y="8100"/>
                </a:lnTo>
                <a:lnTo>
                  <a:pt x="11513" y="5422"/>
                </a:lnTo>
                <a:lnTo>
                  <a:pt x="12230" y="2732"/>
                </a:lnTo>
                <a:lnTo>
                  <a:pt x="12960" y="0"/>
                </a:lnTo>
                <a:close/>
              </a:path>
            </a:pathLst>
          </a:custGeom>
          <a:solidFill>
            <a:srgbClr val="BCBB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6" name="contour_17484"/>
          <p:cNvSpPr/>
          <p:nvPr/>
        </p:nvSpPr>
        <p:spPr>
          <a:xfrm>
            <a:off x="3712674" y="204063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905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695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7982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7" name="contour_17485"/>
          <p:cNvSpPr/>
          <p:nvPr/>
        </p:nvSpPr>
        <p:spPr>
          <a:xfrm>
            <a:off x="2204060" y="204792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780" y="0"/>
                </a:lnTo>
                <a:lnTo>
                  <a:pt x="19174" y="0"/>
                </a:lnTo>
                <a:lnTo>
                  <a:pt x="21600" y="0"/>
                </a:lnTo>
                <a:lnTo>
                  <a:pt x="21247" y="2955"/>
                </a:lnTo>
                <a:lnTo>
                  <a:pt x="20884" y="5106"/>
                </a:lnTo>
                <a:lnTo>
                  <a:pt x="20336" y="7076"/>
                </a:lnTo>
                <a:lnTo>
                  <a:pt x="19433" y="9487"/>
                </a:lnTo>
                <a:lnTo>
                  <a:pt x="18000" y="12960"/>
                </a:lnTo>
                <a:lnTo>
                  <a:pt x="15829" y="14321"/>
                </a:lnTo>
                <a:lnTo>
                  <a:pt x="13637" y="15574"/>
                </a:lnTo>
                <a:lnTo>
                  <a:pt x="11423" y="16736"/>
                </a:lnTo>
                <a:lnTo>
                  <a:pt x="9184" y="17816"/>
                </a:lnTo>
                <a:lnTo>
                  <a:pt x="6926" y="18827"/>
                </a:lnTo>
                <a:lnTo>
                  <a:pt x="4640" y="19790"/>
                </a:lnTo>
                <a:lnTo>
                  <a:pt x="2333" y="20706"/>
                </a:lnTo>
                <a:lnTo>
                  <a:pt x="0" y="21600"/>
                </a:lnTo>
                <a:lnTo>
                  <a:pt x="1336" y="19427"/>
                </a:lnTo>
                <a:lnTo>
                  <a:pt x="2682" y="17263"/>
                </a:lnTo>
                <a:lnTo>
                  <a:pt x="4032" y="15103"/>
                </a:lnTo>
                <a:lnTo>
                  <a:pt x="5389" y="12951"/>
                </a:lnTo>
                <a:lnTo>
                  <a:pt x="6750" y="10800"/>
                </a:lnTo>
                <a:lnTo>
                  <a:pt x="8003" y="8791"/>
                </a:lnTo>
                <a:lnTo>
                  <a:pt x="9266" y="6774"/>
                </a:lnTo>
                <a:lnTo>
                  <a:pt x="10548" y="4726"/>
                </a:lnTo>
                <a:lnTo>
                  <a:pt x="11819" y="3167"/>
                </a:lnTo>
                <a:lnTo>
                  <a:pt x="13100" y="1594"/>
                </a:lnTo>
                <a:lnTo>
                  <a:pt x="14400" y="0"/>
                </a:lnTo>
                <a:close/>
              </a:path>
            </a:pathLst>
          </a:custGeom>
          <a:solidFill>
            <a:srgbClr val="4242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8" name="contour_17486"/>
          <p:cNvSpPr/>
          <p:nvPr/>
        </p:nvSpPr>
        <p:spPr>
          <a:xfrm>
            <a:off x="578838" y="204063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4F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89" name="contour_17487"/>
          <p:cNvSpPr/>
          <p:nvPr/>
        </p:nvSpPr>
        <p:spPr>
          <a:xfrm>
            <a:off x="1701021" y="2033350"/>
            <a:ext cx="2203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10" y="0"/>
                </a:moveTo>
                <a:lnTo>
                  <a:pt x="12033" y="0"/>
                </a:lnTo>
                <a:lnTo>
                  <a:pt x="16784" y="0"/>
                </a:lnTo>
                <a:lnTo>
                  <a:pt x="21600" y="0"/>
                </a:lnTo>
                <a:lnTo>
                  <a:pt x="20814" y="2376"/>
                </a:lnTo>
                <a:lnTo>
                  <a:pt x="20028" y="4756"/>
                </a:lnTo>
                <a:lnTo>
                  <a:pt x="19242" y="7135"/>
                </a:lnTo>
                <a:lnTo>
                  <a:pt x="18449" y="9522"/>
                </a:lnTo>
                <a:lnTo>
                  <a:pt x="17656" y="11916"/>
                </a:lnTo>
                <a:lnTo>
                  <a:pt x="16863" y="14321"/>
                </a:lnTo>
                <a:lnTo>
                  <a:pt x="16062" y="16733"/>
                </a:lnTo>
                <a:lnTo>
                  <a:pt x="15262" y="19159"/>
                </a:lnTo>
                <a:lnTo>
                  <a:pt x="14455" y="21600"/>
                </a:lnTo>
                <a:lnTo>
                  <a:pt x="10918" y="20707"/>
                </a:lnTo>
                <a:lnTo>
                  <a:pt x="7360" y="19814"/>
                </a:lnTo>
                <a:lnTo>
                  <a:pt x="3787" y="18911"/>
                </a:lnTo>
                <a:lnTo>
                  <a:pt x="164" y="18000"/>
                </a:lnTo>
                <a:lnTo>
                  <a:pt x="0" y="15444"/>
                </a:lnTo>
                <a:lnTo>
                  <a:pt x="136" y="13630"/>
                </a:lnTo>
                <a:lnTo>
                  <a:pt x="729" y="11696"/>
                </a:lnTo>
                <a:lnTo>
                  <a:pt x="1951" y="8777"/>
                </a:lnTo>
                <a:lnTo>
                  <a:pt x="2894" y="6311"/>
                </a:lnTo>
                <a:lnTo>
                  <a:pt x="3851" y="3812"/>
                </a:lnTo>
                <a:lnTo>
                  <a:pt x="5566" y="1919"/>
                </a:lnTo>
                <a:lnTo>
                  <a:pt x="7310" y="0"/>
                </a:lnTo>
                <a:close/>
              </a:path>
            </a:pathLst>
          </a:custGeom>
          <a:solidFill>
            <a:srgbClr val="9699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0" name="contour_17488"/>
          <p:cNvSpPr/>
          <p:nvPr/>
        </p:nvSpPr>
        <p:spPr>
          <a:xfrm>
            <a:off x="4062498" y="202606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54" y="1663"/>
                </a:lnTo>
                <a:lnTo>
                  <a:pt x="8104" y="3348"/>
                </a:lnTo>
                <a:lnTo>
                  <a:pt x="10354" y="5047"/>
                </a:lnTo>
                <a:lnTo>
                  <a:pt x="12600" y="6754"/>
                </a:lnTo>
                <a:lnTo>
                  <a:pt x="14274" y="8006"/>
                </a:lnTo>
                <a:lnTo>
                  <a:pt x="15955" y="9266"/>
                </a:lnTo>
                <a:lnTo>
                  <a:pt x="17662" y="10548"/>
                </a:lnTo>
                <a:lnTo>
                  <a:pt x="19616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D1B4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1" name="contour_17489"/>
          <p:cNvSpPr/>
          <p:nvPr/>
        </p:nvSpPr>
        <p:spPr>
          <a:xfrm>
            <a:off x="9811120" y="2004198"/>
            <a:ext cx="3804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10" y="0"/>
                </a:moveTo>
                <a:lnTo>
                  <a:pt x="1250" y="1786"/>
                </a:lnTo>
                <a:lnTo>
                  <a:pt x="1597" y="3578"/>
                </a:lnTo>
                <a:lnTo>
                  <a:pt x="1945" y="5400"/>
                </a:lnTo>
                <a:lnTo>
                  <a:pt x="2971" y="7186"/>
                </a:lnTo>
                <a:lnTo>
                  <a:pt x="4001" y="8978"/>
                </a:lnTo>
                <a:lnTo>
                  <a:pt x="5048" y="10800"/>
                </a:lnTo>
                <a:lnTo>
                  <a:pt x="7883" y="11203"/>
                </a:lnTo>
                <a:lnTo>
                  <a:pt x="10597" y="11383"/>
                </a:lnTo>
                <a:lnTo>
                  <a:pt x="13254" y="11387"/>
                </a:lnTo>
                <a:lnTo>
                  <a:pt x="15927" y="11261"/>
                </a:lnTo>
                <a:lnTo>
                  <a:pt x="18687" y="11048"/>
                </a:lnTo>
                <a:lnTo>
                  <a:pt x="21600" y="10800"/>
                </a:lnTo>
                <a:lnTo>
                  <a:pt x="20781" y="12938"/>
                </a:lnTo>
                <a:lnTo>
                  <a:pt x="19957" y="15084"/>
                </a:lnTo>
                <a:lnTo>
                  <a:pt x="19134" y="17237"/>
                </a:lnTo>
                <a:lnTo>
                  <a:pt x="18302" y="19408"/>
                </a:lnTo>
                <a:lnTo>
                  <a:pt x="17462" y="21600"/>
                </a:lnTo>
                <a:lnTo>
                  <a:pt x="14892" y="20819"/>
                </a:lnTo>
                <a:lnTo>
                  <a:pt x="12401" y="19998"/>
                </a:lnTo>
                <a:lnTo>
                  <a:pt x="9981" y="19116"/>
                </a:lnTo>
                <a:lnTo>
                  <a:pt x="7630" y="18140"/>
                </a:lnTo>
                <a:lnTo>
                  <a:pt x="5338" y="17046"/>
                </a:lnTo>
                <a:lnTo>
                  <a:pt x="3099" y="15811"/>
                </a:lnTo>
                <a:lnTo>
                  <a:pt x="910" y="14400"/>
                </a:lnTo>
                <a:lnTo>
                  <a:pt x="302" y="11884"/>
                </a:lnTo>
                <a:lnTo>
                  <a:pt x="21" y="9547"/>
                </a:lnTo>
                <a:lnTo>
                  <a:pt x="0" y="7294"/>
                </a:lnTo>
                <a:lnTo>
                  <a:pt x="182" y="5015"/>
                </a:lnTo>
                <a:lnTo>
                  <a:pt x="505" y="2621"/>
                </a:lnTo>
                <a:lnTo>
                  <a:pt x="910" y="0"/>
                </a:lnTo>
                <a:close/>
              </a:path>
            </a:pathLst>
          </a:custGeom>
          <a:solidFill>
            <a:srgbClr val="DEEA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2" name="contour_17490"/>
          <p:cNvSpPr/>
          <p:nvPr/>
        </p:nvSpPr>
        <p:spPr>
          <a:xfrm>
            <a:off x="7407686" y="201148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747" y="7404"/>
                </a:lnTo>
                <a:lnTo>
                  <a:pt x="20039" y="9621"/>
                </a:lnTo>
                <a:lnTo>
                  <a:pt x="19219" y="11591"/>
                </a:lnTo>
                <a:lnTo>
                  <a:pt x="18025" y="13936"/>
                </a:lnTo>
                <a:lnTo>
                  <a:pt x="16200" y="17280"/>
                </a:lnTo>
                <a:lnTo>
                  <a:pt x="12020" y="18740"/>
                </a:lnTo>
                <a:lnTo>
                  <a:pt x="9088" y="19695"/>
                </a:lnTo>
                <a:lnTo>
                  <a:pt x="6626" y="20352"/>
                </a:lnTo>
                <a:lnTo>
                  <a:pt x="3856" y="20917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D6D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3" name="contour_17491"/>
          <p:cNvSpPr/>
          <p:nvPr/>
        </p:nvSpPr>
        <p:spPr>
          <a:xfrm>
            <a:off x="1256621" y="2010830"/>
            <a:ext cx="29152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475"/>
                </a:moveTo>
                <a:lnTo>
                  <a:pt x="9580" y="158"/>
                </a:lnTo>
                <a:lnTo>
                  <a:pt x="12512" y="0"/>
                </a:lnTo>
                <a:lnTo>
                  <a:pt x="14974" y="0"/>
                </a:lnTo>
                <a:lnTo>
                  <a:pt x="17744" y="158"/>
                </a:lnTo>
                <a:lnTo>
                  <a:pt x="21600" y="475"/>
                </a:lnTo>
                <a:lnTo>
                  <a:pt x="21600" y="3961"/>
                </a:lnTo>
                <a:lnTo>
                  <a:pt x="21600" y="7452"/>
                </a:lnTo>
                <a:lnTo>
                  <a:pt x="21600" y="10958"/>
                </a:lnTo>
                <a:lnTo>
                  <a:pt x="21600" y="14481"/>
                </a:lnTo>
                <a:lnTo>
                  <a:pt x="21600" y="18025"/>
                </a:lnTo>
                <a:lnTo>
                  <a:pt x="21600" y="21600"/>
                </a:lnTo>
                <a:lnTo>
                  <a:pt x="18544" y="20105"/>
                </a:lnTo>
                <a:lnTo>
                  <a:pt x="15487" y="18611"/>
                </a:lnTo>
                <a:lnTo>
                  <a:pt x="12420" y="17111"/>
                </a:lnTo>
                <a:lnTo>
                  <a:pt x="9342" y="15606"/>
                </a:lnTo>
                <a:lnTo>
                  <a:pt x="6248" y="14090"/>
                </a:lnTo>
                <a:lnTo>
                  <a:pt x="3137" y="12569"/>
                </a:lnTo>
                <a:lnTo>
                  <a:pt x="0" y="11038"/>
                </a:lnTo>
                <a:lnTo>
                  <a:pt x="1339" y="8423"/>
                </a:lnTo>
                <a:lnTo>
                  <a:pt x="2678" y="5793"/>
                </a:lnTo>
                <a:lnTo>
                  <a:pt x="4034" y="3153"/>
                </a:lnTo>
                <a:lnTo>
                  <a:pt x="5400" y="475"/>
                </a:lnTo>
                <a:close/>
              </a:path>
            </a:pathLst>
          </a:custGeom>
          <a:solidFill>
            <a:srgbClr val="6768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4" name="contour_17492"/>
          <p:cNvSpPr/>
          <p:nvPr/>
        </p:nvSpPr>
        <p:spPr>
          <a:xfrm>
            <a:off x="1708477" y="201148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1375" y="14008"/>
                </a:lnTo>
                <a:lnTo>
                  <a:pt x="10394" y="16200"/>
                </a:lnTo>
                <a:lnTo>
                  <a:pt x="9621" y="18392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5784" y="10800"/>
                </a:lnTo>
                <a:lnTo>
                  <a:pt x="2912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545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5" name="contour_17493"/>
          <p:cNvSpPr/>
          <p:nvPr/>
        </p:nvSpPr>
        <p:spPr>
          <a:xfrm>
            <a:off x="563606" y="2004198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2" y="0"/>
                </a:moveTo>
                <a:lnTo>
                  <a:pt x="1570" y="302"/>
                </a:lnTo>
                <a:lnTo>
                  <a:pt x="2682" y="583"/>
                </a:lnTo>
                <a:lnTo>
                  <a:pt x="3964" y="913"/>
                </a:lnTo>
                <a:lnTo>
                  <a:pt x="5661" y="1345"/>
                </a:lnTo>
                <a:lnTo>
                  <a:pt x="8025" y="1944"/>
                </a:lnTo>
                <a:lnTo>
                  <a:pt x="11301" y="2781"/>
                </a:lnTo>
                <a:lnTo>
                  <a:pt x="15744" y="3910"/>
                </a:lnTo>
                <a:lnTo>
                  <a:pt x="21600" y="5400"/>
                </a:lnTo>
                <a:lnTo>
                  <a:pt x="18188" y="10319"/>
                </a:lnTo>
                <a:lnTo>
                  <a:pt x="15765" y="13754"/>
                </a:lnTo>
                <a:lnTo>
                  <a:pt x="13974" y="16146"/>
                </a:lnTo>
                <a:lnTo>
                  <a:pt x="12463" y="17955"/>
                </a:lnTo>
                <a:lnTo>
                  <a:pt x="10881" y="19624"/>
                </a:lnTo>
                <a:lnTo>
                  <a:pt x="8869" y="21600"/>
                </a:lnTo>
                <a:lnTo>
                  <a:pt x="5899" y="21136"/>
                </a:lnTo>
                <a:lnTo>
                  <a:pt x="4027" y="20417"/>
                </a:lnTo>
                <a:lnTo>
                  <a:pt x="2453" y="18943"/>
                </a:lnTo>
                <a:lnTo>
                  <a:pt x="382" y="16200"/>
                </a:lnTo>
                <a:lnTo>
                  <a:pt x="127" y="12020"/>
                </a:lnTo>
                <a:lnTo>
                  <a:pt x="0" y="9088"/>
                </a:lnTo>
                <a:lnTo>
                  <a:pt x="0" y="6626"/>
                </a:lnTo>
                <a:lnTo>
                  <a:pt x="127" y="3856"/>
                </a:lnTo>
                <a:lnTo>
                  <a:pt x="382" y="0"/>
                </a:lnTo>
                <a:close/>
              </a:path>
            </a:pathLst>
          </a:custGeom>
          <a:solidFill>
            <a:srgbClr val="C6A7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6" name="contour_17494"/>
          <p:cNvSpPr/>
          <p:nvPr/>
        </p:nvSpPr>
        <p:spPr>
          <a:xfrm>
            <a:off x="5039089" y="2004198"/>
            <a:ext cx="43728" cy="2928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139" y="3838"/>
                </a:lnTo>
                <a:lnTo>
                  <a:pt x="20722" y="6596"/>
                </a:lnTo>
                <a:lnTo>
                  <a:pt x="20174" y="9047"/>
                </a:lnTo>
                <a:lnTo>
                  <a:pt x="19325" y="11967"/>
                </a:lnTo>
                <a:lnTo>
                  <a:pt x="18000" y="16127"/>
                </a:lnTo>
                <a:lnTo>
                  <a:pt x="15696" y="17848"/>
                </a:lnTo>
                <a:lnTo>
                  <a:pt x="13385" y="19310"/>
                </a:lnTo>
                <a:lnTo>
                  <a:pt x="11041" y="20455"/>
                </a:lnTo>
                <a:lnTo>
                  <a:pt x="8644" y="21234"/>
                </a:lnTo>
                <a:lnTo>
                  <a:pt x="6170" y="21600"/>
                </a:lnTo>
                <a:lnTo>
                  <a:pt x="3600" y="21503"/>
                </a:lnTo>
                <a:lnTo>
                  <a:pt x="2279" y="18348"/>
                </a:lnTo>
                <a:lnTo>
                  <a:pt x="1462" y="16176"/>
                </a:lnTo>
                <a:lnTo>
                  <a:pt x="817" y="13982"/>
                </a:lnTo>
                <a:lnTo>
                  <a:pt x="0" y="10752"/>
                </a:lnTo>
                <a:lnTo>
                  <a:pt x="2243" y="8945"/>
                </a:lnTo>
                <a:lnTo>
                  <a:pt x="4493" y="7155"/>
                </a:lnTo>
                <a:lnTo>
                  <a:pt x="6750" y="5376"/>
                </a:lnTo>
                <a:lnTo>
                  <a:pt x="8633" y="3876"/>
                </a:lnTo>
                <a:lnTo>
                  <a:pt x="10548" y="2355"/>
                </a:lnTo>
                <a:lnTo>
                  <a:pt x="12485" y="1204"/>
                </a:lnTo>
                <a:lnTo>
                  <a:pt x="14029" y="511"/>
                </a:lnTo>
                <a:lnTo>
                  <a:pt x="15710" y="151"/>
                </a:lnTo>
                <a:lnTo>
                  <a:pt x="18054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CE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7" name="contour_17495"/>
          <p:cNvSpPr/>
          <p:nvPr/>
        </p:nvSpPr>
        <p:spPr>
          <a:xfrm>
            <a:off x="1941692" y="198233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677" y="2108"/>
                </a:lnTo>
                <a:lnTo>
                  <a:pt x="17479" y="3711"/>
                </a:lnTo>
                <a:lnTo>
                  <a:pt x="19185" y="5616"/>
                </a:lnTo>
                <a:lnTo>
                  <a:pt x="21600" y="8640"/>
                </a:lnTo>
                <a:lnTo>
                  <a:pt x="20788" y="12113"/>
                </a:lnTo>
                <a:lnTo>
                  <a:pt x="20157" y="14524"/>
                </a:lnTo>
                <a:lnTo>
                  <a:pt x="19500" y="16494"/>
                </a:lnTo>
                <a:lnTo>
                  <a:pt x="18611" y="18645"/>
                </a:lnTo>
                <a:lnTo>
                  <a:pt x="17280" y="21600"/>
                </a:lnTo>
                <a:lnTo>
                  <a:pt x="14429" y="20887"/>
                </a:lnTo>
                <a:lnTo>
                  <a:pt x="11573" y="20174"/>
                </a:lnTo>
                <a:lnTo>
                  <a:pt x="8705" y="19457"/>
                </a:lnTo>
                <a:lnTo>
                  <a:pt x="5823" y="18736"/>
                </a:lnTo>
                <a:lnTo>
                  <a:pt x="2925" y="18010"/>
                </a:lnTo>
                <a:lnTo>
                  <a:pt x="0" y="17280"/>
                </a:lnTo>
                <a:lnTo>
                  <a:pt x="2856" y="17280"/>
                </a:lnTo>
                <a:lnTo>
                  <a:pt x="5728" y="17280"/>
                </a:lnTo>
                <a:lnTo>
                  <a:pt x="8640" y="17280"/>
                </a:lnTo>
                <a:lnTo>
                  <a:pt x="9932" y="14442"/>
                </a:lnTo>
                <a:lnTo>
                  <a:pt x="10632" y="12200"/>
                </a:lnTo>
                <a:lnTo>
                  <a:pt x="11340" y="8640"/>
                </a:lnTo>
                <a:lnTo>
                  <a:pt x="11828" y="6229"/>
                </a:lnTo>
                <a:lnTo>
                  <a:pt x="12321" y="3780"/>
                </a:lnTo>
                <a:lnTo>
                  <a:pt x="12640" y="1905"/>
                </a:lnTo>
                <a:lnTo>
                  <a:pt x="12960" y="0"/>
                </a:lnTo>
                <a:close/>
              </a:path>
            </a:pathLst>
          </a:custGeom>
          <a:solidFill>
            <a:srgbClr val="7676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8" name="contour_17496"/>
          <p:cNvSpPr/>
          <p:nvPr/>
        </p:nvSpPr>
        <p:spPr>
          <a:xfrm>
            <a:off x="7844966" y="19823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C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499" name="contour_17497"/>
          <p:cNvSpPr/>
          <p:nvPr/>
        </p:nvSpPr>
        <p:spPr>
          <a:xfrm>
            <a:off x="7094302" y="198233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3" y="1076"/>
                </a:lnTo>
                <a:lnTo>
                  <a:pt x="12047" y="1849"/>
                </a:lnTo>
                <a:lnTo>
                  <a:pt x="15358" y="2441"/>
                </a:lnTo>
                <a:lnTo>
                  <a:pt x="17653" y="2968"/>
                </a:lnTo>
                <a:lnTo>
                  <a:pt x="19532" y="3555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9035" y="12783"/>
                </a:lnTo>
                <a:lnTo>
                  <a:pt x="16454" y="12601"/>
                </a:lnTo>
                <a:lnTo>
                  <a:pt x="13835" y="12420"/>
                </a:lnTo>
                <a:lnTo>
                  <a:pt x="12598" y="12502"/>
                </a:lnTo>
                <a:lnTo>
                  <a:pt x="10411" y="12640"/>
                </a:lnTo>
                <a:lnTo>
                  <a:pt x="5400" y="12960"/>
                </a:lnTo>
                <a:lnTo>
                  <a:pt x="4061" y="15098"/>
                </a:lnTo>
                <a:lnTo>
                  <a:pt x="2722" y="17250"/>
                </a:lnTo>
                <a:lnTo>
                  <a:pt x="1366" y="1941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A9AD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0" name="contour_17498"/>
          <p:cNvSpPr/>
          <p:nvPr/>
        </p:nvSpPr>
        <p:spPr>
          <a:xfrm>
            <a:off x="4339442" y="198233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9" y="1150"/>
                </a:lnTo>
                <a:lnTo>
                  <a:pt x="5413" y="2322"/>
                </a:lnTo>
                <a:lnTo>
                  <a:pt x="8109" y="3515"/>
                </a:lnTo>
                <a:lnTo>
                  <a:pt x="10800" y="4725"/>
                </a:lnTo>
                <a:lnTo>
                  <a:pt x="11694" y="5114"/>
                </a:lnTo>
                <a:lnTo>
                  <a:pt x="13267" y="5805"/>
                </a:lnTo>
                <a:lnTo>
                  <a:pt x="16874" y="7382"/>
                </a:lnTo>
                <a:lnTo>
                  <a:pt x="19220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891" y="20450"/>
                </a:lnTo>
                <a:lnTo>
                  <a:pt x="16187" y="19278"/>
                </a:lnTo>
                <a:lnTo>
                  <a:pt x="13491" y="18085"/>
                </a:lnTo>
                <a:lnTo>
                  <a:pt x="10800" y="16875"/>
                </a:lnTo>
                <a:lnTo>
                  <a:pt x="8791" y="16000"/>
                </a:lnTo>
                <a:lnTo>
                  <a:pt x="6774" y="15115"/>
                </a:lnTo>
                <a:lnTo>
                  <a:pt x="4726" y="14218"/>
                </a:lnTo>
                <a:lnTo>
                  <a:pt x="3551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93D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1" name="contour_17499"/>
          <p:cNvSpPr/>
          <p:nvPr/>
        </p:nvSpPr>
        <p:spPr>
          <a:xfrm>
            <a:off x="2139161" y="1989622"/>
            <a:ext cx="3042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82" y="0"/>
                </a:moveTo>
                <a:lnTo>
                  <a:pt x="8531" y="683"/>
                </a:lnTo>
                <a:lnTo>
                  <a:pt x="11263" y="1248"/>
                </a:lnTo>
                <a:lnTo>
                  <a:pt x="13622" y="1905"/>
                </a:lnTo>
                <a:lnTo>
                  <a:pt x="16354" y="2860"/>
                </a:lnTo>
                <a:lnTo>
                  <a:pt x="20203" y="4320"/>
                </a:lnTo>
                <a:lnTo>
                  <a:pt x="21134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134" y="14066"/>
                </a:lnTo>
                <a:lnTo>
                  <a:pt x="20203" y="17280"/>
                </a:lnTo>
                <a:lnTo>
                  <a:pt x="16354" y="18740"/>
                </a:lnTo>
                <a:lnTo>
                  <a:pt x="13622" y="19695"/>
                </a:lnTo>
                <a:lnTo>
                  <a:pt x="11263" y="20352"/>
                </a:lnTo>
                <a:lnTo>
                  <a:pt x="8531" y="20917"/>
                </a:lnTo>
                <a:lnTo>
                  <a:pt x="4682" y="21600"/>
                </a:lnTo>
                <a:lnTo>
                  <a:pt x="2282" y="16641"/>
                </a:lnTo>
                <a:lnTo>
                  <a:pt x="755" y="13133"/>
                </a:lnTo>
                <a:lnTo>
                  <a:pt x="21" y="10562"/>
                </a:lnTo>
                <a:lnTo>
                  <a:pt x="0" y="8441"/>
                </a:lnTo>
                <a:lnTo>
                  <a:pt x="610" y="6255"/>
                </a:lnTo>
                <a:lnTo>
                  <a:pt x="1775" y="3508"/>
                </a:lnTo>
                <a:lnTo>
                  <a:pt x="3218" y="1767"/>
                </a:lnTo>
                <a:lnTo>
                  <a:pt x="4682" y="0"/>
                </a:lnTo>
                <a:close/>
              </a:path>
            </a:pathLst>
          </a:custGeom>
          <a:solidFill>
            <a:srgbClr val="71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2" name="contour_17500"/>
          <p:cNvSpPr/>
          <p:nvPr/>
        </p:nvSpPr>
        <p:spPr>
          <a:xfrm>
            <a:off x="1132565" y="1975046"/>
            <a:ext cx="2202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5" y="0"/>
                </a:moveTo>
                <a:lnTo>
                  <a:pt x="12029" y="0"/>
                </a:lnTo>
                <a:lnTo>
                  <a:pt x="16783" y="0"/>
                </a:lnTo>
                <a:lnTo>
                  <a:pt x="21600" y="0"/>
                </a:lnTo>
                <a:lnTo>
                  <a:pt x="20714" y="2674"/>
                </a:lnTo>
                <a:lnTo>
                  <a:pt x="19827" y="5348"/>
                </a:lnTo>
                <a:lnTo>
                  <a:pt x="18941" y="8031"/>
                </a:lnTo>
                <a:lnTo>
                  <a:pt x="18055" y="10718"/>
                </a:lnTo>
                <a:lnTo>
                  <a:pt x="17161" y="13418"/>
                </a:lnTo>
                <a:lnTo>
                  <a:pt x="16261" y="16131"/>
                </a:lnTo>
                <a:lnTo>
                  <a:pt x="15360" y="18857"/>
                </a:lnTo>
                <a:lnTo>
                  <a:pt x="14452" y="21600"/>
                </a:lnTo>
                <a:lnTo>
                  <a:pt x="10914" y="20529"/>
                </a:lnTo>
                <a:lnTo>
                  <a:pt x="7355" y="19457"/>
                </a:lnTo>
                <a:lnTo>
                  <a:pt x="3781" y="18373"/>
                </a:lnTo>
                <a:lnTo>
                  <a:pt x="157" y="17280"/>
                </a:lnTo>
                <a:lnTo>
                  <a:pt x="0" y="14148"/>
                </a:lnTo>
                <a:lnTo>
                  <a:pt x="465" y="11837"/>
                </a:lnTo>
                <a:lnTo>
                  <a:pt x="1944" y="8372"/>
                </a:lnTo>
                <a:lnTo>
                  <a:pt x="2888" y="6018"/>
                </a:lnTo>
                <a:lnTo>
                  <a:pt x="3845" y="3629"/>
                </a:lnTo>
                <a:lnTo>
                  <a:pt x="4710" y="2726"/>
                </a:lnTo>
                <a:lnTo>
                  <a:pt x="7305" y="0"/>
                </a:lnTo>
                <a:close/>
              </a:path>
            </a:pathLst>
          </a:custGeom>
          <a:solidFill>
            <a:srgbClr val="7B7B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3" name="contour_17501"/>
          <p:cNvSpPr/>
          <p:nvPr/>
        </p:nvSpPr>
        <p:spPr>
          <a:xfrm>
            <a:off x="11139138" y="1965834"/>
            <a:ext cx="36440" cy="383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83"/>
                </a:moveTo>
                <a:lnTo>
                  <a:pt x="4994" y="480"/>
                </a:lnTo>
                <a:lnTo>
                  <a:pt x="8506" y="119"/>
                </a:lnTo>
                <a:lnTo>
                  <a:pt x="11007" y="0"/>
                </a:lnTo>
                <a:lnTo>
                  <a:pt x="12986" y="119"/>
                </a:lnTo>
                <a:lnTo>
                  <a:pt x="14917" y="480"/>
                </a:lnTo>
                <a:lnTo>
                  <a:pt x="17280" y="1083"/>
                </a:lnTo>
                <a:lnTo>
                  <a:pt x="18615" y="3714"/>
                </a:lnTo>
                <a:lnTo>
                  <a:pt x="19626" y="6356"/>
                </a:lnTo>
                <a:lnTo>
                  <a:pt x="20369" y="9040"/>
                </a:lnTo>
                <a:lnTo>
                  <a:pt x="20904" y="11781"/>
                </a:lnTo>
                <a:lnTo>
                  <a:pt x="21298" y="14591"/>
                </a:lnTo>
                <a:lnTo>
                  <a:pt x="21600" y="17497"/>
                </a:lnTo>
                <a:lnTo>
                  <a:pt x="19034" y="18309"/>
                </a:lnTo>
                <a:lnTo>
                  <a:pt x="16459" y="19126"/>
                </a:lnTo>
                <a:lnTo>
                  <a:pt x="13876" y="19942"/>
                </a:lnTo>
                <a:lnTo>
                  <a:pt x="11271" y="20767"/>
                </a:lnTo>
                <a:lnTo>
                  <a:pt x="8640" y="21600"/>
                </a:lnTo>
                <a:lnTo>
                  <a:pt x="8908" y="18797"/>
                </a:lnTo>
                <a:lnTo>
                  <a:pt x="9180" y="15958"/>
                </a:lnTo>
                <a:lnTo>
                  <a:pt x="8882" y="12663"/>
                </a:lnTo>
                <a:lnTo>
                  <a:pt x="8480" y="10418"/>
                </a:lnTo>
                <a:lnTo>
                  <a:pt x="7741" y="8662"/>
                </a:lnTo>
                <a:lnTo>
                  <a:pt x="6432" y="6848"/>
                </a:lnTo>
                <a:lnTo>
                  <a:pt x="4320" y="4415"/>
                </a:lnTo>
                <a:lnTo>
                  <a:pt x="2177" y="2762"/>
                </a:lnTo>
                <a:lnTo>
                  <a:pt x="0" y="1083"/>
                </a:lnTo>
                <a:close/>
              </a:path>
            </a:pathLst>
          </a:custGeom>
          <a:solidFill>
            <a:srgbClr val="E1E7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4" name="contour_17502"/>
          <p:cNvSpPr/>
          <p:nvPr/>
        </p:nvSpPr>
        <p:spPr>
          <a:xfrm>
            <a:off x="9827299" y="19823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0C1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5" name="contour_17503"/>
          <p:cNvSpPr/>
          <p:nvPr/>
        </p:nvSpPr>
        <p:spPr>
          <a:xfrm>
            <a:off x="2378972" y="198233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524" y="7133"/>
                </a:lnTo>
                <a:lnTo>
                  <a:pt x="19751" y="12047"/>
                </a:lnTo>
                <a:lnTo>
                  <a:pt x="19159" y="15358"/>
                </a:lnTo>
                <a:lnTo>
                  <a:pt x="18632" y="17653"/>
                </a:lnTo>
                <a:lnTo>
                  <a:pt x="18045" y="19532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7076" y="18689"/>
                </a:lnTo>
                <a:lnTo>
                  <a:pt x="5694" y="15719"/>
                </a:lnTo>
                <a:lnTo>
                  <a:pt x="4450" y="12685"/>
                </a:lnTo>
                <a:lnTo>
                  <a:pt x="3300" y="9596"/>
                </a:lnTo>
                <a:lnTo>
                  <a:pt x="2203" y="6453"/>
                </a:lnTo>
                <a:lnTo>
                  <a:pt x="1119" y="3251"/>
                </a:lnTo>
                <a:lnTo>
                  <a:pt x="0" y="0"/>
                </a:lnTo>
                <a:close/>
              </a:path>
            </a:pathLst>
          </a:custGeom>
          <a:solidFill>
            <a:srgbClr val="4F4B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6" name="contour_17504"/>
          <p:cNvSpPr/>
          <p:nvPr/>
        </p:nvSpPr>
        <p:spPr>
          <a:xfrm>
            <a:off x="5155697" y="195318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591" y="4812"/>
                </a:lnTo>
                <a:lnTo>
                  <a:pt x="21518" y="8364"/>
                </a:lnTo>
                <a:lnTo>
                  <a:pt x="21324" y="10968"/>
                </a:lnTo>
                <a:lnTo>
                  <a:pt x="20943" y="12947"/>
                </a:lnTo>
                <a:lnTo>
                  <a:pt x="20321" y="14628"/>
                </a:lnTo>
                <a:lnTo>
                  <a:pt x="19392" y="16321"/>
                </a:lnTo>
                <a:lnTo>
                  <a:pt x="18092" y="18360"/>
                </a:lnTo>
                <a:lnTo>
                  <a:pt x="15543" y="19967"/>
                </a:lnTo>
                <a:lnTo>
                  <a:pt x="12960" y="21600"/>
                </a:lnTo>
                <a:lnTo>
                  <a:pt x="10394" y="20745"/>
                </a:lnTo>
                <a:lnTo>
                  <a:pt x="7819" y="19885"/>
                </a:lnTo>
                <a:lnTo>
                  <a:pt x="5236" y="19025"/>
                </a:lnTo>
                <a:lnTo>
                  <a:pt x="2631" y="18157"/>
                </a:lnTo>
                <a:lnTo>
                  <a:pt x="0" y="17280"/>
                </a:lnTo>
                <a:lnTo>
                  <a:pt x="2376" y="15379"/>
                </a:lnTo>
                <a:lnTo>
                  <a:pt x="4756" y="13478"/>
                </a:lnTo>
                <a:lnTo>
                  <a:pt x="7137" y="11573"/>
                </a:lnTo>
                <a:lnTo>
                  <a:pt x="9521" y="9660"/>
                </a:lnTo>
                <a:lnTo>
                  <a:pt x="11919" y="7746"/>
                </a:lnTo>
                <a:lnTo>
                  <a:pt x="14321" y="5823"/>
                </a:lnTo>
                <a:lnTo>
                  <a:pt x="16736" y="3892"/>
                </a:lnTo>
                <a:lnTo>
                  <a:pt x="19159" y="1953"/>
                </a:lnTo>
                <a:lnTo>
                  <a:pt x="21600" y="0"/>
                </a:lnTo>
                <a:close/>
              </a:path>
            </a:pathLst>
          </a:custGeom>
          <a:solidFill>
            <a:srgbClr val="BAE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7" name="contour_17505"/>
          <p:cNvSpPr/>
          <p:nvPr/>
        </p:nvSpPr>
        <p:spPr>
          <a:xfrm>
            <a:off x="11022530" y="1936908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89"/>
                </a:moveTo>
                <a:lnTo>
                  <a:pt x="2621" y="719"/>
                </a:lnTo>
                <a:lnTo>
                  <a:pt x="5202" y="337"/>
                </a:lnTo>
                <a:lnTo>
                  <a:pt x="7751" y="87"/>
                </a:lnTo>
                <a:lnTo>
                  <a:pt x="10292" y="0"/>
                </a:lnTo>
                <a:lnTo>
                  <a:pt x="12838" y="133"/>
                </a:lnTo>
                <a:lnTo>
                  <a:pt x="15401" y="510"/>
                </a:lnTo>
                <a:lnTo>
                  <a:pt x="18000" y="1189"/>
                </a:lnTo>
                <a:lnTo>
                  <a:pt x="19242" y="4434"/>
                </a:lnTo>
                <a:lnTo>
                  <a:pt x="20146" y="7690"/>
                </a:lnTo>
                <a:lnTo>
                  <a:pt x="20772" y="10996"/>
                </a:lnTo>
                <a:lnTo>
                  <a:pt x="21186" y="14390"/>
                </a:lnTo>
                <a:lnTo>
                  <a:pt x="21442" y="17911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8227"/>
                </a:lnTo>
                <a:lnTo>
                  <a:pt x="10800" y="14834"/>
                </a:lnTo>
                <a:lnTo>
                  <a:pt x="10800" y="11394"/>
                </a:lnTo>
                <a:lnTo>
                  <a:pt x="8500" y="8955"/>
                </a:lnTo>
                <a:lnTo>
                  <a:pt x="6800" y="7190"/>
                </a:lnTo>
                <a:lnTo>
                  <a:pt x="5400" y="5812"/>
                </a:lnTo>
                <a:lnTo>
                  <a:pt x="4000" y="4541"/>
                </a:lnTo>
                <a:lnTo>
                  <a:pt x="2300" y="3097"/>
                </a:lnTo>
                <a:lnTo>
                  <a:pt x="0" y="1189"/>
                </a:lnTo>
                <a:close/>
              </a:path>
            </a:pathLst>
          </a:custGeom>
          <a:solidFill>
            <a:srgbClr val="D1DA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8" name="contour_17506"/>
          <p:cNvSpPr/>
          <p:nvPr/>
        </p:nvSpPr>
        <p:spPr>
          <a:xfrm>
            <a:off x="7859542" y="19604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A3B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09" name="contour_17507"/>
          <p:cNvSpPr/>
          <p:nvPr/>
        </p:nvSpPr>
        <p:spPr>
          <a:xfrm>
            <a:off x="7145318" y="1945704"/>
            <a:ext cx="36440" cy="36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2"/>
                </a:moveTo>
                <a:lnTo>
                  <a:pt x="21064" y="2772"/>
                </a:lnTo>
                <a:lnTo>
                  <a:pt x="20529" y="5432"/>
                </a:lnTo>
                <a:lnTo>
                  <a:pt x="19993" y="8101"/>
                </a:lnTo>
                <a:lnTo>
                  <a:pt x="19457" y="10774"/>
                </a:lnTo>
                <a:lnTo>
                  <a:pt x="18917" y="13460"/>
                </a:lnTo>
                <a:lnTo>
                  <a:pt x="18373" y="16159"/>
                </a:lnTo>
                <a:lnTo>
                  <a:pt x="17829" y="18871"/>
                </a:lnTo>
                <a:lnTo>
                  <a:pt x="17280" y="21600"/>
                </a:lnTo>
                <a:lnTo>
                  <a:pt x="15142" y="19473"/>
                </a:lnTo>
                <a:lnTo>
                  <a:pt x="12999" y="17341"/>
                </a:lnTo>
                <a:lnTo>
                  <a:pt x="10856" y="15209"/>
                </a:lnTo>
                <a:lnTo>
                  <a:pt x="8705" y="13069"/>
                </a:lnTo>
                <a:lnTo>
                  <a:pt x="6545" y="10920"/>
                </a:lnTo>
                <a:lnTo>
                  <a:pt x="4376" y="8763"/>
                </a:lnTo>
                <a:lnTo>
                  <a:pt x="2195" y="6593"/>
                </a:lnTo>
                <a:lnTo>
                  <a:pt x="0" y="4409"/>
                </a:lnTo>
                <a:lnTo>
                  <a:pt x="3024" y="2974"/>
                </a:lnTo>
                <a:lnTo>
                  <a:pt x="5707" y="1869"/>
                </a:lnTo>
                <a:lnTo>
                  <a:pt x="8173" y="1053"/>
                </a:lnTo>
                <a:lnTo>
                  <a:pt x="10549" y="494"/>
                </a:lnTo>
                <a:lnTo>
                  <a:pt x="12956" y="155"/>
                </a:lnTo>
                <a:lnTo>
                  <a:pt x="15517" y="4"/>
                </a:lnTo>
                <a:lnTo>
                  <a:pt x="18360" y="0"/>
                </a:lnTo>
                <a:lnTo>
                  <a:pt x="21600" y="112"/>
                </a:lnTo>
                <a:close/>
              </a:path>
            </a:pathLst>
          </a:custGeom>
          <a:solidFill>
            <a:srgbClr val="6C6D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0" name="contour_17508"/>
          <p:cNvSpPr/>
          <p:nvPr/>
        </p:nvSpPr>
        <p:spPr>
          <a:xfrm>
            <a:off x="1074421" y="193860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18927" y="6458"/>
                </a:lnTo>
                <a:lnTo>
                  <a:pt x="16249" y="8601"/>
                </a:lnTo>
                <a:lnTo>
                  <a:pt x="13570" y="10744"/>
                </a:lnTo>
                <a:lnTo>
                  <a:pt x="10881" y="12895"/>
                </a:lnTo>
                <a:lnTo>
                  <a:pt x="8181" y="15055"/>
                </a:lnTo>
                <a:lnTo>
                  <a:pt x="5470" y="17224"/>
                </a:lnTo>
                <a:lnTo>
                  <a:pt x="2743" y="19405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0F0F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1" name="contour_17509"/>
          <p:cNvSpPr/>
          <p:nvPr/>
        </p:nvSpPr>
        <p:spPr>
          <a:xfrm>
            <a:off x="8617493" y="192403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FAA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2" name="contour_17510"/>
          <p:cNvSpPr/>
          <p:nvPr/>
        </p:nvSpPr>
        <p:spPr>
          <a:xfrm>
            <a:off x="7895982" y="1921734"/>
            <a:ext cx="36440" cy="31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7"/>
                </a:moveTo>
                <a:lnTo>
                  <a:pt x="7534" y="526"/>
                </a:lnTo>
                <a:lnTo>
                  <a:pt x="9815" y="0"/>
                </a:lnTo>
                <a:lnTo>
                  <a:pt x="11785" y="0"/>
                </a:lnTo>
                <a:lnTo>
                  <a:pt x="14066" y="526"/>
                </a:lnTo>
                <a:lnTo>
                  <a:pt x="17280" y="1577"/>
                </a:lnTo>
                <a:lnTo>
                  <a:pt x="18740" y="5301"/>
                </a:lnTo>
                <a:lnTo>
                  <a:pt x="19695" y="7944"/>
                </a:lnTo>
                <a:lnTo>
                  <a:pt x="20352" y="10227"/>
                </a:lnTo>
                <a:lnTo>
                  <a:pt x="20917" y="12870"/>
                </a:lnTo>
                <a:lnTo>
                  <a:pt x="21600" y="16594"/>
                </a:lnTo>
                <a:lnTo>
                  <a:pt x="18926" y="17215"/>
                </a:lnTo>
                <a:lnTo>
                  <a:pt x="16252" y="17836"/>
                </a:lnTo>
                <a:lnTo>
                  <a:pt x="13569" y="18456"/>
                </a:lnTo>
                <a:lnTo>
                  <a:pt x="10882" y="19077"/>
                </a:lnTo>
                <a:lnTo>
                  <a:pt x="8182" y="19703"/>
                </a:lnTo>
                <a:lnTo>
                  <a:pt x="5469" y="20334"/>
                </a:lnTo>
                <a:lnTo>
                  <a:pt x="2743" y="20964"/>
                </a:lnTo>
                <a:lnTo>
                  <a:pt x="0" y="21600"/>
                </a:lnTo>
                <a:lnTo>
                  <a:pt x="799" y="15713"/>
                </a:lnTo>
                <a:lnTo>
                  <a:pt x="1408" y="11588"/>
                </a:lnTo>
                <a:lnTo>
                  <a:pt x="1944" y="8665"/>
                </a:lnTo>
                <a:lnTo>
                  <a:pt x="2532" y="6397"/>
                </a:lnTo>
                <a:lnTo>
                  <a:pt x="3283" y="4220"/>
                </a:lnTo>
                <a:lnTo>
                  <a:pt x="4320" y="1577"/>
                </a:lnTo>
                <a:close/>
              </a:path>
            </a:pathLst>
          </a:custGeom>
          <a:solidFill>
            <a:srgbClr val="D5DF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3" name="contour_17511"/>
          <p:cNvSpPr/>
          <p:nvPr/>
        </p:nvSpPr>
        <p:spPr>
          <a:xfrm>
            <a:off x="6861087" y="193131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5AF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4" name="contour_17512"/>
          <p:cNvSpPr/>
          <p:nvPr/>
        </p:nvSpPr>
        <p:spPr>
          <a:xfrm>
            <a:off x="11423369" y="193131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FEB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5" name="contour_17513"/>
          <p:cNvSpPr/>
          <p:nvPr/>
        </p:nvSpPr>
        <p:spPr>
          <a:xfrm>
            <a:off x="4644553" y="1902166"/>
            <a:ext cx="3013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76" y="0"/>
                </a:moveTo>
                <a:lnTo>
                  <a:pt x="17411" y="2566"/>
                </a:lnTo>
                <a:lnTo>
                  <a:pt x="18450" y="5141"/>
                </a:lnTo>
                <a:lnTo>
                  <a:pt x="19490" y="7724"/>
                </a:lnTo>
                <a:lnTo>
                  <a:pt x="20540" y="10329"/>
                </a:lnTo>
                <a:lnTo>
                  <a:pt x="21600" y="12960"/>
                </a:lnTo>
                <a:lnTo>
                  <a:pt x="20273" y="13509"/>
                </a:lnTo>
                <a:lnTo>
                  <a:pt x="19004" y="14036"/>
                </a:lnTo>
                <a:lnTo>
                  <a:pt x="17421" y="14688"/>
                </a:lnTo>
                <a:lnTo>
                  <a:pt x="15170" y="15621"/>
                </a:lnTo>
                <a:lnTo>
                  <a:pt x="11873" y="16982"/>
                </a:lnTo>
                <a:lnTo>
                  <a:pt x="7177" y="18926"/>
                </a:lnTo>
                <a:lnTo>
                  <a:pt x="705" y="21600"/>
                </a:lnTo>
                <a:lnTo>
                  <a:pt x="235" y="18645"/>
                </a:lnTo>
                <a:lnTo>
                  <a:pt x="0" y="16494"/>
                </a:lnTo>
                <a:lnTo>
                  <a:pt x="0" y="14524"/>
                </a:lnTo>
                <a:lnTo>
                  <a:pt x="235" y="12113"/>
                </a:lnTo>
                <a:lnTo>
                  <a:pt x="705" y="8640"/>
                </a:lnTo>
                <a:lnTo>
                  <a:pt x="4043" y="6463"/>
                </a:lnTo>
                <a:lnTo>
                  <a:pt x="6509" y="4899"/>
                </a:lnTo>
                <a:lnTo>
                  <a:pt x="8541" y="3711"/>
                </a:lnTo>
                <a:lnTo>
                  <a:pt x="10573" y="2657"/>
                </a:lnTo>
                <a:lnTo>
                  <a:pt x="13038" y="1503"/>
                </a:lnTo>
                <a:lnTo>
                  <a:pt x="16376" y="0"/>
                </a:lnTo>
                <a:close/>
              </a:path>
            </a:pathLst>
          </a:custGeom>
          <a:solidFill>
            <a:srgbClr val="90B9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6" name="contour_17514"/>
          <p:cNvSpPr/>
          <p:nvPr/>
        </p:nvSpPr>
        <p:spPr>
          <a:xfrm>
            <a:off x="287318" y="191674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BCD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7" name="contour_17515"/>
          <p:cNvSpPr/>
          <p:nvPr/>
        </p:nvSpPr>
        <p:spPr>
          <a:xfrm>
            <a:off x="6970407" y="190945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795" y="5213"/>
                </a:lnTo>
                <a:lnTo>
                  <a:pt x="5430" y="3607"/>
                </a:lnTo>
                <a:lnTo>
                  <a:pt x="7975" y="2354"/>
                </a:lnTo>
                <a:lnTo>
                  <a:pt x="10493" y="1404"/>
                </a:lnTo>
                <a:lnTo>
                  <a:pt x="13051" y="734"/>
                </a:lnTo>
                <a:lnTo>
                  <a:pt x="15708" y="302"/>
                </a:lnTo>
                <a:lnTo>
                  <a:pt x="18537" y="72"/>
                </a:lnTo>
                <a:lnTo>
                  <a:pt x="21600" y="0"/>
                </a:lnTo>
                <a:close/>
              </a:path>
            </a:pathLst>
          </a:custGeom>
          <a:solidFill>
            <a:srgbClr val="D7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8" name="contour_17516"/>
          <p:cNvSpPr/>
          <p:nvPr/>
        </p:nvSpPr>
        <p:spPr>
          <a:xfrm>
            <a:off x="1927116" y="190216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15" y="3548"/>
                </a:lnTo>
                <a:lnTo>
                  <a:pt x="18689" y="6350"/>
                </a:lnTo>
                <a:lnTo>
                  <a:pt x="19575" y="10800"/>
                </a:lnTo>
                <a:lnTo>
                  <a:pt x="20185" y="13813"/>
                </a:lnTo>
                <a:lnTo>
                  <a:pt x="20801" y="16875"/>
                </a:lnTo>
                <a:lnTo>
                  <a:pt x="21200" y="1921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637" y="17993"/>
                </a:lnTo>
                <a:lnTo>
                  <a:pt x="1312" y="14391"/>
                </a:lnTo>
                <a:lnTo>
                  <a:pt x="2025" y="10800"/>
                </a:lnTo>
                <a:lnTo>
                  <a:pt x="2592" y="7787"/>
                </a:lnTo>
                <a:lnTo>
                  <a:pt x="3164" y="4725"/>
                </a:lnTo>
                <a:lnTo>
                  <a:pt x="4271" y="2381"/>
                </a:lnTo>
                <a:lnTo>
                  <a:pt x="5400" y="0"/>
                </a:lnTo>
                <a:close/>
              </a:path>
            </a:pathLst>
          </a:custGeom>
          <a:solidFill>
            <a:srgbClr val="2D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19" name="contour_17517"/>
          <p:cNvSpPr/>
          <p:nvPr/>
        </p:nvSpPr>
        <p:spPr>
          <a:xfrm>
            <a:off x="11007954" y="190945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775" y="16150"/>
                </a:lnTo>
                <a:lnTo>
                  <a:pt x="16705" y="17201"/>
                </a:lnTo>
                <a:lnTo>
                  <a:pt x="14386" y="17978"/>
                </a:lnTo>
                <a:lnTo>
                  <a:pt x="10800" y="18900"/>
                </a:lnTo>
                <a:lnTo>
                  <a:pt x="7785" y="19714"/>
                </a:lnTo>
                <a:lnTo>
                  <a:pt x="4726" y="20534"/>
                </a:lnTo>
                <a:lnTo>
                  <a:pt x="2380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85D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0" name="contour_17518"/>
          <p:cNvSpPr/>
          <p:nvPr/>
        </p:nvSpPr>
        <p:spPr>
          <a:xfrm>
            <a:off x="6933967" y="190945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00" y="2020"/>
                </a:lnTo>
                <a:lnTo>
                  <a:pt x="13440" y="3548"/>
                </a:lnTo>
                <a:lnTo>
                  <a:pt x="15120" y="4892"/>
                </a:lnTo>
                <a:lnTo>
                  <a:pt x="16800" y="6350"/>
                </a:lnTo>
                <a:lnTo>
                  <a:pt x="18840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2138" y="14861"/>
                </a:lnTo>
                <a:lnTo>
                  <a:pt x="4285" y="13522"/>
                </a:lnTo>
                <a:lnTo>
                  <a:pt x="6450" y="12166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4C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1" name="contour_17519"/>
          <p:cNvSpPr/>
          <p:nvPr/>
        </p:nvSpPr>
        <p:spPr>
          <a:xfrm>
            <a:off x="8202689" y="1880302"/>
            <a:ext cx="285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53" y="0"/>
                </a:moveTo>
                <a:lnTo>
                  <a:pt x="7783" y="1782"/>
                </a:lnTo>
                <a:lnTo>
                  <a:pt x="10519" y="3568"/>
                </a:lnTo>
                <a:lnTo>
                  <a:pt x="13266" y="5360"/>
                </a:lnTo>
                <a:lnTo>
                  <a:pt x="16023" y="7160"/>
                </a:lnTo>
                <a:lnTo>
                  <a:pt x="18798" y="8971"/>
                </a:lnTo>
                <a:lnTo>
                  <a:pt x="21600" y="10800"/>
                </a:lnTo>
                <a:lnTo>
                  <a:pt x="17954" y="10800"/>
                </a:lnTo>
                <a:lnTo>
                  <a:pt x="14286" y="10800"/>
                </a:lnTo>
                <a:lnTo>
                  <a:pt x="10568" y="10800"/>
                </a:lnTo>
                <a:lnTo>
                  <a:pt x="8869" y="13478"/>
                </a:lnTo>
                <a:lnTo>
                  <a:pt x="7733" y="15379"/>
                </a:lnTo>
                <a:lnTo>
                  <a:pt x="6895" y="17021"/>
                </a:lnTo>
                <a:lnTo>
                  <a:pt x="6089" y="18922"/>
                </a:lnTo>
                <a:lnTo>
                  <a:pt x="5053" y="21600"/>
                </a:lnTo>
                <a:lnTo>
                  <a:pt x="3039" y="17201"/>
                </a:lnTo>
                <a:lnTo>
                  <a:pt x="1566" y="13828"/>
                </a:lnTo>
                <a:lnTo>
                  <a:pt x="590" y="11257"/>
                </a:lnTo>
                <a:lnTo>
                  <a:pt x="83" y="9270"/>
                </a:lnTo>
                <a:lnTo>
                  <a:pt x="0" y="7639"/>
                </a:lnTo>
                <a:lnTo>
                  <a:pt x="309" y="6149"/>
                </a:lnTo>
                <a:lnTo>
                  <a:pt x="971" y="4576"/>
                </a:lnTo>
                <a:lnTo>
                  <a:pt x="1953" y="2700"/>
                </a:lnTo>
                <a:lnTo>
                  <a:pt x="3492" y="1361"/>
                </a:lnTo>
                <a:lnTo>
                  <a:pt x="5053" y="0"/>
                </a:lnTo>
                <a:close/>
              </a:path>
            </a:pathLst>
          </a:custGeom>
          <a:solidFill>
            <a:srgbClr val="E3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2" name="contour_17520"/>
          <p:cNvSpPr/>
          <p:nvPr/>
        </p:nvSpPr>
        <p:spPr>
          <a:xfrm>
            <a:off x="2268996" y="1873014"/>
            <a:ext cx="2980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3961" y="713"/>
                </a:lnTo>
                <a:lnTo>
                  <a:pt x="7452" y="1426"/>
                </a:lnTo>
                <a:lnTo>
                  <a:pt x="10958" y="2143"/>
                </a:lnTo>
                <a:lnTo>
                  <a:pt x="14481" y="2864"/>
                </a:lnTo>
                <a:lnTo>
                  <a:pt x="18025" y="3590"/>
                </a:lnTo>
                <a:lnTo>
                  <a:pt x="21600" y="4320"/>
                </a:lnTo>
                <a:lnTo>
                  <a:pt x="20105" y="6765"/>
                </a:lnTo>
                <a:lnTo>
                  <a:pt x="18611" y="9210"/>
                </a:lnTo>
                <a:lnTo>
                  <a:pt x="17111" y="11664"/>
                </a:lnTo>
                <a:lnTo>
                  <a:pt x="15606" y="14126"/>
                </a:lnTo>
                <a:lnTo>
                  <a:pt x="14090" y="16602"/>
                </a:lnTo>
                <a:lnTo>
                  <a:pt x="12569" y="19090"/>
                </a:lnTo>
                <a:lnTo>
                  <a:pt x="11038" y="21600"/>
                </a:lnTo>
                <a:lnTo>
                  <a:pt x="7901" y="19492"/>
                </a:lnTo>
                <a:lnTo>
                  <a:pt x="5756" y="17889"/>
                </a:lnTo>
                <a:lnTo>
                  <a:pt x="3612" y="15984"/>
                </a:lnTo>
                <a:lnTo>
                  <a:pt x="475" y="12960"/>
                </a:lnTo>
                <a:lnTo>
                  <a:pt x="158" y="9487"/>
                </a:lnTo>
                <a:lnTo>
                  <a:pt x="0" y="7076"/>
                </a:lnTo>
                <a:lnTo>
                  <a:pt x="0" y="5106"/>
                </a:lnTo>
                <a:lnTo>
                  <a:pt x="158" y="2955"/>
                </a:lnTo>
                <a:lnTo>
                  <a:pt x="475" y="0"/>
                </a:lnTo>
                <a:close/>
              </a:path>
            </a:pathLst>
          </a:custGeom>
          <a:solidFill>
            <a:srgbClr val="8487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3" name="contour_17521"/>
          <p:cNvSpPr/>
          <p:nvPr/>
        </p:nvSpPr>
        <p:spPr>
          <a:xfrm>
            <a:off x="1001542" y="187301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3856"/>
                </a:lnTo>
                <a:lnTo>
                  <a:pt x="20039" y="6626"/>
                </a:lnTo>
                <a:lnTo>
                  <a:pt x="19219" y="9088"/>
                </a:lnTo>
                <a:lnTo>
                  <a:pt x="18025" y="12020"/>
                </a:lnTo>
                <a:lnTo>
                  <a:pt x="16200" y="16200"/>
                </a:lnTo>
                <a:lnTo>
                  <a:pt x="12020" y="18025"/>
                </a:lnTo>
                <a:lnTo>
                  <a:pt x="9088" y="19219"/>
                </a:lnTo>
                <a:lnTo>
                  <a:pt x="6626" y="20039"/>
                </a:lnTo>
                <a:lnTo>
                  <a:pt x="3856" y="2074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9F2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4" name="contour_17522"/>
          <p:cNvSpPr/>
          <p:nvPr/>
        </p:nvSpPr>
        <p:spPr>
          <a:xfrm>
            <a:off x="775614" y="18657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25F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5" name="contour_17523"/>
          <p:cNvSpPr/>
          <p:nvPr/>
        </p:nvSpPr>
        <p:spPr>
          <a:xfrm>
            <a:off x="7837678" y="185115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AC8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6" name="contour_17524"/>
          <p:cNvSpPr/>
          <p:nvPr/>
        </p:nvSpPr>
        <p:spPr>
          <a:xfrm>
            <a:off x="4055210" y="1836574"/>
            <a:ext cx="3038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543" y="0"/>
                </a:moveTo>
                <a:lnTo>
                  <a:pt x="18113" y="0"/>
                </a:lnTo>
                <a:lnTo>
                  <a:pt x="20724" y="0"/>
                </a:lnTo>
                <a:lnTo>
                  <a:pt x="21082" y="2231"/>
                </a:lnTo>
                <a:lnTo>
                  <a:pt x="21367" y="4440"/>
                </a:lnTo>
                <a:lnTo>
                  <a:pt x="21548" y="6631"/>
                </a:lnTo>
                <a:lnTo>
                  <a:pt x="21600" y="8816"/>
                </a:lnTo>
                <a:lnTo>
                  <a:pt x="21496" y="11004"/>
                </a:lnTo>
                <a:lnTo>
                  <a:pt x="21217" y="13204"/>
                </a:lnTo>
                <a:lnTo>
                  <a:pt x="20724" y="15429"/>
                </a:lnTo>
                <a:lnTo>
                  <a:pt x="17414" y="17144"/>
                </a:lnTo>
                <a:lnTo>
                  <a:pt x="14968" y="18357"/>
                </a:lnTo>
                <a:lnTo>
                  <a:pt x="12953" y="19236"/>
                </a:lnTo>
                <a:lnTo>
                  <a:pt x="10937" y="19955"/>
                </a:lnTo>
                <a:lnTo>
                  <a:pt x="8492" y="20687"/>
                </a:lnTo>
                <a:lnTo>
                  <a:pt x="5181" y="21600"/>
                </a:lnTo>
                <a:lnTo>
                  <a:pt x="4155" y="19767"/>
                </a:lnTo>
                <a:lnTo>
                  <a:pt x="3124" y="17928"/>
                </a:lnTo>
                <a:lnTo>
                  <a:pt x="2093" y="16083"/>
                </a:lnTo>
                <a:lnTo>
                  <a:pt x="1052" y="14222"/>
                </a:lnTo>
                <a:lnTo>
                  <a:pt x="0" y="12343"/>
                </a:lnTo>
                <a:lnTo>
                  <a:pt x="3078" y="12343"/>
                </a:lnTo>
                <a:lnTo>
                  <a:pt x="6166" y="12343"/>
                </a:lnTo>
                <a:lnTo>
                  <a:pt x="9264" y="12343"/>
                </a:lnTo>
                <a:lnTo>
                  <a:pt x="12388" y="12343"/>
                </a:lnTo>
                <a:lnTo>
                  <a:pt x="15543" y="12343"/>
                </a:lnTo>
                <a:lnTo>
                  <a:pt x="15543" y="10306"/>
                </a:lnTo>
                <a:lnTo>
                  <a:pt x="15543" y="8267"/>
                </a:lnTo>
                <a:lnTo>
                  <a:pt x="15543" y="6218"/>
                </a:lnTo>
                <a:lnTo>
                  <a:pt x="15543" y="4160"/>
                </a:lnTo>
                <a:lnTo>
                  <a:pt x="15543" y="2089"/>
                </a:lnTo>
                <a:lnTo>
                  <a:pt x="15543" y="0"/>
                </a:lnTo>
                <a:close/>
              </a:path>
            </a:pathLst>
          </a:custGeom>
          <a:solidFill>
            <a:srgbClr val="DDE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7" name="contour_17525"/>
          <p:cNvSpPr/>
          <p:nvPr/>
        </p:nvSpPr>
        <p:spPr>
          <a:xfrm>
            <a:off x="11241170" y="184386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C48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8" name="contour_17526"/>
          <p:cNvSpPr/>
          <p:nvPr/>
        </p:nvSpPr>
        <p:spPr>
          <a:xfrm>
            <a:off x="7349382" y="182199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EAC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29" name="contour_17527"/>
          <p:cNvSpPr/>
          <p:nvPr/>
        </p:nvSpPr>
        <p:spPr>
          <a:xfrm>
            <a:off x="11051682" y="181471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855"/>
                </a:lnTo>
                <a:lnTo>
                  <a:pt x="13781" y="1715"/>
                </a:lnTo>
                <a:lnTo>
                  <a:pt x="16364" y="2575"/>
                </a:lnTo>
                <a:lnTo>
                  <a:pt x="18969" y="3443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0822" y="20174"/>
                </a:lnTo>
                <a:lnTo>
                  <a:pt x="8679" y="18744"/>
                </a:lnTo>
                <a:lnTo>
                  <a:pt x="6528" y="17310"/>
                </a:lnTo>
                <a:lnTo>
                  <a:pt x="4368" y="15872"/>
                </a:lnTo>
                <a:lnTo>
                  <a:pt x="2195" y="14420"/>
                </a:lnTo>
                <a:lnTo>
                  <a:pt x="0" y="12960"/>
                </a:lnTo>
                <a:lnTo>
                  <a:pt x="2856" y="12960"/>
                </a:lnTo>
                <a:lnTo>
                  <a:pt x="5728" y="12960"/>
                </a:lnTo>
                <a:lnTo>
                  <a:pt x="8640" y="12960"/>
                </a:lnTo>
                <a:lnTo>
                  <a:pt x="8640" y="10394"/>
                </a:lnTo>
                <a:lnTo>
                  <a:pt x="8640" y="7819"/>
                </a:lnTo>
                <a:lnTo>
                  <a:pt x="8640" y="5236"/>
                </a:lnTo>
                <a:lnTo>
                  <a:pt x="8640" y="2631"/>
                </a:lnTo>
                <a:lnTo>
                  <a:pt x="8640" y="0"/>
                </a:lnTo>
                <a:close/>
              </a:path>
            </a:pathLst>
          </a:custGeom>
          <a:solidFill>
            <a:srgbClr val="6A69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0" name="contour_17528"/>
          <p:cNvSpPr/>
          <p:nvPr/>
        </p:nvSpPr>
        <p:spPr>
          <a:xfrm>
            <a:off x="10913210" y="182199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93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163" y="5789"/>
                </a:lnTo>
                <a:lnTo>
                  <a:pt x="16649" y="7481"/>
                </a:lnTo>
                <a:lnTo>
                  <a:pt x="17945" y="10123"/>
                </a:lnTo>
                <a:lnTo>
                  <a:pt x="19457" y="1455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BDF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1" name="contour_17529"/>
          <p:cNvSpPr/>
          <p:nvPr/>
        </p:nvSpPr>
        <p:spPr>
          <a:xfrm>
            <a:off x="10964226" y="180742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2673"/>
                </a:lnTo>
                <a:lnTo>
                  <a:pt x="15816" y="5351"/>
                </a:lnTo>
                <a:lnTo>
                  <a:pt x="17250" y="8041"/>
                </a:lnTo>
                <a:lnTo>
                  <a:pt x="18688" y="10741"/>
                </a:lnTo>
                <a:lnTo>
                  <a:pt x="20140" y="13457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1369" y="15136"/>
                </a:lnTo>
                <a:lnTo>
                  <a:pt x="2454" y="10670"/>
                </a:lnTo>
                <a:lnTo>
                  <a:pt x="3504" y="7646"/>
                </a:lnTo>
                <a:lnTo>
                  <a:pt x="4765" y="5508"/>
                </a:lnTo>
                <a:lnTo>
                  <a:pt x="6484" y="3704"/>
                </a:lnTo>
                <a:lnTo>
                  <a:pt x="8908" y="1685"/>
                </a:lnTo>
                <a:lnTo>
                  <a:pt x="9914" y="1269"/>
                </a:lnTo>
                <a:lnTo>
                  <a:pt x="12960" y="0"/>
                </a:lnTo>
                <a:close/>
              </a:path>
            </a:pathLst>
          </a:custGeom>
          <a:solidFill>
            <a:srgbClr val="C6CB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2" name="contour_17530"/>
          <p:cNvSpPr/>
          <p:nvPr/>
        </p:nvSpPr>
        <p:spPr>
          <a:xfrm>
            <a:off x="10563386" y="182199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404" y="20966"/>
                </a:lnTo>
                <a:lnTo>
                  <a:pt x="17208" y="20304"/>
                </a:lnTo>
                <a:lnTo>
                  <a:pt x="15016" y="19613"/>
                </a:lnTo>
                <a:lnTo>
                  <a:pt x="12823" y="18900"/>
                </a:lnTo>
                <a:lnTo>
                  <a:pt x="10375" y="18144"/>
                </a:lnTo>
                <a:lnTo>
                  <a:pt x="7888" y="17381"/>
                </a:lnTo>
                <a:lnTo>
                  <a:pt x="5767" y="15811"/>
                </a:lnTo>
                <a:lnTo>
                  <a:pt x="4295" y="14119"/>
                </a:lnTo>
                <a:lnTo>
                  <a:pt x="3096" y="11477"/>
                </a:lnTo>
                <a:lnTo>
                  <a:pt x="1793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2D2E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3" name="contour_17531"/>
          <p:cNvSpPr/>
          <p:nvPr/>
        </p:nvSpPr>
        <p:spPr>
          <a:xfrm>
            <a:off x="6810071" y="181471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2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4" name="contour_17532"/>
          <p:cNvSpPr/>
          <p:nvPr/>
        </p:nvSpPr>
        <p:spPr>
          <a:xfrm>
            <a:off x="10774738" y="180013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69"/>
                </a:lnTo>
                <a:lnTo>
                  <a:pt x="13781" y="2144"/>
                </a:lnTo>
                <a:lnTo>
                  <a:pt x="16364" y="3218"/>
                </a:lnTo>
                <a:lnTo>
                  <a:pt x="18969" y="4304"/>
                </a:lnTo>
                <a:lnTo>
                  <a:pt x="21600" y="5400"/>
                </a:lnTo>
                <a:lnTo>
                  <a:pt x="19457" y="6404"/>
                </a:lnTo>
                <a:lnTo>
                  <a:pt x="17280" y="7425"/>
                </a:lnTo>
                <a:lnTo>
                  <a:pt x="15137" y="9099"/>
                </a:lnTo>
                <a:lnTo>
                  <a:pt x="12960" y="10800"/>
                </a:lnTo>
                <a:lnTo>
                  <a:pt x="12960" y="14369"/>
                </a:lnTo>
                <a:lnTo>
                  <a:pt x="12960" y="17960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C7CB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5" name="contour_17533"/>
          <p:cNvSpPr/>
          <p:nvPr/>
        </p:nvSpPr>
        <p:spPr>
          <a:xfrm>
            <a:off x="4128090" y="1800134"/>
            <a:ext cx="377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0"/>
                </a:moveTo>
                <a:lnTo>
                  <a:pt x="7068" y="513"/>
                </a:lnTo>
                <a:lnTo>
                  <a:pt x="9903" y="1107"/>
                </a:lnTo>
                <a:lnTo>
                  <a:pt x="12693" y="1836"/>
                </a:lnTo>
                <a:lnTo>
                  <a:pt x="15441" y="2759"/>
                </a:lnTo>
                <a:lnTo>
                  <a:pt x="18156" y="3926"/>
                </a:lnTo>
                <a:lnTo>
                  <a:pt x="20849" y="5400"/>
                </a:lnTo>
                <a:lnTo>
                  <a:pt x="2135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50" y="17744"/>
                </a:lnTo>
                <a:lnTo>
                  <a:pt x="20849" y="21600"/>
                </a:lnTo>
                <a:lnTo>
                  <a:pt x="18268" y="20930"/>
                </a:lnTo>
                <a:lnTo>
                  <a:pt x="15687" y="20261"/>
                </a:lnTo>
                <a:lnTo>
                  <a:pt x="13098" y="19591"/>
                </a:lnTo>
                <a:lnTo>
                  <a:pt x="10504" y="18922"/>
                </a:lnTo>
                <a:lnTo>
                  <a:pt x="7898" y="18247"/>
                </a:lnTo>
                <a:lnTo>
                  <a:pt x="5279" y="17566"/>
                </a:lnTo>
                <a:lnTo>
                  <a:pt x="2648" y="16886"/>
                </a:lnTo>
                <a:lnTo>
                  <a:pt x="0" y="16200"/>
                </a:lnTo>
                <a:lnTo>
                  <a:pt x="826" y="12992"/>
                </a:lnTo>
                <a:lnTo>
                  <a:pt x="1655" y="9774"/>
                </a:lnTo>
                <a:lnTo>
                  <a:pt x="2485" y="6545"/>
                </a:lnTo>
                <a:lnTo>
                  <a:pt x="3323" y="3289"/>
                </a:lnTo>
                <a:lnTo>
                  <a:pt x="4170" y="0"/>
                </a:lnTo>
                <a:close/>
              </a:path>
            </a:pathLst>
          </a:custGeom>
          <a:solidFill>
            <a:srgbClr val="C2D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6" name="contour_17534"/>
          <p:cNvSpPr/>
          <p:nvPr/>
        </p:nvSpPr>
        <p:spPr>
          <a:xfrm>
            <a:off x="2218636" y="179284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712" y="15136"/>
                </a:lnTo>
                <a:lnTo>
                  <a:pt x="3067" y="10670"/>
                </a:lnTo>
                <a:lnTo>
                  <a:pt x="4379" y="7646"/>
                </a:lnTo>
                <a:lnTo>
                  <a:pt x="5956" y="5508"/>
                </a:lnTo>
                <a:lnTo>
                  <a:pt x="8105" y="3704"/>
                </a:lnTo>
                <a:lnTo>
                  <a:pt x="11135" y="1685"/>
                </a:lnTo>
                <a:lnTo>
                  <a:pt x="12398" y="1269"/>
                </a:lnTo>
                <a:lnTo>
                  <a:pt x="16200" y="0"/>
                </a:lnTo>
                <a:close/>
              </a:path>
            </a:pathLst>
          </a:custGeom>
          <a:solidFill>
            <a:srgbClr val="6A6A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7" name="contour_17535"/>
          <p:cNvSpPr/>
          <p:nvPr/>
        </p:nvSpPr>
        <p:spPr>
          <a:xfrm>
            <a:off x="7050574" y="1793735"/>
            <a:ext cx="36440" cy="355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60" y="292"/>
                </a:moveTo>
                <a:lnTo>
                  <a:pt x="19967" y="2072"/>
                </a:lnTo>
                <a:lnTo>
                  <a:pt x="21600" y="3888"/>
                </a:lnTo>
                <a:lnTo>
                  <a:pt x="21185" y="6965"/>
                </a:lnTo>
                <a:lnTo>
                  <a:pt x="20619" y="9928"/>
                </a:lnTo>
                <a:lnTo>
                  <a:pt x="19915" y="12824"/>
                </a:lnTo>
                <a:lnTo>
                  <a:pt x="19107" y="15697"/>
                </a:lnTo>
                <a:lnTo>
                  <a:pt x="18222" y="18607"/>
                </a:lnTo>
                <a:lnTo>
                  <a:pt x="17280" y="21600"/>
                </a:lnTo>
                <a:lnTo>
                  <a:pt x="15142" y="19408"/>
                </a:lnTo>
                <a:lnTo>
                  <a:pt x="12999" y="17212"/>
                </a:lnTo>
                <a:lnTo>
                  <a:pt x="10856" y="15015"/>
                </a:lnTo>
                <a:lnTo>
                  <a:pt x="8705" y="12810"/>
                </a:lnTo>
                <a:lnTo>
                  <a:pt x="6545" y="10596"/>
                </a:lnTo>
                <a:lnTo>
                  <a:pt x="4376" y="8373"/>
                </a:lnTo>
                <a:lnTo>
                  <a:pt x="2195" y="6137"/>
                </a:lnTo>
                <a:lnTo>
                  <a:pt x="0" y="3888"/>
                </a:lnTo>
                <a:lnTo>
                  <a:pt x="2717" y="2759"/>
                </a:lnTo>
                <a:lnTo>
                  <a:pt x="5275" y="1776"/>
                </a:lnTo>
                <a:lnTo>
                  <a:pt x="7750" y="970"/>
                </a:lnTo>
                <a:lnTo>
                  <a:pt x="10221" y="376"/>
                </a:lnTo>
                <a:lnTo>
                  <a:pt x="12757" y="40"/>
                </a:lnTo>
                <a:lnTo>
                  <a:pt x="15448" y="0"/>
                </a:lnTo>
                <a:lnTo>
                  <a:pt x="18360" y="292"/>
                </a:lnTo>
                <a:close/>
              </a:path>
            </a:pathLst>
          </a:custGeom>
          <a:solidFill>
            <a:srgbClr val="E7EC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8" name="contour_17536"/>
          <p:cNvSpPr/>
          <p:nvPr/>
        </p:nvSpPr>
        <p:spPr>
          <a:xfrm>
            <a:off x="615278" y="180013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2AF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39" name="contour_17537"/>
          <p:cNvSpPr/>
          <p:nvPr/>
        </p:nvSpPr>
        <p:spPr>
          <a:xfrm>
            <a:off x="8223941" y="1785558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338" y="4028"/>
                </a:lnTo>
                <a:lnTo>
                  <a:pt x="19318" y="6872"/>
                </a:lnTo>
                <a:lnTo>
                  <a:pt x="20534" y="8935"/>
                </a:lnTo>
                <a:lnTo>
                  <a:pt x="21182" y="10609"/>
                </a:lnTo>
                <a:lnTo>
                  <a:pt x="21470" y="12298"/>
                </a:lnTo>
                <a:lnTo>
                  <a:pt x="21600" y="14400"/>
                </a:lnTo>
                <a:lnTo>
                  <a:pt x="17186" y="16308"/>
                </a:lnTo>
                <a:lnTo>
                  <a:pt x="13896" y="17665"/>
                </a:lnTo>
                <a:lnTo>
                  <a:pt x="11131" y="18677"/>
                </a:lnTo>
                <a:lnTo>
                  <a:pt x="8294" y="19534"/>
                </a:lnTo>
                <a:lnTo>
                  <a:pt x="4788" y="20441"/>
                </a:lnTo>
                <a:lnTo>
                  <a:pt x="0" y="21600"/>
                </a:lnTo>
                <a:lnTo>
                  <a:pt x="770" y="19404"/>
                </a:lnTo>
                <a:lnTo>
                  <a:pt x="1555" y="17212"/>
                </a:lnTo>
                <a:lnTo>
                  <a:pt x="2347" y="15016"/>
                </a:lnTo>
                <a:lnTo>
                  <a:pt x="3154" y="12823"/>
                </a:lnTo>
                <a:lnTo>
                  <a:pt x="4032" y="10375"/>
                </a:lnTo>
                <a:lnTo>
                  <a:pt x="4925" y="7888"/>
                </a:lnTo>
                <a:lnTo>
                  <a:pt x="6350" y="5353"/>
                </a:lnTo>
                <a:lnTo>
                  <a:pt x="7812" y="3686"/>
                </a:lnTo>
                <a:lnTo>
                  <a:pt x="10202" y="2149"/>
                </a:lnTo>
                <a:lnTo>
                  <a:pt x="14400" y="0"/>
                </a:lnTo>
                <a:close/>
              </a:path>
            </a:pathLst>
          </a:custGeom>
          <a:solidFill>
            <a:srgbClr val="EC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0" name="contour_17538"/>
          <p:cNvSpPr/>
          <p:nvPr/>
        </p:nvSpPr>
        <p:spPr>
          <a:xfrm>
            <a:off x="5301457" y="1785558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3895" y="2052"/>
                </a:lnTo>
                <a:lnTo>
                  <a:pt x="4198" y="4117"/>
                </a:lnTo>
                <a:lnTo>
                  <a:pt x="4500" y="6212"/>
                </a:lnTo>
                <a:lnTo>
                  <a:pt x="6116" y="10143"/>
                </a:lnTo>
                <a:lnTo>
                  <a:pt x="7294" y="12342"/>
                </a:lnTo>
                <a:lnTo>
                  <a:pt x="8611" y="13625"/>
                </a:lnTo>
                <a:lnTo>
                  <a:pt x="10645" y="14783"/>
                </a:lnTo>
                <a:lnTo>
                  <a:pt x="12820" y="15375"/>
                </a:lnTo>
                <a:lnTo>
                  <a:pt x="15005" y="15906"/>
                </a:lnTo>
                <a:lnTo>
                  <a:pt x="17201" y="16394"/>
                </a:lnTo>
                <a:lnTo>
                  <a:pt x="19400" y="16848"/>
                </a:lnTo>
                <a:lnTo>
                  <a:pt x="21600" y="17280"/>
                </a:lnTo>
                <a:lnTo>
                  <a:pt x="19372" y="17816"/>
                </a:lnTo>
                <a:lnTo>
                  <a:pt x="17143" y="18351"/>
                </a:lnTo>
                <a:lnTo>
                  <a:pt x="14908" y="18887"/>
                </a:lnTo>
                <a:lnTo>
                  <a:pt x="12668" y="19423"/>
                </a:lnTo>
                <a:lnTo>
                  <a:pt x="10418" y="19963"/>
                </a:lnTo>
                <a:lnTo>
                  <a:pt x="8158" y="20507"/>
                </a:lnTo>
                <a:lnTo>
                  <a:pt x="5886" y="21051"/>
                </a:lnTo>
                <a:lnTo>
                  <a:pt x="3600" y="21600"/>
                </a:lnTo>
                <a:lnTo>
                  <a:pt x="2264" y="16070"/>
                </a:lnTo>
                <a:lnTo>
                  <a:pt x="1357" y="12243"/>
                </a:lnTo>
                <a:lnTo>
                  <a:pt x="778" y="9634"/>
                </a:lnTo>
                <a:lnTo>
                  <a:pt x="425" y="7763"/>
                </a:lnTo>
                <a:lnTo>
                  <a:pt x="198" y="6152"/>
                </a:lnTo>
                <a:lnTo>
                  <a:pt x="0" y="4320"/>
                </a:lnTo>
                <a:lnTo>
                  <a:pt x="1786" y="2177"/>
                </a:lnTo>
                <a:lnTo>
                  <a:pt x="3600" y="0"/>
                </a:lnTo>
                <a:close/>
              </a:path>
            </a:pathLst>
          </a:custGeom>
          <a:solidFill>
            <a:srgbClr val="CFE6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1" name="contour_17539"/>
          <p:cNvSpPr/>
          <p:nvPr/>
        </p:nvSpPr>
        <p:spPr>
          <a:xfrm>
            <a:off x="1570005" y="1778962"/>
            <a:ext cx="36440" cy="2117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729"/>
                </a:moveTo>
                <a:lnTo>
                  <a:pt x="21600" y="11644"/>
                </a:lnTo>
                <a:lnTo>
                  <a:pt x="21600" y="1658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685"/>
                </a:lnTo>
                <a:lnTo>
                  <a:pt x="0" y="11741"/>
                </a:lnTo>
                <a:lnTo>
                  <a:pt x="0" y="6729"/>
                </a:lnTo>
                <a:lnTo>
                  <a:pt x="3097" y="2967"/>
                </a:lnTo>
                <a:lnTo>
                  <a:pt x="6091" y="788"/>
                </a:lnTo>
                <a:lnTo>
                  <a:pt x="9037" y="0"/>
                </a:lnTo>
                <a:lnTo>
                  <a:pt x="12001" y="387"/>
                </a:lnTo>
                <a:lnTo>
                  <a:pt x="15042" y="1770"/>
                </a:lnTo>
                <a:lnTo>
                  <a:pt x="18222" y="3948"/>
                </a:lnTo>
                <a:lnTo>
                  <a:pt x="21600" y="6729"/>
                </a:lnTo>
                <a:close/>
              </a:path>
            </a:pathLst>
          </a:custGeom>
          <a:solidFill>
            <a:srgbClr val="2624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2" name="contour_17540"/>
          <p:cNvSpPr/>
          <p:nvPr/>
        </p:nvSpPr>
        <p:spPr>
          <a:xfrm>
            <a:off x="5046377" y="177827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524"/>
                </a:lnTo>
                <a:lnTo>
                  <a:pt x="9763" y="1134"/>
                </a:lnTo>
                <a:lnTo>
                  <a:pt x="13228" y="2365"/>
                </a:lnTo>
                <a:lnTo>
                  <a:pt x="15582" y="3186"/>
                </a:lnTo>
                <a:lnTo>
                  <a:pt x="17971" y="4028"/>
                </a:lnTo>
                <a:lnTo>
                  <a:pt x="19773" y="4709"/>
                </a:lnTo>
                <a:lnTo>
                  <a:pt x="21600" y="5400"/>
                </a:lnTo>
                <a:lnTo>
                  <a:pt x="20788" y="9418"/>
                </a:lnTo>
                <a:lnTo>
                  <a:pt x="20157" y="12269"/>
                </a:lnTo>
                <a:lnTo>
                  <a:pt x="19500" y="14731"/>
                </a:lnTo>
                <a:lnTo>
                  <a:pt x="18611" y="17582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6074" y="8818"/>
                </a:lnTo>
                <a:lnTo>
                  <a:pt x="4320" y="7592"/>
                </a:lnTo>
                <a:lnTo>
                  <a:pt x="2566" y="6626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B9E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3" name="contour_17541"/>
          <p:cNvSpPr/>
          <p:nvPr/>
        </p:nvSpPr>
        <p:spPr>
          <a:xfrm>
            <a:off x="4375226" y="1756406"/>
            <a:ext cx="2980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1817" y="549"/>
                </a:lnTo>
                <a:lnTo>
                  <a:pt x="3100" y="1076"/>
                </a:lnTo>
                <a:lnTo>
                  <a:pt x="4700" y="1728"/>
                </a:lnTo>
                <a:lnTo>
                  <a:pt x="6976" y="2661"/>
                </a:lnTo>
                <a:lnTo>
                  <a:pt x="10309" y="4022"/>
                </a:lnTo>
                <a:lnTo>
                  <a:pt x="15057" y="5966"/>
                </a:lnTo>
                <a:lnTo>
                  <a:pt x="21600" y="8640"/>
                </a:lnTo>
                <a:lnTo>
                  <a:pt x="20824" y="9590"/>
                </a:lnTo>
                <a:lnTo>
                  <a:pt x="20047" y="10545"/>
                </a:lnTo>
                <a:lnTo>
                  <a:pt x="18975" y="11863"/>
                </a:lnTo>
                <a:lnTo>
                  <a:pt x="17306" y="13906"/>
                </a:lnTo>
                <a:lnTo>
                  <a:pt x="14761" y="17029"/>
                </a:lnTo>
                <a:lnTo>
                  <a:pt x="11038" y="21600"/>
                </a:lnTo>
                <a:lnTo>
                  <a:pt x="7901" y="19492"/>
                </a:lnTo>
                <a:lnTo>
                  <a:pt x="5756" y="17889"/>
                </a:lnTo>
                <a:lnTo>
                  <a:pt x="3612" y="15984"/>
                </a:lnTo>
                <a:lnTo>
                  <a:pt x="475" y="12960"/>
                </a:lnTo>
                <a:lnTo>
                  <a:pt x="158" y="9487"/>
                </a:lnTo>
                <a:lnTo>
                  <a:pt x="0" y="7076"/>
                </a:lnTo>
                <a:lnTo>
                  <a:pt x="0" y="5106"/>
                </a:lnTo>
                <a:lnTo>
                  <a:pt x="158" y="2955"/>
                </a:lnTo>
                <a:lnTo>
                  <a:pt x="475" y="0"/>
                </a:lnTo>
                <a:close/>
              </a:path>
            </a:pathLst>
          </a:custGeom>
          <a:solidFill>
            <a:srgbClr val="B2E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4" name="contour_17542"/>
          <p:cNvSpPr/>
          <p:nvPr/>
        </p:nvSpPr>
        <p:spPr>
          <a:xfrm>
            <a:off x="11124562" y="176369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0" y="2259"/>
                </a:lnTo>
                <a:lnTo>
                  <a:pt x="17889" y="3914"/>
                </a:lnTo>
                <a:lnTo>
                  <a:pt x="19492" y="5772"/>
                </a:lnTo>
                <a:lnTo>
                  <a:pt x="21600" y="8640"/>
                </a:lnTo>
                <a:lnTo>
                  <a:pt x="19591" y="10986"/>
                </a:lnTo>
                <a:lnTo>
                  <a:pt x="17556" y="13271"/>
                </a:lnTo>
                <a:lnTo>
                  <a:pt x="15474" y="15483"/>
                </a:lnTo>
                <a:lnTo>
                  <a:pt x="13310" y="17617"/>
                </a:lnTo>
                <a:lnTo>
                  <a:pt x="11042" y="19660"/>
                </a:lnTo>
                <a:lnTo>
                  <a:pt x="8640" y="21600"/>
                </a:lnTo>
                <a:lnTo>
                  <a:pt x="5620" y="21077"/>
                </a:lnTo>
                <a:lnTo>
                  <a:pt x="3711" y="20451"/>
                </a:lnTo>
                <a:lnTo>
                  <a:pt x="2108" y="19319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2536" y="6350"/>
                </a:lnTo>
                <a:lnTo>
                  <a:pt x="4441" y="4722"/>
                </a:lnTo>
                <a:lnTo>
                  <a:pt x="6074" y="3508"/>
                </a:lnTo>
                <a:lnTo>
                  <a:pt x="7802" y="2480"/>
                </a:lnTo>
                <a:lnTo>
                  <a:pt x="9975" y="1391"/>
                </a:lnTo>
                <a:lnTo>
                  <a:pt x="12960" y="0"/>
                </a:lnTo>
                <a:close/>
              </a:path>
            </a:pathLst>
          </a:custGeom>
          <a:solidFill>
            <a:srgbClr val="EE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5" name="contour_17543"/>
          <p:cNvSpPr/>
          <p:nvPr/>
        </p:nvSpPr>
        <p:spPr>
          <a:xfrm>
            <a:off x="11066258" y="176369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4608" y="605"/>
                </a:lnTo>
                <a:lnTo>
                  <a:pt x="5551" y="1172"/>
                </a:lnTo>
                <a:lnTo>
                  <a:pt x="6638" y="1825"/>
                </a:lnTo>
                <a:lnTo>
                  <a:pt x="8078" y="2689"/>
                </a:lnTo>
                <a:lnTo>
                  <a:pt x="10084" y="3888"/>
                </a:lnTo>
                <a:lnTo>
                  <a:pt x="12863" y="5557"/>
                </a:lnTo>
                <a:lnTo>
                  <a:pt x="16632" y="7819"/>
                </a:lnTo>
                <a:lnTo>
                  <a:pt x="21600" y="10800"/>
                </a:lnTo>
                <a:lnTo>
                  <a:pt x="20707" y="13473"/>
                </a:lnTo>
                <a:lnTo>
                  <a:pt x="19814" y="16162"/>
                </a:lnTo>
                <a:lnTo>
                  <a:pt x="18911" y="18862"/>
                </a:lnTo>
                <a:lnTo>
                  <a:pt x="18000" y="21600"/>
                </a:lnTo>
                <a:lnTo>
                  <a:pt x="16992" y="20995"/>
                </a:lnTo>
                <a:lnTo>
                  <a:pt x="16049" y="20428"/>
                </a:lnTo>
                <a:lnTo>
                  <a:pt x="14962" y="19775"/>
                </a:lnTo>
                <a:lnTo>
                  <a:pt x="13522" y="18911"/>
                </a:lnTo>
                <a:lnTo>
                  <a:pt x="11516" y="17712"/>
                </a:lnTo>
                <a:lnTo>
                  <a:pt x="8737" y="16043"/>
                </a:lnTo>
                <a:lnTo>
                  <a:pt x="4968" y="13781"/>
                </a:lnTo>
                <a:lnTo>
                  <a:pt x="0" y="10800"/>
                </a:lnTo>
                <a:lnTo>
                  <a:pt x="893" y="8127"/>
                </a:lnTo>
                <a:lnTo>
                  <a:pt x="1786" y="5438"/>
                </a:lnTo>
                <a:lnTo>
                  <a:pt x="2689" y="2738"/>
                </a:lnTo>
                <a:lnTo>
                  <a:pt x="3600" y="0"/>
                </a:lnTo>
                <a:close/>
              </a:path>
            </a:pathLst>
          </a:custGeom>
          <a:solidFill>
            <a:srgbClr val="C7B0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6" name="contour_17544"/>
          <p:cNvSpPr/>
          <p:nvPr/>
        </p:nvSpPr>
        <p:spPr>
          <a:xfrm>
            <a:off x="10898634" y="176369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250" y="2424"/>
                </a:lnTo>
                <a:lnTo>
                  <a:pt x="16878" y="4260"/>
                </a:lnTo>
                <a:lnTo>
                  <a:pt x="18092" y="5871"/>
                </a:lnTo>
                <a:lnTo>
                  <a:pt x="19120" y="7620"/>
                </a:lnTo>
                <a:lnTo>
                  <a:pt x="20209" y="9863"/>
                </a:lnTo>
                <a:lnTo>
                  <a:pt x="21600" y="12960"/>
                </a:lnTo>
                <a:lnTo>
                  <a:pt x="20529" y="15098"/>
                </a:lnTo>
                <a:lnTo>
                  <a:pt x="19457" y="17250"/>
                </a:lnTo>
                <a:lnTo>
                  <a:pt x="18373" y="19410"/>
                </a:lnTo>
                <a:lnTo>
                  <a:pt x="17280" y="21600"/>
                </a:lnTo>
                <a:lnTo>
                  <a:pt x="15142" y="19462"/>
                </a:lnTo>
                <a:lnTo>
                  <a:pt x="12999" y="17319"/>
                </a:lnTo>
                <a:lnTo>
                  <a:pt x="10856" y="15176"/>
                </a:lnTo>
                <a:lnTo>
                  <a:pt x="8705" y="13025"/>
                </a:lnTo>
                <a:lnTo>
                  <a:pt x="6545" y="10865"/>
                </a:lnTo>
                <a:lnTo>
                  <a:pt x="4376" y="8696"/>
                </a:lnTo>
                <a:lnTo>
                  <a:pt x="2195" y="6515"/>
                </a:lnTo>
                <a:lnTo>
                  <a:pt x="0" y="4320"/>
                </a:lnTo>
                <a:lnTo>
                  <a:pt x="2955" y="2860"/>
                </a:lnTo>
                <a:lnTo>
                  <a:pt x="5106" y="1905"/>
                </a:lnTo>
                <a:lnTo>
                  <a:pt x="7076" y="1248"/>
                </a:lnTo>
                <a:lnTo>
                  <a:pt x="9487" y="683"/>
                </a:lnTo>
                <a:lnTo>
                  <a:pt x="12960" y="0"/>
                </a:lnTo>
                <a:close/>
              </a:path>
            </a:pathLst>
          </a:custGeom>
          <a:solidFill>
            <a:srgbClr val="4A49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7" name="contour_17545"/>
          <p:cNvSpPr/>
          <p:nvPr/>
        </p:nvSpPr>
        <p:spPr>
          <a:xfrm>
            <a:off x="2422700" y="174911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3569" y="17280"/>
                </a:lnTo>
                <a:lnTo>
                  <a:pt x="7160" y="17280"/>
                </a:lnTo>
                <a:lnTo>
                  <a:pt x="10800" y="17280"/>
                </a:lnTo>
                <a:lnTo>
                  <a:pt x="9909" y="14429"/>
                </a:lnTo>
                <a:lnTo>
                  <a:pt x="9018" y="11573"/>
                </a:lnTo>
                <a:lnTo>
                  <a:pt x="8122" y="8705"/>
                </a:lnTo>
                <a:lnTo>
                  <a:pt x="7220" y="5823"/>
                </a:lnTo>
                <a:lnTo>
                  <a:pt x="6313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5B5B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8" name="contour_17546"/>
          <p:cNvSpPr/>
          <p:nvPr/>
        </p:nvSpPr>
        <p:spPr>
          <a:xfrm>
            <a:off x="10891346" y="173454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783" y="2052"/>
                </a:lnTo>
                <a:lnTo>
                  <a:pt x="12601" y="4117"/>
                </a:lnTo>
                <a:lnTo>
                  <a:pt x="12420" y="6212"/>
                </a:lnTo>
                <a:lnTo>
                  <a:pt x="12502" y="7201"/>
                </a:lnTo>
                <a:lnTo>
                  <a:pt x="12640" y="8951"/>
                </a:lnTo>
                <a:lnTo>
                  <a:pt x="12960" y="12960"/>
                </a:lnTo>
                <a:lnTo>
                  <a:pt x="15526" y="14701"/>
                </a:lnTo>
                <a:lnTo>
                  <a:pt x="17280" y="15729"/>
                </a:lnTo>
                <a:lnTo>
                  <a:pt x="19034" y="16455"/>
                </a:lnTo>
                <a:lnTo>
                  <a:pt x="21600" y="17280"/>
                </a:lnTo>
                <a:lnTo>
                  <a:pt x="18749" y="17993"/>
                </a:lnTo>
                <a:lnTo>
                  <a:pt x="15893" y="18706"/>
                </a:lnTo>
                <a:lnTo>
                  <a:pt x="13025" y="19423"/>
                </a:lnTo>
                <a:lnTo>
                  <a:pt x="10143" y="20144"/>
                </a:lnTo>
                <a:lnTo>
                  <a:pt x="7245" y="20870"/>
                </a:lnTo>
                <a:lnTo>
                  <a:pt x="4320" y="21600"/>
                </a:lnTo>
                <a:lnTo>
                  <a:pt x="5210" y="18835"/>
                </a:lnTo>
                <a:lnTo>
                  <a:pt x="6108" y="16049"/>
                </a:lnTo>
                <a:lnTo>
                  <a:pt x="7020" y="13228"/>
                </a:lnTo>
                <a:lnTo>
                  <a:pt x="7901" y="9716"/>
                </a:lnTo>
                <a:lnTo>
                  <a:pt x="8320" y="7404"/>
                </a:lnTo>
                <a:lnTo>
                  <a:pt x="8640" y="4320"/>
                </a:lnTo>
                <a:lnTo>
                  <a:pt x="6225" y="2428"/>
                </a:lnTo>
                <a:lnTo>
                  <a:pt x="4519" y="1348"/>
                </a:lnTo>
                <a:lnTo>
                  <a:pt x="2717" y="674"/>
                </a:lnTo>
                <a:lnTo>
                  <a:pt x="0" y="0"/>
                </a:lnTo>
                <a:close/>
              </a:path>
            </a:pathLst>
          </a:custGeom>
          <a:solidFill>
            <a:srgbClr val="8B87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49" name="contour_17547"/>
          <p:cNvSpPr/>
          <p:nvPr/>
        </p:nvSpPr>
        <p:spPr>
          <a:xfrm>
            <a:off x="5702296" y="175640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3856"/>
                </a:lnTo>
                <a:lnTo>
                  <a:pt x="20039" y="6626"/>
                </a:lnTo>
                <a:lnTo>
                  <a:pt x="19219" y="9088"/>
                </a:lnTo>
                <a:lnTo>
                  <a:pt x="18025" y="12020"/>
                </a:lnTo>
                <a:lnTo>
                  <a:pt x="16200" y="16200"/>
                </a:lnTo>
                <a:lnTo>
                  <a:pt x="12020" y="18025"/>
                </a:lnTo>
                <a:lnTo>
                  <a:pt x="9088" y="19219"/>
                </a:lnTo>
                <a:lnTo>
                  <a:pt x="6626" y="20039"/>
                </a:lnTo>
                <a:lnTo>
                  <a:pt x="3856" y="2074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5CE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0" name="contour_17548"/>
          <p:cNvSpPr/>
          <p:nvPr/>
        </p:nvSpPr>
        <p:spPr>
          <a:xfrm>
            <a:off x="4776721" y="1748134"/>
            <a:ext cx="43728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930"/>
                </a:moveTo>
                <a:lnTo>
                  <a:pt x="6386" y="310"/>
                </a:lnTo>
                <a:lnTo>
                  <a:pt x="8341" y="0"/>
                </a:lnTo>
                <a:lnTo>
                  <a:pt x="9983" y="0"/>
                </a:lnTo>
                <a:lnTo>
                  <a:pt x="11830" y="310"/>
                </a:lnTo>
                <a:lnTo>
                  <a:pt x="14400" y="930"/>
                </a:lnTo>
                <a:lnTo>
                  <a:pt x="14400" y="5484"/>
                </a:lnTo>
                <a:lnTo>
                  <a:pt x="14400" y="10066"/>
                </a:lnTo>
                <a:lnTo>
                  <a:pt x="14400" y="14710"/>
                </a:lnTo>
                <a:lnTo>
                  <a:pt x="16182" y="16419"/>
                </a:lnTo>
                <a:lnTo>
                  <a:pt x="17971" y="18127"/>
                </a:lnTo>
                <a:lnTo>
                  <a:pt x="19775" y="1985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569" y="16474"/>
                </a:lnTo>
                <a:lnTo>
                  <a:pt x="1040" y="12836"/>
                </a:lnTo>
                <a:lnTo>
                  <a:pt x="1588" y="9694"/>
                </a:lnTo>
                <a:lnTo>
                  <a:pt x="2383" y="6056"/>
                </a:lnTo>
                <a:lnTo>
                  <a:pt x="3600" y="930"/>
                </a:lnTo>
                <a:close/>
              </a:path>
            </a:pathLst>
          </a:custGeom>
          <a:solidFill>
            <a:srgbClr val="9BC0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1" name="contour_17549"/>
          <p:cNvSpPr/>
          <p:nvPr/>
        </p:nvSpPr>
        <p:spPr>
          <a:xfrm>
            <a:off x="4456050" y="1727254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31" y="1011"/>
                </a:lnTo>
                <a:lnTo>
                  <a:pt x="6201" y="2056"/>
                </a:lnTo>
                <a:lnTo>
                  <a:pt x="9214" y="3162"/>
                </a:lnTo>
                <a:lnTo>
                  <a:pt x="12164" y="4346"/>
                </a:lnTo>
                <a:lnTo>
                  <a:pt x="15058" y="5642"/>
                </a:lnTo>
                <a:lnTo>
                  <a:pt x="17895" y="7063"/>
                </a:lnTo>
                <a:lnTo>
                  <a:pt x="20670" y="8640"/>
                </a:lnTo>
                <a:lnTo>
                  <a:pt x="212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290" y="18645"/>
                </a:lnTo>
                <a:lnTo>
                  <a:pt x="20670" y="21600"/>
                </a:lnTo>
                <a:lnTo>
                  <a:pt x="18071" y="20136"/>
                </a:lnTo>
                <a:lnTo>
                  <a:pt x="15482" y="18654"/>
                </a:lnTo>
                <a:lnTo>
                  <a:pt x="12903" y="17163"/>
                </a:lnTo>
                <a:lnTo>
                  <a:pt x="10335" y="15660"/>
                </a:lnTo>
                <a:lnTo>
                  <a:pt x="7451" y="14005"/>
                </a:lnTo>
                <a:lnTo>
                  <a:pt x="4522" y="12321"/>
                </a:lnTo>
                <a:lnTo>
                  <a:pt x="2279" y="10493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CF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2" name="contour_17550"/>
          <p:cNvSpPr/>
          <p:nvPr/>
        </p:nvSpPr>
        <p:spPr>
          <a:xfrm>
            <a:off x="1336789" y="1741830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19810" y="2916"/>
                </a:lnTo>
                <a:lnTo>
                  <a:pt x="18045" y="5645"/>
                </a:lnTo>
                <a:lnTo>
                  <a:pt x="16293" y="8194"/>
                </a:lnTo>
                <a:lnTo>
                  <a:pt x="14534" y="10570"/>
                </a:lnTo>
                <a:lnTo>
                  <a:pt x="12756" y="12780"/>
                </a:lnTo>
                <a:lnTo>
                  <a:pt x="10945" y="14832"/>
                </a:lnTo>
                <a:lnTo>
                  <a:pt x="9087" y="16740"/>
                </a:lnTo>
                <a:lnTo>
                  <a:pt x="7168" y="18497"/>
                </a:lnTo>
                <a:lnTo>
                  <a:pt x="5172" y="20110"/>
                </a:lnTo>
                <a:lnTo>
                  <a:pt x="3086" y="21600"/>
                </a:lnTo>
                <a:lnTo>
                  <a:pt x="2475" y="17323"/>
                </a:lnTo>
                <a:lnTo>
                  <a:pt x="1861" y="13032"/>
                </a:lnTo>
                <a:lnTo>
                  <a:pt x="1247" y="8726"/>
                </a:lnTo>
                <a:lnTo>
                  <a:pt x="62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8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3" name="contour_17551"/>
          <p:cNvSpPr/>
          <p:nvPr/>
        </p:nvSpPr>
        <p:spPr>
          <a:xfrm>
            <a:off x="11064618" y="1734542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2" y="1150"/>
                </a:lnTo>
                <a:lnTo>
                  <a:pt x="6110" y="2322"/>
                </a:lnTo>
                <a:lnTo>
                  <a:pt x="8690" y="3515"/>
                </a:lnTo>
                <a:lnTo>
                  <a:pt x="11265" y="4725"/>
                </a:lnTo>
                <a:lnTo>
                  <a:pt x="12121" y="5114"/>
                </a:lnTo>
                <a:lnTo>
                  <a:pt x="13626" y="5805"/>
                </a:lnTo>
                <a:lnTo>
                  <a:pt x="17077" y="7382"/>
                </a:lnTo>
                <a:lnTo>
                  <a:pt x="19322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42" y="21227"/>
                </a:lnTo>
                <a:lnTo>
                  <a:pt x="16309" y="20817"/>
                </a:lnTo>
                <a:lnTo>
                  <a:pt x="13700" y="20347"/>
                </a:lnTo>
                <a:lnTo>
                  <a:pt x="11112" y="19786"/>
                </a:lnTo>
                <a:lnTo>
                  <a:pt x="8545" y="19116"/>
                </a:lnTo>
                <a:lnTo>
                  <a:pt x="5994" y="18311"/>
                </a:lnTo>
                <a:lnTo>
                  <a:pt x="3456" y="17350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EF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4" name="contour_17552"/>
          <p:cNvSpPr/>
          <p:nvPr/>
        </p:nvSpPr>
        <p:spPr>
          <a:xfrm>
            <a:off x="10636266" y="171996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812"/>
                </a:lnTo>
                <a:lnTo>
                  <a:pt x="14135" y="1443"/>
                </a:lnTo>
                <a:lnTo>
                  <a:pt x="16105" y="2100"/>
                </a:lnTo>
                <a:lnTo>
                  <a:pt x="18386" y="298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9548" y="12783"/>
                </a:lnTo>
                <a:lnTo>
                  <a:pt x="17483" y="12601"/>
                </a:lnTo>
                <a:lnTo>
                  <a:pt x="15388" y="12420"/>
                </a:lnTo>
                <a:lnTo>
                  <a:pt x="14399" y="12502"/>
                </a:lnTo>
                <a:lnTo>
                  <a:pt x="12649" y="12640"/>
                </a:lnTo>
                <a:lnTo>
                  <a:pt x="8640" y="12960"/>
                </a:lnTo>
                <a:lnTo>
                  <a:pt x="6899" y="15526"/>
                </a:lnTo>
                <a:lnTo>
                  <a:pt x="5871" y="17280"/>
                </a:lnTo>
                <a:lnTo>
                  <a:pt x="5145" y="19034"/>
                </a:lnTo>
                <a:lnTo>
                  <a:pt x="4320" y="21600"/>
                </a:lnTo>
                <a:lnTo>
                  <a:pt x="3465" y="19034"/>
                </a:lnTo>
                <a:lnTo>
                  <a:pt x="2605" y="16459"/>
                </a:lnTo>
                <a:lnTo>
                  <a:pt x="1745" y="13876"/>
                </a:lnTo>
                <a:lnTo>
                  <a:pt x="877" y="11271"/>
                </a:lnTo>
                <a:lnTo>
                  <a:pt x="0" y="8640"/>
                </a:lnTo>
                <a:lnTo>
                  <a:pt x="2856" y="8640"/>
                </a:lnTo>
                <a:lnTo>
                  <a:pt x="5728" y="8640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8183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5" name="contour_17553"/>
          <p:cNvSpPr/>
          <p:nvPr/>
        </p:nvSpPr>
        <p:spPr>
          <a:xfrm>
            <a:off x="4412322" y="1726270"/>
            <a:ext cx="36440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930"/>
                </a:moveTo>
                <a:lnTo>
                  <a:pt x="12113" y="310"/>
                </a:lnTo>
                <a:lnTo>
                  <a:pt x="14524" y="0"/>
                </a:lnTo>
                <a:lnTo>
                  <a:pt x="16494" y="0"/>
                </a:lnTo>
                <a:lnTo>
                  <a:pt x="18645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503" y="17197"/>
                </a:lnTo>
                <a:lnTo>
                  <a:pt x="2657" y="13945"/>
                </a:lnTo>
                <a:lnTo>
                  <a:pt x="3711" y="11265"/>
                </a:lnTo>
                <a:lnTo>
                  <a:pt x="4899" y="8585"/>
                </a:lnTo>
                <a:lnTo>
                  <a:pt x="6463" y="5333"/>
                </a:lnTo>
                <a:lnTo>
                  <a:pt x="8640" y="930"/>
                </a:lnTo>
                <a:close/>
              </a:path>
            </a:pathLst>
          </a:custGeom>
          <a:solidFill>
            <a:srgbClr val="C8B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6" name="contour_17554"/>
          <p:cNvSpPr/>
          <p:nvPr/>
        </p:nvSpPr>
        <p:spPr>
          <a:xfrm>
            <a:off x="1140013" y="1690814"/>
            <a:ext cx="2284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403" y="1503"/>
                </a:lnTo>
                <a:lnTo>
                  <a:pt x="7655" y="2657"/>
                </a:lnTo>
                <a:lnTo>
                  <a:pt x="10335" y="3711"/>
                </a:lnTo>
                <a:lnTo>
                  <a:pt x="13015" y="4899"/>
                </a:lnTo>
                <a:lnTo>
                  <a:pt x="16267" y="6463"/>
                </a:lnTo>
                <a:lnTo>
                  <a:pt x="20670" y="8640"/>
                </a:lnTo>
                <a:lnTo>
                  <a:pt x="212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290" y="18645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45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7" name="contour_17555"/>
          <p:cNvSpPr/>
          <p:nvPr/>
        </p:nvSpPr>
        <p:spPr>
          <a:xfrm>
            <a:off x="4543505" y="169810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1156" y="15111"/>
                </a:lnTo>
                <a:lnTo>
                  <a:pt x="2327" y="12947"/>
                </a:lnTo>
                <a:lnTo>
                  <a:pt x="3521" y="10791"/>
                </a:lnTo>
                <a:lnTo>
                  <a:pt x="4725" y="8640"/>
                </a:lnTo>
                <a:lnTo>
                  <a:pt x="6043" y="6229"/>
                </a:lnTo>
                <a:lnTo>
                  <a:pt x="7382" y="3780"/>
                </a:lnTo>
                <a:lnTo>
                  <a:pt x="9077" y="1905"/>
                </a:lnTo>
                <a:lnTo>
                  <a:pt x="10800" y="0"/>
                </a:lnTo>
                <a:close/>
              </a:path>
            </a:pathLst>
          </a:custGeom>
          <a:solidFill>
            <a:srgbClr val="E0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8" name="contour_17556"/>
          <p:cNvSpPr/>
          <p:nvPr/>
        </p:nvSpPr>
        <p:spPr>
          <a:xfrm>
            <a:off x="994254" y="168352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7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59" name="contour_17557"/>
          <p:cNvSpPr/>
          <p:nvPr/>
        </p:nvSpPr>
        <p:spPr>
          <a:xfrm>
            <a:off x="10774738" y="169081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6841"/>
                </a:lnTo>
                <a:lnTo>
                  <a:pt x="8640" y="12053"/>
                </a:lnTo>
                <a:lnTo>
                  <a:pt x="8640" y="7200"/>
                </a:lnTo>
                <a:lnTo>
                  <a:pt x="6502" y="5414"/>
                </a:lnTo>
                <a:lnTo>
                  <a:pt x="4350" y="3629"/>
                </a:lnTo>
                <a:lnTo>
                  <a:pt x="2190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E1CD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0" name="contour_17558"/>
          <p:cNvSpPr/>
          <p:nvPr/>
        </p:nvSpPr>
        <p:spPr>
          <a:xfrm>
            <a:off x="2524732" y="169081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8727" y="6458"/>
                </a:lnTo>
                <a:lnTo>
                  <a:pt x="16614" y="11162"/>
                </a:lnTo>
                <a:lnTo>
                  <a:pt x="15070" y="14488"/>
                </a:lnTo>
                <a:lnTo>
                  <a:pt x="13903" y="16816"/>
                </a:lnTo>
                <a:lnTo>
                  <a:pt x="12931" y="18527"/>
                </a:lnTo>
                <a:lnTo>
                  <a:pt x="11959" y="19996"/>
                </a:lnTo>
                <a:lnTo>
                  <a:pt x="10800" y="21600"/>
                </a:lnTo>
                <a:lnTo>
                  <a:pt x="8536" y="20660"/>
                </a:lnTo>
                <a:lnTo>
                  <a:pt x="7034" y="19786"/>
                </a:lnTo>
                <a:lnTo>
                  <a:pt x="5612" y="18468"/>
                </a:lnTo>
                <a:lnTo>
                  <a:pt x="3600" y="16200"/>
                </a:lnTo>
                <a:lnTo>
                  <a:pt x="2491" y="12020"/>
                </a:lnTo>
                <a:lnTo>
                  <a:pt x="1750" y="9088"/>
                </a:lnTo>
                <a:lnTo>
                  <a:pt x="1202" y="6626"/>
                </a:lnTo>
                <a:lnTo>
                  <a:pt x="677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F7F5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1" name="contour_17559"/>
          <p:cNvSpPr/>
          <p:nvPr/>
        </p:nvSpPr>
        <p:spPr>
          <a:xfrm>
            <a:off x="1533565" y="167623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C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2" name="contour_17560"/>
          <p:cNvSpPr/>
          <p:nvPr/>
        </p:nvSpPr>
        <p:spPr>
          <a:xfrm>
            <a:off x="9760993" y="1647086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85" y="436"/>
                </a:lnTo>
                <a:lnTo>
                  <a:pt x="15283" y="958"/>
                </a:lnTo>
                <a:lnTo>
                  <a:pt x="17954" y="1901"/>
                </a:lnTo>
                <a:lnTo>
                  <a:pt x="21600" y="3600"/>
                </a:lnTo>
                <a:lnTo>
                  <a:pt x="21314" y="6145"/>
                </a:lnTo>
                <a:lnTo>
                  <a:pt x="20708" y="8615"/>
                </a:lnTo>
                <a:lnTo>
                  <a:pt x="19745" y="11016"/>
                </a:lnTo>
                <a:lnTo>
                  <a:pt x="18428" y="13374"/>
                </a:lnTo>
                <a:lnTo>
                  <a:pt x="16726" y="15696"/>
                </a:lnTo>
                <a:lnTo>
                  <a:pt x="14628" y="18000"/>
                </a:lnTo>
                <a:lnTo>
                  <a:pt x="10305" y="19321"/>
                </a:lnTo>
                <a:lnTo>
                  <a:pt x="7411" y="20138"/>
                </a:lnTo>
                <a:lnTo>
                  <a:pt x="4637" y="20783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D7E2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3" name="contour_17561"/>
          <p:cNvSpPr/>
          <p:nvPr/>
        </p:nvSpPr>
        <p:spPr>
          <a:xfrm>
            <a:off x="7808518" y="1648012"/>
            <a:ext cx="43728" cy="282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80" y="1383"/>
                </a:moveTo>
                <a:lnTo>
                  <a:pt x="18439" y="2532"/>
                </a:lnTo>
                <a:lnTo>
                  <a:pt x="20009" y="3692"/>
                </a:lnTo>
                <a:lnTo>
                  <a:pt x="21600" y="4869"/>
                </a:lnTo>
                <a:lnTo>
                  <a:pt x="20891" y="8182"/>
                </a:lnTo>
                <a:lnTo>
                  <a:pt x="20174" y="11505"/>
                </a:lnTo>
                <a:lnTo>
                  <a:pt x="19458" y="14841"/>
                </a:lnTo>
                <a:lnTo>
                  <a:pt x="18731" y="18204"/>
                </a:lnTo>
                <a:lnTo>
                  <a:pt x="18000" y="21600"/>
                </a:lnTo>
                <a:lnTo>
                  <a:pt x="16992" y="20975"/>
                </a:lnTo>
                <a:lnTo>
                  <a:pt x="16049" y="20390"/>
                </a:lnTo>
                <a:lnTo>
                  <a:pt x="14965" y="19715"/>
                </a:lnTo>
                <a:lnTo>
                  <a:pt x="13525" y="18823"/>
                </a:lnTo>
                <a:lnTo>
                  <a:pt x="11520" y="17585"/>
                </a:lnTo>
                <a:lnTo>
                  <a:pt x="8737" y="15861"/>
                </a:lnTo>
                <a:lnTo>
                  <a:pt x="4968" y="13524"/>
                </a:lnTo>
                <a:lnTo>
                  <a:pt x="0" y="10446"/>
                </a:lnTo>
                <a:lnTo>
                  <a:pt x="3470" y="6135"/>
                </a:lnTo>
                <a:lnTo>
                  <a:pt x="6091" y="3090"/>
                </a:lnTo>
                <a:lnTo>
                  <a:pt x="8168" y="1160"/>
                </a:lnTo>
                <a:lnTo>
                  <a:pt x="9986" y="184"/>
                </a:lnTo>
                <a:lnTo>
                  <a:pt x="11851" y="0"/>
                </a:lnTo>
                <a:lnTo>
                  <a:pt x="14047" y="452"/>
                </a:lnTo>
                <a:lnTo>
                  <a:pt x="16880" y="1383"/>
                </a:lnTo>
                <a:close/>
              </a:path>
            </a:pathLst>
          </a:custGeom>
          <a:solidFill>
            <a:srgbClr val="CABA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4" name="contour_17562"/>
          <p:cNvSpPr/>
          <p:nvPr/>
        </p:nvSpPr>
        <p:spPr>
          <a:xfrm>
            <a:off x="1248021" y="1647086"/>
            <a:ext cx="317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4335" y="513"/>
                </a:lnTo>
                <a:lnTo>
                  <a:pt x="7704" y="1107"/>
                </a:lnTo>
                <a:lnTo>
                  <a:pt x="11018" y="1836"/>
                </a:lnTo>
                <a:lnTo>
                  <a:pt x="14283" y="2759"/>
                </a:lnTo>
                <a:lnTo>
                  <a:pt x="17508" y="3926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7265" y="21087"/>
                </a:lnTo>
                <a:lnTo>
                  <a:pt x="13896" y="20493"/>
                </a:lnTo>
                <a:lnTo>
                  <a:pt x="10582" y="19764"/>
                </a:lnTo>
                <a:lnTo>
                  <a:pt x="7317" y="18841"/>
                </a:lnTo>
                <a:lnTo>
                  <a:pt x="4092" y="17674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60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5" name="contour_17563"/>
          <p:cNvSpPr/>
          <p:nvPr/>
        </p:nvSpPr>
        <p:spPr>
          <a:xfrm>
            <a:off x="943238" y="164708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90" y="333"/>
                </a:lnTo>
                <a:lnTo>
                  <a:pt x="8158" y="756"/>
                </a:lnTo>
                <a:lnTo>
                  <a:pt x="10408" y="1257"/>
                </a:lnTo>
                <a:lnTo>
                  <a:pt x="12643" y="1814"/>
                </a:lnTo>
                <a:lnTo>
                  <a:pt x="14875" y="2415"/>
                </a:lnTo>
                <a:lnTo>
                  <a:pt x="17107" y="3046"/>
                </a:lnTo>
                <a:lnTo>
                  <a:pt x="19346" y="3685"/>
                </a:lnTo>
                <a:lnTo>
                  <a:pt x="21600" y="4320"/>
                </a:lnTo>
                <a:lnTo>
                  <a:pt x="19620" y="6221"/>
                </a:lnTo>
                <a:lnTo>
                  <a:pt x="17636" y="8122"/>
                </a:lnTo>
                <a:lnTo>
                  <a:pt x="15653" y="10027"/>
                </a:lnTo>
                <a:lnTo>
                  <a:pt x="13666" y="11940"/>
                </a:lnTo>
                <a:lnTo>
                  <a:pt x="11668" y="13854"/>
                </a:lnTo>
                <a:lnTo>
                  <a:pt x="9666" y="15777"/>
                </a:lnTo>
                <a:lnTo>
                  <a:pt x="7654" y="17708"/>
                </a:lnTo>
                <a:lnTo>
                  <a:pt x="5634" y="19647"/>
                </a:lnTo>
                <a:lnTo>
                  <a:pt x="3600" y="21600"/>
                </a:lnTo>
                <a:lnTo>
                  <a:pt x="2264" y="16070"/>
                </a:lnTo>
                <a:lnTo>
                  <a:pt x="1357" y="12243"/>
                </a:lnTo>
                <a:lnTo>
                  <a:pt x="778" y="9634"/>
                </a:lnTo>
                <a:lnTo>
                  <a:pt x="425" y="7763"/>
                </a:lnTo>
                <a:lnTo>
                  <a:pt x="198" y="6152"/>
                </a:lnTo>
                <a:lnTo>
                  <a:pt x="0" y="4320"/>
                </a:lnTo>
                <a:lnTo>
                  <a:pt x="1786" y="2177"/>
                </a:lnTo>
                <a:lnTo>
                  <a:pt x="3600" y="0"/>
                </a:lnTo>
                <a:close/>
              </a:path>
            </a:pathLst>
          </a:custGeom>
          <a:solidFill>
            <a:srgbClr val="68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6" name="contour_17564"/>
          <p:cNvSpPr/>
          <p:nvPr/>
        </p:nvSpPr>
        <p:spPr>
          <a:xfrm>
            <a:off x="3960466" y="163251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2445"/>
                </a:lnTo>
                <a:lnTo>
                  <a:pt x="15405" y="4890"/>
                </a:lnTo>
                <a:lnTo>
                  <a:pt x="16632" y="7344"/>
                </a:lnTo>
                <a:lnTo>
                  <a:pt x="17863" y="9806"/>
                </a:lnTo>
                <a:lnTo>
                  <a:pt x="19103" y="12282"/>
                </a:lnTo>
                <a:lnTo>
                  <a:pt x="20347" y="14770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22" y="17353"/>
                </a:lnTo>
                <a:lnTo>
                  <a:pt x="181" y="14589"/>
                </a:lnTo>
                <a:lnTo>
                  <a:pt x="613" y="12718"/>
                </a:lnTo>
                <a:lnTo>
                  <a:pt x="1452" y="11146"/>
                </a:lnTo>
                <a:lnTo>
                  <a:pt x="2834" y="9279"/>
                </a:lnTo>
                <a:lnTo>
                  <a:pt x="4860" y="7422"/>
                </a:lnTo>
                <a:lnTo>
                  <a:pt x="6886" y="5568"/>
                </a:lnTo>
                <a:lnTo>
                  <a:pt x="8912" y="3711"/>
                </a:lnTo>
                <a:lnTo>
                  <a:pt x="10934" y="1858"/>
                </a:lnTo>
                <a:lnTo>
                  <a:pt x="12960" y="0"/>
                </a:lnTo>
                <a:close/>
              </a:path>
            </a:pathLst>
          </a:custGeom>
          <a:solidFill>
            <a:srgbClr val="D8E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7" name="contour_17565"/>
          <p:cNvSpPr/>
          <p:nvPr/>
        </p:nvSpPr>
        <p:spPr>
          <a:xfrm>
            <a:off x="4543505" y="163251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E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8" name="contour_17566"/>
          <p:cNvSpPr/>
          <p:nvPr/>
        </p:nvSpPr>
        <p:spPr>
          <a:xfrm>
            <a:off x="5359760" y="1615638"/>
            <a:ext cx="36440" cy="31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7"/>
                </a:moveTo>
                <a:lnTo>
                  <a:pt x="7534" y="526"/>
                </a:lnTo>
                <a:lnTo>
                  <a:pt x="9815" y="0"/>
                </a:lnTo>
                <a:lnTo>
                  <a:pt x="11785" y="0"/>
                </a:lnTo>
                <a:lnTo>
                  <a:pt x="14066" y="526"/>
                </a:lnTo>
                <a:lnTo>
                  <a:pt x="17280" y="1577"/>
                </a:lnTo>
                <a:lnTo>
                  <a:pt x="18740" y="5301"/>
                </a:lnTo>
                <a:lnTo>
                  <a:pt x="19695" y="7944"/>
                </a:lnTo>
                <a:lnTo>
                  <a:pt x="20352" y="10227"/>
                </a:lnTo>
                <a:lnTo>
                  <a:pt x="20917" y="12870"/>
                </a:lnTo>
                <a:lnTo>
                  <a:pt x="21600" y="16594"/>
                </a:lnTo>
                <a:lnTo>
                  <a:pt x="18926" y="17215"/>
                </a:lnTo>
                <a:lnTo>
                  <a:pt x="16252" y="17836"/>
                </a:lnTo>
                <a:lnTo>
                  <a:pt x="13569" y="18456"/>
                </a:lnTo>
                <a:lnTo>
                  <a:pt x="10882" y="19077"/>
                </a:lnTo>
                <a:lnTo>
                  <a:pt x="8182" y="19703"/>
                </a:lnTo>
                <a:lnTo>
                  <a:pt x="5469" y="20334"/>
                </a:lnTo>
                <a:lnTo>
                  <a:pt x="2743" y="20964"/>
                </a:lnTo>
                <a:lnTo>
                  <a:pt x="0" y="21600"/>
                </a:lnTo>
                <a:lnTo>
                  <a:pt x="799" y="15713"/>
                </a:lnTo>
                <a:lnTo>
                  <a:pt x="1408" y="11588"/>
                </a:lnTo>
                <a:lnTo>
                  <a:pt x="1948" y="8670"/>
                </a:lnTo>
                <a:lnTo>
                  <a:pt x="2532" y="6397"/>
                </a:lnTo>
                <a:lnTo>
                  <a:pt x="3283" y="4220"/>
                </a:lnTo>
                <a:lnTo>
                  <a:pt x="4320" y="1577"/>
                </a:lnTo>
                <a:close/>
              </a:path>
            </a:pathLst>
          </a:custGeom>
          <a:solidFill>
            <a:srgbClr val="8474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69" name="contour_17567"/>
          <p:cNvSpPr/>
          <p:nvPr/>
        </p:nvSpPr>
        <p:spPr>
          <a:xfrm>
            <a:off x="1635597" y="160335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F2F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0" name="contour_17568"/>
          <p:cNvSpPr/>
          <p:nvPr/>
        </p:nvSpPr>
        <p:spPr>
          <a:xfrm>
            <a:off x="3698098" y="158878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5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82F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1" name="contour_17569"/>
          <p:cNvSpPr/>
          <p:nvPr/>
        </p:nvSpPr>
        <p:spPr>
          <a:xfrm>
            <a:off x="5651280" y="1552342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34"/>
                </a:lnTo>
                <a:lnTo>
                  <a:pt x="11826" y="2074"/>
                </a:lnTo>
                <a:lnTo>
                  <a:pt x="15055" y="3113"/>
                </a:lnTo>
                <a:lnTo>
                  <a:pt x="18311" y="4163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891" y="17447"/>
                </a:lnTo>
                <a:lnTo>
                  <a:pt x="1782" y="13994"/>
                </a:lnTo>
                <a:lnTo>
                  <a:pt x="2678" y="10526"/>
                </a:lnTo>
                <a:lnTo>
                  <a:pt x="3580" y="7042"/>
                </a:lnTo>
                <a:lnTo>
                  <a:pt x="4487" y="3536"/>
                </a:lnTo>
                <a:lnTo>
                  <a:pt x="5400" y="0"/>
                </a:lnTo>
                <a:close/>
              </a:path>
            </a:pathLst>
          </a:custGeom>
          <a:solidFill>
            <a:srgbClr val="C65A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2" name="contour_17570"/>
          <p:cNvSpPr/>
          <p:nvPr/>
        </p:nvSpPr>
        <p:spPr>
          <a:xfrm>
            <a:off x="4528186" y="1537766"/>
            <a:ext cx="2260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0" y="0"/>
                </a:moveTo>
                <a:lnTo>
                  <a:pt x="4846" y="713"/>
                </a:lnTo>
                <a:lnTo>
                  <a:pt x="8997" y="1429"/>
                </a:lnTo>
                <a:lnTo>
                  <a:pt x="13161" y="2146"/>
                </a:lnTo>
                <a:lnTo>
                  <a:pt x="17359" y="2869"/>
                </a:lnTo>
                <a:lnTo>
                  <a:pt x="21600" y="3600"/>
                </a:lnTo>
                <a:lnTo>
                  <a:pt x="20737" y="5828"/>
                </a:lnTo>
                <a:lnTo>
                  <a:pt x="19873" y="8057"/>
                </a:lnTo>
                <a:lnTo>
                  <a:pt x="19010" y="10292"/>
                </a:lnTo>
                <a:lnTo>
                  <a:pt x="18146" y="12532"/>
                </a:lnTo>
                <a:lnTo>
                  <a:pt x="17276" y="14782"/>
                </a:lnTo>
                <a:lnTo>
                  <a:pt x="16398" y="17042"/>
                </a:lnTo>
                <a:lnTo>
                  <a:pt x="15521" y="19314"/>
                </a:lnTo>
                <a:lnTo>
                  <a:pt x="14637" y="21600"/>
                </a:lnTo>
                <a:lnTo>
                  <a:pt x="10501" y="19969"/>
                </a:lnTo>
                <a:lnTo>
                  <a:pt x="7674" y="18677"/>
                </a:lnTo>
                <a:lnTo>
                  <a:pt x="4846" y="17042"/>
                </a:lnTo>
                <a:lnTo>
                  <a:pt x="710" y="14400"/>
                </a:lnTo>
                <a:lnTo>
                  <a:pt x="230" y="11959"/>
                </a:lnTo>
                <a:lnTo>
                  <a:pt x="14" y="9580"/>
                </a:lnTo>
                <a:lnTo>
                  <a:pt x="0" y="7229"/>
                </a:lnTo>
                <a:lnTo>
                  <a:pt x="146" y="4871"/>
                </a:lnTo>
                <a:lnTo>
                  <a:pt x="397" y="2473"/>
                </a:lnTo>
                <a:lnTo>
                  <a:pt x="710" y="0"/>
                </a:lnTo>
                <a:close/>
              </a:path>
            </a:pathLst>
          </a:custGeom>
          <a:solidFill>
            <a:srgbClr val="E6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3" name="contour_17571"/>
          <p:cNvSpPr/>
          <p:nvPr/>
        </p:nvSpPr>
        <p:spPr>
          <a:xfrm>
            <a:off x="7604462" y="152319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4" y="937"/>
                </a:lnTo>
                <a:lnTo>
                  <a:pt x="5361" y="1875"/>
                </a:lnTo>
                <a:lnTo>
                  <a:pt x="8065" y="2821"/>
                </a:lnTo>
                <a:lnTo>
                  <a:pt x="10800" y="3780"/>
                </a:lnTo>
                <a:lnTo>
                  <a:pt x="11694" y="4091"/>
                </a:lnTo>
                <a:lnTo>
                  <a:pt x="13267" y="4644"/>
                </a:lnTo>
                <a:lnTo>
                  <a:pt x="16874" y="5905"/>
                </a:lnTo>
                <a:lnTo>
                  <a:pt x="19220" y="7262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8386" y="18611"/>
                </a:lnTo>
                <a:lnTo>
                  <a:pt x="16105" y="19500"/>
                </a:lnTo>
                <a:lnTo>
                  <a:pt x="14135" y="20157"/>
                </a:lnTo>
                <a:lnTo>
                  <a:pt x="11854" y="20788"/>
                </a:lnTo>
                <a:lnTo>
                  <a:pt x="8640" y="21600"/>
                </a:lnTo>
                <a:lnTo>
                  <a:pt x="7569" y="18926"/>
                </a:lnTo>
                <a:lnTo>
                  <a:pt x="6502" y="16252"/>
                </a:lnTo>
                <a:lnTo>
                  <a:pt x="5426" y="13569"/>
                </a:lnTo>
                <a:lnTo>
                  <a:pt x="4350" y="10882"/>
                </a:lnTo>
                <a:lnTo>
                  <a:pt x="3275" y="8182"/>
                </a:lnTo>
                <a:lnTo>
                  <a:pt x="2190" y="5469"/>
                </a:lnTo>
                <a:lnTo>
                  <a:pt x="1097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C1C8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4" name="contour_17572"/>
          <p:cNvSpPr/>
          <p:nvPr/>
        </p:nvSpPr>
        <p:spPr>
          <a:xfrm>
            <a:off x="4652825" y="152319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BD3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5" name="contour_17573"/>
          <p:cNvSpPr/>
          <p:nvPr/>
        </p:nvSpPr>
        <p:spPr>
          <a:xfrm>
            <a:off x="8027165" y="150132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DAA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6" name="contour_17574"/>
          <p:cNvSpPr/>
          <p:nvPr/>
        </p:nvSpPr>
        <p:spPr>
          <a:xfrm>
            <a:off x="8238517" y="1480395"/>
            <a:ext cx="36440" cy="28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1026"/>
                </a:moveTo>
                <a:lnTo>
                  <a:pt x="17621" y="2298"/>
                </a:lnTo>
                <a:lnTo>
                  <a:pt x="19600" y="3576"/>
                </a:lnTo>
                <a:lnTo>
                  <a:pt x="21600" y="4864"/>
                </a:lnTo>
                <a:lnTo>
                  <a:pt x="21600" y="8552"/>
                </a:lnTo>
                <a:lnTo>
                  <a:pt x="21600" y="12262"/>
                </a:lnTo>
                <a:lnTo>
                  <a:pt x="21600" y="16021"/>
                </a:lnTo>
                <a:lnTo>
                  <a:pt x="18762" y="17695"/>
                </a:lnTo>
                <a:lnTo>
                  <a:pt x="16520" y="18593"/>
                </a:lnTo>
                <a:lnTo>
                  <a:pt x="12960" y="19508"/>
                </a:lnTo>
                <a:lnTo>
                  <a:pt x="11750" y="19820"/>
                </a:lnTo>
                <a:lnTo>
                  <a:pt x="8100" y="20769"/>
                </a:lnTo>
                <a:lnTo>
                  <a:pt x="6221" y="21182"/>
                </a:lnTo>
                <a:lnTo>
                  <a:pt x="4320" y="21600"/>
                </a:lnTo>
                <a:lnTo>
                  <a:pt x="3465" y="18286"/>
                </a:lnTo>
                <a:lnTo>
                  <a:pt x="2605" y="14962"/>
                </a:lnTo>
                <a:lnTo>
                  <a:pt x="1745" y="11626"/>
                </a:lnTo>
                <a:lnTo>
                  <a:pt x="877" y="8262"/>
                </a:lnTo>
                <a:lnTo>
                  <a:pt x="0" y="4864"/>
                </a:lnTo>
                <a:lnTo>
                  <a:pt x="2748" y="2572"/>
                </a:lnTo>
                <a:lnTo>
                  <a:pt x="5102" y="1054"/>
                </a:lnTo>
                <a:lnTo>
                  <a:pt x="7318" y="229"/>
                </a:lnTo>
                <a:lnTo>
                  <a:pt x="9651" y="0"/>
                </a:lnTo>
                <a:lnTo>
                  <a:pt x="12347" y="296"/>
                </a:lnTo>
                <a:lnTo>
                  <a:pt x="15660" y="1026"/>
                </a:lnTo>
                <a:close/>
              </a:path>
            </a:pathLst>
          </a:custGeom>
          <a:solidFill>
            <a:srgbClr val="EE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7" name="contour_17575"/>
          <p:cNvSpPr/>
          <p:nvPr/>
        </p:nvSpPr>
        <p:spPr>
          <a:xfrm>
            <a:off x="8486309" y="142844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20261" y="19462"/>
                </a:lnTo>
                <a:lnTo>
                  <a:pt x="18922" y="17310"/>
                </a:lnTo>
                <a:lnTo>
                  <a:pt x="17566" y="15150"/>
                </a:lnTo>
                <a:lnTo>
                  <a:pt x="16200" y="12960"/>
                </a:lnTo>
                <a:lnTo>
                  <a:pt x="12631" y="12960"/>
                </a:lnTo>
                <a:lnTo>
                  <a:pt x="9040" y="12960"/>
                </a:lnTo>
                <a:lnTo>
                  <a:pt x="5400" y="12960"/>
                </a:lnTo>
                <a:lnTo>
                  <a:pt x="3737" y="9746"/>
                </a:lnTo>
                <a:lnTo>
                  <a:pt x="2624" y="7465"/>
                </a:lnTo>
                <a:lnTo>
                  <a:pt x="1804" y="5495"/>
                </a:lnTo>
                <a:lnTo>
                  <a:pt x="1015" y="3214"/>
                </a:lnTo>
                <a:lnTo>
                  <a:pt x="0" y="0"/>
                </a:lnTo>
                <a:close/>
              </a:path>
            </a:pathLst>
          </a:custGeom>
          <a:solidFill>
            <a:srgbClr val="E6E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8" name="contour_17576"/>
          <p:cNvSpPr/>
          <p:nvPr/>
        </p:nvSpPr>
        <p:spPr>
          <a:xfrm>
            <a:off x="7422262" y="1435734"/>
            <a:ext cx="43728" cy="2190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441" y="4780"/>
                </a:lnTo>
                <a:lnTo>
                  <a:pt x="19534" y="8281"/>
                </a:lnTo>
                <a:lnTo>
                  <a:pt x="18677" y="11120"/>
                </a:lnTo>
                <a:lnTo>
                  <a:pt x="17665" y="13873"/>
                </a:lnTo>
                <a:lnTo>
                  <a:pt x="16308" y="17158"/>
                </a:lnTo>
                <a:lnTo>
                  <a:pt x="14400" y="21564"/>
                </a:lnTo>
                <a:lnTo>
                  <a:pt x="11804" y="21600"/>
                </a:lnTo>
                <a:lnTo>
                  <a:pt x="9306" y="21197"/>
                </a:lnTo>
                <a:lnTo>
                  <a:pt x="6890" y="20313"/>
                </a:lnTo>
                <a:lnTo>
                  <a:pt x="4543" y="18912"/>
                </a:lnTo>
                <a:lnTo>
                  <a:pt x="2254" y="16949"/>
                </a:lnTo>
                <a:lnTo>
                  <a:pt x="0" y="14376"/>
                </a:lnTo>
                <a:lnTo>
                  <a:pt x="0" y="9625"/>
                </a:lnTo>
                <a:lnTo>
                  <a:pt x="0" y="4845"/>
                </a:lnTo>
                <a:lnTo>
                  <a:pt x="0" y="0"/>
                </a:lnTo>
                <a:close/>
              </a:path>
            </a:pathLst>
          </a:custGeom>
          <a:solidFill>
            <a:srgbClr val="E6F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79" name="contour_17577"/>
          <p:cNvSpPr/>
          <p:nvPr/>
        </p:nvSpPr>
        <p:spPr>
          <a:xfrm>
            <a:off x="10147971" y="142115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4E4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0" name="contour_17578"/>
          <p:cNvSpPr/>
          <p:nvPr/>
        </p:nvSpPr>
        <p:spPr>
          <a:xfrm>
            <a:off x="2029148" y="1412559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674" y="4268"/>
                </a:lnTo>
                <a:lnTo>
                  <a:pt x="18841" y="7632"/>
                </a:lnTo>
                <a:lnTo>
                  <a:pt x="19764" y="11038"/>
                </a:lnTo>
                <a:lnTo>
                  <a:pt x="20493" y="14495"/>
                </a:lnTo>
                <a:lnTo>
                  <a:pt x="21087" y="1800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189"/>
                </a:lnTo>
                <a:lnTo>
                  <a:pt x="0" y="14774"/>
                </a:lnTo>
                <a:lnTo>
                  <a:pt x="0" y="11343"/>
                </a:lnTo>
                <a:lnTo>
                  <a:pt x="0" y="7896"/>
                </a:lnTo>
                <a:lnTo>
                  <a:pt x="0" y="4429"/>
                </a:lnTo>
                <a:lnTo>
                  <a:pt x="0" y="930"/>
                </a:lnTo>
                <a:close/>
              </a:path>
            </a:pathLst>
          </a:custGeom>
          <a:solidFill>
            <a:srgbClr val="F7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1" name="contour_17579"/>
          <p:cNvSpPr/>
          <p:nvPr/>
        </p:nvSpPr>
        <p:spPr>
          <a:xfrm>
            <a:off x="11445233" y="139929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404" y="20966"/>
                </a:lnTo>
                <a:lnTo>
                  <a:pt x="17208" y="20304"/>
                </a:lnTo>
                <a:lnTo>
                  <a:pt x="15016" y="19613"/>
                </a:lnTo>
                <a:lnTo>
                  <a:pt x="12823" y="18900"/>
                </a:lnTo>
                <a:lnTo>
                  <a:pt x="10375" y="18144"/>
                </a:lnTo>
                <a:lnTo>
                  <a:pt x="7888" y="17381"/>
                </a:lnTo>
                <a:lnTo>
                  <a:pt x="5767" y="15811"/>
                </a:lnTo>
                <a:lnTo>
                  <a:pt x="4295" y="14119"/>
                </a:lnTo>
                <a:lnTo>
                  <a:pt x="3096" y="11477"/>
                </a:lnTo>
                <a:lnTo>
                  <a:pt x="1793" y="7049"/>
                </a:lnTo>
                <a:lnTo>
                  <a:pt x="0" y="0"/>
                </a:lnTo>
                <a:close/>
              </a:path>
            </a:pathLst>
          </a:custGeom>
          <a:solidFill>
            <a:srgbClr val="CBDD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2" name="contour_17580"/>
          <p:cNvSpPr/>
          <p:nvPr/>
        </p:nvSpPr>
        <p:spPr>
          <a:xfrm>
            <a:off x="5410776" y="1340990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634"/>
                </a:lnTo>
                <a:lnTo>
                  <a:pt x="4392" y="1296"/>
                </a:lnTo>
                <a:lnTo>
                  <a:pt x="6584" y="1987"/>
                </a:lnTo>
                <a:lnTo>
                  <a:pt x="8777" y="2700"/>
                </a:lnTo>
                <a:lnTo>
                  <a:pt x="10004" y="3082"/>
                </a:lnTo>
                <a:lnTo>
                  <a:pt x="13712" y="4219"/>
                </a:lnTo>
                <a:lnTo>
                  <a:pt x="16229" y="6062"/>
                </a:lnTo>
                <a:lnTo>
                  <a:pt x="17762" y="7762"/>
                </a:lnTo>
                <a:lnTo>
                  <a:pt x="18936" y="10310"/>
                </a:lnTo>
                <a:lnTo>
                  <a:pt x="20376" y="14681"/>
                </a:lnTo>
                <a:lnTo>
                  <a:pt x="20981" y="18115"/>
                </a:lnTo>
                <a:lnTo>
                  <a:pt x="21600" y="21600"/>
                </a:lnTo>
                <a:lnTo>
                  <a:pt x="19404" y="20966"/>
                </a:lnTo>
                <a:lnTo>
                  <a:pt x="17208" y="20304"/>
                </a:lnTo>
                <a:lnTo>
                  <a:pt x="15016" y="19613"/>
                </a:lnTo>
                <a:lnTo>
                  <a:pt x="12823" y="18900"/>
                </a:lnTo>
                <a:lnTo>
                  <a:pt x="10375" y="18144"/>
                </a:lnTo>
                <a:lnTo>
                  <a:pt x="7888" y="17381"/>
                </a:lnTo>
                <a:lnTo>
                  <a:pt x="5371" y="15538"/>
                </a:lnTo>
                <a:lnTo>
                  <a:pt x="3838" y="13838"/>
                </a:lnTo>
                <a:lnTo>
                  <a:pt x="2664" y="11290"/>
                </a:lnTo>
                <a:lnTo>
                  <a:pt x="1224" y="6919"/>
                </a:lnTo>
                <a:lnTo>
                  <a:pt x="619" y="3485"/>
                </a:lnTo>
                <a:lnTo>
                  <a:pt x="0" y="0"/>
                </a:lnTo>
                <a:close/>
              </a:path>
            </a:pathLst>
          </a:custGeom>
          <a:solidFill>
            <a:srgbClr val="ABB6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3" name="contour_17581"/>
          <p:cNvSpPr/>
          <p:nvPr/>
        </p:nvSpPr>
        <p:spPr>
          <a:xfrm>
            <a:off x="3851146" y="1334664"/>
            <a:ext cx="36440" cy="281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47"/>
                </a:moveTo>
                <a:lnTo>
                  <a:pt x="19591" y="7879"/>
                </a:lnTo>
                <a:lnTo>
                  <a:pt x="17556" y="10834"/>
                </a:lnTo>
                <a:lnTo>
                  <a:pt x="15474" y="13693"/>
                </a:lnTo>
                <a:lnTo>
                  <a:pt x="13310" y="16451"/>
                </a:lnTo>
                <a:lnTo>
                  <a:pt x="11042" y="19093"/>
                </a:lnTo>
                <a:lnTo>
                  <a:pt x="8640" y="21600"/>
                </a:lnTo>
                <a:lnTo>
                  <a:pt x="5620" y="20924"/>
                </a:lnTo>
                <a:lnTo>
                  <a:pt x="3711" y="20115"/>
                </a:lnTo>
                <a:lnTo>
                  <a:pt x="2108" y="18651"/>
                </a:lnTo>
                <a:lnTo>
                  <a:pt x="0" y="16016"/>
                </a:lnTo>
                <a:lnTo>
                  <a:pt x="0" y="12325"/>
                </a:lnTo>
                <a:lnTo>
                  <a:pt x="0" y="8611"/>
                </a:lnTo>
                <a:lnTo>
                  <a:pt x="0" y="4847"/>
                </a:lnTo>
                <a:lnTo>
                  <a:pt x="3115" y="2033"/>
                </a:lnTo>
                <a:lnTo>
                  <a:pt x="6087" y="480"/>
                </a:lnTo>
                <a:lnTo>
                  <a:pt x="8994" y="0"/>
                </a:lnTo>
                <a:lnTo>
                  <a:pt x="11919" y="391"/>
                </a:lnTo>
                <a:lnTo>
                  <a:pt x="14943" y="1463"/>
                </a:lnTo>
                <a:lnTo>
                  <a:pt x="18140" y="3010"/>
                </a:lnTo>
                <a:lnTo>
                  <a:pt x="21600" y="4847"/>
                </a:lnTo>
                <a:close/>
              </a:path>
            </a:pathLst>
          </a:custGeom>
          <a:solidFill>
            <a:srgbClr val="A9B0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4" name="contour_17582"/>
          <p:cNvSpPr/>
          <p:nvPr/>
        </p:nvSpPr>
        <p:spPr>
          <a:xfrm>
            <a:off x="1555429" y="1340990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8806" y="6631"/>
                </a:lnTo>
                <a:lnTo>
                  <a:pt x="16812" y="11246"/>
                </a:lnTo>
                <a:lnTo>
                  <a:pt x="15314" y="14458"/>
                </a:lnTo>
                <a:lnTo>
                  <a:pt x="14011" y="16848"/>
                </a:lnTo>
                <a:lnTo>
                  <a:pt x="12607" y="19030"/>
                </a:lnTo>
                <a:lnTo>
                  <a:pt x="10800" y="21600"/>
                </a:lnTo>
                <a:lnTo>
                  <a:pt x="7798" y="20894"/>
                </a:lnTo>
                <a:lnTo>
                  <a:pt x="5735" y="20167"/>
                </a:lnTo>
                <a:lnTo>
                  <a:pt x="4093" y="19073"/>
                </a:lnTo>
                <a:lnTo>
                  <a:pt x="2354" y="17266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7E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5" name="contour_17583"/>
          <p:cNvSpPr/>
          <p:nvPr/>
        </p:nvSpPr>
        <p:spPr>
          <a:xfrm>
            <a:off x="7261926" y="1325154"/>
            <a:ext cx="43728" cy="304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895"/>
                </a:moveTo>
                <a:lnTo>
                  <a:pt x="6188" y="383"/>
                </a:lnTo>
                <a:lnTo>
                  <a:pt x="8755" y="98"/>
                </a:lnTo>
                <a:lnTo>
                  <a:pt x="11311" y="0"/>
                </a:lnTo>
                <a:lnTo>
                  <a:pt x="13864" y="62"/>
                </a:lnTo>
                <a:lnTo>
                  <a:pt x="16423" y="254"/>
                </a:lnTo>
                <a:lnTo>
                  <a:pt x="18997" y="543"/>
                </a:lnTo>
                <a:lnTo>
                  <a:pt x="21600" y="895"/>
                </a:lnTo>
                <a:lnTo>
                  <a:pt x="20808" y="1558"/>
                </a:lnTo>
                <a:lnTo>
                  <a:pt x="19408" y="2733"/>
                </a:lnTo>
                <a:lnTo>
                  <a:pt x="16200" y="5425"/>
                </a:lnTo>
                <a:lnTo>
                  <a:pt x="14414" y="7350"/>
                </a:lnTo>
                <a:lnTo>
                  <a:pt x="12622" y="9286"/>
                </a:lnTo>
                <a:lnTo>
                  <a:pt x="10800" y="11248"/>
                </a:lnTo>
                <a:lnTo>
                  <a:pt x="10800" y="14669"/>
                </a:lnTo>
                <a:lnTo>
                  <a:pt x="10800" y="18111"/>
                </a:lnTo>
                <a:lnTo>
                  <a:pt x="10800" y="21600"/>
                </a:lnTo>
                <a:lnTo>
                  <a:pt x="8662" y="20575"/>
                </a:lnTo>
                <a:lnTo>
                  <a:pt x="6516" y="19545"/>
                </a:lnTo>
                <a:lnTo>
                  <a:pt x="4363" y="18515"/>
                </a:lnTo>
                <a:lnTo>
                  <a:pt x="2192" y="17475"/>
                </a:lnTo>
                <a:lnTo>
                  <a:pt x="0" y="16424"/>
                </a:lnTo>
                <a:lnTo>
                  <a:pt x="353" y="12573"/>
                </a:lnTo>
                <a:lnTo>
                  <a:pt x="716" y="9840"/>
                </a:lnTo>
                <a:lnTo>
                  <a:pt x="1264" y="7480"/>
                </a:lnTo>
                <a:lnTo>
                  <a:pt x="2167" y="4747"/>
                </a:lnTo>
                <a:lnTo>
                  <a:pt x="3600" y="895"/>
                </a:lnTo>
                <a:close/>
              </a:path>
            </a:pathLst>
          </a:custGeom>
          <a:solidFill>
            <a:srgbClr val="DB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6" name="contour_17584"/>
          <p:cNvSpPr/>
          <p:nvPr/>
        </p:nvSpPr>
        <p:spPr>
          <a:xfrm>
            <a:off x="8690373" y="1326414"/>
            <a:ext cx="36440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99" y="1454"/>
                </a:lnTo>
                <a:lnTo>
                  <a:pt x="5590" y="2933"/>
                </a:lnTo>
                <a:lnTo>
                  <a:pt x="8372" y="4432"/>
                </a:lnTo>
                <a:lnTo>
                  <a:pt x="10705" y="5668"/>
                </a:lnTo>
                <a:lnTo>
                  <a:pt x="13077" y="6925"/>
                </a:lnTo>
                <a:lnTo>
                  <a:pt x="15651" y="9149"/>
                </a:lnTo>
                <a:lnTo>
                  <a:pt x="17587" y="11423"/>
                </a:lnTo>
                <a:lnTo>
                  <a:pt x="19090" y="13920"/>
                </a:lnTo>
                <a:lnTo>
                  <a:pt x="20360" y="16808"/>
                </a:lnTo>
                <a:lnTo>
                  <a:pt x="21600" y="20263"/>
                </a:lnTo>
                <a:lnTo>
                  <a:pt x="16606" y="21007"/>
                </a:lnTo>
                <a:lnTo>
                  <a:pt x="13094" y="21453"/>
                </a:lnTo>
                <a:lnTo>
                  <a:pt x="10593" y="21600"/>
                </a:lnTo>
                <a:lnTo>
                  <a:pt x="8614" y="21453"/>
                </a:lnTo>
                <a:lnTo>
                  <a:pt x="6683" y="21007"/>
                </a:lnTo>
                <a:lnTo>
                  <a:pt x="4320" y="20263"/>
                </a:lnTo>
                <a:lnTo>
                  <a:pt x="2985" y="17016"/>
                </a:lnTo>
                <a:lnTo>
                  <a:pt x="1974" y="13753"/>
                </a:lnTo>
                <a:lnTo>
                  <a:pt x="1231" y="10440"/>
                </a:lnTo>
                <a:lnTo>
                  <a:pt x="696" y="7056"/>
                </a:lnTo>
                <a:lnTo>
                  <a:pt x="302" y="3586"/>
                </a:lnTo>
                <a:lnTo>
                  <a:pt x="0" y="0"/>
                </a:lnTo>
                <a:close/>
              </a:path>
            </a:pathLst>
          </a:custGeom>
          <a:solidFill>
            <a:srgbClr val="ADB9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7" name="contour_17585"/>
          <p:cNvSpPr/>
          <p:nvPr/>
        </p:nvSpPr>
        <p:spPr>
          <a:xfrm>
            <a:off x="11416081" y="1297262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42" y="1310"/>
                </a:lnTo>
                <a:lnTo>
                  <a:pt x="6949" y="2419"/>
                </a:lnTo>
                <a:lnTo>
                  <a:pt x="9442" y="3420"/>
                </a:lnTo>
                <a:lnTo>
                  <a:pt x="11436" y="4399"/>
                </a:lnTo>
                <a:lnTo>
                  <a:pt x="13046" y="5443"/>
                </a:lnTo>
                <a:lnTo>
                  <a:pt x="14395" y="6653"/>
                </a:lnTo>
                <a:lnTo>
                  <a:pt x="15595" y="8107"/>
                </a:lnTo>
                <a:lnTo>
                  <a:pt x="16765" y="9900"/>
                </a:lnTo>
                <a:lnTo>
                  <a:pt x="18021" y="12118"/>
                </a:lnTo>
                <a:lnTo>
                  <a:pt x="19477" y="14846"/>
                </a:lnTo>
                <a:lnTo>
                  <a:pt x="20529" y="18202"/>
                </a:lnTo>
                <a:lnTo>
                  <a:pt x="21600" y="21600"/>
                </a:lnTo>
                <a:lnTo>
                  <a:pt x="19418" y="21600"/>
                </a:lnTo>
                <a:lnTo>
                  <a:pt x="17234" y="21600"/>
                </a:lnTo>
                <a:lnTo>
                  <a:pt x="15043" y="21600"/>
                </a:lnTo>
                <a:lnTo>
                  <a:pt x="12843" y="21600"/>
                </a:lnTo>
                <a:lnTo>
                  <a:pt x="10633" y="21600"/>
                </a:lnTo>
                <a:lnTo>
                  <a:pt x="8412" y="21600"/>
                </a:lnTo>
                <a:lnTo>
                  <a:pt x="6171" y="21600"/>
                </a:lnTo>
                <a:lnTo>
                  <a:pt x="6171" y="16841"/>
                </a:lnTo>
                <a:lnTo>
                  <a:pt x="6171" y="12053"/>
                </a:lnTo>
                <a:lnTo>
                  <a:pt x="6171" y="7200"/>
                </a:lnTo>
                <a:lnTo>
                  <a:pt x="4339" y="4558"/>
                </a:lnTo>
                <a:lnTo>
                  <a:pt x="3086" y="2923"/>
                </a:lnTo>
                <a:lnTo>
                  <a:pt x="1833" y="1634"/>
                </a:lnTo>
                <a:lnTo>
                  <a:pt x="0" y="0"/>
                </a:lnTo>
                <a:close/>
              </a:path>
            </a:pathLst>
          </a:custGeom>
          <a:solidFill>
            <a:srgbClr val="BFD1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8" name="contour_17586"/>
          <p:cNvSpPr/>
          <p:nvPr/>
        </p:nvSpPr>
        <p:spPr>
          <a:xfrm>
            <a:off x="3545051" y="1289974"/>
            <a:ext cx="2846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94" y="0"/>
                </a:moveTo>
                <a:lnTo>
                  <a:pt x="19161" y="4959"/>
                </a:lnTo>
                <a:lnTo>
                  <a:pt x="20792" y="8467"/>
                </a:lnTo>
                <a:lnTo>
                  <a:pt x="21578" y="11033"/>
                </a:lnTo>
                <a:lnTo>
                  <a:pt x="21600" y="13159"/>
                </a:lnTo>
                <a:lnTo>
                  <a:pt x="20947" y="15345"/>
                </a:lnTo>
                <a:lnTo>
                  <a:pt x="19703" y="18092"/>
                </a:lnTo>
                <a:lnTo>
                  <a:pt x="18159" y="19833"/>
                </a:lnTo>
                <a:lnTo>
                  <a:pt x="16594" y="21600"/>
                </a:lnTo>
                <a:lnTo>
                  <a:pt x="13308" y="20745"/>
                </a:lnTo>
                <a:lnTo>
                  <a:pt x="10012" y="19885"/>
                </a:lnTo>
                <a:lnTo>
                  <a:pt x="6704" y="19025"/>
                </a:lnTo>
                <a:lnTo>
                  <a:pt x="3369" y="18157"/>
                </a:lnTo>
                <a:lnTo>
                  <a:pt x="0" y="17280"/>
                </a:lnTo>
                <a:lnTo>
                  <a:pt x="1095" y="14714"/>
                </a:lnTo>
                <a:lnTo>
                  <a:pt x="2196" y="12139"/>
                </a:lnTo>
                <a:lnTo>
                  <a:pt x="3297" y="9556"/>
                </a:lnTo>
                <a:lnTo>
                  <a:pt x="4409" y="6951"/>
                </a:lnTo>
                <a:lnTo>
                  <a:pt x="5531" y="4320"/>
                </a:lnTo>
                <a:lnTo>
                  <a:pt x="8269" y="5391"/>
                </a:lnTo>
                <a:lnTo>
                  <a:pt x="11024" y="6463"/>
                </a:lnTo>
                <a:lnTo>
                  <a:pt x="13790" y="7547"/>
                </a:lnTo>
                <a:lnTo>
                  <a:pt x="16594" y="8640"/>
                </a:lnTo>
                <a:lnTo>
                  <a:pt x="16594" y="5784"/>
                </a:lnTo>
                <a:lnTo>
                  <a:pt x="16594" y="2912"/>
                </a:lnTo>
                <a:lnTo>
                  <a:pt x="16594" y="0"/>
                </a:lnTo>
                <a:close/>
              </a:path>
            </a:pathLst>
          </a:custGeom>
          <a:solidFill>
            <a:srgbClr val="A8B1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89" name="contour_17587"/>
          <p:cNvSpPr/>
          <p:nvPr/>
        </p:nvSpPr>
        <p:spPr>
          <a:xfrm>
            <a:off x="3617930" y="128997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18927" y="6458"/>
                </a:lnTo>
                <a:lnTo>
                  <a:pt x="16249" y="8601"/>
                </a:lnTo>
                <a:lnTo>
                  <a:pt x="13570" y="10744"/>
                </a:lnTo>
                <a:lnTo>
                  <a:pt x="10881" y="12895"/>
                </a:lnTo>
                <a:lnTo>
                  <a:pt x="8181" y="15055"/>
                </a:lnTo>
                <a:lnTo>
                  <a:pt x="5470" y="17224"/>
                </a:lnTo>
                <a:lnTo>
                  <a:pt x="2743" y="19405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8B95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0" name="contour_17588"/>
          <p:cNvSpPr/>
          <p:nvPr/>
        </p:nvSpPr>
        <p:spPr>
          <a:xfrm>
            <a:off x="1861525" y="1246247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09"/>
                </a:lnTo>
                <a:lnTo>
                  <a:pt x="14368" y="5223"/>
                </a:lnTo>
                <a:lnTo>
                  <a:pt x="16160" y="7848"/>
                </a:lnTo>
                <a:lnTo>
                  <a:pt x="17960" y="10484"/>
                </a:lnTo>
                <a:lnTo>
                  <a:pt x="19771" y="13135"/>
                </a:lnTo>
                <a:lnTo>
                  <a:pt x="21600" y="15813"/>
                </a:lnTo>
                <a:lnTo>
                  <a:pt x="19451" y="18870"/>
                </a:lnTo>
                <a:lnTo>
                  <a:pt x="17914" y="20488"/>
                </a:lnTo>
                <a:lnTo>
                  <a:pt x="16247" y="21220"/>
                </a:lnTo>
                <a:lnTo>
                  <a:pt x="13712" y="21600"/>
                </a:lnTo>
                <a:lnTo>
                  <a:pt x="11261" y="21505"/>
                </a:lnTo>
                <a:lnTo>
                  <a:pt x="8777" y="21410"/>
                </a:lnTo>
                <a:lnTo>
                  <a:pt x="7823" y="21373"/>
                </a:lnTo>
                <a:lnTo>
                  <a:pt x="6592" y="21331"/>
                </a:lnTo>
                <a:lnTo>
                  <a:pt x="4259" y="21242"/>
                </a:lnTo>
                <a:lnTo>
                  <a:pt x="0" y="21083"/>
                </a:lnTo>
                <a:lnTo>
                  <a:pt x="1526" y="18100"/>
                </a:lnTo>
                <a:lnTo>
                  <a:pt x="3056" y="15117"/>
                </a:lnTo>
                <a:lnTo>
                  <a:pt x="4590" y="12123"/>
                </a:lnTo>
                <a:lnTo>
                  <a:pt x="6131" y="9119"/>
                </a:lnTo>
                <a:lnTo>
                  <a:pt x="7675" y="6098"/>
                </a:lnTo>
                <a:lnTo>
                  <a:pt x="9234" y="3062"/>
                </a:lnTo>
                <a:lnTo>
                  <a:pt x="10800" y="0"/>
                </a:lnTo>
                <a:close/>
              </a:path>
            </a:pathLst>
          </a:custGeom>
          <a:solidFill>
            <a:srgbClr val="574B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1" name="contour_17589"/>
          <p:cNvSpPr/>
          <p:nvPr/>
        </p:nvSpPr>
        <p:spPr>
          <a:xfrm>
            <a:off x="8362413" y="124624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8" y="1015"/>
                </a:lnTo>
                <a:lnTo>
                  <a:pt x="4579" y="1804"/>
                </a:lnTo>
                <a:lnTo>
                  <a:pt x="6221" y="2624"/>
                </a:lnTo>
                <a:lnTo>
                  <a:pt x="8122" y="3737"/>
                </a:lnTo>
                <a:lnTo>
                  <a:pt x="10800" y="5400"/>
                </a:lnTo>
                <a:lnTo>
                  <a:pt x="10800" y="8969"/>
                </a:lnTo>
                <a:lnTo>
                  <a:pt x="10800" y="12560"/>
                </a:lnTo>
                <a:lnTo>
                  <a:pt x="10800" y="16200"/>
                </a:lnTo>
                <a:lnTo>
                  <a:pt x="13478" y="17863"/>
                </a:lnTo>
                <a:lnTo>
                  <a:pt x="15379" y="18976"/>
                </a:lnTo>
                <a:lnTo>
                  <a:pt x="17021" y="19796"/>
                </a:lnTo>
                <a:lnTo>
                  <a:pt x="18922" y="20585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C2CD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2" name="contour_17590"/>
          <p:cNvSpPr/>
          <p:nvPr/>
        </p:nvSpPr>
        <p:spPr>
          <a:xfrm>
            <a:off x="1307637" y="111506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2138"/>
                </a:lnTo>
                <a:lnTo>
                  <a:pt x="4277" y="4277"/>
                </a:lnTo>
                <a:lnTo>
                  <a:pt x="6420" y="6420"/>
                </a:lnTo>
                <a:lnTo>
                  <a:pt x="8567" y="8567"/>
                </a:lnTo>
                <a:lnTo>
                  <a:pt x="10718" y="10718"/>
                </a:lnTo>
                <a:lnTo>
                  <a:pt x="12878" y="12878"/>
                </a:lnTo>
                <a:lnTo>
                  <a:pt x="15042" y="15042"/>
                </a:lnTo>
                <a:lnTo>
                  <a:pt x="17220" y="17220"/>
                </a:lnTo>
                <a:lnTo>
                  <a:pt x="19401" y="19401"/>
                </a:lnTo>
                <a:lnTo>
                  <a:pt x="21600" y="21600"/>
                </a:lnTo>
                <a:lnTo>
                  <a:pt x="16118" y="21583"/>
                </a:lnTo>
                <a:lnTo>
                  <a:pt x="12290" y="21470"/>
                </a:lnTo>
                <a:lnTo>
                  <a:pt x="9616" y="21164"/>
                </a:lnTo>
                <a:lnTo>
                  <a:pt x="7599" y="20559"/>
                </a:lnTo>
                <a:lnTo>
                  <a:pt x="5728" y="19570"/>
                </a:lnTo>
                <a:lnTo>
                  <a:pt x="3508" y="18092"/>
                </a:lnTo>
                <a:lnTo>
                  <a:pt x="2030" y="15872"/>
                </a:lnTo>
                <a:lnTo>
                  <a:pt x="1041" y="14001"/>
                </a:lnTo>
                <a:lnTo>
                  <a:pt x="436" y="11984"/>
                </a:lnTo>
                <a:lnTo>
                  <a:pt x="130" y="9310"/>
                </a:lnTo>
                <a:lnTo>
                  <a:pt x="17" y="5482"/>
                </a:lnTo>
                <a:lnTo>
                  <a:pt x="0" y="0"/>
                </a:lnTo>
                <a:close/>
              </a:path>
            </a:pathLst>
          </a:custGeom>
          <a:solidFill>
            <a:srgbClr val="F0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3" name="contour_17591"/>
          <p:cNvSpPr/>
          <p:nvPr/>
        </p:nvSpPr>
        <p:spPr>
          <a:xfrm>
            <a:off x="5840768" y="938963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3"/>
                </a:moveTo>
                <a:lnTo>
                  <a:pt x="7279" y="348"/>
                </a:lnTo>
                <a:lnTo>
                  <a:pt x="10113" y="7"/>
                </a:lnTo>
                <a:lnTo>
                  <a:pt x="12887" y="0"/>
                </a:lnTo>
                <a:lnTo>
                  <a:pt x="15677" y="239"/>
                </a:lnTo>
                <a:lnTo>
                  <a:pt x="18559" y="642"/>
                </a:lnTo>
                <a:lnTo>
                  <a:pt x="21600" y="1113"/>
                </a:lnTo>
                <a:lnTo>
                  <a:pt x="21600" y="5627"/>
                </a:lnTo>
                <a:lnTo>
                  <a:pt x="21600" y="10168"/>
                </a:lnTo>
                <a:lnTo>
                  <a:pt x="21600" y="14771"/>
                </a:lnTo>
                <a:lnTo>
                  <a:pt x="18775" y="16430"/>
                </a:lnTo>
                <a:lnTo>
                  <a:pt x="16705" y="17428"/>
                </a:lnTo>
                <a:lnTo>
                  <a:pt x="14386" y="18165"/>
                </a:lnTo>
                <a:lnTo>
                  <a:pt x="10800" y="19039"/>
                </a:lnTo>
                <a:lnTo>
                  <a:pt x="7785" y="19811"/>
                </a:lnTo>
                <a:lnTo>
                  <a:pt x="4726" y="20589"/>
                </a:lnTo>
                <a:lnTo>
                  <a:pt x="2380" y="21095"/>
                </a:lnTo>
                <a:lnTo>
                  <a:pt x="0" y="21600"/>
                </a:lnTo>
                <a:lnTo>
                  <a:pt x="553" y="16519"/>
                </a:lnTo>
                <a:lnTo>
                  <a:pt x="1054" y="12914"/>
                </a:lnTo>
                <a:lnTo>
                  <a:pt x="1711" y="9800"/>
                </a:lnTo>
                <a:lnTo>
                  <a:pt x="2730" y="6194"/>
                </a:lnTo>
                <a:lnTo>
                  <a:pt x="4320" y="1113"/>
                </a:lnTo>
                <a:close/>
              </a:path>
            </a:pathLst>
          </a:custGeom>
          <a:solidFill>
            <a:srgbClr val="D6DA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4" name="contour_17592"/>
          <p:cNvSpPr/>
          <p:nvPr/>
        </p:nvSpPr>
        <p:spPr>
          <a:xfrm>
            <a:off x="1693901" y="6281068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07"/>
                </a:moveTo>
                <a:lnTo>
                  <a:pt x="6156" y="342"/>
                </a:lnTo>
                <a:lnTo>
                  <a:pt x="7970" y="0"/>
                </a:lnTo>
                <a:lnTo>
                  <a:pt x="9904" y="0"/>
                </a:lnTo>
                <a:lnTo>
                  <a:pt x="12823" y="253"/>
                </a:lnTo>
                <a:lnTo>
                  <a:pt x="14058" y="348"/>
                </a:lnTo>
                <a:lnTo>
                  <a:pt x="17788" y="628"/>
                </a:lnTo>
                <a:lnTo>
                  <a:pt x="19681" y="868"/>
                </a:lnTo>
                <a:lnTo>
                  <a:pt x="21600" y="1107"/>
                </a:lnTo>
                <a:lnTo>
                  <a:pt x="21600" y="5164"/>
                </a:lnTo>
                <a:lnTo>
                  <a:pt x="21600" y="9236"/>
                </a:lnTo>
                <a:lnTo>
                  <a:pt x="21600" y="13321"/>
                </a:lnTo>
                <a:lnTo>
                  <a:pt x="21600" y="17440"/>
                </a:lnTo>
                <a:lnTo>
                  <a:pt x="21600" y="21600"/>
                </a:lnTo>
                <a:lnTo>
                  <a:pt x="20513" y="21258"/>
                </a:lnTo>
                <a:lnTo>
                  <a:pt x="19516" y="20937"/>
                </a:lnTo>
                <a:lnTo>
                  <a:pt x="18425" y="20596"/>
                </a:lnTo>
                <a:lnTo>
                  <a:pt x="17064" y="20165"/>
                </a:lnTo>
                <a:lnTo>
                  <a:pt x="15257" y="19592"/>
                </a:lnTo>
                <a:lnTo>
                  <a:pt x="12823" y="18827"/>
                </a:lnTo>
                <a:lnTo>
                  <a:pt x="9590" y="17802"/>
                </a:lnTo>
                <a:lnTo>
                  <a:pt x="5375" y="16470"/>
                </a:lnTo>
                <a:lnTo>
                  <a:pt x="0" y="14769"/>
                </a:lnTo>
                <a:lnTo>
                  <a:pt x="893" y="11387"/>
                </a:lnTo>
                <a:lnTo>
                  <a:pt x="1786" y="7992"/>
                </a:lnTo>
                <a:lnTo>
                  <a:pt x="2689" y="4570"/>
                </a:lnTo>
                <a:lnTo>
                  <a:pt x="3600" y="1107"/>
                </a:lnTo>
                <a:close/>
              </a:path>
            </a:pathLst>
          </a:custGeom>
          <a:solidFill>
            <a:srgbClr val="EBEF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5" name="contour_17593"/>
          <p:cNvSpPr/>
          <p:nvPr/>
        </p:nvSpPr>
        <p:spPr>
          <a:xfrm>
            <a:off x="5111969" y="626767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96" y="634"/>
                </a:lnTo>
                <a:lnTo>
                  <a:pt x="10212" y="1555"/>
                </a:lnTo>
                <a:lnTo>
                  <a:pt x="13081" y="2729"/>
                </a:lnTo>
                <a:lnTo>
                  <a:pt x="15924" y="4090"/>
                </a:lnTo>
                <a:lnTo>
                  <a:pt x="18757" y="5594"/>
                </a:lnTo>
                <a:lnTo>
                  <a:pt x="21600" y="7200"/>
                </a:lnTo>
                <a:lnTo>
                  <a:pt x="20926" y="11729"/>
                </a:lnTo>
                <a:lnTo>
                  <a:pt x="20252" y="14738"/>
                </a:lnTo>
                <a:lnTo>
                  <a:pt x="19172" y="17575"/>
                </a:lnTo>
                <a:lnTo>
                  <a:pt x="17280" y="21600"/>
                </a:lnTo>
                <a:lnTo>
                  <a:pt x="14304" y="20966"/>
                </a:lnTo>
                <a:lnTo>
                  <a:pt x="11388" y="20045"/>
                </a:lnTo>
                <a:lnTo>
                  <a:pt x="8519" y="18871"/>
                </a:lnTo>
                <a:lnTo>
                  <a:pt x="5676" y="17510"/>
                </a:lnTo>
                <a:lnTo>
                  <a:pt x="2843" y="16006"/>
                </a:lnTo>
                <a:lnTo>
                  <a:pt x="0" y="14400"/>
                </a:lnTo>
                <a:lnTo>
                  <a:pt x="674" y="9871"/>
                </a:lnTo>
                <a:lnTo>
                  <a:pt x="1348" y="6862"/>
                </a:lnTo>
                <a:lnTo>
                  <a:pt x="2428" y="4025"/>
                </a:lnTo>
                <a:lnTo>
                  <a:pt x="4320" y="0"/>
                </a:lnTo>
                <a:close/>
              </a:path>
            </a:pathLst>
          </a:custGeom>
          <a:solidFill>
            <a:srgbClr val="B8C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6" name="contour_17594"/>
          <p:cNvSpPr/>
          <p:nvPr/>
        </p:nvSpPr>
        <p:spPr>
          <a:xfrm>
            <a:off x="11139138" y="6231736"/>
            <a:ext cx="43728" cy="2864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489"/>
                </a:moveTo>
                <a:lnTo>
                  <a:pt x="12938" y="3116"/>
                </a:lnTo>
                <a:lnTo>
                  <a:pt x="14850" y="4775"/>
                </a:lnTo>
                <a:lnTo>
                  <a:pt x="16762" y="6379"/>
                </a:lnTo>
                <a:lnTo>
                  <a:pt x="18702" y="8017"/>
                </a:lnTo>
                <a:lnTo>
                  <a:pt x="20142" y="9303"/>
                </a:lnTo>
                <a:lnTo>
                  <a:pt x="21600" y="10610"/>
                </a:lnTo>
                <a:lnTo>
                  <a:pt x="19818" y="12424"/>
                </a:lnTo>
                <a:lnTo>
                  <a:pt x="18032" y="14242"/>
                </a:lnTo>
                <a:lnTo>
                  <a:pt x="16243" y="16061"/>
                </a:lnTo>
                <a:lnTo>
                  <a:pt x="14440" y="17897"/>
                </a:lnTo>
                <a:lnTo>
                  <a:pt x="12629" y="19737"/>
                </a:lnTo>
                <a:lnTo>
                  <a:pt x="10800" y="21600"/>
                </a:lnTo>
                <a:lnTo>
                  <a:pt x="10800" y="17968"/>
                </a:lnTo>
                <a:lnTo>
                  <a:pt x="10800" y="14314"/>
                </a:lnTo>
                <a:lnTo>
                  <a:pt x="10800" y="10610"/>
                </a:lnTo>
                <a:lnTo>
                  <a:pt x="8122" y="8918"/>
                </a:lnTo>
                <a:lnTo>
                  <a:pt x="6221" y="7786"/>
                </a:lnTo>
                <a:lnTo>
                  <a:pt x="4579" y="6951"/>
                </a:lnTo>
                <a:lnTo>
                  <a:pt x="2678" y="6149"/>
                </a:lnTo>
                <a:lnTo>
                  <a:pt x="0" y="5116"/>
                </a:lnTo>
                <a:lnTo>
                  <a:pt x="3028" y="2198"/>
                </a:lnTo>
                <a:lnTo>
                  <a:pt x="5116" y="549"/>
                </a:lnTo>
                <a:lnTo>
                  <a:pt x="6793" y="0"/>
                </a:lnTo>
                <a:lnTo>
                  <a:pt x="8597" y="368"/>
                </a:lnTo>
                <a:lnTo>
                  <a:pt x="11052" y="1489"/>
                </a:lnTo>
                <a:close/>
              </a:path>
            </a:pathLst>
          </a:custGeom>
          <a:solidFill>
            <a:srgbClr val="C8D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7" name="contour_17595"/>
          <p:cNvSpPr/>
          <p:nvPr/>
        </p:nvSpPr>
        <p:spPr>
          <a:xfrm>
            <a:off x="7983437" y="615835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188"/>
                </a:lnTo>
                <a:lnTo>
                  <a:pt x="4756" y="2376"/>
                </a:lnTo>
                <a:lnTo>
                  <a:pt x="7135" y="3569"/>
                </a:lnTo>
                <a:lnTo>
                  <a:pt x="9522" y="4763"/>
                </a:lnTo>
                <a:lnTo>
                  <a:pt x="11916" y="5956"/>
                </a:lnTo>
                <a:lnTo>
                  <a:pt x="14321" y="7160"/>
                </a:lnTo>
                <a:lnTo>
                  <a:pt x="16733" y="8365"/>
                </a:lnTo>
                <a:lnTo>
                  <a:pt x="19159" y="9580"/>
                </a:lnTo>
                <a:lnTo>
                  <a:pt x="21600" y="10800"/>
                </a:lnTo>
                <a:lnTo>
                  <a:pt x="19580" y="13241"/>
                </a:lnTo>
                <a:lnTo>
                  <a:pt x="18050" y="15023"/>
                </a:lnTo>
                <a:lnTo>
                  <a:pt x="16708" y="16454"/>
                </a:lnTo>
                <a:lnTo>
                  <a:pt x="15250" y="17825"/>
                </a:lnTo>
                <a:lnTo>
                  <a:pt x="13381" y="19440"/>
                </a:lnTo>
                <a:lnTo>
                  <a:pt x="10800" y="21600"/>
                </a:lnTo>
                <a:lnTo>
                  <a:pt x="7798" y="21071"/>
                </a:lnTo>
                <a:lnTo>
                  <a:pt x="5735" y="20525"/>
                </a:lnTo>
                <a:lnTo>
                  <a:pt x="4093" y="19705"/>
                </a:lnTo>
                <a:lnTo>
                  <a:pt x="2354" y="18349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E4ED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8" name="contour_17596"/>
          <p:cNvSpPr/>
          <p:nvPr/>
        </p:nvSpPr>
        <p:spPr>
          <a:xfrm>
            <a:off x="7560734" y="614377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F4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599" name="contour_17597"/>
          <p:cNvSpPr/>
          <p:nvPr/>
        </p:nvSpPr>
        <p:spPr>
          <a:xfrm>
            <a:off x="4754857" y="611462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2376"/>
                </a:lnTo>
                <a:lnTo>
                  <a:pt x="4752" y="4756"/>
                </a:lnTo>
                <a:lnTo>
                  <a:pt x="7133" y="7137"/>
                </a:lnTo>
                <a:lnTo>
                  <a:pt x="9526" y="9521"/>
                </a:lnTo>
                <a:lnTo>
                  <a:pt x="11918" y="11919"/>
                </a:lnTo>
                <a:lnTo>
                  <a:pt x="14321" y="14321"/>
                </a:lnTo>
                <a:lnTo>
                  <a:pt x="16735" y="16736"/>
                </a:lnTo>
                <a:lnTo>
                  <a:pt x="19159" y="19159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4045" y="18982"/>
                </a:lnTo>
                <a:lnTo>
                  <a:pt x="2997" y="16360"/>
                </a:lnTo>
                <a:lnTo>
                  <a:pt x="2214" y="13733"/>
                </a:lnTo>
                <a:lnTo>
                  <a:pt x="1620" y="11076"/>
                </a:lnTo>
                <a:lnTo>
                  <a:pt x="1161" y="8389"/>
                </a:lnTo>
                <a:lnTo>
                  <a:pt x="778" y="5655"/>
                </a:lnTo>
                <a:lnTo>
                  <a:pt x="410" y="2864"/>
                </a:lnTo>
                <a:lnTo>
                  <a:pt x="0" y="0"/>
                </a:lnTo>
                <a:close/>
              </a:path>
            </a:pathLst>
          </a:custGeom>
          <a:solidFill>
            <a:srgbClr val="DFE6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0" name="contour_17598"/>
          <p:cNvSpPr/>
          <p:nvPr/>
        </p:nvSpPr>
        <p:spPr>
          <a:xfrm>
            <a:off x="965102" y="6136489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18669" y="11671"/>
                </a:lnTo>
                <a:lnTo>
                  <a:pt x="16487" y="14918"/>
                </a:lnTo>
                <a:lnTo>
                  <a:pt x="14839" y="17186"/>
                </a:lnTo>
                <a:lnTo>
                  <a:pt x="13506" y="18742"/>
                </a:lnTo>
                <a:lnTo>
                  <a:pt x="12278" y="19829"/>
                </a:lnTo>
                <a:lnTo>
                  <a:pt x="10933" y="20693"/>
                </a:lnTo>
                <a:lnTo>
                  <a:pt x="9257" y="21600"/>
                </a:lnTo>
                <a:lnTo>
                  <a:pt x="7298" y="18655"/>
                </a:lnTo>
                <a:lnTo>
                  <a:pt x="5638" y="15523"/>
                </a:lnTo>
                <a:lnTo>
                  <a:pt x="4175" y="12154"/>
                </a:lnTo>
                <a:lnTo>
                  <a:pt x="2814" y="8474"/>
                </a:lnTo>
                <a:lnTo>
                  <a:pt x="1456" y="4442"/>
                </a:lnTo>
                <a:lnTo>
                  <a:pt x="0" y="0"/>
                </a:lnTo>
                <a:close/>
              </a:path>
            </a:pathLst>
          </a:custGeom>
          <a:solidFill>
            <a:srgbClr val="D7D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1" name="contour_17599"/>
          <p:cNvSpPr/>
          <p:nvPr/>
        </p:nvSpPr>
        <p:spPr>
          <a:xfrm>
            <a:off x="5162985" y="610004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076" y="20444"/>
                </a:lnTo>
                <a:lnTo>
                  <a:pt x="15487" y="19273"/>
                </a:lnTo>
                <a:lnTo>
                  <a:pt x="12908" y="18079"/>
                </a:lnTo>
                <a:lnTo>
                  <a:pt x="10335" y="16875"/>
                </a:lnTo>
                <a:lnTo>
                  <a:pt x="8888" y="16216"/>
                </a:lnTo>
                <a:lnTo>
                  <a:pt x="4522" y="14218"/>
                </a:lnTo>
                <a:lnTo>
                  <a:pt x="3400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A69F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2" name="contour_17600"/>
          <p:cNvSpPr/>
          <p:nvPr/>
        </p:nvSpPr>
        <p:spPr>
          <a:xfrm>
            <a:off x="4805873" y="608547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DA7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3" name="contour_17601"/>
          <p:cNvSpPr/>
          <p:nvPr/>
        </p:nvSpPr>
        <p:spPr>
          <a:xfrm>
            <a:off x="8078181" y="607818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1728"/>
                </a:lnTo>
                <a:lnTo>
                  <a:pt x="11621" y="3020"/>
                </a:lnTo>
                <a:lnTo>
                  <a:pt x="13748" y="4117"/>
                </a:lnTo>
                <a:lnTo>
                  <a:pt x="15822" y="5262"/>
                </a:lnTo>
                <a:lnTo>
                  <a:pt x="18290" y="6687"/>
                </a:lnTo>
                <a:lnTo>
                  <a:pt x="21600" y="8640"/>
                </a:lnTo>
                <a:lnTo>
                  <a:pt x="20806" y="9590"/>
                </a:lnTo>
                <a:lnTo>
                  <a:pt x="20012" y="10545"/>
                </a:lnTo>
                <a:lnTo>
                  <a:pt x="18916" y="11863"/>
                </a:lnTo>
                <a:lnTo>
                  <a:pt x="17210" y="13906"/>
                </a:lnTo>
                <a:lnTo>
                  <a:pt x="14607" y="17029"/>
                </a:lnTo>
                <a:lnTo>
                  <a:pt x="10800" y="21600"/>
                </a:lnTo>
                <a:lnTo>
                  <a:pt x="9347" y="19518"/>
                </a:lnTo>
                <a:lnTo>
                  <a:pt x="7906" y="17427"/>
                </a:lnTo>
                <a:lnTo>
                  <a:pt x="6480" y="15327"/>
                </a:lnTo>
                <a:lnTo>
                  <a:pt x="5065" y="13228"/>
                </a:lnTo>
                <a:lnTo>
                  <a:pt x="4261" y="12061"/>
                </a:lnTo>
                <a:lnTo>
                  <a:pt x="1836" y="8523"/>
                </a:lnTo>
                <a:lnTo>
                  <a:pt x="923" y="6437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D98E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4" name="contour_17602"/>
          <p:cNvSpPr/>
          <p:nvPr/>
        </p:nvSpPr>
        <p:spPr>
          <a:xfrm>
            <a:off x="7989414" y="6084161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930"/>
                </a:moveTo>
                <a:lnTo>
                  <a:pt x="4620" y="310"/>
                </a:lnTo>
                <a:lnTo>
                  <a:pt x="7271" y="0"/>
                </a:lnTo>
                <a:lnTo>
                  <a:pt x="9627" y="0"/>
                </a:lnTo>
                <a:lnTo>
                  <a:pt x="12433" y="310"/>
                </a:lnTo>
                <a:lnTo>
                  <a:pt x="16433" y="930"/>
                </a:lnTo>
                <a:lnTo>
                  <a:pt x="17843" y="4268"/>
                </a:lnTo>
                <a:lnTo>
                  <a:pt x="18959" y="7632"/>
                </a:lnTo>
                <a:lnTo>
                  <a:pt x="19843" y="11038"/>
                </a:lnTo>
                <a:lnTo>
                  <a:pt x="20541" y="14495"/>
                </a:lnTo>
                <a:lnTo>
                  <a:pt x="21109" y="18009"/>
                </a:lnTo>
                <a:lnTo>
                  <a:pt x="21600" y="21600"/>
                </a:lnTo>
                <a:lnTo>
                  <a:pt x="18009" y="21109"/>
                </a:lnTo>
                <a:lnTo>
                  <a:pt x="14495" y="20541"/>
                </a:lnTo>
                <a:lnTo>
                  <a:pt x="11038" y="19843"/>
                </a:lnTo>
                <a:lnTo>
                  <a:pt x="7632" y="18959"/>
                </a:lnTo>
                <a:lnTo>
                  <a:pt x="4268" y="17843"/>
                </a:lnTo>
                <a:lnTo>
                  <a:pt x="930" y="16433"/>
                </a:lnTo>
                <a:lnTo>
                  <a:pt x="310" y="12433"/>
                </a:lnTo>
                <a:lnTo>
                  <a:pt x="0" y="9627"/>
                </a:lnTo>
                <a:lnTo>
                  <a:pt x="0" y="7271"/>
                </a:lnTo>
                <a:lnTo>
                  <a:pt x="310" y="4620"/>
                </a:lnTo>
                <a:lnTo>
                  <a:pt x="930" y="930"/>
                </a:lnTo>
                <a:close/>
              </a:path>
            </a:pathLst>
          </a:custGeom>
          <a:solidFill>
            <a:srgbClr val="F2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5" name="contour_17603"/>
          <p:cNvSpPr/>
          <p:nvPr/>
        </p:nvSpPr>
        <p:spPr>
          <a:xfrm>
            <a:off x="10745586" y="6049033"/>
            <a:ext cx="36440" cy="3058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783" y="2445"/>
                </a:lnTo>
                <a:lnTo>
                  <a:pt x="12601" y="4905"/>
                </a:lnTo>
                <a:lnTo>
                  <a:pt x="12420" y="7401"/>
                </a:lnTo>
                <a:lnTo>
                  <a:pt x="12502" y="8579"/>
                </a:lnTo>
                <a:lnTo>
                  <a:pt x="12640" y="10664"/>
                </a:lnTo>
                <a:lnTo>
                  <a:pt x="12960" y="15440"/>
                </a:lnTo>
                <a:lnTo>
                  <a:pt x="15526" y="17514"/>
                </a:lnTo>
                <a:lnTo>
                  <a:pt x="17280" y="18739"/>
                </a:lnTo>
                <a:lnTo>
                  <a:pt x="19034" y="19603"/>
                </a:lnTo>
                <a:lnTo>
                  <a:pt x="21600" y="20586"/>
                </a:lnTo>
                <a:lnTo>
                  <a:pt x="16641" y="21147"/>
                </a:lnTo>
                <a:lnTo>
                  <a:pt x="13154" y="21487"/>
                </a:lnTo>
                <a:lnTo>
                  <a:pt x="10657" y="21600"/>
                </a:lnTo>
                <a:lnTo>
                  <a:pt x="8675" y="21487"/>
                </a:lnTo>
                <a:lnTo>
                  <a:pt x="6722" y="21147"/>
                </a:lnTo>
                <a:lnTo>
                  <a:pt x="4320" y="20586"/>
                </a:lnTo>
                <a:lnTo>
                  <a:pt x="2601" y="16912"/>
                </a:lnTo>
                <a:lnTo>
                  <a:pt x="1516" y="14271"/>
                </a:lnTo>
                <a:lnTo>
                  <a:pt x="860" y="11925"/>
                </a:lnTo>
                <a:lnTo>
                  <a:pt x="423" y="9130"/>
                </a:lnTo>
                <a:lnTo>
                  <a:pt x="0" y="5147"/>
                </a:lnTo>
                <a:lnTo>
                  <a:pt x="2143" y="2594"/>
                </a:lnTo>
                <a:lnTo>
                  <a:pt x="4320" y="0"/>
                </a:lnTo>
                <a:close/>
              </a:path>
            </a:pathLst>
          </a:custGeom>
          <a:solidFill>
            <a:srgbClr val="F8FB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6" name="contour_17604"/>
          <p:cNvSpPr/>
          <p:nvPr/>
        </p:nvSpPr>
        <p:spPr>
          <a:xfrm>
            <a:off x="8457157" y="6056321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10"/>
                </a:lnTo>
                <a:lnTo>
                  <a:pt x="6860" y="1028"/>
                </a:lnTo>
                <a:lnTo>
                  <a:pt x="8618" y="1741"/>
                </a:lnTo>
                <a:lnTo>
                  <a:pt x="11340" y="2838"/>
                </a:lnTo>
                <a:lnTo>
                  <a:pt x="15509" y="4523"/>
                </a:lnTo>
                <a:lnTo>
                  <a:pt x="21600" y="6990"/>
                </a:lnTo>
                <a:lnTo>
                  <a:pt x="19492" y="11143"/>
                </a:lnTo>
                <a:lnTo>
                  <a:pt x="17889" y="13981"/>
                </a:lnTo>
                <a:lnTo>
                  <a:pt x="15980" y="16819"/>
                </a:lnTo>
                <a:lnTo>
                  <a:pt x="12960" y="20971"/>
                </a:lnTo>
                <a:lnTo>
                  <a:pt x="9487" y="213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90"/>
                </a:lnTo>
                <a:lnTo>
                  <a:pt x="0" y="20971"/>
                </a:lnTo>
                <a:lnTo>
                  <a:pt x="855" y="16819"/>
                </a:lnTo>
                <a:lnTo>
                  <a:pt x="1715" y="12652"/>
                </a:lnTo>
                <a:lnTo>
                  <a:pt x="2575" y="8472"/>
                </a:lnTo>
                <a:lnTo>
                  <a:pt x="3443" y="4257"/>
                </a:lnTo>
                <a:lnTo>
                  <a:pt x="4320" y="0"/>
                </a:lnTo>
                <a:close/>
              </a:path>
            </a:pathLst>
          </a:custGeom>
          <a:solidFill>
            <a:srgbClr val="B6CF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7" name="contour_17605"/>
          <p:cNvSpPr/>
          <p:nvPr/>
        </p:nvSpPr>
        <p:spPr>
          <a:xfrm>
            <a:off x="4317578" y="601988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519" y="912"/>
                </a:lnTo>
                <a:lnTo>
                  <a:pt x="4869" y="2523"/>
                </a:lnTo>
                <a:lnTo>
                  <a:pt x="5668" y="6212"/>
                </a:lnTo>
                <a:lnTo>
                  <a:pt x="7171" y="9530"/>
                </a:lnTo>
                <a:lnTo>
                  <a:pt x="8428" y="11694"/>
                </a:lnTo>
                <a:lnTo>
                  <a:pt x="9906" y="13172"/>
                </a:lnTo>
                <a:lnTo>
                  <a:pt x="12070" y="14429"/>
                </a:lnTo>
                <a:lnTo>
                  <a:pt x="15388" y="15932"/>
                </a:lnTo>
                <a:lnTo>
                  <a:pt x="17440" y="16377"/>
                </a:lnTo>
                <a:lnTo>
                  <a:pt x="19505" y="16826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685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8" name="contour_17606"/>
          <p:cNvSpPr/>
          <p:nvPr/>
        </p:nvSpPr>
        <p:spPr>
          <a:xfrm>
            <a:off x="11437945" y="6027169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295"/>
                </a:lnTo>
                <a:lnTo>
                  <a:pt x="16162" y="2591"/>
                </a:lnTo>
                <a:lnTo>
                  <a:pt x="18862" y="3902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1528" y="17938"/>
                </a:lnTo>
                <a:lnTo>
                  <a:pt x="3056" y="14982"/>
                </a:lnTo>
                <a:lnTo>
                  <a:pt x="4590" y="12015"/>
                </a:lnTo>
                <a:lnTo>
                  <a:pt x="6129" y="9037"/>
                </a:lnTo>
                <a:lnTo>
                  <a:pt x="7679" y="6044"/>
                </a:lnTo>
                <a:lnTo>
                  <a:pt x="9234" y="3035"/>
                </a:lnTo>
                <a:lnTo>
                  <a:pt x="10800" y="0"/>
                </a:lnTo>
                <a:close/>
              </a:path>
            </a:pathLst>
          </a:custGeom>
          <a:solidFill>
            <a:srgbClr val="BAD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09" name="contour_17607"/>
          <p:cNvSpPr/>
          <p:nvPr/>
        </p:nvSpPr>
        <p:spPr>
          <a:xfrm>
            <a:off x="5228577" y="6011609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7A16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0" name="contour_17608"/>
          <p:cNvSpPr/>
          <p:nvPr/>
        </p:nvSpPr>
        <p:spPr>
          <a:xfrm>
            <a:off x="790190" y="601259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3" y="1782"/>
                </a:lnTo>
                <a:lnTo>
                  <a:pt x="5351" y="3568"/>
                </a:lnTo>
                <a:lnTo>
                  <a:pt x="8030" y="5353"/>
                </a:lnTo>
                <a:lnTo>
                  <a:pt x="10719" y="7146"/>
                </a:lnTo>
                <a:lnTo>
                  <a:pt x="13419" y="8946"/>
                </a:lnTo>
                <a:lnTo>
                  <a:pt x="16130" y="10753"/>
                </a:lnTo>
                <a:lnTo>
                  <a:pt x="18857" y="12571"/>
                </a:lnTo>
                <a:lnTo>
                  <a:pt x="21600" y="14400"/>
                </a:lnTo>
                <a:lnTo>
                  <a:pt x="18927" y="16182"/>
                </a:lnTo>
                <a:lnTo>
                  <a:pt x="16238" y="17971"/>
                </a:lnTo>
                <a:lnTo>
                  <a:pt x="13538" y="19775"/>
                </a:lnTo>
                <a:lnTo>
                  <a:pt x="10800" y="21600"/>
                </a:lnTo>
                <a:lnTo>
                  <a:pt x="9612" y="19224"/>
                </a:lnTo>
                <a:lnTo>
                  <a:pt x="8424" y="16844"/>
                </a:lnTo>
                <a:lnTo>
                  <a:pt x="7231" y="14465"/>
                </a:lnTo>
                <a:lnTo>
                  <a:pt x="6037" y="12078"/>
                </a:lnTo>
                <a:lnTo>
                  <a:pt x="4844" y="9684"/>
                </a:lnTo>
                <a:lnTo>
                  <a:pt x="3640" y="7279"/>
                </a:lnTo>
                <a:lnTo>
                  <a:pt x="2435" y="4867"/>
                </a:lnTo>
                <a:lnTo>
                  <a:pt x="122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A9C0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1" name="contour_17609"/>
          <p:cNvSpPr/>
          <p:nvPr/>
        </p:nvSpPr>
        <p:spPr>
          <a:xfrm>
            <a:off x="4047922" y="599801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6262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2" name="contour_17610"/>
          <p:cNvSpPr/>
          <p:nvPr/>
        </p:nvSpPr>
        <p:spPr>
          <a:xfrm>
            <a:off x="4017808" y="5990729"/>
            <a:ext cx="2282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3" y="0"/>
                </a:moveTo>
                <a:lnTo>
                  <a:pt x="15841" y="2851"/>
                </a:lnTo>
                <a:lnTo>
                  <a:pt x="16979" y="5707"/>
                </a:lnTo>
                <a:lnTo>
                  <a:pt x="18124" y="8575"/>
                </a:lnTo>
                <a:lnTo>
                  <a:pt x="19276" y="11457"/>
                </a:lnTo>
                <a:lnTo>
                  <a:pt x="20434" y="14355"/>
                </a:lnTo>
                <a:lnTo>
                  <a:pt x="21600" y="17280"/>
                </a:lnTo>
                <a:lnTo>
                  <a:pt x="17503" y="18135"/>
                </a:lnTo>
                <a:lnTo>
                  <a:pt x="13393" y="18995"/>
                </a:lnTo>
                <a:lnTo>
                  <a:pt x="9269" y="19855"/>
                </a:lnTo>
                <a:lnTo>
                  <a:pt x="5110" y="20723"/>
                </a:lnTo>
                <a:lnTo>
                  <a:pt x="910" y="21600"/>
                </a:lnTo>
                <a:lnTo>
                  <a:pt x="407" y="16606"/>
                </a:lnTo>
                <a:lnTo>
                  <a:pt x="103" y="13094"/>
                </a:lnTo>
                <a:lnTo>
                  <a:pt x="0" y="10593"/>
                </a:lnTo>
                <a:lnTo>
                  <a:pt x="103" y="8614"/>
                </a:lnTo>
                <a:lnTo>
                  <a:pt x="407" y="6683"/>
                </a:lnTo>
                <a:lnTo>
                  <a:pt x="910" y="4320"/>
                </a:lnTo>
                <a:lnTo>
                  <a:pt x="5007" y="2428"/>
                </a:lnTo>
                <a:lnTo>
                  <a:pt x="7807" y="1348"/>
                </a:lnTo>
                <a:lnTo>
                  <a:pt x="10607" y="674"/>
                </a:lnTo>
                <a:lnTo>
                  <a:pt x="14703" y="0"/>
                </a:lnTo>
                <a:close/>
              </a:path>
            </a:pathLst>
          </a:custGeom>
          <a:solidFill>
            <a:srgbClr val="5858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3" name="contour_17611"/>
          <p:cNvSpPr/>
          <p:nvPr/>
        </p:nvSpPr>
        <p:spPr>
          <a:xfrm>
            <a:off x="2029148" y="5990729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1" y="0"/>
                </a:moveTo>
                <a:lnTo>
                  <a:pt x="15476" y="940"/>
                </a:lnTo>
                <a:lnTo>
                  <a:pt x="17272" y="1814"/>
                </a:lnTo>
                <a:lnTo>
                  <a:pt x="18922" y="3132"/>
                </a:lnTo>
                <a:lnTo>
                  <a:pt x="21218" y="5400"/>
                </a:lnTo>
                <a:lnTo>
                  <a:pt x="2147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73" y="17744"/>
                </a:lnTo>
                <a:lnTo>
                  <a:pt x="21218" y="21600"/>
                </a:lnTo>
                <a:lnTo>
                  <a:pt x="18218" y="21600"/>
                </a:lnTo>
                <a:lnTo>
                  <a:pt x="15213" y="21600"/>
                </a:lnTo>
                <a:lnTo>
                  <a:pt x="12200" y="21600"/>
                </a:lnTo>
                <a:lnTo>
                  <a:pt x="9175" y="21600"/>
                </a:lnTo>
                <a:lnTo>
                  <a:pt x="6136" y="21600"/>
                </a:lnTo>
                <a:lnTo>
                  <a:pt x="3081" y="21600"/>
                </a:lnTo>
                <a:lnTo>
                  <a:pt x="0" y="21600"/>
                </a:lnTo>
                <a:lnTo>
                  <a:pt x="3386" y="15142"/>
                </a:lnTo>
                <a:lnTo>
                  <a:pt x="5877" y="10438"/>
                </a:lnTo>
                <a:lnTo>
                  <a:pt x="7698" y="7112"/>
                </a:lnTo>
                <a:lnTo>
                  <a:pt x="9073" y="4784"/>
                </a:lnTo>
                <a:lnTo>
                  <a:pt x="10219" y="3073"/>
                </a:lnTo>
                <a:lnTo>
                  <a:pt x="11364" y="1604"/>
                </a:lnTo>
                <a:lnTo>
                  <a:pt x="12731" y="0"/>
                </a:lnTo>
                <a:close/>
              </a:path>
            </a:pathLst>
          </a:custGeom>
          <a:solidFill>
            <a:srgbClr val="A7AC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4" name="contour_17612"/>
          <p:cNvSpPr/>
          <p:nvPr/>
        </p:nvSpPr>
        <p:spPr>
          <a:xfrm>
            <a:off x="7101590" y="596886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138"/>
                </a:lnTo>
                <a:lnTo>
                  <a:pt x="14369" y="4281"/>
                </a:lnTo>
                <a:lnTo>
                  <a:pt x="16157" y="6432"/>
                </a:lnTo>
                <a:lnTo>
                  <a:pt x="17960" y="8592"/>
                </a:lnTo>
                <a:lnTo>
                  <a:pt x="19775" y="10765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C9C6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5" name="contour_17613"/>
          <p:cNvSpPr/>
          <p:nvPr/>
        </p:nvSpPr>
        <p:spPr>
          <a:xfrm>
            <a:off x="1074421" y="598344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015"/>
                </a:lnTo>
                <a:lnTo>
                  <a:pt x="14524" y="1804"/>
                </a:lnTo>
                <a:lnTo>
                  <a:pt x="16494" y="2624"/>
                </a:lnTo>
                <a:lnTo>
                  <a:pt x="18645" y="3737"/>
                </a:lnTo>
                <a:lnTo>
                  <a:pt x="21600" y="5400"/>
                </a:lnTo>
                <a:lnTo>
                  <a:pt x="19462" y="8073"/>
                </a:lnTo>
                <a:lnTo>
                  <a:pt x="17319" y="10751"/>
                </a:lnTo>
                <a:lnTo>
                  <a:pt x="15168" y="13441"/>
                </a:lnTo>
                <a:lnTo>
                  <a:pt x="13008" y="16141"/>
                </a:lnTo>
                <a:lnTo>
                  <a:pt x="10835" y="18857"/>
                </a:lnTo>
                <a:lnTo>
                  <a:pt x="8640" y="21600"/>
                </a:lnTo>
                <a:lnTo>
                  <a:pt x="6502" y="18927"/>
                </a:lnTo>
                <a:lnTo>
                  <a:pt x="4350" y="16243"/>
                </a:lnTo>
                <a:lnTo>
                  <a:pt x="2190" y="13538"/>
                </a:lnTo>
                <a:lnTo>
                  <a:pt x="0" y="10800"/>
                </a:lnTo>
                <a:lnTo>
                  <a:pt x="2108" y="7403"/>
                </a:lnTo>
                <a:lnTo>
                  <a:pt x="3711" y="5146"/>
                </a:lnTo>
                <a:lnTo>
                  <a:pt x="5616" y="3019"/>
                </a:lnTo>
                <a:lnTo>
                  <a:pt x="8640" y="0"/>
                </a:lnTo>
                <a:close/>
              </a:path>
            </a:pathLst>
          </a:custGeom>
          <a:solidFill>
            <a:srgbClr val="9CA0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6" name="contour_17614"/>
          <p:cNvSpPr/>
          <p:nvPr/>
        </p:nvSpPr>
        <p:spPr>
          <a:xfrm>
            <a:off x="4536217" y="5955564"/>
            <a:ext cx="43728" cy="205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5834"/>
                </a:moveTo>
                <a:lnTo>
                  <a:pt x="18436" y="8518"/>
                </a:lnTo>
                <a:lnTo>
                  <a:pt x="20005" y="11217"/>
                </a:lnTo>
                <a:lnTo>
                  <a:pt x="21600" y="13954"/>
                </a:lnTo>
                <a:lnTo>
                  <a:pt x="19411" y="15200"/>
                </a:lnTo>
                <a:lnTo>
                  <a:pt x="17219" y="16408"/>
                </a:lnTo>
                <a:lnTo>
                  <a:pt x="15023" y="17586"/>
                </a:lnTo>
                <a:lnTo>
                  <a:pt x="12823" y="18733"/>
                </a:lnTo>
                <a:lnTo>
                  <a:pt x="10375" y="20071"/>
                </a:lnTo>
                <a:lnTo>
                  <a:pt x="7891" y="21416"/>
                </a:lnTo>
                <a:lnTo>
                  <a:pt x="5760" y="21508"/>
                </a:lnTo>
                <a:lnTo>
                  <a:pt x="3600" y="21600"/>
                </a:lnTo>
                <a:lnTo>
                  <a:pt x="2207" y="17158"/>
                </a:lnTo>
                <a:lnTo>
                  <a:pt x="1368" y="14092"/>
                </a:lnTo>
                <a:lnTo>
                  <a:pt x="742" y="10949"/>
                </a:lnTo>
                <a:lnTo>
                  <a:pt x="0" y="6308"/>
                </a:lnTo>
                <a:lnTo>
                  <a:pt x="2876" y="3464"/>
                </a:lnTo>
                <a:lnTo>
                  <a:pt x="5292" y="1407"/>
                </a:lnTo>
                <a:lnTo>
                  <a:pt x="7423" y="229"/>
                </a:lnTo>
                <a:lnTo>
                  <a:pt x="9461" y="0"/>
                </a:lnTo>
                <a:lnTo>
                  <a:pt x="11592" y="803"/>
                </a:lnTo>
                <a:lnTo>
                  <a:pt x="14000" y="2714"/>
                </a:lnTo>
                <a:lnTo>
                  <a:pt x="16877" y="5834"/>
                </a:lnTo>
                <a:close/>
              </a:path>
            </a:pathLst>
          </a:custGeom>
          <a:solidFill>
            <a:srgbClr val="7173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7" name="contour_17615"/>
          <p:cNvSpPr/>
          <p:nvPr/>
        </p:nvSpPr>
        <p:spPr>
          <a:xfrm>
            <a:off x="4412322" y="5952977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67" y="930"/>
                </a:moveTo>
                <a:lnTo>
                  <a:pt x="9167" y="310"/>
                </a:lnTo>
                <a:lnTo>
                  <a:pt x="11973" y="0"/>
                </a:lnTo>
                <a:lnTo>
                  <a:pt x="14329" y="0"/>
                </a:lnTo>
                <a:lnTo>
                  <a:pt x="16980" y="310"/>
                </a:lnTo>
                <a:lnTo>
                  <a:pt x="20670" y="930"/>
                </a:lnTo>
                <a:lnTo>
                  <a:pt x="21290" y="4620"/>
                </a:lnTo>
                <a:lnTo>
                  <a:pt x="21600" y="7271"/>
                </a:lnTo>
                <a:lnTo>
                  <a:pt x="21600" y="9627"/>
                </a:lnTo>
                <a:lnTo>
                  <a:pt x="21290" y="12433"/>
                </a:lnTo>
                <a:lnTo>
                  <a:pt x="20670" y="16433"/>
                </a:lnTo>
                <a:lnTo>
                  <a:pt x="17332" y="17843"/>
                </a:lnTo>
                <a:lnTo>
                  <a:pt x="13968" y="18959"/>
                </a:lnTo>
                <a:lnTo>
                  <a:pt x="10562" y="19843"/>
                </a:lnTo>
                <a:lnTo>
                  <a:pt x="7105" y="20541"/>
                </a:lnTo>
                <a:lnTo>
                  <a:pt x="3591" y="21109"/>
                </a:lnTo>
                <a:lnTo>
                  <a:pt x="0" y="21600"/>
                </a:lnTo>
                <a:lnTo>
                  <a:pt x="491" y="18009"/>
                </a:lnTo>
                <a:lnTo>
                  <a:pt x="1059" y="14495"/>
                </a:lnTo>
                <a:lnTo>
                  <a:pt x="1757" y="11038"/>
                </a:lnTo>
                <a:lnTo>
                  <a:pt x="2641" y="7632"/>
                </a:lnTo>
                <a:lnTo>
                  <a:pt x="3757" y="4268"/>
                </a:lnTo>
                <a:lnTo>
                  <a:pt x="5167" y="930"/>
                </a:lnTo>
                <a:close/>
              </a:path>
            </a:pathLst>
          </a:custGeom>
          <a:solidFill>
            <a:srgbClr val="3E3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8" name="contour_17616"/>
          <p:cNvSpPr/>
          <p:nvPr/>
        </p:nvSpPr>
        <p:spPr>
          <a:xfrm>
            <a:off x="10512370" y="594700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807" y="5530"/>
                </a:lnTo>
                <a:lnTo>
                  <a:pt x="18518" y="9357"/>
                </a:lnTo>
                <a:lnTo>
                  <a:pt x="17539" y="11966"/>
                </a:lnTo>
                <a:lnTo>
                  <a:pt x="16654" y="13837"/>
                </a:lnTo>
                <a:lnTo>
                  <a:pt x="15674" y="15448"/>
                </a:lnTo>
                <a:lnTo>
                  <a:pt x="14400" y="17280"/>
                </a:lnTo>
                <a:lnTo>
                  <a:pt x="9965" y="18874"/>
                </a:lnTo>
                <a:lnTo>
                  <a:pt x="6991" y="19859"/>
                </a:lnTo>
                <a:lnTo>
                  <a:pt x="4118" y="20632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FAF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19" name="contour_17617"/>
          <p:cNvSpPr/>
          <p:nvPr/>
        </p:nvSpPr>
        <p:spPr>
          <a:xfrm>
            <a:off x="2269652" y="593971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937" y="2704"/>
                </a:lnTo>
                <a:lnTo>
                  <a:pt x="18252" y="5404"/>
                </a:lnTo>
                <a:lnTo>
                  <a:pt x="16553" y="8104"/>
                </a:lnTo>
                <a:lnTo>
                  <a:pt x="14846" y="10800"/>
                </a:lnTo>
                <a:lnTo>
                  <a:pt x="14285" y="11694"/>
                </a:lnTo>
                <a:lnTo>
                  <a:pt x="13306" y="13267"/>
                </a:lnTo>
                <a:lnTo>
                  <a:pt x="11052" y="16874"/>
                </a:lnTo>
                <a:lnTo>
                  <a:pt x="9144" y="19220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C098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0" name="contour_17618"/>
          <p:cNvSpPr/>
          <p:nvPr/>
        </p:nvSpPr>
        <p:spPr>
          <a:xfrm>
            <a:off x="3865722" y="593242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200" y="1156"/>
                </a:lnTo>
                <a:lnTo>
                  <a:pt x="4396" y="2333"/>
                </a:lnTo>
                <a:lnTo>
                  <a:pt x="6588" y="3521"/>
                </a:lnTo>
                <a:lnTo>
                  <a:pt x="8777" y="4725"/>
                </a:lnTo>
                <a:lnTo>
                  <a:pt x="10408" y="5600"/>
                </a:lnTo>
                <a:lnTo>
                  <a:pt x="12046" y="6485"/>
                </a:lnTo>
                <a:lnTo>
                  <a:pt x="13712" y="7382"/>
                </a:lnTo>
                <a:lnTo>
                  <a:pt x="16222" y="9617"/>
                </a:lnTo>
                <a:lnTo>
                  <a:pt x="18054" y="11864"/>
                </a:lnTo>
                <a:lnTo>
                  <a:pt x="19422" y="14418"/>
                </a:lnTo>
                <a:lnTo>
                  <a:pt x="20534" y="17566"/>
                </a:lnTo>
                <a:lnTo>
                  <a:pt x="21600" y="21600"/>
                </a:lnTo>
                <a:lnTo>
                  <a:pt x="17298" y="20515"/>
                </a:lnTo>
                <a:lnTo>
                  <a:pt x="14015" y="19624"/>
                </a:lnTo>
                <a:lnTo>
                  <a:pt x="11556" y="18819"/>
                </a:lnTo>
                <a:lnTo>
                  <a:pt x="9720" y="17987"/>
                </a:lnTo>
                <a:lnTo>
                  <a:pt x="8309" y="17026"/>
                </a:lnTo>
                <a:lnTo>
                  <a:pt x="7124" y="15817"/>
                </a:lnTo>
                <a:lnTo>
                  <a:pt x="5969" y="14256"/>
                </a:lnTo>
                <a:lnTo>
                  <a:pt x="4640" y="12236"/>
                </a:lnTo>
                <a:lnTo>
                  <a:pt x="3478" y="9531"/>
                </a:lnTo>
                <a:lnTo>
                  <a:pt x="2606" y="7355"/>
                </a:lnTo>
                <a:lnTo>
                  <a:pt x="1591" y="4558"/>
                </a:lnTo>
                <a:lnTo>
                  <a:pt x="0" y="0"/>
                </a:lnTo>
                <a:close/>
              </a:path>
            </a:pathLst>
          </a:custGeom>
          <a:solidFill>
            <a:srgbClr val="8180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1" name="contour_17619"/>
          <p:cNvSpPr/>
          <p:nvPr/>
        </p:nvSpPr>
        <p:spPr>
          <a:xfrm>
            <a:off x="4004194" y="5925137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95" y="0"/>
                </a:moveTo>
                <a:lnTo>
                  <a:pt x="21365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65" y="12020"/>
                </a:lnTo>
                <a:lnTo>
                  <a:pt x="20895" y="16200"/>
                </a:lnTo>
                <a:lnTo>
                  <a:pt x="17008" y="18025"/>
                </a:lnTo>
                <a:lnTo>
                  <a:pt x="14250" y="19219"/>
                </a:lnTo>
                <a:lnTo>
                  <a:pt x="11868" y="20039"/>
                </a:lnTo>
                <a:lnTo>
                  <a:pt x="9110" y="20747"/>
                </a:lnTo>
                <a:lnTo>
                  <a:pt x="5224" y="21600"/>
                </a:lnTo>
                <a:lnTo>
                  <a:pt x="4189" y="18392"/>
                </a:lnTo>
                <a:lnTo>
                  <a:pt x="3150" y="15174"/>
                </a:lnTo>
                <a:lnTo>
                  <a:pt x="2110" y="11945"/>
                </a:lnTo>
                <a:lnTo>
                  <a:pt x="1060" y="8689"/>
                </a:lnTo>
                <a:lnTo>
                  <a:pt x="0" y="5400"/>
                </a:lnTo>
                <a:lnTo>
                  <a:pt x="3667" y="3348"/>
                </a:lnTo>
                <a:lnTo>
                  <a:pt x="6817" y="1885"/>
                </a:lnTo>
                <a:lnTo>
                  <a:pt x="9784" y="913"/>
                </a:lnTo>
                <a:lnTo>
                  <a:pt x="12897" y="340"/>
                </a:lnTo>
                <a:lnTo>
                  <a:pt x="16491" y="70"/>
                </a:lnTo>
                <a:lnTo>
                  <a:pt x="20895" y="0"/>
                </a:lnTo>
                <a:close/>
              </a:path>
            </a:pathLst>
          </a:custGeom>
          <a:solidFill>
            <a:srgbClr val="1C1B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2" name="contour_17620"/>
          <p:cNvSpPr/>
          <p:nvPr/>
        </p:nvSpPr>
        <p:spPr>
          <a:xfrm>
            <a:off x="8070893" y="591056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63" y="3607"/>
                </a:lnTo>
                <a:lnTo>
                  <a:pt x="20288" y="7209"/>
                </a:lnTo>
                <a:lnTo>
                  <a:pt x="19575" y="10800"/>
                </a:lnTo>
                <a:lnTo>
                  <a:pt x="19008" y="13813"/>
                </a:lnTo>
                <a:lnTo>
                  <a:pt x="18436" y="16875"/>
                </a:lnTo>
                <a:lnTo>
                  <a:pt x="17323" y="19219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7582"/>
                </a:lnTo>
                <a:lnTo>
                  <a:pt x="2624" y="14731"/>
                </a:lnTo>
                <a:lnTo>
                  <a:pt x="1804" y="12269"/>
                </a:lnTo>
                <a:lnTo>
                  <a:pt x="1015" y="9418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EAD8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3" name="contour_17621"/>
          <p:cNvSpPr/>
          <p:nvPr/>
        </p:nvSpPr>
        <p:spPr>
          <a:xfrm>
            <a:off x="1467973" y="590327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1A7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4" name="contour_17622"/>
          <p:cNvSpPr/>
          <p:nvPr/>
        </p:nvSpPr>
        <p:spPr>
          <a:xfrm>
            <a:off x="8180213" y="5873983"/>
            <a:ext cx="37752" cy="29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170" y="102"/>
                </a:moveTo>
                <a:lnTo>
                  <a:pt x="7156" y="0"/>
                </a:lnTo>
                <a:lnTo>
                  <a:pt x="10033" y="333"/>
                </a:lnTo>
                <a:lnTo>
                  <a:pt x="12814" y="1075"/>
                </a:lnTo>
                <a:lnTo>
                  <a:pt x="15533" y="2193"/>
                </a:lnTo>
                <a:lnTo>
                  <a:pt x="18202" y="3671"/>
                </a:lnTo>
                <a:lnTo>
                  <a:pt x="20849" y="5477"/>
                </a:lnTo>
                <a:lnTo>
                  <a:pt x="21350" y="9636"/>
                </a:lnTo>
                <a:lnTo>
                  <a:pt x="21600" y="12555"/>
                </a:lnTo>
                <a:lnTo>
                  <a:pt x="21600" y="15006"/>
                </a:lnTo>
                <a:lnTo>
                  <a:pt x="21350" y="17763"/>
                </a:lnTo>
                <a:lnTo>
                  <a:pt x="20849" y="21600"/>
                </a:lnTo>
                <a:lnTo>
                  <a:pt x="19682" y="20998"/>
                </a:lnTo>
                <a:lnTo>
                  <a:pt x="18589" y="20434"/>
                </a:lnTo>
                <a:lnTo>
                  <a:pt x="17330" y="19789"/>
                </a:lnTo>
                <a:lnTo>
                  <a:pt x="15662" y="18929"/>
                </a:lnTo>
                <a:lnTo>
                  <a:pt x="13339" y="17730"/>
                </a:lnTo>
                <a:lnTo>
                  <a:pt x="10120" y="16070"/>
                </a:lnTo>
                <a:lnTo>
                  <a:pt x="5754" y="13818"/>
                </a:lnTo>
                <a:lnTo>
                  <a:pt x="0" y="10851"/>
                </a:lnTo>
                <a:lnTo>
                  <a:pt x="1034" y="8191"/>
                </a:lnTo>
                <a:lnTo>
                  <a:pt x="2068" y="5520"/>
                </a:lnTo>
                <a:lnTo>
                  <a:pt x="3115" y="2827"/>
                </a:lnTo>
                <a:lnTo>
                  <a:pt x="4170" y="102"/>
                </a:lnTo>
                <a:close/>
              </a:path>
            </a:pathLst>
          </a:custGeom>
          <a:solidFill>
            <a:srgbClr val="E1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5" name="contour_17623"/>
          <p:cNvSpPr/>
          <p:nvPr/>
        </p:nvSpPr>
        <p:spPr>
          <a:xfrm>
            <a:off x="10978146" y="5874806"/>
            <a:ext cx="29808" cy="29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9" y="1839"/>
                </a:moveTo>
                <a:lnTo>
                  <a:pt x="18125" y="2582"/>
                </a:lnTo>
                <a:lnTo>
                  <a:pt x="21600" y="4843"/>
                </a:lnTo>
                <a:lnTo>
                  <a:pt x="20766" y="8820"/>
                </a:lnTo>
                <a:lnTo>
                  <a:pt x="20074" y="11637"/>
                </a:lnTo>
                <a:lnTo>
                  <a:pt x="19271" y="14074"/>
                </a:lnTo>
                <a:lnTo>
                  <a:pt x="18104" y="16896"/>
                </a:lnTo>
                <a:lnTo>
                  <a:pt x="16319" y="20878"/>
                </a:lnTo>
                <a:lnTo>
                  <a:pt x="12231" y="21359"/>
                </a:lnTo>
                <a:lnTo>
                  <a:pt x="9364" y="21600"/>
                </a:lnTo>
                <a:lnTo>
                  <a:pt x="6955" y="21600"/>
                </a:lnTo>
                <a:lnTo>
                  <a:pt x="4246" y="21359"/>
                </a:lnTo>
                <a:lnTo>
                  <a:pt x="475" y="20878"/>
                </a:lnTo>
                <a:lnTo>
                  <a:pt x="158" y="17062"/>
                </a:lnTo>
                <a:lnTo>
                  <a:pt x="0" y="14320"/>
                </a:lnTo>
                <a:lnTo>
                  <a:pt x="0" y="11882"/>
                </a:lnTo>
                <a:lnTo>
                  <a:pt x="158" y="8980"/>
                </a:lnTo>
                <a:lnTo>
                  <a:pt x="475" y="4843"/>
                </a:lnTo>
                <a:lnTo>
                  <a:pt x="3866" y="2138"/>
                </a:lnTo>
                <a:lnTo>
                  <a:pt x="6765" y="540"/>
                </a:lnTo>
                <a:lnTo>
                  <a:pt x="9628" y="0"/>
                </a:lnTo>
                <a:lnTo>
                  <a:pt x="12881" y="449"/>
                </a:lnTo>
                <a:lnTo>
                  <a:pt x="16979" y="1839"/>
                </a:lnTo>
                <a:close/>
              </a:path>
            </a:pathLst>
          </a:custGeom>
          <a:solidFill>
            <a:srgbClr val="B0A9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6" name="contour_17624"/>
          <p:cNvSpPr/>
          <p:nvPr/>
        </p:nvSpPr>
        <p:spPr>
          <a:xfrm>
            <a:off x="4120802" y="588140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9246" y="17266"/>
                </a:lnTo>
                <a:lnTo>
                  <a:pt x="17507" y="19073"/>
                </a:lnTo>
                <a:lnTo>
                  <a:pt x="15865" y="20167"/>
                </a:lnTo>
                <a:lnTo>
                  <a:pt x="13802" y="20894"/>
                </a:lnTo>
                <a:lnTo>
                  <a:pt x="10800" y="21600"/>
                </a:lnTo>
                <a:lnTo>
                  <a:pt x="8701" y="18418"/>
                </a:lnTo>
                <a:lnTo>
                  <a:pt x="6811" y="15098"/>
                </a:lnTo>
                <a:lnTo>
                  <a:pt x="5062" y="11621"/>
                </a:lnTo>
                <a:lnTo>
                  <a:pt x="3388" y="7963"/>
                </a:lnTo>
                <a:lnTo>
                  <a:pt x="1724" y="4104"/>
                </a:lnTo>
                <a:lnTo>
                  <a:pt x="0" y="0"/>
                </a:lnTo>
                <a:close/>
              </a:path>
            </a:pathLst>
          </a:custGeom>
          <a:solidFill>
            <a:srgbClr val="5950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7" name="contour_17625"/>
          <p:cNvSpPr/>
          <p:nvPr/>
        </p:nvSpPr>
        <p:spPr>
          <a:xfrm>
            <a:off x="3843858" y="588140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3A6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8" name="contour_17626"/>
          <p:cNvSpPr/>
          <p:nvPr/>
        </p:nvSpPr>
        <p:spPr>
          <a:xfrm>
            <a:off x="4281138" y="587412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86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548" y="6062"/>
                </a:lnTo>
                <a:lnTo>
                  <a:pt x="17094" y="7762"/>
                </a:lnTo>
                <a:lnTo>
                  <a:pt x="18360" y="10310"/>
                </a:lnTo>
                <a:lnTo>
                  <a:pt x="19997" y="14681"/>
                </a:lnTo>
                <a:lnTo>
                  <a:pt x="20792" y="181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C2C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29" name="contour_17627"/>
          <p:cNvSpPr/>
          <p:nvPr/>
        </p:nvSpPr>
        <p:spPr>
          <a:xfrm>
            <a:off x="710022" y="586683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695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DAE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0" name="contour_17628"/>
          <p:cNvSpPr/>
          <p:nvPr/>
        </p:nvSpPr>
        <p:spPr>
          <a:xfrm>
            <a:off x="10279155" y="585954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8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1" name="contour_17629"/>
          <p:cNvSpPr/>
          <p:nvPr/>
        </p:nvSpPr>
        <p:spPr>
          <a:xfrm>
            <a:off x="4215546" y="5852257"/>
            <a:ext cx="58304" cy="22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00" y="0"/>
                </a:moveTo>
                <a:lnTo>
                  <a:pt x="15295" y="2812"/>
                </a:lnTo>
                <a:lnTo>
                  <a:pt x="16610" y="4913"/>
                </a:lnTo>
                <a:lnTo>
                  <a:pt x="17677" y="6699"/>
                </a:lnTo>
                <a:lnTo>
                  <a:pt x="18711" y="8561"/>
                </a:lnTo>
                <a:lnTo>
                  <a:pt x="19945" y="10881"/>
                </a:lnTo>
                <a:lnTo>
                  <a:pt x="21600" y="14058"/>
                </a:lnTo>
                <a:lnTo>
                  <a:pt x="19883" y="16553"/>
                </a:lnTo>
                <a:lnTo>
                  <a:pt x="18225" y="18444"/>
                </a:lnTo>
                <a:lnTo>
                  <a:pt x="16597" y="19815"/>
                </a:lnTo>
                <a:lnTo>
                  <a:pt x="14966" y="20728"/>
                </a:lnTo>
                <a:lnTo>
                  <a:pt x="13300" y="21284"/>
                </a:lnTo>
                <a:lnTo>
                  <a:pt x="11564" y="21544"/>
                </a:lnTo>
                <a:lnTo>
                  <a:pt x="9731" y="21600"/>
                </a:lnTo>
                <a:lnTo>
                  <a:pt x="7762" y="21523"/>
                </a:lnTo>
                <a:lnTo>
                  <a:pt x="6305" y="21459"/>
                </a:lnTo>
                <a:lnTo>
                  <a:pt x="4838" y="21396"/>
                </a:lnTo>
                <a:lnTo>
                  <a:pt x="3353" y="21333"/>
                </a:lnTo>
                <a:lnTo>
                  <a:pt x="1688" y="21213"/>
                </a:lnTo>
                <a:lnTo>
                  <a:pt x="0" y="21087"/>
                </a:lnTo>
                <a:lnTo>
                  <a:pt x="1126" y="19681"/>
                </a:lnTo>
                <a:lnTo>
                  <a:pt x="2268" y="18261"/>
                </a:lnTo>
                <a:lnTo>
                  <a:pt x="3739" y="16392"/>
                </a:lnTo>
                <a:lnTo>
                  <a:pt x="5233" y="14494"/>
                </a:lnTo>
                <a:lnTo>
                  <a:pt x="6691" y="12652"/>
                </a:lnTo>
                <a:lnTo>
                  <a:pt x="8173" y="10789"/>
                </a:lnTo>
                <a:lnTo>
                  <a:pt x="9734" y="8505"/>
                </a:lnTo>
                <a:lnTo>
                  <a:pt x="10808" y="6621"/>
                </a:lnTo>
                <a:lnTo>
                  <a:pt x="11899" y="4119"/>
                </a:lnTo>
                <a:lnTo>
                  <a:pt x="13500" y="0"/>
                </a:lnTo>
                <a:close/>
              </a:path>
            </a:pathLst>
          </a:custGeom>
          <a:solidFill>
            <a:srgbClr val="5759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2" name="contour_17630"/>
          <p:cNvSpPr/>
          <p:nvPr/>
        </p:nvSpPr>
        <p:spPr>
          <a:xfrm>
            <a:off x="10942362" y="583039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1663"/>
                </a:lnTo>
                <a:lnTo>
                  <a:pt x="5404" y="3348"/>
                </a:lnTo>
                <a:lnTo>
                  <a:pt x="8104" y="5047"/>
                </a:lnTo>
                <a:lnTo>
                  <a:pt x="10800" y="6754"/>
                </a:lnTo>
                <a:lnTo>
                  <a:pt x="12809" y="8006"/>
                </a:lnTo>
                <a:lnTo>
                  <a:pt x="14826" y="9266"/>
                </a:lnTo>
                <a:lnTo>
                  <a:pt x="16874" y="10548"/>
                </a:lnTo>
                <a:lnTo>
                  <a:pt x="19220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C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3" name="contour_17631"/>
          <p:cNvSpPr/>
          <p:nvPr/>
        </p:nvSpPr>
        <p:spPr>
          <a:xfrm>
            <a:off x="5563824" y="583039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224" y="19699"/>
                </a:lnTo>
                <a:lnTo>
                  <a:pt x="16844" y="17798"/>
                </a:lnTo>
                <a:lnTo>
                  <a:pt x="14463" y="15893"/>
                </a:lnTo>
                <a:lnTo>
                  <a:pt x="12079" y="13980"/>
                </a:lnTo>
                <a:lnTo>
                  <a:pt x="9681" y="12066"/>
                </a:lnTo>
                <a:lnTo>
                  <a:pt x="7279" y="10143"/>
                </a:lnTo>
                <a:lnTo>
                  <a:pt x="4864" y="8212"/>
                </a:lnTo>
                <a:lnTo>
                  <a:pt x="2441" y="6273"/>
                </a:lnTo>
                <a:lnTo>
                  <a:pt x="0" y="4320"/>
                </a:lnTo>
                <a:lnTo>
                  <a:pt x="4294" y="2894"/>
                </a:lnTo>
                <a:lnTo>
                  <a:pt x="7629" y="1823"/>
                </a:lnTo>
                <a:lnTo>
                  <a:pt x="10251" y="1054"/>
                </a:lnTo>
                <a:lnTo>
                  <a:pt x="12420" y="540"/>
                </a:lnTo>
                <a:lnTo>
                  <a:pt x="14386" y="229"/>
                </a:lnTo>
                <a:lnTo>
                  <a:pt x="16403" y="69"/>
                </a:lnTo>
                <a:lnTo>
                  <a:pt x="18723" y="9"/>
                </a:lnTo>
                <a:lnTo>
                  <a:pt x="21600" y="0"/>
                </a:lnTo>
                <a:close/>
              </a:path>
            </a:pathLst>
          </a:custGeom>
          <a:solidFill>
            <a:srgbClr val="C3A5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4" name="contour_17632"/>
          <p:cNvSpPr/>
          <p:nvPr/>
        </p:nvSpPr>
        <p:spPr>
          <a:xfrm>
            <a:off x="7998013" y="5800257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ED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5" name="contour_17633"/>
          <p:cNvSpPr/>
          <p:nvPr/>
        </p:nvSpPr>
        <p:spPr>
          <a:xfrm>
            <a:off x="2072876" y="580852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5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8B1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6" name="contour_17634"/>
          <p:cNvSpPr/>
          <p:nvPr/>
        </p:nvSpPr>
        <p:spPr>
          <a:xfrm>
            <a:off x="1067133" y="580124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1631"/>
                </a:lnTo>
                <a:lnTo>
                  <a:pt x="14738" y="2923"/>
                </a:lnTo>
                <a:lnTo>
                  <a:pt x="17575" y="4558"/>
                </a:lnTo>
                <a:lnTo>
                  <a:pt x="21600" y="7200"/>
                </a:lnTo>
                <a:lnTo>
                  <a:pt x="20981" y="9724"/>
                </a:lnTo>
                <a:lnTo>
                  <a:pt x="20066" y="12132"/>
                </a:lnTo>
                <a:lnTo>
                  <a:pt x="18907" y="14472"/>
                </a:lnTo>
                <a:lnTo>
                  <a:pt x="17546" y="16794"/>
                </a:lnTo>
                <a:lnTo>
                  <a:pt x="16027" y="19156"/>
                </a:lnTo>
                <a:lnTo>
                  <a:pt x="14400" y="21600"/>
                </a:lnTo>
                <a:lnTo>
                  <a:pt x="12463" y="19411"/>
                </a:lnTo>
                <a:lnTo>
                  <a:pt x="10541" y="17219"/>
                </a:lnTo>
                <a:lnTo>
                  <a:pt x="8640" y="15023"/>
                </a:lnTo>
                <a:lnTo>
                  <a:pt x="6754" y="12823"/>
                </a:lnTo>
                <a:lnTo>
                  <a:pt x="5328" y="11192"/>
                </a:lnTo>
                <a:lnTo>
                  <a:pt x="3895" y="9554"/>
                </a:lnTo>
                <a:lnTo>
                  <a:pt x="2448" y="7888"/>
                </a:lnTo>
                <a:lnTo>
                  <a:pt x="1238" y="5760"/>
                </a:lnTo>
                <a:lnTo>
                  <a:pt x="0" y="3600"/>
                </a:lnTo>
                <a:lnTo>
                  <a:pt x="3571" y="1814"/>
                </a:lnTo>
                <a:lnTo>
                  <a:pt x="7200" y="0"/>
                </a:lnTo>
                <a:close/>
              </a:path>
            </a:pathLst>
          </a:custGeom>
          <a:solidFill>
            <a:srgbClr val="4A4B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7" name="contour_17635"/>
          <p:cNvSpPr/>
          <p:nvPr/>
        </p:nvSpPr>
        <p:spPr>
          <a:xfrm>
            <a:off x="2014572" y="578666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663" y="18896"/>
                </a:lnTo>
                <a:lnTo>
                  <a:pt x="3348" y="16196"/>
                </a:lnTo>
                <a:lnTo>
                  <a:pt x="5047" y="13496"/>
                </a:lnTo>
                <a:lnTo>
                  <a:pt x="6754" y="10800"/>
                </a:lnTo>
                <a:lnTo>
                  <a:pt x="8006" y="8791"/>
                </a:lnTo>
                <a:lnTo>
                  <a:pt x="9266" y="6774"/>
                </a:lnTo>
                <a:lnTo>
                  <a:pt x="10548" y="4726"/>
                </a:lnTo>
                <a:lnTo>
                  <a:pt x="12456" y="2380"/>
                </a:lnTo>
                <a:lnTo>
                  <a:pt x="14400" y="0"/>
                </a:lnTo>
                <a:close/>
              </a:path>
            </a:pathLst>
          </a:custGeom>
          <a:solidFill>
            <a:srgbClr val="C9B5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8" name="contour_17636"/>
          <p:cNvSpPr/>
          <p:nvPr/>
        </p:nvSpPr>
        <p:spPr>
          <a:xfrm>
            <a:off x="3858434" y="578666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677" y="2824"/>
                </a:lnTo>
                <a:lnTo>
                  <a:pt x="17483" y="4892"/>
                </a:lnTo>
                <a:lnTo>
                  <a:pt x="19185" y="7214"/>
                </a:lnTo>
                <a:lnTo>
                  <a:pt x="21600" y="10800"/>
                </a:lnTo>
                <a:lnTo>
                  <a:pt x="21228" y="14575"/>
                </a:lnTo>
                <a:lnTo>
                  <a:pt x="20654" y="16961"/>
                </a:lnTo>
                <a:lnTo>
                  <a:pt x="19475" y="18965"/>
                </a:lnTo>
                <a:lnTo>
                  <a:pt x="17280" y="21600"/>
                </a:lnTo>
                <a:lnTo>
                  <a:pt x="14273" y="21098"/>
                </a:lnTo>
                <a:lnTo>
                  <a:pt x="11383" y="20390"/>
                </a:lnTo>
                <a:lnTo>
                  <a:pt x="8562" y="19510"/>
                </a:lnTo>
                <a:lnTo>
                  <a:pt x="5759" y="18495"/>
                </a:lnTo>
                <a:lnTo>
                  <a:pt x="2920" y="17383"/>
                </a:lnTo>
                <a:lnTo>
                  <a:pt x="0" y="16200"/>
                </a:lnTo>
                <a:lnTo>
                  <a:pt x="2138" y="13527"/>
                </a:lnTo>
                <a:lnTo>
                  <a:pt x="4281" y="10849"/>
                </a:lnTo>
                <a:lnTo>
                  <a:pt x="6432" y="8159"/>
                </a:lnTo>
                <a:lnTo>
                  <a:pt x="8592" y="5459"/>
                </a:lnTo>
                <a:lnTo>
                  <a:pt x="10765" y="2743"/>
                </a:lnTo>
                <a:lnTo>
                  <a:pt x="12960" y="0"/>
                </a:lnTo>
                <a:close/>
              </a:path>
            </a:pathLst>
          </a:custGeom>
          <a:solidFill>
            <a:srgbClr val="5958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39" name="contour_17637"/>
          <p:cNvSpPr/>
          <p:nvPr/>
        </p:nvSpPr>
        <p:spPr>
          <a:xfrm>
            <a:off x="1497125" y="5772089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1156" y="18076"/>
                </a:lnTo>
                <a:lnTo>
                  <a:pt x="2327" y="15487"/>
                </a:lnTo>
                <a:lnTo>
                  <a:pt x="3521" y="12908"/>
                </a:lnTo>
                <a:lnTo>
                  <a:pt x="4725" y="10335"/>
                </a:lnTo>
                <a:lnTo>
                  <a:pt x="6043" y="7451"/>
                </a:lnTo>
                <a:lnTo>
                  <a:pt x="7382" y="4522"/>
                </a:lnTo>
                <a:lnTo>
                  <a:pt x="9077" y="2279"/>
                </a:lnTo>
                <a:lnTo>
                  <a:pt x="10800" y="0"/>
                </a:lnTo>
                <a:close/>
              </a:path>
            </a:pathLst>
          </a:custGeom>
          <a:solidFill>
            <a:srgbClr val="6A6A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0" name="contour_17638"/>
          <p:cNvSpPr/>
          <p:nvPr/>
        </p:nvSpPr>
        <p:spPr>
          <a:xfrm>
            <a:off x="10811178" y="575022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221" y="2376"/>
                </a:lnTo>
                <a:lnTo>
                  <a:pt x="8122" y="4756"/>
                </a:lnTo>
                <a:lnTo>
                  <a:pt x="10027" y="7137"/>
                </a:lnTo>
                <a:lnTo>
                  <a:pt x="11940" y="9521"/>
                </a:lnTo>
                <a:lnTo>
                  <a:pt x="13854" y="11919"/>
                </a:lnTo>
                <a:lnTo>
                  <a:pt x="15777" y="14321"/>
                </a:lnTo>
                <a:lnTo>
                  <a:pt x="17708" y="16736"/>
                </a:lnTo>
                <a:lnTo>
                  <a:pt x="19647" y="1915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536" y="18926"/>
                </a:lnTo>
                <a:lnTo>
                  <a:pt x="1071" y="16252"/>
                </a:lnTo>
                <a:lnTo>
                  <a:pt x="1607" y="13569"/>
                </a:lnTo>
                <a:lnTo>
                  <a:pt x="2143" y="10882"/>
                </a:lnTo>
                <a:lnTo>
                  <a:pt x="2683" y="8182"/>
                </a:lnTo>
                <a:lnTo>
                  <a:pt x="3227" y="5469"/>
                </a:lnTo>
                <a:lnTo>
                  <a:pt x="3771" y="2743"/>
                </a:lnTo>
                <a:lnTo>
                  <a:pt x="4320" y="0"/>
                </a:lnTo>
                <a:close/>
              </a:path>
            </a:pathLst>
          </a:custGeom>
          <a:solidFill>
            <a:srgbClr val="E2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1" name="contour_17639"/>
          <p:cNvSpPr/>
          <p:nvPr/>
        </p:nvSpPr>
        <p:spPr>
          <a:xfrm>
            <a:off x="8479021" y="576480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004" y="1670"/>
                </a:lnTo>
                <a:lnTo>
                  <a:pt x="10807" y="3355"/>
                </a:lnTo>
                <a:lnTo>
                  <a:pt x="12604" y="5047"/>
                </a:lnTo>
                <a:lnTo>
                  <a:pt x="14400" y="6754"/>
                </a:lnTo>
                <a:lnTo>
                  <a:pt x="16409" y="8640"/>
                </a:lnTo>
                <a:lnTo>
                  <a:pt x="18450" y="10548"/>
                </a:lnTo>
                <a:lnTo>
                  <a:pt x="20016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782" y="19814"/>
                </a:lnTo>
                <a:lnTo>
                  <a:pt x="3575" y="18029"/>
                </a:lnTo>
                <a:lnTo>
                  <a:pt x="5375" y="16222"/>
                </a:lnTo>
                <a:lnTo>
                  <a:pt x="7200" y="14400"/>
                </a:lnTo>
                <a:lnTo>
                  <a:pt x="7200" y="9641"/>
                </a:lnTo>
                <a:lnTo>
                  <a:pt x="7200" y="4853"/>
                </a:lnTo>
                <a:lnTo>
                  <a:pt x="7200" y="0"/>
                </a:lnTo>
                <a:close/>
              </a:path>
            </a:pathLst>
          </a:custGeom>
          <a:solidFill>
            <a:srgbClr val="C9CA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2" name="contour_17640"/>
          <p:cNvSpPr/>
          <p:nvPr/>
        </p:nvSpPr>
        <p:spPr>
          <a:xfrm>
            <a:off x="10446779" y="576480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5196" y="18922"/>
                </a:lnTo>
                <a:lnTo>
                  <a:pt x="14175" y="16200"/>
                </a:lnTo>
                <a:lnTo>
                  <a:pt x="12501" y="13522"/>
                </a:lnTo>
                <a:lnTo>
                  <a:pt x="10800" y="10800"/>
                </a:lnTo>
                <a:lnTo>
                  <a:pt x="7231" y="10800"/>
                </a:lnTo>
                <a:lnTo>
                  <a:pt x="3640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7B7C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3" name="contour_17641"/>
          <p:cNvSpPr/>
          <p:nvPr/>
        </p:nvSpPr>
        <p:spPr>
          <a:xfrm>
            <a:off x="8165637" y="575751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1718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4" name="contour_17642"/>
          <p:cNvSpPr/>
          <p:nvPr/>
        </p:nvSpPr>
        <p:spPr>
          <a:xfrm>
            <a:off x="2306092" y="576480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19462" y="8073"/>
                </a:lnTo>
                <a:lnTo>
                  <a:pt x="17319" y="10751"/>
                </a:lnTo>
                <a:lnTo>
                  <a:pt x="15168" y="13441"/>
                </a:lnTo>
                <a:lnTo>
                  <a:pt x="13008" y="16141"/>
                </a:lnTo>
                <a:lnTo>
                  <a:pt x="10835" y="18857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5784" y="10800"/>
                </a:lnTo>
                <a:lnTo>
                  <a:pt x="2912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AD90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5" name="contour_17643"/>
          <p:cNvSpPr/>
          <p:nvPr/>
        </p:nvSpPr>
        <p:spPr>
          <a:xfrm>
            <a:off x="1599157" y="575751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171" y="0"/>
                </a:moveTo>
                <a:lnTo>
                  <a:pt x="8199" y="972"/>
                </a:lnTo>
                <a:lnTo>
                  <a:pt x="10180" y="2084"/>
                </a:lnTo>
                <a:lnTo>
                  <a:pt x="12127" y="3316"/>
                </a:lnTo>
                <a:lnTo>
                  <a:pt x="14046" y="4660"/>
                </a:lnTo>
                <a:lnTo>
                  <a:pt x="15947" y="6091"/>
                </a:lnTo>
                <a:lnTo>
                  <a:pt x="17832" y="7603"/>
                </a:lnTo>
                <a:lnTo>
                  <a:pt x="19715" y="9180"/>
                </a:lnTo>
                <a:lnTo>
                  <a:pt x="21600" y="10800"/>
                </a:lnTo>
                <a:lnTo>
                  <a:pt x="20310" y="14386"/>
                </a:lnTo>
                <a:lnTo>
                  <a:pt x="19236" y="16708"/>
                </a:lnTo>
                <a:lnTo>
                  <a:pt x="17801" y="18776"/>
                </a:lnTo>
                <a:lnTo>
                  <a:pt x="15429" y="21600"/>
                </a:lnTo>
                <a:lnTo>
                  <a:pt x="13401" y="20628"/>
                </a:lnTo>
                <a:lnTo>
                  <a:pt x="11420" y="19516"/>
                </a:lnTo>
                <a:lnTo>
                  <a:pt x="9473" y="18284"/>
                </a:lnTo>
                <a:lnTo>
                  <a:pt x="7554" y="16940"/>
                </a:lnTo>
                <a:lnTo>
                  <a:pt x="5653" y="15509"/>
                </a:lnTo>
                <a:lnTo>
                  <a:pt x="3768" y="13997"/>
                </a:lnTo>
                <a:lnTo>
                  <a:pt x="1885" y="12420"/>
                </a:lnTo>
                <a:lnTo>
                  <a:pt x="0" y="10800"/>
                </a:lnTo>
                <a:lnTo>
                  <a:pt x="1290" y="7214"/>
                </a:lnTo>
                <a:lnTo>
                  <a:pt x="2364" y="4892"/>
                </a:lnTo>
                <a:lnTo>
                  <a:pt x="3799" y="2824"/>
                </a:lnTo>
                <a:lnTo>
                  <a:pt x="6171" y="0"/>
                </a:lnTo>
                <a:close/>
              </a:path>
            </a:pathLst>
          </a:custGeom>
          <a:solidFill>
            <a:srgbClr val="1B1B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6" name="contour_17644"/>
          <p:cNvSpPr/>
          <p:nvPr/>
        </p:nvSpPr>
        <p:spPr>
          <a:xfrm>
            <a:off x="8355125" y="5757513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820" y="2703"/>
                </a:lnTo>
                <a:lnTo>
                  <a:pt x="14121" y="4682"/>
                </a:lnTo>
                <a:lnTo>
                  <a:pt x="15287" y="6904"/>
                </a:lnTo>
                <a:lnTo>
                  <a:pt x="16875" y="10335"/>
                </a:lnTo>
                <a:lnTo>
                  <a:pt x="18236" y="13218"/>
                </a:lnTo>
                <a:lnTo>
                  <a:pt x="19618" y="16148"/>
                </a:lnTo>
                <a:lnTo>
                  <a:pt x="20601" y="18391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926" y="17332"/>
                </a:lnTo>
                <a:lnTo>
                  <a:pt x="2759" y="13968"/>
                </a:lnTo>
                <a:lnTo>
                  <a:pt x="1836" y="10562"/>
                </a:lnTo>
                <a:lnTo>
                  <a:pt x="1107" y="7105"/>
                </a:lnTo>
                <a:lnTo>
                  <a:pt x="513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997F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7" name="contour_17645"/>
          <p:cNvSpPr/>
          <p:nvPr/>
        </p:nvSpPr>
        <p:spPr>
          <a:xfrm>
            <a:off x="2051012" y="57502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3208"/>
                </a:lnTo>
                <a:lnTo>
                  <a:pt x="18995" y="6426"/>
                </a:lnTo>
                <a:lnTo>
                  <a:pt x="19855" y="9655"/>
                </a:lnTo>
                <a:lnTo>
                  <a:pt x="20723" y="12911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2138" y="20261"/>
                </a:lnTo>
                <a:lnTo>
                  <a:pt x="4290" y="18922"/>
                </a:lnTo>
                <a:lnTo>
                  <a:pt x="6450" y="17566"/>
                </a:lnTo>
                <a:lnTo>
                  <a:pt x="8640" y="16200"/>
                </a:lnTo>
                <a:lnTo>
                  <a:pt x="8640" y="12631"/>
                </a:lnTo>
                <a:lnTo>
                  <a:pt x="8640" y="9040"/>
                </a:lnTo>
                <a:lnTo>
                  <a:pt x="8640" y="5400"/>
                </a:lnTo>
                <a:lnTo>
                  <a:pt x="11206" y="3418"/>
                </a:lnTo>
                <a:lnTo>
                  <a:pt x="12960" y="2192"/>
                </a:lnTo>
                <a:lnTo>
                  <a:pt x="14714" y="1226"/>
                </a:lnTo>
                <a:lnTo>
                  <a:pt x="17280" y="0"/>
                </a:lnTo>
                <a:close/>
              </a:path>
            </a:pathLst>
          </a:custGeom>
          <a:solidFill>
            <a:srgbClr val="9468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8" name="contour_17646"/>
          <p:cNvSpPr/>
          <p:nvPr/>
        </p:nvSpPr>
        <p:spPr>
          <a:xfrm>
            <a:off x="2014572" y="5749241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5340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49" name="contour_17647"/>
          <p:cNvSpPr/>
          <p:nvPr/>
        </p:nvSpPr>
        <p:spPr>
          <a:xfrm>
            <a:off x="1868813" y="575751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947D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0" name="contour_17648"/>
          <p:cNvSpPr/>
          <p:nvPr/>
        </p:nvSpPr>
        <p:spPr>
          <a:xfrm>
            <a:off x="1460685" y="57502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75" y="1372"/>
                </a:lnTo>
                <a:lnTo>
                  <a:pt x="19989" y="2684"/>
                </a:lnTo>
                <a:lnTo>
                  <a:pt x="19008" y="4320"/>
                </a:lnTo>
                <a:lnTo>
                  <a:pt x="17613" y="6647"/>
                </a:lnTo>
                <a:lnTo>
                  <a:pt x="15569" y="10055"/>
                </a:lnTo>
                <a:lnTo>
                  <a:pt x="12653" y="14909"/>
                </a:lnTo>
                <a:lnTo>
                  <a:pt x="8640" y="21600"/>
                </a:lnTo>
                <a:lnTo>
                  <a:pt x="7417" y="18544"/>
                </a:lnTo>
                <a:lnTo>
                  <a:pt x="6195" y="15487"/>
                </a:lnTo>
                <a:lnTo>
                  <a:pt x="4968" y="12420"/>
                </a:lnTo>
                <a:lnTo>
                  <a:pt x="3737" y="9342"/>
                </a:lnTo>
                <a:lnTo>
                  <a:pt x="2497" y="6248"/>
                </a:lnTo>
                <a:lnTo>
                  <a:pt x="1253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615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1" name="contour_17649"/>
          <p:cNvSpPr/>
          <p:nvPr/>
        </p:nvSpPr>
        <p:spPr>
          <a:xfrm>
            <a:off x="2116604" y="575751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99" y="1550"/>
                </a:lnTo>
                <a:lnTo>
                  <a:pt x="5590" y="3127"/>
                </a:lnTo>
                <a:lnTo>
                  <a:pt x="8372" y="4725"/>
                </a:lnTo>
                <a:lnTo>
                  <a:pt x="10705" y="6043"/>
                </a:lnTo>
                <a:lnTo>
                  <a:pt x="13077" y="7382"/>
                </a:lnTo>
                <a:lnTo>
                  <a:pt x="15651" y="9752"/>
                </a:lnTo>
                <a:lnTo>
                  <a:pt x="17587" y="12177"/>
                </a:lnTo>
                <a:lnTo>
                  <a:pt x="19090" y="14839"/>
                </a:lnTo>
                <a:lnTo>
                  <a:pt x="20360" y="17917"/>
                </a:lnTo>
                <a:lnTo>
                  <a:pt x="21600" y="21600"/>
                </a:lnTo>
                <a:lnTo>
                  <a:pt x="16606" y="20585"/>
                </a:lnTo>
                <a:lnTo>
                  <a:pt x="13094" y="19818"/>
                </a:lnTo>
                <a:lnTo>
                  <a:pt x="10593" y="19143"/>
                </a:lnTo>
                <a:lnTo>
                  <a:pt x="8614" y="18414"/>
                </a:lnTo>
                <a:lnTo>
                  <a:pt x="6683" y="17485"/>
                </a:lnTo>
                <a:lnTo>
                  <a:pt x="4320" y="16200"/>
                </a:lnTo>
                <a:lnTo>
                  <a:pt x="2730" y="12020"/>
                </a:lnTo>
                <a:lnTo>
                  <a:pt x="1711" y="9088"/>
                </a:lnTo>
                <a:lnTo>
                  <a:pt x="1054" y="6626"/>
                </a:lnTo>
                <a:lnTo>
                  <a:pt x="5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1716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2" name="contour_17650"/>
          <p:cNvSpPr/>
          <p:nvPr/>
        </p:nvSpPr>
        <p:spPr>
          <a:xfrm>
            <a:off x="10395763" y="574293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637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3" name="contour_17651"/>
          <p:cNvSpPr/>
          <p:nvPr/>
        </p:nvSpPr>
        <p:spPr>
          <a:xfrm>
            <a:off x="10177123" y="573564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5E8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4" name="contour_17652"/>
          <p:cNvSpPr/>
          <p:nvPr/>
        </p:nvSpPr>
        <p:spPr>
          <a:xfrm>
            <a:off x="10709146" y="573564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7660" y="11952"/>
                </a:lnTo>
                <a:lnTo>
                  <a:pt x="14580" y="15523"/>
                </a:lnTo>
                <a:lnTo>
                  <a:pt x="12109" y="18086"/>
                </a:lnTo>
                <a:lnTo>
                  <a:pt x="9988" y="19800"/>
                </a:lnTo>
                <a:lnTo>
                  <a:pt x="7975" y="20844"/>
                </a:lnTo>
                <a:lnTo>
                  <a:pt x="5806" y="21377"/>
                </a:lnTo>
                <a:lnTo>
                  <a:pt x="3231" y="21571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D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5" name="contour_17653"/>
          <p:cNvSpPr/>
          <p:nvPr/>
        </p:nvSpPr>
        <p:spPr>
          <a:xfrm>
            <a:off x="10599826" y="573564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2138" y="19814"/>
                </a:lnTo>
                <a:lnTo>
                  <a:pt x="4290" y="18029"/>
                </a:lnTo>
                <a:lnTo>
                  <a:pt x="6450" y="16222"/>
                </a:lnTo>
                <a:lnTo>
                  <a:pt x="8640" y="14400"/>
                </a:lnTo>
                <a:lnTo>
                  <a:pt x="8640" y="9641"/>
                </a:lnTo>
                <a:lnTo>
                  <a:pt x="8640" y="4853"/>
                </a:lnTo>
                <a:lnTo>
                  <a:pt x="8640" y="0"/>
                </a:lnTo>
                <a:close/>
              </a:path>
            </a:pathLst>
          </a:custGeom>
          <a:solidFill>
            <a:srgbClr val="F1F2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6" name="contour_17654"/>
          <p:cNvSpPr/>
          <p:nvPr/>
        </p:nvSpPr>
        <p:spPr>
          <a:xfrm>
            <a:off x="7932421" y="572107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0579" y="2052"/>
                </a:lnTo>
                <a:lnTo>
                  <a:pt x="10352" y="4117"/>
                </a:lnTo>
                <a:lnTo>
                  <a:pt x="10125" y="6212"/>
                </a:lnTo>
                <a:lnTo>
                  <a:pt x="10346" y="8441"/>
                </a:lnTo>
                <a:lnTo>
                  <a:pt x="10573" y="10683"/>
                </a:lnTo>
                <a:lnTo>
                  <a:pt x="10800" y="12960"/>
                </a:lnTo>
                <a:lnTo>
                  <a:pt x="14008" y="14701"/>
                </a:lnTo>
                <a:lnTo>
                  <a:pt x="16200" y="15729"/>
                </a:lnTo>
                <a:lnTo>
                  <a:pt x="18392" y="16455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A293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7" name="contour_17655"/>
          <p:cNvSpPr/>
          <p:nvPr/>
        </p:nvSpPr>
        <p:spPr>
          <a:xfrm>
            <a:off x="10322883" y="571378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670" y="18896"/>
                </a:lnTo>
                <a:lnTo>
                  <a:pt x="3348" y="16196"/>
                </a:lnTo>
                <a:lnTo>
                  <a:pt x="5047" y="13496"/>
                </a:lnTo>
                <a:lnTo>
                  <a:pt x="6754" y="10800"/>
                </a:lnTo>
                <a:lnTo>
                  <a:pt x="8006" y="8791"/>
                </a:lnTo>
                <a:lnTo>
                  <a:pt x="9266" y="6774"/>
                </a:lnTo>
                <a:lnTo>
                  <a:pt x="10548" y="4726"/>
                </a:lnTo>
                <a:lnTo>
                  <a:pt x="12456" y="2380"/>
                </a:lnTo>
                <a:lnTo>
                  <a:pt x="14400" y="0"/>
                </a:lnTo>
                <a:close/>
              </a:path>
            </a:pathLst>
          </a:custGeom>
          <a:solidFill>
            <a:srgbClr val="3D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8" name="contour_17656"/>
          <p:cNvSpPr/>
          <p:nvPr/>
        </p:nvSpPr>
        <p:spPr>
          <a:xfrm>
            <a:off x="5723504" y="5721073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733" y="2674"/>
                </a:lnTo>
                <a:lnTo>
                  <a:pt x="19866" y="5348"/>
                </a:lnTo>
                <a:lnTo>
                  <a:pt x="19000" y="8031"/>
                </a:lnTo>
                <a:lnTo>
                  <a:pt x="18133" y="10718"/>
                </a:lnTo>
                <a:lnTo>
                  <a:pt x="17259" y="13418"/>
                </a:lnTo>
                <a:lnTo>
                  <a:pt x="16378" y="16131"/>
                </a:lnTo>
                <a:lnTo>
                  <a:pt x="15497" y="18857"/>
                </a:lnTo>
                <a:lnTo>
                  <a:pt x="14610" y="21600"/>
                </a:lnTo>
                <a:lnTo>
                  <a:pt x="10457" y="19492"/>
                </a:lnTo>
                <a:lnTo>
                  <a:pt x="7619" y="17889"/>
                </a:lnTo>
                <a:lnTo>
                  <a:pt x="4781" y="15980"/>
                </a:lnTo>
                <a:lnTo>
                  <a:pt x="629" y="12960"/>
                </a:lnTo>
                <a:lnTo>
                  <a:pt x="210" y="9487"/>
                </a:lnTo>
                <a:lnTo>
                  <a:pt x="0" y="7076"/>
                </a:lnTo>
                <a:lnTo>
                  <a:pt x="0" y="5106"/>
                </a:lnTo>
                <a:lnTo>
                  <a:pt x="210" y="2955"/>
                </a:lnTo>
                <a:lnTo>
                  <a:pt x="629" y="0"/>
                </a:lnTo>
                <a:close/>
              </a:path>
            </a:pathLst>
          </a:custGeom>
          <a:solidFill>
            <a:srgbClr val="AFC8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59" name="contour_17657"/>
          <p:cNvSpPr/>
          <p:nvPr/>
        </p:nvSpPr>
        <p:spPr>
          <a:xfrm>
            <a:off x="564262" y="572107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350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0" name="contour_17658"/>
          <p:cNvSpPr/>
          <p:nvPr/>
        </p:nvSpPr>
        <p:spPr>
          <a:xfrm>
            <a:off x="1868813" y="570649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3489" y="19024"/>
                </a:lnTo>
                <a:lnTo>
                  <a:pt x="10789" y="16432"/>
                </a:lnTo>
                <a:lnTo>
                  <a:pt x="8100" y="13835"/>
                </a:lnTo>
                <a:lnTo>
                  <a:pt x="5837" y="11669"/>
                </a:lnTo>
                <a:lnTo>
                  <a:pt x="3542" y="9472"/>
                </a:lnTo>
                <a:lnTo>
                  <a:pt x="1048" y="6404"/>
                </a:lnTo>
                <a:lnTo>
                  <a:pt x="130" y="3953"/>
                </a:lnTo>
                <a:lnTo>
                  <a:pt x="0" y="0"/>
                </a:lnTo>
                <a:close/>
              </a:path>
            </a:pathLst>
          </a:custGeom>
          <a:solidFill>
            <a:srgbClr val="B39E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1" name="contour_17659"/>
          <p:cNvSpPr/>
          <p:nvPr/>
        </p:nvSpPr>
        <p:spPr>
          <a:xfrm>
            <a:off x="10220851" y="570551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A5A7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2" name="contour_17660"/>
          <p:cNvSpPr/>
          <p:nvPr/>
        </p:nvSpPr>
        <p:spPr>
          <a:xfrm>
            <a:off x="7342094" y="572107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434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3" name="contour_17661"/>
          <p:cNvSpPr/>
          <p:nvPr/>
        </p:nvSpPr>
        <p:spPr>
          <a:xfrm>
            <a:off x="5263705" y="5713785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4" y="1156"/>
                </a:lnTo>
                <a:lnTo>
                  <a:pt x="6113" y="2327"/>
                </a:lnTo>
                <a:lnTo>
                  <a:pt x="8692" y="3521"/>
                </a:lnTo>
                <a:lnTo>
                  <a:pt x="11265" y="4725"/>
                </a:lnTo>
                <a:lnTo>
                  <a:pt x="14149" y="6043"/>
                </a:lnTo>
                <a:lnTo>
                  <a:pt x="17078" y="7382"/>
                </a:lnTo>
                <a:lnTo>
                  <a:pt x="19321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ADB8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4" name="contour_17662"/>
          <p:cNvSpPr/>
          <p:nvPr/>
        </p:nvSpPr>
        <p:spPr>
          <a:xfrm>
            <a:off x="10905922" y="5684633"/>
            <a:ext cx="36440" cy="2846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345"/>
                </a:lnTo>
                <a:lnTo>
                  <a:pt x="9210" y="4696"/>
                </a:lnTo>
                <a:lnTo>
                  <a:pt x="11664" y="7052"/>
                </a:lnTo>
                <a:lnTo>
                  <a:pt x="14126" y="9420"/>
                </a:lnTo>
                <a:lnTo>
                  <a:pt x="16602" y="11793"/>
                </a:lnTo>
                <a:lnTo>
                  <a:pt x="19090" y="14188"/>
                </a:lnTo>
                <a:lnTo>
                  <a:pt x="21600" y="16594"/>
                </a:lnTo>
                <a:lnTo>
                  <a:pt x="16641" y="19161"/>
                </a:lnTo>
                <a:lnTo>
                  <a:pt x="13133" y="20792"/>
                </a:lnTo>
                <a:lnTo>
                  <a:pt x="10567" y="21578"/>
                </a:lnTo>
                <a:lnTo>
                  <a:pt x="8441" y="21600"/>
                </a:lnTo>
                <a:lnTo>
                  <a:pt x="6255" y="20947"/>
                </a:lnTo>
                <a:lnTo>
                  <a:pt x="3508" y="19703"/>
                </a:lnTo>
                <a:lnTo>
                  <a:pt x="1767" y="18159"/>
                </a:lnTo>
                <a:lnTo>
                  <a:pt x="0" y="16594"/>
                </a:lnTo>
                <a:lnTo>
                  <a:pt x="855" y="13308"/>
                </a:lnTo>
                <a:lnTo>
                  <a:pt x="1715" y="10012"/>
                </a:lnTo>
                <a:lnTo>
                  <a:pt x="2575" y="6704"/>
                </a:lnTo>
                <a:lnTo>
                  <a:pt x="3443" y="3369"/>
                </a:lnTo>
                <a:lnTo>
                  <a:pt x="4320" y="0"/>
                </a:lnTo>
                <a:close/>
              </a:path>
            </a:pathLst>
          </a:custGeom>
          <a:solidFill>
            <a:srgbClr val="A9A7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5" name="contour_17663"/>
          <p:cNvSpPr/>
          <p:nvPr/>
        </p:nvSpPr>
        <p:spPr>
          <a:xfrm>
            <a:off x="10636266" y="5691921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076" y="20444"/>
                </a:lnTo>
                <a:lnTo>
                  <a:pt x="15487" y="19273"/>
                </a:lnTo>
                <a:lnTo>
                  <a:pt x="12908" y="18079"/>
                </a:lnTo>
                <a:lnTo>
                  <a:pt x="10335" y="16875"/>
                </a:lnTo>
                <a:lnTo>
                  <a:pt x="8888" y="16216"/>
                </a:lnTo>
                <a:lnTo>
                  <a:pt x="4522" y="14218"/>
                </a:lnTo>
                <a:lnTo>
                  <a:pt x="3400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B3B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6" name="contour_17664"/>
          <p:cNvSpPr/>
          <p:nvPr/>
        </p:nvSpPr>
        <p:spPr>
          <a:xfrm>
            <a:off x="7502430" y="569192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FC3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7" name="contour_17665"/>
          <p:cNvSpPr/>
          <p:nvPr/>
        </p:nvSpPr>
        <p:spPr>
          <a:xfrm>
            <a:off x="5265017" y="569192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3208"/>
                </a:lnTo>
                <a:lnTo>
                  <a:pt x="19429" y="6426"/>
                </a:lnTo>
                <a:lnTo>
                  <a:pt x="20146" y="9655"/>
                </a:lnTo>
                <a:lnTo>
                  <a:pt x="20869" y="12911"/>
                </a:lnTo>
                <a:lnTo>
                  <a:pt x="21600" y="16200"/>
                </a:lnTo>
                <a:lnTo>
                  <a:pt x="19732" y="17982"/>
                </a:lnTo>
                <a:lnTo>
                  <a:pt x="18360" y="19138"/>
                </a:lnTo>
                <a:lnTo>
                  <a:pt x="16808" y="20174"/>
                </a:lnTo>
                <a:lnTo>
                  <a:pt x="14400" y="21600"/>
                </a:lnTo>
                <a:lnTo>
                  <a:pt x="12193" y="20428"/>
                </a:lnTo>
                <a:lnTo>
                  <a:pt x="10084" y="19084"/>
                </a:lnTo>
                <a:lnTo>
                  <a:pt x="8042" y="17593"/>
                </a:lnTo>
                <a:lnTo>
                  <a:pt x="6044" y="15995"/>
                </a:lnTo>
                <a:lnTo>
                  <a:pt x="4057" y="14310"/>
                </a:lnTo>
                <a:lnTo>
                  <a:pt x="2052" y="12566"/>
                </a:lnTo>
                <a:lnTo>
                  <a:pt x="0" y="10800"/>
                </a:lnTo>
                <a:lnTo>
                  <a:pt x="2228" y="9461"/>
                </a:lnTo>
                <a:lnTo>
                  <a:pt x="4457" y="8127"/>
                </a:lnTo>
                <a:lnTo>
                  <a:pt x="6692" y="6782"/>
                </a:lnTo>
                <a:lnTo>
                  <a:pt x="8932" y="5443"/>
                </a:lnTo>
                <a:lnTo>
                  <a:pt x="11182" y="4093"/>
                </a:lnTo>
                <a:lnTo>
                  <a:pt x="13442" y="2738"/>
                </a:lnTo>
                <a:lnTo>
                  <a:pt x="15714" y="1372"/>
                </a:lnTo>
                <a:lnTo>
                  <a:pt x="18000" y="0"/>
                </a:lnTo>
                <a:close/>
              </a:path>
            </a:pathLst>
          </a:custGeom>
          <a:solidFill>
            <a:srgbClr val="3E3F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8" name="contour_17666"/>
          <p:cNvSpPr/>
          <p:nvPr/>
        </p:nvSpPr>
        <p:spPr>
          <a:xfrm>
            <a:off x="1948980" y="5699209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81" y="553"/>
                </a:lnTo>
                <a:lnTo>
                  <a:pt x="8686" y="1054"/>
                </a:lnTo>
                <a:lnTo>
                  <a:pt x="11800" y="1711"/>
                </a:lnTo>
                <a:lnTo>
                  <a:pt x="15406" y="2730"/>
                </a:lnTo>
                <a:lnTo>
                  <a:pt x="20487" y="4320"/>
                </a:lnTo>
                <a:lnTo>
                  <a:pt x="21252" y="7279"/>
                </a:lnTo>
                <a:lnTo>
                  <a:pt x="21593" y="10113"/>
                </a:lnTo>
                <a:lnTo>
                  <a:pt x="21600" y="12887"/>
                </a:lnTo>
                <a:lnTo>
                  <a:pt x="21361" y="15677"/>
                </a:lnTo>
                <a:lnTo>
                  <a:pt x="20958" y="18559"/>
                </a:lnTo>
                <a:lnTo>
                  <a:pt x="20487" y="21600"/>
                </a:lnTo>
                <a:lnTo>
                  <a:pt x="15973" y="21600"/>
                </a:lnTo>
                <a:lnTo>
                  <a:pt x="11432" y="21600"/>
                </a:lnTo>
                <a:lnTo>
                  <a:pt x="6829" y="21600"/>
                </a:lnTo>
                <a:lnTo>
                  <a:pt x="5170" y="18775"/>
                </a:lnTo>
                <a:lnTo>
                  <a:pt x="4172" y="16705"/>
                </a:lnTo>
                <a:lnTo>
                  <a:pt x="3435" y="14386"/>
                </a:lnTo>
                <a:lnTo>
                  <a:pt x="2561" y="10800"/>
                </a:lnTo>
                <a:lnTo>
                  <a:pt x="1789" y="7785"/>
                </a:lnTo>
                <a:lnTo>
                  <a:pt x="1011" y="4726"/>
                </a:lnTo>
                <a:lnTo>
                  <a:pt x="758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C8BE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69" name="contour_17667"/>
          <p:cNvSpPr/>
          <p:nvPr/>
        </p:nvSpPr>
        <p:spPr>
          <a:xfrm>
            <a:off x="1431533" y="570649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808" y="6588"/>
                </a:lnTo>
                <a:lnTo>
                  <a:pt x="20012" y="7781"/>
                </a:lnTo>
                <a:lnTo>
                  <a:pt x="18914" y="9428"/>
                </a:lnTo>
                <a:lnTo>
                  <a:pt x="17212" y="11983"/>
                </a:lnTo>
                <a:lnTo>
                  <a:pt x="14609" y="15887"/>
                </a:lnTo>
                <a:lnTo>
                  <a:pt x="10800" y="21600"/>
                </a:lnTo>
                <a:lnTo>
                  <a:pt x="9274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69" y="9342"/>
                </a:lnTo>
                <a:lnTo>
                  <a:pt x="3125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7163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0" name="contour_17668"/>
          <p:cNvSpPr/>
          <p:nvPr/>
        </p:nvSpPr>
        <p:spPr>
          <a:xfrm>
            <a:off x="578838" y="567734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88" y="1503"/>
                </a:lnTo>
                <a:lnTo>
                  <a:pt x="8294" y="2657"/>
                </a:lnTo>
                <a:lnTo>
                  <a:pt x="11131" y="3711"/>
                </a:lnTo>
                <a:lnTo>
                  <a:pt x="13896" y="4899"/>
                </a:lnTo>
                <a:lnTo>
                  <a:pt x="17186" y="6463"/>
                </a:lnTo>
                <a:lnTo>
                  <a:pt x="21600" y="8640"/>
                </a:lnTo>
                <a:lnTo>
                  <a:pt x="20894" y="12113"/>
                </a:lnTo>
                <a:lnTo>
                  <a:pt x="20167" y="14524"/>
                </a:lnTo>
                <a:lnTo>
                  <a:pt x="19073" y="16494"/>
                </a:lnTo>
                <a:lnTo>
                  <a:pt x="17266" y="18645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1311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1" name="contour_17669"/>
          <p:cNvSpPr/>
          <p:nvPr/>
        </p:nvSpPr>
        <p:spPr>
          <a:xfrm>
            <a:off x="10869482" y="568463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F3F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2" name="contour_17670"/>
          <p:cNvSpPr/>
          <p:nvPr/>
        </p:nvSpPr>
        <p:spPr>
          <a:xfrm>
            <a:off x="8712237" y="569920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412" y="2376"/>
                </a:lnTo>
                <a:lnTo>
                  <a:pt x="19224" y="4756"/>
                </a:lnTo>
                <a:lnTo>
                  <a:pt x="18031" y="7135"/>
                </a:lnTo>
                <a:lnTo>
                  <a:pt x="16837" y="9522"/>
                </a:lnTo>
                <a:lnTo>
                  <a:pt x="15644" y="11916"/>
                </a:lnTo>
                <a:lnTo>
                  <a:pt x="14440" y="14321"/>
                </a:lnTo>
                <a:lnTo>
                  <a:pt x="13235" y="16733"/>
                </a:lnTo>
                <a:lnTo>
                  <a:pt x="12020" y="19159"/>
                </a:lnTo>
                <a:lnTo>
                  <a:pt x="10800" y="21600"/>
                </a:lnTo>
                <a:lnTo>
                  <a:pt x="8219" y="19580"/>
                </a:lnTo>
                <a:lnTo>
                  <a:pt x="6350" y="18050"/>
                </a:lnTo>
                <a:lnTo>
                  <a:pt x="4892" y="16708"/>
                </a:lnTo>
                <a:lnTo>
                  <a:pt x="3548" y="15250"/>
                </a:lnTo>
                <a:lnTo>
                  <a:pt x="2020" y="13381"/>
                </a:lnTo>
                <a:lnTo>
                  <a:pt x="0" y="10800"/>
                </a:lnTo>
                <a:lnTo>
                  <a:pt x="1739" y="8219"/>
                </a:lnTo>
                <a:lnTo>
                  <a:pt x="3100" y="6350"/>
                </a:lnTo>
                <a:lnTo>
                  <a:pt x="4385" y="4892"/>
                </a:lnTo>
                <a:lnTo>
                  <a:pt x="5902" y="3550"/>
                </a:lnTo>
                <a:lnTo>
                  <a:pt x="7938" y="2020"/>
                </a:lnTo>
                <a:lnTo>
                  <a:pt x="10800" y="0"/>
                </a:lnTo>
                <a:close/>
              </a:path>
            </a:pathLst>
          </a:custGeom>
          <a:solidFill>
            <a:srgbClr val="EE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3" name="contour_17671"/>
          <p:cNvSpPr/>
          <p:nvPr/>
        </p:nvSpPr>
        <p:spPr>
          <a:xfrm>
            <a:off x="3647082" y="568463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551" y="15170"/>
                </a:lnTo>
                <a:lnTo>
                  <a:pt x="6398" y="10166"/>
                </a:lnTo>
                <a:lnTo>
                  <a:pt x="8722" y="6401"/>
                </a:lnTo>
                <a:lnTo>
                  <a:pt x="10696" y="3701"/>
                </a:lnTo>
                <a:lnTo>
                  <a:pt x="12502" y="1894"/>
                </a:lnTo>
                <a:lnTo>
                  <a:pt x="14321" y="799"/>
                </a:lnTo>
                <a:lnTo>
                  <a:pt x="16321" y="238"/>
                </a:lnTo>
                <a:lnTo>
                  <a:pt x="18688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3335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4" name="contour_17672"/>
          <p:cNvSpPr/>
          <p:nvPr/>
        </p:nvSpPr>
        <p:spPr>
          <a:xfrm>
            <a:off x="833918" y="5670057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5746" y="17932"/>
                </a:lnTo>
                <a:lnTo>
                  <a:pt x="11059" y="14947"/>
                </a:lnTo>
                <a:lnTo>
                  <a:pt x="7409" y="12514"/>
                </a:lnTo>
                <a:lnTo>
                  <a:pt x="4666" y="10498"/>
                </a:lnTo>
                <a:lnTo>
                  <a:pt x="2700" y="8777"/>
                </a:lnTo>
                <a:lnTo>
                  <a:pt x="1382" y="7214"/>
                </a:lnTo>
                <a:lnTo>
                  <a:pt x="583" y="5688"/>
                </a:lnTo>
                <a:lnTo>
                  <a:pt x="173" y="4061"/>
                </a:lnTo>
                <a:lnTo>
                  <a:pt x="22" y="2210"/>
                </a:lnTo>
                <a:lnTo>
                  <a:pt x="0" y="0"/>
                </a:lnTo>
                <a:close/>
              </a:path>
            </a:pathLst>
          </a:custGeom>
          <a:solidFill>
            <a:srgbClr val="2E2E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5" name="contour_17673"/>
          <p:cNvSpPr/>
          <p:nvPr/>
        </p:nvSpPr>
        <p:spPr>
          <a:xfrm>
            <a:off x="8457157" y="565548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782"/>
                </a:lnTo>
                <a:lnTo>
                  <a:pt x="7135" y="3568"/>
                </a:lnTo>
                <a:lnTo>
                  <a:pt x="10721" y="5360"/>
                </a:lnTo>
                <a:lnTo>
                  <a:pt x="14321" y="7160"/>
                </a:lnTo>
                <a:lnTo>
                  <a:pt x="17942" y="8971"/>
                </a:lnTo>
                <a:lnTo>
                  <a:pt x="21600" y="10800"/>
                </a:lnTo>
                <a:lnTo>
                  <a:pt x="18036" y="12582"/>
                </a:lnTo>
                <a:lnTo>
                  <a:pt x="14465" y="14368"/>
                </a:lnTo>
                <a:lnTo>
                  <a:pt x="10879" y="16160"/>
                </a:lnTo>
                <a:lnTo>
                  <a:pt x="7279" y="17960"/>
                </a:lnTo>
                <a:lnTo>
                  <a:pt x="3658" y="19771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437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6" name="contour_17674"/>
          <p:cNvSpPr/>
          <p:nvPr/>
        </p:nvSpPr>
        <p:spPr>
          <a:xfrm>
            <a:off x="3800130" y="567734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2960" y="18031"/>
                </a:lnTo>
                <a:lnTo>
                  <a:pt x="12960" y="14440"/>
                </a:lnTo>
                <a:lnTo>
                  <a:pt x="12960" y="10800"/>
                </a:lnTo>
                <a:lnTo>
                  <a:pt x="9746" y="9299"/>
                </a:lnTo>
                <a:lnTo>
                  <a:pt x="7465" y="8267"/>
                </a:lnTo>
                <a:lnTo>
                  <a:pt x="5495" y="7447"/>
                </a:lnTo>
                <a:lnTo>
                  <a:pt x="3214" y="6577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DFE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7" name="contour_17675"/>
          <p:cNvSpPr/>
          <p:nvPr/>
        </p:nvSpPr>
        <p:spPr>
          <a:xfrm>
            <a:off x="1497125" y="567005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807" y="5530"/>
                </a:lnTo>
                <a:lnTo>
                  <a:pt x="18518" y="9357"/>
                </a:lnTo>
                <a:lnTo>
                  <a:pt x="17532" y="11966"/>
                </a:lnTo>
                <a:lnTo>
                  <a:pt x="16654" y="13837"/>
                </a:lnTo>
                <a:lnTo>
                  <a:pt x="15674" y="15448"/>
                </a:lnTo>
                <a:lnTo>
                  <a:pt x="14400" y="17280"/>
                </a:lnTo>
                <a:lnTo>
                  <a:pt x="9965" y="18874"/>
                </a:lnTo>
                <a:lnTo>
                  <a:pt x="6991" y="19859"/>
                </a:lnTo>
                <a:lnTo>
                  <a:pt x="4118" y="20632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2523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8" name="contour_17676"/>
          <p:cNvSpPr/>
          <p:nvPr/>
        </p:nvSpPr>
        <p:spPr>
          <a:xfrm>
            <a:off x="8763252" y="5648193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078" y="4028"/>
                </a:lnTo>
                <a:lnTo>
                  <a:pt x="18893" y="6872"/>
                </a:lnTo>
                <a:lnTo>
                  <a:pt x="20059" y="8932"/>
                </a:lnTo>
                <a:lnTo>
                  <a:pt x="20765" y="10609"/>
                </a:lnTo>
                <a:lnTo>
                  <a:pt x="21211" y="12298"/>
                </a:lnTo>
                <a:lnTo>
                  <a:pt x="21600" y="14400"/>
                </a:lnTo>
                <a:lnTo>
                  <a:pt x="17575" y="17042"/>
                </a:lnTo>
                <a:lnTo>
                  <a:pt x="14731" y="18677"/>
                </a:lnTo>
                <a:lnTo>
                  <a:pt x="11729" y="19969"/>
                </a:lnTo>
                <a:lnTo>
                  <a:pt x="7200" y="21600"/>
                </a:lnTo>
                <a:lnTo>
                  <a:pt x="6026" y="19411"/>
                </a:lnTo>
                <a:lnTo>
                  <a:pt x="4889" y="17219"/>
                </a:lnTo>
                <a:lnTo>
                  <a:pt x="3787" y="15023"/>
                </a:lnTo>
                <a:lnTo>
                  <a:pt x="2700" y="12823"/>
                </a:lnTo>
                <a:lnTo>
                  <a:pt x="1440" y="10375"/>
                </a:lnTo>
                <a:lnTo>
                  <a:pt x="166" y="7888"/>
                </a:lnTo>
                <a:lnTo>
                  <a:pt x="86" y="5760"/>
                </a:lnTo>
                <a:lnTo>
                  <a:pt x="0" y="3600"/>
                </a:lnTo>
                <a:lnTo>
                  <a:pt x="4183" y="2207"/>
                </a:lnTo>
                <a:lnTo>
                  <a:pt x="7078" y="1368"/>
                </a:lnTo>
                <a:lnTo>
                  <a:pt x="10030" y="745"/>
                </a:lnTo>
                <a:lnTo>
                  <a:pt x="14400" y="0"/>
                </a:lnTo>
                <a:close/>
              </a:path>
            </a:pathLst>
          </a:custGeom>
          <a:solidFill>
            <a:srgbClr val="BAD1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79" name="contour_17677"/>
          <p:cNvSpPr/>
          <p:nvPr/>
        </p:nvSpPr>
        <p:spPr>
          <a:xfrm>
            <a:off x="7677342" y="564819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95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0" name="contour_17678"/>
          <p:cNvSpPr/>
          <p:nvPr/>
        </p:nvSpPr>
        <p:spPr>
          <a:xfrm>
            <a:off x="527822" y="5648193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20835" y="10764"/>
                </a:lnTo>
                <a:lnTo>
                  <a:pt x="20069" y="14342"/>
                </a:lnTo>
                <a:lnTo>
                  <a:pt x="19295" y="17950"/>
                </a:lnTo>
                <a:lnTo>
                  <a:pt x="18514" y="21600"/>
                </a:lnTo>
                <a:lnTo>
                  <a:pt x="16660" y="20268"/>
                </a:lnTo>
                <a:lnTo>
                  <a:pt x="14808" y="18922"/>
                </a:lnTo>
                <a:lnTo>
                  <a:pt x="12957" y="17575"/>
                </a:lnTo>
                <a:lnTo>
                  <a:pt x="11105" y="16214"/>
                </a:lnTo>
                <a:lnTo>
                  <a:pt x="9257" y="14846"/>
                </a:lnTo>
                <a:lnTo>
                  <a:pt x="8492" y="14285"/>
                </a:lnTo>
                <a:lnTo>
                  <a:pt x="7143" y="13306"/>
                </a:lnTo>
                <a:lnTo>
                  <a:pt x="4048" y="11052"/>
                </a:lnTo>
                <a:lnTo>
                  <a:pt x="204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2C2C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1" name="contour_17679"/>
          <p:cNvSpPr/>
          <p:nvPr/>
        </p:nvSpPr>
        <p:spPr>
          <a:xfrm>
            <a:off x="8114621" y="563361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2566"/>
                </a:lnTo>
                <a:lnTo>
                  <a:pt x="18344" y="5141"/>
                </a:lnTo>
                <a:lnTo>
                  <a:pt x="19418" y="7724"/>
                </a:lnTo>
                <a:lnTo>
                  <a:pt x="20504" y="10329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3024" y="16610"/>
                </a:lnTo>
                <a:lnTo>
                  <a:pt x="5427" y="12684"/>
                </a:lnTo>
                <a:lnTo>
                  <a:pt x="7349" y="9638"/>
                </a:lnTo>
                <a:lnTo>
                  <a:pt x="8921" y="7305"/>
                </a:lnTo>
                <a:lnTo>
                  <a:pt x="10276" y="5495"/>
                </a:lnTo>
                <a:lnTo>
                  <a:pt x="11551" y="4039"/>
                </a:lnTo>
                <a:lnTo>
                  <a:pt x="12874" y="2756"/>
                </a:lnTo>
                <a:lnTo>
                  <a:pt x="14380" y="1469"/>
                </a:lnTo>
                <a:lnTo>
                  <a:pt x="16200" y="0"/>
                </a:lnTo>
                <a:close/>
              </a:path>
            </a:pathLst>
          </a:custGeom>
          <a:solidFill>
            <a:srgbClr val="ED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2" name="contour_17680"/>
          <p:cNvSpPr/>
          <p:nvPr/>
        </p:nvSpPr>
        <p:spPr>
          <a:xfrm>
            <a:off x="8311397" y="561904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00" y="2020"/>
                </a:lnTo>
                <a:lnTo>
                  <a:pt x="13440" y="3548"/>
                </a:lnTo>
                <a:lnTo>
                  <a:pt x="15120" y="4892"/>
                </a:lnTo>
                <a:lnTo>
                  <a:pt x="16800" y="6350"/>
                </a:lnTo>
                <a:lnTo>
                  <a:pt x="18840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2138" y="14861"/>
                </a:lnTo>
                <a:lnTo>
                  <a:pt x="4290" y="13522"/>
                </a:lnTo>
                <a:lnTo>
                  <a:pt x="6450" y="12166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6A6A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3" name="contour_17681"/>
          <p:cNvSpPr/>
          <p:nvPr/>
        </p:nvSpPr>
        <p:spPr>
          <a:xfrm>
            <a:off x="4864177" y="5639922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7251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4" name="contour_17682"/>
          <p:cNvSpPr/>
          <p:nvPr/>
        </p:nvSpPr>
        <p:spPr>
          <a:xfrm>
            <a:off x="2173961" y="5626840"/>
            <a:ext cx="30099" cy="35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075"/>
                </a:moveTo>
                <a:lnTo>
                  <a:pt x="19011" y="6243"/>
                </a:lnTo>
                <a:lnTo>
                  <a:pt x="16417" y="8417"/>
                </a:lnTo>
                <a:lnTo>
                  <a:pt x="13823" y="10590"/>
                </a:lnTo>
                <a:lnTo>
                  <a:pt x="11218" y="12772"/>
                </a:lnTo>
                <a:lnTo>
                  <a:pt x="8603" y="14962"/>
                </a:lnTo>
                <a:lnTo>
                  <a:pt x="5978" y="17162"/>
                </a:lnTo>
                <a:lnTo>
                  <a:pt x="3337" y="19374"/>
                </a:lnTo>
                <a:lnTo>
                  <a:pt x="680" y="21600"/>
                </a:lnTo>
                <a:lnTo>
                  <a:pt x="303" y="16636"/>
                </a:lnTo>
                <a:lnTo>
                  <a:pt x="78" y="13140"/>
                </a:lnTo>
                <a:lnTo>
                  <a:pt x="0" y="10625"/>
                </a:lnTo>
                <a:lnTo>
                  <a:pt x="78" y="8596"/>
                </a:lnTo>
                <a:lnTo>
                  <a:pt x="303" y="6576"/>
                </a:lnTo>
                <a:lnTo>
                  <a:pt x="680" y="4075"/>
                </a:lnTo>
                <a:lnTo>
                  <a:pt x="4404" y="1516"/>
                </a:lnTo>
                <a:lnTo>
                  <a:pt x="7495" y="215"/>
                </a:lnTo>
                <a:lnTo>
                  <a:pt x="10355" y="0"/>
                </a:lnTo>
                <a:lnTo>
                  <a:pt x="13389" y="688"/>
                </a:lnTo>
                <a:lnTo>
                  <a:pt x="17003" y="2103"/>
                </a:lnTo>
                <a:lnTo>
                  <a:pt x="21600" y="4075"/>
                </a:lnTo>
                <a:close/>
              </a:path>
            </a:pathLst>
          </a:custGeom>
          <a:solidFill>
            <a:srgbClr val="4E4D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5" name="contour_17683"/>
          <p:cNvSpPr/>
          <p:nvPr/>
        </p:nvSpPr>
        <p:spPr>
          <a:xfrm>
            <a:off x="9521204" y="561175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5" y="3927"/>
                </a:lnTo>
                <a:lnTo>
                  <a:pt x="12053" y="6666"/>
                </a:lnTo>
                <a:lnTo>
                  <a:pt x="15358" y="8580"/>
                </a:lnTo>
                <a:lnTo>
                  <a:pt x="17654" y="10027"/>
                </a:lnTo>
                <a:lnTo>
                  <a:pt x="19534" y="1136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BCD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6" name="contour_17684"/>
          <p:cNvSpPr/>
          <p:nvPr/>
        </p:nvSpPr>
        <p:spPr>
          <a:xfrm>
            <a:off x="7305654" y="562632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980" y="20747"/>
                </a:lnTo>
                <a:lnTo>
                  <a:pt x="14329" y="20039"/>
                </a:lnTo>
                <a:lnTo>
                  <a:pt x="11973" y="19219"/>
                </a:lnTo>
                <a:lnTo>
                  <a:pt x="9167" y="18025"/>
                </a:lnTo>
                <a:lnTo>
                  <a:pt x="5167" y="16200"/>
                </a:lnTo>
                <a:lnTo>
                  <a:pt x="3421" y="12020"/>
                </a:lnTo>
                <a:lnTo>
                  <a:pt x="2279" y="9088"/>
                </a:lnTo>
                <a:lnTo>
                  <a:pt x="1493" y="6626"/>
                </a:lnTo>
                <a:lnTo>
                  <a:pt x="816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5C5D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7" name="contour_17685"/>
          <p:cNvSpPr/>
          <p:nvPr/>
        </p:nvSpPr>
        <p:spPr>
          <a:xfrm>
            <a:off x="9506285" y="5597177"/>
            <a:ext cx="2220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22" y="0"/>
                </a:moveTo>
                <a:lnTo>
                  <a:pt x="12108" y="0"/>
                </a:lnTo>
                <a:lnTo>
                  <a:pt x="16822" y="0"/>
                </a:lnTo>
                <a:lnTo>
                  <a:pt x="21600" y="0"/>
                </a:lnTo>
                <a:lnTo>
                  <a:pt x="20820" y="2376"/>
                </a:lnTo>
                <a:lnTo>
                  <a:pt x="20040" y="4756"/>
                </a:lnTo>
                <a:lnTo>
                  <a:pt x="19261" y="7135"/>
                </a:lnTo>
                <a:lnTo>
                  <a:pt x="18474" y="9522"/>
                </a:lnTo>
                <a:lnTo>
                  <a:pt x="17687" y="11916"/>
                </a:lnTo>
                <a:lnTo>
                  <a:pt x="16900" y="14321"/>
                </a:lnTo>
                <a:lnTo>
                  <a:pt x="16106" y="16733"/>
                </a:lnTo>
                <a:lnTo>
                  <a:pt x="15312" y="19159"/>
                </a:lnTo>
                <a:lnTo>
                  <a:pt x="14511" y="21600"/>
                </a:lnTo>
                <a:lnTo>
                  <a:pt x="8535" y="18547"/>
                </a:lnTo>
                <a:lnTo>
                  <a:pt x="4523" y="16391"/>
                </a:lnTo>
                <a:lnTo>
                  <a:pt x="2063" y="14818"/>
                </a:lnTo>
                <a:lnTo>
                  <a:pt x="759" y="13525"/>
                </a:lnTo>
                <a:lnTo>
                  <a:pt x="206" y="12204"/>
                </a:lnTo>
                <a:lnTo>
                  <a:pt x="0" y="10548"/>
                </a:lnTo>
                <a:lnTo>
                  <a:pt x="1042" y="8665"/>
                </a:lnTo>
                <a:lnTo>
                  <a:pt x="2105" y="6750"/>
                </a:lnTo>
                <a:lnTo>
                  <a:pt x="3041" y="4838"/>
                </a:lnTo>
                <a:lnTo>
                  <a:pt x="3991" y="2898"/>
                </a:lnTo>
                <a:lnTo>
                  <a:pt x="4849" y="2178"/>
                </a:lnTo>
                <a:lnTo>
                  <a:pt x="7422" y="0"/>
                </a:lnTo>
                <a:close/>
              </a:path>
            </a:pathLst>
          </a:custGeom>
          <a:solidFill>
            <a:srgbClr val="C1D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8" name="contour_17686"/>
          <p:cNvSpPr/>
          <p:nvPr/>
        </p:nvSpPr>
        <p:spPr>
          <a:xfrm>
            <a:off x="7371246" y="558988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386" y="752"/>
                </a:lnTo>
                <a:lnTo>
                  <a:pt x="6664" y="1544"/>
                </a:lnTo>
                <a:lnTo>
                  <a:pt x="9844" y="2401"/>
                </a:lnTo>
                <a:lnTo>
                  <a:pt x="12922" y="3362"/>
                </a:lnTo>
                <a:lnTo>
                  <a:pt x="15908" y="4457"/>
                </a:lnTo>
                <a:lnTo>
                  <a:pt x="18797" y="5728"/>
                </a:lnTo>
                <a:lnTo>
                  <a:pt x="21600" y="7200"/>
                </a:lnTo>
                <a:lnTo>
                  <a:pt x="21541" y="9778"/>
                </a:lnTo>
                <a:lnTo>
                  <a:pt x="21065" y="12226"/>
                </a:lnTo>
                <a:lnTo>
                  <a:pt x="20234" y="14591"/>
                </a:lnTo>
                <a:lnTo>
                  <a:pt x="19105" y="16909"/>
                </a:lnTo>
                <a:lnTo>
                  <a:pt x="17744" y="19231"/>
                </a:lnTo>
                <a:lnTo>
                  <a:pt x="16200" y="21600"/>
                </a:lnTo>
                <a:lnTo>
                  <a:pt x="16535" y="19890"/>
                </a:lnTo>
                <a:lnTo>
                  <a:pt x="16875" y="18169"/>
                </a:lnTo>
                <a:lnTo>
                  <a:pt x="17215" y="16423"/>
                </a:lnTo>
                <a:lnTo>
                  <a:pt x="16880" y="14566"/>
                </a:lnTo>
                <a:lnTo>
                  <a:pt x="16540" y="12697"/>
                </a:lnTo>
                <a:lnTo>
                  <a:pt x="16200" y="10800"/>
                </a:lnTo>
                <a:lnTo>
                  <a:pt x="12182" y="9799"/>
                </a:lnTo>
                <a:lnTo>
                  <a:pt x="9331" y="9112"/>
                </a:lnTo>
                <a:lnTo>
                  <a:pt x="6869" y="8564"/>
                </a:lnTo>
                <a:lnTo>
                  <a:pt x="4018" y="7985"/>
                </a:lnTo>
                <a:lnTo>
                  <a:pt x="0" y="7200"/>
                </a:lnTo>
                <a:lnTo>
                  <a:pt x="0" y="4820"/>
                </a:lnTo>
                <a:lnTo>
                  <a:pt x="0" y="2426"/>
                </a:lnTo>
                <a:lnTo>
                  <a:pt x="0" y="0"/>
                </a:lnTo>
                <a:close/>
              </a:path>
            </a:pathLst>
          </a:custGeom>
          <a:solidFill>
            <a:srgbClr val="7373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89" name="contour_17687"/>
          <p:cNvSpPr/>
          <p:nvPr/>
        </p:nvSpPr>
        <p:spPr>
          <a:xfrm>
            <a:off x="7356670" y="5604465"/>
            <a:ext cx="3742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13" y="0"/>
                </a:moveTo>
                <a:lnTo>
                  <a:pt x="11542" y="853"/>
                </a:lnTo>
                <a:lnTo>
                  <a:pt x="13763" y="1561"/>
                </a:lnTo>
                <a:lnTo>
                  <a:pt x="15682" y="2381"/>
                </a:lnTo>
                <a:lnTo>
                  <a:pt x="17903" y="3575"/>
                </a:lnTo>
                <a:lnTo>
                  <a:pt x="21032" y="5400"/>
                </a:lnTo>
                <a:lnTo>
                  <a:pt x="21411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11" y="17744"/>
                </a:lnTo>
                <a:lnTo>
                  <a:pt x="21032" y="21600"/>
                </a:lnTo>
                <a:lnTo>
                  <a:pt x="18428" y="20930"/>
                </a:lnTo>
                <a:lnTo>
                  <a:pt x="15825" y="20261"/>
                </a:lnTo>
                <a:lnTo>
                  <a:pt x="13212" y="19591"/>
                </a:lnTo>
                <a:lnTo>
                  <a:pt x="10596" y="18922"/>
                </a:lnTo>
                <a:lnTo>
                  <a:pt x="7967" y="18247"/>
                </a:lnTo>
                <a:lnTo>
                  <a:pt x="5325" y="17566"/>
                </a:lnTo>
                <a:lnTo>
                  <a:pt x="2671" y="16886"/>
                </a:lnTo>
                <a:lnTo>
                  <a:pt x="0" y="16200"/>
                </a:lnTo>
                <a:lnTo>
                  <a:pt x="2082" y="14861"/>
                </a:lnTo>
                <a:lnTo>
                  <a:pt x="4173" y="13522"/>
                </a:lnTo>
                <a:lnTo>
                  <a:pt x="6280" y="12166"/>
                </a:lnTo>
                <a:lnTo>
                  <a:pt x="8413" y="10800"/>
                </a:lnTo>
                <a:lnTo>
                  <a:pt x="8413" y="7231"/>
                </a:lnTo>
                <a:lnTo>
                  <a:pt x="8413" y="3640"/>
                </a:lnTo>
                <a:lnTo>
                  <a:pt x="8413" y="0"/>
                </a:lnTo>
                <a:close/>
              </a:path>
            </a:pathLst>
          </a:custGeom>
          <a:solidFill>
            <a:srgbClr val="4140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0" name="contour_17688"/>
          <p:cNvSpPr/>
          <p:nvPr/>
        </p:nvSpPr>
        <p:spPr>
          <a:xfrm>
            <a:off x="10607114" y="560446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188"/>
                </a:lnTo>
                <a:lnTo>
                  <a:pt x="4756" y="2376"/>
                </a:lnTo>
                <a:lnTo>
                  <a:pt x="7135" y="3569"/>
                </a:lnTo>
                <a:lnTo>
                  <a:pt x="9522" y="4763"/>
                </a:lnTo>
                <a:lnTo>
                  <a:pt x="11916" y="5956"/>
                </a:lnTo>
                <a:lnTo>
                  <a:pt x="14321" y="7160"/>
                </a:lnTo>
                <a:lnTo>
                  <a:pt x="16733" y="8365"/>
                </a:lnTo>
                <a:lnTo>
                  <a:pt x="19159" y="9580"/>
                </a:lnTo>
                <a:lnTo>
                  <a:pt x="21600" y="10800"/>
                </a:lnTo>
                <a:lnTo>
                  <a:pt x="20707" y="13473"/>
                </a:lnTo>
                <a:lnTo>
                  <a:pt x="19814" y="16157"/>
                </a:lnTo>
                <a:lnTo>
                  <a:pt x="18911" y="18862"/>
                </a:lnTo>
                <a:lnTo>
                  <a:pt x="18000" y="21600"/>
                </a:lnTo>
                <a:lnTo>
                  <a:pt x="15667" y="20050"/>
                </a:lnTo>
                <a:lnTo>
                  <a:pt x="13342" y="18473"/>
                </a:lnTo>
                <a:lnTo>
                  <a:pt x="11023" y="16875"/>
                </a:lnTo>
                <a:lnTo>
                  <a:pt x="9079" y="15557"/>
                </a:lnTo>
                <a:lnTo>
                  <a:pt x="7103" y="14218"/>
                </a:lnTo>
                <a:lnTo>
                  <a:pt x="5364" y="12463"/>
                </a:lnTo>
                <a:lnTo>
                  <a:pt x="4126" y="10849"/>
                </a:lnTo>
                <a:lnTo>
                  <a:pt x="3046" y="8689"/>
                </a:lnTo>
                <a:lnTo>
                  <a:pt x="1786" y="5297"/>
                </a:lnTo>
                <a:lnTo>
                  <a:pt x="0" y="0"/>
                </a:lnTo>
                <a:close/>
              </a:path>
            </a:pathLst>
          </a:custGeom>
          <a:solidFill>
            <a:srgbClr val="3F41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1" name="contour_17689"/>
          <p:cNvSpPr/>
          <p:nvPr/>
        </p:nvSpPr>
        <p:spPr>
          <a:xfrm>
            <a:off x="7035999" y="5597177"/>
            <a:ext cx="51016" cy="155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18416" y="5760"/>
                </a:lnTo>
                <a:lnTo>
                  <a:pt x="15765" y="10465"/>
                </a:lnTo>
                <a:lnTo>
                  <a:pt x="13556" y="14207"/>
                </a:lnTo>
                <a:lnTo>
                  <a:pt x="11686" y="17067"/>
                </a:lnTo>
                <a:lnTo>
                  <a:pt x="10063" y="19146"/>
                </a:lnTo>
                <a:lnTo>
                  <a:pt x="8584" y="20535"/>
                </a:lnTo>
                <a:lnTo>
                  <a:pt x="7159" y="21316"/>
                </a:lnTo>
                <a:lnTo>
                  <a:pt x="5684" y="21600"/>
                </a:lnTo>
                <a:lnTo>
                  <a:pt x="4064" y="21458"/>
                </a:lnTo>
                <a:lnTo>
                  <a:pt x="2203" y="20981"/>
                </a:lnTo>
                <a:lnTo>
                  <a:pt x="0" y="20282"/>
                </a:lnTo>
                <a:lnTo>
                  <a:pt x="0" y="13579"/>
                </a:lnTo>
                <a:lnTo>
                  <a:pt x="0" y="6835"/>
                </a:lnTo>
                <a:lnTo>
                  <a:pt x="0" y="0"/>
                </a:lnTo>
                <a:close/>
              </a:path>
            </a:pathLst>
          </a:custGeom>
          <a:solidFill>
            <a:srgbClr val="9770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2" name="contour_17690"/>
          <p:cNvSpPr/>
          <p:nvPr/>
        </p:nvSpPr>
        <p:spPr>
          <a:xfrm>
            <a:off x="659006" y="558988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2424" y="19035"/>
                </a:lnTo>
                <a:lnTo>
                  <a:pt x="11884" y="16454"/>
                </a:lnTo>
                <a:lnTo>
                  <a:pt x="11340" y="13835"/>
                </a:lnTo>
                <a:lnTo>
                  <a:pt x="10161" y="10255"/>
                </a:lnTo>
                <a:lnTo>
                  <a:pt x="9120" y="7700"/>
                </a:lnTo>
                <a:lnTo>
                  <a:pt x="7897" y="5778"/>
                </a:lnTo>
                <a:lnTo>
                  <a:pt x="6182" y="4115"/>
                </a:lnTo>
                <a:lnTo>
                  <a:pt x="3650" y="2317"/>
                </a:lnTo>
                <a:lnTo>
                  <a:pt x="0" y="0"/>
                </a:lnTo>
                <a:close/>
              </a:path>
            </a:pathLst>
          </a:custGeom>
          <a:solidFill>
            <a:srgbClr val="8F82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3" name="contour_17691"/>
          <p:cNvSpPr/>
          <p:nvPr/>
        </p:nvSpPr>
        <p:spPr>
          <a:xfrm>
            <a:off x="11248458" y="558988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5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4" name="contour_17692"/>
          <p:cNvSpPr/>
          <p:nvPr/>
        </p:nvSpPr>
        <p:spPr>
          <a:xfrm>
            <a:off x="6598719" y="5582601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870" y="3564"/>
                </a:lnTo>
                <a:lnTo>
                  <a:pt x="15401" y="7135"/>
                </a:lnTo>
                <a:lnTo>
                  <a:pt x="16937" y="10721"/>
                </a:lnTo>
                <a:lnTo>
                  <a:pt x="18480" y="14321"/>
                </a:lnTo>
                <a:lnTo>
                  <a:pt x="20032" y="17942"/>
                </a:lnTo>
                <a:lnTo>
                  <a:pt x="21600" y="21600"/>
                </a:lnTo>
                <a:lnTo>
                  <a:pt x="19462" y="21600"/>
                </a:lnTo>
                <a:lnTo>
                  <a:pt x="17320" y="21600"/>
                </a:lnTo>
                <a:lnTo>
                  <a:pt x="15179" y="21600"/>
                </a:lnTo>
                <a:lnTo>
                  <a:pt x="13034" y="21600"/>
                </a:lnTo>
                <a:lnTo>
                  <a:pt x="10880" y="21600"/>
                </a:lnTo>
                <a:lnTo>
                  <a:pt x="8723" y="21600"/>
                </a:lnTo>
                <a:lnTo>
                  <a:pt x="6557" y="21600"/>
                </a:lnTo>
                <a:lnTo>
                  <a:pt x="4382" y="21600"/>
                </a:lnTo>
                <a:lnTo>
                  <a:pt x="2197" y="21600"/>
                </a:lnTo>
                <a:lnTo>
                  <a:pt x="0" y="21600"/>
                </a:lnTo>
                <a:lnTo>
                  <a:pt x="1747" y="18547"/>
                </a:lnTo>
                <a:lnTo>
                  <a:pt x="3493" y="15487"/>
                </a:lnTo>
                <a:lnTo>
                  <a:pt x="5246" y="12420"/>
                </a:lnTo>
                <a:lnTo>
                  <a:pt x="7005" y="9338"/>
                </a:lnTo>
                <a:lnTo>
                  <a:pt x="8773" y="6250"/>
                </a:lnTo>
                <a:lnTo>
                  <a:pt x="10550" y="3132"/>
                </a:lnTo>
                <a:lnTo>
                  <a:pt x="12343" y="0"/>
                </a:lnTo>
                <a:close/>
              </a:path>
            </a:pathLst>
          </a:custGeom>
          <a:solidFill>
            <a:srgbClr val="D7E2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5" name="contour_17693"/>
          <p:cNvSpPr/>
          <p:nvPr/>
        </p:nvSpPr>
        <p:spPr>
          <a:xfrm>
            <a:off x="965102" y="55971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952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6" name="contour_17694"/>
          <p:cNvSpPr/>
          <p:nvPr/>
        </p:nvSpPr>
        <p:spPr>
          <a:xfrm>
            <a:off x="4951633" y="5560738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038"/>
                </a:lnTo>
                <a:lnTo>
                  <a:pt x="13856" y="4075"/>
                </a:lnTo>
                <a:lnTo>
                  <a:pt x="15390" y="6120"/>
                </a:lnTo>
                <a:lnTo>
                  <a:pt x="16929" y="8172"/>
                </a:lnTo>
                <a:lnTo>
                  <a:pt x="18479" y="10235"/>
                </a:lnTo>
                <a:lnTo>
                  <a:pt x="20034" y="12308"/>
                </a:lnTo>
                <a:lnTo>
                  <a:pt x="21600" y="14400"/>
                </a:lnTo>
                <a:lnTo>
                  <a:pt x="20228" y="14857"/>
                </a:lnTo>
                <a:lnTo>
                  <a:pt x="18916" y="15296"/>
                </a:lnTo>
                <a:lnTo>
                  <a:pt x="17280" y="15840"/>
                </a:lnTo>
                <a:lnTo>
                  <a:pt x="14953" y="16618"/>
                </a:lnTo>
                <a:lnTo>
                  <a:pt x="11545" y="17752"/>
                </a:lnTo>
                <a:lnTo>
                  <a:pt x="6691" y="19372"/>
                </a:lnTo>
                <a:lnTo>
                  <a:pt x="0" y="21600"/>
                </a:lnTo>
                <a:lnTo>
                  <a:pt x="1188" y="19224"/>
                </a:lnTo>
                <a:lnTo>
                  <a:pt x="2376" y="16844"/>
                </a:lnTo>
                <a:lnTo>
                  <a:pt x="3569" y="14465"/>
                </a:lnTo>
                <a:lnTo>
                  <a:pt x="4763" y="12078"/>
                </a:lnTo>
                <a:lnTo>
                  <a:pt x="5956" y="9684"/>
                </a:lnTo>
                <a:lnTo>
                  <a:pt x="7160" y="7279"/>
                </a:lnTo>
                <a:lnTo>
                  <a:pt x="8365" y="4867"/>
                </a:lnTo>
                <a:lnTo>
                  <a:pt x="9580" y="2441"/>
                </a:lnTo>
                <a:lnTo>
                  <a:pt x="10800" y="0"/>
                </a:lnTo>
                <a:close/>
              </a:path>
            </a:pathLst>
          </a:custGeom>
          <a:solidFill>
            <a:srgbClr val="AF93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7" name="contour_17695"/>
          <p:cNvSpPr/>
          <p:nvPr/>
        </p:nvSpPr>
        <p:spPr>
          <a:xfrm>
            <a:off x="6751767" y="5560738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713"/>
                </a:lnTo>
                <a:lnTo>
                  <a:pt x="8568" y="1429"/>
                </a:lnTo>
                <a:lnTo>
                  <a:pt x="12874" y="2146"/>
                </a:lnTo>
                <a:lnTo>
                  <a:pt x="17215" y="2869"/>
                </a:lnTo>
                <a:lnTo>
                  <a:pt x="21600" y="3600"/>
                </a:lnTo>
                <a:lnTo>
                  <a:pt x="19814" y="5382"/>
                </a:lnTo>
                <a:lnTo>
                  <a:pt x="18029" y="7171"/>
                </a:lnTo>
                <a:lnTo>
                  <a:pt x="16222" y="8975"/>
                </a:lnTo>
                <a:lnTo>
                  <a:pt x="14400" y="10800"/>
                </a:lnTo>
                <a:lnTo>
                  <a:pt x="12024" y="9018"/>
                </a:lnTo>
                <a:lnTo>
                  <a:pt x="9641" y="7232"/>
                </a:lnTo>
                <a:lnTo>
                  <a:pt x="7258" y="5440"/>
                </a:lnTo>
                <a:lnTo>
                  <a:pt x="4853" y="3640"/>
                </a:lnTo>
                <a:lnTo>
                  <a:pt x="2434" y="1829"/>
                </a:lnTo>
                <a:lnTo>
                  <a:pt x="0" y="0"/>
                </a:lnTo>
                <a:lnTo>
                  <a:pt x="7200" y="10800"/>
                </a:lnTo>
                <a:lnTo>
                  <a:pt x="10764" y="12582"/>
                </a:lnTo>
                <a:lnTo>
                  <a:pt x="14342" y="14371"/>
                </a:lnTo>
                <a:lnTo>
                  <a:pt x="17950" y="16175"/>
                </a:lnTo>
                <a:lnTo>
                  <a:pt x="21600" y="18000"/>
                </a:lnTo>
                <a:lnTo>
                  <a:pt x="17323" y="18713"/>
                </a:lnTo>
                <a:lnTo>
                  <a:pt x="13032" y="19429"/>
                </a:lnTo>
                <a:lnTo>
                  <a:pt x="8726" y="20146"/>
                </a:lnTo>
                <a:lnTo>
                  <a:pt x="4385" y="20869"/>
                </a:lnTo>
                <a:lnTo>
                  <a:pt x="0" y="21600"/>
                </a:lnTo>
                <a:lnTo>
                  <a:pt x="1426" y="19462"/>
                </a:lnTo>
                <a:lnTo>
                  <a:pt x="2858" y="17316"/>
                </a:lnTo>
                <a:lnTo>
                  <a:pt x="4291" y="15163"/>
                </a:lnTo>
                <a:lnTo>
                  <a:pt x="5738" y="12992"/>
                </a:lnTo>
                <a:lnTo>
                  <a:pt x="7200" y="10800"/>
                </a:lnTo>
                <a:lnTo>
                  <a:pt x="0" y="0"/>
                </a:lnTo>
                <a:close/>
              </a:path>
            </a:pathLst>
          </a:custGeom>
          <a:solidFill>
            <a:srgbClr val="EF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8" name="contour_17696"/>
          <p:cNvSpPr/>
          <p:nvPr/>
        </p:nvSpPr>
        <p:spPr>
          <a:xfrm>
            <a:off x="505958" y="556073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3208"/>
                </a:lnTo>
                <a:lnTo>
                  <a:pt x="18995" y="6426"/>
                </a:lnTo>
                <a:lnTo>
                  <a:pt x="19855" y="9655"/>
                </a:lnTo>
                <a:lnTo>
                  <a:pt x="20723" y="12911"/>
                </a:lnTo>
                <a:lnTo>
                  <a:pt x="21600" y="16200"/>
                </a:lnTo>
                <a:lnTo>
                  <a:pt x="18645" y="17863"/>
                </a:lnTo>
                <a:lnTo>
                  <a:pt x="16494" y="18976"/>
                </a:lnTo>
                <a:lnTo>
                  <a:pt x="14524" y="19796"/>
                </a:lnTo>
                <a:lnTo>
                  <a:pt x="12113" y="20585"/>
                </a:lnTo>
                <a:lnTo>
                  <a:pt x="8640" y="21600"/>
                </a:lnTo>
                <a:lnTo>
                  <a:pt x="5616" y="18581"/>
                </a:lnTo>
                <a:lnTo>
                  <a:pt x="3711" y="16454"/>
                </a:lnTo>
                <a:lnTo>
                  <a:pt x="2108" y="14197"/>
                </a:lnTo>
                <a:lnTo>
                  <a:pt x="0" y="10800"/>
                </a:lnTo>
                <a:lnTo>
                  <a:pt x="2445" y="9272"/>
                </a:lnTo>
                <a:lnTo>
                  <a:pt x="4890" y="7744"/>
                </a:lnTo>
                <a:lnTo>
                  <a:pt x="7344" y="6210"/>
                </a:lnTo>
                <a:lnTo>
                  <a:pt x="9806" y="4671"/>
                </a:lnTo>
                <a:lnTo>
                  <a:pt x="12282" y="3121"/>
                </a:lnTo>
                <a:lnTo>
                  <a:pt x="14770" y="1566"/>
                </a:lnTo>
                <a:lnTo>
                  <a:pt x="17280" y="0"/>
                </a:lnTo>
                <a:close/>
              </a:path>
            </a:pathLst>
          </a:custGeom>
          <a:solidFill>
            <a:srgbClr val="AEB2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699" name="contour_17697"/>
          <p:cNvSpPr/>
          <p:nvPr/>
        </p:nvSpPr>
        <p:spPr>
          <a:xfrm>
            <a:off x="10264579" y="556073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5E9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0" name="contour_17698"/>
          <p:cNvSpPr/>
          <p:nvPr/>
        </p:nvSpPr>
        <p:spPr>
          <a:xfrm>
            <a:off x="3763690" y="55607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3" y="1345"/>
                </a:lnTo>
                <a:lnTo>
                  <a:pt x="12047" y="2311"/>
                </a:lnTo>
                <a:lnTo>
                  <a:pt x="15358" y="3046"/>
                </a:lnTo>
                <a:lnTo>
                  <a:pt x="17653" y="3710"/>
                </a:lnTo>
                <a:lnTo>
                  <a:pt x="19532" y="444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7582" y="17863"/>
                </a:lnTo>
                <a:lnTo>
                  <a:pt x="14731" y="18976"/>
                </a:lnTo>
                <a:lnTo>
                  <a:pt x="12269" y="19796"/>
                </a:lnTo>
                <a:lnTo>
                  <a:pt x="9418" y="20585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8EC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1" name="contour_17699"/>
          <p:cNvSpPr/>
          <p:nvPr/>
        </p:nvSpPr>
        <p:spPr>
          <a:xfrm>
            <a:off x="753750" y="556073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551" y="15170"/>
                </a:lnTo>
                <a:lnTo>
                  <a:pt x="6398" y="10166"/>
                </a:lnTo>
                <a:lnTo>
                  <a:pt x="8722" y="6401"/>
                </a:lnTo>
                <a:lnTo>
                  <a:pt x="10696" y="3701"/>
                </a:lnTo>
                <a:lnTo>
                  <a:pt x="12502" y="1894"/>
                </a:lnTo>
                <a:lnTo>
                  <a:pt x="14321" y="799"/>
                </a:lnTo>
                <a:lnTo>
                  <a:pt x="16321" y="238"/>
                </a:lnTo>
                <a:lnTo>
                  <a:pt x="18688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B8BF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2" name="contour_17700"/>
          <p:cNvSpPr/>
          <p:nvPr/>
        </p:nvSpPr>
        <p:spPr>
          <a:xfrm>
            <a:off x="10082379" y="5560738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4C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3" name="contour_17701"/>
          <p:cNvSpPr/>
          <p:nvPr/>
        </p:nvSpPr>
        <p:spPr>
          <a:xfrm>
            <a:off x="3945890" y="554616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712" y="15136"/>
                </a:lnTo>
                <a:lnTo>
                  <a:pt x="3067" y="10670"/>
                </a:lnTo>
                <a:lnTo>
                  <a:pt x="4379" y="7646"/>
                </a:lnTo>
                <a:lnTo>
                  <a:pt x="5956" y="5508"/>
                </a:lnTo>
                <a:lnTo>
                  <a:pt x="8105" y="3704"/>
                </a:lnTo>
                <a:lnTo>
                  <a:pt x="11135" y="1685"/>
                </a:lnTo>
                <a:lnTo>
                  <a:pt x="12393" y="1269"/>
                </a:lnTo>
                <a:lnTo>
                  <a:pt x="16200" y="0"/>
                </a:lnTo>
                <a:close/>
              </a:path>
            </a:pathLst>
          </a:custGeom>
          <a:solidFill>
            <a:srgbClr val="453E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4" name="contour_17702"/>
          <p:cNvSpPr/>
          <p:nvPr/>
        </p:nvSpPr>
        <p:spPr>
          <a:xfrm>
            <a:off x="7218198" y="5544850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674" y="4268"/>
                </a:lnTo>
                <a:lnTo>
                  <a:pt x="18841" y="7632"/>
                </a:lnTo>
                <a:lnTo>
                  <a:pt x="19764" y="11038"/>
                </a:lnTo>
                <a:lnTo>
                  <a:pt x="20493" y="14495"/>
                </a:lnTo>
                <a:lnTo>
                  <a:pt x="21087" y="18009"/>
                </a:lnTo>
                <a:lnTo>
                  <a:pt x="21600" y="21600"/>
                </a:lnTo>
                <a:lnTo>
                  <a:pt x="18889" y="20494"/>
                </a:lnTo>
                <a:lnTo>
                  <a:pt x="16184" y="19373"/>
                </a:lnTo>
                <a:lnTo>
                  <a:pt x="13489" y="18231"/>
                </a:lnTo>
                <a:lnTo>
                  <a:pt x="10800" y="17078"/>
                </a:lnTo>
                <a:lnTo>
                  <a:pt x="9288" y="16448"/>
                </a:lnTo>
                <a:lnTo>
                  <a:pt x="4725" y="14536"/>
                </a:lnTo>
                <a:lnTo>
                  <a:pt x="3553" y="13720"/>
                </a:lnTo>
                <a:lnTo>
                  <a:pt x="0" y="11265"/>
                </a:lnTo>
                <a:lnTo>
                  <a:pt x="0" y="7849"/>
                </a:lnTo>
                <a:lnTo>
                  <a:pt x="0" y="4413"/>
                </a:lnTo>
                <a:lnTo>
                  <a:pt x="0" y="930"/>
                </a:lnTo>
                <a:close/>
              </a:path>
            </a:pathLst>
          </a:custGeom>
          <a:solidFill>
            <a:srgbClr val="9797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5" name="contour_17703"/>
          <p:cNvSpPr/>
          <p:nvPr/>
        </p:nvSpPr>
        <p:spPr>
          <a:xfrm>
            <a:off x="7079726" y="5538874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3108" y="2673"/>
                </a:lnTo>
                <a:lnTo>
                  <a:pt x="13873" y="5357"/>
                </a:lnTo>
                <a:lnTo>
                  <a:pt x="14648" y="8062"/>
                </a:lnTo>
                <a:lnTo>
                  <a:pt x="15429" y="10800"/>
                </a:lnTo>
                <a:lnTo>
                  <a:pt x="17369" y="12782"/>
                </a:lnTo>
                <a:lnTo>
                  <a:pt x="18659" y="14008"/>
                </a:lnTo>
                <a:lnTo>
                  <a:pt x="19875" y="14974"/>
                </a:lnTo>
                <a:lnTo>
                  <a:pt x="21600" y="16200"/>
                </a:lnTo>
                <a:lnTo>
                  <a:pt x="19675" y="17863"/>
                </a:lnTo>
                <a:lnTo>
                  <a:pt x="18230" y="18976"/>
                </a:lnTo>
                <a:lnTo>
                  <a:pt x="16823" y="19796"/>
                </a:lnTo>
                <a:lnTo>
                  <a:pt x="15009" y="20585"/>
                </a:lnTo>
                <a:lnTo>
                  <a:pt x="12343" y="21600"/>
                </a:lnTo>
                <a:lnTo>
                  <a:pt x="10451" y="20358"/>
                </a:lnTo>
                <a:lnTo>
                  <a:pt x="8643" y="19003"/>
                </a:lnTo>
                <a:lnTo>
                  <a:pt x="6897" y="17539"/>
                </a:lnTo>
                <a:lnTo>
                  <a:pt x="5184" y="15979"/>
                </a:lnTo>
                <a:lnTo>
                  <a:pt x="3481" y="14332"/>
                </a:lnTo>
                <a:lnTo>
                  <a:pt x="1762" y="12604"/>
                </a:lnTo>
                <a:lnTo>
                  <a:pt x="0" y="10800"/>
                </a:lnTo>
                <a:lnTo>
                  <a:pt x="1747" y="9272"/>
                </a:lnTo>
                <a:lnTo>
                  <a:pt x="3493" y="7744"/>
                </a:lnTo>
                <a:lnTo>
                  <a:pt x="5246" y="6210"/>
                </a:lnTo>
                <a:lnTo>
                  <a:pt x="7005" y="4671"/>
                </a:lnTo>
                <a:lnTo>
                  <a:pt x="8773" y="3121"/>
                </a:lnTo>
                <a:lnTo>
                  <a:pt x="10550" y="1566"/>
                </a:lnTo>
                <a:lnTo>
                  <a:pt x="12343" y="0"/>
                </a:lnTo>
                <a:close/>
              </a:path>
            </a:pathLst>
          </a:custGeom>
          <a:solidFill>
            <a:srgbClr val="5E58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6" name="contour_17704"/>
          <p:cNvSpPr/>
          <p:nvPr/>
        </p:nvSpPr>
        <p:spPr>
          <a:xfrm>
            <a:off x="5316033" y="553158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812"/>
                </a:lnTo>
                <a:lnTo>
                  <a:pt x="12269" y="1443"/>
                </a:lnTo>
                <a:lnTo>
                  <a:pt x="14731" y="2100"/>
                </a:lnTo>
                <a:lnTo>
                  <a:pt x="17582" y="298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8031" y="12960"/>
                </a:lnTo>
                <a:lnTo>
                  <a:pt x="14440" y="12960"/>
                </a:lnTo>
                <a:lnTo>
                  <a:pt x="10800" y="12960"/>
                </a:lnTo>
                <a:lnTo>
                  <a:pt x="10800" y="15816"/>
                </a:lnTo>
                <a:lnTo>
                  <a:pt x="10800" y="18688"/>
                </a:lnTo>
                <a:lnTo>
                  <a:pt x="10800" y="21600"/>
                </a:lnTo>
                <a:lnTo>
                  <a:pt x="7403" y="20926"/>
                </a:lnTo>
                <a:lnTo>
                  <a:pt x="5146" y="20252"/>
                </a:lnTo>
                <a:lnTo>
                  <a:pt x="3019" y="19172"/>
                </a:lnTo>
                <a:lnTo>
                  <a:pt x="0" y="17280"/>
                </a:lnTo>
                <a:lnTo>
                  <a:pt x="475" y="14304"/>
                </a:lnTo>
                <a:lnTo>
                  <a:pt x="1166" y="11388"/>
                </a:lnTo>
                <a:lnTo>
                  <a:pt x="2047" y="8519"/>
                </a:lnTo>
                <a:lnTo>
                  <a:pt x="3067" y="5676"/>
                </a:lnTo>
                <a:lnTo>
                  <a:pt x="4196" y="2843"/>
                </a:lnTo>
                <a:lnTo>
                  <a:pt x="5400" y="0"/>
                </a:lnTo>
                <a:close/>
              </a:path>
            </a:pathLst>
          </a:custGeom>
          <a:solidFill>
            <a:srgbClr val="AEB4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7" name="contour_17705"/>
          <p:cNvSpPr/>
          <p:nvPr/>
        </p:nvSpPr>
        <p:spPr>
          <a:xfrm>
            <a:off x="10118819" y="5524298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0709"/>
                </a:lnTo>
                <a:lnTo>
                  <a:pt x="13994" y="19818"/>
                </a:lnTo>
                <a:lnTo>
                  <a:pt x="10526" y="18922"/>
                </a:lnTo>
                <a:lnTo>
                  <a:pt x="7042" y="18020"/>
                </a:lnTo>
                <a:lnTo>
                  <a:pt x="3536" y="17113"/>
                </a:lnTo>
                <a:lnTo>
                  <a:pt x="0" y="16200"/>
                </a:lnTo>
                <a:lnTo>
                  <a:pt x="1034" y="12992"/>
                </a:lnTo>
                <a:lnTo>
                  <a:pt x="2074" y="9774"/>
                </a:lnTo>
                <a:lnTo>
                  <a:pt x="3113" y="6545"/>
                </a:lnTo>
                <a:lnTo>
                  <a:pt x="4163" y="3289"/>
                </a:lnTo>
                <a:lnTo>
                  <a:pt x="5224" y="0"/>
                </a:lnTo>
                <a:close/>
              </a:path>
            </a:pathLst>
          </a:custGeom>
          <a:solidFill>
            <a:srgbClr val="5756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8" name="contour_17706"/>
          <p:cNvSpPr/>
          <p:nvPr/>
        </p:nvSpPr>
        <p:spPr>
          <a:xfrm>
            <a:off x="7291078" y="553887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223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09" name="contour_17707"/>
          <p:cNvSpPr/>
          <p:nvPr/>
        </p:nvSpPr>
        <p:spPr>
          <a:xfrm>
            <a:off x="2575748" y="5524298"/>
            <a:ext cx="36440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917" y="4914"/>
                </a:lnTo>
                <a:lnTo>
                  <a:pt x="20352" y="8402"/>
                </a:lnTo>
                <a:lnTo>
                  <a:pt x="19695" y="11414"/>
                </a:lnTo>
                <a:lnTo>
                  <a:pt x="18740" y="14902"/>
                </a:lnTo>
                <a:lnTo>
                  <a:pt x="17280" y="19817"/>
                </a:lnTo>
                <a:lnTo>
                  <a:pt x="14066" y="21006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006"/>
                </a:lnTo>
                <a:lnTo>
                  <a:pt x="4320" y="19817"/>
                </a:lnTo>
                <a:lnTo>
                  <a:pt x="2860" y="14902"/>
                </a:lnTo>
                <a:lnTo>
                  <a:pt x="1905" y="11414"/>
                </a:lnTo>
                <a:lnTo>
                  <a:pt x="1248" y="8402"/>
                </a:lnTo>
                <a:lnTo>
                  <a:pt x="683" y="4914"/>
                </a:lnTo>
                <a:lnTo>
                  <a:pt x="0" y="0"/>
                </a:lnTo>
                <a:close/>
              </a:path>
            </a:pathLst>
          </a:custGeom>
          <a:solidFill>
            <a:srgbClr val="8170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0" name="contour_17708"/>
          <p:cNvSpPr/>
          <p:nvPr/>
        </p:nvSpPr>
        <p:spPr>
          <a:xfrm>
            <a:off x="5571112" y="551701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942"/>
                </a:lnTo>
                <a:lnTo>
                  <a:pt x="12512" y="1637"/>
                </a:lnTo>
                <a:lnTo>
                  <a:pt x="14974" y="2294"/>
                </a:lnTo>
                <a:lnTo>
                  <a:pt x="17744" y="3119"/>
                </a:lnTo>
                <a:lnTo>
                  <a:pt x="21600" y="4320"/>
                </a:lnTo>
                <a:lnTo>
                  <a:pt x="19310" y="6765"/>
                </a:lnTo>
                <a:lnTo>
                  <a:pt x="17015" y="9210"/>
                </a:lnTo>
                <a:lnTo>
                  <a:pt x="14715" y="11664"/>
                </a:lnTo>
                <a:lnTo>
                  <a:pt x="12404" y="14126"/>
                </a:lnTo>
                <a:lnTo>
                  <a:pt x="10087" y="16602"/>
                </a:lnTo>
                <a:lnTo>
                  <a:pt x="7749" y="19090"/>
                </a:lnTo>
                <a:lnTo>
                  <a:pt x="5400" y="21600"/>
                </a:lnTo>
                <a:lnTo>
                  <a:pt x="3397" y="16070"/>
                </a:lnTo>
                <a:lnTo>
                  <a:pt x="2036" y="12243"/>
                </a:lnTo>
                <a:lnTo>
                  <a:pt x="1166" y="9634"/>
                </a:lnTo>
                <a:lnTo>
                  <a:pt x="637" y="7763"/>
                </a:lnTo>
                <a:lnTo>
                  <a:pt x="297" y="6152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46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1" name="contour_17709"/>
          <p:cNvSpPr/>
          <p:nvPr/>
        </p:nvSpPr>
        <p:spPr>
          <a:xfrm>
            <a:off x="5527384" y="552429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182" y="2108"/>
                </a:lnTo>
                <a:lnTo>
                  <a:pt x="19408" y="3711"/>
                </a:lnTo>
                <a:lnTo>
                  <a:pt x="20374" y="5620"/>
                </a:lnTo>
                <a:lnTo>
                  <a:pt x="21600" y="8640"/>
                </a:lnTo>
                <a:lnTo>
                  <a:pt x="19440" y="11625"/>
                </a:lnTo>
                <a:lnTo>
                  <a:pt x="17825" y="13798"/>
                </a:lnTo>
                <a:lnTo>
                  <a:pt x="16454" y="15526"/>
                </a:lnTo>
                <a:lnTo>
                  <a:pt x="15023" y="17159"/>
                </a:lnTo>
                <a:lnTo>
                  <a:pt x="13241" y="19064"/>
                </a:lnTo>
                <a:lnTo>
                  <a:pt x="10800" y="21600"/>
                </a:lnTo>
                <a:lnTo>
                  <a:pt x="9272" y="19155"/>
                </a:lnTo>
                <a:lnTo>
                  <a:pt x="7744" y="16710"/>
                </a:lnTo>
                <a:lnTo>
                  <a:pt x="6210" y="14256"/>
                </a:lnTo>
                <a:lnTo>
                  <a:pt x="4671" y="11794"/>
                </a:lnTo>
                <a:lnTo>
                  <a:pt x="3121" y="9318"/>
                </a:lnTo>
                <a:lnTo>
                  <a:pt x="1566" y="6830"/>
                </a:lnTo>
                <a:lnTo>
                  <a:pt x="0" y="4320"/>
                </a:lnTo>
                <a:lnTo>
                  <a:pt x="3208" y="3465"/>
                </a:lnTo>
                <a:lnTo>
                  <a:pt x="6426" y="2605"/>
                </a:lnTo>
                <a:lnTo>
                  <a:pt x="9655" y="1745"/>
                </a:lnTo>
                <a:lnTo>
                  <a:pt x="12911" y="877"/>
                </a:lnTo>
                <a:lnTo>
                  <a:pt x="16200" y="0"/>
                </a:lnTo>
                <a:close/>
              </a:path>
            </a:pathLst>
          </a:custGeom>
          <a:solidFill>
            <a:srgbClr val="1414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2" name="contour_17710"/>
          <p:cNvSpPr/>
          <p:nvPr/>
        </p:nvSpPr>
        <p:spPr>
          <a:xfrm>
            <a:off x="5235865" y="550972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4889" y="18878"/>
                </a:lnTo>
                <a:lnTo>
                  <a:pt x="3089" y="16101"/>
                </a:lnTo>
                <a:lnTo>
                  <a:pt x="1757" y="13262"/>
                </a:lnTo>
                <a:lnTo>
                  <a:pt x="828" y="10355"/>
                </a:lnTo>
                <a:lnTo>
                  <a:pt x="259" y="7379"/>
                </a:lnTo>
                <a:lnTo>
                  <a:pt x="0" y="4320"/>
                </a:lnTo>
                <a:lnTo>
                  <a:pt x="4190" y="2389"/>
                </a:lnTo>
                <a:lnTo>
                  <a:pt x="8035" y="1132"/>
                </a:lnTo>
                <a:lnTo>
                  <a:pt x="11938" y="410"/>
                </a:lnTo>
                <a:lnTo>
                  <a:pt x="16322" y="78"/>
                </a:lnTo>
                <a:lnTo>
                  <a:pt x="21600" y="0"/>
                </a:lnTo>
                <a:close/>
              </a:path>
            </a:pathLst>
          </a:custGeom>
          <a:solidFill>
            <a:srgbClr val="534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3" name="contour_17711"/>
          <p:cNvSpPr/>
          <p:nvPr/>
        </p:nvSpPr>
        <p:spPr>
          <a:xfrm>
            <a:off x="4448762" y="551701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99" y="1550"/>
                </a:lnTo>
                <a:lnTo>
                  <a:pt x="5590" y="3127"/>
                </a:lnTo>
                <a:lnTo>
                  <a:pt x="8372" y="4725"/>
                </a:lnTo>
                <a:lnTo>
                  <a:pt x="10705" y="6043"/>
                </a:lnTo>
                <a:lnTo>
                  <a:pt x="13077" y="7382"/>
                </a:lnTo>
                <a:lnTo>
                  <a:pt x="15651" y="9752"/>
                </a:lnTo>
                <a:lnTo>
                  <a:pt x="17587" y="12177"/>
                </a:lnTo>
                <a:lnTo>
                  <a:pt x="19090" y="14839"/>
                </a:lnTo>
                <a:lnTo>
                  <a:pt x="20360" y="17917"/>
                </a:lnTo>
                <a:lnTo>
                  <a:pt x="21600" y="21600"/>
                </a:lnTo>
                <a:lnTo>
                  <a:pt x="16606" y="20585"/>
                </a:lnTo>
                <a:lnTo>
                  <a:pt x="13094" y="19818"/>
                </a:lnTo>
                <a:lnTo>
                  <a:pt x="10593" y="19143"/>
                </a:lnTo>
                <a:lnTo>
                  <a:pt x="8614" y="18414"/>
                </a:lnTo>
                <a:lnTo>
                  <a:pt x="6683" y="17485"/>
                </a:lnTo>
                <a:lnTo>
                  <a:pt x="4320" y="16200"/>
                </a:lnTo>
                <a:lnTo>
                  <a:pt x="2730" y="12020"/>
                </a:lnTo>
                <a:lnTo>
                  <a:pt x="1711" y="9088"/>
                </a:lnTo>
                <a:lnTo>
                  <a:pt x="1054" y="6626"/>
                </a:lnTo>
                <a:lnTo>
                  <a:pt x="5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2727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4" name="contour_17712"/>
          <p:cNvSpPr/>
          <p:nvPr/>
        </p:nvSpPr>
        <p:spPr>
          <a:xfrm>
            <a:off x="7145318" y="5508738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25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5" name="contour_17713"/>
          <p:cNvSpPr/>
          <p:nvPr/>
        </p:nvSpPr>
        <p:spPr>
          <a:xfrm>
            <a:off x="3865722" y="550145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B5A8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6" name="contour_17714"/>
          <p:cNvSpPr/>
          <p:nvPr/>
        </p:nvSpPr>
        <p:spPr>
          <a:xfrm>
            <a:off x="1905252" y="550972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668" y="15746"/>
                </a:lnTo>
                <a:lnTo>
                  <a:pt x="6653" y="11059"/>
                </a:lnTo>
                <a:lnTo>
                  <a:pt x="9086" y="7409"/>
                </a:lnTo>
                <a:lnTo>
                  <a:pt x="11102" y="4666"/>
                </a:lnTo>
                <a:lnTo>
                  <a:pt x="12823" y="2700"/>
                </a:lnTo>
                <a:lnTo>
                  <a:pt x="14386" y="1382"/>
                </a:lnTo>
                <a:lnTo>
                  <a:pt x="15916" y="583"/>
                </a:lnTo>
                <a:lnTo>
                  <a:pt x="17539" y="173"/>
                </a:lnTo>
                <a:lnTo>
                  <a:pt x="19393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DDD3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7" name="contour_17715"/>
          <p:cNvSpPr/>
          <p:nvPr/>
        </p:nvSpPr>
        <p:spPr>
          <a:xfrm>
            <a:off x="1577293" y="5517010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37"/>
                </a:lnTo>
                <a:lnTo>
                  <a:pt x="7970" y="461"/>
                </a:lnTo>
                <a:lnTo>
                  <a:pt x="9904" y="1231"/>
                </a:lnTo>
                <a:lnTo>
                  <a:pt x="12823" y="2700"/>
                </a:lnTo>
                <a:lnTo>
                  <a:pt x="15289" y="3902"/>
                </a:lnTo>
                <a:lnTo>
                  <a:pt x="17788" y="5119"/>
                </a:lnTo>
                <a:lnTo>
                  <a:pt x="19681" y="6149"/>
                </a:lnTo>
                <a:lnTo>
                  <a:pt x="21600" y="7200"/>
                </a:lnTo>
                <a:lnTo>
                  <a:pt x="19580" y="10454"/>
                </a:lnTo>
                <a:lnTo>
                  <a:pt x="18050" y="12830"/>
                </a:lnTo>
                <a:lnTo>
                  <a:pt x="16708" y="14738"/>
                </a:lnTo>
                <a:lnTo>
                  <a:pt x="15250" y="16567"/>
                </a:lnTo>
                <a:lnTo>
                  <a:pt x="13381" y="18720"/>
                </a:lnTo>
                <a:lnTo>
                  <a:pt x="10800" y="21600"/>
                </a:lnTo>
                <a:lnTo>
                  <a:pt x="7798" y="20246"/>
                </a:lnTo>
                <a:lnTo>
                  <a:pt x="5735" y="19195"/>
                </a:lnTo>
                <a:lnTo>
                  <a:pt x="4093" y="18101"/>
                </a:lnTo>
                <a:lnTo>
                  <a:pt x="2354" y="16618"/>
                </a:lnTo>
                <a:lnTo>
                  <a:pt x="0" y="14400"/>
                </a:lnTo>
                <a:lnTo>
                  <a:pt x="745" y="10030"/>
                </a:lnTo>
                <a:lnTo>
                  <a:pt x="1368" y="7078"/>
                </a:lnTo>
                <a:lnTo>
                  <a:pt x="2207" y="4183"/>
                </a:lnTo>
                <a:lnTo>
                  <a:pt x="3600" y="0"/>
                </a:lnTo>
                <a:close/>
              </a:path>
            </a:pathLst>
          </a:custGeom>
          <a:solidFill>
            <a:srgbClr val="D4D6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8" name="contour_17716"/>
          <p:cNvSpPr/>
          <p:nvPr/>
        </p:nvSpPr>
        <p:spPr>
          <a:xfrm>
            <a:off x="9739843" y="55024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3940" y="9648"/>
                </a:lnTo>
                <a:lnTo>
                  <a:pt x="7020" y="6077"/>
                </a:lnTo>
                <a:lnTo>
                  <a:pt x="9491" y="3514"/>
                </a:lnTo>
                <a:lnTo>
                  <a:pt x="11612" y="1800"/>
                </a:lnTo>
                <a:lnTo>
                  <a:pt x="13625" y="756"/>
                </a:lnTo>
                <a:lnTo>
                  <a:pt x="15794" y="223"/>
                </a:lnTo>
                <a:lnTo>
                  <a:pt x="18369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4C47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19" name="contour_17717"/>
          <p:cNvSpPr/>
          <p:nvPr/>
        </p:nvSpPr>
        <p:spPr>
          <a:xfrm>
            <a:off x="6743495" y="5495146"/>
            <a:ext cx="3013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2032" y="549"/>
                </a:lnTo>
                <a:lnTo>
                  <a:pt x="3301" y="1076"/>
                </a:lnTo>
                <a:lnTo>
                  <a:pt x="4884" y="1728"/>
                </a:lnTo>
                <a:lnTo>
                  <a:pt x="7136" y="2661"/>
                </a:lnTo>
                <a:lnTo>
                  <a:pt x="10432" y="4022"/>
                </a:lnTo>
                <a:lnTo>
                  <a:pt x="15128" y="5966"/>
                </a:lnTo>
                <a:lnTo>
                  <a:pt x="21600" y="8640"/>
                </a:lnTo>
                <a:lnTo>
                  <a:pt x="20566" y="11206"/>
                </a:lnTo>
                <a:lnTo>
                  <a:pt x="19526" y="13781"/>
                </a:lnTo>
                <a:lnTo>
                  <a:pt x="18487" y="16364"/>
                </a:lnTo>
                <a:lnTo>
                  <a:pt x="17437" y="18969"/>
                </a:lnTo>
                <a:lnTo>
                  <a:pt x="16376" y="21600"/>
                </a:lnTo>
                <a:lnTo>
                  <a:pt x="13038" y="20097"/>
                </a:lnTo>
                <a:lnTo>
                  <a:pt x="10573" y="18943"/>
                </a:lnTo>
                <a:lnTo>
                  <a:pt x="8541" y="17889"/>
                </a:lnTo>
                <a:lnTo>
                  <a:pt x="6509" y="16701"/>
                </a:lnTo>
                <a:lnTo>
                  <a:pt x="4043" y="15137"/>
                </a:lnTo>
                <a:lnTo>
                  <a:pt x="705" y="12960"/>
                </a:lnTo>
                <a:lnTo>
                  <a:pt x="235" y="9487"/>
                </a:lnTo>
                <a:lnTo>
                  <a:pt x="0" y="7076"/>
                </a:lnTo>
                <a:lnTo>
                  <a:pt x="0" y="5106"/>
                </a:lnTo>
                <a:lnTo>
                  <a:pt x="235" y="2955"/>
                </a:lnTo>
                <a:lnTo>
                  <a:pt x="705" y="0"/>
                </a:lnTo>
                <a:close/>
              </a:path>
            </a:pathLst>
          </a:custGeom>
          <a:solidFill>
            <a:srgbClr val="E7F2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0" name="contour_17718"/>
          <p:cNvSpPr/>
          <p:nvPr/>
        </p:nvSpPr>
        <p:spPr>
          <a:xfrm>
            <a:off x="5600264" y="549514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2121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1" name="contour_17719"/>
          <p:cNvSpPr/>
          <p:nvPr/>
        </p:nvSpPr>
        <p:spPr>
          <a:xfrm>
            <a:off x="8661221" y="54805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EDF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2" name="contour_17720"/>
          <p:cNvSpPr/>
          <p:nvPr/>
        </p:nvSpPr>
        <p:spPr>
          <a:xfrm>
            <a:off x="5184849" y="5480570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677"/>
                </a:lnTo>
                <a:lnTo>
                  <a:pt x="9158" y="1202"/>
                </a:lnTo>
                <a:lnTo>
                  <a:pt x="12442" y="1750"/>
                </a:lnTo>
                <a:lnTo>
                  <a:pt x="16243" y="2491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6841" y="10800"/>
                </a:lnTo>
                <a:lnTo>
                  <a:pt x="12053" y="10800"/>
                </a:lnTo>
                <a:lnTo>
                  <a:pt x="7200" y="10800"/>
                </a:lnTo>
                <a:lnTo>
                  <a:pt x="4982" y="13478"/>
                </a:lnTo>
                <a:lnTo>
                  <a:pt x="3499" y="15379"/>
                </a:lnTo>
                <a:lnTo>
                  <a:pt x="2405" y="17021"/>
                </a:lnTo>
                <a:lnTo>
                  <a:pt x="1354" y="1892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5B53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3" name="contour_17721"/>
          <p:cNvSpPr/>
          <p:nvPr/>
        </p:nvSpPr>
        <p:spPr>
          <a:xfrm>
            <a:off x="5068241" y="547328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5142" y="18927"/>
                </a:lnTo>
                <a:lnTo>
                  <a:pt x="12999" y="16249"/>
                </a:lnTo>
                <a:lnTo>
                  <a:pt x="10856" y="13570"/>
                </a:lnTo>
                <a:lnTo>
                  <a:pt x="8705" y="10881"/>
                </a:lnTo>
                <a:lnTo>
                  <a:pt x="6545" y="8181"/>
                </a:lnTo>
                <a:lnTo>
                  <a:pt x="4376" y="5470"/>
                </a:lnTo>
                <a:lnTo>
                  <a:pt x="2195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7C59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4" name="contour_17722"/>
          <p:cNvSpPr/>
          <p:nvPr/>
        </p:nvSpPr>
        <p:spPr>
          <a:xfrm>
            <a:off x="9768995" y="547328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3940" y="9648"/>
                </a:lnTo>
                <a:lnTo>
                  <a:pt x="7020" y="6077"/>
                </a:lnTo>
                <a:lnTo>
                  <a:pt x="9491" y="3514"/>
                </a:lnTo>
                <a:lnTo>
                  <a:pt x="11612" y="1800"/>
                </a:lnTo>
                <a:lnTo>
                  <a:pt x="13625" y="756"/>
                </a:lnTo>
                <a:lnTo>
                  <a:pt x="15794" y="223"/>
                </a:lnTo>
                <a:lnTo>
                  <a:pt x="18369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3C3B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5" name="contour_17723"/>
          <p:cNvSpPr/>
          <p:nvPr/>
        </p:nvSpPr>
        <p:spPr>
          <a:xfrm>
            <a:off x="5045721" y="5465994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3961" y="891"/>
                </a:lnTo>
                <a:lnTo>
                  <a:pt x="7452" y="1782"/>
                </a:lnTo>
                <a:lnTo>
                  <a:pt x="10958" y="2678"/>
                </a:lnTo>
                <a:lnTo>
                  <a:pt x="14481" y="3580"/>
                </a:lnTo>
                <a:lnTo>
                  <a:pt x="18025" y="4487"/>
                </a:lnTo>
                <a:lnTo>
                  <a:pt x="21600" y="5400"/>
                </a:lnTo>
                <a:lnTo>
                  <a:pt x="20824" y="6588"/>
                </a:lnTo>
                <a:lnTo>
                  <a:pt x="20047" y="7781"/>
                </a:lnTo>
                <a:lnTo>
                  <a:pt x="18975" y="9428"/>
                </a:lnTo>
                <a:lnTo>
                  <a:pt x="17306" y="11983"/>
                </a:lnTo>
                <a:lnTo>
                  <a:pt x="14761" y="15887"/>
                </a:lnTo>
                <a:lnTo>
                  <a:pt x="11038" y="21600"/>
                </a:lnTo>
                <a:lnTo>
                  <a:pt x="7901" y="20569"/>
                </a:lnTo>
                <a:lnTo>
                  <a:pt x="5756" y="19661"/>
                </a:lnTo>
                <a:lnTo>
                  <a:pt x="3612" y="18376"/>
                </a:lnTo>
                <a:lnTo>
                  <a:pt x="475" y="16200"/>
                </a:lnTo>
                <a:lnTo>
                  <a:pt x="158" y="12020"/>
                </a:lnTo>
                <a:lnTo>
                  <a:pt x="0" y="9088"/>
                </a:lnTo>
                <a:lnTo>
                  <a:pt x="0" y="6626"/>
                </a:lnTo>
                <a:lnTo>
                  <a:pt x="158" y="3856"/>
                </a:lnTo>
                <a:lnTo>
                  <a:pt x="475" y="0"/>
                </a:lnTo>
                <a:close/>
              </a:path>
            </a:pathLst>
          </a:custGeom>
          <a:solidFill>
            <a:srgbClr val="8A69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6" name="contour_17724"/>
          <p:cNvSpPr/>
          <p:nvPr/>
        </p:nvSpPr>
        <p:spPr>
          <a:xfrm>
            <a:off x="578838" y="546599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3056"/>
                </a:lnTo>
                <a:lnTo>
                  <a:pt x="15405" y="6113"/>
                </a:lnTo>
                <a:lnTo>
                  <a:pt x="16632" y="9180"/>
                </a:lnTo>
                <a:lnTo>
                  <a:pt x="17863" y="12258"/>
                </a:lnTo>
                <a:lnTo>
                  <a:pt x="19103" y="15352"/>
                </a:lnTo>
                <a:lnTo>
                  <a:pt x="20347" y="1846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832" y="18544"/>
                </a:lnTo>
                <a:lnTo>
                  <a:pt x="3668" y="15487"/>
                </a:lnTo>
                <a:lnTo>
                  <a:pt x="5508" y="12420"/>
                </a:lnTo>
                <a:lnTo>
                  <a:pt x="7357" y="9342"/>
                </a:lnTo>
                <a:lnTo>
                  <a:pt x="9210" y="6248"/>
                </a:lnTo>
                <a:lnTo>
                  <a:pt x="11081" y="3137"/>
                </a:lnTo>
                <a:lnTo>
                  <a:pt x="12960" y="0"/>
                </a:lnTo>
                <a:close/>
              </a:path>
            </a:pathLst>
          </a:custGeom>
          <a:solidFill>
            <a:srgbClr val="846B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7" name="contour_17725"/>
          <p:cNvSpPr/>
          <p:nvPr/>
        </p:nvSpPr>
        <p:spPr>
          <a:xfrm>
            <a:off x="5804328" y="546599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4" y="5348"/>
                </a:lnTo>
                <a:lnTo>
                  <a:pt x="18922" y="8031"/>
                </a:lnTo>
                <a:lnTo>
                  <a:pt x="18029" y="10718"/>
                </a:lnTo>
                <a:lnTo>
                  <a:pt x="17129" y="13418"/>
                </a:lnTo>
                <a:lnTo>
                  <a:pt x="16222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9965" y="16744"/>
                </a:lnTo>
                <a:lnTo>
                  <a:pt x="6746" y="13189"/>
                </a:lnTo>
                <a:lnTo>
                  <a:pt x="4486" y="10632"/>
                </a:lnTo>
                <a:lnTo>
                  <a:pt x="2930" y="8770"/>
                </a:lnTo>
                <a:lnTo>
                  <a:pt x="1836" y="7296"/>
                </a:lnTo>
                <a:lnTo>
                  <a:pt x="943" y="5914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F6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8" name="contour_17726"/>
          <p:cNvSpPr/>
          <p:nvPr/>
        </p:nvSpPr>
        <p:spPr>
          <a:xfrm>
            <a:off x="5461792" y="5444130"/>
            <a:ext cx="5101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343" y="0"/>
                </a:moveTo>
                <a:lnTo>
                  <a:pt x="12725" y="2052"/>
                </a:lnTo>
                <a:lnTo>
                  <a:pt x="13108" y="4117"/>
                </a:lnTo>
                <a:lnTo>
                  <a:pt x="13500" y="6212"/>
                </a:lnTo>
                <a:lnTo>
                  <a:pt x="14666" y="10161"/>
                </a:lnTo>
                <a:lnTo>
                  <a:pt x="15598" y="12489"/>
                </a:lnTo>
                <a:lnTo>
                  <a:pt x="16780" y="14109"/>
                </a:lnTo>
                <a:lnTo>
                  <a:pt x="18706" y="15932"/>
                </a:lnTo>
                <a:lnTo>
                  <a:pt x="20144" y="16602"/>
                </a:lnTo>
                <a:lnTo>
                  <a:pt x="21600" y="17280"/>
                </a:lnTo>
                <a:lnTo>
                  <a:pt x="19675" y="18611"/>
                </a:lnTo>
                <a:lnTo>
                  <a:pt x="18230" y="19500"/>
                </a:lnTo>
                <a:lnTo>
                  <a:pt x="16823" y="20157"/>
                </a:lnTo>
                <a:lnTo>
                  <a:pt x="15009" y="20788"/>
                </a:lnTo>
                <a:lnTo>
                  <a:pt x="12343" y="21600"/>
                </a:lnTo>
                <a:lnTo>
                  <a:pt x="10473" y="20619"/>
                </a:lnTo>
                <a:lnTo>
                  <a:pt x="8655" y="19544"/>
                </a:lnTo>
                <a:lnTo>
                  <a:pt x="6881" y="18373"/>
                </a:lnTo>
                <a:lnTo>
                  <a:pt x="5138" y="17120"/>
                </a:lnTo>
                <a:lnTo>
                  <a:pt x="3419" y="15798"/>
                </a:lnTo>
                <a:lnTo>
                  <a:pt x="1709" y="14407"/>
                </a:lnTo>
                <a:lnTo>
                  <a:pt x="0" y="12960"/>
                </a:lnTo>
                <a:lnTo>
                  <a:pt x="2037" y="12960"/>
                </a:lnTo>
                <a:lnTo>
                  <a:pt x="4076" y="12960"/>
                </a:lnTo>
                <a:lnTo>
                  <a:pt x="6125" y="12960"/>
                </a:lnTo>
                <a:lnTo>
                  <a:pt x="8183" y="12960"/>
                </a:lnTo>
                <a:lnTo>
                  <a:pt x="10254" y="12960"/>
                </a:lnTo>
                <a:lnTo>
                  <a:pt x="12343" y="12960"/>
                </a:lnTo>
                <a:lnTo>
                  <a:pt x="12343" y="10394"/>
                </a:lnTo>
                <a:lnTo>
                  <a:pt x="12343" y="7819"/>
                </a:lnTo>
                <a:lnTo>
                  <a:pt x="12343" y="5236"/>
                </a:lnTo>
                <a:lnTo>
                  <a:pt x="12343" y="2631"/>
                </a:lnTo>
                <a:lnTo>
                  <a:pt x="12343" y="0"/>
                </a:lnTo>
                <a:close/>
              </a:path>
            </a:pathLst>
          </a:custGeom>
          <a:solidFill>
            <a:srgbClr val="5754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29" name="contour_17727"/>
          <p:cNvSpPr/>
          <p:nvPr/>
        </p:nvSpPr>
        <p:spPr>
          <a:xfrm>
            <a:off x="4514353" y="5465279"/>
            <a:ext cx="36440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139"/>
                </a:lnTo>
                <a:lnTo>
                  <a:pt x="13751" y="279"/>
                </a:lnTo>
                <a:lnTo>
                  <a:pt x="16368" y="411"/>
                </a:lnTo>
                <a:lnTo>
                  <a:pt x="18982" y="551"/>
                </a:lnTo>
                <a:lnTo>
                  <a:pt x="21600" y="683"/>
                </a:lnTo>
                <a:lnTo>
                  <a:pt x="20745" y="4832"/>
                </a:lnTo>
                <a:lnTo>
                  <a:pt x="19885" y="8980"/>
                </a:lnTo>
                <a:lnTo>
                  <a:pt x="19021" y="13157"/>
                </a:lnTo>
                <a:lnTo>
                  <a:pt x="18157" y="17361"/>
                </a:lnTo>
                <a:lnTo>
                  <a:pt x="17280" y="21600"/>
                </a:lnTo>
                <a:lnTo>
                  <a:pt x="14835" y="19627"/>
                </a:lnTo>
                <a:lnTo>
                  <a:pt x="12385" y="17654"/>
                </a:lnTo>
                <a:lnTo>
                  <a:pt x="9932" y="15674"/>
                </a:lnTo>
                <a:lnTo>
                  <a:pt x="7469" y="13687"/>
                </a:lnTo>
                <a:lnTo>
                  <a:pt x="4998" y="11692"/>
                </a:lnTo>
                <a:lnTo>
                  <a:pt x="2506" y="9684"/>
                </a:lnTo>
                <a:lnTo>
                  <a:pt x="0" y="7656"/>
                </a:lnTo>
                <a:lnTo>
                  <a:pt x="2562" y="3619"/>
                </a:lnTo>
                <a:lnTo>
                  <a:pt x="4303" y="1471"/>
                </a:lnTo>
                <a:lnTo>
                  <a:pt x="6026" y="509"/>
                </a:lnTo>
                <a:lnTo>
                  <a:pt x="8523" y="0"/>
                </a:lnTo>
                <a:close/>
              </a:path>
            </a:pathLst>
          </a:custGeom>
          <a:solidFill>
            <a:srgbClr val="44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0" name="contour_17728"/>
          <p:cNvSpPr/>
          <p:nvPr/>
        </p:nvSpPr>
        <p:spPr>
          <a:xfrm>
            <a:off x="7247350" y="5444130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138"/>
                </a:lnTo>
                <a:lnTo>
                  <a:pt x="14368" y="4281"/>
                </a:lnTo>
                <a:lnTo>
                  <a:pt x="16160" y="6432"/>
                </a:lnTo>
                <a:lnTo>
                  <a:pt x="17960" y="8592"/>
                </a:lnTo>
                <a:lnTo>
                  <a:pt x="19771" y="10765"/>
                </a:lnTo>
                <a:lnTo>
                  <a:pt x="21600" y="12960"/>
                </a:lnTo>
                <a:lnTo>
                  <a:pt x="19220" y="12960"/>
                </a:lnTo>
                <a:lnTo>
                  <a:pt x="16826" y="12960"/>
                </a:lnTo>
                <a:lnTo>
                  <a:pt x="14400" y="12960"/>
                </a:lnTo>
                <a:lnTo>
                  <a:pt x="13079" y="15526"/>
                </a:lnTo>
                <a:lnTo>
                  <a:pt x="12262" y="17280"/>
                </a:lnTo>
                <a:lnTo>
                  <a:pt x="11617" y="19034"/>
                </a:lnTo>
                <a:lnTo>
                  <a:pt x="10800" y="21600"/>
                </a:lnTo>
                <a:lnTo>
                  <a:pt x="10800" y="18744"/>
                </a:lnTo>
                <a:lnTo>
                  <a:pt x="10800" y="15872"/>
                </a:lnTo>
                <a:lnTo>
                  <a:pt x="10800" y="12960"/>
                </a:lnTo>
                <a:lnTo>
                  <a:pt x="8122" y="11629"/>
                </a:lnTo>
                <a:lnTo>
                  <a:pt x="6221" y="10740"/>
                </a:lnTo>
                <a:lnTo>
                  <a:pt x="4579" y="10083"/>
                </a:lnTo>
                <a:lnTo>
                  <a:pt x="2678" y="9452"/>
                </a:lnTo>
                <a:lnTo>
                  <a:pt x="0" y="8640"/>
                </a:lnTo>
                <a:lnTo>
                  <a:pt x="2138" y="8640"/>
                </a:lnTo>
                <a:lnTo>
                  <a:pt x="4284" y="8640"/>
                </a:lnTo>
                <a:lnTo>
                  <a:pt x="6437" y="8640"/>
                </a:lnTo>
                <a:lnTo>
                  <a:pt x="8608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6D6A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1" name="contour_17729"/>
          <p:cNvSpPr/>
          <p:nvPr/>
        </p:nvSpPr>
        <p:spPr>
          <a:xfrm>
            <a:off x="7189046" y="5450434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D6D8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2" name="contour_17730"/>
          <p:cNvSpPr/>
          <p:nvPr/>
        </p:nvSpPr>
        <p:spPr>
          <a:xfrm>
            <a:off x="10373899" y="545141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7DC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3" name="contour_17731"/>
          <p:cNvSpPr/>
          <p:nvPr/>
        </p:nvSpPr>
        <p:spPr>
          <a:xfrm>
            <a:off x="5629416" y="542955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2376"/>
                </a:lnTo>
                <a:lnTo>
                  <a:pt x="4756" y="4752"/>
                </a:lnTo>
                <a:lnTo>
                  <a:pt x="7137" y="7133"/>
                </a:lnTo>
                <a:lnTo>
                  <a:pt x="9521" y="9526"/>
                </a:lnTo>
                <a:lnTo>
                  <a:pt x="11919" y="11918"/>
                </a:lnTo>
                <a:lnTo>
                  <a:pt x="14321" y="14321"/>
                </a:lnTo>
                <a:lnTo>
                  <a:pt x="16736" y="16735"/>
                </a:lnTo>
                <a:lnTo>
                  <a:pt x="19159" y="19159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E80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4" name="contour_17732"/>
          <p:cNvSpPr/>
          <p:nvPr/>
        </p:nvSpPr>
        <p:spPr>
          <a:xfrm>
            <a:off x="9951195" y="543684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6610" y="19089"/>
                </a:lnTo>
                <a:lnTo>
                  <a:pt x="15932" y="16535"/>
                </a:lnTo>
                <a:lnTo>
                  <a:pt x="13807" y="13127"/>
                </a:lnTo>
                <a:lnTo>
                  <a:pt x="11539" y="10703"/>
                </a:lnTo>
                <a:lnTo>
                  <a:pt x="9072" y="8986"/>
                </a:lnTo>
                <a:lnTo>
                  <a:pt x="6359" y="7711"/>
                </a:lnTo>
                <a:lnTo>
                  <a:pt x="3352" y="6604"/>
                </a:lnTo>
                <a:lnTo>
                  <a:pt x="0" y="5400"/>
                </a:lnTo>
                <a:lnTo>
                  <a:pt x="0" y="2722"/>
                </a:lnTo>
                <a:lnTo>
                  <a:pt x="0" y="0"/>
                </a:lnTo>
                <a:close/>
              </a:path>
            </a:pathLst>
          </a:custGeom>
          <a:solidFill>
            <a:srgbClr val="D6D8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5" name="contour_17733"/>
          <p:cNvSpPr/>
          <p:nvPr/>
        </p:nvSpPr>
        <p:spPr>
          <a:xfrm>
            <a:off x="6810071" y="5422266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0709"/>
                </a:lnTo>
                <a:lnTo>
                  <a:pt x="13994" y="19818"/>
                </a:lnTo>
                <a:lnTo>
                  <a:pt x="10526" y="18922"/>
                </a:lnTo>
                <a:lnTo>
                  <a:pt x="7042" y="18020"/>
                </a:lnTo>
                <a:lnTo>
                  <a:pt x="3536" y="17113"/>
                </a:lnTo>
                <a:lnTo>
                  <a:pt x="0" y="16200"/>
                </a:lnTo>
                <a:lnTo>
                  <a:pt x="1034" y="12992"/>
                </a:lnTo>
                <a:lnTo>
                  <a:pt x="2074" y="9774"/>
                </a:lnTo>
                <a:lnTo>
                  <a:pt x="3113" y="6545"/>
                </a:lnTo>
                <a:lnTo>
                  <a:pt x="4163" y="3289"/>
                </a:lnTo>
                <a:lnTo>
                  <a:pt x="5224" y="0"/>
                </a:lnTo>
                <a:close/>
              </a:path>
            </a:pathLst>
          </a:custGeom>
          <a:solidFill>
            <a:srgbClr val="E5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6" name="contour_17734"/>
          <p:cNvSpPr/>
          <p:nvPr/>
        </p:nvSpPr>
        <p:spPr>
          <a:xfrm>
            <a:off x="4018770" y="544413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37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7" name="contour_17735"/>
          <p:cNvSpPr/>
          <p:nvPr/>
        </p:nvSpPr>
        <p:spPr>
          <a:xfrm>
            <a:off x="928662" y="543684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4018"/>
                </a:lnTo>
                <a:lnTo>
                  <a:pt x="18976" y="6869"/>
                </a:lnTo>
                <a:lnTo>
                  <a:pt x="19796" y="9331"/>
                </a:lnTo>
                <a:lnTo>
                  <a:pt x="20585" y="12182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345" y="14467"/>
                </a:lnTo>
                <a:lnTo>
                  <a:pt x="2311" y="9553"/>
                </a:lnTo>
                <a:lnTo>
                  <a:pt x="3046" y="6242"/>
                </a:lnTo>
                <a:lnTo>
                  <a:pt x="3710" y="3947"/>
                </a:lnTo>
                <a:lnTo>
                  <a:pt x="4444" y="2068"/>
                </a:lnTo>
                <a:lnTo>
                  <a:pt x="5400" y="0"/>
                </a:lnTo>
                <a:close/>
              </a:path>
            </a:pathLst>
          </a:custGeom>
          <a:solidFill>
            <a:srgbClr val="C1C6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8" name="contour_17736"/>
          <p:cNvSpPr/>
          <p:nvPr/>
        </p:nvSpPr>
        <p:spPr>
          <a:xfrm>
            <a:off x="11554553" y="542955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354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39" name="contour_17737"/>
          <p:cNvSpPr/>
          <p:nvPr/>
        </p:nvSpPr>
        <p:spPr>
          <a:xfrm>
            <a:off x="6992271" y="5429211"/>
            <a:ext cx="58304" cy="222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33"/>
                </a:moveTo>
                <a:lnTo>
                  <a:pt x="21600" y="5019"/>
                </a:lnTo>
                <a:lnTo>
                  <a:pt x="21600" y="9733"/>
                </a:lnTo>
                <a:lnTo>
                  <a:pt x="21600" y="14511"/>
                </a:lnTo>
                <a:lnTo>
                  <a:pt x="19985" y="16390"/>
                </a:lnTo>
                <a:lnTo>
                  <a:pt x="18352" y="17914"/>
                </a:lnTo>
                <a:lnTo>
                  <a:pt x="16697" y="19126"/>
                </a:lnTo>
                <a:lnTo>
                  <a:pt x="15023" y="20055"/>
                </a:lnTo>
                <a:lnTo>
                  <a:pt x="13324" y="20728"/>
                </a:lnTo>
                <a:lnTo>
                  <a:pt x="11605" y="21189"/>
                </a:lnTo>
                <a:lnTo>
                  <a:pt x="9863" y="21465"/>
                </a:lnTo>
                <a:lnTo>
                  <a:pt x="8100" y="21600"/>
                </a:lnTo>
                <a:lnTo>
                  <a:pt x="6485" y="19785"/>
                </a:lnTo>
                <a:lnTo>
                  <a:pt x="5081" y="17829"/>
                </a:lnTo>
                <a:lnTo>
                  <a:pt x="3807" y="15681"/>
                </a:lnTo>
                <a:lnTo>
                  <a:pt x="2587" y="13270"/>
                </a:lnTo>
                <a:lnTo>
                  <a:pt x="1342" y="10541"/>
                </a:lnTo>
                <a:lnTo>
                  <a:pt x="0" y="7422"/>
                </a:lnTo>
                <a:lnTo>
                  <a:pt x="1806" y="5579"/>
                </a:lnTo>
                <a:lnTo>
                  <a:pt x="3591" y="4048"/>
                </a:lnTo>
                <a:lnTo>
                  <a:pt x="5357" y="2814"/>
                </a:lnTo>
                <a:lnTo>
                  <a:pt x="7114" y="1843"/>
                </a:lnTo>
                <a:lnTo>
                  <a:pt x="8869" y="1113"/>
                </a:lnTo>
                <a:lnTo>
                  <a:pt x="10627" y="588"/>
                </a:lnTo>
                <a:lnTo>
                  <a:pt x="12393" y="248"/>
                </a:lnTo>
                <a:lnTo>
                  <a:pt x="14175" y="57"/>
                </a:lnTo>
                <a:lnTo>
                  <a:pt x="15981" y="0"/>
                </a:lnTo>
                <a:lnTo>
                  <a:pt x="17817" y="50"/>
                </a:lnTo>
                <a:lnTo>
                  <a:pt x="19686" y="170"/>
                </a:lnTo>
                <a:lnTo>
                  <a:pt x="21600" y="333"/>
                </a:lnTo>
                <a:close/>
              </a:path>
            </a:pathLst>
          </a:custGeom>
          <a:solidFill>
            <a:srgbClr val="6364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0" name="contour_17738"/>
          <p:cNvSpPr/>
          <p:nvPr/>
        </p:nvSpPr>
        <p:spPr>
          <a:xfrm>
            <a:off x="4441474" y="541497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820" y="2824"/>
                </a:lnTo>
                <a:lnTo>
                  <a:pt x="14121" y="4892"/>
                </a:lnTo>
                <a:lnTo>
                  <a:pt x="15287" y="7214"/>
                </a:lnTo>
                <a:lnTo>
                  <a:pt x="16875" y="10800"/>
                </a:lnTo>
                <a:lnTo>
                  <a:pt x="18236" y="13813"/>
                </a:lnTo>
                <a:lnTo>
                  <a:pt x="19618" y="16875"/>
                </a:lnTo>
                <a:lnTo>
                  <a:pt x="20601" y="19219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275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1" name="contour_17739"/>
          <p:cNvSpPr/>
          <p:nvPr/>
        </p:nvSpPr>
        <p:spPr>
          <a:xfrm>
            <a:off x="10074107" y="5414978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891"/>
                </a:lnTo>
                <a:lnTo>
                  <a:pt x="7606" y="1782"/>
                </a:lnTo>
                <a:lnTo>
                  <a:pt x="11074" y="2678"/>
                </a:lnTo>
                <a:lnTo>
                  <a:pt x="14558" y="3580"/>
                </a:lnTo>
                <a:lnTo>
                  <a:pt x="18064" y="4487"/>
                </a:lnTo>
                <a:lnTo>
                  <a:pt x="21600" y="5400"/>
                </a:lnTo>
                <a:lnTo>
                  <a:pt x="20566" y="8608"/>
                </a:lnTo>
                <a:lnTo>
                  <a:pt x="19526" y="11826"/>
                </a:lnTo>
                <a:lnTo>
                  <a:pt x="18487" y="15055"/>
                </a:lnTo>
                <a:lnTo>
                  <a:pt x="17437" y="18311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F3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2" name="contour_17740"/>
          <p:cNvSpPr/>
          <p:nvPr/>
        </p:nvSpPr>
        <p:spPr>
          <a:xfrm>
            <a:off x="556974" y="541497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905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CF2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3" name="contour_17741"/>
          <p:cNvSpPr/>
          <p:nvPr/>
        </p:nvSpPr>
        <p:spPr>
          <a:xfrm>
            <a:off x="476806" y="5423621"/>
            <a:ext cx="43728" cy="20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48"/>
                </a:moveTo>
                <a:lnTo>
                  <a:pt x="19969" y="11345"/>
                </a:lnTo>
                <a:lnTo>
                  <a:pt x="18677" y="14646"/>
                </a:lnTo>
                <a:lnTo>
                  <a:pt x="17042" y="17586"/>
                </a:lnTo>
                <a:lnTo>
                  <a:pt x="14400" y="21600"/>
                </a:lnTo>
                <a:lnTo>
                  <a:pt x="12186" y="19996"/>
                </a:lnTo>
                <a:lnTo>
                  <a:pt x="10051" y="18146"/>
                </a:lnTo>
                <a:lnTo>
                  <a:pt x="7981" y="16081"/>
                </a:lnTo>
                <a:lnTo>
                  <a:pt x="5958" y="13832"/>
                </a:lnTo>
                <a:lnTo>
                  <a:pt x="3964" y="11422"/>
                </a:lnTo>
                <a:lnTo>
                  <a:pt x="1984" y="8889"/>
                </a:lnTo>
                <a:lnTo>
                  <a:pt x="0" y="6248"/>
                </a:lnTo>
                <a:lnTo>
                  <a:pt x="2614" y="3255"/>
                </a:lnTo>
                <a:lnTo>
                  <a:pt x="5018" y="1305"/>
                </a:lnTo>
                <a:lnTo>
                  <a:pt x="7283" y="261"/>
                </a:lnTo>
                <a:lnTo>
                  <a:pt x="9472" y="0"/>
                </a:lnTo>
                <a:lnTo>
                  <a:pt x="11653" y="414"/>
                </a:lnTo>
                <a:lnTo>
                  <a:pt x="13889" y="1366"/>
                </a:lnTo>
                <a:lnTo>
                  <a:pt x="16250" y="2740"/>
                </a:lnTo>
                <a:lnTo>
                  <a:pt x="18796" y="4406"/>
                </a:lnTo>
                <a:lnTo>
                  <a:pt x="21600" y="6248"/>
                </a:lnTo>
                <a:close/>
              </a:path>
            </a:pathLst>
          </a:custGeom>
          <a:solidFill>
            <a:srgbClr val="BFC2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4" name="contour_17742"/>
          <p:cNvSpPr/>
          <p:nvPr/>
        </p:nvSpPr>
        <p:spPr>
          <a:xfrm>
            <a:off x="10534234" y="542226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812"/>
                </a:lnTo>
                <a:lnTo>
                  <a:pt x="12269" y="1443"/>
                </a:lnTo>
                <a:lnTo>
                  <a:pt x="14731" y="2100"/>
                </a:lnTo>
                <a:lnTo>
                  <a:pt x="17582" y="298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8031" y="12960"/>
                </a:lnTo>
                <a:lnTo>
                  <a:pt x="14440" y="12960"/>
                </a:lnTo>
                <a:lnTo>
                  <a:pt x="10800" y="12960"/>
                </a:lnTo>
                <a:lnTo>
                  <a:pt x="10800" y="15816"/>
                </a:lnTo>
                <a:lnTo>
                  <a:pt x="10800" y="18688"/>
                </a:lnTo>
                <a:lnTo>
                  <a:pt x="10800" y="21600"/>
                </a:lnTo>
                <a:lnTo>
                  <a:pt x="7403" y="20926"/>
                </a:lnTo>
                <a:lnTo>
                  <a:pt x="5152" y="20252"/>
                </a:lnTo>
                <a:lnTo>
                  <a:pt x="3019" y="19172"/>
                </a:lnTo>
                <a:lnTo>
                  <a:pt x="0" y="17280"/>
                </a:lnTo>
                <a:lnTo>
                  <a:pt x="475" y="14304"/>
                </a:lnTo>
                <a:lnTo>
                  <a:pt x="1166" y="11388"/>
                </a:lnTo>
                <a:lnTo>
                  <a:pt x="2047" y="8519"/>
                </a:lnTo>
                <a:lnTo>
                  <a:pt x="3067" y="5676"/>
                </a:lnTo>
                <a:lnTo>
                  <a:pt x="4196" y="2843"/>
                </a:lnTo>
                <a:lnTo>
                  <a:pt x="5400" y="0"/>
                </a:lnTo>
                <a:close/>
              </a:path>
            </a:pathLst>
          </a:custGeom>
          <a:solidFill>
            <a:srgbClr val="FC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5" name="contour_17743"/>
          <p:cNvSpPr/>
          <p:nvPr/>
        </p:nvSpPr>
        <p:spPr>
          <a:xfrm>
            <a:off x="5482017" y="5393114"/>
            <a:ext cx="3079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50" y="0"/>
                </a:moveTo>
                <a:lnTo>
                  <a:pt x="3722" y="1464"/>
                </a:lnTo>
                <a:lnTo>
                  <a:pt x="6283" y="2946"/>
                </a:lnTo>
                <a:lnTo>
                  <a:pt x="8834" y="4437"/>
                </a:lnTo>
                <a:lnTo>
                  <a:pt x="11375" y="5940"/>
                </a:lnTo>
                <a:lnTo>
                  <a:pt x="12807" y="6774"/>
                </a:lnTo>
                <a:lnTo>
                  <a:pt x="17127" y="9279"/>
                </a:lnTo>
                <a:lnTo>
                  <a:pt x="19345" y="11107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7980" y="21298"/>
                </a:lnTo>
                <a:lnTo>
                  <a:pt x="14478" y="20904"/>
                </a:lnTo>
                <a:lnTo>
                  <a:pt x="11063" y="20369"/>
                </a:lnTo>
                <a:lnTo>
                  <a:pt x="7720" y="19626"/>
                </a:lnTo>
                <a:lnTo>
                  <a:pt x="4427" y="18615"/>
                </a:lnTo>
                <a:lnTo>
                  <a:pt x="1150" y="17280"/>
                </a:lnTo>
                <a:lnTo>
                  <a:pt x="368" y="14282"/>
                </a:lnTo>
                <a:lnTo>
                  <a:pt x="15" y="11478"/>
                </a:lnTo>
                <a:lnTo>
                  <a:pt x="0" y="8761"/>
                </a:lnTo>
                <a:lnTo>
                  <a:pt x="245" y="6018"/>
                </a:lnTo>
                <a:lnTo>
                  <a:pt x="660" y="3132"/>
                </a:lnTo>
                <a:lnTo>
                  <a:pt x="1150" y="0"/>
                </a:lnTo>
                <a:close/>
              </a:path>
            </a:pathLst>
          </a:custGeom>
          <a:solidFill>
            <a:srgbClr val="30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6" name="contour_17744"/>
          <p:cNvSpPr/>
          <p:nvPr/>
        </p:nvSpPr>
        <p:spPr>
          <a:xfrm>
            <a:off x="5425352" y="540769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930" y="5828"/>
                </a:lnTo>
                <a:lnTo>
                  <a:pt x="20261" y="8057"/>
                </a:lnTo>
                <a:lnTo>
                  <a:pt x="19591" y="10292"/>
                </a:lnTo>
                <a:lnTo>
                  <a:pt x="18922" y="12532"/>
                </a:lnTo>
                <a:lnTo>
                  <a:pt x="18247" y="14782"/>
                </a:lnTo>
                <a:lnTo>
                  <a:pt x="17566" y="17042"/>
                </a:lnTo>
                <a:lnTo>
                  <a:pt x="16886" y="19314"/>
                </a:lnTo>
                <a:lnTo>
                  <a:pt x="16200" y="21600"/>
                </a:lnTo>
                <a:lnTo>
                  <a:pt x="11173" y="18774"/>
                </a:lnTo>
                <a:lnTo>
                  <a:pt x="7673" y="16762"/>
                </a:lnTo>
                <a:lnTo>
                  <a:pt x="5254" y="15253"/>
                </a:lnTo>
                <a:lnTo>
                  <a:pt x="3472" y="13961"/>
                </a:lnTo>
                <a:lnTo>
                  <a:pt x="1868" y="12575"/>
                </a:lnTo>
                <a:lnTo>
                  <a:pt x="0" y="10800"/>
                </a:lnTo>
                <a:lnTo>
                  <a:pt x="853" y="7798"/>
                </a:lnTo>
                <a:lnTo>
                  <a:pt x="1561" y="5735"/>
                </a:lnTo>
                <a:lnTo>
                  <a:pt x="2381" y="4093"/>
                </a:lnTo>
                <a:lnTo>
                  <a:pt x="3575" y="2354"/>
                </a:lnTo>
                <a:lnTo>
                  <a:pt x="5400" y="0"/>
                </a:lnTo>
                <a:close/>
              </a:path>
            </a:pathLst>
          </a:custGeom>
          <a:solidFill>
            <a:srgbClr val="3E3A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7" name="contour_17745"/>
          <p:cNvSpPr/>
          <p:nvPr/>
        </p:nvSpPr>
        <p:spPr>
          <a:xfrm>
            <a:off x="9637156" y="5400402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2" y="0"/>
                </a:moveTo>
                <a:lnTo>
                  <a:pt x="1570" y="302"/>
                </a:lnTo>
                <a:lnTo>
                  <a:pt x="2682" y="583"/>
                </a:lnTo>
                <a:lnTo>
                  <a:pt x="3964" y="913"/>
                </a:lnTo>
                <a:lnTo>
                  <a:pt x="5661" y="1345"/>
                </a:lnTo>
                <a:lnTo>
                  <a:pt x="8025" y="1944"/>
                </a:lnTo>
                <a:lnTo>
                  <a:pt x="11301" y="2781"/>
                </a:lnTo>
                <a:lnTo>
                  <a:pt x="15744" y="3910"/>
                </a:lnTo>
                <a:lnTo>
                  <a:pt x="21600" y="5400"/>
                </a:lnTo>
                <a:lnTo>
                  <a:pt x="18188" y="10319"/>
                </a:lnTo>
                <a:lnTo>
                  <a:pt x="15765" y="13754"/>
                </a:lnTo>
                <a:lnTo>
                  <a:pt x="13974" y="16146"/>
                </a:lnTo>
                <a:lnTo>
                  <a:pt x="12463" y="17955"/>
                </a:lnTo>
                <a:lnTo>
                  <a:pt x="10881" y="19624"/>
                </a:lnTo>
                <a:lnTo>
                  <a:pt x="8869" y="21600"/>
                </a:lnTo>
                <a:lnTo>
                  <a:pt x="5903" y="21136"/>
                </a:lnTo>
                <a:lnTo>
                  <a:pt x="4027" y="20417"/>
                </a:lnTo>
                <a:lnTo>
                  <a:pt x="2453" y="18943"/>
                </a:lnTo>
                <a:lnTo>
                  <a:pt x="382" y="16200"/>
                </a:lnTo>
                <a:lnTo>
                  <a:pt x="127" y="12020"/>
                </a:lnTo>
                <a:lnTo>
                  <a:pt x="0" y="9088"/>
                </a:lnTo>
                <a:lnTo>
                  <a:pt x="0" y="6626"/>
                </a:lnTo>
                <a:lnTo>
                  <a:pt x="127" y="3856"/>
                </a:lnTo>
                <a:lnTo>
                  <a:pt x="382" y="0"/>
                </a:lnTo>
                <a:close/>
              </a:path>
            </a:pathLst>
          </a:custGeom>
          <a:solidFill>
            <a:srgbClr val="836A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8" name="contour_17746"/>
          <p:cNvSpPr/>
          <p:nvPr/>
        </p:nvSpPr>
        <p:spPr>
          <a:xfrm>
            <a:off x="5687720" y="5393114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34"/>
                </a:lnTo>
                <a:lnTo>
                  <a:pt x="11826" y="2074"/>
                </a:lnTo>
                <a:lnTo>
                  <a:pt x="15055" y="3113"/>
                </a:lnTo>
                <a:lnTo>
                  <a:pt x="18311" y="4163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891" y="17447"/>
                </a:lnTo>
                <a:lnTo>
                  <a:pt x="1782" y="13994"/>
                </a:lnTo>
                <a:lnTo>
                  <a:pt x="2678" y="10526"/>
                </a:lnTo>
                <a:lnTo>
                  <a:pt x="3580" y="7042"/>
                </a:lnTo>
                <a:lnTo>
                  <a:pt x="4487" y="3536"/>
                </a:lnTo>
                <a:lnTo>
                  <a:pt x="5400" y="0"/>
                </a:lnTo>
                <a:close/>
              </a:path>
            </a:pathLst>
          </a:custGeom>
          <a:solidFill>
            <a:srgbClr val="322E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49" name="contour_17747"/>
          <p:cNvSpPr/>
          <p:nvPr/>
        </p:nvSpPr>
        <p:spPr>
          <a:xfrm>
            <a:off x="1845637" y="5400402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4" y="1156"/>
                </a:lnTo>
                <a:lnTo>
                  <a:pt x="6113" y="2327"/>
                </a:lnTo>
                <a:lnTo>
                  <a:pt x="8692" y="3521"/>
                </a:lnTo>
                <a:lnTo>
                  <a:pt x="11265" y="4725"/>
                </a:lnTo>
                <a:lnTo>
                  <a:pt x="14149" y="6043"/>
                </a:lnTo>
                <a:lnTo>
                  <a:pt x="17078" y="7382"/>
                </a:lnTo>
                <a:lnTo>
                  <a:pt x="19321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4545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0" name="contour_17748"/>
          <p:cNvSpPr/>
          <p:nvPr/>
        </p:nvSpPr>
        <p:spPr>
          <a:xfrm>
            <a:off x="10030379" y="5393114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023" y="0"/>
                </a:lnTo>
                <a:lnTo>
                  <a:pt x="9129" y="0"/>
                </a:lnTo>
                <a:lnTo>
                  <a:pt x="13249" y="0"/>
                </a:lnTo>
                <a:lnTo>
                  <a:pt x="1740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A2A7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1" name="contour_17749"/>
          <p:cNvSpPr/>
          <p:nvPr/>
        </p:nvSpPr>
        <p:spPr>
          <a:xfrm>
            <a:off x="957814" y="539311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24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2" name="contour_17750"/>
          <p:cNvSpPr/>
          <p:nvPr/>
        </p:nvSpPr>
        <p:spPr>
          <a:xfrm>
            <a:off x="8500885" y="538582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06" y="850"/>
                </a:lnTo>
                <a:lnTo>
                  <a:pt x="10087" y="1750"/>
                </a:lnTo>
                <a:lnTo>
                  <a:pt x="12960" y="2700"/>
                </a:lnTo>
                <a:lnTo>
                  <a:pt x="15371" y="3456"/>
                </a:lnTo>
                <a:lnTo>
                  <a:pt x="17820" y="4219"/>
                </a:lnTo>
                <a:lnTo>
                  <a:pt x="1969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9FA1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3" name="contour_17751"/>
          <p:cNvSpPr/>
          <p:nvPr/>
        </p:nvSpPr>
        <p:spPr>
          <a:xfrm>
            <a:off x="2335244" y="53785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85" y="9418"/>
                </a:lnTo>
                <a:lnTo>
                  <a:pt x="19796" y="12269"/>
                </a:lnTo>
                <a:lnTo>
                  <a:pt x="18976" y="14731"/>
                </a:lnTo>
                <a:lnTo>
                  <a:pt x="17863" y="1758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DDDE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4" name="contour_17752"/>
          <p:cNvSpPr/>
          <p:nvPr/>
        </p:nvSpPr>
        <p:spPr>
          <a:xfrm>
            <a:off x="2218636" y="537853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9" y="1150"/>
                </a:lnTo>
                <a:lnTo>
                  <a:pt x="5413" y="2322"/>
                </a:lnTo>
                <a:lnTo>
                  <a:pt x="8109" y="3515"/>
                </a:lnTo>
                <a:lnTo>
                  <a:pt x="10800" y="4725"/>
                </a:lnTo>
                <a:lnTo>
                  <a:pt x="11694" y="5114"/>
                </a:lnTo>
                <a:lnTo>
                  <a:pt x="13267" y="5805"/>
                </a:lnTo>
                <a:lnTo>
                  <a:pt x="16874" y="7382"/>
                </a:lnTo>
                <a:lnTo>
                  <a:pt x="19220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891" y="20450"/>
                </a:lnTo>
                <a:lnTo>
                  <a:pt x="16187" y="19278"/>
                </a:lnTo>
                <a:lnTo>
                  <a:pt x="13491" y="18085"/>
                </a:lnTo>
                <a:lnTo>
                  <a:pt x="10800" y="16875"/>
                </a:lnTo>
                <a:lnTo>
                  <a:pt x="8791" y="16000"/>
                </a:lnTo>
                <a:lnTo>
                  <a:pt x="6774" y="15115"/>
                </a:lnTo>
                <a:lnTo>
                  <a:pt x="4726" y="14218"/>
                </a:lnTo>
                <a:lnTo>
                  <a:pt x="3551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8A8C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5" name="contour_17753"/>
          <p:cNvSpPr/>
          <p:nvPr/>
        </p:nvSpPr>
        <p:spPr>
          <a:xfrm>
            <a:off x="10155259" y="537125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855"/>
                </a:lnTo>
                <a:lnTo>
                  <a:pt x="13781" y="1715"/>
                </a:lnTo>
                <a:lnTo>
                  <a:pt x="16364" y="2575"/>
                </a:lnTo>
                <a:lnTo>
                  <a:pt x="18969" y="3443"/>
                </a:lnTo>
                <a:lnTo>
                  <a:pt x="21600" y="4320"/>
                </a:lnTo>
                <a:lnTo>
                  <a:pt x="18744" y="4320"/>
                </a:lnTo>
                <a:lnTo>
                  <a:pt x="15872" y="4320"/>
                </a:lnTo>
                <a:lnTo>
                  <a:pt x="12960" y="4320"/>
                </a:lnTo>
                <a:lnTo>
                  <a:pt x="11668" y="7158"/>
                </a:lnTo>
                <a:lnTo>
                  <a:pt x="10968" y="9400"/>
                </a:lnTo>
                <a:lnTo>
                  <a:pt x="10260" y="12960"/>
                </a:lnTo>
                <a:lnTo>
                  <a:pt x="10018" y="14170"/>
                </a:lnTo>
                <a:lnTo>
                  <a:pt x="9279" y="17820"/>
                </a:lnTo>
                <a:lnTo>
                  <a:pt x="8960" y="19695"/>
                </a:lnTo>
                <a:lnTo>
                  <a:pt x="8640" y="21600"/>
                </a:lnTo>
                <a:lnTo>
                  <a:pt x="6074" y="20619"/>
                </a:lnTo>
                <a:lnTo>
                  <a:pt x="4320" y="19846"/>
                </a:lnTo>
                <a:lnTo>
                  <a:pt x="2566" y="18865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2856" y="8640"/>
                </a:lnTo>
                <a:lnTo>
                  <a:pt x="5728" y="8640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BFC4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6" name="contour_17754"/>
          <p:cNvSpPr/>
          <p:nvPr/>
        </p:nvSpPr>
        <p:spPr>
          <a:xfrm>
            <a:off x="6751767" y="537125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2673"/>
                </a:lnTo>
                <a:lnTo>
                  <a:pt x="12921" y="5351"/>
                </a:lnTo>
                <a:lnTo>
                  <a:pt x="15072" y="8041"/>
                </a:lnTo>
                <a:lnTo>
                  <a:pt x="17232" y="10741"/>
                </a:lnTo>
                <a:lnTo>
                  <a:pt x="19405" y="13457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E5E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7" name="contour_17755"/>
          <p:cNvSpPr/>
          <p:nvPr/>
        </p:nvSpPr>
        <p:spPr>
          <a:xfrm>
            <a:off x="5724160" y="53785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3489" y="19024"/>
                </a:lnTo>
                <a:lnTo>
                  <a:pt x="10789" y="16432"/>
                </a:lnTo>
                <a:lnTo>
                  <a:pt x="8100" y="13835"/>
                </a:lnTo>
                <a:lnTo>
                  <a:pt x="5837" y="11669"/>
                </a:lnTo>
                <a:lnTo>
                  <a:pt x="3542" y="9472"/>
                </a:lnTo>
                <a:lnTo>
                  <a:pt x="1048" y="6404"/>
                </a:lnTo>
                <a:lnTo>
                  <a:pt x="130" y="3953"/>
                </a:lnTo>
                <a:lnTo>
                  <a:pt x="0" y="0"/>
                </a:lnTo>
                <a:close/>
              </a:path>
            </a:pathLst>
          </a:custGeom>
          <a:solidFill>
            <a:srgbClr val="9B88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8" name="contour_17756"/>
          <p:cNvSpPr/>
          <p:nvPr/>
        </p:nvSpPr>
        <p:spPr>
          <a:xfrm>
            <a:off x="4951633" y="536396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476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59" name="contour_17757"/>
          <p:cNvSpPr/>
          <p:nvPr/>
        </p:nvSpPr>
        <p:spPr>
          <a:xfrm>
            <a:off x="10271867" y="536396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097" y="4788"/>
                </a:lnTo>
                <a:lnTo>
                  <a:pt x="18943" y="8294"/>
                </a:lnTo>
                <a:lnTo>
                  <a:pt x="17889" y="11138"/>
                </a:lnTo>
                <a:lnTo>
                  <a:pt x="16701" y="13896"/>
                </a:lnTo>
                <a:lnTo>
                  <a:pt x="15137" y="17186"/>
                </a:lnTo>
                <a:lnTo>
                  <a:pt x="12960" y="21600"/>
                </a:lnTo>
                <a:lnTo>
                  <a:pt x="9487" y="20894"/>
                </a:lnTo>
                <a:lnTo>
                  <a:pt x="7076" y="20167"/>
                </a:lnTo>
                <a:lnTo>
                  <a:pt x="5106" y="19073"/>
                </a:lnTo>
                <a:lnTo>
                  <a:pt x="2955" y="17266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BCC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0" name="contour_17758"/>
          <p:cNvSpPr/>
          <p:nvPr/>
        </p:nvSpPr>
        <p:spPr>
          <a:xfrm>
            <a:off x="9900179" y="536396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5116" y="19930"/>
                </a:lnTo>
                <a:lnTo>
                  <a:pt x="12951" y="18245"/>
                </a:lnTo>
                <a:lnTo>
                  <a:pt x="10796" y="16553"/>
                </a:lnTo>
                <a:lnTo>
                  <a:pt x="8640" y="14846"/>
                </a:lnTo>
                <a:lnTo>
                  <a:pt x="6229" y="12960"/>
                </a:lnTo>
                <a:lnTo>
                  <a:pt x="3780" y="11052"/>
                </a:lnTo>
                <a:lnTo>
                  <a:pt x="190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494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1" name="contour_17759"/>
          <p:cNvSpPr/>
          <p:nvPr/>
        </p:nvSpPr>
        <p:spPr>
          <a:xfrm>
            <a:off x="4915193" y="535667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2851"/>
                </a:lnTo>
                <a:lnTo>
                  <a:pt x="17982" y="5707"/>
                </a:lnTo>
                <a:lnTo>
                  <a:pt x="18878" y="8575"/>
                </a:lnTo>
                <a:lnTo>
                  <a:pt x="19780" y="11457"/>
                </a:lnTo>
                <a:lnTo>
                  <a:pt x="20687" y="14355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331" y="19034"/>
                </a:lnTo>
                <a:lnTo>
                  <a:pt x="3256" y="16459"/>
                </a:lnTo>
                <a:lnTo>
                  <a:pt x="2182" y="13876"/>
                </a:lnTo>
                <a:lnTo>
                  <a:pt x="1096" y="11271"/>
                </a:lnTo>
                <a:lnTo>
                  <a:pt x="0" y="8640"/>
                </a:lnTo>
                <a:lnTo>
                  <a:pt x="3208" y="8640"/>
                </a:lnTo>
                <a:lnTo>
                  <a:pt x="6426" y="8640"/>
                </a:lnTo>
                <a:lnTo>
                  <a:pt x="9655" y="8640"/>
                </a:lnTo>
                <a:lnTo>
                  <a:pt x="12911" y="8640"/>
                </a:lnTo>
                <a:lnTo>
                  <a:pt x="16200" y="8640"/>
                </a:lnTo>
                <a:lnTo>
                  <a:pt x="16200" y="5784"/>
                </a:lnTo>
                <a:lnTo>
                  <a:pt x="16200" y="2912"/>
                </a:lnTo>
                <a:lnTo>
                  <a:pt x="16200" y="0"/>
                </a:lnTo>
                <a:close/>
              </a:path>
            </a:pathLst>
          </a:custGeom>
          <a:solidFill>
            <a:srgbClr val="1719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2" name="contour_17760"/>
          <p:cNvSpPr/>
          <p:nvPr/>
        </p:nvSpPr>
        <p:spPr>
          <a:xfrm>
            <a:off x="8515461" y="534209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3056"/>
                </a:lnTo>
                <a:lnTo>
                  <a:pt x="15405" y="6113"/>
                </a:lnTo>
                <a:lnTo>
                  <a:pt x="16632" y="9180"/>
                </a:lnTo>
                <a:lnTo>
                  <a:pt x="17863" y="12258"/>
                </a:lnTo>
                <a:lnTo>
                  <a:pt x="19103" y="15352"/>
                </a:lnTo>
                <a:lnTo>
                  <a:pt x="20347" y="1846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832" y="18544"/>
                </a:lnTo>
                <a:lnTo>
                  <a:pt x="3668" y="15487"/>
                </a:lnTo>
                <a:lnTo>
                  <a:pt x="5508" y="12420"/>
                </a:lnTo>
                <a:lnTo>
                  <a:pt x="7357" y="9342"/>
                </a:lnTo>
                <a:lnTo>
                  <a:pt x="9210" y="6248"/>
                </a:lnTo>
                <a:lnTo>
                  <a:pt x="11081" y="3137"/>
                </a:lnTo>
                <a:lnTo>
                  <a:pt x="12960" y="0"/>
                </a:lnTo>
                <a:close/>
              </a:path>
            </a:pathLst>
          </a:custGeom>
          <a:solidFill>
            <a:srgbClr val="71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3" name="contour_17761"/>
          <p:cNvSpPr/>
          <p:nvPr/>
        </p:nvSpPr>
        <p:spPr>
          <a:xfrm>
            <a:off x="5221289" y="534209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812" y="20097"/>
                </a:lnTo>
                <a:lnTo>
                  <a:pt x="13306" y="18943"/>
                </a:lnTo>
                <a:lnTo>
                  <a:pt x="10462" y="17889"/>
                </a:lnTo>
                <a:lnTo>
                  <a:pt x="7704" y="16701"/>
                </a:lnTo>
                <a:lnTo>
                  <a:pt x="4414" y="15137"/>
                </a:lnTo>
                <a:lnTo>
                  <a:pt x="0" y="12960"/>
                </a:lnTo>
                <a:lnTo>
                  <a:pt x="706" y="9487"/>
                </a:lnTo>
                <a:lnTo>
                  <a:pt x="1433" y="7076"/>
                </a:lnTo>
                <a:lnTo>
                  <a:pt x="2527" y="5106"/>
                </a:lnTo>
                <a:lnTo>
                  <a:pt x="4334" y="2955"/>
                </a:lnTo>
                <a:lnTo>
                  <a:pt x="7200" y="0"/>
                </a:lnTo>
                <a:close/>
              </a:path>
            </a:pathLst>
          </a:custGeom>
          <a:solidFill>
            <a:srgbClr val="423F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4" name="contour_17762"/>
          <p:cNvSpPr/>
          <p:nvPr/>
        </p:nvSpPr>
        <p:spPr>
          <a:xfrm>
            <a:off x="6977695" y="534938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86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548" y="6062"/>
                </a:lnTo>
                <a:lnTo>
                  <a:pt x="17094" y="7762"/>
                </a:lnTo>
                <a:lnTo>
                  <a:pt x="18360" y="10310"/>
                </a:lnTo>
                <a:lnTo>
                  <a:pt x="19997" y="14681"/>
                </a:lnTo>
                <a:lnTo>
                  <a:pt x="20792" y="181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0B1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5" name="contour_17763"/>
          <p:cNvSpPr/>
          <p:nvPr/>
        </p:nvSpPr>
        <p:spPr>
          <a:xfrm>
            <a:off x="8005301" y="533481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182" y="2108"/>
                </a:lnTo>
                <a:lnTo>
                  <a:pt x="19408" y="3711"/>
                </a:lnTo>
                <a:lnTo>
                  <a:pt x="20374" y="5620"/>
                </a:lnTo>
                <a:lnTo>
                  <a:pt x="21600" y="8640"/>
                </a:lnTo>
                <a:lnTo>
                  <a:pt x="19440" y="11625"/>
                </a:lnTo>
                <a:lnTo>
                  <a:pt x="17825" y="13798"/>
                </a:lnTo>
                <a:lnTo>
                  <a:pt x="16448" y="15526"/>
                </a:lnTo>
                <a:lnTo>
                  <a:pt x="15023" y="17159"/>
                </a:lnTo>
                <a:lnTo>
                  <a:pt x="13241" y="19064"/>
                </a:lnTo>
                <a:lnTo>
                  <a:pt x="10800" y="21600"/>
                </a:lnTo>
                <a:lnTo>
                  <a:pt x="9272" y="19155"/>
                </a:lnTo>
                <a:lnTo>
                  <a:pt x="7744" y="16710"/>
                </a:lnTo>
                <a:lnTo>
                  <a:pt x="6210" y="14256"/>
                </a:lnTo>
                <a:lnTo>
                  <a:pt x="4671" y="11794"/>
                </a:lnTo>
                <a:lnTo>
                  <a:pt x="3121" y="9318"/>
                </a:lnTo>
                <a:lnTo>
                  <a:pt x="1566" y="6830"/>
                </a:lnTo>
                <a:lnTo>
                  <a:pt x="0" y="4320"/>
                </a:lnTo>
                <a:lnTo>
                  <a:pt x="3208" y="3465"/>
                </a:lnTo>
                <a:lnTo>
                  <a:pt x="6426" y="2605"/>
                </a:lnTo>
                <a:lnTo>
                  <a:pt x="9655" y="1745"/>
                </a:lnTo>
                <a:lnTo>
                  <a:pt x="12911" y="877"/>
                </a:lnTo>
                <a:lnTo>
                  <a:pt x="16200" y="0"/>
                </a:lnTo>
                <a:close/>
              </a:path>
            </a:pathLst>
          </a:custGeom>
          <a:solidFill>
            <a:srgbClr val="958C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6" name="contour_17764"/>
          <p:cNvSpPr/>
          <p:nvPr/>
        </p:nvSpPr>
        <p:spPr>
          <a:xfrm>
            <a:off x="5702296" y="534209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663" y="5983"/>
                </a:lnTo>
                <a:lnTo>
                  <a:pt x="19453" y="6745"/>
                </a:lnTo>
                <a:lnTo>
                  <a:pt x="17155" y="8181"/>
                </a:lnTo>
                <a:lnTo>
                  <a:pt x="12960" y="10800"/>
                </a:lnTo>
                <a:lnTo>
                  <a:pt x="11889" y="13473"/>
                </a:lnTo>
                <a:lnTo>
                  <a:pt x="10817" y="16157"/>
                </a:lnTo>
                <a:lnTo>
                  <a:pt x="9733" y="18862"/>
                </a:lnTo>
                <a:lnTo>
                  <a:pt x="8640" y="21600"/>
                </a:lnTo>
                <a:lnTo>
                  <a:pt x="7417" y="18544"/>
                </a:lnTo>
                <a:lnTo>
                  <a:pt x="6195" y="15487"/>
                </a:lnTo>
                <a:lnTo>
                  <a:pt x="4968" y="12420"/>
                </a:lnTo>
                <a:lnTo>
                  <a:pt x="3737" y="9342"/>
                </a:lnTo>
                <a:lnTo>
                  <a:pt x="2497" y="6248"/>
                </a:lnTo>
                <a:lnTo>
                  <a:pt x="1253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C8AF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7" name="contour_17765"/>
          <p:cNvSpPr/>
          <p:nvPr/>
        </p:nvSpPr>
        <p:spPr>
          <a:xfrm>
            <a:off x="4157242" y="534209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36" y="20268"/>
                </a:lnTo>
                <a:lnTo>
                  <a:pt x="17276" y="18922"/>
                </a:lnTo>
                <a:lnTo>
                  <a:pt x="15116" y="17575"/>
                </a:lnTo>
                <a:lnTo>
                  <a:pt x="12956" y="16214"/>
                </a:lnTo>
                <a:lnTo>
                  <a:pt x="10800" y="14846"/>
                </a:lnTo>
                <a:lnTo>
                  <a:pt x="9907" y="14285"/>
                </a:lnTo>
                <a:lnTo>
                  <a:pt x="8334" y="13306"/>
                </a:lnTo>
                <a:lnTo>
                  <a:pt x="4723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5B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8" name="contour_17766"/>
          <p:cNvSpPr/>
          <p:nvPr/>
        </p:nvSpPr>
        <p:spPr>
          <a:xfrm>
            <a:off x="418502" y="5342098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EC0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69" name="contour_17767"/>
          <p:cNvSpPr/>
          <p:nvPr/>
        </p:nvSpPr>
        <p:spPr>
          <a:xfrm>
            <a:off x="7517006" y="5335648"/>
            <a:ext cx="30063" cy="283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64" y="751"/>
                </a:moveTo>
                <a:lnTo>
                  <a:pt x="19024" y="3297"/>
                </a:lnTo>
                <a:lnTo>
                  <a:pt x="20453" y="5482"/>
                </a:lnTo>
                <a:lnTo>
                  <a:pt x="21150" y="8518"/>
                </a:lnTo>
                <a:lnTo>
                  <a:pt x="21600" y="13605"/>
                </a:lnTo>
                <a:lnTo>
                  <a:pt x="21385" y="16246"/>
                </a:lnTo>
                <a:lnTo>
                  <a:pt x="21165" y="18903"/>
                </a:lnTo>
                <a:lnTo>
                  <a:pt x="20945" y="21600"/>
                </a:lnTo>
                <a:lnTo>
                  <a:pt x="17448" y="20944"/>
                </a:lnTo>
                <a:lnTo>
                  <a:pt x="13955" y="20249"/>
                </a:lnTo>
                <a:lnTo>
                  <a:pt x="10473" y="19515"/>
                </a:lnTo>
                <a:lnTo>
                  <a:pt x="7551" y="18931"/>
                </a:lnTo>
                <a:lnTo>
                  <a:pt x="4582" y="18342"/>
                </a:lnTo>
                <a:lnTo>
                  <a:pt x="2304" y="17197"/>
                </a:lnTo>
                <a:lnTo>
                  <a:pt x="0" y="16040"/>
                </a:lnTo>
                <a:lnTo>
                  <a:pt x="0" y="12365"/>
                </a:lnTo>
                <a:lnTo>
                  <a:pt x="0" y="8668"/>
                </a:lnTo>
                <a:lnTo>
                  <a:pt x="0" y="4920"/>
                </a:lnTo>
                <a:lnTo>
                  <a:pt x="3299" y="2380"/>
                </a:lnTo>
                <a:lnTo>
                  <a:pt x="6200" y="762"/>
                </a:lnTo>
                <a:lnTo>
                  <a:pt x="9090" y="0"/>
                </a:lnTo>
                <a:lnTo>
                  <a:pt x="12347" y="17"/>
                </a:lnTo>
                <a:lnTo>
                  <a:pt x="16364" y="751"/>
                </a:lnTo>
                <a:close/>
              </a:path>
            </a:pathLst>
          </a:custGeom>
          <a:solidFill>
            <a:srgbClr val="C2E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0" name="contour_17768"/>
          <p:cNvSpPr/>
          <p:nvPr/>
        </p:nvSpPr>
        <p:spPr>
          <a:xfrm>
            <a:off x="7422262" y="532752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D93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1" name="contour_17769"/>
          <p:cNvSpPr/>
          <p:nvPr/>
        </p:nvSpPr>
        <p:spPr>
          <a:xfrm>
            <a:off x="4907905" y="5313798"/>
            <a:ext cx="29152" cy="28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786"/>
                </a:moveTo>
                <a:lnTo>
                  <a:pt x="18047" y="2559"/>
                </a:lnTo>
                <a:lnTo>
                  <a:pt x="21600" y="4912"/>
                </a:lnTo>
                <a:lnTo>
                  <a:pt x="20531" y="8216"/>
                </a:lnTo>
                <a:lnTo>
                  <a:pt x="19456" y="11531"/>
                </a:lnTo>
                <a:lnTo>
                  <a:pt x="18382" y="14864"/>
                </a:lnTo>
                <a:lnTo>
                  <a:pt x="17296" y="18212"/>
                </a:lnTo>
                <a:lnTo>
                  <a:pt x="16200" y="21600"/>
                </a:lnTo>
                <a:lnTo>
                  <a:pt x="12182" y="20554"/>
                </a:lnTo>
                <a:lnTo>
                  <a:pt x="9331" y="19742"/>
                </a:lnTo>
                <a:lnTo>
                  <a:pt x="6869" y="18897"/>
                </a:lnTo>
                <a:lnTo>
                  <a:pt x="4018" y="17751"/>
                </a:lnTo>
                <a:lnTo>
                  <a:pt x="0" y="16037"/>
                </a:lnTo>
                <a:lnTo>
                  <a:pt x="0" y="12360"/>
                </a:lnTo>
                <a:lnTo>
                  <a:pt x="0" y="8661"/>
                </a:lnTo>
                <a:lnTo>
                  <a:pt x="0" y="4912"/>
                </a:lnTo>
                <a:lnTo>
                  <a:pt x="3515" y="2247"/>
                </a:lnTo>
                <a:lnTo>
                  <a:pt x="6507" y="612"/>
                </a:lnTo>
                <a:lnTo>
                  <a:pt x="9423" y="0"/>
                </a:lnTo>
                <a:lnTo>
                  <a:pt x="12733" y="389"/>
                </a:lnTo>
                <a:lnTo>
                  <a:pt x="16875" y="1786"/>
                </a:lnTo>
                <a:close/>
              </a:path>
            </a:pathLst>
          </a:custGeom>
          <a:solidFill>
            <a:srgbClr val="665A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2" name="contour_17770"/>
          <p:cNvSpPr/>
          <p:nvPr/>
        </p:nvSpPr>
        <p:spPr>
          <a:xfrm>
            <a:off x="1497125" y="53202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84" y="1670"/>
                </a:lnTo>
                <a:lnTo>
                  <a:pt x="8644" y="3355"/>
                </a:lnTo>
                <a:lnTo>
                  <a:pt x="10804" y="5047"/>
                </a:lnTo>
                <a:lnTo>
                  <a:pt x="12960" y="6754"/>
                </a:lnTo>
                <a:lnTo>
                  <a:pt x="14170" y="7697"/>
                </a:lnTo>
                <a:lnTo>
                  <a:pt x="17820" y="10548"/>
                </a:lnTo>
                <a:lnTo>
                  <a:pt x="19695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4E42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3" name="contour_17771"/>
          <p:cNvSpPr/>
          <p:nvPr/>
        </p:nvSpPr>
        <p:spPr>
          <a:xfrm>
            <a:off x="411214" y="531294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332" y="2009"/>
                </a:lnTo>
                <a:lnTo>
                  <a:pt x="11194" y="4039"/>
                </a:lnTo>
                <a:lnTo>
                  <a:pt x="13970" y="6117"/>
                </a:lnTo>
                <a:lnTo>
                  <a:pt x="16637" y="8281"/>
                </a:lnTo>
                <a:lnTo>
                  <a:pt x="19192" y="10549"/>
                </a:lnTo>
                <a:lnTo>
                  <a:pt x="21600" y="12960"/>
                </a:lnTo>
                <a:lnTo>
                  <a:pt x="20569" y="15980"/>
                </a:lnTo>
                <a:lnTo>
                  <a:pt x="19661" y="17889"/>
                </a:lnTo>
                <a:lnTo>
                  <a:pt x="18376" y="19492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9B9C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4" name="contour_17772"/>
          <p:cNvSpPr/>
          <p:nvPr/>
        </p:nvSpPr>
        <p:spPr>
          <a:xfrm>
            <a:off x="4762145" y="5305658"/>
            <a:ext cx="36440" cy="310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99" y="1454"/>
                </a:lnTo>
                <a:lnTo>
                  <a:pt x="5590" y="2933"/>
                </a:lnTo>
                <a:lnTo>
                  <a:pt x="8372" y="4432"/>
                </a:lnTo>
                <a:lnTo>
                  <a:pt x="10705" y="5668"/>
                </a:lnTo>
                <a:lnTo>
                  <a:pt x="13077" y="6925"/>
                </a:lnTo>
                <a:lnTo>
                  <a:pt x="15651" y="9149"/>
                </a:lnTo>
                <a:lnTo>
                  <a:pt x="17587" y="11423"/>
                </a:lnTo>
                <a:lnTo>
                  <a:pt x="19090" y="13920"/>
                </a:lnTo>
                <a:lnTo>
                  <a:pt x="20360" y="16808"/>
                </a:lnTo>
                <a:lnTo>
                  <a:pt x="21600" y="20263"/>
                </a:lnTo>
                <a:lnTo>
                  <a:pt x="16606" y="21007"/>
                </a:lnTo>
                <a:lnTo>
                  <a:pt x="13094" y="21453"/>
                </a:lnTo>
                <a:lnTo>
                  <a:pt x="10593" y="21600"/>
                </a:lnTo>
                <a:lnTo>
                  <a:pt x="8614" y="21453"/>
                </a:lnTo>
                <a:lnTo>
                  <a:pt x="6683" y="21007"/>
                </a:lnTo>
                <a:lnTo>
                  <a:pt x="4320" y="20263"/>
                </a:lnTo>
                <a:lnTo>
                  <a:pt x="2985" y="17016"/>
                </a:lnTo>
                <a:lnTo>
                  <a:pt x="1974" y="13753"/>
                </a:lnTo>
                <a:lnTo>
                  <a:pt x="1231" y="10440"/>
                </a:lnTo>
                <a:lnTo>
                  <a:pt x="696" y="7056"/>
                </a:lnTo>
                <a:lnTo>
                  <a:pt x="302" y="3586"/>
                </a:lnTo>
                <a:lnTo>
                  <a:pt x="0" y="0"/>
                </a:lnTo>
                <a:close/>
              </a:path>
            </a:pathLst>
          </a:custGeom>
          <a:solidFill>
            <a:srgbClr val="9190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5" name="contour_17773"/>
          <p:cNvSpPr/>
          <p:nvPr/>
        </p:nvSpPr>
        <p:spPr>
          <a:xfrm>
            <a:off x="4601809" y="530565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35F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6" name="contour_17774"/>
          <p:cNvSpPr/>
          <p:nvPr/>
        </p:nvSpPr>
        <p:spPr>
          <a:xfrm>
            <a:off x="10104243" y="529108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8927" y="10778"/>
                </a:lnTo>
                <a:lnTo>
                  <a:pt x="16249" y="12921"/>
                </a:lnTo>
                <a:lnTo>
                  <a:pt x="13559" y="15072"/>
                </a:lnTo>
                <a:lnTo>
                  <a:pt x="10859" y="17232"/>
                </a:lnTo>
                <a:lnTo>
                  <a:pt x="8143" y="19405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F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7" name="contour_17775"/>
          <p:cNvSpPr/>
          <p:nvPr/>
        </p:nvSpPr>
        <p:spPr>
          <a:xfrm>
            <a:off x="8610205" y="529837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A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8" name="contour_17776"/>
          <p:cNvSpPr/>
          <p:nvPr/>
        </p:nvSpPr>
        <p:spPr>
          <a:xfrm>
            <a:off x="1790233" y="5276506"/>
            <a:ext cx="27563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466" y="0"/>
                </a:moveTo>
                <a:lnTo>
                  <a:pt x="5174" y="1975"/>
                </a:lnTo>
                <a:lnTo>
                  <a:pt x="5888" y="3965"/>
                </a:lnTo>
                <a:lnTo>
                  <a:pt x="6608" y="5980"/>
                </a:lnTo>
                <a:lnTo>
                  <a:pt x="7990" y="8949"/>
                </a:lnTo>
                <a:lnTo>
                  <a:pt x="9184" y="10886"/>
                </a:lnTo>
                <a:lnTo>
                  <a:pt x="10652" y="12204"/>
                </a:lnTo>
                <a:lnTo>
                  <a:pt x="12850" y="13324"/>
                </a:lnTo>
                <a:lnTo>
                  <a:pt x="16243" y="14657"/>
                </a:lnTo>
                <a:lnTo>
                  <a:pt x="18904" y="15040"/>
                </a:lnTo>
                <a:lnTo>
                  <a:pt x="21600" y="15429"/>
                </a:lnTo>
                <a:lnTo>
                  <a:pt x="17825" y="15429"/>
                </a:lnTo>
                <a:lnTo>
                  <a:pt x="14027" y="15429"/>
                </a:lnTo>
                <a:lnTo>
                  <a:pt x="10177" y="15429"/>
                </a:lnTo>
                <a:lnTo>
                  <a:pt x="8081" y="17261"/>
                </a:lnTo>
                <a:lnTo>
                  <a:pt x="6785" y="18514"/>
                </a:lnTo>
                <a:lnTo>
                  <a:pt x="5763" y="19767"/>
                </a:lnTo>
                <a:lnTo>
                  <a:pt x="4466" y="21600"/>
                </a:lnTo>
                <a:lnTo>
                  <a:pt x="2627" y="19175"/>
                </a:lnTo>
                <a:lnTo>
                  <a:pt x="1302" y="16931"/>
                </a:lnTo>
                <a:lnTo>
                  <a:pt x="445" y="14821"/>
                </a:lnTo>
                <a:lnTo>
                  <a:pt x="23" y="12803"/>
                </a:lnTo>
                <a:lnTo>
                  <a:pt x="0" y="10825"/>
                </a:lnTo>
                <a:lnTo>
                  <a:pt x="331" y="8847"/>
                </a:lnTo>
                <a:lnTo>
                  <a:pt x="982" y="6823"/>
                </a:lnTo>
                <a:lnTo>
                  <a:pt x="1919" y="4703"/>
                </a:lnTo>
                <a:lnTo>
                  <a:pt x="3090" y="2444"/>
                </a:lnTo>
                <a:lnTo>
                  <a:pt x="4466" y="0"/>
                </a:lnTo>
                <a:close/>
              </a:path>
            </a:pathLst>
          </a:custGeom>
          <a:solidFill>
            <a:srgbClr val="8B76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79" name="contour_17777"/>
          <p:cNvSpPr/>
          <p:nvPr/>
        </p:nvSpPr>
        <p:spPr>
          <a:xfrm>
            <a:off x="8332073" y="5269218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" y="0"/>
                </a:moveTo>
                <a:lnTo>
                  <a:pt x="1650" y="2009"/>
                </a:lnTo>
                <a:lnTo>
                  <a:pt x="2465" y="4052"/>
                </a:lnTo>
                <a:lnTo>
                  <a:pt x="5012" y="6808"/>
                </a:lnTo>
                <a:lnTo>
                  <a:pt x="7721" y="8796"/>
                </a:lnTo>
                <a:lnTo>
                  <a:pt x="10663" y="10208"/>
                </a:lnTo>
                <a:lnTo>
                  <a:pt x="13905" y="11241"/>
                </a:lnTo>
                <a:lnTo>
                  <a:pt x="17527" y="12092"/>
                </a:lnTo>
                <a:lnTo>
                  <a:pt x="21600" y="12960"/>
                </a:lnTo>
                <a:lnTo>
                  <a:pt x="20313" y="15098"/>
                </a:lnTo>
                <a:lnTo>
                  <a:pt x="19026" y="17245"/>
                </a:lnTo>
                <a:lnTo>
                  <a:pt x="17724" y="19410"/>
                </a:lnTo>
                <a:lnTo>
                  <a:pt x="16411" y="21600"/>
                </a:lnTo>
                <a:lnTo>
                  <a:pt x="12551" y="21047"/>
                </a:lnTo>
                <a:lnTo>
                  <a:pt x="9812" y="20546"/>
                </a:lnTo>
                <a:lnTo>
                  <a:pt x="7446" y="19889"/>
                </a:lnTo>
                <a:lnTo>
                  <a:pt x="4706" y="18870"/>
                </a:lnTo>
                <a:lnTo>
                  <a:pt x="846" y="17280"/>
                </a:lnTo>
                <a:lnTo>
                  <a:pt x="265" y="14321"/>
                </a:lnTo>
                <a:lnTo>
                  <a:pt x="5" y="11487"/>
                </a:lnTo>
                <a:lnTo>
                  <a:pt x="0" y="8713"/>
                </a:lnTo>
                <a:lnTo>
                  <a:pt x="182" y="5923"/>
                </a:lnTo>
                <a:lnTo>
                  <a:pt x="488" y="3041"/>
                </a:lnTo>
                <a:lnTo>
                  <a:pt x="846" y="0"/>
                </a:lnTo>
                <a:close/>
              </a:path>
            </a:pathLst>
          </a:custGeom>
          <a:solidFill>
            <a:srgbClr val="564F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0" name="contour_17778"/>
          <p:cNvSpPr/>
          <p:nvPr/>
        </p:nvSpPr>
        <p:spPr>
          <a:xfrm>
            <a:off x="7312942" y="5291082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930" y="5828"/>
                </a:lnTo>
                <a:lnTo>
                  <a:pt x="20261" y="8057"/>
                </a:lnTo>
                <a:lnTo>
                  <a:pt x="19591" y="10292"/>
                </a:lnTo>
                <a:lnTo>
                  <a:pt x="18922" y="12532"/>
                </a:lnTo>
                <a:lnTo>
                  <a:pt x="18247" y="14782"/>
                </a:lnTo>
                <a:lnTo>
                  <a:pt x="17566" y="17042"/>
                </a:lnTo>
                <a:lnTo>
                  <a:pt x="16886" y="19314"/>
                </a:lnTo>
                <a:lnTo>
                  <a:pt x="16200" y="21600"/>
                </a:lnTo>
                <a:lnTo>
                  <a:pt x="15530" y="19890"/>
                </a:lnTo>
                <a:lnTo>
                  <a:pt x="14861" y="18169"/>
                </a:lnTo>
                <a:lnTo>
                  <a:pt x="14175" y="16423"/>
                </a:lnTo>
                <a:lnTo>
                  <a:pt x="12134" y="13133"/>
                </a:lnTo>
                <a:lnTo>
                  <a:pt x="10503" y="11192"/>
                </a:lnTo>
                <a:lnTo>
                  <a:pt x="8435" y="9842"/>
                </a:lnTo>
                <a:lnTo>
                  <a:pt x="5065" y="8323"/>
                </a:lnTo>
                <a:lnTo>
                  <a:pt x="2549" y="7765"/>
                </a:lnTo>
                <a:lnTo>
                  <a:pt x="0" y="7200"/>
                </a:lnTo>
                <a:lnTo>
                  <a:pt x="1339" y="5418"/>
                </a:lnTo>
                <a:lnTo>
                  <a:pt x="2678" y="3629"/>
                </a:lnTo>
                <a:lnTo>
                  <a:pt x="4034" y="1825"/>
                </a:lnTo>
                <a:lnTo>
                  <a:pt x="5400" y="0"/>
                </a:lnTo>
                <a:close/>
              </a:path>
            </a:pathLst>
          </a:custGeom>
          <a:solidFill>
            <a:srgbClr val="DD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1" name="contour_17779"/>
          <p:cNvSpPr/>
          <p:nvPr/>
        </p:nvSpPr>
        <p:spPr>
          <a:xfrm>
            <a:off x="10532923" y="5283794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6" y="0"/>
                </a:lnTo>
                <a:lnTo>
                  <a:pt x="7782" y="0"/>
                </a:lnTo>
                <a:lnTo>
                  <a:pt x="11265" y="0"/>
                </a:lnTo>
                <a:lnTo>
                  <a:pt x="11265" y="3569"/>
                </a:lnTo>
                <a:lnTo>
                  <a:pt x="11265" y="7160"/>
                </a:lnTo>
                <a:lnTo>
                  <a:pt x="11265" y="10800"/>
                </a:lnTo>
                <a:lnTo>
                  <a:pt x="14681" y="10800"/>
                </a:lnTo>
                <a:lnTo>
                  <a:pt x="18117" y="1080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B0B3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2" name="contour_17780"/>
          <p:cNvSpPr/>
          <p:nvPr/>
        </p:nvSpPr>
        <p:spPr>
          <a:xfrm>
            <a:off x="9907467" y="5282613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07"/>
                </a:moveTo>
                <a:lnTo>
                  <a:pt x="6156" y="342"/>
                </a:lnTo>
                <a:lnTo>
                  <a:pt x="7970" y="0"/>
                </a:lnTo>
                <a:lnTo>
                  <a:pt x="9904" y="0"/>
                </a:lnTo>
                <a:lnTo>
                  <a:pt x="12823" y="253"/>
                </a:lnTo>
                <a:lnTo>
                  <a:pt x="14058" y="348"/>
                </a:lnTo>
                <a:lnTo>
                  <a:pt x="17788" y="628"/>
                </a:lnTo>
                <a:lnTo>
                  <a:pt x="19681" y="868"/>
                </a:lnTo>
                <a:lnTo>
                  <a:pt x="21600" y="1107"/>
                </a:lnTo>
                <a:lnTo>
                  <a:pt x="19966" y="4932"/>
                </a:lnTo>
                <a:lnTo>
                  <a:pt x="18310" y="8614"/>
                </a:lnTo>
                <a:lnTo>
                  <a:pt x="16596" y="12132"/>
                </a:lnTo>
                <a:lnTo>
                  <a:pt x="14796" y="15486"/>
                </a:lnTo>
                <a:lnTo>
                  <a:pt x="12877" y="18642"/>
                </a:lnTo>
                <a:lnTo>
                  <a:pt x="10800" y="21600"/>
                </a:lnTo>
                <a:lnTo>
                  <a:pt x="7798" y="20521"/>
                </a:lnTo>
                <a:lnTo>
                  <a:pt x="5735" y="19626"/>
                </a:lnTo>
                <a:lnTo>
                  <a:pt x="4093" y="18587"/>
                </a:lnTo>
                <a:lnTo>
                  <a:pt x="2354" y="17078"/>
                </a:lnTo>
                <a:lnTo>
                  <a:pt x="0" y="14769"/>
                </a:lnTo>
                <a:lnTo>
                  <a:pt x="745" y="10745"/>
                </a:lnTo>
                <a:lnTo>
                  <a:pt x="1368" y="7979"/>
                </a:lnTo>
                <a:lnTo>
                  <a:pt x="2207" y="5192"/>
                </a:lnTo>
                <a:lnTo>
                  <a:pt x="3600" y="1107"/>
                </a:lnTo>
                <a:close/>
              </a:path>
            </a:pathLst>
          </a:custGeom>
          <a:solidFill>
            <a:srgbClr val="5050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3" name="contour_17781"/>
          <p:cNvSpPr/>
          <p:nvPr/>
        </p:nvSpPr>
        <p:spPr>
          <a:xfrm>
            <a:off x="9659675" y="529108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86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163" y="5789"/>
                </a:lnTo>
                <a:lnTo>
                  <a:pt x="16649" y="7481"/>
                </a:lnTo>
                <a:lnTo>
                  <a:pt x="17945" y="10123"/>
                </a:lnTo>
                <a:lnTo>
                  <a:pt x="19457" y="1455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2B8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4" name="contour_17782"/>
          <p:cNvSpPr/>
          <p:nvPr/>
        </p:nvSpPr>
        <p:spPr>
          <a:xfrm>
            <a:off x="5119257" y="5276506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491"/>
                </a:lnTo>
                <a:lnTo>
                  <a:pt x="7105" y="1059"/>
                </a:lnTo>
                <a:lnTo>
                  <a:pt x="10562" y="1757"/>
                </a:lnTo>
                <a:lnTo>
                  <a:pt x="13968" y="2641"/>
                </a:lnTo>
                <a:lnTo>
                  <a:pt x="17332" y="3757"/>
                </a:lnTo>
                <a:lnTo>
                  <a:pt x="20670" y="5167"/>
                </a:lnTo>
                <a:lnTo>
                  <a:pt x="21290" y="9167"/>
                </a:lnTo>
                <a:lnTo>
                  <a:pt x="21600" y="11973"/>
                </a:lnTo>
                <a:lnTo>
                  <a:pt x="21600" y="14329"/>
                </a:lnTo>
                <a:lnTo>
                  <a:pt x="21290" y="16980"/>
                </a:lnTo>
                <a:lnTo>
                  <a:pt x="20670" y="20670"/>
                </a:lnTo>
                <a:lnTo>
                  <a:pt x="16980" y="21290"/>
                </a:lnTo>
                <a:lnTo>
                  <a:pt x="14329" y="21600"/>
                </a:lnTo>
                <a:lnTo>
                  <a:pt x="11973" y="21600"/>
                </a:lnTo>
                <a:lnTo>
                  <a:pt x="9167" y="21290"/>
                </a:lnTo>
                <a:lnTo>
                  <a:pt x="5167" y="20670"/>
                </a:lnTo>
                <a:lnTo>
                  <a:pt x="3757" y="17332"/>
                </a:lnTo>
                <a:lnTo>
                  <a:pt x="2641" y="13968"/>
                </a:lnTo>
                <a:lnTo>
                  <a:pt x="1757" y="10562"/>
                </a:lnTo>
                <a:lnTo>
                  <a:pt x="1059" y="7105"/>
                </a:lnTo>
                <a:lnTo>
                  <a:pt x="491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5857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5" name="contour_17783"/>
          <p:cNvSpPr/>
          <p:nvPr/>
        </p:nvSpPr>
        <p:spPr>
          <a:xfrm>
            <a:off x="1584581" y="527650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814" y="19462"/>
                </a:lnTo>
                <a:lnTo>
                  <a:pt x="18029" y="17315"/>
                </a:lnTo>
                <a:lnTo>
                  <a:pt x="16222" y="15150"/>
                </a:lnTo>
                <a:lnTo>
                  <a:pt x="14400" y="12960"/>
                </a:lnTo>
                <a:lnTo>
                  <a:pt x="9641" y="12960"/>
                </a:lnTo>
                <a:lnTo>
                  <a:pt x="4853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5B4D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6" name="contour_17784"/>
          <p:cNvSpPr/>
          <p:nvPr/>
        </p:nvSpPr>
        <p:spPr>
          <a:xfrm>
            <a:off x="8617493" y="526193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7AB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7" name="contour_17785"/>
          <p:cNvSpPr/>
          <p:nvPr/>
        </p:nvSpPr>
        <p:spPr>
          <a:xfrm>
            <a:off x="6452959" y="5261930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527"/>
                </a:lnTo>
                <a:lnTo>
                  <a:pt x="7135" y="3058"/>
                </a:lnTo>
                <a:lnTo>
                  <a:pt x="10721" y="4595"/>
                </a:lnTo>
                <a:lnTo>
                  <a:pt x="14321" y="6137"/>
                </a:lnTo>
                <a:lnTo>
                  <a:pt x="17942" y="7690"/>
                </a:lnTo>
                <a:lnTo>
                  <a:pt x="21600" y="9257"/>
                </a:lnTo>
                <a:lnTo>
                  <a:pt x="18547" y="11004"/>
                </a:lnTo>
                <a:lnTo>
                  <a:pt x="15487" y="12750"/>
                </a:lnTo>
                <a:lnTo>
                  <a:pt x="12420" y="14503"/>
                </a:lnTo>
                <a:lnTo>
                  <a:pt x="9338" y="16262"/>
                </a:lnTo>
                <a:lnTo>
                  <a:pt x="6250" y="18030"/>
                </a:lnTo>
                <a:lnTo>
                  <a:pt x="3132" y="19807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BDD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8" name="contour_17786"/>
          <p:cNvSpPr/>
          <p:nvPr/>
        </p:nvSpPr>
        <p:spPr>
          <a:xfrm>
            <a:off x="4550793" y="526193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4F4C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89" name="contour_17787"/>
          <p:cNvSpPr/>
          <p:nvPr/>
        </p:nvSpPr>
        <p:spPr>
          <a:xfrm>
            <a:off x="4973497" y="5241451"/>
            <a:ext cx="36440" cy="27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92"/>
                </a:moveTo>
                <a:lnTo>
                  <a:pt x="19155" y="6996"/>
                </a:lnTo>
                <a:lnTo>
                  <a:pt x="16710" y="9405"/>
                </a:lnTo>
                <a:lnTo>
                  <a:pt x="14256" y="11820"/>
                </a:lnTo>
                <a:lnTo>
                  <a:pt x="11794" y="14247"/>
                </a:lnTo>
                <a:lnTo>
                  <a:pt x="9318" y="16679"/>
                </a:lnTo>
                <a:lnTo>
                  <a:pt x="6830" y="19134"/>
                </a:lnTo>
                <a:lnTo>
                  <a:pt x="4320" y="21600"/>
                </a:lnTo>
                <a:lnTo>
                  <a:pt x="3465" y="18232"/>
                </a:lnTo>
                <a:lnTo>
                  <a:pt x="2605" y="14854"/>
                </a:lnTo>
                <a:lnTo>
                  <a:pt x="1745" y="11463"/>
                </a:lnTo>
                <a:lnTo>
                  <a:pt x="877" y="8045"/>
                </a:lnTo>
                <a:lnTo>
                  <a:pt x="0" y="4592"/>
                </a:lnTo>
                <a:lnTo>
                  <a:pt x="3300" y="2013"/>
                </a:lnTo>
                <a:lnTo>
                  <a:pt x="6303" y="527"/>
                </a:lnTo>
                <a:lnTo>
                  <a:pt x="9150" y="0"/>
                </a:lnTo>
                <a:lnTo>
                  <a:pt x="11966" y="278"/>
                </a:lnTo>
                <a:lnTo>
                  <a:pt x="14891" y="1230"/>
                </a:lnTo>
                <a:lnTo>
                  <a:pt x="18058" y="2716"/>
                </a:lnTo>
                <a:lnTo>
                  <a:pt x="21600" y="4592"/>
                </a:lnTo>
                <a:close/>
              </a:path>
            </a:pathLst>
          </a:custGeom>
          <a:solidFill>
            <a:srgbClr val="2E2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0" name="contour_17788"/>
          <p:cNvSpPr/>
          <p:nvPr/>
        </p:nvSpPr>
        <p:spPr>
          <a:xfrm>
            <a:off x="418502" y="523277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6" y="2138"/>
                </a:lnTo>
                <a:lnTo>
                  <a:pt x="3571" y="4285"/>
                </a:lnTo>
                <a:lnTo>
                  <a:pt x="5378" y="6450"/>
                </a:lnTo>
                <a:lnTo>
                  <a:pt x="7200" y="8640"/>
                </a:lnTo>
                <a:lnTo>
                  <a:pt x="11959" y="8640"/>
                </a:lnTo>
                <a:lnTo>
                  <a:pt x="16747" y="8640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1" name="contour_17789"/>
          <p:cNvSpPr/>
          <p:nvPr/>
        </p:nvSpPr>
        <p:spPr>
          <a:xfrm>
            <a:off x="7393110" y="523277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4C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2" name="contour_17790"/>
          <p:cNvSpPr/>
          <p:nvPr/>
        </p:nvSpPr>
        <p:spPr>
          <a:xfrm>
            <a:off x="6480923" y="5218202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" y="0"/>
                </a:moveTo>
                <a:lnTo>
                  <a:pt x="1650" y="2009"/>
                </a:lnTo>
                <a:lnTo>
                  <a:pt x="2465" y="4052"/>
                </a:lnTo>
                <a:lnTo>
                  <a:pt x="5012" y="6808"/>
                </a:lnTo>
                <a:lnTo>
                  <a:pt x="7721" y="8796"/>
                </a:lnTo>
                <a:lnTo>
                  <a:pt x="10663" y="10208"/>
                </a:lnTo>
                <a:lnTo>
                  <a:pt x="13905" y="11241"/>
                </a:lnTo>
                <a:lnTo>
                  <a:pt x="17527" y="12092"/>
                </a:lnTo>
                <a:lnTo>
                  <a:pt x="21600" y="12960"/>
                </a:lnTo>
                <a:lnTo>
                  <a:pt x="20313" y="15098"/>
                </a:lnTo>
                <a:lnTo>
                  <a:pt x="19026" y="17245"/>
                </a:lnTo>
                <a:lnTo>
                  <a:pt x="17724" y="19410"/>
                </a:lnTo>
                <a:lnTo>
                  <a:pt x="16411" y="21600"/>
                </a:lnTo>
                <a:lnTo>
                  <a:pt x="12551" y="21047"/>
                </a:lnTo>
                <a:lnTo>
                  <a:pt x="9812" y="20546"/>
                </a:lnTo>
                <a:lnTo>
                  <a:pt x="7446" y="19889"/>
                </a:lnTo>
                <a:lnTo>
                  <a:pt x="4706" y="18870"/>
                </a:lnTo>
                <a:lnTo>
                  <a:pt x="846" y="17280"/>
                </a:lnTo>
                <a:lnTo>
                  <a:pt x="265" y="14321"/>
                </a:lnTo>
                <a:lnTo>
                  <a:pt x="5" y="11487"/>
                </a:lnTo>
                <a:lnTo>
                  <a:pt x="0" y="8713"/>
                </a:lnTo>
                <a:lnTo>
                  <a:pt x="182" y="5923"/>
                </a:lnTo>
                <a:lnTo>
                  <a:pt x="488" y="3041"/>
                </a:lnTo>
                <a:lnTo>
                  <a:pt x="846" y="0"/>
                </a:lnTo>
                <a:close/>
              </a:path>
            </a:pathLst>
          </a:custGeom>
          <a:solidFill>
            <a:srgbClr val="8DB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3" name="contour_17791"/>
          <p:cNvSpPr/>
          <p:nvPr/>
        </p:nvSpPr>
        <p:spPr>
          <a:xfrm>
            <a:off x="702734" y="523277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634"/>
                </a:lnTo>
                <a:lnTo>
                  <a:pt x="4392" y="1296"/>
                </a:lnTo>
                <a:lnTo>
                  <a:pt x="6584" y="1987"/>
                </a:lnTo>
                <a:lnTo>
                  <a:pt x="8777" y="2700"/>
                </a:lnTo>
                <a:lnTo>
                  <a:pt x="10004" y="3082"/>
                </a:lnTo>
                <a:lnTo>
                  <a:pt x="13712" y="4219"/>
                </a:lnTo>
                <a:lnTo>
                  <a:pt x="16229" y="6062"/>
                </a:lnTo>
                <a:lnTo>
                  <a:pt x="17762" y="7762"/>
                </a:lnTo>
                <a:lnTo>
                  <a:pt x="18936" y="10310"/>
                </a:lnTo>
                <a:lnTo>
                  <a:pt x="20376" y="14681"/>
                </a:lnTo>
                <a:lnTo>
                  <a:pt x="20984" y="18115"/>
                </a:lnTo>
                <a:lnTo>
                  <a:pt x="21600" y="21600"/>
                </a:lnTo>
                <a:lnTo>
                  <a:pt x="19404" y="20966"/>
                </a:lnTo>
                <a:lnTo>
                  <a:pt x="17208" y="20304"/>
                </a:lnTo>
                <a:lnTo>
                  <a:pt x="15016" y="19613"/>
                </a:lnTo>
                <a:lnTo>
                  <a:pt x="12823" y="18900"/>
                </a:lnTo>
                <a:lnTo>
                  <a:pt x="10375" y="18144"/>
                </a:lnTo>
                <a:lnTo>
                  <a:pt x="7888" y="17381"/>
                </a:lnTo>
                <a:lnTo>
                  <a:pt x="5371" y="15538"/>
                </a:lnTo>
                <a:lnTo>
                  <a:pt x="3838" y="13838"/>
                </a:lnTo>
                <a:lnTo>
                  <a:pt x="2664" y="11290"/>
                </a:lnTo>
                <a:lnTo>
                  <a:pt x="1224" y="6919"/>
                </a:lnTo>
                <a:lnTo>
                  <a:pt x="616" y="3485"/>
                </a:lnTo>
                <a:lnTo>
                  <a:pt x="0" y="0"/>
                </a:lnTo>
                <a:close/>
              </a:path>
            </a:pathLst>
          </a:custGeom>
          <a:solidFill>
            <a:srgbClr val="3C3C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4" name="contour_17792"/>
          <p:cNvSpPr/>
          <p:nvPr/>
        </p:nvSpPr>
        <p:spPr>
          <a:xfrm>
            <a:off x="11015242" y="521820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E98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5" name="contour_17793"/>
          <p:cNvSpPr/>
          <p:nvPr/>
        </p:nvSpPr>
        <p:spPr>
          <a:xfrm>
            <a:off x="3647082" y="5218202"/>
            <a:ext cx="2846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94" y="0"/>
                </a:moveTo>
                <a:lnTo>
                  <a:pt x="19161" y="4959"/>
                </a:lnTo>
                <a:lnTo>
                  <a:pt x="20792" y="8467"/>
                </a:lnTo>
                <a:lnTo>
                  <a:pt x="21578" y="11033"/>
                </a:lnTo>
                <a:lnTo>
                  <a:pt x="21600" y="13159"/>
                </a:lnTo>
                <a:lnTo>
                  <a:pt x="20947" y="15345"/>
                </a:lnTo>
                <a:lnTo>
                  <a:pt x="19703" y="18092"/>
                </a:lnTo>
                <a:lnTo>
                  <a:pt x="18159" y="19833"/>
                </a:lnTo>
                <a:lnTo>
                  <a:pt x="16594" y="21600"/>
                </a:lnTo>
                <a:lnTo>
                  <a:pt x="13308" y="20745"/>
                </a:lnTo>
                <a:lnTo>
                  <a:pt x="10012" y="19885"/>
                </a:lnTo>
                <a:lnTo>
                  <a:pt x="6704" y="19025"/>
                </a:lnTo>
                <a:lnTo>
                  <a:pt x="3369" y="18157"/>
                </a:lnTo>
                <a:lnTo>
                  <a:pt x="0" y="17280"/>
                </a:lnTo>
                <a:lnTo>
                  <a:pt x="2345" y="14835"/>
                </a:lnTo>
                <a:lnTo>
                  <a:pt x="4696" y="12390"/>
                </a:lnTo>
                <a:lnTo>
                  <a:pt x="7052" y="9936"/>
                </a:lnTo>
                <a:lnTo>
                  <a:pt x="9420" y="7474"/>
                </a:lnTo>
                <a:lnTo>
                  <a:pt x="11793" y="4998"/>
                </a:lnTo>
                <a:lnTo>
                  <a:pt x="14188" y="2510"/>
                </a:lnTo>
                <a:lnTo>
                  <a:pt x="16594" y="0"/>
                </a:lnTo>
                <a:close/>
              </a:path>
            </a:pathLst>
          </a:custGeom>
          <a:solidFill>
            <a:srgbClr val="DEEC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6" name="contour_17794"/>
          <p:cNvSpPr/>
          <p:nvPr/>
        </p:nvSpPr>
        <p:spPr>
          <a:xfrm>
            <a:off x="1861525" y="52254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D83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7" name="contour_17795"/>
          <p:cNvSpPr/>
          <p:nvPr/>
        </p:nvSpPr>
        <p:spPr>
          <a:xfrm>
            <a:off x="1584581" y="52254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36A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8" name="contour_17796"/>
          <p:cNvSpPr/>
          <p:nvPr/>
        </p:nvSpPr>
        <p:spPr>
          <a:xfrm>
            <a:off x="3530475" y="521091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2673"/>
                </a:lnTo>
                <a:lnTo>
                  <a:pt x="17975" y="5357"/>
                </a:lnTo>
                <a:lnTo>
                  <a:pt x="19775" y="8062"/>
                </a:lnTo>
                <a:lnTo>
                  <a:pt x="21600" y="10800"/>
                </a:lnTo>
                <a:lnTo>
                  <a:pt x="19580" y="13241"/>
                </a:lnTo>
                <a:lnTo>
                  <a:pt x="18050" y="15023"/>
                </a:lnTo>
                <a:lnTo>
                  <a:pt x="16708" y="16454"/>
                </a:lnTo>
                <a:lnTo>
                  <a:pt x="15250" y="17825"/>
                </a:lnTo>
                <a:lnTo>
                  <a:pt x="13381" y="19440"/>
                </a:lnTo>
                <a:lnTo>
                  <a:pt x="10800" y="21600"/>
                </a:lnTo>
                <a:lnTo>
                  <a:pt x="7798" y="20585"/>
                </a:lnTo>
                <a:lnTo>
                  <a:pt x="5735" y="19796"/>
                </a:lnTo>
                <a:lnTo>
                  <a:pt x="4093" y="18976"/>
                </a:lnTo>
                <a:lnTo>
                  <a:pt x="2354" y="17863"/>
                </a:lnTo>
                <a:lnTo>
                  <a:pt x="0" y="16200"/>
                </a:lnTo>
                <a:lnTo>
                  <a:pt x="2038" y="13910"/>
                </a:lnTo>
                <a:lnTo>
                  <a:pt x="4075" y="11615"/>
                </a:lnTo>
                <a:lnTo>
                  <a:pt x="6120" y="9315"/>
                </a:lnTo>
                <a:lnTo>
                  <a:pt x="8172" y="7004"/>
                </a:lnTo>
                <a:lnTo>
                  <a:pt x="10235" y="4687"/>
                </a:lnTo>
                <a:lnTo>
                  <a:pt x="12308" y="2349"/>
                </a:lnTo>
                <a:lnTo>
                  <a:pt x="14400" y="0"/>
                </a:lnTo>
                <a:close/>
              </a:path>
            </a:pathLst>
          </a:custGeom>
          <a:solidFill>
            <a:srgbClr val="CB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799" name="contour_17797"/>
          <p:cNvSpPr/>
          <p:nvPr/>
        </p:nvSpPr>
        <p:spPr>
          <a:xfrm>
            <a:off x="673582" y="5218202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295"/>
                </a:lnTo>
                <a:lnTo>
                  <a:pt x="16162" y="2591"/>
                </a:lnTo>
                <a:lnTo>
                  <a:pt x="18862" y="3902"/>
                </a:lnTo>
                <a:lnTo>
                  <a:pt x="21600" y="5224"/>
                </a:lnTo>
                <a:lnTo>
                  <a:pt x="20747" y="9110"/>
                </a:lnTo>
                <a:lnTo>
                  <a:pt x="20039" y="11868"/>
                </a:lnTo>
                <a:lnTo>
                  <a:pt x="19219" y="14250"/>
                </a:lnTo>
                <a:lnTo>
                  <a:pt x="18025" y="17008"/>
                </a:lnTo>
                <a:lnTo>
                  <a:pt x="16200" y="20895"/>
                </a:lnTo>
                <a:lnTo>
                  <a:pt x="12020" y="21365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65"/>
                </a:lnTo>
                <a:lnTo>
                  <a:pt x="0" y="20895"/>
                </a:lnTo>
                <a:lnTo>
                  <a:pt x="1528" y="17938"/>
                </a:lnTo>
                <a:lnTo>
                  <a:pt x="3056" y="14982"/>
                </a:lnTo>
                <a:lnTo>
                  <a:pt x="4590" y="12015"/>
                </a:lnTo>
                <a:lnTo>
                  <a:pt x="6129" y="9037"/>
                </a:lnTo>
                <a:lnTo>
                  <a:pt x="7679" y="6044"/>
                </a:lnTo>
                <a:lnTo>
                  <a:pt x="9234" y="3035"/>
                </a:lnTo>
                <a:lnTo>
                  <a:pt x="10800" y="0"/>
                </a:lnTo>
                <a:close/>
              </a:path>
            </a:pathLst>
          </a:custGeom>
          <a:solidFill>
            <a:srgbClr val="1314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0" name="contour_17798"/>
          <p:cNvSpPr/>
          <p:nvPr/>
        </p:nvSpPr>
        <p:spPr>
          <a:xfrm>
            <a:off x="9965771" y="520362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138"/>
                </a:lnTo>
                <a:lnTo>
                  <a:pt x="16780" y="4281"/>
                </a:lnTo>
                <a:lnTo>
                  <a:pt x="17975" y="6432"/>
                </a:lnTo>
                <a:lnTo>
                  <a:pt x="19174" y="8592"/>
                </a:lnTo>
                <a:lnTo>
                  <a:pt x="20383" y="10765"/>
                </a:lnTo>
                <a:lnTo>
                  <a:pt x="21600" y="12960"/>
                </a:lnTo>
                <a:lnTo>
                  <a:pt x="19220" y="12960"/>
                </a:lnTo>
                <a:lnTo>
                  <a:pt x="16826" y="12960"/>
                </a:lnTo>
                <a:lnTo>
                  <a:pt x="14400" y="12960"/>
                </a:lnTo>
                <a:lnTo>
                  <a:pt x="13079" y="15526"/>
                </a:lnTo>
                <a:lnTo>
                  <a:pt x="12262" y="17280"/>
                </a:lnTo>
                <a:lnTo>
                  <a:pt x="11617" y="19034"/>
                </a:lnTo>
                <a:lnTo>
                  <a:pt x="10800" y="21600"/>
                </a:lnTo>
                <a:lnTo>
                  <a:pt x="10800" y="18744"/>
                </a:lnTo>
                <a:lnTo>
                  <a:pt x="10800" y="15872"/>
                </a:lnTo>
                <a:lnTo>
                  <a:pt x="10800" y="12960"/>
                </a:lnTo>
                <a:lnTo>
                  <a:pt x="8122" y="11629"/>
                </a:lnTo>
                <a:lnTo>
                  <a:pt x="6221" y="10740"/>
                </a:lnTo>
                <a:lnTo>
                  <a:pt x="4579" y="10083"/>
                </a:lnTo>
                <a:lnTo>
                  <a:pt x="2678" y="9452"/>
                </a:lnTo>
                <a:lnTo>
                  <a:pt x="0" y="8640"/>
                </a:lnTo>
                <a:lnTo>
                  <a:pt x="2038" y="7417"/>
                </a:lnTo>
                <a:lnTo>
                  <a:pt x="4075" y="6195"/>
                </a:lnTo>
                <a:lnTo>
                  <a:pt x="6120" y="4968"/>
                </a:lnTo>
                <a:lnTo>
                  <a:pt x="8172" y="3737"/>
                </a:lnTo>
                <a:lnTo>
                  <a:pt x="10235" y="2497"/>
                </a:lnTo>
                <a:lnTo>
                  <a:pt x="12308" y="1253"/>
                </a:lnTo>
                <a:lnTo>
                  <a:pt x="14400" y="0"/>
                </a:lnTo>
                <a:close/>
              </a:path>
            </a:pathLst>
          </a:custGeom>
          <a:solidFill>
            <a:srgbClr val="7F76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1" name="contour_17799"/>
          <p:cNvSpPr/>
          <p:nvPr/>
        </p:nvSpPr>
        <p:spPr>
          <a:xfrm>
            <a:off x="8690373" y="521820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19562" y="7690"/>
                </a:lnTo>
                <a:lnTo>
                  <a:pt x="17525" y="9985"/>
                </a:lnTo>
                <a:lnTo>
                  <a:pt x="15480" y="12285"/>
                </a:lnTo>
                <a:lnTo>
                  <a:pt x="13428" y="14596"/>
                </a:lnTo>
                <a:lnTo>
                  <a:pt x="11365" y="16913"/>
                </a:lnTo>
                <a:lnTo>
                  <a:pt x="9292" y="19251"/>
                </a:lnTo>
                <a:lnTo>
                  <a:pt x="7200" y="21600"/>
                </a:lnTo>
                <a:lnTo>
                  <a:pt x="6181" y="18544"/>
                </a:lnTo>
                <a:lnTo>
                  <a:pt x="5162" y="15487"/>
                </a:lnTo>
                <a:lnTo>
                  <a:pt x="4140" y="12420"/>
                </a:lnTo>
                <a:lnTo>
                  <a:pt x="3114" y="9342"/>
                </a:lnTo>
                <a:lnTo>
                  <a:pt x="2081" y="6248"/>
                </a:lnTo>
                <a:lnTo>
                  <a:pt x="1044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F3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2" name="contour_17800"/>
          <p:cNvSpPr/>
          <p:nvPr/>
        </p:nvSpPr>
        <p:spPr>
          <a:xfrm>
            <a:off x="8413429" y="520362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1378" y="16610"/>
                </a:lnTo>
                <a:lnTo>
                  <a:pt x="7625" y="12684"/>
                </a:lnTo>
                <a:lnTo>
                  <a:pt x="4801" y="9638"/>
                </a:lnTo>
                <a:lnTo>
                  <a:pt x="2776" y="7305"/>
                </a:lnTo>
                <a:lnTo>
                  <a:pt x="1420" y="5495"/>
                </a:lnTo>
                <a:lnTo>
                  <a:pt x="599" y="4039"/>
                </a:lnTo>
                <a:lnTo>
                  <a:pt x="178" y="2756"/>
                </a:lnTo>
                <a:lnTo>
                  <a:pt x="22" y="1469"/>
                </a:lnTo>
                <a:lnTo>
                  <a:pt x="0" y="0"/>
                </a:lnTo>
                <a:close/>
              </a:path>
            </a:pathLst>
          </a:custGeom>
          <a:solidFill>
            <a:srgbClr val="D1D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3" name="contour_17801"/>
          <p:cNvSpPr/>
          <p:nvPr/>
        </p:nvSpPr>
        <p:spPr>
          <a:xfrm>
            <a:off x="7662766" y="5210914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1156" y="18076"/>
                </a:lnTo>
                <a:lnTo>
                  <a:pt x="2327" y="15487"/>
                </a:lnTo>
                <a:lnTo>
                  <a:pt x="3521" y="12908"/>
                </a:lnTo>
                <a:lnTo>
                  <a:pt x="4725" y="10335"/>
                </a:lnTo>
                <a:lnTo>
                  <a:pt x="6043" y="7451"/>
                </a:lnTo>
                <a:lnTo>
                  <a:pt x="7382" y="4522"/>
                </a:lnTo>
                <a:lnTo>
                  <a:pt x="9077" y="2279"/>
                </a:lnTo>
                <a:lnTo>
                  <a:pt x="10800" y="0"/>
                </a:lnTo>
                <a:close/>
              </a:path>
            </a:pathLst>
          </a:custGeom>
          <a:solidFill>
            <a:srgbClr val="E4CF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4" name="contour_17802"/>
          <p:cNvSpPr/>
          <p:nvPr/>
        </p:nvSpPr>
        <p:spPr>
          <a:xfrm>
            <a:off x="5775176" y="51963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1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D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5" name="contour_17803"/>
          <p:cNvSpPr/>
          <p:nvPr/>
        </p:nvSpPr>
        <p:spPr>
          <a:xfrm>
            <a:off x="476806" y="521091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587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6" name="contour_17804"/>
          <p:cNvSpPr/>
          <p:nvPr/>
        </p:nvSpPr>
        <p:spPr>
          <a:xfrm>
            <a:off x="5148409" y="518905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922"/>
                </a:lnTo>
                <a:lnTo>
                  <a:pt x="14524" y="1757"/>
                </a:lnTo>
                <a:lnTo>
                  <a:pt x="16494" y="2851"/>
                </a:lnTo>
                <a:lnTo>
                  <a:pt x="18645" y="4550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2108" y="9871"/>
                </a:lnTo>
                <a:lnTo>
                  <a:pt x="3711" y="6862"/>
                </a:lnTo>
                <a:lnTo>
                  <a:pt x="5620" y="4025"/>
                </a:lnTo>
                <a:lnTo>
                  <a:pt x="8640" y="0"/>
                </a:lnTo>
                <a:close/>
              </a:path>
            </a:pathLst>
          </a:custGeom>
          <a:solidFill>
            <a:srgbClr val="736A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7" name="contour_17805"/>
          <p:cNvSpPr/>
          <p:nvPr/>
        </p:nvSpPr>
        <p:spPr>
          <a:xfrm>
            <a:off x="5745368" y="5189050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0" y="0"/>
                </a:moveTo>
                <a:lnTo>
                  <a:pt x="15763" y="3564"/>
                </a:lnTo>
                <a:lnTo>
                  <a:pt x="16917" y="7133"/>
                </a:lnTo>
                <a:lnTo>
                  <a:pt x="18077" y="10719"/>
                </a:lnTo>
                <a:lnTo>
                  <a:pt x="19244" y="14321"/>
                </a:lnTo>
                <a:lnTo>
                  <a:pt x="20419" y="17944"/>
                </a:lnTo>
                <a:lnTo>
                  <a:pt x="21600" y="21600"/>
                </a:lnTo>
                <a:lnTo>
                  <a:pt x="17448" y="21600"/>
                </a:lnTo>
                <a:lnTo>
                  <a:pt x="13282" y="21600"/>
                </a:lnTo>
                <a:lnTo>
                  <a:pt x="9101" y="21600"/>
                </a:lnTo>
                <a:lnTo>
                  <a:pt x="4886" y="21600"/>
                </a:lnTo>
                <a:lnTo>
                  <a:pt x="629" y="21600"/>
                </a:lnTo>
                <a:lnTo>
                  <a:pt x="210" y="17744"/>
                </a:lnTo>
                <a:lnTo>
                  <a:pt x="0" y="14974"/>
                </a:lnTo>
                <a:lnTo>
                  <a:pt x="0" y="12512"/>
                </a:lnTo>
                <a:lnTo>
                  <a:pt x="210" y="9580"/>
                </a:lnTo>
                <a:lnTo>
                  <a:pt x="629" y="5400"/>
                </a:lnTo>
                <a:lnTo>
                  <a:pt x="4781" y="3224"/>
                </a:lnTo>
                <a:lnTo>
                  <a:pt x="7619" y="1939"/>
                </a:lnTo>
                <a:lnTo>
                  <a:pt x="10457" y="1031"/>
                </a:lnTo>
                <a:lnTo>
                  <a:pt x="14610" y="0"/>
                </a:lnTo>
                <a:close/>
              </a:path>
            </a:pathLst>
          </a:custGeom>
          <a:solidFill>
            <a:srgbClr val="E3E9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8" name="contour_17806"/>
          <p:cNvSpPr/>
          <p:nvPr/>
        </p:nvSpPr>
        <p:spPr>
          <a:xfrm>
            <a:off x="9900179" y="518905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394"/>
                </a:lnTo>
                <a:lnTo>
                  <a:pt x="6860" y="794"/>
                </a:lnTo>
                <a:lnTo>
                  <a:pt x="8618" y="1345"/>
                </a:lnTo>
                <a:lnTo>
                  <a:pt x="11340" y="2192"/>
                </a:lnTo>
                <a:lnTo>
                  <a:pt x="15509" y="3494"/>
                </a:lnTo>
                <a:lnTo>
                  <a:pt x="21600" y="5400"/>
                </a:lnTo>
                <a:lnTo>
                  <a:pt x="18744" y="5400"/>
                </a:lnTo>
                <a:lnTo>
                  <a:pt x="15872" y="5400"/>
                </a:lnTo>
                <a:lnTo>
                  <a:pt x="12960" y="5400"/>
                </a:lnTo>
                <a:lnTo>
                  <a:pt x="11629" y="9418"/>
                </a:lnTo>
                <a:lnTo>
                  <a:pt x="10740" y="12269"/>
                </a:lnTo>
                <a:lnTo>
                  <a:pt x="10083" y="14731"/>
                </a:lnTo>
                <a:lnTo>
                  <a:pt x="9452" y="17582"/>
                </a:lnTo>
                <a:lnTo>
                  <a:pt x="8640" y="21600"/>
                </a:lnTo>
                <a:lnTo>
                  <a:pt x="6502" y="20261"/>
                </a:lnTo>
                <a:lnTo>
                  <a:pt x="4350" y="18922"/>
                </a:lnTo>
                <a:lnTo>
                  <a:pt x="2190" y="1756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BFC2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09" name="contour_17807"/>
          <p:cNvSpPr/>
          <p:nvPr/>
        </p:nvSpPr>
        <p:spPr>
          <a:xfrm>
            <a:off x="5789752" y="517447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19155" y="7690"/>
                </a:lnTo>
                <a:lnTo>
                  <a:pt x="16710" y="9985"/>
                </a:lnTo>
                <a:lnTo>
                  <a:pt x="14256" y="12285"/>
                </a:lnTo>
                <a:lnTo>
                  <a:pt x="11794" y="14596"/>
                </a:lnTo>
                <a:lnTo>
                  <a:pt x="9318" y="16913"/>
                </a:lnTo>
                <a:lnTo>
                  <a:pt x="6830" y="19251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2E0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0" name="contour_17808"/>
          <p:cNvSpPr/>
          <p:nvPr/>
        </p:nvSpPr>
        <p:spPr>
          <a:xfrm>
            <a:off x="4112800" y="5174474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041" y="943"/>
                </a:lnTo>
                <a:lnTo>
                  <a:pt x="14955" y="1631"/>
                </a:lnTo>
                <a:lnTo>
                  <a:pt x="17703" y="2405"/>
                </a:lnTo>
                <a:lnTo>
                  <a:pt x="21600" y="3600"/>
                </a:lnTo>
                <a:lnTo>
                  <a:pt x="19989" y="5854"/>
                </a:lnTo>
                <a:lnTo>
                  <a:pt x="18358" y="8104"/>
                </a:lnTo>
                <a:lnTo>
                  <a:pt x="16712" y="10354"/>
                </a:lnTo>
                <a:lnTo>
                  <a:pt x="15060" y="12600"/>
                </a:lnTo>
                <a:lnTo>
                  <a:pt x="13847" y="14274"/>
                </a:lnTo>
                <a:lnTo>
                  <a:pt x="12627" y="15955"/>
                </a:lnTo>
                <a:lnTo>
                  <a:pt x="11386" y="17662"/>
                </a:lnTo>
                <a:lnTo>
                  <a:pt x="9538" y="19616"/>
                </a:lnTo>
                <a:lnTo>
                  <a:pt x="7656" y="21600"/>
                </a:lnTo>
                <a:lnTo>
                  <a:pt x="4197" y="21600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BB9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1" name="contour_17809"/>
          <p:cNvSpPr/>
          <p:nvPr/>
        </p:nvSpPr>
        <p:spPr>
          <a:xfrm>
            <a:off x="418502" y="518176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6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2" name="contour_17810"/>
          <p:cNvSpPr/>
          <p:nvPr/>
        </p:nvSpPr>
        <p:spPr>
          <a:xfrm>
            <a:off x="7961573" y="515989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1015"/>
                </a:lnTo>
                <a:lnTo>
                  <a:pt x="14135" y="1804"/>
                </a:lnTo>
                <a:lnTo>
                  <a:pt x="16105" y="2624"/>
                </a:lnTo>
                <a:lnTo>
                  <a:pt x="18386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775" y="17512"/>
                </a:lnTo>
                <a:lnTo>
                  <a:pt x="16705" y="18301"/>
                </a:lnTo>
                <a:lnTo>
                  <a:pt x="14386" y="18884"/>
                </a:lnTo>
                <a:lnTo>
                  <a:pt x="10800" y="19575"/>
                </a:lnTo>
                <a:lnTo>
                  <a:pt x="7785" y="20185"/>
                </a:lnTo>
                <a:lnTo>
                  <a:pt x="4726" y="20801"/>
                </a:lnTo>
                <a:lnTo>
                  <a:pt x="2380" y="21200"/>
                </a:lnTo>
                <a:lnTo>
                  <a:pt x="0" y="21600"/>
                </a:lnTo>
                <a:lnTo>
                  <a:pt x="2125" y="20520"/>
                </a:lnTo>
                <a:lnTo>
                  <a:pt x="4285" y="19429"/>
                </a:lnTo>
                <a:lnTo>
                  <a:pt x="6445" y="17825"/>
                </a:lnTo>
                <a:lnTo>
                  <a:pt x="8640" y="16200"/>
                </a:lnTo>
                <a:lnTo>
                  <a:pt x="8899" y="12020"/>
                </a:lnTo>
                <a:lnTo>
                  <a:pt x="9029" y="9088"/>
                </a:lnTo>
                <a:lnTo>
                  <a:pt x="9029" y="6626"/>
                </a:lnTo>
                <a:lnTo>
                  <a:pt x="8899" y="3856"/>
                </a:lnTo>
                <a:lnTo>
                  <a:pt x="8640" y="0"/>
                </a:lnTo>
                <a:close/>
              </a:path>
            </a:pathLst>
          </a:custGeom>
          <a:solidFill>
            <a:srgbClr val="BA9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3" name="contour_17811"/>
          <p:cNvSpPr/>
          <p:nvPr/>
        </p:nvSpPr>
        <p:spPr>
          <a:xfrm>
            <a:off x="11510825" y="5150642"/>
            <a:ext cx="36440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783"/>
                </a:moveTo>
                <a:lnTo>
                  <a:pt x="7534" y="594"/>
                </a:lnTo>
                <a:lnTo>
                  <a:pt x="9815" y="0"/>
                </a:lnTo>
                <a:lnTo>
                  <a:pt x="11785" y="0"/>
                </a:lnTo>
                <a:lnTo>
                  <a:pt x="14066" y="594"/>
                </a:lnTo>
                <a:lnTo>
                  <a:pt x="17280" y="1783"/>
                </a:lnTo>
                <a:lnTo>
                  <a:pt x="18740" y="6698"/>
                </a:lnTo>
                <a:lnTo>
                  <a:pt x="19695" y="10186"/>
                </a:lnTo>
                <a:lnTo>
                  <a:pt x="20352" y="13198"/>
                </a:lnTo>
                <a:lnTo>
                  <a:pt x="20917" y="166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83" y="16686"/>
                </a:lnTo>
                <a:lnTo>
                  <a:pt x="1248" y="13198"/>
                </a:lnTo>
                <a:lnTo>
                  <a:pt x="1905" y="10186"/>
                </a:lnTo>
                <a:lnTo>
                  <a:pt x="2860" y="6698"/>
                </a:lnTo>
                <a:lnTo>
                  <a:pt x="4320" y="1783"/>
                </a:lnTo>
                <a:close/>
              </a:path>
            </a:pathLst>
          </a:custGeom>
          <a:solidFill>
            <a:srgbClr val="ECE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4" name="contour_17812"/>
          <p:cNvSpPr/>
          <p:nvPr/>
        </p:nvSpPr>
        <p:spPr>
          <a:xfrm>
            <a:off x="746462" y="5158637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19922" y="3751"/>
                </a:lnTo>
                <a:lnTo>
                  <a:pt x="18238" y="6310"/>
                </a:lnTo>
                <a:lnTo>
                  <a:pt x="16546" y="8856"/>
                </a:lnTo>
                <a:lnTo>
                  <a:pt x="14850" y="11389"/>
                </a:lnTo>
                <a:lnTo>
                  <a:pt x="12967" y="14241"/>
                </a:lnTo>
                <a:lnTo>
                  <a:pt x="11052" y="17134"/>
                </a:lnTo>
                <a:lnTo>
                  <a:pt x="9115" y="19313"/>
                </a:lnTo>
                <a:lnTo>
                  <a:pt x="7571" y="20633"/>
                </a:lnTo>
                <a:lnTo>
                  <a:pt x="5890" y="21314"/>
                </a:lnTo>
                <a:lnTo>
                  <a:pt x="3546" y="21566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666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5" name="contour_17813"/>
          <p:cNvSpPr/>
          <p:nvPr/>
        </p:nvSpPr>
        <p:spPr>
          <a:xfrm>
            <a:off x="8413429" y="514532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744" y="20747"/>
                </a:lnTo>
                <a:lnTo>
                  <a:pt x="14974" y="20039"/>
                </a:lnTo>
                <a:lnTo>
                  <a:pt x="12512" y="19219"/>
                </a:lnTo>
                <a:lnTo>
                  <a:pt x="9580" y="18025"/>
                </a:lnTo>
                <a:lnTo>
                  <a:pt x="5400" y="16200"/>
                </a:lnTo>
                <a:lnTo>
                  <a:pt x="3575" y="12020"/>
                </a:lnTo>
                <a:lnTo>
                  <a:pt x="2381" y="9088"/>
                </a:lnTo>
                <a:lnTo>
                  <a:pt x="1561" y="6626"/>
                </a:lnTo>
                <a:lnTo>
                  <a:pt x="8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B2B9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6" name="contour_17814"/>
          <p:cNvSpPr/>
          <p:nvPr/>
        </p:nvSpPr>
        <p:spPr>
          <a:xfrm>
            <a:off x="7640902" y="513074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98" y="1339"/>
                </a:lnTo>
                <a:lnTo>
                  <a:pt x="17250" y="2678"/>
                </a:lnTo>
                <a:lnTo>
                  <a:pt x="19410" y="4034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950" y="15903"/>
                </a:lnTo>
                <a:lnTo>
                  <a:pt x="2631" y="15379"/>
                </a:lnTo>
                <a:lnTo>
                  <a:pt x="6480" y="14175"/>
                </a:lnTo>
                <a:lnTo>
                  <a:pt x="8623" y="13063"/>
                </a:lnTo>
                <a:lnTo>
                  <a:pt x="10774" y="11934"/>
                </a:lnTo>
                <a:lnTo>
                  <a:pt x="12960" y="10800"/>
                </a:lnTo>
                <a:lnTo>
                  <a:pt x="12960" y="7231"/>
                </a:lnTo>
                <a:lnTo>
                  <a:pt x="12960" y="3640"/>
                </a:lnTo>
                <a:lnTo>
                  <a:pt x="12960" y="0"/>
                </a:lnTo>
                <a:close/>
              </a:path>
            </a:pathLst>
          </a:custGeom>
          <a:solidFill>
            <a:srgbClr val="6162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7" name="contour_17815"/>
          <p:cNvSpPr/>
          <p:nvPr/>
        </p:nvSpPr>
        <p:spPr>
          <a:xfrm>
            <a:off x="717310" y="514532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819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8" name="contour_17816"/>
          <p:cNvSpPr/>
          <p:nvPr/>
        </p:nvSpPr>
        <p:spPr>
          <a:xfrm>
            <a:off x="8559189" y="513074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4E4F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19" name="contour_17817"/>
          <p:cNvSpPr/>
          <p:nvPr/>
        </p:nvSpPr>
        <p:spPr>
          <a:xfrm>
            <a:off x="6810071" y="514532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5142" y="18927"/>
                </a:lnTo>
                <a:lnTo>
                  <a:pt x="12999" y="16249"/>
                </a:lnTo>
                <a:lnTo>
                  <a:pt x="10856" y="13570"/>
                </a:lnTo>
                <a:lnTo>
                  <a:pt x="8705" y="10881"/>
                </a:lnTo>
                <a:lnTo>
                  <a:pt x="6545" y="8181"/>
                </a:lnTo>
                <a:lnTo>
                  <a:pt x="4376" y="5470"/>
                </a:lnTo>
                <a:lnTo>
                  <a:pt x="2195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E8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0" name="contour_17818"/>
          <p:cNvSpPr/>
          <p:nvPr/>
        </p:nvSpPr>
        <p:spPr>
          <a:xfrm>
            <a:off x="4594521" y="51380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038"/>
                </a:lnTo>
                <a:lnTo>
                  <a:pt x="9210" y="4075"/>
                </a:lnTo>
                <a:lnTo>
                  <a:pt x="11664" y="6120"/>
                </a:lnTo>
                <a:lnTo>
                  <a:pt x="14126" y="8172"/>
                </a:lnTo>
                <a:lnTo>
                  <a:pt x="16602" y="10238"/>
                </a:lnTo>
                <a:lnTo>
                  <a:pt x="19090" y="12312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6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8"/>
                </a:lnTo>
                <a:lnTo>
                  <a:pt x="2743" y="20686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3D3A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1" name="contour_17819"/>
          <p:cNvSpPr/>
          <p:nvPr/>
        </p:nvSpPr>
        <p:spPr>
          <a:xfrm>
            <a:off x="2313380" y="51307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495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2" name="contour_17820"/>
          <p:cNvSpPr/>
          <p:nvPr/>
        </p:nvSpPr>
        <p:spPr>
          <a:xfrm>
            <a:off x="7378534" y="513803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3489" y="19024"/>
                </a:lnTo>
                <a:lnTo>
                  <a:pt x="10789" y="16432"/>
                </a:lnTo>
                <a:lnTo>
                  <a:pt x="8100" y="13835"/>
                </a:lnTo>
                <a:lnTo>
                  <a:pt x="5837" y="11669"/>
                </a:lnTo>
                <a:lnTo>
                  <a:pt x="3542" y="9472"/>
                </a:lnTo>
                <a:lnTo>
                  <a:pt x="1048" y="6404"/>
                </a:lnTo>
                <a:lnTo>
                  <a:pt x="130" y="3953"/>
                </a:lnTo>
                <a:lnTo>
                  <a:pt x="0" y="0"/>
                </a:lnTo>
                <a:close/>
              </a:path>
            </a:pathLst>
          </a:custGeom>
          <a:solidFill>
            <a:srgbClr val="EA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3" name="contour_17821"/>
          <p:cNvSpPr/>
          <p:nvPr/>
        </p:nvSpPr>
        <p:spPr>
          <a:xfrm>
            <a:off x="3610642" y="512345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AABA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4" name="contour_17822"/>
          <p:cNvSpPr/>
          <p:nvPr/>
        </p:nvSpPr>
        <p:spPr>
          <a:xfrm>
            <a:off x="8369701" y="513074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7683" y="6516"/>
                </a:lnTo>
                <a:lnTo>
                  <a:pt x="14807" y="11261"/>
                </a:lnTo>
                <a:lnTo>
                  <a:pt x="12715" y="14616"/>
                </a:lnTo>
                <a:lnTo>
                  <a:pt x="11164" y="16942"/>
                </a:lnTo>
                <a:lnTo>
                  <a:pt x="9893" y="18634"/>
                </a:lnTo>
                <a:lnTo>
                  <a:pt x="8658" y="20059"/>
                </a:lnTo>
                <a:lnTo>
                  <a:pt x="7200" y="21600"/>
                </a:lnTo>
                <a:lnTo>
                  <a:pt x="4792" y="20333"/>
                </a:lnTo>
                <a:lnTo>
                  <a:pt x="3240" y="19159"/>
                </a:lnTo>
                <a:lnTo>
                  <a:pt x="1868" y="1741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F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5" name="contour_17823"/>
          <p:cNvSpPr/>
          <p:nvPr/>
        </p:nvSpPr>
        <p:spPr>
          <a:xfrm>
            <a:off x="4026058" y="5122241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39"/>
                </a:moveTo>
                <a:lnTo>
                  <a:pt x="7452" y="218"/>
                </a:lnTo>
                <a:lnTo>
                  <a:pt x="9763" y="0"/>
                </a:lnTo>
                <a:lnTo>
                  <a:pt x="13228" y="286"/>
                </a:lnTo>
                <a:lnTo>
                  <a:pt x="15993" y="566"/>
                </a:lnTo>
                <a:lnTo>
                  <a:pt x="18779" y="853"/>
                </a:lnTo>
                <a:lnTo>
                  <a:pt x="21600" y="1139"/>
                </a:lnTo>
                <a:lnTo>
                  <a:pt x="21600" y="5190"/>
                </a:lnTo>
                <a:lnTo>
                  <a:pt x="21600" y="9255"/>
                </a:lnTo>
                <a:lnTo>
                  <a:pt x="21600" y="13334"/>
                </a:lnTo>
                <a:lnTo>
                  <a:pt x="21600" y="17446"/>
                </a:lnTo>
                <a:lnTo>
                  <a:pt x="21600" y="21600"/>
                </a:lnTo>
                <a:lnTo>
                  <a:pt x="18926" y="20754"/>
                </a:lnTo>
                <a:lnTo>
                  <a:pt x="16252" y="19909"/>
                </a:lnTo>
                <a:lnTo>
                  <a:pt x="13569" y="19063"/>
                </a:lnTo>
                <a:lnTo>
                  <a:pt x="10882" y="18217"/>
                </a:lnTo>
                <a:lnTo>
                  <a:pt x="8182" y="17365"/>
                </a:lnTo>
                <a:lnTo>
                  <a:pt x="5469" y="16505"/>
                </a:lnTo>
                <a:lnTo>
                  <a:pt x="2743" y="15646"/>
                </a:lnTo>
                <a:lnTo>
                  <a:pt x="0" y="14780"/>
                </a:lnTo>
                <a:lnTo>
                  <a:pt x="1071" y="11404"/>
                </a:lnTo>
                <a:lnTo>
                  <a:pt x="2143" y="8014"/>
                </a:lnTo>
                <a:lnTo>
                  <a:pt x="3227" y="4597"/>
                </a:lnTo>
                <a:lnTo>
                  <a:pt x="4320" y="1139"/>
                </a:lnTo>
                <a:close/>
              </a:path>
            </a:pathLst>
          </a:custGeom>
          <a:solidFill>
            <a:srgbClr val="5653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6" name="contour_17824"/>
          <p:cNvSpPr/>
          <p:nvPr/>
        </p:nvSpPr>
        <p:spPr>
          <a:xfrm>
            <a:off x="819342" y="512345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B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7" name="contour_17825"/>
          <p:cNvSpPr/>
          <p:nvPr/>
        </p:nvSpPr>
        <p:spPr>
          <a:xfrm>
            <a:off x="4543505" y="51234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1C2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8" name="contour_17826"/>
          <p:cNvSpPr/>
          <p:nvPr/>
        </p:nvSpPr>
        <p:spPr>
          <a:xfrm>
            <a:off x="8559189" y="5101594"/>
            <a:ext cx="238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4" y="683"/>
                </a:lnTo>
                <a:lnTo>
                  <a:pt x="8402" y="1248"/>
                </a:lnTo>
                <a:lnTo>
                  <a:pt x="11414" y="1905"/>
                </a:lnTo>
                <a:lnTo>
                  <a:pt x="14902" y="2860"/>
                </a:lnTo>
                <a:lnTo>
                  <a:pt x="19817" y="4320"/>
                </a:lnTo>
                <a:lnTo>
                  <a:pt x="21006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006" y="14066"/>
                </a:lnTo>
                <a:lnTo>
                  <a:pt x="19817" y="17280"/>
                </a:lnTo>
                <a:lnTo>
                  <a:pt x="14902" y="18740"/>
                </a:lnTo>
                <a:lnTo>
                  <a:pt x="11414" y="19695"/>
                </a:lnTo>
                <a:lnTo>
                  <a:pt x="8402" y="20352"/>
                </a:lnTo>
                <a:lnTo>
                  <a:pt x="4914" y="2091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797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29" name="contour_17827"/>
          <p:cNvSpPr/>
          <p:nvPr/>
        </p:nvSpPr>
        <p:spPr>
          <a:xfrm>
            <a:off x="3880298" y="510159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25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0" name="contour_17828"/>
          <p:cNvSpPr/>
          <p:nvPr/>
        </p:nvSpPr>
        <p:spPr>
          <a:xfrm>
            <a:off x="8602917" y="50943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015"/>
                </a:lnTo>
                <a:lnTo>
                  <a:pt x="14524" y="1804"/>
                </a:lnTo>
                <a:lnTo>
                  <a:pt x="16494" y="2624"/>
                </a:lnTo>
                <a:lnTo>
                  <a:pt x="18645" y="3737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2108" y="7403"/>
                </a:lnTo>
                <a:lnTo>
                  <a:pt x="3711" y="5146"/>
                </a:lnTo>
                <a:lnTo>
                  <a:pt x="5620" y="3019"/>
                </a:lnTo>
                <a:lnTo>
                  <a:pt x="8640" y="0"/>
                </a:lnTo>
                <a:close/>
              </a:path>
            </a:pathLst>
          </a:custGeom>
          <a:solidFill>
            <a:srgbClr val="D3D7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1" name="contour_17829"/>
          <p:cNvSpPr/>
          <p:nvPr/>
        </p:nvSpPr>
        <p:spPr>
          <a:xfrm>
            <a:off x="7998013" y="508701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712" y="15136"/>
                </a:lnTo>
                <a:lnTo>
                  <a:pt x="3067" y="10670"/>
                </a:lnTo>
                <a:lnTo>
                  <a:pt x="4379" y="7646"/>
                </a:lnTo>
                <a:lnTo>
                  <a:pt x="5956" y="5508"/>
                </a:lnTo>
                <a:lnTo>
                  <a:pt x="8105" y="3704"/>
                </a:lnTo>
                <a:lnTo>
                  <a:pt x="11135" y="1685"/>
                </a:lnTo>
                <a:lnTo>
                  <a:pt x="12393" y="1269"/>
                </a:lnTo>
                <a:lnTo>
                  <a:pt x="16200" y="0"/>
                </a:lnTo>
                <a:close/>
              </a:path>
            </a:pathLst>
          </a:custGeom>
          <a:solidFill>
            <a:srgbClr val="ED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2" name="contour_17830"/>
          <p:cNvSpPr/>
          <p:nvPr/>
        </p:nvSpPr>
        <p:spPr>
          <a:xfrm>
            <a:off x="876662" y="5101594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023" y="0"/>
                </a:lnTo>
                <a:lnTo>
                  <a:pt x="9129" y="0"/>
                </a:lnTo>
                <a:lnTo>
                  <a:pt x="13249" y="0"/>
                </a:lnTo>
                <a:lnTo>
                  <a:pt x="1740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1D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3" name="contour_17831"/>
          <p:cNvSpPr/>
          <p:nvPr/>
        </p:nvSpPr>
        <p:spPr>
          <a:xfrm>
            <a:off x="9134940" y="50943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3056"/>
                </a:lnTo>
                <a:lnTo>
                  <a:pt x="15405" y="6113"/>
                </a:lnTo>
                <a:lnTo>
                  <a:pt x="16632" y="9180"/>
                </a:lnTo>
                <a:lnTo>
                  <a:pt x="17863" y="12258"/>
                </a:lnTo>
                <a:lnTo>
                  <a:pt x="19103" y="15352"/>
                </a:lnTo>
                <a:lnTo>
                  <a:pt x="20347" y="1846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832" y="18544"/>
                </a:lnTo>
                <a:lnTo>
                  <a:pt x="3668" y="15487"/>
                </a:lnTo>
                <a:lnTo>
                  <a:pt x="5508" y="12420"/>
                </a:lnTo>
                <a:lnTo>
                  <a:pt x="7357" y="9342"/>
                </a:lnTo>
                <a:lnTo>
                  <a:pt x="9210" y="6248"/>
                </a:lnTo>
                <a:lnTo>
                  <a:pt x="11081" y="3137"/>
                </a:lnTo>
                <a:lnTo>
                  <a:pt x="12960" y="0"/>
                </a:lnTo>
                <a:close/>
              </a:path>
            </a:pathLst>
          </a:custGeom>
          <a:solidFill>
            <a:srgbClr val="E2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4" name="contour_17832"/>
          <p:cNvSpPr/>
          <p:nvPr/>
        </p:nvSpPr>
        <p:spPr>
          <a:xfrm>
            <a:off x="8581053" y="5086304"/>
            <a:ext cx="36440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139"/>
                </a:lnTo>
                <a:lnTo>
                  <a:pt x="13751" y="279"/>
                </a:lnTo>
                <a:lnTo>
                  <a:pt x="16368" y="411"/>
                </a:lnTo>
                <a:lnTo>
                  <a:pt x="18982" y="551"/>
                </a:lnTo>
                <a:lnTo>
                  <a:pt x="21600" y="683"/>
                </a:lnTo>
                <a:lnTo>
                  <a:pt x="20745" y="4832"/>
                </a:lnTo>
                <a:lnTo>
                  <a:pt x="19885" y="8980"/>
                </a:lnTo>
                <a:lnTo>
                  <a:pt x="19021" y="13157"/>
                </a:lnTo>
                <a:lnTo>
                  <a:pt x="18157" y="17361"/>
                </a:lnTo>
                <a:lnTo>
                  <a:pt x="17280" y="21600"/>
                </a:lnTo>
                <a:lnTo>
                  <a:pt x="14835" y="19627"/>
                </a:lnTo>
                <a:lnTo>
                  <a:pt x="12385" y="17654"/>
                </a:lnTo>
                <a:lnTo>
                  <a:pt x="9932" y="15674"/>
                </a:lnTo>
                <a:lnTo>
                  <a:pt x="7469" y="13687"/>
                </a:lnTo>
                <a:lnTo>
                  <a:pt x="4998" y="11692"/>
                </a:lnTo>
                <a:lnTo>
                  <a:pt x="2506" y="9684"/>
                </a:lnTo>
                <a:lnTo>
                  <a:pt x="0" y="7656"/>
                </a:lnTo>
                <a:lnTo>
                  <a:pt x="2562" y="3619"/>
                </a:lnTo>
                <a:lnTo>
                  <a:pt x="4303" y="1471"/>
                </a:lnTo>
                <a:lnTo>
                  <a:pt x="6026" y="509"/>
                </a:lnTo>
                <a:lnTo>
                  <a:pt x="8523" y="0"/>
                </a:lnTo>
                <a:close/>
              </a:path>
            </a:pathLst>
          </a:custGeom>
          <a:solidFill>
            <a:srgbClr val="3939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5" name="contour_17833"/>
          <p:cNvSpPr/>
          <p:nvPr/>
        </p:nvSpPr>
        <p:spPr>
          <a:xfrm>
            <a:off x="3800130" y="5078542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3"/>
                </a:moveTo>
                <a:lnTo>
                  <a:pt x="7279" y="348"/>
                </a:lnTo>
                <a:lnTo>
                  <a:pt x="10113" y="7"/>
                </a:lnTo>
                <a:lnTo>
                  <a:pt x="12887" y="0"/>
                </a:lnTo>
                <a:lnTo>
                  <a:pt x="15677" y="239"/>
                </a:lnTo>
                <a:lnTo>
                  <a:pt x="18559" y="642"/>
                </a:lnTo>
                <a:lnTo>
                  <a:pt x="21600" y="1113"/>
                </a:lnTo>
                <a:lnTo>
                  <a:pt x="21600" y="5627"/>
                </a:lnTo>
                <a:lnTo>
                  <a:pt x="21600" y="10168"/>
                </a:lnTo>
                <a:lnTo>
                  <a:pt x="21600" y="14771"/>
                </a:lnTo>
                <a:lnTo>
                  <a:pt x="18775" y="16430"/>
                </a:lnTo>
                <a:lnTo>
                  <a:pt x="16705" y="17428"/>
                </a:lnTo>
                <a:lnTo>
                  <a:pt x="14386" y="18165"/>
                </a:lnTo>
                <a:lnTo>
                  <a:pt x="10800" y="19039"/>
                </a:lnTo>
                <a:lnTo>
                  <a:pt x="7785" y="19811"/>
                </a:lnTo>
                <a:lnTo>
                  <a:pt x="4726" y="20589"/>
                </a:lnTo>
                <a:lnTo>
                  <a:pt x="2380" y="21095"/>
                </a:lnTo>
                <a:lnTo>
                  <a:pt x="0" y="21600"/>
                </a:lnTo>
                <a:lnTo>
                  <a:pt x="553" y="16519"/>
                </a:lnTo>
                <a:lnTo>
                  <a:pt x="1054" y="12914"/>
                </a:lnTo>
                <a:lnTo>
                  <a:pt x="1711" y="9800"/>
                </a:lnTo>
                <a:lnTo>
                  <a:pt x="2730" y="6194"/>
                </a:lnTo>
                <a:lnTo>
                  <a:pt x="4320" y="1113"/>
                </a:lnTo>
                <a:close/>
              </a:path>
            </a:pathLst>
          </a:custGeom>
          <a:solidFill>
            <a:srgbClr val="ACAD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6" name="contour_17834"/>
          <p:cNvSpPr/>
          <p:nvPr/>
        </p:nvSpPr>
        <p:spPr>
          <a:xfrm>
            <a:off x="2240500" y="506515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433" y="3488"/>
                </a:lnTo>
                <a:lnTo>
                  <a:pt x="19315" y="6998"/>
                </a:lnTo>
                <a:lnTo>
                  <a:pt x="19997" y="10552"/>
                </a:lnTo>
                <a:lnTo>
                  <a:pt x="20559" y="14164"/>
                </a:lnTo>
                <a:lnTo>
                  <a:pt x="21069" y="17842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1616" y="12749"/>
                </a:lnTo>
                <a:lnTo>
                  <a:pt x="2838" y="10201"/>
                </a:lnTo>
                <a:lnTo>
                  <a:pt x="3914" y="8100"/>
                </a:lnTo>
                <a:lnTo>
                  <a:pt x="5080" y="5999"/>
                </a:lnTo>
                <a:lnTo>
                  <a:pt x="6575" y="3451"/>
                </a:lnTo>
                <a:lnTo>
                  <a:pt x="8640" y="0"/>
                </a:lnTo>
                <a:close/>
              </a:path>
            </a:pathLst>
          </a:custGeom>
          <a:solidFill>
            <a:srgbClr val="ACA1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7" name="contour_17835"/>
          <p:cNvSpPr/>
          <p:nvPr/>
        </p:nvSpPr>
        <p:spPr>
          <a:xfrm>
            <a:off x="1956268" y="507244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674"/>
                </a:lnTo>
                <a:lnTo>
                  <a:pt x="14731" y="1348"/>
                </a:lnTo>
                <a:lnTo>
                  <a:pt x="17575" y="2428"/>
                </a:lnTo>
                <a:lnTo>
                  <a:pt x="21600" y="4320"/>
                </a:lnTo>
                <a:lnTo>
                  <a:pt x="20966" y="7296"/>
                </a:lnTo>
                <a:lnTo>
                  <a:pt x="20045" y="10212"/>
                </a:lnTo>
                <a:lnTo>
                  <a:pt x="18878" y="13081"/>
                </a:lnTo>
                <a:lnTo>
                  <a:pt x="17510" y="15924"/>
                </a:lnTo>
                <a:lnTo>
                  <a:pt x="16006" y="18757"/>
                </a:lnTo>
                <a:lnTo>
                  <a:pt x="14400" y="21600"/>
                </a:lnTo>
                <a:lnTo>
                  <a:pt x="9871" y="20926"/>
                </a:lnTo>
                <a:lnTo>
                  <a:pt x="6869" y="20252"/>
                </a:lnTo>
                <a:lnTo>
                  <a:pt x="4025" y="19172"/>
                </a:lnTo>
                <a:lnTo>
                  <a:pt x="0" y="17280"/>
                </a:lnTo>
                <a:lnTo>
                  <a:pt x="634" y="14304"/>
                </a:lnTo>
                <a:lnTo>
                  <a:pt x="1555" y="11388"/>
                </a:lnTo>
                <a:lnTo>
                  <a:pt x="2722" y="8519"/>
                </a:lnTo>
                <a:lnTo>
                  <a:pt x="4090" y="5676"/>
                </a:lnTo>
                <a:lnTo>
                  <a:pt x="5594" y="2843"/>
                </a:lnTo>
                <a:lnTo>
                  <a:pt x="7200" y="0"/>
                </a:lnTo>
                <a:close/>
              </a:path>
            </a:pathLst>
          </a:custGeom>
          <a:solidFill>
            <a:srgbClr val="C198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8" name="contour_17836"/>
          <p:cNvSpPr/>
          <p:nvPr/>
        </p:nvSpPr>
        <p:spPr>
          <a:xfrm>
            <a:off x="7589886" y="506417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25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39" name="contour_17837"/>
          <p:cNvSpPr/>
          <p:nvPr/>
        </p:nvSpPr>
        <p:spPr>
          <a:xfrm>
            <a:off x="5322337" y="5050578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023" y="0"/>
                </a:lnTo>
                <a:lnTo>
                  <a:pt x="9129" y="0"/>
                </a:lnTo>
                <a:lnTo>
                  <a:pt x="13249" y="0"/>
                </a:lnTo>
                <a:lnTo>
                  <a:pt x="1740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E3C4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0" name="contour_17838"/>
          <p:cNvSpPr/>
          <p:nvPr/>
        </p:nvSpPr>
        <p:spPr>
          <a:xfrm>
            <a:off x="4361306" y="506417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C4C6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1" name="contour_17839"/>
          <p:cNvSpPr/>
          <p:nvPr/>
        </p:nvSpPr>
        <p:spPr>
          <a:xfrm>
            <a:off x="731886" y="505057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878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036" y="20887"/>
                </a:lnTo>
                <a:lnTo>
                  <a:pt x="14467" y="20174"/>
                </a:lnTo>
                <a:lnTo>
                  <a:pt x="10881" y="19457"/>
                </a:lnTo>
                <a:lnTo>
                  <a:pt x="7279" y="18736"/>
                </a:lnTo>
                <a:lnTo>
                  <a:pt x="3656" y="18010"/>
                </a:lnTo>
                <a:lnTo>
                  <a:pt x="0" y="17280"/>
                </a:lnTo>
                <a:lnTo>
                  <a:pt x="1928" y="15116"/>
                </a:lnTo>
                <a:lnTo>
                  <a:pt x="3866" y="12951"/>
                </a:lnTo>
                <a:lnTo>
                  <a:pt x="5810" y="10796"/>
                </a:lnTo>
                <a:lnTo>
                  <a:pt x="7765" y="8640"/>
                </a:lnTo>
                <a:lnTo>
                  <a:pt x="9931" y="6229"/>
                </a:lnTo>
                <a:lnTo>
                  <a:pt x="12128" y="3780"/>
                </a:lnTo>
                <a:lnTo>
                  <a:pt x="14148" y="1905"/>
                </a:lnTo>
                <a:lnTo>
                  <a:pt x="16200" y="0"/>
                </a:lnTo>
                <a:close/>
              </a:path>
            </a:pathLst>
          </a:custGeom>
          <a:solidFill>
            <a:srgbClr val="4B43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2" name="contour_17840"/>
          <p:cNvSpPr/>
          <p:nvPr/>
        </p:nvSpPr>
        <p:spPr>
          <a:xfrm>
            <a:off x="4273850" y="5050578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38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2120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3" name="contour_17841"/>
          <p:cNvSpPr/>
          <p:nvPr/>
        </p:nvSpPr>
        <p:spPr>
          <a:xfrm>
            <a:off x="7240062" y="5021426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BCD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4" name="contour_17842"/>
          <p:cNvSpPr/>
          <p:nvPr/>
        </p:nvSpPr>
        <p:spPr>
          <a:xfrm>
            <a:off x="1810509" y="503600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583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5" name="contour_17843"/>
          <p:cNvSpPr/>
          <p:nvPr/>
        </p:nvSpPr>
        <p:spPr>
          <a:xfrm>
            <a:off x="986966" y="5027803"/>
            <a:ext cx="30136" cy="30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83" y="0"/>
                </a:moveTo>
                <a:lnTo>
                  <a:pt x="14491" y="99"/>
                </a:lnTo>
                <a:lnTo>
                  <a:pt x="16439" y="267"/>
                </a:lnTo>
                <a:lnTo>
                  <a:pt x="20895" y="655"/>
                </a:lnTo>
                <a:lnTo>
                  <a:pt x="21365" y="4393"/>
                </a:lnTo>
                <a:lnTo>
                  <a:pt x="21600" y="7080"/>
                </a:lnTo>
                <a:lnTo>
                  <a:pt x="21600" y="9467"/>
                </a:lnTo>
                <a:lnTo>
                  <a:pt x="21365" y="12311"/>
                </a:lnTo>
                <a:lnTo>
                  <a:pt x="20895" y="16364"/>
                </a:lnTo>
                <a:lnTo>
                  <a:pt x="17008" y="18134"/>
                </a:lnTo>
                <a:lnTo>
                  <a:pt x="14250" y="19291"/>
                </a:lnTo>
                <a:lnTo>
                  <a:pt x="11873" y="20087"/>
                </a:lnTo>
                <a:lnTo>
                  <a:pt x="9110" y="20773"/>
                </a:lnTo>
                <a:lnTo>
                  <a:pt x="5224" y="21600"/>
                </a:lnTo>
                <a:lnTo>
                  <a:pt x="3489" y="18861"/>
                </a:lnTo>
                <a:lnTo>
                  <a:pt x="2366" y="16856"/>
                </a:lnTo>
                <a:lnTo>
                  <a:pt x="1369" y="14604"/>
                </a:lnTo>
                <a:lnTo>
                  <a:pt x="0" y="11127"/>
                </a:lnTo>
                <a:lnTo>
                  <a:pt x="1259" y="6420"/>
                </a:lnTo>
                <a:lnTo>
                  <a:pt x="2805" y="3357"/>
                </a:lnTo>
                <a:lnTo>
                  <a:pt x="5062" y="1534"/>
                </a:lnTo>
                <a:lnTo>
                  <a:pt x="8452" y="550"/>
                </a:lnTo>
                <a:lnTo>
                  <a:pt x="13383" y="0"/>
                </a:lnTo>
                <a:close/>
              </a:path>
            </a:pathLst>
          </a:custGeom>
          <a:solidFill>
            <a:srgbClr val="A597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6" name="contour_17844"/>
          <p:cNvSpPr/>
          <p:nvPr/>
        </p:nvSpPr>
        <p:spPr>
          <a:xfrm>
            <a:off x="11095410" y="5028714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91"/>
                </a:lnTo>
                <a:lnTo>
                  <a:pt x="2341" y="755"/>
                </a:lnTo>
                <a:lnTo>
                  <a:pt x="3646" y="1181"/>
                </a:lnTo>
                <a:lnTo>
                  <a:pt x="5374" y="1741"/>
                </a:lnTo>
                <a:lnTo>
                  <a:pt x="7780" y="2517"/>
                </a:lnTo>
                <a:lnTo>
                  <a:pt x="11115" y="3600"/>
                </a:lnTo>
                <a:lnTo>
                  <a:pt x="15638" y="5061"/>
                </a:lnTo>
                <a:lnTo>
                  <a:pt x="21600" y="6990"/>
                </a:lnTo>
                <a:lnTo>
                  <a:pt x="19492" y="11143"/>
                </a:lnTo>
                <a:lnTo>
                  <a:pt x="17889" y="13981"/>
                </a:lnTo>
                <a:lnTo>
                  <a:pt x="15980" y="16819"/>
                </a:lnTo>
                <a:lnTo>
                  <a:pt x="12960" y="20971"/>
                </a:lnTo>
                <a:lnTo>
                  <a:pt x="9487" y="213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4A4D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7" name="contour_17845"/>
          <p:cNvSpPr/>
          <p:nvPr/>
        </p:nvSpPr>
        <p:spPr>
          <a:xfrm>
            <a:off x="9623235" y="503600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8780" y="18776"/>
                </a:lnTo>
                <a:lnTo>
                  <a:pt x="7479" y="16708"/>
                </a:lnTo>
                <a:lnTo>
                  <a:pt x="6313" y="14386"/>
                </a:lnTo>
                <a:lnTo>
                  <a:pt x="4725" y="10800"/>
                </a:lnTo>
                <a:lnTo>
                  <a:pt x="3364" y="7787"/>
                </a:lnTo>
                <a:lnTo>
                  <a:pt x="1982" y="4725"/>
                </a:lnTo>
                <a:lnTo>
                  <a:pt x="999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7669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8" name="contour_17846"/>
          <p:cNvSpPr/>
          <p:nvPr/>
        </p:nvSpPr>
        <p:spPr>
          <a:xfrm>
            <a:off x="7713782" y="5021426"/>
            <a:ext cx="4372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1071"/>
                </a:lnTo>
                <a:lnTo>
                  <a:pt x="17975" y="2143"/>
                </a:lnTo>
                <a:lnTo>
                  <a:pt x="19775" y="3227"/>
                </a:lnTo>
                <a:lnTo>
                  <a:pt x="21600" y="4320"/>
                </a:lnTo>
                <a:lnTo>
                  <a:pt x="19818" y="6458"/>
                </a:lnTo>
                <a:lnTo>
                  <a:pt x="18032" y="8601"/>
                </a:lnTo>
                <a:lnTo>
                  <a:pt x="16247" y="10744"/>
                </a:lnTo>
                <a:lnTo>
                  <a:pt x="14454" y="12895"/>
                </a:lnTo>
                <a:lnTo>
                  <a:pt x="12654" y="15055"/>
                </a:lnTo>
                <a:lnTo>
                  <a:pt x="10847" y="17224"/>
                </a:lnTo>
                <a:lnTo>
                  <a:pt x="9029" y="19405"/>
                </a:lnTo>
                <a:lnTo>
                  <a:pt x="7200" y="21600"/>
                </a:lnTo>
                <a:lnTo>
                  <a:pt x="5418" y="19462"/>
                </a:lnTo>
                <a:lnTo>
                  <a:pt x="3625" y="17315"/>
                </a:lnTo>
                <a:lnTo>
                  <a:pt x="1825" y="15150"/>
                </a:lnTo>
                <a:lnTo>
                  <a:pt x="0" y="12960"/>
                </a:lnTo>
                <a:lnTo>
                  <a:pt x="1674" y="11249"/>
                </a:lnTo>
                <a:lnTo>
                  <a:pt x="3355" y="9560"/>
                </a:lnTo>
                <a:lnTo>
                  <a:pt x="5051" y="7880"/>
                </a:lnTo>
                <a:lnTo>
                  <a:pt x="6750" y="6212"/>
                </a:lnTo>
                <a:lnTo>
                  <a:pt x="8633" y="4324"/>
                </a:lnTo>
                <a:lnTo>
                  <a:pt x="10548" y="2415"/>
                </a:lnTo>
                <a:lnTo>
                  <a:pt x="12460" y="1214"/>
                </a:lnTo>
                <a:lnTo>
                  <a:pt x="14400" y="0"/>
                </a:lnTo>
                <a:close/>
              </a:path>
            </a:pathLst>
          </a:custGeom>
          <a:solidFill>
            <a:srgbClr val="BFBF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49" name="contour_17847"/>
          <p:cNvSpPr/>
          <p:nvPr/>
        </p:nvSpPr>
        <p:spPr>
          <a:xfrm>
            <a:off x="9725267" y="502871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F6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0" name="contour_17848"/>
          <p:cNvSpPr/>
          <p:nvPr/>
        </p:nvSpPr>
        <p:spPr>
          <a:xfrm>
            <a:off x="3814706" y="502871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CB0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1" name="contour_17849"/>
          <p:cNvSpPr/>
          <p:nvPr/>
        </p:nvSpPr>
        <p:spPr>
          <a:xfrm>
            <a:off x="1570005" y="5014138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10"/>
                </a:lnTo>
                <a:lnTo>
                  <a:pt x="6860" y="1028"/>
                </a:lnTo>
                <a:lnTo>
                  <a:pt x="8618" y="1741"/>
                </a:lnTo>
                <a:lnTo>
                  <a:pt x="11340" y="2838"/>
                </a:lnTo>
                <a:lnTo>
                  <a:pt x="15509" y="4523"/>
                </a:lnTo>
                <a:lnTo>
                  <a:pt x="21600" y="6990"/>
                </a:lnTo>
                <a:lnTo>
                  <a:pt x="19492" y="11143"/>
                </a:lnTo>
                <a:lnTo>
                  <a:pt x="17889" y="13981"/>
                </a:lnTo>
                <a:lnTo>
                  <a:pt x="15984" y="16819"/>
                </a:lnTo>
                <a:lnTo>
                  <a:pt x="12960" y="20971"/>
                </a:lnTo>
                <a:lnTo>
                  <a:pt x="9487" y="213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90"/>
                </a:lnTo>
                <a:lnTo>
                  <a:pt x="0" y="20971"/>
                </a:lnTo>
                <a:lnTo>
                  <a:pt x="855" y="16819"/>
                </a:lnTo>
                <a:lnTo>
                  <a:pt x="1715" y="12652"/>
                </a:lnTo>
                <a:lnTo>
                  <a:pt x="2575" y="8472"/>
                </a:lnTo>
                <a:lnTo>
                  <a:pt x="3443" y="4257"/>
                </a:lnTo>
                <a:lnTo>
                  <a:pt x="4320" y="0"/>
                </a:lnTo>
                <a:close/>
              </a:path>
            </a:pathLst>
          </a:custGeom>
          <a:solidFill>
            <a:srgbClr val="5F50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2" name="contour_17850"/>
          <p:cNvSpPr/>
          <p:nvPr/>
        </p:nvSpPr>
        <p:spPr>
          <a:xfrm>
            <a:off x="7517006" y="5021426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F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3" name="contour_17851"/>
          <p:cNvSpPr/>
          <p:nvPr/>
        </p:nvSpPr>
        <p:spPr>
          <a:xfrm>
            <a:off x="3719962" y="500685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85" y="9418"/>
                </a:lnTo>
                <a:lnTo>
                  <a:pt x="19796" y="12269"/>
                </a:lnTo>
                <a:lnTo>
                  <a:pt x="18976" y="14731"/>
                </a:lnTo>
                <a:lnTo>
                  <a:pt x="17863" y="1758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BDB8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4" name="contour_17852"/>
          <p:cNvSpPr/>
          <p:nvPr/>
        </p:nvSpPr>
        <p:spPr>
          <a:xfrm>
            <a:off x="2087452" y="4999562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91"/>
                </a:lnTo>
                <a:lnTo>
                  <a:pt x="2341" y="755"/>
                </a:lnTo>
                <a:lnTo>
                  <a:pt x="3646" y="1181"/>
                </a:lnTo>
                <a:lnTo>
                  <a:pt x="5374" y="1741"/>
                </a:lnTo>
                <a:lnTo>
                  <a:pt x="7780" y="2517"/>
                </a:lnTo>
                <a:lnTo>
                  <a:pt x="11115" y="3600"/>
                </a:lnTo>
                <a:lnTo>
                  <a:pt x="15638" y="5061"/>
                </a:lnTo>
                <a:lnTo>
                  <a:pt x="21600" y="6990"/>
                </a:lnTo>
                <a:lnTo>
                  <a:pt x="19492" y="11143"/>
                </a:lnTo>
                <a:lnTo>
                  <a:pt x="17889" y="13981"/>
                </a:lnTo>
                <a:lnTo>
                  <a:pt x="15984" y="16819"/>
                </a:lnTo>
                <a:lnTo>
                  <a:pt x="12960" y="20971"/>
                </a:lnTo>
                <a:lnTo>
                  <a:pt x="9487" y="213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9B82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5" name="contour_17853"/>
          <p:cNvSpPr/>
          <p:nvPr/>
        </p:nvSpPr>
        <p:spPr>
          <a:xfrm>
            <a:off x="5206713" y="499956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A4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6" name="contour_17854"/>
          <p:cNvSpPr/>
          <p:nvPr/>
        </p:nvSpPr>
        <p:spPr>
          <a:xfrm>
            <a:off x="4922481" y="499227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D8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7" name="contour_17855"/>
          <p:cNvSpPr/>
          <p:nvPr/>
        </p:nvSpPr>
        <p:spPr>
          <a:xfrm>
            <a:off x="2051012" y="499956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6841"/>
                </a:lnTo>
                <a:lnTo>
                  <a:pt x="8640" y="12053"/>
                </a:lnTo>
                <a:lnTo>
                  <a:pt x="8640" y="7200"/>
                </a:lnTo>
                <a:lnTo>
                  <a:pt x="6502" y="5414"/>
                </a:lnTo>
                <a:lnTo>
                  <a:pt x="4350" y="3629"/>
                </a:lnTo>
                <a:lnTo>
                  <a:pt x="2190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A58A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8" name="contour_17856"/>
          <p:cNvSpPr/>
          <p:nvPr/>
        </p:nvSpPr>
        <p:spPr>
          <a:xfrm>
            <a:off x="11386929" y="4984002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F2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59" name="contour_17857"/>
          <p:cNvSpPr/>
          <p:nvPr/>
        </p:nvSpPr>
        <p:spPr>
          <a:xfrm>
            <a:off x="4565369" y="4963122"/>
            <a:ext cx="29152" cy="370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9" y="2101"/>
                </a:lnTo>
                <a:lnTo>
                  <a:pt x="8078" y="4210"/>
                </a:lnTo>
                <a:lnTo>
                  <a:pt x="9434" y="6336"/>
                </a:lnTo>
                <a:lnTo>
                  <a:pt x="10800" y="8487"/>
                </a:lnTo>
                <a:lnTo>
                  <a:pt x="14197" y="10045"/>
                </a:lnTo>
                <a:lnTo>
                  <a:pt x="16454" y="11008"/>
                </a:lnTo>
                <a:lnTo>
                  <a:pt x="18581" y="11768"/>
                </a:lnTo>
                <a:lnTo>
                  <a:pt x="21600" y="12731"/>
                </a:lnTo>
                <a:lnTo>
                  <a:pt x="20569" y="15252"/>
                </a:lnTo>
                <a:lnTo>
                  <a:pt x="19661" y="16974"/>
                </a:lnTo>
                <a:lnTo>
                  <a:pt x="18376" y="18697"/>
                </a:lnTo>
                <a:lnTo>
                  <a:pt x="16200" y="21218"/>
                </a:lnTo>
                <a:lnTo>
                  <a:pt x="12020" y="2147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73"/>
                </a:lnTo>
                <a:lnTo>
                  <a:pt x="0" y="21218"/>
                </a:lnTo>
                <a:lnTo>
                  <a:pt x="670" y="18591"/>
                </a:lnTo>
                <a:lnTo>
                  <a:pt x="1339" y="15964"/>
                </a:lnTo>
                <a:lnTo>
                  <a:pt x="2009" y="13329"/>
                </a:lnTo>
                <a:lnTo>
                  <a:pt x="2678" y="10690"/>
                </a:lnTo>
                <a:lnTo>
                  <a:pt x="3353" y="8037"/>
                </a:lnTo>
                <a:lnTo>
                  <a:pt x="4034" y="5372"/>
                </a:lnTo>
                <a:lnTo>
                  <a:pt x="4714" y="2695"/>
                </a:lnTo>
                <a:lnTo>
                  <a:pt x="5400" y="0"/>
                </a:lnTo>
                <a:close/>
              </a:path>
            </a:pathLst>
          </a:custGeom>
          <a:solidFill>
            <a:srgbClr val="7567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0" name="contour_17858"/>
          <p:cNvSpPr/>
          <p:nvPr/>
        </p:nvSpPr>
        <p:spPr>
          <a:xfrm>
            <a:off x="9659675" y="497769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853"/>
                </a:lnTo>
                <a:lnTo>
                  <a:pt x="6626" y="1561"/>
                </a:lnTo>
                <a:lnTo>
                  <a:pt x="9088" y="2381"/>
                </a:lnTo>
                <a:lnTo>
                  <a:pt x="12020" y="3575"/>
                </a:lnTo>
                <a:lnTo>
                  <a:pt x="16200" y="5400"/>
                </a:lnTo>
                <a:lnTo>
                  <a:pt x="18025" y="9580"/>
                </a:lnTo>
                <a:lnTo>
                  <a:pt x="19219" y="12512"/>
                </a:lnTo>
                <a:lnTo>
                  <a:pt x="20039" y="14974"/>
                </a:lnTo>
                <a:lnTo>
                  <a:pt x="20747" y="177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57D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1" name="contour_17859"/>
          <p:cNvSpPr/>
          <p:nvPr/>
        </p:nvSpPr>
        <p:spPr>
          <a:xfrm>
            <a:off x="3909450" y="497041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870" y="2955"/>
                </a:lnTo>
                <a:lnTo>
                  <a:pt x="19889" y="5106"/>
                </a:lnTo>
                <a:lnTo>
                  <a:pt x="20546" y="7076"/>
                </a:lnTo>
                <a:lnTo>
                  <a:pt x="21047" y="9487"/>
                </a:lnTo>
                <a:lnTo>
                  <a:pt x="21600" y="12960"/>
                </a:lnTo>
                <a:lnTo>
                  <a:pt x="19185" y="15980"/>
                </a:lnTo>
                <a:lnTo>
                  <a:pt x="17483" y="17889"/>
                </a:lnTo>
                <a:lnTo>
                  <a:pt x="15677" y="19492"/>
                </a:lnTo>
                <a:lnTo>
                  <a:pt x="12960" y="21600"/>
                </a:lnTo>
                <a:lnTo>
                  <a:pt x="11128" y="19155"/>
                </a:lnTo>
                <a:lnTo>
                  <a:pt x="9292" y="16710"/>
                </a:lnTo>
                <a:lnTo>
                  <a:pt x="7452" y="14256"/>
                </a:lnTo>
                <a:lnTo>
                  <a:pt x="5603" y="11794"/>
                </a:lnTo>
                <a:lnTo>
                  <a:pt x="3750" y="9318"/>
                </a:lnTo>
                <a:lnTo>
                  <a:pt x="1879" y="6830"/>
                </a:lnTo>
                <a:lnTo>
                  <a:pt x="0" y="4320"/>
                </a:lnTo>
                <a:lnTo>
                  <a:pt x="3681" y="2501"/>
                </a:lnTo>
                <a:lnTo>
                  <a:pt x="6398" y="1279"/>
                </a:lnTo>
                <a:lnTo>
                  <a:pt x="8640" y="540"/>
                </a:lnTo>
                <a:lnTo>
                  <a:pt x="10882" y="160"/>
                </a:lnTo>
                <a:lnTo>
                  <a:pt x="13599" y="22"/>
                </a:lnTo>
                <a:lnTo>
                  <a:pt x="17280" y="0"/>
                </a:lnTo>
                <a:close/>
              </a:path>
            </a:pathLst>
          </a:custGeom>
          <a:solidFill>
            <a:srgbClr val="3433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2" name="contour_17860"/>
          <p:cNvSpPr/>
          <p:nvPr/>
        </p:nvSpPr>
        <p:spPr>
          <a:xfrm>
            <a:off x="10920498" y="497041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CD4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3" name="contour_17861"/>
          <p:cNvSpPr/>
          <p:nvPr/>
        </p:nvSpPr>
        <p:spPr>
          <a:xfrm>
            <a:off x="8712237" y="495583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81" y="3056"/>
                </a:lnTo>
                <a:lnTo>
                  <a:pt x="19562" y="6113"/>
                </a:lnTo>
                <a:lnTo>
                  <a:pt x="18540" y="9180"/>
                </a:lnTo>
                <a:lnTo>
                  <a:pt x="17514" y="12258"/>
                </a:lnTo>
                <a:lnTo>
                  <a:pt x="16481" y="15352"/>
                </a:lnTo>
                <a:lnTo>
                  <a:pt x="15444" y="18463"/>
                </a:lnTo>
                <a:lnTo>
                  <a:pt x="14400" y="21600"/>
                </a:lnTo>
                <a:lnTo>
                  <a:pt x="12362" y="20072"/>
                </a:lnTo>
                <a:lnTo>
                  <a:pt x="10325" y="18544"/>
                </a:lnTo>
                <a:lnTo>
                  <a:pt x="8280" y="17010"/>
                </a:lnTo>
                <a:lnTo>
                  <a:pt x="6228" y="15471"/>
                </a:lnTo>
                <a:lnTo>
                  <a:pt x="4165" y="13921"/>
                </a:lnTo>
                <a:lnTo>
                  <a:pt x="2092" y="12366"/>
                </a:lnTo>
                <a:lnTo>
                  <a:pt x="0" y="10800"/>
                </a:lnTo>
                <a:lnTo>
                  <a:pt x="4028" y="7587"/>
                </a:lnTo>
                <a:lnTo>
                  <a:pt x="7236" y="5081"/>
                </a:lnTo>
                <a:lnTo>
                  <a:pt x="9799" y="3202"/>
                </a:lnTo>
                <a:lnTo>
                  <a:pt x="11898" y="1852"/>
                </a:lnTo>
                <a:lnTo>
                  <a:pt x="13705" y="950"/>
                </a:lnTo>
                <a:lnTo>
                  <a:pt x="15401" y="400"/>
                </a:lnTo>
                <a:lnTo>
                  <a:pt x="17161" y="119"/>
                </a:lnTo>
                <a:lnTo>
                  <a:pt x="19170" y="16"/>
                </a:lnTo>
                <a:lnTo>
                  <a:pt x="21600" y="0"/>
                </a:lnTo>
                <a:close/>
              </a:path>
            </a:pathLst>
          </a:custGeom>
          <a:solidFill>
            <a:srgbClr val="EC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4" name="contour_17862"/>
          <p:cNvSpPr/>
          <p:nvPr/>
        </p:nvSpPr>
        <p:spPr>
          <a:xfrm>
            <a:off x="7188682" y="4963122"/>
            <a:ext cx="295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" y="0"/>
                </a:moveTo>
                <a:lnTo>
                  <a:pt x="2907" y="1782"/>
                </a:lnTo>
                <a:lnTo>
                  <a:pt x="5552" y="3568"/>
                </a:lnTo>
                <a:lnTo>
                  <a:pt x="8197" y="5353"/>
                </a:lnTo>
                <a:lnTo>
                  <a:pt x="10853" y="7146"/>
                </a:lnTo>
                <a:lnTo>
                  <a:pt x="13520" y="8946"/>
                </a:lnTo>
                <a:lnTo>
                  <a:pt x="16197" y="10753"/>
                </a:lnTo>
                <a:lnTo>
                  <a:pt x="18891" y="12571"/>
                </a:lnTo>
                <a:lnTo>
                  <a:pt x="21600" y="14400"/>
                </a:lnTo>
                <a:lnTo>
                  <a:pt x="18960" y="16182"/>
                </a:lnTo>
                <a:lnTo>
                  <a:pt x="16309" y="17971"/>
                </a:lnTo>
                <a:lnTo>
                  <a:pt x="13637" y="19775"/>
                </a:lnTo>
                <a:lnTo>
                  <a:pt x="10933" y="21600"/>
                </a:lnTo>
                <a:lnTo>
                  <a:pt x="8283" y="19188"/>
                </a:lnTo>
                <a:lnTo>
                  <a:pt x="6000" y="16934"/>
                </a:lnTo>
                <a:lnTo>
                  <a:pt x="4091" y="14767"/>
                </a:lnTo>
                <a:lnTo>
                  <a:pt x="2544" y="12629"/>
                </a:lnTo>
                <a:lnTo>
                  <a:pt x="1360" y="10447"/>
                </a:lnTo>
                <a:lnTo>
                  <a:pt x="544" y="8161"/>
                </a:lnTo>
                <a:lnTo>
                  <a:pt x="91" y="5702"/>
                </a:lnTo>
                <a:lnTo>
                  <a:pt x="0" y="3002"/>
                </a:lnTo>
                <a:lnTo>
                  <a:pt x="267" y="0"/>
                </a:lnTo>
                <a:close/>
              </a:path>
            </a:pathLst>
          </a:custGeom>
          <a:solidFill>
            <a:srgbClr val="C5D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5" name="contour_17863"/>
          <p:cNvSpPr/>
          <p:nvPr/>
        </p:nvSpPr>
        <p:spPr>
          <a:xfrm>
            <a:off x="1846949" y="4970410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7683" y="11635"/>
                </a:lnTo>
                <a:lnTo>
                  <a:pt x="14807" y="14854"/>
                </a:lnTo>
                <a:lnTo>
                  <a:pt x="12715" y="17114"/>
                </a:lnTo>
                <a:lnTo>
                  <a:pt x="11164" y="18670"/>
                </a:lnTo>
                <a:lnTo>
                  <a:pt x="9893" y="19764"/>
                </a:lnTo>
                <a:lnTo>
                  <a:pt x="8658" y="20657"/>
                </a:lnTo>
                <a:lnTo>
                  <a:pt x="7200" y="21600"/>
                </a:lnTo>
                <a:lnTo>
                  <a:pt x="4792" y="20210"/>
                </a:lnTo>
                <a:lnTo>
                  <a:pt x="3240" y="18994"/>
                </a:lnTo>
                <a:lnTo>
                  <a:pt x="1868" y="1728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4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6" name="contour_17864"/>
          <p:cNvSpPr/>
          <p:nvPr/>
        </p:nvSpPr>
        <p:spPr>
          <a:xfrm>
            <a:off x="11379641" y="495583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665" y="15746"/>
                </a:lnTo>
                <a:lnTo>
                  <a:pt x="6653" y="11059"/>
                </a:lnTo>
                <a:lnTo>
                  <a:pt x="9086" y="7409"/>
                </a:lnTo>
                <a:lnTo>
                  <a:pt x="11102" y="4666"/>
                </a:lnTo>
                <a:lnTo>
                  <a:pt x="12823" y="2700"/>
                </a:lnTo>
                <a:lnTo>
                  <a:pt x="14386" y="1382"/>
                </a:lnTo>
                <a:lnTo>
                  <a:pt x="15912" y="583"/>
                </a:lnTo>
                <a:lnTo>
                  <a:pt x="17539" y="173"/>
                </a:lnTo>
                <a:lnTo>
                  <a:pt x="19393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2021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7" name="contour_17865"/>
          <p:cNvSpPr/>
          <p:nvPr/>
        </p:nvSpPr>
        <p:spPr>
          <a:xfrm>
            <a:off x="7735646" y="4919394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1782"/>
                </a:lnTo>
                <a:lnTo>
                  <a:pt x="15816" y="3568"/>
                </a:lnTo>
                <a:lnTo>
                  <a:pt x="17250" y="5360"/>
                </a:lnTo>
                <a:lnTo>
                  <a:pt x="18688" y="7160"/>
                </a:lnTo>
                <a:lnTo>
                  <a:pt x="20140" y="8971"/>
                </a:lnTo>
                <a:lnTo>
                  <a:pt x="21600" y="10800"/>
                </a:lnTo>
                <a:lnTo>
                  <a:pt x="20516" y="11344"/>
                </a:lnTo>
                <a:lnTo>
                  <a:pt x="19513" y="11844"/>
                </a:lnTo>
                <a:lnTo>
                  <a:pt x="18425" y="12388"/>
                </a:lnTo>
                <a:lnTo>
                  <a:pt x="17064" y="13068"/>
                </a:lnTo>
                <a:lnTo>
                  <a:pt x="15258" y="13972"/>
                </a:lnTo>
                <a:lnTo>
                  <a:pt x="12826" y="15188"/>
                </a:lnTo>
                <a:lnTo>
                  <a:pt x="9590" y="16805"/>
                </a:lnTo>
                <a:lnTo>
                  <a:pt x="5374" y="18914"/>
                </a:lnTo>
                <a:lnTo>
                  <a:pt x="0" y="21600"/>
                </a:lnTo>
                <a:lnTo>
                  <a:pt x="1296" y="19440"/>
                </a:lnTo>
                <a:lnTo>
                  <a:pt x="2592" y="17280"/>
                </a:lnTo>
                <a:lnTo>
                  <a:pt x="3888" y="15120"/>
                </a:lnTo>
                <a:lnTo>
                  <a:pt x="5184" y="12960"/>
                </a:lnTo>
                <a:lnTo>
                  <a:pt x="6480" y="10800"/>
                </a:lnTo>
                <a:lnTo>
                  <a:pt x="7776" y="8640"/>
                </a:lnTo>
                <a:lnTo>
                  <a:pt x="9072" y="6480"/>
                </a:lnTo>
                <a:lnTo>
                  <a:pt x="10368" y="4320"/>
                </a:lnTo>
                <a:lnTo>
                  <a:pt x="11664" y="2160"/>
                </a:lnTo>
                <a:lnTo>
                  <a:pt x="12960" y="0"/>
                </a:lnTo>
                <a:close/>
              </a:path>
            </a:pathLst>
          </a:custGeom>
          <a:solidFill>
            <a:srgbClr val="D2D5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8" name="contour_17866"/>
          <p:cNvSpPr/>
          <p:nvPr/>
        </p:nvSpPr>
        <p:spPr>
          <a:xfrm>
            <a:off x="6963119" y="491939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8A64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69" name="contour_17867"/>
          <p:cNvSpPr/>
          <p:nvPr/>
        </p:nvSpPr>
        <p:spPr>
          <a:xfrm>
            <a:off x="3617930" y="4934604"/>
            <a:ext cx="36440" cy="295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2" y="1537"/>
                </a:moveTo>
                <a:lnTo>
                  <a:pt x="19833" y="3191"/>
                </a:lnTo>
                <a:lnTo>
                  <a:pt x="21600" y="4872"/>
                </a:lnTo>
                <a:lnTo>
                  <a:pt x="20097" y="8281"/>
                </a:lnTo>
                <a:lnTo>
                  <a:pt x="18939" y="10800"/>
                </a:lnTo>
                <a:lnTo>
                  <a:pt x="17885" y="12876"/>
                </a:lnTo>
                <a:lnTo>
                  <a:pt x="16701" y="14951"/>
                </a:lnTo>
                <a:lnTo>
                  <a:pt x="15137" y="17470"/>
                </a:lnTo>
                <a:lnTo>
                  <a:pt x="12960" y="20880"/>
                </a:lnTo>
                <a:lnTo>
                  <a:pt x="9487" y="2136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60"/>
                </a:lnTo>
                <a:lnTo>
                  <a:pt x="0" y="20880"/>
                </a:lnTo>
                <a:lnTo>
                  <a:pt x="0" y="17353"/>
                </a:lnTo>
                <a:lnTo>
                  <a:pt x="0" y="13804"/>
                </a:lnTo>
                <a:lnTo>
                  <a:pt x="0" y="10208"/>
                </a:lnTo>
                <a:lnTo>
                  <a:pt x="4018" y="5955"/>
                </a:lnTo>
                <a:lnTo>
                  <a:pt x="7029" y="2956"/>
                </a:lnTo>
                <a:lnTo>
                  <a:pt x="9353" y="1067"/>
                </a:lnTo>
                <a:lnTo>
                  <a:pt x="11305" y="128"/>
                </a:lnTo>
                <a:lnTo>
                  <a:pt x="13202" y="0"/>
                </a:lnTo>
                <a:lnTo>
                  <a:pt x="15358" y="518"/>
                </a:lnTo>
                <a:lnTo>
                  <a:pt x="18092" y="1537"/>
                </a:lnTo>
                <a:close/>
              </a:path>
            </a:pathLst>
          </a:custGeom>
          <a:solidFill>
            <a:srgbClr val="A0AA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0" name="contour_17868"/>
          <p:cNvSpPr/>
          <p:nvPr/>
        </p:nvSpPr>
        <p:spPr>
          <a:xfrm>
            <a:off x="6642447" y="492668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86" y="1226"/>
                </a:lnTo>
                <a:lnTo>
                  <a:pt x="8640" y="2192"/>
                </a:lnTo>
                <a:lnTo>
                  <a:pt x="10394" y="3418"/>
                </a:lnTo>
                <a:lnTo>
                  <a:pt x="12960" y="5400"/>
                </a:lnTo>
                <a:lnTo>
                  <a:pt x="12960" y="8969"/>
                </a:lnTo>
                <a:lnTo>
                  <a:pt x="12960" y="12560"/>
                </a:lnTo>
                <a:lnTo>
                  <a:pt x="12960" y="16200"/>
                </a:lnTo>
                <a:lnTo>
                  <a:pt x="15098" y="17539"/>
                </a:lnTo>
                <a:lnTo>
                  <a:pt x="17245" y="18878"/>
                </a:lnTo>
                <a:lnTo>
                  <a:pt x="19410" y="20234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D8E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1" name="contour_17869"/>
          <p:cNvSpPr/>
          <p:nvPr/>
        </p:nvSpPr>
        <p:spPr>
          <a:xfrm>
            <a:off x="4995361" y="491939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892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2" name="contour_17870"/>
          <p:cNvSpPr/>
          <p:nvPr/>
        </p:nvSpPr>
        <p:spPr>
          <a:xfrm>
            <a:off x="1621021" y="4932709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7100"/>
                </a:lnTo>
                <a:lnTo>
                  <a:pt x="10800" y="12573"/>
                </a:lnTo>
                <a:lnTo>
                  <a:pt x="10800" y="7985"/>
                </a:lnTo>
                <a:lnTo>
                  <a:pt x="8122" y="5888"/>
                </a:lnTo>
                <a:lnTo>
                  <a:pt x="6221" y="4486"/>
                </a:lnTo>
                <a:lnTo>
                  <a:pt x="4579" y="3451"/>
                </a:lnTo>
                <a:lnTo>
                  <a:pt x="2678" y="2457"/>
                </a:lnTo>
                <a:lnTo>
                  <a:pt x="0" y="1178"/>
                </a:lnTo>
                <a:close/>
              </a:path>
            </a:pathLst>
          </a:custGeom>
          <a:solidFill>
            <a:srgbClr val="F0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3" name="contour_17871"/>
          <p:cNvSpPr/>
          <p:nvPr/>
        </p:nvSpPr>
        <p:spPr>
          <a:xfrm>
            <a:off x="11066258" y="49121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290"/>
                </a:lnTo>
                <a:lnTo>
                  <a:pt x="9210" y="4585"/>
                </a:lnTo>
                <a:lnTo>
                  <a:pt x="11664" y="6885"/>
                </a:lnTo>
                <a:lnTo>
                  <a:pt x="14126" y="9196"/>
                </a:lnTo>
                <a:lnTo>
                  <a:pt x="16602" y="11513"/>
                </a:lnTo>
                <a:lnTo>
                  <a:pt x="19090" y="13851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999D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4" name="contour_17872"/>
          <p:cNvSpPr/>
          <p:nvPr/>
        </p:nvSpPr>
        <p:spPr>
          <a:xfrm>
            <a:off x="5119257" y="491210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2143"/>
                </a:lnTo>
                <a:lnTo>
                  <a:pt x="10260" y="4320"/>
                </a:lnTo>
                <a:lnTo>
                  <a:pt x="11599" y="6463"/>
                </a:lnTo>
                <a:lnTo>
                  <a:pt x="12960" y="8640"/>
                </a:lnTo>
                <a:lnTo>
                  <a:pt x="15816" y="8640"/>
                </a:lnTo>
                <a:lnTo>
                  <a:pt x="18688" y="8640"/>
                </a:lnTo>
                <a:lnTo>
                  <a:pt x="21600" y="8640"/>
                </a:lnTo>
                <a:lnTo>
                  <a:pt x="20745" y="11206"/>
                </a:lnTo>
                <a:lnTo>
                  <a:pt x="19885" y="13781"/>
                </a:lnTo>
                <a:lnTo>
                  <a:pt x="19025" y="16364"/>
                </a:lnTo>
                <a:lnTo>
                  <a:pt x="18157" y="18969"/>
                </a:lnTo>
                <a:lnTo>
                  <a:pt x="17280" y="21600"/>
                </a:lnTo>
                <a:lnTo>
                  <a:pt x="14835" y="20377"/>
                </a:lnTo>
                <a:lnTo>
                  <a:pt x="12390" y="19155"/>
                </a:lnTo>
                <a:lnTo>
                  <a:pt x="9936" y="17928"/>
                </a:lnTo>
                <a:lnTo>
                  <a:pt x="7474" y="16697"/>
                </a:lnTo>
                <a:lnTo>
                  <a:pt x="4998" y="15457"/>
                </a:lnTo>
                <a:lnTo>
                  <a:pt x="2510" y="14213"/>
                </a:lnTo>
                <a:lnTo>
                  <a:pt x="0" y="12960"/>
                </a:lnTo>
                <a:lnTo>
                  <a:pt x="2856" y="12960"/>
                </a:lnTo>
                <a:lnTo>
                  <a:pt x="5728" y="12960"/>
                </a:lnTo>
                <a:lnTo>
                  <a:pt x="8640" y="12960"/>
                </a:lnTo>
                <a:lnTo>
                  <a:pt x="8640" y="10394"/>
                </a:lnTo>
                <a:lnTo>
                  <a:pt x="8640" y="7819"/>
                </a:lnTo>
                <a:lnTo>
                  <a:pt x="8640" y="5236"/>
                </a:lnTo>
                <a:lnTo>
                  <a:pt x="8640" y="2631"/>
                </a:lnTo>
                <a:lnTo>
                  <a:pt x="8640" y="0"/>
                </a:lnTo>
                <a:close/>
              </a:path>
            </a:pathLst>
          </a:custGeom>
          <a:solidFill>
            <a:srgbClr val="DED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5" name="contour_17873"/>
          <p:cNvSpPr/>
          <p:nvPr/>
        </p:nvSpPr>
        <p:spPr>
          <a:xfrm>
            <a:off x="4375882" y="490481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513D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6" name="contour_17874"/>
          <p:cNvSpPr/>
          <p:nvPr/>
        </p:nvSpPr>
        <p:spPr>
          <a:xfrm>
            <a:off x="4295714" y="490481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62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7" name="contour_17875"/>
          <p:cNvSpPr/>
          <p:nvPr/>
        </p:nvSpPr>
        <p:spPr>
          <a:xfrm>
            <a:off x="11503537" y="490481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1663"/>
                </a:lnTo>
                <a:lnTo>
                  <a:pt x="5404" y="3348"/>
                </a:lnTo>
                <a:lnTo>
                  <a:pt x="8104" y="5047"/>
                </a:lnTo>
                <a:lnTo>
                  <a:pt x="10800" y="6754"/>
                </a:lnTo>
                <a:lnTo>
                  <a:pt x="12809" y="8006"/>
                </a:lnTo>
                <a:lnTo>
                  <a:pt x="14826" y="9266"/>
                </a:lnTo>
                <a:lnTo>
                  <a:pt x="16874" y="10548"/>
                </a:lnTo>
                <a:lnTo>
                  <a:pt x="19220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8" name="contour_17876"/>
          <p:cNvSpPr/>
          <p:nvPr/>
        </p:nvSpPr>
        <p:spPr>
          <a:xfrm>
            <a:off x="5104681" y="4897530"/>
            <a:ext cx="3568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47" y="0"/>
                </a:moveTo>
                <a:lnTo>
                  <a:pt x="19791" y="5324"/>
                </a:lnTo>
                <a:lnTo>
                  <a:pt x="21053" y="8878"/>
                </a:lnTo>
                <a:lnTo>
                  <a:pt x="21596" y="11497"/>
                </a:lnTo>
                <a:lnTo>
                  <a:pt x="21600" y="13997"/>
                </a:lnTo>
                <a:lnTo>
                  <a:pt x="21229" y="17215"/>
                </a:lnTo>
                <a:lnTo>
                  <a:pt x="19451" y="19391"/>
                </a:lnTo>
                <a:lnTo>
                  <a:pt x="17647" y="21600"/>
                </a:lnTo>
                <a:lnTo>
                  <a:pt x="14576" y="21092"/>
                </a:lnTo>
                <a:lnTo>
                  <a:pt x="11625" y="20385"/>
                </a:lnTo>
                <a:lnTo>
                  <a:pt x="8744" y="19505"/>
                </a:lnTo>
                <a:lnTo>
                  <a:pt x="5881" y="18495"/>
                </a:lnTo>
                <a:lnTo>
                  <a:pt x="2982" y="17383"/>
                </a:lnTo>
                <a:lnTo>
                  <a:pt x="0" y="16200"/>
                </a:lnTo>
                <a:lnTo>
                  <a:pt x="2497" y="13910"/>
                </a:lnTo>
                <a:lnTo>
                  <a:pt x="4994" y="11615"/>
                </a:lnTo>
                <a:lnTo>
                  <a:pt x="7500" y="9315"/>
                </a:lnTo>
                <a:lnTo>
                  <a:pt x="10015" y="7004"/>
                </a:lnTo>
                <a:lnTo>
                  <a:pt x="12543" y="4687"/>
                </a:lnTo>
                <a:lnTo>
                  <a:pt x="15084" y="2349"/>
                </a:lnTo>
                <a:lnTo>
                  <a:pt x="17647" y="0"/>
                </a:lnTo>
                <a:close/>
              </a:path>
            </a:pathLst>
          </a:custGeom>
          <a:solidFill>
            <a:srgbClr val="E5E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79" name="contour_17877"/>
          <p:cNvSpPr/>
          <p:nvPr/>
        </p:nvSpPr>
        <p:spPr>
          <a:xfrm>
            <a:off x="8056317" y="4889258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F5F5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0" name="contour_17878"/>
          <p:cNvSpPr/>
          <p:nvPr/>
        </p:nvSpPr>
        <p:spPr>
          <a:xfrm>
            <a:off x="6503975" y="4889528"/>
            <a:ext cx="43728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126"/>
                </a:lnTo>
                <a:lnTo>
                  <a:pt x="12823" y="244"/>
                </a:lnTo>
                <a:lnTo>
                  <a:pt x="14062" y="293"/>
                </a:lnTo>
                <a:lnTo>
                  <a:pt x="17788" y="432"/>
                </a:lnTo>
                <a:lnTo>
                  <a:pt x="19681" y="558"/>
                </a:lnTo>
                <a:lnTo>
                  <a:pt x="21600" y="683"/>
                </a:lnTo>
                <a:lnTo>
                  <a:pt x="19814" y="1980"/>
                </a:lnTo>
                <a:lnTo>
                  <a:pt x="18000" y="3298"/>
                </a:lnTo>
                <a:lnTo>
                  <a:pt x="16214" y="5459"/>
                </a:lnTo>
                <a:lnTo>
                  <a:pt x="14400" y="7656"/>
                </a:lnTo>
                <a:lnTo>
                  <a:pt x="14400" y="12264"/>
                </a:lnTo>
                <a:lnTo>
                  <a:pt x="14400" y="16901"/>
                </a:lnTo>
                <a:lnTo>
                  <a:pt x="14400" y="21600"/>
                </a:lnTo>
                <a:lnTo>
                  <a:pt x="12366" y="19627"/>
                </a:lnTo>
                <a:lnTo>
                  <a:pt x="10325" y="17654"/>
                </a:lnTo>
                <a:lnTo>
                  <a:pt x="8280" y="15674"/>
                </a:lnTo>
                <a:lnTo>
                  <a:pt x="6228" y="13687"/>
                </a:lnTo>
                <a:lnTo>
                  <a:pt x="4165" y="11692"/>
                </a:lnTo>
                <a:lnTo>
                  <a:pt x="2092" y="9684"/>
                </a:lnTo>
                <a:lnTo>
                  <a:pt x="0" y="7656"/>
                </a:lnTo>
                <a:lnTo>
                  <a:pt x="2149" y="3619"/>
                </a:lnTo>
                <a:lnTo>
                  <a:pt x="3686" y="1471"/>
                </a:lnTo>
                <a:lnTo>
                  <a:pt x="5353" y="509"/>
                </a:lnTo>
                <a:lnTo>
                  <a:pt x="7888" y="0"/>
                </a:lnTo>
                <a:close/>
              </a:path>
            </a:pathLst>
          </a:custGeom>
          <a:solidFill>
            <a:srgbClr val="B7D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1" name="contour_17879"/>
          <p:cNvSpPr/>
          <p:nvPr/>
        </p:nvSpPr>
        <p:spPr>
          <a:xfrm>
            <a:off x="7786662" y="4882794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"/>
                </a:moveTo>
                <a:lnTo>
                  <a:pt x="7452" y="0"/>
                </a:lnTo>
                <a:lnTo>
                  <a:pt x="9763" y="465"/>
                </a:lnTo>
                <a:lnTo>
                  <a:pt x="13228" y="1944"/>
                </a:lnTo>
                <a:lnTo>
                  <a:pt x="14412" y="2416"/>
                </a:lnTo>
                <a:lnTo>
                  <a:pt x="17971" y="3845"/>
                </a:lnTo>
                <a:lnTo>
                  <a:pt x="19773" y="5561"/>
                </a:lnTo>
                <a:lnTo>
                  <a:pt x="21600" y="7305"/>
                </a:lnTo>
                <a:lnTo>
                  <a:pt x="21600" y="12029"/>
                </a:lnTo>
                <a:lnTo>
                  <a:pt x="21600" y="16783"/>
                </a:lnTo>
                <a:lnTo>
                  <a:pt x="21600" y="21600"/>
                </a:lnTo>
                <a:lnTo>
                  <a:pt x="18926" y="20714"/>
                </a:lnTo>
                <a:lnTo>
                  <a:pt x="16252" y="19827"/>
                </a:lnTo>
                <a:lnTo>
                  <a:pt x="13569" y="18941"/>
                </a:lnTo>
                <a:lnTo>
                  <a:pt x="10882" y="18055"/>
                </a:lnTo>
                <a:lnTo>
                  <a:pt x="8182" y="17161"/>
                </a:lnTo>
                <a:lnTo>
                  <a:pt x="5469" y="16261"/>
                </a:lnTo>
                <a:lnTo>
                  <a:pt x="2743" y="15360"/>
                </a:lnTo>
                <a:lnTo>
                  <a:pt x="0" y="14452"/>
                </a:lnTo>
                <a:lnTo>
                  <a:pt x="1071" y="10914"/>
                </a:lnTo>
                <a:lnTo>
                  <a:pt x="2143" y="7362"/>
                </a:lnTo>
                <a:lnTo>
                  <a:pt x="3227" y="3781"/>
                </a:lnTo>
                <a:lnTo>
                  <a:pt x="4320" y="157"/>
                </a:lnTo>
                <a:close/>
              </a:path>
            </a:pathLst>
          </a:custGeom>
          <a:solidFill>
            <a:srgbClr val="47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2" name="contour_17880"/>
          <p:cNvSpPr/>
          <p:nvPr/>
        </p:nvSpPr>
        <p:spPr>
          <a:xfrm>
            <a:off x="3668946" y="488295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7673" y="7135"/>
                </a:lnTo>
                <a:lnTo>
                  <a:pt x="14934" y="12053"/>
                </a:lnTo>
                <a:lnTo>
                  <a:pt x="13020" y="15358"/>
                </a:lnTo>
                <a:lnTo>
                  <a:pt x="11573" y="17654"/>
                </a:lnTo>
                <a:lnTo>
                  <a:pt x="10234" y="19534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C92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3" name="contour_17881"/>
          <p:cNvSpPr/>
          <p:nvPr/>
        </p:nvSpPr>
        <p:spPr>
          <a:xfrm>
            <a:off x="899510" y="487566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E8EB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4" name="contour_17882"/>
          <p:cNvSpPr/>
          <p:nvPr/>
        </p:nvSpPr>
        <p:spPr>
          <a:xfrm>
            <a:off x="3705386" y="487566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904" y="616"/>
                </a:lnTo>
                <a:lnTo>
                  <a:pt x="6701" y="1112"/>
                </a:lnTo>
                <a:lnTo>
                  <a:pt x="9164" y="1660"/>
                </a:lnTo>
                <a:lnTo>
                  <a:pt x="12069" y="2430"/>
                </a:lnTo>
                <a:lnTo>
                  <a:pt x="16200" y="3600"/>
                </a:lnTo>
                <a:lnTo>
                  <a:pt x="17815" y="6156"/>
                </a:lnTo>
                <a:lnTo>
                  <a:pt x="18738" y="7967"/>
                </a:lnTo>
                <a:lnTo>
                  <a:pt x="19321" y="9904"/>
                </a:lnTo>
                <a:lnTo>
                  <a:pt x="19915" y="12823"/>
                </a:lnTo>
                <a:lnTo>
                  <a:pt x="20444" y="15289"/>
                </a:lnTo>
                <a:lnTo>
                  <a:pt x="20990" y="17788"/>
                </a:lnTo>
                <a:lnTo>
                  <a:pt x="21292" y="19681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9110" y="19246"/>
                </a:lnTo>
                <a:lnTo>
                  <a:pt x="7949" y="17507"/>
                </a:lnTo>
                <a:lnTo>
                  <a:pt x="7025" y="15865"/>
                </a:lnTo>
                <a:lnTo>
                  <a:pt x="6048" y="13802"/>
                </a:lnTo>
                <a:lnTo>
                  <a:pt x="4725" y="10800"/>
                </a:lnTo>
                <a:lnTo>
                  <a:pt x="3818" y="8791"/>
                </a:lnTo>
                <a:lnTo>
                  <a:pt x="2905" y="6772"/>
                </a:lnTo>
                <a:lnTo>
                  <a:pt x="1982" y="4723"/>
                </a:lnTo>
                <a:lnTo>
                  <a:pt x="999" y="2380"/>
                </a:lnTo>
                <a:lnTo>
                  <a:pt x="0" y="0"/>
                </a:lnTo>
                <a:close/>
              </a:path>
            </a:pathLst>
          </a:custGeom>
          <a:solidFill>
            <a:srgbClr val="E6EA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5" name="contour_17883"/>
          <p:cNvSpPr/>
          <p:nvPr/>
        </p:nvSpPr>
        <p:spPr>
          <a:xfrm>
            <a:off x="10767450" y="486837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9461" y="18926"/>
                </a:lnTo>
                <a:lnTo>
                  <a:pt x="8127" y="16252"/>
                </a:lnTo>
                <a:lnTo>
                  <a:pt x="6782" y="13569"/>
                </a:lnTo>
                <a:lnTo>
                  <a:pt x="5438" y="10882"/>
                </a:lnTo>
                <a:lnTo>
                  <a:pt x="4093" y="8182"/>
                </a:lnTo>
                <a:lnTo>
                  <a:pt x="2738" y="5469"/>
                </a:lnTo>
                <a:lnTo>
                  <a:pt x="1372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9599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6" name="contour_17884"/>
          <p:cNvSpPr/>
          <p:nvPr/>
        </p:nvSpPr>
        <p:spPr>
          <a:xfrm>
            <a:off x="1744917" y="486109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1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936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7" name="contour_17885"/>
          <p:cNvSpPr/>
          <p:nvPr/>
        </p:nvSpPr>
        <p:spPr>
          <a:xfrm>
            <a:off x="965102" y="4868378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FBF0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8" name="contour_17886"/>
          <p:cNvSpPr/>
          <p:nvPr/>
        </p:nvSpPr>
        <p:spPr>
          <a:xfrm>
            <a:off x="4106226" y="4853802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529"/>
                </a:lnTo>
                <a:lnTo>
                  <a:pt x="6626" y="1009"/>
                </a:lnTo>
                <a:lnTo>
                  <a:pt x="9088" y="1637"/>
                </a:lnTo>
                <a:lnTo>
                  <a:pt x="12020" y="2613"/>
                </a:lnTo>
                <a:lnTo>
                  <a:pt x="16200" y="4134"/>
                </a:lnTo>
                <a:lnTo>
                  <a:pt x="17620" y="6862"/>
                </a:lnTo>
                <a:lnTo>
                  <a:pt x="18733" y="9541"/>
                </a:lnTo>
                <a:lnTo>
                  <a:pt x="19618" y="12208"/>
                </a:lnTo>
                <a:lnTo>
                  <a:pt x="20342" y="14924"/>
                </a:lnTo>
                <a:lnTo>
                  <a:pt x="20979" y="17726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4250" y="18144"/>
                </a:lnTo>
                <a:lnTo>
                  <a:pt x="3289" y="15606"/>
                </a:lnTo>
                <a:lnTo>
                  <a:pt x="2484" y="13055"/>
                </a:lnTo>
                <a:lnTo>
                  <a:pt x="1814" y="10488"/>
                </a:lnTo>
                <a:lnTo>
                  <a:pt x="1253" y="7900"/>
                </a:lnTo>
                <a:lnTo>
                  <a:pt x="783" y="5291"/>
                </a:lnTo>
                <a:lnTo>
                  <a:pt x="373" y="2658"/>
                </a:lnTo>
                <a:lnTo>
                  <a:pt x="0" y="0"/>
                </a:lnTo>
                <a:close/>
              </a:path>
            </a:pathLst>
          </a:custGeom>
          <a:solidFill>
            <a:srgbClr val="D2D6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89" name="contour_17887"/>
          <p:cNvSpPr/>
          <p:nvPr/>
        </p:nvSpPr>
        <p:spPr>
          <a:xfrm>
            <a:off x="8048264" y="4831938"/>
            <a:ext cx="2262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" y="0"/>
                </a:moveTo>
                <a:lnTo>
                  <a:pt x="4863" y="855"/>
                </a:lnTo>
                <a:lnTo>
                  <a:pt x="9009" y="1715"/>
                </a:lnTo>
                <a:lnTo>
                  <a:pt x="13169" y="2575"/>
                </a:lnTo>
                <a:lnTo>
                  <a:pt x="17363" y="3443"/>
                </a:lnTo>
                <a:lnTo>
                  <a:pt x="21600" y="4320"/>
                </a:lnTo>
                <a:lnTo>
                  <a:pt x="20452" y="7171"/>
                </a:lnTo>
                <a:lnTo>
                  <a:pt x="19304" y="10027"/>
                </a:lnTo>
                <a:lnTo>
                  <a:pt x="18150" y="12895"/>
                </a:lnTo>
                <a:lnTo>
                  <a:pt x="16988" y="15777"/>
                </a:lnTo>
                <a:lnTo>
                  <a:pt x="15819" y="18675"/>
                </a:lnTo>
                <a:lnTo>
                  <a:pt x="14643" y="21600"/>
                </a:lnTo>
                <a:lnTo>
                  <a:pt x="10511" y="20926"/>
                </a:lnTo>
                <a:lnTo>
                  <a:pt x="7687" y="20252"/>
                </a:lnTo>
                <a:lnTo>
                  <a:pt x="4863" y="19172"/>
                </a:lnTo>
                <a:lnTo>
                  <a:pt x="730" y="17280"/>
                </a:lnTo>
                <a:lnTo>
                  <a:pt x="223" y="14360"/>
                </a:lnTo>
                <a:lnTo>
                  <a:pt x="0" y="11504"/>
                </a:lnTo>
                <a:lnTo>
                  <a:pt x="0" y="8675"/>
                </a:lnTo>
                <a:lnTo>
                  <a:pt x="160" y="5841"/>
                </a:lnTo>
                <a:lnTo>
                  <a:pt x="417" y="2964"/>
                </a:lnTo>
                <a:lnTo>
                  <a:pt x="730" y="0"/>
                </a:lnTo>
                <a:close/>
              </a:path>
            </a:pathLst>
          </a:custGeom>
          <a:solidFill>
            <a:srgbClr val="2826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0" name="contour_17888"/>
          <p:cNvSpPr/>
          <p:nvPr/>
        </p:nvSpPr>
        <p:spPr>
          <a:xfrm>
            <a:off x="7648190" y="485380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0394" y="20531"/>
                </a:lnTo>
                <a:lnTo>
                  <a:pt x="7819" y="19456"/>
                </a:lnTo>
                <a:lnTo>
                  <a:pt x="5236" y="18382"/>
                </a:lnTo>
                <a:lnTo>
                  <a:pt x="2631" y="17296"/>
                </a:lnTo>
                <a:lnTo>
                  <a:pt x="0" y="16200"/>
                </a:lnTo>
                <a:lnTo>
                  <a:pt x="1961" y="13478"/>
                </a:lnTo>
                <a:lnTo>
                  <a:pt x="3944" y="10778"/>
                </a:lnTo>
                <a:lnTo>
                  <a:pt x="5940" y="8100"/>
                </a:lnTo>
                <a:lnTo>
                  <a:pt x="6774" y="6966"/>
                </a:lnTo>
                <a:lnTo>
                  <a:pt x="9279" y="3542"/>
                </a:lnTo>
                <a:lnTo>
                  <a:pt x="11146" y="1814"/>
                </a:lnTo>
                <a:lnTo>
                  <a:pt x="12718" y="767"/>
                </a:lnTo>
                <a:lnTo>
                  <a:pt x="14589" y="227"/>
                </a:lnTo>
                <a:lnTo>
                  <a:pt x="17353" y="27"/>
                </a:lnTo>
                <a:lnTo>
                  <a:pt x="21600" y="0"/>
                </a:lnTo>
                <a:close/>
              </a:path>
            </a:pathLst>
          </a:custGeom>
          <a:solidFill>
            <a:srgbClr val="EA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1" name="contour_17889"/>
          <p:cNvSpPr/>
          <p:nvPr/>
        </p:nvSpPr>
        <p:spPr>
          <a:xfrm>
            <a:off x="6525839" y="4846514"/>
            <a:ext cx="230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1" y="0"/>
                </a:moveTo>
                <a:lnTo>
                  <a:pt x="10855" y="745"/>
                </a:lnTo>
                <a:lnTo>
                  <a:pt x="13621" y="1368"/>
                </a:lnTo>
                <a:lnTo>
                  <a:pt x="16408" y="2207"/>
                </a:lnTo>
                <a:lnTo>
                  <a:pt x="20493" y="3600"/>
                </a:lnTo>
                <a:lnTo>
                  <a:pt x="21258" y="6156"/>
                </a:lnTo>
                <a:lnTo>
                  <a:pt x="21600" y="7967"/>
                </a:lnTo>
                <a:lnTo>
                  <a:pt x="21600" y="9904"/>
                </a:lnTo>
                <a:lnTo>
                  <a:pt x="21347" y="12823"/>
                </a:lnTo>
                <a:lnTo>
                  <a:pt x="21163" y="15289"/>
                </a:lnTo>
                <a:lnTo>
                  <a:pt x="20972" y="17788"/>
                </a:lnTo>
                <a:lnTo>
                  <a:pt x="20732" y="19681"/>
                </a:lnTo>
                <a:lnTo>
                  <a:pt x="20493" y="21600"/>
                </a:lnTo>
                <a:lnTo>
                  <a:pt x="16668" y="19966"/>
                </a:lnTo>
                <a:lnTo>
                  <a:pt x="12986" y="18310"/>
                </a:lnTo>
                <a:lnTo>
                  <a:pt x="9468" y="16596"/>
                </a:lnTo>
                <a:lnTo>
                  <a:pt x="6114" y="14796"/>
                </a:lnTo>
                <a:lnTo>
                  <a:pt x="2958" y="12877"/>
                </a:lnTo>
                <a:lnTo>
                  <a:pt x="0" y="10800"/>
                </a:lnTo>
                <a:lnTo>
                  <a:pt x="1079" y="7798"/>
                </a:lnTo>
                <a:lnTo>
                  <a:pt x="1974" y="5735"/>
                </a:lnTo>
                <a:lnTo>
                  <a:pt x="3013" y="4093"/>
                </a:lnTo>
                <a:lnTo>
                  <a:pt x="4522" y="2354"/>
                </a:lnTo>
                <a:lnTo>
                  <a:pt x="6831" y="0"/>
                </a:lnTo>
                <a:close/>
              </a:path>
            </a:pathLst>
          </a:custGeom>
          <a:solidFill>
            <a:srgbClr val="E6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2" name="contour_17890"/>
          <p:cNvSpPr/>
          <p:nvPr/>
        </p:nvSpPr>
        <p:spPr>
          <a:xfrm>
            <a:off x="5257729" y="4824650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657" y="1011"/>
                </a:lnTo>
                <a:lnTo>
                  <a:pt x="5668" y="4052"/>
                </a:lnTo>
                <a:lnTo>
                  <a:pt x="7491" y="6739"/>
                </a:lnTo>
                <a:lnTo>
                  <a:pt x="9111" y="8338"/>
                </a:lnTo>
                <a:lnTo>
                  <a:pt x="11439" y="9478"/>
                </a:lnTo>
                <a:lnTo>
                  <a:pt x="15388" y="10800"/>
                </a:lnTo>
                <a:lnTo>
                  <a:pt x="17440" y="11513"/>
                </a:lnTo>
                <a:lnTo>
                  <a:pt x="19505" y="12230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20390" y="21116"/>
                </a:lnTo>
                <a:lnTo>
                  <a:pt x="19259" y="20663"/>
                </a:lnTo>
                <a:lnTo>
                  <a:pt x="17954" y="20144"/>
                </a:lnTo>
                <a:lnTo>
                  <a:pt x="16226" y="19453"/>
                </a:lnTo>
                <a:lnTo>
                  <a:pt x="13820" y="18490"/>
                </a:lnTo>
                <a:lnTo>
                  <a:pt x="10485" y="17155"/>
                </a:lnTo>
                <a:lnTo>
                  <a:pt x="5962" y="15345"/>
                </a:lnTo>
                <a:lnTo>
                  <a:pt x="0" y="12960"/>
                </a:lnTo>
                <a:lnTo>
                  <a:pt x="855" y="10394"/>
                </a:lnTo>
                <a:lnTo>
                  <a:pt x="1715" y="7819"/>
                </a:lnTo>
                <a:lnTo>
                  <a:pt x="2575" y="5236"/>
                </a:lnTo>
                <a:lnTo>
                  <a:pt x="3443" y="2631"/>
                </a:lnTo>
                <a:lnTo>
                  <a:pt x="4320" y="0"/>
                </a:lnTo>
                <a:close/>
              </a:path>
            </a:pathLst>
          </a:custGeom>
          <a:solidFill>
            <a:srgbClr val="B9AD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3" name="contour_17891"/>
          <p:cNvSpPr/>
          <p:nvPr/>
        </p:nvSpPr>
        <p:spPr>
          <a:xfrm>
            <a:off x="1008830" y="4839226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611"/>
                </a:lnTo>
                <a:lnTo>
                  <a:pt x="8568" y="1225"/>
                </a:lnTo>
                <a:lnTo>
                  <a:pt x="12874" y="1839"/>
                </a:lnTo>
                <a:lnTo>
                  <a:pt x="17215" y="2459"/>
                </a:lnTo>
                <a:lnTo>
                  <a:pt x="21600" y="3086"/>
                </a:lnTo>
                <a:lnTo>
                  <a:pt x="20268" y="4940"/>
                </a:lnTo>
                <a:lnTo>
                  <a:pt x="18922" y="6792"/>
                </a:lnTo>
                <a:lnTo>
                  <a:pt x="17575" y="8643"/>
                </a:lnTo>
                <a:lnTo>
                  <a:pt x="16214" y="10495"/>
                </a:lnTo>
                <a:lnTo>
                  <a:pt x="14846" y="12343"/>
                </a:lnTo>
                <a:lnTo>
                  <a:pt x="13594" y="14065"/>
                </a:lnTo>
                <a:lnTo>
                  <a:pt x="12334" y="15796"/>
                </a:lnTo>
                <a:lnTo>
                  <a:pt x="11052" y="17552"/>
                </a:lnTo>
                <a:lnTo>
                  <a:pt x="9144" y="19560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9462"/>
                </a:lnTo>
                <a:lnTo>
                  <a:pt x="0" y="17320"/>
                </a:lnTo>
                <a:lnTo>
                  <a:pt x="0" y="15179"/>
                </a:lnTo>
                <a:lnTo>
                  <a:pt x="0" y="13034"/>
                </a:lnTo>
                <a:lnTo>
                  <a:pt x="0" y="10880"/>
                </a:lnTo>
                <a:lnTo>
                  <a:pt x="0" y="8723"/>
                </a:lnTo>
                <a:lnTo>
                  <a:pt x="0" y="6557"/>
                </a:lnTo>
                <a:lnTo>
                  <a:pt x="0" y="4382"/>
                </a:lnTo>
                <a:lnTo>
                  <a:pt x="0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B996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4" name="contour_17892"/>
          <p:cNvSpPr/>
          <p:nvPr/>
        </p:nvSpPr>
        <p:spPr>
          <a:xfrm>
            <a:off x="454942" y="484651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8031" y="8640"/>
                </a:lnTo>
                <a:lnTo>
                  <a:pt x="14440" y="8640"/>
                </a:lnTo>
                <a:lnTo>
                  <a:pt x="10800" y="8640"/>
                </a:lnTo>
                <a:lnTo>
                  <a:pt x="9299" y="11854"/>
                </a:lnTo>
                <a:lnTo>
                  <a:pt x="8267" y="14135"/>
                </a:lnTo>
                <a:lnTo>
                  <a:pt x="7447" y="16105"/>
                </a:lnTo>
                <a:lnTo>
                  <a:pt x="6577" y="18386"/>
                </a:lnTo>
                <a:lnTo>
                  <a:pt x="5400" y="21600"/>
                </a:lnTo>
                <a:lnTo>
                  <a:pt x="2722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6A55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5" name="contour_17893"/>
          <p:cNvSpPr/>
          <p:nvPr/>
        </p:nvSpPr>
        <p:spPr>
          <a:xfrm>
            <a:off x="8194789" y="4802786"/>
            <a:ext cx="29152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2053"/>
                </a:lnTo>
                <a:lnTo>
                  <a:pt x="16448" y="3613"/>
                </a:lnTo>
                <a:lnTo>
                  <a:pt x="18581" y="5473"/>
                </a:lnTo>
                <a:lnTo>
                  <a:pt x="21600" y="8413"/>
                </a:lnTo>
                <a:lnTo>
                  <a:pt x="21071" y="11795"/>
                </a:lnTo>
                <a:lnTo>
                  <a:pt x="20525" y="14142"/>
                </a:lnTo>
                <a:lnTo>
                  <a:pt x="19705" y="16060"/>
                </a:lnTo>
                <a:lnTo>
                  <a:pt x="18349" y="18155"/>
                </a:lnTo>
                <a:lnTo>
                  <a:pt x="16200" y="21032"/>
                </a:lnTo>
                <a:lnTo>
                  <a:pt x="12020" y="21411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11"/>
                </a:lnTo>
                <a:lnTo>
                  <a:pt x="0" y="21032"/>
                </a:lnTo>
                <a:lnTo>
                  <a:pt x="1339" y="18428"/>
                </a:lnTo>
                <a:lnTo>
                  <a:pt x="2673" y="15825"/>
                </a:lnTo>
                <a:lnTo>
                  <a:pt x="4018" y="13212"/>
                </a:lnTo>
                <a:lnTo>
                  <a:pt x="5362" y="10596"/>
                </a:lnTo>
                <a:lnTo>
                  <a:pt x="6707" y="7967"/>
                </a:lnTo>
                <a:lnTo>
                  <a:pt x="8062" y="5325"/>
                </a:lnTo>
                <a:lnTo>
                  <a:pt x="9428" y="2671"/>
                </a:lnTo>
                <a:lnTo>
                  <a:pt x="10800" y="0"/>
                </a:lnTo>
                <a:close/>
              </a:path>
            </a:pathLst>
          </a:custGeom>
          <a:solidFill>
            <a:srgbClr val="4B4B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6" name="contour_17894"/>
          <p:cNvSpPr/>
          <p:nvPr/>
        </p:nvSpPr>
        <p:spPr>
          <a:xfrm>
            <a:off x="11627433" y="481007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4018"/>
                </a:lnTo>
                <a:lnTo>
                  <a:pt x="18976" y="6869"/>
                </a:lnTo>
                <a:lnTo>
                  <a:pt x="19796" y="9331"/>
                </a:lnTo>
                <a:lnTo>
                  <a:pt x="20585" y="12182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345" y="14467"/>
                </a:lnTo>
                <a:lnTo>
                  <a:pt x="2311" y="9553"/>
                </a:lnTo>
                <a:lnTo>
                  <a:pt x="3046" y="6242"/>
                </a:lnTo>
                <a:lnTo>
                  <a:pt x="3710" y="3947"/>
                </a:lnTo>
                <a:lnTo>
                  <a:pt x="4444" y="2068"/>
                </a:lnTo>
                <a:lnTo>
                  <a:pt x="5400" y="0"/>
                </a:lnTo>
                <a:close/>
              </a:path>
            </a:pathLst>
          </a:custGeom>
          <a:solidFill>
            <a:srgbClr val="F7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7" name="contour_17895"/>
          <p:cNvSpPr/>
          <p:nvPr/>
        </p:nvSpPr>
        <p:spPr>
          <a:xfrm>
            <a:off x="10344747" y="4809091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C5C9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8" name="contour_17896"/>
          <p:cNvSpPr/>
          <p:nvPr/>
        </p:nvSpPr>
        <p:spPr>
          <a:xfrm>
            <a:off x="1606445" y="4802786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975" y="2931"/>
                </a:lnTo>
                <a:lnTo>
                  <a:pt x="16292" y="5113"/>
                </a:lnTo>
                <a:lnTo>
                  <a:pt x="17939" y="6761"/>
                </a:lnTo>
                <a:lnTo>
                  <a:pt x="19105" y="8094"/>
                </a:lnTo>
                <a:lnTo>
                  <a:pt x="19975" y="9322"/>
                </a:lnTo>
                <a:lnTo>
                  <a:pt x="20747" y="10667"/>
                </a:lnTo>
                <a:lnTo>
                  <a:pt x="21600" y="12343"/>
                </a:lnTo>
                <a:lnTo>
                  <a:pt x="19580" y="14636"/>
                </a:lnTo>
                <a:lnTo>
                  <a:pt x="18052" y="16286"/>
                </a:lnTo>
                <a:lnTo>
                  <a:pt x="16708" y="17552"/>
                </a:lnTo>
                <a:lnTo>
                  <a:pt x="15250" y="18687"/>
                </a:lnTo>
                <a:lnTo>
                  <a:pt x="13381" y="19949"/>
                </a:lnTo>
                <a:lnTo>
                  <a:pt x="10800" y="21600"/>
                </a:lnTo>
                <a:lnTo>
                  <a:pt x="8127" y="20835"/>
                </a:lnTo>
                <a:lnTo>
                  <a:pt x="5438" y="20069"/>
                </a:lnTo>
                <a:lnTo>
                  <a:pt x="2738" y="19295"/>
                </a:lnTo>
                <a:lnTo>
                  <a:pt x="0" y="18514"/>
                </a:lnTo>
                <a:lnTo>
                  <a:pt x="1188" y="16478"/>
                </a:lnTo>
                <a:lnTo>
                  <a:pt x="2376" y="14438"/>
                </a:lnTo>
                <a:lnTo>
                  <a:pt x="3569" y="12398"/>
                </a:lnTo>
                <a:lnTo>
                  <a:pt x="4763" y="10353"/>
                </a:lnTo>
                <a:lnTo>
                  <a:pt x="5956" y="8301"/>
                </a:lnTo>
                <a:lnTo>
                  <a:pt x="7160" y="6239"/>
                </a:lnTo>
                <a:lnTo>
                  <a:pt x="8365" y="4172"/>
                </a:lnTo>
                <a:lnTo>
                  <a:pt x="9580" y="2092"/>
                </a:lnTo>
                <a:lnTo>
                  <a:pt x="10800" y="0"/>
                </a:lnTo>
                <a:close/>
              </a:path>
            </a:pathLst>
          </a:custGeom>
          <a:solidFill>
            <a:srgbClr val="4445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899" name="contour_17897"/>
          <p:cNvSpPr/>
          <p:nvPr/>
        </p:nvSpPr>
        <p:spPr>
          <a:xfrm>
            <a:off x="2196772" y="479549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905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7AA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0" name="contour_17898"/>
          <p:cNvSpPr/>
          <p:nvPr/>
        </p:nvSpPr>
        <p:spPr>
          <a:xfrm>
            <a:off x="746462" y="4802786"/>
            <a:ext cx="2328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521" y="0"/>
                </a:moveTo>
                <a:lnTo>
                  <a:pt x="16874" y="0"/>
                </a:lnTo>
                <a:lnTo>
                  <a:pt x="20282" y="0"/>
                </a:lnTo>
                <a:lnTo>
                  <a:pt x="20539" y="2192"/>
                </a:lnTo>
                <a:lnTo>
                  <a:pt x="20762" y="4388"/>
                </a:lnTo>
                <a:lnTo>
                  <a:pt x="20958" y="6581"/>
                </a:lnTo>
                <a:lnTo>
                  <a:pt x="21127" y="8777"/>
                </a:lnTo>
                <a:lnTo>
                  <a:pt x="21363" y="11225"/>
                </a:lnTo>
                <a:lnTo>
                  <a:pt x="21600" y="13712"/>
                </a:lnTo>
                <a:lnTo>
                  <a:pt x="20944" y="15840"/>
                </a:lnTo>
                <a:lnTo>
                  <a:pt x="20282" y="18000"/>
                </a:lnTo>
                <a:lnTo>
                  <a:pt x="16239" y="19393"/>
                </a:lnTo>
                <a:lnTo>
                  <a:pt x="13481" y="20232"/>
                </a:lnTo>
                <a:lnTo>
                  <a:pt x="10743" y="20855"/>
                </a:lnTo>
                <a:lnTo>
                  <a:pt x="6761" y="21600"/>
                </a:lnTo>
                <a:lnTo>
                  <a:pt x="5645" y="19224"/>
                </a:lnTo>
                <a:lnTo>
                  <a:pt x="4530" y="16844"/>
                </a:lnTo>
                <a:lnTo>
                  <a:pt x="3407" y="14454"/>
                </a:lnTo>
                <a:lnTo>
                  <a:pt x="2278" y="12053"/>
                </a:lnTo>
                <a:lnTo>
                  <a:pt x="1143" y="9637"/>
                </a:lnTo>
                <a:lnTo>
                  <a:pt x="0" y="7200"/>
                </a:lnTo>
                <a:lnTo>
                  <a:pt x="4469" y="7200"/>
                </a:lnTo>
                <a:lnTo>
                  <a:pt x="8965" y="7200"/>
                </a:lnTo>
                <a:lnTo>
                  <a:pt x="13521" y="7200"/>
                </a:lnTo>
                <a:lnTo>
                  <a:pt x="13521" y="4820"/>
                </a:lnTo>
                <a:lnTo>
                  <a:pt x="13521" y="2426"/>
                </a:lnTo>
                <a:lnTo>
                  <a:pt x="13521" y="0"/>
                </a:lnTo>
                <a:close/>
              </a:path>
            </a:pathLst>
          </a:custGeom>
          <a:solidFill>
            <a:srgbClr val="32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1" name="contour_17899"/>
          <p:cNvSpPr/>
          <p:nvPr/>
        </p:nvSpPr>
        <p:spPr>
          <a:xfrm>
            <a:off x="7990725" y="4795498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448"/>
                </a:lnTo>
                <a:lnTo>
                  <a:pt x="17982" y="6901"/>
                </a:lnTo>
                <a:lnTo>
                  <a:pt x="18878" y="10369"/>
                </a:lnTo>
                <a:lnTo>
                  <a:pt x="19780" y="13853"/>
                </a:lnTo>
                <a:lnTo>
                  <a:pt x="20687" y="17358"/>
                </a:lnTo>
                <a:lnTo>
                  <a:pt x="21600" y="20895"/>
                </a:lnTo>
                <a:lnTo>
                  <a:pt x="17744" y="21365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65"/>
                </a:lnTo>
                <a:lnTo>
                  <a:pt x="5400" y="20895"/>
                </a:lnTo>
                <a:lnTo>
                  <a:pt x="3575" y="17008"/>
                </a:lnTo>
                <a:lnTo>
                  <a:pt x="2381" y="14250"/>
                </a:lnTo>
                <a:lnTo>
                  <a:pt x="1561" y="11868"/>
                </a:lnTo>
                <a:lnTo>
                  <a:pt x="853" y="9110"/>
                </a:lnTo>
                <a:lnTo>
                  <a:pt x="0" y="5224"/>
                </a:lnTo>
                <a:lnTo>
                  <a:pt x="3208" y="4189"/>
                </a:lnTo>
                <a:lnTo>
                  <a:pt x="6426" y="3150"/>
                </a:lnTo>
                <a:lnTo>
                  <a:pt x="9655" y="2110"/>
                </a:lnTo>
                <a:lnTo>
                  <a:pt x="12911" y="1060"/>
                </a:lnTo>
                <a:lnTo>
                  <a:pt x="16200" y="0"/>
                </a:lnTo>
                <a:close/>
              </a:path>
            </a:pathLst>
          </a:custGeom>
          <a:solidFill>
            <a:srgbClr val="9194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2" name="contour_17900"/>
          <p:cNvSpPr/>
          <p:nvPr/>
        </p:nvSpPr>
        <p:spPr>
          <a:xfrm>
            <a:off x="1555429" y="479549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4" y="20377"/>
                </a:lnTo>
                <a:lnTo>
                  <a:pt x="15487" y="19155"/>
                </a:lnTo>
                <a:lnTo>
                  <a:pt x="12420" y="17928"/>
                </a:lnTo>
                <a:lnTo>
                  <a:pt x="9342" y="16697"/>
                </a:lnTo>
                <a:lnTo>
                  <a:pt x="6248" y="15457"/>
                </a:lnTo>
                <a:lnTo>
                  <a:pt x="3137" y="14213"/>
                </a:lnTo>
                <a:lnTo>
                  <a:pt x="0" y="12960"/>
                </a:lnTo>
                <a:lnTo>
                  <a:pt x="5767" y="8160"/>
                </a:lnTo>
                <a:lnTo>
                  <a:pt x="10006" y="4722"/>
                </a:lnTo>
                <a:lnTo>
                  <a:pt x="13106" y="2419"/>
                </a:lnTo>
                <a:lnTo>
                  <a:pt x="15439" y="1020"/>
                </a:lnTo>
                <a:lnTo>
                  <a:pt x="17377" y="302"/>
                </a:lnTo>
                <a:lnTo>
                  <a:pt x="19305" y="39"/>
                </a:lnTo>
                <a:lnTo>
                  <a:pt x="21600" y="0"/>
                </a:lnTo>
                <a:close/>
              </a:path>
            </a:pathLst>
          </a:custGeom>
          <a:solidFill>
            <a:srgbClr val="675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3" name="contour_17901"/>
          <p:cNvSpPr/>
          <p:nvPr/>
        </p:nvSpPr>
        <p:spPr>
          <a:xfrm>
            <a:off x="8376989" y="4794310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3"/>
                </a:moveTo>
                <a:lnTo>
                  <a:pt x="7279" y="348"/>
                </a:lnTo>
                <a:lnTo>
                  <a:pt x="10113" y="7"/>
                </a:lnTo>
                <a:lnTo>
                  <a:pt x="12887" y="0"/>
                </a:lnTo>
                <a:lnTo>
                  <a:pt x="15677" y="239"/>
                </a:lnTo>
                <a:lnTo>
                  <a:pt x="18559" y="642"/>
                </a:lnTo>
                <a:lnTo>
                  <a:pt x="21600" y="1113"/>
                </a:lnTo>
                <a:lnTo>
                  <a:pt x="21600" y="5627"/>
                </a:lnTo>
                <a:lnTo>
                  <a:pt x="21600" y="10168"/>
                </a:lnTo>
                <a:lnTo>
                  <a:pt x="21600" y="14771"/>
                </a:lnTo>
                <a:lnTo>
                  <a:pt x="18775" y="16430"/>
                </a:lnTo>
                <a:lnTo>
                  <a:pt x="16705" y="17428"/>
                </a:lnTo>
                <a:lnTo>
                  <a:pt x="14386" y="18165"/>
                </a:lnTo>
                <a:lnTo>
                  <a:pt x="10800" y="19039"/>
                </a:lnTo>
                <a:lnTo>
                  <a:pt x="7785" y="19811"/>
                </a:lnTo>
                <a:lnTo>
                  <a:pt x="4726" y="20589"/>
                </a:lnTo>
                <a:lnTo>
                  <a:pt x="2380" y="21095"/>
                </a:lnTo>
                <a:lnTo>
                  <a:pt x="0" y="21600"/>
                </a:lnTo>
                <a:lnTo>
                  <a:pt x="553" y="16519"/>
                </a:lnTo>
                <a:lnTo>
                  <a:pt x="1054" y="12914"/>
                </a:lnTo>
                <a:lnTo>
                  <a:pt x="1711" y="9800"/>
                </a:lnTo>
                <a:lnTo>
                  <a:pt x="2730" y="6194"/>
                </a:lnTo>
                <a:lnTo>
                  <a:pt x="4320" y="1113"/>
                </a:lnTo>
                <a:close/>
              </a:path>
            </a:pathLst>
          </a:custGeom>
          <a:solidFill>
            <a:srgbClr val="DDD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4" name="contour_17902"/>
          <p:cNvSpPr/>
          <p:nvPr/>
        </p:nvSpPr>
        <p:spPr>
          <a:xfrm>
            <a:off x="8019877" y="4788210"/>
            <a:ext cx="2202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48" y="0"/>
                </a:moveTo>
                <a:lnTo>
                  <a:pt x="10686" y="1071"/>
                </a:lnTo>
                <a:lnTo>
                  <a:pt x="14245" y="2143"/>
                </a:lnTo>
                <a:lnTo>
                  <a:pt x="17819" y="3227"/>
                </a:lnTo>
                <a:lnTo>
                  <a:pt x="21443" y="4320"/>
                </a:lnTo>
                <a:lnTo>
                  <a:pt x="21600" y="7452"/>
                </a:lnTo>
                <a:lnTo>
                  <a:pt x="21135" y="9763"/>
                </a:lnTo>
                <a:lnTo>
                  <a:pt x="19656" y="13228"/>
                </a:lnTo>
                <a:lnTo>
                  <a:pt x="18712" y="15582"/>
                </a:lnTo>
                <a:lnTo>
                  <a:pt x="17755" y="17971"/>
                </a:lnTo>
                <a:lnTo>
                  <a:pt x="16039" y="19773"/>
                </a:lnTo>
                <a:lnTo>
                  <a:pt x="14295" y="21600"/>
                </a:lnTo>
                <a:lnTo>
                  <a:pt x="9571" y="21600"/>
                </a:lnTo>
                <a:lnTo>
                  <a:pt x="4817" y="21600"/>
                </a:lnTo>
                <a:lnTo>
                  <a:pt x="0" y="21600"/>
                </a:lnTo>
                <a:lnTo>
                  <a:pt x="886" y="18926"/>
                </a:lnTo>
                <a:lnTo>
                  <a:pt x="1773" y="16252"/>
                </a:lnTo>
                <a:lnTo>
                  <a:pt x="2659" y="13569"/>
                </a:lnTo>
                <a:lnTo>
                  <a:pt x="3545" y="10882"/>
                </a:lnTo>
                <a:lnTo>
                  <a:pt x="4439" y="8182"/>
                </a:lnTo>
                <a:lnTo>
                  <a:pt x="5339" y="5469"/>
                </a:lnTo>
                <a:lnTo>
                  <a:pt x="6240" y="2743"/>
                </a:lnTo>
                <a:lnTo>
                  <a:pt x="7148" y="0"/>
                </a:lnTo>
                <a:close/>
              </a:path>
            </a:pathLst>
          </a:custGeom>
          <a:solidFill>
            <a:srgbClr val="7575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5" name="contour_17903"/>
          <p:cNvSpPr/>
          <p:nvPr/>
        </p:nvSpPr>
        <p:spPr>
          <a:xfrm>
            <a:off x="10570674" y="47736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231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6" name="contour_17904"/>
          <p:cNvSpPr/>
          <p:nvPr/>
        </p:nvSpPr>
        <p:spPr>
          <a:xfrm>
            <a:off x="10016787" y="47590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9EA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7" name="contour_17905"/>
          <p:cNvSpPr/>
          <p:nvPr/>
        </p:nvSpPr>
        <p:spPr>
          <a:xfrm>
            <a:off x="2276940" y="475177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0394" y="20531"/>
                </a:lnTo>
                <a:lnTo>
                  <a:pt x="7819" y="19456"/>
                </a:lnTo>
                <a:lnTo>
                  <a:pt x="5236" y="18382"/>
                </a:lnTo>
                <a:lnTo>
                  <a:pt x="2631" y="17296"/>
                </a:lnTo>
                <a:lnTo>
                  <a:pt x="0" y="16200"/>
                </a:lnTo>
                <a:lnTo>
                  <a:pt x="1961" y="13478"/>
                </a:lnTo>
                <a:lnTo>
                  <a:pt x="3944" y="10778"/>
                </a:lnTo>
                <a:lnTo>
                  <a:pt x="5940" y="8100"/>
                </a:lnTo>
                <a:lnTo>
                  <a:pt x="6774" y="6966"/>
                </a:lnTo>
                <a:lnTo>
                  <a:pt x="9279" y="3542"/>
                </a:lnTo>
                <a:lnTo>
                  <a:pt x="11146" y="1814"/>
                </a:lnTo>
                <a:lnTo>
                  <a:pt x="12718" y="767"/>
                </a:lnTo>
                <a:lnTo>
                  <a:pt x="14589" y="227"/>
                </a:lnTo>
                <a:lnTo>
                  <a:pt x="17353" y="27"/>
                </a:lnTo>
                <a:lnTo>
                  <a:pt x="21600" y="0"/>
                </a:lnTo>
                <a:close/>
              </a:path>
            </a:pathLst>
          </a:custGeom>
          <a:solidFill>
            <a:srgbClr val="423C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8" name="contour_17906"/>
          <p:cNvSpPr/>
          <p:nvPr/>
        </p:nvSpPr>
        <p:spPr>
          <a:xfrm>
            <a:off x="6963119" y="4750590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07"/>
                </a:moveTo>
                <a:lnTo>
                  <a:pt x="6156" y="342"/>
                </a:lnTo>
                <a:lnTo>
                  <a:pt x="7967" y="0"/>
                </a:lnTo>
                <a:lnTo>
                  <a:pt x="9904" y="0"/>
                </a:lnTo>
                <a:lnTo>
                  <a:pt x="12823" y="253"/>
                </a:lnTo>
                <a:lnTo>
                  <a:pt x="14058" y="348"/>
                </a:lnTo>
                <a:lnTo>
                  <a:pt x="17788" y="628"/>
                </a:lnTo>
                <a:lnTo>
                  <a:pt x="19681" y="868"/>
                </a:lnTo>
                <a:lnTo>
                  <a:pt x="21600" y="1107"/>
                </a:lnTo>
                <a:lnTo>
                  <a:pt x="20441" y="5649"/>
                </a:lnTo>
                <a:lnTo>
                  <a:pt x="19534" y="8976"/>
                </a:lnTo>
                <a:lnTo>
                  <a:pt x="18677" y="11674"/>
                </a:lnTo>
                <a:lnTo>
                  <a:pt x="17665" y="14291"/>
                </a:lnTo>
                <a:lnTo>
                  <a:pt x="16308" y="17413"/>
                </a:lnTo>
                <a:lnTo>
                  <a:pt x="14400" y="21600"/>
                </a:lnTo>
                <a:lnTo>
                  <a:pt x="11808" y="21258"/>
                </a:lnTo>
                <a:lnTo>
                  <a:pt x="9407" y="20528"/>
                </a:lnTo>
                <a:lnTo>
                  <a:pt x="7110" y="19448"/>
                </a:lnTo>
                <a:lnTo>
                  <a:pt x="4831" y="18089"/>
                </a:lnTo>
                <a:lnTo>
                  <a:pt x="2491" y="16511"/>
                </a:lnTo>
                <a:lnTo>
                  <a:pt x="0" y="14769"/>
                </a:lnTo>
                <a:lnTo>
                  <a:pt x="745" y="10745"/>
                </a:lnTo>
                <a:lnTo>
                  <a:pt x="1368" y="7979"/>
                </a:lnTo>
                <a:lnTo>
                  <a:pt x="2207" y="5192"/>
                </a:lnTo>
                <a:lnTo>
                  <a:pt x="3600" y="1107"/>
                </a:lnTo>
                <a:close/>
              </a:path>
            </a:pathLst>
          </a:custGeom>
          <a:solidFill>
            <a:srgbClr val="D3DA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09" name="contour_17907"/>
          <p:cNvSpPr/>
          <p:nvPr/>
        </p:nvSpPr>
        <p:spPr>
          <a:xfrm>
            <a:off x="4295714" y="475177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3056"/>
                </a:lnTo>
                <a:lnTo>
                  <a:pt x="15405" y="6113"/>
                </a:lnTo>
                <a:lnTo>
                  <a:pt x="16632" y="9180"/>
                </a:lnTo>
                <a:lnTo>
                  <a:pt x="17863" y="12258"/>
                </a:lnTo>
                <a:lnTo>
                  <a:pt x="19103" y="15352"/>
                </a:lnTo>
                <a:lnTo>
                  <a:pt x="20347" y="18463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6074" y="8818"/>
                </a:lnTo>
                <a:lnTo>
                  <a:pt x="4320" y="7592"/>
                </a:lnTo>
                <a:lnTo>
                  <a:pt x="2566" y="6626"/>
                </a:lnTo>
                <a:lnTo>
                  <a:pt x="0" y="5400"/>
                </a:lnTo>
                <a:lnTo>
                  <a:pt x="2566" y="4331"/>
                </a:lnTo>
                <a:lnTo>
                  <a:pt x="5141" y="3256"/>
                </a:lnTo>
                <a:lnTo>
                  <a:pt x="7724" y="2182"/>
                </a:lnTo>
                <a:lnTo>
                  <a:pt x="10329" y="1096"/>
                </a:lnTo>
                <a:lnTo>
                  <a:pt x="12960" y="0"/>
                </a:lnTo>
                <a:close/>
              </a:path>
            </a:pathLst>
          </a:custGeom>
          <a:solidFill>
            <a:srgbClr val="E1D5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0" name="contour_17908"/>
          <p:cNvSpPr/>
          <p:nvPr/>
        </p:nvSpPr>
        <p:spPr>
          <a:xfrm>
            <a:off x="1475261" y="475905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853"/>
                </a:lnTo>
                <a:lnTo>
                  <a:pt x="15865" y="1561"/>
                </a:lnTo>
                <a:lnTo>
                  <a:pt x="17507" y="2381"/>
                </a:lnTo>
                <a:lnTo>
                  <a:pt x="19246" y="3575"/>
                </a:lnTo>
                <a:lnTo>
                  <a:pt x="21600" y="5400"/>
                </a:lnTo>
                <a:lnTo>
                  <a:pt x="19926" y="7538"/>
                </a:lnTo>
                <a:lnTo>
                  <a:pt x="18245" y="9650"/>
                </a:lnTo>
                <a:lnTo>
                  <a:pt x="16549" y="11750"/>
                </a:lnTo>
                <a:lnTo>
                  <a:pt x="14850" y="13835"/>
                </a:lnTo>
                <a:lnTo>
                  <a:pt x="12967" y="16195"/>
                </a:lnTo>
                <a:lnTo>
                  <a:pt x="11052" y="18581"/>
                </a:lnTo>
                <a:lnTo>
                  <a:pt x="9140" y="20083"/>
                </a:lnTo>
                <a:lnTo>
                  <a:pt x="7200" y="21600"/>
                </a:lnTo>
                <a:lnTo>
                  <a:pt x="4792" y="20272"/>
                </a:lnTo>
                <a:lnTo>
                  <a:pt x="3240" y="19262"/>
                </a:lnTo>
                <a:lnTo>
                  <a:pt x="1868" y="18074"/>
                </a:lnTo>
                <a:lnTo>
                  <a:pt x="0" y="16200"/>
                </a:lnTo>
                <a:lnTo>
                  <a:pt x="1634" y="13176"/>
                </a:lnTo>
                <a:lnTo>
                  <a:pt x="3290" y="10265"/>
                </a:lnTo>
                <a:lnTo>
                  <a:pt x="5004" y="7484"/>
                </a:lnTo>
                <a:lnTo>
                  <a:pt x="6804" y="4833"/>
                </a:lnTo>
                <a:lnTo>
                  <a:pt x="8723" y="2338"/>
                </a:lnTo>
                <a:lnTo>
                  <a:pt x="10800" y="0"/>
                </a:lnTo>
                <a:close/>
              </a:path>
            </a:pathLst>
          </a:custGeom>
          <a:solidFill>
            <a:srgbClr val="8C92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1" name="contour_17909"/>
          <p:cNvSpPr/>
          <p:nvPr/>
        </p:nvSpPr>
        <p:spPr>
          <a:xfrm>
            <a:off x="8282245" y="4751770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980" y="20747"/>
                </a:lnTo>
                <a:lnTo>
                  <a:pt x="14329" y="20039"/>
                </a:lnTo>
                <a:lnTo>
                  <a:pt x="11973" y="19219"/>
                </a:lnTo>
                <a:lnTo>
                  <a:pt x="9167" y="18025"/>
                </a:lnTo>
                <a:lnTo>
                  <a:pt x="5167" y="16200"/>
                </a:lnTo>
                <a:lnTo>
                  <a:pt x="3421" y="12020"/>
                </a:lnTo>
                <a:lnTo>
                  <a:pt x="2279" y="9088"/>
                </a:lnTo>
                <a:lnTo>
                  <a:pt x="1493" y="6626"/>
                </a:lnTo>
                <a:lnTo>
                  <a:pt x="816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8082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2" name="contour_17910"/>
          <p:cNvSpPr/>
          <p:nvPr/>
        </p:nvSpPr>
        <p:spPr>
          <a:xfrm>
            <a:off x="7283790" y="475177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0" y="3019"/>
                </a:lnTo>
                <a:lnTo>
                  <a:pt x="17889" y="5146"/>
                </a:lnTo>
                <a:lnTo>
                  <a:pt x="19492" y="7403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2960" y="14369"/>
                </a:lnTo>
                <a:lnTo>
                  <a:pt x="12960" y="17960"/>
                </a:lnTo>
                <a:lnTo>
                  <a:pt x="12960" y="21600"/>
                </a:lnTo>
                <a:lnTo>
                  <a:pt x="9746" y="20585"/>
                </a:lnTo>
                <a:lnTo>
                  <a:pt x="7465" y="19796"/>
                </a:lnTo>
                <a:lnTo>
                  <a:pt x="5495" y="18976"/>
                </a:lnTo>
                <a:lnTo>
                  <a:pt x="3214" y="1786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955" y="3413"/>
                </a:lnTo>
                <a:lnTo>
                  <a:pt x="5106" y="2138"/>
                </a:lnTo>
                <a:lnTo>
                  <a:pt x="7076" y="1318"/>
                </a:lnTo>
                <a:lnTo>
                  <a:pt x="9487" y="691"/>
                </a:lnTo>
                <a:lnTo>
                  <a:pt x="12960" y="0"/>
                </a:lnTo>
                <a:close/>
              </a:path>
            </a:pathLst>
          </a:custGeom>
          <a:solidFill>
            <a:srgbClr val="1F1F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3" name="contour_17911"/>
          <p:cNvSpPr/>
          <p:nvPr/>
        </p:nvSpPr>
        <p:spPr>
          <a:xfrm>
            <a:off x="3625218" y="475905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0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4" name="contour_17912"/>
          <p:cNvSpPr/>
          <p:nvPr/>
        </p:nvSpPr>
        <p:spPr>
          <a:xfrm>
            <a:off x="5206713" y="474448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714" y="20374"/>
                </a:lnTo>
                <a:lnTo>
                  <a:pt x="12960" y="19408"/>
                </a:lnTo>
                <a:lnTo>
                  <a:pt x="11206" y="18182"/>
                </a:lnTo>
                <a:lnTo>
                  <a:pt x="8640" y="16200"/>
                </a:lnTo>
                <a:lnTo>
                  <a:pt x="8640" y="12631"/>
                </a:lnTo>
                <a:lnTo>
                  <a:pt x="8640" y="9040"/>
                </a:lnTo>
                <a:lnTo>
                  <a:pt x="8640" y="5400"/>
                </a:lnTo>
                <a:lnTo>
                  <a:pt x="6502" y="4061"/>
                </a:lnTo>
                <a:lnTo>
                  <a:pt x="4355" y="2722"/>
                </a:lnTo>
                <a:lnTo>
                  <a:pt x="2190" y="1366"/>
                </a:lnTo>
                <a:lnTo>
                  <a:pt x="0" y="0"/>
                </a:lnTo>
                <a:close/>
              </a:path>
            </a:pathLst>
          </a:custGeom>
          <a:solidFill>
            <a:srgbClr val="685A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5" name="contour_17913"/>
          <p:cNvSpPr/>
          <p:nvPr/>
        </p:nvSpPr>
        <p:spPr>
          <a:xfrm>
            <a:off x="3719962" y="472261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138"/>
                </a:lnTo>
                <a:lnTo>
                  <a:pt x="14369" y="4281"/>
                </a:lnTo>
                <a:lnTo>
                  <a:pt x="16157" y="6432"/>
                </a:lnTo>
                <a:lnTo>
                  <a:pt x="17960" y="8592"/>
                </a:lnTo>
                <a:lnTo>
                  <a:pt x="19775" y="10765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1339" y="18926"/>
                </a:lnTo>
                <a:lnTo>
                  <a:pt x="2673" y="16252"/>
                </a:lnTo>
                <a:lnTo>
                  <a:pt x="4018" y="13569"/>
                </a:lnTo>
                <a:lnTo>
                  <a:pt x="5362" y="10882"/>
                </a:lnTo>
                <a:lnTo>
                  <a:pt x="6707" y="8182"/>
                </a:lnTo>
                <a:lnTo>
                  <a:pt x="8062" y="5469"/>
                </a:lnTo>
                <a:lnTo>
                  <a:pt x="9428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F0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6" name="contour_17914"/>
          <p:cNvSpPr/>
          <p:nvPr/>
        </p:nvSpPr>
        <p:spPr>
          <a:xfrm>
            <a:off x="1293061" y="473719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8E8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7" name="contour_17915"/>
          <p:cNvSpPr/>
          <p:nvPr/>
        </p:nvSpPr>
        <p:spPr>
          <a:xfrm>
            <a:off x="10147971" y="4723544"/>
            <a:ext cx="43728" cy="20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79" y="1188"/>
                </a:moveTo>
                <a:lnTo>
                  <a:pt x="20027" y="3857"/>
                </a:lnTo>
                <a:lnTo>
                  <a:pt x="21600" y="6563"/>
                </a:lnTo>
                <a:lnTo>
                  <a:pt x="21600" y="11533"/>
                </a:lnTo>
                <a:lnTo>
                  <a:pt x="21600" y="16533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964" y="14721"/>
                </a:lnTo>
                <a:lnTo>
                  <a:pt x="7096" y="9383"/>
                </a:lnTo>
                <a:lnTo>
                  <a:pt x="9547" y="5421"/>
                </a:lnTo>
                <a:lnTo>
                  <a:pt x="11470" y="2677"/>
                </a:lnTo>
                <a:lnTo>
                  <a:pt x="13018" y="962"/>
                </a:lnTo>
                <a:lnTo>
                  <a:pt x="14339" y="128"/>
                </a:lnTo>
                <a:lnTo>
                  <a:pt x="15588" y="0"/>
                </a:lnTo>
                <a:lnTo>
                  <a:pt x="16916" y="414"/>
                </a:lnTo>
                <a:lnTo>
                  <a:pt x="18479" y="1188"/>
                </a:lnTo>
                <a:close/>
              </a:path>
            </a:pathLst>
          </a:custGeom>
          <a:solidFill>
            <a:srgbClr val="6563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8" name="contour_17916"/>
          <p:cNvSpPr/>
          <p:nvPr/>
        </p:nvSpPr>
        <p:spPr>
          <a:xfrm>
            <a:off x="7218198" y="4715330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038"/>
                </a:lnTo>
                <a:lnTo>
                  <a:pt x="13856" y="4075"/>
                </a:lnTo>
                <a:lnTo>
                  <a:pt x="15390" y="6120"/>
                </a:lnTo>
                <a:lnTo>
                  <a:pt x="16929" y="8172"/>
                </a:lnTo>
                <a:lnTo>
                  <a:pt x="18479" y="10235"/>
                </a:lnTo>
                <a:lnTo>
                  <a:pt x="20034" y="12308"/>
                </a:lnTo>
                <a:lnTo>
                  <a:pt x="21600" y="14400"/>
                </a:lnTo>
                <a:lnTo>
                  <a:pt x="18031" y="14400"/>
                </a:lnTo>
                <a:lnTo>
                  <a:pt x="14440" y="14400"/>
                </a:lnTo>
                <a:lnTo>
                  <a:pt x="10800" y="14400"/>
                </a:lnTo>
                <a:lnTo>
                  <a:pt x="8818" y="16538"/>
                </a:lnTo>
                <a:lnTo>
                  <a:pt x="7592" y="18000"/>
                </a:lnTo>
                <a:lnTo>
                  <a:pt x="6626" y="19462"/>
                </a:lnTo>
                <a:lnTo>
                  <a:pt x="5400" y="21600"/>
                </a:lnTo>
                <a:lnTo>
                  <a:pt x="4509" y="19224"/>
                </a:lnTo>
                <a:lnTo>
                  <a:pt x="3618" y="16844"/>
                </a:lnTo>
                <a:lnTo>
                  <a:pt x="2722" y="14454"/>
                </a:lnTo>
                <a:lnTo>
                  <a:pt x="1820" y="12053"/>
                </a:lnTo>
                <a:lnTo>
                  <a:pt x="913" y="9637"/>
                </a:lnTo>
                <a:lnTo>
                  <a:pt x="0" y="7200"/>
                </a:lnTo>
                <a:lnTo>
                  <a:pt x="3569" y="7200"/>
                </a:lnTo>
                <a:lnTo>
                  <a:pt x="7160" y="7200"/>
                </a:lnTo>
                <a:lnTo>
                  <a:pt x="10800" y="7200"/>
                </a:lnTo>
                <a:lnTo>
                  <a:pt x="10800" y="4820"/>
                </a:lnTo>
                <a:lnTo>
                  <a:pt x="10800" y="2426"/>
                </a:lnTo>
                <a:lnTo>
                  <a:pt x="10800" y="0"/>
                </a:lnTo>
                <a:close/>
              </a:path>
            </a:pathLst>
          </a:custGeom>
          <a:solidFill>
            <a:srgbClr val="504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19" name="contour_17917"/>
          <p:cNvSpPr/>
          <p:nvPr/>
        </p:nvSpPr>
        <p:spPr>
          <a:xfrm>
            <a:off x="7189046" y="470804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1503"/>
                </a:lnTo>
                <a:lnTo>
                  <a:pt x="11621" y="2657"/>
                </a:lnTo>
                <a:lnTo>
                  <a:pt x="13754" y="3711"/>
                </a:lnTo>
                <a:lnTo>
                  <a:pt x="15822" y="4899"/>
                </a:lnTo>
                <a:lnTo>
                  <a:pt x="18290" y="6463"/>
                </a:lnTo>
                <a:lnTo>
                  <a:pt x="21600" y="8640"/>
                </a:lnTo>
                <a:lnTo>
                  <a:pt x="20747" y="12113"/>
                </a:lnTo>
                <a:lnTo>
                  <a:pt x="20039" y="14524"/>
                </a:lnTo>
                <a:lnTo>
                  <a:pt x="19219" y="16494"/>
                </a:lnTo>
                <a:lnTo>
                  <a:pt x="18025" y="18645"/>
                </a:lnTo>
                <a:lnTo>
                  <a:pt x="16200" y="21600"/>
                </a:lnTo>
                <a:lnTo>
                  <a:pt x="12609" y="20097"/>
                </a:lnTo>
                <a:lnTo>
                  <a:pt x="9979" y="18943"/>
                </a:lnTo>
                <a:lnTo>
                  <a:pt x="7846" y="17889"/>
                </a:lnTo>
                <a:lnTo>
                  <a:pt x="5778" y="16701"/>
                </a:lnTo>
                <a:lnTo>
                  <a:pt x="3310" y="15137"/>
                </a:lnTo>
                <a:lnTo>
                  <a:pt x="0" y="12960"/>
                </a:lnTo>
                <a:lnTo>
                  <a:pt x="853" y="9487"/>
                </a:lnTo>
                <a:lnTo>
                  <a:pt x="1561" y="7076"/>
                </a:lnTo>
                <a:lnTo>
                  <a:pt x="2381" y="5106"/>
                </a:lnTo>
                <a:lnTo>
                  <a:pt x="3575" y="2955"/>
                </a:lnTo>
                <a:lnTo>
                  <a:pt x="5400" y="0"/>
                </a:lnTo>
                <a:close/>
              </a:path>
            </a:pathLst>
          </a:custGeom>
          <a:solidFill>
            <a:srgbClr val="7272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0" name="contour_17918"/>
          <p:cNvSpPr/>
          <p:nvPr/>
        </p:nvSpPr>
        <p:spPr>
          <a:xfrm>
            <a:off x="10920498" y="471533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96" y="634"/>
                </a:lnTo>
                <a:lnTo>
                  <a:pt x="10212" y="1555"/>
                </a:lnTo>
                <a:lnTo>
                  <a:pt x="13081" y="2729"/>
                </a:lnTo>
                <a:lnTo>
                  <a:pt x="15924" y="4090"/>
                </a:lnTo>
                <a:lnTo>
                  <a:pt x="18757" y="5594"/>
                </a:lnTo>
                <a:lnTo>
                  <a:pt x="21600" y="7200"/>
                </a:lnTo>
                <a:lnTo>
                  <a:pt x="20926" y="11729"/>
                </a:lnTo>
                <a:lnTo>
                  <a:pt x="20252" y="14738"/>
                </a:lnTo>
                <a:lnTo>
                  <a:pt x="19172" y="17575"/>
                </a:lnTo>
                <a:lnTo>
                  <a:pt x="17280" y="21600"/>
                </a:lnTo>
                <a:lnTo>
                  <a:pt x="14304" y="20966"/>
                </a:lnTo>
                <a:lnTo>
                  <a:pt x="11388" y="20045"/>
                </a:lnTo>
                <a:lnTo>
                  <a:pt x="8519" y="18871"/>
                </a:lnTo>
                <a:lnTo>
                  <a:pt x="5676" y="17510"/>
                </a:lnTo>
                <a:lnTo>
                  <a:pt x="2843" y="16006"/>
                </a:lnTo>
                <a:lnTo>
                  <a:pt x="0" y="14400"/>
                </a:lnTo>
                <a:lnTo>
                  <a:pt x="674" y="9871"/>
                </a:lnTo>
                <a:lnTo>
                  <a:pt x="1348" y="6862"/>
                </a:lnTo>
                <a:lnTo>
                  <a:pt x="2428" y="4025"/>
                </a:lnTo>
                <a:lnTo>
                  <a:pt x="4320" y="0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1" name="contour_17919"/>
          <p:cNvSpPr/>
          <p:nvPr/>
        </p:nvSpPr>
        <p:spPr>
          <a:xfrm>
            <a:off x="7648190" y="470804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895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2" name="contour_17920"/>
          <p:cNvSpPr/>
          <p:nvPr/>
        </p:nvSpPr>
        <p:spPr>
          <a:xfrm>
            <a:off x="7138030" y="4715629"/>
            <a:ext cx="43728" cy="21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358"/>
                </a:moveTo>
                <a:lnTo>
                  <a:pt x="13046" y="1548"/>
                </a:lnTo>
                <a:lnTo>
                  <a:pt x="15196" y="2825"/>
                </a:lnTo>
                <a:lnTo>
                  <a:pt x="17338" y="4175"/>
                </a:lnTo>
                <a:lnTo>
                  <a:pt x="19472" y="5570"/>
                </a:lnTo>
                <a:lnTo>
                  <a:pt x="21600" y="7000"/>
                </a:lnTo>
                <a:lnTo>
                  <a:pt x="20858" y="11431"/>
                </a:lnTo>
                <a:lnTo>
                  <a:pt x="20232" y="14432"/>
                </a:lnTo>
                <a:lnTo>
                  <a:pt x="19393" y="17366"/>
                </a:lnTo>
                <a:lnTo>
                  <a:pt x="18000" y="21600"/>
                </a:lnTo>
                <a:lnTo>
                  <a:pt x="15444" y="21461"/>
                </a:lnTo>
                <a:lnTo>
                  <a:pt x="13630" y="21133"/>
                </a:lnTo>
                <a:lnTo>
                  <a:pt x="11696" y="20352"/>
                </a:lnTo>
                <a:lnTo>
                  <a:pt x="8773" y="18863"/>
                </a:lnTo>
                <a:lnTo>
                  <a:pt x="6311" y="17644"/>
                </a:lnTo>
                <a:lnTo>
                  <a:pt x="3809" y="16410"/>
                </a:lnTo>
                <a:lnTo>
                  <a:pt x="1919" y="15359"/>
                </a:lnTo>
                <a:lnTo>
                  <a:pt x="0" y="14300"/>
                </a:lnTo>
                <a:lnTo>
                  <a:pt x="2221" y="8008"/>
                </a:lnTo>
                <a:lnTo>
                  <a:pt x="3874" y="3818"/>
                </a:lnTo>
                <a:lnTo>
                  <a:pt x="5267" y="1343"/>
                </a:lnTo>
                <a:lnTo>
                  <a:pt x="6696" y="204"/>
                </a:lnTo>
                <a:lnTo>
                  <a:pt x="8467" y="0"/>
                </a:lnTo>
                <a:lnTo>
                  <a:pt x="10883" y="358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3" name="contour_17921"/>
          <p:cNvSpPr/>
          <p:nvPr/>
        </p:nvSpPr>
        <p:spPr>
          <a:xfrm>
            <a:off x="6998575" y="4715330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023" y="0"/>
                </a:lnTo>
                <a:lnTo>
                  <a:pt x="9129" y="0"/>
                </a:lnTo>
                <a:lnTo>
                  <a:pt x="13249" y="0"/>
                </a:lnTo>
                <a:lnTo>
                  <a:pt x="1740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C1C6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4" name="contour_17922"/>
          <p:cNvSpPr/>
          <p:nvPr/>
        </p:nvSpPr>
        <p:spPr>
          <a:xfrm>
            <a:off x="10250003" y="4706782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9462" y="21600"/>
                </a:lnTo>
                <a:lnTo>
                  <a:pt x="17316" y="21600"/>
                </a:lnTo>
                <a:lnTo>
                  <a:pt x="15163" y="21600"/>
                </a:lnTo>
                <a:lnTo>
                  <a:pt x="12992" y="21600"/>
                </a:lnTo>
                <a:lnTo>
                  <a:pt x="10800" y="21600"/>
                </a:lnTo>
                <a:lnTo>
                  <a:pt x="10800" y="17100"/>
                </a:lnTo>
                <a:lnTo>
                  <a:pt x="10800" y="12573"/>
                </a:lnTo>
                <a:lnTo>
                  <a:pt x="10800" y="7985"/>
                </a:lnTo>
                <a:lnTo>
                  <a:pt x="8122" y="5888"/>
                </a:lnTo>
                <a:lnTo>
                  <a:pt x="6221" y="4486"/>
                </a:lnTo>
                <a:lnTo>
                  <a:pt x="4579" y="3451"/>
                </a:lnTo>
                <a:lnTo>
                  <a:pt x="2678" y="2457"/>
                </a:lnTo>
                <a:lnTo>
                  <a:pt x="0" y="1178"/>
                </a:lnTo>
                <a:close/>
              </a:path>
            </a:pathLst>
          </a:custGeom>
          <a:solidFill>
            <a:srgbClr val="9B9E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5" name="contour_17923"/>
          <p:cNvSpPr/>
          <p:nvPr/>
        </p:nvSpPr>
        <p:spPr>
          <a:xfrm>
            <a:off x="9841875" y="470075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9E6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6" name="contour_17924"/>
          <p:cNvSpPr/>
          <p:nvPr/>
        </p:nvSpPr>
        <p:spPr>
          <a:xfrm>
            <a:off x="10373899" y="470075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8EB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7" name="contour_17925"/>
          <p:cNvSpPr/>
          <p:nvPr/>
        </p:nvSpPr>
        <p:spPr>
          <a:xfrm>
            <a:off x="1766781" y="470804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0923" y="5357"/>
                </a:lnTo>
                <a:lnTo>
                  <a:pt x="20398" y="9158"/>
                </a:lnTo>
                <a:lnTo>
                  <a:pt x="19850" y="12442"/>
                </a:lnTo>
                <a:lnTo>
                  <a:pt x="19109" y="16243"/>
                </a:lnTo>
                <a:lnTo>
                  <a:pt x="18000" y="21600"/>
                </a:lnTo>
                <a:lnTo>
                  <a:pt x="15620" y="21600"/>
                </a:lnTo>
                <a:lnTo>
                  <a:pt x="13226" y="21600"/>
                </a:lnTo>
                <a:lnTo>
                  <a:pt x="10800" y="21600"/>
                </a:lnTo>
                <a:lnTo>
                  <a:pt x="10800" y="16841"/>
                </a:lnTo>
                <a:lnTo>
                  <a:pt x="10800" y="12053"/>
                </a:lnTo>
                <a:lnTo>
                  <a:pt x="10800" y="7200"/>
                </a:lnTo>
                <a:lnTo>
                  <a:pt x="8122" y="4982"/>
                </a:lnTo>
                <a:lnTo>
                  <a:pt x="6221" y="3499"/>
                </a:lnTo>
                <a:lnTo>
                  <a:pt x="4579" y="2405"/>
                </a:lnTo>
                <a:lnTo>
                  <a:pt x="2678" y="1354"/>
                </a:lnTo>
                <a:lnTo>
                  <a:pt x="0" y="0"/>
                </a:lnTo>
                <a:close/>
              </a:path>
            </a:pathLst>
          </a:custGeom>
          <a:solidFill>
            <a:srgbClr val="2524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8" name="contour_17926"/>
          <p:cNvSpPr/>
          <p:nvPr/>
        </p:nvSpPr>
        <p:spPr>
          <a:xfrm>
            <a:off x="10876770" y="4700755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3132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29" name="contour_17927"/>
          <p:cNvSpPr/>
          <p:nvPr/>
        </p:nvSpPr>
        <p:spPr>
          <a:xfrm>
            <a:off x="5286881" y="469346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021" y="2108"/>
                </a:lnTo>
                <a:lnTo>
                  <a:pt x="20049" y="3711"/>
                </a:lnTo>
                <a:lnTo>
                  <a:pt x="20775" y="5620"/>
                </a:lnTo>
                <a:lnTo>
                  <a:pt x="21600" y="8640"/>
                </a:lnTo>
                <a:lnTo>
                  <a:pt x="19673" y="11051"/>
                </a:lnTo>
                <a:lnTo>
                  <a:pt x="17630" y="13319"/>
                </a:lnTo>
                <a:lnTo>
                  <a:pt x="15496" y="15483"/>
                </a:lnTo>
                <a:lnTo>
                  <a:pt x="13275" y="17561"/>
                </a:lnTo>
                <a:lnTo>
                  <a:pt x="10986" y="19591"/>
                </a:lnTo>
                <a:lnTo>
                  <a:pt x="8640" y="21600"/>
                </a:lnTo>
                <a:lnTo>
                  <a:pt x="6502" y="19462"/>
                </a:lnTo>
                <a:lnTo>
                  <a:pt x="4355" y="17315"/>
                </a:lnTo>
                <a:lnTo>
                  <a:pt x="2190" y="15150"/>
                </a:lnTo>
                <a:lnTo>
                  <a:pt x="0" y="12960"/>
                </a:lnTo>
                <a:lnTo>
                  <a:pt x="2856" y="12960"/>
                </a:lnTo>
                <a:lnTo>
                  <a:pt x="5728" y="12960"/>
                </a:lnTo>
                <a:lnTo>
                  <a:pt x="8640" y="12960"/>
                </a:lnTo>
                <a:lnTo>
                  <a:pt x="8640" y="10104"/>
                </a:lnTo>
                <a:lnTo>
                  <a:pt x="8640" y="7232"/>
                </a:lnTo>
                <a:lnTo>
                  <a:pt x="8640" y="4320"/>
                </a:lnTo>
                <a:lnTo>
                  <a:pt x="11206" y="2735"/>
                </a:lnTo>
                <a:lnTo>
                  <a:pt x="12960" y="1754"/>
                </a:lnTo>
                <a:lnTo>
                  <a:pt x="14714" y="981"/>
                </a:lnTo>
                <a:lnTo>
                  <a:pt x="17280" y="0"/>
                </a:lnTo>
                <a:close/>
              </a:path>
            </a:pathLst>
          </a:custGeom>
          <a:solidFill>
            <a:srgbClr val="E5DE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0" name="contour_17928"/>
          <p:cNvSpPr/>
          <p:nvPr/>
        </p:nvSpPr>
        <p:spPr>
          <a:xfrm>
            <a:off x="2029148" y="4686179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1B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1" name="contour_17929"/>
          <p:cNvSpPr/>
          <p:nvPr/>
        </p:nvSpPr>
        <p:spPr>
          <a:xfrm>
            <a:off x="1956268" y="4691193"/>
            <a:ext cx="43728" cy="241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823" y="0"/>
                </a:moveTo>
                <a:lnTo>
                  <a:pt x="14533" y="672"/>
                </a:lnTo>
                <a:lnTo>
                  <a:pt x="16258" y="1343"/>
                </a:lnTo>
                <a:lnTo>
                  <a:pt x="18000" y="2035"/>
                </a:lnTo>
                <a:lnTo>
                  <a:pt x="19217" y="6887"/>
                </a:lnTo>
                <a:lnTo>
                  <a:pt x="20012" y="10324"/>
                </a:lnTo>
                <a:lnTo>
                  <a:pt x="20560" y="13298"/>
                </a:lnTo>
                <a:lnTo>
                  <a:pt x="21031" y="16741"/>
                </a:lnTo>
                <a:lnTo>
                  <a:pt x="21600" y="21600"/>
                </a:lnTo>
                <a:lnTo>
                  <a:pt x="20516" y="21274"/>
                </a:lnTo>
                <a:lnTo>
                  <a:pt x="19516" y="20967"/>
                </a:lnTo>
                <a:lnTo>
                  <a:pt x="18425" y="20641"/>
                </a:lnTo>
                <a:lnTo>
                  <a:pt x="17064" y="20230"/>
                </a:lnTo>
                <a:lnTo>
                  <a:pt x="15257" y="19689"/>
                </a:lnTo>
                <a:lnTo>
                  <a:pt x="12823" y="18952"/>
                </a:lnTo>
                <a:lnTo>
                  <a:pt x="9590" y="17974"/>
                </a:lnTo>
                <a:lnTo>
                  <a:pt x="5375" y="16702"/>
                </a:lnTo>
                <a:lnTo>
                  <a:pt x="0" y="15078"/>
                </a:lnTo>
                <a:lnTo>
                  <a:pt x="3060" y="9567"/>
                </a:lnTo>
                <a:lnTo>
                  <a:pt x="5278" y="5824"/>
                </a:lnTo>
                <a:lnTo>
                  <a:pt x="7006" y="3411"/>
                </a:lnTo>
                <a:lnTo>
                  <a:pt x="8600" y="1911"/>
                </a:lnTo>
                <a:lnTo>
                  <a:pt x="10422" y="913"/>
                </a:lnTo>
                <a:lnTo>
                  <a:pt x="12823" y="0"/>
                </a:lnTo>
                <a:close/>
              </a:path>
            </a:pathLst>
          </a:custGeom>
          <a:solidFill>
            <a:srgbClr val="434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2" name="contour_17930"/>
          <p:cNvSpPr/>
          <p:nvPr/>
        </p:nvSpPr>
        <p:spPr>
          <a:xfrm>
            <a:off x="10330171" y="467889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808" y="2376"/>
                </a:lnTo>
                <a:lnTo>
                  <a:pt x="20016" y="4756"/>
                </a:lnTo>
                <a:lnTo>
                  <a:pt x="19224" y="7135"/>
                </a:lnTo>
                <a:lnTo>
                  <a:pt x="18425" y="9522"/>
                </a:lnTo>
                <a:lnTo>
                  <a:pt x="17626" y="11916"/>
                </a:lnTo>
                <a:lnTo>
                  <a:pt x="16826" y="14321"/>
                </a:lnTo>
                <a:lnTo>
                  <a:pt x="16020" y="16733"/>
                </a:lnTo>
                <a:lnTo>
                  <a:pt x="15214" y="19159"/>
                </a:lnTo>
                <a:lnTo>
                  <a:pt x="14400" y="21600"/>
                </a:lnTo>
                <a:lnTo>
                  <a:pt x="10116" y="17572"/>
                </a:lnTo>
                <a:lnTo>
                  <a:pt x="6775" y="14364"/>
                </a:lnTo>
                <a:lnTo>
                  <a:pt x="4270" y="11801"/>
                </a:lnTo>
                <a:lnTo>
                  <a:pt x="2470" y="9702"/>
                </a:lnTo>
                <a:lnTo>
                  <a:pt x="1267" y="7895"/>
                </a:lnTo>
                <a:lnTo>
                  <a:pt x="533" y="6199"/>
                </a:lnTo>
                <a:lnTo>
                  <a:pt x="158" y="4439"/>
                </a:lnTo>
                <a:lnTo>
                  <a:pt x="22" y="2430"/>
                </a:lnTo>
                <a:lnTo>
                  <a:pt x="0" y="0"/>
                </a:lnTo>
                <a:close/>
              </a:path>
            </a:pathLst>
          </a:custGeom>
          <a:solidFill>
            <a:srgbClr val="4E4E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3" name="contour_17931"/>
          <p:cNvSpPr/>
          <p:nvPr/>
        </p:nvSpPr>
        <p:spPr>
          <a:xfrm>
            <a:off x="10191699" y="466431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3451" y="8219"/>
                </a:lnTo>
                <a:lnTo>
                  <a:pt x="5999" y="6350"/>
                </a:lnTo>
                <a:lnTo>
                  <a:pt x="8100" y="4892"/>
                </a:lnTo>
                <a:lnTo>
                  <a:pt x="10201" y="3548"/>
                </a:lnTo>
                <a:lnTo>
                  <a:pt x="12749" y="2020"/>
                </a:lnTo>
                <a:lnTo>
                  <a:pt x="16200" y="0"/>
                </a:lnTo>
                <a:close/>
              </a:path>
            </a:pathLst>
          </a:custGeom>
          <a:solidFill>
            <a:srgbClr val="6F70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4" name="contour_17932"/>
          <p:cNvSpPr/>
          <p:nvPr/>
        </p:nvSpPr>
        <p:spPr>
          <a:xfrm>
            <a:off x="7072438" y="468617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8080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5" name="contour_17933"/>
          <p:cNvSpPr/>
          <p:nvPr/>
        </p:nvSpPr>
        <p:spPr>
          <a:xfrm>
            <a:off x="1052557" y="466431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690" y="2445"/>
                </a:lnTo>
                <a:lnTo>
                  <a:pt x="9985" y="4890"/>
                </a:lnTo>
                <a:lnTo>
                  <a:pt x="12285" y="7344"/>
                </a:lnTo>
                <a:lnTo>
                  <a:pt x="14596" y="9806"/>
                </a:lnTo>
                <a:lnTo>
                  <a:pt x="16913" y="12282"/>
                </a:lnTo>
                <a:lnTo>
                  <a:pt x="19251" y="14770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363" y="18814"/>
                </a:lnTo>
                <a:lnTo>
                  <a:pt x="3353" y="16023"/>
                </a:lnTo>
                <a:lnTo>
                  <a:pt x="2365" y="13228"/>
                </a:lnTo>
                <a:lnTo>
                  <a:pt x="1939" y="12061"/>
                </a:lnTo>
                <a:lnTo>
                  <a:pt x="653" y="8523"/>
                </a:lnTo>
                <a:lnTo>
                  <a:pt x="329" y="6437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4647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6" name="contour_17934"/>
          <p:cNvSpPr/>
          <p:nvPr/>
        </p:nvSpPr>
        <p:spPr>
          <a:xfrm>
            <a:off x="11058970" y="467160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814" y="893"/>
                </a:lnTo>
                <a:lnTo>
                  <a:pt x="18022" y="1786"/>
                </a:lnTo>
                <a:lnTo>
                  <a:pt x="16200" y="2700"/>
                </a:lnTo>
                <a:lnTo>
                  <a:pt x="14414" y="4183"/>
                </a:lnTo>
                <a:lnTo>
                  <a:pt x="12622" y="5688"/>
                </a:lnTo>
                <a:lnTo>
                  <a:pt x="10800" y="7200"/>
                </a:lnTo>
                <a:lnTo>
                  <a:pt x="10800" y="11959"/>
                </a:lnTo>
                <a:lnTo>
                  <a:pt x="10800" y="16747"/>
                </a:lnTo>
                <a:lnTo>
                  <a:pt x="10800" y="21600"/>
                </a:lnTo>
                <a:lnTo>
                  <a:pt x="8122" y="20246"/>
                </a:lnTo>
                <a:lnTo>
                  <a:pt x="6221" y="19195"/>
                </a:lnTo>
                <a:lnTo>
                  <a:pt x="4579" y="18101"/>
                </a:lnTo>
                <a:lnTo>
                  <a:pt x="267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6F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7" name="contour_17935"/>
          <p:cNvSpPr/>
          <p:nvPr/>
        </p:nvSpPr>
        <p:spPr>
          <a:xfrm>
            <a:off x="10986090" y="465702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706"/>
                </a:lnTo>
                <a:lnTo>
                  <a:pt x="14524" y="1433"/>
                </a:lnTo>
                <a:lnTo>
                  <a:pt x="16494" y="2527"/>
                </a:lnTo>
                <a:lnTo>
                  <a:pt x="18645" y="4334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1503" y="16812"/>
                </a:lnTo>
                <a:lnTo>
                  <a:pt x="2657" y="13306"/>
                </a:lnTo>
                <a:lnTo>
                  <a:pt x="3711" y="10462"/>
                </a:lnTo>
                <a:lnTo>
                  <a:pt x="4899" y="7704"/>
                </a:lnTo>
                <a:lnTo>
                  <a:pt x="6463" y="4414"/>
                </a:lnTo>
                <a:lnTo>
                  <a:pt x="8640" y="0"/>
                </a:lnTo>
                <a:close/>
              </a:path>
            </a:pathLst>
          </a:custGeom>
          <a:solidFill>
            <a:srgbClr val="B4B9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8" name="contour_17936"/>
          <p:cNvSpPr/>
          <p:nvPr/>
        </p:nvSpPr>
        <p:spPr>
          <a:xfrm>
            <a:off x="9856451" y="466431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097" y="4788"/>
                </a:lnTo>
                <a:lnTo>
                  <a:pt x="18943" y="8294"/>
                </a:lnTo>
                <a:lnTo>
                  <a:pt x="17889" y="11138"/>
                </a:lnTo>
                <a:lnTo>
                  <a:pt x="16701" y="13896"/>
                </a:lnTo>
                <a:lnTo>
                  <a:pt x="15137" y="17186"/>
                </a:lnTo>
                <a:lnTo>
                  <a:pt x="12960" y="21600"/>
                </a:lnTo>
                <a:lnTo>
                  <a:pt x="9487" y="20894"/>
                </a:lnTo>
                <a:lnTo>
                  <a:pt x="7076" y="20167"/>
                </a:lnTo>
                <a:lnTo>
                  <a:pt x="5106" y="19073"/>
                </a:lnTo>
                <a:lnTo>
                  <a:pt x="2955" y="17266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E2F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39" name="contour_17937"/>
          <p:cNvSpPr/>
          <p:nvPr/>
        </p:nvSpPr>
        <p:spPr>
          <a:xfrm>
            <a:off x="8544613" y="4657027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491"/>
                </a:lnTo>
                <a:lnTo>
                  <a:pt x="7105" y="1059"/>
                </a:lnTo>
                <a:lnTo>
                  <a:pt x="10562" y="1757"/>
                </a:lnTo>
                <a:lnTo>
                  <a:pt x="13968" y="2641"/>
                </a:lnTo>
                <a:lnTo>
                  <a:pt x="17332" y="3757"/>
                </a:lnTo>
                <a:lnTo>
                  <a:pt x="20670" y="5167"/>
                </a:lnTo>
                <a:lnTo>
                  <a:pt x="21290" y="9167"/>
                </a:lnTo>
                <a:lnTo>
                  <a:pt x="21600" y="11973"/>
                </a:lnTo>
                <a:lnTo>
                  <a:pt x="21600" y="14329"/>
                </a:lnTo>
                <a:lnTo>
                  <a:pt x="21290" y="16980"/>
                </a:lnTo>
                <a:lnTo>
                  <a:pt x="20670" y="20670"/>
                </a:lnTo>
                <a:lnTo>
                  <a:pt x="16980" y="21290"/>
                </a:lnTo>
                <a:lnTo>
                  <a:pt x="14329" y="21600"/>
                </a:lnTo>
                <a:lnTo>
                  <a:pt x="11973" y="21600"/>
                </a:lnTo>
                <a:lnTo>
                  <a:pt x="9167" y="21290"/>
                </a:lnTo>
                <a:lnTo>
                  <a:pt x="5167" y="20670"/>
                </a:lnTo>
                <a:lnTo>
                  <a:pt x="3757" y="17332"/>
                </a:lnTo>
                <a:lnTo>
                  <a:pt x="2641" y="13968"/>
                </a:lnTo>
                <a:lnTo>
                  <a:pt x="1757" y="10562"/>
                </a:lnTo>
                <a:lnTo>
                  <a:pt x="1059" y="7105"/>
                </a:lnTo>
                <a:lnTo>
                  <a:pt x="491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C9D1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0" name="contour_17938"/>
          <p:cNvSpPr/>
          <p:nvPr/>
        </p:nvSpPr>
        <p:spPr>
          <a:xfrm>
            <a:off x="7859542" y="4655205"/>
            <a:ext cx="36440" cy="309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750" y="188"/>
                </a:lnTo>
                <a:lnTo>
                  <a:pt x="13431" y="513"/>
                </a:lnTo>
                <a:lnTo>
                  <a:pt x="17280" y="1271"/>
                </a:lnTo>
                <a:lnTo>
                  <a:pt x="18740" y="5052"/>
                </a:lnTo>
                <a:lnTo>
                  <a:pt x="19695" y="7735"/>
                </a:lnTo>
                <a:lnTo>
                  <a:pt x="20352" y="10053"/>
                </a:lnTo>
                <a:lnTo>
                  <a:pt x="20917" y="12736"/>
                </a:lnTo>
                <a:lnTo>
                  <a:pt x="21600" y="16518"/>
                </a:lnTo>
                <a:lnTo>
                  <a:pt x="19034" y="17524"/>
                </a:lnTo>
                <a:lnTo>
                  <a:pt x="16459" y="18535"/>
                </a:lnTo>
                <a:lnTo>
                  <a:pt x="13876" y="19547"/>
                </a:lnTo>
                <a:lnTo>
                  <a:pt x="11271" y="20568"/>
                </a:lnTo>
                <a:lnTo>
                  <a:pt x="8640" y="21600"/>
                </a:lnTo>
                <a:lnTo>
                  <a:pt x="8640" y="18241"/>
                </a:lnTo>
                <a:lnTo>
                  <a:pt x="8640" y="14861"/>
                </a:lnTo>
                <a:lnTo>
                  <a:pt x="8640" y="11435"/>
                </a:lnTo>
                <a:lnTo>
                  <a:pt x="6074" y="9570"/>
                </a:lnTo>
                <a:lnTo>
                  <a:pt x="4320" y="8416"/>
                </a:lnTo>
                <a:lnTo>
                  <a:pt x="2566" y="7507"/>
                </a:lnTo>
                <a:lnTo>
                  <a:pt x="0" y="6353"/>
                </a:lnTo>
                <a:lnTo>
                  <a:pt x="2601" y="3395"/>
                </a:lnTo>
                <a:lnTo>
                  <a:pt x="4588" y="1748"/>
                </a:lnTo>
                <a:lnTo>
                  <a:pt x="6985" y="813"/>
                </a:lnTo>
                <a:lnTo>
                  <a:pt x="10800" y="0"/>
                </a:lnTo>
                <a:close/>
              </a:path>
            </a:pathLst>
          </a:custGeom>
          <a:solidFill>
            <a:srgbClr val="44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1" name="contour_17939"/>
          <p:cNvSpPr/>
          <p:nvPr/>
        </p:nvSpPr>
        <p:spPr>
          <a:xfrm>
            <a:off x="6700751" y="467160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8" y="394"/>
                </a:lnTo>
                <a:lnTo>
                  <a:pt x="3175" y="794"/>
                </a:lnTo>
                <a:lnTo>
                  <a:pt x="5373" y="1345"/>
                </a:lnTo>
                <a:lnTo>
                  <a:pt x="8775" y="2192"/>
                </a:lnTo>
                <a:lnTo>
                  <a:pt x="13986" y="349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6200" y="18031"/>
                </a:lnTo>
                <a:lnTo>
                  <a:pt x="16200" y="14440"/>
                </a:lnTo>
                <a:lnTo>
                  <a:pt x="16200" y="10800"/>
                </a:lnTo>
                <a:lnTo>
                  <a:pt x="12992" y="11869"/>
                </a:lnTo>
                <a:lnTo>
                  <a:pt x="9774" y="12944"/>
                </a:lnTo>
                <a:lnTo>
                  <a:pt x="6545" y="14018"/>
                </a:lnTo>
                <a:lnTo>
                  <a:pt x="3289" y="15104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EC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2" name="contour_17940"/>
          <p:cNvSpPr/>
          <p:nvPr/>
        </p:nvSpPr>
        <p:spPr>
          <a:xfrm>
            <a:off x="549686" y="466431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4" y="5348"/>
                </a:lnTo>
                <a:lnTo>
                  <a:pt x="18922" y="8031"/>
                </a:lnTo>
                <a:lnTo>
                  <a:pt x="18029" y="10718"/>
                </a:lnTo>
                <a:lnTo>
                  <a:pt x="17129" y="13418"/>
                </a:lnTo>
                <a:lnTo>
                  <a:pt x="16222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9648" y="17660"/>
                </a:lnTo>
                <a:lnTo>
                  <a:pt x="6077" y="14580"/>
                </a:lnTo>
                <a:lnTo>
                  <a:pt x="3514" y="12109"/>
                </a:lnTo>
                <a:lnTo>
                  <a:pt x="1800" y="9988"/>
                </a:lnTo>
                <a:lnTo>
                  <a:pt x="756" y="7975"/>
                </a:lnTo>
                <a:lnTo>
                  <a:pt x="223" y="5806"/>
                </a:lnTo>
                <a:lnTo>
                  <a:pt x="29" y="3231"/>
                </a:lnTo>
                <a:lnTo>
                  <a:pt x="0" y="0"/>
                </a:lnTo>
                <a:close/>
              </a:path>
            </a:pathLst>
          </a:custGeom>
          <a:solidFill>
            <a:srgbClr val="8889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3" name="contour_17941"/>
          <p:cNvSpPr/>
          <p:nvPr/>
        </p:nvSpPr>
        <p:spPr>
          <a:xfrm>
            <a:off x="11212018" y="4657027"/>
            <a:ext cx="43728" cy="308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0" y="1010"/>
                </a:lnTo>
                <a:lnTo>
                  <a:pt x="5051" y="2169"/>
                </a:lnTo>
                <a:lnTo>
                  <a:pt x="7243" y="3485"/>
                </a:lnTo>
                <a:lnTo>
                  <a:pt x="9263" y="4960"/>
                </a:lnTo>
                <a:lnTo>
                  <a:pt x="11146" y="6608"/>
                </a:lnTo>
                <a:lnTo>
                  <a:pt x="12931" y="8425"/>
                </a:lnTo>
                <a:lnTo>
                  <a:pt x="14648" y="10430"/>
                </a:lnTo>
                <a:lnTo>
                  <a:pt x="16337" y="12624"/>
                </a:lnTo>
                <a:lnTo>
                  <a:pt x="18036" y="15012"/>
                </a:lnTo>
                <a:lnTo>
                  <a:pt x="19778" y="17610"/>
                </a:lnTo>
                <a:lnTo>
                  <a:pt x="21600" y="20411"/>
                </a:lnTo>
                <a:lnTo>
                  <a:pt x="18979" y="20881"/>
                </a:lnTo>
                <a:lnTo>
                  <a:pt x="16398" y="21263"/>
                </a:lnTo>
                <a:lnTo>
                  <a:pt x="13849" y="21513"/>
                </a:lnTo>
                <a:lnTo>
                  <a:pt x="11308" y="21600"/>
                </a:lnTo>
                <a:lnTo>
                  <a:pt x="8762" y="21467"/>
                </a:lnTo>
                <a:lnTo>
                  <a:pt x="6199" y="21090"/>
                </a:lnTo>
                <a:lnTo>
                  <a:pt x="3600" y="20411"/>
                </a:lnTo>
                <a:lnTo>
                  <a:pt x="2358" y="17166"/>
                </a:lnTo>
                <a:lnTo>
                  <a:pt x="1454" y="13910"/>
                </a:lnTo>
                <a:lnTo>
                  <a:pt x="828" y="10604"/>
                </a:lnTo>
                <a:lnTo>
                  <a:pt x="414" y="7210"/>
                </a:lnTo>
                <a:lnTo>
                  <a:pt x="158" y="3689"/>
                </a:lnTo>
                <a:lnTo>
                  <a:pt x="0" y="0"/>
                </a:lnTo>
                <a:close/>
              </a:path>
            </a:pathLst>
          </a:custGeom>
          <a:solidFill>
            <a:srgbClr val="E0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4" name="contour_17942"/>
          <p:cNvSpPr/>
          <p:nvPr/>
        </p:nvSpPr>
        <p:spPr>
          <a:xfrm>
            <a:off x="10330171" y="464973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254" y="21600"/>
                </a:lnTo>
                <a:lnTo>
                  <a:pt x="13818" y="21600"/>
                </a:lnTo>
                <a:lnTo>
                  <a:pt x="10335" y="21600"/>
                </a:lnTo>
                <a:lnTo>
                  <a:pt x="10335" y="18031"/>
                </a:lnTo>
                <a:lnTo>
                  <a:pt x="10335" y="14440"/>
                </a:lnTo>
                <a:lnTo>
                  <a:pt x="10335" y="10800"/>
                </a:lnTo>
                <a:lnTo>
                  <a:pt x="6919" y="10800"/>
                </a:lnTo>
                <a:lnTo>
                  <a:pt x="3483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C6CD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5" name="contour_17943"/>
          <p:cNvSpPr/>
          <p:nvPr/>
        </p:nvSpPr>
        <p:spPr>
          <a:xfrm>
            <a:off x="9856451" y="4620587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EE1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6" name="contour_17944"/>
          <p:cNvSpPr/>
          <p:nvPr/>
        </p:nvSpPr>
        <p:spPr>
          <a:xfrm>
            <a:off x="3654370" y="462787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6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7" name="contour_17945"/>
          <p:cNvSpPr/>
          <p:nvPr/>
        </p:nvSpPr>
        <p:spPr>
          <a:xfrm>
            <a:off x="4077074" y="4626563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747" y="4620"/>
                </a:lnTo>
                <a:lnTo>
                  <a:pt x="20039" y="7271"/>
                </a:lnTo>
                <a:lnTo>
                  <a:pt x="19219" y="9627"/>
                </a:lnTo>
                <a:lnTo>
                  <a:pt x="18025" y="12433"/>
                </a:lnTo>
                <a:lnTo>
                  <a:pt x="16200" y="16433"/>
                </a:lnTo>
                <a:lnTo>
                  <a:pt x="12020" y="18179"/>
                </a:lnTo>
                <a:lnTo>
                  <a:pt x="9088" y="19321"/>
                </a:lnTo>
                <a:lnTo>
                  <a:pt x="6626" y="20107"/>
                </a:lnTo>
                <a:lnTo>
                  <a:pt x="3856" y="20784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F6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8" name="contour_17946"/>
          <p:cNvSpPr/>
          <p:nvPr/>
        </p:nvSpPr>
        <p:spPr>
          <a:xfrm>
            <a:off x="7196334" y="459872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70" y="1710"/>
                </a:lnTo>
                <a:lnTo>
                  <a:pt x="6739" y="3431"/>
                </a:lnTo>
                <a:lnTo>
                  <a:pt x="7425" y="5177"/>
                </a:lnTo>
                <a:lnTo>
                  <a:pt x="9466" y="8467"/>
                </a:lnTo>
                <a:lnTo>
                  <a:pt x="11097" y="10408"/>
                </a:lnTo>
                <a:lnTo>
                  <a:pt x="13165" y="11758"/>
                </a:lnTo>
                <a:lnTo>
                  <a:pt x="16535" y="13277"/>
                </a:lnTo>
                <a:lnTo>
                  <a:pt x="19051" y="13835"/>
                </a:lnTo>
                <a:lnTo>
                  <a:pt x="21600" y="14400"/>
                </a:lnTo>
                <a:lnTo>
                  <a:pt x="20261" y="16182"/>
                </a:lnTo>
                <a:lnTo>
                  <a:pt x="18922" y="17971"/>
                </a:lnTo>
                <a:lnTo>
                  <a:pt x="17566" y="19775"/>
                </a:lnTo>
                <a:lnTo>
                  <a:pt x="16200" y="21600"/>
                </a:lnTo>
                <a:lnTo>
                  <a:pt x="12992" y="20887"/>
                </a:lnTo>
                <a:lnTo>
                  <a:pt x="9774" y="20171"/>
                </a:lnTo>
                <a:lnTo>
                  <a:pt x="6545" y="19454"/>
                </a:lnTo>
                <a:lnTo>
                  <a:pt x="3289" y="18731"/>
                </a:lnTo>
                <a:lnTo>
                  <a:pt x="0" y="18000"/>
                </a:lnTo>
                <a:lnTo>
                  <a:pt x="670" y="15772"/>
                </a:lnTo>
                <a:lnTo>
                  <a:pt x="1339" y="13543"/>
                </a:lnTo>
                <a:lnTo>
                  <a:pt x="2009" y="11308"/>
                </a:lnTo>
                <a:lnTo>
                  <a:pt x="2678" y="9068"/>
                </a:lnTo>
                <a:lnTo>
                  <a:pt x="3353" y="6818"/>
                </a:lnTo>
                <a:lnTo>
                  <a:pt x="4034" y="4558"/>
                </a:lnTo>
                <a:lnTo>
                  <a:pt x="4714" y="2286"/>
                </a:lnTo>
                <a:lnTo>
                  <a:pt x="5400" y="0"/>
                </a:lnTo>
                <a:close/>
              </a:path>
            </a:pathLst>
          </a:custGeom>
          <a:solidFill>
            <a:srgbClr val="8081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49" name="contour_17947"/>
          <p:cNvSpPr/>
          <p:nvPr/>
        </p:nvSpPr>
        <p:spPr>
          <a:xfrm>
            <a:off x="11139138" y="459872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58" y="2673"/>
                </a:lnTo>
                <a:lnTo>
                  <a:pt x="8601" y="5351"/>
                </a:lnTo>
                <a:lnTo>
                  <a:pt x="10744" y="8030"/>
                </a:lnTo>
                <a:lnTo>
                  <a:pt x="12895" y="10719"/>
                </a:lnTo>
                <a:lnTo>
                  <a:pt x="15055" y="13419"/>
                </a:lnTo>
                <a:lnTo>
                  <a:pt x="17224" y="16130"/>
                </a:lnTo>
                <a:lnTo>
                  <a:pt x="19405" y="18857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F6E5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0" name="contour_17948"/>
          <p:cNvSpPr/>
          <p:nvPr/>
        </p:nvSpPr>
        <p:spPr>
          <a:xfrm>
            <a:off x="2029148" y="459872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0849" y="17673"/>
                </a:lnTo>
                <a:lnTo>
                  <a:pt x="7160" y="14934"/>
                </a:lnTo>
                <a:lnTo>
                  <a:pt x="4682" y="13020"/>
                </a:lnTo>
                <a:lnTo>
                  <a:pt x="2959" y="11573"/>
                </a:lnTo>
                <a:lnTo>
                  <a:pt x="1550" y="10234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5A51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1" name="contour_17949"/>
          <p:cNvSpPr/>
          <p:nvPr/>
        </p:nvSpPr>
        <p:spPr>
          <a:xfrm>
            <a:off x="1263909" y="459143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69" y="1679"/>
                </a:lnTo>
                <a:lnTo>
                  <a:pt x="10165" y="3677"/>
                </a:lnTo>
                <a:lnTo>
                  <a:pt x="12493" y="5972"/>
                </a:lnTo>
                <a:lnTo>
                  <a:pt x="14537" y="8559"/>
                </a:lnTo>
                <a:lnTo>
                  <a:pt x="16381" y="11426"/>
                </a:lnTo>
                <a:lnTo>
                  <a:pt x="18118" y="14564"/>
                </a:lnTo>
                <a:lnTo>
                  <a:pt x="19829" y="17960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6E70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2" name="contour_17950"/>
          <p:cNvSpPr/>
          <p:nvPr/>
        </p:nvSpPr>
        <p:spPr>
          <a:xfrm>
            <a:off x="986966" y="459143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3B7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3" name="contour_17951"/>
          <p:cNvSpPr/>
          <p:nvPr/>
        </p:nvSpPr>
        <p:spPr>
          <a:xfrm>
            <a:off x="8623797" y="4591435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2032" y="686"/>
                </a:lnTo>
                <a:lnTo>
                  <a:pt x="3301" y="1345"/>
                </a:lnTo>
                <a:lnTo>
                  <a:pt x="4884" y="2160"/>
                </a:lnTo>
                <a:lnTo>
                  <a:pt x="7136" y="3326"/>
                </a:lnTo>
                <a:lnTo>
                  <a:pt x="10432" y="5027"/>
                </a:lnTo>
                <a:lnTo>
                  <a:pt x="15128" y="7457"/>
                </a:lnTo>
                <a:lnTo>
                  <a:pt x="21600" y="10800"/>
                </a:lnTo>
                <a:lnTo>
                  <a:pt x="20305" y="13473"/>
                </a:lnTo>
                <a:lnTo>
                  <a:pt x="19009" y="16157"/>
                </a:lnTo>
                <a:lnTo>
                  <a:pt x="17698" y="18862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E4A0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4" name="contour_17952"/>
          <p:cNvSpPr/>
          <p:nvPr/>
        </p:nvSpPr>
        <p:spPr>
          <a:xfrm>
            <a:off x="8289533" y="459143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524"/>
                </a:lnTo>
                <a:lnTo>
                  <a:pt x="9763" y="1134"/>
                </a:lnTo>
                <a:lnTo>
                  <a:pt x="13228" y="2365"/>
                </a:lnTo>
                <a:lnTo>
                  <a:pt x="15582" y="3191"/>
                </a:lnTo>
                <a:lnTo>
                  <a:pt x="17971" y="4028"/>
                </a:lnTo>
                <a:lnTo>
                  <a:pt x="19773" y="4709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6610" y="19089"/>
                </a:lnTo>
                <a:lnTo>
                  <a:pt x="15932" y="16535"/>
                </a:lnTo>
                <a:lnTo>
                  <a:pt x="13811" y="13090"/>
                </a:lnTo>
                <a:lnTo>
                  <a:pt x="11556" y="10606"/>
                </a:lnTo>
                <a:lnTo>
                  <a:pt x="9107" y="8840"/>
                </a:lnTo>
                <a:lnTo>
                  <a:pt x="6407" y="7549"/>
                </a:lnTo>
                <a:lnTo>
                  <a:pt x="3391" y="6485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D0D2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5" name="contour_17953"/>
          <p:cNvSpPr/>
          <p:nvPr/>
        </p:nvSpPr>
        <p:spPr>
          <a:xfrm>
            <a:off x="5235865" y="4591435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38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5350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6" name="contour_17954"/>
          <p:cNvSpPr/>
          <p:nvPr/>
        </p:nvSpPr>
        <p:spPr>
          <a:xfrm>
            <a:off x="7815814" y="456957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188"/>
                </a:lnTo>
                <a:lnTo>
                  <a:pt x="4756" y="2376"/>
                </a:lnTo>
                <a:lnTo>
                  <a:pt x="7135" y="3569"/>
                </a:lnTo>
                <a:lnTo>
                  <a:pt x="9522" y="4763"/>
                </a:lnTo>
                <a:lnTo>
                  <a:pt x="11916" y="5956"/>
                </a:lnTo>
                <a:lnTo>
                  <a:pt x="14321" y="7160"/>
                </a:lnTo>
                <a:lnTo>
                  <a:pt x="16733" y="8365"/>
                </a:lnTo>
                <a:lnTo>
                  <a:pt x="19159" y="9580"/>
                </a:lnTo>
                <a:lnTo>
                  <a:pt x="21600" y="10800"/>
                </a:lnTo>
                <a:lnTo>
                  <a:pt x="17572" y="14013"/>
                </a:lnTo>
                <a:lnTo>
                  <a:pt x="14364" y="16519"/>
                </a:lnTo>
                <a:lnTo>
                  <a:pt x="11801" y="18398"/>
                </a:lnTo>
                <a:lnTo>
                  <a:pt x="9702" y="19748"/>
                </a:lnTo>
                <a:lnTo>
                  <a:pt x="7895" y="20650"/>
                </a:lnTo>
                <a:lnTo>
                  <a:pt x="6199" y="21200"/>
                </a:lnTo>
                <a:lnTo>
                  <a:pt x="4439" y="21481"/>
                </a:lnTo>
                <a:lnTo>
                  <a:pt x="2430" y="2158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6E8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7" name="contour_17955"/>
          <p:cNvSpPr/>
          <p:nvPr/>
        </p:nvSpPr>
        <p:spPr>
          <a:xfrm>
            <a:off x="7101590" y="458414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69"/>
                </a:lnTo>
                <a:lnTo>
                  <a:pt x="13781" y="2144"/>
                </a:lnTo>
                <a:lnTo>
                  <a:pt x="16364" y="3218"/>
                </a:lnTo>
                <a:lnTo>
                  <a:pt x="18969" y="4304"/>
                </a:lnTo>
                <a:lnTo>
                  <a:pt x="21600" y="5400"/>
                </a:lnTo>
                <a:lnTo>
                  <a:pt x="19639" y="8122"/>
                </a:lnTo>
                <a:lnTo>
                  <a:pt x="17656" y="10822"/>
                </a:lnTo>
                <a:lnTo>
                  <a:pt x="15660" y="13500"/>
                </a:lnTo>
                <a:lnTo>
                  <a:pt x="14826" y="14634"/>
                </a:lnTo>
                <a:lnTo>
                  <a:pt x="12321" y="18058"/>
                </a:lnTo>
                <a:lnTo>
                  <a:pt x="10454" y="19786"/>
                </a:lnTo>
                <a:lnTo>
                  <a:pt x="8882" y="20833"/>
                </a:lnTo>
                <a:lnTo>
                  <a:pt x="7011" y="21373"/>
                </a:lnTo>
                <a:lnTo>
                  <a:pt x="4247" y="21573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B8BA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8" name="contour_17956"/>
          <p:cNvSpPr/>
          <p:nvPr/>
        </p:nvSpPr>
        <p:spPr>
          <a:xfrm>
            <a:off x="1540853" y="456957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94" y="652"/>
                </a:lnTo>
                <a:lnTo>
                  <a:pt x="8506" y="1175"/>
                </a:lnTo>
                <a:lnTo>
                  <a:pt x="11007" y="1680"/>
                </a:lnTo>
                <a:lnTo>
                  <a:pt x="12986" y="2294"/>
                </a:lnTo>
                <a:lnTo>
                  <a:pt x="14917" y="3132"/>
                </a:lnTo>
                <a:lnTo>
                  <a:pt x="17280" y="4320"/>
                </a:lnTo>
                <a:lnTo>
                  <a:pt x="18585" y="7180"/>
                </a:lnTo>
                <a:lnTo>
                  <a:pt x="19544" y="9932"/>
                </a:lnTo>
                <a:lnTo>
                  <a:pt x="20244" y="12662"/>
                </a:lnTo>
                <a:lnTo>
                  <a:pt x="20766" y="15461"/>
                </a:lnTo>
                <a:lnTo>
                  <a:pt x="21190" y="18408"/>
                </a:lnTo>
                <a:lnTo>
                  <a:pt x="21600" y="21600"/>
                </a:lnTo>
                <a:lnTo>
                  <a:pt x="18840" y="19984"/>
                </a:lnTo>
                <a:lnTo>
                  <a:pt x="16800" y="18762"/>
                </a:lnTo>
                <a:lnTo>
                  <a:pt x="15120" y="17686"/>
                </a:lnTo>
                <a:lnTo>
                  <a:pt x="13440" y="16520"/>
                </a:lnTo>
                <a:lnTo>
                  <a:pt x="11400" y="15025"/>
                </a:lnTo>
                <a:lnTo>
                  <a:pt x="8640" y="12960"/>
                </a:lnTo>
                <a:lnTo>
                  <a:pt x="8640" y="10104"/>
                </a:lnTo>
                <a:lnTo>
                  <a:pt x="8640" y="7232"/>
                </a:lnTo>
                <a:lnTo>
                  <a:pt x="8640" y="4320"/>
                </a:lnTo>
                <a:lnTo>
                  <a:pt x="6074" y="2735"/>
                </a:lnTo>
                <a:lnTo>
                  <a:pt x="4320" y="1754"/>
                </a:lnTo>
                <a:lnTo>
                  <a:pt x="2566" y="981"/>
                </a:lnTo>
                <a:lnTo>
                  <a:pt x="0" y="0"/>
                </a:lnTo>
                <a:close/>
              </a:path>
            </a:pathLst>
          </a:custGeom>
          <a:solidFill>
            <a:srgbClr val="8980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59" name="contour_17957"/>
          <p:cNvSpPr/>
          <p:nvPr/>
        </p:nvSpPr>
        <p:spPr>
          <a:xfrm>
            <a:off x="1132725" y="4583236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0745" y="4970"/>
                </a:lnTo>
                <a:lnTo>
                  <a:pt x="19885" y="9089"/>
                </a:lnTo>
                <a:lnTo>
                  <a:pt x="19025" y="13223"/>
                </a:lnTo>
                <a:lnTo>
                  <a:pt x="18157" y="17391"/>
                </a:lnTo>
                <a:lnTo>
                  <a:pt x="17280" y="21600"/>
                </a:lnTo>
                <a:lnTo>
                  <a:pt x="14429" y="20460"/>
                </a:lnTo>
                <a:lnTo>
                  <a:pt x="11573" y="19319"/>
                </a:lnTo>
                <a:lnTo>
                  <a:pt x="8705" y="18172"/>
                </a:lnTo>
                <a:lnTo>
                  <a:pt x="5823" y="17017"/>
                </a:lnTo>
                <a:lnTo>
                  <a:pt x="2925" y="1585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DADC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0" name="contour_17958"/>
          <p:cNvSpPr/>
          <p:nvPr/>
        </p:nvSpPr>
        <p:spPr>
          <a:xfrm>
            <a:off x="8369701" y="457685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4277"/>
                </a:lnTo>
                <a:lnTo>
                  <a:pt x="18344" y="8568"/>
                </a:lnTo>
                <a:lnTo>
                  <a:pt x="19418" y="12874"/>
                </a:lnTo>
                <a:lnTo>
                  <a:pt x="20504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4018" y="4982"/>
                </a:lnTo>
                <a:lnTo>
                  <a:pt x="6869" y="3499"/>
                </a:lnTo>
                <a:lnTo>
                  <a:pt x="9331" y="2405"/>
                </a:lnTo>
                <a:lnTo>
                  <a:pt x="12182" y="1354"/>
                </a:lnTo>
                <a:lnTo>
                  <a:pt x="16200" y="0"/>
                </a:lnTo>
                <a:close/>
              </a:path>
            </a:pathLst>
          </a:custGeom>
          <a:solidFill>
            <a:srgbClr val="8B7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1" name="contour_17959"/>
          <p:cNvSpPr/>
          <p:nvPr/>
        </p:nvSpPr>
        <p:spPr>
          <a:xfrm>
            <a:off x="10184411" y="456228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1663"/>
                </a:lnTo>
                <a:lnTo>
                  <a:pt x="5404" y="3348"/>
                </a:lnTo>
                <a:lnTo>
                  <a:pt x="8104" y="5047"/>
                </a:lnTo>
                <a:lnTo>
                  <a:pt x="10800" y="6754"/>
                </a:lnTo>
                <a:lnTo>
                  <a:pt x="12809" y="8006"/>
                </a:lnTo>
                <a:lnTo>
                  <a:pt x="14826" y="9266"/>
                </a:lnTo>
                <a:lnTo>
                  <a:pt x="16874" y="10548"/>
                </a:lnTo>
                <a:lnTo>
                  <a:pt x="19220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6CA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2" name="contour_17960"/>
          <p:cNvSpPr/>
          <p:nvPr/>
        </p:nvSpPr>
        <p:spPr>
          <a:xfrm>
            <a:off x="8413429" y="4569571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0709"/>
                </a:lnTo>
                <a:lnTo>
                  <a:pt x="13994" y="19818"/>
                </a:lnTo>
                <a:lnTo>
                  <a:pt x="10526" y="18922"/>
                </a:lnTo>
                <a:lnTo>
                  <a:pt x="7042" y="18020"/>
                </a:lnTo>
                <a:lnTo>
                  <a:pt x="3536" y="17113"/>
                </a:lnTo>
                <a:lnTo>
                  <a:pt x="0" y="16200"/>
                </a:lnTo>
                <a:lnTo>
                  <a:pt x="1034" y="12992"/>
                </a:lnTo>
                <a:lnTo>
                  <a:pt x="2074" y="9774"/>
                </a:lnTo>
                <a:lnTo>
                  <a:pt x="3113" y="6545"/>
                </a:lnTo>
                <a:lnTo>
                  <a:pt x="4163" y="3289"/>
                </a:lnTo>
                <a:lnTo>
                  <a:pt x="5224" y="0"/>
                </a:lnTo>
                <a:close/>
              </a:path>
            </a:pathLst>
          </a:custGeom>
          <a:solidFill>
            <a:srgbClr val="F8F9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3" name="contour_17961"/>
          <p:cNvSpPr/>
          <p:nvPr/>
        </p:nvSpPr>
        <p:spPr>
          <a:xfrm>
            <a:off x="7662766" y="4569571"/>
            <a:ext cx="36440" cy="209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959"/>
                </a:lnTo>
                <a:lnTo>
                  <a:pt x="21600" y="9948"/>
                </a:lnTo>
                <a:lnTo>
                  <a:pt x="21600" y="15005"/>
                </a:lnTo>
                <a:lnTo>
                  <a:pt x="18455" y="17631"/>
                </a:lnTo>
                <a:lnTo>
                  <a:pt x="15574" y="19657"/>
                </a:lnTo>
                <a:lnTo>
                  <a:pt x="12796" y="21007"/>
                </a:lnTo>
                <a:lnTo>
                  <a:pt x="9966" y="21600"/>
                </a:lnTo>
                <a:lnTo>
                  <a:pt x="6925" y="21345"/>
                </a:lnTo>
                <a:lnTo>
                  <a:pt x="3508" y="20167"/>
                </a:lnTo>
                <a:lnTo>
                  <a:pt x="1767" y="17609"/>
                </a:lnTo>
                <a:lnTo>
                  <a:pt x="0" y="15005"/>
                </a:lnTo>
                <a:lnTo>
                  <a:pt x="0" y="10046"/>
                </a:lnTo>
                <a:lnTo>
                  <a:pt x="0" y="5057"/>
                </a:lnTo>
                <a:lnTo>
                  <a:pt x="0" y="0"/>
                </a:lnTo>
                <a:close/>
              </a:path>
            </a:pathLst>
          </a:custGeom>
          <a:solidFill>
            <a:srgbClr val="F6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4" name="contour_17962"/>
          <p:cNvSpPr/>
          <p:nvPr/>
        </p:nvSpPr>
        <p:spPr>
          <a:xfrm>
            <a:off x="1672037" y="456228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551" y="15170"/>
                </a:lnTo>
                <a:lnTo>
                  <a:pt x="6398" y="10166"/>
                </a:lnTo>
                <a:lnTo>
                  <a:pt x="8722" y="6401"/>
                </a:lnTo>
                <a:lnTo>
                  <a:pt x="10696" y="3701"/>
                </a:lnTo>
                <a:lnTo>
                  <a:pt x="12502" y="1894"/>
                </a:lnTo>
                <a:lnTo>
                  <a:pt x="14321" y="799"/>
                </a:lnTo>
                <a:lnTo>
                  <a:pt x="16321" y="238"/>
                </a:lnTo>
                <a:lnTo>
                  <a:pt x="18688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3332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5" name="contour_17963"/>
          <p:cNvSpPr/>
          <p:nvPr/>
        </p:nvSpPr>
        <p:spPr>
          <a:xfrm>
            <a:off x="1570005" y="4570504"/>
            <a:ext cx="36440" cy="282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1026"/>
                </a:moveTo>
                <a:lnTo>
                  <a:pt x="17621" y="2298"/>
                </a:lnTo>
                <a:lnTo>
                  <a:pt x="19596" y="3576"/>
                </a:lnTo>
                <a:lnTo>
                  <a:pt x="21600" y="4864"/>
                </a:lnTo>
                <a:lnTo>
                  <a:pt x="21600" y="8552"/>
                </a:lnTo>
                <a:lnTo>
                  <a:pt x="21600" y="12262"/>
                </a:lnTo>
                <a:lnTo>
                  <a:pt x="21600" y="16021"/>
                </a:lnTo>
                <a:lnTo>
                  <a:pt x="18762" y="17695"/>
                </a:lnTo>
                <a:lnTo>
                  <a:pt x="16520" y="18593"/>
                </a:lnTo>
                <a:lnTo>
                  <a:pt x="12960" y="19508"/>
                </a:lnTo>
                <a:lnTo>
                  <a:pt x="11750" y="19820"/>
                </a:lnTo>
                <a:lnTo>
                  <a:pt x="8100" y="20769"/>
                </a:lnTo>
                <a:lnTo>
                  <a:pt x="6225" y="21182"/>
                </a:lnTo>
                <a:lnTo>
                  <a:pt x="4320" y="21600"/>
                </a:lnTo>
                <a:lnTo>
                  <a:pt x="3465" y="18286"/>
                </a:lnTo>
                <a:lnTo>
                  <a:pt x="2605" y="14962"/>
                </a:lnTo>
                <a:lnTo>
                  <a:pt x="1745" y="11620"/>
                </a:lnTo>
                <a:lnTo>
                  <a:pt x="877" y="8262"/>
                </a:lnTo>
                <a:lnTo>
                  <a:pt x="0" y="4864"/>
                </a:lnTo>
                <a:lnTo>
                  <a:pt x="2748" y="2572"/>
                </a:lnTo>
                <a:lnTo>
                  <a:pt x="5102" y="1054"/>
                </a:lnTo>
                <a:lnTo>
                  <a:pt x="7318" y="229"/>
                </a:lnTo>
                <a:lnTo>
                  <a:pt x="9651" y="0"/>
                </a:lnTo>
                <a:lnTo>
                  <a:pt x="12347" y="296"/>
                </a:lnTo>
                <a:lnTo>
                  <a:pt x="15660" y="1026"/>
                </a:lnTo>
                <a:close/>
              </a:path>
            </a:pathLst>
          </a:custGeom>
          <a:solidFill>
            <a:srgbClr val="C8AF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6" name="contour_17964"/>
          <p:cNvSpPr/>
          <p:nvPr/>
        </p:nvSpPr>
        <p:spPr>
          <a:xfrm>
            <a:off x="5345184" y="4554011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5"/>
                </a:moveTo>
                <a:lnTo>
                  <a:pt x="3856" y="235"/>
                </a:lnTo>
                <a:lnTo>
                  <a:pt x="6626" y="0"/>
                </a:lnTo>
                <a:lnTo>
                  <a:pt x="9088" y="0"/>
                </a:lnTo>
                <a:lnTo>
                  <a:pt x="12020" y="235"/>
                </a:lnTo>
                <a:lnTo>
                  <a:pt x="16200" y="705"/>
                </a:lnTo>
                <a:lnTo>
                  <a:pt x="18025" y="4592"/>
                </a:lnTo>
                <a:lnTo>
                  <a:pt x="19219" y="7350"/>
                </a:lnTo>
                <a:lnTo>
                  <a:pt x="20039" y="9732"/>
                </a:lnTo>
                <a:lnTo>
                  <a:pt x="20747" y="12490"/>
                </a:lnTo>
                <a:lnTo>
                  <a:pt x="21600" y="16376"/>
                </a:lnTo>
                <a:lnTo>
                  <a:pt x="18036" y="17238"/>
                </a:lnTo>
                <a:lnTo>
                  <a:pt x="14467" y="18100"/>
                </a:lnTo>
                <a:lnTo>
                  <a:pt x="10881" y="18967"/>
                </a:lnTo>
                <a:lnTo>
                  <a:pt x="7279" y="19840"/>
                </a:lnTo>
                <a:lnTo>
                  <a:pt x="3656" y="20717"/>
                </a:lnTo>
                <a:lnTo>
                  <a:pt x="0" y="21600"/>
                </a:lnTo>
                <a:lnTo>
                  <a:pt x="0" y="18152"/>
                </a:lnTo>
                <a:lnTo>
                  <a:pt x="0" y="14699"/>
                </a:lnTo>
                <a:lnTo>
                  <a:pt x="0" y="11231"/>
                </a:lnTo>
                <a:lnTo>
                  <a:pt x="0" y="7747"/>
                </a:lnTo>
                <a:lnTo>
                  <a:pt x="0" y="4242"/>
                </a:lnTo>
                <a:lnTo>
                  <a:pt x="0" y="705"/>
                </a:lnTo>
                <a:close/>
              </a:path>
            </a:pathLst>
          </a:custGeom>
          <a:solidFill>
            <a:srgbClr val="5D50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7" name="contour_17965"/>
          <p:cNvSpPr/>
          <p:nvPr/>
        </p:nvSpPr>
        <p:spPr>
          <a:xfrm>
            <a:off x="4536217" y="4538976"/>
            <a:ext cx="36440" cy="24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59"/>
                </a:moveTo>
                <a:lnTo>
                  <a:pt x="4994" y="560"/>
                </a:lnTo>
                <a:lnTo>
                  <a:pt x="8506" y="140"/>
                </a:lnTo>
                <a:lnTo>
                  <a:pt x="11007" y="0"/>
                </a:lnTo>
                <a:lnTo>
                  <a:pt x="12986" y="140"/>
                </a:lnTo>
                <a:lnTo>
                  <a:pt x="14917" y="560"/>
                </a:lnTo>
                <a:lnTo>
                  <a:pt x="17280" y="1259"/>
                </a:lnTo>
                <a:lnTo>
                  <a:pt x="18870" y="5992"/>
                </a:lnTo>
                <a:lnTo>
                  <a:pt x="19889" y="9350"/>
                </a:lnTo>
                <a:lnTo>
                  <a:pt x="20546" y="12250"/>
                </a:lnTo>
                <a:lnTo>
                  <a:pt x="21047" y="15608"/>
                </a:lnTo>
                <a:lnTo>
                  <a:pt x="21600" y="20341"/>
                </a:lnTo>
                <a:lnTo>
                  <a:pt x="16606" y="21040"/>
                </a:lnTo>
                <a:lnTo>
                  <a:pt x="13094" y="21460"/>
                </a:lnTo>
                <a:lnTo>
                  <a:pt x="10593" y="21600"/>
                </a:lnTo>
                <a:lnTo>
                  <a:pt x="8614" y="21460"/>
                </a:lnTo>
                <a:lnTo>
                  <a:pt x="6683" y="21040"/>
                </a:lnTo>
                <a:lnTo>
                  <a:pt x="4320" y="20341"/>
                </a:lnTo>
                <a:lnTo>
                  <a:pt x="2730" y="15608"/>
                </a:lnTo>
                <a:lnTo>
                  <a:pt x="1711" y="12250"/>
                </a:lnTo>
                <a:lnTo>
                  <a:pt x="1054" y="9350"/>
                </a:lnTo>
                <a:lnTo>
                  <a:pt x="553" y="5992"/>
                </a:lnTo>
                <a:lnTo>
                  <a:pt x="0" y="1259"/>
                </a:lnTo>
                <a:close/>
              </a:path>
            </a:pathLst>
          </a:custGeom>
          <a:solidFill>
            <a:srgbClr val="5750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8" name="contour_17966"/>
          <p:cNvSpPr/>
          <p:nvPr/>
        </p:nvSpPr>
        <p:spPr>
          <a:xfrm>
            <a:off x="7668742" y="4533131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1731" y="2143"/>
                </a:lnTo>
                <a:lnTo>
                  <a:pt x="2542" y="4320"/>
                </a:lnTo>
                <a:lnTo>
                  <a:pt x="4304" y="6463"/>
                </a:lnTo>
                <a:lnTo>
                  <a:pt x="6098" y="8640"/>
                </a:lnTo>
                <a:lnTo>
                  <a:pt x="10097" y="8899"/>
                </a:lnTo>
                <a:lnTo>
                  <a:pt x="12903" y="9029"/>
                </a:lnTo>
                <a:lnTo>
                  <a:pt x="15260" y="9029"/>
                </a:lnTo>
                <a:lnTo>
                  <a:pt x="17910" y="8899"/>
                </a:lnTo>
                <a:lnTo>
                  <a:pt x="21600" y="8640"/>
                </a:lnTo>
                <a:lnTo>
                  <a:pt x="21600" y="11206"/>
                </a:lnTo>
                <a:lnTo>
                  <a:pt x="21600" y="13781"/>
                </a:lnTo>
                <a:lnTo>
                  <a:pt x="21600" y="16364"/>
                </a:lnTo>
                <a:lnTo>
                  <a:pt x="21600" y="18969"/>
                </a:lnTo>
                <a:lnTo>
                  <a:pt x="21600" y="21600"/>
                </a:lnTo>
                <a:lnTo>
                  <a:pt x="18469" y="20589"/>
                </a:lnTo>
                <a:lnTo>
                  <a:pt x="15399" y="19544"/>
                </a:lnTo>
                <a:lnTo>
                  <a:pt x="12386" y="18438"/>
                </a:lnTo>
                <a:lnTo>
                  <a:pt x="9436" y="17254"/>
                </a:lnTo>
                <a:lnTo>
                  <a:pt x="6542" y="15958"/>
                </a:lnTo>
                <a:lnTo>
                  <a:pt x="3705" y="14537"/>
                </a:lnTo>
                <a:lnTo>
                  <a:pt x="930" y="12960"/>
                </a:lnTo>
                <a:lnTo>
                  <a:pt x="310" y="9487"/>
                </a:lnTo>
                <a:lnTo>
                  <a:pt x="0" y="7076"/>
                </a:lnTo>
                <a:lnTo>
                  <a:pt x="0" y="5106"/>
                </a:lnTo>
                <a:lnTo>
                  <a:pt x="310" y="2955"/>
                </a:lnTo>
                <a:lnTo>
                  <a:pt x="930" y="0"/>
                </a:lnTo>
                <a:close/>
              </a:path>
            </a:pathLst>
          </a:custGeom>
          <a:solidFill>
            <a:srgbClr val="9884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69" name="contour_17967"/>
          <p:cNvSpPr/>
          <p:nvPr/>
        </p:nvSpPr>
        <p:spPr>
          <a:xfrm>
            <a:off x="9863083" y="4533757"/>
            <a:ext cx="29137" cy="294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10" y="3883"/>
                </a:moveTo>
                <a:lnTo>
                  <a:pt x="20228" y="7653"/>
                </a:lnTo>
                <a:lnTo>
                  <a:pt x="21422" y="10193"/>
                </a:lnTo>
                <a:lnTo>
                  <a:pt x="21600" y="12674"/>
                </a:lnTo>
                <a:lnTo>
                  <a:pt x="21081" y="16252"/>
                </a:lnTo>
                <a:lnTo>
                  <a:pt x="18412" y="18969"/>
                </a:lnTo>
                <a:lnTo>
                  <a:pt x="16186" y="20434"/>
                </a:lnTo>
                <a:lnTo>
                  <a:pt x="13199" y="21140"/>
                </a:lnTo>
                <a:lnTo>
                  <a:pt x="8255" y="21600"/>
                </a:lnTo>
                <a:lnTo>
                  <a:pt x="7110" y="21504"/>
                </a:lnTo>
                <a:lnTo>
                  <a:pt x="5095" y="21327"/>
                </a:lnTo>
                <a:lnTo>
                  <a:pt x="481" y="20932"/>
                </a:lnTo>
                <a:lnTo>
                  <a:pt x="162" y="17113"/>
                </a:lnTo>
                <a:lnTo>
                  <a:pt x="0" y="14370"/>
                </a:lnTo>
                <a:lnTo>
                  <a:pt x="0" y="11931"/>
                </a:lnTo>
                <a:lnTo>
                  <a:pt x="162" y="9027"/>
                </a:lnTo>
                <a:lnTo>
                  <a:pt x="481" y="4888"/>
                </a:lnTo>
                <a:lnTo>
                  <a:pt x="4236" y="1749"/>
                </a:lnTo>
                <a:lnTo>
                  <a:pt x="7304" y="139"/>
                </a:lnTo>
                <a:lnTo>
                  <a:pt x="10217" y="0"/>
                </a:lnTo>
                <a:lnTo>
                  <a:pt x="13507" y="1267"/>
                </a:lnTo>
                <a:lnTo>
                  <a:pt x="17710" y="3883"/>
                </a:lnTo>
                <a:close/>
              </a:path>
            </a:pathLst>
          </a:custGeom>
          <a:solidFill>
            <a:srgbClr val="C3C4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0" name="contour_17968"/>
          <p:cNvSpPr/>
          <p:nvPr/>
        </p:nvSpPr>
        <p:spPr>
          <a:xfrm>
            <a:off x="8771539" y="4533131"/>
            <a:ext cx="2815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825" y="0"/>
                </a:moveTo>
                <a:lnTo>
                  <a:pt x="7196" y="2038"/>
                </a:lnTo>
                <a:lnTo>
                  <a:pt x="9573" y="4075"/>
                </a:lnTo>
                <a:lnTo>
                  <a:pt x="11955" y="6120"/>
                </a:lnTo>
                <a:lnTo>
                  <a:pt x="14348" y="8172"/>
                </a:lnTo>
                <a:lnTo>
                  <a:pt x="16747" y="10235"/>
                </a:lnTo>
                <a:lnTo>
                  <a:pt x="19168" y="12308"/>
                </a:lnTo>
                <a:lnTo>
                  <a:pt x="21600" y="14400"/>
                </a:lnTo>
                <a:lnTo>
                  <a:pt x="18832" y="16182"/>
                </a:lnTo>
                <a:lnTo>
                  <a:pt x="16048" y="17971"/>
                </a:lnTo>
                <a:lnTo>
                  <a:pt x="13252" y="19775"/>
                </a:lnTo>
                <a:lnTo>
                  <a:pt x="10417" y="21600"/>
                </a:lnTo>
                <a:lnTo>
                  <a:pt x="8902" y="19922"/>
                </a:lnTo>
                <a:lnTo>
                  <a:pt x="7409" y="18238"/>
                </a:lnTo>
                <a:lnTo>
                  <a:pt x="5938" y="16546"/>
                </a:lnTo>
                <a:lnTo>
                  <a:pt x="4479" y="14850"/>
                </a:lnTo>
                <a:lnTo>
                  <a:pt x="2818" y="12967"/>
                </a:lnTo>
                <a:lnTo>
                  <a:pt x="1135" y="11052"/>
                </a:lnTo>
                <a:lnTo>
                  <a:pt x="252" y="9115"/>
                </a:lnTo>
                <a:lnTo>
                  <a:pt x="0" y="7571"/>
                </a:lnTo>
                <a:lnTo>
                  <a:pt x="565" y="5890"/>
                </a:lnTo>
                <a:lnTo>
                  <a:pt x="2114" y="3546"/>
                </a:lnTo>
                <a:lnTo>
                  <a:pt x="4825" y="0"/>
                </a:lnTo>
                <a:close/>
              </a:path>
            </a:pathLst>
          </a:custGeom>
          <a:solidFill>
            <a:srgbClr val="EE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1" name="contour_17969"/>
          <p:cNvSpPr/>
          <p:nvPr/>
        </p:nvSpPr>
        <p:spPr>
          <a:xfrm>
            <a:off x="7189046" y="4525843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713"/>
                </a:lnTo>
                <a:lnTo>
                  <a:pt x="11826" y="1429"/>
                </a:lnTo>
                <a:lnTo>
                  <a:pt x="15055" y="2146"/>
                </a:lnTo>
                <a:lnTo>
                  <a:pt x="18311" y="2869"/>
                </a:lnTo>
                <a:lnTo>
                  <a:pt x="21600" y="3600"/>
                </a:lnTo>
                <a:lnTo>
                  <a:pt x="20261" y="5828"/>
                </a:lnTo>
                <a:lnTo>
                  <a:pt x="18927" y="8057"/>
                </a:lnTo>
                <a:lnTo>
                  <a:pt x="17582" y="10292"/>
                </a:lnTo>
                <a:lnTo>
                  <a:pt x="16243" y="12532"/>
                </a:lnTo>
                <a:lnTo>
                  <a:pt x="14893" y="14782"/>
                </a:lnTo>
                <a:lnTo>
                  <a:pt x="13538" y="17042"/>
                </a:lnTo>
                <a:lnTo>
                  <a:pt x="12172" y="19314"/>
                </a:lnTo>
                <a:lnTo>
                  <a:pt x="10800" y="21600"/>
                </a:lnTo>
                <a:lnTo>
                  <a:pt x="8359" y="19580"/>
                </a:lnTo>
                <a:lnTo>
                  <a:pt x="6577" y="18050"/>
                </a:lnTo>
                <a:lnTo>
                  <a:pt x="5146" y="16708"/>
                </a:lnTo>
                <a:lnTo>
                  <a:pt x="3775" y="15250"/>
                </a:lnTo>
                <a:lnTo>
                  <a:pt x="2160" y="13381"/>
                </a:lnTo>
                <a:lnTo>
                  <a:pt x="0" y="10800"/>
                </a:lnTo>
                <a:lnTo>
                  <a:pt x="1015" y="7798"/>
                </a:lnTo>
                <a:lnTo>
                  <a:pt x="1804" y="5735"/>
                </a:lnTo>
                <a:lnTo>
                  <a:pt x="2624" y="4093"/>
                </a:lnTo>
                <a:lnTo>
                  <a:pt x="3737" y="2354"/>
                </a:lnTo>
                <a:lnTo>
                  <a:pt x="5400" y="0"/>
                </a:lnTo>
                <a:close/>
              </a:path>
            </a:pathLst>
          </a:custGeom>
          <a:solidFill>
            <a:srgbClr val="F8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2" name="contour_17970"/>
          <p:cNvSpPr/>
          <p:nvPr/>
        </p:nvSpPr>
        <p:spPr>
          <a:xfrm>
            <a:off x="8282245" y="449669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351" y="2138"/>
                </a:lnTo>
                <a:lnTo>
                  <a:pt x="19423" y="4285"/>
                </a:lnTo>
                <a:lnTo>
                  <a:pt x="20507" y="6450"/>
                </a:lnTo>
                <a:lnTo>
                  <a:pt x="21600" y="8640"/>
                </a:lnTo>
                <a:lnTo>
                  <a:pt x="20209" y="11737"/>
                </a:lnTo>
                <a:lnTo>
                  <a:pt x="19120" y="13980"/>
                </a:lnTo>
                <a:lnTo>
                  <a:pt x="18092" y="15729"/>
                </a:lnTo>
                <a:lnTo>
                  <a:pt x="16878" y="17340"/>
                </a:lnTo>
                <a:lnTo>
                  <a:pt x="15250" y="19176"/>
                </a:lnTo>
                <a:lnTo>
                  <a:pt x="12960" y="21600"/>
                </a:lnTo>
                <a:lnTo>
                  <a:pt x="9487" y="20917"/>
                </a:lnTo>
                <a:lnTo>
                  <a:pt x="7076" y="20352"/>
                </a:lnTo>
                <a:lnTo>
                  <a:pt x="5106" y="19695"/>
                </a:lnTo>
                <a:lnTo>
                  <a:pt x="2955" y="18740"/>
                </a:lnTo>
                <a:lnTo>
                  <a:pt x="0" y="17280"/>
                </a:lnTo>
                <a:lnTo>
                  <a:pt x="2138" y="15142"/>
                </a:lnTo>
                <a:lnTo>
                  <a:pt x="4281" y="12999"/>
                </a:lnTo>
                <a:lnTo>
                  <a:pt x="6424" y="10856"/>
                </a:lnTo>
                <a:lnTo>
                  <a:pt x="8575" y="8705"/>
                </a:lnTo>
                <a:lnTo>
                  <a:pt x="10735" y="6545"/>
                </a:lnTo>
                <a:lnTo>
                  <a:pt x="12904" y="4376"/>
                </a:lnTo>
                <a:lnTo>
                  <a:pt x="15085" y="2195"/>
                </a:lnTo>
                <a:lnTo>
                  <a:pt x="17280" y="0"/>
                </a:lnTo>
                <a:close/>
              </a:path>
            </a:pathLst>
          </a:custGeom>
          <a:solidFill>
            <a:srgbClr val="D6D7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3" name="contour_17971"/>
          <p:cNvSpPr/>
          <p:nvPr/>
        </p:nvSpPr>
        <p:spPr>
          <a:xfrm>
            <a:off x="5111969" y="450397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2566"/>
                </a:lnTo>
                <a:lnTo>
                  <a:pt x="18344" y="5141"/>
                </a:lnTo>
                <a:lnTo>
                  <a:pt x="19418" y="7724"/>
                </a:lnTo>
                <a:lnTo>
                  <a:pt x="20504" y="10329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3024" y="16610"/>
                </a:lnTo>
                <a:lnTo>
                  <a:pt x="5427" y="12684"/>
                </a:lnTo>
                <a:lnTo>
                  <a:pt x="7349" y="9638"/>
                </a:lnTo>
                <a:lnTo>
                  <a:pt x="8921" y="7305"/>
                </a:lnTo>
                <a:lnTo>
                  <a:pt x="10276" y="5495"/>
                </a:lnTo>
                <a:lnTo>
                  <a:pt x="11551" y="4039"/>
                </a:lnTo>
                <a:lnTo>
                  <a:pt x="12874" y="2756"/>
                </a:lnTo>
                <a:lnTo>
                  <a:pt x="14380" y="1469"/>
                </a:lnTo>
                <a:lnTo>
                  <a:pt x="16200" y="0"/>
                </a:lnTo>
                <a:close/>
              </a:path>
            </a:pathLst>
          </a:custGeom>
          <a:solidFill>
            <a:srgbClr val="6D63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4" name="contour_17972"/>
          <p:cNvSpPr/>
          <p:nvPr/>
        </p:nvSpPr>
        <p:spPr>
          <a:xfrm>
            <a:off x="1752205" y="451126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A787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5" name="contour_17973"/>
          <p:cNvSpPr/>
          <p:nvPr/>
        </p:nvSpPr>
        <p:spPr>
          <a:xfrm>
            <a:off x="7487854" y="450397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3" y="2138"/>
                </a:lnTo>
                <a:lnTo>
                  <a:pt x="5351" y="4281"/>
                </a:lnTo>
                <a:lnTo>
                  <a:pt x="8030" y="6424"/>
                </a:lnTo>
                <a:lnTo>
                  <a:pt x="10719" y="8575"/>
                </a:lnTo>
                <a:lnTo>
                  <a:pt x="13419" y="10735"/>
                </a:lnTo>
                <a:lnTo>
                  <a:pt x="16130" y="12904"/>
                </a:lnTo>
                <a:lnTo>
                  <a:pt x="18857" y="15085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F5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6" name="contour_17974"/>
          <p:cNvSpPr/>
          <p:nvPr/>
        </p:nvSpPr>
        <p:spPr>
          <a:xfrm>
            <a:off x="5059641" y="4496691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6" y="0"/>
                </a:lnTo>
                <a:lnTo>
                  <a:pt x="7782" y="0"/>
                </a:lnTo>
                <a:lnTo>
                  <a:pt x="11265" y="0"/>
                </a:lnTo>
                <a:lnTo>
                  <a:pt x="13198" y="2825"/>
                </a:lnTo>
                <a:lnTo>
                  <a:pt x="14443" y="4895"/>
                </a:lnTo>
                <a:lnTo>
                  <a:pt x="15559" y="7214"/>
                </a:lnTo>
                <a:lnTo>
                  <a:pt x="17078" y="10800"/>
                </a:lnTo>
                <a:lnTo>
                  <a:pt x="17947" y="12809"/>
                </a:lnTo>
                <a:lnTo>
                  <a:pt x="18820" y="14826"/>
                </a:lnTo>
                <a:lnTo>
                  <a:pt x="19704" y="16874"/>
                </a:lnTo>
                <a:lnTo>
                  <a:pt x="20644" y="19220"/>
                </a:lnTo>
                <a:lnTo>
                  <a:pt x="21600" y="21600"/>
                </a:lnTo>
                <a:lnTo>
                  <a:pt x="18469" y="20589"/>
                </a:lnTo>
                <a:lnTo>
                  <a:pt x="15399" y="19544"/>
                </a:lnTo>
                <a:lnTo>
                  <a:pt x="12386" y="18438"/>
                </a:lnTo>
                <a:lnTo>
                  <a:pt x="9436" y="17254"/>
                </a:lnTo>
                <a:lnTo>
                  <a:pt x="6542" y="15958"/>
                </a:lnTo>
                <a:lnTo>
                  <a:pt x="3705" y="14537"/>
                </a:lnTo>
                <a:lnTo>
                  <a:pt x="930" y="12960"/>
                </a:lnTo>
                <a:lnTo>
                  <a:pt x="310" y="9487"/>
                </a:lnTo>
                <a:lnTo>
                  <a:pt x="0" y="7076"/>
                </a:lnTo>
                <a:lnTo>
                  <a:pt x="0" y="5106"/>
                </a:lnTo>
                <a:lnTo>
                  <a:pt x="310" y="2955"/>
                </a:lnTo>
                <a:lnTo>
                  <a:pt x="930" y="0"/>
                </a:lnTo>
                <a:close/>
              </a:path>
            </a:pathLst>
          </a:custGeom>
          <a:solidFill>
            <a:srgbClr val="8F7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7" name="contour_17975"/>
          <p:cNvSpPr/>
          <p:nvPr/>
        </p:nvSpPr>
        <p:spPr>
          <a:xfrm>
            <a:off x="994254" y="4511267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65" y="353"/>
                </a:lnTo>
                <a:lnTo>
                  <a:pt x="8659" y="716"/>
                </a:lnTo>
                <a:lnTo>
                  <a:pt x="11763" y="1264"/>
                </a:lnTo>
                <a:lnTo>
                  <a:pt x="15358" y="2167"/>
                </a:lnTo>
                <a:lnTo>
                  <a:pt x="20422" y="3600"/>
                </a:lnTo>
                <a:lnTo>
                  <a:pt x="21096" y="6188"/>
                </a:lnTo>
                <a:lnTo>
                  <a:pt x="21471" y="8755"/>
                </a:lnTo>
                <a:lnTo>
                  <a:pt x="21600" y="11311"/>
                </a:lnTo>
                <a:lnTo>
                  <a:pt x="21518" y="13864"/>
                </a:lnTo>
                <a:lnTo>
                  <a:pt x="21266" y="16423"/>
                </a:lnTo>
                <a:lnTo>
                  <a:pt x="20885" y="18997"/>
                </a:lnTo>
                <a:lnTo>
                  <a:pt x="20422" y="21600"/>
                </a:lnTo>
                <a:lnTo>
                  <a:pt x="15923" y="21600"/>
                </a:lnTo>
                <a:lnTo>
                  <a:pt x="11396" y="21600"/>
                </a:lnTo>
                <a:lnTo>
                  <a:pt x="6807" y="21600"/>
                </a:lnTo>
                <a:lnTo>
                  <a:pt x="6059" y="19224"/>
                </a:lnTo>
                <a:lnTo>
                  <a:pt x="5310" y="16844"/>
                </a:lnTo>
                <a:lnTo>
                  <a:pt x="4561" y="14465"/>
                </a:lnTo>
                <a:lnTo>
                  <a:pt x="3805" y="12078"/>
                </a:lnTo>
                <a:lnTo>
                  <a:pt x="3050" y="9684"/>
                </a:lnTo>
                <a:lnTo>
                  <a:pt x="2294" y="7279"/>
                </a:lnTo>
                <a:lnTo>
                  <a:pt x="1532" y="4867"/>
                </a:lnTo>
                <a:lnTo>
                  <a:pt x="769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F2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8" name="contour_17976"/>
          <p:cNvSpPr/>
          <p:nvPr/>
        </p:nvSpPr>
        <p:spPr>
          <a:xfrm>
            <a:off x="906798" y="4509955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167" y="930"/>
                </a:moveTo>
                <a:lnTo>
                  <a:pt x="9167" y="310"/>
                </a:lnTo>
                <a:lnTo>
                  <a:pt x="11973" y="0"/>
                </a:lnTo>
                <a:lnTo>
                  <a:pt x="14329" y="0"/>
                </a:lnTo>
                <a:lnTo>
                  <a:pt x="16980" y="310"/>
                </a:lnTo>
                <a:lnTo>
                  <a:pt x="20670" y="930"/>
                </a:lnTo>
                <a:lnTo>
                  <a:pt x="21290" y="4620"/>
                </a:lnTo>
                <a:lnTo>
                  <a:pt x="21600" y="7271"/>
                </a:lnTo>
                <a:lnTo>
                  <a:pt x="21600" y="9627"/>
                </a:lnTo>
                <a:lnTo>
                  <a:pt x="21290" y="12433"/>
                </a:lnTo>
                <a:lnTo>
                  <a:pt x="20670" y="16433"/>
                </a:lnTo>
                <a:lnTo>
                  <a:pt x="17332" y="17843"/>
                </a:lnTo>
                <a:lnTo>
                  <a:pt x="13968" y="18959"/>
                </a:lnTo>
                <a:lnTo>
                  <a:pt x="10562" y="19843"/>
                </a:lnTo>
                <a:lnTo>
                  <a:pt x="7105" y="20541"/>
                </a:lnTo>
                <a:lnTo>
                  <a:pt x="3591" y="21109"/>
                </a:lnTo>
                <a:lnTo>
                  <a:pt x="0" y="21600"/>
                </a:lnTo>
                <a:lnTo>
                  <a:pt x="491" y="18009"/>
                </a:lnTo>
                <a:lnTo>
                  <a:pt x="1059" y="14495"/>
                </a:lnTo>
                <a:lnTo>
                  <a:pt x="1757" y="11038"/>
                </a:lnTo>
                <a:lnTo>
                  <a:pt x="2641" y="7632"/>
                </a:lnTo>
                <a:lnTo>
                  <a:pt x="3757" y="4268"/>
                </a:lnTo>
                <a:lnTo>
                  <a:pt x="5167" y="930"/>
                </a:lnTo>
                <a:close/>
              </a:path>
            </a:pathLst>
          </a:custGeom>
          <a:solidFill>
            <a:srgbClr val="F3DC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79" name="contour_17977"/>
          <p:cNvSpPr/>
          <p:nvPr/>
        </p:nvSpPr>
        <p:spPr>
          <a:xfrm>
            <a:off x="10679994" y="4496691"/>
            <a:ext cx="2330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54" y="0"/>
                </a:moveTo>
                <a:lnTo>
                  <a:pt x="11219" y="0"/>
                </a:lnTo>
                <a:lnTo>
                  <a:pt x="15710" y="0"/>
                </a:lnTo>
                <a:lnTo>
                  <a:pt x="20263" y="0"/>
                </a:lnTo>
                <a:lnTo>
                  <a:pt x="21006" y="4994"/>
                </a:lnTo>
                <a:lnTo>
                  <a:pt x="21451" y="8506"/>
                </a:lnTo>
                <a:lnTo>
                  <a:pt x="21600" y="11007"/>
                </a:lnTo>
                <a:lnTo>
                  <a:pt x="21451" y="12986"/>
                </a:lnTo>
                <a:lnTo>
                  <a:pt x="21006" y="14917"/>
                </a:lnTo>
                <a:lnTo>
                  <a:pt x="20263" y="17280"/>
                </a:lnTo>
                <a:lnTo>
                  <a:pt x="15238" y="18870"/>
                </a:lnTo>
                <a:lnTo>
                  <a:pt x="11671" y="19889"/>
                </a:lnTo>
                <a:lnTo>
                  <a:pt x="8591" y="20546"/>
                </a:lnTo>
                <a:lnTo>
                  <a:pt x="5025" y="21047"/>
                </a:lnTo>
                <a:lnTo>
                  <a:pt x="0" y="21600"/>
                </a:lnTo>
                <a:lnTo>
                  <a:pt x="588" y="18896"/>
                </a:lnTo>
                <a:lnTo>
                  <a:pt x="1216" y="16196"/>
                </a:lnTo>
                <a:lnTo>
                  <a:pt x="1864" y="13496"/>
                </a:lnTo>
                <a:lnTo>
                  <a:pt x="2533" y="10800"/>
                </a:lnTo>
                <a:lnTo>
                  <a:pt x="3242" y="7785"/>
                </a:lnTo>
                <a:lnTo>
                  <a:pt x="3958" y="4726"/>
                </a:lnTo>
                <a:lnTo>
                  <a:pt x="5349" y="2380"/>
                </a:lnTo>
                <a:lnTo>
                  <a:pt x="6754" y="0"/>
                </a:lnTo>
                <a:close/>
              </a:path>
            </a:pathLst>
          </a:custGeom>
          <a:solidFill>
            <a:srgbClr val="FEF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0" name="contour_17978"/>
          <p:cNvSpPr/>
          <p:nvPr/>
        </p:nvSpPr>
        <p:spPr>
          <a:xfrm>
            <a:off x="4135378" y="448940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224" y="2376"/>
                </a:lnTo>
                <a:lnTo>
                  <a:pt x="16844" y="4752"/>
                </a:lnTo>
                <a:lnTo>
                  <a:pt x="14463" y="7133"/>
                </a:lnTo>
                <a:lnTo>
                  <a:pt x="12079" y="9526"/>
                </a:lnTo>
                <a:lnTo>
                  <a:pt x="9681" y="11918"/>
                </a:lnTo>
                <a:lnTo>
                  <a:pt x="7279" y="14321"/>
                </a:lnTo>
                <a:lnTo>
                  <a:pt x="4864" y="16735"/>
                </a:lnTo>
                <a:lnTo>
                  <a:pt x="2441" y="1915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3E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1" name="contour_17979"/>
          <p:cNvSpPr/>
          <p:nvPr/>
        </p:nvSpPr>
        <p:spPr>
          <a:xfrm>
            <a:off x="10009499" y="446753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32" y="2250"/>
                </a:lnTo>
                <a:lnTo>
                  <a:pt x="6664" y="4500"/>
                </a:lnTo>
                <a:lnTo>
                  <a:pt x="7301" y="6750"/>
                </a:lnTo>
                <a:lnTo>
                  <a:pt x="7933" y="9000"/>
                </a:lnTo>
                <a:lnTo>
                  <a:pt x="8564" y="11250"/>
                </a:lnTo>
                <a:lnTo>
                  <a:pt x="9677" y="12812"/>
                </a:lnTo>
                <a:lnTo>
                  <a:pt x="10800" y="14400"/>
                </a:lnTo>
                <a:lnTo>
                  <a:pt x="14369" y="14400"/>
                </a:lnTo>
                <a:lnTo>
                  <a:pt x="17960" y="14400"/>
                </a:lnTo>
                <a:lnTo>
                  <a:pt x="21600" y="14400"/>
                </a:lnTo>
                <a:lnTo>
                  <a:pt x="21600" y="16780"/>
                </a:lnTo>
                <a:lnTo>
                  <a:pt x="21600" y="19174"/>
                </a:lnTo>
                <a:lnTo>
                  <a:pt x="21600" y="21600"/>
                </a:lnTo>
                <a:lnTo>
                  <a:pt x="18036" y="21006"/>
                </a:lnTo>
                <a:lnTo>
                  <a:pt x="14467" y="20412"/>
                </a:lnTo>
                <a:lnTo>
                  <a:pt x="10881" y="19814"/>
                </a:lnTo>
                <a:lnTo>
                  <a:pt x="7279" y="19213"/>
                </a:lnTo>
                <a:lnTo>
                  <a:pt x="3656" y="18608"/>
                </a:lnTo>
                <a:lnTo>
                  <a:pt x="0" y="18000"/>
                </a:lnTo>
                <a:lnTo>
                  <a:pt x="670" y="15772"/>
                </a:lnTo>
                <a:lnTo>
                  <a:pt x="1339" y="13543"/>
                </a:lnTo>
                <a:lnTo>
                  <a:pt x="2009" y="11308"/>
                </a:lnTo>
                <a:lnTo>
                  <a:pt x="2678" y="9068"/>
                </a:lnTo>
                <a:lnTo>
                  <a:pt x="3353" y="6818"/>
                </a:lnTo>
                <a:lnTo>
                  <a:pt x="4034" y="4558"/>
                </a:lnTo>
                <a:lnTo>
                  <a:pt x="4714" y="2286"/>
                </a:lnTo>
                <a:lnTo>
                  <a:pt x="5400" y="0"/>
                </a:lnTo>
                <a:close/>
              </a:path>
            </a:pathLst>
          </a:custGeom>
          <a:solidFill>
            <a:srgbClr val="8C8E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2" name="contour_17980"/>
          <p:cNvSpPr/>
          <p:nvPr/>
        </p:nvSpPr>
        <p:spPr>
          <a:xfrm>
            <a:off x="5301457" y="4467539"/>
            <a:ext cx="2190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1" y="0"/>
                </a:lnTo>
                <a:lnTo>
                  <a:pt x="9531" y="0"/>
                </a:lnTo>
                <a:lnTo>
                  <a:pt x="14376" y="0"/>
                </a:lnTo>
                <a:lnTo>
                  <a:pt x="16949" y="2254"/>
                </a:lnTo>
                <a:lnTo>
                  <a:pt x="18912" y="4543"/>
                </a:lnTo>
                <a:lnTo>
                  <a:pt x="20313" y="6890"/>
                </a:lnTo>
                <a:lnTo>
                  <a:pt x="21197" y="9306"/>
                </a:lnTo>
                <a:lnTo>
                  <a:pt x="21600" y="11804"/>
                </a:lnTo>
                <a:lnTo>
                  <a:pt x="21564" y="14400"/>
                </a:lnTo>
                <a:lnTo>
                  <a:pt x="17158" y="16308"/>
                </a:lnTo>
                <a:lnTo>
                  <a:pt x="13873" y="17665"/>
                </a:lnTo>
                <a:lnTo>
                  <a:pt x="11120" y="18677"/>
                </a:lnTo>
                <a:lnTo>
                  <a:pt x="8281" y="19534"/>
                </a:lnTo>
                <a:lnTo>
                  <a:pt x="4780" y="20441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3D3B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3" name="contour_17981"/>
          <p:cNvSpPr/>
          <p:nvPr/>
        </p:nvSpPr>
        <p:spPr>
          <a:xfrm>
            <a:off x="2634052" y="4431099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970" y="2308"/>
                </a:lnTo>
                <a:lnTo>
                  <a:pt x="11794" y="3968"/>
                </a:lnTo>
                <a:lnTo>
                  <a:pt x="15062" y="5236"/>
                </a:lnTo>
                <a:lnTo>
                  <a:pt x="17395" y="6369"/>
                </a:lnTo>
                <a:lnTo>
                  <a:pt x="19368" y="7622"/>
                </a:lnTo>
                <a:lnTo>
                  <a:pt x="21600" y="9257"/>
                </a:lnTo>
                <a:lnTo>
                  <a:pt x="20326" y="11281"/>
                </a:lnTo>
                <a:lnTo>
                  <a:pt x="18763" y="13124"/>
                </a:lnTo>
                <a:lnTo>
                  <a:pt x="16927" y="14836"/>
                </a:lnTo>
                <a:lnTo>
                  <a:pt x="14839" y="16481"/>
                </a:lnTo>
                <a:lnTo>
                  <a:pt x="12514" y="18119"/>
                </a:lnTo>
                <a:lnTo>
                  <a:pt x="9958" y="19804"/>
                </a:lnTo>
                <a:lnTo>
                  <a:pt x="7200" y="21600"/>
                </a:lnTo>
                <a:lnTo>
                  <a:pt x="6487" y="19462"/>
                </a:lnTo>
                <a:lnTo>
                  <a:pt x="5774" y="17320"/>
                </a:lnTo>
                <a:lnTo>
                  <a:pt x="5062" y="15179"/>
                </a:lnTo>
                <a:lnTo>
                  <a:pt x="4342" y="13034"/>
                </a:lnTo>
                <a:lnTo>
                  <a:pt x="3629" y="10880"/>
                </a:lnTo>
                <a:lnTo>
                  <a:pt x="2909" y="8723"/>
                </a:lnTo>
                <a:lnTo>
                  <a:pt x="2189" y="6557"/>
                </a:lnTo>
                <a:lnTo>
                  <a:pt x="1462" y="4382"/>
                </a:lnTo>
                <a:lnTo>
                  <a:pt x="734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E9F1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4" name="contour_17982"/>
          <p:cNvSpPr/>
          <p:nvPr/>
        </p:nvSpPr>
        <p:spPr>
          <a:xfrm>
            <a:off x="3894874" y="4460251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ED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5" name="contour_17983"/>
          <p:cNvSpPr/>
          <p:nvPr/>
        </p:nvSpPr>
        <p:spPr>
          <a:xfrm>
            <a:off x="4332154" y="4438387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853"/>
                </a:lnTo>
                <a:lnTo>
                  <a:pt x="15865" y="1561"/>
                </a:lnTo>
                <a:lnTo>
                  <a:pt x="17507" y="2381"/>
                </a:lnTo>
                <a:lnTo>
                  <a:pt x="19246" y="3575"/>
                </a:lnTo>
                <a:lnTo>
                  <a:pt x="21600" y="5400"/>
                </a:lnTo>
                <a:lnTo>
                  <a:pt x="20887" y="8608"/>
                </a:lnTo>
                <a:lnTo>
                  <a:pt x="20171" y="11826"/>
                </a:lnTo>
                <a:lnTo>
                  <a:pt x="19454" y="15055"/>
                </a:lnTo>
                <a:lnTo>
                  <a:pt x="18731" y="18311"/>
                </a:lnTo>
                <a:lnTo>
                  <a:pt x="18000" y="21600"/>
                </a:lnTo>
                <a:lnTo>
                  <a:pt x="15772" y="20930"/>
                </a:lnTo>
                <a:lnTo>
                  <a:pt x="13543" y="20261"/>
                </a:lnTo>
                <a:lnTo>
                  <a:pt x="11308" y="19591"/>
                </a:lnTo>
                <a:lnTo>
                  <a:pt x="9068" y="18922"/>
                </a:lnTo>
                <a:lnTo>
                  <a:pt x="6818" y="18247"/>
                </a:lnTo>
                <a:lnTo>
                  <a:pt x="4558" y="17566"/>
                </a:lnTo>
                <a:lnTo>
                  <a:pt x="2286" y="16886"/>
                </a:lnTo>
                <a:lnTo>
                  <a:pt x="0" y="16200"/>
                </a:lnTo>
                <a:lnTo>
                  <a:pt x="2826" y="11173"/>
                </a:lnTo>
                <a:lnTo>
                  <a:pt x="4838" y="7673"/>
                </a:lnTo>
                <a:lnTo>
                  <a:pt x="6347" y="5254"/>
                </a:lnTo>
                <a:lnTo>
                  <a:pt x="7639" y="3472"/>
                </a:lnTo>
                <a:lnTo>
                  <a:pt x="9025" y="1868"/>
                </a:lnTo>
                <a:lnTo>
                  <a:pt x="10800" y="0"/>
                </a:lnTo>
                <a:close/>
              </a:path>
            </a:pathLst>
          </a:custGeom>
          <a:solidFill>
            <a:srgbClr val="3B3A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6" name="contour_17984"/>
          <p:cNvSpPr/>
          <p:nvPr/>
        </p:nvSpPr>
        <p:spPr>
          <a:xfrm>
            <a:off x="7486542" y="4422499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930"/>
                </a:moveTo>
                <a:lnTo>
                  <a:pt x="4620" y="310"/>
                </a:lnTo>
                <a:lnTo>
                  <a:pt x="7271" y="0"/>
                </a:lnTo>
                <a:lnTo>
                  <a:pt x="9627" y="0"/>
                </a:lnTo>
                <a:lnTo>
                  <a:pt x="12433" y="310"/>
                </a:lnTo>
                <a:lnTo>
                  <a:pt x="16433" y="930"/>
                </a:lnTo>
                <a:lnTo>
                  <a:pt x="17843" y="4268"/>
                </a:lnTo>
                <a:lnTo>
                  <a:pt x="18959" y="7632"/>
                </a:lnTo>
                <a:lnTo>
                  <a:pt x="19843" y="11038"/>
                </a:lnTo>
                <a:lnTo>
                  <a:pt x="20541" y="14495"/>
                </a:lnTo>
                <a:lnTo>
                  <a:pt x="21109" y="18009"/>
                </a:lnTo>
                <a:lnTo>
                  <a:pt x="21600" y="21600"/>
                </a:lnTo>
                <a:lnTo>
                  <a:pt x="18009" y="21109"/>
                </a:lnTo>
                <a:lnTo>
                  <a:pt x="14495" y="20541"/>
                </a:lnTo>
                <a:lnTo>
                  <a:pt x="11038" y="19843"/>
                </a:lnTo>
                <a:lnTo>
                  <a:pt x="7632" y="18959"/>
                </a:lnTo>
                <a:lnTo>
                  <a:pt x="4268" y="17843"/>
                </a:lnTo>
                <a:lnTo>
                  <a:pt x="930" y="16433"/>
                </a:lnTo>
                <a:lnTo>
                  <a:pt x="310" y="12433"/>
                </a:lnTo>
                <a:lnTo>
                  <a:pt x="0" y="9627"/>
                </a:lnTo>
                <a:lnTo>
                  <a:pt x="0" y="7271"/>
                </a:lnTo>
                <a:lnTo>
                  <a:pt x="310" y="4620"/>
                </a:lnTo>
                <a:lnTo>
                  <a:pt x="930" y="930"/>
                </a:lnTo>
                <a:close/>
              </a:path>
            </a:pathLst>
          </a:custGeom>
          <a:solidFill>
            <a:srgbClr val="625F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7" name="contour_17985"/>
          <p:cNvSpPr/>
          <p:nvPr/>
        </p:nvSpPr>
        <p:spPr>
          <a:xfrm>
            <a:off x="7568022" y="441652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0394" y="20531"/>
                </a:lnTo>
                <a:lnTo>
                  <a:pt x="7819" y="19456"/>
                </a:lnTo>
                <a:lnTo>
                  <a:pt x="5236" y="18382"/>
                </a:lnTo>
                <a:lnTo>
                  <a:pt x="2631" y="17296"/>
                </a:lnTo>
                <a:lnTo>
                  <a:pt x="0" y="16200"/>
                </a:lnTo>
                <a:lnTo>
                  <a:pt x="1961" y="13478"/>
                </a:lnTo>
                <a:lnTo>
                  <a:pt x="3944" y="10778"/>
                </a:lnTo>
                <a:lnTo>
                  <a:pt x="5940" y="8100"/>
                </a:lnTo>
                <a:lnTo>
                  <a:pt x="6774" y="6966"/>
                </a:lnTo>
                <a:lnTo>
                  <a:pt x="9279" y="3542"/>
                </a:lnTo>
                <a:lnTo>
                  <a:pt x="11146" y="1814"/>
                </a:lnTo>
                <a:lnTo>
                  <a:pt x="12718" y="767"/>
                </a:lnTo>
                <a:lnTo>
                  <a:pt x="14589" y="227"/>
                </a:lnTo>
                <a:lnTo>
                  <a:pt x="17353" y="27"/>
                </a:lnTo>
                <a:lnTo>
                  <a:pt x="21600" y="0"/>
                </a:lnTo>
                <a:close/>
              </a:path>
            </a:pathLst>
          </a:custGeom>
          <a:solidFill>
            <a:srgbClr val="CACF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8" name="contour_17986"/>
          <p:cNvSpPr/>
          <p:nvPr/>
        </p:nvSpPr>
        <p:spPr>
          <a:xfrm>
            <a:off x="4463338" y="4409235"/>
            <a:ext cx="43728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1213"/>
                </a:lnTo>
                <a:lnTo>
                  <a:pt x="4324" y="2440"/>
                </a:lnTo>
                <a:lnTo>
                  <a:pt x="6484" y="3667"/>
                </a:lnTo>
                <a:lnTo>
                  <a:pt x="8644" y="4906"/>
                </a:lnTo>
                <a:lnTo>
                  <a:pt x="10800" y="6153"/>
                </a:lnTo>
                <a:lnTo>
                  <a:pt x="11693" y="6664"/>
                </a:lnTo>
                <a:lnTo>
                  <a:pt x="13266" y="7556"/>
                </a:lnTo>
                <a:lnTo>
                  <a:pt x="16877" y="9609"/>
                </a:lnTo>
                <a:lnTo>
                  <a:pt x="19220" y="11348"/>
                </a:lnTo>
                <a:lnTo>
                  <a:pt x="21600" y="13119"/>
                </a:lnTo>
                <a:lnTo>
                  <a:pt x="21600" y="16372"/>
                </a:lnTo>
                <a:lnTo>
                  <a:pt x="21600" y="19678"/>
                </a:lnTo>
                <a:lnTo>
                  <a:pt x="19408" y="20052"/>
                </a:lnTo>
                <a:lnTo>
                  <a:pt x="17215" y="20373"/>
                </a:lnTo>
                <a:lnTo>
                  <a:pt x="15019" y="20655"/>
                </a:lnTo>
                <a:lnTo>
                  <a:pt x="12823" y="20911"/>
                </a:lnTo>
                <a:lnTo>
                  <a:pt x="11596" y="21082"/>
                </a:lnTo>
                <a:lnTo>
                  <a:pt x="7888" y="21600"/>
                </a:lnTo>
                <a:lnTo>
                  <a:pt x="5760" y="20649"/>
                </a:lnTo>
                <a:lnTo>
                  <a:pt x="3600" y="19678"/>
                </a:lnTo>
                <a:lnTo>
                  <a:pt x="2430" y="14759"/>
                </a:lnTo>
                <a:lnTo>
                  <a:pt x="1660" y="11276"/>
                </a:lnTo>
                <a:lnTo>
                  <a:pt x="1112" y="8284"/>
                </a:lnTo>
                <a:lnTo>
                  <a:pt x="616" y="4841"/>
                </a:lnTo>
                <a:lnTo>
                  <a:pt x="0" y="0"/>
                </a:lnTo>
                <a:close/>
              </a:path>
            </a:pathLst>
          </a:custGeom>
          <a:solidFill>
            <a:srgbClr val="717C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89" name="contour_17987"/>
          <p:cNvSpPr/>
          <p:nvPr/>
        </p:nvSpPr>
        <p:spPr>
          <a:xfrm>
            <a:off x="899510" y="438008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2376"/>
                </a:lnTo>
                <a:lnTo>
                  <a:pt x="4752" y="4756"/>
                </a:lnTo>
                <a:lnTo>
                  <a:pt x="7133" y="7137"/>
                </a:lnTo>
                <a:lnTo>
                  <a:pt x="9526" y="9521"/>
                </a:lnTo>
                <a:lnTo>
                  <a:pt x="11918" y="11919"/>
                </a:lnTo>
                <a:lnTo>
                  <a:pt x="14321" y="14321"/>
                </a:lnTo>
                <a:lnTo>
                  <a:pt x="16735" y="16736"/>
                </a:lnTo>
                <a:lnTo>
                  <a:pt x="19159" y="19159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4045" y="18982"/>
                </a:lnTo>
                <a:lnTo>
                  <a:pt x="2997" y="16360"/>
                </a:lnTo>
                <a:lnTo>
                  <a:pt x="2214" y="13733"/>
                </a:lnTo>
                <a:lnTo>
                  <a:pt x="1620" y="11076"/>
                </a:lnTo>
                <a:lnTo>
                  <a:pt x="1161" y="8389"/>
                </a:lnTo>
                <a:lnTo>
                  <a:pt x="778" y="5655"/>
                </a:lnTo>
                <a:lnTo>
                  <a:pt x="410" y="2864"/>
                </a:lnTo>
                <a:lnTo>
                  <a:pt x="0" y="0"/>
                </a:lnTo>
                <a:close/>
              </a:path>
            </a:pathLst>
          </a:custGeom>
          <a:solidFill>
            <a:srgbClr val="E5E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0" name="contour_17988"/>
          <p:cNvSpPr/>
          <p:nvPr/>
        </p:nvSpPr>
        <p:spPr>
          <a:xfrm>
            <a:off x="10191699" y="4409235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91"/>
                </a:lnTo>
                <a:lnTo>
                  <a:pt x="2341" y="755"/>
                </a:lnTo>
                <a:lnTo>
                  <a:pt x="3646" y="1181"/>
                </a:lnTo>
                <a:lnTo>
                  <a:pt x="5374" y="1741"/>
                </a:lnTo>
                <a:lnTo>
                  <a:pt x="7780" y="2517"/>
                </a:lnTo>
                <a:lnTo>
                  <a:pt x="11115" y="3600"/>
                </a:lnTo>
                <a:lnTo>
                  <a:pt x="15638" y="5061"/>
                </a:lnTo>
                <a:lnTo>
                  <a:pt x="21600" y="6990"/>
                </a:lnTo>
                <a:lnTo>
                  <a:pt x="19492" y="11143"/>
                </a:lnTo>
                <a:lnTo>
                  <a:pt x="17889" y="13981"/>
                </a:lnTo>
                <a:lnTo>
                  <a:pt x="15980" y="16819"/>
                </a:lnTo>
                <a:lnTo>
                  <a:pt x="12960" y="20971"/>
                </a:lnTo>
                <a:lnTo>
                  <a:pt x="9487" y="213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F8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1" name="contour_17989"/>
          <p:cNvSpPr/>
          <p:nvPr/>
        </p:nvSpPr>
        <p:spPr>
          <a:xfrm>
            <a:off x="4492489" y="4387371"/>
            <a:ext cx="3057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447" y="0"/>
                </a:moveTo>
                <a:lnTo>
                  <a:pt x="18001" y="0"/>
                </a:lnTo>
                <a:lnTo>
                  <a:pt x="20596" y="0"/>
                </a:lnTo>
                <a:lnTo>
                  <a:pt x="20792" y="2192"/>
                </a:lnTo>
                <a:lnTo>
                  <a:pt x="20962" y="4388"/>
                </a:lnTo>
                <a:lnTo>
                  <a:pt x="21111" y="6581"/>
                </a:lnTo>
                <a:lnTo>
                  <a:pt x="21240" y="8777"/>
                </a:lnTo>
                <a:lnTo>
                  <a:pt x="21420" y="11225"/>
                </a:lnTo>
                <a:lnTo>
                  <a:pt x="21600" y="13712"/>
                </a:lnTo>
                <a:lnTo>
                  <a:pt x="20946" y="16232"/>
                </a:lnTo>
                <a:lnTo>
                  <a:pt x="20117" y="17788"/>
                </a:lnTo>
                <a:lnTo>
                  <a:pt x="18572" y="19026"/>
                </a:lnTo>
                <a:lnTo>
                  <a:pt x="15766" y="20588"/>
                </a:lnTo>
                <a:lnTo>
                  <a:pt x="14407" y="20840"/>
                </a:lnTo>
                <a:lnTo>
                  <a:pt x="10298" y="21600"/>
                </a:lnTo>
                <a:lnTo>
                  <a:pt x="6879" y="19588"/>
                </a:lnTo>
                <a:lnTo>
                  <a:pt x="4665" y="18169"/>
                </a:lnTo>
                <a:lnTo>
                  <a:pt x="2693" y="16664"/>
                </a:lnTo>
                <a:lnTo>
                  <a:pt x="0" y="14400"/>
                </a:lnTo>
                <a:lnTo>
                  <a:pt x="2554" y="14029"/>
                </a:lnTo>
                <a:lnTo>
                  <a:pt x="5118" y="13655"/>
                </a:lnTo>
                <a:lnTo>
                  <a:pt x="7723" y="13277"/>
                </a:lnTo>
                <a:lnTo>
                  <a:pt x="10277" y="12460"/>
                </a:lnTo>
                <a:lnTo>
                  <a:pt x="12842" y="11635"/>
                </a:lnTo>
                <a:lnTo>
                  <a:pt x="15447" y="10800"/>
                </a:lnTo>
                <a:lnTo>
                  <a:pt x="15910" y="8014"/>
                </a:lnTo>
                <a:lnTo>
                  <a:pt x="16142" y="6059"/>
                </a:lnTo>
                <a:lnTo>
                  <a:pt x="16142" y="4417"/>
                </a:lnTo>
                <a:lnTo>
                  <a:pt x="15910" y="2570"/>
                </a:lnTo>
                <a:lnTo>
                  <a:pt x="15447" y="0"/>
                </a:lnTo>
                <a:close/>
              </a:path>
            </a:pathLst>
          </a:custGeom>
          <a:solidFill>
            <a:srgbClr val="555E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2" name="contour_17990"/>
          <p:cNvSpPr/>
          <p:nvPr/>
        </p:nvSpPr>
        <p:spPr>
          <a:xfrm>
            <a:off x="1067133" y="4394659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1079"/>
                </a:lnTo>
                <a:lnTo>
                  <a:pt x="15865" y="1974"/>
                </a:lnTo>
                <a:lnTo>
                  <a:pt x="17507" y="3013"/>
                </a:lnTo>
                <a:lnTo>
                  <a:pt x="19246" y="4522"/>
                </a:lnTo>
                <a:lnTo>
                  <a:pt x="21600" y="6831"/>
                </a:lnTo>
                <a:lnTo>
                  <a:pt x="20855" y="10855"/>
                </a:lnTo>
                <a:lnTo>
                  <a:pt x="20232" y="13621"/>
                </a:lnTo>
                <a:lnTo>
                  <a:pt x="19393" y="16408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0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1634" y="16668"/>
                </a:lnTo>
                <a:lnTo>
                  <a:pt x="3290" y="12986"/>
                </a:lnTo>
                <a:lnTo>
                  <a:pt x="5004" y="9468"/>
                </a:lnTo>
                <a:lnTo>
                  <a:pt x="6804" y="6114"/>
                </a:lnTo>
                <a:lnTo>
                  <a:pt x="8723" y="2958"/>
                </a:lnTo>
                <a:lnTo>
                  <a:pt x="1080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3" name="contour_17991"/>
          <p:cNvSpPr/>
          <p:nvPr/>
        </p:nvSpPr>
        <p:spPr>
          <a:xfrm>
            <a:off x="7378534" y="4380834"/>
            <a:ext cx="51016" cy="2111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1096"/>
                </a:moveTo>
                <a:lnTo>
                  <a:pt x="18311" y="1916"/>
                </a:lnTo>
                <a:lnTo>
                  <a:pt x="19310" y="3370"/>
                </a:lnTo>
                <a:lnTo>
                  <a:pt x="21600" y="6688"/>
                </a:lnTo>
                <a:lnTo>
                  <a:pt x="21600" y="11616"/>
                </a:lnTo>
                <a:lnTo>
                  <a:pt x="21600" y="16575"/>
                </a:lnTo>
                <a:lnTo>
                  <a:pt x="21600" y="21600"/>
                </a:lnTo>
                <a:lnTo>
                  <a:pt x="19462" y="20862"/>
                </a:lnTo>
                <a:lnTo>
                  <a:pt x="17320" y="20124"/>
                </a:lnTo>
                <a:lnTo>
                  <a:pt x="15179" y="19386"/>
                </a:lnTo>
                <a:lnTo>
                  <a:pt x="13034" y="18640"/>
                </a:lnTo>
                <a:lnTo>
                  <a:pt x="10880" y="17902"/>
                </a:lnTo>
                <a:lnTo>
                  <a:pt x="8723" y="17156"/>
                </a:lnTo>
                <a:lnTo>
                  <a:pt x="6557" y="16411"/>
                </a:lnTo>
                <a:lnTo>
                  <a:pt x="4382" y="15658"/>
                </a:lnTo>
                <a:lnTo>
                  <a:pt x="2197" y="14905"/>
                </a:lnTo>
                <a:lnTo>
                  <a:pt x="0" y="14144"/>
                </a:lnTo>
                <a:lnTo>
                  <a:pt x="3249" y="9559"/>
                </a:lnTo>
                <a:lnTo>
                  <a:pt x="5838" y="6002"/>
                </a:lnTo>
                <a:lnTo>
                  <a:pt x="7912" y="3385"/>
                </a:lnTo>
                <a:lnTo>
                  <a:pt x="9618" y="1581"/>
                </a:lnTo>
                <a:lnTo>
                  <a:pt x="11105" y="485"/>
                </a:lnTo>
                <a:lnTo>
                  <a:pt x="12513" y="0"/>
                </a:lnTo>
                <a:lnTo>
                  <a:pt x="13991" y="7"/>
                </a:lnTo>
                <a:lnTo>
                  <a:pt x="15685" y="410"/>
                </a:lnTo>
                <a:lnTo>
                  <a:pt x="17743" y="1096"/>
                </a:lnTo>
                <a:close/>
              </a:path>
            </a:pathLst>
          </a:custGeom>
          <a:solidFill>
            <a:srgbClr val="4036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4" name="contour_17992"/>
          <p:cNvSpPr/>
          <p:nvPr/>
        </p:nvSpPr>
        <p:spPr>
          <a:xfrm>
            <a:off x="5308745" y="438737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891"/>
                </a:lnTo>
                <a:lnTo>
                  <a:pt x="11956" y="1782"/>
                </a:lnTo>
                <a:lnTo>
                  <a:pt x="14346" y="2678"/>
                </a:lnTo>
                <a:lnTo>
                  <a:pt x="16747" y="3580"/>
                </a:lnTo>
                <a:lnTo>
                  <a:pt x="19163" y="4487"/>
                </a:lnTo>
                <a:lnTo>
                  <a:pt x="21600" y="5400"/>
                </a:lnTo>
                <a:lnTo>
                  <a:pt x="18774" y="10427"/>
                </a:lnTo>
                <a:lnTo>
                  <a:pt x="16762" y="13927"/>
                </a:lnTo>
                <a:lnTo>
                  <a:pt x="15253" y="16346"/>
                </a:lnTo>
                <a:lnTo>
                  <a:pt x="13961" y="18128"/>
                </a:lnTo>
                <a:lnTo>
                  <a:pt x="12575" y="19732"/>
                </a:lnTo>
                <a:lnTo>
                  <a:pt x="10800" y="21600"/>
                </a:lnTo>
                <a:lnTo>
                  <a:pt x="7798" y="20747"/>
                </a:lnTo>
                <a:lnTo>
                  <a:pt x="5735" y="20039"/>
                </a:lnTo>
                <a:lnTo>
                  <a:pt x="4093" y="19219"/>
                </a:lnTo>
                <a:lnTo>
                  <a:pt x="2354" y="18025"/>
                </a:lnTo>
                <a:lnTo>
                  <a:pt x="0" y="16200"/>
                </a:lnTo>
                <a:lnTo>
                  <a:pt x="896" y="15698"/>
                </a:lnTo>
                <a:lnTo>
                  <a:pt x="3600" y="14175"/>
                </a:lnTo>
                <a:lnTo>
                  <a:pt x="5386" y="12501"/>
                </a:lnTo>
                <a:lnTo>
                  <a:pt x="7200" y="10800"/>
                </a:lnTo>
                <a:lnTo>
                  <a:pt x="7200" y="7231"/>
                </a:lnTo>
                <a:lnTo>
                  <a:pt x="7200" y="3640"/>
                </a:lnTo>
                <a:lnTo>
                  <a:pt x="7200" y="0"/>
                </a:lnTo>
                <a:close/>
              </a:path>
            </a:pathLst>
          </a:custGeom>
          <a:solidFill>
            <a:srgbClr val="EAEC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5" name="contour_17993"/>
          <p:cNvSpPr/>
          <p:nvPr/>
        </p:nvSpPr>
        <p:spPr>
          <a:xfrm>
            <a:off x="3989618" y="4365507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42" y="983"/>
                </a:lnTo>
                <a:lnTo>
                  <a:pt x="6949" y="1814"/>
                </a:lnTo>
                <a:lnTo>
                  <a:pt x="9442" y="2565"/>
                </a:lnTo>
                <a:lnTo>
                  <a:pt x="11436" y="3299"/>
                </a:lnTo>
                <a:lnTo>
                  <a:pt x="13049" y="4082"/>
                </a:lnTo>
                <a:lnTo>
                  <a:pt x="14395" y="4990"/>
                </a:lnTo>
                <a:lnTo>
                  <a:pt x="15595" y="6080"/>
                </a:lnTo>
                <a:lnTo>
                  <a:pt x="16765" y="7425"/>
                </a:lnTo>
                <a:lnTo>
                  <a:pt x="18021" y="9088"/>
                </a:lnTo>
                <a:lnTo>
                  <a:pt x="19477" y="11135"/>
                </a:lnTo>
                <a:lnTo>
                  <a:pt x="20529" y="13651"/>
                </a:lnTo>
                <a:lnTo>
                  <a:pt x="21600" y="16200"/>
                </a:lnTo>
                <a:lnTo>
                  <a:pt x="19767" y="17269"/>
                </a:lnTo>
                <a:lnTo>
                  <a:pt x="17928" y="18344"/>
                </a:lnTo>
                <a:lnTo>
                  <a:pt x="16083" y="19418"/>
                </a:lnTo>
                <a:lnTo>
                  <a:pt x="14222" y="20504"/>
                </a:lnTo>
                <a:lnTo>
                  <a:pt x="12343" y="21600"/>
                </a:lnTo>
                <a:lnTo>
                  <a:pt x="12025" y="19035"/>
                </a:lnTo>
                <a:lnTo>
                  <a:pt x="11704" y="16454"/>
                </a:lnTo>
                <a:lnTo>
                  <a:pt x="11380" y="13835"/>
                </a:lnTo>
                <a:lnTo>
                  <a:pt x="10306" y="9688"/>
                </a:lnTo>
                <a:lnTo>
                  <a:pt x="9408" y="6982"/>
                </a:lnTo>
                <a:lnTo>
                  <a:pt x="8353" y="5135"/>
                </a:lnTo>
                <a:lnTo>
                  <a:pt x="6807" y="3564"/>
                </a:lnTo>
                <a:lnTo>
                  <a:pt x="4437" y="1685"/>
                </a:lnTo>
                <a:lnTo>
                  <a:pt x="3783" y="1436"/>
                </a:lnTo>
                <a:lnTo>
                  <a:pt x="2632" y="1004"/>
                </a:lnTo>
                <a:lnTo>
                  <a:pt x="0" y="0"/>
                </a:lnTo>
                <a:close/>
              </a:path>
            </a:pathLst>
          </a:custGeom>
          <a:solidFill>
            <a:srgbClr val="D3D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6" name="contour_17994"/>
          <p:cNvSpPr/>
          <p:nvPr/>
        </p:nvSpPr>
        <p:spPr>
          <a:xfrm>
            <a:off x="5060953" y="4365507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38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F1DF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7" name="contour_17995"/>
          <p:cNvSpPr/>
          <p:nvPr/>
        </p:nvSpPr>
        <p:spPr>
          <a:xfrm>
            <a:off x="11372353" y="436550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44A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8" name="contour_17996"/>
          <p:cNvSpPr/>
          <p:nvPr/>
        </p:nvSpPr>
        <p:spPr>
          <a:xfrm>
            <a:off x="5140137" y="4358219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2032" y="686"/>
                </a:lnTo>
                <a:lnTo>
                  <a:pt x="3301" y="1345"/>
                </a:lnTo>
                <a:lnTo>
                  <a:pt x="4884" y="2160"/>
                </a:lnTo>
                <a:lnTo>
                  <a:pt x="7136" y="3326"/>
                </a:lnTo>
                <a:lnTo>
                  <a:pt x="10432" y="5027"/>
                </a:lnTo>
                <a:lnTo>
                  <a:pt x="15128" y="7457"/>
                </a:lnTo>
                <a:lnTo>
                  <a:pt x="21600" y="10800"/>
                </a:lnTo>
                <a:lnTo>
                  <a:pt x="20305" y="13473"/>
                </a:lnTo>
                <a:lnTo>
                  <a:pt x="19009" y="16157"/>
                </a:lnTo>
                <a:lnTo>
                  <a:pt x="17698" y="18862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8180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7999" name="contour_17997"/>
          <p:cNvSpPr/>
          <p:nvPr/>
        </p:nvSpPr>
        <p:spPr>
          <a:xfrm>
            <a:off x="7895982" y="435821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ED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0" name="contour_17998"/>
          <p:cNvSpPr/>
          <p:nvPr/>
        </p:nvSpPr>
        <p:spPr>
          <a:xfrm>
            <a:off x="4528929" y="4343643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358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1" name="contour_17999"/>
          <p:cNvSpPr/>
          <p:nvPr/>
        </p:nvSpPr>
        <p:spPr>
          <a:xfrm>
            <a:off x="3726594" y="4336355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855"/>
                </a:lnTo>
                <a:lnTo>
                  <a:pt x="8948" y="1715"/>
                </a:lnTo>
                <a:lnTo>
                  <a:pt x="13128" y="2575"/>
                </a:lnTo>
                <a:lnTo>
                  <a:pt x="17343" y="3443"/>
                </a:lnTo>
                <a:lnTo>
                  <a:pt x="21600" y="4320"/>
                </a:lnTo>
                <a:lnTo>
                  <a:pt x="20447" y="7171"/>
                </a:lnTo>
                <a:lnTo>
                  <a:pt x="19293" y="10027"/>
                </a:lnTo>
                <a:lnTo>
                  <a:pt x="18133" y="12895"/>
                </a:lnTo>
                <a:lnTo>
                  <a:pt x="16965" y="15777"/>
                </a:lnTo>
                <a:lnTo>
                  <a:pt x="15791" y="18675"/>
                </a:lnTo>
                <a:lnTo>
                  <a:pt x="14610" y="21600"/>
                </a:lnTo>
                <a:lnTo>
                  <a:pt x="10457" y="19492"/>
                </a:lnTo>
                <a:lnTo>
                  <a:pt x="7619" y="17889"/>
                </a:lnTo>
                <a:lnTo>
                  <a:pt x="4781" y="15980"/>
                </a:lnTo>
                <a:lnTo>
                  <a:pt x="629" y="12960"/>
                </a:lnTo>
                <a:lnTo>
                  <a:pt x="210" y="9487"/>
                </a:lnTo>
                <a:lnTo>
                  <a:pt x="0" y="7076"/>
                </a:lnTo>
                <a:lnTo>
                  <a:pt x="0" y="5106"/>
                </a:lnTo>
                <a:lnTo>
                  <a:pt x="210" y="2955"/>
                </a:lnTo>
                <a:lnTo>
                  <a:pt x="629" y="0"/>
                </a:lnTo>
                <a:close/>
              </a:path>
            </a:pathLst>
          </a:custGeom>
          <a:solidFill>
            <a:srgbClr val="FA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2" name="contour_18000"/>
          <p:cNvSpPr/>
          <p:nvPr/>
        </p:nvSpPr>
        <p:spPr>
          <a:xfrm>
            <a:off x="4572657" y="433635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8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3" name="contour_18001"/>
          <p:cNvSpPr/>
          <p:nvPr/>
        </p:nvSpPr>
        <p:spPr>
          <a:xfrm>
            <a:off x="8063605" y="433635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ED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4" name="contour_18002"/>
          <p:cNvSpPr/>
          <p:nvPr/>
        </p:nvSpPr>
        <p:spPr>
          <a:xfrm>
            <a:off x="7582598" y="4342200"/>
            <a:ext cx="36440" cy="23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4"/>
                </a:lnTo>
                <a:lnTo>
                  <a:pt x="8506" y="149"/>
                </a:lnTo>
                <a:lnTo>
                  <a:pt x="11007" y="0"/>
                </a:lnTo>
                <a:lnTo>
                  <a:pt x="12986" y="149"/>
                </a:lnTo>
                <a:lnTo>
                  <a:pt x="14917" y="594"/>
                </a:lnTo>
                <a:lnTo>
                  <a:pt x="17280" y="1337"/>
                </a:lnTo>
                <a:lnTo>
                  <a:pt x="18870" y="6362"/>
                </a:lnTo>
                <a:lnTo>
                  <a:pt x="19889" y="9929"/>
                </a:lnTo>
                <a:lnTo>
                  <a:pt x="20546" y="13009"/>
                </a:lnTo>
                <a:lnTo>
                  <a:pt x="21047" y="16575"/>
                </a:lnTo>
                <a:lnTo>
                  <a:pt x="21600" y="21600"/>
                </a:lnTo>
                <a:lnTo>
                  <a:pt x="16152" y="19938"/>
                </a:lnTo>
                <a:lnTo>
                  <a:pt x="12010" y="18581"/>
                </a:lnTo>
                <a:lnTo>
                  <a:pt x="8929" y="17358"/>
                </a:lnTo>
                <a:lnTo>
                  <a:pt x="6674" y="16122"/>
                </a:lnTo>
                <a:lnTo>
                  <a:pt x="5003" y="14697"/>
                </a:lnTo>
                <a:lnTo>
                  <a:pt x="3672" y="12921"/>
                </a:lnTo>
                <a:lnTo>
                  <a:pt x="2445" y="10631"/>
                </a:lnTo>
                <a:lnTo>
                  <a:pt x="1080" y="7673"/>
                </a:lnTo>
                <a:lnTo>
                  <a:pt x="544" y="4525"/>
                </a:lnTo>
                <a:lnTo>
                  <a:pt x="0" y="1337"/>
                </a:lnTo>
                <a:close/>
              </a:path>
            </a:pathLst>
          </a:custGeom>
          <a:solidFill>
            <a:srgbClr val="EE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5" name="contour_18003"/>
          <p:cNvSpPr/>
          <p:nvPr/>
        </p:nvSpPr>
        <p:spPr>
          <a:xfrm>
            <a:off x="7393110" y="431449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150" y="2825"/>
                </a:lnTo>
                <a:lnTo>
                  <a:pt x="17201" y="4895"/>
                </a:lnTo>
                <a:lnTo>
                  <a:pt x="17978" y="7214"/>
                </a:lnTo>
                <a:lnTo>
                  <a:pt x="18900" y="10800"/>
                </a:lnTo>
                <a:lnTo>
                  <a:pt x="19714" y="13815"/>
                </a:lnTo>
                <a:lnTo>
                  <a:pt x="20534" y="16874"/>
                </a:lnTo>
                <a:lnTo>
                  <a:pt x="21067" y="19220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450" y="18775"/>
                </a:lnTo>
                <a:lnTo>
                  <a:pt x="4399" y="16705"/>
                </a:lnTo>
                <a:lnTo>
                  <a:pt x="3622" y="14386"/>
                </a:lnTo>
                <a:lnTo>
                  <a:pt x="2700" y="10800"/>
                </a:lnTo>
                <a:lnTo>
                  <a:pt x="1886" y="7785"/>
                </a:lnTo>
                <a:lnTo>
                  <a:pt x="1066" y="4726"/>
                </a:lnTo>
                <a:lnTo>
                  <a:pt x="799" y="3551"/>
                </a:lnTo>
                <a:lnTo>
                  <a:pt x="0" y="0"/>
                </a:lnTo>
                <a:close/>
              </a:path>
            </a:pathLst>
          </a:custGeom>
          <a:solidFill>
            <a:srgbClr val="C8C9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6" name="contour_18004"/>
          <p:cNvSpPr/>
          <p:nvPr/>
        </p:nvSpPr>
        <p:spPr>
          <a:xfrm>
            <a:off x="5104681" y="432906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8317" y="11952"/>
                </a:lnTo>
                <a:lnTo>
                  <a:pt x="15750" y="15523"/>
                </a:lnTo>
                <a:lnTo>
                  <a:pt x="13691" y="18086"/>
                </a:lnTo>
                <a:lnTo>
                  <a:pt x="11923" y="19800"/>
                </a:lnTo>
                <a:lnTo>
                  <a:pt x="10246" y="20844"/>
                </a:lnTo>
                <a:lnTo>
                  <a:pt x="8438" y="21377"/>
                </a:lnTo>
                <a:lnTo>
                  <a:pt x="6293" y="21571"/>
                </a:lnTo>
                <a:lnTo>
                  <a:pt x="3600" y="21600"/>
                </a:lnTo>
                <a:lnTo>
                  <a:pt x="2491" y="16243"/>
                </a:lnTo>
                <a:lnTo>
                  <a:pt x="1750" y="12442"/>
                </a:lnTo>
                <a:lnTo>
                  <a:pt x="1202" y="9158"/>
                </a:lnTo>
                <a:lnTo>
                  <a:pt x="677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F7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7" name="contour_18005"/>
          <p:cNvSpPr/>
          <p:nvPr/>
        </p:nvSpPr>
        <p:spPr>
          <a:xfrm>
            <a:off x="2262364" y="431449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47" y="3856"/>
                </a:lnTo>
                <a:lnTo>
                  <a:pt x="20546" y="6626"/>
                </a:lnTo>
                <a:lnTo>
                  <a:pt x="19889" y="9088"/>
                </a:lnTo>
                <a:lnTo>
                  <a:pt x="18870" y="12020"/>
                </a:lnTo>
                <a:lnTo>
                  <a:pt x="17280" y="16200"/>
                </a:lnTo>
                <a:lnTo>
                  <a:pt x="14429" y="17620"/>
                </a:lnTo>
                <a:lnTo>
                  <a:pt x="11629" y="18733"/>
                </a:lnTo>
                <a:lnTo>
                  <a:pt x="8839" y="19618"/>
                </a:lnTo>
                <a:lnTo>
                  <a:pt x="6005" y="20342"/>
                </a:lnTo>
                <a:lnTo>
                  <a:pt x="3076" y="20979"/>
                </a:lnTo>
                <a:lnTo>
                  <a:pt x="0" y="21600"/>
                </a:lnTo>
                <a:lnTo>
                  <a:pt x="1356" y="15201"/>
                </a:lnTo>
                <a:lnTo>
                  <a:pt x="2415" y="10773"/>
                </a:lnTo>
                <a:lnTo>
                  <a:pt x="3417" y="7760"/>
                </a:lnTo>
                <a:lnTo>
                  <a:pt x="4588" y="5611"/>
                </a:lnTo>
                <a:lnTo>
                  <a:pt x="6160" y="3769"/>
                </a:lnTo>
                <a:lnTo>
                  <a:pt x="8372" y="1685"/>
                </a:lnTo>
                <a:lnTo>
                  <a:pt x="10679" y="864"/>
                </a:lnTo>
                <a:lnTo>
                  <a:pt x="12524" y="362"/>
                </a:lnTo>
                <a:lnTo>
                  <a:pt x="14532" y="108"/>
                </a:lnTo>
                <a:lnTo>
                  <a:pt x="17349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700F0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8" name="contour_18006"/>
          <p:cNvSpPr/>
          <p:nvPr/>
        </p:nvSpPr>
        <p:spPr>
          <a:xfrm>
            <a:off x="10299831" y="4292627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5627" y="0"/>
                </a:lnTo>
                <a:lnTo>
                  <a:pt x="10168" y="0"/>
                </a:lnTo>
                <a:lnTo>
                  <a:pt x="14771" y="0"/>
                </a:lnTo>
                <a:lnTo>
                  <a:pt x="16430" y="2825"/>
                </a:lnTo>
                <a:lnTo>
                  <a:pt x="17428" y="4895"/>
                </a:lnTo>
                <a:lnTo>
                  <a:pt x="18165" y="7214"/>
                </a:lnTo>
                <a:lnTo>
                  <a:pt x="19039" y="10800"/>
                </a:lnTo>
                <a:lnTo>
                  <a:pt x="19811" y="13815"/>
                </a:lnTo>
                <a:lnTo>
                  <a:pt x="20589" y="16874"/>
                </a:lnTo>
                <a:lnTo>
                  <a:pt x="21095" y="19220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F0F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09" name="contour_18007"/>
          <p:cNvSpPr/>
          <p:nvPr/>
        </p:nvSpPr>
        <p:spPr>
          <a:xfrm>
            <a:off x="4477913" y="4299915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81" y="1631"/>
                </a:lnTo>
                <a:lnTo>
                  <a:pt x="15077" y="2923"/>
                </a:lnTo>
                <a:lnTo>
                  <a:pt x="17834" y="4558"/>
                </a:lnTo>
                <a:lnTo>
                  <a:pt x="21600" y="7200"/>
                </a:lnTo>
                <a:lnTo>
                  <a:pt x="20095" y="9414"/>
                </a:lnTo>
                <a:lnTo>
                  <a:pt x="18360" y="11549"/>
                </a:lnTo>
                <a:lnTo>
                  <a:pt x="16423" y="13619"/>
                </a:lnTo>
                <a:lnTo>
                  <a:pt x="14314" y="15642"/>
                </a:lnTo>
                <a:lnTo>
                  <a:pt x="12053" y="17636"/>
                </a:lnTo>
                <a:lnTo>
                  <a:pt x="9677" y="19616"/>
                </a:lnTo>
                <a:lnTo>
                  <a:pt x="7200" y="21600"/>
                </a:lnTo>
                <a:lnTo>
                  <a:pt x="6163" y="19408"/>
                </a:lnTo>
                <a:lnTo>
                  <a:pt x="5148" y="17215"/>
                </a:lnTo>
                <a:lnTo>
                  <a:pt x="4140" y="15019"/>
                </a:lnTo>
                <a:lnTo>
                  <a:pt x="3154" y="12823"/>
                </a:lnTo>
                <a:lnTo>
                  <a:pt x="2585" y="11596"/>
                </a:lnTo>
                <a:lnTo>
                  <a:pt x="871" y="7888"/>
                </a:lnTo>
                <a:lnTo>
                  <a:pt x="439" y="5760"/>
                </a:lnTo>
                <a:lnTo>
                  <a:pt x="0" y="3600"/>
                </a:lnTo>
                <a:lnTo>
                  <a:pt x="3571" y="1814"/>
                </a:lnTo>
                <a:lnTo>
                  <a:pt x="7200" y="0"/>
                </a:lnTo>
                <a:close/>
              </a:path>
            </a:pathLst>
          </a:custGeom>
          <a:solidFill>
            <a:srgbClr val="6A6D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0" name="contour_18008"/>
          <p:cNvSpPr/>
          <p:nvPr/>
        </p:nvSpPr>
        <p:spPr>
          <a:xfrm>
            <a:off x="4164530" y="429262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850" y="14394"/>
                </a:lnTo>
                <a:lnTo>
                  <a:pt x="1750" y="11513"/>
                </a:lnTo>
                <a:lnTo>
                  <a:pt x="2700" y="8640"/>
                </a:lnTo>
                <a:lnTo>
                  <a:pt x="3456" y="6229"/>
                </a:lnTo>
                <a:lnTo>
                  <a:pt x="4219" y="3780"/>
                </a:lnTo>
                <a:lnTo>
                  <a:pt x="5702" y="1905"/>
                </a:lnTo>
                <a:lnTo>
                  <a:pt x="7200" y="0"/>
                </a:lnTo>
                <a:close/>
              </a:path>
            </a:pathLst>
          </a:custGeom>
          <a:solidFill>
            <a:srgbClr val="25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1" name="contour_18009"/>
          <p:cNvSpPr/>
          <p:nvPr/>
        </p:nvSpPr>
        <p:spPr>
          <a:xfrm>
            <a:off x="2153044" y="428533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2" name="contour_18010"/>
          <p:cNvSpPr/>
          <p:nvPr/>
        </p:nvSpPr>
        <p:spPr>
          <a:xfrm>
            <a:off x="6853799" y="426347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472" y="2445"/>
                </a:lnTo>
                <a:lnTo>
                  <a:pt x="12308" y="4890"/>
                </a:lnTo>
                <a:lnTo>
                  <a:pt x="14148" y="7344"/>
                </a:lnTo>
                <a:lnTo>
                  <a:pt x="15997" y="9806"/>
                </a:lnTo>
                <a:lnTo>
                  <a:pt x="17850" y="12282"/>
                </a:lnTo>
                <a:lnTo>
                  <a:pt x="19721" y="14770"/>
                </a:lnTo>
                <a:lnTo>
                  <a:pt x="21600" y="17280"/>
                </a:lnTo>
                <a:lnTo>
                  <a:pt x="18645" y="18481"/>
                </a:lnTo>
                <a:lnTo>
                  <a:pt x="16494" y="19306"/>
                </a:lnTo>
                <a:lnTo>
                  <a:pt x="14524" y="19963"/>
                </a:lnTo>
                <a:lnTo>
                  <a:pt x="12113" y="20658"/>
                </a:lnTo>
                <a:lnTo>
                  <a:pt x="8640" y="21600"/>
                </a:lnTo>
                <a:lnTo>
                  <a:pt x="6502" y="20529"/>
                </a:lnTo>
                <a:lnTo>
                  <a:pt x="4355" y="19457"/>
                </a:lnTo>
                <a:lnTo>
                  <a:pt x="2190" y="18373"/>
                </a:lnTo>
                <a:lnTo>
                  <a:pt x="0" y="17280"/>
                </a:lnTo>
                <a:lnTo>
                  <a:pt x="1223" y="14835"/>
                </a:lnTo>
                <a:lnTo>
                  <a:pt x="2445" y="12390"/>
                </a:lnTo>
                <a:lnTo>
                  <a:pt x="3672" y="9936"/>
                </a:lnTo>
                <a:lnTo>
                  <a:pt x="4903" y="7474"/>
                </a:lnTo>
                <a:lnTo>
                  <a:pt x="6143" y="4998"/>
                </a:lnTo>
                <a:lnTo>
                  <a:pt x="7387" y="2510"/>
                </a:lnTo>
                <a:lnTo>
                  <a:pt x="8640" y="0"/>
                </a:lnTo>
                <a:close/>
              </a:path>
            </a:pathLst>
          </a:custGeom>
          <a:solidFill>
            <a:srgbClr val="EAEE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3" name="contour_18011"/>
          <p:cNvSpPr/>
          <p:nvPr/>
        </p:nvSpPr>
        <p:spPr>
          <a:xfrm>
            <a:off x="2298804" y="426347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2354" y="12666"/>
                </a:lnTo>
                <a:lnTo>
                  <a:pt x="4190" y="9275"/>
                </a:lnTo>
                <a:lnTo>
                  <a:pt x="5760" y="6795"/>
                </a:lnTo>
                <a:lnTo>
                  <a:pt x="7315" y="4929"/>
                </a:lnTo>
                <a:lnTo>
                  <a:pt x="9108" y="3378"/>
                </a:lnTo>
                <a:lnTo>
                  <a:pt x="11383" y="1836"/>
                </a:lnTo>
                <a:lnTo>
                  <a:pt x="14400" y="0"/>
                </a:lnTo>
                <a:close/>
              </a:path>
            </a:pathLst>
          </a:custGeom>
          <a:solidFill>
            <a:srgbClr val="8011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4" name="contour_18012"/>
          <p:cNvSpPr/>
          <p:nvPr/>
        </p:nvSpPr>
        <p:spPr>
          <a:xfrm>
            <a:off x="2116604" y="4270763"/>
            <a:ext cx="21864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822" y="370"/>
                </a:lnTo>
                <a:lnTo>
                  <a:pt x="14868" y="772"/>
                </a:lnTo>
                <a:lnTo>
                  <a:pt x="17676" y="1466"/>
                </a:lnTo>
                <a:lnTo>
                  <a:pt x="21600" y="2700"/>
                </a:lnTo>
                <a:lnTo>
                  <a:pt x="21521" y="4577"/>
                </a:lnTo>
                <a:lnTo>
                  <a:pt x="21391" y="5989"/>
                </a:lnTo>
                <a:lnTo>
                  <a:pt x="21139" y="7201"/>
                </a:lnTo>
                <a:lnTo>
                  <a:pt x="20693" y="8481"/>
                </a:lnTo>
                <a:lnTo>
                  <a:pt x="19966" y="10098"/>
                </a:lnTo>
                <a:lnTo>
                  <a:pt x="18900" y="12317"/>
                </a:lnTo>
                <a:lnTo>
                  <a:pt x="18101" y="14051"/>
                </a:lnTo>
                <a:lnTo>
                  <a:pt x="17294" y="15795"/>
                </a:lnTo>
                <a:lnTo>
                  <a:pt x="16481" y="17561"/>
                </a:lnTo>
                <a:lnTo>
                  <a:pt x="15797" y="18895"/>
                </a:lnTo>
                <a:lnTo>
                  <a:pt x="15098" y="20239"/>
                </a:lnTo>
                <a:lnTo>
                  <a:pt x="14400" y="21600"/>
                </a:lnTo>
                <a:lnTo>
                  <a:pt x="10829" y="21600"/>
                </a:lnTo>
                <a:lnTo>
                  <a:pt x="7200" y="21600"/>
                </a:lnTo>
                <a:lnTo>
                  <a:pt x="6372" y="19745"/>
                </a:lnTo>
                <a:lnTo>
                  <a:pt x="5551" y="17890"/>
                </a:lnTo>
                <a:lnTo>
                  <a:pt x="4745" y="16033"/>
                </a:lnTo>
                <a:lnTo>
                  <a:pt x="3946" y="14175"/>
                </a:lnTo>
                <a:lnTo>
                  <a:pt x="3154" y="12317"/>
                </a:lnTo>
                <a:lnTo>
                  <a:pt x="2815" y="11551"/>
                </a:lnTo>
                <a:lnTo>
                  <a:pt x="2225" y="10198"/>
                </a:lnTo>
                <a:lnTo>
                  <a:pt x="871" y="7098"/>
                </a:lnTo>
                <a:lnTo>
                  <a:pt x="583" y="5646"/>
                </a:lnTo>
                <a:lnTo>
                  <a:pt x="295" y="4182"/>
                </a:lnTo>
                <a:lnTo>
                  <a:pt x="0" y="2700"/>
                </a:lnTo>
                <a:lnTo>
                  <a:pt x="3571" y="1361"/>
                </a:lnTo>
                <a:lnTo>
                  <a:pt x="7200" y="0"/>
                </a:lnTo>
                <a:close/>
              </a:path>
            </a:pathLst>
          </a:custGeom>
          <a:solidFill>
            <a:srgbClr val="EA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5" name="contour_18013"/>
          <p:cNvSpPr/>
          <p:nvPr/>
        </p:nvSpPr>
        <p:spPr>
          <a:xfrm>
            <a:off x="870358" y="4277140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0745" y="4970"/>
                </a:lnTo>
                <a:lnTo>
                  <a:pt x="19885" y="9089"/>
                </a:lnTo>
                <a:lnTo>
                  <a:pt x="19025" y="13223"/>
                </a:lnTo>
                <a:lnTo>
                  <a:pt x="18157" y="17391"/>
                </a:lnTo>
                <a:lnTo>
                  <a:pt x="17280" y="21600"/>
                </a:lnTo>
                <a:lnTo>
                  <a:pt x="14429" y="20460"/>
                </a:lnTo>
                <a:lnTo>
                  <a:pt x="11573" y="19319"/>
                </a:lnTo>
                <a:lnTo>
                  <a:pt x="8705" y="18172"/>
                </a:lnTo>
                <a:lnTo>
                  <a:pt x="5823" y="17017"/>
                </a:lnTo>
                <a:lnTo>
                  <a:pt x="2925" y="1585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F3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6" name="contour_18014"/>
          <p:cNvSpPr/>
          <p:nvPr/>
        </p:nvSpPr>
        <p:spPr>
          <a:xfrm>
            <a:off x="4638249" y="425618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4DF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7" name="contour_18015"/>
          <p:cNvSpPr/>
          <p:nvPr/>
        </p:nvSpPr>
        <p:spPr>
          <a:xfrm>
            <a:off x="4688281" y="4241611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023" y="0"/>
                </a:lnTo>
                <a:lnTo>
                  <a:pt x="9129" y="0"/>
                </a:lnTo>
                <a:lnTo>
                  <a:pt x="13249" y="0"/>
                </a:lnTo>
                <a:lnTo>
                  <a:pt x="1740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D4BC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8" name="contour_18016"/>
          <p:cNvSpPr/>
          <p:nvPr/>
        </p:nvSpPr>
        <p:spPr>
          <a:xfrm>
            <a:off x="4995361" y="4235912"/>
            <a:ext cx="51016" cy="202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72"/>
                </a:moveTo>
                <a:lnTo>
                  <a:pt x="19909" y="8836"/>
                </a:lnTo>
                <a:lnTo>
                  <a:pt x="18221" y="11452"/>
                </a:lnTo>
                <a:lnTo>
                  <a:pt x="16521" y="13906"/>
                </a:lnTo>
                <a:lnTo>
                  <a:pt x="14793" y="16173"/>
                </a:lnTo>
                <a:lnTo>
                  <a:pt x="13016" y="18223"/>
                </a:lnTo>
                <a:lnTo>
                  <a:pt x="11176" y="20039"/>
                </a:lnTo>
                <a:lnTo>
                  <a:pt x="9257" y="21600"/>
                </a:lnTo>
                <a:lnTo>
                  <a:pt x="6964" y="18696"/>
                </a:lnTo>
                <a:lnTo>
                  <a:pt x="5314" y="16499"/>
                </a:lnTo>
                <a:lnTo>
                  <a:pt x="4048" y="14566"/>
                </a:lnTo>
                <a:lnTo>
                  <a:pt x="2913" y="12469"/>
                </a:lnTo>
                <a:lnTo>
                  <a:pt x="1651" y="9783"/>
                </a:lnTo>
                <a:lnTo>
                  <a:pt x="0" y="6072"/>
                </a:lnTo>
                <a:lnTo>
                  <a:pt x="2444" y="4200"/>
                </a:lnTo>
                <a:lnTo>
                  <a:pt x="4703" y="2609"/>
                </a:lnTo>
                <a:lnTo>
                  <a:pt x="6823" y="1335"/>
                </a:lnTo>
                <a:lnTo>
                  <a:pt x="8847" y="450"/>
                </a:lnTo>
                <a:lnTo>
                  <a:pt x="10825" y="0"/>
                </a:lnTo>
                <a:lnTo>
                  <a:pt x="12803" y="31"/>
                </a:lnTo>
                <a:lnTo>
                  <a:pt x="14821" y="606"/>
                </a:lnTo>
                <a:lnTo>
                  <a:pt x="16931" y="1770"/>
                </a:lnTo>
                <a:lnTo>
                  <a:pt x="19175" y="3572"/>
                </a:lnTo>
                <a:lnTo>
                  <a:pt x="21600" y="6072"/>
                </a:lnTo>
                <a:close/>
              </a:path>
            </a:pathLst>
          </a:custGeom>
          <a:solidFill>
            <a:srgbClr val="ED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19" name="contour_18017"/>
          <p:cNvSpPr/>
          <p:nvPr/>
        </p:nvSpPr>
        <p:spPr>
          <a:xfrm>
            <a:off x="3770978" y="4240627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B4CC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0" name="contour_18018"/>
          <p:cNvSpPr/>
          <p:nvPr/>
        </p:nvSpPr>
        <p:spPr>
          <a:xfrm>
            <a:off x="7247350" y="422703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9F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1" name="contour_18019"/>
          <p:cNvSpPr/>
          <p:nvPr/>
        </p:nvSpPr>
        <p:spPr>
          <a:xfrm>
            <a:off x="1329501" y="4220709"/>
            <a:ext cx="36440" cy="21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338"/>
                </a:moveTo>
                <a:lnTo>
                  <a:pt x="19492" y="10676"/>
                </a:lnTo>
                <a:lnTo>
                  <a:pt x="17889" y="13641"/>
                </a:lnTo>
                <a:lnTo>
                  <a:pt x="15984" y="16605"/>
                </a:lnTo>
                <a:lnTo>
                  <a:pt x="12960" y="20943"/>
                </a:lnTo>
                <a:lnTo>
                  <a:pt x="9487" y="21381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81"/>
                </a:lnTo>
                <a:lnTo>
                  <a:pt x="0" y="20943"/>
                </a:lnTo>
                <a:lnTo>
                  <a:pt x="0" y="16116"/>
                </a:lnTo>
                <a:lnTo>
                  <a:pt x="0" y="11260"/>
                </a:lnTo>
                <a:lnTo>
                  <a:pt x="0" y="6338"/>
                </a:lnTo>
                <a:lnTo>
                  <a:pt x="3115" y="2658"/>
                </a:lnTo>
                <a:lnTo>
                  <a:pt x="6087" y="628"/>
                </a:lnTo>
                <a:lnTo>
                  <a:pt x="8994" y="0"/>
                </a:lnTo>
                <a:lnTo>
                  <a:pt x="11919" y="511"/>
                </a:lnTo>
                <a:lnTo>
                  <a:pt x="14943" y="1913"/>
                </a:lnTo>
                <a:lnTo>
                  <a:pt x="18140" y="3936"/>
                </a:lnTo>
                <a:lnTo>
                  <a:pt x="21600" y="6338"/>
                </a:lnTo>
                <a:close/>
              </a:path>
            </a:pathLst>
          </a:custGeom>
          <a:solidFill>
            <a:srgbClr val="F3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2" name="contour_18020"/>
          <p:cNvSpPr/>
          <p:nvPr/>
        </p:nvSpPr>
        <p:spPr>
          <a:xfrm>
            <a:off x="4383170" y="419059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FBE5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3" name="contour_18021"/>
          <p:cNvSpPr/>
          <p:nvPr/>
        </p:nvSpPr>
        <p:spPr>
          <a:xfrm>
            <a:off x="4463338" y="4181667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350" y="3456"/>
                </a:lnTo>
                <a:lnTo>
                  <a:pt x="18311" y="5994"/>
                </a:lnTo>
                <a:lnTo>
                  <a:pt x="19116" y="8545"/>
                </a:lnTo>
                <a:lnTo>
                  <a:pt x="19786" y="11112"/>
                </a:lnTo>
                <a:lnTo>
                  <a:pt x="20347" y="13700"/>
                </a:lnTo>
                <a:lnTo>
                  <a:pt x="20817" y="16309"/>
                </a:lnTo>
                <a:lnTo>
                  <a:pt x="21227" y="18942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8780" y="18896"/>
                </a:lnTo>
                <a:lnTo>
                  <a:pt x="7479" y="16916"/>
                </a:lnTo>
                <a:lnTo>
                  <a:pt x="6313" y="14696"/>
                </a:lnTo>
                <a:lnTo>
                  <a:pt x="4725" y="11265"/>
                </a:lnTo>
                <a:lnTo>
                  <a:pt x="3818" y="9343"/>
                </a:lnTo>
                <a:lnTo>
                  <a:pt x="2905" y="7412"/>
                </a:lnTo>
                <a:lnTo>
                  <a:pt x="1982" y="5453"/>
                </a:lnTo>
                <a:lnTo>
                  <a:pt x="999" y="3208"/>
                </a:lnTo>
                <a:lnTo>
                  <a:pt x="0" y="930"/>
                </a:lnTo>
                <a:close/>
              </a:path>
            </a:pathLst>
          </a:custGeom>
          <a:solidFill>
            <a:srgbClr val="5C5B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4" name="contour_18022"/>
          <p:cNvSpPr/>
          <p:nvPr/>
        </p:nvSpPr>
        <p:spPr>
          <a:xfrm>
            <a:off x="8333261" y="4183307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C2B2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5" name="contour_18023"/>
          <p:cNvSpPr/>
          <p:nvPr/>
        </p:nvSpPr>
        <p:spPr>
          <a:xfrm>
            <a:off x="1919828" y="418330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EAEB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6" name="contour_18024"/>
          <p:cNvSpPr/>
          <p:nvPr/>
        </p:nvSpPr>
        <p:spPr>
          <a:xfrm>
            <a:off x="6860431" y="4176005"/>
            <a:ext cx="29808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"/>
                </a:moveTo>
                <a:lnTo>
                  <a:pt x="20470" y="2720"/>
                </a:lnTo>
                <a:lnTo>
                  <a:pt x="19324" y="5424"/>
                </a:lnTo>
                <a:lnTo>
                  <a:pt x="18157" y="8118"/>
                </a:lnTo>
                <a:lnTo>
                  <a:pt x="16979" y="10805"/>
                </a:lnTo>
                <a:lnTo>
                  <a:pt x="15690" y="13817"/>
                </a:lnTo>
                <a:lnTo>
                  <a:pt x="14381" y="16877"/>
                </a:lnTo>
                <a:lnTo>
                  <a:pt x="12722" y="19220"/>
                </a:lnTo>
                <a:lnTo>
                  <a:pt x="11038" y="21600"/>
                </a:lnTo>
                <a:lnTo>
                  <a:pt x="7547" y="21600"/>
                </a:lnTo>
                <a:lnTo>
                  <a:pt x="4035" y="21600"/>
                </a:lnTo>
                <a:lnTo>
                  <a:pt x="475" y="21600"/>
                </a:lnTo>
                <a:lnTo>
                  <a:pt x="158" y="17746"/>
                </a:lnTo>
                <a:lnTo>
                  <a:pt x="0" y="14978"/>
                </a:lnTo>
                <a:lnTo>
                  <a:pt x="0" y="12516"/>
                </a:lnTo>
                <a:lnTo>
                  <a:pt x="158" y="9586"/>
                </a:lnTo>
                <a:lnTo>
                  <a:pt x="475" y="5408"/>
                </a:lnTo>
                <a:lnTo>
                  <a:pt x="3934" y="2947"/>
                </a:lnTo>
                <a:lnTo>
                  <a:pt x="7087" y="1366"/>
                </a:lnTo>
                <a:lnTo>
                  <a:pt x="10182" y="480"/>
                </a:lnTo>
                <a:lnTo>
                  <a:pt x="13462" y="92"/>
                </a:lnTo>
                <a:lnTo>
                  <a:pt x="17185" y="0"/>
                </a:lnTo>
                <a:lnTo>
                  <a:pt x="21600" y="11"/>
                </a:lnTo>
                <a:close/>
              </a:path>
            </a:pathLst>
          </a:custGeom>
          <a:solidFill>
            <a:srgbClr val="B5CE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7" name="contour_18025"/>
          <p:cNvSpPr/>
          <p:nvPr/>
        </p:nvSpPr>
        <p:spPr>
          <a:xfrm>
            <a:off x="1110861" y="417601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3489" y="19024"/>
                </a:lnTo>
                <a:lnTo>
                  <a:pt x="10789" y="16432"/>
                </a:lnTo>
                <a:lnTo>
                  <a:pt x="8100" y="13835"/>
                </a:lnTo>
                <a:lnTo>
                  <a:pt x="5837" y="11669"/>
                </a:lnTo>
                <a:lnTo>
                  <a:pt x="3542" y="9472"/>
                </a:lnTo>
                <a:lnTo>
                  <a:pt x="1048" y="6404"/>
                </a:lnTo>
                <a:lnTo>
                  <a:pt x="130" y="3953"/>
                </a:lnTo>
                <a:lnTo>
                  <a:pt x="0" y="0"/>
                </a:lnTo>
                <a:close/>
              </a:path>
            </a:pathLst>
          </a:custGeom>
          <a:solidFill>
            <a:srgbClr val="F0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8" name="contour_18026"/>
          <p:cNvSpPr/>
          <p:nvPr/>
        </p:nvSpPr>
        <p:spPr>
          <a:xfrm>
            <a:off x="4405034" y="414686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F9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29" name="contour_18027"/>
          <p:cNvSpPr/>
          <p:nvPr/>
        </p:nvSpPr>
        <p:spPr>
          <a:xfrm>
            <a:off x="4957937" y="4139579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023" y="0"/>
                </a:lnTo>
                <a:lnTo>
                  <a:pt x="9129" y="0"/>
                </a:lnTo>
                <a:lnTo>
                  <a:pt x="13249" y="0"/>
                </a:lnTo>
                <a:lnTo>
                  <a:pt x="1740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FA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0" name="contour_18028"/>
          <p:cNvSpPr/>
          <p:nvPr/>
        </p:nvSpPr>
        <p:spPr>
          <a:xfrm>
            <a:off x="5002649" y="4095851"/>
            <a:ext cx="211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43" y="0"/>
                </a:moveTo>
                <a:lnTo>
                  <a:pt x="9460" y="1678"/>
                </a:lnTo>
                <a:lnTo>
                  <a:pt x="11448" y="3362"/>
                </a:lnTo>
                <a:lnTo>
                  <a:pt x="13405" y="5054"/>
                </a:lnTo>
                <a:lnTo>
                  <a:pt x="15348" y="6750"/>
                </a:lnTo>
                <a:lnTo>
                  <a:pt x="17558" y="8633"/>
                </a:lnTo>
                <a:lnTo>
                  <a:pt x="19799" y="10548"/>
                </a:lnTo>
                <a:lnTo>
                  <a:pt x="21213" y="12838"/>
                </a:lnTo>
                <a:lnTo>
                  <a:pt x="21600" y="14429"/>
                </a:lnTo>
                <a:lnTo>
                  <a:pt x="20908" y="16060"/>
                </a:lnTo>
                <a:lnTo>
                  <a:pt x="19047" y="18479"/>
                </a:lnTo>
                <a:lnTo>
                  <a:pt x="16978" y="20027"/>
                </a:lnTo>
                <a:lnTo>
                  <a:pt x="14886" y="21600"/>
                </a:lnTo>
                <a:lnTo>
                  <a:pt x="10368" y="20855"/>
                </a:lnTo>
                <a:lnTo>
                  <a:pt x="7317" y="20232"/>
                </a:lnTo>
                <a:lnTo>
                  <a:pt x="4324" y="19393"/>
                </a:lnTo>
                <a:lnTo>
                  <a:pt x="0" y="18000"/>
                </a:lnTo>
                <a:lnTo>
                  <a:pt x="141" y="15444"/>
                </a:lnTo>
                <a:lnTo>
                  <a:pt x="476" y="13633"/>
                </a:lnTo>
                <a:lnTo>
                  <a:pt x="1273" y="11696"/>
                </a:lnTo>
                <a:lnTo>
                  <a:pt x="2791" y="8777"/>
                </a:lnTo>
                <a:lnTo>
                  <a:pt x="4034" y="6311"/>
                </a:lnTo>
                <a:lnTo>
                  <a:pt x="5292" y="3812"/>
                </a:lnTo>
                <a:lnTo>
                  <a:pt x="6356" y="1919"/>
                </a:lnTo>
                <a:lnTo>
                  <a:pt x="7443" y="0"/>
                </a:lnTo>
                <a:close/>
              </a:path>
            </a:pathLst>
          </a:custGeom>
          <a:solidFill>
            <a:srgbClr val="A899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1" name="contour_18029"/>
          <p:cNvSpPr/>
          <p:nvPr/>
        </p:nvSpPr>
        <p:spPr>
          <a:xfrm>
            <a:off x="1182429" y="410313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620" y="853"/>
                </a:lnTo>
                <a:lnTo>
                  <a:pt x="7271" y="1561"/>
                </a:lnTo>
                <a:lnTo>
                  <a:pt x="9627" y="2381"/>
                </a:lnTo>
                <a:lnTo>
                  <a:pt x="12433" y="3575"/>
                </a:lnTo>
                <a:lnTo>
                  <a:pt x="16433" y="5400"/>
                </a:lnTo>
                <a:lnTo>
                  <a:pt x="18179" y="9580"/>
                </a:lnTo>
                <a:lnTo>
                  <a:pt x="19321" y="12512"/>
                </a:lnTo>
                <a:lnTo>
                  <a:pt x="20107" y="14974"/>
                </a:lnTo>
                <a:lnTo>
                  <a:pt x="20784" y="177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B3AC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2" name="contour_18030"/>
          <p:cNvSpPr/>
          <p:nvPr/>
        </p:nvSpPr>
        <p:spPr>
          <a:xfrm>
            <a:off x="4762145" y="405212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2138"/>
                </a:lnTo>
                <a:lnTo>
                  <a:pt x="10751" y="4281"/>
                </a:lnTo>
                <a:lnTo>
                  <a:pt x="13441" y="6432"/>
                </a:lnTo>
                <a:lnTo>
                  <a:pt x="16141" y="8592"/>
                </a:lnTo>
                <a:lnTo>
                  <a:pt x="18857" y="10765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CCC4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3" name="contour_18031"/>
          <p:cNvSpPr/>
          <p:nvPr/>
        </p:nvSpPr>
        <p:spPr>
          <a:xfrm>
            <a:off x="7626326" y="402297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188"/>
                </a:lnTo>
                <a:lnTo>
                  <a:pt x="4756" y="2376"/>
                </a:lnTo>
                <a:lnTo>
                  <a:pt x="7135" y="3569"/>
                </a:lnTo>
                <a:lnTo>
                  <a:pt x="9522" y="4763"/>
                </a:lnTo>
                <a:lnTo>
                  <a:pt x="11916" y="5956"/>
                </a:lnTo>
                <a:lnTo>
                  <a:pt x="14321" y="7160"/>
                </a:lnTo>
                <a:lnTo>
                  <a:pt x="16733" y="8365"/>
                </a:lnTo>
                <a:lnTo>
                  <a:pt x="19159" y="9580"/>
                </a:lnTo>
                <a:lnTo>
                  <a:pt x="21600" y="10800"/>
                </a:lnTo>
                <a:lnTo>
                  <a:pt x="19580" y="13241"/>
                </a:lnTo>
                <a:lnTo>
                  <a:pt x="18050" y="15023"/>
                </a:lnTo>
                <a:lnTo>
                  <a:pt x="16708" y="16454"/>
                </a:lnTo>
                <a:lnTo>
                  <a:pt x="15250" y="17825"/>
                </a:lnTo>
                <a:lnTo>
                  <a:pt x="13381" y="19440"/>
                </a:lnTo>
                <a:lnTo>
                  <a:pt x="10800" y="21600"/>
                </a:lnTo>
                <a:lnTo>
                  <a:pt x="7798" y="21071"/>
                </a:lnTo>
                <a:lnTo>
                  <a:pt x="5735" y="20525"/>
                </a:lnTo>
                <a:lnTo>
                  <a:pt x="4093" y="19705"/>
                </a:lnTo>
                <a:lnTo>
                  <a:pt x="2354" y="18349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F9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4" name="contour_18032"/>
          <p:cNvSpPr/>
          <p:nvPr/>
        </p:nvSpPr>
        <p:spPr>
          <a:xfrm>
            <a:off x="4711129" y="402297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7572" y="11484"/>
                </a:lnTo>
                <a:lnTo>
                  <a:pt x="14364" y="14825"/>
                </a:lnTo>
                <a:lnTo>
                  <a:pt x="11801" y="17330"/>
                </a:lnTo>
                <a:lnTo>
                  <a:pt x="9702" y="19130"/>
                </a:lnTo>
                <a:lnTo>
                  <a:pt x="7895" y="20333"/>
                </a:lnTo>
                <a:lnTo>
                  <a:pt x="6199" y="21067"/>
                </a:lnTo>
                <a:lnTo>
                  <a:pt x="4439" y="21442"/>
                </a:lnTo>
                <a:lnTo>
                  <a:pt x="2430" y="2157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4F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5" name="contour_18033"/>
          <p:cNvSpPr/>
          <p:nvPr/>
        </p:nvSpPr>
        <p:spPr>
          <a:xfrm>
            <a:off x="8114621" y="397924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35" y="20707"/>
                </a:lnTo>
                <a:lnTo>
                  <a:pt x="16049" y="19814"/>
                </a:lnTo>
                <a:lnTo>
                  <a:pt x="13228" y="18900"/>
                </a:lnTo>
                <a:lnTo>
                  <a:pt x="10895" y="18144"/>
                </a:lnTo>
                <a:lnTo>
                  <a:pt x="8523" y="17381"/>
                </a:lnTo>
                <a:lnTo>
                  <a:pt x="6052" y="15538"/>
                </a:lnTo>
                <a:lnTo>
                  <a:pt x="4506" y="13838"/>
                </a:lnTo>
                <a:lnTo>
                  <a:pt x="3240" y="11290"/>
                </a:lnTo>
                <a:lnTo>
                  <a:pt x="1603" y="6919"/>
                </a:lnTo>
                <a:lnTo>
                  <a:pt x="1205" y="5198"/>
                </a:lnTo>
                <a:lnTo>
                  <a:pt x="0" y="0"/>
                </a:lnTo>
                <a:close/>
              </a:path>
            </a:pathLst>
          </a:custGeom>
          <a:solidFill>
            <a:srgbClr val="BBD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6" name="contour_18034"/>
          <p:cNvSpPr/>
          <p:nvPr/>
        </p:nvSpPr>
        <p:spPr>
          <a:xfrm>
            <a:off x="11051682" y="3971955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18669" y="11671"/>
                </a:lnTo>
                <a:lnTo>
                  <a:pt x="16487" y="14918"/>
                </a:lnTo>
                <a:lnTo>
                  <a:pt x="14839" y="17186"/>
                </a:lnTo>
                <a:lnTo>
                  <a:pt x="13506" y="18742"/>
                </a:lnTo>
                <a:lnTo>
                  <a:pt x="12278" y="19829"/>
                </a:lnTo>
                <a:lnTo>
                  <a:pt x="10933" y="20693"/>
                </a:lnTo>
                <a:lnTo>
                  <a:pt x="9257" y="21600"/>
                </a:lnTo>
                <a:lnTo>
                  <a:pt x="7298" y="18655"/>
                </a:lnTo>
                <a:lnTo>
                  <a:pt x="5638" y="15523"/>
                </a:lnTo>
                <a:lnTo>
                  <a:pt x="4175" y="12154"/>
                </a:lnTo>
                <a:lnTo>
                  <a:pt x="2814" y="8474"/>
                </a:lnTo>
                <a:lnTo>
                  <a:pt x="1456" y="4442"/>
                </a:lnTo>
                <a:lnTo>
                  <a:pt x="0" y="0"/>
                </a:lnTo>
                <a:close/>
              </a:path>
            </a:pathLst>
          </a:custGeom>
          <a:solidFill>
            <a:srgbClr val="BFD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7" name="contour_18035"/>
          <p:cNvSpPr/>
          <p:nvPr/>
        </p:nvSpPr>
        <p:spPr>
          <a:xfrm>
            <a:off x="10206275" y="3971044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0745" y="4970"/>
                </a:lnTo>
                <a:lnTo>
                  <a:pt x="19885" y="9089"/>
                </a:lnTo>
                <a:lnTo>
                  <a:pt x="19025" y="13223"/>
                </a:lnTo>
                <a:lnTo>
                  <a:pt x="18157" y="17391"/>
                </a:lnTo>
                <a:lnTo>
                  <a:pt x="17280" y="21600"/>
                </a:lnTo>
                <a:lnTo>
                  <a:pt x="14429" y="20460"/>
                </a:lnTo>
                <a:lnTo>
                  <a:pt x="11573" y="19319"/>
                </a:lnTo>
                <a:lnTo>
                  <a:pt x="8705" y="18172"/>
                </a:lnTo>
                <a:lnTo>
                  <a:pt x="5823" y="17017"/>
                </a:lnTo>
                <a:lnTo>
                  <a:pt x="2925" y="1585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C0D5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8" name="contour_18036"/>
          <p:cNvSpPr/>
          <p:nvPr/>
        </p:nvSpPr>
        <p:spPr>
          <a:xfrm>
            <a:off x="1788645" y="3776142"/>
            <a:ext cx="36440" cy="21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306"/>
                </a:moveTo>
                <a:lnTo>
                  <a:pt x="20926" y="10622"/>
                </a:lnTo>
                <a:lnTo>
                  <a:pt x="20252" y="13572"/>
                </a:lnTo>
                <a:lnTo>
                  <a:pt x="19172" y="16521"/>
                </a:lnTo>
                <a:lnTo>
                  <a:pt x="17280" y="20837"/>
                </a:lnTo>
                <a:lnTo>
                  <a:pt x="14360" y="21368"/>
                </a:lnTo>
                <a:lnTo>
                  <a:pt x="11504" y="21600"/>
                </a:lnTo>
                <a:lnTo>
                  <a:pt x="8675" y="21600"/>
                </a:lnTo>
                <a:lnTo>
                  <a:pt x="5841" y="21433"/>
                </a:lnTo>
                <a:lnTo>
                  <a:pt x="2964" y="21164"/>
                </a:lnTo>
                <a:lnTo>
                  <a:pt x="0" y="20837"/>
                </a:lnTo>
                <a:lnTo>
                  <a:pt x="0" y="16035"/>
                </a:lnTo>
                <a:lnTo>
                  <a:pt x="0" y="11203"/>
                </a:lnTo>
                <a:lnTo>
                  <a:pt x="0" y="6306"/>
                </a:lnTo>
                <a:lnTo>
                  <a:pt x="3115" y="2645"/>
                </a:lnTo>
                <a:lnTo>
                  <a:pt x="6087" y="625"/>
                </a:lnTo>
                <a:lnTo>
                  <a:pt x="8994" y="0"/>
                </a:lnTo>
                <a:lnTo>
                  <a:pt x="11919" y="509"/>
                </a:lnTo>
                <a:lnTo>
                  <a:pt x="14943" y="1904"/>
                </a:lnTo>
                <a:lnTo>
                  <a:pt x="18140" y="3916"/>
                </a:lnTo>
                <a:lnTo>
                  <a:pt x="21600" y="6306"/>
                </a:lnTo>
                <a:close/>
              </a:path>
            </a:pathLst>
          </a:custGeom>
          <a:solidFill>
            <a:srgbClr val="F8FB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39" name="contour_18037"/>
          <p:cNvSpPr/>
          <p:nvPr/>
        </p:nvSpPr>
        <p:spPr>
          <a:xfrm>
            <a:off x="4609097" y="3702300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20707" y="19814"/>
                </a:lnTo>
                <a:lnTo>
                  <a:pt x="19814" y="18022"/>
                </a:lnTo>
                <a:lnTo>
                  <a:pt x="18900" y="16200"/>
                </a:lnTo>
                <a:lnTo>
                  <a:pt x="18238" y="15408"/>
                </a:lnTo>
                <a:lnTo>
                  <a:pt x="17071" y="14008"/>
                </a:lnTo>
                <a:lnTo>
                  <a:pt x="14400" y="10800"/>
                </a:lnTo>
                <a:lnTo>
                  <a:pt x="9641" y="10800"/>
                </a:lnTo>
                <a:lnTo>
                  <a:pt x="4853" y="10800"/>
                </a:lnTo>
                <a:lnTo>
                  <a:pt x="0" y="10800"/>
                </a:lnTo>
                <a:lnTo>
                  <a:pt x="1354" y="8122"/>
                </a:lnTo>
                <a:lnTo>
                  <a:pt x="2405" y="6221"/>
                </a:lnTo>
                <a:lnTo>
                  <a:pt x="3499" y="4579"/>
                </a:lnTo>
                <a:lnTo>
                  <a:pt x="4982" y="2678"/>
                </a:lnTo>
                <a:lnTo>
                  <a:pt x="7200" y="0"/>
                </a:lnTo>
                <a:close/>
              </a:path>
            </a:pathLst>
          </a:custGeom>
          <a:solidFill>
            <a:srgbClr val="F1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0" name="contour_18038"/>
          <p:cNvSpPr/>
          <p:nvPr/>
        </p:nvSpPr>
        <p:spPr>
          <a:xfrm>
            <a:off x="10760162" y="366586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529" y="2673"/>
                </a:lnTo>
                <a:lnTo>
                  <a:pt x="19457" y="5362"/>
                </a:lnTo>
                <a:lnTo>
                  <a:pt x="18373" y="8062"/>
                </a:lnTo>
                <a:lnTo>
                  <a:pt x="17280" y="10800"/>
                </a:lnTo>
                <a:lnTo>
                  <a:pt x="14424" y="10800"/>
                </a:lnTo>
                <a:lnTo>
                  <a:pt x="11552" y="10800"/>
                </a:lnTo>
                <a:lnTo>
                  <a:pt x="8640" y="10800"/>
                </a:lnTo>
                <a:lnTo>
                  <a:pt x="7055" y="14008"/>
                </a:lnTo>
                <a:lnTo>
                  <a:pt x="6074" y="16200"/>
                </a:lnTo>
                <a:lnTo>
                  <a:pt x="5301" y="18392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EF2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1" name="contour_18039"/>
          <p:cNvSpPr/>
          <p:nvPr/>
        </p:nvSpPr>
        <p:spPr>
          <a:xfrm>
            <a:off x="9790859" y="360755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48" y="1328"/>
                </a:lnTo>
                <a:lnTo>
                  <a:pt x="9590" y="2414"/>
                </a:lnTo>
                <a:lnTo>
                  <a:pt x="12671" y="3391"/>
                </a:lnTo>
                <a:lnTo>
                  <a:pt x="14926" y="4379"/>
                </a:lnTo>
                <a:lnTo>
                  <a:pt x="16597" y="5519"/>
                </a:lnTo>
                <a:lnTo>
                  <a:pt x="17928" y="6939"/>
                </a:lnTo>
                <a:lnTo>
                  <a:pt x="19155" y="8770"/>
                </a:lnTo>
                <a:lnTo>
                  <a:pt x="20520" y="11135"/>
                </a:lnTo>
                <a:lnTo>
                  <a:pt x="21056" y="13651"/>
                </a:lnTo>
                <a:lnTo>
                  <a:pt x="21600" y="16200"/>
                </a:lnTo>
                <a:lnTo>
                  <a:pt x="19034" y="17269"/>
                </a:lnTo>
                <a:lnTo>
                  <a:pt x="16459" y="18344"/>
                </a:lnTo>
                <a:lnTo>
                  <a:pt x="13876" y="19418"/>
                </a:lnTo>
                <a:lnTo>
                  <a:pt x="11271" y="20504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5784" y="10800"/>
                </a:lnTo>
                <a:lnTo>
                  <a:pt x="2912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F9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2" name="contour_18040"/>
          <p:cNvSpPr/>
          <p:nvPr/>
        </p:nvSpPr>
        <p:spPr>
          <a:xfrm>
            <a:off x="1504413" y="3585692"/>
            <a:ext cx="43728" cy="226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863"/>
                </a:lnTo>
                <a:lnTo>
                  <a:pt x="8057" y="1727"/>
                </a:lnTo>
                <a:lnTo>
                  <a:pt x="10292" y="2590"/>
                </a:lnTo>
                <a:lnTo>
                  <a:pt x="12532" y="3454"/>
                </a:lnTo>
                <a:lnTo>
                  <a:pt x="14782" y="4324"/>
                </a:lnTo>
                <a:lnTo>
                  <a:pt x="17042" y="5202"/>
                </a:lnTo>
                <a:lnTo>
                  <a:pt x="19314" y="6079"/>
                </a:lnTo>
                <a:lnTo>
                  <a:pt x="21600" y="6963"/>
                </a:lnTo>
                <a:lnTo>
                  <a:pt x="19969" y="11099"/>
                </a:lnTo>
                <a:lnTo>
                  <a:pt x="18677" y="13926"/>
                </a:lnTo>
                <a:lnTo>
                  <a:pt x="17042" y="16754"/>
                </a:lnTo>
                <a:lnTo>
                  <a:pt x="14400" y="20890"/>
                </a:lnTo>
                <a:lnTo>
                  <a:pt x="11959" y="21370"/>
                </a:lnTo>
                <a:lnTo>
                  <a:pt x="9580" y="21586"/>
                </a:lnTo>
                <a:lnTo>
                  <a:pt x="7229" y="21600"/>
                </a:lnTo>
                <a:lnTo>
                  <a:pt x="4871" y="21454"/>
                </a:lnTo>
                <a:lnTo>
                  <a:pt x="2473" y="21203"/>
                </a:lnTo>
                <a:lnTo>
                  <a:pt x="0" y="20890"/>
                </a:lnTo>
                <a:lnTo>
                  <a:pt x="713" y="16754"/>
                </a:lnTo>
                <a:lnTo>
                  <a:pt x="1429" y="12603"/>
                </a:lnTo>
                <a:lnTo>
                  <a:pt x="2146" y="8439"/>
                </a:lnTo>
                <a:lnTo>
                  <a:pt x="2869" y="4241"/>
                </a:lnTo>
                <a:lnTo>
                  <a:pt x="3600" y="0"/>
                </a:lnTo>
                <a:close/>
              </a:path>
            </a:pathLst>
          </a:custGeom>
          <a:solidFill>
            <a:srgbClr val="93C1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3" name="contour_18041"/>
          <p:cNvSpPr/>
          <p:nvPr/>
        </p:nvSpPr>
        <p:spPr>
          <a:xfrm>
            <a:off x="11277610" y="357111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433" y="3488"/>
                </a:lnTo>
                <a:lnTo>
                  <a:pt x="19315" y="6998"/>
                </a:lnTo>
                <a:lnTo>
                  <a:pt x="19997" y="10552"/>
                </a:lnTo>
                <a:lnTo>
                  <a:pt x="20559" y="14164"/>
                </a:lnTo>
                <a:lnTo>
                  <a:pt x="21069" y="17842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2138" y="14861"/>
                </a:lnTo>
                <a:lnTo>
                  <a:pt x="4290" y="13522"/>
                </a:lnTo>
                <a:lnTo>
                  <a:pt x="6450" y="12166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7A9B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4" name="contour_18042"/>
          <p:cNvSpPr/>
          <p:nvPr/>
        </p:nvSpPr>
        <p:spPr>
          <a:xfrm>
            <a:off x="8311397" y="357840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37"/>
                </a:lnTo>
                <a:lnTo>
                  <a:pt x="7970" y="461"/>
                </a:lnTo>
                <a:lnTo>
                  <a:pt x="9904" y="1231"/>
                </a:lnTo>
                <a:lnTo>
                  <a:pt x="12823" y="2700"/>
                </a:lnTo>
                <a:lnTo>
                  <a:pt x="15289" y="3902"/>
                </a:lnTo>
                <a:lnTo>
                  <a:pt x="17788" y="5119"/>
                </a:lnTo>
                <a:lnTo>
                  <a:pt x="19681" y="6149"/>
                </a:lnTo>
                <a:lnTo>
                  <a:pt x="21600" y="7200"/>
                </a:lnTo>
                <a:lnTo>
                  <a:pt x="19969" y="11729"/>
                </a:lnTo>
                <a:lnTo>
                  <a:pt x="18677" y="14731"/>
                </a:lnTo>
                <a:lnTo>
                  <a:pt x="17042" y="17575"/>
                </a:lnTo>
                <a:lnTo>
                  <a:pt x="14400" y="21600"/>
                </a:lnTo>
                <a:lnTo>
                  <a:pt x="11876" y="20981"/>
                </a:lnTo>
                <a:lnTo>
                  <a:pt x="9468" y="20066"/>
                </a:lnTo>
                <a:lnTo>
                  <a:pt x="7128" y="18907"/>
                </a:lnTo>
                <a:lnTo>
                  <a:pt x="4806" y="17546"/>
                </a:lnTo>
                <a:lnTo>
                  <a:pt x="2444" y="16027"/>
                </a:lnTo>
                <a:lnTo>
                  <a:pt x="0" y="14400"/>
                </a:lnTo>
                <a:lnTo>
                  <a:pt x="745" y="10030"/>
                </a:lnTo>
                <a:lnTo>
                  <a:pt x="1368" y="7078"/>
                </a:lnTo>
                <a:lnTo>
                  <a:pt x="2207" y="4183"/>
                </a:lnTo>
                <a:lnTo>
                  <a:pt x="3600" y="0"/>
                </a:lnTo>
                <a:close/>
              </a:path>
            </a:pathLst>
          </a:custGeom>
          <a:solidFill>
            <a:srgbClr val="8793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5" name="contour_18043"/>
          <p:cNvSpPr/>
          <p:nvPr/>
        </p:nvSpPr>
        <p:spPr>
          <a:xfrm>
            <a:off x="4696553" y="354196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A6C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6" name="contour_18044"/>
          <p:cNvSpPr/>
          <p:nvPr/>
        </p:nvSpPr>
        <p:spPr>
          <a:xfrm>
            <a:off x="10665418" y="353467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8806" y="6631"/>
                </a:lnTo>
                <a:lnTo>
                  <a:pt x="16812" y="11246"/>
                </a:lnTo>
                <a:lnTo>
                  <a:pt x="15314" y="14458"/>
                </a:lnTo>
                <a:lnTo>
                  <a:pt x="14011" y="16848"/>
                </a:lnTo>
                <a:lnTo>
                  <a:pt x="12607" y="19030"/>
                </a:lnTo>
                <a:lnTo>
                  <a:pt x="10800" y="21600"/>
                </a:lnTo>
                <a:lnTo>
                  <a:pt x="7798" y="20894"/>
                </a:lnTo>
                <a:lnTo>
                  <a:pt x="5735" y="20167"/>
                </a:lnTo>
                <a:lnTo>
                  <a:pt x="4093" y="19073"/>
                </a:lnTo>
                <a:lnTo>
                  <a:pt x="2354" y="17266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F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7" name="contour_18045"/>
          <p:cNvSpPr/>
          <p:nvPr/>
        </p:nvSpPr>
        <p:spPr>
          <a:xfrm>
            <a:off x="10627790" y="3505524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" y="0"/>
                </a:moveTo>
                <a:lnTo>
                  <a:pt x="3544" y="1460"/>
                </a:lnTo>
                <a:lnTo>
                  <a:pt x="6221" y="2938"/>
                </a:lnTo>
                <a:lnTo>
                  <a:pt x="8888" y="4432"/>
                </a:lnTo>
                <a:lnTo>
                  <a:pt x="11545" y="5940"/>
                </a:lnTo>
                <a:lnTo>
                  <a:pt x="14533" y="7599"/>
                </a:lnTo>
                <a:lnTo>
                  <a:pt x="17568" y="9279"/>
                </a:lnTo>
                <a:lnTo>
                  <a:pt x="19571" y="11107"/>
                </a:lnTo>
                <a:lnTo>
                  <a:pt x="21600" y="12960"/>
                </a:lnTo>
                <a:lnTo>
                  <a:pt x="20412" y="15772"/>
                </a:lnTo>
                <a:lnTo>
                  <a:pt x="19478" y="17613"/>
                </a:lnTo>
                <a:lnTo>
                  <a:pt x="18305" y="19284"/>
                </a:lnTo>
                <a:lnTo>
                  <a:pt x="16411" y="21600"/>
                </a:lnTo>
                <a:lnTo>
                  <a:pt x="12551" y="21047"/>
                </a:lnTo>
                <a:lnTo>
                  <a:pt x="9812" y="20546"/>
                </a:lnTo>
                <a:lnTo>
                  <a:pt x="7446" y="19889"/>
                </a:lnTo>
                <a:lnTo>
                  <a:pt x="4706" y="18870"/>
                </a:lnTo>
                <a:lnTo>
                  <a:pt x="846" y="17280"/>
                </a:lnTo>
                <a:lnTo>
                  <a:pt x="265" y="14321"/>
                </a:lnTo>
                <a:lnTo>
                  <a:pt x="5" y="11487"/>
                </a:lnTo>
                <a:lnTo>
                  <a:pt x="0" y="8713"/>
                </a:lnTo>
                <a:lnTo>
                  <a:pt x="182" y="5923"/>
                </a:lnTo>
                <a:lnTo>
                  <a:pt x="488" y="3041"/>
                </a:lnTo>
                <a:lnTo>
                  <a:pt x="846" y="0"/>
                </a:lnTo>
                <a:close/>
              </a:path>
            </a:pathLst>
          </a:custGeom>
          <a:solidFill>
            <a:srgbClr val="D2E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8" name="contour_18046"/>
          <p:cNvSpPr/>
          <p:nvPr/>
        </p:nvSpPr>
        <p:spPr>
          <a:xfrm>
            <a:off x="7371246" y="3476372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45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D3E7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49" name="contour_18047"/>
          <p:cNvSpPr/>
          <p:nvPr/>
        </p:nvSpPr>
        <p:spPr>
          <a:xfrm>
            <a:off x="5279593" y="3490037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0745" y="4970"/>
                </a:lnTo>
                <a:lnTo>
                  <a:pt x="19885" y="9089"/>
                </a:lnTo>
                <a:lnTo>
                  <a:pt x="19025" y="13223"/>
                </a:lnTo>
                <a:lnTo>
                  <a:pt x="18157" y="17391"/>
                </a:lnTo>
                <a:lnTo>
                  <a:pt x="17280" y="21600"/>
                </a:lnTo>
                <a:lnTo>
                  <a:pt x="14429" y="20460"/>
                </a:lnTo>
                <a:lnTo>
                  <a:pt x="11573" y="19319"/>
                </a:lnTo>
                <a:lnTo>
                  <a:pt x="8705" y="18172"/>
                </a:lnTo>
                <a:lnTo>
                  <a:pt x="5823" y="17017"/>
                </a:lnTo>
                <a:lnTo>
                  <a:pt x="2925" y="1585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D9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0" name="contour_18048"/>
          <p:cNvSpPr/>
          <p:nvPr/>
        </p:nvSpPr>
        <p:spPr>
          <a:xfrm>
            <a:off x="11277610" y="348366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2673"/>
                </a:lnTo>
                <a:lnTo>
                  <a:pt x="17975" y="5362"/>
                </a:lnTo>
                <a:lnTo>
                  <a:pt x="19775" y="8062"/>
                </a:lnTo>
                <a:lnTo>
                  <a:pt x="21600" y="10800"/>
                </a:lnTo>
                <a:lnTo>
                  <a:pt x="19969" y="14197"/>
                </a:lnTo>
                <a:lnTo>
                  <a:pt x="18677" y="16448"/>
                </a:lnTo>
                <a:lnTo>
                  <a:pt x="17042" y="18581"/>
                </a:lnTo>
                <a:lnTo>
                  <a:pt x="14400" y="21600"/>
                </a:lnTo>
                <a:lnTo>
                  <a:pt x="11876" y="21136"/>
                </a:lnTo>
                <a:lnTo>
                  <a:pt x="9468" y="20450"/>
                </a:lnTo>
                <a:lnTo>
                  <a:pt x="7128" y="19580"/>
                </a:lnTo>
                <a:lnTo>
                  <a:pt x="4806" y="18560"/>
                </a:lnTo>
                <a:lnTo>
                  <a:pt x="2444" y="17420"/>
                </a:lnTo>
                <a:lnTo>
                  <a:pt x="0" y="16200"/>
                </a:lnTo>
                <a:lnTo>
                  <a:pt x="2038" y="13910"/>
                </a:lnTo>
                <a:lnTo>
                  <a:pt x="4075" y="11615"/>
                </a:lnTo>
                <a:lnTo>
                  <a:pt x="6120" y="9315"/>
                </a:lnTo>
                <a:lnTo>
                  <a:pt x="8172" y="7004"/>
                </a:lnTo>
                <a:lnTo>
                  <a:pt x="10235" y="4687"/>
                </a:lnTo>
                <a:lnTo>
                  <a:pt x="12308" y="2349"/>
                </a:lnTo>
                <a:lnTo>
                  <a:pt x="14400" y="0"/>
                </a:lnTo>
                <a:close/>
              </a:path>
            </a:pathLst>
          </a:custGeom>
          <a:solidFill>
            <a:srgbClr val="D4E9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1" name="contour_18049"/>
          <p:cNvSpPr/>
          <p:nvPr/>
        </p:nvSpPr>
        <p:spPr>
          <a:xfrm>
            <a:off x="7006847" y="3483660"/>
            <a:ext cx="43728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1213"/>
                </a:lnTo>
                <a:lnTo>
                  <a:pt x="4324" y="2440"/>
                </a:lnTo>
                <a:lnTo>
                  <a:pt x="6484" y="3667"/>
                </a:lnTo>
                <a:lnTo>
                  <a:pt x="8644" y="4906"/>
                </a:lnTo>
                <a:lnTo>
                  <a:pt x="10800" y="6153"/>
                </a:lnTo>
                <a:lnTo>
                  <a:pt x="11693" y="6664"/>
                </a:lnTo>
                <a:lnTo>
                  <a:pt x="13266" y="7556"/>
                </a:lnTo>
                <a:lnTo>
                  <a:pt x="16877" y="9609"/>
                </a:lnTo>
                <a:lnTo>
                  <a:pt x="19220" y="11348"/>
                </a:lnTo>
                <a:lnTo>
                  <a:pt x="21600" y="13119"/>
                </a:lnTo>
                <a:lnTo>
                  <a:pt x="21600" y="16372"/>
                </a:lnTo>
                <a:lnTo>
                  <a:pt x="21600" y="19678"/>
                </a:lnTo>
                <a:lnTo>
                  <a:pt x="19408" y="20052"/>
                </a:lnTo>
                <a:lnTo>
                  <a:pt x="17215" y="20373"/>
                </a:lnTo>
                <a:lnTo>
                  <a:pt x="15019" y="20655"/>
                </a:lnTo>
                <a:lnTo>
                  <a:pt x="12823" y="20911"/>
                </a:lnTo>
                <a:lnTo>
                  <a:pt x="11596" y="21082"/>
                </a:lnTo>
                <a:lnTo>
                  <a:pt x="7888" y="21600"/>
                </a:lnTo>
                <a:lnTo>
                  <a:pt x="5760" y="20649"/>
                </a:lnTo>
                <a:lnTo>
                  <a:pt x="3600" y="19678"/>
                </a:lnTo>
                <a:lnTo>
                  <a:pt x="2430" y="14759"/>
                </a:lnTo>
                <a:lnTo>
                  <a:pt x="1660" y="11276"/>
                </a:lnTo>
                <a:lnTo>
                  <a:pt x="1112" y="8284"/>
                </a:lnTo>
                <a:lnTo>
                  <a:pt x="616" y="4841"/>
                </a:lnTo>
                <a:lnTo>
                  <a:pt x="0" y="0"/>
                </a:lnTo>
                <a:close/>
              </a:path>
            </a:pathLst>
          </a:custGeom>
          <a:solidFill>
            <a:srgbClr val="B0C2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2" name="contour_18050"/>
          <p:cNvSpPr/>
          <p:nvPr/>
        </p:nvSpPr>
        <p:spPr>
          <a:xfrm>
            <a:off x="4135378" y="3475111"/>
            <a:ext cx="51016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78"/>
                </a:moveTo>
                <a:lnTo>
                  <a:pt x="5153" y="626"/>
                </a:lnTo>
                <a:lnTo>
                  <a:pt x="7211" y="259"/>
                </a:lnTo>
                <a:lnTo>
                  <a:pt x="9263" y="54"/>
                </a:lnTo>
                <a:lnTo>
                  <a:pt x="11309" y="0"/>
                </a:lnTo>
                <a:lnTo>
                  <a:pt x="13358" y="68"/>
                </a:lnTo>
                <a:lnTo>
                  <a:pt x="15407" y="238"/>
                </a:lnTo>
                <a:lnTo>
                  <a:pt x="17462" y="497"/>
                </a:lnTo>
                <a:lnTo>
                  <a:pt x="19523" y="817"/>
                </a:lnTo>
                <a:lnTo>
                  <a:pt x="21600" y="1178"/>
                </a:lnTo>
                <a:lnTo>
                  <a:pt x="19678" y="3376"/>
                </a:lnTo>
                <a:lnTo>
                  <a:pt x="17758" y="5521"/>
                </a:lnTo>
                <a:lnTo>
                  <a:pt x="15842" y="7611"/>
                </a:lnTo>
                <a:lnTo>
                  <a:pt x="13923" y="9639"/>
                </a:lnTo>
                <a:lnTo>
                  <a:pt x="11994" y="11593"/>
                </a:lnTo>
                <a:lnTo>
                  <a:pt x="10053" y="13472"/>
                </a:lnTo>
                <a:lnTo>
                  <a:pt x="8097" y="15276"/>
                </a:lnTo>
                <a:lnTo>
                  <a:pt x="6116" y="16998"/>
                </a:lnTo>
                <a:lnTo>
                  <a:pt x="4110" y="18625"/>
                </a:lnTo>
                <a:lnTo>
                  <a:pt x="2074" y="20164"/>
                </a:lnTo>
                <a:lnTo>
                  <a:pt x="0" y="21600"/>
                </a:lnTo>
                <a:lnTo>
                  <a:pt x="210" y="16535"/>
                </a:lnTo>
                <a:lnTo>
                  <a:pt x="475" y="12941"/>
                </a:lnTo>
                <a:lnTo>
                  <a:pt x="944" y="9837"/>
                </a:lnTo>
                <a:lnTo>
                  <a:pt x="1765" y="6242"/>
                </a:lnTo>
                <a:lnTo>
                  <a:pt x="3086" y="1178"/>
                </a:lnTo>
                <a:close/>
              </a:path>
            </a:pathLst>
          </a:custGeom>
          <a:solidFill>
            <a:srgbClr val="DBEA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3" name="contour_18051"/>
          <p:cNvSpPr/>
          <p:nvPr/>
        </p:nvSpPr>
        <p:spPr>
          <a:xfrm>
            <a:off x="8690373" y="345450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2182" y="20585"/>
                </a:lnTo>
                <a:lnTo>
                  <a:pt x="9331" y="19796"/>
                </a:lnTo>
                <a:lnTo>
                  <a:pt x="6869" y="18976"/>
                </a:lnTo>
                <a:lnTo>
                  <a:pt x="4018" y="1786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3618" y="3067"/>
                </a:lnTo>
                <a:lnTo>
                  <a:pt x="6858" y="1528"/>
                </a:lnTo>
                <a:lnTo>
                  <a:pt x="10001" y="610"/>
                </a:lnTo>
                <a:lnTo>
                  <a:pt x="13322" y="162"/>
                </a:lnTo>
                <a:lnTo>
                  <a:pt x="17096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878C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4" name="contour_18052"/>
          <p:cNvSpPr/>
          <p:nvPr/>
        </p:nvSpPr>
        <p:spPr>
          <a:xfrm>
            <a:off x="7145318" y="3454508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17" y="3668"/>
                </a:lnTo>
                <a:lnTo>
                  <a:pt x="18835" y="6653"/>
                </a:lnTo>
                <a:lnTo>
                  <a:pt x="17618" y="9086"/>
                </a:lnTo>
                <a:lnTo>
                  <a:pt x="16330" y="11102"/>
                </a:lnTo>
                <a:lnTo>
                  <a:pt x="14846" y="12823"/>
                </a:lnTo>
                <a:lnTo>
                  <a:pt x="13046" y="14386"/>
                </a:lnTo>
                <a:lnTo>
                  <a:pt x="10793" y="15916"/>
                </a:lnTo>
                <a:lnTo>
                  <a:pt x="7949" y="17539"/>
                </a:lnTo>
                <a:lnTo>
                  <a:pt x="4399" y="19393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76" y="14465"/>
                </a:lnTo>
                <a:lnTo>
                  <a:pt x="3175" y="12078"/>
                </a:lnTo>
                <a:lnTo>
                  <a:pt x="3974" y="9684"/>
                </a:lnTo>
                <a:lnTo>
                  <a:pt x="4774" y="7279"/>
                </a:lnTo>
                <a:lnTo>
                  <a:pt x="5580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D5E7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5" name="contour_18053"/>
          <p:cNvSpPr/>
          <p:nvPr/>
        </p:nvSpPr>
        <p:spPr>
          <a:xfrm>
            <a:off x="11693025" y="343993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851"/>
                </a:lnTo>
                <a:lnTo>
                  <a:pt x="16776" y="5707"/>
                </a:lnTo>
                <a:lnTo>
                  <a:pt x="17971" y="8575"/>
                </a:lnTo>
                <a:lnTo>
                  <a:pt x="19174" y="11457"/>
                </a:lnTo>
                <a:lnTo>
                  <a:pt x="20383" y="14355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2095" y="16066"/>
                </a:lnTo>
                <a:lnTo>
                  <a:pt x="3766" y="11845"/>
                </a:lnTo>
                <a:lnTo>
                  <a:pt x="5191" y="8692"/>
                </a:lnTo>
                <a:lnTo>
                  <a:pt x="6523" y="6346"/>
                </a:lnTo>
                <a:lnTo>
                  <a:pt x="7949" y="4558"/>
                </a:lnTo>
                <a:lnTo>
                  <a:pt x="9619" y="3072"/>
                </a:lnTo>
                <a:lnTo>
                  <a:pt x="11714" y="1637"/>
                </a:lnTo>
                <a:lnTo>
                  <a:pt x="14400" y="0"/>
                </a:lnTo>
                <a:close/>
              </a:path>
            </a:pathLst>
          </a:custGeom>
          <a:solidFill>
            <a:srgbClr val="B1BC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6" name="contour_18054"/>
          <p:cNvSpPr/>
          <p:nvPr/>
        </p:nvSpPr>
        <p:spPr>
          <a:xfrm>
            <a:off x="10782026" y="3447220"/>
            <a:ext cx="5830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700" y="0"/>
                </a:moveTo>
                <a:lnTo>
                  <a:pt x="4576" y="79"/>
                </a:lnTo>
                <a:lnTo>
                  <a:pt x="5989" y="209"/>
                </a:lnTo>
                <a:lnTo>
                  <a:pt x="7201" y="461"/>
                </a:lnTo>
                <a:lnTo>
                  <a:pt x="8481" y="907"/>
                </a:lnTo>
                <a:lnTo>
                  <a:pt x="10098" y="1634"/>
                </a:lnTo>
                <a:lnTo>
                  <a:pt x="12317" y="2700"/>
                </a:lnTo>
                <a:lnTo>
                  <a:pt x="14051" y="3499"/>
                </a:lnTo>
                <a:lnTo>
                  <a:pt x="15795" y="4306"/>
                </a:lnTo>
                <a:lnTo>
                  <a:pt x="17561" y="5119"/>
                </a:lnTo>
                <a:lnTo>
                  <a:pt x="18155" y="5429"/>
                </a:lnTo>
                <a:lnTo>
                  <a:pt x="19202" y="5969"/>
                </a:lnTo>
                <a:lnTo>
                  <a:pt x="21600" y="7200"/>
                </a:lnTo>
                <a:lnTo>
                  <a:pt x="20258" y="10368"/>
                </a:lnTo>
                <a:lnTo>
                  <a:pt x="19016" y="13154"/>
                </a:lnTo>
                <a:lnTo>
                  <a:pt x="17798" y="15610"/>
                </a:lnTo>
                <a:lnTo>
                  <a:pt x="16524" y="17798"/>
                </a:lnTo>
                <a:lnTo>
                  <a:pt x="15117" y="19778"/>
                </a:lnTo>
                <a:lnTo>
                  <a:pt x="13500" y="21600"/>
                </a:lnTo>
                <a:lnTo>
                  <a:pt x="11761" y="21190"/>
                </a:lnTo>
                <a:lnTo>
                  <a:pt x="10049" y="20606"/>
                </a:lnTo>
                <a:lnTo>
                  <a:pt x="8357" y="19872"/>
                </a:lnTo>
                <a:lnTo>
                  <a:pt x="6680" y="18994"/>
                </a:lnTo>
                <a:lnTo>
                  <a:pt x="5011" y="17993"/>
                </a:lnTo>
                <a:lnTo>
                  <a:pt x="3345" y="16884"/>
                </a:lnTo>
                <a:lnTo>
                  <a:pt x="1677" y="15682"/>
                </a:lnTo>
                <a:lnTo>
                  <a:pt x="0" y="14400"/>
                </a:lnTo>
                <a:lnTo>
                  <a:pt x="462" y="10030"/>
                </a:lnTo>
                <a:lnTo>
                  <a:pt x="899" y="7078"/>
                </a:lnTo>
                <a:lnTo>
                  <a:pt x="1561" y="4183"/>
                </a:lnTo>
                <a:lnTo>
                  <a:pt x="2700" y="0"/>
                </a:lnTo>
                <a:close/>
              </a:path>
            </a:pathLst>
          </a:custGeom>
          <a:solidFill>
            <a:srgbClr val="DB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7" name="contour_18055"/>
          <p:cNvSpPr/>
          <p:nvPr/>
        </p:nvSpPr>
        <p:spPr>
          <a:xfrm>
            <a:off x="6715327" y="3439932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076" y="20444"/>
                </a:lnTo>
                <a:lnTo>
                  <a:pt x="15487" y="19273"/>
                </a:lnTo>
                <a:lnTo>
                  <a:pt x="12908" y="18079"/>
                </a:lnTo>
                <a:lnTo>
                  <a:pt x="10335" y="16875"/>
                </a:lnTo>
                <a:lnTo>
                  <a:pt x="8888" y="16216"/>
                </a:lnTo>
                <a:lnTo>
                  <a:pt x="4522" y="14218"/>
                </a:lnTo>
                <a:lnTo>
                  <a:pt x="3400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A0B1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8" name="contour_18056"/>
          <p:cNvSpPr/>
          <p:nvPr/>
        </p:nvSpPr>
        <p:spPr>
          <a:xfrm>
            <a:off x="6671599" y="3439932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847" y="1927"/>
                </a:lnTo>
                <a:lnTo>
                  <a:pt x="8657" y="3504"/>
                </a:lnTo>
                <a:lnTo>
                  <a:pt x="11599" y="4864"/>
                </a:lnTo>
                <a:lnTo>
                  <a:pt x="13846" y="6134"/>
                </a:lnTo>
                <a:lnTo>
                  <a:pt x="15565" y="7448"/>
                </a:lnTo>
                <a:lnTo>
                  <a:pt x="16921" y="8925"/>
                </a:lnTo>
                <a:lnTo>
                  <a:pt x="18088" y="10701"/>
                </a:lnTo>
                <a:lnTo>
                  <a:pt x="19228" y="12904"/>
                </a:lnTo>
                <a:lnTo>
                  <a:pt x="20520" y="15660"/>
                </a:lnTo>
                <a:lnTo>
                  <a:pt x="21056" y="18611"/>
                </a:lnTo>
                <a:lnTo>
                  <a:pt x="21600" y="21600"/>
                </a:lnTo>
                <a:lnTo>
                  <a:pt x="16753" y="19673"/>
                </a:lnTo>
                <a:lnTo>
                  <a:pt x="12943" y="18096"/>
                </a:lnTo>
                <a:lnTo>
                  <a:pt x="10001" y="16736"/>
                </a:lnTo>
                <a:lnTo>
                  <a:pt x="7754" y="15466"/>
                </a:lnTo>
                <a:lnTo>
                  <a:pt x="6035" y="14152"/>
                </a:lnTo>
                <a:lnTo>
                  <a:pt x="4679" y="12675"/>
                </a:lnTo>
                <a:lnTo>
                  <a:pt x="3512" y="10899"/>
                </a:lnTo>
                <a:lnTo>
                  <a:pt x="2372" y="8696"/>
                </a:lnTo>
                <a:lnTo>
                  <a:pt x="1080" y="5940"/>
                </a:lnTo>
                <a:lnTo>
                  <a:pt x="544" y="2989"/>
                </a:lnTo>
                <a:lnTo>
                  <a:pt x="0" y="0"/>
                </a:lnTo>
                <a:close/>
              </a:path>
            </a:pathLst>
          </a:custGeom>
          <a:solidFill>
            <a:srgbClr val="9192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59" name="contour_18057"/>
          <p:cNvSpPr/>
          <p:nvPr/>
        </p:nvSpPr>
        <p:spPr>
          <a:xfrm>
            <a:off x="5592976" y="343264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28" y="3019"/>
                </a:lnTo>
                <a:lnTo>
                  <a:pt x="17686" y="5152"/>
                </a:lnTo>
                <a:lnTo>
                  <a:pt x="19341" y="7403"/>
                </a:lnTo>
                <a:lnTo>
                  <a:pt x="21600" y="10800"/>
                </a:lnTo>
                <a:lnTo>
                  <a:pt x="18926" y="12139"/>
                </a:lnTo>
                <a:lnTo>
                  <a:pt x="16252" y="13473"/>
                </a:lnTo>
                <a:lnTo>
                  <a:pt x="13569" y="14818"/>
                </a:lnTo>
                <a:lnTo>
                  <a:pt x="10882" y="16162"/>
                </a:lnTo>
                <a:lnTo>
                  <a:pt x="8182" y="17507"/>
                </a:lnTo>
                <a:lnTo>
                  <a:pt x="5469" y="18862"/>
                </a:lnTo>
                <a:lnTo>
                  <a:pt x="2743" y="20228"/>
                </a:lnTo>
                <a:lnTo>
                  <a:pt x="0" y="21600"/>
                </a:lnTo>
                <a:lnTo>
                  <a:pt x="1335" y="15304"/>
                </a:lnTo>
                <a:lnTo>
                  <a:pt x="2380" y="10913"/>
                </a:lnTo>
                <a:lnTo>
                  <a:pt x="3378" y="7862"/>
                </a:lnTo>
                <a:lnTo>
                  <a:pt x="4553" y="5578"/>
                </a:lnTo>
                <a:lnTo>
                  <a:pt x="6139" y="3483"/>
                </a:lnTo>
                <a:lnTo>
                  <a:pt x="8372" y="1015"/>
                </a:lnTo>
                <a:lnTo>
                  <a:pt x="10649" y="513"/>
                </a:lnTo>
                <a:lnTo>
                  <a:pt x="12960" y="0"/>
                </a:lnTo>
                <a:close/>
              </a:path>
            </a:pathLst>
          </a:custGeom>
          <a:solidFill>
            <a:srgbClr val="9DAE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0" name="contour_18058"/>
          <p:cNvSpPr/>
          <p:nvPr/>
        </p:nvSpPr>
        <p:spPr>
          <a:xfrm>
            <a:off x="5527384" y="3418068"/>
            <a:ext cx="2220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89" y="0"/>
                </a:moveTo>
                <a:lnTo>
                  <a:pt x="13065" y="3053"/>
                </a:lnTo>
                <a:lnTo>
                  <a:pt x="17077" y="5209"/>
                </a:lnTo>
                <a:lnTo>
                  <a:pt x="19537" y="6782"/>
                </a:lnTo>
                <a:lnTo>
                  <a:pt x="20841" y="8075"/>
                </a:lnTo>
                <a:lnTo>
                  <a:pt x="21394" y="9396"/>
                </a:lnTo>
                <a:lnTo>
                  <a:pt x="21600" y="11052"/>
                </a:lnTo>
                <a:lnTo>
                  <a:pt x="20558" y="12935"/>
                </a:lnTo>
                <a:lnTo>
                  <a:pt x="19495" y="14850"/>
                </a:lnTo>
                <a:lnTo>
                  <a:pt x="19027" y="15811"/>
                </a:lnTo>
                <a:lnTo>
                  <a:pt x="17609" y="18702"/>
                </a:lnTo>
                <a:lnTo>
                  <a:pt x="15908" y="20138"/>
                </a:lnTo>
                <a:lnTo>
                  <a:pt x="14178" y="21600"/>
                </a:lnTo>
                <a:lnTo>
                  <a:pt x="9492" y="21600"/>
                </a:lnTo>
                <a:lnTo>
                  <a:pt x="4778" y="21600"/>
                </a:lnTo>
                <a:lnTo>
                  <a:pt x="0" y="21600"/>
                </a:lnTo>
                <a:lnTo>
                  <a:pt x="780" y="19224"/>
                </a:lnTo>
                <a:lnTo>
                  <a:pt x="1560" y="16844"/>
                </a:lnTo>
                <a:lnTo>
                  <a:pt x="2339" y="14465"/>
                </a:lnTo>
                <a:lnTo>
                  <a:pt x="3126" y="12078"/>
                </a:lnTo>
                <a:lnTo>
                  <a:pt x="3913" y="9684"/>
                </a:lnTo>
                <a:lnTo>
                  <a:pt x="4700" y="7279"/>
                </a:lnTo>
                <a:lnTo>
                  <a:pt x="5494" y="4867"/>
                </a:lnTo>
                <a:lnTo>
                  <a:pt x="6288" y="2441"/>
                </a:lnTo>
                <a:lnTo>
                  <a:pt x="7089" y="0"/>
                </a:lnTo>
                <a:close/>
              </a:path>
            </a:pathLst>
          </a:custGeom>
          <a:solidFill>
            <a:srgbClr val="ACBD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1" name="contour_18059"/>
          <p:cNvSpPr/>
          <p:nvPr/>
        </p:nvSpPr>
        <p:spPr>
          <a:xfrm>
            <a:off x="4448762" y="341806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2D0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2" name="contour_18060"/>
          <p:cNvSpPr/>
          <p:nvPr/>
        </p:nvSpPr>
        <p:spPr>
          <a:xfrm>
            <a:off x="4820449" y="342535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2" y="6404"/>
                </a:lnTo>
                <a:lnTo>
                  <a:pt x="16200" y="7425"/>
                </a:lnTo>
                <a:lnTo>
                  <a:pt x="13522" y="9099"/>
                </a:lnTo>
                <a:lnTo>
                  <a:pt x="10800" y="10800"/>
                </a:lnTo>
                <a:lnTo>
                  <a:pt x="10800" y="14369"/>
                </a:lnTo>
                <a:lnTo>
                  <a:pt x="10800" y="1796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DC7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3" name="contour_18061"/>
          <p:cNvSpPr/>
          <p:nvPr/>
        </p:nvSpPr>
        <p:spPr>
          <a:xfrm>
            <a:off x="9666599" y="3388916"/>
            <a:ext cx="29516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67" y="0"/>
                </a:moveTo>
                <a:lnTo>
                  <a:pt x="2907" y="1782"/>
                </a:lnTo>
                <a:lnTo>
                  <a:pt x="5552" y="3568"/>
                </a:lnTo>
                <a:lnTo>
                  <a:pt x="8197" y="5353"/>
                </a:lnTo>
                <a:lnTo>
                  <a:pt x="10853" y="7146"/>
                </a:lnTo>
                <a:lnTo>
                  <a:pt x="13520" y="8946"/>
                </a:lnTo>
                <a:lnTo>
                  <a:pt x="16197" y="10753"/>
                </a:lnTo>
                <a:lnTo>
                  <a:pt x="18891" y="12571"/>
                </a:lnTo>
                <a:lnTo>
                  <a:pt x="21600" y="14400"/>
                </a:lnTo>
                <a:lnTo>
                  <a:pt x="18960" y="16182"/>
                </a:lnTo>
                <a:lnTo>
                  <a:pt x="16304" y="17975"/>
                </a:lnTo>
                <a:lnTo>
                  <a:pt x="13637" y="19775"/>
                </a:lnTo>
                <a:lnTo>
                  <a:pt x="10933" y="21600"/>
                </a:lnTo>
                <a:lnTo>
                  <a:pt x="8283" y="19188"/>
                </a:lnTo>
                <a:lnTo>
                  <a:pt x="6000" y="16934"/>
                </a:lnTo>
                <a:lnTo>
                  <a:pt x="4091" y="14767"/>
                </a:lnTo>
                <a:lnTo>
                  <a:pt x="2544" y="12629"/>
                </a:lnTo>
                <a:lnTo>
                  <a:pt x="1360" y="10447"/>
                </a:lnTo>
                <a:lnTo>
                  <a:pt x="544" y="8161"/>
                </a:lnTo>
                <a:lnTo>
                  <a:pt x="91" y="5702"/>
                </a:lnTo>
                <a:lnTo>
                  <a:pt x="0" y="3002"/>
                </a:lnTo>
                <a:lnTo>
                  <a:pt x="267" y="0"/>
                </a:lnTo>
                <a:close/>
              </a:path>
            </a:pathLst>
          </a:custGeom>
          <a:solidFill>
            <a:srgbClr val="B1C4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4" name="contour_18062"/>
          <p:cNvSpPr/>
          <p:nvPr/>
        </p:nvSpPr>
        <p:spPr>
          <a:xfrm>
            <a:off x="7844966" y="340349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E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5" name="contour_18063"/>
          <p:cNvSpPr/>
          <p:nvPr/>
        </p:nvSpPr>
        <p:spPr>
          <a:xfrm>
            <a:off x="5133833" y="3403492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5973"/>
                </a:lnTo>
                <a:lnTo>
                  <a:pt x="0" y="11432"/>
                </a:lnTo>
                <a:lnTo>
                  <a:pt x="0" y="6829"/>
                </a:lnTo>
                <a:lnTo>
                  <a:pt x="2795" y="4944"/>
                </a:lnTo>
                <a:lnTo>
                  <a:pt x="5430" y="3421"/>
                </a:lnTo>
                <a:lnTo>
                  <a:pt x="7975" y="2233"/>
                </a:lnTo>
                <a:lnTo>
                  <a:pt x="10493" y="1332"/>
                </a:lnTo>
                <a:lnTo>
                  <a:pt x="13051" y="697"/>
                </a:lnTo>
                <a:lnTo>
                  <a:pt x="15708" y="287"/>
                </a:lnTo>
                <a:lnTo>
                  <a:pt x="18537" y="68"/>
                </a:lnTo>
                <a:lnTo>
                  <a:pt x="21600" y="0"/>
                </a:lnTo>
                <a:close/>
              </a:path>
            </a:pathLst>
          </a:custGeom>
          <a:solidFill>
            <a:srgbClr val="502C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6" name="contour_18064"/>
          <p:cNvSpPr/>
          <p:nvPr/>
        </p:nvSpPr>
        <p:spPr>
          <a:xfrm>
            <a:off x="5177561" y="338891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1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0C5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7" name="contour_18065"/>
          <p:cNvSpPr/>
          <p:nvPr/>
        </p:nvSpPr>
        <p:spPr>
          <a:xfrm>
            <a:off x="8725829" y="3374340"/>
            <a:ext cx="238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708" y="0"/>
                </a:moveTo>
                <a:lnTo>
                  <a:pt x="21303" y="2955"/>
                </a:lnTo>
                <a:lnTo>
                  <a:pt x="21600" y="5106"/>
                </a:lnTo>
                <a:lnTo>
                  <a:pt x="21600" y="7076"/>
                </a:lnTo>
                <a:lnTo>
                  <a:pt x="21303" y="9487"/>
                </a:lnTo>
                <a:lnTo>
                  <a:pt x="20708" y="12960"/>
                </a:lnTo>
                <a:lnTo>
                  <a:pt x="16487" y="15137"/>
                </a:lnTo>
                <a:lnTo>
                  <a:pt x="13370" y="16701"/>
                </a:lnTo>
                <a:lnTo>
                  <a:pt x="10800" y="17889"/>
                </a:lnTo>
                <a:lnTo>
                  <a:pt x="8230" y="18943"/>
                </a:lnTo>
                <a:lnTo>
                  <a:pt x="5113" y="20097"/>
                </a:lnTo>
                <a:lnTo>
                  <a:pt x="892" y="21600"/>
                </a:lnTo>
                <a:lnTo>
                  <a:pt x="297" y="18645"/>
                </a:lnTo>
                <a:lnTo>
                  <a:pt x="0" y="16494"/>
                </a:lnTo>
                <a:lnTo>
                  <a:pt x="0" y="14524"/>
                </a:lnTo>
                <a:lnTo>
                  <a:pt x="297" y="12113"/>
                </a:lnTo>
                <a:lnTo>
                  <a:pt x="892" y="8640"/>
                </a:lnTo>
                <a:lnTo>
                  <a:pt x="5113" y="6463"/>
                </a:lnTo>
                <a:lnTo>
                  <a:pt x="8230" y="4899"/>
                </a:lnTo>
                <a:lnTo>
                  <a:pt x="10800" y="3711"/>
                </a:lnTo>
                <a:lnTo>
                  <a:pt x="13370" y="2657"/>
                </a:lnTo>
                <a:lnTo>
                  <a:pt x="16487" y="1503"/>
                </a:lnTo>
                <a:lnTo>
                  <a:pt x="20708" y="0"/>
                </a:lnTo>
                <a:close/>
              </a:path>
            </a:pathLst>
          </a:custGeom>
          <a:solidFill>
            <a:srgbClr val="E5E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8" name="contour_18066"/>
          <p:cNvSpPr/>
          <p:nvPr/>
        </p:nvSpPr>
        <p:spPr>
          <a:xfrm>
            <a:off x="4157242" y="3388916"/>
            <a:ext cx="2289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75" y="0"/>
                </a:moveTo>
                <a:lnTo>
                  <a:pt x="10278" y="1071"/>
                </a:lnTo>
                <a:lnTo>
                  <a:pt x="13694" y="2143"/>
                </a:lnTo>
                <a:lnTo>
                  <a:pt x="17138" y="3227"/>
                </a:lnTo>
                <a:lnTo>
                  <a:pt x="20624" y="4320"/>
                </a:lnTo>
                <a:lnTo>
                  <a:pt x="21325" y="7232"/>
                </a:lnTo>
                <a:lnTo>
                  <a:pt x="21600" y="10079"/>
                </a:lnTo>
                <a:lnTo>
                  <a:pt x="21566" y="12900"/>
                </a:lnTo>
                <a:lnTo>
                  <a:pt x="21325" y="15733"/>
                </a:lnTo>
                <a:lnTo>
                  <a:pt x="20974" y="18619"/>
                </a:lnTo>
                <a:lnTo>
                  <a:pt x="20624" y="21600"/>
                </a:lnTo>
                <a:lnTo>
                  <a:pt x="16540" y="21600"/>
                </a:lnTo>
                <a:lnTo>
                  <a:pt x="12443" y="21600"/>
                </a:lnTo>
                <a:lnTo>
                  <a:pt x="8332" y="21600"/>
                </a:lnTo>
                <a:lnTo>
                  <a:pt x="4187" y="21600"/>
                </a:lnTo>
                <a:lnTo>
                  <a:pt x="0" y="21600"/>
                </a:lnTo>
                <a:lnTo>
                  <a:pt x="852" y="18926"/>
                </a:lnTo>
                <a:lnTo>
                  <a:pt x="1705" y="16252"/>
                </a:lnTo>
                <a:lnTo>
                  <a:pt x="2557" y="13569"/>
                </a:lnTo>
                <a:lnTo>
                  <a:pt x="3410" y="10882"/>
                </a:lnTo>
                <a:lnTo>
                  <a:pt x="4269" y="8182"/>
                </a:lnTo>
                <a:lnTo>
                  <a:pt x="5135" y="5469"/>
                </a:lnTo>
                <a:lnTo>
                  <a:pt x="6002" y="2743"/>
                </a:lnTo>
                <a:lnTo>
                  <a:pt x="6875" y="0"/>
                </a:lnTo>
                <a:close/>
              </a:path>
            </a:pathLst>
          </a:custGeom>
          <a:solidFill>
            <a:srgbClr val="B2BF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69" name="contour_18067"/>
          <p:cNvSpPr/>
          <p:nvPr/>
        </p:nvSpPr>
        <p:spPr>
          <a:xfrm>
            <a:off x="4222834" y="338891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015"/>
                </a:lnTo>
                <a:lnTo>
                  <a:pt x="12269" y="1804"/>
                </a:lnTo>
                <a:lnTo>
                  <a:pt x="14731" y="2624"/>
                </a:lnTo>
                <a:lnTo>
                  <a:pt x="17582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112" y="17642"/>
                </a:lnTo>
                <a:lnTo>
                  <a:pt x="14602" y="18743"/>
                </a:lnTo>
                <a:lnTo>
                  <a:pt x="11048" y="19597"/>
                </a:lnTo>
                <a:lnTo>
                  <a:pt x="7436" y="20299"/>
                </a:lnTo>
                <a:lnTo>
                  <a:pt x="3758" y="20936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B9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0" name="contour_18068"/>
          <p:cNvSpPr/>
          <p:nvPr/>
        </p:nvSpPr>
        <p:spPr>
          <a:xfrm>
            <a:off x="4747569" y="335976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822" y="2522"/>
                </a:lnTo>
                <a:lnTo>
                  <a:pt x="12277" y="4455"/>
                </a:lnTo>
                <a:lnTo>
                  <a:pt x="13673" y="6777"/>
                </a:lnTo>
                <a:lnTo>
                  <a:pt x="15660" y="10465"/>
                </a:lnTo>
                <a:lnTo>
                  <a:pt x="16507" y="12010"/>
                </a:lnTo>
                <a:lnTo>
                  <a:pt x="19068" y="16686"/>
                </a:lnTo>
                <a:lnTo>
                  <a:pt x="20326" y="19127"/>
                </a:lnTo>
                <a:lnTo>
                  <a:pt x="21600" y="21600"/>
                </a:lnTo>
                <a:lnTo>
                  <a:pt x="18896" y="21130"/>
                </a:lnTo>
                <a:lnTo>
                  <a:pt x="16196" y="20628"/>
                </a:lnTo>
                <a:lnTo>
                  <a:pt x="13496" y="20110"/>
                </a:lnTo>
                <a:lnTo>
                  <a:pt x="10800" y="19575"/>
                </a:lnTo>
                <a:lnTo>
                  <a:pt x="9288" y="19289"/>
                </a:lnTo>
                <a:lnTo>
                  <a:pt x="4726" y="18436"/>
                </a:lnTo>
                <a:lnTo>
                  <a:pt x="2380" y="17329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316" y="3051"/>
                </a:lnTo>
                <a:lnTo>
                  <a:pt x="3987" y="1701"/>
                </a:lnTo>
                <a:lnTo>
                  <a:pt x="5828" y="859"/>
                </a:lnTo>
                <a:lnTo>
                  <a:pt x="8640" y="0"/>
                </a:lnTo>
                <a:close/>
              </a:path>
            </a:pathLst>
          </a:custGeom>
          <a:solidFill>
            <a:srgbClr val="BCC8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1" name="contour_18069"/>
          <p:cNvSpPr/>
          <p:nvPr/>
        </p:nvSpPr>
        <p:spPr>
          <a:xfrm>
            <a:off x="7254638" y="3322340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0072" y="3662"/>
                </a:lnTo>
                <a:lnTo>
                  <a:pt x="18544" y="6618"/>
                </a:lnTo>
                <a:lnTo>
                  <a:pt x="17010" y="9585"/>
                </a:lnTo>
                <a:lnTo>
                  <a:pt x="15471" y="12563"/>
                </a:lnTo>
                <a:lnTo>
                  <a:pt x="13921" y="15556"/>
                </a:lnTo>
                <a:lnTo>
                  <a:pt x="12366" y="18565"/>
                </a:lnTo>
                <a:lnTo>
                  <a:pt x="10800" y="21600"/>
                </a:lnTo>
                <a:lnTo>
                  <a:pt x="8127" y="20305"/>
                </a:lnTo>
                <a:lnTo>
                  <a:pt x="5443" y="19009"/>
                </a:lnTo>
                <a:lnTo>
                  <a:pt x="2738" y="17698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CBB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2" name="contour_18070"/>
          <p:cNvSpPr/>
          <p:nvPr/>
        </p:nvSpPr>
        <p:spPr>
          <a:xfrm>
            <a:off x="9913574" y="3257732"/>
            <a:ext cx="230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7" y="0"/>
                </a:moveTo>
                <a:lnTo>
                  <a:pt x="4932" y="1634"/>
                </a:lnTo>
                <a:lnTo>
                  <a:pt x="8614" y="3290"/>
                </a:lnTo>
                <a:lnTo>
                  <a:pt x="12132" y="5004"/>
                </a:lnTo>
                <a:lnTo>
                  <a:pt x="15486" y="6804"/>
                </a:lnTo>
                <a:lnTo>
                  <a:pt x="18642" y="8723"/>
                </a:lnTo>
                <a:lnTo>
                  <a:pt x="21600" y="10800"/>
                </a:lnTo>
                <a:lnTo>
                  <a:pt x="20521" y="13802"/>
                </a:lnTo>
                <a:lnTo>
                  <a:pt x="19626" y="15865"/>
                </a:lnTo>
                <a:lnTo>
                  <a:pt x="18587" y="17507"/>
                </a:lnTo>
                <a:lnTo>
                  <a:pt x="17078" y="19246"/>
                </a:lnTo>
                <a:lnTo>
                  <a:pt x="14769" y="21600"/>
                </a:lnTo>
                <a:lnTo>
                  <a:pt x="10745" y="20855"/>
                </a:lnTo>
                <a:lnTo>
                  <a:pt x="7979" y="20232"/>
                </a:lnTo>
                <a:lnTo>
                  <a:pt x="5192" y="19393"/>
                </a:lnTo>
                <a:lnTo>
                  <a:pt x="1107" y="18000"/>
                </a:lnTo>
                <a:lnTo>
                  <a:pt x="342" y="15444"/>
                </a:lnTo>
                <a:lnTo>
                  <a:pt x="0" y="13630"/>
                </a:lnTo>
                <a:lnTo>
                  <a:pt x="0" y="11696"/>
                </a:lnTo>
                <a:lnTo>
                  <a:pt x="253" y="8777"/>
                </a:lnTo>
                <a:lnTo>
                  <a:pt x="437" y="6311"/>
                </a:lnTo>
                <a:lnTo>
                  <a:pt x="628" y="3812"/>
                </a:lnTo>
                <a:lnTo>
                  <a:pt x="868" y="1919"/>
                </a:lnTo>
                <a:lnTo>
                  <a:pt x="1107" y="0"/>
                </a:lnTo>
                <a:close/>
              </a:path>
            </a:pathLst>
          </a:custGeom>
          <a:solidFill>
            <a:srgbClr val="D1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3" name="contour_18071"/>
          <p:cNvSpPr/>
          <p:nvPr/>
        </p:nvSpPr>
        <p:spPr>
          <a:xfrm>
            <a:off x="5432640" y="3265982"/>
            <a:ext cx="36440" cy="21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306"/>
                </a:moveTo>
                <a:lnTo>
                  <a:pt x="20926" y="10622"/>
                </a:lnTo>
                <a:lnTo>
                  <a:pt x="20252" y="13572"/>
                </a:lnTo>
                <a:lnTo>
                  <a:pt x="19172" y="16521"/>
                </a:lnTo>
                <a:lnTo>
                  <a:pt x="17280" y="20837"/>
                </a:lnTo>
                <a:lnTo>
                  <a:pt x="14360" y="21368"/>
                </a:lnTo>
                <a:lnTo>
                  <a:pt x="11504" y="21600"/>
                </a:lnTo>
                <a:lnTo>
                  <a:pt x="8675" y="21600"/>
                </a:lnTo>
                <a:lnTo>
                  <a:pt x="5841" y="21433"/>
                </a:lnTo>
                <a:lnTo>
                  <a:pt x="2964" y="21164"/>
                </a:lnTo>
                <a:lnTo>
                  <a:pt x="0" y="20837"/>
                </a:lnTo>
                <a:lnTo>
                  <a:pt x="0" y="16035"/>
                </a:lnTo>
                <a:lnTo>
                  <a:pt x="0" y="11203"/>
                </a:lnTo>
                <a:lnTo>
                  <a:pt x="0" y="6306"/>
                </a:lnTo>
                <a:lnTo>
                  <a:pt x="3115" y="2645"/>
                </a:lnTo>
                <a:lnTo>
                  <a:pt x="6087" y="625"/>
                </a:lnTo>
                <a:lnTo>
                  <a:pt x="8994" y="0"/>
                </a:lnTo>
                <a:lnTo>
                  <a:pt x="11919" y="509"/>
                </a:lnTo>
                <a:lnTo>
                  <a:pt x="14943" y="1904"/>
                </a:lnTo>
                <a:lnTo>
                  <a:pt x="18140" y="3916"/>
                </a:lnTo>
                <a:lnTo>
                  <a:pt x="21600" y="6306"/>
                </a:lnTo>
                <a:close/>
              </a:path>
            </a:pathLst>
          </a:custGeom>
          <a:solidFill>
            <a:srgbClr val="DF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4" name="contour_18072"/>
          <p:cNvSpPr/>
          <p:nvPr/>
        </p:nvSpPr>
        <p:spPr>
          <a:xfrm>
            <a:off x="4011482" y="3272308"/>
            <a:ext cx="36440" cy="3059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822" y="2403"/>
                </a:lnTo>
                <a:lnTo>
                  <a:pt x="12277" y="4245"/>
                </a:lnTo>
                <a:lnTo>
                  <a:pt x="13673" y="6457"/>
                </a:lnTo>
                <a:lnTo>
                  <a:pt x="15660" y="9972"/>
                </a:lnTo>
                <a:lnTo>
                  <a:pt x="16507" y="11443"/>
                </a:lnTo>
                <a:lnTo>
                  <a:pt x="19068" y="15899"/>
                </a:lnTo>
                <a:lnTo>
                  <a:pt x="20326" y="18225"/>
                </a:lnTo>
                <a:lnTo>
                  <a:pt x="21600" y="20581"/>
                </a:lnTo>
                <a:lnTo>
                  <a:pt x="16606" y="21147"/>
                </a:lnTo>
                <a:lnTo>
                  <a:pt x="13094" y="21487"/>
                </a:lnTo>
                <a:lnTo>
                  <a:pt x="10593" y="21600"/>
                </a:lnTo>
                <a:lnTo>
                  <a:pt x="8614" y="21487"/>
                </a:lnTo>
                <a:lnTo>
                  <a:pt x="6683" y="21147"/>
                </a:lnTo>
                <a:lnTo>
                  <a:pt x="4320" y="20581"/>
                </a:lnTo>
                <a:lnTo>
                  <a:pt x="2730" y="16753"/>
                </a:lnTo>
                <a:lnTo>
                  <a:pt x="1711" y="14036"/>
                </a:lnTo>
                <a:lnTo>
                  <a:pt x="1054" y="11690"/>
                </a:lnTo>
                <a:lnTo>
                  <a:pt x="553" y="8973"/>
                </a:lnTo>
                <a:lnTo>
                  <a:pt x="0" y="5145"/>
                </a:lnTo>
                <a:lnTo>
                  <a:pt x="2316" y="3267"/>
                </a:lnTo>
                <a:lnTo>
                  <a:pt x="3987" y="2104"/>
                </a:lnTo>
                <a:lnTo>
                  <a:pt x="5828" y="1178"/>
                </a:lnTo>
                <a:lnTo>
                  <a:pt x="8640" y="0"/>
                </a:lnTo>
                <a:close/>
              </a:path>
            </a:pathLst>
          </a:custGeom>
          <a:solidFill>
            <a:srgbClr val="A793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5" name="contour_18073"/>
          <p:cNvSpPr/>
          <p:nvPr/>
        </p:nvSpPr>
        <p:spPr>
          <a:xfrm>
            <a:off x="8100045" y="325773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88" y="1503"/>
                </a:lnTo>
                <a:lnTo>
                  <a:pt x="8294" y="2657"/>
                </a:lnTo>
                <a:lnTo>
                  <a:pt x="11131" y="3711"/>
                </a:lnTo>
                <a:lnTo>
                  <a:pt x="13896" y="4899"/>
                </a:lnTo>
                <a:lnTo>
                  <a:pt x="17186" y="6463"/>
                </a:lnTo>
                <a:lnTo>
                  <a:pt x="21600" y="8640"/>
                </a:lnTo>
                <a:lnTo>
                  <a:pt x="20894" y="12113"/>
                </a:lnTo>
                <a:lnTo>
                  <a:pt x="20167" y="14524"/>
                </a:lnTo>
                <a:lnTo>
                  <a:pt x="19073" y="16494"/>
                </a:lnTo>
                <a:lnTo>
                  <a:pt x="17266" y="18645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C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6" name="contour_18074"/>
          <p:cNvSpPr/>
          <p:nvPr/>
        </p:nvSpPr>
        <p:spPr>
          <a:xfrm>
            <a:off x="7290364" y="3250444"/>
            <a:ext cx="22578" cy="583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306" y="1912"/>
                </a:lnTo>
                <a:lnTo>
                  <a:pt x="15506" y="3297"/>
                </a:lnTo>
                <a:lnTo>
                  <a:pt x="17647" y="4385"/>
                </a:lnTo>
                <a:lnTo>
                  <a:pt x="19125" y="5397"/>
                </a:lnTo>
                <a:lnTo>
                  <a:pt x="20310" y="6561"/>
                </a:lnTo>
                <a:lnTo>
                  <a:pt x="21600" y="8100"/>
                </a:lnTo>
                <a:lnTo>
                  <a:pt x="20512" y="9906"/>
                </a:lnTo>
                <a:lnTo>
                  <a:pt x="19243" y="11669"/>
                </a:lnTo>
                <a:lnTo>
                  <a:pt x="17793" y="13395"/>
                </a:lnTo>
                <a:lnTo>
                  <a:pt x="16155" y="15085"/>
                </a:lnTo>
                <a:lnTo>
                  <a:pt x="14321" y="16745"/>
                </a:lnTo>
                <a:lnTo>
                  <a:pt x="12299" y="18382"/>
                </a:lnTo>
                <a:lnTo>
                  <a:pt x="10075" y="19999"/>
                </a:lnTo>
                <a:lnTo>
                  <a:pt x="7656" y="21600"/>
                </a:lnTo>
                <a:lnTo>
                  <a:pt x="4197" y="21600"/>
                </a:lnTo>
                <a:lnTo>
                  <a:pt x="683" y="21600"/>
                </a:lnTo>
                <a:lnTo>
                  <a:pt x="579" y="20048"/>
                </a:lnTo>
                <a:lnTo>
                  <a:pt x="481" y="18495"/>
                </a:lnTo>
                <a:lnTo>
                  <a:pt x="397" y="16942"/>
                </a:lnTo>
                <a:lnTo>
                  <a:pt x="321" y="15390"/>
                </a:lnTo>
                <a:lnTo>
                  <a:pt x="251" y="13838"/>
                </a:lnTo>
                <a:lnTo>
                  <a:pt x="167" y="12396"/>
                </a:lnTo>
                <a:lnTo>
                  <a:pt x="84" y="10943"/>
                </a:lnTo>
                <a:lnTo>
                  <a:pt x="0" y="9472"/>
                </a:lnTo>
                <a:lnTo>
                  <a:pt x="432" y="7625"/>
                </a:lnTo>
                <a:lnTo>
                  <a:pt x="1102" y="5994"/>
                </a:lnTo>
                <a:lnTo>
                  <a:pt x="2085" y="4501"/>
                </a:lnTo>
                <a:lnTo>
                  <a:pt x="3458" y="3059"/>
                </a:lnTo>
                <a:lnTo>
                  <a:pt x="5285" y="1588"/>
                </a:lnTo>
                <a:lnTo>
                  <a:pt x="7656" y="0"/>
                </a:lnTo>
                <a:close/>
              </a:path>
            </a:pathLst>
          </a:custGeom>
          <a:solidFill>
            <a:srgbClr val="6872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7" name="contour_18075"/>
          <p:cNvSpPr/>
          <p:nvPr/>
        </p:nvSpPr>
        <p:spPr>
          <a:xfrm>
            <a:off x="7152606" y="327230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96" y="634"/>
                </a:lnTo>
                <a:lnTo>
                  <a:pt x="10212" y="1555"/>
                </a:lnTo>
                <a:lnTo>
                  <a:pt x="13081" y="2722"/>
                </a:lnTo>
                <a:lnTo>
                  <a:pt x="15924" y="4090"/>
                </a:lnTo>
                <a:lnTo>
                  <a:pt x="18757" y="5594"/>
                </a:lnTo>
                <a:lnTo>
                  <a:pt x="21600" y="7200"/>
                </a:lnTo>
                <a:lnTo>
                  <a:pt x="20926" y="11729"/>
                </a:lnTo>
                <a:lnTo>
                  <a:pt x="20252" y="14731"/>
                </a:lnTo>
                <a:lnTo>
                  <a:pt x="19172" y="17575"/>
                </a:lnTo>
                <a:lnTo>
                  <a:pt x="17280" y="21600"/>
                </a:lnTo>
                <a:lnTo>
                  <a:pt x="14304" y="20966"/>
                </a:lnTo>
                <a:lnTo>
                  <a:pt x="11388" y="20045"/>
                </a:lnTo>
                <a:lnTo>
                  <a:pt x="8519" y="18878"/>
                </a:lnTo>
                <a:lnTo>
                  <a:pt x="5676" y="17510"/>
                </a:lnTo>
                <a:lnTo>
                  <a:pt x="2843" y="16006"/>
                </a:lnTo>
                <a:lnTo>
                  <a:pt x="0" y="14400"/>
                </a:lnTo>
                <a:lnTo>
                  <a:pt x="674" y="9871"/>
                </a:lnTo>
                <a:lnTo>
                  <a:pt x="1348" y="6869"/>
                </a:lnTo>
                <a:lnTo>
                  <a:pt x="2428" y="4025"/>
                </a:lnTo>
                <a:lnTo>
                  <a:pt x="4320" y="0"/>
                </a:lnTo>
                <a:close/>
              </a:path>
            </a:pathLst>
          </a:custGeom>
          <a:solidFill>
            <a:srgbClr val="C4C8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8" name="contour_18076"/>
          <p:cNvSpPr/>
          <p:nvPr/>
        </p:nvSpPr>
        <p:spPr>
          <a:xfrm>
            <a:off x="5250441" y="3265538"/>
            <a:ext cx="58304" cy="2134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851"/>
                </a:moveTo>
                <a:lnTo>
                  <a:pt x="21600" y="11726"/>
                </a:lnTo>
                <a:lnTo>
                  <a:pt x="21600" y="16630"/>
                </a:lnTo>
                <a:lnTo>
                  <a:pt x="21600" y="21600"/>
                </a:lnTo>
                <a:lnTo>
                  <a:pt x="19818" y="20988"/>
                </a:lnTo>
                <a:lnTo>
                  <a:pt x="18036" y="20383"/>
                </a:lnTo>
                <a:lnTo>
                  <a:pt x="16251" y="19771"/>
                </a:lnTo>
                <a:lnTo>
                  <a:pt x="14464" y="19166"/>
                </a:lnTo>
                <a:lnTo>
                  <a:pt x="12674" y="18554"/>
                </a:lnTo>
                <a:lnTo>
                  <a:pt x="10881" y="17942"/>
                </a:lnTo>
                <a:lnTo>
                  <a:pt x="9083" y="17330"/>
                </a:lnTo>
                <a:lnTo>
                  <a:pt x="7279" y="16711"/>
                </a:lnTo>
                <a:lnTo>
                  <a:pt x="5470" y="16091"/>
                </a:lnTo>
                <a:lnTo>
                  <a:pt x="3656" y="15472"/>
                </a:lnTo>
                <a:lnTo>
                  <a:pt x="1831" y="14852"/>
                </a:lnTo>
                <a:lnTo>
                  <a:pt x="0" y="14225"/>
                </a:lnTo>
                <a:lnTo>
                  <a:pt x="0" y="10568"/>
                </a:lnTo>
                <a:lnTo>
                  <a:pt x="0" y="6851"/>
                </a:lnTo>
                <a:lnTo>
                  <a:pt x="1550" y="5995"/>
                </a:lnTo>
                <a:lnTo>
                  <a:pt x="3102" y="5155"/>
                </a:lnTo>
                <a:lnTo>
                  <a:pt x="4655" y="4329"/>
                </a:lnTo>
                <a:lnTo>
                  <a:pt x="6207" y="3510"/>
                </a:lnTo>
                <a:lnTo>
                  <a:pt x="7762" y="2706"/>
                </a:lnTo>
                <a:lnTo>
                  <a:pt x="9204" y="1932"/>
                </a:lnTo>
                <a:lnTo>
                  <a:pt x="10657" y="1158"/>
                </a:lnTo>
                <a:lnTo>
                  <a:pt x="12128" y="369"/>
                </a:lnTo>
                <a:lnTo>
                  <a:pt x="14081" y="15"/>
                </a:lnTo>
                <a:lnTo>
                  <a:pt x="15741" y="0"/>
                </a:lnTo>
                <a:lnTo>
                  <a:pt x="17218" y="501"/>
                </a:lnTo>
                <a:lnTo>
                  <a:pt x="18616" y="1696"/>
                </a:lnTo>
                <a:lnTo>
                  <a:pt x="20042" y="3754"/>
                </a:lnTo>
                <a:lnTo>
                  <a:pt x="21600" y="6851"/>
                </a:lnTo>
                <a:close/>
              </a:path>
            </a:pathLst>
          </a:custGeom>
          <a:solidFill>
            <a:srgbClr val="E5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79" name="contour_18077"/>
          <p:cNvSpPr/>
          <p:nvPr/>
        </p:nvSpPr>
        <p:spPr>
          <a:xfrm>
            <a:off x="1927116" y="324946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D9C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0" name="contour_18078"/>
          <p:cNvSpPr/>
          <p:nvPr/>
        </p:nvSpPr>
        <p:spPr>
          <a:xfrm>
            <a:off x="9724611" y="3243841"/>
            <a:ext cx="29808" cy="2945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9" y="1839"/>
                </a:moveTo>
                <a:lnTo>
                  <a:pt x="18125" y="2582"/>
                </a:lnTo>
                <a:lnTo>
                  <a:pt x="21600" y="4843"/>
                </a:lnTo>
                <a:lnTo>
                  <a:pt x="20766" y="8814"/>
                </a:lnTo>
                <a:lnTo>
                  <a:pt x="20074" y="11642"/>
                </a:lnTo>
                <a:lnTo>
                  <a:pt x="19271" y="14079"/>
                </a:lnTo>
                <a:lnTo>
                  <a:pt x="18104" y="16896"/>
                </a:lnTo>
                <a:lnTo>
                  <a:pt x="16319" y="20878"/>
                </a:lnTo>
                <a:lnTo>
                  <a:pt x="12231" y="21359"/>
                </a:lnTo>
                <a:lnTo>
                  <a:pt x="9364" y="21600"/>
                </a:lnTo>
                <a:lnTo>
                  <a:pt x="6955" y="21600"/>
                </a:lnTo>
                <a:lnTo>
                  <a:pt x="4246" y="21359"/>
                </a:lnTo>
                <a:lnTo>
                  <a:pt x="475" y="20878"/>
                </a:lnTo>
                <a:lnTo>
                  <a:pt x="158" y="17062"/>
                </a:lnTo>
                <a:lnTo>
                  <a:pt x="0" y="14320"/>
                </a:lnTo>
                <a:lnTo>
                  <a:pt x="0" y="11882"/>
                </a:lnTo>
                <a:lnTo>
                  <a:pt x="158" y="8980"/>
                </a:lnTo>
                <a:lnTo>
                  <a:pt x="475" y="4843"/>
                </a:lnTo>
                <a:lnTo>
                  <a:pt x="3866" y="2138"/>
                </a:lnTo>
                <a:lnTo>
                  <a:pt x="6765" y="540"/>
                </a:lnTo>
                <a:lnTo>
                  <a:pt x="9628" y="0"/>
                </a:lnTo>
                <a:lnTo>
                  <a:pt x="12881" y="449"/>
                </a:lnTo>
                <a:lnTo>
                  <a:pt x="16979" y="1839"/>
                </a:lnTo>
                <a:close/>
              </a:path>
            </a:pathLst>
          </a:custGeom>
          <a:solidFill>
            <a:srgbClr val="B1C8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1" name="contour_18079"/>
          <p:cNvSpPr/>
          <p:nvPr/>
        </p:nvSpPr>
        <p:spPr>
          <a:xfrm>
            <a:off x="9681539" y="325044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3BB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2" name="contour_18080"/>
          <p:cNvSpPr/>
          <p:nvPr/>
        </p:nvSpPr>
        <p:spPr>
          <a:xfrm>
            <a:off x="2371684" y="325044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69"/>
                </a:lnTo>
                <a:lnTo>
                  <a:pt x="13781" y="2144"/>
                </a:lnTo>
                <a:lnTo>
                  <a:pt x="16364" y="3218"/>
                </a:lnTo>
                <a:lnTo>
                  <a:pt x="18969" y="4304"/>
                </a:lnTo>
                <a:lnTo>
                  <a:pt x="21600" y="5400"/>
                </a:lnTo>
                <a:lnTo>
                  <a:pt x="19639" y="8122"/>
                </a:lnTo>
                <a:lnTo>
                  <a:pt x="17656" y="10822"/>
                </a:lnTo>
                <a:lnTo>
                  <a:pt x="15660" y="13500"/>
                </a:lnTo>
                <a:lnTo>
                  <a:pt x="14826" y="14634"/>
                </a:lnTo>
                <a:lnTo>
                  <a:pt x="12321" y="18058"/>
                </a:lnTo>
                <a:lnTo>
                  <a:pt x="10454" y="19786"/>
                </a:lnTo>
                <a:lnTo>
                  <a:pt x="8882" y="20833"/>
                </a:lnTo>
                <a:lnTo>
                  <a:pt x="7011" y="21373"/>
                </a:lnTo>
                <a:lnTo>
                  <a:pt x="4247" y="21573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7B14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3" name="contour_18081"/>
          <p:cNvSpPr/>
          <p:nvPr/>
        </p:nvSpPr>
        <p:spPr>
          <a:xfrm>
            <a:off x="8712237" y="323586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8CA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4" name="contour_18082"/>
          <p:cNvSpPr/>
          <p:nvPr/>
        </p:nvSpPr>
        <p:spPr>
          <a:xfrm>
            <a:off x="8486309" y="3220031"/>
            <a:ext cx="51016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1178"/>
                </a:moveTo>
                <a:lnTo>
                  <a:pt x="5153" y="626"/>
                </a:lnTo>
                <a:lnTo>
                  <a:pt x="7211" y="259"/>
                </a:lnTo>
                <a:lnTo>
                  <a:pt x="9263" y="54"/>
                </a:lnTo>
                <a:lnTo>
                  <a:pt x="11309" y="0"/>
                </a:lnTo>
                <a:lnTo>
                  <a:pt x="13358" y="68"/>
                </a:lnTo>
                <a:lnTo>
                  <a:pt x="15407" y="238"/>
                </a:lnTo>
                <a:lnTo>
                  <a:pt x="17462" y="497"/>
                </a:lnTo>
                <a:lnTo>
                  <a:pt x="19523" y="817"/>
                </a:lnTo>
                <a:lnTo>
                  <a:pt x="21600" y="1178"/>
                </a:lnTo>
                <a:lnTo>
                  <a:pt x="19678" y="3376"/>
                </a:lnTo>
                <a:lnTo>
                  <a:pt x="17758" y="5521"/>
                </a:lnTo>
                <a:lnTo>
                  <a:pt x="15842" y="7611"/>
                </a:lnTo>
                <a:lnTo>
                  <a:pt x="13923" y="9639"/>
                </a:lnTo>
                <a:lnTo>
                  <a:pt x="11994" y="11593"/>
                </a:lnTo>
                <a:lnTo>
                  <a:pt x="10053" y="13472"/>
                </a:lnTo>
                <a:lnTo>
                  <a:pt x="8097" y="15276"/>
                </a:lnTo>
                <a:lnTo>
                  <a:pt x="6116" y="16998"/>
                </a:lnTo>
                <a:lnTo>
                  <a:pt x="4110" y="18625"/>
                </a:lnTo>
                <a:lnTo>
                  <a:pt x="2074" y="20164"/>
                </a:lnTo>
                <a:lnTo>
                  <a:pt x="0" y="21600"/>
                </a:lnTo>
                <a:lnTo>
                  <a:pt x="210" y="16535"/>
                </a:lnTo>
                <a:lnTo>
                  <a:pt x="475" y="12941"/>
                </a:lnTo>
                <a:lnTo>
                  <a:pt x="944" y="9837"/>
                </a:lnTo>
                <a:lnTo>
                  <a:pt x="1765" y="6242"/>
                </a:lnTo>
                <a:lnTo>
                  <a:pt x="3086" y="1178"/>
                </a:lnTo>
                <a:close/>
              </a:path>
            </a:pathLst>
          </a:custGeom>
          <a:solidFill>
            <a:srgbClr val="585E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5" name="contour_18083"/>
          <p:cNvSpPr/>
          <p:nvPr/>
        </p:nvSpPr>
        <p:spPr>
          <a:xfrm>
            <a:off x="8260381" y="322129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C9D7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6" name="contour_18084"/>
          <p:cNvSpPr/>
          <p:nvPr/>
        </p:nvSpPr>
        <p:spPr>
          <a:xfrm>
            <a:off x="5789752" y="3227596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96AA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7" name="contour_18085"/>
          <p:cNvSpPr/>
          <p:nvPr/>
        </p:nvSpPr>
        <p:spPr>
          <a:xfrm>
            <a:off x="4929769" y="321400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5" y="3927"/>
                </a:lnTo>
                <a:lnTo>
                  <a:pt x="12053" y="6666"/>
                </a:lnTo>
                <a:lnTo>
                  <a:pt x="15358" y="8580"/>
                </a:lnTo>
                <a:lnTo>
                  <a:pt x="17654" y="10027"/>
                </a:lnTo>
                <a:lnTo>
                  <a:pt x="19534" y="1136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6DC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8" name="contour_18086"/>
          <p:cNvSpPr/>
          <p:nvPr/>
        </p:nvSpPr>
        <p:spPr>
          <a:xfrm>
            <a:off x="5199425" y="321400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31E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89" name="contour_18087"/>
          <p:cNvSpPr/>
          <p:nvPr/>
        </p:nvSpPr>
        <p:spPr>
          <a:xfrm>
            <a:off x="4368594" y="3199428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472" y="2445"/>
                </a:lnTo>
                <a:lnTo>
                  <a:pt x="12308" y="4890"/>
                </a:lnTo>
                <a:lnTo>
                  <a:pt x="14148" y="7344"/>
                </a:lnTo>
                <a:lnTo>
                  <a:pt x="15997" y="9806"/>
                </a:lnTo>
                <a:lnTo>
                  <a:pt x="17850" y="12282"/>
                </a:lnTo>
                <a:lnTo>
                  <a:pt x="19721" y="14770"/>
                </a:lnTo>
                <a:lnTo>
                  <a:pt x="21600" y="17280"/>
                </a:lnTo>
                <a:lnTo>
                  <a:pt x="18645" y="18611"/>
                </a:lnTo>
                <a:lnTo>
                  <a:pt x="16494" y="19500"/>
                </a:lnTo>
                <a:lnTo>
                  <a:pt x="14524" y="20157"/>
                </a:lnTo>
                <a:lnTo>
                  <a:pt x="12113" y="20788"/>
                </a:lnTo>
                <a:lnTo>
                  <a:pt x="8640" y="21600"/>
                </a:lnTo>
                <a:lnTo>
                  <a:pt x="5620" y="19185"/>
                </a:lnTo>
                <a:lnTo>
                  <a:pt x="3711" y="17479"/>
                </a:lnTo>
                <a:lnTo>
                  <a:pt x="2108" y="15677"/>
                </a:lnTo>
                <a:lnTo>
                  <a:pt x="0" y="12960"/>
                </a:lnTo>
                <a:lnTo>
                  <a:pt x="2856" y="12960"/>
                </a:lnTo>
                <a:lnTo>
                  <a:pt x="5728" y="12960"/>
                </a:lnTo>
                <a:lnTo>
                  <a:pt x="8640" y="12960"/>
                </a:lnTo>
                <a:lnTo>
                  <a:pt x="8640" y="10394"/>
                </a:lnTo>
                <a:lnTo>
                  <a:pt x="8640" y="7819"/>
                </a:lnTo>
                <a:lnTo>
                  <a:pt x="8640" y="5236"/>
                </a:lnTo>
                <a:lnTo>
                  <a:pt x="8640" y="2631"/>
                </a:lnTo>
                <a:lnTo>
                  <a:pt x="8640" y="0"/>
                </a:lnTo>
                <a:close/>
              </a:path>
            </a:pathLst>
          </a:custGeom>
          <a:solidFill>
            <a:srgbClr val="454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0" name="contour_18088"/>
          <p:cNvSpPr/>
          <p:nvPr/>
        </p:nvSpPr>
        <p:spPr>
          <a:xfrm>
            <a:off x="8420717" y="319214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851" y="2020"/>
                </a:lnTo>
                <a:lnTo>
                  <a:pt x="11399" y="3548"/>
                </a:lnTo>
                <a:lnTo>
                  <a:pt x="13500" y="4892"/>
                </a:lnTo>
                <a:lnTo>
                  <a:pt x="15601" y="6350"/>
                </a:lnTo>
                <a:lnTo>
                  <a:pt x="1814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B2BE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1" name="contour_18089"/>
          <p:cNvSpPr/>
          <p:nvPr/>
        </p:nvSpPr>
        <p:spPr>
          <a:xfrm>
            <a:off x="7282806" y="3206716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023" y="0"/>
                </a:lnTo>
                <a:lnTo>
                  <a:pt x="9129" y="0"/>
                </a:lnTo>
                <a:lnTo>
                  <a:pt x="13249" y="0"/>
                </a:lnTo>
                <a:lnTo>
                  <a:pt x="1740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D1D9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2" name="contour_18090"/>
          <p:cNvSpPr/>
          <p:nvPr/>
        </p:nvSpPr>
        <p:spPr>
          <a:xfrm>
            <a:off x="4339442" y="319942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436" y="20268"/>
                </a:lnTo>
                <a:lnTo>
                  <a:pt x="17276" y="18922"/>
                </a:lnTo>
                <a:lnTo>
                  <a:pt x="15116" y="17575"/>
                </a:lnTo>
                <a:lnTo>
                  <a:pt x="12956" y="16214"/>
                </a:lnTo>
                <a:lnTo>
                  <a:pt x="10800" y="14846"/>
                </a:lnTo>
                <a:lnTo>
                  <a:pt x="9907" y="14285"/>
                </a:lnTo>
                <a:lnTo>
                  <a:pt x="8334" y="13306"/>
                </a:lnTo>
                <a:lnTo>
                  <a:pt x="4723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CED5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3" name="contour_18091"/>
          <p:cNvSpPr/>
          <p:nvPr/>
        </p:nvSpPr>
        <p:spPr>
          <a:xfrm>
            <a:off x="10789314" y="318485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066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4" name="contour_18092"/>
          <p:cNvSpPr/>
          <p:nvPr/>
        </p:nvSpPr>
        <p:spPr>
          <a:xfrm>
            <a:off x="5775176" y="318485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551" y="15170"/>
                </a:lnTo>
                <a:lnTo>
                  <a:pt x="6398" y="10166"/>
                </a:lnTo>
                <a:lnTo>
                  <a:pt x="8722" y="6401"/>
                </a:lnTo>
                <a:lnTo>
                  <a:pt x="10696" y="3701"/>
                </a:lnTo>
                <a:lnTo>
                  <a:pt x="12502" y="1894"/>
                </a:lnTo>
                <a:lnTo>
                  <a:pt x="14321" y="799"/>
                </a:lnTo>
                <a:lnTo>
                  <a:pt x="16321" y="238"/>
                </a:lnTo>
                <a:lnTo>
                  <a:pt x="18688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8897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5" name="contour_18093"/>
          <p:cNvSpPr/>
          <p:nvPr/>
        </p:nvSpPr>
        <p:spPr>
          <a:xfrm>
            <a:off x="10497794" y="3141124"/>
            <a:ext cx="29152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84" y="1645"/>
                </a:lnTo>
                <a:lnTo>
                  <a:pt x="10676" y="3296"/>
                </a:lnTo>
                <a:lnTo>
                  <a:pt x="13154" y="4971"/>
                </a:lnTo>
                <a:lnTo>
                  <a:pt x="15503" y="6693"/>
                </a:lnTo>
                <a:lnTo>
                  <a:pt x="17707" y="8483"/>
                </a:lnTo>
                <a:lnTo>
                  <a:pt x="19742" y="10359"/>
                </a:lnTo>
                <a:lnTo>
                  <a:pt x="21600" y="12343"/>
                </a:lnTo>
                <a:lnTo>
                  <a:pt x="19721" y="14636"/>
                </a:lnTo>
                <a:lnTo>
                  <a:pt x="18279" y="16286"/>
                </a:lnTo>
                <a:lnTo>
                  <a:pt x="16961" y="17552"/>
                </a:lnTo>
                <a:lnTo>
                  <a:pt x="15476" y="18687"/>
                </a:lnTo>
                <a:lnTo>
                  <a:pt x="13522" y="19949"/>
                </a:lnTo>
                <a:lnTo>
                  <a:pt x="10800" y="21600"/>
                </a:lnTo>
                <a:lnTo>
                  <a:pt x="9634" y="19792"/>
                </a:lnTo>
                <a:lnTo>
                  <a:pt x="8478" y="17980"/>
                </a:lnTo>
                <a:lnTo>
                  <a:pt x="7333" y="16166"/>
                </a:lnTo>
                <a:lnTo>
                  <a:pt x="6194" y="14352"/>
                </a:lnTo>
                <a:lnTo>
                  <a:pt x="5065" y="12534"/>
                </a:lnTo>
                <a:lnTo>
                  <a:pt x="3996" y="10849"/>
                </a:lnTo>
                <a:lnTo>
                  <a:pt x="2921" y="9155"/>
                </a:lnTo>
                <a:lnTo>
                  <a:pt x="1836" y="7437"/>
                </a:lnTo>
                <a:lnTo>
                  <a:pt x="1231" y="5999"/>
                </a:lnTo>
                <a:lnTo>
                  <a:pt x="621" y="4551"/>
                </a:lnTo>
                <a:lnTo>
                  <a:pt x="0" y="3086"/>
                </a:lnTo>
                <a:lnTo>
                  <a:pt x="2678" y="1555"/>
                </a:lnTo>
                <a:lnTo>
                  <a:pt x="5400" y="0"/>
                </a:lnTo>
                <a:close/>
              </a:path>
            </a:pathLst>
          </a:custGeom>
          <a:solidFill>
            <a:srgbClr val="8690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6" name="contour_18094"/>
          <p:cNvSpPr/>
          <p:nvPr/>
        </p:nvSpPr>
        <p:spPr>
          <a:xfrm>
            <a:off x="8471733" y="316298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D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7" name="contour_18095"/>
          <p:cNvSpPr/>
          <p:nvPr/>
        </p:nvSpPr>
        <p:spPr>
          <a:xfrm>
            <a:off x="8245805" y="315570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524"/>
                </a:lnTo>
                <a:lnTo>
                  <a:pt x="9763" y="1134"/>
                </a:lnTo>
                <a:lnTo>
                  <a:pt x="13228" y="2365"/>
                </a:lnTo>
                <a:lnTo>
                  <a:pt x="15582" y="3191"/>
                </a:lnTo>
                <a:lnTo>
                  <a:pt x="17971" y="4028"/>
                </a:lnTo>
                <a:lnTo>
                  <a:pt x="19773" y="4709"/>
                </a:lnTo>
                <a:lnTo>
                  <a:pt x="21600" y="5400"/>
                </a:lnTo>
                <a:lnTo>
                  <a:pt x="19591" y="6404"/>
                </a:lnTo>
                <a:lnTo>
                  <a:pt x="17548" y="7425"/>
                </a:lnTo>
                <a:lnTo>
                  <a:pt x="14787" y="9731"/>
                </a:lnTo>
                <a:lnTo>
                  <a:pt x="12757" y="12074"/>
                </a:lnTo>
                <a:lnTo>
                  <a:pt x="11215" y="14683"/>
                </a:lnTo>
                <a:lnTo>
                  <a:pt x="9923" y="17782"/>
                </a:lnTo>
                <a:lnTo>
                  <a:pt x="8640" y="21600"/>
                </a:lnTo>
                <a:lnTo>
                  <a:pt x="6687" y="18290"/>
                </a:lnTo>
                <a:lnTo>
                  <a:pt x="5262" y="15822"/>
                </a:lnTo>
                <a:lnTo>
                  <a:pt x="4121" y="13748"/>
                </a:lnTo>
                <a:lnTo>
                  <a:pt x="3020" y="11621"/>
                </a:lnTo>
                <a:lnTo>
                  <a:pt x="1728" y="8991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C2D2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8" name="contour_18096"/>
          <p:cNvSpPr/>
          <p:nvPr/>
        </p:nvSpPr>
        <p:spPr>
          <a:xfrm>
            <a:off x="4200970" y="314841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8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099" name="contour_18097"/>
          <p:cNvSpPr/>
          <p:nvPr/>
        </p:nvSpPr>
        <p:spPr>
          <a:xfrm>
            <a:off x="447654" y="314841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17683" y="10287"/>
                </a:lnTo>
                <a:lnTo>
                  <a:pt x="14807" y="13846"/>
                </a:lnTo>
                <a:lnTo>
                  <a:pt x="12715" y="16362"/>
                </a:lnTo>
                <a:lnTo>
                  <a:pt x="11164" y="18106"/>
                </a:lnTo>
                <a:lnTo>
                  <a:pt x="9893" y="19375"/>
                </a:lnTo>
                <a:lnTo>
                  <a:pt x="8658" y="20444"/>
                </a:lnTo>
                <a:lnTo>
                  <a:pt x="7200" y="21600"/>
                </a:lnTo>
                <a:lnTo>
                  <a:pt x="4792" y="20839"/>
                </a:lnTo>
                <a:lnTo>
                  <a:pt x="3240" y="20023"/>
                </a:lnTo>
                <a:lnTo>
                  <a:pt x="1868" y="18646"/>
                </a:lnTo>
                <a:lnTo>
                  <a:pt x="0" y="16200"/>
                </a:lnTo>
                <a:lnTo>
                  <a:pt x="0" y="12992"/>
                </a:lnTo>
                <a:lnTo>
                  <a:pt x="0" y="9774"/>
                </a:lnTo>
                <a:lnTo>
                  <a:pt x="0" y="6545"/>
                </a:lnTo>
                <a:lnTo>
                  <a:pt x="0" y="3289"/>
                </a:lnTo>
                <a:lnTo>
                  <a:pt x="0" y="0"/>
                </a:lnTo>
                <a:close/>
              </a:path>
            </a:pathLst>
          </a:custGeom>
          <a:solidFill>
            <a:srgbClr val="EA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0" name="contour_18098"/>
          <p:cNvSpPr/>
          <p:nvPr/>
        </p:nvSpPr>
        <p:spPr>
          <a:xfrm>
            <a:off x="8376989" y="313383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553" y="3548"/>
                </a:lnTo>
                <a:lnTo>
                  <a:pt x="17719" y="6350"/>
                </a:lnTo>
                <a:lnTo>
                  <a:pt x="18900" y="10800"/>
                </a:lnTo>
                <a:lnTo>
                  <a:pt x="19714" y="13813"/>
                </a:lnTo>
                <a:lnTo>
                  <a:pt x="20534" y="16875"/>
                </a:lnTo>
                <a:lnTo>
                  <a:pt x="21067" y="1921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04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1" name="contour_18099"/>
          <p:cNvSpPr/>
          <p:nvPr/>
        </p:nvSpPr>
        <p:spPr>
          <a:xfrm>
            <a:off x="7436838" y="3125564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3F41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2" name="contour_18100"/>
          <p:cNvSpPr/>
          <p:nvPr/>
        </p:nvSpPr>
        <p:spPr>
          <a:xfrm>
            <a:off x="4864177" y="311197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DAC3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3" name="contour_18101"/>
          <p:cNvSpPr/>
          <p:nvPr/>
        </p:nvSpPr>
        <p:spPr>
          <a:xfrm>
            <a:off x="10592196" y="3104684"/>
            <a:ext cx="2220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22" y="0"/>
                </a:moveTo>
                <a:lnTo>
                  <a:pt x="12108" y="0"/>
                </a:lnTo>
                <a:lnTo>
                  <a:pt x="16822" y="0"/>
                </a:lnTo>
                <a:lnTo>
                  <a:pt x="21600" y="0"/>
                </a:lnTo>
                <a:lnTo>
                  <a:pt x="20820" y="2376"/>
                </a:lnTo>
                <a:lnTo>
                  <a:pt x="20040" y="4756"/>
                </a:lnTo>
                <a:lnTo>
                  <a:pt x="19261" y="7135"/>
                </a:lnTo>
                <a:lnTo>
                  <a:pt x="18474" y="9522"/>
                </a:lnTo>
                <a:lnTo>
                  <a:pt x="17687" y="11916"/>
                </a:lnTo>
                <a:lnTo>
                  <a:pt x="16900" y="14321"/>
                </a:lnTo>
                <a:lnTo>
                  <a:pt x="16106" y="16733"/>
                </a:lnTo>
                <a:lnTo>
                  <a:pt x="15312" y="19159"/>
                </a:lnTo>
                <a:lnTo>
                  <a:pt x="14511" y="21600"/>
                </a:lnTo>
                <a:lnTo>
                  <a:pt x="8535" y="18547"/>
                </a:lnTo>
                <a:lnTo>
                  <a:pt x="4523" y="16391"/>
                </a:lnTo>
                <a:lnTo>
                  <a:pt x="2063" y="14818"/>
                </a:lnTo>
                <a:lnTo>
                  <a:pt x="759" y="13525"/>
                </a:lnTo>
                <a:lnTo>
                  <a:pt x="206" y="12204"/>
                </a:lnTo>
                <a:lnTo>
                  <a:pt x="0" y="10548"/>
                </a:lnTo>
                <a:lnTo>
                  <a:pt x="1042" y="8665"/>
                </a:lnTo>
                <a:lnTo>
                  <a:pt x="2105" y="6750"/>
                </a:lnTo>
                <a:lnTo>
                  <a:pt x="3041" y="4838"/>
                </a:lnTo>
                <a:lnTo>
                  <a:pt x="3991" y="2898"/>
                </a:lnTo>
                <a:lnTo>
                  <a:pt x="4849" y="2178"/>
                </a:lnTo>
                <a:lnTo>
                  <a:pt x="7422" y="0"/>
                </a:lnTo>
                <a:close/>
              </a:path>
            </a:pathLst>
          </a:custGeom>
          <a:solidFill>
            <a:srgbClr val="5359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4" name="contour_18102"/>
          <p:cNvSpPr/>
          <p:nvPr/>
        </p:nvSpPr>
        <p:spPr>
          <a:xfrm>
            <a:off x="10045939" y="3119260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5973"/>
                </a:lnTo>
                <a:lnTo>
                  <a:pt x="0" y="11432"/>
                </a:lnTo>
                <a:lnTo>
                  <a:pt x="0" y="6829"/>
                </a:lnTo>
                <a:lnTo>
                  <a:pt x="2795" y="4944"/>
                </a:lnTo>
                <a:lnTo>
                  <a:pt x="5430" y="3421"/>
                </a:lnTo>
                <a:lnTo>
                  <a:pt x="7975" y="2233"/>
                </a:lnTo>
                <a:lnTo>
                  <a:pt x="10493" y="1332"/>
                </a:lnTo>
                <a:lnTo>
                  <a:pt x="13051" y="697"/>
                </a:lnTo>
                <a:lnTo>
                  <a:pt x="15708" y="287"/>
                </a:lnTo>
                <a:lnTo>
                  <a:pt x="18537" y="68"/>
                </a:lnTo>
                <a:lnTo>
                  <a:pt x="21600" y="0"/>
                </a:lnTo>
                <a:close/>
              </a:path>
            </a:pathLst>
          </a:custGeom>
          <a:solidFill>
            <a:srgbClr val="7E7A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5" name="contour_18103"/>
          <p:cNvSpPr/>
          <p:nvPr/>
        </p:nvSpPr>
        <p:spPr>
          <a:xfrm>
            <a:off x="8566477" y="309010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851"/>
                </a:lnTo>
                <a:lnTo>
                  <a:pt x="16776" y="5707"/>
                </a:lnTo>
                <a:lnTo>
                  <a:pt x="17971" y="8575"/>
                </a:lnTo>
                <a:lnTo>
                  <a:pt x="19174" y="11457"/>
                </a:lnTo>
                <a:lnTo>
                  <a:pt x="20383" y="14355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2095" y="16066"/>
                </a:lnTo>
                <a:lnTo>
                  <a:pt x="3766" y="11845"/>
                </a:lnTo>
                <a:lnTo>
                  <a:pt x="5191" y="8692"/>
                </a:lnTo>
                <a:lnTo>
                  <a:pt x="6523" y="6346"/>
                </a:lnTo>
                <a:lnTo>
                  <a:pt x="7949" y="4558"/>
                </a:lnTo>
                <a:lnTo>
                  <a:pt x="9619" y="3072"/>
                </a:lnTo>
                <a:lnTo>
                  <a:pt x="11714" y="1637"/>
                </a:lnTo>
                <a:lnTo>
                  <a:pt x="14400" y="0"/>
                </a:lnTo>
                <a:close/>
              </a:path>
            </a:pathLst>
          </a:custGeom>
          <a:solidFill>
            <a:srgbClr val="B5C1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6" name="contour_18104"/>
          <p:cNvSpPr/>
          <p:nvPr/>
        </p:nvSpPr>
        <p:spPr>
          <a:xfrm>
            <a:off x="5649968" y="3110661"/>
            <a:ext cx="30464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930"/>
                </a:moveTo>
                <a:lnTo>
                  <a:pt x="4620" y="310"/>
                </a:lnTo>
                <a:lnTo>
                  <a:pt x="7271" y="0"/>
                </a:lnTo>
                <a:lnTo>
                  <a:pt x="9627" y="0"/>
                </a:lnTo>
                <a:lnTo>
                  <a:pt x="12433" y="310"/>
                </a:lnTo>
                <a:lnTo>
                  <a:pt x="16433" y="930"/>
                </a:lnTo>
                <a:lnTo>
                  <a:pt x="17843" y="4268"/>
                </a:lnTo>
                <a:lnTo>
                  <a:pt x="18959" y="7632"/>
                </a:lnTo>
                <a:lnTo>
                  <a:pt x="19843" y="11038"/>
                </a:lnTo>
                <a:lnTo>
                  <a:pt x="20541" y="14495"/>
                </a:lnTo>
                <a:lnTo>
                  <a:pt x="21109" y="18009"/>
                </a:lnTo>
                <a:lnTo>
                  <a:pt x="21600" y="21600"/>
                </a:lnTo>
                <a:lnTo>
                  <a:pt x="18009" y="21109"/>
                </a:lnTo>
                <a:lnTo>
                  <a:pt x="14495" y="20541"/>
                </a:lnTo>
                <a:lnTo>
                  <a:pt x="11038" y="19843"/>
                </a:lnTo>
                <a:lnTo>
                  <a:pt x="7632" y="18959"/>
                </a:lnTo>
                <a:lnTo>
                  <a:pt x="4268" y="17843"/>
                </a:lnTo>
                <a:lnTo>
                  <a:pt x="930" y="16433"/>
                </a:lnTo>
                <a:lnTo>
                  <a:pt x="310" y="12433"/>
                </a:lnTo>
                <a:lnTo>
                  <a:pt x="0" y="9627"/>
                </a:lnTo>
                <a:lnTo>
                  <a:pt x="0" y="7271"/>
                </a:lnTo>
                <a:lnTo>
                  <a:pt x="310" y="4620"/>
                </a:lnTo>
                <a:lnTo>
                  <a:pt x="930" y="930"/>
                </a:lnTo>
                <a:close/>
              </a:path>
            </a:pathLst>
          </a:custGeom>
          <a:solidFill>
            <a:srgbClr val="A9B5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7" name="contour_18105"/>
          <p:cNvSpPr/>
          <p:nvPr/>
        </p:nvSpPr>
        <p:spPr>
          <a:xfrm>
            <a:off x="11292186" y="3075532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412" y="2376"/>
                </a:lnTo>
                <a:lnTo>
                  <a:pt x="19224" y="4756"/>
                </a:lnTo>
                <a:lnTo>
                  <a:pt x="18031" y="7135"/>
                </a:lnTo>
                <a:lnTo>
                  <a:pt x="16837" y="9522"/>
                </a:lnTo>
                <a:lnTo>
                  <a:pt x="15644" y="11916"/>
                </a:lnTo>
                <a:lnTo>
                  <a:pt x="14440" y="14321"/>
                </a:lnTo>
                <a:lnTo>
                  <a:pt x="13235" y="16733"/>
                </a:lnTo>
                <a:lnTo>
                  <a:pt x="12020" y="19159"/>
                </a:lnTo>
                <a:lnTo>
                  <a:pt x="10800" y="21600"/>
                </a:lnTo>
                <a:lnTo>
                  <a:pt x="7668" y="18112"/>
                </a:lnTo>
                <a:lnTo>
                  <a:pt x="5378" y="15520"/>
                </a:lnTo>
                <a:lnTo>
                  <a:pt x="3748" y="13576"/>
                </a:lnTo>
                <a:lnTo>
                  <a:pt x="2581" y="12020"/>
                </a:lnTo>
                <a:lnTo>
                  <a:pt x="1696" y="10609"/>
                </a:lnTo>
                <a:lnTo>
                  <a:pt x="896" y="9086"/>
                </a:lnTo>
                <a:lnTo>
                  <a:pt x="0" y="7200"/>
                </a:lnTo>
                <a:lnTo>
                  <a:pt x="2522" y="4612"/>
                </a:lnTo>
                <a:lnTo>
                  <a:pt x="4876" y="2732"/>
                </a:lnTo>
                <a:lnTo>
                  <a:pt x="7268" y="1447"/>
                </a:lnTo>
                <a:lnTo>
                  <a:pt x="9925" y="644"/>
                </a:lnTo>
                <a:lnTo>
                  <a:pt x="13052" y="212"/>
                </a:lnTo>
                <a:lnTo>
                  <a:pt x="16875" y="32"/>
                </a:lnTo>
                <a:lnTo>
                  <a:pt x="21600" y="0"/>
                </a:lnTo>
                <a:close/>
              </a:path>
            </a:pathLst>
          </a:custGeom>
          <a:solidFill>
            <a:srgbClr val="A8A8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8" name="contour_18106"/>
          <p:cNvSpPr/>
          <p:nvPr/>
        </p:nvSpPr>
        <p:spPr>
          <a:xfrm>
            <a:off x="7480566" y="308282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9CA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09" name="contour_18107"/>
          <p:cNvSpPr/>
          <p:nvPr/>
        </p:nvSpPr>
        <p:spPr>
          <a:xfrm>
            <a:off x="4849601" y="3074549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3130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0" name="contour_18108"/>
          <p:cNvSpPr/>
          <p:nvPr/>
        </p:nvSpPr>
        <p:spPr>
          <a:xfrm>
            <a:off x="8420717" y="306095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496" y="0"/>
                </a:lnTo>
                <a:lnTo>
                  <a:pt x="14368" y="0"/>
                </a:lnTo>
                <a:lnTo>
                  <a:pt x="17280" y="0"/>
                </a:lnTo>
                <a:lnTo>
                  <a:pt x="18611" y="4018"/>
                </a:lnTo>
                <a:lnTo>
                  <a:pt x="19500" y="6869"/>
                </a:lnTo>
                <a:lnTo>
                  <a:pt x="20157" y="9331"/>
                </a:lnTo>
                <a:lnTo>
                  <a:pt x="20788" y="12182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2195" y="15336"/>
                </a:lnTo>
                <a:lnTo>
                  <a:pt x="3819" y="10762"/>
                </a:lnTo>
                <a:lnTo>
                  <a:pt x="5020" y="7501"/>
                </a:lnTo>
                <a:lnTo>
                  <a:pt x="5953" y="5173"/>
                </a:lnTo>
                <a:lnTo>
                  <a:pt x="6765" y="3397"/>
                </a:lnTo>
                <a:lnTo>
                  <a:pt x="7612" y="1798"/>
                </a:lnTo>
                <a:lnTo>
                  <a:pt x="8640" y="0"/>
                </a:lnTo>
                <a:close/>
              </a:path>
            </a:pathLst>
          </a:custGeom>
          <a:solidFill>
            <a:srgbClr val="A9B3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1" name="contour_18109"/>
          <p:cNvSpPr/>
          <p:nvPr/>
        </p:nvSpPr>
        <p:spPr>
          <a:xfrm>
            <a:off x="4572657" y="306824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19462" y="8073"/>
                </a:lnTo>
                <a:lnTo>
                  <a:pt x="17319" y="10751"/>
                </a:lnTo>
                <a:lnTo>
                  <a:pt x="15168" y="13441"/>
                </a:lnTo>
                <a:lnTo>
                  <a:pt x="13008" y="16141"/>
                </a:lnTo>
                <a:lnTo>
                  <a:pt x="10835" y="18857"/>
                </a:lnTo>
                <a:lnTo>
                  <a:pt x="8640" y="21600"/>
                </a:lnTo>
                <a:lnTo>
                  <a:pt x="7417" y="18544"/>
                </a:lnTo>
                <a:lnTo>
                  <a:pt x="6195" y="15487"/>
                </a:lnTo>
                <a:lnTo>
                  <a:pt x="4968" y="12420"/>
                </a:lnTo>
                <a:lnTo>
                  <a:pt x="3737" y="9342"/>
                </a:lnTo>
                <a:lnTo>
                  <a:pt x="2497" y="6248"/>
                </a:lnTo>
                <a:lnTo>
                  <a:pt x="1253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ABB0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2" name="contour_18110"/>
          <p:cNvSpPr/>
          <p:nvPr/>
        </p:nvSpPr>
        <p:spPr>
          <a:xfrm>
            <a:off x="8304109" y="3054886"/>
            <a:ext cx="43728" cy="2793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694"/>
                </a:moveTo>
                <a:lnTo>
                  <a:pt x="19562" y="7084"/>
                </a:lnTo>
                <a:lnTo>
                  <a:pt x="17525" y="9479"/>
                </a:lnTo>
                <a:lnTo>
                  <a:pt x="15480" y="11879"/>
                </a:lnTo>
                <a:lnTo>
                  <a:pt x="13428" y="14291"/>
                </a:lnTo>
                <a:lnTo>
                  <a:pt x="11365" y="16709"/>
                </a:lnTo>
                <a:lnTo>
                  <a:pt x="9292" y="19149"/>
                </a:lnTo>
                <a:lnTo>
                  <a:pt x="7200" y="21600"/>
                </a:lnTo>
                <a:lnTo>
                  <a:pt x="6012" y="18811"/>
                </a:lnTo>
                <a:lnTo>
                  <a:pt x="4820" y="16015"/>
                </a:lnTo>
                <a:lnTo>
                  <a:pt x="3625" y="13209"/>
                </a:lnTo>
                <a:lnTo>
                  <a:pt x="2426" y="10391"/>
                </a:lnTo>
                <a:lnTo>
                  <a:pt x="1217" y="7557"/>
                </a:lnTo>
                <a:lnTo>
                  <a:pt x="0" y="4694"/>
                </a:lnTo>
                <a:lnTo>
                  <a:pt x="4028" y="2818"/>
                </a:lnTo>
                <a:lnTo>
                  <a:pt x="7236" y="1409"/>
                </a:lnTo>
                <a:lnTo>
                  <a:pt x="9799" y="468"/>
                </a:lnTo>
                <a:lnTo>
                  <a:pt x="11898" y="0"/>
                </a:lnTo>
                <a:lnTo>
                  <a:pt x="13705" y="0"/>
                </a:lnTo>
                <a:lnTo>
                  <a:pt x="15401" y="468"/>
                </a:lnTo>
                <a:lnTo>
                  <a:pt x="17161" y="1409"/>
                </a:lnTo>
                <a:lnTo>
                  <a:pt x="19170" y="2818"/>
                </a:lnTo>
                <a:lnTo>
                  <a:pt x="21600" y="4694"/>
                </a:lnTo>
                <a:close/>
              </a:path>
            </a:pathLst>
          </a:custGeom>
          <a:solidFill>
            <a:srgbClr val="494B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3" name="contour_18111"/>
          <p:cNvSpPr/>
          <p:nvPr/>
        </p:nvSpPr>
        <p:spPr>
          <a:xfrm>
            <a:off x="10220851" y="303909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5111" y="20444"/>
                </a:lnTo>
                <a:lnTo>
                  <a:pt x="12947" y="19273"/>
                </a:lnTo>
                <a:lnTo>
                  <a:pt x="10791" y="18079"/>
                </a:lnTo>
                <a:lnTo>
                  <a:pt x="8640" y="16875"/>
                </a:lnTo>
                <a:lnTo>
                  <a:pt x="7430" y="16216"/>
                </a:lnTo>
                <a:lnTo>
                  <a:pt x="3780" y="14218"/>
                </a:lnTo>
                <a:lnTo>
                  <a:pt x="284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A4B0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4" name="contour_18112"/>
          <p:cNvSpPr/>
          <p:nvPr/>
        </p:nvSpPr>
        <p:spPr>
          <a:xfrm>
            <a:off x="7487854" y="3031804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F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5" name="contour_18113"/>
          <p:cNvSpPr/>
          <p:nvPr/>
        </p:nvSpPr>
        <p:spPr>
          <a:xfrm>
            <a:off x="4609097" y="303180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0C3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6" name="contour_18114"/>
          <p:cNvSpPr/>
          <p:nvPr/>
        </p:nvSpPr>
        <p:spPr>
          <a:xfrm>
            <a:off x="4026058" y="303909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22F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7" name="contour_18115"/>
          <p:cNvSpPr/>
          <p:nvPr/>
        </p:nvSpPr>
        <p:spPr>
          <a:xfrm>
            <a:off x="7436838" y="3030361"/>
            <a:ext cx="36440" cy="2475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259"/>
                </a:moveTo>
                <a:lnTo>
                  <a:pt x="4994" y="560"/>
                </a:lnTo>
                <a:lnTo>
                  <a:pt x="8506" y="140"/>
                </a:lnTo>
                <a:lnTo>
                  <a:pt x="11007" y="0"/>
                </a:lnTo>
                <a:lnTo>
                  <a:pt x="12986" y="140"/>
                </a:lnTo>
                <a:lnTo>
                  <a:pt x="14917" y="560"/>
                </a:lnTo>
                <a:lnTo>
                  <a:pt x="17280" y="1259"/>
                </a:lnTo>
                <a:lnTo>
                  <a:pt x="18870" y="5992"/>
                </a:lnTo>
                <a:lnTo>
                  <a:pt x="19889" y="9350"/>
                </a:lnTo>
                <a:lnTo>
                  <a:pt x="20546" y="12250"/>
                </a:lnTo>
                <a:lnTo>
                  <a:pt x="21047" y="15608"/>
                </a:lnTo>
                <a:lnTo>
                  <a:pt x="21600" y="20341"/>
                </a:lnTo>
                <a:lnTo>
                  <a:pt x="16606" y="21040"/>
                </a:lnTo>
                <a:lnTo>
                  <a:pt x="13094" y="21460"/>
                </a:lnTo>
                <a:lnTo>
                  <a:pt x="10593" y="21600"/>
                </a:lnTo>
                <a:lnTo>
                  <a:pt x="8614" y="21460"/>
                </a:lnTo>
                <a:lnTo>
                  <a:pt x="6683" y="21040"/>
                </a:lnTo>
                <a:lnTo>
                  <a:pt x="4320" y="20341"/>
                </a:lnTo>
                <a:lnTo>
                  <a:pt x="2730" y="15608"/>
                </a:lnTo>
                <a:lnTo>
                  <a:pt x="1711" y="12250"/>
                </a:lnTo>
                <a:lnTo>
                  <a:pt x="1054" y="9350"/>
                </a:lnTo>
                <a:lnTo>
                  <a:pt x="553" y="5992"/>
                </a:lnTo>
                <a:lnTo>
                  <a:pt x="0" y="1259"/>
                </a:lnTo>
                <a:close/>
              </a:path>
            </a:pathLst>
          </a:custGeom>
          <a:solidFill>
            <a:srgbClr val="5252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8" name="contour_18116"/>
          <p:cNvSpPr/>
          <p:nvPr/>
        </p:nvSpPr>
        <p:spPr>
          <a:xfrm>
            <a:off x="10541522" y="300994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3537" y="6799"/>
                </a:lnTo>
                <a:lnTo>
                  <a:pt x="6291" y="3937"/>
                </a:lnTo>
                <a:lnTo>
                  <a:pt x="8645" y="2014"/>
                </a:lnTo>
                <a:lnTo>
                  <a:pt x="10973" y="848"/>
                </a:lnTo>
                <a:lnTo>
                  <a:pt x="13657" y="254"/>
                </a:lnTo>
                <a:lnTo>
                  <a:pt x="17075" y="32"/>
                </a:lnTo>
                <a:lnTo>
                  <a:pt x="21600" y="0"/>
                </a:lnTo>
                <a:close/>
              </a:path>
            </a:pathLst>
          </a:custGeom>
          <a:solidFill>
            <a:srgbClr val="7771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19" name="contour_18117"/>
          <p:cNvSpPr/>
          <p:nvPr/>
        </p:nvSpPr>
        <p:spPr>
          <a:xfrm>
            <a:off x="10432203" y="3009940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8713" y="3131"/>
                </a:lnTo>
                <a:lnTo>
                  <a:pt x="19429" y="6272"/>
                </a:lnTo>
                <a:lnTo>
                  <a:pt x="20146" y="9424"/>
                </a:lnTo>
                <a:lnTo>
                  <a:pt x="20869" y="12603"/>
                </a:lnTo>
                <a:lnTo>
                  <a:pt x="21600" y="15813"/>
                </a:lnTo>
                <a:lnTo>
                  <a:pt x="19451" y="18870"/>
                </a:lnTo>
                <a:lnTo>
                  <a:pt x="17914" y="20488"/>
                </a:lnTo>
                <a:lnTo>
                  <a:pt x="16247" y="21220"/>
                </a:lnTo>
                <a:lnTo>
                  <a:pt x="13712" y="21600"/>
                </a:lnTo>
                <a:lnTo>
                  <a:pt x="11261" y="21505"/>
                </a:lnTo>
                <a:lnTo>
                  <a:pt x="8777" y="21410"/>
                </a:lnTo>
                <a:lnTo>
                  <a:pt x="7823" y="21373"/>
                </a:lnTo>
                <a:lnTo>
                  <a:pt x="6592" y="21331"/>
                </a:lnTo>
                <a:lnTo>
                  <a:pt x="4259" y="21242"/>
                </a:lnTo>
                <a:lnTo>
                  <a:pt x="0" y="21083"/>
                </a:lnTo>
                <a:lnTo>
                  <a:pt x="1980" y="18764"/>
                </a:lnTo>
                <a:lnTo>
                  <a:pt x="3964" y="16445"/>
                </a:lnTo>
                <a:lnTo>
                  <a:pt x="5947" y="14121"/>
                </a:lnTo>
                <a:lnTo>
                  <a:pt x="7934" y="11786"/>
                </a:lnTo>
                <a:lnTo>
                  <a:pt x="9932" y="9451"/>
                </a:lnTo>
                <a:lnTo>
                  <a:pt x="11934" y="7105"/>
                </a:lnTo>
                <a:lnTo>
                  <a:pt x="13946" y="4749"/>
                </a:lnTo>
                <a:lnTo>
                  <a:pt x="15966" y="2382"/>
                </a:lnTo>
                <a:lnTo>
                  <a:pt x="18000" y="0"/>
                </a:lnTo>
                <a:close/>
              </a:path>
            </a:pathLst>
          </a:custGeom>
          <a:solidFill>
            <a:srgbClr val="C6D5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0" name="contour_18118"/>
          <p:cNvSpPr/>
          <p:nvPr/>
        </p:nvSpPr>
        <p:spPr>
          <a:xfrm>
            <a:off x="5009937" y="301722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09" y="5357"/>
                </a:lnTo>
                <a:lnTo>
                  <a:pt x="19850" y="9158"/>
                </a:lnTo>
                <a:lnTo>
                  <a:pt x="20398" y="12442"/>
                </a:lnTo>
                <a:lnTo>
                  <a:pt x="20923" y="16243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2959" y="15170"/>
                </a:lnTo>
                <a:lnTo>
                  <a:pt x="5332" y="10166"/>
                </a:lnTo>
                <a:lnTo>
                  <a:pt x="7268" y="6401"/>
                </a:lnTo>
                <a:lnTo>
                  <a:pt x="8914" y="3701"/>
                </a:lnTo>
                <a:lnTo>
                  <a:pt x="10418" y="1894"/>
                </a:lnTo>
                <a:lnTo>
                  <a:pt x="11934" y="799"/>
                </a:lnTo>
                <a:lnTo>
                  <a:pt x="13601" y="238"/>
                </a:lnTo>
                <a:lnTo>
                  <a:pt x="15574" y="29"/>
                </a:lnTo>
                <a:lnTo>
                  <a:pt x="18000" y="0"/>
                </a:lnTo>
                <a:close/>
              </a:path>
            </a:pathLst>
          </a:custGeom>
          <a:solidFill>
            <a:srgbClr val="8E7C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1" name="contour_18119"/>
          <p:cNvSpPr/>
          <p:nvPr/>
        </p:nvSpPr>
        <p:spPr>
          <a:xfrm>
            <a:off x="4835025" y="301722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3214"/>
                </a:lnTo>
                <a:lnTo>
                  <a:pt x="18976" y="5495"/>
                </a:lnTo>
                <a:lnTo>
                  <a:pt x="19796" y="7465"/>
                </a:lnTo>
                <a:lnTo>
                  <a:pt x="20585" y="9746"/>
                </a:lnTo>
                <a:lnTo>
                  <a:pt x="21600" y="12960"/>
                </a:lnTo>
                <a:lnTo>
                  <a:pt x="18031" y="12960"/>
                </a:lnTo>
                <a:lnTo>
                  <a:pt x="14440" y="12960"/>
                </a:lnTo>
                <a:lnTo>
                  <a:pt x="10800" y="12960"/>
                </a:lnTo>
                <a:lnTo>
                  <a:pt x="8818" y="15526"/>
                </a:lnTo>
                <a:lnTo>
                  <a:pt x="7592" y="17280"/>
                </a:lnTo>
                <a:lnTo>
                  <a:pt x="6626" y="19034"/>
                </a:lnTo>
                <a:lnTo>
                  <a:pt x="5400" y="21600"/>
                </a:lnTo>
                <a:lnTo>
                  <a:pt x="4363" y="18814"/>
                </a:lnTo>
                <a:lnTo>
                  <a:pt x="3353" y="16023"/>
                </a:lnTo>
                <a:lnTo>
                  <a:pt x="2365" y="13228"/>
                </a:lnTo>
                <a:lnTo>
                  <a:pt x="1939" y="12061"/>
                </a:lnTo>
                <a:lnTo>
                  <a:pt x="653" y="8523"/>
                </a:lnTo>
                <a:lnTo>
                  <a:pt x="329" y="6437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464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2" name="contour_18120"/>
          <p:cNvSpPr/>
          <p:nvPr/>
        </p:nvSpPr>
        <p:spPr>
          <a:xfrm>
            <a:off x="3931314" y="3001669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0072" y="3662"/>
                </a:lnTo>
                <a:lnTo>
                  <a:pt x="18544" y="6618"/>
                </a:lnTo>
                <a:lnTo>
                  <a:pt x="17010" y="9585"/>
                </a:lnTo>
                <a:lnTo>
                  <a:pt x="15471" y="12563"/>
                </a:lnTo>
                <a:lnTo>
                  <a:pt x="13921" y="15556"/>
                </a:lnTo>
                <a:lnTo>
                  <a:pt x="12366" y="18565"/>
                </a:lnTo>
                <a:lnTo>
                  <a:pt x="10800" y="21600"/>
                </a:lnTo>
                <a:lnTo>
                  <a:pt x="8127" y="20305"/>
                </a:lnTo>
                <a:lnTo>
                  <a:pt x="5443" y="19009"/>
                </a:lnTo>
                <a:lnTo>
                  <a:pt x="2738" y="17698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C4C8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3" name="contour_18121"/>
          <p:cNvSpPr/>
          <p:nvPr/>
        </p:nvSpPr>
        <p:spPr>
          <a:xfrm>
            <a:off x="8274957" y="299536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48" y="1041"/>
                </a:lnTo>
                <a:lnTo>
                  <a:pt x="9426" y="1892"/>
                </a:lnTo>
                <a:lnTo>
                  <a:pt x="12480" y="2640"/>
                </a:lnTo>
                <a:lnTo>
                  <a:pt x="14761" y="3391"/>
                </a:lnTo>
                <a:lnTo>
                  <a:pt x="16511" y="4242"/>
                </a:lnTo>
                <a:lnTo>
                  <a:pt x="17980" y="5292"/>
                </a:lnTo>
                <a:lnTo>
                  <a:pt x="19414" y="6636"/>
                </a:lnTo>
                <a:lnTo>
                  <a:pt x="21060" y="8372"/>
                </a:lnTo>
                <a:lnTo>
                  <a:pt x="21194" y="9513"/>
                </a:lnTo>
                <a:lnTo>
                  <a:pt x="21600" y="12960"/>
                </a:lnTo>
                <a:lnTo>
                  <a:pt x="19185" y="15828"/>
                </a:lnTo>
                <a:lnTo>
                  <a:pt x="17479" y="17686"/>
                </a:lnTo>
                <a:lnTo>
                  <a:pt x="15677" y="19341"/>
                </a:lnTo>
                <a:lnTo>
                  <a:pt x="12960" y="21600"/>
                </a:lnTo>
                <a:lnTo>
                  <a:pt x="12960" y="18744"/>
                </a:lnTo>
                <a:lnTo>
                  <a:pt x="12960" y="15872"/>
                </a:lnTo>
                <a:lnTo>
                  <a:pt x="12960" y="12960"/>
                </a:lnTo>
                <a:lnTo>
                  <a:pt x="10822" y="11837"/>
                </a:lnTo>
                <a:lnTo>
                  <a:pt x="8666" y="10744"/>
                </a:lnTo>
                <a:lnTo>
                  <a:pt x="6497" y="9681"/>
                </a:lnTo>
                <a:lnTo>
                  <a:pt x="4320" y="8640"/>
                </a:lnTo>
                <a:lnTo>
                  <a:pt x="2735" y="5923"/>
                </a:lnTo>
                <a:lnTo>
                  <a:pt x="1754" y="4121"/>
                </a:lnTo>
                <a:lnTo>
                  <a:pt x="981" y="2415"/>
                </a:lnTo>
                <a:lnTo>
                  <a:pt x="0" y="0"/>
                </a:lnTo>
                <a:close/>
              </a:path>
            </a:pathLst>
          </a:custGeom>
          <a:solidFill>
            <a:srgbClr val="CCD4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4" name="contour_18122"/>
          <p:cNvSpPr/>
          <p:nvPr/>
        </p:nvSpPr>
        <p:spPr>
          <a:xfrm>
            <a:off x="8194789" y="3015785"/>
            <a:ext cx="36440" cy="233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37"/>
                </a:moveTo>
                <a:lnTo>
                  <a:pt x="4994" y="594"/>
                </a:lnTo>
                <a:lnTo>
                  <a:pt x="8506" y="149"/>
                </a:lnTo>
                <a:lnTo>
                  <a:pt x="11007" y="0"/>
                </a:lnTo>
                <a:lnTo>
                  <a:pt x="12986" y="149"/>
                </a:lnTo>
                <a:lnTo>
                  <a:pt x="14917" y="594"/>
                </a:lnTo>
                <a:lnTo>
                  <a:pt x="17280" y="1337"/>
                </a:lnTo>
                <a:lnTo>
                  <a:pt x="18870" y="6362"/>
                </a:lnTo>
                <a:lnTo>
                  <a:pt x="19889" y="9929"/>
                </a:lnTo>
                <a:lnTo>
                  <a:pt x="20546" y="13009"/>
                </a:lnTo>
                <a:lnTo>
                  <a:pt x="21047" y="16575"/>
                </a:lnTo>
                <a:lnTo>
                  <a:pt x="21600" y="21600"/>
                </a:lnTo>
                <a:lnTo>
                  <a:pt x="18896" y="21012"/>
                </a:lnTo>
                <a:lnTo>
                  <a:pt x="16196" y="20384"/>
                </a:lnTo>
                <a:lnTo>
                  <a:pt x="13496" y="19736"/>
                </a:lnTo>
                <a:lnTo>
                  <a:pt x="10800" y="19067"/>
                </a:lnTo>
                <a:lnTo>
                  <a:pt x="9288" y="18709"/>
                </a:lnTo>
                <a:lnTo>
                  <a:pt x="4726" y="17642"/>
                </a:lnTo>
                <a:lnTo>
                  <a:pt x="2380" y="16257"/>
                </a:lnTo>
                <a:lnTo>
                  <a:pt x="0" y="14846"/>
                </a:lnTo>
                <a:lnTo>
                  <a:pt x="0" y="10381"/>
                </a:lnTo>
                <a:lnTo>
                  <a:pt x="0" y="5890"/>
                </a:lnTo>
                <a:lnTo>
                  <a:pt x="0" y="1337"/>
                </a:lnTo>
                <a:close/>
              </a:path>
            </a:pathLst>
          </a:custGeom>
          <a:solidFill>
            <a:srgbClr val="D6DF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5" name="contour_18123"/>
          <p:cNvSpPr/>
          <p:nvPr/>
        </p:nvSpPr>
        <p:spPr>
          <a:xfrm>
            <a:off x="10330171" y="300994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8776" y="12820"/>
                </a:lnTo>
                <a:lnTo>
                  <a:pt x="16708" y="14121"/>
                </a:lnTo>
                <a:lnTo>
                  <a:pt x="14386" y="15287"/>
                </a:lnTo>
                <a:lnTo>
                  <a:pt x="10800" y="16875"/>
                </a:lnTo>
                <a:lnTo>
                  <a:pt x="9288" y="17561"/>
                </a:lnTo>
                <a:lnTo>
                  <a:pt x="4725" y="19618"/>
                </a:lnTo>
                <a:lnTo>
                  <a:pt x="3553" y="2011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55A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6" name="contour_18124"/>
          <p:cNvSpPr/>
          <p:nvPr/>
        </p:nvSpPr>
        <p:spPr>
          <a:xfrm>
            <a:off x="5431984" y="2995365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855"/>
                </a:lnTo>
                <a:lnTo>
                  <a:pt x="8948" y="1715"/>
                </a:lnTo>
                <a:lnTo>
                  <a:pt x="13128" y="2575"/>
                </a:lnTo>
                <a:lnTo>
                  <a:pt x="17343" y="3443"/>
                </a:lnTo>
                <a:lnTo>
                  <a:pt x="21600" y="4320"/>
                </a:lnTo>
                <a:lnTo>
                  <a:pt x="20447" y="7171"/>
                </a:lnTo>
                <a:lnTo>
                  <a:pt x="19293" y="10027"/>
                </a:lnTo>
                <a:lnTo>
                  <a:pt x="18133" y="12895"/>
                </a:lnTo>
                <a:lnTo>
                  <a:pt x="16965" y="15777"/>
                </a:lnTo>
                <a:lnTo>
                  <a:pt x="15791" y="18675"/>
                </a:lnTo>
                <a:lnTo>
                  <a:pt x="14610" y="21600"/>
                </a:lnTo>
                <a:lnTo>
                  <a:pt x="10457" y="19492"/>
                </a:lnTo>
                <a:lnTo>
                  <a:pt x="7619" y="17889"/>
                </a:lnTo>
                <a:lnTo>
                  <a:pt x="4781" y="15984"/>
                </a:lnTo>
                <a:lnTo>
                  <a:pt x="629" y="12960"/>
                </a:lnTo>
                <a:lnTo>
                  <a:pt x="210" y="9487"/>
                </a:lnTo>
                <a:lnTo>
                  <a:pt x="0" y="7076"/>
                </a:lnTo>
                <a:lnTo>
                  <a:pt x="0" y="5106"/>
                </a:lnTo>
                <a:lnTo>
                  <a:pt x="210" y="2955"/>
                </a:lnTo>
                <a:lnTo>
                  <a:pt x="629" y="0"/>
                </a:lnTo>
                <a:close/>
              </a:path>
            </a:pathLst>
          </a:custGeom>
          <a:solidFill>
            <a:srgbClr val="AEAB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7" name="contour_18125"/>
          <p:cNvSpPr/>
          <p:nvPr/>
        </p:nvSpPr>
        <p:spPr>
          <a:xfrm>
            <a:off x="5031801" y="297350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4E50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8" name="contour_18126"/>
          <p:cNvSpPr/>
          <p:nvPr/>
        </p:nvSpPr>
        <p:spPr>
          <a:xfrm>
            <a:off x="8005301" y="296621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DAE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29" name="contour_18127"/>
          <p:cNvSpPr/>
          <p:nvPr/>
        </p:nvSpPr>
        <p:spPr>
          <a:xfrm>
            <a:off x="6826024" y="2944349"/>
            <a:ext cx="3506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41" y="0"/>
                </a:moveTo>
                <a:lnTo>
                  <a:pt x="4104" y="2304"/>
                </a:lnTo>
                <a:lnTo>
                  <a:pt x="4571" y="4626"/>
                </a:lnTo>
                <a:lnTo>
                  <a:pt x="5042" y="6977"/>
                </a:lnTo>
                <a:lnTo>
                  <a:pt x="5760" y="9331"/>
                </a:lnTo>
                <a:lnTo>
                  <a:pt x="6322" y="10886"/>
                </a:lnTo>
                <a:lnTo>
                  <a:pt x="7017" y="12344"/>
                </a:lnTo>
                <a:lnTo>
                  <a:pt x="8131" y="14400"/>
                </a:lnTo>
                <a:lnTo>
                  <a:pt x="11606" y="15725"/>
                </a:lnTo>
                <a:lnTo>
                  <a:pt x="14044" y="16574"/>
                </a:lnTo>
                <a:lnTo>
                  <a:pt x="16091" y="17122"/>
                </a:lnTo>
                <a:lnTo>
                  <a:pt x="18394" y="17539"/>
                </a:lnTo>
                <a:lnTo>
                  <a:pt x="21600" y="18000"/>
                </a:lnTo>
                <a:lnTo>
                  <a:pt x="18637" y="18594"/>
                </a:lnTo>
                <a:lnTo>
                  <a:pt x="15669" y="19188"/>
                </a:lnTo>
                <a:lnTo>
                  <a:pt x="12688" y="19786"/>
                </a:lnTo>
                <a:lnTo>
                  <a:pt x="9693" y="20387"/>
                </a:lnTo>
                <a:lnTo>
                  <a:pt x="6681" y="20992"/>
                </a:lnTo>
                <a:lnTo>
                  <a:pt x="3641" y="21600"/>
                </a:lnTo>
                <a:lnTo>
                  <a:pt x="2267" y="18958"/>
                </a:lnTo>
                <a:lnTo>
                  <a:pt x="1194" y="16603"/>
                </a:lnTo>
                <a:lnTo>
                  <a:pt x="444" y="14414"/>
                </a:lnTo>
                <a:lnTo>
                  <a:pt x="36" y="12258"/>
                </a:lnTo>
                <a:lnTo>
                  <a:pt x="0" y="10008"/>
                </a:lnTo>
                <a:lnTo>
                  <a:pt x="350" y="7538"/>
                </a:lnTo>
                <a:lnTo>
                  <a:pt x="1118" y="4723"/>
                </a:lnTo>
                <a:lnTo>
                  <a:pt x="2371" y="2380"/>
                </a:lnTo>
                <a:lnTo>
                  <a:pt x="3641" y="0"/>
                </a:lnTo>
                <a:close/>
              </a:path>
            </a:pathLst>
          </a:custGeom>
          <a:solidFill>
            <a:srgbClr val="A9B2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0" name="contour_18128"/>
          <p:cNvSpPr/>
          <p:nvPr/>
        </p:nvSpPr>
        <p:spPr>
          <a:xfrm>
            <a:off x="4164530" y="2937061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611"/>
                </a:lnTo>
                <a:lnTo>
                  <a:pt x="8568" y="1225"/>
                </a:lnTo>
                <a:lnTo>
                  <a:pt x="12874" y="1839"/>
                </a:lnTo>
                <a:lnTo>
                  <a:pt x="17215" y="2459"/>
                </a:lnTo>
                <a:lnTo>
                  <a:pt x="21600" y="3086"/>
                </a:lnTo>
                <a:lnTo>
                  <a:pt x="20808" y="5122"/>
                </a:lnTo>
                <a:lnTo>
                  <a:pt x="20016" y="7162"/>
                </a:lnTo>
                <a:lnTo>
                  <a:pt x="19224" y="9202"/>
                </a:lnTo>
                <a:lnTo>
                  <a:pt x="18425" y="11247"/>
                </a:lnTo>
                <a:lnTo>
                  <a:pt x="17626" y="13299"/>
                </a:lnTo>
                <a:lnTo>
                  <a:pt x="16826" y="15361"/>
                </a:lnTo>
                <a:lnTo>
                  <a:pt x="16020" y="17428"/>
                </a:lnTo>
                <a:lnTo>
                  <a:pt x="15214" y="19508"/>
                </a:lnTo>
                <a:lnTo>
                  <a:pt x="14400" y="21600"/>
                </a:lnTo>
                <a:lnTo>
                  <a:pt x="10829" y="21600"/>
                </a:lnTo>
                <a:lnTo>
                  <a:pt x="7200" y="21600"/>
                </a:lnTo>
                <a:lnTo>
                  <a:pt x="6487" y="19462"/>
                </a:lnTo>
                <a:lnTo>
                  <a:pt x="5774" y="17320"/>
                </a:lnTo>
                <a:lnTo>
                  <a:pt x="5062" y="15179"/>
                </a:lnTo>
                <a:lnTo>
                  <a:pt x="4342" y="13034"/>
                </a:lnTo>
                <a:lnTo>
                  <a:pt x="3629" y="10880"/>
                </a:lnTo>
                <a:lnTo>
                  <a:pt x="2909" y="8723"/>
                </a:lnTo>
                <a:lnTo>
                  <a:pt x="2189" y="6557"/>
                </a:lnTo>
                <a:lnTo>
                  <a:pt x="1462" y="4382"/>
                </a:lnTo>
                <a:lnTo>
                  <a:pt x="734" y="2197"/>
                </a:lnTo>
                <a:lnTo>
                  <a:pt x="0" y="0"/>
                </a:lnTo>
                <a:close/>
              </a:path>
            </a:pathLst>
          </a:custGeom>
          <a:solidFill>
            <a:srgbClr val="4443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1" name="contour_18129"/>
          <p:cNvSpPr/>
          <p:nvPr/>
        </p:nvSpPr>
        <p:spPr>
          <a:xfrm>
            <a:off x="6751767" y="295892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807" y="5530"/>
                </a:lnTo>
                <a:lnTo>
                  <a:pt x="18518" y="9357"/>
                </a:lnTo>
                <a:lnTo>
                  <a:pt x="17539" y="11966"/>
                </a:lnTo>
                <a:lnTo>
                  <a:pt x="16654" y="13837"/>
                </a:lnTo>
                <a:lnTo>
                  <a:pt x="15674" y="15448"/>
                </a:lnTo>
                <a:lnTo>
                  <a:pt x="14400" y="17280"/>
                </a:lnTo>
                <a:lnTo>
                  <a:pt x="9965" y="18874"/>
                </a:lnTo>
                <a:lnTo>
                  <a:pt x="6991" y="19859"/>
                </a:lnTo>
                <a:lnTo>
                  <a:pt x="4118" y="20632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C1CC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2" name="contour_18130"/>
          <p:cNvSpPr/>
          <p:nvPr/>
        </p:nvSpPr>
        <p:spPr>
          <a:xfrm>
            <a:off x="5308745" y="2937061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15" y="389"/>
                </a:lnTo>
                <a:lnTo>
                  <a:pt x="4601" y="821"/>
                </a:lnTo>
                <a:lnTo>
                  <a:pt x="6869" y="1312"/>
                </a:lnTo>
                <a:lnTo>
                  <a:pt x="9119" y="1890"/>
                </a:lnTo>
                <a:lnTo>
                  <a:pt x="11351" y="2565"/>
                </a:lnTo>
                <a:lnTo>
                  <a:pt x="13576" y="3364"/>
                </a:lnTo>
                <a:lnTo>
                  <a:pt x="15790" y="4304"/>
                </a:lnTo>
                <a:lnTo>
                  <a:pt x="18000" y="5400"/>
                </a:lnTo>
                <a:lnTo>
                  <a:pt x="19433" y="9580"/>
                </a:lnTo>
                <a:lnTo>
                  <a:pt x="20336" y="12512"/>
                </a:lnTo>
                <a:lnTo>
                  <a:pt x="20884" y="14974"/>
                </a:lnTo>
                <a:lnTo>
                  <a:pt x="21247" y="17744"/>
                </a:lnTo>
                <a:lnTo>
                  <a:pt x="21600" y="21600"/>
                </a:lnTo>
                <a:lnTo>
                  <a:pt x="18922" y="20585"/>
                </a:lnTo>
                <a:lnTo>
                  <a:pt x="17021" y="19796"/>
                </a:lnTo>
                <a:lnTo>
                  <a:pt x="15379" y="18976"/>
                </a:lnTo>
                <a:lnTo>
                  <a:pt x="13478" y="17863"/>
                </a:lnTo>
                <a:lnTo>
                  <a:pt x="10800" y="16200"/>
                </a:lnTo>
                <a:lnTo>
                  <a:pt x="10800" y="12631"/>
                </a:lnTo>
                <a:lnTo>
                  <a:pt x="10800" y="9040"/>
                </a:lnTo>
                <a:lnTo>
                  <a:pt x="10800" y="5400"/>
                </a:lnTo>
                <a:lnTo>
                  <a:pt x="8122" y="3737"/>
                </a:lnTo>
                <a:lnTo>
                  <a:pt x="6221" y="2624"/>
                </a:lnTo>
                <a:lnTo>
                  <a:pt x="4579" y="1804"/>
                </a:lnTo>
                <a:lnTo>
                  <a:pt x="2678" y="1015"/>
                </a:lnTo>
                <a:lnTo>
                  <a:pt x="0" y="0"/>
                </a:lnTo>
                <a:close/>
              </a:path>
            </a:pathLst>
          </a:custGeom>
          <a:solidFill>
            <a:srgbClr val="D5DA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3" name="contour_18131"/>
          <p:cNvSpPr/>
          <p:nvPr/>
        </p:nvSpPr>
        <p:spPr>
          <a:xfrm>
            <a:off x="5301457" y="2942381"/>
            <a:ext cx="36440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783"/>
                </a:moveTo>
                <a:lnTo>
                  <a:pt x="7534" y="594"/>
                </a:lnTo>
                <a:lnTo>
                  <a:pt x="9815" y="0"/>
                </a:lnTo>
                <a:lnTo>
                  <a:pt x="11785" y="0"/>
                </a:lnTo>
                <a:lnTo>
                  <a:pt x="14066" y="594"/>
                </a:lnTo>
                <a:lnTo>
                  <a:pt x="17280" y="1783"/>
                </a:lnTo>
                <a:lnTo>
                  <a:pt x="18740" y="6698"/>
                </a:lnTo>
                <a:lnTo>
                  <a:pt x="19695" y="10186"/>
                </a:lnTo>
                <a:lnTo>
                  <a:pt x="20352" y="13198"/>
                </a:lnTo>
                <a:lnTo>
                  <a:pt x="20917" y="16686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683" y="16686"/>
                </a:lnTo>
                <a:lnTo>
                  <a:pt x="1248" y="13198"/>
                </a:lnTo>
                <a:lnTo>
                  <a:pt x="1905" y="10186"/>
                </a:lnTo>
                <a:lnTo>
                  <a:pt x="2860" y="6698"/>
                </a:lnTo>
                <a:lnTo>
                  <a:pt x="4320" y="1783"/>
                </a:lnTo>
                <a:close/>
              </a:path>
            </a:pathLst>
          </a:custGeom>
          <a:solidFill>
            <a:srgbClr val="DDE4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4" name="contour_18132"/>
          <p:cNvSpPr/>
          <p:nvPr/>
        </p:nvSpPr>
        <p:spPr>
          <a:xfrm>
            <a:off x="1686613" y="2936915"/>
            <a:ext cx="43728" cy="22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43"/>
                </a:moveTo>
                <a:lnTo>
                  <a:pt x="21600" y="4871"/>
                </a:lnTo>
                <a:lnTo>
                  <a:pt x="21600" y="9627"/>
                </a:lnTo>
                <a:lnTo>
                  <a:pt x="21600" y="14448"/>
                </a:lnTo>
                <a:lnTo>
                  <a:pt x="19343" y="16822"/>
                </a:lnTo>
                <a:lnTo>
                  <a:pt x="17032" y="18632"/>
                </a:lnTo>
                <a:lnTo>
                  <a:pt x="14666" y="19955"/>
                </a:lnTo>
                <a:lnTo>
                  <a:pt x="12244" y="20849"/>
                </a:lnTo>
                <a:lnTo>
                  <a:pt x="9756" y="21371"/>
                </a:lnTo>
                <a:lnTo>
                  <a:pt x="7200" y="21600"/>
                </a:lnTo>
                <a:lnTo>
                  <a:pt x="4558" y="17602"/>
                </a:lnTo>
                <a:lnTo>
                  <a:pt x="2923" y="14777"/>
                </a:lnTo>
                <a:lnTo>
                  <a:pt x="1631" y="11794"/>
                </a:lnTo>
                <a:lnTo>
                  <a:pt x="0" y="7295"/>
                </a:lnTo>
                <a:lnTo>
                  <a:pt x="2455" y="5529"/>
                </a:lnTo>
                <a:lnTo>
                  <a:pt x="4831" y="4012"/>
                </a:lnTo>
                <a:lnTo>
                  <a:pt x="7157" y="2739"/>
                </a:lnTo>
                <a:lnTo>
                  <a:pt x="9454" y="1724"/>
                </a:lnTo>
                <a:lnTo>
                  <a:pt x="11758" y="937"/>
                </a:lnTo>
                <a:lnTo>
                  <a:pt x="14098" y="393"/>
                </a:lnTo>
                <a:lnTo>
                  <a:pt x="16499" y="86"/>
                </a:lnTo>
                <a:lnTo>
                  <a:pt x="18990" y="0"/>
                </a:lnTo>
                <a:lnTo>
                  <a:pt x="21600" y="143"/>
                </a:lnTo>
                <a:close/>
              </a:path>
            </a:pathLst>
          </a:custGeom>
          <a:solidFill>
            <a:srgbClr val="EEE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5" name="contour_18133"/>
          <p:cNvSpPr/>
          <p:nvPr/>
        </p:nvSpPr>
        <p:spPr>
          <a:xfrm>
            <a:off x="1730341" y="292977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351" y="2673"/>
                </a:lnTo>
                <a:lnTo>
                  <a:pt x="19423" y="5362"/>
                </a:lnTo>
                <a:lnTo>
                  <a:pt x="20507" y="8062"/>
                </a:lnTo>
                <a:lnTo>
                  <a:pt x="21600" y="10800"/>
                </a:lnTo>
                <a:lnTo>
                  <a:pt x="20529" y="13473"/>
                </a:lnTo>
                <a:lnTo>
                  <a:pt x="19457" y="16162"/>
                </a:lnTo>
                <a:lnTo>
                  <a:pt x="18373" y="18862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2445" y="9272"/>
                </a:lnTo>
                <a:lnTo>
                  <a:pt x="4890" y="7744"/>
                </a:lnTo>
                <a:lnTo>
                  <a:pt x="7344" y="6210"/>
                </a:lnTo>
                <a:lnTo>
                  <a:pt x="9806" y="4671"/>
                </a:lnTo>
                <a:lnTo>
                  <a:pt x="12282" y="3121"/>
                </a:lnTo>
                <a:lnTo>
                  <a:pt x="14770" y="1566"/>
                </a:lnTo>
                <a:lnTo>
                  <a:pt x="17280" y="0"/>
                </a:lnTo>
                <a:close/>
              </a:path>
            </a:pathLst>
          </a:custGeom>
          <a:solidFill>
            <a:srgbClr val="CCB5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6" name="contour_18134"/>
          <p:cNvSpPr/>
          <p:nvPr/>
        </p:nvSpPr>
        <p:spPr>
          <a:xfrm>
            <a:off x="1628309" y="2929773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446"/>
                </a:lnTo>
                <a:lnTo>
                  <a:pt x="6823" y="828"/>
                </a:lnTo>
                <a:lnTo>
                  <a:pt x="8260" y="1310"/>
                </a:lnTo>
                <a:lnTo>
                  <a:pt x="10013" y="2030"/>
                </a:lnTo>
                <a:lnTo>
                  <a:pt x="12534" y="3154"/>
                </a:lnTo>
                <a:lnTo>
                  <a:pt x="14228" y="3881"/>
                </a:lnTo>
                <a:lnTo>
                  <a:pt x="15932" y="4622"/>
                </a:lnTo>
                <a:lnTo>
                  <a:pt x="17660" y="5371"/>
                </a:lnTo>
                <a:lnTo>
                  <a:pt x="19616" y="6278"/>
                </a:lnTo>
                <a:lnTo>
                  <a:pt x="21600" y="7200"/>
                </a:lnTo>
                <a:lnTo>
                  <a:pt x="19949" y="10642"/>
                </a:lnTo>
                <a:lnTo>
                  <a:pt x="18687" y="13133"/>
                </a:lnTo>
                <a:lnTo>
                  <a:pt x="17552" y="15077"/>
                </a:lnTo>
                <a:lnTo>
                  <a:pt x="16286" y="16870"/>
                </a:lnTo>
                <a:lnTo>
                  <a:pt x="14636" y="18907"/>
                </a:lnTo>
                <a:lnTo>
                  <a:pt x="12343" y="21600"/>
                </a:lnTo>
                <a:lnTo>
                  <a:pt x="10424" y="20153"/>
                </a:lnTo>
                <a:lnTo>
                  <a:pt x="8584" y="18468"/>
                </a:lnTo>
                <a:lnTo>
                  <a:pt x="6807" y="16567"/>
                </a:lnTo>
                <a:lnTo>
                  <a:pt x="5079" y="14465"/>
                </a:lnTo>
                <a:lnTo>
                  <a:pt x="3379" y="12190"/>
                </a:lnTo>
                <a:lnTo>
                  <a:pt x="1691" y="9763"/>
                </a:lnTo>
                <a:lnTo>
                  <a:pt x="0" y="7200"/>
                </a:lnTo>
                <a:lnTo>
                  <a:pt x="1531" y="3629"/>
                </a:lnTo>
                <a:lnTo>
                  <a:pt x="3086" y="0"/>
                </a:lnTo>
                <a:close/>
              </a:path>
            </a:pathLst>
          </a:custGeom>
          <a:solidFill>
            <a:srgbClr val="F0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7" name="contour_18135"/>
          <p:cNvSpPr/>
          <p:nvPr/>
        </p:nvSpPr>
        <p:spPr>
          <a:xfrm>
            <a:off x="7495142" y="291519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85" y="9418"/>
                </a:lnTo>
                <a:lnTo>
                  <a:pt x="19796" y="12269"/>
                </a:lnTo>
                <a:lnTo>
                  <a:pt x="18976" y="14731"/>
                </a:lnTo>
                <a:lnTo>
                  <a:pt x="17863" y="1758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5A59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8" name="contour_18136"/>
          <p:cNvSpPr/>
          <p:nvPr/>
        </p:nvSpPr>
        <p:spPr>
          <a:xfrm>
            <a:off x="5294169" y="290790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8349" y="2955"/>
                </a:lnTo>
                <a:lnTo>
                  <a:pt x="19705" y="5106"/>
                </a:lnTo>
                <a:lnTo>
                  <a:pt x="20525" y="7076"/>
                </a:lnTo>
                <a:lnTo>
                  <a:pt x="21071" y="9487"/>
                </a:lnTo>
                <a:lnTo>
                  <a:pt x="21600" y="12960"/>
                </a:lnTo>
                <a:lnTo>
                  <a:pt x="18290" y="15137"/>
                </a:lnTo>
                <a:lnTo>
                  <a:pt x="15822" y="16701"/>
                </a:lnTo>
                <a:lnTo>
                  <a:pt x="13754" y="17889"/>
                </a:lnTo>
                <a:lnTo>
                  <a:pt x="11621" y="18943"/>
                </a:lnTo>
                <a:lnTo>
                  <a:pt x="8991" y="20097"/>
                </a:lnTo>
                <a:lnTo>
                  <a:pt x="5400" y="21600"/>
                </a:lnTo>
                <a:lnTo>
                  <a:pt x="3607" y="19492"/>
                </a:lnTo>
                <a:lnTo>
                  <a:pt x="2446" y="17889"/>
                </a:lnTo>
                <a:lnTo>
                  <a:pt x="1415" y="15984"/>
                </a:lnTo>
                <a:lnTo>
                  <a:pt x="0" y="12960"/>
                </a:lnTo>
                <a:lnTo>
                  <a:pt x="853" y="9487"/>
                </a:lnTo>
                <a:lnTo>
                  <a:pt x="1561" y="7076"/>
                </a:lnTo>
                <a:lnTo>
                  <a:pt x="2381" y="5106"/>
                </a:lnTo>
                <a:lnTo>
                  <a:pt x="3575" y="2955"/>
                </a:lnTo>
                <a:lnTo>
                  <a:pt x="5400" y="0"/>
                </a:lnTo>
                <a:close/>
              </a:path>
            </a:pathLst>
          </a:custGeom>
          <a:solidFill>
            <a:srgbClr val="4B4C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39" name="contour_18137"/>
          <p:cNvSpPr/>
          <p:nvPr/>
        </p:nvSpPr>
        <p:spPr>
          <a:xfrm>
            <a:off x="6941255" y="2892021"/>
            <a:ext cx="29152" cy="317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2"/>
                </a:moveTo>
                <a:lnTo>
                  <a:pt x="3856" y="297"/>
                </a:lnTo>
                <a:lnTo>
                  <a:pt x="6626" y="0"/>
                </a:lnTo>
                <a:lnTo>
                  <a:pt x="9088" y="0"/>
                </a:lnTo>
                <a:lnTo>
                  <a:pt x="12020" y="297"/>
                </a:lnTo>
                <a:lnTo>
                  <a:pt x="16200" y="892"/>
                </a:lnTo>
                <a:lnTo>
                  <a:pt x="17674" y="4092"/>
                </a:lnTo>
                <a:lnTo>
                  <a:pt x="18841" y="7317"/>
                </a:lnTo>
                <a:lnTo>
                  <a:pt x="19764" y="10582"/>
                </a:lnTo>
                <a:lnTo>
                  <a:pt x="20493" y="13896"/>
                </a:lnTo>
                <a:lnTo>
                  <a:pt x="21087" y="17265"/>
                </a:lnTo>
                <a:lnTo>
                  <a:pt x="21600" y="20708"/>
                </a:lnTo>
                <a:lnTo>
                  <a:pt x="17744" y="21303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03"/>
                </a:lnTo>
                <a:lnTo>
                  <a:pt x="5400" y="20708"/>
                </a:lnTo>
                <a:lnTo>
                  <a:pt x="3926" y="17508"/>
                </a:lnTo>
                <a:lnTo>
                  <a:pt x="2759" y="14283"/>
                </a:lnTo>
                <a:lnTo>
                  <a:pt x="1836" y="11018"/>
                </a:lnTo>
                <a:lnTo>
                  <a:pt x="1107" y="7704"/>
                </a:lnTo>
                <a:lnTo>
                  <a:pt x="513" y="4335"/>
                </a:lnTo>
                <a:lnTo>
                  <a:pt x="0" y="892"/>
                </a:lnTo>
                <a:close/>
              </a:path>
            </a:pathLst>
          </a:custGeom>
          <a:solidFill>
            <a:srgbClr val="5955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0" name="contour_18138"/>
          <p:cNvSpPr/>
          <p:nvPr/>
        </p:nvSpPr>
        <p:spPr>
          <a:xfrm>
            <a:off x="11488961" y="2886045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988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1" name="contour_18139"/>
          <p:cNvSpPr/>
          <p:nvPr/>
        </p:nvSpPr>
        <p:spPr>
          <a:xfrm>
            <a:off x="1934404" y="2893333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06"/>
                </a:lnTo>
                <a:lnTo>
                  <a:pt x="5416" y="2227"/>
                </a:lnTo>
                <a:lnTo>
                  <a:pt x="8111" y="3369"/>
                </a:lnTo>
                <a:lnTo>
                  <a:pt x="10800" y="4522"/>
                </a:lnTo>
                <a:lnTo>
                  <a:pt x="13813" y="5782"/>
                </a:lnTo>
                <a:lnTo>
                  <a:pt x="16875" y="7064"/>
                </a:lnTo>
                <a:lnTo>
                  <a:pt x="19219" y="8687"/>
                </a:lnTo>
                <a:lnTo>
                  <a:pt x="21600" y="10335"/>
                </a:lnTo>
                <a:lnTo>
                  <a:pt x="21600" y="13751"/>
                </a:lnTo>
                <a:lnTo>
                  <a:pt x="21600" y="17187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926" y="17332"/>
                </a:lnTo>
                <a:lnTo>
                  <a:pt x="2759" y="13968"/>
                </a:lnTo>
                <a:lnTo>
                  <a:pt x="1836" y="10562"/>
                </a:lnTo>
                <a:lnTo>
                  <a:pt x="1107" y="7105"/>
                </a:lnTo>
                <a:lnTo>
                  <a:pt x="513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14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2" name="contour_18140"/>
          <p:cNvSpPr/>
          <p:nvPr/>
        </p:nvSpPr>
        <p:spPr>
          <a:xfrm>
            <a:off x="9958483" y="287875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540"/>
                </a:lnTo>
                <a:lnTo>
                  <a:pt x="7970" y="1051"/>
                </a:lnTo>
                <a:lnTo>
                  <a:pt x="9904" y="1822"/>
                </a:lnTo>
                <a:lnTo>
                  <a:pt x="12823" y="3154"/>
                </a:lnTo>
                <a:lnTo>
                  <a:pt x="15289" y="4255"/>
                </a:lnTo>
                <a:lnTo>
                  <a:pt x="17788" y="5371"/>
                </a:lnTo>
                <a:lnTo>
                  <a:pt x="19681" y="6278"/>
                </a:lnTo>
                <a:lnTo>
                  <a:pt x="21600" y="7200"/>
                </a:lnTo>
                <a:lnTo>
                  <a:pt x="19616" y="9677"/>
                </a:lnTo>
                <a:lnTo>
                  <a:pt x="17636" y="12053"/>
                </a:lnTo>
                <a:lnTo>
                  <a:pt x="15642" y="14314"/>
                </a:lnTo>
                <a:lnTo>
                  <a:pt x="13619" y="16423"/>
                </a:lnTo>
                <a:lnTo>
                  <a:pt x="11549" y="18360"/>
                </a:lnTo>
                <a:lnTo>
                  <a:pt x="9414" y="20095"/>
                </a:lnTo>
                <a:lnTo>
                  <a:pt x="7200" y="21600"/>
                </a:lnTo>
                <a:lnTo>
                  <a:pt x="4558" y="17834"/>
                </a:lnTo>
                <a:lnTo>
                  <a:pt x="2923" y="15077"/>
                </a:lnTo>
                <a:lnTo>
                  <a:pt x="1631" y="11981"/>
                </a:lnTo>
                <a:lnTo>
                  <a:pt x="0" y="7200"/>
                </a:lnTo>
                <a:lnTo>
                  <a:pt x="1786" y="3629"/>
                </a:lnTo>
                <a:lnTo>
                  <a:pt x="3600" y="0"/>
                </a:lnTo>
                <a:close/>
              </a:path>
            </a:pathLst>
          </a:custGeom>
          <a:solidFill>
            <a:srgbClr val="D2C3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3" name="contour_18141"/>
          <p:cNvSpPr/>
          <p:nvPr/>
        </p:nvSpPr>
        <p:spPr>
          <a:xfrm>
            <a:off x="4915193" y="2885688"/>
            <a:ext cx="36440" cy="2222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47"/>
                </a:moveTo>
                <a:lnTo>
                  <a:pt x="21600" y="5030"/>
                </a:lnTo>
                <a:lnTo>
                  <a:pt x="21600" y="9741"/>
                </a:lnTo>
                <a:lnTo>
                  <a:pt x="21600" y="14516"/>
                </a:lnTo>
                <a:lnTo>
                  <a:pt x="18775" y="16237"/>
                </a:lnTo>
                <a:lnTo>
                  <a:pt x="16705" y="17271"/>
                </a:lnTo>
                <a:lnTo>
                  <a:pt x="14386" y="18037"/>
                </a:lnTo>
                <a:lnTo>
                  <a:pt x="10800" y="18943"/>
                </a:lnTo>
                <a:lnTo>
                  <a:pt x="7785" y="19744"/>
                </a:lnTo>
                <a:lnTo>
                  <a:pt x="4726" y="20552"/>
                </a:lnTo>
                <a:lnTo>
                  <a:pt x="2380" y="21076"/>
                </a:lnTo>
                <a:lnTo>
                  <a:pt x="0" y="21600"/>
                </a:lnTo>
                <a:lnTo>
                  <a:pt x="0" y="16917"/>
                </a:lnTo>
                <a:lnTo>
                  <a:pt x="0" y="12206"/>
                </a:lnTo>
                <a:lnTo>
                  <a:pt x="0" y="7431"/>
                </a:lnTo>
                <a:lnTo>
                  <a:pt x="2527" y="4654"/>
                </a:lnTo>
                <a:lnTo>
                  <a:pt x="5063" y="2642"/>
                </a:lnTo>
                <a:lnTo>
                  <a:pt x="7629" y="1282"/>
                </a:lnTo>
                <a:lnTo>
                  <a:pt x="10243" y="468"/>
                </a:lnTo>
                <a:lnTo>
                  <a:pt x="12925" y="71"/>
                </a:lnTo>
                <a:lnTo>
                  <a:pt x="15699" y="0"/>
                </a:lnTo>
                <a:lnTo>
                  <a:pt x="18585" y="128"/>
                </a:lnTo>
                <a:lnTo>
                  <a:pt x="21600" y="347"/>
                </a:lnTo>
                <a:close/>
              </a:path>
            </a:pathLst>
          </a:custGeom>
          <a:solidFill>
            <a:srgbClr val="5C4B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4" name="contour_18142"/>
          <p:cNvSpPr/>
          <p:nvPr/>
        </p:nvSpPr>
        <p:spPr>
          <a:xfrm>
            <a:off x="5090105" y="2865937"/>
            <a:ext cx="43728" cy="27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61"/>
                </a:moveTo>
                <a:lnTo>
                  <a:pt x="19562" y="6798"/>
                </a:lnTo>
                <a:lnTo>
                  <a:pt x="17525" y="9240"/>
                </a:lnTo>
                <a:lnTo>
                  <a:pt x="15480" y="11688"/>
                </a:lnTo>
                <a:lnTo>
                  <a:pt x="13428" y="14147"/>
                </a:lnTo>
                <a:lnTo>
                  <a:pt x="11365" y="16612"/>
                </a:lnTo>
                <a:lnTo>
                  <a:pt x="9292" y="19100"/>
                </a:lnTo>
                <a:lnTo>
                  <a:pt x="7200" y="21600"/>
                </a:lnTo>
                <a:lnTo>
                  <a:pt x="7200" y="17802"/>
                </a:lnTo>
                <a:lnTo>
                  <a:pt x="7200" y="13981"/>
                </a:lnTo>
                <a:lnTo>
                  <a:pt x="7200" y="10108"/>
                </a:lnTo>
                <a:lnTo>
                  <a:pt x="5062" y="7999"/>
                </a:lnTo>
                <a:lnTo>
                  <a:pt x="3600" y="6694"/>
                </a:lnTo>
                <a:lnTo>
                  <a:pt x="2138" y="5666"/>
                </a:lnTo>
                <a:lnTo>
                  <a:pt x="0" y="4361"/>
                </a:lnTo>
                <a:lnTo>
                  <a:pt x="2722" y="2620"/>
                </a:lnTo>
                <a:lnTo>
                  <a:pt x="5202" y="1310"/>
                </a:lnTo>
                <a:lnTo>
                  <a:pt x="7510" y="437"/>
                </a:lnTo>
                <a:lnTo>
                  <a:pt x="9716" y="0"/>
                </a:lnTo>
                <a:lnTo>
                  <a:pt x="11884" y="0"/>
                </a:lnTo>
                <a:lnTo>
                  <a:pt x="14090" y="437"/>
                </a:lnTo>
                <a:lnTo>
                  <a:pt x="16398" y="1310"/>
                </a:lnTo>
                <a:lnTo>
                  <a:pt x="18878" y="2620"/>
                </a:lnTo>
                <a:lnTo>
                  <a:pt x="21600" y="4361"/>
                </a:lnTo>
                <a:close/>
              </a:path>
            </a:pathLst>
          </a:custGeom>
          <a:solidFill>
            <a:srgbClr val="5F5A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5" name="contour_18143"/>
          <p:cNvSpPr/>
          <p:nvPr/>
        </p:nvSpPr>
        <p:spPr>
          <a:xfrm>
            <a:off x="8311397" y="287146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4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6" name="contour_18144"/>
          <p:cNvSpPr/>
          <p:nvPr/>
        </p:nvSpPr>
        <p:spPr>
          <a:xfrm>
            <a:off x="4813161" y="2858277"/>
            <a:ext cx="36440" cy="27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92"/>
                </a:moveTo>
                <a:lnTo>
                  <a:pt x="19984" y="8215"/>
                </a:lnTo>
                <a:lnTo>
                  <a:pt x="18762" y="10891"/>
                </a:lnTo>
                <a:lnTo>
                  <a:pt x="17686" y="13096"/>
                </a:lnTo>
                <a:lnTo>
                  <a:pt x="16520" y="15301"/>
                </a:lnTo>
                <a:lnTo>
                  <a:pt x="15025" y="17977"/>
                </a:lnTo>
                <a:lnTo>
                  <a:pt x="12960" y="21600"/>
                </a:lnTo>
                <a:lnTo>
                  <a:pt x="10104" y="21600"/>
                </a:lnTo>
                <a:lnTo>
                  <a:pt x="7232" y="21600"/>
                </a:lnTo>
                <a:lnTo>
                  <a:pt x="4320" y="21600"/>
                </a:lnTo>
                <a:lnTo>
                  <a:pt x="2989" y="17382"/>
                </a:lnTo>
                <a:lnTo>
                  <a:pt x="2100" y="14389"/>
                </a:lnTo>
                <a:lnTo>
                  <a:pt x="1443" y="11803"/>
                </a:lnTo>
                <a:lnTo>
                  <a:pt x="812" y="8810"/>
                </a:lnTo>
                <a:lnTo>
                  <a:pt x="0" y="4592"/>
                </a:lnTo>
                <a:lnTo>
                  <a:pt x="3300" y="2013"/>
                </a:lnTo>
                <a:lnTo>
                  <a:pt x="6303" y="527"/>
                </a:lnTo>
                <a:lnTo>
                  <a:pt x="9150" y="0"/>
                </a:lnTo>
                <a:lnTo>
                  <a:pt x="11966" y="278"/>
                </a:lnTo>
                <a:lnTo>
                  <a:pt x="14891" y="1230"/>
                </a:lnTo>
                <a:lnTo>
                  <a:pt x="18058" y="2716"/>
                </a:lnTo>
                <a:lnTo>
                  <a:pt x="21600" y="4592"/>
                </a:lnTo>
                <a:close/>
              </a:path>
            </a:pathLst>
          </a:custGeom>
          <a:solidFill>
            <a:srgbClr val="7D7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7" name="contour_18145"/>
          <p:cNvSpPr/>
          <p:nvPr/>
        </p:nvSpPr>
        <p:spPr>
          <a:xfrm>
            <a:off x="5031801" y="2864181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076" y="20444"/>
                </a:lnTo>
                <a:lnTo>
                  <a:pt x="15487" y="19273"/>
                </a:lnTo>
                <a:lnTo>
                  <a:pt x="12908" y="18079"/>
                </a:lnTo>
                <a:lnTo>
                  <a:pt x="10335" y="16875"/>
                </a:lnTo>
                <a:lnTo>
                  <a:pt x="8888" y="16216"/>
                </a:lnTo>
                <a:lnTo>
                  <a:pt x="4522" y="14218"/>
                </a:lnTo>
                <a:lnTo>
                  <a:pt x="3400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646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8" name="contour_18146"/>
          <p:cNvSpPr/>
          <p:nvPr/>
        </p:nvSpPr>
        <p:spPr>
          <a:xfrm>
            <a:off x="2553884" y="2855909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5"/>
                </a:moveTo>
                <a:lnTo>
                  <a:pt x="3856" y="235"/>
                </a:lnTo>
                <a:lnTo>
                  <a:pt x="6626" y="0"/>
                </a:lnTo>
                <a:lnTo>
                  <a:pt x="9088" y="0"/>
                </a:lnTo>
                <a:lnTo>
                  <a:pt x="12020" y="235"/>
                </a:lnTo>
                <a:lnTo>
                  <a:pt x="16200" y="705"/>
                </a:lnTo>
                <a:lnTo>
                  <a:pt x="18025" y="4592"/>
                </a:lnTo>
                <a:lnTo>
                  <a:pt x="19219" y="7350"/>
                </a:lnTo>
                <a:lnTo>
                  <a:pt x="20039" y="9732"/>
                </a:lnTo>
                <a:lnTo>
                  <a:pt x="20747" y="12490"/>
                </a:lnTo>
                <a:lnTo>
                  <a:pt x="21600" y="16376"/>
                </a:lnTo>
                <a:lnTo>
                  <a:pt x="18036" y="17238"/>
                </a:lnTo>
                <a:lnTo>
                  <a:pt x="14467" y="18100"/>
                </a:lnTo>
                <a:lnTo>
                  <a:pt x="10881" y="18967"/>
                </a:lnTo>
                <a:lnTo>
                  <a:pt x="7279" y="19840"/>
                </a:lnTo>
                <a:lnTo>
                  <a:pt x="3656" y="20717"/>
                </a:lnTo>
                <a:lnTo>
                  <a:pt x="0" y="21600"/>
                </a:lnTo>
                <a:lnTo>
                  <a:pt x="0" y="18152"/>
                </a:lnTo>
                <a:lnTo>
                  <a:pt x="0" y="14699"/>
                </a:lnTo>
                <a:lnTo>
                  <a:pt x="0" y="11231"/>
                </a:lnTo>
                <a:lnTo>
                  <a:pt x="0" y="7747"/>
                </a:lnTo>
                <a:lnTo>
                  <a:pt x="0" y="4242"/>
                </a:lnTo>
                <a:lnTo>
                  <a:pt x="0" y="705"/>
                </a:lnTo>
                <a:close/>
              </a:path>
            </a:pathLst>
          </a:custGeom>
          <a:solidFill>
            <a:srgbClr val="F5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49" name="contour_18147"/>
          <p:cNvSpPr/>
          <p:nvPr/>
        </p:nvSpPr>
        <p:spPr>
          <a:xfrm>
            <a:off x="5359760" y="284231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9580" y="10454"/>
                </a:lnTo>
                <a:lnTo>
                  <a:pt x="18050" y="12830"/>
                </a:lnTo>
                <a:lnTo>
                  <a:pt x="16708" y="14731"/>
                </a:lnTo>
                <a:lnTo>
                  <a:pt x="15250" y="16567"/>
                </a:lnTo>
                <a:lnTo>
                  <a:pt x="13381" y="18720"/>
                </a:lnTo>
                <a:lnTo>
                  <a:pt x="10800" y="21600"/>
                </a:lnTo>
                <a:lnTo>
                  <a:pt x="7798" y="20678"/>
                </a:lnTo>
                <a:lnTo>
                  <a:pt x="5735" y="19843"/>
                </a:lnTo>
                <a:lnTo>
                  <a:pt x="4093" y="18749"/>
                </a:lnTo>
                <a:lnTo>
                  <a:pt x="2354" y="1705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D4E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0" name="contour_18148"/>
          <p:cNvSpPr/>
          <p:nvPr/>
        </p:nvSpPr>
        <p:spPr>
          <a:xfrm>
            <a:off x="1854237" y="2813165"/>
            <a:ext cx="3644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412" y="2243"/>
                </a:lnTo>
                <a:lnTo>
                  <a:pt x="15850" y="4493"/>
                </a:lnTo>
                <a:lnTo>
                  <a:pt x="17280" y="6750"/>
                </a:lnTo>
                <a:lnTo>
                  <a:pt x="17885" y="7693"/>
                </a:lnTo>
                <a:lnTo>
                  <a:pt x="19708" y="10548"/>
                </a:lnTo>
                <a:lnTo>
                  <a:pt x="20632" y="12485"/>
                </a:lnTo>
                <a:lnTo>
                  <a:pt x="21190" y="14029"/>
                </a:lnTo>
                <a:lnTo>
                  <a:pt x="21479" y="15710"/>
                </a:lnTo>
                <a:lnTo>
                  <a:pt x="21583" y="18054"/>
                </a:lnTo>
                <a:lnTo>
                  <a:pt x="21600" y="21600"/>
                </a:lnTo>
                <a:lnTo>
                  <a:pt x="18926" y="21154"/>
                </a:lnTo>
                <a:lnTo>
                  <a:pt x="16252" y="20707"/>
                </a:lnTo>
                <a:lnTo>
                  <a:pt x="13569" y="20261"/>
                </a:lnTo>
                <a:lnTo>
                  <a:pt x="10882" y="19814"/>
                </a:lnTo>
                <a:lnTo>
                  <a:pt x="8182" y="19364"/>
                </a:lnTo>
                <a:lnTo>
                  <a:pt x="5469" y="18911"/>
                </a:lnTo>
                <a:lnTo>
                  <a:pt x="2743" y="18457"/>
                </a:lnTo>
                <a:lnTo>
                  <a:pt x="0" y="18000"/>
                </a:lnTo>
                <a:lnTo>
                  <a:pt x="2143" y="17705"/>
                </a:lnTo>
                <a:lnTo>
                  <a:pt x="4294" y="17402"/>
                </a:lnTo>
                <a:lnTo>
                  <a:pt x="6480" y="17100"/>
                </a:lnTo>
                <a:lnTo>
                  <a:pt x="8623" y="16207"/>
                </a:lnTo>
                <a:lnTo>
                  <a:pt x="10774" y="15311"/>
                </a:lnTo>
                <a:lnTo>
                  <a:pt x="12960" y="14400"/>
                </a:lnTo>
                <a:lnTo>
                  <a:pt x="13444" y="11934"/>
                </a:lnTo>
                <a:lnTo>
                  <a:pt x="13660" y="9572"/>
                </a:lnTo>
                <a:lnTo>
                  <a:pt x="13664" y="7261"/>
                </a:lnTo>
                <a:lnTo>
                  <a:pt x="13513" y="4936"/>
                </a:lnTo>
                <a:lnTo>
                  <a:pt x="13258" y="2534"/>
                </a:lnTo>
                <a:lnTo>
                  <a:pt x="12960" y="0"/>
                </a:lnTo>
                <a:close/>
              </a:path>
            </a:pathLst>
          </a:custGeom>
          <a:solidFill>
            <a:srgbClr val="1B19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1" name="contour_18149"/>
          <p:cNvSpPr/>
          <p:nvPr/>
        </p:nvSpPr>
        <p:spPr>
          <a:xfrm>
            <a:off x="5447216" y="279130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3B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2" name="contour_18150"/>
          <p:cNvSpPr/>
          <p:nvPr/>
        </p:nvSpPr>
        <p:spPr>
          <a:xfrm>
            <a:off x="5388912" y="28058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5CB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3" name="contour_18151"/>
          <p:cNvSpPr/>
          <p:nvPr/>
        </p:nvSpPr>
        <p:spPr>
          <a:xfrm>
            <a:off x="2240500" y="279858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960" y="4759"/>
                </a:lnTo>
                <a:lnTo>
                  <a:pt x="12960" y="9547"/>
                </a:lnTo>
                <a:lnTo>
                  <a:pt x="12960" y="14400"/>
                </a:lnTo>
                <a:lnTo>
                  <a:pt x="15098" y="16186"/>
                </a:lnTo>
                <a:lnTo>
                  <a:pt x="17250" y="17971"/>
                </a:lnTo>
                <a:lnTo>
                  <a:pt x="19410" y="1977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B4E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4" name="contour_18152"/>
          <p:cNvSpPr/>
          <p:nvPr/>
        </p:nvSpPr>
        <p:spPr>
          <a:xfrm>
            <a:off x="8544613" y="279130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5" y="3927"/>
                </a:lnTo>
                <a:lnTo>
                  <a:pt x="12053" y="6666"/>
                </a:lnTo>
                <a:lnTo>
                  <a:pt x="15358" y="8580"/>
                </a:lnTo>
                <a:lnTo>
                  <a:pt x="17654" y="10027"/>
                </a:lnTo>
                <a:lnTo>
                  <a:pt x="19534" y="1136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8E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5" name="contour_18153"/>
          <p:cNvSpPr/>
          <p:nvPr/>
        </p:nvSpPr>
        <p:spPr>
          <a:xfrm>
            <a:off x="7713782" y="279858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20529" y="13473"/>
                </a:lnTo>
                <a:lnTo>
                  <a:pt x="19457" y="16162"/>
                </a:lnTo>
                <a:lnTo>
                  <a:pt x="18373" y="18862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1071" y="8127"/>
                </a:lnTo>
                <a:lnTo>
                  <a:pt x="2143" y="5438"/>
                </a:lnTo>
                <a:lnTo>
                  <a:pt x="3227" y="2738"/>
                </a:lnTo>
                <a:lnTo>
                  <a:pt x="4320" y="0"/>
                </a:lnTo>
                <a:close/>
              </a:path>
            </a:pathLst>
          </a:custGeom>
          <a:solidFill>
            <a:srgbClr val="C8E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6" name="contour_18154"/>
          <p:cNvSpPr/>
          <p:nvPr/>
        </p:nvSpPr>
        <p:spPr>
          <a:xfrm>
            <a:off x="8653933" y="277672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8927" y="10778"/>
                </a:lnTo>
                <a:lnTo>
                  <a:pt x="16249" y="12921"/>
                </a:lnTo>
                <a:lnTo>
                  <a:pt x="13559" y="15072"/>
                </a:lnTo>
                <a:lnTo>
                  <a:pt x="10859" y="17232"/>
                </a:lnTo>
                <a:lnTo>
                  <a:pt x="8143" y="19405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C5D4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7" name="contour_18155"/>
          <p:cNvSpPr/>
          <p:nvPr/>
        </p:nvSpPr>
        <p:spPr>
          <a:xfrm>
            <a:off x="4798585" y="279858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071"/>
                </a:lnTo>
                <a:lnTo>
                  <a:pt x="16157" y="2143"/>
                </a:lnTo>
                <a:lnTo>
                  <a:pt x="18862" y="3227"/>
                </a:lnTo>
                <a:lnTo>
                  <a:pt x="21600" y="4320"/>
                </a:lnTo>
                <a:lnTo>
                  <a:pt x="20747" y="7404"/>
                </a:lnTo>
                <a:lnTo>
                  <a:pt x="20039" y="9621"/>
                </a:lnTo>
                <a:lnTo>
                  <a:pt x="19219" y="11591"/>
                </a:lnTo>
                <a:lnTo>
                  <a:pt x="18025" y="13936"/>
                </a:lnTo>
                <a:lnTo>
                  <a:pt x="16200" y="17280"/>
                </a:lnTo>
                <a:lnTo>
                  <a:pt x="12020" y="18740"/>
                </a:lnTo>
                <a:lnTo>
                  <a:pt x="9088" y="19695"/>
                </a:lnTo>
                <a:lnTo>
                  <a:pt x="6626" y="20352"/>
                </a:lnTo>
                <a:lnTo>
                  <a:pt x="3856" y="20917"/>
                </a:lnTo>
                <a:lnTo>
                  <a:pt x="0" y="21600"/>
                </a:lnTo>
                <a:lnTo>
                  <a:pt x="1339" y="18926"/>
                </a:lnTo>
                <a:lnTo>
                  <a:pt x="2673" y="16252"/>
                </a:lnTo>
                <a:lnTo>
                  <a:pt x="4018" y="13569"/>
                </a:lnTo>
                <a:lnTo>
                  <a:pt x="5357" y="10882"/>
                </a:lnTo>
                <a:lnTo>
                  <a:pt x="6707" y="8182"/>
                </a:lnTo>
                <a:lnTo>
                  <a:pt x="8062" y="5469"/>
                </a:lnTo>
                <a:lnTo>
                  <a:pt x="9428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3E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8" name="contour_18156"/>
          <p:cNvSpPr/>
          <p:nvPr/>
        </p:nvSpPr>
        <p:spPr>
          <a:xfrm>
            <a:off x="1737629" y="27767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3208"/>
                </a:lnTo>
                <a:lnTo>
                  <a:pt x="18995" y="6426"/>
                </a:lnTo>
                <a:lnTo>
                  <a:pt x="19855" y="9655"/>
                </a:lnTo>
                <a:lnTo>
                  <a:pt x="20723" y="12911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2138" y="20261"/>
                </a:lnTo>
                <a:lnTo>
                  <a:pt x="4290" y="18922"/>
                </a:lnTo>
                <a:lnTo>
                  <a:pt x="6450" y="17566"/>
                </a:lnTo>
                <a:lnTo>
                  <a:pt x="8640" y="16200"/>
                </a:lnTo>
                <a:lnTo>
                  <a:pt x="8640" y="12631"/>
                </a:lnTo>
                <a:lnTo>
                  <a:pt x="8640" y="9040"/>
                </a:lnTo>
                <a:lnTo>
                  <a:pt x="8640" y="5400"/>
                </a:lnTo>
                <a:lnTo>
                  <a:pt x="11206" y="3418"/>
                </a:lnTo>
                <a:lnTo>
                  <a:pt x="12960" y="2192"/>
                </a:lnTo>
                <a:lnTo>
                  <a:pt x="14714" y="1226"/>
                </a:lnTo>
                <a:lnTo>
                  <a:pt x="17280" y="0"/>
                </a:lnTo>
                <a:close/>
              </a:path>
            </a:pathLst>
          </a:custGeom>
          <a:solidFill>
            <a:srgbClr val="D2BA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59" name="contour_18157"/>
          <p:cNvSpPr/>
          <p:nvPr/>
        </p:nvSpPr>
        <p:spPr>
          <a:xfrm>
            <a:off x="10782026" y="277672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5AC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0" name="contour_18158"/>
          <p:cNvSpPr/>
          <p:nvPr/>
        </p:nvSpPr>
        <p:spPr>
          <a:xfrm>
            <a:off x="10599826" y="2784013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448"/>
                </a:lnTo>
                <a:lnTo>
                  <a:pt x="17982" y="6901"/>
                </a:lnTo>
                <a:lnTo>
                  <a:pt x="18878" y="10369"/>
                </a:lnTo>
                <a:lnTo>
                  <a:pt x="19780" y="13853"/>
                </a:lnTo>
                <a:lnTo>
                  <a:pt x="20687" y="17358"/>
                </a:lnTo>
                <a:lnTo>
                  <a:pt x="21600" y="20895"/>
                </a:lnTo>
                <a:lnTo>
                  <a:pt x="17744" y="21365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65"/>
                </a:lnTo>
                <a:lnTo>
                  <a:pt x="5400" y="20895"/>
                </a:lnTo>
                <a:lnTo>
                  <a:pt x="3575" y="17008"/>
                </a:lnTo>
                <a:lnTo>
                  <a:pt x="2381" y="14250"/>
                </a:lnTo>
                <a:lnTo>
                  <a:pt x="1561" y="11868"/>
                </a:lnTo>
                <a:lnTo>
                  <a:pt x="853" y="9110"/>
                </a:lnTo>
                <a:lnTo>
                  <a:pt x="0" y="5224"/>
                </a:lnTo>
                <a:lnTo>
                  <a:pt x="3208" y="4189"/>
                </a:lnTo>
                <a:lnTo>
                  <a:pt x="6426" y="3150"/>
                </a:lnTo>
                <a:lnTo>
                  <a:pt x="9655" y="2110"/>
                </a:lnTo>
                <a:lnTo>
                  <a:pt x="12911" y="1060"/>
                </a:lnTo>
                <a:lnTo>
                  <a:pt x="16200" y="0"/>
                </a:lnTo>
                <a:close/>
              </a:path>
            </a:pathLst>
          </a:custGeom>
          <a:solidFill>
            <a:srgbClr val="ED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1" name="contour_18159"/>
          <p:cNvSpPr/>
          <p:nvPr/>
        </p:nvSpPr>
        <p:spPr>
          <a:xfrm>
            <a:off x="5228577" y="2776725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0709"/>
                </a:lnTo>
                <a:lnTo>
                  <a:pt x="13994" y="19818"/>
                </a:lnTo>
                <a:lnTo>
                  <a:pt x="10526" y="18922"/>
                </a:lnTo>
                <a:lnTo>
                  <a:pt x="7042" y="18020"/>
                </a:lnTo>
                <a:lnTo>
                  <a:pt x="3536" y="17113"/>
                </a:lnTo>
                <a:lnTo>
                  <a:pt x="0" y="16200"/>
                </a:lnTo>
                <a:lnTo>
                  <a:pt x="1034" y="12992"/>
                </a:lnTo>
                <a:lnTo>
                  <a:pt x="2074" y="9774"/>
                </a:lnTo>
                <a:lnTo>
                  <a:pt x="3113" y="6545"/>
                </a:lnTo>
                <a:lnTo>
                  <a:pt x="4163" y="3289"/>
                </a:lnTo>
                <a:lnTo>
                  <a:pt x="5224" y="0"/>
                </a:lnTo>
                <a:close/>
              </a:path>
            </a:pathLst>
          </a:custGeom>
          <a:solidFill>
            <a:srgbClr val="4443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2" name="contour_18160"/>
          <p:cNvSpPr/>
          <p:nvPr/>
        </p:nvSpPr>
        <p:spPr>
          <a:xfrm>
            <a:off x="4164530" y="2783102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1600" y="4970"/>
                </a:lnTo>
                <a:lnTo>
                  <a:pt x="21600" y="9089"/>
                </a:lnTo>
                <a:lnTo>
                  <a:pt x="21600" y="13223"/>
                </a:lnTo>
                <a:lnTo>
                  <a:pt x="21600" y="17391"/>
                </a:lnTo>
                <a:lnTo>
                  <a:pt x="21600" y="21600"/>
                </a:lnTo>
                <a:lnTo>
                  <a:pt x="18926" y="20743"/>
                </a:lnTo>
                <a:lnTo>
                  <a:pt x="16252" y="19886"/>
                </a:lnTo>
                <a:lnTo>
                  <a:pt x="13569" y="19029"/>
                </a:lnTo>
                <a:lnTo>
                  <a:pt x="10882" y="18172"/>
                </a:lnTo>
                <a:lnTo>
                  <a:pt x="8182" y="17308"/>
                </a:lnTo>
                <a:lnTo>
                  <a:pt x="5469" y="16437"/>
                </a:lnTo>
                <a:lnTo>
                  <a:pt x="2743" y="1556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CDCD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3" name="contour_18161"/>
          <p:cNvSpPr/>
          <p:nvPr/>
        </p:nvSpPr>
        <p:spPr>
          <a:xfrm>
            <a:off x="3655588" y="2776725"/>
            <a:ext cx="2793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694" y="0"/>
                </a:moveTo>
                <a:lnTo>
                  <a:pt x="7084" y="2038"/>
                </a:lnTo>
                <a:lnTo>
                  <a:pt x="9479" y="4075"/>
                </a:lnTo>
                <a:lnTo>
                  <a:pt x="11879" y="6120"/>
                </a:lnTo>
                <a:lnTo>
                  <a:pt x="14291" y="8172"/>
                </a:lnTo>
                <a:lnTo>
                  <a:pt x="16709" y="10235"/>
                </a:lnTo>
                <a:lnTo>
                  <a:pt x="19149" y="12308"/>
                </a:lnTo>
                <a:lnTo>
                  <a:pt x="21600" y="14400"/>
                </a:lnTo>
                <a:lnTo>
                  <a:pt x="17875" y="14400"/>
                </a:lnTo>
                <a:lnTo>
                  <a:pt x="14128" y="14400"/>
                </a:lnTo>
                <a:lnTo>
                  <a:pt x="10329" y="14400"/>
                </a:lnTo>
                <a:lnTo>
                  <a:pt x="8261" y="16538"/>
                </a:lnTo>
                <a:lnTo>
                  <a:pt x="6982" y="18000"/>
                </a:lnTo>
                <a:lnTo>
                  <a:pt x="5973" y="19462"/>
                </a:lnTo>
                <a:lnTo>
                  <a:pt x="4694" y="21600"/>
                </a:lnTo>
                <a:lnTo>
                  <a:pt x="2818" y="17572"/>
                </a:lnTo>
                <a:lnTo>
                  <a:pt x="1409" y="14364"/>
                </a:lnTo>
                <a:lnTo>
                  <a:pt x="468" y="11801"/>
                </a:lnTo>
                <a:lnTo>
                  <a:pt x="0" y="9702"/>
                </a:lnTo>
                <a:lnTo>
                  <a:pt x="0" y="7895"/>
                </a:lnTo>
                <a:lnTo>
                  <a:pt x="468" y="6199"/>
                </a:lnTo>
                <a:lnTo>
                  <a:pt x="1409" y="4439"/>
                </a:lnTo>
                <a:lnTo>
                  <a:pt x="2818" y="2430"/>
                </a:lnTo>
                <a:lnTo>
                  <a:pt x="4694" y="0"/>
                </a:lnTo>
                <a:close/>
              </a:path>
            </a:pathLst>
          </a:custGeom>
          <a:solidFill>
            <a:srgbClr val="9DA4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4" name="contour_18162"/>
          <p:cNvSpPr/>
          <p:nvPr/>
        </p:nvSpPr>
        <p:spPr>
          <a:xfrm>
            <a:off x="1074421" y="2775741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C0C2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5" name="contour_18163"/>
          <p:cNvSpPr/>
          <p:nvPr/>
        </p:nvSpPr>
        <p:spPr>
          <a:xfrm>
            <a:off x="10636266" y="2769276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"/>
                </a:moveTo>
                <a:lnTo>
                  <a:pt x="7452" y="0"/>
                </a:lnTo>
                <a:lnTo>
                  <a:pt x="9763" y="465"/>
                </a:lnTo>
                <a:lnTo>
                  <a:pt x="13228" y="1944"/>
                </a:lnTo>
                <a:lnTo>
                  <a:pt x="14412" y="2416"/>
                </a:lnTo>
                <a:lnTo>
                  <a:pt x="17971" y="3845"/>
                </a:lnTo>
                <a:lnTo>
                  <a:pt x="19773" y="5561"/>
                </a:lnTo>
                <a:lnTo>
                  <a:pt x="21600" y="7305"/>
                </a:lnTo>
                <a:lnTo>
                  <a:pt x="21600" y="12029"/>
                </a:lnTo>
                <a:lnTo>
                  <a:pt x="21600" y="16783"/>
                </a:lnTo>
                <a:lnTo>
                  <a:pt x="21600" y="21600"/>
                </a:lnTo>
                <a:lnTo>
                  <a:pt x="18926" y="20714"/>
                </a:lnTo>
                <a:lnTo>
                  <a:pt x="16252" y="19827"/>
                </a:lnTo>
                <a:lnTo>
                  <a:pt x="13569" y="18941"/>
                </a:lnTo>
                <a:lnTo>
                  <a:pt x="10882" y="18055"/>
                </a:lnTo>
                <a:lnTo>
                  <a:pt x="8182" y="17161"/>
                </a:lnTo>
                <a:lnTo>
                  <a:pt x="5469" y="16261"/>
                </a:lnTo>
                <a:lnTo>
                  <a:pt x="2743" y="15360"/>
                </a:lnTo>
                <a:lnTo>
                  <a:pt x="0" y="14452"/>
                </a:lnTo>
                <a:lnTo>
                  <a:pt x="1071" y="10914"/>
                </a:lnTo>
                <a:lnTo>
                  <a:pt x="2143" y="7355"/>
                </a:lnTo>
                <a:lnTo>
                  <a:pt x="3227" y="3781"/>
                </a:lnTo>
                <a:lnTo>
                  <a:pt x="4320" y="157"/>
                </a:lnTo>
                <a:close/>
              </a:path>
            </a:pathLst>
          </a:custGeom>
          <a:solidFill>
            <a:srgbClr val="D0B1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6" name="contour_18164"/>
          <p:cNvSpPr/>
          <p:nvPr/>
        </p:nvSpPr>
        <p:spPr>
          <a:xfrm>
            <a:off x="4062498" y="276943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3569"/>
                </a:lnTo>
                <a:lnTo>
                  <a:pt x="12960" y="7160"/>
                </a:lnTo>
                <a:lnTo>
                  <a:pt x="12960" y="10800"/>
                </a:lnTo>
                <a:lnTo>
                  <a:pt x="15816" y="10800"/>
                </a:lnTo>
                <a:lnTo>
                  <a:pt x="18688" y="10800"/>
                </a:lnTo>
                <a:lnTo>
                  <a:pt x="21600" y="10800"/>
                </a:lnTo>
                <a:lnTo>
                  <a:pt x="20529" y="13473"/>
                </a:lnTo>
                <a:lnTo>
                  <a:pt x="19457" y="16162"/>
                </a:lnTo>
                <a:lnTo>
                  <a:pt x="18373" y="18862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1071" y="8127"/>
                </a:lnTo>
                <a:lnTo>
                  <a:pt x="2143" y="5438"/>
                </a:lnTo>
                <a:lnTo>
                  <a:pt x="3227" y="2738"/>
                </a:lnTo>
                <a:lnTo>
                  <a:pt x="4320" y="0"/>
                </a:lnTo>
                <a:close/>
              </a:path>
            </a:pathLst>
          </a:custGeom>
          <a:solidFill>
            <a:srgbClr val="CFD5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7" name="contour_18165"/>
          <p:cNvSpPr/>
          <p:nvPr/>
        </p:nvSpPr>
        <p:spPr>
          <a:xfrm>
            <a:off x="7859542" y="276214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3208"/>
                </a:lnTo>
                <a:lnTo>
                  <a:pt x="18995" y="6426"/>
                </a:lnTo>
                <a:lnTo>
                  <a:pt x="19855" y="9655"/>
                </a:lnTo>
                <a:lnTo>
                  <a:pt x="20723" y="12911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2138" y="20261"/>
                </a:lnTo>
                <a:lnTo>
                  <a:pt x="4290" y="18922"/>
                </a:lnTo>
                <a:lnTo>
                  <a:pt x="6450" y="17566"/>
                </a:lnTo>
                <a:lnTo>
                  <a:pt x="8640" y="16200"/>
                </a:lnTo>
                <a:lnTo>
                  <a:pt x="8640" y="12631"/>
                </a:lnTo>
                <a:lnTo>
                  <a:pt x="8640" y="9040"/>
                </a:lnTo>
                <a:lnTo>
                  <a:pt x="8640" y="5400"/>
                </a:lnTo>
                <a:lnTo>
                  <a:pt x="11206" y="3418"/>
                </a:lnTo>
                <a:lnTo>
                  <a:pt x="12960" y="2192"/>
                </a:lnTo>
                <a:lnTo>
                  <a:pt x="14714" y="1226"/>
                </a:lnTo>
                <a:lnTo>
                  <a:pt x="17280" y="0"/>
                </a:lnTo>
                <a:close/>
              </a:path>
            </a:pathLst>
          </a:custGeom>
          <a:solidFill>
            <a:srgbClr val="DEE2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8" name="contour_18166"/>
          <p:cNvSpPr/>
          <p:nvPr/>
        </p:nvSpPr>
        <p:spPr>
          <a:xfrm>
            <a:off x="4222834" y="276943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7D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69" name="contour_18167"/>
          <p:cNvSpPr/>
          <p:nvPr/>
        </p:nvSpPr>
        <p:spPr>
          <a:xfrm>
            <a:off x="4798585" y="276214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157"/>
                </a:lnTo>
                <a:lnTo>
                  <a:pt x="9763" y="680"/>
                </a:lnTo>
                <a:lnTo>
                  <a:pt x="13228" y="2025"/>
                </a:lnTo>
                <a:lnTo>
                  <a:pt x="14412" y="2473"/>
                </a:lnTo>
                <a:lnTo>
                  <a:pt x="17971" y="3839"/>
                </a:lnTo>
                <a:lnTo>
                  <a:pt x="18874" y="4228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1071" y="8127"/>
                </a:lnTo>
                <a:lnTo>
                  <a:pt x="2143" y="5438"/>
                </a:lnTo>
                <a:lnTo>
                  <a:pt x="3227" y="2738"/>
                </a:lnTo>
                <a:lnTo>
                  <a:pt x="4320" y="0"/>
                </a:lnTo>
                <a:close/>
              </a:path>
            </a:pathLst>
          </a:custGeom>
          <a:solidFill>
            <a:srgbClr val="D3DE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0" name="contour_18168"/>
          <p:cNvSpPr/>
          <p:nvPr/>
        </p:nvSpPr>
        <p:spPr>
          <a:xfrm>
            <a:off x="1088997" y="274028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584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1" name="contour_18169"/>
          <p:cNvSpPr/>
          <p:nvPr/>
        </p:nvSpPr>
        <p:spPr>
          <a:xfrm>
            <a:off x="10884058" y="27548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6841"/>
                </a:lnTo>
                <a:lnTo>
                  <a:pt x="8640" y="12053"/>
                </a:lnTo>
                <a:lnTo>
                  <a:pt x="8640" y="7200"/>
                </a:lnTo>
                <a:lnTo>
                  <a:pt x="6502" y="5414"/>
                </a:lnTo>
                <a:lnTo>
                  <a:pt x="4350" y="3629"/>
                </a:lnTo>
                <a:lnTo>
                  <a:pt x="2190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9FA8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2" name="contour_18170"/>
          <p:cNvSpPr/>
          <p:nvPr/>
        </p:nvSpPr>
        <p:spPr>
          <a:xfrm>
            <a:off x="10781042" y="2740285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023" y="0"/>
                </a:lnTo>
                <a:lnTo>
                  <a:pt x="9129" y="0"/>
                </a:lnTo>
                <a:lnTo>
                  <a:pt x="13249" y="0"/>
                </a:lnTo>
                <a:lnTo>
                  <a:pt x="1740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5554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3" name="contour_18171"/>
          <p:cNvSpPr/>
          <p:nvPr/>
        </p:nvSpPr>
        <p:spPr>
          <a:xfrm>
            <a:off x="4980785" y="2740853"/>
            <a:ext cx="51016" cy="212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43" y="6357"/>
                </a:moveTo>
                <a:lnTo>
                  <a:pt x="19017" y="8952"/>
                </a:lnTo>
                <a:lnTo>
                  <a:pt x="20301" y="11561"/>
                </a:lnTo>
                <a:lnTo>
                  <a:pt x="21600" y="14208"/>
                </a:lnTo>
                <a:lnTo>
                  <a:pt x="19684" y="15479"/>
                </a:lnTo>
                <a:lnTo>
                  <a:pt x="17777" y="16692"/>
                </a:lnTo>
                <a:lnTo>
                  <a:pt x="15870" y="17823"/>
                </a:lnTo>
                <a:lnTo>
                  <a:pt x="13960" y="18857"/>
                </a:lnTo>
                <a:lnTo>
                  <a:pt x="12040" y="19767"/>
                </a:lnTo>
                <a:lnTo>
                  <a:pt x="10106" y="20543"/>
                </a:lnTo>
                <a:lnTo>
                  <a:pt x="8152" y="21156"/>
                </a:lnTo>
                <a:lnTo>
                  <a:pt x="6171" y="21600"/>
                </a:lnTo>
                <a:lnTo>
                  <a:pt x="3799" y="17468"/>
                </a:lnTo>
                <a:lnTo>
                  <a:pt x="2364" y="14555"/>
                </a:lnTo>
                <a:lnTo>
                  <a:pt x="1290" y="11465"/>
                </a:lnTo>
                <a:lnTo>
                  <a:pt x="0" y="6816"/>
                </a:lnTo>
                <a:lnTo>
                  <a:pt x="3286" y="4117"/>
                </a:lnTo>
                <a:lnTo>
                  <a:pt x="5906" y="2092"/>
                </a:lnTo>
                <a:lnTo>
                  <a:pt x="7998" y="732"/>
                </a:lnTo>
                <a:lnTo>
                  <a:pt x="9717" y="37"/>
                </a:lnTo>
                <a:lnTo>
                  <a:pt x="11201" y="0"/>
                </a:lnTo>
                <a:lnTo>
                  <a:pt x="12599" y="614"/>
                </a:lnTo>
                <a:lnTo>
                  <a:pt x="14059" y="1885"/>
                </a:lnTo>
                <a:lnTo>
                  <a:pt x="15725" y="3800"/>
                </a:lnTo>
                <a:lnTo>
                  <a:pt x="17743" y="6357"/>
                </a:lnTo>
                <a:close/>
              </a:path>
            </a:pathLst>
          </a:custGeom>
          <a:solidFill>
            <a:srgbClr val="5A5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4" name="contour_18172"/>
          <p:cNvSpPr/>
          <p:nvPr/>
        </p:nvSpPr>
        <p:spPr>
          <a:xfrm>
            <a:off x="4134190" y="2747573"/>
            <a:ext cx="2403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68" y="0"/>
                </a:moveTo>
                <a:lnTo>
                  <a:pt x="5253" y="1503"/>
                </a:lnTo>
                <a:lnTo>
                  <a:pt x="8344" y="2657"/>
                </a:lnTo>
                <a:lnTo>
                  <a:pt x="10892" y="3711"/>
                </a:lnTo>
                <a:lnTo>
                  <a:pt x="13439" y="4899"/>
                </a:lnTo>
                <a:lnTo>
                  <a:pt x="16531" y="6463"/>
                </a:lnTo>
                <a:lnTo>
                  <a:pt x="20716" y="8640"/>
                </a:lnTo>
                <a:lnTo>
                  <a:pt x="21305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05" y="18645"/>
                </a:lnTo>
                <a:lnTo>
                  <a:pt x="20716" y="21600"/>
                </a:lnTo>
                <a:lnTo>
                  <a:pt x="15843" y="21047"/>
                </a:lnTo>
                <a:lnTo>
                  <a:pt x="12385" y="20546"/>
                </a:lnTo>
                <a:lnTo>
                  <a:pt x="9398" y="19889"/>
                </a:lnTo>
                <a:lnTo>
                  <a:pt x="5940" y="18870"/>
                </a:lnTo>
                <a:lnTo>
                  <a:pt x="1068" y="17280"/>
                </a:lnTo>
                <a:lnTo>
                  <a:pt x="334" y="14321"/>
                </a:lnTo>
                <a:lnTo>
                  <a:pt x="7" y="11487"/>
                </a:lnTo>
                <a:lnTo>
                  <a:pt x="0" y="8713"/>
                </a:lnTo>
                <a:lnTo>
                  <a:pt x="229" y="5923"/>
                </a:lnTo>
                <a:lnTo>
                  <a:pt x="616" y="3041"/>
                </a:lnTo>
                <a:lnTo>
                  <a:pt x="1068" y="0"/>
                </a:lnTo>
                <a:close/>
              </a:path>
            </a:pathLst>
          </a:custGeom>
          <a:solidFill>
            <a:srgbClr val="D1D2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5" name="contour_18173"/>
          <p:cNvSpPr/>
          <p:nvPr/>
        </p:nvSpPr>
        <p:spPr>
          <a:xfrm>
            <a:off x="8100045" y="274028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345" y="15698"/>
                </a:lnTo>
                <a:lnTo>
                  <a:pt x="5400" y="14175"/>
                </a:lnTo>
                <a:lnTo>
                  <a:pt x="8078" y="12501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BA8E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6" name="contour_18174"/>
          <p:cNvSpPr/>
          <p:nvPr/>
        </p:nvSpPr>
        <p:spPr>
          <a:xfrm>
            <a:off x="7043286" y="272570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143"/>
                </a:lnTo>
                <a:lnTo>
                  <a:pt x="7425" y="4320"/>
                </a:lnTo>
                <a:lnTo>
                  <a:pt x="9099" y="6463"/>
                </a:lnTo>
                <a:lnTo>
                  <a:pt x="10800" y="8640"/>
                </a:lnTo>
                <a:lnTo>
                  <a:pt x="14369" y="8640"/>
                </a:lnTo>
                <a:lnTo>
                  <a:pt x="17960" y="8640"/>
                </a:lnTo>
                <a:lnTo>
                  <a:pt x="21600" y="8640"/>
                </a:lnTo>
                <a:lnTo>
                  <a:pt x="20531" y="11206"/>
                </a:lnTo>
                <a:lnTo>
                  <a:pt x="19456" y="13781"/>
                </a:lnTo>
                <a:lnTo>
                  <a:pt x="18382" y="16364"/>
                </a:lnTo>
                <a:lnTo>
                  <a:pt x="17296" y="18969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8083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7" name="contour_18175"/>
          <p:cNvSpPr/>
          <p:nvPr/>
        </p:nvSpPr>
        <p:spPr>
          <a:xfrm>
            <a:off x="5104681" y="2740285"/>
            <a:ext cx="22403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080" y="0"/>
                </a:moveTo>
                <a:lnTo>
                  <a:pt x="21431" y="4994"/>
                </a:lnTo>
                <a:lnTo>
                  <a:pt x="21600" y="8826"/>
                </a:lnTo>
                <a:lnTo>
                  <a:pt x="21495" y="11750"/>
                </a:lnTo>
                <a:lnTo>
                  <a:pt x="21038" y="14018"/>
                </a:lnTo>
                <a:lnTo>
                  <a:pt x="20153" y="15885"/>
                </a:lnTo>
                <a:lnTo>
                  <a:pt x="18747" y="17604"/>
                </a:lnTo>
                <a:lnTo>
                  <a:pt x="16738" y="19423"/>
                </a:lnTo>
                <a:lnTo>
                  <a:pt x="14053" y="21600"/>
                </a:lnTo>
                <a:lnTo>
                  <a:pt x="9409" y="21600"/>
                </a:lnTo>
                <a:lnTo>
                  <a:pt x="4736" y="21600"/>
                </a:lnTo>
                <a:lnTo>
                  <a:pt x="0" y="21600"/>
                </a:lnTo>
                <a:lnTo>
                  <a:pt x="1729" y="16152"/>
                </a:lnTo>
                <a:lnTo>
                  <a:pt x="3141" y="12010"/>
                </a:lnTo>
                <a:lnTo>
                  <a:pt x="4413" y="8929"/>
                </a:lnTo>
                <a:lnTo>
                  <a:pt x="5699" y="6674"/>
                </a:lnTo>
                <a:lnTo>
                  <a:pt x="7181" y="5003"/>
                </a:lnTo>
                <a:lnTo>
                  <a:pt x="9029" y="3672"/>
                </a:lnTo>
                <a:lnTo>
                  <a:pt x="11411" y="2445"/>
                </a:lnTo>
                <a:lnTo>
                  <a:pt x="14489" y="1080"/>
                </a:lnTo>
                <a:lnTo>
                  <a:pt x="17763" y="544"/>
                </a:lnTo>
                <a:lnTo>
                  <a:pt x="21080" y="0"/>
                </a:lnTo>
                <a:close/>
              </a:path>
            </a:pathLst>
          </a:custGeom>
          <a:solidFill>
            <a:srgbClr val="7C63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8" name="contour_18176"/>
          <p:cNvSpPr/>
          <p:nvPr/>
        </p:nvSpPr>
        <p:spPr>
          <a:xfrm>
            <a:off x="4521641" y="273299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565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79" name="contour_18177"/>
          <p:cNvSpPr/>
          <p:nvPr/>
        </p:nvSpPr>
        <p:spPr>
          <a:xfrm>
            <a:off x="3756402" y="274028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6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0" name="contour_18178"/>
          <p:cNvSpPr/>
          <p:nvPr/>
        </p:nvSpPr>
        <p:spPr>
          <a:xfrm>
            <a:off x="2437276" y="274028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18927" y="6458"/>
                </a:lnTo>
                <a:lnTo>
                  <a:pt x="16249" y="8601"/>
                </a:lnTo>
                <a:lnTo>
                  <a:pt x="13570" y="10744"/>
                </a:lnTo>
                <a:lnTo>
                  <a:pt x="10881" y="12895"/>
                </a:lnTo>
                <a:lnTo>
                  <a:pt x="8181" y="15055"/>
                </a:lnTo>
                <a:lnTo>
                  <a:pt x="5470" y="17224"/>
                </a:lnTo>
                <a:lnTo>
                  <a:pt x="2743" y="19405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F6F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1" name="contour_18179"/>
          <p:cNvSpPr/>
          <p:nvPr/>
        </p:nvSpPr>
        <p:spPr>
          <a:xfrm>
            <a:off x="7116166" y="271842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851"/>
                </a:lnTo>
                <a:lnTo>
                  <a:pt x="16776" y="5707"/>
                </a:lnTo>
                <a:lnTo>
                  <a:pt x="17971" y="8575"/>
                </a:lnTo>
                <a:lnTo>
                  <a:pt x="19174" y="11457"/>
                </a:lnTo>
                <a:lnTo>
                  <a:pt x="20383" y="14355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2095" y="16066"/>
                </a:lnTo>
                <a:lnTo>
                  <a:pt x="3766" y="11845"/>
                </a:lnTo>
                <a:lnTo>
                  <a:pt x="5191" y="8692"/>
                </a:lnTo>
                <a:lnTo>
                  <a:pt x="6523" y="6346"/>
                </a:lnTo>
                <a:lnTo>
                  <a:pt x="7949" y="4558"/>
                </a:lnTo>
                <a:lnTo>
                  <a:pt x="9619" y="3072"/>
                </a:lnTo>
                <a:lnTo>
                  <a:pt x="11714" y="1637"/>
                </a:lnTo>
                <a:lnTo>
                  <a:pt x="14400" y="0"/>
                </a:lnTo>
                <a:close/>
              </a:path>
            </a:pathLst>
          </a:custGeom>
          <a:solidFill>
            <a:srgbClr val="959A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2" name="contour_18180"/>
          <p:cNvSpPr/>
          <p:nvPr/>
        </p:nvSpPr>
        <p:spPr>
          <a:xfrm>
            <a:off x="5053665" y="2724725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E6E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3" name="contour_18181"/>
          <p:cNvSpPr/>
          <p:nvPr/>
        </p:nvSpPr>
        <p:spPr>
          <a:xfrm>
            <a:off x="4667401" y="273299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7D9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4" name="contour_18182"/>
          <p:cNvSpPr/>
          <p:nvPr/>
        </p:nvSpPr>
        <p:spPr>
          <a:xfrm>
            <a:off x="2167620" y="2734753"/>
            <a:ext cx="43728" cy="27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61"/>
                </a:moveTo>
                <a:lnTo>
                  <a:pt x="20808" y="5626"/>
                </a:lnTo>
                <a:lnTo>
                  <a:pt x="20012" y="6895"/>
                </a:lnTo>
                <a:lnTo>
                  <a:pt x="18914" y="8648"/>
                </a:lnTo>
                <a:lnTo>
                  <a:pt x="17212" y="11366"/>
                </a:lnTo>
                <a:lnTo>
                  <a:pt x="14609" y="15521"/>
                </a:lnTo>
                <a:lnTo>
                  <a:pt x="10800" y="21600"/>
                </a:lnTo>
                <a:lnTo>
                  <a:pt x="10800" y="17802"/>
                </a:lnTo>
                <a:lnTo>
                  <a:pt x="10800" y="13981"/>
                </a:lnTo>
                <a:lnTo>
                  <a:pt x="10800" y="10108"/>
                </a:lnTo>
                <a:lnTo>
                  <a:pt x="8122" y="8338"/>
                </a:lnTo>
                <a:lnTo>
                  <a:pt x="6221" y="7154"/>
                </a:lnTo>
                <a:lnTo>
                  <a:pt x="4579" y="6281"/>
                </a:lnTo>
                <a:lnTo>
                  <a:pt x="2678" y="5442"/>
                </a:lnTo>
                <a:lnTo>
                  <a:pt x="0" y="4361"/>
                </a:lnTo>
                <a:lnTo>
                  <a:pt x="2722" y="2620"/>
                </a:lnTo>
                <a:lnTo>
                  <a:pt x="5202" y="1310"/>
                </a:lnTo>
                <a:lnTo>
                  <a:pt x="7510" y="437"/>
                </a:lnTo>
                <a:lnTo>
                  <a:pt x="9716" y="0"/>
                </a:lnTo>
                <a:lnTo>
                  <a:pt x="11884" y="0"/>
                </a:lnTo>
                <a:lnTo>
                  <a:pt x="14090" y="437"/>
                </a:lnTo>
                <a:lnTo>
                  <a:pt x="16398" y="1310"/>
                </a:lnTo>
                <a:lnTo>
                  <a:pt x="18878" y="2620"/>
                </a:lnTo>
                <a:lnTo>
                  <a:pt x="21600" y="4361"/>
                </a:lnTo>
                <a:close/>
              </a:path>
            </a:pathLst>
          </a:custGeom>
          <a:solidFill>
            <a:srgbClr val="7973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5" name="contour_18183"/>
          <p:cNvSpPr/>
          <p:nvPr/>
        </p:nvSpPr>
        <p:spPr>
          <a:xfrm>
            <a:off x="1220181" y="272570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D50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6" name="contour_18184"/>
          <p:cNvSpPr/>
          <p:nvPr/>
        </p:nvSpPr>
        <p:spPr>
          <a:xfrm>
            <a:off x="11452521" y="271113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825"/>
                </a:lnTo>
                <a:lnTo>
                  <a:pt x="16448" y="1551"/>
                </a:lnTo>
                <a:lnTo>
                  <a:pt x="18581" y="257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8776" y="14576"/>
                </a:lnTo>
                <a:lnTo>
                  <a:pt x="16708" y="15617"/>
                </a:lnTo>
                <a:lnTo>
                  <a:pt x="14386" y="16550"/>
                </a:lnTo>
                <a:lnTo>
                  <a:pt x="10800" y="17820"/>
                </a:lnTo>
                <a:lnTo>
                  <a:pt x="7787" y="18909"/>
                </a:lnTo>
                <a:lnTo>
                  <a:pt x="4725" y="20015"/>
                </a:lnTo>
                <a:lnTo>
                  <a:pt x="3553" y="20408"/>
                </a:lnTo>
                <a:lnTo>
                  <a:pt x="0" y="21600"/>
                </a:lnTo>
                <a:lnTo>
                  <a:pt x="1571" y="16066"/>
                </a:lnTo>
                <a:lnTo>
                  <a:pt x="2824" y="11845"/>
                </a:lnTo>
                <a:lnTo>
                  <a:pt x="3893" y="8692"/>
                </a:lnTo>
                <a:lnTo>
                  <a:pt x="4892" y="6346"/>
                </a:lnTo>
                <a:lnTo>
                  <a:pt x="5962" y="4558"/>
                </a:lnTo>
                <a:lnTo>
                  <a:pt x="7214" y="3072"/>
                </a:lnTo>
                <a:lnTo>
                  <a:pt x="8786" y="1637"/>
                </a:lnTo>
                <a:lnTo>
                  <a:pt x="10800" y="0"/>
                </a:lnTo>
                <a:close/>
              </a:path>
            </a:pathLst>
          </a:custGeom>
          <a:solidFill>
            <a:srgbClr val="DA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7" name="contour_18185"/>
          <p:cNvSpPr/>
          <p:nvPr/>
        </p:nvSpPr>
        <p:spPr>
          <a:xfrm>
            <a:off x="7903269" y="2696557"/>
            <a:ext cx="238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4" y="683"/>
                </a:lnTo>
                <a:lnTo>
                  <a:pt x="8402" y="1248"/>
                </a:lnTo>
                <a:lnTo>
                  <a:pt x="11414" y="1905"/>
                </a:lnTo>
                <a:lnTo>
                  <a:pt x="14902" y="2860"/>
                </a:lnTo>
                <a:lnTo>
                  <a:pt x="19817" y="4320"/>
                </a:lnTo>
                <a:lnTo>
                  <a:pt x="21006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006" y="14066"/>
                </a:lnTo>
                <a:lnTo>
                  <a:pt x="19817" y="17280"/>
                </a:lnTo>
                <a:lnTo>
                  <a:pt x="14902" y="18740"/>
                </a:lnTo>
                <a:lnTo>
                  <a:pt x="11414" y="19695"/>
                </a:lnTo>
                <a:lnTo>
                  <a:pt x="8402" y="20352"/>
                </a:lnTo>
                <a:lnTo>
                  <a:pt x="4914" y="2091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C5CC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8" name="contour_18186"/>
          <p:cNvSpPr/>
          <p:nvPr/>
        </p:nvSpPr>
        <p:spPr>
          <a:xfrm>
            <a:off x="10898634" y="2688358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0745" y="4970"/>
                </a:lnTo>
                <a:lnTo>
                  <a:pt x="19885" y="9089"/>
                </a:lnTo>
                <a:lnTo>
                  <a:pt x="19025" y="13223"/>
                </a:lnTo>
                <a:lnTo>
                  <a:pt x="18157" y="17391"/>
                </a:lnTo>
                <a:lnTo>
                  <a:pt x="17280" y="21600"/>
                </a:lnTo>
                <a:lnTo>
                  <a:pt x="14429" y="20460"/>
                </a:lnTo>
                <a:lnTo>
                  <a:pt x="11573" y="19319"/>
                </a:lnTo>
                <a:lnTo>
                  <a:pt x="8705" y="18172"/>
                </a:lnTo>
                <a:lnTo>
                  <a:pt x="5823" y="17017"/>
                </a:lnTo>
                <a:lnTo>
                  <a:pt x="2925" y="1585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D6DB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89" name="contour_18187"/>
          <p:cNvSpPr/>
          <p:nvPr/>
        </p:nvSpPr>
        <p:spPr>
          <a:xfrm>
            <a:off x="1561405" y="2696557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620" y="853"/>
                </a:lnTo>
                <a:lnTo>
                  <a:pt x="7271" y="1561"/>
                </a:lnTo>
                <a:lnTo>
                  <a:pt x="9627" y="2381"/>
                </a:lnTo>
                <a:lnTo>
                  <a:pt x="12433" y="3575"/>
                </a:lnTo>
                <a:lnTo>
                  <a:pt x="16433" y="5400"/>
                </a:lnTo>
                <a:lnTo>
                  <a:pt x="18179" y="9580"/>
                </a:lnTo>
                <a:lnTo>
                  <a:pt x="19321" y="12512"/>
                </a:lnTo>
                <a:lnTo>
                  <a:pt x="20107" y="14974"/>
                </a:lnTo>
                <a:lnTo>
                  <a:pt x="20784" y="177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1917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0" name="contour_18188"/>
          <p:cNvSpPr/>
          <p:nvPr/>
        </p:nvSpPr>
        <p:spPr>
          <a:xfrm>
            <a:off x="7108878" y="268198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8852" y="18992"/>
                </a:lnTo>
                <a:lnTo>
                  <a:pt x="6000" y="16951"/>
                </a:lnTo>
                <a:lnTo>
                  <a:pt x="4052" y="15017"/>
                </a:lnTo>
                <a:lnTo>
                  <a:pt x="2640" y="12749"/>
                </a:lnTo>
                <a:lnTo>
                  <a:pt x="1408" y="9693"/>
                </a:lnTo>
                <a:lnTo>
                  <a:pt x="0" y="5400"/>
                </a:lnTo>
                <a:lnTo>
                  <a:pt x="2825" y="4147"/>
                </a:lnTo>
                <a:lnTo>
                  <a:pt x="5486" y="3056"/>
                </a:lnTo>
                <a:lnTo>
                  <a:pt x="8048" y="2128"/>
                </a:lnTo>
                <a:lnTo>
                  <a:pt x="10571" y="1366"/>
                </a:lnTo>
                <a:lnTo>
                  <a:pt x="13120" y="772"/>
                </a:lnTo>
                <a:lnTo>
                  <a:pt x="15768" y="346"/>
                </a:lnTo>
                <a:lnTo>
                  <a:pt x="18572" y="86"/>
                </a:lnTo>
                <a:lnTo>
                  <a:pt x="21600" y="0"/>
                </a:lnTo>
                <a:close/>
              </a:path>
            </a:pathLst>
          </a:custGeom>
          <a:solidFill>
            <a:srgbClr val="A5A7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1" name="contour_18189"/>
          <p:cNvSpPr/>
          <p:nvPr/>
        </p:nvSpPr>
        <p:spPr>
          <a:xfrm>
            <a:off x="2036436" y="2696557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4142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2" name="contour_18190"/>
          <p:cNvSpPr/>
          <p:nvPr/>
        </p:nvSpPr>
        <p:spPr>
          <a:xfrm>
            <a:off x="8485653" y="2682608"/>
            <a:ext cx="29137" cy="294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710" y="3883"/>
                </a:moveTo>
                <a:lnTo>
                  <a:pt x="20228" y="7653"/>
                </a:lnTo>
                <a:lnTo>
                  <a:pt x="21422" y="10198"/>
                </a:lnTo>
                <a:lnTo>
                  <a:pt x="21600" y="12674"/>
                </a:lnTo>
                <a:lnTo>
                  <a:pt x="21081" y="16252"/>
                </a:lnTo>
                <a:lnTo>
                  <a:pt x="18412" y="18969"/>
                </a:lnTo>
                <a:lnTo>
                  <a:pt x="16186" y="20429"/>
                </a:lnTo>
                <a:lnTo>
                  <a:pt x="13199" y="21140"/>
                </a:lnTo>
                <a:lnTo>
                  <a:pt x="8255" y="21600"/>
                </a:lnTo>
                <a:lnTo>
                  <a:pt x="7110" y="21504"/>
                </a:lnTo>
                <a:lnTo>
                  <a:pt x="5095" y="21327"/>
                </a:lnTo>
                <a:lnTo>
                  <a:pt x="481" y="20932"/>
                </a:lnTo>
                <a:lnTo>
                  <a:pt x="162" y="17113"/>
                </a:lnTo>
                <a:lnTo>
                  <a:pt x="0" y="14370"/>
                </a:lnTo>
                <a:lnTo>
                  <a:pt x="0" y="11931"/>
                </a:lnTo>
                <a:lnTo>
                  <a:pt x="162" y="9027"/>
                </a:lnTo>
                <a:lnTo>
                  <a:pt x="481" y="4888"/>
                </a:lnTo>
                <a:lnTo>
                  <a:pt x="4236" y="1749"/>
                </a:lnTo>
                <a:lnTo>
                  <a:pt x="7304" y="139"/>
                </a:lnTo>
                <a:lnTo>
                  <a:pt x="10217" y="0"/>
                </a:lnTo>
                <a:lnTo>
                  <a:pt x="13507" y="1267"/>
                </a:lnTo>
                <a:lnTo>
                  <a:pt x="17710" y="3883"/>
                </a:lnTo>
                <a:close/>
              </a:path>
            </a:pathLst>
          </a:custGeom>
          <a:solidFill>
            <a:srgbClr val="C3B8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3" name="contour_18191"/>
          <p:cNvSpPr/>
          <p:nvPr/>
        </p:nvSpPr>
        <p:spPr>
          <a:xfrm>
            <a:off x="5614840" y="2681981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6D62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4" name="contour_18192"/>
          <p:cNvSpPr/>
          <p:nvPr/>
        </p:nvSpPr>
        <p:spPr>
          <a:xfrm>
            <a:off x="2561172" y="267469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851" y="2020"/>
                </a:lnTo>
                <a:lnTo>
                  <a:pt x="11399" y="3548"/>
                </a:lnTo>
                <a:lnTo>
                  <a:pt x="13500" y="4892"/>
                </a:lnTo>
                <a:lnTo>
                  <a:pt x="15601" y="6350"/>
                </a:lnTo>
                <a:lnTo>
                  <a:pt x="1814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9384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5" name="contour_18193"/>
          <p:cNvSpPr/>
          <p:nvPr/>
        </p:nvSpPr>
        <p:spPr>
          <a:xfrm>
            <a:off x="6810071" y="267469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C5AB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6" name="contour_18194"/>
          <p:cNvSpPr/>
          <p:nvPr/>
        </p:nvSpPr>
        <p:spPr>
          <a:xfrm>
            <a:off x="5162985" y="2667405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10"/>
                </a:lnTo>
                <a:lnTo>
                  <a:pt x="6860" y="1028"/>
                </a:lnTo>
                <a:lnTo>
                  <a:pt x="8618" y="1741"/>
                </a:lnTo>
                <a:lnTo>
                  <a:pt x="11340" y="2838"/>
                </a:lnTo>
                <a:lnTo>
                  <a:pt x="15509" y="4523"/>
                </a:lnTo>
                <a:lnTo>
                  <a:pt x="21600" y="6990"/>
                </a:lnTo>
                <a:lnTo>
                  <a:pt x="19492" y="11143"/>
                </a:lnTo>
                <a:lnTo>
                  <a:pt x="17889" y="13981"/>
                </a:lnTo>
                <a:lnTo>
                  <a:pt x="15980" y="16819"/>
                </a:lnTo>
                <a:lnTo>
                  <a:pt x="12960" y="20971"/>
                </a:lnTo>
                <a:lnTo>
                  <a:pt x="9487" y="213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90"/>
                </a:lnTo>
                <a:lnTo>
                  <a:pt x="0" y="20971"/>
                </a:lnTo>
                <a:lnTo>
                  <a:pt x="855" y="16819"/>
                </a:lnTo>
                <a:lnTo>
                  <a:pt x="1715" y="12652"/>
                </a:lnTo>
                <a:lnTo>
                  <a:pt x="2575" y="8472"/>
                </a:lnTo>
                <a:lnTo>
                  <a:pt x="3443" y="4257"/>
                </a:lnTo>
                <a:lnTo>
                  <a:pt x="4320" y="0"/>
                </a:lnTo>
                <a:close/>
              </a:path>
            </a:pathLst>
          </a:custGeom>
          <a:solidFill>
            <a:srgbClr val="D3D7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7" name="contour_18195"/>
          <p:cNvSpPr/>
          <p:nvPr/>
        </p:nvSpPr>
        <p:spPr>
          <a:xfrm>
            <a:off x="2211348" y="2645541"/>
            <a:ext cx="230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1" y="0"/>
                </a:moveTo>
                <a:lnTo>
                  <a:pt x="10213" y="893"/>
                </a:lnTo>
                <a:lnTo>
                  <a:pt x="13614" y="1786"/>
                </a:lnTo>
                <a:lnTo>
                  <a:pt x="17030" y="2689"/>
                </a:lnTo>
                <a:lnTo>
                  <a:pt x="20493" y="3600"/>
                </a:lnTo>
                <a:lnTo>
                  <a:pt x="21258" y="6156"/>
                </a:lnTo>
                <a:lnTo>
                  <a:pt x="21600" y="7970"/>
                </a:lnTo>
                <a:lnTo>
                  <a:pt x="21600" y="9904"/>
                </a:lnTo>
                <a:lnTo>
                  <a:pt x="21347" y="12823"/>
                </a:lnTo>
                <a:lnTo>
                  <a:pt x="21163" y="15289"/>
                </a:lnTo>
                <a:lnTo>
                  <a:pt x="20972" y="17788"/>
                </a:lnTo>
                <a:lnTo>
                  <a:pt x="20732" y="19681"/>
                </a:lnTo>
                <a:lnTo>
                  <a:pt x="20493" y="21600"/>
                </a:lnTo>
                <a:lnTo>
                  <a:pt x="16436" y="21600"/>
                </a:lnTo>
                <a:lnTo>
                  <a:pt x="12364" y="21600"/>
                </a:lnTo>
                <a:lnTo>
                  <a:pt x="8279" y="21600"/>
                </a:lnTo>
                <a:lnTo>
                  <a:pt x="4160" y="21600"/>
                </a:lnTo>
                <a:lnTo>
                  <a:pt x="0" y="21600"/>
                </a:lnTo>
                <a:lnTo>
                  <a:pt x="751" y="19224"/>
                </a:lnTo>
                <a:lnTo>
                  <a:pt x="1503" y="16844"/>
                </a:lnTo>
                <a:lnTo>
                  <a:pt x="2254" y="14465"/>
                </a:lnTo>
                <a:lnTo>
                  <a:pt x="3013" y="12078"/>
                </a:lnTo>
                <a:lnTo>
                  <a:pt x="3771" y="9684"/>
                </a:lnTo>
                <a:lnTo>
                  <a:pt x="4529" y="7279"/>
                </a:lnTo>
                <a:lnTo>
                  <a:pt x="5294" y="4867"/>
                </a:lnTo>
                <a:lnTo>
                  <a:pt x="6059" y="2441"/>
                </a:lnTo>
                <a:lnTo>
                  <a:pt x="6831" y="0"/>
                </a:lnTo>
                <a:close/>
              </a:path>
            </a:pathLst>
          </a:custGeom>
          <a:solidFill>
            <a:srgbClr val="4849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8" name="contour_18196"/>
          <p:cNvSpPr/>
          <p:nvPr/>
        </p:nvSpPr>
        <p:spPr>
          <a:xfrm>
            <a:off x="1621021" y="2673432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178"/>
                </a:moveTo>
                <a:lnTo>
                  <a:pt x="2603" y="715"/>
                </a:lnTo>
                <a:lnTo>
                  <a:pt x="5177" y="334"/>
                </a:lnTo>
                <a:lnTo>
                  <a:pt x="7736" y="82"/>
                </a:lnTo>
                <a:lnTo>
                  <a:pt x="10289" y="0"/>
                </a:lnTo>
                <a:lnTo>
                  <a:pt x="12845" y="129"/>
                </a:lnTo>
                <a:lnTo>
                  <a:pt x="15412" y="504"/>
                </a:lnTo>
                <a:lnTo>
                  <a:pt x="18000" y="1178"/>
                </a:lnTo>
                <a:lnTo>
                  <a:pt x="19433" y="6242"/>
                </a:lnTo>
                <a:lnTo>
                  <a:pt x="20336" y="9837"/>
                </a:lnTo>
                <a:lnTo>
                  <a:pt x="20884" y="12941"/>
                </a:lnTo>
                <a:lnTo>
                  <a:pt x="21247" y="16535"/>
                </a:lnTo>
                <a:lnTo>
                  <a:pt x="21600" y="21600"/>
                </a:lnTo>
                <a:lnTo>
                  <a:pt x="17413" y="20007"/>
                </a:lnTo>
                <a:lnTo>
                  <a:pt x="14022" y="18639"/>
                </a:lnTo>
                <a:lnTo>
                  <a:pt x="11297" y="17373"/>
                </a:lnTo>
                <a:lnTo>
                  <a:pt x="9108" y="16093"/>
                </a:lnTo>
                <a:lnTo>
                  <a:pt x="7330" y="14670"/>
                </a:lnTo>
                <a:lnTo>
                  <a:pt x="5825" y="12989"/>
                </a:lnTo>
                <a:lnTo>
                  <a:pt x="4471" y="10919"/>
                </a:lnTo>
                <a:lnTo>
                  <a:pt x="3136" y="8346"/>
                </a:lnTo>
                <a:lnTo>
                  <a:pt x="1688" y="5140"/>
                </a:lnTo>
                <a:lnTo>
                  <a:pt x="0" y="1178"/>
                </a:lnTo>
                <a:close/>
              </a:path>
            </a:pathLst>
          </a:custGeom>
          <a:solidFill>
            <a:srgbClr val="090A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199" name="contour_18197"/>
          <p:cNvSpPr/>
          <p:nvPr/>
        </p:nvSpPr>
        <p:spPr>
          <a:xfrm>
            <a:off x="5475384" y="2660117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023" y="0"/>
                </a:lnTo>
                <a:lnTo>
                  <a:pt x="9129" y="0"/>
                </a:lnTo>
                <a:lnTo>
                  <a:pt x="13249" y="0"/>
                </a:lnTo>
                <a:lnTo>
                  <a:pt x="17404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8186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0" name="contour_18198"/>
          <p:cNvSpPr/>
          <p:nvPr/>
        </p:nvSpPr>
        <p:spPr>
          <a:xfrm>
            <a:off x="4215546" y="265282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4" y="670"/>
                </a:lnTo>
                <a:lnTo>
                  <a:pt x="5348" y="1339"/>
                </a:lnTo>
                <a:lnTo>
                  <a:pt x="8031" y="2009"/>
                </a:lnTo>
                <a:lnTo>
                  <a:pt x="10718" y="2678"/>
                </a:lnTo>
                <a:lnTo>
                  <a:pt x="13418" y="3353"/>
                </a:lnTo>
                <a:lnTo>
                  <a:pt x="16131" y="4034"/>
                </a:lnTo>
                <a:lnTo>
                  <a:pt x="18857" y="4714"/>
                </a:lnTo>
                <a:lnTo>
                  <a:pt x="21600" y="5400"/>
                </a:lnTo>
                <a:lnTo>
                  <a:pt x="18835" y="6070"/>
                </a:lnTo>
                <a:lnTo>
                  <a:pt x="16049" y="6745"/>
                </a:lnTo>
                <a:lnTo>
                  <a:pt x="13228" y="7425"/>
                </a:lnTo>
                <a:lnTo>
                  <a:pt x="9072" y="8732"/>
                </a:lnTo>
                <a:lnTo>
                  <a:pt x="6359" y="9860"/>
                </a:lnTo>
                <a:lnTo>
                  <a:pt x="4514" y="11248"/>
                </a:lnTo>
                <a:lnTo>
                  <a:pt x="2946" y="13327"/>
                </a:lnTo>
                <a:lnTo>
                  <a:pt x="1080" y="16535"/>
                </a:lnTo>
                <a:lnTo>
                  <a:pt x="544" y="1905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0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1" name="contour_18199"/>
          <p:cNvSpPr/>
          <p:nvPr/>
        </p:nvSpPr>
        <p:spPr>
          <a:xfrm>
            <a:off x="2481004" y="266011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097" y="4788"/>
                </a:lnTo>
                <a:lnTo>
                  <a:pt x="18943" y="8294"/>
                </a:lnTo>
                <a:lnTo>
                  <a:pt x="17889" y="11131"/>
                </a:lnTo>
                <a:lnTo>
                  <a:pt x="16701" y="13896"/>
                </a:lnTo>
                <a:lnTo>
                  <a:pt x="15137" y="17186"/>
                </a:lnTo>
                <a:lnTo>
                  <a:pt x="12960" y="21600"/>
                </a:lnTo>
                <a:lnTo>
                  <a:pt x="9487" y="20894"/>
                </a:lnTo>
                <a:lnTo>
                  <a:pt x="7076" y="20167"/>
                </a:lnTo>
                <a:lnTo>
                  <a:pt x="5106" y="19073"/>
                </a:lnTo>
                <a:lnTo>
                  <a:pt x="2955" y="17266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F84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2" name="contour_18200"/>
          <p:cNvSpPr/>
          <p:nvPr/>
        </p:nvSpPr>
        <p:spPr>
          <a:xfrm>
            <a:off x="5614840" y="264554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FB4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3" name="contour_18201"/>
          <p:cNvSpPr/>
          <p:nvPr/>
        </p:nvSpPr>
        <p:spPr>
          <a:xfrm>
            <a:off x="5512808" y="2645541"/>
            <a:ext cx="36440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9" y="1101"/>
                </a:lnTo>
                <a:lnTo>
                  <a:pt x="5413" y="2222"/>
                </a:lnTo>
                <a:lnTo>
                  <a:pt x="8109" y="3364"/>
                </a:lnTo>
                <a:lnTo>
                  <a:pt x="10800" y="4522"/>
                </a:lnTo>
                <a:lnTo>
                  <a:pt x="11694" y="4894"/>
                </a:lnTo>
                <a:lnTo>
                  <a:pt x="13267" y="5555"/>
                </a:lnTo>
                <a:lnTo>
                  <a:pt x="16874" y="7064"/>
                </a:lnTo>
                <a:lnTo>
                  <a:pt x="19220" y="8687"/>
                </a:lnTo>
                <a:lnTo>
                  <a:pt x="21600" y="10335"/>
                </a:lnTo>
                <a:lnTo>
                  <a:pt x="21600" y="13751"/>
                </a:lnTo>
                <a:lnTo>
                  <a:pt x="21600" y="17187"/>
                </a:lnTo>
                <a:lnTo>
                  <a:pt x="21600" y="20670"/>
                </a:lnTo>
                <a:lnTo>
                  <a:pt x="18645" y="21290"/>
                </a:lnTo>
                <a:lnTo>
                  <a:pt x="16494" y="21600"/>
                </a:lnTo>
                <a:lnTo>
                  <a:pt x="14524" y="21600"/>
                </a:lnTo>
                <a:lnTo>
                  <a:pt x="12113" y="21290"/>
                </a:lnTo>
                <a:lnTo>
                  <a:pt x="8640" y="20670"/>
                </a:lnTo>
                <a:lnTo>
                  <a:pt x="7063" y="17895"/>
                </a:lnTo>
                <a:lnTo>
                  <a:pt x="5642" y="15058"/>
                </a:lnTo>
                <a:lnTo>
                  <a:pt x="4346" y="12164"/>
                </a:lnTo>
                <a:lnTo>
                  <a:pt x="3162" y="9214"/>
                </a:lnTo>
                <a:lnTo>
                  <a:pt x="2056" y="6201"/>
                </a:lnTo>
                <a:lnTo>
                  <a:pt x="1011" y="3131"/>
                </a:lnTo>
                <a:lnTo>
                  <a:pt x="0" y="0"/>
                </a:lnTo>
                <a:close/>
              </a:path>
            </a:pathLst>
          </a:custGeom>
          <a:solidFill>
            <a:srgbClr val="44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4" name="contour_18202"/>
          <p:cNvSpPr/>
          <p:nvPr/>
        </p:nvSpPr>
        <p:spPr>
          <a:xfrm>
            <a:off x="1540853" y="2637269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A9AA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5" name="contour_18203"/>
          <p:cNvSpPr/>
          <p:nvPr/>
        </p:nvSpPr>
        <p:spPr>
          <a:xfrm>
            <a:off x="1395093" y="264554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808" y="2376"/>
                </a:lnTo>
                <a:lnTo>
                  <a:pt x="20016" y="4756"/>
                </a:lnTo>
                <a:lnTo>
                  <a:pt x="19224" y="7135"/>
                </a:lnTo>
                <a:lnTo>
                  <a:pt x="18425" y="9522"/>
                </a:lnTo>
                <a:lnTo>
                  <a:pt x="17626" y="11916"/>
                </a:lnTo>
                <a:lnTo>
                  <a:pt x="16826" y="14321"/>
                </a:lnTo>
                <a:lnTo>
                  <a:pt x="16020" y="16733"/>
                </a:lnTo>
                <a:lnTo>
                  <a:pt x="15214" y="19159"/>
                </a:lnTo>
                <a:lnTo>
                  <a:pt x="14400" y="21600"/>
                </a:lnTo>
                <a:lnTo>
                  <a:pt x="10116" y="17572"/>
                </a:lnTo>
                <a:lnTo>
                  <a:pt x="6775" y="14364"/>
                </a:lnTo>
                <a:lnTo>
                  <a:pt x="4270" y="11801"/>
                </a:lnTo>
                <a:lnTo>
                  <a:pt x="2470" y="9702"/>
                </a:lnTo>
                <a:lnTo>
                  <a:pt x="1267" y="7895"/>
                </a:lnTo>
                <a:lnTo>
                  <a:pt x="533" y="6199"/>
                </a:lnTo>
                <a:lnTo>
                  <a:pt x="158" y="4439"/>
                </a:lnTo>
                <a:lnTo>
                  <a:pt x="22" y="2430"/>
                </a:lnTo>
                <a:lnTo>
                  <a:pt x="0" y="0"/>
                </a:lnTo>
                <a:close/>
              </a:path>
            </a:pathLst>
          </a:custGeom>
          <a:solidFill>
            <a:srgbClr val="3E40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6" name="contour_18204"/>
          <p:cNvSpPr/>
          <p:nvPr/>
        </p:nvSpPr>
        <p:spPr>
          <a:xfrm>
            <a:off x="804766" y="263825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4C7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7" name="contour_18205"/>
          <p:cNvSpPr/>
          <p:nvPr/>
        </p:nvSpPr>
        <p:spPr>
          <a:xfrm>
            <a:off x="7960590" y="2645541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4153" y="891"/>
                </a:lnTo>
                <a:lnTo>
                  <a:pt x="7606" y="1782"/>
                </a:lnTo>
                <a:lnTo>
                  <a:pt x="11074" y="2678"/>
                </a:lnTo>
                <a:lnTo>
                  <a:pt x="14558" y="3580"/>
                </a:lnTo>
                <a:lnTo>
                  <a:pt x="18064" y="4487"/>
                </a:lnTo>
                <a:lnTo>
                  <a:pt x="21600" y="5400"/>
                </a:lnTo>
                <a:lnTo>
                  <a:pt x="20566" y="8608"/>
                </a:lnTo>
                <a:lnTo>
                  <a:pt x="19526" y="11826"/>
                </a:lnTo>
                <a:lnTo>
                  <a:pt x="18487" y="15055"/>
                </a:lnTo>
                <a:lnTo>
                  <a:pt x="17437" y="18311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7073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8" name="contour_18206"/>
          <p:cNvSpPr/>
          <p:nvPr/>
        </p:nvSpPr>
        <p:spPr>
          <a:xfrm>
            <a:off x="7218198" y="262367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939A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09" name="contour_18207"/>
          <p:cNvSpPr/>
          <p:nvPr/>
        </p:nvSpPr>
        <p:spPr>
          <a:xfrm>
            <a:off x="7575310" y="261638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674"/>
                </a:lnTo>
                <a:lnTo>
                  <a:pt x="16448" y="1348"/>
                </a:lnTo>
                <a:lnTo>
                  <a:pt x="18581" y="2428"/>
                </a:lnTo>
                <a:lnTo>
                  <a:pt x="21600" y="4320"/>
                </a:lnTo>
                <a:lnTo>
                  <a:pt x="21125" y="7296"/>
                </a:lnTo>
                <a:lnTo>
                  <a:pt x="20434" y="10212"/>
                </a:lnTo>
                <a:lnTo>
                  <a:pt x="19553" y="13081"/>
                </a:lnTo>
                <a:lnTo>
                  <a:pt x="18533" y="15924"/>
                </a:lnTo>
                <a:lnTo>
                  <a:pt x="17404" y="18757"/>
                </a:lnTo>
                <a:lnTo>
                  <a:pt x="16200" y="21600"/>
                </a:lnTo>
                <a:lnTo>
                  <a:pt x="12182" y="20788"/>
                </a:lnTo>
                <a:lnTo>
                  <a:pt x="9331" y="20157"/>
                </a:lnTo>
                <a:lnTo>
                  <a:pt x="6869" y="19500"/>
                </a:lnTo>
                <a:lnTo>
                  <a:pt x="4018" y="18611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E1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0" name="contour_18208"/>
          <p:cNvSpPr/>
          <p:nvPr/>
        </p:nvSpPr>
        <p:spPr>
          <a:xfrm>
            <a:off x="6919391" y="2623677"/>
            <a:ext cx="2202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48" y="0"/>
                </a:moveTo>
                <a:lnTo>
                  <a:pt x="10686" y="1071"/>
                </a:lnTo>
                <a:lnTo>
                  <a:pt x="14238" y="2143"/>
                </a:lnTo>
                <a:lnTo>
                  <a:pt x="17819" y="3227"/>
                </a:lnTo>
                <a:lnTo>
                  <a:pt x="21443" y="4320"/>
                </a:lnTo>
                <a:lnTo>
                  <a:pt x="21600" y="7452"/>
                </a:lnTo>
                <a:lnTo>
                  <a:pt x="21135" y="9763"/>
                </a:lnTo>
                <a:lnTo>
                  <a:pt x="19656" y="13228"/>
                </a:lnTo>
                <a:lnTo>
                  <a:pt x="18712" y="15582"/>
                </a:lnTo>
                <a:lnTo>
                  <a:pt x="17755" y="17971"/>
                </a:lnTo>
                <a:lnTo>
                  <a:pt x="16039" y="19773"/>
                </a:lnTo>
                <a:lnTo>
                  <a:pt x="14295" y="21600"/>
                </a:lnTo>
                <a:lnTo>
                  <a:pt x="9571" y="21600"/>
                </a:lnTo>
                <a:lnTo>
                  <a:pt x="4817" y="21600"/>
                </a:lnTo>
                <a:lnTo>
                  <a:pt x="0" y="21600"/>
                </a:lnTo>
                <a:lnTo>
                  <a:pt x="886" y="18926"/>
                </a:lnTo>
                <a:lnTo>
                  <a:pt x="1773" y="16252"/>
                </a:lnTo>
                <a:lnTo>
                  <a:pt x="2659" y="13569"/>
                </a:lnTo>
                <a:lnTo>
                  <a:pt x="3545" y="10882"/>
                </a:lnTo>
                <a:lnTo>
                  <a:pt x="4439" y="8182"/>
                </a:lnTo>
                <a:lnTo>
                  <a:pt x="5339" y="5469"/>
                </a:lnTo>
                <a:lnTo>
                  <a:pt x="6240" y="2743"/>
                </a:lnTo>
                <a:lnTo>
                  <a:pt x="7148" y="0"/>
                </a:lnTo>
                <a:close/>
              </a:path>
            </a:pathLst>
          </a:custGeom>
          <a:solidFill>
            <a:srgbClr val="4850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1" name="contour_18209"/>
          <p:cNvSpPr/>
          <p:nvPr/>
        </p:nvSpPr>
        <p:spPr>
          <a:xfrm>
            <a:off x="5395544" y="2624347"/>
            <a:ext cx="29808" cy="284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9" y="1216"/>
                </a:moveTo>
                <a:lnTo>
                  <a:pt x="18125" y="2161"/>
                </a:lnTo>
                <a:lnTo>
                  <a:pt x="21600" y="5019"/>
                </a:lnTo>
                <a:lnTo>
                  <a:pt x="21600" y="8672"/>
                </a:lnTo>
                <a:lnTo>
                  <a:pt x="21600" y="12348"/>
                </a:lnTo>
                <a:lnTo>
                  <a:pt x="21600" y="16073"/>
                </a:lnTo>
                <a:lnTo>
                  <a:pt x="18130" y="17731"/>
                </a:lnTo>
                <a:lnTo>
                  <a:pt x="15389" y="18621"/>
                </a:lnTo>
                <a:lnTo>
                  <a:pt x="11038" y="19527"/>
                </a:lnTo>
                <a:lnTo>
                  <a:pt x="9559" y="19837"/>
                </a:lnTo>
                <a:lnTo>
                  <a:pt x="5096" y="20776"/>
                </a:lnTo>
                <a:lnTo>
                  <a:pt x="2804" y="21185"/>
                </a:lnTo>
                <a:lnTo>
                  <a:pt x="475" y="21600"/>
                </a:lnTo>
                <a:lnTo>
                  <a:pt x="158" y="17654"/>
                </a:lnTo>
                <a:lnTo>
                  <a:pt x="0" y="14818"/>
                </a:lnTo>
                <a:lnTo>
                  <a:pt x="0" y="12298"/>
                </a:lnTo>
                <a:lnTo>
                  <a:pt x="158" y="9297"/>
                </a:lnTo>
                <a:lnTo>
                  <a:pt x="475" y="5019"/>
                </a:lnTo>
                <a:lnTo>
                  <a:pt x="3797" y="2299"/>
                </a:lnTo>
                <a:lnTo>
                  <a:pt x="6691" y="663"/>
                </a:lnTo>
                <a:lnTo>
                  <a:pt x="9575" y="0"/>
                </a:lnTo>
                <a:lnTo>
                  <a:pt x="12870" y="221"/>
                </a:lnTo>
                <a:lnTo>
                  <a:pt x="16979" y="1216"/>
                </a:lnTo>
                <a:close/>
              </a:path>
            </a:pathLst>
          </a:custGeom>
          <a:solidFill>
            <a:srgbClr val="2525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2" name="contour_18210"/>
          <p:cNvSpPr/>
          <p:nvPr/>
        </p:nvSpPr>
        <p:spPr>
          <a:xfrm>
            <a:off x="1460685" y="261638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3030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3" name="contour_18211"/>
          <p:cNvSpPr/>
          <p:nvPr/>
        </p:nvSpPr>
        <p:spPr>
          <a:xfrm>
            <a:off x="2065588" y="2616229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"/>
                </a:moveTo>
                <a:lnTo>
                  <a:pt x="7452" y="0"/>
                </a:lnTo>
                <a:lnTo>
                  <a:pt x="9763" y="465"/>
                </a:lnTo>
                <a:lnTo>
                  <a:pt x="13228" y="1944"/>
                </a:lnTo>
                <a:lnTo>
                  <a:pt x="14412" y="2416"/>
                </a:lnTo>
                <a:lnTo>
                  <a:pt x="17971" y="3845"/>
                </a:lnTo>
                <a:lnTo>
                  <a:pt x="19773" y="5561"/>
                </a:lnTo>
                <a:lnTo>
                  <a:pt x="21600" y="7305"/>
                </a:lnTo>
                <a:lnTo>
                  <a:pt x="21600" y="12029"/>
                </a:lnTo>
                <a:lnTo>
                  <a:pt x="21600" y="16783"/>
                </a:lnTo>
                <a:lnTo>
                  <a:pt x="21600" y="21600"/>
                </a:lnTo>
                <a:lnTo>
                  <a:pt x="18926" y="20714"/>
                </a:lnTo>
                <a:lnTo>
                  <a:pt x="16252" y="19827"/>
                </a:lnTo>
                <a:lnTo>
                  <a:pt x="13569" y="18941"/>
                </a:lnTo>
                <a:lnTo>
                  <a:pt x="10882" y="18055"/>
                </a:lnTo>
                <a:lnTo>
                  <a:pt x="8182" y="17161"/>
                </a:lnTo>
                <a:lnTo>
                  <a:pt x="5469" y="16261"/>
                </a:lnTo>
                <a:lnTo>
                  <a:pt x="2743" y="15360"/>
                </a:lnTo>
                <a:lnTo>
                  <a:pt x="0" y="14452"/>
                </a:lnTo>
                <a:lnTo>
                  <a:pt x="1071" y="10914"/>
                </a:lnTo>
                <a:lnTo>
                  <a:pt x="2143" y="7355"/>
                </a:lnTo>
                <a:lnTo>
                  <a:pt x="3227" y="3781"/>
                </a:lnTo>
                <a:lnTo>
                  <a:pt x="4320" y="157"/>
                </a:lnTo>
                <a:close/>
              </a:path>
            </a:pathLst>
          </a:custGeom>
          <a:solidFill>
            <a:srgbClr val="F0D6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4" name="contour_18212"/>
          <p:cNvSpPr/>
          <p:nvPr/>
        </p:nvSpPr>
        <p:spPr>
          <a:xfrm>
            <a:off x="965102" y="2609101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45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ACAD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5" name="contour_18213"/>
          <p:cNvSpPr/>
          <p:nvPr/>
        </p:nvSpPr>
        <p:spPr>
          <a:xfrm>
            <a:off x="10898634" y="261638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097" y="4788"/>
                </a:lnTo>
                <a:lnTo>
                  <a:pt x="18943" y="8294"/>
                </a:lnTo>
                <a:lnTo>
                  <a:pt x="17889" y="11131"/>
                </a:lnTo>
                <a:lnTo>
                  <a:pt x="16701" y="13896"/>
                </a:lnTo>
                <a:lnTo>
                  <a:pt x="15137" y="17186"/>
                </a:lnTo>
                <a:lnTo>
                  <a:pt x="12960" y="21600"/>
                </a:lnTo>
                <a:lnTo>
                  <a:pt x="9487" y="20894"/>
                </a:lnTo>
                <a:lnTo>
                  <a:pt x="7076" y="20167"/>
                </a:lnTo>
                <a:lnTo>
                  <a:pt x="5106" y="19073"/>
                </a:lnTo>
                <a:lnTo>
                  <a:pt x="2955" y="17266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BBC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6" name="contour_18214"/>
          <p:cNvSpPr/>
          <p:nvPr/>
        </p:nvSpPr>
        <p:spPr>
          <a:xfrm>
            <a:off x="8712237" y="261638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1188"/>
                </a:lnTo>
                <a:lnTo>
                  <a:pt x="11956" y="2376"/>
                </a:lnTo>
                <a:lnTo>
                  <a:pt x="14346" y="3571"/>
                </a:lnTo>
                <a:lnTo>
                  <a:pt x="16747" y="4774"/>
                </a:lnTo>
                <a:lnTo>
                  <a:pt x="19163" y="5983"/>
                </a:lnTo>
                <a:lnTo>
                  <a:pt x="21600" y="7200"/>
                </a:lnTo>
                <a:lnTo>
                  <a:pt x="19969" y="11729"/>
                </a:lnTo>
                <a:lnTo>
                  <a:pt x="18677" y="14731"/>
                </a:lnTo>
                <a:lnTo>
                  <a:pt x="17042" y="17575"/>
                </a:lnTo>
                <a:lnTo>
                  <a:pt x="14400" y="21600"/>
                </a:lnTo>
                <a:lnTo>
                  <a:pt x="11876" y="20981"/>
                </a:lnTo>
                <a:lnTo>
                  <a:pt x="9468" y="20066"/>
                </a:lnTo>
                <a:lnTo>
                  <a:pt x="7128" y="18907"/>
                </a:lnTo>
                <a:lnTo>
                  <a:pt x="4806" y="17546"/>
                </a:lnTo>
                <a:lnTo>
                  <a:pt x="2444" y="16027"/>
                </a:lnTo>
                <a:lnTo>
                  <a:pt x="0" y="14400"/>
                </a:lnTo>
                <a:lnTo>
                  <a:pt x="2380" y="14400"/>
                </a:lnTo>
                <a:lnTo>
                  <a:pt x="4774" y="14400"/>
                </a:lnTo>
                <a:lnTo>
                  <a:pt x="7200" y="14400"/>
                </a:lnTo>
                <a:lnTo>
                  <a:pt x="7200" y="9641"/>
                </a:lnTo>
                <a:lnTo>
                  <a:pt x="7200" y="4853"/>
                </a:lnTo>
                <a:lnTo>
                  <a:pt x="7200" y="0"/>
                </a:lnTo>
                <a:close/>
              </a:path>
            </a:pathLst>
          </a:custGeom>
          <a:solidFill>
            <a:srgbClr val="C5D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7" name="contour_18215"/>
          <p:cNvSpPr/>
          <p:nvPr/>
        </p:nvSpPr>
        <p:spPr>
          <a:xfrm>
            <a:off x="8187501" y="259452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37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8" name="contour_18216"/>
          <p:cNvSpPr/>
          <p:nvPr/>
        </p:nvSpPr>
        <p:spPr>
          <a:xfrm>
            <a:off x="6933967" y="2594525"/>
            <a:ext cx="2383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914" y="683"/>
                </a:lnTo>
                <a:lnTo>
                  <a:pt x="8402" y="1248"/>
                </a:lnTo>
                <a:lnTo>
                  <a:pt x="11414" y="1905"/>
                </a:lnTo>
                <a:lnTo>
                  <a:pt x="14902" y="2860"/>
                </a:lnTo>
                <a:lnTo>
                  <a:pt x="19817" y="4320"/>
                </a:lnTo>
                <a:lnTo>
                  <a:pt x="21006" y="7534"/>
                </a:lnTo>
                <a:lnTo>
                  <a:pt x="21600" y="9815"/>
                </a:lnTo>
                <a:lnTo>
                  <a:pt x="21600" y="11785"/>
                </a:lnTo>
                <a:lnTo>
                  <a:pt x="21006" y="14066"/>
                </a:lnTo>
                <a:lnTo>
                  <a:pt x="19817" y="17280"/>
                </a:lnTo>
                <a:lnTo>
                  <a:pt x="14902" y="18740"/>
                </a:lnTo>
                <a:lnTo>
                  <a:pt x="11414" y="19695"/>
                </a:lnTo>
                <a:lnTo>
                  <a:pt x="8402" y="20352"/>
                </a:lnTo>
                <a:lnTo>
                  <a:pt x="4914" y="2091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0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19" name="contour_18217"/>
          <p:cNvSpPr/>
          <p:nvPr/>
        </p:nvSpPr>
        <p:spPr>
          <a:xfrm>
            <a:off x="8005301" y="2593541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0072" y="3662"/>
                </a:lnTo>
                <a:lnTo>
                  <a:pt x="18544" y="6618"/>
                </a:lnTo>
                <a:lnTo>
                  <a:pt x="17010" y="9585"/>
                </a:lnTo>
                <a:lnTo>
                  <a:pt x="15471" y="12563"/>
                </a:lnTo>
                <a:lnTo>
                  <a:pt x="13921" y="15556"/>
                </a:lnTo>
                <a:lnTo>
                  <a:pt x="12366" y="18565"/>
                </a:lnTo>
                <a:lnTo>
                  <a:pt x="10800" y="21600"/>
                </a:lnTo>
                <a:lnTo>
                  <a:pt x="8127" y="20305"/>
                </a:lnTo>
                <a:lnTo>
                  <a:pt x="5438" y="19009"/>
                </a:lnTo>
                <a:lnTo>
                  <a:pt x="2738" y="17698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D4D9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0" name="contour_18218"/>
          <p:cNvSpPr/>
          <p:nvPr/>
        </p:nvSpPr>
        <p:spPr>
          <a:xfrm>
            <a:off x="855782" y="258723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F3E4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1" name="contour_18219"/>
          <p:cNvSpPr/>
          <p:nvPr/>
        </p:nvSpPr>
        <p:spPr>
          <a:xfrm>
            <a:off x="8697661" y="259452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CDE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2" name="contour_18220"/>
          <p:cNvSpPr/>
          <p:nvPr/>
        </p:nvSpPr>
        <p:spPr>
          <a:xfrm>
            <a:off x="4660113" y="257266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445"/>
                </a:lnTo>
                <a:lnTo>
                  <a:pt x="13856" y="4890"/>
                </a:lnTo>
                <a:lnTo>
                  <a:pt x="15390" y="7344"/>
                </a:lnTo>
                <a:lnTo>
                  <a:pt x="16929" y="9806"/>
                </a:lnTo>
                <a:lnTo>
                  <a:pt x="18479" y="12282"/>
                </a:lnTo>
                <a:lnTo>
                  <a:pt x="20034" y="14770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454B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3" name="contour_18221"/>
          <p:cNvSpPr/>
          <p:nvPr/>
        </p:nvSpPr>
        <p:spPr>
          <a:xfrm>
            <a:off x="11525401" y="257994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224" y="2376"/>
                </a:lnTo>
                <a:lnTo>
                  <a:pt x="16844" y="4752"/>
                </a:lnTo>
                <a:lnTo>
                  <a:pt x="14463" y="7133"/>
                </a:lnTo>
                <a:lnTo>
                  <a:pt x="12079" y="9526"/>
                </a:lnTo>
                <a:lnTo>
                  <a:pt x="9681" y="11918"/>
                </a:lnTo>
                <a:lnTo>
                  <a:pt x="7279" y="14321"/>
                </a:lnTo>
                <a:lnTo>
                  <a:pt x="4864" y="16735"/>
                </a:lnTo>
                <a:lnTo>
                  <a:pt x="2441" y="1915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3E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4" name="contour_18222"/>
          <p:cNvSpPr/>
          <p:nvPr/>
        </p:nvSpPr>
        <p:spPr>
          <a:xfrm>
            <a:off x="1242045" y="256537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963" y="3607"/>
                </a:lnTo>
                <a:lnTo>
                  <a:pt x="20288" y="7209"/>
                </a:lnTo>
                <a:lnTo>
                  <a:pt x="19575" y="10800"/>
                </a:lnTo>
                <a:lnTo>
                  <a:pt x="19008" y="13813"/>
                </a:lnTo>
                <a:lnTo>
                  <a:pt x="18436" y="16875"/>
                </a:lnTo>
                <a:lnTo>
                  <a:pt x="17323" y="19219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85" y="18052"/>
                </a:lnTo>
                <a:lnTo>
                  <a:pt x="2911" y="15250"/>
                </a:lnTo>
                <a:lnTo>
                  <a:pt x="2025" y="10800"/>
                </a:lnTo>
                <a:lnTo>
                  <a:pt x="1415" y="7787"/>
                </a:lnTo>
                <a:lnTo>
                  <a:pt x="799" y="4725"/>
                </a:lnTo>
                <a:lnTo>
                  <a:pt x="400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4F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5" name="contour_18223"/>
          <p:cNvSpPr/>
          <p:nvPr/>
        </p:nvSpPr>
        <p:spPr>
          <a:xfrm>
            <a:off x="8041741" y="2565373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2445"/>
                </a:lnTo>
                <a:lnTo>
                  <a:pt x="15405" y="4890"/>
                </a:lnTo>
                <a:lnTo>
                  <a:pt x="16632" y="7344"/>
                </a:lnTo>
                <a:lnTo>
                  <a:pt x="17863" y="9806"/>
                </a:lnTo>
                <a:lnTo>
                  <a:pt x="19103" y="12282"/>
                </a:lnTo>
                <a:lnTo>
                  <a:pt x="20347" y="14770"/>
                </a:lnTo>
                <a:lnTo>
                  <a:pt x="21600" y="17280"/>
                </a:lnTo>
                <a:lnTo>
                  <a:pt x="18926" y="17816"/>
                </a:lnTo>
                <a:lnTo>
                  <a:pt x="16252" y="18351"/>
                </a:lnTo>
                <a:lnTo>
                  <a:pt x="13569" y="18887"/>
                </a:lnTo>
                <a:lnTo>
                  <a:pt x="10882" y="19423"/>
                </a:lnTo>
                <a:lnTo>
                  <a:pt x="8182" y="19963"/>
                </a:lnTo>
                <a:lnTo>
                  <a:pt x="5469" y="20507"/>
                </a:lnTo>
                <a:lnTo>
                  <a:pt x="2743" y="21051"/>
                </a:lnTo>
                <a:lnTo>
                  <a:pt x="0" y="21600"/>
                </a:lnTo>
                <a:lnTo>
                  <a:pt x="1426" y="19224"/>
                </a:lnTo>
                <a:lnTo>
                  <a:pt x="2851" y="16844"/>
                </a:lnTo>
                <a:lnTo>
                  <a:pt x="4281" y="14463"/>
                </a:lnTo>
                <a:lnTo>
                  <a:pt x="5715" y="12079"/>
                </a:lnTo>
                <a:lnTo>
                  <a:pt x="7150" y="9681"/>
                </a:lnTo>
                <a:lnTo>
                  <a:pt x="8592" y="7279"/>
                </a:lnTo>
                <a:lnTo>
                  <a:pt x="10040" y="4864"/>
                </a:lnTo>
                <a:lnTo>
                  <a:pt x="11496" y="2441"/>
                </a:lnTo>
                <a:lnTo>
                  <a:pt x="12960" y="0"/>
                </a:lnTo>
                <a:close/>
              </a:path>
            </a:pathLst>
          </a:custGeom>
          <a:solidFill>
            <a:srgbClr val="31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6" name="contour_18224"/>
          <p:cNvSpPr/>
          <p:nvPr/>
        </p:nvSpPr>
        <p:spPr>
          <a:xfrm>
            <a:off x="4769433" y="2558595"/>
            <a:ext cx="36440" cy="3593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360" y="241"/>
                </a:moveTo>
                <a:lnTo>
                  <a:pt x="19967" y="2142"/>
                </a:lnTo>
                <a:lnTo>
                  <a:pt x="21600" y="4075"/>
                </a:lnTo>
                <a:lnTo>
                  <a:pt x="21194" y="7093"/>
                </a:lnTo>
                <a:lnTo>
                  <a:pt x="20637" y="10046"/>
                </a:lnTo>
                <a:lnTo>
                  <a:pt x="19937" y="12956"/>
                </a:lnTo>
                <a:lnTo>
                  <a:pt x="19133" y="15839"/>
                </a:lnTo>
                <a:lnTo>
                  <a:pt x="18239" y="18713"/>
                </a:lnTo>
                <a:lnTo>
                  <a:pt x="17280" y="21600"/>
                </a:lnTo>
                <a:lnTo>
                  <a:pt x="17280" y="18704"/>
                </a:lnTo>
                <a:lnTo>
                  <a:pt x="17280" y="15790"/>
                </a:lnTo>
                <a:lnTo>
                  <a:pt x="17280" y="12837"/>
                </a:lnTo>
                <a:lnTo>
                  <a:pt x="14442" y="11527"/>
                </a:lnTo>
                <a:lnTo>
                  <a:pt x="12200" y="10818"/>
                </a:lnTo>
                <a:lnTo>
                  <a:pt x="8640" y="10099"/>
                </a:lnTo>
                <a:lnTo>
                  <a:pt x="6229" y="9604"/>
                </a:lnTo>
                <a:lnTo>
                  <a:pt x="3780" y="9104"/>
                </a:lnTo>
                <a:lnTo>
                  <a:pt x="1905" y="8780"/>
                </a:lnTo>
                <a:lnTo>
                  <a:pt x="0" y="8456"/>
                </a:lnTo>
                <a:lnTo>
                  <a:pt x="4234" y="5157"/>
                </a:lnTo>
                <a:lnTo>
                  <a:pt x="7396" y="2804"/>
                </a:lnTo>
                <a:lnTo>
                  <a:pt x="9806" y="1257"/>
                </a:lnTo>
                <a:lnTo>
                  <a:pt x="11789" y="368"/>
                </a:lnTo>
                <a:lnTo>
                  <a:pt x="13660" y="0"/>
                </a:lnTo>
                <a:lnTo>
                  <a:pt x="15742" y="4"/>
                </a:lnTo>
                <a:lnTo>
                  <a:pt x="18360" y="241"/>
                </a:lnTo>
                <a:close/>
              </a:path>
            </a:pathLst>
          </a:custGeom>
          <a:solidFill>
            <a:srgbClr val="484B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7" name="contour_18225"/>
          <p:cNvSpPr/>
          <p:nvPr/>
        </p:nvSpPr>
        <p:spPr>
          <a:xfrm>
            <a:off x="8172925" y="2557101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0072" y="3662"/>
                </a:lnTo>
                <a:lnTo>
                  <a:pt x="18544" y="6618"/>
                </a:lnTo>
                <a:lnTo>
                  <a:pt x="17010" y="9585"/>
                </a:lnTo>
                <a:lnTo>
                  <a:pt x="15471" y="12563"/>
                </a:lnTo>
                <a:lnTo>
                  <a:pt x="13921" y="15556"/>
                </a:lnTo>
                <a:lnTo>
                  <a:pt x="12366" y="18565"/>
                </a:lnTo>
                <a:lnTo>
                  <a:pt x="10800" y="21600"/>
                </a:lnTo>
                <a:lnTo>
                  <a:pt x="8127" y="20305"/>
                </a:lnTo>
                <a:lnTo>
                  <a:pt x="5438" y="19009"/>
                </a:lnTo>
                <a:lnTo>
                  <a:pt x="2738" y="17698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3F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8" name="contour_18226"/>
          <p:cNvSpPr/>
          <p:nvPr/>
        </p:nvSpPr>
        <p:spPr>
          <a:xfrm>
            <a:off x="7123454" y="2558085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677"/>
                </a:lnTo>
                <a:lnTo>
                  <a:pt x="9158" y="1202"/>
                </a:lnTo>
                <a:lnTo>
                  <a:pt x="12442" y="1750"/>
                </a:lnTo>
                <a:lnTo>
                  <a:pt x="16243" y="2491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6841" y="10800"/>
                </a:lnTo>
                <a:lnTo>
                  <a:pt x="12053" y="10800"/>
                </a:lnTo>
                <a:lnTo>
                  <a:pt x="7200" y="10800"/>
                </a:lnTo>
                <a:lnTo>
                  <a:pt x="4982" y="13478"/>
                </a:lnTo>
                <a:lnTo>
                  <a:pt x="3499" y="15379"/>
                </a:lnTo>
                <a:lnTo>
                  <a:pt x="2405" y="17021"/>
                </a:lnTo>
                <a:lnTo>
                  <a:pt x="1354" y="1892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241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29" name="contour_18227"/>
          <p:cNvSpPr/>
          <p:nvPr/>
        </p:nvSpPr>
        <p:spPr>
          <a:xfrm>
            <a:off x="2087452" y="255079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2566" y="10800"/>
                </a:lnTo>
                <a:lnTo>
                  <a:pt x="5141" y="10800"/>
                </a:lnTo>
                <a:lnTo>
                  <a:pt x="7724" y="10800"/>
                </a:lnTo>
                <a:lnTo>
                  <a:pt x="10329" y="10800"/>
                </a:lnTo>
                <a:lnTo>
                  <a:pt x="12960" y="10800"/>
                </a:lnTo>
                <a:lnTo>
                  <a:pt x="12960" y="7231"/>
                </a:lnTo>
                <a:lnTo>
                  <a:pt x="12960" y="3640"/>
                </a:lnTo>
                <a:lnTo>
                  <a:pt x="12960" y="0"/>
                </a:lnTo>
                <a:close/>
              </a:path>
            </a:pathLst>
          </a:custGeom>
          <a:solidFill>
            <a:srgbClr val="4542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0" name="contour_18228"/>
          <p:cNvSpPr/>
          <p:nvPr/>
        </p:nvSpPr>
        <p:spPr>
          <a:xfrm>
            <a:off x="8100045" y="2557626"/>
            <a:ext cx="43728" cy="2232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44"/>
                </a:moveTo>
                <a:lnTo>
                  <a:pt x="21600" y="5106"/>
                </a:lnTo>
                <a:lnTo>
                  <a:pt x="21600" y="9795"/>
                </a:lnTo>
                <a:lnTo>
                  <a:pt x="21600" y="14548"/>
                </a:lnTo>
                <a:lnTo>
                  <a:pt x="19343" y="16889"/>
                </a:lnTo>
                <a:lnTo>
                  <a:pt x="17032" y="18673"/>
                </a:lnTo>
                <a:lnTo>
                  <a:pt x="14666" y="19978"/>
                </a:lnTo>
                <a:lnTo>
                  <a:pt x="12244" y="20860"/>
                </a:lnTo>
                <a:lnTo>
                  <a:pt x="9756" y="21374"/>
                </a:lnTo>
                <a:lnTo>
                  <a:pt x="7200" y="21600"/>
                </a:lnTo>
                <a:lnTo>
                  <a:pt x="4558" y="17658"/>
                </a:lnTo>
                <a:lnTo>
                  <a:pt x="2923" y="14872"/>
                </a:lnTo>
                <a:lnTo>
                  <a:pt x="1631" y="11932"/>
                </a:lnTo>
                <a:lnTo>
                  <a:pt x="0" y="7496"/>
                </a:lnTo>
                <a:lnTo>
                  <a:pt x="2322" y="4824"/>
                </a:lnTo>
                <a:lnTo>
                  <a:pt x="4619" y="2849"/>
                </a:lnTo>
                <a:lnTo>
                  <a:pt x="6908" y="1474"/>
                </a:lnTo>
                <a:lnTo>
                  <a:pt x="9216" y="606"/>
                </a:lnTo>
                <a:lnTo>
                  <a:pt x="11552" y="148"/>
                </a:lnTo>
                <a:lnTo>
                  <a:pt x="13939" y="0"/>
                </a:lnTo>
                <a:lnTo>
                  <a:pt x="16398" y="63"/>
                </a:lnTo>
                <a:lnTo>
                  <a:pt x="18943" y="247"/>
                </a:lnTo>
                <a:lnTo>
                  <a:pt x="21600" y="444"/>
                </a:lnTo>
                <a:close/>
              </a:path>
            </a:pathLst>
          </a:custGeom>
          <a:solidFill>
            <a:srgbClr val="8C8F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1" name="contour_18229"/>
          <p:cNvSpPr/>
          <p:nvPr/>
        </p:nvSpPr>
        <p:spPr>
          <a:xfrm>
            <a:off x="7152606" y="254350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050" y="2799"/>
                </a:lnTo>
                <a:lnTo>
                  <a:pt x="18473" y="5590"/>
                </a:lnTo>
                <a:lnTo>
                  <a:pt x="16875" y="8372"/>
                </a:lnTo>
                <a:lnTo>
                  <a:pt x="15557" y="10705"/>
                </a:lnTo>
                <a:lnTo>
                  <a:pt x="14218" y="13077"/>
                </a:lnTo>
                <a:lnTo>
                  <a:pt x="11848" y="15651"/>
                </a:lnTo>
                <a:lnTo>
                  <a:pt x="9423" y="17587"/>
                </a:lnTo>
                <a:lnTo>
                  <a:pt x="6761" y="19090"/>
                </a:lnTo>
                <a:lnTo>
                  <a:pt x="3683" y="20360"/>
                </a:lnTo>
                <a:lnTo>
                  <a:pt x="0" y="21600"/>
                </a:lnTo>
                <a:lnTo>
                  <a:pt x="1571" y="16066"/>
                </a:lnTo>
                <a:lnTo>
                  <a:pt x="2824" y="11845"/>
                </a:lnTo>
                <a:lnTo>
                  <a:pt x="3893" y="8692"/>
                </a:lnTo>
                <a:lnTo>
                  <a:pt x="4892" y="6346"/>
                </a:lnTo>
                <a:lnTo>
                  <a:pt x="5962" y="4558"/>
                </a:lnTo>
                <a:lnTo>
                  <a:pt x="7214" y="3072"/>
                </a:lnTo>
                <a:lnTo>
                  <a:pt x="8786" y="1637"/>
                </a:lnTo>
                <a:lnTo>
                  <a:pt x="10800" y="0"/>
                </a:lnTo>
                <a:close/>
              </a:path>
            </a:pathLst>
          </a:custGeom>
          <a:solidFill>
            <a:srgbClr val="C5CC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2" name="contour_18230"/>
          <p:cNvSpPr/>
          <p:nvPr/>
        </p:nvSpPr>
        <p:spPr>
          <a:xfrm>
            <a:off x="6912103" y="255808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7673" y="7135"/>
                </a:lnTo>
                <a:lnTo>
                  <a:pt x="14934" y="12053"/>
                </a:lnTo>
                <a:lnTo>
                  <a:pt x="13020" y="15358"/>
                </a:lnTo>
                <a:lnTo>
                  <a:pt x="11573" y="17654"/>
                </a:lnTo>
                <a:lnTo>
                  <a:pt x="10234" y="19534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6C6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3" name="contour_18231"/>
          <p:cNvSpPr/>
          <p:nvPr/>
        </p:nvSpPr>
        <p:spPr>
          <a:xfrm>
            <a:off x="7254638" y="254350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A9AF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4" name="contour_18232"/>
          <p:cNvSpPr/>
          <p:nvPr/>
        </p:nvSpPr>
        <p:spPr>
          <a:xfrm>
            <a:off x="6992271" y="2544435"/>
            <a:ext cx="43728" cy="20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1865"/>
                </a:moveTo>
                <a:lnTo>
                  <a:pt x="18436" y="3413"/>
                </a:lnTo>
                <a:lnTo>
                  <a:pt x="20005" y="4985"/>
                </a:lnTo>
                <a:lnTo>
                  <a:pt x="21600" y="6563"/>
                </a:lnTo>
                <a:lnTo>
                  <a:pt x="19966" y="11292"/>
                </a:lnTo>
                <a:lnTo>
                  <a:pt x="18673" y="14435"/>
                </a:lnTo>
                <a:lnTo>
                  <a:pt x="17042" y="17405"/>
                </a:lnTo>
                <a:lnTo>
                  <a:pt x="14400" y="21600"/>
                </a:lnTo>
                <a:lnTo>
                  <a:pt x="11873" y="20953"/>
                </a:lnTo>
                <a:lnTo>
                  <a:pt x="9468" y="19999"/>
                </a:lnTo>
                <a:lnTo>
                  <a:pt x="7128" y="18788"/>
                </a:lnTo>
                <a:lnTo>
                  <a:pt x="4802" y="17367"/>
                </a:lnTo>
                <a:lnTo>
                  <a:pt x="2444" y="15781"/>
                </a:lnTo>
                <a:lnTo>
                  <a:pt x="0" y="14082"/>
                </a:lnTo>
                <a:lnTo>
                  <a:pt x="3467" y="8270"/>
                </a:lnTo>
                <a:lnTo>
                  <a:pt x="6088" y="4165"/>
                </a:lnTo>
                <a:lnTo>
                  <a:pt x="8165" y="1564"/>
                </a:lnTo>
                <a:lnTo>
                  <a:pt x="9983" y="248"/>
                </a:lnTo>
                <a:lnTo>
                  <a:pt x="11848" y="0"/>
                </a:lnTo>
                <a:lnTo>
                  <a:pt x="14044" y="609"/>
                </a:lnTo>
                <a:lnTo>
                  <a:pt x="16877" y="1865"/>
                </a:lnTo>
                <a:close/>
              </a:path>
            </a:pathLst>
          </a:custGeom>
          <a:solidFill>
            <a:srgbClr val="5959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5" name="contour_18233"/>
          <p:cNvSpPr/>
          <p:nvPr/>
        </p:nvSpPr>
        <p:spPr>
          <a:xfrm>
            <a:off x="11423369" y="252893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551" y="15170"/>
                </a:lnTo>
                <a:lnTo>
                  <a:pt x="6398" y="10166"/>
                </a:lnTo>
                <a:lnTo>
                  <a:pt x="8722" y="6401"/>
                </a:lnTo>
                <a:lnTo>
                  <a:pt x="10696" y="3701"/>
                </a:lnTo>
                <a:lnTo>
                  <a:pt x="12502" y="1894"/>
                </a:lnTo>
                <a:lnTo>
                  <a:pt x="14321" y="799"/>
                </a:lnTo>
                <a:lnTo>
                  <a:pt x="16321" y="238"/>
                </a:lnTo>
                <a:lnTo>
                  <a:pt x="18688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D2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6" name="contour_18234"/>
          <p:cNvSpPr/>
          <p:nvPr/>
        </p:nvSpPr>
        <p:spPr>
          <a:xfrm>
            <a:off x="8114621" y="25289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015"/>
                </a:lnTo>
                <a:lnTo>
                  <a:pt x="12269" y="1804"/>
                </a:lnTo>
                <a:lnTo>
                  <a:pt x="14731" y="2624"/>
                </a:lnTo>
                <a:lnTo>
                  <a:pt x="17582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112" y="17642"/>
                </a:lnTo>
                <a:lnTo>
                  <a:pt x="14602" y="18743"/>
                </a:lnTo>
                <a:lnTo>
                  <a:pt x="11048" y="19597"/>
                </a:lnTo>
                <a:lnTo>
                  <a:pt x="7436" y="20299"/>
                </a:lnTo>
                <a:lnTo>
                  <a:pt x="3758" y="20936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3E3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7" name="contour_18235"/>
          <p:cNvSpPr/>
          <p:nvPr/>
        </p:nvSpPr>
        <p:spPr>
          <a:xfrm>
            <a:off x="11124562" y="252164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2566"/>
                </a:lnTo>
                <a:lnTo>
                  <a:pt x="18344" y="5141"/>
                </a:lnTo>
                <a:lnTo>
                  <a:pt x="19418" y="7724"/>
                </a:lnTo>
                <a:lnTo>
                  <a:pt x="20504" y="10329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208" y="8640"/>
                </a:lnTo>
                <a:lnTo>
                  <a:pt x="6426" y="8640"/>
                </a:lnTo>
                <a:lnTo>
                  <a:pt x="9655" y="8640"/>
                </a:lnTo>
                <a:lnTo>
                  <a:pt x="12911" y="8640"/>
                </a:lnTo>
                <a:lnTo>
                  <a:pt x="16200" y="8640"/>
                </a:lnTo>
                <a:lnTo>
                  <a:pt x="16200" y="5784"/>
                </a:lnTo>
                <a:lnTo>
                  <a:pt x="16200" y="2912"/>
                </a:lnTo>
                <a:lnTo>
                  <a:pt x="16200" y="0"/>
                </a:lnTo>
                <a:close/>
              </a:path>
            </a:pathLst>
          </a:custGeom>
          <a:solidFill>
            <a:srgbClr val="767E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8" name="contour_18236"/>
          <p:cNvSpPr/>
          <p:nvPr/>
        </p:nvSpPr>
        <p:spPr>
          <a:xfrm>
            <a:off x="8027945" y="2507069"/>
            <a:ext cx="2030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23" y="0"/>
                </a:moveTo>
                <a:lnTo>
                  <a:pt x="11808" y="3178"/>
                </a:lnTo>
                <a:lnTo>
                  <a:pt x="15576" y="5712"/>
                </a:lnTo>
                <a:lnTo>
                  <a:pt x="18336" y="7751"/>
                </a:lnTo>
                <a:lnTo>
                  <a:pt x="20197" y="9442"/>
                </a:lnTo>
                <a:lnTo>
                  <a:pt x="21251" y="10927"/>
                </a:lnTo>
                <a:lnTo>
                  <a:pt x="21600" y="12352"/>
                </a:lnTo>
                <a:lnTo>
                  <a:pt x="21367" y="13867"/>
                </a:lnTo>
                <a:lnTo>
                  <a:pt x="20639" y="15614"/>
                </a:lnTo>
                <a:lnTo>
                  <a:pt x="19522" y="17743"/>
                </a:lnTo>
                <a:lnTo>
                  <a:pt x="17119" y="19656"/>
                </a:lnTo>
                <a:lnTo>
                  <a:pt x="14677" y="21600"/>
                </a:lnTo>
                <a:lnTo>
                  <a:pt x="9792" y="18422"/>
                </a:lnTo>
                <a:lnTo>
                  <a:pt x="6024" y="15888"/>
                </a:lnTo>
                <a:lnTo>
                  <a:pt x="3264" y="13849"/>
                </a:lnTo>
                <a:lnTo>
                  <a:pt x="1403" y="12158"/>
                </a:lnTo>
                <a:lnTo>
                  <a:pt x="349" y="10673"/>
                </a:lnTo>
                <a:lnTo>
                  <a:pt x="0" y="9248"/>
                </a:lnTo>
                <a:lnTo>
                  <a:pt x="233" y="7733"/>
                </a:lnTo>
                <a:lnTo>
                  <a:pt x="961" y="5986"/>
                </a:lnTo>
                <a:lnTo>
                  <a:pt x="2078" y="3857"/>
                </a:lnTo>
                <a:lnTo>
                  <a:pt x="4481" y="1944"/>
                </a:lnTo>
                <a:lnTo>
                  <a:pt x="6923" y="0"/>
                </a:lnTo>
                <a:close/>
              </a:path>
            </a:pathLst>
          </a:custGeom>
          <a:solidFill>
            <a:srgbClr val="D9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39" name="contour_18237"/>
          <p:cNvSpPr/>
          <p:nvPr/>
        </p:nvSpPr>
        <p:spPr>
          <a:xfrm>
            <a:off x="7087014" y="25289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2A2A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0" name="contour_18238"/>
          <p:cNvSpPr/>
          <p:nvPr/>
        </p:nvSpPr>
        <p:spPr>
          <a:xfrm>
            <a:off x="5126545" y="252164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AC6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1" name="contour_18239"/>
          <p:cNvSpPr/>
          <p:nvPr/>
        </p:nvSpPr>
        <p:spPr>
          <a:xfrm>
            <a:off x="1074421" y="25289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63" y="3607"/>
                </a:lnTo>
                <a:lnTo>
                  <a:pt x="20288" y="7209"/>
                </a:lnTo>
                <a:lnTo>
                  <a:pt x="19575" y="10800"/>
                </a:lnTo>
                <a:lnTo>
                  <a:pt x="19008" y="13813"/>
                </a:lnTo>
                <a:lnTo>
                  <a:pt x="18436" y="16875"/>
                </a:lnTo>
                <a:lnTo>
                  <a:pt x="17323" y="19219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7582"/>
                </a:lnTo>
                <a:lnTo>
                  <a:pt x="2624" y="14731"/>
                </a:lnTo>
                <a:lnTo>
                  <a:pt x="1804" y="12269"/>
                </a:lnTo>
                <a:lnTo>
                  <a:pt x="1015" y="9418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07070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2" name="contour_18240"/>
          <p:cNvSpPr/>
          <p:nvPr/>
        </p:nvSpPr>
        <p:spPr>
          <a:xfrm>
            <a:off x="5527384" y="2516288"/>
            <a:ext cx="51016" cy="19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702"/>
                </a:moveTo>
                <a:lnTo>
                  <a:pt x="18258" y="16640"/>
                </a:lnTo>
                <a:lnTo>
                  <a:pt x="15888" y="18630"/>
                </a:lnTo>
                <a:lnTo>
                  <a:pt x="14148" y="19910"/>
                </a:lnTo>
                <a:lnTo>
                  <a:pt x="12688" y="20684"/>
                </a:lnTo>
                <a:lnTo>
                  <a:pt x="11173" y="21174"/>
                </a:lnTo>
                <a:lnTo>
                  <a:pt x="9257" y="21600"/>
                </a:lnTo>
                <a:lnTo>
                  <a:pt x="6964" y="18441"/>
                </a:lnTo>
                <a:lnTo>
                  <a:pt x="5314" y="16080"/>
                </a:lnTo>
                <a:lnTo>
                  <a:pt x="4048" y="14066"/>
                </a:lnTo>
                <a:lnTo>
                  <a:pt x="2913" y="11981"/>
                </a:lnTo>
                <a:lnTo>
                  <a:pt x="1651" y="9374"/>
                </a:lnTo>
                <a:lnTo>
                  <a:pt x="0" y="5805"/>
                </a:lnTo>
                <a:lnTo>
                  <a:pt x="2577" y="2891"/>
                </a:lnTo>
                <a:lnTo>
                  <a:pt x="4940" y="1003"/>
                </a:lnTo>
                <a:lnTo>
                  <a:pt x="7131" y="63"/>
                </a:lnTo>
                <a:lnTo>
                  <a:pt x="9199" y="0"/>
                </a:lnTo>
                <a:lnTo>
                  <a:pt x="11189" y="734"/>
                </a:lnTo>
                <a:lnTo>
                  <a:pt x="13148" y="2196"/>
                </a:lnTo>
                <a:lnTo>
                  <a:pt x="15123" y="4296"/>
                </a:lnTo>
                <a:lnTo>
                  <a:pt x="17160" y="6966"/>
                </a:lnTo>
                <a:lnTo>
                  <a:pt x="19304" y="10125"/>
                </a:lnTo>
                <a:lnTo>
                  <a:pt x="21600" y="13702"/>
                </a:lnTo>
                <a:close/>
              </a:path>
            </a:pathLst>
          </a:custGeom>
          <a:solidFill>
            <a:srgbClr val="DBD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3" name="contour_18241"/>
          <p:cNvSpPr/>
          <p:nvPr/>
        </p:nvSpPr>
        <p:spPr>
          <a:xfrm>
            <a:off x="8260381" y="2514357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5973"/>
                </a:lnTo>
                <a:lnTo>
                  <a:pt x="0" y="11432"/>
                </a:lnTo>
                <a:lnTo>
                  <a:pt x="0" y="6829"/>
                </a:lnTo>
                <a:lnTo>
                  <a:pt x="2795" y="4944"/>
                </a:lnTo>
                <a:lnTo>
                  <a:pt x="5430" y="3421"/>
                </a:lnTo>
                <a:lnTo>
                  <a:pt x="7975" y="2233"/>
                </a:lnTo>
                <a:lnTo>
                  <a:pt x="10493" y="1332"/>
                </a:lnTo>
                <a:lnTo>
                  <a:pt x="13051" y="697"/>
                </a:lnTo>
                <a:lnTo>
                  <a:pt x="15708" y="287"/>
                </a:lnTo>
                <a:lnTo>
                  <a:pt x="18537" y="68"/>
                </a:lnTo>
                <a:lnTo>
                  <a:pt x="21600" y="0"/>
                </a:lnTo>
                <a:close/>
              </a:path>
            </a:pathLst>
          </a:custGeom>
          <a:solidFill>
            <a:srgbClr val="313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4" name="contour_18242"/>
          <p:cNvSpPr/>
          <p:nvPr/>
        </p:nvSpPr>
        <p:spPr>
          <a:xfrm>
            <a:off x="1832373" y="250706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670" y="18896"/>
                </a:lnTo>
                <a:lnTo>
                  <a:pt x="3348" y="16196"/>
                </a:lnTo>
                <a:lnTo>
                  <a:pt x="5047" y="13496"/>
                </a:lnTo>
                <a:lnTo>
                  <a:pt x="6754" y="10800"/>
                </a:lnTo>
                <a:lnTo>
                  <a:pt x="8006" y="8791"/>
                </a:lnTo>
                <a:lnTo>
                  <a:pt x="9266" y="6774"/>
                </a:lnTo>
                <a:lnTo>
                  <a:pt x="10548" y="4726"/>
                </a:lnTo>
                <a:lnTo>
                  <a:pt x="12456" y="2380"/>
                </a:lnTo>
                <a:lnTo>
                  <a:pt x="14400" y="0"/>
                </a:lnTo>
                <a:close/>
              </a:path>
            </a:pathLst>
          </a:custGeom>
          <a:solidFill>
            <a:srgbClr val="A0A2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5" name="contour_18243"/>
          <p:cNvSpPr/>
          <p:nvPr/>
        </p:nvSpPr>
        <p:spPr>
          <a:xfrm>
            <a:off x="9324428" y="249978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224" y="2376"/>
                </a:lnTo>
                <a:lnTo>
                  <a:pt x="16844" y="4752"/>
                </a:lnTo>
                <a:lnTo>
                  <a:pt x="14463" y="7133"/>
                </a:lnTo>
                <a:lnTo>
                  <a:pt x="12079" y="9526"/>
                </a:lnTo>
                <a:lnTo>
                  <a:pt x="9681" y="11918"/>
                </a:lnTo>
                <a:lnTo>
                  <a:pt x="7279" y="14321"/>
                </a:lnTo>
                <a:lnTo>
                  <a:pt x="4864" y="16735"/>
                </a:lnTo>
                <a:lnTo>
                  <a:pt x="2441" y="1915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0A0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6" name="contour_18244"/>
          <p:cNvSpPr/>
          <p:nvPr/>
        </p:nvSpPr>
        <p:spPr>
          <a:xfrm>
            <a:off x="943238" y="248520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4465" y="17673"/>
                </a:lnTo>
                <a:lnTo>
                  <a:pt x="9547" y="14934"/>
                </a:lnTo>
                <a:lnTo>
                  <a:pt x="6242" y="13020"/>
                </a:lnTo>
                <a:lnTo>
                  <a:pt x="3946" y="11573"/>
                </a:lnTo>
                <a:lnTo>
                  <a:pt x="2066" y="10234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6A6C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7" name="contour_18245"/>
          <p:cNvSpPr/>
          <p:nvPr/>
        </p:nvSpPr>
        <p:spPr>
          <a:xfrm>
            <a:off x="11117281" y="2492041"/>
            <a:ext cx="29152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9" y="0"/>
                </a:moveTo>
                <a:lnTo>
                  <a:pt x="16394" y="85"/>
                </a:lnTo>
                <a:lnTo>
                  <a:pt x="18981" y="175"/>
                </a:lnTo>
                <a:lnTo>
                  <a:pt x="21600" y="265"/>
                </a:lnTo>
                <a:lnTo>
                  <a:pt x="21600" y="3281"/>
                </a:lnTo>
                <a:lnTo>
                  <a:pt x="21600" y="6302"/>
                </a:lnTo>
                <a:lnTo>
                  <a:pt x="21600" y="9332"/>
                </a:lnTo>
                <a:lnTo>
                  <a:pt x="21600" y="12375"/>
                </a:lnTo>
                <a:lnTo>
                  <a:pt x="21600" y="15430"/>
                </a:lnTo>
                <a:lnTo>
                  <a:pt x="21600" y="18502"/>
                </a:lnTo>
                <a:lnTo>
                  <a:pt x="21600" y="21600"/>
                </a:lnTo>
                <a:lnTo>
                  <a:pt x="18922" y="19488"/>
                </a:lnTo>
                <a:lnTo>
                  <a:pt x="16249" y="17371"/>
                </a:lnTo>
                <a:lnTo>
                  <a:pt x="13565" y="15255"/>
                </a:lnTo>
                <a:lnTo>
                  <a:pt x="10876" y="13130"/>
                </a:lnTo>
                <a:lnTo>
                  <a:pt x="8176" y="10996"/>
                </a:lnTo>
                <a:lnTo>
                  <a:pt x="5465" y="8854"/>
                </a:lnTo>
                <a:lnTo>
                  <a:pt x="2738" y="6699"/>
                </a:lnTo>
                <a:lnTo>
                  <a:pt x="0" y="4532"/>
                </a:lnTo>
                <a:lnTo>
                  <a:pt x="3251" y="2057"/>
                </a:lnTo>
                <a:lnTo>
                  <a:pt x="5778" y="764"/>
                </a:lnTo>
                <a:lnTo>
                  <a:pt x="8872" y="218"/>
                </a:lnTo>
                <a:lnTo>
                  <a:pt x="13829" y="0"/>
                </a:lnTo>
                <a:close/>
              </a:path>
            </a:pathLst>
          </a:custGeom>
          <a:solidFill>
            <a:srgbClr val="EA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8" name="contour_18246"/>
          <p:cNvSpPr/>
          <p:nvPr/>
        </p:nvSpPr>
        <p:spPr>
          <a:xfrm>
            <a:off x="11430657" y="2470629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7254"/>
                </a:lnTo>
                <a:lnTo>
                  <a:pt x="0" y="13818"/>
                </a:lnTo>
                <a:lnTo>
                  <a:pt x="0" y="10335"/>
                </a:lnTo>
                <a:lnTo>
                  <a:pt x="3569" y="10335"/>
                </a:lnTo>
                <a:lnTo>
                  <a:pt x="7160" y="10335"/>
                </a:lnTo>
                <a:lnTo>
                  <a:pt x="10800" y="10335"/>
                </a:lnTo>
                <a:lnTo>
                  <a:pt x="10800" y="6919"/>
                </a:lnTo>
                <a:lnTo>
                  <a:pt x="10800" y="3483"/>
                </a:lnTo>
                <a:lnTo>
                  <a:pt x="10800" y="0"/>
                </a:lnTo>
                <a:close/>
              </a:path>
            </a:pathLst>
          </a:custGeom>
          <a:solidFill>
            <a:srgbClr val="A38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49" name="contour_18247"/>
          <p:cNvSpPr/>
          <p:nvPr/>
        </p:nvSpPr>
        <p:spPr>
          <a:xfrm>
            <a:off x="1511701" y="2463341"/>
            <a:ext cx="28307" cy="374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84" y="0"/>
                </a:moveTo>
                <a:lnTo>
                  <a:pt x="18936" y="2650"/>
                </a:lnTo>
                <a:lnTo>
                  <a:pt x="20449" y="4947"/>
                </a:lnTo>
                <a:lnTo>
                  <a:pt x="21305" y="7126"/>
                </a:lnTo>
                <a:lnTo>
                  <a:pt x="21600" y="9414"/>
                </a:lnTo>
                <a:lnTo>
                  <a:pt x="21416" y="12043"/>
                </a:lnTo>
                <a:lnTo>
                  <a:pt x="20855" y="15248"/>
                </a:lnTo>
                <a:lnTo>
                  <a:pt x="19476" y="17158"/>
                </a:lnTo>
                <a:lnTo>
                  <a:pt x="18091" y="19085"/>
                </a:lnTo>
                <a:lnTo>
                  <a:pt x="16684" y="21032"/>
                </a:lnTo>
                <a:lnTo>
                  <a:pt x="12379" y="21411"/>
                </a:lnTo>
                <a:lnTo>
                  <a:pt x="9360" y="21600"/>
                </a:lnTo>
                <a:lnTo>
                  <a:pt x="6824" y="21600"/>
                </a:lnTo>
                <a:lnTo>
                  <a:pt x="3971" y="21411"/>
                </a:lnTo>
                <a:lnTo>
                  <a:pt x="0" y="21032"/>
                </a:lnTo>
                <a:lnTo>
                  <a:pt x="1296" y="18992"/>
                </a:lnTo>
                <a:lnTo>
                  <a:pt x="2597" y="16952"/>
                </a:lnTo>
                <a:lnTo>
                  <a:pt x="3904" y="14916"/>
                </a:lnTo>
                <a:lnTo>
                  <a:pt x="5216" y="12880"/>
                </a:lnTo>
                <a:lnTo>
                  <a:pt x="6674" y="10609"/>
                </a:lnTo>
                <a:lnTo>
                  <a:pt x="8147" y="8299"/>
                </a:lnTo>
                <a:lnTo>
                  <a:pt x="9955" y="5868"/>
                </a:lnTo>
                <a:lnTo>
                  <a:pt x="11445" y="4194"/>
                </a:lnTo>
                <a:lnTo>
                  <a:pt x="13425" y="2494"/>
                </a:lnTo>
                <a:lnTo>
                  <a:pt x="16684" y="0"/>
                </a:lnTo>
                <a:close/>
              </a:path>
            </a:pathLst>
          </a:custGeom>
          <a:solidFill>
            <a:srgbClr val="6B6D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0" name="contour_18248"/>
          <p:cNvSpPr/>
          <p:nvPr/>
        </p:nvSpPr>
        <p:spPr>
          <a:xfrm>
            <a:off x="1365941" y="247062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BBB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1" name="contour_18249"/>
          <p:cNvSpPr/>
          <p:nvPr/>
        </p:nvSpPr>
        <p:spPr>
          <a:xfrm>
            <a:off x="8347837" y="246334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10427" y="2826"/>
                </a:lnTo>
                <a:lnTo>
                  <a:pt x="13927" y="4838"/>
                </a:lnTo>
                <a:lnTo>
                  <a:pt x="16340" y="6343"/>
                </a:lnTo>
                <a:lnTo>
                  <a:pt x="18128" y="7639"/>
                </a:lnTo>
                <a:lnTo>
                  <a:pt x="19732" y="9025"/>
                </a:lnTo>
                <a:lnTo>
                  <a:pt x="21600" y="10800"/>
                </a:lnTo>
                <a:lnTo>
                  <a:pt x="20747" y="13802"/>
                </a:lnTo>
                <a:lnTo>
                  <a:pt x="20039" y="15865"/>
                </a:lnTo>
                <a:lnTo>
                  <a:pt x="19219" y="17507"/>
                </a:lnTo>
                <a:lnTo>
                  <a:pt x="18025" y="19246"/>
                </a:lnTo>
                <a:lnTo>
                  <a:pt x="16200" y="21600"/>
                </a:lnTo>
                <a:lnTo>
                  <a:pt x="16200" y="19220"/>
                </a:lnTo>
                <a:lnTo>
                  <a:pt x="16200" y="16826"/>
                </a:lnTo>
                <a:lnTo>
                  <a:pt x="16200" y="14400"/>
                </a:lnTo>
                <a:lnTo>
                  <a:pt x="12992" y="14400"/>
                </a:lnTo>
                <a:lnTo>
                  <a:pt x="9774" y="14400"/>
                </a:lnTo>
                <a:lnTo>
                  <a:pt x="6545" y="14400"/>
                </a:lnTo>
                <a:lnTo>
                  <a:pt x="3289" y="14400"/>
                </a:lnTo>
                <a:lnTo>
                  <a:pt x="0" y="14400"/>
                </a:lnTo>
                <a:lnTo>
                  <a:pt x="891" y="12024"/>
                </a:lnTo>
                <a:lnTo>
                  <a:pt x="1782" y="9644"/>
                </a:lnTo>
                <a:lnTo>
                  <a:pt x="2678" y="7254"/>
                </a:lnTo>
                <a:lnTo>
                  <a:pt x="3580" y="4853"/>
                </a:lnTo>
                <a:lnTo>
                  <a:pt x="4487" y="2437"/>
                </a:lnTo>
                <a:lnTo>
                  <a:pt x="5400" y="0"/>
                </a:lnTo>
                <a:close/>
              </a:path>
            </a:pathLst>
          </a:custGeom>
          <a:solidFill>
            <a:srgbClr val="C6B1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2" name="contour_18250"/>
          <p:cNvSpPr/>
          <p:nvPr/>
        </p:nvSpPr>
        <p:spPr>
          <a:xfrm>
            <a:off x="6343639" y="247791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9930" y="6484"/>
                </a:lnTo>
                <a:lnTo>
                  <a:pt x="18245" y="8649"/>
                </a:lnTo>
                <a:lnTo>
                  <a:pt x="16553" y="10804"/>
                </a:lnTo>
                <a:lnTo>
                  <a:pt x="14846" y="12960"/>
                </a:lnTo>
                <a:lnTo>
                  <a:pt x="12960" y="15371"/>
                </a:lnTo>
                <a:lnTo>
                  <a:pt x="11052" y="17820"/>
                </a:lnTo>
                <a:lnTo>
                  <a:pt x="9144" y="19695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7499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3" name="contour_18251"/>
          <p:cNvSpPr/>
          <p:nvPr/>
        </p:nvSpPr>
        <p:spPr>
          <a:xfrm>
            <a:off x="2145756" y="246334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688"/>
                </a:lnTo>
                <a:lnTo>
                  <a:pt x="16448" y="1292"/>
                </a:lnTo>
                <a:lnTo>
                  <a:pt x="18581" y="2149"/>
                </a:lnTo>
                <a:lnTo>
                  <a:pt x="21600" y="3600"/>
                </a:lnTo>
                <a:lnTo>
                  <a:pt x="21600" y="5980"/>
                </a:lnTo>
                <a:lnTo>
                  <a:pt x="21600" y="8374"/>
                </a:lnTo>
                <a:lnTo>
                  <a:pt x="21600" y="10800"/>
                </a:lnTo>
                <a:lnTo>
                  <a:pt x="18776" y="12618"/>
                </a:lnTo>
                <a:lnTo>
                  <a:pt x="16708" y="13831"/>
                </a:lnTo>
                <a:lnTo>
                  <a:pt x="14386" y="14994"/>
                </a:lnTo>
                <a:lnTo>
                  <a:pt x="10800" y="16650"/>
                </a:lnTo>
                <a:lnTo>
                  <a:pt x="7787" y="18061"/>
                </a:lnTo>
                <a:lnTo>
                  <a:pt x="4725" y="19490"/>
                </a:lnTo>
                <a:lnTo>
                  <a:pt x="3553" y="20016"/>
                </a:lnTo>
                <a:lnTo>
                  <a:pt x="0" y="21600"/>
                </a:lnTo>
                <a:lnTo>
                  <a:pt x="578" y="19404"/>
                </a:lnTo>
                <a:lnTo>
                  <a:pt x="1166" y="17212"/>
                </a:lnTo>
                <a:lnTo>
                  <a:pt x="1760" y="15016"/>
                </a:lnTo>
                <a:lnTo>
                  <a:pt x="2365" y="12823"/>
                </a:lnTo>
                <a:lnTo>
                  <a:pt x="3024" y="10375"/>
                </a:lnTo>
                <a:lnTo>
                  <a:pt x="3694" y="7888"/>
                </a:lnTo>
                <a:lnTo>
                  <a:pt x="4763" y="5353"/>
                </a:lnTo>
                <a:lnTo>
                  <a:pt x="5864" y="3686"/>
                </a:lnTo>
                <a:lnTo>
                  <a:pt x="7652" y="2149"/>
                </a:lnTo>
                <a:lnTo>
                  <a:pt x="10800" y="0"/>
                </a:lnTo>
                <a:close/>
              </a:path>
            </a:pathLst>
          </a:custGeom>
          <a:solidFill>
            <a:srgbClr val="8C8E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4" name="contour_18252"/>
          <p:cNvSpPr/>
          <p:nvPr/>
        </p:nvSpPr>
        <p:spPr>
          <a:xfrm>
            <a:off x="1249333" y="247791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965" y="6588"/>
                </a:lnTo>
                <a:lnTo>
                  <a:pt x="20330" y="7781"/>
                </a:lnTo>
                <a:lnTo>
                  <a:pt x="19449" y="9428"/>
                </a:lnTo>
                <a:lnTo>
                  <a:pt x="18088" y="11983"/>
                </a:lnTo>
                <a:lnTo>
                  <a:pt x="16006" y="15887"/>
                </a:lnTo>
                <a:lnTo>
                  <a:pt x="12960" y="21600"/>
                </a:lnTo>
                <a:lnTo>
                  <a:pt x="10200" y="19580"/>
                </a:lnTo>
                <a:lnTo>
                  <a:pt x="8160" y="18052"/>
                </a:lnTo>
                <a:lnTo>
                  <a:pt x="6480" y="16708"/>
                </a:lnTo>
                <a:lnTo>
                  <a:pt x="4800" y="15250"/>
                </a:lnTo>
                <a:lnTo>
                  <a:pt x="2760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9D9F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5" name="contour_18253"/>
          <p:cNvSpPr/>
          <p:nvPr/>
        </p:nvSpPr>
        <p:spPr>
          <a:xfrm>
            <a:off x="892222" y="2456053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7266" y="2354"/>
                </a:lnTo>
                <a:lnTo>
                  <a:pt x="19073" y="4093"/>
                </a:lnTo>
                <a:lnTo>
                  <a:pt x="20167" y="5735"/>
                </a:lnTo>
                <a:lnTo>
                  <a:pt x="20894" y="7798"/>
                </a:lnTo>
                <a:lnTo>
                  <a:pt x="21600" y="10800"/>
                </a:lnTo>
                <a:lnTo>
                  <a:pt x="18418" y="12899"/>
                </a:lnTo>
                <a:lnTo>
                  <a:pt x="15098" y="14789"/>
                </a:lnTo>
                <a:lnTo>
                  <a:pt x="11621" y="16538"/>
                </a:lnTo>
                <a:lnTo>
                  <a:pt x="7963" y="18212"/>
                </a:lnTo>
                <a:lnTo>
                  <a:pt x="4104" y="19876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1817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6" name="contour_18254"/>
          <p:cNvSpPr/>
          <p:nvPr/>
        </p:nvSpPr>
        <p:spPr>
          <a:xfrm>
            <a:off x="7050574" y="2448765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25" y="2536"/>
                </a:lnTo>
                <a:lnTo>
                  <a:pt x="16520" y="4441"/>
                </a:lnTo>
                <a:lnTo>
                  <a:pt x="17686" y="6074"/>
                </a:lnTo>
                <a:lnTo>
                  <a:pt x="18762" y="7802"/>
                </a:lnTo>
                <a:lnTo>
                  <a:pt x="19984" y="9975"/>
                </a:lnTo>
                <a:lnTo>
                  <a:pt x="21600" y="12960"/>
                </a:lnTo>
                <a:lnTo>
                  <a:pt x="19794" y="16131"/>
                </a:lnTo>
                <a:lnTo>
                  <a:pt x="18291" y="18092"/>
                </a:lnTo>
                <a:lnTo>
                  <a:pt x="16282" y="19643"/>
                </a:lnTo>
                <a:lnTo>
                  <a:pt x="12960" y="21600"/>
                </a:lnTo>
                <a:lnTo>
                  <a:pt x="9487" y="20788"/>
                </a:lnTo>
                <a:lnTo>
                  <a:pt x="7076" y="20157"/>
                </a:lnTo>
                <a:lnTo>
                  <a:pt x="5106" y="19500"/>
                </a:lnTo>
                <a:lnTo>
                  <a:pt x="2955" y="18611"/>
                </a:lnTo>
                <a:lnTo>
                  <a:pt x="0" y="17280"/>
                </a:lnTo>
                <a:lnTo>
                  <a:pt x="1832" y="14835"/>
                </a:lnTo>
                <a:lnTo>
                  <a:pt x="3668" y="12390"/>
                </a:lnTo>
                <a:lnTo>
                  <a:pt x="5508" y="9936"/>
                </a:lnTo>
                <a:lnTo>
                  <a:pt x="7357" y="7474"/>
                </a:lnTo>
                <a:lnTo>
                  <a:pt x="9210" y="4998"/>
                </a:lnTo>
                <a:lnTo>
                  <a:pt x="11081" y="2510"/>
                </a:lnTo>
                <a:lnTo>
                  <a:pt x="12960" y="0"/>
                </a:lnTo>
                <a:close/>
              </a:path>
            </a:pathLst>
          </a:custGeom>
          <a:solidFill>
            <a:srgbClr val="7A7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7" name="contour_18255"/>
          <p:cNvSpPr/>
          <p:nvPr/>
        </p:nvSpPr>
        <p:spPr>
          <a:xfrm>
            <a:off x="1453397" y="244876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D4F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8" name="contour_18256"/>
          <p:cNvSpPr/>
          <p:nvPr/>
        </p:nvSpPr>
        <p:spPr>
          <a:xfrm>
            <a:off x="7961573" y="244876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EE8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59" name="contour_18257"/>
          <p:cNvSpPr/>
          <p:nvPr/>
        </p:nvSpPr>
        <p:spPr>
          <a:xfrm>
            <a:off x="5235865" y="2426901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454" y="2020"/>
                </a:lnTo>
                <a:lnTo>
                  <a:pt x="12830" y="3550"/>
                </a:lnTo>
                <a:lnTo>
                  <a:pt x="14738" y="4892"/>
                </a:lnTo>
                <a:lnTo>
                  <a:pt x="16567" y="6350"/>
                </a:lnTo>
                <a:lnTo>
                  <a:pt x="18720" y="8219"/>
                </a:lnTo>
                <a:lnTo>
                  <a:pt x="21600" y="10800"/>
                </a:lnTo>
                <a:lnTo>
                  <a:pt x="20678" y="13802"/>
                </a:lnTo>
                <a:lnTo>
                  <a:pt x="19843" y="15865"/>
                </a:lnTo>
                <a:lnTo>
                  <a:pt x="18749" y="17507"/>
                </a:lnTo>
                <a:lnTo>
                  <a:pt x="17050" y="19246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76" y="14465"/>
                </a:lnTo>
                <a:lnTo>
                  <a:pt x="3175" y="12078"/>
                </a:lnTo>
                <a:lnTo>
                  <a:pt x="3974" y="9684"/>
                </a:lnTo>
                <a:lnTo>
                  <a:pt x="4774" y="7279"/>
                </a:lnTo>
                <a:lnTo>
                  <a:pt x="5580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27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0" name="contour_18258"/>
          <p:cNvSpPr/>
          <p:nvPr/>
        </p:nvSpPr>
        <p:spPr>
          <a:xfrm>
            <a:off x="3916738" y="2435151"/>
            <a:ext cx="36440" cy="216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306"/>
                </a:moveTo>
                <a:lnTo>
                  <a:pt x="20926" y="10622"/>
                </a:lnTo>
                <a:lnTo>
                  <a:pt x="20252" y="13572"/>
                </a:lnTo>
                <a:lnTo>
                  <a:pt x="19172" y="16521"/>
                </a:lnTo>
                <a:lnTo>
                  <a:pt x="17280" y="20837"/>
                </a:lnTo>
                <a:lnTo>
                  <a:pt x="14360" y="21368"/>
                </a:lnTo>
                <a:lnTo>
                  <a:pt x="11504" y="21600"/>
                </a:lnTo>
                <a:lnTo>
                  <a:pt x="8675" y="21600"/>
                </a:lnTo>
                <a:lnTo>
                  <a:pt x="5841" y="21433"/>
                </a:lnTo>
                <a:lnTo>
                  <a:pt x="2964" y="21164"/>
                </a:lnTo>
                <a:lnTo>
                  <a:pt x="0" y="20837"/>
                </a:lnTo>
                <a:lnTo>
                  <a:pt x="0" y="16035"/>
                </a:lnTo>
                <a:lnTo>
                  <a:pt x="0" y="11203"/>
                </a:lnTo>
                <a:lnTo>
                  <a:pt x="0" y="6306"/>
                </a:lnTo>
                <a:lnTo>
                  <a:pt x="3115" y="2645"/>
                </a:lnTo>
                <a:lnTo>
                  <a:pt x="6087" y="625"/>
                </a:lnTo>
                <a:lnTo>
                  <a:pt x="8994" y="0"/>
                </a:lnTo>
                <a:lnTo>
                  <a:pt x="11919" y="509"/>
                </a:lnTo>
                <a:lnTo>
                  <a:pt x="14943" y="1904"/>
                </a:lnTo>
                <a:lnTo>
                  <a:pt x="18140" y="3916"/>
                </a:lnTo>
                <a:lnTo>
                  <a:pt x="21600" y="6306"/>
                </a:lnTo>
                <a:close/>
              </a:path>
            </a:pathLst>
          </a:custGeom>
          <a:solidFill>
            <a:srgbClr val="796D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1" name="contour_18259"/>
          <p:cNvSpPr/>
          <p:nvPr/>
        </p:nvSpPr>
        <p:spPr>
          <a:xfrm>
            <a:off x="7334806" y="243418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18926" y="12139"/>
                </a:lnTo>
                <a:lnTo>
                  <a:pt x="16252" y="13473"/>
                </a:lnTo>
                <a:lnTo>
                  <a:pt x="13569" y="14818"/>
                </a:lnTo>
                <a:lnTo>
                  <a:pt x="10882" y="16162"/>
                </a:lnTo>
                <a:lnTo>
                  <a:pt x="8182" y="17507"/>
                </a:lnTo>
                <a:lnTo>
                  <a:pt x="5469" y="18862"/>
                </a:lnTo>
                <a:lnTo>
                  <a:pt x="2743" y="20228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5756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2" name="contour_18260"/>
          <p:cNvSpPr/>
          <p:nvPr/>
        </p:nvSpPr>
        <p:spPr>
          <a:xfrm>
            <a:off x="2444564" y="2433475"/>
            <a:ext cx="36440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105"/>
                </a:lnTo>
                <a:lnTo>
                  <a:pt x="13751" y="211"/>
                </a:lnTo>
                <a:lnTo>
                  <a:pt x="16368" y="311"/>
                </a:lnTo>
                <a:lnTo>
                  <a:pt x="18982" y="416"/>
                </a:lnTo>
                <a:lnTo>
                  <a:pt x="21600" y="517"/>
                </a:lnTo>
                <a:lnTo>
                  <a:pt x="21600" y="4001"/>
                </a:lnTo>
                <a:lnTo>
                  <a:pt x="21600" y="7506"/>
                </a:lnTo>
                <a:lnTo>
                  <a:pt x="21600" y="11058"/>
                </a:lnTo>
                <a:lnTo>
                  <a:pt x="19548" y="10842"/>
                </a:lnTo>
                <a:lnTo>
                  <a:pt x="17483" y="10621"/>
                </a:lnTo>
                <a:lnTo>
                  <a:pt x="15392" y="10399"/>
                </a:lnTo>
                <a:lnTo>
                  <a:pt x="14399" y="10494"/>
                </a:lnTo>
                <a:lnTo>
                  <a:pt x="12649" y="10668"/>
                </a:lnTo>
                <a:lnTo>
                  <a:pt x="8640" y="11058"/>
                </a:lnTo>
                <a:lnTo>
                  <a:pt x="6903" y="14189"/>
                </a:lnTo>
                <a:lnTo>
                  <a:pt x="5871" y="16329"/>
                </a:lnTo>
                <a:lnTo>
                  <a:pt x="5145" y="18474"/>
                </a:lnTo>
                <a:lnTo>
                  <a:pt x="4320" y="21600"/>
                </a:lnTo>
                <a:lnTo>
                  <a:pt x="3119" y="17837"/>
                </a:lnTo>
                <a:lnTo>
                  <a:pt x="2294" y="15133"/>
                </a:lnTo>
                <a:lnTo>
                  <a:pt x="1637" y="12729"/>
                </a:lnTo>
                <a:lnTo>
                  <a:pt x="942" y="9867"/>
                </a:lnTo>
                <a:lnTo>
                  <a:pt x="0" y="5787"/>
                </a:lnTo>
                <a:lnTo>
                  <a:pt x="2562" y="2736"/>
                </a:lnTo>
                <a:lnTo>
                  <a:pt x="4303" y="1112"/>
                </a:lnTo>
                <a:lnTo>
                  <a:pt x="6026" y="385"/>
                </a:lnTo>
                <a:lnTo>
                  <a:pt x="8523" y="0"/>
                </a:lnTo>
                <a:close/>
              </a:path>
            </a:pathLst>
          </a:custGeom>
          <a:solidFill>
            <a:srgbClr val="3330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3" name="contour_18261"/>
          <p:cNvSpPr/>
          <p:nvPr/>
        </p:nvSpPr>
        <p:spPr>
          <a:xfrm>
            <a:off x="1788645" y="2427754"/>
            <a:ext cx="29152" cy="28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786"/>
                </a:moveTo>
                <a:lnTo>
                  <a:pt x="18047" y="2559"/>
                </a:lnTo>
                <a:lnTo>
                  <a:pt x="21600" y="4912"/>
                </a:lnTo>
                <a:lnTo>
                  <a:pt x="20531" y="8216"/>
                </a:lnTo>
                <a:lnTo>
                  <a:pt x="19456" y="11531"/>
                </a:lnTo>
                <a:lnTo>
                  <a:pt x="18382" y="14864"/>
                </a:lnTo>
                <a:lnTo>
                  <a:pt x="17296" y="18212"/>
                </a:lnTo>
                <a:lnTo>
                  <a:pt x="16200" y="21600"/>
                </a:lnTo>
                <a:lnTo>
                  <a:pt x="12182" y="20554"/>
                </a:lnTo>
                <a:lnTo>
                  <a:pt x="9331" y="19742"/>
                </a:lnTo>
                <a:lnTo>
                  <a:pt x="6869" y="18897"/>
                </a:lnTo>
                <a:lnTo>
                  <a:pt x="4018" y="17751"/>
                </a:lnTo>
                <a:lnTo>
                  <a:pt x="0" y="16037"/>
                </a:lnTo>
                <a:lnTo>
                  <a:pt x="0" y="12360"/>
                </a:lnTo>
                <a:lnTo>
                  <a:pt x="0" y="8661"/>
                </a:lnTo>
                <a:lnTo>
                  <a:pt x="0" y="4912"/>
                </a:lnTo>
                <a:lnTo>
                  <a:pt x="3515" y="2247"/>
                </a:lnTo>
                <a:lnTo>
                  <a:pt x="6507" y="612"/>
                </a:lnTo>
                <a:lnTo>
                  <a:pt x="9423" y="0"/>
                </a:lnTo>
                <a:lnTo>
                  <a:pt x="12733" y="389"/>
                </a:lnTo>
                <a:lnTo>
                  <a:pt x="16875" y="1786"/>
                </a:lnTo>
                <a:close/>
              </a:path>
            </a:pathLst>
          </a:custGeom>
          <a:solidFill>
            <a:srgbClr val="4042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4" name="contour_18262"/>
          <p:cNvSpPr/>
          <p:nvPr/>
        </p:nvSpPr>
        <p:spPr>
          <a:xfrm>
            <a:off x="10818466" y="2412325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180" y="0"/>
                </a:lnTo>
                <a:lnTo>
                  <a:pt x="15574" y="0"/>
                </a:lnTo>
                <a:lnTo>
                  <a:pt x="18000" y="0"/>
                </a:lnTo>
                <a:lnTo>
                  <a:pt x="19217" y="3763"/>
                </a:lnTo>
                <a:lnTo>
                  <a:pt x="20012" y="6467"/>
                </a:lnTo>
                <a:lnTo>
                  <a:pt x="20560" y="8871"/>
                </a:lnTo>
                <a:lnTo>
                  <a:pt x="21031" y="11733"/>
                </a:lnTo>
                <a:lnTo>
                  <a:pt x="21600" y="15813"/>
                </a:lnTo>
                <a:lnTo>
                  <a:pt x="19451" y="18870"/>
                </a:lnTo>
                <a:lnTo>
                  <a:pt x="17914" y="20488"/>
                </a:lnTo>
                <a:lnTo>
                  <a:pt x="16247" y="21220"/>
                </a:lnTo>
                <a:lnTo>
                  <a:pt x="13712" y="21600"/>
                </a:lnTo>
                <a:lnTo>
                  <a:pt x="11261" y="21505"/>
                </a:lnTo>
                <a:lnTo>
                  <a:pt x="8777" y="21410"/>
                </a:lnTo>
                <a:lnTo>
                  <a:pt x="7542" y="21379"/>
                </a:lnTo>
                <a:lnTo>
                  <a:pt x="3812" y="21268"/>
                </a:lnTo>
                <a:lnTo>
                  <a:pt x="1919" y="21178"/>
                </a:lnTo>
                <a:lnTo>
                  <a:pt x="0" y="21083"/>
                </a:lnTo>
                <a:lnTo>
                  <a:pt x="1174" y="19460"/>
                </a:lnTo>
                <a:lnTo>
                  <a:pt x="2362" y="17810"/>
                </a:lnTo>
                <a:lnTo>
                  <a:pt x="3870" y="15676"/>
                </a:lnTo>
                <a:lnTo>
                  <a:pt x="5400" y="13504"/>
                </a:lnTo>
                <a:lnTo>
                  <a:pt x="6156" y="12445"/>
                </a:lnTo>
                <a:lnTo>
                  <a:pt x="8438" y="9245"/>
                </a:lnTo>
                <a:lnTo>
                  <a:pt x="10102" y="6251"/>
                </a:lnTo>
                <a:lnTo>
                  <a:pt x="10714" y="3858"/>
                </a:lnTo>
                <a:lnTo>
                  <a:pt x="10800" y="0"/>
                </a:lnTo>
                <a:close/>
              </a:path>
            </a:pathLst>
          </a:custGeom>
          <a:solidFill>
            <a:srgbClr val="EB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5" name="contour_18263"/>
          <p:cNvSpPr/>
          <p:nvPr/>
        </p:nvSpPr>
        <p:spPr>
          <a:xfrm>
            <a:off x="10475930" y="2395453"/>
            <a:ext cx="36440" cy="314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7"/>
                </a:moveTo>
                <a:lnTo>
                  <a:pt x="7534" y="526"/>
                </a:lnTo>
                <a:lnTo>
                  <a:pt x="9815" y="0"/>
                </a:lnTo>
                <a:lnTo>
                  <a:pt x="11785" y="0"/>
                </a:lnTo>
                <a:lnTo>
                  <a:pt x="14066" y="526"/>
                </a:lnTo>
                <a:lnTo>
                  <a:pt x="17280" y="1577"/>
                </a:lnTo>
                <a:lnTo>
                  <a:pt x="18740" y="5301"/>
                </a:lnTo>
                <a:lnTo>
                  <a:pt x="19695" y="7944"/>
                </a:lnTo>
                <a:lnTo>
                  <a:pt x="20352" y="10227"/>
                </a:lnTo>
                <a:lnTo>
                  <a:pt x="20917" y="12870"/>
                </a:lnTo>
                <a:lnTo>
                  <a:pt x="21600" y="16594"/>
                </a:lnTo>
                <a:lnTo>
                  <a:pt x="18926" y="17215"/>
                </a:lnTo>
                <a:lnTo>
                  <a:pt x="16252" y="17836"/>
                </a:lnTo>
                <a:lnTo>
                  <a:pt x="13569" y="18456"/>
                </a:lnTo>
                <a:lnTo>
                  <a:pt x="10882" y="19077"/>
                </a:lnTo>
                <a:lnTo>
                  <a:pt x="8182" y="19703"/>
                </a:lnTo>
                <a:lnTo>
                  <a:pt x="5469" y="20334"/>
                </a:lnTo>
                <a:lnTo>
                  <a:pt x="2743" y="20964"/>
                </a:lnTo>
                <a:lnTo>
                  <a:pt x="0" y="21600"/>
                </a:lnTo>
                <a:lnTo>
                  <a:pt x="799" y="15713"/>
                </a:lnTo>
                <a:lnTo>
                  <a:pt x="1408" y="11588"/>
                </a:lnTo>
                <a:lnTo>
                  <a:pt x="1944" y="8665"/>
                </a:lnTo>
                <a:lnTo>
                  <a:pt x="2532" y="6397"/>
                </a:lnTo>
                <a:lnTo>
                  <a:pt x="3283" y="4220"/>
                </a:lnTo>
                <a:lnTo>
                  <a:pt x="4320" y="1577"/>
                </a:lnTo>
                <a:close/>
              </a:path>
            </a:pathLst>
          </a:custGeom>
          <a:solidFill>
            <a:srgbClr val="E8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6" name="contour_18264"/>
          <p:cNvSpPr/>
          <p:nvPr/>
        </p:nvSpPr>
        <p:spPr>
          <a:xfrm>
            <a:off x="4609097" y="240503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960" y="4759"/>
                </a:lnTo>
                <a:lnTo>
                  <a:pt x="12960" y="9547"/>
                </a:lnTo>
                <a:lnTo>
                  <a:pt x="12960" y="14400"/>
                </a:lnTo>
                <a:lnTo>
                  <a:pt x="15098" y="16186"/>
                </a:lnTo>
                <a:lnTo>
                  <a:pt x="17245" y="17971"/>
                </a:lnTo>
                <a:lnTo>
                  <a:pt x="19410" y="1977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C6D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7" name="contour_18265"/>
          <p:cNvSpPr/>
          <p:nvPr/>
        </p:nvSpPr>
        <p:spPr>
          <a:xfrm>
            <a:off x="1103573" y="23904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1663"/>
                </a:lnTo>
                <a:lnTo>
                  <a:pt x="5404" y="3348"/>
                </a:lnTo>
                <a:lnTo>
                  <a:pt x="8104" y="5047"/>
                </a:lnTo>
                <a:lnTo>
                  <a:pt x="10800" y="6754"/>
                </a:lnTo>
                <a:lnTo>
                  <a:pt x="12809" y="8006"/>
                </a:lnTo>
                <a:lnTo>
                  <a:pt x="14826" y="9266"/>
                </a:lnTo>
                <a:lnTo>
                  <a:pt x="16874" y="10548"/>
                </a:lnTo>
                <a:lnTo>
                  <a:pt x="19220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656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8" name="contour_18266"/>
          <p:cNvSpPr/>
          <p:nvPr/>
        </p:nvSpPr>
        <p:spPr>
          <a:xfrm>
            <a:off x="4929769" y="236859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4862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69" name="contour_18267"/>
          <p:cNvSpPr/>
          <p:nvPr/>
        </p:nvSpPr>
        <p:spPr>
          <a:xfrm>
            <a:off x="607990" y="236130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071"/>
                </a:lnTo>
                <a:lnTo>
                  <a:pt x="16162" y="2143"/>
                </a:lnTo>
                <a:lnTo>
                  <a:pt x="18862" y="3227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8127" y="20529"/>
                </a:lnTo>
                <a:lnTo>
                  <a:pt x="5438" y="19457"/>
                </a:lnTo>
                <a:lnTo>
                  <a:pt x="2738" y="18373"/>
                </a:lnTo>
                <a:lnTo>
                  <a:pt x="0" y="17280"/>
                </a:lnTo>
                <a:lnTo>
                  <a:pt x="1528" y="14835"/>
                </a:lnTo>
                <a:lnTo>
                  <a:pt x="3056" y="12390"/>
                </a:lnTo>
                <a:lnTo>
                  <a:pt x="4590" y="9936"/>
                </a:lnTo>
                <a:lnTo>
                  <a:pt x="6129" y="7474"/>
                </a:lnTo>
                <a:lnTo>
                  <a:pt x="7679" y="4998"/>
                </a:lnTo>
                <a:lnTo>
                  <a:pt x="9234" y="2510"/>
                </a:lnTo>
                <a:lnTo>
                  <a:pt x="10800" y="0"/>
                </a:lnTo>
                <a:close/>
              </a:path>
            </a:pathLst>
          </a:custGeom>
          <a:solidFill>
            <a:srgbClr val="6251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0" name="contour_18268"/>
          <p:cNvSpPr/>
          <p:nvPr/>
        </p:nvSpPr>
        <p:spPr>
          <a:xfrm>
            <a:off x="9411884" y="236859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261" y="2674"/>
                </a:lnTo>
                <a:lnTo>
                  <a:pt x="18927" y="5348"/>
                </a:lnTo>
                <a:lnTo>
                  <a:pt x="17582" y="8031"/>
                </a:lnTo>
                <a:lnTo>
                  <a:pt x="16238" y="10718"/>
                </a:lnTo>
                <a:lnTo>
                  <a:pt x="14893" y="13418"/>
                </a:lnTo>
                <a:lnTo>
                  <a:pt x="13538" y="16131"/>
                </a:lnTo>
                <a:lnTo>
                  <a:pt x="12172" y="18857"/>
                </a:lnTo>
                <a:lnTo>
                  <a:pt x="10800" y="21600"/>
                </a:lnTo>
                <a:lnTo>
                  <a:pt x="8127" y="20529"/>
                </a:lnTo>
                <a:lnTo>
                  <a:pt x="5438" y="19457"/>
                </a:lnTo>
                <a:lnTo>
                  <a:pt x="2738" y="18373"/>
                </a:lnTo>
                <a:lnTo>
                  <a:pt x="0" y="17280"/>
                </a:lnTo>
                <a:lnTo>
                  <a:pt x="1156" y="15111"/>
                </a:lnTo>
                <a:lnTo>
                  <a:pt x="2327" y="12947"/>
                </a:lnTo>
                <a:lnTo>
                  <a:pt x="3521" y="10791"/>
                </a:lnTo>
                <a:lnTo>
                  <a:pt x="4725" y="8640"/>
                </a:lnTo>
                <a:lnTo>
                  <a:pt x="6043" y="6229"/>
                </a:lnTo>
                <a:lnTo>
                  <a:pt x="7382" y="3780"/>
                </a:lnTo>
                <a:lnTo>
                  <a:pt x="9077" y="1905"/>
                </a:lnTo>
                <a:lnTo>
                  <a:pt x="10800" y="0"/>
                </a:lnTo>
                <a:close/>
              </a:path>
            </a:pathLst>
          </a:custGeom>
          <a:solidFill>
            <a:srgbClr val="628C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1" name="contour_18269"/>
          <p:cNvSpPr/>
          <p:nvPr/>
        </p:nvSpPr>
        <p:spPr>
          <a:xfrm>
            <a:off x="10191699" y="2354699"/>
            <a:ext cx="43728" cy="2847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650" y="4672"/>
                </a:moveTo>
                <a:lnTo>
                  <a:pt x="18284" y="6612"/>
                </a:lnTo>
                <a:lnTo>
                  <a:pt x="19933" y="8564"/>
                </a:lnTo>
                <a:lnTo>
                  <a:pt x="21600" y="10543"/>
                </a:lnTo>
                <a:lnTo>
                  <a:pt x="19224" y="11759"/>
                </a:lnTo>
                <a:lnTo>
                  <a:pt x="16844" y="12975"/>
                </a:lnTo>
                <a:lnTo>
                  <a:pt x="14465" y="14197"/>
                </a:lnTo>
                <a:lnTo>
                  <a:pt x="12078" y="15419"/>
                </a:lnTo>
                <a:lnTo>
                  <a:pt x="9684" y="16641"/>
                </a:lnTo>
                <a:lnTo>
                  <a:pt x="7279" y="17874"/>
                </a:lnTo>
                <a:lnTo>
                  <a:pt x="4867" y="19107"/>
                </a:lnTo>
                <a:lnTo>
                  <a:pt x="2441" y="20351"/>
                </a:lnTo>
                <a:lnTo>
                  <a:pt x="0" y="21600"/>
                </a:lnTo>
                <a:lnTo>
                  <a:pt x="1530" y="14590"/>
                </a:lnTo>
                <a:lnTo>
                  <a:pt x="2650" y="9758"/>
                </a:lnTo>
                <a:lnTo>
                  <a:pt x="3542" y="6524"/>
                </a:lnTo>
                <a:lnTo>
                  <a:pt x="4399" y="4296"/>
                </a:lnTo>
                <a:lnTo>
                  <a:pt x="5407" y="2488"/>
                </a:lnTo>
                <a:lnTo>
                  <a:pt x="6750" y="525"/>
                </a:lnTo>
                <a:lnTo>
                  <a:pt x="9184" y="0"/>
                </a:lnTo>
                <a:lnTo>
                  <a:pt x="11023" y="260"/>
                </a:lnTo>
                <a:lnTo>
                  <a:pt x="13205" y="1686"/>
                </a:lnTo>
                <a:lnTo>
                  <a:pt x="16650" y="4672"/>
                </a:lnTo>
                <a:close/>
              </a:path>
            </a:pathLst>
          </a:custGeom>
          <a:solidFill>
            <a:srgbClr val="E6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2" name="contour_18270"/>
          <p:cNvSpPr/>
          <p:nvPr/>
        </p:nvSpPr>
        <p:spPr>
          <a:xfrm>
            <a:off x="10490506" y="2332157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EC0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3" name="contour_18271"/>
          <p:cNvSpPr/>
          <p:nvPr/>
        </p:nvSpPr>
        <p:spPr>
          <a:xfrm>
            <a:off x="5286881" y="2346733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91"/>
                </a:lnTo>
                <a:lnTo>
                  <a:pt x="2341" y="755"/>
                </a:lnTo>
                <a:lnTo>
                  <a:pt x="3646" y="1181"/>
                </a:lnTo>
                <a:lnTo>
                  <a:pt x="5374" y="1741"/>
                </a:lnTo>
                <a:lnTo>
                  <a:pt x="7780" y="2517"/>
                </a:lnTo>
                <a:lnTo>
                  <a:pt x="11115" y="3600"/>
                </a:lnTo>
                <a:lnTo>
                  <a:pt x="15638" y="5061"/>
                </a:lnTo>
                <a:lnTo>
                  <a:pt x="21600" y="6990"/>
                </a:lnTo>
                <a:lnTo>
                  <a:pt x="19492" y="11143"/>
                </a:lnTo>
                <a:lnTo>
                  <a:pt x="17889" y="13981"/>
                </a:lnTo>
                <a:lnTo>
                  <a:pt x="15980" y="16819"/>
                </a:lnTo>
                <a:lnTo>
                  <a:pt x="12960" y="20971"/>
                </a:lnTo>
                <a:lnTo>
                  <a:pt x="9487" y="213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1B1B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4" name="contour_18272"/>
          <p:cNvSpPr/>
          <p:nvPr/>
        </p:nvSpPr>
        <p:spPr>
          <a:xfrm>
            <a:off x="4725705" y="2339445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5973"/>
                </a:lnTo>
                <a:lnTo>
                  <a:pt x="0" y="11432"/>
                </a:lnTo>
                <a:lnTo>
                  <a:pt x="0" y="6829"/>
                </a:lnTo>
                <a:lnTo>
                  <a:pt x="2795" y="4944"/>
                </a:lnTo>
                <a:lnTo>
                  <a:pt x="5430" y="3421"/>
                </a:lnTo>
                <a:lnTo>
                  <a:pt x="7975" y="2233"/>
                </a:lnTo>
                <a:lnTo>
                  <a:pt x="10493" y="1332"/>
                </a:lnTo>
                <a:lnTo>
                  <a:pt x="13051" y="697"/>
                </a:lnTo>
                <a:lnTo>
                  <a:pt x="15708" y="287"/>
                </a:lnTo>
                <a:lnTo>
                  <a:pt x="18537" y="68"/>
                </a:lnTo>
                <a:lnTo>
                  <a:pt x="21600" y="0"/>
                </a:lnTo>
                <a:close/>
              </a:path>
            </a:pathLst>
          </a:custGeom>
          <a:solidFill>
            <a:srgbClr val="8B97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5" name="contour_18273"/>
          <p:cNvSpPr/>
          <p:nvPr/>
        </p:nvSpPr>
        <p:spPr>
          <a:xfrm>
            <a:off x="3675200" y="2339445"/>
            <a:ext cx="2289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76" y="0"/>
                </a:moveTo>
                <a:lnTo>
                  <a:pt x="5060" y="0"/>
                </a:lnTo>
                <a:lnTo>
                  <a:pt x="9157" y="0"/>
                </a:lnTo>
                <a:lnTo>
                  <a:pt x="13268" y="0"/>
                </a:lnTo>
                <a:lnTo>
                  <a:pt x="17413" y="0"/>
                </a:lnTo>
                <a:lnTo>
                  <a:pt x="21600" y="0"/>
                </a:lnTo>
                <a:lnTo>
                  <a:pt x="20748" y="2674"/>
                </a:lnTo>
                <a:lnTo>
                  <a:pt x="19895" y="5348"/>
                </a:lnTo>
                <a:lnTo>
                  <a:pt x="19043" y="8031"/>
                </a:lnTo>
                <a:lnTo>
                  <a:pt x="18190" y="10718"/>
                </a:lnTo>
                <a:lnTo>
                  <a:pt x="17331" y="13418"/>
                </a:lnTo>
                <a:lnTo>
                  <a:pt x="16465" y="16131"/>
                </a:lnTo>
                <a:lnTo>
                  <a:pt x="15598" y="18857"/>
                </a:lnTo>
                <a:lnTo>
                  <a:pt x="14725" y="21600"/>
                </a:lnTo>
                <a:lnTo>
                  <a:pt x="11322" y="20529"/>
                </a:lnTo>
                <a:lnTo>
                  <a:pt x="7899" y="19457"/>
                </a:lnTo>
                <a:lnTo>
                  <a:pt x="4462" y="18373"/>
                </a:lnTo>
                <a:lnTo>
                  <a:pt x="976" y="17280"/>
                </a:lnTo>
                <a:lnTo>
                  <a:pt x="275" y="14368"/>
                </a:lnTo>
                <a:lnTo>
                  <a:pt x="0" y="11521"/>
                </a:lnTo>
                <a:lnTo>
                  <a:pt x="34" y="8700"/>
                </a:lnTo>
                <a:lnTo>
                  <a:pt x="275" y="5867"/>
                </a:lnTo>
                <a:lnTo>
                  <a:pt x="626" y="2981"/>
                </a:lnTo>
                <a:lnTo>
                  <a:pt x="976" y="0"/>
                </a:lnTo>
                <a:close/>
              </a:path>
            </a:pathLst>
          </a:custGeom>
          <a:solidFill>
            <a:srgbClr val="A2A8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6" name="contour_18274"/>
          <p:cNvSpPr/>
          <p:nvPr/>
        </p:nvSpPr>
        <p:spPr>
          <a:xfrm>
            <a:off x="8712237" y="2346733"/>
            <a:ext cx="2262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57" y="0"/>
                </a:moveTo>
                <a:lnTo>
                  <a:pt x="11089" y="674"/>
                </a:lnTo>
                <a:lnTo>
                  <a:pt x="13913" y="1348"/>
                </a:lnTo>
                <a:lnTo>
                  <a:pt x="16737" y="2428"/>
                </a:lnTo>
                <a:lnTo>
                  <a:pt x="20870" y="4320"/>
                </a:lnTo>
                <a:lnTo>
                  <a:pt x="21377" y="7240"/>
                </a:lnTo>
                <a:lnTo>
                  <a:pt x="21600" y="10096"/>
                </a:lnTo>
                <a:lnTo>
                  <a:pt x="21600" y="12925"/>
                </a:lnTo>
                <a:lnTo>
                  <a:pt x="21440" y="15759"/>
                </a:lnTo>
                <a:lnTo>
                  <a:pt x="21183" y="18636"/>
                </a:lnTo>
                <a:lnTo>
                  <a:pt x="20870" y="21600"/>
                </a:lnTo>
                <a:lnTo>
                  <a:pt x="16737" y="20745"/>
                </a:lnTo>
                <a:lnTo>
                  <a:pt x="12591" y="19885"/>
                </a:lnTo>
                <a:lnTo>
                  <a:pt x="8431" y="19025"/>
                </a:lnTo>
                <a:lnTo>
                  <a:pt x="4237" y="18157"/>
                </a:lnTo>
                <a:lnTo>
                  <a:pt x="0" y="17280"/>
                </a:lnTo>
                <a:lnTo>
                  <a:pt x="1148" y="14429"/>
                </a:lnTo>
                <a:lnTo>
                  <a:pt x="2296" y="11573"/>
                </a:lnTo>
                <a:lnTo>
                  <a:pt x="3450" y="8705"/>
                </a:lnTo>
                <a:lnTo>
                  <a:pt x="4612" y="5823"/>
                </a:lnTo>
                <a:lnTo>
                  <a:pt x="5781" y="2925"/>
                </a:lnTo>
                <a:lnTo>
                  <a:pt x="6957" y="0"/>
                </a:lnTo>
                <a:close/>
              </a:path>
            </a:pathLst>
          </a:custGeom>
          <a:solidFill>
            <a:srgbClr val="CBDF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7" name="contour_18275"/>
          <p:cNvSpPr/>
          <p:nvPr/>
        </p:nvSpPr>
        <p:spPr>
          <a:xfrm>
            <a:off x="7538870" y="233944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DF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8" name="contour_18276"/>
          <p:cNvSpPr/>
          <p:nvPr/>
        </p:nvSpPr>
        <p:spPr>
          <a:xfrm>
            <a:off x="4025074" y="2317581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76" y="0"/>
                </a:moveTo>
                <a:lnTo>
                  <a:pt x="17411" y="3208"/>
                </a:lnTo>
                <a:lnTo>
                  <a:pt x="18450" y="6426"/>
                </a:lnTo>
                <a:lnTo>
                  <a:pt x="19490" y="9655"/>
                </a:lnTo>
                <a:lnTo>
                  <a:pt x="20540" y="12911"/>
                </a:lnTo>
                <a:lnTo>
                  <a:pt x="21600" y="16200"/>
                </a:lnTo>
                <a:lnTo>
                  <a:pt x="18152" y="17091"/>
                </a:lnTo>
                <a:lnTo>
                  <a:pt x="14699" y="17982"/>
                </a:lnTo>
                <a:lnTo>
                  <a:pt x="11231" y="18878"/>
                </a:lnTo>
                <a:lnTo>
                  <a:pt x="7747" y="19780"/>
                </a:lnTo>
                <a:lnTo>
                  <a:pt x="4242" y="20687"/>
                </a:lnTo>
                <a:lnTo>
                  <a:pt x="705" y="21600"/>
                </a:lnTo>
                <a:lnTo>
                  <a:pt x="235" y="17744"/>
                </a:lnTo>
                <a:lnTo>
                  <a:pt x="0" y="14974"/>
                </a:lnTo>
                <a:lnTo>
                  <a:pt x="0" y="12512"/>
                </a:lnTo>
                <a:lnTo>
                  <a:pt x="235" y="9580"/>
                </a:lnTo>
                <a:lnTo>
                  <a:pt x="705" y="5400"/>
                </a:lnTo>
                <a:lnTo>
                  <a:pt x="4592" y="3575"/>
                </a:lnTo>
                <a:lnTo>
                  <a:pt x="7350" y="2381"/>
                </a:lnTo>
                <a:lnTo>
                  <a:pt x="9732" y="1561"/>
                </a:lnTo>
                <a:lnTo>
                  <a:pt x="12490" y="853"/>
                </a:lnTo>
                <a:lnTo>
                  <a:pt x="16376" y="0"/>
                </a:lnTo>
                <a:close/>
              </a:path>
            </a:pathLst>
          </a:custGeom>
          <a:solidFill>
            <a:srgbClr val="7769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79" name="contour_18277"/>
          <p:cNvSpPr/>
          <p:nvPr/>
        </p:nvSpPr>
        <p:spPr>
          <a:xfrm>
            <a:off x="8544613" y="2325897"/>
            <a:ext cx="43728" cy="281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08"/>
                </a:moveTo>
                <a:lnTo>
                  <a:pt x="19724" y="8166"/>
                </a:lnTo>
                <a:lnTo>
                  <a:pt x="17852" y="10960"/>
                </a:lnTo>
                <a:lnTo>
                  <a:pt x="15959" y="13260"/>
                </a:lnTo>
                <a:lnTo>
                  <a:pt x="14018" y="15141"/>
                </a:lnTo>
                <a:lnTo>
                  <a:pt x="12002" y="16674"/>
                </a:lnTo>
                <a:lnTo>
                  <a:pt x="9893" y="17928"/>
                </a:lnTo>
                <a:lnTo>
                  <a:pt x="7664" y="18980"/>
                </a:lnTo>
                <a:lnTo>
                  <a:pt x="5288" y="19893"/>
                </a:lnTo>
                <a:lnTo>
                  <a:pt x="2740" y="20744"/>
                </a:lnTo>
                <a:lnTo>
                  <a:pt x="0" y="21600"/>
                </a:lnTo>
                <a:lnTo>
                  <a:pt x="1112" y="15068"/>
                </a:lnTo>
                <a:lnTo>
                  <a:pt x="1976" y="10523"/>
                </a:lnTo>
                <a:lnTo>
                  <a:pt x="2786" y="7388"/>
                </a:lnTo>
                <a:lnTo>
                  <a:pt x="3730" y="5082"/>
                </a:lnTo>
                <a:lnTo>
                  <a:pt x="4986" y="3017"/>
                </a:lnTo>
                <a:lnTo>
                  <a:pt x="6750" y="610"/>
                </a:lnTo>
                <a:lnTo>
                  <a:pt x="9472" y="0"/>
                </a:lnTo>
                <a:lnTo>
                  <a:pt x="11963" y="62"/>
                </a:lnTo>
                <a:lnTo>
                  <a:pt x="14324" y="694"/>
                </a:lnTo>
                <a:lnTo>
                  <a:pt x="16654" y="1774"/>
                </a:lnTo>
                <a:lnTo>
                  <a:pt x="19044" y="3179"/>
                </a:lnTo>
                <a:lnTo>
                  <a:pt x="21600" y="4808"/>
                </a:lnTo>
                <a:close/>
              </a:path>
            </a:pathLst>
          </a:custGeom>
          <a:solidFill>
            <a:srgbClr val="D8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0" name="contour_18278"/>
          <p:cNvSpPr/>
          <p:nvPr/>
        </p:nvSpPr>
        <p:spPr>
          <a:xfrm>
            <a:off x="7283790" y="233215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96" y="634"/>
                </a:lnTo>
                <a:lnTo>
                  <a:pt x="10212" y="1555"/>
                </a:lnTo>
                <a:lnTo>
                  <a:pt x="13081" y="2722"/>
                </a:lnTo>
                <a:lnTo>
                  <a:pt x="15924" y="4090"/>
                </a:lnTo>
                <a:lnTo>
                  <a:pt x="18757" y="5594"/>
                </a:lnTo>
                <a:lnTo>
                  <a:pt x="21600" y="7200"/>
                </a:lnTo>
                <a:lnTo>
                  <a:pt x="20926" y="11729"/>
                </a:lnTo>
                <a:lnTo>
                  <a:pt x="20252" y="14731"/>
                </a:lnTo>
                <a:lnTo>
                  <a:pt x="19172" y="17575"/>
                </a:lnTo>
                <a:lnTo>
                  <a:pt x="17280" y="21600"/>
                </a:lnTo>
                <a:lnTo>
                  <a:pt x="14304" y="20966"/>
                </a:lnTo>
                <a:lnTo>
                  <a:pt x="11388" y="20045"/>
                </a:lnTo>
                <a:lnTo>
                  <a:pt x="8519" y="18878"/>
                </a:lnTo>
                <a:lnTo>
                  <a:pt x="5676" y="17510"/>
                </a:lnTo>
                <a:lnTo>
                  <a:pt x="2843" y="16006"/>
                </a:lnTo>
                <a:lnTo>
                  <a:pt x="0" y="14400"/>
                </a:lnTo>
                <a:lnTo>
                  <a:pt x="674" y="9871"/>
                </a:lnTo>
                <a:lnTo>
                  <a:pt x="1348" y="6869"/>
                </a:lnTo>
                <a:lnTo>
                  <a:pt x="2428" y="4025"/>
                </a:lnTo>
                <a:lnTo>
                  <a:pt x="4320" y="0"/>
                </a:lnTo>
                <a:close/>
              </a:path>
            </a:pathLst>
          </a:custGeom>
          <a:solidFill>
            <a:srgbClr val="2B29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1" name="contour_18279"/>
          <p:cNvSpPr/>
          <p:nvPr/>
        </p:nvSpPr>
        <p:spPr>
          <a:xfrm>
            <a:off x="4492489" y="231758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3A8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2" name="contour_18280"/>
          <p:cNvSpPr/>
          <p:nvPr/>
        </p:nvSpPr>
        <p:spPr>
          <a:xfrm>
            <a:off x="3654370" y="2325168"/>
            <a:ext cx="43728" cy="21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358"/>
                </a:moveTo>
                <a:lnTo>
                  <a:pt x="13046" y="1548"/>
                </a:lnTo>
                <a:lnTo>
                  <a:pt x="15196" y="2825"/>
                </a:lnTo>
                <a:lnTo>
                  <a:pt x="17338" y="4175"/>
                </a:lnTo>
                <a:lnTo>
                  <a:pt x="19472" y="5570"/>
                </a:lnTo>
                <a:lnTo>
                  <a:pt x="21600" y="7000"/>
                </a:lnTo>
                <a:lnTo>
                  <a:pt x="19580" y="10300"/>
                </a:lnTo>
                <a:lnTo>
                  <a:pt x="18050" y="12716"/>
                </a:lnTo>
                <a:lnTo>
                  <a:pt x="16708" y="14643"/>
                </a:lnTo>
                <a:lnTo>
                  <a:pt x="15250" y="16497"/>
                </a:lnTo>
                <a:lnTo>
                  <a:pt x="13381" y="18680"/>
                </a:lnTo>
                <a:lnTo>
                  <a:pt x="10800" y="21600"/>
                </a:lnTo>
                <a:lnTo>
                  <a:pt x="7798" y="20228"/>
                </a:lnTo>
                <a:lnTo>
                  <a:pt x="5735" y="19162"/>
                </a:lnTo>
                <a:lnTo>
                  <a:pt x="4093" y="18052"/>
                </a:lnTo>
                <a:lnTo>
                  <a:pt x="2354" y="16549"/>
                </a:lnTo>
                <a:lnTo>
                  <a:pt x="0" y="14300"/>
                </a:lnTo>
                <a:lnTo>
                  <a:pt x="2221" y="8008"/>
                </a:lnTo>
                <a:lnTo>
                  <a:pt x="3874" y="3818"/>
                </a:lnTo>
                <a:lnTo>
                  <a:pt x="5267" y="1343"/>
                </a:lnTo>
                <a:lnTo>
                  <a:pt x="6696" y="204"/>
                </a:lnTo>
                <a:lnTo>
                  <a:pt x="8467" y="0"/>
                </a:lnTo>
                <a:lnTo>
                  <a:pt x="10883" y="358"/>
                </a:lnTo>
                <a:close/>
              </a:path>
            </a:pathLst>
          </a:custGeom>
          <a:solidFill>
            <a:srgbClr val="574B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3" name="contour_18281"/>
          <p:cNvSpPr/>
          <p:nvPr/>
        </p:nvSpPr>
        <p:spPr>
          <a:xfrm>
            <a:off x="1475261" y="230300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2673"/>
                </a:lnTo>
                <a:lnTo>
                  <a:pt x="15816" y="5351"/>
                </a:lnTo>
                <a:lnTo>
                  <a:pt x="17250" y="8041"/>
                </a:lnTo>
                <a:lnTo>
                  <a:pt x="18688" y="10741"/>
                </a:lnTo>
                <a:lnTo>
                  <a:pt x="20140" y="13457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566" y="10800"/>
                </a:lnTo>
                <a:lnTo>
                  <a:pt x="5141" y="10800"/>
                </a:lnTo>
                <a:lnTo>
                  <a:pt x="7724" y="10800"/>
                </a:lnTo>
                <a:lnTo>
                  <a:pt x="10329" y="10800"/>
                </a:lnTo>
                <a:lnTo>
                  <a:pt x="12960" y="10800"/>
                </a:lnTo>
                <a:lnTo>
                  <a:pt x="12960" y="7231"/>
                </a:lnTo>
                <a:lnTo>
                  <a:pt x="12960" y="3640"/>
                </a:lnTo>
                <a:lnTo>
                  <a:pt x="12960" y="0"/>
                </a:lnTo>
                <a:close/>
              </a:path>
            </a:pathLst>
          </a:custGeom>
          <a:solidFill>
            <a:srgbClr val="504C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4" name="contour_18282"/>
          <p:cNvSpPr/>
          <p:nvPr/>
        </p:nvSpPr>
        <p:spPr>
          <a:xfrm>
            <a:off x="10118819" y="2310293"/>
            <a:ext cx="36440" cy="23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75"/>
                </a:lnTo>
                <a:lnTo>
                  <a:pt x="2341" y="723"/>
                </a:lnTo>
                <a:lnTo>
                  <a:pt x="3646" y="1132"/>
                </a:lnTo>
                <a:lnTo>
                  <a:pt x="5374" y="1668"/>
                </a:lnTo>
                <a:lnTo>
                  <a:pt x="7780" y="2411"/>
                </a:lnTo>
                <a:lnTo>
                  <a:pt x="11115" y="3449"/>
                </a:lnTo>
                <a:lnTo>
                  <a:pt x="15638" y="4849"/>
                </a:lnTo>
                <a:lnTo>
                  <a:pt x="21600" y="6698"/>
                </a:lnTo>
                <a:lnTo>
                  <a:pt x="20529" y="10013"/>
                </a:lnTo>
                <a:lnTo>
                  <a:pt x="19457" y="13348"/>
                </a:lnTo>
                <a:lnTo>
                  <a:pt x="18373" y="16697"/>
                </a:lnTo>
                <a:lnTo>
                  <a:pt x="17280" y="20093"/>
                </a:lnTo>
                <a:lnTo>
                  <a:pt x="14066" y="21098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098"/>
                </a:lnTo>
                <a:lnTo>
                  <a:pt x="4320" y="20093"/>
                </a:lnTo>
                <a:lnTo>
                  <a:pt x="2860" y="15110"/>
                </a:lnTo>
                <a:lnTo>
                  <a:pt x="1905" y="11574"/>
                </a:lnTo>
                <a:lnTo>
                  <a:pt x="1248" y="8519"/>
                </a:lnTo>
                <a:lnTo>
                  <a:pt x="683" y="4983"/>
                </a:lnTo>
                <a:lnTo>
                  <a:pt x="0" y="0"/>
                </a:lnTo>
                <a:close/>
              </a:path>
            </a:pathLst>
          </a:custGeom>
          <a:solidFill>
            <a:srgbClr val="E6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5" name="contour_18283"/>
          <p:cNvSpPr/>
          <p:nvPr/>
        </p:nvSpPr>
        <p:spPr>
          <a:xfrm>
            <a:off x="6970407" y="230300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450" y="2709"/>
                </a:lnTo>
                <a:lnTo>
                  <a:pt x="19278" y="5413"/>
                </a:lnTo>
                <a:lnTo>
                  <a:pt x="18085" y="8109"/>
                </a:lnTo>
                <a:lnTo>
                  <a:pt x="16875" y="10800"/>
                </a:lnTo>
                <a:lnTo>
                  <a:pt x="16000" y="12809"/>
                </a:lnTo>
                <a:lnTo>
                  <a:pt x="15115" y="14826"/>
                </a:lnTo>
                <a:lnTo>
                  <a:pt x="14218" y="16874"/>
                </a:lnTo>
                <a:lnTo>
                  <a:pt x="12523" y="1922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150" y="18891"/>
                </a:lnTo>
                <a:lnTo>
                  <a:pt x="2322" y="16187"/>
                </a:lnTo>
                <a:lnTo>
                  <a:pt x="3515" y="13491"/>
                </a:lnTo>
                <a:lnTo>
                  <a:pt x="4725" y="10800"/>
                </a:lnTo>
                <a:lnTo>
                  <a:pt x="5600" y="8791"/>
                </a:lnTo>
                <a:lnTo>
                  <a:pt x="6485" y="6774"/>
                </a:lnTo>
                <a:lnTo>
                  <a:pt x="7382" y="4726"/>
                </a:lnTo>
                <a:lnTo>
                  <a:pt x="9077" y="2380"/>
                </a:lnTo>
                <a:lnTo>
                  <a:pt x="10800" y="0"/>
                </a:lnTo>
                <a:close/>
              </a:path>
            </a:pathLst>
          </a:custGeom>
          <a:solidFill>
            <a:srgbClr val="DC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6" name="contour_18284"/>
          <p:cNvSpPr/>
          <p:nvPr/>
        </p:nvSpPr>
        <p:spPr>
          <a:xfrm>
            <a:off x="5425352" y="2317581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82"/>
                </a:lnTo>
                <a:lnTo>
                  <a:pt x="2341" y="737"/>
                </a:lnTo>
                <a:lnTo>
                  <a:pt x="3646" y="1153"/>
                </a:lnTo>
                <a:lnTo>
                  <a:pt x="5374" y="1698"/>
                </a:lnTo>
                <a:lnTo>
                  <a:pt x="7780" y="2455"/>
                </a:lnTo>
                <a:lnTo>
                  <a:pt x="11115" y="3512"/>
                </a:lnTo>
                <a:lnTo>
                  <a:pt x="15638" y="4938"/>
                </a:lnTo>
                <a:lnTo>
                  <a:pt x="21600" y="6820"/>
                </a:lnTo>
                <a:lnTo>
                  <a:pt x="20529" y="10196"/>
                </a:lnTo>
                <a:lnTo>
                  <a:pt x="19457" y="13593"/>
                </a:lnTo>
                <a:lnTo>
                  <a:pt x="18373" y="17003"/>
                </a:lnTo>
                <a:lnTo>
                  <a:pt x="17280" y="20461"/>
                </a:lnTo>
                <a:lnTo>
                  <a:pt x="14148" y="21382"/>
                </a:lnTo>
                <a:lnTo>
                  <a:pt x="11837" y="21600"/>
                </a:lnTo>
                <a:lnTo>
                  <a:pt x="8372" y="21314"/>
                </a:lnTo>
                <a:lnTo>
                  <a:pt x="5607" y="21034"/>
                </a:lnTo>
                <a:lnTo>
                  <a:pt x="2821" y="20747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1C1D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7" name="contour_18285"/>
          <p:cNvSpPr/>
          <p:nvPr/>
        </p:nvSpPr>
        <p:spPr>
          <a:xfrm>
            <a:off x="5329953" y="2289100"/>
            <a:ext cx="29808" cy="284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979" y="1216"/>
                </a:moveTo>
                <a:lnTo>
                  <a:pt x="18125" y="2161"/>
                </a:lnTo>
                <a:lnTo>
                  <a:pt x="21600" y="5019"/>
                </a:lnTo>
                <a:lnTo>
                  <a:pt x="21600" y="8672"/>
                </a:lnTo>
                <a:lnTo>
                  <a:pt x="21600" y="12348"/>
                </a:lnTo>
                <a:lnTo>
                  <a:pt x="21600" y="16073"/>
                </a:lnTo>
                <a:lnTo>
                  <a:pt x="18130" y="17731"/>
                </a:lnTo>
                <a:lnTo>
                  <a:pt x="15389" y="18621"/>
                </a:lnTo>
                <a:lnTo>
                  <a:pt x="11038" y="19527"/>
                </a:lnTo>
                <a:lnTo>
                  <a:pt x="9559" y="19837"/>
                </a:lnTo>
                <a:lnTo>
                  <a:pt x="5096" y="20776"/>
                </a:lnTo>
                <a:lnTo>
                  <a:pt x="2804" y="21185"/>
                </a:lnTo>
                <a:lnTo>
                  <a:pt x="475" y="21600"/>
                </a:lnTo>
                <a:lnTo>
                  <a:pt x="158" y="17654"/>
                </a:lnTo>
                <a:lnTo>
                  <a:pt x="0" y="14818"/>
                </a:lnTo>
                <a:lnTo>
                  <a:pt x="0" y="12298"/>
                </a:lnTo>
                <a:lnTo>
                  <a:pt x="158" y="9297"/>
                </a:lnTo>
                <a:lnTo>
                  <a:pt x="475" y="5019"/>
                </a:lnTo>
                <a:lnTo>
                  <a:pt x="3797" y="2299"/>
                </a:lnTo>
                <a:lnTo>
                  <a:pt x="6691" y="663"/>
                </a:lnTo>
                <a:lnTo>
                  <a:pt x="9575" y="0"/>
                </a:lnTo>
                <a:lnTo>
                  <a:pt x="12870" y="221"/>
                </a:lnTo>
                <a:lnTo>
                  <a:pt x="16979" y="1216"/>
                </a:lnTo>
                <a:close/>
              </a:path>
            </a:pathLst>
          </a:custGeom>
          <a:solidFill>
            <a:srgbClr val="EFD7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8" name="contour_18286"/>
          <p:cNvSpPr/>
          <p:nvPr/>
        </p:nvSpPr>
        <p:spPr>
          <a:xfrm>
            <a:off x="4630961" y="229571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7EA2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89" name="contour_18287"/>
          <p:cNvSpPr/>
          <p:nvPr/>
        </p:nvSpPr>
        <p:spPr>
          <a:xfrm>
            <a:off x="1220181" y="229571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37"/>
                </a:lnTo>
                <a:lnTo>
                  <a:pt x="7970" y="461"/>
                </a:lnTo>
                <a:lnTo>
                  <a:pt x="9904" y="1231"/>
                </a:lnTo>
                <a:lnTo>
                  <a:pt x="12823" y="2700"/>
                </a:lnTo>
                <a:lnTo>
                  <a:pt x="15289" y="3902"/>
                </a:lnTo>
                <a:lnTo>
                  <a:pt x="17788" y="5119"/>
                </a:lnTo>
                <a:lnTo>
                  <a:pt x="19681" y="6149"/>
                </a:lnTo>
                <a:lnTo>
                  <a:pt x="21600" y="7200"/>
                </a:lnTo>
                <a:lnTo>
                  <a:pt x="19969" y="11729"/>
                </a:lnTo>
                <a:lnTo>
                  <a:pt x="18677" y="14731"/>
                </a:lnTo>
                <a:lnTo>
                  <a:pt x="17042" y="17575"/>
                </a:lnTo>
                <a:lnTo>
                  <a:pt x="14400" y="21600"/>
                </a:lnTo>
                <a:lnTo>
                  <a:pt x="11876" y="20981"/>
                </a:lnTo>
                <a:lnTo>
                  <a:pt x="9468" y="20066"/>
                </a:lnTo>
                <a:lnTo>
                  <a:pt x="7128" y="18907"/>
                </a:lnTo>
                <a:lnTo>
                  <a:pt x="4806" y="17546"/>
                </a:lnTo>
                <a:lnTo>
                  <a:pt x="2444" y="16027"/>
                </a:lnTo>
                <a:lnTo>
                  <a:pt x="0" y="14400"/>
                </a:lnTo>
                <a:lnTo>
                  <a:pt x="745" y="10030"/>
                </a:lnTo>
                <a:lnTo>
                  <a:pt x="1368" y="7078"/>
                </a:lnTo>
                <a:lnTo>
                  <a:pt x="2207" y="4183"/>
                </a:lnTo>
                <a:lnTo>
                  <a:pt x="3600" y="0"/>
                </a:lnTo>
                <a:close/>
              </a:path>
            </a:pathLst>
          </a:custGeom>
          <a:solidFill>
            <a:srgbClr val="57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0" name="contour_18288"/>
          <p:cNvSpPr/>
          <p:nvPr/>
        </p:nvSpPr>
        <p:spPr>
          <a:xfrm>
            <a:off x="5505520" y="2295717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10"/>
                </a:lnTo>
                <a:lnTo>
                  <a:pt x="6860" y="1028"/>
                </a:lnTo>
                <a:lnTo>
                  <a:pt x="8618" y="1741"/>
                </a:lnTo>
                <a:lnTo>
                  <a:pt x="11340" y="2838"/>
                </a:lnTo>
                <a:lnTo>
                  <a:pt x="15509" y="4523"/>
                </a:lnTo>
                <a:lnTo>
                  <a:pt x="21600" y="6990"/>
                </a:lnTo>
                <a:lnTo>
                  <a:pt x="19492" y="11143"/>
                </a:lnTo>
                <a:lnTo>
                  <a:pt x="17889" y="13981"/>
                </a:lnTo>
                <a:lnTo>
                  <a:pt x="15980" y="16819"/>
                </a:lnTo>
                <a:lnTo>
                  <a:pt x="12960" y="20971"/>
                </a:lnTo>
                <a:lnTo>
                  <a:pt x="9487" y="21390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90"/>
                </a:lnTo>
                <a:lnTo>
                  <a:pt x="0" y="20971"/>
                </a:lnTo>
                <a:lnTo>
                  <a:pt x="855" y="16819"/>
                </a:lnTo>
                <a:lnTo>
                  <a:pt x="1715" y="12652"/>
                </a:lnTo>
                <a:lnTo>
                  <a:pt x="2575" y="8472"/>
                </a:lnTo>
                <a:lnTo>
                  <a:pt x="3443" y="4257"/>
                </a:lnTo>
                <a:lnTo>
                  <a:pt x="4320" y="0"/>
                </a:lnTo>
                <a:close/>
              </a:path>
            </a:pathLst>
          </a:custGeom>
          <a:solidFill>
            <a:srgbClr val="2E2F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1" name="contour_18289"/>
          <p:cNvSpPr/>
          <p:nvPr/>
        </p:nvSpPr>
        <p:spPr>
          <a:xfrm>
            <a:off x="3865722" y="2288429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520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2" name="contour_18290"/>
          <p:cNvSpPr/>
          <p:nvPr/>
        </p:nvSpPr>
        <p:spPr>
          <a:xfrm>
            <a:off x="6336351" y="228842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9930" y="6484"/>
                </a:lnTo>
                <a:lnTo>
                  <a:pt x="18245" y="8649"/>
                </a:lnTo>
                <a:lnTo>
                  <a:pt x="16553" y="10804"/>
                </a:lnTo>
                <a:lnTo>
                  <a:pt x="14846" y="12960"/>
                </a:lnTo>
                <a:lnTo>
                  <a:pt x="12960" y="15371"/>
                </a:lnTo>
                <a:lnTo>
                  <a:pt x="11052" y="17820"/>
                </a:lnTo>
                <a:lnTo>
                  <a:pt x="9144" y="19695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6C92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3" name="contour_18291"/>
          <p:cNvSpPr/>
          <p:nvPr/>
        </p:nvSpPr>
        <p:spPr>
          <a:xfrm>
            <a:off x="5476368" y="227385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625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4" name="contour_18292"/>
          <p:cNvSpPr/>
          <p:nvPr/>
        </p:nvSpPr>
        <p:spPr>
          <a:xfrm>
            <a:off x="5002649" y="229473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8EAC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5" name="contour_18293"/>
          <p:cNvSpPr/>
          <p:nvPr/>
        </p:nvSpPr>
        <p:spPr>
          <a:xfrm>
            <a:off x="2153044" y="228842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10751" y="3927"/>
                </a:lnTo>
                <a:lnTo>
                  <a:pt x="14440" y="6666"/>
                </a:lnTo>
                <a:lnTo>
                  <a:pt x="16918" y="8580"/>
                </a:lnTo>
                <a:lnTo>
                  <a:pt x="18641" y="10027"/>
                </a:lnTo>
                <a:lnTo>
                  <a:pt x="20050" y="1136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8036" y="20887"/>
                </a:lnTo>
                <a:lnTo>
                  <a:pt x="14467" y="20174"/>
                </a:lnTo>
                <a:lnTo>
                  <a:pt x="10881" y="19457"/>
                </a:lnTo>
                <a:lnTo>
                  <a:pt x="7279" y="18736"/>
                </a:lnTo>
                <a:lnTo>
                  <a:pt x="3656" y="18010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07080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6" name="contour_18294"/>
          <p:cNvSpPr/>
          <p:nvPr/>
        </p:nvSpPr>
        <p:spPr>
          <a:xfrm>
            <a:off x="4317578" y="2281141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731" y="0"/>
                </a:moveTo>
                <a:lnTo>
                  <a:pt x="15476" y="940"/>
                </a:lnTo>
                <a:lnTo>
                  <a:pt x="17276" y="1814"/>
                </a:lnTo>
                <a:lnTo>
                  <a:pt x="18922" y="3132"/>
                </a:lnTo>
                <a:lnTo>
                  <a:pt x="21218" y="5400"/>
                </a:lnTo>
                <a:lnTo>
                  <a:pt x="2147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73" y="17744"/>
                </a:lnTo>
                <a:lnTo>
                  <a:pt x="21218" y="21600"/>
                </a:lnTo>
                <a:lnTo>
                  <a:pt x="18218" y="21600"/>
                </a:lnTo>
                <a:lnTo>
                  <a:pt x="15213" y="21600"/>
                </a:lnTo>
                <a:lnTo>
                  <a:pt x="12200" y="21600"/>
                </a:lnTo>
                <a:lnTo>
                  <a:pt x="9175" y="21600"/>
                </a:lnTo>
                <a:lnTo>
                  <a:pt x="6136" y="21600"/>
                </a:lnTo>
                <a:lnTo>
                  <a:pt x="3081" y="21600"/>
                </a:lnTo>
                <a:lnTo>
                  <a:pt x="0" y="21600"/>
                </a:lnTo>
                <a:lnTo>
                  <a:pt x="3386" y="15142"/>
                </a:lnTo>
                <a:lnTo>
                  <a:pt x="5877" y="10438"/>
                </a:lnTo>
                <a:lnTo>
                  <a:pt x="7698" y="7112"/>
                </a:lnTo>
                <a:lnTo>
                  <a:pt x="9073" y="4784"/>
                </a:lnTo>
                <a:lnTo>
                  <a:pt x="10219" y="3073"/>
                </a:lnTo>
                <a:lnTo>
                  <a:pt x="11364" y="1604"/>
                </a:lnTo>
                <a:lnTo>
                  <a:pt x="12731" y="0"/>
                </a:lnTo>
                <a:close/>
              </a:path>
            </a:pathLst>
          </a:custGeom>
          <a:solidFill>
            <a:srgbClr val="3235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7" name="contour_18295"/>
          <p:cNvSpPr/>
          <p:nvPr/>
        </p:nvSpPr>
        <p:spPr>
          <a:xfrm>
            <a:off x="1227469" y="2273853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9498" y="1258"/>
                </a:lnTo>
                <a:lnTo>
                  <a:pt x="10220" y="5065"/>
                </a:lnTo>
                <a:lnTo>
                  <a:pt x="11735" y="8510"/>
                </a:lnTo>
                <a:lnTo>
                  <a:pt x="13346" y="10994"/>
                </a:lnTo>
                <a:lnTo>
                  <a:pt x="15095" y="12760"/>
                </a:lnTo>
                <a:lnTo>
                  <a:pt x="17024" y="14051"/>
                </a:lnTo>
                <a:lnTo>
                  <a:pt x="19178" y="15115"/>
                </a:lnTo>
                <a:lnTo>
                  <a:pt x="21600" y="16200"/>
                </a:lnTo>
                <a:lnTo>
                  <a:pt x="18258" y="18209"/>
                </a:lnTo>
                <a:lnTo>
                  <a:pt x="15888" y="19570"/>
                </a:lnTo>
                <a:lnTo>
                  <a:pt x="14145" y="20444"/>
                </a:lnTo>
                <a:lnTo>
                  <a:pt x="12688" y="20974"/>
                </a:lnTo>
                <a:lnTo>
                  <a:pt x="11173" y="21308"/>
                </a:lnTo>
                <a:lnTo>
                  <a:pt x="9257" y="21600"/>
                </a:lnTo>
                <a:lnTo>
                  <a:pt x="6964" y="19440"/>
                </a:lnTo>
                <a:lnTo>
                  <a:pt x="5314" y="17825"/>
                </a:lnTo>
                <a:lnTo>
                  <a:pt x="4048" y="16448"/>
                </a:lnTo>
                <a:lnTo>
                  <a:pt x="2913" y="15023"/>
                </a:lnTo>
                <a:lnTo>
                  <a:pt x="1651" y="13241"/>
                </a:lnTo>
                <a:lnTo>
                  <a:pt x="0" y="10800"/>
                </a:lnTo>
                <a:lnTo>
                  <a:pt x="1833" y="10800"/>
                </a:lnTo>
                <a:lnTo>
                  <a:pt x="3672" y="10800"/>
                </a:lnTo>
                <a:lnTo>
                  <a:pt x="5517" y="10800"/>
                </a:lnTo>
                <a:lnTo>
                  <a:pt x="7378" y="10800"/>
                </a:lnTo>
                <a:lnTo>
                  <a:pt x="9257" y="10800"/>
                </a:lnTo>
                <a:lnTo>
                  <a:pt x="9257" y="7231"/>
                </a:lnTo>
                <a:lnTo>
                  <a:pt x="9257" y="3640"/>
                </a:lnTo>
                <a:lnTo>
                  <a:pt x="9257" y="0"/>
                </a:lnTo>
                <a:close/>
              </a:path>
            </a:pathLst>
          </a:custGeom>
          <a:solidFill>
            <a:srgbClr val="7A7A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8" name="contour_18296"/>
          <p:cNvSpPr/>
          <p:nvPr/>
        </p:nvSpPr>
        <p:spPr>
          <a:xfrm>
            <a:off x="6875663" y="228114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071"/>
                </a:lnTo>
                <a:lnTo>
                  <a:pt x="16157" y="2143"/>
                </a:lnTo>
                <a:lnTo>
                  <a:pt x="18862" y="3227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8219" y="19064"/>
                </a:lnTo>
                <a:lnTo>
                  <a:pt x="6350" y="17159"/>
                </a:lnTo>
                <a:lnTo>
                  <a:pt x="4892" y="15526"/>
                </a:lnTo>
                <a:lnTo>
                  <a:pt x="3548" y="13798"/>
                </a:lnTo>
                <a:lnTo>
                  <a:pt x="2020" y="11625"/>
                </a:lnTo>
                <a:lnTo>
                  <a:pt x="0" y="8640"/>
                </a:lnTo>
                <a:lnTo>
                  <a:pt x="2446" y="5469"/>
                </a:lnTo>
                <a:lnTo>
                  <a:pt x="4385" y="3508"/>
                </a:lnTo>
                <a:lnTo>
                  <a:pt x="6836" y="1957"/>
                </a:lnTo>
                <a:lnTo>
                  <a:pt x="10800" y="0"/>
                </a:lnTo>
                <a:close/>
              </a:path>
            </a:pathLst>
          </a:custGeom>
          <a:solidFill>
            <a:srgbClr val="D1D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299" name="contour_18297"/>
          <p:cNvSpPr/>
          <p:nvPr/>
        </p:nvSpPr>
        <p:spPr>
          <a:xfrm>
            <a:off x="4951633" y="228114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224" y="2376"/>
                </a:lnTo>
                <a:lnTo>
                  <a:pt x="16844" y="4752"/>
                </a:lnTo>
                <a:lnTo>
                  <a:pt x="14463" y="7133"/>
                </a:lnTo>
                <a:lnTo>
                  <a:pt x="12079" y="9526"/>
                </a:lnTo>
                <a:lnTo>
                  <a:pt x="9681" y="11918"/>
                </a:lnTo>
                <a:lnTo>
                  <a:pt x="7279" y="14321"/>
                </a:lnTo>
                <a:lnTo>
                  <a:pt x="4864" y="16735"/>
                </a:lnTo>
                <a:lnTo>
                  <a:pt x="2441" y="19159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98F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0" name="contour_18298"/>
          <p:cNvSpPr/>
          <p:nvPr/>
        </p:nvSpPr>
        <p:spPr>
          <a:xfrm>
            <a:off x="7764798" y="226656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4F2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1" name="contour_18299"/>
          <p:cNvSpPr/>
          <p:nvPr/>
        </p:nvSpPr>
        <p:spPr>
          <a:xfrm>
            <a:off x="5111969" y="225198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196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2" name="contour_18300"/>
          <p:cNvSpPr/>
          <p:nvPr/>
        </p:nvSpPr>
        <p:spPr>
          <a:xfrm>
            <a:off x="1933749" y="2244701"/>
            <a:ext cx="3709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82" y="0"/>
                </a:moveTo>
                <a:lnTo>
                  <a:pt x="1570" y="302"/>
                </a:lnTo>
                <a:lnTo>
                  <a:pt x="2682" y="583"/>
                </a:lnTo>
                <a:lnTo>
                  <a:pt x="3964" y="913"/>
                </a:lnTo>
                <a:lnTo>
                  <a:pt x="5661" y="1345"/>
                </a:lnTo>
                <a:lnTo>
                  <a:pt x="8025" y="1944"/>
                </a:lnTo>
                <a:lnTo>
                  <a:pt x="11301" y="2781"/>
                </a:lnTo>
                <a:lnTo>
                  <a:pt x="15744" y="3910"/>
                </a:lnTo>
                <a:lnTo>
                  <a:pt x="21600" y="5400"/>
                </a:lnTo>
                <a:lnTo>
                  <a:pt x="20679" y="5983"/>
                </a:lnTo>
                <a:lnTo>
                  <a:pt x="19487" y="6745"/>
                </a:lnTo>
                <a:lnTo>
                  <a:pt x="17233" y="8181"/>
                </a:lnTo>
                <a:lnTo>
                  <a:pt x="13113" y="10800"/>
                </a:lnTo>
                <a:lnTo>
                  <a:pt x="11555" y="14197"/>
                </a:lnTo>
                <a:lnTo>
                  <a:pt x="10592" y="16448"/>
                </a:lnTo>
                <a:lnTo>
                  <a:pt x="9832" y="18581"/>
                </a:lnTo>
                <a:lnTo>
                  <a:pt x="8869" y="21600"/>
                </a:lnTo>
                <a:lnTo>
                  <a:pt x="6348" y="20569"/>
                </a:lnTo>
                <a:lnTo>
                  <a:pt x="4626" y="19661"/>
                </a:lnTo>
                <a:lnTo>
                  <a:pt x="2903" y="18376"/>
                </a:lnTo>
                <a:lnTo>
                  <a:pt x="382" y="16200"/>
                </a:lnTo>
                <a:lnTo>
                  <a:pt x="127" y="12020"/>
                </a:lnTo>
                <a:lnTo>
                  <a:pt x="0" y="9088"/>
                </a:lnTo>
                <a:lnTo>
                  <a:pt x="0" y="6626"/>
                </a:lnTo>
                <a:lnTo>
                  <a:pt x="127" y="3856"/>
                </a:lnTo>
                <a:lnTo>
                  <a:pt x="382" y="0"/>
                </a:lnTo>
                <a:close/>
              </a:path>
            </a:pathLst>
          </a:custGeom>
          <a:solidFill>
            <a:srgbClr val="5C5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3" name="contour_18301"/>
          <p:cNvSpPr/>
          <p:nvPr/>
        </p:nvSpPr>
        <p:spPr>
          <a:xfrm>
            <a:off x="7757510" y="223012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712" y="15136"/>
                </a:lnTo>
                <a:lnTo>
                  <a:pt x="3067" y="10670"/>
                </a:lnTo>
                <a:lnTo>
                  <a:pt x="4379" y="7646"/>
                </a:lnTo>
                <a:lnTo>
                  <a:pt x="5956" y="5508"/>
                </a:lnTo>
                <a:lnTo>
                  <a:pt x="8105" y="3704"/>
                </a:lnTo>
                <a:lnTo>
                  <a:pt x="11135" y="1685"/>
                </a:lnTo>
                <a:lnTo>
                  <a:pt x="12393" y="1269"/>
                </a:lnTo>
                <a:lnTo>
                  <a:pt x="16200" y="0"/>
                </a:lnTo>
                <a:close/>
              </a:path>
            </a:pathLst>
          </a:custGeom>
          <a:solidFill>
            <a:srgbClr val="877A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4" name="contour_18302"/>
          <p:cNvSpPr/>
          <p:nvPr/>
        </p:nvSpPr>
        <p:spPr>
          <a:xfrm>
            <a:off x="5177561" y="22301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75" y="578"/>
                </a:lnTo>
                <a:lnTo>
                  <a:pt x="10169" y="1345"/>
                </a:lnTo>
                <a:lnTo>
                  <a:pt x="13025" y="2257"/>
                </a:lnTo>
                <a:lnTo>
                  <a:pt x="15867" y="3267"/>
                </a:lnTo>
                <a:lnTo>
                  <a:pt x="18719" y="4331"/>
                </a:lnTo>
                <a:lnTo>
                  <a:pt x="21600" y="5400"/>
                </a:lnTo>
                <a:lnTo>
                  <a:pt x="19155" y="7690"/>
                </a:lnTo>
                <a:lnTo>
                  <a:pt x="16710" y="9985"/>
                </a:lnTo>
                <a:lnTo>
                  <a:pt x="14256" y="12285"/>
                </a:lnTo>
                <a:lnTo>
                  <a:pt x="11794" y="14596"/>
                </a:lnTo>
                <a:lnTo>
                  <a:pt x="9318" y="16913"/>
                </a:lnTo>
                <a:lnTo>
                  <a:pt x="6830" y="19251"/>
                </a:lnTo>
                <a:lnTo>
                  <a:pt x="4320" y="21600"/>
                </a:lnTo>
                <a:lnTo>
                  <a:pt x="3119" y="17744"/>
                </a:lnTo>
                <a:lnTo>
                  <a:pt x="2294" y="14974"/>
                </a:lnTo>
                <a:lnTo>
                  <a:pt x="1637" y="12512"/>
                </a:lnTo>
                <a:lnTo>
                  <a:pt x="942" y="9580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6E78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5" name="contour_18303"/>
          <p:cNvSpPr/>
          <p:nvPr/>
        </p:nvSpPr>
        <p:spPr>
          <a:xfrm>
            <a:off x="10177123" y="220826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505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6" name="contour_18304"/>
          <p:cNvSpPr/>
          <p:nvPr/>
        </p:nvSpPr>
        <p:spPr>
          <a:xfrm>
            <a:off x="10096955" y="22082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65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7" name="contour_18305"/>
          <p:cNvSpPr/>
          <p:nvPr/>
        </p:nvSpPr>
        <p:spPr>
          <a:xfrm>
            <a:off x="4310290" y="220097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668" y="15746"/>
                </a:lnTo>
                <a:lnTo>
                  <a:pt x="6653" y="11059"/>
                </a:lnTo>
                <a:lnTo>
                  <a:pt x="9086" y="7409"/>
                </a:lnTo>
                <a:lnTo>
                  <a:pt x="11102" y="4666"/>
                </a:lnTo>
                <a:lnTo>
                  <a:pt x="12823" y="2700"/>
                </a:lnTo>
                <a:lnTo>
                  <a:pt x="14386" y="1382"/>
                </a:lnTo>
                <a:lnTo>
                  <a:pt x="15912" y="583"/>
                </a:lnTo>
                <a:lnTo>
                  <a:pt x="17539" y="173"/>
                </a:lnTo>
                <a:lnTo>
                  <a:pt x="19390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616B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8" name="contour_18306"/>
          <p:cNvSpPr/>
          <p:nvPr/>
        </p:nvSpPr>
        <p:spPr>
          <a:xfrm>
            <a:off x="10002211" y="220097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35" y="20707"/>
                </a:lnTo>
                <a:lnTo>
                  <a:pt x="16049" y="19807"/>
                </a:lnTo>
                <a:lnTo>
                  <a:pt x="13228" y="18900"/>
                </a:lnTo>
                <a:lnTo>
                  <a:pt x="10895" y="18144"/>
                </a:lnTo>
                <a:lnTo>
                  <a:pt x="8523" y="17381"/>
                </a:lnTo>
                <a:lnTo>
                  <a:pt x="6052" y="15538"/>
                </a:lnTo>
                <a:lnTo>
                  <a:pt x="4506" y="13838"/>
                </a:lnTo>
                <a:lnTo>
                  <a:pt x="3240" y="11290"/>
                </a:lnTo>
                <a:lnTo>
                  <a:pt x="1603" y="6919"/>
                </a:lnTo>
                <a:lnTo>
                  <a:pt x="1205" y="5198"/>
                </a:lnTo>
                <a:lnTo>
                  <a:pt x="0" y="0"/>
                </a:lnTo>
                <a:close/>
              </a:path>
            </a:pathLst>
          </a:custGeom>
          <a:solidFill>
            <a:srgbClr val="444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09" name="contour_18307"/>
          <p:cNvSpPr/>
          <p:nvPr/>
        </p:nvSpPr>
        <p:spPr>
          <a:xfrm>
            <a:off x="5512152" y="2199990"/>
            <a:ext cx="29808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705"/>
                </a:moveTo>
                <a:lnTo>
                  <a:pt x="4246" y="235"/>
                </a:lnTo>
                <a:lnTo>
                  <a:pt x="6955" y="0"/>
                </a:lnTo>
                <a:lnTo>
                  <a:pt x="9364" y="0"/>
                </a:lnTo>
                <a:lnTo>
                  <a:pt x="12231" y="235"/>
                </a:lnTo>
                <a:lnTo>
                  <a:pt x="16319" y="705"/>
                </a:lnTo>
                <a:lnTo>
                  <a:pt x="18104" y="4592"/>
                </a:lnTo>
                <a:lnTo>
                  <a:pt x="19271" y="7350"/>
                </a:lnTo>
                <a:lnTo>
                  <a:pt x="20074" y="9732"/>
                </a:lnTo>
                <a:lnTo>
                  <a:pt x="20766" y="12490"/>
                </a:lnTo>
                <a:lnTo>
                  <a:pt x="21600" y="16376"/>
                </a:lnTo>
                <a:lnTo>
                  <a:pt x="18838" y="18111"/>
                </a:lnTo>
                <a:lnTo>
                  <a:pt x="16815" y="19228"/>
                </a:lnTo>
                <a:lnTo>
                  <a:pt x="14544" y="20231"/>
                </a:lnTo>
                <a:lnTo>
                  <a:pt x="11038" y="21600"/>
                </a:lnTo>
                <a:lnTo>
                  <a:pt x="7531" y="20785"/>
                </a:lnTo>
                <a:lnTo>
                  <a:pt x="5260" y="19970"/>
                </a:lnTo>
                <a:lnTo>
                  <a:pt x="3237" y="18664"/>
                </a:lnTo>
                <a:lnTo>
                  <a:pt x="475" y="16376"/>
                </a:lnTo>
                <a:lnTo>
                  <a:pt x="158" y="12333"/>
                </a:lnTo>
                <a:lnTo>
                  <a:pt x="0" y="9497"/>
                </a:lnTo>
                <a:lnTo>
                  <a:pt x="0" y="7115"/>
                </a:lnTo>
                <a:lnTo>
                  <a:pt x="158" y="4435"/>
                </a:lnTo>
                <a:lnTo>
                  <a:pt x="475" y="705"/>
                </a:lnTo>
                <a:close/>
              </a:path>
            </a:pathLst>
          </a:custGeom>
          <a:solidFill>
            <a:srgbClr val="A6A6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0" name="contour_18308"/>
          <p:cNvSpPr/>
          <p:nvPr/>
        </p:nvSpPr>
        <p:spPr>
          <a:xfrm>
            <a:off x="5155697" y="22082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964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1" name="contour_18309"/>
          <p:cNvSpPr/>
          <p:nvPr/>
        </p:nvSpPr>
        <p:spPr>
          <a:xfrm>
            <a:off x="2189484" y="220097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0F0F0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2" name="contour_18310"/>
          <p:cNvSpPr/>
          <p:nvPr/>
        </p:nvSpPr>
        <p:spPr>
          <a:xfrm>
            <a:off x="1168451" y="2171821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3" y="0"/>
                </a:moveTo>
                <a:lnTo>
                  <a:pt x="4699" y="1598"/>
                </a:lnTo>
                <a:lnTo>
                  <a:pt x="8534" y="3215"/>
                </a:lnTo>
                <a:lnTo>
                  <a:pt x="12174" y="4900"/>
                </a:lnTo>
                <a:lnTo>
                  <a:pt x="15583" y="6692"/>
                </a:lnTo>
                <a:lnTo>
                  <a:pt x="18734" y="8644"/>
                </a:lnTo>
                <a:lnTo>
                  <a:pt x="21600" y="10800"/>
                </a:lnTo>
                <a:lnTo>
                  <a:pt x="19174" y="13381"/>
                </a:lnTo>
                <a:lnTo>
                  <a:pt x="17312" y="15250"/>
                </a:lnTo>
                <a:lnTo>
                  <a:pt x="15611" y="16708"/>
                </a:lnTo>
                <a:lnTo>
                  <a:pt x="13693" y="18050"/>
                </a:lnTo>
                <a:lnTo>
                  <a:pt x="11170" y="19580"/>
                </a:lnTo>
                <a:lnTo>
                  <a:pt x="7656" y="21600"/>
                </a:lnTo>
                <a:lnTo>
                  <a:pt x="3612" y="19451"/>
                </a:lnTo>
                <a:lnTo>
                  <a:pt x="1471" y="17914"/>
                </a:lnTo>
                <a:lnTo>
                  <a:pt x="502" y="16247"/>
                </a:lnTo>
                <a:lnTo>
                  <a:pt x="0" y="13712"/>
                </a:lnTo>
                <a:lnTo>
                  <a:pt x="126" y="11261"/>
                </a:lnTo>
                <a:lnTo>
                  <a:pt x="251" y="8777"/>
                </a:lnTo>
                <a:lnTo>
                  <a:pt x="349" y="6311"/>
                </a:lnTo>
                <a:lnTo>
                  <a:pt x="439" y="3812"/>
                </a:lnTo>
                <a:lnTo>
                  <a:pt x="558" y="1919"/>
                </a:lnTo>
                <a:lnTo>
                  <a:pt x="683" y="0"/>
                </a:lnTo>
                <a:close/>
              </a:path>
            </a:pathLst>
          </a:custGeom>
          <a:solidFill>
            <a:srgbClr val="20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3" name="contour_18311"/>
          <p:cNvSpPr/>
          <p:nvPr/>
        </p:nvSpPr>
        <p:spPr>
          <a:xfrm>
            <a:off x="4186394" y="218639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9D8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4" name="contour_18312"/>
          <p:cNvSpPr/>
          <p:nvPr/>
        </p:nvSpPr>
        <p:spPr>
          <a:xfrm>
            <a:off x="790190" y="218639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695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8AD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5" name="contour_18313"/>
          <p:cNvSpPr/>
          <p:nvPr/>
        </p:nvSpPr>
        <p:spPr>
          <a:xfrm>
            <a:off x="11394217" y="217910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8" y="394"/>
                </a:lnTo>
                <a:lnTo>
                  <a:pt x="3175" y="794"/>
                </a:lnTo>
                <a:lnTo>
                  <a:pt x="5373" y="1345"/>
                </a:lnTo>
                <a:lnTo>
                  <a:pt x="8775" y="2192"/>
                </a:lnTo>
                <a:lnTo>
                  <a:pt x="13986" y="3494"/>
                </a:lnTo>
                <a:lnTo>
                  <a:pt x="21600" y="5400"/>
                </a:lnTo>
                <a:lnTo>
                  <a:pt x="20461" y="5697"/>
                </a:lnTo>
                <a:lnTo>
                  <a:pt x="18446" y="6221"/>
                </a:lnTo>
                <a:lnTo>
                  <a:pt x="13835" y="7425"/>
                </a:lnTo>
                <a:lnTo>
                  <a:pt x="8899" y="9466"/>
                </a:lnTo>
                <a:lnTo>
                  <a:pt x="5989" y="11097"/>
                </a:lnTo>
                <a:lnTo>
                  <a:pt x="3964" y="13165"/>
                </a:lnTo>
                <a:lnTo>
                  <a:pt x="1685" y="16535"/>
                </a:lnTo>
                <a:lnTo>
                  <a:pt x="848" y="1905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24E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6" name="contour_18314"/>
          <p:cNvSpPr/>
          <p:nvPr/>
        </p:nvSpPr>
        <p:spPr>
          <a:xfrm>
            <a:off x="7517006" y="2178126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CAAD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7" name="contour_18315"/>
          <p:cNvSpPr/>
          <p:nvPr/>
        </p:nvSpPr>
        <p:spPr>
          <a:xfrm>
            <a:off x="8041741" y="217910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8127" y="20529"/>
                </a:lnTo>
                <a:lnTo>
                  <a:pt x="5438" y="19457"/>
                </a:lnTo>
                <a:lnTo>
                  <a:pt x="2738" y="18373"/>
                </a:lnTo>
                <a:lnTo>
                  <a:pt x="0" y="17280"/>
                </a:lnTo>
                <a:lnTo>
                  <a:pt x="157" y="14148"/>
                </a:lnTo>
                <a:lnTo>
                  <a:pt x="680" y="11837"/>
                </a:lnTo>
                <a:lnTo>
                  <a:pt x="2025" y="8372"/>
                </a:lnTo>
                <a:lnTo>
                  <a:pt x="2927" y="6018"/>
                </a:lnTo>
                <a:lnTo>
                  <a:pt x="3839" y="3629"/>
                </a:lnTo>
                <a:lnTo>
                  <a:pt x="4228" y="2726"/>
                </a:lnTo>
                <a:lnTo>
                  <a:pt x="5400" y="0"/>
                </a:lnTo>
                <a:close/>
              </a:path>
            </a:pathLst>
          </a:custGeom>
          <a:solidFill>
            <a:srgbClr val="E4E7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8" name="contour_18316"/>
          <p:cNvSpPr/>
          <p:nvPr/>
        </p:nvSpPr>
        <p:spPr>
          <a:xfrm>
            <a:off x="1431533" y="2157245"/>
            <a:ext cx="3568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647" y="0"/>
                </a:moveTo>
                <a:lnTo>
                  <a:pt x="19791" y="5324"/>
                </a:lnTo>
                <a:lnTo>
                  <a:pt x="21053" y="8878"/>
                </a:lnTo>
                <a:lnTo>
                  <a:pt x="21596" y="11497"/>
                </a:lnTo>
                <a:lnTo>
                  <a:pt x="21600" y="13997"/>
                </a:lnTo>
                <a:lnTo>
                  <a:pt x="21229" y="17215"/>
                </a:lnTo>
                <a:lnTo>
                  <a:pt x="19451" y="19391"/>
                </a:lnTo>
                <a:lnTo>
                  <a:pt x="17647" y="21600"/>
                </a:lnTo>
                <a:lnTo>
                  <a:pt x="14576" y="21092"/>
                </a:lnTo>
                <a:lnTo>
                  <a:pt x="11625" y="20385"/>
                </a:lnTo>
                <a:lnTo>
                  <a:pt x="8744" y="19510"/>
                </a:lnTo>
                <a:lnTo>
                  <a:pt x="5881" y="18495"/>
                </a:lnTo>
                <a:lnTo>
                  <a:pt x="2982" y="17383"/>
                </a:lnTo>
                <a:lnTo>
                  <a:pt x="0" y="16200"/>
                </a:lnTo>
                <a:lnTo>
                  <a:pt x="2497" y="13910"/>
                </a:lnTo>
                <a:lnTo>
                  <a:pt x="4994" y="11615"/>
                </a:lnTo>
                <a:lnTo>
                  <a:pt x="7500" y="9315"/>
                </a:lnTo>
                <a:lnTo>
                  <a:pt x="10015" y="7004"/>
                </a:lnTo>
                <a:lnTo>
                  <a:pt x="12543" y="4687"/>
                </a:lnTo>
                <a:lnTo>
                  <a:pt x="15084" y="2349"/>
                </a:lnTo>
                <a:lnTo>
                  <a:pt x="17647" y="0"/>
                </a:lnTo>
                <a:close/>
              </a:path>
            </a:pathLst>
          </a:custGeom>
          <a:solidFill>
            <a:srgbClr val="C2A2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19" name="contour_18317"/>
          <p:cNvSpPr/>
          <p:nvPr/>
        </p:nvSpPr>
        <p:spPr>
          <a:xfrm>
            <a:off x="10177123" y="216453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86A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0" name="contour_18318"/>
          <p:cNvSpPr/>
          <p:nvPr/>
        </p:nvSpPr>
        <p:spPr>
          <a:xfrm>
            <a:off x="7502430" y="2150256"/>
            <a:ext cx="43728" cy="21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358"/>
                </a:moveTo>
                <a:lnTo>
                  <a:pt x="13046" y="1548"/>
                </a:lnTo>
                <a:lnTo>
                  <a:pt x="15196" y="2825"/>
                </a:lnTo>
                <a:lnTo>
                  <a:pt x="17338" y="4175"/>
                </a:lnTo>
                <a:lnTo>
                  <a:pt x="19472" y="5570"/>
                </a:lnTo>
                <a:lnTo>
                  <a:pt x="21600" y="7000"/>
                </a:lnTo>
                <a:lnTo>
                  <a:pt x="19580" y="10300"/>
                </a:lnTo>
                <a:lnTo>
                  <a:pt x="18050" y="12716"/>
                </a:lnTo>
                <a:lnTo>
                  <a:pt x="16708" y="14643"/>
                </a:lnTo>
                <a:lnTo>
                  <a:pt x="15250" y="16497"/>
                </a:lnTo>
                <a:lnTo>
                  <a:pt x="13381" y="18680"/>
                </a:lnTo>
                <a:lnTo>
                  <a:pt x="10800" y="21600"/>
                </a:lnTo>
                <a:lnTo>
                  <a:pt x="7798" y="20228"/>
                </a:lnTo>
                <a:lnTo>
                  <a:pt x="5735" y="19162"/>
                </a:lnTo>
                <a:lnTo>
                  <a:pt x="4093" y="18052"/>
                </a:lnTo>
                <a:lnTo>
                  <a:pt x="2354" y="16549"/>
                </a:lnTo>
                <a:lnTo>
                  <a:pt x="0" y="14300"/>
                </a:lnTo>
                <a:lnTo>
                  <a:pt x="2221" y="8008"/>
                </a:lnTo>
                <a:lnTo>
                  <a:pt x="3874" y="3818"/>
                </a:lnTo>
                <a:lnTo>
                  <a:pt x="5267" y="1343"/>
                </a:lnTo>
                <a:lnTo>
                  <a:pt x="6696" y="204"/>
                </a:lnTo>
                <a:lnTo>
                  <a:pt x="8467" y="0"/>
                </a:lnTo>
                <a:lnTo>
                  <a:pt x="10883" y="358"/>
                </a:lnTo>
                <a:close/>
              </a:path>
            </a:pathLst>
          </a:custGeom>
          <a:solidFill>
            <a:srgbClr val="BCB9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1" name="contour_18319"/>
          <p:cNvSpPr/>
          <p:nvPr/>
        </p:nvSpPr>
        <p:spPr>
          <a:xfrm>
            <a:off x="7779374" y="214267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C6C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2" name="contour_18320"/>
          <p:cNvSpPr/>
          <p:nvPr/>
        </p:nvSpPr>
        <p:spPr>
          <a:xfrm>
            <a:off x="695446" y="2128094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855"/>
                </a:lnTo>
                <a:lnTo>
                  <a:pt x="13781" y="1715"/>
                </a:lnTo>
                <a:lnTo>
                  <a:pt x="16364" y="2575"/>
                </a:lnTo>
                <a:lnTo>
                  <a:pt x="18969" y="3443"/>
                </a:lnTo>
                <a:lnTo>
                  <a:pt x="21600" y="4320"/>
                </a:lnTo>
                <a:lnTo>
                  <a:pt x="18744" y="4320"/>
                </a:lnTo>
                <a:lnTo>
                  <a:pt x="15872" y="4320"/>
                </a:lnTo>
                <a:lnTo>
                  <a:pt x="12960" y="4320"/>
                </a:lnTo>
                <a:lnTo>
                  <a:pt x="12960" y="7171"/>
                </a:lnTo>
                <a:lnTo>
                  <a:pt x="12960" y="10027"/>
                </a:lnTo>
                <a:lnTo>
                  <a:pt x="12960" y="12895"/>
                </a:lnTo>
                <a:lnTo>
                  <a:pt x="12960" y="15777"/>
                </a:lnTo>
                <a:lnTo>
                  <a:pt x="12960" y="18675"/>
                </a:lnTo>
                <a:lnTo>
                  <a:pt x="12960" y="21600"/>
                </a:lnTo>
                <a:lnTo>
                  <a:pt x="10394" y="20745"/>
                </a:lnTo>
                <a:lnTo>
                  <a:pt x="7819" y="19885"/>
                </a:lnTo>
                <a:lnTo>
                  <a:pt x="5236" y="19025"/>
                </a:lnTo>
                <a:lnTo>
                  <a:pt x="2631" y="18157"/>
                </a:lnTo>
                <a:lnTo>
                  <a:pt x="0" y="17280"/>
                </a:lnTo>
                <a:lnTo>
                  <a:pt x="1223" y="14835"/>
                </a:lnTo>
                <a:lnTo>
                  <a:pt x="2445" y="12390"/>
                </a:lnTo>
                <a:lnTo>
                  <a:pt x="3672" y="9936"/>
                </a:lnTo>
                <a:lnTo>
                  <a:pt x="4903" y="7474"/>
                </a:lnTo>
                <a:lnTo>
                  <a:pt x="6143" y="4998"/>
                </a:lnTo>
                <a:lnTo>
                  <a:pt x="7387" y="2510"/>
                </a:lnTo>
                <a:lnTo>
                  <a:pt x="8640" y="0"/>
                </a:lnTo>
                <a:close/>
              </a:path>
            </a:pathLst>
          </a:custGeom>
          <a:solidFill>
            <a:srgbClr val="41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3" name="contour_18321"/>
          <p:cNvSpPr/>
          <p:nvPr/>
        </p:nvSpPr>
        <p:spPr>
          <a:xfrm>
            <a:off x="5410776" y="213538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678"/>
                </a:lnTo>
                <a:lnTo>
                  <a:pt x="7425" y="5400"/>
                </a:lnTo>
                <a:lnTo>
                  <a:pt x="9099" y="8078"/>
                </a:lnTo>
                <a:lnTo>
                  <a:pt x="10800" y="10800"/>
                </a:lnTo>
                <a:lnTo>
                  <a:pt x="14369" y="10800"/>
                </a:lnTo>
                <a:lnTo>
                  <a:pt x="17960" y="10800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ECE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4" name="contour_18322"/>
          <p:cNvSpPr/>
          <p:nvPr/>
        </p:nvSpPr>
        <p:spPr>
          <a:xfrm>
            <a:off x="1110861" y="214267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385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5" name="contour_18323"/>
          <p:cNvSpPr/>
          <p:nvPr/>
        </p:nvSpPr>
        <p:spPr>
          <a:xfrm>
            <a:off x="790948" y="2142670"/>
            <a:ext cx="3568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53" y="0"/>
                </a:moveTo>
                <a:lnTo>
                  <a:pt x="7024" y="508"/>
                </a:lnTo>
                <a:lnTo>
                  <a:pt x="9975" y="1215"/>
                </a:lnTo>
                <a:lnTo>
                  <a:pt x="12856" y="2090"/>
                </a:lnTo>
                <a:lnTo>
                  <a:pt x="15719" y="3105"/>
                </a:lnTo>
                <a:lnTo>
                  <a:pt x="18618" y="4217"/>
                </a:lnTo>
                <a:lnTo>
                  <a:pt x="21600" y="5400"/>
                </a:lnTo>
                <a:lnTo>
                  <a:pt x="19103" y="7690"/>
                </a:lnTo>
                <a:lnTo>
                  <a:pt x="16606" y="9985"/>
                </a:lnTo>
                <a:lnTo>
                  <a:pt x="14100" y="12285"/>
                </a:lnTo>
                <a:lnTo>
                  <a:pt x="11585" y="14596"/>
                </a:lnTo>
                <a:lnTo>
                  <a:pt x="9057" y="16913"/>
                </a:lnTo>
                <a:lnTo>
                  <a:pt x="6516" y="19251"/>
                </a:lnTo>
                <a:lnTo>
                  <a:pt x="3953" y="21600"/>
                </a:lnTo>
                <a:lnTo>
                  <a:pt x="1809" y="16276"/>
                </a:lnTo>
                <a:lnTo>
                  <a:pt x="547" y="12722"/>
                </a:lnTo>
                <a:lnTo>
                  <a:pt x="4" y="10103"/>
                </a:lnTo>
                <a:lnTo>
                  <a:pt x="0" y="7603"/>
                </a:lnTo>
                <a:lnTo>
                  <a:pt x="371" y="4385"/>
                </a:lnTo>
                <a:lnTo>
                  <a:pt x="2149" y="2209"/>
                </a:lnTo>
                <a:lnTo>
                  <a:pt x="3953" y="0"/>
                </a:lnTo>
                <a:close/>
              </a:path>
            </a:pathLst>
          </a:custGeom>
          <a:solidFill>
            <a:srgbClr val="2D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6" name="contour_18324"/>
          <p:cNvSpPr/>
          <p:nvPr/>
        </p:nvSpPr>
        <p:spPr>
          <a:xfrm>
            <a:off x="5002649" y="212080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7CF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7" name="contour_18325"/>
          <p:cNvSpPr/>
          <p:nvPr/>
        </p:nvSpPr>
        <p:spPr>
          <a:xfrm>
            <a:off x="1242045" y="2128094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402" y="0"/>
                </a:moveTo>
                <a:lnTo>
                  <a:pt x="15134" y="0"/>
                </a:lnTo>
                <a:lnTo>
                  <a:pt x="17884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8144" y="17350"/>
                </a:lnTo>
                <a:lnTo>
                  <a:pt x="15606" y="18311"/>
                </a:lnTo>
                <a:lnTo>
                  <a:pt x="13055" y="19116"/>
                </a:lnTo>
                <a:lnTo>
                  <a:pt x="10488" y="19786"/>
                </a:lnTo>
                <a:lnTo>
                  <a:pt x="7900" y="20347"/>
                </a:lnTo>
                <a:lnTo>
                  <a:pt x="5291" y="20817"/>
                </a:lnTo>
                <a:lnTo>
                  <a:pt x="2658" y="21227"/>
                </a:lnTo>
                <a:lnTo>
                  <a:pt x="0" y="21600"/>
                </a:lnTo>
                <a:lnTo>
                  <a:pt x="1401" y="18884"/>
                </a:lnTo>
                <a:lnTo>
                  <a:pt x="2819" y="16178"/>
                </a:lnTo>
                <a:lnTo>
                  <a:pt x="4246" y="13484"/>
                </a:lnTo>
                <a:lnTo>
                  <a:pt x="5684" y="10800"/>
                </a:lnTo>
                <a:lnTo>
                  <a:pt x="6482" y="9288"/>
                </a:lnTo>
                <a:lnTo>
                  <a:pt x="8880" y="4725"/>
                </a:lnTo>
                <a:lnTo>
                  <a:pt x="9756" y="3553"/>
                </a:lnTo>
                <a:lnTo>
                  <a:pt x="12402" y="0"/>
                </a:lnTo>
                <a:close/>
              </a:path>
            </a:pathLst>
          </a:custGeom>
          <a:solidFill>
            <a:srgbClr val="1A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8" name="contour_18326"/>
          <p:cNvSpPr/>
          <p:nvPr/>
        </p:nvSpPr>
        <p:spPr>
          <a:xfrm>
            <a:off x="3967754" y="2106230"/>
            <a:ext cx="2202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48" y="0"/>
                </a:moveTo>
                <a:lnTo>
                  <a:pt x="10686" y="1071"/>
                </a:lnTo>
                <a:lnTo>
                  <a:pt x="14238" y="2143"/>
                </a:lnTo>
                <a:lnTo>
                  <a:pt x="17819" y="3227"/>
                </a:lnTo>
                <a:lnTo>
                  <a:pt x="21443" y="4320"/>
                </a:lnTo>
                <a:lnTo>
                  <a:pt x="21600" y="7452"/>
                </a:lnTo>
                <a:lnTo>
                  <a:pt x="21135" y="9763"/>
                </a:lnTo>
                <a:lnTo>
                  <a:pt x="19656" y="13228"/>
                </a:lnTo>
                <a:lnTo>
                  <a:pt x="18712" y="15582"/>
                </a:lnTo>
                <a:lnTo>
                  <a:pt x="17755" y="17971"/>
                </a:lnTo>
                <a:lnTo>
                  <a:pt x="16039" y="19773"/>
                </a:lnTo>
                <a:lnTo>
                  <a:pt x="14295" y="21600"/>
                </a:lnTo>
                <a:lnTo>
                  <a:pt x="9571" y="21600"/>
                </a:lnTo>
                <a:lnTo>
                  <a:pt x="4817" y="21600"/>
                </a:lnTo>
                <a:lnTo>
                  <a:pt x="0" y="21600"/>
                </a:lnTo>
                <a:lnTo>
                  <a:pt x="886" y="18926"/>
                </a:lnTo>
                <a:lnTo>
                  <a:pt x="1773" y="16252"/>
                </a:lnTo>
                <a:lnTo>
                  <a:pt x="2659" y="13569"/>
                </a:lnTo>
                <a:lnTo>
                  <a:pt x="3545" y="10882"/>
                </a:lnTo>
                <a:lnTo>
                  <a:pt x="4439" y="8182"/>
                </a:lnTo>
                <a:lnTo>
                  <a:pt x="5339" y="5469"/>
                </a:lnTo>
                <a:lnTo>
                  <a:pt x="6240" y="2743"/>
                </a:lnTo>
                <a:lnTo>
                  <a:pt x="7148" y="0"/>
                </a:lnTo>
                <a:close/>
              </a:path>
            </a:pathLst>
          </a:custGeom>
          <a:solidFill>
            <a:srgbClr val="6259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29" name="contour_18327"/>
          <p:cNvSpPr/>
          <p:nvPr/>
        </p:nvSpPr>
        <p:spPr>
          <a:xfrm>
            <a:off x="3763690" y="2112206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674" y="4268"/>
                </a:lnTo>
                <a:lnTo>
                  <a:pt x="18841" y="7632"/>
                </a:lnTo>
                <a:lnTo>
                  <a:pt x="19764" y="11038"/>
                </a:lnTo>
                <a:lnTo>
                  <a:pt x="20493" y="14495"/>
                </a:lnTo>
                <a:lnTo>
                  <a:pt x="21087" y="18009"/>
                </a:lnTo>
                <a:lnTo>
                  <a:pt x="21600" y="21600"/>
                </a:lnTo>
                <a:lnTo>
                  <a:pt x="18889" y="20494"/>
                </a:lnTo>
                <a:lnTo>
                  <a:pt x="16184" y="19373"/>
                </a:lnTo>
                <a:lnTo>
                  <a:pt x="13489" y="18231"/>
                </a:lnTo>
                <a:lnTo>
                  <a:pt x="10800" y="17078"/>
                </a:lnTo>
                <a:lnTo>
                  <a:pt x="9288" y="16448"/>
                </a:lnTo>
                <a:lnTo>
                  <a:pt x="4725" y="14536"/>
                </a:lnTo>
                <a:lnTo>
                  <a:pt x="3553" y="13720"/>
                </a:lnTo>
                <a:lnTo>
                  <a:pt x="0" y="11265"/>
                </a:lnTo>
                <a:lnTo>
                  <a:pt x="0" y="7849"/>
                </a:lnTo>
                <a:lnTo>
                  <a:pt x="0" y="4413"/>
                </a:lnTo>
                <a:lnTo>
                  <a:pt x="0" y="930"/>
                </a:lnTo>
                <a:close/>
              </a:path>
            </a:pathLst>
          </a:custGeom>
          <a:solidFill>
            <a:srgbClr val="3033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0" name="contour_18328"/>
          <p:cNvSpPr/>
          <p:nvPr/>
        </p:nvSpPr>
        <p:spPr>
          <a:xfrm>
            <a:off x="7837678" y="2098942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038"/>
                </a:lnTo>
                <a:lnTo>
                  <a:pt x="11275" y="4075"/>
                </a:lnTo>
                <a:lnTo>
                  <a:pt x="13320" y="6120"/>
                </a:lnTo>
                <a:lnTo>
                  <a:pt x="15372" y="8172"/>
                </a:lnTo>
                <a:lnTo>
                  <a:pt x="17438" y="10235"/>
                </a:lnTo>
                <a:lnTo>
                  <a:pt x="19512" y="12308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5" y="16780"/>
                </a:lnTo>
                <a:lnTo>
                  <a:pt x="10879" y="17975"/>
                </a:lnTo>
                <a:lnTo>
                  <a:pt x="7279" y="19174"/>
                </a:lnTo>
                <a:lnTo>
                  <a:pt x="3658" y="20383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76" y="14465"/>
                </a:lnTo>
                <a:lnTo>
                  <a:pt x="3175" y="12078"/>
                </a:lnTo>
                <a:lnTo>
                  <a:pt x="3974" y="9684"/>
                </a:lnTo>
                <a:lnTo>
                  <a:pt x="4774" y="7279"/>
                </a:lnTo>
                <a:lnTo>
                  <a:pt x="5580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E9EF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1" name="contour_18329"/>
          <p:cNvSpPr/>
          <p:nvPr/>
        </p:nvSpPr>
        <p:spPr>
          <a:xfrm>
            <a:off x="1825085" y="209894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06" y="850"/>
                </a:lnTo>
                <a:lnTo>
                  <a:pt x="10087" y="1750"/>
                </a:lnTo>
                <a:lnTo>
                  <a:pt x="12960" y="2700"/>
                </a:lnTo>
                <a:lnTo>
                  <a:pt x="15371" y="3456"/>
                </a:lnTo>
                <a:lnTo>
                  <a:pt x="17820" y="4219"/>
                </a:lnTo>
                <a:lnTo>
                  <a:pt x="19695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0D0C0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2" name="contour_18330"/>
          <p:cNvSpPr/>
          <p:nvPr/>
        </p:nvSpPr>
        <p:spPr>
          <a:xfrm>
            <a:off x="1648992" y="2077078"/>
            <a:ext cx="230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7" y="0"/>
                </a:moveTo>
                <a:lnTo>
                  <a:pt x="4932" y="1634"/>
                </a:lnTo>
                <a:lnTo>
                  <a:pt x="8614" y="3290"/>
                </a:lnTo>
                <a:lnTo>
                  <a:pt x="12132" y="5004"/>
                </a:lnTo>
                <a:lnTo>
                  <a:pt x="15486" y="6804"/>
                </a:lnTo>
                <a:lnTo>
                  <a:pt x="18642" y="8723"/>
                </a:lnTo>
                <a:lnTo>
                  <a:pt x="21600" y="10800"/>
                </a:lnTo>
                <a:lnTo>
                  <a:pt x="20521" y="13802"/>
                </a:lnTo>
                <a:lnTo>
                  <a:pt x="19626" y="15865"/>
                </a:lnTo>
                <a:lnTo>
                  <a:pt x="18587" y="17507"/>
                </a:lnTo>
                <a:lnTo>
                  <a:pt x="17078" y="19246"/>
                </a:lnTo>
                <a:lnTo>
                  <a:pt x="14769" y="21600"/>
                </a:lnTo>
                <a:lnTo>
                  <a:pt x="10745" y="20855"/>
                </a:lnTo>
                <a:lnTo>
                  <a:pt x="7979" y="20232"/>
                </a:lnTo>
                <a:lnTo>
                  <a:pt x="5192" y="19393"/>
                </a:lnTo>
                <a:lnTo>
                  <a:pt x="1107" y="18000"/>
                </a:lnTo>
                <a:lnTo>
                  <a:pt x="342" y="15444"/>
                </a:lnTo>
                <a:lnTo>
                  <a:pt x="0" y="13630"/>
                </a:lnTo>
                <a:lnTo>
                  <a:pt x="0" y="11696"/>
                </a:lnTo>
                <a:lnTo>
                  <a:pt x="253" y="8777"/>
                </a:lnTo>
                <a:lnTo>
                  <a:pt x="437" y="6311"/>
                </a:lnTo>
                <a:lnTo>
                  <a:pt x="628" y="3812"/>
                </a:lnTo>
                <a:lnTo>
                  <a:pt x="868" y="1919"/>
                </a:lnTo>
                <a:lnTo>
                  <a:pt x="1107" y="0"/>
                </a:lnTo>
                <a:close/>
              </a:path>
            </a:pathLst>
          </a:custGeom>
          <a:solidFill>
            <a:srgbClr val="1818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3" name="contour_18331"/>
          <p:cNvSpPr/>
          <p:nvPr/>
        </p:nvSpPr>
        <p:spPr>
          <a:xfrm>
            <a:off x="5425352" y="207707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69"/>
                </a:lnTo>
                <a:lnTo>
                  <a:pt x="13781" y="2144"/>
                </a:lnTo>
                <a:lnTo>
                  <a:pt x="16364" y="3218"/>
                </a:lnTo>
                <a:lnTo>
                  <a:pt x="18969" y="4304"/>
                </a:lnTo>
                <a:lnTo>
                  <a:pt x="21600" y="5400"/>
                </a:lnTo>
                <a:lnTo>
                  <a:pt x="20097" y="8991"/>
                </a:lnTo>
                <a:lnTo>
                  <a:pt x="18943" y="11621"/>
                </a:lnTo>
                <a:lnTo>
                  <a:pt x="17889" y="13748"/>
                </a:lnTo>
                <a:lnTo>
                  <a:pt x="16701" y="15822"/>
                </a:lnTo>
                <a:lnTo>
                  <a:pt x="15137" y="18290"/>
                </a:lnTo>
                <a:lnTo>
                  <a:pt x="12960" y="21600"/>
                </a:lnTo>
                <a:lnTo>
                  <a:pt x="9487" y="20747"/>
                </a:lnTo>
                <a:lnTo>
                  <a:pt x="7076" y="20039"/>
                </a:lnTo>
                <a:lnTo>
                  <a:pt x="5106" y="19219"/>
                </a:lnTo>
                <a:lnTo>
                  <a:pt x="2955" y="18025"/>
                </a:lnTo>
                <a:lnTo>
                  <a:pt x="0" y="16200"/>
                </a:lnTo>
                <a:lnTo>
                  <a:pt x="1076" y="15698"/>
                </a:lnTo>
                <a:lnTo>
                  <a:pt x="4320" y="14175"/>
                </a:lnTo>
                <a:lnTo>
                  <a:pt x="6463" y="12501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6563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4" name="contour_18332"/>
          <p:cNvSpPr/>
          <p:nvPr/>
        </p:nvSpPr>
        <p:spPr>
          <a:xfrm>
            <a:off x="4426898" y="208436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5F8A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5" name="contour_18333"/>
          <p:cNvSpPr/>
          <p:nvPr/>
        </p:nvSpPr>
        <p:spPr>
          <a:xfrm>
            <a:off x="2298804" y="2091654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45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937B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6" name="contour_18334"/>
          <p:cNvSpPr/>
          <p:nvPr/>
        </p:nvSpPr>
        <p:spPr>
          <a:xfrm>
            <a:off x="1147301" y="207707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2851"/>
                </a:lnTo>
                <a:lnTo>
                  <a:pt x="17982" y="5707"/>
                </a:lnTo>
                <a:lnTo>
                  <a:pt x="18878" y="8575"/>
                </a:lnTo>
                <a:lnTo>
                  <a:pt x="19780" y="11457"/>
                </a:lnTo>
                <a:lnTo>
                  <a:pt x="20687" y="14355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1015" y="18386"/>
                </a:lnTo>
                <a:lnTo>
                  <a:pt x="1804" y="16105"/>
                </a:lnTo>
                <a:lnTo>
                  <a:pt x="2624" y="14135"/>
                </a:lnTo>
                <a:lnTo>
                  <a:pt x="3737" y="11854"/>
                </a:lnTo>
                <a:lnTo>
                  <a:pt x="5400" y="8640"/>
                </a:lnTo>
                <a:lnTo>
                  <a:pt x="8969" y="8640"/>
                </a:lnTo>
                <a:lnTo>
                  <a:pt x="12560" y="8640"/>
                </a:lnTo>
                <a:lnTo>
                  <a:pt x="16200" y="8640"/>
                </a:lnTo>
                <a:lnTo>
                  <a:pt x="16200" y="5784"/>
                </a:lnTo>
                <a:lnTo>
                  <a:pt x="16200" y="2912"/>
                </a:lnTo>
                <a:lnTo>
                  <a:pt x="16200" y="0"/>
                </a:lnTo>
                <a:close/>
              </a:path>
            </a:pathLst>
          </a:custGeom>
          <a:solidFill>
            <a:srgbClr val="E9CE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7" name="contour_18335"/>
          <p:cNvSpPr/>
          <p:nvPr/>
        </p:nvSpPr>
        <p:spPr>
          <a:xfrm>
            <a:off x="7261926" y="205521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472" y="3056"/>
                </a:lnTo>
                <a:lnTo>
                  <a:pt x="12308" y="6113"/>
                </a:lnTo>
                <a:lnTo>
                  <a:pt x="14148" y="9180"/>
                </a:lnTo>
                <a:lnTo>
                  <a:pt x="15997" y="12258"/>
                </a:lnTo>
                <a:lnTo>
                  <a:pt x="17850" y="15352"/>
                </a:lnTo>
                <a:lnTo>
                  <a:pt x="19721" y="1846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4B49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8" name="contour_18336"/>
          <p:cNvSpPr/>
          <p:nvPr/>
        </p:nvSpPr>
        <p:spPr>
          <a:xfrm>
            <a:off x="5585688" y="206250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0B6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39" name="contour_18337"/>
          <p:cNvSpPr/>
          <p:nvPr/>
        </p:nvSpPr>
        <p:spPr>
          <a:xfrm>
            <a:off x="7830390" y="2047926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038"/>
                </a:lnTo>
                <a:lnTo>
                  <a:pt x="13856" y="4075"/>
                </a:lnTo>
                <a:lnTo>
                  <a:pt x="15390" y="6120"/>
                </a:lnTo>
                <a:lnTo>
                  <a:pt x="16929" y="8172"/>
                </a:lnTo>
                <a:lnTo>
                  <a:pt x="18479" y="10235"/>
                </a:lnTo>
                <a:lnTo>
                  <a:pt x="20034" y="12308"/>
                </a:lnTo>
                <a:lnTo>
                  <a:pt x="21600" y="14400"/>
                </a:lnTo>
                <a:lnTo>
                  <a:pt x="18927" y="15588"/>
                </a:lnTo>
                <a:lnTo>
                  <a:pt x="16249" y="16780"/>
                </a:lnTo>
                <a:lnTo>
                  <a:pt x="13559" y="17975"/>
                </a:lnTo>
                <a:lnTo>
                  <a:pt x="10859" y="19174"/>
                </a:lnTo>
                <a:lnTo>
                  <a:pt x="8143" y="20383"/>
                </a:lnTo>
                <a:lnTo>
                  <a:pt x="5400" y="21600"/>
                </a:lnTo>
                <a:lnTo>
                  <a:pt x="3618" y="19732"/>
                </a:lnTo>
                <a:lnTo>
                  <a:pt x="2462" y="18360"/>
                </a:lnTo>
                <a:lnTo>
                  <a:pt x="1426" y="16808"/>
                </a:lnTo>
                <a:lnTo>
                  <a:pt x="0" y="14400"/>
                </a:lnTo>
                <a:lnTo>
                  <a:pt x="1172" y="12193"/>
                </a:lnTo>
                <a:lnTo>
                  <a:pt x="2516" y="10084"/>
                </a:lnTo>
                <a:lnTo>
                  <a:pt x="4007" y="8042"/>
                </a:lnTo>
                <a:lnTo>
                  <a:pt x="5605" y="6044"/>
                </a:lnTo>
                <a:lnTo>
                  <a:pt x="7290" y="4057"/>
                </a:lnTo>
                <a:lnTo>
                  <a:pt x="9034" y="2052"/>
                </a:lnTo>
                <a:lnTo>
                  <a:pt x="10800" y="0"/>
                </a:lnTo>
                <a:close/>
              </a:path>
            </a:pathLst>
          </a:custGeom>
          <a:solidFill>
            <a:srgbClr val="797C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0" name="contour_18338"/>
          <p:cNvSpPr/>
          <p:nvPr/>
        </p:nvSpPr>
        <p:spPr>
          <a:xfrm>
            <a:off x="7065836" y="2047926"/>
            <a:ext cx="43043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314" y="0"/>
                </a:moveTo>
                <a:lnTo>
                  <a:pt x="3986" y="2379"/>
                </a:lnTo>
                <a:lnTo>
                  <a:pt x="4670" y="4789"/>
                </a:lnTo>
                <a:lnTo>
                  <a:pt x="6283" y="8202"/>
                </a:lnTo>
                <a:lnTo>
                  <a:pt x="7914" y="10720"/>
                </a:lnTo>
                <a:lnTo>
                  <a:pt x="9725" y="12667"/>
                </a:lnTo>
                <a:lnTo>
                  <a:pt x="11872" y="14350"/>
                </a:lnTo>
                <a:lnTo>
                  <a:pt x="14512" y="16091"/>
                </a:lnTo>
                <a:lnTo>
                  <a:pt x="16505" y="17388"/>
                </a:lnTo>
                <a:lnTo>
                  <a:pt x="18528" y="18706"/>
                </a:lnTo>
                <a:lnTo>
                  <a:pt x="20053" y="19643"/>
                </a:lnTo>
                <a:lnTo>
                  <a:pt x="21600" y="20596"/>
                </a:lnTo>
                <a:lnTo>
                  <a:pt x="19373" y="20792"/>
                </a:lnTo>
                <a:lnTo>
                  <a:pt x="17142" y="20962"/>
                </a:lnTo>
                <a:lnTo>
                  <a:pt x="14914" y="21111"/>
                </a:lnTo>
                <a:lnTo>
                  <a:pt x="12684" y="21240"/>
                </a:lnTo>
                <a:lnTo>
                  <a:pt x="10197" y="21420"/>
                </a:lnTo>
                <a:lnTo>
                  <a:pt x="7669" y="21600"/>
                </a:lnTo>
                <a:lnTo>
                  <a:pt x="5113" y="20946"/>
                </a:lnTo>
                <a:lnTo>
                  <a:pt x="3544" y="20117"/>
                </a:lnTo>
                <a:lnTo>
                  <a:pt x="2319" y="18572"/>
                </a:lnTo>
                <a:lnTo>
                  <a:pt x="797" y="15766"/>
                </a:lnTo>
                <a:lnTo>
                  <a:pt x="161" y="12512"/>
                </a:lnTo>
                <a:lnTo>
                  <a:pt x="0" y="10257"/>
                </a:lnTo>
                <a:lnTo>
                  <a:pt x="351" y="7940"/>
                </a:lnTo>
                <a:lnTo>
                  <a:pt x="1258" y="4505"/>
                </a:lnTo>
                <a:lnTo>
                  <a:pt x="2278" y="2271"/>
                </a:lnTo>
                <a:lnTo>
                  <a:pt x="3314" y="0"/>
                </a:lnTo>
                <a:close/>
              </a:path>
            </a:pathLst>
          </a:custGeom>
          <a:solidFill>
            <a:srgbClr val="B79D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1" name="contour_18339"/>
          <p:cNvSpPr/>
          <p:nvPr/>
        </p:nvSpPr>
        <p:spPr>
          <a:xfrm>
            <a:off x="3938602" y="2062502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3134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2" name="contour_18340"/>
          <p:cNvSpPr/>
          <p:nvPr/>
        </p:nvSpPr>
        <p:spPr>
          <a:xfrm>
            <a:off x="9987635" y="20479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A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3" name="contour_18341"/>
          <p:cNvSpPr/>
          <p:nvPr/>
        </p:nvSpPr>
        <p:spPr>
          <a:xfrm>
            <a:off x="3880298" y="2062502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353"/>
                </a:lnTo>
                <a:lnTo>
                  <a:pt x="6626" y="716"/>
                </a:lnTo>
                <a:lnTo>
                  <a:pt x="9088" y="1264"/>
                </a:lnTo>
                <a:lnTo>
                  <a:pt x="12020" y="2167"/>
                </a:lnTo>
                <a:lnTo>
                  <a:pt x="16200" y="3600"/>
                </a:lnTo>
                <a:lnTo>
                  <a:pt x="17296" y="5810"/>
                </a:lnTo>
                <a:lnTo>
                  <a:pt x="18236" y="8024"/>
                </a:lnTo>
                <a:lnTo>
                  <a:pt x="19035" y="10249"/>
                </a:lnTo>
                <a:lnTo>
                  <a:pt x="19710" y="12481"/>
                </a:lnTo>
                <a:lnTo>
                  <a:pt x="20288" y="14731"/>
                </a:lnTo>
                <a:lnTo>
                  <a:pt x="20779" y="16999"/>
                </a:lnTo>
                <a:lnTo>
                  <a:pt x="21211" y="19285"/>
                </a:lnTo>
                <a:lnTo>
                  <a:pt x="21600" y="21600"/>
                </a:lnTo>
                <a:lnTo>
                  <a:pt x="18884" y="19922"/>
                </a:lnTo>
                <a:lnTo>
                  <a:pt x="16178" y="18241"/>
                </a:lnTo>
                <a:lnTo>
                  <a:pt x="13484" y="16549"/>
                </a:lnTo>
                <a:lnTo>
                  <a:pt x="10800" y="14850"/>
                </a:lnTo>
                <a:lnTo>
                  <a:pt x="8797" y="13597"/>
                </a:lnTo>
                <a:lnTo>
                  <a:pt x="6772" y="12334"/>
                </a:lnTo>
                <a:lnTo>
                  <a:pt x="4725" y="11052"/>
                </a:lnTo>
                <a:lnTo>
                  <a:pt x="2419" y="9115"/>
                </a:lnTo>
                <a:lnTo>
                  <a:pt x="1021" y="7571"/>
                </a:lnTo>
                <a:lnTo>
                  <a:pt x="302" y="5890"/>
                </a:lnTo>
                <a:lnTo>
                  <a:pt x="38" y="3546"/>
                </a:lnTo>
                <a:lnTo>
                  <a:pt x="0" y="0"/>
                </a:lnTo>
                <a:close/>
              </a:path>
            </a:pathLst>
          </a:custGeom>
          <a:solidFill>
            <a:srgbClr val="6866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4" name="contour_18342"/>
          <p:cNvSpPr/>
          <p:nvPr/>
        </p:nvSpPr>
        <p:spPr>
          <a:xfrm>
            <a:off x="10045939" y="203335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5656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5" name="contour_18343"/>
          <p:cNvSpPr/>
          <p:nvPr/>
        </p:nvSpPr>
        <p:spPr>
          <a:xfrm>
            <a:off x="8049029" y="204063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850" y="14394"/>
                </a:lnTo>
                <a:lnTo>
                  <a:pt x="1750" y="11513"/>
                </a:lnTo>
                <a:lnTo>
                  <a:pt x="2700" y="8640"/>
                </a:lnTo>
                <a:lnTo>
                  <a:pt x="3456" y="6229"/>
                </a:lnTo>
                <a:lnTo>
                  <a:pt x="4219" y="3780"/>
                </a:lnTo>
                <a:lnTo>
                  <a:pt x="5702" y="1905"/>
                </a:lnTo>
                <a:lnTo>
                  <a:pt x="7200" y="0"/>
                </a:lnTo>
                <a:close/>
              </a:path>
            </a:pathLst>
          </a:custGeom>
          <a:solidFill>
            <a:srgbClr val="F4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6" name="contour_18344"/>
          <p:cNvSpPr/>
          <p:nvPr/>
        </p:nvSpPr>
        <p:spPr>
          <a:xfrm>
            <a:off x="7035999" y="204063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2A2B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7" name="contour_18345"/>
          <p:cNvSpPr/>
          <p:nvPr/>
        </p:nvSpPr>
        <p:spPr>
          <a:xfrm>
            <a:off x="3880298" y="204063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7660" y="11952"/>
                </a:lnTo>
                <a:lnTo>
                  <a:pt x="14580" y="15523"/>
                </a:lnTo>
                <a:lnTo>
                  <a:pt x="12109" y="18086"/>
                </a:lnTo>
                <a:lnTo>
                  <a:pt x="9988" y="19800"/>
                </a:lnTo>
                <a:lnTo>
                  <a:pt x="7975" y="20844"/>
                </a:lnTo>
                <a:lnTo>
                  <a:pt x="5806" y="21377"/>
                </a:lnTo>
                <a:lnTo>
                  <a:pt x="3231" y="21571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E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8" name="contour_18346"/>
          <p:cNvSpPr/>
          <p:nvPr/>
        </p:nvSpPr>
        <p:spPr>
          <a:xfrm>
            <a:off x="4135378" y="2033350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08"/>
                </a:lnTo>
                <a:lnTo>
                  <a:pt x="6860" y="1023"/>
                </a:lnTo>
                <a:lnTo>
                  <a:pt x="8618" y="1732"/>
                </a:lnTo>
                <a:lnTo>
                  <a:pt x="11340" y="2824"/>
                </a:lnTo>
                <a:lnTo>
                  <a:pt x="15509" y="4501"/>
                </a:lnTo>
                <a:lnTo>
                  <a:pt x="21600" y="6957"/>
                </a:lnTo>
                <a:lnTo>
                  <a:pt x="20926" y="11089"/>
                </a:lnTo>
                <a:lnTo>
                  <a:pt x="20252" y="13913"/>
                </a:lnTo>
                <a:lnTo>
                  <a:pt x="19172" y="16737"/>
                </a:lnTo>
                <a:lnTo>
                  <a:pt x="17280" y="20870"/>
                </a:lnTo>
                <a:lnTo>
                  <a:pt x="14360" y="21377"/>
                </a:lnTo>
                <a:lnTo>
                  <a:pt x="11504" y="21600"/>
                </a:lnTo>
                <a:lnTo>
                  <a:pt x="8675" y="21600"/>
                </a:lnTo>
                <a:lnTo>
                  <a:pt x="5841" y="21440"/>
                </a:lnTo>
                <a:lnTo>
                  <a:pt x="2964" y="21183"/>
                </a:lnTo>
                <a:lnTo>
                  <a:pt x="0" y="20870"/>
                </a:lnTo>
                <a:lnTo>
                  <a:pt x="855" y="16737"/>
                </a:lnTo>
                <a:lnTo>
                  <a:pt x="1715" y="12591"/>
                </a:lnTo>
                <a:lnTo>
                  <a:pt x="2575" y="8431"/>
                </a:lnTo>
                <a:lnTo>
                  <a:pt x="3443" y="4237"/>
                </a:lnTo>
                <a:lnTo>
                  <a:pt x="4320" y="0"/>
                </a:lnTo>
                <a:close/>
              </a:path>
            </a:pathLst>
          </a:custGeom>
          <a:solidFill>
            <a:srgbClr val="A4A5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49" name="contour_18347"/>
          <p:cNvSpPr/>
          <p:nvPr/>
        </p:nvSpPr>
        <p:spPr>
          <a:xfrm>
            <a:off x="2465772" y="2011486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3961" y="891"/>
                </a:lnTo>
                <a:lnTo>
                  <a:pt x="7452" y="1782"/>
                </a:lnTo>
                <a:lnTo>
                  <a:pt x="10958" y="2678"/>
                </a:lnTo>
                <a:lnTo>
                  <a:pt x="14481" y="3580"/>
                </a:lnTo>
                <a:lnTo>
                  <a:pt x="18025" y="4487"/>
                </a:lnTo>
                <a:lnTo>
                  <a:pt x="21600" y="5400"/>
                </a:lnTo>
                <a:lnTo>
                  <a:pt x="20824" y="6588"/>
                </a:lnTo>
                <a:lnTo>
                  <a:pt x="20047" y="7781"/>
                </a:lnTo>
                <a:lnTo>
                  <a:pt x="18970" y="9428"/>
                </a:lnTo>
                <a:lnTo>
                  <a:pt x="17306" y="11983"/>
                </a:lnTo>
                <a:lnTo>
                  <a:pt x="14761" y="15887"/>
                </a:lnTo>
                <a:lnTo>
                  <a:pt x="11038" y="21600"/>
                </a:lnTo>
                <a:lnTo>
                  <a:pt x="7901" y="20569"/>
                </a:lnTo>
                <a:lnTo>
                  <a:pt x="5756" y="19661"/>
                </a:lnTo>
                <a:lnTo>
                  <a:pt x="3612" y="18376"/>
                </a:lnTo>
                <a:lnTo>
                  <a:pt x="475" y="16200"/>
                </a:lnTo>
                <a:lnTo>
                  <a:pt x="158" y="12020"/>
                </a:lnTo>
                <a:lnTo>
                  <a:pt x="0" y="9088"/>
                </a:lnTo>
                <a:lnTo>
                  <a:pt x="0" y="6626"/>
                </a:lnTo>
                <a:lnTo>
                  <a:pt x="158" y="3856"/>
                </a:lnTo>
                <a:lnTo>
                  <a:pt x="475" y="0"/>
                </a:lnTo>
                <a:close/>
              </a:path>
            </a:pathLst>
          </a:custGeom>
          <a:solidFill>
            <a:srgbClr val="FC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0" name="contour_18348"/>
          <p:cNvSpPr/>
          <p:nvPr/>
        </p:nvSpPr>
        <p:spPr>
          <a:xfrm>
            <a:off x="1905252" y="201779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E6E6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1" name="contour_18349"/>
          <p:cNvSpPr/>
          <p:nvPr/>
        </p:nvSpPr>
        <p:spPr>
          <a:xfrm>
            <a:off x="2123892" y="19823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905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7C7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2" name="contour_18350"/>
          <p:cNvSpPr/>
          <p:nvPr/>
        </p:nvSpPr>
        <p:spPr>
          <a:xfrm>
            <a:off x="7035999" y="1975046"/>
            <a:ext cx="43728" cy="3511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580" y="1973"/>
                </a:lnTo>
                <a:lnTo>
                  <a:pt x="7564" y="3945"/>
                </a:lnTo>
                <a:lnTo>
                  <a:pt x="9547" y="5922"/>
                </a:lnTo>
                <a:lnTo>
                  <a:pt x="11534" y="7908"/>
                </a:lnTo>
                <a:lnTo>
                  <a:pt x="13532" y="9894"/>
                </a:lnTo>
                <a:lnTo>
                  <a:pt x="15534" y="11889"/>
                </a:lnTo>
                <a:lnTo>
                  <a:pt x="17546" y="13893"/>
                </a:lnTo>
                <a:lnTo>
                  <a:pt x="19566" y="15906"/>
                </a:lnTo>
                <a:lnTo>
                  <a:pt x="21600" y="17933"/>
                </a:lnTo>
                <a:lnTo>
                  <a:pt x="17035" y="19811"/>
                </a:lnTo>
                <a:lnTo>
                  <a:pt x="13867" y="21008"/>
                </a:lnTo>
                <a:lnTo>
                  <a:pt x="11707" y="21582"/>
                </a:lnTo>
                <a:lnTo>
                  <a:pt x="10152" y="21600"/>
                </a:lnTo>
                <a:lnTo>
                  <a:pt x="8798" y="21129"/>
                </a:lnTo>
                <a:lnTo>
                  <a:pt x="7258" y="20228"/>
                </a:lnTo>
                <a:lnTo>
                  <a:pt x="5890" y="18395"/>
                </a:lnTo>
                <a:lnTo>
                  <a:pt x="4500" y="16534"/>
                </a:lnTo>
                <a:lnTo>
                  <a:pt x="3078" y="14750"/>
                </a:lnTo>
                <a:lnTo>
                  <a:pt x="1631" y="12943"/>
                </a:lnTo>
                <a:lnTo>
                  <a:pt x="821" y="10970"/>
                </a:lnTo>
                <a:lnTo>
                  <a:pt x="0" y="8966"/>
                </a:lnTo>
                <a:lnTo>
                  <a:pt x="893" y="6747"/>
                </a:lnTo>
                <a:lnTo>
                  <a:pt x="1786" y="4515"/>
                </a:lnTo>
                <a:lnTo>
                  <a:pt x="2689" y="2273"/>
                </a:lnTo>
                <a:lnTo>
                  <a:pt x="3600" y="0"/>
                </a:lnTo>
                <a:close/>
              </a:path>
            </a:pathLst>
          </a:custGeom>
          <a:solidFill>
            <a:srgbClr val="9999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3" name="contour_18351"/>
          <p:cNvSpPr/>
          <p:nvPr/>
        </p:nvSpPr>
        <p:spPr>
          <a:xfrm>
            <a:off x="1795933" y="1989622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47" y="5081"/>
                </a:lnTo>
                <a:lnTo>
                  <a:pt x="20546" y="8686"/>
                </a:lnTo>
                <a:lnTo>
                  <a:pt x="19889" y="11800"/>
                </a:lnTo>
                <a:lnTo>
                  <a:pt x="18870" y="15406"/>
                </a:lnTo>
                <a:lnTo>
                  <a:pt x="17280" y="20487"/>
                </a:lnTo>
                <a:lnTo>
                  <a:pt x="14321" y="21252"/>
                </a:lnTo>
                <a:lnTo>
                  <a:pt x="11487" y="21593"/>
                </a:lnTo>
                <a:lnTo>
                  <a:pt x="8713" y="21600"/>
                </a:lnTo>
                <a:lnTo>
                  <a:pt x="5923" y="21361"/>
                </a:lnTo>
                <a:lnTo>
                  <a:pt x="3041" y="20958"/>
                </a:lnTo>
                <a:lnTo>
                  <a:pt x="0" y="20487"/>
                </a:lnTo>
                <a:lnTo>
                  <a:pt x="0" y="15973"/>
                </a:lnTo>
                <a:lnTo>
                  <a:pt x="0" y="11432"/>
                </a:lnTo>
                <a:lnTo>
                  <a:pt x="0" y="6829"/>
                </a:lnTo>
                <a:lnTo>
                  <a:pt x="2795" y="4944"/>
                </a:lnTo>
                <a:lnTo>
                  <a:pt x="5430" y="3421"/>
                </a:lnTo>
                <a:lnTo>
                  <a:pt x="7975" y="2233"/>
                </a:lnTo>
                <a:lnTo>
                  <a:pt x="10493" y="1332"/>
                </a:lnTo>
                <a:lnTo>
                  <a:pt x="13051" y="697"/>
                </a:lnTo>
                <a:lnTo>
                  <a:pt x="15708" y="287"/>
                </a:lnTo>
                <a:lnTo>
                  <a:pt x="18537" y="68"/>
                </a:lnTo>
                <a:lnTo>
                  <a:pt x="21600" y="0"/>
                </a:lnTo>
                <a:close/>
              </a:path>
            </a:pathLst>
          </a:custGeom>
          <a:solidFill>
            <a:srgbClr val="5A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4" name="contour_18352"/>
          <p:cNvSpPr/>
          <p:nvPr/>
        </p:nvSpPr>
        <p:spPr>
          <a:xfrm>
            <a:off x="615278" y="198962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93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548" y="6062"/>
                </a:lnTo>
                <a:lnTo>
                  <a:pt x="17094" y="7762"/>
                </a:lnTo>
                <a:lnTo>
                  <a:pt x="18360" y="10310"/>
                </a:lnTo>
                <a:lnTo>
                  <a:pt x="19997" y="14681"/>
                </a:lnTo>
                <a:lnTo>
                  <a:pt x="20792" y="181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3A2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5" name="contour_18353"/>
          <p:cNvSpPr/>
          <p:nvPr/>
        </p:nvSpPr>
        <p:spPr>
          <a:xfrm>
            <a:off x="666294" y="19823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905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7AE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6" name="contour_18354"/>
          <p:cNvSpPr/>
          <p:nvPr/>
        </p:nvSpPr>
        <p:spPr>
          <a:xfrm>
            <a:off x="11423369" y="19750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2CB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7" name="contour_18355"/>
          <p:cNvSpPr/>
          <p:nvPr/>
        </p:nvSpPr>
        <p:spPr>
          <a:xfrm>
            <a:off x="9856451" y="1975046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448"/>
                </a:lnTo>
                <a:lnTo>
                  <a:pt x="17982" y="6901"/>
                </a:lnTo>
                <a:lnTo>
                  <a:pt x="18878" y="10369"/>
                </a:lnTo>
                <a:lnTo>
                  <a:pt x="19780" y="13853"/>
                </a:lnTo>
                <a:lnTo>
                  <a:pt x="20687" y="17358"/>
                </a:lnTo>
                <a:lnTo>
                  <a:pt x="21600" y="20895"/>
                </a:lnTo>
                <a:lnTo>
                  <a:pt x="17744" y="21365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65"/>
                </a:lnTo>
                <a:lnTo>
                  <a:pt x="5400" y="20895"/>
                </a:lnTo>
                <a:lnTo>
                  <a:pt x="3575" y="17008"/>
                </a:lnTo>
                <a:lnTo>
                  <a:pt x="2381" y="14250"/>
                </a:lnTo>
                <a:lnTo>
                  <a:pt x="1561" y="11868"/>
                </a:lnTo>
                <a:lnTo>
                  <a:pt x="853" y="9110"/>
                </a:lnTo>
                <a:lnTo>
                  <a:pt x="0" y="5224"/>
                </a:lnTo>
                <a:lnTo>
                  <a:pt x="3208" y="4189"/>
                </a:lnTo>
                <a:lnTo>
                  <a:pt x="6426" y="3150"/>
                </a:lnTo>
                <a:lnTo>
                  <a:pt x="9655" y="2110"/>
                </a:lnTo>
                <a:lnTo>
                  <a:pt x="12911" y="1060"/>
                </a:lnTo>
                <a:lnTo>
                  <a:pt x="16200" y="0"/>
                </a:lnTo>
                <a:close/>
              </a:path>
            </a:pathLst>
          </a:custGeom>
          <a:solidFill>
            <a:srgbClr val="E0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8" name="contour_18356"/>
          <p:cNvSpPr/>
          <p:nvPr/>
        </p:nvSpPr>
        <p:spPr>
          <a:xfrm>
            <a:off x="11117274" y="196047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188"/>
                </a:lnTo>
                <a:lnTo>
                  <a:pt x="4756" y="2376"/>
                </a:lnTo>
                <a:lnTo>
                  <a:pt x="7135" y="3569"/>
                </a:lnTo>
                <a:lnTo>
                  <a:pt x="9522" y="4763"/>
                </a:lnTo>
                <a:lnTo>
                  <a:pt x="11916" y="5956"/>
                </a:lnTo>
                <a:lnTo>
                  <a:pt x="14321" y="7160"/>
                </a:lnTo>
                <a:lnTo>
                  <a:pt x="16733" y="8365"/>
                </a:lnTo>
                <a:lnTo>
                  <a:pt x="19159" y="9580"/>
                </a:lnTo>
                <a:lnTo>
                  <a:pt x="21600" y="10800"/>
                </a:lnTo>
                <a:lnTo>
                  <a:pt x="20686" y="11486"/>
                </a:lnTo>
                <a:lnTo>
                  <a:pt x="19811" y="12145"/>
                </a:lnTo>
                <a:lnTo>
                  <a:pt x="18720" y="12960"/>
                </a:lnTo>
                <a:lnTo>
                  <a:pt x="17168" y="14126"/>
                </a:lnTo>
                <a:lnTo>
                  <a:pt x="14897" y="15827"/>
                </a:lnTo>
                <a:lnTo>
                  <a:pt x="11660" y="18257"/>
                </a:lnTo>
                <a:lnTo>
                  <a:pt x="7200" y="21600"/>
                </a:lnTo>
                <a:lnTo>
                  <a:pt x="6181" y="18544"/>
                </a:lnTo>
                <a:lnTo>
                  <a:pt x="5162" y="15487"/>
                </a:lnTo>
                <a:lnTo>
                  <a:pt x="4140" y="12420"/>
                </a:lnTo>
                <a:lnTo>
                  <a:pt x="3114" y="9342"/>
                </a:lnTo>
                <a:lnTo>
                  <a:pt x="2081" y="6248"/>
                </a:lnTo>
                <a:lnTo>
                  <a:pt x="1044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F1F6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59" name="contour_18357"/>
          <p:cNvSpPr/>
          <p:nvPr/>
        </p:nvSpPr>
        <p:spPr>
          <a:xfrm>
            <a:off x="7808526" y="1953182"/>
            <a:ext cx="2846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594" y="0"/>
                </a:moveTo>
                <a:lnTo>
                  <a:pt x="19161" y="4959"/>
                </a:lnTo>
                <a:lnTo>
                  <a:pt x="20792" y="8467"/>
                </a:lnTo>
                <a:lnTo>
                  <a:pt x="21578" y="11038"/>
                </a:lnTo>
                <a:lnTo>
                  <a:pt x="21600" y="13159"/>
                </a:lnTo>
                <a:lnTo>
                  <a:pt x="20947" y="15345"/>
                </a:lnTo>
                <a:lnTo>
                  <a:pt x="19703" y="18092"/>
                </a:lnTo>
                <a:lnTo>
                  <a:pt x="18159" y="19833"/>
                </a:lnTo>
                <a:lnTo>
                  <a:pt x="16594" y="21600"/>
                </a:lnTo>
                <a:lnTo>
                  <a:pt x="13308" y="20745"/>
                </a:lnTo>
                <a:lnTo>
                  <a:pt x="10012" y="19885"/>
                </a:lnTo>
                <a:lnTo>
                  <a:pt x="6704" y="19025"/>
                </a:lnTo>
                <a:lnTo>
                  <a:pt x="3369" y="18157"/>
                </a:lnTo>
                <a:lnTo>
                  <a:pt x="0" y="17280"/>
                </a:lnTo>
                <a:lnTo>
                  <a:pt x="2345" y="14835"/>
                </a:lnTo>
                <a:lnTo>
                  <a:pt x="4696" y="12390"/>
                </a:lnTo>
                <a:lnTo>
                  <a:pt x="7052" y="9936"/>
                </a:lnTo>
                <a:lnTo>
                  <a:pt x="9420" y="7474"/>
                </a:lnTo>
                <a:lnTo>
                  <a:pt x="11793" y="4998"/>
                </a:lnTo>
                <a:lnTo>
                  <a:pt x="14188" y="2510"/>
                </a:lnTo>
                <a:lnTo>
                  <a:pt x="16594" y="0"/>
                </a:lnTo>
                <a:close/>
              </a:path>
            </a:pathLst>
          </a:custGeom>
          <a:solidFill>
            <a:srgbClr val="989D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0" name="contour_18358"/>
          <p:cNvSpPr/>
          <p:nvPr/>
        </p:nvSpPr>
        <p:spPr>
          <a:xfrm>
            <a:off x="7218198" y="1968800"/>
            <a:ext cx="43728" cy="208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79"/>
                </a:moveTo>
                <a:lnTo>
                  <a:pt x="19616" y="9080"/>
                </a:lnTo>
                <a:lnTo>
                  <a:pt x="17636" y="11575"/>
                </a:lnTo>
                <a:lnTo>
                  <a:pt x="15642" y="13949"/>
                </a:lnTo>
                <a:lnTo>
                  <a:pt x="13619" y="16164"/>
                </a:lnTo>
                <a:lnTo>
                  <a:pt x="11549" y="18198"/>
                </a:lnTo>
                <a:lnTo>
                  <a:pt x="9414" y="20020"/>
                </a:lnTo>
                <a:lnTo>
                  <a:pt x="7200" y="21600"/>
                </a:lnTo>
                <a:lnTo>
                  <a:pt x="4558" y="17646"/>
                </a:lnTo>
                <a:lnTo>
                  <a:pt x="2923" y="14750"/>
                </a:lnTo>
                <a:lnTo>
                  <a:pt x="1631" y="11499"/>
                </a:lnTo>
                <a:lnTo>
                  <a:pt x="0" y="6479"/>
                </a:lnTo>
                <a:lnTo>
                  <a:pt x="2416" y="3251"/>
                </a:lnTo>
                <a:lnTo>
                  <a:pt x="4763" y="1195"/>
                </a:lnTo>
                <a:lnTo>
                  <a:pt x="7067" y="166"/>
                </a:lnTo>
                <a:lnTo>
                  <a:pt x="9360" y="0"/>
                </a:lnTo>
                <a:lnTo>
                  <a:pt x="11664" y="537"/>
                </a:lnTo>
                <a:lnTo>
                  <a:pt x="14015" y="1610"/>
                </a:lnTo>
                <a:lnTo>
                  <a:pt x="16434" y="3070"/>
                </a:lnTo>
                <a:lnTo>
                  <a:pt x="18954" y="4740"/>
                </a:lnTo>
                <a:lnTo>
                  <a:pt x="21600" y="6479"/>
                </a:lnTo>
                <a:close/>
              </a:path>
            </a:pathLst>
          </a:custGeom>
          <a:solidFill>
            <a:srgbClr val="DBC4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1" name="contour_18359"/>
          <p:cNvSpPr/>
          <p:nvPr/>
        </p:nvSpPr>
        <p:spPr>
          <a:xfrm>
            <a:off x="7189046" y="19677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262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2" name="contour_18360"/>
          <p:cNvSpPr/>
          <p:nvPr/>
        </p:nvSpPr>
        <p:spPr>
          <a:xfrm>
            <a:off x="1744917" y="19604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E81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3" name="contour_18361"/>
          <p:cNvSpPr/>
          <p:nvPr/>
        </p:nvSpPr>
        <p:spPr>
          <a:xfrm>
            <a:off x="10279155" y="19604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2" y="6404"/>
                </a:lnTo>
                <a:lnTo>
                  <a:pt x="16200" y="7425"/>
                </a:lnTo>
                <a:lnTo>
                  <a:pt x="13522" y="9099"/>
                </a:lnTo>
                <a:lnTo>
                  <a:pt x="10800" y="10800"/>
                </a:lnTo>
                <a:lnTo>
                  <a:pt x="10800" y="14369"/>
                </a:lnTo>
                <a:lnTo>
                  <a:pt x="10800" y="1796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C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4" name="contour_18362"/>
          <p:cNvSpPr/>
          <p:nvPr/>
        </p:nvSpPr>
        <p:spPr>
          <a:xfrm>
            <a:off x="9973059" y="196047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475"/>
                </a:lnTo>
                <a:lnTo>
                  <a:pt x="4392" y="972"/>
                </a:lnTo>
                <a:lnTo>
                  <a:pt x="6584" y="1490"/>
                </a:lnTo>
                <a:lnTo>
                  <a:pt x="8777" y="2025"/>
                </a:lnTo>
                <a:lnTo>
                  <a:pt x="10004" y="2311"/>
                </a:lnTo>
                <a:lnTo>
                  <a:pt x="13712" y="3164"/>
                </a:lnTo>
                <a:lnTo>
                  <a:pt x="16229" y="4547"/>
                </a:lnTo>
                <a:lnTo>
                  <a:pt x="17762" y="5821"/>
                </a:lnTo>
                <a:lnTo>
                  <a:pt x="18936" y="7733"/>
                </a:lnTo>
                <a:lnTo>
                  <a:pt x="20376" y="11011"/>
                </a:lnTo>
                <a:lnTo>
                  <a:pt x="20984" y="13586"/>
                </a:lnTo>
                <a:lnTo>
                  <a:pt x="21600" y="16200"/>
                </a:lnTo>
                <a:lnTo>
                  <a:pt x="19246" y="18187"/>
                </a:lnTo>
                <a:lnTo>
                  <a:pt x="17507" y="19462"/>
                </a:lnTo>
                <a:lnTo>
                  <a:pt x="15865" y="20282"/>
                </a:lnTo>
                <a:lnTo>
                  <a:pt x="13802" y="20909"/>
                </a:lnTo>
                <a:lnTo>
                  <a:pt x="10800" y="21600"/>
                </a:lnTo>
                <a:lnTo>
                  <a:pt x="8964" y="18814"/>
                </a:lnTo>
                <a:lnTo>
                  <a:pt x="7261" y="15914"/>
                </a:lnTo>
                <a:lnTo>
                  <a:pt x="5677" y="12906"/>
                </a:lnTo>
                <a:lnTo>
                  <a:pt x="4180" y="9806"/>
                </a:lnTo>
                <a:lnTo>
                  <a:pt x="2750" y="6615"/>
                </a:lnTo>
                <a:lnTo>
                  <a:pt x="1364" y="3343"/>
                </a:lnTo>
                <a:lnTo>
                  <a:pt x="0" y="0"/>
                </a:lnTo>
                <a:close/>
              </a:path>
            </a:pathLst>
          </a:custGeom>
          <a:solidFill>
            <a:srgbClr val="E7F0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5" name="contour_18363"/>
          <p:cNvSpPr/>
          <p:nvPr/>
        </p:nvSpPr>
        <p:spPr>
          <a:xfrm>
            <a:off x="4281138" y="194589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99" y="1550"/>
                </a:lnTo>
                <a:lnTo>
                  <a:pt x="5590" y="3127"/>
                </a:lnTo>
                <a:lnTo>
                  <a:pt x="8372" y="4725"/>
                </a:lnTo>
                <a:lnTo>
                  <a:pt x="10705" y="6043"/>
                </a:lnTo>
                <a:lnTo>
                  <a:pt x="13077" y="7382"/>
                </a:lnTo>
                <a:lnTo>
                  <a:pt x="15651" y="9752"/>
                </a:lnTo>
                <a:lnTo>
                  <a:pt x="17587" y="12177"/>
                </a:lnTo>
                <a:lnTo>
                  <a:pt x="19090" y="14839"/>
                </a:lnTo>
                <a:lnTo>
                  <a:pt x="20360" y="17917"/>
                </a:lnTo>
                <a:lnTo>
                  <a:pt x="21600" y="21600"/>
                </a:lnTo>
                <a:lnTo>
                  <a:pt x="16606" y="20585"/>
                </a:lnTo>
                <a:lnTo>
                  <a:pt x="13094" y="19818"/>
                </a:lnTo>
                <a:lnTo>
                  <a:pt x="10593" y="19143"/>
                </a:lnTo>
                <a:lnTo>
                  <a:pt x="8614" y="18414"/>
                </a:lnTo>
                <a:lnTo>
                  <a:pt x="6683" y="17485"/>
                </a:lnTo>
                <a:lnTo>
                  <a:pt x="4320" y="16200"/>
                </a:lnTo>
                <a:lnTo>
                  <a:pt x="2730" y="12020"/>
                </a:lnTo>
                <a:lnTo>
                  <a:pt x="1711" y="9088"/>
                </a:lnTo>
                <a:lnTo>
                  <a:pt x="1054" y="6626"/>
                </a:lnTo>
                <a:lnTo>
                  <a:pt x="5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85C5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6" name="contour_18364"/>
          <p:cNvSpPr/>
          <p:nvPr/>
        </p:nvSpPr>
        <p:spPr>
          <a:xfrm>
            <a:off x="972390" y="193131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7476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7" name="contour_18365"/>
          <p:cNvSpPr/>
          <p:nvPr/>
        </p:nvSpPr>
        <p:spPr>
          <a:xfrm>
            <a:off x="7122266" y="1909454"/>
            <a:ext cx="303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46" y="0"/>
                </a:moveTo>
                <a:lnTo>
                  <a:pt x="3544" y="1460"/>
                </a:lnTo>
                <a:lnTo>
                  <a:pt x="6221" y="2938"/>
                </a:lnTo>
                <a:lnTo>
                  <a:pt x="8888" y="4432"/>
                </a:lnTo>
                <a:lnTo>
                  <a:pt x="11545" y="5940"/>
                </a:lnTo>
                <a:lnTo>
                  <a:pt x="14533" y="7599"/>
                </a:lnTo>
                <a:lnTo>
                  <a:pt x="17568" y="9279"/>
                </a:lnTo>
                <a:lnTo>
                  <a:pt x="19571" y="11107"/>
                </a:lnTo>
                <a:lnTo>
                  <a:pt x="21600" y="12960"/>
                </a:lnTo>
                <a:lnTo>
                  <a:pt x="20412" y="15772"/>
                </a:lnTo>
                <a:lnTo>
                  <a:pt x="19478" y="17613"/>
                </a:lnTo>
                <a:lnTo>
                  <a:pt x="18305" y="19284"/>
                </a:lnTo>
                <a:lnTo>
                  <a:pt x="16411" y="21600"/>
                </a:lnTo>
                <a:lnTo>
                  <a:pt x="12551" y="21047"/>
                </a:lnTo>
                <a:lnTo>
                  <a:pt x="9812" y="20546"/>
                </a:lnTo>
                <a:lnTo>
                  <a:pt x="7446" y="19889"/>
                </a:lnTo>
                <a:lnTo>
                  <a:pt x="4706" y="18870"/>
                </a:lnTo>
                <a:lnTo>
                  <a:pt x="846" y="17280"/>
                </a:lnTo>
                <a:lnTo>
                  <a:pt x="265" y="14321"/>
                </a:lnTo>
                <a:lnTo>
                  <a:pt x="5" y="11487"/>
                </a:lnTo>
                <a:lnTo>
                  <a:pt x="0" y="8713"/>
                </a:lnTo>
                <a:lnTo>
                  <a:pt x="182" y="5923"/>
                </a:lnTo>
                <a:lnTo>
                  <a:pt x="488" y="3041"/>
                </a:lnTo>
                <a:lnTo>
                  <a:pt x="846" y="0"/>
                </a:lnTo>
                <a:close/>
              </a:path>
            </a:pathLst>
          </a:custGeom>
          <a:solidFill>
            <a:srgbClr val="E9ED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8" name="contour_18366"/>
          <p:cNvSpPr/>
          <p:nvPr/>
        </p:nvSpPr>
        <p:spPr>
          <a:xfrm>
            <a:off x="6984983" y="1924030"/>
            <a:ext cx="5101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41" y="1858"/>
                </a:lnTo>
                <a:lnTo>
                  <a:pt x="13117" y="3893"/>
                </a:lnTo>
                <a:lnTo>
                  <a:pt x="14907" y="6097"/>
                </a:lnTo>
                <a:lnTo>
                  <a:pt x="16629" y="8446"/>
                </a:lnTo>
                <a:lnTo>
                  <a:pt x="18304" y="10924"/>
                </a:lnTo>
                <a:lnTo>
                  <a:pt x="19955" y="13516"/>
                </a:lnTo>
                <a:lnTo>
                  <a:pt x="21600" y="16200"/>
                </a:lnTo>
                <a:lnTo>
                  <a:pt x="20054" y="17982"/>
                </a:lnTo>
                <a:lnTo>
                  <a:pt x="18894" y="19138"/>
                </a:lnTo>
                <a:lnTo>
                  <a:pt x="17545" y="20174"/>
                </a:lnTo>
                <a:lnTo>
                  <a:pt x="15429" y="21600"/>
                </a:lnTo>
                <a:lnTo>
                  <a:pt x="13065" y="20488"/>
                </a:lnTo>
                <a:lnTo>
                  <a:pt x="11433" y="19591"/>
                </a:lnTo>
                <a:lnTo>
                  <a:pt x="9776" y="18430"/>
                </a:lnTo>
                <a:lnTo>
                  <a:pt x="7329" y="16535"/>
                </a:lnTo>
                <a:lnTo>
                  <a:pt x="5949" y="15487"/>
                </a:lnTo>
                <a:lnTo>
                  <a:pt x="4564" y="14423"/>
                </a:lnTo>
                <a:lnTo>
                  <a:pt x="3157" y="13354"/>
                </a:lnTo>
                <a:lnTo>
                  <a:pt x="1592" y="12085"/>
                </a:lnTo>
                <a:lnTo>
                  <a:pt x="0" y="10800"/>
                </a:lnTo>
                <a:lnTo>
                  <a:pt x="1651" y="8078"/>
                </a:lnTo>
                <a:lnTo>
                  <a:pt x="2913" y="6124"/>
                </a:lnTo>
                <a:lnTo>
                  <a:pt x="4048" y="4639"/>
                </a:lnTo>
                <a:lnTo>
                  <a:pt x="5314" y="3321"/>
                </a:lnTo>
                <a:lnTo>
                  <a:pt x="6964" y="1879"/>
                </a:lnTo>
                <a:lnTo>
                  <a:pt x="9257" y="0"/>
                </a:lnTo>
                <a:close/>
              </a:path>
            </a:pathLst>
          </a:custGeom>
          <a:solidFill>
            <a:srgbClr val="9A9A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69" name="contour_18367"/>
          <p:cNvSpPr/>
          <p:nvPr/>
        </p:nvSpPr>
        <p:spPr>
          <a:xfrm>
            <a:off x="11241170" y="1924030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46" y="0"/>
                </a:lnTo>
                <a:lnTo>
                  <a:pt x="9547" y="0"/>
                </a:lnTo>
                <a:lnTo>
                  <a:pt x="11963" y="0"/>
                </a:lnTo>
                <a:lnTo>
                  <a:pt x="14400" y="0"/>
                </a:lnTo>
                <a:lnTo>
                  <a:pt x="14400" y="4759"/>
                </a:lnTo>
                <a:lnTo>
                  <a:pt x="14400" y="9547"/>
                </a:lnTo>
                <a:lnTo>
                  <a:pt x="14400" y="14400"/>
                </a:lnTo>
                <a:lnTo>
                  <a:pt x="16538" y="17042"/>
                </a:lnTo>
                <a:lnTo>
                  <a:pt x="18000" y="18677"/>
                </a:lnTo>
                <a:lnTo>
                  <a:pt x="19462" y="19966"/>
                </a:lnTo>
                <a:lnTo>
                  <a:pt x="21600" y="21600"/>
                </a:lnTo>
                <a:lnTo>
                  <a:pt x="19404" y="20966"/>
                </a:lnTo>
                <a:lnTo>
                  <a:pt x="17208" y="20304"/>
                </a:lnTo>
                <a:lnTo>
                  <a:pt x="15016" y="19613"/>
                </a:lnTo>
                <a:lnTo>
                  <a:pt x="12823" y="18900"/>
                </a:lnTo>
                <a:lnTo>
                  <a:pt x="10375" y="18144"/>
                </a:lnTo>
                <a:lnTo>
                  <a:pt x="7888" y="17381"/>
                </a:lnTo>
                <a:lnTo>
                  <a:pt x="5371" y="15538"/>
                </a:lnTo>
                <a:lnTo>
                  <a:pt x="3838" y="13838"/>
                </a:lnTo>
                <a:lnTo>
                  <a:pt x="2664" y="11290"/>
                </a:lnTo>
                <a:lnTo>
                  <a:pt x="1224" y="6919"/>
                </a:lnTo>
                <a:lnTo>
                  <a:pt x="616" y="3485"/>
                </a:lnTo>
                <a:lnTo>
                  <a:pt x="0" y="0"/>
                </a:lnTo>
                <a:close/>
              </a:path>
            </a:pathLst>
          </a:custGeom>
          <a:solidFill>
            <a:srgbClr val="4443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0" name="contour_18368"/>
          <p:cNvSpPr/>
          <p:nvPr/>
        </p:nvSpPr>
        <p:spPr>
          <a:xfrm>
            <a:off x="11328625" y="188759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261" y="2674"/>
                </a:lnTo>
                <a:lnTo>
                  <a:pt x="18927" y="5348"/>
                </a:lnTo>
                <a:lnTo>
                  <a:pt x="17582" y="8031"/>
                </a:lnTo>
                <a:lnTo>
                  <a:pt x="16238" y="10718"/>
                </a:lnTo>
                <a:lnTo>
                  <a:pt x="14893" y="13418"/>
                </a:lnTo>
                <a:lnTo>
                  <a:pt x="13538" y="16131"/>
                </a:lnTo>
                <a:lnTo>
                  <a:pt x="12172" y="18857"/>
                </a:lnTo>
                <a:lnTo>
                  <a:pt x="10800" y="21600"/>
                </a:lnTo>
                <a:lnTo>
                  <a:pt x="9272" y="19155"/>
                </a:lnTo>
                <a:lnTo>
                  <a:pt x="7744" y="16710"/>
                </a:lnTo>
                <a:lnTo>
                  <a:pt x="6210" y="14256"/>
                </a:lnTo>
                <a:lnTo>
                  <a:pt x="4671" y="11794"/>
                </a:lnTo>
                <a:lnTo>
                  <a:pt x="3121" y="9318"/>
                </a:lnTo>
                <a:lnTo>
                  <a:pt x="1566" y="6830"/>
                </a:lnTo>
                <a:lnTo>
                  <a:pt x="0" y="4320"/>
                </a:lnTo>
                <a:lnTo>
                  <a:pt x="4601" y="2501"/>
                </a:lnTo>
                <a:lnTo>
                  <a:pt x="7997" y="1279"/>
                </a:lnTo>
                <a:lnTo>
                  <a:pt x="10800" y="540"/>
                </a:lnTo>
                <a:lnTo>
                  <a:pt x="13603" y="160"/>
                </a:lnTo>
                <a:lnTo>
                  <a:pt x="16999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8C7B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1" name="contour_18369"/>
          <p:cNvSpPr/>
          <p:nvPr/>
        </p:nvSpPr>
        <p:spPr>
          <a:xfrm>
            <a:off x="8304109" y="1902166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0"/>
                </a:lnTo>
                <a:lnTo>
                  <a:pt x="15084" y="0"/>
                </a:lnTo>
                <a:lnTo>
                  <a:pt x="17237" y="0"/>
                </a:lnTo>
                <a:lnTo>
                  <a:pt x="19408" y="0"/>
                </a:lnTo>
                <a:lnTo>
                  <a:pt x="21600" y="0"/>
                </a:lnTo>
                <a:lnTo>
                  <a:pt x="21247" y="5065"/>
                </a:lnTo>
                <a:lnTo>
                  <a:pt x="20884" y="8659"/>
                </a:lnTo>
                <a:lnTo>
                  <a:pt x="20336" y="11763"/>
                </a:lnTo>
                <a:lnTo>
                  <a:pt x="19433" y="15358"/>
                </a:lnTo>
                <a:lnTo>
                  <a:pt x="18000" y="20422"/>
                </a:lnTo>
                <a:lnTo>
                  <a:pt x="15412" y="21096"/>
                </a:lnTo>
                <a:lnTo>
                  <a:pt x="12845" y="21471"/>
                </a:lnTo>
                <a:lnTo>
                  <a:pt x="10289" y="21600"/>
                </a:lnTo>
                <a:lnTo>
                  <a:pt x="7736" y="21518"/>
                </a:lnTo>
                <a:lnTo>
                  <a:pt x="5177" y="21266"/>
                </a:lnTo>
                <a:lnTo>
                  <a:pt x="2603" y="20885"/>
                </a:lnTo>
                <a:lnTo>
                  <a:pt x="0" y="20422"/>
                </a:lnTo>
                <a:lnTo>
                  <a:pt x="792" y="20048"/>
                </a:lnTo>
                <a:lnTo>
                  <a:pt x="2192" y="19388"/>
                </a:lnTo>
                <a:lnTo>
                  <a:pt x="5400" y="17870"/>
                </a:lnTo>
                <a:lnTo>
                  <a:pt x="7186" y="16467"/>
                </a:lnTo>
                <a:lnTo>
                  <a:pt x="8978" y="15044"/>
                </a:lnTo>
                <a:lnTo>
                  <a:pt x="10800" y="13615"/>
                </a:lnTo>
                <a:lnTo>
                  <a:pt x="10800" y="9115"/>
                </a:lnTo>
                <a:lnTo>
                  <a:pt x="10800" y="4588"/>
                </a:lnTo>
                <a:lnTo>
                  <a:pt x="10800" y="0"/>
                </a:lnTo>
                <a:close/>
              </a:path>
            </a:pathLst>
          </a:custGeom>
          <a:solidFill>
            <a:srgbClr val="A8AA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2" name="contour_18370"/>
          <p:cNvSpPr/>
          <p:nvPr/>
        </p:nvSpPr>
        <p:spPr>
          <a:xfrm>
            <a:off x="1599157" y="18875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C3B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3" name="contour_18371"/>
          <p:cNvSpPr/>
          <p:nvPr/>
        </p:nvSpPr>
        <p:spPr>
          <a:xfrm>
            <a:off x="2138468" y="188759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611" y="5357"/>
                </a:lnTo>
                <a:lnTo>
                  <a:pt x="19500" y="9158"/>
                </a:lnTo>
                <a:lnTo>
                  <a:pt x="20157" y="12442"/>
                </a:lnTo>
                <a:lnTo>
                  <a:pt x="20788" y="1624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894" y="4090"/>
                </a:lnTo>
                <a:lnTo>
                  <a:pt x="5486" y="2038"/>
                </a:lnTo>
                <a:lnTo>
                  <a:pt x="8001" y="814"/>
                </a:lnTo>
                <a:lnTo>
                  <a:pt x="10657" y="216"/>
                </a:lnTo>
                <a:lnTo>
                  <a:pt x="13677" y="14"/>
                </a:lnTo>
                <a:lnTo>
                  <a:pt x="17280" y="0"/>
                </a:lnTo>
                <a:close/>
              </a:path>
            </a:pathLst>
          </a:custGeom>
          <a:solidFill>
            <a:srgbClr val="2A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4" name="contour_18372"/>
          <p:cNvSpPr/>
          <p:nvPr/>
        </p:nvSpPr>
        <p:spPr>
          <a:xfrm>
            <a:off x="768326" y="188759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0"/>
                </a:lnTo>
                <a:lnTo>
                  <a:pt x="11826" y="0"/>
                </a:lnTo>
                <a:lnTo>
                  <a:pt x="15055" y="0"/>
                </a:lnTo>
                <a:lnTo>
                  <a:pt x="18311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3569" y="17280"/>
                </a:lnTo>
                <a:lnTo>
                  <a:pt x="7160" y="17280"/>
                </a:lnTo>
                <a:lnTo>
                  <a:pt x="10800" y="17280"/>
                </a:lnTo>
                <a:lnTo>
                  <a:pt x="9909" y="14429"/>
                </a:lnTo>
                <a:lnTo>
                  <a:pt x="9018" y="11573"/>
                </a:lnTo>
                <a:lnTo>
                  <a:pt x="8122" y="8705"/>
                </a:lnTo>
                <a:lnTo>
                  <a:pt x="7220" y="5823"/>
                </a:lnTo>
                <a:lnTo>
                  <a:pt x="6313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49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5" name="contour_18373"/>
          <p:cNvSpPr/>
          <p:nvPr/>
        </p:nvSpPr>
        <p:spPr>
          <a:xfrm>
            <a:off x="2393548" y="1873014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3699" y="1031"/>
                </a:lnTo>
                <a:lnTo>
                  <a:pt x="15844" y="1939"/>
                </a:lnTo>
                <a:lnTo>
                  <a:pt x="17988" y="3224"/>
                </a:lnTo>
                <a:lnTo>
                  <a:pt x="21125" y="5400"/>
                </a:lnTo>
                <a:lnTo>
                  <a:pt x="21442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42" y="17744"/>
                </a:lnTo>
                <a:lnTo>
                  <a:pt x="21125" y="21600"/>
                </a:lnTo>
                <a:lnTo>
                  <a:pt x="17639" y="21600"/>
                </a:lnTo>
                <a:lnTo>
                  <a:pt x="14148" y="21600"/>
                </a:lnTo>
                <a:lnTo>
                  <a:pt x="10642" y="21600"/>
                </a:lnTo>
                <a:lnTo>
                  <a:pt x="7119" y="21600"/>
                </a:lnTo>
                <a:lnTo>
                  <a:pt x="3575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3491" y="10800"/>
                </a:lnTo>
                <a:lnTo>
                  <a:pt x="7003" y="10800"/>
                </a:lnTo>
                <a:lnTo>
                  <a:pt x="10562" y="10800"/>
                </a:lnTo>
                <a:lnTo>
                  <a:pt x="10562" y="7231"/>
                </a:lnTo>
                <a:lnTo>
                  <a:pt x="10562" y="3640"/>
                </a:lnTo>
                <a:lnTo>
                  <a:pt x="10562" y="0"/>
                </a:lnTo>
                <a:close/>
              </a:path>
            </a:pathLst>
          </a:custGeom>
          <a:solidFill>
            <a:srgbClr val="1B1C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6" name="contour_18374"/>
          <p:cNvSpPr/>
          <p:nvPr/>
        </p:nvSpPr>
        <p:spPr>
          <a:xfrm>
            <a:off x="2240500" y="188759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93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548" y="6062"/>
                </a:lnTo>
                <a:lnTo>
                  <a:pt x="17094" y="7762"/>
                </a:lnTo>
                <a:lnTo>
                  <a:pt x="18360" y="10310"/>
                </a:lnTo>
                <a:lnTo>
                  <a:pt x="19997" y="14681"/>
                </a:lnTo>
                <a:lnTo>
                  <a:pt x="20792" y="181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2B4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7" name="contour_18375"/>
          <p:cNvSpPr/>
          <p:nvPr/>
        </p:nvSpPr>
        <p:spPr>
          <a:xfrm>
            <a:off x="1781357" y="188759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2B28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8" name="contour_18376"/>
          <p:cNvSpPr/>
          <p:nvPr/>
        </p:nvSpPr>
        <p:spPr>
          <a:xfrm>
            <a:off x="1438821" y="187301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851" y="2020"/>
                </a:lnTo>
                <a:lnTo>
                  <a:pt x="11399" y="3548"/>
                </a:lnTo>
                <a:lnTo>
                  <a:pt x="13500" y="4892"/>
                </a:lnTo>
                <a:lnTo>
                  <a:pt x="15601" y="6350"/>
                </a:lnTo>
                <a:lnTo>
                  <a:pt x="1814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2322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79" name="contour_18377"/>
          <p:cNvSpPr/>
          <p:nvPr/>
        </p:nvSpPr>
        <p:spPr>
          <a:xfrm>
            <a:off x="10986090" y="187301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4467" y="20255"/>
                </a:lnTo>
                <a:lnTo>
                  <a:pt x="9553" y="19289"/>
                </a:lnTo>
                <a:lnTo>
                  <a:pt x="6242" y="18549"/>
                </a:lnTo>
                <a:lnTo>
                  <a:pt x="3947" y="17890"/>
                </a:lnTo>
                <a:lnTo>
                  <a:pt x="2068" y="17156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4018" y="3737"/>
                </a:lnTo>
                <a:lnTo>
                  <a:pt x="6869" y="2624"/>
                </a:lnTo>
                <a:lnTo>
                  <a:pt x="9331" y="1804"/>
                </a:lnTo>
                <a:lnTo>
                  <a:pt x="12182" y="1015"/>
                </a:lnTo>
                <a:lnTo>
                  <a:pt x="16200" y="0"/>
                </a:lnTo>
                <a:close/>
              </a:path>
            </a:pathLst>
          </a:custGeom>
          <a:solidFill>
            <a:srgbClr val="46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0" name="contour_18378"/>
          <p:cNvSpPr/>
          <p:nvPr/>
        </p:nvSpPr>
        <p:spPr>
          <a:xfrm>
            <a:off x="7611750" y="187301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69"/>
                </a:lnTo>
                <a:lnTo>
                  <a:pt x="13781" y="2144"/>
                </a:lnTo>
                <a:lnTo>
                  <a:pt x="16364" y="3218"/>
                </a:lnTo>
                <a:lnTo>
                  <a:pt x="18969" y="4304"/>
                </a:lnTo>
                <a:lnTo>
                  <a:pt x="21600" y="5400"/>
                </a:lnTo>
                <a:lnTo>
                  <a:pt x="20926" y="8419"/>
                </a:lnTo>
                <a:lnTo>
                  <a:pt x="20252" y="10552"/>
                </a:lnTo>
                <a:lnTo>
                  <a:pt x="19172" y="12803"/>
                </a:lnTo>
                <a:lnTo>
                  <a:pt x="17280" y="16200"/>
                </a:lnTo>
                <a:lnTo>
                  <a:pt x="14429" y="17420"/>
                </a:lnTo>
                <a:lnTo>
                  <a:pt x="11595" y="18457"/>
                </a:lnTo>
                <a:lnTo>
                  <a:pt x="8757" y="19348"/>
                </a:lnTo>
                <a:lnTo>
                  <a:pt x="5888" y="20142"/>
                </a:lnTo>
                <a:lnTo>
                  <a:pt x="2976" y="20876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C3B88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1" name="contour_18379"/>
          <p:cNvSpPr/>
          <p:nvPr/>
        </p:nvSpPr>
        <p:spPr>
          <a:xfrm>
            <a:off x="7057862" y="1871374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350" y="3456"/>
                </a:lnTo>
                <a:lnTo>
                  <a:pt x="18311" y="5994"/>
                </a:lnTo>
                <a:lnTo>
                  <a:pt x="19116" y="8545"/>
                </a:lnTo>
                <a:lnTo>
                  <a:pt x="19786" y="11112"/>
                </a:lnTo>
                <a:lnTo>
                  <a:pt x="20347" y="13700"/>
                </a:lnTo>
                <a:lnTo>
                  <a:pt x="20817" y="16309"/>
                </a:lnTo>
                <a:lnTo>
                  <a:pt x="21227" y="18942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8780" y="18896"/>
                </a:lnTo>
                <a:lnTo>
                  <a:pt x="7479" y="16916"/>
                </a:lnTo>
                <a:lnTo>
                  <a:pt x="6313" y="14696"/>
                </a:lnTo>
                <a:lnTo>
                  <a:pt x="4725" y="11265"/>
                </a:lnTo>
                <a:lnTo>
                  <a:pt x="3818" y="9343"/>
                </a:lnTo>
                <a:lnTo>
                  <a:pt x="2905" y="7412"/>
                </a:lnTo>
                <a:lnTo>
                  <a:pt x="1982" y="5453"/>
                </a:lnTo>
                <a:lnTo>
                  <a:pt x="999" y="3208"/>
                </a:lnTo>
                <a:lnTo>
                  <a:pt x="0" y="930"/>
                </a:lnTo>
                <a:close/>
              </a:path>
            </a:pathLst>
          </a:custGeom>
          <a:solidFill>
            <a:srgbClr val="C8CC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2" name="contour_18380"/>
          <p:cNvSpPr/>
          <p:nvPr/>
        </p:nvSpPr>
        <p:spPr>
          <a:xfrm>
            <a:off x="11306762" y="1871593"/>
            <a:ext cx="51016" cy="2328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318"/>
                </a:moveTo>
                <a:lnTo>
                  <a:pt x="1811" y="1109"/>
                </a:lnTo>
                <a:lnTo>
                  <a:pt x="3626" y="926"/>
                </a:lnTo>
                <a:lnTo>
                  <a:pt x="5437" y="757"/>
                </a:lnTo>
                <a:lnTo>
                  <a:pt x="7251" y="608"/>
                </a:lnTo>
                <a:lnTo>
                  <a:pt x="9066" y="473"/>
                </a:lnTo>
                <a:lnTo>
                  <a:pt x="10751" y="318"/>
                </a:lnTo>
                <a:lnTo>
                  <a:pt x="12445" y="162"/>
                </a:lnTo>
                <a:lnTo>
                  <a:pt x="14163" y="0"/>
                </a:lnTo>
                <a:lnTo>
                  <a:pt x="15247" y="325"/>
                </a:lnTo>
                <a:lnTo>
                  <a:pt x="18514" y="1318"/>
                </a:lnTo>
                <a:lnTo>
                  <a:pt x="19761" y="5361"/>
                </a:lnTo>
                <a:lnTo>
                  <a:pt x="20498" y="8119"/>
                </a:lnTo>
                <a:lnTo>
                  <a:pt x="21017" y="10857"/>
                </a:lnTo>
                <a:lnTo>
                  <a:pt x="21600" y="14839"/>
                </a:lnTo>
                <a:lnTo>
                  <a:pt x="19675" y="17125"/>
                </a:lnTo>
                <a:lnTo>
                  <a:pt x="18230" y="18619"/>
                </a:lnTo>
                <a:lnTo>
                  <a:pt x="16823" y="19646"/>
                </a:lnTo>
                <a:lnTo>
                  <a:pt x="15009" y="20532"/>
                </a:lnTo>
                <a:lnTo>
                  <a:pt x="12343" y="21600"/>
                </a:lnTo>
                <a:lnTo>
                  <a:pt x="10417" y="19126"/>
                </a:lnTo>
                <a:lnTo>
                  <a:pt x="8566" y="16489"/>
                </a:lnTo>
                <a:lnTo>
                  <a:pt x="6782" y="13697"/>
                </a:lnTo>
                <a:lnTo>
                  <a:pt x="5045" y="10770"/>
                </a:lnTo>
                <a:lnTo>
                  <a:pt x="3348" y="7721"/>
                </a:lnTo>
                <a:lnTo>
                  <a:pt x="1669" y="4563"/>
                </a:lnTo>
                <a:lnTo>
                  <a:pt x="0" y="1318"/>
                </a:lnTo>
                <a:close/>
              </a:path>
            </a:pathLst>
          </a:custGeom>
          <a:solidFill>
            <a:srgbClr val="DCC8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3" name="contour_18381"/>
          <p:cNvSpPr/>
          <p:nvPr/>
        </p:nvSpPr>
        <p:spPr>
          <a:xfrm>
            <a:off x="11102698" y="186572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635"/>
                </a:lnTo>
                <a:lnTo>
                  <a:pt x="7781" y="1270"/>
                </a:lnTo>
                <a:lnTo>
                  <a:pt x="9428" y="2151"/>
                </a:lnTo>
                <a:lnTo>
                  <a:pt x="11983" y="3512"/>
                </a:lnTo>
                <a:lnTo>
                  <a:pt x="15887" y="5594"/>
                </a:lnTo>
                <a:lnTo>
                  <a:pt x="21600" y="8640"/>
                </a:lnTo>
                <a:lnTo>
                  <a:pt x="18031" y="8640"/>
                </a:lnTo>
                <a:lnTo>
                  <a:pt x="14440" y="8640"/>
                </a:lnTo>
                <a:lnTo>
                  <a:pt x="10800" y="8640"/>
                </a:lnTo>
                <a:lnTo>
                  <a:pt x="11869" y="11206"/>
                </a:lnTo>
                <a:lnTo>
                  <a:pt x="12944" y="13781"/>
                </a:lnTo>
                <a:lnTo>
                  <a:pt x="14018" y="16364"/>
                </a:lnTo>
                <a:lnTo>
                  <a:pt x="15104" y="18969"/>
                </a:lnTo>
                <a:lnTo>
                  <a:pt x="16200" y="21600"/>
                </a:lnTo>
                <a:lnTo>
                  <a:pt x="12992" y="20745"/>
                </a:lnTo>
                <a:lnTo>
                  <a:pt x="9774" y="19885"/>
                </a:lnTo>
                <a:lnTo>
                  <a:pt x="6545" y="19025"/>
                </a:lnTo>
                <a:lnTo>
                  <a:pt x="3289" y="18157"/>
                </a:lnTo>
                <a:lnTo>
                  <a:pt x="0" y="17280"/>
                </a:lnTo>
                <a:lnTo>
                  <a:pt x="891" y="14429"/>
                </a:lnTo>
                <a:lnTo>
                  <a:pt x="1782" y="11573"/>
                </a:lnTo>
                <a:lnTo>
                  <a:pt x="2678" y="8705"/>
                </a:lnTo>
                <a:lnTo>
                  <a:pt x="3580" y="5823"/>
                </a:lnTo>
                <a:lnTo>
                  <a:pt x="4487" y="2925"/>
                </a:lnTo>
                <a:lnTo>
                  <a:pt x="5400" y="0"/>
                </a:lnTo>
                <a:close/>
              </a:path>
            </a:pathLst>
          </a:custGeom>
          <a:solidFill>
            <a:srgbClr val="BDC4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4" name="contour_18382"/>
          <p:cNvSpPr/>
          <p:nvPr/>
        </p:nvSpPr>
        <p:spPr>
          <a:xfrm>
            <a:off x="11066258" y="187301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1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5" name="contour_18383"/>
          <p:cNvSpPr/>
          <p:nvPr/>
        </p:nvSpPr>
        <p:spPr>
          <a:xfrm>
            <a:off x="309182" y="1873014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0"/>
                </a:lnTo>
                <a:lnTo>
                  <a:pt x="4280" y="0"/>
                </a:lnTo>
                <a:lnTo>
                  <a:pt x="6421" y="0"/>
                </a:lnTo>
                <a:lnTo>
                  <a:pt x="8566" y="0"/>
                </a:lnTo>
                <a:lnTo>
                  <a:pt x="10720" y="0"/>
                </a:lnTo>
                <a:lnTo>
                  <a:pt x="12877" y="0"/>
                </a:lnTo>
                <a:lnTo>
                  <a:pt x="15043" y="0"/>
                </a:lnTo>
                <a:lnTo>
                  <a:pt x="17218" y="0"/>
                </a:lnTo>
                <a:lnTo>
                  <a:pt x="19403" y="0"/>
                </a:lnTo>
                <a:lnTo>
                  <a:pt x="21600" y="0"/>
                </a:lnTo>
                <a:lnTo>
                  <a:pt x="20989" y="4277"/>
                </a:lnTo>
                <a:lnTo>
                  <a:pt x="20375" y="8568"/>
                </a:lnTo>
                <a:lnTo>
                  <a:pt x="19761" y="12874"/>
                </a:lnTo>
                <a:lnTo>
                  <a:pt x="19141" y="17215"/>
                </a:lnTo>
                <a:lnTo>
                  <a:pt x="18514" y="21600"/>
                </a:lnTo>
                <a:lnTo>
                  <a:pt x="16660" y="20268"/>
                </a:lnTo>
                <a:lnTo>
                  <a:pt x="14808" y="18922"/>
                </a:lnTo>
                <a:lnTo>
                  <a:pt x="12957" y="17575"/>
                </a:lnTo>
                <a:lnTo>
                  <a:pt x="11105" y="16214"/>
                </a:lnTo>
                <a:lnTo>
                  <a:pt x="9257" y="14846"/>
                </a:lnTo>
                <a:lnTo>
                  <a:pt x="8492" y="14285"/>
                </a:lnTo>
                <a:lnTo>
                  <a:pt x="7143" y="13306"/>
                </a:lnTo>
                <a:lnTo>
                  <a:pt x="4048" y="11052"/>
                </a:lnTo>
                <a:lnTo>
                  <a:pt x="204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F8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6" name="contour_18384"/>
          <p:cNvSpPr/>
          <p:nvPr/>
        </p:nvSpPr>
        <p:spPr>
          <a:xfrm>
            <a:off x="2284228" y="1851150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1069"/>
                </a:lnTo>
                <a:lnTo>
                  <a:pt x="15084" y="2144"/>
                </a:lnTo>
                <a:lnTo>
                  <a:pt x="17237" y="3218"/>
                </a:lnTo>
                <a:lnTo>
                  <a:pt x="19408" y="4304"/>
                </a:lnTo>
                <a:lnTo>
                  <a:pt x="21600" y="5400"/>
                </a:lnTo>
                <a:lnTo>
                  <a:pt x="20855" y="8489"/>
                </a:lnTo>
                <a:lnTo>
                  <a:pt x="20232" y="10643"/>
                </a:lnTo>
                <a:lnTo>
                  <a:pt x="19393" y="12874"/>
                </a:lnTo>
                <a:lnTo>
                  <a:pt x="18000" y="16200"/>
                </a:lnTo>
                <a:lnTo>
                  <a:pt x="15444" y="17512"/>
                </a:lnTo>
                <a:lnTo>
                  <a:pt x="13630" y="18301"/>
                </a:lnTo>
                <a:lnTo>
                  <a:pt x="11696" y="18884"/>
                </a:lnTo>
                <a:lnTo>
                  <a:pt x="8777" y="19575"/>
                </a:lnTo>
                <a:lnTo>
                  <a:pt x="6311" y="20185"/>
                </a:lnTo>
                <a:lnTo>
                  <a:pt x="3812" y="20801"/>
                </a:lnTo>
                <a:lnTo>
                  <a:pt x="1919" y="212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2138" y="10800"/>
                </a:lnTo>
                <a:lnTo>
                  <a:pt x="4284" y="10800"/>
                </a:lnTo>
                <a:lnTo>
                  <a:pt x="6437" y="10800"/>
                </a:lnTo>
                <a:lnTo>
                  <a:pt x="8608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6766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7" name="contour_18385"/>
          <p:cNvSpPr/>
          <p:nvPr/>
        </p:nvSpPr>
        <p:spPr>
          <a:xfrm>
            <a:off x="1118149" y="1858438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93A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8" name="contour_18386"/>
          <p:cNvSpPr/>
          <p:nvPr/>
        </p:nvSpPr>
        <p:spPr>
          <a:xfrm>
            <a:off x="10956938" y="184386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041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89" name="contour_18387"/>
          <p:cNvSpPr/>
          <p:nvPr/>
        </p:nvSpPr>
        <p:spPr>
          <a:xfrm>
            <a:off x="10512370" y="1843862"/>
            <a:ext cx="43728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50"/>
                </a:lnTo>
                <a:lnTo>
                  <a:pt x="2084" y="678"/>
                </a:lnTo>
                <a:lnTo>
                  <a:pt x="3175" y="1028"/>
                </a:lnTo>
                <a:lnTo>
                  <a:pt x="4536" y="1468"/>
                </a:lnTo>
                <a:lnTo>
                  <a:pt x="6343" y="2055"/>
                </a:lnTo>
                <a:lnTo>
                  <a:pt x="8777" y="2838"/>
                </a:lnTo>
                <a:lnTo>
                  <a:pt x="12010" y="3887"/>
                </a:lnTo>
                <a:lnTo>
                  <a:pt x="16225" y="5250"/>
                </a:lnTo>
                <a:lnTo>
                  <a:pt x="21600" y="6990"/>
                </a:lnTo>
                <a:lnTo>
                  <a:pt x="20707" y="10450"/>
                </a:lnTo>
                <a:lnTo>
                  <a:pt x="19814" y="13932"/>
                </a:lnTo>
                <a:lnTo>
                  <a:pt x="18911" y="17427"/>
                </a:lnTo>
                <a:lnTo>
                  <a:pt x="18000" y="20971"/>
                </a:lnTo>
                <a:lnTo>
                  <a:pt x="15214" y="21390"/>
                </a:lnTo>
                <a:lnTo>
                  <a:pt x="13259" y="21600"/>
                </a:lnTo>
                <a:lnTo>
                  <a:pt x="11617" y="21600"/>
                </a:lnTo>
                <a:lnTo>
                  <a:pt x="9770" y="21390"/>
                </a:lnTo>
                <a:lnTo>
                  <a:pt x="7200" y="20971"/>
                </a:lnTo>
                <a:lnTo>
                  <a:pt x="7200" y="16350"/>
                </a:lnTo>
                <a:lnTo>
                  <a:pt x="7200" y="11702"/>
                </a:lnTo>
                <a:lnTo>
                  <a:pt x="7200" y="6990"/>
                </a:lnTo>
                <a:lnTo>
                  <a:pt x="5418" y="5257"/>
                </a:lnTo>
                <a:lnTo>
                  <a:pt x="3625" y="3523"/>
                </a:lnTo>
                <a:lnTo>
                  <a:pt x="1825" y="1769"/>
                </a:lnTo>
                <a:lnTo>
                  <a:pt x="0" y="0"/>
                </a:lnTo>
                <a:close/>
              </a:path>
            </a:pathLst>
          </a:custGeom>
          <a:solidFill>
            <a:srgbClr val="E5EE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0" name="contour_18388"/>
          <p:cNvSpPr/>
          <p:nvPr/>
        </p:nvSpPr>
        <p:spPr>
          <a:xfrm>
            <a:off x="855782" y="1842550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0747" y="4620"/>
                </a:lnTo>
                <a:lnTo>
                  <a:pt x="20039" y="7271"/>
                </a:lnTo>
                <a:lnTo>
                  <a:pt x="19219" y="9627"/>
                </a:lnTo>
                <a:lnTo>
                  <a:pt x="18025" y="12433"/>
                </a:lnTo>
                <a:lnTo>
                  <a:pt x="16200" y="16433"/>
                </a:lnTo>
                <a:lnTo>
                  <a:pt x="12020" y="18179"/>
                </a:lnTo>
                <a:lnTo>
                  <a:pt x="9088" y="19321"/>
                </a:lnTo>
                <a:lnTo>
                  <a:pt x="6626" y="20107"/>
                </a:lnTo>
                <a:lnTo>
                  <a:pt x="3856" y="20784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F8F1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1" name="contour_18389"/>
          <p:cNvSpPr/>
          <p:nvPr/>
        </p:nvSpPr>
        <p:spPr>
          <a:xfrm>
            <a:off x="11175578" y="1843862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076" y="20444"/>
                </a:lnTo>
                <a:lnTo>
                  <a:pt x="15487" y="19273"/>
                </a:lnTo>
                <a:lnTo>
                  <a:pt x="12908" y="18079"/>
                </a:lnTo>
                <a:lnTo>
                  <a:pt x="10335" y="16875"/>
                </a:lnTo>
                <a:lnTo>
                  <a:pt x="8888" y="16216"/>
                </a:lnTo>
                <a:lnTo>
                  <a:pt x="4522" y="14218"/>
                </a:lnTo>
                <a:lnTo>
                  <a:pt x="3400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C4C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2" name="contour_18390"/>
          <p:cNvSpPr/>
          <p:nvPr/>
        </p:nvSpPr>
        <p:spPr>
          <a:xfrm>
            <a:off x="10986090" y="184386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C7CA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3" name="contour_18391"/>
          <p:cNvSpPr/>
          <p:nvPr/>
        </p:nvSpPr>
        <p:spPr>
          <a:xfrm>
            <a:off x="10679994" y="184386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929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4" name="contour_18392"/>
          <p:cNvSpPr/>
          <p:nvPr/>
        </p:nvSpPr>
        <p:spPr>
          <a:xfrm>
            <a:off x="1402381" y="185115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9"/>
                </a:lnTo>
                <a:lnTo>
                  <a:pt x="21600" y="7160"/>
                </a:lnTo>
                <a:lnTo>
                  <a:pt x="21600" y="10800"/>
                </a:lnTo>
                <a:lnTo>
                  <a:pt x="18775" y="12820"/>
                </a:lnTo>
                <a:lnTo>
                  <a:pt x="16705" y="14121"/>
                </a:lnTo>
                <a:lnTo>
                  <a:pt x="14386" y="15287"/>
                </a:lnTo>
                <a:lnTo>
                  <a:pt x="10800" y="16875"/>
                </a:lnTo>
                <a:lnTo>
                  <a:pt x="8791" y="17782"/>
                </a:lnTo>
                <a:lnTo>
                  <a:pt x="6774" y="18695"/>
                </a:lnTo>
                <a:lnTo>
                  <a:pt x="4726" y="19618"/>
                </a:lnTo>
                <a:lnTo>
                  <a:pt x="3551" y="20110"/>
                </a:lnTo>
                <a:lnTo>
                  <a:pt x="0" y="21600"/>
                </a:lnTo>
                <a:lnTo>
                  <a:pt x="1356" y="15201"/>
                </a:lnTo>
                <a:lnTo>
                  <a:pt x="2415" y="10773"/>
                </a:lnTo>
                <a:lnTo>
                  <a:pt x="3417" y="7760"/>
                </a:lnTo>
                <a:lnTo>
                  <a:pt x="4588" y="5611"/>
                </a:lnTo>
                <a:lnTo>
                  <a:pt x="6160" y="3769"/>
                </a:lnTo>
                <a:lnTo>
                  <a:pt x="8372" y="1685"/>
                </a:lnTo>
                <a:lnTo>
                  <a:pt x="10679" y="864"/>
                </a:lnTo>
                <a:lnTo>
                  <a:pt x="12524" y="362"/>
                </a:lnTo>
                <a:lnTo>
                  <a:pt x="14532" y="108"/>
                </a:lnTo>
                <a:lnTo>
                  <a:pt x="17349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9A9D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5" name="contour_18393"/>
          <p:cNvSpPr/>
          <p:nvPr/>
        </p:nvSpPr>
        <p:spPr>
          <a:xfrm>
            <a:off x="4944345" y="1836574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1079"/>
                </a:lnTo>
                <a:lnTo>
                  <a:pt x="15865" y="1974"/>
                </a:lnTo>
                <a:lnTo>
                  <a:pt x="17507" y="3013"/>
                </a:lnTo>
                <a:lnTo>
                  <a:pt x="19246" y="4522"/>
                </a:lnTo>
                <a:lnTo>
                  <a:pt x="21600" y="6831"/>
                </a:lnTo>
                <a:lnTo>
                  <a:pt x="20855" y="10855"/>
                </a:lnTo>
                <a:lnTo>
                  <a:pt x="20232" y="13621"/>
                </a:lnTo>
                <a:lnTo>
                  <a:pt x="19393" y="16408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3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1634" y="16668"/>
                </a:lnTo>
                <a:lnTo>
                  <a:pt x="3290" y="12986"/>
                </a:lnTo>
                <a:lnTo>
                  <a:pt x="5004" y="9468"/>
                </a:lnTo>
                <a:lnTo>
                  <a:pt x="6804" y="6114"/>
                </a:lnTo>
                <a:lnTo>
                  <a:pt x="8723" y="2958"/>
                </a:lnTo>
                <a:lnTo>
                  <a:pt x="10800" y="0"/>
                </a:lnTo>
                <a:close/>
              </a:path>
            </a:pathLst>
          </a:custGeom>
          <a:solidFill>
            <a:srgbClr val="83D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6" name="contour_18394"/>
          <p:cNvSpPr/>
          <p:nvPr/>
        </p:nvSpPr>
        <p:spPr>
          <a:xfrm>
            <a:off x="1839661" y="182199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3208"/>
                </a:lnTo>
                <a:lnTo>
                  <a:pt x="18995" y="6426"/>
                </a:lnTo>
                <a:lnTo>
                  <a:pt x="19855" y="9655"/>
                </a:lnTo>
                <a:lnTo>
                  <a:pt x="20723" y="12911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0" y="18392"/>
                </a:lnTo>
                <a:lnTo>
                  <a:pt x="0" y="15174"/>
                </a:lnTo>
                <a:lnTo>
                  <a:pt x="0" y="11945"/>
                </a:lnTo>
                <a:lnTo>
                  <a:pt x="0" y="8689"/>
                </a:lnTo>
                <a:lnTo>
                  <a:pt x="0" y="5400"/>
                </a:lnTo>
                <a:lnTo>
                  <a:pt x="2851" y="6291"/>
                </a:lnTo>
                <a:lnTo>
                  <a:pt x="5707" y="7182"/>
                </a:lnTo>
                <a:lnTo>
                  <a:pt x="8575" y="8078"/>
                </a:lnTo>
                <a:lnTo>
                  <a:pt x="11457" y="8980"/>
                </a:lnTo>
                <a:lnTo>
                  <a:pt x="14355" y="9887"/>
                </a:lnTo>
                <a:lnTo>
                  <a:pt x="17280" y="10800"/>
                </a:lnTo>
                <a:lnTo>
                  <a:pt x="17280" y="7231"/>
                </a:lnTo>
                <a:lnTo>
                  <a:pt x="17280" y="3640"/>
                </a:lnTo>
                <a:lnTo>
                  <a:pt x="17280" y="0"/>
                </a:lnTo>
                <a:close/>
              </a:path>
            </a:pathLst>
          </a:custGeom>
          <a:solidFill>
            <a:srgbClr val="4242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7" name="contour_18395"/>
          <p:cNvSpPr/>
          <p:nvPr/>
        </p:nvSpPr>
        <p:spPr>
          <a:xfrm>
            <a:off x="11131850" y="1821014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5"/>
                </a:moveTo>
                <a:lnTo>
                  <a:pt x="3856" y="235"/>
                </a:lnTo>
                <a:lnTo>
                  <a:pt x="6626" y="0"/>
                </a:lnTo>
                <a:lnTo>
                  <a:pt x="9088" y="0"/>
                </a:lnTo>
                <a:lnTo>
                  <a:pt x="12020" y="235"/>
                </a:lnTo>
                <a:lnTo>
                  <a:pt x="16200" y="705"/>
                </a:lnTo>
                <a:lnTo>
                  <a:pt x="18025" y="4592"/>
                </a:lnTo>
                <a:lnTo>
                  <a:pt x="19219" y="7350"/>
                </a:lnTo>
                <a:lnTo>
                  <a:pt x="20039" y="9732"/>
                </a:lnTo>
                <a:lnTo>
                  <a:pt x="20747" y="12490"/>
                </a:lnTo>
                <a:lnTo>
                  <a:pt x="21600" y="16376"/>
                </a:lnTo>
                <a:lnTo>
                  <a:pt x="18392" y="17411"/>
                </a:lnTo>
                <a:lnTo>
                  <a:pt x="15174" y="18450"/>
                </a:lnTo>
                <a:lnTo>
                  <a:pt x="11945" y="19490"/>
                </a:lnTo>
                <a:lnTo>
                  <a:pt x="8689" y="20540"/>
                </a:lnTo>
                <a:lnTo>
                  <a:pt x="5400" y="21600"/>
                </a:lnTo>
                <a:lnTo>
                  <a:pt x="4509" y="18152"/>
                </a:lnTo>
                <a:lnTo>
                  <a:pt x="3618" y="14699"/>
                </a:lnTo>
                <a:lnTo>
                  <a:pt x="2722" y="11231"/>
                </a:lnTo>
                <a:lnTo>
                  <a:pt x="1820" y="7747"/>
                </a:lnTo>
                <a:lnTo>
                  <a:pt x="913" y="4242"/>
                </a:lnTo>
                <a:lnTo>
                  <a:pt x="0" y="705"/>
                </a:lnTo>
                <a:close/>
              </a:path>
            </a:pathLst>
          </a:custGeom>
          <a:solidFill>
            <a:srgbClr val="D1D6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8" name="contour_18396"/>
          <p:cNvSpPr/>
          <p:nvPr/>
        </p:nvSpPr>
        <p:spPr>
          <a:xfrm>
            <a:off x="2466428" y="1822617"/>
            <a:ext cx="36440" cy="285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4706"/>
                </a:moveTo>
                <a:lnTo>
                  <a:pt x="17621" y="6643"/>
                </a:lnTo>
                <a:lnTo>
                  <a:pt x="19600" y="8590"/>
                </a:lnTo>
                <a:lnTo>
                  <a:pt x="21600" y="10566"/>
                </a:lnTo>
                <a:lnTo>
                  <a:pt x="19064" y="13059"/>
                </a:lnTo>
                <a:lnTo>
                  <a:pt x="17159" y="14880"/>
                </a:lnTo>
                <a:lnTo>
                  <a:pt x="15526" y="16342"/>
                </a:lnTo>
                <a:lnTo>
                  <a:pt x="13798" y="17743"/>
                </a:lnTo>
                <a:lnTo>
                  <a:pt x="11625" y="19393"/>
                </a:lnTo>
                <a:lnTo>
                  <a:pt x="8640" y="21600"/>
                </a:lnTo>
                <a:lnTo>
                  <a:pt x="5620" y="20734"/>
                </a:lnTo>
                <a:lnTo>
                  <a:pt x="3715" y="19873"/>
                </a:lnTo>
                <a:lnTo>
                  <a:pt x="2112" y="18494"/>
                </a:lnTo>
                <a:lnTo>
                  <a:pt x="0" y="16083"/>
                </a:lnTo>
                <a:lnTo>
                  <a:pt x="0" y="12436"/>
                </a:lnTo>
                <a:lnTo>
                  <a:pt x="0" y="8767"/>
                </a:lnTo>
                <a:lnTo>
                  <a:pt x="0" y="5048"/>
                </a:lnTo>
                <a:lnTo>
                  <a:pt x="2843" y="2041"/>
                </a:lnTo>
                <a:lnTo>
                  <a:pt x="5214" y="403"/>
                </a:lnTo>
                <a:lnTo>
                  <a:pt x="7400" y="0"/>
                </a:lnTo>
                <a:lnTo>
                  <a:pt x="9677" y="673"/>
                </a:lnTo>
                <a:lnTo>
                  <a:pt x="12338" y="2290"/>
                </a:lnTo>
                <a:lnTo>
                  <a:pt x="15660" y="4706"/>
                </a:lnTo>
                <a:close/>
              </a:path>
            </a:pathLst>
          </a:custGeom>
          <a:solidFill>
            <a:srgbClr val="F7F7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399" name="contour_18397"/>
          <p:cNvSpPr/>
          <p:nvPr/>
        </p:nvSpPr>
        <p:spPr>
          <a:xfrm>
            <a:off x="7006847" y="18292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043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0" name="contour_18398"/>
          <p:cNvSpPr/>
          <p:nvPr/>
        </p:nvSpPr>
        <p:spPr>
          <a:xfrm>
            <a:off x="10876770" y="1814710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3D7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1" name="contour_18399"/>
          <p:cNvSpPr/>
          <p:nvPr/>
        </p:nvSpPr>
        <p:spPr>
          <a:xfrm>
            <a:off x="6941255" y="181471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332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2" name="contour_18400"/>
          <p:cNvSpPr/>
          <p:nvPr/>
        </p:nvSpPr>
        <p:spPr>
          <a:xfrm>
            <a:off x="4354018" y="181471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CBA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3" name="contour_18401"/>
          <p:cNvSpPr/>
          <p:nvPr/>
        </p:nvSpPr>
        <p:spPr>
          <a:xfrm>
            <a:off x="666294" y="180013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FC0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4" name="contour_18402"/>
          <p:cNvSpPr/>
          <p:nvPr/>
        </p:nvSpPr>
        <p:spPr>
          <a:xfrm>
            <a:off x="1657461" y="180013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CBCB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5" name="contour_18403"/>
          <p:cNvSpPr/>
          <p:nvPr/>
        </p:nvSpPr>
        <p:spPr>
          <a:xfrm>
            <a:off x="8457157" y="177827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150" y="2825"/>
                </a:lnTo>
                <a:lnTo>
                  <a:pt x="17201" y="4895"/>
                </a:lnTo>
                <a:lnTo>
                  <a:pt x="17978" y="7214"/>
                </a:lnTo>
                <a:lnTo>
                  <a:pt x="18900" y="10800"/>
                </a:lnTo>
                <a:lnTo>
                  <a:pt x="19714" y="13815"/>
                </a:lnTo>
                <a:lnTo>
                  <a:pt x="20534" y="16874"/>
                </a:lnTo>
                <a:lnTo>
                  <a:pt x="21067" y="19220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450" y="18775"/>
                </a:lnTo>
                <a:lnTo>
                  <a:pt x="4399" y="16705"/>
                </a:lnTo>
                <a:lnTo>
                  <a:pt x="3622" y="14386"/>
                </a:lnTo>
                <a:lnTo>
                  <a:pt x="2700" y="10800"/>
                </a:lnTo>
                <a:lnTo>
                  <a:pt x="1886" y="7785"/>
                </a:lnTo>
                <a:lnTo>
                  <a:pt x="1066" y="4726"/>
                </a:lnTo>
                <a:lnTo>
                  <a:pt x="799" y="3547"/>
                </a:lnTo>
                <a:lnTo>
                  <a:pt x="0" y="0"/>
                </a:lnTo>
                <a:close/>
              </a:path>
            </a:pathLst>
          </a:custGeom>
          <a:solidFill>
            <a:srgbClr val="5752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6" name="contour_18404"/>
          <p:cNvSpPr/>
          <p:nvPr/>
        </p:nvSpPr>
        <p:spPr>
          <a:xfrm>
            <a:off x="957814" y="1778270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1087" y="3591"/>
                </a:lnTo>
                <a:lnTo>
                  <a:pt x="20493" y="7105"/>
                </a:lnTo>
                <a:lnTo>
                  <a:pt x="19764" y="10562"/>
                </a:lnTo>
                <a:lnTo>
                  <a:pt x="18841" y="13968"/>
                </a:lnTo>
                <a:lnTo>
                  <a:pt x="17674" y="17332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1156" y="18076"/>
                </a:lnTo>
                <a:lnTo>
                  <a:pt x="2327" y="15487"/>
                </a:lnTo>
                <a:lnTo>
                  <a:pt x="3521" y="12908"/>
                </a:lnTo>
                <a:lnTo>
                  <a:pt x="4725" y="10335"/>
                </a:lnTo>
                <a:lnTo>
                  <a:pt x="6043" y="7451"/>
                </a:lnTo>
                <a:lnTo>
                  <a:pt x="7382" y="4522"/>
                </a:lnTo>
                <a:lnTo>
                  <a:pt x="9077" y="2279"/>
                </a:lnTo>
                <a:lnTo>
                  <a:pt x="10800" y="0"/>
                </a:lnTo>
                <a:close/>
              </a:path>
            </a:pathLst>
          </a:custGeom>
          <a:solidFill>
            <a:srgbClr val="BCBD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7" name="contour_18405"/>
          <p:cNvSpPr/>
          <p:nvPr/>
        </p:nvSpPr>
        <p:spPr>
          <a:xfrm>
            <a:off x="10891346" y="17855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E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8" name="contour_18406"/>
          <p:cNvSpPr/>
          <p:nvPr/>
        </p:nvSpPr>
        <p:spPr>
          <a:xfrm>
            <a:off x="1212893" y="177098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403C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09" name="contour_18407"/>
          <p:cNvSpPr/>
          <p:nvPr/>
        </p:nvSpPr>
        <p:spPr>
          <a:xfrm>
            <a:off x="1402381" y="1779159"/>
            <a:ext cx="36440" cy="209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2" y="1426"/>
                </a:moveTo>
                <a:lnTo>
                  <a:pt x="19829" y="3993"/>
                </a:lnTo>
                <a:lnTo>
                  <a:pt x="21600" y="6590"/>
                </a:lnTo>
                <a:lnTo>
                  <a:pt x="21600" y="11551"/>
                </a:lnTo>
                <a:lnTo>
                  <a:pt x="21600" y="16541"/>
                </a:lnTo>
                <a:lnTo>
                  <a:pt x="21600" y="21600"/>
                </a:lnTo>
                <a:lnTo>
                  <a:pt x="18541" y="21600"/>
                </a:lnTo>
                <a:lnTo>
                  <a:pt x="15483" y="21600"/>
                </a:lnTo>
                <a:lnTo>
                  <a:pt x="12416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2" y="21600"/>
                </a:lnTo>
                <a:lnTo>
                  <a:pt x="0" y="21600"/>
                </a:lnTo>
                <a:lnTo>
                  <a:pt x="0" y="16647"/>
                </a:lnTo>
                <a:lnTo>
                  <a:pt x="0" y="11656"/>
                </a:lnTo>
                <a:lnTo>
                  <a:pt x="0" y="6590"/>
                </a:lnTo>
                <a:lnTo>
                  <a:pt x="3145" y="3970"/>
                </a:lnTo>
                <a:lnTo>
                  <a:pt x="6026" y="1936"/>
                </a:lnTo>
                <a:lnTo>
                  <a:pt x="8804" y="585"/>
                </a:lnTo>
                <a:lnTo>
                  <a:pt x="11634" y="0"/>
                </a:lnTo>
                <a:lnTo>
                  <a:pt x="14675" y="248"/>
                </a:lnTo>
                <a:lnTo>
                  <a:pt x="18092" y="1426"/>
                </a:lnTo>
                <a:close/>
              </a:path>
            </a:pathLst>
          </a:custGeom>
          <a:solidFill>
            <a:srgbClr val="36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0" name="contour_18408"/>
          <p:cNvSpPr/>
          <p:nvPr/>
        </p:nvSpPr>
        <p:spPr>
          <a:xfrm>
            <a:off x="1489837" y="176369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4465" y="17673"/>
                </a:lnTo>
                <a:lnTo>
                  <a:pt x="9547" y="14934"/>
                </a:lnTo>
                <a:lnTo>
                  <a:pt x="6242" y="13020"/>
                </a:lnTo>
                <a:lnTo>
                  <a:pt x="3946" y="11573"/>
                </a:lnTo>
                <a:lnTo>
                  <a:pt x="2066" y="10234"/>
                </a:lnTo>
                <a:lnTo>
                  <a:pt x="0" y="8640"/>
                </a:lnTo>
                <a:lnTo>
                  <a:pt x="0" y="5784"/>
                </a:lnTo>
                <a:lnTo>
                  <a:pt x="0" y="2912"/>
                </a:lnTo>
                <a:lnTo>
                  <a:pt x="0" y="0"/>
                </a:lnTo>
                <a:close/>
              </a:path>
            </a:pathLst>
          </a:custGeom>
          <a:solidFill>
            <a:srgbClr val="81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1" name="contour_18409"/>
          <p:cNvSpPr/>
          <p:nvPr/>
        </p:nvSpPr>
        <p:spPr>
          <a:xfrm>
            <a:off x="10643554" y="174911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8" y="1354"/>
                </a:lnTo>
                <a:lnTo>
                  <a:pt x="15379" y="2405"/>
                </a:lnTo>
                <a:lnTo>
                  <a:pt x="17021" y="3499"/>
                </a:lnTo>
                <a:lnTo>
                  <a:pt x="1892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792" y="21204"/>
                </a:lnTo>
                <a:lnTo>
                  <a:pt x="2192" y="20506"/>
                </a:lnTo>
                <a:lnTo>
                  <a:pt x="5400" y="18900"/>
                </a:lnTo>
                <a:lnTo>
                  <a:pt x="7186" y="17417"/>
                </a:lnTo>
                <a:lnTo>
                  <a:pt x="8978" y="15919"/>
                </a:lnTo>
                <a:lnTo>
                  <a:pt x="10800" y="14400"/>
                </a:lnTo>
                <a:lnTo>
                  <a:pt x="10800" y="9641"/>
                </a:lnTo>
                <a:lnTo>
                  <a:pt x="10800" y="4853"/>
                </a:lnTo>
                <a:lnTo>
                  <a:pt x="10800" y="0"/>
                </a:lnTo>
                <a:close/>
              </a:path>
            </a:pathLst>
          </a:custGeom>
          <a:solidFill>
            <a:srgbClr val="7879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2" name="contour_18410"/>
          <p:cNvSpPr/>
          <p:nvPr/>
        </p:nvSpPr>
        <p:spPr>
          <a:xfrm>
            <a:off x="10366611" y="1734542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1980"/>
                </a:lnTo>
                <a:lnTo>
                  <a:pt x="4752" y="3964"/>
                </a:lnTo>
                <a:lnTo>
                  <a:pt x="7133" y="5947"/>
                </a:lnTo>
                <a:lnTo>
                  <a:pt x="9526" y="7934"/>
                </a:lnTo>
                <a:lnTo>
                  <a:pt x="11918" y="9932"/>
                </a:lnTo>
                <a:lnTo>
                  <a:pt x="14321" y="11934"/>
                </a:lnTo>
                <a:lnTo>
                  <a:pt x="16735" y="13946"/>
                </a:lnTo>
                <a:lnTo>
                  <a:pt x="19159" y="15966"/>
                </a:lnTo>
                <a:lnTo>
                  <a:pt x="21600" y="18000"/>
                </a:lnTo>
                <a:lnTo>
                  <a:pt x="18036" y="18594"/>
                </a:lnTo>
                <a:lnTo>
                  <a:pt x="14467" y="19188"/>
                </a:lnTo>
                <a:lnTo>
                  <a:pt x="10881" y="19786"/>
                </a:lnTo>
                <a:lnTo>
                  <a:pt x="7279" y="20387"/>
                </a:lnTo>
                <a:lnTo>
                  <a:pt x="3656" y="20992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4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3" name="contour_18411"/>
          <p:cNvSpPr/>
          <p:nvPr/>
        </p:nvSpPr>
        <p:spPr>
          <a:xfrm>
            <a:off x="10964226" y="1748958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"/>
                </a:moveTo>
                <a:lnTo>
                  <a:pt x="7452" y="0"/>
                </a:lnTo>
                <a:lnTo>
                  <a:pt x="9763" y="465"/>
                </a:lnTo>
                <a:lnTo>
                  <a:pt x="13228" y="1944"/>
                </a:lnTo>
                <a:lnTo>
                  <a:pt x="14412" y="2416"/>
                </a:lnTo>
                <a:lnTo>
                  <a:pt x="17971" y="3845"/>
                </a:lnTo>
                <a:lnTo>
                  <a:pt x="19773" y="5561"/>
                </a:lnTo>
                <a:lnTo>
                  <a:pt x="21600" y="7305"/>
                </a:lnTo>
                <a:lnTo>
                  <a:pt x="21600" y="12029"/>
                </a:lnTo>
                <a:lnTo>
                  <a:pt x="21600" y="16783"/>
                </a:lnTo>
                <a:lnTo>
                  <a:pt x="21600" y="21600"/>
                </a:lnTo>
                <a:lnTo>
                  <a:pt x="18926" y="20714"/>
                </a:lnTo>
                <a:lnTo>
                  <a:pt x="16252" y="19827"/>
                </a:lnTo>
                <a:lnTo>
                  <a:pt x="13569" y="18941"/>
                </a:lnTo>
                <a:lnTo>
                  <a:pt x="10882" y="18055"/>
                </a:lnTo>
                <a:lnTo>
                  <a:pt x="8182" y="17161"/>
                </a:lnTo>
                <a:lnTo>
                  <a:pt x="5469" y="16261"/>
                </a:lnTo>
                <a:lnTo>
                  <a:pt x="2743" y="15360"/>
                </a:lnTo>
                <a:lnTo>
                  <a:pt x="0" y="14452"/>
                </a:lnTo>
                <a:lnTo>
                  <a:pt x="1071" y="10914"/>
                </a:lnTo>
                <a:lnTo>
                  <a:pt x="2143" y="7355"/>
                </a:lnTo>
                <a:lnTo>
                  <a:pt x="3227" y="3781"/>
                </a:lnTo>
                <a:lnTo>
                  <a:pt x="4320" y="157"/>
                </a:lnTo>
                <a:close/>
              </a:path>
            </a:pathLst>
          </a:custGeom>
          <a:solidFill>
            <a:srgbClr val="5A56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4" name="contour_18412"/>
          <p:cNvSpPr/>
          <p:nvPr/>
        </p:nvSpPr>
        <p:spPr>
          <a:xfrm>
            <a:off x="10789314" y="174911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577" y="875"/>
                </a:lnTo>
                <a:lnTo>
                  <a:pt x="9828" y="1566"/>
                </a:lnTo>
                <a:lnTo>
                  <a:pt x="13003" y="2138"/>
                </a:lnTo>
                <a:lnTo>
                  <a:pt x="15353" y="2651"/>
                </a:lnTo>
                <a:lnTo>
                  <a:pt x="17137" y="3170"/>
                </a:lnTo>
                <a:lnTo>
                  <a:pt x="18602" y="3758"/>
                </a:lnTo>
                <a:lnTo>
                  <a:pt x="20006" y="4482"/>
                </a:lnTo>
                <a:lnTo>
                  <a:pt x="21600" y="5400"/>
                </a:lnTo>
                <a:lnTo>
                  <a:pt x="21600" y="8608"/>
                </a:lnTo>
                <a:lnTo>
                  <a:pt x="21600" y="11826"/>
                </a:lnTo>
                <a:lnTo>
                  <a:pt x="21600" y="15055"/>
                </a:lnTo>
                <a:lnTo>
                  <a:pt x="21600" y="18311"/>
                </a:lnTo>
                <a:lnTo>
                  <a:pt x="21600" y="21600"/>
                </a:lnTo>
                <a:lnTo>
                  <a:pt x="19224" y="19224"/>
                </a:lnTo>
                <a:lnTo>
                  <a:pt x="16844" y="16848"/>
                </a:lnTo>
                <a:lnTo>
                  <a:pt x="14463" y="14467"/>
                </a:lnTo>
                <a:lnTo>
                  <a:pt x="12079" y="12074"/>
                </a:lnTo>
                <a:lnTo>
                  <a:pt x="9681" y="9682"/>
                </a:lnTo>
                <a:lnTo>
                  <a:pt x="7279" y="7279"/>
                </a:lnTo>
                <a:lnTo>
                  <a:pt x="4864" y="4865"/>
                </a:lnTo>
                <a:lnTo>
                  <a:pt x="2441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A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5" name="contour_18413"/>
          <p:cNvSpPr/>
          <p:nvPr/>
        </p:nvSpPr>
        <p:spPr>
          <a:xfrm>
            <a:off x="2327956" y="174911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611" y="5357"/>
                </a:lnTo>
                <a:lnTo>
                  <a:pt x="19500" y="9158"/>
                </a:lnTo>
                <a:lnTo>
                  <a:pt x="20157" y="12442"/>
                </a:lnTo>
                <a:lnTo>
                  <a:pt x="20788" y="16243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894" y="4090"/>
                </a:lnTo>
                <a:lnTo>
                  <a:pt x="5486" y="2038"/>
                </a:lnTo>
                <a:lnTo>
                  <a:pt x="8001" y="814"/>
                </a:lnTo>
                <a:lnTo>
                  <a:pt x="10657" y="216"/>
                </a:lnTo>
                <a:lnTo>
                  <a:pt x="13677" y="14"/>
                </a:lnTo>
                <a:lnTo>
                  <a:pt x="17280" y="0"/>
                </a:lnTo>
                <a:close/>
              </a:path>
            </a:pathLst>
          </a:custGeom>
          <a:solidFill>
            <a:srgbClr val="2322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6" name="contour_18414"/>
          <p:cNvSpPr/>
          <p:nvPr/>
        </p:nvSpPr>
        <p:spPr>
          <a:xfrm>
            <a:off x="8537325" y="1732902"/>
            <a:ext cx="29152" cy="3808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350" y="3456"/>
                </a:lnTo>
                <a:lnTo>
                  <a:pt x="18311" y="5994"/>
                </a:lnTo>
                <a:lnTo>
                  <a:pt x="19116" y="8545"/>
                </a:lnTo>
                <a:lnTo>
                  <a:pt x="19786" y="11112"/>
                </a:lnTo>
                <a:lnTo>
                  <a:pt x="20347" y="13700"/>
                </a:lnTo>
                <a:lnTo>
                  <a:pt x="20817" y="16309"/>
                </a:lnTo>
                <a:lnTo>
                  <a:pt x="21227" y="18942"/>
                </a:lnTo>
                <a:lnTo>
                  <a:pt x="21600" y="21600"/>
                </a:lnTo>
                <a:lnTo>
                  <a:pt x="20520" y="19612"/>
                </a:lnTo>
                <a:lnTo>
                  <a:pt x="19429" y="17594"/>
                </a:lnTo>
                <a:lnTo>
                  <a:pt x="17431" y="15097"/>
                </a:lnTo>
                <a:lnTo>
                  <a:pt x="15552" y="13605"/>
                </a:lnTo>
                <a:lnTo>
                  <a:pt x="12690" y="12526"/>
                </a:lnTo>
                <a:lnTo>
                  <a:pt x="7765" y="11265"/>
                </a:lnTo>
                <a:lnTo>
                  <a:pt x="5200" y="10583"/>
                </a:lnTo>
                <a:lnTo>
                  <a:pt x="2619" y="9897"/>
                </a:lnTo>
                <a:lnTo>
                  <a:pt x="0" y="9198"/>
                </a:lnTo>
                <a:lnTo>
                  <a:pt x="0" y="6466"/>
                </a:lnTo>
                <a:lnTo>
                  <a:pt x="0" y="3716"/>
                </a:lnTo>
                <a:lnTo>
                  <a:pt x="0" y="930"/>
                </a:lnTo>
                <a:close/>
              </a:path>
            </a:pathLst>
          </a:custGeom>
          <a:solidFill>
            <a:srgbClr val="BCAE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7" name="contour_18415"/>
          <p:cNvSpPr/>
          <p:nvPr/>
        </p:nvSpPr>
        <p:spPr>
          <a:xfrm>
            <a:off x="8479021" y="1734542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81" y="553"/>
                </a:lnTo>
                <a:lnTo>
                  <a:pt x="8686" y="1054"/>
                </a:lnTo>
                <a:lnTo>
                  <a:pt x="11800" y="1711"/>
                </a:lnTo>
                <a:lnTo>
                  <a:pt x="15406" y="2730"/>
                </a:lnTo>
                <a:lnTo>
                  <a:pt x="20487" y="4320"/>
                </a:lnTo>
                <a:lnTo>
                  <a:pt x="21252" y="7279"/>
                </a:lnTo>
                <a:lnTo>
                  <a:pt x="21593" y="10113"/>
                </a:lnTo>
                <a:lnTo>
                  <a:pt x="21600" y="12887"/>
                </a:lnTo>
                <a:lnTo>
                  <a:pt x="21361" y="15677"/>
                </a:lnTo>
                <a:lnTo>
                  <a:pt x="20958" y="18559"/>
                </a:lnTo>
                <a:lnTo>
                  <a:pt x="20487" y="21600"/>
                </a:lnTo>
                <a:lnTo>
                  <a:pt x="15973" y="21600"/>
                </a:lnTo>
                <a:lnTo>
                  <a:pt x="11432" y="21600"/>
                </a:lnTo>
                <a:lnTo>
                  <a:pt x="6829" y="21600"/>
                </a:lnTo>
                <a:lnTo>
                  <a:pt x="5170" y="18775"/>
                </a:lnTo>
                <a:lnTo>
                  <a:pt x="4172" y="16705"/>
                </a:lnTo>
                <a:lnTo>
                  <a:pt x="3435" y="14386"/>
                </a:lnTo>
                <a:lnTo>
                  <a:pt x="2561" y="10800"/>
                </a:lnTo>
                <a:lnTo>
                  <a:pt x="1789" y="7785"/>
                </a:lnTo>
                <a:lnTo>
                  <a:pt x="1011" y="4726"/>
                </a:lnTo>
                <a:lnTo>
                  <a:pt x="758" y="3547"/>
                </a:lnTo>
                <a:lnTo>
                  <a:pt x="0" y="0"/>
                </a:lnTo>
                <a:close/>
              </a:path>
            </a:pathLst>
          </a:custGeom>
          <a:solidFill>
            <a:srgbClr val="6A6D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8" name="contour_18416"/>
          <p:cNvSpPr/>
          <p:nvPr/>
        </p:nvSpPr>
        <p:spPr>
          <a:xfrm>
            <a:off x="6882951" y="1740846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5"/>
                </a:moveTo>
                <a:lnTo>
                  <a:pt x="3856" y="235"/>
                </a:lnTo>
                <a:lnTo>
                  <a:pt x="6626" y="0"/>
                </a:lnTo>
                <a:lnTo>
                  <a:pt x="9088" y="0"/>
                </a:lnTo>
                <a:lnTo>
                  <a:pt x="12020" y="235"/>
                </a:lnTo>
                <a:lnTo>
                  <a:pt x="16200" y="705"/>
                </a:lnTo>
                <a:lnTo>
                  <a:pt x="18025" y="4592"/>
                </a:lnTo>
                <a:lnTo>
                  <a:pt x="19219" y="7350"/>
                </a:lnTo>
                <a:lnTo>
                  <a:pt x="20039" y="9732"/>
                </a:lnTo>
                <a:lnTo>
                  <a:pt x="20747" y="12490"/>
                </a:lnTo>
                <a:lnTo>
                  <a:pt x="21600" y="16376"/>
                </a:lnTo>
                <a:lnTo>
                  <a:pt x="18036" y="17238"/>
                </a:lnTo>
                <a:lnTo>
                  <a:pt x="14467" y="18100"/>
                </a:lnTo>
                <a:lnTo>
                  <a:pt x="10881" y="18967"/>
                </a:lnTo>
                <a:lnTo>
                  <a:pt x="7279" y="19840"/>
                </a:lnTo>
                <a:lnTo>
                  <a:pt x="3656" y="20717"/>
                </a:lnTo>
                <a:lnTo>
                  <a:pt x="0" y="21600"/>
                </a:lnTo>
                <a:lnTo>
                  <a:pt x="0" y="18152"/>
                </a:lnTo>
                <a:lnTo>
                  <a:pt x="0" y="14699"/>
                </a:lnTo>
                <a:lnTo>
                  <a:pt x="0" y="11231"/>
                </a:lnTo>
                <a:lnTo>
                  <a:pt x="0" y="7747"/>
                </a:lnTo>
                <a:lnTo>
                  <a:pt x="0" y="4242"/>
                </a:lnTo>
                <a:lnTo>
                  <a:pt x="0" y="705"/>
                </a:lnTo>
                <a:close/>
              </a:path>
            </a:pathLst>
          </a:custGeom>
          <a:solidFill>
            <a:srgbClr val="B7BA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19" name="contour_18417"/>
          <p:cNvSpPr/>
          <p:nvPr/>
        </p:nvSpPr>
        <p:spPr>
          <a:xfrm>
            <a:off x="1927116" y="1734090"/>
            <a:ext cx="30136" cy="296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383" y="0"/>
                </a:moveTo>
                <a:lnTo>
                  <a:pt x="15864" y="106"/>
                </a:lnTo>
                <a:lnTo>
                  <a:pt x="18367" y="218"/>
                </a:lnTo>
                <a:lnTo>
                  <a:pt x="20895" y="330"/>
                </a:lnTo>
                <a:lnTo>
                  <a:pt x="21365" y="4126"/>
                </a:lnTo>
                <a:lnTo>
                  <a:pt x="21600" y="6854"/>
                </a:lnTo>
                <a:lnTo>
                  <a:pt x="21600" y="9279"/>
                </a:lnTo>
                <a:lnTo>
                  <a:pt x="21365" y="12167"/>
                </a:lnTo>
                <a:lnTo>
                  <a:pt x="20895" y="16282"/>
                </a:lnTo>
                <a:lnTo>
                  <a:pt x="17014" y="18080"/>
                </a:lnTo>
                <a:lnTo>
                  <a:pt x="14250" y="19255"/>
                </a:lnTo>
                <a:lnTo>
                  <a:pt x="11868" y="20063"/>
                </a:lnTo>
                <a:lnTo>
                  <a:pt x="9115" y="20760"/>
                </a:lnTo>
                <a:lnTo>
                  <a:pt x="5224" y="21600"/>
                </a:lnTo>
                <a:lnTo>
                  <a:pt x="3772" y="17803"/>
                </a:lnTo>
                <a:lnTo>
                  <a:pt x="2774" y="15075"/>
                </a:lnTo>
                <a:lnTo>
                  <a:pt x="1980" y="12651"/>
                </a:lnTo>
                <a:lnTo>
                  <a:pt x="1139" y="9763"/>
                </a:lnTo>
                <a:lnTo>
                  <a:pt x="0" y="5647"/>
                </a:lnTo>
                <a:lnTo>
                  <a:pt x="3150" y="2563"/>
                </a:lnTo>
                <a:lnTo>
                  <a:pt x="5595" y="952"/>
                </a:lnTo>
                <a:lnTo>
                  <a:pt x="8588" y="271"/>
                </a:lnTo>
                <a:lnTo>
                  <a:pt x="13383" y="0"/>
                </a:lnTo>
                <a:close/>
              </a:path>
            </a:pathLst>
          </a:custGeom>
          <a:solidFill>
            <a:srgbClr val="9696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0" name="contour_18418"/>
          <p:cNvSpPr/>
          <p:nvPr/>
        </p:nvSpPr>
        <p:spPr>
          <a:xfrm>
            <a:off x="11006642" y="1727254"/>
            <a:ext cx="37752" cy="2929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51" y="0"/>
                </a:moveTo>
                <a:lnTo>
                  <a:pt x="1918" y="602"/>
                </a:lnTo>
                <a:lnTo>
                  <a:pt x="3011" y="1166"/>
                </a:lnTo>
                <a:lnTo>
                  <a:pt x="4270" y="1817"/>
                </a:lnTo>
                <a:lnTo>
                  <a:pt x="5938" y="2676"/>
                </a:lnTo>
                <a:lnTo>
                  <a:pt x="8261" y="3870"/>
                </a:lnTo>
                <a:lnTo>
                  <a:pt x="11480" y="5530"/>
                </a:lnTo>
                <a:lnTo>
                  <a:pt x="15846" y="7782"/>
                </a:lnTo>
                <a:lnTo>
                  <a:pt x="21600" y="10749"/>
                </a:lnTo>
                <a:lnTo>
                  <a:pt x="20566" y="13409"/>
                </a:lnTo>
                <a:lnTo>
                  <a:pt x="19532" y="16086"/>
                </a:lnTo>
                <a:lnTo>
                  <a:pt x="18485" y="18773"/>
                </a:lnTo>
                <a:lnTo>
                  <a:pt x="17430" y="21498"/>
                </a:lnTo>
                <a:lnTo>
                  <a:pt x="14444" y="21600"/>
                </a:lnTo>
                <a:lnTo>
                  <a:pt x="11567" y="21267"/>
                </a:lnTo>
                <a:lnTo>
                  <a:pt x="8786" y="20530"/>
                </a:lnTo>
                <a:lnTo>
                  <a:pt x="6067" y="19407"/>
                </a:lnTo>
                <a:lnTo>
                  <a:pt x="3398" y="17929"/>
                </a:lnTo>
                <a:lnTo>
                  <a:pt x="751" y="16123"/>
                </a:lnTo>
                <a:lnTo>
                  <a:pt x="250" y="11964"/>
                </a:lnTo>
                <a:lnTo>
                  <a:pt x="0" y="9045"/>
                </a:lnTo>
                <a:lnTo>
                  <a:pt x="0" y="6594"/>
                </a:lnTo>
                <a:lnTo>
                  <a:pt x="250" y="3837"/>
                </a:lnTo>
                <a:lnTo>
                  <a:pt x="751" y="0"/>
                </a:lnTo>
                <a:close/>
              </a:path>
            </a:pathLst>
          </a:custGeom>
          <a:solidFill>
            <a:srgbClr val="E9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1" name="contour_18419"/>
          <p:cNvSpPr/>
          <p:nvPr/>
        </p:nvSpPr>
        <p:spPr>
          <a:xfrm>
            <a:off x="1905252" y="171267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808" y="6588"/>
                </a:lnTo>
                <a:lnTo>
                  <a:pt x="20012" y="7781"/>
                </a:lnTo>
                <a:lnTo>
                  <a:pt x="18914" y="9428"/>
                </a:lnTo>
                <a:lnTo>
                  <a:pt x="17212" y="11983"/>
                </a:lnTo>
                <a:lnTo>
                  <a:pt x="14609" y="15887"/>
                </a:lnTo>
                <a:lnTo>
                  <a:pt x="10800" y="21600"/>
                </a:lnTo>
                <a:lnTo>
                  <a:pt x="9274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69" y="9342"/>
                </a:lnTo>
                <a:lnTo>
                  <a:pt x="3125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2" name="contour_18420"/>
          <p:cNvSpPr/>
          <p:nvPr/>
        </p:nvSpPr>
        <p:spPr>
          <a:xfrm>
            <a:off x="10628978" y="170539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C9C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3" name="contour_18421"/>
          <p:cNvSpPr/>
          <p:nvPr/>
        </p:nvSpPr>
        <p:spPr>
          <a:xfrm>
            <a:off x="7167182" y="169081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445"/>
                </a:lnTo>
                <a:lnTo>
                  <a:pt x="13856" y="4890"/>
                </a:lnTo>
                <a:lnTo>
                  <a:pt x="15390" y="7344"/>
                </a:lnTo>
                <a:lnTo>
                  <a:pt x="16929" y="9806"/>
                </a:lnTo>
                <a:lnTo>
                  <a:pt x="18479" y="12282"/>
                </a:lnTo>
                <a:lnTo>
                  <a:pt x="20034" y="14770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331" y="19034"/>
                </a:lnTo>
                <a:lnTo>
                  <a:pt x="3256" y="16459"/>
                </a:lnTo>
                <a:lnTo>
                  <a:pt x="2182" y="13876"/>
                </a:lnTo>
                <a:lnTo>
                  <a:pt x="1096" y="1127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8E8C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4" name="contour_18422"/>
          <p:cNvSpPr/>
          <p:nvPr/>
        </p:nvSpPr>
        <p:spPr>
          <a:xfrm>
            <a:off x="7509718" y="1682542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023"/>
                </a:lnTo>
                <a:lnTo>
                  <a:pt x="21600" y="9129"/>
                </a:lnTo>
                <a:lnTo>
                  <a:pt x="21600" y="13249"/>
                </a:lnTo>
                <a:lnTo>
                  <a:pt x="21600" y="1740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9AA0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5" name="contour_18423"/>
          <p:cNvSpPr/>
          <p:nvPr/>
        </p:nvSpPr>
        <p:spPr>
          <a:xfrm>
            <a:off x="2429988" y="168352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2" y="6404"/>
                </a:lnTo>
                <a:lnTo>
                  <a:pt x="16200" y="7425"/>
                </a:lnTo>
                <a:lnTo>
                  <a:pt x="13522" y="9099"/>
                </a:lnTo>
                <a:lnTo>
                  <a:pt x="10800" y="10800"/>
                </a:lnTo>
                <a:lnTo>
                  <a:pt x="10800" y="14369"/>
                </a:lnTo>
                <a:lnTo>
                  <a:pt x="10800" y="17960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B4A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6" name="contour_18424"/>
          <p:cNvSpPr/>
          <p:nvPr/>
        </p:nvSpPr>
        <p:spPr>
          <a:xfrm>
            <a:off x="454942" y="1661662"/>
            <a:ext cx="36440" cy="2262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08"/>
                </a:lnTo>
                <a:lnTo>
                  <a:pt x="6860" y="1023"/>
                </a:lnTo>
                <a:lnTo>
                  <a:pt x="8618" y="1732"/>
                </a:lnTo>
                <a:lnTo>
                  <a:pt x="11340" y="2824"/>
                </a:lnTo>
                <a:lnTo>
                  <a:pt x="15509" y="4501"/>
                </a:lnTo>
                <a:lnTo>
                  <a:pt x="21600" y="6957"/>
                </a:lnTo>
                <a:lnTo>
                  <a:pt x="20926" y="11089"/>
                </a:lnTo>
                <a:lnTo>
                  <a:pt x="20252" y="13913"/>
                </a:lnTo>
                <a:lnTo>
                  <a:pt x="19172" y="16737"/>
                </a:lnTo>
                <a:lnTo>
                  <a:pt x="17280" y="20870"/>
                </a:lnTo>
                <a:lnTo>
                  <a:pt x="14360" y="21377"/>
                </a:lnTo>
                <a:lnTo>
                  <a:pt x="11504" y="21600"/>
                </a:lnTo>
                <a:lnTo>
                  <a:pt x="8675" y="21600"/>
                </a:lnTo>
                <a:lnTo>
                  <a:pt x="5841" y="21440"/>
                </a:lnTo>
                <a:lnTo>
                  <a:pt x="2964" y="21183"/>
                </a:lnTo>
                <a:lnTo>
                  <a:pt x="0" y="20870"/>
                </a:lnTo>
                <a:lnTo>
                  <a:pt x="855" y="16737"/>
                </a:lnTo>
                <a:lnTo>
                  <a:pt x="1715" y="12591"/>
                </a:lnTo>
                <a:lnTo>
                  <a:pt x="2575" y="8431"/>
                </a:lnTo>
                <a:lnTo>
                  <a:pt x="3443" y="4237"/>
                </a:lnTo>
                <a:lnTo>
                  <a:pt x="4320" y="0"/>
                </a:lnTo>
                <a:close/>
              </a:path>
            </a:pathLst>
          </a:custGeom>
          <a:solidFill>
            <a:srgbClr val="F1F4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7" name="contour_18425"/>
          <p:cNvSpPr/>
          <p:nvPr/>
        </p:nvSpPr>
        <p:spPr>
          <a:xfrm>
            <a:off x="382062" y="1654374"/>
            <a:ext cx="43728" cy="2986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027" y="3231"/>
                </a:lnTo>
                <a:lnTo>
                  <a:pt x="17215" y="5640"/>
                </a:lnTo>
                <a:lnTo>
                  <a:pt x="18169" y="7659"/>
                </a:lnTo>
                <a:lnTo>
                  <a:pt x="19084" y="9741"/>
                </a:lnTo>
                <a:lnTo>
                  <a:pt x="20160" y="12307"/>
                </a:lnTo>
                <a:lnTo>
                  <a:pt x="21600" y="15813"/>
                </a:lnTo>
                <a:lnTo>
                  <a:pt x="19451" y="18870"/>
                </a:lnTo>
                <a:lnTo>
                  <a:pt x="17914" y="20488"/>
                </a:lnTo>
                <a:lnTo>
                  <a:pt x="16247" y="21220"/>
                </a:lnTo>
                <a:lnTo>
                  <a:pt x="13712" y="21600"/>
                </a:lnTo>
                <a:lnTo>
                  <a:pt x="11261" y="21505"/>
                </a:lnTo>
                <a:lnTo>
                  <a:pt x="8777" y="21410"/>
                </a:lnTo>
                <a:lnTo>
                  <a:pt x="7542" y="21379"/>
                </a:lnTo>
                <a:lnTo>
                  <a:pt x="3812" y="21268"/>
                </a:lnTo>
                <a:lnTo>
                  <a:pt x="1919" y="21178"/>
                </a:lnTo>
                <a:lnTo>
                  <a:pt x="0" y="21083"/>
                </a:lnTo>
                <a:lnTo>
                  <a:pt x="1710" y="20541"/>
                </a:lnTo>
                <a:lnTo>
                  <a:pt x="3431" y="19992"/>
                </a:lnTo>
                <a:lnTo>
                  <a:pt x="5177" y="19439"/>
                </a:lnTo>
                <a:lnTo>
                  <a:pt x="7942" y="17605"/>
                </a:lnTo>
                <a:lnTo>
                  <a:pt x="9745" y="16071"/>
                </a:lnTo>
                <a:lnTo>
                  <a:pt x="10976" y="14268"/>
                </a:lnTo>
                <a:lnTo>
                  <a:pt x="12024" y="11628"/>
                </a:lnTo>
                <a:lnTo>
                  <a:pt x="13277" y="7580"/>
                </a:lnTo>
                <a:lnTo>
                  <a:pt x="13648" y="5076"/>
                </a:lnTo>
                <a:lnTo>
                  <a:pt x="14022" y="2556"/>
                </a:lnTo>
                <a:lnTo>
                  <a:pt x="14400" y="0"/>
                </a:lnTo>
                <a:close/>
              </a:path>
            </a:pathLst>
          </a:custGeom>
          <a:solidFill>
            <a:srgbClr val="685F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8" name="contour_18426"/>
          <p:cNvSpPr/>
          <p:nvPr/>
        </p:nvSpPr>
        <p:spPr>
          <a:xfrm>
            <a:off x="4995361" y="1653463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1600" y="4970"/>
                </a:lnTo>
                <a:lnTo>
                  <a:pt x="21600" y="9089"/>
                </a:lnTo>
                <a:lnTo>
                  <a:pt x="21600" y="13223"/>
                </a:lnTo>
                <a:lnTo>
                  <a:pt x="21600" y="17391"/>
                </a:lnTo>
                <a:lnTo>
                  <a:pt x="21600" y="21600"/>
                </a:lnTo>
                <a:lnTo>
                  <a:pt x="18926" y="20743"/>
                </a:lnTo>
                <a:lnTo>
                  <a:pt x="16252" y="19886"/>
                </a:lnTo>
                <a:lnTo>
                  <a:pt x="13569" y="19029"/>
                </a:lnTo>
                <a:lnTo>
                  <a:pt x="10882" y="18172"/>
                </a:lnTo>
                <a:lnTo>
                  <a:pt x="8182" y="17308"/>
                </a:lnTo>
                <a:lnTo>
                  <a:pt x="5469" y="16437"/>
                </a:lnTo>
                <a:lnTo>
                  <a:pt x="2743" y="1556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DC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29" name="contour_18427"/>
          <p:cNvSpPr/>
          <p:nvPr/>
        </p:nvSpPr>
        <p:spPr>
          <a:xfrm>
            <a:off x="2364396" y="166166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1188"/>
                </a:lnTo>
                <a:lnTo>
                  <a:pt x="11956" y="2376"/>
                </a:lnTo>
                <a:lnTo>
                  <a:pt x="14346" y="3571"/>
                </a:lnTo>
                <a:lnTo>
                  <a:pt x="16747" y="4774"/>
                </a:lnTo>
                <a:lnTo>
                  <a:pt x="19163" y="5983"/>
                </a:lnTo>
                <a:lnTo>
                  <a:pt x="21600" y="7200"/>
                </a:lnTo>
                <a:lnTo>
                  <a:pt x="19969" y="11729"/>
                </a:lnTo>
                <a:lnTo>
                  <a:pt x="18677" y="14738"/>
                </a:lnTo>
                <a:lnTo>
                  <a:pt x="17042" y="17575"/>
                </a:lnTo>
                <a:lnTo>
                  <a:pt x="14400" y="21600"/>
                </a:lnTo>
                <a:lnTo>
                  <a:pt x="11876" y="20981"/>
                </a:lnTo>
                <a:lnTo>
                  <a:pt x="9468" y="20066"/>
                </a:lnTo>
                <a:lnTo>
                  <a:pt x="7128" y="18907"/>
                </a:lnTo>
                <a:lnTo>
                  <a:pt x="4806" y="17546"/>
                </a:lnTo>
                <a:lnTo>
                  <a:pt x="2444" y="16027"/>
                </a:lnTo>
                <a:lnTo>
                  <a:pt x="0" y="14400"/>
                </a:lnTo>
                <a:lnTo>
                  <a:pt x="2380" y="14400"/>
                </a:lnTo>
                <a:lnTo>
                  <a:pt x="4774" y="14400"/>
                </a:lnTo>
                <a:lnTo>
                  <a:pt x="7200" y="14400"/>
                </a:lnTo>
                <a:lnTo>
                  <a:pt x="7200" y="9641"/>
                </a:lnTo>
                <a:lnTo>
                  <a:pt x="7200" y="4853"/>
                </a:lnTo>
                <a:lnTo>
                  <a:pt x="7200" y="0"/>
                </a:lnTo>
                <a:close/>
              </a:path>
            </a:pathLst>
          </a:custGeom>
          <a:solidFill>
            <a:srgbClr val="EFEA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0" name="contour_18428"/>
          <p:cNvSpPr/>
          <p:nvPr/>
        </p:nvSpPr>
        <p:spPr>
          <a:xfrm>
            <a:off x="4842313" y="1617934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88" y="1159"/>
                </a:lnTo>
                <a:lnTo>
                  <a:pt x="8294" y="2066"/>
                </a:lnTo>
                <a:lnTo>
                  <a:pt x="11138" y="2923"/>
                </a:lnTo>
                <a:lnTo>
                  <a:pt x="13896" y="3935"/>
                </a:lnTo>
                <a:lnTo>
                  <a:pt x="17186" y="5292"/>
                </a:lnTo>
                <a:lnTo>
                  <a:pt x="21600" y="7200"/>
                </a:lnTo>
                <a:lnTo>
                  <a:pt x="21240" y="9792"/>
                </a:lnTo>
                <a:lnTo>
                  <a:pt x="20470" y="12193"/>
                </a:lnTo>
                <a:lnTo>
                  <a:pt x="19332" y="14490"/>
                </a:lnTo>
                <a:lnTo>
                  <a:pt x="17899" y="16769"/>
                </a:lnTo>
                <a:lnTo>
                  <a:pt x="16236" y="19109"/>
                </a:lnTo>
                <a:lnTo>
                  <a:pt x="14400" y="21600"/>
                </a:lnTo>
                <a:lnTo>
                  <a:pt x="14400" y="19220"/>
                </a:lnTo>
                <a:lnTo>
                  <a:pt x="14400" y="16826"/>
                </a:lnTo>
                <a:lnTo>
                  <a:pt x="14400" y="14400"/>
                </a:lnTo>
                <a:lnTo>
                  <a:pt x="9641" y="14400"/>
                </a:lnTo>
                <a:lnTo>
                  <a:pt x="4853" y="14400"/>
                </a:lnTo>
                <a:lnTo>
                  <a:pt x="0" y="14400"/>
                </a:lnTo>
                <a:lnTo>
                  <a:pt x="0" y="12024"/>
                </a:lnTo>
                <a:lnTo>
                  <a:pt x="0" y="9644"/>
                </a:lnTo>
                <a:lnTo>
                  <a:pt x="0" y="7254"/>
                </a:lnTo>
                <a:lnTo>
                  <a:pt x="0" y="4853"/>
                </a:lnTo>
                <a:lnTo>
                  <a:pt x="0" y="2437"/>
                </a:lnTo>
                <a:lnTo>
                  <a:pt x="0" y="0"/>
                </a:lnTo>
                <a:close/>
              </a:path>
            </a:pathLst>
          </a:custGeom>
          <a:solidFill>
            <a:srgbClr val="F0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1" name="contour_18429"/>
          <p:cNvSpPr/>
          <p:nvPr/>
        </p:nvSpPr>
        <p:spPr>
          <a:xfrm>
            <a:off x="4383170" y="16179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5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2" name="contour_18430"/>
          <p:cNvSpPr/>
          <p:nvPr/>
        </p:nvSpPr>
        <p:spPr>
          <a:xfrm>
            <a:off x="8362413" y="161064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18926" y="12139"/>
                </a:lnTo>
                <a:lnTo>
                  <a:pt x="16252" y="13473"/>
                </a:lnTo>
                <a:lnTo>
                  <a:pt x="13569" y="14818"/>
                </a:lnTo>
                <a:lnTo>
                  <a:pt x="10882" y="16162"/>
                </a:lnTo>
                <a:lnTo>
                  <a:pt x="8182" y="17507"/>
                </a:lnTo>
                <a:lnTo>
                  <a:pt x="5469" y="18862"/>
                </a:lnTo>
                <a:lnTo>
                  <a:pt x="2743" y="20228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F0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3" name="contour_18431"/>
          <p:cNvSpPr/>
          <p:nvPr/>
        </p:nvSpPr>
        <p:spPr>
          <a:xfrm>
            <a:off x="447654" y="161064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695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F77D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4" name="contour_18432"/>
          <p:cNvSpPr/>
          <p:nvPr/>
        </p:nvSpPr>
        <p:spPr>
          <a:xfrm>
            <a:off x="5622128" y="156691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750" y="16420"/>
                </a:lnTo>
                <a:lnTo>
                  <a:pt x="4896" y="12455"/>
                </a:lnTo>
                <a:lnTo>
                  <a:pt x="6595" y="9452"/>
                </a:lnTo>
                <a:lnTo>
                  <a:pt x="8028" y="7158"/>
                </a:lnTo>
                <a:lnTo>
                  <a:pt x="9353" y="5318"/>
                </a:lnTo>
                <a:lnTo>
                  <a:pt x="10742" y="3681"/>
                </a:lnTo>
                <a:lnTo>
                  <a:pt x="12370" y="1992"/>
                </a:lnTo>
                <a:lnTo>
                  <a:pt x="14400" y="0"/>
                </a:lnTo>
                <a:close/>
              </a:path>
            </a:pathLst>
          </a:custGeom>
          <a:solidFill>
            <a:srgbClr val="B9BE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5" name="contour_18433"/>
          <p:cNvSpPr/>
          <p:nvPr/>
        </p:nvSpPr>
        <p:spPr>
          <a:xfrm>
            <a:off x="1701189" y="156691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974" y="2704"/>
                </a:lnTo>
                <a:lnTo>
                  <a:pt x="20304" y="5404"/>
                </a:lnTo>
                <a:lnTo>
                  <a:pt x="19613" y="8104"/>
                </a:lnTo>
                <a:lnTo>
                  <a:pt x="18900" y="10800"/>
                </a:lnTo>
                <a:lnTo>
                  <a:pt x="18144" y="13815"/>
                </a:lnTo>
                <a:lnTo>
                  <a:pt x="17381" y="16874"/>
                </a:lnTo>
                <a:lnTo>
                  <a:pt x="15898" y="19220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A4A2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6" name="contour_18434"/>
          <p:cNvSpPr/>
          <p:nvPr/>
        </p:nvSpPr>
        <p:spPr>
          <a:xfrm>
            <a:off x="1132725" y="157420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9172" y="3019"/>
                </a:lnTo>
                <a:lnTo>
                  <a:pt x="20252" y="5146"/>
                </a:lnTo>
                <a:lnTo>
                  <a:pt x="20926" y="7403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2960" y="14369"/>
                </a:lnTo>
                <a:lnTo>
                  <a:pt x="12960" y="17960"/>
                </a:lnTo>
                <a:lnTo>
                  <a:pt x="12960" y="21600"/>
                </a:lnTo>
                <a:lnTo>
                  <a:pt x="9746" y="20585"/>
                </a:lnTo>
                <a:lnTo>
                  <a:pt x="7465" y="19796"/>
                </a:lnTo>
                <a:lnTo>
                  <a:pt x="5495" y="18976"/>
                </a:lnTo>
                <a:lnTo>
                  <a:pt x="3214" y="1786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717" y="3661"/>
                </a:lnTo>
                <a:lnTo>
                  <a:pt x="5495" y="2311"/>
                </a:lnTo>
                <a:lnTo>
                  <a:pt x="8338" y="1301"/>
                </a:lnTo>
                <a:lnTo>
                  <a:pt x="11245" y="605"/>
                </a:lnTo>
                <a:lnTo>
                  <a:pt x="14226" y="184"/>
                </a:lnTo>
                <a:lnTo>
                  <a:pt x="17280" y="0"/>
                </a:lnTo>
                <a:close/>
              </a:path>
            </a:pathLst>
          </a:custGeom>
          <a:solidFill>
            <a:srgbClr val="6B6C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7" name="contour_18435"/>
          <p:cNvSpPr/>
          <p:nvPr/>
        </p:nvSpPr>
        <p:spPr>
          <a:xfrm>
            <a:off x="3718927" y="1552342"/>
            <a:ext cx="15611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32" y="0"/>
                </a:moveTo>
                <a:lnTo>
                  <a:pt x="8097" y="0"/>
                </a:lnTo>
                <a:lnTo>
                  <a:pt x="14803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608" y="20529"/>
                </a:lnTo>
                <a:lnTo>
                  <a:pt x="11587" y="19457"/>
                </a:lnTo>
                <a:lnTo>
                  <a:pt x="6545" y="18373"/>
                </a:lnTo>
                <a:lnTo>
                  <a:pt x="1432" y="17280"/>
                </a:lnTo>
                <a:lnTo>
                  <a:pt x="403" y="14368"/>
                </a:lnTo>
                <a:lnTo>
                  <a:pt x="0" y="11521"/>
                </a:lnTo>
                <a:lnTo>
                  <a:pt x="50" y="8700"/>
                </a:lnTo>
                <a:lnTo>
                  <a:pt x="403" y="5867"/>
                </a:lnTo>
                <a:lnTo>
                  <a:pt x="918" y="2981"/>
                </a:lnTo>
                <a:lnTo>
                  <a:pt x="1432" y="0"/>
                </a:lnTo>
                <a:close/>
              </a:path>
            </a:pathLst>
          </a:custGeom>
          <a:solidFill>
            <a:srgbClr val="9E4D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8" name="contour_18436"/>
          <p:cNvSpPr/>
          <p:nvPr/>
        </p:nvSpPr>
        <p:spPr>
          <a:xfrm>
            <a:off x="10278499" y="1537766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38" y="0"/>
                </a:moveTo>
                <a:lnTo>
                  <a:pt x="12780" y="2673"/>
                </a:lnTo>
                <a:lnTo>
                  <a:pt x="14529" y="5351"/>
                </a:lnTo>
                <a:lnTo>
                  <a:pt x="16282" y="8041"/>
                </a:lnTo>
                <a:lnTo>
                  <a:pt x="18040" y="10741"/>
                </a:lnTo>
                <a:lnTo>
                  <a:pt x="19815" y="13457"/>
                </a:lnTo>
                <a:lnTo>
                  <a:pt x="21600" y="16200"/>
                </a:lnTo>
                <a:lnTo>
                  <a:pt x="18114" y="17091"/>
                </a:lnTo>
                <a:lnTo>
                  <a:pt x="14624" y="17982"/>
                </a:lnTo>
                <a:lnTo>
                  <a:pt x="11117" y="18878"/>
                </a:lnTo>
                <a:lnTo>
                  <a:pt x="7594" y="19780"/>
                </a:lnTo>
                <a:lnTo>
                  <a:pt x="4051" y="20687"/>
                </a:lnTo>
                <a:lnTo>
                  <a:pt x="475" y="21600"/>
                </a:lnTo>
                <a:lnTo>
                  <a:pt x="158" y="17744"/>
                </a:lnTo>
                <a:lnTo>
                  <a:pt x="0" y="14974"/>
                </a:lnTo>
                <a:lnTo>
                  <a:pt x="0" y="12512"/>
                </a:lnTo>
                <a:lnTo>
                  <a:pt x="158" y="9580"/>
                </a:lnTo>
                <a:lnTo>
                  <a:pt x="475" y="5400"/>
                </a:lnTo>
                <a:lnTo>
                  <a:pt x="3612" y="3224"/>
                </a:lnTo>
                <a:lnTo>
                  <a:pt x="5756" y="1939"/>
                </a:lnTo>
                <a:lnTo>
                  <a:pt x="7901" y="1031"/>
                </a:lnTo>
                <a:lnTo>
                  <a:pt x="11038" y="0"/>
                </a:lnTo>
                <a:close/>
              </a:path>
            </a:pathLst>
          </a:custGeom>
          <a:solidFill>
            <a:srgbClr val="E5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39" name="contour_18437"/>
          <p:cNvSpPr/>
          <p:nvPr/>
        </p:nvSpPr>
        <p:spPr>
          <a:xfrm>
            <a:off x="1548141" y="1545054"/>
            <a:ext cx="43728" cy="2260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863"/>
                </a:lnTo>
                <a:lnTo>
                  <a:pt x="8057" y="1727"/>
                </a:lnTo>
                <a:lnTo>
                  <a:pt x="10292" y="2590"/>
                </a:lnTo>
                <a:lnTo>
                  <a:pt x="12532" y="3454"/>
                </a:lnTo>
                <a:lnTo>
                  <a:pt x="14782" y="4324"/>
                </a:lnTo>
                <a:lnTo>
                  <a:pt x="17042" y="5202"/>
                </a:lnTo>
                <a:lnTo>
                  <a:pt x="19314" y="6079"/>
                </a:lnTo>
                <a:lnTo>
                  <a:pt x="21600" y="6963"/>
                </a:lnTo>
                <a:lnTo>
                  <a:pt x="19969" y="11099"/>
                </a:lnTo>
                <a:lnTo>
                  <a:pt x="18677" y="13926"/>
                </a:lnTo>
                <a:lnTo>
                  <a:pt x="17042" y="16754"/>
                </a:lnTo>
                <a:lnTo>
                  <a:pt x="14400" y="20890"/>
                </a:lnTo>
                <a:lnTo>
                  <a:pt x="11959" y="21370"/>
                </a:lnTo>
                <a:lnTo>
                  <a:pt x="9580" y="21586"/>
                </a:lnTo>
                <a:lnTo>
                  <a:pt x="7229" y="21600"/>
                </a:lnTo>
                <a:lnTo>
                  <a:pt x="4871" y="21454"/>
                </a:lnTo>
                <a:lnTo>
                  <a:pt x="2473" y="21203"/>
                </a:lnTo>
                <a:lnTo>
                  <a:pt x="0" y="20890"/>
                </a:lnTo>
                <a:lnTo>
                  <a:pt x="713" y="16754"/>
                </a:lnTo>
                <a:lnTo>
                  <a:pt x="1429" y="12603"/>
                </a:lnTo>
                <a:lnTo>
                  <a:pt x="2146" y="8439"/>
                </a:lnTo>
                <a:lnTo>
                  <a:pt x="2869" y="4241"/>
                </a:lnTo>
                <a:lnTo>
                  <a:pt x="3600" y="0"/>
                </a:lnTo>
                <a:close/>
              </a:path>
            </a:pathLst>
          </a:custGeom>
          <a:solidFill>
            <a:srgbClr val="CFD2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0" name="contour_18438"/>
          <p:cNvSpPr/>
          <p:nvPr/>
        </p:nvSpPr>
        <p:spPr>
          <a:xfrm>
            <a:off x="4142666" y="151590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4759" y="8640"/>
                </a:lnTo>
                <a:lnTo>
                  <a:pt x="9547" y="8640"/>
                </a:lnTo>
                <a:lnTo>
                  <a:pt x="14400" y="8640"/>
                </a:lnTo>
                <a:lnTo>
                  <a:pt x="14400" y="5784"/>
                </a:lnTo>
                <a:lnTo>
                  <a:pt x="14400" y="2912"/>
                </a:lnTo>
                <a:lnTo>
                  <a:pt x="14400" y="0"/>
                </a:lnTo>
                <a:close/>
              </a:path>
            </a:pathLst>
          </a:custGeom>
          <a:solidFill>
            <a:srgbClr val="9B94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1" name="contour_18439"/>
          <p:cNvSpPr/>
          <p:nvPr/>
        </p:nvSpPr>
        <p:spPr>
          <a:xfrm>
            <a:off x="1081709" y="1524028"/>
            <a:ext cx="43728" cy="2102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79" y="1505"/>
                </a:moveTo>
                <a:lnTo>
                  <a:pt x="20027" y="4050"/>
                </a:lnTo>
                <a:lnTo>
                  <a:pt x="21600" y="6626"/>
                </a:lnTo>
                <a:lnTo>
                  <a:pt x="21600" y="11575"/>
                </a:lnTo>
                <a:lnTo>
                  <a:pt x="21600" y="16554"/>
                </a:lnTo>
                <a:lnTo>
                  <a:pt x="21600" y="21600"/>
                </a:lnTo>
                <a:lnTo>
                  <a:pt x="20513" y="21226"/>
                </a:lnTo>
                <a:lnTo>
                  <a:pt x="19516" y="20881"/>
                </a:lnTo>
                <a:lnTo>
                  <a:pt x="18425" y="20499"/>
                </a:lnTo>
                <a:lnTo>
                  <a:pt x="17064" y="20028"/>
                </a:lnTo>
                <a:lnTo>
                  <a:pt x="15257" y="19406"/>
                </a:lnTo>
                <a:lnTo>
                  <a:pt x="12823" y="18560"/>
                </a:lnTo>
                <a:lnTo>
                  <a:pt x="9587" y="17437"/>
                </a:lnTo>
                <a:lnTo>
                  <a:pt x="5371" y="15977"/>
                </a:lnTo>
                <a:lnTo>
                  <a:pt x="0" y="14113"/>
                </a:lnTo>
                <a:lnTo>
                  <a:pt x="4388" y="8962"/>
                </a:lnTo>
                <a:lnTo>
                  <a:pt x="7751" y="5129"/>
                </a:lnTo>
                <a:lnTo>
                  <a:pt x="10303" y="2456"/>
                </a:lnTo>
                <a:lnTo>
                  <a:pt x="12258" y="816"/>
                </a:lnTo>
                <a:lnTo>
                  <a:pt x="13838" y="45"/>
                </a:lnTo>
                <a:lnTo>
                  <a:pt x="15257" y="0"/>
                </a:lnTo>
                <a:lnTo>
                  <a:pt x="16733" y="539"/>
                </a:lnTo>
                <a:lnTo>
                  <a:pt x="18479" y="1505"/>
                </a:lnTo>
                <a:close/>
              </a:path>
            </a:pathLst>
          </a:custGeom>
          <a:solidFill>
            <a:srgbClr val="5B5A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2" name="contour_18440"/>
          <p:cNvSpPr/>
          <p:nvPr/>
        </p:nvSpPr>
        <p:spPr>
          <a:xfrm>
            <a:off x="5141121" y="150861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A66C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3" name="contour_18441"/>
          <p:cNvSpPr/>
          <p:nvPr/>
        </p:nvSpPr>
        <p:spPr>
          <a:xfrm>
            <a:off x="7582605" y="1500874"/>
            <a:ext cx="29152" cy="3689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9" y="0"/>
                </a:moveTo>
                <a:lnTo>
                  <a:pt x="16394" y="85"/>
                </a:lnTo>
                <a:lnTo>
                  <a:pt x="18981" y="175"/>
                </a:lnTo>
                <a:lnTo>
                  <a:pt x="21600" y="265"/>
                </a:lnTo>
                <a:lnTo>
                  <a:pt x="20261" y="2906"/>
                </a:lnTo>
                <a:lnTo>
                  <a:pt x="18922" y="5547"/>
                </a:lnTo>
                <a:lnTo>
                  <a:pt x="17582" y="8197"/>
                </a:lnTo>
                <a:lnTo>
                  <a:pt x="16238" y="10855"/>
                </a:lnTo>
                <a:lnTo>
                  <a:pt x="14888" y="13518"/>
                </a:lnTo>
                <a:lnTo>
                  <a:pt x="13532" y="16198"/>
                </a:lnTo>
                <a:lnTo>
                  <a:pt x="12172" y="18890"/>
                </a:lnTo>
                <a:lnTo>
                  <a:pt x="10800" y="21600"/>
                </a:lnTo>
                <a:lnTo>
                  <a:pt x="7474" y="16804"/>
                </a:lnTo>
                <a:lnTo>
                  <a:pt x="5054" y="13292"/>
                </a:lnTo>
                <a:lnTo>
                  <a:pt x="3359" y="10766"/>
                </a:lnTo>
                <a:lnTo>
                  <a:pt x="2192" y="8922"/>
                </a:lnTo>
                <a:lnTo>
                  <a:pt x="1372" y="7472"/>
                </a:lnTo>
                <a:lnTo>
                  <a:pt x="702" y="6106"/>
                </a:lnTo>
                <a:lnTo>
                  <a:pt x="0" y="4532"/>
                </a:lnTo>
                <a:lnTo>
                  <a:pt x="3251" y="2057"/>
                </a:lnTo>
                <a:lnTo>
                  <a:pt x="5778" y="764"/>
                </a:lnTo>
                <a:lnTo>
                  <a:pt x="8872" y="218"/>
                </a:lnTo>
                <a:lnTo>
                  <a:pt x="13829" y="0"/>
                </a:lnTo>
                <a:close/>
              </a:path>
            </a:pathLst>
          </a:custGeom>
          <a:solidFill>
            <a:srgbClr val="ED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4" name="contour_18442"/>
          <p:cNvSpPr/>
          <p:nvPr/>
        </p:nvSpPr>
        <p:spPr>
          <a:xfrm>
            <a:off x="8581053" y="147217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06" y="850"/>
                </a:lnTo>
                <a:lnTo>
                  <a:pt x="10087" y="1750"/>
                </a:lnTo>
                <a:lnTo>
                  <a:pt x="12960" y="2700"/>
                </a:lnTo>
                <a:lnTo>
                  <a:pt x="15371" y="3456"/>
                </a:lnTo>
                <a:lnTo>
                  <a:pt x="17820" y="4219"/>
                </a:lnTo>
                <a:lnTo>
                  <a:pt x="1969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D3D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5" name="contour_18443"/>
          <p:cNvSpPr/>
          <p:nvPr/>
        </p:nvSpPr>
        <p:spPr>
          <a:xfrm>
            <a:off x="8362413" y="1428446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808" y="6588"/>
                </a:lnTo>
                <a:lnTo>
                  <a:pt x="20012" y="7781"/>
                </a:lnTo>
                <a:lnTo>
                  <a:pt x="18914" y="9428"/>
                </a:lnTo>
                <a:lnTo>
                  <a:pt x="17212" y="11983"/>
                </a:lnTo>
                <a:lnTo>
                  <a:pt x="14609" y="15887"/>
                </a:lnTo>
                <a:lnTo>
                  <a:pt x="10800" y="21600"/>
                </a:lnTo>
                <a:lnTo>
                  <a:pt x="10354" y="19035"/>
                </a:lnTo>
                <a:lnTo>
                  <a:pt x="9907" y="16454"/>
                </a:lnTo>
                <a:lnTo>
                  <a:pt x="9450" y="13835"/>
                </a:lnTo>
                <a:lnTo>
                  <a:pt x="8467" y="10255"/>
                </a:lnTo>
                <a:lnTo>
                  <a:pt x="7600" y="7700"/>
                </a:lnTo>
                <a:lnTo>
                  <a:pt x="6581" y="5778"/>
                </a:lnTo>
                <a:lnTo>
                  <a:pt x="5152" y="4115"/>
                </a:lnTo>
                <a:lnTo>
                  <a:pt x="3042" y="2317"/>
                </a:lnTo>
                <a:lnTo>
                  <a:pt x="0" y="0"/>
                </a:lnTo>
                <a:close/>
              </a:path>
            </a:pathLst>
          </a:custGeom>
          <a:solidFill>
            <a:srgbClr val="E8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6" name="contour_18444"/>
          <p:cNvSpPr/>
          <p:nvPr/>
        </p:nvSpPr>
        <p:spPr>
          <a:xfrm>
            <a:off x="11168290" y="1406582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82"/>
                </a:lnTo>
                <a:lnTo>
                  <a:pt x="2341" y="737"/>
                </a:lnTo>
                <a:lnTo>
                  <a:pt x="3646" y="1153"/>
                </a:lnTo>
                <a:lnTo>
                  <a:pt x="5374" y="1698"/>
                </a:lnTo>
                <a:lnTo>
                  <a:pt x="7780" y="2455"/>
                </a:lnTo>
                <a:lnTo>
                  <a:pt x="11115" y="3512"/>
                </a:lnTo>
                <a:lnTo>
                  <a:pt x="15638" y="4938"/>
                </a:lnTo>
                <a:lnTo>
                  <a:pt x="21600" y="6820"/>
                </a:lnTo>
                <a:lnTo>
                  <a:pt x="20529" y="10196"/>
                </a:lnTo>
                <a:lnTo>
                  <a:pt x="19457" y="13593"/>
                </a:lnTo>
                <a:lnTo>
                  <a:pt x="18373" y="17003"/>
                </a:lnTo>
                <a:lnTo>
                  <a:pt x="17280" y="20461"/>
                </a:lnTo>
                <a:lnTo>
                  <a:pt x="14148" y="21382"/>
                </a:lnTo>
                <a:lnTo>
                  <a:pt x="11837" y="21600"/>
                </a:lnTo>
                <a:lnTo>
                  <a:pt x="8372" y="21314"/>
                </a:lnTo>
                <a:lnTo>
                  <a:pt x="5607" y="21034"/>
                </a:lnTo>
                <a:lnTo>
                  <a:pt x="2821" y="20747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D6E8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7" name="contour_18445"/>
          <p:cNvSpPr/>
          <p:nvPr/>
        </p:nvSpPr>
        <p:spPr>
          <a:xfrm>
            <a:off x="11314050" y="139929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7683" y="6516"/>
                </a:lnTo>
                <a:lnTo>
                  <a:pt x="14807" y="11261"/>
                </a:lnTo>
                <a:lnTo>
                  <a:pt x="12715" y="14616"/>
                </a:lnTo>
                <a:lnTo>
                  <a:pt x="11164" y="16942"/>
                </a:lnTo>
                <a:lnTo>
                  <a:pt x="9893" y="18634"/>
                </a:lnTo>
                <a:lnTo>
                  <a:pt x="8658" y="20059"/>
                </a:lnTo>
                <a:lnTo>
                  <a:pt x="7200" y="21600"/>
                </a:lnTo>
                <a:lnTo>
                  <a:pt x="4792" y="20333"/>
                </a:lnTo>
                <a:lnTo>
                  <a:pt x="3240" y="19159"/>
                </a:lnTo>
                <a:lnTo>
                  <a:pt x="1868" y="1741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DD2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8" name="contour_18446"/>
          <p:cNvSpPr/>
          <p:nvPr/>
        </p:nvSpPr>
        <p:spPr>
          <a:xfrm>
            <a:off x="8231229" y="1384718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802" y="1079"/>
                </a:lnTo>
                <a:lnTo>
                  <a:pt x="15865" y="1974"/>
                </a:lnTo>
                <a:lnTo>
                  <a:pt x="17507" y="3013"/>
                </a:lnTo>
                <a:lnTo>
                  <a:pt x="19246" y="4522"/>
                </a:lnTo>
                <a:lnTo>
                  <a:pt x="21600" y="6831"/>
                </a:lnTo>
                <a:lnTo>
                  <a:pt x="20855" y="10855"/>
                </a:lnTo>
                <a:lnTo>
                  <a:pt x="20232" y="13621"/>
                </a:lnTo>
                <a:lnTo>
                  <a:pt x="19393" y="16408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0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1634" y="16668"/>
                </a:lnTo>
                <a:lnTo>
                  <a:pt x="3290" y="12986"/>
                </a:lnTo>
                <a:lnTo>
                  <a:pt x="5004" y="9468"/>
                </a:lnTo>
                <a:lnTo>
                  <a:pt x="6804" y="6114"/>
                </a:lnTo>
                <a:lnTo>
                  <a:pt x="8723" y="2958"/>
                </a:lnTo>
                <a:lnTo>
                  <a:pt x="10800" y="0"/>
                </a:lnTo>
                <a:close/>
              </a:path>
            </a:pathLst>
          </a:custGeom>
          <a:solidFill>
            <a:srgbClr val="BFCF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49" name="contour_18447"/>
          <p:cNvSpPr/>
          <p:nvPr/>
        </p:nvSpPr>
        <p:spPr>
          <a:xfrm>
            <a:off x="4521641" y="1370142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2376"/>
                </a:lnTo>
                <a:lnTo>
                  <a:pt x="21600" y="4756"/>
                </a:lnTo>
                <a:lnTo>
                  <a:pt x="21600" y="7135"/>
                </a:lnTo>
                <a:lnTo>
                  <a:pt x="21600" y="9522"/>
                </a:lnTo>
                <a:lnTo>
                  <a:pt x="21600" y="11916"/>
                </a:lnTo>
                <a:lnTo>
                  <a:pt x="21600" y="14321"/>
                </a:lnTo>
                <a:lnTo>
                  <a:pt x="21600" y="16733"/>
                </a:lnTo>
                <a:lnTo>
                  <a:pt x="21600" y="19159"/>
                </a:lnTo>
                <a:lnTo>
                  <a:pt x="21600" y="21600"/>
                </a:lnTo>
                <a:lnTo>
                  <a:pt x="16243" y="20923"/>
                </a:lnTo>
                <a:lnTo>
                  <a:pt x="12442" y="20398"/>
                </a:lnTo>
                <a:lnTo>
                  <a:pt x="9158" y="19850"/>
                </a:lnTo>
                <a:lnTo>
                  <a:pt x="5357" y="19109"/>
                </a:lnTo>
                <a:lnTo>
                  <a:pt x="0" y="18000"/>
                </a:lnTo>
                <a:lnTo>
                  <a:pt x="0" y="15620"/>
                </a:lnTo>
                <a:lnTo>
                  <a:pt x="0" y="13226"/>
                </a:lnTo>
                <a:lnTo>
                  <a:pt x="0" y="10800"/>
                </a:lnTo>
                <a:lnTo>
                  <a:pt x="4759" y="10800"/>
                </a:lnTo>
                <a:lnTo>
                  <a:pt x="9547" y="10800"/>
                </a:lnTo>
                <a:lnTo>
                  <a:pt x="14400" y="10800"/>
                </a:lnTo>
                <a:lnTo>
                  <a:pt x="14400" y="8662"/>
                </a:lnTo>
                <a:lnTo>
                  <a:pt x="14400" y="6516"/>
                </a:lnTo>
                <a:lnTo>
                  <a:pt x="14400" y="4363"/>
                </a:lnTo>
                <a:lnTo>
                  <a:pt x="14400" y="2192"/>
                </a:lnTo>
                <a:lnTo>
                  <a:pt x="14400" y="0"/>
                </a:lnTo>
                <a:close/>
              </a:path>
            </a:pathLst>
          </a:custGeom>
          <a:solidFill>
            <a:srgbClr val="CDD8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0" name="contour_18448"/>
          <p:cNvSpPr/>
          <p:nvPr/>
        </p:nvSpPr>
        <p:spPr>
          <a:xfrm>
            <a:off x="739174" y="135556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2376"/>
                </a:lnTo>
                <a:lnTo>
                  <a:pt x="4752" y="4756"/>
                </a:lnTo>
                <a:lnTo>
                  <a:pt x="7133" y="7137"/>
                </a:lnTo>
                <a:lnTo>
                  <a:pt x="9526" y="9521"/>
                </a:lnTo>
                <a:lnTo>
                  <a:pt x="11918" y="11919"/>
                </a:lnTo>
                <a:lnTo>
                  <a:pt x="14321" y="14321"/>
                </a:lnTo>
                <a:lnTo>
                  <a:pt x="16735" y="16736"/>
                </a:lnTo>
                <a:lnTo>
                  <a:pt x="19159" y="19159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4045" y="18982"/>
                </a:lnTo>
                <a:lnTo>
                  <a:pt x="2997" y="16360"/>
                </a:lnTo>
                <a:lnTo>
                  <a:pt x="2214" y="13733"/>
                </a:lnTo>
                <a:lnTo>
                  <a:pt x="1620" y="11081"/>
                </a:lnTo>
                <a:lnTo>
                  <a:pt x="1161" y="8389"/>
                </a:lnTo>
                <a:lnTo>
                  <a:pt x="778" y="5655"/>
                </a:lnTo>
                <a:lnTo>
                  <a:pt x="410" y="2864"/>
                </a:lnTo>
                <a:lnTo>
                  <a:pt x="0" y="0"/>
                </a:lnTo>
                <a:close/>
              </a:path>
            </a:pathLst>
          </a:custGeom>
          <a:solidFill>
            <a:srgbClr val="F1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1" name="contour_18449"/>
          <p:cNvSpPr/>
          <p:nvPr/>
        </p:nvSpPr>
        <p:spPr>
          <a:xfrm>
            <a:off x="9849163" y="1370142"/>
            <a:ext cx="51016" cy="210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105"/>
                </a:lnTo>
                <a:lnTo>
                  <a:pt x="6823" y="306"/>
                </a:lnTo>
                <a:lnTo>
                  <a:pt x="8260" y="732"/>
                </a:lnTo>
                <a:lnTo>
                  <a:pt x="10013" y="1516"/>
                </a:lnTo>
                <a:lnTo>
                  <a:pt x="12534" y="2800"/>
                </a:lnTo>
                <a:lnTo>
                  <a:pt x="13287" y="3166"/>
                </a:lnTo>
                <a:lnTo>
                  <a:pt x="14617" y="3815"/>
                </a:lnTo>
                <a:lnTo>
                  <a:pt x="17660" y="5309"/>
                </a:lnTo>
                <a:lnTo>
                  <a:pt x="19616" y="6376"/>
                </a:lnTo>
                <a:lnTo>
                  <a:pt x="21600" y="7466"/>
                </a:lnTo>
                <a:lnTo>
                  <a:pt x="18422" y="12170"/>
                </a:lnTo>
                <a:lnTo>
                  <a:pt x="15888" y="15799"/>
                </a:lnTo>
                <a:lnTo>
                  <a:pt x="13849" y="18457"/>
                </a:lnTo>
                <a:lnTo>
                  <a:pt x="12158" y="20249"/>
                </a:lnTo>
                <a:lnTo>
                  <a:pt x="10673" y="21264"/>
                </a:lnTo>
                <a:lnTo>
                  <a:pt x="9248" y="21600"/>
                </a:lnTo>
                <a:lnTo>
                  <a:pt x="7733" y="21376"/>
                </a:lnTo>
                <a:lnTo>
                  <a:pt x="5986" y="20674"/>
                </a:lnTo>
                <a:lnTo>
                  <a:pt x="3857" y="19599"/>
                </a:lnTo>
                <a:lnTo>
                  <a:pt x="1944" y="17284"/>
                </a:lnTo>
                <a:lnTo>
                  <a:pt x="0" y="14933"/>
                </a:lnTo>
                <a:lnTo>
                  <a:pt x="583" y="10401"/>
                </a:lnTo>
                <a:lnTo>
                  <a:pt x="1102" y="7339"/>
                </a:lnTo>
                <a:lnTo>
                  <a:pt x="1839" y="4338"/>
                </a:lnTo>
                <a:lnTo>
                  <a:pt x="3086" y="0"/>
                </a:lnTo>
                <a:close/>
              </a:path>
            </a:pathLst>
          </a:custGeom>
          <a:solidFill>
            <a:srgbClr val="B6C6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2" name="contour_18450"/>
          <p:cNvSpPr/>
          <p:nvPr/>
        </p:nvSpPr>
        <p:spPr>
          <a:xfrm>
            <a:off x="5753312" y="1289974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18669" y="11671"/>
                </a:lnTo>
                <a:lnTo>
                  <a:pt x="16487" y="14918"/>
                </a:lnTo>
                <a:lnTo>
                  <a:pt x="14839" y="17186"/>
                </a:lnTo>
                <a:lnTo>
                  <a:pt x="13506" y="18742"/>
                </a:lnTo>
                <a:lnTo>
                  <a:pt x="12278" y="19829"/>
                </a:lnTo>
                <a:lnTo>
                  <a:pt x="10933" y="20693"/>
                </a:lnTo>
                <a:lnTo>
                  <a:pt x="9257" y="21600"/>
                </a:lnTo>
                <a:lnTo>
                  <a:pt x="7298" y="18655"/>
                </a:lnTo>
                <a:lnTo>
                  <a:pt x="5638" y="15523"/>
                </a:lnTo>
                <a:lnTo>
                  <a:pt x="4175" y="12154"/>
                </a:lnTo>
                <a:lnTo>
                  <a:pt x="2814" y="8474"/>
                </a:lnTo>
                <a:lnTo>
                  <a:pt x="1456" y="4442"/>
                </a:lnTo>
                <a:lnTo>
                  <a:pt x="0" y="0"/>
                </a:lnTo>
                <a:close/>
              </a:path>
            </a:pathLst>
          </a:custGeom>
          <a:solidFill>
            <a:srgbClr val="CCD6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3" name="contour_18451"/>
          <p:cNvSpPr/>
          <p:nvPr/>
        </p:nvSpPr>
        <p:spPr>
          <a:xfrm>
            <a:off x="4077074" y="1266740"/>
            <a:ext cx="43728" cy="2323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0"/>
                </a:moveTo>
                <a:lnTo>
                  <a:pt x="19220" y="637"/>
                </a:lnTo>
                <a:lnTo>
                  <a:pt x="21600" y="1274"/>
                </a:lnTo>
                <a:lnTo>
                  <a:pt x="21600" y="5752"/>
                </a:lnTo>
                <a:lnTo>
                  <a:pt x="21600" y="10258"/>
                </a:lnTo>
                <a:lnTo>
                  <a:pt x="21600" y="14825"/>
                </a:lnTo>
                <a:lnTo>
                  <a:pt x="19220" y="15570"/>
                </a:lnTo>
                <a:lnTo>
                  <a:pt x="16844" y="16315"/>
                </a:lnTo>
                <a:lnTo>
                  <a:pt x="14461" y="17067"/>
                </a:lnTo>
                <a:lnTo>
                  <a:pt x="12074" y="17813"/>
                </a:lnTo>
                <a:lnTo>
                  <a:pt x="9680" y="18565"/>
                </a:lnTo>
                <a:lnTo>
                  <a:pt x="7279" y="19317"/>
                </a:lnTo>
                <a:lnTo>
                  <a:pt x="4864" y="20076"/>
                </a:lnTo>
                <a:lnTo>
                  <a:pt x="2437" y="20834"/>
                </a:lnTo>
                <a:lnTo>
                  <a:pt x="0" y="21600"/>
                </a:lnTo>
                <a:lnTo>
                  <a:pt x="3085" y="14994"/>
                </a:lnTo>
                <a:lnTo>
                  <a:pt x="5497" y="10007"/>
                </a:lnTo>
                <a:lnTo>
                  <a:pt x="7430" y="6389"/>
                </a:lnTo>
                <a:lnTo>
                  <a:pt x="9086" y="3896"/>
                </a:lnTo>
                <a:lnTo>
                  <a:pt x="10663" y="2256"/>
                </a:lnTo>
                <a:lnTo>
                  <a:pt x="12352" y="1233"/>
                </a:lnTo>
                <a:lnTo>
                  <a:pt x="14357" y="569"/>
                </a:lnTo>
                <a:lnTo>
                  <a:pt x="16877" y="0"/>
                </a:lnTo>
                <a:close/>
              </a:path>
            </a:pathLst>
          </a:custGeom>
          <a:solidFill>
            <a:srgbClr val="E0E7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4" name="contour_18452"/>
          <p:cNvSpPr/>
          <p:nvPr/>
        </p:nvSpPr>
        <p:spPr>
          <a:xfrm>
            <a:off x="3989618" y="1253535"/>
            <a:ext cx="304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131" y="1011"/>
                </a:lnTo>
                <a:lnTo>
                  <a:pt x="6201" y="2056"/>
                </a:lnTo>
                <a:lnTo>
                  <a:pt x="9214" y="3162"/>
                </a:lnTo>
                <a:lnTo>
                  <a:pt x="12164" y="4346"/>
                </a:lnTo>
                <a:lnTo>
                  <a:pt x="15058" y="5642"/>
                </a:lnTo>
                <a:lnTo>
                  <a:pt x="17895" y="7063"/>
                </a:lnTo>
                <a:lnTo>
                  <a:pt x="20670" y="8640"/>
                </a:lnTo>
                <a:lnTo>
                  <a:pt x="212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290" y="18645"/>
                </a:lnTo>
                <a:lnTo>
                  <a:pt x="20670" y="21600"/>
                </a:lnTo>
                <a:lnTo>
                  <a:pt x="17254" y="21600"/>
                </a:lnTo>
                <a:lnTo>
                  <a:pt x="13818" y="21600"/>
                </a:lnTo>
                <a:lnTo>
                  <a:pt x="10335" y="21600"/>
                </a:lnTo>
                <a:lnTo>
                  <a:pt x="8402" y="18775"/>
                </a:lnTo>
                <a:lnTo>
                  <a:pt x="7157" y="16705"/>
                </a:lnTo>
                <a:lnTo>
                  <a:pt x="6041" y="14386"/>
                </a:lnTo>
                <a:lnTo>
                  <a:pt x="4522" y="10800"/>
                </a:lnTo>
                <a:lnTo>
                  <a:pt x="3653" y="8791"/>
                </a:lnTo>
                <a:lnTo>
                  <a:pt x="2780" y="6774"/>
                </a:lnTo>
                <a:lnTo>
                  <a:pt x="1896" y="4726"/>
                </a:lnTo>
                <a:lnTo>
                  <a:pt x="956" y="2380"/>
                </a:lnTo>
                <a:lnTo>
                  <a:pt x="0" y="0"/>
                </a:lnTo>
                <a:close/>
              </a:path>
            </a:pathLst>
          </a:custGeom>
          <a:solidFill>
            <a:srgbClr val="B6BE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5" name="contour_18453"/>
          <p:cNvSpPr/>
          <p:nvPr/>
        </p:nvSpPr>
        <p:spPr>
          <a:xfrm>
            <a:off x="4762145" y="104947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5116" y="19930"/>
                </a:lnTo>
                <a:lnTo>
                  <a:pt x="12956" y="18245"/>
                </a:lnTo>
                <a:lnTo>
                  <a:pt x="10796" y="16553"/>
                </a:lnTo>
                <a:lnTo>
                  <a:pt x="8640" y="14846"/>
                </a:lnTo>
                <a:lnTo>
                  <a:pt x="6229" y="12960"/>
                </a:lnTo>
                <a:lnTo>
                  <a:pt x="3780" y="11052"/>
                </a:lnTo>
                <a:lnTo>
                  <a:pt x="1905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4849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6" name="contour_18454"/>
          <p:cNvSpPr/>
          <p:nvPr/>
        </p:nvSpPr>
        <p:spPr>
          <a:xfrm>
            <a:off x="5367048" y="104218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462" y="2673"/>
                </a:lnTo>
                <a:lnTo>
                  <a:pt x="17319" y="5351"/>
                </a:lnTo>
                <a:lnTo>
                  <a:pt x="15176" y="8030"/>
                </a:lnTo>
                <a:lnTo>
                  <a:pt x="13025" y="10719"/>
                </a:lnTo>
                <a:lnTo>
                  <a:pt x="10865" y="13419"/>
                </a:lnTo>
                <a:lnTo>
                  <a:pt x="8696" y="16130"/>
                </a:lnTo>
                <a:lnTo>
                  <a:pt x="6515" y="18857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5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7" name="contour_18455"/>
          <p:cNvSpPr/>
          <p:nvPr/>
        </p:nvSpPr>
        <p:spPr>
          <a:xfrm>
            <a:off x="6722615" y="890520"/>
            <a:ext cx="36440" cy="27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92"/>
                </a:moveTo>
                <a:lnTo>
                  <a:pt x="19462" y="7398"/>
                </a:lnTo>
                <a:lnTo>
                  <a:pt x="17319" y="10210"/>
                </a:lnTo>
                <a:lnTo>
                  <a:pt x="15168" y="13034"/>
                </a:lnTo>
                <a:lnTo>
                  <a:pt x="13008" y="15868"/>
                </a:lnTo>
                <a:lnTo>
                  <a:pt x="10835" y="18720"/>
                </a:lnTo>
                <a:lnTo>
                  <a:pt x="8640" y="21600"/>
                </a:lnTo>
                <a:lnTo>
                  <a:pt x="7214" y="18794"/>
                </a:lnTo>
                <a:lnTo>
                  <a:pt x="5784" y="15982"/>
                </a:lnTo>
                <a:lnTo>
                  <a:pt x="4355" y="13158"/>
                </a:lnTo>
                <a:lnTo>
                  <a:pt x="2912" y="10324"/>
                </a:lnTo>
                <a:lnTo>
                  <a:pt x="1460" y="7472"/>
                </a:lnTo>
                <a:lnTo>
                  <a:pt x="0" y="4592"/>
                </a:lnTo>
                <a:lnTo>
                  <a:pt x="3300" y="2013"/>
                </a:lnTo>
                <a:lnTo>
                  <a:pt x="6303" y="527"/>
                </a:lnTo>
                <a:lnTo>
                  <a:pt x="9150" y="0"/>
                </a:lnTo>
                <a:lnTo>
                  <a:pt x="11966" y="278"/>
                </a:lnTo>
                <a:lnTo>
                  <a:pt x="14891" y="1230"/>
                </a:lnTo>
                <a:lnTo>
                  <a:pt x="18058" y="2716"/>
                </a:lnTo>
                <a:lnTo>
                  <a:pt x="21600" y="4592"/>
                </a:lnTo>
                <a:close/>
              </a:path>
            </a:pathLst>
          </a:custGeom>
          <a:solidFill>
            <a:srgbClr val="EE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8" name="contour_18456"/>
          <p:cNvSpPr/>
          <p:nvPr/>
        </p:nvSpPr>
        <p:spPr>
          <a:xfrm>
            <a:off x="3698098" y="888224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0745" y="4970"/>
                </a:lnTo>
                <a:lnTo>
                  <a:pt x="19885" y="9089"/>
                </a:lnTo>
                <a:lnTo>
                  <a:pt x="19025" y="13223"/>
                </a:lnTo>
                <a:lnTo>
                  <a:pt x="18157" y="17391"/>
                </a:lnTo>
                <a:lnTo>
                  <a:pt x="17280" y="21600"/>
                </a:lnTo>
                <a:lnTo>
                  <a:pt x="14429" y="20460"/>
                </a:lnTo>
                <a:lnTo>
                  <a:pt x="11573" y="19319"/>
                </a:lnTo>
                <a:lnTo>
                  <a:pt x="8705" y="18172"/>
                </a:lnTo>
                <a:lnTo>
                  <a:pt x="5823" y="17017"/>
                </a:lnTo>
                <a:lnTo>
                  <a:pt x="2925" y="1585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E7E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59" name="contour_18457"/>
          <p:cNvSpPr/>
          <p:nvPr/>
        </p:nvSpPr>
        <p:spPr>
          <a:xfrm>
            <a:off x="3741826" y="880936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0745" y="4970"/>
                </a:lnTo>
                <a:lnTo>
                  <a:pt x="19885" y="9089"/>
                </a:lnTo>
                <a:lnTo>
                  <a:pt x="19025" y="13223"/>
                </a:lnTo>
                <a:lnTo>
                  <a:pt x="18157" y="17391"/>
                </a:lnTo>
                <a:lnTo>
                  <a:pt x="17280" y="21600"/>
                </a:lnTo>
                <a:lnTo>
                  <a:pt x="14429" y="20460"/>
                </a:lnTo>
                <a:lnTo>
                  <a:pt x="11573" y="19319"/>
                </a:lnTo>
                <a:lnTo>
                  <a:pt x="8705" y="18172"/>
                </a:lnTo>
                <a:lnTo>
                  <a:pt x="5823" y="17017"/>
                </a:lnTo>
                <a:lnTo>
                  <a:pt x="2925" y="1585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EC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0" name="contour_18458"/>
          <p:cNvSpPr/>
          <p:nvPr/>
        </p:nvSpPr>
        <p:spPr>
          <a:xfrm>
            <a:off x="4907905" y="70693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009"/>
                </a:lnTo>
                <a:lnTo>
                  <a:pt x="7425" y="4052"/>
                </a:lnTo>
                <a:lnTo>
                  <a:pt x="9731" y="6813"/>
                </a:lnTo>
                <a:lnTo>
                  <a:pt x="12074" y="8843"/>
                </a:lnTo>
                <a:lnTo>
                  <a:pt x="14683" y="10385"/>
                </a:lnTo>
                <a:lnTo>
                  <a:pt x="17782" y="11677"/>
                </a:lnTo>
                <a:lnTo>
                  <a:pt x="21600" y="12960"/>
                </a:lnTo>
                <a:lnTo>
                  <a:pt x="18927" y="14386"/>
                </a:lnTo>
                <a:lnTo>
                  <a:pt x="16249" y="15816"/>
                </a:lnTo>
                <a:lnTo>
                  <a:pt x="13559" y="17250"/>
                </a:lnTo>
                <a:lnTo>
                  <a:pt x="10859" y="18688"/>
                </a:lnTo>
                <a:lnTo>
                  <a:pt x="8143" y="20140"/>
                </a:lnTo>
                <a:lnTo>
                  <a:pt x="5400" y="21600"/>
                </a:lnTo>
                <a:lnTo>
                  <a:pt x="4363" y="18814"/>
                </a:lnTo>
                <a:lnTo>
                  <a:pt x="3353" y="16023"/>
                </a:lnTo>
                <a:lnTo>
                  <a:pt x="2365" y="13228"/>
                </a:lnTo>
                <a:lnTo>
                  <a:pt x="1939" y="12061"/>
                </a:lnTo>
                <a:lnTo>
                  <a:pt x="653" y="8523"/>
                </a:lnTo>
                <a:lnTo>
                  <a:pt x="329" y="6437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8383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1" name="contour_18459"/>
          <p:cNvSpPr/>
          <p:nvPr/>
        </p:nvSpPr>
        <p:spPr>
          <a:xfrm>
            <a:off x="4499777" y="677783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808" y="2376"/>
                </a:lnTo>
                <a:lnTo>
                  <a:pt x="20016" y="4756"/>
                </a:lnTo>
                <a:lnTo>
                  <a:pt x="19224" y="7135"/>
                </a:lnTo>
                <a:lnTo>
                  <a:pt x="18425" y="9522"/>
                </a:lnTo>
                <a:lnTo>
                  <a:pt x="17626" y="11916"/>
                </a:lnTo>
                <a:lnTo>
                  <a:pt x="16826" y="14321"/>
                </a:lnTo>
                <a:lnTo>
                  <a:pt x="16020" y="16733"/>
                </a:lnTo>
                <a:lnTo>
                  <a:pt x="15214" y="19159"/>
                </a:lnTo>
                <a:lnTo>
                  <a:pt x="14400" y="21600"/>
                </a:lnTo>
                <a:lnTo>
                  <a:pt x="10116" y="17572"/>
                </a:lnTo>
                <a:lnTo>
                  <a:pt x="6775" y="14364"/>
                </a:lnTo>
                <a:lnTo>
                  <a:pt x="4270" y="11801"/>
                </a:lnTo>
                <a:lnTo>
                  <a:pt x="2470" y="9702"/>
                </a:lnTo>
                <a:lnTo>
                  <a:pt x="1267" y="7895"/>
                </a:lnTo>
                <a:lnTo>
                  <a:pt x="533" y="6199"/>
                </a:lnTo>
                <a:lnTo>
                  <a:pt x="158" y="4439"/>
                </a:lnTo>
                <a:lnTo>
                  <a:pt x="22" y="2430"/>
                </a:lnTo>
                <a:lnTo>
                  <a:pt x="0" y="0"/>
                </a:lnTo>
                <a:close/>
              </a:path>
            </a:pathLst>
          </a:custGeom>
          <a:solidFill>
            <a:srgbClr val="5D5D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2" name="contour_18460"/>
          <p:cNvSpPr/>
          <p:nvPr/>
        </p:nvSpPr>
        <p:spPr>
          <a:xfrm>
            <a:off x="4463338" y="51015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3569"/>
                </a:lnTo>
                <a:lnTo>
                  <a:pt x="12960" y="7160"/>
                </a:lnTo>
                <a:lnTo>
                  <a:pt x="12960" y="10800"/>
                </a:lnTo>
                <a:lnTo>
                  <a:pt x="15816" y="10800"/>
                </a:lnTo>
                <a:lnTo>
                  <a:pt x="18688" y="10800"/>
                </a:lnTo>
                <a:lnTo>
                  <a:pt x="21600" y="10800"/>
                </a:lnTo>
                <a:lnTo>
                  <a:pt x="20926" y="14197"/>
                </a:lnTo>
                <a:lnTo>
                  <a:pt x="20252" y="16448"/>
                </a:lnTo>
                <a:lnTo>
                  <a:pt x="19172" y="18581"/>
                </a:lnTo>
                <a:lnTo>
                  <a:pt x="17280" y="21600"/>
                </a:lnTo>
                <a:lnTo>
                  <a:pt x="14304" y="21125"/>
                </a:lnTo>
                <a:lnTo>
                  <a:pt x="11388" y="20434"/>
                </a:lnTo>
                <a:lnTo>
                  <a:pt x="8519" y="19553"/>
                </a:lnTo>
                <a:lnTo>
                  <a:pt x="5676" y="18533"/>
                </a:lnTo>
                <a:lnTo>
                  <a:pt x="2843" y="17404"/>
                </a:lnTo>
                <a:lnTo>
                  <a:pt x="0" y="16200"/>
                </a:lnTo>
                <a:lnTo>
                  <a:pt x="812" y="12182"/>
                </a:lnTo>
                <a:lnTo>
                  <a:pt x="1443" y="9331"/>
                </a:lnTo>
                <a:lnTo>
                  <a:pt x="2100" y="6869"/>
                </a:lnTo>
                <a:lnTo>
                  <a:pt x="2989" y="4018"/>
                </a:lnTo>
                <a:lnTo>
                  <a:pt x="4320" y="0"/>
                </a:lnTo>
                <a:close/>
              </a:path>
            </a:pathLst>
          </a:custGeom>
          <a:solidFill>
            <a:srgbClr val="8282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3" name="contour_18461"/>
          <p:cNvSpPr/>
          <p:nvPr/>
        </p:nvSpPr>
        <p:spPr>
          <a:xfrm>
            <a:off x="1839661" y="629682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4" name="contour_18462"/>
          <p:cNvSpPr/>
          <p:nvPr/>
        </p:nvSpPr>
        <p:spPr>
          <a:xfrm>
            <a:off x="8129197" y="626038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698"/>
                </a:lnTo>
                <a:lnTo>
                  <a:pt x="9763" y="1512"/>
                </a:lnTo>
                <a:lnTo>
                  <a:pt x="13228" y="3154"/>
                </a:lnTo>
                <a:lnTo>
                  <a:pt x="15582" y="4255"/>
                </a:lnTo>
                <a:lnTo>
                  <a:pt x="17971" y="5371"/>
                </a:lnTo>
                <a:lnTo>
                  <a:pt x="19773" y="6278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42"/>
                </a:lnTo>
                <a:lnTo>
                  <a:pt x="18373" y="17950"/>
                </a:lnTo>
                <a:lnTo>
                  <a:pt x="17280" y="21600"/>
                </a:lnTo>
                <a:lnTo>
                  <a:pt x="14835" y="19562"/>
                </a:lnTo>
                <a:lnTo>
                  <a:pt x="12390" y="17525"/>
                </a:lnTo>
                <a:lnTo>
                  <a:pt x="9936" y="15480"/>
                </a:lnTo>
                <a:lnTo>
                  <a:pt x="7474" y="13428"/>
                </a:lnTo>
                <a:lnTo>
                  <a:pt x="4998" y="11362"/>
                </a:lnTo>
                <a:lnTo>
                  <a:pt x="2510" y="9288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B9C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5" name="contour_18463"/>
          <p:cNvSpPr/>
          <p:nvPr/>
        </p:nvSpPr>
        <p:spPr>
          <a:xfrm>
            <a:off x="2225924" y="6186791"/>
            <a:ext cx="36440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139"/>
                </a:lnTo>
                <a:lnTo>
                  <a:pt x="13751" y="279"/>
                </a:lnTo>
                <a:lnTo>
                  <a:pt x="16368" y="411"/>
                </a:lnTo>
                <a:lnTo>
                  <a:pt x="18982" y="551"/>
                </a:lnTo>
                <a:lnTo>
                  <a:pt x="21600" y="683"/>
                </a:lnTo>
                <a:lnTo>
                  <a:pt x="21600" y="5292"/>
                </a:lnTo>
                <a:lnTo>
                  <a:pt x="21600" y="9928"/>
                </a:lnTo>
                <a:lnTo>
                  <a:pt x="21600" y="14628"/>
                </a:lnTo>
                <a:lnTo>
                  <a:pt x="18645" y="17194"/>
                </a:lnTo>
                <a:lnTo>
                  <a:pt x="16494" y="18839"/>
                </a:lnTo>
                <a:lnTo>
                  <a:pt x="14524" y="19899"/>
                </a:lnTo>
                <a:lnTo>
                  <a:pt x="12113" y="20708"/>
                </a:lnTo>
                <a:lnTo>
                  <a:pt x="8640" y="21600"/>
                </a:lnTo>
                <a:lnTo>
                  <a:pt x="5620" y="17703"/>
                </a:lnTo>
                <a:lnTo>
                  <a:pt x="3711" y="14955"/>
                </a:lnTo>
                <a:lnTo>
                  <a:pt x="2108" y="12041"/>
                </a:lnTo>
                <a:lnTo>
                  <a:pt x="0" y="7656"/>
                </a:lnTo>
                <a:lnTo>
                  <a:pt x="2562" y="3619"/>
                </a:lnTo>
                <a:lnTo>
                  <a:pt x="4303" y="1471"/>
                </a:lnTo>
                <a:lnTo>
                  <a:pt x="6026" y="509"/>
                </a:lnTo>
                <a:lnTo>
                  <a:pt x="8523" y="0"/>
                </a:lnTo>
                <a:close/>
              </a:path>
            </a:pathLst>
          </a:custGeom>
          <a:solidFill>
            <a:srgbClr val="A4BE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6" name="contour_18464"/>
          <p:cNvSpPr/>
          <p:nvPr/>
        </p:nvSpPr>
        <p:spPr>
          <a:xfrm>
            <a:off x="4630961" y="612920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85" y="9418"/>
                </a:lnTo>
                <a:lnTo>
                  <a:pt x="19796" y="12269"/>
                </a:lnTo>
                <a:lnTo>
                  <a:pt x="18976" y="14731"/>
                </a:lnTo>
                <a:lnTo>
                  <a:pt x="17863" y="1758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E5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7" name="contour_18465"/>
          <p:cNvSpPr/>
          <p:nvPr/>
        </p:nvSpPr>
        <p:spPr>
          <a:xfrm>
            <a:off x="5162985" y="612920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9"/>
                </a:lnTo>
                <a:lnTo>
                  <a:pt x="16157" y="2678"/>
                </a:lnTo>
                <a:lnTo>
                  <a:pt x="18862" y="403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782" y="13527"/>
                </a:lnTo>
                <a:lnTo>
                  <a:pt x="3569" y="10849"/>
                </a:lnTo>
                <a:lnTo>
                  <a:pt x="5357" y="8159"/>
                </a:lnTo>
                <a:lnTo>
                  <a:pt x="7160" y="5459"/>
                </a:lnTo>
                <a:lnTo>
                  <a:pt x="8975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EA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8" name="contour_18466"/>
          <p:cNvSpPr/>
          <p:nvPr/>
        </p:nvSpPr>
        <p:spPr>
          <a:xfrm>
            <a:off x="1795933" y="613648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42"/>
                </a:lnTo>
                <a:lnTo>
                  <a:pt x="18373" y="17950"/>
                </a:lnTo>
                <a:lnTo>
                  <a:pt x="17280" y="21600"/>
                </a:lnTo>
                <a:lnTo>
                  <a:pt x="15116" y="19930"/>
                </a:lnTo>
                <a:lnTo>
                  <a:pt x="12956" y="18245"/>
                </a:lnTo>
                <a:lnTo>
                  <a:pt x="10796" y="16553"/>
                </a:lnTo>
                <a:lnTo>
                  <a:pt x="8640" y="14846"/>
                </a:lnTo>
                <a:lnTo>
                  <a:pt x="6229" y="12960"/>
                </a:lnTo>
                <a:lnTo>
                  <a:pt x="3780" y="11052"/>
                </a:lnTo>
                <a:lnTo>
                  <a:pt x="1905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DFE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69" name="contour_18467"/>
          <p:cNvSpPr/>
          <p:nvPr/>
        </p:nvSpPr>
        <p:spPr>
          <a:xfrm>
            <a:off x="8391565" y="610733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C1D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0" name="contour_18468"/>
          <p:cNvSpPr/>
          <p:nvPr/>
        </p:nvSpPr>
        <p:spPr>
          <a:xfrm>
            <a:off x="11357777" y="610004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C1D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1" name="contour_18469"/>
          <p:cNvSpPr/>
          <p:nvPr/>
        </p:nvSpPr>
        <p:spPr>
          <a:xfrm>
            <a:off x="2371684" y="6084562"/>
            <a:ext cx="29152" cy="30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4980" y="99"/>
                </a:lnTo>
                <a:lnTo>
                  <a:pt x="16994" y="267"/>
                </a:lnTo>
                <a:lnTo>
                  <a:pt x="21600" y="655"/>
                </a:lnTo>
                <a:lnTo>
                  <a:pt x="20072" y="3618"/>
                </a:lnTo>
                <a:lnTo>
                  <a:pt x="18544" y="6582"/>
                </a:lnTo>
                <a:lnTo>
                  <a:pt x="17010" y="9556"/>
                </a:lnTo>
                <a:lnTo>
                  <a:pt x="15471" y="12541"/>
                </a:lnTo>
                <a:lnTo>
                  <a:pt x="13927" y="15542"/>
                </a:lnTo>
                <a:lnTo>
                  <a:pt x="12371" y="18558"/>
                </a:lnTo>
                <a:lnTo>
                  <a:pt x="10800" y="21600"/>
                </a:lnTo>
                <a:lnTo>
                  <a:pt x="7403" y="18861"/>
                </a:lnTo>
                <a:lnTo>
                  <a:pt x="5146" y="16856"/>
                </a:lnTo>
                <a:lnTo>
                  <a:pt x="3019" y="14604"/>
                </a:lnTo>
                <a:lnTo>
                  <a:pt x="0" y="11127"/>
                </a:lnTo>
                <a:lnTo>
                  <a:pt x="1118" y="6373"/>
                </a:lnTo>
                <a:lnTo>
                  <a:pt x="2727" y="3304"/>
                </a:lnTo>
                <a:lnTo>
                  <a:pt x="5157" y="1498"/>
                </a:lnTo>
                <a:lnTo>
                  <a:pt x="8748" y="534"/>
                </a:lnTo>
                <a:lnTo>
                  <a:pt x="13835" y="0"/>
                </a:lnTo>
                <a:close/>
              </a:path>
            </a:pathLst>
          </a:custGeom>
          <a:solidFill>
            <a:srgbClr val="A1B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2" name="contour_18470"/>
          <p:cNvSpPr/>
          <p:nvPr/>
        </p:nvSpPr>
        <p:spPr>
          <a:xfrm>
            <a:off x="11466769" y="6019881"/>
            <a:ext cx="294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80" y="0"/>
                </a:moveTo>
                <a:lnTo>
                  <a:pt x="9713" y="1177"/>
                </a:lnTo>
                <a:lnTo>
                  <a:pt x="12613" y="2047"/>
                </a:lnTo>
                <a:lnTo>
                  <a:pt x="15048" y="2867"/>
                </a:lnTo>
                <a:lnTo>
                  <a:pt x="17787" y="3899"/>
                </a:lnTo>
                <a:lnTo>
                  <a:pt x="21600" y="5400"/>
                </a:lnTo>
                <a:lnTo>
                  <a:pt x="18578" y="7690"/>
                </a:lnTo>
                <a:lnTo>
                  <a:pt x="15555" y="9985"/>
                </a:lnTo>
                <a:lnTo>
                  <a:pt x="12522" y="12285"/>
                </a:lnTo>
                <a:lnTo>
                  <a:pt x="9478" y="14596"/>
                </a:lnTo>
                <a:lnTo>
                  <a:pt x="6419" y="16913"/>
                </a:lnTo>
                <a:lnTo>
                  <a:pt x="3343" y="19251"/>
                </a:lnTo>
                <a:lnTo>
                  <a:pt x="240" y="21600"/>
                </a:lnTo>
                <a:lnTo>
                  <a:pt x="80" y="17744"/>
                </a:lnTo>
                <a:lnTo>
                  <a:pt x="0" y="14974"/>
                </a:lnTo>
                <a:lnTo>
                  <a:pt x="0" y="12512"/>
                </a:lnTo>
                <a:lnTo>
                  <a:pt x="80" y="9580"/>
                </a:lnTo>
                <a:lnTo>
                  <a:pt x="240" y="5400"/>
                </a:lnTo>
                <a:lnTo>
                  <a:pt x="2889" y="2722"/>
                </a:lnTo>
                <a:lnTo>
                  <a:pt x="5580" y="0"/>
                </a:lnTo>
                <a:close/>
              </a:path>
            </a:pathLst>
          </a:custGeom>
          <a:solidFill>
            <a:srgbClr val="C8DB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3" name="contour_18471"/>
          <p:cNvSpPr/>
          <p:nvPr/>
        </p:nvSpPr>
        <p:spPr>
          <a:xfrm>
            <a:off x="10905922" y="601259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35" y="20707"/>
                </a:lnTo>
                <a:lnTo>
                  <a:pt x="16049" y="19814"/>
                </a:lnTo>
                <a:lnTo>
                  <a:pt x="13228" y="18900"/>
                </a:lnTo>
                <a:lnTo>
                  <a:pt x="10895" y="18144"/>
                </a:lnTo>
                <a:lnTo>
                  <a:pt x="8523" y="17381"/>
                </a:lnTo>
                <a:lnTo>
                  <a:pt x="6052" y="15538"/>
                </a:lnTo>
                <a:lnTo>
                  <a:pt x="4506" y="13838"/>
                </a:lnTo>
                <a:lnTo>
                  <a:pt x="3240" y="11290"/>
                </a:lnTo>
                <a:lnTo>
                  <a:pt x="1603" y="6919"/>
                </a:lnTo>
                <a:lnTo>
                  <a:pt x="1205" y="5198"/>
                </a:lnTo>
                <a:lnTo>
                  <a:pt x="0" y="0"/>
                </a:lnTo>
                <a:close/>
              </a:path>
            </a:pathLst>
          </a:custGeom>
          <a:solidFill>
            <a:srgbClr val="2D2D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4" name="contour_18472"/>
          <p:cNvSpPr/>
          <p:nvPr/>
        </p:nvSpPr>
        <p:spPr>
          <a:xfrm>
            <a:off x="10650186" y="6005305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0" y="0"/>
                </a:moveTo>
                <a:lnTo>
                  <a:pt x="15763" y="3564"/>
                </a:lnTo>
                <a:lnTo>
                  <a:pt x="16917" y="7133"/>
                </a:lnTo>
                <a:lnTo>
                  <a:pt x="18077" y="10719"/>
                </a:lnTo>
                <a:lnTo>
                  <a:pt x="19244" y="14321"/>
                </a:lnTo>
                <a:lnTo>
                  <a:pt x="20419" y="17944"/>
                </a:lnTo>
                <a:lnTo>
                  <a:pt x="21600" y="21600"/>
                </a:lnTo>
                <a:lnTo>
                  <a:pt x="17448" y="21600"/>
                </a:lnTo>
                <a:lnTo>
                  <a:pt x="13282" y="21600"/>
                </a:lnTo>
                <a:lnTo>
                  <a:pt x="9101" y="21600"/>
                </a:lnTo>
                <a:lnTo>
                  <a:pt x="4886" y="21600"/>
                </a:lnTo>
                <a:lnTo>
                  <a:pt x="629" y="21600"/>
                </a:lnTo>
                <a:lnTo>
                  <a:pt x="210" y="17744"/>
                </a:lnTo>
                <a:lnTo>
                  <a:pt x="0" y="14974"/>
                </a:lnTo>
                <a:lnTo>
                  <a:pt x="0" y="12512"/>
                </a:lnTo>
                <a:lnTo>
                  <a:pt x="210" y="9580"/>
                </a:lnTo>
                <a:lnTo>
                  <a:pt x="629" y="5400"/>
                </a:lnTo>
                <a:lnTo>
                  <a:pt x="4781" y="3224"/>
                </a:lnTo>
                <a:lnTo>
                  <a:pt x="7619" y="1939"/>
                </a:lnTo>
                <a:lnTo>
                  <a:pt x="10457" y="1031"/>
                </a:lnTo>
                <a:lnTo>
                  <a:pt x="14610" y="0"/>
                </a:lnTo>
                <a:close/>
              </a:path>
            </a:pathLst>
          </a:custGeom>
          <a:solidFill>
            <a:srgbClr val="EB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5" name="contour_18473"/>
          <p:cNvSpPr/>
          <p:nvPr/>
        </p:nvSpPr>
        <p:spPr>
          <a:xfrm>
            <a:off x="5527056" y="5998017"/>
            <a:ext cx="294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80" y="0"/>
                </a:moveTo>
                <a:lnTo>
                  <a:pt x="9713" y="1177"/>
                </a:lnTo>
                <a:lnTo>
                  <a:pt x="12613" y="2047"/>
                </a:lnTo>
                <a:lnTo>
                  <a:pt x="15048" y="2867"/>
                </a:lnTo>
                <a:lnTo>
                  <a:pt x="17787" y="3899"/>
                </a:lnTo>
                <a:lnTo>
                  <a:pt x="21600" y="5400"/>
                </a:lnTo>
                <a:lnTo>
                  <a:pt x="18578" y="7690"/>
                </a:lnTo>
                <a:lnTo>
                  <a:pt x="15555" y="9985"/>
                </a:lnTo>
                <a:lnTo>
                  <a:pt x="12522" y="12285"/>
                </a:lnTo>
                <a:lnTo>
                  <a:pt x="9478" y="14596"/>
                </a:lnTo>
                <a:lnTo>
                  <a:pt x="6419" y="16913"/>
                </a:lnTo>
                <a:lnTo>
                  <a:pt x="3343" y="19251"/>
                </a:lnTo>
                <a:lnTo>
                  <a:pt x="240" y="21600"/>
                </a:lnTo>
                <a:lnTo>
                  <a:pt x="80" y="17744"/>
                </a:lnTo>
                <a:lnTo>
                  <a:pt x="0" y="14974"/>
                </a:lnTo>
                <a:lnTo>
                  <a:pt x="0" y="12512"/>
                </a:lnTo>
                <a:lnTo>
                  <a:pt x="80" y="9580"/>
                </a:lnTo>
                <a:lnTo>
                  <a:pt x="240" y="5400"/>
                </a:lnTo>
                <a:lnTo>
                  <a:pt x="2889" y="2722"/>
                </a:lnTo>
                <a:lnTo>
                  <a:pt x="5580" y="0"/>
                </a:lnTo>
                <a:close/>
              </a:path>
            </a:pathLst>
          </a:custGeom>
          <a:solidFill>
            <a:srgbClr val="BFD5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6" name="contour_18474"/>
          <p:cNvSpPr/>
          <p:nvPr/>
        </p:nvSpPr>
        <p:spPr>
          <a:xfrm>
            <a:off x="3785394" y="5954289"/>
            <a:ext cx="2202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5" y="0"/>
                </a:moveTo>
                <a:lnTo>
                  <a:pt x="12029" y="0"/>
                </a:lnTo>
                <a:lnTo>
                  <a:pt x="16783" y="0"/>
                </a:lnTo>
                <a:lnTo>
                  <a:pt x="21600" y="0"/>
                </a:lnTo>
                <a:lnTo>
                  <a:pt x="20714" y="2674"/>
                </a:lnTo>
                <a:lnTo>
                  <a:pt x="19827" y="5348"/>
                </a:lnTo>
                <a:lnTo>
                  <a:pt x="18941" y="8031"/>
                </a:lnTo>
                <a:lnTo>
                  <a:pt x="18055" y="10718"/>
                </a:lnTo>
                <a:lnTo>
                  <a:pt x="17161" y="13418"/>
                </a:lnTo>
                <a:lnTo>
                  <a:pt x="16261" y="16131"/>
                </a:lnTo>
                <a:lnTo>
                  <a:pt x="15360" y="18857"/>
                </a:lnTo>
                <a:lnTo>
                  <a:pt x="14452" y="21600"/>
                </a:lnTo>
                <a:lnTo>
                  <a:pt x="10914" y="20529"/>
                </a:lnTo>
                <a:lnTo>
                  <a:pt x="7362" y="19457"/>
                </a:lnTo>
                <a:lnTo>
                  <a:pt x="3781" y="18373"/>
                </a:lnTo>
                <a:lnTo>
                  <a:pt x="157" y="17280"/>
                </a:lnTo>
                <a:lnTo>
                  <a:pt x="0" y="14148"/>
                </a:lnTo>
                <a:lnTo>
                  <a:pt x="465" y="11837"/>
                </a:lnTo>
                <a:lnTo>
                  <a:pt x="1944" y="8372"/>
                </a:lnTo>
                <a:lnTo>
                  <a:pt x="2888" y="6018"/>
                </a:lnTo>
                <a:lnTo>
                  <a:pt x="3845" y="3629"/>
                </a:lnTo>
                <a:lnTo>
                  <a:pt x="4703" y="2726"/>
                </a:lnTo>
                <a:lnTo>
                  <a:pt x="7305" y="0"/>
                </a:lnTo>
                <a:close/>
              </a:path>
            </a:pathLst>
          </a:custGeom>
          <a:solidFill>
            <a:srgbClr val="EC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7" name="contour_18475"/>
          <p:cNvSpPr/>
          <p:nvPr/>
        </p:nvSpPr>
        <p:spPr>
          <a:xfrm>
            <a:off x="972390" y="594700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674"/>
                </a:lnTo>
                <a:lnTo>
                  <a:pt x="14738" y="1348"/>
                </a:lnTo>
                <a:lnTo>
                  <a:pt x="17575" y="2428"/>
                </a:lnTo>
                <a:lnTo>
                  <a:pt x="21600" y="4320"/>
                </a:lnTo>
                <a:lnTo>
                  <a:pt x="20966" y="7296"/>
                </a:lnTo>
                <a:lnTo>
                  <a:pt x="20045" y="10212"/>
                </a:lnTo>
                <a:lnTo>
                  <a:pt x="18871" y="13081"/>
                </a:lnTo>
                <a:lnTo>
                  <a:pt x="17510" y="15924"/>
                </a:lnTo>
                <a:lnTo>
                  <a:pt x="16006" y="18757"/>
                </a:lnTo>
                <a:lnTo>
                  <a:pt x="14400" y="21600"/>
                </a:lnTo>
                <a:lnTo>
                  <a:pt x="9871" y="20926"/>
                </a:lnTo>
                <a:lnTo>
                  <a:pt x="6862" y="20252"/>
                </a:lnTo>
                <a:lnTo>
                  <a:pt x="4025" y="19172"/>
                </a:lnTo>
                <a:lnTo>
                  <a:pt x="0" y="17280"/>
                </a:lnTo>
                <a:lnTo>
                  <a:pt x="634" y="14304"/>
                </a:lnTo>
                <a:lnTo>
                  <a:pt x="1555" y="11388"/>
                </a:lnTo>
                <a:lnTo>
                  <a:pt x="2729" y="8519"/>
                </a:lnTo>
                <a:lnTo>
                  <a:pt x="4090" y="5676"/>
                </a:lnTo>
                <a:lnTo>
                  <a:pt x="5594" y="2843"/>
                </a:lnTo>
                <a:lnTo>
                  <a:pt x="7200" y="0"/>
                </a:lnTo>
                <a:close/>
              </a:path>
            </a:pathLst>
          </a:custGeom>
          <a:solidFill>
            <a:srgbClr val="9197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8" name="contour_18476"/>
          <p:cNvSpPr/>
          <p:nvPr/>
        </p:nvSpPr>
        <p:spPr>
          <a:xfrm>
            <a:off x="761038" y="5948043"/>
            <a:ext cx="43728" cy="208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79"/>
                </a:moveTo>
                <a:lnTo>
                  <a:pt x="19616" y="9080"/>
                </a:lnTo>
                <a:lnTo>
                  <a:pt x="17636" y="11575"/>
                </a:lnTo>
                <a:lnTo>
                  <a:pt x="15642" y="13949"/>
                </a:lnTo>
                <a:lnTo>
                  <a:pt x="13619" y="16164"/>
                </a:lnTo>
                <a:lnTo>
                  <a:pt x="11549" y="18198"/>
                </a:lnTo>
                <a:lnTo>
                  <a:pt x="9414" y="20020"/>
                </a:lnTo>
                <a:lnTo>
                  <a:pt x="7200" y="21600"/>
                </a:lnTo>
                <a:lnTo>
                  <a:pt x="4558" y="17646"/>
                </a:lnTo>
                <a:lnTo>
                  <a:pt x="2923" y="14750"/>
                </a:lnTo>
                <a:lnTo>
                  <a:pt x="1631" y="11499"/>
                </a:lnTo>
                <a:lnTo>
                  <a:pt x="0" y="6479"/>
                </a:lnTo>
                <a:lnTo>
                  <a:pt x="2416" y="3251"/>
                </a:lnTo>
                <a:lnTo>
                  <a:pt x="4763" y="1195"/>
                </a:lnTo>
                <a:lnTo>
                  <a:pt x="7067" y="166"/>
                </a:lnTo>
                <a:lnTo>
                  <a:pt x="9360" y="0"/>
                </a:lnTo>
                <a:lnTo>
                  <a:pt x="11664" y="537"/>
                </a:lnTo>
                <a:lnTo>
                  <a:pt x="14015" y="1610"/>
                </a:lnTo>
                <a:lnTo>
                  <a:pt x="16434" y="3070"/>
                </a:lnTo>
                <a:lnTo>
                  <a:pt x="18954" y="4740"/>
                </a:lnTo>
                <a:lnTo>
                  <a:pt x="21600" y="6479"/>
                </a:lnTo>
                <a:close/>
              </a:path>
            </a:pathLst>
          </a:custGeom>
          <a:solidFill>
            <a:srgbClr val="979C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79" name="contour_18477"/>
          <p:cNvSpPr/>
          <p:nvPr/>
        </p:nvSpPr>
        <p:spPr>
          <a:xfrm>
            <a:off x="7917845" y="595428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1663"/>
                </a:lnTo>
                <a:lnTo>
                  <a:pt x="5404" y="3348"/>
                </a:lnTo>
                <a:lnTo>
                  <a:pt x="8104" y="5047"/>
                </a:lnTo>
                <a:lnTo>
                  <a:pt x="10800" y="6754"/>
                </a:lnTo>
                <a:lnTo>
                  <a:pt x="12809" y="8006"/>
                </a:lnTo>
                <a:lnTo>
                  <a:pt x="14826" y="9266"/>
                </a:lnTo>
                <a:lnTo>
                  <a:pt x="16874" y="10548"/>
                </a:lnTo>
                <a:lnTo>
                  <a:pt x="19220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0" name="contour_18478"/>
          <p:cNvSpPr/>
          <p:nvPr/>
        </p:nvSpPr>
        <p:spPr>
          <a:xfrm>
            <a:off x="4157242" y="593971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22F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1" name="contour_18479"/>
          <p:cNvSpPr/>
          <p:nvPr/>
        </p:nvSpPr>
        <p:spPr>
          <a:xfrm>
            <a:off x="1599157" y="5940639"/>
            <a:ext cx="43728" cy="20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1865"/>
                </a:moveTo>
                <a:lnTo>
                  <a:pt x="18436" y="3413"/>
                </a:lnTo>
                <a:lnTo>
                  <a:pt x="20005" y="4985"/>
                </a:lnTo>
                <a:lnTo>
                  <a:pt x="21600" y="6563"/>
                </a:lnTo>
                <a:lnTo>
                  <a:pt x="19966" y="11292"/>
                </a:lnTo>
                <a:lnTo>
                  <a:pt x="18673" y="14435"/>
                </a:lnTo>
                <a:lnTo>
                  <a:pt x="17042" y="17405"/>
                </a:lnTo>
                <a:lnTo>
                  <a:pt x="14400" y="21600"/>
                </a:lnTo>
                <a:lnTo>
                  <a:pt x="11873" y="20953"/>
                </a:lnTo>
                <a:lnTo>
                  <a:pt x="9468" y="19999"/>
                </a:lnTo>
                <a:lnTo>
                  <a:pt x="7128" y="18788"/>
                </a:lnTo>
                <a:lnTo>
                  <a:pt x="4802" y="17367"/>
                </a:lnTo>
                <a:lnTo>
                  <a:pt x="2444" y="15781"/>
                </a:lnTo>
                <a:lnTo>
                  <a:pt x="0" y="14082"/>
                </a:lnTo>
                <a:lnTo>
                  <a:pt x="3467" y="8270"/>
                </a:lnTo>
                <a:lnTo>
                  <a:pt x="6088" y="4165"/>
                </a:lnTo>
                <a:lnTo>
                  <a:pt x="8165" y="1564"/>
                </a:lnTo>
                <a:lnTo>
                  <a:pt x="9983" y="248"/>
                </a:lnTo>
                <a:lnTo>
                  <a:pt x="11848" y="0"/>
                </a:lnTo>
                <a:lnTo>
                  <a:pt x="14044" y="609"/>
                </a:lnTo>
                <a:lnTo>
                  <a:pt x="16877" y="1865"/>
                </a:lnTo>
                <a:close/>
              </a:path>
            </a:pathLst>
          </a:custGeom>
          <a:solidFill>
            <a:srgbClr val="999D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2" name="contour_18480"/>
          <p:cNvSpPr/>
          <p:nvPr/>
        </p:nvSpPr>
        <p:spPr>
          <a:xfrm>
            <a:off x="4339442" y="593242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3" y="1345"/>
                </a:lnTo>
                <a:lnTo>
                  <a:pt x="12047" y="2311"/>
                </a:lnTo>
                <a:lnTo>
                  <a:pt x="15358" y="3046"/>
                </a:lnTo>
                <a:lnTo>
                  <a:pt x="17653" y="3710"/>
                </a:lnTo>
                <a:lnTo>
                  <a:pt x="19532" y="444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7582" y="17863"/>
                </a:lnTo>
                <a:lnTo>
                  <a:pt x="14731" y="18976"/>
                </a:lnTo>
                <a:lnTo>
                  <a:pt x="12269" y="19796"/>
                </a:lnTo>
                <a:lnTo>
                  <a:pt x="9418" y="20585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E42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3" name="contour_18481"/>
          <p:cNvSpPr/>
          <p:nvPr/>
        </p:nvSpPr>
        <p:spPr>
          <a:xfrm>
            <a:off x="1576637" y="5917849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0" y="0"/>
                </a:moveTo>
                <a:lnTo>
                  <a:pt x="15763" y="3564"/>
                </a:lnTo>
                <a:lnTo>
                  <a:pt x="16917" y="7133"/>
                </a:lnTo>
                <a:lnTo>
                  <a:pt x="18077" y="10719"/>
                </a:lnTo>
                <a:lnTo>
                  <a:pt x="19244" y="14321"/>
                </a:lnTo>
                <a:lnTo>
                  <a:pt x="20419" y="17944"/>
                </a:lnTo>
                <a:lnTo>
                  <a:pt x="21600" y="21600"/>
                </a:lnTo>
                <a:lnTo>
                  <a:pt x="17448" y="21600"/>
                </a:lnTo>
                <a:lnTo>
                  <a:pt x="13282" y="21600"/>
                </a:lnTo>
                <a:lnTo>
                  <a:pt x="9101" y="21600"/>
                </a:lnTo>
                <a:lnTo>
                  <a:pt x="4886" y="21600"/>
                </a:lnTo>
                <a:lnTo>
                  <a:pt x="629" y="21600"/>
                </a:lnTo>
                <a:lnTo>
                  <a:pt x="210" y="17744"/>
                </a:lnTo>
                <a:lnTo>
                  <a:pt x="0" y="14974"/>
                </a:lnTo>
                <a:lnTo>
                  <a:pt x="0" y="12512"/>
                </a:lnTo>
                <a:lnTo>
                  <a:pt x="210" y="9580"/>
                </a:lnTo>
                <a:lnTo>
                  <a:pt x="629" y="5400"/>
                </a:lnTo>
                <a:lnTo>
                  <a:pt x="4781" y="3224"/>
                </a:lnTo>
                <a:lnTo>
                  <a:pt x="7619" y="1939"/>
                </a:lnTo>
                <a:lnTo>
                  <a:pt x="10457" y="1031"/>
                </a:lnTo>
                <a:lnTo>
                  <a:pt x="14610" y="0"/>
                </a:lnTo>
                <a:close/>
              </a:path>
            </a:pathLst>
          </a:custGeom>
          <a:solidFill>
            <a:srgbClr val="3A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4" name="contour_18482"/>
          <p:cNvSpPr/>
          <p:nvPr/>
        </p:nvSpPr>
        <p:spPr>
          <a:xfrm>
            <a:off x="1132725" y="5915714"/>
            <a:ext cx="43728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922"/>
                </a:moveTo>
                <a:lnTo>
                  <a:pt x="2192" y="1548"/>
                </a:lnTo>
                <a:lnTo>
                  <a:pt x="4385" y="1227"/>
                </a:lnTo>
                <a:lnTo>
                  <a:pt x="6581" y="945"/>
                </a:lnTo>
                <a:lnTo>
                  <a:pt x="8777" y="689"/>
                </a:lnTo>
                <a:lnTo>
                  <a:pt x="11225" y="348"/>
                </a:lnTo>
                <a:lnTo>
                  <a:pt x="13712" y="0"/>
                </a:lnTo>
                <a:lnTo>
                  <a:pt x="15840" y="951"/>
                </a:lnTo>
                <a:lnTo>
                  <a:pt x="18000" y="1922"/>
                </a:lnTo>
                <a:lnTo>
                  <a:pt x="19170" y="6841"/>
                </a:lnTo>
                <a:lnTo>
                  <a:pt x="19940" y="10324"/>
                </a:lnTo>
                <a:lnTo>
                  <a:pt x="20488" y="13316"/>
                </a:lnTo>
                <a:lnTo>
                  <a:pt x="20984" y="16759"/>
                </a:lnTo>
                <a:lnTo>
                  <a:pt x="21600" y="21600"/>
                </a:lnTo>
                <a:lnTo>
                  <a:pt x="19436" y="20387"/>
                </a:lnTo>
                <a:lnTo>
                  <a:pt x="17276" y="19160"/>
                </a:lnTo>
                <a:lnTo>
                  <a:pt x="15116" y="17933"/>
                </a:lnTo>
                <a:lnTo>
                  <a:pt x="12956" y="16694"/>
                </a:lnTo>
                <a:lnTo>
                  <a:pt x="10800" y="15447"/>
                </a:lnTo>
                <a:lnTo>
                  <a:pt x="9907" y="14936"/>
                </a:lnTo>
                <a:lnTo>
                  <a:pt x="8334" y="14044"/>
                </a:lnTo>
                <a:lnTo>
                  <a:pt x="4723" y="11991"/>
                </a:lnTo>
                <a:lnTo>
                  <a:pt x="2380" y="10252"/>
                </a:lnTo>
                <a:lnTo>
                  <a:pt x="0" y="8481"/>
                </a:lnTo>
                <a:lnTo>
                  <a:pt x="0" y="5228"/>
                </a:lnTo>
                <a:lnTo>
                  <a:pt x="0" y="1922"/>
                </a:lnTo>
                <a:close/>
              </a:path>
            </a:pathLst>
          </a:custGeom>
          <a:solidFill>
            <a:srgbClr val="C49A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5" name="contour_18483"/>
          <p:cNvSpPr/>
          <p:nvPr/>
        </p:nvSpPr>
        <p:spPr>
          <a:xfrm>
            <a:off x="7917845" y="591056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8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6" name="contour_18484"/>
          <p:cNvSpPr/>
          <p:nvPr/>
        </p:nvSpPr>
        <p:spPr>
          <a:xfrm>
            <a:off x="2247788" y="591784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634"/>
                </a:lnTo>
                <a:lnTo>
                  <a:pt x="4392" y="1296"/>
                </a:lnTo>
                <a:lnTo>
                  <a:pt x="6584" y="1987"/>
                </a:lnTo>
                <a:lnTo>
                  <a:pt x="8777" y="2700"/>
                </a:lnTo>
                <a:lnTo>
                  <a:pt x="10004" y="3082"/>
                </a:lnTo>
                <a:lnTo>
                  <a:pt x="13712" y="4219"/>
                </a:lnTo>
                <a:lnTo>
                  <a:pt x="16229" y="6062"/>
                </a:lnTo>
                <a:lnTo>
                  <a:pt x="17762" y="7762"/>
                </a:lnTo>
                <a:lnTo>
                  <a:pt x="18936" y="10310"/>
                </a:lnTo>
                <a:lnTo>
                  <a:pt x="20376" y="14681"/>
                </a:lnTo>
                <a:lnTo>
                  <a:pt x="20984" y="18115"/>
                </a:lnTo>
                <a:lnTo>
                  <a:pt x="21600" y="21600"/>
                </a:lnTo>
                <a:lnTo>
                  <a:pt x="17413" y="19915"/>
                </a:lnTo>
                <a:lnTo>
                  <a:pt x="14022" y="18468"/>
                </a:lnTo>
                <a:lnTo>
                  <a:pt x="11297" y="17129"/>
                </a:lnTo>
                <a:lnTo>
                  <a:pt x="9108" y="15775"/>
                </a:lnTo>
                <a:lnTo>
                  <a:pt x="7330" y="14270"/>
                </a:lnTo>
                <a:lnTo>
                  <a:pt x="5825" y="12492"/>
                </a:lnTo>
                <a:lnTo>
                  <a:pt x="4471" y="10303"/>
                </a:lnTo>
                <a:lnTo>
                  <a:pt x="3136" y="7582"/>
                </a:lnTo>
                <a:lnTo>
                  <a:pt x="1688" y="4190"/>
                </a:lnTo>
                <a:lnTo>
                  <a:pt x="0" y="0"/>
                </a:lnTo>
                <a:close/>
              </a:path>
            </a:pathLst>
          </a:custGeom>
          <a:solidFill>
            <a:srgbClr val="AC8D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7" name="contour_18485"/>
          <p:cNvSpPr/>
          <p:nvPr/>
        </p:nvSpPr>
        <p:spPr>
          <a:xfrm>
            <a:off x="8005301" y="5888697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3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62" y="8172"/>
                </a:lnTo>
                <a:lnTo>
                  <a:pt x="15350" y="10235"/>
                </a:lnTo>
                <a:lnTo>
                  <a:pt x="18468" y="12308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5" y="16780"/>
                </a:lnTo>
                <a:lnTo>
                  <a:pt x="10879" y="17971"/>
                </a:lnTo>
                <a:lnTo>
                  <a:pt x="7279" y="19174"/>
                </a:lnTo>
                <a:lnTo>
                  <a:pt x="3658" y="2038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584B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8" name="contour_18486"/>
          <p:cNvSpPr/>
          <p:nvPr/>
        </p:nvSpPr>
        <p:spPr>
          <a:xfrm>
            <a:off x="2546596" y="589598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2673" y="13527"/>
                </a:lnTo>
                <a:lnTo>
                  <a:pt x="5351" y="10849"/>
                </a:lnTo>
                <a:lnTo>
                  <a:pt x="8041" y="8159"/>
                </a:lnTo>
                <a:lnTo>
                  <a:pt x="10741" y="5459"/>
                </a:lnTo>
                <a:lnTo>
                  <a:pt x="13457" y="2743"/>
                </a:lnTo>
                <a:lnTo>
                  <a:pt x="16200" y="0"/>
                </a:lnTo>
                <a:close/>
              </a:path>
            </a:pathLst>
          </a:custGeom>
          <a:solidFill>
            <a:srgbClr val="9DB8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89" name="contour_18487"/>
          <p:cNvSpPr/>
          <p:nvPr/>
        </p:nvSpPr>
        <p:spPr>
          <a:xfrm>
            <a:off x="4441474" y="5852257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713"/>
                </a:lnTo>
                <a:lnTo>
                  <a:pt x="8568" y="1429"/>
                </a:lnTo>
                <a:lnTo>
                  <a:pt x="12874" y="2146"/>
                </a:lnTo>
                <a:lnTo>
                  <a:pt x="17215" y="2869"/>
                </a:lnTo>
                <a:lnTo>
                  <a:pt x="21600" y="3600"/>
                </a:lnTo>
                <a:lnTo>
                  <a:pt x="20707" y="5828"/>
                </a:lnTo>
                <a:lnTo>
                  <a:pt x="19814" y="8057"/>
                </a:lnTo>
                <a:lnTo>
                  <a:pt x="18922" y="10292"/>
                </a:lnTo>
                <a:lnTo>
                  <a:pt x="18029" y="12532"/>
                </a:lnTo>
                <a:lnTo>
                  <a:pt x="17129" y="14782"/>
                </a:lnTo>
                <a:lnTo>
                  <a:pt x="16222" y="17042"/>
                </a:lnTo>
                <a:lnTo>
                  <a:pt x="15314" y="19314"/>
                </a:lnTo>
                <a:lnTo>
                  <a:pt x="14400" y="21600"/>
                </a:lnTo>
                <a:lnTo>
                  <a:pt x="10116" y="17572"/>
                </a:lnTo>
                <a:lnTo>
                  <a:pt x="6775" y="14364"/>
                </a:lnTo>
                <a:lnTo>
                  <a:pt x="4270" y="11801"/>
                </a:lnTo>
                <a:lnTo>
                  <a:pt x="2470" y="9702"/>
                </a:lnTo>
                <a:lnTo>
                  <a:pt x="1267" y="7895"/>
                </a:lnTo>
                <a:lnTo>
                  <a:pt x="533" y="6199"/>
                </a:lnTo>
                <a:lnTo>
                  <a:pt x="158" y="4439"/>
                </a:lnTo>
                <a:lnTo>
                  <a:pt x="22" y="2430"/>
                </a:lnTo>
                <a:lnTo>
                  <a:pt x="0" y="0"/>
                </a:lnTo>
                <a:close/>
              </a:path>
            </a:pathLst>
          </a:custGeom>
          <a:solidFill>
            <a:srgbClr val="8A78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0" name="contour_18488"/>
          <p:cNvSpPr/>
          <p:nvPr/>
        </p:nvSpPr>
        <p:spPr>
          <a:xfrm>
            <a:off x="1978132" y="5852760"/>
            <a:ext cx="43728" cy="21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997"/>
                </a:moveTo>
                <a:lnTo>
                  <a:pt x="12938" y="4179"/>
                </a:lnTo>
                <a:lnTo>
                  <a:pt x="14850" y="6404"/>
                </a:lnTo>
                <a:lnTo>
                  <a:pt x="16762" y="8556"/>
                </a:lnTo>
                <a:lnTo>
                  <a:pt x="18702" y="10752"/>
                </a:lnTo>
                <a:lnTo>
                  <a:pt x="20142" y="12477"/>
                </a:lnTo>
                <a:lnTo>
                  <a:pt x="21600" y="14231"/>
                </a:lnTo>
                <a:lnTo>
                  <a:pt x="17572" y="16972"/>
                </a:lnTo>
                <a:lnTo>
                  <a:pt x="14724" y="18829"/>
                </a:lnTo>
                <a:lnTo>
                  <a:pt x="12665" y="20023"/>
                </a:lnTo>
                <a:lnTo>
                  <a:pt x="10991" y="20738"/>
                </a:lnTo>
                <a:lnTo>
                  <a:pt x="9302" y="21202"/>
                </a:lnTo>
                <a:lnTo>
                  <a:pt x="7200" y="21600"/>
                </a:lnTo>
                <a:lnTo>
                  <a:pt x="4558" y="17488"/>
                </a:lnTo>
                <a:lnTo>
                  <a:pt x="2927" y="14577"/>
                </a:lnTo>
                <a:lnTo>
                  <a:pt x="1631" y="11496"/>
                </a:lnTo>
                <a:lnTo>
                  <a:pt x="0" y="6861"/>
                </a:lnTo>
                <a:lnTo>
                  <a:pt x="3028" y="2948"/>
                </a:lnTo>
                <a:lnTo>
                  <a:pt x="5116" y="737"/>
                </a:lnTo>
                <a:lnTo>
                  <a:pt x="6793" y="0"/>
                </a:lnTo>
                <a:lnTo>
                  <a:pt x="8597" y="494"/>
                </a:lnTo>
                <a:lnTo>
                  <a:pt x="11052" y="1997"/>
                </a:lnTo>
                <a:close/>
              </a:path>
            </a:pathLst>
          </a:custGeom>
          <a:solidFill>
            <a:srgbClr val="ADB0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1" name="contour_18489"/>
          <p:cNvSpPr/>
          <p:nvPr/>
        </p:nvSpPr>
        <p:spPr>
          <a:xfrm>
            <a:off x="11314050" y="585225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E69E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2" name="contour_18490"/>
          <p:cNvSpPr/>
          <p:nvPr/>
        </p:nvSpPr>
        <p:spPr>
          <a:xfrm>
            <a:off x="10723722" y="584496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6F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3" name="contour_18491"/>
          <p:cNvSpPr/>
          <p:nvPr/>
        </p:nvSpPr>
        <p:spPr>
          <a:xfrm>
            <a:off x="7538870" y="585225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429" y="20412"/>
                </a:lnTo>
                <a:lnTo>
                  <a:pt x="11573" y="19224"/>
                </a:lnTo>
                <a:lnTo>
                  <a:pt x="8705" y="18029"/>
                </a:lnTo>
                <a:lnTo>
                  <a:pt x="5823" y="16826"/>
                </a:lnTo>
                <a:lnTo>
                  <a:pt x="2925" y="15617"/>
                </a:lnTo>
                <a:lnTo>
                  <a:pt x="0" y="14400"/>
                </a:lnTo>
                <a:lnTo>
                  <a:pt x="2856" y="14400"/>
                </a:lnTo>
                <a:lnTo>
                  <a:pt x="5728" y="14400"/>
                </a:lnTo>
                <a:lnTo>
                  <a:pt x="8640" y="14400"/>
                </a:lnTo>
                <a:lnTo>
                  <a:pt x="8640" y="9641"/>
                </a:lnTo>
                <a:lnTo>
                  <a:pt x="8640" y="4853"/>
                </a:lnTo>
                <a:lnTo>
                  <a:pt x="8640" y="0"/>
                </a:lnTo>
                <a:close/>
              </a:path>
            </a:pathLst>
          </a:custGeom>
          <a:solidFill>
            <a:srgbClr val="8468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4" name="contour_18492"/>
          <p:cNvSpPr/>
          <p:nvPr/>
        </p:nvSpPr>
        <p:spPr>
          <a:xfrm>
            <a:off x="4237410" y="5836369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4346"/>
                </a:lnTo>
                <a:lnTo>
                  <a:pt x="21600" y="7782"/>
                </a:lnTo>
                <a:lnTo>
                  <a:pt x="21600" y="11265"/>
                </a:lnTo>
                <a:lnTo>
                  <a:pt x="18776" y="13198"/>
                </a:lnTo>
                <a:lnTo>
                  <a:pt x="16708" y="14443"/>
                </a:lnTo>
                <a:lnTo>
                  <a:pt x="14386" y="15559"/>
                </a:lnTo>
                <a:lnTo>
                  <a:pt x="10800" y="17078"/>
                </a:lnTo>
                <a:lnTo>
                  <a:pt x="9288" y="17730"/>
                </a:lnTo>
                <a:lnTo>
                  <a:pt x="4725" y="19704"/>
                </a:lnTo>
                <a:lnTo>
                  <a:pt x="3553" y="20174"/>
                </a:lnTo>
                <a:lnTo>
                  <a:pt x="0" y="21600"/>
                </a:lnTo>
                <a:lnTo>
                  <a:pt x="513" y="18009"/>
                </a:lnTo>
                <a:lnTo>
                  <a:pt x="1107" y="14495"/>
                </a:lnTo>
                <a:lnTo>
                  <a:pt x="1836" y="11038"/>
                </a:lnTo>
                <a:lnTo>
                  <a:pt x="2759" y="7632"/>
                </a:lnTo>
                <a:lnTo>
                  <a:pt x="3926" y="4268"/>
                </a:lnTo>
                <a:lnTo>
                  <a:pt x="5400" y="930"/>
                </a:lnTo>
                <a:close/>
              </a:path>
            </a:pathLst>
          </a:custGeom>
          <a:solidFill>
            <a:srgbClr val="4845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5" name="contour_18493"/>
          <p:cNvSpPr/>
          <p:nvPr/>
        </p:nvSpPr>
        <p:spPr>
          <a:xfrm>
            <a:off x="10373899" y="584496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492" y="11729"/>
                </a:lnTo>
                <a:lnTo>
                  <a:pt x="17889" y="14738"/>
                </a:lnTo>
                <a:lnTo>
                  <a:pt x="15980" y="17575"/>
                </a:lnTo>
                <a:lnTo>
                  <a:pt x="12960" y="21600"/>
                </a:lnTo>
                <a:lnTo>
                  <a:pt x="9487" y="20678"/>
                </a:lnTo>
                <a:lnTo>
                  <a:pt x="7076" y="19843"/>
                </a:lnTo>
                <a:lnTo>
                  <a:pt x="5106" y="18749"/>
                </a:lnTo>
                <a:lnTo>
                  <a:pt x="2955" y="1705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5F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6" name="contour_18494"/>
          <p:cNvSpPr/>
          <p:nvPr/>
        </p:nvSpPr>
        <p:spPr>
          <a:xfrm>
            <a:off x="4011482" y="5823105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38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7" name="contour_18495"/>
          <p:cNvSpPr/>
          <p:nvPr/>
        </p:nvSpPr>
        <p:spPr>
          <a:xfrm>
            <a:off x="8078181" y="580852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7A9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8" name="contour_18496"/>
          <p:cNvSpPr/>
          <p:nvPr/>
        </p:nvSpPr>
        <p:spPr>
          <a:xfrm>
            <a:off x="3698098" y="580852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8" y="394"/>
                </a:lnTo>
                <a:lnTo>
                  <a:pt x="3175" y="794"/>
                </a:lnTo>
                <a:lnTo>
                  <a:pt x="5373" y="1345"/>
                </a:lnTo>
                <a:lnTo>
                  <a:pt x="8775" y="2192"/>
                </a:lnTo>
                <a:lnTo>
                  <a:pt x="13986" y="349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C39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499" name="contour_18497"/>
          <p:cNvSpPr/>
          <p:nvPr/>
        </p:nvSpPr>
        <p:spPr>
          <a:xfrm>
            <a:off x="2620190" y="5808529"/>
            <a:ext cx="211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14" y="0"/>
                </a:moveTo>
                <a:lnTo>
                  <a:pt x="11395" y="1631"/>
                </a:lnTo>
                <a:lnTo>
                  <a:pt x="14499" y="2923"/>
                </a:lnTo>
                <a:lnTo>
                  <a:pt x="17439" y="4558"/>
                </a:lnTo>
                <a:lnTo>
                  <a:pt x="21600" y="7200"/>
                </a:lnTo>
                <a:lnTo>
                  <a:pt x="20960" y="9724"/>
                </a:lnTo>
                <a:lnTo>
                  <a:pt x="20015" y="12132"/>
                </a:lnTo>
                <a:lnTo>
                  <a:pt x="18816" y="14472"/>
                </a:lnTo>
                <a:lnTo>
                  <a:pt x="17410" y="16794"/>
                </a:lnTo>
                <a:lnTo>
                  <a:pt x="15839" y="19156"/>
                </a:lnTo>
                <a:lnTo>
                  <a:pt x="14157" y="21600"/>
                </a:lnTo>
                <a:lnTo>
                  <a:pt x="12140" y="19922"/>
                </a:lnTo>
                <a:lnTo>
                  <a:pt x="10152" y="18238"/>
                </a:lnTo>
                <a:lnTo>
                  <a:pt x="8195" y="16546"/>
                </a:lnTo>
                <a:lnTo>
                  <a:pt x="6252" y="14850"/>
                </a:lnTo>
                <a:lnTo>
                  <a:pt x="4042" y="12967"/>
                </a:lnTo>
                <a:lnTo>
                  <a:pt x="1801" y="11052"/>
                </a:lnTo>
                <a:lnTo>
                  <a:pt x="387" y="8762"/>
                </a:lnTo>
                <a:lnTo>
                  <a:pt x="0" y="7171"/>
                </a:lnTo>
                <a:lnTo>
                  <a:pt x="692" y="5540"/>
                </a:lnTo>
                <a:lnTo>
                  <a:pt x="2553" y="3121"/>
                </a:lnTo>
                <a:lnTo>
                  <a:pt x="4622" y="1573"/>
                </a:lnTo>
                <a:lnTo>
                  <a:pt x="6714" y="0"/>
                </a:lnTo>
                <a:close/>
              </a:path>
            </a:pathLst>
          </a:custGeom>
          <a:solidFill>
            <a:srgbClr val="A8BF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0" name="contour_18498"/>
          <p:cNvSpPr/>
          <p:nvPr/>
        </p:nvSpPr>
        <p:spPr>
          <a:xfrm>
            <a:off x="1271197" y="581581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7673" y="7135"/>
                </a:lnTo>
                <a:lnTo>
                  <a:pt x="14934" y="12053"/>
                </a:lnTo>
                <a:lnTo>
                  <a:pt x="13020" y="15358"/>
                </a:lnTo>
                <a:lnTo>
                  <a:pt x="11573" y="17654"/>
                </a:lnTo>
                <a:lnTo>
                  <a:pt x="10234" y="19534"/>
                </a:lnTo>
                <a:lnTo>
                  <a:pt x="8640" y="21600"/>
                </a:lnTo>
                <a:lnTo>
                  <a:pt x="5784" y="21600"/>
                </a:lnTo>
                <a:lnTo>
                  <a:pt x="2912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E4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1" name="contour_18499"/>
          <p:cNvSpPr/>
          <p:nvPr/>
        </p:nvSpPr>
        <p:spPr>
          <a:xfrm>
            <a:off x="1613733" y="578666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851"/>
                </a:lnTo>
                <a:lnTo>
                  <a:pt x="16776" y="5707"/>
                </a:lnTo>
                <a:lnTo>
                  <a:pt x="17971" y="8575"/>
                </a:lnTo>
                <a:lnTo>
                  <a:pt x="19174" y="11457"/>
                </a:lnTo>
                <a:lnTo>
                  <a:pt x="20383" y="14355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1786" y="18926"/>
                </a:lnTo>
                <a:lnTo>
                  <a:pt x="3564" y="16252"/>
                </a:lnTo>
                <a:lnTo>
                  <a:pt x="5357" y="13569"/>
                </a:lnTo>
                <a:lnTo>
                  <a:pt x="7150" y="10882"/>
                </a:lnTo>
                <a:lnTo>
                  <a:pt x="8942" y="8182"/>
                </a:lnTo>
                <a:lnTo>
                  <a:pt x="10750" y="5469"/>
                </a:lnTo>
                <a:lnTo>
                  <a:pt x="12571" y="2743"/>
                </a:lnTo>
                <a:lnTo>
                  <a:pt x="14400" y="0"/>
                </a:lnTo>
                <a:close/>
              </a:path>
            </a:pathLst>
          </a:custGeom>
          <a:solidFill>
            <a:srgbClr val="7678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2" name="contour_18500"/>
          <p:cNvSpPr/>
          <p:nvPr/>
        </p:nvSpPr>
        <p:spPr>
          <a:xfrm>
            <a:off x="4230122" y="579395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462" y="2673"/>
                </a:lnTo>
                <a:lnTo>
                  <a:pt x="17319" y="5351"/>
                </a:lnTo>
                <a:lnTo>
                  <a:pt x="15176" y="8030"/>
                </a:lnTo>
                <a:lnTo>
                  <a:pt x="13025" y="10719"/>
                </a:lnTo>
                <a:lnTo>
                  <a:pt x="10865" y="13419"/>
                </a:lnTo>
                <a:lnTo>
                  <a:pt x="8696" y="16130"/>
                </a:lnTo>
                <a:lnTo>
                  <a:pt x="6515" y="18857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686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3" name="contour_18501"/>
          <p:cNvSpPr/>
          <p:nvPr/>
        </p:nvSpPr>
        <p:spPr>
          <a:xfrm>
            <a:off x="782902" y="578666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376" y="2108"/>
                </a:lnTo>
                <a:lnTo>
                  <a:pt x="19661" y="3711"/>
                </a:lnTo>
                <a:lnTo>
                  <a:pt x="20569" y="5620"/>
                </a:lnTo>
                <a:lnTo>
                  <a:pt x="21600" y="8640"/>
                </a:lnTo>
                <a:lnTo>
                  <a:pt x="19192" y="11051"/>
                </a:lnTo>
                <a:lnTo>
                  <a:pt x="16637" y="13319"/>
                </a:lnTo>
                <a:lnTo>
                  <a:pt x="13970" y="15483"/>
                </a:lnTo>
                <a:lnTo>
                  <a:pt x="11194" y="17561"/>
                </a:lnTo>
                <a:lnTo>
                  <a:pt x="8332" y="19591"/>
                </a:lnTo>
                <a:lnTo>
                  <a:pt x="5400" y="21600"/>
                </a:lnTo>
                <a:lnTo>
                  <a:pt x="3224" y="19492"/>
                </a:lnTo>
                <a:lnTo>
                  <a:pt x="1939" y="17889"/>
                </a:lnTo>
                <a:lnTo>
                  <a:pt x="1031" y="15980"/>
                </a:lnTo>
                <a:lnTo>
                  <a:pt x="0" y="12960"/>
                </a:lnTo>
                <a:lnTo>
                  <a:pt x="2408" y="10549"/>
                </a:lnTo>
                <a:lnTo>
                  <a:pt x="4963" y="8281"/>
                </a:lnTo>
                <a:lnTo>
                  <a:pt x="7630" y="6117"/>
                </a:lnTo>
                <a:lnTo>
                  <a:pt x="10406" y="4039"/>
                </a:lnTo>
                <a:lnTo>
                  <a:pt x="13268" y="2009"/>
                </a:lnTo>
                <a:lnTo>
                  <a:pt x="16200" y="0"/>
                </a:lnTo>
                <a:close/>
              </a:path>
            </a:pathLst>
          </a:custGeom>
          <a:solidFill>
            <a:srgbClr val="39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4" name="contour_18502"/>
          <p:cNvSpPr/>
          <p:nvPr/>
        </p:nvSpPr>
        <p:spPr>
          <a:xfrm>
            <a:off x="3938602" y="577937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412" y="7171"/>
                </a:lnTo>
                <a:lnTo>
                  <a:pt x="19224" y="10027"/>
                </a:lnTo>
                <a:lnTo>
                  <a:pt x="18029" y="12895"/>
                </a:lnTo>
                <a:lnTo>
                  <a:pt x="16826" y="15777"/>
                </a:lnTo>
                <a:lnTo>
                  <a:pt x="15617" y="18675"/>
                </a:lnTo>
                <a:lnTo>
                  <a:pt x="14400" y="21600"/>
                </a:lnTo>
                <a:lnTo>
                  <a:pt x="12614" y="18926"/>
                </a:lnTo>
                <a:lnTo>
                  <a:pt x="10836" y="16252"/>
                </a:lnTo>
                <a:lnTo>
                  <a:pt x="9043" y="13569"/>
                </a:lnTo>
                <a:lnTo>
                  <a:pt x="7258" y="10882"/>
                </a:lnTo>
                <a:lnTo>
                  <a:pt x="5458" y="8182"/>
                </a:lnTo>
                <a:lnTo>
                  <a:pt x="3650" y="5469"/>
                </a:lnTo>
                <a:lnTo>
                  <a:pt x="182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4741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5" name="contour_18503"/>
          <p:cNvSpPr/>
          <p:nvPr/>
        </p:nvSpPr>
        <p:spPr>
          <a:xfrm>
            <a:off x="2189484" y="578666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7A7E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6" name="contour_18504"/>
          <p:cNvSpPr/>
          <p:nvPr/>
        </p:nvSpPr>
        <p:spPr>
          <a:xfrm>
            <a:off x="10672706" y="577208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866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7" name="contour_18505"/>
          <p:cNvSpPr/>
          <p:nvPr/>
        </p:nvSpPr>
        <p:spPr>
          <a:xfrm>
            <a:off x="4215546" y="577937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7683" y="11635"/>
                </a:lnTo>
                <a:lnTo>
                  <a:pt x="14807" y="14854"/>
                </a:lnTo>
                <a:lnTo>
                  <a:pt x="12715" y="17114"/>
                </a:lnTo>
                <a:lnTo>
                  <a:pt x="11164" y="18670"/>
                </a:lnTo>
                <a:lnTo>
                  <a:pt x="9893" y="19764"/>
                </a:lnTo>
                <a:lnTo>
                  <a:pt x="8658" y="20657"/>
                </a:lnTo>
                <a:lnTo>
                  <a:pt x="7200" y="21600"/>
                </a:lnTo>
                <a:lnTo>
                  <a:pt x="4792" y="20210"/>
                </a:lnTo>
                <a:lnTo>
                  <a:pt x="3240" y="18994"/>
                </a:lnTo>
                <a:lnTo>
                  <a:pt x="1868" y="1728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EE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8" name="contour_18506"/>
          <p:cNvSpPr/>
          <p:nvPr/>
        </p:nvSpPr>
        <p:spPr>
          <a:xfrm>
            <a:off x="7677342" y="574293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F1F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09" name="contour_18507"/>
          <p:cNvSpPr/>
          <p:nvPr/>
        </p:nvSpPr>
        <p:spPr>
          <a:xfrm>
            <a:off x="5447216" y="574293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57A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0" name="contour_18508"/>
          <p:cNvSpPr/>
          <p:nvPr/>
        </p:nvSpPr>
        <p:spPr>
          <a:xfrm>
            <a:off x="3719962" y="572836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851" y="2020"/>
                </a:lnTo>
                <a:lnTo>
                  <a:pt x="11399" y="3548"/>
                </a:lnTo>
                <a:lnTo>
                  <a:pt x="13500" y="4892"/>
                </a:lnTo>
                <a:lnTo>
                  <a:pt x="15601" y="6350"/>
                </a:lnTo>
                <a:lnTo>
                  <a:pt x="1814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7F66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1" name="contour_18509"/>
          <p:cNvSpPr/>
          <p:nvPr/>
        </p:nvSpPr>
        <p:spPr>
          <a:xfrm>
            <a:off x="2284228" y="574293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19462" y="8073"/>
                </a:lnTo>
                <a:lnTo>
                  <a:pt x="17319" y="10751"/>
                </a:lnTo>
                <a:lnTo>
                  <a:pt x="15168" y="13441"/>
                </a:lnTo>
                <a:lnTo>
                  <a:pt x="13008" y="16141"/>
                </a:lnTo>
                <a:lnTo>
                  <a:pt x="10835" y="18857"/>
                </a:lnTo>
                <a:lnTo>
                  <a:pt x="8640" y="21600"/>
                </a:lnTo>
                <a:lnTo>
                  <a:pt x="7417" y="18544"/>
                </a:lnTo>
                <a:lnTo>
                  <a:pt x="6195" y="15487"/>
                </a:lnTo>
                <a:lnTo>
                  <a:pt x="4968" y="12420"/>
                </a:lnTo>
                <a:lnTo>
                  <a:pt x="3737" y="9342"/>
                </a:lnTo>
                <a:lnTo>
                  <a:pt x="2497" y="6248"/>
                </a:lnTo>
                <a:lnTo>
                  <a:pt x="1253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896E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2" name="contour_18510"/>
          <p:cNvSpPr/>
          <p:nvPr/>
        </p:nvSpPr>
        <p:spPr>
          <a:xfrm>
            <a:off x="825974" y="5735649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1817" y="686"/>
                </a:lnTo>
                <a:lnTo>
                  <a:pt x="3100" y="1345"/>
                </a:lnTo>
                <a:lnTo>
                  <a:pt x="4700" y="2160"/>
                </a:lnTo>
                <a:lnTo>
                  <a:pt x="6976" y="3326"/>
                </a:lnTo>
                <a:lnTo>
                  <a:pt x="10309" y="5027"/>
                </a:lnTo>
                <a:lnTo>
                  <a:pt x="15057" y="7457"/>
                </a:lnTo>
                <a:lnTo>
                  <a:pt x="21600" y="10800"/>
                </a:lnTo>
                <a:lnTo>
                  <a:pt x="18838" y="14197"/>
                </a:lnTo>
                <a:lnTo>
                  <a:pt x="16815" y="16454"/>
                </a:lnTo>
                <a:lnTo>
                  <a:pt x="14544" y="18581"/>
                </a:lnTo>
                <a:lnTo>
                  <a:pt x="11038" y="21600"/>
                </a:lnTo>
                <a:lnTo>
                  <a:pt x="7531" y="20947"/>
                </a:lnTo>
                <a:lnTo>
                  <a:pt x="5260" y="20164"/>
                </a:lnTo>
                <a:lnTo>
                  <a:pt x="3237" y="18749"/>
                </a:lnTo>
                <a:lnTo>
                  <a:pt x="475" y="16200"/>
                </a:lnTo>
                <a:lnTo>
                  <a:pt x="158" y="12020"/>
                </a:lnTo>
                <a:lnTo>
                  <a:pt x="0" y="9088"/>
                </a:lnTo>
                <a:lnTo>
                  <a:pt x="0" y="6626"/>
                </a:lnTo>
                <a:lnTo>
                  <a:pt x="158" y="3856"/>
                </a:lnTo>
                <a:lnTo>
                  <a:pt x="475" y="0"/>
                </a:lnTo>
                <a:close/>
              </a:path>
            </a:pathLst>
          </a:custGeom>
          <a:solidFill>
            <a:srgbClr val="524F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3" name="contour_18511"/>
          <p:cNvSpPr/>
          <p:nvPr/>
        </p:nvSpPr>
        <p:spPr>
          <a:xfrm>
            <a:off x="10461355" y="57283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6841"/>
                </a:lnTo>
                <a:lnTo>
                  <a:pt x="8640" y="12053"/>
                </a:lnTo>
                <a:lnTo>
                  <a:pt x="8640" y="7200"/>
                </a:lnTo>
                <a:lnTo>
                  <a:pt x="6074" y="4558"/>
                </a:lnTo>
                <a:lnTo>
                  <a:pt x="4320" y="2923"/>
                </a:lnTo>
                <a:lnTo>
                  <a:pt x="2566" y="1634"/>
                </a:lnTo>
                <a:lnTo>
                  <a:pt x="0" y="0"/>
                </a:lnTo>
                <a:close/>
              </a:path>
            </a:pathLst>
          </a:custGeom>
          <a:solidFill>
            <a:srgbClr val="F9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4" name="contour_18512"/>
          <p:cNvSpPr/>
          <p:nvPr/>
        </p:nvSpPr>
        <p:spPr>
          <a:xfrm>
            <a:off x="10082379" y="5721073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F6F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5" name="contour_18513"/>
          <p:cNvSpPr/>
          <p:nvPr/>
        </p:nvSpPr>
        <p:spPr>
          <a:xfrm>
            <a:off x="4958921" y="573564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3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62"/>
                </a:lnTo>
                <a:lnTo>
                  <a:pt x="17435" y="15350"/>
                </a:lnTo>
                <a:lnTo>
                  <a:pt x="19508" y="18468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80" y="14465"/>
                </a:lnTo>
                <a:lnTo>
                  <a:pt x="3571" y="10879"/>
                </a:lnTo>
                <a:lnTo>
                  <a:pt x="4774" y="7279"/>
                </a:lnTo>
                <a:lnTo>
                  <a:pt x="5983" y="3658"/>
                </a:lnTo>
                <a:lnTo>
                  <a:pt x="7200" y="0"/>
                </a:lnTo>
                <a:close/>
              </a:path>
            </a:pathLst>
          </a:custGeom>
          <a:solidFill>
            <a:srgbClr val="D5C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6" name="contour_18514"/>
          <p:cNvSpPr/>
          <p:nvPr/>
        </p:nvSpPr>
        <p:spPr>
          <a:xfrm>
            <a:off x="1999996" y="5729717"/>
            <a:ext cx="43728" cy="20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48"/>
                </a:moveTo>
                <a:lnTo>
                  <a:pt x="19969" y="11345"/>
                </a:lnTo>
                <a:lnTo>
                  <a:pt x="18677" y="14646"/>
                </a:lnTo>
                <a:lnTo>
                  <a:pt x="17042" y="17586"/>
                </a:lnTo>
                <a:lnTo>
                  <a:pt x="14400" y="21600"/>
                </a:lnTo>
                <a:lnTo>
                  <a:pt x="12186" y="19996"/>
                </a:lnTo>
                <a:lnTo>
                  <a:pt x="10051" y="18146"/>
                </a:lnTo>
                <a:lnTo>
                  <a:pt x="7981" y="16081"/>
                </a:lnTo>
                <a:lnTo>
                  <a:pt x="5958" y="13832"/>
                </a:lnTo>
                <a:lnTo>
                  <a:pt x="3964" y="11422"/>
                </a:lnTo>
                <a:lnTo>
                  <a:pt x="1984" y="8889"/>
                </a:lnTo>
                <a:lnTo>
                  <a:pt x="0" y="6248"/>
                </a:lnTo>
                <a:lnTo>
                  <a:pt x="2614" y="3255"/>
                </a:lnTo>
                <a:lnTo>
                  <a:pt x="5018" y="1305"/>
                </a:lnTo>
                <a:lnTo>
                  <a:pt x="7283" y="261"/>
                </a:lnTo>
                <a:lnTo>
                  <a:pt x="9472" y="0"/>
                </a:lnTo>
                <a:lnTo>
                  <a:pt x="11653" y="414"/>
                </a:lnTo>
                <a:lnTo>
                  <a:pt x="13889" y="1366"/>
                </a:lnTo>
                <a:lnTo>
                  <a:pt x="16250" y="2740"/>
                </a:lnTo>
                <a:lnTo>
                  <a:pt x="18796" y="4406"/>
                </a:lnTo>
                <a:lnTo>
                  <a:pt x="21600" y="6248"/>
                </a:lnTo>
                <a:close/>
              </a:path>
            </a:pathLst>
          </a:custGeom>
          <a:solidFill>
            <a:srgbClr val="997D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7" name="contour_18515"/>
          <p:cNvSpPr/>
          <p:nvPr/>
        </p:nvSpPr>
        <p:spPr>
          <a:xfrm>
            <a:off x="8340549" y="572107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E8EA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8" name="contour_18516"/>
          <p:cNvSpPr/>
          <p:nvPr/>
        </p:nvSpPr>
        <p:spPr>
          <a:xfrm>
            <a:off x="8165637" y="571378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8F91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19" name="contour_18517"/>
          <p:cNvSpPr/>
          <p:nvPr/>
        </p:nvSpPr>
        <p:spPr>
          <a:xfrm>
            <a:off x="6613295" y="572107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F9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0" name="contour_18518"/>
          <p:cNvSpPr/>
          <p:nvPr/>
        </p:nvSpPr>
        <p:spPr>
          <a:xfrm>
            <a:off x="5039089" y="572107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1832"/>
                </a:lnTo>
                <a:lnTo>
                  <a:pt x="6113" y="3668"/>
                </a:lnTo>
                <a:lnTo>
                  <a:pt x="9180" y="5508"/>
                </a:lnTo>
                <a:lnTo>
                  <a:pt x="12258" y="7357"/>
                </a:lnTo>
                <a:lnTo>
                  <a:pt x="15352" y="9210"/>
                </a:lnTo>
                <a:lnTo>
                  <a:pt x="18463" y="11081"/>
                </a:lnTo>
                <a:lnTo>
                  <a:pt x="21600" y="12960"/>
                </a:lnTo>
                <a:lnTo>
                  <a:pt x="18031" y="12960"/>
                </a:lnTo>
                <a:lnTo>
                  <a:pt x="14440" y="12960"/>
                </a:lnTo>
                <a:lnTo>
                  <a:pt x="10800" y="12960"/>
                </a:lnTo>
                <a:lnTo>
                  <a:pt x="9461" y="15098"/>
                </a:lnTo>
                <a:lnTo>
                  <a:pt x="8122" y="17245"/>
                </a:lnTo>
                <a:lnTo>
                  <a:pt x="6766" y="19410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AC89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1" name="contour_18519"/>
          <p:cNvSpPr/>
          <p:nvPr/>
        </p:nvSpPr>
        <p:spPr>
          <a:xfrm>
            <a:off x="1999996" y="570649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2673"/>
                </a:lnTo>
                <a:lnTo>
                  <a:pt x="12921" y="5351"/>
                </a:lnTo>
                <a:lnTo>
                  <a:pt x="15072" y="8041"/>
                </a:lnTo>
                <a:lnTo>
                  <a:pt x="17232" y="10741"/>
                </a:lnTo>
                <a:lnTo>
                  <a:pt x="19405" y="13457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A383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2" name="contour_18520"/>
          <p:cNvSpPr/>
          <p:nvPr/>
        </p:nvSpPr>
        <p:spPr>
          <a:xfrm>
            <a:off x="1591869" y="571378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3056"/>
                </a:lnTo>
                <a:lnTo>
                  <a:pt x="13856" y="6113"/>
                </a:lnTo>
                <a:lnTo>
                  <a:pt x="15390" y="9180"/>
                </a:lnTo>
                <a:lnTo>
                  <a:pt x="16929" y="12258"/>
                </a:lnTo>
                <a:lnTo>
                  <a:pt x="18479" y="15352"/>
                </a:lnTo>
                <a:lnTo>
                  <a:pt x="20034" y="18463"/>
                </a:lnTo>
                <a:lnTo>
                  <a:pt x="21600" y="21600"/>
                </a:lnTo>
                <a:lnTo>
                  <a:pt x="14467" y="20255"/>
                </a:lnTo>
                <a:lnTo>
                  <a:pt x="9553" y="19289"/>
                </a:lnTo>
                <a:lnTo>
                  <a:pt x="6242" y="18554"/>
                </a:lnTo>
                <a:lnTo>
                  <a:pt x="3947" y="17890"/>
                </a:lnTo>
                <a:lnTo>
                  <a:pt x="2068" y="17156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673" y="4061"/>
                </a:lnTo>
                <a:lnTo>
                  <a:pt x="5362" y="2722"/>
                </a:lnTo>
                <a:lnTo>
                  <a:pt x="8062" y="1366"/>
                </a:lnTo>
                <a:lnTo>
                  <a:pt x="10800" y="0"/>
                </a:lnTo>
                <a:close/>
              </a:path>
            </a:pathLst>
          </a:custGeom>
          <a:solidFill>
            <a:srgbClr val="1211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3" name="contour_18521"/>
          <p:cNvSpPr/>
          <p:nvPr/>
        </p:nvSpPr>
        <p:spPr>
          <a:xfrm>
            <a:off x="5082817" y="569920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050" y="2799"/>
                </a:lnTo>
                <a:lnTo>
                  <a:pt x="18473" y="5590"/>
                </a:lnTo>
                <a:lnTo>
                  <a:pt x="16875" y="8372"/>
                </a:lnTo>
                <a:lnTo>
                  <a:pt x="15557" y="10705"/>
                </a:lnTo>
                <a:lnTo>
                  <a:pt x="14218" y="13077"/>
                </a:lnTo>
                <a:lnTo>
                  <a:pt x="11848" y="15651"/>
                </a:lnTo>
                <a:lnTo>
                  <a:pt x="9423" y="17587"/>
                </a:lnTo>
                <a:lnTo>
                  <a:pt x="6761" y="19090"/>
                </a:lnTo>
                <a:lnTo>
                  <a:pt x="3683" y="20360"/>
                </a:lnTo>
                <a:lnTo>
                  <a:pt x="0" y="21600"/>
                </a:lnTo>
                <a:lnTo>
                  <a:pt x="1150" y="18891"/>
                </a:lnTo>
                <a:lnTo>
                  <a:pt x="2322" y="16187"/>
                </a:lnTo>
                <a:lnTo>
                  <a:pt x="3515" y="13491"/>
                </a:lnTo>
                <a:lnTo>
                  <a:pt x="4725" y="10800"/>
                </a:lnTo>
                <a:lnTo>
                  <a:pt x="5600" y="8791"/>
                </a:lnTo>
                <a:lnTo>
                  <a:pt x="6485" y="6774"/>
                </a:lnTo>
                <a:lnTo>
                  <a:pt x="7382" y="4726"/>
                </a:lnTo>
                <a:lnTo>
                  <a:pt x="9077" y="2380"/>
                </a:lnTo>
                <a:lnTo>
                  <a:pt x="10800" y="0"/>
                </a:lnTo>
                <a:close/>
              </a:path>
            </a:pathLst>
          </a:custGeom>
          <a:solidFill>
            <a:srgbClr val="A98E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4" name="contour_18522"/>
          <p:cNvSpPr/>
          <p:nvPr/>
        </p:nvSpPr>
        <p:spPr>
          <a:xfrm>
            <a:off x="1118149" y="570649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388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5" name="contour_18523"/>
          <p:cNvSpPr/>
          <p:nvPr/>
        </p:nvSpPr>
        <p:spPr>
          <a:xfrm>
            <a:off x="8741389" y="569920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A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6" name="contour_18524"/>
          <p:cNvSpPr/>
          <p:nvPr/>
        </p:nvSpPr>
        <p:spPr>
          <a:xfrm>
            <a:off x="10774738" y="5670057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06"/>
                </a:lnTo>
                <a:lnTo>
                  <a:pt x="5416" y="2227"/>
                </a:lnTo>
                <a:lnTo>
                  <a:pt x="8111" y="3369"/>
                </a:lnTo>
                <a:lnTo>
                  <a:pt x="10800" y="4522"/>
                </a:lnTo>
                <a:lnTo>
                  <a:pt x="13813" y="5782"/>
                </a:lnTo>
                <a:lnTo>
                  <a:pt x="16875" y="7064"/>
                </a:lnTo>
                <a:lnTo>
                  <a:pt x="19224" y="8687"/>
                </a:lnTo>
                <a:lnTo>
                  <a:pt x="21600" y="10335"/>
                </a:lnTo>
                <a:lnTo>
                  <a:pt x="21600" y="13751"/>
                </a:lnTo>
                <a:lnTo>
                  <a:pt x="21600" y="17187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926" y="17332"/>
                </a:lnTo>
                <a:lnTo>
                  <a:pt x="2759" y="13968"/>
                </a:lnTo>
                <a:lnTo>
                  <a:pt x="1836" y="10562"/>
                </a:lnTo>
                <a:lnTo>
                  <a:pt x="1107" y="7105"/>
                </a:lnTo>
                <a:lnTo>
                  <a:pt x="513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7574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7" name="contour_18525"/>
          <p:cNvSpPr/>
          <p:nvPr/>
        </p:nvSpPr>
        <p:spPr>
          <a:xfrm>
            <a:off x="7378534" y="568463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047" y="18052"/>
                </a:lnTo>
                <a:lnTo>
                  <a:pt x="3881" y="15250"/>
                </a:lnTo>
                <a:lnTo>
                  <a:pt x="2700" y="10800"/>
                </a:lnTo>
                <a:lnTo>
                  <a:pt x="1886" y="7787"/>
                </a:lnTo>
                <a:lnTo>
                  <a:pt x="1066" y="4725"/>
                </a:lnTo>
                <a:lnTo>
                  <a:pt x="533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5856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8" name="contour_18526"/>
          <p:cNvSpPr/>
          <p:nvPr/>
        </p:nvSpPr>
        <p:spPr>
          <a:xfrm>
            <a:off x="1526277" y="5677345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447" y="20709"/>
                </a:lnTo>
                <a:lnTo>
                  <a:pt x="13994" y="19818"/>
                </a:lnTo>
                <a:lnTo>
                  <a:pt x="10526" y="18922"/>
                </a:lnTo>
                <a:lnTo>
                  <a:pt x="7042" y="18020"/>
                </a:lnTo>
                <a:lnTo>
                  <a:pt x="3536" y="17113"/>
                </a:lnTo>
                <a:lnTo>
                  <a:pt x="0" y="16200"/>
                </a:lnTo>
                <a:lnTo>
                  <a:pt x="1034" y="12992"/>
                </a:lnTo>
                <a:lnTo>
                  <a:pt x="2074" y="9774"/>
                </a:lnTo>
                <a:lnTo>
                  <a:pt x="3113" y="6545"/>
                </a:lnTo>
                <a:lnTo>
                  <a:pt x="4163" y="3289"/>
                </a:lnTo>
                <a:lnTo>
                  <a:pt x="5224" y="0"/>
                </a:lnTo>
                <a:close/>
              </a:path>
            </a:pathLst>
          </a:custGeom>
          <a:solidFill>
            <a:srgbClr val="3332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29" name="contour_18527"/>
          <p:cNvSpPr/>
          <p:nvPr/>
        </p:nvSpPr>
        <p:spPr>
          <a:xfrm>
            <a:off x="6779935" y="5670057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A797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0" name="contour_18528"/>
          <p:cNvSpPr/>
          <p:nvPr/>
        </p:nvSpPr>
        <p:spPr>
          <a:xfrm>
            <a:off x="1803221" y="567734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B38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1" name="contour_18529"/>
          <p:cNvSpPr/>
          <p:nvPr/>
        </p:nvSpPr>
        <p:spPr>
          <a:xfrm>
            <a:off x="556318" y="5662755"/>
            <a:ext cx="29808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"/>
                </a:moveTo>
                <a:lnTo>
                  <a:pt x="20470" y="2720"/>
                </a:lnTo>
                <a:lnTo>
                  <a:pt x="19324" y="5424"/>
                </a:lnTo>
                <a:lnTo>
                  <a:pt x="18157" y="8118"/>
                </a:lnTo>
                <a:lnTo>
                  <a:pt x="16979" y="10805"/>
                </a:lnTo>
                <a:lnTo>
                  <a:pt x="15690" y="13817"/>
                </a:lnTo>
                <a:lnTo>
                  <a:pt x="14381" y="16877"/>
                </a:lnTo>
                <a:lnTo>
                  <a:pt x="12722" y="19220"/>
                </a:lnTo>
                <a:lnTo>
                  <a:pt x="11038" y="21600"/>
                </a:lnTo>
                <a:lnTo>
                  <a:pt x="7547" y="21600"/>
                </a:lnTo>
                <a:lnTo>
                  <a:pt x="4035" y="21600"/>
                </a:lnTo>
                <a:lnTo>
                  <a:pt x="475" y="21600"/>
                </a:lnTo>
                <a:lnTo>
                  <a:pt x="158" y="17746"/>
                </a:lnTo>
                <a:lnTo>
                  <a:pt x="0" y="14978"/>
                </a:lnTo>
                <a:lnTo>
                  <a:pt x="0" y="12516"/>
                </a:lnTo>
                <a:lnTo>
                  <a:pt x="158" y="9586"/>
                </a:lnTo>
                <a:lnTo>
                  <a:pt x="475" y="5408"/>
                </a:lnTo>
                <a:lnTo>
                  <a:pt x="3934" y="2947"/>
                </a:lnTo>
                <a:lnTo>
                  <a:pt x="7087" y="1366"/>
                </a:lnTo>
                <a:lnTo>
                  <a:pt x="10182" y="480"/>
                </a:lnTo>
                <a:lnTo>
                  <a:pt x="13462" y="92"/>
                </a:lnTo>
                <a:lnTo>
                  <a:pt x="17185" y="0"/>
                </a:lnTo>
                <a:lnTo>
                  <a:pt x="21600" y="11"/>
                </a:lnTo>
                <a:close/>
              </a:path>
            </a:pathLst>
          </a:custGeom>
          <a:solidFill>
            <a:srgbClr val="2425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2" name="contour_18530"/>
          <p:cNvSpPr/>
          <p:nvPr/>
        </p:nvSpPr>
        <p:spPr>
          <a:xfrm>
            <a:off x="10884685" y="5662769"/>
            <a:ext cx="28525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44" y="0"/>
                </a:moveTo>
                <a:lnTo>
                  <a:pt x="6071" y="1435"/>
                </a:lnTo>
                <a:lnTo>
                  <a:pt x="7114" y="2894"/>
                </a:lnTo>
                <a:lnTo>
                  <a:pt x="9470" y="4866"/>
                </a:lnTo>
                <a:lnTo>
                  <a:pt x="11865" y="6316"/>
                </a:lnTo>
                <a:lnTo>
                  <a:pt x="14531" y="7418"/>
                </a:lnTo>
                <a:lnTo>
                  <a:pt x="17698" y="8341"/>
                </a:lnTo>
                <a:lnTo>
                  <a:pt x="21600" y="9257"/>
                </a:lnTo>
                <a:lnTo>
                  <a:pt x="17952" y="9257"/>
                </a:lnTo>
                <a:lnTo>
                  <a:pt x="14282" y="9257"/>
                </a:lnTo>
                <a:lnTo>
                  <a:pt x="10563" y="9257"/>
                </a:lnTo>
                <a:lnTo>
                  <a:pt x="8913" y="11284"/>
                </a:lnTo>
                <a:lnTo>
                  <a:pt x="8019" y="12886"/>
                </a:lnTo>
                <a:lnTo>
                  <a:pt x="7114" y="15429"/>
                </a:lnTo>
                <a:lnTo>
                  <a:pt x="6490" y="17150"/>
                </a:lnTo>
                <a:lnTo>
                  <a:pt x="5861" y="18900"/>
                </a:lnTo>
                <a:lnTo>
                  <a:pt x="5657" y="19570"/>
                </a:lnTo>
                <a:lnTo>
                  <a:pt x="5044" y="21600"/>
                </a:lnTo>
                <a:lnTo>
                  <a:pt x="4244" y="19770"/>
                </a:lnTo>
                <a:lnTo>
                  <a:pt x="3460" y="17940"/>
                </a:lnTo>
                <a:lnTo>
                  <a:pt x="2699" y="16107"/>
                </a:lnTo>
                <a:lnTo>
                  <a:pt x="1943" y="14271"/>
                </a:lnTo>
                <a:lnTo>
                  <a:pt x="1076" y="12226"/>
                </a:lnTo>
                <a:lnTo>
                  <a:pt x="193" y="10149"/>
                </a:lnTo>
                <a:lnTo>
                  <a:pt x="0" y="7733"/>
                </a:lnTo>
                <a:lnTo>
                  <a:pt x="353" y="5721"/>
                </a:lnTo>
                <a:lnTo>
                  <a:pt x="1291" y="3903"/>
                </a:lnTo>
                <a:lnTo>
                  <a:pt x="2842" y="2067"/>
                </a:lnTo>
                <a:lnTo>
                  <a:pt x="5044" y="0"/>
                </a:lnTo>
                <a:close/>
              </a:path>
            </a:pathLst>
          </a:custGeom>
          <a:solidFill>
            <a:srgbClr val="BAB5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3" name="contour_18531"/>
          <p:cNvSpPr/>
          <p:nvPr/>
        </p:nvSpPr>
        <p:spPr>
          <a:xfrm>
            <a:off x="8158349" y="565548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3056"/>
                </a:lnTo>
                <a:lnTo>
                  <a:pt x="13856" y="6113"/>
                </a:lnTo>
                <a:lnTo>
                  <a:pt x="15390" y="9180"/>
                </a:lnTo>
                <a:lnTo>
                  <a:pt x="16929" y="12258"/>
                </a:lnTo>
                <a:lnTo>
                  <a:pt x="18479" y="15352"/>
                </a:lnTo>
                <a:lnTo>
                  <a:pt x="20034" y="18463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782" y="13527"/>
                </a:lnTo>
                <a:lnTo>
                  <a:pt x="3569" y="10849"/>
                </a:lnTo>
                <a:lnTo>
                  <a:pt x="5362" y="8159"/>
                </a:lnTo>
                <a:lnTo>
                  <a:pt x="7160" y="5459"/>
                </a:lnTo>
                <a:lnTo>
                  <a:pt x="8975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5757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4" name="contour_18532"/>
          <p:cNvSpPr/>
          <p:nvPr/>
        </p:nvSpPr>
        <p:spPr>
          <a:xfrm>
            <a:off x="4179106" y="567005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69"/>
                </a:lnTo>
                <a:lnTo>
                  <a:pt x="13781" y="2144"/>
                </a:lnTo>
                <a:lnTo>
                  <a:pt x="16364" y="3218"/>
                </a:lnTo>
                <a:lnTo>
                  <a:pt x="18969" y="4304"/>
                </a:lnTo>
                <a:lnTo>
                  <a:pt x="21600" y="5400"/>
                </a:lnTo>
                <a:lnTo>
                  <a:pt x="20516" y="6215"/>
                </a:lnTo>
                <a:lnTo>
                  <a:pt x="19513" y="6966"/>
                </a:lnTo>
                <a:lnTo>
                  <a:pt x="18425" y="7781"/>
                </a:lnTo>
                <a:lnTo>
                  <a:pt x="17064" y="8802"/>
                </a:lnTo>
                <a:lnTo>
                  <a:pt x="15258" y="10157"/>
                </a:lnTo>
                <a:lnTo>
                  <a:pt x="12826" y="11983"/>
                </a:lnTo>
                <a:lnTo>
                  <a:pt x="9590" y="14407"/>
                </a:lnTo>
                <a:lnTo>
                  <a:pt x="5374" y="17572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7C5B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5" name="contour_18533"/>
          <p:cNvSpPr/>
          <p:nvPr/>
        </p:nvSpPr>
        <p:spPr>
          <a:xfrm>
            <a:off x="2029148" y="566276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26"/>
                </a:lnTo>
                <a:lnTo>
                  <a:pt x="6860" y="1058"/>
                </a:lnTo>
                <a:lnTo>
                  <a:pt x="8618" y="1793"/>
                </a:lnTo>
                <a:lnTo>
                  <a:pt x="11340" y="2923"/>
                </a:lnTo>
                <a:lnTo>
                  <a:pt x="15509" y="4658"/>
                </a:lnTo>
                <a:lnTo>
                  <a:pt x="21600" y="7200"/>
                </a:lnTo>
                <a:lnTo>
                  <a:pt x="17660" y="11952"/>
                </a:lnTo>
                <a:lnTo>
                  <a:pt x="14580" y="15523"/>
                </a:lnTo>
                <a:lnTo>
                  <a:pt x="12109" y="18086"/>
                </a:lnTo>
                <a:lnTo>
                  <a:pt x="9988" y="19800"/>
                </a:lnTo>
                <a:lnTo>
                  <a:pt x="7975" y="20844"/>
                </a:lnTo>
                <a:lnTo>
                  <a:pt x="5806" y="21377"/>
                </a:lnTo>
                <a:lnTo>
                  <a:pt x="3231" y="21571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AC9A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6" name="contour_18534"/>
          <p:cNvSpPr/>
          <p:nvPr/>
        </p:nvSpPr>
        <p:spPr>
          <a:xfrm>
            <a:off x="7721070" y="564819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42"/>
                </a:lnTo>
                <a:lnTo>
                  <a:pt x="18373" y="17950"/>
                </a:lnTo>
                <a:lnTo>
                  <a:pt x="17280" y="21600"/>
                </a:lnTo>
                <a:lnTo>
                  <a:pt x="14196" y="20246"/>
                </a:lnTo>
                <a:lnTo>
                  <a:pt x="11979" y="19195"/>
                </a:lnTo>
                <a:lnTo>
                  <a:pt x="10009" y="18101"/>
                </a:lnTo>
                <a:lnTo>
                  <a:pt x="7664" y="16618"/>
                </a:lnTo>
                <a:lnTo>
                  <a:pt x="4320" y="14400"/>
                </a:lnTo>
                <a:lnTo>
                  <a:pt x="3249" y="10836"/>
                </a:lnTo>
                <a:lnTo>
                  <a:pt x="2177" y="7258"/>
                </a:lnTo>
                <a:lnTo>
                  <a:pt x="1093" y="3650"/>
                </a:lnTo>
                <a:lnTo>
                  <a:pt x="0" y="0"/>
                </a:lnTo>
                <a:close/>
              </a:path>
            </a:pathLst>
          </a:custGeom>
          <a:solidFill>
            <a:srgbClr val="E2CE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7" name="contour_18535"/>
          <p:cNvSpPr/>
          <p:nvPr/>
        </p:nvSpPr>
        <p:spPr>
          <a:xfrm>
            <a:off x="6984983" y="564819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093"/>
                </a:lnTo>
                <a:lnTo>
                  <a:pt x="21600" y="8199"/>
                </a:lnTo>
                <a:lnTo>
                  <a:pt x="21600" y="12319"/>
                </a:lnTo>
                <a:lnTo>
                  <a:pt x="21600" y="16474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575" y="15544"/>
                </a:lnTo>
                <a:lnTo>
                  <a:pt x="2381" y="11906"/>
                </a:lnTo>
                <a:lnTo>
                  <a:pt x="1561" y="8764"/>
                </a:lnTo>
                <a:lnTo>
                  <a:pt x="853" y="5126"/>
                </a:lnTo>
                <a:lnTo>
                  <a:pt x="0" y="0"/>
                </a:lnTo>
                <a:close/>
              </a:path>
            </a:pathLst>
          </a:custGeom>
          <a:solidFill>
            <a:srgbClr val="E5E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8" name="contour_18536"/>
          <p:cNvSpPr/>
          <p:nvPr/>
        </p:nvSpPr>
        <p:spPr>
          <a:xfrm>
            <a:off x="2102028" y="564819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342E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39" name="contour_18537"/>
          <p:cNvSpPr/>
          <p:nvPr/>
        </p:nvSpPr>
        <p:spPr>
          <a:xfrm>
            <a:off x="5702296" y="5640905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E3E6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0" name="contour_18538"/>
          <p:cNvSpPr/>
          <p:nvPr/>
        </p:nvSpPr>
        <p:spPr>
          <a:xfrm>
            <a:off x="1460685" y="564819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F29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1" name="contour_18539"/>
          <p:cNvSpPr/>
          <p:nvPr/>
        </p:nvSpPr>
        <p:spPr>
          <a:xfrm>
            <a:off x="8180213" y="5639922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D7D8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2" name="contour_18540"/>
          <p:cNvSpPr/>
          <p:nvPr/>
        </p:nvSpPr>
        <p:spPr>
          <a:xfrm>
            <a:off x="5476368" y="563361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9" y="2138"/>
                </a:lnTo>
                <a:lnTo>
                  <a:pt x="8078" y="4285"/>
                </a:lnTo>
                <a:lnTo>
                  <a:pt x="9434" y="6450"/>
                </a:lnTo>
                <a:lnTo>
                  <a:pt x="10800" y="8640"/>
                </a:lnTo>
                <a:lnTo>
                  <a:pt x="13473" y="9711"/>
                </a:lnTo>
                <a:lnTo>
                  <a:pt x="16157" y="10783"/>
                </a:lnTo>
                <a:lnTo>
                  <a:pt x="18862" y="11867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3F3C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3" name="contour_18541"/>
          <p:cNvSpPr/>
          <p:nvPr/>
        </p:nvSpPr>
        <p:spPr>
          <a:xfrm>
            <a:off x="3676234" y="5640905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1353"/>
                </a:lnTo>
                <a:lnTo>
                  <a:pt x="15084" y="2712"/>
                </a:lnTo>
                <a:lnTo>
                  <a:pt x="17237" y="4071"/>
                </a:lnTo>
                <a:lnTo>
                  <a:pt x="19408" y="5444"/>
                </a:lnTo>
                <a:lnTo>
                  <a:pt x="21600" y="6831"/>
                </a:lnTo>
                <a:lnTo>
                  <a:pt x="20855" y="10855"/>
                </a:lnTo>
                <a:lnTo>
                  <a:pt x="20232" y="13621"/>
                </a:lnTo>
                <a:lnTo>
                  <a:pt x="19393" y="16408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0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796" y="20118"/>
                </a:lnTo>
                <a:lnTo>
                  <a:pt x="2196" y="19455"/>
                </a:lnTo>
                <a:lnTo>
                  <a:pt x="5400" y="17932"/>
                </a:lnTo>
                <a:lnTo>
                  <a:pt x="7186" y="16524"/>
                </a:lnTo>
                <a:lnTo>
                  <a:pt x="8978" y="15097"/>
                </a:lnTo>
                <a:lnTo>
                  <a:pt x="10800" y="13662"/>
                </a:lnTo>
                <a:lnTo>
                  <a:pt x="10800" y="9147"/>
                </a:lnTo>
                <a:lnTo>
                  <a:pt x="10800" y="4604"/>
                </a:lnTo>
                <a:lnTo>
                  <a:pt x="10800" y="0"/>
                </a:lnTo>
                <a:close/>
              </a:path>
            </a:pathLst>
          </a:custGeom>
          <a:solidFill>
            <a:srgbClr val="7E6A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4" name="contour_18542"/>
          <p:cNvSpPr/>
          <p:nvPr/>
        </p:nvSpPr>
        <p:spPr>
          <a:xfrm>
            <a:off x="7597174" y="5625069"/>
            <a:ext cx="43728" cy="2312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78"/>
                </a:moveTo>
                <a:lnTo>
                  <a:pt x="6188" y="504"/>
                </a:lnTo>
                <a:lnTo>
                  <a:pt x="8755" y="129"/>
                </a:lnTo>
                <a:lnTo>
                  <a:pt x="11311" y="0"/>
                </a:lnTo>
                <a:lnTo>
                  <a:pt x="13864" y="82"/>
                </a:lnTo>
                <a:lnTo>
                  <a:pt x="16423" y="334"/>
                </a:lnTo>
                <a:lnTo>
                  <a:pt x="18997" y="715"/>
                </a:lnTo>
                <a:lnTo>
                  <a:pt x="21600" y="1178"/>
                </a:lnTo>
                <a:lnTo>
                  <a:pt x="19922" y="3751"/>
                </a:lnTo>
                <a:lnTo>
                  <a:pt x="18238" y="6310"/>
                </a:lnTo>
                <a:lnTo>
                  <a:pt x="16546" y="8856"/>
                </a:lnTo>
                <a:lnTo>
                  <a:pt x="14850" y="11389"/>
                </a:lnTo>
                <a:lnTo>
                  <a:pt x="12967" y="14241"/>
                </a:lnTo>
                <a:lnTo>
                  <a:pt x="11052" y="17134"/>
                </a:lnTo>
                <a:lnTo>
                  <a:pt x="9115" y="19313"/>
                </a:lnTo>
                <a:lnTo>
                  <a:pt x="7571" y="20633"/>
                </a:lnTo>
                <a:lnTo>
                  <a:pt x="5890" y="21314"/>
                </a:lnTo>
                <a:lnTo>
                  <a:pt x="3546" y="21566"/>
                </a:lnTo>
                <a:lnTo>
                  <a:pt x="0" y="21600"/>
                </a:lnTo>
                <a:lnTo>
                  <a:pt x="353" y="16535"/>
                </a:lnTo>
                <a:lnTo>
                  <a:pt x="716" y="12941"/>
                </a:lnTo>
                <a:lnTo>
                  <a:pt x="1264" y="9837"/>
                </a:lnTo>
                <a:lnTo>
                  <a:pt x="2167" y="6242"/>
                </a:lnTo>
                <a:lnTo>
                  <a:pt x="3600" y="1178"/>
                </a:lnTo>
                <a:close/>
              </a:path>
            </a:pathLst>
          </a:custGeom>
          <a:solidFill>
            <a:srgbClr val="CED1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5" name="contour_18543"/>
          <p:cNvSpPr/>
          <p:nvPr/>
        </p:nvSpPr>
        <p:spPr>
          <a:xfrm>
            <a:off x="6977695" y="562632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4B0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6" name="contour_18544"/>
          <p:cNvSpPr/>
          <p:nvPr/>
        </p:nvSpPr>
        <p:spPr>
          <a:xfrm>
            <a:off x="7626326" y="5604465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4069" y="653"/>
                </a:lnTo>
                <a:lnTo>
                  <a:pt x="16340" y="1436"/>
                </a:lnTo>
                <a:lnTo>
                  <a:pt x="18363" y="2851"/>
                </a:lnTo>
                <a:lnTo>
                  <a:pt x="21125" y="5400"/>
                </a:lnTo>
                <a:lnTo>
                  <a:pt x="21442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42" y="17744"/>
                </a:lnTo>
                <a:lnTo>
                  <a:pt x="21125" y="21600"/>
                </a:lnTo>
                <a:lnTo>
                  <a:pt x="18136" y="20072"/>
                </a:lnTo>
                <a:lnTo>
                  <a:pt x="15146" y="18544"/>
                </a:lnTo>
                <a:lnTo>
                  <a:pt x="12147" y="17010"/>
                </a:lnTo>
                <a:lnTo>
                  <a:pt x="9136" y="15471"/>
                </a:lnTo>
                <a:lnTo>
                  <a:pt x="6110" y="13921"/>
                </a:lnTo>
                <a:lnTo>
                  <a:pt x="3068" y="12366"/>
                </a:lnTo>
                <a:lnTo>
                  <a:pt x="0" y="10800"/>
                </a:lnTo>
                <a:lnTo>
                  <a:pt x="2762" y="7403"/>
                </a:lnTo>
                <a:lnTo>
                  <a:pt x="4785" y="5146"/>
                </a:lnTo>
                <a:lnTo>
                  <a:pt x="7056" y="3019"/>
                </a:lnTo>
                <a:lnTo>
                  <a:pt x="10562" y="0"/>
                </a:lnTo>
                <a:close/>
              </a:path>
            </a:pathLst>
          </a:custGeom>
          <a:solidFill>
            <a:srgbClr val="3E3C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7" name="contour_18545"/>
          <p:cNvSpPr/>
          <p:nvPr/>
        </p:nvSpPr>
        <p:spPr>
          <a:xfrm>
            <a:off x="4514353" y="5611753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2673"/>
                </a:lnTo>
                <a:lnTo>
                  <a:pt x="17971" y="5357"/>
                </a:lnTo>
                <a:lnTo>
                  <a:pt x="19775" y="8062"/>
                </a:lnTo>
                <a:lnTo>
                  <a:pt x="21600" y="10800"/>
                </a:lnTo>
                <a:lnTo>
                  <a:pt x="19969" y="14197"/>
                </a:lnTo>
                <a:lnTo>
                  <a:pt x="18677" y="16454"/>
                </a:lnTo>
                <a:lnTo>
                  <a:pt x="17042" y="18581"/>
                </a:lnTo>
                <a:lnTo>
                  <a:pt x="14400" y="21600"/>
                </a:lnTo>
                <a:lnTo>
                  <a:pt x="11876" y="21136"/>
                </a:lnTo>
                <a:lnTo>
                  <a:pt x="9468" y="20450"/>
                </a:lnTo>
                <a:lnTo>
                  <a:pt x="7128" y="19580"/>
                </a:lnTo>
                <a:lnTo>
                  <a:pt x="4806" y="18560"/>
                </a:lnTo>
                <a:lnTo>
                  <a:pt x="2444" y="17420"/>
                </a:lnTo>
                <a:lnTo>
                  <a:pt x="0" y="16200"/>
                </a:lnTo>
                <a:lnTo>
                  <a:pt x="1710" y="16535"/>
                </a:lnTo>
                <a:lnTo>
                  <a:pt x="3431" y="16875"/>
                </a:lnTo>
                <a:lnTo>
                  <a:pt x="5177" y="17215"/>
                </a:lnTo>
                <a:lnTo>
                  <a:pt x="6001" y="17064"/>
                </a:lnTo>
                <a:lnTo>
                  <a:pt x="7459" y="16805"/>
                </a:lnTo>
                <a:lnTo>
                  <a:pt x="10800" y="16200"/>
                </a:lnTo>
                <a:lnTo>
                  <a:pt x="12017" y="12182"/>
                </a:lnTo>
                <a:lnTo>
                  <a:pt x="12812" y="9331"/>
                </a:lnTo>
                <a:lnTo>
                  <a:pt x="13360" y="6869"/>
                </a:lnTo>
                <a:lnTo>
                  <a:pt x="13831" y="4018"/>
                </a:lnTo>
                <a:lnTo>
                  <a:pt x="14400" y="0"/>
                </a:lnTo>
                <a:close/>
              </a:path>
            </a:pathLst>
          </a:custGeom>
          <a:solidFill>
            <a:srgbClr val="E0E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8" name="contour_18546"/>
          <p:cNvSpPr/>
          <p:nvPr/>
        </p:nvSpPr>
        <p:spPr>
          <a:xfrm>
            <a:off x="7866830" y="560446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ABD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49" name="contour_18547"/>
          <p:cNvSpPr/>
          <p:nvPr/>
        </p:nvSpPr>
        <p:spPr>
          <a:xfrm>
            <a:off x="7167182" y="561175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851" y="2020"/>
                </a:lnTo>
                <a:lnTo>
                  <a:pt x="11399" y="3548"/>
                </a:lnTo>
                <a:lnTo>
                  <a:pt x="13500" y="4892"/>
                </a:lnTo>
                <a:lnTo>
                  <a:pt x="15601" y="6350"/>
                </a:lnTo>
                <a:lnTo>
                  <a:pt x="1814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9873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0" name="contour_18548"/>
          <p:cNvSpPr/>
          <p:nvPr/>
        </p:nvSpPr>
        <p:spPr>
          <a:xfrm>
            <a:off x="1183741" y="559717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9AD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1" name="contour_18549"/>
          <p:cNvSpPr/>
          <p:nvPr/>
        </p:nvSpPr>
        <p:spPr>
          <a:xfrm>
            <a:off x="10911949" y="5582601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" y="0"/>
                </a:moveTo>
                <a:lnTo>
                  <a:pt x="3751" y="1678"/>
                </a:lnTo>
                <a:lnTo>
                  <a:pt x="6310" y="3362"/>
                </a:lnTo>
                <a:lnTo>
                  <a:pt x="8856" y="5054"/>
                </a:lnTo>
                <a:lnTo>
                  <a:pt x="11389" y="6750"/>
                </a:lnTo>
                <a:lnTo>
                  <a:pt x="12818" y="7693"/>
                </a:lnTo>
                <a:lnTo>
                  <a:pt x="17134" y="10548"/>
                </a:lnTo>
                <a:lnTo>
                  <a:pt x="19313" y="12485"/>
                </a:lnTo>
                <a:lnTo>
                  <a:pt x="20633" y="14029"/>
                </a:lnTo>
                <a:lnTo>
                  <a:pt x="21314" y="15710"/>
                </a:lnTo>
                <a:lnTo>
                  <a:pt x="21566" y="18054"/>
                </a:lnTo>
                <a:lnTo>
                  <a:pt x="21600" y="21600"/>
                </a:lnTo>
                <a:lnTo>
                  <a:pt x="16535" y="21247"/>
                </a:lnTo>
                <a:lnTo>
                  <a:pt x="12941" y="20884"/>
                </a:lnTo>
                <a:lnTo>
                  <a:pt x="9837" y="20336"/>
                </a:lnTo>
                <a:lnTo>
                  <a:pt x="6242" y="19433"/>
                </a:lnTo>
                <a:lnTo>
                  <a:pt x="1178" y="18000"/>
                </a:lnTo>
                <a:lnTo>
                  <a:pt x="504" y="15412"/>
                </a:lnTo>
                <a:lnTo>
                  <a:pt x="129" y="12845"/>
                </a:lnTo>
                <a:lnTo>
                  <a:pt x="0" y="10289"/>
                </a:lnTo>
                <a:lnTo>
                  <a:pt x="82" y="7736"/>
                </a:lnTo>
                <a:lnTo>
                  <a:pt x="334" y="5177"/>
                </a:lnTo>
                <a:lnTo>
                  <a:pt x="715" y="2603"/>
                </a:lnTo>
                <a:lnTo>
                  <a:pt x="1178" y="0"/>
                </a:lnTo>
                <a:close/>
              </a:path>
            </a:pathLst>
          </a:custGeom>
          <a:solidFill>
            <a:srgbClr val="F5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2" name="contour_18550"/>
          <p:cNvSpPr/>
          <p:nvPr/>
        </p:nvSpPr>
        <p:spPr>
          <a:xfrm>
            <a:off x="5439928" y="55971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478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3" name="contour_18551"/>
          <p:cNvSpPr/>
          <p:nvPr/>
        </p:nvSpPr>
        <p:spPr>
          <a:xfrm>
            <a:off x="4259988" y="5604465"/>
            <a:ext cx="21150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14" y="0"/>
                </a:moveTo>
                <a:lnTo>
                  <a:pt x="11232" y="745"/>
                </a:lnTo>
                <a:lnTo>
                  <a:pt x="14283" y="1368"/>
                </a:lnTo>
                <a:lnTo>
                  <a:pt x="17276" y="2207"/>
                </a:lnTo>
                <a:lnTo>
                  <a:pt x="21600" y="3600"/>
                </a:lnTo>
                <a:lnTo>
                  <a:pt x="21459" y="6156"/>
                </a:lnTo>
                <a:lnTo>
                  <a:pt x="21124" y="7967"/>
                </a:lnTo>
                <a:lnTo>
                  <a:pt x="20327" y="9904"/>
                </a:lnTo>
                <a:lnTo>
                  <a:pt x="18809" y="12823"/>
                </a:lnTo>
                <a:lnTo>
                  <a:pt x="17566" y="15289"/>
                </a:lnTo>
                <a:lnTo>
                  <a:pt x="16308" y="17788"/>
                </a:lnTo>
                <a:lnTo>
                  <a:pt x="15244" y="19681"/>
                </a:lnTo>
                <a:lnTo>
                  <a:pt x="14157" y="21600"/>
                </a:lnTo>
                <a:lnTo>
                  <a:pt x="12140" y="19922"/>
                </a:lnTo>
                <a:lnTo>
                  <a:pt x="10152" y="18238"/>
                </a:lnTo>
                <a:lnTo>
                  <a:pt x="8195" y="16546"/>
                </a:lnTo>
                <a:lnTo>
                  <a:pt x="6252" y="14850"/>
                </a:lnTo>
                <a:lnTo>
                  <a:pt x="4042" y="12967"/>
                </a:lnTo>
                <a:lnTo>
                  <a:pt x="1801" y="11052"/>
                </a:lnTo>
                <a:lnTo>
                  <a:pt x="387" y="8762"/>
                </a:lnTo>
                <a:lnTo>
                  <a:pt x="0" y="7171"/>
                </a:lnTo>
                <a:lnTo>
                  <a:pt x="692" y="5540"/>
                </a:lnTo>
                <a:lnTo>
                  <a:pt x="2553" y="3121"/>
                </a:lnTo>
                <a:lnTo>
                  <a:pt x="4622" y="1573"/>
                </a:lnTo>
                <a:lnTo>
                  <a:pt x="6714" y="0"/>
                </a:lnTo>
                <a:close/>
              </a:path>
            </a:pathLst>
          </a:custGeom>
          <a:solidFill>
            <a:srgbClr val="EE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4" name="contour_18552"/>
          <p:cNvSpPr/>
          <p:nvPr/>
        </p:nvSpPr>
        <p:spPr>
          <a:xfrm>
            <a:off x="1387805" y="558988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051" y="2408"/>
                </a:lnTo>
                <a:lnTo>
                  <a:pt x="13319" y="4963"/>
                </a:lnTo>
                <a:lnTo>
                  <a:pt x="15483" y="7630"/>
                </a:lnTo>
                <a:lnTo>
                  <a:pt x="17561" y="10406"/>
                </a:lnTo>
                <a:lnTo>
                  <a:pt x="19591" y="13268"/>
                </a:lnTo>
                <a:lnTo>
                  <a:pt x="21600" y="16200"/>
                </a:lnTo>
                <a:lnTo>
                  <a:pt x="19492" y="18376"/>
                </a:lnTo>
                <a:lnTo>
                  <a:pt x="17889" y="19661"/>
                </a:lnTo>
                <a:lnTo>
                  <a:pt x="15984" y="20569"/>
                </a:lnTo>
                <a:lnTo>
                  <a:pt x="12960" y="21600"/>
                </a:lnTo>
                <a:lnTo>
                  <a:pt x="10549" y="19192"/>
                </a:lnTo>
                <a:lnTo>
                  <a:pt x="8281" y="16637"/>
                </a:lnTo>
                <a:lnTo>
                  <a:pt x="6117" y="13970"/>
                </a:lnTo>
                <a:lnTo>
                  <a:pt x="4039" y="11194"/>
                </a:lnTo>
                <a:lnTo>
                  <a:pt x="2009" y="8332"/>
                </a:lnTo>
                <a:lnTo>
                  <a:pt x="0" y="5400"/>
                </a:lnTo>
                <a:lnTo>
                  <a:pt x="2108" y="3224"/>
                </a:lnTo>
                <a:lnTo>
                  <a:pt x="3711" y="1939"/>
                </a:lnTo>
                <a:lnTo>
                  <a:pt x="5616" y="1031"/>
                </a:lnTo>
                <a:lnTo>
                  <a:pt x="8640" y="0"/>
                </a:lnTo>
                <a:close/>
              </a:path>
            </a:pathLst>
          </a:custGeom>
          <a:solidFill>
            <a:srgbClr val="8478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5" name="contour_18553"/>
          <p:cNvSpPr/>
          <p:nvPr/>
        </p:nvSpPr>
        <p:spPr>
          <a:xfrm>
            <a:off x="7502430" y="55826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0D4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6" name="contour_18554"/>
          <p:cNvSpPr/>
          <p:nvPr/>
        </p:nvSpPr>
        <p:spPr>
          <a:xfrm>
            <a:off x="1460685" y="558988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C64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7" name="contour_18555"/>
          <p:cNvSpPr/>
          <p:nvPr/>
        </p:nvSpPr>
        <p:spPr>
          <a:xfrm>
            <a:off x="10031363" y="55826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4D8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8" name="contour_18556"/>
          <p:cNvSpPr/>
          <p:nvPr/>
        </p:nvSpPr>
        <p:spPr>
          <a:xfrm>
            <a:off x="8384284" y="5567574"/>
            <a:ext cx="29152" cy="296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9" y="0"/>
                </a:moveTo>
                <a:lnTo>
                  <a:pt x="16394" y="106"/>
                </a:lnTo>
                <a:lnTo>
                  <a:pt x="18981" y="218"/>
                </a:lnTo>
                <a:lnTo>
                  <a:pt x="21600" y="330"/>
                </a:lnTo>
                <a:lnTo>
                  <a:pt x="20066" y="3339"/>
                </a:lnTo>
                <a:lnTo>
                  <a:pt x="18538" y="6349"/>
                </a:lnTo>
                <a:lnTo>
                  <a:pt x="17005" y="9370"/>
                </a:lnTo>
                <a:lnTo>
                  <a:pt x="15466" y="12401"/>
                </a:lnTo>
                <a:lnTo>
                  <a:pt x="13921" y="15448"/>
                </a:lnTo>
                <a:lnTo>
                  <a:pt x="12366" y="18510"/>
                </a:lnTo>
                <a:lnTo>
                  <a:pt x="10800" y="21600"/>
                </a:lnTo>
                <a:lnTo>
                  <a:pt x="8354" y="18340"/>
                </a:lnTo>
                <a:lnTo>
                  <a:pt x="6572" y="15910"/>
                </a:lnTo>
                <a:lnTo>
                  <a:pt x="5141" y="13874"/>
                </a:lnTo>
                <a:lnTo>
                  <a:pt x="3769" y="11778"/>
                </a:lnTo>
                <a:lnTo>
                  <a:pt x="2155" y="9183"/>
                </a:lnTo>
                <a:lnTo>
                  <a:pt x="0" y="5647"/>
                </a:lnTo>
                <a:lnTo>
                  <a:pt x="3251" y="2563"/>
                </a:lnTo>
                <a:lnTo>
                  <a:pt x="5778" y="952"/>
                </a:lnTo>
                <a:lnTo>
                  <a:pt x="8872" y="271"/>
                </a:lnTo>
                <a:lnTo>
                  <a:pt x="13829" y="0"/>
                </a:lnTo>
                <a:close/>
              </a:path>
            </a:pathLst>
          </a:custGeom>
          <a:solidFill>
            <a:srgbClr val="3837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59" name="contour_18557"/>
          <p:cNvSpPr/>
          <p:nvPr/>
        </p:nvSpPr>
        <p:spPr>
          <a:xfrm>
            <a:off x="5133833" y="557531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605"/>
                </a:lnTo>
                <a:lnTo>
                  <a:pt x="2341" y="1172"/>
                </a:lnTo>
                <a:lnTo>
                  <a:pt x="3646" y="1820"/>
                </a:lnTo>
                <a:lnTo>
                  <a:pt x="5374" y="2684"/>
                </a:lnTo>
                <a:lnTo>
                  <a:pt x="7780" y="3888"/>
                </a:lnTo>
                <a:lnTo>
                  <a:pt x="11115" y="5557"/>
                </a:lnTo>
                <a:lnTo>
                  <a:pt x="15638" y="7819"/>
                </a:lnTo>
                <a:lnTo>
                  <a:pt x="21600" y="10800"/>
                </a:lnTo>
                <a:lnTo>
                  <a:pt x="19462" y="12582"/>
                </a:lnTo>
                <a:lnTo>
                  <a:pt x="17319" y="14369"/>
                </a:lnTo>
                <a:lnTo>
                  <a:pt x="15168" y="16157"/>
                </a:lnTo>
                <a:lnTo>
                  <a:pt x="13008" y="17960"/>
                </a:lnTo>
                <a:lnTo>
                  <a:pt x="10835" y="19775"/>
                </a:lnTo>
                <a:lnTo>
                  <a:pt x="8640" y="21600"/>
                </a:lnTo>
                <a:lnTo>
                  <a:pt x="7417" y="18544"/>
                </a:lnTo>
                <a:lnTo>
                  <a:pt x="6195" y="15487"/>
                </a:lnTo>
                <a:lnTo>
                  <a:pt x="4968" y="12420"/>
                </a:lnTo>
                <a:lnTo>
                  <a:pt x="3737" y="9342"/>
                </a:lnTo>
                <a:lnTo>
                  <a:pt x="2497" y="6248"/>
                </a:lnTo>
                <a:lnTo>
                  <a:pt x="1253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A07C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0" name="contour_18558"/>
          <p:cNvSpPr/>
          <p:nvPr/>
        </p:nvSpPr>
        <p:spPr>
          <a:xfrm>
            <a:off x="1890677" y="5553450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1353"/>
                </a:lnTo>
                <a:lnTo>
                  <a:pt x="15084" y="2712"/>
                </a:lnTo>
                <a:lnTo>
                  <a:pt x="17237" y="4071"/>
                </a:lnTo>
                <a:lnTo>
                  <a:pt x="19408" y="5444"/>
                </a:lnTo>
                <a:lnTo>
                  <a:pt x="21600" y="6831"/>
                </a:lnTo>
                <a:lnTo>
                  <a:pt x="20855" y="10855"/>
                </a:lnTo>
                <a:lnTo>
                  <a:pt x="20232" y="13621"/>
                </a:lnTo>
                <a:lnTo>
                  <a:pt x="19393" y="16408"/>
                </a:lnTo>
                <a:lnTo>
                  <a:pt x="18000" y="20493"/>
                </a:lnTo>
                <a:lnTo>
                  <a:pt x="15444" y="21258"/>
                </a:lnTo>
                <a:lnTo>
                  <a:pt x="13630" y="21600"/>
                </a:lnTo>
                <a:lnTo>
                  <a:pt x="11696" y="21600"/>
                </a:lnTo>
                <a:lnTo>
                  <a:pt x="8777" y="21347"/>
                </a:lnTo>
                <a:lnTo>
                  <a:pt x="7542" y="21252"/>
                </a:lnTo>
                <a:lnTo>
                  <a:pt x="3812" y="20972"/>
                </a:lnTo>
                <a:lnTo>
                  <a:pt x="1919" y="20732"/>
                </a:lnTo>
                <a:lnTo>
                  <a:pt x="0" y="20493"/>
                </a:lnTo>
                <a:lnTo>
                  <a:pt x="796" y="20118"/>
                </a:lnTo>
                <a:lnTo>
                  <a:pt x="2196" y="19455"/>
                </a:lnTo>
                <a:lnTo>
                  <a:pt x="5400" y="17932"/>
                </a:lnTo>
                <a:lnTo>
                  <a:pt x="7186" y="16524"/>
                </a:lnTo>
                <a:lnTo>
                  <a:pt x="8978" y="15097"/>
                </a:lnTo>
                <a:lnTo>
                  <a:pt x="10800" y="13662"/>
                </a:lnTo>
                <a:lnTo>
                  <a:pt x="10800" y="9147"/>
                </a:lnTo>
                <a:lnTo>
                  <a:pt x="10800" y="4604"/>
                </a:lnTo>
                <a:lnTo>
                  <a:pt x="10800" y="0"/>
                </a:lnTo>
                <a:close/>
              </a:path>
            </a:pathLst>
          </a:custGeom>
          <a:solidFill>
            <a:srgbClr val="9074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1" name="contour_18559"/>
          <p:cNvSpPr/>
          <p:nvPr/>
        </p:nvSpPr>
        <p:spPr>
          <a:xfrm>
            <a:off x="7517006" y="555345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1128" y="18544"/>
                </a:lnTo>
                <a:lnTo>
                  <a:pt x="9292" y="15487"/>
                </a:lnTo>
                <a:lnTo>
                  <a:pt x="7452" y="12420"/>
                </a:lnTo>
                <a:lnTo>
                  <a:pt x="5603" y="9342"/>
                </a:lnTo>
                <a:lnTo>
                  <a:pt x="3750" y="6248"/>
                </a:lnTo>
                <a:lnTo>
                  <a:pt x="1879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9082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2" name="contour_18560"/>
          <p:cNvSpPr/>
          <p:nvPr/>
        </p:nvSpPr>
        <p:spPr>
          <a:xfrm>
            <a:off x="7422262" y="5553450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2A2C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3" name="contour_18561"/>
          <p:cNvSpPr/>
          <p:nvPr/>
        </p:nvSpPr>
        <p:spPr>
          <a:xfrm>
            <a:off x="9717323" y="5538874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733" y="2674"/>
                </a:lnTo>
                <a:lnTo>
                  <a:pt x="19866" y="5348"/>
                </a:lnTo>
                <a:lnTo>
                  <a:pt x="19000" y="8031"/>
                </a:lnTo>
                <a:lnTo>
                  <a:pt x="18133" y="10718"/>
                </a:lnTo>
                <a:lnTo>
                  <a:pt x="17259" y="13418"/>
                </a:lnTo>
                <a:lnTo>
                  <a:pt x="16378" y="16131"/>
                </a:lnTo>
                <a:lnTo>
                  <a:pt x="15497" y="18857"/>
                </a:lnTo>
                <a:lnTo>
                  <a:pt x="14610" y="21600"/>
                </a:lnTo>
                <a:lnTo>
                  <a:pt x="10457" y="19492"/>
                </a:lnTo>
                <a:lnTo>
                  <a:pt x="7619" y="17889"/>
                </a:lnTo>
                <a:lnTo>
                  <a:pt x="4781" y="15980"/>
                </a:lnTo>
                <a:lnTo>
                  <a:pt x="629" y="12960"/>
                </a:lnTo>
                <a:lnTo>
                  <a:pt x="210" y="9487"/>
                </a:lnTo>
                <a:lnTo>
                  <a:pt x="0" y="7076"/>
                </a:lnTo>
                <a:lnTo>
                  <a:pt x="0" y="5106"/>
                </a:lnTo>
                <a:lnTo>
                  <a:pt x="210" y="2955"/>
                </a:lnTo>
                <a:lnTo>
                  <a:pt x="629" y="0"/>
                </a:lnTo>
                <a:close/>
              </a:path>
            </a:pathLst>
          </a:custGeom>
          <a:solidFill>
            <a:srgbClr val="E8EA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4" name="contour_18562"/>
          <p:cNvSpPr/>
          <p:nvPr/>
        </p:nvSpPr>
        <p:spPr>
          <a:xfrm>
            <a:off x="476806" y="5531586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84" y="4028"/>
                </a:lnTo>
                <a:lnTo>
                  <a:pt x="14825" y="7236"/>
                </a:lnTo>
                <a:lnTo>
                  <a:pt x="17330" y="9799"/>
                </a:lnTo>
                <a:lnTo>
                  <a:pt x="19130" y="11898"/>
                </a:lnTo>
                <a:lnTo>
                  <a:pt x="20333" y="13705"/>
                </a:lnTo>
                <a:lnTo>
                  <a:pt x="21067" y="15401"/>
                </a:lnTo>
                <a:lnTo>
                  <a:pt x="21442" y="17161"/>
                </a:lnTo>
                <a:lnTo>
                  <a:pt x="21578" y="19170"/>
                </a:lnTo>
                <a:lnTo>
                  <a:pt x="21600" y="21600"/>
                </a:lnTo>
                <a:lnTo>
                  <a:pt x="17323" y="20887"/>
                </a:lnTo>
                <a:lnTo>
                  <a:pt x="13032" y="20171"/>
                </a:lnTo>
                <a:lnTo>
                  <a:pt x="8726" y="19454"/>
                </a:lnTo>
                <a:lnTo>
                  <a:pt x="4385" y="18731"/>
                </a:lnTo>
                <a:lnTo>
                  <a:pt x="0" y="18000"/>
                </a:lnTo>
                <a:lnTo>
                  <a:pt x="893" y="15772"/>
                </a:lnTo>
                <a:lnTo>
                  <a:pt x="1786" y="13543"/>
                </a:lnTo>
                <a:lnTo>
                  <a:pt x="2678" y="11308"/>
                </a:lnTo>
                <a:lnTo>
                  <a:pt x="3571" y="9068"/>
                </a:lnTo>
                <a:lnTo>
                  <a:pt x="4471" y="6818"/>
                </a:lnTo>
                <a:lnTo>
                  <a:pt x="5378" y="4558"/>
                </a:lnTo>
                <a:lnTo>
                  <a:pt x="6286" y="2286"/>
                </a:lnTo>
                <a:lnTo>
                  <a:pt x="7200" y="0"/>
                </a:lnTo>
                <a:close/>
              </a:path>
            </a:pathLst>
          </a:custGeom>
          <a:solidFill>
            <a:srgbClr val="D7DC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5" name="contour_18563"/>
          <p:cNvSpPr/>
          <p:nvPr/>
        </p:nvSpPr>
        <p:spPr>
          <a:xfrm>
            <a:off x="7349382" y="5539726"/>
            <a:ext cx="29152" cy="282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786"/>
                </a:moveTo>
                <a:lnTo>
                  <a:pt x="18047" y="2559"/>
                </a:lnTo>
                <a:lnTo>
                  <a:pt x="21600" y="4912"/>
                </a:lnTo>
                <a:lnTo>
                  <a:pt x="20531" y="8216"/>
                </a:lnTo>
                <a:lnTo>
                  <a:pt x="19456" y="11531"/>
                </a:lnTo>
                <a:lnTo>
                  <a:pt x="18382" y="14864"/>
                </a:lnTo>
                <a:lnTo>
                  <a:pt x="17296" y="18212"/>
                </a:lnTo>
                <a:lnTo>
                  <a:pt x="16200" y="21600"/>
                </a:lnTo>
                <a:lnTo>
                  <a:pt x="12182" y="20554"/>
                </a:lnTo>
                <a:lnTo>
                  <a:pt x="9331" y="19742"/>
                </a:lnTo>
                <a:lnTo>
                  <a:pt x="6869" y="18897"/>
                </a:lnTo>
                <a:lnTo>
                  <a:pt x="4018" y="17751"/>
                </a:lnTo>
                <a:lnTo>
                  <a:pt x="0" y="16037"/>
                </a:lnTo>
                <a:lnTo>
                  <a:pt x="0" y="12360"/>
                </a:lnTo>
                <a:lnTo>
                  <a:pt x="0" y="8661"/>
                </a:lnTo>
                <a:lnTo>
                  <a:pt x="0" y="4912"/>
                </a:lnTo>
                <a:lnTo>
                  <a:pt x="3515" y="2247"/>
                </a:lnTo>
                <a:lnTo>
                  <a:pt x="6507" y="612"/>
                </a:lnTo>
                <a:lnTo>
                  <a:pt x="9423" y="0"/>
                </a:lnTo>
                <a:lnTo>
                  <a:pt x="12733" y="389"/>
                </a:lnTo>
                <a:lnTo>
                  <a:pt x="16875" y="1786"/>
                </a:lnTo>
                <a:close/>
              </a:path>
            </a:pathLst>
          </a:custGeom>
          <a:solidFill>
            <a:srgbClr val="2123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6" name="contour_18564"/>
          <p:cNvSpPr/>
          <p:nvPr/>
        </p:nvSpPr>
        <p:spPr>
          <a:xfrm>
            <a:off x="5629416" y="553158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4331" y="18392"/>
                </a:lnTo>
                <a:lnTo>
                  <a:pt x="3256" y="15174"/>
                </a:lnTo>
                <a:lnTo>
                  <a:pt x="2182" y="11945"/>
                </a:lnTo>
                <a:lnTo>
                  <a:pt x="1096" y="8689"/>
                </a:lnTo>
                <a:lnTo>
                  <a:pt x="0" y="5400"/>
                </a:lnTo>
                <a:lnTo>
                  <a:pt x="3208" y="4331"/>
                </a:lnTo>
                <a:lnTo>
                  <a:pt x="6426" y="3256"/>
                </a:lnTo>
                <a:lnTo>
                  <a:pt x="9655" y="2182"/>
                </a:lnTo>
                <a:lnTo>
                  <a:pt x="12911" y="1096"/>
                </a:lnTo>
                <a:lnTo>
                  <a:pt x="16200" y="0"/>
                </a:lnTo>
                <a:close/>
              </a:path>
            </a:pathLst>
          </a:custGeom>
          <a:solidFill>
            <a:srgbClr val="6C5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7" name="contour_18565"/>
          <p:cNvSpPr/>
          <p:nvPr/>
        </p:nvSpPr>
        <p:spPr>
          <a:xfrm>
            <a:off x="841206" y="553158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038"/>
                </a:lnTo>
                <a:lnTo>
                  <a:pt x="11275" y="4075"/>
                </a:lnTo>
                <a:lnTo>
                  <a:pt x="13320" y="6120"/>
                </a:lnTo>
                <a:lnTo>
                  <a:pt x="15372" y="8172"/>
                </a:lnTo>
                <a:lnTo>
                  <a:pt x="17435" y="10238"/>
                </a:lnTo>
                <a:lnTo>
                  <a:pt x="19508" y="12312"/>
                </a:lnTo>
                <a:lnTo>
                  <a:pt x="21600" y="14400"/>
                </a:lnTo>
                <a:lnTo>
                  <a:pt x="19224" y="15192"/>
                </a:lnTo>
                <a:lnTo>
                  <a:pt x="16844" y="15984"/>
                </a:lnTo>
                <a:lnTo>
                  <a:pt x="14465" y="16776"/>
                </a:lnTo>
                <a:lnTo>
                  <a:pt x="12078" y="17575"/>
                </a:lnTo>
                <a:lnTo>
                  <a:pt x="9684" y="18374"/>
                </a:lnTo>
                <a:lnTo>
                  <a:pt x="7279" y="19174"/>
                </a:lnTo>
                <a:lnTo>
                  <a:pt x="4867" y="19980"/>
                </a:lnTo>
                <a:lnTo>
                  <a:pt x="2441" y="20786"/>
                </a:lnTo>
                <a:lnTo>
                  <a:pt x="0" y="21600"/>
                </a:lnTo>
                <a:lnTo>
                  <a:pt x="1782" y="19814"/>
                </a:lnTo>
                <a:lnTo>
                  <a:pt x="3575" y="18029"/>
                </a:lnTo>
                <a:lnTo>
                  <a:pt x="5375" y="16222"/>
                </a:lnTo>
                <a:lnTo>
                  <a:pt x="7200" y="14400"/>
                </a:lnTo>
                <a:lnTo>
                  <a:pt x="7200" y="9641"/>
                </a:lnTo>
                <a:lnTo>
                  <a:pt x="7200" y="4853"/>
                </a:lnTo>
                <a:lnTo>
                  <a:pt x="7200" y="0"/>
                </a:lnTo>
                <a:close/>
              </a:path>
            </a:pathLst>
          </a:custGeom>
          <a:solidFill>
            <a:srgbClr val="5E57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8" name="contour_18566"/>
          <p:cNvSpPr/>
          <p:nvPr/>
        </p:nvSpPr>
        <p:spPr>
          <a:xfrm>
            <a:off x="10760162" y="553158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5116" y="19930"/>
                </a:lnTo>
                <a:lnTo>
                  <a:pt x="12951" y="18245"/>
                </a:lnTo>
                <a:lnTo>
                  <a:pt x="10796" y="16553"/>
                </a:lnTo>
                <a:lnTo>
                  <a:pt x="8640" y="14846"/>
                </a:lnTo>
                <a:lnTo>
                  <a:pt x="6229" y="12960"/>
                </a:lnTo>
                <a:lnTo>
                  <a:pt x="3780" y="11052"/>
                </a:lnTo>
                <a:lnTo>
                  <a:pt x="190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EF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69" name="contour_18567"/>
          <p:cNvSpPr/>
          <p:nvPr/>
        </p:nvSpPr>
        <p:spPr>
          <a:xfrm>
            <a:off x="4937057" y="5516026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507"/>
                </a:lnTo>
                <a:lnTo>
                  <a:pt x="0" y="13401"/>
                </a:lnTo>
                <a:lnTo>
                  <a:pt x="0" y="9281"/>
                </a:lnTo>
                <a:lnTo>
                  <a:pt x="0" y="5126"/>
                </a:lnTo>
                <a:lnTo>
                  <a:pt x="0" y="930"/>
                </a:lnTo>
                <a:close/>
              </a:path>
            </a:pathLst>
          </a:custGeom>
          <a:solidFill>
            <a:srgbClr val="5935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0" name="contour_18568"/>
          <p:cNvSpPr/>
          <p:nvPr/>
        </p:nvSpPr>
        <p:spPr>
          <a:xfrm>
            <a:off x="10664762" y="5502434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855"/>
                </a:lnTo>
                <a:lnTo>
                  <a:pt x="8948" y="1715"/>
                </a:lnTo>
                <a:lnTo>
                  <a:pt x="13128" y="2575"/>
                </a:lnTo>
                <a:lnTo>
                  <a:pt x="17343" y="3443"/>
                </a:lnTo>
                <a:lnTo>
                  <a:pt x="21600" y="4320"/>
                </a:lnTo>
                <a:lnTo>
                  <a:pt x="20447" y="7171"/>
                </a:lnTo>
                <a:lnTo>
                  <a:pt x="19293" y="10027"/>
                </a:lnTo>
                <a:lnTo>
                  <a:pt x="18133" y="12895"/>
                </a:lnTo>
                <a:lnTo>
                  <a:pt x="16965" y="15777"/>
                </a:lnTo>
                <a:lnTo>
                  <a:pt x="15791" y="18675"/>
                </a:lnTo>
                <a:lnTo>
                  <a:pt x="14610" y="21600"/>
                </a:lnTo>
                <a:lnTo>
                  <a:pt x="10457" y="19492"/>
                </a:lnTo>
                <a:lnTo>
                  <a:pt x="7619" y="17889"/>
                </a:lnTo>
                <a:lnTo>
                  <a:pt x="4781" y="15980"/>
                </a:lnTo>
                <a:lnTo>
                  <a:pt x="629" y="12960"/>
                </a:lnTo>
                <a:lnTo>
                  <a:pt x="210" y="9487"/>
                </a:lnTo>
                <a:lnTo>
                  <a:pt x="0" y="7076"/>
                </a:lnTo>
                <a:lnTo>
                  <a:pt x="0" y="5106"/>
                </a:lnTo>
                <a:lnTo>
                  <a:pt x="210" y="2955"/>
                </a:lnTo>
                <a:lnTo>
                  <a:pt x="629" y="0"/>
                </a:lnTo>
                <a:close/>
              </a:path>
            </a:pathLst>
          </a:custGeom>
          <a:solidFill>
            <a:srgbClr val="FC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1" name="contour_18569"/>
          <p:cNvSpPr/>
          <p:nvPr/>
        </p:nvSpPr>
        <p:spPr>
          <a:xfrm>
            <a:off x="9900179" y="55024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717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2" name="contour_18570"/>
          <p:cNvSpPr/>
          <p:nvPr/>
        </p:nvSpPr>
        <p:spPr>
          <a:xfrm>
            <a:off x="5330608" y="550972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429" y="20412"/>
                </a:lnTo>
                <a:lnTo>
                  <a:pt x="11573" y="19224"/>
                </a:lnTo>
                <a:lnTo>
                  <a:pt x="8705" y="18029"/>
                </a:lnTo>
                <a:lnTo>
                  <a:pt x="5823" y="16826"/>
                </a:lnTo>
                <a:lnTo>
                  <a:pt x="2925" y="15617"/>
                </a:lnTo>
                <a:lnTo>
                  <a:pt x="0" y="14400"/>
                </a:lnTo>
                <a:lnTo>
                  <a:pt x="3940" y="9648"/>
                </a:lnTo>
                <a:lnTo>
                  <a:pt x="7020" y="6077"/>
                </a:lnTo>
                <a:lnTo>
                  <a:pt x="9491" y="3514"/>
                </a:lnTo>
                <a:lnTo>
                  <a:pt x="11612" y="1800"/>
                </a:lnTo>
                <a:lnTo>
                  <a:pt x="13625" y="756"/>
                </a:lnTo>
                <a:lnTo>
                  <a:pt x="15794" y="223"/>
                </a:lnTo>
                <a:lnTo>
                  <a:pt x="18369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16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3" name="contour_18571"/>
          <p:cNvSpPr/>
          <p:nvPr/>
        </p:nvSpPr>
        <p:spPr>
          <a:xfrm>
            <a:off x="6583954" y="5473282"/>
            <a:ext cx="22053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24" y="0"/>
                </a:moveTo>
                <a:lnTo>
                  <a:pt x="9344" y="2445"/>
                </a:lnTo>
                <a:lnTo>
                  <a:pt x="11364" y="4890"/>
                </a:lnTo>
                <a:lnTo>
                  <a:pt x="13391" y="7344"/>
                </a:lnTo>
                <a:lnTo>
                  <a:pt x="15426" y="9806"/>
                </a:lnTo>
                <a:lnTo>
                  <a:pt x="17474" y="12282"/>
                </a:lnTo>
                <a:lnTo>
                  <a:pt x="19530" y="14770"/>
                </a:lnTo>
                <a:lnTo>
                  <a:pt x="21600" y="17280"/>
                </a:lnTo>
                <a:lnTo>
                  <a:pt x="17360" y="18135"/>
                </a:lnTo>
                <a:lnTo>
                  <a:pt x="13106" y="18995"/>
                </a:lnTo>
                <a:lnTo>
                  <a:pt x="8837" y="19855"/>
                </a:lnTo>
                <a:lnTo>
                  <a:pt x="4533" y="20723"/>
                </a:lnTo>
                <a:lnTo>
                  <a:pt x="186" y="21600"/>
                </a:lnTo>
                <a:lnTo>
                  <a:pt x="0" y="18360"/>
                </a:lnTo>
                <a:lnTo>
                  <a:pt x="7" y="15517"/>
                </a:lnTo>
                <a:lnTo>
                  <a:pt x="257" y="12956"/>
                </a:lnTo>
                <a:lnTo>
                  <a:pt x="821" y="10549"/>
                </a:lnTo>
                <a:lnTo>
                  <a:pt x="1749" y="8173"/>
                </a:lnTo>
                <a:lnTo>
                  <a:pt x="3105" y="5707"/>
                </a:lnTo>
                <a:lnTo>
                  <a:pt x="4940" y="3024"/>
                </a:lnTo>
                <a:lnTo>
                  <a:pt x="7324" y="0"/>
                </a:lnTo>
                <a:close/>
              </a:path>
            </a:pathLst>
          </a:custGeom>
          <a:solidFill>
            <a:srgbClr val="EEF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4" name="contour_18572"/>
          <p:cNvSpPr/>
          <p:nvPr/>
        </p:nvSpPr>
        <p:spPr>
          <a:xfrm>
            <a:off x="5272305" y="548785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064" y="10454"/>
                </a:lnTo>
                <a:lnTo>
                  <a:pt x="17159" y="12830"/>
                </a:lnTo>
                <a:lnTo>
                  <a:pt x="15526" y="14738"/>
                </a:lnTo>
                <a:lnTo>
                  <a:pt x="13798" y="16567"/>
                </a:lnTo>
                <a:lnTo>
                  <a:pt x="11625" y="18720"/>
                </a:lnTo>
                <a:lnTo>
                  <a:pt x="8640" y="21600"/>
                </a:lnTo>
                <a:lnTo>
                  <a:pt x="5620" y="20477"/>
                </a:lnTo>
                <a:lnTo>
                  <a:pt x="3711" y="19354"/>
                </a:lnTo>
                <a:lnTo>
                  <a:pt x="2108" y="1755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C7C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5" name="contour_18573"/>
          <p:cNvSpPr/>
          <p:nvPr/>
        </p:nvSpPr>
        <p:spPr>
          <a:xfrm>
            <a:off x="4813161" y="54805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642" y="3488"/>
                </a:lnTo>
                <a:lnTo>
                  <a:pt x="18743" y="6998"/>
                </a:lnTo>
                <a:lnTo>
                  <a:pt x="19597" y="10552"/>
                </a:lnTo>
                <a:lnTo>
                  <a:pt x="20299" y="14164"/>
                </a:lnTo>
                <a:lnTo>
                  <a:pt x="20936" y="17842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1339" y="8127"/>
                </a:lnTo>
                <a:lnTo>
                  <a:pt x="2678" y="5443"/>
                </a:lnTo>
                <a:lnTo>
                  <a:pt x="4034" y="2738"/>
                </a:lnTo>
                <a:lnTo>
                  <a:pt x="5400" y="0"/>
                </a:lnTo>
                <a:close/>
              </a:path>
            </a:pathLst>
          </a:custGeom>
          <a:solidFill>
            <a:srgbClr val="E7D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6" name="contour_18574"/>
          <p:cNvSpPr/>
          <p:nvPr/>
        </p:nvSpPr>
        <p:spPr>
          <a:xfrm>
            <a:off x="1212893" y="54805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D9C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7" name="contour_18575"/>
          <p:cNvSpPr/>
          <p:nvPr/>
        </p:nvSpPr>
        <p:spPr>
          <a:xfrm>
            <a:off x="9732555" y="54805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0CA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8" name="contour_18576"/>
          <p:cNvSpPr/>
          <p:nvPr/>
        </p:nvSpPr>
        <p:spPr>
          <a:xfrm>
            <a:off x="8544613" y="547328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2673" y="13527"/>
                </a:lnTo>
                <a:lnTo>
                  <a:pt x="5351" y="10849"/>
                </a:lnTo>
                <a:lnTo>
                  <a:pt x="8041" y="8159"/>
                </a:lnTo>
                <a:lnTo>
                  <a:pt x="10741" y="5459"/>
                </a:lnTo>
                <a:lnTo>
                  <a:pt x="13457" y="2743"/>
                </a:lnTo>
                <a:lnTo>
                  <a:pt x="16200" y="0"/>
                </a:lnTo>
                <a:close/>
              </a:path>
            </a:pathLst>
          </a:custGeom>
          <a:solidFill>
            <a:srgbClr val="3C38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79" name="contour_18577"/>
          <p:cNvSpPr/>
          <p:nvPr/>
        </p:nvSpPr>
        <p:spPr>
          <a:xfrm>
            <a:off x="1387805" y="547328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2673"/>
                </a:lnTo>
                <a:lnTo>
                  <a:pt x="12921" y="5351"/>
                </a:lnTo>
                <a:lnTo>
                  <a:pt x="15072" y="8041"/>
                </a:lnTo>
                <a:lnTo>
                  <a:pt x="17232" y="10741"/>
                </a:lnTo>
                <a:lnTo>
                  <a:pt x="19405" y="13457"/>
                </a:lnTo>
                <a:lnTo>
                  <a:pt x="21600" y="16200"/>
                </a:lnTo>
                <a:lnTo>
                  <a:pt x="16606" y="18209"/>
                </a:lnTo>
                <a:lnTo>
                  <a:pt x="13094" y="19570"/>
                </a:lnTo>
                <a:lnTo>
                  <a:pt x="10593" y="20444"/>
                </a:lnTo>
                <a:lnTo>
                  <a:pt x="8614" y="20974"/>
                </a:lnTo>
                <a:lnTo>
                  <a:pt x="6683" y="21308"/>
                </a:lnTo>
                <a:lnTo>
                  <a:pt x="4320" y="21600"/>
                </a:lnTo>
                <a:lnTo>
                  <a:pt x="2428" y="18581"/>
                </a:lnTo>
                <a:lnTo>
                  <a:pt x="1348" y="16454"/>
                </a:lnTo>
                <a:lnTo>
                  <a:pt x="674" y="14197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D8D6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0" name="contour_18578"/>
          <p:cNvSpPr/>
          <p:nvPr/>
        </p:nvSpPr>
        <p:spPr>
          <a:xfrm>
            <a:off x="10126107" y="547328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444" y="2711"/>
                </a:lnTo>
                <a:lnTo>
                  <a:pt x="19273" y="5416"/>
                </a:lnTo>
                <a:lnTo>
                  <a:pt x="18079" y="8111"/>
                </a:lnTo>
                <a:lnTo>
                  <a:pt x="16875" y="10800"/>
                </a:lnTo>
                <a:lnTo>
                  <a:pt x="15557" y="13813"/>
                </a:lnTo>
                <a:lnTo>
                  <a:pt x="14218" y="16875"/>
                </a:lnTo>
                <a:lnTo>
                  <a:pt x="12523" y="1921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5553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1" name="contour_18579"/>
          <p:cNvSpPr/>
          <p:nvPr/>
        </p:nvSpPr>
        <p:spPr>
          <a:xfrm>
            <a:off x="5673144" y="548057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42"/>
                </a:lnTo>
                <a:lnTo>
                  <a:pt x="18373" y="17950"/>
                </a:lnTo>
                <a:lnTo>
                  <a:pt x="17280" y="21600"/>
                </a:lnTo>
                <a:lnTo>
                  <a:pt x="15116" y="19930"/>
                </a:lnTo>
                <a:lnTo>
                  <a:pt x="12956" y="18245"/>
                </a:lnTo>
                <a:lnTo>
                  <a:pt x="10796" y="16553"/>
                </a:lnTo>
                <a:lnTo>
                  <a:pt x="8640" y="14846"/>
                </a:lnTo>
                <a:lnTo>
                  <a:pt x="6229" y="12960"/>
                </a:lnTo>
                <a:lnTo>
                  <a:pt x="3780" y="11052"/>
                </a:lnTo>
                <a:lnTo>
                  <a:pt x="1905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4246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2" name="contour_18580"/>
          <p:cNvSpPr/>
          <p:nvPr/>
        </p:nvSpPr>
        <p:spPr>
          <a:xfrm>
            <a:off x="5323321" y="546599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2D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3" name="contour_18581"/>
          <p:cNvSpPr/>
          <p:nvPr/>
        </p:nvSpPr>
        <p:spPr>
          <a:xfrm>
            <a:off x="4988073" y="547328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071"/>
                </a:lnTo>
                <a:lnTo>
                  <a:pt x="16157" y="2143"/>
                </a:lnTo>
                <a:lnTo>
                  <a:pt x="18862" y="3227"/>
                </a:lnTo>
                <a:lnTo>
                  <a:pt x="21600" y="4320"/>
                </a:lnTo>
                <a:lnTo>
                  <a:pt x="18927" y="6458"/>
                </a:lnTo>
                <a:lnTo>
                  <a:pt x="16249" y="8601"/>
                </a:lnTo>
                <a:lnTo>
                  <a:pt x="13570" y="10744"/>
                </a:lnTo>
                <a:lnTo>
                  <a:pt x="10881" y="12895"/>
                </a:lnTo>
                <a:lnTo>
                  <a:pt x="8181" y="15055"/>
                </a:lnTo>
                <a:lnTo>
                  <a:pt x="5470" y="17224"/>
                </a:lnTo>
                <a:lnTo>
                  <a:pt x="2743" y="19405"/>
                </a:lnTo>
                <a:lnTo>
                  <a:pt x="0" y="21600"/>
                </a:lnTo>
                <a:lnTo>
                  <a:pt x="1571" y="16066"/>
                </a:lnTo>
                <a:lnTo>
                  <a:pt x="2824" y="11845"/>
                </a:lnTo>
                <a:lnTo>
                  <a:pt x="3893" y="8692"/>
                </a:lnTo>
                <a:lnTo>
                  <a:pt x="4892" y="6346"/>
                </a:lnTo>
                <a:lnTo>
                  <a:pt x="5962" y="4558"/>
                </a:lnTo>
                <a:lnTo>
                  <a:pt x="7214" y="3072"/>
                </a:lnTo>
                <a:lnTo>
                  <a:pt x="8786" y="1637"/>
                </a:lnTo>
                <a:lnTo>
                  <a:pt x="10800" y="0"/>
                </a:lnTo>
                <a:close/>
              </a:path>
            </a:pathLst>
          </a:custGeom>
          <a:solidFill>
            <a:srgbClr val="D1BE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4" name="contour_18582"/>
          <p:cNvSpPr/>
          <p:nvPr/>
        </p:nvSpPr>
        <p:spPr>
          <a:xfrm>
            <a:off x="10534234" y="546599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927" y="19462"/>
                </a:lnTo>
                <a:lnTo>
                  <a:pt x="16249" y="17319"/>
                </a:lnTo>
                <a:lnTo>
                  <a:pt x="13570" y="15176"/>
                </a:lnTo>
                <a:lnTo>
                  <a:pt x="10881" y="13025"/>
                </a:lnTo>
                <a:lnTo>
                  <a:pt x="8181" y="10865"/>
                </a:lnTo>
                <a:lnTo>
                  <a:pt x="5470" y="8696"/>
                </a:lnTo>
                <a:lnTo>
                  <a:pt x="2743" y="6515"/>
                </a:lnTo>
                <a:lnTo>
                  <a:pt x="0" y="4320"/>
                </a:lnTo>
                <a:lnTo>
                  <a:pt x="4601" y="2501"/>
                </a:lnTo>
                <a:lnTo>
                  <a:pt x="7997" y="1279"/>
                </a:lnTo>
                <a:lnTo>
                  <a:pt x="10800" y="540"/>
                </a:lnTo>
                <a:lnTo>
                  <a:pt x="13603" y="160"/>
                </a:lnTo>
                <a:lnTo>
                  <a:pt x="16999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DBD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5" name="contour_18583"/>
          <p:cNvSpPr/>
          <p:nvPr/>
        </p:nvSpPr>
        <p:spPr>
          <a:xfrm>
            <a:off x="5075529" y="5458706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38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CBAC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6" name="contour_18584"/>
          <p:cNvSpPr/>
          <p:nvPr/>
        </p:nvSpPr>
        <p:spPr>
          <a:xfrm>
            <a:off x="4405034" y="5444130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0"/>
                </a:lnTo>
                <a:lnTo>
                  <a:pt x="8199" y="0"/>
                </a:lnTo>
                <a:lnTo>
                  <a:pt x="12319" y="0"/>
                </a:lnTo>
                <a:lnTo>
                  <a:pt x="16474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5544" y="18025"/>
                </a:lnTo>
                <a:lnTo>
                  <a:pt x="11906" y="19219"/>
                </a:lnTo>
                <a:lnTo>
                  <a:pt x="8764" y="20039"/>
                </a:lnTo>
                <a:lnTo>
                  <a:pt x="5126" y="2074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747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7" name="contour_18585"/>
          <p:cNvSpPr/>
          <p:nvPr/>
        </p:nvSpPr>
        <p:spPr>
          <a:xfrm>
            <a:off x="3603355" y="5452059"/>
            <a:ext cx="51016" cy="204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15"/>
                </a:moveTo>
                <a:lnTo>
                  <a:pt x="11966" y="1047"/>
                </a:lnTo>
                <a:lnTo>
                  <a:pt x="13904" y="2125"/>
                </a:lnTo>
                <a:lnTo>
                  <a:pt x="15833" y="3257"/>
                </a:lnTo>
                <a:lnTo>
                  <a:pt x="17758" y="4451"/>
                </a:lnTo>
                <a:lnTo>
                  <a:pt x="19681" y="5706"/>
                </a:lnTo>
                <a:lnTo>
                  <a:pt x="21600" y="7023"/>
                </a:lnTo>
                <a:lnTo>
                  <a:pt x="18422" y="11874"/>
                </a:lnTo>
                <a:lnTo>
                  <a:pt x="15888" y="15617"/>
                </a:lnTo>
                <a:lnTo>
                  <a:pt x="13849" y="18358"/>
                </a:lnTo>
                <a:lnTo>
                  <a:pt x="12158" y="20199"/>
                </a:lnTo>
                <a:lnTo>
                  <a:pt x="10673" y="21246"/>
                </a:lnTo>
                <a:lnTo>
                  <a:pt x="9248" y="21600"/>
                </a:lnTo>
                <a:lnTo>
                  <a:pt x="7733" y="21369"/>
                </a:lnTo>
                <a:lnTo>
                  <a:pt x="5986" y="20645"/>
                </a:lnTo>
                <a:lnTo>
                  <a:pt x="3857" y="19536"/>
                </a:lnTo>
                <a:lnTo>
                  <a:pt x="1944" y="17149"/>
                </a:lnTo>
                <a:lnTo>
                  <a:pt x="0" y="14723"/>
                </a:lnTo>
                <a:lnTo>
                  <a:pt x="1361" y="9733"/>
                </a:lnTo>
                <a:lnTo>
                  <a:pt x="2669" y="5791"/>
                </a:lnTo>
                <a:lnTo>
                  <a:pt x="4058" y="2872"/>
                </a:lnTo>
                <a:lnTo>
                  <a:pt x="5659" y="947"/>
                </a:lnTo>
                <a:lnTo>
                  <a:pt x="7600" y="0"/>
                </a:lnTo>
                <a:lnTo>
                  <a:pt x="10016" y="15"/>
                </a:lnTo>
                <a:close/>
              </a:path>
            </a:pathLst>
          </a:custGeom>
          <a:solidFill>
            <a:srgbClr val="E2EF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8" name="contour_18586"/>
          <p:cNvSpPr/>
          <p:nvPr/>
        </p:nvSpPr>
        <p:spPr>
          <a:xfrm>
            <a:off x="9914762" y="5458254"/>
            <a:ext cx="29152" cy="296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9" y="0"/>
                </a:moveTo>
                <a:lnTo>
                  <a:pt x="16394" y="106"/>
                </a:lnTo>
                <a:lnTo>
                  <a:pt x="18981" y="218"/>
                </a:lnTo>
                <a:lnTo>
                  <a:pt x="21600" y="330"/>
                </a:lnTo>
                <a:lnTo>
                  <a:pt x="21600" y="3839"/>
                </a:lnTo>
                <a:lnTo>
                  <a:pt x="21600" y="7354"/>
                </a:lnTo>
                <a:lnTo>
                  <a:pt x="21600" y="10885"/>
                </a:lnTo>
                <a:lnTo>
                  <a:pt x="21600" y="14432"/>
                </a:lnTo>
                <a:lnTo>
                  <a:pt x="21600" y="18000"/>
                </a:lnTo>
                <a:lnTo>
                  <a:pt x="21600" y="21600"/>
                </a:lnTo>
                <a:lnTo>
                  <a:pt x="18025" y="21600"/>
                </a:lnTo>
                <a:lnTo>
                  <a:pt x="14434" y="21600"/>
                </a:lnTo>
                <a:lnTo>
                  <a:pt x="10800" y="21600"/>
                </a:lnTo>
                <a:lnTo>
                  <a:pt x="10800" y="18085"/>
                </a:lnTo>
                <a:lnTo>
                  <a:pt x="10800" y="14549"/>
                </a:lnTo>
                <a:lnTo>
                  <a:pt x="10800" y="10965"/>
                </a:lnTo>
                <a:lnTo>
                  <a:pt x="7592" y="9013"/>
                </a:lnTo>
                <a:lnTo>
                  <a:pt x="5400" y="7812"/>
                </a:lnTo>
                <a:lnTo>
                  <a:pt x="3202" y="6854"/>
                </a:lnTo>
                <a:lnTo>
                  <a:pt x="0" y="5647"/>
                </a:lnTo>
                <a:lnTo>
                  <a:pt x="3251" y="2563"/>
                </a:lnTo>
                <a:lnTo>
                  <a:pt x="5778" y="952"/>
                </a:lnTo>
                <a:lnTo>
                  <a:pt x="8872" y="271"/>
                </a:lnTo>
                <a:lnTo>
                  <a:pt x="13829" y="0"/>
                </a:lnTo>
                <a:close/>
              </a:path>
            </a:pathLst>
          </a:custGeom>
          <a:solidFill>
            <a:srgbClr val="E7E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89" name="contour_18587"/>
          <p:cNvSpPr/>
          <p:nvPr/>
        </p:nvSpPr>
        <p:spPr>
          <a:xfrm>
            <a:off x="6620583" y="5457284"/>
            <a:ext cx="43728" cy="3057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1004"/>
                </a:moveTo>
                <a:lnTo>
                  <a:pt x="2192" y="808"/>
                </a:lnTo>
                <a:lnTo>
                  <a:pt x="4388" y="638"/>
                </a:lnTo>
                <a:lnTo>
                  <a:pt x="6581" y="489"/>
                </a:lnTo>
                <a:lnTo>
                  <a:pt x="8777" y="360"/>
                </a:lnTo>
                <a:lnTo>
                  <a:pt x="11225" y="180"/>
                </a:lnTo>
                <a:lnTo>
                  <a:pt x="13712" y="0"/>
                </a:lnTo>
                <a:lnTo>
                  <a:pt x="16232" y="654"/>
                </a:lnTo>
                <a:lnTo>
                  <a:pt x="17788" y="1483"/>
                </a:lnTo>
                <a:lnTo>
                  <a:pt x="19026" y="3028"/>
                </a:lnTo>
                <a:lnTo>
                  <a:pt x="20588" y="5834"/>
                </a:lnTo>
                <a:lnTo>
                  <a:pt x="21089" y="8547"/>
                </a:lnTo>
                <a:lnTo>
                  <a:pt x="21600" y="11302"/>
                </a:lnTo>
                <a:lnTo>
                  <a:pt x="19588" y="14721"/>
                </a:lnTo>
                <a:lnTo>
                  <a:pt x="18169" y="16935"/>
                </a:lnTo>
                <a:lnTo>
                  <a:pt x="16664" y="18907"/>
                </a:lnTo>
                <a:lnTo>
                  <a:pt x="14400" y="21600"/>
                </a:lnTo>
                <a:lnTo>
                  <a:pt x="13842" y="19365"/>
                </a:lnTo>
                <a:lnTo>
                  <a:pt x="13277" y="17095"/>
                </a:lnTo>
                <a:lnTo>
                  <a:pt x="11765" y="13969"/>
                </a:lnTo>
                <a:lnTo>
                  <a:pt x="10123" y="11287"/>
                </a:lnTo>
                <a:lnTo>
                  <a:pt x="8352" y="8944"/>
                </a:lnTo>
                <a:lnTo>
                  <a:pt x="6455" y="6848"/>
                </a:lnTo>
                <a:lnTo>
                  <a:pt x="4428" y="4892"/>
                </a:lnTo>
                <a:lnTo>
                  <a:pt x="2275" y="2976"/>
                </a:lnTo>
                <a:lnTo>
                  <a:pt x="0" y="1004"/>
                </a:lnTo>
                <a:close/>
              </a:path>
            </a:pathLst>
          </a:custGeom>
          <a:solidFill>
            <a:srgbClr val="E4EC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0" name="contour_18588"/>
          <p:cNvSpPr/>
          <p:nvPr/>
        </p:nvSpPr>
        <p:spPr>
          <a:xfrm>
            <a:off x="3865722" y="5450507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1600" y="4970"/>
                </a:lnTo>
                <a:lnTo>
                  <a:pt x="21600" y="9089"/>
                </a:lnTo>
                <a:lnTo>
                  <a:pt x="21600" y="13223"/>
                </a:lnTo>
                <a:lnTo>
                  <a:pt x="21600" y="17391"/>
                </a:lnTo>
                <a:lnTo>
                  <a:pt x="21600" y="21600"/>
                </a:lnTo>
                <a:lnTo>
                  <a:pt x="18926" y="20743"/>
                </a:lnTo>
                <a:lnTo>
                  <a:pt x="16252" y="19886"/>
                </a:lnTo>
                <a:lnTo>
                  <a:pt x="13569" y="19029"/>
                </a:lnTo>
                <a:lnTo>
                  <a:pt x="10882" y="18172"/>
                </a:lnTo>
                <a:lnTo>
                  <a:pt x="8182" y="17308"/>
                </a:lnTo>
                <a:lnTo>
                  <a:pt x="5469" y="16437"/>
                </a:lnTo>
                <a:lnTo>
                  <a:pt x="2743" y="1556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6159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1" name="contour_18589"/>
          <p:cNvSpPr/>
          <p:nvPr/>
        </p:nvSpPr>
        <p:spPr>
          <a:xfrm>
            <a:off x="8216653" y="543684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812"/>
                </a:lnTo>
                <a:lnTo>
                  <a:pt x="9158" y="1443"/>
                </a:lnTo>
                <a:lnTo>
                  <a:pt x="12442" y="2100"/>
                </a:lnTo>
                <a:lnTo>
                  <a:pt x="16243" y="2989"/>
                </a:lnTo>
                <a:lnTo>
                  <a:pt x="21600" y="4320"/>
                </a:lnTo>
                <a:lnTo>
                  <a:pt x="21600" y="7176"/>
                </a:lnTo>
                <a:lnTo>
                  <a:pt x="21600" y="10048"/>
                </a:lnTo>
                <a:lnTo>
                  <a:pt x="21600" y="12960"/>
                </a:lnTo>
                <a:lnTo>
                  <a:pt x="16841" y="12960"/>
                </a:lnTo>
                <a:lnTo>
                  <a:pt x="12053" y="12960"/>
                </a:lnTo>
                <a:lnTo>
                  <a:pt x="7200" y="12960"/>
                </a:lnTo>
                <a:lnTo>
                  <a:pt x="5414" y="15098"/>
                </a:lnTo>
                <a:lnTo>
                  <a:pt x="3629" y="17245"/>
                </a:lnTo>
                <a:lnTo>
                  <a:pt x="1822" y="1941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6F0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2" name="contour_18590"/>
          <p:cNvSpPr/>
          <p:nvPr/>
        </p:nvSpPr>
        <p:spPr>
          <a:xfrm>
            <a:off x="6495426" y="5444130"/>
            <a:ext cx="2312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78" y="0"/>
                </a:moveTo>
                <a:lnTo>
                  <a:pt x="3751" y="1678"/>
                </a:lnTo>
                <a:lnTo>
                  <a:pt x="6310" y="3362"/>
                </a:lnTo>
                <a:lnTo>
                  <a:pt x="8856" y="5054"/>
                </a:lnTo>
                <a:lnTo>
                  <a:pt x="11389" y="6750"/>
                </a:lnTo>
                <a:lnTo>
                  <a:pt x="12818" y="7693"/>
                </a:lnTo>
                <a:lnTo>
                  <a:pt x="17134" y="10548"/>
                </a:lnTo>
                <a:lnTo>
                  <a:pt x="19313" y="12485"/>
                </a:lnTo>
                <a:lnTo>
                  <a:pt x="20633" y="14029"/>
                </a:lnTo>
                <a:lnTo>
                  <a:pt x="21314" y="15710"/>
                </a:lnTo>
                <a:lnTo>
                  <a:pt x="21566" y="18054"/>
                </a:lnTo>
                <a:lnTo>
                  <a:pt x="21600" y="21600"/>
                </a:lnTo>
                <a:lnTo>
                  <a:pt x="16535" y="21247"/>
                </a:lnTo>
                <a:lnTo>
                  <a:pt x="12941" y="20884"/>
                </a:lnTo>
                <a:lnTo>
                  <a:pt x="9837" y="20336"/>
                </a:lnTo>
                <a:lnTo>
                  <a:pt x="6242" y="19433"/>
                </a:lnTo>
                <a:lnTo>
                  <a:pt x="1178" y="18000"/>
                </a:lnTo>
                <a:lnTo>
                  <a:pt x="504" y="15412"/>
                </a:lnTo>
                <a:lnTo>
                  <a:pt x="129" y="12845"/>
                </a:lnTo>
                <a:lnTo>
                  <a:pt x="0" y="10289"/>
                </a:lnTo>
                <a:lnTo>
                  <a:pt x="82" y="7736"/>
                </a:lnTo>
                <a:lnTo>
                  <a:pt x="334" y="5177"/>
                </a:lnTo>
                <a:lnTo>
                  <a:pt x="715" y="2603"/>
                </a:lnTo>
                <a:lnTo>
                  <a:pt x="1178" y="0"/>
                </a:lnTo>
                <a:close/>
              </a:path>
            </a:pathLst>
          </a:custGeom>
          <a:solidFill>
            <a:srgbClr val="FAFC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3" name="contour_18591"/>
          <p:cNvSpPr/>
          <p:nvPr/>
        </p:nvSpPr>
        <p:spPr>
          <a:xfrm>
            <a:off x="5818248" y="5444130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733" y="2674"/>
                </a:lnTo>
                <a:lnTo>
                  <a:pt x="19866" y="5348"/>
                </a:lnTo>
                <a:lnTo>
                  <a:pt x="19000" y="8031"/>
                </a:lnTo>
                <a:lnTo>
                  <a:pt x="18133" y="10718"/>
                </a:lnTo>
                <a:lnTo>
                  <a:pt x="17259" y="13418"/>
                </a:lnTo>
                <a:lnTo>
                  <a:pt x="16378" y="16131"/>
                </a:lnTo>
                <a:lnTo>
                  <a:pt x="15497" y="18857"/>
                </a:lnTo>
                <a:lnTo>
                  <a:pt x="14610" y="21600"/>
                </a:lnTo>
                <a:lnTo>
                  <a:pt x="10457" y="19492"/>
                </a:lnTo>
                <a:lnTo>
                  <a:pt x="7619" y="17889"/>
                </a:lnTo>
                <a:lnTo>
                  <a:pt x="4781" y="15980"/>
                </a:lnTo>
                <a:lnTo>
                  <a:pt x="629" y="12960"/>
                </a:lnTo>
                <a:lnTo>
                  <a:pt x="210" y="9487"/>
                </a:lnTo>
                <a:lnTo>
                  <a:pt x="0" y="7076"/>
                </a:lnTo>
                <a:lnTo>
                  <a:pt x="0" y="5106"/>
                </a:lnTo>
                <a:lnTo>
                  <a:pt x="210" y="2955"/>
                </a:lnTo>
                <a:lnTo>
                  <a:pt x="629" y="0"/>
                </a:lnTo>
                <a:close/>
              </a:path>
            </a:pathLst>
          </a:custGeom>
          <a:solidFill>
            <a:srgbClr val="E9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4" name="contour_18592"/>
          <p:cNvSpPr/>
          <p:nvPr/>
        </p:nvSpPr>
        <p:spPr>
          <a:xfrm>
            <a:off x="4886041" y="542955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1739"/>
                </a:lnTo>
                <a:lnTo>
                  <a:pt x="13798" y="3100"/>
                </a:lnTo>
                <a:lnTo>
                  <a:pt x="15526" y="4385"/>
                </a:lnTo>
                <a:lnTo>
                  <a:pt x="17159" y="5902"/>
                </a:lnTo>
                <a:lnTo>
                  <a:pt x="19064" y="7938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20390" y="20995"/>
                </a:lnTo>
                <a:lnTo>
                  <a:pt x="19259" y="20428"/>
                </a:lnTo>
                <a:lnTo>
                  <a:pt x="17954" y="19780"/>
                </a:lnTo>
                <a:lnTo>
                  <a:pt x="16226" y="18916"/>
                </a:lnTo>
                <a:lnTo>
                  <a:pt x="13820" y="17712"/>
                </a:lnTo>
                <a:lnTo>
                  <a:pt x="10485" y="16043"/>
                </a:lnTo>
                <a:lnTo>
                  <a:pt x="5962" y="13781"/>
                </a:lnTo>
                <a:lnTo>
                  <a:pt x="0" y="10800"/>
                </a:lnTo>
                <a:lnTo>
                  <a:pt x="2108" y="7214"/>
                </a:lnTo>
                <a:lnTo>
                  <a:pt x="3711" y="4892"/>
                </a:lnTo>
                <a:lnTo>
                  <a:pt x="5620" y="2824"/>
                </a:lnTo>
                <a:lnTo>
                  <a:pt x="8640" y="0"/>
                </a:lnTo>
                <a:close/>
              </a:path>
            </a:pathLst>
          </a:custGeom>
          <a:solidFill>
            <a:srgbClr val="6E5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5" name="contour_18593"/>
          <p:cNvSpPr/>
          <p:nvPr/>
        </p:nvSpPr>
        <p:spPr>
          <a:xfrm>
            <a:off x="2189484" y="542955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9580" y="10829"/>
                </a:lnTo>
                <a:lnTo>
                  <a:pt x="18050" y="13435"/>
                </a:lnTo>
                <a:lnTo>
                  <a:pt x="16708" y="15415"/>
                </a:lnTo>
                <a:lnTo>
                  <a:pt x="15250" y="17172"/>
                </a:lnTo>
                <a:lnTo>
                  <a:pt x="13381" y="19094"/>
                </a:lnTo>
                <a:lnTo>
                  <a:pt x="10800" y="21600"/>
                </a:lnTo>
                <a:lnTo>
                  <a:pt x="8600" y="18583"/>
                </a:lnTo>
                <a:lnTo>
                  <a:pt x="6685" y="15358"/>
                </a:lnTo>
                <a:lnTo>
                  <a:pt x="4957" y="11916"/>
                </a:lnTo>
                <a:lnTo>
                  <a:pt x="3330" y="8222"/>
                </a:lnTo>
                <a:lnTo>
                  <a:pt x="1710" y="4255"/>
                </a:lnTo>
                <a:lnTo>
                  <a:pt x="0" y="0"/>
                </a:lnTo>
                <a:close/>
              </a:path>
            </a:pathLst>
          </a:custGeom>
          <a:solidFill>
            <a:srgbClr val="D5D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6" name="contour_18594"/>
          <p:cNvSpPr/>
          <p:nvPr/>
        </p:nvSpPr>
        <p:spPr>
          <a:xfrm>
            <a:off x="7269214" y="542955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1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889" y="20444"/>
                </a:lnTo>
                <a:lnTo>
                  <a:pt x="16184" y="19273"/>
                </a:lnTo>
                <a:lnTo>
                  <a:pt x="13489" y="18079"/>
                </a:lnTo>
                <a:lnTo>
                  <a:pt x="10800" y="16875"/>
                </a:lnTo>
                <a:lnTo>
                  <a:pt x="9288" y="16216"/>
                </a:lnTo>
                <a:lnTo>
                  <a:pt x="4725" y="14218"/>
                </a:lnTo>
                <a:lnTo>
                  <a:pt x="355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E7D1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7" name="contour_18595"/>
          <p:cNvSpPr/>
          <p:nvPr/>
        </p:nvSpPr>
        <p:spPr>
          <a:xfrm>
            <a:off x="9929331" y="542226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5A5C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8" name="contour_18596"/>
          <p:cNvSpPr/>
          <p:nvPr/>
        </p:nvSpPr>
        <p:spPr>
          <a:xfrm>
            <a:off x="3836570" y="5407690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980" y="20747"/>
                </a:lnTo>
                <a:lnTo>
                  <a:pt x="14329" y="20039"/>
                </a:lnTo>
                <a:lnTo>
                  <a:pt x="11973" y="19219"/>
                </a:lnTo>
                <a:lnTo>
                  <a:pt x="9167" y="18025"/>
                </a:lnTo>
                <a:lnTo>
                  <a:pt x="5167" y="16200"/>
                </a:lnTo>
                <a:lnTo>
                  <a:pt x="3421" y="12020"/>
                </a:lnTo>
                <a:lnTo>
                  <a:pt x="2279" y="9088"/>
                </a:lnTo>
                <a:lnTo>
                  <a:pt x="1493" y="6626"/>
                </a:lnTo>
                <a:lnTo>
                  <a:pt x="816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E0D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599" name="contour_18597"/>
          <p:cNvSpPr/>
          <p:nvPr/>
        </p:nvSpPr>
        <p:spPr>
          <a:xfrm>
            <a:off x="6955831" y="539311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86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548" y="6062"/>
                </a:lnTo>
                <a:lnTo>
                  <a:pt x="17094" y="7762"/>
                </a:lnTo>
                <a:lnTo>
                  <a:pt x="18360" y="10310"/>
                </a:lnTo>
                <a:lnTo>
                  <a:pt x="19997" y="14681"/>
                </a:lnTo>
                <a:lnTo>
                  <a:pt x="20792" y="181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BBC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0" name="contour_18598"/>
          <p:cNvSpPr/>
          <p:nvPr/>
        </p:nvSpPr>
        <p:spPr>
          <a:xfrm>
            <a:off x="5024513" y="540040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2673" y="9018"/>
                </a:lnTo>
                <a:lnTo>
                  <a:pt x="5351" y="7231"/>
                </a:lnTo>
                <a:lnTo>
                  <a:pt x="8041" y="5443"/>
                </a:lnTo>
                <a:lnTo>
                  <a:pt x="10741" y="3640"/>
                </a:lnTo>
                <a:lnTo>
                  <a:pt x="13457" y="1825"/>
                </a:lnTo>
                <a:lnTo>
                  <a:pt x="16200" y="0"/>
                </a:lnTo>
                <a:close/>
              </a:path>
            </a:pathLst>
          </a:custGeom>
          <a:solidFill>
            <a:srgbClr val="5246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1" name="contour_18599"/>
          <p:cNvSpPr/>
          <p:nvPr/>
        </p:nvSpPr>
        <p:spPr>
          <a:xfrm>
            <a:off x="8282245" y="539311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605"/>
                </a:lnTo>
                <a:lnTo>
                  <a:pt x="2341" y="1172"/>
                </a:lnTo>
                <a:lnTo>
                  <a:pt x="3646" y="1820"/>
                </a:lnTo>
                <a:lnTo>
                  <a:pt x="5374" y="2684"/>
                </a:lnTo>
                <a:lnTo>
                  <a:pt x="7780" y="3888"/>
                </a:lnTo>
                <a:lnTo>
                  <a:pt x="11115" y="5557"/>
                </a:lnTo>
                <a:lnTo>
                  <a:pt x="15638" y="7819"/>
                </a:lnTo>
                <a:lnTo>
                  <a:pt x="21600" y="10800"/>
                </a:lnTo>
                <a:lnTo>
                  <a:pt x="20529" y="13473"/>
                </a:lnTo>
                <a:lnTo>
                  <a:pt x="19457" y="16157"/>
                </a:lnTo>
                <a:lnTo>
                  <a:pt x="18373" y="18862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5784" y="10800"/>
                </a:lnTo>
                <a:lnTo>
                  <a:pt x="2912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83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2" name="contour_18600"/>
          <p:cNvSpPr/>
          <p:nvPr/>
        </p:nvSpPr>
        <p:spPr>
          <a:xfrm>
            <a:off x="7159894" y="540040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63" y="778"/>
                </a:lnTo>
                <a:lnTo>
                  <a:pt x="19453" y="1793"/>
                </a:lnTo>
                <a:lnTo>
                  <a:pt x="17155" y="3708"/>
                </a:lnTo>
                <a:lnTo>
                  <a:pt x="12960" y="7200"/>
                </a:lnTo>
                <a:lnTo>
                  <a:pt x="12960" y="11959"/>
                </a:lnTo>
                <a:lnTo>
                  <a:pt x="12960" y="16747"/>
                </a:lnTo>
                <a:lnTo>
                  <a:pt x="12960" y="21600"/>
                </a:lnTo>
                <a:lnTo>
                  <a:pt x="9746" y="20246"/>
                </a:lnTo>
                <a:lnTo>
                  <a:pt x="7465" y="19195"/>
                </a:lnTo>
                <a:lnTo>
                  <a:pt x="5495" y="18101"/>
                </a:lnTo>
                <a:lnTo>
                  <a:pt x="3214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FE3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3" name="contour_18601"/>
          <p:cNvSpPr/>
          <p:nvPr/>
        </p:nvSpPr>
        <p:spPr>
          <a:xfrm>
            <a:off x="1147301" y="539311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1B4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4" name="contour_18602"/>
          <p:cNvSpPr/>
          <p:nvPr/>
        </p:nvSpPr>
        <p:spPr>
          <a:xfrm>
            <a:off x="8449869" y="53858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FA3A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5" name="contour_18603"/>
          <p:cNvSpPr/>
          <p:nvPr/>
        </p:nvSpPr>
        <p:spPr>
          <a:xfrm>
            <a:off x="5250441" y="5378538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322D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6" name="contour_18604"/>
          <p:cNvSpPr/>
          <p:nvPr/>
        </p:nvSpPr>
        <p:spPr>
          <a:xfrm>
            <a:off x="10009499" y="5364887"/>
            <a:ext cx="43728" cy="2093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479" y="1188"/>
                </a:moveTo>
                <a:lnTo>
                  <a:pt x="20027" y="3857"/>
                </a:lnTo>
                <a:lnTo>
                  <a:pt x="21600" y="6563"/>
                </a:lnTo>
                <a:lnTo>
                  <a:pt x="21600" y="11533"/>
                </a:lnTo>
                <a:lnTo>
                  <a:pt x="21600" y="16533"/>
                </a:lnTo>
                <a:lnTo>
                  <a:pt x="21600" y="21600"/>
                </a:lnTo>
                <a:lnTo>
                  <a:pt x="19224" y="21600"/>
                </a:lnTo>
                <a:lnTo>
                  <a:pt x="16844" y="21600"/>
                </a:lnTo>
                <a:lnTo>
                  <a:pt x="14465" y="21600"/>
                </a:lnTo>
                <a:lnTo>
                  <a:pt x="12078" y="21600"/>
                </a:lnTo>
                <a:lnTo>
                  <a:pt x="9684" y="21600"/>
                </a:lnTo>
                <a:lnTo>
                  <a:pt x="7279" y="21600"/>
                </a:lnTo>
                <a:lnTo>
                  <a:pt x="4867" y="21600"/>
                </a:lnTo>
                <a:lnTo>
                  <a:pt x="2441" y="21600"/>
                </a:lnTo>
                <a:lnTo>
                  <a:pt x="0" y="21600"/>
                </a:lnTo>
                <a:lnTo>
                  <a:pt x="3964" y="14721"/>
                </a:lnTo>
                <a:lnTo>
                  <a:pt x="7096" y="9383"/>
                </a:lnTo>
                <a:lnTo>
                  <a:pt x="9547" y="5421"/>
                </a:lnTo>
                <a:lnTo>
                  <a:pt x="11470" y="2677"/>
                </a:lnTo>
                <a:lnTo>
                  <a:pt x="13018" y="962"/>
                </a:lnTo>
                <a:lnTo>
                  <a:pt x="14339" y="128"/>
                </a:lnTo>
                <a:lnTo>
                  <a:pt x="15588" y="0"/>
                </a:lnTo>
                <a:lnTo>
                  <a:pt x="16916" y="414"/>
                </a:lnTo>
                <a:lnTo>
                  <a:pt x="18479" y="1188"/>
                </a:lnTo>
                <a:close/>
              </a:path>
            </a:pathLst>
          </a:custGeom>
          <a:solidFill>
            <a:srgbClr val="B6BB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7" name="contour_18605"/>
          <p:cNvSpPr/>
          <p:nvPr/>
        </p:nvSpPr>
        <p:spPr>
          <a:xfrm>
            <a:off x="9922043" y="537125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9"/>
                </a:lnTo>
                <a:lnTo>
                  <a:pt x="16162" y="2678"/>
                </a:lnTo>
                <a:lnTo>
                  <a:pt x="18862" y="403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112" y="17642"/>
                </a:lnTo>
                <a:lnTo>
                  <a:pt x="14602" y="18743"/>
                </a:lnTo>
                <a:lnTo>
                  <a:pt x="11048" y="19597"/>
                </a:lnTo>
                <a:lnTo>
                  <a:pt x="7436" y="20299"/>
                </a:lnTo>
                <a:lnTo>
                  <a:pt x="3758" y="20936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E6E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8" name="contour_18606"/>
          <p:cNvSpPr/>
          <p:nvPr/>
        </p:nvSpPr>
        <p:spPr>
          <a:xfrm>
            <a:off x="491382" y="535667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4990" y="18101"/>
                </a:lnTo>
                <a:lnTo>
                  <a:pt x="10382" y="15621"/>
                </a:lnTo>
                <a:lnTo>
                  <a:pt x="7178" y="13789"/>
                </a:lnTo>
                <a:lnTo>
                  <a:pt x="4781" y="12260"/>
                </a:lnTo>
                <a:lnTo>
                  <a:pt x="2585" y="10662"/>
                </a:lnTo>
                <a:lnTo>
                  <a:pt x="0" y="8640"/>
                </a:lnTo>
                <a:lnTo>
                  <a:pt x="871" y="5620"/>
                </a:lnTo>
                <a:lnTo>
                  <a:pt x="1915" y="3711"/>
                </a:lnTo>
                <a:lnTo>
                  <a:pt x="3802" y="2108"/>
                </a:lnTo>
                <a:lnTo>
                  <a:pt x="7200" y="0"/>
                </a:lnTo>
                <a:close/>
              </a:path>
            </a:pathLst>
          </a:custGeom>
          <a:solidFill>
            <a:srgbClr val="1919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09" name="contour_18607"/>
          <p:cNvSpPr/>
          <p:nvPr/>
        </p:nvSpPr>
        <p:spPr>
          <a:xfrm>
            <a:off x="4980785" y="536396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071"/>
                </a:lnTo>
                <a:lnTo>
                  <a:pt x="14342" y="2143"/>
                </a:lnTo>
                <a:lnTo>
                  <a:pt x="17950" y="3227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4529" y="16070"/>
                </a:lnTo>
                <a:lnTo>
                  <a:pt x="2714" y="12243"/>
                </a:lnTo>
                <a:lnTo>
                  <a:pt x="1555" y="9634"/>
                </a:lnTo>
                <a:lnTo>
                  <a:pt x="850" y="7763"/>
                </a:lnTo>
                <a:lnTo>
                  <a:pt x="396" y="6152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3A39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0" name="contour_18608"/>
          <p:cNvSpPr/>
          <p:nvPr/>
        </p:nvSpPr>
        <p:spPr>
          <a:xfrm>
            <a:off x="4128090" y="5371250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3632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1" name="contour_18609"/>
          <p:cNvSpPr/>
          <p:nvPr/>
        </p:nvSpPr>
        <p:spPr>
          <a:xfrm>
            <a:off x="9797491" y="5363962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6868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2" name="contour_18610"/>
          <p:cNvSpPr/>
          <p:nvPr/>
        </p:nvSpPr>
        <p:spPr>
          <a:xfrm>
            <a:off x="4711129" y="5358605"/>
            <a:ext cx="51016" cy="19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702"/>
                </a:moveTo>
                <a:lnTo>
                  <a:pt x="19684" y="15069"/>
                </a:lnTo>
                <a:lnTo>
                  <a:pt x="17777" y="16364"/>
                </a:lnTo>
                <a:lnTo>
                  <a:pt x="15870" y="17572"/>
                </a:lnTo>
                <a:lnTo>
                  <a:pt x="13960" y="18670"/>
                </a:lnTo>
                <a:lnTo>
                  <a:pt x="12040" y="19649"/>
                </a:lnTo>
                <a:lnTo>
                  <a:pt x="10106" y="20471"/>
                </a:lnTo>
                <a:lnTo>
                  <a:pt x="8152" y="21134"/>
                </a:lnTo>
                <a:lnTo>
                  <a:pt x="6171" y="21600"/>
                </a:lnTo>
                <a:lnTo>
                  <a:pt x="3799" y="17185"/>
                </a:lnTo>
                <a:lnTo>
                  <a:pt x="2364" y="14074"/>
                </a:lnTo>
                <a:lnTo>
                  <a:pt x="1290" y="10772"/>
                </a:lnTo>
                <a:lnTo>
                  <a:pt x="0" y="5805"/>
                </a:lnTo>
                <a:lnTo>
                  <a:pt x="2577" y="2891"/>
                </a:lnTo>
                <a:lnTo>
                  <a:pt x="4940" y="1003"/>
                </a:lnTo>
                <a:lnTo>
                  <a:pt x="7131" y="63"/>
                </a:lnTo>
                <a:lnTo>
                  <a:pt x="9199" y="0"/>
                </a:lnTo>
                <a:lnTo>
                  <a:pt x="11189" y="742"/>
                </a:lnTo>
                <a:lnTo>
                  <a:pt x="13148" y="2196"/>
                </a:lnTo>
                <a:lnTo>
                  <a:pt x="15123" y="4296"/>
                </a:lnTo>
                <a:lnTo>
                  <a:pt x="17160" y="6966"/>
                </a:lnTo>
                <a:lnTo>
                  <a:pt x="19304" y="10125"/>
                </a:lnTo>
                <a:lnTo>
                  <a:pt x="21600" y="13702"/>
                </a:lnTo>
                <a:close/>
              </a:path>
            </a:pathLst>
          </a:custGeom>
          <a:solidFill>
            <a:srgbClr val="2729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3" name="contour_18611"/>
          <p:cNvSpPr/>
          <p:nvPr/>
        </p:nvSpPr>
        <p:spPr>
          <a:xfrm>
            <a:off x="3756402" y="535667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059" y="3269"/>
                </a:lnTo>
                <a:lnTo>
                  <a:pt x="13306" y="6667"/>
                </a:lnTo>
                <a:lnTo>
                  <a:pt x="15427" y="10195"/>
                </a:lnTo>
                <a:lnTo>
                  <a:pt x="17483" y="13860"/>
                </a:lnTo>
                <a:lnTo>
                  <a:pt x="19522" y="1766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108" y="3802"/>
                </a:lnTo>
                <a:lnTo>
                  <a:pt x="3711" y="1915"/>
                </a:lnTo>
                <a:lnTo>
                  <a:pt x="5620" y="871"/>
                </a:lnTo>
                <a:lnTo>
                  <a:pt x="8640" y="0"/>
                </a:lnTo>
                <a:close/>
              </a:path>
            </a:pathLst>
          </a:custGeom>
          <a:solidFill>
            <a:srgbClr val="A58F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4" name="contour_18612"/>
          <p:cNvSpPr/>
          <p:nvPr/>
        </p:nvSpPr>
        <p:spPr>
          <a:xfrm>
            <a:off x="1453397" y="5349386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2108"/>
                </a:lnTo>
                <a:lnTo>
                  <a:pt x="13981" y="3711"/>
                </a:lnTo>
                <a:lnTo>
                  <a:pt x="16819" y="5620"/>
                </a:lnTo>
                <a:lnTo>
                  <a:pt x="20971" y="8640"/>
                </a:lnTo>
                <a:lnTo>
                  <a:pt x="213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90" y="18645"/>
                </a:lnTo>
                <a:lnTo>
                  <a:pt x="20971" y="21600"/>
                </a:lnTo>
                <a:lnTo>
                  <a:pt x="16350" y="21600"/>
                </a:lnTo>
                <a:lnTo>
                  <a:pt x="11702" y="21600"/>
                </a:lnTo>
                <a:lnTo>
                  <a:pt x="6990" y="21600"/>
                </a:lnTo>
                <a:lnTo>
                  <a:pt x="4718" y="18870"/>
                </a:lnTo>
                <a:lnTo>
                  <a:pt x="3474" y="16701"/>
                </a:lnTo>
                <a:lnTo>
                  <a:pt x="2181" y="13228"/>
                </a:lnTo>
                <a:lnTo>
                  <a:pt x="1279" y="10895"/>
                </a:lnTo>
                <a:lnTo>
                  <a:pt x="357" y="8523"/>
                </a:lnTo>
                <a:lnTo>
                  <a:pt x="175" y="6437"/>
                </a:lnTo>
                <a:lnTo>
                  <a:pt x="0" y="4320"/>
                </a:lnTo>
                <a:lnTo>
                  <a:pt x="3467" y="2177"/>
                </a:lnTo>
                <a:lnTo>
                  <a:pt x="6990" y="0"/>
                </a:lnTo>
                <a:close/>
              </a:path>
            </a:pathLst>
          </a:custGeom>
          <a:solidFill>
            <a:srgbClr val="888B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5" name="contour_18613"/>
          <p:cNvSpPr/>
          <p:nvPr/>
        </p:nvSpPr>
        <p:spPr>
          <a:xfrm>
            <a:off x="8551901" y="53493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E4E6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6" name="contour_18614"/>
          <p:cNvSpPr/>
          <p:nvPr/>
        </p:nvSpPr>
        <p:spPr>
          <a:xfrm>
            <a:off x="10038651" y="534209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8127" y="20261"/>
                </a:lnTo>
                <a:lnTo>
                  <a:pt x="5438" y="18922"/>
                </a:lnTo>
                <a:lnTo>
                  <a:pt x="2738" y="17566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3618" y="3067"/>
                </a:lnTo>
                <a:lnTo>
                  <a:pt x="6858" y="1528"/>
                </a:lnTo>
                <a:lnTo>
                  <a:pt x="10001" y="610"/>
                </a:lnTo>
                <a:lnTo>
                  <a:pt x="13322" y="162"/>
                </a:lnTo>
                <a:lnTo>
                  <a:pt x="17096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4040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7" name="contour_18615"/>
          <p:cNvSpPr/>
          <p:nvPr/>
        </p:nvSpPr>
        <p:spPr>
          <a:xfrm>
            <a:off x="8318685" y="534209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254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8" name="contour_18616"/>
          <p:cNvSpPr/>
          <p:nvPr/>
        </p:nvSpPr>
        <p:spPr>
          <a:xfrm>
            <a:off x="10279155" y="5327522"/>
            <a:ext cx="29152" cy="356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690" y="2497"/>
                </a:lnTo>
                <a:lnTo>
                  <a:pt x="9985" y="4994"/>
                </a:lnTo>
                <a:lnTo>
                  <a:pt x="12285" y="7500"/>
                </a:lnTo>
                <a:lnTo>
                  <a:pt x="14596" y="10015"/>
                </a:lnTo>
                <a:lnTo>
                  <a:pt x="16913" y="12543"/>
                </a:lnTo>
                <a:lnTo>
                  <a:pt x="19251" y="15084"/>
                </a:lnTo>
                <a:lnTo>
                  <a:pt x="21600" y="17647"/>
                </a:lnTo>
                <a:lnTo>
                  <a:pt x="16276" y="19791"/>
                </a:lnTo>
                <a:lnTo>
                  <a:pt x="12722" y="21053"/>
                </a:lnTo>
                <a:lnTo>
                  <a:pt x="10103" y="21596"/>
                </a:lnTo>
                <a:lnTo>
                  <a:pt x="7603" y="21600"/>
                </a:lnTo>
                <a:lnTo>
                  <a:pt x="4385" y="21229"/>
                </a:lnTo>
                <a:lnTo>
                  <a:pt x="2209" y="19451"/>
                </a:lnTo>
                <a:lnTo>
                  <a:pt x="0" y="17647"/>
                </a:lnTo>
                <a:lnTo>
                  <a:pt x="508" y="14576"/>
                </a:lnTo>
                <a:lnTo>
                  <a:pt x="1215" y="11625"/>
                </a:lnTo>
                <a:lnTo>
                  <a:pt x="2095" y="8744"/>
                </a:lnTo>
                <a:lnTo>
                  <a:pt x="3105" y="5881"/>
                </a:lnTo>
                <a:lnTo>
                  <a:pt x="4217" y="2982"/>
                </a:lnTo>
                <a:lnTo>
                  <a:pt x="5400" y="0"/>
                </a:lnTo>
                <a:close/>
              </a:path>
            </a:pathLst>
          </a:custGeom>
          <a:solidFill>
            <a:srgbClr val="EC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19" name="contour_18617"/>
          <p:cNvSpPr/>
          <p:nvPr/>
        </p:nvSpPr>
        <p:spPr>
          <a:xfrm>
            <a:off x="2327956" y="533481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BDB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0" name="contour_18618"/>
          <p:cNvSpPr/>
          <p:nvPr/>
        </p:nvSpPr>
        <p:spPr>
          <a:xfrm>
            <a:off x="5090105" y="5326538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507"/>
                </a:lnTo>
                <a:lnTo>
                  <a:pt x="0" y="13401"/>
                </a:lnTo>
                <a:lnTo>
                  <a:pt x="0" y="9281"/>
                </a:lnTo>
                <a:lnTo>
                  <a:pt x="0" y="5126"/>
                </a:lnTo>
                <a:lnTo>
                  <a:pt x="0" y="930"/>
                </a:lnTo>
                <a:close/>
              </a:path>
            </a:pathLst>
          </a:custGeom>
          <a:solidFill>
            <a:srgbClr val="423E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1" name="contour_18619"/>
          <p:cNvSpPr/>
          <p:nvPr/>
        </p:nvSpPr>
        <p:spPr>
          <a:xfrm>
            <a:off x="5133833" y="532023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7BE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2" name="contour_18620"/>
          <p:cNvSpPr/>
          <p:nvPr/>
        </p:nvSpPr>
        <p:spPr>
          <a:xfrm>
            <a:off x="4375882" y="531294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10800" y="18031"/>
                </a:lnTo>
                <a:lnTo>
                  <a:pt x="10800" y="14440"/>
                </a:lnTo>
                <a:lnTo>
                  <a:pt x="10800" y="10800"/>
                </a:lnTo>
                <a:lnTo>
                  <a:pt x="7231" y="10800"/>
                </a:lnTo>
                <a:lnTo>
                  <a:pt x="3640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1718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3" name="contour_18621"/>
          <p:cNvSpPr/>
          <p:nvPr/>
        </p:nvSpPr>
        <p:spPr>
          <a:xfrm>
            <a:off x="8668509" y="529108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76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F1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4" name="contour_18622"/>
          <p:cNvSpPr/>
          <p:nvPr/>
        </p:nvSpPr>
        <p:spPr>
          <a:xfrm>
            <a:off x="2196772" y="52983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85" y="9418"/>
                </a:lnTo>
                <a:lnTo>
                  <a:pt x="19796" y="12269"/>
                </a:lnTo>
                <a:lnTo>
                  <a:pt x="18976" y="14731"/>
                </a:lnTo>
                <a:lnTo>
                  <a:pt x="17863" y="1758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4234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5" name="contour_18623"/>
          <p:cNvSpPr/>
          <p:nvPr/>
        </p:nvSpPr>
        <p:spPr>
          <a:xfrm>
            <a:off x="2327956" y="528379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453D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6" name="contour_18624"/>
          <p:cNvSpPr/>
          <p:nvPr/>
        </p:nvSpPr>
        <p:spPr>
          <a:xfrm>
            <a:off x="5039089" y="526921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672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7" name="contour_18625"/>
          <p:cNvSpPr/>
          <p:nvPr/>
        </p:nvSpPr>
        <p:spPr>
          <a:xfrm>
            <a:off x="10541522" y="526921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047" y="18052"/>
                </a:lnTo>
                <a:lnTo>
                  <a:pt x="3881" y="15250"/>
                </a:lnTo>
                <a:lnTo>
                  <a:pt x="2700" y="10800"/>
                </a:lnTo>
                <a:lnTo>
                  <a:pt x="1886" y="7787"/>
                </a:lnTo>
                <a:lnTo>
                  <a:pt x="1066" y="4725"/>
                </a:lnTo>
                <a:lnTo>
                  <a:pt x="533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DFE5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8" name="contour_18626"/>
          <p:cNvSpPr/>
          <p:nvPr/>
        </p:nvSpPr>
        <p:spPr>
          <a:xfrm>
            <a:off x="7378534" y="526193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0" y="1226"/>
                </a:lnTo>
                <a:lnTo>
                  <a:pt x="17889" y="2192"/>
                </a:lnTo>
                <a:lnTo>
                  <a:pt x="19492" y="3418"/>
                </a:lnTo>
                <a:lnTo>
                  <a:pt x="21600" y="5400"/>
                </a:lnTo>
                <a:lnTo>
                  <a:pt x="19462" y="8073"/>
                </a:lnTo>
                <a:lnTo>
                  <a:pt x="17319" y="10751"/>
                </a:lnTo>
                <a:lnTo>
                  <a:pt x="15168" y="13441"/>
                </a:lnTo>
                <a:lnTo>
                  <a:pt x="13008" y="16141"/>
                </a:lnTo>
                <a:lnTo>
                  <a:pt x="10835" y="18857"/>
                </a:lnTo>
                <a:lnTo>
                  <a:pt x="8640" y="21600"/>
                </a:lnTo>
                <a:lnTo>
                  <a:pt x="6502" y="18927"/>
                </a:lnTo>
                <a:lnTo>
                  <a:pt x="4355" y="16243"/>
                </a:lnTo>
                <a:lnTo>
                  <a:pt x="2190" y="13538"/>
                </a:lnTo>
                <a:lnTo>
                  <a:pt x="0" y="10800"/>
                </a:lnTo>
                <a:lnTo>
                  <a:pt x="2536" y="8359"/>
                </a:lnTo>
                <a:lnTo>
                  <a:pt x="4441" y="6577"/>
                </a:lnTo>
                <a:lnTo>
                  <a:pt x="6074" y="5146"/>
                </a:lnTo>
                <a:lnTo>
                  <a:pt x="7802" y="3775"/>
                </a:lnTo>
                <a:lnTo>
                  <a:pt x="9975" y="2160"/>
                </a:lnTo>
                <a:lnTo>
                  <a:pt x="12960" y="0"/>
                </a:lnTo>
                <a:close/>
              </a:path>
            </a:pathLst>
          </a:custGeom>
          <a:solidFill>
            <a:srgbClr val="9798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29" name="contour_18627"/>
          <p:cNvSpPr/>
          <p:nvPr/>
        </p:nvSpPr>
        <p:spPr>
          <a:xfrm>
            <a:off x="7312942" y="5269218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7254" y="21600"/>
                </a:lnTo>
                <a:lnTo>
                  <a:pt x="13818" y="21600"/>
                </a:lnTo>
                <a:lnTo>
                  <a:pt x="10335" y="21600"/>
                </a:lnTo>
                <a:lnTo>
                  <a:pt x="8402" y="18776"/>
                </a:lnTo>
                <a:lnTo>
                  <a:pt x="7157" y="16708"/>
                </a:lnTo>
                <a:lnTo>
                  <a:pt x="6041" y="14386"/>
                </a:lnTo>
                <a:lnTo>
                  <a:pt x="4522" y="10800"/>
                </a:lnTo>
                <a:lnTo>
                  <a:pt x="3219" y="7787"/>
                </a:lnTo>
                <a:lnTo>
                  <a:pt x="1896" y="4725"/>
                </a:lnTo>
                <a:lnTo>
                  <a:pt x="956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B9D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0" name="contour_18628"/>
          <p:cNvSpPr/>
          <p:nvPr/>
        </p:nvSpPr>
        <p:spPr>
          <a:xfrm>
            <a:off x="4040634" y="525464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72" y="467"/>
                </a:lnTo>
                <a:lnTo>
                  <a:pt x="2684" y="1076"/>
                </a:lnTo>
                <a:lnTo>
                  <a:pt x="5557" y="2225"/>
                </a:lnTo>
                <a:lnTo>
                  <a:pt x="10800" y="4320"/>
                </a:lnTo>
                <a:lnTo>
                  <a:pt x="10800" y="7176"/>
                </a:lnTo>
                <a:lnTo>
                  <a:pt x="10800" y="10048"/>
                </a:lnTo>
                <a:lnTo>
                  <a:pt x="10800" y="12960"/>
                </a:lnTo>
                <a:lnTo>
                  <a:pt x="14008" y="14545"/>
                </a:lnTo>
                <a:lnTo>
                  <a:pt x="16200" y="15526"/>
                </a:lnTo>
                <a:lnTo>
                  <a:pt x="18392" y="16299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EE1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1" name="contour_18629"/>
          <p:cNvSpPr/>
          <p:nvPr/>
        </p:nvSpPr>
        <p:spPr>
          <a:xfrm>
            <a:off x="11058008" y="5254642"/>
            <a:ext cx="2282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3" y="0"/>
                </a:moveTo>
                <a:lnTo>
                  <a:pt x="17034" y="2955"/>
                </a:lnTo>
                <a:lnTo>
                  <a:pt x="18559" y="5106"/>
                </a:lnTo>
                <a:lnTo>
                  <a:pt x="19607" y="7076"/>
                </a:lnTo>
                <a:lnTo>
                  <a:pt x="20510" y="9487"/>
                </a:lnTo>
                <a:lnTo>
                  <a:pt x="21600" y="12960"/>
                </a:lnTo>
                <a:lnTo>
                  <a:pt x="17372" y="15137"/>
                </a:lnTo>
                <a:lnTo>
                  <a:pt x="14221" y="16701"/>
                </a:lnTo>
                <a:lnTo>
                  <a:pt x="11572" y="17889"/>
                </a:lnTo>
                <a:lnTo>
                  <a:pt x="8855" y="18943"/>
                </a:lnTo>
                <a:lnTo>
                  <a:pt x="5497" y="20097"/>
                </a:lnTo>
                <a:lnTo>
                  <a:pt x="910" y="21600"/>
                </a:lnTo>
                <a:lnTo>
                  <a:pt x="407" y="16606"/>
                </a:lnTo>
                <a:lnTo>
                  <a:pt x="103" y="13094"/>
                </a:lnTo>
                <a:lnTo>
                  <a:pt x="0" y="10593"/>
                </a:lnTo>
                <a:lnTo>
                  <a:pt x="103" y="8614"/>
                </a:lnTo>
                <a:lnTo>
                  <a:pt x="407" y="6683"/>
                </a:lnTo>
                <a:lnTo>
                  <a:pt x="910" y="4320"/>
                </a:lnTo>
                <a:lnTo>
                  <a:pt x="5007" y="2428"/>
                </a:lnTo>
                <a:lnTo>
                  <a:pt x="7807" y="1348"/>
                </a:lnTo>
                <a:lnTo>
                  <a:pt x="10607" y="674"/>
                </a:lnTo>
                <a:lnTo>
                  <a:pt x="14703" y="0"/>
                </a:lnTo>
                <a:close/>
              </a:path>
            </a:pathLst>
          </a:custGeom>
          <a:solidFill>
            <a:srgbClr val="473D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2" name="contour_18630"/>
          <p:cNvSpPr/>
          <p:nvPr/>
        </p:nvSpPr>
        <p:spPr>
          <a:xfrm>
            <a:off x="10993378" y="526193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6243" y="20788"/>
                </a:lnTo>
                <a:lnTo>
                  <a:pt x="12442" y="20157"/>
                </a:lnTo>
                <a:lnTo>
                  <a:pt x="9158" y="19500"/>
                </a:lnTo>
                <a:lnTo>
                  <a:pt x="5357" y="18611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4759" y="8640"/>
                </a:lnTo>
                <a:lnTo>
                  <a:pt x="9547" y="8640"/>
                </a:lnTo>
                <a:lnTo>
                  <a:pt x="14400" y="8640"/>
                </a:lnTo>
                <a:lnTo>
                  <a:pt x="14400" y="5784"/>
                </a:lnTo>
                <a:lnTo>
                  <a:pt x="14400" y="2912"/>
                </a:lnTo>
                <a:lnTo>
                  <a:pt x="14400" y="0"/>
                </a:lnTo>
                <a:close/>
              </a:path>
            </a:pathLst>
          </a:custGeom>
          <a:solidFill>
            <a:srgbClr val="6962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3" name="contour_18631"/>
          <p:cNvSpPr/>
          <p:nvPr/>
        </p:nvSpPr>
        <p:spPr>
          <a:xfrm>
            <a:off x="9892891" y="526193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EE2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4" name="contour_18632"/>
          <p:cNvSpPr/>
          <p:nvPr/>
        </p:nvSpPr>
        <p:spPr>
          <a:xfrm>
            <a:off x="4798585" y="524637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507"/>
                </a:lnTo>
                <a:lnTo>
                  <a:pt x="0" y="13401"/>
                </a:lnTo>
                <a:lnTo>
                  <a:pt x="0" y="9281"/>
                </a:lnTo>
                <a:lnTo>
                  <a:pt x="0" y="5126"/>
                </a:lnTo>
                <a:lnTo>
                  <a:pt x="0" y="930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5" name="contour_18633"/>
          <p:cNvSpPr/>
          <p:nvPr/>
        </p:nvSpPr>
        <p:spPr>
          <a:xfrm>
            <a:off x="724598" y="5253658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507"/>
                </a:lnTo>
                <a:lnTo>
                  <a:pt x="0" y="13401"/>
                </a:lnTo>
                <a:lnTo>
                  <a:pt x="0" y="9281"/>
                </a:lnTo>
                <a:lnTo>
                  <a:pt x="0" y="5126"/>
                </a:lnTo>
                <a:lnTo>
                  <a:pt x="0" y="930"/>
                </a:lnTo>
                <a:close/>
              </a:path>
            </a:pathLst>
          </a:custGeom>
          <a:solidFill>
            <a:srgbClr val="32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6" name="contour_18634"/>
          <p:cNvSpPr/>
          <p:nvPr/>
        </p:nvSpPr>
        <p:spPr>
          <a:xfrm>
            <a:off x="9987635" y="5246370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F4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7" name="contour_18635"/>
          <p:cNvSpPr/>
          <p:nvPr/>
        </p:nvSpPr>
        <p:spPr>
          <a:xfrm>
            <a:off x="7342094" y="524735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5E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8" name="contour_18636"/>
          <p:cNvSpPr/>
          <p:nvPr/>
        </p:nvSpPr>
        <p:spPr>
          <a:xfrm>
            <a:off x="1460685" y="5246698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E2C4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39" name="contour_18637"/>
          <p:cNvSpPr/>
          <p:nvPr/>
        </p:nvSpPr>
        <p:spPr>
          <a:xfrm>
            <a:off x="797478" y="5247354"/>
            <a:ext cx="2135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44" y="0"/>
                </a:moveTo>
                <a:lnTo>
                  <a:pt x="18113" y="4877"/>
                </a:lnTo>
                <a:lnTo>
                  <a:pt x="20280" y="8338"/>
                </a:lnTo>
                <a:lnTo>
                  <a:pt x="21401" y="10886"/>
                </a:lnTo>
                <a:lnTo>
                  <a:pt x="21600" y="13029"/>
                </a:lnTo>
                <a:lnTo>
                  <a:pt x="21025" y="15263"/>
                </a:lnTo>
                <a:lnTo>
                  <a:pt x="19816" y="18092"/>
                </a:lnTo>
                <a:lnTo>
                  <a:pt x="17302" y="19833"/>
                </a:lnTo>
                <a:lnTo>
                  <a:pt x="14744" y="21600"/>
                </a:lnTo>
                <a:lnTo>
                  <a:pt x="9871" y="21600"/>
                </a:lnTo>
                <a:lnTo>
                  <a:pt x="4969" y="21600"/>
                </a:lnTo>
                <a:lnTo>
                  <a:pt x="0" y="21600"/>
                </a:lnTo>
                <a:lnTo>
                  <a:pt x="2145" y="16066"/>
                </a:lnTo>
                <a:lnTo>
                  <a:pt x="3856" y="11845"/>
                </a:lnTo>
                <a:lnTo>
                  <a:pt x="5315" y="8692"/>
                </a:lnTo>
                <a:lnTo>
                  <a:pt x="6679" y="6346"/>
                </a:lnTo>
                <a:lnTo>
                  <a:pt x="8139" y="4558"/>
                </a:lnTo>
                <a:lnTo>
                  <a:pt x="9849" y="3072"/>
                </a:lnTo>
                <a:lnTo>
                  <a:pt x="11994" y="1637"/>
                </a:lnTo>
                <a:lnTo>
                  <a:pt x="14744" y="0"/>
                </a:lnTo>
                <a:close/>
              </a:path>
            </a:pathLst>
          </a:custGeom>
          <a:solidFill>
            <a:srgbClr val="21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0" name="contour_18638"/>
          <p:cNvSpPr/>
          <p:nvPr/>
        </p:nvSpPr>
        <p:spPr>
          <a:xfrm>
            <a:off x="746462" y="525464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047" y="18052"/>
                </a:lnTo>
                <a:lnTo>
                  <a:pt x="3881" y="15250"/>
                </a:lnTo>
                <a:lnTo>
                  <a:pt x="2700" y="10800"/>
                </a:lnTo>
                <a:lnTo>
                  <a:pt x="1886" y="7787"/>
                </a:lnTo>
                <a:lnTo>
                  <a:pt x="1066" y="4725"/>
                </a:lnTo>
                <a:lnTo>
                  <a:pt x="533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3939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1" name="contour_18639"/>
          <p:cNvSpPr/>
          <p:nvPr/>
        </p:nvSpPr>
        <p:spPr>
          <a:xfrm>
            <a:off x="513246" y="524006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354"/>
                </a:lnTo>
                <a:lnTo>
                  <a:pt x="14524" y="2405"/>
                </a:lnTo>
                <a:lnTo>
                  <a:pt x="16494" y="3499"/>
                </a:lnTo>
                <a:lnTo>
                  <a:pt x="18645" y="4982"/>
                </a:lnTo>
                <a:lnTo>
                  <a:pt x="21600" y="7200"/>
                </a:lnTo>
                <a:lnTo>
                  <a:pt x="20926" y="11729"/>
                </a:lnTo>
                <a:lnTo>
                  <a:pt x="20252" y="14738"/>
                </a:lnTo>
                <a:lnTo>
                  <a:pt x="19172" y="17575"/>
                </a:lnTo>
                <a:lnTo>
                  <a:pt x="17280" y="21600"/>
                </a:lnTo>
                <a:lnTo>
                  <a:pt x="14304" y="20966"/>
                </a:lnTo>
                <a:lnTo>
                  <a:pt x="11388" y="20045"/>
                </a:lnTo>
                <a:lnTo>
                  <a:pt x="8519" y="18871"/>
                </a:lnTo>
                <a:lnTo>
                  <a:pt x="5676" y="17510"/>
                </a:lnTo>
                <a:lnTo>
                  <a:pt x="2843" y="16006"/>
                </a:lnTo>
                <a:lnTo>
                  <a:pt x="0" y="14400"/>
                </a:lnTo>
                <a:lnTo>
                  <a:pt x="2108" y="9871"/>
                </a:lnTo>
                <a:lnTo>
                  <a:pt x="3711" y="6862"/>
                </a:lnTo>
                <a:lnTo>
                  <a:pt x="5616" y="4025"/>
                </a:lnTo>
                <a:lnTo>
                  <a:pt x="8640" y="0"/>
                </a:lnTo>
                <a:close/>
              </a:path>
            </a:pathLst>
          </a:custGeom>
          <a:solidFill>
            <a:srgbClr val="21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2" name="contour_18640"/>
          <p:cNvSpPr/>
          <p:nvPr/>
        </p:nvSpPr>
        <p:spPr>
          <a:xfrm>
            <a:off x="9739843" y="524006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553" y="3548"/>
                </a:lnTo>
                <a:lnTo>
                  <a:pt x="17719" y="6350"/>
                </a:lnTo>
                <a:lnTo>
                  <a:pt x="18900" y="10800"/>
                </a:lnTo>
                <a:lnTo>
                  <a:pt x="19714" y="13813"/>
                </a:lnTo>
                <a:lnTo>
                  <a:pt x="20534" y="16875"/>
                </a:lnTo>
                <a:lnTo>
                  <a:pt x="21067" y="1921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944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3" name="contour_18641"/>
          <p:cNvSpPr/>
          <p:nvPr/>
        </p:nvSpPr>
        <p:spPr>
          <a:xfrm>
            <a:off x="4835025" y="523277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93" y="2824"/>
                </a:lnTo>
                <a:lnTo>
                  <a:pt x="19154" y="4892"/>
                </a:lnTo>
                <a:lnTo>
                  <a:pt x="20185" y="7214"/>
                </a:lnTo>
                <a:lnTo>
                  <a:pt x="21600" y="10800"/>
                </a:lnTo>
                <a:lnTo>
                  <a:pt x="20185" y="14386"/>
                </a:lnTo>
                <a:lnTo>
                  <a:pt x="19154" y="16708"/>
                </a:lnTo>
                <a:lnTo>
                  <a:pt x="17993" y="18776"/>
                </a:lnTo>
                <a:lnTo>
                  <a:pt x="16200" y="21600"/>
                </a:lnTo>
                <a:lnTo>
                  <a:pt x="12182" y="20585"/>
                </a:lnTo>
                <a:lnTo>
                  <a:pt x="9331" y="19796"/>
                </a:lnTo>
                <a:lnTo>
                  <a:pt x="6869" y="18976"/>
                </a:lnTo>
                <a:lnTo>
                  <a:pt x="4018" y="1786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4018" y="3737"/>
                </a:lnTo>
                <a:lnTo>
                  <a:pt x="6869" y="2624"/>
                </a:lnTo>
                <a:lnTo>
                  <a:pt x="9331" y="1804"/>
                </a:lnTo>
                <a:lnTo>
                  <a:pt x="12182" y="1015"/>
                </a:lnTo>
                <a:lnTo>
                  <a:pt x="16200" y="0"/>
                </a:lnTo>
                <a:close/>
              </a:path>
            </a:pathLst>
          </a:custGeom>
          <a:solidFill>
            <a:srgbClr val="514E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4" name="contour_18642"/>
          <p:cNvSpPr/>
          <p:nvPr/>
        </p:nvSpPr>
        <p:spPr>
          <a:xfrm>
            <a:off x="4558081" y="5240066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4018" y="360"/>
                </a:lnTo>
                <a:lnTo>
                  <a:pt x="4872" y="698"/>
                </a:lnTo>
                <a:lnTo>
                  <a:pt x="5807" y="1058"/>
                </a:lnTo>
                <a:lnTo>
                  <a:pt x="6974" y="1512"/>
                </a:lnTo>
                <a:lnTo>
                  <a:pt x="8523" y="2117"/>
                </a:lnTo>
                <a:lnTo>
                  <a:pt x="10609" y="2923"/>
                </a:lnTo>
                <a:lnTo>
                  <a:pt x="13380" y="4003"/>
                </a:lnTo>
                <a:lnTo>
                  <a:pt x="16993" y="5407"/>
                </a:lnTo>
                <a:lnTo>
                  <a:pt x="21600" y="7200"/>
                </a:lnTo>
                <a:lnTo>
                  <a:pt x="21600" y="10771"/>
                </a:lnTo>
                <a:lnTo>
                  <a:pt x="21600" y="14400"/>
                </a:lnTo>
                <a:lnTo>
                  <a:pt x="19462" y="15113"/>
                </a:lnTo>
                <a:lnTo>
                  <a:pt x="17320" y="15826"/>
                </a:lnTo>
                <a:lnTo>
                  <a:pt x="15179" y="16538"/>
                </a:lnTo>
                <a:lnTo>
                  <a:pt x="13034" y="17258"/>
                </a:lnTo>
                <a:lnTo>
                  <a:pt x="10880" y="17971"/>
                </a:lnTo>
                <a:lnTo>
                  <a:pt x="8723" y="18691"/>
                </a:lnTo>
                <a:lnTo>
                  <a:pt x="6557" y="19411"/>
                </a:lnTo>
                <a:lnTo>
                  <a:pt x="4382" y="20138"/>
                </a:lnTo>
                <a:lnTo>
                  <a:pt x="2197" y="20866"/>
                </a:lnTo>
                <a:lnTo>
                  <a:pt x="0" y="21600"/>
                </a:lnTo>
                <a:lnTo>
                  <a:pt x="611" y="17323"/>
                </a:lnTo>
                <a:lnTo>
                  <a:pt x="1225" y="13032"/>
                </a:lnTo>
                <a:lnTo>
                  <a:pt x="1839" y="8726"/>
                </a:lnTo>
                <a:lnTo>
                  <a:pt x="2459" y="4385"/>
                </a:lnTo>
                <a:lnTo>
                  <a:pt x="3086" y="0"/>
                </a:lnTo>
                <a:close/>
              </a:path>
            </a:pathLst>
          </a:custGeom>
          <a:solidFill>
            <a:srgbClr val="332F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5" name="contour_18643"/>
          <p:cNvSpPr/>
          <p:nvPr/>
        </p:nvSpPr>
        <p:spPr>
          <a:xfrm>
            <a:off x="7560734" y="522549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605"/>
                </a:lnTo>
                <a:lnTo>
                  <a:pt x="2341" y="1172"/>
                </a:lnTo>
                <a:lnTo>
                  <a:pt x="3646" y="1820"/>
                </a:lnTo>
                <a:lnTo>
                  <a:pt x="5374" y="2684"/>
                </a:lnTo>
                <a:lnTo>
                  <a:pt x="7780" y="3888"/>
                </a:lnTo>
                <a:lnTo>
                  <a:pt x="11115" y="5557"/>
                </a:lnTo>
                <a:lnTo>
                  <a:pt x="15638" y="7819"/>
                </a:lnTo>
                <a:lnTo>
                  <a:pt x="21600" y="10800"/>
                </a:lnTo>
                <a:lnTo>
                  <a:pt x="17660" y="14364"/>
                </a:lnTo>
                <a:lnTo>
                  <a:pt x="14580" y="17042"/>
                </a:lnTo>
                <a:lnTo>
                  <a:pt x="12109" y="18965"/>
                </a:lnTo>
                <a:lnTo>
                  <a:pt x="9988" y="20250"/>
                </a:lnTo>
                <a:lnTo>
                  <a:pt x="7975" y="21033"/>
                </a:lnTo>
                <a:lnTo>
                  <a:pt x="5806" y="21433"/>
                </a:lnTo>
                <a:lnTo>
                  <a:pt x="3231" y="21578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1E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6" name="contour_18644"/>
          <p:cNvSpPr/>
          <p:nvPr/>
        </p:nvSpPr>
        <p:spPr>
          <a:xfrm>
            <a:off x="5323321" y="5233281"/>
            <a:ext cx="43728" cy="21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997"/>
                </a:moveTo>
                <a:lnTo>
                  <a:pt x="12938" y="4179"/>
                </a:lnTo>
                <a:lnTo>
                  <a:pt x="14850" y="6404"/>
                </a:lnTo>
                <a:lnTo>
                  <a:pt x="16762" y="8556"/>
                </a:lnTo>
                <a:lnTo>
                  <a:pt x="18702" y="10752"/>
                </a:lnTo>
                <a:lnTo>
                  <a:pt x="20142" y="12477"/>
                </a:lnTo>
                <a:lnTo>
                  <a:pt x="21600" y="14231"/>
                </a:lnTo>
                <a:lnTo>
                  <a:pt x="17572" y="16972"/>
                </a:lnTo>
                <a:lnTo>
                  <a:pt x="14724" y="18829"/>
                </a:lnTo>
                <a:lnTo>
                  <a:pt x="12665" y="20023"/>
                </a:lnTo>
                <a:lnTo>
                  <a:pt x="10991" y="20738"/>
                </a:lnTo>
                <a:lnTo>
                  <a:pt x="9302" y="21202"/>
                </a:lnTo>
                <a:lnTo>
                  <a:pt x="7200" y="21600"/>
                </a:lnTo>
                <a:lnTo>
                  <a:pt x="4558" y="17488"/>
                </a:lnTo>
                <a:lnTo>
                  <a:pt x="2927" y="14577"/>
                </a:lnTo>
                <a:lnTo>
                  <a:pt x="1631" y="11496"/>
                </a:lnTo>
                <a:lnTo>
                  <a:pt x="0" y="6861"/>
                </a:lnTo>
                <a:lnTo>
                  <a:pt x="3028" y="2948"/>
                </a:lnTo>
                <a:lnTo>
                  <a:pt x="5116" y="737"/>
                </a:lnTo>
                <a:lnTo>
                  <a:pt x="6793" y="0"/>
                </a:lnTo>
                <a:lnTo>
                  <a:pt x="8597" y="494"/>
                </a:lnTo>
                <a:lnTo>
                  <a:pt x="11052" y="1997"/>
                </a:lnTo>
                <a:close/>
              </a:path>
            </a:pathLst>
          </a:custGeom>
          <a:solidFill>
            <a:srgbClr val="7C6F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7" name="contour_18645"/>
          <p:cNvSpPr/>
          <p:nvPr/>
        </p:nvSpPr>
        <p:spPr>
          <a:xfrm>
            <a:off x="4149954" y="521820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19155" y="7690"/>
                </a:lnTo>
                <a:lnTo>
                  <a:pt x="16710" y="9985"/>
                </a:lnTo>
                <a:lnTo>
                  <a:pt x="14256" y="12285"/>
                </a:lnTo>
                <a:lnTo>
                  <a:pt x="11794" y="14596"/>
                </a:lnTo>
                <a:lnTo>
                  <a:pt x="9318" y="16913"/>
                </a:lnTo>
                <a:lnTo>
                  <a:pt x="6830" y="19251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94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8" name="contour_18646"/>
          <p:cNvSpPr/>
          <p:nvPr/>
        </p:nvSpPr>
        <p:spPr>
          <a:xfrm>
            <a:off x="8508173" y="521820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D8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49" name="contour_18647"/>
          <p:cNvSpPr/>
          <p:nvPr/>
        </p:nvSpPr>
        <p:spPr>
          <a:xfrm>
            <a:off x="8223941" y="51963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61" y="13473"/>
                </a:lnTo>
                <a:lnTo>
                  <a:pt x="18922" y="16157"/>
                </a:lnTo>
                <a:lnTo>
                  <a:pt x="17566" y="1886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E2EF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0" name="contour_18648"/>
          <p:cNvSpPr/>
          <p:nvPr/>
        </p:nvSpPr>
        <p:spPr>
          <a:xfrm>
            <a:off x="7407686" y="521820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8E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1" name="contour_18649"/>
          <p:cNvSpPr/>
          <p:nvPr/>
        </p:nvSpPr>
        <p:spPr>
          <a:xfrm>
            <a:off x="11022530" y="51963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2673" y="9018"/>
                </a:lnTo>
                <a:lnTo>
                  <a:pt x="5351" y="7231"/>
                </a:lnTo>
                <a:lnTo>
                  <a:pt x="8041" y="5443"/>
                </a:lnTo>
                <a:lnTo>
                  <a:pt x="10741" y="3640"/>
                </a:lnTo>
                <a:lnTo>
                  <a:pt x="13457" y="1825"/>
                </a:lnTo>
                <a:lnTo>
                  <a:pt x="16200" y="0"/>
                </a:lnTo>
                <a:close/>
              </a:path>
            </a:pathLst>
          </a:custGeom>
          <a:solidFill>
            <a:srgbClr val="937F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2" name="contour_18650"/>
          <p:cNvSpPr/>
          <p:nvPr/>
        </p:nvSpPr>
        <p:spPr>
          <a:xfrm>
            <a:off x="6817359" y="5181762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782"/>
                </a:lnTo>
                <a:lnTo>
                  <a:pt x="16157" y="3571"/>
                </a:lnTo>
                <a:lnTo>
                  <a:pt x="18862" y="5375"/>
                </a:lnTo>
                <a:lnTo>
                  <a:pt x="21600" y="7200"/>
                </a:lnTo>
                <a:lnTo>
                  <a:pt x="19310" y="9238"/>
                </a:lnTo>
                <a:lnTo>
                  <a:pt x="17015" y="11275"/>
                </a:lnTo>
                <a:lnTo>
                  <a:pt x="14715" y="13320"/>
                </a:lnTo>
                <a:lnTo>
                  <a:pt x="12404" y="15372"/>
                </a:lnTo>
                <a:lnTo>
                  <a:pt x="10087" y="17435"/>
                </a:lnTo>
                <a:lnTo>
                  <a:pt x="7749" y="19508"/>
                </a:lnTo>
                <a:lnTo>
                  <a:pt x="5400" y="21600"/>
                </a:lnTo>
                <a:lnTo>
                  <a:pt x="3737" y="19246"/>
                </a:lnTo>
                <a:lnTo>
                  <a:pt x="2624" y="17507"/>
                </a:lnTo>
                <a:lnTo>
                  <a:pt x="1804" y="15865"/>
                </a:lnTo>
                <a:lnTo>
                  <a:pt x="1015" y="13802"/>
                </a:lnTo>
                <a:lnTo>
                  <a:pt x="0" y="10800"/>
                </a:lnTo>
                <a:lnTo>
                  <a:pt x="2160" y="8219"/>
                </a:lnTo>
                <a:lnTo>
                  <a:pt x="3775" y="6350"/>
                </a:lnTo>
                <a:lnTo>
                  <a:pt x="5146" y="4892"/>
                </a:lnTo>
                <a:lnTo>
                  <a:pt x="6577" y="3550"/>
                </a:lnTo>
                <a:lnTo>
                  <a:pt x="8359" y="2020"/>
                </a:lnTo>
                <a:lnTo>
                  <a:pt x="10800" y="0"/>
                </a:lnTo>
                <a:close/>
              </a:path>
            </a:pathLst>
          </a:custGeom>
          <a:solidFill>
            <a:srgbClr val="9C9C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3" name="contour_18651"/>
          <p:cNvSpPr/>
          <p:nvPr/>
        </p:nvSpPr>
        <p:spPr>
          <a:xfrm>
            <a:off x="513246" y="518176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851"/>
                </a:lnTo>
                <a:lnTo>
                  <a:pt x="16776" y="5707"/>
                </a:lnTo>
                <a:lnTo>
                  <a:pt x="17971" y="8575"/>
                </a:lnTo>
                <a:lnTo>
                  <a:pt x="19174" y="11457"/>
                </a:lnTo>
                <a:lnTo>
                  <a:pt x="20383" y="14355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4759" y="8640"/>
                </a:lnTo>
                <a:lnTo>
                  <a:pt x="9547" y="8640"/>
                </a:lnTo>
                <a:lnTo>
                  <a:pt x="14400" y="8640"/>
                </a:lnTo>
                <a:lnTo>
                  <a:pt x="14400" y="5784"/>
                </a:lnTo>
                <a:lnTo>
                  <a:pt x="14400" y="2912"/>
                </a:lnTo>
                <a:lnTo>
                  <a:pt x="14400" y="0"/>
                </a:lnTo>
                <a:close/>
              </a:path>
            </a:pathLst>
          </a:custGeom>
          <a:solidFill>
            <a:srgbClr val="3F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4" name="contour_18652"/>
          <p:cNvSpPr/>
          <p:nvPr/>
        </p:nvSpPr>
        <p:spPr>
          <a:xfrm>
            <a:off x="7575310" y="518176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7B9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5" name="contour_18653"/>
          <p:cNvSpPr/>
          <p:nvPr/>
        </p:nvSpPr>
        <p:spPr>
          <a:xfrm>
            <a:off x="6788207" y="51890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851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6" name="contour_18654"/>
          <p:cNvSpPr/>
          <p:nvPr/>
        </p:nvSpPr>
        <p:spPr>
          <a:xfrm>
            <a:off x="5243153" y="518176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3BF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7" name="contour_18655"/>
          <p:cNvSpPr/>
          <p:nvPr/>
        </p:nvSpPr>
        <p:spPr>
          <a:xfrm>
            <a:off x="1489837" y="518176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981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8" name="contour_18656"/>
          <p:cNvSpPr/>
          <p:nvPr/>
        </p:nvSpPr>
        <p:spPr>
          <a:xfrm>
            <a:off x="979678" y="516718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2673"/>
                </a:lnTo>
                <a:lnTo>
                  <a:pt x="10751" y="5351"/>
                </a:lnTo>
                <a:lnTo>
                  <a:pt x="13441" y="8041"/>
                </a:lnTo>
                <a:lnTo>
                  <a:pt x="16141" y="10741"/>
                </a:lnTo>
                <a:lnTo>
                  <a:pt x="18857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2725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59" name="contour_18657"/>
          <p:cNvSpPr/>
          <p:nvPr/>
        </p:nvSpPr>
        <p:spPr>
          <a:xfrm>
            <a:off x="3763690" y="51671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935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0" name="contour_18658"/>
          <p:cNvSpPr/>
          <p:nvPr/>
        </p:nvSpPr>
        <p:spPr>
          <a:xfrm>
            <a:off x="2196772" y="516718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3" y="1345"/>
                </a:lnTo>
                <a:lnTo>
                  <a:pt x="12047" y="2311"/>
                </a:lnTo>
                <a:lnTo>
                  <a:pt x="15358" y="3046"/>
                </a:lnTo>
                <a:lnTo>
                  <a:pt x="17653" y="3710"/>
                </a:lnTo>
                <a:lnTo>
                  <a:pt x="19532" y="444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7582" y="17863"/>
                </a:lnTo>
                <a:lnTo>
                  <a:pt x="14731" y="18976"/>
                </a:lnTo>
                <a:lnTo>
                  <a:pt x="12269" y="19796"/>
                </a:lnTo>
                <a:lnTo>
                  <a:pt x="9418" y="20585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83C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1" name="contour_18659"/>
          <p:cNvSpPr/>
          <p:nvPr/>
        </p:nvSpPr>
        <p:spPr>
          <a:xfrm>
            <a:off x="4135378" y="5166202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2A29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2" name="contour_18660"/>
          <p:cNvSpPr/>
          <p:nvPr/>
        </p:nvSpPr>
        <p:spPr>
          <a:xfrm>
            <a:off x="3377427" y="515261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2673" y="13527"/>
                </a:lnTo>
                <a:lnTo>
                  <a:pt x="5351" y="10849"/>
                </a:lnTo>
                <a:lnTo>
                  <a:pt x="8041" y="8159"/>
                </a:lnTo>
                <a:lnTo>
                  <a:pt x="10741" y="5459"/>
                </a:lnTo>
                <a:lnTo>
                  <a:pt x="13457" y="2743"/>
                </a:lnTo>
                <a:lnTo>
                  <a:pt x="16200" y="0"/>
                </a:lnTo>
                <a:close/>
              </a:path>
            </a:pathLst>
          </a:custGeom>
          <a:solidFill>
            <a:srgbClr val="D3E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3" name="contour_18661"/>
          <p:cNvSpPr/>
          <p:nvPr/>
        </p:nvSpPr>
        <p:spPr>
          <a:xfrm>
            <a:off x="1846788" y="5152610"/>
            <a:ext cx="2202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5" y="0"/>
                </a:moveTo>
                <a:lnTo>
                  <a:pt x="12029" y="0"/>
                </a:lnTo>
                <a:lnTo>
                  <a:pt x="16783" y="0"/>
                </a:lnTo>
                <a:lnTo>
                  <a:pt x="21600" y="0"/>
                </a:lnTo>
                <a:lnTo>
                  <a:pt x="20714" y="2674"/>
                </a:lnTo>
                <a:lnTo>
                  <a:pt x="19827" y="5348"/>
                </a:lnTo>
                <a:lnTo>
                  <a:pt x="18941" y="8031"/>
                </a:lnTo>
                <a:lnTo>
                  <a:pt x="18055" y="10718"/>
                </a:lnTo>
                <a:lnTo>
                  <a:pt x="17161" y="13418"/>
                </a:lnTo>
                <a:lnTo>
                  <a:pt x="16261" y="16131"/>
                </a:lnTo>
                <a:lnTo>
                  <a:pt x="15360" y="18857"/>
                </a:lnTo>
                <a:lnTo>
                  <a:pt x="14452" y="21600"/>
                </a:lnTo>
                <a:lnTo>
                  <a:pt x="10914" y="20529"/>
                </a:lnTo>
                <a:lnTo>
                  <a:pt x="7355" y="19457"/>
                </a:lnTo>
                <a:lnTo>
                  <a:pt x="3781" y="18373"/>
                </a:lnTo>
                <a:lnTo>
                  <a:pt x="157" y="17280"/>
                </a:lnTo>
                <a:lnTo>
                  <a:pt x="0" y="14148"/>
                </a:lnTo>
                <a:lnTo>
                  <a:pt x="465" y="11837"/>
                </a:lnTo>
                <a:lnTo>
                  <a:pt x="1944" y="8372"/>
                </a:lnTo>
                <a:lnTo>
                  <a:pt x="2888" y="6018"/>
                </a:lnTo>
                <a:lnTo>
                  <a:pt x="3845" y="3629"/>
                </a:lnTo>
                <a:lnTo>
                  <a:pt x="4710" y="2726"/>
                </a:lnTo>
                <a:lnTo>
                  <a:pt x="7305" y="0"/>
                </a:lnTo>
                <a:close/>
              </a:path>
            </a:pathLst>
          </a:custGeom>
          <a:solidFill>
            <a:srgbClr val="9186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4" name="contour_18662"/>
          <p:cNvSpPr/>
          <p:nvPr/>
        </p:nvSpPr>
        <p:spPr>
          <a:xfrm>
            <a:off x="8632069" y="5138034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2108"/>
                </a:lnTo>
                <a:lnTo>
                  <a:pt x="13981" y="3711"/>
                </a:lnTo>
                <a:lnTo>
                  <a:pt x="16819" y="5620"/>
                </a:lnTo>
                <a:lnTo>
                  <a:pt x="20971" y="8640"/>
                </a:lnTo>
                <a:lnTo>
                  <a:pt x="213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90" y="18645"/>
                </a:lnTo>
                <a:lnTo>
                  <a:pt x="20971" y="21600"/>
                </a:lnTo>
                <a:lnTo>
                  <a:pt x="16819" y="21600"/>
                </a:lnTo>
                <a:lnTo>
                  <a:pt x="12652" y="21600"/>
                </a:lnTo>
                <a:lnTo>
                  <a:pt x="8472" y="21600"/>
                </a:lnTo>
                <a:lnTo>
                  <a:pt x="4257" y="21600"/>
                </a:lnTo>
                <a:lnTo>
                  <a:pt x="0" y="21600"/>
                </a:lnTo>
                <a:lnTo>
                  <a:pt x="867" y="18926"/>
                </a:lnTo>
                <a:lnTo>
                  <a:pt x="1734" y="16252"/>
                </a:lnTo>
                <a:lnTo>
                  <a:pt x="2600" y="13569"/>
                </a:lnTo>
                <a:lnTo>
                  <a:pt x="3467" y="10882"/>
                </a:lnTo>
                <a:lnTo>
                  <a:pt x="4341" y="8182"/>
                </a:lnTo>
                <a:lnTo>
                  <a:pt x="5222" y="5469"/>
                </a:lnTo>
                <a:lnTo>
                  <a:pt x="6103" y="2743"/>
                </a:lnTo>
                <a:lnTo>
                  <a:pt x="6990" y="0"/>
                </a:lnTo>
                <a:close/>
              </a:path>
            </a:pathLst>
          </a:custGeom>
          <a:solidFill>
            <a:srgbClr val="7471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5" name="contour_18663"/>
          <p:cNvSpPr/>
          <p:nvPr/>
        </p:nvSpPr>
        <p:spPr>
          <a:xfrm>
            <a:off x="7291078" y="5152610"/>
            <a:ext cx="36440" cy="2308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82"/>
                </a:lnTo>
                <a:lnTo>
                  <a:pt x="2341" y="737"/>
                </a:lnTo>
                <a:lnTo>
                  <a:pt x="3646" y="1153"/>
                </a:lnTo>
                <a:lnTo>
                  <a:pt x="5374" y="1698"/>
                </a:lnTo>
                <a:lnTo>
                  <a:pt x="7780" y="2455"/>
                </a:lnTo>
                <a:lnTo>
                  <a:pt x="11115" y="3512"/>
                </a:lnTo>
                <a:lnTo>
                  <a:pt x="15638" y="4938"/>
                </a:lnTo>
                <a:lnTo>
                  <a:pt x="21600" y="6820"/>
                </a:lnTo>
                <a:lnTo>
                  <a:pt x="20529" y="10196"/>
                </a:lnTo>
                <a:lnTo>
                  <a:pt x="19457" y="13586"/>
                </a:lnTo>
                <a:lnTo>
                  <a:pt x="18373" y="17003"/>
                </a:lnTo>
                <a:lnTo>
                  <a:pt x="17280" y="20461"/>
                </a:lnTo>
                <a:lnTo>
                  <a:pt x="14148" y="21382"/>
                </a:lnTo>
                <a:lnTo>
                  <a:pt x="11837" y="21600"/>
                </a:lnTo>
                <a:lnTo>
                  <a:pt x="8372" y="21314"/>
                </a:lnTo>
                <a:lnTo>
                  <a:pt x="5607" y="21034"/>
                </a:lnTo>
                <a:lnTo>
                  <a:pt x="2821" y="20747"/>
                </a:lnTo>
                <a:lnTo>
                  <a:pt x="0" y="20461"/>
                </a:lnTo>
                <a:lnTo>
                  <a:pt x="0" y="16410"/>
                </a:lnTo>
                <a:lnTo>
                  <a:pt x="0" y="12345"/>
                </a:lnTo>
                <a:lnTo>
                  <a:pt x="0" y="8266"/>
                </a:lnTo>
                <a:lnTo>
                  <a:pt x="0" y="4154"/>
                </a:lnTo>
                <a:lnTo>
                  <a:pt x="0" y="0"/>
                </a:lnTo>
                <a:close/>
              </a:path>
            </a:pathLst>
          </a:custGeom>
          <a:solidFill>
            <a:srgbClr val="D0E8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6" name="contour_18664"/>
          <p:cNvSpPr/>
          <p:nvPr/>
        </p:nvSpPr>
        <p:spPr>
          <a:xfrm>
            <a:off x="4725705" y="5151626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3432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7" name="contour_18665"/>
          <p:cNvSpPr/>
          <p:nvPr/>
        </p:nvSpPr>
        <p:spPr>
          <a:xfrm>
            <a:off x="600702" y="514532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9034" y="21600"/>
                </a:lnTo>
                <a:lnTo>
                  <a:pt x="16459" y="21600"/>
                </a:lnTo>
                <a:lnTo>
                  <a:pt x="13876" y="21600"/>
                </a:lnTo>
                <a:lnTo>
                  <a:pt x="11271" y="21600"/>
                </a:lnTo>
                <a:lnTo>
                  <a:pt x="8640" y="21600"/>
                </a:lnTo>
                <a:lnTo>
                  <a:pt x="8640" y="16841"/>
                </a:lnTo>
                <a:lnTo>
                  <a:pt x="8640" y="12053"/>
                </a:lnTo>
                <a:lnTo>
                  <a:pt x="8640" y="7200"/>
                </a:lnTo>
                <a:lnTo>
                  <a:pt x="6074" y="4558"/>
                </a:lnTo>
                <a:lnTo>
                  <a:pt x="4320" y="2923"/>
                </a:lnTo>
                <a:lnTo>
                  <a:pt x="2566" y="1634"/>
                </a:lnTo>
                <a:lnTo>
                  <a:pt x="0" y="0"/>
                </a:lnTo>
                <a:close/>
              </a:path>
            </a:pathLst>
          </a:custGeom>
          <a:solidFill>
            <a:srgbClr val="2D2A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8" name="contour_18666"/>
          <p:cNvSpPr/>
          <p:nvPr/>
        </p:nvSpPr>
        <p:spPr>
          <a:xfrm>
            <a:off x="8398853" y="5132335"/>
            <a:ext cx="51016" cy="202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072"/>
                </a:moveTo>
                <a:lnTo>
                  <a:pt x="19949" y="9783"/>
                </a:lnTo>
                <a:lnTo>
                  <a:pt x="18687" y="12469"/>
                </a:lnTo>
                <a:lnTo>
                  <a:pt x="17552" y="14566"/>
                </a:lnTo>
                <a:lnTo>
                  <a:pt x="16286" y="16499"/>
                </a:lnTo>
                <a:lnTo>
                  <a:pt x="14636" y="18696"/>
                </a:lnTo>
                <a:lnTo>
                  <a:pt x="12343" y="21600"/>
                </a:lnTo>
                <a:lnTo>
                  <a:pt x="10424" y="20039"/>
                </a:lnTo>
                <a:lnTo>
                  <a:pt x="8584" y="18223"/>
                </a:lnTo>
                <a:lnTo>
                  <a:pt x="6807" y="16173"/>
                </a:lnTo>
                <a:lnTo>
                  <a:pt x="5079" y="13906"/>
                </a:lnTo>
                <a:lnTo>
                  <a:pt x="3379" y="11452"/>
                </a:lnTo>
                <a:lnTo>
                  <a:pt x="1691" y="8836"/>
                </a:lnTo>
                <a:lnTo>
                  <a:pt x="0" y="6072"/>
                </a:lnTo>
                <a:lnTo>
                  <a:pt x="2444" y="4200"/>
                </a:lnTo>
                <a:lnTo>
                  <a:pt x="4703" y="2609"/>
                </a:lnTo>
                <a:lnTo>
                  <a:pt x="6823" y="1335"/>
                </a:lnTo>
                <a:lnTo>
                  <a:pt x="8847" y="450"/>
                </a:lnTo>
                <a:lnTo>
                  <a:pt x="10825" y="0"/>
                </a:lnTo>
                <a:lnTo>
                  <a:pt x="12803" y="31"/>
                </a:lnTo>
                <a:lnTo>
                  <a:pt x="14821" y="606"/>
                </a:lnTo>
                <a:lnTo>
                  <a:pt x="16931" y="1770"/>
                </a:lnTo>
                <a:lnTo>
                  <a:pt x="19175" y="3572"/>
                </a:lnTo>
                <a:lnTo>
                  <a:pt x="21600" y="6072"/>
                </a:lnTo>
                <a:close/>
              </a:path>
            </a:pathLst>
          </a:custGeom>
          <a:solidFill>
            <a:srgbClr val="D6DF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69" name="contour_18667"/>
          <p:cNvSpPr/>
          <p:nvPr/>
        </p:nvSpPr>
        <p:spPr>
          <a:xfrm>
            <a:off x="7684630" y="512345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18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0" name="contour_18668"/>
          <p:cNvSpPr/>
          <p:nvPr/>
        </p:nvSpPr>
        <p:spPr>
          <a:xfrm>
            <a:off x="9871027" y="513074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483"/>
                </a:lnTo>
                <a:lnTo>
                  <a:pt x="7970" y="2678"/>
                </a:lnTo>
                <a:lnTo>
                  <a:pt x="9904" y="4226"/>
                </a:lnTo>
                <a:lnTo>
                  <a:pt x="12823" y="6754"/>
                </a:lnTo>
                <a:lnTo>
                  <a:pt x="14465" y="8150"/>
                </a:lnTo>
                <a:lnTo>
                  <a:pt x="16117" y="9569"/>
                </a:lnTo>
                <a:lnTo>
                  <a:pt x="17788" y="10994"/>
                </a:lnTo>
                <a:lnTo>
                  <a:pt x="19681" y="12686"/>
                </a:lnTo>
                <a:lnTo>
                  <a:pt x="21600" y="14400"/>
                </a:lnTo>
                <a:lnTo>
                  <a:pt x="17572" y="17078"/>
                </a:lnTo>
                <a:lnTo>
                  <a:pt x="14728" y="18893"/>
                </a:lnTo>
                <a:lnTo>
                  <a:pt x="12665" y="20059"/>
                </a:lnTo>
                <a:lnTo>
                  <a:pt x="10991" y="20765"/>
                </a:lnTo>
                <a:lnTo>
                  <a:pt x="9302" y="21211"/>
                </a:lnTo>
                <a:lnTo>
                  <a:pt x="7200" y="21600"/>
                </a:lnTo>
                <a:lnTo>
                  <a:pt x="4558" y="17575"/>
                </a:lnTo>
                <a:lnTo>
                  <a:pt x="2923" y="14738"/>
                </a:lnTo>
                <a:lnTo>
                  <a:pt x="1631" y="11729"/>
                </a:lnTo>
                <a:lnTo>
                  <a:pt x="0" y="7200"/>
                </a:lnTo>
                <a:lnTo>
                  <a:pt x="1786" y="3629"/>
                </a:lnTo>
                <a:lnTo>
                  <a:pt x="3600" y="0"/>
                </a:lnTo>
                <a:close/>
              </a:path>
            </a:pathLst>
          </a:custGeom>
          <a:solidFill>
            <a:srgbClr val="F7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1" name="contour_18669"/>
          <p:cNvSpPr/>
          <p:nvPr/>
        </p:nvSpPr>
        <p:spPr>
          <a:xfrm>
            <a:off x="6540415" y="5116600"/>
            <a:ext cx="29152" cy="36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106"/>
                </a:moveTo>
                <a:lnTo>
                  <a:pt x="18047" y="1854"/>
                </a:lnTo>
                <a:lnTo>
                  <a:pt x="21600" y="4114"/>
                </a:lnTo>
                <a:lnTo>
                  <a:pt x="21600" y="7003"/>
                </a:lnTo>
                <a:lnTo>
                  <a:pt x="21600" y="9910"/>
                </a:lnTo>
                <a:lnTo>
                  <a:pt x="21600" y="12857"/>
                </a:lnTo>
                <a:lnTo>
                  <a:pt x="18031" y="12857"/>
                </a:lnTo>
                <a:lnTo>
                  <a:pt x="14440" y="12857"/>
                </a:lnTo>
                <a:lnTo>
                  <a:pt x="10800" y="12857"/>
                </a:lnTo>
                <a:lnTo>
                  <a:pt x="8818" y="15454"/>
                </a:lnTo>
                <a:lnTo>
                  <a:pt x="7592" y="17228"/>
                </a:lnTo>
                <a:lnTo>
                  <a:pt x="6626" y="19008"/>
                </a:lnTo>
                <a:lnTo>
                  <a:pt x="5400" y="21600"/>
                </a:lnTo>
                <a:lnTo>
                  <a:pt x="4201" y="18723"/>
                </a:lnTo>
                <a:lnTo>
                  <a:pt x="3078" y="15851"/>
                </a:lnTo>
                <a:lnTo>
                  <a:pt x="2068" y="12979"/>
                </a:lnTo>
                <a:lnTo>
                  <a:pt x="1193" y="10077"/>
                </a:lnTo>
                <a:lnTo>
                  <a:pt x="497" y="7126"/>
                </a:lnTo>
                <a:lnTo>
                  <a:pt x="0" y="4114"/>
                </a:lnTo>
                <a:lnTo>
                  <a:pt x="3272" y="1779"/>
                </a:lnTo>
                <a:lnTo>
                  <a:pt x="6210" y="455"/>
                </a:lnTo>
                <a:lnTo>
                  <a:pt x="9196" y="0"/>
                </a:lnTo>
                <a:lnTo>
                  <a:pt x="12620" y="267"/>
                </a:lnTo>
                <a:lnTo>
                  <a:pt x="16875" y="1106"/>
                </a:lnTo>
                <a:close/>
              </a:path>
            </a:pathLst>
          </a:custGeom>
          <a:solidFill>
            <a:srgbClr val="6B8F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2" name="contour_18670"/>
          <p:cNvSpPr/>
          <p:nvPr/>
        </p:nvSpPr>
        <p:spPr>
          <a:xfrm>
            <a:off x="8332605" y="5108882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855"/>
                </a:lnTo>
                <a:lnTo>
                  <a:pt x="8948" y="1715"/>
                </a:lnTo>
                <a:lnTo>
                  <a:pt x="13128" y="2575"/>
                </a:lnTo>
                <a:lnTo>
                  <a:pt x="17343" y="3443"/>
                </a:lnTo>
                <a:lnTo>
                  <a:pt x="21600" y="4320"/>
                </a:lnTo>
                <a:lnTo>
                  <a:pt x="20447" y="7171"/>
                </a:lnTo>
                <a:lnTo>
                  <a:pt x="19293" y="10027"/>
                </a:lnTo>
                <a:lnTo>
                  <a:pt x="18133" y="12895"/>
                </a:lnTo>
                <a:lnTo>
                  <a:pt x="16965" y="15777"/>
                </a:lnTo>
                <a:lnTo>
                  <a:pt x="15791" y="18675"/>
                </a:lnTo>
                <a:lnTo>
                  <a:pt x="14610" y="21600"/>
                </a:lnTo>
                <a:lnTo>
                  <a:pt x="10457" y="19492"/>
                </a:lnTo>
                <a:lnTo>
                  <a:pt x="7619" y="17889"/>
                </a:lnTo>
                <a:lnTo>
                  <a:pt x="4781" y="15980"/>
                </a:lnTo>
                <a:lnTo>
                  <a:pt x="629" y="12960"/>
                </a:lnTo>
                <a:lnTo>
                  <a:pt x="210" y="9487"/>
                </a:lnTo>
                <a:lnTo>
                  <a:pt x="0" y="7076"/>
                </a:lnTo>
                <a:lnTo>
                  <a:pt x="0" y="5106"/>
                </a:lnTo>
                <a:lnTo>
                  <a:pt x="210" y="2955"/>
                </a:lnTo>
                <a:lnTo>
                  <a:pt x="629" y="0"/>
                </a:lnTo>
                <a:close/>
              </a:path>
            </a:pathLst>
          </a:custGeom>
          <a:solidFill>
            <a:srgbClr val="BFBA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3" name="contour_18671"/>
          <p:cNvSpPr/>
          <p:nvPr/>
        </p:nvSpPr>
        <p:spPr>
          <a:xfrm>
            <a:off x="4266562" y="5102097"/>
            <a:ext cx="43728" cy="21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997"/>
                </a:moveTo>
                <a:lnTo>
                  <a:pt x="12938" y="4179"/>
                </a:lnTo>
                <a:lnTo>
                  <a:pt x="14850" y="6404"/>
                </a:lnTo>
                <a:lnTo>
                  <a:pt x="16762" y="8556"/>
                </a:lnTo>
                <a:lnTo>
                  <a:pt x="18702" y="10752"/>
                </a:lnTo>
                <a:lnTo>
                  <a:pt x="20142" y="12477"/>
                </a:lnTo>
                <a:lnTo>
                  <a:pt x="21600" y="14231"/>
                </a:lnTo>
                <a:lnTo>
                  <a:pt x="17572" y="16972"/>
                </a:lnTo>
                <a:lnTo>
                  <a:pt x="14724" y="18829"/>
                </a:lnTo>
                <a:lnTo>
                  <a:pt x="12665" y="20023"/>
                </a:lnTo>
                <a:lnTo>
                  <a:pt x="10991" y="20738"/>
                </a:lnTo>
                <a:lnTo>
                  <a:pt x="9302" y="21202"/>
                </a:lnTo>
                <a:lnTo>
                  <a:pt x="7200" y="21600"/>
                </a:lnTo>
                <a:lnTo>
                  <a:pt x="4558" y="17488"/>
                </a:lnTo>
                <a:lnTo>
                  <a:pt x="2927" y="14577"/>
                </a:lnTo>
                <a:lnTo>
                  <a:pt x="1631" y="11496"/>
                </a:lnTo>
                <a:lnTo>
                  <a:pt x="0" y="6861"/>
                </a:lnTo>
                <a:lnTo>
                  <a:pt x="3028" y="2948"/>
                </a:lnTo>
                <a:lnTo>
                  <a:pt x="5116" y="737"/>
                </a:lnTo>
                <a:lnTo>
                  <a:pt x="6793" y="0"/>
                </a:lnTo>
                <a:lnTo>
                  <a:pt x="8597" y="494"/>
                </a:lnTo>
                <a:lnTo>
                  <a:pt x="11052" y="1997"/>
                </a:lnTo>
                <a:close/>
              </a:path>
            </a:pathLst>
          </a:custGeom>
          <a:solidFill>
            <a:srgbClr val="9F8E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4" name="contour_18672"/>
          <p:cNvSpPr/>
          <p:nvPr/>
        </p:nvSpPr>
        <p:spPr>
          <a:xfrm>
            <a:off x="4215546" y="509430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445"/>
                </a:lnTo>
                <a:lnTo>
                  <a:pt x="13856" y="4890"/>
                </a:lnTo>
                <a:lnTo>
                  <a:pt x="15390" y="7344"/>
                </a:lnTo>
                <a:lnTo>
                  <a:pt x="16929" y="9806"/>
                </a:lnTo>
                <a:lnTo>
                  <a:pt x="18479" y="12282"/>
                </a:lnTo>
                <a:lnTo>
                  <a:pt x="20034" y="14770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1339" y="18926"/>
                </a:lnTo>
                <a:lnTo>
                  <a:pt x="2673" y="16252"/>
                </a:lnTo>
                <a:lnTo>
                  <a:pt x="4018" y="13569"/>
                </a:lnTo>
                <a:lnTo>
                  <a:pt x="5357" y="10882"/>
                </a:lnTo>
                <a:lnTo>
                  <a:pt x="6707" y="8182"/>
                </a:lnTo>
                <a:lnTo>
                  <a:pt x="8062" y="5469"/>
                </a:lnTo>
                <a:lnTo>
                  <a:pt x="9428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6869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5" name="contour_18673"/>
          <p:cNvSpPr/>
          <p:nvPr/>
        </p:nvSpPr>
        <p:spPr>
          <a:xfrm>
            <a:off x="6452959" y="510888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84B1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6" name="contour_18674"/>
          <p:cNvSpPr/>
          <p:nvPr/>
        </p:nvSpPr>
        <p:spPr>
          <a:xfrm>
            <a:off x="1570005" y="508701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1728"/>
                </a:lnTo>
                <a:lnTo>
                  <a:pt x="11621" y="3020"/>
                </a:lnTo>
                <a:lnTo>
                  <a:pt x="13754" y="4117"/>
                </a:lnTo>
                <a:lnTo>
                  <a:pt x="15822" y="5262"/>
                </a:lnTo>
                <a:lnTo>
                  <a:pt x="18290" y="6687"/>
                </a:lnTo>
                <a:lnTo>
                  <a:pt x="21600" y="8640"/>
                </a:lnTo>
                <a:lnTo>
                  <a:pt x="18927" y="10778"/>
                </a:lnTo>
                <a:lnTo>
                  <a:pt x="16249" y="12921"/>
                </a:lnTo>
                <a:lnTo>
                  <a:pt x="13559" y="15072"/>
                </a:lnTo>
                <a:lnTo>
                  <a:pt x="10859" y="17232"/>
                </a:lnTo>
                <a:lnTo>
                  <a:pt x="8143" y="19405"/>
                </a:lnTo>
                <a:lnTo>
                  <a:pt x="5400" y="21600"/>
                </a:lnTo>
                <a:lnTo>
                  <a:pt x="3397" y="16070"/>
                </a:lnTo>
                <a:lnTo>
                  <a:pt x="2036" y="12243"/>
                </a:lnTo>
                <a:lnTo>
                  <a:pt x="1166" y="9634"/>
                </a:lnTo>
                <a:lnTo>
                  <a:pt x="637" y="7763"/>
                </a:lnTo>
                <a:lnTo>
                  <a:pt x="297" y="6152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6857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7" name="contour_18675"/>
          <p:cNvSpPr/>
          <p:nvPr/>
        </p:nvSpPr>
        <p:spPr>
          <a:xfrm>
            <a:off x="535110" y="5093322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797C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8" name="contour_18676"/>
          <p:cNvSpPr/>
          <p:nvPr/>
        </p:nvSpPr>
        <p:spPr>
          <a:xfrm>
            <a:off x="4491834" y="5087003"/>
            <a:ext cx="29808" cy="291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1"/>
                </a:moveTo>
                <a:lnTo>
                  <a:pt x="20766" y="3864"/>
                </a:lnTo>
                <a:lnTo>
                  <a:pt x="20074" y="6633"/>
                </a:lnTo>
                <a:lnTo>
                  <a:pt x="19271" y="9094"/>
                </a:lnTo>
                <a:lnTo>
                  <a:pt x="18104" y="12025"/>
                </a:lnTo>
                <a:lnTo>
                  <a:pt x="16319" y="16203"/>
                </a:lnTo>
                <a:lnTo>
                  <a:pt x="12231" y="18027"/>
                </a:lnTo>
                <a:lnTo>
                  <a:pt x="9364" y="19220"/>
                </a:lnTo>
                <a:lnTo>
                  <a:pt x="6955" y="20040"/>
                </a:lnTo>
                <a:lnTo>
                  <a:pt x="4246" y="20747"/>
                </a:lnTo>
                <a:lnTo>
                  <a:pt x="475" y="21600"/>
                </a:lnTo>
                <a:lnTo>
                  <a:pt x="158" y="17746"/>
                </a:lnTo>
                <a:lnTo>
                  <a:pt x="0" y="14978"/>
                </a:lnTo>
                <a:lnTo>
                  <a:pt x="0" y="12516"/>
                </a:lnTo>
                <a:lnTo>
                  <a:pt x="158" y="9586"/>
                </a:lnTo>
                <a:lnTo>
                  <a:pt x="475" y="5408"/>
                </a:lnTo>
                <a:lnTo>
                  <a:pt x="3934" y="2947"/>
                </a:lnTo>
                <a:lnTo>
                  <a:pt x="7087" y="1366"/>
                </a:lnTo>
                <a:lnTo>
                  <a:pt x="10182" y="480"/>
                </a:lnTo>
                <a:lnTo>
                  <a:pt x="13462" y="92"/>
                </a:lnTo>
                <a:lnTo>
                  <a:pt x="17185" y="0"/>
                </a:lnTo>
                <a:lnTo>
                  <a:pt x="21600" y="11"/>
                </a:lnTo>
                <a:close/>
              </a:path>
            </a:pathLst>
          </a:custGeom>
          <a:solidFill>
            <a:srgbClr val="9077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79" name="contour_18677"/>
          <p:cNvSpPr/>
          <p:nvPr/>
        </p:nvSpPr>
        <p:spPr>
          <a:xfrm>
            <a:off x="7954285" y="506515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20531" y="11206"/>
                </a:lnTo>
                <a:lnTo>
                  <a:pt x="19456" y="13781"/>
                </a:lnTo>
                <a:lnTo>
                  <a:pt x="18382" y="16364"/>
                </a:lnTo>
                <a:lnTo>
                  <a:pt x="17296" y="18969"/>
                </a:lnTo>
                <a:lnTo>
                  <a:pt x="16200" y="21600"/>
                </a:lnTo>
                <a:lnTo>
                  <a:pt x="14418" y="19224"/>
                </a:lnTo>
                <a:lnTo>
                  <a:pt x="12636" y="16844"/>
                </a:lnTo>
                <a:lnTo>
                  <a:pt x="10849" y="14463"/>
                </a:lnTo>
                <a:lnTo>
                  <a:pt x="9056" y="12079"/>
                </a:lnTo>
                <a:lnTo>
                  <a:pt x="7263" y="9681"/>
                </a:lnTo>
                <a:lnTo>
                  <a:pt x="5459" y="7279"/>
                </a:lnTo>
                <a:lnTo>
                  <a:pt x="3650" y="4864"/>
                </a:lnTo>
                <a:lnTo>
                  <a:pt x="1831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5D8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0" name="contour_18678"/>
          <p:cNvSpPr/>
          <p:nvPr/>
        </p:nvSpPr>
        <p:spPr>
          <a:xfrm>
            <a:off x="5075529" y="508701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1EB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1" name="contour_18679"/>
          <p:cNvSpPr/>
          <p:nvPr/>
        </p:nvSpPr>
        <p:spPr>
          <a:xfrm>
            <a:off x="4084362" y="507973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ACB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2" name="contour_18680"/>
          <p:cNvSpPr/>
          <p:nvPr/>
        </p:nvSpPr>
        <p:spPr>
          <a:xfrm>
            <a:off x="1023406" y="505786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1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8127" y="20261"/>
                </a:lnTo>
                <a:lnTo>
                  <a:pt x="5438" y="18922"/>
                </a:lnTo>
                <a:lnTo>
                  <a:pt x="2738" y="1756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302D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3" name="contour_18681"/>
          <p:cNvSpPr/>
          <p:nvPr/>
        </p:nvSpPr>
        <p:spPr>
          <a:xfrm>
            <a:off x="11306762" y="505057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6CA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4" name="contour_18682"/>
          <p:cNvSpPr/>
          <p:nvPr/>
        </p:nvSpPr>
        <p:spPr>
          <a:xfrm>
            <a:off x="928662" y="5057152"/>
            <a:ext cx="43728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888" y="0"/>
                </a:moveTo>
                <a:lnTo>
                  <a:pt x="10339" y="126"/>
                </a:lnTo>
                <a:lnTo>
                  <a:pt x="12823" y="244"/>
                </a:lnTo>
                <a:lnTo>
                  <a:pt x="13777" y="293"/>
                </a:lnTo>
                <a:lnTo>
                  <a:pt x="15008" y="356"/>
                </a:lnTo>
                <a:lnTo>
                  <a:pt x="17341" y="474"/>
                </a:lnTo>
                <a:lnTo>
                  <a:pt x="21600" y="683"/>
                </a:lnTo>
                <a:lnTo>
                  <a:pt x="19566" y="3646"/>
                </a:lnTo>
                <a:lnTo>
                  <a:pt x="17525" y="6610"/>
                </a:lnTo>
                <a:lnTo>
                  <a:pt x="15480" y="9580"/>
                </a:lnTo>
                <a:lnTo>
                  <a:pt x="13428" y="12557"/>
                </a:lnTo>
                <a:lnTo>
                  <a:pt x="11365" y="15555"/>
                </a:lnTo>
                <a:lnTo>
                  <a:pt x="9292" y="18567"/>
                </a:lnTo>
                <a:lnTo>
                  <a:pt x="7200" y="21600"/>
                </a:lnTo>
                <a:lnTo>
                  <a:pt x="5418" y="18149"/>
                </a:lnTo>
                <a:lnTo>
                  <a:pt x="3629" y="14684"/>
                </a:lnTo>
                <a:lnTo>
                  <a:pt x="1825" y="11190"/>
                </a:lnTo>
                <a:lnTo>
                  <a:pt x="0" y="7656"/>
                </a:lnTo>
                <a:lnTo>
                  <a:pt x="2149" y="3619"/>
                </a:lnTo>
                <a:lnTo>
                  <a:pt x="3686" y="1471"/>
                </a:lnTo>
                <a:lnTo>
                  <a:pt x="5353" y="509"/>
                </a:lnTo>
                <a:lnTo>
                  <a:pt x="7888" y="0"/>
                </a:lnTo>
                <a:close/>
              </a:path>
            </a:pathLst>
          </a:custGeom>
          <a:solidFill>
            <a:srgbClr val="6663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5" name="contour_18683"/>
          <p:cNvSpPr/>
          <p:nvPr/>
        </p:nvSpPr>
        <p:spPr>
          <a:xfrm>
            <a:off x="1832373" y="5035018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403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6" name="contour_18684"/>
          <p:cNvSpPr/>
          <p:nvPr/>
        </p:nvSpPr>
        <p:spPr>
          <a:xfrm>
            <a:off x="6773631" y="5029713"/>
            <a:ext cx="43728" cy="28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25"/>
                </a:moveTo>
                <a:lnTo>
                  <a:pt x="19562" y="7196"/>
                </a:lnTo>
                <a:lnTo>
                  <a:pt x="17525" y="9573"/>
                </a:lnTo>
                <a:lnTo>
                  <a:pt x="15480" y="11955"/>
                </a:lnTo>
                <a:lnTo>
                  <a:pt x="13428" y="14348"/>
                </a:lnTo>
                <a:lnTo>
                  <a:pt x="11365" y="16747"/>
                </a:lnTo>
                <a:lnTo>
                  <a:pt x="9292" y="19168"/>
                </a:lnTo>
                <a:lnTo>
                  <a:pt x="7200" y="21600"/>
                </a:lnTo>
                <a:lnTo>
                  <a:pt x="5418" y="18832"/>
                </a:lnTo>
                <a:lnTo>
                  <a:pt x="3629" y="16053"/>
                </a:lnTo>
                <a:lnTo>
                  <a:pt x="1825" y="13252"/>
                </a:lnTo>
                <a:lnTo>
                  <a:pt x="0" y="10417"/>
                </a:lnTo>
                <a:lnTo>
                  <a:pt x="1678" y="8902"/>
                </a:lnTo>
                <a:lnTo>
                  <a:pt x="3362" y="7409"/>
                </a:lnTo>
                <a:lnTo>
                  <a:pt x="5054" y="5938"/>
                </a:lnTo>
                <a:lnTo>
                  <a:pt x="6750" y="4479"/>
                </a:lnTo>
                <a:lnTo>
                  <a:pt x="8633" y="2818"/>
                </a:lnTo>
                <a:lnTo>
                  <a:pt x="10548" y="1135"/>
                </a:lnTo>
                <a:lnTo>
                  <a:pt x="12485" y="252"/>
                </a:lnTo>
                <a:lnTo>
                  <a:pt x="14029" y="0"/>
                </a:lnTo>
                <a:lnTo>
                  <a:pt x="15710" y="565"/>
                </a:lnTo>
                <a:lnTo>
                  <a:pt x="18054" y="2114"/>
                </a:lnTo>
                <a:lnTo>
                  <a:pt x="21600" y="4825"/>
                </a:lnTo>
                <a:close/>
              </a:path>
            </a:pathLst>
          </a:custGeom>
          <a:solidFill>
            <a:srgbClr val="E4EF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7" name="contour_18685"/>
          <p:cNvSpPr/>
          <p:nvPr/>
        </p:nvSpPr>
        <p:spPr>
          <a:xfrm>
            <a:off x="5039089" y="500685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81" y="523"/>
                </a:lnTo>
                <a:lnTo>
                  <a:pt x="15077" y="1149"/>
                </a:lnTo>
                <a:lnTo>
                  <a:pt x="17834" y="2281"/>
                </a:lnTo>
                <a:lnTo>
                  <a:pt x="21600" y="4320"/>
                </a:lnTo>
                <a:lnTo>
                  <a:pt x="20952" y="7296"/>
                </a:lnTo>
                <a:lnTo>
                  <a:pt x="20023" y="10208"/>
                </a:lnTo>
                <a:lnTo>
                  <a:pt x="18864" y="13077"/>
                </a:lnTo>
                <a:lnTo>
                  <a:pt x="17503" y="15919"/>
                </a:lnTo>
                <a:lnTo>
                  <a:pt x="16006" y="18753"/>
                </a:lnTo>
                <a:lnTo>
                  <a:pt x="14400" y="21600"/>
                </a:lnTo>
                <a:lnTo>
                  <a:pt x="12463" y="19518"/>
                </a:lnTo>
                <a:lnTo>
                  <a:pt x="10541" y="17427"/>
                </a:lnTo>
                <a:lnTo>
                  <a:pt x="8640" y="15327"/>
                </a:lnTo>
                <a:lnTo>
                  <a:pt x="6754" y="13228"/>
                </a:lnTo>
                <a:lnTo>
                  <a:pt x="5681" y="12061"/>
                </a:lnTo>
                <a:lnTo>
                  <a:pt x="2448" y="8523"/>
                </a:lnTo>
                <a:lnTo>
                  <a:pt x="1238" y="6437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4A46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8" name="contour_18686"/>
          <p:cNvSpPr/>
          <p:nvPr/>
        </p:nvSpPr>
        <p:spPr>
          <a:xfrm>
            <a:off x="3661658" y="50068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788E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89" name="contour_18687"/>
          <p:cNvSpPr/>
          <p:nvPr/>
        </p:nvSpPr>
        <p:spPr>
          <a:xfrm>
            <a:off x="1299693" y="5014138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6F53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0" name="contour_18688"/>
          <p:cNvSpPr/>
          <p:nvPr/>
        </p:nvSpPr>
        <p:spPr>
          <a:xfrm>
            <a:off x="7524294" y="501413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1378" y="16610"/>
                </a:lnTo>
                <a:lnTo>
                  <a:pt x="7625" y="12684"/>
                </a:lnTo>
                <a:lnTo>
                  <a:pt x="4801" y="9638"/>
                </a:lnTo>
                <a:lnTo>
                  <a:pt x="2776" y="7305"/>
                </a:lnTo>
                <a:lnTo>
                  <a:pt x="1420" y="5495"/>
                </a:lnTo>
                <a:lnTo>
                  <a:pt x="599" y="4039"/>
                </a:lnTo>
                <a:lnTo>
                  <a:pt x="178" y="2756"/>
                </a:lnTo>
                <a:lnTo>
                  <a:pt x="22" y="1469"/>
                </a:lnTo>
                <a:lnTo>
                  <a:pt x="0" y="0"/>
                </a:lnTo>
                <a:close/>
              </a:path>
            </a:pathLst>
          </a:custGeom>
          <a:solidFill>
            <a:srgbClr val="E5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1" name="contour_18689"/>
          <p:cNvSpPr/>
          <p:nvPr/>
        </p:nvSpPr>
        <p:spPr>
          <a:xfrm>
            <a:off x="3931314" y="499956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0822" y="19818"/>
                </a:lnTo>
                <a:lnTo>
                  <a:pt x="8679" y="18031"/>
                </a:lnTo>
                <a:lnTo>
                  <a:pt x="6528" y="16243"/>
                </a:lnTo>
                <a:lnTo>
                  <a:pt x="4368" y="14440"/>
                </a:lnTo>
                <a:lnTo>
                  <a:pt x="2195" y="12625"/>
                </a:lnTo>
                <a:lnTo>
                  <a:pt x="0" y="10800"/>
                </a:lnTo>
                <a:lnTo>
                  <a:pt x="3940" y="7236"/>
                </a:lnTo>
                <a:lnTo>
                  <a:pt x="7020" y="4558"/>
                </a:lnTo>
                <a:lnTo>
                  <a:pt x="9491" y="2635"/>
                </a:lnTo>
                <a:lnTo>
                  <a:pt x="11612" y="1350"/>
                </a:lnTo>
                <a:lnTo>
                  <a:pt x="13625" y="567"/>
                </a:lnTo>
                <a:lnTo>
                  <a:pt x="15794" y="167"/>
                </a:lnTo>
                <a:lnTo>
                  <a:pt x="18369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6260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2" name="contour_18690"/>
          <p:cNvSpPr/>
          <p:nvPr/>
        </p:nvSpPr>
        <p:spPr>
          <a:xfrm>
            <a:off x="6737191" y="498498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605"/>
                </a:lnTo>
                <a:lnTo>
                  <a:pt x="2341" y="1172"/>
                </a:lnTo>
                <a:lnTo>
                  <a:pt x="3646" y="1820"/>
                </a:lnTo>
                <a:lnTo>
                  <a:pt x="5374" y="2684"/>
                </a:lnTo>
                <a:lnTo>
                  <a:pt x="7780" y="3888"/>
                </a:lnTo>
                <a:lnTo>
                  <a:pt x="11115" y="5557"/>
                </a:lnTo>
                <a:lnTo>
                  <a:pt x="15638" y="7819"/>
                </a:lnTo>
                <a:lnTo>
                  <a:pt x="21600" y="10800"/>
                </a:lnTo>
                <a:lnTo>
                  <a:pt x="19462" y="13473"/>
                </a:lnTo>
                <a:lnTo>
                  <a:pt x="17315" y="16157"/>
                </a:lnTo>
                <a:lnTo>
                  <a:pt x="15150" y="18862"/>
                </a:lnTo>
                <a:lnTo>
                  <a:pt x="12960" y="21600"/>
                </a:lnTo>
                <a:lnTo>
                  <a:pt x="10791" y="19024"/>
                </a:lnTo>
                <a:lnTo>
                  <a:pt x="8631" y="16432"/>
                </a:lnTo>
                <a:lnTo>
                  <a:pt x="6480" y="13835"/>
                </a:lnTo>
                <a:lnTo>
                  <a:pt x="4670" y="11669"/>
                </a:lnTo>
                <a:lnTo>
                  <a:pt x="2834" y="9472"/>
                </a:lnTo>
                <a:lnTo>
                  <a:pt x="838" y="6404"/>
                </a:lnTo>
                <a:lnTo>
                  <a:pt x="104" y="3953"/>
                </a:lnTo>
                <a:lnTo>
                  <a:pt x="0" y="0"/>
                </a:lnTo>
                <a:close/>
              </a:path>
            </a:pathLst>
          </a:custGeom>
          <a:solidFill>
            <a:srgbClr val="B0CF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3" name="contour_18691"/>
          <p:cNvSpPr/>
          <p:nvPr/>
        </p:nvSpPr>
        <p:spPr>
          <a:xfrm>
            <a:off x="6205167" y="4976510"/>
            <a:ext cx="36440" cy="230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113"/>
                </a:moveTo>
                <a:lnTo>
                  <a:pt x="7279" y="348"/>
                </a:lnTo>
                <a:lnTo>
                  <a:pt x="10113" y="7"/>
                </a:lnTo>
                <a:lnTo>
                  <a:pt x="12887" y="0"/>
                </a:lnTo>
                <a:lnTo>
                  <a:pt x="15677" y="239"/>
                </a:lnTo>
                <a:lnTo>
                  <a:pt x="18559" y="642"/>
                </a:lnTo>
                <a:lnTo>
                  <a:pt x="21600" y="1113"/>
                </a:lnTo>
                <a:lnTo>
                  <a:pt x="20926" y="4931"/>
                </a:lnTo>
                <a:lnTo>
                  <a:pt x="20252" y="7621"/>
                </a:lnTo>
                <a:lnTo>
                  <a:pt x="19172" y="10476"/>
                </a:lnTo>
                <a:lnTo>
                  <a:pt x="17280" y="14771"/>
                </a:lnTo>
                <a:lnTo>
                  <a:pt x="14429" y="16314"/>
                </a:lnTo>
                <a:lnTo>
                  <a:pt x="11595" y="17626"/>
                </a:lnTo>
                <a:lnTo>
                  <a:pt x="8757" y="18752"/>
                </a:lnTo>
                <a:lnTo>
                  <a:pt x="5888" y="19756"/>
                </a:lnTo>
                <a:lnTo>
                  <a:pt x="2976" y="20685"/>
                </a:lnTo>
                <a:lnTo>
                  <a:pt x="0" y="21600"/>
                </a:lnTo>
                <a:lnTo>
                  <a:pt x="553" y="16519"/>
                </a:lnTo>
                <a:lnTo>
                  <a:pt x="1054" y="12914"/>
                </a:lnTo>
                <a:lnTo>
                  <a:pt x="1711" y="9800"/>
                </a:lnTo>
                <a:lnTo>
                  <a:pt x="2730" y="6194"/>
                </a:lnTo>
                <a:lnTo>
                  <a:pt x="4320" y="1113"/>
                </a:lnTo>
                <a:close/>
              </a:path>
            </a:pathLst>
          </a:custGeom>
          <a:solidFill>
            <a:srgbClr val="E0EC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4" name="contour_18692"/>
          <p:cNvSpPr/>
          <p:nvPr/>
        </p:nvSpPr>
        <p:spPr>
          <a:xfrm>
            <a:off x="3501323" y="4976714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507"/>
                </a:lnTo>
                <a:lnTo>
                  <a:pt x="0" y="13401"/>
                </a:lnTo>
                <a:lnTo>
                  <a:pt x="0" y="9281"/>
                </a:lnTo>
                <a:lnTo>
                  <a:pt x="0" y="5126"/>
                </a:lnTo>
                <a:lnTo>
                  <a:pt x="0" y="930"/>
                </a:lnTo>
                <a:close/>
              </a:path>
            </a:pathLst>
          </a:custGeom>
          <a:solidFill>
            <a:srgbClr val="4C5B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5" name="contour_18693"/>
          <p:cNvSpPr/>
          <p:nvPr/>
        </p:nvSpPr>
        <p:spPr>
          <a:xfrm>
            <a:off x="11080834" y="4971671"/>
            <a:ext cx="36440" cy="351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3701"/>
                </a:moveTo>
                <a:lnTo>
                  <a:pt x="20377" y="6233"/>
                </a:lnTo>
                <a:lnTo>
                  <a:pt x="19155" y="8766"/>
                </a:lnTo>
                <a:lnTo>
                  <a:pt x="17928" y="11308"/>
                </a:lnTo>
                <a:lnTo>
                  <a:pt x="16697" y="13859"/>
                </a:lnTo>
                <a:lnTo>
                  <a:pt x="15457" y="16423"/>
                </a:lnTo>
                <a:lnTo>
                  <a:pt x="14213" y="19000"/>
                </a:lnTo>
                <a:lnTo>
                  <a:pt x="12960" y="21600"/>
                </a:lnTo>
                <a:lnTo>
                  <a:pt x="13228" y="19474"/>
                </a:lnTo>
                <a:lnTo>
                  <a:pt x="13500" y="17335"/>
                </a:lnTo>
                <a:lnTo>
                  <a:pt x="13772" y="15165"/>
                </a:lnTo>
                <a:lnTo>
                  <a:pt x="13504" y="12856"/>
                </a:lnTo>
                <a:lnTo>
                  <a:pt x="13232" y="10534"/>
                </a:lnTo>
                <a:lnTo>
                  <a:pt x="12960" y="8176"/>
                </a:lnTo>
                <a:lnTo>
                  <a:pt x="9746" y="6663"/>
                </a:lnTo>
                <a:lnTo>
                  <a:pt x="7465" y="5674"/>
                </a:lnTo>
                <a:lnTo>
                  <a:pt x="5495" y="4994"/>
                </a:lnTo>
                <a:lnTo>
                  <a:pt x="3214" y="4408"/>
                </a:lnTo>
                <a:lnTo>
                  <a:pt x="0" y="3701"/>
                </a:lnTo>
                <a:lnTo>
                  <a:pt x="4428" y="1853"/>
                </a:lnTo>
                <a:lnTo>
                  <a:pt x="7776" y="618"/>
                </a:lnTo>
                <a:lnTo>
                  <a:pt x="10428" y="0"/>
                </a:lnTo>
                <a:lnTo>
                  <a:pt x="12757" y="0"/>
                </a:lnTo>
                <a:lnTo>
                  <a:pt x="15146" y="618"/>
                </a:lnTo>
                <a:lnTo>
                  <a:pt x="17967" y="1853"/>
                </a:lnTo>
                <a:lnTo>
                  <a:pt x="21600" y="3701"/>
                </a:lnTo>
                <a:close/>
              </a:path>
            </a:pathLst>
          </a:custGeom>
          <a:solidFill>
            <a:srgbClr val="5B57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6" name="contour_18694"/>
          <p:cNvSpPr/>
          <p:nvPr/>
        </p:nvSpPr>
        <p:spPr>
          <a:xfrm>
            <a:off x="4054554" y="4970410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8D90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7" name="contour_18695"/>
          <p:cNvSpPr/>
          <p:nvPr/>
        </p:nvSpPr>
        <p:spPr>
          <a:xfrm>
            <a:off x="739174" y="4972342"/>
            <a:ext cx="51016" cy="1993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3702"/>
                </a:moveTo>
                <a:lnTo>
                  <a:pt x="19675" y="16135"/>
                </a:lnTo>
                <a:lnTo>
                  <a:pt x="18230" y="17762"/>
                </a:lnTo>
                <a:lnTo>
                  <a:pt x="16823" y="18962"/>
                </a:lnTo>
                <a:lnTo>
                  <a:pt x="15009" y="20115"/>
                </a:lnTo>
                <a:lnTo>
                  <a:pt x="12343" y="21600"/>
                </a:lnTo>
                <a:lnTo>
                  <a:pt x="10473" y="19807"/>
                </a:lnTo>
                <a:lnTo>
                  <a:pt x="8655" y="17841"/>
                </a:lnTo>
                <a:lnTo>
                  <a:pt x="6881" y="15700"/>
                </a:lnTo>
                <a:lnTo>
                  <a:pt x="5138" y="13410"/>
                </a:lnTo>
                <a:lnTo>
                  <a:pt x="3419" y="10993"/>
                </a:lnTo>
                <a:lnTo>
                  <a:pt x="1709" y="8450"/>
                </a:lnTo>
                <a:lnTo>
                  <a:pt x="0" y="5805"/>
                </a:lnTo>
                <a:lnTo>
                  <a:pt x="2577" y="2891"/>
                </a:lnTo>
                <a:lnTo>
                  <a:pt x="4940" y="1003"/>
                </a:lnTo>
                <a:lnTo>
                  <a:pt x="7131" y="63"/>
                </a:lnTo>
                <a:lnTo>
                  <a:pt x="9199" y="0"/>
                </a:lnTo>
                <a:lnTo>
                  <a:pt x="11189" y="742"/>
                </a:lnTo>
                <a:lnTo>
                  <a:pt x="13148" y="2196"/>
                </a:lnTo>
                <a:lnTo>
                  <a:pt x="15123" y="4296"/>
                </a:lnTo>
                <a:lnTo>
                  <a:pt x="17160" y="6966"/>
                </a:lnTo>
                <a:lnTo>
                  <a:pt x="19304" y="10125"/>
                </a:lnTo>
                <a:lnTo>
                  <a:pt x="21600" y="13702"/>
                </a:lnTo>
                <a:close/>
              </a:path>
            </a:pathLst>
          </a:custGeom>
          <a:solidFill>
            <a:srgbClr val="DAE2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8" name="contour_18696"/>
          <p:cNvSpPr/>
          <p:nvPr/>
        </p:nvSpPr>
        <p:spPr>
          <a:xfrm>
            <a:off x="9572220" y="497769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6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F2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699" name="contour_18697"/>
          <p:cNvSpPr/>
          <p:nvPr/>
        </p:nvSpPr>
        <p:spPr>
          <a:xfrm>
            <a:off x="5629416" y="4963122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446"/>
                </a:lnTo>
                <a:lnTo>
                  <a:pt x="6823" y="828"/>
                </a:lnTo>
                <a:lnTo>
                  <a:pt x="8260" y="1310"/>
                </a:lnTo>
                <a:lnTo>
                  <a:pt x="10013" y="2030"/>
                </a:lnTo>
                <a:lnTo>
                  <a:pt x="12534" y="3154"/>
                </a:lnTo>
                <a:lnTo>
                  <a:pt x="14228" y="3881"/>
                </a:lnTo>
                <a:lnTo>
                  <a:pt x="15932" y="4622"/>
                </a:lnTo>
                <a:lnTo>
                  <a:pt x="17660" y="5371"/>
                </a:lnTo>
                <a:lnTo>
                  <a:pt x="19616" y="6278"/>
                </a:lnTo>
                <a:lnTo>
                  <a:pt x="21600" y="7200"/>
                </a:lnTo>
                <a:lnTo>
                  <a:pt x="19909" y="9763"/>
                </a:lnTo>
                <a:lnTo>
                  <a:pt x="18221" y="12190"/>
                </a:lnTo>
                <a:lnTo>
                  <a:pt x="16521" y="14465"/>
                </a:lnTo>
                <a:lnTo>
                  <a:pt x="14793" y="16567"/>
                </a:lnTo>
                <a:lnTo>
                  <a:pt x="13016" y="18468"/>
                </a:lnTo>
                <a:lnTo>
                  <a:pt x="11176" y="20153"/>
                </a:lnTo>
                <a:lnTo>
                  <a:pt x="9257" y="21600"/>
                </a:lnTo>
                <a:lnTo>
                  <a:pt x="6964" y="18907"/>
                </a:lnTo>
                <a:lnTo>
                  <a:pt x="5314" y="16870"/>
                </a:lnTo>
                <a:lnTo>
                  <a:pt x="4048" y="15077"/>
                </a:lnTo>
                <a:lnTo>
                  <a:pt x="2913" y="13133"/>
                </a:lnTo>
                <a:lnTo>
                  <a:pt x="1651" y="10642"/>
                </a:lnTo>
                <a:lnTo>
                  <a:pt x="0" y="7200"/>
                </a:lnTo>
                <a:lnTo>
                  <a:pt x="1531" y="3629"/>
                </a:lnTo>
                <a:lnTo>
                  <a:pt x="3086" y="0"/>
                </a:lnTo>
                <a:close/>
              </a:path>
            </a:pathLst>
          </a:custGeom>
          <a:solidFill>
            <a:srgbClr val="E9E7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0" name="contour_18698"/>
          <p:cNvSpPr/>
          <p:nvPr/>
        </p:nvSpPr>
        <p:spPr>
          <a:xfrm>
            <a:off x="5126545" y="4971372"/>
            <a:ext cx="36440" cy="21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338"/>
                </a:moveTo>
                <a:lnTo>
                  <a:pt x="19492" y="10676"/>
                </a:lnTo>
                <a:lnTo>
                  <a:pt x="17889" y="13641"/>
                </a:lnTo>
                <a:lnTo>
                  <a:pt x="15980" y="16605"/>
                </a:lnTo>
                <a:lnTo>
                  <a:pt x="12960" y="20943"/>
                </a:lnTo>
                <a:lnTo>
                  <a:pt x="9487" y="21381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81"/>
                </a:lnTo>
                <a:lnTo>
                  <a:pt x="0" y="20943"/>
                </a:lnTo>
                <a:lnTo>
                  <a:pt x="0" y="16116"/>
                </a:lnTo>
                <a:lnTo>
                  <a:pt x="0" y="11260"/>
                </a:lnTo>
                <a:lnTo>
                  <a:pt x="0" y="6338"/>
                </a:lnTo>
                <a:lnTo>
                  <a:pt x="3115" y="2658"/>
                </a:lnTo>
                <a:lnTo>
                  <a:pt x="6087" y="628"/>
                </a:lnTo>
                <a:lnTo>
                  <a:pt x="8994" y="0"/>
                </a:lnTo>
                <a:lnTo>
                  <a:pt x="11919" y="511"/>
                </a:lnTo>
                <a:lnTo>
                  <a:pt x="14943" y="1913"/>
                </a:lnTo>
                <a:lnTo>
                  <a:pt x="18140" y="3936"/>
                </a:lnTo>
                <a:lnTo>
                  <a:pt x="21600" y="6338"/>
                </a:lnTo>
                <a:close/>
              </a:path>
            </a:pathLst>
          </a:custGeom>
          <a:solidFill>
            <a:srgbClr val="7577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1" name="contour_18699"/>
          <p:cNvSpPr/>
          <p:nvPr/>
        </p:nvSpPr>
        <p:spPr>
          <a:xfrm>
            <a:off x="11429673" y="4955834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B0B4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2" name="contour_18700"/>
          <p:cNvSpPr/>
          <p:nvPr/>
        </p:nvSpPr>
        <p:spPr>
          <a:xfrm>
            <a:off x="1774069" y="4933970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713"/>
                </a:lnTo>
                <a:lnTo>
                  <a:pt x="8568" y="1429"/>
                </a:lnTo>
                <a:lnTo>
                  <a:pt x="12874" y="2146"/>
                </a:lnTo>
                <a:lnTo>
                  <a:pt x="17215" y="2869"/>
                </a:lnTo>
                <a:lnTo>
                  <a:pt x="21600" y="3600"/>
                </a:lnTo>
                <a:lnTo>
                  <a:pt x="19930" y="5854"/>
                </a:lnTo>
                <a:lnTo>
                  <a:pt x="18252" y="8104"/>
                </a:lnTo>
                <a:lnTo>
                  <a:pt x="16553" y="10354"/>
                </a:lnTo>
                <a:lnTo>
                  <a:pt x="14846" y="12600"/>
                </a:lnTo>
                <a:lnTo>
                  <a:pt x="13594" y="14274"/>
                </a:lnTo>
                <a:lnTo>
                  <a:pt x="12334" y="15955"/>
                </a:lnTo>
                <a:lnTo>
                  <a:pt x="11052" y="17662"/>
                </a:lnTo>
                <a:lnTo>
                  <a:pt x="9144" y="19616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E8E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3" name="contour_18701"/>
          <p:cNvSpPr/>
          <p:nvPr/>
        </p:nvSpPr>
        <p:spPr>
          <a:xfrm>
            <a:off x="4033346" y="495583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663" y="5983"/>
                </a:lnTo>
                <a:lnTo>
                  <a:pt x="19453" y="6745"/>
                </a:lnTo>
                <a:lnTo>
                  <a:pt x="17155" y="8181"/>
                </a:lnTo>
                <a:lnTo>
                  <a:pt x="12960" y="10800"/>
                </a:lnTo>
                <a:lnTo>
                  <a:pt x="11375" y="14197"/>
                </a:lnTo>
                <a:lnTo>
                  <a:pt x="10394" y="16454"/>
                </a:lnTo>
                <a:lnTo>
                  <a:pt x="9621" y="18581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5784" y="10800"/>
                </a:lnTo>
                <a:lnTo>
                  <a:pt x="2912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7879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4" name="contour_18702"/>
          <p:cNvSpPr/>
          <p:nvPr/>
        </p:nvSpPr>
        <p:spPr>
          <a:xfrm>
            <a:off x="1788645" y="494854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4018"/>
                </a:lnTo>
                <a:lnTo>
                  <a:pt x="18101" y="6869"/>
                </a:lnTo>
                <a:lnTo>
                  <a:pt x="19195" y="9331"/>
                </a:lnTo>
                <a:lnTo>
                  <a:pt x="20246" y="12182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2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5" name="contour_18703"/>
          <p:cNvSpPr/>
          <p:nvPr/>
        </p:nvSpPr>
        <p:spPr>
          <a:xfrm>
            <a:off x="4980785" y="493397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172" y="467"/>
                </a:lnTo>
                <a:lnTo>
                  <a:pt x="2684" y="1076"/>
                </a:lnTo>
                <a:lnTo>
                  <a:pt x="5557" y="2225"/>
                </a:lnTo>
                <a:lnTo>
                  <a:pt x="10800" y="4320"/>
                </a:lnTo>
                <a:lnTo>
                  <a:pt x="10800" y="7176"/>
                </a:lnTo>
                <a:lnTo>
                  <a:pt x="10800" y="10048"/>
                </a:lnTo>
                <a:lnTo>
                  <a:pt x="10800" y="12960"/>
                </a:lnTo>
                <a:lnTo>
                  <a:pt x="14008" y="14545"/>
                </a:lnTo>
                <a:lnTo>
                  <a:pt x="16200" y="15526"/>
                </a:lnTo>
                <a:lnTo>
                  <a:pt x="18392" y="16299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32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6" name="contour_18704"/>
          <p:cNvSpPr/>
          <p:nvPr/>
        </p:nvSpPr>
        <p:spPr>
          <a:xfrm>
            <a:off x="4077074" y="4940274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0072" y="3662"/>
                </a:lnTo>
                <a:lnTo>
                  <a:pt x="18544" y="6618"/>
                </a:lnTo>
                <a:lnTo>
                  <a:pt x="17010" y="9585"/>
                </a:lnTo>
                <a:lnTo>
                  <a:pt x="15471" y="12563"/>
                </a:lnTo>
                <a:lnTo>
                  <a:pt x="13921" y="15556"/>
                </a:lnTo>
                <a:lnTo>
                  <a:pt x="12366" y="18565"/>
                </a:lnTo>
                <a:lnTo>
                  <a:pt x="10800" y="21600"/>
                </a:lnTo>
                <a:lnTo>
                  <a:pt x="8127" y="20305"/>
                </a:lnTo>
                <a:lnTo>
                  <a:pt x="5443" y="19009"/>
                </a:lnTo>
                <a:lnTo>
                  <a:pt x="2738" y="17698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2627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7" name="contour_18705"/>
          <p:cNvSpPr/>
          <p:nvPr/>
        </p:nvSpPr>
        <p:spPr>
          <a:xfrm>
            <a:off x="4572657" y="49339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444" y="2711"/>
                </a:lnTo>
                <a:lnTo>
                  <a:pt x="19273" y="5416"/>
                </a:lnTo>
                <a:lnTo>
                  <a:pt x="18079" y="8111"/>
                </a:lnTo>
                <a:lnTo>
                  <a:pt x="16875" y="10800"/>
                </a:lnTo>
                <a:lnTo>
                  <a:pt x="15557" y="13813"/>
                </a:lnTo>
                <a:lnTo>
                  <a:pt x="14218" y="16875"/>
                </a:lnTo>
                <a:lnTo>
                  <a:pt x="12523" y="1921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9D85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8" name="contour_18706"/>
          <p:cNvSpPr/>
          <p:nvPr/>
        </p:nvSpPr>
        <p:spPr>
          <a:xfrm>
            <a:off x="3741826" y="494854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AFA7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09" name="contour_18707"/>
          <p:cNvSpPr/>
          <p:nvPr/>
        </p:nvSpPr>
        <p:spPr>
          <a:xfrm>
            <a:off x="10774738" y="491210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636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0" name="contour_18708"/>
          <p:cNvSpPr/>
          <p:nvPr/>
        </p:nvSpPr>
        <p:spPr>
          <a:xfrm>
            <a:off x="10475930" y="4912106"/>
            <a:ext cx="380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58" y="373"/>
                </a:lnTo>
                <a:lnTo>
                  <a:pt x="5291" y="783"/>
                </a:lnTo>
                <a:lnTo>
                  <a:pt x="7900" y="1253"/>
                </a:lnTo>
                <a:lnTo>
                  <a:pt x="10488" y="1814"/>
                </a:lnTo>
                <a:lnTo>
                  <a:pt x="13055" y="2484"/>
                </a:lnTo>
                <a:lnTo>
                  <a:pt x="15606" y="3289"/>
                </a:lnTo>
                <a:lnTo>
                  <a:pt x="18144" y="4250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214" y="20374"/>
                </a:lnTo>
                <a:lnTo>
                  <a:pt x="16536" y="19408"/>
                </a:lnTo>
                <a:lnTo>
                  <a:pt x="14857" y="18182"/>
                </a:lnTo>
                <a:lnTo>
                  <a:pt x="12402" y="16200"/>
                </a:lnTo>
                <a:lnTo>
                  <a:pt x="12402" y="12631"/>
                </a:lnTo>
                <a:lnTo>
                  <a:pt x="12402" y="9040"/>
                </a:lnTo>
                <a:lnTo>
                  <a:pt x="12402" y="5400"/>
                </a:lnTo>
                <a:lnTo>
                  <a:pt x="9326" y="3737"/>
                </a:lnTo>
                <a:lnTo>
                  <a:pt x="7144" y="2624"/>
                </a:lnTo>
                <a:lnTo>
                  <a:pt x="5258" y="1804"/>
                </a:lnTo>
                <a:lnTo>
                  <a:pt x="3076" y="1015"/>
                </a:lnTo>
                <a:lnTo>
                  <a:pt x="0" y="0"/>
                </a:lnTo>
                <a:close/>
              </a:path>
            </a:pathLst>
          </a:custGeom>
          <a:solidFill>
            <a:srgbClr val="C6CA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1" name="contour_18709"/>
          <p:cNvSpPr/>
          <p:nvPr/>
        </p:nvSpPr>
        <p:spPr>
          <a:xfrm>
            <a:off x="2335244" y="492668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9580" y="10454"/>
                </a:lnTo>
                <a:lnTo>
                  <a:pt x="18050" y="12830"/>
                </a:lnTo>
                <a:lnTo>
                  <a:pt x="16708" y="14738"/>
                </a:lnTo>
                <a:lnTo>
                  <a:pt x="15250" y="16567"/>
                </a:lnTo>
                <a:lnTo>
                  <a:pt x="13381" y="18720"/>
                </a:lnTo>
                <a:lnTo>
                  <a:pt x="10800" y="21600"/>
                </a:lnTo>
                <a:lnTo>
                  <a:pt x="7798" y="20678"/>
                </a:lnTo>
                <a:lnTo>
                  <a:pt x="5735" y="19843"/>
                </a:lnTo>
                <a:lnTo>
                  <a:pt x="4093" y="18749"/>
                </a:lnTo>
                <a:lnTo>
                  <a:pt x="2354" y="1705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38B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2" name="contour_18710"/>
          <p:cNvSpPr/>
          <p:nvPr/>
        </p:nvSpPr>
        <p:spPr>
          <a:xfrm>
            <a:off x="8129197" y="491939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E92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3" name="contour_18711"/>
          <p:cNvSpPr/>
          <p:nvPr/>
        </p:nvSpPr>
        <p:spPr>
          <a:xfrm>
            <a:off x="3865722" y="491210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4A4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4" name="contour_18712"/>
          <p:cNvSpPr/>
          <p:nvPr/>
        </p:nvSpPr>
        <p:spPr>
          <a:xfrm>
            <a:off x="4230122" y="490481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9"/>
                </a:lnTo>
                <a:lnTo>
                  <a:pt x="16157" y="2678"/>
                </a:lnTo>
                <a:lnTo>
                  <a:pt x="18862" y="403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782" y="13527"/>
                </a:lnTo>
                <a:lnTo>
                  <a:pt x="3569" y="10849"/>
                </a:lnTo>
                <a:lnTo>
                  <a:pt x="5357" y="8159"/>
                </a:lnTo>
                <a:lnTo>
                  <a:pt x="7160" y="5459"/>
                </a:lnTo>
                <a:lnTo>
                  <a:pt x="8975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3F3B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5" name="contour_18713"/>
          <p:cNvSpPr/>
          <p:nvPr/>
        </p:nvSpPr>
        <p:spPr>
          <a:xfrm>
            <a:off x="11452521" y="490481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566" y="0"/>
                </a:lnTo>
                <a:lnTo>
                  <a:pt x="5141" y="0"/>
                </a:lnTo>
                <a:lnTo>
                  <a:pt x="7724" y="0"/>
                </a:lnTo>
                <a:lnTo>
                  <a:pt x="10329" y="0"/>
                </a:lnTo>
                <a:lnTo>
                  <a:pt x="12960" y="0"/>
                </a:lnTo>
                <a:lnTo>
                  <a:pt x="12960" y="4759"/>
                </a:lnTo>
                <a:lnTo>
                  <a:pt x="12960" y="9547"/>
                </a:lnTo>
                <a:lnTo>
                  <a:pt x="12960" y="14400"/>
                </a:lnTo>
                <a:lnTo>
                  <a:pt x="15526" y="17042"/>
                </a:lnTo>
                <a:lnTo>
                  <a:pt x="17280" y="18677"/>
                </a:lnTo>
                <a:lnTo>
                  <a:pt x="19034" y="19966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AE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6" name="contour_18714"/>
          <p:cNvSpPr/>
          <p:nvPr/>
        </p:nvSpPr>
        <p:spPr>
          <a:xfrm>
            <a:off x="3770978" y="4897530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21600" y="10771"/>
                </a:lnTo>
                <a:lnTo>
                  <a:pt x="21600" y="14400"/>
                </a:lnTo>
                <a:lnTo>
                  <a:pt x="19563" y="15192"/>
                </a:lnTo>
                <a:lnTo>
                  <a:pt x="17524" y="15984"/>
                </a:lnTo>
                <a:lnTo>
                  <a:pt x="15484" y="16776"/>
                </a:lnTo>
                <a:lnTo>
                  <a:pt x="13438" y="17575"/>
                </a:lnTo>
                <a:lnTo>
                  <a:pt x="11386" y="18374"/>
                </a:lnTo>
                <a:lnTo>
                  <a:pt x="9325" y="19174"/>
                </a:lnTo>
                <a:lnTo>
                  <a:pt x="7258" y="19980"/>
                </a:lnTo>
                <a:lnTo>
                  <a:pt x="5178" y="20786"/>
                </a:lnTo>
                <a:lnTo>
                  <a:pt x="3086" y="21600"/>
                </a:lnTo>
                <a:lnTo>
                  <a:pt x="2475" y="17323"/>
                </a:lnTo>
                <a:lnTo>
                  <a:pt x="1861" y="13032"/>
                </a:lnTo>
                <a:lnTo>
                  <a:pt x="1247" y="8726"/>
                </a:lnTo>
                <a:lnTo>
                  <a:pt x="62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072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7" name="contour_18715"/>
          <p:cNvSpPr/>
          <p:nvPr/>
        </p:nvSpPr>
        <p:spPr>
          <a:xfrm>
            <a:off x="7764798" y="486837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3527" y="19818"/>
                </a:lnTo>
                <a:lnTo>
                  <a:pt x="10849" y="18031"/>
                </a:lnTo>
                <a:lnTo>
                  <a:pt x="8159" y="16243"/>
                </a:lnTo>
                <a:lnTo>
                  <a:pt x="5459" y="14440"/>
                </a:lnTo>
                <a:lnTo>
                  <a:pt x="2743" y="12625"/>
                </a:lnTo>
                <a:lnTo>
                  <a:pt x="0" y="10800"/>
                </a:lnTo>
                <a:lnTo>
                  <a:pt x="3537" y="6799"/>
                </a:lnTo>
                <a:lnTo>
                  <a:pt x="6291" y="3937"/>
                </a:lnTo>
                <a:lnTo>
                  <a:pt x="8645" y="2014"/>
                </a:lnTo>
                <a:lnTo>
                  <a:pt x="10973" y="848"/>
                </a:lnTo>
                <a:lnTo>
                  <a:pt x="13657" y="254"/>
                </a:lnTo>
                <a:lnTo>
                  <a:pt x="17075" y="32"/>
                </a:lnTo>
                <a:lnTo>
                  <a:pt x="21600" y="0"/>
                </a:lnTo>
                <a:close/>
              </a:path>
            </a:pathLst>
          </a:custGeom>
          <a:solidFill>
            <a:srgbClr val="4945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8" name="contour_18716"/>
          <p:cNvSpPr/>
          <p:nvPr/>
        </p:nvSpPr>
        <p:spPr>
          <a:xfrm>
            <a:off x="11088122" y="486837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E6E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19" name="contour_18717"/>
          <p:cNvSpPr/>
          <p:nvPr/>
        </p:nvSpPr>
        <p:spPr>
          <a:xfrm>
            <a:off x="8704949" y="4861090"/>
            <a:ext cx="22207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686" y="0"/>
                </a:lnTo>
                <a:lnTo>
                  <a:pt x="9400" y="0"/>
                </a:lnTo>
                <a:lnTo>
                  <a:pt x="14178" y="0"/>
                </a:lnTo>
                <a:lnTo>
                  <a:pt x="16659" y="2730"/>
                </a:lnTo>
                <a:lnTo>
                  <a:pt x="18041" y="4899"/>
                </a:lnTo>
                <a:lnTo>
                  <a:pt x="19495" y="8372"/>
                </a:lnTo>
                <a:lnTo>
                  <a:pt x="20537" y="10705"/>
                </a:lnTo>
                <a:lnTo>
                  <a:pt x="21600" y="13077"/>
                </a:lnTo>
                <a:lnTo>
                  <a:pt x="21437" y="15163"/>
                </a:lnTo>
                <a:lnTo>
                  <a:pt x="21267" y="17280"/>
                </a:lnTo>
                <a:lnTo>
                  <a:pt x="19729" y="17747"/>
                </a:lnTo>
                <a:lnTo>
                  <a:pt x="17744" y="18356"/>
                </a:lnTo>
                <a:lnTo>
                  <a:pt x="13972" y="19505"/>
                </a:lnTo>
                <a:lnTo>
                  <a:pt x="7089" y="21600"/>
                </a:lnTo>
                <a:lnTo>
                  <a:pt x="6210" y="18926"/>
                </a:lnTo>
                <a:lnTo>
                  <a:pt x="5331" y="16252"/>
                </a:lnTo>
                <a:lnTo>
                  <a:pt x="4452" y="13569"/>
                </a:lnTo>
                <a:lnTo>
                  <a:pt x="3573" y="10882"/>
                </a:lnTo>
                <a:lnTo>
                  <a:pt x="2687" y="8182"/>
                </a:lnTo>
                <a:lnTo>
                  <a:pt x="1794" y="5469"/>
                </a:lnTo>
                <a:lnTo>
                  <a:pt x="900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E5E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0" name="contour_18718"/>
          <p:cNvSpPr/>
          <p:nvPr/>
        </p:nvSpPr>
        <p:spPr>
          <a:xfrm>
            <a:off x="4791297" y="487566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3489" y="19024"/>
                </a:lnTo>
                <a:lnTo>
                  <a:pt x="10789" y="16432"/>
                </a:lnTo>
                <a:lnTo>
                  <a:pt x="8100" y="13835"/>
                </a:lnTo>
                <a:lnTo>
                  <a:pt x="5837" y="11669"/>
                </a:lnTo>
                <a:lnTo>
                  <a:pt x="3542" y="9472"/>
                </a:lnTo>
                <a:lnTo>
                  <a:pt x="1048" y="6404"/>
                </a:lnTo>
                <a:lnTo>
                  <a:pt x="130" y="3953"/>
                </a:lnTo>
                <a:lnTo>
                  <a:pt x="0" y="0"/>
                </a:lnTo>
                <a:close/>
              </a:path>
            </a:pathLst>
          </a:custGeom>
          <a:solidFill>
            <a:srgbClr val="D1C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1" name="contour_18719"/>
          <p:cNvSpPr/>
          <p:nvPr/>
        </p:nvSpPr>
        <p:spPr>
          <a:xfrm>
            <a:off x="8063605" y="4839226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671" y="2931"/>
                </a:lnTo>
                <a:lnTo>
                  <a:pt x="14918" y="5113"/>
                </a:lnTo>
                <a:lnTo>
                  <a:pt x="17186" y="6761"/>
                </a:lnTo>
                <a:lnTo>
                  <a:pt x="18742" y="8094"/>
                </a:lnTo>
                <a:lnTo>
                  <a:pt x="19829" y="9322"/>
                </a:lnTo>
                <a:lnTo>
                  <a:pt x="20693" y="10667"/>
                </a:lnTo>
                <a:lnTo>
                  <a:pt x="21600" y="12343"/>
                </a:lnTo>
                <a:lnTo>
                  <a:pt x="18655" y="14302"/>
                </a:lnTo>
                <a:lnTo>
                  <a:pt x="15523" y="15962"/>
                </a:lnTo>
                <a:lnTo>
                  <a:pt x="12154" y="17425"/>
                </a:lnTo>
                <a:lnTo>
                  <a:pt x="8474" y="18786"/>
                </a:lnTo>
                <a:lnTo>
                  <a:pt x="4442" y="20144"/>
                </a:lnTo>
                <a:lnTo>
                  <a:pt x="0" y="21600"/>
                </a:lnTo>
                <a:lnTo>
                  <a:pt x="713" y="19462"/>
                </a:lnTo>
                <a:lnTo>
                  <a:pt x="1426" y="17320"/>
                </a:lnTo>
                <a:lnTo>
                  <a:pt x="2138" y="15179"/>
                </a:lnTo>
                <a:lnTo>
                  <a:pt x="2858" y="13034"/>
                </a:lnTo>
                <a:lnTo>
                  <a:pt x="3571" y="10880"/>
                </a:lnTo>
                <a:lnTo>
                  <a:pt x="4291" y="8723"/>
                </a:lnTo>
                <a:lnTo>
                  <a:pt x="5011" y="6557"/>
                </a:lnTo>
                <a:lnTo>
                  <a:pt x="5738" y="4382"/>
                </a:lnTo>
                <a:lnTo>
                  <a:pt x="6466" y="2197"/>
                </a:lnTo>
                <a:lnTo>
                  <a:pt x="7200" y="0"/>
                </a:lnTo>
                <a:close/>
              </a:path>
            </a:pathLst>
          </a:custGeom>
          <a:solidFill>
            <a:srgbClr val="4645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2" name="contour_18720"/>
          <p:cNvSpPr/>
          <p:nvPr/>
        </p:nvSpPr>
        <p:spPr>
          <a:xfrm>
            <a:off x="6503975" y="4868218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"/>
                </a:moveTo>
                <a:lnTo>
                  <a:pt x="7452" y="0"/>
                </a:lnTo>
                <a:lnTo>
                  <a:pt x="9763" y="465"/>
                </a:lnTo>
                <a:lnTo>
                  <a:pt x="13228" y="1944"/>
                </a:lnTo>
                <a:lnTo>
                  <a:pt x="14412" y="2416"/>
                </a:lnTo>
                <a:lnTo>
                  <a:pt x="17971" y="3845"/>
                </a:lnTo>
                <a:lnTo>
                  <a:pt x="19773" y="5561"/>
                </a:lnTo>
                <a:lnTo>
                  <a:pt x="21600" y="7305"/>
                </a:lnTo>
                <a:lnTo>
                  <a:pt x="21600" y="12029"/>
                </a:lnTo>
                <a:lnTo>
                  <a:pt x="21600" y="16783"/>
                </a:lnTo>
                <a:lnTo>
                  <a:pt x="21600" y="21600"/>
                </a:lnTo>
                <a:lnTo>
                  <a:pt x="18926" y="20714"/>
                </a:lnTo>
                <a:lnTo>
                  <a:pt x="16252" y="19827"/>
                </a:lnTo>
                <a:lnTo>
                  <a:pt x="13569" y="18941"/>
                </a:lnTo>
                <a:lnTo>
                  <a:pt x="10882" y="18055"/>
                </a:lnTo>
                <a:lnTo>
                  <a:pt x="8182" y="17161"/>
                </a:lnTo>
                <a:lnTo>
                  <a:pt x="5469" y="16261"/>
                </a:lnTo>
                <a:lnTo>
                  <a:pt x="2743" y="15360"/>
                </a:lnTo>
                <a:lnTo>
                  <a:pt x="0" y="14452"/>
                </a:lnTo>
                <a:lnTo>
                  <a:pt x="1071" y="10914"/>
                </a:lnTo>
                <a:lnTo>
                  <a:pt x="2143" y="7362"/>
                </a:lnTo>
                <a:lnTo>
                  <a:pt x="3227" y="3781"/>
                </a:lnTo>
                <a:lnTo>
                  <a:pt x="4320" y="157"/>
                </a:lnTo>
                <a:close/>
              </a:path>
            </a:pathLst>
          </a:custGeom>
          <a:solidFill>
            <a:srgbClr val="DDEF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3" name="contour_18721"/>
          <p:cNvSpPr/>
          <p:nvPr/>
        </p:nvSpPr>
        <p:spPr>
          <a:xfrm>
            <a:off x="3464883" y="4852818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F8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4" name="contour_18722"/>
          <p:cNvSpPr/>
          <p:nvPr/>
        </p:nvSpPr>
        <p:spPr>
          <a:xfrm>
            <a:off x="11459809" y="4846514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4152"/>
                </a:lnTo>
                <a:lnTo>
                  <a:pt x="18995" y="8318"/>
                </a:lnTo>
                <a:lnTo>
                  <a:pt x="19855" y="12499"/>
                </a:lnTo>
                <a:lnTo>
                  <a:pt x="20723" y="16714"/>
                </a:lnTo>
                <a:lnTo>
                  <a:pt x="21600" y="20971"/>
                </a:lnTo>
                <a:lnTo>
                  <a:pt x="18645" y="21390"/>
                </a:lnTo>
                <a:lnTo>
                  <a:pt x="16494" y="21600"/>
                </a:lnTo>
                <a:lnTo>
                  <a:pt x="14524" y="21600"/>
                </a:lnTo>
                <a:lnTo>
                  <a:pt x="12113" y="21390"/>
                </a:lnTo>
                <a:lnTo>
                  <a:pt x="8640" y="20971"/>
                </a:lnTo>
                <a:lnTo>
                  <a:pt x="5620" y="16819"/>
                </a:lnTo>
                <a:lnTo>
                  <a:pt x="3711" y="13981"/>
                </a:lnTo>
                <a:lnTo>
                  <a:pt x="2108" y="11143"/>
                </a:lnTo>
                <a:lnTo>
                  <a:pt x="0" y="6990"/>
                </a:lnTo>
                <a:lnTo>
                  <a:pt x="2851" y="5837"/>
                </a:lnTo>
                <a:lnTo>
                  <a:pt x="5707" y="4683"/>
                </a:lnTo>
                <a:lnTo>
                  <a:pt x="8575" y="3523"/>
                </a:lnTo>
                <a:lnTo>
                  <a:pt x="11457" y="2356"/>
                </a:lnTo>
                <a:lnTo>
                  <a:pt x="14355" y="1181"/>
                </a:lnTo>
                <a:lnTo>
                  <a:pt x="17280" y="0"/>
                </a:lnTo>
                <a:close/>
              </a:path>
            </a:pathLst>
          </a:custGeom>
          <a:solidFill>
            <a:srgbClr val="49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5" name="contour_18723"/>
          <p:cNvSpPr/>
          <p:nvPr/>
        </p:nvSpPr>
        <p:spPr>
          <a:xfrm>
            <a:off x="1570005" y="4831938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2108"/>
                </a:lnTo>
                <a:lnTo>
                  <a:pt x="13981" y="3711"/>
                </a:lnTo>
                <a:lnTo>
                  <a:pt x="16819" y="5620"/>
                </a:lnTo>
                <a:lnTo>
                  <a:pt x="20971" y="8640"/>
                </a:lnTo>
                <a:lnTo>
                  <a:pt x="213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90" y="18645"/>
                </a:lnTo>
                <a:lnTo>
                  <a:pt x="20971" y="21600"/>
                </a:lnTo>
                <a:lnTo>
                  <a:pt x="16350" y="21600"/>
                </a:lnTo>
                <a:lnTo>
                  <a:pt x="11702" y="21600"/>
                </a:lnTo>
                <a:lnTo>
                  <a:pt x="6990" y="21600"/>
                </a:lnTo>
                <a:lnTo>
                  <a:pt x="4718" y="18870"/>
                </a:lnTo>
                <a:lnTo>
                  <a:pt x="3474" y="16701"/>
                </a:lnTo>
                <a:lnTo>
                  <a:pt x="2181" y="13228"/>
                </a:lnTo>
                <a:lnTo>
                  <a:pt x="1279" y="10895"/>
                </a:lnTo>
                <a:lnTo>
                  <a:pt x="357" y="8523"/>
                </a:lnTo>
                <a:lnTo>
                  <a:pt x="175" y="6437"/>
                </a:lnTo>
                <a:lnTo>
                  <a:pt x="0" y="4320"/>
                </a:lnTo>
                <a:lnTo>
                  <a:pt x="3467" y="2177"/>
                </a:lnTo>
                <a:lnTo>
                  <a:pt x="6990" y="0"/>
                </a:lnTo>
                <a:close/>
              </a:path>
            </a:pathLst>
          </a:custGeom>
          <a:solidFill>
            <a:srgbClr val="A093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6" name="contour_18724"/>
          <p:cNvSpPr/>
          <p:nvPr/>
        </p:nvSpPr>
        <p:spPr>
          <a:xfrm>
            <a:off x="11095410" y="483193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711" y="2673"/>
                </a:lnTo>
                <a:lnTo>
                  <a:pt x="10783" y="5357"/>
                </a:lnTo>
                <a:lnTo>
                  <a:pt x="11867" y="8062"/>
                </a:lnTo>
                <a:lnTo>
                  <a:pt x="12960" y="10800"/>
                </a:lnTo>
                <a:lnTo>
                  <a:pt x="15098" y="12139"/>
                </a:lnTo>
                <a:lnTo>
                  <a:pt x="17250" y="13478"/>
                </a:lnTo>
                <a:lnTo>
                  <a:pt x="19410" y="14834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E7EC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7" name="contour_18725"/>
          <p:cNvSpPr/>
          <p:nvPr/>
        </p:nvSpPr>
        <p:spPr>
          <a:xfrm>
            <a:off x="10687282" y="4838242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507"/>
                </a:lnTo>
                <a:lnTo>
                  <a:pt x="0" y="13401"/>
                </a:lnTo>
                <a:lnTo>
                  <a:pt x="0" y="9281"/>
                </a:lnTo>
                <a:lnTo>
                  <a:pt x="0" y="5126"/>
                </a:lnTo>
                <a:lnTo>
                  <a:pt x="0" y="930"/>
                </a:lnTo>
                <a:close/>
              </a:path>
            </a:pathLst>
          </a:custGeom>
          <a:solidFill>
            <a:srgbClr val="9DA1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8" name="contour_18726"/>
          <p:cNvSpPr/>
          <p:nvPr/>
        </p:nvSpPr>
        <p:spPr>
          <a:xfrm>
            <a:off x="1475261" y="4817362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020" y="2160"/>
                </a:lnTo>
                <a:lnTo>
                  <a:pt x="8640" y="4320"/>
                </a:lnTo>
                <a:lnTo>
                  <a:pt x="10260" y="6480"/>
                </a:lnTo>
                <a:lnTo>
                  <a:pt x="11880" y="8640"/>
                </a:lnTo>
                <a:lnTo>
                  <a:pt x="13500" y="10800"/>
                </a:lnTo>
                <a:lnTo>
                  <a:pt x="15120" y="12960"/>
                </a:lnTo>
                <a:lnTo>
                  <a:pt x="16740" y="15120"/>
                </a:lnTo>
                <a:lnTo>
                  <a:pt x="18360" y="17280"/>
                </a:lnTo>
                <a:lnTo>
                  <a:pt x="19980" y="19440"/>
                </a:lnTo>
                <a:lnTo>
                  <a:pt x="21600" y="21600"/>
                </a:lnTo>
                <a:lnTo>
                  <a:pt x="18036" y="21006"/>
                </a:lnTo>
                <a:lnTo>
                  <a:pt x="14467" y="20412"/>
                </a:lnTo>
                <a:lnTo>
                  <a:pt x="10881" y="19814"/>
                </a:lnTo>
                <a:lnTo>
                  <a:pt x="7279" y="19213"/>
                </a:lnTo>
                <a:lnTo>
                  <a:pt x="3656" y="18608"/>
                </a:lnTo>
                <a:lnTo>
                  <a:pt x="0" y="18000"/>
                </a:lnTo>
                <a:lnTo>
                  <a:pt x="670" y="15772"/>
                </a:lnTo>
                <a:lnTo>
                  <a:pt x="1339" y="13543"/>
                </a:lnTo>
                <a:lnTo>
                  <a:pt x="2009" y="11308"/>
                </a:lnTo>
                <a:lnTo>
                  <a:pt x="2678" y="9068"/>
                </a:lnTo>
                <a:lnTo>
                  <a:pt x="3353" y="6818"/>
                </a:lnTo>
                <a:lnTo>
                  <a:pt x="4034" y="4558"/>
                </a:lnTo>
                <a:lnTo>
                  <a:pt x="4714" y="2286"/>
                </a:lnTo>
                <a:lnTo>
                  <a:pt x="5400" y="0"/>
                </a:lnTo>
                <a:close/>
              </a:path>
            </a:pathLst>
          </a:custGeom>
          <a:solidFill>
            <a:srgbClr val="858B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29" name="contour_18727"/>
          <p:cNvSpPr/>
          <p:nvPr/>
        </p:nvSpPr>
        <p:spPr>
          <a:xfrm>
            <a:off x="7903269" y="4831938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E1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0" name="contour_18728"/>
          <p:cNvSpPr/>
          <p:nvPr/>
        </p:nvSpPr>
        <p:spPr>
          <a:xfrm>
            <a:off x="7320230" y="483193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551" y="15170"/>
                </a:lnTo>
                <a:lnTo>
                  <a:pt x="6398" y="10166"/>
                </a:lnTo>
                <a:lnTo>
                  <a:pt x="8722" y="6401"/>
                </a:lnTo>
                <a:lnTo>
                  <a:pt x="10696" y="3701"/>
                </a:lnTo>
                <a:lnTo>
                  <a:pt x="12502" y="1894"/>
                </a:lnTo>
                <a:lnTo>
                  <a:pt x="14321" y="799"/>
                </a:lnTo>
                <a:lnTo>
                  <a:pt x="16321" y="238"/>
                </a:lnTo>
                <a:lnTo>
                  <a:pt x="18688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7065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1" name="contour_18729"/>
          <p:cNvSpPr/>
          <p:nvPr/>
        </p:nvSpPr>
        <p:spPr>
          <a:xfrm>
            <a:off x="11190154" y="481007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42"/>
                </a:lnTo>
                <a:lnTo>
                  <a:pt x="18373" y="17950"/>
                </a:lnTo>
                <a:lnTo>
                  <a:pt x="17280" y="21600"/>
                </a:lnTo>
                <a:lnTo>
                  <a:pt x="15116" y="19930"/>
                </a:lnTo>
                <a:lnTo>
                  <a:pt x="12951" y="18245"/>
                </a:lnTo>
                <a:lnTo>
                  <a:pt x="10796" y="16553"/>
                </a:lnTo>
                <a:lnTo>
                  <a:pt x="8640" y="14846"/>
                </a:lnTo>
                <a:lnTo>
                  <a:pt x="6229" y="12960"/>
                </a:lnTo>
                <a:lnTo>
                  <a:pt x="3780" y="11052"/>
                </a:lnTo>
                <a:lnTo>
                  <a:pt x="190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6A6A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2" name="contour_18730"/>
          <p:cNvSpPr/>
          <p:nvPr/>
        </p:nvSpPr>
        <p:spPr>
          <a:xfrm>
            <a:off x="11022530" y="4810074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739" y="1782"/>
                </a:lnTo>
                <a:lnTo>
                  <a:pt x="8078" y="3571"/>
                </a:lnTo>
                <a:lnTo>
                  <a:pt x="9434" y="5375"/>
                </a:lnTo>
                <a:lnTo>
                  <a:pt x="10800" y="7200"/>
                </a:lnTo>
                <a:lnTo>
                  <a:pt x="13473" y="8093"/>
                </a:lnTo>
                <a:lnTo>
                  <a:pt x="16162" y="8986"/>
                </a:lnTo>
                <a:lnTo>
                  <a:pt x="18862" y="9889"/>
                </a:lnTo>
                <a:lnTo>
                  <a:pt x="21600" y="10800"/>
                </a:lnTo>
                <a:lnTo>
                  <a:pt x="18544" y="12326"/>
                </a:lnTo>
                <a:lnTo>
                  <a:pt x="15487" y="13856"/>
                </a:lnTo>
                <a:lnTo>
                  <a:pt x="12420" y="15390"/>
                </a:lnTo>
                <a:lnTo>
                  <a:pt x="9342" y="16931"/>
                </a:lnTo>
                <a:lnTo>
                  <a:pt x="6248" y="18475"/>
                </a:lnTo>
                <a:lnTo>
                  <a:pt x="3137" y="20034"/>
                </a:lnTo>
                <a:lnTo>
                  <a:pt x="0" y="21600"/>
                </a:lnTo>
                <a:lnTo>
                  <a:pt x="594" y="19224"/>
                </a:lnTo>
                <a:lnTo>
                  <a:pt x="1188" y="16844"/>
                </a:lnTo>
                <a:lnTo>
                  <a:pt x="1782" y="14465"/>
                </a:lnTo>
                <a:lnTo>
                  <a:pt x="2381" y="12078"/>
                </a:lnTo>
                <a:lnTo>
                  <a:pt x="2981" y="9684"/>
                </a:lnTo>
                <a:lnTo>
                  <a:pt x="3580" y="7279"/>
                </a:lnTo>
                <a:lnTo>
                  <a:pt x="4185" y="4867"/>
                </a:lnTo>
                <a:lnTo>
                  <a:pt x="4790" y="2441"/>
                </a:lnTo>
                <a:lnTo>
                  <a:pt x="5400" y="0"/>
                </a:lnTo>
                <a:close/>
              </a:path>
            </a:pathLst>
          </a:custGeom>
          <a:solidFill>
            <a:srgbClr val="686A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3" name="contour_18731"/>
          <p:cNvSpPr/>
          <p:nvPr/>
        </p:nvSpPr>
        <p:spPr>
          <a:xfrm>
            <a:off x="5214001" y="481736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937" y="2704"/>
                </a:lnTo>
                <a:lnTo>
                  <a:pt x="18252" y="5404"/>
                </a:lnTo>
                <a:lnTo>
                  <a:pt x="16553" y="8104"/>
                </a:lnTo>
                <a:lnTo>
                  <a:pt x="14846" y="10800"/>
                </a:lnTo>
                <a:lnTo>
                  <a:pt x="14285" y="11694"/>
                </a:lnTo>
                <a:lnTo>
                  <a:pt x="13306" y="13267"/>
                </a:lnTo>
                <a:lnTo>
                  <a:pt x="11052" y="16874"/>
                </a:lnTo>
                <a:lnTo>
                  <a:pt x="9144" y="19220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645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4" name="contour_18732"/>
          <p:cNvSpPr/>
          <p:nvPr/>
        </p:nvSpPr>
        <p:spPr>
          <a:xfrm>
            <a:off x="11007954" y="480278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4" y="5348"/>
                </a:lnTo>
                <a:lnTo>
                  <a:pt x="18922" y="8031"/>
                </a:lnTo>
                <a:lnTo>
                  <a:pt x="18029" y="10718"/>
                </a:lnTo>
                <a:lnTo>
                  <a:pt x="17129" y="13418"/>
                </a:lnTo>
                <a:lnTo>
                  <a:pt x="16222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9648" y="17660"/>
                </a:lnTo>
                <a:lnTo>
                  <a:pt x="6077" y="14580"/>
                </a:lnTo>
                <a:lnTo>
                  <a:pt x="3514" y="12109"/>
                </a:lnTo>
                <a:lnTo>
                  <a:pt x="1800" y="9988"/>
                </a:lnTo>
                <a:lnTo>
                  <a:pt x="756" y="7975"/>
                </a:lnTo>
                <a:lnTo>
                  <a:pt x="223" y="5806"/>
                </a:lnTo>
                <a:lnTo>
                  <a:pt x="29" y="3231"/>
                </a:lnTo>
                <a:lnTo>
                  <a:pt x="0" y="0"/>
                </a:lnTo>
                <a:close/>
              </a:path>
            </a:pathLst>
          </a:custGeom>
          <a:solidFill>
            <a:srgbClr val="DDE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5" name="contour_18733"/>
          <p:cNvSpPr/>
          <p:nvPr/>
        </p:nvSpPr>
        <p:spPr>
          <a:xfrm>
            <a:off x="10490506" y="481007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DF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6" name="contour_18734"/>
          <p:cNvSpPr/>
          <p:nvPr/>
        </p:nvSpPr>
        <p:spPr>
          <a:xfrm>
            <a:off x="484094" y="48027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8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7" name="contour_18735"/>
          <p:cNvSpPr/>
          <p:nvPr/>
        </p:nvSpPr>
        <p:spPr>
          <a:xfrm>
            <a:off x="1183741" y="479549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7266" y="2955"/>
                </a:lnTo>
                <a:lnTo>
                  <a:pt x="19073" y="5106"/>
                </a:lnTo>
                <a:lnTo>
                  <a:pt x="20167" y="7076"/>
                </a:lnTo>
                <a:lnTo>
                  <a:pt x="20894" y="9487"/>
                </a:lnTo>
                <a:lnTo>
                  <a:pt x="21600" y="12960"/>
                </a:lnTo>
                <a:lnTo>
                  <a:pt x="17186" y="15137"/>
                </a:lnTo>
                <a:lnTo>
                  <a:pt x="13896" y="16701"/>
                </a:lnTo>
                <a:lnTo>
                  <a:pt x="11138" y="17889"/>
                </a:lnTo>
                <a:lnTo>
                  <a:pt x="8294" y="18943"/>
                </a:lnTo>
                <a:lnTo>
                  <a:pt x="4788" y="20097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30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8" name="contour_18736"/>
          <p:cNvSpPr/>
          <p:nvPr/>
        </p:nvSpPr>
        <p:spPr>
          <a:xfrm>
            <a:off x="11473729" y="4788210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733" y="2674"/>
                </a:lnTo>
                <a:lnTo>
                  <a:pt x="19866" y="5348"/>
                </a:lnTo>
                <a:lnTo>
                  <a:pt x="19000" y="8031"/>
                </a:lnTo>
                <a:lnTo>
                  <a:pt x="18133" y="10718"/>
                </a:lnTo>
                <a:lnTo>
                  <a:pt x="17259" y="13418"/>
                </a:lnTo>
                <a:lnTo>
                  <a:pt x="16378" y="16131"/>
                </a:lnTo>
                <a:lnTo>
                  <a:pt x="15497" y="18857"/>
                </a:lnTo>
                <a:lnTo>
                  <a:pt x="14610" y="21600"/>
                </a:lnTo>
                <a:lnTo>
                  <a:pt x="10457" y="19492"/>
                </a:lnTo>
                <a:lnTo>
                  <a:pt x="7619" y="17889"/>
                </a:lnTo>
                <a:lnTo>
                  <a:pt x="4781" y="15980"/>
                </a:lnTo>
                <a:lnTo>
                  <a:pt x="629" y="12960"/>
                </a:lnTo>
                <a:lnTo>
                  <a:pt x="210" y="9487"/>
                </a:lnTo>
                <a:lnTo>
                  <a:pt x="0" y="7076"/>
                </a:lnTo>
                <a:lnTo>
                  <a:pt x="0" y="5106"/>
                </a:lnTo>
                <a:lnTo>
                  <a:pt x="210" y="2955"/>
                </a:lnTo>
                <a:lnTo>
                  <a:pt x="629" y="0"/>
                </a:lnTo>
                <a:close/>
              </a:path>
            </a:pathLst>
          </a:custGeom>
          <a:solidFill>
            <a:srgbClr val="DFE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39" name="contour_18737"/>
          <p:cNvSpPr/>
          <p:nvPr/>
        </p:nvSpPr>
        <p:spPr>
          <a:xfrm>
            <a:off x="7254638" y="4773634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06"/>
                </a:lnTo>
                <a:lnTo>
                  <a:pt x="5416" y="2227"/>
                </a:lnTo>
                <a:lnTo>
                  <a:pt x="8111" y="3369"/>
                </a:lnTo>
                <a:lnTo>
                  <a:pt x="10800" y="4522"/>
                </a:lnTo>
                <a:lnTo>
                  <a:pt x="13813" y="5782"/>
                </a:lnTo>
                <a:lnTo>
                  <a:pt x="16875" y="7064"/>
                </a:lnTo>
                <a:lnTo>
                  <a:pt x="19219" y="8687"/>
                </a:lnTo>
                <a:lnTo>
                  <a:pt x="21600" y="10335"/>
                </a:lnTo>
                <a:lnTo>
                  <a:pt x="21600" y="13751"/>
                </a:lnTo>
                <a:lnTo>
                  <a:pt x="21600" y="17187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926" y="17332"/>
                </a:lnTo>
                <a:lnTo>
                  <a:pt x="2759" y="13968"/>
                </a:lnTo>
                <a:lnTo>
                  <a:pt x="1836" y="10562"/>
                </a:lnTo>
                <a:lnTo>
                  <a:pt x="1107" y="7105"/>
                </a:lnTo>
                <a:lnTo>
                  <a:pt x="513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3F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0" name="contour_18738"/>
          <p:cNvSpPr/>
          <p:nvPr/>
        </p:nvSpPr>
        <p:spPr>
          <a:xfrm>
            <a:off x="10519658" y="477363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445"/>
                </a:lnTo>
                <a:lnTo>
                  <a:pt x="13856" y="4890"/>
                </a:lnTo>
                <a:lnTo>
                  <a:pt x="15390" y="7344"/>
                </a:lnTo>
                <a:lnTo>
                  <a:pt x="16929" y="9806"/>
                </a:lnTo>
                <a:lnTo>
                  <a:pt x="18479" y="12282"/>
                </a:lnTo>
                <a:lnTo>
                  <a:pt x="20034" y="14770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331" y="19034"/>
                </a:lnTo>
                <a:lnTo>
                  <a:pt x="3256" y="16459"/>
                </a:lnTo>
                <a:lnTo>
                  <a:pt x="2182" y="13876"/>
                </a:lnTo>
                <a:lnTo>
                  <a:pt x="1096" y="1127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979A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1" name="contour_18739"/>
          <p:cNvSpPr/>
          <p:nvPr/>
        </p:nvSpPr>
        <p:spPr>
          <a:xfrm>
            <a:off x="7910557" y="476634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99B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2" name="contour_18740"/>
          <p:cNvSpPr/>
          <p:nvPr/>
        </p:nvSpPr>
        <p:spPr>
          <a:xfrm>
            <a:off x="1074421" y="477363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942"/>
                </a:lnTo>
                <a:lnTo>
                  <a:pt x="12512" y="1637"/>
                </a:lnTo>
                <a:lnTo>
                  <a:pt x="14974" y="2294"/>
                </a:lnTo>
                <a:lnTo>
                  <a:pt x="17744" y="3119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11021" y="19548"/>
                </a:lnTo>
                <a:lnTo>
                  <a:pt x="11248" y="17483"/>
                </a:lnTo>
                <a:lnTo>
                  <a:pt x="11475" y="15388"/>
                </a:lnTo>
                <a:lnTo>
                  <a:pt x="11254" y="13159"/>
                </a:lnTo>
                <a:lnTo>
                  <a:pt x="11027" y="10917"/>
                </a:lnTo>
                <a:lnTo>
                  <a:pt x="10800" y="8640"/>
                </a:lnTo>
                <a:lnTo>
                  <a:pt x="7592" y="6899"/>
                </a:lnTo>
                <a:lnTo>
                  <a:pt x="5400" y="5871"/>
                </a:lnTo>
                <a:lnTo>
                  <a:pt x="3208" y="5145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6263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3" name="contour_18741"/>
          <p:cNvSpPr/>
          <p:nvPr/>
        </p:nvSpPr>
        <p:spPr>
          <a:xfrm>
            <a:off x="9776283" y="47736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4" name="contour_18742"/>
          <p:cNvSpPr/>
          <p:nvPr/>
        </p:nvSpPr>
        <p:spPr>
          <a:xfrm>
            <a:off x="4587233" y="475905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10800" y="18744"/>
                </a:lnTo>
                <a:lnTo>
                  <a:pt x="10800" y="15872"/>
                </a:lnTo>
                <a:lnTo>
                  <a:pt x="10800" y="12960"/>
                </a:lnTo>
                <a:lnTo>
                  <a:pt x="7231" y="12960"/>
                </a:lnTo>
                <a:lnTo>
                  <a:pt x="3640" y="12960"/>
                </a:lnTo>
                <a:lnTo>
                  <a:pt x="0" y="12960"/>
                </a:lnTo>
                <a:lnTo>
                  <a:pt x="0" y="10394"/>
                </a:lnTo>
                <a:lnTo>
                  <a:pt x="0" y="7819"/>
                </a:lnTo>
                <a:lnTo>
                  <a:pt x="0" y="5236"/>
                </a:lnTo>
                <a:lnTo>
                  <a:pt x="0" y="2631"/>
                </a:lnTo>
                <a:lnTo>
                  <a:pt x="0" y="0"/>
                </a:lnTo>
                <a:close/>
              </a:path>
            </a:pathLst>
          </a:custGeom>
          <a:solidFill>
            <a:srgbClr val="E3C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5" name="contour_18743"/>
          <p:cNvSpPr/>
          <p:nvPr/>
        </p:nvSpPr>
        <p:spPr>
          <a:xfrm>
            <a:off x="1394437" y="4766346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696A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6" name="contour_18744"/>
          <p:cNvSpPr/>
          <p:nvPr/>
        </p:nvSpPr>
        <p:spPr>
          <a:xfrm>
            <a:off x="4244698" y="47590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5C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7" name="contour_18745"/>
          <p:cNvSpPr/>
          <p:nvPr/>
        </p:nvSpPr>
        <p:spPr>
          <a:xfrm>
            <a:off x="4354018" y="4737194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1031"/>
                </a:lnTo>
                <a:lnTo>
                  <a:pt x="13981" y="1939"/>
                </a:lnTo>
                <a:lnTo>
                  <a:pt x="16819" y="3224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819" y="21600"/>
                </a:lnTo>
                <a:lnTo>
                  <a:pt x="12652" y="21600"/>
                </a:lnTo>
                <a:lnTo>
                  <a:pt x="8472" y="21600"/>
                </a:lnTo>
                <a:lnTo>
                  <a:pt x="4257" y="21600"/>
                </a:lnTo>
                <a:lnTo>
                  <a:pt x="0" y="21600"/>
                </a:lnTo>
                <a:lnTo>
                  <a:pt x="1153" y="18036"/>
                </a:lnTo>
                <a:lnTo>
                  <a:pt x="2307" y="14467"/>
                </a:lnTo>
                <a:lnTo>
                  <a:pt x="3467" y="10881"/>
                </a:lnTo>
                <a:lnTo>
                  <a:pt x="4635" y="7279"/>
                </a:lnTo>
                <a:lnTo>
                  <a:pt x="5809" y="3656"/>
                </a:lnTo>
                <a:lnTo>
                  <a:pt x="6990" y="0"/>
                </a:lnTo>
                <a:close/>
              </a:path>
            </a:pathLst>
          </a:custGeom>
          <a:solidFill>
            <a:srgbClr val="AE92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8" name="contour_18746"/>
          <p:cNvSpPr/>
          <p:nvPr/>
        </p:nvSpPr>
        <p:spPr>
          <a:xfrm>
            <a:off x="11241170" y="474448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FF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49" name="contour_18747"/>
          <p:cNvSpPr/>
          <p:nvPr/>
        </p:nvSpPr>
        <p:spPr>
          <a:xfrm>
            <a:off x="10548810" y="474448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35" y="20707"/>
                </a:lnTo>
                <a:lnTo>
                  <a:pt x="16049" y="19814"/>
                </a:lnTo>
                <a:lnTo>
                  <a:pt x="13228" y="18900"/>
                </a:lnTo>
                <a:lnTo>
                  <a:pt x="10895" y="18144"/>
                </a:lnTo>
                <a:lnTo>
                  <a:pt x="8523" y="17381"/>
                </a:lnTo>
                <a:lnTo>
                  <a:pt x="6052" y="15538"/>
                </a:lnTo>
                <a:lnTo>
                  <a:pt x="4506" y="13838"/>
                </a:lnTo>
                <a:lnTo>
                  <a:pt x="3240" y="11290"/>
                </a:lnTo>
                <a:lnTo>
                  <a:pt x="1603" y="6919"/>
                </a:lnTo>
                <a:lnTo>
                  <a:pt x="1205" y="5198"/>
                </a:lnTo>
                <a:lnTo>
                  <a:pt x="0" y="0"/>
                </a:lnTo>
                <a:close/>
              </a:path>
            </a:pathLst>
          </a:custGeom>
          <a:solidFill>
            <a:srgbClr val="B2B8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0" name="contour_18748"/>
          <p:cNvSpPr/>
          <p:nvPr/>
        </p:nvSpPr>
        <p:spPr>
          <a:xfrm>
            <a:off x="4295714" y="4723828"/>
            <a:ext cx="36440" cy="2794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1532"/>
                </a:moveTo>
                <a:lnTo>
                  <a:pt x="17621" y="2575"/>
                </a:lnTo>
                <a:lnTo>
                  <a:pt x="19600" y="3628"/>
                </a:lnTo>
                <a:lnTo>
                  <a:pt x="21600" y="4699"/>
                </a:lnTo>
                <a:lnTo>
                  <a:pt x="20745" y="8045"/>
                </a:lnTo>
                <a:lnTo>
                  <a:pt x="19885" y="11403"/>
                </a:lnTo>
                <a:lnTo>
                  <a:pt x="19025" y="14777"/>
                </a:lnTo>
                <a:lnTo>
                  <a:pt x="18157" y="18169"/>
                </a:lnTo>
                <a:lnTo>
                  <a:pt x="17280" y="21600"/>
                </a:lnTo>
                <a:lnTo>
                  <a:pt x="14835" y="19206"/>
                </a:lnTo>
                <a:lnTo>
                  <a:pt x="12390" y="16811"/>
                </a:lnTo>
                <a:lnTo>
                  <a:pt x="9936" y="14411"/>
                </a:lnTo>
                <a:lnTo>
                  <a:pt x="7474" y="12006"/>
                </a:lnTo>
                <a:lnTo>
                  <a:pt x="4998" y="9583"/>
                </a:lnTo>
                <a:lnTo>
                  <a:pt x="2510" y="7149"/>
                </a:lnTo>
                <a:lnTo>
                  <a:pt x="0" y="4699"/>
                </a:lnTo>
                <a:lnTo>
                  <a:pt x="3672" y="2332"/>
                </a:lnTo>
                <a:lnTo>
                  <a:pt x="6342" y="823"/>
                </a:lnTo>
                <a:lnTo>
                  <a:pt x="8437" y="73"/>
                </a:lnTo>
                <a:lnTo>
                  <a:pt x="10398" y="0"/>
                </a:lnTo>
                <a:lnTo>
                  <a:pt x="12662" y="518"/>
                </a:lnTo>
                <a:lnTo>
                  <a:pt x="15660" y="1532"/>
                </a:lnTo>
                <a:close/>
              </a:path>
            </a:pathLst>
          </a:custGeom>
          <a:solidFill>
            <a:srgbClr val="E7D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1" name="contour_18749"/>
          <p:cNvSpPr/>
          <p:nvPr/>
        </p:nvSpPr>
        <p:spPr>
          <a:xfrm>
            <a:off x="6839223" y="470804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965" y="6588"/>
                </a:lnTo>
                <a:lnTo>
                  <a:pt x="20330" y="7781"/>
                </a:lnTo>
                <a:lnTo>
                  <a:pt x="19453" y="9428"/>
                </a:lnTo>
                <a:lnTo>
                  <a:pt x="18088" y="11983"/>
                </a:lnTo>
                <a:lnTo>
                  <a:pt x="16006" y="15887"/>
                </a:lnTo>
                <a:lnTo>
                  <a:pt x="12960" y="21600"/>
                </a:lnTo>
                <a:lnTo>
                  <a:pt x="12424" y="19035"/>
                </a:lnTo>
                <a:lnTo>
                  <a:pt x="11889" y="16454"/>
                </a:lnTo>
                <a:lnTo>
                  <a:pt x="11340" y="13835"/>
                </a:lnTo>
                <a:lnTo>
                  <a:pt x="10161" y="10255"/>
                </a:lnTo>
                <a:lnTo>
                  <a:pt x="9120" y="7700"/>
                </a:lnTo>
                <a:lnTo>
                  <a:pt x="7897" y="5778"/>
                </a:lnTo>
                <a:lnTo>
                  <a:pt x="6182" y="4115"/>
                </a:lnTo>
                <a:lnTo>
                  <a:pt x="3650" y="2317"/>
                </a:lnTo>
                <a:lnTo>
                  <a:pt x="0" y="0"/>
                </a:lnTo>
                <a:close/>
              </a:path>
            </a:pathLst>
          </a:custGeom>
          <a:solidFill>
            <a:srgbClr val="DDE6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2" name="contour_18750"/>
          <p:cNvSpPr/>
          <p:nvPr/>
        </p:nvSpPr>
        <p:spPr>
          <a:xfrm>
            <a:off x="5148409" y="4693467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1631"/>
                </a:lnTo>
                <a:lnTo>
                  <a:pt x="14738" y="2923"/>
                </a:lnTo>
                <a:lnTo>
                  <a:pt x="17575" y="4558"/>
                </a:lnTo>
                <a:lnTo>
                  <a:pt x="21600" y="7200"/>
                </a:lnTo>
                <a:lnTo>
                  <a:pt x="20981" y="9724"/>
                </a:lnTo>
                <a:lnTo>
                  <a:pt x="20066" y="12132"/>
                </a:lnTo>
                <a:lnTo>
                  <a:pt x="18907" y="14472"/>
                </a:lnTo>
                <a:lnTo>
                  <a:pt x="17546" y="16794"/>
                </a:lnTo>
                <a:lnTo>
                  <a:pt x="16027" y="19156"/>
                </a:lnTo>
                <a:lnTo>
                  <a:pt x="14400" y="21600"/>
                </a:lnTo>
                <a:lnTo>
                  <a:pt x="9871" y="19969"/>
                </a:lnTo>
                <a:lnTo>
                  <a:pt x="6862" y="18677"/>
                </a:lnTo>
                <a:lnTo>
                  <a:pt x="4025" y="17042"/>
                </a:lnTo>
                <a:lnTo>
                  <a:pt x="0" y="14400"/>
                </a:lnTo>
                <a:lnTo>
                  <a:pt x="619" y="11876"/>
                </a:lnTo>
                <a:lnTo>
                  <a:pt x="1534" y="9468"/>
                </a:lnTo>
                <a:lnTo>
                  <a:pt x="2693" y="7128"/>
                </a:lnTo>
                <a:lnTo>
                  <a:pt x="4054" y="4806"/>
                </a:lnTo>
                <a:lnTo>
                  <a:pt x="5573" y="2444"/>
                </a:lnTo>
                <a:lnTo>
                  <a:pt x="7200" y="0"/>
                </a:lnTo>
                <a:close/>
              </a:path>
            </a:pathLst>
          </a:custGeom>
          <a:solidFill>
            <a:srgbClr val="E3D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3" name="contour_18751"/>
          <p:cNvSpPr/>
          <p:nvPr/>
        </p:nvSpPr>
        <p:spPr>
          <a:xfrm>
            <a:off x="2167620" y="4715330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BEC0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4" name="contour_18752"/>
          <p:cNvSpPr/>
          <p:nvPr/>
        </p:nvSpPr>
        <p:spPr>
          <a:xfrm>
            <a:off x="7903269" y="470075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76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A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5" name="contour_18753"/>
          <p:cNvSpPr/>
          <p:nvPr/>
        </p:nvSpPr>
        <p:spPr>
          <a:xfrm>
            <a:off x="2349820" y="469346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EFEE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6" name="contour_18754"/>
          <p:cNvSpPr/>
          <p:nvPr/>
        </p:nvSpPr>
        <p:spPr>
          <a:xfrm>
            <a:off x="1561405" y="468617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346" y="0"/>
                </a:lnTo>
                <a:lnTo>
                  <a:pt x="7782" y="0"/>
                </a:lnTo>
                <a:lnTo>
                  <a:pt x="11265" y="0"/>
                </a:lnTo>
                <a:lnTo>
                  <a:pt x="11053" y="2565"/>
                </a:lnTo>
                <a:lnTo>
                  <a:pt x="10836" y="5146"/>
                </a:lnTo>
                <a:lnTo>
                  <a:pt x="10619" y="7765"/>
                </a:lnTo>
                <a:lnTo>
                  <a:pt x="10717" y="9002"/>
                </a:lnTo>
                <a:lnTo>
                  <a:pt x="10883" y="11189"/>
                </a:lnTo>
                <a:lnTo>
                  <a:pt x="11265" y="16200"/>
                </a:lnTo>
                <a:lnTo>
                  <a:pt x="14335" y="18376"/>
                </a:lnTo>
                <a:lnTo>
                  <a:pt x="16433" y="19661"/>
                </a:lnTo>
                <a:lnTo>
                  <a:pt x="18531" y="20569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B3B1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7" name="contour_18755"/>
          <p:cNvSpPr/>
          <p:nvPr/>
        </p:nvSpPr>
        <p:spPr>
          <a:xfrm>
            <a:off x="673582" y="469346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1782"/>
                </a:lnTo>
                <a:lnTo>
                  <a:pt x="12921" y="3569"/>
                </a:lnTo>
                <a:lnTo>
                  <a:pt x="15072" y="5357"/>
                </a:lnTo>
                <a:lnTo>
                  <a:pt x="17232" y="7160"/>
                </a:lnTo>
                <a:lnTo>
                  <a:pt x="19405" y="8975"/>
                </a:lnTo>
                <a:lnTo>
                  <a:pt x="21600" y="10800"/>
                </a:lnTo>
                <a:lnTo>
                  <a:pt x="18926" y="12139"/>
                </a:lnTo>
                <a:lnTo>
                  <a:pt x="16252" y="13473"/>
                </a:lnTo>
                <a:lnTo>
                  <a:pt x="13569" y="14818"/>
                </a:lnTo>
                <a:lnTo>
                  <a:pt x="10882" y="16157"/>
                </a:lnTo>
                <a:lnTo>
                  <a:pt x="8182" y="17507"/>
                </a:lnTo>
                <a:lnTo>
                  <a:pt x="5469" y="18862"/>
                </a:lnTo>
                <a:lnTo>
                  <a:pt x="2743" y="20228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BFB1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8" name="contour_18756"/>
          <p:cNvSpPr/>
          <p:nvPr/>
        </p:nvSpPr>
        <p:spPr>
          <a:xfrm>
            <a:off x="8595629" y="469346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8101" y="6610"/>
                </a:lnTo>
                <a:lnTo>
                  <a:pt x="15621" y="11218"/>
                </a:lnTo>
                <a:lnTo>
                  <a:pt x="13794" y="14422"/>
                </a:lnTo>
                <a:lnTo>
                  <a:pt x="12260" y="16819"/>
                </a:lnTo>
                <a:lnTo>
                  <a:pt x="10662" y="19015"/>
                </a:lnTo>
                <a:lnTo>
                  <a:pt x="8640" y="21600"/>
                </a:lnTo>
                <a:lnTo>
                  <a:pt x="5620" y="20729"/>
                </a:lnTo>
                <a:lnTo>
                  <a:pt x="3711" y="19685"/>
                </a:lnTo>
                <a:lnTo>
                  <a:pt x="2108" y="177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D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59" name="contour_18757"/>
          <p:cNvSpPr/>
          <p:nvPr/>
        </p:nvSpPr>
        <p:spPr>
          <a:xfrm>
            <a:off x="7101590" y="467160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B3B5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0" name="contour_18758"/>
          <p:cNvSpPr/>
          <p:nvPr/>
        </p:nvSpPr>
        <p:spPr>
          <a:xfrm>
            <a:off x="8063605" y="468617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424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1" name="contour_18759"/>
          <p:cNvSpPr/>
          <p:nvPr/>
        </p:nvSpPr>
        <p:spPr>
          <a:xfrm>
            <a:off x="1759493" y="4678235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4545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2" name="contour_18760"/>
          <p:cNvSpPr/>
          <p:nvPr/>
        </p:nvSpPr>
        <p:spPr>
          <a:xfrm>
            <a:off x="833918" y="467889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695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41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3" name="contour_18761"/>
          <p:cNvSpPr/>
          <p:nvPr/>
        </p:nvSpPr>
        <p:spPr>
          <a:xfrm>
            <a:off x="10439491" y="4664315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257" y="0"/>
                </a:moveTo>
                <a:lnTo>
                  <a:pt x="11278" y="2520"/>
                </a:lnTo>
                <a:lnTo>
                  <a:pt x="13136" y="5234"/>
                </a:lnTo>
                <a:lnTo>
                  <a:pt x="14882" y="8143"/>
                </a:lnTo>
                <a:lnTo>
                  <a:pt x="16555" y="11232"/>
                </a:lnTo>
                <a:lnTo>
                  <a:pt x="18203" y="14508"/>
                </a:lnTo>
                <a:lnTo>
                  <a:pt x="19869" y="17964"/>
                </a:lnTo>
                <a:lnTo>
                  <a:pt x="21600" y="21600"/>
                </a:lnTo>
                <a:lnTo>
                  <a:pt x="19462" y="20887"/>
                </a:lnTo>
                <a:lnTo>
                  <a:pt x="17320" y="20174"/>
                </a:lnTo>
                <a:lnTo>
                  <a:pt x="15179" y="19462"/>
                </a:lnTo>
                <a:lnTo>
                  <a:pt x="13034" y="18742"/>
                </a:lnTo>
                <a:lnTo>
                  <a:pt x="10880" y="18029"/>
                </a:lnTo>
                <a:lnTo>
                  <a:pt x="8723" y="17309"/>
                </a:lnTo>
                <a:lnTo>
                  <a:pt x="6557" y="16589"/>
                </a:lnTo>
                <a:lnTo>
                  <a:pt x="4382" y="15862"/>
                </a:lnTo>
                <a:lnTo>
                  <a:pt x="2197" y="15134"/>
                </a:lnTo>
                <a:lnTo>
                  <a:pt x="0" y="14400"/>
                </a:lnTo>
                <a:lnTo>
                  <a:pt x="1651" y="10771"/>
                </a:lnTo>
                <a:lnTo>
                  <a:pt x="2913" y="8165"/>
                </a:lnTo>
                <a:lnTo>
                  <a:pt x="4048" y="6185"/>
                </a:lnTo>
                <a:lnTo>
                  <a:pt x="5314" y="4428"/>
                </a:lnTo>
                <a:lnTo>
                  <a:pt x="6964" y="2506"/>
                </a:lnTo>
                <a:lnTo>
                  <a:pt x="9257" y="0"/>
                </a:lnTo>
                <a:close/>
              </a:path>
            </a:pathLst>
          </a:custGeom>
          <a:solidFill>
            <a:srgbClr val="CDD2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4" name="contour_18762"/>
          <p:cNvSpPr/>
          <p:nvPr/>
        </p:nvSpPr>
        <p:spPr>
          <a:xfrm>
            <a:off x="10242715" y="464973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610" y="3499"/>
                </a:lnTo>
                <a:lnTo>
                  <a:pt x="11218" y="5979"/>
                </a:lnTo>
                <a:lnTo>
                  <a:pt x="14422" y="7811"/>
                </a:lnTo>
                <a:lnTo>
                  <a:pt x="16819" y="9340"/>
                </a:lnTo>
                <a:lnTo>
                  <a:pt x="19015" y="10938"/>
                </a:lnTo>
                <a:lnTo>
                  <a:pt x="21600" y="12960"/>
                </a:lnTo>
                <a:lnTo>
                  <a:pt x="20729" y="15980"/>
                </a:lnTo>
                <a:lnTo>
                  <a:pt x="19685" y="17889"/>
                </a:lnTo>
                <a:lnTo>
                  <a:pt x="17798" y="1949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AE2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5" name="contour_18763"/>
          <p:cNvSpPr/>
          <p:nvPr/>
        </p:nvSpPr>
        <p:spPr>
          <a:xfrm>
            <a:off x="10126107" y="467160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855"/>
                </a:lnTo>
                <a:lnTo>
                  <a:pt x="11826" y="1715"/>
                </a:lnTo>
                <a:lnTo>
                  <a:pt x="15055" y="2575"/>
                </a:lnTo>
                <a:lnTo>
                  <a:pt x="18311" y="3443"/>
                </a:lnTo>
                <a:lnTo>
                  <a:pt x="21600" y="4320"/>
                </a:lnTo>
                <a:lnTo>
                  <a:pt x="18927" y="6458"/>
                </a:lnTo>
                <a:lnTo>
                  <a:pt x="16249" y="8601"/>
                </a:lnTo>
                <a:lnTo>
                  <a:pt x="13570" y="10744"/>
                </a:lnTo>
                <a:lnTo>
                  <a:pt x="10881" y="12895"/>
                </a:lnTo>
                <a:lnTo>
                  <a:pt x="8181" y="15055"/>
                </a:lnTo>
                <a:lnTo>
                  <a:pt x="5470" y="17224"/>
                </a:lnTo>
                <a:lnTo>
                  <a:pt x="2743" y="19405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5351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6" name="contour_18764"/>
          <p:cNvSpPr/>
          <p:nvPr/>
        </p:nvSpPr>
        <p:spPr>
          <a:xfrm>
            <a:off x="10366611" y="466431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647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7" name="contour_18765"/>
          <p:cNvSpPr/>
          <p:nvPr/>
        </p:nvSpPr>
        <p:spPr>
          <a:xfrm>
            <a:off x="8245805" y="4642451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241" y="2020"/>
                </a:lnTo>
                <a:lnTo>
                  <a:pt x="15023" y="3550"/>
                </a:lnTo>
                <a:lnTo>
                  <a:pt x="16448" y="4892"/>
                </a:lnTo>
                <a:lnTo>
                  <a:pt x="17825" y="6350"/>
                </a:lnTo>
                <a:lnTo>
                  <a:pt x="19440" y="8219"/>
                </a:lnTo>
                <a:lnTo>
                  <a:pt x="21600" y="10800"/>
                </a:lnTo>
                <a:lnTo>
                  <a:pt x="20585" y="13802"/>
                </a:lnTo>
                <a:lnTo>
                  <a:pt x="19796" y="15865"/>
                </a:lnTo>
                <a:lnTo>
                  <a:pt x="18976" y="17507"/>
                </a:lnTo>
                <a:lnTo>
                  <a:pt x="17863" y="19246"/>
                </a:lnTo>
                <a:lnTo>
                  <a:pt x="16200" y="21600"/>
                </a:lnTo>
                <a:lnTo>
                  <a:pt x="15196" y="19926"/>
                </a:lnTo>
                <a:lnTo>
                  <a:pt x="14175" y="18223"/>
                </a:lnTo>
                <a:lnTo>
                  <a:pt x="11869" y="15923"/>
                </a:lnTo>
                <a:lnTo>
                  <a:pt x="9526" y="14231"/>
                </a:lnTo>
                <a:lnTo>
                  <a:pt x="6917" y="12946"/>
                </a:lnTo>
                <a:lnTo>
                  <a:pt x="3818" y="11869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8662"/>
                </a:lnTo>
                <a:lnTo>
                  <a:pt x="10800" y="6516"/>
                </a:lnTo>
                <a:lnTo>
                  <a:pt x="10800" y="4363"/>
                </a:lnTo>
                <a:lnTo>
                  <a:pt x="10800" y="2192"/>
                </a:lnTo>
                <a:lnTo>
                  <a:pt x="10800" y="0"/>
                </a:lnTo>
                <a:close/>
              </a:path>
            </a:pathLst>
          </a:custGeom>
          <a:solidFill>
            <a:srgbClr val="6667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8" name="contour_18766"/>
          <p:cNvSpPr/>
          <p:nvPr/>
        </p:nvSpPr>
        <p:spPr>
          <a:xfrm>
            <a:off x="2072876" y="464973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4D5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69" name="contour_18767"/>
          <p:cNvSpPr/>
          <p:nvPr/>
        </p:nvSpPr>
        <p:spPr>
          <a:xfrm>
            <a:off x="556974" y="4649739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06" y="2376"/>
                </a:lnTo>
                <a:lnTo>
                  <a:pt x="20412" y="4756"/>
                </a:lnTo>
                <a:lnTo>
                  <a:pt x="19818" y="7135"/>
                </a:lnTo>
                <a:lnTo>
                  <a:pt x="19219" y="9522"/>
                </a:lnTo>
                <a:lnTo>
                  <a:pt x="18619" y="11916"/>
                </a:lnTo>
                <a:lnTo>
                  <a:pt x="18020" y="14321"/>
                </a:lnTo>
                <a:lnTo>
                  <a:pt x="17415" y="16733"/>
                </a:lnTo>
                <a:lnTo>
                  <a:pt x="16810" y="19159"/>
                </a:lnTo>
                <a:lnTo>
                  <a:pt x="16200" y="21600"/>
                </a:lnTo>
                <a:lnTo>
                  <a:pt x="15530" y="19296"/>
                </a:lnTo>
                <a:lnTo>
                  <a:pt x="14855" y="16974"/>
                </a:lnTo>
                <a:lnTo>
                  <a:pt x="14175" y="14623"/>
                </a:lnTo>
                <a:lnTo>
                  <a:pt x="12868" y="11160"/>
                </a:lnTo>
                <a:lnTo>
                  <a:pt x="11740" y="8899"/>
                </a:lnTo>
                <a:lnTo>
                  <a:pt x="10352" y="7362"/>
                </a:lnTo>
                <a:lnTo>
                  <a:pt x="8273" y="6055"/>
                </a:lnTo>
                <a:lnTo>
                  <a:pt x="5065" y="4500"/>
                </a:lnTo>
                <a:lnTo>
                  <a:pt x="2549" y="4054"/>
                </a:lnTo>
                <a:lnTo>
                  <a:pt x="0" y="3600"/>
                </a:lnTo>
                <a:lnTo>
                  <a:pt x="3791" y="2232"/>
                </a:lnTo>
                <a:lnTo>
                  <a:pt x="7047" y="1256"/>
                </a:lnTo>
                <a:lnTo>
                  <a:pt x="10114" y="608"/>
                </a:lnTo>
                <a:lnTo>
                  <a:pt x="13333" y="227"/>
                </a:lnTo>
                <a:lnTo>
                  <a:pt x="17048" y="47"/>
                </a:lnTo>
                <a:lnTo>
                  <a:pt x="21600" y="0"/>
                </a:lnTo>
                <a:close/>
              </a:path>
            </a:pathLst>
          </a:custGeom>
          <a:solidFill>
            <a:srgbClr val="6F6F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0" name="contour_18768"/>
          <p:cNvSpPr/>
          <p:nvPr/>
        </p:nvSpPr>
        <p:spPr>
          <a:xfrm>
            <a:off x="1081709" y="464973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1F1F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1" name="contour_18769"/>
          <p:cNvSpPr/>
          <p:nvPr/>
        </p:nvSpPr>
        <p:spPr>
          <a:xfrm>
            <a:off x="10556098" y="464245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394" y="20750"/>
                </a:lnTo>
                <a:lnTo>
                  <a:pt x="11513" y="19850"/>
                </a:lnTo>
                <a:lnTo>
                  <a:pt x="8640" y="18900"/>
                </a:lnTo>
                <a:lnTo>
                  <a:pt x="6229" y="18144"/>
                </a:lnTo>
                <a:lnTo>
                  <a:pt x="3780" y="17381"/>
                </a:lnTo>
                <a:lnTo>
                  <a:pt x="190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C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2" name="contour_18770"/>
          <p:cNvSpPr/>
          <p:nvPr/>
        </p:nvSpPr>
        <p:spPr>
          <a:xfrm>
            <a:off x="2269652" y="462058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3451" y="8219"/>
                </a:lnTo>
                <a:lnTo>
                  <a:pt x="5999" y="6350"/>
                </a:lnTo>
                <a:lnTo>
                  <a:pt x="8100" y="4892"/>
                </a:lnTo>
                <a:lnTo>
                  <a:pt x="10201" y="3548"/>
                </a:lnTo>
                <a:lnTo>
                  <a:pt x="12749" y="2020"/>
                </a:lnTo>
                <a:lnTo>
                  <a:pt x="16200" y="0"/>
                </a:lnTo>
                <a:close/>
              </a:path>
            </a:pathLst>
          </a:custGeom>
          <a:solidFill>
            <a:srgbClr val="6856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3" name="contour_18771"/>
          <p:cNvSpPr/>
          <p:nvPr/>
        </p:nvSpPr>
        <p:spPr>
          <a:xfrm>
            <a:off x="10147971" y="462787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713"/>
                </a:lnTo>
                <a:lnTo>
                  <a:pt x="7133" y="1426"/>
                </a:lnTo>
                <a:lnTo>
                  <a:pt x="10719" y="2143"/>
                </a:lnTo>
                <a:lnTo>
                  <a:pt x="14321" y="2864"/>
                </a:lnTo>
                <a:lnTo>
                  <a:pt x="17944" y="3590"/>
                </a:lnTo>
                <a:lnTo>
                  <a:pt x="21600" y="4320"/>
                </a:lnTo>
                <a:lnTo>
                  <a:pt x="20709" y="7171"/>
                </a:lnTo>
                <a:lnTo>
                  <a:pt x="19818" y="10027"/>
                </a:lnTo>
                <a:lnTo>
                  <a:pt x="18922" y="12895"/>
                </a:lnTo>
                <a:lnTo>
                  <a:pt x="18020" y="15777"/>
                </a:lnTo>
                <a:lnTo>
                  <a:pt x="17113" y="18675"/>
                </a:lnTo>
                <a:lnTo>
                  <a:pt x="16200" y="21600"/>
                </a:lnTo>
                <a:lnTo>
                  <a:pt x="14418" y="19224"/>
                </a:lnTo>
                <a:lnTo>
                  <a:pt x="12636" y="16844"/>
                </a:lnTo>
                <a:lnTo>
                  <a:pt x="10849" y="14463"/>
                </a:lnTo>
                <a:lnTo>
                  <a:pt x="9056" y="12079"/>
                </a:lnTo>
                <a:lnTo>
                  <a:pt x="7263" y="9681"/>
                </a:lnTo>
                <a:lnTo>
                  <a:pt x="5459" y="7279"/>
                </a:lnTo>
                <a:lnTo>
                  <a:pt x="3650" y="4864"/>
                </a:lnTo>
                <a:lnTo>
                  <a:pt x="1831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4948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4" name="contour_18772"/>
          <p:cNvSpPr/>
          <p:nvPr/>
        </p:nvSpPr>
        <p:spPr>
          <a:xfrm>
            <a:off x="8304109" y="462058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657" y="1264"/>
                </a:lnTo>
                <a:lnTo>
                  <a:pt x="5668" y="5065"/>
                </a:lnTo>
                <a:lnTo>
                  <a:pt x="7789" y="8510"/>
                </a:lnTo>
                <a:lnTo>
                  <a:pt x="10044" y="10994"/>
                </a:lnTo>
                <a:lnTo>
                  <a:pt x="12493" y="12760"/>
                </a:lnTo>
                <a:lnTo>
                  <a:pt x="15193" y="14051"/>
                </a:lnTo>
                <a:lnTo>
                  <a:pt x="18209" y="15115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9799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5" name="contour_18773"/>
          <p:cNvSpPr/>
          <p:nvPr/>
        </p:nvSpPr>
        <p:spPr>
          <a:xfrm>
            <a:off x="1766781" y="462787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2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6" name="contour_18774"/>
          <p:cNvSpPr/>
          <p:nvPr/>
        </p:nvSpPr>
        <p:spPr>
          <a:xfrm>
            <a:off x="1613733" y="4598723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2108"/>
                </a:lnTo>
                <a:lnTo>
                  <a:pt x="13981" y="3711"/>
                </a:lnTo>
                <a:lnTo>
                  <a:pt x="16819" y="5620"/>
                </a:lnTo>
                <a:lnTo>
                  <a:pt x="20971" y="8640"/>
                </a:lnTo>
                <a:lnTo>
                  <a:pt x="213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90" y="18645"/>
                </a:lnTo>
                <a:lnTo>
                  <a:pt x="20971" y="21600"/>
                </a:lnTo>
                <a:lnTo>
                  <a:pt x="16819" y="21600"/>
                </a:lnTo>
                <a:lnTo>
                  <a:pt x="12652" y="21600"/>
                </a:lnTo>
                <a:lnTo>
                  <a:pt x="8472" y="21600"/>
                </a:lnTo>
                <a:lnTo>
                  <a:pt x="4257" y="21600"/>
                </a:lnTo>
                <a:lnTo>
                  <a:pt x="0" y="21600"/>
                </a:lnTo>
                <a:lnTo>
                  <a:pt x="867" y="18926"/>
                </a:lnTo>
                <a:lnTo>
                  <a:pt x="1734" y="16252"/>
                </a:lnTo>
                <a:lnTo>
                  <a:pt x="2600" y="13569"/>
                </a:lnTo>
                <a:lnTo>
                  <a:pt x="3467" y="10882"/>
                </a:lnTo>
                <a:lnTo>
                  <a:pt x="4341" y="8182"/>
                </a:lnTo>
                <a:lnTo>
                  <a:pt x="5222" y="5469"/>
                </a:lnTo>
                <a:lnTo>
                  <a:pt x="6103" y="2743"/>
                </a:lnTo>
                <a:lnTo>
                  <a:pt x="6990" y="0"/>
                </a:lnTo>
                <a:close/>
              </a:path>
            </a:pathLst>
          </a:custGeom>
          <a:solidFill>
            <a:srgbClr val="7C7F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7" name="contour_18775"/>
          <p:cNvSpPr/>
          <p:nvPr/>
        </p:nvSpPr>
        <p:spPr>
          <a:xfrm>
            <a:off x="2553884" y="460601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2" y="3940"/>
                </a:lnTo>
                <a:lnTo>
                  <a:pt x="15523" y="7020"/>
                </a:lnTo>
                <a:lnTo>
                  <a:pt x="18086" y="9491"/>
                </a:lnTo>
                <a:lnTo>
                  <a:pt x="19800" y="11612"/>
                </a:lnTo>
                <a:lnTo>
                  <a:pt x="20844" y="13625"/>
                </a:lnTo>
                <a:lnTo>
                  <a:pt x="21377" y="15794"/>
                </a:lnTo>
                <a:lnTo>
                  <a:pt x="21571" y="1836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F4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8" name="contour_18776"/>
          <p:cNvSpPr/>
          <p:nvPr/>
        </p:nvSpPr>
        <p:spPr>
          <a:xfrm>
            <a:off x="5781480" y="4606011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BBD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79" name="contour_18777"/>
          <p:cNvSpPr/>
          <p:nvPr/>
        </p:nvSpPr>
        <p:spPr>
          <a:xfrm>
            <a:off x="5308745" y="459143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047" y="18052"/>
                </a:lnTo>
                <a:lnTo>
                  <a:pt x="3881" y="15250"/>
                </a:lnTo>
                <a:lnTo>
                  <a:pt x="2700" y="10800"/>
                </a:lnTo>
                <a:lnTo>
                  <a:pt x="1886" y="7787"/>
                </a:lnTo>
                <a:lnTo>
                  <a:pt x="1066" y="4725"/>
                </a:lnTo>
                <a:lnTo>
                  <a:pt x="533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645F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0" name="contour_18778"/>
          <p:cNvSpPr/>
          <p:nvPr/>
        </p:nvSpPr>
        <p:spPr>
          <a:xfrm>
            <a:off x="4426898" y="4590254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07"/>
                </a:moveTo>
                <a:lnTo>
                  <a:pt x="6156" y="342"/>
                </a:lnTo>
                <a:lnTo>
                  <a:pt x="7967" y="0"/>
                </a:lnTo>
                <a:lnTo>
                  <a:pt x="9904" y="0"/>
                </a:lnTo>
                <a:lnTo>
                  <a:pt x="12823" y="253"/>
                </a:lnTo>
                <a:lnTo>
                  <a:pt x="14058" y="348"/>
                </a:lnTo>
                <a:lnTo>
                  <a:pt x="17788" y="628"/>
                </a:lnTo>
                <a:lnTo>
                  <a:pt x="19681" y="868"/>
                </a:lnTo>
                <a:lnTo>
                  <a:pt x="21600" y="1107"/>
                </a:lnTo>
                <a:lnTo>
                  <a:pt x="19814" y="1954"/>
                </a:lnTo>
                <a:lnTo>
                  <a:pt x="18022" y="2801"/>
                </a:lnTo>
                <a:lnTo>
                  <a:pt x="16200" y="3668"/>
                </a:lnTo>
                <a:lnTo>
                  <a:pt x="14414" y="5076"/>
                </a:lnTo>
                <a:lnTo>
                  <a:pt x="12622" y="6503"/>
                </a:lnTo>
                <a:lnTo>
                  <a:pt x="10800" y="7938"/>
                </a:lnTo>
                <a:lnTo>
                  <a:pt x="10800" y="12453"/>
                </a:lnTo>
                <a:lnTo>
                  <a:pt x="10800" y="16996"/>
                </a:lnTo>
                <a:lnTo>
                  <a:pt x="10800" y="21600"/>
                </a:lnTo>
                <a:lnTo>
                  <a:pt x="8662" y="20247"/>
                </a:lnTo>
                <a:lnTo>
                  <a:pt x="6516" y="18888"/>
                </a:lnTo>
                <a:lnTo>
                  <a:pt x="4363" y="17529"/>
                </a:lnTo>
                <a:lnTo>
                  <a:pt x="2192" y="16156"/>
                </a:lnTo>
                <a:lnTo>
                  <a:pt x="0" y="14769"/>
                </a:lnTo>
                <a:lnTo>
                  <a:pt x="745" y="10745"/>
                </a:lnTo>
                <a:lnTo>
                  <a:pt x="1368" y="7979"/>
                </a:lnTo>
                <a:lnTo>
                  <a:pt x="2207" y="5192"/>
                </a:lnTo>
                <a:lnTo>
                  <a:pt x="3600" y="1107"/>
                </a:lnTo>
                <a:close/>
              </a:path>
            </a:pathLst>
          </a:custGeom>
          <a:solidFill>
            <a:srgbClr val="EBEE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1" name="contour_18779"/>
          <p:cNvSpPr/>
          <p:nvPr/>
        </p:nvSpPr>
        <p:spPr>
          <a:xfrm>
            <a:off x="1970844" y="458414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4E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2" name="contour_18780"/>
          <p:cNvSpPr/>
          <p:nvPr/>
        </p:nvSpPr>
        <p:spPr>
          <a:xfrm>
            <a:off x="1934404" y="459143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DDDF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3" name="contour_18781"/>
          <p:cNvSpPr/>
          <p:nvPr/>
        </p:nvSpPr>
        <p:spPr>
          <a:xfrm>
            <a:off x="1409509" y="4584147"/>
            <a:ext cx="2202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5" y="0"/>
                </a:moveTo>
                <a:lnTo>
                  <a:pt x="12029" y="0"/>
                </a:lnTo>
                <a:lnTo>
                  <a:pt x="16783" y="0"/>
                </a:lnTo>
                <a:lnTo>
                  <a:pt x="21600" y="0"/>
                </a:lnTo>
                <a:lnTo>
                  <a:pt x="20714" y="2674"/>
                </a:lnTo>
                <a:lnTo>
                  <a:pt x="19827" y="5348"/>
                </a:lnTo>
                <a:lnTo>
                  <a:pt x="18941" y="8031"/>
                </a:lnTo>
                <a:lnTo>
                  <a:pt x="18055" y="10718"/>
                </a:lnTo>
                <a:lnTo>
                  <a:pt x="17161" y="13418"/>
                </a:lnTo>
                <a:lnTo>
                  <a:pt x="16261" y="16131"/>
                </a:lnTo>
                <a:lnTo>
                  <a:pt x="15360" y="18857"/>
                </a:lnTo>
                <a:lnTo>
                  <a:pt x="14452" y="21600"/>
                </a:lnTo>
                <a:lnTo>
                  <a:pt x="10914" y="20529"/>
                </a:lnTo>
                <a:lnTo>
                  <a:pt x="7355" y="19457"/>
                </a:lnTo>
                <a:lnTo>
                  <a:pt x="3781" y="18373"/>
                </a:lnTo>
                <a:lnTo>
                  <a:pt x="157" y="17280"/>
                </a:lnTo>
                <a:lnTo>
                  <a:pt x="0" y="14148"/>
                </a:lnTo>
                <a:lnTo>
                  <a:pt x="465" y="11837"/>
                </a:lnTo>
                <a:lnTo>
                  <a:pt x="1944" y="8372"/>
                </a:lnTo>
                <a:lnTo>
                  <a:pt x="2888" y="6018"/>
                </a:lnTo>
                <a:lnTo>
                  <a:pt x="3845" y="3629"/>
                </a:lnTo>
                <a:lnTo>
                  <a:pt x="4710" y="2726"/>
                </a:lnTo>
                <a:lnTo>
                  <a:pt x="7305" y="0"/>
                </a:lnTo>
                <a:close/>
              </a:path>
            </a:pathLst>
          </a:custGeom>
          <a:solidFill>
            <a:srgbClr val="9FA2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4" name="contour_18782"/>
          <p:cNvSpPr/>
          <p:nvPr/>
        </p:nvSpPr>
        <p:spPr>
          <a:xfrm>
            <a:off x="10679338" y="4584147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2324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5" name="contour_18783"/>
          <p:cNvSpPr/>
          <p:nvPr/>
        </p:nvSpPr>
        <p:spPr>
          <a:xfrm>
            <a:off x="7954285" y="459143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D3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6" name="contour_18784"/>
          <p:cNvSpPr/>
          <p:nvPr/>
        </p:nvSpPr>
        <p:spPr>
          <a:xfrm>
            <a:off x="1373229" y="459143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C5C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7" name="contour_18785"/>
          <p:cNvSpPr/>
          <p:nvPr/>
        </p:nvSpPr>
        <p:spPr>
          <a:xfrm>
            <a:off x="832497" y="4584147"/>
            <a:ext cx="30573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302" y="0"/>
                </a:moveTo>
                <a:lnTo>
                  <a:pt x="14721" y="2012"/>
                </a:lnTo>
                <a:lnTo>
                  <a:pt x="16935" y="3431"/>
                </a:lnTo>
                <a:lnTo>
                  <a:pt x="18907" y="4936"/>
                </a:lnTo>
                <a:lnTo>
                  <a:pt x="21600" y="7200"/>
                </a:lnTo>
                <a:lnTo>
                  <a:pt x="20483" y="7481"/>
                </a:lnTo>
                <a:lnTo>
                  <a:pt x="17095" y="8323"/>
                </a:lnTo>
                <a:lnTo>
                  <a:pt x="13969" y="9835"/>
                </a:lnTo>
                <a:lnTo>
                  <a:pt x="11287" y="11477"/>
                </a:lnTo>
                <a:lnTo>
                  <a:pt x="8944" y="13248"/>
                </a:lnTo>
                <a:lnTo>
                  <a:pt x="6848" y="15145"/>
                </a:lnTo>
                <a:lnTo>
                  <a:pt x="4892" y="17172"/>
                </a:lnTo>
                <a:lnTo>
                  <a:pt x="2976" y="19325"/>
                </a:lnTo>
                <a:lnTo>
                  <a:pt x="1004" y="21600"/>
                </a:lnTo>
                <a:lnTo>
                  <a:pt x="808" y="19408"/>
                </a:lnTo>
                <a:lnTo>
                  <a:pt x="638" y="17212"/>
                </a:lnTo>
                <a:lnTo>
                  <a:pt x="489" y="15019"/>
                </a:lnTo>
                <a:lnTo>
                  <a:pt x="360" y="12823"/>
                </a:lnTo>
                <a:lnTo>
                  <a:pt x="180" y="10375"/>
                </a:lnTo>
                <a:lnTo>
                  <a:pt x="0" y="7888"/>
                </a:lnTo>
                <a:lnTo>
                  <a:pt x="654" y="5368"/>
                </a:lnTo>
                <a:lnTo>
                  <a:pt x="1483" y="3812"/>
                </a:lnTo>
                <a:lnTo>
                  <a:pt x="3028" y="2574"/>
                </a:lnTo>
                <a:lnTo>
                  <a:pt x="5834" y="1012"/>
                </a:lnTo>
                <a:lnTo>
                  <a:pt x="8547" y="511"/>
                </a:lnTo>
                <a:lnTo>
                  <a:pt x="11302" y="0"/>
                </a:lnTo>
                <a:close/>
              </a:path>
            </a:pathLst>
          </a:custGeom>
          <a:solidFill>
            <a:srgbClr val="40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8" name="contour_18786"/>
          <p:cNvSpPr/>
          <p:nvPr/>
        </p:nvSpPr>
        <p:spPr>
          <a:xfrm>
            <a:off x="8274957" y="4577901"/>
            <a:ext cx="43728" cy="208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79"/>
                </a:moveTo>
                <a:lnTo>
                  <a:pt x="19372" y="8354"/>
                </a:lnTo>
                <a:lnTo>
                  <a:pt x="17143" y="10222"/>
                </a:lnTo>
                <a:lnTo>
                  <a:pt x="14908" y="12104"/>
                </a:lnTo>
                <a:lnTo>
                  <a:pt x="12668" y="13979"/>
                </a:lnTo>
                <a:lnTo>
                  <a:pt x="10418" y="15869"/>
                </a:lnTo>
                <a:lnTo>
                  <a:pt x="8158" y="17767"/>
                </a:lnTo>
                <a:lnTo>
                  <a:pt x="5886" y="19680"/>
                </a:lnTo>
                <a:lnTo>
                  <a:pt x="3600" y="21600"/>
                </a:lnTo>
                <a:lnTo>
                  <a:pt x="2707" y="17858"/>
                </a:lnTo>
                <a:lnTo>
                  <a:pt x="1814" y="14100"/>
                </a:lnTo>
                <a:lnTo>
                  <a:pt x="911" y="10312"/>
                </a:lnTo>
                <a:lnTo>
                  <a:pt x="0" y="6479"/>
                </a:lnTo>
                <a:lnTo>
                  <a:pt x="2416" y="3251"/>
                </a:lnTo>
                <a:lnTo>
                  <a:pt x="4763" y="1195"/>
                </a:lnTo>
                <a:lnTo>
                  <a:pt x="7067" y="166"/>
                </a:lnTo>
                <a:lnTo>
                  <a:pt x="9360" y="0"/>
                </a:lnTo>
                <a:lnTo>
                  <a:pt x="11664" y="537"/>
                </a:lnTo>
                <a:lnTo>
                  <a:pt x="14015" y="1610"/>
                </a:lnTo>
                <a:lnTo>
                  <a:pt x="16434" y="3070"/>
                </a:lnTo>
                <a:lnTo>
                  <a:pt x="18954" y="4740"/>
                </a:lnTo>
                <a:lnTo>
                  <a:pt x="21600" y="6479"/>
                </a:lnTo>
                <a:close/>
              </a:path>
            </a:pathLst>
          </a:custGeom>
          <a:solidFill>
            <a:srgbClr val="1413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89" name="contour_18787"/>
          <p:cNvSpPr/>
          <p:nvPr/>
        </p:nvSpPr>
        <p:spPr>
          <a:xfrm>
            <a:off x="5133833" y="4585109"/>
            <a:ext cx="36440" cy="2155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338"/>
                </a:moveTo>
                <a:lnTo>
                  <a:pt x="19492" y="10676"/>
                </a:lnTo>
                <a:lnTo>
                  <a:pt x="17889" y="13641"/>
                </a:lnTo>
                <a:lnTo>
                  <a:pt x="15980" y="16605"/>
                </a:lnTo>
                <a:lnTo>
                  <a:pt x="12960" y="20943"/>
                </a:lnTo>
                <a:lnTo>
                  <a:pt x="9487" y="21381"/>
                </a:lnTo>
                <a:lnTo>
                  <a:pt x="7076" y="21600"/>
                </a:lnTo>
                <a:lnTo>
                  <a:pt x="5106" y="21600"/>
                </a:lnTo>
                <a:lnTo>
                  <a:pt x="2955" y="21381"/>
                </a:lnTo>
                <a:lnTo>
                  <a:pt x="0" y="20943"/>
                </a:lnTo>
                <a:lnTo>
                  <a:pt x="0" y="16116"/>
                </a:lnTo>
                <a:lnTo>
                  <a:pt x="0" y="11260"/>
                </a:lnTo>
                <a:lnTo>
                  <a:pt x="0" y="6338"/>
                </a:lnTo>
                <a:lnTo>
                  <a:pt x="3115" y="2658"/>
                </a:lnTo>
                <a:lnTo>
                  <a:pt x="6087" y="628"/>
                </a:lnTo>
                <a:lnTo>
                  <a:pt x="8994" y="0"/>
                </a:lnTo>
                <a:lnTo>
                  <a:pt x="11919" y="511"/>
                </a:lnTo>
                <a:lnTo>
                  <a:pt x="14943" y="1913"/>
                </a:lnTo>
                <a:lnTo>
                  <a:pt x="18140" y="3936"/>
                </a:lnTo>
                <a:lnTo>
                  <a:pt x="21600" y="6338"/>
                </a:lnTo>
                <a:close/>
              </a:path>
            </a:pathLst>
          </a:custGeom>
          <a:solidFill>
            <a:srgbClr val="3837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0" name="contour_18788"/>
          <p:cNvSpPr/>
          <p:nvPr/>
        </p:nvSpPr>
        <p:spPr>
          <a:xfrm>
            <a:off x="535110" y="456957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8544" y="10472"/>
                </a:lnTo>
                <a:lnTo>
                  <a:pt x="15487" y="12308"/>
                </a:lnTo>
                <a:lnTo>
                  <a:pt x="12420" y="14148"/>
                </a:lnTo>
                <a:lnTo>
                  <a:pt x="9342" y="15997"/>
                </a:lnTo>
                <a:lnTo>
                  <a:pt x="6248" y="17850"/>
                </a:lnTo>
                <a:lnTo>
                  <a:pt x="3137" y="1972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9FA0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1" name="contour_18789"/>
          <p:cNvSpPr/>
          <p:nvPr/>
        </p:nvSpPr>
        <p:spPr>
          <a:xfrm>
            <a:off x="9798147" y="4562902"/>
            <a:ext cx="36440" cy="358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8416"/>
                </a:moveTo>
                <a:lnTo>
                  <a:pt x="19155" y="10279"/>
                </a:lnTo>
                <a:lnTo>
                  <a:pt x="16710" y="12147"/>
                </a:lnTo>
                <a:lnTo>
                  <a:pt x="14256" y="14019"/>
                </a:lnTo>
                <a:lnTo>
                  <a:pt x="11794" y="15900"/>
                </a:lnTo>
                <a:lnTo>
                  <a:pt x="9318" y="17785"/>
                </a:lnTo>
                <a:lnTo>
                  <a:pt x="6830" y="19688"/>
                </a:lnTo>
                <a:lnTo>
                  <a:pt x="4320" y="21600"/>
                </a:lnTo>
                <a:lnTo>
                  <a:pt x="2752" y="16638"/>
                </a:lnTo>
                <a:lnTo>
                  <a:pt x="1685" y="13145"/>
                </a:lnTo>
                <a:lnTo>
                  <a:pt x="998" y="10622"/>
                </a:lnTo>
                <a:lnTo>
                  <a:pt x="566" y="8587"/>
                </a:lnTo>
                <a:lnTo>
                  <a:pt x="272" y="6548"/>
                </a:lnTo>
                <a:lnTo>
                  <a:pt x="0" y="4021"/>
                </a:lnTo>
                <a:lnTo>
                  <a:pt x="2769" y="1433"/>
                </a:lnTo>
                <a:lnTo>
                  <a:pt x="5491" y="163"/>
                </a:lnTo>
                <a:lnTo>
                  <a:pt x="8182" y="0"/>
                </a:lnTo>
                <a:lnTo>
                  <a:pt x="10848" y="738"/>
                </a:lnTo>
                <a:lnTo>
                  <a:pt x="13513" y="2158"/>
                </a:lnTo>
                <a:lnTo>
                  <a:pt x="16183" y="4052"/>
                </a:lnTo>
                <a:lnTo>
                  <a:pt x="18874" y="6210"/>
                </a:lnTo>
                <a:lnTo>
                  <a:pt x="21600" y="8416"/>
                </a:lnTo>
                <a:close/>
              </a:path>
            </a:pathLst>
          </a:custGeom>
          <a:solidFill>
            <a:srgbClr val="7779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2" name="contour_18790"/>
          <p:cNvSpPr/>
          <p:nvPr/>
        </p:nvSpPr>
        <p:spPr>
          <a:xfrm>
            <a:off x="10978802" y="455499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927" y="19462"/>
                </a:lnTo>
                <a:lnTo>
                  <a:pt x="16249" y="17319"/>
                </a:lnTo>
                <a:lnTo>
                  <a:pt x="13570" y="15176"/>
                </a:lnTo>
                <a:lnTo>
                  <a:pt x="10881" y="13025"/>
                </a:lnTo>
                <a:lnTo>
                  <a:pt x="8181" y="10865"/>
                </a:lnTo>
                <a:lnTo>
                  <a:pt x="5470" y="8696"/>
                </a:lnTo>
                <a:lnTo>
                  <a:pt x="2743" y="6515"/>
                </a:lnTo>
                <a:lnTo>
                  <a:pt x="0" y="4320"/>
                </a:lnTo>
                <a:lnTo>
                  <a:pt x="4601" y="2501"/>
                </a:lnTo>
                <a:lnTo>
                  <a:pt x="7997" y="1279"/>
                </a:lnTo>
                <a:lnTo>
                  <a:pt x="10800" y="540"/>
                </a:lnTo>
                <a:lnTo>
                  <a:pt x="13603" y="160"/>
                </a:lnTo>
                <a:lnTo>
                  <a:pt x="16999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F5F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3" name="contour_18791"/>
          <p:cNvSpPr/>
          <p:nvPr/>
        </p:nvSpPr>
        <p:spPr>
          <a:xfrm>
            <a:off x="8063605" y="454041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854" y="1354"/>
                </a:lnTo>
                <a:lnTo>
                  <a:pt x="14135" y="2405"/>
                </a:lnTo>
                <a:lnTo>
                  <a:pt x="16105" y="3499"/>
                </a:lnTo>
                <a:lnTo>
                  <a:pt x="18386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2138" y="19814"/>
                </a:lnTo>
                <a:lnTo>
                  <a:pt x="4290" y="18029"/>
                </a:lnTo>
                <a:lnTo>
                  <a:pt x="6450" y="16222"/>
                </a:lnTo>
                <a:lnTo>
                  <a:pt x="8640" y="14400"/>
                </a:lnTo>
                <a:lnTo>
                  <a:pt x="8640" y="9641"/>
                </a:lnTo>
                <a:lnTo>
                  <a:pt x="8640" y="4853"/>
                </a:lnTo>
                <a:lnTo>
                  <a:pt x="8640" y="0"/>
                </a:lnTo>
                <a:close/>
              </a:path>
            </a:pathLst>
          </a:custGeom>
          <a:solidFill>
            <a:srgbClr val="A485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4" name="contour_18792"/>
          <p:cNvSpPr/>
          <p:nvPr/>
        </p:nvSpPr>
        <p:spPr>
          <a:xfrm>
            <a:off x="7123454" y="454041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354"/>
                </a:lnTo>
                <a:lnTo>
                  <a:pt x="14524" y="2405"/>
                </a:lnTo>
                <a:lnTo>
                  <a:pt x="16494" y="3499"/>
                </a:lnTo>
                <a:lnTo>
                  <a:pt x="18645" y="4982"/>
                </a:lnTo>
                <a:lnTo>
                  <a:pt x="21600" y="7200"/>
                </a:lnTo>
                <a:lnTo>
                  <a:pt x="20926" y="11729"/>
                </a:lnTo>
                <a:lnTo>
                  <a:pt x="20252" y="14738"/>
                </a:lnTo>
                <a:lnTo>
                  <a:pt x="19172" y="17575"/>
                </a:lnTo>
                <a:lnTo>
                  <a:pt x="17280" y="21600"/>
                </a:lnTo>
                <a:lnTo>
                  <a:pt x="14304" y="20966"/>
                </a:lnTo>
                <a:lnTo>
                  <a:pt x="11388" y="20045"/>
                </a:lnTo>
                <a:lnTo>
                  <a:pt x="8519" y="18871"/>
                </a:lnTo>
                <a:lnTo>
                  <a:pt x="5676" y="17510"/>
                </a:lnTo>
                <a:lnTo>
                  <a:pt x="2843" y="16006"/>
                </a:lnTo>
                <a:lnTo>
                  <a:pt x="0" y="14400"/>
                </a:lnTo>
                <a:lnTo>
                  <a:pt x="2108" y="9871"/>
                </a:lnTo>
                <a:lnTo>
                  <a:pt x="3711" y="6862"/>
                </a:lnTo>
                <a:lnTo>
                  <a:pt x="5620" y="4025"/>
                </a:lnTo>
                <a:lnTo>
                  <a:pt x="8640" y="0"/>
                </a:lnTo>
                <a:close/>
              </a:path>
            </a:pathLst>
          </a:custGeom>
          <a:solidFill>
            <a:srgbClr val="C6B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5" name="contour_18793"/>
          <p:cNvSpPr/>
          <p:nvPr/>
        </p:nvSpPr>
        <p:spPr>
          <a:xfrm>
            <a:off x="10359323" y="4533131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2B4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6" name="contour_18794"/>
          <p:cNvSpPr/>
          <p:nvPr/>
        </p:nvSpPr>
        <p:spPr>
          <a:xfrm>
            <a:off x="10155259" y="451855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BBBE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7" name="contour_18795"/>
          <p:cNvSpPr/>
          <p:nvPr/>
        </p:nvSpPr>
        <p:spPr>
          <a:xfrm>
            <a:off x="6744479" y="451126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553" y="3548"/>
                </a:lnTo>
                <a:lnTo>
                  <a:pt x="17719" y="6350"/>
                </a:lnTo>
                <a:lnTo>
                  <a:pt x="18900" y="10800"/>
                </a:lnTo>
                <a:lnTo>
                  <a:pt x="19714" y="13813"/>
                </a:lnTo>
                <a:lnTo>
                  <a:pt x="20534" y="16875"/>
                </a:lnTo>
                <a:lnTo>
                  <a:pt x="21067" y="1921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D40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8" name="contour_18796"/>
          <p:cNvSpPr/>
          <p:nvPr/>
        </p:nvSpPr>
        <p:spPr>
          <a:xfrm>
            <a:off x="1387805" y="451855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658" y="1984"/>
                </a:lnTo>
                <a:lnTo>
                  <a:pt x="14440" y="3964"/>
                </a:lnTo>
                <a:lnTo>
                  <a:pt x="16135" y="5958"/>
                </a:lnTo>
                <a:lnTo>
                  <a:pt x="17717" y="7981"/>
                </a:lnTo>
                <a:lnTo>
                  <a:pt x="19170" y="10051"/>
                </a:lnTo>
                <a:lnTo>
                  <a:pt x="20471" y="12186"/>
                </a:lnTo>
                <a:lnTo>
                  <a:pt x="21600" y="14400"/>
                </a:lnTo>
                <a:lnTo>
                  <a:pt x="18776" y="17042"/>
                </a:lnTo>
                <a:lnTo>
                  <a:pt x="16708" y="18677"/>
                </a:lnTo>
                <a:lnTo>
                  <a:pt x="14386" y="19969"/>
                </a:lnTo>
                <a:lnTo>
                  <a:pt x="10800" y="21600"/>
                </a:lnTo>
                <a:lnTo>
                  <a:pt x="7214" y="19969"/>
                </a:lnTo>
                <a:lnTo>
                  <a:pt x="4892" y="18677"/>
                </a:lnTo>
                <a:lnTo>
                  <a:pt x="2824" y="17042"/>
                </a:lnTo>
                <a:lnTo>
                  <a:pt x="0" y="14400"/>
                </a:lnTo>
                <a:lnTo>
                  <a:pt x="1129" y="12186"/>
                </a:lnTo>
                <a:lnTo>
                  <a:pt x="2430" y="10051"/>
                </a:lnTo>
                <a:lnTo>
                  <a:pt x="3883" y="7981"/>
                </a:lnTo>
                <a:lnTo>
                  <a:pt x="5465" y="5958"/>
                </a:lnTo>
                <a:lnTo>
                  <a:pt x="7160" y="3964"/>
                </a:lnTo>
                <a:lnTo>
                  <a:pt x="8942" y="1984"/>
                </a:lnTo>
                <a:lnTo>
                  <a:pt x="10800" y="0"/>
                </a:lnTo>
                <a:close/>
              </a:path>
            </a:pathLst>
          </a:custGeom>
          <a:solidFill>
            <a:srgbClr val="F7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799" name="contour_18797"/>
          <p:cNvSpPr/>
          <p:nvPr/>
        </p:nvSpPr>
        <p:spPr>
          <a:xfrm>
            <a:off x="1379861" y="4511267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0" y="0"/>
                </a:moveTo>
                <a:lnTo>
                  <a:pt x="15763" y="3564"/>
                </a:lnTo>
                <a:lnTo>
                  <a:pt x="16917" y="7133"/>
                </a:lnTo>
                <a:lnTo>
                  <a:pt x="18077" y="10719"/>
                </a:lnTo>
                <a:lnTo>
                  <a:pt x="19244" y="14321"/>
                </a:lnTo>
                <a:lnTo>
                  <a:pt x="20419" y="17944"/>
                </a:lnTo>
                <a:lnTo>
                  <a:pt x="21600" y="21600"/>
                </a:lnTo>
                <a:lnTo>
                  <a:pt x="17448" y="21600"/>
                </a:lnTo>
                <a:lnTo>
                  <a:pt x="13282" y="21600"/>
                </a:lnTo>
                <a:lnTo>
                  <a:pt x="9101" y="21600"/>
                </a:lnTo>
                <a:lnTo>
                  <a:pt x="4886" y="21600"/>
                </a:lnTo>
                <a:lnTo>
                  <a:pt x="629" y="21600"/>
                </a:lnTo>
                <a:lnTo>
                  <a:pt x="210" y="17744"/>
                </a:lnTo>
                <a:lnTo>
                  <a:pt x="0" y="14974"/>
                </a:lnTo>
                <a:lnTo>
                  <a:pt x="0" y="12512"/>
                </a:lnTo>
                <a:lnTo>
                  <a:pt x="210" y="9580"/>
                </a:lnTo>
                <a:lnTo>
                  <a:pt x="629" y="5400"/>
                </a:lnTo>
                <a:lnTo>
                  <a:pt x="4781" y="3224"/>
                </a:lnTo>
                <a:lnTo>
                  <a:pt x="7619" y="1939"/>
                </a:lnTo>
                <a:lnTo>
                  <a:pt x="10457" y="1031"/>
                </a:lnTo>
                <a:lnTo>
                  <a:pt x="14610" y="0"/>
                </a:lnTo>
                <a:close/>
              </a:path>
            </a:pathLst>
          </a:custGeom>
          <a:solidFill>
            <a:srgbClr val="FC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0" name="contour_18798"/>
          <p:cNvSpPr/>
          <p:nvPr/>
        </p:nvSpPr>
        <p:spPr>
          <a:xfrm>
            <a:off x="5731448" y="450397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412" y="7171"/>
                </a:lnTo>
                <a:lnTo>
                  <a:pt x="19224" y="10027"/>
                </a:lnTo>
                <a:lnTo>
                  <a:pt x="18029" y="12895"/>
                </a:lnTo>
                <a:lnTo>
                  <a:pt x="16826" y="15777"/>
                </a:lnTo>
                <a:lnTo>
                  <a:pt x="15617" y="18675"/>
                </a:lnTo>
                <a:lnTo>
                  <a:pt x="14400" y="21600"/>
                </a:lnTo>
                <a:lnTo>
                  <a:pt x="12614" y="18926"/>
                </a:lnTo>
                <a:lnTo>
                  <a:pt x="10836" y="16252"/>
                </a:lnTo>
                <a:lnTo>
                  <a:pt x="9043" y="13569"/>
                </a:lnTo>
                <a:lnTo>
                  <a:pt x="7258" y="10882"/>
                </a:lnTo>
                <a:lnTo>
                  <a:pt x="5458" y="8182"/>
                </a:lnTo>
                <a:lnTo>
                  <a:pt x="3650" y="5469"/>
                </a:lnTo>
                <a:lnTo>
                  <a:pt x="182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AD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1" name="contour_18799"/>
          <p:cNvSpPr/>
          <p:nvPr/>
        </p:nvSpPr>
        <p:spPr>
          <a:xfrm>
            <a:off x="4310290" y="448940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CBB3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2" name="contour_18800"/>
          <p:cNvSpPr/>
          <p:nvPr/>
        </p:nvSpPr>
        <p:spPr>
          <a:xfrm>
            <a:off x="4164530" y="4496035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564F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3" name="contour_18801"/>
          <p:cNvSpPr/>
          <p:nvPr/>
        </p:nvSpPr>
        <p:spPr>
          <a:xfrm>
            <a:off x="3880298" y="451126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DCA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4" name="contour_18802"/>
          <p:cNvSpPr/>
          <p:nvPr/>
        </p:nvSpPr>
        <p:spPr>
          <a:xfrm>
            <a:off x="11678449" y="449669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412" y="7171"/>
                </a:lnTo>
                <a:lnTo>
                  <a:pt x="19224" y="10027"/>
                </a:lnTo>
                <a:lnTo>
                  <a:pt x="18029" y="12895"/>
                </a:lnTo>
                <a:lnTo>
                  <a:pt x="16826" y="15777"/>
                </a:lnTo>
                <a:lnTo>
                  <a:pt x="15617" y="18675"/>
                </a:lnTo>
                <a:lnTo>
                  <a:pt x="14400" y="21600"/>
                </a:lnTo>
                <a:lnTo>
                  <a:pt x="12614" y="18926"/>
                </a:lnTo>
                <a:lnTo>
                  <a:pt x="10836" y="16252"/>
                </a:lnTo>
                <a:lnTo>
                  <a:pt x="9043" y="13569"/>
                </a:lnTo>
                <a:lnTo>
                  <a:pt x="7250" y="10882"/>
                </a:lnTo>
                <a:lnTo>
                  <a:pt x="5458" y="8182"/>
                </a:lnTo>
                <a:lnTo>
                  <a:pt x="3650" y="5469"/>
                </a:lnTo>
                <a:lnTo>
                  <a:pt x="182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BD0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5" name="contour_18803"/>
          <p:cNvSpPr/>
          <p:nvPr/>
        </p:nvSpPr>
        <p:spPr>
          <a:xfrm>
            <a:off x="6897527" y="448940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5B58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6" name="contour_18804"/>
          <p:cNvSpPr/>
          <p:nvPr/>
        </p:nvSpPr>
        <p:spPr>
          <a:xfrm>
            <a:off x="2029148" y="449669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20806" y="9590"/>
                </a:lnTo>
                <a:lnTo>
                  <a:pt x="20012" y="10545"/>
                </a:lnTo>
                <a:lnTo>
                  <a:pt x="18911" y="11863"/>
                </a:lnTo>
                <a:lnTo>
                  <a:pt x="17210" y="13906"/>
                </a:lnTo>
                <a:lnTo>
                  <a:pt x="14607" y="17029"/>
                </a:lnTo>
                <a:lnTo>
                  <a:pt x="10800" y="21600"/>
                </a:lnTo>
                <a:lnTo>
                  <a:pt x="9461" y="18926"/>
                </a:lnTo>
                <a:lnTo>
                  <a:pt x="8127" y="16252"/>
                </a:lnTo>
                <a:lnTo>
                  <a:pt x="6782" y="13569"/>
                </a:lnTo>
                <a:lnTo>
                  <a:pt x="5438" y="10882"/>
                </a:lnTo>
                <a:lnTo>
                  <a:pt x="4093" y="8182"/>
                </a:lnTo>
                <a:lnTo>
                  <a:pt x="2738" y="5469"/>
                </a:lnTo>
                <a:lnTo>
                  <a:pt x="1372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7" name="contour_18805"/>
          <p:cNvSpPr/>
          <p:nvPr/>
        </p:nvSpPr>
        <p:spPr>
          <a:xfrm>
            <a:off x="5527384" y="448940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553" y="3548"/>
                </a:lnTo>
                <a:lnTo>
                  <a:pt x="17719" y="6350"/>
                </a:lnTo>
                <a:lnTo>
                  <a:pt x="18900" y="10800"/>
                </a:lnTo>
                <a:lnTo>
                  <a:pt x="19714" y="13813"/>
                </a:lnTo>
                <a:lnTo>
                  <a:pt x="20534" y="16875"/>
                </a:lnTo>
                <a:lnTo>
                  <a:pt x="21067" y="1921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EC8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8" name="contour_18806"/>
          <p:cNvSpPr/>
          <p:nvPr/>
        </p:nvSpPr>
        <p:spPr>
          <a:xfrm>
            <a:off x="1774069" y="4489403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713"/>
                </a:lnTo>
                <a:lnTo>
                  <a:pt x="8568" y="1429"/>
                </a:lnTo>
                <a:lnTo>
                  <a:pt x="12874" y="2146"/>
                </a:lnTo>
                <a:lnTo>
                  <a:pt x="17215" y="2869"/>
                </a:lnTo>
                <a:lnTo>
                  <a:pt x="21600" y="3600"/>
                </a:lnTo>
                <a:lnTo>
                  <a:pt x="20707" y="5828"/>
                </a:lnTo>
                <a:lnTo>
                  <a:pt x="19814" y="8057"/>
                </a:lnTo>
                <a:lnTo>
                  <a:pt x="18922" y="10292"/>
                </a:lnTo>
                <a:lnTo>
                  <a:pt x="18029" y="12532"/>
                </a:lnTo>
                <a:lnTo>
                  <a:pt x="17129" y="14782"/>
                </a:lnTo>
                <a:lnTo>
                  <a:pt x="16222" y="17042"/>
                </a:lnTo>
                <a:lnTo>
                  <a:pt x="15314" y="19314"/>
                </a:lnTo>
                <a:lnTo>
                  <a:pt x="14400" y="21600"/>
                </a:lnTo>
                <a:lnTo>
                  <a:pt x="10116" y="17572"/>
                </a:lnTo>
                <a:lnTo>
                  <a:pt x="6775" y="14364"/>
                </a:lnTo>
                <a:lnTo>
                  <a:pt x="4270" y="11801"/>
                </a:lnTo>
                <a:lnTo>
                  <a:pt x="2470" y="9702"/>
                </a:lnTo>
                <a:lnTo>
                  <a:pt x="1267" y="7895"/>
                </a:lnTo>
                <a:lnTo>
                  <a:pt x="533" y="6199"/>
                </a:lnTo>
                <a:lnTo>
                  <a:pt x="158" y="4439"/>
                </a:lnTo>
                <a:lnTo>
                  <a:pt x="22" y="2430"/>
                </a:lnTo>
                <a:lnTo>
                  <a:pt x="0" y="0"/>
                </a:lnTo>
                <a:close/>
              </a:path>
            </a:pathLst>
          </a:custGeom>
          <a:solidFill>
            <a:srgbClr val="F7F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09" name="contour_18807"/>
          <p:cNvSpPr/>
          <p:nvPr/>
        </p:nvSpPr>
        <p:spPr>
          <a:xfrm>
            <a:off x="5454504" y="445296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765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0" name="contour_18808"/>
          <p:cNvSpPr/>
          <p:nvPr/>
        </p:nvSpPr>
        <p:spPr>
          <a:xfrm>
            <a:off x="10337459" y="445296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059" y="3269"/>
                </a:lnTo>
                <a:lnTo>
                  <a:pt x="13306" y="6667"/>
                </a:lnTo>
                <a:lnTo>
                  <a:pt x="15427" y="10195"/>
                </a:lnTo>
                <a:lnTo>
                  <a:pt x="17483" y="13860"/>
                </a:lnTo>
                <a:lnTo>
                  <a:pt x="19522" y="17662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108" y="3802"/>
                </a:lnTo>
                <a:lnTo>
                  <a:pt x="3711" y="1915"/>
                </a:lnTo>
                <a:lnTo>
                  <a:pt x="5620" y="871"/>
                </a:lnTo>
                <a:lnTo>
                  <a:pt x="8640" y="0"/>
                </a:lnTo>
                <a:close/>
              </a:path>
            </a:pathLst>
          </a:custGeom>
          <a:solidFill>
            <a:srgbClr val="EFD9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1" name="contour_18809"/>
          <p:cNvSpPr/>
          <p:nvPr/>
        </p:nvSpPr>
        <p:spPr>
          <a:xfrm>
            <a:off x="4273850" y="4453575"/>
            <a:ext cx="43728" cy="285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900" y="1953"/>
                </a:moveTo>
                <a:lnTo>
                  <a:pt x="20239" y="3492"/>
                </a:lnTo>
                <a:lnTo>
                  <a:pt x="21600" y="5053"/>
                </a:lnTo>
                <a:lnTo>
                  <a:pt x="20887" y="8329"/>
                </a:lnTo>
                <a:lnTo>
                  <a:pt x="20171" y="11616"/>
                </a:lnTo>
                <a:lnTo>
                  <a:pt x="19454" y="14920"/>
                </a:lnTo>
                <a:lnTo>
                  <a:pt x="18731" y="18241"/>
                </a:lnTo>
                <a:lnTo>
                  <a:pt x="18000" y="21600"/>
                </a:lnTo>
                <a:lnTo>
                  <a:pt x="17554" y="19035"/>
                </a:lnTo>
                <a:lnTo>
                  <a:pt x="17100" y="16426"/>
                </a:lnTo>
                <a:lnTo>
                  <a:pt x="15419" y="13332"/>
                </a:lnTo>
                <a:lnTo>
                  <a:pt x="13615" y="10993"/>
                </a:lnTo>
                <a:lnTo>
                  <a:pt x="11686" y="9267"/>
                </a:lnTo>
                <a:lnTo>
                  <a:pt x="9626" y="8020"/>
                </a:lnTo>
                <a:lnTo>
                  <a:pt x="7434" y="7115"/>
                </a:lnTo>
                <a:lnTo>
                  <a:pt x="5101" y="6409"/>
                </a:lnTo>
                <a:lnTo>
                  <a:pt x="2624" y="5764"/>
                </a:lnTo>
                <a:lnTo>
                  <a:pt x="0" y="5053"/>
                </a:lnTo>
                <a:lnTo>
                  <a:pt x="4399" y="3039"/>
                </a:lnTo>
                <a:lnTo>
                  <a:pt x="7772" y="1566"/>
                </a:lnTo>
                <a:lnTo>
                  <a:pt x="10343" y="596"/>
                </a:lnTo>
                <a:lnTo>
                  <a:pt x="12330" y="83"/>
                </a:lnTo>
                <a:lnTo>
                  <a:pt x="13961" y="0"/>
                </a:lnTo>
                <a:lnTo>
                  <a:pt x="15451" y="309"/>
                </a:lnTo>
                <a:lnTo>
                  <a:pt x="17024" y="971"/>
                </a:lnTo>
                <a:lnTo>
                  <a:pt x="18900" y="1953"/>
                </a:lnTo>
                <a:close/>
              </a:path>
            </a:pathLst>
          </a:custGeom>
          <a:solidFill>
            <a:srgbClr val="3F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2" name="contour_18810"/>
          <p:cNvSpPr/>
          <p:nvPr/>
        </p:nvSpPr>
        <p:spPr>
          <a:xfrm>
            <a:off x="7531582" y="444567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F2D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3" name="contour_18811"/>
          <p:cNvSpPr/>
          <p:nvPr/>
        </p:nvSpPr>
        <p:spPr>
          <a:xfrm>
            <a:off x="9615947" y="443109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807" y="5530"/>
                </a:lnTo>
                <a:lnTo>
                  <a:pt x="18518" y="9357"/>
                </a:lnTo>
                <a:lnTo>
                  <a:pt x="17539" y="11966"/>
                </a:lnTo>
                <a:lnTo>
                  <a:pt x="16654" y="13837"/>
                </a:lnTo>
                <a:lnTo>
                  <a:pt x="15674" y="15448"/>
                </a:lnTo>
                <a:lnTo>
                  <a:pt x="14400" y="17280"/>
                </a:lnTo>
                <a:lnTo>
                  <a:pt x="9965" y="18874"/>
                </a:lnTo>
                <a:lnTo>
                  <a:pt x="6991" y="19859"/>
                </a:lnTo>
                <a:lnTo>
                  <a:pt x="4118" y="20632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B8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4" name="contour_18812"/>
          <p:cNvSpPr/>
          <p:nvPr/>
        </p:nvSpPr>
        <p:spPr>
          <a:xfrm>
            <a:off x="5301457" y="4423811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35" y="0"/>
                </a:moveTo>
                <a:lnTo>
                  <a:pt x="13751" y="0"/>
                </a:lnTo>
                <a:lnTo>
                  <a:pt x="17187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1106" y="18889"/>
                </a:lnTo>
                <a:lnTo>
                  <a:pt x="2227" y="16184"/>
                </a:lnTo>
                <a:lnTo>
                  <a:pt x="3369" y="13489"/>
                </a:lnTo>
                <a:lnTo>
                  <a:pt x="4522" y="10800"/>
                </a:lnTo>
                <a:lnTo>
                  <a:pt x="5782" y="7787"/>
                </a:lnTo>
                <a:lnTo>
                  <a:pt x="7064" y="4725"/>
                </a:lnTo>
                <a:lnTo>
                  <a:pt x="8687" y="2381"/>
                </a:lnTo>
                <a:lnTo>
                  <a:pt x="10335" y="0"/>
                </a:lnTo>
                <a:close/>
              </a:path>
            </a:pathLst>
          </a:custGeom>
          <a:solidFill>
            <a:srgbClr val="5C59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5" name="contour_18813"/>
          <p:cNvSpPr/>
          <p:nvPr/>
        </p:nvSpPr>
        <p:spPr>
          <a:xfrm>
            <a:off x="4419610" y="441652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806"/>
                </a:lnTo>
                <a:lnTo>
                  <a:pt x="2341" y="1562"/>
                </a:lnTo>
                <a:lnTo>
                  <a:pt x="3646" y="2426"/>
                </a:lnTo>
                <a:lnTo>
                  <a:pt x="5374" y="3578"/>
                </a:lnTo>
                <a:lnTo>
                  <a:pt x="7780" y="5184"/>
                </a:lnTo>
                <a:lnTo>
                  <a:pt x="11115" y="7409"/>
                </a:lnTo>
                <a:lnTo>
                  <a:pt x="15638" y="10426"/>
                </a:lnTo>
                <a:lnTo>
                  <a:pt x="21600" y="14400"/>
                </a:lnTo>
                <a:lnTo>
                  <a:pt x="18749" y="15588"/>
                </a:lnTo>
                <a:lnTo>
                  <a:pt x="15893" y="16776"/>
                </a:lnTo>
                <a:lnTo>
                  <a:pt x="13025" y="17971"/>
                </a:lnTo>
                <a:lnTo>
                  <a:pt x="10143" y="19174"/>
                </a:lnTo>
                <a:lnTo>
                  <a:pt x="7245" y="2038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B5A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6" name="contour_18814"/>
          <p:cNvSpPr/>
          <p:nvPr/>
        </p:nvSpPr>
        <p:spPr>
          <a:xfrm>
            <a:off x="7436838" y="440194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655A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7" name="contour_18815"/>
          <p:cNvSpPr/>
          <p:nvPr/>
        </p:nvSpPr>
        <p:spPr>
          <a:xfrm>
            <a:off x="3638832" y="4401947"/>
            <a:ext cx="2282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3" y="0"/>
                </a:moveTo>
                <a:lnTo>
                  <a:pt x="17034" y="2955"/>
                </a:lnTo>
                <a:lnTo>
                  <a:pt x="18559" y="5106"/>
                </a:lnTo>
                <a:lnTo>
                  <a:pt x="19607" y="7076"/>
                </a:lnTo>
                <a:lnTo>
                  <a:pt x="20510" y="9487"/>
                </a:lnTo>
                <a:lnTo>
                  <a:pt x="21600" y="12960"/>
                </a:lnTo>
                <a:lnTo>
                  <a:pt x="17372" y="15137"/>
                </a:lnTo>
                <a:lnTo>
                  <a:pt x="14221" y="16701"/>
                </a:lnTo>
                <a:lnTo>
                  <a:pt x="11572" y="17889"/>
                </a:lnTo>
                <a:lnTo>
                  <a:pt x="8855" y="18943"/>
                </a:lnTo>
                <a:lnTo>
                  <a:pt x="5497" y="20097"/>
                </a:lnTo>
                <a:lnTo>
                  <a:pt x="910" y="21600"/>
                </a:lnTo>
                <a:lnTo>
                  <a:pt x="407" y="16606"/>
                </a:lnTo>
                <a:lnTo>
                  <a:pt x="103" y="13094"/>
                </a:lnTo>
                <a:lnTo>
                  <a:pt x="0" y="10593"/>
                </a:lnTo>
                <a:lnTo>
                  <a:pt x="103" y="8614"/>
                </a:lnTo>
                <a:lnTo>
                  <a:pt x="407" y="6683"/>
                </a:lnTo>
                <a:lnTo>
                  <a:pt x="910" y="4320"/>
                </a:lnTo>
                <a:lnTo>
                  <a:pt x="5007" y="2428"/>
                </a:lnTo>
                <a:lnTo>
                  <a:pt x="7807" y="1348"/>
                </a:lnTo>
                <a:lnTo>
                  <a:pt x="10607" y="674"/>
                </a:lnTo>
                <a:lnTo>
                  <a:pt x="14703" y="0"/>
                </a:lnTo>
                <a:close/>
              </a:path>
            </a:pathLst>
          </a:custGeom>
          <a:solidFill>
            <a:srgbClr val="B9D1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8" name="contour_18816"/>
          <p:cNvSpPr/>
          <p:nvPr/>
        </p:nvSpPr>
        <p:spPr>
          <a:xfrm>
            <a:off x="7458702" y="4342987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D2D4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19" name="contour_18817"/>
          <p:cNvSpPr/>
          <p:nvPr/>
        </p:nvSpPr>
        <p:spPr>
          <a:xfrm>
            <a:off x="7422262" y="432906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ADD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0" name="contour_18818"/>
          <p:cNvSpPr/>
          <p:nvPr/>
        </p:nvSpPr>
        <p:spPr>
          <a:xfrm>
            <a:off x="637142" y="432906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905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695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1BC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1" name="contour_18819"/>
          <p:cNvSpPr/>
          <p:nvPr/>
        </p:nvSpPr>
        <p:spPr>
          <a:xfrm>
            <a:off x="7924973" y="4292627"/>
            <a:ext cx="2202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5" y="0"/>
                </a:moveTo>
                <a:lnTo>
                  <a:pt x="12029" y="0"/>
                </a:lnTo>
                <a:lnTo>
                  <a:pt x="16783" y="0"/>
                </a:lnTo>
                <a:lnTo>
                  <a:pt x="21600" y="0"/>
                </a:lnTo>
                <a:lnTo>
                  <a:pt x="20714" y="2674"/>
                </a:lnTo>
                <a:lnTo>
                  <a:pt x="19827" y="5348"/>
                </a:lnTo>
                <a:lnTo>
                  <a:pt x="18941" y="8031"/>
                </a:lnTo>
                <a:lnTo>
                  <a:pt x="18055" y="10718"/>
                </a:lnTo>
                <a:lnTo>
                  <a:pt x="17161" y="13418"/>
                </a:lnTo>
                <a:lnTo>
                  <a:pt x="16261" y="16131"/>
                </a:lnTo>
                <a:lnTo>
                  <a:pt x="15360" y="18857"/>
                </a:lnTo>
                <a:lnTo>
                  <a:pt x="14452" y="21600"/>
                </a:lnTo>
                <a:lnTo>
                  <a:pt x="10914" y="20529"/>
                </a:lnTo>
                <a:lnTo>
                  <a:pt x="7355" y="19457"/>
                </a:lnTo>
                <a:lnTo>
                  <a:pt x="3781" y="18373"/>
                </a:lnTo>
                <a:lnTo>
                  <a:pt x="157" y="17280"/>
                </a:lnTo>
                <a:lnTo>
                  <a:pt x="0" y="14148"/>
                </a:lnTo>
                <a:lnTo>
                  <a:pt x="465" y="11837"/>
                </a:lnTo>
                <a:lnTo>
                  <a:pt x="1944" y="8372"/>
                </a:lnTo>
                <a:lnTo>
                  <a:pt x="2888" y="6018"/>
                </a:lnTo>
                <a:lnTo>
                  <a:pt x="3845" y="3629"/>
                </a:lnTo>
                <a:lnTo>
                  <a:pt x="4710" y="2726"/>
                </a:lnTo>
                <a:lnTo>
                  <a:pt x="7305" y="0"/>
                </a:lnTo>
                <a:close/>
              </a:path>
            </a:pathLst>
          </a:custGeom>
          <a:solidFill>
            <a:srgbClr val="F1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2" name="contour_18820"/>
          <p:cNvSpPr/>
          <p:nvPr/>
        </p:nvSpPr>
        <p:spPr>
          <a:xfrm>
            <a:off x="7473278" y="429991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553" y="3548"/>
                </a:lnTo>
                <a:lnTo>
                  <a:pt x="17719" y="6350"/>
                </a:lnTo>
                <a:lnTo>
                  <a:pt x="18900" y="10800"/>
                </a:lnTo>
                <a:lnTo>
                  <a:pt x="19714" y="13813"/>
                </a:lnTo>
                <a:lnTo>
                  <a:pt x="20534" y="16875"/>
                </a:lnTo>
                <a:lnTo>
                  <a:pt x="21067" y="1921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2C5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3" name="contour_18821"/>
          <p:cNvSpPr/>
          <p:nvPr/>
        </p:nvSpPr>
        <p:spPr>
          <a:xfrm>
            <a:off x="2510156" y="428533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61" y="13473"/>
                </a:lnTo>
                <a:lnTo>
                  <a:pt x="18922" y="16157"/>
                </a:lnTo>
                <a:lnTo>
                  <a:pt x="17566" y="1886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EF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4" name="contour_18822"/>
          <p:cNvSpPr/>
          <p:nvPr/>
        </p:nvSpPr>
        <p:spPr>
          <a:xfrm>
            <a:off x="11321338" y="4278051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35" y="0"/>
                </a:moveTo>
                <a:lnTo>
                  <a:pt x="13751" y="0"/>
                </a:lnTo>
                <a:lnTo>
                  <a:pt x="17187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1106" y="18889"/>
                </a:lnTo>
                <a:lnTo>
                  <a:pt x="2227" y="16184"/>
                </a:lnTo>
                <a:lnTo>
                  <a:pt x="3369" y="13489"/>
                </a:lnTo>
                <a:lnTo>
                  <a:pt x="4522" y="10800"/>
                </a:lnTo>
                <a:lnTo>
                  <a:pt x="5782" y="7787"/>
                </a:lnTo>
                <a:lnTo>
                  <a:pt x="7064" y="4725"/>
                </a:lnTo>
                <a:lnTo>
                  <a:pt x="8687" y="2381"/>
                </a:lnTo>
                <a:lnTo>
                  <a:pt x="10335" y="0"/>
                </a:lnTo>
                <a:close/>
              </a:path>
            </a:pathLst>
          </a:custGeom>
          <a:solidFill>
            <a:srgbClr val="9F88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5" name="contour_18823"/>
          <p:cNvSpPr/>
          <p:nvPr/>
        </p:nvSpPr>
        <p:spPr>
          <a:xfrm>
            <a:off x="5235865" y="427076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EE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6" name="contour_18824"/>
          <p:cNvSpPr/>
          <p:nvPr/>
        </p:nvSpPr>
        <p:spPr>
          <a:xfrm>
            <a:off x="4711129" y="424161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63" y="778"/>
                </a:lnTo>
                <a:lnTo>
                  <a:pt x="19453" y="1793"/>
                </a:lnTo>
                <a:lnTo>
                  <a:pt x="17155" y="3708"/>
                </a:lnTo>
                <a:lnTo>
                  <a:pt x="12960" y="7200"/>
                </a:lnTo>
                <a:lnTo>
                  <a:pt x="12960" y="11959"/>
                </a:lnTo>
                <a:lnTo>
                  <a:pt x="12960" y="16747"/>
                </a:lnTo>
                <a:lnTo>
                  <a:pt x="12960" y="21600"/>
                </a:lnTo>
                <a:lnTo>
                  <a:pt x="9746" y="20246"/>
                </a:lnTo>
                <a:lnTo>
                  <a:pt x="7465" y="19195"/>
                </a:lnTo>
                <a:lnTo>
                  <a:pt x="5495" y="18101"/>
                </a:lnTo>
                <a:lnTo>
                  <a:pt x="3214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F6D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7" name="contour_18825"/>
          <p:cNvSpPr/>
          <p:nvPr/>
        </p:nvSpPr>
        <p:spPr>
          <a:xfrm>
            <a:off x="4470625" y="424161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1113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8" name="contour_18826"/>
          <p:cNvSpPr/>
          <p:nvPr/>
        </p:nvSpPr>
        <p:spPr>
          <a:xfrm>
            <a:off x="4004194" y="424161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3527" y="18927"/>
                </a:lnTo>
                <a:lnTo>
                  <a:pt x="10849" y="16249"/>
                </a:lnTo>
                <a:lnTo>
                  <a:pt x="8159" y="13559"/>
                </a:lnTo>
                <a:lnTo>
                  <a:pt x="5459" y="10859"/>
                </a:lnTo>
                <a:lnTo>
                  <a:pt x="2743" y="8143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0F11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29" name="contour_18827"/>
          <p:cNvSpPr/>
          <p:nvPr/>
        </p:nvSpPr>
        <p:spPr>
          <a:xfrm>
            <a:off x="1293061" y="4227035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834" y="2354"/>
                </a:lnTo>
                <a:lnTo>
                  <a:pt x="18425" y="4093"/>
                </a:lnTo>
                <a:lnTo>
                  <a:pt x="19519" y="5735"/>
                </a:lnTo>
                <a:lnTo>
                  <a:pt x="20462" y="7798"/>
                </a:lnTo>
                <a:lnTo>
                  <a:pt x="21600" y="10800"/>
                </a:lnTo>
                <a:lnTo>
                  <a:pt x="18482" y="12877"/>
                </a:lnTo>
                <a:lnTo>
                  <a:pt x="15156" y="14796"/>
                </a:lnTo>
                <a:lnTo>
                  <a:pt x="11621" y="16596"/>
                </a:lnTo>
                <a:lnTo>
                  <a:pt x="7913" y="18310"/>
                </a:lnTo>
                <a:lnTo>
                  <a:pt x="4032" y="19966"/>
                </a:lnTo>
                <a:lnTo>
                  <a:pt x="0" y="21600"/>
                </a:lnTo>
                <a:lnTo>
                  <a:pt x="770" y="19404"/>
                </a:lnTo>
                <a:lnTo>
                  <a:pt x="1555" y="17212"/>
                </a:lnTo>
                <a:lnTo>
                  <a:pt x="2347" y="15016"/>
                </a:lnTo>
                <a:lnTo>
                  <a:pt x="3154" y="12823"/>
                </a:lnTo>
                <a:lnTo>
                  <a:pt x="4032" y="10375"/>
                </a:lnTo>
                <a:lnTo>
                  <a:pt x="4925" y="7888"/>
                </a:lnTo>
                <a:lnTo>
                  <a:pt x="6350" y="5353"/>
                </a:lnTo>
                <a:lnTo>
                  <a:pt x="7812" y="3686"/>
                </a:lnTo>
                <a:lnTo>
                  <a:pt x="10202" y="2149"/>
                </a:lnTo>
                <a:lnTo>
                  <a:pt x="14400" y="0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0" name="contour_18828"/>
          <p:cNvSpPr/>
          <p:nvPr/>
        </p:nvSpPr>
        <p:spPr>
          <a:xfrm>
            <a:off x="1795933" y="421245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9814" y="19462"/>
                </a:lnTo>
                <a:lnTo>
                  <a:pt x="18029" y="17315"/>
                </a:lnTo>
                <a:lnTo>
                  <a:pt x="16222" y="15150"/>
                </a:lnTo>
                <a:lnTo>
                  <a:pt x="14400" y="12960"/>
                </a:lnTo>
                <a:lnTo>
                  <a:pt x="9641" y="12960"/>
                </a:lnTo>
                <a:lnTo>
                  <a:pt x="4853" y="12960"/>
                </a:lnTo>
                <a:lnTo>
                  <a:pt x="0" y="12960"/>
                </a:lnTo>
                <a:lnTo>
                  <a:pt x="1354" y="9746"/>
                </a:lnTo>
                <a:lnTo>
                  <a:pt x="2405" y="7465"/>
                </a:lnTo>
                <a:lnTo>
                  <a:pt x="3499" y="5495"/>
                </a:lnTo>
                <a:lnTo>
                  <a:pt x="4982" y="3214"/>
                </a:lnTo>
                <a:lnTo>
                  <a:pt x="7200" y="0"/>
                </a:lnTo>
                <a:close/>
              </a:path>
            </a:pathLst>
          </a:custGeom>
          <a:solidFill>
            <a:srgbClr val="907F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1" name="contour_18829"/>
          <p:cNvSpPr/>
          <p:nvPr/>
        </p:nvSpPr>
        <p:spPr>
          <a:xfrm>
            <a:off x="10621034" y="4212459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38" y="0"/>
                </a:moveTo>
                <a:lnTo>
                  <a:pt x="14544" y="3019"/>
                </a:lnTo>
                <a:lnTo>
                  <a:pt x="16815" y="5146"/>
                </a:lnTo>
                <a:lnTo>
                  <a:pt x="18838" y="7403"/>
                </a:lnTo>
                <a:lnTo>
                  <a:pt x="21600" y="10800"/>
                </a:lnTo>
                <a:lnTo>
                  <a:pt x="20259" y="11486"/>
                </a:lnTo>
                <a:lnTo>
                  <a:pt x="18975" y="12145"/>
                </a:lnTo>
                <a:lnTo>
                  <a:pt x="17375" y="12960"/>
                </a:lnTo>
                <a:lnTo>
                  <a:pt x="15099" y="14126"/>
                </a:lnTo>
                <a:lnTo>
                  <a:pt x="11766" y="15827"/>
                </a:lnTo>
                <a:lnTo>
                  <a:pt x="7019" y="18257"/>
                </a:lnTo>
                <a:lnTo>
                  <a:pt x="475" y="21600"/>
                </a:lnTo>
                <a:lnTo>
                  <a:pt x="158" y="17744"/>
                </a:lnTo>
                <a:lnTo>
                  <a:pt x="0" y="14974"/>
                </a:lnTo>
                <a:lnTo>
                  <a:pt x="0" y="12512"/>
                </a:lnTo>
                <a:lnTo>
                  <a:pt x="158" y="9580"/>
                </a:lnTo>
                <a:lnTo>
                  <a:pt x="475" y="5400"/>
                </a:lnTo>
                <a:lnTo>
                  <a:pt x="3237" y="2851"/>
                </a:lnTo>
                <a:lnTo>
                  <a:pt x="5260" y="1436"/>
                </a:lnTo>
                <a:lnTo>
                  <a:pt x="7531" y="653"/>
                </a:lnTo>
                <a:lnTo>
                  <a:pt x="11038" y="0"/>
                </a:lnTo>
                <a:close/>
              </a:path>
            </a:pathLst>
          </a:custGeom>
          <a:solidFill>
            <a:srgbClr val="F1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2" name="contour_18830"/>
          <p:cNvSpPr/>
          <p:nvPr/>
        </p:nvSpPr>
        <p:spPr>
          <a:xfrm>
            <a:off x="4448762" y="4197883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4069" y="653"/>
                </a:lnTo>
                <a:lnTo>
                  <a:pt x="16340" y="1436"/>
                </a:lnTo>
                <a:lnTo>
                  <a:pt x="18363" y="2851"/>
                </a:lnTo>
                <a:lnTo>
                  <a:pt x="21125" y="5400"/>
                </a:lnTo>
                <a:lnTo>
                  <a:pt x="21442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42" y="17744"/>
                </a:lnTo>
                <a:lnTo>
                  <a:pt x="21125" y="21600"/>
                </a:lnTo>
                <a:lnTo>
                  <a:pt x="18136" y="20072"/>
                </a:lnTo>
                <a:lnTo>
                  <a:pt x="15146" y="18544"/>
                </a:lnTo>
                <a:lnTo>
                  <a:pt x="12147" y="17010"/>
                </a:lnTo>
                <a:lnTo>
                  <a:pt x="9136" y="15471"/>
                </a:lnTo>
                <a:lnTo>
                  <a:pt x="6110" y="13921"/>
                </a:lnTo>
                <a:lnTo>
                  <a:pt x="3068" y="12366"/>
                </a:lnTo>
                <a:lnTo>
                  <a:pt x="0" y="10800"/>
                </a:lnTo>
                <a:lnTo>
                  <a:pt x="2762" y="7403"/>
                </a:lnTo>
                <a:lnTo>
                  <a:pt x="4785" y="5146"/>
                </a:lnTo>
                <a:lnTo>
                  <a:pt x="7056" y="3019"/>
                </a:lnTo>
                <a:lnTo>
                  <a:pt x="10562" y="0"/>
                </a:lnTo>
                <a:close/>
              </a:path>
            </a:pathLst>
          </a:custGeom>
          <a:solidFill>
            <a:srgbClr val="A58B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3" name="contour_18831"/>
          <p:cNvSpPr/>
          <p:nvPr/>
        </p:nvSpPr>
        <p:spPr>
          <a:xfrm>
            <a:off x="4674689" y="4146867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91" y="513"/>
                </a:lnTo>
                <a:lnTo>
                  <a:pt x="7105" y="1107"/>
                </a:lnTo>
                <a:lnTo>
                  <a:pt x="10562" y="1836"/>
                </a:lnTo>
                <a:lnTo>
                  <a:pt x="13968" y="2759"/>
                </a:lnTo>
                <a:lnTo>
                  <a:pt x="17332" y="3926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8076" y="20444"/>
                </a:lnTo>
                <a:lnTo>
                  <a:pt x="15487" y="19273"/>
                </a:lnTo>
                <a:lnTo>
                  <a:pt x="12908" y="18079"/>
                </a:lnTo>
                <a:lnTo>
                  <a:pt x="10335" y="16875"/>
                </a:lnTo>
                <a:lnTo>
                  <a:pt x="8888" y="16216"/>
                </a:lnTo>
                <a:lnTo>
                  <a:pt x="4522" y="14218"/>
                </a:lnTo>
                <a:lnTo>
                  <a:pt x="3400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DEE2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4" name="contour_18832"/>
          <p:cNvSpPr/>
          <p:nvPr/>
        </p:nvSpPr>
        <p:spPr>
          <a:xfrm>
            <a:off x="1613733" y="416873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8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5" name="contour_18833"/>
          <p:cNvSpPr/>
          <p:nvPr/>
        </p:nvSpPr>
        <p:spPr>
          <a:xfrm>
            <a:off x="8420717" y="4146867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3699" y="1031"/>
                </a:lnTo>
                <a:lnTo>
                  <a:pt x="15844" y="1939"/>
                </a:lnTo>
                <a:lnTo>
                  <a:pt x="17988" y="3224"/>
                </a:lnTo>
                <a:lnTo>
                  <a:pt x="21125" y="5400"/>
                </a:lnTo>
                <a:lnTo>
                  <a:pt x="21442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42" y="17744"/>
                </a:lnTo>
                <a:lnTo>
                  <a:pt x="21125" y="21600"/>
                </a:lnTo>
                <a:lnTo>
                  <a:pt x="17639" y="20709"/>
                </a:lnTo>
                <a:lnTo>
                  <a:pt x="14148" y="19818"/>
                </a:lnTo>
                <a:lnTo>
                  <a:pt x="10642" y="18922"/>
                </a:lnTo>
                <a:lnTo>
                  <a:pt x="7119" y="18020"/>
                </a:lnTo>
                <a:lnTo>
                  <a:pt x="3575" y="17113"/>
                </a:lnTo>
                <a:lnTo>
                  <a:pt x="0" y="16200"/>
                </a:lnTo>
                <a:lnTo>
                  <a:pt x="1315" y="15698"/>
                </a:lnTo>
                <a:lnTo>
                  <a:pt x="5281" y="14175"/>
                </a:lnTo>
                <a:lnTo>
                  <a:pt x="7901" y="12501"/>
                </a:lnTo>
                <a:lnTo>
                  <a:pt x="10562" y="10800"/>
                </a:lnTo>
                <a:lnTo>
                  <a:pt x="10562" y="7231"/>
                </a:lnTo>
                <a:lnTo>
                  <a:pt x="10562" y="3640"/>
                </a:lnTo>
                <a:lnTo>
                  <a:pt x="10562" y="0"/>
                </a:lnTo>
                <a:close/>
              </a:path>
            </a:pathLst>
          </a:custGeom>
          <a:solidFill>
            <a:srgbClr val="C9D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6" name="contour_18834"/>
          <p:cNvSpPr/>
          <p:nvPr/>
        </p:nvSpPr>
        <p:spPr>
          <a:xfrm>
            <a:off x="5104681" y="4138595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F9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7" name="contour_18835"/>
          <p:cNvSpPr/>
          <p:nvPr/>
        </p:nvSpPr>
        <p:spPr>
          <a:xfrm>
            <a:off x="3909450" y="413229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1528"/>
                </a:lnTo>
                <a:lnTo>
                  <a:pt x="6113" y="3056"/>
                </a:lnTo>
                <a:lnTo>
                  <a:pt x="9180" y="4590"/>
                </a:lnTo>
                <a:lnTo>
                  <a:pt x="12258" y="6129"/>
                </a:lnTo>
                <a:lnTo>
                  <a:pt x="15352" y="7679"/>
                </a:lnTo>
                <a:lnTo>
                  <a:pt x="18463" y="9234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DD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8" name="contour_18836"/>
          <p:cNvSpPr/>
          <p:nvPr/>
        </p:nvSpPr>
        <p:spPr>
          <a:xfrm>
            <a:off x="7670054" y="410313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027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39" name="contour_18837"/>
          <p:cNvSpPr/>
          <p:nvPr/>
        </p:nvSpPr>
        <p:spPr>
          <a:xfrm>
            <a:off x="7625145" y="4081275"/>
            <a:ext cx="23045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7" y="0"/>
                </a:moveTo>
                <a:lnTo>
                  <a:pt x="1954" y="1786"/>
                </a:lnTo>
                <a:lnTo>
                  <a:pt x="2801" y="3578"/>
                </a:lnTo>
                <a:lnTo>
                  <a:pt x="3668" y="5400"/>
                </a:lnTo>
                <a:lnTo>
                  <a:pt x="5076" y="7186"/>
                </a:lnTo>
                <a:lnTo>
                  <a:pt x="6496" y="8978"/>
                </a:lnTo>
                <a:lnTo>
                  <a:pt x="7938" y="10800"/>
                </a:lnTo>
                <a:lnTo>
                  <a:pt x="12453" y="10800"/>
                </a:lnTo>
                <a:lnTo>
                  <a:pt x="16996" y="10800"/>
                </a:lnTo>
                <a:lnTo>
                  <a:pt x="21600" y="10800"/>
                </a:lnTo>
                <a:lnTo>
                  <a:pt x="20247" y="12938"/>
                </a:lnTo>
                <a:lnTo>
                  <a:pt x="18888" y="15084"/>
                </a:lnTo>
                <a:lnTo>
                  <a:pt x="17529" y="17237"/>
                </a:lnTo>
                <a:lnTo>
                  <a:pt x="16156" y="19408"/>
                </a:lnTo>
                <a:lnTo>
                  <a:pt x="14769" y="21600"/>
                </a:lnTo>
                <a:lnTo>
                  <a:pt x="10745" y="20855"/>
                </a:lnTo>
                <a:lnTo>
                  <a:pt x="7979" y="20232"/>
                </a:lnTo>
                <a:lnTo>
                  <a:pt x="5192" y="19393"/>
                </a:lnTo>
                <a:lnTo>
                  <a:pt x="1107" y="18000"/>
                </a:lnTo>
                <a:lnTo>
                  <a:pt x="342" y="15444"/>
                </a:lnTo>
                <a:lnTo>
                  <a:pt x="0" y="13633"/>
                </a:lnTo>
                <a:lnTo>
                  <a:pt x="0" y="11696"/>
                </a:lnTo>
                <a:lnTo>
                  <a:pt x="253" y="8777"/>
                </a:lnTo>
                <a:lnTo>
                  <a:pt x="437" y="6311"/>
                </a:lnTo>
                <a:lnTo>
                  <a:pt x="628" y="3812"/>
                </a:lnTo>
                <a:lnTo>
                  <a:pt x="868" y="1919"/>
                </a:lnTo>
                <a:lnTo>
                  <a:pt x="1107" y="0"/>
                </a:lnTo>
                <a:close/>
              </a:path>
            </a:pathLst>
          </a:custGeom>
          <a:solidFill>
            <a:srgbClr val="81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0" name="contour_18838"/>
          <p:cNvSpPr/>
          <p:nvPr/>
        </p:nvSpPr>
        <p:spPr>
          <a:xfrm>
            <a:off x="7582598" y="408127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038"/>
                </a:lnTo>
                <a:lnTo>
                  <a:pt x="9210" y="4075"/>
                </a:lnTo>
                <a:lnTo>
                  <a:pt x="11664" y="6120"/>
                </a:lnTo>
                <a:lnTo>
                  <a:pt x="14126" y="8172"/>
                </a:lnTo>
                <a:lnTo>
                  <a:pt x="16602" y="10238"/>
                </a:lnTo>
                <a:lnTo>
                  <a:pt x="19090" y="12312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6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8"/>
                </a:lnTo>
                <a:lnTo>
                  <a:pt x="2743" y="20686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F3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1" name="contour_18839"/>
          <p:cNvSpPr/>
          <p:nvPr/>
        </p:nvSpPr>
        <p:spPr>
          <a:xfrm>
            <a:off x="8311397" y="406669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9D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2" name="contour_18840"/>
          <p:cNvSpPr/>
          <p:nvPr/>
        </p:nvSpPr>
        <p:spPr>
          <a:xfrm>
            <a:off x="11233882" y="405212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1782"/>
                </a:lnTo>
                <a:lnTo>
                  <a:pt x="12921" y="3569"/>
                </a:lnTo>
                <a:lnTo>
                  <a:pt x="15072" y="5357"/>
                </a:lnTo>
                <a:lnTo>
                  <a:pt x="17232" y="7160"/>
                </a:lnTo>
                <a:lnTo>
                  <a:pt x="19405" y="8975"/>
                </a:lnTo>
                <a:lnTo>
                  <a:pt x="21600" y="10800"/>
                </a:lnTo>
                <a:lnTo>
                  <a:pt x="20503" y="11486"/>
                </a:lnTo>
                <a:lnTo>
                  <a:pt x="19453" y="12145"/>
                </a:lnTo>
                <a:lnTo>
                  <a:pt x="18144" y="12960"/>
                </a:lnTo>
                <a:lnTo>
                  <a:pt x="16282" y="14126"/>
                </a:lnTo>
                <a:lnTo>
                  <a:pt x="13556" y="15827"/>
                </a:lnTo>
                <a:lnTo>
                  <a:pt x="9672" y="18257"/>
                </a:lnTo>
                <a:lnTo>
                  <a:pt x="4320" y="21600"/>
                </a:lnTo>
                <a:lnTo>
                  <a:pt x="3249" y="18927"/>
                </a:lnTo>
                <a:lnTo>
                  <a:pt x="2177" y="16243"/>
                </a:lnTo>
                <a:lnTo>
                  <a:pt x="1093" y="13538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CADB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3" name="contour_18841"/>
          <p:cNvSpPr/>
          <p:nvPr/>
        </p:nvSpPr>
        <p:spPr>
          <a:xfrm>
            <a:off x="11219306" y="404483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C4D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4" name="contour_18842"/>
          <p:cNvSpPr/>
          <p:nvPr/>
        </p:nvSpPr>
        <p:spPr>
          <a:xfrm>
            <a:off x="986966" y="403754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611" y="4018"/>
                </a:lnTo>
                <a:lnTo>
                  <a:pt x="19500" y="6869"/>
                </a:lnTo>
                <a:lnTo>
                  <a:pt x="20157" y="9331"/>
                </a:lnTo>
                <a:lnTo>
                  <a:pt x="20788" y="12182"/>
                </a:lnTo>
                <a:lnTo>
                  <a:pt x="21600" y="16200"/>
                </a:lnTo>
                <a:lnTo>
                  <a:pt x="19034" y="17269"/>
                </a:lnTo>
                <a:lnTo>
                  <a:pt x="16459" y="18344"/>
                </a:lnTo>
                <a:lnTo>
                  <a:pt x="13876" y="19418"/>
                </a:lnTo>
                <a:lnTo>
                  <a:pt x="11271" y="20504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6074" y="8818"/>
                </a:lnTo>
                <a:lnTo>
                  <a:pt x="4320" y="7592"/>
                </a:lnTo>
                <a:lnTo>
                  <a:pt x="2566" y="6626"/>
                </a:lnTo>
                <a:lnTo>
                  <a:pt x="0" y="5400"/>
                </a:lnTo>
                <a:lnTo>
                  <a:pt x="3033" y="3348"/>
                </a:lnTo>
                <a:lnTo>
                  <a:pt x="5638" y="1885"/>
                </a:lnTo>
                <a:lnTo>
                  <a:pt x="8091" y="913"/>
                </a:lnTo>
                <a:lnTo>
                  <a:pt x="10666" y="340"/>
                </a:lnTo>
                <a:lnTo>
                  <a:pt x="13638" y="70"/>
                </a:lnTo>
                <a:lnTo>
                  <a:pt x="17280" y="0"/>
                </a:lnTo>
                <a:close/>
              </a:path>
            </a:pathLst>
          </a:custGeom>
          <a:solidFill>
            <a:srgbClr val="ACC6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5" name="contour_18843"/>
          <p:cNvSpPr/>
          <p:nvPr/>
        </p:nvSpPr>
        <p:spPr>
          <a:xfrm>
            <a:off x="10053227" y="403025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8031" y="21600"/>
                </a:lnTo>
                <a:lnTo>
                  <a:pt x="14440" y="21600"/>
                </a:lnTo>
                <a:lnTo>
                  <a:pt x="10800" y="21600"/>
                </a:lnTo>
                <a:lnTo>
                  <a:pt x="10800" y="18031"/>
                </a:lnTo>
                <a:lnTo>
                  <a:pt x="10800" y="14440"/>
                </a:lnTo>
                <a:lnTo>
                  <a:pt x="10800" y="10800"/>
                </a:lnTo>
                <a:lnTo>
                  <a:pt x="7592" y="8818"/>
                </a:lnTo>
                <a:lnTo>
                  <a:pt x="5400" y="7592"/>
                </a:lnTo>
                <a:lnTo>
                  <a:pt x="3208" y="6626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C6D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6" name="contour_18844"/>
          <p:cNvSpPr/>
          <p:nvPr/>
        </p:nvSpPr>
        <p:spPr>
          <a:xfrm>
            <a:off x="2145756" y="4001107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B0C9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7" name="contour_18845"/>
          <p:cNvSpPr/>
          <p:nvPr/>
        </p:nvSpPr>
        <p:spPr>
          <a:xfrm>
            <a:off x="7648190" y="367314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601" y="1616"/>
                </a:lnTo>
                <a:lnTo>
                  <a:pt x="7999" y="2838"/>
                </a:lnTo>
                <a:lnTo>
                  <a:pt x="10800" y="3914"/>
                </a:lnTo>
                <a:lnTo>
                  <a:pt x="13601" y="5080"/>
                </a:lnTo>
                <a:lnTo>
                  <a:pt x="16999" y="6575"/>
                </a:lnTo>
                <a:lnTo>
                  <a:pt x="21600" y="8640"/>
                </a:lnTo>
                <a:lnTo>
                  <a:pt x="21600" y="11496"/>
                </a:lnTo>
                <a:lnTo>
                  <a:pt x="21600" y="14368"/>
                </a:lnTo>
                <a:lnTo>
                  <a:pt x="21600" y="17280"/>
                </a:lnTo>
                <a:lnTo>
                  <a:pt x="16243" y="18611"/>
                </a:lnTo>
                <a:lnTo>
                  <a:pt x="12442" y="19500"/>
                </a:lnTo>
                <a:lnTo>
                  <a:pt x="9158" y="20157"/>
                </a:lnTo>
                <a:lnTo>
                  <a:pt x="5357" y="20788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AAC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8" name="contour_18846"/>
          <p:cNvSpPr/>
          <p:nvPr/>
        </p:nvSpPr>
        <p:spPr>
          <a:xfrm>
            <a:off x="10694570" y="3636708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419" y="3056"/>
                </a:lnTo>
                <a:lnTo>
                  <a:pt x="16438" y="6113"/>
                </a:lnTo>
                <a:lnTo>
                  <a:pt x="17460" y="9180"/>
                </a:lnTo>
                <a:lnTo>
                  <a:pt x="18486" y="12258"/>
                </a:lnTo>
                <a:lnTo>
                  <a:pt x="19519" y="15352"/>
                </a:lnTo>
                <a:lnTo>
                  <a:pt x="20556" y="18463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2250" y="15568"/>
                </a:lnTo>
                <a:lnTo>
                  <a:pt x="4500" y="14936"/>
                </a:lnTo>
                <a:lnTo>
                  <a:pt x="6750" y="14299"/>
                </a:lnTo>
                <a:lnTo>
                  <a:pt x="9000" y="13667"/>
                </a:lnTo>
                <a:lnTo>
                  <a:pt x="11250" y="13036"/>
                </a:lnTo>
                <a:lnTo>
                  <a:pt x="12816" y="11929"/>
                </a:lnTo>
                <a:lnTo>
                  <a:pt x="14400" y="10800"/>
                </a:lnTo>
                <a:lnTo>
                  <a:pt x="14400" y="7231"/>
                </a:lnTo>
                <a:lnTo>
                  <a:pt x="14400" y="3640"/>
                </a:lnTo>
                <a:lnTo>
                  <a:pt x="14400" y="0"/>
                </a:lnTo>
                <a:close/>
              </a:path>
            </a:pathLst>
          </a:custGeom>
          <a:solidFill>
            <a:srgbClr val="B2D1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49" name="contour_18847"/>
          <p:cNvSpPr/>
          <p:nvPr/>
        </p:nvSpPr>
        <p:spPr>
          <a:xfrm>
            <a:off x="8537325" y="3615347"/>
            <a:ext cx="43728" cy="21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997"/>
                </a:moveTo>
                <a:lnTo>
                  <a:pt x="12938" y="4179"/>
                </a:lnTo>
                <a:lnTo>
                  <a:pt x="14850" y="6404"/>
                </a:lnTo>
                <a:lnTo>
                  <a:pt x="16762" y="8556"/>
                </a:lnTo>
                <a:lnTo>
                  <a:pt x="18702" y="10752"/>
                </a:lnTo>
                <a:lnTo>
                  <a:pt x="20142" y="12477"/>
                </a:lnTo>
                <a:lnTo>
                  <a:pt x="21600" y="14231"/>
                </a:lnTo>
                <a:lnTo>
                  <a:pt x="17572" y="16972"/>
                </a:lnTo>
                <a:lnTo>
                  <a:pt x="14724" y="18829"/>
                </a:lnTo>
                <a:lnTo>
                  <a:pt x="12665" y="20023"/>
                </a:lnTo>
                <a:lnTo>
                  <a:pt x="10991" y="20738"/>
                </a:lnTo>
                <a:lnTo>
                  <a:pt x="9302" y="21202"/>
                </a:lnTo>
                <a:lnTo>
                  <a:pt x="7200" y="21600"/>
                </a:lnTo>
                <a:lnTo>
                  <a:pt x="4558" y="17488"/>
                </a:lnTo>
                <a:lnTo>
                  <a:pt x="2927" y="14577"/>
                </a:lnTo>
                <a:lnTo>
                  <a:pt x="1631" y="11496"/>
                </a:lnTo>
                <a:lnTo>
                  <a:pt x="0" y="6861"/>
                </a:lnTo>
                <a:lnTo>
                  <a:pt x="3028" y="2948"/>
                </a:lnTo>
                <a:lnTo>
                  <a:pt x="5116" y="737"/>
                </a:lnTo>
                <a:lnTo>
                  <a:pt x="6793" y="0"/>
                </a:lnTo>
                <a:lnTo>
                  <a:pt x="8597" y="494"/>
                </a:lnTo>
                <a:lnTo>
                  <a:pt x="11052" y="1997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0" name="contour_18848"/>
          <p:cNvSpPr/>
          <p:nvPr/>
        </p:nvSpPr>
        <p:spPr>
          <a:xfrm>
            <a:off x="3807418" y="354925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96" y="634"/>
                </a:lnTo>
                <a:lnTo>
                  <a:pt x="4392" y="1296"/>
                </a:lnTo>
                <a:lnTo>
                  <a:pt x="6584" y="1987"/>
                </a:lnTo>
                <a:lnTo>
                  <a:pt x="8777" y="2700"/>
                </a:lnTo>
                <a:lnTo>
                  <a:pt x="10004" y="3082"/>
                </a:lnTo>
                <a:lnTo>
                  <a:pt x="13712" y="4219"/>
                </a:lnTo>
                <a:lnTo>
                  <a:pt x="16229" y="6062"/>
                </a:lnTo>
                <a:lnTo>
                  <a:pt x="17762" y="7762"/>
                </a:lnTo>
                <a:lnTo>
                  <a:pt x="18936" y="10310"/>
                </a:lnTo>
                <a:lnTo>
                  <a:pt x="20376" y="14681"/>
                </a:lnTo>
                <a:lnTo>
                  <a:pt x="20981" y="18115"/>
                </a:lnTo>
                <a:lnTo>
                  <a:pt x="21600" y="21600"/>
                </a:lnTo>
                <a:lnTo>
                  <a:pt x="17413" y="19915"/>
                </a:lnTo>
                <a:lnTo>
                  <a:pt x="14022" y="18468"/>
                </a:lnTo>
                <a:lnTo>
                  <a:pt x="11297" y="17129"/>
                </a:lnTo>
                <a:lnTo>
                  <a:pt x="9108" y="15775"/>
                </a:lnTo>
                <a:lnTo>
                  <a:pt x="7326" y="14270"/>
                </a:lnTo>
                <a:lnTo>
                  <a:pt x="5825" y="12492"/>
                </a:lnTo>
                <a:lnTo>
                  <a:pt x="4471" y="10303"/>
                </a:lnTo>
                <a:lnTo>
                  <a:pt x="3136" y="7582"/>
                </a:lnTo>
                <a:lnTo>
                  <a:pt x="1688" y="4190"/>
                </a:lnTo>
                <a:lnTo>
                  <a:pt x="0" y="0"/>
                </a:lnTo>
                <a:close/>
              </a:path>
            </a:pathLst>
          </a:custGeom>
          <a:solidFill>
            <a:srgbClr val="E4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1" name="contour_18849"/>
          <p:cNvSpPr/>
          <p:nvPr/>
        </p:nvSpPr>
        <p:spPr>
          <a:xfrm>
            <a:off x="11670833" y="3447220"/>
            <a:ext cx="2948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580" y="0"/>
                </a:moveTo>
                <a:lnTo>
                  <a:pt x="9713" y="1177"/>
                </a:lnTo>
                <a:lnTo>
                  <a:pt x="12613" y="2047"/>
                </a:lnTo>
                <a:lnTo>
                  <a:pt x="15048" y="2867"/>
                </a:lnTo>
                <a:lnTo>
                  <a:pt x="17787" y="3899"/>
                </a:lnTo>
                <a:lnTo>
                  <a:pt x="21600" y="5400"/>
                </a:lnTo>
                <a:lnTo>
                  <a:pt x="18578" y="7690"/>
                </a:lnTo>
                <a:lnTo>
                  <a:pt x="15555" y="9985"/>
                </a:lnTo>
                <a:lnTo>
                  <a:pt x="12522" y="12285"/>
                </a:lnTo>
                <a:lnTo>
                  <a:pt x="9478" y="14596"/>
                </a:lnTo>
                <a:lnTo>
                  <a:pt x="6419" y="16913"/>
                </a:lnTo>
                <a:lnTo>
                  <a:pt x="3343" y="19251"/>
                </a:lnTo>
                <a:lnTo>
                  <a:pt x="240" y="21600"/>
                </a:lnTo>
                <a:lnTo>
                  <a:pt x="80" y="17744"/>
                </a:lnTo>
                <a:lnTo>
                  <a:pt x="0" y="14974"/>
                </a:lnTo>
                <a:lnTo>
                  <a:pt x="0" y="12512"/>
                </a:lnTo>
                <a:lnTo>
                  <a:pt x="80" y="9580"/>
                </a:lnTo>
                <a:lnTo>
                  <a:pt x="240" y="5400"/>
                </a:lnTo>
                <a:lnTo>
                  <a:pt x="2889" y="2722"/>
                </a:lnTo>
                <a:lnTo>
                  <a:pt x="5580" y="0"/>
                </a:lnTo>
                <a:close/>
              </a:path>
            </a:pathLst>
          </a:custGeom>
          <a:solidFill>
            <a:srgbClr val="97AB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2" name="contour_18850"/>
          <p:cNvSpPr/>
          <p:nvPr/>
        </p:nvSpPr>
        <p:spPr>
          <a:xfrm>
            <a:off x="6591431" y="345450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3489" y="19024"/>
                </a:lnTo>
                <a:lnTo>
                  <a:pt x="10789" y="16432"/>
                </a:lnTo>
                <a:lnTo>
                  <a:pt x="8100" y="13835"/>
                </a:lnTo>
                <a:lnTo>
                  <a:pt x="5837" y="11669"/>
                </a:lnTo>
                <a:lnTo>
                  <a:pt x="3542" y="9472"/>
                </a:lnTo>
                <a:lnTo>
                  <a:pt x="1048" y="6404"/>
                </a:lnTo>
                <a:lnTo>
                  <a:pt x="130" y="3953"/>
                </a:lnTo>
                <a:lnTo>
                  <a:pt x="0" y="0"/>
                </a:lnTo>
                <a:close/>
              </a:path>
            </a:pathLst>
          </a:custGeom>
          <a:solidFill>
            <a:srgbClr val="E5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3" name="contour_18851"/>
          <p:cNvSpPr/>
          <p:nvPr/>
        </p:nvSpPr>
        <p:spPr>
          <a:xfrm>
            <a:off x="11321338" y="3432644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3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62" y="8172"/>
                </a:lnTo>
                <a:lnTo>
                  <a:pt x="15350" y="10235"/>
                </a:lnTo>
                <a:lnTo>
                  <a:pt x="18468" y="12308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5" y="16780"/>
                </a:lnTo>
                <a:lnTo>
                  <a:pt x="10879" y="17975"/>
                </a:lnTo>
                <a:lnTo>
                  <a:pt x="7279" y="19174"/>
                </a:lnTo>
                <a:lnTo>
                  <a:pt x="3658" y="20383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D5EA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4" name="contour_18852"/>
          <p:cNvSpPr/>
          <p:nvPr/>
        </p:nvSpPr>
        <p:spPr>
          <a:xfrm>
            <a:off x="8595629" y="342535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138"/>
                </a:lnTo>
                <a:lnTo>
                  <a:pt x="14369" y="4281"/>
                </a:lnTo>
                <a:lnTo>
                  <a:pt x="16162" y="6432"/>
                </a:lnTo>
                <a:lnTo>
                  <a:pt x="17960" y="8592"/>
                </a:lnTo>
                <a:lnTo>
                  <a:pt x="19775" y="10765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ACC1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5" name="contour_18853"/>
          <p:cNvSpPr/>
          <p:nvPr/>
        </p:nvSpPr>
        <p:spPr>
          <a:xfrm>
            <a:off x="9782806" y="3418068"/>
            <a:ext cx="2262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" y="0"/>
                </a:moveTo>
                <a:lnTo>
                  <a:pt x="5357" y="1503"/>
                </a:lnTo>
                <a:lnTo>
                  <a:pt x="8744" y="2657"/>
                </a:lnTo>
                <a:lnTo>
                  <a:pt x="11485" y="3711"/>
                </a:lnTo>
                <a:lnTo>
                  <a:pt x="14157" y="4899"/>
                </a:lnTo>
                <a:lnTo>
                  <a:pt x="17336" y="6463"/>
                </a:lnTo>
                <a:lnTo>
                  <a:pt x="21600" y="8640"/>
                </a:lnTo>
                <a:lnTo>
                  <a:pt x="20501" y="12113"/>
                </a:lnTo>
                <a:lnTo>
                  <a:pt x="19590" y="14524"/>
                </a:lnTo>
                <a:lnTo>
                  <a:pt x="18532" y="16494"/>
                </a:lnTo>
                <a:lnTo>
                  <a:pt x="16995" y="18645"/>
                </a:lnTo>
                <a:lnTo>
                  <a:pt x="14643" y="21600"/>
                </a:lnTo>
                <a:lnTo>
                  <a:pt x="10511" y="20926"/>
                </a:lnTo>
                <a:lnTo>
                  <a:pt x="7687" y="20252"/>
                </a:lnTo>
                <a:lnTo>
                  <a:pt x="4863" y="19172"/>
                </a:lnTo>
                <a:lnTo>
                  <a:pt x="730" y="17280"/>
                </a:lnTo>
                <a:lnTo>
                  <a:pt x="223" y="14360"/>
                </a:lnTo>
                <a:lnTo>
                  <a:pt x="0" y="11504"/>
                </a:lnTo>
                <a:lnTo>
                  <a:pt x="0" y="8675"/>
                </a:lnTo>
                <a:lnTo>
                  <a:pt x="160" y="5841"/>
                </a:lnTo>
                <a:lnTo>
                  <a:pt x="417" y="2964"/>
                </a:lnTo>
                <a:lnTo>
                  <a:pt x="730" y="0"/>
                </a:lnTo>
                <a:close/>
              </a:path>
            </a:pathLst>
          </a:custGeom>
          <a:solidFill>
            <a:srgbClr val="ACC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6" name="contour_18854"/>
          <p:cNvSpPr/>
          <p:nvPr/>
        </p:nvSpPr>
        <p:spPr>
          <a:xfrm>
            <a:off x="5731448" y="3419110"/>
            <a:ext cx="43728" cy="2082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479"/>
                </a:moveTo>
                <a:lnTo>
                  <a:pt x="19616" y="9080"/>
                </a:lnTo>
                <a:lnTo>
                  <a:pt x="17636" y="11575"/>
                </a:lnTo>
                <a:lnTo>
                  <a:pt x="15642" y="13949"/>
                </a:lnTo>
                <a:lnTo>
                  <a:pt x="13619" y="16164"/>
                </a:lnTo>
                <a:lnTo>
                  <a:pt x="11549" y="18198"/>
                </a:lnTo>
                <a:lnTo>
                  <a:pt x="9414" y="20020"/>
                </a:lnTo>
                <a:lnTo>
                  <a:pt x="7200" y="21600"/>
                </a:lnTo>
                <a:lnTo>
                  <a:pt x="4558" y="17646"/>
                </a:lnTo>
                <a:lnTo>
                  <a:pt x="2923" y="14750"/>
                </a:lnTo>
                <a:lnTo>
                  <a:pt x="1631" y="11499"/>
                </a:lnTo>
                <a:lnTo>
                  <a:pt x="0" y="6479"/>
                </a:lnTo>
                <a:lnTo>
                  <a:pt x="2416" y="3251"/>
                </a:lnTo>
                <a:lnTo>
                  <a:pt x="4763" y="1195"/>
                </a:lnTo>
                <a:lnTo>
                  <a:pt x="7067" y="166"/>
                </a:lnTo>
                <a:lnTo>
                  <a:pt x="9360" y="0"/>
                </a:lnTo>
                <a:lnTo>
                  <a:pt x="11664" y="537"/>
                </a:lnTo>
                <a:lnTo>
                  <a:pt x="14015" y="1610"/>
                </a:lnTo>
                <a:lnTo>
                  <a:pt x="16434" y="3070"/>
                </a:lnTo>
                <a:lnTo>
                  <a:pt x="18954" y="4740"/>
                </a:lnTo>
                <a:lnTo>
                  <a:pt x="21600" y="6479"/>
                </a:lnTo>
                <a:close/>
              </a:path>
            </a:pathLst>
          </a:custGeom>
          <a:solidFill>
            <a:srgbClr val="97A4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7" name="contour_18855"/>
          <p:cNvSpPr/>
          <p:nvPr/>
        </p:nvSpPr>
        <p:spPr>
          <a:xfrm>
            <a:off x="7108878" y="339620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ECC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8" name="contour_18856"/>
          <p:cNvSpPr/>
          <p:nvPr/>
        </p:nvSpPr>
        <p:spPr>
          <a:xfrm>
            <a:off x="4754857" y="3396204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577"/>
                </a:lnTo>
                <a:lnTo>
                  <a:pt x="0" y="12471"/>
                </a:lnTo>
                <a:lnTo>
                  <a:pt x="0" y="8351"/>
                </a:lnTo>
                <a:lnTo>
                  <a:pt x="0" y="4196"/>
                </a:lnTo>
                <a:lnTo>
                  <a:pt x="0" y="0"/>
                </a:lnTo>
                <a:close/>
              </a:path>
            </a:pathLst>
          </a:custGeom>
          <a:solidFill>
            <a:srgbClr val="BAC6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59" name="contour_18857"/>
          <p:cNvSpPr/>
          <p:nvPr/>
        </p:nvSpPr>
        <p:spPr>
          <a:xfrm>
            <a:off x="8289533" y="3380972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A8BB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0" name="contour_18858"/>
          <p:cNvSpPr/>
          <p:nvPr/>
        </p:nvSpPr>
        <p:spPr>
          <a:xfrm>
            <a:off x="7174470" y="338162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3910" y="18544"/>
                </a:lnTo>
                <a:lnTo>
                  <a:pt x="11615" y="15487"/>
                </a:lnTo>
                <a:lnTo>
                  <a:pt x="9315" y="12420"/>
                </a:lnTo>
                <a:lnTo>
                  <a:pt x="7004" y="9342"/>
                </a:lnTo>
                <a:lnTo>
                  <a:pt x="4687" y="6248"/>
                </a:lnTo>
                <a:lnTo>
                  <a:pt x="2349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BAD0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1" name="contour_18859"/>
          <p:cNvSpPr/>
          <p:nvPr/>
        </p:nvSpPr>
        <p:spPr>
          <a:xfrm>
            <a:off x="7699206" y="3316036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1031"/>
                </a:lnTo>
                <a:lnTo>
                  <a:pt x="13981" y="1939"/>
                </a:lnTo>
                <a:lnTo>
                  <a:pt x="16819" y="3224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819" y="21600"/>
                </a:lnTo>
                <a:lnTo>
                  <a:pt x="12652" y="21600"/>
                </a:lnTo>
                <a:lnTo>
                  <a:pt x="8472" y="21600"/>
                </a:lnTo>
                <a:lnTo>
                  <a:pt x="4257" y="21600"/>
                </a:lnTo>
                <a:lnTo>
                  <a:pt x="0" y="21600"/>
                </a:lnTo>
                <a:lnTo>
                  <a:pt x="1153" y="18036"/>
                </a:lnTo>
                <a:lnTo>
                  <a:pt x="2307" y="14467"/>
                </a:lnTo>
                <a:lnTo>
                  <a:pt x="3467" y="10881"/>
                </a:lnTo>
                <a:lnTo>
                  <a:pt x="4635" y="7279"/>
                </a:lnTo>
                <a:lnTo>
                  <a:pt x="5809" y="3656"/>
                </a:lnTo>
                <a:lnTo>
                  <a:pt x="6990" y="0"/>
                </a:lnTo>
                <a:close/>
              </a:path>
            </a:pathLst>
          </a:custGeom>
          <a:solidFill>
            <a:srgbClr val="BBD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2" name="contour_18860"/>
          <p:cNvSpPr/>
          <p:nvPr/>
        </p:nvSpPr>
        <p:spPr>
          <a:xfrm>
            <a:off x="1890677" y="330874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2673"/>
                </a:lnTo>
                <a:lnTo>
                  <a:pt x="12921" y="5351"/>
                </a:lnTo>
                <a:lnTo>
                  <a:pt x="15072" y="8041"/>
                </a:lnTo>
                <a:lnTo>
                  <a:pt x="17232" y="10741"/>
                </a:lnTo>
                <a:lnTo>
                  <a:pt x="19405" y="13457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E7E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3" name="contour_18861"/>
          <p:cNvSpPr/>
          <p:nvPr/>
        </p:nvSpPr>
        <p:spPr>
          <a:xfrm>
            <a:off x="7327518" y="330146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3A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4" name="contour_18862"/>
          <p:cNvSpPr/>
          <p:nvPr/>
        </p:nvSpPr>
        <p:spPr>
          <a:xfrm>
            <a:off x="10439491" y="3257732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1470" y="2511"/>
                </a:lnTo>
                <a:lnTo>
                  <a:pt x="12150" y="5065"/>
                </a:lnTo>
                <a:lnTo>
                  <a:pt x="13306" y="7906"/>
                </a:lnTo>
                <a:lnTo>
                  <a:pt x="14375" y="9909"/>
                </a:lnTo>
                <a:lnTo>
                  <a:pt x="15811" y="11599"/>
                </a:lnTo>
                <a:lnTo>
                  <a:pt x="18068" y="13522"/>
                </a:lnTo>
                <a:lnTo>
                  <a:pt x="21600" y="16200"/>
                </a:lnTo>
                <a:lnTo>
                  <a:pt x="19224" y="16794"/>
                </a:lnTo>
                <a:lnTo>
                  <a:pt x="16844" y="17388"/>
                </a:lnTo>
                <a:lnTo>
                  <a:pt x="14465" y="17982"/>
                </a:lnTo>
                <a:lnTo>
                  <a:pt x="12078" y="18581"/>
                </a:lnTo>
                <a:lnTo>
                  <a:pt x="9684" y="19181"/>
                </a:lnTo>
                <a:lnTo>
                  <a:pt x="7279" y="19780"/>
                </a:lnTo>
                <a:lnTo>
                  <a:pt x="4867" y="20385"/>
                </a:lnTo>
                <a:lnTo>
                  <a:pt x="2441" y="20990"/>
                </a:lnTo>
                <a:lnTo>
                  <a:pt x="0" y="21600"/>
                </a:lnTo>
                <a:lnTo>
                  <a:pt x="893" y="18927"/>
                </a:lnTo>
                <a:lnTo>
                  <a:pt x="1786" y="16238"/>
                </a:lnTo>
                <a:lnTo>
                  <a:pt x="2689" y="13538"/>
                </a:lnTo>
                <a:lnTo>
                  <a:pt x="3600" y="10800"/>
                </a:lnTo>
                <a:lnTo>
                  <a:pt x="5980" y="10800"/>
                </a:lnTo>
                <a:lnTo>
                  <a:pt x="8374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ADC1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5" name="contour_18863"/>
          <p:cNvSpPr/>
          <p:nvPr/>
        </p:nvSpPr>
        <p:spPr>
          <a:xfrm>
            <a:off x="11678449" y="3264364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A6C1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6" name="contour_18864"/>
          <p:cNvSpPr/>
          <p:nvPr/>
        </p:nvSpPr>
        <p:spPr>
          <a:xfrm>
            <a:off x="11095410" y="3272308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446"/>
                </a:lnTo>
                <a:lnTo>
                  <a:pt x="6823" y="828"/>
                </a:lnTo>
                <a:lnTo>
                  <a:pt x="8260" y="1310"/>
                </a:lnTo>
                <a:lnTo>
                  <a:pt x="10013" y="2030"/>
                </a:lnTo>
                <a:lnTo>
                  <a:pt x="12534" y="3154"/>
                </a:lnTo>
                <a:lnTo>
                  <a:pt x="14228" y="3881"/>
                </a:lnTo>
                <a:lnTo>
                  <a:pt x="15932" y="4622"/>
                </a:lnTo>
                <a:lnTo>
                  <a:pt x="17660" y="5371"/>
                </a:lnTo>
                <a:lnTo>
                  <a:pt x="19616" y="6278"/>
                </a:lnTo>
                <a:lnTo>
                  <a:pt x="21600" y="7200"/>
                </a:lnTo>
                <a:lnTo>
                  <a:pt x="19909" y="9763"/>
                </a:lnTo>
                <a:lnTo>
                  <a:pt x="18221" y="12190"/>
                </a:lnTo>
                <a:lnTo>
                  <a:pt x="16521" y="14465"/>
                </a:lnTo>
                <a:lnTo>
                  <a:pt x="14793" y="16567"/>
                </a:lnTo>
                <a:lnTo>
                  <a:pt x="13016" y="18468"/>
                </a:lnTo>
                <a:lnTo>
                  <a:pt x="11176" y="20153"/>
                </a:lnTo>
                <a:lnTo>
                  <a:pt x="9257" y="21600"/>
                </a:lnTo>
                <a:lnTo>
                  <a:pt x="6964" y="18907"/>
                </a:lnTo>
                <a:lnTo>
                  <a:pt x="5314" y="16870"/>
                </a:lnTo>
                <a:lnTo>
                  <a:pt x="4048" y="15077"/>
                </a:lnTo>
                <a:lnTo>
                  <a:pt x="2913" y="13133"/>
                </a:lnTo>
                <a:lnTo>
                  <a:pt x="1651" y="10642"/>
                </a:lnTo>
                <a:lnTo>
                  <a:pt x="0" y="7200"/>
                </a:lnTo>
                <a:lnTo>
                  <a:pt x="1531" y="3629"/>
                </a:lnTo>
                <a:lnTo>
                  <a:pt x="3086" y="0"/>
                </a:lnTo>
                <a:close/>
              </a:path>
            </a:pathLst>
          </a:custGeom>
          <a:solidFill>
            <a:srgbClr val="CEE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7" name="contour_18865"/>
          <p:cNvSpPr/>
          <p:nvPr/>
        </p:nvSpPr>
        <p:spPr>
          <a:xfrm>
            <a:off x="4098938" y="327230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9E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8" name="contour_18866"/>
          <p:cNvSpPr/>
          <p:nvPr/>
        </p:nvSpPr>
        <p:spPr>
          <a:xfrm>
            <a:off x="8303453" y="3221292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8F9B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69" name="contour_18867"/>
          <p:cNvSpPr/>
          <p:nvPr/>
        </p:nvSpPr>
        <p:spPr>
          <a:xfrm>
            <a:off x="7298366" y="324315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64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0" name="contour_18868"/>
          <p:cNvSpPr/>
          <p:nvPr/>
        </p:nvSpPr>
        <p:spPr>
          <a:xfrm>
            <a:off x="10592538" y="322858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4CB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1" name="contour_18869"/>
          <p:cNvSpPr/>
          <p:nvPr/>
        </p:nvSpPr>
        <p:spPr>
          <a:xfrm>
            <a:off x="2371684" y="3220308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B324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2" name="contour_18870"/>
          <p:cNvSpPr/>
          <p:nvPr/>
        </p:nvSpPr>
        <p:spPr>
          <a:xfrm>
            <a:off x="10752874" y="322129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5116" y="19930"/>
                </a:lnTo>
                <a:lnTo>
                  <a:pt x="12951" y="18245"/>
                </a:lnTo>
                <a:lnTo>
                  <a:pt x="10796" y="16553"/>
                </a:lnTo>
                <a:lnTo>
                  <a:pt x="8640" y="14846"/>
                </a:lnTo>
                <a:lnTo>
                  <a:pt x="6229" y="12960"/>
                </a:lnTo>
                <a:lnTo>
                  <a:pt x="3780" y="11052"/>
                </a:lnTo>
                <a:lnTo>
                  <a:pt x="190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4657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3" name="contour_18871"/>
          <p:cNvSpPr/>
          <p:nvPr/>
        </p:nvSpPr>
        <p:spPr>
          <a:xfrm>
            <a:off x="8383293" y="3199428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B0B3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4" name="contour_18872"/>
          <p:cNvSpPr/>
          <p:nvPr/>
        </p:nvSpPr>
        <p:spPr>
          <a:xfrm>
            <a:off x="7691918" y="3198444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D3E8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5" name="contour_18873"/>
          <p:cNvSpPr/>
          <p:nvPr/>
        </p:nvSpPr>
        <p:spPr>
          <a:xfrm>
            <a:off x="7181758" y="321400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8127" y="20261"/>
                </a:lnTo>
                <a:lnTo>
                  <a:pt x="5443" y="18922"/>
                </a:lnTo>
                <a:lnTo>
                  <a:pt x="2738" y="17566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3618" y="3067"/>
                </a:lnTo>
                <a:lnTo>
                  <a:pt x="6858" y="1528"/>
                </a:lnTo>
                <a:lnTo>
                  <a:pt x="10001" y="610"/>
                </a:lnTo>
                <a:lnTo>
                  <a:pt x="13322" y="162"/>
                </a:lnTo>
                <a:lnTo>
                  <a:pt x="17096" y="11"/>
                </a:lnTo>
                <a:lnTo>
                  <a:pt x="21600" y="0"/>
                </a:lnTo>
                <a:close/>
              </a:path>
            </a:pathLst>
          </a:custGeom>
          <a:solidFill>
            <a:srgbClr val="A89A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6" name="contour_18874"/>
          <p:cNvSpPr/>
          <p:nvPr/>
        </p:nvSpPr>
        <p:spPr>
          <a:xfrm>
            <a:off x="7765490" y="3184852"/>
            <a:ext cx="35748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985" y="0"/>
                </a:moveTo>
                <a:lnTo>
                  <a:pt x="4329" y="1007"/>
                </a:lnTo>
                <a:lnTo>
                  <a:pt x="5359" y="4052"/>
                </a:lnTo>
                <a:lnTo>
                  <a:pt x="7521" y="6808"/>
                </a:lnTo>
                <a:lnTo>
                  <a:pt x="9820" y="8796"/>
                </a:lnTo>
                <a:lnTo>
                  <a:pt x="12317" y="10208"/>
                </a:lnTo>
                <a:lnTo>
                  <a:pt x="15069" y="11241"/>
                </a:lnTo>
                <a:lnTo>
                  <a:pt x="18143" y="12092"/>
                </a:lnTo>
                <a:lnTo>
                  <a:pt x="21600" y="12960"/>
                </a:lnTo>
                <a:lnTo>
                  <a:pt x="20481" y="13509"/>
                </a:lnTo>
                <a:lnTo>
                  <a:pt x="19411" y="14036"/>
                </a:lnTo>
                <a:lnTo>
                  <a:pt x="18077" y="14688"/>
                </a:lnTo>
                <a:lnTo>
                  <a:pt x="16179" y="15621"/>
                </a:lnTo>
                <a:lnTo>
                  <a:pt x="13400" y="16982"/>
                </a:lnTo>
                <a:lnTo>
                  <a:pt x="9441" y="18926"/>
                </a:lnTo>
                <a:lnTo>
                  <a:pt x="3985" y="21600"/>
                </a:lnTo>
                <a:lnTo>
                  <a:pt x="1942" y="16641"/>
                </a:lnTo>
                <a:lnTo>
                  <a:pt x="643" y="13133"/>
                </a:lnTo>
                <a:lnTo>
                  <a:pt x="18" y="10562"/>
                </a:lnTo>
                <a:lnTo>
                  <a:pt x="0" y="8441"/>
                </a:lnTo>
                <a:lnTo>
                  <a:pt x="520" y="6255"/>
                </a:lnTo>
                <a:lnTo>
                  <a:pt x="1510" y="3508"/>
                </a:lnTo>
                <a:lnTo>
                  <a:pt x="2739" y="1767"/>
                </a:lnTo>
                <a:lnTo>
                  <a:pt x="3985" y="0"/>
                </a:lnTo>
                <a:close/>
              </a:path>
            </a:pathLst>
          </a:custGeom>
          <a:solidFill>
            <a:srgbClr val="D9E9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7" name="contour_18875"/>
          <p:cNvSpPr/>
          <p:nvPr/>
        </p:nvSpPr>
        <p:spPr>
          <a:xfrm>
            <a:off x="4405034" y="3192140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2108"/>
                </a:lnTo>
                <a:lnTo>
                  <a:pt x="13981" y="3711"/>
                </a:lnTo>
                <a:lnTo>
                  <a:pt x="16819" y="5616"/>
                </a:lnTo>
                <a:lnTo>
                  <a:pt x="20971" y="8640"/>
                </a:lnTo>
                <a:lnTo>
                  <a:pt x="213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90" y="18645"/>
                </a:lnTo>
                <a:lnTo>
                  <a:pt x="20971" y="21600"/>
                </a:lnTo>
                <a:lnTo>
                  <a:pt x="16819" y="20745"/>
                </a:lnTo>
                <a:lnTo>
                  <a:pt x="12652" y="19885"/>
                </a:lnTo>
                <a:lnTo>
                  <a:pt x="8472" y="19025"/>
                </a:lnTo>
                <a:lnTo>
                  <a:pt x="4257" y="18157"/>
                </a:lnTo>
                <a:lnTo>
                  <a:pt x="0" y="17280"/>
                </a:lnTo>
                <a:lnTo>
                  <a:pt x="1153" y="14429"/>
                </a:lnTo>
                <a:lnTo>
                  <a:pt x="2307" y="11573"/>
                </a:lnTo>
                <a:lnTo>
                  <a:pt x="3467" y="8705"/>
                </a:lnTo>
                <a:lnTo>
                  <a:pt x="4635" y="5823"/>
                </a:lnTo>
                <a:lnTo>
                  <a:pt x="5809" y="2925"/>
                </a:lnTo>
                <a:lnTo>
                  <a:pt x="6990" y="0"/>
                </a:lnTo>
                <a:close/>
              </a:path>
            </a:pathLst>
          </a:custGeom>
          <a:solidFill>
            <a:srgbClr val="544B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8" name="contour_18876"/>
          <p:cNvSpPr/>
          <p:nvPr/>
        </p:nvSpPr>
        <p:spPr>
          <a:xfrm>
            <a:off x="10563386" y="317027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4C56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79" name="contour_18877"/>
          <p:cNvSpPr/>
          <p:nvPr/>
        </p:nvSpPr>
        <p:spPr>
          <a:xfrm>
            <a:off x="10665418" y="316298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BDCA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0" name="contour_18878"/>
          <p:cNvSpPr/>
          <p:nvPr/>
        </p:nvSpPr>
        <p:spPr>
          <a:xfrm>
            <a:off x="7414974" y="316298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381" y="2536"/>
                </a:lnTo>
                <a:lnTo>
                  <a:pt x="15250" y="4441"/>
                </a:lnTo>
                <a:lnTo>
                  <a:pt x="16708" y="6074"/>
                </a:lnTo>
                <a:lnTo>
                  <a:pt x="18052" y="7802"/>
                </a:lnTo>
                <a:lnTo>
                  <a:pt x="19580" y="9975"/>
                </a:lnTo>
                <a:lnTo>
                  <a:pt x="21600" y="12960"/>
                </a:lnTo>
                <a:lnTo>
                  <a:pt x="19154" y="16131"/>
                </a:lnTo>
                <a:lnTo>
                  <a:pt x="17215" y="18092"/>
                </a:lnTo>
                <a:lnTo>
                  <a:pt x="14764" y="19643"/>
                </a:lnTo>
                <a:lnTo>
                  <a:pt x="10800" y="21600"/>
                </a:lnTo>
                <a:lnTo>
                  <a:pt x="7214" y="20926"/>
                </a:lnTo>
                <a:lnTo>
                  <a:pt x="4892" y="20252"/>
                </a:lnTo>
                <a:lnTo>
                  <a:pt x="2824" y="19172"/>
                </a:lnTo>
                <a:lnTo>
                  <a:pt x="0" y="17280"/>
                </a:lnTo>
                <a:lnTo>
                  <a:pt x="0" y="14424"/>
                </a:lnTo>
                <a:lnTo>
                  <a:pt x="0" y="11552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5C62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1" name="contour_18879"/>
          <p:cNvSpPr/>
          <p:nvPr/>
        </p:nvSpPr>
        <p:spPr>
          <a:xfrm>
            <a:off x="7283790" y="3162332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B7C3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2" name="contour_18880"/>
          <p:cNvSpPr/>
          <p:nvPr/>
        </p:nvSpPr>
        <p:spPr>
          <a:xfrm>
            <a:off x="10738298" y="314112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332" y="2009"/>
                </a:lnTo>
                <a:lnTo>
                  <a:pt x="11194" y="4039"/>
                </a:lnTo>
                <a:lnTo>
                  <a:pt x="13970" y="6117"/>
                </a:lnTo>
                <a:lnTo>
                  <a:pt x="16637" y="8281"/>
                </a:lnTo>
                <a:lnTo>
                  <a:pt x="19192" y="10549"/>
                </a:lnTo>
                <a:lnTo>
                  <a:pt x="21600" y="12960"/>
                </a:lnTo>
                <a:lnTo>
                  <a:pt x="20569" y="15984"/>
                </a:lnTo>
                <a:lnTo>
                  <a:pt x="19661" y="17889"/>
                </a:lnTo>
                <a:lnTo>
                  <a:pt x="18376" y="19492"/>
                </a:lnTo>
                <a:lnTo>
                  <a:pt x="16200" y="21600"/>
                </a:lnTo>
                <a:lnTo>
                  <a:pt x="12609" y="20097"/>
                </a:lnTo>
                <a:lnTo>
                  <a:pt x="9979" y="18943"/>
                </a:lnTo>
                <a:lnTo>
                  <a:pt x="7852" y="17889"/>
                </a:lnTo>
                <a:lnTo>
                  <a:pt x="5778" y="16701"/>
                </a:lnTo>
                <a:lnTo>
                  <a:pt x="3310" y="15137"/>
                </a:lnTo>
                <a:lnTo>
                  <a:pt x="0" y="12960"/>
                </a:lnTo>
                <a:lnTo>
                  <a:pt x="853" y="9487"/>
                </a:lnTo>
                <a:lnTo>
                  <a:pt x="1561" y="7076"/>
                </a:lnTo>
                <a:lnTo>
                  <a:pt x="2381" y="5106"/>
                </a:lnTo>
                <a:lnTo>
                  <a:pt x="3575" y="2955"/>
                </a:lnTo>
                <a:lnTo>
                  <a:pt x="5400" y="0"/>
                </a:lnTo>
                <a:close/>
              </a:path>
            </a:pathLst>
          </a:custGeom>
          <a:solidFill>
            <a:srgbClr val="5A66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3" name="contour_18881"/>
          <p:cNvSpPr/>
          <p:nvPr/>
        </p:nvSpPr>
        <p:spPr>
          <a:xfrm>
            <a:off x="11539977" y="311926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354"/>
                </a:lnTo>
                <a:lnTo>
                  <a:pt x="14524" y="2405"/>
                </a:lnTo>
                <a:lnTo>
                  <a:pt x="16494" y="3499"/>
                </a:lnTo>
                <a:lnTo>
                  <a:pt x="18645" y="4982"/>
                </a:lnTo>
                <a:lnTo>
                  <a:pt x="21600" y="7200"/>
                </a:lnTo>
                <a:lnTo>
                  <a:pt x="20926" y="11729"/>
                </a:lnTo>
                <a:lnTo>
                  <a:pt x="20252" y="14731"/>
                </a:lnTo>
                <a:lnTo>
                  <a:pt x="19172" y="17575"/>
                </a:lnTo>
                <a:lnTo>
                  <a:pt x="17280" y="21600"/>
                </a:lnTo>
                <a:lnTo>
                  <a:pt x="14304" y="20966"/>
                </a:lnTo>
                <a:lnTo>
                  <a:pt x="11388" y="20045"/>
                </a:lnTo>
                <a:lnTo>
                  <a:pt x="8519" y="18878"/>
                </a:lnTo>
                <a:lnTo>
                  <a:pt x="5676" y="17510"/>
                </a:lnTo>
                <a:lnTo>
                  <a:pt x="2843" y="16006"/>
                </a:lnTo>
                <a:lnTo>
                  <a:pt x="0" y="14400"/>
                </a:lnTo>
                <a:lnTo>
                  <a:pt x="2108" y="9871"/>
                </a:lnTo>
                <a:lnTo>
                  <a:pt x="3711" y="6869"/>
                </a:lnTo>
                <a:lnTo>
                  <a:pt x="5620" y="4025"/>
                </a:lnTo>
                <a:lnTo>
                  <a:pt x="8640" y="0"/>
                </a:lnTo>
                <a:close/>
              </a:path>
            </a:pathLst>
          </a:custGeom>
          <a:solidFill>
            <a:srgbClr val="D26F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4" name="contour_18882"/>
          <p:cNvSpPr/>
          <p:nvPr/>
        </p:nvSpPr>
        <p:spPr>
          <a:xfrm>
            <a:off x="4492489" y="313383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85" y="9418"/>
                </a:lnTo>
                <a:lnTo>
                  <a:pt x="19796" y="12269"/>
                </a:lnTo>
                <a:lnTo>
                  <a:pt x="18976" y="14731"/>
                </a:lnTo>
                <a:lnTo>
                  <a:pt x="17863" y="1758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3736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5" name="contour_18883"/>
          <p:cNvSpPr/>
          <p:nvPr/>
        </p:nvSpPr>
        <p:spPr>
          <a:xfrm>
            <a:off x="10308307" y="311197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9"/>
                </a:lnTo>
                <a:lnTo>
                  <a:pt x="16162" y="2678"/>
                </a:lnTo>
                <a:lnTo>
                  <a:pt x="18862" y="403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782" y="13527"/>
                </a:lnTo>
                <a:lnTo>
                  <a:pt x="3569" y="10849"/>
                </a:lnTo>
                <a:lnTo>
                  <a:pt x="5362" y="8159"/>
                </a:lnTo>
                <a:lnTo>
                  <a:pt x="7160" y="5459"/>
                </a:lnTo>
                <a:lnTo>
                  <a:pt x="8975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AFBE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6" name="contour_18884"/>
          <p:cNvSpPr/>
          <p:nvPr/>
        </p:nvSpPr>
        <p:spPr>
          <a:xfrm>
            <a:off x="5695008" y="311926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047" y="18052"/>
                </a:lnTo>
                <a:lnTo>
                  <a:pt x="3881" y="15250"/>
                </a:lnTo>
                <a:lnTo>
                  <a:pt x="2700" y="10800"/>
                </a:lnTo>
                <a:lnTo>
                  <a:pt x="1886" y="7787"/>
                </a:lnTo>
                <a:lnTo>
                  <a:pt x="1066" y="4725"/>
                </a:lnTo>
                <a:lnTo>
                  <a:pt x="533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CDD3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7" name="contour_18885"/>
          <p:cNvSpPr/>
          <p:nvPr/>
        </p:nvSpPr>
        <p:spPr>
          <a:xfrm>
            <a:off x="4215546" y="311197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8487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8" name="contour_18886"/>
          <p:cNvSpPr/>
          <p:nvPr/>
        </p:nvSpPr>
        <p:spPr>
          <a:xfrm>
            <a:off x="10279155" y="309739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071"/>
                </a:lnTo>
                <a:lnTo>
                  <a:pt x="16162" y="2143"/>
                </a:lnTo>
                <a:lnTo>
                  <a:pt x="18862" y="3227"/>
                </a:lnTo>
                <a:lnTo>
                  <a:pt x="21600" y="4320"/>
                </a:lnTo>
                <a:lnTo>
                  <a:pt x="20072" y="6765"/>
                </a:lnTo>
                <a:lnTo>
                  <a:pt x="18544" y="9210"/>
                </a:lnTo>
                <a:lnTo>
                  <a:pt x="17010" y="11664"/>
                </a:lnTo>
                <a:lnTo>
                  <a:pt x="15471" y="14126"/>
                </a:lnTo>
                <a:lnTo>
                  <a:pt x="13921" y="16602"/>
                </a:lnTo>
                <a:lnTo>
                  <a:pt x="12366" y="19090"/>
                </a:lnTo>
                <a:lnTo>
                  <a:pt x="10800" y="21600"/>
                </a:lnTo>
                <a:lnTo>
                  <a:pt x="9272" y="19155"/>
                </a:lnTo>
                <a:lnTo>
                  <a:pt x="7744" y="16710"/>
                </a:lnTo>
                <a:lnTo>
                  <a:pt x="6210" y="14256"/>
                </a:lnTo>
                <a:lnTo>
                  <a:pt x="4671" y="11794"/>
                </a:lnTo>
                <a:lnTo>
                  <a:pt x="3121" y="9318"/>
                </a:lnTo>
                <a:lnTo>
                  <a:pt x="1566" y="6830"/>
                </a:lnTo>
                <a:lnTo>
                  <a:pt x="0" y="4320"/>
                </a:lnTo>
                <a:lnTo>
                  <a:pt x="2673" y="3249"/>
                </a:lnTo>
                <a:lnTo>
                  <a:pt x="5362" y="2177"/>
                </a:lnTo>
                <a:lnTo>
                  <a:pt x="8062" y="1093"/>
                </a:lnTo>
                <a:lnTo>
                  <a:pt x="10800" y="0"/>
                </a:lnTo>
                <a:close/>
              </a:path>
            </a:pathLst>
          </a:custGeom>
          <a:solidFill>
            <a:srgbClr val="BECE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89" name="contour_18887"/>
          <p:cNvSpPr/>
          <p:nvPr/>
        </p:nvSpPr>
        <p:spPr>
          <a:xfrm>
            <a:off x="4339442" y="311197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7683" y="11635"/>
                </a:lnTo>
                <a:lnTo>
                  <a:pt x="14807" y="14854"/>
                </a:lnTo>
                <a:lnTo>
                  <a:pt x="12715" y="17114"/>
                </a:lnTo>
                <a:lnTo>
                  <a:pt x="11164" y="18670"/>
                </a:lnTo>
                <a:lnTo>
                  <a:pt x="9893" y="19764"/>
                </a:lnTo>
                <a:lnTo>
                  <a:pt x="8658" y="20657"/>
                </a:lnTo>
                <a:lnTo>
                  <a:pt x="7200" y="21600"/>
                </a:lnTo>
                <a:lnTo>
                  <a:pt x="4792" y="20210"/>
                </a:lnTo>
                <a:lnTo>
                  <a:pt x="3240" y="18994"/>
                </a:lnTo>
                <a:lnTo>
                  <a:pt x="1868" y="1728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878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0" name="contour_18888"/>
          <p:cNvSpPr/>
          <p:nvPr/>
        </p:nvSpPr>
        <p:spPr>
          <a:xfrm>
            <a:off x="11212018" y="3090108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577" y="21600"/>
                </a:lnTo>
                <a:lnTo>
                  <a:pt x="12471" y="21600"/>
                </a:lnTo>
                <a:lnTo>
                  <a:pt x="8351" y="21600"/>
                </a:lnTo>
                <a:lnTo>
                  <a:pt x="419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ADD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1" name="contour_18889"/>
          <p:cNvSpPr/>
          <p:nvPr/>
        </p:nvSpPr>
        <p:spPr>
          <a:xfrm>
            <a:off x="10053227" y="309010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D4CC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2" name="contour_18890"/>
          <p:cNvSpPr/>
          <p:nvPr/>
        </p:nvSpPr>
        <p:spPr>
          <a:xfrm>
            <a:off x="11569129" y="3090538"/>
            <a:ext cx="29152" cy="3601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106"/>
                </a:moveTo>
                <a:lnTo>
                  <a:pt x="18047" y="1854"/>
                </a:lnTo>
                <a:lnTo>
                  <a:pt x="21600" y="4114"/>
                </a:lnTo>
                <a:lnTo>
                  <a:pt x="21600" y="7003"/>
                </a:lnTo>
                <a:lnTo>
                  <a:pt x="21600" y="9910"/>
                </a:lnTo>
                <a:lnTo>
                  <a:pt x="21600" y="12857"/>
                </a:lnTo>
                <a:lnTo>
                  <a:pt x="18031" y="12857"/>
                </a:lnTo>
                <a:lnTo>
                  <a:pt x="14440" y="12857"/>
                </a:lnTo>
                <a:lnTo>
                  <a:pt x="10800" y="12857"/>
                </a:lnTo>
                <a:lnTo>
                  <a:pt x="8818" y="15454"/>
                </a:lnTo>
                <a:lnTo>
                  <a:pt x="7592" y="17228"/>
                </a:lnTo>
                <a:lnTo>
                  <a:pt x="6626" y="19008"/>
                </a:lnTo>
                <a:lnTo>
                  <a:pt x="5400" y="21600"/>
                </a:lnTo>
                <a:lnTo>
                  <a:pt x="4201" y="18723"/>
                </a:lnTo>
                <a:lnTo>
                  <a:pt x="3078" y="15851"/>
                </a:lnTo>
                <a:lnTo>
                  <a:pt x="2068" y="12975"/>
                </a:lnTo>
                <a:lnTo>
                  <a:pt x="1193" y="10077"/>
                </a:lnTo>
                <a:lnTo>
                  <a:pt x="497" y="7126"/>
                </a:lnTo>
                <a:lnTo>
                  <a:pt x="0" y="4114"/>
                </a:lnTo>
                <a:lnTo>
                  <a:pt x="3272" y="1779"/>
                </a:lnTo>
                <a:lnTo>
                  <a:pt x="6210" y="455"/>
                </a:lnTo>
                <a:lnTo>
                  <a:pt x="9196" y="0"/>
                </a:lnTo>
                <a:lnTo>
                  <a:pt x="12620" y="267"/>
                </a:lnTo>
                <a:lnTo>
                  <a:pt x="16875" y="1106"/>
                </a:lnTo>
                <a:close/>
              </a:path>
            </a:pathLst>
          </a:custGeom>
          <a:solidFill>
            <a:srgbClr val="C6D7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3" name="contour_18891"/>
          <p:cNvSpPr/>
          <p:nvPr/>
        </p:nvSpPr>
        <p:spPr>
          <a:xfrm>
            <a:off x="10373899" y="3075532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20806" y="9590"/>
                </a:lnTo>
                <a:lnTo>
                  <a:pt x="20012" y="10545"/>
                </a:lnTo>
                <a:lnTo>
                  <a:pt x="18916" y="11863"/>
                </a:lnTo>
                <a:lnTo>
                  <a:pt x="17210" y="13906"/>
                </a:lnTo>
                <a:lnTo>
                  <a:pt x="14607" y="17029"/>
                </a:lnTo>
                <a:lnTo>
                  <a:pt x="10800" y="21600"/>
                </a:lnTo>
                <a:lnTo>
                  <a:pt x="9461" y="18926"/>
                </a:lnTo>
                <a:lnTo>
                  <a:pt x="8127" y="16252"/>
                </a:lnTo>
                <a:lnTo>
                  <a:pt x="6782" y="13569"/>
                </a:lnTo>
                <a:lnTo>
                  <a:pt x="5438" y="10882"/>
                </a:lnTo>
                <a:lnTo>
                  <a:pt x="4093" y="8182"/>
                </a:lnTo>
                <a:lnTo>
                  <a:pt x="2738" y="5469"/>
                </a:lnTo>
                <a:lnTo>
                  <a:pt x="1372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FCC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4" name="contour_18892"/>
          <p:cNvSpPr/>
          <p:nvPr/>
        </p:nvSpPr>
        <p:spPr>
          <a:xfrm>
            <a:off x="4893329" y="307553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D3D0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5" name="contour_18893"/>
          <p:cNvSpPr/>
          <p:nvPr/>
        </p:nvSpPr>
        <p:spPr>
          <a:xfrm>
            <a:off x="4301690" y="3075532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4620" y="853"/>
                </a:lnTo>
                <a:lnTo>
                  <a:pt x="7271" y="1561"/>
                </a:lnTo>
                <a:lnTo>
                  <a:pt x="9627" y="2381"/>
                </a:lnTo>
                <a:lnTo>
                  <a:pt x="12433" y="3575"/>
                </a:lnTo>
                <a:lnTo>
                  <a:pt x="16433" y="5400"/>
                </a:lnTo>
                <a:lnTo>
                  <a:pt x="18179" y="9580"/>
                </a:lnTo>
                <a:lnTo>
                  <a:pt x="19321" y="12512"/>
                </a:lnTo>
                <a:lnTo>
                  <a:pt x="20107" y="14974"/>
                </a:lnTo>
                <a:lnTo>
                  <a:pt x="20784" y="17744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413E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6" name="contour_18894"/>
          <p:cNvSpPr/>
          <p:nvPr/>
        </p:nvSpPr>
        <p:spPr>
          <a:xfrm>
            <a:off x="10454067" y="306095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85" y="9418"/>
                </a:lnTo>
                <a:lnTo>
                  <a:pt x="19796" y="12269"/>
                </a:lnTo>
                <a:lnTo>
                  <a:pt x="18976" y="14731"/>
                </a:lnTo>
                <a:lnTo>
                  <a:pt x="17863" y="1758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D3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7" name="contour_18895"/>
          <p:cNvSpPr/>
          <p:nvPr/>
        </p:nvSpPr>
        <p:spPr>
          <a:xfrm>
            <a:off x="7859542" y="3053668"/>
            <a:ext cx="29152" cy="3568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690" y="2497"/>
                </a:lnTo>
                <a:lnTo>
                  <a:pt x="9985" y="4994"/>
                </a:lnTo>
                <a:lnTo>
                  <a:pt x="12285" y="7500"/>
                </a:lnTo>
                <a:lnTo>
                  <a:pt x="14596" y="10015"/>
                </a:lnTo>
                <a:lnTo>
                  <a:pt x="16913" y="12543"/>
                </a:lnTo>
                <a:lnTo>
                  <a:pt x="19251" y="15084"/>
                </a:lnTo>
                <a:lnTo>
                  <a:pt x="21600" y="17647"/>
                </a:lnTo>
                <a:lnTo>
                  <a:pt x="16276" y="19791"/>
                </a:lnTo>
                <a:lnTo>
                  <a:pt x="12722" y="21053"/>
                </a:lnTo>
                <a:lnTo>
                  <a:pt x="10103" y="21596"/>
                </a:lnTo>
                <a:lnTo>
                  <a:pt x="7603" y="21600"/>
                </a:lnTo>
                <a:lnTo>
                  <a:pt x="4385" y="21229"/>
                </a:lnTo>
                <a:lnTo>
                  <a:pt x="2209" y="19451"/>
                </a:lnTo>
                <a:lnTo>
                  <a:pt x="0" y="17647"/>
                </a:lnTo>
                <a:lnTo>
                  <a:pt x="508" y="14576"/>
                </a:lnTo>
                <a:lnTo>
                  <a:pt x="1215" y="11625"/>
                </a:lnTo>
                <a:lnTo>
                  <a:pt x="2095" y="8744"/>
                </a:lnTo>
                <a:lnTo>
                  <a:pt x="3105" y="5881"/>
                </a:lnTo>
                <a:lnTo>
                  <a:pt x="4217" y="2982"/>
                </a:lnTo>
                <a:lnTo>
                  <a:pt x="5400" y="0"/>
                </a:lnTo>
                <a:close/>
              </a:path>
            </a:pathLst>
          </a:custGeom>
          <a:solidFill>
            <a:srgbClr val="CFDB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8" name="contour_18896"/>
          <p:cNvSpPr/>
          <p:nvPr/>
        </p:nvSpPr>
        <p:spPr>
          <a:xfrm>
            <a:off x="389350" y="306824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F4F4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899" name="contour_18897"/>
          <p:cNvSpPr/>
          <p:nvPr/>
        </p:nvSpPr>
        <p:spPr>
          <a:xfrm>
            <a:off x="10117835" y="3060956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545A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0" name="contour_18898"/>
          <p:cNvSpPr/>
          <p:nvPr/>
        </p:nvSpPr>
        <p:spPr>
          <a:xfrm>
            <a:off x="7291078" y="305366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540"/>
                </a:lnTo>
                <a:lnTo>
                  <a:pt x="7967" y="1051"/>
                </a:lnTo>
                <a:lnTo>
                  <a:pt x="9904" y="1822"/>
                </a:lnTo>
                <a:lnTo>
                  <a:pt x="12823" y="3154"/>
                </a:lnTo>
                <a:lnTo>
                  <a:pt x="15289" y="4255"/>
                </a:lnTo>
                <a:lnTo>
                  <a:pt x="17788" y="5371"/>
                </a:lnTo>
                <a:lnTo>
                  <a:pt x="19681" y="6278"/>
                </a:lnTo>
                <a:lnTo>
                  <a:pt x="21600" y="7200"/>
                </a:lnTo>
                <a:lnTo>
                  <a:pt x="19616" y="9677"/>
                </a:lnTo>
                <a:lnTo>
                  <a:pt x="17636" y="12053"/>
                </a:lnTo>
                <a:lnTo>
                  <a:pt x="15642" y="14314"/>
                </a:lnTo>
                <a:lnTo>
                  <a:pt x="13619" y="16423"/>
                </a:lnTo>
                <a:lnTo>
                  <a:pt x="11549" y="18360"/>
                </a:lnTo>
                <a:lnTo>
                  <a:pt x="9414" y="20095"/>
                </a:lnTo>
                <a:lnTo>
                  <a:pt x="7200" y="21600"/>
                </a:lnTo>
                <a:lnTo>
                  <a:pt x="4558" y="17834"/>
                </a:lnTo>
                <a:lnTo>
                  <a:pt x="2923" y="15077"/>
                </a:lnTo>
                <a:lnTo>
                  <a:pt x="1631" y="11981"/>
                </a:lnTo>
                <a:lnTo>
                  <a:pt x="0" y="7200"/>
                </a:lnTo>
                <a:lnTo>
                  <a:pt x="1786" y="3629"/>
                </a:lnTo>
                <a:lnTo>
                  <a:pt x="3600" y="0"/>
                </a:lnTo>
                <a:close/>
              </a:path>
            </a:pathLst>
          </a:custGeom>
          <a:solidFill>
            <a:srgbClr val="D6C7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1" name="contour_18899"/>
          <p:cNvSpPr/>
          <p:nvPr/>
        </p:nvSpPr>
        <p:spPr>
          <a:xfrm>
            <a:off x="4113514" y="303909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1663"/>
                </a:lnTo>
                <a:lnTo>
                  <a:pt x="5404" y="3348"/>
                </a:lnTo>
                <a:lnTo>
                  <a:pt x="8104" y="5047"/>
                </a:lnTo>
                <a:lnTo>
                  <a:pt x="10800" y="6754"/>
                </a:lnTo>
                <a:lnTo>
                  <a:pt x="12809" y="8006"/>
                </a:lnTo>
                <a:lnTo>
                  <a:pt x="14826" y="9266"/>
                </a:lnTo>
                <a:lnTo>
                  <a:pt x="16874" y="10548"/>
                </a:lnTo>
                <a:lnTo>
                  <a:pt x="19220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D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2" name="contour_18900"/>
          <p:cNvSpPr/>
          <p:nvPr/>
        </p:nvSpPr>
        <p:spPr>
          <a:xfrm>
            <a:off x="3741826" y="304638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7C1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3" name="contour_18901"/>
          <p:cNvSpPr/>
          <p:nvPr/>
        </p:nvSpPr>
        <p:spPr>
          <a:xfrm>
            <a:off x="8500885" y="3024516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808" y="2376"/>
                </a:lnTo>
                <a:lnTo>
                  <a:pt x="20016" y="4756"/>
                </a:lnTo>
                <a:lnTo>
                  <a:pt x="19224" y="7135"/>
                </a:lnTo>
                <a:lnTo>
                  <a:pt x="18425" y="9522"/>
                </a:lnTo>
                <a:lnTo>
                  <a:pt x="17626" y="11916"/>
                </a:lnTo>
                <a:lnTo>
                  <a:pt x="16826" y="14321"/>
                </a:lnTo>
                <a:lnTo>
                  <a:pt x="16020" y="16733"/>
                </a:lnTo>
                <a:lnTo>
                  <a:pt x="15214" y="19159"/>
                </a:lnTo>
                <a:lnTo>
                  <a:pt x="14400" y="21600"/>
                </a:lnTo>
                <a:lnTo>
                  <a:pt x="10116" y="17572"/>
                </a:lnTo>
                <a:lnTo>
                  <a:pt x="6775" y="14364"/>
                </a:lnTo>
                <a:lnTo>
                  <a:pt x="4270" y="11801"/>
                </a:lnTo>
                <a:lnTo>
                  <a:pt x="2470" y="9702"/>
                </a:lnTo>
                <a:lnTo>
                  <a:pt x="1267" y="7895"/>
                </a:lnTo>
                <a:lnTo>
                  <a:pt x="533" y="6199"/>
                </a:lnTo>
                <a:lnTo>
                  <a:pt x="158" y="4439"/>
                </a:lnTo>
                <a:lnTo>
                  <a:pt x="22" y="2430"/>
                </a:lnTo>
                <a:lnTo>
                  <a:pt x="0" y="0"/>
                </a:lnTo>
                <a:close/>
              </a:path>
            </a:pathLst>
          </a:custGeom>
          <a:solidFill>
            <a:srgbClr val="CDD9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4" name="contour_18902"/>
          <p:cNvSpPr/>
          <p:nvPr/>
        </p:nvSpPr>
        <p:spPr>
          <a:xfrm>
            <a:off x="4200970" y="303180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6" y="3056"/>
                </a:lnTo>
                <a:lnTo>
                  <a:pt x="13856" y="6113"/>
                </a:lnTo>
                <a:lnTo>
                  <a:pt x="15390" y="9180"/>
                </a:lnTo>
                <a:lnTo>
                  <a:pt x="16931" y="12258"/>
                </a:lnTo>
                <a:lnTo>
                  <a:pt x="18475" y="15352"/>
                </a:lnTo>
                <a:lnTo>
                  <a:pt x="20034" y="18463"/>
                </a:lnTo>
                <a:lnTo>
                  <a:pt x="21600" y="21600"/>
                </a:lnTo>
                <a:lnTo>
                  <a:pt x="20513" y="21330"/>
                </a:lnTo>
                <a:lnTo>
                  <a:pt x="19516" y="21076"/>
                </a:lnTo>
                <a:lnTo>
                  <a:pt x="18425" y="20806"/>
                </a:lnTo>
                <a:lnTo>
                  <a:pt x="17064" y="20466"/>
                </a:lnTo>
                <a:lnTo>
                  <a:pt x="15257" y="20012"/>
                </a:lnTo>
                <a:lnTo>
                  <a:pt x="12823" y="19408"/>
                </a:lnTo>
                <a:lnTo>
                  <a:pt x="9590" y="18598"/>
                </a:lnTo>
                <a:lnTo>
                  <a:pt x="5375" y="17545"/>
                </a:lnTo>
                <a:lnTo>
                  <a:pt x="0" y="16200"/>
                </a:lnTo>
                <a:lnTo>
                  <a:pt x="792" y="15903"/>
                </a:lnTo>
                <a:lnTo>
                  <a:pt x="2192" y="15379"/>
                </a:lnTo>
                <a:lnTo>
                  <a:pt x="5400" y="14175"/>
                </a:lnTo>
                <a:lnTo>
                  <a:pt x="7186" y="13063"/>
                </a:lnTo>
                <a:lnTo>
                  <a:pt x="8978" y="11934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5250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5" name="contour_18903"/>
          <p:cNvSpPr/>
          <p:nvPr/>
        </p:nvSpPr>
        <p:spPr>
          <a:xfrm>
            <a:off x="10636266" y="302451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19155" y="7690"/>
                </a:lnTo>
                <a:lnTo>
                  <a:pt x="16710" y="9985"/>
                </a:lnTo>
                <a:lnTo>
                  <a:pt x="14256" y="12285"/>
                </a:lnTo>
                <a:lnTo>
                  <a:pt x="11794" y="14596"/>
                </a:lnTo>
                <a:lnTo>
                  <a:pt x="9318" y="16913"/>
                </a:lnTo>
                <a:lnTo>
                  <a:pt x="6830" y="19251"/>
                </a:lnTo>
                <a:lnTo>
                  <a:pt x="4320" y="21600"/>
                </a:lnTo>
                <a:lnTo>
                  <a:pt x="3607" y="18036"/>
                </a:lnTo>
                <a:lnTo>
                  <a:pt x="2894" y="14467"/>
                </a:lnTo>
                <a:lnTo>
                  <a:pt x="2177" y="10881"/>
                </a:lnTo>
                <a:lnTo>
                  <a:pt x="1456" y="7279"/>
                </a:lnTo>
                <a:lnTo>
                  <a:pt x="73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CD7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6" name="contour_18904"/>
          <p:cNvSpPr/>
          <p:nvPr/>
        </p:nvSpPr>
        <p:spPr>
          <a:xfrm>
            <a:off x="10468642" y="3017228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224" y="0"/>
                </a:moveTo>
                <a:lnTo>
                  <a:pt x="9110" y="853"/>
                </a:lnTo>
                <a:lnTo>
                  <a:pt x="11868" y="1561"/>
                </a:lnTo>
                <a:lnTo>
                  <a:pt x="14250" y="2381"/>
                </a:lnTo>
                <a:lnTo>
                  <a:pt x="17008" y="3575"/>
                </a:lnTo>
                <a:lnTo>
                  <a:pt x="20895" y="5400"/>
                </a:lnTo>
                <a:lnTo>
                  <a:pt x="21365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65" y="17744"/>
                </a:lnTo>
                <a:lnTo>
                  <a:pt x="20895" y="21600"/>
                </a:lnTo>
                <a:lnTo>
                  <a:pt x="17938" y="20072"/>
                </a:lnTo>
                <a:lnTo>
                  <a:pt x="14982" y="18544"/>
                </a:lnTo>
                <a:lnTo>
                  <a:pt x="12015" y="17010"/>
                </a:lnTo>
                <a:lnTo>
                  <a:pt x="9037" y="15471"/>
                </a:lnTo>
                <a:lnTo>
                  <a:pt x="6044" y="13921"/>
                </a:lnTo>
                <a:lnTo>
                  <a:pt x="3035" y="12366"/>
                </a:lnTo>
                <a:lnTo>
                  <a:pt x="0" y="10800"/>
                </a:lnTo>
                <a:lnTo>
                  <a:pt x="1295" y="8127"/>
                </a:lnTo>
                <a:lnTo>
                  <a:pt x="2591" y="5438"/>
                </a:lnTo>
                <a:lnTo>
                  <a:pt x="3902" y="2738"/>
                </a:lnTo>
                <a:lnTo>
                  <a:pt x="5224" y="0"/>
                </a:lnTo>
                <a:close/>
              </a:path>
            </a:pathLst>
          </a:custGeom>
          <a:solidFill>
            <a:srgbClr val="9EAB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7" name="contour_18905"/>
          <p:cNvSpPr/>
          <p:nvPr/>
        </p:nvSpPr>
        <p:spPr>
          <a:xfrm>
            <a:off x="8602917" y="303180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DBF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8" name="contour_18906"/>
          <p:cNvSpPr/>
          <p:nvPr/>
        </p:nvSpPr>
        <p:spPr>
          <a:xfrm>
            <a:off x="10191699" y="3009940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562" y="0"/>
                </a:moveTo>
                <a:lnTo>
                  <a:pt x="14069" y="653"/>
                </a:lnTo>
                <a:lnTo>
                  <a:pt x="16340" y="1436"/>
                </a:lnTo>
                <a:lnTo>
                  <a:pt x="18363" y="2851"/>
                </a:lnTo>
                <a:lnTo>
                  <a:pt x="21125" y="5400"/>
                </a:lnTo>
                <a:lnTo>
                  <a:pt x="21442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442" y="17744"/>
                </a:lnTo>
                <a:lnTo>
                  <a:pt x="21125" y="21600"/>
                </a:lnTo>
                <a:lnTo>
                  <a:pt x="18136" y="20072"/>
                </a:lnTo>
                <a:lnTo>
                  <a:pt x="15146" y="18544"/>
                </a:lnTo>
                <a:lnTo>
                  <a:pt x="12147" y="17010"/>
                </a:lnTo>
                <a:lnTo>
                  <a:pt x="9136" y="15471"/>
                </a:lnTo>
                <a:lnTo>
                  <a:pt x="6110" y="13921"/>
                </a:lnTo>
                <a:lnTo>
                  <a:pt x="3068" y="12366"/>
                </a:lnTo>
                <a:lnTo>
                  <a:pt x="0" y="10800"/>
                </a:lnTo>
                <a:lnTo>
                  <a:pt x="2762" y="7403"/>
                </a:lnTo>
                <a:lnTo>
                  <a:pt x="4785" y="5152"/>
                </a:lnTo>
                <a:lnTo>
                  <a:pt x="7056" y="3019"/>
                </a:lnTo>
                <a:lnTo>
                  <a:pt x="10562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09" name="contour_18907"/>
          <p:cNvSpPr/>
          <p:nvPr/>
        </p:nvSpPr>
        <p:spPr>
          <a:xfrm>
            <a:off x="5097393" y="3009029"/>
            <a:ext cx="36440" cy="227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0"/>
                </a:moveTo>
                <a:lnTo>
                  <a:pt x="17137" y="214"/>
                </a:lnTo>
                <a:lnTo>
                  <a:pt x="21600" y="864"/>
                </a:lnTo>
                <a:lnTo>
                  <a:pt x="21600" y="4970"/>
                </a:lnTo>
                <a:lnTo>
                  <a:pt x="21600" y="9089"/>
                </a:lnTo>
                <a:lnTo>
                  <a:pt x="21600" y="13223"/>
                </a:lnTo>
                <a:lnTo>
                  <a:pt x="21600" y="17391"/>
                </a:lnTo>
                <a:lnTo>
                  <a:pt x="21600" y="21600"/>
                </a:lnTo>
                <a:lnTo>
                  <a:pt x="18926" y="20743"/>
                </a:lnTo>
                <a:lnTo>
                  <a:pt x="16252" y="19886"/>
                </a:lnTo>
                <a:lnTo>
                  <a:pt x="13569" y="19029"/>
                </a:lnTo>
                <a:lnTo>
                  <a:pt x="10882" y="18172"/>
                </a:lnTo>
                <a:lnTo>
                  <a:pt x="8182" y="17308"/>
                </a:lnTo>
                <a:lnTo>
                  <a:pt x="5469" y="16437"/>
                </a:lnTo>
                <a:lnTo>
                  <a:pt x="2743" y="15566"/>
                </a:lnTo>
                <a:lnTo>
                  <a:pt x="0" y="14688"/>
                </a:lnTo>
                <a:lnTo>
                  <a:pt x="2380" y="10112"/>
                </a:lnTo>
                <a:lnTo>
                  <a:pt x="4501" y="6553"/>
                </a:lnTo>
                <a:lnTo>
                  <a:pt x="6618" y="3885"/>
                </a:lnTo>
                <a:lnTo>
                  <a:pt x="9007" y="1991"/>
                </a:lnTo>
                <a:lnTo>
                  <a:pt x="11932" y="733"/>
                </a:lnTo>
                <a:lnTo>
                  <a:pt x="15660" y="0"/>
                </a:lnTo>
                <a:close/>
              </a:path>
            </a:pathLst>
          </a:custGeom>
          <a:solidFill>
            <a:srgbClr val="2E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0" name="contour_18908"/>
          <p:cNvSpPr/>
          <p:nvPr/>
        </p:nvSpPr>
        <p:spPr>
          <a:xfrm>
            <a:off x="10461355" y="298807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663" y="5983"/>
                </a:lnTo>
                <a:lnTo>
                  <a:pt x="19453" y="6745"/>
                </a:lnTo>
                <a:lnTo>
                  <a:pt x="17155" y="8181"/>
                </a:lnTo>
                <a:lnTo>
                  <a:pt x="12960" y="10800"/>
                </a:lnTo>
                <a:lnTo>
                  <a:pt x="11889" y="13473"/>
                </a:lnTo>
                <a:lnTo>
                  <a:pt x="10817" y="16162"/>
                </a:lnTo>
                <a:lnTo>
                  <a:pt x="9733" y="18862"/>
                </a:lnTo>
                <a:lnTo>
                  <a:pt x="8640" y="21600"/>
                </a:lnTo>
                <a:lnTo>
                  <a:pt x="7417" y="18544"/>
                </a:lnTo>
                <a:lnTo>
                  <a:pt x="6195" y="15487"/>
                </a:lnTo>
                <a:lnTo>
                  <a:pt x="4968" y="12420"/>
                </a:lnTo>
                <a:lnTo>
                  <a:pt x="3737" y="9342"/>
                </a:lnTo>
                <a:lnTo>
                  <a:pt x="2497" y="6248"/>
                </a:lnTo>
                <a:lnTo>
                  <a:pt x="1253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605E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1" name="contour_18909"/>
          <p:cNvSpPr/>
          <p:nvPr/>
        </p:nvSpPr>
        <p:spPr>
          <a:xfrm>
            <a:off x="5184849" y="298807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112"/>
                </a:lnTo>
                <a:lnTo>
                  <a:pt x="8584" y="2009"/>
                </a:lnTo>
                <a:lnTo>
                  <a:pt x="10441" y="3170"/>
                </a:lnTo>
                <a:lnTo>
                  <a:pt x="13228" y="5065"/>
                </a:lnTo>
                <a:lnTo>
                  <a:pt x="15582" y="6642"/>
                </a:lnTo>
                <a:lnTo>
                  <a:pt x="17971" y="8246"/>
                </a:lnTo>
                <a:lnTo>
                  <a:pt x="19773" y="9515"/>
                </a:lnTo>
                <a:lnTo>
                  <a:pt x="21600" y="10800"/>
                </a:lnTo>
                <a:lnTo>
                  <a:pt x="19462" y="12582"/>
                </a:lnTo>
                <a:lnTo>
                  <a:pt x="17319" y="14369"/>
                </a:lnTo>
                <a:lnTo>
                  <a:pt x="15168" y="16162"/>
                </a:lnTo>
                <a:lnTo>
                  <a:pt x="13008" y="17960"/>
                </a:lnTo>
                <a:lnTo>
                  <a:pt x="10835" y="19775"/>
                </a:lnTo>
                <a:lnTo>
                  <a:pt x="8640" y="21600"/>
                </a:lnTo>
                <a:lnTo>
                  <a:pt x="6687" y="18290"/>
                </a:lnTo>
                <a:lnTo>
                  <a:pt x="5262" y="15822"/>
                </a:lnTo>
                <a:lnTo>
                  <a:pt x="4117" y="13748"/>
                </a:lnTo>
                <a:lnTo>
                  <a:pt x="3020" y="11621"/>
                </a:lnTo>
                <a:lnTo>
                  <a:pt x="1728" y="8991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A896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2" name="contour_18910"/>
          <p:cNvSpPr/>
          <p:nvPr/>
        </p:nvSpPr>
        <p:spPr>
          <a:xfrm>
            <a:off x="8092757" y="296621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690" y="2445"/>
                </a:lnTo>
                <a:lnTo>
                  <a:pt x="9985" y="4890"/>
                </a:lnTo>
                <a:lnTo>
                  <a:pt x="12285" y="7344"/>
                </a:lnTo>
                <a:lnTo>
                  <a:pt x="14596" y="9806"/>
                </a:lnTo>
                <a:lnTo>
                  <a:pt x="16913" y="12282"/>
                </a:lnTo>
                <a:lnTo>
                  <a:pt x="19251" y="14770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670" y="18926"/>
                </a:lnTo>
                <a:lnTo>
                  <a:pt x="1339" y="16252"/>
                </a:lnTo>
                <a:lnTo>
                  <a:pt x="2009" y="13569"/>
                </a:lnTo>
                <a:lnTo>
                  <a:pt x="2678" y="10882"/>
                </a:lnTo>
                <a:lnTo>
                  <a:pt x="3353" y="8182"/>
                </a:lnTo>
                <a:lnTo>
                  <a:pt x="4034" y="5469"/>
                </a:lnTo>
                <a:lnTo>
                  <a:pt x="4714" y="2743"/>
                </a:lnTo>
                <a:lnTo>
                  <a:pt x="5400" y="0"/>
                </a:lnTo>
                <a:close/>
              </a:path>
            </a:pathLst>
          </a:custGeom>
          <a:solidFill>
            <a:srgbClr val="D2E3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3" name="contour_18911"/>
          <p:cNvSpPr/>
          <p:nvPr/>
        </p:nvSpPr>
        <p:spPr>
          <a:xfrm>
            <a:off x="8070893" y="296621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345" y="15698"/>
                </a:lnTo>
                <a:lnTo>
                  <a:pt x="5400" y="14175"/>
                </a:lnTo>
                <a:lnTo>
                  <a:pt x="8078" y="12501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CADA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4" name="contour_18912"/>
          <p:cNvSpPr/>
          <p:nvPr/>
        </p:nvSpPr>
        <p:spPr>
          <a:xfrm>
            <a:off x="7181758" y="297350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E3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5" name="contour_18913"/>
          <p:cNvSpPr/>
          <p:nvPr/>
        </p:nvSpPr>
        <p:spPr>
          <a:xfrm>
            <a:off x="6715327" y="2980789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093"/>
                </a:lnTo>
                <a:lnTo>
                  <a:pt x="21600" y="8199"/>
                </a:lnTo>
                <a:lnTo>
                  <a:pt x="21600" y="12319"/>
                </a:lnTo>
                <a:lnTo>
                  <a:pt x="21600" y="16474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575" y="15544"/>
                </a:lnTo>
                <a:lnTo>
                  <a:pt x="2381" y="11906"/>
                </a:lnTo>
                <a:lnTo>
                  <a:pt x="1561" y="8764"/>
                </a:lnTo>
                <a:lnTo>
                  <a:pt x="853" y="5126"/>
                </a:lnTo>
                <a:lnTo>
                  <a:pt x="0" y="0"/>
                </a:lnTo>
                <a:close/>
              </a:path>
            </a:pathLst>
          </a:custGeom>
          <a:solidFill>
            <a:srgbClr val="7326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6" name="contour_18914"/>
          <p:cNvSpPr/>
          <p:nvPr/>
        </p:nvSpPr>
        <p:spPr>
          <a:xfrm>
            <a:off x="9871027" y="296621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70" y="2052"/>
                </a:lnTo>
                <a:lnTo>
                  <a:pt x="6739" y="4117"/>
                </a:lnTo>
                <a:lnTo>
                  <a:pt x="7425" y="6212"/>
                </a:lnTo>
                <a:lnTo>
                  <a:pt x="9466" y="10161"/>
                </a:lnTo>
                <a:lnTo>
                  <a:pt x="11097" y="12489"/>
                </a:lnTo>
                <a:lnTo>
                  <a:pt x="13165" y="14109"/>
                </a:lnTo>
                <a:lnTo>
                  <a:pt x="16535" y="15932"/>
                </a:lnTo>
                <a:lnTo>
                  <a:pt x="19051" y="16602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363" y="18814"/>
                </a:lnTo>
                <a:lnTo>
                  <a:pt x="3353" y="16023"/>
                </a:lnTo>
                <a:lnTo>
                  <a:pt x="2365" y="13228"/>
                </a:lnTo>
                <a:lnTo>
                  <a:pt x="1939" y="12061"/>
                </a:lnTo>
                <a:lnTo>
                  <a:pt x="653" y="8523"/>
                </a:lnTo>
                <a:lnTo>
                  <a:pt x="329" y="6437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978A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7" name="contour_18915"/>
          <p:cNvSpPr/>
          <p:nvPr/>
        </p:nvSpPr>
        <p:spPr>
          <a:xfrm>
            <a:off x="10118819" y="296621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24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889" y="20444"/>
                </a:lnTo>
                <a:lnTo>
                  <a:pt x="16184" y="19273"/>
                </a:lnTo>
                <a:lnTo>
                  <a:pt x="13489" y="18079"/>
                </a:lnTo>
                <a:lnTo>
                  <a:pt x="10800" y="16875"/>
                </a:lnTo>
                <a:lnTo>
                  <a:pt x="9288" y="16216"/>
                </a:lnTo>
                <a:lnTo>
                  <a:pt x="4725" y="14218"/>
                </a:lnTo>
                <a:lnTo>
                  <a:pt x="355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545B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8" name="contour_18916"/>
          <p:cNvSpPr/>
          <p:nvPr/>
        </p:nvSpPr>
        <p:spPr>
          <a:xfrm>
            <a:off x="6882951" y="295163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5052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19" name="contour_18917"/>
          <p:cNvSpPr/>
          <p:nvPr/>
        </p:nvSpPr>
        <p:spPr>
          <a:xfrm>
            <a:off x="2641340" y="294434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8376" y="2108"/>
                </a:lnTo>
                <a:lnTo>
                  <a:pt x="19661" y="3711"/>
                </a:lnTo>
                <a:lnTo>
                  <a:pt x="20569" y="5616"/>
                </a:lnTo>
                <a:lnTo>
                  <a:pt x="21600" y="8640"/>
                </a:lnTo>
                <a:lnTo>
                  <a:pt x="19192" y="11051"/>
                </a:lnTo>
                <a:lnTo>
                  <a:pt x="16637" y="13319"/>
                </a:lnTo>
                <a:lnTo>
                  <a:pt x="13970" y="15483"/>
                </a:lnTo>
                <a:lnTo>
                  <a:pt x="11194" y="17561"/>
                </a:lnTo>
                <a:lnTo>
                  <a:pt x="8332" y="19591"/>
                </a:lnTo>
                <a:lnTo>
                  <a:pt x="5400" y="21600"/>
                </a:lnTo>
                <a:lnTo>
                  <a:pt x="3224" y="19492"/>
                </a:lnTo>
                <a:lnTo>
                  <a:pt x="1939" y="17889"/>
                </a:lnTo>
                <a:lnTo>
                  <a:pt x="1031" y="15984"/>
                </a:lnTo>
                <a:lnTo>
                  <a:pt x="0" y="12960"/>
                </a:lnTo>
                <a:lnTo>
                  <a:pt x="2408" y="10549"/>
                </a:lnTo>
                <a:lnTo>
                  <a:pt x="4963" y="8281"/>
                </a:lnTo>
                <a:lnTo>
                  <a:pt x="7630" y="6117"/>
                </a:lnTo>
                <a:lnTo>
                  <a:pt x="10406" y="4039"/>
                </a:lnTo>
                <a:lnTo>
                  <a:pt x="13268" y="2009"/>
                </a:lnTo>
                <a:lnTo>
                  <a:pt x="16200" y="0"/>
                </a:lnTo>
                <a:close/>
              </a:path>
            </a:pathLst>
          </a:custGeom>
          <a:solidFill>
            <a:srgbClr val="F6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0" name="contour_18918"/>
          <p:cNvSpPr/>
          <p:nvPr/>
        </p:nvSpPr>
        <p:spPr>
          <a:xfrm>
            <a:off x="2080164" y="2936077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C5C7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1" name="contour_18919"/>
          <p:cNvSpPr/>
          <p:nvPr/>
        </p:nvSpPr>
        <p:spPr>
          <a:xfrm>
            <a:off x="2029148" y="295163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413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2" name="contour_18920"/>
          <p:cNvSpPr/>
          <p:nvPr/>
        </p:nvSpPr>
        <p:spPr>
          <a:xfrm>
            <a:off x="2116604" y="2922485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7683" y="11635"/>
                </a:lnTo>
                <a:lnTo>
                  <a:pt x="14807" y="14854"/>
                </a:lnTo>
                <a:lnTo>
                  <a:pt x="12715" y="17114"/>
                </a:lnTo>
                <a:lnTo>
                  <a:pt x="11164" y="18670"/>
                </a:lnTo>
                <a:lnTo>
                  <a:pt x="9893" y="19764"/>
                </a:lnTo>
                <a:lnTo>
                  <a:pt x="8658" y="20657"/>
                </a:lnTo>
                <a:lnTo>
                  <a:pt x="7200" y="21600"/>
                </a:lnTo>
                <a:lnTo>
                  <a:pt x="4792" y="20210"/>
                </a:lnTo>
                <a:lnTo>
                  <a:pt x="3240" y="18994"/>
                </a:lnTo>
                <a:lnTo>
                  <a:pt x="1868" y="1728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765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3" name="contour_18921"/>
          <p:cNvSpPr/>
          <p:nvPr/>
        </p:nvSpPr>
        <p:spPr>
          <a:xfrm>
            <a:off x="1621021" y="290790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18926" y="12139"/>
                </a:lnTo>
                <a:lnTo>
                  <a:pt x="16252" y="13473"/>
                </a:lnTo>
                <a:lnTo>
                  <a:pt x="13569" y="14818"/>
                </a:lnTo>
                <a:lnTo>
                  <a:pt x="10882" y="16162"/>
                </a:lnTo>
                <a:lnTo>
                  <a:pt x="8182" y="17507"/>
                </a:lnTo>
                <a:lnTo>
                  <a:pt x="5469" y="18862"/>
                </a:lnTo>
                <a:lnTo>
                  <a:pt x="2743" y="20228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6A57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4" name="contour_18922"/>
          <p:cNvSpPr/>
          <p:nvPr/>
        </p:nvSpPr>
        <p:spPr>
          <a:xfrm>
            <a:off x="3975042" y="289333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4861" y="19462"/>
                </a:lnTo>
                <a:lnTo>
                  <a:pt x="13522" y="17310"/>
                </a:lnTo>
                <a:lnTo>
                  <a:pt x="12166" y="15150"/>
                </a:lnTo>
                <a:lnTo>
                  <a:pt x="10800" y="12960"/>
                </a:lnTo>
                <a:lnTo>
                  <a:pt x="7403" y="11375"/>
                </a:lnTo>
                <a:lnTo>
                  <a:pt x="5146" y="10394"/>
                </a:lnTo>
                <a:lnTo>
                  <a:pt x="3019" y="962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8679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5" name="contour_18923"/>
          <p:cNvSpPr/>
          <p:nvPr/>
        </p:nvSpPr>
        <p:spPr>
          <a:xfrm>
            <a:off x="10031363" y="28933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24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889" y="20444"/>
                </a:lnTo>
                <a:lnTo>
                  <a:pt x="16184" y="19273"/>
                </a:lnTo>
                <a:lnTo>
                  <a:pt x="13489" y="18079"/>
                </a:lnTo>
                <a:lnTo>
                  <a:pt x="10800" y="16875"/>
                </a:lnTo>
                <a:lnTo>
                  <a:pt x="9288" y="16216"/>
                </a:lnTo>
                <a:lnTo>
                  <a:pt x="4725" y="14218"/>
                </a:lnTo>
                <a:lnTo>
                  <a:pt x="355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5961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6" name="contour_18924"/>
          <p:cNvSpPr/>
          <p:nvPr/>
        </p:nvSpPr>
        <p:spPr>
          <a:xfrm>
            <a:off x="4638249" y="28933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7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7" name="contour_18925"/>
          <p:cNvSpPr/>
          <p:nvPr/>
        </p:nvSpPr>
        <p:spPr>
          <a:xfrm>
            <a:off x="7517006" y="2892349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E1E7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8" name="contour_18926"/>
          <p:cNvSpPr/>
          <p:nvPr/>
        </p:nvSpPr>
        <p:spPr>
          <a:xfrm>
            <a:off x="4528929" y="2886045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822" y="475"/>
                </a:lnTo>
                <a:lnTo>
                  <a:pt x="14861" y="957"/>
                </a:lnTo>
                <a:lnTo>
                  <a:pt x="17676" y="1728"/>
                </a:lnTo>
                <a:lnTo>
                  <a:pt x="21600" y="3086"/>
                </a:lnTo>
                <a:lnTo>
                  <a:pt x="21499" y="5249"/>
                </a:lnTo>
                <a:lnTo>
                  <a:pt x="21305" y="6823"/>
                </a:lnTo>
                <a:lnTo>
                  <a:pt x="20894" y="8260"/>
                </a:lnTo>
                <a:lnTo>
                  <a:pt x="20138" y="10013"/>
                </a:lnTo>
                <a:lnTo>
                  <a:pt x="18900" y="12534"/>
                </a:lnTo>
                <a:lnTo>
                  <a:pt x="18101" y="14228"/>
                </a:lnTo>
                <a:lnTo>
                  <a:pt x="17294" y="15932"/>
                </a:lnTo>
                <a:lnTo>
                  <a:pt x="16481" y="17660"/>
                </a:lnTo>
                <a:lnTo>
                  <a:pt x="15451" y="19616"/>
                </a:lnTo>
                <a:lnTo>
                  <a:pt x="14400" y="21600"/>
                </a:lnTo>
                <a:lnTo>
                  <a:pt x="10829" y="21600"/>
                </a:lnTo>
                <a:lnTo>
                  <a:pt x="7200" y="21600"/>
                </a:lnTo>
                <a:lnTo>
                  <a:pt x="6372" y="19789"/>
                </a:lnTo>
                <a:lnTo>
                  <a:pt x="5551" y="17977"/>
                </a:lnTo>
                <a:lnTo>
                  <a:pt x="4745" y="16163"/>
                </a:lnTo>
                <a:lnTo>
                  <a:pt x="3946" y="14349"/>
                </a:lnTo>
                <a:lnTo>
                  <a:pt x="3154" y="12534"/>
                </a:lnTo>
                <a:lnTo>
                  <a:pt x="2398" y="10849"/>
                </a:lnTo>
                <a:lnTo>
                  <a:pt x="1642" y="9155"/>
                </a:lnTo>
                <a:lnTo>
                  <a:pt x="871" y="7437"/>
                </a:lnTo>
                <a:lnTo>
                  <a:pt x="439" y="5277"/>
                </a:lnTo>
                <a:lnTo>
                  <a:pt x="0" y="3086"/>
                </a:lnTo>
                <a:lnTo>
                  <a:pt x="3571" y="1555"/>
                </a:lnTo>
                <a:lnTo>
                  <a:pt x="7200" y="0"/>
                </a:lnTo>
                <a:close/>
              </a:path>
            </a:pathLst>
          </a:custGeom>
          <a:solidFill>
            <a:srgbClr val="DBE3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29" name="contour_18927"/>
          <p:cNvSpPr/>
          <p:nvPr/>
        </p:nvSpPr>
        <p:spPr>
          <a:xfrm>
            <a:off x="4186394" y="2878757"/>
            <a:ext cx="51016" cy="210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105"/>
                </a:lnTo>
                <a:lnTo>
                  <a:pt x="6823" y="306"/>
                </a:lnTo>
                <a:lnTo>
                  <a:pt x="8260" y="732"/>
                </a:lnTo>
                <a:lnTo>
                  <a:pt x="10013" y="1516"/>
                </a:lnTo>
                <a:lnTo>
                  <a:pt x="12534" y="2800"/>
                </a:lnTo>
                <a:lnTo>
                  <a:pt x="13287" y="3166"/>
                </a:lnTo>
                <a:lnTo>
                  <a:pt x="14617" y="3815"/>
                </a:lnTo>
                <a:lnTo>
                  <a:pt x="17660" y="5309"/>
                </a:lnTo>
                <a:lnTo>
                  <a:pt x="19616" y="6376"/>
                </a:lnTo>
                <a:lnTo>
                  <a:pt x="21600" y="7466"/>
                </a:lnTo>
                <a:lnTo>
                  <a:pt x="18422" y="12170"/>
                </a:lnTo>
                <a:lnTo>
                  <a:pt x="15888" y="15799"/>
                </a:lnTo>
                <a:lnTo>
                  <a:pt x="13849" y="18457"/>
                </a:lnTo>
                <a:lnTo>
                  <a:pt x="12158" y="20249"/>
                </a:lnTo>
                <a:lnTo>
                  <a:pt x="10673" y="21264"/>
                </a:lnTo>
                <a:lnTo>
                  <a:pt x="9248" y="21600"/>
                </a:lnTo>
                <a:lnTo>
                  <a:pt x="7733" y="21376"/>
                </a:lnTo>
                <a:lnTo>
                  <a:pt x="5986" y="20674"/>
                </a:lnTo>
                <a:lnTo>
                  <a:pt x="3857" y="19599"/>
                </a:lnTo>
                <a:lnTo>
                  <a:pt x="1944" y="17284"/>
                </a:lnTo>
                <a:lnTo>
                  <a:pt x="0" y="14933"/>
                </a:lnTo>
                <a:lnTo>
                  <a:pt x="583" y="10401"/>
                </a:lnTo>
                <a:lnTo>
                  <a:pt x="1102" y="7339"/>
                </a:lnTo>
                <a:lnTo>
                  <a:pt x="1839" y="4338"/>
                </a:lnTo>
                <a:lnTo>
                  <a:pt x="3086" y="0"/>
                </a:lnTo>
                <a:close/>
              </a:path>
            </a:pathLst>
          </a:custGeom>
          <a:solidFill>
            <a:srgbClr val="CDD0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0" name="contour_18928"/>
          <p:cNvSpPr/>
          <p:nvPr/>
        </p:nvSpPr>
        <p:spPr>
          <a:xfrm>
            <a:off x="4703841" y="286418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C2C5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1" name="contour_18929"/>
          <p:cNvSpPr/>
          <p:nvPr/>
        </p:nvSpPr>
        <p:spPr>
          <a:xfrm>
            <a:off x="1183741" y="284231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540"/>
                </a:lnTo>
                <a:lnTo>
                  <a:pt x="7970" y="1051"/>
                </a:lnTo>
                <a:lnTo>
                  <a:pt x="9904" y="1822"/>
                </a:lnTo>
                <a:lnTo>
                  <a:pt x="12823" y="3154"/>
                </a:lnTo>
                <a:lnTo>
                  <a:pt x="15289" y="4255"/>
                </a:lnTo>
                <a:lnTo>
                  <a:pt x="17788" y="5371"/>
                </a:lnTo>
                <a:lnTo>
                  <a:pt x="19681" y="6278"/>
                </a:lnTo>
                <a:lnTo>
                  <a:pt x="21600" y="7200"/>
                </a:lnTo>
                <a:lnTo>
                  <a:pt x="19969" y="11981"/>
                </a:lnTo>
                <a:lnTo>
                  <a:pt x="18677" y="15077"/>
                </a:lnTo>
                <a:lnTo>
                  <a:pt x="17042" y="17834"/>
                </a:lnTo>
                <a:lnTo>
                  <a:pt x="14400" y="21600"/>
                </a:lnTo>
                <a:lnTo>
                  <a:pt x="12186" y="20095"/>
                </a:lnTo>
                <a:lnTo>
                  <a:pt x="10051" y="18360"/>
                </a:lnTo>
                <a:lnTo>
                  <a:pt x="7981" y="16423"/>
                </a:lnTo>
                <a:lnTo>
                  <a:pt x="5958" y="14314"/>
                </a:lnTo>
                <a:lnTo>
                  <a:pt x="3964" y="12053"/>
                </a:lnTo>
                <a:lnTo>
                  <a:pt x="1984" y="9677"/>
                </a:lnTo>
                <a:lnTo>
                  <a:pt x="0" y="7200"/>
                </a:lnTo>
                <a:lnTo>
                  <a:pt x="1786" y="3629"/>
                </a:lnTo>
                <a:lnTo>
                  <a:pt x="3600" y="0"/>
                </a:lnTo>
                <a:close/>
              </a:path>
            </a:pathLst>
          </a:custGeom>
          <a:solidFill>
            <a:srgbClr val="DFD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2" name="contour_18930"/>
          <p:cNvSpPr/>
          <p:nvPr/>
        </p:nvSpPr>
        <p:spPr>
          <a:xfrm>
            <a:off x="6868375" y="284231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444" y="2711"/>
                </a:lnTo>
                <a:lnTo>
                  <a:pt x="19273" y="5416"/>
                </a:lnTo>
                <a:lnTo>
                  <a:pt x="18079" y="8111"/>
                </a:lnTo>
                <a:lnTo>
                  <a:pt x="16875" y="10800"/>
                </a:lnTo>
                <a:lnTo>
                  <a:pt x="15557" y="13813"/>
                </a:lnTo>
                <a:lnTo>
                  <a:pt x="14218" y="16875"/>
                </a:lnTo>
                <a:lnTo>
                  <a:pt x="12523" y="1921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A5AD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3" name="contour_18931"/>
          <p:cNvSpPr/>
          <p:nvPr/>
        </p:nvSpPr>
        <p:spPr>
          <a:xfrm>
            <a:off x="7910557" y="2827741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35" y="0"/>
                </a:moveTo>
                <a:lnTo>
                  <a:pt x="13751" y="0"/>
                </a:lnTo>
                <a:lnTo>
                  <a:pt x="17187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1106" y="18889"/>
                </a:lnTo>
                <a:lnTo>
                  <a:pt x="2227" y="16184"/>
                </a:lnTo>
                <a:lnTo>
                  <a:pt x="3369" y="13489"/>
                </a:lnTo>
                <a:lnTo>
                  <a:pt x="4522" y="10800"/>
                </a:lnTo>
                <a:lnTo>
                  <a:pt x="5782" y="7787"/>
                </a:lnTo>
                <a:lnTo>
                  <a:pt x="7064" y="4725"/>
                </a:lnTo>
                <a:lnTo>
                  <a:pt x="8687" y="2381"/>
                </a:lnTo>
                <a:lnTo>
                  <a:pt x="10335" y="0"/>
                </a:lnTo>
                <a:close/>
              </a:path>
            </a:pathLst>
          </a:custGeom>
          <a:solidFill>
            <a:srgbClr val="A59E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4" name="contour_18932"/>
          <p:cNvSpPr/>
          <p:nvPr/>
        </p:nvSpPr>
        <p:spPr>
          <a:xfrm>
            <a:off x="7874118" y="2835029"/>
            <a:ext cx="29152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197" y="2762"/>
                </a:lnTo>
                <a:lnTo>
                  <a:pt x="16448" y="4785"/>
                </a:lnTo>
                <a:lnTo>
                  <a:pt x="18581" y="7056"/>
                </a:lnTo>
                <a:lnTo>
                  <a:pt x="21600" y="10562"/>
                </a:lnTo>
                <a:lnTo>
                  <a:pt x="20947" y="14069"/>
                </a:lnTo>
                <a:lnTo>
                  <a:pt x="20164" y="16340"/>
                </a:lnTo>
                <a:lnTo>
                  <a:pt x="18749" y="18363"/>
                </a:lnTo>
                <a:lnTo>
                  <a:pt x="16200" y="21125"/>
                </a:lnTo>
                <a:lnTo>
                  <a:pt x="12020" y="21442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42"/>
                </a:lnTo>
                <a:lnTo>
                  <a:pt x="0" y="21125"/>
                </a:lnTo>
                <a:lnTo>
                  <a:pt x="1528" y="18136"/>
                </a:lnTo>
                <a:lnTo>
                  <a:pt x="3056" y="15146"/>
                </a:lnTo>
                <a:lnTo>
                  <a:pt x="4590" y="12147"/>
                </a:lnTo>
                <a:lnTo>
                  <a:pt x="6129" y="9136"/>
                </a:lnTo>
                <a:lnTo>
                  <a:pt x="7679" y="6110"/>
                </a:lnTo>
                <a:lnTo>
                  <a:pt x="9234" y="3068"/>
                </a:lnTo>
                <a:lnTo>
                  <a:pt x="10800" y="0"/>
                </a:lnTo>
                <a:close/>
              </a:path>
            </a:pathLst>
          </a:custGeom>
          <a:solidFill>
            <a:srgbClr val="C7B3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5" name="contour_18933"/>
          <p:cNvSpPr/>
          <p:nvPr/>
        </p:nvSpPr>
        <p:spPr>
          <a:xfrm>
            <a:off x="7859542" y="282774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EEF3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6" name="contour_18934"/>
          <p:cNvSpPr/>
          <p:nvPr/>
        </p:nvSpPr>
        <p:spPr>
          <a:xfrm>
            <a:off x="4215546" y="283502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DC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7" name="contour_18935"/>
          <p:cNvSpPr/>
          <p:nvPr/>
        </p:nvSpPr>
        <p:spPr>
          <a:xfrm>
            <a:off x="3807418" y="282045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2673" y="9018"/>
                </a:lnTo>
                <a:lnTo>
                  <a:pt x="5351" y="7231"/>
                </a:lnTo>
                <a:lnTo>
                  <a:pt x="8041" y="5438"/>
                </a:lnTo>
                <a:lnTo>
                  <a:pt x="10741" y="3640"/>
                </a:lnTo>
                <a:lnTo>
                  <a:pt x="13457" y="1825"/>
                </a:lnTo>
                <a:lnTo>
                  <a:pt x="16200" y="0"/>
                </a:lnTo>
                <a:close/>
              </a:path>
            </a:pathLst>
          </a:custGeom>
          <a:solidFill>
            <a:srgbClr val="1E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8" name="contour_18936"/>
          <p:cNvSpPr/>
          <p:nvPr/>
        </p:nvSpPr>
        <p:spPr>
          <a:xfrm>
            <a:off x="5461792" y="282045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138"/>
                </a:lnTo>
                <a:lnTo>
                  <a:pt x="14369" y="4281"/>
                </a:lnTo>
                <a:lnTo>
                  <a:pt x="16157" y="6432"/>
                </a:lnTo>
                <a:lnTo>
                  <a:pt x="17960" y="8592"/>
                </a:lnTo>
                <a:lnTo>
                  <a:pt x="19775" y="10765"/>
                </a:lnTo>
                <a:lnTo>
                  <a:pt x="21600" y="12960"/>
                </a:lnTo>
                <a:lnTo>
                  <a:pt x="18031" y="12960"/>
                </a:lnTo>
                <a:lnTo>
                  <a:pt x="14440" y="12960"/>
                </a:lnTo>
                <a:lnTo>
                  <a:pt x="10800" y="12960"/>
                </a:lnTo>
                <a:lnTo>
                  <a:pt x="8818" y="15526"/>
                </a:lnTo>
                <a:lnTo>
                  <a:pt x="7592" y="17280"/>
                </a:lnTo>
                <a:lnTo>
                  <a:pt x="6626" y="19034"/>
                </a:lnTo>
                <a:lnTo>
                  <a:pt x="5400" y="21600"/>
                </a:lnTo>
                <a:lnTo>
                  <a:pt x="4196" y="18757"/>
                </a:lnTo>
                <a:lnTo>
                  <a:pt x="3067" y="15924"/>
                </a:lnTo>
                <a:lnTo>
                  <a:pt x="2047" y="13081"/>
                </a:lnTo>
                <a:lnTo>
                  <a:pt x="1166" y="10212"/>
                </a:lnTo>
                <a:lnTo>
                  <a:pt x="475" y="7296"/>
                </a:lnTo>
                <a:lnTo>
                  <a:pt x="0" y="4320"/>
                </a:lnTo>
                <a:lnTo>
                  <a:pt x="3019" y="2428"/>
                </a:lnTo>
                <a:lnTo>
                  <a:pt x="5146" y="1348"/>
                </a:lnTo>
                <a:lnTo>
                  <a:pt x="7403" y="674"/>
                </a:lnTo>
                <a:lnTo>
                  <a:pt x="10800" y="0"/>
                </a:lnTo>
                <a:close/>
              </a:path>
            </a:pathLst>
          </a:custGeom>
          <a:solidFill>
            <a:srgbClr val="4849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39" name="contour_18937"/>
          <p:cNvSpPr/>
          <p:nvPr/>
        </p:nvSpPr>
        <p:spPr>
          <a:xfrm>
            <a:off x="2160332" y="2819797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1618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0" name="contour_18938"/>
          <p:cNvSpPr/>
          <p:nvPr/>
        </p:nvSpPr>
        <p:spPr>
          <a:xfrm>
            <a:off x="5673144" y="281316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BEC5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1" name="contour_18939"/>
          <p:cNvSpPr/>
          <p:nvPr/>
        </p:nvSpPr>
        <p:spPr>
          <a:xfrm>
            <a:off x="1242045" y="280587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711" y="2673"/>
                </a:lnTo>
                <a:lnTo>
                  <a:pt x="10783" y="5362"/>
                </a:lnTo>
                <a:lnTo>
                  <a:pt x="11867" y="8062"/>
                </a:lnTo>
                <a:lnTo>
                  <a:pt x="12960" y="10800"/>
                </a:lnTo>
                <a:lnTo>
                  <a:pt x="15098" y="12139"/>
                </a:lnTo>
                <a:lnTo>
                  <a:pt x="17250" y="13478"/>
                </a:lnTo>
                <a:lnTo>
                  <a:pt x="19410" y="14834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6567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2" name="contour_18940"/>
          <p:cNvSpPr/>
          <p:nvPr/>
        </p:nvSpPr>
        <p:spPr>
          <a:xfrm>
            <a:off x="10818466" y="279130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2673" y="13527"/>
                </a:lnTo>
                <a:lnTo>
                  <a:pt x="5351" y="10849"/>
                </a:lnTo>
                <a:lnTo>
                  <a:pt x="8041" y="8159"/>
                </a:lnTo>
                <a:lnTo>
                  <a:pt x="10741" y="5459"/>
                </a:lnTo>
                <a:lnTo>
                  <a:pt x="13457" y="2743"/>
                </a:lnTo>
                <a:lnTo>
                  <a:pt x="16200" y="0"/>
                </a:lnTo>
                <a:close/>
              </a:path>
            </a:pathLst>
          </a:custGeom>
          <a:solidFill>
            <a:srgbClr val="D7AF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3" name="contour_18941"/>
          <p:cNvSpPr/>
          <p:nvPr/>
        </p:nvSpPr>
        <p:spPr>
          <a:xfrm>
            <a:off x="6795495" y="279858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064" y="2674"/>
                </a:lnTo>
                <a:lnTo>
                  <a:pt x="20529" y="5348"/>
                </a:lnTo>
                <a:lnTo>
                  <a:pt x="19993" y="8031"/>
                </a:lnTo>
                <a:lnTo>
                  <a:pt x="19457" y="10718"/>
                </a:lnTo>
                <a:lnTo>
                  <a:pt x="18917" y="13418"/>
                </a:lnTo>
                <a:lnTo>
                  <a:pt x="18373" y="16131"/>
                </a:lnTo>
                <a:lnTo>
                  <a:pt x="17829" y="18857"/>
                </a:lnTo>
                <a:lnTo>
                  <a:pt x="17280" y="21600"/>
                </a:lnTo>
                <a:lnTo>
                  <a:pt x="16835" y="19548"/>
                </a:lnTo>
                <a:lnTo>
                  <a:pt x="16386" y="17483"/>
                </a:lnTo>
                <a:lnTo>
                  <a:pt x="15932" y="15388"/>
                </a:lnTo>
                <a:lnTo>
                  <a:pt x="14429" y="12070"/>
                </a:lnTo>
                <a:lnTo>
                  <a:pt x="13172" y="9906"/>
                </a:lnTo>
                <a:lnTo>
                  <a:pt x="11694" y="8428"/>
                </a:lnTo>
                <a:lnTo>
                  <a:pt x="9530" y="7171"/>
                </a:lnTo>
                <a:lnTo>
                  <a:pt x="6212" y="5668"/>
                </a:lnTo>
                <a:lnTo>
                  <a:pt x="4160" y="5223"/>
                </a:lnTo>
                <a:lnTo>
                  <a:pt x="2095" y="4774"/>
                </a:lnTo>
                <a:lnTo>
                  <a:pt x="0" y="4320"/>
                </a:lnTo>
                <a:lnTo>
                  <a:pt x="2825" y="3318"/>
                </a:lnTo>
                <a:lnTo>
                  <a:pt x="5486" y="2445"/>
                </a:lnTo>
                <a:lnTo>
                  <a:pt x="8048" y="1702"/>
                </a:lnTo>
                <a:lnTo>
                  <a:pt x="10571" y="1093"/>
                </a:lnTo>
                <a:lnTo>
                  <a:pt x="13120" y="618"/>
                </a:lnTo>
                <a:lnTo>
                  <a:pt x="15768" y="276"/>
                </a:lnTo>
                <a:lnTo>
                  <a:pt x="18572" y="69"/>
                </a:lnTo>
                <a:lnTo>
                  <a:pt x="21600" y="0"/>
                </a:lnTo>
                <a:close/>
              </a:path>
            </a:pathLst>
          </a:custGeom>
          <a:solidFill>
            <a:srgbClr val="504F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4" name="contour_18942"/>
          <p:cNvSpPr/>
          <p:nvPr/>
        </p:nvSpPr>
        <p:spPr>
          <a:xfrm>
            <a:off x="2123236" y="2805877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1817" y="686"/>
                </a:lnTo>
                <a:lnTo>
                  <a:pt x="3100" y="1345"/>
                </a:lnTo>
                <a:lnTo>
                  <a:pt x="4700" y="2160"/>
                </a:lnTo>
                <a:lnTo>
                  <a:pt x="6976" y="3326"/>
                </a:lnTo>
                <a:lnTo>
                  <a:pt x="10309" y="5027"/>
                </a:lnTo>
                <a:lnTo>
                  <a:pt x="15057" y="7457"/>
                </a:lnTo>
                <a:lnTo>
                  <a:pt x="21600" y="10800"/>
                </a:lnTo>
                <a:lnTo>
                  <a:pt x="18838" y="14197"/>
                </a:lnTo>
                <a:lnTo>
                  <a:pt x="16815" y="16448"/>
                </a:lnTo>
                <a:lnTo>
                  <a:pt x="14544" y="18581"/>
                </a:lnTo>
                <a:lnTo>
                  <a:pt x="11038" y="21600"/>
                </a:lnTo>
                <a:lnTo>
                  <a:pt x="7531" y="20947"/>
                </a:lnTo>
                <a:lnTo>
                  <a:pt x="5260" y="20164"/>
                </a:lnTo>
                <a:lnTo>
                  <a:pt x="3237" y="18749"/>
                </a:lnTo>
                <a:lnTo>
                  <a:pt x="475" y="16200"/>
                </a:lnTo>
                <a:lnTo>
                  <a:pt x="158" y="12020"/>
                </a:lnTo>
                <a:lnTo>
                  <a:pt x="0" y="9088"/>
                </a:lnTo>
                <a:lnTo>
                  <a:pt x="0" y="6626"/>
                </a:lnTo>
                <a:lnTo>
                  <a:pt x="158" y="3856"/>
                </a:lnTo>
                <a:lnTo>
                  <a:pt x="475" y="0"/>
                </a:lnTo>
                <a:close/>
              </a:path>
            </a:pathLst>
          </a:custGeom>
          <a:solidFill>
            <a:srgbClr val="1D1F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5" name="contour_18943"/>
          <p:cNvSpPr/>
          <p:nvPr/>
        </p:nvSpPr>
        <p:spPr>
          <a:xfrm>
            <a:off x="1365941" y="278401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4" y="2446"/>
                </a:lnTo>
                <a:lnTo>
                  <a:pt x="17889" y="4385"/>
                </a:lnTo>
                <a:lnTo>
                  <a:pt x="19492" y="6836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20390" y="20995"/>
                </a:lnTo>
                <a:lnTo>
                  <a:pt x="19259" y="20428"/>
                </a:lnTo>
                <a:lnTo>
                  <a:pt x="17954" y="19780"/>
                </a:lnTo>
                <a:lnTo>
                  <a:pt x="16226" y="18911"/>
                </a:lnTo>
                <a:lnTo>
                  <a:pt x="13820" y="17712"/>
                </a:lnTo>
                <a:lnTo>
                  <a:pt x="10485" y="16043"/>
                </a:lnTo>
                <a:lnTo>
                  <a:pt x="5962" y="13781"/>
                </a:lnTo>
                <a:lnTo>
                  <a:pt x="0" y="10800"/>
                </a:lnTo>
                <a:lnTo>
                  <a:pt x="2536" y="8219"/>
                </a:lnTo>
                <a:lnTo>
                  <a:pt x="4441" y="6350"/>
                </a:lnTo>
                <a:lnTo>
                  <a:pt x="6074" y="4892"/>
                </a:lnTo>
                <a:lnTo>
                  <a:pt x="7802" y="3548"/>
                </a:lnTo>
                <a:lnTo>
                  <a:pt x="9975" y="2020"/>
                </a:lnTo>
                <a:lnTo>
                  <a:pt x="12960" y="0"/>
                </a:lnTo>
                <a:close/>
              </a:path>
            </a:pathLst>
          </a:custGeom>
          <a:solidFill>
            <a:srgbClr val="3E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6" name="contour_18944"/>
          <p:cNvSpPr/>
          <p:nvPr/>
        </p:nvSpPr>
        <p:spPr>
          <a:xfrm>
            <a:off x="1045269" y="279858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4B46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7" name="contour_18945"/>
          <p:cNvSpPr/>
          <p:nvPr/>
        </p:nvSpPr>
        <p:spPr>
          <a:xfrm>
            <a:off x="7232774" y="279130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3607" y="18776"/>
                </a:lnTo>
                <a:lnTo>
                  <a:pt x="2446" y="16708"/>
                </a:lnTo>
                <a:lnTo>
                  <a:pt x="1415" y="14386"/>
                </a:lnTo>
                <a:lnTo>
                  <a:pt x="0" y="10800"/>
                </a:lnTo>
                <a:lnTo>
                  <a:pt x="1415" y="7214"/>
                </a:lnTo>
                <a:lnTo>
                  <a:pt x="2446" y="4892"/>
                </a:lnTo>
                <a:lnTo>
                  <a:pt x="3607" y="2824"/>
                </a:lnTo>
                <a:lnTo>
                  <a:pt x="5400" y="0"/>
                </a:lnTo>
                <a:close/>
              </a:path>
            </a:pathLst>
          </a:custGeom>
          <a:solidFill>
            <a:srgbClr val="DFEC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8" name="contour_18946"/>
          <p:cNvSpPr/>
          <p:nvPr/>
        </p:nvSpPr>
        <p:spPr>
          <a:xfrm>
            <a:off x="3712674" y="277672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1112"/>
                </a:lnTo>
                <a:lnTo>
                  <a:pt x="7970" y="2009"/>
                </a:lnTo>
                <a:lnTo>
                  <a:pt x="9904" y="3170"/>
                </a:lnTo>
                <a:lnTo>
                  <a:pt x="12823" y="5065"/>
                </a:lnTo>
                <a:lnTo>
                  <a:pt x="14465" y="6113"/>
                </a:lnTo>
                <a:lnTo>
                  <a:pt x="16117" y="7177"/>
                </a:lnTo>
                <a:lnTo>
                  <a:pt x="17788" y="8246"/>
                </a:lnTo>
                <a:lnTo>
                  <a:pt x="19681" y="9515"/>
                </a:lnTo>
                <a:lnTo>
                  <a:pt x="21600" y="10800"/>
                </a:lnTo>
                <a:lnTo>
                  <a:pt x="19580" y="13522"/>
                </a:lnTo>
                <a:lnTo>
                  <a:pt x="18050" y="15476"/>
                </a:lnTo>
                <a:lnTo>
                  <a:pt x="16708" y="16961"/>
                </a:lnTo>
                <a:lnTo>
                  <a:pt x="15250" y="18279"/>
                </a:lnTo>
                <a:lnTo>
                  <a:pt x="13381" y="19721"/>
                </a:lnTo>
                <a:lnTo>
                  <a:pt x="10800" y="21600"/>
                </a:lnTo>
                <a:lnTo>
                  <a:pt x="8644" y="19381"/>
                </a:lnTo>
                <a:lnTo>
                  <a:pt x="6692" y="16940"/>
                </a:lnTo>
                <a:lnTo>
                  <a:pt x="4900" y="14299"/>
                </a:lnTo>
                <a:lnTo>
                  <a:pt x="3215" y="11480"/>
                </a:lnTo>
                <a:lnTo>
                  <a:pt x="1598" y="8510"/>
                </a:lnTo>
                <a:lnTo>
                  <a:pt x="0" y="5400"/>
                </a:lnTo>
                <a:lnTo>
                  <a:pt x="1786" y="2722"/>
                </a:lnTo>
                <a:lnTo>
                  <a:pt x="3600" y="0"/>
                </a:lnTo>
                <a:close/>
              </a:path>
            </a:pathLst>
          </a:custGeom>
          <a:solidFill>
            <a:srgbClr val="4D4E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49" name="contour_18947"/>
          <p:cNvSpPr/>
          <p:nvPr/>
        </p:nvSpPr>
        <p:spPr>
          <a:xfrm>
            <a:off x="7808526" y="27767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0" y="1031"/>
                </a:lnTo>
                <a:lnTo>
                  <a:pt x="17889" y="1939"/>
                </a:lnTo>
                <a:lnTo>
                  <a:pt x="19492" y="3224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429" y="20709"/>
                </a:lnTo>
                <a:lnTo>
                  <a:pt x="11573" y="19818"/>
                </a:lnTo>
                <a:lnTo>
                  <a:pt x="8705" y="18922"/>
                </a:lnTo>
                <a:lnTo>
                  <a:pt x="5823" y="18020"/>
                </a:lnTo>
                <a:lnTo>
                  <a:pt x="2925" y="17113"/>
                </a:lnTo>
                <a:lnTo>
                  <a:pt x="0" y="16200"/>
                </a:lnTo>
                <a:lnTo>
                  <a:pt x="2009" y="13268"/>
                </a:lnTo>
                <a:lnTo>
                  <a:pt x="4039" y="10406"/>
                </a:lnTo>
                <a:lnTo>
                  <a:pt x="6117" y="7630"/>
                </a:lnTo>
                <a:lnTo>
                  <a:pt x="8281" y="4963"/>
                </a:lnTo>
                <a:lnTo>
                  <a:pt x="10549" y="2408"/>
                </a:lnTo>
                <a:lnTo>
                  <a:pt x="12960" y="0"/>
                </a:lnTo>
                <a:close/>
              </a:path>
            </a:pathLst>
          </a:custGeom>
          <a:solidFill>
            <a:srgbClr val="E5EF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0" name="contour_18948"/>
          <p:cNvSpPr/>
          <p:nvPr/>
        </p:nvSpPr>
        <p:spPr>
          <a:xfrm>
            <a:off x="7036691" y="2769437"/>
            <a:ext cx="2846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06" y="0"/>
                </a:moveTo>
                <a:lnTo>
                  <a:pt x="6035" y="2009"/>
                </a:lnTo>
                <a:lnTo>
                  <a:pt x="7080" y="4052"/>
                </a:lnTo>
                <a:lnTo>
                  <a:pt x="9442" y="6813"/>
                </a:lnTo>
                <a:lnTo>
                  <a:pt x="11843" y="8843"/>
                </a:lnTo>
                <a:lnTo>
                  <a:pt x="14514" y="10385"/>
                </a:lnTo>
                <a:lnTo>
                  <a:pt x="17689" y="11677"/>
                </a:lnTo>
                <a:lnTo>
                  <a:pt x="21600" y="12960"/>
                </a:lnTo>
                <a:lnTo>
                  <a:pt x="18862" y="14386"/>
                </a:lnTo>
                <a:lnTo>
                  <a:pt x="16118" y="15816"/>
                </a:lnTo>
                <a:lnTo>
                  <a:pt x="13364" y="17250"/>
                </a:lnTo>
                <a:lnTo>
                  <a:pt x="10598" y="18688"/>
                </a:lnTo>
                <a:lnTo>
                  <a:pt x="7816" y="20140"/>
                </a:lnTo>
                <a:lnTo>
                  <a:pt x="5006" y="21600"/>
                </a:lnTo>
                <a:lnTo>
                  <a:pt x="2439" y="16641"/>
                </a:lnTo>
                <a:lnTo>
                  <a:pt x="808" y="13133"/>
                </a:lnTo>
                <a:lnTo>
                  <a:pt x="22" y="10562"/>
                </a:lnTo>
                <a:lnTo>
                  <a:pt x="0" y="8441"/>
                </a:lnTo>
                <a:lnTo>
                  <a:pt x="653" y="6255"/>
                </a:lnTo>
                <a:lnTo>
                  <a:pt x="1897" y="3508"/>
                </a:lnTo>
                <a:lnTo>
                  <a:pt x="3441" y="1767"/>
                </a:lnTo>
                <a:lnTo>
                  <a:pt x="5006" y="0"/>
                </a:lnTo>
                <a:close/>
              </a:path>
            </a:pathLst>
          </a:custGeom>
          <a:solidFill>
            <a:srgbClr val="59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1" name="contour_18949"/>
          <p:cNvSpPr/>
          <p:nvPr/>
        </p:nvSpPr>
        <p:spPr>
          <a:xfrm>
            <a:off x="5257729" y="27767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87" y="3564"/>
                </a:lnTo>
                <a:lnTo>
                  <a:pt x="20174" y="7133"/>
                </a:lnTo>
                <a:lnTo>
                  <a:pt x="19457" y="10719"/>
                </a:lnTo>
                <a:lnTo>
                  <a:pt x="18736" y="14321"/>
                </a:lnTo>
                <a:lnTo>
                  <a:pt x="18010" y="17944"/>
                </a:lnTo>
                <a:lnTo>
                  <a:pt x="17280" y="21600"/>
                </a:lnTo>
                <a:lnTo>
                  <a:pt x="16610" y="19089"/>
                </a:lnTo>
                <a:lnTo>
                  <a:pt x="15932" y="16535"/>
                </a:lnTo>
                <a:lnTo>
                  <a:pt x="13811" y="13090"/>
                </a:lnTo>
                <a:lnTo>
                  <a:pt x="11556" y="10606"/>
                </a:lnTo>
                <a:lnTo>
                  <a:pt x="9107" y="8840"/>
                </a:lnTo>
                <a:lnTo>
                  <a:pt x="6407" y="7549"/>
                </a:lnTo>
                <a:lnTo>
                  <a:pt x="3391" y="6485"/>
                </a:lnTo>
                <a:lnTo>
                  <a:pt x="0" y="5400"/>
                </a:lnTo>
                <a:lnTo>
                  <a:pt x="2825" y="4147"/>
                </a:lnTo>
                <a:lnTo>
                  <a:pt x="5486" y="3056"/>
                </a:lnTo>
                <a:lnTo>
                  <a:pt x="8048" y="2128"/>
                </a:lnTo>
                <a:lnTo>
                  <a:pt x="10571" y="1366"/>
                </a:lnTo>
                <a:lnTo>
                  <a:pt x="13120" y="772"/>
                </a:lnTo>
                <a:lnTo>
                  <a:pt x="15768" y="346"/>
                </a:lnTo>
                <a:lnTo>
                  <a:pt x="18572" y="86"/>
                </a:lnTo>
                <a:lnTo>
                  <a:pt x="21600" y="0"/>
                </a:lnTo>
                <a:close/>
              </a:path>
            </a:pathLst>
          </a:custGeom>
          <a:solidFill>
            <a:srgbClr val="5956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2" name="contour_18950"/>
          <p:cNvSpPr/>
          <p:nvPr/>
        </p:nvSpPr>
        <p:spPr>
          <a:xfrm>
            <a:off x="7014135" y="2768453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CCCD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3" name="contour_18951"/>
          <p:cNvSpPr/>
          <p:nvPr/>
        </p:nvSpPr>
        <p:spPr>
          <a:xfrm>
            <a:off x="4674689" y="275486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690" y="3056"/>
                </a:lnTo>
                <a:lnTo>
                  <a:pt x="9985" y="6113"/>
                </a:lnTo>
                <a:lnTo>
                  <a:pt x="12285" y="9180"/>
                </a:lnTo>
                <a:lnTo>
                  <a:pt x="14596" y="12258"/>
                </a:lnTo>
                <a:lnTo>
                  <a:pt x="16913" y="15352"/>
                </a:lnTo>
                <a:lnTo>
                  <a:pt x="19251" y="1846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9E8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4" name="contour_18952"/>
          <p:cNvSpPr/>
          <p:nvPr/>
        </p:nvSpPr>
        <p:spPr>
          <a:xfrm>
            <a:off x="3975042" y="276214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C3C8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5" name="contour_18953"/>
          <p:cNvSpPr/>
          <p:nvPr/>
        </p:nvSpPr>
        <p:spPr>
          <a:xfrm>
            <a:off x="2240500" y="2762149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957"/>
                </a:lnTo>
                <a:lnTo>
                  <a:pt x="13856" y="5913"/>
                </a:lnTo>
                <a:lnTo>
                  <a:pt x="15390" y="8880"/>
                </a:lnTo>
                <a:lnTo>
                  <a:pt x="16929" y="11858"/>
                </a:lnTo>
                <a:lnTo>
                  <a:pt x="18479" y="14851"/>
                </a:lnTo>
                <a:lnTo>
                  <a:pt x="20034" y="17860"/>
                </a:lnTo>
                <a:lnTo>
                  <a:pt x="21600" y="20895"/>
                </a:lnTo>
                <a:lnTo>
                  <a:pt x="17744" y="21365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65"/>
                </a:lnTo>
                <a:lnTo>
                  <a:pt x="5400" y="20895"/>
                </a:lnTo>
                <a:lnTo>
                  <a:pt x="3575" y="17008"/>
                </a:lnTo>
                <a:lnTo>
                  <a:pt x="2381" y="14250"/>
                </a:lnTo>
                <a:lnTo>
                  <a:pt x="1561" y="11868"/>
                </a:lnTo>
                <a:lnTo>
                  <a:pt x="853" y="9110"/>
                </a:lnTo>
                <a:lnTo>
                  <a:pt x="0" y="5224"/>
                </a:lnTo>
                <a:lnTo>
                  <a:pt x="2673" y="3928"/>
                </a:lnTo>
                <a:lnTo>
                  <a:pt x="5362" y="2633"/>
                </a:lnTo>
                <a:lnTo>
                  <a:pt x="8062" y="1322"/>
                </a:lnTo>
                <a:lnTo>
                  <a:pt x="10800" y="0"/>
                </a:lnTo>
                <a:close/>
              </a:path>
            </a:pathLst>
          </a:custGeom>
          <a:solidFill>
            <a:srgbClr val="1E1E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6" name="contour_18954"/>
          <p:cNvSpPr/>
          <p:nvPr/>
        </p:nvSpPr>
        <p:spPr>
          <a:xfrm>
            <a:off x="8362413" y="2762149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376" y="0"/>
                </a:lnTo>
                <a:lnTo>
                  <a:pt x="4756" y="0"/>
                </a:lnTo>
                <a:lnTo>
                  <a:pt x="7135" y="0"/>
                </a:lnTo>
                <a:lnTo>
                  <a:pt x="9522" y="0"/>
                </a:lnTo>
                <a:lnTo>
                  <a:pt x="11916" y="0"/>
                </a:lnTo>
                <a:lnTo>
                  <a:pt x="14321" y="0"/>
                </a:lnTo>
                <a:lnTo>
                  <a:pt x="16733" y="0"/>
                </a:lnTo>
                <a:lnTo>
                  <a:pt x="19159" y="0"/>
                </a:lnTo>
                <a:lnTo>
                  <a:pt x="21600" y="0"/>
                </a:lnTo>
                <a:lnTo>
                  <a:pt x="19562" y="3053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62"/>
                </a:lnTo>
                <a:lnTo>
                  <a:pt x="11365" y="15350"/>
                </a:lnTo>
                <a:lnTo>
                  <a:pt x="9292" y="18468"/>
                </a:lnTo>
                <a:lnTo>
                  <a:pt x="7200" y="21600"/>
                </a:lnTo>
                <a:lnTo>
                  <a:pt x="6012" y="18036"/>
                </a:lnTo>
                <a:lnTo>
                  <a:pt x="4820" y="14465"/>
                </a:lnTo>
                <a:lnTo>
                  <a:pt x="3625" y="10879"/>
                </a:lnTo>
                <a:lnTo>
                  <a:pt x="2426" y="7279"/>
                </a:lnTo>
                <a:lnTo>
                  <a:pt x="1217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D8E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7" name="contour_18955"/>
          <p:cNvSpPr/>
          <p:nvPr/>
        </p:nvSpPr>
        <p:spPr>
          <a:xfrm>
            <a:off x="7495142" y="2756143"/>
            <a:ext cx="43728" cy="2094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193"/>
                </a:moveTo>
                <a:lnTo>
                  <a:pt x="19188" y="9928"/>
                </a:lnTo>
                <a:lnTo>
                  <a:pt x="16934" y="13145"/>
                </a:lnTo>
                <a:lnTo>
                  <a:pt x="14767" y="15835"/>
                </a:lnTo>
                <a:lnTo>
                  <a:pt x="12629" y="18015"/>
                </a:lnTo>
                <a:lnTo>
                  <a:pt x="10447" y="19684"/>
                </a:lnTo>
                <a:lnTo>
                  <a:pt x="8161" y="20833"/>
                </a:lnTo>
                <a:lnTo>
                  <a:pt x="5702" y="21472"/>
                </a:lnTo>
                <a:lnTo>
                  <a:pt x="3002" y="21600"/>
                </a:lnTo>
                <a:lnTo>
                  <a:pt x="0" y="21224"/>
                </a:lnTo>
                <a:lnTo>
                  <a:pt x="0" y="16256"/>
                </a:lnTo>
                <a:lnTo>
                  <a:pt x="0" y="11258"/>
                </a:lnTo>
                <a:lnTo>
                  <a:pt x="0" y="6193"/>
                </a:lnTo>
                <a:lnTo>
                  <a:pt x="2639" y="3570"/>
                </a:lnTo>
                <a:lnTo>
                  <a:pt x="5090" y="1684"/>
                </a:lnTo>
                <a:lnTo>
                  <a:pt x="7405" y="511"/>
                </a:lnTo>
                <a:lnTo>
                  <a:pt x="9641" y="0"/>
                </a:lnTo>
                <a:lnTo>
                  <a:pt x="11855" y="128"/>
                </a:lnTo>
                <a:lnTo>
                  <a:pt x="14101" y="842"/>
                </a:lnTo>
                <a:lnTo>
                  <a:pt x="16438" y="2119"/>
                </a:lnTo>
                <a:lnTo>
                  <a:pt x="18918" y="3916"/>
                </a:lnTo>
                <a:lnTo>
                  <a:pt x="21600" y="6193"/>
                </a:lnTo>
                <a:close/>
              </a:path>
            </a:pathLst>
          </a:custGeom>
          <a:solidFill>
            <a:srgbClr val="E0ED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8" name="contour_18956"/>
          <p:cNvSpPr/>
          <p:nvPr/>
        </p:nvSpPr>
        <p:spPr>
          <a:xfrm>
            <a:off x="702734" y="273299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2009"/>
                </a:lnTo>
                <a:lnTo>
                  <a:pt x="10260" y="4052"/>
                </a:lnTo>
                <a:lnTo>
                  <a:pt x="12105" y="6813"/>
                </a:lnTo>
                <a:lnTo>
                  <a:pt x="13980" y="8843"/>
                </a:lnTo>
                <a:lnTo>
                  <a:pt x="16066" y="10385"/>
                </a:lnTo>
                <a:lnTo>
                  <a:pt x="18546" y="11677"/>
                </a:lnTo>
                <a:lnTo>
                  <a:pt x="21600" y="12960"/>
                </a:lnTo>
                <a:lnTo>
                  <a:pt x="19462" y="15098"/>
                </a:lnTo>
                <a:lnTo>
                  <a:pt x="17310" y="17250"/>
                </a:lnTo>
                <a:lnTo>
                  <a:pt x="15150" y="19410"/>
                </a:lnTo>
                <a:lnTo>
                  <a:pt x="12960" y="21600"/>
                </a:lnTo>
                <a:lnTo>
                  <a:pt x="10822" y="19462"/>
                </a:lnTo>
                <a:lnTo>
                  <a:pt x="8679" y="17319"/>
                </a:lnTo>
                <a:lnTo>
                  <a:pt x="6528" y="15168"/>
                </a:lnTo>
                <a:lnTo>
                  <a:pt x="4368" y="13008"/>
                </a:lnTo>
                <a:lnTo>
                  <a:pt x="2195" y="10835"/>
                </a:lnTo>
                <a:lnTo>
                  <a:pt x="0" y="8640"/>
                </a:lnTo>
                <a:lnTo>
                  <a:pt x="2856" y="8640"/>
                </a:lnTo>
                <a:lnTo>
                  <a:pt x="5728" y="8640"/>
                </a:lnTo>
                <a:lnTo>
                  <a:pt x="8640" y="8640"/>
                </a:lnTo>
                <a:lnTo>
                  <a:pt x="8640" y="5784"/>
                </a:lnTo>
                <a:lnTo>
                  <a:pt x="8640" y="2912"/>
                </a:lnTo>
                <a:lnTo>
                  <a:pt x="8640" y="0"/>
                </a:lnTo>
                <a:close/>
              </a:path>
            </a:pathLst>
          </a:custGeom>
          <a:solidFill>
            <a:srgbClr val="A29C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59" name="contour_18957"/>
          <p:cNvSpPr/>
          <p:nvPr/>
        </p:nvSpPr>
        <p:spPr>
          <a:xfrm>
            <a:off x="5257729" y="273299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794"/>
                </a:lnTo>
                <a:lnTo>
                  <a:pt x="7781" y="1588"/>
                </a:lnTo>
                <a:lnTo>
                  <a:pt x="9428" y="2689"/>
                </a:lnTo>
                <a:lnTo>
                  <a:pt x="11983" y="4390"/>
                </a:lnTo>
                <a:lnTo>
                  <a:pt x="15887" y="6993"/>
                </a:lnTo>
                <a:lnTo>
                  <a:pt x="21600" y="10800"/>
                </a:lnTo>
                <a:lnTo>
                  <a:pt x="20261" y="13473"/>
                </a:lnTo>
                <a:lnTo>
                  <a:pt x="18922" y="16162"/>
                </a:lnTo>
                <a:lnTo>
                  <a:pt x="17566" y="18862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4C4A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0" name="contour_18958"/>
          <p:cNvSpPr/>
          <p:nvPr/>
        </p:nvSpPr>
        <p:spPr>
          <a:xfrm>
            <a:off x="10723722" y="2717765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D7BE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1" name="contour_18959"/>
          <p:cNvSpPr/>
          <p:nvPr/>
        </p:nvSpPr>
        <p:spPr>
          <a:xfrm>
            <a:off x="1839005" y="2703845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3C3B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2" name="contour_18960"/>
          <p:cNvSpPr/>
          <p:nvPr/>
        </p:nvSpPr>
        <p:spPr>
          <a:xfrm>
            <a:off x="2415412" y="2702861"/>
            <a:ext cx="36440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930"/>
                </a:moveTo>
                <a:lnTo>
                  <a:pt x="12113" y="310"/>
                </a:lnTo>
                <a:lnTo>
                  <a:pt x="14524" y="0"/>
                </a:lnTo>
                <a:lnTo>
                  <a:pt x="16494" y="0"/>
                </a:lnTo>
                <a:lnTo>
                  <a:pt x="18645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775" y="16384"/>
                </a:lnTo>
                <a:lnTo>
                  <a:pt x="16705" y="17390"/>
                </a:lnTo>
                <a:lnTo>
                  <a:pt x="14386" y="18134"/>
                </a:lnTo>
                <a:lnTo>
                  <a:pt x="10800" y="19016"/>
                </a:lnTo>
                <a:lnTo>
                  <a:pt x="7785" y="19795"/>
                </a:lnTo>
                <a:lnTo>
                  <a:pt x="4726" y="20580"/>
                </a:lnTo>
                <a:lnTo>
                  <a:pt x="2380" y="21090"/>
                </a:lnTo>
                <a:lnTo>
                  <a:pt x="0" y="21600"/>
                </a:lnTo>
                <a:lnTo>
                  <a:pt x="1503" y="17197"/>
                </a:lnTo>
                <a:lnTo>
                  <a:pt x="2657" y="13945"/>
                </a:lnTo>
                <a:lnTo>
                  <a:pt x="3711" y="11265"/>
                </a:lnTo>
                <a:lnTo>
                  <a:pt x="4899" y="8585"/>
                </a:lnTo>
                <a:lnTo>
                  <a:pt x="6463" y="5333"/>
                </a:lnTo>
                <a:lnTo>
                  <a:pt x="8640" y="930"/>
                </a:lnTo>
                <a:close/>
              </a:path>
            </a:pathLst>
          </a:custGeom>
          <a:solidFill>
            <a:srgbClr val="6D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3" name="contour_18961"/>
          <p:cNvSpPr/>
          <p:nvPr/>
        </p:nvSpPr>
        <p:spPr>
          <a:xfrm>
            <a:off x="6984983" y="268926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663" y="778"/>
                </a:lnTo>
                <a:lnTo>
                  <a:pt x="19453" y="1793"/>
                </a:lnTo>
                <a:lnTo>
                  <a:pt x="17155" y="3708"/>
                </a:lnTo>
                <a:lnTo>
                  <a:pt x="12960" y="7200"/>
                </a:lnTo>
                <a:lnTo>
                  <a:pt x="12960" y="11959"/>
                </a:lnTo>
                <a:lnTo>
                  <a:pt x="12960" y="16747"/>
                </a:lnTo>
                <a:lnTo>
                  <a:pt x="12960" y="21600"/>
                </a:lnTo>
                <a:lnTo>
                  <a:pt x="9746" y="20246"/>
                </a:lnTo>
                <a:lnTo>
                  <a:pt x="7465" y="19195"/>
                </a:lnTo>
                <a:lnTo>
                  <a:pt x="5495" y="18101"/>
                </a:lnTo>
                <a:lnTo>
                  <a:pt x="3214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B5E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4" name="contour_18962"/>
          <p:cNvSpPr/>
          <p:nvPr/>
        </p:nvSpPr>
        <p:spPr>
          <a:xfrm>
            <a:off x="6933967" y="269655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444" y="2711"/>
                </a:lnTo>
                <a:lnTo>
                  <a:pt x="19273" y="5416"/>
                </a:lnTo>
                <a:lnTo>
                  <a:pt x="18079" y="8111"/>
                </a:lnTo>
                <a:lnTo>
                  <a:pt x="16875" y="10800"/>
                </a:lnTo>
                <a:lnTo>
                  <a:pt x="15557" y="13813"/>
                </a:lnTo>
                <a:lnTo>
                  <a:pt x="14218" y="16875"/>
                </a:lnTo>
                <a:lnTo>
                  <a:pt x="12523" y="1921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B2A2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5" name="contour_18963"/>
          <p:cNvSpPr/>
          <p:nvPr/>
        </p:nvSpPr>
        <p:spPr>
          <a:xfrm>
            <a:off x="1905252" y="2703845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093"/>
                </a:lnTo>
                <a:lnTo>
                  <a:pt x="21600" y="8199"/>
                </a:lnTo>
                <a:lnTo>
                  <a:pt x="21600" y="12319"/>
                </a:lnTo>
                <a:lnTo>
                  <a:pt x="21600" y="16474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575" y="15544"/>
                </a:lnTo>
                <a:lnTo>
                  <a:pt x="2381" y="11906"/>
                </a:lnTo>
                <a:lnTo>
                  <a:pt x="1561" y="8764"/>
                </a:lnTo>
                <a:lnTo>
                  <a:pt x="853" y="5126"/>
                </a:lnTo>
                <a:lnTo>
                  <a:pt x="0" y="0"/>
                </a:lnTo>
                <a:close/>
              </a:path>
            </a:pathLst>
          </a:custGeom>
          <a:solidFill>
            <a:srgbClr val="292A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6" name="contour_18964"/>
          <p:cNvSpPr/>
          <p:nvPr/>
        </p:nvSpPr>
        <p:spPr>
          <a:xfrm>
            <a:off x="1096285" y="268198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6" y="1464"/>
                </a:lnTo>
                <a:lnTo>
                  <a:pt x="5422" y="2946"/>
                </a:lnTo>
                <a:lnTo>
                  <a:pt x="8116" y="4437"/>
                </a:lnTo>
                <a:lnTo>
                  <a:pt x="10800" y="5940"/>
                </a:lnTo>
                <a:lnTo>
                  <a:pt x="12312" y="6774"/>
                </a:lnTo>
                <a:lnTo>
                  <a:pt x="16875" y="9279"/>
                </a:lnTo>
                <a:lnTo>
                  <a:pt x="19219" y="11107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7744" y="21047"/>
                </a:lnTo>
                <a:lnTo>
                  <a:pt x="14974" y="20546"/>
                </a:lnTo>
                <a:lnTo>
                  <a:pt x="12512" y="19889"/>
                </a:lnTo>
                <a:lnTo>
                  <a:pt x="9580" y="18870"/>
                </a:lnTo>
                <a:lnTo>
                  <a:pt x="5400" y="17280"/>
                </a:lnTo>
                <a:lnTo>
                  <a:pt x="3980" y="14429"/>
                </a:lnTo>
                <a:lnTo>
                  <a:pt x="2867" y="11629"/>
                </a:lnTo>
                <a:lnTo>
                  <a:pt x="1982" y="8839"/>
                </a:lnTo>
                <a:lnTo>
                  <a:pt x="1258" y="6005"/>
                </a:lnTo>
                <a:lnTo>
                  <a:pt x="621" y="3076"/>
                </a:lnTo>
                <a:lnTo>
                  <a:pt x="0" y="0"/>
                </a:lnTo>
                <a:close/>
              </a:path>
            </a:pathLst>
          </a:custGeom>
          <a:solidFill>
            <a:srgbClr val="545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7" name="contour_18965"/>
          <p:cNvSpPr/>
          <p:nvPr/>
        </p:nvSpPr>
        <p:spPr>
          <a:xfrm>
            <a:off x="914086" y="267469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3" y="2138"/>
                </a:lnTo>
                <a:lnTo>
                  <a:pt x="5351" y="4281"/>
                </a:lnTo>
                <a:lnTo>
                  <a:pt x="8030" y="6424"/>
                </a:lnTo>
                <a:lnTo>
                  <a:pt x="10719" y="8575"/>
                </a:lnTo>
                <a:lnTo>
                  <a:pt x="13419" y="10735"/>
                </a:lnTo>
                <a:lnTo>
                  <a:pt x="16130" y="12904"/>
                </a:lnTo>
                <a:lnTo>
                  <a:pt x="18857" y="15085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1D1E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8" name="contour_18966"/>
          <p:cNvSpPr/>
          <p:nvPr/>
        </p:nvSpPr>
        <p:spPr>
          <a:xfrm>
            <a:off x="11088122" y="2689269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093"/>
                </a:lnTo>
                <a:lnTo>
                  <a:pt x="21600" y="8199"/>
                </a:lnTo>
                <a:lnTo>
                  <a:pt x="21600" y="12319"/>
                </a:lnTo>
                <a:lnTo>
                  <a:pt x="21600" y="16474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575" y="15544"/>
                </a:lnTo>
                <a:lnTo>
                  <a:pt x="2381" y="11906"/>
                </a:lnTo>
                <a:lnTo>
                  <a:pt x="1561" y="8764"/>
                </a:lnTo>
                <a:lnTo>
                  <a:pt x="853" y="5126"/>
                </a:lnTo>
                <a:lnTo>
                  <a:pt x="0" y="0"/>
                </a:lnTo>
                <a:close/>
              </a:path>
            </a:pathLst>
          </a:custGeom>
          <a:solidFill>
            <a:srgbClr val="4044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69" name="contour_18967"/>
          <p:cNvSpPr/>
          <p:nvPr/>
        </p:nvSpPr>
        <p:spPr>
          <a:xfrm>
            <a:off x="4864177" y="2667405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038"/>
                </a:lnTo>
                <a:lnTo>
                  <a:pt x="11275" y="4075"/>
                </a:lnTo>
                <a:lnTo>
                  <a:pt x="13320" y="6120"/>
                </a:lnTo>
                <a:lnTo>
                  <a:pt x="15372" y="8172"/>
                </a:lnTo>
                <a:lnTo>
                  <a:pt x="17438" y="10235"/>
                </a:lnTo>
                <a:lnTo>
                  <a:pt x="19512" y="12308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5" y="16780"/>
                </a:lnTo>
                <a:lnTo>
                  <a:pt x="10879" y="17975"/>
                </a:lnTo>
                <a:lnTo>
                  <a:pt x="7279" y="19174"/>
                </a:lnTo>
                <a:lnTo>
                  <a:pt x="3658" y="20383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76" y="14465"/>
                </a:lnTo>
                <a:lnTo>
                  <a:pt x="3175" y="12078"/>
                </a:lnTo>
                <a:lnTo>
                  <a:pt x="3974" y="9684"/>
                </a:lnTo>
                <a:lnTo>
                  <a:pt x="4774" y="7279"/>
                </a:lnTo>
                <a:lnTo>
                  <a:pt x="5580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EF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0" name="contour_18968"/>
          <p:cNvSpPr/>
          <p:nvPr/>
        </p:nvSpPr>
        <p:spPr>
          <a:xfrm>
            <a:off x="6890239" y="267469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332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1" name="contour_18969"/>
          <p:cNvSpPr/>
          <p:nvPr/>
        </p:nvSpPr>
        <p:spPr>
          <a:xfrm>
            <a:off x="1963556" y="266740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553" y="3548"/>
                </a:lnTo>
                <a:lnTo>
                  <a:pt x="17719" y="6350"/>
                </a:lnTo>
                <a:lnTo>
                  <a:pt x="18900" y="10800"/>
                </a:lnTo>
                <a:lnTo>
                  <a:pt x="19714" y="13813"/>
                </a:lnTo>
                <a:lnTo>
                  <a:pt x="20534" y="16875"/>
                </a:lnTo>
                <a:lnTo>
                  <a:pt x="21067" y="1921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C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2" name="contour_18970"/>
          <p:cNvSpPr/>
          <p:nvPr/>
        </p:nvSpPr>
        <p:spPr>
          <a:xfrm>
            <a:off x="1562717" y="267469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7572" y="11484"/>
                </a:lnTo>
                <a:lnTo>
                  <a:pt x="14364" y="14825"/>
                </a:lnTo>
                <a:lnTo>
                  <a:pt x="11801" y="17330"/>
                </a:lnTo>
                <a:lnTo>
                  <a:pt x="9702" y="19130"/>
                </a:lnTo>
                <a:lnTo>
                  <a:pt x="7895" y="20333"/>
                </a:lnTo>
                <a:lnTo>
                  <a:pt x="6199" y="21067"/>
                </a:lnTo>
                <a:lnTo>
                  <a:pt x="4439" y="21442"/>
                </a:lnTo>
                <a:lnTo>
                  <a:pt x="2430" y="2157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827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3" name="contour_18971"/>
          <p:cNvSpPr/>
          <p:nvPr/>
        </p:nvSpPr>
        <p:spPr>
          <a:xfrm>
            <a:off x="2036436" y="266011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112"/>
                </a:lnTo>
                <a:lnTo>
                  <a:pt x="8588" y="2009"/>
                </a:lnTo>
                <a:lnTo>
                  <a:pt x="10441" y="3170"/>
                </a:lnTo>
                <a:lnTo>
                  <a:pt x="13228" y="5065"/>
                </a:lnTo>
                <a:lnTo>
                  <a:pt x="15582" y="6642"/>
                </a:lnTo>
                <a:lnTo>
                  <a:pt x="17971" y="8246"/>
                </a:lnTo>
                <a:lnTo>
                  <a:pt x="19773" y="9515"/>
                </a:lnTo>
                <a:lnTo>
                  <a:pt x="21600" y="10800"/>
                </a:lnTo>
                <a:lnTo>
                  <a:pt x="19462" y="12582"/>
                </a:lnTo>
                <a:lnTo>
                  <a:pt x="17319" y="14369"/>
                </a:lnTo>
                <a:lnTo>
                  <a:pt x="15168" y="16162"/>
                </a:lnTo>
                <a:lnTo>
                  <a:pt x="13008" y="17960"/>
                </a:lnTo>
                <a:lnTo>
                  <a:pt x="10835" y="19775"/>
                </a:lnTo>
                <a:lnTo>
                  <a:pt x="8640" y="21600"/>
                </a:lnTo>
                <a:lnTo>
                  <a:pt x="6687" y="18290"/>
                </a:lnTo>
                <a:lnTo>
                  <a:pt x="5262" y="15822"/>
                </a:lnTo>
                <a:lnTo>
                  <a:pt x="4121" y="13748"/>
                </a:lnTo>
                <a:lnTo>
                  <a:pt x="3020" y="11621"/>
                </a:lnTo>
                <a:lnTo>
                  <a:pt x="1728" y="8991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0B090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4" name="contour_18972"/>
          <p:cNvSpPr/>
          <p:nvPr/>
        </p:nvSpPr>
        <p:spPr>
          <a:xfrm>
            <a:off x="775614" y="2667405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45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4C4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5" name="contour_18973"/>
          <p:cNvSpPr/>
          <p:nvPr/>
        </p:nvSpPr>
        <p:spPr>
          <a:xfrm>
            <a:off x="4565369" y="265282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0822" y="19818"/>
                </a:lnTo>
                <a:lnTo>
                  <a:pt x="8679" y="18031"/>
                </a:lnTo>
                <a:lnTo>
                  <a:pt x="6528" y="16238"/>
                </a:lnTo>
                <a:lnTo>
                  <a:pt x="4368" y="14440"/>
                </a:lnTo>
                <a:lnTo>
                  <a:pt x="2195" y="12625"/>
                </a:lnTo>
                <a:lnTo>
                  <a:pt x="0" y="10800"/>
                </a:lnTo>
                <a:lnTo>
                  <a:pt x="3940" y="7236"/>
                </a:lnTo>
                <a:lnTo>
                  <a:pt x="7020" y="4558"/>
                </a:lnTo>
                <a:lnTo>
                  <a:pt x="9491" y="2635"/>
                </a:lnTo>
                <a:lnTo>
                  <a:pt x="11612" y="1350"/>
                </a:lnTo>
                <a:lnTo>
                  <a:pt x="13625" y="567"/>
                </a:lnTo>
                <a:lnTo>
                  <a:pt x="15794" y="167"/>
                </a:lnTo>
                <a:lnTo>
                  <a:pt x="18369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282A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6" name="contour_18974"/>
          <p:cNvSpPr/>
          <p:nvPr/>
        </p:nvSpPr>
        <p:spPr>
          <a:xfrm>
            <a:off x="11306762" y="264554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0C7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7" name="contour_18975"/>
          <p:cNvSpPr/>
          <p:nvPr/>
        </p:nvSpPr>
        <p:spPr>
          <a:xfrm>
            <a:off x="5068241" y="262367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DFE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8" name="contour_18976"/>
          <p:cNvSpPr/>
          <p:nvPr/>
        </p:nvSpPr>
        <p:spPr>
          <a:xfrm>
            <a:off x="4579945" y="262367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5353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79" name="contour_18977"/>
          <p:cNvSpPr/>
          <p:nvPr/>
        </p:nvSpPr>
        <p:spPr>
          <a:xfrm>
            <a:off x="9922043" y="261638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3" y="2673"/>
                </a:lnTo>
                <a:lnTo>
                  <a:pt x="5351" y="5351"/>
                </a:lnTo>
                <a:lnTo>
                  <a:pt x="8030" y="8030"/>
                </a:lnTo>
                <a:lnTo>
                  <a:pt x="10719" y="10719"/>
                </a:lnTo>
                <a:lnTo>
                  <a:pt x="13419" y="13419"/>
                </a:lnTo>
                <a:lnTo>
                  <a:pt x="16130" y="16130"/>
                </a:lnTo>
                <a:lnTo>
                  <a:pt x="18857" y="1885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AE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0" name="contour_18978"/>
          <p:cNvSpPr/>
          <p:nvPr/>
        </p:nvSpPr>
        <p:spPr>
          <a:xfrm>
            <a:off x="5184849" y="2616389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270"/>
                </a:lnTo>
                <a:lnTo>
                  <a:pt x="2084" y="524"/>
                </a:lnTo>
                <a:lnTo>
                  <a:pt x="3175" y="794"/>
                </a:lnTo>
                <a:lnTo>
                  <a:pt x="4536" y="1134"/>
                </a:lnTo>
                <a:lnTo>
                  <a:pt x="6343" y="1588"/>
                </a:lnTo>
                <a:lnTo>
                  <a:pt x="8777" y="2192"/>
                </a:lnTo>
                <a:lnTo>
                  <a:pt x="12010" y="3002"/>
                </a:lnTo>
                <a:lnTo>
                  <a:pt x="16225" y="4055"/>
                </a:lnTo>
                <a:lnTo>
                  <a:pt x="21600" y="5400"/>
                </a:lnTo>
                <a:lnTo>
                  <a:pt x="20840" y="5697"/>
                </a:lnTo>
                <a:lnTo>
                  <a:pt x="19498" y="6221"/>
                </a:lnTo>
                <a:lnTo>
                  <a:pt x="16423" y="7425"/>
                </a:lnTo>
                <a:lnTo>
                  <a:pt x="13133" y="9466"/>
                </a:lnTo>
                <a:lnTo>
                  <a:pt x="11192" y="11097"/>
                </a:lnTo>
                <a:lnTo>
                  <a:pt x="9842" y="13165"/>
                </a:lnTo>
                <a:lnTo>
                  <a:pt x="8323" y="16535"/>
                </a:lnTo>
                <a:lnTo>
                  <a:pt x="7765" y="19051"/>
                </a:lnTo>
                <a:lnTo>
                  <a:pt x="7200" y="21600"/>
                </a:lnTo>
                <a:lnTo>
                  <a:pt x="7200" y="18031"/>
                </a:lnTo>
                <a:lnTo>
                  <a:pt x="7200" y="14440"/>
                </a:lnTo>
                <a:lnTo>
                  <a:pt x="7200" y="10800"/>
                </a:lnTo>
                <a:lnTo>
                  <a:pt x="4820" y="10800"/>
                </a:lnTo>
                <a:lnTo>
                  <a:pt x="2426" y="10800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4845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1" name="contour_18979"/>
          <p:cNvSpPr/>
          <p:nvPr/>
        </p:nvSpPr>
        <p:spPr>
          <a:xfrm>
            <a:off x="4485201" y="261638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1832"/>
                </a:lnTo>
                <a:lnTo>
                  <a:pt x="6113" y="3668"/>
                </a:lnTo>
                <a:lnTo>
                  <a:pt x="9180" y="5508"/>
                </a:lnTo>
                <a:lnTo>
                  <a:pt x="12258" y="7357"/>
                </a:lnTo>
                <a:lnTo>
                  <a:pt x="15352" y="9210"/>
                </a:lnTo>
                <a:lnTo>
                  <a:pt x="18463" y="11081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1F22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2" name="contour_18980"/>
          <p:cNvSpPr/>
          <p:nvPr/>
        </p:nvSpPr>
        <p:spPr>
          <a:xfrm>
            <a:off x="1548141" y="258723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E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3" name="contour_18981"/>
          <p:cNvSpPr/>
          <p:nvPr/>
        </p:nvSpPr>
        <p:spPr>
          <a:xfrm>
            <a:off x="1242045" y="259452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9799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4" name="contour_18982"/>
          <p:cNvSpPr/>
          <p:nvPr/>
        </p:nvSpPr>
        <p:spPr>
          <a:xfrm>
            <a:off x="3778266" y="2579949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35" y="0"/>
                </a:moveTo>
                <a:lnTo>
                  <a:pt x="13751" y="0"/>
                </a:lnTo>
                <a:lnTo>
                  <a:pt x="17187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1106" y="18889"/>
                </a:lnTo>
                <a:lnTo>
                  <a:pt x="2227" y="16184"/>
                </a:lnTo>
                <a:lnTo>
                  <a:pt x="3369" y="13489"/>
                </a:lnTo>
                <a:lnTo>
                  <a:pt x="4522" y="10800"/>
                </a:lnTo>
                <a:lnTo>
                  <a:pt x="5782" y="7787"/>
                </a:lnTo>
                <a:lnTo>
                  <a:pt x="7064" y="4725"/>
                </a:lnTo>
                <a:lnTo>
                  <a:pt x="8687" y="2381"/>
                </a:lnTo>
                <a:lnTo>
                  <a:pt x="10335" y="0"/>
                </a:lnTo>
                <a:close/>
              </a:path>
            </a:pathLst>
          </a:custGeom>
          <a:solidFill>
            <a:srgbClr val="BDC5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5" name="contour_18983"/>
          <p:cNvSpPr/>
          <p:nvPr/>
        </p:nvSpPr>
        <p:spPr>
          <a:xfrm>
            <a:off x="11022530" y="257994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D51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6" name="contour_18984"/>
          <p:cNvSpPr/>
          <p:nvPr/>
        </p:nvSpPr>
        <p:spPr>
          <a:xfrm>
            <a:off x="11321338" y="25726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922"/>
                </a:lnTo>
                <a:lnTo>
                  <a:pt x="14524" y="1757"/>
                </a:lnTo>
                <a:lnTo>
                  <a:pt x="16494" y="2851"/>
                </a:lnTo>
                <a:lnTo>
                  <a:pt x="18645" y="4550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2108" y="9871"/>
                </a:lnTo>
                <a:lnTo>
                  <a:pt x="3711" y="6869"/>
                </a:lnTo>
                <a:lnTo>
                  <a:pt x="5620" y="4025"/>
                </a:lnTo>
                <a:lnTo>
                  <a:pt x="8640" y="0"/>
                </a:lnTo>
                <a:close/>
              </a:path>
            </a:pathLst>
          </a:custGeom>
          <a:solidFill>
            <a:srgbClr val="D0D6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7" name="contour_18985"/>
          <p:cNvSpPr/>
          <p:nvPr/>
        </p:nvSpPr>
        <p:spPr>
          <a:xfrm>
            <a:off x="8683085" y="257994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8" y="526"/>
                </a:lnTo>
                <a:lnTo>
                  <a:pt x="3175" y="1058"/>
                </a:lnTo>
                <a:lnTo>
                  <a:pt x="5373" y="1793"/>
                </a:lnTo>
                <a:lnTo>
                  <a:pt x="8775" y="2923"/>
                </a:lnTo>
                <a:lnTo>
                  <a:pt x="13986" y="465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FE1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8" name="contour_18986"/>
          <p:cNvSpPr/>
          <p:nvPr/>
        </p:nvSpPr>
        <p:spPr>
          <a:xfrm>
            <a:off x="11015242" y="256537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00" y="0"/>
                </a:moveTo>
                <a:lnTo>
                  <a:pt x="19109" y="5357"/>
                </a:lnTo>
                <a:lnTo>
                  <a:pt x="19850" y="9158"/>
                </a:lnTo>
                <a:lnTo>
                  <a:pt x="20398" y="12442"/>
                </a:lnTo>
                <a:lnTo>
                  <a:pt x="20923" y="16243"/>
                </a:lnTo>
                <a:lnTo>
                  <a:pt x="21600" y="21600"/>
                </a:lnTo>
                <a:lnTo>
                  <a:pt x="20513" y="21240"/>
                </a:lnTo>
                <a:lnTo>
                  <a:pt x="19516" y="20902"/>
                </a:lnTo>
                <a:lnTo>
                  <a:pt x="18425" y="20542"/>
                </a:lnTo>
                <a:lnTo>
                  <a:pt x="17064" y="20088"/>
                </a:lnTo>
                <a:lnTo>
                  <a:pt x="15257" y="19483"/>
                </a:lnTo>
                <a:lnTo>
                  <a:pt x="12823" y="18677"/>
                </a:lnTo>
                <a:lnTo>
                  <a:pt x="9590" y="17597"/>
                </a:lnTo>
                <a:lnTo>
                  <a:pt x="5375" y="16193"/>
                </a:lnTo>
                <a:lnTo>
                  <a:pt x="0" y="14400"/>
                </a:lnTo>
                <a:lnTo>
                  <a:pt x="3283" y="9648"/>
                </a:lnTo>
                <a:lnTo>
                  <a:pt x="5850" y="6077"/>
                </a:lnTo>
                <a:lnTo>
                  <a:pt x="7909" y="3514"/>
                </a:lnTo>
                <a:lnTo>
                  <a:pt x="9677" y="1800"/>
                </a:lnTo>
                <a:lnTo>
                  <a:pt x="11354" y="756"/>
                </a:lnTo>
                <a:lnTo>
                  <a:pt x="13162" y="223"/>
                </a:lnTo>
                <a:lnTo>
                  <a:pt x="15307" y="29"/>
                </a:lnTo>
                <a:lnTo>
                  <a:pt x="18000" y="0"/>
                </a:lnTo>
                <a:close/>
              </a:path>
            </a:pathLst>
          </a:custGeom>
          <a:solidFill>
            <a:srgbClr val="9FA8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89" name="contour_18987"/>
          <p:cNvSpPr/>
          <p:nvPr/>
        </p:nvSpPr>
        <p:spPr>
          <a:xfrm>
            <a:off x="4725705" y="2550797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0"/>
                </a:lnTo>
                <a:lnTo>
                  <a:pt x="8199" y="0"/>
                </a:lnTo>
                <a:lnTo>
                  <a:pt x="12319" y="0"/>
                </a:lnTo>
                <a:lnTo>
                  <a:pt x="16474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5544" y="18025"/>
                </a:lnTo>
                <a:lnTo>
                  <a:pt x="11906" y="19219"/>
                </a:lnTo>
                <a:lnTo>
                  <a:pt x="8764" y="20039"/>
                </a:lnTo>
                <a:lnTo>
                  <a:pt x="5126" y="2074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F5D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0" name="contour_18988"/>
          <p:cNvSpPr/>
          <p:nvPr/>
        </p:nvSpPr>
        <p:spPr>
          <a:xfrm>
            <a:off x="2371684" y="255079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015"/>
                </a:lnTo>
                <a:lnTo>
                  <a:pt x="12269" y="1804"/>
                </a:lnTo>
                <a:lnTo>
                  <a:pt x="14731" y="2624"/>
                </a:lnTo>
                <a:lnTo>
                  <a:pt x="17582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112" y="17642"/>
                </a:lnTo>
                <a:lnTo>
                  <a:pt x="14602" y="18743"/>
                </a:lnTo>
                <a:lnTo>
                  <a:pt x="11048" y="19597"/>
                </a:lnTo>
                <a:lnTo>
                  <a:pt x="7436" y="20299"/>
                </a:lnTo>
                <a:lnTo>
                  <a:pt x="3758" y="20936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67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1" name="contour_18989"/>
          <p:cNvSpPr/>
          <p:nvPr/>
        </p:nvSpPr>
        <p:spPr>
          <a:xfrm>
            <a:off x="8413429" y="255808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D4E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2" name="contour_18990"/>
          <p:cNvSpPr/>
          <p:nvPr/>
        </p:nvSpPr>
        <p:spPr>
          <a:xfrm>
            <a:off x="2459140" y="2550797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38" y="713"/>
                </a:lnTo>
                <a:lnTo>
                  <a:pt x="4280" y="1426"/>
                </a:lnTo>
                <a:lnTo>
                  <a:pt x="6421" y="2138"/>
                </a:lnTo>
                <a:lnTo>
                  <a:pt x="8566" y="2858"/>
                </a:lnTo>
                <a:lnTo>
                  <a:pt x="10720" y="3571"/>
                </a:lnTo>
                <a:lnTo>
                  <a:pt x="12877" y="4291"/>
                </a:lnTo>
                <a:lnTo>
                  <a:pt x="15043" y="5011"/>
                </a:lnTo>
                <a:lnTo>
                  <a:pt x="17218" y="5738"/>
                </a:lnTo>
                <a:lnTo>
                  <a:pt x="19403" y="6466"/>
                </a:lnTo>
                <a:lnTo>
                  <a:pt x="21600" y="7200"/>
                </a:lnTo>
                <a:lnTo>
                  <a:pt x="18669" y="11671"/>
                </a:lnTo>
                <a:lnTo>
                  <a:pt x="16487" y="14918"/>
                </a:lnTo>
                <a:lnTo>
                  <a:pt x="14839" y="17186"/>
                </a:lnTo>
                <a:lnTo>
                  <a:pt x="13506" y="18742"/>
                </a:lnTo>
                <a:lnTo>
                  <a:pt x="12278" y="19829"/>
                </a:lnTo>
                <a:lnTo>
                  <a:pt x="10933" y="20693"/>
                </a:lnTo>
                <a:lnTo>
                  <a:pt x="9257" y="21600"/>
                </a:lnTo>
                <a:lnTo>
                  <a:pt x="7298" y="18655"/>
                </a:lnTo>
                <a:lnTo>
                  <a:pt x="5638" y="15523"/>
                </a:lnTo>
                <a:lnTo>
                  <a:pt x="4175" y="12154"/>
                </a:lnTo>
                <a:lnTo>
                  <a:pt x="2814" y="8474"/>
                </a:lnTo>
                <a:lnTo>
                  <a:pt x="1456" y="4442"/>
                </a:lnTo>
                <a:lnTo>
                  <a:pt x="0" y="0"/>
                </a:lnTo>
                <a:close/>
              </a:path>
            </a:pathLst>
          </a:custGeom>
          <a:solidFill>
            <a:srgbClr val="9992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3" name="contour_18991"/>
          <p:cNvSpPr/>
          <p:nvPr/>
        </p:nvSpPr>
        <p:spPr>
          <a:xfrm>
            <a:off x="7327518" y="250706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8E91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4" name="contour_18992"/>
          <p:cNvSpPr/>
          <p:nvPr/>
        </p:nvSpPr>
        <p:spPr>
          <a:xfrm>
            <a:off x="7006847" y="251435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85" y="9418"/>
                </a:lnTo>
                <a:lnTo>
                  <a:pt x="19796" y="12269"/>
                </a:lnTo>
                <a:lnTo>
                  <a:pt x="18976" y="14731"/>
                </a:lnTo>
                <a:lnTo>
                  <a:pt x="17863" y="1758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A8AF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5" name="contour_18993"/>
          <p:cNvSpPr/>
          <p:nvPr/>
        </p:nvSpPr>
        <p:spPr>
          <a:xfrm>
            <a:off x="2298804" y="252164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8544" y="10472"/>
                </a:lnTo>
                <a:lnTo>
                  <a:pt x="15487" y="12308"/>
                </a:lnTo>
                <a:lnTo>
                  <a:pt x="12420" y="14148"/>
                </a:lnTo>
                <a:lnTo>
                  <a:pt x="9342" y="15997"/>
                </a:lnTo>
                <a:lnTo>
                  <a:pt x="6248" y="17850"/>
                </a:lnTo>
                <a:lnTo>
                  <a:pt x="3137" y="19721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4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6" name="contour_18994"/>
          <p:cNvSpPr/>
          <p:nvPr/>
        </p:nvSpPr>
        <p:spPr>
          <a:xfrm>
            <a:off x="1919828" y="251435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038"/>
                </a:lnTo>
                <a:lnTo>
                  <a:pt x="9210" y="4075"/>
                </a:lnTo>
                <a:lnTo>
                  <a:pt x="11664" y="6120"/>
                </a:lnTo>
                <a:lnTo>
                  <a:pt x="14126" y="8172"/>
                </a:lnTo>
                <a:lnTo>
                  <a:pt x="16602" y="10238"/>
                </a:lnTo>
                <a:lnTo>
                  <a:pt x="19090" y="12312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6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8"/>
                </a:lnTo>
                <a:lnTo>
                  <a:pt x="2743" y="20686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0A0A09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7" name="contour_18995"/>
          <p:cNvSpPr/>
          <p:nvPr/>
        </p:nvSpPr>
        <p:spPr>
          <a:xfrm>
            <a:off x="5731448" y="250706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2673"/>
                </a:lnTo>
                <a:lnTo>
                  <a:pt x="15816" y="5351"/>
                </a:lnTo>
                <a:lnTo>
                  <a:pt x="17245" y="8041"/>
                </a:lnTo>
                <a:lnTo>
                  <a:pt x="18688" y="10741"/>
                </a:lnTo>
                <a:lnTo>
                  <a:pt x="20140" y="13457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2138" y="20261"/>
                </a:lnTo>
                <a:lnTo>
                  <a:pt x="4285" y="18922"/>
                </a:lnTo>
                <a:lnTo>
                  <a:pt x="6450" y="17566"/>
                </a:lnTo>
                <a:lnTo>
                  <a:pt x="8640" y="16200"/>
                </a:lnTo>
                <a:lnTo>
                  <a:pt x="9971" y="12020"/>
                </a:lnTo>
                <a:lnTo>
                  <a:pt x="10860" y="9088"/>
                </a:lnTo>
                <a:lnTo>
                  <a:pt x="11517" y="6626"/>
                </a:lnTo>
                <a:lnTo>
                  <a:pt x="12148" y="3856"/>
                </a:lnTo>
                <a:lnTo>
                  <a:pt x="12960" y="0"/>
                </a:lnTo>
                <a:close/>
              </a:path>
            </a:pathLst>
          </a:custGeom>
          <a:solidFill>
            <a:srgbClr val="A2A5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8" name="contour_18996"/>
          <p:cNvSpPr/>
          <p:nvPr/>
        </p:nvSpPr>
        <p:spPr>
          <a:xfrm>
            <a:off x="4222834" y="2514656"/>
            <a:ext cx="43728" cy="2156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83" y="358"/>
                </a:moveTo>
                <a:lnTo>
                  <a:pt x="13046" y="1548"/>
                </a:lnTo>
                <a:lnTo>
                  <a:pt x="15196" y="2825"/>
                </a:lnTo>
                <a:lnTo>
                  <a:pt x="17338" y="4175"/>
                </a:lnTo>
                <a:lnTo>
                  <a:pt x="19472" y="5570"/>
                </a:lnTo>
                <a:lnTo>
                  <a:pt x="21600" y="7000"/>
                </a:lnTo>
                <a:lnTo>
                  <a:pt x="19580" y="10300"/>
                </a:lnTo>
                <a:lnTo>
                  <a:pt x="18050" y="12716"/>
                </a:lnTo>
                <a:lnTo>
                  <a:pt x="16708" y="14643"/>
                </a:lnTo>
                <a:lnTo>
                  <a:pt x="15250" y="16497"/>
                </a:lnTo>
                <a:lnTo>
                  <a:pt x="13381" y="18680"/>
                </a:lnTo>
                <a:lnTo>
                  <a:pt x="10800" y="21600"/>
                </a:lnTo>
                <a:lnTo>
                  <a:pt x="7798" y="20228"/>
                </a:lnTo>
                <a:lnTo>
                  <a:pt x="5735" y="19162"/>
                </a:lnTo>
                <a:lnTo>
                  <a:pt x="4093" y="18052"/>
                </a:lnTo>
                <a:lnTo>
                  <a:pt x="2354" y="16549"/>
                </a:lnTo>
                <a:lnTo>
                  <a:pt x="0" y="14300"/>
                </a:lnTo>
                <a:lnTo>
                  <a:pt x="2221" y="8008"/>
                </a:lnTo>
                <a:lnTo>
                  <a:pt x="3874" y="3818"/>
                </a:lnTo>
                <a:lnTo>
                  <a:pt x="5267" y="1343"/>
                </a:lnTo>
                <a:lnTo>
                  <a:pt x="6696" y="204"/>
                </a:lnTo>
                <a:lnTo>
                  <a:pt x="8467" y="0"/>
                </a:lnTo>
                <a:lnTo>
                  <a:pt x="10883" y="358"/>
                </a:lnTo>
                <a:close/>
              </a:path>
            </a:pathLst>
          </a:custGeom>
          <a:solidFill>
            <a:srgbClr val="E6EC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8999" name="contour_18997"/>
          <p:cNvSpPr/>
          <p:nvPr/>
        </p:nvSpPr>
        <p:spPr>
          <a:xfrm>
            <a:off x="2130437" y="2492493"/>
            <a:ext cx="22607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10" y="0"/>
                </a:moveTo>
                <a:lnTo>
                  <a:pt x="4610" y="1634"/>
                </a:lnTo>
                <a:lnTo>
                  <a:pt x="8363" y="3290"/>
                </a:lnTo>
                <a:lnTo>
                  <a:pt x="11949" y="5004"/>
                </a:lnTo>
                <a:lnTo>
                  <a:pt x="15368" y="6804"/>
                </a:lnTo>
                <a:lnTo>
                  <a:pt x="18585" y="8723"/>
                </a:lnTo>
                <a:lnTo>
                  <a:pt x="21600" y="10800"/>
                </a:lnTo>
                <a:lnTo>
                  <a:pt x="20500" y="13802"/>
                </a:lnTo>
                <a:lnTo>
                  <a:pt x="19588" y="15865"/>
                </a:lnTo>
                <a:lnTo>
                  <a:pt x="18529" y="17507"/>
                </a:lnTo>
                <a:lnTo>
                  <a:pt x="16990" y="19246"/>
                </a:lnTo>
                <a:lnTo>
                  <a:pt x="14637" y="21600"/>
                </a:lnTo>
                <a:lnTo>
                  <a:pt x="10501" y="19969"/>
                </a:lnTo>
                <a:lnTo>
                  <a:pt x="7674" y="18677"/>
                </a:lnTo>
                <a:lnTo>
                  <a:pt x="4846" y="17042"/>
                </a:lnTo>
                <a:lnTo>
                  <a:pt x="710" y="14400"/>
                </a:lnTo>
                <a:lnTo>
                  <a:pt x="230" y="11959"/>
                </a:lnTo>
                <a:lnTo>
                  <a:pt x="14" y="9580"/>
                </a:lnTo>
                <a:lnTo>
                  <a:pt x="0" y="7229"/>
                </a:lnTo>
                <a:lnTo>
                  <a:pt x="146" y="4871"/>
                </a:lnTo>
                <a:lnTo>
                  <a:pt x="397" y="2473"/>
                </a:lnTo>
                <a:lnTo>
                  <a:pt x="710" y="0"/>
                </a:lnTo>
                <a:close/>
              </a:path>
            </a:pathLst>
          </a:custGeom>
          <a:solidFill>
            <a:srgbClr val="2D2D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0" name="contour_18998"/>
          <p:cNvSpPr/>
          <p:nvPr/>
        </p:nvSpPr>
        <p:spPr>
          <a:xfrm>
            <a:off x="7138030" y="249249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1663"/>
                </a:lnTo>
                <a:lnTo>
                  <a:pt x="5404" y="3348"/>
                </a:lnTo>
                <a:lnTo>
                  <a:pt x="8104" y="5047"/>
                </a:lnTo>
                <a:lnTo>
                  <a:pt x="10800" y="6754"/>
                </a:lnTo>
                <a:lnTo>
                  <a:pt x="12809" y="8006"/>
                </a:lnTo>
                <a:lnTo>
                  <a:pt x="14826" y="9266"/>
                </a:lnTo>
                <a:lnTo>
                  <a:pt x="16874" y="10548"/>
                </a:lnTo>
                <a:lnTo>
                  <a:pt x="19220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5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1" name="contour_18999"/>
          <p:cNvSpPr/>
          <p:nvPr/>
        </p:nvSpPr>
        <p:spPr>
          <a:xfrm>
            <a:off x="6358215" y="249249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3527" y="18927"/>
                </a:lnTo>
                <a:lnTo>
                  <a:pt x="10849" y="16249"/>
                </a:lnTo>
                <a:lnTo>
                  <a:pt x="8159" y="13559"/>
                </a:lnTo>
                <a:lnTo>
                  <a:pt x="5459" y="10859"/>
                </a:lnTo>
                <a:lnTo>
                  <a:pt x="2743" y="8143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F4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2" name="contour_19000"/>
          <p:cNvSpPr/>
          <p:nvPr/>
        </p:nvSpPr>
        <p:spPr>
          <a:xfrm>
            <a:off x="5272305" y="2499781"/>
            <a:ext cx="51016" cy="2108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086" y="0"/>
                </a:moveTo>
                <a:lnTo>
                  <a:pt x="5249" y="105"/>
                </a:lnTo>
                <a:lnTo>
                  <a:pt x="6823" y="306"/>
                </a:lnTo>
                <a:lnTo>
                  <a:pt x="8260" y="732"/>
                </a:lnTo>
                <a:lnTo>
                  <a:pt x="10013" y="1516"/>
                </a:lnTo>
                <a:lnTo>
                  <a:pt x="12534" y="2800"/>
                </a:lnTo>
                <a:lnTo>
                  <a:pt x="13287" y="3166"/>
                </a:lnTo>
                <a:lnTo>
                  <a:pt x="14617" y="3815"/>
                </a:lnTo>
                <a:lnTo>
                  <a:pt x="17660" y="5309"/>
                </a:lnTo>
                <a:lnTo>
                  <a:pt x="19616" y="6376"/>
                </a:lnTo>
                <a:lnTo>
                  <a:pt x="21600" y="7466"/>
                </a:lnTo>
                <a:lnTo>
                  <a:pt x="18422" y="12170"/>
                </a:lnTo>
                <a:lnTo>
                  <a:pt x="15888" y="15799"/>
                </a:lnTo>
                <a:lnTo>
                  <a:pt x="13849" y="18457"/>
                </a:lnTo>
                <a:lnTo>
                  <a:pt x="12158" y="20249"/>
                </a:lnTo>
                <a:lnTo>
                  <a:pt x="10673" y="21264"/>
                </a:lnTo>
                <a:lnTo>
                  <a:pt x="9248" y="21600"/>
                </a:lnTo>
                <a:lnTo>
                  <a:pt x="7733" y="21376"/>
                </a:lnTo>
                <a:lnTo>
                  <a:pt x="5986" y="20674"/>
                </a:lnTo>
                <a:lnTo>
                  <a:pt x="3857" y="19599"/>
                </a:lnTo>
                <a:lnTo>
                  <a:pt x="1944" y="17284"/>
                </a:lnTo>
                <a:lnTo>
                  <a:pt x="0" y="14933"/>
                </a:lnTo>
                <a:lnTo>
                  <a:pt x="583" y="10401"/>
                </a:lnTo>
                <a:lnTo>
                  <a:pt x="1102" y="7339"/>
                </a:lnTo>
                <a:lnTo>
                  <a:pt x="1839" y="4338"/>
                </a:lnTo>
                <a:lnTo>
                  <a:pt x="3086" y="0"/>
                </a:lnTo>
                <a:close/>
              </a:path>
            </a:pathLst>
          </a:custGeom>
          <a:solidFill>
            <a:srgbClr val="EAE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3" name="contour_19001"/>
          <p:cNvSpPr/>
          <p:nvPr/>
        </p:nvSpPr>
        <p:spPr>
          <a:xfrm>
            <a:off x="5658568" y="249249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807" y="5530"/>
                </a:lnTo>
                <a:lnTo>
                  <a:pt x="18518" y="9357"/>
                </a:lnTo>
                <a:lnTo>
                  <a:pt x="17539" y="11966"/>
                </a:lnTo>
                <a:lnTo>
                  <a:pt x="16654" y="13837"/>
                </a:lnTo>
                <a:lnTo>
                  <a:pt x="15674" y="15448"/>
                </a:lnTo>
                <a:lnTo>
                  <a:pt x="14400" y="17280"/>
                </a:lnTo>
                <a:lnTo>
                  <a:pt x="9965" y="18874"/>
                </a:lnTo>
                <a:lnTo>
                  <a:pt x="6991" y="19859"/>
                </a:lnTo>
                <a:lnTo>
                  <a:pt x="4118" y="20632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BDC7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4" name="contour_19002"/>
          <p:cNvSpPr/>
          <p:nvPr/>
        </p:nvSpPr>
        <p:spPr>
          <a:xfrm>
            <a:off x="4995361" y="247062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2673" y="9018"/>
                </a:lnTo>
                <a:lnTo>
                  <a:pt x="5351" y="7231"/>
                </a:lnTo>
                <a:lnTo>
                  <a:pt x="8041" y="5438"/>
                </a:lnTo>
                <a:lnTo>
                  <a:pt x="10741" y="3640"/>
                </a:lnTo>
                <a:lnTo>
                  <a:pt x="13457" y="1825"/>
                </a:lnTo>
                <a:lnTo>
                  <a:pt x="16200" y="0"/>
                </a:lnTo>
                <a:close/>
              </a:path>
            </a:pathLst>
          </a:custGeom>
          <a:solidFill>
            <a:srgbClr val="2B2A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5" name="contour_19003"/>
          <p:cNvSpPr/>
          <p:nvPr/>
        </p:nvSpPr>
        <p:spPr>
          <a:xfrm>
            <a:off x="1052557" y="2470629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84"/>
                </a:lnTo>
                <a:lnTo>
                  <a:pt x="2341" y="937"/>
                </a:lnTo>
                <a:lnTo>
                  <a:pt x="3646" y="1456"/>
                </a:lnTo>
                <a:lnTo>
                  <a:pt x="5374" y="2151"/>
                </a:lnTo>
                <a:lnTo>
                  <a:pt x="7780" y="3110"/>
                </a:lnTo>
                <a:lnTo>
                  <a:pt x="11115" y="4445"/>
                </a:lnTo>
                <a:lnTo>
                  <a:pt x="15638" y="6255"/>
                </a:lnTo>
                <a:lnTo>
                  <a:pt x="21600" y="8640"/>
                </a:lnTo>
                <a:lnTo>
                  <a:pt x="20663" y="9107"/>
                </a:lnTo>
                <a:lnTo>
                  <a:pt x="19449" y="9716"/>
                </a:lnTo>
                <a:lnTo>
                  <a:pt x="17155" y="10865"/>
                </a:lnTo>
                <a:lnTo>
                  <a:pt x="12960" y="12960"/>
                </a:lnTo>
                <a:lnTo>
                  <a:pt x="11889" y="15098"/>
                </a:lnTo>
                <a:lnTo>
                  <a:pt x="10817" y="17250"/>
                </a:lnTo>
                <a:lnTo>
                  <a:pt x="9733" y="19410"/>
                </a:lnTo>
                <a:lnTo>
                  <a:pt x="8640" y="21600"/>
                </a:lnTo>
                <a:lnTo>
                  <a:pt x="7569" y="18926"/>
                </a:lnTo>
                <a:lnTo>
                  <a:pt x="6502" y="16252"/>
                </a:lnTo>
                <a:lnTo>
                  <a:pt x="5426" y="13569"/>
                </a:lnTo>
                <a:lnTo>
                  <a:pt x="4350" y="10882"/>
                </a:lnTo>
                <a:lnTo>
                  <a:pt x="3275" y="8182"/>
                </a:lnTo>
                <a:lnTo>
                  <a:pt x="2190" y="5469"/>
                </a:lnTo>
                <a:lnTo>
                  <a:pt x="1097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2020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6" name="contour_19004"/>
          <p:cNvSpPr/>
          <p:nvPr/>
        </p:nvSpPr>
        <p:spPr>
          <a:xfrm>
            <a:off x="11248458" y="246334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8" y="526"/>
                </a:lnTo>
                <a:lnTo>
                  <a:pt x="3175" y="1058"/>
                </a:lnTo>
                <a:lnTo>
                  <a:pt x="5373" y="1793"/>
                </a:lnTo>
                <a:lnTo>
                  <a:pt x="8775" y="2923"/>
                </a:lnTo>
                <a:lnTo>
                  <a:pt x="13986" y="465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6CE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7" name="contour_19005"/>
          <p:cNvSpPr/>
          <p:nvPr/>
        </p:nvSpPr>
        <p:spPr>
          <a:xfrm>
            <a:off x="3676234" y="247791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7B6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8" name="contour_19006"/>
          <p:cNvSpPr/>
          <p:nvPr/>
        </p:nvSpPr>
        <p:spPr>
          <a:xfrm>
            <a:off x="1555429" y="2462357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ADAE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09" name="contour_19007"/>
          <p:cNvSpPr/>
          <p:nvPr/>
        </p:nvSpPr>
        <p:spPr>
          <a:xfrm>
            <a:off x="4718417" y="244876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BDBE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0" name="contour_19008"/>
          <p:cNvSpPr/>
          <p:nvPr/>
        </p:nvSpPr>
        <p:spPr>
          <a:xfrm>
            <a:off x="11321338" y="2441477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35" y="0"/>
                </a:moveTo>
                <a:lnTo>
                  <a:pt x="13751" y="0"/>
                </a:lnTo>
                <a:lnTo>
                  <a:pt x="17187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1106" y="18889"/>
                </a:lnTo>
                <a:lnTo>
                  <a:pt x="2227" y="16184"/>
                </a:lnTo>
                <a:lnTo>
                  <a:pt x="3369" y="13489"/>
                </a:lnTo>
                <a:lnTo>
                  <a:pt x="4522" y="10800"/>
                </a:lnTo>
                <a:lnTo>
                  <a:pt x="5782" y="7787"/>
                </a:lnTo>
                <a:lnTo>
                  <a:pt x="7064" y="4725"/>
                </a:lnTo>
                <a:lnTo>
                  <a:pt x="8687" y="2381"/>
                </a:lnTo>
                <a:lnTo>
                  <a:pt x="10335" y="0"/>
                </a:lnTo>
                <a:close/>
              </a:path>
            </a:pathLst>
          </a:custGeom>
          <a:solidFill>
            <a:srgbClr val="CBB8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1" name="contour_19009"/>
          <p:cNvSpPr/>
          <p:nvPr/>
        </p:nvSpPr>
        <p:spPr>
          <a:xfrm>
            <a:off x="8136485" y="24414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3330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2" name="contour_19010"/>
          <p:cNvSpPr/>
          <p:nvPr/>
        </p:nvSpPr>
        <p:spPr>
          <a:xfrm>
            <a:off x="7342094" y="2448765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335" y="0"/>
                </a:moveTo>
                <a:lnTo>
                  <a:pt x="13751" y="0"/>
                </a:lnTo>
                <a:lnTo>
                  <a:pt x="17187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332" y="17674"/>
                </a:lnTo>
                <a:lnTo>
                  <a:pt x="13968" y="18841"/>
                </a:lnTo>
                <a:lnTo>
                  <a:pt x="10562" y="19764"/>
                </a:lnTo>
                <a:lnTo>
                  <a:pt x="7105" y="20493"/>
                </a:lnTo>
                <a:lnTo>
                  <a:pt x="3591" y="21087"/>
                </a:lnTo>
                <a:lnTo>
                  <a:pt x="0" y="21600"/>
                </a:lnTo>
                <a:lnTo>
                  <a:pt x="1106" y="18889"/>
                </a:lnTo>
                <a:lnTo>
                  <a:pt x="2227" y="16184"/>
                </a:lnTo>
                <a:lnTo>
                  <a:pt x="3369" y="13489"/>
                </a:lnTo>
                <a:lnTo>
                  <a:pt x="4522" y="10800"/>
                </a:lnTo>
                <a:lnTo>
                  <a:pt x="5782" y="7787"/>
                </a:lnTo>
                <a:lnTo>
                  <a:pt x="7064" y="4725"/>
                </a:lnTo>
                <a:lnTo>
                  <a:pt x="8687" y="2381"/>
                </a:lnTo>
                <a:lnTo>
                  <a:pt x="10335" y="0"/>
                </a:lnTo>
                <a:close/>
              </a:path>
            </a:pathLst>
          </a:custGeom>
          <a:solidFill>
            <a:srgbClr val="C4C8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3" name="contour_19011"/>
          <p:cNvSpPr/>
          <p:nvPr/>
        </p:nvSpPr>
        <p:spPr>
          <a:xfrm>
            <a:off x="4521641" y="2441477"/>
            <a:ext cx="43728" cy="2399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164" y="1213"/>
                </a:lnTo>
                <a:lnTo>
                  <a:pt x="4324" y="2440"/>
                </a:lnTo>
                <a:lnTo>
                  <a:pt x="6484" y="3667"/>
                </a:lnTo>
                <a:lnTo>
                  <a:pt x="8644" y="4906"/>
                </a:lnTo>
                <a:lnTo>
                  <a:pt x="10800" y="6153"/>
                </a:lnTo>
                <a:lnTo>
                  <a:pt x="11693" y="6664"/>
                </a:lnTo>
                <a:lnTo>
                  <a:pt x="13266" y="7556"/>
                </a:lnTo>
                <a:lnTo>
                  <a:pt x="16877" y="9609"/>
                </a:lnTo>
                <a:lnTo>
                  <a:pt x="19220" y="11348"/>
                </a:lnTo>
                <a:lnTo>
                  <a:pt x="21600" y="13119"/>
                </a:lnTo>
                <a:lnTo>
                  <a:pt x="21600" y="16372"/>
                </a:lnTo>
                <a:lnTo>
                  <a:pt x="21600" y="19678"/>
                </a:lnTo>
                <a:lnTo>
                  <a:pt x="19408" y="20052"/>
                </a:lnTo>
                <a:lnTo>
                  <a:pt x="17215" y="20373"/>
                </a:lnTo>
                <a:lnTo>
                  <a:pt x="15019" y="20655"/>
                </a:lnTo>
                <a:lnTo>
                  <a:pt x="12823" y="20911"/>
                </a:lnTo>
                <a:lnTo>
                  <a:pt x="11596" y="21082"/>
                </a:lnTo>
                <a:lnTo>
                  <a:pt x="7888" y="21600"/>
                </a:lnTo>
                <a:lnTo>
                  <a:pt x="5760" y="20649"/>
                </a:lnTo>
                <a:lnTo>
                  <a:pt x="3600" y="19678"/>
                </a:lnTo>
                <a:lnTo>
                  <a:pt x="2430" y="14759"/>
                </a:lnTo>
                <a:lnTo>
                  <a:pt x="1660" y="11276"/>
                </a:lnTo>
                <a:lnTo>
                  <a:pt x="1112" y="8284"/>
                </a:lnTo>
                <a:lnTo>
                  <a:pt x="616" y="4841"/>
                </a:lnTo>
                <a:lnTo>
                  <a:pt x="0" y="0"/>
                </a:lnTo>
                <a:close/>
              </a:path>
            </a:pathLst>
          </a:custGeom>
          <a:solidFill>
            <a:srgbClr val="728E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4" name="contour_19012"/>
          <p:cNvSpPr/>
          <p:nvPr/>
        </p:nvSpPr>
        <p:spPr>
          <a:xfrm>
            <a:off x="2327956" y="244876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937" y="2704"/>
                </a:lnTo>
                <a:lnTo>
                  <a:pt x="18252" y="5404"/>
                </a:lnTo>
                <a:lnTo>
                  <a:pt x="16553" y="8104"/>
                </a:lnTo>
                <a:lnTo>
                  <a:pt x="14846" y="10800"/>
                </a:lnTo>
                <a:lnTo>
                  <a:pt x="14285" y="11694"/>
                </a:lnTo>
                <a:lnTo>
                  <a:pt x="13306" y="13267"/>
                </a:lnTo>
                <a:lnTo>
                  <a:pt x="11052" y="16874"/>
                </a:lnTo>
                <a:lnTo>
                  <a:pt x="9144" y="19220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5D5E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5" name="contour_19013"/>
          <p:cNvSpPr/>
          <p:nvPr/>
        </p:nvSpPr>
        <p:spPr>
          <a:xfrm>
            <a:off x="4536217" y="243418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806"/>
                </a:lnTo>
                <a:lnTo>
                  <a:pt x="2341" y="1562"/>
                </a:lnTo>
                <a:lnTo>
                  <a:pt x="3646" y="2426"/>
                </a:lnTo>
                <a:lnTo>
                  <a:pt x="5374" y="3586"/>
                </a:lnTo>
                <a:lnTo>
                  <a:pt x="7780" y="5184"/>
                </a:lnTo>
                <a:lnTo>
                  <a:pt x="11115" y="7409"/>
                </a:lnTo>
                <a:lnTo>
                  <a:pt x="15638" y="10426"/>
                </a:lnTo>
                <a:lnTo>
                  <a:pt x="21600" y="14400"/>
                </a:lnTo>
                <a:lnTo>
                  <a:pt x="18749" y="15588"/>
                </a:lnTo>
                <a:lnTo>
                  <a:pt x="15893" y="16776"/>
                </a:lnTo>
                <a:lnTo>
                  <a:pt x="13025" y="17971"/>
                </a:lnTo>
                <a:lnTo>
                  <a:pt x="10143" y="19174"/>
                </a:lnTo>
                <a:lnTo>
                  <a:pt x="7245" y="2038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C64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6" name="contour_19014"/>
          <p:cNvSpPr/>
          <p:nvPr/>
        </p:nvSpPr>
        <p:spPr>
          <a:xfrm>
            <a:off x="4294730" y="2419613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C4C8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7" name="contour_19015"/>
          <p:cNvSpPr/>
          <p:nvPr/>
        </p:nvSpPr>
        <p:spPr>
          <a:xfrm>
            <a:off x="8304109" y="241232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429" y="20412"/>
                </a:lnTo>
                <a:lnTo>
                  <a:pt x="11573" y="19224"/>
                </a:lnTo>
                <a:lnTo>
                  <a:pt x="8705" y="18029"/>
                </a:lnTo>
                <a:lnTo>
                  <a:pt x="5823" y="16826"/>
                </a:lnTo>
                <a:lnTo>
                  <a:pt x="2925" y="15617"/>
                </a:lnTo>
                <a:lnTo>
                  <a:pt x="0" y="14400"/>
                </a:lnTo>
                <a:lnTo>
                  <a:pt x="3940" y="9648"/>
                </a:lnTo>
                <a:lnTo>
                  <a:pt x="7020" y="6077"/>
                </a:lnTo>
                <a:lnTo>
                  <a:pt x="9491" y="3514"/>
                </a:lnTo>
                <a:lnTo>
                  <a:pt x="11612" y="1800"/>
                </a:lnTo>
                <a:lnTo>
                  <a:pt x="13625" y="756"/>
                </a:lnTo>
                <a:lnTo>
                  <a:pt x="15794" y="223"/>
                </a:lnTo>
                <a:lnTo>
                  <a:pt x="18369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B8BF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8" name="contour_19016"/>
          <p:cNvSpPr/>
          <p:nvPr/>
        </p:nvSpPr>
        <p:spPr>
          <a:xfrm>
            <a:off x="8216653" y="240503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2673" y="13527"/>
                </a:lnTo>
                <a:lnTo>
                  <a:pt x="5351" y="10849"/>
                </a:lnTo>
                <a:lnTo>
                  <a:pt x="8041" y="8159"/>
                </a:lnTo>
                <a:lnTo>
                  <a:pt x="10741" y="5459"/>
                </a:lnTo>
                <a:lnTo>
                  <a:pt x="13457" y="2743"/>
                </a:lnTo>
                <a:lnTo>
                  <a:pt x="16200" y="0"/>
                </a:lnTo>
                <a:close/>
              </a:path>
            </a:pathLst>
          </a:custGeom>
          <a:solidFill>
            <a:srgbClr val="B4B9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19" name="contour_19017"/>
          <p:cNvSpPr/>
          <p:nvPr/>
        </p:nvSpPr>
        <p:spPr>
          <a:xfrm>
            <a:off x="8151061" y="242690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064" y="10454"/>
                </a:lnTo>
                <a:lnTo>
                  <a:pt x="17159" y="12830"/>
                </a:lnTo>
                <a:lnTo>
                  <a:pt x="15526" y="14731"/>
                </a:lnTo>
                <a:lnTo>
                  <a:pt x="13798" y="16567"/>
                </a:lnTo>
                <a:lnTo>
                  <a:pt x="11625" y="18720"/>
                </a:lnTo>
                <a:lnTo>
                  <a:pt x="8640" y="21600"/>
                </a:lnTo>
                <a:lnTo>
                  <a:pt x="5620" y="20477"/>
                </a:lnTo>
                <a:lnTo>
                  <a:pt x="3711" y="19354"/>
                </a:lnTo>
                <a:lnTo>
                  <a:pt x="2108" y="1755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56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0" name="contour_19018"/>
          <p:cNvSpPr/>
          <p:nvPr/>
        </p:nvSpPr>
        <p:spPr>
          <a:xfrm>
            <a:off x="7130742" y="2405037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2138"/>
                </a:lnTo>
                <a:lnTo>
                  <a:pt x="15816" y="4281"/>
                </a:lnTo>
                <a:lnTo>
                  <a:pt x="17245" y="6432"/>
                </a:lnTo>
                <a:lnTo>
                  <a:pt x="18688" y="8592"/>
                </a:lnTo>
                <a:lnTo>
                  <a:pt x="20140" y="10765"/>
                </a:lnTo>
                <a:lnTo>
                  <a:pt x="21600" y="12960"/>
                </a:lnTo>
                <a:lnTo>
                  <a:pt x="18744" y="12960"/>
                </a:lnTo>
                <a:lnTo>
                  <a:pt x="15872" y="12960"/>
                </a:lnTo>
                <a:lnTo>
                  <a:pt x="12960" y="12960"/>
                </a:lnTo>
                <a:lnTo>
                  <a:pt x="11375" y="15526"/>
                </a:lnTo>
                <a:lnTo>
                  <a:pt x="10394" y="17280"/>
                </a:lnTo>
                <a:lnTo>
                  <a:pt x="9621" y="19034"/>
                </a:lnTo>
                <a:lnTo>
                  <a:pt x="8640" y="21600"/>
                </a:lnTo>
                <a:lnTo>
                  <a:pt x="8640" y="18744"/>
                </a:lnTo>
                <a:lnTo>
                  <a:pt x="8640" y="15872"/>
                </a:lnTo>
                <a:lnTo>
                  <a:pt x="8640" y="12960"/>
                </a:lnTo>
                <a:lnTo>
                  <a:pt x="6074" y="11375"/>
                </a:lnTo>
                <a:lnTo>
                  <a:pt x="4320" y="10394"/>
                </a:lnTo>
                <a:lnTo>
                  <a:pt x="2566" y="9621"/>
                </a:lnTo>
                <a:lnTo>
                  <a:pt x="0" y="8640"/>
                </a:lnTo>
                <a:lnTo>
                  <a:pt x="2138" y="7214"/>
                </a:lnTo>
                <a:lnTo>
                  <a:pt x="4281" y="5784"/>
                </a:lnTo>
                <a:lnTo>
                  <a:pt x="6432" y="4350"/>
                </a:lnTo>
                <a:lnTo>
                  <a:pt x="8592" y="2912"/>
                </a:lnTo>
                <a:lnTo>
                  <a:pt x="10765" y="1460"/>
                </a:lnTo>
                <a:lnTo>
                  <a:pt x="12960" y="0"/>
                </a:lnTo>
                <a:close/>
              </a:path>
            </a:pathLst>
          </a:custGeom>
          <a:solidFill>
            <a:srgbClr val="9397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1" name="contour_19019"/>
          <p:cNvSpPr/>
          <p:nvPr/>
        </p:nvSpPr>
        <p:spPr>
          <a:xfrm>
            <a:off x="4973497" y="241961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7B9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2" name="contour_19020"/>
          <p:cNvSpPr/>
          <p:nvPr/>
        </p:nvSpPr>
        <p:spPr>
          <a:xfrm>
            <a:off x="4645537" y="24123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351" y="2673"/>
                </a:lnTo>
                <a:lnTo>
                  <a:pt x="19423" y="5362"/>
                </a:lnTo>
                <a:lnTo>
                  <a:pt x="20507" y="8062"/>
                </a:lnTo>
                <a:lnTo>
                  <a:pt x="21600" y="10800"/>
                </a:lnTo>
                <a:lnTo>
                  <a:pt x="18926" y="12139"/>
                </a:lnTo>
                <a:lnTo>
                  <a:pt x="16252" y="13473"/>
                </a:lnTo>
                <a:lnTo>
                  <a:pt x="13569" y="14818"/>
                </a:lnTo>
                <a:lnTo>
                  <a:pt x="10882" y="16162"/>
                </a:lnTo>
                <a:lnTo>
                  <a:pt x="8182" y="17507"/>
                </a:lnTo>
                <a:lnTo>
                  <a:pt x="5469" y="18862"/>
                </a:lnTo>
                <a:lnTo>
                  <a:pt x="2743" y="20228"/>
                </a:lnTo>
                <a:lnTo>
                  <a:pt x="0" y="21600"/>
                </a:lnTo>
                <a:lnTo>
                  <a:pt x="683" y="17744"/>
                </a:lnTo>
                <a:lnTo>
                  <a:pt x="1248" y="14974"/>
                </a:lnTo>
                <a:lnTo>
                  <a:pt x="1905" y="12512"/>
                </a:lnTo>
                <a:lnTo>
                  <a:pt x="2860" y="9580"/>
                </a:lnTo>
                <a:lnTo>
                  <a:pt x="4320" y="5400"/>
                </a:lnTo>
                <a:lnTo>
                  <a:pt x="7664" y="3575"/>
                </a:lnTo>
                <a:lnTo>
                  <a:pt x="10009" y="2381"/>
                </a:lnTo>
                <a:lnTo>
                  <a:pt x="11979" y="1561"/>
                </a:lnTo>
                <a:lnTo>
                  <a:pt x="14196" y="853"/>
                </a:lnTo>
                <a:lnTo>
                  <a:pt x="17280" y="0"/>
                </a:lnTo>
                <a:close/>
              </a:path>
            </a:pathLst>
          </a:custGeom>
          <a:solidFill>
            <a:srgbClr val="9DBE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3" name="contour_19021"/>
          <p:cNvSpPr/>
          <p:nvPr/>
        </p:nvSpPr>
        <p:spPr>
          <a:xfrm>
            <a:off x="5133833" y="241232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851"/>
                </a:lnTo>
                <a:lnTo>
                  <a:pt x="16776" y="5707"/>
                </a:lnTo>
                <a:lnTo>
                  <a:pt x="17971" y="8575"/>
                </a:lnTo>
                <a:lnTo>
                  <a:pt x="19174" y="11457"/>
                </a:lnTo>
                <a:lnTo>
                  <a:pt x="20383" y="14355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4759" y="8640"/>
                </a:lnTo>
                <a:lnTo>
                  <a:pt x="9547" y="8640"/>
                </a:lnTo>
                <a:lnTo>
                  <a:pt x="14400" y="8640"/>
                </a:lnTo>
                <a:lnTo>
                  <a:pt x="14400" y="5784"/>
                </a:lnTo>
                <a:lnTo>
                  <a:pt x="14400" y="2912"/>
                </a:lnTo>
                <a:lnTo>
                  <a:pt x="14400" y="0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4" name="contour_19022"/>
          <p:cNvSpPr/>
          <p:nvPr/>
        </p:nvSpPr>
        <p:spPr>
          <a:xfrm>
            <a:off x="2211348" y="240503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6161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5" name="contour_19023"/>
          <p:cNvSpPr/>
          <p:nvPr/>
        </p:nvSpPr>
        <p:spPr>
          <a:xfrm>
            <a:off x="6409231" y="2411414"/>
            <a:ext cx="29152" cy="30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4980" y="99"/>
                </a:lnTo>
                <a:lnTo>
                  <a:pt x="16994" y="267"/>
                </a:lnTo>
                <a:lnTo>
                  <a:pt x="21600" y="655"/>
                </a:lnTo>
                <a:lnTo>
                  <a:pt x="20077" y="3618"/>
                </a:lnTo>
                <a:lnTo>
                  <a:pt x="18544" y="6582"/>
                </a:lnTo>
                <a:lnTo>
                  <a:pt x="17010" y="9556"/>
                </a:lnTo>
                <a:lnTo>
                  <a:pt x="15471" y="12541"/>
                </a:lnTo>
                <a:lnTo>
                  <a:pt x="13921" y="15542"/>
                </a:lnTo>
                <a:lnTo>
                  <a:pt x="12366" y="18558"/>
                </a:lnTo>
                <a:lnTo>
                  <a:pt x="10800" y="21600"/>
                </a:lnTo>
                <a:lnTo>
                  <a:pt x="7403" y="18861"/>
                </a:lnTo>
                <a:lnTo>
                  <a:pt x="5146" y="16856"/>
                </a:lnTo>
                <a:lnTo>
                  <a:pt x="3019" y="14604"/>
                </a:lnTo>
                <a:lnTo>
                  <a:pt x="0" y="11127"/>
                </a:lnTo>
                <a:lnTo>
                  <a:pt x="1118" y="6373"/>
                </a:lnTo>
                <a:lnTo>
                  <a:pt x="2727" y="3304"/>
                </a:lnTo>
                <a:lnTo>
                  <a:pt x="5157" y="1498"/>
                </a:lnTo>
                <a:lnTo>
                  <a:pt x="8748" y="534"/>
                </a:lnTo>
                <a:lnTo>
                  <a:pt x="13835" y="0"/>
                </a:lnTo>
                <a:close/>
              </a:path>
            </a:pathLst>
          </a:custGeom>
          <a:solidFill>
            <a:srgbClr val="5F89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6" name="contour_19024"/>
          <p:cNvSpPr/>
          <p:nvPr/>
        </p:nvSpPr>
        <p:spPr>
          <a:xfrm>
            <a:off x="5170273" y="2390461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081" y="553"/>
                </a:lnTo>
                <a:lnTo>
                  <a:pt x="8686" y="1054"/>
                </a:lnTo>
                <a:lnTo>
                  <a:pt x="11800" y="1711"/>
                </a:lnTo>
                <a:lnTo>
                  <a:pt x="15406" y="2730"/>
                </a:lnTo>
                <a:lnTo>
                  <a:pt x="20487" y="4320"/>
                </a:lnTo>
                <a:lnTo>
                  <a:pt x="21252" y="7279"/>
                </a:lnTo>
                <a:lnTo>
                  <a:pt x="21593" y="10113"/>
                </a:lnTo>
                <a:lnTo>
                  <a:pt x="21600" y="12887"/>
                </a:lnTo>
                <a:lnTo>
                  <a:pt x="21361" y="15677"/>
                </a:lnTo>
                <a:lnTo>
                  <a:pt x="20958" y="18559"/>
                </a:lnTo>
                <a:lnTo>
                  <a:pt x="20487" y="21600"/>
                </a:lnTo>
                <a:lnTo>
                  <a:pt x="16669" y="20926"/>
                </a:lnTo>
                <a:lnTo>
                  <a:pt x="13979" y="20252"/>
                </a:lnTo>
                <a:lnTo>
                  <a:pt x="11124" y="19172"/>
                </a:lnTo>
                <a:lnTo>
                  <a:pt x="6829" y="17280"/>
                </a:lnTo>
                <a:lnTo>
                  <a:pt x="5286" y="14429"/>
                </a:lnTo>
                <a:lnTo>
                  <a:pt x="3974" y="11595"/>
                </a:lnTo>
                <a:lnTo>
                  <a:pt x="2848" y="8757"/>
                </a:lnTo>
                <a:lnTo>
                  <a:pt x="1844" y="5888"/>
                </a:lnTo>
                <a:lnTo>
                  <a:pt x="915" y="2976"/>
                </a:lnTo>
                <a:lnTo>
                  <a:pt x="0" y="0"/>
                </a:lnTo>
                <a:close/>
              </a:path>
            </a:pathLst>
          </a:custGeom>
          <a:solidFill>
            <a:srgbClr val="4841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7" name="contour_19025"/>
          <p:cNvSpPr/>
          <p:nvPr/>
        </p:nvSpPr>
        <p:spPr>
          <a:xfrm>
            <a:off x="4208258" y="23904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514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8" name="contour_19026"/>
          <p:cNvSpPr/>
          <p:nvPr/>
        </p:nvSpPr>
        <p:spPr>
          <a:xfrm>
            <a:off x="10818466" y="237588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1503"/>
                </a:lnTo>
                <a:lnTo>
                  <a:pt x="11621" y="2657"/>
                </a:lnTo>
                <a:lnTo>
                  <a:pt x="13748" y="3711"/>
                </a:lnTo>
                <a:lnTo>
                  <a:pt x="15822" y="4899"/>
                </a:lnTo>
                <a:lnTo>
                  <a:pt x="18290" y="6463"/>
                </a:lnTo>
                <a:lnTo>
                  <a:pt x="21600" y="8640"/>
                </a:lnTo>
                <a:lnTo>
                  <a:pt x="20747" y="12113"/>
                </a:lnTo>
                <a:lnTo>
                  <a:pt x="20039" y="14524"/>
                </a:lnTo>
                <a:lnTo>
                  <a:pt x="19219" y="16494"/>
                </a:lnTo>
                <a:lnTo>
                  <a:pt x="18025" y="18645"/>
                </a:lnTo>
                <a:lnTo>
                  <a:pt x="16200" y="21600"/>
                </a:lnTo>
                <a:lnTo>
                  <a:pt x="16200" y="18744"/>
                </a:lnTo>
                <a:lnTo>
                  <a:pt x="16200" y="15872"/>
                </a:lnTo>
                <a:lnTo>
                  <a:pt x="16200" y="12960"/>
                </a:lnTo>
                <a:lnTo>
                  <a:pt x="12992" y="12960"/>
                </a:lnTo>
                <a:lnTo>
                  <a:pt x="9774" y="12960"/>
                </a:lnTo>
                <a:lnTo>
                  <a:pt x="6545" y="12960"/>
                </a:lnTo>
                <a:lnTo>
                  <a:pt x="3289" y="12960"/>
                </a:lnTo>
                <a:lnTo>
                  <a:pt x="0" y="12960"/>
                </a:lnTo>
                <a:lnTo>
                  <a:pt x="1069" y="10394"/>
                </a:lnTo>
                <a:lnTo>
                  <a:pt x="2144" y="7819"/>
                </a:lnTo>
                <a:lnTo>
                  <a:pt x="3218" y="5236"/>
                </a:lnTo>
                <a:lnTo>
                  <a:pt x="4304" y="2631"/>
                </a:lnTo>
                <a:lnTo>
                  <a:pt x="5400" y="0"/>
                </a:lnTo>
                <a:close/>
              </a:path>
            </a:pathLst>
          </a:custGeom>
          <a:solidFill>
            <a:srgbClr val="D9C89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29" name="contour_19027"/>
          <p:cNvSpPr/>
          <p:nvPr/>
        </p:nvSpPr>
        <p:spPr>
          <a:xfrm>
            <a:off x="2408124" y="23904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826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0" name="contour_19028"/>
          <p:cNvSpPr/>
          <p:nvPr/>
        </p:nvSpPr>
        <p:spPr>
          <a:xfrm>
            <a:off x="10709146" y="2374901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705"/>
                </a:moveTo>
                <a:lnTo>
                  <a:pt x="9580" y="235"/>
                </a:lnTo>
                <a:lnTo>
                  <a:pt x="12512" y="0"/>
                </a:lnTo>
                <a:lnTo>
                  <a:pt x="14974" y="0"/>
                </a:lnTo>
                <a:lnTo>
                  <a:pt x="17744" y="235"/>
                </a:lnTo>
                <a:lnTo>
                  <a:pt x="21600" y="705"/>
                </a:lnTo>
                <a:lnTo>
                  <a:pt x="20072" y="3662"/>
                </a:lnTo>
                <a:lnTo>
                  <a:pt x="18544" y="6618"/>
                </a:lnTo>
                <a:lnTo>
                  <a:pt x="17010" y="9585"/>
                </a:lnTo>
                <a:lnTo>
                  <a:pt x="15471" y="12563"/>
                </a:lnTo>
                <a:lnTo>
                  <a:pt x="13921" y="15556"/>
                </a:lnTo>
                <a:lnTo>
                  <a:pt x="12366" y="18565"/>
                </a:lnTo>
                <a:lnTo>
                  <a:pt x="10800" y="21600"/>
                </a:lnTo>
                <a:lnTo>
                  <a:pt x="8127" y="20305"/>
                </a:lnTo>
                <a:lnTo>
                  <a:pt x="5438" y="19009"/>
                </a:lnTo>
                <a:lnTo>
                  <a:pt x="2738" y="17698"/>
                </a:lnTo>
                <a:lnTo>
                  <a:pt x="0" y="16376"/>
                </a:lnTo>
                <a:lnTo>
                  <a:pt x="853" y="12490"/>
                </a:lnTo>
                <a:lnTo>
                  <a:pt x="1561" y="9732"/>
                </a:lnTo>
                <a:lnTo>
                  <a:pt x="2381" y="7350"/>
                </a:lnTo>
                <a:lnTo>
                  <a:pt x="3575" y="4592"/>
                </a:lnTo>
                <a:lnTo>
                  <a:pt x="5400" y="705"/>
                </a:lnTo>
                <a:close/>
              </a:path>
            </a:pathLst>
          </a:custGeom>
          <a:solidFill>
            <a:srgbClr val="6C6F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1" name="contour_19029"/>
          <p:cNvSpPr/>
          <p:nvPr/>
        </p:nvSpPr>
        <p:spPr>
          <a:xfrm>
            <a:off x="5403488" y="236761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507"/>
                </a:lnTo>
                <a:lnTo>
                  <a:pt x="0" y="13401"/>
                </a:lnTo>
                <a:lnTo>
                  <a:pt x="0" y="9281"/>
                </a:lnTo>
                <a:lnTo>
                  <a:pt x="0" y="5126"/>
                </a:lnTo>
                <a:lnTo>
                  <a:pt x="0" y="930"/>
                </a:lnTo>
                <a:close/>
              </a:path>
            </a:pathLst>
          </a:custGeom>
          <a:solidFill>
            <a:srgbClr val="1E1D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2" name="contour_19030"/>
          <p:cNvSpPr/>
          <p:nvPr/>
        </p:nvSpPr>
        <p:spPr>
          <a:xfrm>
            <a:off x="7807542" y="2368597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C8BA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3" name="contour_19031"/>
          <p:cNvSpPr/>
          <p:nvPr/>
        </p:nvSpPr>
        <p:spPr>
          <a:xfrm>
            <a:off x="1300349" y="236130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150" y="2825"/>
                </a:lnTo>
                <a:lnTo>
                  <a:pt x="17201" y="4895"/>
                </a:lnTo>
                <a:lnTo>
                  <a:pt x="17978" y="7214"/>
                </a:lnTo>
                <a:lnTo>
                  <a:pt x="18900" y="10800"/>
                </a:lnTo>
                <a:lnTo>
                  <a:pt x="19714" y="13815"/>
                </a:lnTo>
                <a:lnTo>
                  <a:pt x="20534" y="16874"/>
                </a:lnTo>
                <a:lnTo>
                  <a:pt x="21067" y="19220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1011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4" name="contour_19032"/>
          <p:cNvSpPr/>
          <p:nvPr/>
        </p:nvSpPr>
        <p:spPr>
          <a:xfrm>
            <a:off x="673582" y="236130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1A5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5" name="contour_19033"/>
          <p:cNvSpPr/>
          <p:nvPr/>
        </p:nvSpPr>
        <p:spPr>
          <a:xfrm>
            <a:off x="3727250" y="2353365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D9C9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6" name="contour_19034"/>
          <p:cNvSpPr/>
          <p:nvPr/>
        </p:nvSpPr>
        <p:spPr>
          <a:xfrm>
            <a:off x="2320668" y="2354021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0D0D0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7" name="contour_19035"/>
          <p:cNvSpPr/>
          <p:nvPr/>
        </p:nvSpPr>
        <p:spPr>
          <a:xfrm>
            <a:off x="9448324" y="234673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26"/>
                </a:lnTo>
                <a:lnTo>
                  <a:pt x="6860" y="1058"/>
                </a:lnTo>
                <a:lnTo>
                  <a:pt x="8618" y="1793"/>
                </a:lnTo>
                <a:lnTo>
                  <a:pt x="11340" y="2923"/>
                </a:lnTo>
                <a:lnTo>
                  <a:pt x="15509" y="4658"/>
                </a:lnTo>
                <a:lnTo>
                  <a:pt x="21600" y="7200"/>
                </a:lnTo>
                <a:lnTo>
                  <a:pt x="17660" y="11952"/>
                </a:lnTo>
                <a:lnTo>
                  <a:pt x="14580" y="15523"/>
                </a:lnTo>
                <a:lnTo>
                  <a:pt x="12109" y="18086"/>
                </a:lnTo>
                <a:lnTo>
                  <a:pt x="9988" y="19800"/>
                </a:lnTo>
                <a:lnTo>
                  <a:pt x="7975" y="20844"/>
                </a:lnTo>
                <a:lnTo>
                  <a:pt x="5806" y="21377"/>
                </a:lnTo>
                <a:lnTo>
                  <a:pt x="3231" y="21571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6F94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8" name="contour_19036"/>
          <p:cNvSpPr/>
          <p:nvPr/>
        </p:nvSpPr>
        <p:spPr>
          <a:xfrm>
            <a:off x="6948543" y="233215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2138"/>
                </a:lnTo>
                <a:lnTo>
                  <a:pt x="16157" y="4290"/>
                </a:lnTo>
                <a:lnTo>
                  <a:pt x="18862" y="6450"/>
                </a:lnTo>
                <a:lnTo>
                  <a:pt x="21600" y="8640"/>
                </a:lnTo>
                <a:lnTo>
                  <a:pt x="18544" y="10472"/>
                </a:lnTo>
                <a:lnTo>
                  <a:pt x="15487" y="12308"/>
                </a:lnTo>
                <a:lnTo>
                  <a:pt x="12420" y="14148"/>
                </a:lnTo>
                <a:lnTo>
                  <a:pt x="9342" y="15997"/>
                </a:lnTo>
                <a:lnTo>
                  <a:pt x="6248" y="17850"/>
                </a:lnTo>
                <a:lnTo>
                  <a:pt x="3137" y="19721"/>
                </a:lnTo>
                <a:lnTo>
                  <a:pt x="0" y="21600"/>
                </a:lnTo>
                <a:lnTo>
                  <a:pt x="1571" y="16066"/>
                </a:lnTo>
                <a:lnTo>
                  <a:pt x="2824" y="11845"/>
                </a:lnTo>
                <a:lnTo>
                  <a:pt x="3893" y="8692"/>
                </a:lnTo>
                <a:lnTo>
                  <a:pt x="4892" y="6346"/>
                </a:lnTo>
                <a:lnTo>
                  <a:pt x="5962" y="4558"/>
                </a:lnTo>
                <a:lnTo>
                  <a:pt x="7214" y="3072"/>
                </a:lnTo>
                <a:lnTo>
                  <a:pt x="8786" y="1637"/>
                </a:lnTo>
                <a:lnTo>
                  <a:pt x="10800" y="0"/>
                </a:lnTo>
                <a:close/>
              </a:path>
            </a:pathLst>
          </a:custGeom>
          <a:solidFill>
            <a:srgbClr val="D8E9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39" name="contour_19037"/>
          <p:cNvSpPr/>
          <p:nvPr/>
        </p:nvSpPr>
        <p:spPr>
          <a:xfrm>
            <a:off x="4565369" y="234673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AC5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0" name="contour_19038"/>
          <p:cNvSpPr/>
          <p:nvPr/>
        </p:nvSpPr>
        <p:spPr>
          <a:xfrm>
            <a:off x="4179106" y="2348089"/>
            <a:ext cx="43728" cy="205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48"/>
                </a:moveTo>
                <a:lnTo>
                  <a:pt x="19969" y="11345"/>
                </a:lnTo>
                <a:lnTo>
                  <a:pt x="18677" y="14646"/>
                </a:lnTo>
                <a:lnTo>
                  <a:pt x="17042" y="17586"/>
                </a:lnTo>
                <a:lnTo>
                  <a:pt x="14400" y="21600"/>
                </a:lnTo>
                <a:lnTo>
                  <a:pt x="12186" y="19996"/>
                </a:lnTo>
                <a:lnTo>
                  <a:pt x="10051" y="18146"/>
                </a:lnTo>
                <a:lnTo>
                  <a:pt x="7981" y="16081"/>
                </a:lnTo>
                <a:lnTo>
                  <a:pt x="5958" y="13832"/>
                </a:lnTo>
                <a:lnTo>
                  <a:pt x="3964" y="11422"/>
                </a:lnTo>
                <a:lnTo>
                  <a:pt x="1984" y="8889"/>
                </a:lnTo>
                <a:lnTo>
                  <a:pt x="0" y="6248"/>
                </a:lnTo>
                <a:lnTo>
                  <a:pt x="2614" y="3255"/>
                </a:lnTo>
                <a:lnTo>
                  <a:pt x="5018" y="1305"/>
                </a:lnTo>
                <a:lnTo>
                  <a:pt x="7283" y="261"/>
                </a:lnTo>
                <a:lnTo>
                  <a:pt x="9472" y="0"/>
                </a:lnTo>
                <a:lnTo>
                  <a:pt x="11653" y="414"/>
                </a:lnTo>
                <a:lnTo>
                  <a:pt x="13889" y="1366"/>
                </a:lnTo>
                <a:lnTo>
                  <a:pt x="16250" y="2740"/>
                </a:lnTo>
                <a:lnTo>
                  <a:pt x="18796" y="4406"/>
                </a:lnTo>
                <a:lnTo>
                  <a:pt x="21600" y="6248"/>
                </a:lnTo>
                <a:close/>
              </a:path>
            </a:pathLst>
          </a:custGeom>
          <a:solidFill>
            <a:srgbClr val="4743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1" name="contour_19039"/>
          <p:cNvSpPr/>
          <p:nvPr/>
        </p:nvSpPr>
        <p:spPr>
          <a:xfrm>
            <a:off x="1664749" y="233215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5047" y="18052"/>
                </a:lnTo>
                <a:lnTo>
                  <a:pt x="3881" y="15250"/>
                </a:lnTo>
                <a:lnTo>
                  <a:pt x="2700" y="10800"/>
                </a:lnTo>
                <a:lnTo>
                  <a:pt x="1886" y="7787"/>
                </a:lnTo>
                <a:lnTo>
                  <a:pt x="1066" y="4725"/>
                </a:lnTo>
                <a:lnTo>
                  <a:pt x="533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9897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2" name="contour_19040"/>
          <p:cNvSpPr/>
          <p:nvPr/>
        </p:nvSpPr>
        <p:spPr>
          <a:xfrm>
            <a:off x="1322213" y="23467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3527" y="18927"/>
                </a:lnTo>
                <a:lnTo>
                  <a:pt x="10849" y="16249"/>
                </a:lnTo>
                <a:lnTo>
                  <a:pt x="8159" y="13559"/>
                </a:lnTo>
                <a:lnTo>
                  <a:pt x="5459" y="10859"/>
                </a:lnTo>
                <a:lnTo>
                  <a:pt x="2743" y="8143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07070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3" name="contour_19041"/>
          <p:cNvSpPr/>
          <p:nvPr/>
        </p:nvSpPr>
        <p:spPr>
          <a:xfrm>
            <a:off x="6984327" y="2332157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0" y="0"/>
                </a:moveTo>
                <a:lnTo>
                  <a:pt x="17427" y="2108"/>
                </a:lnTo>
                <a:lnTo>
                  <a:pt x="19090" y="3711"/>
                </a:lnTo>
                <a:lnTo>
                  <a:pt x="20265" y="5616"/>
                </a:lnTo>
                <a:lnTo>
                  <a:pt x="21600" y="8640"/>
                </a:lnTo>
                <a:lnTo>
                  <a:pt x="18482" y="11051"/>
                </a:lnTo>
                <a:lnTo>
                  <a:pt x="15176" y="13319"/>
                </a:lnTo>
                <a:lnTo>
                  <a:pt x="11723" y="15483"/>
                </a:lnTo>
                <a:lnTo>
                  <a:pt x="8130" y="17561"/>
                </a:lnTo>
                <a:lnTo>
                  <a:pt x="4425" y="19591"/>
                </a:lnTo>
                <a:lnTo>
                  <a:pt x="629" y="21600"/>
                </a:lnTo>
                <a:lnTo>
                  <a:pt x="210" y="18645"/>
                </a:lnTo>
                <a:lnTo>
                  <a:pt x="0" y="16494"/>
                </a:lnTo>
                <a:lnTo>
                  <a:pt x="0" y="14524"/>
                </a:lnTo>
                <a:lnTo>
                  <a:pt x="210" y="12113"/>
                </a:lnTo>
                <a:lnTo>
                  <a:pt x="629" y="8640"/>
                </a:lnTo>
                <a:lnTo>
                  <a:pt x="4781" y="5616"/>
                </a:lnTo>
                <a:lnTo>
                  <a:pt x="7619" y="3711"/>
                </a:lnTo>
                <a:lnTo>
                  <a:pt x="10457" y="2108"/>
                </a:lnTo>
                <a:lnTo>
                  <a:pt x="14610" y="0"/>
                </a:lnTo>
                <a:close/>
              </a:path>
            </a:pathLst>
          </a:custGeom>
          <a:solidFill>
            <a:srgbClr val="D6E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4" name="contour_19042"/>
          <p:cNvSpPr/>
          <p:nvPr/>
        </p:nvSpPr>
        <p:spPr>
          <a:xfrm>
            <a:off x="3370139" y="234673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645" y="17266"/>
                </a:lnTo>
                <a:lnTo>
                  <a:pt x="16494" y="19073"/>
                </a:lnTo>
                <a:lnTo>
                  <a:pt x="14524" y="20167"/>
                </a:lnTo>
                <a:lnTo>
                  <a:pt x="12113" y="20894"/>
                </a:lnTo>
                <a:lnTo>
                  <a:pt x="8640" y="21600"/>
                </a:lnTo>
                <a:lnTo>
                  <a:pt x="6463" y="17186"/>
                </a:lnTo>
                <a:lnTo>
                  <a:pt x="4899" y="13896"/>
                </a:lnTo>
                <a:lnTo>
                  <a:pt x="3711" y="11131"/>
                </a:lnTo>
                <a:lnTo>
                  <a:pt x="2657" y="8294"/>
                </a:lnTo>
                <a:lnTo>
                  <a:pt x="1503" y="4788"/>
                </a:lnTo>
                <a:lnTo>
                  <a:pt x="0" y="0"/>
                </a:lnTo>
                <a:close/>
              </a:path>
            </a:pathLst>
          </a:custGeom>
          <a:solidFill>
            <a:srgbClr val="F7F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5" name="contour_19043"/>
          <p:cNvSpPr/>
          <p:nvPr/>
        </p:nvSpPr>
        <p:spPr>
          <a:xfrm>
            <a:off x="841206" y="233215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695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9394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6" name="contour_19044"/>
          <p:cNvSpPr/>
          <p:nvPr/>
        </p:nvSpPr>
        <p:spPr>
          <a:xfrm>
            <a:off x="10577962" y="232486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1663"/>
                </a:lnTo>
                <a:lnTo>
                  <a:pt x="5404" y="3348"/>
                </a:lnTo>
                <a:lnTo>
                  <a:pt x="8104" y="5047"/>
                </a:lnTo>
                <a:lnTo>
                  <a:pt x="10800" y="6754"/>
                </a:lnTo>
                <a:lnTo>
                  <a:pt x="12809" y="8006"/>
                </a:lnTo>
                <a:lnTo>
                  <a:pt x="14826" y="9266"/>
                </a:lnTo>
                <a:lnTo>
                  <a:pt x="16874" y="10548"/>
                </a:lnTo>
                <a:lnTo>
                  <a:pt x="19220" y="12456"/>
                </a:lnTo>
                <a:lnTo>
                  <a:pt x="21600" y="14400"/>
                </a:lnTo>
                <a:lnTo>
                  <a:pt x="21600" y="17971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BB0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7" name="contour_19045"/>
          <p:cNvSpPr/>
          <p:nvPr/>
        </p:nvSpPr>
        <p:spPr>
          <a:xfrm>
            <a:off x="4441474" y="233117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507"/>
                </a:lnTo>
                <a:lnTo>
                  <a:pt x="0" y="13401"/>
                </a:lnTo>
                <a:lnTo>
                  <a:pt x="0" y="9281"/>
                </a:lnTo>
                <a:lnTo>
                  <a:pt x="0" y="5126"/>
                </a:lnTo>
                <a:lnTo>
                  <a:pt x="0" y="930"/>
                </a:lnTo>
                <a:close/>
              </a:path>
            </a:pathLst>
          </a:custGeom>
          <a:solidFill>
            <a:srgbClr val="E5D7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8" name="contour_19046"/>
          <p:cNvSpPr/>
          <p:nvPr/>
        </p:nvSpPr>
        <p:spPr>
          <a:xfrm>
            <a:off x="4397746" y="233944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645" y="17266"/>
                </a:lnTo>
                <a:lnTo>
                  <a:pt x="16494" y="19073"/>
                </a:lnTo>
                <a:lnTo>
                  <a:pt x="14524" y="20167"/>
                </a:lnTo>
                <a:lnTo>
                  <a:pt x="12113" y="20894"/>
                </a:lnTo>
                <a:lnTo>
                  <a:pt x="8640" y="21600"/>
                </a:lnTo>
                <a:lnTo>
                  <a:pt x="6463" y="17186"/>
                </a:lnTo>
                <a:lnTo>
                  <a:pt x="4899" y="13896"/>
                </a:lnTo>
                <a:lnTo>
                  <a:pt x="3711" y="11131"/>
                </a:lnTo>
                <a:lnTo>
                  <a:pt x="2657" y="8294"/>
                </a:lnTo>
                <a:lnTo>
                  <a:pt x="1503" y="4788"/>
                </a:lnTo>
                <a:lnTo>
                  <a:pt x="0" y="0"/>
                </a:lnTo>
                <a:close/>
              </a:path>
            </a:pathLst>
          </a:custGeom>
          <a:solidFill>
            <a:srgbClr val="2E36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49" name="contour_19047"/>
          <p:cNvSpPr/>
          <p:nvPr/>
        </p:nvSpPr>
        <p:spPr>
          <a:xfrm>
            <a:off x="3705386" y="230300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1670" y="15116"/>
                </a:lnTo>
                <a:lnTo>
                  <a:pt x="3355" y="12951"/>
                </a:lnTo>
                <a:lnTo>
                  <a:pt x="5047" y="10796"/>
                </a:lnTo>
                <a:lnTo>
                  <a:pt x="6754" y="8640"/>
                </a:lnTo>
                <a:lnTo>
                  <a:pt x="8640" y="6229"/>
                </a:lnTo>
                <a:lnTo>
                  <a:pt x="10548" y="3780"/>
                </a:lnTo>
                <a:lnTo>
                  <a:pt x="12456" y="1905"/>
                </a:lnTo>
                <a:lnTo>
                  <a:pt x="14400" y="0"/>
                </a:lnTo>
                <a:close/>
              </a:path>
            </a:pathLst>
          </a:custGeom>
          <a:solidFill>
            <a:srgbClr val="8186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0" name="contour_19048"/>
          <p:cNvSpPr/>
          <p:nvPr/>
        </p:nvSpPr>
        <p:spPr>
          <a:xfrm>
            <a:off x="2145756" y="231029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610" y="3499"/>
                </a:lnTo>
                <a:lnTo>
                  <a:pt x="11218" y="5979"/>
                </a:lnTo>
                <a:lnTo>
                  <a:pt x="14422" y="7811"/>
                </a:lnTo>
                <a:lnTo>
                  <a:pt x="16819" y="9340"/>
                </a:lnTo>
                <a:lnTo>
                  <a:pt x="19015" y="10938"/>
                </a:lnTo>
                <a:lnTo>
                  <a:pt x="21600" y="12960"/>
                </a:lnTo>
                <a:lnTo>
                  <a:pt x="20729" y="15984"/>
                </a:lnTo>
                <a:lnTo>
                  <a:pt x="19685" y="17889"/>
                </a:lnTo>
                <a:lnTo>
                  <a:pt x="17798" y="1949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2423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1" name="contour_19049"/>
          <p:cNvSpPr/>
          <p:nvPr/>
        </p:nvSpPr>
        <p:spPr>
          <a:xfrm>
            <a:off x="8223941" y="232486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6" y="2511"/>
                </a:lnTo>
                <a:lnTo>
                  <a:pt x="1080" y="5065"/>
                </a:lnTo>
                <a:lnTo>
                  <a:pt x="3097" y="8095"/>
                </a:lnTo>
                <a:lnTo>
                  <a:pt x="5262" y="10384"/>
                </a:lnTo>
                <a:lnTo>
                  <a:pt x="7577" y="12074"/>
                </a:lnTo>
                <a:lnTo>
                  <a:pt x="10048" y="13295"/>
                </a:lnTo>
                <a:lnTo>
                  <a:pt x="12679" y="14180"/>
                </a:lnTo>
                <a:lnTo>
                  <a:pt x="15479" y="14872"/>
                </a:lnTo>
                <a:lnTo>
                  <a:pt x="18451" y="15498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EF0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2" name="contour_19050"/>
          <p:cNvSpPr/>
          <p:nvPr/>
        </p:nvSpPr>
        <p:spPr>
          <a:xfrm>
            <a:off x="4179106" y="231029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2566"/>
                </a:lnTo>
                <a:lnTo>
                  <a:pt x="21600" y="5141"/>
                </a:lnTo>
                <a:lnTo>
                  <a:pt x="21600" y="7724"/>
                </a:lnTo>
                <a:lnTo>
                  <a:pt x="21600" y="10329"/>
                </a:lnTo>
                <a:lnTo>
                  <a:pt x="21600" y="12960"/>
                </a:lnTo>
                <a:lnTo>
                  <a:pt x="16841" y="12960"/>
                </a:lnTo>
                <a:lnTo>
                  <a:pt x="12053" y="12960"/>
                </a:lnTo>
                <a:lnTo>
                  <a:pt x="7200" y="12960"/>
                </a:lnTo>
                <a:lnTo>
                  <a:pt x="4558" y="15526"/>
                </a:lnTo>
                <a:lnTo>
                  <a:pt x="2923" y="17280"/>
                </a:lnTo>
                <a:lnTo>
                  <a:pt x="1634" y="19034"/>
                </a:lnTo>
                <a:lnTo>
                  <a:pt x="0" y="21600"/>
                </a:lnTo>
                <a:lnTo>
                  <a:pt x="626" y="18896"/>
                </a:lnTo>
                <a:lnTo>
                  <a:pt x="1296" y="16196"/>
                </a:lnTo>
                <a:lnTo>
                  <a:pt x="1987" y="13496"/>
                </a:lnTo>
                <a:lnTo>
                  <a:pt x="2700" y="10800"/>
                </a:lnTo>
                <a:lnTo>
                  <a:pt x="3456" y="7785"/>
                </a:lnTo>
                <a:lnTo>
                  <a:pt x="4219" y="4726"/>
                </a:lnTo>
                <a:lnTo>
                  <a:pt x="5702" y="2380"/>
                </a:lnTo>
                <a:lnTo>
                  <a:pt x="7200" y="0"/>
                </a:lnTo>
                <a:close/>
              </a:path>
            </a:pathLst>
          </a:custGeom>
          <a:solidFill>
            <a:srgbClr val="EDCC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3" name="contour_19051"/>
          <p:cNvSpPr/>
          <p:nvPr/>
        </p:nvSpPr>
        <p:spPr>
          <a:xfrm>
            <a:off x="10257291" y="229571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8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4" name="contour_19052"/>
          <p:cNvSpPr/>
          <p:nvPr/>
        </p:nvSpPr>
        <p:spPr>
          <a:xfrm>
            <a:off x="10220851" y="227385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5" y="3927"/>
                </a:lnTo>
                <a:lnTo>
                  <a:pt x="12053" y="6666"/>
                </a:lnTo>
                <a:lnTo>
                  <a:pt x="15358" y="8580"/>
                </a:lnTo>
                <a:lnTo>
                  <a:pt x="17654" y="10027"/>
                </a:lnTo>
                <a:lnTo>
                  <a:pt x="19534" y="11366"/>
                </a:lnTo>
                <a:lnTo>
                  <a:pt x="21600" y="12960"/>
                </a:lnTo>
                <a:lnTo>
                  <a:pt x="21600" y="15816"/>
                </a:lnTo>
                <a:lnTo>
                  <a:pt x="21600" y="18688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CCA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5" name="contour_19053"/>
          <p:cNvSpPr/>
          <p:nvPr/>
        </p:nvSpPr>
        <p:spPr>
          <a:xfrm>
            <a:off x="9892891" y="228842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051" y="2408"/>
                </a:lnTo>
                <a:lnTo>
                  <a:pt x="13319" y="4963"/>
                </a:lnTo>
                <a:lnTo>
                  <a:pt x="15483" y="7630"/>
                </a:lnTo>
                <a:lnTo>
                  <a:pt x="17561" y="10406"/>
                </a:lnTo>
                <a:lnTo>
                  <a:pt x="19591" y="13268"/>
                </a:lnTo>
                <a:lnTo>
                  <a:pt x="21600" y="16200"/>
                </a:lnTo>
                <a:lnTo>
                  <a:pt x="19492" y="18376"/>
                </a:lnTo>
                <a:lnTo>
                  <a:pt x="17889" y="19661"/>
                </a:lnTo>
                <a:lnTo>
                  <a:pt x="15980" y="20569"/>
                </a:lnTo>
                <a:lnTo>
                  <a:pt x="12960" y="21600"/>
                </a:lnTo>
                <a:lnTo>
                  <a:pt x="10549" y="19192"/>
                </a:lnTo>
                <a:lnTo>
                  <a:pt x="8281" y="16637"/>
                </a:lnTo>
                <a:lnTo>
                  <a:pt x="6117" y="13970"/>
                </a:lnTo>
                <a:lnTo>
                  <a:pt x="4039" y="11194"/>
                </a:lnTo>
                <a:lnTo>
                  <a:pt x="2009" y="8332"/>
                </a:lnTo>
                <a:lnTo>
                  <a:pt x="0" y="5400"/>
                </a:lnTo>
                <a:lnTo>
                  <a:pt x="2108" y="3224"/>
                </a:lnTo>
                <a:lnTo>
                  <a:pt x="3711" y="1939"/>
                </a:lnTo>
                <a:lnTo>
                  <a:pt x="5620" y="1031"/>
                </a:lnTo>
                <a:lnTo>
                  <a:pt x="8640" y="0"/>
                </a:lnTo>
                <a:close/>
              </a:path>
            </a:pathLst>
          </a:custGeom>
          <a:solidFill>
            <a:srgbClr val="E7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6" name="contour_19054"/>
          <p:cNvSpPr/>
          <p:nvPr/>
        </p:nvSpPr>
        <p:spPr>
          <a:xfrm>
            <a:off x="1621021" y="228842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E1E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7" name="contour_19055"/>
          <p:cNvSpPr/>
          <p:nvPr/>
        </p:nvSpPr>
        <p:spPr>
          <a:xfrm>
            <a:off x="10359323" y="227385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D5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8" name="contour_19056"/>
          <p:cNvSpPr/>
          <p:nvPr/>
        </p:nvSpPr>
        <p:spPr>
          <a:xfrm>
            <a:off x="1788645" y="2266565"/>
            <a:ext cx="29152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776"/>
                </a:lnTo>
                <a:lnTo>
                  <a:pt x="7781" y="1553"/>
                </a:lnTo>
                <a:lnTo>
                  <a:pt x="9428" y="2630"/>
                </a:lnTo>
                <a:lnTo>
                  <a:pt x="11983" y="4294"/>
                </a:lnTo>
                <a:lnTo>
                  <a:pt x="15887" y="6839"/>
                </a:lnTo>
                <a:lnTo>
                  <a:pt x="21600" y="10562"/>
                </a:lnTo>
                <a:lnTo>
                  <a:pt x="20569" y="13699"/>
                </a:lnTo>
                <a:lnTo>
                  <a:pt x="19661" y="15844"/>
                </a:lnTo>
                <a:lnTo>
                  <a:pt x="18376" y="17988"/>
                </a:lnTo>
                <a:lnTo>
                  <a:pt x="16200" y="21125"/>
                </a:lnTo>
                <a:lnTo>
                  <a:pt x="12020" y="21442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42"/>
                </a:lnTo>
                <a:lnTo>
                  <a:pt x="0" y="21125"/>
                </a:lnTo>
                <a:lnTo>
                  <a:pt x="891" y="17639"/>
                </a:lnTo>
                <a:lnTo>
                  <a:pt x="1782" y="14148"/>
                </a:lnTo>
                <a:lnTo>
                  <a:pt x="2678" y="10642"/>
                </a:lnTo>
                <a:lnTo>
                  <a:pt x="3580" y="7119"/>
                </a:lnTo>
                <a:lnTo>
                  <a:pt x="4487" y="3575"/>
                </a:lnTo>
                <a:lnTo>
                  <a:pt x="5400" y="0"/>
                </a:lnTo>
                <a:close/>
              </a:path>
            </a:pathLst>
          </a:custGeom>
          <a:solidFill>
            <a:srgbClr val="5153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59" name="contour_19057"/>
          <p:cNvSpPr/>
          <p:nvPr/>
        </p:nvSpPr>
        <p:spPr>
          <a:xfrm>
            <a:off x="4266562" y="2281141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0"/>
                </a:lnTo>
                <a:lnTo>
                  <a:pt x="8199" y="0"/>
                </a:lnTo>
                <a:lnTo>
                  <a:pt x="12319" y="0"/>
                </a:lnTo>
                <a:lnTo>
                  <a:pt x="16474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5544" y="18025"/>
                </a:lnTo>
                <a:lnTo>
                  <a:pt x="11906" y="19219"/>
                </a:lnTo>
                <a:lnTo>
                  <a:pt x="8764" y="20039"/>
                </a:lnTo>
                <a:lnTo>
                  <a:pt x="5126" y="2074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C81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0" name="contour_19058"/>
          <p:cNvSpPr/>
          <p:nvPr/>
        </p:nvSpPr>
        <p:spPr>
          <a:xfrm>
            <a:off x="3238955" y="226656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9089" y="6404"/>
                </a:lnTo>
                <a:lnTo>
                  <a:pt x="16535" y="7425"/>
                </a:lnTo>
                <a:lnTo>
                  <a:pt x="13084" y="9731"/>
                </a:lnTo>
                <a:lnTo>
                  <a:pt x="10546" y="12074"/>
                </a:lnTo>
                <a:lnTo>
                  <a:pt x="8618" y="14683"/>
                </a:lnTo>
                <a:lnTo>
                  <a:pt x="7004" y="17782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D9D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1" name="contour_19059"/>
          <p:cNvSpPr/>
          <p:nvPr/>
        </p:nvSpPr>
        <p:spPr>
          <a:xfrm>
            <a:off x="10366611" y="226656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B0B4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2" name="contour_19060"/>
          <p:cNvSpPr/>
          <p:nvPr/>
        </p:nvSpPr>
        <p:spPr>
          <a:xfrm>
            <a:off x="6925717" y="2266565"/>
            <a:ext cx="22826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703" y="0"/>
                </a:moveTo>
                <a:lnTo>
                  <a:pt x="17034" y="2955"/>
                </a:lnTo>
                <a:lnTo>
                  <a:pt x="18559" y="5106"/>
                </a:lnTo>
                <a:lnTo>
                  <a:pt x="19607" y="7076"/>
                </a:lnTo>
                <a:lnTo>
                  <a:pt x="20510" y="9487"/>
                </a:lnTo>
                <a:lnTo>
                  <a:pt x="21600" y="12960"/>
                </a:lnTo>
                <a:lnTo>
                  <a:pt x="17372" y="15137"/>
                </a:lnTo>
                <a:lnTo>
                  <a:pt x="14221" y="16701"/>
                </a:lnTo>
                <a:lnTo>
                  <a:pt x="11579" y="17889"/>
                </a:lnTo>
                <a:lnTo>
                  <a:pt x="8855" y="18943"/>
                </a:lnTo>
                <a:lnTo>
                  <a:pt x="5497" y="20097"/>
                </a:lnTo>
                <a:lnTo>
                  <a:pt x="910" y="21600"/>
                </a:lnTo>
                <a:lnTo>
                  <a:pt x="407" y="16606"/>
                </a:lnTo>
                <a:lnTo>
                  <a:pt x="103" y="13094"/>
                </a:lnTo>
                <a:lnTo>
                  <a:pt x="0" y="10593"/>
                </a:lnTo>
                <a:lnTo>
                  <a:pt x="103" y="8614"/>
                </a:lnTo>
                <a:lnTo>
                  <a:pt x="407" y="6683"/>
                </a:lnTo>
                <a:lnTo>
                  <a:pt x="910" y="4320"/>
                </a:lnTo>
                <a:lnTo>
                  <a:pt x="5007" y="2428"/>
                </a:lnTo>
                <a:lnTo>
                  <a:pt x="7807" y="1348"/>
                </a:lnTo>
                <a:lnTo>
                  <a:pt x="10607" y="674"/>
                </a:lnTo>
                <a:lnTo>
                  <a:pt x="14703" y="0"/>
                </a:lnTo>
                <a:close/>
              </a:path>
            </a:pathLst>
          </a:custGeom>
          <a:solidFill>
            <a:srgbClr val="D7E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3" name="contour_19061"/>
          <p:cNvSpPr/>
          <p:nvPr/>
        </p:nvSpPr>
        <p:spPr>
          <a:xfrm>
            <a:off x="4915193" y="226656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DE7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4" name="contour_19062"/>
          <p:cNvSpPr/>
          <p:nvPr/>
        </p:nvSpPr>
        <p:spPr>
          <a:xfrm>
            <a:off x="2182196" y="224470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553" y="3548"/>
                </a:lnTo>
                <a:lnTo>
                  <a:pt x="17719" y="6350"/>
                </a:lnTo>
                <a:lnTo>
                  <a:pt x="18900" y="10800"/>
                </a:lnTo>
                <a:lnTo>
                  <a:pt x="19714" y="13813"/>
                </a:lnTo>
                <a:lnTo>
                  <a:pt x="20534" y="16875"/>
                </a:lnTo>
                <a:lnTo>
                  <a:pt x="21067" y="1921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5" name="contour_19063"/>
          <p:cNvSpPr/>
          <p:nvPr/>
        </p:nvSpPr>
        <p:spPr>
          <a:xfrm>
            <a:off x="10089667" y="225198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5116" y="19930"/>
                </a:lnTo>
                <a:lnTo>
                  <a:pt x="12951" y="18245"/>
                </a:lnTo>
                <a:lnTo>
                  <a:pt x="10796" y="16553"/>
                </a:lnTo>
                <a:lnTo>
                  <a:pt x="8640" y="14846"/>
                </a:lnTo>
                <a:lnTo>
                  <a:pt x="6229" y="12960"/>
                </a:lnTo>
                <a:lnTo>
                  <a:pt x="3780" y="11052"/>
                </a:lnTo>
                <a:lnTo>
                  <a:pt x="190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4F4E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6" name="contour_19064"/>
          <p:cNvSpPr/>
          <p:nvPr/>
        </p:nvSpPr>
        <p:spPr>
          <a:xfrm>
            <a:off x="1293061" y="224470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553" y="3548"/>
                </a:lnTo>
                <a:lnTo>
                  <a:pt x="17719" y="6350"/>
                </a:lnTo>
                <a:lnTo>
                  <a:pt x="18900" y="10800"/>
                </a:lnTo>
                <a:lnTo>
                  <a:pt x="19714" y="13813"/>
                </a:lnTo>
                <a:lnTo>
                  <a:pt x="20534" y="16875"/>
                </a:lnTo>
                <a:lnTo>
                  <a:pt x="21067" y="1921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D8F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7" name="contour_19065"/>
          <p:cNvSpPr/>
          <p:nvPr/>
        </p:nvSpPr>
        <p:spPr>
          <a:xfrm>
            <a:off x="10293731" y="222283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28" y="3019"/>
                </a:lnTo>
                <a:lnTo>
                  <a:pt x="17686" y="5152"/>
                </a:lnTo>
                <a:lnTo>
                  <a:pt x="19341" y="7403"/>
                </a:lnTo>
                <a:lnTo>
                  <a:pt x="21600" y="10800"/>
                </a:lnTo>
                <a:lnTo>
                  <a:pt x="18926" y="12139"/>
                </a:lnTo>
                <a:lnTo>
                  <a:pt x="16252" y="13473"/>
                </a:lnTo>
                <a:lnTo>
                  <a:pt x="13569" y="14818"/>
                </a:lnTo>
                <a:lnTo>
                  <a:pt x="10882" y="16162"/>
                </a:lnTo>
                <a:lnTo>
                  <a:pt x="8182" y="17507"/>
                </a:lnTo>
                <a:lnTo>
                  <a:pt x="5469" y="18862"/>
                </a:lnTo>
                <a:lnTo>
                  <a:pt x="2743" y="20228"/>
                </a:lnTo>
                <a:lnTo>
                  <a:pt x="0" y="21600"/>
                </a:lnTo>
                <a:lnTo>
                  <a:pt x="1335" y="15304"/>
                </a:lnTo>
                <a:lnTo>
                  <a:pt x="2380" y="10913"/>
                </a:lnTo>
                <a:lnTo>
                  <a:pt x="3378" y="7862"/>
                </a:lnTo>
                <a:lnTo>
                  <a:pt x="4553" y="5578"/>
                </a:lnTo>
                <a:lnTo>
                  <a:pt x="6139" y="3483"/>
                </a:lnTo>
                <a:lnTo>
                  <a:pt x="8372" y="1015"/>
                </a:lnTo>
                <a:lnTo>
                  <a:pt x="10649" y="513"/>
                </a:lnTo>
                <a:lnTo>
                  <a:pt x="12960" y="0"/>
                </a:lnTo>
                <a:close/>
              </a:path>
            </a:pathLst>
          </a:custGeom>
          <a:solidFill>
            <a:srgbClr val="B2B7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8" name="contour_19066"/>
          <p:cNvSpPr/>
          <p:nvPr/>
        </p:nvSpPr>
        <p:spPr>
          <a:xfrm>
            <a:off x="6291967" y="2230563"/>
            <a:ext cx="37096" cy="2871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765" y="4813"/>
                </a:moveTo>
                <a:lnTo>
                  <a:pt x="17692" y="6738"/>
                </a:lnTo>
                <a:lnTo>
                  <a:pt x="19635" y="8673"/>
                </a:lnTo>
                <a:lnTo>
                  <a:pt x="21600" y="10636"/>
                </a:lnTo>
                <a:lnTo>
                  <a:pt x="18973" y="11990"/>
                </a:lnTo>
                <a:lnTo>
                  <a:pt x="16346" y="13349"/>
                </a:lnTo>
                <a:lnTo>
                  <a:pt x="13711" y="14709"/>
                </a:lnTo>
                <a:lnTo>
                  <a:pt x="11072" y="16074"/>
                </a:lnTo>
                <a:lnTo>
                  <a:pt x="8419" y="17444"/>
                </a:lnTo>
                <a:lnTo>
                  <a:pt x="5754" y="18821"/>
                </a:lnTo>
                <a:lnTo>
                  <a:pt x="3077" y="20202"/>
                </a:lnTo>
                <a:lnTo>
                  <a:pt x="382" y="21600"/>
                </a:lnTo>
                <a:lnTo>
                  <a:pt x="127" y="17686"/>
                </a:lnTo>
                <a:lnTo>
                  <a:pt x="0" y="14873"/>
                </a:lnTo>
                <a:lnTo>
                  <a:pt x="0" y="12373"/>
                </a:lnTo>
                <a:lnTo>
                  <a:pt x="127" y="9397"/>
                </a:lnTo>
                <a:lnTo>
                  <a:pt x="382" y="5153"/>
                </a:lnTo>
                <a:lnTo>
                  <a:pt x="3115" y="2034"/>
                </a:lnTo>
                <a:lnTo>
                  <a:pt x="5432" y="373"/>
                </a:lnTo>
                <a:lnTo>
                  <a:pt x="7596" y="0"/>
                </a:lnTo>
                <a:lnTo>
                  <a:pt x="9866" y="735"/>
                </a:lnTo>
                <a:lnTo>
                  <a:pt x="12502" y="2396"/>
                </a:lnTo>
                <a:lnTo>
                  <a:pt x="15765" y="4813"/>
                </a:lnTo>
                <a:close/>
              </a:path>
            </a:pathLst>
          </a:custGeom>
          <a:solidFill>
            <a:srgbClr val="80A0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69" name="contour_19067"/>
          <p:cNvSpPr/>
          <p:nvPr/>
        </p:nvSpPr>
        <p:spPr>
          <a:xfrm>
            <a:off x="5140137" y="2237413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2F3E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0" name="contour_19068"/>
          <p:cNvSpPr/>
          <p:nvPr/>
        </p:nvSpPr>
        <p:spPr>
          <a:xfrm>
            <a:off x="2138468" y="2237253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"/>
                </a:moveTo>
                <a:lnTo>
                  <a:pt x="7452" y="0"/>
                </a:lnTo>
                <a:lnTo>
                  <a:pt x="9763" y="465"/>
                </a:lnTo>
                <a:lnTo>
                  <a:pt x="13228" y="1944"/>
                </a:lnTo>
                <a:lnTo>
                  <a:pt x="14412" y="2416"/>
                </a:lnTo>
                <a:lnTo>
                  <a:pt x="17971" y="3845"/>
                </a:lnTo>
                <a:lnTo>
                  <a:pt x="19773" y="5561"/>
                </a:lnTo>
                <a:lnTo>
                  <a:pt x="21600" y="7305"/>
                </a:lnTo>
                <a:lnTo>
                  <a:pt x="21600" y="12029"/>
                </a:lnTo>
                <a:lnTo>
                  <a:pt x="21600" y="16783"/>
                </a:lnTo>
                <a:lnTo>
                  <a:pt x="21600" y="21600"/>
                </a:lnTo>
                <a:lnTo>
                  <a:pt x="18926" y="20714"/>
                </a:lnTo>
                <a:lnTo>
                  <a:pt x="16252" y="19827"/>
                </a:lnTo>
                <a:lnTo>
                  <a:pt x="13569" y="18941"/>
                </a:lnTo>
                <a:lnTo>
                  <a:pt x="10882" y="18055"/>
                </a:lnTo>
                <a:lnTo>
                  <a:pt x="8182" y="17161"/>
                </a:lnTo>
                <a:lnTo>
                  <a:pt x="5469" y="16261"/>
                </a:lnTo>
                <a:lnTo>
                  <a:pt x="2743" y="15360"/>
                </a:lnTo>
                <a:lnTo>
                  <a:pt x="0" y="14452"/>
                </a:lnTo>
                <a:lnTo>
                  <a:pt x="1071" y="10914"/>
                </a:lnTo>
                <a:lnTo>
                  <a:pt x="2143" y="7355"/>
                </a:lnTo>
                <a:lnTo>
                  <a:pt x="3227" y="3781"/>
                </a:lnTo>
                <a:lnTo>
                  <a:pt x="4320" y="157"/>
                </a:lnTo>
                <a:close/>
              </a:path>
            </a:pathLst>
          </a:custGeom>
          <a:solidFill>
            <a:srgbClr val="5356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1" name="contour_19069"/>
          <p:cNvSpPr/>
          <p:nvPr/>
        </p:nvSpPr>
        <p:spPr>
          <a:xfrm>
            <a:off x="1467973" y="223741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090A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2" name="contour_19070"/>
          <p:cNvSpPr/>
          <p:nvPr/>
        </p:nvSpPr>
        <p:spPr>
          <a:xfrm>
            <a:off x="4390458" y="222283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2C4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3" name="contour_19071"/>
          <p:cNvSpPr/>
          <p:nvPr/>
        </p:nvSpPr>
        <p:spPr>
          <a:xfrm>
            <a:off x="5155697" y="223012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6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99AF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4" name="contour_19072"/>
          <p:cNvSpPr/>
          <p:nvPr/>
        </p:nvSpPr>
        <p:spPr>
          <a:xfrm>
            <a:off x="4215546" y="221554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674"/>
                </a:lnTo>
                <a:lnTo>
                  <a:pt x="14738" y="1348"/>
                </a:lnTo>
                <a:lnTo>
                  <a:pt x="17575" y="2428"/>
                </a:lnTo>
                <a:lnTo>
                  <a:pt x="21600" y="4320"/>
                </a:lnTo>
                <a:lnTo>
                  <a:pt x="20966" y="7296"/>
                </a:lnTo>
                <a:lnTo>
                  <a:pt x="20045" y="10212"/>
                </a:lnTo>
                <a:lnTo>
                  <a:pt x="18871" y="13081"/>
                </a:lnTo>
                <a:lnTo>
                  <a:pt x="17510" y="15924"/>
                </a:lnTo>
                <a:lnTo>
                  <a:pt x="16006" y="18757"/>
                </a:lnTo>
                <a:lnTo>
                  <a:pt x="14400" y="21600"/>
                </a:lnTo>
                <a:lnTo>
                  <a:pt x="9871" y="20926"/>
                </a:lnTo>
                <a:lnTo>
                  <a:pt x="6862" y="20252"/>
                </a:lnTo>
                <a:lnTo>
                  <a:pt x="4025" y="19172"/>
                </a:lnTo>
                <a:lnTo>
                  <a:pt x="0" y="17280"/>
                </a:lnTo>
                <a:lnTo>
                  <a:pt x="634" y="14304"/>
                </a:lnTo>
                <a:lnTo>
                  <a:pt x="1555" y="11388"/>
                </a:lnTo>
                <a:lnTo>
                  <a:pt x="2729" y="8519"/>
                </a:lnTo>
                <a:lnTo>
                  <a:pt x="4090" y="5676"/>
                </a:lnTo>
                <a:lnTo>
                  <a:pt x="5594" y="2843"/>
                </a:lnTo>
                <a:lnTo>
                  <a:pt x="7200" y="0"/>
                </a:lnTo>
                <a:close/>
              </a:path>
            </a:pathLst>
          </a:custGeom>
          <a:solidFill>
            <a:srgbClr val="171A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5" name="contour_19073"/>
          <p:cNvSpPr/>
          <p:nvPr/>
        </p:nvSpPr>
        <p:spPr>
          <a:xfrm>
            <a:off x="1679325" y="223012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9A9E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6" name="contour_19074"/>
          <p:cNvSpPr/>
          <p:nvPr/>
        </p:nvSpPr>
        <p:spPr>
          <a:xfrm>
            <a:off x="10577962" y="2214369"/>
            <a:ext cx="43728" cy="2304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1107"/>
                </a:moveTo>
                <a:lnTo>
                  <a:pt x="6156" y="342"/>
                </a:lnTo>
                <a:lnTo>
                  <a:pt x="7970" y="0"/>
                </a:lnTo>
                <a:lnTo>
                  <a:pt x="9904" y="0"/>
                </a:lnTo>
                <a:lnTo>
                  <a:pt x="12823" y="253"/>
                </a:lnTo>
                <a:lnTo>
                  <a:pt x="14058" y="348"/>
                </a:lnTo>
                <a:lnTo>
                  <a:pt x="17788" y="628"/>
                </a:lnTo>
                <a:lnTo>
                  <a:pt x="19681" y="868"/>
                </a:lnTo>
                <a:lnTo>
                  <a:pt x="21600" y="1107"/>
                </a:lnTo>
                <a:lnTo>
                  <a:pt x="20887" y="5164"/>
                </a:lnTo>
                <a:lnTo>
                  <a:pt x="20171" y="9236"/>
                </a:lnTo>
                <a:lnTo>
                  <a:pt x="19454" y="13321"/>
                </a:lnTo>
                <a:lnTo>
                  <a:pt x="18731" y="17440"/>
                </a:lnTo>
                <a:lnTo>
                  <a:pt x="18000" y="21600"/>
                </a:lnTo>
                <a:lnTo>
                  <a:pt x="15772" y="20753"/>
                </a:lnTo>
                <a:lnTo>
                  <a:pt x="13543" y="19906"/>
                </a:lnTo>
                <a:lnTo>
                  <a:pt x="11308" y="19059"/>
                </a:lnTo>
                <a:lnTo>
                  <a:pt x="9068" y="18212"/>
                </a:lnTo>
                <a:lnTo>
                  <a:pt x="6818" y="17358"/>
                </a:lnTo>
                <a:lnTo>
                  <a:pt x="4558" y="16497"/>
                </a:lnTo>
                <a:lnTo>
                  <a:pt x="2286" y="15636"/>
                </a:lnTo>
                <a:lnTo>
                  <a:pt x="0" y="14769"/>
                </a:lnTo>
                <a:lnTo>
                  <a:pt x="893" y="11387"/>
                </a:lnTo>
                <a:lnTo>
                  <a:pt x="1786" y="7986"/>
                </a:lnTo>
                <a:lnTo>
                  <a:pt x="2689" y="4570"/>
                </a:lnTo>
                <a:lnTo>
                  <a:pt x="3600" y="1107"/>
                </a:lnTo>
                <a:close/>
              </a:path>
            </a:pathLst>
          </a:custGeom>
          <a:solidFill>
            <a:srgbClr val="EE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7" name="contour_19075"/>
          <p:cNvSpPr/>
          <p:nvPr/>
        </p:nvSpPr>
        <p:spPr>
          <a:xfrm>
            <a:off x="979678" y="221554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3451" y="8219"/>
                </a:lnTo>
                <a:lnTo>
                  <a:pt x="5999" y="6350"/>
                </a:lnTo>
                <a:lnTo>
                  <a:pt x="8100" y="4892"/>
                </a:lnTo>
                <a:lnTo>
                  <a:pt x="10201" y="3548"/>
                </a:lnTo>
                <a:lnTo>
                  <a:pt x="12749" y="2020"/>
                </a:lnTo>
                <a:lnTo>
                  <a:pt x="16200" y="0"/>
                </a:lnTo>
                <a:close/>
              </a:path>
            </a:pathLst>
          </a:custGeom>
          <a:solidFill>
            <a:srgbClr val="25201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8" name="contour_19076"/>
          <p:cNvSpPr/>
          <p:nvPr/>
        </p:nvSpPr>
        <p:spPr>
          <a:xfrm>
            <a:off x="10264579" y="220097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3056"/>
                </a:lnTo>
                <a:lnTo>
                  <a:pt x="13856" y="6113"/>
                </a:lnTo>
                <a:lnTo>
                  <a:pt x="15390" y="9180"/>
                </a:lnTo>
                <a:lnTo>
                  <a:pt x="16929" y="12258"/>
                </a:lnTo>
                <a:lnTo>
                  <a:pt x="18479" y="15352"/>
                </a:lnTo>
                <a:lnTo>
                  <a:pt x="20034" y="18463"/>
                </a:lnTo>
                <a:lnTo>
                  <a:pt x="21600" y="21600"/>
                </a:lnTo>
                <a:lnTo>
                  <a:pt x="14467" y="20255"/>
                </a:lnTo>
                <a:lnTo>
                  <a:pt x="9553" y="19289"/>
                </a:lnTo>
                <a:lnTo>
                  <a:pt x="6242" y="18549"/>
                </a:lnTo>
                <a:lnTo>
                  <a:pt x="3947" y="17890"/>
                </a:lnTo>
                <a:lnTo>
                  <a:pt x="2068" y="17156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673" y="4061"/>
                </a:lnTo>
                <a:lnTo>
                  <a:pt x="5362" y="2722"/>
                </a:lnTo>
                <a:lnTo>
                  <a:pt x="8062" y="1366"/>
                </a:lnTo>
                <a:lnTo>
                  <a:pt x="10800" y="0"/>
                </a:lnTo>
                <a:close/>
              </a:path>
            </a:pathLst>
          </a:custGeom>
          <a:solidFill>
            <a:srgbClr val="585B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79" name="contour_19077"/>
          <p:cNvSpPr/>
          <p:nvPr/>
        </p:nvSpPr>
        <p:spPr>
          <a:xfrm>
            <a:off x="9980347" y="220097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605"/>
                </a:lnTo>
                <a:lnTo>
                  <a:pt x="2341" y="1172"/>
                </a:lnTo>
                <a:lnTo>
                  <a:pt x="3646" y="1820"/>
                </a:lnTo>
                <a:lnTo>
                  <a:pt x="5374" y="2689"/>
                </a:lnTo>
                <a:lnTo>
                  <a:pt x="7780" y="3888"/>
                </a:lnTo>
                <a:lnTo>
                  <a:pt x="11115" y="5557"/>
                </a:lnTo>
                <a:lnTo>
                  <a:pt x="15638" y="7819"/>
                </a:lnTo>
                <a:lnTo>
                  <a:pt x="21600" y="10800"/>
                </a:lnTo>
                <a:lnTo>
                  <a:pt x="19492" y="14386"/>
                </a:lnTo>
                <a:lnTo>
                  <a:pt x="17889" y="16708"/>
                </a:lnTo>
                <a:lnTo>
                  <a:pt x="15980" y="18776"/>
                </a:lnTo>
                <a:lnTo>
                  <a:pt x="12960" y="21600"/>
                </a:lnTo>
                <a:lnTo>
                  <a:pt x="9975" y="19861"/>
                </a:lnTo>
                <a:lnTo>
                  <a:pt x="7802" y="18500"/>
                </a:lnTo>
                <a:lnTo>
                  <a:pt x="6074" y="17215"/>
                </a:lnTo>
                <a:lnTo>
                  <a:pt x="4441" y="15698"/>
                </a:lnTo>
                <a:lnTo>
                  <a:pt x="2536" y="13662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D7DE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0" name="contour_19078"/>
          <p:cNvSpPr/>
          <p:nvPr/>
        </p:nvSpPr>
        <p:spPr>
          <a:xfrm>
            <a:off x="3931314" y="2179109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786" y="1782"/>
                </a:lnTo>
                <a:lnTo>
                  <a:pt x="3571" y="3575"/>
                </a:lnTo>
                <a:lnTo>
                  <a:pt x="5378" y="5375"/>
                </a:lnTo>
                <a:lnTo>
                  <a:pt x="7200" y="7200"/>
                </a:lnTo>
                <a:lnTo>
                  <a:pt x="11959" y="7200"/>
                </a:lnTo>
                <a:lnTo>
                  <a:pt x="16747" y="7200"/>
                </a:lnTo>
                <a:lnTo>
                  <a:pt x="21600" y="7200"/>
                </a:lnTo>
                <a:lnTo>
                  <a:pt x="19562" y="9238"/>
                </a:lnTo>
                <a:lnTo>
                  <a:pt x="17525" y="11275"/>
                </a:lnTo>
                <a:lnTo>
                  <a:pt x="15480" y="13320"/>
                </a:lnTo>
                <a:lnTo>
                  <a:pt x="13428" y="15372"/>
                </a:lnTo>
                <a:lnTo>
                  <a:pt x="11362" y="17435"/>
                </a:lnTo>
                <a:lnTo>
                  <a:pt x="9288" y="19508"/>
                </a:lnTo>
                <a:lnTo>
                  <a:pt x="7200" y="21600"/>
                </a:lnTo>
                <a:lnTo>
                  <a:pt x="6408" y="19224"/>
                </a:lnTo>
                <a:lnTo>
                  <a:pt x="5616" y="16844"/>
                </a:lnTo>
                <a:lnTo>
                  <a:pt x="4824" y="14465"/>
                </a:lnTo>
                <a:lnTo>
                  <a:pt x="4025" y="12078"/>
                </a:lnTo>
                <a:lnTo>
                  <a:pt x="3226" y="9684"/>
                </a:lnTo>
                <a:lnTo>
                  <a:pt x="2426" y="7279"/>
                </a:lnTo>
                <a:lnTo>
                  <a:pt x="1620" y="4867"/>
                </a:lnTo>
                <a:lnTo>
                  <a:pt x="814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1B1B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1" name="contour_19079"/>
          <p:cNvSpPr/>
          <p:nvPr/>
        </p:nvSpPr>
        <p:spPr>
          <a:xfrm>
            <a:off x="10439491" y="217910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112"/>
                </a:lnTo>
                <a:lnTo>
                  <a:pt x="8584" y="2009"/>
                </a:lnTo>
                <a:lnTo>
                  <a:pt x="10441" y="3170"/>
                </a:lnTo>
                <a:lnTo>
                  <a:pt x="13228" y="5065"/>
                </a:lnTo>
                <a:lnTo>
                  <a:pt x="15582" y="6642"/>
                </a:lnTo>
                <a:lnTo>
                  <a:pt x="17971" y="8246"/>
                </a:lnTo>
                <a:lnTo>
                  <a:pt x="19773" y="9515"/>
                </a:lnTo>
                <a:lnTo>
                  <a:pt x="21600" y="10800"/>
                </a:lnTo>
                <a:lnTo>
                  <a:pt x="19462" y="12582"/>
                </a:lnTo>
                <a:lnTo>
                  <a:pt x="17319" y="14369"/>
                </a:lnTo>
                <a:lnTo>
                  <a:pt x="15168" y="16162"/>
                </a:lnTo>
                <a:lnTo>
                  <a:pt x="13008" y="17960"/>
                </a:lnTo>
                <a:lnTo>
                  <a:pt x="10835" y="19775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6074" y="8818"/>
                </a:lnTo>
                <a:lnTo>
                  <a:pt x="4320" y="7592"/>
                </a:lnTo>
                <a:lnTo>
                  <a:pt x="2566" y="6626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E0D1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2" name="contour_19080"/>
          <p:cNvSpPr/>
          <p:nvPr/>
        </p:nvSpPr>
        <p:spPr>
          <a:xfrm>
            <a:off x="5272305" y="217910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44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3" name="contour_19081"/>
          <p:cNvSpPr/>
          <p:nvPr/>
        </p:nvSpPr>
        <p:spPr>
          <a:xfrm>
            <a:off x="1380517" y="219368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1128" y="18544"/>
                </a:lnTo>
                <a:lnTo>
                  <a:pt x="9292" y="15487"/>
                </a:lnTo>
                <a:lnTo>
                  <a:pt x="7452" y="12420"/>
                </a:lnTo>
                <a:lnTo>
                  <a:pt x="5603" y="9342"/>
                </a:lnTo>
                <a:lnTo>
                  <a:pt x="3750" y="6248"/>
                </a:lnTo>
                <a:lnTo>
                  <a:pt x="1879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5A5B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4" name="contour_19082"/>
          <p:cNvSpPr/>
          <p:nvPr/>
        </p:nvSpPr>
        <p:spPr>
          <a:xfrm>
            <a:off x="629854" y="217910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7C80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5" name="contour_19083"/>
          <p:cNvSpPr/>
          <p:nvPr/>
        </p:nvSpPr>
        <p:spPr>
          <a:xfrm>
            <a:off x="5600891" y="2171821"/>
            <a:ext cx="21237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75" y="0"/>
                </a:moveTo>
                <a:lnTo>
                  <a:pt x="9414" y="1691"/>
                </a:lnTo>
                <a:lnTo>
                  <a:pt x="11912" y="3379"/>
                </a:lnTo>
                <a:lnTo>
                  <a:pt x="14254" y="5079"/>
                </a:lnTo>
                <a:lnTo>
                  <a:pt x="16419" y="6807"/>
                </a:lnTo>
                <a:lnTo>
                  <a:pt x="18376" y="8584"/>
                </a:lnTo>
                <a:lnTo>
                  <a:pt x="20110" y="10424"/>
                </a:lnTo>
                <a:lnTo>
                  <a:pt x="21600" y="12343"/>
                </a:lnTo>
                <a:lnTo>
                  <a:pt x="18828" y="14636"/>
                </a:lnTo>
                <a:lnTo>
                  <a:pt x="16730" y="16286"/>
                </a:lnTo>
                <a:lnTo>
                  <a:pt x="14884" y="17552"/>
                </a:lnTo>
                <a:lnTo>
                  <a:pt x="12883" y="18687"/>
                </a:lnTo>
                <a:lnTo>
                  <a:pt x="10318" y="19949"/>
                </a:lnTo>
                <a:lnTo>
                  <a:pt x="6775" y="21600"/>
                </a:lnTo>
                <a:lnTo>
                  <a:pt x="5700" y="19770"/>
                </a:lnTo>
                <a:lnTo>
                  <a:pt x="4648" y="17940"/>
                </a:lnTo>
                <a:lnTo>
                  <a:pt x="3625" y="16107"/>
                </a:lnTo>
                <a:lnTo>
                  <a:pt x="2609" y="14271"/>
                </a:lnTo>
                <a:lnTo>
                  <a:pt x="1445" y="12226"/>
                </a:lnTo>
                <a:lnTo>
                  <a:pt x="259" y="10149"/>
                </a:lnTo>
                <a:lnTo>
                  <a:pt x="0" y="7733"/>
                </a:lnTo>
                <a:lnTo>
                  <a:pt x="474" y="5721"/>
                </a:lnTo>
                <a:lnTo>
                  <a:pt x="1735" y="3903"/>
                </a:lnTo>
                <a:lnTo>
                  <a:pt x="3817" y="2067"/>
                </a:lnTo>
                <a:lnTo>
                  <a:pt x="6775" y="0"/>
                </a:lnTo>
                <a:close/>
              </a:path>
            </a:pathLst>
          </a:custGeom>
          <a:solidFill>
            <a:srgbClr val="CBD3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6" name="contour_19084"/>
          <p:cNvSpPr/>
          <p:nvPr/>
        </p:nvSpPr>
        <p:spPr>
          <a:xfrm>
            <a:off x="5563824" y="21645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015"/>
                </a:lnTo>
                <a:lnTo>
                  <a:pt x="12269" y="1804"/>
                </a:lnTo>
                <a:lnTo>
                  <a:pt x="14731" y="2624"/>
                </a:lnTo>
                <a:lnTo>
                  <a:pt x="17582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112" y="17642"/>
                </a:lnTo>
                <a:lnTo>
                  <a:pt x="14602" y="18743"/>
                </a:lnTo>
                <a:lnTo>
                  <a:pt x="11048" y="19597"/>
                </a:lnTo>
                <a:lnTo>
                  <a:pt x="7436" y="20299"/>
                </a:lnTo>
                <a:lnTo>
                  <a:pt x="3758" y="20936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857D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7" name="contour_19085"/>
          <p:cNvSpPr/>
          <p:nvPr/>
        </p:nvSpPr>
        <p:spPr>
          <a:xfrm>
            <a:off x="8559189" y="2171821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737" y="1391"/>
                </a:lnTo>
                <a:lnTo>
                  <a:pt x="13980" y="2480"/>
                </a:lnTo>
                <a:lnTo>
                  <a:pt x="15729" y="3508"/>
                </a:lnTo>
                <a:lnTo>
                  <a:pt x="17340" y="4722"/>
                </a:lnTo>
                <a:lnTo>
                  <a:pt x="19176" y="6350"/>
                </a:lnTo>
                <a:lnTo>
                  <a:pt x="21600" y="8640"/>
                </a:lnTo>
                <a:lnTo>
                  <a:pt x="20917" y="12113"/>
                </a:lnTo>
                <a:lnTo>
                  <a:pt x="20352" y="14524"/>
                </a:lnTo>
                <a:lnTo>
                  <a:pt x="19695" y="16494"/>
                </a:lnTo>
                <a:lnTo>
                  <a:pt x="18740" y="18645"/>
                </a:lnTo>
                <a:lnTo>
                  <a:pt x="17280" y="21600"/>
                </a:lnTo>
                <a:lnTo>
                  <a:pt x="17280" y="18744"/>
                </a:lnTo>
                <a:lnTo>
                  <a:pt x="17280" y="15872"/>
                </a:lnTo>
                <a:lnTo>
                  <a:pt x="17280" y="12960"/>
                </a:lnTo>
                <a:lnTo>
                  <a:pt x="15021" y="11344"/>
                </a:lnTo>
                <a:lnTo>
                  <a:pt x="13366" y="10303"/>
                </a:lnTo>
                <a:lnTo>
                  <a:pt x="11508" y="9370"/>
                </a:lnTo>
                <a:lnTo>
                  <a:pt x="8640" y="8100"/>
                </a:lnTo>
                <a:lnTo>
                  <a:pt x="6229" y="7011"/>
                </a:lnTo>
                <a:lnTo>
                  <a:pt x="3780" y="5905"/>
                </a:lnTo>
                <a:lnTo>
                  <a:pt x="1901" y="5119"/>
                </a:lnTo>
                <a:lnTo>
                  <a:pt x="0" y="4320"/>
                </a:lnTo>
                <a:lnTo>
                  <a:pt x="2311" y="2925"/>
                </a:lnTo>
                <a:lnTo>
                  <a:pt x="3979" y="2009"/>
                </a:lnTo>
                <a:lnTo>
                  <a:pt x="5819" y="1166"/>
                </a:lnTo>
                <a:lnTo>
                  <a:pt x="8640" y="0"/>
                </a:lnTo>
                <a:close/>
              </a:path>
            </a:pathLst>
          </a:custGeom>
          <a:solidFill>
            <a:srgbClr val="DBF0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8" name="contour_19086"/>
          <p:cNvSpPr/>
          <p:nvPr/>
        </p:nvSpPr>
        <p:spPr>
          <a:xfrm>
            <a:off x="5272305" y="215724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069"/>
                </a:lnTo>
                <a:lnTo>
                  <a:pt x="13781" y="2144"/>
                </a:lnTo>
                <a:lnTo>
                  <a:pt x="16364" y="3218"/>
                </a:lnTo>
                <a:lnTo>
                  <a:pt x="18969" y="4304"/>
                </a:lnTo>
                <a:lnTo>
                  <a:pt x="21600" y="5400"/>
                </a:lnTo>
                <a:lnTo>
                  <a:pt x="20516" y="6215"/>
                </a:lnTo>
                <a:lnTo>
                  <a:pt x="19513" y="6966"/>
                </a:lnTo>
                <a:lnTo>
                  <a:pt x="18425" y="7781"/>
                </a:lnTo>
                <a:lnTo>
                  <a:pt x="17064" y="8802"/>
                </a:lnTo>
                <a:lnTo>
                  <a:pt x="15258" y="10157"/>
                </a:lnTo>
                <a:lnTo>
                  <a:pt x="12826" y="11983"/>
                </a:lnTo>
                <a:lnTo>
                  <a:pt x="9590" y="14407"/>
                </a:lnTo>
                <a:lnTo>
                  <a:pt x="5374" y="17572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3035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89" name="contour_19087"/>
          <p:cNvSpPr/>
          <p:nvPr/>
        </p:nvSpPr>
        <p:spPr>
          <a:xfrm>
            <a:off x="3967754" y="216453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26"/>
                </a:lnTo>
                <a:lnTo>
                  <a:pt x="6860" y="1058"/>
                </a:lnTo>
                <a:lnTo>
                  <a:pt x="8618" y="1793"/>
                </a:lnTo>
                <a:lnTo>
                  <a:pt x="11340" y="2923"/>
                </a:lnTo>
                <a:lnTo>
                  <a:pt x="15509" y="4658"/>
                </a:lnTo>
                <a:lnTo>
                  <a:pt x="21600" y="7200"/>
                </a:lnTo>
                <a:lnTo>
                  <a:pt x="17660" y="11952"/>
                </a:lnTo>
                <a:lnTo>
                  <a:pt x="14580" y="15523"/>
                </a:lnTo>
                <a:lnTo>
                  <a:pt x="12109" y="18086"/>
                </a:lnTo>
                <a:lnTo>
                  <a:pt x="9988" y="19800"/>
                </a:lnTo>
                <a:lnTo>
                  <a:pt x="7975" y="20844"/>
                </a:lnTo>
                <a:lnTo>
                  <a:pt x="5806" y="21377"/>
                </a:lnTo>
                <a:lnTo>
                  <a:pt x="3231" y="21571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E6E2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0" name="contour_19088"/>
          <p:cNvSpPr/>
          <p:nvPr/>
        </p:nvSpPr>
        <p:spPr>
          <a:xfrm>
            <a:off x="5767888" y="215724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4" y="5348"/>
                </a:lnTo>
                <a:lnTo>
                  <a:pt x="18922" y="8031"/>
                </a:lnTo>
                <a:lnTo>
                  <a:pt x="18029" y="10718"/>
                </a:lnTo>
                <a:lnTo>
                  <a:pt x="17129" y="13418"/>
                </a:lnTo>
                <a:lnTo>
                  <a:pt x="16222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9648" y="17660"/>
                </a:lnTo>
                <a:lnTo>
                  <a:pt x="6077" y="14580"/>
                </a:lnTo>
                <a:lnTo>
                  <a:pt x="3514" y="12109"/>
                </a:lnTo>
                <a:lnTo>
                  <a:pt x="1800" y="9988"/>
                </a:lnTo>
                <a:lnTo>
                  <a:pt x="756" y="7975"/>
                </a:lnTo>
                <a:lnTo>
                  <a:pt x="223" y="5806"/>
                </a:lnTo>
                <a:lnTo>
                  <a:pt x="29" y="3231"/>
                </a:lnTo>
                <a:lnTo>
                  <a:pt x="0" y="0"/>
                </a:lnTo>
                <a:close/>
              </a:path>
            </a:pathLst>
          </a:custGeom>
          <a:solidFill>
            <a:srgbClr val="DCE0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1" name="contour_19089"/>
          <p:cNvSpPr/>
          <p:nvPr/>
        </p:nvSpPr>
        <p:spPr>
          <a:xfrm>
            <a:off x="7764798" y="212809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2108"/>
                </a:lnTo>
                <a:lnTo>
                  <a:pt x="14731" y="3711"/>
                </a:lnTo>
                <a:lnTo>
                  <a:pt x="17575" y="5616"/>
                </a:lnTo>
                <a:lnTo>
                  <a:pt x="21600" y="8640"/>
                </a:lnTo>
                <a:lnTo>
                  <a:pt x="20678" y="12113"/>
                </a:lnTo>
                <a:lnTo>
                  <a:pt x="19843" y="14524"/>
                </a:lnTo>
                <a:lnTo>
                  <a:pt x="18749" y="16494"/>
                </a:lnTo>
                <a:lnTo>
                  <a:pt x="17050" y="18645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DFE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2" name="contour_19090"/>
          <p:cNvSpPr/>
          <p:nvPr/>
        </p:nvSpPr>
        <p:spPr>
          <a:xfrm>
            <a:off x="1890677" y="214267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4759"/>
                </a:lnTo>
                <a:lnTo>
                  <a:pt x="12960" y="9547"/>
                </a:lnTo>
                <a:lnTo>
                  <a:pt x="12960" y="14400"/>
                </a:lnTo>
                <a:lnTo>
                  <a:pt x="15098" y="16186"/>
                </a:lnTo>
                <a:lnTo>
                  <a:pt x="17250" y="17971"/>
                </a:lnTo>
                <a:lnTo>
                  <a:pt x="19410" y="1977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12" y="16243"/>
                </a:lnTo>
                <a:lnTo>
                  <a:pt x="1443" y="12442"/>
                </a:lnTo>
                <a:lnTo>
                  <a:pt x="2100" y="9158"/>
                </a:lnTo>
                <a:lnTo>
                  <a:pt x="2989" y="5357"/>
                </a:lnTo>
                <a:lnTo>
                  <a:pt x="4320" y="0"/>
                </a:lnTo>
                <a:close/>
              </a:path>
            </a:pathLst>
          </a:custGeom>
          <a:solidFill>
            <a:srgbClr val="7173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3" name="contour_19091"/>
          <p:cNvSpPr/>
          <p:nvPr/>
        </p:nvSpPr>
        <p:spPr>
          <a:xfrm>
            <a:off x="8296821" y="21426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38A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4" name="contour_19092"/>
          <p:cNvSpPr/>
          <p:nvPr/>
        </p:nvSpPr>
        <p:spPr>
          <a:xfrm>
            <a:off x="4354018" y="213538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553" y="3548"/>
                </a:lnTo>
                <a:lnTo>
                  <a:pt x="17719" y="6350"/>
                </a:lnTo>
                <a:lnTo>
                  <a:pt x="18900" y="10800"/>
                </a:lnTo>
                <a:lnTo>
                  <a:pt x="19714" y="13813"/>
                </a:lnTo>
                <a:lnTo>
                  <a:pt x="20534" y="16875"/>
                </a:lnTo>
                <a:lnTo>
                  <a:pt x="21067" y="1921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997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5" name="contour_19093"/>
          <p:cNvSpPr/>
          <p:nvPr/>
        </p:nvSpPr>
        <p:spPr>
          <a:xfrm>
            <a:off x="7276502" y="2127438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DFC9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6" name="contour_19094"/>
          <p:cNvSpPr/>
          <p:nvPr/>
        </p:nvSpPr>
        <p:spPr>
          <a:xfrm>
            <a:off x="5024513" y="2128094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0686" y="8114"/>
                </a:lnTo>
                <a:lnTo>
                  <a:pt x="19811" y="8993"/>
                </a:lnTo>
                <a:lnTo>
                  <a:pt x="18720" y="10080"/>
                </a:lnTo>
                <a:lnTo>
                  <a:pt x="17168" y="11635"/>
                </a:lnTo>
                <a:lnTo>
                  <a:pt x="14897" y="13903"/>
                </a:lnTo>
                <a:lnTo>
                  <a:pt x="11660" y="17143"/>
                </a:lnTo>
                <a:lnTo>
                  <a:pt x="7200" y="21600"/>
                </a:lnTo>
                <a:lnTo>
                  <a:pt x="6012" y="18036"/>
                </a:lnTo>
                <a:lnTo>
                  <a:pt x="4820" y="14465"/>
                </a:lnTo>
                <a:lnTo>
                  <a:pt x="3629" y="10879"/>
                </a:lnTo>
                <a:lnTo>
                  <a:pt x="2426" y="7279"/>
                </a:lnTo>
                <a:lnTo>
                  <a:pt x="1217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AFE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7" name="contour_19095"/>
          <p:cNvSpPr/>
          <p:nvPr/>
        </p:nvSpPr>
        <p:spPr>
          <a:xfrm>
            <a:off x="1591869" y="212809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4BF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8" name="contour_19096"/>
          <p:cNvSpPr/>
          <p:nvPr/>
        </p:nvSpPr>
        <p:spPr>
          <a:xfrm>
            <a:off x="10257291" y="212809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7565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099" name="contour_19097"/>
          <p:cNvSpPr/>
          <p:nvPr/>
        </p:nvSpPr>
        <p:spPr>
          <a:xfrm>
            <a:off x="3931314" y="21208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4C6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0" name="contour_19098"/>
          <p:cNvSpPr/>
          <p:nvPr/>
        </p:nvSpPr>
        <p:spPr>
          <a:xfrm>
            <a:off x="7677342" y="2115274"/>
            <a:ext cx="43728" cy="2739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361"/>
                </a:moveTo>
                <a:lnTo>
                  <a:pt x="21071" y="5626"/>
                </a:lnTo>
                <a:lnTo>
                  <a:pt x="20542" y="6895"/>
                </a:lnTo>
                <a:lnTo>
                  <a:pt x="19811" y="8648"/>
                </a:lnTo>
                <a:lnTo>
                  <a:pt x="18673" y="11366"/>
                </a:lnTo>
                <a:lnTo>
                  <a:pt x="16938" y="15521"/>
                </a:lnTo>
                <a:lnTo>
                  <a:pt x="14400" y="21600"/>
                </a:lnTo>
                <a:lnTo>
                  <a:pt x="14400" y="17802"/>
                </a:lnTo>
                <a:lnTo>
                  <a:pt x="14400" y="13981"/>
                </a:lnTo>
                <a:lnTo>
                  <a:pt x="14400" y="10108"/>
                </a:lnTo>
                <a:lnTo>
                  <a:pt x="12035" y="8389"/>
                </a:lnTo>
                <a:lnTo>
                  <a:pt x="10166" y="7459"/>
                </a:lnTo>
                <a:lnTo>
                  <a:pt x="7200" y="6516"/>
                </a:lnTo>
                <a:lnTo>
                  <a:pt x="5191" y="5867"/>
                </a:lnTo>
                <a:lnTo>
                  <a:pt x="3150" y="5212"/>
                </a:lnTo>
                <a:lnTo>
                  <a:pt x="1584" y="4787"/>
                </a:lnTo>
                <a:lnTo>
                  <a:pt x="0" y="4361"/>
                </a:lnTo>
                <a:lnTo>
                  <a:pt x="2722" y="2620"/>
                </a:lnTo>
                <a:lnTo>
                  <a:pt x="5202" y="1310"/>
                </a:lnTo>
                <a:lnTo>
                  <a:pt x="7510" y="437"/>
                </a:lnTo>
                <a:lnTo>
                  <a:pt x="9716" y="0"/>
                </a:lnTo>
                <a:lnTo>
                  <a:pt x="11884" y="0"/>
                </a:lnTo>
                <a:lnTo>
                  <a:pt x="14090" y="437"/>
                </a:lnTo>
                <a:lnTo>
                  <a:pt x="16398" y="1310"/>
                </a:lnTo>
                <a:lnTo>
                  <a:pt x="18878" y="2620"/>
                </a:lnTo>
                <a:lnTo>
                  <a:pt x="21600" y="4361"/>
                </a:lnTo>
                <a:close/>
              </a:path>
            </a:pathLst>
          </a:custGeom>
          <a:solidFill>
            <a:srgbClr val="D5DD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1" name="contour_19099"/>
          <p:cNvSpPr/>
          <p:nvPr/>
        </p:nvSpPr>
        <p:spPr>
          <a:xfrm>
            <a:off x="4193682" y="2112534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3D42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2" name="contour_19100"/>
          <p:cNvSpPr/>
          <p:nvPr/>
        </p:nvSpPr>
        <p:spPr>
          <a:xfrm>
            <a:off x="10716427" y="2099641"/>
            <a:ext cx="36440" cy="21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6" y="1145"/>
                </a:moveTo>
                <a:lnTo>
                  <a:pt x="19837" y="3912"/>
                </a:lnTo>
                <a:lnTo>
                  <a:pt x="21600" y="6724"/>
                </a:lnTo>
                <a:lnTo>
                  <a:pt x="21600" y="11640"/>
                </a:lnTo>
                <a:lnTo>
                  <a:pt x="21600" y="16587"/>
                </a:lnTo>
                <a:lnTo>
                  <a:pt x="21600" y="21600"/>
                </a:lnTo>
                <a:lnTo>
                  <a:pt x="18930" y="20678"/>
                </a:lnTo>
                <a:lnTo>
                  <a:pt x="16252" y="19755"/>
                </a:lnTo>
                <a:lnTo>
                  <a:pt x="13573" y="18833"/>
                </a:lnTo>
                <a:lnTo>
                  <a:pt x="10886" y="17911"/>
                </a:lnTo>
                <a:lnTo>
                  <a:pt x="8186" y="16981"/>
                </a:lnTo>
                <a:lnTo>
                  <a:pt x="5473" y="16044"/>
                </a:lnTo>
                <a:lnTo>
                  <a:pt x="2748" y="15107"/>
                </a:lnTo>
                <a:lnTo>
                  <a:pt x="0" y="14162"/>
                </a:lnTo>
                <a:lnTo>
                  <a:pt x="4303" y="8472"/>
                </a:lnTo>
                <a:lnTo>
                  <a:pt x="7504" y="4440"/>
                </a:lnTo>
                <a:lnTo>
                  <a:pt x="9923" y="1837"/>
                </a:lnTo>
                <a:lnTo>
                  <a:pt x="11876" y="431"/>
                </a:lnTo>
                <a:lnTo>
                  <a:pt x="13677" y="0"/>
                </a:lnTo>
                <a:lnTo>
                  <a:pt x="15643" y="312"/>
                </a:lnTo>
                <a:lnTo>
                  <a:pt x="18096" y="1145"/>
                </a:lnTo>
                <a:close/>
              </a:path>
            </a:pathLst>
          </a:custGeom>
          <a:solidFill>
            <a:srgbClr val="EC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3" name="contour_19101"/>
          <p:cNvSpPr/>
          <p:nvPr/>
        </p:nvSpPr>
        <p:spPr>
          <a:xfrm>
            <a:off x="7793950" y="20989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8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4" name="contour_19102"/>
          <p:cNvSpPr/>
          <p:nvPr/>
        </p:nvSpPr>
        <p:spPr>
          <a:xfrm>
            <a:off x="1948980" y="209165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2E2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5" name="contour_19103"/>
          <p:cNvSpPr/>
          <p:nvPr/>
        </p:nvSpPr>
        <p:spPr>
          <a:xfrm>
            <a:off x="5592976" y="207707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4277"/>
                </a:lnTo>
                <a:lnTo>
                  <a:pt x="18344" y="8568"/>
                </a:lnTo>
                <a:lnTo>
                  <a:pt x="19418" y="12874"/>
                </a:lnTo>
                <a:lnTo>
                  <a:pt x="20504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2673" y="18036"/>
                </a:lnTo>
                <a:lnTo>
                  <a:pt x="5351" y="14465"/>
                </a:lnTo>
                <a:lnTo>
                  <a:pt x="8041" y="10879"/>
                </a:lnTo>
                <a:lnTo>
                  <a:pt x="10741" y="7279"/>
                </a:lnTo>
                <a:lnTo>
                  <a:pt x="13457" y="3658"/>
                </a:lnTo>
                <a:lnTo>
                  <a:pt x="16200" y="0"/>
                </a:lnTo>
                <a:close/>
              </a:path>
            </a:pathLst>
          </a:custGeom>
          <a:solidFill>
            <a:srgbClr val="8173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6" name="contour_19104"/>
          <p:cNvSpPr/>
          <p:nvPr/>
        </p:nvSpPr>
        <p:spPr>
          <a:xfrm>
            <a:off x="5315377" y="2084366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D6E2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7" name="contour_19105"/>
          <p:cNvSpPr/>
          <p:nvPr/>
        </p:nvSpPr>
        <p:spPr>
          <a:xfrm>
            <a:off x="5097393" y="207707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D3ED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8" name="contour_19106"/>
          <p:cNvSpPr/>
          <p:nvPr/>
        </p:nvSpPr>
        <p:spPr>
          <a:xfrm>
            <a:off x="1453397" y="2068806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507"/>
                </a:lnTo>
                <a:lnTo>
                  <a:pt x="0" y="13401"/>
                </a:lnTo>
                <a:lnTo>
                  <a:pt x="0" y="9281"/>
                </a:lnTo>
                <a:lnTo>
                  <a:pt x="0" y="5126"/>
                </a:lnTo>
                <a:lnTo>
                  <a:pt x="0" y="930"/>
                </a:lnTo>
                <a:close/>
              </a:path>
            </a:pathLst>
          </a:custGeom>
          <a:solidFill>
            <a:srgbClr val="C7C7C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09" name="contour_19107"/>
          <p:cNvSpPr/>
          <p:nvPr/>
        </p:nvSpPr>
        <p:spPr>
          <a:xfrm>
            <a:off x="2415412" y="204792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794"/>
                </a:lnTo>
                <a:lnTo>
                  <a:pt x="7781" y="1588"/>
                </a:lnTo>
                <a:lnTo>
                  <a:pt x="9428" y="2689"/>
                </a:lnTo>
                <a:lnTo>
                  <a:pt x="11983" y="4390"/>
                </a:lnTo>
                <a:lnTo>
                  <a:pt x="15887" y="6993"/>
                </a:lnTo>
                <a:lnTo>
                  <a:pt x="21600" y="10800"/>
                </a:lnTo>
                <a:lnTo>
                  <a:pt x="20261" y="13473"/>
                </a:lnTo>
                <a:lnTo>
                  <a:pt x="18922" y="16162"/>
                </a:lnTo>
                <a:lnTo>
                  <a:pt x="17566" y="18862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886E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0" name="contour_19108"/>
          <p:cNvSpPr/>
          <p:nvPr/>
        </p:nvSpPr>
        <p:spPr>
          <a:xfrm>
            <a:off x="723942" y="2047926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8268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1" name="contour_19109"/>
          <p:cNvSpPr/>
          <p:nvPr/>
        </p:nvSpPr>
        <p:spPr>
          <a:xfrm>
            <a:off x="7085703" y="2026062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524" y="1156"/>
                </a:lnTo>
                <a:lnTo>
                  <a:pt x="6113" y="2327"/>
                </a:lnTo>
                <a:lnTo>
                  <a:pt x="8692" y="3521"/>
                </a:lnTo>
                <a:lnTo>
                  <a:pt x="11265" y="4725"/>
                </a:lnTo>
                <a:lnTo>
                  <a:pt x="14149" y="6043"/>
                </a:lnTo>
                <a:lnTo>
                  <a:pt x="17078" y="7382"/>
                </a:lnTo>
                <a:lnTo>
                  <a:pt x="19321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009" y="21087"/>
                </a:lnTo>
                <a:lnTo>
                  <a:pt x="14495" y="20493"/>
                </a:lnTo>
                <a:lnTo>
                  <a:pt x="11038" y="19764"/>
                </a:lnTo>
                <a:lnTo>
                  <a:pt x="7632" y="18841"/>
                </a:lnTo>
                <a:lnTo>
                  <a:pt x="4268" y="17674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4B48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2" name="contour_19110"/>
          <p:cNvSpPr/>
          <p:nvPr/>
        </p:nvSpPr>
        <p:spPr>
          <a:xfrm>
            <a:off x="1198317" y="2026062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713"/>
                </a:lnTo>
                <a:lnTo>
                  <a:pt x="8568" y="1429"/>
                </a:lnTo>
                <a:lnTo>
                  <a:pt x="12874" y="2146"/>
                </a:lnTo>
                <a:lnTo>
                  <a:pt x="17215" y="2869"/>
                </a:lnTo>
                <a:lnTo>
                  <a:pt x="21600" y="3600"/>
                </a:lnTo>
                <a:lnTo>
                  <a:pt x="19930" y="5854"/>
                </a:lnTo>
                <a:lnTo>
                  <a:pt x="18252" y="8104"/>
                </a:lnTo>
                <a:lnTo>
                  <a:pt x="16553" y="10354"/>
                </a:lnTo>
                <a:lnTo>
                  <a:pt x="14846" y="12600"/>
                </a:lnTo>
                <a:lnTo>
                  <a:pt x="13594" y="14274"/>
                </a:lnTo>
                <a:lnTo>
                  <a:pt x="12334" y="15955"/>
                </a:lnTo>
                <a:lnTo>
                  <a:pt x="11052" y="17662"/>
                </a:lnTo>
                <a:lnTo>
                  <a:pt x="9144" y="19616"/>
                </a:lnTo>
                <a:lnTo>
                  <a:pt x="7200" y="21600"/>
                </a:lnTo>
                <a:lnTo>
                  <a:pt x="3629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5554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3" name="contour_19111"/>
          <p:cNvSpPr/>
          <p:nvPr/>
        </p:nvSpPr>
        <p:spPr>
          <a:xfrm>
            <a:off x="7189046" y="202606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BEC1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4" name="contour_19112"/>
          <p:cNvSpPr/>
          <p:nvPr/>
        </p:nvSpPr>
        <p:spPr>
          <a:xfrm>
            <a:off x="7152606" y="202606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35" y="20707"/>
                </a:lnTo>
                <a:lnTo>
                  <a:pt x="16049" y="19807"/>
                </a:lnTo>
                <a:lnTo>
                  <a:pt x="13228" y="18900"/>
                </a:lnTo>
                <a:lnTo>
                  <a:pt x="10895" y="18144"/>
                </a:lnTo>
                <a:lnTo>
                  <a:pt x="8523" y="17381"/>
                </a:lnTo>
                <a:lnTo>
                  <a:pt x="6052" y="15538"/>
                </a:lnTo>
                <a:lnTo>
                  <a:pt x="4506" y="13838"/>
                </a:lnTo>
                <a:lnTo>
                  <a:pt x="3240" y="11290"/>
                </a:lnTo>
                <a:lnTo>
                  <a:pt x="1603" y="6919"/>
                </a:lnTo>
                <a:lnTo>
                  <a:pt x="1205" y="5198"/>
                </a:lnTo>
                <a:lnTo>
                  <a:pt x="0" y="0"/>
                </a:lnTo>
                <a:close/>
              </a:path>
            </a:pathLst>
          </a:custGeom>
          <a:solidFill>
            <a:srgbClr val="5250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5" name="contour_19113"/>
          <p:cNvSpPr/>
          <p:nvPr/>
        </p:nvSpPr>
        <p:spPr>
          <a:xfrm>
            <a:off x="7108878" y="20114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03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6" name="contour_19114"/>
          <p:cNvSpPr/>
          <p:nvPr/>
        </p:nvSpPr>
        <p:spPr>
          <a:xfrm>
            <a:off x="1752205" y="201877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2673" y="13527"/>
                </a:lnTo>
                <a:lnTo>
                  <a:pt x="5351" y="10849"/>
                </a:lnTo>
                <a:lnTo>
                  <a:pt x="8041" y="8159"/>
                </a:lnTo>
                <a:lnTo>
                  <a:pt x="10741" y="5459"/>
                </a:lnTo>
                <a:lnTo>
                  <a:pt x="13457" y="2743"/>
                </a:lnTo>
                <a:lnTo>
                  <a:pt x="16200" y="0"/>
                </a:lnTo>
                <a:close/>
              </a:path>
            </a:pathLst>
          </a:custGeom>
          <a:solidFill>
            <a:srgbClr val="C1AB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7" name="contour_19115"/>
          <p:cNvSpPr/>
          <p:nvPr/>
        </p:nvSpPr>
        <p:spPr>
          <a:xfrm>
            <a:off x="5272305" y="200419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038"/>
                </a:lnTo>
                <a:lnTo>
                  <a:pt x="9210" y="4075"/>
                </a:lnTo>
                <a:lnTo>
                  <a:pt x="11664" y="6120"/>
                </a:lnTo>
                <a:lnTo>
                  <a:pt x="14126" y="8172"/>
                </a:lnTo>
                <a:lnTo>
                  <a:pt x="16602" y="10238"/>
                </a:lnTo>
                <a:lnTo>
                  <a:pt x="19090" y="12312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6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8"/>
                </a:lnTo>
                <a:lnTo>
                  <a:pt x="2743" y="20686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B1B0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8" name="contour_19116"/>
          <p:cNvSpPr/>
          <p:nvPr/>
        </p:nvSpPr>
        <p:spPr>
          <a:xfrm>
            <a:off x="3960466" y="2010502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2"/>
                </a:moveTo>
                <a:lnTo>
                  <a:pt x="3856" y="297"/>
                </a:lnTo>
                <a:lnTo>
                  <a:pt x="6626" y="0"/>
                </a:lnTo>
                <a:lnTo>
                  <a:pt x="9088" y="0"/>
                </a:lnTo>
                <a:lnTo>
                  <a:pt x="12020" y="297"/>
                </a:lnTo>
                <a:lnTo>
                  <a:pt x="16200" y="892"/>
                </a:lnTo>
                <a:lnTo>
                  <a:pt x="18025" y="5806"/>
                </a:lnTo>
                <a:lnTo>
                  <a:pt x="19219" y="9294"/>
                </a:lnTo>
                <a:lnTo>
                  <a:pt x="20039" y="12306"/>
                </a:lnTo>
                <a:lnTo>
                  <a:pt x="20747" y="15794"/>
                </a:lnTo>
                <a:lnTo>
                  <a:pt x="21600" y="20708"/>
                </a:lnTo>
                <a:lnTo>
                  <a:pt x="17744" y="21303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03"/>
                </a:lnTo>
                <a:lnTo>
                  <a:pt x="5400" y="20708"/>
                </a:lnTo>
                <a:lnTo>
                  <a:pt x="3575" y="15794"/>
                </a:lnTo>
                <a:lnTo>
                  <a:pt x="2381" y="12306"/>
                </a:lnTo>
                <a:lnTo>
                  <a:pt x="1561" y="9294"/>
                </a:lnTo>
                <a:lnTo>
                  <a:pt x="853" y="5806"/>
                </a:lnTo>
                <a:lnTo>
                  <a:pt x="0" y="892"/>
                </a:lnTo>
                <a:close/>
              </a:path>
            </a:pathLst>
          </a:custGeom>
          <a:solidFill>
            <a:srgbClr val="D6DD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19" name="contour_19117"/>
          <p:cNvSpPr/>
          <p:nvPr/>
        </p:nvSpPr>
        <p:spPr>
          <a:xfrm>
            <a:off x="5170273" y="1995926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A59A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0" name="contour_19118"/>
          <p:cNvSpPr/>
          <p:nvPr/>
        </p:nvSpPr>
        <p:spPr>
          <a:xfrm>
            <a:off x="11263034" y="1982334"/>
            <a:ext cx="36440" cy="235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75"/>
                </a:lnTo>
                <a:lnTo>
                  <a:pt x="2341" y="723"/>
                </a:lnTo>
                <a:lnTo>
                  <a:pt x="3646" y="1132"/>
                </a:lnTo>
                <a:lnTo>
                  <a:pt x="5374" y="1668"/>
                </a:lnTo>
                <a:lnTo>
                  <a:pt x="7780" y="2411"/>
                </a:lnTo>
                <a:lnTo>
                  <a:pt x="11115" y="3449"/>
                </a:lnTo>
                <a:lnTo>
                  <a:pt x="15638" y="4849"/>
                </a:lnTo>
                <a:lnTo>
                  <a:pt x="21600" y="6698"/>
                </a:lnTo>
                <a:lnTo>
                  <a:pt x="20529" y="10013"/>
                </a:lnTo>
                <a:lnTo>
                  <a:pt x="19457" y="13348"/>
                </a:lnTo>
                <a:lnTo>
                  <a:pt x="18373" y="16697"/>
                </a:lnTo>
                <a:lnTo>
                  <a:pt x="17280" y="20093"/>
                </a:lnTo>
                <a:lnTo>
                  <a:pt x="14066" y="21098"/>
                </a:lnTo>
                <a:lnTo>
                  <a:pt x="11785" y="21600"/>
                </a:lnTo>
                <a:lnTo>
                  <a:pt x="9815" y="21600"/>
                </a:lnTo>
                <a:lnTo>
                  <a:pt x="7534" y="21098"/>
                </a:lnTo>
                <a:lnTo>
                  <a:pt x="4320" y="20093"/>
                </a:lnTo>
                <a:lnTo>
                  <a:pt x="2860" y="15110"/>
                </a:lnTo>
                <a:lnTo>
                  <a:pt x="1905" y="11574"/>
                </a:lnTo>
                <a:lnTo>
                  <a:pt x="1248" y="8519"/>
                </a:lnTo>
                <a:lnTo>
                  <a:pt x="683" y="4983"/>
                </a:lnTo>
                <a:lnTo>
                  <a:pt x="0" y="0"/>
                </a:lnTo>
                <a:close/>
              </a:path>
            </a:pathLst>
          </a:custGeom>
          <a:solidFill>
            <a:srgbClr val="C295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1" name="contour_19119"/>
          <p:cNvSpPr/>
          <p:nvPr/>
        </p:nvSpPr>
        <p:spPr>
          <a:xfrm>
            <a:off x="3756402" y="198233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39" y="2138"/>
                </a:lnTo>
                <a:lnTo>
                  <a:pt x="2678" y="4290"/>
                </a:lnTo>
                <a:lnTo>
                  <a:pt x="4034" y="6450"/>
                </a:lnTo>
                <a:lnTo>
                  <a:pt x="5400" y="8640"/>
                </a:lnTo>
                <a:lnTo>
                  <a:pt x="9580" y="9971"/>
                </a:lnTo>
                <a:lnTo>
                  <a:pt x="12512" y="10860"/>
                </a:lnTo>
                <a:lnTo>
                  <a:pt x="14974" y="11517"/>
                </a:lnTo>
                <a:lnTo>
                  <a:pt x="17744" y="12148"/>
                </a:lnTo>
                <a:lnTo>
                  <a:pt x="21600" y="12960"/>
                </a:lnTo>
                <a:lnTo>
                  <a:pt x="18927" y="14386"/>
                </a:lnTo>
                <a:lnTo>
                  <a:pt x="16249" y="15816"/>
                </a:lnTo>
                <a:lnTo>
                  <a:pt x="13559" y="17250"/>
                </a:lnTo>
                <a:lnTo>
                  <a:pt x="10859" y="18688"/>
                </a:lnTo>
                <a:lnTo>
                  <a:pt x="8143" y="20140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DC5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2" name="contour_19120"/>
          <p:cNvSpPr/>
          <p:nvPr/>
        </p:nvSpPr>
        <p:spPr>
          <a:xfrm>
            <a:off x="2051012" y="197504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698"/>
                </a:lnTo>
                <a:lnTo>
                  <a:pt x="9763" y="1512"/>
                </a:lnTo>
                <a:lnTo>
                  <a:pt x="13228" y="3154"/>
                </a:lnTo>
                <a:lnTo>
                  <a:pt x="15582" y="4255"/>
                </a:lnTo>
                <a:lnTo>
                  <a:pt x="17971" y="5371"/>
                </a:lnTo>
                <a:lnTo>
                  <a:pt x="19773" y="6278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50"/>
                </a:lnTo>
                <a:lnTo>
                  <a:pt x="18373" y="17950"/>
                </a:lnTo>
                <a:lnTo>
                  <a:pt x="17280" y="21600"/>
                </a:lnTo>
                <a:lnTo>
                  <a:pt x="14835" y="19562"/>
                </a:lnTo>
                <a:lnTo>
                  <a:pt x="12390" y="17525"/>
                </a:lnTo>
                <a:lnTo>
                  <a:pt x="9936" y="15480"/>
                </a:lnTo>
                <a:lnTo>
                  <a:pt x="7474" y="13428"/>
                </a:lnTo>
                <a:lnTo>
                  <a:pt x="4998" y="11362"/>
                </a:lnTo>
                <a:lnTo>
                  <a:pt x="2510" y="9288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72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3" name="contour_19121"/>
          <p:cNvSpPr/>
          <p:nvPr/>
        </p:nvSpPr>
        <p:spPr>
          <a:xfrm>
            <a:off x="9827299" y="195318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2673"/>
                </a:lnTo>
                <a:lnTo>
                  <a:pt x="12921" y="5351"/>
                </a:lnTo>
                <a:lnTo>
                  <a:pt x="15072" y="8041"/>
                </a:lnTo>
                <a:lnTo>
                  <a:pt x="17232" y="10741"/>
                </a:lnTo>
                <a:lnTo>
                  <a:pt x="19405" y="13457"/>
                </a:lnTo>
                <a:lnTo>
                  <a:pt x="21600" y="16200"/>
                </a:lnTo>
                <a:lnTo>
                  <a:pt x="16606" y="18209"/>
                </a:lnTo>
                <a:lnTo>
                  <a:pt x="13094" y="19570"/>
                </a:lnTo>
                <a:lnTo>
                  <a:pt x="10593" y="20444"/>
                </a:lnTo>
                <a:lnTo>
                  <a:pt x="8614" y="20974"/>
                </a:lnTo>
                <a:lnTo>
                  <a:pt x="6683" y="21308"/>
                </a:lnTo>
                <a:lnTo>
                  <a:pt x="4320" y="21600"/>
                </a:lnTo>
                <a:lnTo>
                  <a:pt x="2428" y="18581"/>
                </a:lnTo>
                <a:lnTo>
                  <a:pt x="1348" y="16448"/>
                </a:lnTo>
                <a:lnTo>
                  <a:pt x="674" y="14197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DEE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4" name="contour_19122"/>
          <p:cNvSpPr/>
          <p:nvPr/>
        </p:nvSpPr>
        <p:spPr>
          <a:xfrm>
            <a:off x="8245040" y="1945894"/>
            <a:ext cx="2262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" y="0"/>
                </a:moveTo>
                <a:lnTo>
                  <a:pt x="5357" y="1503"/>
                </a:lnTo>
                <a:lnTo>
                  <a:pt x="8744" y="2657"/>
                </a:lnTo>
                <a:lnTo>
                  <a:pt x="11485" y="3711"/>
                </a:lnTo>
                <a:lnTo>
                  <a:pt x="14157" y="4899"/>
                </a:lnTo>
                <a:lnTo>
                  <a:pt x="17336" y="6463"/>
                </a:lnTo>
                <a:lnTo>
                  <a:pt x="21600" y="8640"/>
                </a:lnTo>
                <a:lnTo>
                  <a:pt x="20501" y="12113"/>
                </a:lnTo>
                <a:lnTo>
                  <a:pt x="19590" y="14524"/>
                </a:lnTo>
                <a:lnTo>
                  <a:pt x="18532" y="16494"/>
                </a:lnTo>
                <a:lnTo>
                  <a:pt x="16995" y="18645"/>
                </a:lnTo>
                <a:lnTo>
                  <a:pt x="14643" y="21600"/>
                </a:lnTo>
                <a:lnTo>
                  <a:pt x="10511" y="20926"/>
                </a:lnTo>
                <a:lnTo>
                  <a:pt x="7687" y="20252"/>
                </a:lnTo>
                <a:lnTo>
                  <a:pt x="4863" y="19172"/>
                </a:lnTo>
                <a:lnTo>
                  <a:pt x="730" y="17280"/>
                </a:lnTo>
                <a:lnTo>
                  <a:pt x="223" y="14360"/>
                </a:lnTo>
                <a:lnTo>
                  <a:pt x="0" y="11504"/>
                </a:lnTo>
                <a:lnTo>
                  <a:pt x="0" y="8675"/>
                </a:lnTo>
                <a:lnTo>
                  <a:pt x="160" y="5841"/>
                </a:lnTo>
                <a:lnTo>
                  <a:pt x="417" y="2964"/>
                </a:lnTo>
                <a:lnTo>
                  <a:pt x="730" y="0"/>
                </a:lnTo>
                <a:close/>
              </a:path>
            </a:pathLst>
          </a:custGeom>
          <a:solidFill>
            <a:srgbClr val="D2E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5" name="contour_19123"/>
          <p:cNvSpPr/>
          <p:nvPr/>
        </p:nvSpPr>
        <p:spPr>
          <a:xfrm>
            <a:off x="11058970" y="1945894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0"/>
                </a:lnTo>
                <a:lnTo>
                  <a:pt x="2341" y="772"/>
                </a:lnTo>
                <a:lnTo>
                  <a:pt x="3646" y="1208"/>
                </a:lnTo>
                <a:lnTo>
                  <a:pt x="5374" y="1780"/>
                </a:lnTo>
                <a:lnTo>
                  <a:pt x="7780" y="2573"/>
                </a:lnTo>
                <a:lnTo>
                  <a:pt x="11115" y="3681"/>
                </a:lnTo>
                <a:lnTo>
                  <a:pt x="15638" y="5175"/>
                </a:lnTo>
                <a:lnTo>
                  <a:pt x="21600" y="7148"/>
                </a:lnTo>
                <a:lnTo>
                  <a:pt x="20529" y="10686"/>
                </a:lnTo>
                <a:lnTo>
                  <a:pt x="19457" y="14245"/>
                </a:lnTo>
                <a:lnTo>
                  <a:pt x="18373" y="17819"/>
                </a:lnTo>
                <a:lnTo>
                  <a:pt x="17280" y="21443"/>
                </a:lnTo>
                <a:lnTo>
                  <a:pt x="14148" y="21600"/>
                </a:lnTo>
                <a:lnTo>
                  <a:pt x="11837" y="21135"/>
                </a:lnTo>
                <a:lnTo>
                  <a:pt x="8372" y="19656"/>
                </a:lnTo>
                <a:lnTo>
                  <a:pt x="6018" y="18712"/>
                </a:lnTo>
                <a:lnTo>
                  <a:pt x="3629" y="17755"/>
                </a:lnTo>
                <a:lnTo>
                  <a:pt x="1827" y="16039"/>
                </a:lnTo>
                <a:lnTo>
                  <a:pt x="0" y="14295"/>
                </a:lnTo>
                <a:lnTo>
                  <a:pt x="0" y="9571"/>
                </a:lnTo>
                <a:lnTo>
                  <a:pt x="0" y="4817"/>
                </a:lnTo>
                <a:lnTo>
                  <a:pt x="0" y="0"/>
                </a:lnTo>
                <a:close/>
              </a:path>
            </a:pathLst>
          </a:custGeom>
          <a:solidFill>
            <a:srgbClr val="846D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6" name="contour_19124"/>
          <p:cNvSpPr/>
          <p:nvPr/>
        </p:nvSpPr>
        <p:spPr>
          <a:xfrm>
            <a:off x="7749566" y="1931318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75" y="0"/>
                </a:moveTo>
                <a:lnTo>
                  <a:pt x="1817" y="686"/>
                </a:lnTo>
                <a:lnTo>
                  <a:pt x="3100" y="1345"/>
                </a:lnTo>
                <a:lnTo>
                  <a:pt x="4700" y="2160"/>
                </a:lnTo>
                <a:lnTo>
                  <a:pt x="6976" y="3326"/>
                </a:lnTo>
                <a:lnTo>
                  <a:pt x="10309" y="5027"/>
                </a:lnTo>
                <a:lnTo>
                  <a:pt x="15057" y="7457"/>
                </a:lnTo>
                <a:lnTo>
                  <a:pt x="21600" y="10800"/>
                </a:lnTo>
                <a:lnTo>
                  <a:pt x="18838" y="14197"/>
                </a:lnTo>
                <a:lnTo>
                  <a:pt x="16815" y="16448"/>
                </a:lnTo>
                <a:lnTo>
                  <a:pt x="14544" y="18581"/>
                </a:lnTo>
                <a:lnTo>
                  <a:pt x="11038" y="21600"/>
                </a:lnTo>
                <a:lnTo>
                  <a:pt x="7531" y="20947"/>
                </a:lnTo>
                <a:lnTo>
                  <a:pt x="5260" y="20164"/>
                </a:lnTo>
                <a:lnTo>
                  <a:pt x="3237" y="18749"/>
                </a:lnTo>
                <a:lnTo>
                  <a:pt x="475" y="16200"/>
                </a:lnTo>
                <a:lnTo>
                  <a:pt x="158" y="12020"/>
                </a:lnTo>
                <a:lnTo>
                  <a:pt x="0" y="9088"/>
                </a:lnTo>
                <a:lnTo>
                  <a:pt x="0" y="6626"/>
                </a:lnTo>
                <a:lnTo>
                  <a:pt x="158" y="3856"/>
                </a:lnTo>
                <a:lnTo>
                  <a:pt x="475" y="0"/>
                </a:lnTo>
                <a:close/>
              </a:path>
            </a:pathLst>
          </a:custGeom>
          <a:solidFill>
            <a:srgbClr val="E4E7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7" name="contour_19125"/>
          <p:cNvSpPr/>
          <p:nvPr/>
        </p:nvSpPr>
        <p:spPr>
          <a:xfrm>
            <a:off x="7683974" y="1938606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E2E7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8" name="contour_19126"/>
          <p:cNvSpPr/>
          <p:nvPr/>
        </p:nvSpPr>
        <p:spPr>
          <a:xfrm>
            <a:off x="2167620" y="194589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816" y="0"/>
                </a:lnTo>
                <a:lnTo>
                  <a:pt x="18688" y="0"/>
                </a:lnTo>
                <a:lnTo>
                  <a:pt x="21600" y="0"/>
                </a:lnTo>
                <a:lnTo>
                  <a:pt x="21047" y="3856"/>
                </a:lnTo>
                <a:lnTo>
                  <a:pt x="20546" y="6626"/>
                </a:lnTo>
                <a:lnTo>
                  <a:pt x="19889" y="9088"/>
                </a:lnTo>
                <a:lnTo>
                  <a:pt x="18870" y="12020"/>
                </a:lnTo>
                <a:lnTo>
                  <a:pt x="17280" y="16200"/>
                </a:lnTo>
                <a:lnTo>
                  <a:pt x="14429" y="17620"/>
                </a:lnTo>
                <a:lnTo>
                  <a:pt x="11629" y="18733"/>
                </a:lnTo>
                <a:lnTo>
                  <a:pt x="8839" y="19618"/>
                </a:lnTo>
                <a:lnTo>
                  <a:pt x="6005" y="20342"/>
                </a:lnTo>
                <a:lnTo>
                  <a:pt x="3076" y="20979"/>
                </a:lnTo>
                <a:lnTo>
                  <a:pt x="0" y="21600"/>
                </a:lnTo>
                <a:lnTo>
                  <a:pt x="1464" y="18884"/>
                </a:lnTo>
                <a:lnTo>
                  <a:pt x="2946" y="16178"/>
                </a:lnTo>
                <a:lnTo>
                  <a:pt x="4437" y="13484"/>
                </a:lnTo>
                <a:lnTo>
                  <a:pt x="5940" y="10800"/>
                </a:lnTo>
                <a:lnTo>
                  <a:pt x="6774" y="9288"/>
                </a:lnTo>
                <a:lnTo>
                  <a:pt x="9279" y="4725"/>
                </a:lnTo>
                <a:lnTo>
                  <a:pt x="10195" y="3553"/>
                </a:lnTo>
                <a:lnTo>
                  <a:pt x="12960" y="0"/>
                </a:lnTo>
                <a:close/>
              </a:path>
            </a:pathLst>
          </a:custGeom>
          <a:solidFill>
            <a:srgbClr val="B7B8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29" name="contour_19127"/>
          <p:cNvSpPr/>
          <p:nvPr/>
        </p:nvSpPr>
        <p:spPr>
          <a:xfrm>
            <a:off x="5155697" y="1925028"/>
            <a:ext cx="43728" cy="281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825"/>
                </a:moveTo>
                <a:lnTo>
                  <a:pt x="19562" y="7196"/>
                </a:lnTo>
                <a:lnTo>
                  <a:pt x="17525" y="9573"/>
                </a:lnTo>
                <a:lnTo>
                  <a:pt x="15480" y="11955"/>
                </a:lnTo>
                <a:lnTo>
                  <a:pt x="13428" y="14348"/>
                </a:lnTo>
                <a:lnTo>
                  <a:pt x="11365" y="16747"/>
                </a:lnTo>
                <a:lnTo>
                  <a:pt x="9292" y="19168"/>
                </a:lnTo>
                <a:lnTo>
                  <a:pt x="7200" y="21600"/>
                </a:lnTo>
                <a:lnTo>
                  <a:pt x="5418" y="18832"/>
                </a:lnTo>
                <a:lnTo>
                  <a:pt x="3629" y="16048"/>
                </a:lnTo>
                <a:lnTo>
                  <a:pt x="1825" y="13252"/>
                </a:lnTo>
                <a:lnTo>
                  <a:pt x="0" y="10417"/>
                </a:lnTo>
                <a:lnTo>
                  <a:pt x="1678" y="8902"/>
                </a:lnTo>
                <a:lnTo>
                  <a:pt x="3362" y="7409"/>
                </a:lnTo>
                <a:lnTo>
                  <a:pt x="5054" y="5938"/>
                </a:lnTo>
                <a:lnTo>
                  <a:pt x="6750" y="4479"/>
                </a:lnTo>
                <a:lnTo>
                  <a:pt x="8633" y="2818"/>
                </a:lnTo>
                <a:lnTo>
                  <a:pt x="10548" y="1135"/>
                </a:lnTo>
                <a:lnTo>
                  <a:pt x="12485" y="252"/>
                </a:lnTo>
                <a:lnTo>
                  <a:pt x="14029" y="0"/>
                </a:lnTo>
                <a:lnTo>
                  <a:pt x="15710" y="565"/>
                </a:lnTo>
                <a:lnTo>
                  <a:pt x="18054" y="2114"/>
                </a:lnTo>
                <a:lnTo>
                  <a:pt x="21600" y="4825"/>
                </a:lnTo>
                <a:close/>
              </a:path>
            </a:pathLst>
          </a:custGeom>
          <a:solidFill>
            <a:srgbClr val="D5F1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0" name="contour_19128"/>
          <p:cNvSpPr/>
          <p:nvPr/>
        </p:nvSpPr>
        <p:spPr>
          <a:xfrm>
            <a:off x="1183741" y="1923374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433E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1" name="contour_19129"/>
          <p:cNvSpPr/>
          <p:nvPr/>
        </p:nvSpPr>
        <p:spPr>
          <a:xfrm>
            <a:off x="877646" y="192403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472" y="3056"/>
                </a:lnTo>
                <a:lnTo>
                  <a:pt x="12308" y="6113"/>
                </a:lnTo>
                <a:lnTo>
                  <a:pt x="14148" y="9180"/>
                </a:lnTo>
                <a:lnTo>
                  <a:pt x="15997" y="12258"/>
                </a:lnTo>
                <a:lnTo>
                  <a:pt x="17850" y="15352"/>
                </a:lnTo>
                <a:lnTo>
                  <a:pt x="19721" y="18463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2138" y="14861"/>
                </a:lnTo>
                <a:lnTo>
                  <a:pt x="4290" y="13522"/>
                </a:lnTo>
                <a:lnTo>
                  <a:pt x="6450" y="12166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090A0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2" name="contour_19130"/>
          <p:cNvSpPr/>
          <p:nvPr/>
        </p:nvSpPr>
        <p:spPr>
          <a:xfrm>
            <a:off x="2131180" y="1916742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7683" y="11635"/>
                </a:lnTo>
                <a:lnTo>
                  <a:pt x="14807" y="14854"/>
                </a:lnTo>
                <a:lnTo>
                  <a:pt x="12715" y="17114"/>
                </a:lnTo>
                <a:lnTo>
                  <a:pt x="11164" y="18670"/>
                </a:lnTo>
                <a:lnTo>
                  <a:pt x="9893" y="19764"/>
                </a:lnTo>
                <a:lnTo>
                  <a:pt x="8658" y="20657"/>
                </a:lnTo>
                <a:lnTo>
                  <a:pt x="7200" y="21600"/>
                </a:lnTo>
                <a:lnTo>
                  <a:pt x="4792" y="20210"/>
                </a:lnTo>
                <a:lnTo>
                  <a:pt x="3240" y="18994"/>
                </a:lnTo>
                <a:lnTo>
                  <a:pt x="1868" y="1728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597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3" name="contour_19131"/>
          <p:cNvSpPr/>
          <p:nvPr/>
        </p:nvSpPr>
        <p:spPr>
          <a:xfrm>
            <a:off x="11386922" y="1910729"/>
            <a:ext cx="43728" cy="2787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80" y="4309"/>
                </a:moveTo>
                <a:lnTo>
                  <a:pt x="18439" y="6291"/>
                </a:lnTo>
                <a:lnTo>
                  <a:pt x="20009" y="8284"/>
                </a:lnTo>
                <a:lnTo>
                  <a:pt x="21600" y="10306"/>
                </a:lnTo>
                <a:lnTo>
                  <a:pt x="19224" y="10306"/>
                </a:lnTo>
                <a:lnTo>
                  <a:pt x="16830" y="10306"/>
                </a:lnTo>
                <a:lnTo>
                  <a:pt x="14400" y="10306"/>
                </a:lnTo>
                <a:lnTo>
                  <a:pt x="13082" y="13655"/>
                </a:lnTo>
                <a:lnTo>
                  <a:pt x="12269" y="15953"/>
                </a:lnTo>
                <a:lnTo>
                  <a:pt x="11621" y="18246"/>
                </a:lnTo>
                <a:lnTo>
                  <a:pt x="10800" y="21600"/>
                </a:lnTo>
                <a:lnTo>
                  <a:pt x="9018" y="18799"/>
                </a:lnTo>
                <a:lnTo>
                  <a:pt x="7232" y="15998"/>
                </a:lnTo>
                <a:lnTo>
                  <a:pt x="5443" y="13192"/>
                </a:lnTo>
                <a:lnTo>
                  <a:pt x="3643" y="10368"/>
                </a:lnTo>
                <a:lnTo>
                  <a:pt x="1829" y="7522"/>
                </a:lnTo>
                <a:lnTo>
                  <a:pt x="0" y="4659"/>
                </a:lnTo>
                <a:lnTo>
                  <a:pt x="2880" y="2558"/>
                </a:lnTo>
                <a:lnTo>
                  <a:pt x="5296" y="1039"/>
                </a:lnTo>
                <a:lnTo>
                  <a:pt x="7427" y="169"/>
                </a:lnTo>
                <a:lnTo>
                  <a:pt x="9464" y="0"/>
                </a:lnTo>
                <a:lnTo>
                  <a:pt x="11596" y="593"/>
                </a:lnTo>
                <a:lnTo>
                  <a:pt x="14004" y="2005"/>
                </a:lnTo>
                <a:lnTo>
                  <a:pt x="16880" y="4309"/>
                </a:lnTo>
                <a:close/>
              </a:path>
            </a:pathLst>
          </a:custGeom>
          <a:solidFill>
            <a:srgbClr val="E7F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4" name="contour_19132"/>
          <p:cNvSpPr/>
          <p:nvPr/>
        </p:nvSpPr>
        <p:spPr>
          <a:xfrm>
            <a:off x="804766" y="190216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7276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5" name="contour_19133"/>
          <p:cNvSpPr/>
          <p:nvPr/>
        </p:nvSpPr>
        <p:spPr>
          <a:xfrm>
            <a:off x="11095410" y="190945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937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6" name="contour_19134"/>
          <p:cNvSpPr/>
          <p:nvPr/>
        </p:nvSpPr>
        <p:spPr>
          <a:xfrm>
            <a:off x="10330171" y="190945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6EE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7" name="contour_19135"/>
          <p:cNvSpPr/>
          <p:nvPr/>
        </p:nvSpPr>
        <p:spPr>
          <a:xfrm>
            <a:off x="8551901" y="189487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8B3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8" name="contour_19136"/>
          <p:cNvSpPr/>
          <p:nvPr/>
        </p:nvSpPr>
        <p:spPr>
          <a:xfrm>
            <a:off x="1001542" y="1887590"/>
            <a:ext cx="29152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93" y="2762"/>
                </a:lnTo>
                <a:lnTo>
                  <a:pt x="19154" y="4785"/>
                </a:lnTo>
                <a:lnTo>
                  <a:pt x="20185" y="7056"/>
                </a:lnTo>
                <a:lnTo>
                  <a:pt x="21600" y="10562"/>
                </a:lnTo>
                <a:lnTo>
                  <a:pt x="20758" y="14069"/>
                </a:lnTo>
                <a:lnTo>
                  <a:pt x="19915" y="16340"/>
                </a:lnTo>
                <a:lnTo>
                  <a:pt x="18565" y="18363"/>
                </a:lnTo>
                <a:lnTo>
                  <a:pt x="16200" y="21125"/>
                </a:lnTo>
                <a:lnTo>
                  <a:pt x="12020" y="21442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42"/>
                </a:lnTo>
                <a:lnTo>
                  <a:pt x="0" y="21125"/>
                </a:lnTo>
                <a:lnTo>
                  <a:pt x="1712" y="14803"/>
                </a:lnTo>
                <a:lnTo>
                  <a:pt x="3067" y="10436"/>
                </a:lnTo>
                <a:lnTo>
                  <a:pt x="4379" y="7478"/>
                </a:lnTo>
                <a:lnTo>
                  <a:pt x="5956" y="5387"/>
                </a:lnTo>
                <a:lnTo>
                  <a:pt x="8105" y="3623"/>
                </a:lnTo>
                <a:lnTo>
                  <a:pt x="11135" y="1648"/>
                </a:lnTo>
                <a:lnTo>
                  <a:pt x="12398" y="1241"/>
                </a:lnTo>
                <a:lnTo>
                  <a:pt x="16200" y="0"/>
                </a:lnTo>
                <a:close/>
              </a:path>
            </a:pathLst>
          </a:custGeom>
          <a:solidFill>
            <a:srgbClr val="DEBA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39" name="contour_19137"/>
          <p:cNvSpPr/>
          <p:nvPr/>
        </p:nvSpPr>
        <p:spPr>
          <a:xfrm>
            <a:off x="7575310" y="188759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0"/>
                </a:lnTo>
                <a:lnTo>
                  <a:pt x="13781" y="0"/>
                </a:lnTo>
                <a:lnTo>
                  <a:pt x="16364" y="0"/>
                </a:lnTo>
                <a:lnTo>
                  <a:pt x="18969" y="0"/>
                </a:lnTo>
                <a:lnTo>
                  <a:pt x="21600" y="0"/>
                </a:lnTo>
                <a:lnTo>
                  <a:pt x="20377" y="3056"/>
                </a:lnTo>
                <a:lnTo>
                  <a:pt x="19155" y="6113"/>
                </a:lnTo>
                <a:lnTo>
                  <a:pt x="17928" y="9180"/>
                </a:lnTo>
                <a:lnTo>
                  <a:pt x="16697" y="12258"/>
                </a:lnTo>
                <a:lnTo>
                  <a:pt x="15457" y="15352"/>
                </a:lnTo>
                <a:lnTo>
                  <a:pt x="14213" y="18463"/>
                </a:lnTo>
                <a:lnTo>
                  <a:pt x="12960" y="21600"/>
                </a:lnTo>
                <a:lnTo>
                  <a:pt x="10822" y="19818"/>
                </a:lnTo>
                <a:lnTo>
                  <a:pt x="8679" y="18031"/>
                </a:lnTo>
                <a:lnTo>
                  <a:pt x="6528" y="16238"/>
                </a:lnTo>
                <a:lnTo>
                  <a:pt x="4368" y="14440"/>
                </a:lnTo>
                <a:lnTo>
                  <a:pt x="2195" y="12625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EB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0" name="contour_19138"/>
          <p:cNvSpPr/>
          <p:nvPr/>
        </p:nvSpPr>
        <p:spPr>
          <a:xfrm>
            <a:off x="5192137" y="190216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8" y="526"/>
                </a:lnTo>
                <a:lnTo>
                  <a:pt x="3175" y="1058"/>
                </a:lnTo>
                <a:lnTo>
                  <a:pt x="5373" y="1793"/>
                </a:lnTo>
                <a:lnTo>
                  <a:pt x="8775" y="2923"/>
                </a:lnTo>
                <a:lnTo>
                  <a:pt x="13986" y="465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8E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1" name="contour_19139"/>
          <p:cNvSpPr/>
          <p:nvPr/>
        </p:nvSpPr>
        <p:spPr>
          <a:xfrm>
            <a:off x="4346730" y="187301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3" y="2138"/>
                </a:lnTo>
                <a:lnTo>
                  <a:pt x="5351" y="4281"/>
                </a:lnTo>
                <a:lnTo>
                  <a:pt x="8030" y="6424"/>
                </a:lnTo>
                <a:lnTo>
                  <a:pt x="10719" y="8575"/>
                </a:lnTo>
                <a:lnTo>
                  <a:pt x="13419" y="10735"/>
                </a:lnTo>
                <a:lnTo>
                  <a:pt x="16130" y="12904"/>
                </a:lnTo>
                <a:lnTo>
                  <a:pt x="18857" y="15085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CBEE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2" name="contour_19140"/>
          <p:cNvSpPr/>
          <p:nvPr/>
        </p:nvSpPr>
        <p:spPr>
          <a:xfrm>
            <a:off x="1504413" y="189487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E6E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3" name="contour_19141"/>
          <p:cNvSpPr/>
          <p:nvPr/>
        </p:nvSpPr>
        <p:spPr>
          <a:xfrm>
            <a:off x="680870" y="188759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015"/>
                </a:lnTo>
                <a:lnTo>
                  <a:pt x="9158" y="1804"/>
                </a:lnTo>
                <a:lnTo>
                  <a:pt x="12442" y="2624"/>
                </a:lnTo>
                <a:lnTo>
                  <a:pt x="16243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6243" y="17863"/>
                </a:lnTo>
                <a:lnTo>
                  <a:pt x="12442" y="18976"/>
                </a:lnTo>
                <a:lnTo>
                  <a:pt x="9158" y="19796"/>
                </a:lnTo>
                <a:lnTo>
                  <a:pt x="5357" y="20585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CEB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4" name="contour_19142"/>
          <p:cNvSpPr/>
          <p:nvPr/>
        </p:nvSpPr>
        <p:spPr>
          <a:xfrm>
            <a:off x="11335913" y="1865726"/>
            <a:ext cx="3644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242"/>
                </a:lnTo>
                <a:lnTo>
                  <a:pt x="2341" y="467"/>
                </a:lnTo>
                <a:lnTo>
                  <a:pt x="3646" y="730"/>
                </a:lnTo>
                <a:lnTo>
                  <a:pt x="5374" y="1076"/>
                </a:lnTo>
                <a:lnTo>
                  <a:pt x="7780" y="1555"/>
                </a:lnTo>
                <a:lnTo>
                  <a:pt x="11115" y="2225"/>
                </a:lnTo>
                <a:lnTo>
                  <a:pt x="15638" y="3128"/>
                </a:lnTo>
                <a:lnTo>
                  <a:pt x="21600" y="4320"/>
                </a:lnTo>
                <a:lnTo>
                  <a:pt x="20377" y="6765"/>
                </a:lnTo>
                <a:lnTo>
                  <a:pt x="19155" y="9210"/>
                </a:lnTo>
                <a:lnTo>
                  <a:pt x="17928" y="11664"/>
                </a:lnTo>
                <a:lnTo>
                  <a:pt x="16697" y="14126"/>
                </a:lnTo>
                <a:lnTo>
                  <a:pt x="15457" y="16602"/>
                </a:lnTo>
                <a:lnTo>
                  <a:pt x="14213" y="19090"/>
                </a:lnTo>
                <a:lnTo>
                  <a:pt x="12960" y="21600"/>
                </a:lnTo>
                <a:lnTo>
                  <a:pt x="12156" y="18649"/>
                </a:lnTo>
                <a:lnTo>
                  <a:pt x="11340" y="15660"/>
                </a:lnTo>
                <a:lnTo>
                  <a:pt x="10139" y="12774"/>
                </a:lnTo>
                <a:lnTo>
                  <a:pt x="8886" y="10264"/>
                </a:lnTo>
                <a:lnTo>
                  <a:pt x="7530" y="8035"/>
                </a:lnTo>
                <a:lnTo>
                  <a:pt x="6018" y="5988"/>
                </a:lnTo>
                <a:lnTo>
                  <a:pt x="4294" y="4031"/>
                </a:lnTo>
                <a:lnTo>
                  <a:pt x="2303" y="2065"/>
                </a:lnTo>
                <a:lnTo>
                  <a:pt x="0" y="0"/>
                </a:lnTo>
                <a:close/>
              </a:path>
            </a:pathLst>
          </a:custGeom>
          <a:solidFill>
            <a:srgbClr val="E8E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5" name="contour_19143"/>
          <p:cNvSpPr/>
          <p:nvPr/>
        </p:nvSpPr>
        <p:spPr>
          <a:xfrm>
            <a:off x="2167620" y="18657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222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6" name="contour_19144"/>
          <p:cNvSpPr/>
          <p:nvPr/>
        </p:nvSpPr>
        <p:spPr>
          <a:xfrm>
            <a:off x="724598" y="185115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3056"/>
                </a:lnTo>
                <a:lnTo>
                  <a:pt x="13856" y="6113"/>
                </a:lnTo>
                <a:lnTo>
                  <a:pt x="15390" y="9180"/>
                </a:lnTo>
                <a:lnTo>
                  <a:pt x="16929" y="12258"/>
                </a:lnTo>
                <a:lnTo>
                  <a:pt x="18479" y="15352"/>
                </a:lnTo>
                <a:lnTo>
                  <a:pt x="20034" y="1846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7665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7" name="contour_19145"/>
          <p:cNvSpPr/>
          <p:nvPr/>
        </p:nvSpPr>
        <p:spPr>
          <a:xfrm>
            <a:off x="11161002" y="185843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C6CB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8" name="contour_19146"/>
          <p:cNvSpPr/>
          <p:nvPr/>
        </p:nvSpPr>
        <p:spPr>
          <a:xfrm>
            <a:off x="5097393" y="18584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73"/>
                </a:lnTo>
                <a:lnTo>
                  <a:pt x="14369" y="5351"/>
                </a:lnTo>
                <a:lnTo>
                  <a:pt x="16157" y="8041"/>
                </a:lnTo>
                <a:lnTo>
                  <a:pt x="17960" y="10741"/>
                </a:lnTo>
                <a:lnTo>
                  <a:pt x="19775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9CDE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49" name="contour_19147"/>
          <p:cNvSpPr/>
          <p:nvPr/>
        </p:nvSpPr>
        <p:spPr>
          <a:xfrm>
            <a:off x="8492941" y="1843862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CBB8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0" name="contour_19148"/>
          <p:cNvSpPr/>
          <p:nvPr/>
        </p:nvSpPr>
        <p:spPr>
          <a:xfrm>
            <a:off x="5017225" y="1829286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618" y="2354"/>
                </a:lnTo>
                <a:lnTo>
                  <a:pt x="18101" y="4093"/>
                </a:lnTo>
                <a:lnTo>
                  <a:pt x="19195" y="5735"/>
                </a:lnTo>
                <a:lnTo>
                  <a:pt x="20246" y="7798"/>
                </a:lnTo>
                <a:lnTo>
                  <a:pt x="21600" y="10800"/>
                </a:lnTo>
                <a:lnTo>
                  <a:pt x="18720" y="13381"/>
                </a:lnTo>
                <a:lnTo>
                  <a:pt x="16567" y="15250"/>
                </a:lnTo>
                <a:lnTo>
                  <a:pt x="14738" y="16708"/>
                </a:lnTo>
                <a:lnTo>
                  <a:pt x="12830" y="18050"/>
                </a:lnTo>
                <a:lnTo>
                  <a:pt x="10454" y="19580"/>
                </a:lnTo>
                <a:lnTo>
                  <a:pt x="7200" y="21600"/>
                </a:lnTo>
                <a:lnTo>
                  <a:pt x="4522" y="17572"/>
                </a:lnTo>
                <a:lnTo>
                  <a:pt x="2707" y="14728"/>
                </a:lnTo>
                <a:lnTo>
                  <a:pt x="1541" y="12665"/>
                </a:lnTo>
                <a:lnTo>
                  <a:pt x="835" y="10991"/>
                </a:lnTo>
                <a:lnTo>
                  <a:pt x="389" y="9302"/>
                </a:lnTo>
                <a:lnTo>
                  <a:pt x="0" y="7200"/>
                </a:lnTo>
                <a:lnTo>
                  <a:pt x="4025" y="4558"/>
                </a:lnTo>
                <a:lnTo>
                  <a:pt x="6862" y="2923"/>
                </a:lnTo>
                <a:lnTo>
                  <a:pt x="9871" y="1631"/>
                </a:lnTo>
                <a:lnTo>
                  <a:pt x="14400" y="0"/>
                </a:lnTo>
                <a:close/>
              </a:path>
            </a:pathLst>
          </a:custGeom>
          <a:solidFill>
            <a:srgbClr val="C9D5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1" name="contour_19149"/>
          <p:cNvSpPr/>
          <p:nvPr/>
        </p:nvSpPr>
        <p:spPr>
          <a:xfrm>
            <a:off x="1154589" y="18292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2C2B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2" name="contour_19150"/>
          <p:cNvSpPr/>
          <p:nvPr/>
        </p:nvSpPr>
        <p:spPr>
          <a:xfrm>
            <a:off x="10986090" y="182928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21600" y="10771"/>
                </a:lnTo>
                <a:lnTo>
                  <a:pt x="21600" y="14400"/>
                </a:lnTo>
                <a:lnTo>
                  <a:pt x="19224" y="15192"/>
                </a:lnTo>
                <a:lnTo>
                  <a:pt x="16844" y="15984"/>
                </a:lnTo>
                <a:lnTo>
                  <a:pt x="14465" y="16776"/>
                </a:lnTo>
                <a:lnTo>
                  <a:pt x="12078" y="17575"/>
                </a:lnTo>
                <a:lnTo>
                  <a:pt x="9684" y="18374"/>
                </a:lnTo>
                <a:lnTo>
                  <a:pt x="7279" y="19174"/>
                </a:lnTo>
                <a:lnTo>
                  <a:pt x="4867" y="19980"/>
                </a:lnTo>
                <a:lnTo>
                  <a:pt x="2441" y="2078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3" name="contour_19151"/>
          <p:cNvSpPr/>
          <p:nvPr/>
        </p:nvSpPr>
        <p:spPr>
          <a:xfrm>
            <a:off x="1628309" y="181471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712" y="15136"/>
                </a:lnTo>
                <a:lnTo>
                  <a:pt x="3067" y="10670"/>
                </a:lnTo>
                <a:lnTo>
                  <a:pt x="4379" y="7646"/>
                </a:lnTo>
                <a:lnTo>
                  <a:pt x="5956" y="5508"/>
                </a:lnTo>
                <a:lnTo>
                  <a:pt x="8105" y="3704"/>
                </a:lnTo>
                <a:lnTo>
                  <a:pt x="11135" y="1685"/>
                </a:lnTo>
                <a:lnTo>
                  <a:pt x="12398" y="1269"/>
                </a:lnTo>
                <a:lnTo>
                  <a:pt x="16200" y="0"/>
                </a:lnTo>
                <a:close/>
              </a:path>
            </a:pathLst>
          </a:custGeom>
          <a:solidFill>
            <a:srgbClr val="B5B6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4" name="contour_19152"/>
          <p:cNvSpPr/>
          <p:nvPr/>
        </p:nvSpPr>
        <p:spPr>
          <a:xfrm>
            <a:off x="10687282" y="18001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6B8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5" name="contour_19153"/>
          <p:cNvSpPr/>
          <p:nvPr/>
        </p:nvSpPr>
        <p:spPr>
          <a:xfrm>
            <a:off x="10432203" y="18001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50"/>
                </a:lnTo>
                <a:lnTo>
                  <a:pt x="18373" y="17950"/>
                </a:lnTo>
                <a:lnTo>
                  <a:pt x="17280" y="21600"/>
                </a:lnTo>
                <a:lnTo>
                  <a:pt x="14196" y="20246"/>
                </a:lnTo>
                <a:lnTo>
                  <a:pt x="11979" y="19195"/>
                </a:lnTo>
                <a:lnTo>
                  <a:pt x="10009" y="18101"/>
                </a:lnTo>
                <a:lnTo>
                  <a:pt x="7664" y="16618"/>
                </a:lnTo>
                <a:lnTo>
                  <a:pt x="4320" y="14400"/>
                </a:lnTo>
                <a:lnTo>
                  <a:pt x="3249" y="10836"/>
                </a:lnTo>
                <a:lnTo>
                  <a:pt x="2177" y="7250"/>
                </a:lnTo>
                <a:lnTo>
                  <a:pt x="1093" y="3650"/>
                </a:lnTo>
                <a:lnTo>
                  <a:pt x="0" y="0"/>
                </a:lnTo>
                <a:close/>
              </a:path>
            </a:pathLst>
          </a:custGeom>
          <a:solidFill>
            <a:srgbClr val="E7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6" name="contour_19154"/>
          <p:cNvSpPr/>
          <p:nvPr/>
        </p:nvSpPr>
        <p:spPr>
          <a:xfrm>
            <a:off x="10956938" y="179284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015"/>
                </a:lnTo>
                <a:lnTo>
                  <a:pt x="12269" y="1804"/>
                </a:lnTo>
                <a:lnTo>
                  <a:pt x="14731" y="2624"/>
                </a:lnTo>
                <a:lnTo>
                  <a:pt x="17582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7582" y="17863"/>
                </a:lnTo>
                <a:lnTo>
                  <a:pt x="14731" y="18976"/>
                </a:lnTo>
                <a:lnTo>
                  <a:pt x="12269" y="19796"/>
                </a:lnTo>
                <a:lnTo>
                  <a:pt x="9418" y="20585"/>
                </a:lnTo>
                <a:lnTo>
                  <a:pt x="5400" y="21600"/>
                </a:lnTo>
                <a:lnTo>
                  <a:pt x="3607" y="18776"/>
                </a:lnTo>
                <a:lnTo>
                  <a:pt x="2452" y="16708"/>
                </a:lnTo>
                <a:lnTo>
                  <a:pt x="1415" y="14386"/>
                </a:lnTo>
                <a:lnTo>
                  <a:pt x="0" y="10800"/>
                </a:lnTo>
                <a:lnTo>
                  <a:pt x="1415" y="7214"/>
                </a:lnTo>
                <a:lnTo>
                  <a:pt x="2452" y="4892"/>
                </a:lnTo>
                <a:lnTo>
                  <a:pt x="3607" y="2824"/>
                </a:lnTo>
                <a:lnTo>
                  <a:pt x="5400" y="0"/>
                </a:lnTo>
                <a:close/>
              </a:path>
            </a:pathLst>
          </a:custGeom>
          <a:solidFill>
            <a:srgbClr val="787B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7" name="contour_19155"/>
          <p:cNvSpPr/>
          <p:nvPr/>
        </p:nvSpPr>
        <p:spPr>
          <a:xfrm>
            <a:off x="10577962" y="180013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BAD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8" name="contour_19156"/>
          <p:cNvSpPr/>
          <p:nvPr/>
        </p:nvSpPr>
        <p:spPr>
          <a:xfrm>
            <a:off x="2174908" y="180013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93" y="2824"/>
                </a:lnTo>
                <a:lnTo>
                  <a:pt x="19148" y="4892"/>
                </a:lnTo>
                <a:lnTo>
                  <a:pt x="20185" y="7214"/>
                </a:lnTo>
                <a:lnTo>
                  <a:pt x="21600" y="10800"/>
                </a:lnTo>
                <a:lnTo>
                  <a:pt x="20185" y="14386"/>
                </a:lnTo>
                <a:lnTo>
                  <a:pt x="19148" y="16708"/>
                </a:lnTo>
                <a:lnTo>
                  <a:pt x="17993" y="18776"/>
                </a:lnTo>
                <a:lnTo>
                  <a:pt x="16200" y="21600"/>
                </a:lnTo>
                <a:lnTo>
                  <a:pt x="12182" y="20585"/>
                </a:lnTo>
                <a:lnTo>
                  <a:pt x="9331" y="19796"/>
                </a:lnTo>
                <a:lnTo>
                  <a:pt x="6869" y="18976"/>
                </a:lnTo>
                <a:lnTo>
                  <a:pt x="4018" y="1786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4018" y="3737"/>
                </a:lnTo>
                <a:lnTo>
                  <a:pt x="6869" y="2624"/>
                </a:lnTo>
                <a:lnTo>
                  <a:pt x="9331" y="1804"/>
                </a:lnTo>
                <a:lnTo>
                  <a:pt x="12182" y="1015"/>
                </a:lnTo>
                <a:lnTo>
                  <a:pt x="16200" y="0"/>
                </a:lnTo>
                <a:close/>
              </a:path>
            </a:pathLst>
          </a:custGeom>
          <a:solidFill>
            <a:srgbClr val="5958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59" name="contour_19157"/>
          <p:cNvSpPr/>
          <p:nvPr/>
        </p:nvSpPr>
        <p:spPr>
          <a:xfrm>
            <a:off x="7619038" y="179284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015"/>
                </a:lnTo>
                <a:lnTo>
                  <a:pt x="14524" y="1804"/>
                </a:lnTo>
                <a:lnTo>
                  <a:pt x="16494" y="2624"/>
                </a:lnTo>
                <a:lnTo>
                  <a:pt x="18645" y="3737"/>
                </a:lnTo>
                <a:lnTo>
                  <a:pt x="21600" y="5400"/>
                </a:lnTo>
                <a:lnTo>
                  <a:pt x="20745" y="8608"/>
                </a:lnTo>
                <a:lnTo>
                  <a:pt x="19885" y="11826"/>
                </a:lnTo>
                <a:lnTo>
                  <a:pt x="19025" y="15055"/>
                </a:lnTo>
                <a:lnTo>
                  <a:pt x="18157" y="18311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2108" y="7403"/>
                </a:lnTo>
                <a:lnTo>
                  <a:pt x="3711" y="5146"/>
                </a:lnTo>
                <a:lnTo>
                  <a:pt x="5620" y="3019"/>
                </a:lnTo>
                <a:lnTo>
                  <a:pt x="8640" y="0"/>
                </a:lnTo>
                <a:close/>
              </a:path>
            </a:pathLst>
          </a:custGeom>
          <a:solidFill>
            <a:srgbClr val="EF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0" name="contour_19158"/>
          <p:cNvSpPr/>
          <p:nvPr/>
        </p:nvSpPr>
        <p:spPr>
          <a:xfrm>
            <a:off x="709308" y="1770982"/>
            <a:ext cx="22578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656" y="0"/>
                </a:moveTo>
                <a:lnTo>
                  <a:pt x="12264" y="0"/>
                </a:lnTo>
                <a:lnTo>
                  <a:pt x="16901" y="0"/>
                </a:lnTo>
                <a:lnTo>
                  <a:pt x="21600" y="0"/>
                </a:lnTo>
                <a:lnTo>
                  <a:pt x="20310" y="2164"/>
                </a:lnTo>
                <a:lnTo>
                  <a:pt x="19006" y="4324"/>
                </a:lnTo>
                <a:lnTo>
                  <a:pt x="17703" y="6484"/>
                </a:lnTo>
                <a:lnTo>
                  <a:pt x="16385" y="8644"/>
                </a:lnTo>
                <a:lnTo>
                  <a:pt x="15060" y="10800"/>
                </a:lnTo>
                <a:lnTo>
                  <a:pt x="13847" y="12809"/>
                </a:lnTo>
                <a:lnTo>
                  <a:pt x="12627" y="14828"/>
                </a:lnTo>
                <a:lnTo>
                  <a:pt x="11386" y="16877"/>
                </a:lnTo>
                <a:lnTo>
                  <a:pt x="9538" y="19220"/>
                </a:lnTo>
                <a:lnTo>
                  <a:pt x="7656" y="21600"/>
                </a:lnTo>
                <a:lnTo>
                  <a:pt x="4197" y="21600"/>
                </a:lnTo>
                <a:lnTo>
                  <a:pt x="683" y="21600"/>
                </a:lnTo>
                <a:lnTo>
                  <a:pt x="551" y="19408"/>
                </a:lnTo>
                <a:lnTo>
                  <a:pt x="439" y="17212"/>
                </a:lnTo>
                <a:lnTo>
                  <a:pt x="342" y="15019"/>
                </a:lnTo>
                <a:lnTo>
                  <a:pt x="251" y="12823"/>
                </a:lnTo>
                <a:lnTo>
                  <a:pt x="126" y="10375"/>
                </a:lnTo>
                <a:lnTo>
                  <a:pt x="0" y="7888"/>
                </a:lnTo>
                <a:lnTo>
                  <a:pt x="502" y="5353"/>
                </a:lnTo>
                <a:lnTo>
                  <a:pt x="1471" y="3686"/>
                </a:lnTo>
                <a:lnTo>
                  <a:pt x="3612" y="2149"/>
                </a:lnTo>
                <a:lnTo>
                  <a:pt x="7656" y="0"/>
                </a:lnTo>
                <a:close/>
              </a:path>
            </a:pathLst>
          </a:custGeom>
          <a:solidFill>
            <a:srgbClr val="38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1" name="contour_19159"/>
          <p:cNvSpPr/>
          <p:nvPr/>
        </p:nvSpPr>
        <p:spPr>
          <a:xfrm>
            <a:off x="7021423" y="1777286"/>
            <a:ext cx="36440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930"/>
                </a:moveTo>
                <a:lnTo>
                  <a:pt x="12113" y="310"/>
                </a:lnTo>
                <a:lnTo>
                  <a:pt x="14524" y="0"/>
                </a:lnTo>
                <a:lnTo>
                  <a:pt x="16494" y="0"/>
                </a:lnTo>
                <a:lnTo>
                  <a:pt x="18645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775" y="16384"/>
                </a:lnTo>
                <a:lnTo>
                  <a:pt x="16705" y="17390"/>
                </a:lnTo>
                <a:lnTo>
                  <a:pt x="14386" y="18134"/>
                </a:lnTo>
                <a:lnTo>
                  <a:pt x="10800" y="19016"/>
                </a:lnTo>
                <a:lnTo>
                  <a:pt x="7785" y="19795"/>
                </a:lnTo>
                <a:lnTo>
                  <a:pt x="4726" y="20580"/>
                </a:lnTo>
                <a:lnTo>
                  <a:pt x="2380" y="21090"/>
                </a:lnTo>
                <a:lnTo>
                  <a:pt x="0" y="21600"/>
                </a:lnTo>
                <a:lnTo>
                  <a:pt x="1503" y="17197"/>
                </a:lnTo>
                <a:lnTo>
                  <a:pt x="2657" y="13945"/>
                </a:lnTo>
                <a:lnTo>
                  <a:pt x="3711" y="11265"/>
                </a:lnTo>
                <a:lnTo>
                  <a:pt x="4899" y="8585"/>
                </a:lnTo>
                <a:lnTo>
                  <a:pt x="6463" y="5333"/>
                </a:lnTo>
                <a:lnTo>
                  <a:pt x="8640" y="930"/>
                </a:lnTo>
                <a:close/>
              </a:path>
            </a:pathLst>
          </a:custGeom>
          <a:solidFill>
            <a:srgbClr val="DCE7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2" name="contour_19160"/>
          <p:cNvSpPr/>
          <p:nvPr/>
        </p:nvSpPr>
        <p:spPr>
          <a:xfrm>
            <a:off x="4114206" y="1770982"/>
            <a:ext cx="2846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06" y="0"/>
                </a:moveTo>
                <a:lnTo>
                  <a:pt x="7744" y="2138"/>
                </a:lnTo>
                <a:lnTo>
                  <a:pt x="10487" y="4281"/>
                </a:lnTo>
                <a:lnTo>
                  <a:pt x="13242" y="6432"/>
                </a:lnTo>
                <a:lnTo>
                  <a:pt x="16008" y="8592"/>
                </a:lnTo>
                <a:lnTo>
                  <a:pt x="18790" y="10765"/>
                </a:lnTo>
                <a:lnTo>
                  <a:pt x="21600" y="12960"/>
                </a:lnTo>
                <a:lnTo>
                  <a:pt x="17944" y="12960"/>
                </a:lnTo>
                <a:lnTo>
                  <a:pt x="14265" y="12960"/>
                </a:lnTo>
                <a:lnTo>
                  <a:pt x="10537" y="12960"/>
                </a:lnTo>
                <a:lnTo>
                  <a:pt x="8507" y="15526"/>
                </a:lnTo>
                <a:lnTo>
                  <a:pt x="7252" y="17280"/>
                </a:lnTo>
                <a:lnTo>
                  <a:pt x="6262" y="19034"/>
                </a:lnTo>
                <a:lnTo>
                  <a:pt x="5006" y="21600"/>
                </a:lnTo>
                <a:lnTo>
                  <a:pt x="2439" y="16641"/>
                </a:lnTo>
                <a:lnTo>
                  <a:pt x="808" y="13133"/>
                </a:lnTo>
                <a:lnTo>
                  <a:pt x="22" y="10567"/>
                </a:lnTo>
                <a:lnTo>
                  <a:pt x="0" y="8441"/>
                </a:lnTo>
                <a:lnTo>
                  <a:pt x="653" y="6255"/>
                </a:lnTo>
                <a:lnTo>
                  <a:pt x="1897" y="3508"/>
                </a:lnTo>
                <a:lnTo>
                  <a:pt x="3441" y="1767"/>
                </a:lnTo>
                <a:lnTo>
                  <a:pt x="5006" y="0"/>
                </a:lnTo>
                <a:close/>
              </a:path>
            </a:pathLst>
          </a:custGeom>
          <a:solidFill>
            <a:srgbClr val="D8ED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3" name="contour_19161"/>
          <p:cNvSpPr/>
          <p:nvPr/>
        </p:nvSpPr>
        <p:spPr>
          <a:xfrm>
            <a:off x="10643554" y="1770982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4342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4" name="contour_19162"/>
          <p:cNvSpPr/>
          <p:nvPr/>
        </p:nvSpPr>
        <p:spPr>
          <a:xfrm>
            <a:off x="10752874" y="1763694"/>
            <a:ext cx="29152" cy="2980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776"/>
                </a:lnTo>
                <a:lnTo>
                  <a:pt x="7781" y="1553"/>
                </a:lnTo>
                <a:lnTo>
                  <a:pt x="9428" y="2630"/>
                </a:lnTo>
                <a:lnTo>
                  <a:pt x="11983" y="4294"/>
                </a:lnTo>
                <a:lnTo>
                  <a:pt x="15887" y="6839"/>
                </a:lnTo>
                <a:lnTo>
                  <a:pt x="21600" y="10562"/>
                </a:lnTo>
                <a:lnTo>
                  <a:pt x="20569" y="13699"/>
                </a:lnTo>
                <a:lnTo>
                  <a:pt x="19661" y="15844"/>
                </a:lnTo>
                <a:lnTo>
                  <a:pt x="18376" y="17988"/>
                </a:lnTo>
                <a:lnTo>
                  <a:pt x="16200" y="21125"/>
                </a:lnTo>
                <a:lnTo>
                  <a:pt x="12020" y="21442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442"/>
                </a:lnTo>
                <a:lnTo>
                  <a:pt x="0" y="21125"/>
                </a:lnTo>
                <a:lnTo>
                  <a:pt x="891" y="17639"/>
                </a:lnTo>
                <a:lnTo>
                  <a:pt x="1782" y="14148"/>
                </a:lnTo>
                <a:lnTo>
                  <a:pt x="2678" y="10642"/>
                </a:lnTo>
                <a:lnTo>
                  <a:pt x="3580" y="7119"/>
                </a:lnTo>
                <a:lnTo>
                  <a:pt x="4487" y="3575"/>
                </a:lnTo>
                <a:lnTo>
                  <a:pt x="5400" y="0"/>
                </a:lnTo>
                <a:close/>
              </a:path>
            </a:pathLst>
          </a:custGeom>
          <a:solidFill>
            <a:srgbClr val="C0C4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5" name="contour_19163"/>
          <p:cNvSpPr/>
          <p:nvPr/>
        </p:nvSpPr>
        <p:spPr>
          <a:xfrm>
            <a:off x="1781357" y="176369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302F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6" name="contour_19164"/>
          <p:cNvSpPr/>
          <p:nvPr/>
        </p:nvSpPr>
        <p:spPr>
          <a:xfrm>
            <a:off x="10570674" y="176369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26"/>
                </a:lnTo>
                <a:lnTo>
                  <a:pt x="6860" y="1058"/>
                </a:lnTo>
                <a:lnTo>
                  <a:pt x="8618" y="1793"/>
                </a:lnTo>
                <a:lnTo>
                  <a:pt x="11340" y="2923"/>
                </a:lnTo>
                <a:lnTo>
                  <a:pt x="15509" y="4658"/>
                </a:lnTo>
                <a:lnTo>
                  <a:pt x="21600" y="7200"/>
                </a:lnTo>
                <a:lnTo>
                  <a:pt x="18744" y="7200"/>
                </a:lnTo>
                <a:lnTo>
                  <a:pt x="15872" y="7200"/>
                </a:lnTo>
                <a:lnTo>
                  <a:pt x="12960" y="7200"/>
                </a:lnTo>
                <a:lnTo>
                  <a:pt x="12960" y="11959"/>
                </a:lnTo>
                <a:lnTo>
                  <a:pt x="12960" y="16747"/>
                </a:lnTo>
                <a:lnTo>
                  <a:pt x="12960" y="21600"/>
                </a:lnTo>
                <a:lnTo>
                  <a:pt x="10394" y="21600"/>
                </a:lnTo>
                <a:lnTo>
                  <a:pt x="7819" y="21600"/>
                </a:lnTo>
                <a:lnTo>
                  <a:pt x="5236" y="21600"/>
                </a:lnTo>
                <a:lnTo>
                  <a:pt x="2631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B8BA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7" name="contour_19165"/>
          <p:cNvSpPr/>
          <p:nvPr/>
        </p:nvSpPr>
        <p:spPr>
          <a:xfrm>
            <a:off x="6861087" y="176369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1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889" y="20444"/>
                </a:lnTo>
                <a:lnTo>
                  <a:pt x="16184" y="19273"/>
                </a:lnTo>
                <a:lnTo>
                  <a:pt x="13489" y="18079"/>
                </a:lnTo>
                <a:lnTo>
                  <a:pt x="10800" y="16875"/>
                </a:lnTo>
                <a:lnTo>
                  <a:pt x="9288" y="16216"/>
                </a:lnTo>
                <a:lnTo>
                  <a:pt x="4725" y="14218"/>
                </a:lnTo>
                <a:lnTo>
                  <a:pt x="355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73B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8" name="contour_19166"/>
          <p:cNvSpPr/>
          <p:nvPr/>
        </p:nvSpPr>
        <p:spPr>
          <a:xfrm>
            <a:off x="11088122" y="174911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351" y="2673"/>
                </a:lnTo>
                <a:lnTo>
                  <a:pt x="19423" y="5362"/>
                </a:lnTo>
                <a:lnTo>
                  <a:pt x="20507" y="8062"/>
                </a:lnTo>
                <a:lnTo>
                  <a:pt x="21600" y="10800"/>
                </a:lnTo>
                <a:lnTo>
                  <a:pt x="20529" y="13473"/>
                </a:lnTo>
                <a:lnTo>
                  <a:pt x="19457" y="16162"/>
                </a:lnTo>
                <a:lnTo>
                  <a:pt x="18373" y="18862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2445" y="9272"/>
                </a:lnTo>
                <a:lnTo>
                  <a:pt x="4890" y="7744"/>
                </a:lnTo>
                <a:lnTo>
                  <a:pt x="7344" y="6210"/>
                </a:lnTo>
                <a:lnTo>
                  <a:pt x="9806" y="4671"/>
                </a:lnTo>
                <a:lnTo>
                  <a:pt x="12282" y="3121"/>
                </a:lnTo>
                <a:lnTo>
                  <a:pt x="14770" y="1566"/>
                </a:lnTo>
                <a:lnTo>
                  <a:pt x="17280" y="0"/>
                </a:lnTo>
                <a:close/>
              </a:path>
            </a:pathLst>
          </a:custGeom>
          <a:solidFill>
            <a:srgbClr val="EAED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69" name="contour_19167"/>
          <p:cNvSpPr/>
          <p:nvPr/>
        </p:nvSpPr>
        <p:spPr>
          <a:xfrm>
            <a:off x="10738298" y="174183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930" y="2674"/>
                </a:lnTo>
                <a:lnTo>
                  <a:pt x="20261" y="5348"/>
                </a:lnTo>
                <a:lnTo>
                  <a:pt x="19591" y="8031"/>
                </a:lnTo>
                <a:lnTo>
                  <a:pt x="18922" y="10718"/>
                </a:lnTo>
                <a:lnTo>
                  <a:pt x="18247" y="13418"/>
                </a:lnTo>
                <a:lnTo>
                  <a:pt x="17566" y="16131"/>
                </a:lnTo>
                <a:lnTo>
                  <a:pt x="16886" y="18857"/>
                </a:lnTo>
                <a:lnTo>
                  <a:pt x="16200" y="21600"/>
                </a:lnTo>
                <a:lnTo>
                  <a:pt x="14861" y="19462"/>
                </a:lnTo>
                <a:lnTo>
                  <a:pt x="13522" y="17310"/>
                </a:lnTo>
                <a:lnTo>
                  <a:pt x="12166" y="15150"/>
                </a:lnTo>
                <a:lnTo>
                  <a:pt x="10800" y="12960"/>
                </a:lnTo>
                <a:lnTo>
                  <a:pt x="7403" y="11375"/>
                </a:lnTo>
                <a:lnTo>
                  <a:pt x="5152" y="10394"/>
                </a:lnTo>
                <a:lnTo>
                  <a:pt x="3019" y="9621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6766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0" name="contour_19168"/>
          <p:cNvSpPr/>
          <p:nvPr/>
        </p:nvSpPr>
        <p:spPr>
          <a:xfrm>
            <a:off x="2182196" y="172725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711" y="2673"/>
                </a:lnTo>
                <a:lnTo>
                  <a:pt x="10783" y="5362"/>
                </a:lnTo>
                <a:lnTo>
                  <a:pt x="11867" y="8062"/>
                </a:lnTo>
                <a:lnTo>
                  <a:pt x="12960" y="10800"/>
                </a:lnTo>
                <a:lnTo>
                  <a:pt x="15098" y="12139"/>
                </a:lnTo>
                <a:lnTo>
                  <a:pt x="17250" y="13478"/>
                </a:lnTo>
                <a:lnTo>
                  <a:pt x="19410" y="14834"/>
                </a:lnTo>
                <a:lnTo>
                  <a:pt x="21600" y="16200"/>
                </a:lnTo>
                <a:lnTo>
                  <a:pt x="18926" y="16870"/>
                </a:lnTo>
                <a:lnTo>
                  <a:pt x="16252" y="17539"/>
                </a:lnTo>
                <a:lnTo>
                  <a:pt x="13569" y="18209"/>
                </a:lnTo>
                <a:lnTo>
                  <a:pt x="10882" y="18878"/>
                </a:lnTo>
                <a:lnTo>
                  <a:pt x="8182" y="19553"/>
                </a:lnTo>
                <a:lnTo>
                  <a:pt x="5469" y="20234"/>
                </a:lnTo>
                <a:lnTo>
                  <a:pt x="2743" y="20914"/>
                </a:lnTo>
                <a:lnTo>
                  <a:pt x="0" y="21600"/>
                </a:lnTo>
                <a:lnTo>
                  <a:pt x="1223" y="18544"/>
                </a:lnTo>
                <a:lnTo>
                  <a:pt x="2445" y="15487"/>
                </a:lnTo>
                <a:lnTo>
                  <a:pt x="3672" y="12420"/>
                </a:lnTo>
                <a:lnTo>
                  <a:pt x="4903" y="9342"/>
                </a:lnTo>
                <a:lnTo>
                  <a:pt x="6143" y="6248"/>
                </a:lnTo>
                <a:lnTo>
                  <a:pt x="7387" y="3137"/>
                </a:lnTo>
                <a:lnTo>
                  <a:pt x="8640" y="0"/>
                </a:lnTo>
                <a:close/>
              </a:path>
            </a:pathLst>
          </a:custGeom>
          <a:solidFill>
            <a:srgbClr val="1F1E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1" name="contour_19169"/>
          <p:cNvSpPr/>
          <p:nvPr/>
        </p:nvSpPr>
        <p:spPr>
          <a:xfrm>
            <a:off x="1176453" y="170539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19930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6A69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2" name="contour_19170"/>
          <p:cNvSpPr/>
          <p:nvPr/>
        </p:nvSpPr>
        <p:spPr>
          <a:xfrm>
            <a:off x="10672706" y="169081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65" y="893"/>
                </a:lnTo>
                <a:lnTo>
                  <a:pt x="5551" y="1793"/>
                </a:lnTo>
                <a:lnTo>
                  <a:pt x="8372" y="2700"/>
                </a:lnTo>
                <a:lnTo>
                  <a:pt x="9539" y="3082"/>
                </a:lnTo>
                <a:lnTo>
                  <a:pt x="13077" y="4219"/>
                </a:lnTo>
                <a:lnTo>
                  <a:pt x="15548" y="6062"/>
                </a:lnTo>
                <a:lnTo>
                  <a:pt x="17094" y="7762"/>
                </a:lnTo>
                <a:lnTo>
                  <a:pt x="18360" y="10310"/>
                </a:lnTo>
                <a:lnTo>
                  <a:pt x="19997" y="14681"/>
                </a:lnTo>
                <a:lnTo>
                  <a:pt x="20792" y="18115"/>
                </a:lnTo>
                <a:lnTo>
                  <a:pt x="21600" y="21600"/>
                </a:lnTo>
                <a:lnTo>
                  <a:pt x="18896" y="20974"/>
                </a:lnTo>
                <a:lnTo>
                  <a:pt x="16196" y="20304"/>
                </a:lnTo>
                <a:lnTo>
                  <a:pt x="13496" y="19613"/>
                </a:lnTo>
                <a:lnTo>
                  <a:pt x="10800" y="18900"/>
                </a:lnTo>
                <a:lnTo>
                  <a:pt x="9288" y="18518"/>
                </a:lnTo>
                <a:lnTo>
                  <a:pt x="4726" y="17381"/>
                </a:lnTo>
                <a:lnTo>
                  <a:pt x="2380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A49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3" name="contour_19171"/>
          <p:cNvSpPr/>
          <p:nvPr/>
        </p:nvSpPr>
        <p:spPr>
          <a:xfrm>
            <a:off x="1978132" y="169810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905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695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BAD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4" name="contour_19172"/>
          <p:cNvSpPr/>
          <p:nvPr/>
        </p:nvSpPr>
        <p:spPr>
          <a:xfrm>
            <a:off x="4426898" y="1676238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2820" y="2703"/>
                </a:lnTo>
                <a:lnTo>
                  <a:pt x="14121" y="4682"/>
                </a:lnTo>
                <a:lnTo>
                  <a:pt x="15287" y="6904"/>
                </a:lnTo>
                <a:lnTo>
                  <a:pt x="16875" y="10335"/>
                </a:lnTo>
                <a:lnTo>
                  <a:pt x="18236" y="13218"/>
                </a:lnTo>
                <a:lnTo>
                  <a:pt x="19618" y="16148"/>
                </a:lnTo>
                <a:lnTo>
                  <a:pt x="20601" y="18391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926" y="17332"/>
                </a:lnTo>
                <a:lnTo>
                  <a:pt x="2759" y="13968"/>
                </a:lnTo>
                <a:lnTo>
                  <a:pt x="1836" y="10562"/>
                </a:lnTo>
                <a:lnTo>
                  <a:pt x="1107" y="7105"/>
                </a:lnTo>
                <a:lnTo>
                  <a:pt x="513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ABE0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5" name="contour_19173"/>
          <p:cNvSpPr/>
          <p:nvPr/>
        </p:nvSpPr>
        <p:spPr>
          <a:xfrm>
            <a:off x="10359323" y="1660948"/>
            <a:ext cx="36440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523" y="0"/>
                </a:moveTo>
                <a:lnTo>
                  <a:pt x="11137" y="139"/>
                </a:lnTo>
                <a:lnTo>
                  <a:pt x="13751" y="279"/>
                </a:lnTo>
                <a:lnTo>
                  <a:pt x="16368" y="411"/>
                </a:lnTo>
                <a:lnTo>
                  <a:pt x="18982" y="551"/>
                </a:lnTo>
                <a:lnTo>
                  <a:pt x="21600" y="683"/>
                </a:lnTo>
                <a:lnTo>
                  <a:pt x="21600" y="5292"/>
                </a:lnTo>
                <a:lnTo>
                  <a:pt x="21600" y="9928"/>
                </a:lnTo>
                <a:lnTo>
                  <a:pt x="21600" y="14628"/>
                </a:lnTo>
                <a:lnTo>
                  <a:pt x="18645" y="17194"/>
                </a:lnTo>
                <a:lnTo>
                  <a:pt x="16494" y="18839"/>
                </a:lnTo>
                <a:lnTo>
                  <a:pt x="14524" y="19899"/>
                </a:lnTo>
                <a:lnTo>
                  <a:pt x="12113" y="20708"/>
                </a:lnTo>
                <a:lnTo>
                  <a:pt x="8640" y="21600"/>
                </a:lnTo>
                <a:lnTo>
                  <a:pt x="5620" y="17703"/>
                </a:lnTo>
                <a:lnTo>
                  <a:pt x="3711" y="14955"/>
                </a:lnTo>
                <a:lnTo>
                  <a:pt x="2108" y="12041"/>
                </a:lnTo>
                <a:lnTo>
                  <a:pt x="0" y="7656"/>
                </a:lnTo>
                <a:lnTo>
                  <a:pt x="2562" y="3619"/>
                </a:lnTo>
                <a:lnTo>
                  <a:pt x="4303" y="1471"/>
                </a:lnTo>
                <a:lnTo>
                  <a:pt x="6026" y="509"/>
                </a:lnTo>
                <a:lnTo>
                  <a:pt x="8523" y="0"/>
                </a:lnTo>
                <a:close/>
              </a:path>
            </a:pathLst>
          </a:custGeom>
          <a:solidFill>
            <a:srgbClr val="F5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6" name="contour_19174"/>
          <p:cNvSpPr/>
          <p:nvPr/>
        </p:nvSpPr>
        <p:spPr>
          <a:xfrm>
            <a:off x="4871465" y="1662165"/>
            <a:ext cx="43728" cy="21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997"/>
                </a:moveTo>
                <a:lnTo>
                  <a:pt x="12938" y="4179"/>
                </a:lnTo>
                <a:lnTo>
                  <a:pt x="14850" y="6404"/>
                </a:lnTo>
                <a:lnTo>
                  <a:pt x="16762" y="8556"/>
                </a:lnTo>
                <a:lnTo>
                  <a:pt x="18702" y="10752"/>
                </a:lnTo>
                <a:lnTo>
                  <a:pt x="20142" y="12477"/>
                </a:lnTo>
                <a:lnTo>
                  <a:pt x="21600" y="14231"/>
                </a:lnTo>
                <a:lnTo>
                  <a:pt x="17572" y="16972"/>
                </a:lnTo>
                <a:lnTo>
                  <a:pt x="14724" y="18829"/>
                </a:lnTo>
                <a:lnTo>
                  <a:pt x="12665" y="20023"/>
                </a:lnTo>
                <a:lnTo>
                  <a:pt x="10991" y="20738"/>
                </a:lnTo>
                <a:lnTo>
                  <a:pt x="9302" y="21202"/>
                </a:lnTo>
                <a:lnTo>
                  <a:pt x="7200" y="21600"/>
                </a:lnTo>
                <a:lnTo>
                  <a:pt x="4558" y="17488"/>
                </a:lnTo>
                <a:lnTo>
                  <a:pt x="2927" y="14577"/>
                </a:lnTo>
                <a:lnTo>
                  <a:pt x="1631" y="11496"/>
                </a:lnTo>
                <a:lnTo>
                  <a:pt x="0" y="6861"/>
                </a:lnTo>
                <a:lnTo>
                  <a:pt x="3028" y="2948"/>
                </a:lnTo>
                <a:lnTo>
                  <a:pt x="5116" y="737"/>
                </a:lnTo>
                <a:lnTo>
                  <a:pt x="6793" y="0"/>
                </a:lnTo>
                <a:lnTo>
                  <a:pt x="8597" y="494"/>
                </a:lnTo>
                <a:lnTo>
                  <a:pt x="11052" y="1997"/>
                </a:lnTo>
                <a:close/>
              </a:path>
            </a:pathLst>
          </a:custGeom>
          <a:solidFill>
            <a:srgbClr val="A1E0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7" name="contour_19175"/>
          <p:cNvSpPr/>
          <p:nvPr/>
        </p:nvSpPr>
        <p:spPr>
          <a:xfrm>
            <a:off x="1890677" y="1654374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938" y="1069"/>
                </a:lnTo>
                <a:lnTo>
                  <a:pt x="15084" y="2144"/>
                </a:lnTo>
                <a:lnTo>
                  <a:pt x="17237" y="3218"/>
                </a:lnTo>
                <a:lnTo>
                  <a:pt x="19408" y="4304"/>
                </a:lnTo>
                <a:lnTo>
                  <a:pt x="21600" y="5400"/>
                </a:lnTo>
                <a:lnTo>
                  <a:pt x="20002" y="8510"/>
                </a:lnTo>
                <a:lnTo>
                  <a:pt x="18385" y="11480"/>
                </a:lnTo>
                <a:lnTo>
                  <a:pt x="16700" y="14299"/>
                </a:lnTo>
                <a:lnTo>
                  <a:pt x="14908" y="16940"/>
                </a:lnTo>
                <a:lnTo>
                  <a:pt x="12956" y="19381"/>
                </a:lnTo>
                <a:lnTo>
                  <a:pt x="10800" y="21600"/>
                </a:lnTo>
                <a:lnTo>
                  <a:pt x="8219" y="19721"/>
                </a:lnTo>
                <a:lnTo>
                  <a:pt x="6350" y="18279"/>
                </a:lnTo>
                <a:lnTo>
                  <a:pt x="4892" y="16961"/>
                </a:lnTo>
                <a:lnTo>
                  <a:pt x="3550" y="15476"/>
                </a:lnTo>
                <a:lnTo>
                  <a:pt x="2020" y="13522"/>
                </a:lnTo>
                <a:lnTo>
                  <a:pt x="0" y="10800"/>
                </a:lnTo>
                <a:lnTo>
                  <a:pt x="2138" y="10800"/>
                </a:lnTo>
                <a:lnTo>
                  <a:pt x="4284" y="10800"/>
                </a:lnTo>
                <a:lnTo>
                  <a:pt x="6437" y="10800"/>
                </a:lnTo>
                <a:lnTo>
                  <a:pt x="8608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6161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8" name="contour_19176"/>
          <p:cNvSpPr/>
          <p:nvPr/>
        </p:nvSpPr>
        <p:spPr>
          <a:xfrm>
            <a:off x="1672037" y="1654994"/>
            <a:ext cx="36440" cy="285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820" y="1948"/>
                </a:moveTo>
                <a:lnTo>
                  <a:pt x="19695" y="3487"/>
                </a:lnTo>
                <a:lnTo>
                  <a:pt x="21600" y="5048"/>
                </a:lnTo>
                <a:lnTo>
                  <a:pt x="19639" y="7823"/>
                </a:lnTo>
                <a:lnTo>
                  <a:pt x="17656" y="10582"/>
                </a:lnTo>
                <a:lnTo>
                  <a:pt x="15660" y="13324"/>
                </a:lnTo>
                <a:lnTo>
                  <a:pt x="14826" y="14483"/>
                </a:lnTo>
                <a:lnTo>
                  <a:pt x="12321" y="17981"/>
                </a:lnTo>
                <a:lnTo>
                  <a:pt x="10454" y="19746"/>
                </a:lnTo>
                <a:lnTo>
                  <a:pt x="8882" y="20817"/>
                </a:lnTo>
                <a:lnTo>
                  <a:pt x="7011" y="21368"/>
                </a:lnTo>
                <a:lnTo>
                  <a:pt x="4247" y="21567"/>
                </a:lnTo>
                <a:lnTo>
                  <a:pt x="0" y="21600"/>
                </a:lnTo>
                <a:lnTo>
                  <a:pt x="1344" y="15112"/>
                </a:lnTo>
                <a:lnTo>
                  <a:pt x="2398" y="10604"/>
                </a:lnTo>
                <a:lnTo>
                  <a:pt x="3396" y="7509"/>
                </a:lnTo>
                <a:lnTo>
                  <a:pt x="4566" y="5241"/>
                </a:lnTo>
                <a:lnTo>
                  <a:pt x="6147" y="3233"/>
                </a:lnTo>
                <a:lnTo>
                  <a:pt x="8368" y="910"/>
                </a:lnTo>
                <a:lnTo>
                  <a:pt x="11098" y="149"/>
                </a:lnTo>
                <a:lnTo>
                  <a:pt x="12995" y="0"/>
                </a:lnTo>
                <a:lnTo>
                  <a:pt x="14939" y="568"/>
                </a:lnTo>
                <a:lnTo>
                  <a:pt x="17820" y="1948"/>
                </a:lnTo>
                <a:close/>
              </a:path>
            </a:pathLst>
          </a:custGeom>
          <a:solidFill>
            <a:srgbClr val="AEB1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79" name="contour_19177"/>
          <p:cNvSpPr/>
          <p:nvPr/>
        </p:nvSpPr>
        <p:spPr>
          <a:xfrm>
            <a:off x="5410776" y="1625222"/>
            <a:ext cx="21864" cy="510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71" y="0"/>
                </a:lnTo>
                <a:lnTo>
                  <a:pt x="14400" y="0"/>
                </a:lnTo>
                <a:lnTo>
                  <a:pt x="15192" y="2037"/>
                </a:lnTo>
                <a:lnTo>
                  <a:pt x="15984" y="4076"/>
                </a:lnTo>
                <a:lnTo>
                  <a:pt x="16776" y="6116"/>
                </a:lnTo>
                <a:lnTo>
                  <a:pt x="17575" y="8162"/>
                </a:lnTo>
                <a:lnTo>
                  <a:pt x="18374" y="10214"/>
                </a:lnTo>
                <a:lnTo>
                  <a:pt x="19174" y="12275"/>
                </a:lnTo>
                <a:lnTo>
                  <a:pt x="19980" y="14342"/>
                </a:lnTo>
                <a:lnTo>
                  <a:pt x="20786" y="16422"/>
                </a:lnTo>
                <a:lnTo>
                  <a:pt x="21600" y="18514"/>
                </a:lnTo>
                <a:lnTo>
                  <a:pt x="17323" y="19125"/>
                </a:lnTo>
                <a:lnTo>
                  <a:pt x="13032" y="19739"/>
                </a:lnTo>
                <a:lnTo>
                  <a:pt x="8726" y="20353"/>
                </a:lnTo>
                <a:lnTo>
                  <a:pt x="4385" y="20974"/>
                </a:lnTo>
                <a:lnTo>
                  <a:pt x="0" y="21600"/>
                </a:lnTo>
                <a:lnTo>
                  <a:pt x="713" y="19462"/>
                </a:lnTo>
                <a:lnTo>
                  <a:pt x="1426" y="17320"/>
                </a:lnTo>
                <a:lnTo>
                  <a:pt x="2138" y="15179"/>
                </a:lnTo>
                <a:lnTo>
                  <a:pt x="2858" y="13034"/>
                </a:lnTo>
                <a:lnTo>
                  <a:pt x="3571" y="10880"/>
                </a:lnTo>
                <a:lnTo>
                  <a:pt x="4291" y="8723"/>
                </a:lnTo>
                <a:lnTo>
                  <a:pt x="5011" y="6557"/>
                </a:lnTo>
                <a:lnTo>
                  <a:pt x="5738" y="4382"/>
                </a:lnTo>
                <a:lnTo>
                  <a:pt x="6466" y="2197"/>
                </a:lnTo>
                <a:lnTo>
                  <a:pt x="7200" y="0"/>
                </a:lnTo>
                <a:close/>
              </a:path>
            </a:pathLst>
          </a:custGeom>
          <a:solidFill>
            <a:srgbClr val="C9CF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0" name="contour_19178"/>
          <p:cNvSpPr/>
          <p:nvPr/>
        </p:nvSpPr>
        <p:spPr>
          <a:xfrm>
            <a:off x="965102" y="1661662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B5B5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1" name="contour_19179"/>
          <p:cNvSpPr/>
          <p:nvPr/>
        </p:nvSpPr>
        <p:spPr>
          <a:xfrm>
            <a:off x="8376989" y="164708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993" y="2824"/>
                </a:lnTo>
                <a:lnTo>
                  <a:pt x="19148" y="4892"/>
                </a:lnTo>
                <a:lnTo>
                  <a:pt x="20185" y="7214"/>
                </a:lnTo>
                <a:lnTo>
                  <a:pt x="21600" y="10800"/>
                </a:lnTo>
                <a:lnTo>
                  <a:pt x="20185" y="14386"/>
                </a:lnTo>
                <a:lnTo>
                  <a:pt x="19148" y="16708"/>
                </a:lnTo>
                <a:lnTo>
                  <a:pt x="17993" y="18776"/>
                </a:lnTo>
                <a:lnTo>
                  <a:pt x="16200" y="21600"/>
                </a:lnTo>
                <a:lnTo>
                  <a:pt x="12182" y="20585"/>
                </a:lnTo>
                <a:lnTo>
                  <a:pt x="9331" y="19796"/>
                </a:lnTo>
                <a:lnTo>
                  <a:pt x="6869" y="18976"/>
                </a:lnTo>
                <a:lnTo>
                  <a:pt x="4018" y="17863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4018" y="3737"/>
                </a:lnTo>
                <a:lnTo>
                  <a:pt x="6869" y="2624"/>
                </a:lnTo>
                <a:lnTo>
                  <a:pt x="9331" y="1804"/>
                </a:lnTo>
                <a:lnTo>
                  <a:pt x="12182" y="1015"/>
                </a:lnTo>
                <a:lnTo>
                  <a:pt x="16200" y="0"/>
                </a:lnTo>
                <a:close/>
              </a:path>
            </a:pathLst>
          </a:custGeom>
          <a:solidFill>
            <a:srgbClr val="6B6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2" name="contour_19180"/>
          <p:cNvSpPr/>
          <p:nvPr/>
        </p:nvSpPr>
        <p:spPr>
          <a:xfrm>
            <a:off x="2233212" y="164708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183" y="3056"/>
                </a:lnTo>
                <a:lnTo>
                  <a:pt x="15405" y="6113"/>
                </a:lnTo>
                <a:lnTo>
                  <a:pt x="16632" y="9180"/>
                </a:lnTo>
                <a:lnTo>
                  <a:pt x="17863" y="12258"/>
                </a:lnTo>
                <a:lnTo>
                  <a:pt x="19103" y="15352"/>
                </a:lnTo>
                <a:lnTo>
                  <a:pt x="20347" y="18463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2138" y="13527"/>
                </a:lnTo>
                <a:lnTo>
                  <a:pt x="4281" y="10849"/>
                </a:lnTo>
                <a:lnTo>
                  <a:pt x="6432" y="8159"/>
                </a:lnTo>
                <a:lnTo>
                  <a:pt x="8592" y="5459"/>
                </a:lnTo>
                <a:lnTo>
                  <a:pt x="10765" y="2743"/>
                </a:lnTo>
                <a:lnTo>
                  <a:pt x="12960" y="0"/>
                </a:lnTo>
                <a:close/>
              </a:path>
            </a:pathLst>
          </a:custGeom>
          <a:solidFill>
            <a:srgbClr val="E0D1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3" name="contour_19181"/>
          <p:cNvSpPr/>
          <p:nvPr/>
        </p:nvSpPr>
        <p:spPr>
          <a:xfrm>
            <a:off x="4507065" y="1617934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3" y="2558"/>
                </a:lnTo>
                <a:lnTo>
                  <a:pt x="5351" y="5121"/>
                </a:lnTo>
                <a:lnTo>
                  <a:pt x="8030" y="7684"/>
                </a:lnTo>
                <a:lnTo>
                  <a:pt x="10719" y="10257"/>
                </a:lnTo>
                <a:lnTo>
                  <a:pt x="13419" y="12841"/>
                </a:lnTo>
                <a:lnTo>
                  <a:pt x="16130" y="15435"/>
                </a:lnTo>
                <a:lnTo>
                  <a:pt x="18857" y="18045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904" y="17280"/>
                </a:lnTo>
                <a:lnTo>
                  <a:pt x="2765" y="13947"/>
                </a:lnTo>
                <a:lnTo>
                  <a:pt x="1890" y="10614"/>
                </a:lnTo>
                <a:lnTo>
                  <a:pt x="1199" y="7219"/>
                </a:lnTo>
                <a:lnTo>
                  <a:pt x="594" y="3705"/>
                </a:lnTo>
                <a:lnTo>
                  <a:pt x="0" y="0"/>
                </a:lnTo>
                <a:close/>
              </a:path>
            </a:pathLst>
          </a:custGeom>
          <a:solidFill>
            <a:srgbClr val="9DDB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4" name="contour_19182"/>
          <p:cNvSpPr/>
          <p:nvPr/>
        </p:nvSpPr>
        <p:spPr>
          <a:xfrm>
            <a:off x="3894874" y="163251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598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5" name="contour_19183"/>
          <p:cNvSpPr/>
          <p:nvPr/>
        </p:nvSpPr>
        <p:spPr>
          <a:xfrm>
            <a:off x="1912540" y="163251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429" y="20412"/>
                </a:lnTo>
                <a:lnTo>
                  <a:pt x="11573" y="19224"/>
                </a:lnTo>
                <a:lnTo>
                  <a:pt x="8705" y="18029"/>
                </a:lnTo>
                <a:lnTo>
                  <a:pt x="5823" y="16826"/>
                </a:lnTo>
                <a:lnTo>
                  <a:pt x="2925" y="15617"/>
                </a:lnTo>
                <a:lnTo>
                  <a:pt x="0" y="14400"/>
                </a:lnTo>
                <a:lnTo>
                  <a:pt x="3940" y="9648"/>
                </a:lnTo>
                <a:lnTo>
                  <a:pt x="7020" y="6077"/>
                </a:lnTo>
                <a:lnTo>
                  <a:pt x="9491" y="3514"/>
                </a:lnTo>
                <a:lnTo>
                  <a:pt x="11612" y="1800"/>
                </a:lnTo>
                <a:lnTo>
                  <a:pt x="13625" y="756"/>
                </a:lnTo>
                <a:lnTo>
                  <a:pt x="15794" y="223"/>
                </a:lnTo>
                <a:lnTo>
                  <a:pt x="18369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8384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6" name="contour_19184"/>
          <p:cNvSpPr/>
          <p:nvPr/>
        </p:nvSpPr>
        <p:spPr>
          <a:xfrm>
            <a:off x="950526" y="163251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8101" y="6610"/>
                </a:lnTo>
                <a:lnTo>
                  <a:pt x="15621" y="11218"/>
                </a:lnTo>
                <a:lnTo>
                  <a:pt x="13789" y="14422"/>
                </a:lnTo>
                <a:lnTo>
                  <a:pt x="12260" y="16819"/>
                </a:lnTo>
                <a:lnTo>
                  <a:pt x="10662" y="19015"/>
                </a:lnTo>
                <a:lnTo>
                  <a:pt x="8640" y="21600"/>
                </a:lnTo>
                <a:lnTo>
                  <a:pt x="5616" y="20729"/>
                </a:lnTo>
                <a:lnTo>
                  <a:pt x="3711" y="19685"/>
                </a:lnTo>
                <a:lnTo>
                  <a:pt x="2108" y="177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B9C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7" name="contour_19185"/>
          <p:cNvSpPr/>
          <p:nvPr/>
        </p:nvSpPr>
        <p:spPr>
          <a:xfrm>
            <a:off x="4907905" y="162522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1F4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8" name="contour_19186"/>
          <p:cNvSpPr/>
          <p:nvPr/>
        </p:nvSpPr>
        <p:spPr>
          <a:xfrm>
            <a:off x="1220181" y="1603358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093" y="0"/>
                </a:lnTo>
                <a:lnTo>
                  <a:pt x="8199" y="0"/>
                </a:lnTo>
                <a:lnTo>
                  <a:pt x="12319" y="0"/>
                </a:lnTo>
                <a:lnTo>
                  <a:pt x="16474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5544" y="18025"/>
                </a:lnTo>
                <a:lnTo>
                  <a:pt x="11906" y="19219"/>
                </a:lnTo>
                <a:lnTo>
                  <a:pt x="8764" y="20039"/>
                </a:lnTo>
                <a:lnTo>
                  <a:pt x="5126" y="2074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D8D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89" name="contour_19187"/>
          <p:cNvSpPr/>
          <p:nvPr/>
        </p:nvSpPr>
        <p:spPr>
          <a:xfrm>
            <a:off x="1284789" y="1588782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05" y="0"/>
                </a:moveTo>
                <a:lnTo>
                  <a:pt x="2032" y="686"/>
                </a:lnTo>
                <a:lnTo>
                  <a:pt x="3301" y="1345"/>
                </a:lnTo>
                <a:lnTo>
                  <a:pt x="4884" y="2160"/>
                </a:lnTo>
                <a:lnTo>
                  <a:pt x="7136" y="3326"/>
                </a:lnTo>
                <a:lnTo>
                  <a:pt x="10432" y="5027"/>
                </a:lnTo>
                <a:lnTo>
                  <a:pt x="15128" y="7457"/>
                </a:lnTo>
                <a:lnTo>
                  <a:pt x="21600" y="10800"/>
                </a:lnTo>
                <a:lnTo>
                  <a:pt x="20305" y="13473"/>
                </a:lnTo>
                <a:lnTo>
                  <a:pt x="19009" y="16162"/>
                </a:lnTo>
                <a:lnTo>
                  <a:pt x="17698" y="18862"/>
                </a:lnTo>
                <a:lnTo>
                  <a:pt x="16376" y="21600"/>
                </a:lnTo>
                <a:lnTo>
                  <a:pt x="12490" y="20747"/>
                </a:lnTo>
                <a:lnTo>
                  <a:pt x="9732" y="20039"/>
                </a:lnTo>
                <a:lnTo>
                  <a:pt x="7350" y="19219"/>
                </a:lnTo>
                <a:lnTo>
                  <a:pt x="4592" y="18025"/>
                </a:lnTo>
                <a:lnTo>
                  <a:pt x="705" y="16200"/>
                </a:lnTo>
                <a:lnTo>
                  <a:pt x="235" y="12020"/>
                </a:lnTo>
                <a:lnTo>
                  <a:pt x="0" y="9088"/>
                </a:lnTo>
                <a:lnTo>
                  <a:pt x="0" y="6626"/>
                </a:lnTo>
                <a:lnTo>
                  <a:pt x="235" y="3856"/>
                </a:lnTo>
                <a:lnTo>
                  <a:pt x="705" y="0"/>
                </a:lnTo>
                <a:close/>
              </a:path>
            </a:pathLst>
          </a:custGeom>
          <a:solidFill>
            <a:srgbClr val="3938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0" name="contour_19188"/>
          <p:cNvSpPr/>
          <p:nvPr/>
        </p:nvSpPr>
        <p:spPr>
          <a:xfrm>
            <a:off x="855782" y="15960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1" name="contour_19189"/>
          <p:cNvSpPr/>
          <p:nvPr/>
        </p:nvSpPr>
        <p:spPr>
          <a:xfrm>
            <a:off x="1526277" y="1588782"/>
            <a:ext cx="51016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989" y="4277"/>
                </a:lnTo>
                <a:lnTo>
                  <a:pt x="20375" y="8568"/>
                </a:lnTo>
                <a:lnTo>
                  <a:pt x="19761" y="12874"/>
                </a:lnTo>
                <a:lnTo>
                  <a:pt x="19141" y="17215"/>
                </a:lnTo>
                <a:lnTo>
                  <a:pt x="18514" y="21600"/>
                </a:lnTo>
                <a:lnTo>
                  <a:pt x="17582" y="21240"/>
                </a:lnTo>
                <a:lnTo>
                  <a:pt x="16728" y="20902"/>
                </a:lnTo>
                <a:lnTo>
                  <a:pt x="15793" y="20542"/>
                </a:lnTo>
                <a:lnTo>
                  <a:pt x="14626" y="20088"/>
                </a:lnTo>
                <a:lnTo>
                  <a:pt x="13077" y="19483"/>
                </a:lnTo>
                <a:lnTo>
                  <a:pt x="10991" y="18677"/>
                </a:lnTo>
                <a:lnTo>
                  <a:pt x="8220" y="17597"/>
                </a:lnTo>
                <a:lnTo>
                  <a:pt x="4607" y="16193"/>
                </a:lnTo>
                <a:lnTo>
                  <a:pt x="0" y="14400"/>
                </a:lnTo>
                <a:lnTo>
                  <a:pt x="0" y="10829"/>
                </a:lnTo>
                <a:lnTo>
                  <a:pt x="0" y="7200"/>
                </a:lnTo>
                <a:lnTo>
                  <a:pt x="1892" y="5854"/>
                </a:lnTo>
                <a:lnTo>
                  <a:pt x="3283" y="4990"/>
                </a:lnTo>
                <a:lnTo>
                  <a:pt x="4866" y="4212"/>
                </a:lnTo>
                <a:lnTo>
                  <a:pt x="7329" y="3154"/>
                </a:lnTo>
                <a:lnTo>
                  <a:pt x="9374" y="2246"/>
                </a:lnTo>
                <a:lnTo>
                  <a:pt x="11451" y="1325"/>
                </a:lnTo>
                <a:lnTo>
                  <a:pt x="13441" y="677"/>
                </a:lnTo>
                <a:lnTo>
                  <a:pt x="14966" y="288"/>
                </a:lnTo>
                <a:lnTo>
                  <a:pt x="16509" y="86"/>
                </a:lnTo>
                <a:lnTo>
                  <a:pt x="18557" y="7"/>
                </a:lnTo>
                <a:lnTo>
                  <a:pt x="21600" y="0"/>
                </a:lnTo>
                <a:close/>
              </a:path>
            </a:pathLst>
          </a:custGeom>
          <a:solidFill>
            <a:srgbClr val="7272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2" name="contour_19190"/>
          <p:cNvSpPr/>
          <p:nvPr/>
        </p:nvSpPr>
        <p:spPr>
          <a:xfrm>
            <a:off x="7648190" y="153776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404" y="2843"/>
                </a:lnTo>
                <a:lnTo>
                  <a:pt x="18533" y="5676"/>
                </a:lnTo>
                <a:lnTo>
                  <a:pt x="19553" y="8519"/>
                </a:lnTo>
                <a:lnTo>
                  <a:pt x="20434" y="11388"/>
                </a:lnTo>
                <a:lnTo>
                  <a:pt x="21125" y="14304"/>
                </a:lnTo>
                <a:lnTo>
                  <a:pt x="21600" y="17280"/>
                </a:lnTo>
                <a:lnTo>
                  <a:pt x="18581" y="19172"/>
                </a:lnTo>
                <a:lnTo>
                  <a:pt x="16448" y="20252"/>
                </a:lnTo>
                <a:lnTo>
                  <a:pt x="14197" y="20926"/>
                </a:lnTo>
                <a:lnTo>
                  <a:pt x="10800" y="21600"/>
                </a:lnTo>
                <a:lnTo>
                  <a:pt x="10800" y="18744"/>
                </a:lnTo>
                <a:lnTo>
                  <a:pt x="10800" y="15872"/>
                </a:lnTo>
                <a:lnTo>
                  <a:pt x="10800" y="12960"/>
                </a:lnTo>
                <a:lnTo>
                  <a:pt x="7592" y="11375"/>
                </a:lnTo>
                <a:lnTo>
                  <a:pt x="5400" y="10394"/>
                </a:lnTo>
                <a:lnTo>
                  <a:pt x="3208" y="9621"/>
                </a:lnTo>
                <a:lnTo>
                  <a:pt x="0" y="8640"/>
                </a:lnTo>
                <a:lnTo>
                  <a:pt x="2673" y="7214"/>
                </a:lnTo>
                <a:lnTo>
                  <a:pt x="5351" y="5784"/>
                </a:lnTo>
                <a:lnTo>
                  <a:pt x="8041" y="4350"/>
                </a:lnTo>
                <a:lnTo>
                  <a:pt x="10741" y="2912"/>
                </a:lnTo>
                <a:lnTo>
                  <a:pt x="13457" y="1460"/>
                </a:lnTo>
                <a:lnTo>
                  <a:pt x="16200" y="0"/>
                </a:lnTo>
                <a:close/>
              </a:path>
            </a:pathLst>
          </a:custGeom>
          <a:solidFill>
            <a:srgbClr val="DDEB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3" name="contour_19191"/>
          <p:cNvSpPr/>
          <p:nvPr/>
        </p:nvSpPr>
        <p:spPr>
          <a:xfrm>
            <a:off x="1424245" y="1545054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53"/>
                </a:lnTo>
                <a:lnTo>
                  <a:pt x="7133" y="2307"/>
                </a:lnTo>
                <a:lnTo>
                  <a:pt x="10719" y="3467"/>
                </a:lnTo>
                <a:lnTo>
                  <a:pt x="14321" y="4635"/>
                </a:lnTo>
                <a:lnTo>
                  <a:pt x="17944" y="5809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0" y="16819"/>
                </a:lnTo>
                <a:lnTo>
                  <a:pt x="0" y="12652"/>
                </a:lnTo>
                <a:lnTo>
                  <a:pt x="0" y="8472"/>
                </a:lnTo>
                <a:lnTo>
                  <a:pt x="0" y="4257"/>
                </a:lnTo>
                <a:lnTo>
                  <a:pt x="0" y="0"/>
                </a:lnTo>
                <a:close/>
              </a:path>
            </a:pathLst>
          </a:custGeom>
          <a:solidFill>
            <a:srgbClr val="72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4" name="contour_19192"/>
          <p:cNvSpPr/>
          <p:nvPr/>
        </p:nvSpPr>
        <p:spPr>
          <a:xfrm>
            <a:off x="6693463" y="1523190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6516" y="3917"/>
                </a:lnTo>
                <a:lnTo>
                  <a:pt x="11261" y="6793"/>
                </a:lnTo>
                <a:lnTo>
                  <a:pt x="14616" y="8885"/>
                </a:lnTo>
                <a:lnTo>
                  <a:pt x="16942" y="10436"/>
                </a:lnTo>
                <a:lnTo>
                  <a:pt x="18634" y="11707"/>
                </a:lnTo>
                <a:lnTo>
                  <a:pt x="20059" y="12942"/>
                </a:lnTo>
                <a:lnTo>
                  <a:pt x="21600" y="14400"/>
                </a:lnTo>
                <a:lnTo>
                  <a:pt x="20333" y="16808"/>
                </a:lnTo>
                <a:lnTo>
                  <a:pt x="19159" y="18360"/>
                </a:lnTo>
                <a:lnTo>
                  <a:pt x="17410" y="1973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9224"/>
                </a:lnTo>
                <a:lnTo>
                  <a:pt x="0" y="16844"/>
                </a:lnTo>
                <a:lnTo>
                  <a:pt x="0" y="14465"/>
                </a:lnTo>
                <a:lnTo>
                  <a:pt x="0" y="12078"/>
                </a:lnTo>
                <a:lnTo>
                  <a:pt x="0" y="9684"/>
                </a:lnTo>
                <a:lnTo>
                  <a:pt x="0" y="7279"/>
                </a:lnTo>
                <a:lnTo>
                  <a:pt x="0" y="4867"/>
                </a:lnTo>
                <a:lnTo>
                  <a:pt x="0" y="2441"/>
                </a:lnTo>
                <a:lnTo>
                  <a:pt x="0" y="0"/>
                </a:lnTo>
                <a:close/>
              </a:path>
            </a:pathLst>
          </a:custGeom>
          <a:solidFill>
            <a:srgbClr val="BAC5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5" name="contour_19193"/>
          <p:cNvSpPr/>
          <p:nvPr/>
        </p:nvSpPr>
        <p:spPr>
          <a:xfrm>
            <a:off x="1460685" y="1516544"/>
            <a:ext cx="51016" cy="2044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016" y="15"/>
                </a:moveTo>
                <a:lnTo>
                  <a:pt x="11966" y="1047"/>
                </a:lnTo>
                <a:lnTo>
                  <a:pt x="13904" y="2125"/>
                </a:lnTo>
                <a:lnTo>
                  <a:pt x="15833" y="3257"/>
                </a:lnTo>
                <a:lnTo>
                  <a:pt x="17758" y="4451"/>
                </a:lnTo>
                <a:lnTo>
                  <a:pt x="19681" y="5706"/>
                </a:lnTo>
                <a:lnTo>
                  <a:pt x="21600" y="7023"/>
                </a:lnTo>
                <a:lnTo>
                  <a:pt x="18422" y="11874"/>
                </a:lnTo>
                <a:lnTo>
                  <a:pt x="15888" y="15617"/>
                </a:lnTo>
                <a:lnTo>
                  <a:pt x="13849" y="18358"/>
                </a:lnTo>
                <a:lnTo>
                  <a:pt x="12158" y="20199"/>
                </a:lnTo>
                <a:lnTo>
                  <a:pt x="10673" y="21246"/>
                </a:lnTo>
                <a:lnTo>
                  <a:pt x="9248" y="21600"/>
                </a:lnTo>
                <a:lnTo>
                  <a:pt x="7733" y="21369"/>
                </a:lnTo>
                <a:lnTo>
                  <a:pt x="5986" y="20645"/>
                </a:lnTo>
                <a:lnTo>
                  <a:pt x="3857" y="19536"/>
                </a:lnTo>
                <a:lnTo>
                  <a:pt x="1944" y="17149"/>
                </a:lnTo>
                <a:lnTo>
                  <a:pt x="0" y="14723"/>
                </a:lnTo>
                <a:lnTo>
                  <a:pt x="1361" y="9733"/>
                </a:lnTo>
                <a:lnTo>
                  <a:pt x="2669" y="5791"/>
                </a:lnTo>
                <a:lnTo>
                  <a:pt x="4058" y="2872"/>
                </a:lnTo>
                <a:lnTo>
                  <a:pt x="5659" y="947"/>
                </a:lnTo>
                <a:lnTo>
                  <a:pt x="7600" y="0"/>
                </a:lnTo>
                <a:lnTo>
                  <a:pt x="10016" y="15"/>
                </a:lnTo>
                <a:close/>
              </a:path>
            </a:pathLst>
          </a:custGeom>
          <a:solidFill>
            <a:srgbClr val="FAF9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6" name="contour_19194"/>
          <p:cNvSpPr/>
          <p:nvPr/>
        </p:nvSpPr>
        <p:spPr>
          <a:xfrm>
            <a:off x="1059845" y="1493054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892"/>
                </a:moveTo>
                <a:lnTo>
                  <a:pt x="9580" y="297"/>
                </a:lnTo>
                <a:lnTo>
                  <a:pt x="12512" y="0"/>
                </a:lnTo>
                <a:lnTo>
                  <a:pt x="14974" y="0"/>
                </a:lnTo>
                <a:lnTo>
                  <a:pt x="17744" y="297"/>
                </a:lnTo>
                <a:lnTo>
                  <a:pt x="21600" y="892"/>
                </a:lnTo>
                <a:lnTo>
                  <a:pt x="20747" y="5806"/>
                </a:lnTo>
                <a:lnTo>
                  <a:pt x="20039" y="9294"/>
                </a:lnTo>
                <a:lnTo>
                  <a:pt x="19219" y="12306"/>
                </a:lnTo>
                <a:lnTo>
                  <a:pt x="18025" y="15794"/>
                </a:lnTo>
                <a:lnTo>
                  <a:pt x="16200" y="20708"/>
                </a:lnTo>
                <a:lnTo>
                  <a:pt x="12020" y="21303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03"/>
                </a:lnTo>
                <a:lnTo>
                  <a:pt x="0" y="20708"/>
                </a:lnTo>
                <a:lnTo>
                  <a:pt x="853" y="15794"/>
                </a:lnTo>
                <a:lnTo>
                  <a:pt x="1561" y="12306"/>
                </a:lnTo>
                <a:lnTo>
                  <a:pt x="2381" y="9294"/>
                </a:lnTo>
                <a:lnTo>
                  <a:pt x="3575" y="5806"/>
                </a:lnTo>
                <a:lnTo>
                  <a:pt x="5400" y="892"/>
                </a:lnTo>
                <a:close/>
              </a:path>
            </a:pathLst>
          </a:custGeom>
          <a:solidFill>
            <a:srgbClr val="F8E3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7" name="contour_19195"/>
          <p:cNvSpPr/>
          <p:nvPr/>
        </p:nvSpPr>
        <p:spPr>
          <a:xfrm>
            <a:off x="5141121" y="1449399"/>
            <a:ext cx="29152" cy="3006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4980" y="99"/>
                </a:lnTo>
                <a:lnTo>
                  <a:pt x="16994" y="267"/>
                </a:lnTo>
                <a:lnTo>
                  <a:pt x="21600" y="655"/>
                </a:lnTo>
                <a:lnTo>
                  <a:pt x="20077" y="3618"/>
                </a:lnTo>
                <a:lnTo>
                  <a:pt x="18544" y="6582"/>
                </a:lnTo>
                <a:lnTo>
                  <a:pt x="17010" y="9556"/>
                </a:lnTo>
                <a:lnTo>
                  <a:pt x="15471" y="12541"/>
                </a:lnTo>
                <a:lnTo>
                  <a:pt x="13921" y="15542"/>
                </a:lnTo>
                <a:lnTo>
                  <a:pt x="12366" y="18558"/>
                </a:lnTo>
                <a:lnTo>
                  <a:pt x="10800" y="21600"/>
                </a:lnTo>
                <a:lnTo>
                  <a:pt x="7403" y="18861"/>
                </a:lnTo>
                <a:lnTo>
                  <a:pt x="5146" y="16856"/>
                </a:lnTo>
                <a:lnTo>
                  <a:pt x="3019" y="14604"/>
                </a:lnTo>
                <a:lnTo>
                  <a:pt x="0" y="11127"/>
                </a:lnTo>
                <a:lnTo>
                  <a:pt x="1118" y="6373"/>
                </a:lnTo>
                <a:lnTo>
                  <a:pt x="2727" y="3304"/>
                </a:lnTo>
                <a:lnTo>
                  <a:pt x="5157" y="1498"/>
                </a:lnTo>
                <a:lnTo>
                  <a:pt x="8748" y="534"/>
                </a:lnTo>
                <a:lnTo>
                  <a:pt x="13835" y="0"/>
                </a:lnTo>
                <a:close/>
              </a:path>
            </a:pathLst>
          </a:custGeom>
          <a:solidFill>
            <a:srgbClr val="DCE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8" name="contour_19196"/>
          <p:cNvSpPr/>
          <p:nvPr/>
        </p:nvSpPr>
        <p:spPr>
          <a:xfrm>
            <a:off x="6963119" y="142844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18036" y="8073"/>
                </a:lnTo>
                <a:lnTo>
                  <a:pt x="14465" y="10751"/>
                </a:lnTo>
                <a:lnTo>
                  <a:pt x="10879" y="13441"/>
                </a:lnTo>
                <a:lnTo>
                  <a:pt x="7279" y="16141"/>
                </a:lnTo>
                <a:lnTo>
                  <a:pt x="3658" y="1885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6E1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199" name="contour_19197"/>
          <p:cNvSpPr/>
          <p:nvPr/>
        </p:nvSpPr>
        <p:spPr>
          <a:xfrm>
            <a:off x="5060953" y="140658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3618" y="4090"/>
                </a:lnTo>
                <a:lnTo>
                  <a:pt x="6858" y="2038"/>
                </a:lnTo>
                <a:lnTo>
                  <a:pt x="10001" y="814"/>
                </a:lnTo>
                <a:lnTo>
                  <a:pt x="13322" y="216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5D7F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0" name="contour_19198"/>
          <p:cNvSpPr/>
          <p:nvPr/>
        </p:nvSpPr>
        <p:spPr>
          <a:xfrm>
            <a:off x="4878753" y="1399294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70" y="0"/>
                </a:move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7280" y="17696"/>
                </a:lnTo>
                <a:lnTo>
                  <a:pt x="13947" y="18835"/>
                </a:lnTo>
                <a:lnTo>
                  <a:pt x="10614" y="19710"/>
                </a:lnTo>
                <a:lnTo>
                  <a:pt x="7219" y="20401"/>
                </a:lnTo>
                <a:lnTo>
                  <a:pt x="3705" y="21006"/>
                </a:lnTo>
                <a:lnTo>
                  <a:pt x="0" y="21600"/>
                </a:lnTo>
                <a:lnTo>
                  <a:pt x="2558" y="18927"/>
                </a:lnTo>
                <a:lnTo>
                  <a:pt x="5121" y="16249"/>
                </a:lnTo>
                <a:lnTo>
                  <a:pt x="7684" y="13570"/>
                </a:lnTo>
                <a:lnTo>
                  <a:pt x="10257" y="10881"/>
                </a:lnTo>
                <a:lnTo>
                  <a:pt x="12841" y="8181"/>
                </a:lnTo>
                <a:lnTo>
                  <a:pt x="15435" y="5470"/>
                </a:lnTo>
                <a:lnTo>
                  <a:pt x="18045" y="2743"/>
                </a:lnTo>
                <a:lnTo>
                  <a:pt x="20670" y="0"/>
                </a:lnTo>
                <a:close/>
              </a:path>
            </a:pathLst>
          </a:custGeom>
          <a:solidFill>
            <a:srgbClr val="8FA4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1" name="contour_19199"/>
          <p:cNvSpPr/>
          <p:nvPr/>
        </p:nvSpPr>
        <p:spPr>
          <a:xfrm>
            <a:off x="4426898" y="138471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038"/>
                </a:lnTo>
                <a:lnTo>
                  <a:pt x="11275" y="4075"/>
                </a:lnTo>
                <a:lnTo>
                  <a:pt x="13320" y="6120"/>
                </a:lnTo>
                <a:lnTo>
                  <a:pt x="15372" y="8172"/>
                </a:lnTo>
                <a:lnTo>
                  <a:pt x="17435" y="10238"/>
                </a:lnTo>
                <a:lnTo>
                  <a:pt x="19508" y="12312"/>
                </a:lnTo>
                <a:lnTo>
                  <a:pt x="21600" y="14400"/>
                </a:lnTo>
                <a:lnTo>
                  <a:pt x="19224" y="15192"/>
                </a:lnTo>
                <a:lnTo>
                  <a:pt x="16844" y="15984"/>
                </a:lnTo>
                <a:lnTo>
                  <a:pt x="14465" y="16776"/>
                </a:lnTo>
                <a:lnTo>
                  <a:pt x="12078" y="17575"/>
                </a:lnTo>
                <a:lnTo>
                  <a:pt x="9684" y="18374"/>
                </a:lnTo>
                <a:lnTo>
                  <a:pt x="7279" y="19174"/>
                </a:lnTo>
                <a:lnTo>
                  <a:pt x="4867" y="19980"/>
                </a:lnTo>
                <a:lnTo>
                  <a:pt x="2441" y="20786"/>
                </a:lnTo>
                <a:lnTo>
                  <a:pt x="0" y="21600"/>
                </a:lnTo>
                <a:lnTo>
                  <a:pt x="1782" y="19814"/>
                </a:lnTo>
                <a:lnTo>
                  <a:pt x="3571" y="18029"/>
                </a:lnTo>
                <a:lnTo>
                  <a:pt x="5375" y="16222"/>
                </a:lnTo>
                <a:lnTo>
                  <a:pt x="7200" y="14400"/>
                </a:lnTo>
                <a:lnTo>
                  <a:pt x="7200" y="9641"/>
                </a:lnTo>
                <a:lnTo>
                  <a:pt x="7200" y="4853"/>
                </a:lnTo>
                <a:lnTo>
                  <a:pt x="7200" y="0"/>
                </a:lnTo>
                <a:close/>
              </a:path>
            </a:pathLst>
          </a:custGeom>
          <a:solidFill>
            <a:srgbClr val="C7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2" name="contour_19200"/>
          <p:cNvSpPr/>
          <p:nvPr/>
        </p:nvSpPr>
        <p:spPr>
          <a:xfrm>
            <a:off x="6984983" y="1347623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1600" y="4781"/>
                </a:lnTo>
                <a:lnTo>
                  <a:pt x="21600" y="8948"/>
                </a:lnTo>
                <a:lnTo>
                  <a:pt x="21600" y="13128"/>
                </a:lnTo>
                <a:lnTo>
                  <a:pt x="21600" y="17343"/>
                </a:lnTo>
                <a:lnTo>
                  <a:pt x="21600" y="21600"/>
                </a:lnTo>
                <a:lnTo>
                  <a:pt x="18036" y="20447"/>
                </a:lnTo>
                <a:lnTo>
                  <a:pt x="14467" y="19293"/>
                </a:lnTo>
                <a:lnTo>
                  <a:pt x="10881" y="18133"/>
                </a:lnTo>
                <a:lnTo>
                  <a:pt x="7279" y="16965"/>
                </a:lnTo>
                <a:lnTo>
                  <a:pt x="3656" y="15791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A6B4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3" name="contour_19201"/>
          <p:cNvSpPr/>
          <p:nvPr/>
        </p:nvSpPr>
        <p:spPr>
          <a:xfrm>
            <a:off x="5461792" y="1333702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95" y="0"/>
                </a:moveTo>
                <a:lnTo>
                  <a:pt x="21365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65" y="12020"/>
                </a:lnTo>
                <a:lnTo>
                  <a:pt x="20895" y="16200"/>
                </a:lnTo>
                <a:lnTo>
                  <a:pt x="17008" y="18025"/>
                </a:lnTo>
                <a:lnTo>
                  <a:pt x="14250" y="19219"/>
                </a:lnTo>
                <a:lnTo>
                  <a:pt x="11868" y="20039"/>
                </a:lnTo>
                <a:lnTo>
                  <a:pt x="9110" y="20747"/>
                </a:lnTo>
                <a:lnTo>
                  <a:pt x="5224" y="21600"/>
                </a:lnTo>
                <a:lnTo>
                  <a:pt x="4189" y="18392"/>
                </a:lnTo>
                <a:lnTo>
                  <a:pt x="3150" y="15174"/>
                </a:lnTo>
                <a:lnTo>
                  <a:pt x="2110" y="11945"/>
                </a:lnTo>
                <a:lnTo>
                  <a:pt x="1060" y="8689"/>
                </a:lnTo>
                <a:lnTo>
                  <a:pt x="0" y="5400"/>
                </a:lnTo>
                <a:lnTo>
                  <a:pt x="3667" y="3348"/>
                </a:lnTo>
                <a:lnTo>
                  <a:pt x="6817" y="1885"/>
                </a:lnTo>
                <a:lnTo>
                  <a:pt x="9784" y="913"/>
                </a:lnTo>
                <a:lnTo>
                  <a:pt x="12897" y="340"/>
                </a:lnTo>
                <a:lnTo>
                  <a:pt x="16491" y="70"/>
                </a:lnTo>
                <a:lnTo>
                  <a:pt x="20895" y="0"/>
                </a:lnTo>
                <a:close/>
              </a:path>
            </a:pathLst>
          </a:custGeom>
          <a:solidFill>
            <a:srgbClr val="B2BD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4" name="contour_19202"/>
          <p:cNvSpPr/>
          <p:nvPr/>
        </p:nvSpPr>
        <p:spPr>
          <a:xfrm>
            <a:off x="8814268" y="1311838"/>
            <a:ext cx="3013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895" y="0"/>
                </a:moveTo>
                <a:lnTo>
                  <a:pt x="21365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365" y="12020"/>
                </a:lnTo>
                <a:lnTo>
                  <a:pt x="20895" y="16200"/>
                </a:lnTo>
                <a:lnTo>
                  <a:pt x="17008" y="18025"/>
                </a:lnTo>
                <a:lnTo>
                  <a:pt x="14250" y="19219"/>
                </a:lnTo>
                <a:lnTo>
                  <a:pt x="11868" y="20039"/>
                </a:lnTo>
                <a:lnTo>
                  <a:pt x="9110" y="20747"/>
                </a:lnTo>
                <a:lnTo>
                  <a:pt x="5224" y="21600"/>
                </a:lnTo>
                <a:lnTo>
                  <a:pt x="4189" y="18392"/>
                </a:lnTo>
                <a:lnTo>
                  <a:pt x="3150" y="15174"/>
                </a:lnTo>
                <a:lnTo>
                  <a:pt x="2110" y="11945"/>
                </a:lnTo>
                <a:lnTo>
                  <a:pt x="1060" y="8689"/>
                </a:lnTo>
                <a:lnTo>
                  <a:pt x="0" y="5400"/>
                </a:lnTo>
                <a:lnTo>
                  <a:pt x="3667" y="3348"/>
                </a:lnTo>
                <a:lnTo>
                  <a:pt x="6817" y="1885"/>
                </a:lnTo>
                <a:lnTo>
                  <a:pt x="9784" y="913"/>
                </a:lnTo>
                <a:lnTo>
                  <a:pt x="12897" y="340"/>
                </a:lnTo>
                <a:lnTo>
                  <a:pt x="16491" y="70"/>
                </a:lnTo>
                <a:lnTo>
                  <a:pt x="20895" y="0"/>
                </a:lnTo>
                <a:close/>
              </a:path>
            </a:pathLst>
          </a:custGeom>
          <a:solidFill>
            <a:srgbClr val="96A1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5" name="contour_19203"/>
          <p:cNvSpPr/>
          <p:nvPr/>
        </p:nvSpPr>
        <p:spPr>
          <a:xfrm>
            <a:off x="9761707" y="124624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444" y="2711"/>
                </a:lnTo>
                <a:lnTo>
                  <a:pt x="19273" y="5416"/>
                </a:lnTo>
                <a:lnTo>
                  <a:pt x="18079" y="8111"/>
                </a:lnTo>
                <a:lnTo>
                  <a:pt x="16875" y="10800"/>
                </a:lnTo>
                <a:lnTo>
                  <a:pt x="15557" y="13813"/>
                </a:lnTo>
                <a:lnTo>
                  <a:pt x="14218" y="16875"/>
                </a:lnTo>
                <a:lnTo>
                  <a:pt x="12523" y="1921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E9E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6" name="contour_19204"/>
          <p:cNvSpPr/>
          <p:nvPr/>
        </p:nvSpPr>
        <p:spPr>
          <a:xfrm>
            <a:off x="7072438" y="123167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4" y="5348"/>
                </a:lnTo>
                <a:lnTo>
                  <a:pt x="18922" y="8031"/>
                </a:lnTo>
                <a:lnTo>
                  <a:pt x="18029" y="10718"/>
                </a:lnTo>
                <a:lnTo>
                  <a:pt x="17129" y="13418"/>
                </a:lnTo>
                <a:lnTo>
                  <a:pt x="16222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9965" y="16744"/>
                </a:lnTo>
                <a:lnTo>
                  <a:pt x="6746" y="13189"/>
                </a:lnTo>
                <a:lnTo>
                  <a:pt x="4486" y="10632"/>
                </a:lnTo>
                <a:lnTo>
                  <a:pt x="2930" y="8770"/>
                </a:lnTo>
                <a:lnTo>
                  <a:pt x="1836" y="7296"/>
                </a:lnTo>
                <a:lnTo>
                  <a:pt x="943" y="5914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CFDA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7" name="contour_19205"/>
          <p:cNvSpPr/>
          <p:nvPr/>
        </p:nvSpPr>
        <p:spPr>
          <a:xfrm>
            <a:off x="3596067" y="91828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695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E7E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8" name="contour_19206"/>
          <p:cNvSpPr/>
          <p:nvPr/>
        </p:nvSpPr>
        <p:spPr>
          <a:xfrm>
            <a:off x="4849601" y="75066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093"/>
                </a:lnTo>
                <a:lnTo>
                  <a:pt x="21600" y="8199"/>
                </a:lnTo>
                <a:lnTo>
                  <a:pt x="21600" y="12319"/>
                </a:lnTo>
                <a:lnTo>
                  <a:pt x="21600" y="16474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575" y="15544"/>
                </a:lnTo>
                <a:lnTo>
                  <a:pt x="2381" y="11906"/>
                </a:lnTo>
                <a:lnTo>
                  <a:pt x="1561" y="8764"/>
                </a:lnTo>
                <a:lnTo>
                  <a:pt x="853" y="5126"/>
                </a:lnTo>
                <a:lnTo>
                  <a:pt x="0" y="0"/>
                </a:lnTo>
                <a:close/>
              </a:path>
            </a:pathLst>
          </a:custGeom>
          <a:solidFill>
            <a:srgbClr val="9999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09" name="contour_19207"/>
          <p:cNvSpPr/>
          <p:nvPr/>
        </p:nvSpPr>
        <p:spPr>
          <a:xfrm>
            <a:off x="7983437" y="624580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2376"/>
                </a:lnTo>
                <a:lnTo>
                  <a:pt x="12921" y="4759"/>
                </a:lnTo>
                <a:lnTo>
                  <a:pt x="15072" y="7142"/>
                </a:lnTo>
                <a:lnTo>
                  <a:pt x="17232" y="9547"/>
                </a:lnTo>
                <a:lnTo>
                  <a:pt x="19405" y="11966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6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8"/>
                </a:lnTo>
                <a:lnTo>
                  <a:pt x="2743" y="20686"/>
                </a:lnTo>
                <a:lnTo>
                  <a:pt x="0" y="21600"/>
                </a:lnTo>
                <a:lnTo>
                  <a:pt x="1426" y="18036"/>
                </a:lnTo>
                <a:lnTo>
                  <a:pt x="2856" y="14465"/>
                </a:lnTo>
                <a:lnTo>
                  <a:pt x="4290" y="10879"/>
                </a:lnTo>
                <a:lnTo>
                  <a:pt x="5728" y="7279"/>
                </a:lnTo>
                <a:lnTo>
                  <a:pt x="7180" y="3658"/>
                </a:lnTo>
                <a:lnTo>
                  <a:pt x="8640" y="0"/>
                </a:lnTo>
                <a:close/>
              </a:path>
            </a:pathLst>
          </a:custGeom>
          <a:solidFill>
            <a:srgbClr val="F0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0" name="contour_19208"/>
          <p:cNvSpPr/>
          <p:nvPr/>
        </p:nvSpPr>
        <p:spPr>
          <a:xfrm>
            <a:off x="10016787" y="618750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1782"/>
                </a:lnTo>
                <a:lnTo>
                  <a:pt x="12921" y="3569"/>
                </a:lnTo>
                <a:lnTo>
                  <a:pt x="15072" y="5357"/>
                </a:lnTo>
                <a:lnTo>
                  <a:pt x="17232" y="7160"/>
                </a:lnTo>
                <a:lnTo>
                  <a:pt x="19405" y="8975"/>
                </a:lnTo>
                <a:lnTo>
                  <a:pt x="21600" y="10800"/>
                </a:lnTo>
                <a:lnTo>
                  <a:pt x="19064" y="13381"/>
                </a:lnTo>
                <a:lnTo>
                  <a:pt x="17159" y="15250"/>
                </a:lnTo>
                <a:lnTo>
                  <a:pt x="15526" y="16708"/>
                </a:lnTo>
                <a:lnTo>
                  <a:pt x="13798" y="18052"/>
                </a:lnTo>
                <a:lnTo>
                  <a:pt x="11625" y="19580"/>
                </a:lnTo>
                <a:lnTo>
                  <a:pt x="8640" y="21600"/>
                </a:lnTo>
                <a:lnTo>
                  <a:pt x="5620" y="18776"/>
                </a:lnTo>
                <a:lnTo>
                  <a:pt x="3711" y="16708"/>
                </a:lnTo>
                <a:lnTo>
                  <a:pt x="2108" y="14386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C5D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1" name="contour_19209"/>
          <p:cNvSpPr/>
          <p:nvPr/>
        </p:nvSpPr>
        <p:spPr>
          <a:xfrm>
            <a:off x="2247788" y="6187505"/>
            <a:ext cx="2980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125" y="0"/>
                </a:moveTo>
                <a:lnTo>
                  <a:pt x="21442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442" y="12020"/>
                </a:lnTo>
                <a:lnTo>
                  <a:pt x="21125" y="16200"/>
                </a:lnTo>
                <a:lnTo>
                  <a:pt x="18363" y="18749"/>
                </a:lnTo>
                <a:lnTo>
                  <a:pt x="16340" y="20164"/>
                </a:lnTo>
                <a:lnTo>
                  <a:pt x="14069" y="20947"/>
                </a:lnTo>
                <a:lnTo>
                  <a:pt x="10562" y="21600"/>
                </a:lnTo>
                <a:lnTo>
                  <a:pt x="7056" y="18581"/>
                </a:lnTo>
                <a:lnTo>
                  <a:pt x="4785" y="16454"/>
                </a:lnTo>
                <a:lnTo>
                  <a:pt x="2762" y="14197"/>
                </a:lnTo>
                <a:lnTo>
                  <a:pt x="0" y="10800"/>
                </a:lnTo>
                <a:lnTo>
                  <a:pt x="2989" y="9272"/>
                </a:lnTo>
                <a:lnTo>
                  <a:pt x="5978" y="7744"/>
                </a:lnTo>
                <a:lnTo>
                  <a:pt x="8978" y="6210"/>
                </a:lnTo>
                <a:lnTo>
                  <a:pt x="11988" y="4671"/>
                </a:lnTo>
                <a:lnTo>
                  <a:pt x="15014" y="3121"/>
                </a:lnTo>
                <a:lnTo>
                  <a:pt x="18056" y="1566"/>
                </a:lnTo>
                <a:lnTo>
                  <a:pt x="21125" y="0"/>
                </a:lnTo>
                <a:close/>
              </a:path>
            </a:pathLst>
          </a:custGeom>
          <a:solidFill>
            <a:srgbClr val="F1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2" name="contour_19210"/>
          <p:cNvSpPr/>
          <p:nvPr/>
        </p:nvSpPr>
        <p:spPr>
          <a:xfrm>
            <a:off x="10002211" y="618021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BED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3" name="contour_19211"/>
          <p:cNvSpPr/>
          <p:nvPr/>
        </p:nvSpPr>
        <p:spPr>
          <a:xfrm>
            <a:off x="8325973" y="617292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0" y="1226"/>
                </a:lnTo>
                <a:lnTo>
                  <a:pt x="17889" y="2192"/>
                </a:lnTo>
                <a:lnTo>
                  <a:pt x="19492" y="3418"/>
                </a:lnTo>
                <a:lnTo>
                  <a:pt x="21600" y="5400"/>
                </a:lnTo>
                <a:lnTo>
                  <a:pt x="19462" y="8073"/>
                </a:lnTo>
                <a:lnTo>
                  <a:pt x="17319" y="10751"/>
                </a:lnTo>
                <a:lnTo>
                  <a:pt x="15168" y="13441"/>
                </a:lnTo>
                <a:lnTo>
                  <a:pt x="13008" y="16141"/>
                </a:lnTo>
                <a:lnTo>
                  <a:pt x="10835" y="18857"/>
                </a:lnTo>
                <a:lnTo>
                  <a:pt x="8640" y="21600"/>
                </a:lnTo>
                <a:lnTo>
                  <a:pt x="6502" y="18927"/>
                </a:lnTo>
                <a:lnTo>
                  <a:pt x="4350" y="16243"/>
                </a:lnTo>
                <a:lnTo>
                  <a:pt x="2190" y="13538"/>
                </a:lnTo>
                <a:lnTo>
                  <a:pt x="0" y="10800"/>
                </a:lnTo>
                <a:lnTo>
                  <a:pt x="2536" y="8359"/>
                </a:lnTo>
                <a:lnTo>
                  <a:pt x="4441" y="6577"/>
                </a:lnTo>
                <a:lnTo>
                  <a:pt x="6074" y="5146"/>
                </a:lnTo>
                <a:lnTo>
                  <a:pt x="7802" y="3775"/>
                </a:lnTo>
                <a:lnTo>
                  <a:pt x="9975" y="2160"/>
                </a:lnTo>
                <a:lnTo>
                  <a:pt x="12960" y="0"/>
                </a:lnTo>
                <a:close/>
              </a:path>
            </a:pathLst>
          </a:custGeom>
          <a:solidFill>
            <a:srgbClr val="F1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4" name="contour_19212"/>
          <p:cNvSpPr/>
          <p:nvPr/>
        </p:nvSpPr>
        <p:spPr>
          <a:xfrm>
            <a:off x="9980347" y="616564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1782"/>
                </a:lnTo>
                <a:lnTo>
                  <a:pt x="12921" y="3569"/>
                </a:lnTo>
                <a:lnTo>
                  <a:pt x="15072" y="5357"/>
                </a:lnTo>
                <a:lnTo>
                  <a:pt x="17232" y="7160"/>
                </a:lnTo>
                <a:lnTo>
                  <a:pt x="19405" y="8975"/>
                </a:lnTo>
                <a:lnTo>
                  <a:pt x="21600" y="10800"/>
                </a:lnTo>
                <a:lnTo>
                  <a:pt x="19064" y="13381"/>
                </a:lnTo>
                <a:lnTo>
                  <a:pt x="17159" y="15250"/>
                </a:lnTo>
                <a:lnTo>
                  <a:pt x="15526" y="16708"/>
                </a:lnTo>
                <a:lnTo>
                  <a:pt x="13798" y="18052"/>
                </a:lnTo>
                <a:lnTo>
                  <a:pt x="11625" y="19580"/>
                </a:lnTo>
                <a:lnTo>
                  <a:pt x="8640" y="21600"/>
                </a:lnTo>
                <a:lnTo>
                  <a:pt x="5620" y="18776"/>
                </a:lnTo>
                <a:lnTo>
                  <a:pt x="3711" y="16708"/>
                </a:lnTo>
                <a:lnTo>
                  <a:pt x="2108" y="14386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C5D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5" name="contour_19213"/>
          <p:cNvSpPr/>
          <p:nvPr/>
        </p:nvSpPr>
        <p:spPr>
          <a:xfrm>
            <a:off x="8347837" y="613648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051" y="2408"/>
                </a:lnTo>
                <a:lnTo>
                  <a:pt x="13319" y="4963"/>
                </a:lnTo>
                <a:lnTo>
                  <a:pt x="15483" y="7630"/>
                </a:lnTo>
                <a:lnTo>
                  <a:pt x="17561" y="10406"/>
                </a:lnTo>
                <a:lnTo>
                  <a:pt x="19591" y="13268"/>
                </a:lnTo>
                <a:lnTo>
                  <a:pt x="21600" y="16200"/>
                </a:lnTo>
                <a:lnTo>
                  <a:pt x="19034" y="17269"/>
                </a:lnTo>
                <a:lnTo>
                  <a:pt x="16459" y="18344"/>
                </a:lnTo>
                <a:lnTo>
                  <a:pt x="13876" y="19418"/>
                </a:lnTo>
                <a:lnTo>
                  <a:pt x="11271" y="20504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6074" y="8818"/>
                </a:lnTo>
                <a:lnTo>
                  <a:pt x="4320" y="7592"/>
                </a:lnTo>
                <a:lnTo>
                  <a:pt x="2566" y="6626"/>
                </a:lnTo>
                <a:lnTo>
                  <a:pt x="0" y="5400"/>
                </a:lnTo>
                <a:lnTo>
                  <a:pt x="2108" y="3224"/>
                </a:lnTo>
                <a:lnTo>
                  <a:pt x="3711" y="1939"/>
                </a:lnTo>
                <a:lnTo>
                  <a:pt x="5620" y="1031"/>
                </a:lnTo>
                <a:lnTo>
                  <a:pt x="8640" y="0"/>
                </a:lnTo>
                <a:close/>
              </a:path>
            </a:pathLst>
          </a:custGeom>
          <a:solidFill>
            <a:srgbClr val="C0D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6" name="contour_19214"/>
          <p:cNvSpPr/>
          <p:nvPr/>
        </p:nvSpPr>
        <p:spPr>
          <a:xfrm>
            <a:off x="5257729" y="610733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091" y="3564"/>
                </a:lnTo>
                <a:lnTo>
                  <a:pt x="17982" y="7133"/>
                </a:lnTo>
                <a:lnTo>
                  <a:pt x="18878" y="10719"/>
                </a:lnTo>
                <a:lnTo>
                  <a:pt x="19780" y="14321"/>
                </a:lnTo>
                <a:lnTo>
                  <a:pt x="20687" y="17944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2673" y="9018"/>
                </a:lnTo>
                <a:lnTo>
                  <a:pt x="5351" y="7231"/>
                </a:lnTo>
                <a:lnTo>
                  <a:pt x="8041" y="5443"/>
                </a:lnTo>
                <a:lnTo>
                  <a:pt x="10741" y="3640"/>
                </a:lnTo>
                <a:lnTo>
                  <a:pt x="13457" y="1825"/>
                </a:lnTo>
                <a:lnTo>
                  <a:pt x="16200" y="0"/>
                </a:lnTo>
                <a:close/>
              </a:path>
            </a:pathLst>
          </a:custGeom>
          <a:solidFill>
            <a:srgbClr val="B2AF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7" name="contour_19215"/>
          <p:cNvSpPr/>
          <p:nvPr/>
        </p:nvSpPr>
        <p:spPr>
          <a:xfrm>
            <a:off x="4514353" y="610733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DB4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8" name="contour_19216"/>
          <p:cNvSpPr/>
          <p:nvPr/>
        </p:nvSpPr>
        <p:spPr>
          <a:xfrm>
            <a:off x="4179106" y="607818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5CA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19" name="contour_19217"/>
          <p:cNvSpPr/>
          <p:nvPr/>
        </p:nvSpPr>
        <p:spPr>
          <a:xfrm>
            <a:off x="7349382" y="607089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FAE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0" name="contour_19218"/>
          <p:cNvSpPr/>
          <p:nvPr/>
        </p:nvSpPr>
        <p:spPr>
          <a:xfrm>
            <a:off x="6868375" y="607089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483"/>
                </a:lnTo>
                <a:lnTo>
                  <a:pt x="8584" y="2678"/>
                </a:lnTo>
                <a:lnTo>
                  <a:pt x="10441" y="4226"/>
                </a:lnTo>
                <a:lnTo>
                  <a:pt x="13228" y="6754"/>
                </a:lnTo>
                <a:lnTo>
                  <a:pt x="15582" y="8856"/>
                </a:lnTo>
                <a:lnTo>
                  <a:pt x="17971" y="10994"/>
                </a:lnTo>
                <a:lnTo>
                  <a:pt x="19773" y="1268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8"/>
                </a:lnTo>
                <a:lnTo>
                  <a:pt x="2108" y="11729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B6CF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1" name="contour_19219"/>
          <p:cNvSpPr/>
          <p:nvPr/>
        </p:nvSpPr>
        <p:spPr>
          <a:xfrm>
            <a:off x="5162985" y="602716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814" y="2674"/>
                </a:lnTo>
                <a:lnTo>
                  <a:pt x="18036" y="5348"/>
                </a:lnTo>
                <a:lnTo>
                  <a:pt x="16243" y="8031"/>
                </a:lnTo>
                <a:lnTo>
                  <a:pt x="14458" y="10718"/>
                </a:lnTo>
                <a:lnTo>
                  <a:pt x="12658" y="13418"/>
                </a:lnTo>
                <a:lnTo>
                  <a:pt x="10850" y="16131"/>
                </a:lnTo>
                <a:lnTo>
                  <a:pt x="9029" y="18857"/>
                </a:lnTo>
                <a:lnTo>
                  <a:pt x="7200" y="21600"/>
                </a:lnTo>
                <a:lnTo>
                  <a:pt x="4529" y="16070"/>
                </a:lnTo>
                <a:lnTo>
                  <a:pt x="2714" y="12243"/>
                </a:lnTo>
                <a:lnTo>
                  <a:pt x="1555" y="9634"/>
                </a:lnTo>
                <a:lnTo>
                  <a:pt x="850" y="7763"/>
                </a:lnTo>
                <a:lnTo>
                  <a:pt x="396" y="6152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7425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2" name="contour_19220"/>
          <p:cNvSpPr/>
          <p:nvPr/>
        </p:nvSpPr>
        <p:spPr>
          <a:xfrm>
            <a:off x="4331498" y="6012593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0" y="0"/>
                </a:moveTo>
                <a:lnTo>
                  <a:pt x="15994" y="3208"/>
                </a:lnTo>
                <a:lnTo>
                  <a:pt x="17385" y="6426"/>
                </a:lnTo>
                <a:lnTo>
                  <a:pt x="18776" y="9655"/>
                </a:lnTo>
                <a:lnTo>
                  <a:pt x="20181" y="12911"/>
                </a:lnTo>
                <a:lnTo>
                  <a:pt x="21600" y="16200"/>
                </a:lnTo>
                <a:lnTo>
                  <a:pt x="17448" y="17269"/>
                </a:lnTo>
                <a:lnTo>
                  <a:pt x="13282" y="18344"/>
                </a:lnTo>
                <a:lnTo>
                  <a:pt x="9101" y="19418"/>
                </a:lnTo>
                <a:lnTo>
                  <a:pt x="4886" y="20504"/>
                </a:lnTo>
                <a:lnTo>
                  <a:pt x="629" y="21600"/>
                </a:lnTo>
                <a:lnTo>
                  <a:pt x="210" y="17744"/>
                </a:lnTo>
                <a:lnTo>
                  <a:pt x="0" y="14974"/>
                </a:lnTo>
                <a:lnTo>
                  <a:pt x="0" y="12512"/>
                </a:lnTo>
                <a:lnTo>
                  <a:pt x="210" y="9580"/>
                </a:lnTo>
                <a:lnTo>
                  <a:pt x="629" y="5400"/>
                </a:lnTo>
                <a:lnTo>
                  <a:pt x="4781" y="3224"/>
                </a:lnTo>
                <a:lnTo>
                  <a:pt x="7619" y="1939"/>
                </a:lnTo>
                <a:lnTo>
                  <a:pt x="10457" y="1031"/>
                </a:lnTo>
                <a:lnTo>
                  <a:pt x="14610" y="0"/>
                </a:lnTo>
                <a:close/>
              </a:path>
            </a:pathLst>
          </a:custGeom>
          <a:solidFill>
            <a:srgbClr val="7D66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3" name="contour_19221"/>
          <p:cNvSpPr/>
          <p:nvPr/>
        </p:nvSpPr>
        <p:spPr>
          <a:xfrm>
            <a:off x="7196334" y="601259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3607" y="18776"/>
                </a:lnTo>
                <a:lnTo>
                  <a:pt x="2446" y="16708"/>
                </a:lnTo>
                <a:lnTo>
                  <a:pt x="1415" y="14386"/>
                </a:lnTo>
                <a:lnTo>
                  <a:pt x="0" y="10800"/>
                </a:lnTo>
                <a:lnTo>
                  <a:pt x="1415" y="7214"/>
                </a:lnTo>
                <a:lnTo>
                  <a:pt x="2446" y="4892"/>
                </a:lnTo>
                <a:lnTo>
                  <a:pt x="3607" y="2824"/>
                </a:lnTo>
                <a:lnTo>
                  <a:pt x="5400" y="0"/>
                </a:lnTo>
                <a:close/>
              </a:path>
            </a:pathLst>
          </a:custGeom>
          <a:solidFill>
            <a:srgbClr val="E8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4" name="contour_19222"/>
          <p:cNvSpPr/>
          <p:nvPr/>
        </p:nvSpPr>
        <p:spPr>
          <a:xfrm>
            <a:off x="6831935" y="601259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43" y="16157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F0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5" name="contour_19223"/>
          <p:cNvSpPr/>
          <p:nvPr/>
        </p:nvSpPr>
        <p:spPr>
          <a:xfrm>
            <a:off x="2269652" y="599801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399" y="2847"/>
                </a:lnTo>
                <a:lnTo>
                  <a:pt x="18522" y="5681"/>
                </a:lnTo>
                <a:lnTo>
                  <a:pt x="19537" y="8523"/>
                </a:lnTo>
                <a:lnTo>
                  <a:pt x="20407" y="11392"/>
                </a:lnTo>
                <a:lnTo>
                  <a:pt x="21109" y="14304"/>
                </a:lnTo>
                <a:lnTo>
                  <a:pt x="21600" y="17280"/>
                </a:lnTo>
                <a:lnTo>
                  <a:pt x="18965" y="19475"/>
                </a:lnTo>
                <a:lnTo>
                  <a:pt x="16961" y="20654"/>
                </a:lnTo>
                <a:lnTo>
                  <a:pt x="14580" y="21228"/>
                </a:lnTo>
                <a:lnTo>
                  <a:pt x="10800" y="21600"/>
                </a:lnTo>
                <a:lnTo>
                  <a:pt x="7214" y="19185"/>
                </a:lnTo>
                <a:lnTo>
                  <a:pt x="4892" y="17483"/>
                </a:lnTo>
                <a:lnTo>
                  <a:pt x="2824" y="15677"/>
                </a:lnTo>
                <a:lnTo>
                  <a:pt x="0" y="12960"/>
                </a:lnTo>
                <a:lnTo>
                  <a:pt x="3569" y="12960"/>
                </a:lnTo>
                <a:lnTo>
                  <a:pt x="7160" y="12960"/>
                </a:lnTo>
                <a:lnTo>
                  <a:pt x="10800" y="12960"/>
                </a:lnTo>
                <a:lnTo>
                  <a:pt x="12463" y="9746"/>
                </a:lnTo>
                <a:lnTo>
                  <a:pt x="13576" y="7465"/>
                </a:lnTo>
                <a:lnTo>
                  <a:pt x="14396" y="5495"/>
                </a:lnTo>
                <a:lnTo>
                  <a:pt x="15185" y="3214"/>
                </a:lnTo>
                <a:lnTo>
                  <a:pt x="16200" y="0"/>
                </a:lnTo>
                <a:close/>
              </a:path>
            </a:pathLst>
          </a:custGeom>
          <a:solidFill>
            <a:srgbClr val="B6B7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6" name="contour_19224"/>
          <p:cNvSpPr/>
          <p:nvPr/>
        </p:nvSpPr>
        <p:spPr>
          <a:xfrm>
            <a:off x="2189484" y="599801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ADAF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7" name="contour_19225"/>
          <p:cNvSpPr/>
          <p:nvPr/>
        </p:nvSpPr>
        <p:spPr>
          <a:xfrm>
            <a:off x="5206713" y="599801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8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8A79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8" name="contour_19226"/>
          <p:cNvSpPr/>
          <p:nvPr/>
        </p:nvSpPr>
        <p:spPr>
          <a:xfrm>
            <a:off x="3785554" y="599801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8" y="526"/>
                </a:lnTo>
                <a:lnTo>
                  <a:pt x="3175" y="1058"/>
                </a:lnTo>
                <a:lnTo>
                  <a:pt x="5373" y="1793"/>
                </a:lnTo>
                <a:lnTo>
                  <a:pt x="8775" y="2923"/>
                </a:lnTo>
                <a:lnTo>
                  <a:pt x="13986" y="465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8C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29" name="contour_19227"/>
          <p:cNvSpPr/>
          <p:nvPr/>
        </p:nvSpPr>
        <p:spPr>
          <a:xfrm>
            <a:off x="10811178" y="599801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8EA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0" name="contour_19228"/>
          <p:cNvSpPr/>
          <p:nvPr/>
        </p:nvSpPr>
        <p:spPr>
          <a:xfrm>
            <a:off x="6802783" y="598344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43" y="16157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F3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1" name="contour_19229"/>
          <p:cNvSpPr/>
          <p:nvPr/>
        </p:nvSpPr>
        <p:spPr>
          <a:xfrm>
            <a:off x="6773631" y="598344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6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8359" y="18290"/>
                </a:lnTo>
                <a:lnTo>
                  <a:pt x="6577" y="15822"/>
                </a:lnTo>
                <a:lnTo>
                  <a:pt x="5146" y="13754"/>
                </a:lnTo>
                <a:lnTo>
                  <a:pt x="3775" y="11621"/>
                </a:lnTo>
                <a:lnTo>
                  <a:pt x="2160" y="8991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BAD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2" name="contour_19230"/>
          <p:cNvSpPr/>
          <p:nvPr/>
        </p:nvSpPr>
        <p:spPr>
          <a:xfrm>
            <a:off x="4405034" y="597615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835" y="19562"/>
                </a:lnTo>
                <a:lnTo>
                  <a:pt x="12390" y="17525"/>
                </a:lnTo>
                <a:lnTo>
                  <a:pt x="9936" y="15480"/>
                </a:lnTo>
                <a:lnTo>
                  <a:pt x="7474" y="13428"/>
                </a:lnTo>
                <a:lnTo>
                  <a:pt x="4998" y="11362"/>
                </a:lnTo>
                <a:lnTo>
                  <a:pt x="2510" y="9288"/>
                </a:lnTo>
                <a:lnTo>
                  <a:pt x="0" y="7200"/>
                </a:lnTo>
                <a:lnTo>
                  <a:pt x="2825" y="5530"/>
                </a:lnTo>
                <a:lnTo>
                  <a:pt x="5486" y="4075"/>
                </a:lnTo>
                <a:lnTo>
                  <a:pt x="8048" y="2837"/>
                </a:lnTo>
                <a:lnTo>
                  <a:pt x="10571" y="1822"/>
                </a:lnTo>
                <a:lnTo>
                  <a:pt x="13120" y="1030"/>
                </a:lnTo>
                <a:lnTo>
                  <a:pt x="15768" y="461"/>
                </a:lnTo>
                <a:lnTo>
                  <a:pt x="18572" y="115"/>
                </a:lnTo>
                <a:lnTo>
                  <a:pt x="21600" y="0"/>
                </a:lnTo>
                <a:close/>
              </a:path>
            </a:pathLst>
          </a:custGeom>
          <a:solidFill>
            <a:srgbClr val="2A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3" name="contour_19231"/>
          <p:cNvSpPr/>
          <p:nvPr/>
        </p:nvSpPr>
        <p:spPr>
          <a:xfrm>
            <a:off x="7699206" y="597615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642" y="3488"/>
                </a:lnTo>
                <a:lnTo>
                  <a:pt x="18743" y="6998"/>
                </a:lnTo>
                <a:lnTo>
                  <a:pt x="19597" y="10552"/>
                </a:lnTo>
                <a:lnTo>
                  <a:pt x="20299" y="14164"/>
                </a:lnTo>
                <a:lnTo>
                  <a:pt x="20936" y="17842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1339" y="8127"/>
                </a:lnTo>
                <a:lnTo>
                  <a:pt x="2678" y="5443"/>
                </a:lnTo>
                <a:lnTo>
                  <a:pt x="4034" y="2738"/>
                </a:lnTo>
                <a:lnTo>
                  <a:pt x="5400" y="0"/>
                </a:lnTo>
                <a:close/>
              </a:path>
            </a:pathLst>
          </a:custGeom>
          <a:solidFill>
            <a:srgbClr val="D6CF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4" name="contour_19232"/>
          <p:cNvSpPr/>
          <p:nvPr/>
        </p:nvSpPr>
        <p:spPr>
          <a:xfrm>
            <a:off x="4105038" y="5954289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4555" y="1961"/>
                </a:lnTo>
                <a:lnTo>
                  <a:pt x="7969" y="3944"/>
                </a:lnTo>
                <a:lnTo>
                  <a:pt x="11357" y="5940"/>
                </a:lnTo>
                <a:lnTo>
                  <a:pt x="12791" y="6774"/>
                </a:lnTo>
                <a:lnTo>
                  <a:pt x="17120" y="9279"/>
                </a:lnTo>
                <a:lnTo>
                  <a:pt x="19305" y="11146"/>
                </a:lnTo>
                <a:lnTo>
                  <a:pt x="20630" y="12718"/>
                </a:lnTo>
                <a:lnTo>
                  <a:pt x="21313" y="14589"/>
                </a:lnTo>
                <a:lnTo>
                  <a:pt x="21566" y="17353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4344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5" name="contour_19233"/>
          <p:cNvSpPr/>
          <p:nvPr/>
        </p:nvSpPr>
        <p:spPr>
          <a:xfrm>
            <a:off x="717310" y="5953305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7993" y="20787"/>
                </a:lnTo>
                <a:lnTo>
                  <a:pt x="14391" y="19926"/>
                </a:lnTo>
                <a:lnTo>
                  <a:pt x="10800" y="19016"/>
                </a:lnTo>
                <a:lnTo>
                  <a:pt x="7787" y="18293"/>
                </a:lnTo>
                <a:lnTo>
                  <a:pt x="4725" y="17562"/>
                </a:lnTo>
                <a:lnTo>
                  <a:pt x="2381" y="16143"/>
                </a:lnTo>
                <a:lnTo>
                  <a:pt x="0" y="14710"/>
                </a:lnTo>
                <a:lnTo>
                  <a:pt x="0" y="10156"/>
                </a:lnTo>
                <a:lnTo>
                  <a:pt x="0" y="5574"/>
                </a:lnTo>
                <a:lnTo>
                  <a:pt x="0" y="930"/>
                </a:lnTo>
                <a:close/>
              </a:path>
            </a:pathLst>
          </a:custGeom>
          <a:solidFill>
            <a:srgbClr val="9ABD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6" name="contour_19234"/>
          <p:cNvSpPr/>
          <p:nvPr/>
        </p:nvSpPr>
        <p:spPr>
          <a:xfrm>
            <a:off x="4273850" y="593242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393A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7" name="contour_19235"/>
          <p:cNvSpPr/>
          <p:nvPr/>
        </p:nvSpPr>
        <p:spPr>
          <a:xfrm>
            <a:off x="1205605" y="593242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61" y="13473"/>
                </a:lnTo>
                <a:lnTo>
                  <a:pt x="18922" y="16157"/>
                </a:lnTo>
                <a:lnTo>
                  <a:pt x="17566" y="1886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3330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8" name="contour_19236"/>
          <p:cNvSpPr/>
          <p:nvPr/>
        </p:nvSpPr>
        <p:spPr>
          <a:xfrm>
            <a:off x="1088997" y="593242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D47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39" name="contour_19237"/>
          <p:cNvSpPr/>
          <p:nvPr/>
        </p:nvSpPr>
        <p:spPr>
          <a:xfrm>
            <a:off x="7152606" y="591784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6B8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0" name="contour_19238"/>
          <p:cNvSpPr/>
          <p:nvPr/>
        </p:nvSpPr>
        <p:spPr>
          <a:xfrm>
            <a:off x="680870" y="591784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3564"/>
                </a:lnTo>
                <a:lnTo>
                  <a:pt x="12921" y="7135"/>
                </a:lnTo>
                <a:lnTo>
                  <a:pt x="15072" y="10721"/>
                </a:lnTo>
                <a:lnTo>
                  <a:pt x="17232" y="14321"/>
                </a:lnTo>
                <a:lnTo>
                  <a:pt x="19405" y="17942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2138" y="10836"/>
                </a:lnTo>
                <a:lnTo>
                  <a:pt x="4290" y="7258"/>
                </a:lnTo>
                <a:lnTo>
                  <a:pt x="6450" y="3650"/>
                </a:lnTo>
                <a:lnTo>
                  <a:pt x="8640" y="0"/>
                </a:lnTo>
                <a:close/>
              </a:path>
            </a:pathLst>
          </a:custGeom>
          <a:solidFill>
            <a:srgbClr val="9EBB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1" name="contour_19239"/>
          <p:cNvSpPr/>
          <p:nvPr/>
        </p:nvSpPr>
        <p:spPr>
          <a:xfrm>
            <a:off x="4893329" y="59105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A1C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2" name="contour_19240"/>
          <p:cNvSpPr/>
          <p:nvPr/>
        </p:nvSpPr>
        <p:spPr>
          <a:xfrm>
            <a:off x="2189484" y="5910561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116"/>
                </a:lnTo>
                <a:lnTo>
                  <a:pt x="0" y="11534"/>
                </a:lnTo>
                <a:lnTo>
                  <a:pt x="0" y="6890"/>
                </a:lnTo>
                <a:lnTo>
                  <a:pt x="3618" y="3913"/>
                </a:lnTo>
                <a:lnTo>
                  <a:pt x="6858" y="1950"/>
                </a:lnTo>
                <a:lnTo>
                  <a:pt x="10001" y="779"/>
                </a:lnTo>
                <a:lnTo>
                  <a:pt x="13322" y="207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C4C6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3" name="contour_19241"/>
          <p:cNvSpPr/>
          <p:nvPr/>
        </p:nvSpPr>
        <p:spPr>
          <a:xfrm>
            <a:off x="7189046" y="590327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61" y="13473"/>
                </a:lnTo>
                <a:lnTo>
                  <a:pt x="18922" y="16157"/>
                </a:lnTo>
                <a:lnTo>
                  <a:pt x="17566" y="18862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685B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4" name="contour_19242"/>
          <p:cNvSpPr/>
          <p:nvPr/>
        </p:nvSpPr>
        <p:spPr>
          <a:xfrm>
            <a:off x="2393548" y="588140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AD97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5" name="contour_19243"/>
          <p:cNvSpPr/>
          <p:nvPr/>
        </p:nvSpPr>
        <p:spPr>
          <a:xfrm>
            <a:off x="7968861" y="589598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601" y="2020"/>
                </a:lnTo>
                <a:lnTo>
                  <a:pt x="7999" y="3548"/>
                </a:lnTo>
                <a:lnTo>
                  <a:pt x="10800" y="4892"/>
                </a:lnTo>
                <a:lnTo>
                  <a:pt x="13601" y="6350"/>
                </a:lnTo>
                <a:lnTo>
                  <a:pt x="1699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ACE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6" name="contour_19244"/>
          <p:cNvSpPr/>
          <p:nvPr/>
        </p:nvSpPr>
        <p:spPr>
          <a:xfrm>
            <a:off x="2349820" y="589598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0DE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7" name="contour_19245"/>
          <p:cNvSpPr/>
          <p:nvPr/>
        </p:nvSpPr>
        <p:spPr>
          <a:xfrm>
            <a:off x="5526728" y="5874121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1069"/>
                </a:lnTo>
                <a:lnTo>
                  <a:pt x="8948" y="2144"/>
                </a:lnTo>
                <a:lnTo>
                  <a:pt x="13128" y="3218"/>
                </a:lnTo>
                <a:lnTo>
                  <a:pt x="17343" y="4304"/>
                </a:lnTo>
                <a:lnTo>
                  <a:pt x="21600" y="5400"/>
                </a:lnTo>
                <a:lnTo>
                  <a:pt x="20216" y="8608"/>
                </a:lnTo>
                <a:lnTo>
                  <a:pt x="18825" y="11826"/>
                </a:lnTo>
                <a:lnTo>
                  <a:pt x="17434" y="15055"/>
                </a:lnTo>
                <a:lnTo>
                  <a:pt x="16029" y="18311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E4E7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8" name="contour_19246"/>
          <p:cNvSpPr/>
          <p:nvPr/>
        </p:nvSpPr>
        <p:spPr>
          <a:xfrm>
            <a:off x="4485201" y="587412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3" y="2445"/>
                </a:lnTo>
                <a:lnTo>
                  <a:pt x="6113" y="4890"/>
                </a:lnTo>
                <a:lnTo>
                  <a:pt x="9180" y="7344"/>
                </a:lnTo>
                <a:lnTo>
                  <a:pt x="12262" y="9806"/>
                </a:lnTo>
                <a:lnTo>
                  <a:pt x="15350" y="12282"/>
                </a:lnTo>
                <a:lnTo>
                  <a:pt x="18468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EF2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49" name="contour_19247"/>
          <p:cNvSpPr/>
          <p:nvPr/>
        </p:nvSpPr>
        <p:spPr>
          <a:xfrm>
            <a:off x="2080164" y="587412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D9D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0" name="contour_19248"/>
          <p:cNvSpPr/>
          <p:nvPr/>
        </p:nvSpPr>
        <p:spPr>
          <a:xfrm>
            <a:off x="1919828" y="58668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C1C6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1" name="contour_19249"/>
          <p:cNvSpPr/>
          <p:nvPr/>
        </p:nvSpPr>
        <p:spPr>
          <a:xfrm>
            <a:off x="1271197" y="587412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CAF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2" name="contour_19250"/>
          <p:cNvSpPr/>
          <p:nvPr/>
        </p:nvSpPr>
        <p:spPr>
          <a:xfrm>
            <a:off x="10446779" y="585954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AEC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3" name="contour_19251"/>
          <p:cNvSpPr/>
          <p:nvPr/>
        </p:nvSpPr>
        <p:spPr>
          <a:xfrm>
            <a:off x="8049029" y="585954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2F30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4" name="contour_19252"/>
          <p:cNvSpPr/>
          <p:nvPr/>
        </p:nvSpPr>
        <p:spPr>
          <a:xfrm>
            <a:off x="8012589" y="585127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052" y="16770"/>
                </a:lnTo>
                <a:lnTo>
                  <a:pt x="15250" y="17886"/>
                </a:lnTo>
                <a:lnTo>
                  <a:pt x="10800" y="19016"/>
                </a:lnTo>
                <a:lnTo>
                  <a:pt x="9288" y="19402"/>
                </a:lnTo>
                <a:lnTo>
                  <a:pt x="4725" y="20580"/>
                </a:lnTo>
                <a:lnTo>
                  <a:pt x="2376" y="2109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E4E9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5" name="contour_19253"/>
          <p:cNvSpPr/>
          <p:nvPr/>
        </p:nvSpPr>
        <p:spPr>
          <a:xfrm>
            <a:off x="7954285" y="584496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135" y="3208"/>
                </a:lnTo>
                <a:lnTo>
                  <a:pt x="18995" y="6426"/>
                </a:lnTo>
                <a:lnTo>
                  <a:pt x="19855" y="9655"/>
                </a:lnTo>
                <a:lnTo>
                  <a:pt x="20723" y="12911"/>
                </a:lnTo>
                <a:lnTo>
                  <a:pt x="21600" y="16200"/>
                </a:lnTo>
                <a:lnTo>
                  <a:pt x="19492" y="18182"/>
                </a:lnTo>
                <a:lnTo>
                  <a:pt x="17889" y="19408"/>
                </a:lnTo>
                <a:lnTo>
                  <a:pt x="15980" y="20374"/>
                </a:lnTo>
                <a:lnTo>
                  <a:pt x="12960" y="21600"/>
                </a:lnTo>
                <a:lnTo>
                  <a:pt x="9975" y="19440"/>
                </a:lnTo>
                <a:lnTo>
                  <a:pt x="7802" y="17825"/>
                </a:lnTo>
                <a:lnTo>
                  <a:pt x="6074" y="16454"/>
                </a:lnTo>
                <a:lnTo>
                  <a:pt x="4441" y="15023"/>
                </a:lnTo>
                <a:lnTo>
                  <a:pt x="2536" y="13241"/>
                </a:lnTo>
                <a:lnTo>
                  <a:pt x="0" y="10800"/>
                </a:lnTo>
                <a:lnTo>
                  <a:pt x="2445" y="9272"/>
                </a:lnTo>
                <a:lnTo>
                  <a:pt x="4890" y="7744"/>
                </a:lnTo>
                <a:lnTo>
                  <a:pt x="7344" y="6210"/>
                </a:lnTo>
                <a:lnTo>
                  <a:pt x="9806" y="4671"/>
                </a:lnTo>
                <a:lnTo>
                  <a:pt x="12282" y="3121"/>
                </a:lnTo>
                <a:lnTo>
                  <a:pt x="14770" y="1566"/>
                </a:lnTo>
                <a:lnTo>
                  <a:pt x="17280" y="0"/>
                </a:lnTo>
                <a:close/>
              </a:path>
            </a:pathLst>
          </a:custGeom>
          <a:solidFill>
            <a:srgbClr val="676B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6" name="contour_19254"/>
          <p:cNvSpPr/>
          <p:nvPr/>
        </p:nvSpPr>
        <p:spPr>
          <a:xfrm>
            <a:off x="5563824" y="584496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0CD9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7" name="contour_19255"/>
          <p:cNvSpPr/>
          <p:nvPr/>
        </p:nvSpPr>
        <p:spPr>
          <a:xfrm>
            <a:off x="1846949" y="585225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4" y="5348"/>
                </a:lnTo>
                <a:lnTo>
                  <a:pt x="18922" y="8031"/>
                </a:lnTo>
                <a:lnTo>
                  <a:pt x="18029" y="10718"/>
                </a:lnTo>
                <a:lnTo>
                  <a:pt x="17129" y="13418"/>
                </a:lnTo>
                <a:lnTo>
                  <a:pt x="16222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9965" y="16744"/>
                </a:lnTo>
                <a:lnTo>
                  <a:pt x="6746" y="13189"/>
                </a:lnTo>
                <a:lnTo>
                  <a:pt x="4486" y="10632"/>
                </a:lnTo>
                <a:lnTo>
                  <a:pt x="2930" y="8770"/>
                </a:lnTo>
                <a:lnTo>
                  <a:pt x="1836" y="7296"/>
                </a:lnTo>
                <a:lnTo>
                  <a:pt x="943" y="5914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4949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8" name="contour_19256"/>
          <p:cNvSpPr/>
          <p:nvPr/>
        </p:nvSpPr>
        <p:spPr>
          <a:xfrm>
            <a:off x="9965771" y="584496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006" y="2843"/>
                </a:lnTo>
                <a:lnTo>
                  <a:pt x="17510" y="5676"/>
                </a:lnTo>
                <a:lnTo>
                  <a:pt x="18871" y="8519"/>
                </a:lnTo>
                <a:lnTo>
                  <a:pt x="20045" y="11388"/>
                </a:lnTo>
                <a:lnTo>
                  <a:pt x="20966" y="14304"/>
                </a:lnTo>
                <a:lnTo>
                  <a:pt x="21600" y="17280"/>
                </a:lnTo>
                <a:lnTo>
                  <a:pt x="17575" y="19172"/>
                </a:lnTo>
                <a:lnTo>
                  <a:pt x="14731" y="20252"/>
                </a:lnTo>
                <a:lnTo>
                  <a:pt x="11729" y="20926"/>
                </a:lnTo>
                <a:lnTo>
                  <a:pt x="7200" y="21600"/>
                </a:lnTo>
                <a:lnTo>
                  <a:pt x="4982" y="18645"/>
                </a:lnTo>
                <a:lnTo>
                  <a:pt x="3499" y="16494"/>
                </a:lnTo>
                <a:lnTo>
                  <a:pt x="2405" y="14524"/>
                </a:lnTo>
                <a:lnTo>
                  <a:pt x="1354" y="12113"/>
                </a:lnTo>
                <a:lnTo>
                  <a:pt x="0" y="8640"/>
                </a:lnTo>
                <a:lnTo>
                  <a:pt x="4025" y="5620"/>
                </a:lnTo>
                <a:lnTo>
                  <a:pt x="6869" y="3711"/>
                </a:lnTo>
                <a:lnTo>
                  <a:pt x="9871" y="2108"/>
                </a:lnTo>
                <a:lnTo>
                  <a:pt x="14400" y="0"/>
                </a:lnTo>
                <a:close/>
              </a:path>
            </a:pathLst>
          </a:custGeom>
          <a:solidFill>
            <a:srgbClr val="F9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59" name="contour_19257"/>
          <p:cNvSpPr/>
          <p:nvPr/>
        </p:nvSpPr>
        <p:spPr>
          <a:xfrm>
            <a:off x="1730341" y="583768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48" y="1771"/>
                </a:lnTo>
                <a:lnTo>
                  <a:pt x="9590" y="3218"/>
                </a:lnTo>
                <a:lnTo>
                  <a:pt x="12671" y="4522"/>
                </a:lnTo>
                <a:lnTo>
                  <a:pt x="14926" y="5839"/>
                </a:lnTo>
                <a:lnTo>
                  <a:pt x="16597" y="7358"/>
                </a:lnTo>
                <a:lnTo>
                  <a:pt x="17928" y="9252"/>
                </a:lnTo>
                <a:lnTo>
                  <a:pt x="19155" y="11693"/>
                </a:lnTo>
                <a:lnTo>
                  <a:pt x="20520" y="14846"/>
                </a:lnTo>
                <a:lnTo>
                  <a:pt x="21056" y="18202"/>
                </a:lnTo>
                <a:lnTo>
                  <a:pt x="21600" y="21600"/>
                </a:lnTo>
                <a:lnTo>
                  <a:pt x="16152" y="19829"/>
                </a:lnTo>
                <a:lnTo>
                  <a:pt x="12010" y="18382"/>
                </a:lnTo>
                <a:lnTo>
                  <a:pt x="8929" y="17078"/>
                </a:lnTo>
                <a:lnTo>
                  <a:pt x="6674" y="15761"/>
                </a:lnTo>
                <a:lnTo>
                  <a:pt x="5003" y="14242"/>
                </a:lnTo>
                <a:lnTo>
                  <a:pt x="3672" y="12348"/>
                </a:lnTo>
                <a:lnTo>
                  <a:pt x="2445" y="9907"/>
                </a:lnTo>
                <a:lnTo>
                  <a:pt x="1080" y="6754"/>
                </a:lnTo>
                <a:lnTo>
                  <a:pt x="544" y="3398"/>
                </a:lnTo>
                <a:lnTo>
                  <a:pt x="0" y="0"/>
                </a:lnTo>
                <a:close/>
              </a:path>
            </a:pathLst>
          </a:custGeom>
          <a:solidFill>
            <a:srgbClr val="1616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0" name="contour_19258"/>
          <p:cNvSpPr/>
          <p:nvPr/>
        </p:nvSpPr>
        <p:spPr>
          <a:xfrm>
            <a:off x="4827737" y="582310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DCF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1" name="contour_19259"/>
          <p:cNvSpPr/>
          <p:nvPr/>
        </p:nvSpPr>
        <p:spPr>
          <a:xfrm>
            <a:off x="9957827" y="5830393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1069"/>
                </a:lnTo>
                <a:lnTo>
                  <a:pt x="8948" y="2144"/>
                </a:lnTo>
                <a:lnTo>
                  <a:pt x="13128" y="3218"/>
                </a:lnTo>
                <a:lnTo>
                  <a:pt x="17343" y="4304"/>
                </a:lnTo>
                <a:lnTo>
                  <a:pt x="21600" y="5400"/>
                </a:lnTo>
                <a:lnTo>
                  <a:pt x="20216" y="8608"/>
                </a:lnTo>
                <a:lnTo>
                  <a:pt x="18825" y="11826"/>
                </a:lnTo>
                <a:lnTo>
                  <a:pt x="17434" y="15055"/>
                </a:lnTo>
                <a:lnTo>
                  <a:pt x="16029" y="18311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FA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2" name="contour_19260"/>
          <p:cNvSpPr/>
          <p:nvPr/>
        </p:nvSpPr>
        <p:spPr>
          <a:xfrm>
            <a:off x="2335244" y="5815817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70" y="0"/>
                </a:move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5544" y="18025"/>
                </a:lnTo>
                <a:lnTo>
                  <a:pt x="11906" y="19219"/>
                </a:lnTo>
                <a:lnTo>
                  <a:pt x="8764" y="20039"/>
                </a:lnTo>
                <a:lnTo>
                  <a:pt x="5126" y="20747"/>
                </a:lnTo>
                <a:lnTo>
                  <a:pt x="0" y="21600"/>
                </a:lnTo>
                <a:lnTo>
                  <a:pt x="2184" y="15136"/>
                </a:lnTo>
                <a:lnTo>
                  <a:pt x="3913" y="10670"/>
                </a:lnTo>
                <a:lnTo>
                  <a:pt x="5588" y="7646"/>
                </a:lnTo>
                <a:lnTo>
                  <a:pt x="7600" y="5508"/>
                </a:lnTo>
                <a:lnTo>
                  <a:pt x="10342" y="3704"/>
                </a:lnTo>
                <a:lnTo>
                  <a:pt x="14207" y="1685"/>
                </a:lnTo>
                <a:lnTo>
                  <a:pt x="15819" y="1269"/>
                </a:lnTo>
                <a:lnTo>
                  <a:pt x="20670" y="0"/>
                </a:lnTo>
                <a:close/>
              </a:path>
            </a:pathLst>
          </a:custGeom>
          <a:solidFill>
            <a:srgbClr val="CDD4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3" name="contour_19261"/>
          <p:cNvSpPr/>
          <p:nvPr/>
        </p:nvSpPr>
        <p:spPr>
          <a:xfrm>
            <a:off x="1912540" y="581581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747" y="3856"/>
                </a:lnTo>
                <a:lnTo>
                  <a:pt x="20039" y="6626"/>
                </a:lnTo>
                <a:lnTo>
                  <a:pt x="19219" y="9088"/>
                </a:lnTo>
                <a:lnTo>
                  <a:pt x="18025" y="12020"/>
                </a:lnTo>
                <a:lnTo>
                  <a:pt x="16200" y="16200"/>
                </a:lnTo>
                <a:lnTo>
                  <a:pt x="12020" y="18025"/>
                </a:lnTo>
                <a:lnTo>
                  <a:pt x="9088" y="19219"/>
                </a:lnTo>
                <a:lnTo>
                  <a:pt x="6626" y="20039"/>
                </a:lnTo>
                <a:lnTo>
                  <a:pt x="3856" y="20747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2C23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4" name="contour_19262"/>
          <p:cNvSpPr/>
          <p:nvPr/>
        </p:nvSpPr>
        <p:spPr>
          <a:xfrm>
            <a:off x="4652825" y="581581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8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E5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5" name="contour_19263"/>
          <p:cNvSpPr/>
          <p:nvPr/>
        </p:nvSpPr>
        <p:spPr>
          <a:xfrm>
            <a:off x="2043724" y="580852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2673"/>
                </a:lnTo>
                <a:lnTo>
                  <a:pt x="12921" y="5351"/>
                </a:lnTo>
                <a:lnTo>
                  <a:pt x="15072" y="8041"/>
                </a:lnTo>
                <a:lnTo>
                  <a:pt x="17232" y="10741"/>
                </a:lnTo>
                <a:lnTo>
                  <a:pt x="19405" y="13457"/>
                </a:lnTo>
                <a:lnTo>
                  <a:pt x="21600" y="16200"/>
                </a:lnTo>
                <a:lnTo>
                  <a:pt x="19492" y="18182"/>
                </a:lnTo>
                <a:lnTo>
                  <a:pt x="17889" y="19408"/>
                </a:lnTo>
                <a:lnTo>
                  <a:pt x="15984" y="20374"/>
                </a:lnTo>
                <a:lnTo>
                  <a:pt x="12960" y="21600"/>
                </a:lnTo>
                <a:lnTo>
                  <a:pt x="9975" y="19440"/>
                </a:lnTo>
                <a:lnTo>
                  <a:pt x="7802" y="17825"/>
                </a:lnTo>
                <a:lnTo>
                  <a:pt x="6074" y="16454"/>
                </a:lnTo>
                <a:lnTo>
                  <a:pt x="4441" y="15023"/>
                </a:lnTo>
                <a:lnTo>
                  <a:pt x="2536" y="13241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C7B7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6" name="contour_19264"/>
          <p:cNvSpPr/>
          <p:nvPr/>
        </p:nvSpPr>
        <p:spPr>
          <a:xfrm>
            <a:off x="1685957" y="5808529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0" y="0"/>
                </a:moveTo>
                <a:lnTo>
                  <a:pt x="15994" y="3208"/>
                </a:lnTo>
                <a:lnTo>
                  <a:pt x="17385" y="6426"/>
                </a:lnTo>
                <a:lnTo>
                  <a:pt x="18776" y="9655"/>
                </a:lnTo>
                <a:lnTo>
                  <a:pt x="20181" y="12911"/>
                </a:lnTo>
                <a:lnTo>
                  <a:pt x="21600" y="16200"/>
                </a:lnTo>
                <a:lnTo>
                  <a:pt x="17448" y="17269"/>
                </a:lnTo>
                <a:lnTo>
                  <a:pt x="13282" y="18344"/>
                </a:lnTo>
                <a:lnTo>
                  <a:pt x="9101" y="19418"/>
                </a:lnTo>
                <a:lnTo>
                  <a:pt x="4886" y="20504"/>
                </a:lnTo>
                <a:lnTo>
                  <a:pt x="629" y="21600"/>
                </a:lnTo>
                <a:lnTo>
                  <a:pt x="210" y="17744"/>
                </a:lnTo>
                <a:lnTo>
                  <a:pt x="0" y="14974"/>
                </a:lnTo>
                <a:lnTo>
                  <a:pt x="0" y="12512"/>
                </a:lnTo>
                <a:lnTo>
                  <a:pt x="210" y="9580"/>
                </a:lnTo>
                <a:lnTo>
                  <a:pt x="629" y="5400"/>
                </a:lnTo>
                <a:lnTo>
                  <a:pt x="4781" y="3224"/>
                </a:lnTo>
                <a:lnTo>
                  <a:pt x="7619" y="1939"/>
                </a:lnTo>
                <a:lnTo>
                  <a:pt x="10457" y="1031"/>
                </a:lnTo>
                <a:lnTo>
                  <a:pt x="14610" y="0"/>
                </a:lnTo>
                <a:close/>
              </a:path>
            </a:pathLst>
          </a:custGeom>
          <a:solidFill>
            <a:srgbClr val="AB8F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7" name="contour_19265"/>
          <p:cNvSpPr/>
          <p:nvPr/>
        </p:nvSpPr>
        <p:spPr>
          <a:xfrm>
            <a:off x="5651280" y="579395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8127" y="18927"/>
                </a:lnTo>
                <a:lnTo>
                  <a:pt x="5443" y="16243"/>
                </a:lnTo>
                <a:lnTo>
                  <a:pt x="2738" y="13538"/>
                </a:lnTo>
                <a:lnTo>
                  <a:pt x="0" y="10800"/>
                </a:lnTo>
                <a:lnTo>
                  <a:pt x="3537" y="6799"/>
                </a:lnTo>
                <a:lnTo>
                  <a:pt x="6291" y="3937"/>
                </a:lnTo>
                <a:lnTo>
                  <a:pt x="8645" y="2014"/>
                </a:lnTo>
                <a:lnTo>
                  <a:pt x="10973" y="848"/>
                </a:lnTo>
                <a:lnTo>
                  <a:pt x="13657" y="254"/>
                </a:lnTo>
                <a:lnTo>
                  <a:pt x="17075" y="32"/>
                </a:lnTo>
                <a:lnTo>
                  <a:pt x="21600" y="0"/>
                </a:lnTo>
                <a:close/>
              </a:path>
            </a:pathLst>
          </a:custGeom>
          <a:solidFill>
            <a:srgbClr val="8989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8" name="contour_19266"/>
          <p:cNvSpPr/>
          <p:nvPr/>
        </p:nvSpPr>
        <p:spPr>
          <a:xfrm>
            <a:off x="717310" y="578666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58" y="2673"/>
                </a:lnTo>
                <a:lnTo>
                  <a:pt x="8601" y="5351"/>
                </a:lnTo>
                <a:lnTo>
                  <a:pt x="10744" y="8030"/>
                </a:lnTo>
                <a:lnTo>
                  <a:pt x="12895" y="10719"/>
                </a:lnTo>
                <a:lnTo>
                  <a:pt x="15055" y="13419"/>
                </a:lnTo>
                <a:lnTo>
                  <a:pt x="17224" y="16130"/>
                </a:lnTo>
                <a:lnTo>
                  <a:pt x="19405" y="18857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46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69" name="contour_19267"/>
          <p:cNvSpPr/>
          <p:nvPr/>
        </p:nvSpPr>
        <p:spPr>
          <a:xfrm>
            <a:off x="10723722" y="577937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BDE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0" name="contour_19268"/>
          <p:cNvSpPr/>
          <p:nvPr/>
        </p:nvSpPr>
        <p:spPr>
          <a:xfrm>
            <a:off x="4062498" y="57793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13C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1" name="contour_19269"/>
          <p:cNvSpPr/>
          <p:nvPr/>
        </p:nvSpPr>
        <p:spPr>
          <a:xfrm>
            <a:off x="10439491" y="577937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FE2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2" name="contour_19270"/>
          <p:cNvSpPr/>
          <p:nvPr/>
        </p:nvSpPr>
        <p:spPr>
          <a:xfrm>
            <a:off x="7677342" y="57793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7582" y="16618"/>
                </a:lnTo>
                <a:lnTo>
                  <a:pt x="14731" y="18101"/>
                </a:lnTo>
                <a:lnTo>
                  <a:pt x="12269" y="19195"/>
                </a:lnTo>
                <a:lnTo>
                  <a:pt x="9418" y="2024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335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3" name="contour_19271"/>
          <p:cNvSpPr/>
          <p:nvPr/>
        </p:nvSpPr>
        <p:spPr>
          <a:xfrm>
            <a:off x="5410776" y="5771433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0531" y="4781"/>
                </a:lnTo>
                <a:lnTo>
                  <a:pt x="19456" y="8948"/>
                </a:lnTo>
                <a:lnTo>
                  <a:pt x="18382" y="13128"/>
                </a:lnTo>
                <a:lnTo>
                  <a:pt x="17296" y="17343"/>
                </a:lnTo>
                <a:lnTo>
                  <a:pt x="16200" y="21600"/>
                </a:lnTo>
                <a:lnTo>
                  <a:pt x="12992" y="20216"/>
                </a:lnTo>
                <a:lnTo>
                  <a:pt x="9774" y="18825"/>
                </a:lnTo>
                <a:lnTo>
                  <a:pt x="6545" y="17434"/>
                </a:lnTo>
                <a:lnTo>
                  <a:pt x="3289" y="16029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2422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4" name="contour_19272"/>
          <p:cNvSpPr/>
          <p:nvPr/>
        </p:nvSpPr>
        <p:spPr>
          <a:xfrm>
            <a:off x="2437276" y="577208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CAD1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5" name="contour_19273"/>
          <p:cNvSpPr/>
          <p:nvPr/>
        </p:nvSpPr>
        <p:spPr>
          <a:xfrm>
            <a:off x="7495142" y="575751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FE2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6" name="contour_19274"/>
          <p:cNvSpPr/>
          <p:nvPr/>
        </p:nvSpPr>
        <p:spPr>
          <a:xfrm>
            <a:off x="3975042" y="576480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4" y="5348"/>
                </a:lnTo>
                <a:lnTo>
                  <a:pt x="18922" y="8031"/>
                </a:lnTo>
                <a:lnTo>
                  <a:pt x="18029" y="10718"/>
                </a:lnTo>
                <a:lnTo>
                  <a:pt x="17129" y="13418"/>
                </a:lnTo>
                <a:lnTo>
                  <a:pt x="16222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9648" y="17660"/>
                </a:lnTo>
                <a:lnTo>
                  <a:pt x="6077" y="14580"/>
                </a:lnTo>
                <a:lnTo>
                  <a:pt x="3514" y="12109"/>
                </a:lnTo>
                <a:lnTo>
                  <a:pt x="1800" y="9988"/>
                </a:lnTo>
                <a:lnTo>
                  <a:pt x="756" y="7975"/>
                </a:lnTo>
                <a:lnTo>
                  <a:pt x="223" y="5806"/>
                </a:lnTo>
                <a:lnTo>
                  <a:pt x="29" y="3231"/>
                </a:lnTo>
                <a:lnTo>
                  <a:pt x="0" y="0"/>
                </a:lnTo>
                <a:close/>
              </a:path>
            </a:pathLst>
          </a:custGeom>
          <a:solidFill>
            <a:srgbClr val="6769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7" name="contour_19275"/>
          <p:cNvSpPr/>
          <p:nvPr/>
        </p:nvSpPr>
        <p:spPr>
          <a:xfrm>
            <a:off x="2327956" y="57502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FA5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8" name="contour_19276"/>
          <p:cNvSpPr/>
          <p:nvPr/>
        </p:nvSpPr>
        <p:spPr>
          <a:xfrm>
            <a:off x="1577293" y="575022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354"/>
                </a:lnTo>
                <a:lnTo>
                  <a:pt x="14524" y="2405"/>
                </a:lnTo>
                <a:lnTo>
                  <a:pt x="16494" y="3499"/>
                </a:lnTo>
                <a:lnTo>
                  <a:pt x="18645" y="4982"/>
                </a:lnTo>
                <a:lnTo>
                  <a:pt x="21600" y="7200"/>
                </a:lnTo>
                <a:lnTo>
                  <a:pt x="19492" y="11729"/>
                </a:lnTo>
                <a:lnTo>
                  <a:pt x="17889" y="14738"/>
                </a:lnTo>
                <a:lnTo>
                  <a:pt x="15984" y="17575"/>
                </a:lnTo>
                <a:lnTo>
                  <a:pt x="12960" y="21600"/>
                </a:lnTo>
                <a:lnTo>
                  <a:pt x="9487" y="20246"/>
                </a:lnTo>
                <a:lnTo>
                  <a:pt x="7076" y="19195"/>
                </a:lnTo>
                <a:lnTo>
                  <a:pt x="5106" y="18101"/>
                </a:lnTo>
                <a:lnTo>
                  <a:pt x="2955" y="16618"/>
                </a:lnTo>
                <a:lnTo>
                  <a:pt x="0" y="14400"/>
                </a:lnTo>
                <a:lnTo>
                  <a:pt x="2108" y="9871"/>
                </a:lnTo>
                <a:lnTo>
                  <a:pt x="3711" y="6862"/>
                </a:lnTo>
                <a:lnTo>
                  <a:pt x="5616" y="4025"/>
                </a:lnTo>
                <a:lnTo>
                  <a:pt x="8640" y="0"/>
                </a:lnTo>
                <a:close/>
              </a:path>
            </a:pathLst>
          </a:custGeom>
          <a:solidFill>
            <a:srgbClr val="0A080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79" name="contour_19277"/>
          <p:cNvSpPr/>
          <p:nvPr/>
        </p:nvSpPr>
        <p:spPr>
          <a:xfrm>
            <a:off x="8201312" y="5750225"/>
            <a:ext cx="2262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" y="0"/>
                </a:moveTo>
                <a:lnTo>
                  <a:pt x="4863" y="855"/>
                </a:lnTo>
                <a:lnTo>
                  <a:pt x="9009" y="1715"/>
                </a:lnTo>
                <a:lnTo>
                  <a:pt x="13169" y="2575"/>
                </a:lnTo>
                <a:lnTo>
                  <a:pt x="17363" y="3443"/>
                </a:lnTo>
                <a:lnTo>
                  <a:pt x="21600" y="4320"/>
                </a:lnTo>
                <a:lnTo>
                  <a:pt x="20452" y="7171"/>
                </a:lnTo>
                <a:lnTo>
                  <a:pt x="19304" y="10027"/>
                </a:lnTo>
                <a:lnTo>
                  <a:pt x="18150" y="12895"/>
                </a:lnTo>
                <a:lnTo>
                  <a:pt x="16988" y="15777"/>
                </a:lnTo>
                <a:lnTo>
                  <a:pt x="15819" y="18675"/>
                </a:lnTo>
                <a:lnTo>
                  <a:pt x="14643" y="21600"/>
                </a:lnTo>
                <a:lnTo>
                  <a:pt x="10511" y="20926"/>
                </a:lnTo>
                <a:lnTo>
                  <a:pt x="7687" y="20252"/>
                </a:lnTo>
                <a:lnTo>
                  <a:pt x="4863" y="19172"/>
                </a:lnTo>
                <a:lnTo>
                  <a:pt x="730" y="17280"/>
                </a:lnTo>
                <a:lnTo>
                  <a:pt x="223" y="14360"/>
                </a:lnTo>
                <a:lnTo>
                  <a:pt x="0" y="11504"/>
                </a:lnTo>
                <a:lnTo>
                  <a:pt x="0" y="8675"/>
                </a:lnTo>
                <a:lnTo>
                  <a:pt x="160" y="5841"/>
                </a:lnTo>
                <a:lnTo>
                  <a:pt x="417" y="2964"/>
                </a:lnTo>
                <a:lnTo>
                  <a:pt x="730" y="0"/>
                </a:lnTo>
                <a:close/>
              </a:path>
            </a:pathLst>
          </a:custGeom>
          <a:solidFill>
            <a:srgbClr val="3A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0" name="contour_19278"/>
          <p:cNvSpPr/>
          <p:nvPr/>
        </p:nvSpPr>
        <p:spPr>
          <a:xfrm>
            <a:off x="8078181" y="574293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138"/>
                </a:lnTo>
                <a:lnTo>
                  <a:pt x="11959" y="4281"/>
                </a:lnTo>
                <a:lnTo>
                  <a:pt x="14350" y="6432"/>
                </a:lnTo>
                <a:lnTo>
                  <a:pt x="16747" y="8592"/>
                </a:lnTo>
                <a:lnTo>
                  <a:pt x="19166" y="10765"/>
                </a:lnTo>
                <a:lnTo>
                  <a:pt x="21600" y="12960"/>
                </a:lnTo>
                <a:lnTo>
                  <a:pt x="18036" y="14386"/>
                </a:lnTo>
                <a:lnTo>
                  <a:pt x="14465" y="15816"/>
                </a:lnTo>
                <a:lnTo>
                  <a:pt x="10879" y="17245"/>
                </a:lnTo>
                <a:lnTo>
                  <a:pt x="7279" y="18688"/>
                </a:lnTo>
                <a:lnTo>
                  <a:pt x="3658" y="20140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4B4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1" name="contour_19279"/>
          <p:cNvSpPr/>
          <p:nvPr/>
        </p:nvSpPr>
        <p:spPr>
          <a:xfrm>
            <a:off x="6700751" y="572836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458" y="2673"/>
                </a:lnTo>
                <a:lnTo>
                  <a:pt x="8601" y="5351"/>
                </a:lnTo>
                <a:lnTo>
                  <a:pt x="10744" y="8030"/>
                </a:lnTo>
                <a:lnTo>
                  <a:pt x="12895" y="10719"/>
                </a:lnTo>
                <a:lnTo>
                  <a:pt x="15055" y="13419"/>
                </a:lnTo>
                <a:lnTo>
                  <a:pt x="17224" y="16130"/>
                </a:lnTo>
                <a:lnTo>
                  <a:pt x="19405" y="18857"/>
                </a:lnTo>
                <a:lnTo>
                  <a:pt x="21600" y="21600"/>
                </a:lnTo>
                <a:lnTo>
                  <a:pt x="18926" y="20930"/>
                </a:lnTo>
                <a:lnTo>
                  <a:pt x="16252" y="20261"/>
                </a:lnTo>
                <a:lnTo>
                  <a:pt x="13569" y="19591"/>
                </a:lnTo>
                <a:lnTo>
                  <a:pt x="10882" y="18922"/>
                </a:lnTo>
                <a:lnTo>
                  <a:pt x="8182" y="18247"/>
                </a:lnTo>
                <a:lnTo>
                  <a:pt x="5469" y="17566"/>
                </a:lnTo>
                <a:lnTo>
                  <a:pt x="2743" y="16886"/>
                </a:lnTo>
                <a:lnTo>
                  <a:pt x="0" y="16200"/>
                </a:lnTo>
                <a:lnTo>
                  <a:pt x="855" y="12992"/>
                </a:lnTo>
                <a:lnTo>
                  <a:pt x="1715" y="9774"/>
                </a:lnTo>
                <a:lnTo>
                  <a:pt x="2575" y="6545"/>
                </a:lnTo>
                <a:lnTo>
                  <a:pt x="3443" y="3289"/>
                </a:lnTo>
                <a:lnTo>
                  <a:pt x="4320" y="0"/>
                </a:lnTo>
                <a:close/>
              </a:path>
            </a:pathLst>
          </a:custGeom>
          <a:solidFill>
            <a:srgbClr val="D4D4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2" name="contour_19280"/>
          <p:cNvSpPr/>
          <p:nvPr/>
        </p:nvSpPr>
        <p:spPr>
          <a:xfrm>
            <a:off x="10993378" y="574293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3" name="contour_19281"/>
          <p:cNvSpPr/>
          <p:nvPr/>
        </p:nvSpPr>
        <p:spPr>
          <a:xfrm>
            <a:off x="8391565" y="573564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ED9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4" name="contour_19282"/>
          <p:cNvSpPr/>
          <p:nvPr/>
        </p:nvSpPr>
        <p:spPr>
          <a:xfrm>
            <a:off x="5214001" y="572107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61" y="13473"/>
                </a:lnTo>
                <a:lnTo>
                  <a:pt x="18922" y="16157"/>
                </a:lnTo>
                <a:lnTo>
                  <a:pt x="17566" y="18862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958" y="18112"/>
                </a:lnTo>
                <a:lnTo>
                  <a:pt x="2857" y="14602"/>
                </a:lnTo>
                <a:lnTo>
                  <a:pt x="2003" y="11048"/>
                </a:lnTo>
                <a:lnTo>
                  <a:pt x="1301" y="7436"/>
                </a:lnTo>
                <a:lnTo>
                  <a:pt x="664" y="3758"/>
                </a:lnTo>
                <a:lnTo>
                  <a:pt x="0" y="0"/>
                </a:lnTo>
                <a:close/>
              </a:path>
            </a:pathLst>
          </a:custGeom>
          <a:solidFill>
            <a:srgbClr val="33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5" name="contour_19283"/>
          <p:cNvSpPr/>
          <p:nvPr/>
        </p:nvSpPr>
        <p:spPr>
          <a:xfrm>
            <a:off x="7451414" y="57283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492" y="11729"/>
                </a:lnTo>
                <a:lnTo>
                  <a:pt x="17889" y="14738"/>
                </a:lnTo>
                <a:lnTo>
                  <a:pt x="15980" y="17575"/>
                </a:lnTo>
                <a:lnTo>
                  <a:pt x="12960" y="21600"/>
                </a:lnTo>
                <a:lnTo>
                  <a:pt x="9487" y="20678"/>
                </a:lnTo>
                <a:lnTo>
                  <a:pt x="7076" y="19843"/>
                </a:lnTo>
                <a:lnTo>
                  <a:pt x="5106" y="18749"/>
                </a:lnTo>
                <a:lnTo>
                  <a:pt x="2955" y="1705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DDF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6" name="contour_19284"/>
          <p:cNvSpPr/>
          <p:nvPr/>
        </p:nvSpPr>
        <p:spPr>
          <a:xfrm>
            <a:off x="5367048" y="572836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2138"/>
                </a:lnTo>
                <a:lnTo>
                  <a:pt x="7135" y="4281"/>
                </a:lnTo>
                <a:lnTo>
                  <a:pt x="10721" y="6432"/>
                </a:lnTo>
                <a:lnTo>
                  <a:pt x="14321" y="8592"/>
                </a:lnTo>
                <a:lnTo>
                  <a:pt x="17942" y="10765"/>
                </a:lnTo>
                <a:lnTo>
                  <a:pt x="21600" y="12960"/>
                </a:lnTo>
                <a:lnTo>
                  <a:pt x="18036" y="15098"/>
                </a:lnTo>
                <a:lnTo>
                  <a:pt x="14458" y="17245"/>
                </a:lnTo>
                <a:lnTo>
                  <a:pt x="10850" y="1941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2F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7" name="contour_19285"/>
          <p:cNvSpPr/>
          <p:nvPr/>
        </p:nvSpPr>
        <p:spPr>
          <a:xfrm>
            <a:off x="3574203" y="572107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642" y="3488"/>
                </a:lnTo>
                <a:lnTo>
                  <a:pt x="18743" y="6998"/>
                </a:lnTo>
                <a:lnTo>
                  <a:pt x="19597" y="10552"/>
                </a:lnTo>
                <a:lnTo>
                  <a:pt x="20299" y="14164"/>
                </a:lnTo>
                <a:lnTo>
                  <a:pt x="20936" y="17842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1339" y="8127"/>
                </a:lnTo>
                <a:lnTo>
                  <a:pt x="2678" y="5443"/>
                </a:lnTo>
                <a:lnTo>
                  <a:pt x="4034" y="2738"/>
                </a:lnTo>
                <a:lnTo>
                  <a:pt x="5400" y="0"/>
                </a:lnTo>
                <a:close/>
              </a:path>
            </a:pathLst>
          </a:custGeom>
          <a:solidFill>
            <a:srgbClr val="B0C4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8" name="contour_19286"/>
          <p:cNvSpPr/>
          <p:nvPr/>
        </p:nvSpPr>
        <p:spPr>
          <a:xfrm>
            <a:off x="1788645" y="572107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05F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89" name="contour_19287"/>
          <p:cNvSpPr/>
          <p:nvPr/>
        </p:nvSpPr>
        <p:spPr>
          <a:xfrm>
            <a:off x="965102" y="5713785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2108"/>
                </a:lnTo>
                <a:lnTo>
                  <a:pt x="13981" y="3711"/>
                </a:lnTo>
                <a:lnTo>
                  <a:pt x="16819" y="5620"/>
                </a:lnTo>
                <a:lnTo>
                  <a:pt x="20971" y="8640"/>
                </a:lnTo>
                <a:lnTo>
                  <a:pt x="213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90" y="18645"/>
                </a:lnTo>
                <a:lnTo>
                  <a:pt x="20971" y="21600"/>
                </a:lnTo>
                <a:lnTo>
                  <a:pt x="16350" y="21600"/>
                </a:lnTo>
                <a:lnTo>
                  <a:pt x="11702" y="21600"/>
                </a:lnTo>
                <a:lnTo>
                  <a:pt x="6990" y="21600"/>
                </a:lnTo>
                <a:lnTo>
                  <a:pt x="4628" y="18645"/>
                </a:lnTo>
                <a:lnTo>
                  <a:pt x="3083" y="16494"/>
                </a:lnTo>
                <a:lnTo>
                  <a:pt x="2020" y="14524"/>
                </a:lnTo>
                <a:lnTo>
                  <a:pt x="1104" y="12113"/>
                </a:lnTo>
                <a:lnTo>
                  <a:pt x="0" y="8640"/>
                </a:lnTo>
                <a:lnTo>
                  <a:pt x="1831" y="5620"/>
                </a:lnTo>
                <a:lnTo>
                  <a:pt x="3167" y="3711"/>
                </a:lnTo>
                <a:lnTo>
                  <a:pt x="4670" y="2108"/>
                </a:lnTo>
                <a:lnTo>
                  <a:pt x="6990" y="0"/>
                </a:lnTo>
                <a:close/>
              </a:path>
            </a:pathLst>
          </a:custGeom>
          <a:solidFill>
            <a:srgbClr val="40424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0" name="contour_19288"/>
          <p:cNvSpPr/>
          <p:nvPr/>
        </p:nvSpPr>
        <p:spPr>
          <a:xfrm>
            <a:off x="10774738" y="571378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426"/>
                </a:lnTo>
                <a:lnTo>
                  <a:pt x="13781" y="2858"/>
                </a:lnTo>
                <a:lnTo>
                  <a:pt x="16364" y="4291"/>
                </a:lnTo>
                <a:lnTo>
                  <a:pt x="18969" y="5738"/>
                </a:lnTo>
                <a:lnTo>
                  <a:pt x="21600" y="7200"/>
                </a:lnTo>
                <a:lnTo>
                  <a:pt x="20926" y="11729"/>
                </a:lnTo>
                <a:lnTo>
                  <a:pt x="20252" y="14738"/>
                </a:lnTo>
                <a:lnTo>
                  <a:pt x="19172" y="17575"/>
                </a:lnTo>
                <a:lnTo>
                  <a:pt x="17280" y="21600"/>
                </a:lnTo>
                <a:lnTo>
                  <a:pt x="14304" y="20966"/>
                </a:lnTo>
                <a:lnTo>
                  <a:pt x="11388" y="20045"/>
                </a:lnTo>
                <a:lnTo>
                  <a:pt x="8519" y="18871"/>
                </a:lnTo>
                <a:lnTo>
                  <a:pt x="5676" y="17510"/>
                </a:lnTo>
                <a:lnTo>
                  <a:pt x="2843" y="16006"/>
                </a:lnTo>
                <a:lnTo>
                  <a:pt x="0" y="14400"/>
                </a:lnTo>
                <a:lnTo>
                  <a:pt x="2856" y="14400"/>
                </a:lnTo>
                <a:lnTo>
                  <a:pt x="5728" y="14400"/>
                </a:lnTo>
                <a:lnTo>
                  <a:pt x="8640" y="14400"/>
                </a:lnTo>
                <a:lnTo>
                  <a:pt x="8640" y="9641"/>
                </a:lnTo>
                <a:lnTo>
                  <a:pt x="8640" y="4853"/>
                </a:lnTo>
                <a:lnTo>
                  <a:pt x="8640" y="0"/>
                </a:lnTo>
                <a:close/>
              </a:path>
            </a:pathLst>
          </a:custGeom>
          <a:solidFill>
            <a:srgbClr val="A9AB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1" name="contour_19289"/>
          <p:cNvSpPr/>
          <p:nvPr/>
        </p:nvSpPr>
        <p:spPr>
          <a:xfrm>
            <a:off x="7291078" y="571378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880"/>
                </a:lnTo>
                <a:lnTo>
                  <a:pt x="13798" y="5033"/>
                </a:lnTo>
                <a:lnTo>
                  <a:pt x="15526" y="6862"/>
                </a:lnTo>
                <a:lnTo>
                  <a:pt x="17159" y="8770"/>
                </a:lnTo>
                <a:lnTo>
                  <a:pt x="19064" y="11146"/>
                </a:lnTo>
                <a:lnTo>
                  <a:pt x="21600" y="14400"/>
                </a:lnTo>
                <a:lnTo>
                  <a:pt x="18757" y="16006"/>
                </a:lnTo>
                <a:lnTo>
                  <a:pt x="15924" y="17510"/>
                </a:lnTo>
                <a:lnTo>
                  <a:pt x="13081" y="18871"/>
                </a:lnTo>
                <a:lnTo>
                  <a:pt x="10212" y="20045"/>
                </a:lnTo>
                <a:lnTo>
                  <a:pt x="7296" y="20966"/>
                </a:lnTo>
                <a:lnTo>
                  <a:pt x="4320" y="21600"/>
                </a:lnTo>
                <a:lnTo>
                  <a:pt x="2428" y="17575"/>
                </a:lnTo>
                <a:lnTo>
                  <a:pt x="1348" y="14738"/>
                </a:lnTo>
                <a:lnTo>
                  <a:pt x="674" y="11729"/>
                </a:lnTo>
                <a:lnTo>
                  <a:pt x="0" y="7200"/>
                </a:lnTo>
                <a:lnTo>
                  <a:pt x="2108" y="4558"/>
                </a:lnTo>
                <a:lnTo>
                  <a:pt x="3711" y="2923"/>
                </a:lnTo>
                <a:lnTo>
                  <a:pt x="5620" y="1634"/>
                </a:lnTo>
                <a:lnTo>
                  <a:pt x="8640" y="0"/>
                </a:lnTo>
                <a:close/>
              </a:path>
            </a:pathLst>
          </a:custGeom>
          <a:solidFill>
            <a:srgbClr val="F3F5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2" name="contour_19290"/>
          <p:cNvSpPr/>
          <p:nvPr/>
        </p:nvSpPr>
        <p:spPr>
          <a:xfrm>
            <a:off x="5746024" y="5706497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138"/>
                </a:lnTo>
                <a:lnTo>
                  <a:pt x="14369" y="4281"/>
                </a:lnTo>
                <a:lnTo>
                  <a:pt x="16157" y="6432"/>
                </a:lnTo>
                <a:lnTo>
                  <a:pt x="17960" y="8592"/>
                </a:lnTo>
                <a:lnTo>
                  <a:pt x="19775" y="10765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1339" y="18926"/>
                </a:lnTo>
                <a:lnTo>
                  <a:pt x="2673" y="16252"/>
                </a:lnTo>
                <a:lnTo>
                  <a:pt x="4018" y="13569"/>
                </a:lnTo>
                <a:lnTo>
                  <a:pt x="5357" y="10882"/>
                </a:lnTo>
                <a:lnTo>
                  <a:pt x="6707" y="8182"/>
                </a:lnTo>
                <a:lnTo>
                  <a:pt x="8062" y="5469"/>
                </a:lnTo>
                <a:lnTo>
                  <a:pt x="9428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F5F9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3" name="contour_19291"/>
          <p:cNvSpPr/>
          <p:nvPr/>
        </p:nvSpPr>
        <p:spPr>
          <a:xfrm>
            <a:off x="5527384" y="569920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9F8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4" name="contour_19292"/>
          <p:cNvSpPr/>
          <p:nvPr/>
        </p:nvSpPr>
        <p:spPr>
          <a:xfrm>
            <a:off x="1016118" y="570649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E70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5" name="contour_19293"/>
          <p:cNvSpPr/>
          <p:nvPr/>
        </p:nvSpPr>
        <p:spPr>
          <a:xfrm>
            <a:off x="921374" y="571378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1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5C55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6" name="contour_19294"/>
          <p:cNvSpPr/>
          <p:nvPr/>
        </p:nvSpPr>
        <p:spPr>
          <a:xfrm>
            <a:off x="10650842" y="5677345"/>
            <a:ext cx="291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381" y="2020"/>
                </a:lnTo>
                <a:lnTo>
                  <a:pt x="15250" y="3550"/>
                </a:lnTo>
                <a:lnTo>
                  <a:pt x="16708" y="4892"/>
                </a:lnTo>
                <a:lnTo>
                  <a:pt x="18052" y="6350"/>
                </a:lnTo>
                <a:lnTo>
                  <a:pt x="19580" y="8219"/>
                </a:lnTo>
                <a:lnTo>
                  <a:pt x="21600" y="10800"/>
                </a:lnTo>
                <a:lnTo>
                  <a:pt x="19580" y="13381"/>
                </a:lnTo>
                <a:lnTo>
                  <a:pt x="18052" y="15250"/>
                </a:lnTo>
                <a:lnTo>
                  <a:pt x="16708" y="16708"/>
                </a:lnTo>
                <a:lnTo>
                  <a:pt x="15250" y="18050"/>
                </a:lnTo>
                <a:lnTo>
                  <a:pt x="13381" y="19580"/>
                </a:lnTo>
                <a:lnTo>
                  <a:pt x="10800" y="21600"/>
                </a:lnTo>
                <a:lnTo>
                  <a:pt x="11021" y="19890"/>
                </a:lnTo>
                <a:lnTo>
                  <a:pt x="11248" y="18169"/>
                </a:lnTo>
                <a:lnTo>
                  <a:pt x="11475" y="16423"/>
                </a:lnTo>
                <a:lnTo>
                  <a:pt x="11254" y="14566"/>
                </a:lnTo>
                <a:lnTo>
                  <a:pt x="11027" y="12697"/>
                </a:lnTo>
                <a:lnTo>
                  <a:pt x="10800" y="10800"/>
                </a:lnTo>
                <a:lnTo>
                  <a:pt x="7592" y="9349"/>
                </a:lnTo>
                <a:lnTo>
                  <a:pt x="5400" y="8492"/>
                </a:lnTo>
                <a:lnTo>
                  <a:pt x="3208" y="7888"/>
                </a:lnTo>
                <a:lnTo>
                  <a:pt x="0" y="7200"/>
                </a:lnTo>
                <a:lnTo>
                  <a:pt x="3569" y="7200"/>
                </a:lnTo>
                <a:lnTo>
                  <a:pt x="7160" y="7200"/>
                </a:lnTo>
                <a:lnTo>
                  <a:pt x="10800" y="7200"/>
                </a:lnTo>
                <a:lnTo>
                  <a:pt x="10800" y="4820"/>
                </a:lnTo>
                <a:lnTo>
                  <a:pt x="10800" y="2426"/>
                </a:lnTo>
                <a:lnTo>
                  <a:pt x="10800" y="0"/>
                </a:lnTo>
                <a:close/>
              </a:path>
            </a:pathLst>
          </a:custGeom>
          <a:solidFill>
            <a:srgbClr val="8688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7" name="contour_19295"/>
          <p:cNvSpPr/>
          <p:nvPr/>
        </p:nvSpPr>
        <p:spPr>
          <a:xfrm>
            <a:off x="10235427" y="5692424"/>
            <a:ext cx="43728" cy="21361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052" y="1997"/>
                </a:moveTo>
                <a:lnTo>
                  <a:pt x="12938" y="4179"/>
                </a:lnTo>
                <a:lnTo>
                  <a:pt x="14850" y="6404"/>
                </a:lnTo>
                <a:lnTo>
                  <a:pt x="16762" y="8556"/>
                </a:lnTo>
                <a:lnTo>
                  <a:pt x="18702" y="10752"/>
                </a:lnTo>
                <a:lnTo>
                  <a:pt x="20142" y="12477"/>
                </a:lnTo>
                <a:lnTo>
                  <a:pt x="21600" y="14231"/>
                </a:lnTo>
                <a:lnTo>
                  <a:pt x="17572" y="16972"/>
                </a:lnTo>
                <a:lnTo>
                  <a:pt x="14724" y="18829"/>
                </a:lnTo>
                <a:lnTo>
                  <a:pt x="12665" y="20023"/>
                </a:lnTo>
                <a:lnTo>
                  <a:pt x="10991" y="20738"/>
                </a:lnTo>
                <a:lnTo>
                  <a:pt x="9302" y="21202"/>
                </a:lnTo>
                <a:lnTo>
                  <a:pt x="7200" y="21600"/>
                </a:lnTo>
                <a:lnTo>
                  <a:pt x="4558" y="17488"/>
                </a:lnTo>
                <a:lnTo>
                  <a:pt x="2927" y="14577"/>
                </a:lnTo>
                <a:lnTo>
                  <a:pt x="1631" y="11496"/>
                </a:lnTo>
                <a:lnTo>
                  <a:pt x="0" y="6861"/>
                </a:lnTo>
                <a:lnTo>
                  <a:pt x="3028" y="2948"/>
                </a:lnTo>
                <a:lnTo>
                  <a:pt x="5116" y="737"/>
                </a:lnTo>
                <a:lnTo>
                  <a:pt x="6793" y="0"/>
                </a:lnTo>
                <a:lnTo>
                  <a:pt x="8597" y="494"/>
                </a:lnTo>
                <a:lnTo>
                  <a:pt x="11052" y="1997"/>
                </a:lnTo>
                <a:close/>
              </a:path>
            </a:pathLst>
          </a:custGeom>
          <a:solidFill>
            <a:srgbClr val="D4D5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8" name="contour_19296"/>
          <p:cNvSpPr/>
          <p:nvPr/>
        </p:nvSpPr>
        <p:spPr>
          <a:xfrm>
            <a:off x="5184849" y="568463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E8E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299" name="contour_19297"/>
          <p:cNvSpPr/>
          <p:nvPr/>
        </p:nvSpPr>
        <p:spPr>
          <a:xfrm>
            <a:off x="7633614" y="567005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8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0" name="contour_19298"/>
          <p:cNvSpPr/>
          <p:nvPr/>
        </p:nvSpPr>
        <p:spPr>
          <a:xfrm>
            <a:off x="10621690" y="567005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4" y="5348"/>
                </a:lnTo>
                <a:lnTo>
                  <a:pt x="18922" y="8031"/>
                </a:lnTo>
                <a:lnTo>
                  <a:pt x="18029" y="10718"/>
                </a:lnTo>
                <a:lnTo>
                  <a:pt x="17129" y="13418"/>
                </a:lnTo>
                <a:lnTo>
                  <a:pt x="16222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9965" y="16744"/>
                </a:lnTo>
                <a:lnTo>
                  <a:pt x="6746" y="13189"/>
                </a:lnTo>
                <a:lnTo>
                  <a:pt x="4486" y="10632"/>
                </a:lnTo>
                <a:lnTo>
                  <a:pt x="2930" y="8770"/>
                </a:lnTo>
                <a:lnTo>
                  <a:pt x="1836" y="7296"/>
                </a:lnTo>
                <a:lnTo>
                  <a:pt x="943" y="5914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5D5E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1" name="contour_19299"/>
          <p:cNvSpPr/>
          <p:nvPr/>
        </p:nvSpPr>
        <p:spPr>
          <a:xfrm>
            <a:off x="8318685" y="5654498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5"/>
                </a:moveTo>
                <a:lnTo>
                  <a:pt x="3856" y="235"/>
                </a:lnTo>
                <a:lnTo>
                  <a:pt x="6626" y="0"/>
                </a:lnTo>
                <a:lnTo>
                  <a:pt x="9088" y="0"/>
                </a:lnTo>
                <a:lnTo>
                  <a:pt x="12020" y="235"/>
                </a:lnTo>
                <a:lnTo>
                  <a:pt x="16200" y="705"/>
                </a:lnTo>
                <a:lnTo>
                  <a:pt x="18025" y="4592"/>
                </a:lnTo>
                <a:lnTo>
                  <a:pt x="19219" y="7350"/>
                </a:lnTo>
                <a:lnTo>
                  <a:pt x="20039" y="9732"/>
                </a:lnTo>
                <a:lnTo>
                  <a:pt x="20747" y="12490"/>
                </a:lnTo>
                <a:lnTo>
                  <a:pt x="21600" y="16376"/>
                </a:lnTo>
                <a:lnTo>
                  <a:pt x="18776" y="18293"/>
                </a:lnTo>
                <a:lnTo>
                  <a:pt x="16708" y="19479"/>
                </a:lnTo>
                <a:lnTo>
                  <a:pt x="14386" y="20414"/>
                </a:lnTo>
                <a:lnTo>
                  <a:pt x="10800" y="21600"/>
                </a:lnTo>
                <a:lnTo>
                  <a:pt x="7214" y="19051"/>
                </a:lnTo>
                <a:lnTo>
                  <a:pt x="4892" y="17113"/>
                </a:lnTo>
                <a:lnTo>
                  <a:pt x="2824" y="14804"/>
                </a:lnTo>
                <a:lnTo>
                  <a:pt x="0" y="11153"/>
                </a:lnTo>
                <a:lnTo>
                  <a:pt x="0" y="7700"/>
                </a:lnTo>
                <a:lnTo>
                  <a:pt x="0" y="4226"/>
                </a:lnTo>
                <a:lnTo>
                  <a:pt x="0" y="705"/>
                </a:lnTo>
                <a:close/>
              </a:path>
            </a:pathLst>
          </a:custGeom>
          <a:solidFill>
            <a:srgbClr val="37383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2" name="contour_19300"/>
          <p:cNvSpPr/>
          <p:nvPr/>
        </p:nvSpPr>
        <p:spPr>
          <a:xfrm>
            <a:off x="7465990" y="565548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A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3" name="contour_19301"/>
          <p:cNvSpPr/>
          <p:nvPr/>
        </p:nvSpPr>
        <p:spPr>
          <a:xfrm>
            <a:off x="10833042" y="5640905"/>
            <a:ext cx="36440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137" y="4285"/>
                </a:lnTo>
                <a:lnTo>
                  <a:pt x="16701" y="7480"/>
                </a:lnTo>
                <a:lnTo>
                  <a:pt x="17889" y="10157"/>
                </a:lnTo>
                <a:lnTo>
                  <a:pt x="18943" y="12918"/>
                </a:lnTo>
                <a:lnTo>
                  <a:pt x="20097" y="16322"/>
                </a:lnTo>
                <a:lnTo>
                  <a:pt x="21600" y="20971"/>
                </a:lnTo>
                <a:lnTo>
                  <a:pt x="18645" y="21390"/>
                </a:lnTo>
                <a:lnTo>
                  <a:pt x="16494" y="21600"/>
                </a:lnTo>
                <a:lnTo>
                  <a:pt x="14524" y="21600"/>
                </a:lnTo>
                <a:lnTo>
                  <a:pt x="12113" y="21390"/>
                </a:lnTo>
                <a:lnTo>
                  <a:pt x="8640" y="20971"/>
                </a:lnTo>
                <a:lnTo>
                  <a:pt x="5620" y="16819"/>
                </a:lnTo>
                <a:lnTo>
                  <a:pt x="3711" y="13981"/>
                </a:lnTo>
                <a:lnTo>
                  <a:pt x="2108" y="11143"/>
                </a:lnTo>
                <a:lnTo>
                  <a:pt x="0" y="6990"/>
                </a:lnTo>
                <a:lnTo>
                  <a:pt x="2955" y="4628"/>
                </a:lnTo>
                <a:lnTo>
                  <a:pt x="5106" y="3083"/>
                </a:lnTo>
                <a:lnTo>
                  <a:pt x="7076" y="2020"/>
                </a:lnTo>
                <a:lnTo>
                  <a:pt x="9487" y="1104"/>
                </a:lnTo>
                <a:lnTo>
                  <a:pt x="12960" y="0"/>
                </a:lnTo>
                <a:close/>
              </a:path>
            </a:pathLst>
          </a:custGeom>
          <a:solidFill>
            <a:srgbClr val="6E67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4" name="contour_19302"/>
          <p:cNvSpPr/>
          <p:nvPr/>
        </p:nvSpPr>
        <p:spPr>
          <a:xfrm>
            <a:off x="5527384" y="564090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788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5" name="contour_19303"/>
          <p:cNvSpPr/>
          <p:nvPr/>
        </p:nvSpPr>
        <p:spPr>
          <a:xfrm>
            <a:off x="2269652" y="5642115"/>
            <a:ext cx="36440" cy="20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2073"/>
                </a:moveTo>
                <a:lnTo>
                  <a:pt x="17621" y="3483"/>
                </a:lnTo>
                <a:lnTo>
                  <a:pt x="19600" y="4908"/>
                </a:lnTo>
                <a:lnTo>
                  <a:pt x="21600" y="6357"/>
                </a:lnTo>
                <a:lnTo>
                  <a:pt x="20529" y="10129"/>
                </a:lnTo>
                <a:lnTo>
                  <a:pt x="19457" y="13917"/>
                </a:lnTo>
                <a:lnTo>
                  <a:pt x="18373" y="17736"/>
                </a:lnTo>
                <a:lnTo>
                  <a:pt x="17280" y="21600"/>
                </a:lnTo>
                <a:lnTo>
                  <a:pt x="14835" y="19443"/>
                </a:lnTo>
                <a:lnTo>
                  <a:pt x="12390" y="17286"/>
                </a:lnTo>
                <a:lnTo>
                  <a:pt x="9936" y="15122"/>
                </a:lnTo>
                <a:lnTo>
                  <a:pt x="7474" y="12949"/>
                </a:lnTo>
                <a:lnTo>
                  <a:pt x="4998" y="10762"/>
                </a:lnTo>
                <a:lnTo>
                  <a:pt x="2510" y="8567"/>
                </a:lnTo>
                <a:lnTo>
                  <a:pt x="0" y="6357"/>
                </a:lnTo>
                <a:lnTo>
                  <a:pt x="3672" y="3155"/>
                </a:lnTo>
                <a:lnTo>
                  <a:pt x="6342" y="1113"/>
                </a:lnTo>
                <a:lnTo>
                  <a:pt x="8437" y="99"/>
                </a:lnTo>
                <a:lnTo>
                  <a:pt x="10398" y="0"/>
                </a:lnTo>
                <a:lnTo>
                  <a:pt x="12662" y="701"/>
                </a:lnTo>
                <a:lnTo>
                  <a:pt x="15660" y="2073"/>
                </a:lnTo>
                <a:close/>
              </a:path>
            </a:pathLst>
          </a:custGeom>
          <a:solidFill>
            <a:srgbClr val="967D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6" name="contour_19304"/>
          <p:cNvSpPr/>
          <p:nvPr/>
        </p:nvSpPr>
        <p:spPr>
          <a:xfrm>
            <a:off x="10854913" y="5611302"/>
            <a:ext cx="29152" cy="2960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9" y="0"/>
                </a:moveTo>
                <a:lnTo>
                  <a:pt x="16394" y="106"/>
                </a:lnTo>
                <a:lnTo>
                  <a:pt x="18981" y="218"/>
                </a:lnTo>
                <a:lnTo>
                  <a:pt x="21600" y="330"/>
                </a:lnTo>
                <a:lnTo>
                  <a:pt x="21600" y="3839"/>
                </a:lnTo>
                <a:lnTo>
                  <a:pt x="21600" y="7381"/>
                </a:lnTo>
                <a:lnTo>
                  <a:pt x="21600" y="10965"/>
                </a:lnTo>
                <a:lnTo>
                  <a:pt x="18025" y="10965"/>
                </a:lnTo>
                <a:lnTo>
                  <a:pt x="14434" y="10965"/>
                </a:lnTo>
                <a:lnTo>
                  <a:pt x="10800" y="10965"/>
                </a:lnTo>
                <a:lnTo>
                  <a:pt x="8813" y="14118"/>
                </a:lnTo>
                <a:lnTo>
                  <a:pt x="7587" y="16282"/>
                </a:lnTo>
                <a:lnTo>
                  <a:pt x="6615" y="18441"/>
                </a:lnTo>
                <a:lnTo>
                  <a:pt x="5400" y="21600"/>
                </a:lnTo>
                <a:lnTo>
                  <a:pt x="3893" y="17803"/>
                </a:lnTo>
                <a:lnTo>
                  <a:pt x="2862" y="15075"/>
                </a:lnTo>
                <a:lnTo>
                  <a:pt x="2041" y="12651"/>
                </a:lnTo>
                <a:lnTo>
                  <a:pt x="1172" y="9763"/>
                </a:lnTo>
                <a:lnTo>
                  <a:pt x="0" y="5647"/>
                </a:lnTo>
                <a:lnTo>
                  <a:pt x="3251" y="2563"/>
                </a:lnTo>
                <a:lnTo>
                  <a:pt x="5778" y="952"/>
                </a:lnTo>
                <a:lnTo>
                  <a:pt x="8872" y="271"/>
                </a:lnTo>
                <a:lnTo>
                  <a:pt x="13829" y="0"/>
                </a:lnTo>
                <a:close/>
              </a:path>
            </a:pathLst>
          </a:custGeom>
          <a:solidFill>
            <a:srgbClr val="E3CB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7" name="contour_19305"/>
          <p:cNvSpPr/>
          <p:nvPr/>
        </p:nvSpPr>
        <p:spPr>
          <a:xfrm>
            <a:off x="7553446" y="5626329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116" y="21600"/>
                </a:lnTo>
                <a:lnTo>
                  <a:pt x="11534" y="21600"/>
                </a:lnTo>
                <a:lnTo>
                  <a:pt x="6890" y="21600"/>
                </a:lnTo>
                <a:lnTo>
                  <a:pt x="4830" y="18052"/>
                </a:lnTo>
                <a:lnTo>
                  <a:pt x="3714" y="15250"/>
                </a:lnTo>
                <a:lnTo>
                  <a:pt x="2584" y="10800"/>
                </a:lnTo>
                <a:lnTo>
                  <a:pt x="1805" y="7787"/>
                </a:lnTo>
                <a:lnTo>
                  <a:pt x="1020" y="4725"/>
                </a:lnTo>
                <a:lnTo>
                  <a:pt x="510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AFB4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8" name="contour_19306"/>
          <p:cNvSpPr/>
          <p:nvPr/>
        </p:nvSpPr>
        <p:spPr>
          <a:xfrm>
            <a:off x="1285773" y="562632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FB8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09" name="contour_19307"/>
          <p:cNvSpPr/>
          <p:nvPr/>
        </p:nvSpPr>
        <p:spPr>
          <a:xfrm>
            <a:off x="7072438" y="561904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381" y="2506"/>
                </a:lnTo>
                <a:lnTo>
                  <a:pt x="15250" y="4428"/>
                </a:lnTo>
                <a:lnTo>
                  <a:pt x="16708" y="6185"/>
                </a:lnTo>
                <a:lnTo>
                  <a:pt x="18050" y="8165"/>
                </a:lnTo>
                <a:lnTo>
                  <a:pt x="19580" y="10771"/>
                </a:lnTo>
                <a:lnTo>
                  <a:pt x="21600" y="14400"/>
                </a:lnTo>
                <a:lnTo>
                  <a:pt x="19224" y="15192"/>
                </a:lnTo>
                <a:lnTo>
                  <a:pt x="16844" y="15984"/>
                </a:lnTo>
                <a:lnTo>
                  <a:pt x="14465" y="16776"/>
                </a:lnTo>
                <a:lnTo>
                  <a:pt x="12078" y="17575"/>
                </a:lnTo>
                <a:lnTo>
                  <a:pt x="9684" y="18374"/>
                </a:lnTo>
                <a:lnTo>
                  <a:pt x="7279" y="19174"/>
                </a:lnTo>
                <a:lnTo>
                  <a:pt x="4867" y="19980"/>
                </a:lnTo>
                <a:lnTo>
                  <a:pt x="2441" y="20786"/>
                </a:lnTo>
                <a:lnTo>
                  <a:pt x="0" y="21600"/>
                </a:lnTo>
                <a:lnTo>
                  <a:pt x="2826" y="14630"/>
                </a:lnTo>
                <a:lnTo>
                  <a:pt x="4838" y="9806"/>
                </a:lnTo>
                <a:lnTo>
                  <a:pt x="6347" y="6538"/>
                </a:lnTo>
                <a:lnTo>
                  <a:pt x="7639" y="4205"/>
                </a:lnTo>
                <a:lnTo>
                  <a:pt x="9025" y="2232"/>
                </a:lnTo>
                <a:lnTo>
                  <a:pt x="10800" y="0"/>
                </a:lnTo>
                <a:close/>
              </a:path>
            </a:pathLst>
          </a:custGeom>
          <a:solidFill>
            <a:srgbClr val="E0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0" name="contour_19308"/>
          <p:cNvSpPr/>
          <p:nvPr/>
        </p:nvSpPr>
        <p:spPr>
          <a:xfrm>
            <a:off x="5607552" y="561175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8784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1" name="contour_19309"/>
          <p:cNvSpPr/>
          <p:nvPr/>
        </p:nvSpPr>
        <p:spPr>
          <a:xfrm>
            <a:off x="1672037" y="5597177"/>
            <a:ext cx="2252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2108"/>
                </a:lnTo>
                <a:lnTo>
                  <a:pt x="13981" y="3711"/>
                </a:lnTo>
                <a:lnTo>
                  <a:pt x="16819" y="5620"/>
                </a:lnTo>
                <a:lnTo>
                  <a:pt x="20971" y="8640"/>
                </a:lnTo>
                <a:lnTo>
                  <a:pt x="21390" y="12113"/>
                </a:lnTo>
                <a:lnTo>
                  <a:pt x="21600" y="14524"/>
                </a:lnTo>
                <a:lnTo>
                  <a:pt x="21600" y="16494"/>
                </a:lnTo>
                <a:lnTo>
                  <a:pt x="21390" y="18645"/>
                </a:lnTo>
                <a:lnTo>
                  <a:pt x="20971" y="21600"/>
                </a:lnTo>
                <a:lnTo>
                  <a:pt x="16350" y="21600"/>
                </a:lnTo>
                <a:lnTo>
                  <a:pt x="11702" y="21600"/>
                </a:lnTo>
                <a:lnTo>
                  <a:pt x="6990" y="21600"/>
                </a:lnTo>
                <a:lnTo>
                  <a:pt x="4628" y="18645"/>
                </a:lnTo>
                <a:lnTo>
                  <a:pt x="3083" y="16494"/>
                </a:lnTo>
                <a:lnTo>
                  <a:pt x="2020" y="14524"/>
                </a:lnTo>
                <a:lnTo>
                  <a:pt x="1104" y="12113"/>
                </a:lnTo>
                <a:lnTo>
                  <a:pt x="0" y="8640"/>
                </a:lnTo>
                <a:lnTo>
                  <a:pt x="1831" y="5620"/>
                </a:lnTo>
                <a:lnTo>
                  <a:pt x="3167" y="3711"/>
                </a:lnTo>
                <a:lnTo>
                  <a:pt x="4670" y="2108"/>
                </a:lnTo>
                <a:lnTo>
                  <a:pt x="6990" y="0"/>
                </a:lnTo>
                <a:close/>
              </a:path>
            </a:pathLst>
          </a:custGeom>
          <a:solidFill>
            <a:srgbClr val="6558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2" name="contour_19310"/>
          <p:cNvSpPr/>
          <p:nvPr/>
        </p:nvSpPr>
        <p:spPr>
          <a:xfrm>
            <a:off x="10636266" y="559717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0" y="1226"/>
                </a:lnTo>
                <a:lnTo>
                  <a:pt x="17889" y="2192"/>
                </a:lnTo>
                <a:lnTo>
                  <a:pt x="19492" y="3418"/>
                </a:lnTo>
                <a:lnTo>
                  <a:pt x="21600" y="5400"/>
                </a:lnTo>
                <a:lnTo>
                  <a:pt x="19462" y="8073"/>
                </a:lnTo>
                <a:lnTo>
                  <a:pt x="17319" y="10751"/>
                </a:lnTo>
                <a:lnTo>
                  <a:pt x="15168" y="13441"/>
                </a:lnTo>
                <a:lnTo>
                  <a:pt x="13008" y="16141"/>
                </a:lnTo>
                <a:lnTo>
                  <a:pt x="10835" y="18857"/>
                </a:lnTo>
                <a:lnTo>
                  <a:pt x="8640" y="21600"/>
                </a:lnTo>
                <a:lnTo>
                  <a:pt x="6502" y="18927"/>
                </a:lnTo>
                <a:lnTo>
                  <a:pt x="4350" y="16243"/>
                </a:lnTo>
                <a:lnTo>
                  <a:pt x="2190" y="13538"/>
                </a:lnTo>
                <a:lnTo>
                  <a:pt x="0" y="10800"/>
                </a:lnTo>
                <a:lnTo>
                  <a:pt x="2536" y="8359"/>
                </a:lnTo>
                <a:lnTo>
                  <a:pt x="4441" y="6577"/>
                </a:lnTo>
                <a:lnTo>
                  <a:pt x="6074" y="5146"/>
                </a:lnTo>
                <a:lnTo>
                  <a:pt x="7802" y="3775"/>
                </a:lnTo>
                <a:lnTo>
                  <a:pt x="9975" y="2160"/>
                </a:lnTo>
                <a:lnTo>
                  <a:pt x="12960" y="0"/>
                </a:lnTo>
                <a:close/>
              </a:path>
            </a:pathLst>
          </a:custGeom>
          <a:solidFill>
            <a:srgbClr val="7071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3" name="contour_19311"/>
          <p:cNvSpPr/>
          <p:nvPr/>
        </p:nvSpPr>
        <p:spPr>
          <a:xfrm>
            <a:off x="10373899" y="558988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412" y="7171"/>
                </a:lnTo>
                <a:lnTo>
                  <a:pt x="19224" y="10027"/>
                </a:lnTo>
                <a:lnTo>
                  <a:pt x="18029" y="12895"/>
                </a:lnTo>
                <a:lnTo>
                  <a:pt x="16826" y="15777"/>
                </a:lnTo>
                <a:lnTo>
                  <a:pt x="15617" y="18675"/>
                </a:lnTo>
                <a:lnTo>
                  <a:pt x="14400" y="21600"/>
                </a:lnTo>
                <a:lnTo>
                  <a:pt x="12614" y="18926"/>
                </a:lnTo>
                <a:lnTo>
                  <a:pt x="10836" y="16252"/>
                </a:lnTo>
                <a:lnTo>
                  <a:pt x="9043" y="13569"/>
                </a:lnTo>
                <a:lnTo>
                  <a:pt x="7250" y="10882"/>
                </a:lnTo>
                <a:lnTo>
                  <a:pt x="5458" y="8182"/>
                </a:lnTo>
                <a:lnTo>
                  <a:pt x="3650" y="5469"/>
                </a:lnTo>
                <a:lnTo>
                  <a:pt x="182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EE1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4" name="contour_19312"/>
          <p:cNvSpPr/>
          <p:nvPr/>
        </p:nvSpPr>
        <p:spPr>
          <a:xfrm>
            <a:off x="7260942" y="5589889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9FA2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5" name="contour_19313"/>
          <p:cNvSpPr/>
          <p:nvPr/>
        </p:nvSpPr>
        <p:spPr>
          <a:xfrm>
            <a:off x="3770978" y="55898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7D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6" name="contour_19314"/>
          <p:cNvSpPr/>
          <p:nvPr/>
        </p:nvSpPr>
        <p:spPr>
          <a:xfrm>
            <a:off x="972390" y="5583877"/>
            <a:ext cx="43728" cy="205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5834"/>
                </a:moveTo>
                <a:lnTo>
                  <a:pt x="18436" y="8518"/>
                </a:lnTo>
                <a:lnTo>
                  <a:pt x="20005" y="11217"/>
                </a:lnTo>
                <a:lnTo>
                  <a:pt x="21600" y="13954"/>
                </a:lnTo>
                <a:lnTo>
                  <a:pt x="17568" y="16791"/>
                </a:lnTo>
                <a:lnTo>
                  <a:pt x="14724" y="18725"/>
                </a:lnTo>
                <a:lnTo>
                  <a:pt x="12665" y="19956"/>
                </a:lnTo>
                <a:lnTo>
                  <a:pt x="10991" y="20705"/>
                </a:lnTo>
                <a:lnTo>
                  <a:pt x="9302" y="21179"/>
                </a:lnTo>
                <a:lnTo>
                  <a:pt x="7200" y="21600"/>
                </a:lnTo>
                <a:lnTo>
                  <a:pt x="4554" y="17326"/>
                </a:lnTo>
                <a:lnTo>
                  <a:pt x="2923" y="14313"/>
                </a:lnTo>
                <a:lnTo>
                  <a:pt x="1631" y="11117"/>
                </a:lnTo>
                <a:lnTo>
                  <a:pt x="0" y="6308"/>
                </a:lnTo>
                <a:lnTo>
                  <a:pt x="2876" y="3464"/>
                </a:lnTo>
                <a:lnTo>
                  <a:pt x="5292" y="1407"/>
                </a:lnTo>
                <a:lnTo>
                  <a:pt x="7423" y="229"/>
                </a:lnTo>
                <a:lnTo>
                  <a:pt x="9461" y="0"/>
                </a:lnTo>
                <a:lnTo>
                  <a:pt x="11592" y="803"/>
                </a:lnTo>
                <a:lnTo>
                  <a:pt x="14000" y="2714"/>
                </a:lnTo>
                <a:lnTo>
                  <a:pt x="16877" y="5834"/>
                </a:lnTo>
                <a:close/>
              </a:path>
            </a:pathLst>
          </a:custGeom>
          <a:solidFill>
            <a:srgbClr val="B8B7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7" name="contour_19315"/>
          <p:cNvSpPr/>
          <p:nvPr/>
        </p:nvSpPr>
        <p:spPr>
          <a:xfrm>
            <a:off x="8231229" y="557531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29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8" name="contour_19316"/>
          <p:cNvSpPr/>
          <p:nvPr/>
        </p:nvSpPr>
        <p:spPr>
          <a:xfrm>
            <a:off x="7327518" y="5575962"/>
            <a:ext cx="51016" cy="204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77" y="6549"/>
                </a:moveTo>
                <a:lnTo>
                  <a:pt x="20532" y="10615"/>
                </a:lnTo>
                <a:lnTo>
                  <a:pt x="21600" y="14742"/>
                </a:lnTo>
                <a:lnTo>
                  <a:pt x="19477" y="17758"/>
                </a:lnTo>
                <a:lnTo>
                  <a:pt x="17527" y="19841"/>
                </a:lnTo>
                <a:lnTo>
                  <a:pt x="15666" y="21091"/>
                </a:lnTo>
                <a:lnTo>
                  <a:pt x="13805" y="21600"/>
                </a:lnTo>
                <a:lnTo>
                  <a:pt x="11852" y="21453"/>
                </a:lnTo>
                <a:lnTo>
                  <a:pt x="9723" y="20744"/>
                </a:lnTo>
                <a:lnTo>
                  <a:pt x="7329" y="19563"/>
                </a:lnTo>
                <a:lnTo>
                  <a:pt x="6289" y="19039"/>
                </a:lnTo>
                <a:lnTo>
                  <a:pt x="3160" y="17450"/>
                </a:lnTo>
                <a:lnTo>
                  <a:pt x="2373" y="16779"/>
                </a:lnTo>
                <a:lnTo>
                  <a:pt x="0" y="14742"/>
                </a:lnTo>
                <a:lnTo>
                  <a:pt x="0" y="10916"/>
                </a:lnTo>
                <a:lnTo>
                  <a:pt x="0" y="7028"/>
                </a:lnTo>
                <a:lnTo>
                  <a:pt x="2293" y="4914"/>
                </a:lnTo>
                <a:lnTo>
                  <a:pt x="4542" y="3032"/>
                </a:lnTo>
                <a:lnTo>
                  <a:pt x="6752" y="1512"/>
                </a:lnTo>
                <a:lnTo>
                  <a:pt x="8927" y="455"/>
                </a:lnTo>
                <a:lnTo>
                  <a:pt x="11072" y="0"/>
                </a:lnTo>
                <a:lnTo>
                  <a:pt x="13198" y="255"/>
                </a:lnTo>
                <a:lnTo>
                  <a:pt x="15302" y="1358"/>
                </a:lnTo>
                <a:lnTo>
                  <a:pt x="17394" y="3410"/>
                </a:lnTo>
                <a:lnTo>
                  <a:pt x="19477" y="6549"/>
                </a:lnTo>
                <a:close/>
              </a:path>
            </a:pathLst>
          </a:custGeom>
          <a:solidFill>
            <a:srgbClr val="5150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19" name="contour_19317"/>
          <p:cNvSpPr/>
          <p:nvPr/>
        </p:nvSpPr>
        <p:spPr>
          <a:xfrm>
            <a:off x="7662766" y="556802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605"/>
                </a:lnTo>
                <a:lnTo>
                  <a:pt x="2341" y="1172"/>
                </a:lnTo>
                <a:lnTo>
                  <a:pt x="3646" y="1820"/>
                </a:lnTo>
                <a:lnTo>
                  <a:pt x="5374" y="2684"/>
                </a:lnTo>
                <a:lnTo>
                  <a:pt x="7780" y="3888"/>
                </a:lnTo>
                <a:lnTo>
                  <a:pt x="11115" y="5557"/>
                </a:lnTo>
                <a:lnTo>
                  <a:pt x="15638" y="7819"/>
                </a:lnTo>
                <a:lnTo>
                  <a:pt x="21600" y="10800"/>
                </a:lnTo>
                <a:lnTo>
                  <a:pt x="19462" y="13473"/>
                </a:lnTo>
                <a:lnTo>
                  <a:pt x="17310" y="16157"/>
                </a:lnTo>
                <a:lnTo>
                  <a:pt x="15150" y="18862"/>
                </a:lnTo>
                <a:lnTo>
                  <a:pt x="12960" y="21600"/>
                </a:lnTo>
                <a:lnTo>
                  <a:pt x="11128" y="18544"/>
                </a:lnTo>
                <a:lnTo>
                  <a:pt x="9292" y="15487"/>
                </a:lnTo>
                <a:lnTo>
                  <a:pt x="7452" y="12420"/>
                </a:lnTo>
                <a:lnTo>
                  <a:pt x="5603" y="9342"/>
                </a:lnTo>
                <a:lnTo>
                  <a:pt x="3750" y="6248"/>
                </a:lnTo>
                <a:lnTo>
                  <a:pt x="1879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E9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0" name="contour_19318"/>
          <p:cNvSpPr/>
          <p:nvPr/>
        </p:nvSpPr>
        <p:spPr>
          <a:xfrm>
            <a:off x="7407686" y="557531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AAB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1" name="contour_19319"/>
          <p:cNvSpPr/>
          <p:nvPr/>
        </p:nvSpPr>
        <p:spPr>
          <a:xfrm>
            <a:off x="6642447" y="5568674"/>
            <a:ext cx="51016" cy="2040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9477" y="6549"/>
                </a:moveTo>
                <a:lnTo>
                  <a:pt x="20532" y="10615"/>
                </a:lnTo>
                <a:lnTo>
                  <a:pt x="21600" y="14742"/>
                </a:lnTo>
                <a:lnTo>
                  <a:pt x="19477" y="17758"/>
                </a:lnTo>
                <a:lnTo>
                  <a:pt x="17527" y="19841"/>
                </a:lnTo>
                <a:lnTo>
                  <a:pt x="15666" y="21091"/>
                </a:lnTo>
                <a:lnTo>
                  <a:pt x="13805" y="21600"/>
                </a:lnTo>
                <a:lnTo>
                  <a:pt x="11852" y="21453"/>
                </a:lnTo>
                <a:lnTo>
                  <a:pt x="9723" y="20744"/>
                </a:lnTo>
                <a:lnTo>
                  <a:pt x="7329" y="19563"/>
                </a:lnTo>
                <a:lnTo>
                  <a:pt x="6289" y="19039"/>
                </a:lnTo>
                <a:lnTo>
                  <a:pt x="3160" y="17450"/>
                </a:lnTo>
                <a:lnTo>
                  <a:pt x="2373" y="16779"/>
                </a:lnTo>
                <a:lnTo>
                  <a:pt x="0" y="14742"/>
                </a:lnTo>
                <a:lnTo>
                  <a:pt x="0" y="10916"/>
                </a:lnTo>
                <a:lnTo>
                  <a:pt x="0" y="7028"/>
                </a:lnTo>
                <a:lnTo>
                  <a:pt x="2293" y="4914"/>
                </a:lnTo>
                <a:lnTo>
                  <a:pt x="4542" y="3032"/>
                </a:lnTo>
                <a:lnTo>
                  <a:pt x="6752" y="1512"/>
                </a:lnTo>
                <a:lnTo>
                  <a:pt x="8927" y="455"/>
                </a:lnTo>
                <a:lnTo>
                  <a:pt x="11072" y="0"/>
                </a:lnTo>
                <a:lnTo>
                  <a:pt x="13198" y="255"/>
                </a:lnTo>
                <a:lnTo>
                  <a:pt x="15302" y="1358"/>
                </a:lnTo>
                <a:lnTo>
                  <a:pt x="17394" y="3410"/>
                </a:lnTo>
                <a:lnTo>
                  <a:pt x="19477" y="6549"/>
                </a:lnTo>
                <a:close/>
              </a:path>
            </a:pathLst>
          </a:custGeom>
          <a:solidFill>
            <a:srgbClr val="ADA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2" name="contour_19320"/>
          <p:cNvSpPr/>
          <p:nvPr/>
        </p:nvSpPr>
        <p:spPr>
          <a:xfrm>
            <a:off x="10665418" y="55534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1828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3" name="contour_19321"/>
          <p:cNvSpPr/>
          <p:nvPr/>
        </p:nvSpPr>
        <p:spPr>
          <a:xfrm>
            <a:off x="10162547" y="5560082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0531" y="4781"/>
                </a:lnTo>
                <a:lnTo>
                  <a:pt x="19456" y="8948"/>
                </a:lnTo>
                <a:lnTo>
                  <a:pt x="18382" y="13128"/>
                </a:lnTo>
                <a:lnTo>
                  <a:pt x="17296" y="17343"/>
                </a:lnTo>
                <a:lnTo>
                  <a:pt x="16200" y="21600"/>
                </a:lnTo>
                <a:lnTo>
                  <a:pt x="12992" y="20216"/>
                </a:lnTo>
                <a:lnTo>
                  <a:pt x="9774" y="18825"/>
                </a:lnTo>
                <a:lnTo>
                  <a:pt x="6545" y="17434"/>
                </a:lnTo>
                <a:lnTo>
                  <a:pt x="3289" y="16029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D5D7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4" name="contour_19322"/>
          <p:cNvSpPr/>
          <p:nvPr/>
        </p:nvSpPr>
        <p:spPr>
          <a:xfrm>
            <a:off x="3916738" y="554616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2673"/>
                </a:lnTo>
                <a:lnTo>
                  <a:pt x="10751" y="5351"/>
                </a:lnTo>
                <a:lnTo>
                  <a:pt x="13441" y="8041"/>
                </a:lnTo>
                <a:lnTo>
                  <a:pt x="16141" y="10741"/>
                </a:lnTo>
                <a:lnTo>
                  <a:pt x="18857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6C61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5" name="contour_19323"/>
          <p:cNvSpPr/>
          <p:nvPr/>
        </p:nvSpPr>
        <p:spPr>
          <a:xfrm>
            <a:off x="9994923" y="554616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160"/>
                </a:lnTo>
                <a:lnTo>
                  <a:pt x="13798" y="3775"/>
                </a:lnTo>
                <a:lnTo>
                  <a:pt x="15526" y="5146"/>
                </a:lnTo>
                <a:lnTo>
                  <a:pt x="17159" y="6577"/>
                </a:lnTo>
                <a:lnTo>
                  <a:pt x="19064" y="8359"/>
                </a:lnTo>
                <a:lnTo>
                  <a:pt x="21600" y="10800"/>
                </a:lnTo>
                <a:lnTo>
                  <a:pt x="19462" y="12582"/>
                </a:lnTo>
                <a:lnTo>
                  <a:pt x="17319" y="14369"/>
                </a:lnTo>
                <a:lnTo>
                  <a:pt x="15168" y="16157"/>
                </a:lnTo>
                <a:lnTo>
                  <a:pt x="13008" y="17960"/>
                </a:lnTo>
                <a:lnTo>
                  <a:pt x="10835" y="19775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6074" y="8818"/>
                </a:lnTo>
                <a:lnTo>
                  <a:pt x="4320" y="7592"/>
                </a:lnTo>
                <a:lnTo>
                  <a:pt x="2566" y="6626"/>
                </a:lnTo>
                <a:lnTo>
                  <a:pt x="0" y="5400"/>
                </a:lnTo>
                <a:lnTo>
                  <a:pt x="2108" y="3418"/>
                </a:lnTo>
                <a:lnTo>
                  <a:pt x="3711" y="2192"/>
                </a:lnTo>
                <a:lnTo>
                  <a:pt x="5620" y="1226"/>
                </a:lnTo>
                <a:lnTo>
                  <a:pt x="8640" y="0"/>
                </a:lnTo>
                <a:close/>
              </a:path>
            </a:pathLst>
          </a:custGeom>
          <a:solidFill>
            <a:srgbClr val="AEB1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6" name="contour_19324"/>
          <p:cNvSpPr/>
          <p:nvPr/>
        </p:nvSpPr>
        <p:spPr>
          <a:xfrm>
            <a:off x="9936619" y="5539493"/>
            <a:ext cx="36440" cy="21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6321"/>
                </a:moveTo>
                <a:lnTo>
                  <a:pt x="17621" y="8922"/>
                </a:lnTo>
                <a:lnTo>
                  <a:pt x="19600" y="11537"/>
                </a:lnTo>
                <a:lnTo>
                  <a:pt x="21600" y="14190"/>
                </a:lnTo>
                <a:lnTo>
                  <a:pt x="18926" y="15109"/>
                </a:lnTo>
                <a:lnTo>
                  <a:pt x="16252" y="16028"/>
                </a:lnTo>
                <a:lnTo>
                  <a:pt x="13569" y="16947"/>
                </a:lnTo>
                <a:lnTo>
                  <a:pt x="10882" y="17865"/>
                </a:lnTo>
                <a:lnTo>
                  <a:pt x="8182" y="18792"/>
                </a:lnTo>
                <a:lnTo>
                  <a:pt x="5469" y="19718"/>
                </a:lnTo>
                <a:lnTo>
                  <a:pt x="2743" y="20652"/>
                </a:lnTo>
                <a:lnTo>
                  <a:pt x="0" y="21600"/>
                </a:lnTo>
                <a:lnTo>
                  <a:pt x="0" y="16702"/>
                </a:lnTo>
                <a:lnTo>
                  <a:pt x="0" y="11774"/>
                </a:lnTo>
                <a:lnTo>
                  <a:pt x="0" y="6780"/>
                </a:lnTo>
                <a:lnTo>
                  <a:pt x="2843" y="2742"/>
                </a:lnTo>
                <a:lnTo>
                  <a:pt x="5214" y="541"/>
                </a:lnTo>
                <a:lnTo>
                  <a:pt x="7400" y="0"/>
                </a:lnTo>
                <a:lnTo>
                  <a:pt x="9677" y="904"/>
                </a:lnTo>
                <a:lnTo>
                  <a:pt x="12338" y="3075"/>
                </a:lnTo>
                <a:lnTo>
                  <a:pt x="15660" y="6321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7" name="contour_19325"/>
          <p:cNvSpPr/>
          <p:nvPr/>
        </p:nvSpPr>
        <p:spPr>
          <a:xfrm>
            <a:off x="4281138" y="553887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155" y="3053"/>
                </a:lnTo>
                <a:lnTo>
                  <a:pt x="16710" y="6113"/>
                </a:lnTo>
                <a:lnTo>
                  <a:pt x="14256" y="9180"/>
                </a:lnTo>
                <a:lnTo>
                  <a:pt x="11794" y="12262"/>
                </a:lnTo>
                <a:lnTo>
                  <a:pt x="9318" y="15350"/>
                </a:lnTo>
                <a:lnTo>
                  <a:pt x="6830" y="18468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86F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8" name="contour_19326"/>
          <p:cNvSpPr/>
          <p:nvPr/>
        </p:nvSpPr>
        <p:spPr>
          <a:xfrm>
            <a:off x="892222" y="553158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7050" y="2955"/>
                </a:lnTo>
                <a:lnTo>
                  <a:pt x="18749" y="5106"/>
                </a:lnTo>
                <a:lnTo>
                  <a:pt x="19843" y="7076"/>
                </a:lnTo>
                <a:lnTo>
                  <a:pt x="20678" y="9487"/>
                </a:lnTo>
                <a:lnTo>
                  <a:pt x="21600" y="12960"/>
                </a:lnTo>
                <a:lnTo>
                  <a:pt x="17575" y="15980"/>
                </a:lnTo>
                <a:lnTo>
                  <a:pt x="14731" y="17889"/>
                </a:lnTo>
                <a:lnTo>
                  <a:pt x="11729" y="19492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C7CD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29" name="contour_19327"/>
          <p:cNvSpPr/>
          <p:nvPr/>
        </p:nvSpPr>
        <p:spPr>
          <a:xfrm>
            <a:off x="790190" y="552429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BCC0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0" name="contour_19328"/>
          <p:cNvSpPr/>
          <p:nvPr/>
        </p:nvSpPr>
        <p:spPr>
          <a:xfrm>
            <a:off x="7859542" y="552429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3527" y="18927"/>
                </a:lnTo>
                <a:lnTo>
                  <a:pt x="10849" y="16249"/>
                </a:lnTo>
                <a:lnTo>
                  <a:pt x="8159" y="13559"/>
                </a:lnTo>
                <a:lnTo>
                  <a:pt x="5459" y="10859"/>
                </a:lnTo>
                <a:lnTo>
                  <a:pt x="2743" y="8143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E7F2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1" name="contour_19329"/>
          <p:cNvSpPr/>
          <p:nvPr/>
        </p:nvSpPr>
        <p:spPr>
          <a:xfrm>
            <a:off x="8311397" y="551701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3839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2" name="contour_19330"/>
          <p:cNvSpPr/>
          <p:nvPr/>
        </p:nvSpPr>
        <p:spPr>
          <a:xfrm>
            <a:off x="6620583" y="550145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052" y="16770"/>
                </a:lnTo>
                <a:lnTo>
                  <a:pt x="15250" y="17886"/>
                </a:lnTo>
                <a:lnTo>
                  <a:pt x="10800" y="19016"/>
                </a:lnTo>
                <a:lnTo>
                  <a:pt x="9288" y="19402"/>
                </a:lnTo>
                <a:lnTo>
                  <a:pt x="4725" y="20580"/>
                </a:lnTo>
                <a:lnTo>
                  <a:pt x="2381" y="2109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8A2E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3" name="contour_19331"/>
          <p:cNvSpPr/>
          <p:nvPr/>
        </p:nvSpPr>
        <p:spPr>
          <a:xfrm>
            <a:off x="7582598" y="5487858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000" y="3017"/>
                </a:lnTo>
                <a:lnTo>
                  <a:pt x="14915" y="6242"/>
                </a:lnTo>
                <a:lnTo>
                  <a:pt x="16643" y="9684"/>
                </a:lnTo>
                <a:lnTo>
                  <a:pt x="18270" y="13378"/>
                </a:lnTo>
                <a:lnTo>
                  <a:pt x="19890" y="17345"/>
                </a:lnTo>
                <a:lnTo>
                  <a:pt x="21600" y="21600"/>
                </a:lnTo>
                <a:lnTo>
                  <a:pt x="20513" y="21240"/>
                </a:lnTo>
                <a:lnTo>
                  <a:pt x="19516" y="20902"/>
                </a:lnTo>
                <a:lnTo>
                  <a:pt x="18425" y="20542"/>
                </a:lnTo>
                <a:lnTo>
                  <a:pt x="17064" y="20088"/>
                </a:lnTo>
                <a:lnTo>
                  <a:pt x="15257" y="19483"/>
                </a:lnTo>
                <a:lnTo>
                  <a:pt x="12823" y="18677"/>
                </a:lnTo>
                <a:lnTo>
                  <a:pt x="9590" y="17597"/>
                </a:lnTo>
                <a:lnTo>
                  <a:pt x="5375" y="16193"/>
                </a:lnTo>
                <a:lnTo>
                  <a:pt x="0" y="14400"/>
                </a:lnTo>
                <a:lnTo>
                  <a:pt x="2020" y="10771"/>
                </a:lnTo>
                <a:lnTo>
                  <a:pt x="3550" y="8165"/>
                </a:lnTo>
                <a:lnTo>
                  <a:pt x="4892" y="6185"/>
                </a:lnTo>
                <a:lnTo>
                  <a:pt x="6350" y="4428"/>
                </a:lnTo>
                <a:lnTo>
                  <a:pt x="8219" y="2506"/>
                </a:lnTo>
                <a:lnTo>
                  <a:pt x="10800" y="0"/>
                </a:lnTo>
                <a:close/>
              </a:path>
            </a:pathLst>
          </a:custGeom>
          <a:solidFill>
            <a:srgbClr val="E0EE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4" name="contour_19332"/>
          <p:cNvSpPr/>
          <p:nvPr/>
        </p:nvSpPr>
        <p:spPr>
          <a:xfrm>
            <a:off x="6941255" y="54805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8E2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5" name="contour_19333"/>
          <p:cNvSpPr/>
          <p:nvPr/>
        </p:nvSpPr>
        <p:spPr>
          <a:xfrm>
            <a:off x="4419610" y="54805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486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6" name="contour_19334"/>
          <p:cNvSpPr/>
          <p:nvPr/>
        </p:nvSpPr>
        <p:spPr>
          <a:xfrm>
            <a:off x="2583036" y="54878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4C5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7" name="contour_19335"/>
          <p:cNvSpPr/>
          <p:nvPr/>
        </p:nvSpPr>
        <p:spPr>
          <a:xfrm>
            <a:off x="7276502" y="54659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B1B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8" name="contour_19336"/>
          <p:cNvSpPr/>
          <p:nvPr/>
        </p:nvSpPr>
        <p:spPr>
          <a:xfrm>
            <a:off x="4338458" y="5458706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7974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39" name="contour_19337"/>
          <p:cNvSpPr/>
          <p:nvPr/>
        </p:nvSpPr>
        <p:spPr>
          <a:xfrm>
            <a:off x="4521641" y="5444829"/>
            <a:ext cx="36440" cy="21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2" y="1145"/>
                </a:moveTo>
                <a:lnTo>
                  <a:pt x="19833" y="3912"/>
                </a:lnTo>
                <a:lnTo>
                  <a:pt x="21600" y="6724"/>
                </a:lnTo>
                <a:lnTo>
                  <a:pt x="21600" y="11640"/>
                </a:lnTo>
                <a:lnTo>
                  <a:pt x="21600" y="16587"/>
                </a:lnTo>
                <a:lnTo>
                  <a:pt x="21600" y="21600"/>
                </a:lnTo>
                <a:lnTo>
                  <a:pt x="18926" y="20678"/>
                </a:lnTo>
                <a:lnTo>
                  <a:pt x="16252" y="19755"/>
                </a:lnTo>
                <a:lnTo>
                  <a:pt x="13569" y="18833"/>
                </a:lnTo>
                <a:lnTo>
                  <a:pt x="10882" y="17911"/>
                </a:lnTo>
                <a:lnTo>
                  <a:pt x="8182" y="16981"/>
                </a:lnTo>
                <a:lnTo>
                  <a:pt x="5469" y="16044"/>
                </a:lnTo>
                <a:lnTo>
                  <a:pt x="2743" y="15107"/>
                </a:lnTo>
                <a:lnTo>
                  <a:pt x="0" y="14162"/>
                </a:lnTo>
                <a:lnTo>
                  <a:pt x="4298" y="8472"/>
                </a:lnTo>
                <a:lnTo>
                  <a:pt x="7500" y="4440"/>
                </a:lnTo>
                <a:lnTo>
                  <a:pt x="9919" y="1837"/>
                </a:lnTo>
                <a:lnTo>
                  <a:pt x="11871" y="431"/>
                </a:lnTo>
                <a:lnTo>
                  <a:pt x="13673" y="0"/>
                </a:lnTo>
                <a:lnTo>
                  <a:pt x="15638" y="312"/>
                </a:lnTo>
                <a:lnTo>
                  <a:pt x="18092" y="1145"/>
                </a:lnTo>
                <a:close/>
              </a:path>
            </a:pathLst>
          </a:custGeom>
          <a:solidFill>
            <a:srgbClr val="312F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0" name="contour_19338"/>
          <p:cNvSpPr/>
          <p:nvPr/>
        </p:nvSpPr>
        <p:spPr>
          <a:xfrm>
            <a:off x="4244698" y="5444130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7690" y="2445"/>
                </a:lnTo>
                <a:lnTo>
                  <a:pt x="9985" y="4890"/>
                </a:lnTo>
                <a:lnTo>
                  <a:pt x="12285" y="7344"/>
                </a:lnTo>
                <a:lnTo>
                  <a:pt x="14596" y="9806"/>
                </a:lnTo>
                <a:lnTo>
                  <a:pt x="16913" y="12282"/>
                </a:lnTo>
                <a:lnTo>
                  <a:pt x="19251" y="14770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3607" y="19492"/>
                </a:lnTo>
                <a:lnTo>
                  <a:pt x="2446" y="17889"/>
                </a:lnTo>
                <a:lnTo>
                  <a:pt x="1415" y="15980"/>
                </a:lnTo>
                <a:lnTo>
                  <a:pt x="0" y="12960"/>
                </a:lnTo>
                <a:lnTo>
                  <a:pt x="1177" y="9487"/>
                </a:lnTo>
                <a:lnTo>
                  <a:pt x="2047" y="7076"/>
                </a:lnTo>
                <a:lnTo>
                  <a:pt x="2867" y="5106"/>
                </a:lnTo>
                <a:lnTo>
                  <a:pt x="3899" y="2955"/>
                </a:lnTo>
                <a:lnTo>
                  <a:pt x="5400" y="0"/>
                </a:lnTo>
                <a:close/>
              </a:path>
            </a:pathLst>
          </a:custGeom>
          <a:solidFill>
            <a:srgbClr val="2928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1" name="contour_19339"/>
          <p:cNvSpPr/>
          <p:nvPr/>
        </p:nvSpPr>
        <p:spPr>
          <a:xfrm>
            <a:off x="3938602" y="544413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302"/>
                </a:lnTo>
                <a:lnTo>
                  <a:pt x="2341" y="583"/>
                </a:lnTo>
                <a:lnTo>
                  <a:pt x="3646" y="913"/>
                </a:lnTo>
                <a:lnTo>
                  <a:pt x="5374" y="1345"/>
                </a:lnTo>
                <a:lnTo>
                  <a:pt x="7780" y="1944"/>
                </a:lnTo>
                <a:lnTo>
                  <a:pt x="11115" y="2781"/>
                </a:lnTo>
                <a:lnTo>
                  <a:pt x="15638" y="3910"/>
                </a:lnTo>
                <a:lnTo>
                  <a:pt x="21600" y="5400"/>
                </a:lnTo>
                <a:lnTo>
                  <a:pt x="20965" y="6588"/>
                </a:lnTo>
                <a:lnTo>
                  <a:pt x="20330" y="7781"/>
                </a:lnTo>
                <a:lnTo>
                  <a:pt x="19453" y="9428"/>
                </a:lnTo>
                <a:lnTo>
                  <a:pt x="18088" y="11983"/>
                </a:lnTo>
                <a:lnTo>
                  <a:pt x="16006" y="15887"/>
                </a:lnTo>
                <a:lnTo>
                  <a:pt x="12960" y="21600"/>
                </a:lnTo>
                <a:lnTo>
                  <a:pt x="11128" y="18544"/>
                </a:lnTo>
                <a:lnTo>
                  <a:pt x="9292" y="15487"/>
                </a:lnTo>
                <a:lnTo>
                  <a:pt x="7452" y="12420"/>
                </a:lnTo>
                <a:lnTo>
                  <a:pt x="5603" y="9342"/>
                </a:lnTo>
                <a:lnTo>
                  <a:pt x="3750" y="6248"/>
                </a:lnTo>
                <a:lnTo>
                  <a:pt x="1879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D7D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2" name="contour_19340"/>
          <p:cNvSpPr/>
          <p:nvPr/>
        </p:nvSpPr>
        <p:spPr>
          <a:xfrm>
            <a:off x="2087452" y="542955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698"/>
                </a:lnTo>
                <a:lnTo>
                  <a:pt x="9763" y="1512"/>
                </a:lnTo>
                <a:lnTo>
                  <a:pt x="13228" y="3154"/>
                </a:lnTo>
                <a:lnTo>
                  <a:pt x="15582" y="4255"/>
                </a:lnTo>
                <a:lnTo>
                  <a:pt x="17971" y="5371"/>
                </a:lnTo>
                <a:lnTo>
                  <a:pt x="19773" y="6278"/>
                </a:lnTo>
                <a:lnTo>
                  <a:pt x="21600" y="7200"/>
                </a:lnTo>
                <a:lnTo>
                  <a:pt x="19064" y="10642"/>
                </a:lnTo>
                <a:lnTo>
                  <a:pt x="17159" y="13133"/>
                </a:lnTo>
                <a:lnTo>
                  <a:pt x="15526" y="15077"/>
                </a:lnTo>
                <a:lnTo>
                  <a:pt x="13798" y="16870"/>
                </a:lnTo>
                <a:lnTo>
                  <a:pt x="11625" y="18907"/>
                </a:lnTo>
                <a:lnTo>
                  <a:pt x="8640" y="21600"/>
                </a:lnTo>
                <a:lnTo>
                  <a:pt x="5616" y="17834"/>
                </a:lnTo>
                <a:lnTo>
                  <a:pt x="3711" y="15077"/>
                </a:lnTo>
                <a:lnTo>
                  <a:pt x="2108" y="11981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C3C4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3" name="contour_19341"/>
          <p:cNvSpPr/>
          <p:nvPr/>
        </p:nvSpPr>
        <p:spPr>
          <a:xfrm>
            <a:off x="8668509" y="5436842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13"/>
                </a:lnTo>
                <a:lnTo>
                  <a:pt x="7209" y="1674"/>
                </a:lnTo>
                <a:lnTo>
                  <a:pt x="10800" y="2584"/>
                </a:lnTo>
                <a:lnTo>
                  <a:pt x="13813" y="3307"/>
                </a:lnTo>
                <a:lnTo>
                  <a:pt x="16875" y="4038"/>
                </a:lnTo>
                <a:lnTo>
                  <a:pt x="19224" y="5457"/>
                </a:lnTo>
                <a:lnTo>
                  <a:pt x="21600" y="6890"/>
                </a:lnTo>
                <a:lnTo>
                  <a:pt x="21600" y="11444"/>
                </a:lnTo>
                <a:lnTo>
                  <a:pt x="21600" y="16026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575" y="15544"/>
                </a:lnTo>
                <a:lnTo>
                  <a:pt x="2381" y="11906"/>
                </a:lnTo>
                <a:lnTo>
                  <a:pt x="1561" y="8764"/>
                </a:lnTo>
                <a:lnTo>
                  <a:pt x="853" y="5126"/>
                </a:lnTo>
                <a:lnTo>
                  <a:pt x="0" y="0"/>
                </a:lnTo>
                <a:close/>
              </a:path>
            </a:pathLst>
          </a:custGeom>
          <a:solidFill>
            <a:srgbClr val="E5F0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4" name="contour_19342"/>
          <p:cNvSpPr/>
          <p:nvPr/>
        </p:nvSpPr>
        <p:spPr>
          <a:xfrm>
            <a:off x="7305654" y="542955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9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5" name="contour_19343"/>
          <p:cNvSpPr/>
          <p:nvPr/>
        </p:nvSpPr>
        <p:spPr>
          <a:xfrm>
            <a:off x="10177123" y="541497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9"/>
                </a:lnTo>
                <a:lnTo>
                  <a:pt x="16162" y="2678"/>
                </a:lnTo>
                <a:lnTo>
                  <a:pt x="18862" y="4034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8112" y="17642"/>
                </a:lnTo>
                <a:lnTo>
                  <a:pt x="14602" y="18743"/>
                </a:lnTo>
                <a:lnTo>
                  <a:pt x="11048" y="19597"/>
                </a:lnTo>
                <a:lnTo>
                  <a:pt x="7436" y="20299"/>
                </a:lnTo>
                <a:lnTo>
                  <a:pt x="3758" y="20936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E2E5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6" name="contour_19344"/>
          <p:cNvSpPr/>
          <p:nvPr/>
        </p:nvSpPr>
        <p:spPr>
          <a:xfrm>
            <a:off x="7130742" y="54076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214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7" name="contour_19345"/>
          <p:cNvSpPr/>
          <p:nvPr/>
        </p:nvSpPr>
        <p:spPr>
          <a:xfrm>
            <a:off x="4740281" y="542226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462" y="3564"/>
                </a:lnTo>
                <a:lnTo>
                  <a:pt x="17319" y="7135"/>
                </a:lnTo>
                <a:lnTo>
                  <a:pt x="15168" y="10721"/>
                </a:lnTo>
                <a:lnTo>
                  <a:pt x="13008" y="14321"/>
                </a:lnTo>
                <a:lnTo>
                  <a:pt x="10835" y="17942"/>
                </a:lnTo>
                <a:lnTo>
                  <a:pt x="8640" y="21600"/>
                </a:lnTo>
                <a:lnTo>
                  <a:pt x="7214" y="18036"/>
                </a:lnTo>
                <a:lnTo>
                  <a:pt x="5784" y="14465"/>
                </a:lnTo>
                <a:lnTo>
                  <a:pt x="4355" y="10879"/>
                </a:lnTo>
                <a:lnTo>
                  <a:pt x="2912" y="7279"/>
                </a:lnTo>
                <a:lnTo>
                  <a:pt x="1460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3C37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8" name="contour_19346"/>
          <p:cNvSpPr/>
          <p:nvPr/>
        </p:nvSpPr>
        <p:spPr>
          <a:xfrm>
            <a:off x="1708477" y="54222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CF3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49" name="contour_19347"/>
          <p:cNvSpPr/>
          <p:nvPr/>
        </p:nvSpPr>
        <p:spPr>
          <a:xfrm>
            <a:off x="11590993" y="54004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EAC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0" name="contour_19348"/>
          <p:cNvSpPr/>
          <p:nvPr/>
        </p:nvSpPr>
        <p:spPr>
          <a:xfrm>
            <a:off x="9849163" y="540769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851" y="2020"/>
                </a:lnTo>
                <a:lnTo>
                  <a:pt x="11399" y="3548"/>
                </a:lnTo>
                <a:lnTo>
                  <a:pt x="13500" y="4892"/>
                </a:lnTo>
                <a:lnTo>
                  <a:pt x="15601" y="6350"/>
                </a:lnTo>
                <a:lnTo>
                  <a:pt x="1814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1339" y="8127"/>
                </a:lnTo>
                <a:lnTo>
                  <a:pt x="2678" y="5443"/>
                </a:lnTo>
                <a:lnTo>
                  <a:pt x="4034" y="2738"/>
                </a:lnTo>
                <a:lnTo>
                  <a:pt x="5400" y="0"/>
                </a:lnTo>
                <a:close/>
              </a:path>
            </a:pathLst>
          </a:custGeom>
          <a:solidFill>
            <a:srgbClr val="8285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1" name="contour_19349"/>
          <p:cNvSpPr/>
          <p:nvPr/>
        </p:nvSpPr>
        <p:spPr>
          <a:xfrm>
            <a:off x="4026058" y="54149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CA5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2" name="contour_19350"/>
          <p:cNvSpPr/>
          <p:nvPr/>
        </p:nvSpPr>
        <p:spPr>
          <a:xfrm>
            <a:off x="2072876" y="541497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D1E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3" name="contour_19351"/>
          <p:cNvSpPr/>
          <p:nvPr/>
        </p:nvSpPr>
        <p:spPr>
          <a:xfrm>
            <a:off x="9783571" y="53785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794"/>
                </a:lnTo>
                <a:lnTo>
                  <a:pt x="7781" y="1588"/>
                </a:lnTo>
                <a:lnTo>
                  <a:pt x="9428" y="2684"/>
                </a:lnTo>
                <a:lnTo>
                  <a:pt x="11983" y="4390"/>
                </a:lnTo>
                <a:lnTo>
                  <a:pt x="15887" y="6993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595A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4" name="contour_19352"/>
          <p:cNvSpPr/>
          <p:nvPr/>
        </p:nvSpPr>
        <p:spPr>
          <a:xfrm>
            <a:off x="7021423" y="5393114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290"/>
                </a:lnTo>
                <a:lnTo>
                  <a:pt x="9210" y="4585"/>
                </a:lnTo>
                <a:lnTo>
                  <a:pt x="11664" y="6885"/>
                </a:lnTo>
                <a:lnTo>
                  <a:pt x="14126" y="9196"/>
                </a:lnTo>
                <a:lnTo>
                  <a:pt x="16602" y="11513"/>
                </a:lnTo>
                <a:lnTo>
                  <a:pt x="19090" y="13851"/>
                </a:lnTo>
                <a:lnTo>
                  <a:pt x="21600" y="16200"/>
                </a:lnTo>
                <a:lnTo>
                  <a:pt x="18645" y="18025"/>
                </a:lnTo>
                <a:lnTo>
                  <a:pt x="16494" y="19219"/>
                </a:lnTo>
                <a:lnTo>
                  <a:pt x="14524" y="20039"/>
                </a:lnTo>
                <a:lnTo>
                  <a:pt x="12113" y="20747"/>
                </a:lnTo>
                <a:lnTo>
                  <a:pt x="8640" y="21600"/>
                </a:lnTo>
                <a:lnTo>
                  <a:pt x="6350" y="18430"/>
                </a:lnTo>
                <a:lnTo>
                  <a:pt x="4722" y="16049"/>
                </a:lnTo>
                <a:lnTo>
                  <a:pt x="3508" y="14008"/>
                </a:lnTo>
                <a:lnTo>
                  <a:pt x="2480" y="11848"/>
                </a:lnTo>
                <a:lnTo>
                  <a:pt x="1391" y="9131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6A6A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5" name="contour_19353"/>
          <p:cNvSpPr/>
          <p:nvPr/>
        </p:nvSpPr>
        <p:spPr>
          <a:xfrm>
            <a:off x="4935745" y="5385826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488" y="2673"/>
                </a:lnTo>
                <a:lnTo>
                  <a:pt x="6051" y="5351"/>
                </a:lnTo>
                <a:lnTo>
                  <a:pt x="8614" y="8030"/>
                </a:lnTo>
                <a:lnTo>
                  <a:pt x="11188" y="10719"/>
                </a:lnTo>
                <a:lnTo>
                  <a:pt x="13771" y="13419"/>
                </a:lnTo>
                <a:lnTo>
                  <a:pt x="16365" y="16130"/>
                </a:lnTo>
                <a:lnTo>
                  <a:pt x="18975" y="18857"/>
                </a:lnTo>
                <a:lnTo>
                  <a:pt x="21600" y="21600"/>
                </a:lnTo>
                <a:lnTo>
                  <a:pt x="15435" y="20585"/>
                </a:lnTo>
                <a:lnTo>
                  <a:pt x="11126" y="19818"/>
                </a:lnTo>
                <a:lnTo>
                  <a:pt x="8092" y="19143"/>
                </a:lnTo>
                <a:lnTo>
                  <a:pt x="5762" y="18414"/>
                </a:lnTo>
                <a:lnTo>
                  <a:pt x="3571" y="1748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8486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6" name="contour_19354"/>
          <p:cNvSpPr/>
          <p:nvPr/>
        </p:nvSpPr>
        <p:spPr>
          <a:xfrm>
            <a:off x="775614" y="53858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778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7" name="contour_19355"/>
          <p:cNvSpPr/>
          <p:nvPr/>
        </p:nvSpPr>
        <p:spPr>
          <a:xfrm>
            <a:off x="10133395" y="538582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61" y="13473"/>
                </a:lnTo>
                <a:lnTo>
                  <a:pt x="18922" y="16157"/>
                </a:lnTo>
                <a:lnTo>
                  <a:pt x="17566" y="18862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5254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8" name="contour_19356"/>
          <p:cNvSpPr/>
          <p:nvPr/>
        </p:nvSpPr>
        <p:spPr>
          <a:xfrm>
            <a:off x="9892891" y="5379383"/>
            <a:ext cx="29152" cy="210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468"/>
                </a:moveTo>
                <a:lnTo>
                  <a:pt x="18047" y="2749"/>
                </a:lnTo>
                <a:lnTo>
                  <a:pt x="21600" y="6621"/>
                </a:lnTo>
                <a:lnTo>
                  <a:pt x="21600" y="11571"/>
                </a:lnTo>
                <a:lnTo>
                  <a:pt x="21600" y="1655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657"/>
                </a:lnTo>
                <a:lnTo>
                  <a:pt x="0" y="11669"/>
                </a:lnTo>
                <a:lnTo>
                  <a:pt x="0" y="6621"/>
                </a:lnTo>
                <a:lnTo>
                  <a:pt x="3434" y="3153"/>
                </a:lnTo>
                <a:lnTo>
                  <a:pt x="6426" y="966"/>
                </a:lnTo>
                <a:lnTo>
                  <a:pt x="9380" y="0"/>
                </a:lnTo>
                <a:lnTo>
                  <a:pt x="12728" y="187"/>
                </a:lnTo>
                <a:lnTo>
                  <a:pt x="16875" y="1468"/>
                </a:lnTo>
                <a:close/>
              </a:path>
            </a:pathLst>
          </a:custGeom>
          <a:solidFill>
            <a:srgbClr val="D5D8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59" name="contour_19357"/>
          <p:cNvSpPr/>
          <p:nvPr/>
        </p:nvSpPr>
        <p:spPr>
          <a:xfrm>
            <a:off x="7400398" y="53785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851" y="2020"/>
                </a:lnTo>
                <a:lnTo>
                  <a:pt x="11399" y="3548"/>
                </a:lnTo>
                <a:lnTo>
                  <a:pt x="13500" y="4892"/>
                </a:lnTo>
                <a:lnTo>
                  <a:pt x="15601" y="6350"/>
                </a:lnTo>
                <a:lnTo>
                  <a:pt x="1814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1339" y="8127"/>
                </a:lnTo>
                <a:lnTo>
                  <a:pt x="2678" y="5443"/>
                </a:lnTo>
                <a:lnTo>
                  <a:pt x="4034" y="2738"/>
                </a:lnTo>
                <a:lnTo>
                  <a:pt x="5400" y="0"/>
                </a:lnTo>
                <a:close/>
              </a:path>
            </a:pathLst>
          </a:custGeom>
          <a:solidFill>
            <a:srgbClr val="E8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0" name="contour_19358"/>
          <p:cNvSpPr/>
          <p:nvPr/>
        </p:nvSpPr>
        <p:spPr>
          <a:xfrm>
            <a:off x="3588779" y="539311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173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1" name="contour_19359"/>
          <p:cNvSpPr/>
          <p:nvPr/>
        </p:nvSpPr>
        <p:spPr>
          <a:xfrm>
            <a:off x="527822" y="536396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2" y="3940"/>
                </a:lnTo>
                <a:lnTo>
                  <a:pt x="15523" y="7020"/>
                </a:lnTo>
                <a:lnTo>
                  <a:pt x="18086" y="9491"/>
                </a:lnTo>
                <a:lnTo>
                  <a:pt x="19800" y="11612"/>
                </a:lnTo>
                <a:lnTo>
                  <a:pt x="20844" y="13625"/>
                </a:lnTo>
                <a:lnTo>
                  <a:pt x="21377" y="15794"/>
                </a:lnTo>
                <a:lnTo>
                  <a:pt x="21571" y="1836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9797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2" name="contour_19360"/>
          <p:cNvSpPr/>
          <p:nvPr/>
        </p:nvSpPr>
        <p:spPr>
          <a:xfrm>
            <a:off x="9645099" y="5377554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052" y="16770"/>
                </a:lnTo>
                <a:lnTo>
                  <a:pt x="15250" y="17886"/>
                </a:lnTo>
                <a:lnTo>
                  <a:pt x="10800" y="19016"/>
                </a:lnTo>
                <a:lnTo>
                  <a:pt x="9288" y="19402"/>
                </a:lnTo>
                <a:lnTo>
                  <a:pt x="4725" y="20580"/>
                </a:lnTo>
                <a:lnTo>
                  <a:pt x="2376" y="2109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F0DD8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3" name="contour_19361"/>
          <p:cNvSpPr/>
          <p:nvPr/>
        </p:nvSpPr>
        <p:spPr>
          <a:xfrm>
            <a:off x="10417627" y="53785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F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4" name="contour_19362"/>
          <p:cNvSpPr/>
          <p:nvPr/>
        </p:nvSpPr>
        <p:spPr>
          <a:xfrm>
            <a:off x="5570128" y="5371250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8F92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5" name="contour_19363"/>
          <p:cNvSpPr/>
          <p:nvPr/>
        </p:nvSpPr>
        <p:spPr>
          <a:xfrm>
            <a:off x="7072438" y="53493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385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6" name="contour_19364"/>
          <p:cNvSpPr/>
          <p:nvPr/>
        </p:nvSpPr>
        <p:spPr>
          <a:xfrm>
            <a:off x="2276940" y="535667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463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7" name="contour_19365"/>
          <p:cNvSpPr/>
          <p:nvPr/>
        </p:nvSpPr>
        <p:spPr>
          <a:xfrm>
            <a:off x="4536217" y="533481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5196" y="19089"/>
                </a:lnTo>
                <a:lnTo>
                  <a:pt x="14175" y="16535"/>
                </a:lnTo>
                <a:lnTo>
                  <a:pt x="11869" y="13084"/>
                </a:lnTo>
                <a:lnTo>
                  <a:pt x="9526" y="10546"/>
                </a:lnTo>
                <a:lnTo>
                  <a:pt x="6917" y="8618"/>
                </a:lnTo>
                <a:lnTo>
                  <a:pt x="3818" y="7004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3634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8" name="contour_19366"/>
          <p:cNvSpPr/>
          <p:nvPr/>
        </p:nvSpPr>
        <p:spPr>
          <a:xfrm>
            <a:off x="710022" y="53493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EAE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69" name="contour_19367"/>
          <p:cNvSpPr/>
          <p:nvPr/>
        </p:nvSpPr>
        <p:spPr>
          <a:xfrm>
            <a:off x="4681977" y="534209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45A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0" name="contour_19368"/>
          <p:cNvSpPr/>
          <p:nvPr/>
        </p:nvSpPr>
        <p:spPr>
          <a:xfrm>
            <a:off x="943238" y="533481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321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1" name="contour_19369"/>
          <p:cNvSpPr/>
          <p:nvPr/>
        </p:nvSpPr>
        <p:spPr>
          <a:xfrm>
            <a:off x="6912103" y="5327522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1031"/>
                </a:lnTo>
                <a:lnTo>
                  <a:pt x="13981" y="1939"/>
                </a:lnTo>
                <a:lnTo>
                  <a:pt x="16819" y="3224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819" y="21600"/>
                </a:lnTo>
                <a:lnTo>
                  <a:pt x="12652" y="21600"/>
                </a:lnTo>
                <a:lnTo>
                  <a:pt x="8472" y="21600"/>
                </a:lnTo>
                <a:lnTo>
                  <a:pt x="4257" y="21600"/>
                </a:lnTo>
                <a:lnTo>
                  <a:pt x="0" y="21600"/>
                </a:lnTo>
                <a:lnTo>
                  <a:pt x="1153" y="18036"/>
                </a:lnTo>
                <a:lnTo>
                  <a:pt x="2307" y="14467"/>
                </a:lnTo>
                <a:lnTo>
                  <a:pt x="3467" y="10881"/>
                </a:lnTo>
                <a:lnTo>
                  <a:pt x="4635" y="7279"/>
                </a:lnTo>
                <a:lnTo>
                  <a:pt x="5809" y="3656"/>
                </a:lnTo>
                <a:lnTo>
                  <a:pt x="6990" y="0"/>
                </a:lnTo>
                <a:close/>
              </a:path>
            </a:pathLst>
          </a:custGeom>
          <a:solidFill>
            <a:srgbClr val="28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2" name="contour_19370"/>
          <p:cNvSpPr/>
          <p:nvPr/>
        </p:nvSpPr>
        <p:spPr>
          <a:xfrm>
            <a:off x="2058300" y="53202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330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3" name="contour_19371"/>
          <p:cNvSpPr/>
          <p:nvPr/>
        </p:nvSpPr>
        <p:spPr>
          <a:xfrm>
            <a:off x="1154589" y="53129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793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4" name="contour_19372"/>
          <p:cNvSpPr/>
          <p:nvPr/>
        </p:nvSpPr>
        <p:spPr>
          <a:xfrm>
            <a:off x="4426898" y="53129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5" y="19930"/>
                </a:lnTo>
                <a:lnTo>
                  <a:pt x="16195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8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2E30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5" name="contour_19373"/>
          <p:cNvSpPr/>
          <p:nvPr/>
        </p:nvSpPr>
        <p:spPr>
          <a:xfrm>
            <a:off x="1511701" y="531294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448" y="1771"/>
                </a:lnTo>
                <a:lnTo>
                  <a:pt x="9590" y="3218"/>
                </a:lnTo>
                <a:lnTo>
                  <a:pt x="12671" y="4522"/>
                </a:lnTo>
                <a:lnTo>
                  <a:pt x="14926" y="5839"/>
                </a:lnTo>
                <a:lnTo>
                  <a:pt x="16597" y="7358"/>
                </a:lnTo>
                <a:lnTo>
                  <a:pt x="17928" y="9252"/>
                </a:lnTo>
                <a:lnTo>
                  <a:pt x="19155" y="11693"/>
                </a:lnTo>
                <a:lnTo>
                  <a:pt x="20520" y="14846"/>
                </a:lnTo>
                <a:lnTo>
                  <a:pt x="21056" y="18202"/>
                </a:lnTo>
                <a:lnTo>
                  <a:pt x="21600" y="21600"/>
                </a:lnTo>
                <a:lnTo>
                  <a:pt x="16152" y="19829"/>
                </a:lnTo>
                <a:lnTo>
                  <a:pt x="12010" y="18382"/>
                </a:lnTo>
                <a:lnTo>
                  <a:pt x="8929" y="17078"/>
                </a:lnTo>
                <a:lnTo>
                  <a:pt x="6674" y="15761"/>
                </a:lnTo>
                <a:lnTo>
                  <a:pt x="5003" y="14242"/>
                </a:lnTo>
                <a:lnTo>
                  <a:pt x="3672" y="12348"/>
                </a:lnTo>
                <a:lnTo>
                  <a:pt x="2445" y="9907"/>
                </a:lnTo>
                <a:lnTo>
                  <a:pt x="1080" y="6754"/>
                </a:lnTo>
                <a:lnTo>
                  <a:pt x="544" y="3398"/>
                </a:lnTo>
                <a:lnTo>
                  <a:pt x="0" y="0"/>
                </a:lnTo>
                <a:close/>
              </a:path>
            </a:pathLst>
          </a:custGeom>
          <a:solidFill>
            <a:srgbClr val="A4A2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6" name="contour_19374"/>
          <p:cNvSpPr/>
          <p:nvPr/>
        </p:nvSpPr>
        <p:spPr>
          <a:xfrm>
            <a:off x="9645099" y="528379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3E4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7" name="contour_19375"/>
          <p:cNvSpPr/>
          <p:nvPr/>
        </p:nvSpPr>
        <p:spPr>
          <a:xfrm>
            <a:off x="965102" y="529837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071"/>
                </a:lnTo>
                <a:lnTo>
                  <a:pt x="14350" y="2143"/>
                </a:lnTo>
                <a:lnTo>
                  <a:pt x="17950" y="3227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4529" y="16070"/>
                </a:lnTo>
                <a:lnTo>
                  <a:pt x="2714" y="12243"/>
                </a:lnTo>
                <a:lnTo>
                  <a:pt x="1555" y="9634"/>
                </a:lnTo>
                <a:lnTo>
                  <a:pt x="850" y="7763"/>
                </a:lnTo>
                <a:lnTo>
                  <a:pt x="396" y="6152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3D3B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8" name="contour_19376"/>
          <p:cNvSpPr/>
          <p:nvPr/>
        </p:nvSpPr>
        <p:spPr>
          <a:xfrm>
            <a:off x="6912103" y="527650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3053"/>
                </a:lnTo>
                <a:lnTo>
                  <a:pt x="9210" y="6113"/>
                </a:lnTo>
                <a:lnTo>
                  <a:pt x="11664" y="9180"/>
                </a:lnTo>
                <a:lnTo>
                  <a:pt x="14126" y="12262"/>
                </a:lnTo>
                <a:lnTo>
                  <a:pt x="16602" y="15350"/>
                </a:lnTo>
                <a:lnTo>
                  <a:pt x="19090" y="1846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6B6B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79" name="contour_19377"/>
          <p:cNvSpPr/>
          <p:nvPr/>
        </p:nvSpPr>
        <p:spPr>
          <a:xfrm>
            <a:off x="6824647" y="527650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19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0" name="contour_19378"/>
          <p:cNvSpPr/>
          <p:nvPr/>
        </p:nvSpPr>
        <p:spPr>
          <a:xfrm>
            <a:off x="4886041" y="52765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372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1" name="contour_19379"/>
          <p:cNvSpPr/>
          <p:nvPr/>
        </p:nvSpPr>
        <p:spPr>
          <a:xfrm>
            <a:off x="2247788" y="52765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090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2" name="contour_19380"/>
          <p:cNvSpPr/>
          <p:nvPr/>
        </p:nvSpPr>
        <p:spPr>
          <a:xfrm>
            <a:off x="768326" y="5261930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635" y="3917"/>
                </a:lnTo>
                <a:lnTo>
                  <a:pt x="14854" y="6793"/>
                </a:lnTo>
                <a:lnTo>
                  <a:pt x="17114" y="8885"/>
                </a:lnTo>
                <a:lnTo>
                  <a:pt x="18670" y="10436"/>
                </a:lnTo>
                <a:lnTo>
                  <a:pt x="19764" y="11707"/>
                </a:lnTo>
                <a:lnTo>
                  <a:pt x="20657" y="12942"/>
                </a:lnTo>
                <a:lnTo>
                  <a:pt x="21600" y="14400"/>
                </a:lnTo>
                <a:lnTo>
                  <a:pt x="20210" y="16808"/>
                </a:lnTo>
                <a:lnTo>
                  <a:pt x="18994" y="18360"/>
                </a:lnTo>
                <a:lnTo>
                  <a:pt x="17280" y="1973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792" y="19224"/>
                </a:lnTo>
                <a:lnTo>
                  <a:pt x="1584" y="16844"/>
                </a:lnTo>
                <a:lnTo>
                  <a:pt x="2376" y="14465"/>
                </a:lnTo>
                <a:lnTo>
                  <a:pt x="3175" y="12078"/>
                </a:lnTo>
                <a:lnTo>
                  <a:pt x="3974" y="9684"/>
                </a:lnTo>
                <a:lnTo>
                  <a:pt x="4774" y="7279"/>
                </a:lnTo>
                <a:lnTo>
                  <a:pt x="5580" y="4867"/>
                </a:lnTo>
                <a:lnTo>
                  <a:pt x="6386" y="2441"/>
                </a:lnTo>
                <a:lnTo>
                  <a:pt x="7200" y="0"/>
                </a:lnTo>
                <a:close/>
              </a:path>
            </a:pathLst>
          </a:custGeom>
          <a:solidFill>
            <a:srgbClr val="2C2D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3" name="contour_19381"/>
          <p:cNvSpPr/>
          <p:nvPr/>
        </p:nvSpPr>
        <p:spPr>
          <a:xfrm>
            <a:off x="9790859" y="528379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4018"/>
                </a:lnTo>
                <a:lnTo>
                  <a:pt x="18976" y="6869"/>
                </a:lnTo>
                <a:lnTo>
                  <a:pt x="19796" y="9331"/>
                </a:lnTo>
                <a:lnTo>
                  <a:pt x="20585" y="12182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7B6B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4" name="contour_19382"/>
          <p:cNvSpPr/>
          <p:nvPr/>
        </p:nvSpPr>
        <p:spPr>
          <a:xfrm>
            <a:off x="731886" y="52765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5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5" name="contour_19383"/>
          <p:cNvSpPr/>
          <p:nvPr/>
        </p:nvSpPr>
        <p:spPr>
          <a:xfrm>
            <a:off x="10971514" y="526193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B3B1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6" name="contour_19384"/>
          <p:cNvSpPr/>
          <p:nvPr/>
        </p:nvSpPr>
        <p:spPr>
          <a:xfrm>
            <a:off x="5103697" y="5269218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2C2A2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7" name="contour_19385"/>
          <p:cNvSpPr/>
          <p:nvPr/>
        </p:nvSpPr>
        <p:spPr>
          <a:xfrm>
            <a:off x="1453397" y="52692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BF8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8" name="contour_19386"/>
          <p:cNvSpPr/>
          <p:nvPr/>
        </p:nvSpPr>
        <p:spPr>
          <a:xfrm>
            <a:off x="1846949" y="526193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462" y="10764"/>
                </a:lnTo>
                <a:lnTo>
                  <a:pt x="17310" y="14342"/>
                </a:lnTo>
                <a:lnTo>
                  <a:pt x="15150" y="17950"/>
                </a:lnTo>
                <a:lnTo>
                  <a:pt x="12960" y="21600"/>
                </a:lnTo>
                <a:lnTo>
                  <a:pt x="10822" y="18036"/>
                </a:lnTo>
                <a:lnTo>
                  <a:pt x="8679" y="14465"/>
                </a:lnTo>
                <a:lnTo>
                  <a:pt x="6528" y="10879"/>
                </a:lnTo>
                <a:lnTo>
                  <a:pt x="4368" y="7279"/>
                </a:lnTo>
                <a:lnTo>
                  <a:pt x="219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7E6A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89" name="contour_19387"/>
          <p:cNvSpPr/>
          <p:nvPr/>
        </p:nvSpPr>
        <p:spPr>
          <a:xfrm>
            <a:off x="4864177" y="524735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2582"/>
                </a:lnTo>
                <a:lnTo>
                  <a:pt x="16249" y="14369"/>
                </a:lnTo>
                <a:lnTo>
                  <a:pt x="13559" y="16157"/>
                </a:lnTo>
                <a:lnTo>
                  <a:pt x="10859" y="17960"/>
                </a:lnTo>
                <a:lnTo>
                  <a:pt x="8143" y="19775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F2A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0" name="contour_19388"/>
          <p:cNvSpPr/>
          <p:nvPr/>
        </p:nvSpPr>
        <p:spPr>
          <a:xfrm>
            <a:off x="2357108" y="526193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1A56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1" name="contour_19389"/>
          <p:cNvSpPr/>
          <p:nvPr/>
        </p:nvSpPr>
        <p:spPr>
          <a:xfrm>
            <a:off x="440366" y="524006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601" y="2020"/>
                </a:lnTo>
                <a:lnTo>
                  <a:pt x="7999" y="3548"/>
                </a:lnTo>
                <a:lnTo>
                  <a:pt x="10800" y="4892"/>
                </a:lnTo>
                <a:lnTo>
                  <a:pt x="13601" y="6350"/>
                </a:lnTo>
                <a:lnTo>
                  <a:pt x="1699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6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2" name="contour_19390"/>
          <p:cNvSpPr/>
          <p:nvPr/>
        </p:nvSpPr>
        <p:spPr>
          <a:xfrm>
            <a:off x="1387805" y="521820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4018"/>
                </a:lnTo>
                <a:lnTo>
                  <a:pt x="18976" y="6869"/>
                </a:lnTo>
                <a:lnTo>
                  <a:pt x="19796" y="9331"/>
                </a:lnTo>
                <a:lnTo>
                  <a:pt x="20585" y="12182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3607" y="18776"/>
                </a:lnTo>
                <a:lnTo>
                  <a:pt x="2446" y="16708"/>
                </a:lnTo>
                <a:lnTo>
                  <a:pt x="1415" y="14386"/>
                </a:lnTo>
                <a:lnTo>
                  <a:pt x="0" y="10800"/>
                </a:lnTo>
                <a:lnTo>
                  <a:pt x="1031" y="7214"/>
                </a:lnTo>
                <a:lnTo>
                  <a:pt x="1939" y="4892"/>
                </a:lnTo>
                <a:lnTo>
                  <a:pt x="3224" y="2824"/>
                </a:lnTo>
                <a:lnTo>
                  <a:pt x="5400" y="0"/>
                </a:lnTo>
                <a:close/>
              </a:path>
            </a:pathLst>
          </a:custGeom>
          <a:solidFill>
            <a:srgbClr val="2723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3" name="contour_19391"/>
          <p:cNvSpPr/>
          <p:nvPr/>
        </p:nvSpPr>
        <p:spPr>
          <a:xfrm>
            <a:off x="8566477" y="521091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9"/>
                </a:lnTo>
                <a:lnTo>
                  <a:pt x="16162" y="2678"/>
                </a:lnTo>
                <a:lnTo>
                  <a:pt x="18862" y="403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782" y="13527"/>
                </a:lnTo>
                <a:lnTo>
                  <a:pt x="3569" y="10849"/>
                </a:lnTo>
                <a:lnTo>
                  <a:pt x="5362" y="8159"/>
                </a:lnTo>
                <a:lnTo>
                  <a:pt x="7160" y="5459"/>
                </a:lnTo>
                <a:lnTo>
                  <a:pt x="8975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52545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4" name="contour_19392"/>
          <p:cNvSpPr/>
          <p:nvPr/>
        </p:nvSpPr>
        <p:spPr>
          <a:xfrm>
            <a:off x="8355125" y="5217546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0531" y="4781"/>
                </a:lnTo>
                <a:lnTo>
                  <a:pt x="19456" y="8948"/>
                </a:lnTo>
                <a:lnTo>
                  <a:pt x="18382" y="13128"/>
                </a:lnTo>
                <a:lnTo>
                  <a:pt x="17296" y="17343"/>
                </a:lnTo>
                <a:lnTo>
                  <a:pt x="16200" y="21600"/>
                </a:lnTo>
                <a:lnTo>
                  <a:pt x="12992" y="20216"/>
                </a:lnTo>
                <a:lnTo>
                  <a:pt x="9774" y="18825"/>
                </a:lnTo>
                <a:lnTo>
                  <a:pt x="6545" y="17434"/>
                </a:lnTo>
                <a:lnTo>
                  <a:pt x="3289" y="16029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E2E2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5" name="contour_19393"/>
          <p:cNvSpPr/>
          <p:nvPr/>
        </p:nvSpPr>
        <p:spPr>
          <a:xfrm>
            <a:off x="5184849" y="521091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4018"/>
                </a:lnTo>
                <a:lnTo>
                  <a:pt x="18101" y="6869"/>
                </a:lnTo>
                <a:lnTo>
                  <a:pt x="19195" y="9331"/>
                </a:lnTo>
                <a:lnTo>
                  <a:pt x="20246" y="12182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35F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6" name="contour_19394"/>
          <p:cNvSpPr/>
          <p:nvPr/>
        </p:nvSpPr>
        <p:spPr>
          <a:xfrm>
            <a:off x="4944345" y="5217546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0531" y="4781"/>
                </a:lnTo>
                <a:lnTo>
                  <a:pt x="19456" y="8948"/>
                </a:lnTo>
                <a:lnTo>
                  <a:pt x="18382" y="13128"/>
                </a:lnTo>
                <a:lnTo>
                  <a:pt x="17296" y="17343"/>
                </a:lnTo>
                <a:lnTo>
                  <a:pt x="16200" y="21600"/>
                </a:lnTo>
                <a:lnTo>
                  <a:pt x="12992" y="20216"/>
                </a:lnTo>
                <a:lnTo>
                  <a:pt x="9774" y="18825"/>
                </a:lnTo>
                <a:lnTo>
                  <a:pt x="6545" y="17434"/>
                </a:lnTo>
                <a:lnTo>
                  <a:pt x="3289" y="16029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5B5A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7" name="contour_19395"/>
          <p:cNvSpPr/>
          <p:nvPr/>
        </p:nvSpPr>
        <p:spPr>
          <a:xfrm>
            <a:off x="4674689" y="52182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F78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8" name="contour_19396"/>
          <p:cNvSpPr/>
          <p:nvPr/>
        </p:nvSpPr>
        <p:spPr>
          <a:xfrm>
            <a:off x="9739843" y="521820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C8B0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399" name="contour_19397"/>
          <p:cNvSpPr/>
          <p:nvPr/>
        </p:nvSpPr>
        <p:spPr>
          <a:xfrm>
            <a:off x="5294169" y="521091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B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0" name="contour_19398"/>
          <p:cNvSpPr/>
          <p:nvPr/>
        </p:nvSpPr>
        <p:spPr>
          <a:xfrm>
            <a:off x="2386260" y="521820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3527" y="19818"/>
                </a:lnTo>
                <a:lnTo>
                  <a:pt x="10849" y="18031"/>
                </a:lnTo>
                <a:lnTo>
                  <a:pt x="8159" y="16243"/>
                </a:lnTo>
                <a:lnTo>
                  <a:pt x="5459" y="14440"/>
                </a:lnTo>
                <a:lnTo>
                  <a:pt x="2743" y="12625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D4DB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1" name="contour_19399"/>
          <p:cNvSpPr/>
          <p:nvPr/>
        </p:nvSpPr>
        <p:spPr>
          <a:xfrm>
            <a:off x="6802783" y="520362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42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7E79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2" name="contour_19400"/>
          <p:cNvSpPr/>
          <p:nvPr/>
        </p:nvSpPr>
        <p:spPr>
          <a:xfrm>
            <a:off x="2378972" y="521091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5DF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3" name="contour_19401"/>
          <p:cNvSpPr/>
          <p:nvPr/>
        </p:nvSpPr>
        <p:spPr>
          <a:xfrm>
            <a:off x="3136923" y="5205011"/>
            <a:ext cx="36440" cy="20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26"/>
                </a:moveTo>
                <a:lnTo>
                  <a:pt x="19064" y="9901"/>
                </a:lnTo>
                <a:lnTo>
                  <a:pt x="17159" y="12560"/>
                </a:lnTo>
                <a:lnTo>
                  <a:pt x="15526" y="14636"/>
                </a:lnTo>
                <a:lnTo>
                  <a:pt x="13798" y="16550"/>
                </a:lnTo>
                <a:lnTo>
                  <a:pt x="11625" y="18725"/>
                </a:lnTo>
                <a:lnTo>
                  <a:pt x="8640" y="21600"/>
                </a:lnTo>
                <a:lnTo>
                  <a:pt x="5616" y="17580"/>
                </a:lnTo>
                <a:lnTo>
                  <a:pt x="3711" y="14636"/>
                </a:lnTo>
                <a:lnTo>
                  <a:pt x="2108" y="11330"/>
                </a:lnTo>
                <a:lnTo>
                  <a:pt x="0" y="6226"/>
                </a:lnTo>
                <a:lnTo>
                  <a:pt x="3300" y="2729"/>
                </a:lnTo>
                <a:lnTo>
                  <a:pt x="6303" y="715"/>
                </a:lnTo>
                <a:lnTo>
                  <a:pt x="9150" y="0"/>
                </a:lnTo>
                <a:lnTo>
                  <a:pt x="11966" y="377"/>
                </a:lnTo>
                <a:lnTo>
                  <a:pt x="14891" y="1668"/>
                </a:lnTo>
                <a:lnTo>
                  <a:pt x="18058" y="3682"/>
                </a:lnTo>
                <a:lnTo>
                  <a:pt x="21600" y="6226"/>
                </a:lnTo>
                <a:close/>
              </a:path>
            </a:pathLst>
          </a:custGeom>
          <a:solidFill>
            <a:srgbClr val="F1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4" name="contour_19402"/>
          <p:cNvSpPr/>
          <p:nvPr/>
        </p:nvSpPr>
        <p:spPr>
          <a:xfrm>
            <a:off x="10978802" y="518905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8547" y="6765"/>
                </a:lnTo>
                <a:lnTo>
                  <a:pt x="15487" y="9210"/>
                </a:lnTo>
                <a:lnTo>
                  <a:pt x="12420" y="11664"/>
                </a:lnTo>
                <a:lnTo>
                  <a:pt x="9338" y="14126"/>
                </a:lnTo>
                <a:lnTo>
                  <a:pt x="6250" y="16602"/>
                </a:lnTo>
                <a:lnTo>
                  <a:pt x="3132" y="1909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EF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5" name="contour_19403"/>
          <p:cNvSpPr/>
          <p:nvPr/>
        </p:nvSpPr>
        <p:spPr>
          <a:xfrm>
            <a:off x="5316033" y="518905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138"/>
                </a:lnTo>
                <a:lnTo>
                  <a:pt x="11959" y="4281"/>
                </a:lnTo>
                <a:lnTo>
                  <a:pt x="14342" y="6432"/>
                </a:lnTo>
                <a:lnTo>
                  <a:pt x="16747" y="8592"/>
                </a:lnTo>
                <a:lnTo>
                  <a:pt x="19166" y="10765"/>
                </a:lnTo>
                <a:lnTo>
                  <a:pt x="21600" y="12960"/>
                </a:lnTo>
                <a:lnTo>
                  <a:pt x="18036" y="14386"/>
                </a:lnTo>
                <a:lnTo>
                  <a:pt x="14465" y="15816"/>
                </a:lnTo>
                <a:lnTo>
                  <a:pt x="10879" y="17245"/>
                </a:lnTo>
                <a:lnTo>
                  <a:pt x="7279" y="18688"/>
                </a:lnTo>
                <a:lnTo>
                  <a:pt x="3658" y="20140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E9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6" name="contour_19404"/>
          <p:cNvSpPr/>
          <p:nvPr/>
        </p:nvSpPr>
        <p:spPr>
          <a:xfrm>
            <a:off x="4412322" y="518176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43" y="16157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D1B6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7" name="contour_19405"/>
          <p:cNvSpPr/>
          <p:nvPr/>
        </p:nvSpPr>
        <p:spPr>
          <a:xfrm>
            <a:off x="8544613" y="518905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155" y="3053"/>
                </a:lnTo>
                <a:lnTo>
                  <a:pt x="16710" y="6113"/>
                </a:lnTo>
                <a:lnTo>
                  <a:pt x="14256" y="9180"/>
                </a:lnTo>
                <a:lnTo>
                  <a:pt x="11794" y="12262"/>
                </a:lnTo>
                <a:lnTo>
                  <a:pt x="9318" y="15350"/>
                </a:lnTo>
                <a:lnTo>
                  <a:pt x="6830" y="18468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2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8" name="contour_19406"/>
          <p:cNvSpPr/>
          <p:nvPr/>
        </p:nvSpPr>
        <p:spPr>
          <a:xfrm>
            <a:off x="7640902" y="515989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7582" y="16618"/>
                </a:lnTo>
                <a:lnTo>
                  <a:pt x="14731" y="18101"/>
                </a:lnTo>
                <a:lnTo>
                  <a:pt x="12269" y="19195"/>
                </a:lnTo>
                <a:lnTo>
                  <a:pt x="9418" y="2024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C3D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09" name="contour_19407"/>
          <p:cNvSpPr/>
          <p:nvPr/>
        </p:nvSpPr>
        <p:spPr>
          <a:xfrm>
            <a:off x="2808963" y="515989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D4DE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0" name="contour_19408"/>
          <p:cNvSpPr/>
          <p:nvPr/>
        </p:nvSpPr>
        <p:spPr>
          <a:xfrm>
            <a:off x="651718" y="515261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8A7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1" name="contour_19409"/>
          <p:cNvSpPr/>
          <p:nvPr/>
        </p:nvSpPr>
        <p:spPr>
          <a:xfrm>
            <a:off x="1467973" y="514532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ABB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2" name="contour_19410"/>
          <p:cNvSpPr/>
          <p:nvPr/>
        </p:nvSpPr>
        <p:spPr>
          <a:xfrm>
            <a:off x="4346730" y="5138034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116"/>
                </a:lnTo>
                <a:lnTo>
                  <a:pt x="0" y="11534"/>
                </a:lnTo>
                <a:lnTo>
                  <a:pt x="0" y="6890"/>
                </a:lnTo>
                <a:lnTo>
                  <a:pt x="3618" y="3913"/>
                </a:lnTo>
                <a:lnTo>
                  <a:pt x="6858" y="1950"/>
                </a:lnTo>
                <a:lnTo>
                  <a:pt x="10001" y="779"/>
                </a:lnTo>
                <a:lnTo>
                  <a:pt x="13322" y="207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2F2C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3" name="contour_19411"/>
          <p:cNvSpPr/>
          <p:nvPr/>
        </p:nvSpPr>
        <p:spPr>
          <a:xfrm>
            <a:off x="2065588" y="512345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4D41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4" name="contour_19412"/>
          <p:cNvSpPr/>
          <p:nvPr/>
        </p:nvSpPr>
        <p:spPr>
          <a:xfrm>
            <a:off x="1540853" y="51380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4018"/>
                </a:lnTo>
                <a:lnTo>
                  <a:pt x="18101" y="6869"/>
                </a:lnTo>
                <a:lnTo>
                  <a:pt x="19195" y="9331"/>
                </a:lnTo>
                <a:lnTo>
                  <a:pt x="20246" y="12182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5193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5" name="contour_19413"/>
          <p:cNvSpPr/>
          <p:nvPr/>
        </p:nvSpPr>
        <p:spPr>
          <a:xfrm>
            <a:off x="2699644" y="513803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CAD6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6" name="contour_19414"/>
          <p:cNvSpPr/>
          <p:nvPr/>
        </p:nvSpPr>
        <p:spPr>
          <a:xfrm>
            <a:off x="2532020" y="5116170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890" y="0"/>
                </a:moveTo>
                <a:lnTo>
                  <a:pt x="11444" y="0"/>
                </a:lnTo>
                <a:lnTo>
                  <a:pt x="16026" y="0"/>
                </a:lnTo>
                <a:lnTo>
                  <a:pt x="20670" y="0"/>
                </a:ln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5544" y="18025"/>
                </a:lnTo>
                <a:lnTo>
                  <a:pt x="11906" y="19219"/>
                </a:lnTo>
                <a:lnTo>
                  <a:pt x="8764" y="20039"/>
                </a:lnTo>
                <a:lnTo>
                  <a:pt x="5126" y="20747"/>
                </a:lnTo>
                <a:lnTo>
                  <a:pt x="0" y="21600"/>
                </a:lnTo>
                <a:lnTo>
                  <a:pt x="813" y="17993"/>
                </a:lnTo>
                <a:lnTo>
                  <a:pt x="1674" y="14391"/>
                </a:lnTo>
                <a:lnTo>
                  <a:pt x="2584" y="10800"/>
                </a:lnTo>
                <a:lnTo>
                  <a:pt x="3307" y="7787"/>
                </a:lnTo>
                <a:lnTo>
                  <a:pt x="4038" y="4725"/>
                </a:lnTo>
                <a:lnTo>
                  <a:pt x="5450" y="2381"/>
                </a:lnTo>
                <a:lnTo>
                  <a:pt x="6890" y="0"/>
                </a:lnTo>
                <a:close/>
              </a:path>
            </a:pathLst>
          </a:custGeom>
          <a:solidFill>
            <a:srgbClr val="BCC5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7" name="contour_19415"/>
          <p:cNvSpPr/>
          <p:nvPr/>
        </p:nvSpPr>
        <p:spPr>
          <a:xfrm>
            <a:off x="797478" y="51161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8" y="526"/>
                </a:lnTo>
                <a:lnTo>
                  <a:pt x="3175" y="1058"/>
                </a:lnTo>
                <a:lnTo>
                  <a:pt x="5373" y="1793"/>
                </a:lnTo>
                <a:lnTo>
                  <a:pt x="8775" y="2923"/>
                </a:lnTo>
                <a:lnTo>
                  <a:pt x="13986" y="465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83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8" name="contour_19416"/>
          <p:cNvSpPr/>
          <p:nvPr/>
        </p:nvSpPr>
        <p:spPr>
          <a:xfrm>
            <a:off x="1146317" y="5108882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453A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19" name="contour_19417"/>
          <p:cNvSpPr/>
          <p:nvPr/>
        </p:nvSpPr>
        <p:spPr>
          <a:xfrm>
            <a:off x="8537325" y="510159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E4E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0" name="contour_19418"/>
          <p:cNvSpPr/>
          <p:nvPr/>
        </p:nvSpPr>
        <p:spPr>
          <a:xfrm>
            <a:off x="2590324" y="510159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867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1" name="contour_19419"/>
          <p:cNvSpPr/>
          <p:nvPr/>
        </p:nvSpPr>
        <p:spPr>
          <a:xfrm>
            <a:off x="7837678" y="507973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454" y="2536"/>
                </a:lnTo>
                <a:lnTo>
                  <a:pt x="12830" y="4441"/>
                </a:lnTo>
                <a:lnTo>
                  <a:pt x="14731" y="6074"/>
                </a:lnTo>
                <a:lnTo>
                  <a:pt x="16567" y="7802"/>
                </a:lnTo>
                <a:lnTo>
                  <a:pt x="18720" y="9975"/>
                </a:lnTo>
                <a:lnTo>
                  <a:pt x="21600" y="12960"/>
                </a:lnTo>
                <a:lnTo>
                  <a:pt x="19966" y="15980"/>
                </a:lnTo>
                <a:lnTo>
                  <a:pt x="18677" y="17889"/>
                </a:lnTo>
                <a:lnTo>
                  <a:pt x="17042" y="19492"/>
                </a:lnTo>
                <a:lnTo>
                  <a:pt x="14400" y="21600"/>
                </a:lnTo>
                <a:lnTo>
                  <a:pt x="9871" y="20926"/>
                </a:lnTo>
                <a:lnTo>
                  <a:pt x="6869" y="20252"/>
                </a:lnTo>
                <a:lnTo>
                  <a:pt x="4025" y="19172"/>
                </a:lnTo>
                <a:lnTo>
                  <a:pt x="0" y="17280"/>
                </a:lnTo>
                <a:lnTo>
                  <a:pt x="634" y="14304"/>
                </a:lnTo>
                <a:lnTo>
                  <a:pt x="1555" y="11388"/>
                </a:lnTo>
                <a:lnTo>
                  <a:pt x="2729" y="8519"/>
                </a:lnTo>
                <a:lnTo>
                  <a:pt x="4090" y="5676"/>
                </a:lnTo>
                <a:lnTo>
                  <a:pt x="5594" y="2843"/>
                </a:lnTo>
                <a:lnTo>
                  <a:pt x="7200" y="0"/>
                </a:lnTo>
                <a:close/>
              </a:path>
            </a:pathLst>
          </a:custGeom>
          <a:solidFill>
            <a:srgbClr val="C3C4C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2" name="contour_19420"/>
          <p:cNvSpPr/>
          <p:nvPr/>
        </p:nvSpPr>
        <p:spPr>
          <a:xfrm>
            <a:off x="3705386" y="507973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20038" y="17747"/>
                </a:lnTo>
                <a:lnTo>
                  <a:pt x="18014" y="18356"/>
                </a:lnTo>
                <a:lnTo>
                  <a:pt x="14191" y="19505"/>
                </a:lnTo>
                <a:lnTo>
                  <a:pt x="7200" y="21600"/>
                </a:lnTo>
                <a:lnTo>
                  <a:pt x="5818" y="18814"/>
                </a:lnTo>
                <a:lnTo>
                  <a:pt x="4471" y="16023"/>
                </a:lnTo>
                <a:lnTo>
                  <a:pt x="3154" y="13228"/>
                </a:lnTo>
                <a:lnTo>
                  <a:pt x="2585" y="12061"/>
                </a:lnTo>
                <a:lnTo>
                  <a:pt x="871" y="8523"/>
                </a:lnTo>
                <a:lnTo>
                  <a:pt x="439" y="6437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738BA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3" name="contour_19421"/>
          <p:cNvSpPr/>
          <p:nvPr/>
        </p:nvSpPr>
        <p:spPr>
          <a:xfrm>
            <a:off x="8559189" y="506515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2673"/>
                </a:lnTo>
                <a:lnTo>
                  <a:pt x="10751" y="5351"/>
                </a:lnTo>
                <a:lnTo>
                  <a:pt x="13441" y="8041"/>
                </a:lnTo>
                <a:lnTo>
                  <a:pt x="16141" y="10741"/>
                </a:lnTo>
                <a:lnTo>
                  <a:pt x="18857" y="13457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3607" y="18776"/>
                </a:lnTo>
                <a:lnTo>
                  <a:pt x="2452" y="16708"/>
                </a:lnTo>
                <a:lnTo>
                  <a:pt x="1415" y="14386"/>
                </a:lnTo>
                <a:lnTo>
                  <a:pt x="0" y="10800"/>
                </a:lnTo>
                <a:lnTo>
                  <a:pt x="1415" y="7214"/>
                </a:lnTo>
                <a:lnTo>
                  <a:pt x="2452" y="4892"/>
                </a:lnTo>
                <a:lnTo>
                  <a:pt x="3607" y="2824"/>
                </a:lnTo>
                <a:lnTo>
                  <a:pt x="5400" y="0"/>
                </a:lnTo>
                <a:close/>
              </a:path>
            </a:pathLst>
          </a:custGeom>
          <a:solidFill>
            <a:srgbClr val="5F5A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4" name="contour_19422"/>
          <p:cNvSpPr/>
          <p:nvPr/>
        </p:nvSpPr>
        <p:spPr>
          <a:xfrm>
            <a:off x="4186394" y="5079541"/>
            <a:ext cx="36440" cy="220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6"/>
                </a:moveTo>
                <a:lnTo>
                  <a:pt x="20745" y="4426"/>
                </a:lnTo>
                <a:lnTo>
                  <a:pt x="19885" y="8680"/>
                </a:lnTo>
                <a:lnTo>
                  <a:pt x="19025" y="12949"/>
                </a:lnTo>
                <a:lnTo>
                  <a:pt x="18157" y="17253"/>
                </a:lnTo>
                <a:lnTo>
                  <a:pt x="17280" y="21600"/>
                </a:lnTo>
                <a:lnTo>
                  <a:pt x="14835" y="19580"/>
                </a:lnTo>
                <a:lnTo>
                  <a:pt x="12390" y="17560"/>
                </a:lnTo>
                <a:lnTo>
                  <a:pt x="9936" y="15533"/>
                </a:lnTo>
                <a:lnTo>
                  <a:pt x="7474" y="13498"/>
                </a:lnTo>
                <a:lnTo>
                  <a:pt x="4998" y="11450"/>
                </a:lnTo>
                <a:lnTo>
                  <a:pt x="2510" y="9394"/>
                </a:lnTo>
                <a:lnTo>
                  <a:pt x="0" y="7324"/>
                </a:lnTo>
                <a:lnTo>
                  <a:pt x="3024" y="4940"/>
                </a:lnTo>
                <a:lnTo>
                  <a:pt x="5707" y="3105"/>
                </a:lnTo>
                <a:lnTo>
                  <a:pt x="8173" y="1749"/>
                </a:lnTo>
                <a:lnTo>
                  <a:pt x="10549" y="821"/>
                </a:lnTo>
                <a:lnTo>
                  <a:pt x="12956" y="257"/>
                </a:lnTo>
                <a:lnTo>
                  <a:pt x="15517" y="7"/>
                </a:lnTo>
                <a:lnTo>
                  <a:pt x="18360" y="0"/>
                </a:lnTo>
                <a:lnTo>
                  <a:pt x="21600" y="186"/>
                </a:lnTo>
                <a:close/>
              </a:path>
            </a:pathLst>
          </a:custGeom>
          <a:solidFill>
            <a:srgbClr val="4E4E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5" name="contour_19423"/>
          <p:cNvSpPr/>
          <p:nvPr/>
        </p:nvSpPr>
        <p:spPr>
          <a:xfrm>
            <a:off x="11386929" y="506515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8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6" name="contour_19424"/>
          <p:cNvSpPr/>
          <p:nvPr/>
        </p:nvSpPr>
        <p:spPr>
          <a:xfrm>
            <a:off x="1540853" y="505786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5" y="19930"/>
                </a:lnTo>
                <a:lnTo>
                  <a:pt x="16195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8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5A49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7" name="contour_19425"/>
          <p:cNvSpPr/>
          <p:nvPr/>
        </p:nvSpPr>
        <p:spPr>
          <a:xfrm>
            <a:off x="1256621" y="505786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862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8" name="contour_19426"/>
          <p:cNvSpPr/>
          <p:nvPr/>
        </p:nvSpPr>
        <p:spPr>
          <a:xfrm>
            <a:off x="7983437" y="50432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877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29" name="contour_19427"/>
          <p:cNvSpPr/>
          <p:nvPr/>
        </p:nvSpPr>
        <p:spPr>
          <a:xfrm>
            <a:off x="10738298" y="503600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38" y="16157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E9ED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0" name="contour_19428"/>
          <p:cNvSpPr/>
          <p:nvPr/>
        </p:nvSpPr>
        <p:spPr>
          <a:xfrm>
            <a:off x="11022530" y="503600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8547" y="6765"/>
                </a:lnTo>
                <a:lnTo>
                  <a:pt x="15487" y="9210"/>
                </a:lnTo>
                <a:lnTo>
                  <a:pt x="12420" y="11664"/>
                </a:lnTo>
                <a:lnTo>
                  <a:pt x="9338" y="14126"/>
                </a:lnTo>
                <a:lnTo>
                  <a:pt x="6250" y="16602"/>
                </a:lnTo>
                <a:lnTo>
                  <a:pt x="3132" y="1909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AD9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1" name="contour_19429"/>
          <p:cNvSpPr/>
          <p:nvPr/>
        </p:nvSpPr>
        <p:spPr>
          <a:xfrm>
            <a:off x="2313380" y="504329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9" y="13754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E0E4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2" name="contour_19430"/>
          <p:cNvSpPr/>
          <p:nvPr/>
        </p:nvSpPr>
        <p:spPr>
          <a:xfrm>
            <a:off x="10155259" y="5028058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0531" y="4781"/>
                </a:lnTo>
                <a:lnTo>
                  <a:pt x="19456" y="8948"/>
                </a:lnTo>
                <a:lnTo>
                  <a:pt x="18382" y="13128"/>
                </a:lnTo>
                <a:lnTo>
                  <a:pt x="17296" y="17343"/>
                </a:lnTo>
                <a:lnTo>
                  <a:pt x="16200" y="21600"/>
                </a:lnTo>
                <a:lnTo>
                  <a:pt x="12992" y="20216"/>
                </a:lnTo>
                <a:lnTo>
                  <a:pt x="9774" y="18825"/>
                </a:lnTo>
                <a:lnTo>
                  <a:pt x="6545" y="17434"/>
                </a:lnTo>
                <a:lnTo>
                  <a:pt x="3289" y="16029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A2A4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3" name="contour_19431"/>
          <p:cNvSpPr/>
          <p:nvPr/>
        </p:nvSpPr>
        <p:spPr>
          <a:xfrm>
            <a:off x="4346730" y="502871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FA1A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4" name="contour_19432"/>
          <p:cNvSpPr/>
          <p:nvPr/>
        </p:nvSpPr>
        <p:spPr>
          <a:xfrm>
            <a:off x="11481673" y="50214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251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5" name="contour_19433"/>
          <p:cNvSpPr/>
          <p:nvPr/>
        </p:nvSpPr>
        <p:spPr>
          <a:xfrm>
            <a:off x="5133833" y="501413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412" y="7171"/>
                </a:lnTo>
                <a:lnTo>
                  <a:pt x="19224" y="10027"/>
                </a:lnTo>
                <a:lnTo>
                  <a:pt x="18029" y="12895"/>
                </a:lnTo>
                <a:lnTo>
                  <a:pt x="16826" y="15777"/>
                </a:lnTo>
                <a:lnTo>
                  <a:pt x="15617" y="18675"/>
                </a:lnTo>
                <a:lnTo>
                  <a:pt x="14400" y="21600"/>
                </a:lnTo>
                <a:lnTo>
                  <a:pt x="12614" y="18926"/>
                </a:lnTo>
                <a:lnTo>
                  <a:pt x="10836" y="16252"/>
                </a:lnTo>
                <a:lnTo>
                  <a:pt x="9043" y="13569"/>
                </a:lnTo>
                <a:lnTo>
                  <a:pt x="7258" y="10882"/>
                </a:lnTo>
                <a:lnTo>
                  <a:pt x="5458" y="8182"/>
                </a:lnTo>
                <a:lnTo>
                  <a:pt x="3650" y="5469"/>
                </a:lnTo>
                <a:lnTo>
                  <a:pt x="182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8F90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6" name="contour_19434"/>
          <p:cNvSpPr/>
          <p:nvPr/>
        </p:nvSpPr>
        <p:spPr>
          <a:xfrm>
            <a:off x="9550356" y="5007827"/>
            <a:ext cx="30063" cy="281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364" y="648"/>
                </a:moveTo>
                <a:lnTo>
                  <a:pt x="19024" y="3207"/>
                </a:lnTo>
                <a:lnTo>
                  <a:pt x="20453" y="5403"/>
                </a:lnTo>
                <a:lnTo>
                  <a:pt x="21150" y="8453"/>
                </a:lnTo>
                <a:lnTo>
                  <a:pt x="21600" y="13566"/>
                </a:lnTo>
                <a:lnTo>
                  <a:pt x="21385" y="16220"/>
                </a:lnTo>
                <a:lnTo>
                  <a:pt x="21165" y="18890"/>
                </a:lnTo>
                <a:lnTo>
                  <a:pt x="20945" y="21600"/>
                </a:lnTo>
                <a:lnTo>
                  <a:pt x="17484" y="21600"/>
                </a:lnTo>
                <a:lnTo>
                  <a:pt x="14002" y="21600"/>
                </a:lnTo>
                <a:lnTo>
                  <a:pt x="10473" y="21600"/>
                </a:lnTo>
                <a:lnTo>
                  <a:pt x="10473" y="17907"/>
                </a:lnTo>
                <a:lnTo>
                  <a:pt x="10473" y="14191"/>
                </a:lnTo>
                <a:lnTo>
                  <a:pt x="10473" y="10426"/>
                </a:lnTo>
                <a:lnTo>
                  <a:pt x="7362" y="8375"/>
                </a:lnTo>
                <a:lnTo>
                  <a:pt x="5236" y="7107"/>
                </a:lnTo>
                <a:lnTo>
                  <a:pt x="3110" y="6107"/>
                </a:lnTo>
                <a:lnTo>
                  <a:pt x="0" y="4838"/>
                </a:lnTo>
                <a:lnTo>
                  <a:pt x="3388" y="2592"/>
                </a:lnTo>
                <a:lnTo>
                  <a:pt x="6326" y="1011"/>
                </a:lnTo>
                <a:lnTo>
                  <a:pt x="9216" y="134"/>
                </a:lnTo>
                <a:lnTo>
                  <a:pt x="12431" y="0"/>
                </a:lnTo>
                <a:lnTo>
                  <a:pt x="16364" y="648"/>
                </a:lnTo>
                <a:close/>
              </a:path>
            </a:pathLst>
          </a:custGeom>
          <a:solidFill>
            <a:srgbClr val="F0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7" name="contour_19435"/>
          <p:cNvSpPr/>
          <p:nvPr/>
        </p:nvSpPr>
        <p:spPr>
          <a:xfrm>
            <a:off x="4470625" y="5006398"/>
            <a:ext cx="29152" cy="22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6400" y="141"/>
                </a:lnTo>
                <a:lnTo>
                  <a:pt x="18986" y="289"/>
                </a:lnTo>
                <a:lnTo>
                  <a:pt x="21600" y="437"/>
                </a:lnTo>
                <a:lnTo>
                  <a:pt x="21600" y="4628"/>
                </a:lnTo>
                <a:lnTo>
                  <a:pt x="21600" y="8832"/>
                </a:lnTo>
                <a:lnTo>
                  <a:pt x="21600" y="13057"/>
                </a:lnTo>
                <a:lnTo>
                  <a:pt x="21600" y="17304"/>
                </a:lnTo>
                <a:lnTo>
                  <a:pt x="21600" y="21600"/>
                </a:lnTo>
                <a:lnTo>
                  <a:pt x="18544" y="19604"/>
                </a:lnTo>
                <a:lnTo>
                  <a:pt x="15487" y="17607"/>
                </a:lnTo>
                <a:lnTo>
                  <a:pt x="12420" y="15604"/>
                </a:lnTo>
                <a:lnTo>
                  <a:pt x="9342" y="13593"/>
                </a:lnTo>
                <a:lnTo>
                  <a:pt x="6248" y="11569"/>
                </a:lnTo>
                <a:lnTo>
                  <a:pt x="3137" y="9537"/>
                </a:lnTo>
                <a:lnTo>
                  <a:pt x="0" y="7492"/>
                </a:lnTo>
                <a:lnTo>
                  <a:pt x="3256" y="3400"/>
                </a:lnTo>
                <a:lnTo>
                  <a:pt x="5783" y="1263"/>
                </a:lnTo>
                <a:lnTo>
                  <a:pt x="8878" y="360"/>
                </a:lnTo>
                <a:lnTo>
                  <a:pt x="13835" y="0"/>
                </a:lnTo>
                <a:close/>
              </a:path>
            </a:pathLst>
          </a:custGeom>
          <a:solidFill>
            <a:srgbClr val="C7C1B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8" name="contour_19436"/>
          <p:cNvSpPr/>
          <p:nvPr/>
        </p:nvSpPr>
        <p:spPr>
          <a:xfrm>
            <a:off x="6423807" y="499956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2" y="3940"/>
                </a:lnTo>
                <a:lnTo>
                  <a:pt x="15523" y="7020"/>
                </a:lnTo>
                <a:lnTo>
                  <a:pt x="18086" y="9491"/>
                </a:lnTo>
                <a:lnTo>
                  <a:pt x="19800" y="11612"/>
                </a:lnTo>
                <a:lnTo>
                  <a:pt x="20844" y="13625"/>
                </a:lnTo>
                <a:lnTo>
                  <a:pt x="21377" y="15794"/>
                </a:lnTo>
                <a:lnTo>
                  <a:pt x="21571" y="1836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9AC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39" name="contour_19437"/>
          <p:cNvSpPr/>
          <p:nvPr/>
        </p:nvSpPr>
        <p:spPr>
          <a:xfrm>
            <a:off x="8143773" y="498498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42"/>
                </a:lnTo>
                <a:lnTo>
                  <a:pt x="18373" y="17950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640" y="16841"/>
                </a:lnTo>
                <a:lnTo>
                  <a:pt x="8640" y="12053"/>
                </a:lnTo>
                <a:lnTo>
                  <a:pt x="8640" y="7200"/>
                </a:lnTo>
                <a:lnTo>
                  <a:pt x="6502" y="5414"/>
                </a:lnTo>
                <a:lnTo>
                  <a:pt x="4350" y="3629"/>
                </a:lnTo>
                <a:lnTo>
                  <a:pt x="2190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F8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0" name="contour_19438"/>
          <p:cNvSpPr/>
          <p:nvPr/>
        </p:nvSpPr>
        <p:spPr>
          <a:xfrm>
            <a:off x="3902162" y="497769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19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889" y="20444"/>
                </a:lnTo>
                <a:lnTo>
                  <a:pt x="16184" y="19273"/>
                </a:lnTo>
                <a:lnTo>
                  <a:pt x="13489" y="18079"/>
                </a:lnTo>
                <a:lnTo>
                  <a:pt x="10800" y="16875"/>
                </a:lnTo>
                <a:lnTo>
                  <a:pt x="9288" y="16216"/>
                </a:lnTo>
                <a:lnTo>
                  <a:pt x="4725" y="14218"/>
                </a:lnTo>
                <a:lnTo>
                  <a:pt x="3553" y="13365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20201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1" name="contour_19439"/>
          <p:cNvSpPr/>
          <p:nvPr/>
        </p:nvSpPr>
        <p:spPr>
          <a:xfrm>
            <a:off x="7611750" y="49558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4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2" name="contour_19440"/>
          <p:cNvSpPr/>
          <p:nvPr/>
        </p:nvSpPr>
        <p:spPr>
          <a:xfrm>
            <a:off x="4776721" y="494854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176" y="0"/>
                </a:lnTo>
                <a:lnTo>
                  <a:pt x="10048" y="0"/>
                </a:lnTo>
                <a:lnTo>
                  <a:pt x="12960" y="0"/>
                </a:lnTo>
                <a:lnTo>
                  <a:pt x="12960" y="4759"/>
                </a:lnTo>
                <a:lnTo>
                  <a:pt x="12960" y="9547"/>
                </a:lnTo>
                <a:lnTo>
                  <a:pt x="12960" y="14400"/>
                </a:lnTo>
                <a:lnTo>
                  <a:pt x="15098" y="16186"/>
                </a:lnTo>
                <a:lnTo>
                  <a:pt x="17245" y="17971"/>
                </a:lnTo>
                <a:lnTo>
                  <a:pt x="19410" y="19778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1071" y="10836"/>
                </a:lnTo>
                <a:lnTo>
                  <a:pt x="2143" y="7258"/>
                </a:lnTo>
                <a:lnTo>
                  <a:pt x="3227" y="3650"/>
                </a:lnTo>
                <a:lnTo>
                  <a:pt x="4320" y="0"/>
                </a:lnTo>
                <a:close/>
              </a:path>
            </a:pathLst>
          </a:custGeom>
          <a:solidFill>
            <a:srgbClr val="635C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3" name="contour_19441"/>
          <p:cNvSpPr/>
          <p:nvPr/>
        </p:nvSpPr>
        <p:spPr>
          <a:xfrm>
            <a:off x="4303002" y="496312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26"/>
                </a:lnTo>
                <a:lnTo>
                  <a:pt x="6860" y="1058"/>
                </a:lnTo>
                <a:lnTo>
                  <a:pt x="8618" y="1793"/>
                </a:lnTo>
                <a:lnTo>
                  <a:pt x="11340" y="2923"/>
                </a:lnTo>
                <a:lnTo>
                  <a:pt x="15509" y="4658"/>
                </a:lnTo>
                <a:lnTo>
                  <a:pt x="21600" y="7200"/>
                </a:lnTo>
                <a:lnTo>
                  <a:pt x="18926" y="8986"/>
                </a:lnTo>
                <a:lnTo>
                  <a:pt x="16252" y="10764"/>
                </a:lnTo>
                <a:lnTo>
                  <a:pt x="13569" y="12557"/>
                </a:lnTo>
                <a:lnTo>
                  <a:pt x="10882" y="14342"/>
                </a:lnTo>
                <a:lnTo>
                  <a:pt x="8182" y="16142"/>
                </a:lnTo>
                <a:lnTo>
                  <a:pt x="5469" y="17950"/>
                </a:lnTo>
                <a:lnTo>
                  <a:pt x="2743" y="19771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A79E8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4" name="contour_19442"/>
          <p:cNvSpPr/>
          <p:nvPr/>
        </p:nvSpPr>
        <p:spPr>
          <a:xfrm>
            <a:off x="10599826" y="49412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A587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5" name="contour_19443"/>
          <p:cNvSpPr/>
          <p:nvPr/>
        </p:nvSpPr>
        <p:spPr>
          <a:xfrm>
            <a:off x="7895982" y="49558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DF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6" name="contour_19444"/>
          <p:cNvSpPr/>
          <p:nvPr/>
        </p:nvSpPr>
        <p:spPr>
          <a:xfrm>
            <a:off x="8041741" y="494125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354"/>
                </a:lnTo>
                <a:lnTo>
                  <a:pt x="14524" y="2405"/>
                </a:lnTo>
                <a:lnTo>
                  <a:pt x="16494" y="3499"/>
                </a:lnTo>
                <a:lnTo>
                  <a:pt x="18645" y="4982"/>
                </a:lnTo>
                <a:lnTo>
                  <a:pt x="21600" y="7200"/>
                </a:lnTo>
                <a:lnTo>
                  <a:pt x="19492" y="11729"/>
                </a:lnTo>
                <a:lnTo>
                  <a:pt x="17889" y="14738"/>
                </a:lnTo>
                <a:lnTo>
                  <a:pt x="15980" y="17575"/>
                </a:lnTo>
                <a:lnTo>
                  <a:pt x="12960" y="21600"/>
                </a:lnTo>
                <a:lnTo>
                  <a:pt x="9487" y="20246"/>
                </a:lnTo>
                <a:lnTo>
                  <a:pt x="7076" y="19195"/>
                </a:lnTo>
                <a:lnTo>
                  <a:pt x="5106" y="18101"/>
                </a:lnTo>
                <a:lnTo>
                  <a:pt x="2955" y="16618"/>
                </a:lnTo>
                <a:lnTo>
                  <a:pt x="0" y="14400"/>
                </a:lnTo>
                <a:lnTo>
                  <a:pt x="2108" y="9871"/>
                </a:lnTo>
                <a:lnTo>
                  <a:pt x="3711" y="6862"/>
                </a:lnTo>
                <a:lnTo>
                  <a:pt x="5620" y="4025"/>
                </a:lnTo>
                <a:lnTo>
                  <a:pt x="8640" y="0"/>
                </a:lnTo>
                <a:close/>
              </a:path>
            </a:pathLst>
          </a:custGeom>
          <a:solidFill>
            <a:srgbClr val="1E1E1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7" name="contour_19445"/>
          <p:cNvSpPr/>
          <p:nvPr/>
        </p:nvSpPr>
        <p:spPr>
          <a:xfrm>
            <a:off x="2408816" y="4919394"/>
            <a:ext cx="2846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06" y="0"/>
                </a:moveTo>
                <a:lnTo>
                  <a:pt x="6035" y="2009"/>
                </a:lnTo>
                <a:lnTo>
                  <a:pt x="7080" y="4052"/>
                </a:lnTo>
                <a:lnTo>
                  <a:pt x="9442" y="6813"/>
                </a:lnTo>
                <a:lnTo>
                  <a:pt x="11843" y="8843"/>
                </a:lnTo>
                <a:lnTo>
                  <a:pt x="14514" y="10385"/>
                </a:lnTo>
                <a:lnTo>
                  <a:pt x="17689" y="11677"/>
                </a:lnTo>
                <a:lnTo>
                  <a:pt x="21600" y="12960"/>
                </a:lnTo>
                <a:lnTo>
                  <a:pt x="18862" y="14386"/>
                </a:lnTo>
                <a:lnTo>
                  <a:pt x="16118" y="15816"/>
                </a:lnTo>
                <a:lnTo>
                  <a:pt x="13364" y="17245"/>
                </a:lnTo>
                <a:lnTo>
                  <a:pt x="10598" y="18688"/>
                </a:lnTo>
                <a:lnTo>
                  <a:pt x="7816" y="20140"/>
                </a:lnTo>
                <a:lnTo>
                  <a:pt x="5006" y="21600"/>
                </a:lnTo>
                <a:lnTo>
                  <a:pt x="2439" y="16641"/>
                </a:lnTo>
                <a:lnTo>
                  <a:pt x="808" y="13133"/>
                </a:lnTo>
                <a:lnTo>
                  <a:pt x="22" y="10567"/>
                </a:lnTo>
                <a:lnTo>
                  <a:pt x="0" y="8441"/>
                </a:lnTo>
                <a:lnTo>
                  <a:pt x="653" y="6255"/>
                </a:lnTo>
                <a:lnTo>
                  <a:pt x="1897" y="3508"/>
                </a:lnTo>
                <a:lnTo>
                  <a:pt x="3441" y="1767"/>
                </a:lnTo>
                <a:lnTo>
                  <a:pt x="5006" y="0"/>
                </a:lnTo>
                <a:close/>
              </a:path>
            </a:pathLst>
          </a:custGeom>
          <a:solidFill>
            <a:srgbClr val="DCE1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8" name="contour_19446"/>
          <p:cNvSpPr/>
          <p:nvPr/>
        </p:nvSpPr>
        <p:spPr>
          <a:xfrm>
            <a:off x="2138468" y="4926522"/>
            <a:ext cx="36440" cy="2202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157"/>
                </a:moveTo>
                <a:lnTo>
                  <a:pt x="7452" y="0"/>
                </a:lnTo>
                <a:lnTo>
                  <a:pt x="9763" y="465"/>
                </a:lnTo>
                <a:lnTo>
                  <a:pt x="13228" y="1944"/>
                </a:lnTo>
                <a:lnTo>
                  <a:pt x="14412" y="2416"/>
                </a:lnTo>
                <a:lnTo>
                  <a:pt x="17971" y="3845"/>
                </a:lnTo>
                <a:lnTo>
                  <a:pt x="19773" y="5561"/>
                </a:lnTo>
                <a:lnTo>
                  <a:pt x="21600" y="7305"/>
                </a:lnTo>
                <a:lnTo>
                  <a:pt x="21600" y="12029"/>
                </a:lnTo>
                <a:lnTo>
                  <a:pt x="21600" y="16783"/>
                </a:lnTo>
                <a:lnTo>
                  <a:pt x="21600" y="21600"/>
                </a:lnTo>
                <a:lnTo>
                  <a:pt x="18926" y="20714"/>
                </a:lnTo>
                <a:lnTo>
                  <a:pt x="16252" y="19827"/>
                </a:lnTo>
                <a:lnTo>
                  <a:pt x="13569" y="18941"/>
                </a:lnTo>
                <a:lnTo>
                  <a:pt x="10882" y="18055"/>
                </a:lnTo>
                <a:lnTo>
                  <a:pt x="8182" y="17161"/>
                </a:lnTo>
                <a:lnTo>
                  <a:pt x="5469" y="16261"/>
                </a:lnTo>
                <a:lnTo>
                  <a:pt x="2743" y="15360"/>
                </a:lnTo>
                <a:lnTo>
                  <a:pt x="0" y="14452"/>
                </a:lnTo>
                <a:lnTo>
                  <a:pt x="1071" y="10914"/>
                </a:lnTo>
                <a:lnTo>
                  <a:pt x="2143" y="7362"/>
                </a:lnTo>
                <a:lnTo>
                  <a:pt x="3227" y="3781"/>
                </a:lnTo>
                <a:lnTo>
                  <a:pt x="4320" y="157"/>
                </a:lnTo>
                <a:close/>
              </a:path>
            </a:pathLst>
          </a:custGeom>
          <a:solidFill>
            <a:srgbClr val="EAEE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49" name="contour_19447"/>
          <p:cNvSpPr/>
          <p:nvPr/>
        </p:nvSpPr>
        <p:spPr>
          <a:xfrm>
            <a:off x="2043724" y="492668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38" y="16157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F1F0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0" name="contour_19448"/>
          <p:cNvSpPr/>
          <p:nvPr/>
        </p:nvSpPr>
        <p:spPr>
          <a:xfrm>
            <a:off x="1497125" y="492668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38" y="16157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F2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1" name="contour_19449"/>
          <p:cNvSpPr/>
          <p:nvPr/>
        </p:nvSpPr>
        <p:spPr>
          <a:xfrm>
            <a:off x="10789314" y="49339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3056"/>
                </a:lnTo>
                <a:lnTo>
                  <a:pt x="13856" y="6113"/>
                </a:lnTo>
                <a:lnTo>
                  <a:pt x="15390" y="9180"/>
                </a:lnTo>
                <a:lnTo>
                  <a:pt x="16929" y="12258"/>
                </a:lnTo>
                <a:lnTo>
                  <a:pt x="18479" y="15352"/>
                </a:lnTo>
                <a:lnTo>
                  <a:pt x="20034" y="18463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2673" y="8127"/>
                </a:lnTo>
                <a:lnTo>
                  <a:pt x="5362" y="5443"/>
                </a:lnTo>
                <a:lnTo>
                  <a:pt x="8062" y="2738"/>
                </a:lnTo>
                <a:lnTo>
                  <a:pt x="10800" y="0"/>
                </a:lnTo>
                <a:close/>
              </a:path>
            </a:pathLst>
          </a:custGeom>
          <a:solidFill>
            <a:srgbClr val="EEF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2" name="contour_19450"/>
          <p:cNvSpPr/>
          <p:nvPr/>
        </p:nvSpPr>
        <p:spPr>
          <a:xfrm>
            <a:off x="1218869" y="4919394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488" y="2673"/>
                </a:lnTo>
                <a:lnTo>
                  <a:pt x="6051" y="5351"/>
                </a:lnTo>
                <a:lnTo>
                  <a:pt x="8614" y="8030"/>
                </a:lnTo>
                <a:lnTo>
                  <a:pt x="11188" y="10719"/>
                </a:lnTo>
                <a:lnTo>
                  <a:pt x="13771" y="13419"/>
                </a:lnTo>
                <a:lnTo>
                  <a:pt x="16365" y="16130"/>
                </a:lnTo>
                <a:lnTo>
                  <a:pt x="18975" y="18857"/>
                </a:lnTo>
                <a:lnTo>
                  <a:pt x="21600" y="21600"/>
                </a:lnTo>
                <a:lnTo>
                  <a:pt x="15435" y="20585"/>
                </a:lnTo>
                <a:lnTo>
                  <a:pt x="11126" y="19818"/>
                </a:lnTo>
                <a:lnTo>
                  <a:pt x="8092" y="19143"/>
                </a:lnTo>
                <a:lnTo>
                  <a:pt x="5762" y="18414"/>
                </a:lnTo>
                <a:lnTo>
                  <a:pt x="3571" y="1748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DFD7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3" name="contour_19451"/>
          <p:cNvSpPr/>
          <p:nvPr/>
        </p:nvSpPr>
        <p:spPr>
          <a:xfrm>
            <a:off x="7013369" y="4904818"/>
            <a:ext cx="22629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30" y="0"/>
                </a:moveTo>
                <a:lnTo>
                  <a:pt x="2024" y="2143"/>
                </a:lnTo>
                <a:lnTo>
                  <a:pt x="3339" y="4320"/>
                </a:lnTo>
                <a:lnTo>
                  <a:pt x="5496" y="6463"/>
                </a:lnTo>
                <a:lnTo>
                  <a:pt x="7687" y="8640"/>
                </a:lnTo>
                <a:lnTo>
                  <a:pt x="12285" y="8640"/>
                </a:lnTo>
                <a:lnTo>
                  <a:pt x="16911" y="8640"/>
                </a:lnTo>
                <a:lnTo>
                  <a:pt x="21600" y="8640"/>
                </a:lnTo>
                <a:lnTo>
                  <a:pt x="20223" y="11206"/>
                </a:lnTo>
                <a:lnTo>
                  <a:pt x="18838" y="13781"/>
                </a:lnTo>
                <a:lnTo>
                  <a:pt x="17454" y="16364"/>
                </a:lnTo>
                <a:lnTo>
                  <a:pt x="16056" y="18969"/>
                </a:lnTo>
                <a:lnTo>
                  <a:pt x="14643" y="21600"/>
                </a:lnTo>
                <a:lnTo>
                  <a:pt x="10511" y="20926"/>
                </a:lnTo>
                <a:lnTo>
                  <a:pt x="7687" y="20252"/>
                </a:lnTo>
                <a:lnTo>
                  <a:pt x="4863" y="19172"/>
                </a:lnTo>
                <a:lnTo>
                  <a:pt x="730" y="17280"/>
                </a:lnTo>
                <a:lnTo>
                  <a:pt x="223" y="14360"/>
                </a:lnTo>
                <a:lnTo>
                  <a:pt x="0" y="11504"/>
                </a:lnTo>
                <a:lnTo>
                  <a:pt x="0" y="8675"/>
                </a:lnTo>
                <a:lnTo>
                  <a:pt x="160" y="5841"/>
                </a:lnTo>
                <a:lnTo>
                  <a:pt x="417" y="2964"/>
                </a:lnTo>
                <a:lnTo>
                  <a:pt x="730" y="0"/>
                </a:lnTo>
                <a:close/>
              </a:path>
            </a:pathLst>
          </a:custGeom>
          <a:solidFill>
            <a:srgbClr val="E8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4" name="contour_19452"/>
          <p:cNvSpPr/>
          <p:nvPr/>
        </p:nvSpPr>
        <p:spPr>
          <a:xfrm>
            <a:off x="657694" y="4912106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488" y="2673"/>
                </a:lnTo>
                <a:lnTo>
                  <a:pt x="6051" y="5351"/>
                </a:lnTo>
                <a:lnTo>
                  <a:pt x="8614" y="8030"/>
                </a:lnTo>
                <a:lnTo>
                  <a:pt x="11188" y="10719"/>
                </a:lnTo>
                <a:lnTo>
                  <a:pt x="13771" y="13419"/>
                </a:lnTo>
                <a:lnTo>
                  <a:pt x="16365" y="16130"/>
                </a:lnTo>
                <a:lnTo>
                  <a:pt x="18975" y="18857"/>
                </a:lnTo>
                <a:lnTo>
                  <a:pt x="21600" y="21600"/>
                </a:lnTo>
                <a:lnTo>
                  <a:pt x="15435" y="20585"/>
                </a:lnTo>
                <a:lnTo>
                  <a:pt x="11126" y="19818"/>
                </a:lnTo>
                <a:lnTo>
                  <a:pt x="8092" y="19143"/>
                </a:lnTo>
                <a:lnTo>
                  <a:pt x="5762" y="18414"/>
                </a:lnTo>
                <a:lnTo>
                  <a:pt x="3571" y="1748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D6D4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5" name="contour_19453"/>
          <p:cNvSpPr/>
          <p:nvPr/>
        </p:nvSpPr>
        <p:spPr>
          <a:xfrm>
            <a:off x="11416081" y="49048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6B9B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6" name="contour_19454"/>
          <p:cNvSpPr/>
          <p:nvPr/>
        </p:nvSpPr>
        <p:spPr>
          <a:xfrm>
            <a:off x="3530475" y="491939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878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7" name="contour_19455"/>
          <p:cNvSpPr/>
          <p:nvPr/>
        </p:nvSpPr>
        <p:spPr>
          <a:xfrm>
            <a:off x="10716434" y="488295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5196" y="19089"/>
                </a:lnTo>
                <a:lnTo>
                  <a:pt x="14175" y="16535"/>
                </a:lnTo>
                <a:lnTo>
                  <a:pt x="11869" y="13084"/>
                </a:lnTo>
                <a:lnTo>
                  <a:pt x="9526" y="10546"/>
                </a:lnTo>
                <a:lnTo>
                  <a:pt x="6917" y="8618"/>
                </a:lnTo>
                <a:lnTo>
                  <a:pt x="3818" y="7004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50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8" name="contour_19456"/>
          <p:cNvSpPr/>
          <p:nvPr/>
        </p:nvSpPr>
        <p:spPr>
          <a:xfrm>
            <a:off x="3763690" y="488295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835" y="18547"/>
                </a:lnTo>
                <a:lnTo>
                  <a:pt x="12390" y="15487"/>
                </a:lnTo>
                <a:lnTo>
                  <a:pt x="9936" y="12420"/>
                </a:lnTo>
                <a:lnTo>
                  <a:pt x="7474" y="9338"/>
                </a:lnTo>
                <a:lnTo>
                  <a:pt x="4998" y="6250"/>
                </a:lnTo>
                <a:lnTo>
                  <a:pt x="2510" y="3132"/>
                </a:lnTo>
                <a:lnTo>
                  <a:pt x="0" y="0"/>
                </a:lnTo>
                <a:close/>
              </a:path>
            </a:pathLst>
          </a:custGeom>
          <a:solidFill>
            <a:srgbClr val="EAF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59" name="contour_19457"/>
          <p:cNvSpPr/>
          <p:nvPr/>
        </p:nvSpPr>
        <p:spPr>
          <a:xfrm>
            <a:off x="11554553" y="4867722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0531" y="4781"/>
                </a:lnTo>
                <a:lnTo>
                  <a:pt x="19456" y="8948"/>
                </a:lnTo>
                <a:lnTo>
                  <a:pt x="18382" y="13128"/>
                </a:lnTo>
                <a:lnTo>
                  <a:pt x="17296" y="17343"/>
                </a:lnTo>
                <a:lnTo>
                  <a:pt x="16200" y="21600"/>
                </a:lnTo>
                <a:lnTo>
                  <a:pt x="12992" y="20216"/>
                </a:lnTo>
                <a:lnTo>
                  <a:pt x="9774" y="18825"/>
                </a:lnTo>
                <a:lnTo>
                  <a:pt x="6545" y="17434"/>
                </a:lnTo>
                <a:lnTo>
                  <a:pt x="3289" y="16029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E8EA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0" name="contour_19458"/>
          <p:cNvSpPr/>
          <p:nvPr/>
        </p:nvSpPr>
        <p:spPr>
          <a:xfrm>
            <a:off x="6554991" y="486837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87373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1" name="contour_19459"/>
          <p:cNvSpPr/>
          <p:nvPr/>
        </p:nvSpPr>
        <p:spPr>
          <a:xfrm>
            <a:off x="1693901" y="48610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23242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2" name="contour_19460"/>
          <p:cNvSpPr/>
          <p:nvPr/>
        </p:nvSpPr>
        <p:spPr>
          <a:xfrm>
            <a:off x="7925133" y="485380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835" y="18547"/>
                </a:lnTo>
                <a:lnTo>
                  <a:pt x="12390" y="15487"/>
                </a:lnTo>
                <a:lnTo>
                  <a:pt x="9936" y="12420"/>
                </a:lnTo>
                <a:lnTo>
                  <a:pt x="7474" y="9338"/>
                </a:lnTo>
                <a:lnTo>
                  <a:pt x="4998" y="6250"/>
                </a:lnTo>
                <a:lnTo>
                  <a:pt x="2510" y="3132"/>
                </a:lnTo>
                <a:lnTo>
                  <a:pt x="0" y="0"/>
                </a:lnTo>
                <a:close/>
              </a:path>
            </a:pathLst>
          </a:custGeom>
          <a:solidFill>
            <a:srgbClr val="3532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3" name="contour_19461"/>
          <p:cNvSpPr/>
          <p:nvPr/>
        </p:nvSpPr>
        <p:spPr>
          <a:xfrm>
            <a:off x="11212018" y="484651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9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4" name="contour_19462"/>
          <p:cNvSpPr/>
          <p:nvPr/>
        </p:nvSpPr>
        <p:spPr>
          <a:xfrm>
            <a:off x="11182866" y="484651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D4D9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5" name="contour_19463"/>
          <p:cNvSpPr/>
          <p:nvPr/>
        </p:nvSpPr>
        <p:spPr>
          <a:xfrm>
            <a:off x="7801238" y="4830627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7674" y="4268"/>
                </a:lnTo>
                <a:lnTo>
                  <a:pt x="18841" y="7632"/>
                </a:lnTo>
                <a:lnTo>
                  <a:pt x="19764" y="11038"/>
                </a:lnTo>
                <a:lnTo>
                  <a:pt x="20493" y="14495"/>
                </a:lnTo>
                <a:lnTo>
                  <a:pt x="21087" y="18009"/>
                </a:lnTo>
                <a:lnTo>
                  <a:pt x="21600" y="21600"/>
                </a:lnTo>
                <a:lnTo>
                  <a:pt x="18392" y="21600"/>
                </a:lnTo>
                <a:lnTo>
                  <a:pt x="15174" y="21600"/>
                </a:lnTo>
                <a:lnTo>
                  <a:pt x="11945" y="21600"/>
                </a:lnTo>
                <a:lnTo>
                  <a:pt x="8689" y="21600"/>
                </a:lnTo>
                <a:lnTo>
                  <a:pt x="5400" y="21600"/>
                </a:lnTo>
                <a:lnTo>
                  <a:pt x="6469" y="18531"/>
                </a:lnTo>
                <a:lnTo>
                  <a:pt x="7544" y="15451"/>
                </a:lnTo>
                <a:lnTo>
                  <a:pt x="8618" y="12361"/>
                </a:lnTo>
                <a:lnTo>
                  <a:pt x="9704" y="9245"/>
                </a:lnTo>
                <a:lnTo>
                  <a:pt x="10800" y="6098"/>
                </a:lnTo>
                <a:lnTo>
                  <a:pt x="8127" y="4816"/>
                </a:lnTo>
                <a:lnTo>
                  <a:pt x="5438" y="3535"/>
                </a:lnTo>
                <a:lnTo>
                  <a:pt x="2738" y="2238"/>
                </a:lnTo>
                <a:lnTo>
                  <a:pt x="0" y="930"/>
                </a:lnTo>
                <a:close/>
              </a:path>
            </a:pathLst>
          </a:custGeom>
          <a:solidFill>
            <a:srgbClr val="5152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6" name="contour_19464"/>
          <p:cNvSpPr/>
          <p:nvPr/>
        </p:nvSpPr>
        <p:spPr>
          <a:xfrm>
            <a:off x="5170273" y="48392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7582" y="16618"/>
                </a:lnTo>
                <a:lnTo>
                  <a:pt x="14731" y="18101"/>
                </a:lnTo>
                <a:lnTo>
                  <a:pt x="12269" y="19195"/>
                </a:lnTo>
                <a:lnTo>
                  <a:pt x="9418" y="2024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45E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7" name="contour_19465"/>
          <p:cNvSpPr/>
          <p:nvPr/>
        </p:nvSpPr>
        <p:spPr>
          <a:xfrm>
            <a:off x="1052557" y="483193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1782"/>
                </a:lnTo>
                <a:lnTo>
                  <a:pt x="12921" y="3569"/>
                </a:lnTo>
                <a:lnTo>
                  <a:pt x="15072" y="5357"/>
                </a:lnTo>
                <a:lnTo>
                  <a:pt x="17232" y="7160"/>
                </a:lnTo>
                <a:lnTo>
                  <a:pt x="19405" y="8975"/>
                </a:lnTo>
                <a:lnTo>
                  <a:pt x="21600" y="10800"/>
                </a:lnTo>
                <a:lnTo>
                  <a:pt x="19064" y="13381"/>
                </a:lnTo>
                <a:lnTo>
                  <a:pt x="17159" y="15250"/>
                </a:lnTo>
                <a:lnTo>
                  <a:pt x="15526" y="16708"/>
                </a:lnTo>
                <a:lnTo>
                  <a:pt x="13798" y="18052"/>
                </a:lnTo>
                <a:lnTo>
                  <a:pt x="11625" y="19580"/>
                </a:lnTo>
                <a:lnTo>
                  <a:pt x="8640" y="21600"/>
                </a:lnTo>
                <a:lnTo>
                  <a:pt x="5616" y="18776"/>
                </a:lnTo>
                <a:lnTo>
                  <a:pt x="3711" y="16708"/>
                </a:lnTo>
                <a:lnTo>
                  <a:pt x="2108" y="14386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6162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8" name="contour_19466"/>
          <p:cNvSpPr/>
          <p:nvPr/>
        </p:nvSpPr>
        <p:spPr>
          <a:xfrm>
            <a:off x="4084362" y="4832529"/>
            <a:ext cx="29152" cy="28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968"/>
                </a:moveTo>
                <a:lnTo>
                  <a:pt x="18047" y="2734"/>
                </a:lnTo>
                <a:lnTo>
                  <a:pt x="21600" y="5065"/>
                </a:lnTo>
                <a:lnTo>
                  <a:pt x="20531" y="8339"/>
                </a:lnTo>
                <a:lnTo>
                  <a:pt x="19456" y="11624"/>
                </a:lnTo>
                <a:lnTo>
                  <a:pt x="18382" y="14925"/>
                </a:lnTo>
                <a:lnTo>
                  <a:pt x="17296" y="18243"/>
                </a:lnTo>
                <a:lnTo>
                  <a:pt x="16200" y="21600"/>
                </a:lnTo>
                <a:lnTo>
                  <a:pt x="13527" y="18866"/>
                </a:lnTo>
                <a:lnTo>
                  <a:pt x="10849" y="16132"/>
                </a:lnTo>
                <a:lnTo>
                  <a:pt x="8159" y="13393"/>
                </a:lnTo>
                <a:lnTo>
                  <a:pt x="5459" y="10637"/>
                </a:lnTo>
                <a:lnTo>
                  <a:pt x="2743" y="7860"/>
                </a:lnTo>
                <a:lnTo>
                  <a:pt x="0" y="5065"/>
                </a:lnTo>
                <a:lnTo>
                  <a:pt x="4601" y="2111"/>
                </a:lnTo>
                <a:lnTo>
                  <a:pt x="7781" y="468"/>
                </a:lnTo>
                <a:lnTo>
                  <a:pt x="10346" y="0"/>
                </a:lnTo>
                <a:lnTo>
                  <a:pt x="13106" y="546"/>
                </a:lnTo>
                <a:lnTo>
                  <a:pt x="16875" y="1968"/>
                </a:lnTo>
                <a:close/>
              </a:path>
            </a:pathLst>
          </a:custGeom>
          <a:solidFill>
            <a:srgbClr val="E3E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69" name="contour_19467"/>
          <p:cNvSpPr/>
          <p:nvPr/>
        </p:nvSpPr>
        <p:spPr>
          <a:xfrm>
            <a:off x="943238" y="483193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3F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0" name="contour_19468"/>
          <p:cNvSpPr/>
          <p:nvPr/>
        </p:nvSpPr>
        <p:spPr>
          <a:xfrm>
            <a:off x="11328625" y="481736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8E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1" name="contour_19469"/>
          <p:cNvSpPr/>
          <p:nvPr/>
        </p:nvSpPr>
        <p:spPr>
          <a:xfrm>
            <a:off x="5184849" y="479549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445"/>
                </a:lnTo>
                <a:lnTo>
                  <a:pt x="13856" y="4890"/>
                </a:lnTo>
                <a:lnTo>
                  <a:pt x="15390" y="7344"/>
                </a:lnTo>
                <a:lnTo>
                  <a:pt x="16929" y="9806"/>
                </a:lnTo>
                <a:lnTo>
                  <a:pt x="18479" y="12282"/>
                </a:lnTo>
                <a:lnTo>
                  <a:pt x="20034" y="14770"/>
                </a:lnTo>
                <a:lnTo>
                  <a:pt x="21600" y="17280"/>
                </a:lnTo>
                <a:lnTo>
                  <a:pt x="20428" y="17747"/>
                </a:lnTo>
                <a:lnTo>
                  <a:pt x="18916" y="18356"/>
                </a:lnTo>
                <a:lnTo>
                  <a:pt x="16043" y="19505"/>
                </a:lnTo>
                <a:lnTo>
                  <a:pt x="10800" y="21600"/>
                </a:lnTo>
                <a:lnTo>
                  <a:pt x="6836" y="19643"/>
                </a:lnTo>
                <a:lnTo>
                  <a:pt x="4385" y="18092"/>
                </a:lnTo>
                <a:lnTo>
                  <a:pt x="2446" y="16131"/>
                </a:lnTo>
                <a:lnTo>
                  <a:pt x="0" y="12960"/>
                </a:lnTo>
                <a:lnTo>
                  <a:pt x="2020" y="9975"/>
                </a:lnTo>
                <a:lnTo>
                  <a:pt x="3548" y="7802"/>
                </a:lnTo>
                <a:lnTo>
                  <a:pt x="4892" y="6074"/>
                </a:lnTo>
                <a:lnTo>
                  <a:pt x="6350" y="4441"/>
                </a:lnTo>
                <a:lnTo>
                  <a:pt x="8219" y="2536"/>
                </a:lnTo>
                <a:lnTo>
                  <a:pt x="10800" y="0"/>
                </a:lnTo>
                <a:close/>
              </a:path>
            </a:pathLst>
          </a:custGeom>
          <a:solidFill>
            <a:srgbClr val="9481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2" name="contour_19470"/>
          <p:cNvSpPr/>
          <p:nvPr/>
        </p:nvSpPr>
        <p:spPr>
          <a:xfrm>
            <a:off x="1489837" y="481736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7660" y="11952"/>
                </a:lnTo>
                <a:lnTo>
                  <a:pt x="14580" y="15523"/>
                </a:lnTo>
                <a:lnTo>
                  <a:pt x="12109" y="18086"/>
                </a:lnTo>
                <a:lnTo>
                  <a:pt x="9988" y="19800"/>
                </a:lnTo>
                <a:lnTo>
                  <a:pt x="7975" y="20844"/>
                </a:lnTo>
                <a:lnTo>
                  <a:pt x="5806" y="21377"/>
                </a:lnTo>
                <a:lnTo>
                  <a:pt x="3231" y="21571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4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3" name="contour_19471"/>
          <p:cNvSpPr/>
          <p:nvPr/>
        </p:nvSpPr>
        <p:spPr>
          <a:xfrm>
            <a:off x="9943907" y="47882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5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4" name="contour_19472"/>
          <p:cNvSpPr/>
          <p:nvPr/>
        </p:nvSpPr>
        <p:spPr>
          <a:xfrm>
            <a:off x="4200970" y="477363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3" y="2138"/>
                </a:lnTo>
                <a:lnTo>
                  <a:pt x="5351" y="4281"/>
                </a:lnTo>
                <a:lnTo>
                  <a:pt x="8030" y="6424"/>
                </a:lnTo>
                <a:lnTo>
                  <a:pt x="10719" y="8575"/>
                </a:lnTo>
                <a:lnTo>
                  <a:pt x="13419" y="10735"/>
                </a:lnTo>
                <a:lnTo>
                  <a:pt x="16130" y="12904"/>
                </a:lnTo>
                <a:lnTo>
                  <a:pt x="18857" y="15085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E0DA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5" name="contour_19473"/>
          <p:cNvSpPr/>
          <p:nvPr/>
        </p:nvSpPr>
        <p:spPr>
          <a:xfrm>
            <a:off x="1533565" y="478821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457" y="7049"/>
                </a:lnTo>
                <a:lnTo>
                  <a:pt x="17945" y="11477"/>
                </a:lnTo>
                <a:lnTo>
                  <a:pt x="16649" y="14119"/>
                </a:lnTo>
                <a:lnTo>
                  <a:pt x="15163" y="15811"/>
                </a:lnTo>
                <a:lnTo>
                  <a:pt x="13077" y="17381"/>
                </a:lnTo>
                <a:lnTo>
                  <a:pt x="10744" y="18137"/>
                </a:lnTo>
                <a:lnTo>
                  <a:pt x="8372" y="18900"/>
                </a:lnTo>
                <a:lnTo>
                  <a:pt x="5607" y="19793"/>
                </a:lnTo>
                <a:lnTo>
                  <a:pt x="2821" y="2068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37E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6" name="contour_19474"/>
          <p:cNvSpPr/>
          <p:nvPr/>
        </p:nvSpPr>
        <p:spPr>
          <a:xfrm>
            <a:off x="556974" y="47882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DCF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7" name="contour_19475"/>
          <p:cNvSpPr/>
          <p:nvPr/>
        </p:nvSpPr>
        <p:spPr>
          <a:xfrm>
            <a:off x="10213563" y="47663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A1B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8" name="contour_19476"/>
          <p:cNvSpPr/>
          <p:nvPr/>
        </p:nvSpPr>
        <p:spPr>
          <a:xfrm>
            <a:off x="5235865" y="477363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685C7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79" name="contour_19477"/>
          <p:cNvSpPr/>
          <p:nvPr/>
        </p:nvSpPr>
        <p:spPr>
          <a:xfrm>
            <a:off x="2313380" y="47736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D7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0" name="contour_19478"/>
          <p:cNvSpPr/>
          <p:nvPr/>
        </p:nvSpPr>
        <p:spPr>
          <a:xfrm>
            <a:off x="535110" y="47517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8127" y="18927"/>
                </a:lnTo>
                <a:lnTo>
                  <a:pt x="5438" y="16243"/>
                </a:lnTo>
                <a:lnTo>
                  <a:pt x="2738" y="13538"/>
                </a:lnTo>
                <a:lnTo>
                  <a:pt x="0" y="10800"/>
                </a:lnTo>
                <a:lnTo>
                  <a:pt x="3537" y="6799"/>
                </a:lnTo>
                <a:lnTo>
                  <a:pt x="6291" y="3937"/>
                </a:lnTo>
                <a:lnTo>
                  <a:pt x="8645" y="2014"/>
                </a:lnTo>
                <a:lnTo>
                  <a:pt x="10973" y="848"/>
                </a:lnTo>
                <a:lnTo>
                  <a:pt x="13657" y="254"/>
                </a:lnTo>
                <a:lnTo>
                  <a:pt x="17075" y="32"/>
                </a:lnTo>
                <a:lnTo>
                  <a:pt x="21600" y="0"/>
                </a:lnTo>
                <a:close/>
              </a:path>
            </a:pathLst>
          </a:custGeom>
          <a:solidFill>
            <a:srgbClr val="77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1" name="contour_19479"/>
          <p:cNvSpPr/>
          <p:nvPr/>
        </p:nvSpPr>
        <p:spPr>
          <a:xfrm>
            <a:off x="10884058" y="47517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EC2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2" name="contour_19480"/>
          <p:cNvSpPr/>
          <p:nvPr/>
        </p:nvSpPr>
        <p:spPr>
          <a:xfrm>
            <a:off x="7108878" y="475177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806"/>
                </a:lnTo>
                <a:lnTo>
                  <a:pt x="2341" y="1562"/>
                </a:lnTo>
                <a:lnTo>
                  <a:pt x="3646" y="2426"/>
                </a:lnTo>
                <a:lnTo>
                  <a:pt x="5374" y="3578"/>
                </a:lnTo>
                <a:lnTo>
                  <a:pt x="7780" y="5184"/>
                </a:lnTo>
                <a:lnTo>
                  <a:pt x="11115" y="7409"/>
                </a:lnTo>
                <a:lnTo>
                  <a:pt x="15638" y="10426"/>
                </a:lnTo>
                <a:lnTo>
                  <a:pt x="21600" y="14400"/>
                </a:lnTo>
                <a:lnTo>
                  <a:pt x="18749" y="15588"/>
                </a:lnTo>
                <a:lnTo>
                  <a:pt x="15893" y="16776"/>
                </a:lnTo>
                <a:lnTo>
                  <a:pt x="13025" y="17971"/>
                </a:lnTo>
                <a:lnTo>
                  <a:pt x="10143" y="19174"/>
                </a:lnTo>
                <a:lnTo>
                  <a:pt x="7245" y="2038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5A7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3" name="contour_19481"/>
          <p:cNvSpPr/>
          <p:nvPr/>
        </p:nvSpPr>
        <p:spPr>
          <a:xfrm>
            <a:off x="8384277" y="47371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DA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4" name="contour_19482"/>
          <p:cNvSpPr/>
          <p:nvPr/>
        </p:nvSpPr>
        <p:spPr>
          <a:xfrm>
            <a:off x="1482549" y="472990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3A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5" name="contour_19483"/>
          <p:cNvSpPr/>
          <p:nvPr/>
        </p:nvSpPr>
        <p:spPr>
          <a:xfrm>
            <a:off x="4791297" y="473719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5E50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6" name="contour_19484"/>
          <p:cNvSpPr/>
          <p:nvPr/>
        </p:nvSpPr>
        <p:spPr>
          <a:xfrm>
            <a:off x="1365941" y="472261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22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7" name="contour_19485"/>
          <p:cNvSpPr/>
          <p:nvPr/>
        </p:nvSpPr>
        <p:spPr>
          <a:xfrm>
            <a:off x="11190154" y="469346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3B3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8" name="contour_19486"/>
          <p:cNvSpPr/>
          <p:nvPr/>
        </p:nvSpPr>
        <p:spPr>
          <a:xfrm>
            <a:off x="6940271" y="4678891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2E241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89" name="contour_19487"/>
          <p:cNvSpPr/>
          <p:nvPr/>
        </p:nvSpPr>
        <p:spPr>
          <a:xfrm>
            <a:off x="2109316" y="467160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4766" y="17744"/>
                </a:lnTo>
                <a:lnTo>
                  <a:pt x="3175" y="14974"/>
                </a:lnTo>
                <a:lnTo>
                  <a:pt x="2081" y="12512"/>
                </a:lnTo>
                <a:lnTo>
                  <a:pt x="1138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93949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0" name="contour_19488"/>
          <p:cNvSpPr/>
          <p:nvPr/>
        </p:nvSpPr>
        <p:spPr>
          <a:xfrm>
            <a:off x="9994923" y="466431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4018"/>
                </a:lnTo>
                <a:lnTo>
                  <a:pt x="18101" y="6869"/>
                </a:lnTo>
                <a:lnTo>
                  <a:pt x="19195" y="9331"/>
                </a:lnTo>
                <a:lnTo>
                  <a:pt x="20246" y="12182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2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1" name="contour_19489"/>
          <p:cNvSpPr/>
          <p:nvPr/>
        </p:nvSpPr>
        <p:spPr>
          <a:xfrm>
            <a:off x="7283790" y="467160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9282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2" name="contour_19490"/>
          <p:cNvSpPr/>
          <p:nvPr/>
        </p:nvSpPr>
        <p:spPr>
          <a:xfrm>
            <a:off x="6766343" y="465702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8EDA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3" name="contour_19491"/>
          <p:cNvSpPr/>
          <p:nvPr/>
        </p:nvSpPr>
        <p:spPr>
          <a:xfrm>
            <a:off x="6839223" y="464973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1226"/>
                </a:lnTo>
                <a:lnTo>
                  <a:pt x="16708" y="2192"/>
                </a:lnTo>
                <a:lnTo>
                  <a:pt x="18776" y="3418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3527" y="19818"/>
                </a:lnTo>
                <a:lnTo>
                  <a:pt x="10849" y="18031"/>
                </a:lnTo>
                <a:lnTo>
                  <a:pt x="8159" y="16243"/>
                </a:lnTo>
                <a:lnTo>
                  <a:pt x="5459" y="14440"/>
                </a:lnTo>
                <a:lnTo>
                  <a:pt x="2743" y="12625"/>
                </a:lnTo>
                <a:lnTo>
                  <a:pt x="0" y="10800"/>
                </a:lnTo>
                <a:lnTo>
                  <a:pt x="2824" y="7403"/>
                </a:lnTo>
                <a:lnTo>
                  <a:pt x="4892" y="5146"/>
                </a:lnTo>
                <a:lnTo>
                  <a:pt x="7214" y="3019"/>
                </a:lnTo>
                <a:lnTo>
                  <a:pt x="10800" y="0"/>
                </a:lnTo>
                <a:close/>
              </a:path>
            </a:pathLst>
          </a:custGeom>
          <a:solidFill>
            <a:srgbClr val="35332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4" name="contour_19492"/>
          <p:cNvSpPr/>
          <p:nvPr/>
        </p:nvSpPr>
        <p:spPr>
          <a:xfrm>
            <a:off x="440366" y="465702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A3BE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5" name="contour_19493"/>
          <p:cNvSpPr/>
          <p:nvPr/>
        </p:nvSpPr>
        <p:spPr>
          <a:xfrm>
            <a:off x="7961573" y="464973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E5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6" name="contour_19494"/>
          <p:cNvSpPr/>
          <p:nvPr/>
        </p:nvSpPr>
        <p:spPr>
          <a:xfrm>
            <a:off x="7021423" y="464973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412" y="7171"/>
                </a:lnTo>
                <a:lnTo>
                  <a:pt x="19224" y="10027"/>
                </a:lnTo>
                <a:lnTo>
                  <a:pt x="18029" y="12895"/>
                </a:lnTo>
                <a:lnTo>
                  <a:pt x="16826" y="15777"/>
                </a:lnTo>
                <a:lnTo>
                  <a:pt x="15617" y="18675"/>
                </a:lnTo>
                <a:lnTo>
                  <a:pt x="14400" y="21600"/>
                </a:lnTo>
                <a:lnTo>
                  <a:pt x="12614" y="18926"/>
                </a:lnTo>
                <a:lnTo>
                  <a:pt x="10836" y="16252"/>
                </a:lnTo>
                <a:lnTo>
                  <a:pt x="9043" y="13569"/>
                </a:lnTo>
                <a:lnTo>
                  <a:pt x="7258" y="10882"/>
                </a:lnTo>
                <a:lnTo>
                  <a:pt x="5458" y="8182"/>
                </a:lnTo>
                <a:lnTo>
                  <a:pt x="3650" y="5469"/>
                </a:lnTo>
                <a:lnTo>
                  <a:pt x="182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CED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7" name="contour_19495"/>
          <p:cNvSpPr/>
          <p:nvPr/>
        </p:nvSpPr>
        <p:spPr>
          <a:xfrm>
            <a:off x="1620365" y="4649739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0"/>
                </a:lnTo>
                <a:lnTo>
                  <a:pt x="8948" y="0"/>
                </a:lnTo>
                <a:lnTo>
                  <a:pt x="13128" y="0"/>
                </a:lnTo>
                <a:lnTo>
                  <a:pt x="17343" y="0"/>
                </a:lnTo>
                <a:lnTo>
                  <a:pt x="21600" y="0"/>
                </a:lnTo>
                <a:lnTo>
                  <a:pt x="20447" y="3564"/>
                </a:lnTo>
                <a:lnTo>
                  <a:pt x="19293" y="7133"/>
                </a:lnTo>
                <a:lnTo>
                  <a:pt x="18133" y="10719"/>
                </a:lnTo>
                <a:lnTo>
                  <a:pt x="16965" y="14321"/>
                </a:lnTo>
                <a:lnTo>
                  <a:pt x="15791" y="17944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2F2F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8" name="contour_19496"/>
          <p:cNvSpPr/>
          <p:nvPr/>
        </p:nvSpPr>
        <p:spPr>
          <a:xfrm>
            <a:off x="600702" y="464973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5B6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499" name="contour_19497"/>
          <p:cNvSpPr/>
          <p:nvPr/>
        </p:nvSpPr>
        <p:spPr>
          <a:xfrm>
            <a:off x="5789752" y="462058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3056"/>
                </a:lnTo>
                <a:lnTo>
                  <a:pt x="13856" y="6113"/>
                </a:lnTo>
                <a:lnTo>
                  <a:pt x="15390" y="9180"/>
                </a:lnTo>
                <a:lnTo>
                  <a:pt x="16929" y="12258"/>
                </a:lnTo>
                <a:lnTo>
                  <a:pt x="18479" y="15352"/>
                </a:lnTo>
                <a:lnTo>
                  <a:pt x="20034" y="18463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345" y="15698"/>
                </a:lnTo>
                <a:lnTo>
                  <a:pt x="5400" y="14175"/>
                </a:lnTo>
                <a:lnTo>
                  <a:pt x="8078" y="12501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C4D7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0" name="contour_19498"/>
          <p:cNvSpPr/>
          <p:nvPr/>
        </p:nvSpPr>
        <p:spPr>
          <a:xfrm>
            <a:off x="491382" y="462787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1B2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1" name="contour_19499"/>
          <p:cNvSpPr/>
          <p:nvPr/>
        </p:nvSpPr>
        <p:spPr>
          <a:xfrm>
            <a:off x="10475930" y="462058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2673"/>
                </a:lnTo>
                <a:lnTo>
                  <a:pt x="16162" y="5357"/>
                </a:lnTo>
                <a:lnTo>
                  <a:pt x="18862" y="8062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95999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2" name="contour_19500"/>
          <p:cNvSpPr/>
          <p:nvPr/>
        </p:nvSpPr>
        <p:spPr>
          <a:xfrm>
            <a:off x="9776283" y="462787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E8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3" name="contour_19501"/>
          <p:cNvSpPr/>
          <p:nvPr/>
        </p:nvSpPr>
        <p:spPr>
          <a:xfrm>
            <a:off x="1416957" y="461960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052" y="16770"/>
                </a:lnTo>
                <a:lnTo>
                  <a:pt x="15250" y="17886"/>
                </a:lnTo>
                <a:lnTo>
                  <a:pt x="10800" y="19016"/>
                </a:lnTo>
                <a:lnTo>
                  <a:pt x="9288" y="19402"/>
                </a:lnTo>
                <a:lnTo>
                  <a:pt x="4725" y="20580"/>
                </a:lnTo>
                <a:lnTo>
                  <a:pt x="2381" y="2109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49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4" name="contour_19502"/>
          <p:cNvSpPr/>
          <p:nvPr/>
        </p:nvSpPr>
        <p:spPr>
          <a:xfrm>
            <a:off x="6613295" y="461329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2673"/>
                </a:lnTo>
                <a:lnTo>
                  <a:pt x="10751" y="5351"/>
                </a:lnTo>
                <a:lnTo>
                  <a:pt x="13441" y="8041"/>
                </a:lnTo>
                <a:lnTo>
                  <a:pt x="16141" y="10741"/>
                </a:lnTo>
                <a:lnTo>
                  <a:pt x="18857" y="13457"/>
                </a:lnTo>
                <a:lnTo>
                  <a:pt x="21600" y="16200"/>
                </a:lnTo>
                <a:lnTo>
                  <a:pt x="18776" y="17993"/>
                </a:lnTo>
                <a:lnTo>
                  <a:pt x="16708" y="19154"/>
                </a:lnTo>
                <a:lnTo>
                  <a:pt x="14386" y="20185"/>
                </a:lnTo>
                <a:lnTo>
                  <a:pt x="10800" y="21600"/>
                </a:lnTo>
                <a:lnTo>
                  <a:pt x="7214" y="20185"/>
                </a:lnTo>
                <a:lnTo>
                  <a:pt x="4892" y="19154"/>
                </a:lnTo>
                <a:lnTo>
                  <a:pt x="2824" y="17993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E9EF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5" name="contour_19503"/>
          <p:cNvSpPr/>
          <p:nvPr/>
        </p:nvSpPr>
        <p:spPr>
          <a:xfrm>
            <a:off x="2473716" y="460601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3" y="2138"/>
                </a:lnTo>
                <a:lnTo>
                  <a:pt x="5351" y="4281"/>
                </a:lnTo>
                <a:lnTo>
                  <a:pt x="8030" y="6424"/>
                </a:lnTo>
                <a:lnTo>
                  <a:pt x="10719" y="8575"/>
                </a:lnTo>
                <a:lnTo>
                  <a:pt x="13419" y="10735"/>
                </a:lnTo>
                <a:lnTo>
                  <a:pt x="16130" y="12904"/>
                </a:lnTo>
                <a:lnTo>
                  <a:pt x="18857" y="15085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BAB2B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6" name="contour_19504"/>
          <p:cNvSpPr/>
          <p:nvPr/>
        </p:nvSpPr>
        <p:spPr>
          <a:xfrm>
            <a:off x="3814706" y="461329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7582" y="16618"/>
                </a:lnTo>
                <a:lnTo>
                  <a:pt x="14731" y="18101"/>
                </a:lnTo>
                <a:lnTo>
                  <a:pt x="12269" y="19195"/>
                </a:lnTo>
                <a:lnTo>
                  <a:pt x="9418" y="2024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F2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7" name="contour_19505"/>
          <p:cNvSpPr/>
          <p:nvPr/>
        </p:nvSpPr>
        <p:spPr>
          <a:xfrm>
            <a:off x="10096955" y="4606601"/>
            <a:ext cx="29152" cy="28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968"/>
                </a:moveTo>
                <a:lnTo>
                  <a:pt x="18047" y="2734"/>
                </a:lnTo>
                <a:lnTo>
                  <a:pt x="21600" y="5065"/>
                </a:lnTo>
                <a:lnTo>
                  <a:pt x="20531" y="8339"/>
                </a:lnTo>
                <a:lnTo>
                  <a:pt x="19456" y="11624"/>
                </a:lnTo>
                <a:lnTo>
                  <a:pt x="18382" y="14925"/>
                </a:lnTo>
                <a:lnTo>
                  <a:pt x="17296" y="18243"/>
                </a:lnTo>
                <a:lnTo>
                  <a:pt x="16200" y="21600"/>
                </a:lnTo>
                <a:lnTo>
                  <a:pt x="13527" y="18866"/>
                </a:lnTo>
                <a:lnTo>
                  <a:pt x="10849" y="16132"/>
                </a:lnTo>
                <a:lnTo>
                  <a:pt x="8159" y="13393"/>
                </a:lnTo>
                <a:lnTo>
                  <a:pt x="5459" y="10637"/>
                </a:lnTo>
                <a:lnTo>
                  <a:pt x="2743" y="7860"/>
                </a:lnTo>
                <a:lnTo>
                  <a:pt x="0" y="5065"/>
                </a:lnTo>
                <a:lnTo>
                  <a:pt x="4601" y="2111"/>
                </a:lnTo>
                <a:lnTo>
                  <a:pt x="7781" y="468"/>
                </a:lnTo>
                <a:lnTo>
                  <a:pt x="10346" y="0"/>
                </a:lnTo>
                <a:lnTo>
                  <a:pt x="13106" y="546"/>
                </a:lnTo>
                <a:lnTo>
                  <a:pt x="16875" y="1968"/>
                </a:lnTo>
                <a:close/>
              </a:path>
            </a:pathLst>
          </a:custGeom>
          <a:solidFill>
            <a:srgbClr val="A8AFB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8" name="contour_19506"/>
          <p:cNvSpPr/>
          <p:nvPr/>
        </p:nvSpPr>
        <p:spPr>
          <a:xfrm>
            <a:off x="8776845" y="4606011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C1D6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09" name="contour_19507"/>
          <p:cNvSpPr/>
          <p:nvPr/>
        </p:nvSpPr>
        <p:spPr>
          <a:xfrm>
            <a:off x="2720524" y="4598723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E5ED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0" name="contour_19508"/>
          <p:cNvSpPr/>
          <p:nvPr/>
        </p:nvSpPr>
        <p:spPr>
          <a:xfrm>
            <a:off x="1701189" y="459143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72757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1" name="contour_19509"/>
          <p:cNvSpPr/>
          <p:nvPr/>
        </p:nvSpPr>
        <p:spPr>
          <a:xfrm>
            <a:off x="586126" y="4606011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160"/>
                </a:lnTo>
                <a:lnTo>
                  <a:pt x="13798" y="3775"/>
                </a:lnTo>
                <a:lnTo>
                  <a:pt x="15526" y="5146"/>
                </a:lnTo>
                <a:lnTo>
                  <a:pt x="17159" y="6577"/>
                </a:lnTo>
                <a:lnTo>
                  <a:pt x="19064" y="8359"/>
                </a:lnTo>
                <a:lnTo>
                  <a:pt x="21600" y="10800"/>
                </a:lnTo>
                <a:lnTo>
                  <a:pt x="20503" y="11486"/>
                </a:lnTo>
                <a:lnTo>
                  <a:pt x="19453" y="12145"/>
                </a:lnTo>
                <a:lnTo>
                  <a:pt x="18144" y="12960"/>
                </a:lnTo>
                <a:lnTo>
                  <a:pt x="16282" y="14126"/>
                </a:lnTo>
                <a:lnTo>
                  <a:pt x="13556" y="15827"/>
                </a:lnTo>
                <a:lnTo>
                  <a:pt x="9672" y="18257"/>
                </a:lnTo>
                <a:lnTo>
                  <a:pt x="4320" y="21600"/>
                </a:lnTo>
                <a:lnTo>
                  <a:pt x="3465" y="18392"/>
                </a:lnTo>
                <a:lnTo>
                  <a:pt x="2605" y="15174"/>
                </a:lnTo>
                <a:lnTo>
                  <a:pt x="1745" y="11945"/>
                </a:lnTo>
                <a:lnTo>
                  <a:pt x="877" y="8689"/>
                </a:lnTo>
                <a:lnTo>
                  <a:pt x="0" y="5400"/>
                </a:lnTo>
                <a:lnTo>
                  <a:pt x="2108" y="3418"/>
                </a:lnTo>
                <a:lnTo>
                  <a:pt x="3711" y="2192"/>
                </a:lnTo>
                <a:lnTo>
                  <a:pt x="5616" y="1226"/>
                </a:lnTo>
                <a:lnTo>
                  <a:pt x="8640" y="0"/>
                </a:lnTo>
                <a:close/>
              </a:path>
            </a:pathLst>
          </a:custGeom>
          <a:solidFill>
            <a:srgbClr val="ADADA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2" name="contour_19510"/>
          <p:cNvSpPr/>
          <p:nvPr/>
        </p:nvSpPr>
        <p:spPr>
          <a:xfrm>
            <a:off x="2211348" y="459143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7B27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3" name="contour_19511"/>
          <p:cNvSpPr/>
          <p:nvPr/>
        </p:nvSpPr>
        <p:spPr>
          <a:xfrm>
            <a:off x="1475261" y="4598723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116"/>
                </a:lnTo>
                <a:lnTo>
                  <a:pt x="0" y="11534"/>
                </a:lnTo>
                <a:lnTo>
                  <a:pt x="0" y="6890"/>
                </a:lnTo>
                <a:lnTo>
                  <a:pt x="3618" y="3913"/>
                </a:lnTo>
                <a:lnTo>
                  <a:pt x="6858" y="1950"/>
                </a:lnTo>
                <a:lnTo>
                  <a:pt x="10001" y="779"/>
                </a:lnTo>
                <a:lnTo>
                  <a:pt x="13322" y="207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16161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4" name="contour_19512"/>
          <p:cNvSpPr/>
          <p:nvPr/>
        </p:nvSpPr>
        <p:spPr>
          <a:xfrm>
            <a:off x="768326" y="459143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AEB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5" name="contour_19513"/>
          <p:cNvSpPr/>
          <p:nvPr/>
        </p:nvSpPr>
        <p:spPr>
          <a:xfrm>
            <a:off x="4878753" y="459143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F6C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6" name="contour_19514"/>
          <p:cNvSpPr/>
          <p:nvPr/>
        </p:nvSpPr>
        <p:spPr>
          <a:xfrm>
            <a:off x="2122908" y="4569571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7B7D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7" name="contour_19515"/>
          <p:cNvSpPr/>
          <p:nvPr/>
        </p:nvSpPr>
        <p:spPr>
          <a:xfrm>
            <a:off x="1817797" y="457685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851" y="2020"/>
                </a:lnTo>
                <a:lnTo>
                  <a:pt x="11399" y="3548"/>
                </a:lnTo>
                <a:lnTo>
                  <a:pt x="13500" y="4892"/>
                </a:lnTo>
                <a:lnTo>
                  <a:pt x="15601" y="6350"/>
                </a:lnTo>
                <a:lnTo>
                  <a:pt x="1814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1339" y="8127"/>
                </a:lnTo>
                <a:lnTo>
                  <a:pt x="2678" y="5443"/>
                </a:lnTo>
                <a:lnTo>
                  <a:pt x="4034" y="2738"/>
                </a:lnTo>
                <a:lnTo>
                  <a:pt x="5400" y="0"/>
                </a:lnTo>
                <a:close/>
              </a:path>
            </a:pathLst>
          </a:custGeom>
          <a:solidFill>
            <a:srgbClr val="81817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8" name="contour_19516"/>
          <p:cNvSpPr/>
          <p:nvPr/>
        </p:nvSpPr>
        <p:spPr>
          <a:xfrm>
            <a:off x="1708477" y="457685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758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19" name="contour_19517"/>
          <p:cNvSpPr/>
          <p:nvPr/>
        </p:nvSpPr>
        <p:spPr>
          <a:xfrm>
            <a:off x="5097393" y="456957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403F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0" name="contour_19518"/>
          <p:cNvSpPr/>
          <p:nvPr/>
        </p:nvSpPr>
        <p:spPr>
          <a:xfrm>
            <a:off x="8005301" y="4554805"/>
            <a:ext cx="36440" cy="22053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186"/>
                </a:moveTo>
                <a:lnTo>
                  <a:pt x="20745" y="4426"/>
                </a:lnTo>
                <a:lnTo>
                  <a:pt x="19885" y="8680"/>
                </a:lnTo>
                <a:lnTo>
                  <a:pt x="19025" y="12949"/>
                </a:lnTo>
                <a:lnTo>
                  <a:pt x="18157" y="17253"/>
                </a:lnTo>
                <a:lnTo>
                  <a:pt x="17280" y="21600"/>
                </a:lnTo>
                <a:lnTo>
                  <a:pt x="14835" y="19580"/>
                </a:lnTo>
                <a:lnTo>
                  <a:pt x="12390" y="17560"/>
                </a:lnTo>
                <a:lnTo>
                  <a:pt x="9936" y="15533"/>
                </a:lnTo>
                <a:lnTo>
                  <a:pt x="7474" y="13498"/>
                </a:lnTo>
                <a:lnTo>
                  <a:pt x="4998" y="11450"/>
                </a:lnTo>
                <a:lnTo>
                  <a:pt x="2510" y="9394"/>
                </a:lnTo>
                <a:lnTo>
                  <a:pt x="0" y="7324"/>
                </a:lnTo>
                <a:lnTo>
                  <a:pt x="3024" y="4940"/>
                </a:lnTo>
                <a:lnTo>
                  <a:pt x="5707" y="3105"/>
                </a:lnTo>
                <a:lnTo>
                  <a:pt x="8173" y="1749"/>
                </a:lnTo>
                <a:lnTo>
                  <a:pt x="10549" y="821"/>
                </a:lnTo>
                <a:lnTo>
                  <a:pt x="12956" y="257"/>
                </a:lnTo>
                <a:lnTo>
                  <a:pt x="15517" y="7"/>
                </a:lnTo>
                <a:lnTo>
                  <a:pt x="18360" y="0"/>
                </a:lnTo>
                <a:lnTo>
                  <a:pt x="21600" y="186"/>
                </a:lnTo>
                <a:close/>
              </a:path>
            </a:pathLst>
          </a:custGeom>
          <a:solidFill>
            <a:srgbClr val="3E3C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1" name="contour_19519"/>
          <p:cNvSpPr/>
          <p:nvPr/>
        </p:nvSpPr>
        <p:spPr>
          <a:xfrm>
            <a:off x="5745040" y="4562283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F4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2" name="contour_19520"/>
          <p:cNvSpPr/>
          <p:nvPr/>
        </p:nvSpPr>
        <p:spPr>
          <a:xfrm>
            <a:off x="4711129" y="456228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B3B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3" name="contour_19521"/>
          <p:cNvSpPr/>
          <p:nvPr/>
        </p:nvSpPr>
        <p:spPr>
          <a:xfrm>
            <a:off x="6926679" y="455499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942"/>
                </a:lnTo>
                <a:lnTo>
                  <a:pt x="12512" y="1637"/>
                </a:lnTo>
                <a:lnTo>
                  <a:pt x="14974" y="2294"/>
                </a:lnTo>
                <a:lnTo>
                  <a:pt x="17744" y="3119"/>
                </a:lnTo>
                <a:lnTo>
                  <a:pt x="21600" y="4320"/>
                </a:lnTo>
                <a:lnTo>
                  <a:pt x="19310" y="6765"/>
                </a:lnTo>
                <a:lnTo>
                  <a:pt x="17015" y="9210"/>
                </a:lnTo>
                <a:lnTo>
                  <a:pt x="14715" y="11664"/>
                </a:lnTo>
                <a:lnTo>
                  <a:pt x="12404" y="14126"/>
                </a:lnTo>
                <a:lnTo>
                  <a:pt x="10087" y="16602"/>
                </a:lnTo>
                <a:lnTo>
                  <a:pt x="7749" y="19090"/>
                </a:lnTo>
                <a:lnTo>
                  <a:pt x="5400" y="21600"/>
                </a:lnTo>
                <a:lnTo>
                  <a:pt x="3397" y="16070"/>
                </a:lnTo>
                <a:lnTo>
                  <a:pt x="2036" y="12243"/>
                </a:lnTo>
                <a:lnTo>
                  <a:pt x="1166" y="9634"/>
                </a:lnTo>
                <a:lnTo>
                  <a:pt x="637" y="7763"/>
                </a:lnTo>
                <a:lnTo>
                  <a:pt x="297" y="6152"/>
                </a:lnTo>
                <a:lnTo>
                  <a:pt x="0" y="4320"/>
                </a:lnTo>
                <a:lnTo>
                  <a:pt x="2678" y="2177"/>
                </a:lnTo>
                <a:lnTo>
                  <a:pt x="5400" y="0"/>
                </a:lnTo>
                <a:close/>
              </a:path>
            </a:pathLst>
          </a:custGeom>
          <a:solidFill>
            <a:srgbClr val="5F5F5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4" name="contour_19522"/>
          <p:cNvSpPr/>
          <p:nvPr/>
        </p:nvSpPr>
        <p:spPr>
          <a:xfrm>
            <a:off x="4922481" y="455499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42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3F38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5" name="contour_19523"/>
          <p:cNvSpPr/>
          <p:nvPr/>
        </p:nvSpPr>
        <p:spPr>
          <a:xfrm>
            <a:off x="10512370" y="454770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1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6" name="contour_19524"/>
          <p:cNvSpPr/>
          <p:nvPr/>
        </p:nvSpPr>
        <p:spPr>
          <a:xfrm>
            <a:off x="4988073" y="454770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42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3E3D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7" name="contour_19525"/>
          <p:cNvSpPr/>
          <p:nvPr/>
        </p:nvSpPr>
        <p:spPr>
          <a:xfrm>
            <a:off x="4499777" y="454770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0" y="871"/>
                </a:lnTo>
                <a:lnTo>
                  <a:pt x="17889" y="1915"/>
                </a:lnTo>
                <a:lnTo>
                  <a:pt x="19492" y="38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3499" y="14990"/>
                </a:lnTo>
                <a:lnTo>
                  <a:pt x="5979" y="10382"/>
                </a:lnTo>
                <a:lnTo>
                  <a:pt x="7811" y="7178"/>
                </a:lnTo>
                <a:lnTo>
                  <a:pt x="9340" y="4781"/>
                </a:lnTo>
                <a:lnTo>
                  <a:pt x="10938" y="2585"/>
                </a:lnTo>
                <a:lnTo>
                  <a:pt x="12960" y="0"/>
                </a:lnTo>
                <a:close/>
              </a:path>
            </a:pathLst>
          </a:custGeom>
          <a:solidFill>
            <a:srgbClr val="696C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8" name="contour_19526"/>
          <p:cNvSpPr/>
          <p:nvPr/>
        </p:nvSpPr>
        <p:spPr>
          <a:xfrm>
            <a:off x="1803221" y="4541629"/>
            <a:ext cx="36440" cy="20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2073"/>
                </a:moveTo>
                <a:lnTo>
                  <a:pt x="17621" y="3483"/>
                </a:lnTo>
                <a:lnTo>
                  <a:pt x="19596" y="4908"/>
                </a:lnTo>
                <a:lnTo>
                  <a:pt x="21600" y="6357"/>
                </a:lnTo>
                <a:lnTo>
                  <a:pt x="20529" y="10129"/>
                </a:lnTo>
                <a:lnTo>
                  <a:pt x="19457" y="13917"/>
                </a:lnTo>
                <a:lnTo>
                  <a:pt x="18373" y="17736"/>
                </a:lnTo>
                <a:lnTo>
                  <a:pt x="17280" y="21600"/>
                </a:lnTo>
                <a:lnTo>
                  <a:pt x="14835" y="19443"/>
                </a:lnTo>
                <a:lnTo>
                  <a:pt x="12390" y="17286"/>
                </a:lnTo>
                <a:lnTo>
                  <a:pt x="9936" y="15122"/>
                </a:lnTo>
                <a:lnTo>
                  <a:pt x="7474" y="12949"/>
                </a:lnTo>
                <a:lnTo>
                  <a:pt x="4998" y="10762"/>
                </a:lnTo>
                <a:lnTo>
                  <a:pt x="2510" y="8567"/>
                </a:lnTo>
                <a:lnTo>
                  <a:pt x="0" y="6357"/>
                </a:lnTo>
                <a:lnTo>
                  <a:pt x="3672" y="3155"/>
                </a:lnTo>
                <a:lnTo>
                  <a:pt x="6342" y="1113"/>
                </a:lnTo>
                <a:lnTo>
                  <a:pt x="8437" y="99"/>
                </a:lnTo>
                <a:lnTo>
                  <a:pt x="10398" y="0"/>
                </a:lnTo>
                <a:lnTo>
                  <a:pt x="12662" y="701"/>
                </a:lnTo>
                <a:lnTo>
                  <a:pt x="15660" y="2073"/>
                </a:lnTo>
                <a:close/>
              </a:path>
            </a:pathLst>
          </a:custGeom>
          <a:solidFill>
            <a:srgbClr val="F5F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29" name="contour_19527"/>
          <p:cNvSpPr/>
          <p:nvPr/>
        </p:nvSpPr>
        <p:spPr>
          <a:xfrm>
            <a:off x="1635597" y="455499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D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0" name="contour_19528"/>
          <p:cNvSpPr/>
          <p:nvPr/>
        </p:nvSpPr>
        <p:spPr>
          <a:xfrm>
            <a:off x="4623673" y="453313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5E64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1" name="contour_19529"/>
          <p:cNvSpPr/>
          <p:nvPr/>
        </p:nvSpPr>
        <p:spPr>
          <a:xfrm>
            <a:off x="8347837" y="454041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75" y="578"/>
                </a:lnTo>
                <a:lnTo>
                  <a:pt x="10169" y="1345"/>
                </a:lnTo>
                <a:lnTo>
                  <a:pt x="13025" y="2257"/>
                </a:lnTo>
                <a:lnTo>
                  <a:pt x="15867" y="3267"/>
                </a:lnTo>
                <a:lnTo>
                  <a:pt x="18719" y="4331"/>
                </a:lnTo>
                <a:lnTo>
                  <a:pt x="21600" y="5400"/>
                </a:lnTo>
                <a:lnTo>
                  <a:pt x="19155" y="7690"/>
                </a:lnTo>
                <a:lnTo>
                  <a:pt x="16710" y="9985"/>
                </a:lnTo>
                <a:lnTo>
                  <a:pt x="14256" y="12285"/>
                </a:lnTo>
                <a:lnTo>
                  <a:pt x="11794" y="14596"/>
                </a:lnTo>
                <a:lnTo>
                  <a:pt x="9318" y="16913"/>
                </a:lnTo>
                <a:lnTo>
                  <a:pt x="6830" y="19251"/>
                </a:lnTo>
                <a:lnTo>
                  <a:pt x="4320" y="21600"/>
                </a:lnTo>
                <a:lnTo>
                  <a:pt x="3119" y="17744"/>
                </a:lnTo>
                <a:lnTo>
                  <a:pt x="2294" y="14974"/>
                </a:lnTo>
                <a:lnTo>
                  <a:pt x="1637" y="12512"/>
                </a:lnTo>
                <a:lnTo>
                  <a:pt x="942" y="9580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DDC17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2" name="contour_19530"/>
          <p:cNvSpPr/>
          <p:nvPr/>
        </p:nvSpPr>
        <p:spPr>
          <a:xfrm>
            <a:off x="1270213" y="4525843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DCDE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3" name="contour_19531"/>
          <p:cNvSpPr/>
          <p:nvPr/>
        </p:nvSpPr>
        <p:spPr>
          <a:xfrm>
            <a:off x="6999559" y="452584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5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4" name="contour_19532"/>
          <p:cNvSpPr/>
          <p:nvPr/>
        </p:nvSpPr>
        <p:spPr>
          <a:xfrm>
            <a:off x="10731010" y="451855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EFF6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5" name="contour_19533"/>
          <p:cNvSpPr/>
          <p:nvPr/>
        </p:nvSpPr>
        <p:spPr>
          <a:xfrm>
            <a:off x="4091650" y="450397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20038" y="17747"/>
                </a:lnTo>
                <a:lnTo>
                  <a:pt x="18022" y="18356"/>
                </a:lnTo>
                <a:lnTo>
                  <a:pt x="14191" y="19505"/>
                </a:lnTo>
                <a:lnTo>
                  <a:pt x="7200" y="21600"/>
                </a:lnTo>
                <a:lnTo>
                  <a:pt x="5818" y="18814"/>
                </a:lnTo>
                <a:lnTo>
                  <a:pt x="4471" y="16023"/>
                </a:lnTo>
                <a:lnTo>
                  <a:pt x="3154" y="13228"/>
                </a:lnTo>
                <a:lnTo>
                  <a:pt x="2585" y="12061"/>
                </a:lnTo>
                <a:lnTo>
                  <a:pt x="871" y="8523"/>
                </a:lnTo>
                <a:lnTo>
                  <a:pt x="439" y="6437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EC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6" name="contour_19534"/>
          <p:cNvSpPr/>
          <p:nvPr/>
        </p:nvSpPr>
        <p:spPr>
          <a:xfrm>
            <a:off x="7626326" y="450397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939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7" name="contour_19535"/>
          <p:cNvSpPr/>
          <p:nvPr/>
        </p:nvSpPr>
        <p:spPr>
          <a:xfrm>
            <a:off x="8158349" y="4496691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7683" y="11635"/>
                </a:lnTo>
                <a:lnTo>
                  <a:pt x="14807" y="14854"/>
                </a:lnTo>
                <a:lnTo>
                  <a:pt x="12715" y="17114"/>
                </a:lnTo>
                <a:lnTo>
                  <a:pt x="11164" y="18670"/>
                </a:lnTo>
                <a:lnTo>
                  <a:pt x="9893" y="19764"/>
                </a:lnTo>
                <a:lnTo>
                  <a:pt x="8658" y="20657"/>
                </a:lnTo>
                <a:lnTo>
                  <a:pt x="7200" y="21600"/>
                </a:lnTo>
                <a:lnTo>
                  <a:pt x="4792" y="20210"/>
                </a:lnTo>
                <a:lnTo>
                  <a:pt x="3240" y="18994"/>
                </a:lnTo>
                <a:lnTo>
                  <a:pt x="1868" y="1728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DEE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8" name="contour_19536"/>
          <p:cNvSpPr/>
          <p:nvPr/>
        </p:nvSpPr>
        <p:spPr>
          <a:xfrm>
            <a:off x="7021423" y="4490678"/>
            <a:ext cx="43728" cy="2058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7" y="5834"/>
                </a:moveTo>
                <a:lnTo>
                  <a:pt x="18436" y="8518"/>
                </a:lnTo>
                <a:lnTo>
                  <a:pt x="20005" y="11217"/>
                </a:lnTo>
                <a:lnTo>
                  <a:pt x="21600" y="13954"/>
                </a:lnTo>
                <a:lnTo>
                  <a:pt x="17568" y="16791"/>
                </a:lnTo>
                <a:lnTo>
                  <a:pt x="14724" y="18725"/>
                </a:lnTo>
                <a:lnTo>
                  <a:pt x="12665" y="19956"/>
                </a:lnTo>
                <a:lnTo>
                  <a:pt x="10991" y="20705"/>
                </a:lnTo>
                <a:lnTo>
                  <a:pt x="9302" y="21179"/>
                </a:lnTo>
                <a:lnTo>
                  <a:pt x="7200" y="21600"/>
                </a:lnTo>
                <a:lnTo>
                  <a:pt x="4554" y="17326"/>
                </a:lnTo>
                <a:lnTo>
                  <a:pt x="2923" y="14313"/>
                </a:lnTo>
                <a:lnTo>
                  <a:pt x="1631" y="11117"/>
                </a:lnTo>
                <a:lnTo>
                  <a:pt x="0" y="6308"/>
                </a:lnTo>
                <a:lnTo>
                  <a:pt x="2876" y="3464"/>
                </a:lnTo>
                <a:lnTo>
                  <a:pt x="5292" y="1407"/>
                </a:lnTo>
                <a:lnTo>
                  <a:pt x="7423" y="229"/>
                </a:lnTo>
                <a:lnTo>
                  <a:pt x="9461" y="0"/>
                </a:lnTo>
                <a:lnTo>
                  <a:pt x="11592" y="803"/>
                </a:lnTo>
                <a:lnTo>
                  <a:pt x="14000" y="2714"/>
                </a:lnTo>
                <a:lnTo>
                  <a:pt x="16877" y="5834"/>
                </a:lnTo>
                <a:close/>
              </a:path>
            </a:pathLst>
          </a:custGeom>
          <a:solidFill>
            <a:srgbClr val="826F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39" name="contour_19537"/>
          <p:cNvSpPr/>
          <p:nvPr/>
        </p:nvSpPr>
        <p:spPr>
          <a:xfrm>
            <a:off x="8289533" y="447482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2678"/>
                </a:lnTo>
                <a:lnTo>
                  <a:pt x="10260" y="5400"/>
                </a:lnTo>
                <a:lnTo>
                  <a:pt x="11599" y="8078"/>
                </a:lnTo>
                <a:lnTo>
                  <a:pt x="12960" y="10800"/>
                </a:lnTo>
                <a:lnTo>
                  <a:pt x="15816" y="10800"/>
                </a:lnTo>
                <a:lnTo>
                  <a:pt x="18688" y="10800"/>
                </a:lnTo>
                <a:lnTo>
                  <a:pt x="21600" y="10800"/>
                </a:lnTo>
                <a:lnTo>
                  <a:pt x="20529" y="13473"/>
                </a:lnTo>
                <a:lnTo>
                  <a:pt x="19457" y="16157"/>
                </a:lnTo>
                <a:lnTo>
                  <a:pt x="18373" y="18862"/>
                </a:lnTo>
                <a:lnTo>
                  <a:pt x="17280" y="21600"/>
                </a:lnTo>
                <a:lnTo>
                  <a:pt x="14835" y="20072"/>
                </a:lnTo>
                <a:lnTo>
                  <a:pt x="12390" y="18544"/>
                </a:lnTo>
                <a:lnTo>
                  <a:pt x="9936" y="17010"/>
                </a:lnTo>
                <a:lnTo>
                  <a:pt x="7474" y="15471"/>
                </a:lnTo>
                <a:lnTo>
                  <a:pt x="4998" y="13921"/>
                </a:lnTo>
                <a:lnTo>
                  <a:pt x="2510" y="12366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746F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0" name="contour_19538"/>
          <p:cNvSpPr/>
          <p:nvPr/>
        </p:nvSpPr>
        <p:spPr>
          <a:xfrm>
            <a:off x="9805435" y="446025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698"/>
                </a:lnTo>
                <a:lnTo>
                  <a:pt x="9763" y="1512"/>
                </a:lnTo>
                <a:lnTo>
                  <a:pt x="13228" y="3154"/>
                </a:lnTo>
                <a:lnTo>
                  <a:pt x="15582" y="4255"/>
                </a:lnTo>
                <a:lnTo>
                  <a:pt x="17971" y="5371"/>
                </a:lnTo>
                <a:lnTo>
                  <a:pt x="19773" y="6278"/>
                </a:lnTo>
                <a:lnTo>
                  <a:pt x="21600" y="7200"/>
                </a:lnTo>
                <a:lnTo>
                  <a:pt x="19064" y="10642"/>
                </a:lnTo>
                <a:lnTo>
                  <a:pt x="17159" y="13133"/>
                </a:lnTo>
                <a:lnTo>
                  <a:pt x="15526" y="15077"/>
                </a:lnTo>
                <a:lnTo>
                  <a:pt x="13798" y="16870"/>
                </a:lnTo>
                <a:lnTo>
                  <a:pt x="11625" y="18907"/>
                </a:lnTo>
                <a:lnTo>
                  <a:pt x="8640" y="21600"/>
                </a:lnTo>
                <a:lnTo>
                  <a:pt x="5620" y="17834"/>
                </a:lnTo>
                <a:lnTo>
                  <a:pt x="3711" y="15077"/>
                </a:lnTo>
                <a:lnTo>
                  <a:pt x="2108" y="11981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ECEC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1" name="contour_19539"/>
          <p:cNvSpPr/>
          <p:nvPr/>
        </p:nvSpPr>
        <p:spPr>
          <a:xfrm>
            <a:off x="4179106" y="444567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85" y="5357"/>
                </a:lnTo>
                <a:lnTo>
                  <a:pt x="19796" y="9158"/>
                </a:lnTo>
                <a:lnTo>
                  <a:pt x="18976" y="12442"/>
                </a:lnTo>
                <a:lnTo>
                  <a:pt x="17863" y="1624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D3BD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2" name="contour_19540"/>
          <p:cNvSpPr/>
          <p:nvPr/>
        </p:nvSpPr>
        <p:spPr>
          <a:xfrm>
            <a:off x="10162547" y="4423811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384"/>
                </a:lnTo>
                <a:lnTo>
                  <a:pt x="11826" y="2775"/>
                </a:lnTo>
                <a:lnTo>
                  <a:pt x="15055" y="4166"/>
                </a:lnTo>
                <a:lnTo>
                  <a:pt x="18311" y="5571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1069" y="16819"/>
                </a:lnTo>
                <a:lnTo>
                  <a:pt x="2144" y="12652"/>
                </a:lnTo>
                <a:lnTo>
                  <a:pt x="3218" y="8472"/>
                </a:lnTo>
                <a:lnTo>
                  <a:pt x="4304" y="4257"/>
                </a:lnTo>
                <a:lnTo>
                  <a:pt x="5400" y="0"/>
                </a:lnTo>
                <a:close/>
              </a:path>
            </a:pathLst>
          </a:custGeom>
          <a:solidFill>
            <a:srgbClr val="F5E6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3" name="contour_19541"/>
          <p:cNvSpPr/>
          <p:nvPr/>
        </p:nvSpPr>
        <p:spPr>
          <a:xfrm>
            <a:off x="4667401" y="4416523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1031"/>
                </a:lnTo>
                <a:lnTo>
                  <a:pt x="13981" y="1939"/>
                </a:lnTo>
                <a:lnTo>
                  <a:pt x="16819" y="3224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819" y="21600"/>
                </a:lnTo>
                <a:lnTo>
                  <a:pt x="12652" y="21600"/>
                </a:lnTo>
                <a:lnTo>
                  <a:pt x="8472" y="21600"/>
                </a:lnTo>
                <a:lnTo>
                  <a:pt x="4257" y="21600"/>
                </a:lnTo>
                <a:lnTo>
                  <a:pt x="0" y="21600"/>
                </a:lnTo>
                <a:lnTo>
                  <a:pt x="1153" y="18036"/>
                </a:lnTo>
                <a:lnTo>
                  <a:pt x="2307" y="14467"/>
                </a:lnTo>
                <a:lnTo>
                  <a:pt x="3467" y="10881"/>
                </a:lnTo>
                <a:lnTo>
                  <a:pt x="4635" y="7279"/>
                </a:lnTo>
                <a:lnTo>
                  <a:pt x="5809" y="3656"/>
                </a:lnTo>
                <a:lnTo>
                  <a:pt x="6990" y="0"/>
                </a:lnTo>
                <a:close/>
              </a:path>
            </a:pathLst>
          </a:custGeom>
          <a:solidFill>
            <a:srgbClr val="3A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4" name="contour_19542"/>
          <p:cNvSpPr/>
          <p:nvPr/>
        </p:nvSpPr>
        <p:spPr>
          <a:xfrm>
            <a:off x="7998013" y="440194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9BE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5" name="contour_19543"/>
          <p:cNvSpPr/>
          <p:nvPr/>
        </p:nvSpPr>
        <p:spPr>
          <a:xfrm>
            <a:off x="4405034" y="4387371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851"/>
                </a:lnTo>
                <a:lnTo>
                  <a:pt x="16776" y="5707"/>
                </a:lnTo>
                <a:lnTo>
                  <a:pt x="17971" y="8575"/>
                </a:lnTo>
                <a:lnTo>
                  <a:pt x="19174" y="11457"/>
                </a:lnTo>
                <a:lnTo>
                  <a:pt x="20383" y="14355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1786" y="18926"/>
                </a:lnTo>
                <a:lnTo>
                  <a:pt x="3564" y="16252"/>
                </a:lnTo>
                <a:lnTo>
                  <a:pt x="5357" y="13569"/>
                </a:lnTo>
                <a:lnTo>
                  <a:pt x="7142" y="10882"/>
                </a:lnTo>
                <a:lnTo>
                  <a:pt x="8942" y="8182"/>
                </a:lnTo>
                <a:lnTo>
                  <a:pt x="10750" y="5469"/>
                </a:lnTo>
                <a:lnTo>
                  <a:pt x="12571" y="2743"/>
                </a:lnTo>
                <a:lnTo>
                  <a:pt x="14400" y="0"/>
                </a:lnTo>
                <a:close/>
              </a:path>
            </a:pathLst>
          </a:custGeom>
          <a:solidFill>
            <a:srgbClr val="3534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6" name="contour_19544"/>
          <p:cNvSpPr/>
          <p:nvPr/>
        </p:nvSpPr>
        <p:spPr>
          <a:xfrm>
            <a:off x="1016118" y="439465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73"/>
                </a:lnTo>
                <a:lnTo>
                  <a:pt x="14369" y="5351"/>
                </a:lnTo>
                <a:lnTo>
                  <a:pt x="16162" y="8041"/>
                </a:lnTo>
                <a:lnTo>
                  <a:pt x="17960" y="10741"/>
                </a:lnTo>
                <a:lnTo>
                  <a:pt x="19775" y="13457"/>
                </a:lnTo>
                <a:lnTo>
                  <a:pt x="21600" y="16200"/>
                </a:lnTo>
                <a:lnTo>
                  <a:pt x="18776" y="17993"/>
                </a:lnTo>
                <a:lnTo>
                  <a:pt x="16708" y="19154"/>
                </a:lnTo>
                <a:lnTo>
                  <a:pt x="14386" y="20185"/>
                </a:lnTo>
                <a:lnTo>
                  <a:pt x="10800" y="21600"/>
                </a:lnTo>
                <a:lnTo>
                  <a:pt x="7214" y="20569"/>
                </a:lnTo>
                <a:lnTo>
                  <a:pt x="4892" y="19661"/>
                </a:lnTo>
                <a:lnTo>
                  <a:pt x="2824" y="18376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3208" y="3418"/>
                </a:lnTo>
                <a:lnTo>
                  <a:pt x="5400" y="2192"/>
                </a:lnTo>
                <a:lnTo>
                  <a:pt x="7592" y="1226"/>
                </a:lnTo>
                <a:lnTo>
                  <a:pt x="10800" y="0"/>
                </a:lnTo>
                <a:close/>
              </a:path>
            </a:pathLst>
          </a:custGeom>
          <a:solidFill>
            <a:srgbClr val="3C36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7" name="contour_19545"/>
          <p:cNvSpPr/>
          <p:nvPr/>
        </p:nvSpPr>
        <p:spPr>
          <a:xfrm>
            <a:off x="5060953" y="438008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3C97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8" name="contour_19546"/>
          <p:cNvSpPr/>
          <p:nvPr/>
        </p:nvSpPr>
        <p:spPr>
          <a:xfrm>
            <a:off x="7472294" y="4372795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403D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49" name="contour_19547"/>
          <p:cNvSpPr/>
          <p:nvPr/>
        </p:nvSpPr>
        <p:spPr>
          <a:xfrm>
            <a:off x="4186394" y="435821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2673"/>
                </a:lnTo>
                <a:lnTo>
                  <a:pt x="10751" y="5351"/>
                </a:lnTo>
                <a:lnTo>
                  <a:pt x="13441" y="8041"/>
                </a:lnTo>
                <a:lnTo>
                  <a:pt x="16141" y="10741"/>
                </a:lnTo>
                <a:lnTo>
                  <a:pt x="18857" y="13457"/>
                </a:lnTo>
                <a:lnTo>
                  <a:pt x="21600" y="16200"/>
                </a:lnTo>
                <a:lnTo>
                  <a:pt x="18776" y="17993"/>
                </a:lnTo>
                <a:lnTo>
                  <a:pt x="16708" y="19154"/>
                </a:lnTo>
                <a:lnTo>
                  <a:pt x="14386" y="20185"/>
                </a:lnTo>
                <a:lnTo>
                  <a:pt x="10800" y="21600"/>
                </a:lnTo>
                <a:lnTo>
                  <a:pt x="7214" y="20185"/>
                </a:lnTo>
                <a:lnTo>
                  <a:pt x="4892" y="19154"/>
                </a:lnTo>
                <a:lnTo>
                  <a:pt x="2824" y="17993"/>
                </a:lnTo>
                <a:lnTo>
                  <a:pt x="0" y="16200"/>
                </a:lnTo>
                <a:lnTo>
                  <a:pt x="1069" y="12992"/>
                </a:lnTo>
                <a:lnTo>
                  <a:pt x="2144" y="9774"/>
                </a:lnTo>
                <a:lnTo>
                  <a:pt x="3218" y="6545"/>
                </a:lnTo>
                <a:lnTo>
                  <a:pt x="4304" y="3289"/>
                </a:lnTo>
                <a:lnTo>
                  <a:pt x="5400" y="0"/>
                </a:lnTo>
                <a:close/>
              </a:path>
            </a:pathLst>
          </a:custGeom>
          <a:solidFill>
            <a:srgbClr val="3D3D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0" name="contour_19548"/>
          <p:cNvSpPr/>
          <p:nvPr/>
        </p:nvSpPr>
        <p:spPr>
          <a:xfrm>
            <a:off x="4499777" y="432177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F2C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1" name="contour_19549"/>
          <p:cNvSpPr/>
          <p:nvPr/>
        </p:nvSpPr>
        <p:spPr>
          <a:xfrm>
            <a:off x="7524294" y="429991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3" y="2445"/>
                </a:lnTo>
                <a:lnTo>
                  <a:pt x="6113" y="4890"/>
                </a:lnTo>
                <a:lnTo>
                  <a:pt x="9180" y="7344"/>
                </a:lnTo>
                <a:lnTo>
                  <a:pt x="12262" y="9806"/>
                </a:lnTo>
                <a:lnTo>
                  <a:pt x="15350" y="12282"/>
                </a:lnTo>
                <a:lnTo>
                  <a:pt x="18468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D8D1B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2" name="contour_19550"/>
          <p:cNvSpPr/>
          <p:nvPr/>
        </p:nvSpPr>
        <p:spPr>
          <a:xfrm>
            <a:off x="4273850" y="431449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532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3" name="contour_19551"/>
          <p:cNvSpPr/>
          <p:nvPr/>
        </p:nvSpPr>
        <p:spPr>
          <a:xfrm>
            <a:off x="8041741" y="4307203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384"/>
                </a:lnTo>
                <a:lnTo>
                  <a:pt x="11826" y="2775"/>
                </a:lnTo>
                <a:lnTo>
                  <a:pt x="15055" y="4166"/>
                </a:lnTo>
                <a:lnTo>
                  <a:pt x="18311" y="5571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1069" y="16819"/>
                </a:lnTo>
                <a:lnTo>
                  <a:pt x="2144" y="12652"/>
                </a:lnTo>
                <a:lnTo>
                  <a:pt x="3218" y="8472"/>
                </a:lnTo>
                <a:lnTo>
                  <a:pt x="4304" y="4257"/>
                </a:lnTo>
                <a:lnTo>
                  <a:pt x="5400" y="0"/>
                </a:lnTo>
                <a:close/>
              </a:path>
            </a:pathLst>
          </a:custGeom>
          <a:solidFill>
            <a:srgbClr val="45321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4" name="contour_19552"/>
          <p:cNvSpPr/>
          <p:nvPr/>
        </p:nvSpPr>
        <p:spPr>
          <a:xfrm>
            <a:off x="6955831" y="428533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674"/>
                </a:lnTo>
                <a:lnTo>
                  <a:pt x="14738" y="1348"/>
                </a:lnTo>
                <a:lnTo>
                  <a:pt x="17575" y="2428"/>
                </a:lnTo>
                <a:lnTo>
                  <a:pt x="21600" y="4320"/>
                </a:lnTo>
                <a:lnTo>
                  <a:pt x="20966" y="7296"/>
                </a:lnTo>
                <a:lnTo>
                  <a:pt x="20045" y="10212"/>
                </a:lnTo>
                <a:lnTo>
                  <a:pt x="18871" y="13081"/>
                </a:lnTo>
                <a:lnTo>
                  <a:pt x="17510" y="15924"/>
                </a:lnTo>
                <a:lnTo>
                  <a:pt x="16006" y="18757"/>
                </a:lnTo>
                <a:lnTo>
                  <a:pt x="14400" y="21600"/>
                </a:lnTo>
                <a:lnTo>
                  <a:pt x="11146" y="19064"/>
                </a:lnTo>
                <a:lnTo>
                  <a:pt x="8770" y="17159"/>
                </a:lnTo>
                <a:lnTo>
                  <a:pt x="6862" y="15526"/>
                </a:lnTo>
                <a:lnTo>
                  <a:pt x="5033" y="13798"/>
                </a:lnTo>
                <a:lnTo>
                  <a:pt x="2880" y="11625"/>
                </a:lnTo>
                <a:lnTo>
                  <a:pt x="0" y="8640"/>
                </a:lnTo>
                <a:lnTo>
                  <a:pt x="1634" y="5620"/>
                </a:lnTo>
                <a:lnTo>
                  <a:pt x="2923" y="3711"/>
                </a:lnTo>
                <a:lnTo>
                  <a:pt x="4558" y="2108"/>
                </a:lnTo>
                <a:lnTo>
                  <a:pt x="7200" y="0"/>
                </a:lnTo>
                <a:close/>
              </a:path>
            </a:pathLst>
          </a:custGeom>
          <a:solidFill>
            <a:srgbClr val="B388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5" name="contour_19553"/>
          <p:cNvSpPr/>
          <p:nvPr/>
        </p:nvSpPr>
        <p:spPr>
          <a:xfrm>
            <a:off x="1803221" y="429262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38" y="16157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776C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6" name="contour_19554"/>
          <p:cNvSpPr/>
          <p:nvPr/>
        </p:nvSpPr>
        <p:spPr>
          <a:xfrm>
            <a:off x="4820449" y="428533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7F6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7" name="contour_19555"/>
          <p:cNvSpPr/>
          <p:nvPr/>
        </p:nvSpPr>
        <p:spPr>
          <a:xfrm>
            <a:off x="2233212" y="426347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578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8" name="contour_19556"/>
          <p:cNvSpPr/>
          <p:nvPr/>
        </p:nvSpPr>
        <p:spPr>
          <a:xfrm>
            <a:off x="11379641" y="426347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835" y="18547"/>
                </a:lnTo>
                <a:lnTo>
                  <a:pt x="12390" y="15487"/>
                </a:lnTo>
                <a:lnTo>
                  <a:pt x="9936" y="12420"/>
                </a:lnTo>
                <a:lnTo>
                  <a:pt x="7474" y="9338"/>
                </a:lnTo>
                <a:lnTo>
                  <a:pt x="4998" y="6250"/>
                </a:lnTo>
                <a:lnTo>
                  <a:pt x="2510" y="3132"/>
                </a:lnTo>
                <a:lnTo>
                  <a:pt x="0" y="0"/>
                </a:lnTo>
                <a:close/>
              </a:path>
            </a:pathLst>
          </a:custGeom>
          <a:solidFill>
            <a:srgbClr val="F0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59" name="contour_19557"/>
          <p:cNvSpPr/>
          <p:nvPr/>
        </p:nvSpPr>
        <p:spPr>
          <a:xfrm>
            <a:off x="4725705" y="426347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1C4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0" name="contour_19558"/>
          <p:cNvSpPr/>
          <p:nvPr/>
        </p:nvSpPr>
        <p:spPr>
          <a:xfrm>
            <a:off x="3975042" y="425618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9798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1" name="contour_19559"/>
          <p:cNvSpPr/>
          <p:nvPr/>
        </p:nvSpPr>
        <p:spPr>
          <a:xfrm>
            <a:off x="10206275" y="424889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834" y="2955"/>
                </a:lnTo>
                <a:lnTo>
                  <a:pt x="18425" y="5106"/>
                </a:lnTo>
                <a:lnTo>
                  <a:pt x="19519" y="7076"/>
                </a:lnTo>
                <a:lnTo>
                  <a:pt x="20462" y="9487"/>
                </a:lnTo>
                <a:lnTo>
                  <a:pt x="21600" y="12960"/>
                </a:lnTo>
                <a:lnTo>
                  <a:pt x="17186" y="15137"/>
                </a:lnTo>
                <a:lnTo>
                  <a:pt x="13896" y="16701"/>
                </a:lnTo>
                <a:lnTo>
                  <a:pt x="11131" y="17889"/>
                </a:lnTo>
                <a:lnTo>
                  <a:pt x="8294" y="18943"/>
                </a:lnTo>
                <a:lnTo>
                  <a:pt x="4788" y="20097"/>
                </a:lnTo>
                <a:lnTo>
                  <a:pt x="0" y="21600"/>
                </a:lnTo>
                <a:lnTo>
                  <a:pt x="2095" y="16066"/>
                </a:lnTo>
                <a:lnTo>
                  <a:pt x="3766" y="11845"/>
                </a:lnTo>
                <a:lnTo>
                  <a:pt x="5191" y="8692"/>
                </a:lnTo>
                <a:lnTo>
                  <a:pt x="6523" y="6346"/>
                </a:lnTo>
                <a:lnTo>
                  <a:pt x="7949" y="4558"/>
                </a:lnTo>
                <a:lnTo>
                  <a:pt x="9619" y="3072"/>
                </a:lnTo>
                <a:lnTo>
                  <a:pt x="11714" y="1637"/>
                </a:lnTo>
                <a:lnTo>
                  <a:pt x="14400" y="0"/>
                </a:ln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2" name="contour_19560"/>
          <p:cNvSpPr/>
          <p:nvPr/>
        </p:nvSpPr>
        <p:spPr>
          <a:xfrm>
            <a:off x="10118819" y="424889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5357" y="4982"/>
                </a:lnTo>
                <a:lnTo>
                  <a:pt x="9158" y="3499"/>
                </a:lnTo>
                <a:lnTo>
                  <a:pt x="12442" y="2405"/>
                </a:lnTo>
                <a:lnTo>
                  <a:pt x="16243" y="1354"/>
                </a:lnTo>
                <a:lnTo>
                  <a:pt x="21600" y="0"/>
                </a:lnTo>
                <a:close/>
              </a:path>
            </a:pathLst>
          </a:custGeom>
          <a:solidFill>
            <a:srgbClr val="5F2D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3" name="contour_19561"/>
          <p:cNvSpPr/>
          <p:nvPr/>
        </p:nvSpPr>
        <p:spPr>
          <a:xfrm>
            <a:off x="10395763" y="424889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5357"/>
                </a:lnTo>
                <a:lnTo>
                  <a:pt x="18101" y="9158"/>
                </a:lnTo>
                <a:lnTo>
                  <a:pt x="19195" y="12442"/>
                </a:lnTo>
                <a:lnTo>
                  <a:pt x="20246" y="1624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2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4" name="contour_19562"/>
          <p:cNvSpPr/>
          <p:nvPr/>
        </p:nvSpPr>
        <p:spPr>
          <a:xfrm>
            <a:off x="6904815" y="4234112"/>
            <a:ext cx="36440" cy="22075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207"/>
                </a:moveTo>
                <a:lnTo>
                  <a:pt x="21600" y="4920"/>
                </a:lnTo>
                <a:lnTo>
                  <a:pt x="21600" y="9663"/>
                </a:lnTo>
                <a:lnTo>
                  <a:pt x="21600" y="14469"/>
                </a:lnTo>
                <a:lnTo>
                  <a:pt x="18645" y="17093"/>
                </a:lnTo>
                <a:lnTo>
                  <a:pt x="16494" y="18776"/>
                </a:lnTo>
                <a:lnTo>
                  <a:pt x="14524" y="19860"/>
                </a:lnTo>
                <a:lnTo>
                  <a:pt x="12113" y="20687"/>
                </a:lnTo>
                <a:lnTo>
                  <a:pt x="8640" y="21600"/>
                </a:lnTo>
                <a:lnTo>
                  <a:pt x="5620" y="17614"/>
                </a:lnTo>
                <a:lnTo>
                  <a:pt x="3711" y="14804"/>
                </a:lnTo>
                <a:lnTo>
                  <a:pt x="2108" y="11823"/>
                </a:lnTo>
                <a:lnTo>
                  <a:pt x="0" y="7338"/>
                </a:lnTo>
                <a:lnTo>
                  <a:pt x="2687" y="4863"/>
                </a:lnTo>
                <a:lnTo>
                  <a:pt x="5275" y="2981"/>
                </a:lnTo>
                <a:lnTo>
                  <a:pt x="7815" y="1633"/>
                </a:lnTo>
                <a:lnTo>
                  <a:pt x="10359" y="734"/>
                </a:lnTo>
                <a:lnTo>
                  <a:pt x="12956" y="214"/>
                </a:lnTo>
                <a:lnTo>
                  <a:pt x="15660" y="0"/>
                </a:lnTo>
                <a:lnTo>
                  <a:pt x="18524" y="21"/>
                </a:lnTo>
                <a:lnTo>
                  <a:pt x="21600" y="207"/>
                </a:lnTo>
                <a:close/>
              </a:path>
            </a:pathLst>
          </a:custGeom>
          <a:solidFill>
            <a:srgbClr val="F0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5" name="contour_19563"/>
          <p:cNvSpPr/>
          <p:nvPr/>
        </p:nvSpPr>
        <p:spPr>
          <a:xfrm>
            <a:off x="3785554" y="422703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5196" y="19089"/>
                </a:lnTo>
                <a:lnTo>
                  <a:pt x="14175" y="16535"/>
                </a:lnTo>
                <a:lnTo>
                  <a:pt x="11869" y="13084"/>
                </a:lnTo>
                <a:lnTo>
                  <a:pt x="9526" y="10546"/>
                </a:lnTo>
                <a:lnTo>
                  <a:pt x="6917" y="8618"/>
                </a:lnTo>
                <a:lnTo>
                  <a:pt x="3818" y="7004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BDD0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6" name="contour_19564"/>
          <p:cNvSpPr/>
          <p:nvPr/>
        </p:nvSpPr>
        <p:spPr>
          <a:xfrm>
            <a:off x="4609097" y="422703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6F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7" name="contour_19565"/>
          <p:cNvSpPr/>
          <p:nvPr/>
        </p:nvSpPr>
        <p:spPr>
          <a:xfrm>
            <a:off x="7305654" y="421974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D51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8" name="contour_19566"/>
          <p:cNvSpPr/>
          <p:nvPr/>
        </p:nvSpPr>
        <p:spPr>
          <a:xfrm>
            <a:off x="7393110" y="420517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4759" y="10800"/>
                </a:lnTo>
                <a:lnTo>
                  <a:pt x="9547" y="10800"/>
                </a:lnTo>
                <a:lnTo>
                  <a:pt x="14400" y="10800"/>
                </a:lnTo>
                <a:lnTo>
                  <a:pt x="14400" y="7231"/>
                </a:lnTo>
                <a:lnTo>
                  <a:pt x="14400" y="3640"/>
                </a:lnTo>
                <a:lnTo>
                  <a:pt x="14400" y="0"/>
                </a:lnTo>
                <a:close/>
              </a:path>
            </a:pathLst>
          </a:custGeom>
          <a:solidFill>
            <a:srgbClr val="D6D7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69" name="contour_19567"/>
          <p:cNvSpPr/>
          <p:nvPr/>
        </p:nvSpPr>
        <p:spPr>
          <a:xfrm>
            <a:off x="1175469" y="4197883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E9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0" name="contour_19568"/>
          <p:cNvSpPr/>
          <p:nvPr/>
        </p:nvSpPr>
        <p:spPr>
          <a:xfrm>
            <a:off x="7407686" y="419059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EDF3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1" name="contour_19569"/>
          <p:cNvSpPr/>
          <p:nvPr/>
        </p:nvSpPr>
        <p:spPr>
          <a:xfrm>
            <a:off x="4492489" y="419059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BAE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2" name="contour_19570"/>
          <p:cNvSpPr/>
          <p:nvPr/>
        </p:nvSpPr>
        <p:spPr>
          <a:xfrm>
            <a:off x="5418064" y="417601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698"/>
                </a:lnTo>
                <a:lnTo>
                  <a:pt x="9763" y="1512"/>
                </a:lnTo>
                <a:lnTo>
                  <a:pt x="13228" y="3154"/>
                </a:lnTo>
                <a:lnTo>
                  <a:pt x="15582" y="4255"/>
                </a:lnTo>
                <a:lnTo>
                  <a:pt x="17971" y="5371"/>
                </a:lnTo>
                <a:lnTo>
                  <a:pt x="19773" y="6278"/>
                </a:lnTo>
                <a:lnTo>
                  <a:pt x="21600" y="7200"/>
                </a:lnTo>
                <a:lnTo>
                  <a:pt x="19492" y="11981"/>
                </a:lnTo>
                <a:lnTo>
                  <a:pt x="17889" y="15077"/>
                </a:lnTo>
                <a:lnTo>
                  <a:pt x="15980" y="17834"/>
                </a:lnTo>
                <a:lnTo>
                  <a:pt x="12960" y="21600"/>
                </a:lnTo>
                <a:lnTo>
                  <a:pt x="9975" y="18907"/>
                </a:lnTo>
                <a:lnTo>
                  <a:pt x="7802" y="16870"/>
                </a:lnTo>
                <a:lnTo>
                  <a:pt x="6074" y="15077"/>
                </a:lnTo>
                <a:lnTo>
                  <a:pt x="4441" y="13133"/>
                </a:lnTo>
                <a:lnTo>
                  <a:pt x="2536" y="10642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3" name="contour_19571"/>
          <p:cNvSpPr/>
          <p:nvPr/>
        </p:nvSpPr>
        <p:spPr>
          <a:xfrm>
            <a:off x="4361306" y="417601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071"/>
                </a:lnTo>
                <a:lnTo>
                  <a:pt x="16157" y="2143"/>
                </a:lnTo>
                <a:lnTo>
                  <a:pt x="18862" y="3227"/>
                </a:lnTo>
                <a:lnTo>
                  <a:pt x="21600" y="4320"/>
                </a:lnTo>
                <a:lnTo>
                  <a:pt x="19310" y="6765"/>
                </a:lnTo>
                <a:lnTo>
                  <a:pt x="17015" y="9210"/>
                </a:lnTo>
                <a:lnTo>
                  <a:pt x="14715" y="11664"/>
                </a:lnTo>
                <a:lnTo>
                  <a:pt x="12404" y="14126"/>
                </a:lnTo>
                <a:lnTo>
                  <a:pt x="10087" y="16602"/>
                </a:lnTo>
                <a:lnTo>
                  <a:pt x="7749" y="19090"/>
                </a:lnTo>
                <a:lnTo>
                  <a:pt x="5400" y="21600"/>
                </a:lnTo>
                <a:lnTo>
                  <a:pt x="3737" y="18645"/>
                </a:lnTo>
                <a:lnTo>
                  <a:pt x="2624" y="16494"/>
                </a:lnTo>
                <a:lnTo>
                  <a:pt x="1804" y="14524"/>
                </a:lnTo>
                <a:lnTo>
                  <a:pt x="1015" y="12113"/>
                </a:lnTo>
                <a:lnTo>
                  <a:pt x="0" y="8640"/>
                </a:lnTo>
                <a:lnTo>
                  <a:pt x="2635" y="5469"/>
                </a:lnTo>
                <a:lnTo>
                  <a:pt x="4639" y="3508"/>
                </a:lnTo>
                <a:lnTo>
                  <a:pt x="7025" y="1957"/>
                </a:lnTo>
                <a:lnTo>
                  <a:pt x="10800" y="0"/>
                </a:lnTo>
                <a:close/>
              </a:path>
            </a:pathLst>
          </a:custGeom>
          <a:solidFill>
            <a:srgbClr val="E6B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4" name="contour_19572"/>
          <p:cNvSpPr/>
          <p:nvPr/>
        </p:nvSpPr>
        <p:spPr>
          <a:xfrm>
            <a:off x="8296821" y="414686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064" y="10454"/>
                </a:lnTo>
                <a:lnTo>
                  <a:pt x="17159" y="12830"/>
                </a:lnTo>
                <a:lnTo>
                  <a:pt x="15526" y="14738"/>
                </a:lnTo>
                <a:lnTo>
                  <a:pt x="13798" y="16567"/>
                </a:lnTo>
                <a:lnTo>
                  <a:pt x="11625" y="18720"/>
                </a:lnTo>
                <a:lnTo>
                  <a:pt x="8640" y="21600"/>
                </a:lnTo>
                <a:lnTo>
                  <a:pt x="5620" y="20477"/>
                </a:lnTo>
                <a:lnTo>
                  <a:pt x="3711" y="19354"/>
                </a:lnTo>
                <a:lnTo>
                  <a:pt x="2108" y="1755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DF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5" name="contour_19573"/>
          <p:cNvSpPr/>
          <p:nvPr/>
        </p:nvSpPr>
        <p:spPr>
          <a:xfrm>
            <a:off x="1285773" y="412500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38" y="16157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9540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6" name="contour_19574"/>
          <p:cNvSpPr/>
          <p:nvPr/>
        </p:nvSpPr>
        <p:spPr>
          <a:xfrm>
            <a:off x="1526277" y="412500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7" y="19155"/>
                </a:lnTo>
                <a:lnTo>
                  <a:pt x="15487" y="16710"/>
                </a:lnTo>
                <a:lnTo>
                  <a:pt x="12420" y="14256"/>
                </a:lnTo>
                <a:lnTo>
                  <a:pt x="9338" y="11794"/>
                </a:lnTo>
                <a:lnTo>
                  <a:pt x="6250" y="9318"/>
                </a:lnTo>
                <a:lnTo>
                  <a:pt x="3132" y="6830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FA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7" name="contour_19575"/>
          <p:cNvSpPr/>
          <p:nvPr/>
        </p:nvSpPr>
        <p:spPr>
          <a:xfrm>
            <a:off x="1140013" y="410313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1F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8" name="contour_19576"/>
          <p:cNvSpPr/>
          <p:nvPr/>
        </p:nvSpPr>
        <p:spPr>
          <a:xfrm>
            <a:off x="4696553" y="405212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540"/>
                </a:lnTo>
                <a:lnTo>
                  <a:pt x="7967" y="1044"/>
                </a:lnTo>
                <a:lnTo>
                  <a:pt x="9904" y="1822"/>
                </a:lnTo>
                <a:lnTo>
                  <a:pt x="12823" y="3154"/>
                </a:lnTo>
                <a:lnTo>
                  <a:pt x="15289" y="4255"/>
                </a:lnTo>
                <a:lnTo>
                  <a:pt x="17788" y="5371"/>
                </a:lnTo>
                <a:lnTo>
                  <a:pt x="19681" y="6278"/>
                </a:lnTo>
                <a:lnTo>
                  <a:pt x="21600" y="7200"/>
                </a:lnTo>
                <a:lnTo>
                  <a:pt x="19616" y="9677"/>
                </a:lnTo>
                <a:lnTo>
                  <a:pt x="17636" y="12053"/>
                </a:lnTo>
                <a:lnTo>
                  <a:pt x="15642" y="14314"/>
                </a:lnTo>
                <a:lnTo>
                  <a:pt x="13619" y="16423"/>
                </a:lnTo>
                <a:lnTo>
                  <a:pt x="11549" y="18360"/>
                </a:lnTo>
                <a:lnTo>
                  <a:pt x="9414" y="20095"/>
                </a:lnTo>
                <a:lnTo>
                  <a:pt x="7200" y="21600"/>
                </a:lnTo>
                <a:lnTo>
                  <a:pt x="4558" y="17834"/>
                </a:lnTo>
                <a:lnTo>
                  <a:pt x="2923" y="15077"/>
                </a:lnTo>
                <a:lnTo>
                  <a:pt x="1631" y="11981"/>
                </a:lnTo>
                <a:lnTo>
                  <a:pt x="0" y="7200"/>
                </a:lnTo>
                <a:lnTo>
                  <a:pt x="1786" y="3629"/>
                </a:lnTo>
                <a:lnTo>
                  <a:pt x="3600" y="0"/>
                </a:lnTo>
                <a:close/>
              </a:path>
            </a:pathLst>
          </a:custGeom>
          <a:solidFill>
            <a:srgbClr val="9F8F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79" name="contour_19577"/>
          <p:cNvSpPr/>
          <p:nvPr/>
        </p:nvSpPr>
        <p:spPr>
          <a:xfrm>
            <a:off x="2233212" y="404483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1782"/>
                </a:lnTo>
                <a:lnTo>
                  <a:pt x="12921" y="3569"/>
                </a:lnTo>
                <a:lnTo>
                  <a:pt x="15072" y="5357"/>
                </a:lnTo>
                <a:lnTo>
                  <a:pt x="17232" y="7160"/>
                </a:lnTo>
                <a:lnTo>
                  <a:pt x="19405" y="8975"/>
                </a:lnTo>
                <a:lnTo>
                  <a:pt x="21600" y="10800"/>
                </a:lnTo>
                <a:lnTo>
                  <a:pt x="19064" y="13381"/>
                </a:lnTo>
                <a:lnTo>
                  <a:pt x="17159" y="15250"/>
                </a:lnTo>
                <a:lnTo>
                  <a:pt x="15526" y="16708"/>
                </a:lnTo>
                <a:lnTo>
                  <a:pt x="13798" y="18052"/>
                </a:lnTo>
                <a:lnTo>
                  <a:pt x="11625" y="19580"/>
                </a:lnTo>
                <a:lnTo>
                  <a:pt x="8640" y="21600"/>
                </a:lnTo>
                <a:lnTo>
                  <a:pt x="5616" y="18776"/>
                </a:lnTo>
                <a:lnTo>
                  <a:pt x="3711" y="16708"/>
                </a:lnTo>
                <a:lnTo>
                  <a:pt x="2108" y="14386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B7CE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0" name="contour_19578"/>
          <p:cNvSpPr/>
          <p:nvPr/>
        </p:nvSpPr>
        <p:spPr>
          <a:xfrm>
            <a:off x="4157242" y="398653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0D6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1" name="contour_19579"/>
          <p:cNvSpPr/>
          <p:nvPr/>
        </p:nvSpPr>
        <p:spPr>
          <a:xfrm>
            <a:off x="7582598" y="395009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9"/>
                </a:lnTo>
                <a:lnTo>
                  <a:pt x="16162" y="2678"/>
                </a:lnTo>
                <a:lnTo>
                  <a:pt x="18862" y="4034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FAFB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2" name="contour_19580"/>
          <p:cNvSpPr/>
          <p:nvPr/>
        </p:nvSpPr>
        <p:spPr>
          <a:xfrm>
            <a:off x="10541522" y="379704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07" y="2674"/>
                </a:lnTo>
                <a:lnTo>
                  <a:pt x="19814" y="5348"/>
                </a:lnTo>
                <a:lnTo>
                  <a:pt x="18922" y="8031"/>
                </a:lnTo>
                <a:lnTo>
                  <a:pt x="18029" y="10718"/>
                </a:lnTo>
                <a:lnTo>
                  <a:pt x="17129" y="13418"/>
                </a:lnTo>
                <a:lnTo>
                  <a:pt x="16222" y="16131"/>
                </a:lnTo>
                <a:lnTo>
                  <a:pt x="15314" y="18857"/>
                </a:lnTo>
                <a:lnTo>
                  <a:pt x="14400" y="21600"/>
                </a:lnTo>
                <a:lnTo>
                  <a:pt x="9965" y="16744"/>
                </a:lnTo>
                <a:lnTo>
                  <a:pt x="6746" y="13189"/>
                </a:lnTo>
                <a:lnTo>
                  <a:pt x="4486" y="10632"/>
                </a:lnTo>
                <a:lnTo>
                  <a:pt x="2930" y="8770"/>
                </a:lnTo>
                <a:lnTo>
                  <a:pt x="1836" y="7296"/>
                </a:lnTo>
                <a:lnTo>
                  <a:pt x="943" y="5914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F8FA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3" name="contour_19581"/>
          <p:cNvSpPr/>
          <p:nvPr/>
        </p:nvSpPr>
        <p:spPr>
          <a:xfrm>
            <a:off x="5367048" y="363670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8101" y="6610"/>
                </a:lnTo>
                <a:lnTo>
                  <a:pt x="15621" y="11218"/>
                </a:lnTo>
                <a:lnTo>
                  <a:pt x="13789" y="14422"/>
                </a:lnTo>
                <a:lnTo>
                  <a:pt x="12260" y="16819"/>
                </a:lnTo>
                <a:lnTo>
                  <a:pt x="10662" y="19015"/>
                </a:lnTo>
                <a:lnTo>
                  <a:pt x="8640" y="21600"/>
                </a:lnTo>
                <a:lnTo>
                  <a:pt x="5620" y="20729"/>
                </a:lnTo>
                <a:lnTo>
                  <a:pt x="3711" y="19685"/>
                </a:lnTo>
                <a:lnTo>
                  <a:pt x="2108" y="177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4" name="contour_19582"/>
          <p:cNvSpPr/>
          <p:nvPr/>
        </p:nvSpPr>
        <p:spPr>
          <a:xfrm>
            <a:off x="6759055" y="349094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187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5" name="contour_19583"/>
          <p:cNvSpPr/>
          <p:nvPr/>
        </p:nvSpPr>
        <p:spPr>
          <a:xfrm>
            <a:off x="9747131" y="346179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483"/>
                </a:lnTo>
                <a:lnTo>
                  <a:pt x="8584" y="2678"/>
                </a:lnTo>
                <a:lnTo>
                  <a:pt x="10441" y="4226"/>
                </a:lnTo>
                <a:lnTo>
                  <a:pt x="13228" y="6754"/>
                </a:lnTo>
                <a:lnTo>
                  <a:pt x="15582" y="8856"/>
                </a:lnTo>
                <a:lnTo>
                  <a:pt x="17971" y="10994"/>
                </a:lnTo>
                <a:lnTo>
                  <a:pt x="19773" y="1268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1"/>
                </a:lnTo>
                <a:lnTo>
                  <a:pt x="2108" y="11729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B2CB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6" name="contour_19584"/>
          <p:cNvSpPr/>
          <p:nvPr/>
        </p:nvSpPr>
        <p:spPr>
          <a:xfrm>
            <a:off x="4769433" y="343264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2" y="3940"/>
                </a:lnTo>
                <a:lnTo>
                  <a:pt x="15523" y="7020"/>
                </a:lnTo>
                <a:lnTo>
                  <a:pt x="18086" y="9491"/>
                </a:lnTo>
                <a:lnTo>
                  <a:pt x="19800" y="11612"/>
                </a:lnTo>
                <a:lnTo>
                  <a:pt x="20844" y="13625"/>
                </a:lnTo>
                <a:lnTo>
                  <a:pt x="21377" y="15794"/>
                </a:lnTo>
                <a:lnTo>
                  <a:pt x="21571" y="18369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8F8A9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7" name="contour_19585"/>
          <p:cNvSpPr/>
          <p:nvPr/>
        </p:nvSpPr>
        <p:spPr>
          <a:xfrm>
            <a:off x="6788207" y="341806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8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9AAD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8" name="contour_19586"/>
          <p:cNvSpPr/>
          <p:nvPr/>
        </p:nvSpPr>
        <p:spPr>
          <a:xfrm>
            <a:off x="5709584" y="3411400"/>
            <a:ext cx="36440" cy="21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6321"/>
                </a:moveTo>
                <a:lnTo>
                  <a:pt x="17621" y="8922"/>
                </a:lnTo>
                <a:lnTo>
                  <a:pt x="19600" y="11537"/>
                </a:lnTo>
                <a:lnTo>
                  <a:pt x="21600" y="14190"/>
                </a:lnTo>
                <a:lnTo>
                  <a:pt x="18926" y="15101"/>
                </a:lnTo>
                <a:lnTo>
                  <a:pt x="16252" y="16020"/>
                </a:lnTo>
                <a:lnTo>
                  <a:pt x="13569" y="16947"/>
                </a:lnTo>
                <a:lnTo>
                  <a:pt x="10882" y="17865"/>
                </a:lnTo>
                <a:lnTo>
                  <a:pt x="8182" y="18792"/>
                </a:lnTo>
                <a:lnTo>
                  <a:pt x="5469" y="19725"/>
                </a:lnTo>
                <a:lnTo>
                  <a:pt x="2743" y="20659"/>
                </a:lnTo>
                <a:lnTo>
                  <a:pt x="0" y="21600"/>
                </a:lnTo>
                <a:lnTo>
                  <a:pt x="0" y="16702"/>
                </a:lnTo>
                <a:lnTo>
                  <a:pt x="0" y="11774"/>
                </a:lnTo>
                <a:lnTo>
                  <a:pt x="0" y="6780"/>
                </a:lnTo>
                <a:lnTo>
                  <a:pt x="2843" y="2742"/>
                </a:lnTo>
                <a:lnTo>
                  <a:pt x="5214" y="541"/>
                </a:lnTo>
                <a:lnTo>
                  <a:pt x="7400" y="0"/>
                </a:lnTo>
                <a:lnTo>
                  <a:pt x="9677" y="904"/>
                </a:lnTo>
                <a:lnTo>
                  <a:pt x="12338" y="3075"/>
                </a:lnTo>
                <a:lnTo>
                  <a:pt x="15660" y="6321"/>
                </a:lnTo>
                <a:close/>
              </a:path>
            </a:pathLst>
          </a:custGeom>
          <a:solidFill>
            <a:srgbClr val="C7D2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89" name="contour_19587"/>
          <p:cNvSpPr/>
          <p:nvPr/>
        </p:nvSpPr>
        <p:spPr>
          <a:xfrm>
            <a:off x="8901724" y="339620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006" y="2843"/>
                </a:lnTo>
                <a:lnTo>
                  <a:pt x="17510" y="5676"/>
                </a:lnTo>
                <a:lnTo>
                  <a:pt x="18871" y="8519"/>
                </a:lnTo>
                <a:lnTo>
                  <a:pt x="20045" y="11388"/>
                </a:lnTo>
                <a:lnTo>
                  <a:pt x="20966" y="14304"/>
                </a:lnTo>
                <a:lnTo>
                  <a:pt x="21600" y="17280"/>
                </a:lnTo>
                <a:lnTo>
                  <a:pt x="17575" y="19172"/>
                </a:lnTo>
                <a:lnTo>
                  <a:pt x="14731" y="20252"/>
                </a:lnTo>
                <a:lnTo>
                  <a:pt x="11729" y="20926"/>
                </a:lnTo>
                <a:lnTo>
                  <a:pt x="7200" y="21600"/>
                </a:lnTo>
                <a:lnTo>
                  <a:pt x="4982" y="18645"/>
                </a:lnTo>
                <a:lnTo>
                  <a:pt x="3499" y="16494"/>
                </a:lnTo>
                <a:lnTo>
                  <a:pt x="2405" y="14524"/>
                </a:lnTo>
                <a:lnTo>
                  <a:pt x="1354" y="12113"/>
                </a:lnTo>
                <a:lnTo>
                  <a:pt x="0" y="8640"/>
                </a:lnTo>
                <a:lnTo>
                  <a:pt x="4025" y="5616"/>
                </a:lnTo>
                <a:lnTo>
                  <a:pt x="6869" y="3711"/>
                </a:lnTo>
                <a:lnTo>
                  <a:pt x="9871" y="2108"/>
                </a:lnTo>
                <a:lnTo>
                  <a:pt x="14400" y="0"/>
                </a:lnTo>
                <a:close/>
              </a:path>
            </a:pathLst>
          </a:custGeom>
          <a:solidFill>
            <a:srgbClr val="F4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0" name="contour_19588"/>
          <p:cNvSpPr/>
          <p:nvPr/>
        </p:nvSpPr>
        <p:spPr>
          <a:xfrm>
            <a:off x="5731448" y="3396824"/>
            <a:ext cx="36440" cy="21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6321"/>
                </a:moveTo>
                <a:lnTo>
                  <a:pt x="17621" y="8922"/>
                </a:lnTo>
                <a:lnTo>
                  <a:pt x="19600" y="11537"/>
                </a:lnTo>
                <a:lnTo>
                  <a:pt x="21600" y="14190"/>
                </a:lnTo>
                <a:lnTo>
                  <a:pt x="18926" y="15101"/>
                </a:lnTo>
                <a:lnTo>
                  <a:pt x="16252" y="16020"/>
                </a:lnTo>
                <a:lnTo>
                  <a:pt x="13569" y="16947"/>
                </a:lnTo>
                <a:lnTo>
                  <a:pt x="10882" y="17865"/>
                </a:lnTo>
                <a:lnTo>
                  <a:pt x="8182" y="18792"/>
                </a:lnTo>
                <a:lnTo>
                  <a:pt x="5469" y="19725"/>
                </a:lnTo>
                <a:lnTo>
                  <a:pt x="2743" y="20659"/>
                </a:lnTo>
                <a:lnTo>
                  <a:pt x="0" y="21600"/>
                </a:lnTo>
                <a:lnTo>
                  <a:pt x="0" y="16702"/>
                </a:lnTo>
                <a:lnTo>
                  <a:pt x="0" y="11774"/>
                </a:lnTo>
                <a:lnTo>
                  <a:pt x="0" y="6780"/>
                </a:lnTo>
                <a:lnTo>
                  <a:pt x="2843" y="2742"/>
                </a:lnTo>
                <a:lnTo>
                  <a:pt x="5214" y="541"/>
                </a:lnTo>
                <a:lnTo>
                  <a:pt x="7400" y="0"/>
                </a:lnTo>
                <a:lnTo>
                  <a:pt x="9677" y="904"/>
                </a:lnTo>
                <a:lnTo>
                  <a:pt x="12338" y="3075"/>
                </a:lnTo>
                <a:lnTo>
                  <a:pt x="15660" y="6321"/>
                </a:lnTo>
                <a:close/>
              </a:path>
            </a:pathLst>
          </a:custGeom>
          <a:solidFill>
            <a:srgbClr val="D4DE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1" name="contour_19589"/>
          <p:cNvSpPr/>
          <p:nvPr/>
        </p:nvSpPr>
        <p:spPr>
          <a:xfrm>
            <a:off x="7196334" y="335247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8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B9CA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2" name="contour_19590"/>
          <p:cNvSpPr/>
          <p:nvPr/>
        </p:nvSpPr>
        <p:spPr>
          <a:xfrm>
            <a:off x="5439928" y="335976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296" y="634"/>
                </a:lnTo>
                <a:lnTo>
                  <a:pt x="10212" y="1555"/>
                </a:lnTo>
                <a:lnTo>
                  <a:pt x="13081" y="2722"/>
                </a:lnTo>
                <a:lnTo>
                  <a:pt x="15924" y="4090"/>
                </a:lnTo>
                <a:lnTo>
                  <a:pt x="18757" y="5594"/>
                </a:lnTo>
                <a:lnTo>
                  <a:pt x="21600" y="7200"/>
                </a:lnTo>
                <a:lnTo>
                  <a:pt x="18744" y="7200"/>
                </a:lnTo>
                <a:lnTo>
                  <a:pt x="15872" y="7200"/>
                </a:lnTo>
                <a:lnTo>
                  <a:pt x="12960" y="7200"/>
                </a:lnTo>
                <a:lnTo>
                  <a:pt x="12960" y="11959"/>
                </a:lnTo>
                <a:lnTo>
                  <a:pt x="12960" y="16747"/>
                </a:lnTo>
                <a:lnTo>
                  <a:pt x="12960" y="21600"/>
                </a:lnTo>
                <a:lnTo>
                  <a:pt x="10394" y="20174"/>
                </a:lnTo>
                <a:lnTo>
                  <a:pt x="7819" y="18742"/>
                </a:lnTo>
                <a:lnTo>
                  <a:pt x="5236" y="17309"/>
                </a:lnTo>
                <a:lnTo>
                  <a:pt x="2631" y="15862"/>
                </a:lnTo>
                <a:lnTo>
                  <a:pt x="0" y="14400"/>
                </a:lnTo>
                <a:lnTo>
                  <a:pt x="674" y="9871"/>
                </a:lnTo>
                <a:lnTo>
                  <a:pt x="1348" y="6869"/>
                </a:lnTo>
                <a:lnTo>
                  <a:pt x="2428" y="4025"/>
                </a:lnTo>
                <a:lnTo>
                  <a:pt x="4320" y="0"/>
                </a:lnTo>
                <a:close/>
              </a:path>
            </a:pathLst>
          </a:custGeom>
          <a:solidFill>
            <a:srgbClr val="9DB1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3" name="contour_19591"/>
          <p:cNvSpPr/>
          <p:nvPr/>
        </p:nvSpPr>
        <p:spPr>
          <a:xfrm>
            <a:off x="8078181" y="334518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A8BA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4" name="contour_19592"/>
          <p:cNvSpPr/>
          <p:nvPr/>
        </p:nvSpPr>
        <p:spPr>
          <a:xfrm>
            <a:off x="6890239" y="3352476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887" y="4277"/>
                </a:lnTo>
                <a:lnTo>
                  <a:pt x="20171" y="8568"/>
                </a:lnTo>
                <a:lnTo>
                  <a:pt x="19454" y="12874"/>
                </a:lnTo>
                <a:lnTo>
                  <a:pt x="18731" y="17215"/>
                </a:lnTo>
                <a:lnTo>
                  <a:pt x="18000" y="21600"/>
                </a:lnTo>
                <a:lnTo>
                  <a:pt x="15772" y="20707"/>
                </a:lnTo>
                <a:lnTo>
                  <a:pt x="13543" y="19814"/>
                </a:lnTo>
                <a:lnTo>
                  <a:pt x="11308" y="18922"/>
                </a:lnTo>
                <a:lnTo>
                  <a:pt x="9068" y="18029"/>
                </a:lnTo>
                <a:lnTo>
                  <a:pt x="6818" y="17129"/>
                </a:lnTo>
                <a:lnTo>
                  <a:pt x="4558" y="16222"/>
                </a:lnTo>
                <a:lnTo>
                  <a:pt x="2286" y="15314"/>
                </a:lnTo>
                <a:lnTo>
                  <a:pt x="0" y="14400"/>
                </a:lnTo>
                <a:lnTo>
                  <a:pt x="4028" y="10116"/>
                </a:lnTo>
                <a:lnTo>
                  <a:pt x="7236" y="6775"/>
                </a:lnTo>
                <a:lnTo>
                  <a:pt x="9799" y="4270"/>
                </a:lnTo>
                <a:lnTo>
                  <a:pt x="11898" y="2470"/>
                </a:lnTo>
                <a:lnTo>
                  <a:pt x="13705" y="1267"/>
                </a:lnTo>
                <a:lnTo>
                  <a:pt x="15401" y="533"/>
                </a:lnTo>
                <a:lnTo>
                  <a:pt x="17161" y="158"/>
                </a:lnTo>
                <a:lnTo>
                  <a:pt x="19170" y="22"/>
                </a:lnTo>
                <a:lnTo>
                  <a:pt x="21600" y="0"/>
                </a:lnTo>
                <a:close/>
              </a:path>
            </a:pathLst>
          </a:custGeom>
          <a:solidFill>
            <a:srgbClr val="858D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5" name="contour_19593"/>
          <p:cNvSpPr/>
          <p:nvPr/>
        </p:nvSpPr>
        <p:spPr>
          <a:xfrm>
            <a:off x="4055210" y="334518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429" y="20412"/>
                </a:lnTo>
                <a:lnTo>
                  <a:pt x="11573" y="19224"/>
                </a:lnTo>
                <a:lnTo>
                  <a:pt x="8705" y="18029"/>
                </a:lnTo>
                <a:lnTo>
                  <a:pt x="5823" y="16826"/>
                </a:lnTo>
                <a:lnTo>
                  <a:pt x="2925" y="15617"/>
                </a:lnTo>
                <a:lnTo>
                  <a:pt x="0" y="14400"/>
                </a:lnTo>
                <a:lnTo>
                  <a:pt x="3940" y="9648"/>
                </a:lnTo>
                <a:lnTo>
                  <a:pt x="7020" y="6077"/>
                </a:lnTo>
                <a:lnTo>
                  <a:pt x="9491" y="3514"/>
                </a:lnTo>
                <a:lnTo>
                  <a:pt x="11612" y="1800"/>
                </a:lnTo>
                <a:lnTo>
                  <a:pt x="13625" y="756"/>
                </a:lnTo>
                <a:lnTo>
                  <a:pt x="15794" y="223"/>
                </a:lnTo>
                <a:lnTo>
                  <a:pt x="18369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4A3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6" name="contour_19594"/>
          <p:cNvSpPr/>
          <p:nvPr/>
        </p:nvSpPr>
        <p:spPr>
          <a:xfrm>
            <a:off x="7043286" y="335247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462" y="9576"/>
                </a:lnTo>
                <a:lnTo>
                  <a:pt x="17319" y="11959"/>
                </a:lnTo>
                <a:lnTo>
                  <a:pt x="15168" y="14350"/>
                </a:lnTo>
                <a:lnTo>
                  <a:pt x="13008" y="16747"/>
                </a:lnTo>
                <a:lnTo>
                  <a:pt x="10835" y="19166"/>
                </a:lnTo>
                <a:lnTo>
                  <a:pt x="8640" y="21600"/>
                </a:lnTo>
                <a:lnTo>
                  <a:pt x="7214" y="18036"/>
                </a:lnTo>
                <a:lnTo>
                  <a:pt x="5784" y="14465"/>
                </a:lnTo>
                <a:lnTo>
                  <a:pt x="4355" y="10879"/>
                </a:lnTo>
                <a:lnTo>
                  <a:pt x="2912" y="7279"/>
                </a:lnTo>
                <a:lnTo>
                  <a:pt x="1460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CCE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7" name="contour_19595"/>
          <p:cNvSpPr/>
          <p:nvPr/>
        </p:nvSpPr>
        <p:spPr>
          <a:xfrm>
            <a:off x="4383170" y="333790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7660" y="11952"/>
                </a:lnTo>
                <a:lnTo>
                  <a:pt x="14580" y="15523"/>
                </a:lnTo>
                <a:lnTo>
                  <a:pt x="12109" y="18086"/>
                </a:lnTo>
                <a:lnTo>
                  <a:pt x="9988" y="19800"/>
                </a:lnTo>
                <a:lnTo>
                  <a:pt x="7975" y="20844"/>
                </a:lnTo>
                <a:lnTo>
                  <a:pt x="5806" y="21377"/>
                </a:lnTo>
                <a:lnTo>
                  <a:pt x="3231" y="21571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7C1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8" name="contour_19596"/>
          <p:cNvSpPr/>
          <p:nvPr/>
        </p:nvSpPr>
        <p:spPr>
          <a:xfrm>
            <a:off x="8209365" y="332332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64A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599" name="contour_19597"/>
          <p:cNvSpPr/>
          <p:nvPr/>
        </p:nvSpPr>
        <p:spPr>
          <a:xfrm>
            <a:off x="5396200" y="3307764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930"/>
                </a:moveTo>
                <a:lnTo>
                  <a:pt x="3856" y="310"/>
                </a:lnTo>
                <a:lnTo>
                  <a:pt x="6626" y="0"/>
                </a:lnTo>
                <a:lnTo>
                  <a:pt x="9088" y="0"/>
                </a:lnTo>
                <a:lnTo>
                  <a:pt x="12020" y="310"/>
                </a:lnTo>
                <a:lnTo>
                  <a:pt x="16200" y="930"/>
                </a:lnTo>
                <a:lnTo>
                  <a:pt x="18025" y="6056"/>
                </a:lnTo>
                <a:lnTo>
                  <a:pt x="19219" y="9694"/>
                </a:lnTo>
                <a:lnTo>
                  <a:pt x="20039" y="12836"/>
                </a:lnTo>
                <a:lnTo>
                  <a:pt x="20747" y="16474"/>
                </a:lnTo>
                <a:lnTo>
                  <a:pt x="21600" y="21600"/>
                </a:lnTo>
                <a:lnTo>
                  <a:pt x="17993" y="20787"/>
                </a:lnTo>
                <a:lnTo>
                  <a:pt x="14391" y="19926"/>
                </a:lnTo>
                <a:lnTo>
                  <a:pt x="10800" y="19016"/>
                </a:lnTo>
                <a:lnTo>
                  <a:pt x="7787" y="18293"/>
                </a:lnTo>
                <a:lnTo>
                  <a:pt x="4725" y="17562"/>
                </a:lnTo>
                <a:lnTo>
                  <a:pt x="2381" y="16150"/>
                </a:lnTo>
                <a:lnTo>
                  <a:pt x="0" y="14710"/>
                </a:lnTo>
                <a:lnTo>
                  <a:pt x="0" y="10156"/>
                </a:lnTo>
                <a:lnTo>
                  <a:pt x="0" y="5574"/>
                </a:lnTo>
                <a:lnTo>
                  <a:pt x="0" y="930"/>
                </a:lnTo>
                <a:close/>
              </a:path>
            </a:pathLst>
          </a:custGeom>
          <a:solidFill>
            <a:srgbClr val="A9C8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0" name="contour_19598"/>
          <p:cNvSpPr/>
          <p:nvPr/>
        </p:nvSpPr>
        <p:spPr>
          <a:xfrm>
            <a:off x="7240062" y="330146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3053"/>
                </a:lnTo>
                <a:lnTo>
                  <a:pt x="9210" y="6113"/>
                </a:lnTo>
                <a:lnTo>
                  <a:pt x="11664" y="9180"/>
                </a:lnTo>
                <a:lnTo>
                  <a:pt x="14126" y="12262"/>
                </a:lnTo>
                <a:lnTo>
                  <a:pt x="16602" y="15350"/>
                </a:lnTo>
                <a:lnTo>
                  <a:pt x="19090" y="1846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8791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1" name="contour_19599"/>
          <p:cNvSpPr/>
          <p:nvPr/>
        </p:nvSpPr>
        <p:spPr>
          <a:xfrm>
            <a:off x="1927116" y="330146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7D6A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2" name="contour_19600"/>
          <p:cNvSpPr/>
          <p:nvPr/>
        </p:nvSpPr>
        <p:spPr>
          <a:xfrm>
            <a:off x="1402381" y="330146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A47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3" name="contour_19601"/>
          <p:cNvSpPr/>
          <p:nvPr/>
        </p:nvSpPr>
        <p:spPr>
          <a:xfrm>
            <a:off x="8566477" y="328688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5" y="19930"/>
                </a:lnTo>
                <a:lnTo>
                  <a:pt x="16189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76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CCD9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4" name="contour_19602"/>
          <p:cNvSpPr/>
          <p:nvPr/>
        </p:nvSpPr>
        <p:spPr>
          <a:xfrm>
            <a:off x="6759055" y="328688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8EA4B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5" name="contour_19603"/>
          <p:cNvSpPr/>
          <p:nvPr/>
        </p:nvSpPr>
        <p:spPr>
          <a:xfrm>
            <a:off x="804766" y="327959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97CA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6" name="contour_19604"/>
          <p:cNvSpPr/>
          <p:nvPr/>
        </p:nvSpPr>
        <p:spPr>
          <a:xfrm>
            <a:off x="7378534" y="326502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13"/>
                </a:lnTo>
                <a:lnTo>
                  <a:pt x="7209" y="1674"/>
                </a:lnTo>
                <a:lnTo>
                  <a:pt x="10800" y="2584"/>
                </a:lnTo>
                <a:lnTo>
                  <a:pt x="13813" y="3307"/>
                </a:lnTo>
                <a:lnTo>
                  <a:pt x="16875" y="4038"/>
                </a:lnTo>
                <a:lnTo>
                  <a:pt x="19219" y="5450"/>
                </a:lnTo>
                <a:lnTo>
                  <a:pt x="21600" y="6890"/>
                </a:lnTo>
                <a:lnTo>
                  <a:pt x="21600" y="11444"/>
                </a:lnTo>
                <a:lnTo>
                  <a:pt x="21600" y="16026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575" y="15544"/>
                </a:lnTo>
                <a:lnTo>
                  <a:pt x="2381" y="11906"/>
                </a:lnTo>
                <a:lnTo>
                  <a:pt x="1561" y="8764"/>
                </a:lnTo>
                <a:lnTo>
                  <a:pt x="853" y="5126"/>
                </a:lnTo>
                <a:lnTo>
                  <a:pt x="0" y="0"/>
                </a:lnTo>
                <a:close/>
              </a:path>
            </a:pathLst>
          </a:custGeom>
          <a:solidFill>
            <a:srgbClr val="9B9A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7" name="contour_19605"/>
          <p:cNvSpPr/>
          <p:nvPr/>
        </p:nvSpPr>
        <p:spPr>
          <a:xfrm>
            <a:off x="1467973" y="3265020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0670" y="0"/>
                </a:moveTo>
                <a:lnTo>
                  <a:pt x="21290" y="3856"/>
                </a:lnTo>
                <a:lnTo>
                  <a:pt x="21600" y="6626"/>
                </a:lnTo>
                <a:lnTo>
                  <a:pt x="21600" y="9088"/>
                </a:lnTo>
                <a:lnTo>
                  <a:pt x="21290" y="12020"/>
                </a:lnTo>
                <a:lnTo>
                  <a:pt x="20670" y="16200"/>
                </a:lnTo>
                <a:lnTo>
                  <a:pt x="15544" y="18025"/>
                </a:lnTo>
                <a:lnTo>
                  <a:pt x="11906" y="19219"/>
                </a:lnTo>
                <a:lnTo>
                  <a:pt x="8764" y="20039"/>
                </a:lnTo>
                <a:lnTo>
                  <a:pt x="5126" y="20747"/>
                </a:lnTo>
                <a:lnTo>
                  <a:pt x="0" y="21600"/>
                </a:lnTo>
                <a:lnTo>
                  <a:pt x="2184" y="15136"/>
                </a:lnTo>
                <a:lnTo>
                  <a:pt x="3913" y="10670"/>
                </a:lnTo>
                <a:lnTo>
                  <a:pt x="5588" y="7646"/>
                </a:lnTo>
                <a:lnTo>
                  <a:pt x="7600" y="5508"/>
                </a:lnTo>
                <a:lnTo>
                  <a:pt x="10342" y="3704"/>
                </a:lnTo>
                <a:lnTo>
                  <a:pt x="14207" y="1685"/>
                </a:lnTo>
                <a:lnTo>
                  <a:pt x="15819" y="1269"/>
                </a:lnTo>
                <a:lnTo>
                  <a:pt x="20670" y="0"/>
                </a:lnTo>
                <a:close/>
              </a:path>
            </a:pathLst>
          </a:custGeom>
          <a:solidFill>
            <a:srgbClr val="8A19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8" name="contour_19606"/>
          <p:cNvSpPr/>
          <p:nvPr/>
        </p:nvSpPr>
        <p:spPr>
          <a:xfrm>
            <a:off x="1424245" y="326502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372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09" name="contour_19607"/>
          <p:cNvSpPr/>
          <p:nvPr/>
        </p:nvSpPr>
        <p:spPr>
          <a:xfrm>
            <a:off x="8049029" y="326502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37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0" name="contour_19608"/>
          <p:cNvSpPr/>
          <p:nvPr/>
        </p:nvSpPr>
        <p:spPr>
          <a:xfrm>
            <a:off x="5425352" y="325773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18252" y="6404"/>
                </a:lnTo>
                <a:lnTo>
                  <a:pt x="14846" y="7425"/>
                </a:lnTo>
                <a:lnTo>
                  <a:pt x="10246" y="9731"/>
                </a:lnTo>
                <a:lnTo>
                  <a:pt x="6862" y="12074"/>
                </a:lnTo>
                <a:lnTo>
                  <a:pt x="4291" y="14683"/>
                </a:lnTo>
                <a:lnTo>
                  <a:pt x="2138" y="17782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5E8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1" name="contour_19609"/>
          <p:cNvSpPr/>
          <p:nvPr/>
        </p:nvSpPr>
        <p:spPr>
          <a:xfrm>
            <a:off x="9929331" y="324315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93352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2" name="contour_19610"/>
          <p:cNvSpPr/>
          <p:nvPr/>
        </p:nvSpPr>
        <p:spPr>
          <a:xfrm>
            <a:off x="8683085" y="323586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50"/>
                </a:lnTo>
                <a:lnTo>
                  <a:pt x="18373" y="17950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640" y="16841"/>
                </a:lnTo>
                <a:lnTo>
                  <a:pt x="8640" y="12053"/>
                </a:lnTo>
                <a:lnTo>
                  <a:pt x="8640" y="7200"/>
                </a:lnTo>
                <a:lnTo>
                  <a:pt x="6502" y="5414"/>
                </a:lnTo>
                <a:lnTo>
                  <a:pt x="4350" y="3629"/>
                </a:lnTo>
                <a:lnTo>
                  <a:pt x="2190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C4D8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3" name="contour_19611"/>
          <p:cNvSpPr/>
          <p:nvPr/>
        </p:nvSpPr>
        <p:spPr>
          <a:xfrm>
            <a:off x="10570674" y="322858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9" y="0"/>
                </a:lnTo>
                <a:lnTo>
                  <a:pt x="7160" y="0"/>
                </a:lnTo>
                <a:lnTo>
                  <a:pt x="10800" y="0"/>
                </a:lnTo>
                <a:lnTo>
                  <a:pt x="10800" y="3569"/>
                </a:lnTo>
                <a:lnTo>
                  <a:pt x="10800" y="7160"/>
                </a:lnTo>
                <a:lnTo>
                  <a:pt x="10800" y="10800"/>
                </a:lnTo>
                <a:lnTo>
                  <a:pt x="14008" y="12782"/>
                </a:lnTo>
                <a:lnTo>
                  <a:pt x="16200" y="14008"/>
                </a:lnTo>
                <a:lnTo>
                  <a:pt x="18392" y="14974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1636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4" name="contour_19612"/>
          <p:cNvSpPr/>
          <p:nvPr/>
        </p:nvSpPr>
        <p:spPr>
          <a:xfrm>
            <a:off x="8544613" y="323586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922"/>
                </a:lnTo>
                <a:lnTo>
                  <a:pt x="14524" y="1757"/>
                </a:lnTo>
                <a:lnTo>
                  <a:pt x="16494" y="2851"/>
                </a:lnTo>
                <a:lnTo>
                  <a:pt x="18645" y="4550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2108" y="9871"/>
                </a:lnTo>
                <a:lnTo>
                  <a:pt x="3711" y="6869"/>
                </a:lnTo>
                <a:lnTo>
                  <a:pt x="5620" y="4025"/>
                </a:lnTo>
                <a:lnTo>
                  <a:pt x="8640" y="0"/>
                </a:lnTo>
                <a:close/>
              </a:path>
            </a:pathLst>
          </a:custGeom>
          <a:solidFill>
            <a:srgbClr val="D0E4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5" name="contour_19613"/>
          <p:cNvSpPr/>
          <p:nvPr/>
        </p:nvSpPr>
        <p:spPr>
          <a:xfrm>
            <a:off x="2342532" y="322129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C76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6" name="contour_19614"/>
          <p:cNvSpPr/>
          <p:nvPr/>
        </p:nvSpPr>
        <p:spPr>
          <a:xfrm>
            <a:off x="7976149" y="3214004"/>
            <a:ext cx="29152" cy="304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856" y="816"/>
                </a:lnTo>
                <a:lnTo>
                  <a:pt x="6626" y="1493"/>
                </a:lnTo>
                <a:lnTo>
                  <a:pt x="9088" y="2279"/>
                </a:lnTo>
                <a:lnTo>
                  <a:pt x="12020" y="3421"/>
                </a:lnTo>
                <a:lnTo>
                  <a:pt x="16200" y="5167"/>
                </a:lnTo>
                <a:lnTo>
                  <a:pt x="18025" y="9167"/>
                </a:lnTo>
                <a:lnTo>
                  <a:pt x="19219" y="11973"/>
                </a:lnTo>
                <a:lnTo>
                  <a:pt x="20039" y="14329"/>
                </a:lnTo>
                <a:lnTo>
                  <a:pt x="20747" y="16980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926" y="17332"/>
                </a:lnTo>
                <a:lnTo>
                  <a:pt x="2759" y="13968"/>
                </a:lnTo>
                <a:lnTo>
                  <a:pt x="1836" y="10562"/>
                </a:lnTo>
                <a:lnTo>
                  <a:pt x="1107" y="7105"/>
                </a:lnTo>
                <a:lnTo>
                  <a:pt x="513" y="3591"/>
                </a:lnTo>
                <a:lnTo>
                  <a:pt x="0" y="0"/>
                </a:lnTo>
                <a:close/>
              </a:path>
            </a:pathLst>
          </a:custGeom>
          <a:solidFill>
            <a:srgbClr val="CDDE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7" name="contour_19615"/>
          <p:cNvSpPr/>
          <p:nvPr/>
        </p:nvSpPr>
        <p:spPr>
          <a:xfrm>
            <a:off x="8544613" y="320671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97D4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8" name="contour_19616"/>
          <p:cNvSpPr/>
          <p:nvPr/>
        </p:nvSpPr>
        <p:spPr>
          <a:xfrm>
            <a:off x="7444126" y="321400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85" y="5357"/>
                </a:lnTo>
                <a:lnTo>
                  <a:pt x="19796" y="9158"/>
                </a:lnTo>
                <a:lnTo>
                  <a:pt x="18976" y="12442"/>
                </a:lnTo>
                <a:lnTo>
                  <a:pt x="17863" y="1624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D1C4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19" name="contour_19617"/>
          <p:cNvSpPr/>
          <p:nvPr/>
        </p:nvSpPr>
        <p:spPr>
          <a:xfrm>
            <a:off x="5505520" y="320671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483"/>
                </a:lnTo>
                <a:lnTo>
                  <a:pt x="8584" y="2678"/>
                </a:lnTo>
                <a:lnTo>
                  <a:pt x="10441" y="4226"/>
                </a:lnTo>
                <a:lnTo>
                  <a:pt x="13228" y="6754"/>
                </a:lnTo>
                <a:lnTo>
                  <a:pt x="15582" y="8856"/>
                </a:lnTo>
                <a:lnTo>
                  <a:pt x="17971" y="10994"/>
                </a:lnTo>
                <a:lnTo>
                  <a:pt x="19773" y="1268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1"/>
                </a:lnTo>
                <a:lnTo>
                  <a:pt x="2108" y="11729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A7C8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0" name="contour_19618"/>
          <p:cNvSpPr/>
          <p:nvPr/>
        </p:nvSpPr>
        <p:spPr>
          <a:xfrm>
            <a:off x="5308745" y="320671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6DB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1" name="contour_19619"/>
          <p:cNvSpPr/>
          <p:nvPr/>
        </p:nvSpPr>
        <p:spPr>
          <a:xfrm>
            <a:off x="2342532" y="318485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D639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2" name="contour_19620"/>
          <p:cNvSpPr/>
          <p:nvPr/>
        </p:nvSpPr>
        <p:spPr>
          <a:xfrm>
            <a:off x="10468642" y="319214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3056"/>
                </a:lnTo>
                <a:lnTo>
                  <a:pt x="13856" y="6113"/>
                </a:lnTo>
                <a:lnTo>
                  <a:pt x="15390" y="9180"/>
                </a:lnTo>
                <a:lnTo>
                  <a:pt x="16929" y="12258"/>
                </a:lnTo>
                <a:lnTo>
                  <a:pt x="18479" y="15352"/>
                </a:lnTo>
                <a:lnTo>
                  <a:pt x="20034" y="18463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345" y="15698"/>
                </a:lnTo>
                <a:lnTo>
                  <a:pt x="5400" y="14175"/>
                </a:lnTo>
                <a:lnTo>
                  <a:pt x="8078" y="12501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4A50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3" name="contour_19621"/>
          <p:cNvSpPr/>
          <p:nvPr/>
        </p:nvSpPr>
        <p:spPr>
          <a:xfrm>
            <a:off x="10343763" y="3192140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D1E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4" name="contour_19622"/>
          <p:cNvSpPr/>
          <p:nvPr/>
        </p:nvSpPr>
        <p:spPr>
          <a:xfrm>
            <a:off x="10665418" y="318485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C50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5" name="contour_19623"/>
          <p:cNvSpPr/>
          <p:nvPr/>
        </p:nvSpPr>
        <p:spPr>
          <a:xfrm>
            <a:off x="7342094" y="3177564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1031"/>
                </a:lnTo>
                <a:lnTo>
                  <a:pt x="13981" y="1939"/>
                </a:lnTo>
                <a:lnTo>
                  <a:pt x="16819" y="3224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819" y="20531"/>
                </a:lnTo>
                <a:lnTo>
                  <a:pt x="12652" y="19456"/>
                </a:lnTo>
                <a:lnTo>
                  <a:pt x="8472" y="18382"/>
                </a:lnTo>
                <a:lnTo>
                  <a:pt x="4257" y="17296"/>
                </a:lnTo>
                <a:lnTo>
                  <a:pt x="0" y="16200"/>
                </a:lnTo>
                <a:lnTo>
                  <a:pt x="1384" y="12992"/>
                </a:lnTo>
                <a:lnTo>
                  <a:pt x="2775" y="9774"/>
                </a:lnTo>
                <a:lnTo>
                  <a:pt x="4166" y="6545"/>
                </a:lnTo>
                <a:lnTo>
                  <a:pt x="5571" y="3289"/>
                </a:lnTo>
                <a:lnTo>
                  <a:pt x="6990" y="0"/>
                </a:lnTo>
                <a:close/>
              </a:path>
            </a:pathLst>
          </a:custGeom>
          <a:solidFill>
            <a:srgbClr val="2E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6" name="contour_19624"/>
          <p:cNvSpPr/>
          <p:nvPr/>
        </p:nvSpPr>
        <p:spPr>
          <a:xfrm>
            <a:off x="4390458" y="317027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835" y="18547"/>
                </a:lnTo>
                <a:lnTo>
                  <a:pt x="12390" y="15487"/>
                </a:lnTo>
                <a:lnTo>
                  <a:pt x="9936" y="12420"/>
                </a:lnTo>
                <a:lnTo>
                  <a:pt x="7474" y="9338"/>
                </a:lnTo>
                <a:lnTo>
                  <a:pt x="4998" y="6250"/>
                </a:lnTo>
                <a:lnTo>
                  <a:pt x="2510" y="3132"/>
                </a:lnTo>
                <a:lnTo>
                  <a:pt x="0" y="0"/>
                </a:lnTo>
                <a:close/>
              </a:path>
            </a:pathLst>
          </a:custGeom>
          <a:solidFill>
            <a:srgbClr val="3934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7" name="contour_19625"/>
          <p:cNvSpPr/>
          <p:nvPr/>
        </p:nvSpPr>
        <p:spPr>
          <a:xfrm>
            <a:off x="11510825" y="3156320"/>
            <a:ext cx="36440" cy="2124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6321"/>
                </a:moveTo>
                <a:lnTo>
                  <a:pt x="17621" y="8922"/>
                </a:lnTo>
                <a:lnTo>
                  <a:pt x="19600" y="11537"/>
                </a:lnTo>
                <a:lnTo>
                  <a:pt x="21600" y="14190"/>
                </a:lnTo>
                <a:lnTo>
                  <a:pt x="18926" y="15101"/>
                </a:lnTo>
                <a:lnTo>
                  <a:pt x="16252" y="16020"/>
                </a:lnTo>
                <a:lnTo>
                  <a:pt x="13569" y="16947"/>
                </a:lnTo>
                <a:lnTo>
                  <a:pt x="10882" y="17865"/>
                </a:lnTo>
                <a:lnTo>
                  <a:pt x="8182" y="18792"/>
                </a:lnTo>
                <a:lnTo>
                  <a:pt x="5469" y="19725"/>
                </a:lnTo>
                <a:lnTo>
                  <a:pt x="2743" y="20659"/>
                </a:lnTo>
                <a:lnTo>
                  <a:pt x="0" y="21600"/>
                </a:lnTo>
                <a:lnTo>
                  <a:pt x="0" y="16702"/>
                </a:lnTo>
                <a:lnTo>
                  <a:pt x="0" y="11774"/>
                </a:lnTo>
                <a:lnTo>
                  <a:pt x="0" y="6780"/>
                </a:lnTo>
                <a:lnTo>
                  <a:pt x="2843" y="2742"/>
                </a:lnTo>
                <a:lnTo>
                  <a:pt x="5214" y="541"/>
                </a:lnTo>
                <a:lnTo>
                  <a:pt x="7400" y="0"/>
                </a:lnTo>
                <a:lnTo>
                  <a:pt x="9677" y="904"/>
                </a:lnTo>
                <a:lnTo>
                  <a:pt x="12338" y="3075"/>
                </a:lnTo>
                <a:lnTo>
                  <a:pt x="15660" y="6321"/>
                </a:lnTo>
                <a:close/>
              </a:path>
            </a:pathLst>
          </a:custGeom>
          <a:solidFill>
            <a:srgbClr val="7B84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8" name="contour_19626"/>
          <p:cNvSpPr/>
          <p:nvPr/>
        </p:nvSpPr>
        <p:spPr>
          <a:xfrm>
            <a:off x="10235427" y="315570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CDCB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29" name="contour_19627"/>
          <p:cNvSpPr/>
          <p:nvPr/>
        </p:nvSpPr>
        <p:spPr>
          <a:xfrm>
            <a:off x="4259274" y="314841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E504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0" name="contour_19628"/>
          <p:cNvSpPr/>
          <p:nvPr/>
        </p:nvSpPr>
        <p:spPr>
          <a:xfrm>
            <a:off x="4106226" y="314112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3053"/>
                </a:lnTo>
                <a:lnTo>
                  <a:pt x="6113" y="6113"/>
                </a:lnTo>
                <a:lnTo>
                  <a:pt x="9180" y="9180"/>
                </a:lnTo>
                <a:lnTo>
                  <a:pt x="12258" y="12262"/>
                </a:lnTo>
                <a:lnTo>
                  <a:pt x="15352" y="15350"/>
                </a:lnTo>
                <a:lnTo>
                  <a:pt x="18463" y="18468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D88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1" name="contour_19629"/>
          <p:cNvSpPr/>
          <p:nvPr/>
        </p:nvSpPr>
        <p:spPr>
          <a:xfrm>
            <a:off x="418502" y="312654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43" y="16162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E3D9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2" name="contour_19630"/>
          <p:cNvSpPr/>
          <p:nvPr/>
        </p:nvSpPr>
        <p:spPr>
          <a:xfrm>
            <a:off x="5651280" y="3133836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13"/>
                </a:lnTo>
                <a:lnTo>
                  <a:pt x="7209" y="1674"/>
                </a:lnTo>
                <a:lnTo>
                  <a:pt x="10800" y="2584"/>
                </a:lnTo>
                <a:lnTo>
                  <a:pt x="13813" y="3307"/>
                </a:lnTo>
                <a:lnTo>
                  <a:pt x="16875" y="4038"/>
                </a:lnTo>
                <a:lnTo>
                  <a:pt x="19219" y="5450"/>
                </a:lnTo>
                <a:lnTo>
                  <a:pt x="21600" y="6890"/>
                </a:lnTo>
                <a:lnTo>
                  <a:pt x="21600" y="11444"/>
                </a:lnTo>
                <a:lnTo>
                  <a:pt x="21600" y="16026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575" y="15544"/>
                </a:lnTo>
                <a:lnTo>
                  <a:pt x="2381" y="11906"/>
                </a:lnTo>
                <a:lnTo>
                  <a:pt x="1561" y="8764"/>
                </a:lnTo>
                <a:lnTo>
                  <a:pt x="853" y="5126"/>
                </a:lnTo>
                <a:lnTo>
                  <a:pt x="0" y="0"/>
                </a:lnTo>
                <a:close/>
              </a:path>
            </a:pathLst>
          </a:custGeom>
          <a:solidFill>
            <a:srgbClr val="A1AC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3" name="contour_19631"/>
          <p:cNvSpPr/>
          <p:nvPr/>
        </p:nvSpPr>
        <p:spPr>
          <a:xfrm>
            <a:off x="7123454" y="311197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511"/>
                </a:lnTo>
                <a:lnTo>
                  <a:pt x="7425" y="5065"/>
                </a:lnTo>
                <a:lnTo>
                  <a:pt x="9731" y="8516"/>
                </a:lnTo>
                <a:lnTo>
                  <a:pt x="12074" y="11054"/>
                </a:lnTo>
                <a:lnTo>
                  <a:pt x="14683" y="12982"/>
                </a:lnTo>
                <a:lnTo>
                  <a:pt x="17782" y="14596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CEE0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4" name="contour_19632"/>
          <p:cNvSpPr/>
          <p:nvPr/>
        </p:nvSpPr>
        <p:spPr>
          <a:xfrm>
            <a:off x="6795495" y="311197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8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783F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5" name="contour_19633"/>
          <p:cNvSpPr/>
          <p:nvPr/>
        </p:nvSpPr>
        <p:spPr>
          <a:xfrm>
            <a:off x="10235427" y="310468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A7B5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6" name="contour_19634"/>
          <p:cNvSpPr/>
          <p:nvPr/>
        </p:nvSpPr>
        <p:spPr>
          <a:xfrm>
            <a:off x="3894218" y="3111972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1069"/>
                </a:lnTo>
                <a:lnTo>
                  <a:pt x="8948" y="2144"/>
                </a:lnTo>
                <a:lnTo>
                  <a:pt x="13128" y="3218"/>
                </a:lnTo>
                <a:lnTo>
                  <a:pt x="17343" y="4304"/>
                </a:lnTo>
                <a:lnTo>
                  <a:pt x="21600" y="5400"/>
                </a:lnTo>
                <a:lnTo>
                  <a:pt x="20216" y="8608"/>
                </a:lnTo>
                <a:lnTo>
                  <a:pt x="18825" y="11826"/>
                </a:lnTo>
                <a:lnTo>
                  <a:pt x="17434" y="15055"/>
                </a:lnTo>
                <a:lnTo>
                  <a:pt x="16029" y="18311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9D97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7" name="contour_19635"/>
          <p:cNvSpPr/>
          <p:nvPr/>
        </p:nvSpPr>
        <p:spPr>
          <a:xfrm>
            <a:off x="10511387" y="3097396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BDCD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8" name="contour_19636"/>
          <p:cNvSpPr/>
          <p:nvPr/>
        </p:nvSpPr>
        <p:spPr>
          <a:xfrm>
            <a:off x="4660113" y="309010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6841" y="21600"/>
                </a:lnTo>
                <a:lnTo>
                  <a:pt x="12053" y="21600"/>
                </a:lnTo>
                <a:lnTo>
                  <a:pt x="7200" y="21600"/>
                </a:lnTo>
                <a:lnTo>
                  <a:pt x="4766" y="17744"/>
                </a:lnTo>
                <a:lnTo>
                  <a:pt x="3175" y="14974"/>
                </a:lnTo>
                <a:lnTo>
                  <a:pt x="2081" y="12512"/>
                </a:lnTo>
                <a:lnTo>
                  <a:pt x="1138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A598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39" name="contour_19637"/>
          <p:cNvSpPr/>
          <p:nvPr/>
        </p:nvSpPr>
        <p:spPr>
          <a:xfrm>
            <a:off x="10242715" y="308282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154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0" name="contour_19638"/>
          <p:cNvSpPr/>
          <p:nvPr/>
        </p:nvSpPr>
        <p:spPr>
          <a:xfrm>
            <a:off x="10016787" y="308282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50"/>
                </a:lnTo>
                <a:lnTo>
                  <a:pt x="18373" y="17950"/>
                </a:lnTo>
                <a:lnTo>
                  <a:pt x="17280" y="21600"/>
                </a:lnTo>
                <a:lnTo>
                  <a:pt x="15116" y="19930"/>
                </a:lnTo>
                <a:lnTo>
                  <a:pt x="12951" y="18245"/>
                </a:lnTo>
                <a:lnTo>
                  <a:pt x="10796" y="16553"/>
                </a:lnTo>
                <a:lnTo>
                  <a:pt x="8640" y="14846"/>
                </a:lnTo>
                <a:lnTo>
                  <a:pt x="6229" y="12960"/>
                </a:lnTo>
                <a:lnTo>
                  <a:pt x="3780" y="11052"/>
                </a:lnTo>
                <a:lnTo>
                  <a:pt x="190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494A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1" name="contour_19639"/>
          <p:cNvSpPr/>
          <p:nvPr/>
        </p:nvSpPr>
        <p:spPr>
          <a:xfrm>
            <a:off x="8165637" y="306824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74F3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2" name="contour_19640"/>
          <p:cNvSpPr/>
          <p:nvPr/>
        </p:nvSpPr>
        <p:spPr>
          <a:xfrm>
            <a:off x="4448762" y="306824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071"/>
                </a:lnTo>
                <a:lnTo>
                  <a:pt x="14342" y="2143"/>
                </a:lnTo>
                <a:lnTo>
                  <a:pt x="17950" y="3227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4529" y="16070"/>
                </a:lnTo>
                <a:lnTo>
                  <a:pt x="2714" y="12243"/>
                </a:lnTo>
                <a:lnTo>
                  <a:pt x="1555" y="9634"/>
                </a:lnTo>
                <a:lnTo>
                  <a:pt x="850" y="7763"/>
                </a:lnTo>
                <a:lnTo>
                  <a:pt x="396" y="6152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6D62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3" name="contour_19641"/>
          <p:cNvSpPr/>
          <p:nvPr/>
        </p:nvSpPr>
        <p:spPr>
          <a:xfrm>
            <a:off x="10986090" y="306095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05C8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4" name="contour_19642"/>
          <p:cNvSpPr/>
          <p:nvPr/>
        </p:nvSpPr>
        <p:spPr>
          <a:xfrm>
            <a:off x="10592538" y="305366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525B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5" name="contour_19643"/>
          <p:cNvSpPr/>
          <p:nvPr/>
        </p:nvSpPr>
        <p:spPr>
          <a:xfrm>
            <a:off x="8610205" y="304638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5196" y="19089"/>
                </a:lnTo>
                <a:lnTo>
                  <a:pt x="14175" y="16535"/>
                </a:lnTo>
                <a:lnTo>
                  <a:pt x="11869" y="13084"/>
                </a:lnTo>
                <a:lnTo>
                  <a:pt x="9526" y="10546"/>
                </a:lnTo>
                <a:lnTo>
                  <a:pt x="6917" y="8618"/>
                </a:lnTo>
                <a:lnTo>
                  <a:pt x="3818" y="7004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9D8F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6" name="contour_19644"/>
          <p:cNvSpPr/>
          <p:nvPr/>
        </p:nvSpPr>
        <p:spPr>
          <a:xfrm>
            <a:off x="8223941" y="305366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B3F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7" name="contour_19645"/>
          <p:cNvSpPr/>
          <p:nvPr/>
        </p:nvSpPr>
        <p:spPr>
          <a:xfrm>
            <a:off x="5527384" y="305366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8127" y="18927"/>
                </a:lnTo>
                <a:lnTo>
                  <a:pt x="5443" y="16238"/>
                </a:lnTo>
                <a:lnTo>
                  <a:pt x="2738" y="13538"/>
                </a:lnTo>
                <a:lnTo>
                  <a:pt x="0" y="10800"/>
                </a:lnTo>
                <a:lnTo>
                  <a:pt x="3537" y="6799"/>
                </a:lnTo>
                <a:lnTo>
                  <a:pt x="6291" y="3937"/>
                </a:lnTo>
                <a:lnTo>
                  <a:pt x="8645" y="2014"/>
                </a:lnTo>
                <a:lnTo>
                  <a:pt x="10973" y="848"/>
                </a:lnTo>
                <a:lnTo>
                  <a:pt x="13657" y="254"/>
                </a:lnTo>
                <a:lnTo>
                  <a:pt x="17075" y="32"/>
                </a:lnTo>
                <a:lnTo>
                  <a:pt x="21600" y="0"/>
                </a:lnTo>
                <a:close/>
              </a:path>
            </a:pathLst>
          </a:custGeom>
          <a:solidFill>
            <a:srgbClr val="7B709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8" name="contour_19646"/>
          <p:cNvSpPr/>
          <p:nvPr/>
        </p:nvSpPr>
        <p:spPr>
          <a:xfrm>
            <a:off x="4958921" y="3039092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4152"/>
                </a:lnTo>
                <a:lnTo>
                  <a:pt x="18344" y="8318"/>
                </a:lnTo>
                <a:lnTo>
                  <a:pt x="19418" y="12499"/>
                </a:lnTo>
                <a:lnTo>
                  <a:pt x="20504" y="16714"/>
                </a:lnTo>
                <a:lnTo>
                  <a:pt x="21600" y="20971"/>
                </a:lnTo>
                <a:lnTo>
                  <a:pt x="17744" y="213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90"/>
                </a:lnTo>
                <a:lnTo>
                  <a:pt x="5400" y="20971"/>
                </a:lnTo>
                <a:lnTo>
                  <a:pt x="3224" y="16819"/>
                </a:lnTo>
                <a:lnTo>
                  <a:pt x="1939" y="13981"/>
                </a:lnTo>
                <a:lnTo>
                  <a:pt x="1031" y="11143"/>
                </a:lnTo>
                <a:lnTo>
                  <a:pt x="0" y="6990"/>
                </a:lnTo>
                <a:lnTo>
                  <a:pt x="3208" y="5606"/>
                </a:lnTo>
                <a:lnTo>
                  <a:pt x="6426" y="4215"/>
                </a:lnTo>
                <a:lnTo>
                  <a:pt x="9655" y="2824"/>
                </a:lnTo>
                <a:lnTo>
                  <a:pt x="12911" y="1419"/>
                </a:lnTo>
                <a:lnTo>
                  <a:pt x="16200" y="0"/>
                </a:lnTo>
                <a:close/>
              </a:path>
            </a:pathLst>
          </a:custGeom>
          <a:solidFill>
            <a:srgbClr val="3A3C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49" name="contour_19647"/>
          <p:cNvSpPr/>
          <p:nvPr/>
        </p:nvSpPr>
        <p:spPr>
          <a:xfrm>
            <a:off x="10497794" y="301722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9018" y="18927"/>
                </a:lnTo>
                <a:lnTo>
                  <a:pt x="7231" y="16249"/>
                </a:lnTo>
                <a:lnTo>
                  <a:pt x="5438" y="13559"/>
                </a:lnTo>
                <a:lnTo>
                  <a:pt x="3640" y="10859"/>
                </a:lnTo>
                <a:lnTo>
                  <a:pt x="1825" y="8143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5B63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0" name="contour_19648"/>
          <p:cNvSpPr/>
          <p:nvPr/>
        </p:nvSpPr>
        <p:spPr>
          <a:xfrm>
            <a:off x="8428005" y="302451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3DE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1" name="contour_19649"/>
          <p:cNvSpPr/>
          <p:nvPr/>
        </p:nvSpPr>
        <p:spPr>
          <a:xfrm>
            <a:off x="7895982" y="300994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EAD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2" name="contour_19650"/>
          <p:cNvSpPr/>
          <p:nvPr/>
        </p:nvSpPr>
        <p:spPr>
          <a:xfrm>
            <a:off x="10556098" y="300265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29" y="10764"/>
                </a:lnTo>
                <a:lnTo>
                  <a:pt x="19457" y="14350"/>
                </a:lnTo>
                <a:lnTo>
                  <a:pt x="18373" y="17950"/>
                </a:lnTo>
                <a:lnTo>
                  <a:pt x="17280" y="21600"/>
                </a:lnTo>
                <a:lnTo>
                  <a:pt x="14424" y="21600"/>
                </a:lnTo>
                <a:lnTo>
                  <a:pt x="11552" y="21600"/>
                </a:lnTo>
                <a:lnTo>
                  <a:pt x="8640" y="21600"/>
                </a:lnTo>
                <a:lnTo>
                  <a:pt x="8640" y="16841"/>
                </a:lnTo>
                <a:lnTo>
                  <a:pt x="8640" y="12053"/>
                </a:lnTo>
                <a:lnTo>
                  <a:pt x="8640" y="7200"/>
                </a:lnTo>
                <a:lnTo>
                  <a:pt x="6502" y="5414"/>
                </a:lnTo>
                <a:lnTo>
                  <a:pt x="4350" y="3629"/>
                </a:lnTo>
                <a:lnTo>
                  <a:pt x="2190" y="1822"/>
                </a:lnTo>
                <a:lnTo>
                  <a:pt x="0" y="0"/>
                </a:lnTo>
                <a:close/>
              </a:path>
            </a:pathLst>
          </a:custGeom>
          <a:solidFill>
            <a:srgbClr val="DCCE9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3" name="contour_19651"/>
          <p:cNvSpPr/>
          <p:nvPr/>
        </p:nvSpPr>
        <p:spPr>
          <a:xfrm>
            <a:off x="4230122" y="300994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6676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4" name="contour_19652"/>
          <p:cNvSpPr/>
          <p:nvPr/>
        </p:nvSpPr>
        <p:spPr>
          <a:xfrm>
            <a:off x="3792842" y="300265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0C9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5" name="contour_19653"/>
          <p:cNvSpPr/>
          <p:nvPr/>
        </p:nvSpPr>
        <p:spPr>
          <a:xfrm>
            <a:off x="1956268" y="298807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38" y="16162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E8E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6" name="contour_19654"/>
          <p:cNvSpPr/>
          <p:nvPr/>
        </p:nvSpPr>
        <p:spPr>
          <a:xfrm>
            <a:off x="9958483" y="297350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5BE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7" name="contour_19655"/>
          <p:cNvSpPr/>
          <p:nvPr/>
        </p:nvSpPr>
        <p:spPr>
          <a:xfrm>
            <a:off x="8368717" y="2973501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535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8" name="contour_19656"/>
          <p:cNvSpPr/>
          <p:nvPr/>
        </p:nvSpPr>
        <p:spPr>
          <a:xfrm>
            <a:off x="5199425" y="297350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8D3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59" name="contour_19657"/>
          <p:cNvSpPr/>
          <p:nvPr/>
        </p:nvSpPr>
        <p:spPr>
          <a:xfrm>
            <a:off x="2065588" y="29807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AEA9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0" name="contour_19658"/>
          <p:cNvSpPr/>
          <p:nvPr/>
        </p:nvSpPr>
        <p:spPr>
          <a:xfrm>
            <a:off x="7159894" y="296621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4018"/>
                </a:lnTo>
                <a:lnTo>
                  <a:pt x="18101" y="6869"/>
                </a:lnTo>
                <a:lnTo>
                  <a:pt x="19195" y="9331"/>
                </a:lnTo>
                <a:lnTo>
                  <a:pt x="20246" y="12182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3E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1" name="contour_19659"/>
          <p:cNvSpPr/>
          <p:nvPr/>
        </p:nvSpPr>
        <p:spPr>
          <a:xfrm>
            <a:off x="4375882" y="297350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43" y="16162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D3D9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2" name="contour_19660"/>
          <p:cNvSpPr/>
          <p:nvPr/>
        </p:nvSpPr>
        <p:spPr>
          <a:xfrm>
            <a:off x="8114621" y="295163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BA7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3" name="contour_19661"/>
          <p:cNvSpPr/>
          <p:nvPr/>
        </p:nvSpPr>
        <p:spPr>
          <a:xfrm>
            <a:off x="10388475" y="294434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4B57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4" name="contour_19662"/>
          <p:cNvSpPr/>
          <p:nvPr/>
        </p:nvSpPr>
        <p:spPr>
          <a:xfrm>
            <a:off x="10206275" y="295163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11" y="1156"/>
                </a:lnTo>
                <a:lnTo>
                  <a:pt x="5416" y="2327"/>
                </a:lnTo>
                <a:lnTo>
                  <a:pt x="8111" y="3521"/>
                </a:lnTo>
                <a:lnTo>
                  <a:pt x="10800" y="4725"/>
                </a:lnTo>
                <a:lnTo>
                  <a:pt x="13813" y="6043"/>
                </a:lnTo>
                <a:lnTo>
                  <a:pt x="16875" y="7382"/>
                </a:lnTo>
                <a:lnTo>
                  <a:pt x="19224" y="9077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7744" y="20747"/>
                </a:lnTo>
                <a:lnTo>
                  <a:pt x="14974" y="20039"/>
                </a:lnTo>
                <a:lnTo>
                  <a:pt x="12512" y="19219"/>
                </a:lnTo>
                <a:lnTo>
                  <a:pt x="9580" y="18025"/>
                </a:lnTo>
                <a:lnTo>
                  <a:pt x="5400" y="16200"/>
                </a:lnTo>
                <a:lnTo>
                  <a:pt x="3575" y="12020"/>
                </a:lnTo>
                <a:lnTo>
                  <a:pt x="2381" y="9088"/>
                </a:lnTo>
                <a:lnTo>
                  <a:pt x="1561" y="6626"/>
                </a:lnTo>
                <a:lnTo>
                  <a:pt x="853" y="3856"/>
                </a:lnTo>
                <a:lnTo>
                  <a:pt x="0" y="0"/>
                </a:lnTo>
                <a:close/>
              </a:path>
            </a:pathLst>
          </a:custGeom>
          <a:solidFill>
            <a:srgbClr val="555A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5" name="contour_19663"/>
          <p:cNvSpPr/>
          <p:nvPr/>
        </p:nvSpPr>
        <p:spPr>
          <a:xfrm>
            <a:off x="1679325" y="294434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B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6" name="contour_19664"/>
          <p:cNvSpPr/>
          <p:nvPr/>
        </p:nvSpPr>
        <p:spPr>
          <a:xfrm>
            <a:off x="5680432" y="294434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5" y="19930"/>
                </a:lnTo>
                <a:lnTo>
                  <a:pt x="16195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8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C6CC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7" name="contour_19665"/>
          <p:cNvSpPr/>
          <p:nvPr/>
        </p:nvSpPr>
        <p:spPr>
          <a:xfrm>
            <a:off x="4762145" y="29370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E81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8" name="contour_19666"/>
          <p:cNvSpPr/>
          <p:nvPr/>
        </p:nvSpPr>
        <p:spPr>
          <a:xfrm>
            <a:off x="1970844" y="29370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BAE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69" name="contour_19667"/>
          <p:cNvSpPr/>
          <p:nvPr/>
        </p:nvSpPr>
        <p:spPr>
          <a:xfrm>
            <a:off x="10293731" y="293706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462" y="3564"/>
                </a:lnTo>
                <a:lnTo>
                  <a:pt x="17319" y="7135"/>
                </a:lnTo>
                <a:lnTo>
                  <a:pt x="15168" y="10721"/>
                </a:lnTo>
                <a:lnTo>
                  <a:pt x="13008" y="14321"/>
                </a:lnTo>
                <a:lnTo>
                  <a:pt x="10835" y="17942"/>
                </a:lnTo>
                <a:lnTo>
                  <a:pt x="8640" y="21600"/>
                </a:lnTo>
                <a:lnTo>
                  <a:pt x="7214" y="18036"/>
                </a:lnTo>
                <a:lnTo>
                  <a:pt x="5784" y="14465"/>
                </a:lnTo>
                <a:lnTo>
                  <a:pt x="4350" y="10879"/>
                </a:lnTo>
                <a:lnTo>
                  <a:pt x="2912" y="7279"/>
                </a:lnTo>
                <a:lnTo>
                  <a:pt x="1460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6665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0" name="contour_19668"/>
          <p:cNvSpPr/>
          <p:nvPr/>
        </p:nvSpPr>
        <p:spPr>
          <a:xfrm>
            <a:off x="1876101" y="291519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37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1" name="contour_19669"/>
          <p:cNvSpPr/>
          <p:nvPr/>
        </p:nvSpPr>
        <p:spPr>
          <a:xfrm>
            <a:off x="10009499" y="290790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B0C1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2" name="contour_19670"/>
          <p:cNvSpPr/>
          <p:nvPr/>
        </p:nvSpPr>
        <p:spPr>
          <a:xfrm>
            <a:off x="2575748" y="290790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86C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3" name="contour_19671"/>
          <p:cNvSpPr/>
          <p:nvPr/>
        </p:nvSpPr>
        <p:spPr>
          <a:xfrm>
            <a:off x="4784009" y="288604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834" y="2955"/>
                </a:lnTo>
                <a:lnTo>
                  <a:pt x="18425" y="5106"/>
                </a:lnTo>
                <a:lnTo>
                  <a:pt x="19519" y="7076"/>
                </a:lnTo>
                <a:lnTo>
                  <a:pt x="20462" y="9487"/>
                </a:lnTo>
                <a:lnTo>
                  <a:pt x="21600" y="12960"/>
                </a:lnTo>
                <a:lnTo>
                  <a:pt x="17186" y="15137"/>
                </a:lnTo>
                <a:lnTo>
                  <a:pt x="13896" y="16701"/>
                </a:lnTo>
                <a:lnTo>
                  <a:pt x="11138" y="17889"/>
                </a:lnTo>
                <a:lnTo>
                  <a:pt x="8294" y="18943"/>
                </a:lnTo>
                <a:lnTo>
                  <a:pt x="4788" y="20097"/>
                </a:lnTo>
                <a:lnTo>
                  <a:pt x="0" y="21600"/>
                </a:lnTo>
                <a:lnTo>
                  <a:pt x="0" y="19034"/>
                </a:lnTo>
                <a:lnTo>
                  <a:pt x="0" y="16459"/>
                </a:lnTo>
                <a:lnTo>
                  <a:pt x="0" y="13876"/>
                </a:lnTo>
                <a:lnTo>
                  <a:pt x="0" y="11271"/>
                </a:lnTo>
                <a:lnTo>
                  <a:pt x="0" y="8640"/>
                </a:lnTo>
                <a:lnTo>
                  <a:pt x="4759" y="8640"/>
                </a:lnTo>
                <a:lnTo>
                  <a:pt x="9547" y="8640"/>
                </a:lnTo>
                <a:lnTo>
                  <a:pt x="14400" y="8640"/>
                </a:lnTo>
                <a:lnTo>
                  <a:pt x="14400" y="5784"/>
                </a:lnTo>
                <a:lnTo>
                  <a:pt x="14400" y="2912"/>
                </a:lnTo>
                <a:lnTo>
                  <a:pt x="14400" y="0"/>
                </a:lnTo>
                <a:close/>
              </a:path>
            </a:pathLst>
          </a:custGeom>
          <a:solidFill>
            <a:srgbClr val="977A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4" name="contour_19672"/>
          <p:cNvSpPr/>
          <p:nvPr/>
        </p:nvSpPr>
        <p:spPr>
          <a:xfrm>
            <a:off x="7232774" y="2886045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116" y="21600"/>
                </a:lnTo>
                <a:lnTo>
                  <a:pt x="11534" y="21600"/>
                </a:lnTo>
                <a:lnTo>
                  <a:pt x="6890" y="21600"/>
                </a:lnTo>
                <a:lnTo>
                  <a:pt x="4830" y="18052"/>
                </a:lnTo>
                <a:lnTo>
                  <a:pt x="3714" y="15250"/>
                </a:lnTo>
                <a:lnTo>
                  <a:pt x="2584" y="10800"/>
                </a:lnTo>
                <a:lnTo>
                  <a:pt x="1805" y="7787"/>
                </a:lnTo>
                <a:lnTo>
                  <a:pt x="1020" y="4725"/>
                </a:lnTo>
                <a:lnTo>
                  <a:pt x="510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DF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5" name="contour_19673"/>
          <p:cNvSpPr/>
          <p:nvPr/>
        </p:nvSpPr>
        <p:spPr>
          <a:xfrm>
            <a:off x="6912103" y="287875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9CD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6" name="contour_19674"/>
          <p:cNvSpPr/>
          <p:nvPr/>
        </p:nvSpPr>
        <p:spPr>
          <a:xfrm>
            <a:off x="8413429" y="2878757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116"/>
                </a:lnTo>
                <a:lnTo>
                  <a:pt x="0" y="11534"/>
                </a:lnTo>
                <a:lnTo>
                  <a:pt x="0" y="6890"/>
                </a:lnTo>
                <a:lnTo>
                  <a:pt x="3618" y="3913"/>
                </a:lnTo>
                <a:lnTo>
                  <a:pt x="6858" y="1950"/>
                </a:lnTo>
                <a:lnTo>
                  <a:pt x="10001" y="779"/>
                </a:lnTo>
                <a:lnTo>
                  <a:pt x="13322" y="207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D8E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7" name="contour_19675"/>
          <p:cNvSpPr/>
          <p:nvPr/>
        </p:nvSpPr>
        <p:spPr>
          <a:xfrm>
            <a:off x="6868375" y="287875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96999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8" name="contour_19676"/>
          <p:cNvSpPr/>
          <p:nvPr/>
        </p:nvSpPr>
        <p:spPr>
          <a:xfrm>
            <a:off x="7917845" y="286418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F6F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79" name="contour_19677"/>
          <p:cNvSpPr/>
          <p:nvPr/>
        </p:nvSpPr>
        <p:spPr>
          <a:xfrm>
            <a:off x="7268230" y="2856893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A7BC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0" name="contour_19678"/>
          <p:cNvSpPr/>
          <p:nvPr/>
        </p:nvSpPr>
        <p:spPr>
          <a:xfrm>
            <a:off x="5782464" y="286418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9EA7A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1" name="contour_19679"/>
          <p:cNvSpPr/>
          <p:nvPr/>
        </p:nvSpPr>
        <p:spPr>
          <a:xfrm>
            <a:off x="4018770" y="285689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038"/>
                </a:lnTo>
                <a:lnTo>
                  <a:pt x="9210" y="4075"/>
                </a:lnTo>
                <a:lnTo>
                  <a:pt x="11664" y="6120"/>
                </a:lnTo>
                <a:lnTo>
                  <a:pt x="14126" y="8172"/>
                </a:lnTo>
                <a:lnTo>
                  <a:pt x="16602" y="10238"/>
                </a:lnTo>
                <a:lnTo>
                  <a:pt x="19090" y="12312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6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8"/>
                </a:lnTo>
                <a:lnTo>
                  <a:pt x="2743" y="20686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39353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2" name="contour_19680"/>
          <p:cNvSpPr/>
          <p:nvPr/>
        </p:nvSpPr>
        <p:spPr>
          <a:xfrm>
            <a:off x="3967754" y="285689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933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3" name="contour_19681"/>
          <p:cNvSpPr/>
          <p:nvPr/>
        </p:nvSpPr>
        <p:spPr>
          <a:xfrm>
            <a:off x="1548141" y="283502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2829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4" name="contour_19682"/>
          <p:cNvSpPr/>
          <p:nvPr/>
        </p:nvSpPr>
        <p:spPr>
          <a:xfrm>
            <a:off x="7976149" y="281316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834" y="2955"/>
                </a:lnTo>
                <a:lnTo>
                  <a:pt x="18425" y="5106"/>
                </a:lnTo>
                <a:lnTo>
                  <a:pt x="19519" y="7076"/>
                </a:lnTo>
                <a:lnTo>
                  <a:pt x="20462" y="9487"/>
                </a:lnTo>
                <a:lnTo>
                  <a:pt x="21600" y="12960"/>
                </a:lnTo>
                <a:lnTo>
                  <a:pt x="17186" y="15137"/>
                </a:lnTo>
                <a:lnTo>
                  <a:pt x="13896" y="16701"/>
                </a:lnTo>
                <a:lnTo>
                  <a:pt x="11131" y="17889"/>
                </a:lnTo>
                <a:lnTo>
                  <a:pt x="8294" y="18943"/>
                </a:lnTo>
                <a:lnTo>
                  <a:pt x="4788" y="20097"/>
                </a:lnTo>
                <a:lnTo>
                  <a:pt x="0" y="21600"/>
                </a:lnTo>
                <a:lnTo>
                  <a:pt x="2095" y="16066"/>
                </a:lnTo>
                <a:lnTo>
                  <a:pt x="3766" y="11845"/>
                </a:lnTo>
                <a:lnTo>
                  <a:pt x="5191" y="8692"/>
                </a:lnTo>
                <a:lnTo>
                  <a:pt x="6523" y="6346"/>
                </a:lnTo>
                <a:lnTo>
                  <a:pt x="7949" y="4558"/>
                </a:lnTo>
                <a:lnTo>
                  <a:pt x="9619" y="3072"/>
                </a:lnTo>
                <a:lnTo>
                  <a:pt x="11714" y="1637"/>
                </a:lnTo>
                <a:lnTo>
                  <a:pt x="14400" y="0"/>
                </a:lnTo>
                <a:close/>
              </a:path>
            </a:pathLst>
          </a:custGeom>
          <a:solidFill>
            <a:srgbClr val="D3D0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5" name="contour_19683"/>
          <p:cNvSpPr/>
          <p:nvPr/>
        </p:nvSpPr>
        <p:spPr>
          <a:xfrm>
            <a:off x="7844966" y="2813165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087" y="360"/>
                </a:lnTo>
                <a:lnTo>
                  <a:pt x="2084" y="698"/>
                </a:lnTo>
                <a:lnTo>
                  <a:pt x="3175" y="1058"/>
                </a:lnTo>
                <a:lnTo>
                  <a:pt x="4536" y="1512"/>
                </a:lnTo>
                <a:lnTo>
                  <a:pt x="6343" y="2117"/>
                </a:lnTo>
                <a:lnTo>
                  <a:pt x="8777" y="2923"/>
                </a:lnTo>
                <a:lnTo>
                  <a:pt x="12010" y="4003"/>
                </a:lnTo>
                <a:lnTo>
                  <a:pt x="16225" y="5407"/>
                </a:lnTo>
                <a:lnTo>
                  <a:pt x="21600" y="7200"/>
                </a:lnTo>
                <a:lnTo>
                  <a:pt x="17683" y="11635"/>
                </a:lnTo>
                <a:lnTo>
                  <a:pt x="14807" y="14854"/>
                </a:lnTo>
                <a:lnTo>
                  <a:pt x="12715" y="17114"/>
                </a:lnTo>
                <a:lnTo>
                  <a:pt x="11164" y="18670"/>
                </a:lnTo>
                <a:lnTo>
                  <a:pt x="9893" y="19764"/>
                </a:lnTo>
                <a:lnTo>
                  <a:pt x="8658" y="20657"/>
                </a:lnTo>
                <a:lnTo>
                  <a:pt x="7200" y="21600"/>
                </a:lnTo>
                <a:lnTo>
                  <a:pt x="4792" y="20210"/>
                </a:lnTo>
                <a:lnTo>
                  <a:pt x="3240" y="18994"/>
                </a:lnTo>
                <a:lnTo>
                  <a:pt x="1868" y="17280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2D6D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6" name="contour_19684"/>
          <p:cNvSpPr/>
          <p:nvPr/>
        </p:nvSpPr>
        <p:spPr>
          <a:xfrm>
            <a:off x="1365941" y="282774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2A5A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7" name="contour_19685"/>
          <p:cNvSpPr/>
          <p:nvPr/>
        </p:nvSpPr>
        <p:spPr>
          <a:xfrm>
            <a:off x="4813161" y="281316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DEE2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8" name="contour_19686"/>
          <p:cNvSpPr/>
          <p:nvPr/>
        </p:nvSpPr>
        <p:spPr>
          <a:xfrm>
            <a:off x="5045721" y="2791301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1069"/>
                </a:lnTo>
                <a:lnTo>
                  <a:pt x="8948" y="2144"/>
                </a:lnTo>
                <a:lnTo>
                  <a:pt x="13128" y="3218"/>
                </a:lnTo>
                <a:lnTo>
                  <a:pt x="17343" y="4304"/>
                </a:lnTo>
                <a:lnTo>
                  <a:pt x="21600" y="5400"/>
                </a:lnTo>
                <a:lnTo>
                  <a:pt x="20216" y="8608"/>
                </a:lnTo>
                <a:lnTo>
                  <a:pt x="18825" y="11826"/>
                </a:lnTo>
                <a:lnTo>
                  <a:pt x="17434" y="15055"/>
                </a:lnTo>
                <a:lnTo>
                  <a:pt x="16029" y="18311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85898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89" name="contour_19687"/>
          <p:cNvSpPr/>
          <p:nvPr/>
        </p:nvSpPr>
        <p:spPr>
          <a:xfrm>
            <a:off x="4339442" y="278401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673" y="2138"/>
                </a:lnTo>
                <a:lnTo>
                  <a:pt x="5351" y="4281"/>
                </a:lnTo>
                <a:lnTo>
                  <a:pt x="8030" y="6424"/>
                </a:lnTo>
                <a:lnTo>
                  <a:pt x="10719" y="8575"/>
                </a:lnTo>
                <a:lnTo>
                  <a:pt x="13419" y="10735"/>
                </a:lnTo>
                <a:lnTo>
                  <a:pt x="16130" y="12904"/>
                </a:lnTo>
                <a:lnTo>
                  <a:pt x="18857" y="15085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8DDD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0" name="contour_19688"/>
          <p:cNvSpPr/>
          <p:nvPr/>
        </p:nvSpPr>
        <p:spPr>
          <a:xfrm>
            <a:off x="4703841" y="279130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5E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1" name="contour_19689"/>
          <p:cNvSpPr/>
          <p:nvPr/>
        </p:nvSpPr>
        <p:spPr>
          <a:xfrm>
            <a:off x="1985420" y="279130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8DB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2" name="contour_19690"/>
          <p:cNvSpPr/>
          <p:nvPr/>
        </p:nvSpPr>
        <p:spPr>
          <a:xfrm>
            <a:off x="2131180" y="278401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2673"/>
                </a:lnTo>
                <a:lnTo>
                  <a:pt x="10751" y="5351"/>
                </a:lnTo>
                <a:lnTo>
                  <a:pt x="13441" y="8041"/>
                </a:lnTo>
                <a:lnTo>
                  <a:pt x="16141" y="10741"/>
                </a:lnTo>
                <a:lnTo>
                  <a:pt x="18857" y="13457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1516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3" name="contour_19691"/>
          <p:cNvSpPr/>
          <p:nvPr/>
        </p:nvSpPr>
        <p:spPr>
          <a:xfrm>
            <a:off x="4106226" y="277672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3053"/>
                </a:lnTo>
                <a:lnTo>
                  <a:pt x="9210" y="6113"/>
                </a:lnTo>
                <a:lnTo>
                  <a:pt x="11664" y="9180"/>
                </a:lnTo>
                <a:lnTo>
                  <a:pt x="14126" y="12262"/>
                </a:lnTo>
                <a:lnTo>
                  <a:pt x="16602" y="15350"/>
                </a:lnTo>
                <a:lnTo>
                  <a:pt x="19090" y="1846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CFD3D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4" name="contour_19692"/>
          <p:cNvSpPr/>
          <p:nvPr/>
        </p:nvSpPr>
        <p:spPr>
          <a:xfrm>
            <a:off x="10672706" y="277672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2704" y="626"/>
                </a:lnTo>
                <a:lnTo>
                  <a:pt x="5404" y="1296"/>
                </a:lnTo>
                <a:lnTo>
                  <a:pt x="8104" y="1987"/>
                </a:lnTo>
                <a:lnTo>
                  <a:pt x="10800" y="2700"/>
                </a:lnTo>
                <a:lnTo>
                  <a:pt x="13815" y="3456"/>
                </a:lnTo>
                <a:lnTo>
                  <a:pt x="16874" y="4219"/>
                </a:lnTo>
                <a:lnTo>
                  <a:pt x="19220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6" y="19937"/>
                </a:lnTo>
                <a:lnTo>
                  <a:pt x="16196" y="18252"/>
                </a:lnTo>
                <a:lnTo>
                  <a:pt x="13496" y="16553"/>
                </a:lnTo>
                <a:lnTo>
                  <a:pt x="10800" y="14846"/>
                </a:lnTo>
                <a:lnTo>
                  <a:pt x="8791" y="13594"/>
                </a:lnTo>
                <a:lnTo>
                  <a:pt x="6774" y="12334"/>
                </a:lnTo>
                <a:lnTo>
                  <a:pt x="4726" y="11052"/>
                </a:lnTo>
                <a:lnTo>
                  <a:pt x="2380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9B9F9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5" name="contour_19693"/>
          <p:cNvSpPr/>
          <p:nvPr/>
        </p:nvSpPr>
        <p:spPr>
          <a:xfrm>
            <a:off x="7990725" y="276214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747" y="3856"/>
                </a:lnTo>
                <a:lnTo>
                  <a:pt x="20039" y="6626"/>
                </a:lnTo>
                <a:lnTo>
                  <a:pt x="19219" y="9088"/>
                </a:lnTo>
                <a:lnTo>
                  <a:pt x="18025" y="12020"/>
                </a:lnTo>
                <a:lnTo>
                  <a:pt x="16200" y="16200"/>
                </a:lnTo>
                <a:lnTo>
                  <a:pt x="12020" y="18025"/>
                </a:lnTo>
                <a:lnTo>
                  <a:pt x="9088" y="19219"/>
                </a:lnTo>
                <a:lnTo>
                  <a:pt x="6626" y="20039"/>
                </a:lnTo>
                <a:lnTo>
                  <a:pt x="3856" y="20747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C2C8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6" name="contour_19694"/>
          <p:cNvSpPr/>
          <p:nvPr/>
        </p:nvSpPr>
        <p:spPr>
          <a:xfrm>
            <a:off x="7946997" y="2753877"/>
            <a:ext cx="29152" cy="3013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705"/>
                </a:moveTo>
                <a:lnTo>
                  <a:pt x="3856" y="235"/>
                </a:lnTo>
                <a:lnTo>
                  <a:pt x="6626" y="0"/>
                </a:lnTo>
                <a:lnTo>
                  <a:pt x="9088" y="0"/>
                </a:lnTo>
                <a:lnTo>
                  <a:pt x="12020" y="235"/>
                </a:lnTo>
                <a:lnTo>
                  <a:pt x="16200" y="705"/>
                </a:lnTo>
                <a:lnTo>
                  <a:pt x="18025" y="4592"/>
                </a:lnTo>
                <a:lnTo>
                  <a:pt x="19219" y="7350"/>
                </a:lnTo>
                <a:lnTo>
                  <a:pt x="20039" y="9732"/>
                </a:lnTo>
                <a:lnTo>
                  <a:pt x="20747" y="12490"/>
                </a:lnTo>
                <a:lnTo>
                  <a:pt x="21600" y="16376"/>
                </a:lnTo>
                <a:lnTo>
                  <a:pt x="18392" y="17411"/>
                </a:lnTo>
                <a:lnTo>
                  <a:pt x="15174" y="18450"/>
                </a:lnTo>
                <a:lnTo>
                  <a:pt x="11945" y="19490"/>
                </a:lnTo>
                <a:lnTo>
                  <a:pt x="8689" y="20540"/>
                </a:lnTo>
                <a:lnTo>
                  <a:pt x="5400" y="21600"/>
                </a:lnTo>
                <a:lnTo>
                  <a:pt x="4509" y="18152"/>
                </a:lnTo>
                <a:lnTo>
                  <a:pt x="3618" y="14699"/>
                </a:lnTo>
                <a:lnTo>
                  <a:pt x="2722" y="11231"/>
                </a:lnTo>
                <a:lnTo>
                  <a:pt x="1820" y="7747"/>
                </a:lnTo>
                <a:lnTo>
                  <a:pt x="913" y="4242"/>
                </a:lnTo>
                <a:lnTo>
                  <a:pt x="0" y="705"/>
                </a:lnTo>
                <a:close/>
              </a:path>
            </a:pathLst>
          </a:custGeom>
          <a:solidFill>
            <a:srgbClr val="696C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7" name="contour_19695"/>
          <p:cNvSpPr/>
          <p:nvPr/>
        </p:nvSpPr>
        <p:spPr>
          <a:xfrm>
            <a:off x="7699206" y="2762149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8547" y="19155"/>
                </a:lnTo>
                <a:lnTo>
                  <a:pt x="15487" y="16710"/>
                </a:lnTo>
                <a:lnTo>
                  <a:pt x="12420" y="14256"/>
                </a:lnTo>
                <a:lnTo>
                  <a:pt x="9338" y="11794"/>
                </a:lnTo>
                <a:lnTo>
                  <a:pt x="6250" y="9318"/>
                </a:lnTo>
                <a:lnTo>
                  <a:pt x="3132" y="6830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D1D2E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8" name="contour_19696"/>
          <p:cNvSpPr/>
          <p:nvPr/>
        </p:nvSpPr>
        <p:spPr>
          <a:xfrm>
            <a:off x="2087452" y="276214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E4E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699" name="contour_19697"/>
          <p:cNvSpPr/>
          <p:nvPr/>
        </p:nvSpPr>
        <p:spPr>
          <a:xfrm>
            <a:off x="6773631" y="276214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9C5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0" name="contour_19698"/>
          <p:cNvSpPr/>
          <p:nvPr/>
        </p:nvSpPr>
        <p:spPr>
          <a:xfrm>
            <a:off x="1256621" y="27548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1C1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1" name="contour_19699"/>
          <p:cNvSpPr/>
          <p:nvPr/>
        </p:nvSpPr>
        <p:spPr>
          <a:xfrm>
            <a:off x="943238" y="274757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EB1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2" name="contour_19700"/>
          <p:cNvSpPr/>
          <p:nvPr/>
        </p:nvSpPr>
        <p:spPr>
          <a:xfrm>
            <a:off x="5607552" y="274028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947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3" name="contour_19701"/>
          <p:cNvSpPr/>
          <p:nvPr/>
        </p:nvSpPr>
        <p:spPr>
          <a:xfrm>
            <a:off x="4609097" y="274757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595D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4" name="contour_19702"/>
          <p:cNvSpPr/>
          <p:nvPr/>
        </p:nvSpPr>
        <p:spPr>
          <a:xfrm>
            <a:off x="4550137" y="2740285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1069"/>
                </a:lnTo>
                <a:lnTo>
                  <a:pt x="8948" y="2144"/>
                </a:lnTo>
                <a:lnTo>
                  <a:pt x="13128" y="3218"/>
                </a:lnTo>
                <a:lnTo>
                  <a:pt x="17343" y="4304"/>
                </a:lnTo>
                <a:lnTo>
                  <a:pt x="21600" y="5400"/>
                </a:lnTo>
                <a:lnTo>
                  <a:pt x="20216" y="8608"/>
                </a:lnTo>
                <a:lnTo>
                  <a:pt x="18825" y="11826"/>
                </a:lnTo>
                <a:lnTo>
                  <a:pt x="17434" y="15055"/>
                </a:lnTo>
                <a:lnTo>
                  <a:pt x="16029" y="18311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3C39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5" name="contour_19703"/>
          <p:cNvSpPr/>
          <p:nvPr/>
        </p:nvSpPr>
        <p:spPr>
          <a:xfrm>
            <a:off x="2327956" y="273299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1670" y="15116"/>
                </a:lnTo>
                <a:lnTo>
                  <a:pt x="3355" y="12951"/>
                </a:lnTo>
                <a:lnTo>
                  <a:pt x="5047" y="10796"/>
                </a:lnTo>
                <a:lnTo>
                  <a:pt x="6754" y="8640"/>
                </a:lnTo>
                <a:lnTo>
                  <a:pt x="8640" y="6229"/>
                </a:lnTo>
                <a:lnTo>
                  <a:pt x="10548" y="3780"/>
                </a:lnTo>
                <a:lnTo>
                  <a:pt x="12456" y="1905"/>
                </a:lnTo>
                <a:lnTo>
                  <a:pt x="14400" y="0"/>
                </a:lnTo>
                <a:close/>
              </a:path>
            </a:pathLst>
          </a:custGeom>
          <a:solidFill>
            <a:srgbClr val="4243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6" name="contour_19704"/>
          <p:cNvSpPr/>
          <p:nvPr/>
        </p:nvSpPr>
        <p:spPr>
          <a:xfrm>
            <a:off x="2262364" y="274757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50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1212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7" name="contour_19705"/>
          <p:cNvSpPr/>
          <p:nvPr/>
        </p:nvSpPr>
        <p:spPr>
          <a:xfrm>
            <a:off x="4339442" y="274757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DDE0D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8" name="contour_19706"/>
          <p:cNvSpPr/>
          <p:nvPr/>
        </p:nvSpPr>
        <p:spPr>
          <a:xfrm>
            <a:off x="5345184" y="273299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26"/>
                </a:lnTo>
                <a:lnTo>
                  <a:pt x="6860" y="1058"/>
                </a:lnTo>
                <a:lnTo>
                  <a:pt x="8618" y="1793"/>
                </a:lnTo>
                <a:lnTo>
                  <a:pt x="11340" y="2923"/>
                </a:lnTo>
                <a:lnTo>
                  <a:pt x="15509" y="4658"/>
                </a:lnTo>
                <a:lnTo>
                  <a:pt x="21600" y="7200"/>
                </a:lnTo>
                <a:lnTo>
                  <a:pt x="17660" y="11952"/>
                </a:lnTo>
                <a:lnTo>
                  <a:pt x="14580" y="15523"/>
                </a:lnTo>
                <a:lnTo>
                  <a:pt x="12109" y="18086"/>
                </a:lnTo>
                <a:lnTo>
                  <a:pt x="9988" y="19800"/>
                </a:lnTo>
                <a:lnTo>
                  <a:pt x="7975" y="20844"/>
                </a:lnTo>
                <a:lnTo>
                  <a:pt x="5806" y="21377"/>
                </a:lnTo>
                <a:lnTo>
                  <a:pt x="3231" y="21571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8789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09" name="contour_19707"/>
          <p:cNvSpPr/>
          <p:nvPr/>
        </p:nvSpPr>
        <p:spPr>
          <a:xfrm>
            <a:off x="8223941" y="273299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4018"/>
                </a:lnTo>
                <a:lnTo>
                  <a:pt x="18976" y="6869"/>
                </a:lnTo>
                <a:lnTo>
                  <a:pt x="19796" y="9331"/>
                </a:lnTo>
                <a:lnTo>
                  <a:pt x="20585" y="12182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D6E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0" name="contour_19708"/>
          <p:cNvSpPr/>
          <p:nvPr/>
        </p:nvSpPr>
        <p:spPr>
          <a:xfrm>
            <a:off x="7407686" y="272570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4BA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1" name="contour_19709"/>
          <p:cNvSpPr/>
          <p:nvPr/>
        </p:nvSpPr>
        <p:spPr>
          <a:xfrm>
            <a:off x="4368594" y="272570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1E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2" name="contour_19710"/>
          <p:cNvSpPr/>
          <p:nvPr/>
        </p:nvSpPr>
        <p:spPr>
          <a:xfrm>
            <a:off x="2058300" y="271842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E0D0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3" name="contour_19711"/>
          <p:cNvSpPr/>
          <p:nvPr/>
        </p:nvSpPr>
        <p:spPr>
          <a:xfrm>
            <a:off x="10789314" y="271842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26"/>
                </a:lnTo>
                <a:lnTo>
                  <a:pt x="6860" y="1058"/>
                </a:lnTo>
                <a:lnTo>
                  <a:pt x="8618" y="1793"/>
                </a:lnTo>
                <a:lnTo>
                  <a:pt x="11340" y="2923"/>
                </a:lnTo>
                <a:lnTo>
                  <a:pt x="15509" y="4658"/>
                </a:lnTo>
                <a:lnTo>
                  <a:pt x="21600" y="7200"/>
                </a:lnTo>
                <a:lnTo>
                  <a:pt x="18926" y="8986"/>
                </a:lnTo>
                <a:lnTo>
                  <a:pt x="16252" y="10764"/>
                </a:lnTo>
                <a:lnTo>
                  <a:pt x="13569" y="12557"/>
                </a:lnTo>
                <a:lnTo>
                  <a:pt x="10882" y="14350"/>
                </a:lnTo>
                <a:lnTo>
                  <a:pt x="8182" y="16142"/>
                </a:lnTo>
                <a:lnTo>
                  <a:pt x="5469" y="17950"/>
                </a:lnTo>
                <a:lnTo>
                  <a:pt x="2743" y="19771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CED1D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4" name="contour_19712"/>
          <p:cNvSpPr/>
          <p:nvPr/>
        </p:nvSpPr>
        <p:spPr>
          <a:xfrm>
            <a:off x="2211348" y="270384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8127" y="20261"/>
                </a:lnTo>
                <a:lnTo>
                  <a:pt x="5438" y="18922"/>
                </a:lnTo>
                <a:lnTo>
                  <a:pt x="2738" y="17566"/>
                </a:lnTo>
                <a:lnTo>
                  <a:pt x="0" y="16200"/>
                </a:lnTo>
                <a:lnTo>
                  <a:pt x="2020" y="12749"/>
                </a:lnTo>
                <a:lnTo>
                  <a:pt x="3548" y="10201"/>
                </a:lnTo>
                <a:lnTo>
                  <a:pt x="4892" y="8100"/>
                </a:lnTo>
                <a:lnTo>
                  <a:pt x="6350" y="5999"/>
                </a:lnTo>
                <a:lnTo>
                  <a:pt x="8219" y="3451"/>
                </a:lnTo>
                <a:lnTo>
                  <a:pt x="10800" y="0"/>
                </a:lnTo>
                <a:close/>
              </a:path>
            </a:pathLst>
          </a:custGeom>
          <a:solidFill>
            <a:srgbClr val="6A5A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5" name="contour_19713"/>
          <p:cNvSpPr/>
          <p:nvPr/>
        </p:nvSpPr>
        <p:spPr>
          <a:xfrm>
            <a:off x="1861525" y="271842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294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6" name="contour_19714"/>
          <p:cNvSpPr/>
          <p:nvPr/>
        </p:nvSpPr>
        <p:spPr>
          <a:xfrm>
            <a:off x="8449869" y="270384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5B7E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7" name="contour_19715"/>
          <p:cNvSpPr/>
          <p:nvPr/>
        </p:nvSpPr>
        <p:spPr>
          <a:xfrm>
            <a:off x="5344529" y="2703845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1069"/>
                </a:lnTo>
                <a:lnTo>
                  <a:pt x="8948" y="2144"/>
                </a:lnTo>
                <a:lnTo>
                  <a:pt x="13128" y="3218"/>
                </a:lnTo>
                <a:lnTo>
                  <a:pt x="17343" y="4304"/>
                </a:lnTo>
                <a:lnTo>
                  <a:pt x="21600" y="5400"/>
                </a:lnTo>
                <a:lnTo>
                  <a:pt x="20216" y="8608"/>
                </a:lnTo>
                <a:lnTo>
                  <a:pt x="18825" y="11826"/>
                </a:lnTo>
                <a:lnTo>
                  <a:pt x="17434" y="15055"/>
                </a:lnTo>
                <a:lnTo>
                  <a:pt x="16029" y="18311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3B3C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8" name="contour_19716"/>
          <p:cNvSpPr/>
          <p:nvPr/>
        </p:nvSpPr>
        <p:spPr>
          <a:xfrm>
            <a:off x="3661658" y="269655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F756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19" name="contour_19717"/>
          <p:cNvSpPr/>
          <p:nvPr/>
        </p:nvSpPr>
        <p:spPr>
          <a:xfrm>
            <a:off x="2153044" y="2703845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549"/>
                </a:lnTo>
                <a:lnTo>
                  <a:pt x="2684" y="1076"/>
                </a:lnTo>
                <a:lnTo>
                  <a:pt x="4320" y="1728"/>
                </a:lnTo>
                <a:lnTo>
                  <a:pt x="6647" y="2661"/>
                </a:lnTo>
                <a:lnTo>
                  <a:pt x="10055" y="4022"/>
                </a:lnTo>
                <a:lnTo>
                  <a:pt x="14909" y="5966"/>
                </a:lnTo>
                <a:lnTo>
                  <a:pt x="21600" y="8640"/>
                </a:lnTo>
                <a:lnTo>
                  <a:pt x="18031" y="8640"/>
                </a:lnTo>
                <a:lnTo>
                  <a:pt x="14440" y="8640"/>
                </a:lnTo>
                <a:lnTo>
                  <a:pt x="10800" y="8640"/>
                </a:lnTo>
                <a:lnTo>
                  <a:pt x="9137" y="11854"/>
                </a:lnTo>
                <a:lnTo>
                  <a:pt x="8024" y="14135"/>
                </a:lnTo>
                <a:lnTo>
                  <a:pt x="7204" y="16105"/>
                </a:lnTo>
                <a:lnTo>
                  <a:pt x="6415" y="18386"/>
                </a:lnTo>
                <a:lnTo>
                  <a:pt x="5400" y="21600"/>
                </a:lnTo>
                <a:lnTo>
                  <a:pt x="4730" y="18926"/>
                </a:lnTo>
                <a:lnTo>
                  <a:pt x="4061" y="16252"/>
                </a:lnTo>
                <a:lnTo>
                  <a:pt x="3391" y="13569"/>
                </a:lnTo>
                <a:lnTo>
                  <a:pt x="2722" y="10882"/>
                </a:lnTo>
                <a:lnTo>
                  <a:pt x="2047" y="8182"/>
                </a:lnTo>
                <a:lnTo>
                  <a:pt x="1366" y="5469"/>
                </a:lnTo>
                <a:lnTo>
                  <a:pt x="686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7C7B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0" name="contour_19718"/>
          <p:cNvSpPr/>
          <p:nvPr/>
        </p:nvSpPr>
        <p:spPr>
          <a:xfrm>
            <a:off x="10862194" y="269655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2113" y="1354"/>
                </a:lnTo>
                <a:lnTo>
                  <a:pt x="14524" y="2405"/>
                </a:lnTo>
                <a:lnTo>
                  <a:pt x="16494" y="3499"/>
                </a:lnTo>
                <a:lnTo>
                  <a:pt x="18645" y="4982"/>
                </a:lnTo>
                <a:lnTo>
                  <a:pt x="21600" y="7200"/>
                </a:lnTo>
                <a:lnTo>
                  <a:pt x="19492" y="11729"/>
                </a:lnTo>
                <a:lnTo>
                  <a:pt x="17889" y="14731"/>
                </a:lnTo>
                <a:lnTo>
                  <a:pt x="15980" y="17575"/>
                </a:lnTo>
                <a:lnTo>
                  <a:pt x="12960" y="21600"/>
                </a:lnTo>
                <a:lnTo>
                  <a:pt x="9487" y="20246"/>
                </a:lnTo>
                <a:lnTo>
                  <a:pt x="7076" y="19195"/>
                </a:lnTo>
                <a:lnTo>
                  <a:pt x="5106" y="18101"/>
                </a:lnTo>
                <a:lnTo>
                  <a:pt x="2955" y="16618"/>
                </a:lnTo>
                <a:lnTo>
                  <a:pt x="0" y="14400"/>
                </a:lnTo>
                <a:lnTo>
                  <a:pt x="2108" y="9871"/>
                </a:lnTo>
                <a:lnTo>
                  <a:pt x="3711" y="6869"/>
                </a:lnTo>
                <a:lnTo>
                  <a:pt x="5620" y="4025"/>
                </a:lnTo>
                <a:lnTo>
                  <a:pt x="8640" y="0"/>
                </a:lnTo>
                <a:close/>
              </a:path>
            </a:pathLst>
          </a:custGeom>
          <a:solidFill>
            <a:srgbClr val="6767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1" name="contour_19719"/>
          <p:cNvSpPr/>
          <p:nvPr/>
        </p:nvSpPr>
        <p:spPr>
          <a:xfrm>
            <a:off x="8114621" y="269655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747" y="3856"/>
                </a:lnTo>
                <a:lnTo>
                  <a:pt x="20039" y="6626"/>
                </a:lnTo>
                <a:lnTo>
                  <a:pt x="19219" y="9088"/>
                </a:lnTo>
                <a:lnTo>
                  <a:pt x="18025" y="12020"/>
                </a:lnTo>
                <a:lnTo>
                  <a:pt x="16200" y="16200"/>
                </a:lnTo>
                <a:lnTo>
                  <a:pt x="12020" y="18025"/>
                </a:lnTo>
                <a:lnTo>
                  <a:pt x="9088" y="19219"/>
                </a:lnTo>
                <a:lnTo>
                  <a:pt x="6626" y="20039"/>
                </a:lnTo>
                <a:lnTo>
                  <a:pt x="3856" y="20747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CCD1C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2" name="contour_19720"/>
          <p:cNvSpPr/>
          <p:nvPr/>
        </p:nvSpPr>
        <p:spPr>
          <a:xfrm>
            <a:off x="5046377" y="269655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2525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3" name="contour_19721"/>
          <p:cNvSpPr/>
          <p:nvPr/>
        </p:nvSpPr>
        <p:spPr>
          <a:xfrm>
            <a:off x="1693901" y="269655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8B9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4" name="contour_19722"/>
          <p:cNvSpPr/>
          <p:nvPr/>
        </p:nvSpPr>
        <p:spPr>
          <a:xfrm>
            <a:off x="673582" y="268926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6C9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5" name="contour_19723"/>
          <p:cNvSpPr/>
          <p:nvPr/>
        </p:nvSpPr>
        <p:spPr>
          <a:xfrm>
            <a:off x="6868375" y="267469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7971" y="0"/>
                </a:lnTo>
                <a:lnTo>
                  <a:pt x="21600" y="0"/>
                </a:lnTo>
                <a:lnTo>
                  <a:pt x="21600" y="3054"/>
                </a:lnTo>
                <a:lnTo>
                  <a:pt x="21600" y="6113"/>
                </a:lnTo>
                <a:lnTo>
                  <a:pt x="21600" y="9180"/>
                </a:lnTo>
                <a:lnTo>
                  <a:pt x="21600" y="12260"/>
                </a:lnTo>
                <a:lnTo>
                  <a:pt x="21600" y="15353"/>
                </a:lnTo>
                <a:lnTo>
                  <a:pt x="21600" y="18464"/>
                </a:lnTo>
                <a:lnTo>
                  <a:pt x="21600" y="21600"/>
                </a:lnTo>
                <a:lnTo>
                  <a:pt x="17323" y="20745"/>
                </a:lnTo>
                <a:lnTo>
                  <a:pt x="13032" y="19885"/>
                </a:lnTo>
                <a:lnTo>
                  <a:pt x="8726" y="19025"/>
                </a:lnTo>
                <a:lnTo>
                  <a:pt x="4385" y="18157"/>
                </a:lnTo>
                <a:lnTo>
                  <a:pt x="0" y="17280"/>
                </a:lnTo>
                <a:lnTo>
                  <a:pt x="1670" y="15116"/>
                </a:lnTo>
                <a:lnTo>
                  <a:pt x="3355" y="12951"/>
                </a:lnTo>
                <a:lnTo>
                  <a:pt x="5047" y="10796"/>
                </a:lnTo>
                <a:lnTo>
                  <a:pt x="6754" y="8640"/>
                </a:lnTo>
                <a:lnTo>
                  <a:pt x="8640" y="6229"/>
                </a:lnTo>
                <a:lnTo>
                  <a:pt x="10548" y="3780"/>
                </a:lnTo>
                <a:lnTo>
                  <a:pt x="12456" y="1905"/>
                </a:lnTo>
                <a:lnTo>
                  <a:pt x="14400" y="0"/>
                </a:lnTo>
                <a:close/>
              </a:path>
            </a:pathLst>
          </a:custGeom>
          <a:solidFill>
            <a:srgbClr val="6161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6" name="contour_19724"/>
          <p:cNvSpPr/>
          <p:nvPr/>
        </p:nvSpPr>
        <p:spPr>
          <a:xfrm>
            <a:off x="11073546" y="267469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921" y="1242"/>
                </a:lnTo>
                <a:lnTo>
                  <a:pt x="9439" y="2630"/>
                </a:lnTo>
                <a:lnTo>
                  <a:pt x="11902" y="4142"/>
                </a:lnTo>
                <a:lnTo>
                  <a:pt x="14329" y="5740"/>
                </a:lnTo>
                <a:lnTo>
                  <a:pt x="16740" y="7409"/>
                </a:lnTo>
                <a:lnTo>
                  <a:pt x="19155" y="9104"/>
                </a:lnTo>
                <a:lnTo>
                  <a:pt x="21600" y="10800"/>
                </a:lnTo>
                <a:lnTo>
                  <a:pt x="20503" y="11486"/>
                </a:lnTo>
                <a:lnTo>
                  <a:pt x="19453" y="12145"/>
                </a:lnTo>
                <a:lnTo>
                  <a:pt x="18144" y="12960"/>
                </a:lnTo>
                <a:lnTo>
                  <a:pt x="16282" y="14126"/>
                </a:lnTo>
                <a:lnTo>
                  <a:pt x="13556" y="15827"/>
                </a:lnTo>
                <a:lnTo>
                  <a:pt x="9672" y="18257"/>
                </a:lnTo>
                <a:lnTo>
                  <a:pt x="4320" y="21600"/>
                </a:lnTo>
                <a:lnTo>
                  <a:pt x="3119" y="17744"/>
                </a:lnTo>
                <a:lnTo>
                  <a:pt x="2294" y="14974"/>
                </a:lnTo>
                <a:lnTo>
                  <a:pt x="1637" y="12512"/>
                </a:lnTo>
                <a:lnTo>
                  <a:pt x="942" y="9580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7677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7" name="contour_19725"/>
          <p:cNvSpPr/>
          <p:nvPr/>
        </p:nvSpPr>
        <p:spPr>
          <a:xfrm>
            <a:off x="4587233" y="266740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6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7403" y="18776"/>
                </a:lnTo>
                <a:lnTo>
                  <a:pt x="5146" y="16708"/>
                </a:lnTo>
                <a:lnTo>
                  <a:pt x="3019" y="14386"/>
                </a:lnTo>
                <a:lnTo>
                  <a:pt x="0" y="10800"/>
                </a:lnTo>
                <a:lnTo>
                  <a:pt x="1226" y="7214"/>
                </a:lnTo>
                <a:lnTo>
                  <a:pt x="2192" y="4892"/>
                </a:lnTo>
                <a:lnTo>
                  <a:pt x="3418" y="2824"/>
                </a:lnTo>
                <a:lnTo>
                  <a:pt x="5400" y="0"/>
                </a:lnTo>
                <a:close/>
              </a:path>
            </a:pathLst>
          </a:custGeom>
          <a:solidFill>
            <a:srgbClr val="2521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8" name="contour_19726"/>
          <p:cNvSpPr/>
          <p:nvPr/>
        </p:nvSpPr>
        <p:spPr>
          <a:xfrm>
            <a:off x="4106226" y="268198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73"/>
                </a:lnTo>
                <a:lnTo>
                  <a:pt x="14369" y="5351"/>
                </a:lnTo>
                <a:lnTo>
                  <a:pt x="16157" y="8041"/>
                </a:lnTo>
                <a:lnTo>
                  <a:pt x="17960" y="10741"/>
                </a:lnTo>
                <a:lnTo>
                  <a:pt x="19775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D7DDE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29" name="contour_19727"/>
          <p:cNvSpPr/>
          <p:nvPr/>
        </p:nvSpPr>
        <p:spPr>
          <a:xfrm>
            <a:off x="3676234" y="267469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4759" y="10800"/>
                </a:lnTo>
                <a:lnTo>
                  <a:pt x="9547" y="10800"/>
                </a:lnTo>
                <a:lnTo>
                  <a:pt x="14400" y="10800"/>
                </a:lnTo>
                <a:lnTo>
                  <a:pt x="14400" y="7231"/>
                </a:lnTo>
                <a:lnTo>
                  <a:pt x="14400" y="3640"/>
                </a:lnTo>
                <a:lnTo>
                  <a:pt x="14400" y="0"/>
                </a:lnTo>
                <a:close/>
              </a:path>
            </a:pathLst>
          </a:custGeom>
          <a:solidFill>
            <a:srgbClr val="A7AD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0" name="contour_19728"/>
          <p:cNvSpPr/>
          <p:nvPr/>
        </p:nvSpPr>
        <p:spPr>
          <a:xfrm>
            <a:off x="2145756" y="266740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1818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1" name="contour_19729"/>
          <p:cNvSpPr/>
          <p:nvPr/>
        </p:nvSpPr>
        <p:spPr>
          <a:xfrm>
            <a:off x="5060953" y="264554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6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8359" y="18290"/>
                </a:lnTo>
                <a:lnTo>
                  <a:pt x="6577" y="15822"/>
                </a:lnTo>
                <a:lnTo>
                  <a:pt x="5146" y="13748"/>
                </a:lnTo>
                <a:lnTo>
                  <a:pt x="3775" y="11621"/>
                </a:lnTo>
                <a:lnTo>
                  <a:pt x="2160" y="8991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8889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2" name="contour_19730"/>
          <p:cNvSpPr/>
          <p:nvPr/>
        </p:nvSpPr>
        <p:spPr>
          <a:xfrm>
            <a:off x="6933967" y="263096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ABA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3" name="contour_19731"/>
          <p:cNvSpPr/>
          <p:nvPr/>
        </p:nvSpPr>
        <p:spPr>
          <a:xfrm>
            <a:off x="4652825" y="263096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A2A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4" name="contour_19732"/>
          <p:cNvSpPr/>
          <p:nvPr/>
        </p:nvSpPr>
        <p:spPr>
          <a:xfrm>
            <a:off x="4193682" y="263096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73"/>
                </a:lnTo>
                <a:lnTo>
                  <a:pt x="14369" y="5351"/>
                </a:lnTo>
                <a:lnTo>
                  <a:pt x="16157" y="8041"/>
                </a:lnTo>
                <a:lnTo>
                  <a:pt x="17960" y="10741"/>
                </a:lnTo>
                <a:lnTo>
                  <a:pt x="19775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0" y="18031"/>
                </a:lnTo>
                <a:lnTo>
                  <a:pt x="0" y="14440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8476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5" name="contour_19733"/>
          <p:cNvSpPr/>
          <p:nvPr/>
        </p:nvSpPr>
        <p:spPr>
          <a:xfrm>
            <a:off x="9980347" y="263096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38" y="16162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7973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6" name="contour_19734"/>
          <p:cNvSpPr/>
          <p:nvPr/>
        </p:nvSpPr>
        <p:spPr>
          <a:xfrm>
            <a:off x="2153044" y="263825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75C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7" name="contour_19735"/>
          <p:cNvSpPr/>
          <p:nvPr/>
        </p:nvSpPr>
        <p:spPr>
          <a:xfrm>
            <a:off x="2123892" y="2616389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116" y="21600"/>
                </a:lnTo>
                <a:lnTo>
                  <a:pt x="11534" y="21600"/>
                </a:lnTo>
                <a:lnTo>
                  <a:pt x="6890" y="21600"/>
                </a:lnTo>
                <a:lnTo>
                  <a:pt x="4830" y="18052"/>
                </a:lnTo>
                <a:lnTo>
                  <a:pt x="3714" y="15250"/>
                </a:lnTo>
                <a:lnTo>
                  <a:pt x="2584" y="10800"/>
                </a:lnTo>
                <a:lnTo>
                  <a:pt x="1805" y="7787"/>
                </a:lnTo>
                <a:lnTo>
                  <a:pt x="1020" y="4725"/>
                </a:lnTo>
                <a:lnTo>
                  <a:pt x="510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090A0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8" name="contour_19736"/>
          <p:cNvSpPr/>
          <p:nvPr/>
        </p:nvSpPr>
        <p:spPr>
          <a:xfrm>
            <a:off x="8078181" y="261638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511"/>
                </a:lnTo>
                <a:lnTo>
                  <a:pt x="7425" y="5065"/>
                </a:lnTo>
                <a:lnTo>
                  <a:pt x="9731" y="8516"/>
                </a:lnTo>
                <a:lnTo>
                  <a:pt x="12074" y="11054"/>
                </a:lnTo>
                <a:lnTo>
                  <a:pt x="14683" y="12982"/>
                </a:lnTo>
                <a:lnTo>
                  <a:pt x="17782" y="14596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D9D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39" name="contour_19737"/>
          <p:cNvSpPr/>
          <p:nvPr/>
        </p:nvSpPr>
        <p:spPr>
          <a:xfrm>
            <a:off x="4754857" y="261638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9"/>
                </a:lnTo>
                <a:lnTo>
                  <a:pt x="16157" y="2678"/>
                </a:lnTo>
                <a:lnTo>
                  <a:pt x="18862" y="4034"/>
                </a:lnTo>
                <a:lnTo>
                  <a:pt x="21600" y="5400"/>
                </a:lnTo>
                <a:lnTo>
                  <a:pt x="19580" y="8851"/>
                </a:lnTo>
                <a:lnTo>
                  <a:pt x="18052" y="11399"/>
                </a:lnTo>
                <a:lnTo>
                  <a:pt x="16708" y="13500"/>
                </a:lnTo>
                <a:lnTo>
                  <a:pt x="15250" y="15601"/>
                </a:lnTo>
                <a:lnTo>
                  <a:pt x="13381" y="18149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8180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0" name="contour_19738"/>
          <p:cNvSpPr/>
          <p:nvPr/>
        </p:nvSpPr>
        <p:spPr>
          <a:xfrm>
            <a:off x="4259274" y="260181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66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1" name="contour_19739"/>
          <p:cNvSpPr/>
          <p:nvPr/>
        </p:nvSpPr>
        <p:spPr>
          <a:xfrm>
            <a:off x="9929331" y="260181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3564"/>
                </a:lnTo>
                <a:lnTo>
                  <a:pt x="21600" y="7133"/>
                </a:lnTo>
                <a:lnTo>
                  <a:pt x="21600" y="10719"/>
                </a:lnTo>
                <a:lnTo>
                  <a:pt x="21600" y="14321"/>
                </a:lnTo>
                <a:lnTo>
                  <a:pt x="21600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DEE9F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2" name="contour_19740"/>
          <p:cNvSpPr/>
          <p:nvPr/>
        </p:nvSpPr>
        <p:spPr>
          <a:xfrm>
            <a:off x="1118762" y="2594525"/>
            <a:ext cx="21252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85" y="0"/>
                </a:moveTo>
                <a:lnTo>
                  <a:pt x="10326" y="2020"/>
                </a:lnTo>
                <a:lnTo>
                  <a:pt x="12889" y="3550"/>
                </a:lnTo>
                <a:lnTo>
                  <a:pt x="14889" y="4892"/>
                </a:lnTo>
                <a:lnTo>
                  <a:pt x="16733" y="6350"/>
                </a:lnTo>
                <a:lnTo>
                  <a:pt x="18830" y="8219"/>
                </a:lnTo>
                <a:lnTo>
                  <a:pt x="21600" y="10800"/>
                </a:lnTo>
                <a:lnTo>
                  <a:pt x="18830" y="13381"/>
                </a:lnTo>
                <a:lnTo>
                  <a:pt x="16733" y="15250"/>
                </a:lnTo>
                <a:lnTo>
                  <a:pt x="14889" y="16708"/>
                </a:lnTo>
                <a:lnTo>
                  <a:pt x="12889" y="18050"/>
                </a:lnTo>
                <a:lnTo>
                  <a:pt x="10326" y="19580"/>
                </a:lnTo>
                <a:lnTo>
                  <a:pt x="6785" y="21600"/>
                </a:lnTo>
                <a:lnTo>
                  <a:pt x="4081" y="17201"/>
                </a:lnTo>
                <a:lnTo>
                  <a:pt x="2104" y="13828"/>
                </a:lnTo>
                <a:lnTo>
                  <a:pt x="793" y="11257"/>
                </a:lnTo>
                <a:lnTo>
                  <a:pt x="111" y="9270"/>
                </a:lnTo>
                <a:lnTo>
                  <a:pt x="0" y="7639"/>
                </a:lnTo>
                <a:lnTo>
                  <a:pt x="415" y="6149"/>
                </a:lnTo>
                <a:lnTo>
                  <a:pt x="1304" y="4576"/>
                </a:lnTo>
                <a:lnTo>
                  <a:pt x="2622" y="2700"/>
                </a:lnTo>
                <a:lnTo>
                  <a:pt x="4689" y="1361"/>
                </a:lnTo>
                <a:lnTo>
                  <a:pt x="6785" y="0"/>
                </a:lnTo>
                <a:close/>
              </a:path>
            </a:pathLst>
          </a:custGeom>
          <a:solidFill>
            <a:srgbClr val="1312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3" name="contour_19741"/>
          <p:cNvSpPr/>
          <p:nvPr/>
        </p:nvSpPr>
        <p:spPr>
          <a:xfrm>
            <a:off x="819342" y="260181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423F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4" name="contour_19742"/>
          <p:cNvSpPr/>
          <p:nvPr/>
        </p:nvSpPr>
        <p:spPr>
          <a:xfrm>
            <a:off x="11365065" y="260181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85" y="5357"/>
                </a:lnTo>
                <a:lnTo>
                  <a:pt x="19796" y="9158"/>
                </a:lnTo>
                <a:lnTo>
                  <a:pt x="18976" y="12442"/>
                </a:lnTo>
                <a:lnTo>
                  <a:pt x="17863" y="1624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DDE4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5" name="contour_19743"/>
          <p:cNvSpPr/>
          <p:nvPr/>
        </p:nvSpPr>
        <p:spPr>
          <a:xfrm>
            <a:off x="8078181" y="25945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1528"/>
                </a:lnTo>
                <a:lnTo>
                  <a:pt x="9210" y="3056"/>
                </a:lnTo>
                <a:lnTo>
                  <a:pt x="11664" y="4590"/>
                </a:lnTo>
                <a:lnTo>
                  <a:pt x="14126" y="6129"/>
                </a:lnTo>
                <a:lnTo>
                  <a:pt x="16602" y="7679"/>
                </a:lnTo>
                <a:lnTo>
                  <a:pt x="19090" y="9234"/>
                </a:lnTo>
                <a:lnTo>
                  <a:pt x="21600" y="10800"/>
                </a:lnTo>
                <a:lnTo>
                  <a:pt x="18926" y="12139"/>
                </a:lnTo>
                <a:lnTo>
                  <a:pt x="16252" y="13473"/>
                </a:lnTo>
                <a:lnTo>
                  <a:pt x="13569" y="14818"/>
                </a:lnTo>
                <a:lnTo>
                  <a:pt x="10882" y="16162"/>
                </a:lnTo>
                <a:lnTo>
                  <a:pt x="8182" y="17507"/>
                </a:lnTo>
                <a:lnTo>
                  <a:pt x="5469" y="18862"/>
                </a:lnTo>
                <a:lnTo>
                  <a:pt x="2743" y="20228"/>
                </a:lnTo>
                <a:lnTo>
                  <a:pt x="0" y="21600"/>
                </a:lnTo>
                <a:lnTo>
                  <a:pt x="713" y="18036"/>
                </a:lnTo>
                <a:lnTo>
                  <a:pt x="1426" y="14467"/>
                </a:lnTo>
                <a:lnTo>
                  <a:pt x="2143" y="10881"/>
                </a:lnTo>
                <a:lnTo>
                  <a:pt x="2864" y="7279"/>
                </a:lnTo>
                <a:lnTo>
                  <a:pt x="3590" y="3656"/>
                </a:lnTo>
                <a:lnTo>
                  <a:pt x="4320" y="0"/>
                </a:lnTo>
                <a:close/>
              </a:path>
            </a:pathLst>
          </a:custGeom>
          <a:solidFill>
            <a:srgbClr val="5B5F6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6" name="contour_19744"/>
          <p:cNvSpPr/>
          <p:nvPr/>
        </p:nvSpPr>
        <p:spPr>
          <a:xfrm>
            <a:off x="5483656" y="260181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698"/>
                </a:lnTo>
                <a:lnTo>
                  <a:pt x="9763" y="1512"/>
                </a:lnTo>
                <a:lnTo>
                  <a:pt x="13228" y="3154"/>
                </a:lnTo>
                <a:lnTo>
                  <a:pt x="15582" y="4255"/>
                </a:lnTo>
                <a:lnTo>
                  <a:pt x="17971" y="5371"/>
                </a:lnTo>
                <a:lnTo>
                  <a:pt x="19773" y="6278"/>
                </a:lnTo>
                <a:lnTo>
                  <a:pt x="21600" y="7200"/>
                </a:lnTo>
                <a:lnTo>
                  <a:pt x="19492" y="11981"/>
                </a:lnTo>
                <a:lnTo>
                  <a:pt x="17889" y="15077"/>
                </a:lnTo>
                <a:lnTo>
                  <a:pt x="15980" y="17834"/>
                </a:lnTo>
                <a:lnTo>
                  <a:pt x="12960" y="21600"/>
                </a:lnTo>
                <a:lnTo>
                  <a:pt x="9975" y="18907"/>
                </a:lnTo>
                <a:lnTo>
                  <a:pt x="7802" y="16870"/>
                </a:lnTo>
                <a:lnTo>
                  <a:pt x="6074" y="15077"/>
                </a:lnTo>
                <a:lnTo>
                  <a:pt x="4441" y="13133"/>
                </a:lnTo>
                <a:lnTo>
                  <a:pt x="2536" y="10642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46464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7" name="contour_19745"/>
          <p:cNvSpPr/>
          <p:nvPr/>
        </p:nvSpPr>
        <p:spPr>
          <a:xfrm>
            <a:off x="1570005" y="258723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290"/>
                </a:lnTo>
                <a:lnTo>
                  <a:pt x="6113" y="4585"/>
                </a:lnTo>
                <a:lnTo>
                  <a:pt x="9180" y="6885"/>
                </a:lnTo>
                <a:lnTo>
                  <a:pt x="12258" y="9196"/>
                </a:lnTo>
                <a:lnTo>
                  <a:pt x="15352" y="11513"/>
                </a:lnTo>
                <a:lnTo>
                  <a:pt x="18463" y="13851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040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8" name="contour_19746"/>
          <p:cNvSpPr/>
          <p:nvPr/>
        </p:nvSpPr>
        <p:spPr>
          <a:xfrm>
            <a:off x="10009499" y="257994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3B2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49" name="contour_19747"/>
          <p:cNvSpPr/>
          <p:nvPr/>
        </p:nvSpPr>
        <p:spPr>
          <a:xfrm>
            <a:off x="7225486" y="255079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4018"/>
                </a:lnTo>
                <a:lnTo>
                  <a:pt x="18976" y="6869"/>
                </a:lnTo>
                <a:lnTo>
                  <a:pt x="19796" y="9331"/>
                </a:lnTo>
                <a:lnTo>
                  <a:pt x="20585" y="12182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3C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0" name="contour_19748"/>
          <p:cNvSpPr/>
          <p:nvPr/>
        </p:nvSpPr>
        <p:spPr>
          <a:xfrm>
            <a:off x="1861525" y="255079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8547" y="6765"/>
                </a:lnTo>
                <a:lnTo>
                  <a:pt x="15487" y="9210"/>
                </a:lnTo>
                <a:lnTo>
                  <a:pt x="12420" y="11664"/>
                </a:lnTo>
                <a:lnTo>
                  <a:pt x="9338" y="14126"/>
                </a:lnTo>
                <a:lnTo>
                  <a:pt x="6250" y="16602"/>
                </a:lnTo>
                <a:lnTo>
                  <a:pt x="3132" y="19090"/>
                </a:lnTo>
                <a:lnTo>
                  <a:pt x="0" y="21600"/>
                </a:lnTo>
                <a:lnTo>
                  <a:pt x="0" y="18546"/>
                </a:lnTo>
                <a:lnTo>
                  <a:pt x="0" y="15487"/>
                </a:lnTo>
                <a:lnTo>
                  <a:pt x="0" y="12420"/>
                </a:lnTo>
                <a:lnTo>
                  <a:pt x="0" y="9340"/>
                </a:lnTo>
                <a:lnTo>
                  <a:pt x="0" y="6247"/>
                </a:lnTo>
                <a:lnTo>
                  <a:pt x="0" y="3136"/>
                </a:lnTo>
                <a:lnTo>
                  <a:pt x="0" y="0"/>
                </a:lnTo>
                <a:close/>
              </a:path>
            </a:pathLst>
          </a:custGeom>
          <a:solidFill>
            <a:srgbClr val="1A1A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1" name="contour_19749"/>
          <p:cNvSpPr/>
          <p:nvPr/>
        </p:nvSpPr>
        <p:spPr>
          <a:xfrm>
            <a:off x="826630" y="255079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111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2" name="contour_19750"/>
          <p:cNvSpPr/>
          <p:nvPr/>
        </p:nvSpPr>
        <p:spPr>
          <a:xfrm>
            <a:off x="3763690" y="255079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BE1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3" name="contour_19751"/>
          <p:cNvSpPr/>
          <p:nvPr/>
        </p:nvSpPr>
        <p:spPr>
          <a:xfrm>
            <a:off x="1774069" y="2550797"/>
            <a:ext cx="43728" cy="2257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182" y="3451"/>
                </a:lnTo>
                <a:lnTo>
                  <a:pt x="17975" y="6923"/>
                </a:lnTo>
                <a:lnTo>
                  <a:pt x="19775" y="10410"/>
                </a:lnTo>
                <a:lnTo>
                  <a:pt x="21600" y="13944"/>
                </a:lnTo>
                <a:lnTo>
                  <a:pt x="19451" y="17988"/>
                </a:lnTo>
                <a:lnTo>
                  <a:pt x="17914" y="20129"/>
                </a:lnTo>
                <a:lnTo>
                  <a:pt x="16247" y="21098"/>
                </a:lnTo>
                <a:lnTo>
                  <a:pt x="13712" y="21600"/>
                </a:lnTo>
                <a:lnTo>
                  <a:pt x="11261" y="21474"/>
                </a:lnTo>
                <a:lnTo>
                  <a:pt x="8777" y="21349"/>
                </a:lnTo>
                <a:lnTo>
                  <a:pt x="7823" y="21300"/>
                </a:lnTo>
                <a:lnTo>
                  <a:pt x="6592" y="21244"/>
                </a:lnTo>
                <a:lnTo>
                  <a:pt x="4259" y="21126"/>
                </a:lnTo>
                <a:lnTo>
                  <a:pt x="0" y="20917"/>
                </a:lnTo>
                <a:lnTo>
                  <a:pt x="2038" y="17960"/>
                </a:lnTo>
                <a:lnTo>
                  <a:pt x="4075" y="14997"/>
                </a:lnTo>
                <a:lnTo>
                  <a:pt x="6120" y="12027"/>
                </a:lnTo>
                <a:lnTo>
                  <a:pt x="8172" y="9043"/>
                </a:lnTo>
                <a:lnTo>
                  <a:pt x="10235" y="6052"/>
                </a:lnTo>
                <a:lnTo>
                  <a:pt x="12308" y="3033"/>
                </a:lnTo>
                <a:lnTo>
                  <a:pt x="14400" y="0"/>
                </a:lnTo>
                <a:close/>
              </a:path>
            </a:pathLst>
          </a:custGeom>
          <a:solidFill>
            <a:srgbClr val="4240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4" name="contour_19752"/>
          <p:cNvSpPr/>
          <p:nvPr/>
        </p:nvSpPr>
        <p:spPr>
          <a:xfrm>
            <a:off x="1067133" y="255808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3053"/>
                </a:lnTo>
                <a:lnTo>
                  <a:pt x="9210" y="6113"/>
                </a:lnTo>
                <a:lnTo>
                  <a:pt x="11664" y="9180"/>
                </a:lnTo>
                <a:lnTo>
                  <a:pt x="14126" y="12262"/>
                </a:lnTo>
                <a:lnTo>
                  <a:pt x="16602" y="15350"/>
                </a:lnTo>
                <a:lnTo>
                  <a:pt x="19090" y="18468"/>
                </a:lnTo>
                <a:lnTo>
                  <a:pt x="21600" y="21600"/>
                </a:lnTo>
                <a:lnTo>
                  <a:pt x="18546" y="21600"/>
                </a:lnTo>
                <a:lnTo>
                  <a:pt x="15487" y="21600"/>
                </a:lnTo>
                <a:lnTo>
                  <a:pt x="12420" y="21600"/>
                </a:lnTo>
                <a:lnTo>
                  <a:pt x="9340" y="21600"/>
                </a:lnTo>
                <a:lnTo>
                  <a:pt x="6247" y="21600"/>
                </a:lnTo>
                <a:lnTo>
                  <a:pt x="3136" y="21600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21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5" name="contour_19753"/>
          <p:cNvSpPr/>
          <p:nvPr/>
        </p:nvSpPr>
        <p:spPr>
          <a:xfrm>
            <a:off x="3996906" y="252164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D6DC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6" name="contour_19754"/>
          <p:cNvSpPr/>
          <p:nvPr/>
        </p:nvSpPr>
        <p:spPr>
          <a:xfrm>
            <a:off x="8005301" y="2536221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384"/>
                </a:lnTo>
                <a:lnTo>
                  <a:pt x="11826" y="2775"/>
                </a:lnTo>
                <a:lnTo>
                  <a:pt x="15055" y="4166"/>
                </a:lnTo>
                <a:lnTo>
                  <a:pt x="18311" y="5571"/>
                </a:lnTo>
                <a:lnTo>
                  <a:pt x="21600" y="6990"/>
                </a:lnTo>
                <a:lnTo>
                  <a:pt x="20569" y="11143"/>
                </a:lnTo>
                <a:lnTo>
                  <a:pt x="19661" y="13981"/>
                </a:lnTo>
                <a:lnTo>
                  <a:pt x="18376" y="16819"/>
                </a:lnTo>
                <a:lnTo>
                  <a:pt x="16200" y="20971"/>
                </a:lnTo>
                <a:lnTo>
                  <a:pt x="12020" y="213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390"/>
                </a:lnTo>
                <a:lnTo>
                  <a:pt x="0" y="20971"/>
                </a:lnTo>
                <a:lnTo>
                  <a:pt x="1069" y="16819"/>
                </a:lnTo>
                <a:lnTo>
                  <a:pt x="2144" y="12652"/>
                </a:lnTo>
                <a:lnTo>
                  <a:pt x="3218" y="8472"/>
                </a:lnTo>
                <a:lnTo>
                  <a:pt x="4304" y="4257"/>
                </a:lnTo>
                <a:lnTo>
                  <a:pt x="5400" y="0"/>
                </a:lnTo>
                <a:close/>
              </a:path>
            </a:pathLst>
          </a:custGeom>
          <a:solidFill>
            <a:srgbClr val="F2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7" name="contour_19755"/>
          <p:cNvSpPr/>
          <p:nvPr/>
        </p:nvSpPr>
        <p:spPr>
          <a:xfrm>
            <a:off x="7116166" y="25289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747" y="3856"/>
                </a:lnTo>
                <a:lnTo>
                  <a:pt x="20039" y="6626"/>
                </a:lnTo>
                <a:lnTo>
                  <a:pt x="19219" y="9088"/>
                </a:lnTo>
                <a:lnTo>
                  <a:pt x="18025" y="12020"/>
                </a:lnTo>
                <a:lnTo>
                  <a:pt x="16200" y="16200"/>
                </a:lnTo>
                <a:lnTo>
                  <a:pt x="12020" y="18025"/>
                </a:lnTo>
                <a:lnTo>
                  <a:pt x="9088" y="19219"/>
                </a:lnTo>
                <a:lnTo>
                  <a:pt x="6626" y="20039"/>
                </a:lnTo>
                <a:lnTo>
                  <a:pt x="3856" y="20747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B7BF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8" name="contour_19756"/>
          <p:cNvSpPr/>
          <p:nvPr/>
        </p:nvSpPr>
        <p:spPr>
          <a:xfrm>
            <a:off x="2167620" y="2527949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052" y="16770"/>
                </a:lnTo>
                <a:lnTo>
                  <a:pt x="15250" y="17886"/>
                </a:lnTo>
                <a:lnTo>
                  <a:pt x="10800" y="19016"/>
                </a:lnTo>
                <a:lnTo>
                  <a:pt x="9288" y="19402"/>
                </a:lnTo>
                <a:lnTo>
                  <a:pt x="4725" y="20580"/>
                </a:lnTo>
                <a:lnTo>
                  <a:pt x="2381" y="2109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BFA26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59" name="contour_19757"/>
          <p:cNvSpPr/>
          <p:nvPr/>
        </p:nvSpPr>
        <p:spPr>
          <a:xfrm>
            <a:off x="870358" y="252893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476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0" name="contour_19758"/>
          <p:cNvSpPr/>
          <p:nvPr/>
        </p:nvSpPr>
        <p:spPr>
          <a:xfrm>
            <a:off x="11423369" y="251435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F46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1" name="contour_19759"/>
          <p:cNvSpPr/>
          <p:nvPr/>
        </p:nvSpPr>
        <p:spPr>
          <a:xfrm>
            <a:off x="4944345" y="2492493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138"/>
                </a:lnTo>
                <a:lnTo>
                  <a:pt x="14369" y="4281"/>
                </a:lnTo>
                <a:lnTo>
                  <a:pt x="16157" y="6432"/>
                </a:lnTo>
                <a:lnTo>
                  <a:pt x="17960" y="8592"/>
                </a:lnTo>
                <a:lnTo>
                  <a:pt x="19775" y="10765"/>
                </a:lnTo>
                <a:lnTo>
                  <a:pt x="21600" y="12960"/>
                </a:lnTo>
                <a:lnTo>
                  <a:pt x="20228" y="13509"/>
                </a:lnTo>
                <a:lnTo>
                  <a:pt x="18916" y="14036"/>
                </a:lnTo>
                <a:lnTo>
                  <a:pt x="17280" y="14688"/>
                </a:lnTo>
                <a:lnTo>
                  <a:pt x="14953" y="15621"/>
                </a:lnTo>
                <a:lnTo>
                  <a:pt x="11545" y="16982"/>
                </a:lnTo>
                <a:lnTo>
                  <a:pt x="6691" y="18926"/>
                </a:lnTo>
                <a:lnTo>
                  <a:pt x="0" y="21600"/>
                </a:lnTo>
                <a:lnTo>
                  <a:pt x="1339" y="18926"/>
                </a:lnTo>
                <a:lnTo>
                  <a:pt x="2673" y="16252"/>
                </a:lnTo>
                <a:lnTo>
                  <a:pt x="4018" y="13569"/>
                </a:lnTo>
                <a:lnTo>
                  <a:pt x="5357" y="10882"/>
                </a:lnTo>
                <a:lnTo>
                  <a:pt x="6707" y="8182"/>
                </a:lnTo>
                <a:lnTo>
                  <a:pt x="8062" y="5469"/>
                </a:lnTo>
                <a:lnTo>
                  <a:pt x="9428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433E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2" name="contour_19760"/>
          <p:cNvSpPr/>
          <p:nvPr/>
        </p:nvSpPr>
        <p:spPr>
          <a:xfrm>
            <a:off x="3829282" y="2507069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808" y="2376"/>
                </a:lnTo>
                <a:lnTo>
                  <a:pt x="20016" y="4756"/>
                </a:lnTo>
                <a:lnTo>
                  <a:pt x="19224" y="7135"/>
                </a:lnTo>
                <a:lnTo>
                  <a:pt x="18425" y="9522"/>
                </a:lnTo>
                <a:lnTo>
                  <a:pt x="17626" y="11916"/>
                </a:lnTo>
                <a:lnTo>
                  <a:pt x="16826" y="14321"/>
                </a:lnTo>
                <a:lnTo>
                  <a:pt x="16020" y="16733"/>
                </a:lnTo>
                <a:lnTo>
                  <a:pt x="15214" y="19159"/>
                </a:lnTo>
                <a:lnTo>
                  <a:pt x="14400" y="21600"/>
                </a:lnTo>
                <a:lnTo>
                  <a:pt x="9965" y="17683"/>
                </a:lnTo>
                <a:lnTo>
                  <a:pt x="6746" y="14807"/>
                </a:lnTo>
                <a:lnTo>
                  <a:pt x="4486" y="12715"/>
                </a:lnTo>
                <a:lnTo>
                  <a:pt x="2930" y="11164"/>
                </a:lnTo>
                <a:lnTo>
                  <a:pt x="1836" y="9893"/>
                </a:lnTo>
                <a:lnTo>
                  <a:pt x="943" y="8658"/>
                </a:lnTo>
                <a:lnTo>
                  <a:pt x="0" y="7200"/>
                </a:lnTo>
                <a:lnTo>
                  <a:pt x="1390" y="4792"/>
                </a:lnTo>
                <a:lnTo>
                  <a:pt x="2606" y="3240"/>
                </a:lnTo>
                <a:lnTo>
                  <a:pt x="4320" y="1868"/>
                </a:lnTo>
                <a:lnTo>
                  <a:pt x="7200" y="0"/>
                </a:lnTo>
                <a:close/>
              </a:path>
            </a:pathLst>
          </a:custGeom>
          <a:solidFill>
            <a:srgbClr val="9A898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3" name="contour_19761"/>
          <p:cNvSpPr/>
          <p:nvPr/>
        </p:nvSpPr>
        <p:spPr>
          <a:xfrm>
            <a:off x="1810509" y="250706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0F111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4" name="contour_19762"/>
          <p:cNvSpPr/>
          <p:nvPr/>
        </p:nvSpPr>
        <p:spPr>
          <a:xfrm>
            <a:off x="11437945" y="249249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3564"/>
                </a:lnTo>
                <a:lnTo>
                  <a:pt x="12921" y="7135"/>
                </a:lnTo>
                <a:lnTo>
                  <a:pt x="15072" y="10721"/>
                </a:lnTo>
                <a:lnTo>
                  <a:pt x="17232" y="14321"/>
                </a:lnTo>
                <a:lnTo>
                  <a:pt x="19405" y="17942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2138" y="10836"/>
                </a:lnTo>
                <a:lnTo>
                  <a:pt x="4290" y="7250"/>
                </a:lnTo>
                <a:lnTo>
                  <a:pt x="6450" y="3650"/>
                </a:lnTo>
                <a:lnTo>
                  <a:pt x="8640" y="0"/>
                </a:lnTo>
                <a:close/>
              </a:path>
            </a:pathLst>
          </a:custGeom>
          <a:solidFill>
            <a:srgbClr val="C7C9B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5" name="contour_19763"/>
          <p:cNvSpPr/>
          <p:nvPr/>
        </p:nvSpPr>
        <p:spPr>
          <a:xfrm>
            <a:off x="8536669" y="2477917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1069"/>
                </a:lnTo>
                <a:lnTo>
                  <a:pt x="8948" y="2144"/>
                </a:lnTo>
                <a:lnTo>
                  <a:pt x="13128" y="3218"/>
                </a:lnTo>
                <a:lnTo>
                  <a:pt x="17343" y="4304"/>
                </a:lnTo>
                <a:lnTo>
                  <a:pt x="21600" y="5400"/>
                </a:lnTo>
                <a:lnTo>
                  <a:pt x="20216" y="8608"/>
                </a:lnTo>
                <a:lnTo>
                  <a:pt x="18825" y="11826"/>
                </a:lnTo>
                <a:lnTo>
                  <a:pt x="17434" y="15055"/>
                </a:lnTo>
                <a:lnTo>
                  <a:pt x="16029" y="18311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B3B6B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6" name="contour_19764"/>
          <p:cNvSpPr/>
          <p:nvPr/>
        </p:nvSpPr>
        <p:spPr>
          <a:xfrm>
            <a:off x="7065150" y="2477917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5828" y="893"/>
                </a:lnTo>
                <a:lnTo>
                  <a:pt x="8057" y="1786"/>
                </a:lnTo>
                <a:lnTo>
                  <a:pt x="10292" y="2678"/>
                </a:lnTo>
                <a:lnTo>
                  <a:pt x="12532" y="3571"/>
                </a:lnTo>
                <a:lnTo>
                  <a:pt x="14782" y="4471"/>
                </a:lnTo>
                <a:lnTo>
                  <a:pt x="17042" y="5378"/>
                </a:lnTo>
                <a:lnTo>
                  <a:pt x="19314" y="6286"/>
                </a:lnTo>
                <a:lnTo>
                  <a:pt x="21600" y="7200"/>
                </a:lnTo>
                <a:lnTo>
                  <a:pt x="17572" y="11484"/>
                </a:lnTo>
                <a:lnTo>
                  <a:pt x="14364" y="14825"/>
                </a:lnTo>
                <a:lnTo>
                  <a:pt x="11801" y="17330"/>
                </a:lnTo>
                <a:lnTo>
                  <a:pt x="9702" y="19130"/>
                </a:lnTo>
                <a:lnTo>
                  <a:pt x="7895" y="20333"/>
                </a:lnTo>
                <a:lnTo>
                  <a:pt x="6199" y="21067"/>
                </a:lnTo>
                <a:lnTo>
                  <a:pt x="4439" y="21442"/>
                </a:lnTo>
                <a:lnTo>
                  <a:pt x="2430" y="21578"/>
                </a:lnTo>
                <a:lnTo>
                  <a:pt x="0" y="21600"/>
                </a:lnTo>
                <a:lnTo>
                  <a:pt x="713" y="17323"/>
                </a:lnTo>
                <a:lnTo>
                  <a:pt x="1429" y="13032"/>
                </a:lnTo>
                <a:lnTo>
                  <a:pt x="2146" y="8726"/>
                </a:lnTo>
                <a:lnTo>
                  <a:pt x="2869" y="4385"/>
                </a:lnTo>
                <a:lnTo>
                  <a:pt x="3600" y="0"/>
                </a:lnTo>
                <a:close/>
              </a:path>
            </a:pathLst>
          </a:custGeom>
          <a:solidFill>
            <a:srgbClr val="A1A4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7" name="contour_19765"/>
          <p:cNvSpPr/>
          <p:nvPr/>
        </p:nvSpPr>
        <p:spPr>
          <a:xfrm>
            <a:off x="2007284" y="248520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905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695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34343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8" name="contour_19766"/>
          <p:cNvSpPr/>
          <p:nvPr/>
        </p:nvSpPr>
        <p:spPr>
          <a:xfrm>
            <a:off x="6999559" y="247791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880"/>
                </a:lnTo>
                <a:lnTo>
                  <a:pt x="13798" y="5033"/>
                </a:lnTo>
                <a:lnTo>
                  <a:pt x="15526" y="6869"/>
                </a:lnTo>
                <a:lnTo>
                  <a:pt x="17159" y="8770"/>
                </a:lnTo>
                <a:lnTo>
                  <a:pt x="19064" y="11146"/>
                </a:lnTo>
                <a:lnTo>
                  <a:pt x="21600" y="14400"/>
                </a:lnTo>
                <a:lnTo>
                  <a:pt x="18757" y="16006"/>
                </a:lnTo>
                <a:lnTo>
                  <a:pt x="15924" y="17510"/>
                </a:lnTo>
                <a:lnTo>
                  <a:pt x="13081" y="18878"/>
                </a:lnTo>
                <a:lnTo>
                  <a:pt x="10212" y="20045"/>
                </a:lnTo>
                <a:lnTo>
                  <a:pt x="7296" y="20966"/>
                </a:lnTo>
                <a:lnTo>
                  <a:pt x="4320" y="21600"/>
                </a:lnTo>
                <a:lnTo>
                  <a:pt x="2428" y="17575"/>
                </a:lnTo>
                <a:lnTo>
                  <a:pt x="1348" y="14731"/>
                </a:lnTo>
                <a:lnTo>
                  <a:pt x="674" y="11729"/>
                </a:lnTo>
                <a:lnTo>
                  <a:pt x="0" y="7200"/>
                </a:lnTo>
                <a:lnTo>
                  <a:pt x="2108" y="4558"/>
                </a:lnTo>
                <a:lnTo>
                  <a:pt x="3711" y="2923"/>
                </a:lnTo>
                <a:lnTo>
                  <a:pt x="5620" y="1634"/>
                </a:lnTo>
                <a:lnTo>
                  <a:pt x="8640" y="0"/>
                </a:lnTo>
                <a:close/>
              </a:path>
            </a:pathLst>
          </a:custGeom>
          <a:solidFill>
            <a:srgbClr val="D1D8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69" name="contour_19767"/>
          <p:cNvSpPr/>
          <p:nvPr/>
        </p:nvSpPr>
        <p:spPr>
          <a:xfrm>
            <a:off x="3173363" y="247062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2673"/>
                </a:lnTo>
                <a:lnTo>
                  <a:pt x="10751" y="5351"/>
                </a:lnTo>
                <a:lnTo>
                  <a:pt x="13441" y="8041"/>
                </a:lnTo>
                <a:lnTo>
                  <a:pt x="16141" y="10741"/>
                </a:lnTo>
                <a:lnTo>
                  <a:pt x="18857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87A6C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0" name="contour_19768"/>
          <p:cNvSpPr/>
          <p:nvPr/>
        </p:nvSpPr>
        <p:spPr>
          <a:xfrm>
            <a:off x="8056317" y="247062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E4F3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1" name="contour_19769"/>
          <p:cNvSpPr/>
          <p:nvPr/>
        </p:nvSpPr>
        <p:spPr>
          <a:xfrm>
            <a:off x="1956268" y="24706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536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2" name="contour_19770"/>
          <p:cNvSpPr/>
          <p:nvPr/>
        </p:nvSpPr>
        <p:spPr>
          <a:xfrm>
            <a:off x="1300349" y="2462889"/>
            <a:ext cx="29152" cy="22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6400" y="141"/>
                </a:lnTo>
                <a:lnTo>
                  <a:pt x="18986" y="289"/>
                </a:lnTo>
                <a:lnTo>
                  <a:pt x="21600" y="437"/>
                </a:lnTo>
                <a:lnTo>
                  <a:pt x="21600" y="4628"/>
                </a:lnTo>
                <a:lnTo>
                  <a:pt x="21600" y="8832"/>
                </a:lnTo>
                <a:lnTo>
                  <a:pt x="21600" y="13057"/>
                </a:lnTo>
                <a:lnTo>
                  <a:pt x="21600" y="17304"/>
                </a:lnTo>
                <a:lnTo>
                  <a:pt x="21600" y="21600"/>
                </a:lnTo>
                <a:lnTo>
                  <a:pt x="18549" y="19604"/>
                </a:lnTo>
                <a:lnTo>
                  <a:pt x="15487" y="17600"/>
                </a:lnTo>
                <a:lnTo>
                  <a:pt x="12420" y="15604"/>
                </a:lnTo>
                <a:lnTo>
                  <a:pt x="9342" y="13593"/>
                </a:lnTo>
                <a:lnTo>
                  <a:pt x="6248" y="11569"/>
                </a:lnTo>
                <a:lnTo>
                  <a:pt x="3137" y="9537"/>
                </a:lnTo>
                <a:lnTo>
                  <a:pt x="0" y="7492"/>
                </a:lnTo>
                <a:lnTo>
                  <a:pt x="3256" y="3400"/>
                </a:lnTo>
                <a:lnTo>
                  <a:pt x="5783" y="1263"/>
                </a:lnTo>
                <a:lnTo>
                  <a:pt x="8878" y="360"/>
                </a:lnTo>
                <a:lnTo>
                  <a:pt x="13835" y="0"/>
                </a:lnTo>
                <a:close/>
              </a:path>
            </a:pathLst>
          </a:custGeom>
          <a:solidFill>
            <a:srgbClr val="83838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3" name="contour_19771"/>
          <p:cNvSpPr/>
          <p:nvPr/>
        </p:nvSpPr>
        <p:spPr>
          <a:xfrm>
            <a:off x="7138030" y="245605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794"/>
                </a:lnTo>
                <a:lnTo>
                  <a:pt x="7781" y="1588"/>
                </a:lnTo>
                <a:lnTo>
                  <a:pt x="9428" y="2689"/>
                </a:lnTo>
                <a:lnTo>
                  <a:pt x="11983" y="4390"/>
                </a:lnTo>
                <a:lnTo>
                  <a:pt x="15887" y="6993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8E91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4" name="contour_19772"/>
          <p:cNvSpPr/>
          <p:nvPr/>
        </p:nvSpPr>
        <p:spPr>
          <a:xfrm>
            <a:off x="1831389" y="2456053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C8CA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5" name="contour_19773"/>
          <p:cNvSpPr/>
          <p:nvPr/>
        </p:nvSpPr>
        <p:spPr>
          <a:xfrm>
            <a:off x="2233212" y="244876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20038" y="17747"/>
                </a:lnTo>
                <a:lnTo>
                  <a:pt x="18014" y="18356"/>
                </a:lnTo>
                <a:lnTo>
                  <a:pt x="14191" y="19505"/>
                </a:lnTo>
                <a:lnTo>
                  <a:pt x="7200" y="21600"/>
                </a:lnTo>
                <a:lnTo>
                  <a:pt x="5818" y="18814"/>
                </a:lnTo>
                <a:lnTo>
                  <a:pt x="4471" y="16023"/>
                </a:lnTo>
                <a:lnTo>
                  <a:pt x="3154" y="13228"/>
                </a:lnTo>
                <a:lnTo>
                  <a:pt x="2585" y="12061"/>
                </a:lnTo>
                <a:lnTo>
                  <a:pt x="871" y="8523"/>
                </a:lnTo>
                <a:lnTo>
                  <a:pt x="439" y="6437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332E2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6" name="contour_19774"/>
          <p:cNvSpPr/>
          <p:nvPr/>
        </p:nvSpPr>
        <p:spPr>
          <a:xfrm>
            <a:off x="8333261" y="244147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D5DAD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7" name="contour_19775"/>
          <p:cNvSpPr/>
          <p:nvPr/>
        </p:nvSpPr>
        <p:spPr>
          <a:xfrm>
            <a:off x="8172925" y="244147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D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8" name="contour_19776"/>
          <p:cNvSpPr/>
          <p:nvPr/>
        </p:nvSpPr>
        <p:spPr>
          <a:xfrm>
            <a:off x="2087452" y="243418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3056"/>
                </a:lnTo>
                <a:lnTo>
                  <a:pt x="13856" y="6113"/>
                </a:lnTo>
                <a:lnTo>
                  <a:pt x="15390" y="9180"/>
                </a:lnTo>
                <a:lnTo>
                  <a:pt x="16929" y="12258"/>
                </a:lnTo>
                <a:lnTo>
                  <a:pt x="18479" y="15352"/>
                </a:lnTo>
                <a:lnTo>
                  <a:pt x="20034" y="18463"/>
                </a:lnTo>
                <a:lnTo>
                  <a:pt x="21600" y="21600"/>
                </a:lnTo>
                <a:lnTo>
                  <a:pt x="18036" y="20709"/>
                </a:lnTo>
                <a:lnTo>
                  <a:pt x="14467" y="19818"/>
                </a:lnTo>
                <a:lnTo>
                  <a:pt x="10881" y="18922"/>
                </a:lnTo>
                <a:lnTo>
                  <a:pt x="7279" y="18020"/>
                </a:lnTo>
                <a:lnTo>
                  <a:pt x="3656" y="17113"/>
                </a:lnTo>
                <a:lnTo>
                  <a:pt x="0" y="16200"/>
                </a:lnTo>
                <a:lnTo>
                  <a:pt x="1782" y="13527"/>
                </a:lnTo>
                <a:lnTo>
                  <a:pt x="3569" y="10849"/>
                </a:lnTo>
                <a:lnTo>
                  <a:pt x="5362" y="8159"/>
                </a:lnTo>
                <a:lnTo>
                  <a:pt x="7160" y="5459"/>
                </a:lnTo>
                <a:lnTo>
                  <a:pt x="8975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CDAB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79" name="contour_19777"/>
          <p:cNvSpPr/>
          <p:nvPr/>
        </p:nvSpPr>
        <p:spPr>
          <a:xfrm>
            <a:off x="7123454" y="24269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4A4B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0" name="contour_19778"/>
          <p:cNvSpPr/>
          <p:nvPr/>
        </p:nvSpPr>
        <p:spPr>
          <a:xfrm>
            <a:off x="6955831" y="243418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429" y="20412"/>
                </a:lnTo>
                <a:lnTo>
                  <a:pt x="11573" y="19224"/>
                </a:lnTo>
                <a:lnTo>
                  <a:pt x="8705" y="18029"/>
                </a:lnTo>
                <a:lnTo>
                  <a:pt x="5823" y="16826"/>
                </a:lnTo>
                <a:lnTo>
                  <a:pt x="2925" y="15617"/>
                </a:lnTo>
                <a:lnTo>
                  <a:pt x="0" y="14400"/>
                </a:lnTo>
                <a:lnTo>
                  <a:pt x="3940" y="9648"/>
                </a:lnTo>
                <a:lnTo>
                  <a:pt x="7020" y="6077"/>
                </a:lnTo>
                <a:lnTo>
                  <a:pt x="9491" y="3514"/>
                </a:lnTo>
                <a:lnTo>
                  <a:pt x="11612" y="1800"/>
                </a:lnTo>
                <a:lnTo>
                  <a:pt x="13625" y="756"/>
                </a:lnTo>
                <a:lnTo>
                  <a:pt x="15794" y="223"/>
                </a:lnTo>
                <a:lnTo>
                  <a:pt x="18369" y="29"/>
                </a:lnTo>
                <a:lnTo>
                  <a:pt x="21600" y="0"/>
                </a:lnTo>
                <a:close/>
              </a:path>
            </a:pathLst>
          </a:custGeom>
          <a:solidFill>
            <a:srgbClr val="D7E2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1" name="contour_19779"/>
          <p:cNvSpPr/>
          <p:nvPr/>
        </p:nvSpPr>
        <p:spPr>
          <a:xfrm>
            <a:off x="4689265" y="240503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7496A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2" name="contour_19780"/>
          <p:cNvSpPr/>
          <p:nvPr/>
        </p:nvSpPr>
        <p:spPr>
          <a:xfrm>
            <a:off x="11321338" y="241232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511"/>
                </a:lnTo>
                <a:lnTo>
                  <a:pt x="7425" y="5065"/>
                </a:lnTo>
                <a:lnTo>
                  <a:pt x="9731" y="8516"/>
                </a:lnTo>
                <a:lnTo>
                  <a:pt x="12074" y="11054"/>
                </a:lnTo>
                <a:lnTo>
                  <a:pt x="14683" y="12982"/>
                </a:lnTo>
                <a:lnTo>
                  <a:pt x="17782" y="14596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E4F0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3" name="contour_19781"/>
          <p:cNvSpPr/>
          <p:nvPr/>
        </p:nvSpPr>
        <p:spPr>
          <a:xfrm>
            <a:off x="4324866" y="240503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6565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4" name="contour_19782"/>
          <p:cNvSpPr/>
          <p:nvPr/>
        </p:nvSpPr>
        <p:spPr>
          <a:xfrm>
            <a:off x="3297259" y="2419613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605"/>
                </a:lnTo>
                <a:lnTo>
                  <a:pt x="2341" y="1172"/>
                </a:lnTo>
                <a:lnTo>
                  <a:pt x="3646" y="1820"/>
                </a:lnTo>
                <a:lnTo>
                  <a:pt x="5374" y="2689"/>
                </a:lnTo>
                <a:lnTo>
                  <a:pt x="7780" y="3888"/>
                </a:lnTo>
                <a:lnTo>
                  <a:pt x="11115" y="5557"/>
                </a:lnTo>
                <a:lnTo>
                  <a:pt x="15638" y="7819"/>
                </a:lnTo>
                <a:lnTo>
                  <a:pt x="21600" y="10800"/>
                </a:lnTo>
                <a:lnTo>
                  <a:pt x="19462" y="13473"/>
                </a:lnTo>
                <a:lnTo>
                  <a:pt x="17310" y="16162"/>
                </a:lnTo>
                <a:lnTo>
                  <a:pt x="15150" y="18862"/>
                </a:lnTo>
                <a:lnTo>
                  <a:pt x="12960" y="21600"/>
                </a:lnTo>
                <a:lnTo>
                  <a:pt x="11128" y="18544"/>
                </a:lnTo>
                <a:lnTo>
                  <a:pt x="9292" y="15487"/>
                </a:lnTo>
                <a:lnTo>
                  <a:pt x="7452" y="12420"/>
                </a:lnTo>
                <a:lnTo>
                  <a:pt x="5603" y="9342"/>
                </a:lnTo>
                <a:lnTo>
                  <a:pt x="3750" y="6248"/>
                </a:lnTo>
                <a:lnTo>
                  <a:pt x="1879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769BC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5" name="contour_19783"/>
          <p:cNvSpPr/>
          <p:nvPr/>
        </p:nvSpPr>
        <p:spPr>
          <a:xfrm>
            <a:off x="2153044" y="241961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3828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6" name="contour_19784"/>
          <p:cNvSpPr/>
          <p:nvPr/>
        </p:nvSpPr>
        <p:spPr>
          <a:xfrm>
            <a:off x="10738298" y="24123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9B44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7" name="contour_19785"/>
          <p:cNvSpPr/>
          <p:nvPr/>
        </p:nvSpPr>
        <p:spPr>
          <a:xfrm>
            <a:off x="2386260" y="239046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381" y="2536"/>
                </a:lnTo>
                <a:lnTo>
                  <a:pt x="15250" y="4441"/>
                </a:lnTo>
                <a:lnTo>
                  <a:pt x="16708" y="6074"/>
                </a:lnTo>
                <a:lnTo>
                  <a:pt x="18052" y="7802"/>
                </a:lnTo>
                <a:lnTo>
                  <a:pt x="19580" y="9975"/>
                </a:lnTo>
                <a:lnTo>
                  <a:pt x="21600" y="12960"/>
                </a:lnTo>
                <a:lnTo>
                  <a:pt x="18776" y="15984"/>
                </a:lnTo>
                <a:lnTo>
                  <a:pt x="16708" y="17889"/>
                </a:lnTo>
                <a:lnTo>
                  <a:pt x="14386" y="19492"/>
                </a:lnTo>
                <a:lnTo>
                  <a:pt x="10800" y="21600"/>
                </a:lnTo>
                <a:lnTo>
                  <a:pt x="9018" y="19462"/>
                </a:lnTo>
                <a:lnTo>
                  <a:pt x="7231" y="17319"/>
                </a:lnTo>
                <a:lnTo>
                  <a:pt x="5438" y="15168"/>
                </a:lnTo>
                <a:lnTo>
                  <a:pt x="3640" y="13008"/>
                </a:lnTo>
                <a:lnTo>
                  <a:pt x="1825" y="10835"/>
                </a:lnTo>
                <a:lnTo>
                  <a:pt x="0" y="8640"/>
                </a:lnTo>
                <a:lnTo>
                  <a:pt x="3569" y="8640"/>
                </a:lnTo>
                <a:lnTo>
                  <a:pt x="7160" y="8640"/>
                </a:lnTo>
                <a:lnTo>
                  <a:pt x="10800" y="8640"/>
                </a:lnTo>
                <a:lnTo>
                  <a:pt x="10800" y="5784"/>
                </a:lnTo>
                <a:lnTo>
                  <a:pt x="10800" y="2912"/>
                </a:lnTo>
                <a:lnTo>
                  <a:pt x="10800" y="0"/>
                </a:lnTo>
                <a:close/>
              </a:path>
            </a:pathLst>
          </a:custGeom>
          <a:solidFill>
            <a:srgbClr val="534C4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8" name="contour_19786"/>
          <p:cNvSpPr/>
          <p:nvPr/>
        </p:nvSpPr>
        <p:spPr>
          <a:xfrm>
            <a:off x="8253093" y="2382189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052" y="16770"/>
                </a:lnTo>
                <a:lnTo>
                  <a:pt x="15250" y="17886"/>
                </a:lnTo>
                <a:lnTo>
                  <a:pt x="10800" y="19016"/>
                </a:lnTo>
                <a:lnTo>
                  <a:pt x="9288" y="19402"/>
                </a:lnTo>
                <a:lnTo>
                  <a:pt x="4725" y="20580"/>
                </a:lnTo>
                <a:lnTo>
                  <a:pt x="2376" y="2109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D7E0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89" name="contour_19787"/>
          <p:cNvSpPr/>
          <p:nvPr/>
        </p:nvSpPr>
        <p:spPr>
          <a:xfrm>
            <a:off x="4558081" y="236859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5A7B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0" name="contour_19788"/>
          <p:cNvSpPr/>
          <p:nvPr/>
        </p:nvSpPr>
        <p:spPr>
          <a:xfrm>
            <a:off x="3887586" y="23904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5357"/>
                </a:lnTo>
                <a:lnTo>
                  <a:pt x="18101" y="9158"/>
                </a:lnTo>
                <a:lnTo>
                  <a:pt x="19195" y="12442"/>
                </a:lnTo>
                <a:lnTo>
                  <a:pt x="20246" y="1624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9423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1" name="contour_19789"/>
          <p:cNvSpPr/>
          <p:nvPr/>
        </p:nvSpPr>
        <p:spPr>
          <a:xfrm>
            <a:off x="1825085" y="2375885"/>
            <a:ext cx="4372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7481" y="1258"/>
                </a:lnTo>
                <a:lnTo>
                  <a:pt x="8323" y="5065"/>
                </a:lnTo>
                <a:lnTo>
                  <a:pt x="10091" y="8510"/>
                </a:lnTo>
                <a:lnTo>
                  <a:pt x="11970" y="10994"/>
                </a:lnTo>
                <a:lnTo>
                  <a:pt x="14011" y="12760"/>
                </a:lnTo>
                <a:lnTo>
                  <a:pt x="16261" y="14051"/>
                </a:lnTo>
                <a:lnTo>
                  <a:pt x="18774" y="15115"/>
                </a:lnTo>
                <a:lnTo>
                  <a:pt x="21600" y="16200"/>
                </a:lnTo>
                <a:lnTo>
                  <a:pt x="17572" y="18209"/>
                </a:lnTo>
                <a:lnTo>
                  <a:pt x="14728" y="19570"/>
                </a:lnTo>
                <a:lnTo>
                  <a:pt x="12665" y="20444"/>
                </a:lnTo>
                <a:lnTo>
                  <a:pt x="10991" y="20974"/>
                </a:lnTo>
                <a:lnTo>
                  <a:pt x="9302" y="21308"/>
                </a:lnTo>
                <a:lnTo>
                  <a:pt x="7200" y="21600"/>
                </a:lnTo>
                <a:lnTo>
                  <a:pt x="4558" y="18581"/>
                </a:lnTo>
                <a:lnTo>
                  <a:pt x="2923" y="16448"/>
                </a:lnTo>
                <a:lnTo>
                  <a:pt x="1631" y="14197"/>
                </a:lnTo>
                <a:lnTo>
                  <a:pt x="0" y="10800"/>
                </a:lnTo>
                <a:lnTo>
                  <a:pt x="2380" y="10800"/>
                </a:lnTo>
                <a:lnTo>
                  <a:pt x="4774" y="10800"/>
                </a:lnTo>
                <a:lnTo>
                  <a:pt x="7200" y="10800"/>
                </a:lnTo>
                <a:lnTo>
                  <a:pt x="7200" y="7231"/>
                </a:lnTo>
                <a:lnTo>
                  <a:pt x="7200" y="3640"/>
                </a:lnTo>
                <a:lnTo>
                  <a:pt x="7200" y="0"/>
                </a:lnTo>
                <a:close/>
              </a:path>
            </a:pathLst>
          </a:custGeom>
          <a:solidFill>
            <a:srgbClr val="8F8E8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2" name="contour_19790"/>
          <p:cNvSpPr/>
          <p:nvPr/>
        </p:nvSpPr>
        <p:spPr>
          <a:xfrm>
            <a:off x="6744479" y="236130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3" y="3056"/>
                </a:lnTo>
                <a:lnTo>
                  <a:pt x="6113" y="6113"/>
                </a:lnTo>
                <a:lnTo>
                  <a:pt x="9180" y="9180"/>
                </a:lnTo>
                <a:lnTo>
                  <a:pt x="12262" y="12258"/>
                </a:lnTo>
                <a:lnTo>
                  <a:pt x="15350" y="15352"/>
                </a:lnTo>
                <a:lnTo>
                  <a:pt x="18468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4C1D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3" name="contour_19791"/>
          <p:cNvSpPr/>
          <p:nvPr/>
        </p:nvSpPr>
        <p:spPr>
          <a:xfrm>
            <a:off x="1730341" y="237588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F8F1D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4" name="contour_19792"/>
          <p:cNvSpPr/>
          <p:nvPr/>
        </p:nvSpPr>
        <p:spPr>
          <a:xfrm>
            <a:off x="5184849" y="2360325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052" y="16770"/>
                </a:lnTo>
                <a:lnTo>
                  <a:pt x="15250" y="17886"/>
                </a:lnTo>
                <a:lnTo>
                  <a:pt x="10800" y="19016"/>
                </a:lnTo>
                <a:lnTo>
                  <a:pt x="9288" y="19402"/>
                </a:lnTo>
                <a:lnTo>
                  <a:pt x="4725" y="20580"/>
                </a:lnTo>
                <a:lnTo>
                  <a:pt x="2381" y="2109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E3DAC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5" name="contour_19793"/>
          <p:cNvSpPr/>
          <p:nvPr/>
        </p:nvSpPr>
        <p:spPr>
          <a:xfrm>
            <a:off x="586126" y="235402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015"/>
                </a:lnTo>
                <a:lnTo>
                  <a:pt x="9158" y="1804"/>
                </a:lnTo>
                <a:lnTo>
                  <a:pt x="12442" y="2624"/>
                </a:lnTo>
                <a:lnTo>
                  <a:pt x="16243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6243" y="17863"/>
                </a:lnTo>
                <a:lnTo>
                  <a:pt x="12442" y="18976"/>
                </a:lnTo>
                <a:lnTo>
                  <a:pt x="9158" y="19796"/>
                </a:lnTo>
                <a:lnTo>
                  <a:pt x="5357" y="20585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3DC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6" name="contour_19794"/>
          <p:cNvSpPr/>
          <p:nvPr/>
        </p:nvSpPr>
        <p:spPr>
          <a:xfrm>
            <a:off x="7495142" y="235402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26"/>
                </a:lnTo>
                <a:lnTo>
                  <a:pt x="6860" y="1058"/>
                </a:lnTo>
                <a:lnTo>
                  <a:pt x="8618" y="1793"/>
                </a:lnTo>
                <a:lnTo>
                  <a:pt x="11340" y="2923"/>
                </a:lnTo>
                <a:lnTo>
                  <a:pt x="15509" y="4658"/>
                </a:lnTo>
                <a:lnTo>
                  <a:pt x="21600" y="7200"/>
                </a:lnTo>
                <a:lnTo>
                  <a:pt x="18926" y="8986"/>
                </a:lnTo>
                <a:lnTo>
                  <a:pt x="16252" y="10764"/>
                </a:lnTo>
                <a:lnTo>
                  <a:pt x="13569" y="12557"/>
                </a:lnTo>
                <a:lnTo>
                  <a:pt x="10882" y="14350"/>
                </a:lnTo>
                <a:lnTo>
                  <a:pt x="8182" y="16142"/>
                </a:lnTo>
                <a:lnTo>
                  <a:pt x="5469" y="17950"/>
                </a:lnTo>
                <a:lnTo>
                  <a:pt x="2743" y="19771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EE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7" name="contour_19795"/>
          <p:cNvSpPr/>
          <p:nvPr/>
        </p:nvSpPr>
        <p:spPr>
          <a:xfrm>
            <a:off x="1183741" y="234673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6050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8" name="contour_19796"/>
          <p:cNvSpPr/>
          <p:nvPr/>
        </p:nvSpPr>
        <p:spPr>
          <a:xfrm>
            <a:off x="8690373" y="233215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26"/>
                </a:lnTo>
                <a:lnTo>
                  <a:pt x="6860" y="1058"/>
                </a:lnTo>
                <a:lnTo>
                  <a:pt x="8618" y="1793"/>
                </a:lnTo>
                <a:lnTo>
                  <a:pt x="11340" y="2923"/>
                </a:lnTo>
                <a:lnTo>
                  <a:pt x="15509" y="4658"/>
                </a:lnTo>
                <a:lnTo>
                  <a:pt x="21600" y="7200"/>
                </a:lnTo>
                <a:lnTo>
                  <a:pt x="17660" y="11952"/>
                </a:lnTo>
                <a:lnTo>
                  <a:pt x="14580" y="15523"/>
                </a:lnTo>
                <a:lnTo>
                  <a:pt x="12109" y="18086"/>
                </a:lnTo>
                <a:lnTo>
                  <a:pt x="9988" y="19800"/>
                </a:lnTo>
                <a:lnTo>
                  <a:pt x="7975" y="20844"/>
                </a:lnTo>
                <a:lnTo>
                  <a:pt x="5806" y="21377"/>
                </a:lnTo>
                <a:lnTo>
                  <a:pt x="3231" y="21571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D0E2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799" name="contour_19797"/>
          <p:cNvSpPr/>
          <p:nvPr/>
        </p:nvSpPr>
        <p:spPr>
          <a:xfrm>
            <a:off x="5155697" y="233215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7452" y="698"/>
                </a:lnTo>
                <a:lnTo>
                  <a:pt x="9763" y="1512"/>
                </a:lnTo>
                <a:lnTo>
                  <a:pt x="13228" y="3154"/>
                </a:lnTo>
                <a:lnTo>
                  <a:pt x="15582" y="4255"/>
                </a:lnTo>
                <a:lnTo>
                  <a:pt x="17971" y="5371"/>
                </a:lnTo>
                <a:lnTo>
                  <a:pt x="19773" y="6278"/>
                </a:lnTo>
                <a:lnTo>
                  <a:pt x="21600" y="7200"/>
                </a:lnTo>
                <a:lnTo>
                  <a:pt x="19064" y="10642"/>
                </a:lnTo>
                <a:lnTo>
                  <a:pt x="17159" y="13133"/>
                </a:lnTo>
                <a:lnTo>
                  <a:pt x="15526" y="15077"/>
                </a:lnTo>
                <a:lnTo>
                  <a:pt x="13798" y="16870"/>
                </a:lnTo>
                <a:lnTo>
                  <a:pt x="11625" y="18907"/>
                </a:lnTo>
                <a:lnTo>
                  <a:pt x="8640" y="21600"/>
                </a:lnTo>
                <a:lnTo>
                  <a:pt x="5620" y="17834"/>
                </a:lnTo>
                <a:lnTo>
                  <a:pt x="3711" y="15077"/>
                </a:lnTo>
                <a:lnTo>
                  <a:pt x="2108" y="11981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666A6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0" name="contour_19798"/>
          <p:cNvSpPr/>
          <p:nvPr/>
        </p:nvSpPr>
        <p:spPr>
          <a:xfrm>
            <a:off x="855782" y="229571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3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1" name="contour_19799"/>
          <p:cNvSpPr/>
          <p:nvPr/>
        </p:nvSpPr>
        <p:spPr>
          <a:xfrm>
            <a:off x="4288426" y="226656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69" y="0"/>
                </a:lnTo>
                <a:lnTo>
                  <a:pt x="17960" y="0"/>
                </a:lnTo>
                <a:lnTo>
                  <a:pt x="21600" y="0"/>
                </a:lnTo>
                <a:lnTo>
                  <a:pt x="20747" y="3856"/>
                </a:lnTo>
                <a:lnTo>
                  <a:pt x="20039" y="6626"/>
                </a:lnTo>
                <a:lnTo>
                  <a:pt x="19219" y="9088"/>
                </a:lnTo>
                <a:lnTo>
                  <a:pt x="18025" y="12020"/>
                </a:lnTo>
                <a:lnTo>
                  <a:pt x="16200" y="16200"/>
                </a:lnTo>
                <a:lnTo>
                  <a:pt x="12020" y="18025"/>
                </a:lnTo>
                <a:lnTo>
                  <a:pt x="9088" y="19219"/>
                </a:lnTo>
                <a:lnTo>
                  <a:pt x="6626" y="20039"/>
                </a:lnTo>
                <a:lnTo>
                  <a:pt x="3856" y="20747"/>
                </a:lnTo>
                <a:lnTo>
                  <a:pt x="0" y="21600"/>
                </a:lnTo>
                <a:lnTo>
                  <a:pt x="1156" y="18889"/>
                </a:lnTo>
                <a:lnTo>
                  <a:pt x="2327" y="16184"/>
                </a:lnTo>
                <a:lnTo>
                  <a:pt x="3521" y="13489"/>
                </a:lnTo>
                <a:lnTo>
                  <a:pt x="4725" y="10800"/>
                </a:lnTo>
                <a:lnTo>
                  <a:pt x="6043" y="7787"/>
                </a:lnTo>
                <a:lnTo>
                  <a:pt x="7382" y="4725"/>
                </a:lnTo>
                <a:lnTo>
                  <a:pt x="9077" y="2381"/>
                </a:lnTo>
                <a:lnTo>
                  <a:pt x="10800" y="0"/>
                </a:lnTo>
                <a:close/>
              </a:path>
            </a:pathLst>
          </a:custGeom>
          <a:solidFill>
            <a:srgbClr val="44484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2" name="contour_19800"/>
          <p:cNvSpPr/>
          <p:nvPr/>
        </p:nvSpPr>
        <p:spPr>
          <a:xfrm>
            <a:off x="5483656" y="22592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A789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3" name="contour_19801"/>
          <p:cNvSpPr/>
          <p:nvPr/>
        </p:nvSpPr>
        <p:spPr>
          <a:xfrm>
            <a:off x="2269652" y="22592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85" y="5357"/>
                </a:lnTo>
                <a:lnTo>
                  <a:pt x="19796" y="9158"/>
                </a:lnTo>
                <a:lnTo>
                  <a:pt x="18976" y="12442"/>
                </a:lnTo>
                <a:lnTo>
                  <a:pt x="17863" y="1624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57585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4" name="contour_19802"/>
          <p:cNvSpPr/>
          <p:nvPr/>
        </p:nvSpPr>
        <p:spPr>
          <a:xfrm>
            <a:off x="10184411" y="2251989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13"/>
                </a:lnTo>
                <a:lnTo>
                  <a:pt x="7209" y="1674"/>
                </a:lnTo>
                <a:lnTo>
                  <a:pt x="10800" y="2584"/>
                </a:lnTo>
                <a:lnTo>
                  <a:pt x="13813" y="3307"/>
                </a:lnTo>
                <a:lnTo>
                  <a:pt x="16875" y="4038"/>
                </a:lnTo>
                <a:lnTo>
                  <a:pt x="19224" y="5450"/>
                </a:lnTo>
                <a:lnTo>
                  <a:pt x="21600" y="6890"/>
                </a:lnTo>
                <a:lnTo>
                  <a:pt x="21600" y="11444"/>
                </a:lnTo>
                <a:lnTo>
                  <a:pt x="21600" y="16026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575" y="15544"/>
                </a:lnTo>
                <a:lnTo>
                  <a:pt x="2381" y="11906"/>
                </a:lnTo>
                <a:lnTo>
                  <a:pt x="1561" y="8764"/>
                </a:lnTo>
                <a:lnTo>
                  <a:pt x="853" y="5126"/>
                </a:lnTo>
                <a:lnTo>
                  <a:pt x="0" y="0"/>
                </a:lnTo>
                <a:close/>
              </a:path>
            </a:pathLst>
          </a:custGeom>
          <a:solidFill>
            <a:srgbClr val="4C4B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5" name="contour_19803"/>
          <p:cNvSpPr/>
          <p:nvPr/>
        </p:nvSpPr>
        <p:spPr>
          <a:xfrm>
            <a:off x="5272305" y="22447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393C3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6" name="contour_19804"/>
          <p:cNvSpPr/>
          <p:nvPr/>
        </p:nvSpPr>
        <p:spPr>
          <a:xfrm>
            <a:off x="5221289" y="22447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B848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7" name="contour_19805"/>
          <p:cNvSpPr/>
          <p:nvPr/>
        </p:nvSpPr>
        <p:spPr>
          <a:xfrm>
            <a:off x="4951633" y="223741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1" y="1258"/>
                </a:lnTo>
                <a:lnTo>
                  <a:pt x="1685" y="5065"/>
                </a:lnTo>
                <a:lnTo>
                  <a:pt x="4336" y="8510"/>
                </a:lnTo>
                <a:lnTo>
                  <a:pt x="7155" y="10994"/>
                </a:lnTo>
                <a:lnTo>
                  <a:pt x="10217" y="12760"/>
                </a:lnTo>
                <a:lnTo>
                  <a:pt x="13592" y="14051"/>
                </a:lnTo>
                <a:lnTo>
                  <a:pt x="17361" y="15115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0DC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8" name="contour_19806"/>
          <p:cNvSpPr/>
          <p:nvPr/>
        </p:nvSpPr>
        <p:spPr>
          <a:xfrm>
            <a:off x="4485201" y="223741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689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09" name="contour_19807"/>
          <p:cNvSpPr/>
          <p:nvPr/>
        </p:nvSpPr>
        <p:spPr>
          <a:xfrm>
            <a:off x="10512370" y="223012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56564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0" name="contour_19808"/>
          <p:cNvSpPr/>
          <p:nvPr/>
        </p:nvSpPr>
        <p:spPr>
          <a:xfrm>
            <a:off x="6285335" y="221554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015"/>
                </a:lnTo>
                <a:lnTo>
                  <a:pt x="9158" y="1804"/>
                </a:lnTo>
                <a:lnTo>
                  <a:pt x="12442" y="2624"/>
                </a:lnTo>
                <a:lnTo>
                  <a:pt x="16243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6243" y="17863"/>
                </a:lnTo>
                <a:lnTo>
                  <a:pt x="12442" y="18976"/>
                </a:lnTo>
                <a:lnTo>
                  <a:pt x="9158" y="19796"/>
                </a:lnTo>
                <a:lnTo>
                  <a:pt x="5357" y="20585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A9BC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1" name="contour_19809"/>
          <p:cNvSpPr/>
          <p:nvPr/>
        </p:nvSpPr>
        <p:spPr>
          <a:xfrm>
            <a:off x="3887586" y="2222837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116"/>
                </a:lnTo>
                <a:lnTo>
                  <a:pt x="0" y="11534"/>
                </a:lnTo>
                <a:lnTo>
                  <a:pt x="0" y="6890"/>
                </a:lnTo>
                <a:lnTo>
                  <a:pt x="3618" y="3913"/>
                </a:lnTo>
                <a:lnTo>
                  <a:pt x="6858" y="1950"/>
                </a:lnTo>
                <a:lnTo>
                  <a:pt x="10001" y="779"/>
                </a:lnTo>
                <a:lnTo>
                  <a:pt x="13322" y="207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5F64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2" name="contour_19810"/>
          <p:cNvSpPr/>
          <p:nvPr/>
        </p:nvSpPr>
        <p:spPr>
          <a:xfrm>
            <a:off x="2102028" y="223012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4" y="0"/>
                </a:lnTo>
                <a:lnTo>
                  <a:pt x="6113" y="0"/>
                </a:lnTo>
                <a:lnTo>
                  <a:pt x="9180" y="0"/>
                </a:lnTo>
                <a:lnTo>
                  <a:pt x="12260" y="0"/>
                </a:lnTo>
                <a:lnTo>
                  <a:pt x="15353" y="0"/>
                </a:lnTo>
                <a:lnTo>
                  <a:pt x="18464" y="0"/>
                </a:lnTo>
                <a:lnTo>
                  <a:pt x="21600" y="0"/>
                </a:lnTo>
                <a:lnTo>
                  <a:pt x="19155" y="3053"/>
                </a:lnTo>
                <a:lnTo>
                  <a:pt x="16710" y="6113"/>
                </a:lnTo>
                <a:lnTo>
                  <a:pt x="14256" y="9180"/>
                </a:lnTo>
                <a:lnTo>
                  <a:pt x="11794" y="12262"/>
                </a:lnTo>
                <a:lnTo>
                  <a:pt x="9318" y="15350"/>
                </a:lnTo>
                <a:lnTo>
                  <a:pt x="6830" y="18468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927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3" name="contour_19811"/>
          <p:cNvSpPr/>
          <p:nvPr/>
        </p:nvSpPr>
        <p:spPr>
          <a:xfrm>
            <a:off x="2036436" y="222283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3737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4" name="contour_19812"/>
          <p:cNvSpPr/>
          <p:nvPr/>
        </p:nvSpPr>
        <p:spPr>
          <a:xfrm>
            <a:off x="5534672" y="220826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9"/>
                </a:lnTo>
                <a:lnTo>
                  <a:pt x="16157" y="2678"/>
                </a:lnTo>
                <a:lnTo>
                  <a:pt x="18862" y="403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2992" y="20531"/>
                </a:lnTo>
                <a:lnTo>
                  <a:pt x="9774" y="19456"/>
                </a:lnTo>
                <a:lnTo>
                  <a:pt x="6545" y="18382"/>
                </a:lnTo>
                <a:lnTo>
                  <a:pt x="3289" y="17296"/>
                </a:lnTo>
                <a:lnTo>
                  <a:pt x="0" y="16200"/>
                </a:lnTo>
                <a:lnTo>
                  <a:pt x="1782" y="13527"/>
                </a:lnTo>
                <a:lnTo>
                  <a:pt x="3569" y="10849"/>
                </a:lnTo>
                <a:lnTo>
                  <a:pt x="5357" y="8159"/>
                </a:lnTo>
                <a:lnTo>
                  <a:pt x="7160" y="5459"/>
                </a:lnTo>
                <a:lnTo>
                  <a:pt x="8975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D8D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5" name="contour_19813"/>
          <p:cNvSpPr/>
          <p:nvPr/>
        </p:nvSpPr>
        <p:spPr>
          <a:xfrm>
            <a:off x="4922481" y="22082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3D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6" name="contour_19814"/>
          <p:cNvSpPr/>
          <p:nvPr/>
        </p:nvSpPr>
        <p:spPr>
          <a:xfrm>
            <a:off x="1030694" y="220097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7282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7" name="contour_19815"/>
          <p:cNvSpPr/>
          <p:nvPr/>
        </p:nvSpPr>
        <p:spPr>
          <a:xfrm>
            <a:off x="1737629" y="219368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F6E8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8" name="contour_19816"/>
          <p:cNvSpPr/>
          <p:nvPr/>
        </p:nvSpPr>
        <p:spPr>
          <a:xfrm>
            <a:off x="972390" y="22082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85" y="5357"/>
                </a:lnTo>
                <a:lnTo>
                  <a:pt x="19796" y="9158"/>
                </a:lnTo>
                <a:lnTo>
                  <a:pt x="18976" y="12442"/>
                </a:lnTo>
                <a:lnTo>
                  <a:pt x="17863" y="1624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1413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19" name="contour_19817"/>
          <p:cNvSpPr/>
          <p:nvPr/>
        </p:nvSpPr>
        <p:spPr>
          <a:xfrm>
            <a:off x="2240500" y="2193030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0531" y="4781"/>
                </a:lnTo>
                <a:lnTo>
                  <a:pt x="19456" y="8948"/>
                </a:lnTo>
                <a:lnTo>
                  <a:pt x="18382" y="13128"/>
                </a:lnTo>
                <a:lnTo>
                  <a:pt x="17296" y="17343"/>
                </a:lnTo>
                <a:lnTo>
                  <a:pt x="16200" y="21600"/>
                </a:lnTo>
                <a:lnTo>
                  <a:pt x="12992" y="20216"/>
                </a:lnTo>
                <a:lnTo>
                  <a:pt x="9774" y="18825"/>
                </a:lnTo>
                <a:lnTo>
                  <a:pt x="6545" y="17434"/>
                </a:lnTo>
                <a:lnTo>
                  <a:pt x="3289" y="16029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52565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0" name="contour_19818"/>
          <p:cNvSpPr/>
          <p:nvPr/>
        </p:nvSpPr>
        <p:spPr>
          <a:xfrm>
            <a:off x="833918" y="219368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1101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1" name="contour_19819"/>
          <p:cNvSpPr/>
          <p:nvPr/>
        </p:nvSpPr>
        <p:spPr>
          <a:xfrm>
            <a:off x="5432640" y="216453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8127" y="18927"/>
                </a:lnTo>
                <a:lnTo>
                  <a:pt x="5443" y="16238"/>
                </a:lnTo>
                <a:lnTo>
                  <a:pt x="2738" y="13538"/>
                </a:lnTo>
                <a:lnTo>
                  <a:pt x="0" y="10800"/>
                </a:lnTo>
                <a:lnTo>
                  <a:pt x="3537" y="6799"/>
                </a:lnTo>
                <a:lnTo>
                  <a:pt x="6291" y="3937"/>
                </a:lnTo>
                <a:lnTo>
                  <a:pt x="8645" y="2014"/>
                </a:lnTo>
                <a:lnTo>
                  <a:pt x="10973" y="848"/>
                </a:lnTo>
                <a:lnTo>
                  <a:pt x="13657" y="254"/>
                </a:lnTo>
                <a:lnTo>
                  <a:pt x="17075" y="32"/>
                </a:lnTo>
                <a:lnTo>
                  <a:pt x="21600" y="0"/>
                </a:lnTo>
                <a:close/>
              </a:path>
            </a:pathLst>
          </a:custGeom>
          <a:solidFill>
            <a:srgbClr val="585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2" name="contour_19820"/>
          <p:cNvSpPr/>
          <p:nvPr/>
        </p:nvSpPr>
        <p:spPr>
          <a:xfrm>
            <a:off x="5286881" y="216453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BDC7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3" name="contour_19821"/>
          <p:cNvSpPr/>
          <p:nvPr/>
        </p:nvSpPr>
        <p:spPr>
          <a:xfrm>
            <a:off x="9871027" y="215724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038"/>
                </a:lnTo>
                <a:lnTo>
                  <a:pt x="9210" y="4075"/>
                </a:lnTo>
                <a:lnTo>
                  <a:pt x="11664" y="6120"/>
                </a:lnTo>
                <a:lnTo>
                  <a:pt x="14126" y="8172"/>
                </a:lnTo>
                <a:lnTo>
                  <a:pt x="16602" y="10238"/>
                </a:lnTo>
                <a:lnTo>
                  <a:pt x="19090" y="12312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6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8"/>
                </a:lnTo>
                <a:lnTo>
                  <a:pt x="2743" y="20686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E2EE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4" name="contour_19822"/>
          <p:cNvSpPr/>
          <p:nvPr/>
        </p:nvSpPr>
        <p:spPr>
          <a:xfrm>
            <a:off x="4681977" y="217182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9D1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5" name="contour_19823"/>
          <p:cNvSpPr/>
          <p:nvPr/>
        </p:nvSpPr>
        <p:spPr>
          <a:xfrm>
            <a:off x="7764798" y="215724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618" y="2955"/>
                </a:lnTo>
                <a:lnTo>
                  <a:pt x="18101" y="5106"/>
                </a:lnTo>
                <a:lnTo>
                  <a:pt x="19195" y="7076"/>
                </a:lnTo>
                <a:lnTo>
                  <a:pt x="20246" y="9487"/>
                </a:lnTo>
                <a:lnTo>
                  <a:pt x="21600" y="12960"/>
                </a:lnTo>
                <a:lnTo>
                  <a:pt x="17575" y="15984"/>
                </a:lnTo>
                <a:lnTo>
                  <a:pt x="14731" y="17889"/>
                </a:lnTo>
                <a:lnTo>
                  <a:pt x="11729" y="19492"/>
                </a:lnTo>
                <a:lnTo>
                  <a:pt x="7200" y="21600"/>
                </a:lnTo>
                <a:lnTo>
                  <a:pt x="5594" y="18757"/>
                </a:lnTo>
                <a:lnTo>
                  <a:pt x="4090" y="15924"/>
                </a:lnTo>
                <a:lnTo>
                  <a:pt x="2729" y="13081"/>
                </a:lnTo>
                <a:lnTo>
                  <a:pt x="1555" y="10212"/>
                </a:lnTo>
                <a:lnTo>
                  <a:pt x="634" y="7296"/>
                </a:lnTo>
                <a:lnTo>
                  <a:pt x="0" y="4320"/>
                </a:lnTo>
                <a:lnTo>
                  <a:pt x="4025" y="2428"/>
                </a:lnTo>
                <a:lnTo>
                  <a:pt x="6869" y="1348"/>
                </a:lnTo>
                <a:lnTo>
                  <a:pt x="9871" y="674"/>
                </a:lnTo>
                <a:lnTo>
                  <a:pt x="14400" y="0"/>
                </a:lnTo>
                <a:close/>
              </a:path>
            </a:pathLst>
          </a:custGeom>
          <a:solidFill>
            <a:srgbClr val="B8C4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6" name="contour_19824"/>
          <p:cNvSpPr/>
          <p:nvPr/>
        </p:nvSpPr>
        <p:spPr>
          <a:xfrm>
            <a:off x="6904815" y="215724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6E4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7" name="contour_19825"/>
          <p:cNvSpPr/>
          <p:nvPr/>
        </p:nvSpPr>
        <p:spPr>
          <a:xfrm>
            <a:off x="4026058" y="21426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5E1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8" name="contour_19826"/>
          <p:cNvSpPr/>
          <p:nvPr/>
        </p:nvSpPr>
        <p:spPr>
          <a:xfrm>
            <a:off x="2488292" y="213538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20261" y="13473"/>
                </a:lnTo>
                <a:lnTo>
                  <a:pt x="18922" y="16162"/>
                </a:lnTo>
                <a:lnTo>
                  <a:pt x="17566" y="18862"/>
                </a:lnTo>
                <a:lnTo>
                  <a:pt x="16200" y="21600"/>
                </a:lnTo>
                <a:lnTo>
                  <a:pt x="12749" y="19580"/>
                </a:lnTo>
                <a:lnTo>
                  <a:pt x="10201" y="18052"/>
                </a:lnTo>
                <a:lnTo>
                  <a:pt x="8100" y="16708"/>
                </a:lnTo>
                <a:lnTo>
                  <a:pt x="5999" y="15250"/>
                </a:lnTo>
                <a:lnTo>
                  <a:pt x="3451" y="13381"/>
                </a:lnTo>
                <a:lnTo>
                  <a:pt x="0" y="10800"/>
                </a:lnTo>
                <a:lnTo>
                  <a:pt x="0" y="7231"/>
                </a:lnTo>
                <a:lnTo>
                  <a:pt x="0" y="3640"/>
                </a:lnTo>
                <a:lnTo>
                  <a:pt x="0" y="0"/>
                </a:lnTo>
                <a:close/>
              </a:path>
            </a:pathLst>
          </a:custGeom>
          <a:solidFill>
            <a:srgbClr val="CDB77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29" name="contour_19827"/>
          <p:cNvSpPr/>
          <p:nvPr/>
        </p:nvSpPr>
        <p:spPr>
          <a:xfrm>
            <a:off x="2327956" y="21426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D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0" name="contour_19828"/>
          <p:cNvSpPr/>
          <p:nvPr/>
        </p:nvSpPr>
        <p:spPr>
          <a:xfrm>
            <a:off x="5250441" y="214267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7280" y="0"/>
                </a:moveTo>
                <a:lnTo>
                  <a:pt x="18611" y="5357"/>
                </a:lnTo>
                <a:lnTo>
                  <a:pt x="19500" y="9158"/>
                </a:lnTo>
                <a:lnTo>
                  <a:pt x="20157" y="12442"/>
                </a:lnTo>
                <a:lnTo>
                  <a:pt x="20788" y="16243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2830" y="9065"/>
                </a:lnTo>
                <a:lnTo>
                  <a:pt x="5033" y="5249"/>
                </a:lnTo>
                <a:lnTo>
                  <a:pt x="6916" y="2686"/>
                </a:lnTo>
                <a:lnTo>
                  <a:pt x="8778" y="1130"/>
                </a:lnTo>
                <a:lnTo>
                  <a:pt x="10925" y="338"/>
                </a:lnTo>
                <a:lnTo>
                  <a:pt x="13660" y="43"/>
                </a:lnTo>
                <a:lnTo>
                  <a:pt x="17280" y="0"/>
                </a:lnTo>
                <a:close/>
              </a:path>
            </a:pathLst>
          </a:custGeom>
          <a:solidFill>
            <a:srgbClr val="7769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1" name="contour_19829"/>
          <p:cNvSpPr/>
          <p:nvPr/>
        </p:nvSpPr>
        <p:spPr>
          <a:xfrm>
            <a:off x="2306092" y="213538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601" y="2020"/>
                </a:lnTo>
                <a:lnTo>
                  <a:pt x="7999" y="3548"/>
                </a:lnTo>
                <a:lnTo>
                  <a:pt x="10800" y="4892"/>
                </a:lnTo>
                <a:lnTo>
                  <a:pt x="13601" y="6350"/>
                </a:lnTo>
                <a:lnTo>
                  <a:pt x="16999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C4D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2" name="contour_19830"/>
          <p:cNvSpPr/>
          <p:nvPr/>
        </p:nvSpPr>
        <p:spPr>
          <a:xfrm>
            <a:off x="5082817" y="212080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A4D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3" name="contour_19831"/>
          <p:cNvSpPr/>
          <p:nvPr/>
        </p:nvSpPr>
        <p:spPr>
          <a:xfrm>
            <a:off x="4542522" y="2113518"/>
            <a:ext cx="2383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92" y="0"/>
                </a:moveTo>
                <a:lnTo>
                  <a:pt x="5806" y="853"/>
                </a:lnTo>
                <a:lnTo>
                  <a:pt x="9294" y="1561"/>
                </a:lnTo>
                <a:lnTo>
                  <a:pt x="12306" y="2381"/>
                </a:lnTo>
                <a:lnTo>
                  <a:pt x="15794" y="3575"/>
                </a:lnTo>
                <a:lnTo>
                  <a:pt x="20708" y="5400"/>
                </a:lnTo>
                <a:lnTo>
                  <a:pt x="21303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03" y="17744"/>
                </a:lnTo>
                <a:lnTo>
                  <a:pt x="20708" y="21600"/>
                </a:lnTo>
                <a:lnTo>
                  <a:pt x="15794" y="20747"/>
                </a:lnTo>
                <a:lnTo>
                  <a:pt x="12306" y="20039"/>
                </a:lnTo>
                <a:lnTo>
                  <a:pt x="9294" y="19219"/>
                </a:lnTo>
                <a:lnTo>
                  <a:pt x="5806" y="18025"/>
                </a:lnTo>
                <a:lnTo>
                  <a:pt x="892" y="16200"/>
                </a:lnTo>
                <a:lnTo>
                  <a:pt x="297" y="12020"/>
                </a:lnTo>
                <a:lnTo>
                  <a:pt x="0" y="9088"/>
                </a:lnTo>
                <a:lnTo>
                  <a:pt x="0" y="6626"/>
                </a:lnTo>
                <a:lnTo>
                  <a:pt x="297" y="3856"/>
                </a:lnTo>
                <a:lnTo>
                  <a:pt x="892" y="0"/>
                </a:lnTo>
                <a:close/>
              </a:path>
            </a:pathLst>
          </a:custGeom>
          <a:solidFill>
            <a:srgbClr val="6895B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4" name="contour_19832"/>
          <p:cNvSpPr/>
          <p:nvPr/>
        </p:nvSpPr>
        <p:spPr>
          <a:xfrm>
            <a:off x="4040634" y="211351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3019"/>
                </a:lnTo>
                <a:lnTo>
                  <a:pt x="16708" y="5152"/>
                </a:lnTo>
                <a:lnTo>
                  <a:pt x="18776" y="7403"/>
                </a:lnTo>
                <a:lnTo>
                  <a:pt x="21600" y="10800"/>
                </a:lnTo>
                <a:lnTo>
                  <a:pt x="18776" y="14197"/>
                </a:lnTo>
                <a:lnTo>
                  <a:pt x="16708" y="16448"/>
                </a:lnTo>
                <a:lnTo>
                  <a:pt x="14386" y="18581"/>
                </a:lnTo>
                <a:lnTo>
                  <a:pt x="10800" y="21600"/>
                </a:lnTo>
                <a:lnTo>
                  <a:pt x="7214" y="20758"/>
                </a:lnTo>
                <a:lnTo>
                  <a:pt x="4892" y="19915"/>
                </a:lnTo>
                <a:lnTo>
                  <a:pt x="2824" y="18565"/>
                </a:lnTo>
                <a:lnTo>
                  <a:pt x="0" y="16200"/>
                </a:lnTo>
                <a:lnTo>
                  <a:pt x="0" y="12631"/>
                </a:lnTo>
                <a:lnTo>
                  <a:pt x="0" y="9040"/>
                </a:lnTo>
                <a:lnTo>
                  <a:pt x="0" y="5400"/>
                </a:lnTo>
                <a:lnTo>
                  <a:pt x="2824" y="3035"/>
                </a:lnTo>
                <a:lnTo>
                  <a:pt x="4892" y="1685"/>
                </a:lnTo>
                <a:lnTo>
                  <a:pt x="7214" y="842"/>
                </a:lnTo>
                <a:lnTo>
                  <a:pt x="10800" y="0"/>
                </a:lnTo>
                <a:close/>
              </a:path>
            </a:pathLst>
          </a:custGeom>
          <a:solidFill>
            <a:srgbClr val="7173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5" name="contour_19833"/>
          <p:cNvSpPr/>
          <p:nvPr/>
        </p:nvSpPr>
        <p:spPr>
          <a:xfrm>
            <a:off x="2247788" y="209894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2290" y="18544"/>
                </a:lnTo>
                <a:lnTo>
                  <a:pt x="4585" y="15487"/>
                </a:lnTo>
                <a:lnTo>
                  <a:pt x="6885" y="12420"/>
                </a:lnTo>
                <a:lnTo>
                  <a:pt x="9196" y="9342"/>
                </a:lnTo>
                <a:lnTo>
                  <a:pt x="11513" y="6248"/>
                </a:lnTo>
                <a:lnTo>
                  <a:pt x="13851" y="3137"/>
                </a:lnTo>
                <a:lnTo>
                  <a:pt x="16200" y="0"/>
                </a:lnTo>
                <a:close/>
              </a:path>
            </a:pathLst>
          </a:custGeom>
          <a:solidFill>
            <a:srgbClr val="83807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6" name="contour_19834"/>
          <p:cNvSpPr/>
          <p:nvPr/>
        </p:nvSpPr>
        <p:spPr>
          <a:xfrm>
            <a:off x="2051012" y="211351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80848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7" name="contour_19835"/>
          <p:cNvSpPr/>
          <p:nvPr/>
        </p:nvSpPr>
        <p:spPr>
          <a:xfrm>
            <a:off x="7254638" y="2091654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1031"/>
                </a:lnTo>
                <a:lnTo>
                  <a:pt x="13981" y="1939"/>
                </a:lnTo>
                <a:lnTo>
                  <a:pt x="16819" y="3224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819" y="20531"/>
                </a:lnTo>
                <a:lnTo>
                  <a:pt x="12652" y="19456"/>
                </a:lnTo>
                <a:lnTo>
                  <a:pt x="8472" y="18382"/>
                </a:lnTo>
                <a:lnTo>
                  <a:pt x="4257" y="17296"/>
                </a:lnTo>
                <a:lnTo>
                  <a:pt x="0" y="16200"/>
                </a:lnTo>
                <a:lnTo>
                  <a:pt x="1384" y="12992"/>
                </a:lnTo>
                <a:lnTo>
                  <a:pt x="2775" y="9774"/>
                </a:lnTo>
                <a:lnTo>
                  <a:pt x="4166" y="6545"/>
                </a:lnTo>
                <a:lnTo>
                  <a:pt x="5571" y="3289"/>
                </a:lnTo>
                <a:lnTo>
                  <a:pt x="6990" y="0"/>
                </a:lnTo>
                <a:close/>
              </a:path>
            </a:pathLst>
          </a:custGeom>
          <a:solidFill>
            <a:srgbClr val="898A8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8" name="contour_19836"/>
          <p:cNvSpPr/>
          <p:nvPr/>
        </p:nvSpPr>
        <p:spPr>
          <a:xfrm>
            <a:off x="3880298" y="208436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246" y="9418"/>
                </a:lnTo>
                <a:lnTo>
                  <a:pt x="19195" y="12269"/>
                </a:lnTo>
                <a:lnTo>
                  <a:pt x="18101" y="14731"/>
                </a:lnTo>
                <a:lnTo>
                  <a:pt x="16618" y="17582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4C5B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39" name="contour_19837"/>
          <p:cNvSpPr/>
          <p:nvPr/>
        </p:nvSpPr>
        <p:spPr>
          <a:xfrm>
            <a:off x="2051012" y="209165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30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0" name="contour_19838"/>
          <p:cNvSpPr/>
          <p:nvPr/>
        </p:nvSpPr>
        <p:spPr>
          <a:xfrm>
            <a:off x="644430" y="209165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CFB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1" name="contour_19839"/>
          <p:cNvSpPr/>
          <p:nvPr/>
        </p:nvSpPr>
        <p:spPr>
          <a:xfrm>
            <a:off x="10053227" y="207707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A5A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2" name="contour_19840"/>
          <p:cNvSpPr/>
          <p:nvPr/>
        </p:nvSpPr>
        <p:spPr>
          <a:xfrm>
            <a:off x="5053665" y="207707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BFD2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3" name="contour_19841"/>
          <p:cNvSpPr/>
          <p:nvPr/>
        </p:nvSpPr>
        <p:spPr>
          <a:xfrm>
            <a:off x="4142666" y="208436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950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4" name="contour_19842"/>
          <p:cNvSpPr/>
          <p:nvPr/>
        </p:nvSpPr>
        <p:spPr>
          <a:xfrm>
            <a:off x="710022" y="206250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9D5C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5" name="contour_19843"/>
          <p:cNvSpPr/>
          <p:nvPr/>
        </p:nvSpPr>
        <p:spPr>
          <a:xfrm>
            <a:off x="10067803" y="2048771"/>
            <a:ext cx="29152" cy="2101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468"/>
                </a:moveTo>
                <a:lnTo>
                  <a:pt x="18047" y="2749"/>
                </a:lnTo>
                <a:lnTo>
                  <a:pt x="21600" y="6621"/>
                </a:lnTo>
                <a:lnTo>
                  <a:pt x="21600" y="11571"/>
                </a:lnTo>
                <a:lnTo>
                  <a:pt x="21600" y="1655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6649"/>
                </a:lnTo>
                <a:lnTo>
                  <a:pt x="0" y="11669"/>
                </a:lnTo>
                <a:lnTo>
                  <a:pt x="0" y="6621"/>
                </a:lnTo>
                <a:lnTo>
                  <a:pt x="3434" y="3153"/>
                </a:lnTo>
                <a:lnTo>
                  <a:pt x="6426" y="966"/>
                </a:lnTo>
                <a:lnTo>
                  <a:pt x="9380" y="0"/>
                </a:lnTo>
                <a:lnTo>
                  <a:pt x="12728" y="187"/>
                </a:lnTo>
                <a:lnTo>
                  <a:pt x="16875" y="1468"/>
                </a:lnTo>
                <a:close/>
              </a:path>
            </a:pathLst>
          </a:custGeom>
          <a:solidFill>
            <a:srgbClr val="F2F5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6" name="contour_19844"/>
          <p:cNvSpPr/>
          <p:nvPr/>
        </p:nvSpPr>
        <p:spPr>
          <a:xfrm>
            <a:off x="7815814" y="20479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FE8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7" name="contour_19845"/>
          <p:cNvSpPr/>
          <p:nvPr/>
        </p:nvSpPr>
        <p:spPr>
          <a:xfrm>
            <a:off x="2204060" y="204792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1D1D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8" name="contour_19846"/>
          <p:cNvSpPr/>
          <p:nvPr/>
        </p:nvSpPr>
        <p:spPr>
          <a:xfrm>
            <a:off x="1409669" y="205521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1A29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49" name="contour_19847"/>
          <p:cNvSpPr/>
          <p:nvPr/>
        </p:nvSpPr>
        <p:spPr>
          <a:xfrm>
            <a:off x="10803890" y="203335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EBF3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0" name="contour_19848"/>
          <p:cNvSpPr/>
          <p:nvPr/>
        </p:nvSpPr>
        <p:spPr>
          <a:xfrm>
            <a:off x="965102" y="204792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6A7A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1" name="contour_19849"/>
          <p:cNvSpPr/>
          <p:nvPr/>
        </p:nvSpPr>
        <p:spPr>
          <a:xfrm>
            <a:off x="2393548" y="20333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2F1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2" name="contour_19850"/>
          <p:cNvSpPr/>
          <p:nvPr/>
        </p:nvSpPr>
        <p:spPr>
          <a:xfrm>
            <a:off x="2335244" y="2018774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445"/>
                </a:lnTo>
                <a:lnTo>
                  <a:pt x="13856" y="4890"/>
                </a:lnTo>
                <a:lnTo>
                  <a:pt x="15390" y="7344"/>
                </a:lnTo>
                <a:lnTo>
                  <a:pt x="16929" y="9806"/>
                </a:lnTo>
                <a:lnTo>
                  <a:pt x="18479" y="12282"/>
                </a:lnTo>
                <a:lnTo>
                  <a:pt x="20034" y="14770"/>
                </a:lnTo>
                <a:lnTo>
                  <a:pt x="21600" y="17280"/>
                </a:lnTo>
                <a:lnTo>
                  <a:pt x="20428" y="17747"/>
                </a:lnTo>
                <a:lnTo>
                  <a:pt x="18911" y="18356"/>
                </a:lnTo>
                <a:lnTo>
                  <a:pt x="16043" y="19505"/>
                </a:lnTo>
                <a:lnTo>
                  <a:pt x="10800" y="21600"/>
                </a:lnTo>
                <a:lnTo>
                  <a:pt x="7214" y="19185"/>
                </a:lnTo>
                <a:lnTo>
                  <a:pt x="4892" y="17479"/>
                </a:lnTo>
                <a:lnTo>
                  <a:pt x="2824" y="15677"/>
                </a:lnTo>
                <a:lnTo>
                  <a:pt x="0" y="12960"/>
                </a:lnTo>
                <a:lnTo>
                  <a:pt x="3569" y="12960"/>
                </a:lnTo>
                <a:lnTo>
                  <a:pt x="7160" y="12960"/>
                </a:lnTo>
                <a:lnTo>
                  <a:pt x="10800" y="12960"/>
                </a:lnTo>
                <a:lnTo>
                  <a:pt x="10800" y="10394"/>
                </a:lnTo>
                <a:lnTo>
                  <a:pt x="10800" y="7819"/>
                </a:lnTo>
                <a:lnTo>
                  <a:pt x="10800" y="5236"/>
                </a:lnTo>
                <a:lnTo>
                  <a:pt x="10800" y="2631"/>
                </a:lnTo>
                <a:lnTo>
                  <a:pt x="10800" y="0"/>
                </a:lnTo>
                <a:close/>
              </a:path>
            </a:pathLst>
          </a:custGeom>
          <a:solidFill>
            <a:srgbClr val="54535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3" name="contour_19851"/>
          <p:cNvSpPr/>
          <p:nvPr/>
        </p:nvSpPr>
        <p:spPr>
          <a:xfrm>
            <a:off x="3843858" y="20114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7582" y="16618"/>
                </a:lnTo>
                <a:lnTo>
                  <a:pt x="14731" y="18101"/>
                </a:lnTo>
                <a:lnTo>
                  <a:pt x="12269" y="19195"/>
                </a:lnTo>
                <a:lnTo>
                  <a:pt x="9418" y="2024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9CFD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4" name="contour_19852"/>
          <p:cNvSpPr/>
          <p:nvPr/>
        </p:nvSpPr>
        <p:spPr>
          <a:xfrm>
            <a:off x="1832373" y="19969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CCCC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5" name="contour_19853"/>
          <p:cNvSpPr/>
          <p:nvPr/>
        </p:nvSpPr>
        <p:spPr>
          <a:xfrm>
            <a:off x="1752205" y="1995926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052" y="16770"/>
                </a:lnTo>
                <a:lnTo>
                  <a:pt x="15250" y="17886"/>
                </a:lnTo>
                <a:lnTo>
                  <a:pt x="10800" y="19016"/>
                </a:lnTo>
                <a:lnTo>
                  <a:pt x="9288" y="19402"/>
                </a:lnTo>
                <a:lnTo>
                  <a:pt x="4725" y="20580"/>
                </a:lnTo>
                <a:lnTo>
                  <a:pt x="2381" y="2109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F1E9C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6" name="contour_19854"/>
          <p:cNvSpPr/>
          <p:nvPr/>
        </p:nvSpPr>
        <p:spPr>
          <a:xfrm>
            <a:off x="5126545" y="198962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4D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7" name="contour_19855"/>
          <p:cNvSpPr/>
          <p:nvPr/>
        </p:nvSpPr>
        <p:spPr>
          <a:xfrm>
            <a:off x="345622" y="197504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399" y="2847"/>
                </a:lnTo>
                <a:lnTo>
                  <a:pt x="18522" y="5681"/>
                </a:lnTo>
                <a:lnTo>
                  <a:pt x="19537" y="8523"/>
                </a:lnTo>
                <a:lnTo>
                  <a:pt x="20407" y="11392"/>
                </a:lnTo>
                <a:lnTo>
                  <a:pt x="21109" y="14304"/>
                </a:lnTo>
                <a:lnTo>
                  <a:pt x="21600" y="17280"/>
                </a:lnTo>
                <a:lnTo>
                  <a:pt x="18965" y="19475"/>
                </a:lnTo>
                <a:lnTo>
                  <a:pt x="16961" y="20654"/>
                </a:lnTo>
                <a:lnTo>
                  <a:pt x="14580" y="21228"/>
                </a:lnTo>
                <a:lnTo>
                  <a:pt x="10800" y="21600"/>
                </a:lnTo>
                <a:lnTo>
                  <a:pt x="7214" y="19185"/>
                </a:lnTo>
                <a:lnTo>
                  <a:pt x="4892" y="17479"/>
                </a:lnTo>
                <a:lnTo>
                  <a:pt x="2824" y="15677"/>
                </a:lnTo>
                <a:lnTo>
                  <a:pt x="0" y="12960"/>
                </a:lnTo>
                <a:lnTo>
                  <a:pt x="3569" y="12960"/>
                </a:lnTo>
                <a:lnTo>
                  <a:pt x="7160" y="12960"/>
                </a:lnTo>
                <a:lnTo>
                  <a:pt x="10800" y="12960"/>
                </a:lnTo>
                <a:lnTo>
                  <a:pt x="12463" y="9746"/>
                </a:lnTo>
                <a:lnTo>
                  <a:pt x="13576" y="7465"/>
                </a:lnTo>
                <a:lnTo>
                  <a:pt x="14396" y="5495"/>
                </a:lnTo>
                <a:lnTo>
                  <a:pt x="15185" y="3214"/>
                </a:lnTo>
                <a:lnTo>
                  <a:pt x="16200" y="0"/>
                </a:lnTo>
                <a:close/>
              </a:path>
            </a:pathLst>
          </a:custGeom>
          <a:solidFill>
            <a:srgbClr val="E3E2E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8" name="contour_19856"/>
          <p:cNvSpPr/>
          <p:nvPr/>
        </p:nvSpPr>
        <p:spPr>
          <a:xfrm>
            <a:off x="753750" y="195318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C6C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59" name="contour_19857"/>
          <p:cNvSpPr/>
          <p:nvPr/>
        </p:nvSpPr>
        <p:spPr>
          <a:xfrm>
            <a:off x="9892891" y="1961854"/>
            <a:ext cx="36440" cy="27767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4592"/>
                </a:moveTo>
                <a:lnTo>
                  <a:pt x="20965" y="5839"/>
                </a:lnTo>
                <a:lnTo>
                  <a:pt x="20330" y="7092"/>
                </a:lnTo>
                <a:lnTo>
                  <a:pt x="19453" y="8821"/>
                </a:lnTo>
                <a:lnTo>
                  <a:pt x="18088" y="11503"/>
                </a:lnTo>
                <a:lnTo>
                  <a:pt x="16006" y="15602"/>
                </a:lnTo>
                <a:lnTo>
                  <a:pt x="12960" y="21600"/>
                </a:lnTo>
                <a:lnTo>
                  <a:pt x="12960" y="17853"/>
                </a:lnTo>
                <a:lnTo>
                  <a:pt x="12960" y="14083"/>
                </a:lnTo>
                <a:lnTo>
                  <a:pt x="12960" y="10261"/>
                </a:lnTo>
                <a:lnTo>
                  <a:pt x="9746" y="8515"/>
                </a:lnTo>
                <a:lnTo>
                  <a:pt x="7465" y="7347"/>
                </a:lnTo>
                <a:lnTo>
                  <a:pt x="5495" y="6486"/>
                </a:lnTo>
                <a:lnTo>
                  <a:pt x="3214" y="5658"/>
                </a:lnTo>
                <a:lnTo>
                  <a:pt x="0" y="4592"/>
                </a:lnTo>
                <a:lnTo>
                  <a:pt x="3300" y="2013"/>
                </a:lnTo>
                <a:lnTo>
                  <a:pt x="6303" y="527"/>
                </a:lnTo>
                <a:lnTo>
                  <a:pt x="9150" y="0"/>
                </a:lnTo>
                <a:lnTo>
                  <a:pt x="11966" y="278"/>
                </a:lnTo>
                <a:lnTo>
                  <a:pt x="14891" y="1230"/>
                </a:lnTo>
                <a:lnTo>
                  <a:pt x="18058" y="2716"/>
                </a:lnTo>
                <a:lnTo>
                  <a:pt x="21600" y="4592"/>
                </a:lnTo>
                <a:close/>
              </a:path>
            </a:pathLst>
          </a:custGeom>
          <a:solidFill>
            <a:srgbClr val="EAF0E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0" name="contour_19858"/>
          <p:cNvSpPr/>
          <p:nvPr/>
        </p:nvSpPr>
        <p:spPr>
          <a:xfrm>
            <a:off x="7028711" y="1945894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126" y="853"/>
                </a:lnTo>
                <a:lnTo>
                  <a:pt x="8764" y="1561"/>
                </a:lnTo>
                <a:lnTo>
                  <a:pt x="11906" y="2381"/>
                </a:lnTo>
                <a:lnTo>
                  <a:pt x="15544" y="3575"/>
                </a:lnTo>
                <a:lnTo>
                  <a:pt x="20670" y="5400"/>
                </a:lnTo>
                <a:lnTo>
                  <a:pt x="212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290" y="17744"/>
                </a:lnTo>
                <a:lnTo>
                  <a:pt x="20670" y="21600"/>
                </a:lnTo>
                <a:lnTo>
                  <a:pt x="16116" y="21600"/>
                </a:lnTo>
                <a:lnTo>
                  <a:pt x="11534" y="21600"/>
                </a:lnTo>
                <a:lnTo>
                  <a:pt x="6890" y="21600"/>
                </a:lnTo>
                <a:lnTo>
                  <a:pt x="4830" y="18052"/>
                </a:lnTo>
                <a:lnTo>
                  <a:pt x="3714" y="15250"/>
                </a:lnTo>
                <a:lnTo>
                  <a:pt x="2584" y="10800"/>
                </a:lnTo>
                <a:lnTo>
                  <a:pt x="1805" y="7787"/>
                </a:lnTo>
                <a:lnTo>
                  <a:pt x="1020" y="4725"/>
                </a:lnTo>
                <a:lnTo>
                  <a:pt x="510" y="2381"/>
                </a:lnTo>
                <a:lnTo>
                  <a:pt x="0" y="0"/>
                </a:lnTo>
                <a:close/>
              </a:path>
            </a:pathLst>
          </a:custGeom>
          <a:solidFill>
            <a:srgbClr val="D1D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1" name="contour_19859"/>
          <p:cNvSpPr/>
          <p:nvPr/>
        </p:nvSpPr>
        <p:spPr>
          <a:xfrm>
            <a:off x="2284228" y="19604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6262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2" name="contour_19860"/>
          <p:cNvSpPr/>
          <p:nvPr/>
        </p:nvSpPr>
        <p:spPr>
          <a:xfrm>
            <a:off x="221726" y="19604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F9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3" name="contour_19861"/>
          <p:cNvSpPr/>
          <p:nvPr/>
        </p:nvSpPr>
        <p:spPr>
          <a:xfrm>
            <a:off x="8646645" y="19386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6474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4" name="contour_19862"/>
          <p:cNvSpPr/>
          <p:nvPr/>
        </p:nvSpPr>
        <p:spPr>
          <a:xfrm>
            <a:off x="1256621" y="19386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7582" y="16618"/>
                </a:lnTo>
                <a:lnTo>
                  <a:pt x="14731" y="18101"/>
                </a:lnTo>
                <a:lnTo>
                  <a:pt x="12269" y="19195"/>
                </a:lnTo>
                <a:lnTo>
                  <a:pt x="9418" y="2024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F1C1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5" name="contour_19863"/>
          <p:cNvSpPr/>
          <p:nvPr/>
        </p:nvSpPr>
        <p:spPr>
          <a:xfrm>
            <a:off x="1118149" y="1938606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13"/>
                </a:lnTo>
                <a:lnTo>
                  <a:pt x="7209" y="1674"/>
                </a:lnTo>
                <a:lnTo>
                  <a:pt x="10800" y="2584"/>
                </a:lnTo>
                <a:lnTo>
                  <a:pt x="13813" y="3307"/>
                </a:lnTo>
                <a:lnTo>
                  <a:pt x="16875" y="4038"/>
                </a:lnTo>
                <a:lnTo>
                  <a:pt x="19219" y="5450"/>
                </a:lnTo>
                <a:lnTo>
                  <a:pt x="21600" y="6890"/>
                </a:lnTo>
                <a:lnTo>
                  <a:pt x="21600" y="11444"/>
                </a:lnTo>
                <a:lnTo>
                  <a:pt x="21600" y="16026"/>
                </a:lnTo>
                <a:lnTo>
                  <a:pt x="21600" y="20670"/>
                </a:lnTo>
                <a:lnTo>
                  <a:pt x="17744" y="212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290"/>
                </a:lnTo>
                <a:lnTo>
                  <a:pt x="5400" y="20670"/>
                </a:lnTo>
                <a:lnTo>
                  <a:pt x="3575" y="15544"/>
                </a:lnTo>
                <a:lnTo>
                  <a:pt x="2381" y="11906"/>
                </a:lnTo>
                <a:lnTo>
                  <a:pt x="1561" y="8764"/>
                </a:lnTo>
                <a:lnTo>
                  <a:pt x="853" y="5126"/>
                </a:lnTo>
                <a:lnTo>
                  <a:pt x="0" y="0"/>
                </a:lnTo>
                <a:close/>
              </a:path>
            </a:pathLst>
          </a:custGeom>
          <a:solidFill>
            <a:srgbClr val="14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6" name="contour_19864"/>
          <p:cNvSpPr/>
          <p:nvPr/>
        </p:nvSpPr>
        <p:spPr>
          <a:xfrm>
            <a:off x="11299474" y="192403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806"/>
                </a:lnTo>
                <a:lnTo>
                  <a:pt x="2341" y="1562"/>
                </a:lnTo>
                <a:lnTo>
                  <a:pt x="3646" y="2426"/>
                </a:lnTo>
                <a:lnTo>
                  <a:pt x="5374" y="3586"/>
                </a:lnTo>
                <a:lnTo>
                  <a:pt x="7780" y="5184"/>
                </a:lnTo>
                <a:lnTo>
                  <a:pt x="11115" y="7409"/>
                </a:lnTo>
                <a:lnTo>
                  <a:pt x="15638" y="10426"/>
                </a:lnTo>
                <a:lnTo>
                  <a:pt x="21600" y="14400"/>
                </a:lnTo>
                <a:lnTo>
                  <a:pt x="18749" y="15588"/>
                </a:lnTo>
                <a:lnTo>
                  <a:pt x="15893" y="16776"/>
                </a:lnTo>
                <a:lnTo>
                  <a:pt x="13025" y="17971"/>
                </a:lnTo>
                <a:lnTo>
                  <a:pt x="10143" y="19174"/>
                </a:lnTo>
                <a:lnTo>
                  <a:pt x="7245" y="2038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8DA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7" name="contour_19865"/>
          <p:cNvSpPr/>
          <p:nvPr/>
        </p:nvSpPr>
        <p:spPr>
          <a:xfrm>
            <a:off x="1416957" y="19386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905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CA79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8" name="contour_19866"/>
          <p:cNvSpPr/>
          <p:nvPr/>
        </p:nvSpPr>
        <p:spPr>
          <a:xfrm>
            <a:off x="11314050" y="190945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15" y="16243"/>
                </a:lnTo>
                <a:lnTo>
                  <a:pt x="1804" y="12442"/>
                </a:lnTo>
                <a:lnTo>
                  <a:pt x="2624" y="9158"/>
                </a:lnTo>
                <a:lnTo>
                  <a:pt x="3737" y="5357"/>
                </a:lnTo>
                <a:lnTo>
                  <a:pt x="5400" y="0"/>
                </a:lnTo>
                <a:close/>
              </a:path>
            </a:pathLst>
          </a:custGeom>
          <a:solidFill>
            <a:srgbClr val="46434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69" name="contour_19867"/>
          <p:cNvSpPr/>
          <p:nvPr/>
        </p:nvSpPr>
        <p:spPr>
          <a:xfrm>
            <a:off x="7808526" y="190216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5590" y="526"/>
                </a:lnTo>
                <a:lnTo>
                  <a:pt x="6860" y="1058"/>
                </a:lnTo>
                <a:lnTo>
                  <a:pt x="8618" y="1793"/>
                </a:lnTo>
                <a:lnTo>
                  <a:pt x="11340" y="2923"/>
                </a:lnTo>
                <a:lnTo>
                  <a:pt x="15509" y="4658"/>
                </a:lnTo>
                <a:lnTo>
                  <a:pt x="21600" y="7200"/>
                </a:lnTo>
                <a:lnTo>
                  <a:pt x="18926" y="8986"/>
                </a:lnTo>
                <a:lnTo>
                  <a:pt x="16252" y="10764"/>
                </a:lnTo>
                <a:lnTo>
                  <a:pt x="13569" y="12557"/>
                </a:lnTo>
                <a:lnTo>
                  <a:pt x="10882" y="14350"/>
                </a:lnTo>
                <a:lnTo>
                  <a:pt x="8182" y="16142"/>
                </a:lnTo>
                <a:lnTo>
                  <a:pt x="5469" y="17950"/>
                </a:lnTo>
                <a:lnTo>
                  <a:pt x="2743" y="19771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E0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0" name="contour_19868"/>
          <p:cNvSpPr/>
          <p:nvPr/>
        </p:nvSpPr>
        <p:spPr>
          <a:xfrm>
            <a:off x="4784009" y="19021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CBDD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1" name="contour_19869"/>
          <p:cNvSpPr/>
          <p:nvPr/>
        </p:nvSpPr>
        <p:spPr>
          <a:xfrm>
            <a:off x="7772086" y="1902166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1031"/>
                </a:lnTo>
                <a:lnTo>
                  <a:pt x="13981" y="1939"/>
                </a:lnTo>
                <a:lnTo>
                  <a:pt x="16819" y="3224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819" y="21600"/>
                </a:lnTo>
                <a:lnTo>
                  <a:pt x="12652" y="21600"/>
                </a:lnTo>
                <a:lnTo>
                  <a:pt x="8472" y="21600"/>
                </a:lnTo>
                <a:lnTo>
                  <a:pt x="4257" y="21600"/>
                </a:lnTo>
                <a:lnTo>
                  <a:pt x="0" y="21600"/>
                </a:lnTo>
                <a:lnTo>
                  <a:pt x="1153" y="18036"/>
                </a:lnTo>
                <a:lnTo>
                  <a:pt x="2307" y="14467"/>
                </a:lnTo>
                <a:lnTo>
                  <a:pt x="3467" y="10881"/>
                </a:lnTo>
                <a:lnTo>
                  <a:pt x="4635" y="7279"/>
                </a:lnTo>
                <a:lnTo>
                  <a:pt x="5809" y="3656"/>
                </a:lnTo>
                <a:lnTo>
                  <a:pt x="6990" y="0"/>
                </a:lnTo>
                <a:close/>
              </a:path>
            </a:pathLst>
          </a:custGeom>
          <a:solidFill>
            <a:srgbClr val="A5AB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2" name="contour_19870"/>
          <p:cNvSpPr/>
          <p:nvPr/>
        </p:nvSpPr>
        <p:spPr>
          <a:xfrm>
            <a:off x="4040634" y="190945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73676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3" name="contour_19871"/>
          <p:cNvSpPr/>
          <p:nvPr/>
        </p:nvSpPr>
        <p:spPr>
          <a:xfrm>
            <a:off x="1270213" y="1887590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42414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4" name="contour_19872"/>
          <p:cNvSpPr/>
          <p:nvPr/>
        </p:nvSpPr>
        <p:spPr>
          <a:xfrm>
            <a:off x="7043286" y="18875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C4B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5" name="contour_19873"/>
          <p:cNvSpPr/>
          <p:nvPr/>
        </p:nvSpPr>
        <p:spPr>
          <a:xfrm>
            <a:off x="6890239" y="189487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BAFB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6" name="contour_19874"/>
          <p:cNvSpPr/>
          <p:nvPr/>
        </p:nvSpPr>
        <p:spPr>
          <a:xfrm>
            <a:off x="1570005" y="185843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1226"/>
                </a:lnTo>
                <a:lnTo>
                  <a:pt x="16708" y="2192"/>
                </a:lnTo>
                <a:lnTo>
                  <a:pt x="18776" y="3418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3527" y="19818"/>
                </a:lnTo>
                <a:lnTo>
                  <a:pt x="10849" y="18031"/>
                </a:lnTo>
                <a:lnTo>
                  <a:pt x="8159" y="16238"/>
                </a:lnTo>
                <a:lnTo>
                  <a:pt x="5459" y="14440"/>
                </a:lnTo>
                <a:lnTo>
                  <a:pt x="2743" y="12625"/>
                </a:lnTo>
                <a:lnTo>
                  <a:pt x="0" y="10800"/>
                </a:lnTo>
                <a:lnTo>
                  <a:pt x="2824" y="7403"/>
                </a:lnTo>
                <a:lnTo>
                  <a:pt x="4892" y="5146"/>
                </a:lnTo>
                <a:lnTo>
                  <a:pt x="7214" y="3019"/>
                </a:lnTo>
                <a:lnTo>
                  <a:pt x="10800" y="0"/>
                </a:lnTo>
                <a:close/>
              </a:path>
            </a:pathLst>
          </a:custGeom>
          <a:solidFill>
            <a:srgbClr val="94939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7" name="contour_19875"/>
          <p:cNvSpPr/>
          <p:nvPr/>
        </p:nvSpPr>
        <p:spPr>
          <a:xfrm>
            <a:off x="10811178" y="185115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206" y="1426"/>
                </a:lnTo>
                <a:lnTo>
                  <a:pt x="13781" y="2858"/>
                </a:lnTo>
                <a:lnTo>
                  <a:pt x="16364" y="4291"/>
                </a:lnTo>
                <a:lnTo>
                  <a:pt x="18969" y="5738"/>
                </a:lnTo>
                <a:lnTo>
                  <a:pt x="21600" y="7200"/>
                </a:lnTo>
                <a:lnTo>
                  <a:pt x="20926" y="11729"/>
                </a:lnTo>
                <a:lnTo>
                  <a:pt x="20252" y="14731"/>
                </a:lnTo>
                <a:lnTo>
                  <a:pt x="19172" y="17575"/>
                </a:lnTo>
                <a:lnTo>
                  <a:pt x="17280" y="21600"/>
                </a:lnTo>
                <a:lnTo>
                  <a:pt x="14304" y="20966"/>
                </a:lnTo>
                <a:lnTo>
                  <a:pt x="11388" y="20045"/>
                </a:lnTo>
                <a:lnTo>
                  <a:pt x="8519" y="18878"/>
                </a:lnTo>
                <a:lnTo>
                  <a:pt x="5676" y="17510"/>
                </a:lnTo>
                <a:lnTo>
                  <a:pt x="2843" y="16006"/>
                </a:lnTo>
                <a:lnTo>
                  <a:pt x="0" y="14400"/>
                </a:lnTo>
                <a:lnTo>
                  <a:pt x="2856" y="14400"/>
                </a:lnTo>
                <a:lnTo>
                  <a:pt x="5728" y="14400"/>
                </a:lnTo>
                <a:lnTo>
                  <a:pt x="8640" y="14400"/>
                </a:lnTo>
                <a:lnTo>
                  <a:pt x="8640" y="9641"/>
                </a:lnTo>
                <a:lnTo>
                  <a:pt x="8640" y="4853"/>
                </a:lnTo>
                <a:lnTo>
                  <a:pt x="8640" y="0"/>
                </a:lnTo>
                <a:close/>
              </a:path>
            </a:pathLst>
          </a:custGeom>
          <a:solidFill>
            <a:srgbClr val="8077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8" name="contour_19876"/>
          <p:cNvSpPr/>
          <p:nvPr/>
        </p:nvSpPr>
        <p:spPr>
          <a:xfrm>
            <a:off x="4324866" y="185843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015"/>
                </a:lnTo>
                <a:lnTo>
                  <a:pt x="9158" y="1804"/>
                </a:lnTo>
                <a:lnTo>
                  <a:pt x="12442" y="2624"/>
                </a:lnTo>
                <a:lnTo>
                  <a:pt x="16243" y="3737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6243" y="17863"/>
                </a:lnTo>
                <a:lnTo>
                  <a:pt x="12442" y="18976"/>
                </a:lnTo>
                <a:lnTo>
                  <a:pt x="9158" y="19796"/>
                </a:lnTo>
                <a:lnTo>
                  <a:pt x="5357" y="20585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8F1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79" name="contour_19877"/>
          <p:cNvSpPr/>
          <p:nvPr/>
        </p:nvSpPr>
        <p:spPr>
          <a:xfrm>
            <a:off x="2255076" y="185115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70717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0" name="contour_19878"/>
          <p:cNvSpPr/>
          <p:nvPr/>
        </p:nvSpPr>
        <p:spPr>
          <a:xfrm>
            <a:off x="1817141" y="1843862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610" y="0"/>
                </a:moveTo>
                <a:lnTo>
                  <a:pt x="15994" y="3208"/>
                </a:lnTo>
                <a:lnTo>
                  <a:pt x="17385" y="6426"/>
                </a:lnTo>
                <a:lnTo>
                  <a:pt x="18776" y="9655"/>
                </a:lnTo>
                <a:lnTo>
                  <a:pt x="20181" y="12911"/>
                </a:lnTo>
                <a:lnTo>
                  <a:pt x="21600" y="16200"/>
                </a:lnTo>
                <a:lnTo>
                  <a:pt x="17448" y="17269"/>
                </a:lnTo>
                <a:lnTo>
                  <a:pt x="13282" y="18344"/>
                </a:lnTo>
                <a:lnTo>
                  <a:pt x="9101" y="19418"/>
                </a:lnTo>
                <a:lnTo>
                  <a:pt x="4886" y="20504"/>
                </a:lnTo>
                <a:lnTo>
                  <a:pt x="629" y="21600"/>
                </a:lnTo>
                <a:lnTo>
                  <a:pt x="210" y="17744"/>
                </a:lnTo>
                <a:lnTo>
                  <a:pt x="0" y="14974"/>
                </a:lnTo>
                <a:lnTo>
                  <a:pt x="0" y="12512"/>
                </a:lnTo>
                <a:lnTo>
                  <a:pt x="210" y="9580"/>
                </a:lnTo>
                <a:lnTo>
                  <a:pt x="629" y="5400"/>
                </a:lnTo>
                <a:lnTo>
                  <a:pt x="4781" y="3224"/>
                </a:lnTo>
                <a:lnTo>
                  <a:pt x="7619" y="1939"/>
                </a:lnTo>
                <a:lnTo>
                  <a:pt x="10457" y="1031"/>
                </a:lnTo>
                <a:lnTo>
                  <a:pt x="14610" y="0"/>
                </a:lnTo>
                <a:close/>
              </a:path>
            </a:pathLst>
          </a:custGeom>
          <a:solidFill>
            <a:srgbClr val="66666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1" name="contour_19879"/>
          <p:cNvSpPr/>
          <p:nvPr/>
        </p:nvSpPr>
        <p:spPr>
          <a:xfrm>
            <a:off x="11146426" y="183657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09" y="3564"/>
                </a:lnTo>
                <a:lnTo>
                  <a:pt x="19818" y="7133"/>
                </a:lnTo>
                <a:lnTo>
                  <a:pt x="18922" y="10719"/>
                </a:lnTo>
                <a:lnTo>
                  <a:pt x="18020" y="14321"/>
                </a:lnTo>
                <a:lnTo>
                  <a:pt x="17113" y="17944"/>
                </a:lnTo>
                <a:lnTo>
                  <a:pt x="16200" y="21600"/>
                </a:lnTo>
                <a:lnTo>
                  <a:pt x="15196" y="19089"/>
                </a:lnTo>
                <a:lnTo>
                  <a:pt x="14175" y="16535"/>
                </a:lnTo>
                <a:lnTo>
                  <a:pt x="11869" y="13084"/>
                </a:lnTo>
                <a:lnTo>
                  <a:pt x="9526" y="10546"/>
                </a:lnTo>
                <a:lnTo>
                  <a:pt x="6917" y="8618"/>
                </a:lnTo>
                <a:lnTo>
                  <a:pt x="3818" y="7004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2" name="contour_19880"/>
          <p:cNvSpPr/>
          <p:nvPr/>
        </p:nvSpPr>
        <p:spPr>
          <a:xfrm>
            <a:off x="1322213" y="1821998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1071"/>
                </a:lnTo>
                <a:lnTo>
                  <a:pt x="10762" y="2143"/>
                </a:lnTo>
                <a:lnTo>
                  <a:pt x="13462" y="3227"/>
                </a:lnTo>
                <a:lnTo>
                  <a:pt x="16200" y="4320"/>
                </a:lnTo>
                <a:lnTo>
                  <a:pt x="14861" y="6458"/>
                </a:lnTo>
                <a:lnTo>
                  <a:pt x="13522" y="8610"/>
                </a:lnTo>
                <a:lnTo>
                  <a:pt x="12166" y="10770"/>
                </a:lnTo>
                <a:lnTo>
                  <a:pt x="10800" y="12960"/>
                </a:lnTo>
                <a:lnTo>
                  <a:pt x="13473" y="14031"/>
                </a:lnTo>
                <a:lnTo>
                  <a:pt x="16162" y="15103"/>
                </a:lnTo>
                <a:lnTo>
                  <a:pt x="18862" y="16187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3607" y="19492"/>
                </a:lnTo>
                <a:lnTo>
                  <a:pt x="2446" y="17889"/>
                </a:lnTo>
                <a:lnTo>
                  <a:pt x="1415" y="15984"/>
                </a:lnTo>
                <a:lnTo>
                  <a:pt x="0" y="12960"/>
                </a:lnTo>
                <a:lnTo>
                  <a:pt x="1177" y="9487"/>
                </a:lnTo>
                <a:lnTo>
                  <a:pt x="2047" y="7076"/>
                </a:lnTo>
                <a:lnTo>
                  <a:pt x="2867" y="5106"/>
                </a:lnTo>
                <a:lnTo>
                  <a:pt x="3899" y="2955"/>
                </a:lnTo>
                <a:lnTo>
                  <a:pt x="5400" y="0"/>
                </a:lnTo>
                <a:close/>
              </a:path>
            </a:pathLst>
          </a:custGeom>
          <a:solidFill>
            <a:srgbClr val="6465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3" name="contour_19881"/>
          <p:cNvSpPr/>
          <p:nvPr/>
        </p:nvSpPr>
        <p:spPr>
          <a:xfrm>
            <a:off x="6853799" y="182199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D8DAD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4" name="contour_19882"/>
          <p:cNvSpPr/>
          <p:nvPr/>
        </p:nvSpPr>
        <p:spPr>
          <a:xfrm>
            <a:off x="4215546" y="182928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2138"/>
                </a:lnTo>
                <a:lnTo>
                  <a:pt x="7135" y="4281"/>
                </a:lnTo>
                <a:lnTo>
                  <a:pt x="10721" y="6432"/>
                </a:lnTo>
                <a:lnTo>
                  <a:pt x="14321" y="8592"/>
                </a:lnTo>
                <a:lnTo>
                  <a:pt x="17942" y="10765"/>
                </a:lnTo>
                <a:lnTo>
                  <a:pt x="21600" y="12960"/>
                </a:lnTo>
                <a:lnTo>
                  <a:pt x="18036" y="15098"/>
                </a:lnTo>
                <a:lnTo>
                  <a:pt x="14458" y="17250"/>
                </a:lnTo>
                <a:lnTo>
                  <a:pt x="10850" y="1941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B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5" name="contour_19883"/>
          <p:cNvSpPr/>
          <p:nvPr/>
        </p:nvSpPr>
        <p:spPr>
          <a:xfrm>
            <a:off x="5126545" y="182199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4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6" name="contour_19884"/>
          <p:cNvSpPr/>
          <p:nvPr/>
        </p:nvSpPr>
        <p:spPr>
          <a:xfrm>
            <a:off x="1030694" y="181471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F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7" name="contour_19885"/>
          <p:cNvSpPr/>
          <p:nvPr/>
        </p:nvSpPr>
        <p:spPr>
          <a:xfrm>
            <a:off x="11153714" y="18147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4444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8" name="contour_19886"/>
          <p:cNvSpPr/>
          <p:nvPr/>
        </p:nvSpPr>
        <p:spPr>
          <a:xfrm>
            <a:off x="2276940" y="180742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5757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89" name="contour_19887"/>
          <p:cNvSpPr/>
          <p:nvPr/>
        </p:nvSpPr>
        <p:spPr>
          <a:xfrm>
            <a:off x="10541522" y="180013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76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ECDC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0" name="contour_19888"/>
          <p:cNvSpPr/>
          <p:nvPr/>
        </p:nvSpPr>
        <p:spPr>
          <a:xfrm>
            <a:off x="3756402" y="180742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7C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1" name="contour_19889"/>
          <p:cNvSpPr/>
          <p:nvPr/>
        </p:nvSpPr>
        <p:spPr>
          <a:xfrm>
            <a:off x="1059845" y="180013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DAE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2" name="contour_19890"/>
          <p:cNvSpPr/>
          <p:nvPr/>
        </p:nvSpPr>
        <p:spPr>
          <a:xfrm>
            <a:off x="11095410" y="1792846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290"/>
                </a:lnTo>
                <a:lnTo>
                  <a:pt x="9210" y="4585"/>
                </a:lnTo>
                <a:lnTo>
                  <a:pt x="11664" y="6885"/>
                </a:lnTo>
                <a:lnTo>
                  <a:pt x="14126" y="9196"/>
                </a:lnTo>
                <a:lnTo>
                  <a:pt x="16602" y="11513"/>
                </a:lnTo>
                <a:lnTo>
                  <a:pt x="19090" y="13851"/>
                </a:lnTo>
                <a:lnTo>
                  <a:pt x="21600" y="16200"/>
                </a:lnTo>
                <a:lnTo>
                  <a:pt x="20663" y="16783"/>
                </a:lnTo>
                <a:lnTo>
                  <a:pt x="19453" y="17545"/>
                </a:lnTo>
                <a:lnTo>
                  <a:pt x="17155" y="18981"/>
                </a:lnTo>
                <a:lnTo>
                  <a:pt x="12960" y="21600"/>
                </a:lnTo>
                <a:lnTo>
                  <a:pt x="10778" y="19780"/>
                </a:lnTo>
                <a:lnTo>
                  <a:pt x="9323" y="18365"/>
                </a:lnTo>
                <a:lnTo>
                  <a:pt x="7927" y="16627"/>
                </a:lnTo>
                <a:lnTo>
                  <a:pt x="5940" y="13835"/>
                </a:lnTo>
                <a:lnTo>
                  <a:pt x="4251" y="11502"/>
                </a:lnTo>
                <a:lnTo>
                  <a:pt x="2532" y="9131"/>
                </a:lnTo>
                <a:lnTo>
                  <a:pt x="1901" y="8203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7C808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3" name="contour_19891"/>
          <p:cNvSpPr/>
          <p:nvPr/>
        </p:nvSpPr>
        <p:spPr>
          <a:xfrm>
            <a:off x="7721070" y="17928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5" y="19930"/>
                </a:lnTo>
                <a:lnTo>
                  <a:pt x="16189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76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5053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4" name="contour_19892"/>
          <p:cNvSpPr/>
          <p:nvPr/>
        </p:nvSpPr>
        <p:spPr>
          <a:xfrm>
            <a:off x="2036436" y="17855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EA0A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5" name="contour_19893"/>
          <p:cNvSpPr/>
          <p:nvPr/>
        </p:nvSpPr>
        <p:spPr>
          <a:xfrm>
            <a:off x="11109002" y="1778270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484" y="0"/>
                </a:lnTo>
                <a:lnTo>
                  <a:pt x="10066" y="0"/>
                </a:lnTo>
                <a:lnTo>
                  <a:pt x="14710" y="0"/>
                </a:lnTo>
                <a:lnTo>
                  <a:pt x="16770" y="3548"/>
                </a:lnTo>
                <a:lnTo>
                  <a:pt x="17886" y="6350"/>
                </a:lnTo>
                <a:lnTo>
                  <a:pt x="19016" y="10800"/>
                </a:lnTo>
                <a:lnTo>
                  <a:pt x="19795" y="13813"/>
                </a:lnTo>
                <a:lnTo>
                  <a:pt x="20580" y="16875"/>
                </a:lnTo>
                <a:lnTo>
                  <a:pt x="21090" y="19219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E0E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6" name="contour_19894"/>
          <p:cNvSpPr/>
          <p:nvPr/>
        </p:nvSpPr>
        <p:spPr>
          <a:xfrm>
            <a:off x="2298804" y="17928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FA0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7" name="contour_19895"/>
          <p:cNvSpPr/>
          <p:nvPr/>
        </p:nvSpPr>
        <p:spPr>
          <a:xfrm>
            <a:off x="2094740" y="17782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F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8" name="contour_19896"/>
          <p:cNvSpPr/>
          <p:nvPr/>
        </p:nvSpPr>
        <p:spPr>
          <a:xfrm>
            <a:off x="1890677" y="17782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59585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899" name="contour_19897"/>
          <p:cNvSpPr/>
          <p:nvPr/>
        </p:nvSpPr>
        <p:spPr>
          <a:xfrm>
            <a:off x="1839661" y="177827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7" y="5126"/>
                </a:lnTo>
                <a:lnTo>
                  <a:pt x="20039" y="8764"/>
                </a:lnTo>
                <a:lnTo>
                  <a:pt x="19219" y="11906"/>
                </a:lnTo>
                <a:lnTo>
                  <a:pt x="18025" y="15544"/>
                </a:lnTo>
                <a:lnTo>
                  <a:pt x="16200" y="20670"/>
                </a:lnTo>
                <a:lnTo>
                  <a:pt x="12020" y="21290"/>
                </a:lnTo>
                <a:lnTo>
                  <a:pt x="9088" y="21600"/>
                </a:lnTo>
                <a:lnTo>
                  <a:pt x="6626" y="21600"/>
                </a:lnTo>
                <a:lnTo>
                  <a:pt x="3856" y="21290"/>
                </a:lnTo>
                <a:lnTo>
                  <a:pt x="0" y="20670"/>
                </a:lnTo>
                <a:lnTo>
                  <a:pt x="0" y="16116"/>
                </a:lnTo>
                <a:lnTo>
                  <a:pt x="0" y="11534"/>
                </a:lnTo>
                <a:lnTo>
                  <a:pt x="0" y="6890"/>
                </a:lnTo>
                <a:lnTo>
                  <a:pt x="3618" y="3913"/>
                </a:lnTo>
                <a:lnTo>
                  <a:pt x="6858" y="1950"/>
                </a:lnTo>
                <a:lnTo>
                  <a:pt x="10001" y="779"/>
                </a:lnTo>
                <a:lnTo>
                  <a:pt x="13322" y="207"/>
                </a:lnTo>
                <a:lnTo>
                  <a:pt x="17096" y="14"/>
                </a:lnTo>
                <a:lnTo>
                  <a:pt x="21600" y="0"/>
                </a:lnTo>
                <a:close/>
              </a:path>
            </a:pathLst>
          </a:custGeom>
          <a:solidFill>
            <a:srgbClr val="64636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0" name="contour_19898"/>
          <p:cNvSpPr/>
          <p:nvPr/>
        </p:nvSpPr>
        <p:spPr>
          <a:xfrm>
            <a:off x="1358653" y="17782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776" y="11477"/>
                </a:lnTo>
                <a:lnTo>
                  <a:pt x="16708" y="14400"/>
                </a:lnTo>
                <a:lnTo>
                  <a:pt x="14386" y="17323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1675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1" name="contour_19899"/>
          <p:cNvSpPr/>
          <p:nvPr/>
        </p:nvSpPr>
        <p:spPr>
          <a:xfrm>
            <a:off x="1030694" y="1763038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0531" y="4781"/>
                </a:lnTo>
                <a:lnTo>
                  <a:pt x="19456" y="8948"/>
                </a:lnTo>
                <a:lnTo>
                  <a:pt x="18382" y="13128"/>
                </a:lnTo>
                <a:lnTo>
                  <a:pt x="17296" y="17343"/>
                </a:lnTo>
                <a:lnTo>
                  <a:pt x="16200" y="21600"/>
                </a:lnTo>
                <a:lnTo>
                  <a:pt x="12992" y="20216"/>
                </a:lnTo>
                <a:lnTo>
                  <a:pt x="9774" y="18825"/>
                </a:lnTo>
                <a:lnTo>
                  <a:pt x="6545" y="17434"/>
                </a:lnTo>
                <a:lnTo>
                  <a:pt x="3289" y="16029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625F5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2" name="contour_19900"/>
          <p:cNvSpPr/>
          <p:nvPr/>
        </p:nvSpPr>
        <p:spPr>
          <a:xfrm>
            <a:off x="5265017" y="175640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834" y="2955"/>
                </a:lnTo>
                <a:lnTo>
                  <a:pt x="18425" y="5106"/>
                </a:lnTo>
                <a:lnTo>
                  <a:pt x="19519" y="7076"/>
                </a:lnTo>
                <a:lnTo>
                  <a:pt x="20462" y="9487"/>
                </a:lnTo>
                <a:lnTo>
                  <a:pt x="21600" y="12960"/>
                </a:lnTo>
                <a:lnTo>
                  <a:pt x="17186" y="15137"/>
                </a:lnTo>
                <a:lnTo>
                  <a:pt x="13896" y="16701"/>
                </a:lnTo>
                <a:lnTo>
                  <a:pt x="11138" y="17889"/>
                </a:lnTo>
                <a:lnTo>
                  <a:pt x="8294" y="18943"/>
                </a:lnTo>
                <a:lnTo>
                  <a:pt x="4788" y="20097"/>
                </a:lnTo>
                <a:lnTo>
                  <a:pt x="0" y="21600"/>
                </a:lnTo>
                <a:lnTo>
                  <a:pt x="2095" y="16066"/>
                </a:lnTo>
                <a:lnTo>
                  <a:pt x="3766" y="11845"/>
                </a:lnTo>
                <a:lnTo>
                  <a:pt x="5191" y="8692"/>
                </a:lnTo>
                <a:lnTo>
                  <a:pt x="6523" y="6346"/>
                </a:lnTo>
                <a:lnTo>
                  <a:pt x="7949" y="4558"/>
                </a:lnTo>
                <a:lnTo>
                  <a:pt x="9619" y="3072"/>
                </a:lnTo>
                <a:lnTo>
                  <a:pt x="11714" y="1637"/>
                </a:lnTo>
                <a:lnTo>
                  <a:pt x="14400" y="0"/>
                </a:lnTo>
                <a:close/>
              </a:path>
            </a:pathLst>
          </a:custGeom>
          <a:solidFill>
            <a:srgbClr val="D9E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3" name="contour_19901"/>
          <p:cNvSpPr/>
          <p:nvPr/>
        </p:nvSpPr>
        <p:spPr>
          <a:xfrm>
            <a:off x="2225924" y="175640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2673"/>
                </a:lnTo>
                <a:lnTo>
                  <a:pt x="10751" y="5351"/>
                </a:lnTo>
                <a:lnTo>
                  <a:pt x="13441" y="8041"/>
                </a:lnTo>
                <a:lnTo>
                  <a:pt x="16141" y="10741"/>
                </a:lnTo>
                <a:lnTo>
                  <a:pt x="18857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7777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4" name="contour_19902"/>
          <p:cNvSpPr/>
          <p:nvPr/>
        </p:nvSpPr>
        <p:spPr>
          <a:xfrm>
            <a:off x="1606445" y="17564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B292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5" name="contour_19903"/>
          <p:cNvSpPr/>
          <p:nvPr/>
        </p:nvSpPr>
        <p:spPr>
          <a:xfrm>
            <a:off x="1030694" y="174183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DBFB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6" name="contour_19904"/>
          <p:cNvSpPr/>
          <p:nvPr/>
        </p:nvSpPr>
        <p:spPr>
          <a:xfrm>
            <a:off x="2473716" y="1749118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1031"/>
                </a:lnTo>
                <a:lnTo>
                  <a:pt x="13981" y="1939"/>
                </a:lnTo>
                <a:lnTo>
                  <a:pt x="16819" y="3224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819" y="21600"/>
                </a:lnTo>
                <a:lnTo>
                  <a:pt x="12652" y="21600"/>
                </a:lnTo>
                <a:lnTo>
                  <a:pt x="8472" y="21600"/>
                </a:lnTo>
                <a:lnTo>
                  <a:pt x="4257" y="21600"/>
                </a:lnTo>
                <a:lnTo>
                  <a:pt x="0" y="21600"/>
                </a:lnTo>
                <a:lnTo>
                  <a:pt x="1153" y="18036"/>
                </a:lnTo>
                <a:lnTo>
                  <a:pt x="2307" y="14467"/>
                </a:lnTo>
                <a:lnTo>
                  <a:pt x="3467" y="10881"/>
                </a:lnTo>
                <a:lnTo>
                  <a:pt x="4635" y="7279"/>
                </a:lnTo>
                <a:lnTo>
                  <a:pt x="5809" y="3656"/>
                </a:lnTo>
                <a:lnTo>
                  <a:pt x="6990" y="0"/>
                </a:lnTo>
                <a:close/>
              </a:path>
            </a:pathLst>
          </a:custGeom>
          <a:solidFill>
            <a:srgbClr val="5E5D5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7" name="contour_19905"/>
          <p:cNvSpPr/>
          <p:nvPr/>
        </p:nvSpPr>
        <p:spPr>
          <a:xfrm>
            <a:off x="2327956" y="17345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8373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8" name="contour_19906"/>
          <p:cNvSpPr/>
          <p:nvPr/>
        </p:nvSpPr>
        <p:spPr>
          <a:xfrm>
            <a:off x="7735646" y="173454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E1E6E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09" name="contour_19907"/>
          <p:cNvSpPr/>
          <p:nvPr/>
        </p:nvSpPr>
        <p:spPr>
          <a:xfrm>
            <a:off x="4142666" y="17345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BEA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0" name="contour_19908"/>
          <p:cNvSpPr/>
          <p:nvPr/>
        </p:nvSpPr>
        <p:spPr>
          <a:xfrm>
            <a:off x="1781357" y="171996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069"/>
                </a:lnTo>
                <a:lnTo>
                  <a:pt x="11826" y="2144"/>
                </a:lnTo>
                <a:lnTo>
                  <a:pt x="15055" y="3218"/>
                </a:lnTo>
                <a:lnTo>
                  <a:pt x="18311" y="4304"/>
                </a:lnTo>
                <a:lnTo>
                  <a:pt x="21600" y="5400"/>
                </a:lnTo>
                <a:lnTo>
                  <a:pt x="18544" y="7690"/>
                </a:lnTo>
                <a:lnTo>
                  <a:pt x="15487" y="9985"/>
                </a:lnTo>
                <a:lnTo>
                  <a:pt x="12420" y="12285"/>
                </a:lnTo>
                <a:lnTo>
                  <a:pt x="9342" y="14596"/>
                </a:lnTo>
                <a:lnTo>
                  <a:pt x="6248" y="16913"/>
                </a:lnTo>
                <a:lnTo>
                  <a:pt x="3137" y="19251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B6B6B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1" name="contour_19909"/>
          <p:cNvSpPr/>
          <p:nvPr/>
        </p:nvSpPr>
        <p:spPr>
          <a:xfrm>
            <a:off x="4886041" y="1726270"/>
            <a:ext cx="29152" cy="2284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930"/>
                </a:moveTo>
                <a:lnTo>
                  <a:pt x="9580" y="3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310"/>
                </a:lnTo>
                <a:lnTo>
                  <a:pt x="21600" y="930"/>
                </a:lnTo>
                <a:lnTo>
                  <a:pt x="21600" y="5484"/>
                </a:lnTo>
                <a:lnTo>
                  <a:pt x="21600" y="10066"/>
                </a:lnTo>
                <a:lnTo>
                  <a:pt x="21600" y="14710"/>
                </a:lnTo>
                <a:lnTo>
                  <a:pt x="18052" y="16770"/>
                </a:lnTo>
                <a:lnTo>
                  <a:pt x="15250" y="17886"/>
                </a:lnTo>
                <a:lnTo>
                  <a:pt x="10800" y="19016"/>
                </a:lnTo>
                <a:lnTo>
                  <a:pt x="9288" y="19402"/>
                </a:lnTo>
                <a:lnTo>
                  <a:pt x="4725" y="20580"/>
                </a:lnTo>
                <a:lnTo>
                  <a:pt x="2381" y="21090"/>
                </a:lnTo>
                <a:lnTo>
                  <a:pt x="0" y="21600"/>
                </a:lnTo>
                <a:lnTo>
                  <a:pt x="853" y="16474"/>
                </a:lnTo>
                <a:lnTo>
                  <a:pt x="1561" y="12836"/>
                </a:lnTo>
                <a:lnTo>
                  <a:pt x="2381" y="9694"/>
                </a:lnTo>
                <a:lnTo>
                  <a:pt x="3575" y="6056"/>
                </a:lnTo>
                <a:lnTo>
                  <a:pt x="5400" y="930"/>
                </a:lnTo>
                <a:close/>
              </a:path>
            </a:pathLst>
          </a:custGeom>
          <a:solidFill>
            <a:srgbClr val="DA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2" name="contour_19910"/>
          <p:cNvSpPr/>
          <p:nvPr/>
        </p:nvSpPr>
        <p:spPr>
          <a:xfrm>
            <a:off x="10512370" y="17053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5353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3" name="contour_19911"/>
          <p:cNvSpPr/>
          <p:nvPr/>
        </p:nvSpPr>
        <p:spPr>
          <a:xfrm>
            <a:off x="8282245" y="1668950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143" y="1031"/>
                </a:lnTo>
                <a:lnTo>
                  <a:pt x="13981" y="1939"/>
                </a:lnTo>
                <a:lnTo>
                  <a:pt x="16819" y="3224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819" y="21600"/>
                </a:lnTo>
                <a:lnTo>
                  <a:pt x="12652" y="21600"/>
                </a:lnTo>
                <a:lnTo>
                  <a:pt x="8472" y="21600"/>
                </a:lnTo>
                <a:lnTo>
                  <a:pt x="4257" y="21600"/>
                </a:lnTo>
                <a:lnTo>
                  <a:pt x="0" y="21600"/>
                </a:lnTo>
                <a:lnTo>
                  <a:pt x="1153" y="18036"/>
                </a:lnTo>
                <a:lnTo>
                  <a:pt x="2307" y="14467"/>
                </a:lnTo>
                <a:lnTo>
                  <a:pt x="3467" y="10881"/>
                </a:lnTo>
                <a:lnTo>
                  <a:pt x="4635" y="7279"/>
                </a:lnTo>
                <a:lnTo>
                  <a:pt x="5809" y="3656"/>
                </a:lnTo>
                <a:lnTo>
                  <a:pt x="6990" y="0"/>
                </a:lnTo>
                <a:close/>
              </a:path>
            </a:pathLst>
          </a:custGeom>
          <a:solidFill>
            <a:srgbClr val="DFE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4" name="contour_19912"/>
          <p:cNvSpPr/>
          <p:nvPr/>
        </p:nvSpPr>
        <p:spPr>
          <a:xfrm>
            <a:off x="2211348" y="167623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39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5" name="contour_19913"/>
          <p:cNvSpPr/>
          <p:nvPr/>
        </p:nvSpPr>
        <p:spPr>
          <a:xfrm>
            <a:off x="1795933" y="169081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6" name="contour_19914"/>
          <p:cNvSpPr/>
          <p:nvPr/>
        </p:nvSpPr>
        <p:spPr>
          <a:xfrm>
            <a:off x="8449869" y="167623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BB46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7" name="contour_19915"/>
          <p:cNvSpPr/>
          <p:nvPr/>
        </p:nvSpPr>
        <p:spPr>
          <a:xfrm>
            <a:off x="1489837" y="167623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5E5D5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8" name="contour_19916"/>
          <p:cNvSpPr/>
          <p:nvPr/>
        </p:nvSpPr>
        <p:spPr>
          <a:xfrm>
            <a:off x="10519658" y="166166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2851"/>
                </a:lnTo>
                <a:lnTo>
                  <a:pt x="16776" y="5707"/>
                </a:lnTo>
                <a:lnTo>
                  <a:pt x="17971" y="8575"/>
                </a:lnTo>
                <a:lnTo>
                  <a:pt x="19174" y="11457"/>
                </a:lnTo>
                <a:lnTo>
                  <a:pt x="20383" y="14355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1786" y="18926"/>
                </a:lnTo>
                <a:lnTo>
                  <a:pt x="3564" y="16252"/>
                </a:lnTo>
                <a:lnTo>
                  <a:pt x="5357" y="13569"/>
                </a:lnTo>
                <a:lnTo>
                  <a:pt x="7150" y="10882"/>
                </a:lnTo>
                <a:lnTo>
                  <a:pt x="8942" y="8182"/>
                </a:lnTo>
                <a:lnTo>
                  <a:pt x="10750" y="5469"/>
                </a:lnTo>
                <a:lnTo>
                  <a:pt x="12571" y="2743"/>
                </a:lnTo>
                <a:lnTo>
                  <a:pt x="14400" y="0"/>
                </a:lnTo>
                <a:close/>
              </a:path>
            </a:pathLst>
          </a:custGeom>
          <a:solidFill>
            <a:srgbClr val="BDC0C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19" name="contour_19917"/>
          <p:cNvSpPr/>
          <p:nvPr/>
        </p:nvSpPr>
        <p:spPr>
          <a:xfrm>
            <a:off x="9936619" y="16616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1C2E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0" name="contour_19918"/>
          <p:cNvSpPr/>
          <p:nvPr/>
        </p:nvSpPr>
        <p:spPr>
          <a:xfrm>
            <a:off x="7181758" y="166166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898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702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154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1" name="contour_19919"/>
          <p:cNvSpPr/>
          <p:nvPr/>
        </p:nvSpPr>
        <p:spPr>
          <a:xfrm>
            <a:off x="8413429" y="16470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CE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2" name="contour_19920"/>
          <p:cNvSpPr/>
          <p:nvPr/>
        </p:nvSpPr>
        <p:spPr>
          <a:xfrm>
            <a:off x="4842313" y="164708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4018"/>
                </a:lnTo>
                <a:lnTo>
                  <a:pt x="18101" y="6869"/>
                </a:lnTo>
                <a:lnTo>
                  <a:pt x="19195" y="9331"/>
                </a:lnTo>
                <a:lnTo>
                  <a:pt x="20246" y="12182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4F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3" name="contour_19921"/>
          <p:cNvSpPr/>
          <p:nvPr/>
        </p:nvSpPr>
        <p:spPr>
          <a:xfrm>
            <a:off x="338334" y="1647086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2445"/>
                </a:lnTo>
                <a:lnTo>
                  <a:pt x="13856" y="4890"/>
                </a:lnTo>
                <a:lnTo>
                  <a:pt x="15390" y="7344"/>
                </a:lnTo>
                <a:lnTo>
                  <a:pt x="16929" y="9806"/>
                </a:lnTo>
                <a:lnTo>
                  <a:pt x="18479" y="12282"/>
                </a:lnTo>
                <a:lnTo>
                  <a:pt x="20034" y="14770"/>
                </a:lnTo>
                <a:lnTo>
                  <a:pt x="21600" y="17280"/>
                </a:lnTo>
                <a:lnTo>
                  <a:pt x="18036" y="17993"/>
                </a:lnTo>
                <a:lnTo>
                  <a:pt x="14467" y="18706"/>
                </a:lnTo>
                <a:lnTo>
                  <a:pt x="10881" y="19423"/>
                </a:lnTo>
                <a:lnTo>
                  <a:pt x="7279" y="20144"/>
                </a:lnTo>
                <a:lnTo>
                  <a:pt x="3656" y="20870"/>
                </a:lnTo>
                <a:lnTo>
                  <a:pt x="0" y="21600"/>
                </a:lnTo>
                <a:lnTo>
                  <a:pt x="1339" y="18926"/>
                </a:lnTo>
                <a:lnTo>
                  <a:pt x="2673" y="16252"/>
                </a:lnTo>
                <a:lnTo>
                  <a:pt x="4018" y="13569"/>
                </a:lnTo>
                <a:lnTo>
                  <a:pt x="5357" y="10882"/>
                </a:lnTo>
                <a:lnTo>
                  <a:pt x="6707" y="8182"/>
                </a:lnTo>
                <a:lnTo>
                  <a:pt x="8062" y="5469"/>
                </a:lnTo>
                <a:lnTo>
                  <a:pt x="9428" y="2743"/>
                </a:lnTo>
                <a:lnTo>
                  <a:pt x="10800" y="0"/>
                </a:lnTo>
                <a:close/>
              </a:path>
            </a:pathLst>
          </a:custGeom>
          <a:solidFill>
            <a:srgbClr val="FB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4" name="contour_19922"/>
          <p:cNvSpPr/>
          <p:nvPr/>
        </p:nvSpPr>
        <p:spPr>
          <a:xfrm>
            <a:off x="498670" y="163979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8B241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5" name="contour_19923"/>
          <p:cNvSpPr/>
          <p:nvPr/>
        </p:nvSpPr>
        <p:spPr>
          <a:xfrm>
            <a:off x="4922481" y="161793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2290" y="18544"/>
                </a:lnTo>
                <a:lnTo>
                  <a:pt x="4585" y="15487"/>
                </a:lnTo>
                <a:lnTo>
                  <a:pt x="6885" y="12420"/>
                </a:lnTo>
                <a:lnTo>
                  <a:pt x="9196" y="9342"/>
                </a:lnTo>
                <a:lnTo>
                  <a:pt x="11513" y="6248"/>
                </a:lnTo>
                <a:lnTo>
                  <a:pt x="13851" y="3137"/>
                </a:lnTo>
                <a:lnTo>
                  <a:pt x="16200" y="0"/>
                </a:lnTo>
                <a:close/>
              </a:path>
            </a:pathLst>
          </a:custGeom>
          <a:solidFill>
            <a:srgbClr val="A0D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6" name="contour_19924"/>
          <p:cNvSpPr/>
          <p:nvPr/>
        </p:nvSpPr>
        <p:spPr>
          <a:xfrm>
            <a:off x="906798" y="160335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750" y="3607"/>
                </a:lnTo>
                <a:lnTo>
                  <a:pt x="19850" y="7209"/>
                </a:lnTo>
                <a:lnTo>
                  <a:pt x="18900" y="10800"/>
                </a:lnTo>
                <a:lnTo>
                  <a:pt x="18144" y="13813"/>
                </a:lnTo>
                <a:lnTo>
                  <a:pt x="17381" y="16875"/>
                </a:lnTo>
                <a:lnTo>
                  <a:pt x="15905" y="19219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850" y="17993"/>
                </a:lnTo>
                <a:lnTo>
                  <a:pt x="1750" y="14391"/>
                </a:lnTo>
                <a:lnTo>
                  <a:pt x="2700" y="10800"/>
                </a:lnTo>
                <a:lnTo>
                  <a:pt x="3456" y="7787"/>
                </a:lnTo>
                <a:lnTo>
                  <a:pt x="4219" y="4725"/>
                </a:lnTo>
                <a:lnTo>
                  <a:pt x="5695" y="2381"/>
                </a:lnTo>
                <a:lnTo>
                  <a:pt x="7200" y="0"/>
                </a:lnTo>
                <a:close/>
              </a:path>
            </a:pathLst>
          </a:custGeom>
          <a:solidFill>
            <a:srgbClr val="ADADA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7" name="contour_19925"/>
          <p:cNvSpPr/>
          <p:nvPr/>
        </p:nvSpPr>
        <p:spPr>
          <a:xfrm>
            <a:off x="1402381" y="1597280"/>
            <a:ext cx="36440" cy="2065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5660" y="2073"/>
                </a:moveTo>
                <a:lnTo>
                  <a:pt x="17621" y="3483"/>
                </a:lnTo>
                <a:lnTo>
                  <a:pt x="19596" y="4908"/>
                </a:lnTo>
                <a:lnTo>
                  <a:pt x="21600" y="6357"/>
                </a:lnTo>
                <a:lnTo>
                  <a:pt x="20529" y="10129"/>
                </a:lnTo>
                <a:lnTo>
                  <a:pt x="19457" y="13917"/>
                </a:lnTo>
                <a:lnTo>
                  <a:pt x="18373" y="17736"/>
                </a:lnTo>
                <a:lnTo>
                  <a:pt x="17280" y="21600"/>
                </a:lnTo>
                <a:lnTo>
                  <a:pt x="14835" y="19443"/>
                </a:lnTo>
                <a:lnTo>
                  <a:pt x="12390" y="17286"/>
                </a:lnTo>
                <a:lnTo>
                  <a:pt x="9936" y="15122"/>
                </a:lnTo>
                <a:lnTo>
                  <a:pt x="7474" y="12949"/>
                </a:lnTo>
                <a:lnTo>
                  <a:pt x="4998" y="10770"/>
                </a:lnTo>
                <a:lnTo>
                  <a:pt x="2510" y="8567"/>
                </a:lnTo>
                <a:lnTo>
                  <a:pt x="0" y="6357"/>
                </a:lnTo>
                <a:lnTo>
                  <a:pt x="3672" y="3155"/>
                </a:lnTo>
                <a:lnTo>
                  <a:pt x="6342" y="1113"/>
                </a:lnTo>
                <a:lnTo>
                  <a:pt x="8437" y="99"/>
                </a:lnTo>
                <a:lnTo>
                  <a:pt x="10398" y="0"/>
                </a:lnTo>
                <a:lnTo>
                  <a:pt x="12662" y="701"/>
                </a:lnTo>
                <a:lnTo>
                  <a:pt x="15660" y="2073"/>
                </a:lnTo>
                <a:close/>
              </a:path>
            </a:pathLst>
          </a:custGeom>
          <a:solidFill>
            <a:srgbClr val="696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8" name="contour_19926"/>
          <p:cNvSpPr/>
          <p:nvPr/>
        </p:nvSpPr>
        <p:spPr>
          <a:xfrm>
            <a:off x="1584581" y="15814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D4B4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29" name="contour_19927"/>
          <p:cNvSpPr/>
          <p:nvPr/>
        </p:nvSpPr>
        <p:spPr>
          <a:xfrm>
            <a:off x="5097393" y="155234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0836" y="20261"/>
                </a:lnTo>
                <a:lnTo>
                  <a:pt x="7258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354" y="12182"/>
                </a:lnTo>
                <a:lnTo>
                  <a:pt x="2405" y="9331"/>
                </a:lnTo>
                <a:lnTo>
                  <a:pt x="3499" y="6869"/>
                </a:lnTo>
                <a:lnTo>
                  <a:pt x="4982" y="4018"/>
                </a:lnTo>
                <a:lnTo>
                  <a:pt x="7200" y="0"/>
                </a:lnTo>
                <a:close/>
              </a:path>
            </a:pathLst>
          </a:custGeom>
          <a:solidFill>
            <a:srgbClr val="E0F3F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0" name="contour_19928"/>
          <p:cNvSpPr/>
          <p:nvPr/>
        </p:nvSpPr>
        <p:spPr>
          <a:xfrm>
            <a:off x="4163342" y="1523190"/>
            <a:ext cx="230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113" y="0"/>
                </a:moveTo>
                <a:lnTo>
                  <a:pt x="4555" y="1961"/>
                </a:lnTo>
                <a:lnTo>
                  <a:pt x="7969" y="3944"/>
                </a:lnTo>
                <a:lnTo>
                  <a:pt x="11357" y="5940"/>
                </a:lnTo>
                <a:lnTo>
                  <a:pt x="12791" y="6774"/>
                </a:lnTo>
                <a:lnTo>
                  <a:pt x="17120" y="9279"/>
                </a:lnTo>
                <a:lnTo>
                  <a:pt x="19305" y="11146"/>
                </a:lnTo>
                <a:lnTo>
                  <a:pt x="20630" y="12718"/>
                </a:lnTo>
                <a:lnTo>
                  <a:pt x="21313" y="14589"/>
                </a:lnTo>
                <a:lnTo>
                  <a:pt x="21566" y="17353"/>
                </a:lnTo>
                <a:lnTo>
                  <a:pt x="21600" y="21600"/>
                </a:lnTo>
                <a:lnTo>
                  <a:pt x="16519" y="21047"/>
                </a:lnTo>
                <a:lnTo>
                  <a:pt x="12914" y="20546"/>
                </a:lnTo>
                <a:lnTo>
                  <a:pt x="9800" y="19889"/>
                </a:lnTo>
                <a:lnTo>
                  <a:pt x="6194" y="18870"/>
                </a:lnTo>
                <a:lnTo>
                  <a:pt x="1113" y="17280"/>
                </a:lnTo>
                <a:lnTo>
                  <a:pt x="348" y="14321"/>
                </a:lnTo>
                <a:lnTo>
                  <a:pt x="7" y="11487"/>
                </a:lnTo>
                <a:lnTo>
                  <a:pt x="0" y="8713"/>
                </a:lnTo>
                <a:lnTo>
                  <a:pt x="239" y="5923"/>
                </a:lnTo>
                <a:lnTo>
                  <a:pt x="642" y="3041"/>
                </a:lnTo>
                <a:lnTo>
                  <a:pt x="1113" y="0"/>
                </a:lnTo>
                <a:close/>
              </a:path>
            </a:pathLst>
          </a:custGeom>
          <a:solidFill>
            <a:srgbClr val="BBC3D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1" name="contour_19929"/>
          <p:cNvSpPr/>
          <p:nvPr/>
        </p:nvSpPr>
        <p:spPr>
          <a:xfrm>
            <a:off x="1613733" y="149403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993" y="20750"/>
                </a:lnTo>
                <a:lnTo>
                  <a:pt x="14391" y="19850"/>
                </a:lnTo>
                <a:lnTo>
                  <a:pt x="10800" y="18900"/>
                </a:lnTo>
                <a:lnTo>
                  <a:pt x="7787" y="18144"/>
                </a:lnTo>
                <a:lnTo>
                  <a:pt x="4725" y="17381"/>
                </a:lnTo>
                <a:lnTo>
                  <a:pt x="2381" y="1589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4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2" name="contour_19930"/>
          <p:cNvSpPr/>
          <p:nvPr/>
        </p:nvSpPr>
        <p:spPr>
          <a:xfrm>
            <a:off x="1613733" y="145759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182" y="20246"/>
                </a:lnTo>
                <a:lnTo>
                  <a:pt x="9331" y="19195"/>
                </a:lnTo>
                <a:lnTo>
                  <a:pt x="6869" y="18101"/>
                </a:lnTo>
                <a:lnTo>
                  <a:pt x="4018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D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3" name="contour_19931"/>
          <p:cNvSpPr/>
          <p:nvPr/>
        </p:nvSpPr>
        <p:spPr>
          <a:xfrm>
            <a:off x="5374336" y="142844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1E9E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4" name="contour_19932"/>
          <p:cNvSpPr/>
          <p:nvPr/>
        </p:nvSpPr>
        <p:spPr>
          <a:xfrm>
            <a:off x="11700313" y="137014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674"/>
                </a:lnTo>
                <a:lnTo>
                  <a:pt x="14731" y="1348"/>
                </a:lnTo>
                <a:lnTo>
                  <a:pt x="17575" y="2428"/>
                </a:lnTo>
                <a:lnTo>
                  <a:pt x="21600" y="4320"/>
                </a:lnTo>
                <a:lnTo>
                  <a:pt x="20966" y="7296"/>
                </a:lnTo>
                <a:lnTo>
                  <a:pt x="20045" y="10212"/>
                </a:lnTo>
                <a:lnTo>
                  <a:pt x="18871" y="13081"/>
                </a:lnTo>
                <a:lnTo>
                  <a:pt x="17510" y="15924"/>
                </a:lnTo>
                <a:lnTo>
                  <a:pt x="16006" y="18757"/>
                </a:lnTo>
                <a:lnTo>
                  <a:pt x="14400" y="21600"/>
                </a:lnTo>
                <a:lnTo>
                  <a:pt x="11146" y="19064"/>
                </a:lnTo>
                <a:lnTo>
                  <a:pt x="8770" y="17159"/>
                </a:lnTo>
                <a:lnTo>
                  <a:pt x="6869" y="15526"/>
                </a:lnTo>
                <a:lnTo>
                  <a:pt x="5033" y="13798"/>
                </a:lnTo>
                <a:lnTo>
                  <a:pt x="2880" y="11625"/>
                </a:lnTo>
                <a:lnTo>
                  <a:pt x="0" y="8640"/>
                </a:lnTo>
                <a:lnTo>
                  <a:pt x="1634" y="5616"/>
                </a:lnTo>
                <a:lnTo>
                  <a:pt x="2923" y="3711"/>
                </a:lnTo>
                <a:lnTo>
                  <a:pt x="4558" y="2108"/>
                </a:lnTo>
                <a:lnTo>
                  <a:pt x="7200" y="0"/>
                </a:lnTo>
                <a:close/>
              </a:path>
            </a:pathLst>
          </a:custGeom>
          <a:solidFill>
            <a:srgbClr val="B4C4C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5" name="contour_19933"/>
          <p:cNvSpPr/>
          <p:nvPr/>
        </p:nvSpPr>
        <p:spPr>
          <a:xfrm>
            <a:off x="4215546" y="135556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483"/>
                </a:lnTo>
                <a:lnTo>
                  <a:pt x="8584" y="2678"/>
                </a:lnTo>
                <a:lnTo>
                  <a:pt x="10441" y="4226"/>
                </a:lnTo>
                <a:lnTo>
                  <a:pt x="13228" y="6754"/>
                </a:lnTo>
                <a:lnTo>
                  <a:pt x="15582" y="8856"/>
                </a:lnTo>
                <a:lnTo>
                  <a:pt x="17971" y="10994"/>
                </a:lnTo>
                <a:lnTo>
                  <a:pt x="19773" y="1268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8"/>
                </a:lnTo>
                <a:lnTo>
                  <a:pt x="2108" y="11729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CAD2D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6" name="contour_19934"/>
          <p:cNvSpPr/>
          <p:nvPr/>
        </p:nvSpPr>
        <p:spPr>
          <a:xfrm>
            <a:off x="8260381" y="134099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4018"/>
                </a:lnTo>
                <a:lnTo>
                  <a:pt x="18101" y="6869"/>
                </a:lnTo>
                <a:lnTo>
                  <a:pt x="19195" y="9331"/>
                </a:lnTo>
                <a:lnTo>
                  <a:pt x="20246" y="12182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7C5C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7" name="contour_19935"/>
          <p:cNvSpPr/>
          <p:nvPr/>
        </p:nvSpPr>
        <p:spPr>
          <a:xfrm>
            <a:off x="11656585" y="133370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895" y="19930"/>
                </a:lnTo>
                <a:lnTo>
                  <a:pt x="16189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76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A6B8C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8" name="contour_19936"/>
          <p:cNvSpPr/>
          <p:nvPr/>
        </p:nvSpPr>
        <p:spPr>
          <a:xfrm>
            <a:off x="1204293" y="1224383"/>
            <a:ext cx="304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3488" y="2673"/>
                </a:lnTo>
                <a:lnTo>
                  <a:pt x="6051" y="5351"/>
                </a:lnTo>
                <a:lnTo>
                  <a:pt x="8614" y="8030"/>
                </a:lnTo>
                <a:lnTo>
                  <a:pt x="11188" y="10719"/>
                </a:lnTo>
                <a:lnTo>
                  <a:pt x="13771" y="13419"/>
                </a:lnTo>
                <a:lnTo>
                  <a:pt x="16365" y="16130"/>
                </a:lnTo>
                <a:lnTo>
                  <a:pt x="18975" y="18857"/>
                </a:lnTo>
                <a:lnTo>
                  <a:pt x="21600" y="21600"/>
                </a:lnTo>
                <a:lnTo>
                  <a:pt x="15435" y="20585"/>
                </a:lnTo>
                <a:lnTo>
                  <a:pt x="11126" y="19818"/>
                </a:lnTo>
                <a:lnTo>
                  <a:pt x="8092" y="19143"/>
                </a:lnTo>
                <a:lnTo>
                  <a:pt x="5762" y="18414"/>
                </a:lnTo>
                <a:lnTo>
                  <a:pt x="3571" y="1748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E5DB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39" name="contour_19937"/>
          <p:cNvSpPr/>
          <p:nvPr/>
        </p:nvSpPr>
        <p:spPr>
          <a:xfrm>
            <a:off x="4769433" y="100574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3F40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0" name="contour_19938"/>
          <p:cNvSpPr/>
          <p:nvPr/>
        </p:nvSpPr>
        <p:spPr>
          <a:xfrm>
            <a:off x="4638249" y="71422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6777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1" name="contour_19939"/>
          <p:cNvSpPr/>
          <p:nvPr/>
        </p:nvSpPr>
        <p:spPr>
          <a:xfrm>
            <a:off x="4514353" y="517447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20412" y="7171"/>
                </a:lnTo>
                <a:lnTo>
                  <a:pt x="19224" y="10027"/>
                </a:lnTo>
                <a:lnTo>
                  <a:pt x="18029" y="12895"/>
                </a:lnTo>
                <a:lnTo>
                  <a:pt x="16826" y="15777"/>
                </a:lnTo>
                <a:lnTo>
                  <a:pt x="15617" y="18675"/>
                </a:lnTo>
                <a:lnTo>
                  <a:pt x="14400" y="21600"/>
                </a:lnTo>
                <a:lnTo>
                  <a:pt x="12614" y="18926"/>
                </a:lnTo>
                <a:lnTo>
                  <a:pt x="10836" y="16252"/>
                </a:lnTo>
                <a:lnTo>
                  <a:pt x="9043" y="13569"/>
                </a:lnTo>
                <a:lnTo>
                  <a:pt x="7258" y="10882"/>
                </a:lnTo>
                <a:lnTo>
                  <a:pt x="5458" y="8182"/>
                </a:lnTo>
                <a:lnTo>
                  <a:pt x="3650" y="5469"/>
                </a:lnTo>
                <a:lnTo>
                  <a:pt x="1829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959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2" name="contour_19940"/>
          <p:cNvSpPr/>
          <p:nvPr/>
        </p:nvSpPr>
        <p:spPr>
          <a:xfrm>
            <a:off x="7946997" y="632597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0D6E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3" name="contour_19941"/>
          <p:cNvSpPr/>
          <p:nvPr/>
        </p:nvSpPr>
        <p:spPr>
          <a:xfrm>
            <a:off x="8209365" y="61947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FAFBF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4" name="contour_19942"/>
          <p:cNvSpPr/>
          <p:nvPr/>
        </p:nvSpPr>
        <p:spPr>
          <a:xfrm>
            <a:off x="972390" y="61510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2B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5" name="contour_19943"/>
          <p:cNvSpPr/>
          <p:nvPr/>
        </p:nvSpPr>
        <p:spPr>
          <a:xfrm>
            <a:off x="4251986" y="612191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EEF5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6" name="contour_19944"/>
          <p:cNvSpPr/>
          <p:nvPr/>
        </p:nvSpPr>
        <p:spPr>
          <a:xfrm>
            <a:off x="4681977" y="613648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42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3766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7" name="contour_19945"/>
          <p:cNvSpPr/>
          <p:nvPr/>
        </p:nvSpPr>
        <p:spPr>
          <a:xfrm>
            <a:off x="4681977" y="611462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76623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8" name="contour_19946"/>
          <p:cNvSpPr/>
          <p:nvPr/>
        </p:nvSpPr>
        <p:spPr>
          <a:xfrm>
            <a:off x="6933967" y="610733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462" y="10764"/>
                </a:lnTo>
                <a:lnTo>
                  <a:pt x="17315" y="14342"/>
                </a:lnTo>
                <a:lnTo>
                  <a:pt x="15150" y="17950"/>
                </a:lnTo>
                <a:lnTo>
                  <a:pt x="12960" y="21600"/>
                </a:lnTo>
                <a:lnTo>
                  <a:pt x="10822" y="18036"/>
                </a:lnTo>
                <a:lnTo>
                  <a:pt x="8679" y="14465"/>
                </a:lnTo>
                <a:lnTo>
                  <a:pt x="6528" y="10879"/>
                </a:lnTo>
                <a:lnTo>
                  <a:pt x="4368" y="7279"/>
                </a:lnTo>
                <a:lnTo>
                  <a:pt x="219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F4F7F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49" name="contour_19947"/>
          <p:cNvSpPr/>
          <p:nvPr/>
        </p:nvSpPr>
        <p:spPr>
          <a:xfrm>
            <a:off x="4754857" y="610004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6855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0" name="contour_19948"/>
          <p:cNvSpPr/>
          <p:nvPr/>
        </p:nvSpPr>
        <p:spPr>
          <a:xfrm>
            <a:off x="10293731" y="601259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EEEE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1" name="contour_19949"/>
          <p:cNvSpPr/>
          <p:nvPr/>
        </p:nvSpPr>
        <p:spPr>
          <a:xfrm>
            <a:off x="10905922" y="599072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545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2" name="contour_19950"/>
          <p:cNvSpPr/>
          <p:nvPr/>
        </p:nvSpPr>
        <p:spPr>
          <a:xfrm>
            <a:off x="3821994" y="598344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0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3" name="contour_19951"/>
          <p:cNvSpPr/>
          <p:nvPr/>
        </p:nvSpPr>
        <p:spPr>
          <a:xfrm>
            <a:off x="7225486" y="596886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E5EEF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4" name="contour_19952"/>
          <p:cNvSpPr/>
          <p:nvPr/>
        </p:nvSpPr>
        <p:spPr>
          <a:xfrm>
            <a:off x="673582" y="593971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3564"/>
                </a:lnTo>
                <a:lnTo>
                  <a:pt x="12921" y="7135"/>
                </a:lnTo>
                <a:lnTo>
                  <a:pt x="15072" y="10721"/>
                </a:lnTo>
                <a:lnTo>
                  <a:pt x="17232" y="14321"/>
                </a:lnTo>
                <a:lnTo>
                  <a:pt x="19405" y="17942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2138" y="10836"/>
                </a:lnTo>
                <a:lnTo>
                  <a:pt x="4290" y="7258"/>
                </a:lnTo>
                <a:lnTo>
                  <a:pt x="6450" y="3650"/>
                </a:lnTo>
                <a:lnTo>
                  <a:pt x="8640" y="0"/>
                </a:lnTo>
                <a:close/>
              </a:path>
            </a:pathLst>
          </a:custGeom>
          <a:solidFill>
            <a:srgbClr val="F1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5" name="contour_19953"/>
          <p:cNvSpPr/>
          <p:nvPr/>
        </p:nvSpPr>
        <p:spPr>
          <a:xfrm>
            <a:off x="1336789" y="593242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8" y="526"/>
                </a:lnTo>
                <a:lnTo>
                  <a:pt x="3175" y="1058"/>
                </a:lnTo>
                <a:lnTo>
                  <a:pt x="5373" y="1793"/>
                </a:lnTo>
                <a:lnTo>
                  <a:pt x="8775" y="2923"/>
                </a:lnTo>
                <a:lnTo>
                  <a:pt x="13986" y="465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B2D2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6" name="contour_19954"/>
          <p:cNvSpPr/>
          <p:nvPr/>
        </p:nvSpPr>
        <p:spPr>
          <a:xfrm>
            <a:off x="2051012" y="591784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1B1C1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7" name="contour_19955"/>
          <p:cNvSpPr/>
          <p:nvPr/>
        </p:nvSpPr>
        <p:spPr>
          <a:xfrm>
            <a:off x="4456050" y="59105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776" y="11729"/>
                </a:lnTo>
                <a:lnTo>
                  <a:pt x="16708" y="14738"/>
                </a:lnTo>
                <a:lnTo>
                  <a:pt x="14386" y="17575"/>
                </a:lnTo>
                <a:lnTo>
                  <a:pt x="10800" y="21600"/>
                </a:lnTo>
                <a:lnTo>
                  <a:pt x="7214" y="20477"/>
                </a:lnTo>
                <a:lnTo>
                  <a:pt x="4892" y="19354"/>
                </a:lnTo>
                <a:lnTo>
                  <a:pt x="2824" y="1755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B5E4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8" name="contour_19956"/>
          <p:cNvSpPr/>
          <p:nvPr/>
        </p:nvSpPr>
        <p:spPr>
          <a:xfrm>
            <a:off x="4820449" y="587412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A171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59" name="contour_19957"/>
          <p:cNvSpPr/>
          <p:nvPr/>
        </p:nvSpPr>
        <p:spPr>
          <a:xfrm>
            <a:off x="994254" y="587412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2B4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0" name="contour_19958"/>
          <p:cNvSpPr/>
          <p:nvPr/>
        </p:nvSpPr>
        <p:spPr>
          <a:xfrm>
            <a:off x="1402381" y="586683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A8A8A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1" name="contour_19959"/>
          <p:cNvSpPr/>
          <p:nvPr/>
        </p:nvSpPr>
        <p:spPr>
          <a:xfrm>
            <a:off x="3953178" y="585954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328" y="3056"/>
                </a:lnTo>
                <a:lnTo>
                  <a:pt x="13856" y="6113"/>
                </a:lnTo>
                <a:lnTo>
                  <a:pt x="15390" y="9180"/>
                </a:lnTo>
                <a:lnTo>
                  <a:pt x="16929" y="12258"/>
                </a:lnTo>
                <a:lnTo>
                  <a:pt x="18479" y="15352"/>
                </a:lnTo>
                <a:lnTo>
                  <a:pt x="20034" y="18463"/>
                </a:lnTo>
                <a:lnTo>
                  <a:pt x="21600" y="21600"/>
                </a:lnTo>
                <a:lnTo>
                  <a:pt x="18544" y="20072"/>
                </a:lnTo>
                <a:lnTo>
                  <a:pt x="15487" y="18544"/>
                </a:lnTo>
                <a:lnTo>
                  <a:pt x="12420" y="17010"/>
                </a:lnTo>
                <a:lnTo>
                  <a:pt x="9342" y="15471"/>
                </a:lnTo>
                <a:lnTo>
                  <a:pt x="6248" y="13921"/>
                </a:lnTo>
                <a:lnTo>
                  <a:pt x="3137" y="12366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464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2" name="contour_19960"/>
          <p:cNvSpPr/>
          <p:nvPr/>
        </p:nvSpPr>
        <p:spPr>
          <a:xfrm>
            <a:off x="2298804" y="585225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483"/>
                </a:lnTo>
                <a:lnTo>
                  <a:pt x="8588" y="2678"/>
                </a:lnTo>
                <a:lnTo>
                  <a:pt x="10441" y="4226"/>
                </a:lnTo>
                <a:lnTo>
                  <a:pt x="13228" y="6754"/>
                </a:lnTo>
                <a:lnTo>
                  <a:pt x="15582" y="8856"/>
                </a:lnTo>
                <a:lnTo>
                  <a:pt x="17971" y="10994"/>
                </a:lnTo>
                <a:lnTo>
                  <a:pt x="19773" y="1268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16" y="17575"/>
                </a:lnTo>
                <a:lnTo>
                  <a:pt x="3711" y="14738"/>
                </a:lnTo>
                <a:lnTo>
                  <a:pt x="2108" y="11729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BEC4C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3" name="contour_19961"/>
          <p:cNvSpPr/>
          <p:nvPr/>
        </p:nvSpPr>
        <p:spPr>
          <a:xfrm>
            <a:off x="790190" y="583039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4" y="4025"/>
                </a:lnTo>
                <a:lnTo>
                  <a:pt x="17889" y="6862"/>
                </a:lnTo>
                <a:lnTo>
                  <a:pt x="19492" y="9871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16" y="17575"/>
                </a:lnTo>
                <a:lnTo>
                  <a:pt x="3711" y="14738"/>
                </a:lnTo>
                <a:lnTo>
                  <a:pt x="2108" y="11729"/>
                </a:lnTo>
                <a:lnTo>
                  <a:pt x="0" y="7200"/>
                </a:lnTo>
                <a:lnTo>
                  <a:pt x="2955" y="4982"/>
                </a:lnTo>
                <a:lnTo>
                  <a:pt x="5106" y="3499"/>
                </a:lnTo>
                <a:lnTo>
                  <a:pt x="7076" y="2405"/>
                </a:lnTo>
                <a:lnTo>
                  <a:pt x="9487" y="1354"/>
                </a:lnTo>
                <a:lnTo>
                  <a:pt x="12960" y="0"/>
                </a:lnTo>
                <a:close/>
              </a:path>
            </a:pathLst>
          </a:custGeom>
          <a:solidFill>
            <a:srgbClr val="2B2C2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4" name="contour_19962"/>
          <p:cNvSpPr/>
          <p:nvPr/>
        </p:nvSpPr>
        <p:spPr>
          <a:xfrm>
            <a:off x="8457157" y="582310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42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6D1D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5" name="contour_19963"/>
          <p:cNvSpPr/>
          <p:nvPr/>
        </p:nvSpPr>
        <p:spPr>
          <a:xfrm>
            <a:off x="1336789" y="5808529"/>
            <a:ext cx="29152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1372"/>
                </a:lnTo>
                <a:lnTo>
                  <a:pt x="2684" y="2689"/>
                </a:lnTo>
                <a:lnTo>
                  <a:pt x="4320" y="4320"/>
                </a:lnTo>
                <a:lnTo>
                  <a:pt x="6647" y="6653"/>
                </a:lnTo>
                <a:lnTo>
                  <a:pt x="10055" y="10055"/>
                </a:lnTo>
                <a:lnTo>
                  <a:pt x="14909" y="149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4461"/>
                </a:lnTo>
                <a:lnTo>
                  <a:pt x="0" y="7279"/>
                </a:lnTo>
                <a:lnTo>
                  <a:pt x="0" y="0"/>
                </a:lnTo>
                <a:close/>
              </a:path>
            </a:pathLst>
          </a:custGeom>
          <a:solidFill>
            <a:srgbClr val="797A7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6" name="contour_19964"/>
          <p:cNvSpPr/>
          <p:nvPr/>
        </p:nvSpPr>
        <p:spPr>
          <a:xfrm>
            <a:off x="8508173" y="580852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AFABA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7" name="contour_19965"/>
          <p:cNvSpPr/>
          <p:nvPr/>
        </p:nvSpPr>
        <p:spPr>
          <a:xfrm>
            <a:off x="4288426" y="579395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1E9F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8" name="contour_19966"/>
          <p:cNvSpPr/>
          <p:nvPr/>
        </p:nvSpPr>
        <p:spPr>
          <a:xfrm>
            <a:off x="10126100" y="5794653"/>
            <a:ext cx="36440" cy="21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6" y="1145"/>
                </a:moveTo>
                <a:lnTo>
                  <a:pt x="19837" y="3912"/>
                </a:lnTo>
                <a:lnTo>
                  <a:pt x="21600" y="6724"/>
                </a:lnTo>
                <a:lnTo>
                  <a:pt x="21600" y="11640"/>
                </a:lnTo>
                <a:lnTo>
                  <a:pt x="21600" y="16587"/>
                </a:lnTo>
                <a:lnTo>
                  <a:pt x="21600" y="21600"/>
                </a:lnTo>
                <a:lnTo>
                  <a:pt x="18930" y="20678"/>
                </a:lnTo>
                <a:lnTo>
                  <a:pt x="16252" y="19755"/>
                </a:lnTo>
                <a:lnTo>
                  <a:pt x="13573" y="18833"/>
                </a:lnTo>
                <a:lnTo>
                  <a:pt x="10886" y="17911"/>
                </a:lnTo>
                <a:lnTo>
                  <a:pt x="8186" y="16981"/>
                </a:lnTo>
                <a:lnTo>
                  <a:pt x="5473" y="16044"/>
                </a:lnTo>
                <a:lnTo>
                  <a:pt x="2748" y="15107"/>
                </a:lnTo>
                <a:lnTo>
                  <a:pt x="0" y="14162"/>
                </a:lnTo>
                <a:lnTo>
                  <a:pt x="4303" y="8472"/>
                </a:lnTo>
                <a:lnTo>
                  <a:pt x="7504" y="4440"/>
                </a:lnTo>
                <a:lnTo>
                  <a:pt x="9923" y="1837"/>
                </a:lnTo>
                <a:lnTo>
                  <a:pt x="11876" y="431"/>
                </a:lnTo>
                <a:lnTo>
                  <a:pt x="13677" y="0"/>
                </a:lnTo>
                <a:lnTo>
                  <a:pt x="15643" y="312"/>
                </a:lnTo>
                <a:lnTo>
                  <a:pt x="18096" y="1145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69" name="contour_19967"/>
          <p:cNvSpPr/>
          <p:nvPr/>
        </p:nvSpPr>
        <p:spPr>
          <a:xfrm>
            <a:off x="10898634" y="57793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42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84A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0" name="contour_19968"/>
          <p:cNvSpPr/>
          <p:nvPr/>
        </p:nvSpPr>
        <p:spPr>
          <a:xfrm>
            <a:off x="5709584" y="5764801"/>
            <a:ext cx="145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9" y="0"/>
                </a:lnTo>
                <a:lnTo>
                  <a:pt x="14321" y="0"/>
                </a:lnTo>
                <a:lnTo>
                  <a:pt x="21600" y="0"/>
                </a:lnTo>
                <a:lnTo>
                  <a:pt x="18544" y="3056"/>
                </a:lnTo>
                <a:lnTo>
                  <a:pt x="15487" y="6113"/>
                </a:lnTo>
                <a:lnTo>
                  <a:pt x="12420" y="9180"/>
                </a:lnTo>
                <a:lnTo>
                  <a:pt x="9342" y="12258"/>
                </a:lnTo>
                <a:lnTo>
                  <a:pt x="6242" y="15352"/>
                </a:lnTo>
                <a:lnTo>
                  <a:pt x="3132" y="18463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DC8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1" name="contour_19969"/>
          <p:cNvSpPr/>
          <p:nvPr/>
        </p:nvSpPr>
        <p:spPr>
          <a:xfrm>
            <a:off x="1511701" y="5749241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2"/>
                </a:moveTo>
                <a:lnTo>
                  <a:pt x="3856" y="297"/>
                </a:lnTo>
                <a:lnTo>
                  <a:pt x="6626" y="0"/>
                </a:lnTo>
                <a:lnTo>
                  <a:pt x="9088" y="0"/>
                </a:lnTo>
                <a:lnTo>
                  <a:pt x="12020" y="297"/>
                </a:lnTo>
                <a:lnTo>
                  <a:pt x="16200" y="892"/>
                </a:lnTo>
                <a:lnTo>
                  <a:pt x="18025" y="5806"/>
                </a:lnTo>
                <a:lnTo>
                  <a:pt x="19219" y="9294"/>
                </a:lnTo>
                <a:lnTo>
                  <a:pt x="20039" y="12306"/>
                </a:lnTo>
                <a:lnTo>
                  <a:pt x="20747" y="15794"/>
                </a:lnTo>
                <a:lnTo>
                  <a:pt x="21600" y="20708"/>
                </a:lnTo>
                <a:lnTo>
                  <a:pt x="17744" y="21303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03"/>
                </a:lnTo>
                <a:lnTo>
                  <a:pt x="5400" y="20708"/>
                </a:lnTo>
                <a:lnTo>
                  <a:pt x="3575" y="15794"/>
                </a:lnTo>
                <a:lnTo>
                  <a:pt x="2381" y="12306"/>
                </a:lnTo>
                <a:lnTo>
                  <a:pt x="1561" y="9294"/>
                </a:lnTo>
                <a:lnTo>
                  <a:pt x="853" y="5806"/>
                </a:lnTo>
                <a:lnTo>
                  <a:pt x="0" y="892"/>
                </a:lnTo>
                <a:close/>
              </a:path>
            </a:pathLst>
          </a:custGeom>
          <a:solidFill>
            <a:srgbClr val="171616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2" name="contour_19970"/>
          <p:cNvSpPr/>
          <p:nvPr/>
        </p:nvSpPr>
        <p:spPr>
          <a:xfrm>
            <a:off x="790190" y="575751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E0E1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3" name="contour_19971"/>
          <p:cNvSpPr/>
          <p:nvPr/>
        </p:nvSpPr>
        <p:spPr>
          <a:xfrm>
            <a:off x="4630961" y="5751610"/>
            <a:ext cx="36440" cy="20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26"/>
                </a:moveTo>
                <a:lnTo>
                  <a:pt x="19064" y="9901"/>
                </a:lnTo>
                <a:lnTo>
                  <a:pt x="17159" y="12560"/>
                </a:lnTo>
                <a:lnTo>
                  <a:pt x="15526" y="14636"/>
                </a:lnTo>
                <a:lnTo>
                  <a:pt x="13798" y="16550"/>
                </a:lnTo>
                <a:lnTo>
                  <a:pt x="11625" y="18725"/>
                </a:lnTo>
                <a:lnTo>
                  <a:pt x="8640" y="21600"/>
                </a:lnTo>
                <a:lnTo>
                  <a:pt x="5620" y="17580"/>
                </a:lnTo>
                <a:lnTo>
                  <a:pt x="3711" y="14636"/>
                </a:lnTo>
                <a:lnTo>
                  <a:pt x="2108" y="11330"/>
                </a:lnTo>
                <a:lnTo>
                  <a:pt x="0" y="6226"/>
                </a:lnTo>
                <a:lnTo>
                  <a:pt x="3300" y="2729"/>
                </a:lnTo>
                <a:lnTo>
                  <a:pt x="6303" y="715"/>
                </a:lnTo>
                <a:lnTo>
                  <a:pt x="9150" y="0"/>
                </a:lnTo>
                <a:lnTo>
                  <a:pt x="11966" y="377"/>
                </a:lnTo>
                <a:lnTo>
                  <a:pt x="14891" y="1668"/>
                </a:lnTo>
                <a:lnTo>
                  <a:pt x="18058" y="3682"/>
                </a:lnTo>
                <a:lnTo>
                  <a:pt x="21600" y="6226"/>
                </a:lnTo>
                <a:close/>
              </a:path>
            </a:pathLst>
          </a:custGeom>
          <a:solidFill>
            <a:srgbClr val="DDE4E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4" name="contour_19972"/>
          <p:cNvSpPr/>
          <p:nvPr/>
        </p:nvSpPr>
        <p:spPr>
          <a:xfrm>
            <a:off x="7662766" y="57283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C4A49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5" name="contour_19973"/>
          <p:cNvSpPr/>
          <p:nvPr/>
        </p:nvSpPr>
        <p:spPr>
          <a:xfrm>
            <a:off x="10650842" y="571378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0" y="3019"/>
                </a:lnTo>
                <a:lnTo>
                  <a:pt x="17889" y="5146"/>
                </a:lnTo>
                <a:lnTo>
                  <a:pt x="19492" y="7403"/>
                </a:lnTo>
                <a:lnTo>
                  <a:pt x="21600" y="10800"/>
                </a:lnTo>
                <a:lnTo>
                  <a:pt x="19462" y="13473"/>
                </a:lnTo>
                <a:lnTo>
                  <a:pt x="17310" y="16157"/>
                </a:lnTo>
                <a:lnTo>
                  <a:pt x="15150" y="18862"/>
                </a:lnTo>
                <a:lnTo>
                  <a:pt x="12960" y="21600"/>
                </a:lnTo>
                <a:lnTo>
                  <a:pt x="12960" y="18031"/>
                </a:lnTo>
                <a:lnTo>
                  <a:pt x="12960" y="14440"/>
                </a:lnTo>
                <a:lnTo>
                  <a:pt x="12960" y="10800"/>
                </a:lnTo>
                <a:lnTo>
                  <a:pt x="9746" y="9137"/>
                </a:lnTo>
                <a:lnTo>
                  <a:pt x="7465" y="8024"/>
                </a:lnTo>
                <a:lnTo>
                  <a:pt x="5495" y="7204"/>
                </a:lnTo>
                <a:lnTo>
                  <a:pt x="3214" y="6415"/>
                </a:lnTo>
                <a:lnTo>
                  <a:pt x="0" y="5400"/>
                </a:lnTo>
                <a:lnTo>
                  <a:pt x="2955" y="3737"/>
                </a:lnTo>
                <a:lnTo>
                  <a:pt x="5106" y="2624"/>
                </a:lnTo>
                <a:lnTo>
                  <a:pt x="7076" y="1804"/>
                </a:lnTo>
                <a:lnTo>
                  <a:pt x="9487" y="1015"/>
                </a:lnTo>
                <a:lnTo>
                  <a:pt x="12960" y="0"/>
                </a:lnTo>
                <a:close/>
              </a:path>
            </a:pathLst>
          </a:custGeom>
          <a:solidFill>
            <a:srgbClr val="AAACAD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6" name="contour_19974"/>
          <p:cNvSpPr/>
          <p:nvPr/>
        </p:nvSpPr>
        <p:spPr>
          <a:xfrm>
            <a:off x="1730341" y="570649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26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7" name="contour_19975"/>
          <p:cNvSpPr/>
          <p:nvPr/>
        </p:nvSpPr>
        <p:spPr>
          <a:xfrm>
            <a:off x="870358" y="571378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F5950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8" name="contour_19976"/>
          <p:cNvSpPr/>
          <p:nvPr/>
        </p:nvSpPr>
        <p:spPr>
          <a:xfrm>
            <a:off x="4113514" y="569920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0" y="4025"/>
                </a:lnTo>
                <a:lnTo>
                  <a:pt x="17889" y="6862"/>
                </a:lnTo>
                <a:lnTo>
                  <a:pt x="19492" y="9871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8"/>
                </a:lnTo>
                <a:lnTo>
                  <a:pt x="2108" y="11729"/>
                </a:lnTo>
                <a:lnTo>
                  <a:pt x="0" y="7200"/>
                </a:lnTo>
                <a:lnTo>
                  <a:pt x="2955" y="4982"/>
                </a:lnTo>
                <a:lnTo>
                  <a:pt x="5106" y="3499"/>
                </a:lnTo>
                <a:lnTo>
                  <a:pt x="7076" y="2405"/>
                </a:lnTo>
                <a:lnTo>
                  <a:pt x="9487" y="1354"/>
                </a:lnTo>
                <a:lnTo>
                  <a:pt x="12960" y="0"/>
                </a:lnTo>
                <a:close/>
              </a:path>
            </a:pathLst>
          </a:custGeom>
          <a:solidFill>
            <a:srgbClr val="D8E2E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79" name="contour_19977"/>
          <p:cNvSpPr/>
          <p:nvPr/>
        </p:nvSpPr>
        <p:spPr>
          <a:xfrm>
            <a:off x="10118819" y="568463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226" y="10123"/>
                </a:lnTo>
                <a:lnTo>
                  <a:pt x="2192" y="7200"/>
                </a:lnTo>
                <a:lnTo>
                  <a:pt x="3418" y="4277"/>
                </a:lnTo>
                <a:lnTo>
                  <a:pt x="5400" y="0"/>
                </a:lnTo>
                <a:close/>
              </a:path>
            </a:pathLst>
          </a:custGeom>
          <a:solidFill>
            <a:srgbClr val="73716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0" name="contour_19978"/>
          <p:cNvSpPr/>
          <p:nvPr/>
        </p:nvSpPr>
        <p:spPr>
          <a:xfrm>
            <a:off x="4973497" y="567734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8C6F9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1" name="contour_19979"/>
          <p:cNvSpPr/>
          <p:nvPr/>
        </p:nvSpPr>
        <p:spPr>
          <a:xfrm>
            <a:off x="870358" y="565548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1A161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2" name="contour_19980"/>
          <p:cNvSpPr/>
          <p:nvPr/>
        </p:nvSpPr>
        <p:spPr>
          <a:xfrm>
            <a:off x="10548810" y="565548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EBFBF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3" name="contour_19981"/>
          <p:cNvSpPr/>
          <p:nvPr/>
        </p:nvSpPr>
        <p:spPr>
          <a:xfrm>
            <a:off x="8435293" y="565548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FB2A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4" name="contour_19982"/>
          <p:cNvSpPr/>
          <p:nvPr/>
        </p:nvSpPr>
        <p:spPr>
          <a:xfrm>
            <a:off x="4696553" y="562632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483"/>
                </a:lnTo>
                <a:lnTo>
                  <a:pt x="8584" y="2678"/>
                </a:lnTo>
                <a:lnTo>
                  <a:pt x="10441" y="4226"/>
                </a:lnTo>
                <a:lnTo>
                  <a:pt x="13228" y="6754"/>
                </a:lnTo>
                <a:lnTo>
                  <a:pt x="15582" y="8856"/>
                </a:lnTo>
                <a:lnTo>
                  <a:pt x="17971" y="10994"/>
                </a:lnTo>
                <a:lnTo>
                  <a:pt x="19773" y="1268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8"/>
                </a:lnTo>
                <a:lnTo>
                  <a:pt x="2108" y="11729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53476B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5" name="contour_19983"/>
          <p:cNvSpPr/>
          <p:nvPr/>
        </p:nvSpPr>
        <p:spPr>
          <a:xfrm>
            <a:off x="1475261" y="562632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5" y="19930"/>
                </a:lnTo>
                <a:lnTo>
                  <a:pt x="16195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8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2B2625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6" name="contour_19984"/>
          <p:cNvSpPr/>
          <p:nvPr/>
        </p:nvSpPr>
        <p:spPr>
          <a:xfrm>
            <a:off x="7422262" y="55971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3564"/>
                </a:lnTo>
                <a:lnTo>
                  <a:pt x="14369" y="7135"/>
                </a:lnTo>
                <a:lnTo>
                  <a:pt x="16157" y="10721"/>
                </a:lnTo>
                <a:lnTo>
                  <a:pt x="17960" y="14321"/>
                </a:lnTo>
                <a:lnTo>
                  <a:pt x="19775" y="1794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345" y="20930"/>
                </a:lnTo>
                <a:lnTo>
                  <a:pt x="5400" y="18900"/>
                </a:lnTo>
                <a:lnTo>
                  <a:pt x="8078" y="16668"/>
                </a:lnTo>
                <a:lnTo>
                  <a:pt x="10800" y="14400"/>
                </a:lnTo>
                <a:lnTo>
                  <a:pt x="10800" y="9641"/>
                </a:lnTo>
                <a:lnTo>
                  <a:pt x="10800" y="4853"/>
                </a:lnTo>
                <a:lnTo>
                  <a:pt x="10800" y="0"/>
                </a:lnTo>
                <a:close/>
              </a:path>
            </a:pathLst>
          </a:custGeom>
          <a:solidFill>
            <a:srgbClr val="22222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7" name="contour_19985"/>
          <p:cNvSpPr/>
          <p:nvPr/>
        </p:nvSpPr>
        <p:spPr>
          <a:xfrm>
            <a:off x="5571112" y="56044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7494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8" name="contour_19986"/>
          <p:cNvSpPr/>
          <p:nvPr/>
        </p:nvSpPr>
        <p:spPr>
          <a:xfrm>
            <a:off x="10301019" y="5604465"/>
            <a:ext cx="145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9" y="0"/>
                </a:lnTo>
                <a:lnTo>
                  <a:pt x="14321" y="0"/>
                </a:lnTo>
                <a:lnTo>
                  <a:pt x="21600" y="0"/>
                </a:lnTo>
                <a:lnTo>
                  <a:pt x="18544" y="3056"/>
                </a:lnTo>
                <a:lnTo>
                  <a:pt x="15487" y="6113"/>
                </a:lnTo>
                <a:lnTo>
                  <a:pt x="12420" y="9180"/>
                </a:lnTo>
                <a:lnTo>
                  <a:pt x="9342" y="12258"/>
                </a:lnTo>
                <a:lnTo>
                  <a:pt x="6242" y="15352"/>
                </a:lnTo>
                <a:lnTo>
                  <a:pt x="3132" y="18463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EB1B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89" name="contour_19987"/>
          <p:cNvSpPr/>
          <p:nvPr/>
        </p:nvSpPr>
        <p:spPr>
          <a:xfrm>
            <a:off x="8559189" y="55971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EBEA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0" name="contour_19988"/>
          <p:cNvSpPr/>
          <p:nvPr/>
        </p:nvSpPr>
        <p:spPr>
          <a:xfrm>
            <a:off x="5177561" y="559717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C4F61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1" name="contour_19989"/>
          <p:cNvSpPr/>
          <p:nvPr/>
        </p:nvSpPr>
        <p:spPr>
          <a:xfrm>
            <a:off x="3996906" y="561175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9D9E3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2" name="contour_19990"/>
          <p:cNvSpPr/>
          <p:nvPr/>
        </p:nvSpPr>
        <p:spPr>
          <a:xfrm>
            <a:off x="10556098" y="55826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93A3E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3" name="contour_19991"/>
          <p:cNvSpPr/>
          <p:nvPr/>
        </p:nvSpPr>
        <p:spPr>
          <a:xfrm>
            <a:off x="5454504" y="5589438"/>
            <a:ext cx="29152" cy="22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6400" y="141"/>
                </a:lnTo>
                <a:lnTo>
                  <a:pt x="18986" y="289"/>
                </a:lnTo>
                <a:lnTo>
                  <a:pt x="21600" y="437"/>
                </a:lnTo>
                <a:lnTo>
                  <a:pt x="20531" y="4628"/>
                </a:lnTo>
                <a:lnTo>
                  <a:pt x="19456" y="8832"/>
                </a:lnTo>
                <a:lnTo>
                  <a:pt x="18382" y="13057"/>
                </a:lnTo>
                <a:lnTo>
                  <a:pt x="17296" y="17304"/>
                </a:lnTo>
                <a:lnTo>
                  <a:pt x="16200" y="21600"/>
                </a:lnTo>
                <a:lnTo>
                  <a:pt x="13527" y="19272"/>
                </a:lnTo>
                <a:lnTo>
                  <a:pt x="10849" y="16937"/>
                </a:lnTo>
                <a:lnTo>
                  <a:pt x="8159" y="14595"/>
                </a:lnTo>
                <a:lnTo>
                  <a:pt x="5459" y="12246"/>
                </a:lnTo>
                <a:lnTo>
                  <a:pt x="2743" y="9876"/>
                </a:lnTo>
                <a:lnTo>
                  <a:pt x="0" y="7492"/>
                </a:lnTo>
                <a:lnTo>
                  <a:pt x="3256" y="3400"/>
                </a:lnTo>
                <a:lnTo>
                  <a:pt x="5783" y="1263"/>
                </a:lnTo>
                <a:lnTo>
                  <a:pt x="8878" y="360"/>
                </a:lnTo>
                <a:lnTo>
                  <a:pt x="13835" y="0"/>
                </a:lnTo>
                <a:close/>
              </a:path>
            </a:pathLst>
          </a:custGeom>
          <a:solidFill>
            <a:srgbClr val="5D5B52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4" name="contour_19992"/>
          <p:cNvSpPr/>
          <p:nvPr/>
        </p:nvSpPr>
        <p:spPr>
          <a:xfrm>
            <a:off x="2291516" y="558260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9" y="13754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D9DEE4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5" name="contour_19993"/>
          <p:cNvSpPr/>
          <p:nvPr/>
        </p:nvSpPr>
        <p:spPr>
          <a:xfrm>
            <a:off x="7378534" y="55461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88988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6" name="contour_19994"/>
          <p:cNvSpPr/>
          <p:nvPr/>
        </p:nvSpPr>
        <p:spPr>
          <a:xfrm>
            <a:off x="3836570" y="555345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A69FBA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7" name="contour_19995"/>
          <p:cNvSpPr/>
          <p:nvPr/>
        </p:nvSpPr>
        <p:spPr>
          <a:xfrm>
            <a:off x="5702296" y="553887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73"/>
                </a:lnTo>
                <a:lnTo>
                  <a:pt x="14369" y="5351"/>
                </a:lnTo>
                <a:lnTo>
                  <a:pt x="16157" y="8041"/>
                </a:lnTo>
                <a:lnTo>
                  <a:pt x="17960" y="10741"/>
                </a:lnTo>
                <a:lnTo>
                  <a:pt x="19775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767677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8" name="contour_19996"/>
          <p:cNvSpPr/>
          <p:nvPr/>
        </p:nvSpPr>
        <p:spPr>
          <a:xfrm>
            <a:off x="2058300" y="554616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2824"/>
                </a:lnTo>
                <a:lnTo>
                  <a:pt x="14731" y="4892"/>
                </a:lnTo>
                <a:lnTo>
                  <a:pt x="17575" y="7214"/>
                </a:lnTo>
                <a:lnTo>
                  <a:pt x="21600" y="10800"/>
                </a:lnTo>
                <a:lnTo>
                  <a:pt x="20477" y="14386"/>
                </a:lnTo>
                <a:lnTo>
                  <a:pt x="19354" y="16708"/>
                </a:lnTo>
                <a:lnTo>
                  <a:pt x="17554" y="18776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CEC7DC"/>
          </a:solidFill>
          <a:ln>
            <a:noFill/>
          </a:ln>
        </p:spPr>
        <p:txBody>
          <a:bodyPr/>
          <a:lstStyle/>
          <a:p/>
        </p:txBody>
      </p:sp>
      <p:sp>
        <p:nvSpPr>
          <p:cNvPr id="19999" name="contour_19997"/>
          <p:cNvSpPr/>
          <p:nvPr/>
        </p:nvSpPr>
        <p:spPr>
          <a:xfrm>
            <a:off x="8566477" y="55315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FB5B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0" name="contour_19998"/>
          <p:cNvSpPr/>
          <p:nvPr/>
        </p:nvSpPr>
        <p:spPr>
          <a:xfrm>
            <a:off x="7116166" y="55242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0D5D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1" name="contour_19999"/>
          <p:cNvSpPr/>
          <p:nvPr/>
        </p:nvSpPr>
        <p:spPr>
          <a:xfrm>
            <a:off x="2072876" y="55315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D7D7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2" name="contour_20000"/>
          <p:cNvSpPr/>
          <p:nvPr/>
        </p:nvSpPr>
        <p:spPr>
          <a:xfrm>
            <a:off x="9681539" y="5517010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4386" y="2673"/>
                </a:lnTo>
                <a:lnTo>
                  <a:pt x="15816" y="5351"/>
                </a:lnTo>
                <a:lnTo>
                  <a:pt x="17250" y="8041"/>
                </a:lnTo>
                <a:lnTo>
                  <a:pt x="18688" y="10741"/>
                </a:lnTo>
                <a:lnTo>
                  <a:pt x="20140" y="13457"/>
                </a:lnTo>
                <a:lnTo>
                  <a:pt x="21600" y="16200"/>
                </a:lnTo>
                <a:lnTo>
                  <a:pt x="19492" y="18182"/>
                </a:lnTo>
                <a:lnTo>
                  <a:pt x="17889" y="19408"/>
                </a:lnTo>
                <a:lnTo>
                  <a:pt x="15980" y="20374"/>
                </a:lnTo>
                <a:lnTo>
                  <a:pt x="12960" y="21600"/>
                </a:lnTo>
                <a:lnTo>
                  <a:pt x="9975" y="19440"/>
                </a:lnTo>
                <a:lnTo>
                  <a:pt x="7802" y="17825"/>
                </a:lnTo>
                <a:lnTo>
                  <a:pt x="6074" y="16454"/>
                </a:lnTo>
                <a:lnTo>
                  <a:pt x="4441" y="15023"/>
                </a:lnTo>
                <a:lnTo>
                  <a:pt x="2536" y="13241"/>
                </a:lnTo>
                <a:lnTo>
                  <a:pt x="0" y="10800"/>
                </a:lnTo>
                <a:lnTo>
                  <a:pt x="2566" y="10800"/>
                </a:lnTo>
                <a:lnTo>
                  <a:pt x="5141" y="10800"/>
                </a:lnTo>
                <a:lnTo>
                  <a:pt x="7724" y="10800"/>
                </a:lnTo>
                <a:lnTo>
                  <a:pt x="10329" y="10800"/>
                </a:lnTo>
                <a:lnTo>
                  <a:pt x="12960" y="10800"/>
                </a:lnTo>
                <a:lnTo>
                  <a:pt x="12960" y="7231"/>
                </a:lnTo>
                <a:lnTo>
                  <a:pt x="12960" y="3640"/>
                </a:lnTo>
                <a:lnTo>
                  <a:pt x="12960" y="0"/>
                </a:lnTo>
                <a:close/>
              </a:path>
            </a:pathLst>
          </a:custGeom>
          <a:solidFill>
            <a:srgbClr val="E1E6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3" name="contour_20001"/>
          <p:cNvSpPr/>
          <p:nvPr/>
        </p:nvSpPr>
        <p:spPr>
          <a:xfrm>
            <a:off x="5367048" y="55170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4F504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4" name="contour_20002"/>
          <p:cNvSpPr/>
          <p:nvPr/>
        </p:nvSpPr>
        <p:spPr>
          <a:xfrm>
            <a:off x="7815814" y="55170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CED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5" name="contour_20003"/>
          <p:cNvSpPr/>
          <p:nvPr/>
        </p:nvSpPr>
        <p:spPr>
          <a:xfrm>
            <a:off x="1285773" y="552429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2160"/>
                </a:lnTo>
                <a:lnTo>
                  <a:pt x="11621" y="3775"/>
                </a:lnTo>
                <a:lnTo>
                  <a:pt x="13754" y="5146"/>
                </a:lnTo>
                <a:lnTo>
                  <a:pt x="15822" y="6577"/>
                </a:lnTo>
                <a:lnTo>
                  <a:pt x="18290" y="8359"/>
                </a:lnTo>
                <a:lnTo>
                  <a:pt x="21600" y="10800"/>
                </a:lnTo>
                <a:lnTo>
                  <a:pt x="18927" y="12582"/>
                </a:lnTo>
                <a:lnTo>
                  <a:pt x="16249" y="14369"/>
                </a:lnTo>
                <a:lnTo>
                  <a:pt x="13559" y="16157"/>
                </a:lnTo>
                <a:lnTo>
                  <a:pt x="10859" y="17960"/>
                </a:lnTo>
                <a:lnTo>
                  <a:pt x="8143" y="19775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C0B1C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6" name="contour_20004"/>
          <p:cNvSpPr/>
          <p:nvPr/>
        </p:nvSpPr>
        <p:spPr>
          <a:xfrm>
            <a:off x="10075091" y="550972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9" y="13754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E1E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7" name="contour_20005"/>
          <p:cNvSpPr/>
          <p:nvPr/>
        </p:nvSpPr>
        <p:spPr>
          <a:xfrm>
            <a:off x="8457157" y="55170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CD1B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8" name="contour_20006"/>
          <p:cNvSpPr/>
          <p:nvPr/>
        </p:nvSpPr>
        <p:spPr>
          <a:xfrm>
            <a:off x="7385822" y="550972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10800" y="18031"/>
                </a:lnTo>
                <a:lnTo>
                  <a:pt x="10800" y="14440"/>
                </a:lnTo>
                <a:lnTo>
                  <a:pt x="10800" y="10800"/>
                </a:lnTo>
                <a:lnTo>
                  <a:pt x="7592" y="8818"/>
                </a:lnTo>
                <a:lnTo>
                  <a:pt x="5400" y="7592"/>
                </a:lnTo>
                <a:lnTo>
                  <a:pt x="3208" y="6626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6762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09" name="contour_20007"/>
          <p:cNvSpPr/>
          <p:nvPr/>
        </p:nvSpPr>
        <p:spPr>
          <a:xfrm>
            <a:off x="10483218" y="5495146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618" y="2955"/>
                </a:lnTo>
                <a:lnTo>
                  <a:pt x="18101" y="5106"/>
                </a:lnTo>
                <a:lnTo>
                  <a:pt x="19195" y="7076"/>
                </a:lnTo>
                <a:lnTo>
                  <a:pt x="20246" y="9487"/>
                </a:lnTo>
                <a:lnTo>
                  <a:pt x="21600" y="12960"/>
                </a:lnTo>
                <a:lnTo>
                  <a:pt x="17575" y="15980"/>
                </a:lnTo>
                <a:lnTo>
                  <a:pt x="14731" y="17889"/>
                </a:lnTo>
                <a:lnTo>
                  <a:pt x="11729" y="19492"/>
                </a:lnTo>
                <a:lnTo>
                  <a:pt x="7200" y="21600"/>
                </a:lnTo>
                <a:lnTo>
                  <a:pt x="4982" y="18645"/>
                </a:lnTo>
                <a:lnTo>
                  <a:pt x="3499" y="16494"/>
                </a:lnTo>
                <a:lnTo>
                  <a:pt x="2405" y="14524"/>
                </a:lnTo>
                <a:lnTo>
                  <a:pt x="1354" y="12113"/>
                </a:lnTo>
                <a:lnTo>
                  <a:pt x="0" y="8640"/>
                </a:lnTo>
                <a:lnTo>
                  <a:pt x="4025" y="5620"/>
                </a:lnTo>
                <a:lnTo>
                  <a:pt x="6869" y="3711"/>
                </a:lnTo>
                <a:lnTo>
                  <a:pt x="9871" y="2108"/>
                </a:lnTo>
                <a:lnTo>
                  <a:pt x="14400" y="0"/>
                </a:lnTo>
                <a:close/>
              </a:path>
            </a:pathLst>
          </a:custGeom>
          <a:solidFill>
            <a:srgbClr val="A5A9A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0" name="contour_20008"/>
          <p:cNvSpPr/>
          <p:nvPr/>
        </p:nvSpPr>
        <p:spPr>
          <a:xfrm>
            <a:off x="1402381" y="54951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DFE0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1" name="contour_20009"/>
          <p:cNvSpPr/>
          <p:nvPr/>
        </p:nvSpPr>
        <p:spPr>
          <a:xfrm>
            <a:off x="7028711" y="546599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8052" y="16553"/>
                </a:lnTo>
                <a:lnTo>
                  <a:pt x="15250" y="17719"/>
                </a:lnTo>
                <a:lnTo>
                  <a:pt x="10800" y="18900"/>
                </a:lnTo>
                <a:lnTo>
                  <a:pt x="9288" y="19303"/>
                </a:lnTo>
                <a:lnTo>
                  <a:pt x="4725" y="20534"/>
                </a:lnTo>
                <a:lnTo>
                  <a:pt x="2381" y="21067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D7E7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2" name="contour_20010"/>
          <p:cNvSpPr/>
          <p:nvPr/>
        </p:nvSpPr>
        <p:spPr>
          <a:xfrm>
            <a:off x="797478" y="547328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DD2D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3" name="contour_20011"/>
          <p:cNvSpPr/>
          <p:nvPr/>
        </p:nvSpPr>
        <p:spPr>
          <a:xfrm>
            <a:off x="11649297" y="545141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9871" y="18776"/>
                </a:lnTo>
                <a:lnTo>
                  <a:pt x="6869" y="16708"/>
                </a:lnTo>
                <a:lnTo>
                  <a:pt x="4025" y="14386"/>
                </a:lnTo>
                <a:lnTo>
                  <a:pt x="0" y="10800"/>
                </a:lnTo>
                <a:lnTo>
                  <a:pt x="1123" y="7214"/>
                </a:lnTo>
                <a:lnTo>
                  <a:pt x="2246" y="4892"/>
                </a:lnTo>
                <a:lnTo>
                  <a:pt x="4046" y="2824"/>
                </a:lnTo>
                <a:lnTo>
                  <a:pt x="7200" y="0"/>
                </a:lnTo>
                <a:close/>
              </a:path>
            </a:pathLst>
          </a:custGeom>
          <a:solidFill>
            <a:srgbClr val="67598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4" name="contour_20012"/>
          <p:cNvSpPr/>
          <p:nvPr/>
        </p:nvSpPr>
        <p:spPr>
          <a:xfrm>
            <a:off x="4113514" y="54587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D844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5" name="contour_20013"/>
          <p:cNvSpPr/>
          <p:nvPr/>
        </p:nvSpPr>
        <p:spPr>
          <a:xfrm>
            <a:off x="2036436" y="545870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9E7F4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6" name="contour_20014"/>
          <p:cNvSpPr/>
          <p:nvPr/>
        </p:nvSpPr>
        <p:spPr>
          <a:xfrm>
            <a:off x="1176453" y="545141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9B8E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7" name="contour_20015"/>
          <p:cNvSpPr/>
          <p:nvPr/>
        </p:nvSpPr>
        <p:spPr>
          <a:xfrm>
            <a:off x="5082817" y="544413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38"/>
                </a:lnTo>
                <a:lnTo>
                  <a:pt x="12512" y="2081"/>
                </a:lnTo>
                <a:lnTo>
                  <a:pt x="14974" y="3175"/>
                </a:lnTo>
                <a:lnTo>
                  <a:pt x="17744" y="476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B790C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8" name="contour_20016"/>
          <p:cNvSpPr/>
          <p:nvPr/>
        </p:nvSpPr>
        <p:spPr>
          <a:xfrm>
            <a:off x="5009937" y="544413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392C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19" name="contour_20017"/>
          <p:cNvSpPr/>
          <p:nvPr/>
        </p:nvSpPr>
        <p:spPr>
          <a:xfrm>
            <a:off x="2080164" y="544413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42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6EA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0" name="contour_20018"/>
          <p:cNvSpPr/>
          <p:nvPr/>
        </p:nvSpPr>
        <p:spPr>
          <a:xfrm>
            <a:off x="8282245" y="542955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138"/>
                </a:lnTo>
                <a:lnTo>
                  <a:pt x="11959" y="4281"/>
                </a:lnTo>
                <a:lnTo>
                  <a:pt x="14350" y="6432"/>
                </a:lnTo>
                <a:lnTo>
                  <a:pt x="16747" y="8592"/>
                </a:lnTo>
                <a:lnTo>
                  <a:pt x="19166" y="10765"/>
                </a:lnTo>
                <a:lnTo>
                  <a:pt x="21600" y="12960"/>
                </a:lnTo>
                <a:lnTo>
                  <a:pt x="18036" y="14386"/>
                </a:lnTo>
                <a:lnTo>
                  <a:pt x="14465" y="15816"/>
                </a:lnTo>
                <a:lnTo>
                  <a:pt x="10879" y="17245"/>
                </a:lnTo>
                <a:lnTo>
                  <a:pt x="7279" y="18688"/>
                </a:lnTo>
                <a:lnTo>
                  <a:pt x="3658" y="20140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D2D6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1" name="contour_20019"/>
          <p:cNvSpPr/>
          <p:nvPr/>
        </p:nvSpPr>
        <p:spPr>
          <a:xfrm>
            <a:off x="4871465" y="54368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27F7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2" name="contour_20020"/>
          <p:cNvSpPr/>
          <p:nvPr/>
        </p:nvSpPr>
        <p:spPr>
          <a:xfrm>
            <a:off x="3639794" y="542226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84898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3" name="contour_20021"/>
          <p:cNvSpPr/>
          <p:nvPr/>
        </p:nvSpPr>
        <p:spPr>
          <a:xfrm>
            <a:off x="8260381" y="542226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73"/>
                </a:lnTo>
                <a:lnTo>
                  <a:pt x="14369" y="5351"/>
                </a:lnTo>
                <a:lnTo>
                  <a:pt x="16162" y="8041"/>
                </a:lnTo>
                <a:lnTo>
                  <a:pt x="17960" y="10741"/>
                </a:lnTo>
                <a:lnTo>
                  <a:pt x="19775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6B707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4" name="contour_20022"/>
          <p:cNvSpPr/>
          <p:nvPr/>
        </p:nvSpPr>
        <p:spPr>
          <a:xfrm>
            <a:off x="9951195" y="54076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3F414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5" name="contour_20023"/>
          <p:cNvSpPr/>
          <p:nvPr/>
        </p:nvSpPr>
        <p:spPr>
          <a:xfrm>
            <a:off x="5206713" y="54149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797B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6" name="contour_20024"/>
          <p:cNvSpPr/>
          <p:nvPr/>
        </p:nvSpPr>
        <p:spPr>
          <a:xfrm>
            <a:off x="4988073" y="539311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C5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7" name="contour_20025"/>
          <p:cNvSpPr/>
          <p:nvPr/>
        </p:nvSpPr>
        <p:spPr>
          <a:xfrm>
            <a:off x="1912540" y="53858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16E7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8" name="contour_20026"/>
          <p:cNvSpPr/>
          <p:nvPr/>
        </p:nvSpPr>
        <p:spPr>
          <a:xfrm>
            <a:off x="484094" y="53858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77A7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29" name="contour_20027"/>
          <p:cNvSpPr/>
          <p:nvPr/>
        </p:nvSpPr>
        <p:spPr>
          <a:xfrm>
            <a:off x="8413429" y="53785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7577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0" name="contour_20028"/>
          <p:cNvSpPr/>
          <p:nvPr/>
        </p:nvSpPr>
        <p:spPr>
          <a:xfrm>
            <a:off x="8318685" y="53785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7A9A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1" name="contour_20029"/>
          <p:cNvSpPr/>
          <p:nvPr/>
        </p:nvSpPr>
        <p:spPr>
          <a:xfrm>
            <a:off x="5534672" y="53785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D5B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2" name="contour_20030"/>
          <p:cNvSpPr/>
          <p:nvPr/>
        </p:nvSpPr>
        <p:spPr>
          <a:xfrm>
            <a:off x="1817797" y="537125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2673"/>
                </a:lnTo>
                <a:lnTo>
                  <a:pt x="16162" y="5357"/>
                </a:lnTo>
                <a:lnTo>
                  <a:pt x="18862" y="8062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5C596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3" name="contour_20031"/>
          <p:cNvSpPr/>
          <p:nvPr/>
        </p:nvSpPr>
        <p:spPr>
          <a:xfrm>
            <a:off x="7968861" y="535667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89DD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4" name="contour_20032"/>
          <p:cNvSpPr/>
          <p:nvPr/>
        </p:nvSpPr>
        <p:spPr>
          <a:xfrm>
            <a:off x="9885603" y="534209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4657" y="1264"/>
                </a:lnTo>
                <a:lnTo>
                  <a:pt x="5668" y="5065"/>
                </a:lnTo>
                <a:lnTo>
                  <a:pt x="7789" y="8510"/>
                </a:lnTo>
                <a:lnTo>
                  <a:pt x="10044" y="10994"/>
                </a:lnTo>
                <a:lnTo>
                  <a:pt x="12493" y="12760"/>
                </a:lnTo>
                <a:lnTo>
                  <a:pt x="15193" y="14051"/>
                </a:lnTo>
                <a:lnTo>
                  <a:pt x="18209" y="15115"/>
                </a:lnTo>
                <a:lnTo>
                  <a:pt x="21600" y="16200"/>
                </a:lnTo>
                <a:lnTo>
                  <a:pt x="18753" y="17399"/>
                </a:lnTo>
                <a:lnTo>
                  <a:pt x="15919" y="18522"/>
                </a:lnTo>
                <a:lnTo>
                  <a:pt x="13077" y="19532"/>
                </a:lnTo>
                <a:lnTo>
                  <a:pt x="10208" y="20407"/>
                </a:lnTo>
                <a:lnTo>
                  <a:pt x="7296" y="21103"/>
                </a:lnTo>
                <a:lnTo>
                  <a:pt x="4320" y="21600"/>
                </a:lnTo>
                <a:lnTo>
                  <a:pt x="2281" y="18965"/>
                </a:lnTo>
                <a:lnTo>
                  <a:pt x="1149" y="16961"/>
                </a:lnTo>
                <a:lnTo>
                  <a:pt x="523" y="14575"/>
                </a:lnTo>
                <a:lnTo>
                  <a:pt x="0" y="10800"/>
                </a:lnTo>
                <a:lnTo>
                  <a:pt x="1132" y="7214"/>
                </a:lnTo>
                <a:lnTo>
                  <a:pt x="1961" y="4892"/>
                </a:lnTo>
                <a:lnTo>
                  <a:pt x="2886" y="2824"/>
                </a:lnTo>
                <a:lnTo>
                  <a:pt x="4320" y="0"/>
                </a:lnTo>
                <a:close/>
              </a:path>
            </a:pathLst>
          </a:custGeom>
          <a:solidFill>
            <a:srgbClr val="92949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5" name="contour_20033"/>
          <p:cNvSpPr/>
          <p:nvPr/>
        </p:nvSpPr>
        <p:spPr>
          <a:xfrm>
            <a:off x="4477913" y="534209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241C1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6" name="contour_20034"/>
          <p:cNvSpPr/>
          <p:nvPr/>
        </p:nvSpPr>
        <p:spPr>
          <a:xfrm>
            <a:off x="1497125" y="534209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5" y="19930"/>
                </a:lnTo>
                <a:lnTo>
                  <a:pt x="16195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8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6B6B6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7" name="contour_20035"/>
          <p:cNvSpPr/>
          <p:nvPr/>
        </p:nvSpPr>
        <p:spPr>
          <a:xfrm>
            <a:off x="7363958" y="53202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4277"/>
                </a:lnTo>
                <a:lnTo>
                  <a:pt x="17258" y="8568"/>
                </a:lnTo>
                <a:lnTo>
                  <a:pt x="18691" y="12874"/>
                </a:lnTo>
                <a:lnTo>
                  <a:pt x="20138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4277" y="4558"/>
                </a:lnTo>
                <a:lnTo>
                  <a:pt x="7200" y="2923"/>
                </a:lnTo>
                <a:lnTo>
                  <a:pt x="10123" y="1634"/>
                </a:lnTo>
                <a:lnTo>
                  <a:pt x="14400" y="0"/>
                </a:lnTo>
                <a:close/>
              </a:path>
            </a:pathLst>
          </a:custGeom>
          <a:solidFill>
            <a:srgbClr val="827DB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8" name="contour_20036"/>
          <p:cNvSpPr/>
          <p:nvPr/>
        </p:nvSpPr>
        <p:spPr>
          <a:xfrm>
            <a:off x="4922481" y="532752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1123"/>
                </a:lnTo>
                <a:lnTo>
                  <a:pt x="16708" y="2246"/>
                </a:lnTo>
                <a:lnTo>
                  <a:pt x="18776" y="404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2824" y="9871"/>
                </a:lnTo>
                <a:lnTo>
                  <a:pt x="4892" y="6862"/>
                </a:lnTo>
                <a:lnTo>
                  <a:pt x="7214" y="4025"/>
                </a:lnTo>
                <a:lnTo>
                  <a:pt x="10800" y="0"/>
                </a:lnTo>
                <a:close/>
              </a:path>
            </a:pathLst>
          </a:custGeom>
          <a:solidFill>
            <a:srgbClr val="5549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39" name="contour_20037"/>
          <p:cNvSpPr/>
          <p:nvPr/>
        </p:nvSpPr>
        <p:spPr>
          <a:xfrm>
            <a:off x="7393110" y="532023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42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E639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0" name="contour_20038"/>
          <p:cNvSpPr/>
          <p:nvPr/>
        </p:nvSpPr>
        <p:spPr>
          <a:xfrm>
            <a:off x="10147971" y="53056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8CDC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1" name="contour_20039"/>
          <p:cNvSpPr/>
          <p:nvPr/>
        </p:nvSpPr>
        <p:spPr>
          <a:xfrm>
            <a:off x="9987635" y="531294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2673"/>
                </a:lnTo>
                <a:lnTo>
                  <a:pt x="7135" y="5351"/>
                </a:lnTo>
                <a:lnTo>
                  <a:pt x="10721" y="8041"/>
                </a:lnTo>
                <a:lnTo>
                  <a:pt x="14321" y="10741"/>
                </a:lnTo>
                <a:lnTo>
                  <a:pt x="17942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ED1D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2" name="contour_20040"/>
          <p:cNvSpPr/>
          <p:nvPr/>
        </p:nvSpPr>
        <p:spPr>
          <a:xfrm>
            <a:off x="5746024" y="53202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42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0836" y="20261"/>
                </a:lnTo>
                <a:lnTo>
                  <a:pt x="7258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F2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3" name="contour_20041"/>
          <p:cNvSpPr/>
          <p:nvPr/>
        </p:nvSpPr>
        <p:spPr>
          <a:xfrm>
            <a:off x="5243153" y="53129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42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58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4" name="contour_20042"/>
          <p:cNvSpPr/>
          <p:nvPr/>
        </p:nvSpPr>
        <p:spPr>
          <a:xfrm>
            <a:off x="1118149" y="53056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332E2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5" name="contour_20043"/>
          <p:cNvSpPr/>
          <p:nvPr/>
        </p:nvSpPr>
        <p:spPr>
          <a:xfrm>
            <a:off x="8500885" y="52983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B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6" name="contour_20044"/>
          <p:cNvSpPr/>
          <p:nvPr/>
        </p:nvSpPr>
        <p:spPr>
          <a:xfrm>
            <a:off x="7983437" y="53056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CBCF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7" name="contour_20045"/>
          <p:cNvSpPr/>
          <p:nvPr/>
        </p:nvSpPr>
        <p:spPr>
          <a:xfrm>
            <a:off x="1198317" y="529108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9B846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8" name="contour_20046"/>
          <p:cNvSpPr/>
          <p:nvPr/>
        </p:nvSpPr>
        <p:spPr>
          <a:xfrm>
            <a:off x="6853799" y="52837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E4E5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49" name="contour_20047"/>
          <p:cNvSpPr/>
          <p:nvPr/>
        </p:nvSpPr>
        <p:spPr>
          <a:xfrm>
            <a:off x="1110861" y="527650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34323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0" name="contour_20048"/>
          <p:cNvSpPr/>
          <p:nvPr/>
        </p:nvSpPr>
        <p:spPr>
          <a:xfrm>
            <a:off x="4951633" y="52692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0D1D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1" name="contour_20049"/>
          <p:cNvSpPr/>
          <p:nvPr/>
        </p:nvSpPr>
        <p:spPr>
          <a:xfrm>
            <a:off x="4725705" y="52692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6F6C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2" name="contour_20050"/>
          <p:cNvSpPr/>
          <p:nvPr/>
        </p:nvSpPr>
        <p:spPr>
          <a:xfrm>
            <a:off x="8515461" y="52692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77B7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3" name="contour_20051"/>
          <p:cNvSpPr/>
          <p:nvPr/>
        </p:nvSpPr>
        <p:spPr>
          <a:xfrm>
            <a:off x="1985420" y="525464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B89C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4" name="contour_20052"/>
          <p:cNvSpPr/>
          <p:nvPr/>
        </p:nvSpPr>
        <p:spPr>
          <a:xfrm>
            <a:off x="8376989" y="526193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4999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5" name="contour_20053"/>
          <p:cNvSpPr/>
          <p:nvPr/>
        </p:nvSpPr>
        <p:spPr>
          <a:xfrm>
            <a:off x="10986090" y="52546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5B50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6" name="contour_20054"/>
          <p:cNvSpPr/>
          <p:nvPr/>
        </p:nvSpPr>
        <p:spPr>
          <a:xfrm>
            <a:off x="5301457" y="52546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24211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7" name="contour_20055"/>
          <p:cNvSpPr/>
          <p:nvPr/>
        </p:nvSpPr>
        <p:spPr>
          <a:xfrm>
            <a:off x="8639357" y="5225490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387" y="842"/>
                </a:lnTo>
                <a:lnTo>
                  <a:pt x="14302" y="1685"/>
                </a:lnTo>
                <a:lnTo>
                  <a:pt x="17063" y="3035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350" y="21600"/>
                </a:lnTo>
                <a:lnTo>
                  <a:pt x="11702" y="21600"/>
                </a:lnTo>
                <a:lnTo>
                  <a:pt x="6990" y="21600"/>
                </a:lnTo>
                <a:lnTo>
                  <a:pt x="4628" y="17744"/>
                </a:lnTo>
                <a:lnTo>
                  <a:pt x="3083" y="14974"/>
                </a:lnTo>
                <a:lnTo>
                  <a:pt x="2020" y="12512"/>
                </a:lnTo>
                <a:lnTo>
                  <a:pt x="1104" y="9580"/>
                </a:lnTo>
                <a:lnTo>
                  <a:pt x="0" y="5400"/>
                </a:lnTo>
                <a:lnTo>
                  <a:pt x="3467" y="2722"/>
                </a:lnTo>
                <a:lnTo>
                  <a:pt x="6990" y="0"/>
                </a:lnTo>
                <a:close/>
              </a:path>
            </a:pathLst>
          </a:custGeom>
          <a:solidFill>
            <a:srgbClr val="95907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8" name="contour_20056"/>
          <p:cNvSpPr/>
          <p:nvPr/>
        </p:nvSpPr>
        <p:spPr>
          <a:xfrm>
            <a:off x="6941255" y="52400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CAFA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59" name="contour_20057"/>
          <p:cNvSpPr/>
          <p:nvPr/>
        </p:nvSpPr>
        <p:spPr>
          <a:xfrm>
            <a:off x="5549248" y="52473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9F1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0" name="contour_20058"/>
          <p:cNvSpPr/>
          <p:nvPr/>
        </p:nvSpPr>
        <p:spPr>
          <a:xfrm>
            <a:off x="2225268" y="5240066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29" y="0"/>
                </a:moveTo>
                <a:lnTo>
                  <a:pt x="4781" y="1069"/>
                </a:lnTo>
                <a:lnTo>
                  <a:pt x="8948" y="2144"/>
                </a:lnTo>
                <a:lnTo>
                  <a:pt x="13128" y="3218"/>
                </a:lnTo>
                <a:lnTo>
                  <a:pt x="17343" y="4304"/>
                </a:lnTo>
                <a:lnTo>
                  <a:pt x="21600" y="5400"/>
                </a:lnTo>
                <a:lnTo>
                  <a:pt x="20216" y="8608"/>
                </a:lnTo>
                <a:lnTo>
                  <a:pt x="18825" y="11826"/>
                </a:lnTo>
                <a:lnTo>
                  <a:pt x="17434" y="15055"/>
                </a:lnTo>
                <a:lnTo>
                  <a:pt x="16029" y="18311"/>
                </a:lnTo>
                <a:lnTo>
                  <a:pt x="14610" y="21600"/>
                </a:lnTo>
                <a:lnTo>
                  <a:pt x="10457" y="20569"/>
                </a:lnTo>
                <a:lnTo>
                  <a:pt x="7619" y="19661"/>
                </a:lnTo>
                <a:lnTo>
                  <a:pt x="4781" y="18376"/>
                </a:lnTo>
                <a:lnTo>
                  <a:pt x="629" y="16200"/>
                </a:lnTo>
                <a:lnTo>
                  <a:pt x="210" y="12020"/>
                </a:lnTo>
                <a:lnTo>
                  <a:pt x="0" y="9088"/>
                </a:lnTo>
                <a:lnTo>
                  <a:pt x="0" y="6626"/>
                </a:lnTo>
                <a:lnTo>
                  <a:pt x="210" y="3856"/>
                </a:lnTo>
                <a:lnTo>
                  <a:pt x="629" y="0"/>
                </a:lnTo>
                <a:close/>
              </a:path>
            </a:pathLst>
          </a:custGeom>
          <a:solidFill>
            <a:srgbClr val="6A5B7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1" name="contour_20059"/>
          <p:cNvSpPr/>
          <p:nvPr/>
        </p:nvSpPr>
        <p:spPr>
          <a:xfrm>
            <a:off x="4485201" y="52254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5" y="19930"/>
                </a:lnTo>
                <a:lnTo>
                  <a:pt x="16195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8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777A7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2" name="contour_20060"/>
          <p:cNvSpPr/>
          <p:nvPr/>
        </p:nvSpPr>
        <p:spPr>
          <a:xfrm>
            <a:off x="7291078" y="522549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1D3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3" name="contour_20061"/>
          <p:cNvSpPr/>
          <p:nvPr/>
        </p:nvSpPr>
        <p:spPr>
          <a:xfrm>
            <a:off x="1679325" y="52182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42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4" name="contour_20062"/>
          <p:cNvSpPr/>
          <p:nvPr/>
        </p:nvSpPr>
        <p:spPr>
          <a:xfrm>
            <a:off x="8653933" y="521091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716B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5" name="contour_20063"/>
          <p:cNvSpPr/>
          <p:nvPr/>
        </p:nvSpPr>
        <p:spPr>
          <a:xfrm>
            <a:off x="2313380" y="52254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374" y="11477"/>
                </a:lnTo>
                <a:lnTo>
                  <a:pt x="19408" y="14400"/>
                </a:lnTo>
                <a:lnTo>
                  <a:pt x="18182" y="1732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D9D9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6" name="contour_20064"/>
          <p:cNvSpPr/>
          <p:nvPr/>
        </p:nvSpPr>
        <p:spPr>
          <a:xfrm>
            <a:off x="600702" y="5219587"/>
            <a:ext cx="36440" cy="20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26"/>
                </a:moveTo>
                <a:lnTo>
                  <a:pt x="19492" y="11330"/>
                </a:lnTo>
                <a:lnTo>
                  <a:pt x="17889" y="14636"/>
                </a:lnTo>
                <a:lnTo>
                  <a:pt x="15984" y="17580"/>
                </a:lnTo>
                <a:lnTo>
                  <a:pt x="12960" y="21600"/>
                </a:lnTo>
                <a:lnTo>
                  <a:pt x="9975" y="18725"/>
                </a:lnTo>
                <a:lnTo>
                  <a:pt x="7802" y="16550"/>
                </a:lnTo>
                <a:lnTo>
                  <a:pt x="6074" y="14636"/>
                </a:lnTo>
                <a:lnTo>
                  <a:pt x="4441" y="12560"/>
                </a:lnTo>
                <a:lnTo>
                  <a:pt x="2536" y="9901"/>
                </a:lnTo>
                <a:lnTo>
                  <a:pt x="0" y="6226"/>
                </a:lnTo>
                <a:lnTo>
                  <a:pt x="3300" y="2729"/>
                </a:lnTo>
                <a:lnTo>
                  <a:pt x="6303" y="715"/>
                </a:lnTo>
                <a:lnTo>
                  <a:pt x="9150" y="0"/>
                </a:lnTo>
                <a:lnTo>
                  <a:pt x="11966" y="377"/>
                </a:lnTo>
                <a:lnTo>
                  <a:pt x="14891" y="1668"/>
                </a:lnTo>
                <a:lnTo>
                  <a:pt x="18058" y="3682"/>
                </a:lnTo>
                <a:lnTo>
                  <a:pt x="21600" y="6226"/>
                </a:lnTo>
                <a:close/>
              </a:path>
            </a:pathLst>
          </a:custGeom>
          <a:solidFill>
            <a:srgbClr val="4F4D4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7" name="contour_20065"/>
          <p:cNvSpPr/>
          <p:nvPr/>
        </p:nvSpPr>
        <p:spPr>
          <a:xfrm>
            <a:off x="7319246" y="5203626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333" y="2020"/>
                </a:lnTo>
                <a:lnTo>
                  <a:pt x="8585" y="3548"/>
                </a:lnTo>
                <a:lnTo>
                  <a:pt x="11265" y="4892"/>
                </a:lnTo>
                <a:lnTo>
                  <a:pt x="13945" y="6350"/>
                </a:lnTo>
                <a:lnTo>
                  <a:pt x="17197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E0F1F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8" name="contour_20066"/>
          <p:cNvSpPr/>
          <p:nvPr/>
        </p:nvSpPr>
        <p:spPr>
          <a:xfrm>
            <a:off x="4463338" y="521091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644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69" name="contour_20067"/>
          <p:cNvSpPr/>
          <p:nvPr/>
        </p:nvSpPr>
        <p:spPr>
          <a:xfrm>
            <a:off x="695446" y="521091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1123"/>
                </a:lnTo>
                <a:lnTo>
                  <a:pt x="16708" y="2246"/>
                </a:lnTo>
                <a:lnTo>
                  <a:pt x="18776" y="404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2824" y="9871"/>
                </a:lnTo>
                <a:lnTo>
                  <a:pt x="4892" y="6862"/>
                </a:lnTo>
                <a:lnTo>
                  <a:pt x="7214" y="4025"/>
                </a:lnTo>
                <a:lnTo>
                  <a:pt x="10800" y="0"/>
                </a:lnTo>
                <a:close/>
              </a:path>
            </a:pathLst>
          </a:custGeom>
          <a:solidFill>
            <a:srgbClr val="2C2B2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0" name="contour_20068"/>
          <p:cNvSpPr/>
          <p:nvPr/>
        </p:nvSpPr>
        <p:spPr>
          <a:xfrm>
            <a:off x="5257729" y="52036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374" y="11477"/>
                </a:lnTo>
                <a:lnTo>
                  <a:pt x="19408" y="14400"/>
                </a:lnTo>
                <a:lnTo>
                  <a:pt x="18182" y="1732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B490B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1" name="contour_20069"/>
          <p:cNvSpPr/>
          <p:nvPr/>
        </p:nvSpPr>
        <p:spPr>
          <a:xfrm>
            <a:off x="8617493" y="51963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FE4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2" name="contour_20070"/>
          <p:cNvSpPr/>
          <p:nvPr/>
        </p:nvSpPr>
        <p:spPr>
          <a:xfrm>
            <a:off x="5797040" y="51890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C8BCB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3" name="contour_20071"/>
          <p:cNvSpPr/>
          <p:nvPr/>
        </p:nvSpPr>
        <p:spPr>
          <a:xfrm>
            <a:off x="1154589" y="517447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2376" y="13527"/>
                </a:lnTo>
                <a:lnTo>
                  <a:pt x="4759" y="10849"/>
                </a:lnTo>
                <a:lnTo>
                  <a:pt x="7150" y="8159"/>
                </a:lnTo>
                <a:lnTo>
                  <a:pt x="9547" y="5459"/>
                </a:lnTo>
                <a:lnTo>
                  <a:pt x="11966" y="2743"/>
                </a:lnTo>
                <a:lnTo>
                  <a:pt x="14400" y="0"/>
                </a:lnTo>
                <a:close/>
              </a:path>
            </a:pathLst>
          </a:custGeom>
          <a:solidFill>
            <a:srgbClr val="3F373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4" name="contour_20072"/>
          <p:cNvSpPr/>
          <p:nvPr/>
        </p:nvSpPr>
        <p:spPr>
          <a:xfrm>
            <a:off x="7946997" y="51671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DDA9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5" name="contour_20073"/>
          <p:cNvSpPr/>
          <p:nvPr/>
        </p:nvSpPr>
        <p:spPr>
          <a:xfrm>
            <a:off x="5133833" y="51671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8E806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6" name="contour_20074"/>
          <p:cNvSpPr/>
          <p:nvPr/>
        </p:nvSpPr>
        <p:spPr>
          <a:xfrm>
            <a:off x="11620145" y="515261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EEF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7" name="contour_20075"/>
          <p:cNvSpPr/>
          <p:nvPr/>
        </p:nvSpPr>
        <p:spPr>
          <a:xfrm>
            <a:off x="2123892" y="5138734"/>
            <a:ext cx="36440" cy="211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8092" y="1145"/>
                </a:moveTo>
                <a:lnTo>
                  <a:pt x="19833" y="3912"/>
                </a:lnTo>
                <a:lnTo>
                  <a:pt x="21600" y="6724"/>
                </a:lnTo>
                <a:lnTo>
                  <a:pt x="21600" y="11640"/>
                </a:lnTo>
                <a:lnTo>
                  <a:pt x="21600" y="16587"/>
                </a:lnTo>
                <a:lnTo>
                  <a:pt x="21600" y="21600"/>
                </a:lnTo>
                <a:lnTo>
                  <a:pt x="18926" y="20678"/>
                </a:lnTo>
                <a:lnTo>
                  <a:pt x="16252" y="19755"/>
                </a:lnTo>
                <a:lnTo>
                  <a:pt x="13569" y="18833"/>
                </a:lnTo>
                <a:lnTo>
                  <a:pt x="10882" y="17911"/>
                </a:lnTo>
                <a:lnTo>
                  <a:pt x="8182" y="16981"/>
                </a:lnTo>
                <a:lnTo>
                  <a:pt x="5469" y="16044"/>
                </a:lnTo>
                <a:lnTo>
                  <a:pt x="2743" y="15107"/>
                </a:lnTo>
                <a:lnTo>
                  <a:pt x="0" y="14162"/>
                </a:lnTo>
                <a:lnTo>
                  <a:pt x="4298" y="8472"/>
                </a:lnTo>
                <a:lnTo>
                  <a:pt x="7500" y="4440"/>
                </a:lnTo>
                <a:lnTo>
                  <a:pt x="9919" y="1837"/>
                </a:lnTo>
                <a:lnTo>
                  <a:pt x="11871" y="431"/>
                </a:lnTo>
                <a:lnTo>
                  <a:pt x="13673" y="0"/>
                </a:lnTo>
                <a:lnTo>
                  <a:pt x="15638" y="312"/>
                </a:lnTo>
                <a:lnTo>
                  <a:pt x="18092" y="1145"/>
                </a:lnTo>
                <a:close/>
              </a:path>
            </a:pathLst>
          </a:custGeom>
          <a:solidFill>
            <a:srgbClr val="5D55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8" name="contour_20076"/>
          <p:cNvSpPr/>
          <p:nvPr/>
        </p:nvSpPr>
        <p:spPr>
          <a:xfrm>
            <a:off x="884934" y="51380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462" y="10764"/>
                </a:lnTo>
                <a:lnTo>
                  <a:pt x="17310" y="14342"/>
                </a:lnTo>
                <a:lnTo>
                  <a:pt x="15150" y="17950"/>
                </a:lnTo>
                <a:lnTo>
                  <a:pt x="12960" y="21600"/>
                </a:lnTo>
                <a:lnTo>
                  <a:pt x="10822" y="18036"/>
                </a:lnTo>
                <a:lnTo>
                  <a:pt x="8679" y="14465"/>
                </a:lnTo>
                <a:lnTo>
                  <a:pt x="6528" y="10879"/>
                </a:lnTo>
                <a:lnTo>
                  <a:pt x="4368" y="7279"/>
                </a:lnTo>
                <a:lnTo>
                  <a:pt x="219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64615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79" name="contour_20077"/>
          <p:cNvSpPr/>
          <p:nvPr/>
        </p:nvSpPr>
        <p:spPr>
          <a:xfrm>
            <a:off x="8260381" y="512345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3" y="3056"/>
                </a:lnTo>
                <a:lnTo>
                  <a:pt x="6113" y="6113"/>
                </a:lnTo>
                <a:lnTo>
                  <a:pt x="9180" y="9180"/>
                </a:lnTo>
                <a:lnTo>
                  <a:pt x="12262" y="12258"/>
                </a:lnTo>
                <a:lnTo>
                  <a:pt x="15350" y="15352"/>
                </a:lnTo>
                <a:lnTo>
                  <a:pt x="18468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9A4A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0" name="contour_20078"/>
          <p:cNvSpPr/>
          <p:nvPr/>
        </p:nvSpPr>
        <p:spPr>
          <a:xfrm>
            <a:off x="7859542" y="51234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5" y="19930"/>
                </a:lnTo>
                <a:lnTo>
                  <a:pt x="16189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76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403B2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1" name="contour_20079"/>
          <p:cNvSpPr/>
          <p:nvPr/>
        </p:nvSpPr>
        <p:spPr>
          <a:xfrm>
            <a:off x="7706494" y="51161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5B7B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2" name="contour_20080"/>
          <p:cNvSpPr/>
          <p:nvPr/>
        </p:nvSpPr>
        <p:spPr>
          <a:xfrm>
            <a:off x="3559627" y="510888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72859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3" name="contour_20081"/>
          <p:cNvSpPr/>
          <p:nvPr/>
        </p:nvSpPr>
        <p:spPr>
          <a:xfrm>
            <a:off x="2306092" y="50943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4756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4" name="contour_20082"/>
          <p:cNvSpPr/>
          <p:nvPr/>
        </p:nvSpPr>
        <p:spPr>
          <a:xfrm>
            <a:off x="5031801" y="50943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13E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5" name="contour_20083"/>
          <p:cNvSpPr/>
          <p:nvPr/>
        </p:nvSpPr>
        <p:spPr>
          <a:xfrm>
            <a:off x="4528929" y="507244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C7A97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6" name="contour_20084"/>
          <p:cNvSpPr/>
          <p:nvPr/>
        </p:nvSpPr>
        <p:spPr>
          <a:xfrm>
            <a:off x="7939709" y="50724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226" y="10123"/>
                </a:lnTo>
                <a:lnTo>
                  <a:pt x="2192" y="7200"/>
                </a:lnTo>
                <a:lnTo>
                  <a:pt x="3418" y="4277"/>
                </a:lnTo>
                <a:lnTo>
                  <a:pt x="5400" y="0"/>
                </a:lnTo>
                <a:close/>
              </a:path>
            </a:pathLst>
          </a:custGeom>
          <a:solidFill>
            <a:srgbClr val="E7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7" name="contour_20085"/>
          <p:cNvSpPr/>
          <p:nvPr/>
        </p:nvSpPr>
        <p:spPr>
          <a:xfrm>
            <a:off x="9236972" y="507973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2824"/>
                </a:lnTo>
                <a:lnTo>
                  <a:pt x="14731" y="4892"/>
                </a:lnTo>
                <a:lnTo>
                  <a:pt x="17575" y="7214"/>
                </a:lnTo>
                <a:lnTo>
                  <a:pt x="21600" y="10800"/>
                </a:lnTo>
                <a:lnTo>
                  <a:pt x="20477" y="14386"/>
                </a:lnTo>
                <a:lnTo>
                  <a:pt x="19354" y="16708"/>
                </a:lnTo>
                <a:lnTo>
                  <a:pt x="17554" y="18776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CFE1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8" name="contour_20086"/>
          <p:cNvSpPr/>
          <p:nvPr/>
        </p:nvSpPr>
        <p:spPr>
          <a:xfrm>
            <a:off x="1985420" y="50651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C997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89" name="contour_20087"/>
          <p:cNvSpPr/>
          <p:nvPr/>
        </p:nvSpPr>
        <p:spPr>
          <a:xfrm>
            <a:off x="10038651" y="505786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F1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0" name="contour_20088"/>
          <p:cNvSpPr/>
          <p:nvPr/>
        </p:nvSpPr>
        <p:spPr>
          <a:xfrm>
            <a:off x="7626326" y="50651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8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1" name="contour_20089"/>
          <p:cNvSpPr/>
          <p:nvPr/>
        </p:nvSpPr>
        <p:spPr>
          <a:xfrm>
            <a:off x="4893329" y="505057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42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6A686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2" name="contour_20090"/>
          <p:cNvSpPr/>
          <p:nvPr/>
        </p:nvSpPr>
        <p:spPr>
          <a:xfrm>
            <a:off x="4550793" y="505786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880"/>
                </a:lnTo>
                <a:lnTo>
                  <a:pt x="13798" y="5033"/>
                </a:lnTo>
                <a:lnTo>
                  <a:pt x="15526" y="6862"/>
                </a:lnTo>
                <a:lnTo>
                  <a:pt x="17159" y="8770"/>
                </a:lnTo>
                <a:lnTo>
                  <a:pt x="19064" y="1114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8"/>
                </a:lnTo>
                <a:lnTo>
                  <a:pt x="2108" y="11729"/>
                </a:lnTo>
                <a:lnTo>
                  <a:pt x="0" y="7200"/>
                </a:lnTo>
                <a:lnTo>
                  <a:pt x="2108" y="4558"/>
                </a:lnTo>
                <a:lnTo>
                  <a:pt x="3711" y="2923"/>
                </a:lnTo>
                <a:lnTo>
                  <a:pt x="5620" y="1634"/>
                </a:lnTo>
                <a:lnTo>
                  <a:pt x="8640" y="0"/>
                </a:lnTo>
                <a:close/>
              </a:path>
            </a:pathLst>
          </a:custGeom>
          <a:solidFill>
            <a:srgbClr val="6E67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3" name="contour_20091"/>
          <p:cNvSpPr/>
          <p:nvPr/>
        </p:nvSpPr>
        <p:spPr>
          <a:xfrm>
            <a:off x="8471733" y="50432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5D9A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4" name="contour_20092"/>
          <p:cNvSpPr/>
          <p:nvPr/>
        </p:nvSpPr>
        <p:spPr>
          <a:xfrm>
            <a:off x="5126545" y="505057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880"/>
                </a:lnTo>
                <a:lnTo>
                  <a:pt x="13798" y="5033"/>
                </a:lnTo>
                <a:lnTo>
                  <a:pt x="15526" y="6862"/>
                </a:lnTo>
                <a:lnTo>
                  <a:pt x="17159" y="8770"/>
                </a:lnTo>
                <a:lnTo>
                  <a:pt x="19064" y="11146"/>
                </a:lnTo>
                <a:lnTo>
                  <a:pt x="21600" y="14400"/>
                </a:lnTo>
                <a:lnTo>
                  <a:pt x="18757" y="16006"/>
                </a:lnTo>
                <a:lnTo>
                  <a:pt x="15924" y="17510"/>
                </a:lnTo>
                <a:lnTo>
                  <a:pt x="13081" y="18871"/>
                </a:lnTo>
                <a:lnTo>
                  <a:pt x="10212" y="20045"/>
                </a:lnTo>
                <a:lnTo>
                  <a:pt x="7296" y="20966"/>
                </a:lnTo>
                <a:lnTo>
                  <a:pt x="4320" y="21600"/>
                </a:lnTo>
                <a:lnTo>
                  <a:pt x="2428" y="17575"/>
                </a:lnTo>
                <a:lnTo>
                  <a:pt x="1348" y="14738"/>
                </a:lnTo>
                <a:lnTo>
                  <a:pt x="674" y="11729"/>
                </a:lnTo>
                <a:lnTo>
                  <a:pt x="0" y="7200"/>
                </a:lnTo>
                <a:lnTo>
                  <a:pt x="2108" y="4558"/>
                </a:lnTo>
                <a:lnTo>
                  <a:pt x="3711" y="2923"/>
                </a:lnTo>
                <a:lnTo>
                  <a:pt x="5620" y="1634"/>
                </a:lnTo>
                <a:lnTo>
                  <a:pt x="8640" y="0"/>
                </a:lnTo>
                <a:close/>
              </a:path>
            </a:pathLst>
          </a:custGeom>
          <a:solidFill>
            <a:srgbClr val="6C6C6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5" name="contour_20093"/>
          <p:cNvSpPr/>
          <p:nvPr/>
        </p:nvSpPr>
        <p:spPr>
          <a:xfrm>
            <a:off x="1576309" y="5043290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333" y="2020"/>
                </a:lnTo>
                <a:lnTo>
                  <a:pt x="8585" y="3548"/>
                </a:lnTo>
                <a:lnTo>
                  <a:pt x="11265" y="4892"/>
                </a:lnTo>
                <a:lnTo>
                  <a:pt x="13945" y="6350"/>
                </a:lnTo>
                <a:lnTo>
                  <a:pt x="17197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392F4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6" name="contour_20094"/>
          <p:cNvSpPr/>
          <p:nvPr/>
        </p:nvSpPr>
        <p:spPr>
          <a:xfrm>
            <a:off x="8544613" y="50360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D894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7" name="contour_20095"/>
          <p:cNvSpPr/>
          <p:nvPr/>
        </p:nvSpPr>
        <p:spPr>
          <a:xfrm>
            <a:off x="11146426" y="5013482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629"/>
                </a:moveTo>
                <a:lnTo>
                  <a:pt x="9580" y="210"/>
                </a:lnTo>
                <a:lnTo>
                  <a:pt x="12512" y="0"/>
                </a:lnTo>
                <a:lnTo>
                  <a:pt x="14974" y="0"/>
                </a:lnTo>
                <a:lnTo>
                  <a:pt x="17744" y="210"/>
                </a:lnTo>
                <a:lnTo>
                  <a:pt x="21600" y="629"/>
                </a:lnTo>
                <a:lnTo>
                  <a:pt x="20531" y="4781"/>
                </a:lnTo>
                <a:lnTo>
                  <a:pt x="19456" y="8948"/>
                </a:lnTo>
                <a:lnTo>
                  <a:pt x="18382" y="13128"/>
                </a:lnTo>
                <a:lnTo>
                  <a:pt x="17296" y="17343"/>
                </a:lnTo>
                <a:lnTo>
                  <a:pt x="16200" y="21600"/>
                </a:lnTo>
                <a:lnTo>
                  <a:pt x="12992" y="20216"/>
                </a:lnTo>
                <a:lnTo>
                  <a:pt x="9774" y="18825"/>
                </a:lnTo>
                <a:lnTo>
                  <a:pt x="6545" y="17434"/>
                </a:lnTo>
                <a:lnTo>
                  <a:pt x="3289" y="16029"/>
                </a:lnTo>
                <a:lnTo>
                  <a:pt x="0" y="14610"/>
                </a:lnTo>
                <a:lnTo>
                  <a:pt x="1031" y="10457"/>
                </a:lnTo>
                <a:lnTo>
                  <a:pt x="1939" y="7619"/>
                </a:lnTo>
                <a:lnTo>
                  <a:pt x="3224" y="4781"/>
                </a:lnTo>
                <a:lnTo>
                  <a:pt x="5400" y="629"/>
                </a:lnTo>
                <a:close/>
              </a:path>
            </a:pathLst>
          </a:custGeom>
          <a:solidFill>
            <a:srgbClr val="A1A7A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8" name="contour_20096"/>
          <p:cNvSpPr/>
          <p:nvPr/>
        </p:nvSpPr>
        <p:spPr>
          <a:xfrm>
            <a:off x="8085469" y="50068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E2D8A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099" name="contour_20097"/>
          <p:cNvSpPr/>
          <p:nvPr/>
        </p:nvSpPr>
        <p:spPr>
          <a:xfrm>
            <a:off x="7611750" y="50068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2C8C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0" name="contour_20098"/>
          <p:cNvSpPr/>
          <p:nvPr/>
        </p:nvSpPr>
        <p:spPr>
          <a:xfrm>
            <a:off x="3574203" y="50068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94AAB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1" name="contour_20099"/>
          <p:cNvSpPr/>
          <p:nvPr/>
        </p:nvSpPr>
        <p:spPr>
          <a:xfrm>
            <a:off x="710022" y="499956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618" y="2955"/>
                </a:lnTo>
                <a:lnTo>
                  <a:pt x="18101" y="5106"/>
                </a:lnTo>
                <a:lnTo>
                  <a:pt x="19195" y="7076"/>
                </a:lnTo>
                <a:lnTo>
                  <a:pt x="20246" y="9487"/>
                </a:lnTo>
                <a:lnTo>
                  <a:pt x="21600" y="12960"/>
                </a:lnTo>
                <a:lnTo>
                  <a:pt x="17575" y="15980"/>
                </a:lnTo>
                <a:lnTo>
                  <a:pt x="14731" y="17889"/>
                </a:lnTo>
                <a:lnTo>
                  <a:pt x="11729" y="19492"/>
                </a:lnTo>
                <a:lnTo>
                  <a:pt x="7200" y="21600"/>
                </a:lnTo>
                <a:lnTo>
                  <a:pt x="4982" y="18645"/>
                </a:lnTo>
                <a:lnTo>
                  <a:pt x="3499" y="16494"/>
                </a:lnTo>
                <a:lnTo>
                  <a:pt x="2405" y="14524"/>
                </a:lnTo>
                <a:lnTo>
                  <a:pt x="1354" y="12113"/>
                </a:lnTo>
                <a:lnTo>
                  <a:pt x="0" y="8640"/>
                </a:lnTo>
                <a:lnTo>
                  <a:pt x="4025" y="5620"/>
                </a:lnTo>
                <a:lnTo>
                  <a:pt x="6869" y="3711"/>
                </a:lnTo>
                <a:lnTo>
                  <a:pt x="9871" y="2108"/>
                </a:lnTo>
                <a:lnTo>
                  <a:pt x="14400" y="0"/>
                </a:lnTo>
                <a:close/>
              </a:path>
            </a:pathLst>
          </a:custGeom>
          <a:solidFill>
            <a:srgbClr val="9A845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2" name="contour_20100"/>
          <p:cNvSpPr/>
          <p:nvPr/>
        </p:nvSpPr>
        <p:spPr>
          <a:xfrm>
            <a:off x="1890677" y="49995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9F9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3" name="contour_20101"/>
          <p:cNvSpPr/>
          <p:nvPr/>
        </p:nvSpPr>
        <p:spPr>
          <a:xfrm>
            <a:off x="7852254" y="49776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3C4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4" name="contour_20102"/>
          <p:cNvSpPr/>
          <p:nvPr/>
        </p:nvSpPr>
        <p:spPr>
          <a:xfrm>
            <a:off x="4186394" y="49776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6676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5" name="contour_20103"/>
          <p:cNvSpPr/>
          <p:nvPr/>
        </p:nvSpPr>
        <p:spPr>
          <a:xfrm>
            <a:off x="3632506" y="49776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DBDB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6" name="contour_20104"/>
          <p:cNvSpPr/>
          <p:nvPr/>
        </p:nvSpPr>
        <p:spPr>
          <a:xfrm>
            <a:off x="5629416" y="497769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4F8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7" name="contour_20105"/>
          <p:cNvSpPr/>
          <p:nvPr/>
        </p:nvSpPr>
        <p:spPr>
          <a:xfrm>
            <a:off x="7837678" y="496312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E6E6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8" name="contour_20106"/>
          <p:cNvSpPr/>
          <p:nvPr/>
        </p:nvSpPr>
        <p:spPr>
          <a:xfrm>
            <a:off x="7961573" y="494854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290"/>
                </a:lnTo>
                <a:lnTo>
                  <a:pt x="6113" y="4585"/>
                </a:lnTo>
                <a:lnTo>
                  <a:pt x="9180" y="6885"/>
                </a:lnTo>
                <a:lnTo>
                  <a:pt x="12258" y="9196"/>
                </a:lnTo>
                <a:lnTo>
                  <a:pt x="15352" y="11513"/>
                </a:lnTo>
                <a:lnTo>
                  <a:pt x="18463" y="13851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6464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09" name="contour_20107"/>
          <p:cNvSpPr/>
          <p:nvPr/>
        </p:nvSpPr>
        <p:spPr>
          <a:xfrm>
            <a:off x="1475261" y="495583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3053"/>
                </a:lnTo>
                <a:lnTo>
                  <a:pt x="9210" y="6113"/>
                </a:lnTo>
                <a:lnTo>
                  <a:pt x="11664" y="9180"/>
                </a:lnTo>
                <a:lnTo>
                  <a:pt x="14126" y="12262"/>
                </a:lnTo>
                <a:lnTo>
                  <a:pt x="16602" y="15350"/>
                </a:lnTo>
                <a:lnTo>
                  <a:pt x="19090" y="18468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1071" y="10836"/>
                </a:lnTo>
                <a:lnTo>
                  <a:pt x="2143" y="7258"/>
                </a:lnTo>
                <a:lnTo>
                  <a:pt x="3227" y="3650"/>
                </a:lnTo>
                <a:lnTo>
                  <a:pt x="4320" y="0"/>
                </a:lnTo>
                <a:close/>
              </a:path>
            </a:pathLst>
          </a:custGeom>
          <a:solidFill>
            <a:srgbClr val="F5EFF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0" name="contour_20108"/>
          <p:cNvSpPr/>
          <p:nvPr/>
        </p:nvSpPr>
        <p:spPr>
          <a:xfrm>
            <a:off x="5695008" y="492668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2673"/>
                </a:lnTo>
                <a:lnTo>
                  <a:pt x="16157" y="5357"/>
                </a:lnTo>
                <a:lnTo>
                  <a:pt x="18862" y="8062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3F0B0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1" name="contour_20109"/>
          <p:cNvSpPr/>
          <p:nvPr/>
        </p:nvSpPr>
        <p:spPr>
          <a:xfrm>
            <a:off x="3865722" y="49412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1C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2" name="contour_20110"/>
          <p:cNvSpPr/>
          <p:nvPr/>
        </p:nvSpPr>
        <p:spPr>
          <a:xfrm>
            <a:off x="403926" y="494125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5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3" name="contour_20111"/>
          <p:cNvSpPr/>
          <p:nvPr/>
        </p:nvSpPr>
        <p:spPr>
          <a:xfrm>
            <a:off x="10439491" y="49412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EBF4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4" name="contour_20112"/>
          <p:cNvSpPr/>
          <p:nvPr/>
        </p:nvSpPr>
        <p:spPr>
          <a:xfrm>
            <a:off x="1314925" y="492668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50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E9E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5" name="contour_20113"/>
          <p:cNvSpPr/>
          <p:nvPr/>
        </p:nvSpPr>
        <p:spPr>
          <a:xfrm>
            <a:off x="462230" y="491939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2376" y="13527"/>
                </a:lnTo>
                <a:lnTo>
                  <a:pt x="4759" y="10849"/>
                </a:lnTo>
                <a:lnTo>
                  <a:pt x="7142" y="8159"/>
                </a:lnTo>
                <a:lnTo>
                  <a:pt x="9547" y="5459"/>
                </a:lnTo>
                <a:lnTo>
                  <a:pt x="11966" y="2743"/>
                </a:lnTo>
                <a:lnTo>
                  <a:pt x="14400" y="0"/>
                </a:lnTo>
                <a:close/>
              </a:path>
            </a:pathLst>
          </a:custGeom>
          <a:solidFill>
            <a:srgbClr val="CCD0D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6" name="contour_20114"/>
          <p:cNvSpPr/>
          <p:nvPr/>
        </p:nvSpPr>
        <p:spPr>
          <a:xfrm>
            <a:off x="8632069" y="49121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8B688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7" name="contour_20115"/>
          <p:cNvSpPr/>
          <p:nvPr/>
        </p:nvSpPr>
        <p:spPr>
          <a:xfrm>
            <a:off x="8340549" y="48902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8469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8" name="contour_20116"/>
          <p:cNvSpPr/>
          <p:nvPr/>
        </p:nvSpPr>
        <p:spPr>
          <a:xfrm>
            <a:off x="6649735" y="4882954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071"/>
                </a:lnTo>
                <a:lnTo>
                  <a:pt x="14342" y="2143"/>
                </a:lnTo>
                <a:lnTo>
                  <a:pt x="17950" y="3227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4529" y="16070"/>
                </a:lnTo>
                <a:lnTo>
                  <a:pt x="2714" y="12243"/>
                </a:lnTo>
                <a:lnTo>
                  <a:pt x="1555" y="9634"/>
                </a:lnTo>
                <a:lnTo>
                  <a:pt x="850" y="7763"/>
                </a:lnTo>
                <a:lnTo>
                  <a:pt x="396" y="6152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E5F0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19" name="contour_20117"/>
          <p:cNvSpPr/>
          <p:nvPr/>
        </p:nvSpPr>
        <p:spPr>
          <a:xfrm>
            <a:off x="6912103" y="487566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5ED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0" name="contour_20118"/>
          <p:cNvSpPr/>
          <p:nvPr/>
        </p:nvSpPr>
        <p:spPr>
          <a:xfrm>
            <a:off x="5090105" y="485380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E0D6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1" name="contour_20119"/>
          <p:cNvSpPr/>
          <p:nvPr/>
        </p:nvSpPr>
        <p:spPr>
          <a:xfrm>
            <a:off x="513246" y="485380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34343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2" name="contour_20120"/>
          <p:cNvSpPr/>
          <p:nvPr/>
        </p:nvSpPr>
        <p:spPr>
          <a:xfrm>
            <a:off x="8194789" y="48538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E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3" name="contour_20121"/>
          <p:cNvSpPr/>
          <p:nvPr/>
        </p:nvSpPr>
        <p:spPr>
          <a:xfrm>
            <a:off x="7378534" y="483193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20038" y="17747"/>
                </a:lnTo>
                <a:lnTo>
                  <a:pt x="18022" y="18356"/>
                </a:lnTo>
                <a:lnTo>
                  <a:pt x="14191" y="19505"/>
                </a:lnTo>
                <a:lnTo>
                  <a:pt x="7200" y="21600"/>
                </a:lnTo>
                <a:lnTo>
                  <a:pt x="5198" y="18645"/>
                </a:lnTo>
                <a:lnTo>
                  <a:pt x="3823" y="16494"/>
                </a:lnTo>
                <a:lnTo>
                  <a:pt x="2729" y="14524"/>
                </a:lnTo>
                <a:lnTo>
                  <a:pt x="1570" y="12113"/>
                </a:lnTo>
                <a:lnTo>
                  <a:pt x="0" y="8640"/>
                </a:lnTo>
                <a:lnTo>
                  <a:pt x="1786" y="6502"/>
                </a:lnTo>
                <a:lnTo>
                  <a:pt x="3571" y="4355"/>
                </a:lnTo>
                <a:lnTo>
                  <a:pt x="5378" y="2190"/>
                </a:lnTo>
                <a:lnTo>
                  <a:pt x="7200" y="0"/>
                </a:lnTo>
                <a:close/>
              </a:path>
            </a:pathLst>
          </a:custGeom>
          <a:solidFill>
            <a:srgbClr val="C7B6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4" name="contour_20122"/>
          <p:cNvSpPr/>
          <p:nvPr/>
        </p:nvSpPr>
        <p:spPr>
          <a:xfrm>
            <a:off x="1300349" y="484651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39A8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5" name="contour_20123"/>
          <p:cNvSpPr/>
          <p:nvPr/>
        </p:nvSpPr>
        <p:spPr>
          <a:xfrm>
            <a:off x="5425352" y="48392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1CE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6" name="contour_20124"/>
          <p:cNvSpPr/>
          <p:nvPr/>
        </p:nvSpPr>
        <p:spPr>
          <a:xfrm>
            <a:off x="2174908" y="48392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22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7" name="contour_20125"/>
          <p:cNvSpPr/>
          <p:nvPr/>
        </p:nvSpPr>
        <p:spPr>
          <a:xfrm>
            <a:off x="5221289" y="483193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53476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8" name="contour_20126"/>
          <p:cNvSpPr/>
          <p:nvPr/>
        </p:nvSpPr>
        <p:spPr>
          <a:xfrm>
            <a:off x="10585250" y="482465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6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888D8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29" name="contour_20127"/>
          <p:cNvSpPr/>
          <p:nvPr/>
        </p:nvSpPr>
        <p:spPr>
          <a:xfrm>
            <a:off x="1176453" y="48319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F919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0" name="contour_20128"/>
          <p:cNvSpPr/>
          <p:nvPr/>
        </p:nvSpPr>
        <p:spPr>
          <a:xfrm>
            <a:off x="4769433" y="482465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18927" y="8073"/>
                </a:lnTo>
                <a:lnTo>
                  <a:pt x="16249" y="10751"/>
                </a:lnTo>
                <a:lnTo>
                  <a:pt x="13559" y="13441"/>
                </a:lnTo>
                <a:lnTo>
                  <a:pt x="10859" y="16141"/>
                </a:lnTo>
                <a:lnTo>
                  <a:pt x="8143" y="18857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F0E5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1" name="contour_20129"/>
          <p:cNvSpPr/>
          <p:nvPr/>
        </p:nvSpPr>
        <p:spPr>
          <a:xfrm>
            <a:off x="7866830" y="481007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E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2" name="contour_20130"/>
          <p:cNvSpPr/>
          <p:nvPr/>
        </p:nvSpPr>
        <p:spPr>
          <a:xfrm>
            <a:off x="4813161" y="479549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776" y="18182"/>
                </a:lnTo>
                <a:lnTo>
                  <a:pt x="16708" y="19408"/>
                </a:lnTo>
                <a:lnTo>
                  <a:pt x="14386" y="20374"/>
                </a:lnTo>
                <a:lnTo>
                  <a:pt x="10800" y="21600"/>
                </a:lnTo>
                <a:lnTo>
                  <a:pt x="7214" y="18581"/>
                </a:lnTo>
                <a:lnTo>
                  <a:pt x="4892" y="16454"/>
                </a:lnTo>
                <a:lnTo>
                  <a:pt x="2824" y="14197"/>
                </a:lnTo>
                <a:lnTo>
                  <a:pt x="0" y="10800"/>
                </a:lnTo>
                <a:lnTo>
                  <a:pt x="2673" y="9018"/>
                </a:lnTo>
                <a:lnTo>
                  <a:pt x="5351" y="7231"/>
                </a:lnTo>
                <a:lnTo>
                  <a:pt x="8041" y="5443"/>
                </a:lnTo>
                <a:lnTo>
                  <a:pt x="10741" y="3640"/>
                </a:lnTo>
                <a:lnTo>
                  <a:pt x="13457" y="1825"/>
                </a:lnTo>
                <a:lnTo>
                  <a:pt x="16200" y="0"/>
                </a:lnTo>
                <a:close/>
              </a:path>
            </a:pathLst>
          </a:custGeom>
          <a:solidFill>
            <a:srgbClr val="E7D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3" name="contour_20131"/>
          <p:cNvSpPr/>
          <p:nvPr/>
        </p:nvSpPr>
        <p:spPr>
          <a:xfrm>
            <a:off x="7159894" y="478821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0778" y="3564"/>
                </a:lnTo>
                <a:lnTo>
                  <a:pt x="12921" y="7135"/>
                </a:lnTo>
                <a:lnTo>
                  <a:pt x="15072" y="10721"/>
                </a:lnTo>
                <a:lnTo>
                  <a:pt x="17232" y="14321"/>
                </a:lnTo>
                <a:lnTo>
                  <a:pt x="19405" y="17942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2138" y="10836"/>
                </a:lnTo>
                <a:lnTo>
                  <a:pt x="4285" y="7258"/>
                </a:lnTo>
                <a:lnTo>
                  <a:pt x="6450" y="3650"/>
                </a:lnTo>
                <a:lnTo>
                  <a:pt x="8640" y="0"/>
                </a:lnTo>
                <a:close/>
              </a:path>
            </a:pathLst>
          </a:custGeom>
          <a:solidFill>
            <a:srgbClr val="5B554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4" name="contour_20132"/>
          <p:cNvSpPr/>
          <p:nvPr/>
        </p:nvSpPr>
        <p:spPr>
          <a:xfrm>
            <a:off x="1446109" y="47882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A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5" name="contour_20133"/>
          <p:cNvSpPr/>
          <p:nvPr/>
        </p:nvSpPr>
        <p:spPr>
          <a:xfrm>
            <a:off x="10905922" y="47882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93A3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6" name="contour_20134"/>
          <p:cNvSpPr/>
          <p:nvPr/>
        </p:nvSpPr>
        <p:spPr>
          <a:xfrm>
            <a:off x="965102" y="478092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D1D1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7" name="contour_20135"/>
          <p:cNvSpPr/>
          <p:nvPr/>
        </p:nvSpPr>
        <p:spPr>
          <a:xfrm>
            <a:off x="7152606" y="47736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222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8" name="contour_20136"/>
          <p:cNvSpPr/>
          <p:nvPr/>
        </p:nvSpPr>
        <p:spPr>
          <a:xfrm>
            <a:off x="943238" y="4767731"/>
            <a:ext cx="36440" cy="20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26"/>
                </a:moveTo>
                <a:lnTo>
                  <a:pt x="19064" y="9901"/>
                </a:lnTo>
                <a:lnTo>
                  <a:pt x="17159" y="12560"/>
                </a:lnTo>
                <a:lnTo>
                  <a:pt x="15526" y="14636"/>
                </a:lnTo>
                <a:lnTo>
                  <a:pt x="13798" y="16550"/>
                </a:lnTo>
                <a:lnTo>
                  <a:pt x="11625" y="18725"/>
                </a:lnTo>
                <a:lnTo>
                  <a:pt x="8640" y="21600"/>
                </a:lnTo>
                <a:lnTo>
                  <a:pt x="5616" y="17580"/>
                </a:lnTo>
                <a:lnTo>
                  <a:pt x="3711" y="14636"/>
                </a:lnTo>
                <a:lnTo>
                  <a:pt x="2108" y="11330"/>
                </a:lnTo>
                <a:lnTo>
                  <a:pt x="0" y="6226"/>
                </a:lnTo>
                <a:lnTo>
                  <a:pt x="3300" y="2729"/>
                </a:lnTo>
                <a:lnTo>
                  <a:pt x="6303" y="715"/>
                </a:lnTo>
                <a:lnTo>
                  <a:pt x="9150" y="0"/>
                </a:lnTo>
                <a:lnTo>
                  <a:pt x="11966" y="377"/>
                </a:lnTo>
                <a:lnTo>
                  <a:pt x="14891" y="1668"/>
                </a:lnTo>
                <a:lnTo>
                  <a:pt x="18058" y="3682"/>
                </a:lnTo>
                <a:lnTo>
                  <a:pt x="21600" y="6226"/>
                </a:lnTo>
                <a:close/>
              </a:path>
            </a:pathLst>
          </a:custGeom>
          <a:solidFill>
            <a:srgbClr val="28282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39" name="contour_20137"/>
          <p:cNvSpPr/>
          <p:nvPr/>
        </p:nvSpPr>
        <p:spPr>
          <a:xfrm>
            <a:off x="1052557" y="47590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5" y="19930"/>
                </a:lnTo>
                <a:lnTo>
                  <a:pt x="16195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8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7A7C7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0" name="contour_20138"/>
          <p:cNvSpPr/>
          <p:nvPr/>
        </p:nvSpPr>
        <p:spPr>
          <a:xfrm>
            <a:off x="972390" y="47663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8036"/>
                </a:lnTo>
                <a:lnTo>
                  <a:pt x="10849" y="14465"/>
                </a:lnTo>
                <a:lnTo>
                  <a:pt x="8159" y="10879"/>
                </a:lnTo>
                <a:lnTo>
                  <a:pt x="5459" y="7279"/>
                </a:lnTo>
                <a:lnTo>
                  <a:pt x="2743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62584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1" name="contour_20139"/>
          <p:cNvSpPr/>
          <p:nvPr/>
        </p:nvSpPr>
        <p:spPr>
          <a:xfrm>
            <a:off x="10898634" y="474448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6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787C8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2" name="contour_20140"/>
          <p:cNvSpPr/>
          <p:nvPr/>
        </p:nvSpPr>
        <p:spPr>
          <a:xfrm>
            <a:off x="10731010" y="47517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73"/>
                </a:lnTo>
                <a:lnTo>
                  <a:pt x="14369" y="5351"/>
                </a:lnTo>
                <a:lnTo>
                  <a:pt x="16162" y="8041"/>
                </a:lnTo>
                <a:lnTo>
                  <a:pt x="17960" y="10741"/>
                </a:lnTo>
                <a:lnTo>
                  <a:pt x="19775" y="13457"/>
                </a:lnTo>
                <a:lnTo>
                  <a:pt x="21600" y="16200"/>
                </a:lnTo>
                <a:lnTo>
                  <a:pt x="18776" y="18182"/>
                </a:lnTo>
                <a:lnTo>
                  <a:pt x="16708" y="19408"/>
                </a:lnTo>
                <a:lnTo>
                  <a:pt x="14386" y="20374"/>
                </a:lnTo>
                <a:lnTo>
                  <a:pt x="10800" y="21600"/>
                </a:lnTo>
                <a:lnTo>
                  <a:pt x="7214" y="18581"/>
                </a:lnTo>
                <a:lnTo>
                  <a:pt x="4892" y="16454"/>
                </a:lnTo>
                <a:lnTo>
                  <a:pt x="2824" y="14197"/>
                </a:lnTo>
                <a:lnTo>
                  <a:pt x="0" y="10800"/>
                </a:lnTo>
                <a:lnTo>
                  <a:pt x="2673" y="8127"/>
                </a:lnTo>
                <a:lnTo>
                  <a:pt x="5362" y="5443"/>
                </a:lnTo>
                <a:lnTo>
                  <a:pt x="8062" y="2738"/>
                </a:lnTo>
                <a:lnTo>
                  <a:pt x="10800" y="0"/>
                </a:lnTo>
                <a:close/>
              </a:path>
            </a:pathLst>
          </a:custGeom>
          <a:solidFill>
            <a:srgbClr val="E9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3" name="contour_20141"/>
          <p:cNvSpPr/>
          <p:nvPr/>
        </p:nvSpPr>
        <p:spPr>
          <a:xfrm>
            <a:off x="7939709" y="474448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DADF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4" name="contour_20142"/>
          <p:cNvSpPr/>
          <p:nvPr/>
        </p:nvSpPr>
        <p:spPr>
          <a:xfrm>
            <a:off x="2051012" y="4744482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2511"/>
                </a:lnTo>
                <a:lnTo>
                  <a:pt x="10260" y="5065"/>
                </a:lnTo>
                <a:lnTo>
                  <a:pt x="12105" y="8516"/>
                </a:lnTo>
                <a:lnTo>
                  <a:pt x="13980" y="11054"/>
                </a:lnTo>
                <a:lnTo>
                  <a:pt x="16066" y="12982"/>
                </a:lnTo>
                <a:lnTo>
                  <a:pt x="18546" y="14596"/>
                </a:lnTo>
                <a:lnTo>
                  <a:pt x="21600" y="16200"/>
                </a:lnTo>
                <a:lnTo>
                  <a:pt x="18645" y="17863"/>
                </a:lnTo>
                <a:lnTo>
                  <a:pt x="16494" y="18976"/>
                </a:lnTo>
                <a:lnTo>
                  <a:pt x="14524" y="19796"/>
                </a:lnTo>
                <a:lnTo>
                  <a:pt x="12113" y="20585"/>
                </a:lnTo>
                <a:lnTo>
                  <a:pt x="8640" y="21600"/>
                </a:lnTo>
                <a:lnTo>
                  <a:pt x="5616" y="18581"/>
                </a:lnTo>
                <a:lnTo>
                  <a:pt x="3711" y="16454"/>
                </a:lnTo>
                <a:lnTo>
                  <a:pt x="2108" y="14197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675E4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5" name="contour_20143"/>
          <p:cNvSpPr/>
          <p:nvPr/>
        </p:nvSpPr>
        <p:spPr>
          <a:xfrm>
            <a:off x="4295714" y="47371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2EC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6" name="contour_20144"/>
          <p:cNvSpPr/>
          <p:nvPr/>
        </p:nvSpPr>
        <p:spPr>
          <a:xfrm>
            <a:off x="7874118" y="474448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9E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7" name="contour_20145"/>
          <p:cNvSpPr/>
          <p:nvPr/>
        </p:nvSpPr>
        <p:spPr>
          <a:xfrm>
            <a:off x="2553884" y="473719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058"/>
                </a:lnTo>
                <a:lnTo>
                  <a:pt x="7781" y="2117"/>
                </a:lnTo>
                <a:lnTo>
                  <a:pt x="9428" y="3578"/>
                </a:lnTo>
                <a:lnTo>
                  <a:pt x="11983" y="5854"/>
                </a:lnTo>
                <a:lnTo>
                  <a:pt x="15887" y="9324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C7CAC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8" name="contour_20146"/>
          <p:cNvSpPr/>
          <p:nvPr/>
        </p:nvSpPr>
        <p:spPr>
          <a:xfrm>
            <a:off x="6868375" y="47299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3F5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49" name="contour_20147"/>
          <p:cNvSpPr/>
          <p:nvPr/>
        </p:nvSpPr>
        <p:spPr>
          <a:xfrm>
            <a:off x="1890677" y="472990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226"/>
                </a:lnTo>
                <a:lnTo>
                  <a:pt x="14400" y="2192"/>
                </a:lnTo>
                <a:lnTo>
                  <a:pt x="17323" y="3418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6243" y="17863"/>
                </a:lnTo>
                <a:lnTo>
                  <a:pt x="12442" y="18976"/>
                </a:lnTo>
                <a:lnTo>
                  <a:pt x="9158" y="19796"/>
                </a:lnTo>
                <a:lnTo>
                  <a:pt x="5357" y="20585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3A3A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0" name="contour_20148"/>
          <p:cNvSpPr/>
          <p:nvPr/>
        </p:nvSpPr>
        <p:spPr>
          <a:xfrm>
            <a:off x="7035999" y="47226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3A7A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1" name="contour_20149"/>
          <p:cNvSpPr/>
          <p:nvPr/>
        </p:nvSpPr>
        <p:spPr>
          <a:xfrm>
            <a:off x="5126545" y="470804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542" y="6588"/>
                </a:lnTo>
                <a:lnTo>
                  <a:pt x="19483" y="7781"/>
                </a:lnTo>
                <a:lnTo>
                  <a:pt x="18022" y="9428"/>
                </a:lnTo>
                <a:lnTo>
                  <a:pt x="15746" y="11983"/>
                </a:lnTo>
                <a:lnTo>
                  <a:pt x="12276" y="15887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ED4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2" name="contour_20150"/>
          <p:cNvSpPr/>
          <p:nvPr/>
        </p:nvSpPr>
        <p:spPr>
          <a:xfrm>
            <a:off x="7779374" y="47080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D79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3" name="contour_20151"/>
          <p:cNvSpPr/>
          <p:nvPr/>
        </p:nvSpPr>
        <p:spPr>
          <a:xfrm>
            <a:off x="6977695" y="47080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3F6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4" name="contour_20152"/>
          <p:cNvSpPr/>
          <p:nvPr/>
        </p:nvSpPr>
        <p:spPr>
          <a:xfrm>
            <a:off x="8282245" y="470075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098" y="3564"/>
                </a:lnTo>
                <a:lnTo>
                  <a:pt x="17250" y="7142"/>
                </a:lnTo>
                <a:lnTo>
                  <a:pt x="19410" y="10750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6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8"/>
                </a:lnTo>
                <a:lnTo>
                  <a:pt x="2743" y="20686"/>
                </a:lnTo>
                <a:lnTo>
                  <a:pt x="0" y="21600"/>
                </a:lnTo>
                <a:lnTo>
                  <a:pt x="2138" y="18036"/>
                </a:lnTo>
                <a:lnTo>
                  <a:pt x="4281" y="14465"/>
                </a:lnTo>
                <a:lnTo>
                  <a:pt x="6432" y="10879"/>
                </a:lnTo>
                <a:lnTo>
                  <a:pt x="8592" y="7279"/>
                </a:lnTo>
                <a:lnTo>
                  <a:pt x="10765" y="3658"/>
                </a:lnTo>
                <a:lnTo>
                  <a:pt x="12960" y="0"/>
                </a:lnTo>
                <a:close/>
              </a:path>
            </a:pathLst>
          </a:custGeom>
          <a:solidFill>
            <a:srgbClr val="E1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5" name="contour_20153"/>
          <p:cNvSpPr/>
          <p:nvPr/>
        </p:nvSpPr>
        <p:spPr>
          <a:xfrm>
            <a:off x="8165637" y="469346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91A1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6" name="contour_20154"/>
          <p:cNvSpPr/>
          <p:nvPr/>
        </p:nvSpPr>
        <p:spPr>
          <a:xfrm>
            <a:off x="4711129" y="467889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5C7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7" name="contour_20155"/>
          <p:cNvSpPr/>
          <p:nvPr/>
        </p:nvSpPr>
        <p:spPr>
          <a:xfrm>
            <a:off x="10803890" y="467889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D0D6D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8" name="contour_20156"/>
          <p:cNvSpPr/>
          <p:nvPr/>
        </p:nvSpPr>
        <p:spPr>
          <a:xfrm>
            <a:off x="4798585" y="467889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182A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59" name="contour_20157"/>
          <p:cNvSpPr/>
          <p:nvPr/>
        </p:nvSpPr>
        <p:spPr>
          <a:xfrm>
            <a:off x="1154589" y="467160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2D3D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0" name="contour_20158"/>
          <p:cNvSpPr/>
          <p:nvPr/>
        </p:nvSpPr>
        <p:spPr>
          <a:xfrm>
            <a:off x="505958" y="467889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5A5B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1" name="contour_20159"/>
          <p:cNvSpPr/>
          <p:nvPr/>
        </p:nvSpPr>
        <p:spPr>
          <a:xfrm>
            <a:off x="10825754" y="4664315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20038" y="17747"/>
                </a:lnTo>
                <a:lnTo>
                  <a:pt x="18022" y="18356"/>
                </a:lnTo>
                <a:lnTo>
                  <a:pt x="14191" y="19505"/>
                </a:lnTo>
                <a:lnTo>
                  <a:pt x="7200" y="21600"/>
                </a:lnTo>
                <a:lnTo>
                  <a:pt x="5198" y="18645"/>
                </a:lnTo>
                <a:lnTo>
                  <a:pt x="3823" y="16494"/>
                </a:lnTo>
                <a:lnTo>
                  <a:pt x="2729" y="14524"/>
                </a:lnTo>
                <a:lnTo>
                  <a:pt x="1570" y="12113"/>
                </a:lnTo>
                <a:lnTo>
                  <a:pt x="0" y="8640"/>
                </a:lnTo>
                <a:lnTo>
                  <a:pt x="1786" y="6502"/>
                </a:lnTo>
                <a:lnTo>
                  <a:pt x="3571" y="4355"/>
                </a:lnTo>
                <a:lnTo>
                  <a:pt x="5378" y="2190"/>
                </a:lnTo>
                <a:lnTo>
                  <a:pt x="7200" y="0"/>
                </a:lnTo>
                <a:close/>
              </a:path>
            </a:pathLst>
          </a:custGeom>
          <a:solidFill>
            <a:srgbClr val="41414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2" name="contour_20160"/>
          <p:cNvSpPr/>
          <p:nvPr/>
        </p:nvSpPr>
        <p:spPr>
          <a:xfrm>
            <a:off x="10162547" y="467160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927" y="13473"/>
                </a:lnTo>
                <a:lnTo>
                  <a:pt x="16238" y="16157"/>
                </a:lnTo>
                <a:lnTo>
                  <a:pt x="13538" y="18862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CED4D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3" name="contour_20161"/>
          <p:cNvSpPr/>
          <p:nvPr/>
        </p:nvSpPr>
        <p:spPr>
          <a:xfrm>
            <a:off x="8027165" y="466431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5C9C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4" name="contour_20162"/>
          <p:cNvSpPr/>
          <p:nvPr/>
        </p:nvSpPr>
        <p:spPr>
          <a:xfrm>
            <a:off x="7167182" y="465702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3C5C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5" name="contour_20163"/>
          <p:cNvSpPr/>
          <p:nvPr/>
        </p:nvSpPr>
        <p:spPr>
          <a:xfrm>
            <a:off x="8107333" y="464973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929A9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6" name="contour_20164"/>
          <p:cNvSpPr/>
          <p:nvPr/>
        </p:nvSpPr>
        <p:spPr>
          <a:xfrm>
            <a:off x="10607114" y="464973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7" name="contour_20165"/>
          <p:cNvSpPr/>
          <p:nvPr/>
        </p:nvSpPr>
        <p:spPr>
          <a:xfrm>
            <a:off x="7888694" y="465702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1A3A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8" name="contour_20166"/>
          <p:cNvSpPr/>
          <p:nvPr/>
        </p:nvSpPr>
        <p:spPr>
          <a:xfrm>
            <a:off x="10198987" y="464973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6EA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69" name="contour_20167"/>
          <p:cNvSpPr/>
          <p:nvPr/>
        </p:nvSpPr>
        <p:spPr>
          <a:xfrm>
            <a:off x="8238517" y="462787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36373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0" name="contour_20168"/>
          <p:cNvSpPr/>
          <p:nvPr/>
        </p:nvSpPr>
        <p:spPr>
          <a:xfrm>
            <a:off x="819342" y="464245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3232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1" name="contour_20169"/>
          <p:cNvSpPr/>
          <p:nvPr/>
        </p:nvSpPr>
        <p:spPr>
          <a:xfrm>
            <a:off x="9973059" y="462787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989C9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2" name="contour_20170"/>
          <p:cNvSpPr/>
          <p:nvPr/>
        </p:nvSpPr>
        <p:spPr>
          <a:xfrm>
            <a:off x="1518989" y="462787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9484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3" name="contour_20171"/>
          <p:cNvSpPr/>
          <p:nvPr/>
        </p:nvSpPr>
        <p:spPr>
          <a:xfrm>
            <a:off x="826630" y="462787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160"/>
                </a:lnTo>
                <a:lnTo>
                  <a:pt x="13798" y="3775"/>
                </a:lnTo>
                <a:lnTo>
                  <a:pt x="15526" y="5146"/>
                </a:lnTo>
                <a:lnTo>
                  <a:pt x="17159" y="6577"/>
                </a:lnTo>
                <a:lnTo>
                  <a:pt x="19064" y="8359"/>
                </a:lnTo>
                <a:lnTo>
                  <a:pt x="21600" y="10800"/>
                </a:lnTo>
                <a:lnTo>
                  <a:pt x="18744" y="10800"/>
                </a:lnTo>
                <a:lnTo>
                  <a:pt x="15872" y="10800"/>
                </a:lnTo>
                <a:lnTo>
                  <a:pt x="12960" y="10800"/>
                </a:lnTo>
                <a:lnTo>
                  <a:pt x="11375" y="14008"/>
                </a:lnTo>
                <a:lnTo>
                  <a:pt x="10394" y="16200"/>
                </a:lnTo>
                <a:lnTo>
                  <a:pt x="9621" y="18392"/>
                </a:lnTo>
                <a:lnTo>
                  <a:pt x="8640" y="21600"/>
                </a:lnTo>
                <a:lnTo>
                  <a:pt x="8640" y="18031"/>
                </a:lnTo>
                <a:lnTo>
                  <a:pt x="8640" y="14440"/>
                </a:lnTo>
                <a:lnTo>
                  <a:pt x="8640" y="10800"/>
                </a:lnTo>
                <a:lnTo>
                  <a:pt x="6074" y="8818"/>
                </a:lnTo>
                <a:lnTo>
                  <a:pt x="4320" y="7592"/>
                </a:lnTo>
                <a:lnTo>
                  <a:pt x="2566" y="6626"/>
                </a:lnTo>
                <a:lnTo>
                  <a:pt x="0" y="5400"/>
                </a:lnTo>
                <a:lnTo>
                  <a:pt x="2108" y="3418"/>
                </a:lnTo>
                <a:lnTo>
                  <a:pt x="3711" y="2192"/>
                </a:lnTo>
                <a:lnTo>
                  <a:pt x="5616" y="1226"/>
                </a:lnTo>
                <a:lnTo>
                  <a:pt x="8640" y="0"/>
                </a:lnTo>
                <a:close/>
              </a:path>
            </a:pathLst>
          </a:custGeom>
          <a:solidFill>
            <a:srgbClr val="4C4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4" name="contour_20172"/>
          <p:cNvSpPr/>
          <p:nvPr/>
        </p:nvSpPr>
        <p:spPr>
          <a:xfrm>
            <a:off x="10694570" y="462787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2B7B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5" name="contour_20173"/>
          <p:cNvSpPr/>
          <p:nvPr/>
        </p:nvSpPr>
        <p:spPr>
          <a:xfrm>
            <a:off x="4907905" y="461329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776" y="11729"/>
                </a:lnTo>
                <a:lnTo>
                  <a:pt x="16708" y="14738"/>
                </a:lnTo>
                <a:lnTo>
                  <a:pt x="14386" y="17575"/>
                </a:lnTo>
                <a:lnTo>
                  <a:pt x="10800" y="21600"/>
                </a:lnTo>
                <a:lnTo>
                  <a:pt x="7214" y="20477"/>
                </a:lnTo>
                <a:lnTo>
                  <a:pt x="4892" y="19354"/>
                </a:lnTo>
                <a:lnTo>
                  <a:pt x="2824" y="1755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7E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6" name="contour_20174"/>
          <p:cNvSpPr/>
          <p:nvPr/>
        </p:nvSpPr>
        <p:spPr>
          <a:xfrm>
            <a:off x="7334806" y="462058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2038"/>
                </a:lnTo>
                <a:lnTo>
                  <a:pt x="9210" y="4075"/>
                </a:lnTo>
                <a:lnTo>
                  <a:pt x="11664" y="6120"/>
                </a:lnTo>
                <a:lnTo>
                  <a:pt x="14126" y="8172"/>
                </a:lnTo>
                <a:lnTo>
                  <a:pt x="16602" y="10238"/>
                </a:lnTo>
                <a:lnTo>
                  <a:pt x="19090" y="12312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6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8"/>
                </a:lnTo>
                <a:lnTo>
                  <a:pt x="2743" y="20686"/>
                </a:lnTo>
                <a:lnTo>
                  <a:pt x="0" y="21600"/>
                </a:lnTo>
                <a:lnTo>
                  <a:pt x="855" y="17323"/>
                </a:lnTo>
                <a:lnTo>
                  <a:pt x="1715" y="13032"/>
                </a:lnTo>
                <a:lnTo>
                  <a:pt x="2575" y="8726"/>
                </a:lnTo>
                <a:lnTo>
                  <a:pt x="3443" y="4385"/>
                </a:lnTo>
                <a:lnTo>
                  <a:pt x="4320" y="0"/>
                </a:lnTo>
                <a:close/>
              </a:path>
            </a:pathLst>
          </a:custGeom>
          <a:solidFill>
            <a:srgbClr val="ECEF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7" name="contour_20175"/>
          <p:cNvSpPr/>
          <p:nvPr/>
        </p:nvSpPr>
        <p:spPr>
          <a:xfrm>
            <a:off x="3734538" y="462058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36D5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8" name="contour_20176"/>
          <p:cNvSpPr/>
          <p:nvPr/>
        </p:nvSpPr>
        <p:spPr>
          <a:xfrm>
            <a:off x="928662" y="4598723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2445"/>
                </a:lnTo>
                <a:lnTo>
                  <a:pt x="11275" y="4890"/>
                </a:lnTo>
                <a:lnTo>
                  <a:pt x="13320" y="7344"/>
                </a:lnTo>
                <a:lnTo>
                  <a:pt x="15372" y="9806"/>
                </a:lnTo>
                <a:lnTo>
                  <a:pt x="17438" y="12282"/>
                </a:lnTo>
                <a:lnTo>
                  <a:pt x="19512" y="14770"/>
                </a:lnTo>
                <a:lnTo>
                  <a:pt x="21600" y="17280"/>
                </a:lnTo>
                <a:lnTo>
                  <a:pt x="17323" y="18135"/>
                </a:lnTo>
                <a:lnTo>
                  <a:pt x="13032" y="18995"/>
                </a:lnTo>
                <a:lnTo>
                  <a:pt x="8726" y="19855"/>
                </a:lnTo>
                <a:lnTo>
                  <a:pt x="4385" y="20723"/>
                </a:lnTo>
                <a:lnTo>
                  <a:pt x="0" y="21600"/>
                </a:lnTo>
                <a:lnTo>
                  <a:pt x="893" y="18926"/>
                </a:lnTo>
                <a:lnTo>
                  <a:pt x="1786" y="16252"/>
                </a:lnTo>
                <a:lnTo>
                  <a:pt x="2678" y="13569"/>
                </a:lnTo>
                <a:lnTo>
                  <a:pt x="3571" y="10882"/>
                </a:lnTo>
                <a:lnTo>
                  <a:pt x="4471" y="8182"/>
                </a:lnTo>
                <a:lnTo>
                  <a:pt x="5378" y="5469"/>
                </a:lnTo>
                <a:lnTo>
                  <a:pt x="6286" y="2743"/>
                </a:lnTo>
                <a:lnTo>
                  <a:pt x="7200" y="0"/>
                </a:lnTo>
                <a:close/>
              </a:path>
            </a:pathLst>
          </a:custGeom>
          <a:solidFill>
            <a:srgbClr val="5657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79" name="contour_20177"/>
          <p:cNvSpPr/>
          <p:nvPr/>
        </p:nvSpPr>
        <p:spPr>
          <a:xfrm>
            <a:off x="8289533" y="460601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3F4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0" name="contour_20178"/>
          <p:cNvSpPr/>
          <p:nvPr/>
        </p:nvSpPr>
        <p:spPr>
          <a:xfrm>
            <a:off x="2335244" y="459872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4" y="4025"/>
                </a:lnTo>
                <a:lnTo>
                  <a:pt x="17889" y="6862"/>
                </a:lnTo>
                <a:lnTo>
                  <a:pt x="19492" y="9871"/>
                </a:lnTo>
                <a:lnTo>
                  <a:pt x="21600" y="14400"/>
                </a:lnTo>
                <a:lnTo>
                  <a:pt x="18926" y="15293"/>
                </a:lnTo>
                <a:lnTo>
                  <a:pt x="16252" y="16186"/>
                </a:lnTo>
                <a:lnTo>
                  <a:pt x="13569" y="17078"/>
                </a:lnTo>
                <a:lnTo>
                  <a:pt x="10882" y="17971"/>
                </a:lnTo>
                <a:lnTo>
                  <a:pt x="8182" y="18871"/>
                </a:lnTo>
                <a:lnTo>
                  <a:pt x="5469" y="19778"/>
                </a:lnTo>
                <a:lnTo>
                  <a:pt x="2743" y="20686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955" y="4550"/>
                </a:lnTo>
                <a:lnTo>
                  <a:pt x="5106" y="2851"/>
                </a:lnTo>
                <a:lnTo>
                  <a:pt x="7076" y="1757"/>
                </a:lnTo>
                <a:lnTo>
                  <a:pt x="9487" y="922"/>
                </a:lnTo>
                <a:lnTo>
                  <a:pt x="12960" y="0"/>
                </a:lnTo>
                <a:close/>
              </a:path>
            </a:pathLst>
          </a:custGeom>
          <a:solidFill>
            <a:srgbClr val="EE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1" name="contour_20179"/>
          <p:cNvSpPr/>
          <p:nvPr/>
        </p:nvSpPr>
        <p:spPr>
          <a:xfrm>
            <a:off x="1329501" y="459872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ADF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2" name="contour_20180"/>
          <p:cNvSpPr/>
          <p:nvPr/>
        </p:nvSpPr>
        <p:spPr>
          <a:xfrm>
            <a:off x="5039089" y="457685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6C696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3" name="contour_20181"/>
          <p:cNvSpPr/>
          <p:nvPr/>
        </p:nvSpPr>
        <p:spPr>
          <a:xfrm>
            <a:off x="5381624" y="458414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462" y="10764"/>
                </a:lnTo>
                <a:lnTo>
                  <a:pt x="17315" y="14342"/>
                </a:lnTo>
                <a:lnTo>
                  <a:pt x="15150" y="17950"/>
                </a:lnTo>
                <a:lnTo>
                  <a:pt x="12960" y="21600"/>
                </a:lnTo>
                <a:lnTo>
                  <a:pt x="10822" y="18036"/>
                </a:lnTo>
                <a:lnTo>
                  <a:pt x="8679" y="14465"/>
                </a:lnTo>
                <a:lnTo>
                  <a:pt x="6528" y="10879"/>
                </a:lnTo>
                <a:lnTo>
                  <a:pt x="4368" y="7279"/>
                </a:lnTo>
                <a:lnTo>
                  <a:pt x="219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8377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4" name="contour_20182"/>
          <p:cNvSpPr/>
          <p:nvPr/>
        </p:nvSpPr>
        <p:spPr>
          <a:xfrm>
            <a:off x="1839661" y="4576859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112"/>
                </a:lnTo>
                <a:lnTo>
                  <a:pt x="8588" y="2009"/>
                </a:lnTo>
                <a:lnTo>
                  <a:pt x="10441" y="3170"/>
                </a:lnTo>
                <a:lnTo>
                  <a:pt x="13228" y="5065"/>
                </a:lnTo>
                <a:lnTo>
                  <a:pt x="15582" y="6642"/>
                </a:lnTo>
                <a:lnTo>
                  <a:pt x="17971" y="8246"/>
                </a:lnTo>
                <a:lnTo>
                  <a:pt x="19773" y="9515"/>
                </a:lnTo>
                <a:lnTo>
                  <a:pt x="21600" y="10800"/>
                </a:lnTo>
                <a:lnTo>
                  <a:pt x="19548" y="10579"/>
                </a:lnTo>
                <a:lnTo>
                  <a:pt x="17483" y="10352"/>
                </a:lnTo>
                <a:lnTo>
                  <a:pt x="15388" y="10125"/>
                </a:lnTo>
                <a:lnTo>
                  <a:pt x="14399" y="10228"/>
                </a:lnTo>
                <a:lnTo>
                  <a:pt x="12649" y="10400"/>
                </a:lnTo>
                <a:lnTo>
                  <a:pt x="8640" y="10800"/>
                </a:lnTo>
                <a:lnTo>
                  <a:pt x="6899" y="14008"/>
                </a:lnTo>
                <a:lnTo>
                  <a:pt x="5871" y="16200"/>
                </a:lnTo>
                <a:lnTo>
                  <a:pt x="5145" y="18392"/>
                </a:lnTo>
                <a:lnTo>
                  <a:pt x="4320" y="21600"/>
                </a:lnTo>
                <a:lnTo>
                  <a:pt x="3119" y="17744"/>
                </a:lnTo>
                <a:lnTo>
                  <a:pt x="2294" y="14974"/>
                </a:lnTo>
                <a:lnTo>
                  <a:pt x="1637" y="12512"/>
                </a:lnTo>
                <a:lnTo>
                  <a:pt x="942" y="9580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AEA07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5" name="contour_20183"/>
          <p:cNvSpPr/>
          <p:nvPr/>
        </p:nvSpPr>
        <p:spPr>
          <a:xfrm>
            <a:off x="6948543" y="456957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C5C7C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6" name="contour_20184"/>
          <p:cNvSpPr/>
          <p:nvPr/>
        </p:nvSpPr>
        <p:spPr>
          <a:xfrm>
            <a:off x="2466428" y="456228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EBF3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7" name="contour_20185"/>
          <p:cNvSpPr/>
          <p:nvPr/>
        </p:nvSpPr>
        <p:spPr>
          <a:xfrm>
            <a:off x="8325973" y="455499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4AD9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8" name="contour_20186"/>
          <p:cNvSpPr/>
          <p:nvPr/>
        </p:nvSpPr>
        <p:spPr>
          <a:xfrm>
            <a:off x="8267669" y="455499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1123"/>
                </a:lnTo>
                <a:lnTo>
                  <a:pt x="16708" y="2246"/>
                </a:lnTo>
                <a:lnTo>
                  <a:pt x="18776" y="404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2824" y="9871"/>
                </a:lnTo>
                <a:lnTo>
                  <a:pt x="4892" y="6862"/>
                </a:lnTo>
                <a:lnTo>
                  <a:pt x="7214" y="4025"/>
                </a:lnTo>
                <a:lnTo>
                  <a:pt x="10800" y="0"/>
                </a:lnTo>
                <a:close/>
              </a:path>
            </a:pathLst>
          </a:custGeom>
          <a:solidFill>
            <a:srgbClr val="72757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89" name="contour_20187"/>
          <p:cNvSpPr/>
          <p:nvPr/>
        </p:nvSpPr>
        <p:spPr>
          <a:xfrm>
            <a:off x="717310" y="455499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1123"/>
                </a:lnTo>
                <a:lnTo>
                  <a:pt x="16708" y="2246"/>
                </a:lnTo>
                <a:lnTo>
                  <a:pt x="18776" y="404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2824" y="9871"/>
                </a:lnTo>
                <a:lnTo>
                  <a:pt x="4892" y="6862"/>
                </a:lnTo>
                <a:lnTo>
                  <a:pt x="7214" y="4025"/>
                </a:lnTo>
                <a:lnTo>
                  <a:pt x="10800" y="0"/>
                </a:lnTo>
                <a:close/>
              </a:path>
            </a:pathLst>
          </a:custGeom>
          <a:solidFill>
            <a:srgbClr val="8584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0" name="contour_20188"/>
          <p:cNvSpPr/>
          <p:nvPr/>
        </p:nvSpPr>
        <p:spPr>
          <a:xfrm>
            <a:off x="9681539" y="456228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0DDA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1" name="contour_20189"/>
          <p:cNvSpPr/>
          <p:nvPr/>
        </p:nvSpPr>
        <p:spPr>
          <a:xfrm>
            <a:off x="7087014" y="454041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2B6B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2" name="contour_20190"/>
          <p:cNvSpPr/>
          <p:nvPr/>
        </p:nvSpPr>
        <p:spPr>
          <a:xfrm>
            <a:off x="5381624" y="45258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463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3" name="contour_20191"/>
          <p:cNvSpPr/>
          <p:nvPr/>
        </p:nvSpPr>
        <p:spPr>
          <a:xfrm>
            <a:off x="10789314" y="45258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6243" y="16618"/>
                </a:lnTo>
                <a:lnTo>
                  <a:pt x="12442" y="18101"/>
                </a:lnTo>
                <a:lnTo>
                  <a:pt x="9158" y="19195"/>
                </a:lnTo>
                <a:lnTo>
                  <a:pt x="5357" y="2024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5C7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4" name="contour_20192"/>
          <p:cNvSpPr/>
          <p:nvPr/>
        </p:nvSpPr>
        <p:spPr>
          <a:xfrm>
            <a:off x="4135378" y="45258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4BEC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5" name="contour_20193"/>
          <p:cNvSpPr/>
          <p:nvPr/>
        </p:nvSpPr>
        <p:spPr>
          <a:xfrm>
            <a:off x="1686613" y="45258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6A16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6" name="contour_20194"/>
          <p:cNvSpPr/>
          <p:nvPr/>
        </p:nvSpPr>
        <p:spPr>
          <a:xfrm>
            <a:off x="7123454" y="4518103"/>
            <a:ext cx="29152" cy="22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6400" y="141"/>
                </a:lnTo>
                <a:lnTo>
                  <a:pt x="18986" y="289"/>
                </a:lnTo>
                <a:lnTo>
                  <a:pt x="21600" y="437"/>
                </a:lnTo>
                <a:lnTo>
                  <a:pt x="20531" y="4628"/>
                </a:lnTo>
                <a:lnTo>
                  <a:pt x="19456" y="8832"/>
                </a:lnTo>
                <a:lnTo>
                  <a:pt x="18382" y="13057"/>
                </a:lnTo>
                <a:lnTo>
                  <a:pt x="17296" y="17304"/>
                </a:lnTo>
                <a:lnTo>
                  <a:pt x="16200" y="21600"/>
                </a:lnTo>
                <a:lnTo>
                  <a:pt x="13527" y="19272"/>
                </a:lnTo>
                <a:lnTo>
                  <a:pt x="10849" y="16937"/>
                </a:lnTo>
                <a:lnTo>
                  <a:pt x="8159" y="14595"/>
                </a:lnTo>
                <a:lnTo>
                  <a:pt x="5459" y="12246"/>
                </a:lnTo>
                <a:lnTo>
                  <a:pt x="2743" y="9876"/>
                </a:lnTo>
                <a:lnTo>
                  <a:pt x="0" y="7492"/>
                </a:lnTo>
                <a:lnTo>
                  <a:pt x="3256" y="3400"/>
                </a:lnTo>
                <a:lnTo>
                  <a:pt x="5783" y="1263"/>
                </a:lnTo>
                <a:lnTo>
                  <a:pt x="8878" y="360"/>
                </a:lnTo>
                <a:lnTo>
                  <a:pt x="13835" y="0"/>
                </a:lnTo>
                <a:close/>
              </a:path>
            </a:pathLst>
          </a:custGeom>
          <a:solidFill>
            <a:srgbClr val="F8F9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7" name="contour_20195"/>
          <p:cNvSpPr/>
          <p:nvPr/>
        </p:nvSpPr>
        <p:spPr>
          <a:xfrm>
            <a:off x="3865722" y="451126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E8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8" name="contour_20196"/>
          <p:cNvSpPr/>
          <p:nvPr/>
        </p:nvSpPr>
        <p:spPr>
          <a:xfrm>
            <a:off x="7517006" y="449669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155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199" name="contour_20197"/>
          <p:cNvSpPr/>
          <p:nvPr/>
        </p:nvSpPr>
        <p:spPr>
          <a:xfrm>
            <a:off x="1672037" y="4503979"/>
            <a:ext cx="21864" cy="43728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81" y="1631"/>
                </a:lnTo>
                <a:lnTo>
                  <a:pt x="15077" y="2923"/>
                </a:lnTo>
                <a:lnTo>
                  <a:pt x="17834" y="4558"/>
                </a:lnTo>
                <a:lnTo>
                  <a:pt x="21600" y="7200"/>
                </a:lnTo>
                <a:lnTo>
                  <a:pt x="20095" y="9414"/>
                </a:lnTo>
                <a:lnTo>
                  <a:pt x="18360" y="11549"/>
                </a:lnTo>
                <a:lnTo>
                  <a:pt x="16423" y="13619"/>
                </a:lnTo>
                <a:lnTo>
                  <a:pt x="14314" y="15642"/>
                </a:lnTo>
                <a:lnTo>
                  <a:pt x="12053" y="17636"/>
                </a:lnTo>
                <a:lnTo>
                  <a:pt x="9677" y="19616"/>
                </a:lnTo>
                <a:lnTo>
                  <a:pt x="7200" y="21600"/>
                </a:lnTo>
                <a:lnTo>
                  <a:pt x="6163" y="19408"/>
                </a:lnTo>
                <a:lnTo>
                  <a:pt x="5141" y="17215"/>
                </a:lnTo>
                <a:lnTo>
                  <a:pt x="4140" y="15019"/>
                </a:lnTo>
                <a:lnTo>
                  <a:pt x="3154" y="12823"/>
                </a:lnTo>
                <a:lnTo>
                  <a:pt x="2585" y="11596"/>
                </a:lnTo>
                <a:lnTo>
                  <a:pt x="871" y="7888"/>
                </a:lnTo>
                <a:lnTo>
                  <a:pt x="439" y="5760"/>
                </a:lnTo>
                <a:lnTo>
                  <a:pt x="0" y="3600"/>
                </a:lnTo>
                <a:lnTo>
                  <a:pt x="3571" y="1814"/>
                </a:lnTo>
                <a:lnTo>
                  <a:pt x="7200" y="0"/>
                </a:lnTo>
                <a:close/>
              </a:path>
            </a:pathLst>
          </a:custGeom>
          <a:solidFill>
            <a:srgbClr val="F0EE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0" name="contour_20198"/>
          <p:cNvSpPr/>
          <p:nvPr/>
        </p:nvSpPr>
        <p:spPr>
          <a:xfrm>
            <a:off x="5272305" y="446753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14151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1" name="contour_20199"/>
          <p:cNvSpPr/>
          <p:nvPr/>
        </p:nvSpPr>
        <p:spPr>
          <a:xfrm>
            <a:off x="5177561" y="4460251"/>
            <a:ext cx="2252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990" y="0"/>
                </a:moveTo>
                <a:lnTo>
                  <a:pt x="11387" y="842"/>
                </a:lnTo>
                <a:lnTo>
                  <a:pt x="14309" y="1685"/>
                </a:lnTo>
                <a:lnTo>
                  <a:pt x="17063" y="3035"/>
                </a:lnTo>
                <a:lnTo>
                  <a:pt x="20971" y="5400"/>
                </a:lnTo>
                <a:lnTo>
                  <a:pt x="21390" y="9580"/>
                </a:lnTo>
                <a:lnTo>
                  <a:pt x="21600" y="12512"/>
                </a:lnTo>
                <a:lnTo>
                  <a:pt x="21600" y="14974"/>
                </a:lnTo>
                <a:lnTo>
                  <a:pt x="21390" y="17744"/>
                </a:lnTo>
                <a:lnTo>
                  <a:pt x="20971" y="21600"/>
                </a:lnTo>
                <a:lnTo>
                  <a:pt x="16350" y="21600"/>
                </a:lnTo>
                <a:lnTo>
                  <a:pt x="11702" y="21600"/>
                </a:lnTo>
                <a:lnTo>
                  <a:pt x="6990" y="21600"/>
                </a:lnTo>
                <a:lnTo>
                  <a:pt x="4628" y="17744"/>
                </a:lnTo>
                <a:lnTo>
                  <a:pt x="3083" y="14974"/>
                </a:lnTo>
                <a:lnTo>
                  <a:pt x="2020" y="12512"/>
                </a:lnTo>
                <a:lnTo>
                  <a:pt x="1104" y="9580"/>
                </a:lnTo>
                <a:lnTo>
                  <a:pt x="0" y="5400"/>
                </a:lnTo>
                <a:lnTo>
                  <a:pt x="3467" y="2722"/>
                </a:lnTo>
                <a:lnTo>
                  <a:pt x="6990" y="0"/>
                </a:lnTo>
                <a:close/>
              </a:path>
            </a:pathLst>
          </a:custGeom>
          <a:solidFill>
            <a:srgbClr val="25221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2" name="contour_20200"/>
          <p:cNvSpPr/>
          <p:nvPr/>
        </p:nvSpPr>
        <p:spPr>
          <a:xfrm>
            <a:off x="6861087" y="446025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C79D4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3" name="contour_20201"/>
          <p:cNvSpPr/>
          <p:nvPr/>
        </p:nvSpPr>
        <p:spPr>
          <a:xfrm>
            <a:off x="10002211" y="444567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226"/>
                </a:lnTo>
                <a:lnTo>
                  <a:pt x="14400" y="2192"/>
                </a:lnTo>
                <a:lnTo>
                  <a:pt x="17323" y="3418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6243" y="17863"/>
                </a:lnTo>
                <a:lnTo>
                  <a:pt x="12442" y="18976"/>
                </a:lnTo>
                <a:lnTo>
                  <a:pt x="9158" y="19796"/>
                </a:lnTo>
                <a:lnTo>
                  <a:pt x="5357" y="20585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7877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4" name="contour_20202"/>
          <p:cNvSpPr/>
          <p:nvPr/>
        </p:nvSpPr>
        <p:spPr>
          <a:xfrm>
            <a:off x="4244698" y="443109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7F765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5" name="contour_20203"/>
          <p:cNvSpPr/>
          <p:nvPr/>
        </p:nvSpPr>
        <p:spPr>
          <a:xfrm>
            <a:off x="4754857" y="442381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D1F1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6" name="contour_20204"/>
          <p:cNvSpPr/>
          <p:nvPr/>
        </p:nvSpPr>
        <p:spPr>
          <a:xfrm>
            <a:off x="7487854" y="439465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7" name="contour_20205"/>
          <p:cNvSpPr/>
          <p:nvPr/>
        </p:nvSpPr>
        <p:spPr>
          <a:xfrm>
            <a:off x="11598281" y="435093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3" y="3056"/>
                </a:lnTo>
                <a:lnTo>
                  <a:pt x="6113" y="6113"/>
                </a:lnTo>
                <a:lnTo>
                  <a:pt x="9180" y="9180"/>
                </a:lnTo>
                <a:lnTo>
                  <a:pt x="12262" y="12258"/>
                </a:lnTo>
                <a:lnTo>
                  <a:pt x="15350" y="15352"/>
                </a:lnTo>
                <a:lnTo>
                  <a:pt x="18468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4D8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8" name="contour_20206"/>
          <p:cNvSpPr/>
          <p:nvPr/>
        </p:nvSpPr>
        <p:spPr>
          <a:xfrm>
            <a:off x="4689265" y="435093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5837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09" name="contour_20207"/>
          <p:cNvSpPr/>
          <p:nvPr/>
        </p:nvSpPr>
        <p:spPr>
          <a:xfrm>
            <a:off x="3836570" y="435093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0" name="contour_20208"/>
          <p:cNvSpPr/>
          <p:nvPr/>
        </p:nvSpPr>
        <p:spPr>
          <a:xfrm>
            <a:off x="7546158" y="433635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EAE2C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1" name="contour_20209"/>
          <p:cNvSpPr/>
          <p:nvPr/>
        </p:nvSpPr>
        <p:spPr>
          <a:xfrm>
            <a:off x="7486870" y="4329067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333" y="2020"/>
                </a:lnTo>
                <a:lnTo>
                  <a:pt x="8585" y="3548"/>
                </a:lnTo>
                <a:lnTo>
                  <a:pt x="11265" y="4892"/>
                </a:lnTo>
                <a:lnTo>
                  <a:pt x="13945" y="6350"/>
                </a:lnTo>
                <a:lnTo>
                  <a:pt x="17197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4B494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2" name="contour_20210"/>
          <p:cNvSpPr/>
          <p:nvPr/>
        </p:nvSpPr>
        <p:spPr>
          <a:xfrm>
            <a:off x="4981477" y="4329067"/>
            <a:ext cx="2117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29" y="0"/>
                </a:moveTo>
                <a:lnTo>
                  <a:pt x="10410" y="1071"/>
                </a:lnTo>
                <a:lnTo>
                  <a:pt x="14105" y="2143"/>
                </a:lnTo>
                <a:lnTo>
                  <a:pt x="17830" y="3227"/>
                </a:lnTo>
                <a:lnTo>
                  <a:pt x="21600" y="4320"/>
                </a:lnTo>
                <a:lnTo>
                  <a:pt x="19496" y="6765"/>
                </a:lnTo>
                <a:lnTo>
                  <a:pt x="17392" y="9210"/>
                </a:lnTo>
                <a:lnTo>
                  <a:pt x="15280" y="11664"/>
                </a:lnTo>
                <a:lnTo>
                  <a:pt x="13161" y="14126"/>
                </a:lnTo>
                <a:lnTo>
                  <a:pt x="11027" y="16602"/>
                </a:lnTo>
                <a:lnTo>
                  <a:pt x="8885" y="19090"/>
                </a:lnTo>
                <a:lnTo>
                  <a:pt x="6729" y="21600"/>
                </a:lnTo>
                <a:lnTo>
                  <a:pt x="3279" y="16641"/>
                </a:lnTo>
                <a:lnTo>
                  <a:pt x="1086" y="13133"/>
                </a:lnTo>
                <a:lnTo>
                  <a:pt x="30" y="10567"/>
                </a:lnTo>
                <a:lnTo>
                  <a:pt x="0" y="8441"/>
                </a:lnTo>
                <a:lnTo>
                  <a:pt x="877" y="6255"/>
                </a:lnTo>
                <a:lnTo>
                  <a:pt x="2550" y="3508"/>
                </a:lnTo>
                <a:lnTo>
                  <a:pt x="4625" y="1767"/>
                </a:lnTo>
                <a:lnTo>
                  <a:pt x="6729" y="0"/>
                </a:lnTo>
                <a:close/>
              </a:path>
            </a:pathLst>
          </a:custGeom>
          <a:solidFill>
            <a:srgbClr val="67676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3" name="contour_20211"/>
          <p:cNvSpPr/>
          <p:nvPr/>
        </p:nvSpPr>
        <p:spPr>
          <a:xfrm>
            <a:off x="7305654" y="427805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E1D6A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4" name="contour_20212"/>
          <p:cNvSpPr/>
          <p:nvPr/>
        </p:nvSpPr>
        <p:spPr>
          <a:xfrm>
            <a:off x="6759055" y="426347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588" y="3564"/>
                </a:lnTo>
                <a:lnTo>
                  <a:pt x="16776" y="7133"/>
                </a:lnTo>
                <a:lnTo>
                  <a:pt x="17971" y="10719"/>
                </a:lnTo>
                <a:lnTo>
                  <a:pt x="19174" y="14321"/>
                </a:lnTo>
                <a:lnTo>
                  <a:pt x="20383" y="1794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B6D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5" name="contour_20213"/>
          <p:cNvSpPr/>
          <p:nvPr/>
        </p:nvSpPr>
        <p:spPr>
          <a:xfrm>
            <a:off x="10068495" y="4256187"/>
            <a:ext cx="2117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29" y="0"/>
                </a:moveTo>
                <a:lnTo>
                  <a:pt x="10283" y="2536"/>
                </a:lnTo>
                <a:lnTo>
                  <a:pt x="12856" y="4441"/>
                </a:lnTo>
                <a:lnTo>
                  <a:pt x="14863" y="6074"/>
                </a:lnTo>
                <a:lnTo>
                  <a:pt x="16715" y="7802"/>
                </a:lnTo>
                <a:lnTo>
                  <a:pt x="18819" y="9975"/>
                </a:lnTo>
                <a:lnTo>
                  <a:pt x="21600" y="12960"/>
                </a:lnTo>
                <a:lnTo>
                  <a:pt x="17711" y="15980"/>
                </a:lnTo>
                <a:lnTo>
                  <a:pt x="14863" y="17889"/>
                </a:lnTo>
                <a:lnTo>
                  <a:pt x="11666" y="19492"/>
                </a:lnTo>
                <a:lnTo>
                  <a:pt x="6729" y="21600"/>
                </a:lnTo>
                <a:lnTo>
                  <a:pt x="3279" y="16641"/>
                </a:lnTo>
                <a:lnTo>
                  <a:pt x="1086" y="13133"/>
                </a:lnTo>
                <a:lnTo>
                  <a:pt x="30" y="10567"/>
                </a:lnTo>
                <a:lnTo>
                  <a:pt x="0" y="8441"/>
                </a:lnTo>
                <a:lnTo>
                  <a:pt x="877" y="6255"/>
                </a:lnTo>
                <a:lnTo>
                  <a:pt x="2550" y="3508"/>
                </a:lnTo>
                <a:lnTo>
                  <a:pt x="4625" y="1767"/>
                </a:lnTo>
                <a:lnTo>
                  <a:pt x="6729" y="0"/>
                </a:lnTo>
                <a:close/>
              </a:path>
            </a:pathLst>
          </a:custGeom>
          <a:solidFill>
            <a:srgbClr val="A39D9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6" name="contour_20214"/>
          <p:cNvSpPr/>
          <p:nvPr/>
        </p:nvSpPr>
        <p:spPr>
          <a:xfrm>
            <a:off x="6846511" y="4263475"/>
            <a:ext cx="145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9" y="0"/>
                </a:lnTo>
                <a:lnTo>
                  <a:pt x="14321" y="0"/>
                </a:lnTo>
                <a:lnTo>
                  <a:pt x="21600" y="0"/>
                </a:lnTo>
                <a:lnTo>
                  <a:pt x="18544" y="3056"/>
                </a:lnTo>
                <a:lnTo>
                  <a:pt x="15487" y="6113"/>
                </a:lnTo>
                <a:lnTo>
                  <a:pt x="12420" y="9180"/>
                </a:lnTo>
                <a:lnTo>
                  <a:pt x="9342" y="12258"/>
                </a:lnTo>
                <a:lnTo>
                  <a:pt x="6242" y="15352"/>
                </a:lnTo>
                <a:lnTo>
                  <a:pt x="3132" y="18463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F8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7" name="contour_20215"/>
          <p:cNvSpPr/>
          <p:nvPr/>
        </p:nvSpPr>
        <p:spPr>
          <a:xfrm>
            <a:off x="899510" y="426347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AED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8" name="contour_20216"/>
          <p:cNvSpPr/>
          <p:nvPr/>
        </p:nvSpPr>
        <p:spPr>
          <a:xfrm>
            <a:off x="9790859" y="423432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8D0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19" name="contour_20217"/>
          <p:cNvSpPr/>
          <p:nvPr/>
        </p:nvSpPr>
        <p:spPr>
          <a:xfrm>
            <a:off x="3821994" y="421974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F8F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0" name="contour_20218"/>
          <p:cNvSpPr/>
          <p:nvPr/>
        </p:nvSpPr>
        <p:spPr>
          <a:xfrm>
            <a:off x="7954285" y="422703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1DFA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1" name="contour_20219"/>
          <p:cNvSpPr/>
          <p:nvPr/>
        </p:nvSpPr>
        <p:spPr>
          <a:xfrm>
            <a:off x="5053665" y="421245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EE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2" name="contour_20220"/>
          <p:cNvSpPr/>
          <p:nvPr/>
        </p:nvSpPr>
        <p:spPr>
          <a:xfrm>
            <a:off x="7261926" y="419788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3" y="3056"/>
                </a:lnTo>
                <a:lnTo>
                  <a:pt x="6113" y="6113"/>
                </a:lnTo>
                <a:lnTo>
                  <a:pt x="9180" y="9180"/>
                </a:lnTo>
                <a:lnTo>
                  <a:pt x="12262" y="12258"/>
                </a:lnTo>
                <a:lnTo>
                  <a:pt x="15350" y="15352"/>
                </a:lnTo>
                <a:lnTo>
                  <a:pt x="18468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EDF2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3" name="contour_20221"/>
          <p:cNvSpPr/>
          <p:nvPr/>
        </p:nvSpPr>
        <p:spPr>
          <a:xfrm>
            <a:off x="7356670" y="419059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896C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4" name="contour_20222"/>
          <p:cNvSpPr/>
          <p:nvPr/>
        </p:nvSpPr>
        <p:spPr>
          <a:xfrm>
            <a:off x="5097393" y="416873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3E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5" name="contour_20223"/>
          <p:cNvSpPr/>
          <p:nvPr/>
        </p:nvSpPr>
        <p:spPr>
          <a:xfrm>
            <a:off x="7254638" y="416873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18776" y="11477"/>
                </a:lnTo>
                <a:lnTo>
                  <a:pt x="16708" y="14400"/>
                </a:lnTo>
                <a:lnTo>
                  <a:pt x="14386" y="17323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EFF5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6" name="contour_20224"/>
          <p:cNvSpPr/>
          <p:nvPr/>
        </p:nvSpPr>
        <p:spPr>
          <a:xfrm>
            <a:off x="4354018" y="416873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42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3F0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7" name="contour_20225"/>
          <p:cNvSpPr/>
          <p:nvPr/>
        </p:nvSpPr>
        <p:spPr>
          <a:xfrm>
            <a:off x="3858434" y="416873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8036"/>
                </a:lnTo>
                <a:lnTo>
                  <a:pt x="10849" y="14465"/>
                </a:lnTo>
                <a:lnTo>
                  <a:pt x="8159" y="10879"/>
                </a:lnTo>
                <a:lnTo>
                  <a:pt x="5459" y="7279"/>
                </a:lnTo>
                <a:lnTo>
                  <a:pt x="2743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BDCF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8" name="contour_20226"/>
          <p:cNvSpPr/>
          <p:nvPr/>
        </p:nvSpPr>
        <p:spPr>
          <a:xfrm>
            <a:off x="1176453" y="413229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42"/>
                </a:lnTo>
                <a:lnTo>
                  <a:pt x="17566" y="17950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AB979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29" name="contour_20227"/>
          <p:cNvSpPr/>
          <p:nvPr/>
        </p:nvSpPr>
        <p:spPr>
          <a:xfrm>
            <a:off x="2225924" y="403754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BC5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0" name="contour_20228"/>
          <p:cNvSpPr/>
          <p:nvPr/>
        </p:nvSpPr>
        <p:spPr>
          <a:xfrm>
            <a:off x="4069786" y="403025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DD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1" name="contour_20229"/>
          <p:cNvSpPr/>
          <p:nvPr/>
        </p:nvSpPr>
        <p:spPr>
          <a:xfrm>
            <a:off x="1715765" y="375331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70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5" y="19930"/>
                </a:lnTo>
                <a:lnTo>
                  <a:pt x="16195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8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F6FAF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2" name="contour_20230"/>
          <p:cNvSpPr/>
          <p:nvPr/>
        </p:nvSpPr>
        <p:spPr>
          <a:xfrm>
            <a:off x="10505082" y="366586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CFE2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3" name="contour_20231"/>
          <p:cNvSpPr/>
          <p:nvPr/>
        </p:nvSpPr>
        <p:spPr>
          <a:xfrm>
            <a:off x="7611750" y="354925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69" y="0"/>
                </a:lnTo>
                <a:lnTo>
                  <a:pt x="12560" y="0"/>
                </a:lnTo>
                <a:lnTo>
                  <a:pt x="16200" y="0"/>
                </a:lnTo>
                <a:lnTo>
                  <a:pt x="17863" y="5357"/>
                </a:lnTo>
                <a:lnTo>
                  <a:pt x="18976" y="9158"/>
                </a:lnTo>
                <a:lnTo>
                  <a:pt x="19796" y="12442"/>
                </a:lnTo>
                <a:lnTo>
                  <a:pt x="20585" y="16243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226" y="10123"/>
                </a:lnTo>
                <a:lnTo>
                  <a:pt x="2192" y="7200"/>
                </a:lnTo>
                <a:lnTo>
                  <a:pt x="3418" y="4277"/>
                </a:lnTo>
                <a:lnTo>
                  <a:pt x="5400" y="0"/>
                </a:lnTo>
                <a:close/>
              </a:path>
            </a:pathLst>
          </a:custGeom>
          <a:solidFill>
            <a:srgbClr val="DAEB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4" name="contour_20232"/>
          <p:cNvSpPr/>
          <p:nvPr/>
        </p:nvSpPr>
        <p:spPr>
          <a:xfrm>
            <a:off x="4696553" y="352010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DD0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5" name="contour_20233"/>
          <p:cNvSpPr/>
          <p:nvPr/>
        </p:nvSpPr>
        <p:spPr>
          <a:xfrm>
            <a:off x="10643554" y="350552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9EC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6" name="contour_20234"/>
          <p:cNvSpPr/>
          <p:nvPr/>
        </p:nvSpPr>
        <p:spPr>
          <a:xfrm>
            <a:off x="3858434" y="345450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2A4A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7" name="contour_20235"/>
          <p:cNvSpPr/>
          <p:nvPr/>
        </p:nvSpPr>
        <p:spPr>
          <a:xfrm>
            <a:off x="4980785" y="343993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38"/>
                </a:lnTo>
                <a:lnTo>
                  <a:pt x="12512" y="2081"/>
                </a:lnTo>
                <a:lnTo>
                  <a:pt x="14974" y="3175"/>
                </a:lnTo>
                <a:lnTo>
                  <a:pt x="17744" y="476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A1B2B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8" name="contour_20236"/>
          <p:cNvSpPr/>
          <p:nvPr/>
        </p:nvSpPr>
        <p:spPr>
          <a:xfrm>
            <a:off x="11685737" y="342535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A2B4C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39" name="contour_20237"/>
          <p:cNvSpPr/>
          <p:nvPr/>
        </p:nvSpPr>
        <p:spPr>
          <a:xfrm>
            <a:off x="6657023" y="3403492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2138"/>
                </a:lnTo>
                <a:lnTo>
                  <a:pt x="7135" y="4281"/>
                </a:lnTo>
                <a:lnTo>
                  <a:pt x="10721" y="6432"/>
                </a:lnTo>
                <a:lnTo>
                  <a:pt x="14321" y="8592"/>
                </a:lnTo>
                <a:lnTo>
                  <a:pt x="17942" y="10765"/>
                </a:lnTo>
                <a:lnTo>
                  <a:pt x="21600" y="12960"/>
                </a:lnTo>
                <a:lnTo>
                  <a:pt x="18036" y="15098"/>
                </a:lnTo>
                <a:lnTo>
                  <a:pt x="14458" y="17250"/>
                </a:lnTo>
                <a:lnTo>
                  <a:pt x="10850" y="1941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91969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0" name="contour_20238"/>
          <p:cNvSpPr/>
          <p:nvPr/>
        </p:nvSpPr>
        <p:spPr>
          <a:xfrm>
            <a:off x="7487854" y="341078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D5E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1" name="contour_20239"/>
          <p:cNvSpPr/>
          <p:nvPr/>
        </p:nvSpPr>
        <p:spPr>
          <a:xfrm>
            <a:off x="6897527" y="338162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98ADB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2" name="contour_20240"/>
          <p:cNvSpPr/>
          <p:nvPr/>
        </p:nvSpPr>
        <p:spPr>
          <a:xfrm>
            <a:off x="5111969" y="335976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32D2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3" name="contour_20241"/>
          <p:cNvSpPr/>
          <p:nvPr/>
        </p:nvSpPr>
        <p:spPr>
          <a:xfrm>
            <a:off x="6912103" y="3359764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200" y="0"/>
                </a:moveTo>
                <a:lnTo>
                  <a:pt x="17269" y="3208"/>
                </a:lnTo>
                <a:lnTo>
                  <a:pt x="18344" y="6426"/>
                </a:lnTo>
                <a:lnTo>
                  <a:pt x="19418" y="9655"/>
                </a:lnTo>
                <a:lnTo>
                  <a:pt x="20504" y="12911"/>
                </a:lnTo>
                <a:lnTo>
                  <a:pt x="21600" y="16200"/>
                </a:lnTo>
                <a:lnTo>
                  <a:pt x="18776" y="18182"/>
                </a:lnTo>
                <a:lnTo>
                  <a:pt x="16708" y="19408"/>
                </a:lnTo>
                <a:lnTo>
                  <a:pt x="14386" y="20374"/>
                </a:lnTo>
                <a:lnTo>
                  <a:pt x="10800" y="21600"/>
                </a:lnTo>
                <a:lnTo>
                  <a:pt x="7214" y="18581"/>
                </a:lnTo>
                <a:lnTo>
                  <a:pt x="4892" y="16448"/>
                </a:lnTo>
                <a:lnTo>
                  <a:pt x="2824" y="14197"/>
                </a:lnTo>
                <a:lnTo>
                  <a:pt x="0" y="10800"/>
                </a:lnTo>
                <a:lnTo>
                  <a:pt x="2673" y="9018"/>
                </a:lnTo>
                <a:lnTo>
                  <a:pt x="5351" y="7231"/>
                </a:lnTo>
                <a:lnTo>
                  <a:pt x="8041" y="5438"/>
                </a:lnTo>
                <a:lnTo>
                  <a:pt x="10741" y="3640"/>
                </a:lnTo>
                <a:lnTo>
                  <a:pt x="13457" y="1825"/>
                </a:lnTo>
                <a:lnTo>
                  <a:pt x="16200" y="0"/>
                </a:lnTo>
                <a:close/>
              </a:path>
            </a:pathLst>
          </a:custGeom>
          <a:solidFill>
            <a:srgbClr val="94A7B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4" name="contour_20242"/>
          <p:cNvSpPr/>
          <p:nvPr/>
        </p:nvSpPr>
        <p:spPr>
          <a:xfrm>
            <a:off x="6802783" y="334518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C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5" name="contour_20243"/>
          <p:cNvSpPr/>
          <p:nvPr/>
        </p:nvSpPr>
        <p:spPr>
          <a:xfrm>
            <a:off x="7159894" y="333061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42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A2A9A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6" name="contour_20244"/>
          <p:cNvSpPr/>
          <p:nvPr/>
        </p:nvSpPr>
        <p:spPr>
          <a:xfrm>
            <a:off x="5549248" y="333790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8BA2B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7" name="contour_20245"/>
          <p:cNvSpPr/>
          <p:nvPr/>
        </p:nvSpPr>
        <p:spPr>
          <a:xfrm>
            <a:off x="4266562" y="335247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ADBC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8" name="contour_20246"/>
          <p:cNvSpPr/>
          <p:nvPr/>
        </p:nvSpPr>
        <p:spPr>
          <a:xfrm>
            <a:off x="7342094" y="333061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880"/>
                </a:lnTo>
                <a:lnTo>
                  <a:pt x="13798" y="5033"/>
                </a:lnTo>
                <a:lnTo>
                  <a:pt x="15526" y="6869"/>
                </a:lnTo>
                <a:lnTo>
                  <a:pt x="17159" y="8770"/>
                </a:lnTo>
                <a:lnTo>
                  <a:pt x="19064" y="1114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1"/>
                </a:lnTo>
                <a:lnTo>
                  <a:pt x="2108" y="11729"/>
                </a:lnTo>
                <a:lnTo>
                  <a:pt x="0" y="7200"/>
                </a:lnTo>
                <a:lnTo>
                  <a:pt x="2108" y="4558"/>
                </a:lnTo>
                <a:lnTo>
                  <a:pt x="3711" y="2923"/>
                </a:lnTo>
                <a:lnTo>
                  <a:pt x="5620" y="1634"/>
                </a:lnTo>
                <a:lnTo>
                  <a:pt x="8640" y="0"/>
                </a:lnTo>
                <a:close/>
              </a:path>
            </a:pathLst>
          </a:custGeom>
          <a:solidFill>
            <a:srgbClr val="B1C3C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49" name="contour_20247"/>
          <p:cNvSpPr/>
          <p:nvPr/>
        </p:nvSpPr>
        <p:spPr>
          <a:xfrm>
            <a:off x="7050574" y="330874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1123"/>
                </a:lnTo>
                <a:lnTo>
                  <a:pt x="16708" y="2246"/>
                </a:lnTo>
                <a:lnTo>
                  <a:pt x="18776" y="404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2824" y="9871"/>
                </a:lnTo>
                <a:lnTo>
                  <a:pt x="4892" y="6869"/>
                </a:lnTo>
                <a:lnTo>
                  <a:pt x="7214" y="4025"/>
                </a:lnTo>
                <a:lnTo>
                  <a:pt x="10800" y="0"/>
                </a:lnTo>
                <a:close/>
              </a:path>
            </a:pathLst>
          </a:custGeom>
          <a:solidFill>
            <a:srgbClr val="CDE4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0" name="contour_20248"/>
          <p:cNvSpPr/>
          <p:nvPr/>
        </p:nvSpPr>
        <p:spPr>
          <a:xfrm>
            <a:off x="8362413" y="329417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50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A0B2B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1" name="contour_20249"/>
          <p:cNvSpPr/>
          <p:nvPr/>
        </p:nvSpPr>
        <p:spPr>
          <a:xfrm>
            <a:off x="8368717" y="3272308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333" y="2020"/>
                </a:lnTo>
                <a:lnTo>
                  <a:pt x="8585" y="3548"/>
                </a:lnTo>
                <a:lnTo>
                  <a:pt x="11265" y="4892"/>
                </a:lnTo>
                <a:lnTo>
                  <a:pt x="13945" y="6350"/>
                </a:lnTo>
                <a:lnTo>
                  <a:pt x="17197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3B404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2" name="contour_20250"/>
          <p:cNvSpPr/>
          <p:nvPr/>
        </p:nvSpPr>
        <p:spPr>
          <a:xfrm>
            <a:off x="7363958" y="327230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B4C4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3" name="contour_20251"/>
          <p:cNvSpPr/>
          <p:nvPr/>
        </p:nvSpPr>
        <p:spPr>
          <a:xfrm>
            <a:off x="7057862" y="327959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5357"/>
                </a:lnTo>
                <a:lnTo>
                  <a:pt x="18101" y="9158"/>
                </a:lnTo>
                <a:lnTo>
                  <a:pt x="19195" y="12442"/>
                </a:lnTo>
                <a:lnTo>
                  <a:pt x="20246" y="1624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DD4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4" name="contour_20252"/>
          <p:cNvSpPr/>
          <p:nvPr/>
        </p:nvSpPr>
        <p:spPr>
          <a:xfrm>
            <a:off x="5775176" y="3272308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10800" y="18031"/>
                </a:lnTo>
                <a:lnTo>
                  <a:pt x="10800" y="14440"/>
                </a:lnTo>
                <a:lnTo>
                  <a:pt x="10800" y="10800"/>
                </a:lnTo>
                <a:lnTo>
                  <a:pt x="7592" y="8818"/>
                </a:lnTo>
                <a:lnTo>
                  <a:pt x="5400" y="7592"/>
                </a:lnTo>
                <a:lnTo>
                  <a:pt x="3208" y="6626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AEBFC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5" name="contour_20253"/>
          <p:cNvSpPr/>
          <p:nvPr/>
        </p:nvSpPr>
        <p:spPr>
          <a:xfrm>
            <a:off x="4886041" y="327230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9C1E1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6" name="contour_20254"/>
          <p:cNvSpPr/>
          <p:nvPr/>
        </p:nvSpPr>
        <p:spPr>
          <a:xfrm>
            <a:off x="4004194" y="326502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759"/>
                </a:lnTo>
                <a:lnTo>
                  <a:pt x="21600" y="9547"/>
                </a:lnTo>
                <a:lnTo>
                  <a:pt x="21600" y="14400"/>
                </a:lnTo>
                <a:lnTo>
                  <a:pt x="16243" y="16618"/>
                </a:lnTo>
                <a:lnTo>
                  <a:pt x="12442" y="18101"/>
                </a:lnTo>
                <a:lnTo>
                  <a:pt x="9158" y="19195"/>
                </a:lnTo>
                <a:lnTo>
                  <a:pt x="5357" y="2024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0E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7" name="contour_20255"/>
          <p:cNvSpPr/>
          <p:nvPr/>
        </p:nvSpPr>
        <p:spPr>
          <a:xfrm>
            <a:off x="3778266" y="326502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4555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8" name="contour_20256"/>
          <p:cNvSpPr/>
          <p:nvPr/>
        </p:nvSpPr>
        <p:spPr>
          <a:xfrm>
            <a:off x="11634721" y="325044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374" y="11477"/>
                </a:lnTo>
                <a:lnTo>
                  <a:pt x="19408" y="14400"/>
                </a:lnTo>
                <a:lnTo>
                  <a:pt x="18182" y="1732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B7CE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59" name="contour_20257"/>
          <p:cNvSpPr/>
          <p:nvPr/>
        </p:nvSpPr>
        <p:spPr>
          <a:xfrm>
            <a:off x="3821994" y="325773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929BA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0" name="contour_20258"/>
          <p:cNvSpPr/>
          <p:nvPr/>
        </p:nvSpPr>
        <p:spPr>
          <a:xfrm>
            <a:off x="9958483" y="324315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9787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1" name="contour_20259"/>
          <p:cNvSpPr/>
          <p:nvPr/>
        </p:nvSpPr>
        <p:spPr>
          <a:xfrm>
            <a:off x="4324866" y="324315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46B6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2" name="contour_20260"/>
          <p:cNvSpPr/>
          <p:nvPr/>
        </p:nvSpPr>
        <p:spPr>
          <a:xfrm>
            <a:off x="6933967" y="323586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EC5D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3" name="contour_20261"/>
          <p:cNvSpPr/>
          <p:nvPr/>
        </p:nvSpPr>
        <p:spPr>
          <a:xfrm>
            <a:off x="4251986" y="322129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6C79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4" name="contour_20262"/>
          <p:cNvSpPr/>
          <p:nvPr/>
        </p:nvSpPr>
        <p:spPr>
          <a:xfrm>
            <a:off x="10359323" y="320671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BACB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5" name="contour_20263"/>
          <p:cNvSpPr/>
          <p:nvPr/>
        </p:nvSpPr>
        <p:spPr>
          <a:xfrm>
            <a:off x="7407686" y="321400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B33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6" name="contour_20264"/>
          <p:cNvSpPr/>
          <p:nvPr/>
        </p:nvSpPr>
        <p:spPr>
          <a:xfrm>
            <a:off x="10403051" y="319214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1AFA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7" name="contour_20265"/>
          <p:cNvSpPr/>
          <p:nvPr/>
        </p:nvSpPr>
        <p:spPr>
          <a:xfrm>
            <a:off x="7276502" y="318485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B3E4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8" name="contour_20266"/>
          <p:cNvSpPr/>
          <p:nvPr/>
        </p:nvSpPr>
        <p:spPr>
          <a:xfrm>
            <a:off x="3916410" y="3177564"/>
            <a:ext cx="221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3" y="0"/>
                </a:moveTo>
                <a:lnTo>
                  <a:pt x="11875" y="1415"/>
                </a:lnTo>
                <a:lnTo>
                  <a:pt x="14840" y="2452"/>
                </a:lnTo>
                <a:lnTo>
                  <a:pt x="17635" y="3607"/>
                </a:lnTo>
                <a:lnTo>
                  <a:pt x="21600" y="5400"/>
                </a:lnTo>
                <a:lnTo>
                  <a:pt x="18089" y="8073"/>
                </a:lnTo>
                <a:lnTo>
                  <a:pt x="14570" y="10751"/>
                </a:lnTo>
                <a:lnTo>
                  <a:pt x="11038" y="13441"/>
                </a:lnTo>
                <a:lnTo>
                  <a:pt x="7491" y="16141"/>
                </a:lnTo>
                <a:lnTo>
                  <a:pt x="3923" y="18857"/>
                </a:lnTo>
                <a:lnTo>
                  <a:pt x="319" y="21600"/>
                </a:lnTo>
                <a:lnTo>
                  <a:pt x="106" y="17744"/>
                </a:lnTo>
                <a:lnTo>
                  <a:pt x="0" y="14974"/>
                </a:lnTo>
                <a:lnTo>
                  <a:pt x="0" y="12512"/>
                </a:lnTo>
                <a:lnTo>
                  <a:pt x="106" y="9580"/>
                </a:lnTo>
                <a:lnTo>
                  <a:pt x="319" y="5400"/>
                </a:lnTo>
                <a:lnTo>
                  <a:pt x="3838" y="2722"/>
                </a:lnTo>
                <a:lnTo>
                  <a:pt x="7413" y="0"/>
                </a:lnTo>
                <a:close/>
              </a:path>
            </a:pathLst>
          </a:custGeom>
          <a:solidFill>
            <a:srgbClr val="B6ABB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69" name="contour_20267"/>
          <p:cNvSpPr/>
          <p:nvPr/>
        </p:nvSpPr>
        <p:spPr>
          <a:xfrm>
            <a:off x="10556098" y="314841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1D3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0" name="contour_20268"/>
          <p:cNvSpPr/>
          <p:nvPr/>
        </p:nvSpPr>
        <p:spPr>
          <a:xfrm>
            <a:off x="7320230" y="315570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A3F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1" name="contour_20269"/>
          <p:cNvSpPr/>
          <p:nvPr/>
        </p:nvSpPr>
        <p:spPr>
          <a:xfrm>
            <a:off x="10242715" y="313383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D424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2" name="contour_20270"/>
          <p:cNvSpPr/>
          <p:nvPr/>
        </p:nvSpPr>
        <p:spPr>
          <a:xfrm>
            <a:off x="8522749" y="314112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483"/>
                </a:lnTo>
                <a:lnTo>
                  <a:pt x="8584" y="2678"/>
                </a:lnTo>
                <a:lnTo>
                  <a:pt x="10441" y="4226"/>
                </a:lnTo>
                <a:lnTo>
                  <a:pt x="13228" y="6754"/>
                </a:lnTo>
                <a:lnTo>
                  <a:pt x="15582" y="8856"/>
                </a:lnTo>
                <a:lnTo>
                  <a:pt x="17971" y="10994"/>
                </a:lnTo>
                <a:lnTo>
                  <a:pt x="19773" y="1268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1"/>
                </a:lnTo>
                <a:lnTo>
                  <a:pt x="2108" y="11729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5B5D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3" name="contour_20271"/>
          <p:cNvSpPr/>
          <p:nvPr/>
        </p:nvSpPr>
        <p:spPr>
          <a:xfrm>
            <a:off x="6795495" y="313383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1B0B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4" name="contour_20272"/>
          <p:cNvSpPr/>
          <p:nvPr/>
        </p:nvSpPr>
        <p:spPr>
          <a:xfrm>
            <a:off x="7028711" y="313383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A84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5" name="contour_20273"/>
          <p:cNvSpPr/>
          <p:nvPr/>
        </p:nvSpPr>
        <p:spPr>
          <a:xfrm>
            <a:off x="10133395" y="309739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8B0B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6" name="contour_20274"/>
          <p:cNvSpPr/>
          <p:nvPr/>
        </p:nvSpPr>
        <p:spPr>
          <a:xfrm>
            <a:off x="4368594" y="309010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44404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7" name="contour_20275"/>
          <p:cNvSpPr/>
          <p:nvPr/>
        </p:nvSpPr>
        <p:spPr>
          <a:xfrm>
            <a:off x="6802783" y="308282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6E3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8" name="contour_20276"/>
          <p:cNvSpPr/>
          <p:nvPr/>
        </p:nvSpPr>
        <p:spPr>
          <a:xfrm>
            <a:off x="4149954" y="308282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4040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79" name="contour_20277"/>
          <p:cNvSpPr/>
          <p:nvPr/>
        </p:nvSpPr>
        <p:spPr>
          <a:xfrm>
            <a:off x="556974" y="309739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50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D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0" name="contour_20278"/>
          <p:cNvSpPr/>
          <p:nvPr/>
        </p:nvSpPr>
        <p:spPr>
          <a:xfrm>
            <a:off x="10738298" y="306824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374" y="11477"/>
                </a:lnTo>
                <a:lnTo>
                  <a:pt x="19408" y="14400"/>
                </a:lnTo>
                <a:lnTo>
                  <a:pt x="18182" y="1732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D6CA9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1" name="contour_20279"/>
          <p:cNvSpPr/>
          <p:nvPr/>
        </p:nvSpPr>
        <p:spPr>
          <a:xfrm>
            <a:off x="8457157" y="3068244"/>
            <a:ext cx="29152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1372"/>
                </a:lnTo>
                <a:lnTo>
                  <a:pt x="2684" y="2689"/>
                </a:lnTo>
                <a:lnTo>
                  <a:pt x="4320" y="4320"/>
                </a:lnTo>
                <a:lnTo>
                  <a:pt x="6647" y="6653"/>
                </a:lnTo>
                <a:lnTo>
                  <a:pt x="10055" y="10055"/>
                </a:lnTo>
                <a:lnTo>
                  <a:pt x="14909" y="149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4461"/>
                </a:lnTo>
                <a:lnTo>
                  <a:pt x="0" y="7279"/>
                </a:lnTo>
                <a:lnTo>
                  <a:pt x="0" y="0"/>
                </a:lnTo>
                <a:close/>
              </a:path>
            </a:pathLst>
          </a:custGeom>
          <a:solidFill>
            <a:srgbClr val="383A3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2" name="contour_20280"/>
          <p:cNvSpPr/>
          <p:nvPr/>
        </p:nvSpPr>
        <p:spPr>
          <a:xfrm>
            <a:off x="7961573" y="305366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C4D2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3" name="contour_20281"/>
          <p:cNvSpPr/>
          <p:nvPr/>
        </p:nvSpPr>
        <p:spPr>
          <a:xfrm>
            <a:off x="4623673" y="306095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69E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4" name="contour_20282"/>
          <p:cNvSpPr/>
          <p:nvPr/>
        </p:nvSpPr>
        <p:spPr>
          <a:xfrm>
            <a:off x="4609097" y="305366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0784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5" name="contour_20283"/>
          <p:cNvSpPr/>
          <p:nvPr/>
        </p:nvSpPr>
        <p:spPr>
          <a:xfrm>
            <a:off x="10410339" y="303909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2673"/>
                </a:lnTo>
                <a:lnTo>
                  <a:pt x="16162" y="5362"/>
                </a:lnTo>
                <a:lnTo>
                  <a:pt x="18862" y="8062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4D505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6" name="contour_20284"/>
          <p:cNvSpPr/>
          <p:nvPr/>
        </p:nvSpPr>
        <p:spPr>
          <a:xfrm>
            <a:off x="10293731" y="302451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9" y="13748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4F525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7" name="contour_20285"/>
          <p:cNvSpPr/>
          <p:nvPr/>
        </p:nvSpPr>
        <p:spPr>
          <a:xfrm>
            <a:off x="2065588" y="3031804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880"/>
                </a:lnTo>
                <a:lnTo>
                  <a:pt x="13798" y="5033"/>
                </a:lnTo>
                <a:lnTo>
                  <a:pt x="15526" y="6869"/>
                </a:lnTo>
                <a:lnTo>
                  <a:pt x="17159" y="8770"/>
                </a:lnTo>
                <a:lnTo>
                  <a:pt x="19064" y="11146"/>
                </a:lnTo>
                <a:lnTo>
                  <a:pt x="21600" y="14400"/>
                </a:lnTo>
                <a:lnTo>
                  <a:pt x="18757" y="16006"/>
                </a:lnTo>
                <a:lnTo>
                  <a:pt x="15924" y="17510"/>
                </a:lnTo>
                <a:lnTo>
                  <a:pt x="13081" y="18878"/>
                </a:lnTo>
                <a:lnTo>
                  <a:pt x="10212" y="20045"/>
                </a:lnTo>
                <a:lnTo>
                  <a:pt x="7296" y="20966"/>
                </a:lnTo>
                <a:lnTo>
                  <a:pt x="4320" y="21600"/>
                </a:lnTo>
                <a:lnTo>
                  <a:pt x="2428" y="17575"/>
                </a:lnTo>
                <a:lnTo>
                  <a:pt x="1348" y="14731"/>
                </a:lnTo>
                <a:lnTo>
                  <a:pt x="674" y="11729"/>
                </a:lnTo>
                <a:lnTo>
                  <a:pt x="0" y="7200"/>
                </a:lnTo>
                <a:lnTo>
                  <a:pt x="2108" y="4558"/>
                </a:lnTo>
                <a:lnTo>
                  <a:pt x="3711" y="2923"/>
                </a:lnTo>
                <a:lnTo>
                  <a:pt x="5616" y="1634"/>
                </a:lnTo>
                <a:lnTo>
                  <a:pt x="8640" y="0"/>
                </a:lnTo>
                <a:close/>
              </a:path>
            </a:pathLst>
          </a:custGeom>
          <a:solidFill>
            <a:srgbClr val="FCF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8" name="contour_20286"/>
          <p:cNvSpPr/>
          <p:nvPr/>
        </p:nvSpPr>
        <p:spPr>
          <a:xfrm>
            <a:off x="10030379" y="3024516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333" y="2020"/>
                </a:lnTo>
                <a:lnTo>
                  <a:pt x="8585" y="3548"/>
                </a:lnTo>
                <a:lnTo>
                  <a:pt x="11265" y="4892"/>
                </a:lnTo>
                <a:lnTo>
                  <a:pt x="13945" y="6350"/>
                </a:lnTo>
                <a:lnTo>
                  <a:pt x="17197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5A616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89" name="contour_20287"/>
          <p:cNvSpPr/>
          <p:nvPr/>
        </p:nvSpPr>
        <p:spPr>
          <a:xfrm>
            <a:off x="4507065" y="302451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2824"/>
                </a:lnTo>
                <a:lnTo>
                  <a:pt x="14738" y="4892"/>
                </a:lnTo>
                <a:lnTo>
                  <a:pt x="17575" y="7214"/>
                </a:lnTo>
                <a:lnTo>
                  <a:pt x="21600" y="10800"/>
                </a:lnTo>
                <a:lnTo>
                  <a:pt x="20477" y="14386"/>
                </a:lnTo>
                <a:lnTo>
                  <a:pt x="19354" y="16708"/>
                </a:lnTo>
                <a:lnTo>
                  <a:pt x="17554" y="18776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BAB5D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0" name="contour_20288"/>
          <p:cNvSpPr/>
          <p:nvPr/>
        </p:nvSpPr>
        <p:spPr>
          <a:xfrm>
            <a:off x="4040634" y="301722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79A9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1" name="contour_20289"/>
          <p:cNvSpPr/>
          <p:nvPr/>
        </p:nvSpPr>
        <p:spPr>
          <a:xfrm>
            <a:off x="454942" y="29953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3564" y="18036"/>
                </a:lnTo>
                <a:lnTo>
                  <a:pt x="7135" y="14465"/>
                </a:lnTo>
                <a:lnTo>
                  <a:pt x="10721" y="10879"/>
                </a:lnTo>
                <a:lnTo>
                  <a:pt x="14321" y="7279"/>
                </a:lnTo>
                <a:lnTo>
                  <a:pt x="17942" y="3658"/>
                </a:lnTo>
                <a:lnTo>
                  <a:pt x="21600" y="0"/>
                </a:lnTo>
                <a:close/>
              </a:path>
            </a:pathLst>
          </a:custGeom>
          <a:solidFill>
            <a:srgbClr val="DFDF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2" name="contour_20290"/>
          <p:cNvSpPr/>
          <p:nvPr/>
        </p:nvSpPr>
        <p:spPr>
          <a:xfrm>
            <a:off x="5119257" y="2995955"/>
            <a:ext cx="29152" cy="2856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968"/>
                </a:moveTo>
                <a:lnTo>
                  <a:pt x="18047" y="2734"/>
                </a:lnTo>
                <a:lnTo>
                  <a:pt x="21600" y="5065"/>
                </a:lnTo>
                <a:lnTo>
                  <a:pt x="20531" y="8339"/>
                </a:lnTo>
                <a:lnTo>
                  <a:pt x="19456" y="11624"/>
                </a:lnTo>
                <a:lnTo>
                  <a:pt x="18382" y="14925"/>
                </a:lnTo>
                <a:lnTo>
                  <a:pt x="17296" y="18243"/>
                </a:lnTo>
                <a:lnTo>
                  <a:pt x="16200" y="21600"/>
                </a:lnTo>
                <a:lnTo>
                  <a:pt x="15196" y="19037"/>
                </a:lnTo>
                <a:lnTo>
                  <a:pt x="14175" y="16430"/>
                </a:lnTo>
                <a:lnTo>
                  <a:pt x="11869" y="12908"/>
                </a:lnTo>
                <a:lnTo>
                  <a:pt x="9526" y="10318"/>
                </a:lnTo>
                <a:lnTo>
                  <a:pt x="6917" y="8350"/>
                </a:lnTo>
                <a:lnTo>
                  <a:pt x="3818" y="6702"/>
                </a:lnTo>
                <a:lnTo>
                  <a:pt x="0" y="5065"/>
                </a:lnTo>
                <a:lnTo>
                  <a:pt x="4601" y="2111"/>
                </a:lnTo>
                <a:lnTo>
                  <a:pt x="7781" y="468"/>
                </a:lnTo>
                <a:lnTo>
                  <a:pt x="10346" y="0"/>
                </a:lnTo>
                <a:lnTo>
                  <a:pt x="13106" y="546"/>
                </a:lnTo>
                <a:lnTo>
                  <a:pt x="16875" y="1968"/>
                </a:lnTo>
                <a:close/>
              </a:path>
            </a:pathLst>
          </a:custGeom>
          <a:solidFill>
            <a:srgbClr val="383A3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3" name="contour_20291"/>
          <p:cNvSpPr/>
          <p:nvPr/>
        </p:nvSpPr>
        <p:spPr>
          <a:xfrm>
            <a:off x="10242715" y="29807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C4F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4" name="contour_20292"/>
          <p:cNvSpPr/>
          <p:nvPr/>
        </p:nvSpPr>
        <p:spPr>
          <a:xfrm>
            <a:off x="7138030" y="298078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2" y="13748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D6E6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5" name="contour_20293"/>
          <p:cNvSpPr/>
          <p:nvPr/>
        </p:nvSpPr>
        <p:spPr>
          <a:xfrm>
            <a:off x="5746024" y="296621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AC2C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6" name="contour_20294"/>
          <p:cNvSpPr/>
          <p:nvPr/>
        </p:nvSpPr>
        <p:spPr>
          <a:xfrm>
            <a:off x="3996906" y="296621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50435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7" name="contour_20295"/>
          <p:cNvSpPr/>
          <p:nvPr/>
        </p:nvSpPr>
        <p:spPr>
          <a:xfrm>
            <a:off x="10366611" y="2966213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462" y="10764"/>
                </a:lnTo>
                <a:lnTo>
                  <a:pt x="17310" y="14350"/>
                </a:lnTo>
                <a:lnTo>
                  <a:pt x="15150" y="17950"/>
                </a:lnTo>
                <a:lnTo>
                  <a:pt x="12960" y="21600"/>
                </a:lnTo>
                <a:lnTo>
                  <a:pt x="10822" y="18036"/>
                </a:lnTo>
                <a:lnTo>
                  <a:pt x="8679" y="14465"/>
                </a:lnTo>
                <a:lnTo>
                  <a:pt x="6528" y="10879"/>
                </a:lnTo>
                <a:lnTo>
                  <a:pt x="4368" y="7279"/>
                </a:lnTo>
                <a:lnTo>
                  <a:pt x="219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52575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8" name="contour_20296"/>
          <p:cNvSpPr/>
          <p:nvPr/>
        </p:nvSpPr>
        <p:spPr>
          <a:xfrm>
            <a:off x="4055210" y="2951185"/>
            <a:ext cx="29152" cy="22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35" y="0"/>
                </a:moveTo>
                <a:lnTo>
                  <a:pt x="16400" y="141"/>
                </a:lnTo>
                <a:lnTo>
                  <a:pt x="18986" y="289"/>
                </a:lnTo>
                <a:lnTo>
                  <a:pt x="21600" y="437"/>
                </a:lnTo>
                <a:lnTo>
                  <a:pt x="20531" y="4628"/>
                </a:lnTo>
                <a:lnTo>
                  <a:pt x="19456" y="8832"/>
                </a:lnTo>
                <a:lnTo>
                  <a:pt x="18382" y="13057"/>
                </a:lnTo>
                <a:lnTo>
                  <a:pt x="17296" y="17304"/>
                </a:lnTo>
                <a:lnTo>
                  <a:pt x="16200" y="21600"/>
                </a:lnTo>
                <a:lnTo>
                  <a:pt x="13527" y="19265"/>
                </a:lnTo>
                <a:lnTo>
                  <a:pt x="10849" y="16937"/>
                </a:lnTo>
                <a:lnTo>
                  <a:pt x="8159" y="14595"/>
                </a:lnTo>
                <a:lnTo>
                  <a:pt x="5459" y="12246"/>
                </a:lnTo>
                <a:lnTo>
                  <a:pt x="2743" y="9876"/>
                </a:lnTo>
                <a:lnTo>
                  <a:pt x="0" y="7492"/>
                </a:lnTo>
                <a:lnTo>
                  <a:pt x="3256" y="3400"/>
                </a:lnTo>
                <a:lnTo>
                  <a:pt x="5783" y="1263"/>
                </a:lnTo>
                <a:lnTo>
                  <a:pt x="8878" y="360"/>
                </a:lnTo>
                <a:lnTo>
                  <a:pt x="13835" y="0"/>
                </a:lnTo>
                <a:close/>
              </a:path>
            </a:pathLst>
          </a:custGeom>
          <a:solidFill>
            <a:srgbClr val="80766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299" name="contour_20297"/>
          <p:cNvSpPr/>
          <p:nvPr/>
        </p:nvSpPr>
        <p:spPr>
          <a:xfrm>
            <a:off x="5512808" y="295163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2673"/>
                </a:lnTo>
                <a:lnTo>
                  <a:pt x="7135" y="5351"/>
                </a:lnTo>
                <a:lnTo>
                  <a:pt x="10721" y="8041"/>
                </a:lnTo>
                <a:lnTo>
                  <a:pt x="14321" y="10741"/>
                </a:lnTo>
                <a:lnTo>
                  <a:pt x="17942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2DB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0" name="contour_20298"/>
          <p:cNvSpPr/>
          <p:nvPr/>
        </p:nvSpPr>
        <p:spPr>
          <a:xfrm>
            <a:off x="3916738" y="295163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487B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1" name="contour_20299"/>
          <p:cNvSpPr/>
          <p:nvPr/>
        </p:nvSpPr>
        <p:spPr>
          <a:xfrm>
            <a:off x="3865722" y="295163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2C3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2" name="contour_20300"/>
          <p:cNvSpPr/>
          <p:nvPr/>
        </p:nvSpPr>
        <p:spPr>
          <a:xfrm>
            <a:off x="10067803" y="292248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255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3" name="contour_20301"/>
          <p:cNvSpPr/>
          <p:nvPr/>
        </p:nvSpPr>
        <p:spPr>
          <a:xfrm>
            <a:off x="4084362" y="284960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2A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4" name="contour_20302"/>
          <p:cNvSpPr/>
          <p:nvPr/>
        </p:nvSpPr>
        <p:spPr>
          <a:xfrm>
            <a:off x="2648628" y="28568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9CAC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5" name="contour_20303"/>
          <p:cNvSpPr/>
          <p:nvPr/>
        </p:nvSpPr>
        <p:spPr>
          <a:xfrm>
            <a:off x="5425352" y="28350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8919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6" name="contour_20304"/>
          <p:cNvSpPr/>
          <p:nvPr/>
        </p:nvSpPr>
        <p:spPr>
          <a:xfrm>
            <a:off x="5075529" y="282774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70" y="2052"/>
                </a:lnTo>
                <a:lnTo>
                  <a:pt x="6739" y="4117"/>
                </a:lnTo>
                <a:lnTo>
                  <a:pt x="7425" y="6212"/>
                </a:lnTo>
                <a:lnTo>
                  <a:pt x="9466" y="10161"/>
                </a:lnTo>
                <a:lnTo>
                  <a:pt x="11097" y="12489"/>
                </a:lnTo>
                <a:lnTo>
                  <a:pt x="13165" y="14109"/>
                </a:lnTo>
                <a:lnTo>
                  <a:pt x="16535" y="15932"/>
                </a:lnTo>
                <a:lnTo>
                  <a:pt x="19051" y="16602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3607" y="19492"/>
                </a:lnTo>
                <a:lnTo>
                  <a:pt x="2446" y="17889"/>
                </a:lnTo>
                <a:lnTo>
                  <a:pt x="1415" y="15984"/>
                </a:lnTo>
                <a:lnTo>
                  <a:pt x="0" y="12960"/>
                </a:lnTo>
                <a:lnTo>
                  <a:pt x="1177" y="9487"/>
                </a:lnTo>
                <a:lnTo>
                  <a:pt x="2047" y="7076"/>
                </a:lnTo>
                <a:lnTo>
                  <a:pt x="2867" y="5106"/>
                </a:lnTo>
                <a:lnTo>
                  <a:pt x="3899" y="2955"/>
                </a:lnTo>
                <a:lnTo>
                  <a:pt x="5400" y="0"/>
                </a:lnTo>
                <a:close/>
              </a:path>
            </a:pathLst>
          </a:custGeom>
          <a:solidFill>
            <a:srgbClr val="52504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7" name="contour_20305"/>
          <p:cNvSpPr/>
          <p:nvPr/>
        </p:nvSpPr>
        <p:spPr>
          <a:xfrm>
            <a:off x="5002649" y="284231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835" y="19562"/>
                </a:lnTo>
                <a:lnTo>
                  <a:pt x="12390" y="17525"/>
                </a:lnTo>
                <a:lnTo>
                  <a:pt x="9936" y="15480"/>
                </a:lnTo>
                <a:lnTo>
                  <a:pt x="7474" y="13428"/>
                </a:lnTo>
                <a:lnTo>
                  <a:pt x="4998" y="11362"/>
                </a:lnTo>
                <a:lnTo>
                  <a:pt x="2510" y="9288"/>
                </a:lnTo>
                <a:lnTo>
                  <a:pt x="0" y="7200"/>
                </a:lnTo>
                <a:lnTo>
                  <a:pt x="2825" y="5530"/>
                </a:lnTo>
                <a:lnTo>
                  <a:pt x="5486" y="4075"/>
                </a:lnTo>
                <a:lnTo>
                  <a:pt x="8048" y="2837"/>
                </a:lnTo>
                <a:lnTo>
                  <a:pt x="10571" y="1822"/>
                </a:lnTo>
                <a:lnTo>
                  <a:pt x="13120" y="1030"/>
                </a:lnTo>
                <a:lnTo>
                  <a:pt x="15768" y="461"/>
                </a:lnTo>
                <a:lnTo>
                  <a:pt x="18572" y="115"/>
                </a:lnTo>
                <a:lnTo>
                  <a:pt x="21600" y="0"/>
                </a:lnTo>
                <a:close/>
              </a:path>
            </a:pathLst>
          </a:custGeom>
          <a:solidFill>
            <a:srgbClr val="C6C8C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8" name="contour_20306"/>
          <p:cNvSpPr/>
          <p:nvPr/>
        </p:nvSpPr>
        <p:spPr>
          <a:xfrm>
            <a:off x="1919828" y="284231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09" name="contour_20307"/>
          <p:cNvSpPr/>
          <p:nvPr/>
        </p:nvSpPr>
        <p:spPr>
          <a:xfrm>
            <a:off x="1934404" y="282774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77"/>
                </a:lnTo>
                <a:lnTo>
                  <a:pt x="12512" y="2047"/>
                </a:lnTo>
                <a:lnTo>
                  <a:pt x="14974" y="2867"/>
                </a:lnTo>
                <a:lnTo>
                  <a:pt x="17744" y="3899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1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10800" y="18031"/>
                </a:lnTo>
                <a:lnTo>
                  <a:pt x="10800" y="14440"/>
                </a:lnTo>
                <a:lnTo>
                  <a:pt x="10800" y="10800"/>
                </a:lnTo>
                <a:lnTo>
                  <a:pt x="7592" y="8818"/>
                </a:lnTo>
                <a:lnTo>
                  <a:pt x="5400" y="7592"/>
                </a:lnTo>
                <a:lnTo>
                  <a:pt x="3208" y="6626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1A1A1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0" name="contour_20308"/>
          <p:cNvSpPr/>
          <p:nvPr/>
        </p:nvSpPr>
        <p:spPr>
          <a:xfrm>
            <a:off x="6999559" y="282045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4143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1" name="contour_20309"/>
          <p:cNvSpPr/>
          <p:nvPr/>
        </p:nvSpPr>
        <p:spPr>
          <a:xfrm>
            <a:off x="7954285" y="281316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3639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2" name="contour_20310"/>
          <p:cNvSpPr/>
          <p:nvPr/>
        </p:nvSpPr>
        <p:spPr>
          <a:xfrm>
            <a:off x="10665418" y="280587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DACB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3" name="contour_20311"/>
          <p:cNvSpPr/>
          <p:nvPr/>
        </p:nvSpPr>
        <p:spPr>
          <a:xfrm>
            <a:off x="7087014" y="27913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ECCA6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4" name="contour_20312"/>
          <p:cNvSpPr/>
          <p:nvPr/>
        </p:nvSpPr>
        <p:spPr>
          <a:xfrm>
            <a:off x="4098938" y="280587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6DAD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5" name="contour_20313"/>
          <p:cNvSpPr/>
          <p:nvPr/>
        </p:nvSpPr>
        <p:spPr>
          <a:xfrm>
            <a:off x="7939709" y="279858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EA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6" name="contour_20314"/>
          <p:cNvSpPr/>
          <p:nvPr/>
        </p:nvSpPr>
        <p:spPr>
          <a:xfrm>
            <a:off x="7465997" y="2783561"/>
            <a:ext cx="29152" cy="2231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3829" y="0"/>
                </a:moveTo>
                <a:lnTo>
                  <a:pt x="16394" y="141"/>
                </a:lnTo>
                <a:lnTo>
                  <a:pt x="18981" y="289"/>
                </a:lnTo>
                <a:lnTo>
                  <a:pt x="21600" y="437"/>
                </a:lnTo>
                <a:lnTo>
                  <a:pt x="20525" y="4628"/>
                </a:lnTo>
                <a:lnTo>
                  <a:pt x="19456" y="8832"/>
                </a:lnTo>
                <a:lnTo>
                  <a:pt x="18376" y="13057"/>
                </a:lnTo>
                <a:lnTo>
                  <a:pt x="17291" y="17304"/>
                </a:lnTo>
                <a:lnTo>
                  <a:pt x="16200" y="21600"/>
                </a:lnTo>
                <a:lnTo>
                  <a:pt x="13522" y="19265"/>
                </a:lnTo>
                <a:lnTo>
                  <a:pt x="10843" y="16937"/>
                </a:lnTo>
                <a:lnTo>
                  <a:pt x="8154" y="14595"/>
                </a:lnTo>
                <a:lnTo>
                  <a:pt x="5454" y="12246"/>
                </a:lnTo>
                <a:lnTo>
                  <a:pt x="2738" y="9876"/>
                </a:lnTo>
                <a:lnTo>
                  <a:pt x="0" y="7492"/>
                </a:lnTo>
                <a:lnTo>
                  <a:pt x="3251" y="3400"/>
                </a:lnTo>
                <a:lnTo>
                  <a:pt x="5778" y="1263"/>
                </a:lnTo>
                <a:lnTo>
                  <a:pt x="8872" y="360"/>
                </a:lnTo>
                <a:lnTo>
                  <a:pt x="13829" y="0"/>
                </a:lnTo>
                <a:close/>
              </a:path>
            </a:pathLst>
          </a:custGeom>
          <a:solidFill>
            <a:srgbClr val="E2EA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7" name="contour_20315"/>
          <p:cNvSpPr/>
          <p:nvPr/>
        </p:nvSpPr>
        <p:spPr>
          <a:xfrm>
            <a:off x="6831935" y="277672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3F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8" name="contour_20316"/>
          <p:cNvSpPr/>
          <p:nvPr/>
        </p:nvSpPr>
        <p:spPr>
          <a:xfrm>
            <a:off x="6926679" y="277672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112"/>
                </a:lnTo>
                <a:lnTo>
                  <a:pt x="8584" y="2009"/>
                </a:lnTo>
                <a:lnTo>
                  <a:pt x="10441" y="3170"/>
                </a:lnTo>
                <a:lnTo>
                  <a:pt x="13228" y="5065"/>
                </a:lnTo>
                <a:lnTo>
                  <a:pt x="15582" y="6642"/>
                </a:lnTo>
                <a:lnTo>
                  <a:pt x="17971" y="8246"/>
                </a:lnTo>
                <a:lnTo>
                  <a:pt x="19773" y="9515"/>
                </a:lnTo>
                <a:lnTo>
                  <a:pt x="21600" y="10800"/>
                </a:lnTo>
                <a:lnTo>
                  <a:pt x="19548" y="10579"/>
                </a:lnTo>
                <a:lnTo>
                  <a:pt x="17483" y="10352"/>
                </a:lnTo>
                <a:lnTo>
                  <a:pt x="15388" y="10125"/>
                </a:lnTo>
                <a:lnTo>
                  <a:pt x="14399" y="10228"/>
                </a:lnTo>
                <a:lnTo>
                  <a:pt x="12649" y="10400"/>
                </a:lnTo>
                <a:lnTo>
                  <a:pt x="8640" y="10800"/>
                </a:lnTo>
                <a:lnTo>
                  <a:pt x="6899" y="14008"/>
                </a:lnTo>
                <a:lnTo>
                  <a:pt x="5871" y="16200"/>
                </a:lnTo>
                <a:lnTo>
                  <a:pt x="5145" y="18392"/>
                </a:lnTo>
                <a:lnTo>
                  <a:pt x="4320" y="21600"/>
                </a:lnTo>
                <a:lnTo>
                  <a:pt x="3119" y="17744"/>
                </a:lnTo>
                <a:lnTo>
                  <a:pt x="2294" y="14974"/>
                </a:lnTo>
                <a:lnTo>
                  <a:pt x="1637" y="12512"/>
                </a:lnTo>
                <a:lnTo>
                  <a:pt x="942" y="9580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585A5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19" name="contour_20317"/>
          <p:cNvSpPr/>
          <p:nvPr/>
        </p:nvSpPr>
        <p:spPr>
          <a:xfrm>
            <a:off x="5607552" y="278401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50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4464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0" name="contour_20318"/>
          <p:cNvSpPr/>
          <p:nvPr/>
        </p:nvSpPr>
        <p:spPr>
          <a:xfrm>
            <a:off x="8697661" y="275486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1339"/>
                </a:lnTo>
                <a:lnTo>
                  <a:pt x="16162" y="2678"/>
                </a:lnTo>
                <a:lnTo>
                  <a:pt x="18862" y="4034"/>
                </a:lnTo>
                <a:lnTo>
                  <a:pt x="21600" y="5400"/>
                </a:lnTo>
                <a:lnTo>
                  <a:pt x="20531" y="8608"/>
                </a:lnTo>
                <a:lnTo>
                  <a:pt x="19456" y="11826"/>
                </a:lnTo>
                <a:lnTo>
                  <a:pt x="18382" y="15055"/>
                </a:lnTo>
                <a:lnTo>
                  <a:pt x="17296" y="18311"/>
                </a:lnTo>
                <a:lnTo>
                  <a:pt x="16200" y="21600"/>
                </a:lnTo>
                <a:lnTo>
                  <a:pt x="13527" y="19818"/>
                </a:lnTo>
                <a:lnTo>
                  <a:pt x="10849" y="18031"/>
                </a:lnTo>
                <a:lnTo>
                  <a:pt x="8159" y="16238"/>
                </a:lnTo>
                <a:lnTo>
                  <a:pt x="5459" y="14440"/>
                </a:lnTo>
                <a:lnTo>
                  <a:pt x="2743" y="12625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C6D4D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1" name="contour_20319"/>
          <p:cNvSpPr/>
          <p:nvPr/>
        </p:nvSpPr>
        <p:spPr>
          <a:xfrm>
            <a:off x="8078181" y="27548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8D76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2" name="contour_20320"/>
          <p:cNvSpPr/>
          <p:nvPr/>
        </p:nvSpPr>
        <p:spPr>
          <a:xfrm>
            <a:off x="7203622" y="2746589"/>
            <a:ext cx="29152" cy="2383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892"/>
                </a:moveTo>
                <a:lnTo>
                  <a:pt x="3856" y="297"/>
                </a:lnTo>
                <a:lnTo>
                  <a:pt x="6626" y="0"/>
                </a:lnTo>
                <a:lnTo>
                  <a:pt x="9088" y="0"/>
                </a:lnTo>
                <a:lnTo>
                  <a:pt x="12020" y="297"/>
                </a:lnTo>
                <a:lnTo>
                  <a:pt x="16200" y="892"/>
                </a:lnTo>
                <a:lnTo>
                  <a:pt x="18025" y="5806"/>
                </a:lnTo>
                <a:lnTo>
                  <a:pt x="19219" y="9294"/>
                </a:lnTo>
                <a:lnTo>
                  <a:pt x="20039" y="12306"/>
                </a:lnTo>
                <a:lnTo>
                  <a:pt x="20747" y="15794"/>
                </a:lnTo>
                <a:lnTo>
                  <a:pt x="21600" y="20708"/>
                </a:lnTo>
                <a:lnTo>
                  <a:pt x="17744" y="21303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03"/>
                </a:lnTo>
                <a:lnTo>
                  <a:pt x="5400" y="20708"/>
                </a:lnTo>
                <a:lnTo>
                  <a:pt x="3575" y="15794"/>
                </a:lnTo>
                <a:lnTo>
                  <a:pt x="2381" y="12306"/>
                </a:lnTo>
                <a:lnTo>
                  <a:pt x="1561" y="9294"/>
                </a:lnTo>
                <a:lnTo>
                  <a:pt x="853" y="5806"/>
                </a:lnTo>
                <a:lnTo>
                  <a:pt x="0" y="892"/>
                </a:lnTo>
                <a:close/>
              </a:path>
            </a:pathLst>
          </a:custGeom>
          <a:solidFill>
            <a:srgbClr val="D5DF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3" name="contour_20321"/>
          <p:cNvSpPr/>
          <p:nvPr/>
        </p:nvSpPr>
        <p:spPr>
          <a:xfrm>
            <a:off x="2481004" y="274757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4025"/>
                </a:lnTo>
                <a:lnTo>
                  <a:pt x="16708" y="6869"/>
                </a:lnTo>
                <a:lnTo>
                  <a:pt x="18776" y="9871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824" y="4046"/>
                </a:lnTo>
                <a:lnTo>
                  <a:pt x="4892" y="2246"/>
                </a:lnTo>
                <a:lnTo>
                  <a:pt x="7214" y="1123"/>
                </a:lnTo>
                <a:lnTo>
                  <a:pt x="10800" y="0"/>
                </a:lnTo>
                <a:close/>
              </a:path>
            </a:pathLst>
          </a:custGeom>
          <a:solidFill>
            <a:srgbClr val="F8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4" name="contour_20322"/>
          <p:cNvSpPr/>
          <p:nvPr/>
        </p:nvSpPr>
        <p:spPr>
          <a:xfrm>
            <a:off x="10905922" y="274028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138"/>
                </a:lnTo>
                <a:lnTo>
                  <a:pt x="12512" y="2081"/>
                </a:lnTo>
                <a:lnTo>
                  <a:pt x="14974" y="3175"/>
                </a:lnTo>
                <a:lnTo>
                  <a:pt x="17744" y="4766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514F5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5" name="contour_20323"/>
          <p:cNvSpPr/>
          <p:nvPr/>
        </p:nvSpPr>
        <p:spPr>
          <a:xfrm>
            <a:off x="2225924" y="274028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D1F2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6" name="contour_20324"/>
          <p:cNvSpPr/>
          <p:nvPr/>
        </p:nvSpPr>
        <p:spPr>
          <a:xfrm>
            <a:off x="1256621" y="2741670"/>
            <a:ext cx="36440" cy="20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26"/>
                </a:moveTo>
                <a:lnTo>
                  <a:pt x="19492" y="11330"/>
                </a:lnTo>
                <a:lnTo>
                  <a:pt x="17889" y="14636"/>
                </a:lnTo>
                <a:lnTo>
                  <a:pt x="15984" y="17580"/>
                </a:lnTo>
                <a:lnTo>
                  <a:pt x="12960" y="21600"/>
                </a:lnTo>
                <a:lnTo>
                  <a:pt x="9975" y="18725"/>
                </a:lnTo>
                <a:lnTo>
                  <a:pt x="7802" y="16550"/>
                </a:lnTo>
                <a:lnTo>
                  <a:pt x="6074" y="14636"/>
                </a:lnTo>
                <a:lnTo>
                  <a:pt x="4441" y="12560"/>
                </a:lnTo>
                <a:lnTo>
                  <a:pt x="2536" y="9901"/>
                </a:lnTo>
                <a:lnTo>
                  <a:pt x="0" y="6226"/>
                </a:lnTo>
                <a:lnTo>
                  <a:pt x="3300" y="2729"/>
                </a:lnTo>
                <a:lnTo>
                  <a:pt x="6303" y="715"/>
                </a:lnTo>
                <a:lnTo>
                  <a:pt x="9150" y="0"/>
                </a:lnTo>
                <a:lnTo>
                  <a:pt x="11966" y="377"/>
                </a:lnTo>
                <a:lnTo>
                  <a:pt x="14891" y="1668"/>
                </a:lnTo>
                <a:lnTo>
                  <a:pt x="18058" y="3682"/>
                </a:lnTo>
                <a:lnTo>
                  <a:pt x="21600" y="6226"/>
                </a:lnTo>
                <a:close/>
              </a:path>
            </a:pathLst>
          </a:custGeom>
          <a:solidFill>
            <a:srgbClr val="605E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7" name="contour_20325"/>
          <p:cNvSpPr/>
          <p:nvPr/>
        </p:nvSpPr>
        <p:spPr>
          <a:xfrm>
            <a:off x="1132725" y="272570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F616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8" name="contour_20326"/>
          <p:cNvSpPr/>
          <p:nvPr/>
        </p:nvSpPr>
        <p:spPr>
          <a:xfrm>
            <a:off x="7626326" y="272570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5357"/>
                </a:lnTo>
                <a:lnTo>
                  <a:pt x="18101" y="9158"/>
                </a:lnTo>
                <a:lnTo>
                  <a:pt x="19195" y="12442"/>
                </a:lnTo>
                <a:lnTo>
                  <a:pt x="20246" y="1624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CEF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29" name="contour_20327"/>
          <p:cNvSpPr/>
          <p:nvPr/>
        </p:nvSpPr>
        <p:spPr>
          <a:xfrm>
            <a:off x="5199425" y="271113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2673"/>
                </a:lnTo>
                <a:lnTo>
                  <a:pt x="7135" y="5351"/>
                </a:lnTo>
                <a:lnTo>
                  <a:pt x="10721" y="8041"/>
                </a:lnTo>
                <a:lnTo>
                  <a:pt x="14321" y="10741"/>
                </a:lnTo>
                <a:lnTo>
                  <a:pt x="17942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56534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0" name="contour_20328"/>
          <p:cNvSpPr/>
          <p:nvPr/>
        </p:nvSpPr>
        <p:spPr>
          <a:xfrm>
            <a:off x="797478" y="271842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ADB0B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1" name="contour_20329"/>
          <p:cNvSpPr/>
          <p:nvPr/>
        </p:nvSpPr>
        <p:spPr>
          <a:xfrm>
            <a:off x="4412322" y="271842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226"/>
                </a:lnTo>
                <a:lnTo>
                  <a:pt x="14400" y="2192"/>
                </a:lnTo>
                <a:lnTo>
                  <a:pt x="17323" y="3418"/>
                </a:lnTo>
                <a:lnTo>
                  <a:pt x="21600" y="5400"/>
                </a:lnTo>
                <a:lnTo>
                  <a:pt x="21600" y="8969"/>
                </a:lnTo>
                <a:lnTo>
                  <a:pt x="21600" y="12560"/>
                </a:lnTo>
                <a:lnTo>
                  <a:pt x="21600" y="16200"/>
                </a:lnTo>
                <a:lnTo>
                  <a:pt x="16243" y="17863"/>
                </a:lnTo>
                <a:lnTo>
                  <a:pt x="12442" y="18976"/>
                </a:lnTo>
                <a:lnTo>
                  <a:pt x="9158" y="19796"/>
                </a:lnTo>
                <a:lnTo>
                  <a:pt x="5357" y="20585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EB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2" name="contour_20330"/>
          <p:cNvSpPr/>
          <p:nvPr/>
        </p:nvSpPr>
        <p:spPr>
          <a:xfrm>
            <a:off x="8624781" y="271113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ABBC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3" name="contour_20331"/>
          <p:cNvSpPr/>
          <p:nvPr/>
        </p:nvSpPr>
        <p:spPr>
          <a:xfrm>
            <a:off x="7108878" y="270384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3564" y="18036"/>
                </a:lnTo>
                <a:lnTo>
                  <a:pt x="7135" y="14465"/>
                </a:lnTo>
                <a:lnTo>
                  <a:pt x="10721" y="10879"/>
                </a:lnTo>
                <a:lnTo>
                  <a:pt x="14321" y="7279"/>
                </a:lnTo>
                <a:lnTo>
                  <a:pt x="17942" y="3658"/>
                </a:lnTo>
                <a:lnTo>
                  <a:pt x="21600" y="0"/>
                </a:lnTo>
                <a:close/>
              </a:path>
            </a:pathLst>
          </a:custGeom>
          <a:solidFill>
            <a:srgbClr val="6668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4" name="contour_20332"/>
          <p:cNvSpPr/>
          <p:nvPr/>
        </p:nvSpPr>
        <p:spPr>
          <a:xfrm>
            <a:off x="5184849" y="269655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A19F7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5" name="contour_20333"/>
          <p:cNvSpPr/>
          <p:nvPr/>
        </p:nvSpPr>
        <p:spPr>
          <a:xfrm>
            <a:off x="2371684" y="269655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7777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6" name="contour_20334"/>
          <p:cNvSpPr/>
          <p:nvPr/>
        </p:nvSpPr>
        <p:spPr>
          <a:xfrm>
            <a:off x="2517444" y="2683366"/>
            <a:ext cx="36440" cy="20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26"/>
                </a:moveTo>
                <a:lnTo>
                  <a:pt x="19064" y="9901"/>
                </a:lnTo>
                <a:lnTo>
                  <a:pt x="17159" y="12560"/>
                </a:lnTo>
                <a:lnTo>
                  <a:pt x="15526" y="14636"/>
                </a:lnTo>
                <a:lnTo>
                  <a:pt x="13798" y="16550"/>
                </a:lnTo>
                <a:lnTo>
                  <a:pt x="11625" y="18725"/>
                </a:lnTo>
                <a:lnTo>
                  <a:pt x="8640" y="21600"/>
                </a:lnTo>
                <a:lnTo>
                  <a:pt x="5616" y="17580"/>
                </a:lnTo>
                <a:lnTo>
                  <a:pt x="3711" y="14636"/>
                </a:lnTo>
                <a:lnTo>
                  <a:pt x="2108" y="11330"/>
                </a:lnTo>
                <a:lnTo>
                  <a:pt x="0" y="6226"/>
                </a:lnTo>
                <a:lnTo>
                  <a:pt x="3300" y="2729"/>
                </a:lnTo>
                <a:lnTo>
                  <a:pt x="6303" y="715"/>
                </a:lnTo>
                <a:lnTo>
                  <a:pt x="9150" y="0"/>
                </a:lnTo>
                <a:lnTo>
                  <a:pt x="11966" y="377"/>
                </a:lnTo>
                <a:lnTo>
                  <a:pt x="14891" y="1668"/>
                </a:lnTo>
                <a:lnTo>
                  <a:pt x="18058" y="3682"/>
                </a:lnTo>
                <a:lnTo>
                  <a:pt x="21600" y="6226"/>
                </a:lnTo>
                <a:close/>
              </a:path>
            </a:pathLst>
          </a:custGeom>
          <a:solidFill>
            <a:srgbClr val="D3D3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7" name="contour_20335"/>
          <p:cNvSpPr/>
          <p:nvPr/>
        </p:nvSpPr>
        <p:spPr>
          <a:xfrm>
            <a:off x="1511701" y="268926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2" y="13748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9B9B9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8" name="contour_20336"/>
          <p:cNvSpPr/>
          <p:nvPr/>
        </p:nvSpPr>
        <p:spPr>
          <a:xfrm>
            <a:off x="11168290" y="2681981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764" y="1957"/>
                </a:lnTo>
                <a:lnTo>
                  <a:pt x="17215" y="3508"/>
                </a:lnTo>
                <a:lnTo>
                  <a:pt x="19154" y="5469"/>
                </a:lnTo>
                <a:lnTo>
                  <a:pt x="21600" y="8640"/>
                </a:lnTo>
                <a:lnTo>
                  <a:pt x="19580" y="11625"/>
                </a:lnTo>
                <a:lnTo>
                  <a:pt x="18052" y="13798"/>
                </a:lnTo>
                <a:lnTo>
                  <a:pt x="16708" y="15526"/>
                </a:lnTo>
                <a:lnTo>
                  <a:pt x="15250" y="17159"/>
                </a:lnTo>
                <a:lnTo>
                  <a:pt x="13381" y="19064"/>
                </a:lnTo>
                <a:lnTo>
                  <a:pt x="10800" y="21600"/>
                </a:lnTo>
                <a:lnTo>
                  <a:pt x="11021" y="19548"/>
                </a:lnTo>
                <a:lnTo>
                  <a:pt x="11248" y="17483"/>
                </a:lnTo>
                <a:lnTo>
                  <a:pt x="11475" y="15388"/>
                </a:lnTo>
                <a:lnTo>
                  <a:pt x="11254" y="13159"/>
                </a:lnTo>
                <a:lnTo>
                  <a:pt x="11027" y="10917"/>
                </a:lnTo>
                <a:lnTo>
                  <a:pt x="10800" y="8640"/>
                </a:lnTo>
                <a:lnTo>
                  <a:pt x="7592" y="6899"/>
                </a:lnTo>
                <a:lnTo>
                  <a:pt x="5400" y="5871"/>
                </a:lnTo>
                <a:lnTo>
                  <a:pt x="3208" y="5145"/>
                </a:lnTo>
                <a:lnTo>
                  <a:pt x="0" y="4320"/>
                </a:lnTo>
                <a:lnTo>
                  <a:pt x="2824" y="2735"/>
                </a:lnTo>
                <a:lnTo>
                  <a:pt x="4892" y="1754"/>
                </a:lnTo>
                <a:lnTo>
                  <a:pt x="7214" y="981"/>
                </a:lnTo>
                <a:lnTo>
                  <a:pt x="10800" y="0"/>
                </a:lnTo>
                <a:close/>
              </a:path>
            </a:pathLst>
          </a:custGeom>
          <a:solidFill>
            <a:srgbClr val="83888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39" name="contour_20337"/>
          <p:cNvSpPr/>
          <p:nvPr/>
        </p:nvSpPr>
        <p:spPr>
          <a:xfrm>
            <a:off x="4609097" y="268198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50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B1A1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0" name="contour_20338"/>
          <p:cNvSpPr/>
          <p:nvPr/>
        </p:nvSpPr>
        <p:spPr>
          <a:xfrm>
            <a:off x="1839661" y="26746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3545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1" name="contour_20339"/>
          <p:cNvSpPr/>
          <p:nvPr/>
        </p:nvSpPr>
        <p:spPr>
          <a:xfrm>
            <a:off x="1825085" y="268198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765" y="3053"/>
                </a:lnTo>
                <a:lnTo>
                  <a:pt x="9210" y="6113"/>
                </a:lnTo>
                <a:lnTo>
                  <a:pt x="11664" y="9180"/>
                </a:lnTo>
                <a:lnTo>
                  <a:pt x="14126" y="12262"/>
                </a:lnTo>
                <a:lnTo>
                  <a:pt x="16602" y="15350"/>
                </a:lnTo>
                <a:lnTo>
                  <a:pt x="19090" y="18468"/>
                </a:lnTo>
                <a:lnTo>
                  <a:pt x="21600" y="21600"/>
                </a:lnTo>
                <a:lnTo>
                  <a:pt x="18926" y="20707"/>
                </a:lnTo>
                <a:lnTo>
                  <a:pt x="16252" y="19814"/>
                </a:lnTo>
                <a:lnTo>
                  <a:pt x="13569" y="18922"/>
                </a:lnTo>
                <a:lnTo>
                  <a:pt x="10882" y="18029"/>
                </a:lnTo>
                <a:lnTo>
                  <a:pt x="8182" y="17129"/>
                </a:lnTo>
                <a:lnTo>
                  <a:pt x="5469" y="16222"/>
                </a:lnTo>
                <a:lnTo>
                  <a:pt x="2743" y="15314"/>
                </a:lnTo>
                <a:lnTo>
                  <a:pt x="0" y="14400"/>
                </a:lnTo>
                <a:lnTo>
                  <a:pt x="1071" y="10836"/>
                </a:lnTo>
                <a:lnTo>
                  <a:pt x="2143" y="7250"/>
                </a:lnTo>
                <a:lnTo>
                  <a:pt x="3227" y="3650"/>
                </a:lnTo>
                <a:lnTo>
                  <a:pt x="4320" y="0"/>
                </a:lnTo>
                <a:close/>
              </a:path>
            </a:pathLst>
          </a:custGeom>
          <a:solidFill>
            <a:srgbClr val="09090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2" name="contour_20340"/>
          <p:cNvSpPr/>
          <p:nvPr/>
        </p:nvSpPr>
        <p:spPr>
          <a:xfrm>
            <a:off x="833918" y="26746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7B7C7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3" name="contour_20341"/>
          <p:cNvSpPr/>
          <p:nvPr/>
        </p:nvSpPr>
        <p:spPr>
          <a:xfrm>
            <a:off x="6970407" y="26746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3D7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4" name="contour_20342"/>
          <p:cNvSpPr/>
          <p:nvPr/>
        </p:nvSpPr>
        <p:spPr>
          <a:xfrm>
            <a:off x="6941255" y="266740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92D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5" name="contour_20343"/>
          <p:cNvSpPr/>
          <p:nvPr/>
        </p:nvSpPr>
        <p:spPr>
          <a:xfrm>
            <a:off x="11372353" y="265282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20503" y="8114"/>
                </a:lnTo>
                <a:lnTo>
                  <a:pt x="19453" y="8993"/>
                </a:lnTo>
                <a:lnTo>
                  <a:pt x="18144" y="10080"/>
                </a:lnTo>
                <a:lnTo>
                  <a:pt x="16282" y="11635"/>
                </a:lnTo>
                <a:lnTo>
                  <a:pt x="13556" y="13903"/>
                </a:lnTo>
                <a:lnTo>
                  <a:pt x="9672" y="17143"/>
                </a:lnTo>
                <a:lnTo>
                  <a:pt x="4320" y="21600"/>
                </a:lnTo>
                <a:lnTo>
                  <a:pt x="3465" y="17323"/>
                </a:lnTo>
                <a:lnTo>
                  <a:pt x="2605" y="13032"/>
                </a:lnTo>
                <a:lnTo>
                  <a:pt x="1745" y="8726"/>
                </a:lnTo>
                <a:lnTo>
                  <a:pt x="877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CD8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6" name="contour_20344"/>
          <p:cNvSpPr/>
          <p:nvPr/>
        </p:nvSpPr>
        <p:spPr>
          <a:xfrm>
            <a:off x="7050574" y="266011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7C7F8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7" name="contour_20345"/>
          <p:cNvSpPr/>
          <p:nvPr/>
        </p:nvSpPr>
        <p:spPr>
          <a:xfrm>
            <a:off x="5141121" y="266011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776" y="11729"/>
                </a:lnTo>
                <a:lnTo>
                  <a:pt x="16708" y="14731"/>
                </a:lnTo>
                <a:lnTo>
                  <a:pt x="14386" y="17575"/>
                </a:lnTo>
                <a:lnTo>
                  <a:pt x="10800" y="21600"/>
                </a:lnTo>
                <a:lnTo>
                  <a:pt x="7214" y="20477"/>
                </a:lnTo>
                <a:lnTo>
                  <a:pt x="4892" y="19354"/>
                </a:lnTo>
                <a:lnTo>
                  <a:pt x="2824" y="1755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3525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8" name="contour_20346"/>
          <p:cNvSpPr/>
          <p:nvPr/>
        </p:nvSpPr>
        <p:spPr>
          <a:xfrm>
            <a:off x="10053227" y="264554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5507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49" name="contour_20347"/>
          <p:cNvSpPr/>
          <p:nvPr/>
        </p:nvSpPr>
        <p:spPr>
          <a:xfrm>
            <a:off x="1387805" y="262367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81818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0" name="contour_20348"/>
          <p:cNvSpPr/>
          <p:nvPr/>
        </p:nvSpPr>
        <p:spPr>
          <a:xfrm>
            <a:off x="1227469" y="26309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1C3C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1" name="contour_20349"/>
          <p:cNvSpPr/>
          <p:nvPr/>
        </p:nvSpPr>
        <p:spPr>
          <a:xfrm>
            <a:off x="4842313" y="26163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FAFA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2" name="contour_20350"/>
          <p:cNvSpPr/>
          <p:nvPr/>
        </p:nvSpPr>
        <p:spPr>
          <a:xfrm>
            <a:off x="1723053" y="261638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6130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3" name="contour_20351"/>
          <p:cNvSpPr/>
          <p:nvPr/>
        </p:nvSpPr>
        <p:spPr>
          <a:xfrm>
            <a:off x="11328625" y="260910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4018"/>
                </a:lnTo>
                <a:lnTo>
                  <a:pt x="18101" y="6869"/>
                </a:lnTo>
                <a:lnTo>
                  <a:pt x="19195" y="9331"/>
                </a:lnTo>
                <a:lnTo>
                  <a:pt x="20246" y="12182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99FA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4" name="contour_20352"/>
          <p:cNvSpPr/>
          <p:nvPr/>
        </p:nvSpPr>
        <p:spPr>
          <a:xfrm>
            <a:off x="4587233" y="26091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8036"/>
                </a:lnTo>
                <a:lnTo>
                  <a:pt x="10849" y="14465"/>
                </a:lnTo>
                <a:lnTo>
                  <a:pt x="8159" y="10879"/>
                </a:lnTo>
                <a:lnTo>
                  <a:pt x="5459" y="7279"/>
                </a:lnTo>
                <a:lnTo>
                  <a:pt x="2743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DE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5" name="contour_20353"/>
          <p:cNvSpPr/>
          <p:nvPr/>
        </p:nvSpPr>
        <p:spPr>
          <a:xfrm>
            <a:off x="11401505" y="258723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4C4B4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6" name="contour_20354"/>
          <p:cNvSpPr/>
          <p:nvPr/>
        </p:nvSpPr>
        <p:spPr>
          <a:xfrm>
            <a:off x="651718" y="257266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3" y="3056"/>
                </a:lnTo>
                <a:lnTo>
                  <a:pt x="6113" y="6113"/>
                </a:lnTo>
                <a:lnTo>
                  <a:pt x="9180" y="9180"/>
                </a:lnTo>
                <a:lnTo>
                  <a:pt x="12262" y="12258"/>
                </a:lnTo>
                <a:lnTo>
                  <a:pt x="15350" y="15352"/>
                </a:lnTo>
                <a:lnTo>
                  <a:pt x="18468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F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7" name="contour_20355"/>
          <p:cNvSpPr/>
          <p:nvPr/>
        </p:nvSpPr>
        <p:spPr>
          <a:xfrm>
            <a:off x="11423369" y="257994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C6D2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8" name="contour_20356"/>
          <p:cNvSpPr/>
          <p:nvPr/>
        </p:nvSpPr>
        <p:spPr>
          <a:xfrm>
            <a:off x="3909450" y="258723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058"/>
                </a:lnTo>
                <a:lnTo>
                  <a:pt x="7781" y="2117"/>
                </a:lnTo>
                <a:lnTo>
                  <a:pt x="9428" y="3586"/>
                </a:lnTo>
                <a:lnTo>
                  <a:pt x="11983" y="5854"/>
                </a:lnTo>
                <a:lnTo>
                  <a:pt x="15887" y="9324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CBD3D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59" name="contour_20357"/>
          <p:cNvSpPr/>
          <p:nvPr/>
        </p:nvSpPr>
        <p:spPr>
          <a:xfrm>
            <a:off x="2291516" y="255808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3F40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0" name="contour_20358"/>
          <p:cNvSpPr/>
          <p:nvPr/>
        </p:nvSpPr>
        <p:spPr>
          <a:xfrm>
            <a:off x="5549248" y="256537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3564"/>
                </a:lnTo>
                <a:lnTo>
                  <a:pt x="7135" y="7135"/>
                </a:lnTo>
                <a:lnTo>
                  <a:pt x="10721" y="10721"/>
                </a:lnTo>
                <a:lnTo>
                  <a:pt x="14321" y="14321"/>
                </a:lnTo>
                <a:lnTo>
                  <a:pt x="17942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7CED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1" name="contour_20359"/>
          <p:cNvSpPr/>
          <p:nvPr/>
        </p:nvSpPr>
        <p:spPr>
          <a:xfrm>
            <a:off x="4463338" y="256537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1D5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2" name="contour_20360"/>
          <p:cNvSpPr/>
          <p:nvPr/>
        </p:nvSpPr>
        <p:spPr>
          <a:xfrm>
            <a:off x="11161002" y="255808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4025"/>
                </a:lnTo>
                <a:lnTo>
                  <a:pt x="16708" y="6869"/>
                </a:lnTo>
                <a:lnTo>
                  <a:pt x="18776" y="9871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824" y="4046"/>
                </a:lnTo>
                <a:lnTo>
                  <a:pt x="4892" y="2246"/>
                </a:lnTo>
                <a:lnTo>
                  <a:pt x="7214" y="1123"/>
                </a:lnTo>
                <a:lnTo>
                  <a:pt x="10800" y="0"/>
                </a:lnTo>
                <a:close/>
              </a:path>
            </a:pathLst>
          </a:custGeom>
          <a:solidFill>
            <a:srgbClr val="BAC0C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3" name="contour_20361"/>
          <p:cNvSpPr/>
          <p:nvPr/>
        </p:nvSpPr>
        <p:spPr>
          <a:xfrm>
            <a:off x="4288426" y="2558085"/>
            <a:ext cx="29152" cy="2252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3460"/>
                </a:lnTo>
                <a:lnTo>
                  <a:pt x="14369" y="6927"/>
                </a:lnTo>
                <a:lnTo>
                  <a:pt x="16157" y="10409"/>
                </a:lnTo>
                <a:lnTo>
                  <a:pt x="17960" y="13904"/>
                </a:lnTo>
                <a:lnTo>
                  <a:pt x="19775" y="17420"/>
                </a:lnTo>
                <a:lnTo>
                  <a:pt x="21600" y="20971"/>
                </a:lnTo>
                <a:lnTo>
                  <a:pt x="17744" y="21390"/>
                </a:lnTo>
                <a:lnTo>
                  <a:pt x="14974" y="21600"/>
                </a:lnTo>
                <a:lnTo>
                  <a:pt x="12512" y="21600"/>
                </a:lnTo>
                <a:lnTo>
                  <a:pt x="9580" y="21390"/>
                </a:lnTo>
                <a:lnTo>
                  <a:pt x="5400" y="20971"/>
                </a:lnTo>
                <a:lnTo>
                  <a:pt x="3224" y="16819"/>
                </a:lnTo>
                <a:lnTo>
                  <a:pt x="1939" y="13981"/>
                </a:lnTo>
                <a:lnTo>
                  <a:pt x="1031" y="11143"/>
                </a:lnTo>
                <a:lnTo>
                  <a:pt x="0" y="6990"/>
                </a:lnTo>
                <a:lnTo>
                  <a:pt x="2673" y="5257"/>
                </a:lnTo>
                <a:lnTo>
                  <a:pt x="5357" y="3523"/>
                </a:lnTo>
                <a:lnTo>
                  <a:pt x="8062" y="1769"/>
                </a:lnTo>
                <a:lnTo>
                  <a:pt x="10800" y="0"/>
                </a:lnTo>
                <a:close/>
              </a:path>
            </a:pathLst>
          </a:custGeom>
          <a:solidFill>
            <a:srgbClr val="D9E0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4" name="contour_20362"/>
          <p:cNvSpPr/>
          <p:nvPr/>
        </p:nvSpPr>
        <p:spPr>
          <a:xfrm>
            <a:off x="1475261" y="255079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D1C1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5" name="contour_20363"/>
          <p:cNvSpPr/>
          <p:nvPr/>
        </p:nvSpPr>
        <p:spPr>
          <a:xfrm>
            <a:off x="4762145" y="2552182"/>
            <a:ext cx="36440" cy="20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26"/>
                </a:moveTo>
                <a:lnTo>
                  <a:pt x="19064" y="9901"/>
                </a:lnTo>
                <a:lnTo>
                  <a:pt x="17159" y="12560"/>
                </a:lnTo>
                <a:lnTo>
                  <a:pt x="15526" y="14636"/>
                </a:lnTo>
                <a:lnTo>
                  <a:pt x="13798" y="16550"/>
                </a:lnTo>
                <a:lnTo>
                  <a:pt x="11625" y="18725"/>
                </a:lnTo>
                <a:lnTo>
                  <a:pt x="8640" y="21600"/>
                </a:lnTo>
                <a:lnTo>
                  <a:pt x="5620" y="17580"/>
                </a:lnTo>
                <a:lnTo>
                  <a:pt x="3711" y="14636"/>
                </a:lnTo>
                <a:lnTo>
                  <a:pt x="2108" y="11330"/>
                </a:lnTo>
                <a:lnTo>
                  <a:pt x="0" y="6226"/>
                </a:lnTo>
                <a:lnTo>
                  <a:pt x="3300" y="2729"/>
                </a:lnTo>
                <a:lnTo>
                  <a:pt x="6303" y="715"/>
                </a:lnTo>
                <a:lnTo>
                  <a:pt x="9150" y="0"/>
                </a:lnTo>
                <a:lnTo>
                  <a:pt x="11966" y="377"/>
                </a:lnTo>
                <a:lnTo>
                  <a:pt x="14891" y="1668"/>
                </a:lnTo>
                <a:lnTo>
                  <a:pt x="18058" y="3682"/>
                </a:lnTo>
                <a:lnTo>
                  <a:pt x="21600" y="6226"/>
                </a:lnTo>
                <a:close/>
              </a:path>
            </a:pathLst>
          </a:custGeom>
          <a:solidFill>
            <a:srgbClr val="86929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6" name="contour_20364"/>
          <p:cNvSpPr/>
          <p:nvPr/>
        </p:nvSpPr>
        <p:spPr>
          <a:xfrm>
            <a:off x="4448762" y="2550797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112"/>
                </a:lnTo>
                <a:lnTo>
                  <a:pt x="8584" y="2009"/>
                </a:lnTo>
                <a:lnTo>
                  <a:pt x="10441" y="3170"/>
                </a:lnTo>
                <a:lnTo>
                  <a:pt x="13228" y="5065"/>
                </a:lnTo>
                <a:lnTo>
                  <a:pt x="15582" y="6642"/>
                </a:lnTo>
                <a:lnTo>
                  <a:pt x="17971" y="8246"/>
                </a:lnTo>
                <a:lnTo>
                  <a:pt x="19773" y="9515"/>
                </a:lnTo>
                <a:lnTo>
                  <a:pt x="21600" y="10800"/>
                </a:lnTo>
                <a:lnTo>
                  <a:pt x="19548" y="10579"/>
                </a:lnTo>
                <a:lnTo>
                  <a:pt x="17483" y="10352"/>
                </a:lnTo>
                <a:lnTo>
                  <a:pt x="15388" y="10125"/>
                </a:lnTo>
                <a:lnTo>
                  <a:pt x="14399" y="10228"/>
                </a:lnTo>
                <a:lnTo>
                  <a:pt x="12649" y="10400"/>
                </a:lnTo>
                <a:lnTo>
                  <a:pt x="8640" y="10800"/>
                </a:lnTo>
                <a:lnTo>
                  <a:pt x="6899" y="14008"/>
                </a:lnTo>
                <a:lnTo>
                  <a:pt x="5871" y="16200"/>
                </a:lnTo>
                <a:lnTo>
                  <a:pt x="5145" y="18392"/>
                </a:lnTo>
                <a:lnTo>
                  <a:pt x="4320" y="21600"/>
                </a:lnTo>
                <a:lnTo>
                  <a:pt x="3119" y="17744"/>
                </a:lnTo>
                <a:lnTo>
                  <a:pt x="2294" y="14974"/>
                </a:lnTo>
                <a:lnTo>
                  <a:pt x="1637" y="12512"/>
                </a:lnTo>
                <a:lnTo>
                  <a:pt x="942" y="9580"/>
                </a:lnTo>
                <a:lnTo>
                  <a:pt x="0" y="5400"/>
                </a:lnTo>
                <a:lnTo>
                  <a:pt x="2143" y="2722"/>
                </a:lnTo>
                <a:lnTo>
                  <a:pt x="4320" y="0"/>
                </a:lnTo>
                <a:close/>
              </a:path>
            </a:pathLst>
          </a:custGeom>
          <a:solidFill>
            <a:srgbClr val="6D707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7" name="contour_20365"/>
          <p:cNvSpPr/>
          <p:nvPr/>
        </p:nvSpPr>
        <p:spPr>
          <a:xfrm>
            <a:off x="5439928" y="253622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635B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8" name="contour_20366"/>
          <p:cNvSpPr/>
          <p:nvPr/>
        </p:nvSpPr>
        <p:spPr>
          <a:xfrm>
            <a:off x="629854" y="253622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6978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69" name="contour_20367"/>
          <p:cNvSpPr/>
          <p:nvPr/>
        </p:nvSpPr>
        <p:spPr>
          <a:xfrm>
            <a:off x="8245805" y="2528933"/>
            <a:ext cx="43728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3600" y="0"/>
                </a:moveTo>
                <a:lnTo>
                  <a:pt x="6156" y="540"/>
                </a:lnTo>
                <a:lnTo>
                  <a:pt x="7970" y="1051"/>
                </a:lnTo>
                <a:lnTo>
                  <a:pt x="9904" y="1822"/>
                </a:lnTo>
                <a:lnTo>
                  <a:pt x="12823" y="3154"/>
                </a:lnTo>
                <a:lnTo>
                  <a:pt x="15289" y="4255"/>
                </a:lnTo>
                <a:lnTo>
                  <a:pt x="17788" y="5371"/>
                </a:lnTo>
                <a:lnTo>
                  <a:pt x="19681" y="6278"/>
                </a:lnTo>
                <a:lnTo>
                  <a:pt x="21600" y="7200"/>
                </a:lnTo>
                <a:lnTo>
                  <a:pt x="19616" y="9677"/>
                </a:lnTo>
                <a:lnTo>
                  <a:pt x="17636" y="12053"/>
                </a:lnTo>
                <a:lnTo>
                  <a:pt x="15642" y="14314"/>
                </a:lnTo>
                <a:lnTo>
                  <a:pt x="13619" y="16423"/>
                </a:lnTo>
                <a:lnTo>
                  <a:pt x="11549" y="18360"/>
                </a:lnTo>
                <a:lnTo>
                  <a:pt x="9414" y="20095"/>
                </a:lnTo>
                <a:lnTo>
                  <a:pt x="7200" y="21600"/>
                </a:lnTo>
                <a:lnTo>
                  <a:pt x="4558" y="17834"/>
                </a:lnTo>
                <a:lnTo>
                  <a:pt x="2923" y="15077"/>
                </a:lnTo>
                <a:lnTo>
                  <a:pt x="1631" y="11981"/>
                </a:lnTo>
                <a:lnTo>
                  <a:pt x="0" y="7200"/>
                </a:lnTo>
                <a:lnTo>
                  <a:pt x="1786" y="3629"/>
                </a:lnTo>
                <a:lnTo>
                  <a:pt x="3600" y="0"/>
                </a:lnTo>
                <a:close/>
              </a:path>
            </a:pathLst>
          </a:custGeom>
          <a:solidFill>
            <a:srgbClr val="5558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0" name="contour_20368"/>
          <p:cNvSpPr/>
          <p:nvPr/>
        </p:nvSpPr>
        <p:spPr>
          <a:xfrm>
            <a:off x="4077074" y="252893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42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0836" y="20261"/>
                </a:lnTo>
                <a:lnTo>
                  <a:pt x="7258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C3C9C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1" name="contour_20369"/>
          <p:cNvSpPr/>
          <p:nvPr/>
        </p:nvSpPr>
        <p:spPr>
          <a:xfrm>
            <a:off x="11474385" y="250706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094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2" name="contour_20370"/>
          <p:cNvSpPr/>
          <p:nvPr/>
        </p:nvSpPr>
        <p:spPr>
          <a:xfrm>
            <a:off x="1504413" y="251435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ED0C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3" name="contour_20371"/>
          <p:cNvSpPr/>
          <p:nvPr/>
        </p:nvSpPr>
        <p:spPr>
          <a:xfrm>
            <a:off x="4842313" y="251435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707E8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4" name="contour_20372"/>
          <p:cNvSpPr/>
          <p:nvPr/>
        </p:nvSpPr>
        <p:spPr>
          <a:xfrm>
            <a:off x="11343201" y="249978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DB6B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5" name="contour_20373"/>
          <p:cNvSpPr/>
          <p:nvPr/>
        </p:nvSpPr>
        <p:spPr>
          <a:xfrm>
            <a:off x="11058970" y="250706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50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E8E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6" name="contour_20374"/>
          <p:cNvSpPr/>
          <p:nvPr/>
        </p:nvSpPr>
        <p:spPr>
          <a:xfrm>
            <a:off x="5724160" y="249978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1D9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7" name="contour_20375"/>
          <p:cNvSpPr/>
          <p:nvPr/>
        </p:nvSpPr>
        <p:spPr>
          <a:xfrm>
            <a:off x="11481673" y="249249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61" y="10764"/>
                </a:lnTo>
                <a:lnTo>
                  <a:pt x="18922" y="14350"/>
                </a:lnTo>
                <a:lnTo>
                  <a:pt x="17566" y="17950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DECB8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8" name="contour_20376"/>
          <p:cNvSpPr/>
          <p:nvPr/>
        </p:nvSpPr>
        <p:spPr>
          <a:xfrm>
            <a:off x="11458825" y="2477917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333" y="2020"/>
                </a:lnTo>
                <a:lnTo>
                  <a:pt x="8585" y="3548"/>
                </a:lnTo>
                <a:lnTo>
                  <a:pt x="11265" y="4892"/>
                </a:lnTo>
                <a:lnTo>
                  <a:pt x="13945" y="6350"/>
                </a:lnTo>
                <a:lnTo>
                  <a:pt x="17197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DF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79" name="contour_20377"/>
          <p:cNvSpPr/>
          <p:nvPr/>
        </p:nvSpPr>
        <p:spPr>
          <a:xfrm>
            <a:off x="9346292" y="247791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374" y="11477"/>
                </a:lnTo>
                <a:lnTo>
                  <a:pt x="19408" y="14400"/>
                </a:lnTo>
                <a:lnTo>
                  <a:pt x="18182" y="1732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6D94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0" name="contour_20378"/>
          <p:cNvSpPr/>
          <p:nvPr/>
        </p:nvSpPr>
        <p:spPr>
          <a:xfrm>
            <a:off x="2247788" y="247062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BCB18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1" name="contour_20379"/>
          <p:cNvSpPr/>
          <p:nvPr/>
        </p:nvSpPr>
        <p:spPr>
          <a:xfrm>
            <a:off x="914086" y="246334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A7A7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2" name="contour_20380"/>
          <p:cNvSpPr/>
          <p:nvPr/>
        </p:nvSpPr>
        <p:spPr>
          <a:xfrm>
            <a:off x="1147301" y="245605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19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5" y="19930"/>
                </a:lnTo>
                <a:lnTo>
                  <a:pt x="16195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81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E7D49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3" name="contour_20381"/>
          <p:cNvSpPr/>
          <p:nvPr/>
        </p:nvSpPr>
        <p:spPr>
          <a:xfrm>
            <a:off x="7393110" y="244147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ECEC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4" name="contour_20382"/>
          <p:cNvSpPr/>
          <p:nvPr/>
        </p:nvSpPr>
        <p:spPr>
          <a:xfrm>
            <a:off x="7181758" y="244147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A0A6A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5" name="contour_20383"/>
          <p:cNvSpPr/>
          <p:nvPr/>
        </p:nvSpPr>
        <p:spPr>
          <a:xfrm>
            <a:off x="5170273" y="24341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2969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6" name="contour_20384"/>
          <p:cNvSpPr/>
          <p:nvPr/>
        </p:nvSpPr>
        <p:spPr>
          <a:xfrm>
            <a:off x="2196772" y="24341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D707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7" name="contour_20385"/>
          <p:cNvSpPr/>
          <p:nvPr/>
        </p:nvSpPr>
        <p:spPr>
          <a:xfrm>
            <a:off x="11357777" y="242690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E4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8" name="contour_20386"/>
          <p:cNvSpPr/>
          <p:nvPr/>
        </p:nvSpPr>
        <p:spPr>
          <a:xfrm>
            <a:off x="4886041" y="24123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3627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89" name="contour_20387"/>
          <p:cNvSpPr/>
          <p:nvPr/>
        </p:nvSpPr>
        <p:spPr>
          <a:xfrm>
            <a:off x="5345184" y="2397749"/>
            <a:ext cx="2915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070" y="2052"/>
                </a:lnTo>
                <a:lnTo>
                  <a:pt x="6739" y="4117"/>
                </a:lnTo>
                <a:lnTo>
                  <a:pt x="7425" y="6212"/>
                </a:lnTo>
                <a:lnTo>
                  <a:pt x="9466" y="10161"/>
                </a:lnTo>
                <a:lnTo>
                  <a:pt x="11097" y="12489"/>
                </a:lnTo>
                <a:lnTo>
                  <a:pt x="13165" y="14109"/>
                </a:lnTo>
                <a:lnTo>
                  <a:pt x="16535" y="15932"/>
                </a:lnTo>
                <a:lnTo>
                  <a:pt x="19051" y="16602"/>
                </a:lnTo>
                <a:lnTo>
                  <a:pt x="21600" y="17280"/>
                </a:lnTo>
                <a:lnTo>
                  <a:pt x="18392" y="18135"/>
                </a:lnTo>
                <a:lnTo>
                  <a:pt x="15174" y="18995"/>
                </a:lnTo>
                <a:lnTo>
                  <a:pt x="11945" y="19855"/>
                </a:lnTo>
                <a:lnTo>
                  <a:pt x="8689" y="20723"/>
                </a:lnTo>
                <a:lnTo>
                  <a:pt x="5400" y="21600"/>
                </a:lnTo>
                <a:lnTo>
                  <a:pt x="3607" y="19492"/>
                </a:lnTo>
                <a:lnTo>
                  <a:pt x="2446" y="17889"/>
                </a:lnTo>
                <a:lnTo>
                  <a:pt x="1415" y="15984"/>
                </a:lnTo>
                <a:lnTo>
                  <a:pt x="0" y="12960"/>
                </a:lnTo>
                <a:lnTo>
                  <a:pt x="1177" y="9487"/>
                </a:lnTo>
                <a:lnTo>
                  <a:pt x="2047" y="7076"/>
                </a:lnTo>
                <a:lnTo>
                  <a:pt x="2867" y="5106"/>
                </a:lnTo>
                <a:lnTo>
                  <a:pt x="3899" y="2955"/>
                </a:lnTo>
                <a:lnTo>
                  <a:pt x="5400" y="0"/>
                </a:lnTo>
                <a:close/>
              </a:path>
            </a:pathLst>
          </a:custGeom>
          <a:solidFill>
            <a:srgbClr val="5555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0" name="contour_20388"/>
          <p:cNvSpPr/>
          <p:nvPr/>
        </p:nvSpPr>
        <p:spPr>
          <a:xfrm>
            <a:off x="1001542" y="24123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0826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1" name="contour_20389"/>
          <p:cNvSpPr/>
          <p:nvPr/>
        </p:nvSpPr>
        <p:spPr>
          <a:xfrm>
            <a:off x="4820449" y="240503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64849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2" name="contour_20390"/>
          <p:cNvSpPr/>
          <p:nvPr/>
        </p:nvSpPr>
        <p:spPr>
          <a:xfrm>
            <a:off x="9492052" y="239046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50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F0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3" name="contour_20391"/>
          <p:cNvSpPr/>
          <p:nvPr/>
        </p:nvSpPr>
        <p:spPr>
          <a:xfrm>
            <a:off x="7772086" y="23904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0B2D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4" name="contour_20392"/>
          <p:cNvSpPr/>
          <p:nvPr/>
        </p:nvSpPr>
        <p:spPr>
          <a:xfrm>
            <a:off x="1766781" y="2397749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794"/>
                </a:lnTo>
                <a:lnTo>
                  <a:pt x="7781" y="1588"/>
                </a:lnTo>
                <a:lnTo>
                  <a:pt x="9428" y="2689"/>
                </a:lnTo>
                <a:lnTo>
                  <a:pt x="11983" y="4390"/>
                </a:lnTo>
                <a:lnTo>
                  <a:pt x="15887" y="6993"/>
                </a:lnTo>
                <a:lnTo>
                  <a:pt x="21600" y="10800"/>
                </a:lnTo>
                <a:lnTo>
                  <a:pt x="20228" y="11486"/>
                </a:lnTo>
                <a:lnTo>
                  <a:pt x="18916" y="12145"/>
                </a:lnTo>
                <a:lnTo>
                  <a:pt x="17280" y="12960"/>
                </a:lnTo>
                <a:lnTo>
                  <a:pt x="14953" y="14126"/>
                </a:lnTo>
                <a:lnTo>
                  <a:pt x="11545" y="15827"/>
                </a:lnTo>
                <a:lnTo>
                  <a:pt x="6691" y="18257"/>
                </a:lnTo>
                <a:lnTo>
                  <a:pt x="0" y="21600"/>
                </a:lnTo>
                <a:lnTo>
                  <a:pt x="891" y="18036"/>
                </a:lnTo>
                <a:lnTo>
                  <a:pt x="1782" y="14467"/>
                </a:lnTo>
                <a:lnTo>
                  <a:pt x="2678" y="10881"/>
                </a:lnTo>
                <a:lnTo>
                  <a:pt x="3580" y="7279"/>
                </a:lnTo>
                <a:lnTo>
                  <a:pt x="4487" y="3656"/>
                </a:lnTo>
                <a:lnTo>
                  <a:pt x="5400" y="0"/>
                </a:lnTo>
                <a:close/>
              </a:path>
            </a:pathLst>
          </a:custGeom>
          <a:solidFill>
            <a:srgbClr val="554D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5" name="contour_20393"/>
          <p:cNvSpPr/>
          <p:nvPr/>
        </p:nvSpPr>
        <p:spPr>
          <a:xfrm>
            <a:off x="4106226" y="23904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374" y="11477"/>
                </a:lnTo>
                <a:lnTo>
                  <a:pt x="19408" y="14400"/>
                </a:lnTo>
                <a:lnTo>
                  <a:pt x="18182" y="1732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43403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6" name="contour_20394"/>
          <p:cNvSpPr/>
          <p:nvPr/>
        </p:nvSpPr>
        <p:spPr>
          <a:xfrm>
            <a:off x="1336789" y="237588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7" name="contour_20395"/>
          <p:cNvSpPr/>
          <p:nvPr/>
        </p:nvSpPr>
        <p:spPr>
          <a:xfrm>
            <a:off x="4944345" y="236859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9FB4B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8" name="contour_20396"/>
          <p:cNvSpPr/>
          <p:nvPr/>
        </p:nvSpPr>
        <p:spPr>
          <a:xfrm>
            <a:off x="3377427" y="236859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6D94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399" name="contour_20397"/>
          <p:cNvSpPr/>
          <p:nvPr/>
        </p:nvSpPr>
        <p:spPr>
          <a:xfrm>
            <a:off x="746462" y="235402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C7B7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0" name="contour_20398"/>
          <p:cNvSpPr/>
          <p:nvPr/>
        </p:nvSpPr>
        <p:spPr>
          <a:xfrm>
            <a:off x="7305654" y="234673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E3E7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1" name="contour_20399"/>
          <p:cNvSpPr/>
          <p:nvPr/>
        </p:nvSpPr>
        <p:spPr>
          <a:xfrm>
            <a:off x="10650842" y="234673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4C4E5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2" name="contour_20400"/>
          <p:cNvSpPr/>
          <p:nvPr/>
        </p:nvSpPr>
        <p:spPr>
          <a:xfrm>
            <a:off x="2269652" y="234673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B0A0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3" name="contour_20401"/>
          <p:cNvSpPr/>
          <p:nvPr/>
        </p:nvSpPr>
        <p:spPr>
          <a:xfrm>
            <a:off x="1948980" y="2339445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2511"/>
                </a:lnTo>
                <a:lnTo>
                  <a:pt x="10260" y="5065"/>
                </a:lnTo>
                <a:lnTo>
                  <a:pt x="12105" y="8516"/>
                </a:lnTo>
                <a:lnTo>
                  <a:pt x="13980" y="11054"/>
                </a:lnTo>
                <a:lnTo>
                  <a:pt x="16066" y="12982"/>
                </a:lnTo>
                <a:lnTo>
                  <a:pt x="18546" y="14596"/>
                </a:lnTo>
                <a:lnTo>
                  <a:pt x="21600" y="16200"/>
                </a:lnTo>
                <a:lnTo>
                  <a:pt x="18645" y="17863"/>
                </a:lnTo>
                <a:lnTo>
                  <a:pt x="16494" y="18976"/>
                </a:lnTo>
                <a:lnTo>
                  <a:pt x="14524" y="19796"/>
                </a:lnTo>
                <a:lnTo>
                  <a:pt x="12113" y="20585"/>
                </a:lnTo>
                <a:lnTo>
                  <a:pt x="8640" y="21600"/>
                </a:lnTo>
                <a:lnTo>
                  <a:pt x="5616" y="18581"/>
                </a:lnTo>
                <a:lnTo>
                  <a:pt x="3711" y="16448"/>
                </a:lnTo>
                <a:lnTo>
                  <a:pt x="2108" y="14197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22232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4" name="contour_20402"/>
          <p:cNvSpPr/>
          <p:nvPr/>
        </p:nvSpPr>
        <p:spPr>
          <a:xfrm>
            <a:off x="5425352" y="233215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18181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5" name="contour_20403"/>
          <p:cNvSpPr/>
          <p:nvPr/>
        </p:nvSpPr>
        <p:spPr>
          <a:xfrm>
            <a:off x="1329501" y="2333542"/>
            <a:ext cx="36440" cy="20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26"/>
                </a:moveTo>
                <a:lnTo>
                  <a:pt x="19064" y="9901"/>
                </a:lnTo>
                <a:lnTo>
                  <a:pt x="17159" y="12560"/>
                </a:lnTo>
                <a:lnTo>
                  <a:pt x="15526" y="14636"/>
                </a:lnTo>
                <a:lnTo>
                  <a:pt x="13798" y="16550"/>
                </a:lnTo>
                <a:lnTo>
                  <a:pt x="11625" y="18725"/>
                </a:lnTo>
                <a:lnTo>
                  <a:pt x="8640" y="21600"/>
                </a:lnTo>
                <a:lnTo>
                  <a:pt x="5616" y="17580"/>
                </a:lnTo>
                <a:lnTo>
                  <a:pt x="3711" y="14636"/>
                </a:lnTo>
                <a:lnTo>
                  <a:pt x="2108" y="11330"/>
                </a:lnTo>
                <a:lnTo>
                  <a:pt x="0" y="6226"/>
                </a:lnTo>
                <a:lnTo>
                  <a:pt x="3300" y="2729"/>
                </a:lnTo>
                <a:lnTo>
                  <a:pt x="6303" y="715"/>
                </a:lnTo>
                <a:lnTo>
                  <a:pt x="9150" y="0"/>
                </a:lnTo>
                <a:lnTo>
                  <a:pt x="11966" y="377"/>
                </a:lnTo>
                <a:lnTo>
                  <a:pt x="14891" y="1668"/>
                </a:lnTo>
                <a:lnTo>
                  <a:pt x="18058" y="3682"/>
                </a:lnTo>
                <a:lnTo>
                  <a:pt x="21600" y="6226"/>
                </a:lnTo>
                <a:close/>
              </a:path>
            </a:pathLst>
          </a:custGeom>
          <a:solidFill>
            <a:srgbClr val="1A181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6" name="contour_20404"/>
          <p:cNvSpPr/>
          <p:nvPr/>
        </p:nvSpPr>
        <p:spPr>
          <a:xfrm>
            <a:off x="10556098" y="232486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44464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7" name="contour_20405"/>
          <p:cNvSpPr/>
          <p:nvPr/>
        </p:nvSpPr>
        <p:spPr>
          <a:xfrm>
            <a:off x="6773631" y="231758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AC0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8" name="contour_20406"/>
          <p:cNvSpPr/>
          <p:nvPr/>
        </p:nvSpPr>
        <p:spPr>
          <a:xfrm>
            <a:off x="724598" y="2317581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483"/>
                </a:lnTo>
                <a:lnTo>
                  <a:pt x="8584" y="2678"/>
                </a:lnTo>
                <a:lnTo>
                  <a:pt x="10441" y="4226"/>
                </a:lnTo>
                <a:lnTo>
                  <a:pt x="13228" y="6754"/>
                </a:lnTo>
                <a:lnTo>
                  <a:pt x="15582" y="8856"/>
                </a:lnTo>
                <a:lnTo>
                  <a:pt x="17971" y="10994"/>
                </a:lnTo>
                <a:lnTo>
                  <a:pt x="19773" y="1268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16" y="17575"/>
                </a:lnTo>
                <a:lnTo>
                  <a:pt x="3711" y="14731"/>
                </a:lnTo>
                <a:lnTo>
                  <a:pt x="2108" y="11729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2322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09" name="contour_20407"/>
          <p:cNvSpPr/>
          <p:nvPr/>
        </p:nvSpPr>
        <p:spPr>
          <a:xfrm>
            <a:off x="10409355" y="2295717"/>
            <a:ext cx="22848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930" y="0"/>
                </a:moveTo>
                <a:lnTo>
                  <a:pt x="5333" y="2020"/>
                </a:lnTo>
                <a:lnTo>
                  <a:pt x="8585" y="3548"/>
                </a:lnTo>
                <a:lnTo>
                  <a:pt x="11265" y="4892"/>
                </a:lnTo>
                <a:lnTo>
                  <a:pt x="13945" y="6350"/>
                </a:lnTo>
                <a:lnTo>
                  <a:pt x="17197" y="8219"/>
                </a:lnTo>
                <a:lnTo>
                  <a:pt x="21600" y="10800"/>
                </a:lnTo>
                <a:lnTo>
                  <a:pt x="21600" y="14369"/>
                </a:lnTo>
                <a:lnTo>
                  <a:pt x="21600" y="17960"/>
                </a:lnTo>
                <a:lnTo>
                  <a:pt x="21600" y="21600"/>
                </a:lnTo>
                <a:lnTo>
                  <a:pt x="16474" y="20747"/>
                </a:lnTo>
                <a:lnTo>
                  <a:pt x="12836" y="20039"/>
                </a:lnTo>
                <a:lnTo>
                  <a:pt x="9694" y="19219"/>
                </a:lnTo>
                <a:lnTo>
                  <a:pt x="6056" y="18025"/>
                </a:lnTo>
                <a:lnTo>
                  <a:pt x="930" y="16200"/>
                </a:lnTo>
                <a:lnTo>
                  <a:pt x="310" y="12020"/>
                </a:lnTo>
                <a:lnTo>
                  <a:pt x="0" y="9088"/>
                </a:lnTo>
                <a:lnTo>
                  <a:pt x="0" y="6626"/>
                </a:lnTo>
                <a:lnTo>
                  <a:pt x="310" y="3856"/>
                </a:lnTo>
                <a:lnTo>
                  <a:pt x="930" y="0"/>
                </a:lnTo>
                <a:close/>
              </a:path>
            </a:pathLst>
          </a:custGeom>
          <a:solidFill>
            <a:srgbClr val="61616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0" name="contour_20408"/>
          <p:cNvSpPr/>
          <p:nvPr/>
        </p:nvSpPr>
        <p:spPr>
          <a:xfrm>
            <a:off x="5614840" y="2295717"/>
            <a:ext cx="145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7139" y="0"/>
                </a:lnTo>
                <a:lnTo>
                  <a:pt x="14321" y="0"/>
                </a:lnTo>
                <a:lnTo>
                  <a:pt x="21600" y="0"/>
                </a:lnTo>
                <a:lnTo>
                  <a:pt x="18544" y="3056"/>
                </a:lnTo>
                <a:lnTo>
                  <a:pt x="15487" y="6113"/>
                </a:lnTo>
                <a:lnTo>
                  <a:pt x="12420" y="9180"/>
                </a:lnTo>
                <a:lnTo>
                  <a:pt x="9342" y="12258"/>
                </a:lnTo>
                <a:lnTo>
                  <a:pt x="6242" y="15352"/>
                </a:lnTo>
                <a:lnTo>
                  <a:pt x="3132" y="18463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AA8E5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1" name="contour_20409"/>
          <p:cNvSpPr/>
          <p:nvPr/>
        </p:nvSpPr>
        <p:spPr>
          <a:xfrm>
            <a:off x="4026058" y="22884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AD78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2" name="contour_20410"/>
          <p:cNvSpPr/>
          <p:nvPr/>
        </p:nvSpPr>
        <p:spPr>
          <a:xfrm>
            <a:off x="1679325" y="22884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7B7D7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3" name="contour_20411"/>
          <p:cNvSpPr/>
          <p:nvPr/>
        </p:nvSpPr>
        <p:spPr>
          <a:xfrm>
            <a:off x="5432640" y="227385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2D2F3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4" name="contour_20412"/>
          <p:cNvSpPr/>
          <p:nvPr/>
        </p:nvSpPr>
        <p:spPr>
          <a:xfrm>
            <a:off x="3304547" y="228842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50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EEF3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5" name="contour_20413"/>
          <p:cNvSpPr/>
          <p:nvPr/>
        </p:nvSpPr>
        <p:spPr>
          <a:xfrm>
            <a:off x="2481004" y="228114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5354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6" name="contour_20414"/>
          <p:cNvSpPr/>
          <p:nvPr/>
        </p:nvSpPr>
        <p:spPr>
          <a:xfrm>
            <a:off x="1905252" y="2266565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745" y="4277"/>
                </a:lnTo>
                <a:lnTo>
                  <a:pt x="19885" y="8568"/>
                </a:lnTo>
                <a:lnTo>
                  <a:pt x="19025" y="12874"/>
                </a:lnTo>
                <a:lnTo>
                  <a:pt x="18157" y="17215"/>
                </a:lnTo>
                <a:lnTo>
                  <a:pt x="17280" y="21600"/>
                </a:lnTo>
                <a:lnTo>
                  <a:pt x="14835" y="19562"/>
                </a:lnTo>
                <a:lnTo>
                  <a:pt x="12390" y="17525"/>
                </a:lnTo>
                <a:lnTo>
                  <a:pt x="9936" y="15480"/>
                </a:lnTo>
                <a:lnTo>
                  <a:pt x="7474" y="13428"/>
                </a:lnTo>
                <a:lnTo>
                  <a:pt x="4998" y="11362"/>
                </a:lnTo>
                <a:lnTo>
                  <a:pt x="2510" y="9288"/>
                </a:lnTo>
                <a:lnTo>
                  <a:pt x="0" y="7200"/>
                </a:lnTo>
                <a:lnTo>
                  <a:pt x="2825" y="5530"/>
                </a:lnTo>
                <a:lnTo>
                  <a:pt x="5486" y="4075"/>
                </a:lnTo>
                <a:lnTo>
                  <a:pt x="8048" y="2837"/>
                </a:lnTo>
                <a:lnTo>
                  <a:pt x="10571" y="1822"/>
                </a:lnTo>
                <a:lnTo>
                  <a:pt x="13120" y="1030"/>
                </a:lnTo>
                <a:lnTo>
                  <a:pt x="15768" y="461"/>
                </a:lnTo>
                <a:lnTo>
                  <a:pt x="18572" y="115"/>
                </a:lnTo>
                <a:lnTo>
                  <a:pt x="21600" y="0"/>
                </a:lnTo>
                <a:close/>
              </a:path>
            </a:pathLst>
          </a:custGeom>
          <a:solidFill>
            <a:srgbClr val="18161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7" name="contour_20415"/>
          <p:cNvSpPr/>
          <p:nvPr/>
        </p:nvSpPr>
        <p:spPr>
          <a:xfrm>
            <a:off x="5090105" y="225927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ED9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8" name="contour_20416"/>
          <p:cNvSpPr/>
          <p:nvPr/>
        </p:nvSpPr>
        <p:spPr>
          <a:xfrm>
            <a:off x="4448762" y="225198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38597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19" name="contour_20417"/>
          <p:cNvSpPr/>
          <p:nvPr/>
        </p:nvSpPr>
        <p:spPr>
          <a:xfrm>
            <a:off x="5053337" y="2237413"/>
            <a:ext cx="2219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413" y="0"/>
                </a:moveTo>
                <a:lnTo>
                  <a:pt x="11875" y="1415"/>
                </a:lnTo>
                <a:lnTo>
                  <a:pt x="14840" y="2452"/>
                </a:lnTo>
                <a:lnTo>
                  <a:pt x="17635" y="3607"/>
                </a:lnTo>
                <a:lnTo>
                  <a:pt x="21600" y="5400"/>
                </a:lnTo>
                <a:lnTo>
                  <a:pt x="18089" y="8073"/>
                </a:lnTo>
                <a:lnTo>
                  <a:pt x="14570" y="10751"/>
                </a:lnTo>
                <a:lnTo>
                  <a:pt x="11038" y="13441"/>
                </a:lnTo>
                <a:lnTo>
                  <a:pt x="7491" y="16141"/>
                </a:lnTo>
                <a:lnTo>
                  <a:pt x="3923" y="18857"/>
                </a:lnTo>
                <a:lnTo>
                  <a:pt x="319" y="21600"/>
                </a:lnTo>
                <a:lnTo>
                  <a:pt x="106" y="17744"/>
                </a:lnTo>
                <a:lnTo>
                  <a:pt x="0" y="14974"/>
                </a:lnTo>
                <a:lnTo>
                  <a:pt x="0" y="12512"/>
                </a:lnTo>
                <a:lnTo>
                  <a:pt x="106" y="9580"/>
                </a:lnTo>
                <a:lnTo>
                  <a:pt x="319" y="5400"/>
                </a:lnTo>
                <a:lnTo>
                  <a:pt x="3838" y="2722"/>
                </a:lnTo>
                <a:lnTo>
                  <a:pt x="7413" y="0"/>
                </a:lnTo>
                <a:close/>
              </a:path>
            </a:pathLst>
          </a:custGeom>
          <a:solidFill>
            <a:srgbClr val="8294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0" name="contour_20418"/>
          <p:cNvSpPr/>
          <p:nvPr/>
        </p:nvSpPr>
        <p:spPr>
          <a:xfrm>
            <a:off x="1650173" y="223741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891"/>
                </a:lnTo>
                <a:lnTo>
                  <a:pt x="7133" y="1782"/>
                </a:lnTo>
                <a:lnTo>
                  <a:pt x="10719" y="2678"/>
                </a:lnTo>
                <a:lnTo>
                  <a:pt x="14321" y="3580"/>
                </a:lnTo>
                <a:lnTo>
                  <a:pt x="17944" y="4487"/>
                </a:lnTo>
                <a:lnTo>
                  <a:pt x="21600" y="5400"/>
                </a:lnTo>
                <a:lnTo>
                  <a:pt x="20806" y="6588"/>
                </a:lnTo>
                <a:lnTo>
                  <a:pt x="20012" y="7781"/>
                </a:lnTo>
                <a:lnTo>
                  <a:pt x="18911" y="9428"/>
                </a:lnTo>
                <a:lnTo>
                  <a:pt x="17210" y="11983"/>
                </a:lnTo>
                <a:lnTo>
                  <a:pt x="14607" y="15887"/>
                </a:lnTo>
                <a:lnTo>
                  <a:pt x="10800" y="21600"/>
                </a:lnTo>
                <a:lnTo>
                  <a:pt x="9272" y="18544"/>
                </a:lnTo>
                <a:lnTo>
                  <a:pt x="7744" y="15487"/>
                </a:lnTo>
                <a:lnTo>
                  <a:pt x="6210" y="12420"/>
                </a:lnTo>
                <a:lnTo>
                  <a:pt x="4671" y="9342"/>
                </a:lnTo>
                <a:lnTo>
                  <a:pt x="3121" y="6248"/>
                </a:lnTo>
                <a:lnTo>
                  <a:pt x="1566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2D2D2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1" name="contour_20419"/>
          <p:cNvSpPr/>
          <p:nvPr/>
        </p:nvSpPr>
        <p:spPr>
          <a:xfrm>
            <a:off x="7998013" y="221554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911F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2" name="contour_20420"/>
          <p:cNvSpPr/>
          <p:nvPr/>
        </p:nvSpPr>
        <p:spPr>
          <a:xfrm>
            <a:off x="10250003" y="221554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DF0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3" name="contour_20421"/>
          <p:cNvSpPr/>
          <p:nvPr/>
        </p:nvSpPr>
        <p:spPr>
          <a:xfrm>
            <a:off x="5294169" y="221554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F1F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4" name="contour_20422"/>
          <p:cNvSpPr/>
          <p:nvPr/>
        </p:nvSpPr>
        <p:spPr>
          <a:xfrm>
            <a:off x="1642885" y="220826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542" y="6588"/>
                </a:lnTo>
                <a:lnTo>
                  <a:pt x="19483" y="7781"/>
                </a:lnTo>
                <a:lnTo>
                  <a:pt x="18014" y="9428"/>
                </a:lnTo>
                <a:lnTo>
                  <a:pt x="15746" y="11983"/>
                </a:lnTo>
                <a:lnTo>
                  <a:pt x="12276" y="15887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0989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5" name="contour_20423"/>
          <p:cNvSpPr/>
          <p:nvPr/>
        </p:nvSpPr>
        <p:spPr>
          <a:xfrm>
            <a:off x="10133395" y="219368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2626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6" name="contour_20424"/>
          <p:cNvSpPr/>
          <p:nvPr/>
        </p:nvSpPr>
        <p:spPr>
          <a:xfrm>
            <a:off x="1067133" y="216453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1010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7" name="contour_20425"/>
          <p:cNvSpPr/>
          <p:nvPr/>
        </p:nvSpPr>
        <p:spPr>
          <a:xfrm>
            <a:off x="1650173" y="214267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73"/>
                </a:lnTo>
                <a:lnTo>
                  <a:pt x="14369" y="5351"/>
                </a:lnTo>
                <a:lnTo>
                  <a:pt x="16162" y="8041"/>
                </a:lnTo>
                <a:lnTo>
                  <a:pt x="17960" y="10741"/>
                </a:lnTo>
                <a:lnTo>
                  <a:pt x="19775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5B564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8" name="contour_20426"/>
          <p:cNvSpPr/>
          <p:nvPr/>
        </p:nvSpPr>
        <p:spPr>
          <a:xfrm>
            <a:off x="4113514" y="21426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2A7A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29" name="contour_20427"/>
          <p:cNvSpPr/>
          <p:nvPr/>
        </p:nvSpPr>
        <p:spPr>
          <a:xfrm>
            <a:off x="1854237" y="2142670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4" y="4025"/>
                </a:lnTo>
                <a:lnTo>
                  <a:pt x="17889" y="6869"/>
                </a:lnTo>
                <a:lnTo>
                  <a:pt x="19492" y="9871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16" y="17575"/>
                </a:lnTo>
                <a:lnTo>
                  <a:pt x="3711" y="14731"/>
                </a:lnTo>
                <a:lnTo>
                  <a:pt x="2108" y="11729"/>
                </a:lnTo>
                <a:lnTo>
                  <a:pt x="0" y="7200"/>
                </a:lnTo>
                <a:lnTo>
                  <a:pt x="2955" y="4982"/>
                </a:lnTo>
                <a:lnTo>
                  <a:pt x="5106" y="3499"/>
                </a:lnTo>
                <a:lnTo>
                  <a:pt x="7076" y="2405"/>
                </a:lnTo>
                <a:lnTo>
                  <a:pt x="9487" y="1354"/>
                </a:lnTo>
                <a:lnTo>
                  <a:pt x="12960" y="0"/>
                </a:lnTo>
                <a:close/>
              </a:path>
            </a:pathLst>
          </a:custGeom>
          <a:solidFill>
            <a:srgbClr val="15141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0" name="contour_20428"/>
          <p:cNvSpPr/>
          <p:nvPr/>
        </p:nvSpPr>
        <p:spPr>
          <a:xfrm>
            <a:off x="1446109" y="212809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EDD68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1" name="contour_20429"/>
          <p:cNvSpPr/>
          <p:nvPr/>
        </p:nvSpPr>
        <p:spPr>
          <a:xfrm>
            <a:off x="9914755" y="21208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FB9A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2" name="contour_20430"/>
          <p:cNvSpPr/>
          <p:nvPr/>
        </p:nvSpPr>
        <p:spPr>
          <a:xfrm>
            <a:off x="10133395" y="21135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7585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3" name="contour_20431"/>
          <p:cNvSpPr/>
          <p:nvPr/>
        </p:nvSpPr>
        <p:spPr>
          <a:xfrm>
            <a:off x="4135378" y="210623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2ADA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4" name="contour_20432"/>
          <p:cNvSpPr/>
          <p:nvPr/>
        </p:nvSpPr>
        <p:spPr>
          <a:xfrm>
            <a:off x="1562717" y="211351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2" y="13748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13131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5" name="contour_20433"/>
          <p:cNvSpPr/>
          <p:nvPr/>
        </p:nvSpPr>
        <p:spPr>
          <a:xfrm>
            <a:off x="8165637" y="2098942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880"/>
                </a:lnTo>
                <a:lnTo>
                  <a:pt x="13798" y="5033"/>
                </a:lnTo>
                <a:lnTo>
                  <a:pt x="15526" y="6869"/>
                </a:lnTo>
                <a:lnTo>
                  <a:pt x="17159" y="8770"/>
                </a:lnTo>
                <a:lnTo>
                  <a:pt x="19064" y="1114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1"/>
                </a:lnTo>
                <a:lnTo>
                  <a:pt x="2108" y="11729"/>
                </a:lnTo>
                <a:lnTo>
                  <a:pt x="0" y="7200"/>
                </a:lnTo>
                <a:lnTo>
                  <a:pt x="2108" y="4558"/>
                </a:lnTo>
                <a:lnTo>
                  <a:pt x="3711" y="2923"/>
                </a:lnTo>
                <a:lnTo>
                  <a:pt x="5620" y="1634"/>
                </a:lnTo>
                <a:lnTo>
                  <a:pt x="8640" y="0"/>
                </a:lnTo>
                <a:close/>
              </a:path>
            </a:pathLst>
          </a:custGeom>
          <a:solidFill>
            <a:srgbClr val="E0E9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6" name="contour_20434"/>
          <p:cNvSpPr/>
          <p:nvPr/>
        </p:nvSpPr>
        <p:spPr>
          <a:xfrm>
            <a:off x="1504413" y="20989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B4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7" name="contour_20435"/>
          <p:cNvSpPr/>
          <p:nvPr/>
        </p:nvSpPr>
        <p:spPr>
          <a:xfrm>
            <a:off x="1365941" y="20989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5D5D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8" name="contour_20436"/>
          <p:cNvSpPr/>
          <p:nvPr/>
        </p:nvSpPr>
        <p:spPr>
          <a:xfrm>
            <a:off x="9929331" y="20843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2C8C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39" name="contour_20437"/>
          <p:cNvSpPr/>
          <p:nvPr/>
        </p:nvSpPr>
        <p:spPr>
          <a:xfrm>
            <a:off x="7677342" y="208436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B5974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0" name="contour_20438"/>
          <p:cNvSpPr/>
          <p:nvPr/>
        </p:nvSpPr>
        <p:spPr>
          <a:xfrm>
            <a:off x="7312942" y="2091654"/>
            <a:ext cx="29152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1372"/>
                </a:lnTo>
                <a:lnTo>
                  <a:pt x="2684" y="2689"/>
                </a:lnTo>
                <a:lnTo>
                  <a:pt x="4320" y="4320"/>
                </a:lnTo>
                <a:lnTo>
                  <a:pt x="6647" y="6653"/>
                </a:lnTo>
                <a:lnTo>
                  <a:pt x="10055" y="10055"/>
                </a:lnTo>
                <a:lnTo>
                  <a:pt x="14909" y="149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4461"/>
                </a:lnTo>
                <a:lnTo>
                  <a:pt x="0" y="7279"/>
                </a:lnTo>
                <a:lnTo>
                  <a:pt x="0" y="0"/>
                </a:lnTo>
                <a:close/>
              </a:path>
            </a:pathLst>
          </a:custGeom>
          <a:solidFill>
            <a:srgbClr val="5E534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1" name="contour_20439"/>
          <p:cNvSpPr/>
          <p:nvPr/>
        </p:nvSpPr>
        <p:spPr>
          <a:xfrm>
            <a:off x="1766781" y="20843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75767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2" name="contour_20440"/>
          <p:cNvSpPr/>
          <p:nvPr/>
        </p:nvSpPr>
        <p:spPr>
          <a:xfrm>
            <a:off x="5476368" y="20770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73A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3" name="contour_20441"/>
          <p:cNvSpPr/>
          <p:nvPr/>
        </p:nvSpPr>
        <p:spPr>
          <a:xfrm>
            <a:off x="3727250" y="20770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F1B1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4" name="contour_20442"/>
          <p:cNvSpPr/>
          <p:nvPr/>
        </p:nvSpPr>
        <p:spPr>
          <a:xfrm>
            <a:off x="10133395" y="20697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A5E6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5" name="contour_20443"/>
          <p:cNvSpPr/>
          <p:nvPr/>
        </p:nvSpPr>
        <p:spPr>
          <a:xfrm>
            <a:off x="2043724" y="205521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776" y="11729"/>
                </a:lnTo>
                <a:lnTo>
                  <a:pt x="16708" y="14731"/>
                </a:lnTo>
                <a:lnTo>
                  <a:pt x="14386" y="17575"/>
                </a:lnTo>
                <a:lnTo>
                  <a:pt x="10800" y="21600"/>
                </a:lnTo>
                <a:lnTo>
                  <a:pt x="7214" y="20477"/>
                </a:lnTo>
                <a:lnTo>
                  <a:pt x="4892" y="19354"/>
                </a:lnTo>
                <a:lnTo>
                  <a:pt x="2824" y="1755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5D49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6" name="contour_20444"/>
          <p:cNvSpPr/>
          <p:nvPr/>
        </p:nvSpPr>
        <p:spPr>
          <a:xfrm>
            <a:off x="4368594" y="20333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AF3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7" name="contour_20445"/>
          <p:cNvSpPr/>
          <p:nvPr/>
        </p:nvSpPr>
        <p:spPr>
          <a:xfrm>
            <a:off x="680870" y="20333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312F2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8" name="contour_20446"/>
          <p:cNvSpPr/>
          <p:nvPr/>
        </p:nvSpPr>
        <p:spPr>
          <a:xfrm>
            <a:off x="7735646" y="20406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256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49" name="contour_20447"/>
          <p:cNvSpPr/>
          <p:nvPr/>
        </p:nvSpPr>
        <p:spPr>
          <a:xfrm>
            <a:off x="7145318" y="20333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EBEB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0" name="contour_20448"/>
          <p:cNvSpPr/>
          <p:nvPr/>
        </p:nvSpPr>
        <p:spPr>
          <a:xfrm>
            <a:off x="5221289" y="200419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6618" y="2955"/>
                </a:lnTo>
                <a:lnTo>
                  <a:pt x="18101" y="5106"/>
                </a:lnTo>
                <a:lnTo>
                  <a:pt x="19195" y="7076"/>
                </a:lnTo>
                <a:lnTo>
                  <a:pt x="20246" y="9487"/>
                </a:lnTo>
                <a:lnTo>
                  <a:pt x="21600" y="12960"/>
                </a:lnTo>
                <a:lnTo>
                  <a:pt x="17575" y="15984"/>
                </a:lnTo>
                <a:lnTo>
                  <a:pt x="14738" y="17889"/>
                </a:lnTo>
                <a:lnTo>
                  <a:pt x="11729" y="19492"/>
                </a:lnTo>
                <a:lnTo>
                  <a:pt x="7200" y="21600"/>
                </a:lnTo>
                <a:lnTo>
                  <a:pt x="4982" y="18645"/>
                </a:lnTo>
                <a:lnTo>
                  <a:pt x="3499" y="16494"/>
                </a:lnTo>
                <a:lnTo>
                  <a:pt x="2405" y="14524"/>
                </a:lnTo>
                <a:lnTo>
                  <a:pt x="1354" y="12113"/>
                </a:lnTo>
                <a:lnTo>
                  <a:pt x="0" y="8640"/>
                </a:lnTo>
                <a:lnTo>
                  <a:pt x="4025" y="5616"/>
                </a:lnTo>
                <a:lnTo>
                  <a:pt x="6862" y="3711"/>
                </a:lnTo>
                <a:lnTo>
                  <a:pt x="9871" y="2108"/>
                </a:lnTo>
                <a:lnTo>
                  <a:pt x="14400" y="0"/>
                </a:lnTo>
                <a:close/>
              </a:path>
            </a:pathLst>
          </a:custGeom>
          <a:solidFill>
            <a:srgbClr val="C7E3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1" name="contour_20449"/>
          <p:cNvSpPr/>
          <p:nvPr/>
        </p:nvSpPr>
        <p:spPr>
          <a:xfrm>
            <a:off x="9907467" y="19969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85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2" name="contour_20450"/>
          <p:cNvSpPr/>
          <p:nvPr/>
        </p:nvSpPr>
        <p:spPr>
          <a:xfrm>
            <a:off x="6999559" y="200419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4320" y="0"/>
                </a:moveTo>
                <a:lnTo>
                  <a:pt x="6826" y="1483"/>
                </a:lnTo>
                <a:lnTo>
                  <a:pt x="8584" y="2678"/>
                </a:lnTo>
                <a:lnTo>
                  <a:pt x="10441" y="4226"/>
                </a:lnTo>
                <a:lnTo>
                  <a:pt x="13228" y="6754"/>
                </a:lnTo>
                <a:lnTo>
                  <a:pt x="15582" y="8856"/>
                </a:lnTo>
                <a:lnTo>
                  <a:pt x="17971" y="10994"/>
                </a:lnTo>
                <a:lnTo>
                  <a:pt x="19773" y="1268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1"/>
                </a:lnTo>
                <a:lnTo>
                  <a:pt x="2108" y="11729"/>
                </a:lnTo>
                <a:lnTo>
                  <a:pt x="0" y="7200"/>
                </a:lnTo>
                <a:lnTo>
                  <a:pt x="2143" y="3629"/>
                </a:lnTo>
                <a:lnTo>
                  <a:pt x="4320" y="0"/>
                </a:lnTo>
                <a:close/>
              </a:path>
            </a:pathLst>
          </a:custGeom>
          <a:solidFill>
            <a:srgbClr val="A6A09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3" name="contour_20451"/>
          <p:cNvSpPr/>
          <p:nvPr/>
        </p:nvSpPr>
        <p:spPr>
          <a:xfrm>
            <a:off x="5585688" y="200419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3208"/>
                </a:lnTo>
                <a:lnTo>
                  <a:pt x="17258" y="6426"/>
                </a:lnTo>
                <a:lnTo>
                  <a:pt x="18691" y="9655"/>
                </a:lnTo>
                <a:lnTo>
                  <a:pt x="20138" y="12911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2038" y="18544"/>
                </a:lnTo>
                <a:lnTo>
                  <a:pt x="4075" y="15487"/>
                </a:lnTo>
                <a:lnTo>
                  <a:pt x="6120" y="12420"/>
                </a:lnTo>
                <a:lnTo>
                  <a:pt x="8172" y="9342"/>
                </a:lnTo>
                <a:lnTo>
                  <a:pt x="10238" y="6248"/>
                </a:lnTo>
                <a:lnTo>
                  <a:pt x="12312" y="3137"/>
                </a:lnTo>
                <a:lnTo>
                  <a:pt x="14400" y="0"/>
                </a:lnTo>
                <a:close/>
              </a:path>
            </a:pathLst>
          </a:custGeom>
          <a:solidFill>
            <a:srgbClr val="90939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4" name="contour_20452"/>
          <p:cNvSpPr/>
          <p:nvPr/>
        </p:nvSpPr>
        <p:spPr>
          <a:xfrm>
            <a:off x="1380517" y="20041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75A5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5" name="contour_20453"/>
          <p:cNvSpPr/>
          <p:nvPr/>
        </p:nvSpPr>
        <p:spPr>
          <a:xfrm>
            <a:off x="790190" y="20041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0A2A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6" name="contour_20454"/>
          <p:cNvSpPr/>
          <p:nvPr/>
        </p:nvSpPr>
        <p:spPr>
          <a:xfrm>
            <a:off x="578838" y="198962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F7E5A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7" name="contour_20455"/>
          <p:cNvSpPr/>
          <p:nvPr/>
        </p:nvSpPr>
        <p:spPr>
          <a:xfrm>
            <a:off x="637142" y="19823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412" y="3564"/>
                </a:lnTo>
                <a:lnTo>
                  <a:pt x="19224" y="7133"/>
                </a:lnTo>
                <a:lnTo>
                  <a:pt x="18029" y="10719"/>
                </a:lnTo>
                <a:lnTo>
                  <a:pt x="16826" y="14321"/>
                </a:lnTo>
                <a:lnTo>
                  <a:pt x="15617" y="17944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9" y="13748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6D6E6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8" name="contour_20456"/>
          <p:cNvSpPr/>
          <p:nvPr/>
        </p:nvSpPr>
        <p:spPr>
          <a:xfrm>
            <a:off x="6839223" y="19823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2DC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59" name="contour_20457"/>
          <p:cNvSpPr/>
          <p:nvPr/>
        </p:nvSpPr>
        <p:spPr>
          <a:xfrm>
            <a:off x="8668509" y="19677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0E0E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0" name="contour_20458"/>
          <p:cNvSpPr/>
          <p:nvPr/>
        </p:nvSpPr>
        <p:spPr>
          <a:xfrm>
            <a:off x="5214001" y="193860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42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0836" y="20261"/>
                </a:lnTo>
                <a:lnTo>
                  <a:pt x="7258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E1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1" name="contour_20459"/>
          <p:cNvSpPr/>
          <p:nvPr/>
        </p:nvSpPr>
        <p:spPr>
          <a:xfrm>
            <a:off x="1810509" y="193860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686"/>
                </a:lnTo>
                <a:lnTo>
                  <a:pt x="2684" y="1345"/>
                </a:lnTo>
                <a:lnTo>
                  <a:pt x="4320" y="2160"/>
                </a:lnTo>
                <a:lnTo>
                  <a:pt x="6647" y="3326"/>
                </a:lnTo>
                <a:lnTo>
                  <a:pt x="10055" y="5027"/>
                </a:lnTo>
                <a:lnTo>
                  <a:pt x="14909" y="7457"/>
                </a:lnTo>
                <a:lnTo>
                  <a:pt x="21600" y="10800"/>
                </a:lnTo>
                <a:lnTo>
                  <a:pt x="18031" y="10800"/>
                </a:lnTo>
                <a:lnTo>
                  <a:pt x="14440" y="10800"/>
                </a:lnTo>
                <a:lnTo>
                  <a:pt x="10800" y="10800"/>
                </a:lnTo>
                <a:lnTo>
                  <a:pt x="8818" y="14008"/>
                </a:lnTo>
                <a:lnTo>
                  <a:pt x="7592" y="16200"/>
                </a:lnTo>
                <a:lnTo>
                  <a:pt x="6626" y="18392"/>
                </a:lnTo>
                <a:lnTo>
                  <a:pt x="5400" y="21600"/>
                </a:lnTo>
                <a:lnTo>
                  <a:pt x="4509" y="18036"/>
                </a:lnTo>
                <a:lnTo>
                  <a:pt x="3618" y="14467"/>
                </a:lnTo>
                <a:lnTo>
                  <a:pt x="2722" y="10881"/>
                </a:lnTo>
                <a:lnTo>
                  <a:pt x="1820" y="7279"/>
                </a:lnTo>
                <a:lnTo>
                  <a:pt x="913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74737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2" name="contour_20460"/>
          <p:cNvSpPr/>
          <p:nvPr/>
        </p:nvSpPr>
        <p:spPr>
          <a:xfrm>
            <a:off x="1526277" y="19313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0D2D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3" name="contour_20461"/>
          <p:cNvSpPr/>
          <p:nvPr/>
        </p:nvSpPr>
        <p:spPr>
          <a:xfrm>
            <a:off x="11197442" y="19386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8036"/>
                </a:lnTo>
                <a:lnTo>
                  <a:pt x="10849" y="14465"/>
                </a:lnTo>
                <a:lnTo>
                  <a:pt x="8159" y="10879"/>
                </a:lnTo>
                <a:lnTo>
                  <a:pt x="5459" y="7279"/>
                </a:lnTo>
                <a:lnTo>
                  <a:pt x="2743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3937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4" name="contour_20462"/>
          <p:cNvSpPr/>
          <p:nvPr/>
        </p:nvSpPr>
        <p:spPr>
          <a:xfrm>
            <a:off x="7684630" y="19167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8544" y="19562"/>
                </a:lnTo>
                <a:lnTo>
                  <a:pt x="15487" y="17525"/>
                </a:lnTo>
                <a:lnTo>
                  <a:pt x="12420" y="15480"/>
                </a:lnTo>
                <a:lnTo>
                  <a:pt x="9342" y="13428"/>
                </a:lnTo>
                <a:lnTo>
                  <a:pt x="6248" y="11362"/>
                </a:lnTo>
                <a:lnTo>
                  <a:pt x="3137" y="9288"/>
                </a:lnTo>
                <a:lnTo>
                  <a:pt x="0" y="7200"/>
                </a:lnTo>
                <a:lnTo>
                  <a:pt x="4601" y="4169"/>
                </a:lnTo>
                <a:lnTo>
                  <a:pt x="7997" y="2131"/>
                </a:lnTo>
                <a:lnTo>
                  <a:pt x="10800" y="900"/>
                </a:lnTo>
                <a:lnTo>
                  <a:pt x="13603" y="266"/>
                </a:lnTo>
                <a:lnTo>
                  <a:pt x="16999" y="36"/>
                </a:lnTo>
                <a:lnTo>
                  <a:pt x="21600" y="0"/>
                </a:lnTo>
                <a:close/>
              </a:path>
            </a:pathLst>
          </a:custGeom>
          <a:solidFill>
            <a:srgbClr val="4A4A4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5" name="contour_20463"/>
          <p:cNvSpPr/>
          <p:nvPr/>
        </p:nvSpPr>
        <p:spPr>
          <a:xfrm>
            <a:off x="1329501" y="192403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AAA09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6" name="contour_20464"/>
          <p:cNvSpPr/>
          <p:nvPr/>
        </p:nvSpPr>
        <p:spPr>
          <a:xfrm>
            <a:off x="2568460" y="19021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28B5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7" name="contour_20465"/>
          <p:cNvSpPr/>
          <p:nvPr/>
        </p:nvSpPr>
        <p:spPr>
          <a:xfrm>
            <a:off x="7706494" y="189487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B0B7B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8" name="contour_20466"/>
          <p:cNvSpPr/>
          <p:nvPr/>
        </p:nvSpPr>
        <p:spPr>
          <a:xfrm>
            <a:off x="11212018" y="18875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4414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69" name="contour_20467"/>
          <p:cNvSpPr/>
          <p:nvPr/>
        </p:nvSpPr>
        <p:spPr>
          <a:xfrm>
            <a:off x="11051682" y="188030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0D0D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0" name="contour_20468"/>
          <p:cNvSpPr/>
          <p:nvPr/>
        </p:nvSpPr>
        <p:spPr>
          <a:xfrm>
            <a:off x="7742934" y="187301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B5BBB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1" name="contour_20469"/>
          <p:cNvSpPr/>
          <p:nvPr/>
        </p:nvSpPr>
        <p:spPr>
          <a:xfrm>
            <a:off x="11277610" y="188030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607" y="850"/>
                </a:lnTo>
                <a:lnTo>
                  <a:pt x="7209" y="1750"/>
                </a:lnTo>
                <a:lnTo>
                  <a:pt x="10800" y="2700"/>
                </a:lnTo>
                <a:lnTo>
                  <a:pt x="13813" y="3456"/>
                </a:lnTo>
                <a:lnTo>
                  <a:pt x="16875" y="4219"/>
                </a:lnTo>
                <a:lnTo>
                  <a:pt x="19224" y="5695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895" y="19930"/>
                </a:lnTo>
                <a:lnTo>
                  <a:pt x="16189" y="18245"/>
                </a:lnTo>
                <a:lnTo>
                  <a:pt x="13495" y="16553"/>
                </a:lnTo>
                <a:lnTo>
                  <a:pt x="10800" y="14846"/>
                </a:lnTo>
                <a:lnTo>
                  <a:pt x="7787" y="12960"/>
                </a:lnTo>
                <a:lnTo>
                  <a:pt x="4725" y="11052"/>
                </a:lnTo>
                <a:lnTo>
                  <a:pt x="2376" y="9144"/>
                </a:lnTo>
                <a:lnTo>
                  <a:pt x="0" y="7200"/>
                </a:lnTo>
                <a:lnTo>
                  <a:pt x="0" y="3629"/>
                </a:lnTo>
                <a:lnTo>
                  <a:pt x="0" y="0"/>
                </a:lnTo>
                <a:close/>
              </a:path>
            </a:pathLst>
          </a:custGeom>
          <a:solidFill>
            <a:srgbClr val="3F3D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2" name="contour_20470"/>
          <p:cNvSpPr/>
          <p:nvPr/>
        </p:nvSpPr>
        <p:spPr>
          <a:xfrm>
            <a:off x="2094740" y="187301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A3A5A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3" name="contour_20471"/>
          <p:cNvSpPr/>
          <p:nvPr/>
        </p:nvSpPr>
        <p:spPr>
          <a:xfrm>
            <a:off x="3989618" y="187301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E0E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4" name="contour_20472"/>
          <p:cNvSpPr/>
          <p:nvPr/>
        </p:nvSpPr>
        <p:spPr>
          <a:xfrm>
            <a:off x="6984983" y="18511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2434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5" name="contour_20473"/>
          <p:cNvSpPr/>
          <p:nvPr/>
        </p:nvSpPr>
        <p:spPr>
          <a:xfrm>
            <a:off x="2459140" y="18511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13E4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6" name="contour_20474"/>
          <p:cNvSpPr/>
          <p:nvPr/>
        </p:nvSpPr>
        <p:spPr>
          <a:xfrm>
            <a:off x="7633614" y="185115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1339"/>
                </a:lnTo>
                <a:lnTo>
                  <a:pt x="14350" y="2678"/>
                </a:lnTo>
                <a:lnTo>
                  <a:pt x="17950" y="403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0836" y="20261"/>
                </a:lnTo>
                <a:lnTo>
                  <a:pt x="7250" y="18922"/>
                </a:lnTo>
                <a:lnTo>
                  <a:pt x="3650" y="1756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EDF4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7" name="contour_20475"/>
          <p:cNvSpPr/>
          <p:nvPr/>
        </p:nvSpPr>
        <p:spPr>
          <a:xfrm>
            <a:off x="6802783" y="183657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8D69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8" name="contour_20476"/>
          <p:cNvSpPr/>
          <p:nvPr/>
        </p:nvSpPr>
        <p:spPr>
          <a:xfrm>
            <a:off x="3807418" y="18511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13A5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79" name="contour_20477"/>
          <p:cNvSpPr/>
          <p:nvPr/>
        </p:nvSpPr>
        <p:spPr>
          <a:xfrm>
            <a:off x="1497125" y="18438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92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0" name="contour_20478"/>
          <p:cNvSpPr/>
          <p:nvPr/>
        </p:nvSpPr>
        <p:spPr>
          <a:xfrm>
            <a:off x="7116166" y="1829286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880"/>
                </a:lnTo>
                <a:lnTo>
                  <a:pt x="13798" y="5033"/>
                </a:lnTo>
                <a:lnTo>
                  <a:pt x="15526" y="6862"/>
                </a:lnTo>
                <a:lnTo>
                  <a:pt x="17159" y="8770"/>
                </a:lnTo>
                <a:lnTo>
                  <a:pt x="19064" y="1114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8"/>
                </a:lnTo>
                <a:lnTo>
                  <a:pt x="2108" y="11729"/>
                </a:lnTo>
                <a:lnTo>
                  <a:pt x="0" y="7200"/>
                </a:lnTo>
                <a:lnTo>
                  <a:pt x="2108" y="4558"/>
                </a:lnTo>
                <a:lnTo>
                  <a:pt x="3711" y="2923"/>
                </a:lnTo>
                <a:lnTo>
                  <a:pt x="5620" y="1634"/>
                </a:lnTo>
                <a:lnTo>
                  <a:pt x="8640" y="0"/>
                </a:lnTo>
                <a:close/>
              </a:path>
            </a:pathLst>
          </a:custGeom>
          <a:solidFill>
            <a:srgbClr val="E5EE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1" name="contour_20479"/>
          <p:cNvSpPr/>
          <p:nvPr/>
        </p:nvSpPr>
        <p:spPr>
          <a:xfrm>
            <a:off x="4135378" y="182199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6A6B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2" name="contour_20480"/>
          <p:cNvSpPr/>
          <p:nvPr/>
        </p:nvSpPr>
        <p:spPr>
          <a:xfrm>
            <a:off x="1607137" y="1807422"/>
            <a:ext cx="28460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006" y="0"/>
                </a:moveTo>
                <a:lnTo>
                  <a:pt x="6035" y="2009"/>
                </a:lnTo>
                <a:lnTo>
                  <a:pt x="7080" y="4052"/>
                </a:lnTo>
                <a:lnTo>
                  <a:pt x="9442" y="6813"/>
                </a:lnTo>
                <a:lnTo>
                  <a:pt x="11843" y="8843"/>
                </a:lnTo>
                <a:lnTo>
                  <a:pt x="14514" y="10385"/>
                </a:lnTo>
                <a:lnTo>
                  <a:pt x="17689" y="11677"/>
                </a:lnTo>
                <a:lnTo>
                  <a:pt x="21600" y="12960"/>
                </a:lnTo>
                <a:lnTo>
                  <a:pt x="17944" y="12960"/>
                </a:lnTo>
                <a:lnTo>
                  <a:pt x="14265" y="12960"/>
                </a:lnTo>
                <a:lnTo>
                  <a:pt x="10537" y="12960"/>
                </a:lnTo>
                <a:lnTo>
                  <a:pt x="8507" y="15526"/>
                </a:lnTo>
                <a:lnTo>
                  <a:pt x="7252" y="17280"/>
                </a:lnTo>
                <a:lnTo>
                  <a:pt x="6262" y="19034"/>
                </a:lnTo>
                <a:lnTo>
                  <a:pt x="5006" y="21600"/>
                </a:lnTo>
                <a:lnTo>
                  <a:pt x="2439" y="16641"/>
                </a:lnTo>
                <a:lnTo>
                  <a:pt x="808" y="13133"/>
                </a:lnTo>
                <a:lnTo>
                  <a:pt x="22" y="10567"/>
                </a:lnTo>
                <a:lnTo>
                  <a:pt x="0" y="8441"/>
                </a:lnTo>
                <a:lnTo>
                  <a:pt x="653" y="6255"/>
                </a:lnTo>
                <a:lnTo>
                  <a:pt x="1897" y="3508"/>
                </a:lnTo>
                <a:lnTo>
                  <a:pt x="3441" y="1767"/>
                </a:lnTo>
                <a:lnTo>
                  <a:pt x="5006" y="0"/>
                </a:lnTo>
                <a:close/>
              </a:path>
            </a:pathLst>
          </a:custGeom>
          <a:solidFill>
            <a:srgbClr val="84848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3" name="contour_20481"/>
          <p:cNvSpPr/>
          <p:nvPr/>
        </p:nvSpPr>
        <p:spPr>
          <a:xfrm>
            <a:off x="1672037" y="180742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6D6D6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4" name="contour_20482"/>
          <p:cNvSpPr/>
          <p:nvPr/>
        </p:nvSpPr>
        <p:spPr>
          <a:xfrm>
            <a:off x="4426898" y="180742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776" y="11729"/>
                </a:lnTo>
                <a:lnTo>
                  <a:pt x="16708" y="14738"/>
                </a:lnTo>
                <a:lnTo>
                  <a:pt x="14386" y="17575"/>
                </a:lnTo>
                <a:lnTo>
                  <a:pt x="10800" y="21600"/>
                </a:lnTo>
                <a:lnTo>
                  <a:pt x="7214" y="20477"/>
                </a:lnTo>
                <a:lnTo>
                  <a:pt x="4892" y="19354"/>
                </a:lnTo>
                <a:lnTo>
                  <a:pt x="2824" y="17554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3D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5" name="contour_20483"/>
          <p:cNvSpPr/>
          <p:nvPr/>
        </p:nvSpPr>
        <p:spPr>
          <a:xfrm>
            <a:off x="7866830" y="17782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EA37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6" name="contour_20484"/>
          <p:cNvSpPr/>
          <p:nvPr/>
        </p:nvSpPr>
        <p:spPr>
          <a:xfrm>
            <a:off x="6839223" y="177827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542" y="6588"/>
                </a:lnTo>
                <a:lnTo>
                  <a:pt x="19483" y="7781"/>
                </a:lnTo>
                <a:lnTo>
                  <a:pt x="18022" y="9428"/>
                </a:lnTo>
                <a:lnTo>
                  <a:pt x="15746" y="11983"/>
                </a:lnTo>
                <a:lnTo>
                  <a:pt x="12276" y="15887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30323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7" name="contour_20485"/>
          <p:cNvSpPr/>
          <p:nvPr/>
        </p:nvSpPr>
        <p:spPr>
          <a:xfrm>
            <a:off x="1672037" y="17855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8B8C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8" name="contour_20486"/>
          <p:cNvSpPr/>
          <p:nvPr/>
        </p:nvSpPr>
        <p:spPr>
          <a:xfrm>
            <a:off x="11000666" y="17782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2434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89" name="contour_20487"/>
          <p:cNvSpPr/>
          <p:nvPr/>
        </p:nvSpPr>
        <p:spPr>
          <a:xfrm>
            <a:off x="2043724" y="1770982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072" y="3056"/>
                </a:lnTo>
                <a:lnTo>
                  <a:pt x="18544" y="6113"/>
                </a:lnTo>
                <a:lnTo>
                  <a:pt x="17010" y="9180"/>
                </a:lnTo>
                <a:lnTo>
                  <a:pt x="15471" y="12258"/>
                </a:lnTo>
                <a:lnTo>
                  <a:pt x="13921" y="15352"/>
                </a:lnTo>
                <a:lnTo>
                  <a:pt x="12366" y="18463"/>
                </a:lnTo>
                <a:lnTo>
                  <a:pt x="10800" y="21600"/>
                </a:lnTo>
                <a:lnTo>
                  <a:pt x="10800" y="18031"/>
                </a:lnTo>
                <a:lnTo>
                  <a:pt x="10800" y="14440"/>
                </a:lnTo>
                <a:lnTo>
                  <a:pt x="10800" y="10800"/>
                </a:lnTo>
                <a:lnTo>
                  <a:pt x="7592" y="8818"/>
                </a:lnTo>
                <a:lnTo>
                  <a:pt x="5400" y="7592"/>
                </a:lnTo>
                <a:lnTo>
                  <a:pt x="3208" y="6626"/>
                </a:lnTo>
                <a:lnTo>
                  <a:pt x="0" y="5400"/>
                </a:lnTo>
                <a:lnTo>
                  <a:pt x="3791" y="3348"/>
                </a:lnTo>
                <a:lnTo>
                  <a:pt x="7047" y="1885"/>
                </a:lnTo>
                <a:lnTo>
                  <a:pt x="10114" y="913"/>
                </a:lnTo>
                <a:lnTo>
                  <a:pt x="13333" y="340"/>
                </a:lnTo>
                <a:lnTo>
                  <a:pt x="17048" y="70"/>
                </a:lnTo>
                <a:lnTo>
                  <a:pt x="21600" y="0"/>
                </a:lnTo>
                <a:close/>
              </a:path>
            </a:pathLst>
          </a:custGeom>
          <a:solidFill>
            <a:srgbClr val="7D7E7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0" name="contour_20488"/>
          <p:cNvSpPr/>
          <p:nvPr/>
        </p:nvSpPr>
        <p:spPr>
          <a:xfrm>
            <a:off x="10454067" y="17564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1303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1" name="contour_20489"/>
          <p:cNvSpPr/>
          <p:nvPr/>
        </p:nvSpPr>
        <p:spPr>
          <a:xfrm>
            <a:off x="8391565" y="17636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5859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2" name="contour_20490"/>
          <p:cNvSpPr/>
          <p:nvPr/>
        </p:nvSpPr>
        <p:spPr>
          <a:xfrm>
            <a:off x="4149954" y="177098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9F858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3" name="contour_20491"/>
          <p:cNvSpPr/>
          <p:nvPr/>
        </p:nvSpPr>
        <p:spPr>
          <a:xfrm>
            <a:off x="673582" y="17564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D5B5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4" name="contour_20492"/>
          <p:cNvSpPr/>
          <p:nvPr/>
        </p:nvSpPr>
        <p:spPr>
          <a:xfrm>
            <a:off x="10621690" y="17345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5434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5" name="contour_20493"/>
          <p:cNvSpPr/>
          <p:nvPr/>
        </p:nvSpPr>
        <p:spPr>
          <a:xfrm>
            <a:off x="5090105" y="17272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91C9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6" name="contour_20494"/>
          <p:cNvSpPr/>
          <p:nvPr/>
        </p:nvSpPr>
        <p:spPr>
          <a:xfrm>
            <a:off x="2306092" y="17272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2949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7" name="contour_20495"/>
          <p:cNvSpPr/>
          <p:nvPr/>
        </p:nvSpPr>
        <p:spPr>
          <a:xfrm>
            <a:off x="2072876" y="172725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0"/>
                </a:lnTo>
                <a:lnTo>
                  <a:pt x="7133" y="0"/>
                </a:lnTo>
                <a:lnTo>
                  <a:pt x="10719" y="0"/>
                </a:lnTo>
                <a:lnTo>
                  <a:pt x="14321" y="0"/>
                </a:lnTo>
                <a:lnTo>
                  <a:pt x="17944" y="0"/>
                </a:lnTo>
                <a:lnTo>
                  <a:pt x="21600" y="0"/>
                </a:ln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8036"/>
                </a:lnTo>
                <a:lnTo>
                  <a:pt x="10849" y="14465"/>
                </a:lnTo>
                <a:lnTo>
                  <a:pt x="8159" y="10879"/>
                </a:lnTo>
                <a:lnTo>
                  <a:pt x="5459" y="7279"/>
                </a:lnTo>
                <a:lnTo>
                  <a:pt x="2743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47464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8" name="contour_20496"/>
          <p:cNvSpPr/>
          <p:nvPr/>
        </p:nvSpPr>
        <p:spPr>
          <a:xfrm>
            <a:off x="1431533" y="17126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8686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499" name="contour_20497"/>
          <p:cNvSpPr/>
          <p:nvPr/>
        </p:nvSpPr>
        <p:spPr>
          <a:xfrm>
            <a:off x="6817359" y="170539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18036" y="8073"/>
                </a:lnTo>
                <a:lnTo>
                  <a:pt x="14465" y="10751"/>
                </a:lnTo>
                <a:lnTo>
                  <a:pt x="10879" y="13441"/>
                </a:lnTo>
                <a:lnTo>
                  <a:pt x="7279" y="16141"/>
                </a:lnTo>
                <a:lnTo>
                  <a:pt x="3658" y="18857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845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0" name="contour_20498"/>
          <p:cNvSpPr/>
          <p:nvPr/>
        </p:nvSpPr>
        <p:spPr>
          <a:xfrm>
            <a:off x="2342532" y="17053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EA2A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1" name="contour_20499"/>
          <p:cNvSpPr/>
          <p:nvPr/>
        </p:nvSpPr>
        <p:spPr>
          <a:xfrm>
            <a:off x="8347837" y="17053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D292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2" name="contour_20500"/>
          <p:cNvSpPr/>
          <p:nvPr/>
        </p:nvSpPr>
        <p:spPr>
          <a:xfrm>
            <a:off x="4448762" y="17053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50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2D4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3" name="contour_20501"/>
          <p:cNvSpPr/>
          <p:nvPr/>
        </p:nvSpPr>
        <p:spPr>
          <a:xfrm>
            <a:off x="9929331" y="169810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50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B6D9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4" name="contour_20502"/>
          <p:cNvSpPr/>
          <p:nvPr/>
        </p:nvSpPr>
        <p:spPr>
          <a:xfrm>
            <a:off x="1817797" y="16981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CBDB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5" name="contour_20503"/>
          <p:cNvSpPr/>
          <p:nvPr/>
        </p:nvSpPr>
        <p:spPr>
          <a:xfrm>
            <a:off x="4018770" y="16762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1EA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6" name="contour_20504"/>
          <p:cNvSpPr/>
          <p:nvPr/>
        </p:nvSpPr>
        <p:spPr>
          <a:xfrm>
            <a:off x="1387805" y="16616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C2B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7" name="contour_20505"/>
          <p:cNvSpPr/>
          <p:nvPr/>
        </p:nvSpPr>
        <p:spPr>
          <a:xfrm>
            <a:off x="1358653" y="1639798"/>
            <a:ext cx="36440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9444" y="2511"/>
                </a:lnTo>
                <a:lnTo>
                  <a:pt x="10260" y="5065"/>
                </a:lnTo>
                <a:lnTo>
                  <a:pt x="12105" y="8516"/>
                </a:lnTo>
                <a:lnTo>
                  <a:pt x="13980" y="11054"/>
                </a:lnTo>
                <a:lnTo>
                  <a:pt x="16066" y="12982"/>
                </a:lnTo>
                <a:lnTo>
                  <a:pt x="18546" y="14596"/>
                </a:lnTo>
                <a:lnTo>
                  <a:pt x="21600" y="16200"/>
                </a:lnTo>
                <a:lnTo>
                  <a:pt x="18645" y="17863"/>
                </a:lnTo>
                <a:lnTo>
                  <a:pt x="16494" y="18976"/>
                </a:lnTo>
                <a:lnTo>
                  <a:pt x="14524" y="19796"/>
                </a:lnTo>
                <a:lnTo>
                  <a:pt x="12113" y="20585"/>
                </a:lnTo>
                <a:lnTo>
                  <a:pt x="8640" y="21600"/>
                </a:lnTo>
                <a:lnTo>
                  <a:pt x="5616" y="18581"/>
                </a:lnTo>
                <a:lnTo>
                  <a:pt x="3711" y="16454"/>
                </a:lnTo>
                <a:lnTo>
                  <a:pt x="2108" y="14197"/>
                </a:lnTo>
                <a:lnTo>
                  <a:pt x="0" y="10800"/>
                </a:lnTo>
                <a:lnTo>
                  <a:pt x="2856" y="10800"/>
                </a:lnTo>
                <a:lnTo>
                  <a:pt x="5728" y="10800"/>
                </a:lnTo>
                <a:lnTo>
                  <a:pt x="8640" y="10800"/>
                </a:lnTo>
                <a:lnTo>
                  <a:pt x="8640" y="7231"/>
                </a:lnTo>
                <a:lnTo>
                  <a:pt x="8640" y="3640"/>
                </a:lnTo>
                <a:lnTo>
                  <a:pt x="8640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8" name="contour_20506"/>
          <p:cNvSpPr/>
          <p:nvPr/>
        </p:nvSpPr>
        <p:spPr>
          <a:xfrm>
            <a:off x="848494" y="16397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F9F9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09" name="contour_20507"/>
          <p:cNvSpPr/>
          <p:nvPr/>
        </p:nvSpPr>
        <p:spPr>
          <a:xfrm>
            <a:off x="1183741" y="163251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94969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0" name="contour_20508"/>
          <p:cNvSpPr/>
          <p:nvPr/>
        </p:nvSpPr>
        <p:spPr>
          <a:xfrm>
            <a:off x="7764798" y="161064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20374" y="11477"/>
                </a:lnTo>
                <a:lnTo>
                  <a:pt x="19408" y="14400"/>
                </a:lnTo>
                <a:lnTo>
                  <a:pt x="18182" y="17323"/>
                </a:lnTo>
                <a:lnTo>
                  <a:pt x="16200" y="21600"/>
                </a:lnTo>
                <a:lnTo>
                  <a:pt x="12631" y="21600"/>
                </a:lnTo>
                <a:lnTo>
                  <a:pt x="9040" y="21600"/>
                </a:lnTo>
                <a:lnTo>
                  <a:pt x="5400" y="21600"/>
                </a:lnTo>
                <a:lnTo>
                  <a:pt x="3737" y="16243"/>
                </a:lnTo>
                <a:lnTo>
                  <a:pt x="2624" y="12442"/>
                </a:lnTo>
                <a:lnTo>
                  <a:pt x="1804" y="9158"/>
                </a:lnTo>
                <a:lnTo>
                  <a:pt x="1015" y="5357"/>
                </a:lnTo>
                <a:lnTo>
                  <a:pt x="0" y="0"/>
                </a:lnTo>
                <a:close/>
              </a:path>
            </a:pathLst>
          </a:custGeom>
          <a:solidFill>
            <a:srgbClr val="E0CD8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1" name="contour_20509"/>
          <p:cNvSpPr/>
          <p:nvPr/>
        </p:nvSpPr>
        <p:spPr>
          <a:xfrm>
            <a:off x="5337896" y="16179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5B7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2" name="contour_20510"/>
          <p:cNvSpPr/>
          <p:nvPr/>
        </p:nvSpPr>
        <p:spPr>
          <a:xfrm>
            <a:off x="1322213" y="15814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E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3" name="contour_20511"/>
          <p:cNvSpPr/>
          <p:nvPr/>
        </p:nvSpPr>
        <p:spPr>
          <a:xfrm>
            <a:off x="1030694" y="1574206"/>
            <a:ext cx="29152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1372"/>
                </a:lnTo>
                <a:lnTo>
                  <a:pt x="2684" y="2689"/>
                </a:lnTo>
                <a:lnTo>
                  <a:pt x="4320" y="4320"/>
                </a:lnTo>
                <a:lnTo>
                  <a:pt x="6647" y="6653"/>
                </a:lnTo>
                <a:lnTo>
                  <a:pt x="10055" y="10055"/>
                </a:lnTo>
                <a:lnTo>
                  <a:pt x="14909" y="14915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0" y="14461"/>
                </a:lnTo>
                <a:lnTo>
                  <a:pt x="0" y="7279"/>
                </a:lnTo>
                <a:lnTo>
                  <a:pt x="0" y="0"/>
                </a:lnTo>
                <a:close/>
              </a:path>
            </a:pathLst>
          </a:custGeom>
          <a:solidFill>
            <a:srgbClr val="999B9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4" name="contour_20512"/>
          <p:cNvSpPr/>
          <p:nvPr/>
        </p:nvSpPr>
        <p:spPr>
          <a:xfrm>
            <a:off x="8223941" y="15814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E6F0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5" name="contour_20513"/>
          <p:cNvSpPr/>
          <p:nvPr/>
        </p:nvSpPr>
        <p:spPr>
          <a:xfrm>
            <a:off x="1766781" y="15669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8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6" name="contour_20514"/>
          <p:cNvSpPr/>
          <p:nvPr/>
        </p:nvSpPr>
        <p:spPr>
          <a:xfrm>
            <a:off x="8107333" y="15523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3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7" name="contour_20515"/>
          <p:cNvSpPr/>
          <p:nvPr/>
        </p:nvSpPr>
        <p:spPr>
          <a:xfrm>
            <a:off x="1278485" y="15231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2858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8" name="contour_20516"/>
          <p:cNvSpPr/>
          <p:nvPr/>
        </p:nvSpPr>
        <p:spPr>
          <a:xfrm>
            <a:off x="1125437" y="15159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3949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19" name="contour_20517"/>
          <p:cNvSpPr/>
          <p:nvPr/>
        </p:nvSpPr>
        <p:spPr>
          <a:xfrm>
            <a:off x="8537325" y="14867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759" y="0"/>
                </a:lnTo>
                <a:lnTo>
                  <a:pt x="9547" y="0"/>
                </a:lnTo>
                <a:lnTo>
                  <a:pt x="14400" y="0"/>
                </a:lnTo>
                <a:lnTo>
                  <a:pt x="16618" y="5357"/>
                </a:lnTo>
                <a:lnTo>
                  <a:pt x="18101" y="9158"/>
                </a:lnTo>
                <a:lnTo>
                  <a:pt x="19195" y="12442"/>
                </a:lnTo>
                <a:lnTo>
                  <a:pt x="20246" y="1624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5E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0" name="contour_20518"/>
          <p:cNvSpPr/>
          <p:nvPr/>
        </p:nvSpPr>
        <p:spPr>
          <a:xfrm>
            <a:off x="7181758" y="1457598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81" y="523"/>
                </a:lnTo>
                <a:lnTo>
                  <a:pt x="15077" y="1149"/>
                </a:lnTo>
                <a:lnTo>
                  <a:pt x="17834" y="2281"/>
                </a:lnTo>
                <a:lnTo>
                  <a:pt x="21600" y="4320"/>
                </a:lnTo>
                <a:lnTo>
                  <a:pt x="20952" y="7296"/>
                </a:lnTo>
                <a:lnTo>
                  <a:pt x="20023" y="10208"/>
                </a:lnTo>
                <a:lnTo>
                  <a:pt x="18864" y="13077"/>
                </a:lnTo>
                <a:lnTo>
                  <a:pt x="17503" y="15919"/>
                </a:lnTo>
                <a:lnTo>
                  <a:pt x="16006" y="18753"/>
                </a:lnTo>
                <a:lnTo>
                  <a:pt x="14400" y="21600"/>
                </a:lnTo>
                <a:lnTo>
                  <a:pt x="12463" y="19518"/>
                </a:lnTo>
                <a:lnTo>
                  <a:pt x="10541" y="17427"/>
                </a:lnTo>
                <a:lnTo>
                  <a:pt x="8640" y="15327"/>
                </a:lnTo>
                <a:lnTo>
                  <a:pt x="6754" y="13228"/>
                </a:lnTo>
                <a:lnTo>
                  <a:pt x="5681" y="12061"/>
                </a:lnTo>
                <a:lnTo>
                  <a:pt x="2448" y="8523"/>
                </a:lnTo>
                <a:lnTo>
                  <a:pt x="1238" y="6437"/>
                </a:lnTo>
                <a:lnTo>
                  <a:pt x="0" y="4320"/>
                </a:lnTo>
                <a:lnTo>
                  <a:pt x="3571" y="2177"/>
                </a:lnTo>
                <a:lnTo>
                  <a:pt x="7200" y="0"/>
                </a:lnTo>
                <a:close/>
              </a:path>
            </a:pathLst>
          </a:custGeom>
          <a:solidFill>
            <a:srgbClr val="E7EF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1" name="contour_20519"/>
          <p:cNvSpPr/>
          <p:nvPr/>
        </p:nvSpPr>
        <p:spPr>
          <a:xfrm>
            <a:off x="2167620" y="1413870"/>
            <a:ext cx="21864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855"/>
                </a:lnTo>
                <a:lnTo>
                  <a:pt x="8568" y="1715"/>
                </a:lnTo>
                <a:lnTo>
                  <a:pt x="12874" y="2575"/>
                </a:lnTo>
                <a:lnTo>
                  <a:pt x="17215" y="3443"/>
                </a:lnTo>
                <a:lnTo>
                  <a:pt x="21600" y="4320"/>
                </a:lnTo>
                <a:lnTo>
                  <a:pt x="19562" y="6765"/>
                </a:lnTo>
                <a:lnTo>
                  <a:pt x="17525" y="9210"/>
                </a:lnTo>
                <a:lnTo>
                  <a:pt x="15480" y="11664"/>
                </a:lnTo>
                <a:lnTo>
                  <a:pt x="13428" y="14126"/>
                </a:lnTo>
                <a:lnTo>
                  <a:pt x="11362" y="16602"/>
                </a:lnTo>
                <a:lnTo>
                  <a:pt x="9288" y="19090"/>
                </a:lnTo>
                <a:lnTo>
                  <a:pt x="7200" y="21600"/>
                </a:lnTo>
                <a:lnTo>
                  <a:pt x="6307" y="18926"/>
                </a:lnTo>
                <a:lnTo>
                  <a:pt x="5414" y="16252"/>
                </a:lnTo>
                <a:lnTo>
                  <a:pt x="4522" y="13569"/>
                </a:lnTo>
                <a:lnTo>
                  <a:pt x="3629" y="10882"/>
                </a:lnTo>
                <a:lnTo>
                  <a:pt x="2729" y="8182"/>
                </a:lnTo>
                <a:lnTo>
                  <a:pt x="1822" y="5469"/>
                </a:lnTo>
                <a:lnTo>
                  <a:pt x="914" y="2743"/>
                </a:lnTo>
                <a:lnTo>
                  <a:pt x="0" y="0"/>
                </a:lnTo>
                <a:close/>
              </a:path>
            </a:pathLst>
          </a:custGeom>
          <a:solidFill>
            <a:srgbClr val="F4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2" name="contour_20520"/>
          <p:cNvSpPr/>
          <p:nvPr/>
        </p:nvSpPr>
        <p:spPr>
          <a:xfrm>
            <a:off x="9958483" y="14138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2992" y="20174"/>
                </a:lnTo>
                <a:lnTo>
                  <a:pt x="9774" y="18742"/>
                </a:lnTo>
                <a:lnTo>
                  <a:pt x="6545" y="17309"/>
                </a:lnTo>
                <a:lnTo>
                  <a:pt x="3289" y="15862"/>
                </a:lnTo>
                <a:lnTo>
                  <a:pt x="0" y="14400"/>
                </a:lnTo>
                <a:lnTo>
                  <a:pt x="3537" y="9065"/>
                </a:lnTo>
                <a:lnTo>
                  <a:pt x="6291" y="5249"/>
                </a:lnTo>
                <a:lnTo>
                  <a:pt x="8645" y="2686"/>
                </a:lnTo>
                <a:lnTo>
                  <a:pt x="10973" y="1130"/>
                </a:lnTo>
                <a:lnTo>
                  <a:pt x="13657" y="338"/>
                </a:lnTo>
                <a:lnTo>
                  <a:pt x="17075" y="43"/>
                </a:lnTo>
                <a:lnTo>
                  <a:pt x="21600" y="0"/>
                </a:lnTo>
                <a:close/>
              </a:path>
            </a:pathLst>
          </a:custGeom>
          <a:solidFill>
            <a:srgbClr val="BFD4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3" name="contour_20521"/>
          <p:cNvSpPr/>
          <p:nvPr/>
        </p:nvSpPr>
        <p:spPr>
          <a:xfrm>
            <a:off x="9994923" y="136285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418" y="1354"/>
                </a:lnTo>
                <a:lnTo>
                  <a:pt x="12269" y="2405"/>
                </a:lnTo>
                <a:lnTo>
                  <a:pt x="14731" y="3499"/>
                </a:lnTo>
                <a:lnTo>
                  <a:pt x="17582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0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C5D8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4" name="contour_20522"/>
          <p:cNvSpPr/>
          <p:nvPr/>
        </p:nvSpPr>
        <p:spPr>
          <a:xfrm>
            <a:off x="5709584" y="13409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9576"/>
                </a:lnTo>
                <a:lnTo>
                  <a:pt x="16249" y="11959"/>
                </a:lnTo>
                <a:lnTo>
                  <a:pt x="13559" y="14350"/>
                </a:lnTo>
                <a:lnTo>
                  <a:pt x="10859" y="16747"/>
                </a:lnTo>
                <a:lnTo>
                  <a:pt x="8143" y="19166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5696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5" name="contour_20523"/>
          <p:cNvSpPr/>
          <p:nvPr/>
        </p:nvSpPr>
        <p:spPr>
          <a:xfrm>
            <a:off x="10126107" y="131912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2673"/>
                </a:lnTo>
                <a:lnTo>
                  <a:pt x="7135" y="5351"/>
                </a:lnTo>
                <a:lnTo>
                  <a:pt x="10721" y="8041"/>
                </a:lnTo>
                <a:lnTo>
                  <a:pt x="14321" y="10741"/>
                </a:lnTo>
                <a:lnTo>
                  <a:pt x="17942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CDE1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6" name="contour_20524"/>
          <p:cNvSpPr/>
          <p:nvPr/>
        </p:nvSpPr>
        <p:spPr>
          <a:xfrm>
            <a:off x="6591431" y="130455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2362" y="18544"/>
                </a:lnTo>
                <a:lnTo>
                  <a:pt x="10325" y="15487"/>
                </a:lnTo>
                <a:lnTo>
                  <a:pt x="8280" y="12420"/>
                </a:lnTo>
                <a:lnTo>
                  <a:pt x="6228" y="9342"/>
                </a:lnTo>
                <a:lnTo>
                  <a:pt x="4162" y="6248"/>
                </a:lnTo>
                <a:lnTo>
                  <a:pt x="2088" y="3137"/>
                </a:lnTo>
                <a:lnTo>
                  <a:pt x="0" y="0"/>
                </a:lnTo>
                <a:close/>
              </a:path>
            </a:pathLst>
          </a:custGeom>
          <a:solidFill>
            <a:srgbClr val="9CA5A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7" name="contour_20525"/>
          <p:cNvSpPr/>
          <p:nvPr/>
        </p:nvSpPr>
        <p:spPr>
          <a:xfrm>
            <a:off x="6686175" y="1284071"/>
            <a:ext cx="36440" cy="20479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6226"/>
                </a:moveTo>
                <a:lnTo>
                  <a:pt x="19064" y="9901"/>
                </a:lnTo>
                <a:lnTo>
                  <a:pt x="17159" y="12560"/>
                </a:lnTo>
                <a:lnTo>
                  <a:pt x="15526" y="14636"/>
                </a:lnTo>
                <a:lnTo>
                  <a:pt x="13798" y="16550"/>
                </a:lnTo>
                <a:lnTo>
                  <a:pt x="11625" y="18725"/>
                </a:lnTo>
                <a:lnTo>
                  <a:pt x="8640" y="21600"/>
                </a:lnTo>
                <a:lnTo>
                  <a:pt x="5620" y="17580"/>
                </a:lnTo>
                <a:lnTo>
                  <a:pt x="3711" y="14636"/>
                </a:lnTo>
                <a:lnTo>
                  <a:pt x="2108" y="11330"/>
                </a:lnTo>
                <a:lnTo>
                  <a:pt x="0" y="6226"/>
                </a:lnTo>
                <a:lnTo>
                  <a:pt x="3300" y="2729"/>
                </a:lnTo>
                <a:lnTo>
                  <a:pt x="6303" y="715"/>
                </a:lnTo>
                <a:lnTo>
                  <a:pt x="9150" y="0"/>
                </a:lnTo>
                <a:lnTo>
                  <a:pt x="11966" y="377"/>
                </a:lnTo>
                <a:lnTo>
                  <a:pt x="14891" y="1668"/>
                </a:lnTo>
                <a:lnTo>
                  <a:pt x="18058" y="3682"/>
                </a:lnTo>
                <a:lnTo>
                  <a:pt x="21600" y="6226"/>
                </a:lnTo>
                <a:close/>
              </a:path>
            </a:pathLst>
          </a:custGeom>
          <a:solidFill>
            <a:srgbClr val="A0ABB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8" name="contour_20526"/>
          <p:cNvSpPr/>
          <p:nvPr/>
        </p:nvSpPr>
        <p:spPr>
          <a:xfrm>
            <a:off x="5294169" y="126811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20228" y="8114"/>
                </a:lnTo>
                <a:lnTo>
                  <a:pt x="18916" y="8993"/>
                </a:lnTo>
                <a:lnTo>
                  <a:pt x="17280" y="10080"/>
                </a:lnTo>
                <a:lnTo>
                  <a:pt x="14953" y="11635"/>
                </a:lnTo>
                <a:lnTo>
                  <a:pt x="11545" y="13903"/>
                </a:lnTo>
                <a:lnTo>
                  <a:pt x="6691" y="1714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F4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29" name="contour_20527"/>
          <p:cNvSpPr/>
          <p:nvPr/>
        </p:nvSpPr>
        <p:spPr>
          <a:xfrm>
            <a:off x="1278485" y="1209807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210" y="403"/>
                </a:lnTo>
                <a:lnTo>
                  <a:pt x="2341" y="778"/>
                </a:lnTo>
                <a:lnTo>
                  <a:pt x="3646" y="1217"/>
                </a:lnTo>
                <a:lnTo>
                  <a:pt x="5374" y="1793"/>
                </a:lnTo>
                <a:lnTo>
                  <a:pt x="7780" y="2592"/>
                </a:lnTo>
                <a:lnTo>
                  <a:pt x="11115" y="3708"/>
                </a:lnTo>
                <a:lnTo>
                  <a:pt x="15638" y="5213"/>
                </a:lnTo>
                <a:lnTo>
                  <a:pt x="21600" y="7200"/>
                </a:lnTo>
                <a:lnTo>
                  <a:pt x="19462" y="9576"/>
                </a:lnTo>
                <a:lnTo>
                  <a:pt x="17319" y="11959"/>
                </a:lnTo>
                <a:lnTo>
                  <a:pt x="15168" y="14350"/>
                </a:lnTo>
                <a:lnTo>
                  <a:pt x="13008" y="16747"/>
                </a:lnTo>
                <a:lnTo>
                  <a:pt x="10835" y="19166"/>
                </a:lnTo>
                <a:lnTo>
                  <a:pt x="8640" y="21600"/>
                </a:lnTo>
                <a:lnTo>
                  <a:pt x="7214" y="18036"/>
                </a:lnTo>
                <a:lnTo>
                  <a:pt x="5784" y="14465"/>
                </a:lnTo>
                <a:lnTo>
                  <a:pt x="4350" y="10879"/>
                </a:lnTo>
                <a:lnTo>
                  <a:pt x="2912" y="7279"/>
                </a:lnTo>
                <a:lnTo>
                  <a:pt x="1460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6D51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0" name="contour_20528"/>
          <p:cNvSpPr/>
          <p:nvPr/>
        </p:nvSpPr>
        <p:spPr>
          <a:xfrm>
            <a:off x="9645099" y="98387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CB8B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1" name="contour_20529"/>
          <p:cNvSpPr/>
          <p:nvPr/>
        </p:nvSpPr>
        <p:spPr>
          <a:xfrm>
            <a:off x="3661658" y="940151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73"/>
                </a:lnTo>
                <a:lnTo>
                  <a:pt x="14369" y="5351"/>
                </a:lnTo>
                <a:lnTo>
                  <a:pt x="16162" y="8041"/>
                </a:lnTo>
                <a:lnTo>
                  <a:pt x="17960" y="10741"/>
                </a:lnTo>
                <a:lnTo>
                  <a:pt x="19775" y="13457"/>
                </a:lnTo>
                <a:lnTo>
                  <a:pt x="21600" y="16200"/>
                </a:lnTo>
                <a:lnTo>
                  <a:pt x="18036" y="17091"/>
                </a:lnTo>
                <a:lnTo>
                  <a:pt x="14467" y="17982"/>
                </a:lnTo>
                <a:lnTo>
                  <a:pt x="10881" y="18878"/>
                </a:lnTo>
                <a:lnTo>
                  <a:pt x="7279" y="19780"/>
                </a:lnTo>
                <a:lnTo>
                  <a:pt x="3656" y="20687"/>
                </a:lnTo>
                <a:lnTo>
                  <a:pt x="0" y="21600"/>
                </a:lnTo>
                <a:lnTo>
                  <a:pt x="1528" y="18544"/>
                </a:lnTo>
                <a:lnTo>
                  <a:pt x="3056" y="15487"/>
                </a:lnTo>
                <a:lnTo>
                  <a:pt x="4590" y="12420"/>
                </a:lnTo>
                <a:lnTo>
                  <a:pt x="6129" y="9342"/>
                </a:lnTo>
                <a:lnTo>
                  <a:pt x="7679" y="6248"/>
                </a:lnTo>
                <a:lnTo>
                  <a:pt x="9234" y="3137"/>
                </a:lnTo>
                <a:lnTo>
                  <a:pt x="10800" y="0"/>
                </a:lnTo>
                <a:close/>
              </a:path>
            </a:pathLst>
          </a:custGeom>
          <a:solidFill>
            <a:srgbClr val="EAEC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2" name="contour_20530"/>
          <p:cNvSpPr/>
          <p:nvPr/>
        </p:nvSpPr>
        <p:spPr>
          <a:xfrm>
            <a:off x="3530475" y="92557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608" y="1426"/>
                </a:lnTo>
                <a:lnTo>
                  <a:pt x="11826" y="2858"/>
                </a:lnTo>
                <a:lnTo>
                  <a:pt x="15055" y="4291"/>
                </a:lnTo>
                <a:lnTo>
                  <a:pt x="18311" y="5738"/>
                </a:lnTo>
                <a:lnTo>
                  <a:pt x="21600" y="7200"/>
                </a:lnTo>
                <a:lnTo>
                  <a:pt x="18776" y="11477"/>
                </a:lnTo>
                <a:lnTo>
                  <a:pt x="16708" y="14400"/>
                </a:lnTo>
                <a:lnTo>
                  <a:pt x="14386" y="17323"/>
                </a:lnTo>
                <a:lnTo>
                  <a:pt x="10800" y="21600"/>
                </a:lnTo>
                <a:lnTo>
                  <a:pt x="7231" y="21600"/>
                </a:lnTo>
                <a:lnTo>
                  <a:pt x="3640" y="21600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C9CCC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3" name="contour_20531"/>
          <p:cNvSpPr/>
          <p:nvPr/>
        </p:nvSpPr>
        <p:spPr>
          <a:xfrm>
            <a:off x="4456050" y="67778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0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4" name="contour_20532"/>
          <p:cNvSpPr/>
          <p:nvPr/>
        </p:nvSpPr>
        <p:spPr>
          <a:xfrm>
            <a:off x="8194789" y="623123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BDD3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5" name="contour_20533"/>
          <p:cNvSpPr/>
          <p:nvPr/>
        </p:nvSpPr>
        <p:spPr>
          <a:xfrm>
            <a:off x="5301457" y="618021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9CD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6" name="contour_20534"/>
          <p:cNvSpPr/>
          <p:nvPr/>
        </p:nvSpPr>
        <p:spPr>
          <a:xfrm>
            <a:off x="9994923" y="61510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7" name="contour_20535"/>
          <p:cNvSpPr/>
          <p:nvPr/>
        </p:nvSpPr>
        <p:spPr>
          <a:xfrm>
            <a:off x="5403488" y="61146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9576"/>
                </a:lnTo>
                <a:lnTo>
                  <a:pt x="14465" y="11959"/>
                </a:lnTo>
                <a:lnTo>
                  <a:pt x="10879" y="14342"/>
                </a:lnTo>
                <a:lnTo>
                  <a:pt x="7279" y="16747"/>
                </a:lnTo>
                <a:lnTo>
                  <a:pt x="3658" y="191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2D7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8" name="contour_20536"/>
          <p:cNvSpPr/>
          <p:nvPr/>
        </p:nvSpPr>
        <p:spPr>
          <a:xfrm>
            <a:off x="7342094" y="602716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9CBC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39" name="contour_20537"/>
          <p:cNvSpPr/>
          <p:nvPr/>
        </p:nvSpPr>
        <p:spPr>
          <a:xfrm>
            <a:off x="3800130" y="60125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9576"/>
                </a:lnTo>
                <a:lnTo>
                  <a:pt x="14465" y="11959"/>
                </a:lnTo>
                <a:lnTo>
                  <a:pt x="10879" y="14342"/>
                </a:lnTo>
                <a:lnTo>
                  <a:pt x="7279" y="16747"/>
                </a:lnTo>
                <a:lnTo>
                  <a:pt x="3658" y="191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BD0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0" name="contour_20538"/>
          <p:cNvSpPr/>
          <p:nvPr/>
        </p:nvSpPr>
        <p:spPr>
          <a:xfrm>
            <a:off x="9761707" y="59907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1D6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1" name="contour_20539"/>
          <p:cNvSpPr/>
          <p:nvPr/>
        </p:nvSpPr>
        <p:spPr>
          <a:xfrm>
            <a:off x="11233882" y="593242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F0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2" name="contour_20540"/>
          <p:cNvSpPr/>
          <p:nvPr/>
        </p:nvSpPr>
        <p:spPr>
          <a:xfrm>
            <a:off x="4135378" y="59105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D6F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3" name="contour_20541"/>
          <p:cNvSpPr/>
          <p:nvPr/>
        </p:nvSpPr>
        <p:spPr>
          <a:xfrm>
            <a:off x="680870" y="590327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3B0C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4" name="contour_20542"/>
          <p:cNvSpPr/>
          <p:nvPr/>
        </p:nvSpPr>
        <p:spPr>
          <a:xfrm>
            <a:off x="6715327" y="588140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3564"/>
                </a:lnTo>
                <a:lnTo>
                  <a:pt x="7135" y="7135"/>
                </a:lnTo>
                <a:lnTo>
                  <a:pt x="10721" y="10721"/>
                </a:lnTo>
                <a:lnTo>
                  <a:pt x="14321" y="14321"/>
                </a:lnTo>
                <a:lnTo>
                  <a:pt x="17942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0F5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5" name="contour_20543"/>
          <p:cNvSpPr/>
          <p:nvPr/>
        </p:nvSpPr>
        <p:spPr>
          <a:xfrm>
            <a:off x="7721070" y="586683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EFF6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6" name="contour_20544"/>
          <p:cNvSpPr/>
          <p:nvPr/>
        </p:nvSpPr>
        <p:spPr>
          <a:xfrm>
            <a:off x="10971514" y="585954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1F2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7" name="contour_20545"/>
          <p:cNvSpPr/>
          <p:nvPr/>
        </p:nvSpPr>
        <p:spPr>
          <a:xfrm>
            <a:off x="10570674" y="582310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D8DD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8" name="contour_20546"/>
          <p:cNvSpPr/>
          <p:nvPr/>
        </p:nvSpPr>
        <p:spPr>
          <a:xfrm>
            <a:off x="10242715" y="5815817"/>
            <a:ext cx="29152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588"/>
                </a:lnTo>
                <a:lnTo>
                  <a:pt x="7781" y="3175"/>
                </a:lnTo>
                <a:lnTo>
                  <a:pt x="9428" y="5368"/>
                </a:lnTo>
                <a:lnTo>
                  <a:pt x="11983" y="8780"/>
                </a:lnTo>
                <a:lnTo>
                  <a:pt x="15887" y="13986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339" y="16254"/>
                </a:lnTo>
                <a:lnTo>
                  <a:pt x="2678" y="10886"/>
                </a:lnTo>
                <a:lnTo>
                  <a:pt x="4034" y="5476"/>
                </a:lnTo>
                <a:lnTo>
                  <a:pt x="5400" y="0"/>
                </a:lnTo>
                <a:close/>
              </a:path>
            </a:pathLst>
          </a:custGeom>
          <a:solidFill>
            <a:srgbClr val="F2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49" name="contour_20547"/>
          <p:cNvSpPr/>
          <p:nvPr/>
        </p:nvSpPr>
        <p:spPr>
          <a:xfrm>
            <a:off x="7866830" y="581581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570"/>
                </a:lnTo>
                <a:lnTo>
                  <a:pt x="12512" y="2729"/>
                </a:lnTo>
                <a:lnTo>
                  <a:pt x="14974" y="3823"/>
                </a:lnTo>
                <a:lnTo>
                  <a:pt x="17744" y="5198"/>
                </a:lnTo>
                <a:lnTo>
                  <a:pt x="21600" y="7200"/>
                </a:lnTo>
                <a:lnTo>
                  <a:pt x="18927" y="10764"/>
                </a:lnTo>
                <a:lnTo>
                  <a:pt x="16238" y="14342"/>
                </a:lnTo>
                <a:lnTo>
                  <a:pt x="13538" y="17950"/>
                </a:lnTo>
                <a:lnTo>
                  <a:pt x="10800" y="21600"/>
                </a:lnTo>
                <a:lnTo>
                  <a:pt x="8127" y="18036"/>
                </a:lnTo>
                <a:lnTo>
                  <a:pt x="5438" y="14458"/>
                </a:lnTo>
                <a:lnTo>
                  <a:pt x="2738" y="10850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E3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0" name="contour_20548"/>
          <p:cNvSpPr/>
          <p:nvPr/>
        </p:nvSpPr>
        <p:spPr>
          <a:xfrm>
            <a:off x="7487854" y="58085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3E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1" name="contour_20549"/>
          <p:cNvSpPr/>
          <p:nvPr/>
        </p:nvSpPr>
        <p:spPr>
          <a:xfrm>
            <a:off x="5600264" y="58085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FAA7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2" name="contour_20550"/>
          <p:cNvSpPr/>
          <p:nvPr/>
        </p:nvSpPr>
        <p:spPr>
          <a:xfrm>
            <a:off x="3792842" y="58085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3" name="contour_20551"/>
          <p:cNvSpPr/>
          <p:nvPr/>
        </p:nvSpPr>
        <p:spPr>
          <a:xfrm>
            <a:off x="4193682" y="580124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EE4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4" name="contour_20552"/>
          <p:cNvSpPr/>
          <p:nvPr/>
        </p:nvSpPr>
        <p:spPr>
          <a:xfrm>
            <a:off x="10512370" y="579395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43434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5" name="contour_20553"/>
          <p:cNvSpPr/>
          <p:nvPr/>
        </p:nvSpPr>
        <p:spPr>
          <a:xfrm>
            <a:off x="7932421" y="579395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3564"/>
                </a:lnTo>
                <a:lnTo>
                  <a:pt x="11959" y="7135"/>
                </a:lnTo>
                <a:lnTo>
                  <a:pt x="14350" y="10721"/>
                </a:lnTo>
                <a:lnTo>
                  <a:pt x="16747" y="14321"/>
                </a:lnTo>
                <a:lnTo>
                  <a:pt x="19166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D9E0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6" name="contour_20554"/>
          <p:cNvSpPr/>
          <p:nvPr/>
        </p:nvSpPr>
        <p:spPr>
          <a:xfrm>
            <a:off x="7655478" y="578666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2160"/>
                </a:lnTo>
                <a:lnTo>
                  <a:pt x="11621" y="3775"/>
                </a:lnTo>
                <a:lnTo>
                  <a:pt x="13748" y="5146"/>
                </a:lnTo>
                <a:lnTo>
                  <a:pt x="15822" y="6577"/>
                </a:lnTo>
                <a:lnTo>
                  <a:pt x="18290" y="8359"/>
                </a:lnTo>
                <a:lnTo>
                  <a:pt x="21600" y="10800"/>
                </a:lnTo>
                <a:lnTo>
                  <a:pt x="18031" y="10800"/>
                </a:lnTo>
                <a:lnTo>
                  <a:pt x="14440" y="10800"/>
                </a:lnTo>
                <a:lnTo>
                  <a:pt x="10800" y="10800"/>
                </a:lnTo>
                <a:lnTo>
                  <a:pt x="8818" y="14008"/>
                </a:lnTo>
                <a:lnTo>
                  <a:pt x="7592" y="16200"/>
                </a:lnTo>
                <a:lnTo>
                  <a:pt x="6626" y="18392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86817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7" name="contour_20555"/>
          <p:cNvSpPr/>
          <p:nvPr/>
        </p:nvSpPr>
        <p:spPr>
          <a:xfrm>
            <a:off x="578838" y="57502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8B6A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8" name="contour_20556"/>
          <p:cNvSpPr/>
          <p:nvPr/>
        </p:nvSpPr>
        <p:spPr>
          <a:xfrm>
            <a:off x="5250441" y="573564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3564"/>
                </a:lnTo>
                <a:lnTo>
                  <a:pt x="7135" y="7135"/>
                </a:lnTo>
                <a:lnTo>
                  <a:pt x="10721" y="10721"/>
                </a:lnTo>
                <a:lnTo>
                  <a:pt x="14321" y="14321"/>
                </a:lnTo>
                <a:lnTo>
                  <a:pt x="17942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D5E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59" name="contour_20557"/>
          <p:cNvSpPr/>
          <p:nvPr/>
        </p:nvSpPr>
        <p:spPr>
          <a:xfrm>
            <a:off x="5170273" y="57283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F5E6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0" name="contour_20558"/>
          <p:cNvSpPr/>
          <p:nvPr/>
        </p:nvSpPr>
        <p:spPr>
          <a:xfrm>
            <a:off x="5578400" y="5714747"/>
            <a:ext cx="29152" cy="20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356"/>
                </a:moveTo>
                <a:lnTo>
                  <a:pt x="18047" y="2644"/>
                </a:lnTo>
                <a:lnTo>
                  <a:pt x="21600" y="6537"/>
                </a:lnTo>
                <a:lnTo>
                  <a:pt x="21600" y="11515"/>
                </a:lnTo>
                <a:lnTo>
                  <a:pt x="21600" y="16524"/>
                </a:lnTo>
                <a:lnTo>
                  <a:pt x="21600" y="21600"/>
                </a:lnTo>
                <a:lnTo>
                  <a:pt x="18544" y="19476"/>
                </a:lnTo>
                <a:lnTo>
                  <a:pt x="15487" y="17337"/>
                </a:lnTo>
                <a:lnTo>
                  <a:pt x="12420" y="15198"/>
                </a:lnTo>
                <a:lnTo>
                  <a:pt x="9342" y="13052"/>
                </a:lnTo>
                <a:lnTo>
                  <a:pt x="6248" y="10890"/>
                </a:lnTo>
                <a:lnTo>
                  <a:pt x="3137" y="8721"/>
                </a:lnTo>
                <a:lnTo>
                  <a:pt x="0" y="6537"/>
                </a:lnTo>
                <a:lnTo>
                  <a:pt x="5319" y="2885"/>
                </a:lnTo>
                <a:lnTo>
                  <a:pt x="8856" y="783"/>
                </a:lnTo>
                <a:lnTo>
                  <a:pt x="11421" y="0"/>
                </a:lnTo>
                <a:lnTo>
                  <a:pt x="13824" y="271"/>
                </a:lnTo>
                <a:lnTo>
                  <a:pt x="16875" y="1356"/>
                </a:lnTo>
                <a:close/>
              </a:path>
            </a:pathLst>
          </a:custGeom>
          <a:solidFill>
            <a:srgbClr val="3F3F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1" name="contour_20559"/>
          <p:cNvSpPr/>
          <p:nvPr/>
        </p:nvSpPr>
        <p:spPr>
          <a:xfrm>
            <a:off x="7203622" y="570649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6EF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2" name="contour_20560"/>
          <p:cNvSpPr/>
          <p:nvPr/>
        </p:nvSpPr>
        <p:spPr>
          <a:xfrm>
            <a:off x="4463338" y="570649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1E4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3" name="contour_20561"/>
          <p:cNvSpPr/>
          <p:nvPr/>
        </p:nvSpPr>
        <p:spPr>
          <a:xfrm>
            <a:off x="4397746" y="567734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7A3A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4" name="contour_20562"/>
          <p:cNvSpPr/>
          <p:nvPr/>
        </p:nvSpPr>
        <p:spPr>
          <a:xfrm>
            <a:off x="2065588" y="56481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582A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5" name="contour_20563"/>
          <p:cNvSpPr/>
          <p:nvPr/>
        </p:nvSpPr>
        <p:spPr>
          <a:xfrm>
            <a:off x="1992708" y="56263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7C9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6" name="contour_20564"/>
          <p:cNvSpPr/>
          <p:nvPr/>
        </p:nvSpPr>
        <p:spPr>
          <a:xfrm>
            <a:off x="1234757" y="564090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3A6D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7" name="contour_20565"/>
          <p:cNvSpPr/>
          <p:nvPr/>
        </p:nvSpPr>
        <p:spPr>
          <a:xfrm>
            <a:off x="10920498" y="56263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FCFC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8" name="contour_20566"/>
          <p:cNvSpPr/>
          <p:nvPr/>
        </p:nvSpPr>
        <p:spPr>
          <a:xfrm>
            <a:off x="10118819" y="560446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542" y="6588"/>
                </a:lnTo>
                <a:lnTo>
                  <a:pt x="19483" y="7781"/>
                </a:lnTo>
                <a:lnTo>
                  <a:pt x="18022" y="9428"/>
                </a:lnTo>
                <a:lnTo>
                  <a:pt x="15746" y="11983"/>
                </a:lnTo>
                <a:lnTo>
                  <a:pt x="12276" y="15887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979DA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69" name="contour_20567"/>
          <p:cNvSpPr/>
          <p:nvPr/>
        </p:nvSpPr>
        <p:spPr>
          <a:xfrm>
            <a:off x="8238517" y="56044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A9ACA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0" name="contour_20568"/>
          <p:cNvSpPr/>
          <p:nvPr/>
        </p:nvSpPr>
        <p:spPr>
          <a:xfrm>
            <a:off x="11292186" y="559717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C1F1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1" name="contour_20569"/>
          <p:cNvSpPr/>
          <p:nvPr/>
        </p:nvSpPr>
        <p:spPr>
          <a:xfrm>
            <a:off x="7655478" y="55898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CD07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2" name="contour_20570"/>
          <p:cNvSpPr/>
          <p:nvPr/>
        </p:nvSpPr>
        <p:spPr>
          <a:xfrm>
            <a:off x="2043724" y="55898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5525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3" name="contour_20571"/>
          <p:cNvSpPr/>
          <p:nvPr/>
        </p:nvSpPr>
        <p:spPr>
          <a:xfrm>
            <a:off x="1963556" y="55898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23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4" name="contour_20572"/>
          <p:cNvSpPr/>
          <p:nvPr/>
        </p:nvSpPr>
        <p:spPr>
          <a:xfrm>
            <a:off x="10774738" y="557531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E9E9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5" name="contour_20573"/>
          <p:cNvSpPr/>
          <p:nvPr/>
        </p:nvSpPr>
        <p:spPr>
          <a:xfrm>
            <a:off x="7123454" y="55680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F222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6" name="contour_20574"/>
          <p:cNvSpPr/>
          <p:nvPr/>
        </p:nvSpPr>
        <p:spPr>
          <a:xfrm>
            <a:off x="870358" y="55461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33E3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7" name="contour_20575"/>
          <p:cNvSpPr/>
          <p:nvPr/>
        </p:nvSpPr>
        <p:spPr>
          <a:xfrm>
            <a:off x="527822" y="5546162"/>
            <a:ext cx="145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46" y="2673"/>
                </a:lnTo>
                <a:lnTo>
                  <a:pt x="10724" y="5357"/>
                </a:lnTo>
                <a:lnTo>
                  <a:pt x="16124" y="8062"/>
                </a:lnTo>
                <a:lnTo>
                  <a:pt x="21600" y="10800"/>
                </a:lnTo>
                <a:lnTo>
                  <a:pt x="16254" y="13473"/>
                </a:lnTo>
                <a:lnTo>
                  <a:pt x="10876" y="16157"/>
                </a:lnTo>
                <a:lnTo>
                  <a:pt x="5476" y="18862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BFC5C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8" name="contour_20576"/>
          <p:cNvSpPr/>
          <p:nvPr/>
        </p:nvSpPr>
        <p:spPr>
          <a:xfrm>
            <a:off x="10381187" y="550972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55565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79" name="contour_20577"/>
          <p:cNvSpPr/>
          <p:nvPr/>
        </p:nvSpPr>
        <p:spPr>
          <a:xfrm>
            <a:off x="2058300" y="55170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DEDF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0" name="contour_20578"/>
          <p:cNvSpPr/>
          <p:nvPr/>
        </p:nvSpPr>
        <p:spPr>
          <a:xfrm>
            <a:off x="8515461" y="548785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5850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1" name="contour_20579"/>
          <p:cNvSpPr/>
          <p:nvPr/>
        </p:nvSpPr>
        <p:spPr>
          <a:xfrm>
            <a:off x="3982330" y="547328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058"/>
                </a:lnTo>
                <a:lnTo>
                  <a:pt x="7781" y="2117"/>
                </a:lnTo>
                <a:lnTo>
                  <a:pt x="9428" y="3578"/>
                </a:lnTo>
                <a:lnTo>
                  <a:pt x="11983" y="5854"/>
                </a:lnTo>
                <a:lnTo>
                  <a:pt x="15887" y="9324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E5E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2" name="contour_20580"/>
          <p:cNvSpPr/>
          <p:nvPr/>
        </p:nvSpPr>
        <p:spPr>
          <a:xfrm>
            <a:off x="3836570" y="547328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AB9EC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3" name="contour_20581"/>
          <p:cNvSpPr/>
          <p:nvPr/>
        </p:nvSpPr>
        <p:spPr>
          <a:xfrm>
            <a:off x="10162547" y="54659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3D8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4" name="contour_20582"/>
          <p:cNvSpPr/>
          <p:nvPr/>
        </p:nvSpPr>
        <p:spPr>
          <a:xfrm>
            <a:off x="8581053" y="545870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BBC1C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5" name="contour_20583"/>
          <p:cNvSpPr/>
          <p:nvPr/>
        </p:nvSpPr>
        <p:spPr>
          <a:xfrm>
            <a:off x="8413429" y="544413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60605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6" name="contour_20584"/>
          <p:cNvSpPr/>
          <p:nvPr/>
        </p:nvSpPr>
        <p:spPr>
          <a:xfrm>
            <a:off x="2553884" y="544413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570"/>
                </a:lnTo>
                <a:lnTo>
                  <a:pt x="12512" y="2729"/>
                </a:lnTo>
                <a:lnTo>
                  <a:pt x="14974" y="3823"/>
                </a:lnTo>
                <a:lnTo>
                  <a:pt x="17744" y="5198"/>
                </a:lnTo>
                <a:lnTo>
                  <a:pt x="21600" y="7200"/>
                </a:lnTo>
                <a:lnTo>
                  <a:pt x="18927" y="10764"/>
                </a:lnTo>
                <a:lnTo>
                  <a:pt x="16238" y="14342"/>
                </a:lnTo>
                <a:lnTo>
                  <a:pt x="13538" y="17950"/>
                </a:lnTo>
                <a:lnTo>
                  <a:pt x="10800" y="21600"/>
                </a:lnTo>
                <a:lnTo>
                  <a:pt x="8127" y="18036"/>
                </a:lnTo>
                <a:lnTo>
                  <a:pt x="5438" y="14458"/>
                </a:lnTo>
                <a:lnTo>
                  <a:pt x="2738" y="10850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CCD2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7" name="contour_20585"/>
          <p:cNvSpPr/>
          <p:nvPr/>
        </p:nvSpPr>
        <p:spPr>
          <a:xfrm>
            <a:off x="5243153" y="54368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D655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8" name="contour_20586"/>
          <p:cNvSpPr/>
          <p:nvPr/>
        </p:nvSpPr>
        <p:spPr>
          <a:xfrm>
            <a:off x="4929769" y="544413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AEABB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89" name="contour_20587"/>
          <p:cNvSpPr/>
          <p:nvPr/>
        </p:nvSpPr>
        <p:spPr>
          <a:xfrm>
            <a:off x="10016787" y="541497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880"/>
                </a:lnTo>
                <a:lnTo>
                  <a:pt x="13798" y="5033"/>
                </a:lnTo>
                <a:lnTo>
                  <a:pt x="15526" y="6862"/>
                </a:lnTo>
                <a:lnTo>
                  <a:pt x="17159" y="8770"/>
                </a:lnTo>
                <a:lnTo>
                  <a:pt x="19064" y="1114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8"/>
                </a:lnTo>
                <a:lnTo>
                  <a:pt x="2108" y="11729"/>
                </a:lnTo>
                <a:lnTo>
                  <a:pt x="0" y="7200"/>
                </a:lnTo>
                <a:lnTo>
                  <a:pt x="2108" y="4558"/>
                </a:lnTo>
                <a:lnTo>
                  <a:pt x="3711" y="2923"/>
                </a:lnTo>
                <a:lnTo>
                  <a:pt x="5620" y="1634"/>
                </a:lnTo>
                <a:lnTo>
                  <a:pt x="8640" y="0"/>
                </a:lnTo>
                <a:close/>
              </a:path>
            </a:pathLst>
          </a:custGeom>
          <a:solidFill>
            <a:srgbClr val="717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0" name="contour_20588"/>
          <p:cNvSpPr/>
          <p:nvPr/>
        </p:nvSpPr>
        <p:spPr>
          <a:xfrm>
            <a:off x="8253093" y="54149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0E8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1" name="contour_20589"/>
          <p:cNvSpPr/>
          <p:nvPr/>
        </p:nvSpPr>
        <p:spPr>
          <a:xfrm>
            <a:off x="5272305" y="54004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DB58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2" name="contour_20590"/>
          <p:cNvSpPr/>
          <p:nvPr/>
        </p:nvSpPr>
        <p:spPr>
          <a:xfrm>
            <a:off x="3975042" y="53858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4400" y="0"/>
                </a:moveTo>
                <a:lnTo>
                  <a:pt x="15826" y="4277"/>
                </a:lnTo>
                <a:lnTo>
                  <a:pt x="17258" y="8568"/>
                </a:lnTo>
                <a:lnTo>
                  <a:pt x="18691" y="12874"/>
                </a:lnTo>
                <a:lnTo>
                  <a:pt x="20138" y="17215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2376" y="18036"/>
                </a:lnTo>
                <a:lnTo>
                  <a:pt x="4759" y="14465"/>
                </a:lnTo>
                <a:lnTo>
                  <a:pt x="7142" y="10879"/>
                </a:lnTo>
                <a:lnTo>
                  <a:pt x="9547" y="7279"/>
                </a:lnTo>
                <a:lnTo>
                  <a:pt x="11966" y="3658"/>
                </a:lnTo>
                <a:lnTo>
                  <a:pt x="14400" y="0"/>
                </a:lnTo>
                <a:close/>
              </a:path>
            </a:pathLst>
          </a:custGeom>
          <a:solidFill>
            <a:srgbClr val="DBD6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3" name="contour_20591"/>
          <p:cNvSpPr/>
          <p:nvPr/>
        </p:nvSpPr>
        <p:spPr>
          <a:xfrm>
            <a:off x="3632506" y="53858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B3B4B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4" name="contour_20592"/>
          <p:cNvSpPr/>
          <p:nvPr/>
        </p:nvSpPr>
        <p:spPr>
          <a:xfrm>
            <a:off x="4011482" y="537853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CD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5" name="contour_20593"/>
          <p:cNvSpPr/>
          <p:nvPr/>
        </p:nvSpPr>
        <p:spPr>
          <a:xfrm>
            <a:off x="7145318" y="5334810"/>
            <a:ext cx="29152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5346"/>
                </a:lnTo>
                <a:lnTo>
                  <a:pt x="16157" y="10714"/>
                </a:lnTo>
                <a:lnTo>
                  <a:pt x="18862" y="1612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2673" y="16254"/>
                </a:lnTo>
                <a:lnTo>
                  <a:pt x="5357" y="10886"/>
                </a:lnTo>
                <a:lnTo>
                  <a:pt x="8062" y="5476"/>
                </a:lnTo>
                <a:lnTo>
                  <a:pt x="10800" y="0"/>
                </a:lnTo>
                <a:close/>
              </a:path>
            </a:pathLst>
          </a:custGeom>
          <a:solidFill>
            <a:srgbClr val="E1CF8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6" name="contour_20594"/>
          <p:cNvSpPr/>
          <p:nvPr/>
        </p:nvSpPr>
        <p:spPr>
          <a:xfrm>
            <a:off x="3566915" y="53420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4ED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7" name="contour_20595"/>
          <p:cNvSpPr/>
          <p:nvPr/>
        </p:nvSpPr>
        <p:spPr>
          <a:xfrm>
            <a:off x="4419610" y="53202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F504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8" name="contour_20596"/>
          <p:cNvSpPr/>
          <p:nvPr/>
        </p:nvSpPr>
        <p:spPr>
          <a:xfrm>
            <a:off x="9812723" y="528379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542" y="6588"/>
                </a:lnTo>
                <a:lnTo>
                  <a:pt x="19483" y="7781"/>
                </a:lnTo>
                <a:lnTo>
                  <a:pt x="18022" y="9428"/>
                </a:lnTo>
                <a:lnTo>
                  <a:pt x="15746" y="11983"/>
                </a:lnTo>
                <a:lnTo>
                  <a:pt x="12276" y="15887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897F6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599" name="contour_20597"/>
          <p:cNvSpPr/>
          <p:nvPr/>
        </p:nvSpPr>
        <p:spPr>
          <a:xfrm>
            <a:off x="5301457" y="52765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E4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0" name="contour_20598"/>
          <p:cNvSpPr/>
          <p:nvPr/>
        </p:nvSpPr>
        <p:spPr>
          <a:xfrm>
            <a:off x="4463338" y="52765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08C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1" name="contour_20599"/>
          <p:cNvSpPr/>
          <p:nvPr/>
        </p:nvSpPr>
        <p:spPr>
          <a:xfrm>
            <a:off x="4419610" y="52765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10764"/>
                </a:lnTo>
                <a:lnTo>
                  <a:pt x="16243" y="14342"/>
                </a:lnTo>
                <a:lnTo>
                  <a:pt x="13538" y="17950"/>
                </a:lnTo>
                <a:lnTo>
                  <a:pt x="10800" y="21600"/>
                </a:lnTo>
                <a:lnTo>
                  <a:pt x="9018" y="18036"/>
                </a:lnTo>
                <a:lnTo>
                  <a:pt x="7231" y="14465"/>
                </a:lnTo>
                <a:lnTo>
                  <a:pt x="5443" y="10879"/>
                </a:lnTo>
                <a:lnTo>
                  <a:pt x="3640" y="7279"/>
                </a:lnTo>
                <a:lnTo>
                  <a:pt x="182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76644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2" name="contour_20600"/>
          <p:cNvSpPr/>
          <p:nvPr/>
        </p:nvSpPr>
        <p:spPr>
          <a:xfrm>
            <a:off x="4572657" y="526193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4A3B2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3" name="contour_20601"/>
          <p:cNvSpPr/>
          <p:nvPr/>
        </p:nvSpPr>
        <p:spPr>
          <a:xfrm>
            <a:off x="6824647" y="52327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8DB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4" name="contour_20602"/>
          <p:cNvSpPr/>
          <p:nvPr/>
        </p:nvSpPr>
        <p:spPr>
          <a:xfrm>
            <a:off x="4776721" y="52327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A7A69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5" name="contour_20603"/>
          <p:cNvSpPr/>
          <p:nvPr/>
        </p:nvSpPr>
        <p:spPr>
          <a:xfrm>
            <a:off x="4281138" y="52254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056" y="2038"/>
                </a:lnTo>
                <a:lnTo>
                  <a:pt x="6113" y="4075"/>
                </a:lnTo>
                <a:lnTo>
                  <a:pt x="9180" y="6120"/>
                </a:lnTo>
                <a:lnTo>
                  <a:pt x="12258" y="8172"/>
                </a:lnTo>
                <a:lnTo>
                  <a:pt x="15352" y="10238"/>
                </a:lnTo>
                <a:lnTo>
                  <a:pt x="18463" y="12312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232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6" name="contour_20604"/>
          <p:cNvSpPr/>
          <p:nvPr/>
        </p:nvSpPr>
        <p:spPr>
          <a:xfrm>
            <a:off x="5126545" y="521820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64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7" name="contour_20605"/>
          <p:cNvSpPr/>
          <p:nvPr/>
        </p:nvSpPr>
        <p:spPr>
          <a:xfrm>
            <a:off x="1774069" y="521091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C5B6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8" name="contour_20606"/>
          <p:cNvSpPr/>
          <p:nvPr/>
        </p:nvSpPr>
        <p:spPr>
          <a:xfrm>
            <a:off x="4732993" y="519633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C3B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09" name="contour_20607"/>
          <p:cNvSpPr/>
          <p:nvPr/>
        </p:nvSpPr>
        <p:spPr>
          <a:xfrm>
            <a:off x="10016787" y="51963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6DB8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0" name="contour_20608"/>
          <p:cNvSpPr/>
          <p:nvPr/>
        </p:nvSpPr>
        <p:spPr>
          <a:xfrm>
            <a:off x="1650173" y="51890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8213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1" name="contour_20609"/>
          <p:cNvSpPr/>
          <p:nvPr/>
        </p:nvSpPr>
        <p:spPr>
          <a:xfrm>
            <a:off x="7677342" y="51890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9224"/>
                </a:lnTo>
                <a:lnTo>
                  <a:pt x="10849" y="16841"/>
                </a:lnTo>
                <a:lnTo>
                  <a:pt x="8159" y="14458"/>
                </a:lnTo>
                <a:lnTo>
                  <a:pt x="5459" y="12053"/>
                </a:lnTo>
                <a:lnTo>
                  <a:pt x="2743" y="9634"/>
                </a:lnTo>
                <a:lnTo>
                  <a:pt x="0" y="7200"/>
                </a:lnTo>
                <a:lnTo>
                  <a:pt x="3791" y="4464"/>
                </a:lnTo>
                <a:lnTo>
                  <a:pt x="7047" y="2513"/>
                </a:lnTo>
                <a:lnTo>
                  <a:pt x="10114" y="1217"/>
                </a:lnTo>
                <a:lnTo>
                  <a:pt x="13333" y="454"/>
                </a:lnTo>
                <a:lnTo>
                  <a:pt x="17048" y="94"/>
                </a:lnTo>
                <a:lnTo>
                  <a:pt x="21600" y="0"/>
                </a:lnTo>
                <a:close/>
              </a:path>
            </a:pathLst>
          </a:custGeom>
          <a:solidFill>
            <a:srgbClr val="E7DFC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2" name="contour_20610"/>
          <p:cNvSpPr/>
          <p:nvPr/>
        </p:nvSpPr>
        <p:spPr>
          <a:xfrm>
            <a:off x="688158" y="517447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3564"/>
                </a:lnTo>
                <a:lnTo>
                  <a:pt x="11959" y="7135"/>
                </a:lnTo>
                <a:lnTo>
                  <a:pt x="14350" y="10721"/>
                </a:lnTo>
                <a:lnTo>
                  <a:pt x="16747" y="14321"/>
                </a:lnTo>
                <a:lnTo>
                  <a:pt x="19166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48444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3" name="contour_20611"/>
          <p:cNvSpPr/>
          <p:nvPr/>
        </p:nvSpPr>
        <p:spPr>
          <a:xfrm>
            <a:off x="4434186" y="51817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A383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4" name="contour_20612"/>
          <p:cNvSpPr/>
          <p:nvPr/>
        </p:nvSpPr>
        <p:spPr>
          <a:xfrm>
            <a:off x="11299474" y="51671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FBFA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5" name="contour_20613"/>
          <p:cNvSpPr/>
          <p:nvPr/>
        </p:nvSpPr>
        <p:spPr>
          <a:xfrm>
            <a:off x="1438821" y="51526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725C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6" name="contour_20614"/>
          <p:cNvSpPr/>
          <p:nvPr/>
        </p:nvSpPr>
        <p:spPr>
          <a:xfrm>
            <a:off x="4368594" y="514532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058"/>
                </a:lnTo>
                <a:lnTo>
                  <a:pt x="7781" y="2117"/>
                </a:lnTo>
                <a:lnTo>
                  <a:pt x="9428" y="3578"/>
                </a:lnTo>
                <a:lnTo>
                  <a:pt x="11983" y="5854"/>
                </a:lnTo>
                <a:lnTo>
                  <a:pt x="15887" y="9324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2121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7" name="contour_20615"/>
          <p:cNvSpPr/>
          <p:nvPr/>
        </p:nvSpPr>
        <p:spPr>
          <a:xfrm>
            <a:off x="2167620" y="51380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463D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8" name="contour_20616"/>
          <p:cNvSpPr/>
          <p:nvPr/>
        </p:nvSpPr>
        <p:spPr>
          <a:xfrm>
            <a:off x="549686" y="513803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1415"/>
                </a:lnTo>
                <a:lnTo>
                  <a:pt x="14731" y="2446"/>
                </a:lnTo>
                <a:lnTo>
                  <a:pt x="17575" y="3607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9" y="13754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2C2C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19" name="contour_20617"/>
          <p:cNvSpPr/>
          <p:nvPr/>
        </p:nvSpPr>
        <p:spPr>
          <a:xfrm>
            <a:off x="2342532" y="512345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0D7D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0" name="contour_20618"/>
          <p:cNvSpPr/>
          <p:nvPr/>
        </p:nvSpPr>
        <p:spPr>
          <a:xfrm>
            <a:off x="8624781" y="51161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3564"/>
                </a:lnTo>
                <a:lnTo>
                  <a:pt x="16162" y="7142"/>
                </a:lnTo>
                <a:lnTo>
                  <a:pt x="18862" y="10750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782" y="18036"/>
                </a:lnTo>
                <a:lnTo>
                  <a:pt x="3569" y="14465"/>
                </a:lnTo>
                <a:lnTo>
                  <a:pt x="5362" y="10879"/>
                </a:lnTo>
                <a:lnTo>
                  <a:pt x="7160" y="7279"/>
                </a:lnTo>
                <a:lnTo>
                  <a:pt x="8975" y="3658"/>
                </a:lnTo>
                <a:lnTo>
                  <a:pt x="10800" y="0"/>
                </a:lnTo>
                <a:close/>
              </a:path>
            </a:pathLst>
          </a:custGeom>
          <a:solidFill>
            <a:srgbClr val="8B898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1" name="contour_20619"/>
          <p:cNvSpPr/>
          <p:nvPr/>
        </p:nvSpPr>
        <p:spPr>
          <a:xfrm>
            <a:off x="3545051" y="510888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C7F8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2" name="contour_20620"/>
          <p:cNvSpPr/>
          <p:nvPr/>
        </p:nvSpPr>
        <p:spPr>
          <a:xfrm>
            <a:off x="1715765" y="5094306"/>
            <a:ext cx="29152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5346"/>
                </a:lnTo>
                <a:lnTo>
                  <a:pt x="16162" y="10714"/>
                </a:lnTo>
                <a:lnTo>
                  <a:pt x="18862" y="16124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2673" y="16254"/>
                </a:lnTo>
                <a:lnTo>
                  <a:pt x="5362" y="10886"/>
                </a:lnTo>
                <a:lnTo>
                  <a:pt x="8062" y="5476"/>
                </a:lnTo>
                <a:lnTo>
                  <a:pt x="10800" y="0"/>
                </a:lnTo>
                <a:close/>
              </a:path>
            </a:pathLst>
          </a:custGeom>
          <a:solidFill>
            <a:srgbClr val="CDB7D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3" name="contour_20621"/>
          <p:cNvSpPr/>
          <p:nvPr/>
        </p:nvSpPr>
        <p:spPr>
          <a:xfrm>
            <a:off x="1154589" y="5094306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2160"/>
                </a:lnTo>
                <a:lnTo>
                  <a:pt x="11621" y="3775"/>
                </a:lnTo>
                <a:lnTo>
                  <a:pt x="13754" y="5146"/>
                </a:lnTo>
                <a:lnTo>
                  <a:pt x="15822" y="6577"/>
                </a:lnTo>
                <a:lnTo>
                  <a:pt x="18290" y="8359"/>
                </a:lnTo>
                <a:lnTo>
                  <a:pt x="21600" y="10800"/>
                </a:lnTo>
                <a:lnTo>
                  <a:pt x="18031" y="10800"/>
                </a:lnTo>
                <a:lnTo>
                  <a:pt x="14440" y="10800"/>
                </a:lnTo>
                <a:lnTo>
                  <a:pt x="10800" y="10800"/>
                </a:lnTo>
                <a:lnTo>
                  <a:pt x="8818" y="14008"/>
                </a:lnTo>
                <a:lnTo>
                  <a:pt x="7592" y="16200"/>
                </a:lnTo>
                <a:lnTo>
                  <a:pt x="6626" y="18392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695A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4" name="contour_20622"/>
          <p:cNvSpPr/>
          <p:nvPr/>
        </p:nvSpPr>
        <p:spPr>
          <a:xfrm>
            <a:off x="2021860" y="508701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570"/>
                </a:lnTo>
                <a:lnTo>
                  <a:pt x="12512" y="2729"/>
                </a:lnTo>
                <a:lnTo>
                  <a:pt x="14974" y="3823"/>
                </a:lnTo>
                <a:lnTo>
                  <a:pt x="17744" y="5198"/>
                </a:lnTo>
                <a:lnTo>
                  <a:pt x="21600" y="7200"/>
                </a:lnTo>
                <a:lnTo>
                  <a:pt x="18927" y="10764"/>
                </a:lnTo>
                <a:lnTo>
                  <a:pt x="16238" y="14342"/>
                </a:lnTo>
                <a:lnTo>
                  <a:pt x="13538" y="17950"/>
                </a:lnTo>
                <a:lnTo>
                  <a:pt x="10800" y="21600"/>
                </a:lnTo>
                <a:lnTo>
                  <a:pt x="8127" y="18036"/>
                </a:lnTo>
                <a:lnTo>
                  <a:pt x="5438" y="14458"/>
                </a:lnTo>
                <a:lnTo>
                  <a:pt x="2738" y="10850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DFD9D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5" name="contour_20623"/>
          <p:cNvSpPr/>
          <p:nvPr/>
        </p:nvSpPr>
        <p:spPr>
          <a:xfrm>
            <a:off x="4995361" y="50505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9ABA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6" name="contour_20624"/>
          <p:cNvSpPr/>
          <p:nvPr/>
        </p:nvSpPr>
        <p:spPr>
          <a:xfrm>
            <a:off x="4186394" y="50432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3B4B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7" name="contour_20625"/>
          <p:cNvSpPr/>
          <p:nvPr/>
        </p:nvSpPr>
        <p:spPr>
          <a:xfrm>
            <a:off x="11255746" y="504329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570"/>
                </a:lnTo>
                <a:lnTo>
                  <a:pt x="12512" y="2729"/>
                </a:lnTo>
                <a:lnTo>
                  <a:pt x="14974" y="3823"/>
                </a:lnTo>
                <a:lnTo>
                  <a:pt x="17744" y="5198"/>
                </a:lnTo>
                <a:lnTo>
                  <a:pt x="21600" y="7200"/>
                </a:lnTo>
                <a:lnTo>
                  <a:pt x="18927" y="10764"/>
                </a:lnTo>
                <a:lnTo>
                  <a:pt x="16238" y="14342"/>
                </a:lnTo>
                <a:lnTo>
                  <a:pt x="13538" y="17950"/>
                </a:lnTo>
                <a:lnTo>
                  <a:pt x="10800" y="21600"/>
                </a:lnTo>
                <a:lnTo>
                  <a:pt x="8127" y="18036"/>
                </a:lnTo>
                <a:lnTo>
                  <a:pt x="5438" y="14458"/>
                </a:lnTo>
                <a:lnTo>
                  <a:pt x="2738" y="10850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E7E9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8" name="contour_20626"/>
          <p:cNvSpPr/>
          <p:nvPr/>
        </p:nvSpPr>
        <p:spPr>
          <a:xfrm>
            <a:off x="724598" y="50214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F968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29" name="contour_20627"/>
          <p:cNvSpPr/>
          <p:nvPr/>
        </p:nvSpPr>
        <p:spPr>
          <a:xfrm>
            <a:off x="3384715" y="50141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9576"/>
                </a:lnTo>
                <a:lnTo>
                  <a:pt x="14465" y="11959"/>
                </a:lnTo>
                <a:lnTo>
                  <a:pt x="10879" y="14342"/>
                </a:lnTo>
                <a:lnTo>
                  <a:pt x="7279" y="16747"/>
                </a:lnTo>
                <a:lnTo>
                  <a:pt x="3658" y="191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3D0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0" name="contour_20628"/>
          <p:cNvSpPr/>
          <p:nvPr/>
        </p:nvSpPr>
        <p:spPr>
          <a:xfrm>
            <a:off x="1795933" y="50214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6827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1" name="contour_20629"/>
          <p:cNvSpPr/>
          <p:nvPr/>
        </p:nvSpPr>
        <p:spPr>
          <a:xfrm>
            <a:off x="4193682" y="50068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87878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2" name="contour_20630"/>
          <p:cNvSpPr/>
          <p:nvPr/>
        </p:nvSpPr>
        <p:spPr>
          <a:xfrm>
            <a:off x="11051682" y="497041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BDD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3" name="contour_20631"/>
          <p:cNvSpPr/>
          <p:nvPr/>
        </p:nvSpPr>
        <p:spPr>
          <a:xfrm>
            <a:off x="5425352" y="49849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C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4" name="contour_20632"/>
          <p:cNvSpPr/>
          <p:nvPr/>
        </p:nvSpPr>
        <p:spPr>
          <a:xfrm>
            <a:off x="433078" y="49776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1DAE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5" name="contour_20633"/>
          <p:cNvSpPr/>
          <p:nvPr/>
        </p:nvSpPr>
        <p:spPr>
          <a:xfrm>
            <a:off x="3807418" y="494854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858A8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6" name="contour_20634"/>
          <p:cNvSpPr/>
          <p:nvPr/>
        </p:nvSpPr>
        <p:spPr>
          <a:xfrm>
            <a:off x="4477913" y="494854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6769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7" name="contour_20635"/>
          <p:cNvSpPr/>
          <p:nvPr/>
        </p:nvSpPr>
        <p:spPr>
          <a:xfrm>
            <a:off x="4456050" y="494854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A496A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8" name="contour_20636"/>
          <p:cNvSpPr/>
          <p:nvPr/>
        </p:nvSpPr>
        <p:spPr>
          <a:xfrm>
            <a:off x="5643992" y="49412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9576"/>
                </a:lnTo>
                <a:lnTo>
                  <a:pt x="14465" y="11959"/>
                </a:lnTo>
                <a:lnTo>
                  <a:pt x="10879" y="14342"/>
                </a:lnTo>
                <a:lnTo>
                  <a:pt x="7279" y="16747"/>
                </a:lnTo>
                <a:lnTo>
                  <a:pt x="3658" y="191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D272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39" name="contour_20637"/>
          <p:cNvSpPr/>
          <p:nvPr/>
        </p:nvSpPr>
        <p:spPr>
          <a:xfrm>
            <a:off x="11109986" y="49339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938B7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0" name="contour_20638"/>
          <p:cNvSpPr/>
          <p:nvPr/>
        </p:nvSpPr>
        <p:spPr>
          <a:xfrm>
            <a:off x="6941255" y="49339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191C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1" name="contour_20639"/>
          <p:cNvSpPr/>
          <p:nvPr/>
        </p:nvSpPr>
        <p:spPr>
          <a:xfrm>
            <a:off x="7837678" y="49048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E9E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2" name="contour_20640"/>
          <p:cNvSpPr/>
          <p:nvPr/>
        </p:nvSpPr>
        <p:spPr>
          <a:xfrm>
            <a:off x="8027165" y="48756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4E4F4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3" name="contour_20641"/>
          <p:cNvSpPr/>
          <p:nvPr/>
        </p:nvSpPr>
        <p:spPr>
          <a:xfrm>
            <a:off x="4434878" y="4861090"/>
            <a:ext cx="2117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29" y="0"/>
                </a:moveTo>
                <a:lnTo>
                  <a:pt x="10283" y="2536"/>
                </a:lnTo>
                <a:lnTo>
                  <a:pt x="12856" y="4441"/>
                </a:lnTo>
                <a:lnTo>
                  <a:pt x="14863" y="6074"/>
                </a:lnTo>
                <a:lnTo>
                  <a:pt x="16715" y="7802"/>
                </a:lnTo>
                <a:lnTo>
                  <a:pt x="18819" y="9975"/>
                </a:lnTo>
                <a:lnTo>
                  <a:pt x="21600" y="12960"/>
                </a:lnTo>
                <a:lnTo>
                  <a:pt x="17711" y="15980"/>
                </a:lnTo>
                <a:lnTo>
                  <a:pt x="14863" y="17889"/>
                </a:lnTo>
                <a:lnTo>
                  <a:pt x="11666" y="19492"/>
                </a:lnTo>
                <a:lnTo>
                  <a:pt x="6729" y="21600"/>
                </a:lnTo>
                <a:lnTo>
                  <a:pt x="3279" y="16641"/>
                </a:lnTo>
                <a:lnTo>
                  <a:pt x="1086" y="13133"/>
                </a:lnTo>
                <a:lnTo>
                  <a:pt x="30" y="10567"/>
                </a:lnTo>
                <a:lnTo>
                  <a:pt x="0" y="8441"/>
                </a:lnTo>
                <a:lnTo>
                  <a:pt x="877" y="6255"/>
                </a:lnTo>
                <a:lnTo>
                  <a:pt x="2550" y="3508"/>
                </a:lnTo>
                <a:lnTo>
                  <a:pt x="4625" y="1767"/>
                </a:lnTo>
                <a:lnTo>
                  <a:pt x="6729" y="0"/>
                </a:lnTo>
                <a:close/>
              </a:path>
            </a:pathLst>
          </a:custGeom>
          <a:solidFill>
            <a:srgbClr val="DFC8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4" name="contour_20642"/>
          <p:cNvSpPr/>
          <p:nvPr/>
        </p:nvSpPr>
        <p:spPr>
          <a:xfrm>
            <a:off x="1606445" y="48683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9191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5" name="contour_20643"/>
          <p:cNvSpPr/>
          <p:nvPr/>
        </p:nvSpPr>
        <p:spPr>
          <a:xfrm>
            <a:off x="5658568" y="48610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C6302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6" name="contour_20644"/>
          <p:cNvSpPr/>
          <p:nvPr/>
        </p:nvSpPr>
        <p:spPr>
          <a:xfrm>
            <a:off x="2641340" y="4868378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4" y="4025"/>
                </a:lnTo>
                <a:lnTo>
                  <a:pt x="17889" y="6862"/>
                </a:lnTo>
                <a:lnTo>
                  <a:pt x="19492" y="9871"/>
                </a:lnTo>
                <a:lnTo>
                  <a:pt x="21600" y="14400"/>
                </a:lnTo>
                <a:lnTo>
                  <a:pt x="19492" y="17042"/>
                </a:lnTo>
                <a:lnTo>
                  <a:pt x="17889" y="18677"/>
                </a:lnTo>
                <a:lnTo>
                  <a:pt x="15984" y="19966"/>
                </a:lnTo>
                <a:lnTo>
                  <a:pt x="12960" y="21600"/>
                </a:lnTo>
                <a:lnTo>
                  <a:pt x="9975" y="18720"/>
                </a:lnTo>
                <a:lnTo>
                  <a:pt x="7802" y="16567"/>
                </a:lnTo>
                <a:lnTo>
                  <a:pt x="6074" y="14738"/>
                </a:lnTo>
                <a:lnTo>
                  <a:pt x="4441" y="12830"/>
                </a:lnTo>
                <a:lnTo>
                  <a:pt x="2536" y="10454"/>
                </a:lnTo>
                <a:lnTo>
                  <a:pt x="0" y="7200"/>
                </a:lnTo>
                <a:lnTo>
                  <a:pt x="2955" y="4982"/>
                </a:lnTo>
                <a:lnTo>
                  <a:pt x="5106" y="3499"/>
                </a:lnTo>
                <a:lnTo>
                  <a:pt x="7076" y="2405"/>
                </a:lnTo>
                <a:lnTo>
                  <a:pt x="9487" y="1354"/>
                </a:lnTo>
                <a:lnTo>
                  <a:pt x="12960" y="0"/>
                </a:lnTo>
                <a:close/>
              </a:path>
            </a:pathLst>
          </a:custGeom>
          <a:solidFill>
            <a:srgbClr val="DFE8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7" name="contour_20645"/>
          <p:cNvSpPr/>
          <p:nvPr/>
        </p:nvSpPr>
        <p:spPr>
          <a:xfrm>
            <a:off x="797478" y="485380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2673"/>
                </a:lnTo>
                <a:lnTo>
                  <a:pt x="14350" y="5357"/>
                </a:lnTo>
                <a:lnTo>
                  <a:pt x="17950" y="8062"/>
                </a:lnTo>
                <a:lnTo>
                  <a:pt x="21600" y="10800"/>
                </a:lnTo>
                <a:lnTo>
                  <a:pt x="18036" y="12582"/>
                </a:lnTo>
                <a:lnTo>
                  <a:pt x="14465" y="14369"/>
                </a:lnTo>
                <a:lnTo>
                  <a:pt x="10879" y="16157"/>
                </a:lnTo>
                <a:lnTo>
                  <a:pt x="7279" y="17960"/>
                </a:lnTo>
                <a:lnTo>
                  <a:pt x="3658" y="19775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15151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8" name="contour_20646"/>
          <p:cNvSpPr/>
          <p:nvPr/>
        </p:nvSpPr>
        <p:spPr>
          <a:xfrm>
            <a:off x="5104681" y="482465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058"/>
                </a:lnTo>
                <a:lnTo>
                  <a:pt x="7781" y="2117"/>
                </a:lnTo>
                <a:lnTo>
                  <a:pt x="9428" y="3578"/>
                </a:lnTo>
                <a:lnTo>
                  <a:pt x="11983" y="5854"/>
                </a:lnTo>
                <a:lnTo>
                  <a:pt x="15887" y="9324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EEE9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49" name="contour_20647"/>
          <p:cNvSpPr/>
          <p:nvPr/>
        </p:nvSpPr>
        <p:spPr>
          <a:xfrm>
            <a:off x="1081709" y="48246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2515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0" name="contour_20648"/>
          <p:cNvSpPr/>
          <p:nvPr/>
        </p:nvSpPr>
        <p:spPr>
          <a:xfrm>
            <a:off x="10650842" y="47882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C9CED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1" name="contour_20649"/>
          <p:cNvSpPr/>
          <p:nvPr/>
        </p:nvSpPr>
        <p:spPr>
          <a:xfrm>
            <a:off x="8304109" y="478821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C9CBC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2" name="contour_20650"/>
          <p:cNvSpPr/>
          <p:nvPr/>
        </p:nvSpPr>
        <p:spPr>
          <a:xfrm>
            <a:off x="8209365" y="47882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D1C1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3" name="contour_20651"/>
          <p:cNvSpPr/>
          <p:nvPr/>
        </p:nvSpPr>
        <p:spPr>
          <a:xfrm>
            <a:off x="8369701" y="478092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93D2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4" name="contour_20652"/>
          <p:cNvSpPr/>
          <p:nvPr/>
        </p:nvSpPr>
        <p:spPr>
          <a:xfrm>
            <a:off x="11088122" y="477363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570"/>
                </a:lnTo>
                <a:lnTo>
                  <a:pt x="12512" y="2729"/>
                </a:lnTo>
                <a:lnTo>
                  <a:pt x="14974" y="3823"/>
                </a:lnTo>
                <a:lnTo>
                  <a:pt x="17744" y="5198"/>
                </a:lnTo>
                <a:lnTo>
                  <a:pt x="21600" y="7200"/>
                </a:lnTo>
                <a:lnTo>
                  <a:pt x="18927" y="10764"/>
                </a:lnTo>
                <a:lnTo>
                  <a:pt x="16238" y="14342"/>
                </a:lnTo>
                <a:lnTo>
                  <a:pt x="13538" y="17950"/>
                </a:lnTo>
                <a:lnTo>
                  <a:pt x="10800" y="21600"/>
                </a:lnTo>
                <a:lnTo>
                  <a:pt x="8127" y="18036"/>
                </a:lnTo>
                <a:lnTo>
                  <a:pt x="5438" y="14458"/>
                </a:lnTo>
                <a:lnTo>
                  <a:pt x="2738" y="10850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E5EA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5" name="contour_20653"/>
          <p:cNvSpPr/>
          <p:nvPr/>
        </p:nvSpPr>
        <p:spPr>
          <a:xfrm>
            <a:off x="9805435" y="476634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ED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6" name="contour_20654"/>
          <p:cNvSpPr/>
          <p:nvPr/>
        </p:nvSpPr>
        <p:spPr>
          <a:xfrm>
            <a:off x="11365065" y="47590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B3B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7" name="contour_20655"/>
          <p:cNvSpPr/>
          <p:nvPr/>
        </p:nvSpPr>
        <p:spPr>
          <a:xfrm>
            <a:off x="4623673" y="47590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F9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8" name="contour_20656"/>
          <p:cNvSpPr/>
          <p:nvPr/>
        </p:nvSpPr>
        <p:spPr>
          <a:xfrm>
            <a:off x="11029818" y="47371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0C4C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59" name="contour_20657"/>
          <p:cNvSpPr/>
          <p:nvPr/>
        </p:nvSpPr>
        <p:spPr>
          <a:xfrm>
            <a:off x="10694570" y="47371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7D9D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0" name="contour_20658"/>
          <p:cNvSpPr/>
          <p:nvPr/>
        </p:nvSpPr>
        <p:spPr>
          <a:xfrm>
            <a:off x="7611750" y="472990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10764"/>
                </a:lnTo>
                <a:lnTo>
                  <a:pt x="16238" y="14342"/>
                </a:lnTo>
                <a:lnTo>
                  <a:pt x="13538" y="17950"/>
                </a:lnTo>
                <a:lnTo>
                  <a:pt x="10800" y="21600"/>
                </a:lnTo>
                <a:lnTo>
                  <a:pt x="9018" y="18036"/>
                </a:lnTo>
                <a:lnTo>
                  <a:pt x="7231" y="14465"/>
                </a:lnTo>
                <a:lnTo>
                  <a:pt x="5438" y="10879"/>
                </a:lnTo>
                <a:lnTo>
                  <a:pt x="3640" y="7279"/>
                </a:lnTo>
                <a:lnTo>
                  <a:pt x="182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EDF0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1" name="contour_20659"/>
          <p:cNvSpPr/>
          <p:nvPr/>
        </p:nvSpPr>
        <p:spPr>
          <a:xfrm>
            <a:off x="3661658" y="47226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3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2" name="contour_20660"/>
          <p:cNvSpPr/>
          <p:nvPr/>
        </p:nvSpPr>
        <p:spPr>
          <a:xfrm>
            <a:off x="11197442" y="4715330"/>
            <a:ext cx="145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46" y="2673"/>
                </a:lnTo>
                <a:lnTo>
                  <a:pt x="10724" y="5357"/>
                </a:lnTo>
                <a:lnTo>
                  <a:pt x="16124" y="8062"/>
                </a:lnTo>
                <a:lnTo>
                  <a:pt x="21600" y="10800"/>
                </a:lnTo>
                <a:lnTo>
                  <a:pt x="16254" y="13473"/>
                </a:lnTo>
                <a:lnTo>
                  <a:pt x="10876" y="16157"/>
                </a:lnTo>
                <a:lnTo>
                  <a:pt x="5476" y="18862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6869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3" name="contour_20661"/>
          <p:cNvSpPr/>
          <p:nvPr/>
        </p:nvSpPr>
        <p:spPr>
          <a:xfrm>
            <a:off x="7946997" y="47080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3564"/>
                </a:lnTo>
                <a:lnTo>
                  <a:pt x="11959" y="7135"/>
                </a:lnTo>
                <a:lnTo>
                  <a:pt x="14350" y="10721"/>
                </a:lnTo>
                <a:lnTo>
                  <a:pt x="16747" y="14321"/>
                </a:lnTo>
                <a:lnTo>
                  <a:pt x="19166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4D4E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4" name="contour_20662"/>
          <p:cNvSpPr/>
          <p:nvPr/>
        </p:nvSpPr>
        <p:spPr>
          <a:xfrm>
            <a:off x="10716434" y="47080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1B6B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5" name="contour_20663"/>
          <p:cNvSpPr/>
          <p:nvPr/>
        </p:nvSpPr>
        <p:spPr>
          <a:xfrm>
            <a:off x="8085469" y="47080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5F8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6" name="contour_20664"/>
          <p:cNvSpPr/>
          <p:nvPr/>
        </p:nvSpPr>
        <p:spPr>
          <a:xfrm>
            <a:off x="7998013" y="470075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9EA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7" name="contour_20665"/>
          <p:cNvSpPr/>
          <p:nvPr/>
        </p:nvSpPr>
        <p:spPr>
          <a:xfrm>
            <a:off x="8216653" y="467889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4025"/>
                </a:lnTo>
                <a:lnTo>
                  <a:pt x="16708" y="6862"/>
                </a:lnTo>
                <a:lnTo>
                  <a:pt x="18776" y="9871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0" y="16841"/>
                </a:lnTo>
                <a:lnTo>
                  <a:pt x="0" y="12053"/>
                </a:lnTo>
                <a:lnTo>
                  <a:pt x="0" y="7200"/>
                </a:lnTo>
                <a:lnTo>
                  <a:pt x="2824" y="4046"/>
                </a:lnTo>
                <a:lnTo>
                  <a:pt x="4892" y="2246"/>
                </a:lnTo>
                <a:lnTo>
                  <a:pt x="7214" y="1123"/>
                </a:lnTo>
                <a:lnTo>
                  <a:pt x="10800" y="0"/>
                </a:lnTo>
                <a:close/>
              </a:path>
            </a:pathLst>
          </a:custGeom>
          <a:solidFill>
            <a:srgbClr val="28272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8" name="contour_20666"/>
          <p:cNvSpPr/>
          <p:nvPr/>
        </p:nvSpPr>
        <p:spPr>
          <a:xfrm>
            <a:off x="1854237" y="467889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542" y="6588"/>
                </a:lnTo>
                <a:lnTo>
                  <a:pt x="19483" y="7781"/>
                </a:lnTo>
                <a:lnTo>
                  <a:pt x="18014" y="9428"/>
                </a:lnTo>
                <a:lnTo>
                  <a:pt x="15746" y="11983"/>
                </a:lnTo>
                <a:lnTo>
                  <a:pt x="12276" y="15887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C4C4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69" name="contour_20667"/>
          <p:cNvSpPr/>
          <p:nvPr/>
        </p:nvSpPr>
        <p:spPr>
          <a:xfrm>
            <a:off x="870358" y="467160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BBBEB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0" name="contour_20668"/>
          <p:cNvSpPr/>
          <p:nvPr/>
        </p:nvSpPr>
        <p:spPr>
          <a:xfrm>
            <a:off x="4251986" y="466431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F5E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1" name="contour_20669"/>
          <p:cNvSpPr/>
          <p:nvPr/>
        </p:nvSpPr>
        <p:spPr>
          <a:xfrm>
            <a:off x="4040634" y="467889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8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F3F5F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2" name="contour_20670"/>
          <p:cNvSpPr/>
          <p:nvPr/>
        </p:nvSpPr>
        <p:spPr>
          <a:xfrm>
            <a:off x="2539308" y="464973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3C9C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3" name="contour_20671"/>
          <p:cNvSpPr/>
          <p:nvPr/>
        </p:nvSpPr>
        <p:spPr>
          <a:xfrm>
            <a:off x="1723053" y="463516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542" y="6588"/>
                </a:lnTo>
                <a:lnTo>
                  <a:pt x="19483" y="7781"/>
                </a:lnTo>
                <a:lnTo>
                  <a:pt x="18014" y="9428"/>
                </a:lnTo>
                <a:lnTo>
                  <a:pt x="15746" y="11983"/>
                </a:lnTo>
                <a:lnTo>
                  <a:pt x="12276" y="15887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29292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4" name="contour_20672"/>
          <p:cNvSpPr/>
          <p:nvPr/>
        </p:nvSpPr>
        <p:spPr>
          <a:xfrm>
            <a:off x="8216653" y="462787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9CCC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5" name="contour_20673"/>
          <p:cNvSpPr/>
          <p:nvPr/>
        </p:nvSpPr>
        <p:spPr>
          <a:xfrm>
            <a:off x="8347837" y="4613299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E8E8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6" name="contour_20674"/>
          <p:cNvSpPr/>
          <p:nvPr/>
        </p:nvSpPr>
        <p:spPr>
          <a:xfrm>
            <a:off x="2131180" y="461329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2C4C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7" name="contour_20675"/>
          <p:cNvSpPr/>
          <p:nvPr/>
        </p:nvSpPr>
        <p:spPr>
          <a:xfrm>
            <a:off x="1387805" y="461329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2D2B2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8" name="contour_20676"/>
          <p:cNvSpPr/>
          <p:nvPr/>
        </p:nvSpPr>
        <p:spPr>
          <a:xfrm>
            <a:off x="11029818" y="461329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9224"/>
                </a:lnTo>
                <a:lnTo>
                  <a:pt x="10849" y="16841"/>
                </a:lnTo>
                <a:lnTo>
                  <a:pt x="8159" y="14458"/>
                </a:lnTo>
                <a:lnTo>
                  <a:pt x="5459" y="12053"/>
                </a:lnTo>
                <a:lnTo>
                  <a:pt x="2743" y="9634"/>
                </a:lnTo>
                <a:lnTo>
                  <a:pt x="0" y="7200"/>
                </a:lnTo>
                <a:lnTo>
                  <a:pt x="3791" y="4464"/>
                </a:lnTo>
                <a:lnTo>
                  <a:pt x="7047" y="2513"/>
                </a:lnTo>
                <a:lnTo>
                  <a:pt x="10114" y="1217"/>
                </a:lnTo>
                <a:lnTo>
                  <a:pt x="13333" y="454"/>
                </a:lnTo>
                <a:lnTo>
                  <a:pt x="17048" y="94"/>
                </a:lnTo>
                <a:lnTo>
                  <a:pt x="21600" y="0"/>
                </a:lnTo>
                <a:close/>
              </a:path>
            </a:pathLst>
          </a:custGeom>
          <a:solidFill>
            <a:srgbClr val="F2F3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79" name="contour_20677"/>
          <p:cNvSpPr/>
          <p:nvPr/>
        </p:nvSpPr>
        <p:spPr>
          <a:xfrm>
            <a:off x="3545051" y="459143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EBF2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0" name="contour_20678"/>
          <p:cNvSpPr/>
          <p:nvPr/>
        </p:nvSpPr>
        <p:spPr>
          <a:xfrm>
            <a:off x="10352035" y="456957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D3B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1" name="contour_20679"/>
          <p:cNvSpPr/>
          <p:nvPr/>
        </p:nvSpPr>
        <p:spPr>
          <a:xfrm>
            <a:off x="7976149" y="457685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8282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2" name="contour_20680"/>
          <p:cNvSpPr/>
          <p:nvPr/>
        </p:nvSpPr>
        <p:spPr>
          <a:xfrm>
            <a:off x="7094302" y="457685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6252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3" name="contour_20681"/>
          <p:cNvSpPr/>
          <p:nvPr/>
        </p:nvSpPr>
        <p:spPr>
          <a:xfrm>
            <a:off x="3559627" y="456228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EEF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4" name="contour_20682"/>
          <p:cNvSpPr/>
          <p:nvPr/>
        </p:nvSpPr>
        <p:spPr>
          <a:xfrm>
            <a:off x="8172925" y="455499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534D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5" name="contour_20683"/>
          <p:cNvSpPr/>
          <p:nvPr/>
        </p:nvSpPr>
        <p:spPr>
          <a:xfrm>
            <a:off x="1227469" y="454770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0303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6" name="contour_20684"/>
          <p:cNvSpPr/>
          <p:nvPr/>
        </p:nvSpPr>
        <p:spPr>
          <a:xfrm>
            <a:off x="7728358" y="453313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F9FA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7" name="contour_20685"/>
          <p:cNvSpPr/>
          <p:nvPr/>
        </p:nvSpPr>
        <p:spPr>
          <a:xfrm>
            <a:off x="5286881" y="453313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D292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8" name="contour_20686"/>
          <p:cNvSpPr/>
          <p:nvPr/>
        </p:nvSpPr>
        <p:spPr>
          <a:xfrm>
            <a:off x="4674689" y="454041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3262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89" name="contour_20687"/>
          <p:cNvSpPr/>
          <p:nvPr/>
        </p:nvSpPr>
        <p:spPr>
          <a:xfrm>
            <a:off x="10366611" y="451855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F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0" name="contour_20688"/>
          <p:cNvSpPr/>
          <p:nvPr/>
        </p:nvSpPr>
        <p:spPr>
          <a:xfrm>
            <a:off x="4995361" y="4518555"/>
            <a:ext cx="14576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46" y="2673"/>
                </a:lnTo>
                <a:lnTo>
                  <a:pt x="10714" y="5357"/>
                </a:lnTo>
                <a:lnTo>
                  <a:pt x="16124" y="8062"/>
                </a:lnTo>
                <a:lnTo>
                  <a:pt x="21600" y="10800"/>
                </a:lnTo>
                <a:lnTo>
                  <a:pt x="16254" y="13473"/>
                </a:lnTo>
                <a:lnTo>
                  <a:pt x="10886" y="16157"/>
                </a:lnTo>
                <a:lnTo>
                  <a:pt x="5476" y="18862"/>
                </a:lnTo>
                <a:lnTo>
                  <a:pt x="0" y="21600"/>
                </a:lnTo>
                <a:lnTo>
                  <a:pt x="0" y="18036"/>
                </a:lnTo>
                <a:lnTo>
                  <a:pt x="0" y="14467"/>
                </a:lnTo>
                <a:lnTo>
                  <a:pt x="0" y="10881"/>
                </a:lnTo>
                <a:lnTo>
                  <a:pt x="0" y="7279"/>
                </a:lnTo>
                <a:lnTo>
                  <a:pt x="0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45444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1" name="contour_20689"/>
          <p:cNvSpPr/>
          <p:nvPr/>
        </p:nvSpPr>
        <p:spPr>
          <a:xfrm>
            <a:off x="4937057" y="450397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8183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2" name="contour_20690"/>
          <p:cNvSpPr/>
          <p:nvPr/>
        </p:nvSpPr>
        <p:spPr>
          <a:xfrm>
            <a:off x="10534234" y="450397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2F3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3" name="contour_20691"/>
          <p:cNvSpPr/>
          <p:nvPr/>
        </p:nvSpPr>
        <p:spPr>
          <a:xfrm>
            <a:off x="9608660" y="448940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42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FD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4" name="contour_20692"/>
          <p:cNvSpPr/>
          <p:nvPr/>
        </p:nvSpPr>
        <p:spPr>
          <a:xfrm>
            <a:off x="4660113" y="4482115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511"/>
                </a:lnTo>
                <a:lnTo>
                  <a:pt x="7425" y="5065"/>
                </a:lnTo>
                <a:lnTo>
                  <a:pt x="9731" y="8516"/>
                </a:lnTo>
                <a:lnTo>
                  <a:pt x="12074" y="11054"/>
                </a:lnTo>
                <a:lnTo>
                  <a:pt x="14683" y="12982"/>
                </a:lnTo>
                <a:lnTo>
                  <a:pt x="17782" y="14596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3607" y="18776"/>
                </a:lnTo>
                <a:lnTo>
                  <a:pt x="2446" y="16708"/>
                </a:lnTo>
                <a:lnTo>
                  <a:pt x="1415" y="14386"/>
                </a:lnTo>
                <a:lnTo>
                  <a:pt x="0" y="10800"/>
                </a:lnTo>
                <a:lnTo>
                  <a:pt x="1415" y="7214"/>
                </a:lnTo>
                <a:lnTo>
                  <a:pt x="2446" y="4892"/>
                </a:lnTo>
                <a:lnTo>
                  <a:pt x="3607" y="2824"/>
                </a:lnTo>
                <a:lnTo>
                  <a:pt x="5400" y="0"/>
                </a:lnTo>
                <a:close/>
              </a:path>
            </a:pathLst>
          </a:custGeom>
          <a:solidFill>
            <a:srgbClr val="3C3A3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5" name="contour_20693"/>
          <p:cNvSpPr/>
          <p:nvPr/>
        </p:nvSpPr>
        <p:spPr>
          <a:xfrm>
            <a:off x="5009937" y="448211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3353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6" name="contour_20694"/>
          <p:cNvSpPr/>
          <p:nvPr/>
        </p:nvSpPr>
        <p:spPr>
          <a:xfrm>
            <a:off x="7538870" y="446025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9224"/>
                </a:lnTo>
                <a:lnTo>
                  <a:pt x="10849" y="16841"/>
                </a:lnTo>
                <a:lnTo>
                  <a:pt x="8159" y="14458"/>
                </a:lnTo>
                <a:lnTo>
                  <a:pt x="5459" y="12053"/>
                </a:lnTo>
                <a:lnTo>
                  <a:pt x="2743" y="9634"/>
                </a:lnTo>
                <a:lnTo>
                  <a:pt x="0" y="7200"/>
                </a:lnTo>
                <a:lnTo>
                  <a:pt x="3791" y="4464"/>
                </a:lnTo>
                <a:lnTo>
                  <a:pt x="7047" y="2513"/>
                </a:lnTo>
                <a:lnTo>
                  <a:pt x="10114" y="1217"/>
                </a:lnTo>
                <a:lnTo>
                  <a:pt x="13333" y="454"/>
                </a:lnTo>
                <a:lnTo>
                  <a:pt x="17048" y="94"/>
                </a:lnTo>
                <a:lnTo>
                  <a:pt x="21600" y="0"/>
                </a:lnTo>
                <a:close/>
              </a:path>
            </a:pathLst>
          </a:custGeom>
          <a:solidFill>
            <a:srgbClr val="B4B1A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7" name="contour_20695"/>
          <p:cNvSpPr/>
          <p:nvPr/>
        </p:nvSpPr>
        <p:spPr>
          <a:xfrm>
            <a:off x="7269214" y="446025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C1C3C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8" name="contour_20696"/>
          <p:cNvSpPr/>
          <p:nvPr/>
        </p:nvSpPr>
        <p:spPr>
          <a:xfrm>
            <a:off x="10905922" y="443838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9EE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699" name="contour_20697"/>
          <p:cNvSpPr/>
          <p:nvPr/>
        </p:nvSpPr>
        <p:spPr>
          <a:xfrm>
            <a:off x="4521641" y="443109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02E2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0" name="contour_20698"/>
          <p:cNvSpPr/>
          <p:nvPr/>
        </p:nvSpPr>
        <p:spPr>
          <a:xfrm>
            <a:off x="1650173" y="438008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E3E5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1" name="contour_20699"/>
          <p:cNvSpPr/>
          <p:nvPr/>
        </p:nvSpPr>
        <p:spPr>
          <a:xfrm>
            <a:off x="6919391" y="438008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570"/>
                </a:lnTo>
                <a:lnTo>
                  <a:pt x="12512" y="2729"/>
                </a:lnTo>
                <a:lnTo>
                  <a:pt x="14974" y="3823"/>
                </a:lnTo>
                <a:lnTo>
                  <a:pt x="17744" y="5198"/>
                </a:lnTo>
                <a:lnTo>
                  <a:pt x="21600" y="7200"/>
                </a:lnTo>
                <a:lnTo>
                  <a:pt x="18927" y="10764"/>
                </a:lnTo>
                <a:lnTo>
                  <a:pt x="16243" y="14342"/>
                </a:lnTo>
                <a:lnTo>
                  <a:pt x="13538" y="17950"/>
                </a:lnTo>
                <a:lnTo>
                  <a:pt x="10800" y="21600"/>
                </a:lnTo>
                <a:lnTo>
                  <a:pt x="8127" y="18036"/>
                </a:lnTo>
                <a:lnTo>
                  <a:pt x="5443" y="14458"/>
                </a:lnTo>
                <a:lnTo>
                  <a:pt x="2738" y="10850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ED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2" name="contour_20700"/>
          <p:cNvSpPr/>
          <p:nvPr/>
        </p:nvSpPr>
        <p:spPr>
          <a:xfrm>
            <a:off x="5111969" y="437279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4A89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3" name="contour_20701"/>
          <p:cNvSpPr/>
          <p:nvPr/>
        </p:nvSpPr>
        <p:spPr>
          <a:xfrm>
            <a:off x="5090105" y="437279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AA26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4" name="contour_20702"/>
          <p:cNvSpPr/>
          <p:nvPr/>
        </p:nvSpPr>
        <p:spPr>
          <a:xfrm>
            <a:off x="10352035" y="436550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8F9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5" name="contour_20703"/>
          <p:cNvSpPr/>
          <p:nvPr/>
        </p:nvSpPr>
        <p:spPr>
          <a:xfrm>
            <a:off x="4835025" y="437279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78643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6" name="contour_20704"/>
          <p:cNvSpPr/>
          <p:nvPr/>
        </p:nvSpPr>
        <p:spPr>
          <a:xfrm>
            <a:off x="4397746" y="435093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7" name="contour_20705"/>
          <p:cNvSpPr/>
          <p:nvPr/>
        </p:nvSpPr>
        <p:spPr>
          <a:xfrm>
            <a:off x="3953178" y="435093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E625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8" name="contour_20706"/>
          <p:cNvSpPr/>
          <p:nvPr/>
        </p:nvSpPr>
        <p:spPr>
          <a:xfrm>
            <a:off x="2131180" y="433635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3564"/>
                </a:lnTo>
                <a:lnTo>
                  <a:pt x="7135" y="7135"/>
                </a:lnTo>
                <a:lnTo>
                  <a:pt x="10721" y="10721"/>
                </a:lnTo>
                <a:lnTo>
                  <a:pt x="14321" y="14321"/>
                </a:lnTo>
                <a:lnTo>
                  <a:pt x="17942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9EB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09" name="contour_20707"/>
          <p:cNvSpPr/>
          <p:nvPr/>
        </p:nvSpPr>
        <p:spPr>
          <a:xfrm>
            <a:off x="688158" y="434364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2673"/>
                </a:lnTo>
                <a:lnTo>
                  <a:pt x="14350" y="5357"/>
                </a:lnTo>
                <a:lnTo>
                  <a:pt x="17950" y="8062"/>
                </a:lnTo>
                <a:lnTo>
                  <a:pt x="21600" y="10800"/>
                </a:lnTo>
                <a:lnTo>
                  <a:pt x="18036" y="12582"/>
                </a:lnTo>
                <a:lnTo>
                  <a:pt x="14465" y="14369"/>
                </a:lnTo>
                <a:lnTo>
                  <a:pt x="10879" y="16157"/>
                </a:lnTo>
                <a:lnTo>
                  <a:pt x="7279" y="17960"/>
                </a:lnTo>
                <a:lnTo>
                  <a:pt x="3658" y="19775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F9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0" name="contour_20708"/>
          <p:cNvSpPr/>
          <p:nvPr/>
        </p:nvSpPr>
        <p:spPr>
          <a:xfrm>
            <a:off x="7546158" y="431449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4F7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1" name="contour_20709"/>
          <p:cNvSpPr/>
          <p:nvPr/>
        </p:nvSpPr>
        <p:spPr>
          <a:xfrm>
            <a:off x="7742934" y="429262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0CFD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2" name="contour_20710"/>
          <p:cNvSpPr/>
          <p:nvPr/>
        </p:nvSpPr>
        <p:spPr>
          <a:xfrm>
            <a:off x="4973497" y="429991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9224"/>
                </a:lnTo>
                <a:lnTo>
                  <a:pt x="10849" y="16841"/>
                </a:lnTo>
                <a:lnTo>
                  <a:pt x="8159" y="14458"/>
                </a:lnTo>
                <a:lnTo>
                  <a:pt x="5459" y="12053"/>
                </a:lnTo>
                <a:lnTo>
                  <a:pt x="2743" y="9634"/>
                </a:lnTo>
                <a:lnTo>
                  <a:pt x="0" y="7200"/>
                </a:lnTo>
                <a:lnTo>
                  <a:pt x="3791" y="4464"/>
                </a:lnTo>
                <a:lnTo>
                  <a:pt x="7047" y="2513"/>
                </a:lnTo>
                <a:lnTo>
                  <a:pt x="10114" y="1217"/>
                </a:lnTo>
                <a:lnTo>
                  <a:pt x="13333" y="454"/>
                </a:lnTo>
                <a:lnTo>
                  <a:pt x="17048" y="94"/>
                </a:lnTo>
                <a:lnTo>
                  <a:pt x="21600" y="0"/>
                </a:lnTo>
                <a:close/>
              </a:path>
            </a:pathLst>
          </a:custGeom>
          <a:solidFill>
            <a:srgbClr val="E2E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3" name="contour_20711"/>
          <p:cNvSpPr/>
          <p:nvPr/>
        </p:nvSpPr>
        <p:spPr>
          <a:xfrm>
            <a:off x="7349382" y="427805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54435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4" name="contour_20712"/>
          <p:cNvSpPr/>
          <p:nvPr/>
        </p:nvSpPr>
        <p:spPr>
          <a:xfrm>
            <a:off x="4784009" y="424889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8ED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5" name="contour_20713"/>
          <p:cNvSpPr/>
          <p:nvPr/>
        </p:nvSpPr>
        <p:spPr>
          <a:xfrm>
            <a:off x="3960466" y="424889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1C1C1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6" name="contour_20714"/>
          <p:cNvSpPr/>
          <p:nvPr/>
        </p:nvSpPr>
        <p:spPr>
          <a:xfrm>
            <a:off x="10198987" y="423432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8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7" name="contour_20715"/>
          <p:cNvSpPr/>
          <p:nvPr/>
        </p:nvSpPr>
        <p:spPr>
          <a:xfrm>
            <a:off x="5418064" y="420517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E6ED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8" name="contour_20716"/>
          <p:cNvSpPr/>
          <p:nvPr/>
        </p:nvSpPr>
        <p:spPr>
          <a:xfrm>
            <a:off x="5461792" y="416873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073" y="3564"/>
                </a:lnTo>
                <a:lnTo>
                  <a:pt x="10751" y="7135"/>
                </a:lnTo>
                <a:lnTo>
                  <a:pt x="13441" y="10721"/>
                </a:lnTo>
                <a:lnTo>
                  <a:pt x="16141" y="14321"/>
                </a:lnTo>
                <a:lnTo>
                  <a:pt x="18857" y="17942"/>
                </a:lnTo>
                <a:lnTo>
                  <a:pt x="21600" y="21600"/>
                </a:lnTo>
                <a:lnTo>
                  <a:pt x="18036" y="20412"/>
                </a:lnTo>
                <a:lnTo>
                  <a:pt x="14467" y="19224"/>
                </a:lnTo>
                <a:lnTo>
                  <a:pt x="10881" y="18029"/>
                </a:lnTo>
                <a:lnTo>
                  <a:pt x="7279" y="16826"/>
                </a:lnTo>
                <a:lnTo>
                  <a:pt x="3656" y="15617"/>
                </a:lnTo>
                <a:lnTo>
                  <a:pt x="0" y="14400"/>
                </a:lnTo>
                <a:lnTo>
                  <a:pt x="1339" y="10836"/>
                </a:lnTo>
                <a:lnTo>
                  <a:pt x="2678" y="7258"/>
                </a:lnTo>
                <a:lnTo>
                  <a:pt x="4034" y="3650"/>
                </a:lnTo>
                <a:lnTo>
                  <a:pt x="5400" y="0"/>
                </a:lnTo>
                <a:close/>
              </a:path>
            </a:pathLst>
          </a:custGeom>
          <a:solidFill>
            <a:srgbClr val="C5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19" name="contour_20717"/>
          <p:cNvSpPr/>
          <p:nvPr/>
        </p:nvSpPr>
        <p:spPr>
          <a:xfrm>
            <a:off x="6970407" y="412500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9576"/>
                </a:lnTo>
                <a:lnTo>
                  <a:pt x="14465" y="11959"/>
                </a:lnTo>
                <a:lnTo>
                  <a:pt x="10879" y="14342"/>
                </a:lnTo>
                <a:lnTo>
                  <a:pt x="7279" y="16747"/>
                </a:lnTo>
                <a:lnTo>
                  <a:pt x="3658" y="191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8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0" name="contour_20718"/>
          <p:cNvSpPr/>
          <p:nvPr/>
        </p:nvSpPr>
        <p:spPr>
          <a:xfrm>
            <a:off x="5039089" y="408127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069"/>
                </a:lnTo>
                <a:lnTo>
                  <a:pt x="8568" y="2144"/>
                </a:lnTo>
                <a:lnTo>
                  <a:pt x="12874" y="3218"/>
                </a:lnTo>
                <a:lnTo>
                  <a:pt x="17215" y="4304"/>
                </a:lnTo>
                <a:lnTo>
                  <a:pt x="21600" y="5400"/>
                </a:lnTo>
                <a:lnTo>
                  <a:pt x="20542" y="6588"/>
                </a:lnTo>
                <a:lnTo>
                  <a:pt x="19483" y="7781"/>
                </a:lnTo>
                <a:lnTo>
                  <a:pt x="18022" y="9428"/>
                </a:lnTo>
                <a:lnTo>
                  <a:pt x="15746" y="11983"/>
                </a:lnTo>
                <a:lnTo>
                  <a:pt x="12276" y="15887"/>
                </a:lnTo>
                <a:lnTo>
                  <a:pt x="7200" y="21600"/>
                </a:lnTo>
                <a:lnTo>
                  <a:pt x="6012" y="18036"/>
                </a:lnTo>
                <a:lnTo>
                  <a:pt x="4824" y="14467"/>
                </a:lnTo>
                <a:lnTo>
                  <a:pt x="3629" y="10881"/>
                </a:lnTo>
                <a:lnTo>
                  <a:pt x="2426" y="7279"/>
                </a:lnTo>
                <a:lnTo>
                  <a:pt x="1217" y="3656"/>
                </a:lnTo>
                <a:lnTo>
                  <a:pt x="0" y="0"/>
                </a:lnTo>
                <a:close/>
              </a:path>
            </a:pathLst>
          </a:custGeom>
          <a:solidFill>
            <a:srgbClr val="DCE0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1" name="contour_20719"/>
          <p:cNvSpPr/>
          <p:nvPr/>
        </p:nvSpPr>
        <p:spPr>
          <a:xfrm>
            <a:off x="11153714" y="400839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DD4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2" name="contour_20720"/>
          <p:cNvSpPr/>
          <p:nvPr/>
        </p:nvSpPr>
        <p:spPr>
          <a:xfrm>
            <a:off x="7677342" y="395009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10764"/>
                </a:lnTo>
                <a:lnTo>
                  <a:pt x="16238" y="14342"/>
                </a:lnTo>
                <a:lnTo>
                  <a:pt x="13538" y="17950"/>
                </a:lnTo>
                <a:lnTo>
                  <a:pt x="10800" y="21600"/>
                </a:lnTo>
                <a:lnTo>
                  <a:pt x="9018" y="18036"/>
                </a:lnTo>
                <a:lnTo>
                  <a:pt x="7231" y="14465"/>
                </a:lnTo>
                <a:lnTo>
                  <a:pt x="5438" y="10879"/>
                </a:lnTo>
                <a:lnTo>
                  <a:pt x="3640" y="7279"/>
                </a:lnTo>
                <a:lnTo>
                  <a:pt x="182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FAFC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3" name="contour_20721"/>
          <p:cNvSpPr/>
          <p:nvPr/>
        </p:nvSpPr>
        <p:spPr>
          <a:xfrm>
            <a:off x="8617493" y="341806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3564"/>
                </a:lnTo>
                <a:lnTo>
                  <a:pt x="11959" y="7135"/>
                </a:lnTo>
                <a:lnTo>
                  <a:pt x="14350" y="10721"/>
                </a:lnTo>
                <a:lnTo>
                  <a:pt x="16747" y="14321"/>
                </a:lnTo>
                <a:lnTo>
                  <a:pt x="19166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A8BEC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4" name="contour_20722"/>
          <p:cNvSpPr/>
          <p:nvPr/>
        </p:nvSpPr>
        <p:spPr>
          <a:xfrm>
            <a:off x="5396200" y="337434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2CC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5" name="contour_20723"/>
          <p:cNvSpPr/>
          <p:nvPr/>
        </p:nvSpPr>
        <p:spPr>
          <a:xfrm>
            <a:off x="7108878" y="335247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3E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6" name="contour_20724"/>
          <p:cNvSpPr/>
          <p:nvPr/>
        </p:nvSpPr>
        <p:spPr>
          <a:xfrm>
            <a:off x="5804328" y="334518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8E1E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7" name="contour_20725"/>
          <p:cNvSpPr/>
          <p:nvPr/>
        </p:nvSpPr>
        <p:spPr>
          <a:xfrm>
            <a:off x="702734" y="3323324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F2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8" name="contour_20726"/>
          <p:cNvSpPr/>
          <p:nvPr/>
        </p:nvSpPr>
        <p:spPr>
          <a:xfrm>
            <a:off x="3989618" y="333790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CD2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29" name="contour_20727"/>
          <p:cNvSpPr/>
          <p:nvPr/>
        </p:nvSpPr>
        <p:spPr>
          <a:xfrm>
            <a:off x="782902" y="333061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61537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0" name="contour_20728"/>
          <p:cNvSpPr/>
          <p:nvPr/>
        </p:nvSpPr>
        <p:spPr>
          <a:xfrm>
            <a:off x="6715327" y="331603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C8E9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1" name="contour_20729"/>
          <p:cNvSpPr/>
          <p:nvPr/>
        </p:nvSpPr>
        <p:spPr>
          <a:xfrm>
            <a:off x="3661658" y="329417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9224"/>
                </a:lnTo>
                <a:lnTo>
                  <a:pt x="10849" y="16841"/>
                </a:lnTo>
                <a:lnTo>
                  <a:pt x="8159" y="14450"/>
                </a:lnTo>
                <a:lnTo>
                  <a:pt x="5459" y="12053"/>
                </a:lnTo>
                <a:lnTo>
                  <a:pt x="2743" y="9634"/>
                </a:lnTo>
                <a:lnTo>
                  <a:pt x="0" y="7200"/>
                </a:lnTo>
                <a:lnTo>
                  <a:pt x="3791" y="4464"/>
                </a:lnTo>
                <a:lnTo>
                  <a:pt x="7047" y="2513"/>
                </a:lnTo>
                <a:lnTo>
                  <a:pt x="10114" y="1217"/>
                </a:lnTo>
                <a:lnTo>
                  <a:pt x="13333" y="454"/>
                </a:lnTo>
                <a:lnTo>
                  <a:pt x="17048" y="94"/>
                </a:lnTo>
                <a:lnTo>
                  <a:pt x="21600" y="0"/>
                </a:lnTo>
                <a:close/>
              </a:path>
            </a:pathLst>
          </a:custGeom>
          <a:solidFill>
            <a:srgbClr val="47555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2" name="contour_20730"/>
          <p:cNvSpPr/>
          <p:nvPr/>
        </p:nvSpPr>
        <p:spPr>
          <a:xfrm>
            <a:off x="11372353" y="327959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2673"/>
                </a:lnTo>
                <a:lnTo>
                  <a:pt x="14350" y="5362"/>
                </a:lnTo>
                <a:lnTo>
                  <a:pt x="17950" y="8062"/>
                </a:lnTo>
                <a:lnTo>
                  <a:pt x="21600" y="10800"/>
                </a:lnTo>
                <a:lnTo>
                  <a:pt x="18036" y="12582"/>
                </a:lnTo>
                <a:lnTo>
                  <a:pt x="14465" y="14369"/>
                </a:lnTo>
                <a:lnTo>
                  <a:pt x="10879" y="16162"/>
                </a:lnTo>
                <a:lnTo>
                  <a:pt x="7279" y="17960"/>
                </a:lnTo>
                <a:lnTo>
                  <a:pt x="3658" y="19775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C7DE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3" name="contour_20731"/>
          <p:cNvSpPr/>
          <p:nvPr/>
        </p:nvSpPr>
        <p:spPr>
          <a:xfrm>
            <a:off x="2298804" y="325773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50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F4EE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4" name="contour_20732"/>
          <p:cNvSpPr/>
          <p:nvPr/>
        </p:nvSpPr>
        <p:spPr>
          <a:xfrm>
            <a:off x="5294169" y="324315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3564"/>
                </a:lnTo>
                <a:lnTo>
                  <a:pt x="7135" y="7135"/>
                </a:lnTo>
                <a:lnTo>
                  <a:pt x="10721" y="10721"/>
                </a:lnTo>
                <a:lnTo>
                  <a:pt x="14321" y="14321"/>
                </a:lnTo>
                <a:lnTo>
                  <a:pt x="17942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4EC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5" name="contour_20733"/>
          <p:cNvSpPr/>
          <p:nvPr/>
        </p:nvSpPr>
        <p:spPr>
          <a:xfrm>
            <a:off x="8398853" y="322858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53575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6" name="contour_20734"/>
          <p:cNvSpPr/>
          <p:nvPr/>
        </p:nvSpPr>
        <p:spPr>
          <a:xfrm>
            <a:off x="5170273" y="322129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EC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7" name="contour_20735"/>
          <p:cNvSpPr/>
          <p:nvPr/>
        </p:nvSpPr>
        <p:spPr>
          <a:xfrm>
            <a:off x="8369701" y="321400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A424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8" name="contour_20736"/>
          <p:cNvSpPr/>
          <p:nvPr/>
        </p:nvSpPr>
        <p:spPr>
          <a:xfrm>
            <a:off x="4259274" y="3192140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404" y="2511"/>
                </a:lnTo>
                <a:lnTo>
                  <a:pt x="7425" y="5065"/>
                </a:lnTo>
                <a:lnTo>
                  <a:pt x="9731" y="8516"/>
                </a:lnTo>
                <a:lnTo>
                  <a:pt x="12074" y="11054"/>
                </a:lnTo>
                <a:lnTo>
                  <a:pt x="14683" y="12982"/>
                </a:lnTo>
                <a:lnTo>
                  <a:pt x="17782" y="14596"/>
                </a:lnTo>
                <a:lnTo>
                  <a:pt x="21600" y="16200"/>
                </a:lnTo>
                <a:lnTo>
                  <a:pt x="18392" y="17269"/>
                </a:lnTo>
                <a:lnTo>
                  <a:pt x="15174" y="18344"/>
                </a:lnTo>
                <a:lnTo>
                  <a:pt x="11945" y="19418"/>
                </a:lnTo>
                <a:lnTo>
                  <a:pt x="8689" y="20504"/>
                </a:lnTo>
                <a:lnTo>
                  <a:pt x="5400" y="21600"/>
                </a:lnTo>
                <a:lnTo>
                  <a:pt x="3607" y="18776"/>
                </a:lnTo>
                <a:lnTo>
                  <a:pt x="2446" y="16708"/>
                </a:lnTo>
                <a:lnTo>
                  <a:pt x="1415" y="14386"/>
                </a:lnTo>
                <a:lnTo>
                  <a:pt x="0" y="10800"/>
                </a:lnTo>
                <a:lnTo>
                  <a:pt x="1415" y="7214"/>
                </a:lnTo>
                <a:lnTo>
                  <a:pt x="2446" y="4892"/>
                </a:lnTo>
                <a:lnTo>
                  <a:pt x="3607" y="2824"/>
                </a:lnTo>
                <a:lnTo>
                  <a:pt x="5400" y="0"/>
                </a:lnTo>
                <a:close/>
              </a:path>
            </a:pathLst>
          </a:custGeom>
          <a:solidFill>
            <a:srgbClr val="685E4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39" name="contour_20737"/>
          <p:cNvSpPr/>
          <p:nvPr/>
        </p:nvSpPr>
        <p:spPr>
          <a:xfrm>
            <a:off x="7414974" y="3199428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9224"/>
                </a:lnTo>
                <a:lnTo>
                  <a:pt x="10849" y="16841"/>
                </a:lnTo>
                <a:lnTo>
                  <a:pt x="8159" y="14450"/>
                </a:lnTo>
                <a:lnTo>
                  <a:pt x="5459" y="12053"/>
                </a:lnTo>
                <a:lnTo>
                  <a:pt x="2743" y="9634"/>
                </a:lnTo>
                <a:lnTo>
                  <a:pt x="0" y="7200"/>
                </a:lnTo>
                <a:lnTo>
                  <a:pt x="3791" y="4464"/>
                </a:lnTo>
                <a:lnTo>
                  <a:pt x="7047" y="2513"/>
                </a:lnTo>
                <a:lnTo>
                  <a:pt x="10114" y="1217"/>
                </a:lnTo>
                <a:lnTo>
                  <a:pt x="13333" y="454"/>
                </a:lnTo>
                <a:lnTo>
                  <a:pt x="17048" y="94"/>
                </a:lnTo>
                <a:lnTo>
                  <a:pt x="21600" y="0"/>
                </a:lnTo>
                <a:close/>
              </a:path>
            </a:pathLst>
          </a:custGeom>
          <a:solidFill>
            <a:srgbClr val="3F474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0" name="contour_20738"/>
          <p:cNvSpPr/>
          <p:nvPr/>
        </p:nvSpPr>
        <p:spPr>
          <a:xfrm>
            <a:off x="10432203" y="317027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3564"/>
                </a:lnTo>
                <a:lnTo>
                  <a:pt x="7135" y="7135"/>
                </a:lnTo>
                <a:lnTo>
                  <a:pt x="10721" y="10721"/>
                </a:lnTo>
                <a:lnTo>
                  <a:pt x="14321" y="14321"/>
                </a:lnTo>
                <a:lnTo>
                  <a:pt x="17942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FD0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1" name="contour_20739"/>
          <p:cNvSpPr/>
          <p:nvPr/>
        </p:nvSpPr>
        <p:spPr>
          <a:xfrm>
            <a:off x="5381624" y="317027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BE8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2" name="contour_20740"/>
          <p:cNvSpPr/>
          <p:nvPr/>
        </p:nvSpPr>
        <p:spPr>
          <a:xfrm>
            <a:off x="7247350" y="314841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484C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3" name="contour_20741"/>
          <p:cNvSpPr/>
          <p:nvPr/>
        </p:nvSpPr>
        <p:spPr>
          <a:xfrm>
            <a:off x="10745586" y="308282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9224"/>
                </a:lnTo>
                <a:lnTo>
                  <a:pt x="10849" y="16841"/>
                </a:lnTo>
                <a:lnTo>
                  <a:pt x="8159" y="14450"/>
                </a:lnTo>
                <a:lnTo>
                  <a:pt x="5459" y="12053"/>
                </a:lnTo>
                <a:lnTo>
                  <a:pt x="2743" y="9634"/>
                </a:lnTo>
                <a:lnTo>
                  <a:pt x="0" y="7200"/>
                </a:lnTo>
                <a:lnTo>
                  <a:pt x="3791" y="4464"/>
                </a:lnTo>
                <a:lnTo>
                  <a:pt x="7047" y="2513"/>
                </a:lnTo>
                <a:lnTo>
                  <a:pt x="10114" y="1217"/>
                </a:lnTo>
                <a:lnTo>
                  <a:pt x="13333" y="454"/>
                </a:lnTo>
                <a:lnTo>
                  <a:pt x="17048" y="94"/>
                </a:lnTo>
                <a:lnTo>
                  <a:pt x="21600" y="0"/>
                </a:lnTo>
                <a:close/>
              </a:path>
            </a:pathLst>
          </a:custGeom>
          <a:solidFill>
            <a:srgbClr val="A49E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4" name="contour_20742"/>
          <p:cNvSpPr/>
          <p:nvPr/>
        </p:nvSpPr>
        <p:spPr>
          <a:xfrm>
            <a:off x="7356670" y="306095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9FA8A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5" name="contour_20743"/>
          <p:cNvSpPr/>
          <p:nvPr/>
        </p:nvSpPr>
        <p:spPr>
          <a:xfrm>
            <a:off x="8559189" y="306095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058"/>
                </a:lnTo>
                <a:lnTo>
                  <a:pt x="7781" y="2117"/>
                </a:lnTo>
                <a:lnTo>
                  <a:pt x="9428" y="3586"/>
                </a:lnTo>
                <a:lnTo>
                  <a:pt x="11983" y="5854"/>
                </a:lnTo>
                <a:lnTo>
                  <a:pt x="15887" y="9324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929D9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6" name="contour_20744"/>
          <p:cNvSpPr/>
          <p:nvPr/>
        </p:nvSpPr>
        <p:spPr>
          <a:xfrm>
            <a:off x="9929331" y="303909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1434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7" name="contour_20745"/>
          <p:cNvSpPr/>
          <p:nvPr/>
        </p:nvSpPr>
        <p:spPr>
          <a:xfrm>
            <a:off x="418502" y="303909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570"/>
                </a:lnTo>
                <a:lnTo>
                  <a:pt x="12512" y="2729"/>
                </a:lnTo>
                <a:lnTo>
                  <a:pt x="14974" y="3823"/>
                </a:lnTo>
                <a:lnTo>
                  <a:pt x="17744" y="5198"/>
                </a:lnTo>
                <a:lnTo>
                  <a:pt x="21600" y="7200"/>
                </a:lnTo>
                <a:lnTo>
                  <a:pt x="18927" y="10764"/>
                </a:lnTo>
                <a:lnTo>
                  <a:pt x="16243" y="14350"/>
                </a:lnTo>
                <a:lnTo>
                  <a:pt x="13538" y="17950"/>
                </a:lnTo>
                <a:lnTo>
                  <a:pt x="10800" y="21600"/>
                </a:lnTo>
                <a:lnTo>
                  <a:pt x="8127" y="18036"/>
                </a:lnTo>
                <a:lnTo>
                  <a:pt x="5443" y="14450"/>
                </a:lnTo>
                <a:lnTo>
                  <a:pt x="2738" y="10850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F8F2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8" name="contour_20746"/>
          <p:cNvSpPr/>
          <p:nvPr/>
        </p:nvSpPr>
        <p:spPr>
          <a:xfrm>
            <a:off x="7582598" y="300265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4F1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49" name="contour_20747"/>
          <p:cNvSpPr/>
          <p:nvPr/>
        </p:nvSpPr>
        <p:spPr>
          <a:xfrm>
            <a:off x="8202077" y="2995365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1415"/>
                </a:lnTo>
                <a:lnTo>
                  <a:pt x="14731" y="2452"/>
                </a:lnTo>
                <a:lnTo>
                  <a:pt x="17575" y="3607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9" y="13748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DCE4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0" name="contour_20748"/>
          <p:cNvSpPr/>
          <p:nvPr/>
        </p:nvSpPr>
        <p:spPr>
          <a:xfrm>
            <a:off x="4288426" y="29953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2C2A2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1" name="contour_20749"/>
          <p:cNvSpPr/>
          <p:nvPr/>
        </p:nvSpPr>
        <p:spPr>
          <a:xfrm>
            <a:off x="8223941" y="29807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C72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2" name="contour_20750"/>
          <p:cNvSpPr/>
          <p:nvPr/>
        </p:nvSpPr>
        <p:spPr>
          <a:xfrm>
            <a:off x="8537325" y="29735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9224"/>
                </a:lnTo>
                <a:lnTo>
                  <a:pt x="10849" y="16841"/>
                </a:lnTo>
                <a:lnTo>
                  <a:pt x="8159" y="14450"/>
                </a:lnTo>
                <a:lnTo>
                  <a:pt x="5459" y="12053"/>
                </a:lnTo>
                <a:lnTo>
                  <a:pt x="2743" y="9634"/>
                </a:lnTo>
                <a:lnTo>
                  <a:pt x="0" y="7200"/>
                </a:lnTo>
                <a:lnTo>
                  <a:pt x="3791" y="4464"/>
                </a:lnTo>
                <a:lnTo>
                  <a:pt x="7047" y="2513"/>
                </a:lnTo>
                <a:lnTo>
                  <a:pt x="10114" y="1217"/>
                </a:lnTo>
                <a:lnTo>
                  <a:pt x="13333" y="454"/>
                </a:lnTo>
                <a:lnTo>
                  <a:pt x="17048" y="94"/>
                </a:lnTo>
                <a:lnTo>
                  <a:pt x="21600" y="0"/>
                </a:lnTo>
                <a:close/>
              </a:path>
            </a:pathLst>
          </a:custGeom>
          <a:solidFill>
            <a:srgbClr val="C6D5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3" name="contour_20751"/>
          <p:cNvSpPr/>
          <p:nvPr/>
        </p:nvSpPr>
        <p:spPr>
          <a:xfrm>
            <a:off x="8253093" y="29735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B857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4" name="contour_20752"/>
          <p:cNvSpPr/>
          <p:nvPr/>
        </p:nvSpPr>
        <p:spPr>
          <a:xfrm>
            <a:off x="10395763" y="29589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9B8A6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5" name="contour_20753"/>
          <p:cNvSpPr/>
          <p:nvPr/>
        </p:nvSpPr>
        <p:spPr>
          <a:xfrm>
            <a:off x="6861087" y="296621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570"/>
                </a:lnTo>
                <a:lnTo>
                  <a:pt x="12512" y="2729"/>
                </a:lnTo>
                <a:lnTo>
                  <a:pt x="14974" y="3823"/>
                </a:lnTo>
                <a:lnTo>
                  <a:pt x="17744" y="5198"/>
                </a:lnTo>
                <a:lnTo>
                  <a:pt x="21600" y="7200"/>
                </a:lnTo>
                <a:lnTo>
                  <a:pt x="18927" y="10764"/>
                </a:lnTo>
                <a:lnTo>
                  <a:pt x="16243" y="14350"/>
                </a:lnTo>
                <a:lnTo>
                  <a:pt x="13538" y="17950"/>
                </a:lnTo>
                <a:lnTo>
                  <a:pt x="10800" y="21600"/>
                </a:lnTo>
                <a:lnTo>
                  <a:pt x="8127" y="18036"/>
                </a:lnTo>
                <a:lnTo>
                  <a:pt x="5443" y="14450"/>
                </a:lnTo>
                <a:lnTo>
                  <a:pt x="2738" y="10850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BDC6C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6" name="contour_20754"/>
          <p:cNvSpPr/>
          <p:nvPr/>
        </p:nvSpPr>
        <p:spPr>
          <a:xfrm>
            <a:off x="6708039" y="2952599"/>
            <a:ext cx="29152" cy="20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356"/>
                </a:moveTo>
                <a:lnTo>
                  <a:pt x="18047" y="2644"/>
                </a:lnTo>
                <a:lnTo>
                  <a:pt x="21600" y="6537"/>
                </a:lnTo>
                <a:lnTo>
                  <a:pt x="21600" y="11515"/>
                </a:lnTo>
                <a:lnTo>
                  <a:pt x="21600" y="16524"/>
                </a:lnTo>
                <a:lnTo>
                  <a:pt x="21600" y="21600"/>
                </a:lnTo>
                <a:lnTo>
                  <a:pt x="18544" y="19469"/>
                </a:lnTo>
                <a:lnTo>
                  <a:pt x="15487" y="17337"/>
                </a:lnTo>
                <a:lnTo>
                  <a:pt x="12420" y="15198"/>
                </a:lnTo>
                <a:lnTo>
                  <a:pt x="9342" y="13052"/>
                </a:lnTo>
                <a:lnTo>
                  <a:pt x="6248" y="10898"/>
                </a:lnTo>
                <a:lnTo>
                  <a:pt x="3137" y="8729"/>
                </a:lnTo>
                <a:lnTo>
                  <a:pt x="0" y="6537"/>
                </a:lnTo>
                <a:lnTo>
                  <a:pt x="5319" y="2885"/>
                </a:lnTo>
                <a:lnTo>
                  <a:pt x="8856" y="783"/>
                </a:lnTo>
                <a:lnTo>
                  <a:pt x="11421" y="0"/>
                </a:lnTo>
                <a:lnTo>
                  <a:pt x="13824" y="271"/>
                </a:lnTo>
                <a:lnTo>
                  <a:pt x="16875" y="1356"/>
                </a:lnTo>
                <a:close/>
              </a:path>
            </a:pathLst>
          </a:custGeom>
          <a:solidFill>
            <a:srgbClr val="AA737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7" name="contour_20755"/>
          <p:cNvSpPr/>
          <p:nvPr/>
        </p:nvSpPr>
        <p:spPr>
          <a:xfrm>
            <a:off x="7203622" y="292977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E5F0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8" name="contour_20756"/>
          <p:cNvSpPr/>
          <p:nvPr/>
        </p:nvSpPr>
        <p:spPr>
          <a:xfrm>
            <a:off x="6933967" y="294434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1403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59" name="contour_20757"/>
          <p:cNvSpPr/>
          <p:nvPr/>
        </p:nvSpPr>
        <p:spPr>
          <a:xfrm>
            <a:off x="5410776" y="2938023"/>
            <a:ext cx="29152" cy="20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356"/>
                </a:moveTo>
                <a:lnTo>
                  <a:pt x="18047" y="2644"/>
                </a:lnTo>
                <a:lnTo>
                  <a:pt x="21600" y="6537"/>
                </a:lnTo>
                <a:lnTo>
                  <a:pt x="21600" y="11515"/>
                </a:lnTo>
                <a:lnTo>
                  <a:pt x="21600" y="16524"/>
                </a:lnTo>
                <a:lnTo>
                  <a:pt x="21600" y="21600"/>
                </a:lnTo>
                <a:lnTo>
                  <a:pt x="18544" y="19469"/>
                </a:lnTo>
                <a:lnTo>
                  <a:pt x="15487" y="17337"/>
                </a:lnTo>
                <a:lnTo>
                  <a:pt x="12420" y="15198"/>
                </a:lnTo>
                <a:lnTo>
                  <a:pt x="9342" y="13052"/>
                </a:lnTo>
                <a:lnTo>
                  <a:pt x="6248" y="10898"/>
                </a:lnTo>
                <a:lnTo>
                  <a:pt x="3137" y="8729"/>
                </a:lnTo>
                <a:lnTo>
                  <a:pt x="0" y="6537"/>
                </a:lnTo>
                <a:lnTo>
                  <a:pt x="5319" y="2885"/>
                </a:lnTo>
                <a:lnTo>
                  <a:pt x="8856" y="783"/>
                </a:lnTo>
                <a:lnTo>
                  <a:pt x="11421" y="0"/>
                </a:lnTo>
                <a:lnTo>
                  <a:pt x="13824" y="271"/>
                </a:lnTo>
                <a:lnTo>
                  <a:pt x="16875" y="1356"/>
                </a:lnTo>
                <a:close/>
              </a:path>
            </a:pathLst>
          </a:custGeom>
          <a:solidFill>
            <a:srgbClr val="D2D9D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0" name="contour_20758"/>
          <p:cNvSpPr/>
          <p:nvPr/>
        </p:nvSpPr>
        <p:spPr>
          <a:xfrm>
            <a:off x="1861525" y="292977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382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1" name="contour_20759"/>
          <p:cNvSpPr/>
          <p:nvPr/>
        </p:nvSpPr>
        <p:spPr>
          <a:xfrm>
            <a:off x="9965771" y="29370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A9AFA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2" name="contour_20760"/>
          <p:cNvSpPr/>
          <p:nvPr/>
        </p:nvSpPr>
        <p:spPr>
          <a:xfrm>
            <a:off x="10235427" y="2915197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058"/>
                </a:lnTo>
                <a:lnTo>
                  <a:pt x="7781" y="2117"/>
                </a:lnTo>
                <a:lnTo>
                  <a:pt x="9428" y="3586"/>
                </a:lnTo>
                <a:lnTo>
                  <a:pt x="11983" y="5854"/>
                </a:lnTo>
                <a:lnTo>
                  <a:pt x="15887" y="9324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AAB7B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3" name="contour_20761"/>
          <p:cNvSpPr/>
          <p:nvPr/>
        </p:nvSpPr>
        <p:spPr>
          <a:xfrm>
            <a:off x="10118819" y="292248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10764"/>
                </a:lnTo>
                <a:lnTo>
                  <a:pt x="16238" y="14350"/>
                </a:lnTo>
                <a:lnTo>
                  <a:pt x="13538" y="17950"/>
                </a:lnTo>
                <a:lnTo>
                  <a:pt x="10800" y="21600"/>
                </a:lnTo>
                <a:lnTo>
                  <a:pt x="9018" y="18036"/>
                </a:lnTo>
                <a:lnTo>
                  <a:pt x="7231" y="14465"/>
                </a:lnTo>
                <a:lnTo>
                  <a:pt x="5438" y="10879"/>
                </a:lnTo>
                <a:lnTo>
                  <a:pt x="3640" y="7279"/>
                </a:lnTo>
                <a:lnTo>
                  <a:pt x="182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595D5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4" name="contour_20762"/>
          <p:cNvSpPr/>
          <p:nvPr/>
        </p:nvSpPr>
        <p:spPr>
          <a:xfrm>
            <a:off x="10206275" y="290790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10764"/>
                </a:lnTo>
                <a:lnTo>
                  <a:pt x="16238" y="14350"/>
                </a:lnTo>
                <a:lnTo>
                  <a:pt x="13538" y="17950"/>
                </a:lnTo>
                <a:lnTo>
                  <a:pt x="10800" y="21600"/>
                </a:lnTo>
                <a:lnTo>
                  <a:pt x="9018" y="18036"/>
                </a:lnTo>
                <a:lnTo>
                  <a:pt x="7231" y="14465"/>
                </a:lnTo>
                <a:lnTo>
                  <a:pt x="5438" y="10879"/>
                </a:lnTo>
                <a:lnTo>
                  <a:pt x="3640" y="7279"/>
                </a:lnTo>
                <a:lnTo>
                  <a:pt x="182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5B5B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5" name="contour_20763"/>
          <p:cNvSpPr/>
          <p:nvPr/>
        </p:nvSpPr>
        <p:spPr>
          <a:xfrm>
            <a:off x="5170273" y="289333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B6B6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6" name="contour_20764"/>
          <p:cNvSpPr/>
          <p:nvPr/>
        </p:nvSpPr>
        <p:spPr>
          <a:xfrm>
            <a:off x="4813161" y="288604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46404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7" name="contour_20765"/>
          <p:cNvSpPr/>
          <p:nvPr/>
        </p:nvSpPr>
        <p:spPr>
          <a:xfrm>
            <a:off x="11459809" y="287146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8999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8" name="contour_20766"/>
          <p:cNvSpPr/>
          <p:nvPr/>
        </p:nvSpPr>
        <p:spPr>
          <a:xfrm>
            <a:off x="1839661" y="28568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AC9C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69" name="contour_20767"/>
          <p:cNvSpPr/>
          <p:nvPr/>
        </p:nvSpPr>
        <p:spPr>
          <a:xfrm>
            <a:off x="8618185" y="2856893"/>
            <a:ext cx="21172" cy="36440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6729" y="0"/>
                </a:moveTo>
                <a:lnTo>
                  <a:pt x="10283" y="2536"/>
                </a:lnTo>
                <a:lnTo>
                  <a:pt x="12856" y="4441"/>
                </a:lnTo>
                <a:lnTo>
                  <a:pt x="14863" y="6074"/>
                </a:lnTo>
                <a:lnTo>
                  <a:pt x="16715" y="7802"/>
                </a:lnTo>
                <a:lnTo>
                  <a:pt x="18819" y="9975"/>
                </a:lnTo>
                <a:lnTo>
                  <a:pt x="21600" y="12960"/>
                </a:lnTo>
                <a:lnTo>
                  <a:pt x="17711" y="15984"/>
                </a:lnTo>
                <a:lnTo>
                  <a:pt x="14863" y="17889"/>
                </a:lnTo>
                <a:lnTo>
                  <a:pt x="11666" y="19492"/>
                </a:lnTo>
                <a:lnTo>
                  <a:pt x="6729" y="21600"/>
                </a:lnTo>
                <a:lnTo>
                  <a:pt x="3279" y="16641"/>
                </a:lnTo>
                <a:lnTo>
                  <a:pt x="1086" y="13133"/>
                </a:lnTo>
                <a:lnTo>
                  <a:pt x="30" y="10562"/>
                </a:lnTo>
                <a:lnTo>
                  <a:pt x="0" y="8441"/>
                </a:lnTo>
                <a:lnTo>
                  <a:pt x="877" y="6255"/>
                </a:lnTo>
                <a:lnTo>
                  <a:pt x="2550" y="3508"/>
                </a:lnTo>
                <a:lnTo>
                  <a:pt x="4625" y="1767"/>
                </a:lnTo>
                <a:lnTo>
                  <a:pt x="6729" y="0"/>
                </a:lnTo>
                <a:close/>
              </a:path>
            </a:pathLst>
          </a:custGeom>
          <a:solidFill>
            <a:srgbClr val="D0DDE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0" name="contour_20768"/>
          <p:cNvSpPr/>
          <p:nvPr/>
        </p:nvSpPr>
        <p:spPr>
          <a:xfrm>
            <a:off x="2160332" y="27985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3C434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1" name="contour_20769"/>
          <p:cNvSpPr/>
          <p:nvPr/>
        </p:nvSpPr>
        <p:spPr>
          <a:xfrm>
            <a:off x="1788645" y="279130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4222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2" name="contour_20770"/>
          <p:cNvSpPr/>
          <p:nvPr/>
        </p:nvSpPr>
        <p:spPr>
          <a:xfrm>
            <a:off x="7691918" y="27767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B7889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3" name="contour_20771"/>
          <p:cNvSpPr/>
          <p:nvPr/>
        </p:nvSpPr>
        <p:spPr>
          <a:xfrm>
            <a:off x="5214001" y="276943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A4A4A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4" name="contour_20772"/>
          <p:cNvSpPr/>
          <p:nvPr/>
        </p:nvSpPr>
        <p:spPr>
          <a:xfrm>
            <a:off x="1008830" y="276214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2960" y="0"/>
                </a:moveTo>
                <a:lnTo>
                  <a:pt x="15984" y="4025"/>
                </a:lnTo>
                <a:lnTo>
                  <a:pt x="17889" y="6869"/>
                </a:lnTo>
                <a:lnTo>
                  <a:pt x="19492" y="9871"/>
                </a:lnTo>
                <a:lnTo>
                  <a:pt x="21600" y="14400"/>
                </a:lnTo>
                <a:lnTo>
                  <a:pt x="19492" y="17042"/>
                </a:lnTo>
                <a:lnTo>
                  <a:pt x="17889" y="18677"/>
                </a:lnTo>
                <a:lnTo>
                  <a:pt x="15984" y="19966"/>
                </a:lnTo>
                <a:lnTo>
                  <a:pt x="12960" y="21600"/>
                </a:lnTo>
                <a:lnTo>
                  <a:pt x="9975" y="18720"/>
                </a:lnTo>
                <a:lnTo>
                  <a:pt x="7802" y="16567"/>
                </a:lnTo>
                <a:lnTo>
                  <a:pt x="6074" y="14731"/>
                </a:lnTo>
                <a:lnTo>
                  <a:pt x="4441" y="12830"/>
                </a:lnTo>
                <a:lnTo>
                  <a:pt x="2536" y="10454"/>
                </a:lnTo>
                <a:lnTo>
                  <a:pt x="0" y="7200"/>
                </a:lnTo>
                <a:lnTo>
                  <a:pt x="2955" y="4982"/>
                </a:lnTo>
                <a:lnTo>
                  <a:pt x="5106" y="3499"/>
                </a:lnTo>
                <a:lnTo>
                  <a:pt x="7076" y="2405"/>
                </a:lnTo>
                <a:lnTo>
                  <a:pt x="9487" y="1354"/>
                </a:lnTo>
                <a:lnTo>
                  <a:pt x="12960" y="0"/>
                </a:lnTo>
                <a:close/>
              </a:path>
            </a:pathLst>
          </a:custGeom>
          <a:solidFill>
            <a:srgbClr val="A18E7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5" name="contour_20773"/>
          <p:cNvSpPr/>
          <p:nvPr/>
        </p:nvSpPr>
        <p:spPr>
          <a:xfrm>
            <a:off x="4995361" y="276214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4A4C4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6" name="contour_20774"/>
          <p:cNvSpPr/>
          <p:nvPr/>
        </p:nvSpPr>
        <p:spPr>
          <a:xfrm>
            <a:off x="4973497" y="27548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9580" y="1570"/>
                </a:lnTo>
                <a:lnTo>
                  <a:pt x="12512" y="2729"/>
                </a:lnTo>
                <a:lnTo>
                  <a:pt x="14974" y="3823"/>
                </a:lnTo>
                <a:lnTo>
                  <a:pt x="17744" y="5198"/>
                </a:lnTo>
                <a:lnTo>
                  <a:pt x="21600" y="7200"/>
                </a:lnTo>
                <a:lnTo>
                  <a:pt x="18927" y="10764"/>
                </a:lnTo>
                <a:lnTo>
                  <a:pt x="16243" y="14350"/>
                </a:lnTo>
                <a:lnTo>
                  <a:pt x="13538" y="17950"/>
                </a:lnTo>
                <a:lnTo>
                  <a:pt x="10800" y="21600"/>
                </a:lnTo>
                <a:lnTo>
                  <a:pt x="8127" y="18036"/>
                </a:lnTo>
                <a:lnTo>
                  <a:pt x="5443" y="14450"/>
                </a:lnTo>
                <a:lnTo>
                  <a:pt x="2738" y="10850"/>
                </a:lnTo>
                <a:lnTo>
                  <a:pt x="0" y="7200"/>
                </a:lnTo>
                <a:lnTo>
                  <a:pt x="2678" y="3629"/>
                </a:lnTo>
                <a:lnTo>
                  <a:pt x="5400" y="0"/>
                </a:lnTo>
                <a:close/>
              </a:path>
            </a:pathLst>
          </a:custGeom>
          <a:solidFill>
            <a:srgbClr val="2F323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7" name="contour_20775"/>
          <p:cNvSpPr/>
          <p:nvPr/>
        </p:nvSpPr>
        <p:spPr>
          <a:xfrm>
            <a:off x="10752874" y="274028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1B9B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8" name="contour_20776"/>
          <p:cNvSpPr/>
          <p:nvPr/>
        </p:nvSpPr>
        <p:spPr>
          <a:xfrm>
            <a:off x="7932421" y="270384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1D9D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79" name="contour_20777"/>
          <p:cNvSpPr/>
          <p:nvPr/>
        </p:nvSpPr>
        <p:spPr>
          <a:xfrm>
            <a:off x="2160332" y="268198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24242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0" name="contour_20778"/>
          <p:cNvSpPr/>
          <p:nvPr/>
        </p:nvSpPr>
        <p:spPr>
          <a:xfrm>
            <a:off x="8012589" y="26746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43454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1" name="contour_20779"/>
          <p:cNvSpPr/>
          <p:nvPr/>
        </p:nvSpPr>
        <p:spPr>
          <a:xfrm>
            <a:off x="10956938" y="266740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0B7B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2" name="contour_20780"/>
          <p:cNvSpPr/>
          <p:nvPr/>
        </p:nvSpPr>
        <p:spPr>
          <a:xfrm>
            <a:off x="680870" y="2660117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2582" y="2673"/>
                </a:lnTo>
                <a:lnTo>
                  <a:pt x="14369" y="5351"/>
                </a:lnTo>
                <a:lnTo>
                  <a:pt x="16162" y="8041"/>
                </a:lnTo>
                <a:lnTo>
                  <a:pt x="17960" y="10741"/>
                </a:lnTo>
                <a:lnTo>
                  <a:pt x="19775" y="13457"/>
                </a:lnTo>
                <a:lnTo>
                  <a:pt x="21600" y="16200"/>
                </a:lnTo>
                <a:lnTo>
                  <a:pt x="18776" y="18182"/>
                </a:lnTo>
                <a:lnTo>
                  <a:pt x="16708" y="19408"/>
                </a:lnTo>
                <a:lnTo>
                  <a:pt x="14386" y="20374"/>
                </a:lnTo>
                <a:lnTo>
                  <a:pt x="10800" y="21600"/>
                </a:lnTo>
                <a:lnTo>
                  <a:pt x="7214" y="18581"/>
                </a:lnTo>
                <a:lnTo>
                  <a:pt x="4892" y="16448"/>
                </a:lnTo>
                <a:lnTo>
                  <a:pt x="2824" y="14197"/>
                </a:lnTo>
                <a:lnTo>
                  <a:pt x="0" y="10800"/>
                </a:lnTo>
                <a:lnTo>
                  <a:pt x="3569" y="10800"/>
                </a:lnTo>
                <a:lnTo>
                  <a:pt x="7160" y="10800"/>
                </a:lnTo>
                <a:lnTo>
                  <a:pt x="10800" y="10800"/>
                </a:lnTo>
                <a:lnTo>
                  <a:pt x="10800" y="7231"/>
                </a:lnTo>
                <a:lnTo>
                  <a:pt x="10800" y="3640"/>
                </a:lnTo>
                <a:lnTo>
                  <a:pt x="10800" y="0"/>
                </a:lnTo>
                <a:close/>
              </a:path>
            </a:pathLst>
          </a:custGeom>
          <a:solidFill>
            <a:srgbClr val="706F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3" name="contour_20781"/>
          <p:cNvSpPr/>
          <p:nvPr/>
        </p:nvSpPr>
        <p:spPr>
          <a:xfrm>
            <a:off x="1795933" y="26528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7060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4" name="contour_20782"/>
          <p:cNvSpPr/>
          <p:nvPr/>
        </p:nvSpPr>
        <p:spPr>
          <a:xfrm>
            <a:off x="2357108" y="260910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33333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5" name="contour_20783"/>
          <p:cNvSpPr/>
          <p:nvPr/>
        </p:nvSpPr>
        <p:spPr>
          <a:xfrm>
            <a:off x="1934404" y="260910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C1C2C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6" name="contour_20784"/>
          <p:cNvSpPr/>
          <p:nvPr/>
        </p:nvSpPr>
        <p:spPr>
          <a:xfrm>
            <a:off x="5534672" y="260910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21600" y="0"/>
                </a:moveTo>
                <a:lnTo>
                  <a:pt x="20531" y="4277"/>
                </a:lnTo>
                <a:lnTo>
                  <a:pt x="19456" y="8568"/>
                </a:lnTo>
                <a:lnTo>
                  <a:pt x="18382" y="12874"/>
                </a:lnTo>
                <a:lnTo>
                  <a:pt x="17296" y="17215"/>
                </a:lnTo>
                <a:lnTo>
                  <a:pt x="16200" y="21600"/>
                </a:lnTo>
                <a:lnTo>
                  <a:pt x="13527" y="19224"/>
                </a:lnTo>
                <a:lnTo>
                  <a:pt x="10849" y="16841"/>
                </a:lnTo>
                <a:lnTo>
                  <a:pt x="8159" y="14450"/>
                </a:lnTo>
                <a:lnTo>
                  <a:pt x="5459" y="12053"/>
                </a:lnTo>
                <a:lnTo>
                  <a:pt x="2743" y="9634"/>
                </a:lnTo>
                <a:lnTo>
                  <a:pt x="0" y="7200"/>
                </a:lnTo>
                <a:lnTo>
                  <a:pt x="3791" y="4464"/>
                </a:lnTo>
                <a:lnTo>
                  <a:pt x="7047" y="2513"/>
                </a:lnTo>
                <a:lnTo>
                  <a:pt x="10114" y="1217"/>
                </a:lnTo>
                <a:lnTo>
                  <a:pt x="13333" y="454"/>
                </a:lnTo>
                <a:lnTo>
                  <a:pt x="17048" y="94"/>
                </a:lnTo>
                <a:lnTo>
                  <a:pt x="21600" y="0"/>
                </a:lnTo>
                <a:close/>
              </a:path>
            </a:pathLst>
          </a:custGeom>
          <a:solidFill>
            <a:srgbClr val="857C6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7" name="contour_20785"/>
          <p:cNvSpPr/>
          <p:nvPr/>
        </p:nvSpPr>
        <p:spPr>
          <a:xfrm>
            <a:off x="5301457" y="260181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EE3E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8" name="contour_20786"/>
          <p:cNvSpPr/>
          <p:nvPr/>
        </p:nvSpPr>
        <p:spPr>
          <a:xfrm>
            <a:off x="4696553" y="256537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EBAA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89" name="contour_20787"/>
          <p:cNvSpPr/>
          <p:nvPr/>
        </p:nvSpPr>
        <p:spPr>
          <a:xfrm>
            <a:off x="2437276" y="2566335"/>
            <a:ext cx="29152" cy="20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356"/>
                </a:moveTo>
                <a:lnTo>
                  <a:pt x="18047" y="2644"/>
                </a:lnTo>
                <a:lnTo>
                  <a:pt x="21600" y="6537"/>
                </a:lnTo>
                <a:lnTo>
                  <a:pt x="21600" y="11515"/>
                </a:lnTo>
                <a:lnTo>
                  <a:pt x="21600" y="16524"/>
                </a:lnTo>
                <a:lnTo>
                  <a:pt x="21600" y="21600"/>
                </a:lnTo>
                <a:lnTo>
                  <a:pt x="18544" y="19469"/>
                </a:lnTo>
                <a:lnTo>
                  <a:pt x="15487" y="17337"/>
                </a:lnTo>
                <a:lnTo>
                  <a:pt x="12420" y="15198"/>
                </a:lnTo>
                <a:lnTo>
                  <a:pt x="9342" y="13052"/>
                </a:lnTo>
                <a:lnTo>
                  <a:pt x="6248" y="10898"/>
                </a:lnTo>
                <a:lnTo>
                  <a:pt x="3137" y="8729"/>
                </a:lnTo>
                <a:lnTo>
                  <a:pt x="0" y="6537"/>
                </a:lnTo>
                <a:lnTo>
                  <a:pt x="5319" y="2885"/>
                </a:lnTo>
                <a:lnTo>
                  <a:pt x="8856" y="783"/>
                </a:lnTo>
                <a:lnTo>
                  <a:pt x="11421" y="0"/>
                </a:lnTo>
                <a:lnTo>
                  <a:pt x="13824" y="271"/>
                </a:lnTo>
                <a:lnTo>
                  <a:pt x="16875" y="1356"/>
                </a:lnTo>
                <a:close/>
              </a:path>
            </a:pathLst>
          </a:custGeom>
          <a:solidFill>
            <a:srgbClr val="605A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0" name="contour_20788"/>
          <p:cNvSpPr/>
          <p:nvPr/>
        </p:nvSpPr>
        <p:spPr>
          <a:xfrm>
            <a:off x="1103573" y="2565373"/>
            <a:ext cx="29152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8991" y="2160"/>
                </a:lnTo>
                <a:lnTo>
                  <a:pt x="11621" y="3775"/>
                </a:lnTo>
                <a:lnTo>
                  <a:pt x="13754" y="5152"/>
                </a:lnTo>
                <a:lnTo>
                  <a:pt x="15822" y="6577"/>
                </a:lnTo>
                <a:lnTo>
                  <a:pt x="18290" y="8359"/>
                </a:lnTo>
                <a:lnTo>
                  <a:pt x="21600" y="10800"/>
                </a:lnTo>
                <a:lnTo>
                  <a:pt x="18031" y="10800"/>
                </a:lnTo>
                <a:lnTo>
                  <a:pt x="14440" y="10800"/>
                </a:lnTo>
                <a:lnTo>
                  <a:pt x="10800" y="10800"/>
                </a:lnTo>
                <a:lnTo>
                  <a:pt x="8818" y="14008"/>
                </a:lnTo>
                <a:lnTo>
                  <a:pt x="7592" y="16200"/>
                </a:lnTo>
                <a:lnTo>
                  <a:pt x="6626" y="18392"/>
                </a:lnTo>
                <a:lnTo>
                  <a:pt x="5400" y="21600"/>
                </a:lnTo>
                <a:lnTo>
                  <a:pt x="3899" y="17744"/>
                </a:lnTo>
                <a:lnTo>
                  <a:pt x="2867" y="14974"/>
                </a:lnTo>
                <a:lnTo>
                  <a:pt x="2047" y="12512"/>
                </a:lnTo>
                <a:lnTo>
                  <a:pt x="1177" y="9580"/>
                </a:lnTo>
                <a:lnTo>
                  <a:pt x="0" y="5400"/>
                </a:lnTo>
                <a:lnTo>
                  <a:pt x="2678" y="2722"/>
                </a:lnTo>
                <a:lnTo>
                  <a:pt x="5400" y="0"/>
                </a:lnTo>
                <a:close/>
              </a:path>
            </a:pathLst>
          </a:custGeom>
          <a:solidFill>
            <a:srgbClr val="494A4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1" name="contour_20789"/>
          <p:cNvSpPr/>
          <p:nvPr/>
        </p:nvSpPr>
        <p:spPr>
          <a:xfrm>
            <a:off x="5753312" y="254350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0D6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2" name="contour_20790"/>
          <p:cNvSpPr/>
          <p:nvPr/>
        </p:nvSpPr>
        <p:spPr>
          <a:xfrm>
            <a:off x="8070893" y="2536221"/>
            <a:ext cx="29152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588"/>
                </a:lnTo>
                <a:lnTo>
                  <a:pt x="7781" y="3175"/>
                </a:lnTo>
                <a:lnTo>
                  <a:pt x="9428" y="5378"/>
                </a:lnTo>
                <a:lnTo>
                  <a:pt x="11983" y="8780"/>
                </a:lnTo>
                <a:lnTo>
                  <a:pt x="15887" y="13986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339" y="16254"/>
                </a:lnTo>
                <a:lnTo>
                  <a:pt x="2678" y="10876"/>
                </a:lnTo>
                <a:lnTo>
                  <a:pt x="4034" y="5476"/>
                </a:lnTo>
                <a:lnTo>
                  <a:pt x="5400" y="0"/>
                </a:lnTo>
                <a:close/>
              </a:path>
            </a:pathLst>
          </a:custGeom>
          <a:solidFill>
            <a:srgbClr val="CFD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3" name="contour_20791"/>
          <p:cNvSpPr/>
          <p:nvPr/>
        </p:nvSpPr>
        <p:spPr>
          <a:xfrm>
            <a:off x="4674689" y="254350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959C9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4" name="contour_20792"/>
          <p:cNvSpPr/>
          <p:nvPr/>
        </p:nvSpPr>
        <p:spPr>
          <a:xfrm>
            <a:off x="644430" y="252893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1415"/>
                </a:lnTo>
                <a:lnTo>
                  <a:pt x="14731" y="2452"/>
                </a:lnTo>
                <a:lnTo>
                  <a:pt x="17575" y="3607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9" y="13748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70717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5" name="contour_20793"/>
          <p:cNvSpPr/>
          <p:nvPr/>
        </p:nvSpPr>
        <p:spPr>
          <a:xfrm>
            <a:off x="3187939" y="252164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90A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6" name="contour_20794"/>
          <p:cNvSpPr/>
          <p:nvPr/>
        </p:nvSpPr>
        <p:spPr>
          <a:xfrm>
            <a:off x="3661658" y="251435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1600" y="4277"/>
                </a:lnTo>
                <a:lnTo>
                  <a:pt x="21600" y="8568"/>
                </a:lnTo>
                <a:lnTo>
                  <a:pt x="21600" y="12874"/>
                </a:lnTo>
                <a:lnTo>
                  <a:pt x="21600" y="17215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634" y="10123"/>
                </a:lnTo>
                <a:lnTo>
                  <a:pt x="2923" y="7200"/>
                </a:lnTo>
                <a:lnTo>
                  <a:pt x="4558" y="4277"/>
                </a:lnTo>
                <a:lnTo>
                  <a:pt x="7200" y="0"/>
                </a:lnTo>
                <a:close/>
              </a:path>
            </a:pathLst>
          </a:custGeom>
          <a:solidFill>
            <a:srgbClr val="C2C6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7" name="contour_20795"/>
          <p:cNvSpPr/>
          <p:nvPr/>
        </p:nvSpPr>
        <p:spPr>
          <a:xfrm>
            <a:off x="7240062" y="249978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42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55555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8" name="contour_20796"/>
          <p:cNvSpPr/>
          <p:nvPr/>
        </p:nvSpPr>
        <p:spPr>
          <a:xfrm>
            <a:off x="2349820" y="251435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67686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799" name="contour_20797"/>
          <p:cNvSpPr/>
          <p:nvPr/>
        </p:nvSpPr>
        <p:spPr>
          <a:xfrm>
            <a:off x="935950" y="249978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0531"/>
                </a:lnTo>
                <a:lnTo>
                  <a:pt x="13032" y="19456"/>
                </a:lnTo>
                <a:lnTo>
                  <a:pt x="8726" y="18382"/>
                </a:lnTo>
                <a:lnTo>
                  <a:pt x="4385" y="17296"/>
                </a:lnTo>
                <a:lnTo>
                  <a:pt x="0" y="16200"/>
                </a:lnTo>
                <a:lnTo>
                  <a:pt x="1426" y="12992"/>
                </a:lnTo>
                <a:lnTo>
                  <a:pt x="2858" y="9774"/>
                </a:lnTo>
                <a:lnTo>
                  <a:pt x="4291" y="6545"/>
                </a:lnTo>
                <a:lnTo>
                  <a:pt x="5738" y="3289"/>
                </a:lnTo>
                <a:lnTo>
                  <a:pt x="7200" y="0"/>
                </a:lnTo>
                <a:close/>
              </a:path>
            </a:pathLst>
          </a:custGeom>
          <a:solidFill>
            <a:srgbClr val="1A1A1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0" name="contour_20798"/>
          <p:cNvSpPr/>
          <p:nvPr/>
        </p:nvSpPr>
        <p:spPr>
          <a:xfrm>
            <a:off x="8522749" y="2477917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238" y="3056"/>
                </a:lnTo>
                <a:lnTo>
                  <a:pt x="11275" y="6113"/>
                </a:lnTo>
                <a:lnTo>
                  <a:pt x="13320" y="9180"/>
                </a:lnTo>
                <a:lnTo>
                  <a:pt x="15372" y="12258"/>
                </a:lnTo>
                <a:lnTo>
                  <a:pt x="17438" y="15352"/>
                </a:lnTo>
                <a:lnTo>
                  <a:pt x="19512" y="18463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DFEC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1" name="contour_20799"/>
          <p:cNvSpPr/>
          <p:nvPr/>
        </p:nvSpPr>
        <p:spPr>
          <a:xfrm>
            <a:off x="6831935" y="24924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6C9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2" name="contour_20800"/>
          <p:cNvSpPr/>
          <p:nvPr/>
        </p:nvSpPr>
        <p:spPr>
          <a:xfrm>
            <a:off x="3836570" y="248520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9CED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3" name="contour_20801"/>
          <p:cNvSpPr/>
          <p:nvPr/>
        </p:nvSpPr>
        <p:spPr>
          <a:xfrm>
            <a:off x="9397308" y="2463341"/>
            <a:ext cx="29152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588"/>
                </a:lnTo>
                <a:lnTo>
                  <a:pt x="7781" y="3175"/>
                </a:lnTo>
                <a:lnTo>
                  <a:pt x="9428" y="5378"/>
                </a:lnTo>
                <a:lnTo>
                  <a:pt x="11983" y="8780"/>
                </a:lnTo>
                <a:lnTo>
                  <a:pt x="15887" y="13986"/>
                </a:lnTo>
                <a:lnTo>
                  <a:pt x="21600" y="21600"/>
                </a:lnTo>
                <a:lnTo>
                  <a:pt x="18036" y="21600"/>
                </a:lnTo>
                <a:lnTo>
                  <a:pt x="14467" y="21600"/>
                </a:lnTo>
                <a:lnTo>
                  <a:pt x="10881" y="21600"/>
                </a:lnTo>
                <a:lnTo>
                  <a:pt x="7279" y="21600"/>
                </a:lnTo>
                <a:lnTo>
                  <a:pt x="3656" y="21600"/>
                </a:lnTo>
                <a:lnTo>
                  <a:pt x="0" y="21600"/>
                </a:lnTo>
                <a:lnTo>
                  <a:pt x="1339" y="16254"/>
                </a:lnTo>
                <a:lnTo>
                  <a:pt x="2678" y="10876"/>
                </a:lnTo>
                <a:lnTo>
                  <a:pt x="4034" y="5476"/>
                </a:lnTo>
                <a:lnTo>
                  <a:pt x="5400" y="0"/>
                </a:lnTo>
                <a:close/>
              </a:path>
            </a:pathLst>
          </a:custGeom>
          <a:solidFill>
            <a:srgbClr val="ECF1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4" name="contour_20802"/>
          <p:cNvSpPr/>
          <p:nvPr/>
        </p:nvSpPr>
        <p:spPr>
          <a:xfrm>
            <a:off x="2590324" y="245605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8F6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5" name="contour_20803"/>
          <p:cNvSpPr/>
          <p:nvPr/>
        </p:nvSpPr>
        <p:spPr>
          <a:xfrm>
            <a:off x="870358" y="245605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9576"/>
                </a:lnTo>
                <a:lnTo>
                  <a:pt x="14465" y="11959"/>
                </a:lnTo>
                <a:lnTo>
                  <a:pt x="10879" y="14350"/>
                </a:lnTo>
                <a:lnTo>
                  <a:pt x="7279" y="16747"/>
                </a:lnTo>
                <a:lnTo>
                  <a:pt x="3658" y="191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F5E5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6" name="contour_20804"/>
          <p:cNvSpPr/>
          <p:nvPr/>
        </p:nvSpPr>
        <p:spPr>
          <a:xfrm>
            <a:off x="2583036" y="244147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9576"/>
                </a:lnTo>
                <a:lnTo>
                  <a:pt x="14465" y="11959"/>
                </a:lnTo>
                <a:lnTo>
                  <a:pt x="10879" y="14350"/>
                </a:lnTo>
                <a:lnTo>
                  <a:pt x="7279" y="16747"/>
                </a:lnTo>
                <a:lnTo>
                  <a:pt x="3658" y="19166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BFA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7" name="contour_20805"/>
          <p:cNvSpPr/>
          <p:nvPr/>
        </p:nvSpPr>
        <p:spPr>
          <a:xfrm>
            <a:off x="7363958" y="23904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058"/>
                </a:lnTo>
                <a:lnTo>
                  <a:pt x="7781" y="2117"/>
                </a:lnTo>
                <a:lnTo>
                  <a:pt x="9428" y="3586"/>
                </a:lnTo>
                <a:lnTo>
                  <a:pt x="11983" y="5854"/>
                </a:lnTo>
                <a:lnTo>
                  <a:pt x="15887" y="9324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52524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8" name="contour_20806"/>
          <p:cNvSpPr/>
          <p:nvPr/>
        </p:nvSpPr>
        <p:spPr>
          <a:xfrm>
            <a:off x="1934404" y="23904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3F3E3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09" name="contour_20807"/>
          <p:cNvSpPr/>
          <p:nvPr/>
        </p:nvSpPr>
        <p:spPr>
          <a:xfrm>
            <a:off x="819342" y="239774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10764"/>
                </a:lnTo>
                <a:lnTo>
                  <a:pt x="16238" y="14350"/>
                </a:lnTo>
                <a:lnTo>
                  <a:pt x="13538" y="17950"/>
                </a:lnTo>
                <a:lnTo>
                  <a:pt x="10800" y="21600"/>
                </a:lnTo>
                <a:lnTo>
                  <a:pt x="9018" y="18036"/>
                </a:lnTo>
                <a:lnTo>
                  <a:pt x="7231" y="14465"/>
                </a:lnTo>
                <a:lnTo>
                  <a:pt x="5438" y="10879"/>
                </a:lnTo>
                <a:lnTo>
                  <a:pt x="3640" y="7279"/>
                </a:lnTo>
                <a:lnTo>
                  <a:pt x="182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8C8A8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0" name="contour_20808"/>
          <p:cNvSpPr/>
          <p:nvPr/>
        </p:nvSpPr>
        <p:spPr>
          <a:xfrm>
            <a:off x="221726" y="2390461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1188"/>
                </a:lnTo>
                <a:lnTo>
                  <a:pt x="7133" y="2376"/>
                </a:lnTo>
                <a:lnTo>
                  <a:pt x="10719" y="3571"/>
                </a:lnTo>
                <a:lnTo>
                  <a:pt x="14321" y="4774"/>
                </a:lnTo>
                <a:lnTo>
                  <a:pt x="17944" y="5983"/>
                </a:lnTo>
                <a:lnTo>
                  <a:pt x="21600" y="7200"/>
                </a:lnTo>
                <a:lnTo>
                  <a:pt x="18927" y="10764"/>
                </a:lnTo>
                <a:lnTo>
                  <a:pt x="16243" y="14350"/>
                </a:lnTo>
                <a:lnTo>
                  <a:pt x="13538" y="17950"/>
                </a:lnTo>
                <a:lnTo>
                  <a:pt x="10800" y="21600"/>
                </a:lnTo>
                <a:lnTo>
                  <a:pt x="9018" y="18036"/>
                </a:lnTo>
                <a:lnTo>
                  <a:pt x="7231" y="14465"/>
                </a:lnTo>
                <a:lnTo>
                  <a:pt x="5443" y="10879"/>
                </a:lnTo>
                <a:lnTo>
                  <a:pt x="3640" y="7279"/>
                </a:lnTo>
                <a:lnTo>
                  <a:pt x="1825" y="3658"/>
                </a:lnTo>
                <a:lnTo>
                  <a:pt x="0" y="0"/>
                </a:lnTo>
                <a:close/>
              </a:path>
            </a:pathLst>
          </a:custGeom>
          <a:solidFill>
            <a:srgbClr val="F8EF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1" name="contour_20809"/>
          <p:cNvSpPr/>
          <p:nvPr/>
        </p:nvSpPr>
        <p:spPr>
          <a:xfrm>
            <a:off x="5265017" y="23102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56595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2" name="contour_20810"/>
          <p:cNvSpPr/>
          <p:nvPr/>
        </p:nvSpPr>
        <p:spPr>
          <a:xfrm>
            <a:off x="986966" y="231758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3B3D3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3" name="contour_20811"/>
          <p:cNvSpPr/>
          <p:nvPr/>
        </p:nvSpPr>
        <p:spPr>
          <a:xfrm>
            <a:off x="3639794" y="230300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CABB9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4" name="contour_20812"/>
          <p:cNvSpPr/>
          <p:nvPr/>
        </p:nvSpPr>
        <p:spPr>
          <a:xfrm>
            <a:off x="812054" y="22884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0757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5" name="contour_20813"/>
          <p:cNvSpPr/>
          <p:nvPr/>
        </p:nvSpPr>
        <p:spPr>
          <a:xfrm>
            <a:off x="7334806" y="228842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1F7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6" name="contour_20814"/>
          <p:cNvSpPr/>
          <p:nvPr/>
        </p:nvSpPr>
        <p:spPr>
          <a:xfrm>
            <a:off x="5294169" y="2289391"/>
            <a:ext cx="29152" cy="20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356"/>
                </a:moveTo>
                <a:lnTo>
                  <a:pt x="18047" y="2644"/>
                </a:lnTo>
                <a:lnTo>
                  <a:pt x="21600" y="6537"/>
                </a:lnTo>
                <a:lnTo>
                  <a:pt x="21600" y="11515"/>
                </a:lnTo>
                <a:lnTo>
                  <a:pt x="21600" y="16524"/>
                </a:lnTo>
                <a:lnTo>
                  <a:pt x="21600" y="21600"/>
                </a:lnTo>
                <a:lnTo>
                  <a:pt x="18544" y="19469"/>
                </a:lnTo>
                <a:lnTo>
                  <a:pt x="15487" y="17337"/>
                </a:lnTo>
                <a:lnTo>
                  <a:pt x="12420" y="15198"/>
                </a:lnTo>
                <a:lnTo>
                  <a:pt x="9342" y="13052"/>
                </a:lnTo>
                <a:lnTo>
                  <a:pt x="6248" y="10898"/>
                </a:lnTo>
                <a:lnTo>
                  <a:pt x="3137" y="8729"/>
                </a:lnTo>
                <a:lnTo>
                  <a:pt x="0" y="6537"/>
                </a:lnTo>
                <a:lnTo>
                  <a:pt x="5319" y="2885"/>
                </a:lnTo>
                <a:lnTo>
                  <a:pt x="8856" y="783"/>
                </a:lnTo>
                <a:lnTo>
                  <a:pt x="11421" y="0"/>
                </a:lnTo>
                <a:lnTo>
                  <a:pt x="13824" y="271"/>
                </a:lnTo>
                <a:lnTo>
                  <a:pt x="16875" y="1356"/>
                </a:lnTo>
                <a:close/>
              </a:path>
            </a:pathLst>
          </a:custGeom>
          <a:solidFill>
            <a:srgbClr val="3E404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7" name="contour_20815"/>
          <p:cNvSpPr/>
          <p:nvPr/>
        </p:nvSpPr>
        <p:spPr>
          <a:xfrm>
            <a:off x="892222" y="22884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3564"/>
                </a:lnTo>
                <a:lnTo>
                  <a:pt x="7135" y="7135"/>
                </a:lnTo>
                <a:lnTo>
                  <a:pt x="10721" y="10721"/>
                </a:lnTo>
                <a:lnTo>
                  <a:pt x="14321" y="14321"/>
                </a:lnTo>
                <a:lnTo>
                  <a:pt x="17942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F0F0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8" name="contour_20816"/>
          <p:cNvSpPr/>
          <p:nvPr/>
        </p:nvSpPr>
        <p:spPr>
          <a:xfrm>
            <a:off x="5527384" y="227385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5959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19" name="contour_20817"/>
          <p:cNvSpPr/>
          <p:nvPr/>
        </p:nvSpPr>
        <p:spPr>
          <a:xfrm>
            <a:off x="10279155" y="22519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85C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0" name="contour_20818"/>
          <p:cNvSpPr/>
          <p:nvPr/>
        </p:nvSpPr>
        <p:spPr>
          <a:xfrm>
            <a:off x="10315595" y="223741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0626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1" name="contour_20819"/>
          <p:cNvSpPr/>
          <p:nvPr/>
        </p:nvSpPr>
        <p:spPr>
          <a:xfrm>
            <a:off x="10133395" y="22301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47494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2" name="contour_20820"/>
          <p:cNvSpPr/>
          <p:nvPr/>
        </p:nvSpPr>
        <p:spPr>
          <a:xfrm>
            <a:off x="8668509" y="22301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ED0D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3" name="contour_20821"/>
          <p:cNvSpPr/>
          <p:nvPr/>
        </p:nvSpPr>
        <p:spPr>
          <a:xfrm>
            <a:off x="1074421" y="22301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9BBB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4" name="contour_20822"/>
          <p:cNvSpPr/>
          <p:nvPr/>
        </p:nvSpPr>
        <p:spPr>
          <a:xfrm>
            <a:off x="2364396" y="220097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85888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5" name="contour_20823"/>
          <p:cNvSpPr/>
          <p:nvPr/>
        </p:nvSpPr>
        <p:spPr>
          <a:xfrm>
            <a:off x="7793950" y="219368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2F7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6" name="contour_20824"/>
          <p:cNvSpPr/>
          <p:nvPr/>
        </p:nvSpPr>
        <p:spPr>
          <a:xfrm>
            <a:off x="7014135" y="2179109"/>
            <a:ext cx="36440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8640" y="0"/>
                </a:moveTo>
                <a:lnTo>
                  <a:pt x="11625" y="2880"/>
                </a:lnTo>
                <a:lnTo>
                  <a:pt x="13798" y="5033"/>
                </a:lnTo>
                <a:lnTo>
                  <a:pt x="15526" y="6869"/>
                </a:lnTo>
                <a:lnTo>
                  <a:pt x="17159" y="8770"/>
                </a:lnTo>
                <a:lnTo>
                  <a:pt x="19064" y="11146"/>
                </a:lnTo>
                <a:lnTo>
                  <a:pt x="21600" y="14400"/>
                </a:lnTo>
                <a:lnTo>
                  <a:pt x="18645" y="16618"/>
                </a:lnTo>
                <a:lnTo>
                  <a:pt x="16494" y="18101"/>
                </a:lnTo>
                <a:lnTo>
                  <a:pt x="14524" y="19195"/>
                </a:lnTo>
                <a:lnTo>
                  <a:pt x="12113" y="20246"/>
                </a:lnTo>
                <a:lnTo>
                  <a:pt x="8640" y="21600"/>
                </a:lnTo>
                <a:lnTo>
                  <a:pt x="5620" y="17575"/>
                </a:lnTo>
                <a:lnTo>
                  <a:pt x="3711" y="14731"/>
                </a:lnTo>
                <a:lnTo>
                  <a:pt x="2108" y="11729"/>
                </a:lnTo>
                <a:lnTo>
                  <a:pt x="0" y="7200"/>
                </a:lnTo>
                <a:lnTo>
                  <a:pt x="2108" y="4558"/>
                </a:lnTo>
                <a:lnTo>
                  <a:pt x="3711" y="2923"/>
                </a:lnTo>
                <a:lnTo>
                  <a:pt x="5620" y="1634"/>
                </a:lnTo>
                <a:lnTo>
                  <a:pt x="8640" y="0"/>
                </a:lnTo>
                <a:close/>
              </a:path>
            </a:pathLst>
          </a:custGeom>
          <a:solidFill>
            <a:srgbClr val="D8E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7" name="contour_20825"/>
          <p:cNvSpPr/>
          <p:nvPr/>
        </p:nvSpPr>
        <p:spPr>
          <a:xfrm>
            <a:off x="10220851" y="215724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453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8" name="contour_20826"/>
          <p:cNvSpPr/>
          <p:nvPr/>
        </p:nvSpPr>
        <p:spPr>
          <a:xfrm>
            <a:off x="7546158" y="2157245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058"/>
                </a:lnTo>
                <a:lnTo>
                  <a:pt x="7781" y="2117"/>
                </a:lnTo>
                <a:lnTo>
                  <a:pt x="9428" y="3586"/>
                </a:lnTo>
                <a:lnTo>
                  <a:pt x="11983" y="5854"/>
                </a:lnTo>
                <a:lnTo>
                  <a:pt x="15887" y="9324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CFD1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29" name="contour_20827"/>
          <p:cNvSpPr/>
          <p:nvPr/>
        </p:nvSpPr>
        <p:spPr>
          <a:xfrm>
            <a:off x="9929331" y="214995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B362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0" name="contour_20828"/>
          <p:cNvSpPr/>
          <p:nvPr/>
        </p:nvSpPr>
        <p:spPr>
          <a:xfrm>
            <a:off x="4397746" y="21208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649AC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1" name="contour_20829"/>
          <p:cNvSpPr/>
          <p:nvPr/>
        </p:nvSpPr>
        <p:spPr>
          <a:xfrm>
            <a:off x="4069786" y="21208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96999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2" name="contour_20830"/>
          <p:cNvSpPr/>
          <p:nvPr/>
        </p:nvSpPr>
        <p:spPr>
          <a:xfrm>
            <a:off x="2080164" y="21280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07070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3" name="contour_20831"/>
          <p:cNvSpPr/>
          <p:nvPr/>
        </p:nvSpPr>
        <p:spPr>
          <a:xfrm>
            <a:off x="2021860" y="21135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3D3B3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4" name="contour_20832"/>
          <p:cNvSpPr/>
          <p:nvPr/>
        </p:nvSpPr>
        <p:spPr>
          <a:xfrm>
            <a:off x="8100045" y="209894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3EC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5" name="contour_20833"/>
          <p:cNvSpPr/>
          <p:nvPr/>
        </p:nvSpPr>
        <p:spPr>
          <a:xfrm>
            <a:off x="10162547" y="20989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E6E9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6" name="contour_20834"/>
          <p:cNvSpPr/>
          <p:nvPr/>
        </p:nvSpPr>
        <p:spPr>
          <a:xfrm>
            <a:off x="6780919" y="20989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3564"/>
                </a:lnTo>
                <a:lnTo>
                  <a:pt x="11959" y="7135"/>
                </a:lnTo>
                <a:lnTo>
                  <a:pt x="14342" y="10721"/>
                </a:lnTo>
                <a:lnTo>
                  <a:pt x="16747" y="14321"/>
                </a:lnTo>
                <a:lnTo>
                  <a:pt x="19166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C9CDD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7" name="contour_20835"/>
          <p:cNvSpPr/>
          <p:nvPr/>
        </p:nvSpPr>
        <p:spPr>
          <a:xfrm>
            <a:off x="10177123" y="20843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2514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8" name="contour_20836"/>
          <p:cNvSpPr/>
          <p:nvPr/>
        </p:nvSpPr>
        <p:spPr>
          <a:xfrm>
            <a:off x="4011482" y="2084366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2673"/>
                </a:lnTo>
                <a:lnTo>
                  <a:pt x="11959" y="5351"/>
                </a:lnTo>
                <a:lnTo>
                  <a:pt x="14342" y="8041"/>
                </a:lnTo>
                <a:lnTo>
                  <a:pt x="16747" y="10741"/>
                </a:lnTo>
                <a:lnTo>
                  <a:pt x="19166" y="13457"/>
                </a:lnTo>
                <a:lnTo>
                  <a:pt x="21600" y="16200"/>
                </a:lnTo>
                <a:lnTo>
                  <a:pt x="17323" y="17269"/>
                </a:lnTo>
                <a:lnTo>
                  <a:pt x="13032" y="18344"/>
                </a:lnTo>
                <a:lnTo>
                  <a:pt x="8726" y="19418"/>
                </a:lnTo>
                <a:lnTo>
                  <a:pt x="4385" y="20504"/>
                </a:lnTo>
                <a:lnTo>
                  <a:pt x="0" y="21600"/>
                </a:lnTo>
                <a:lnTo>
                  <a:pt x="1188" y="18036"/>
                </a:lnTo>
                <a:lnTo>
                  <a:pt x="2376" y="14467"/>
                </a:lnTo>
                <a:lnTo>
                  <a:pt x="3571" y="10881"/>
                </a:lnTo>
                <a:lnTo>
                  <a:pt x="4774" y="7279"/>
                </a:lnTo>
                <a:lnTo>
                  <a:pt x="5983" y="3656"/>
                </a:lnTo>
                <a:lnTo>
                  <a:pt x="7200" y="0"/>
                </a:lnTo>
                <a:close/>
              </a:path>
            </a:pathLst>
          </a:custGeom>
          <a:solidFill>
            <a:srgbClr val="69676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39" name="contour_20837"/>
          <p:cNvSpPr/>
          <p:nvPr/>
        </p:nvSpPr>
        <p:spPr>
          <a:xfrm>
            <a:off x="3821994" y="20479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878F9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0" name="contour_20838"/>
          <p:cNvSpPr/>
          <p:nvPr/>
        </p:nvSpPr>
        <p:spPr>
          <a:xfrm>
            <a:off x="7138030" y="20479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959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1" name="contour_20839"/>
          <p:cNvSpPr/>
          <p:nvPr/>
        </p:nvSpPr>
        <p:spPr>
          <a:xfrm>
            <a:off x="4069786" y="20479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A50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2" name="contour_20840"/>
          <p:cNvSpPr/>
          <p:nvPr/>
        </p:nvSpPr>
        <p:spPr>
          <a:xfrm>
            <a:off x="9856451" y="201877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3CDB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3" name="contour_20841"/>
          <p:cNvSpPr/>
          <p:nvPr/>
        </p:nvSpPr>
        <p:spPr>
          <a:xfrm>
            <a:off x="7458702" y="198962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729" y="1415"/>
                </a:lnTo>
                <a:lnTo>
                  <a:pt x="14731" y="2452"/>
                </a:lnTo>
                <a:lnTo>
                  <a:pt x="17575" y="3607"/>
                </a:lnTo>
                <a:lnTo>
                  <a:pt x="21600" y="5400"/>
                </a:lnTo>
                <a:lnTo>
                  <a:pt x="20174" y="8608"/>
                </a:lnTo>
                <a:lnTo>
                  <a:pt x="18742" y="11826"/>
                </a:lnTo>
                <a:lnTo>
                  <a:pt x="17309" y="15055"/>
                </a:lnTo>
                <a:lnTo>
                  <a:pt x="15862" y="18311"/>
                </a:lnTo>
                <a:lnTo>
                  <a:pt x="14400" y="21600"/>
                </a:lnTo>
                <a:lnTo>
                  <a:pt x="11146" y="18290"/>
                </a:lnTo>
                <a:lnTo>
                  <a:pt x="8770" y="15822"/>
                </a:lnTo>
                <a:lnTo>
                  <a:pt x="6862" y="13748"/>
                </a:lnTo>
                <a:lnTo>
                  <a:pt x="5033" y="11621"/>
                </a:lnTo>
                <a:lnTo>
                  <a:pt x="2880" y="8991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DBD8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4" name="contour_20842"/>
          <p:cNvSpPr/>
          <p:nvPr/>
        </p:nvSpPr>
        <p:spPr>
          <a:xfrm>
            <a:off x="8187501" y="19823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BF4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5" name="contour_20843"/>
          <p:cNvSpPr/>
          <p:nvPr/>
        </p:nvSpPr>
        <p:spPr>
          <a:xfrm>
            <a:off x="5498232" y="19823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3564" y="3564"/>
                </a:lnTo>
                <a:lnTo>
                  <a:pt x="7135" y="7135"/>
                </a:lnTo>
                <a:lnTo>
                  <a:pt x="10721" y="10721"/>
                </a:lnTo>
                <a:lnTo>
                  <a:pt x="14321" y="14321"/>
                </a:lnTo>
                <a:lnTo>
                  <a:pt x="17942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C69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6" name="contour_20844"/>
          <p:cNvSpPr/>
          <p:nvPr/>
        </p:nvSpPr>
        <p:spPr>
          <a:xfrm>
            <a:off x="4470625" y="1960470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FF6F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7" name="contour_20845"/>
          <p:cNvSpPr/>
          <p:nvPr/>
        </p:nvSpPr>
        <p:spPr>
          <a:xfrm>
            <a:off x="4441474" y="194589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372" y="914"/>
                </a:lnTo>
                <a:lnTo>
                  <a:pt x="2684" y="1793"/>
                </a:lnTo>
                <a:lnTo>
                  <a:pt x="4320" y="2880"/>
                </a:lnTo>
                <a:lnTo>
                  <a:pt x="6647" y="4435"/>
                </a:lnTo>
                <a:lnTo>
                  <a:pt x="10055" y="6703"/>
                </a:lnTo>
                <a:lnTo>
                  <a:pt x="14909" y="9943"/>
                </a:lnTo>
                <a:lnTo>
                  <a:pt x="21600" y="14400"/>
                </a:lnTo>
                <a:lnTo>
                  <a:pt x="18392" y="15826"/>
                </a:lnTo>
                <a:lnTo>
                  <a:pt x="15174" y="17258"/>
                </a:lnTo>
                <a:lnTo>
                  <a:pt x="11945" y="18691"/>
                </a:lnTo>
                <a:lnTo>
                  <a:pt x="8689" y="20138"/>
                </a:lnTo>
                <a:lnTo>
                  <a:pt x="5400" y="21600"/>
                </a:lnTo>
                <a:lnTo>
                  <a:pt x="4331" y="17323"/>
                </a:lnTo>
                <a:lnTo>
                  <a:pt x="3256" y="13032"/>
                </a:lnTo>
                <a:lnTo>
                  <a:pt x="2182" y="8726"/>
                </a:lnTo>
                <a:lnTo>
                  <a:pt x="1096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DF5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8" name="contour_20846"/>
          <p:cNvSpPr/>
          <p:nvPr/>
        </p:nvSpPr>
        <p:spPr>
          <a:xfrm>
            <a:off x="5265017" y="19167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CCE6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49" name="contour_20847"/>
          <p:cNvSpPr/>
          <p:nvPr/>
        </p:nvSpPr>
        <p:spPr>
          <a:xfrm>
            <a:off x="4164530" y="19167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BFDD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0" name="contour_20848"/>
          <p:cNvSpPr/>
          <p:nvPr/>
        </p:nvSpPr>
        <p:spPr>
          <a:xfrm>
            <a:off x="11212018" y="19094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1D5D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1" name="contour_20849"/>
          <p:cNvSpPr/>
          <p:nvPr/>
        </p:nvSpPr>
        <p:spPr>
          <a:xfrm>
            <a:off x="7087014" y="19167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1C3C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2" name="contour_20850"/>
          <p:cNvSpPr/>
          <p:nvPr/>
        </p:nvSpPr>
        <p:spPr>
          <a:xfrm>
            <a:off x="5323321" y="19094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A8B9C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3" name="contour_20851"/>
          <p:cNvSpPr/>
          <p:nvPr/>
        </p:nvSpPr>
        <p:spPr>
          <a:xfrm>
            <a:off x="1948980" y="19021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D7E7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4" name="contour_20852"/>
          <p:cNvSpPr/>
          <p:nvPr/>
        </p:nvSpPr>
        <p:spPr>
          <a:xfrm>
            <a:off x="3982330" y="18948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7CBC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5" name="contour_20853"/>
          <p:cNvSpPr/>
          <p:nvPr/>
        </p:nvSpPr>
        <p:spPr>
          <a:xfrm>
            <a:off x="8581053" y="18803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4D4E5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6" name="contour_20854"/>
          <p:cNvSpPr/>
          <p:nvPr/>
        </p:nvSpPr>
        <p:spPr>
          <a:xfrm>
            <a:off x="4084362" y="18657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D6E4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7" name="contour_20855"/>
          <p:cNvSpPr/>
          <p:nvPr/>
        </p:nvSpPr>
        <p:spPr>
          <a:xfrm>
            <a:off x="7604462" y="18657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4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8" name="contour_20856"/>
          <p:cNvSpPr/>
          <p:nvPr/>
        </p:nvSpPr>
        <p:spPr>
          <a:xfrm>
            <a:off x="1606445" y="18511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5C5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59" name="contour_20857"/>
          <p:cNvSpPr/>
          <p:nvPr/>
        </p:nvSpPr>
        <p:spPr>
          <a:xfrm>
            <a:off x="8566477" y="18438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3F3E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0" name="contour_20858"/>
          <p:cNvSpPr/>
          <p:nvPr/>
        </p:nvSpPr>
        <p:spPr>
          <a:xfrm>
            <a:off x="1693901" y="18219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25232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1" name="contour_20859"/>
          <p:cNvSpPr/>
          <p:nvPr/>
        </p:nvSpPr>
        <p:spPr>
          <a:xfrm>
            <a:off x="1118149" y="1807422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9F9F9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2" name="contour_20860"/>
          <p:cNvSpPr/>
          <p:nvPr/>
        </p:nvSpPr>
        <p:spPr>
          <a:xfrm>
            <a:off x="7917845" y="17855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F7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3" name="contour_20861"/>
          <p:cNvSpPr/>
          <p:nvPr/>
        </p:nvSpPr>
        <p:spPr>
          <a:xfrm>
            <a:off x="1314925" y="177827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8F89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4" name="contour_20862"/>
          <p:cNvSpPr/>
          <p:nvPr/>
        </p:nvSpPr>
        <p:spPr>
          <a:xfrm>
            <a:off x="1336789" y="177098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8D3C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5" name="contour_20863"/>
          <p:cNvSpPr/>
          <p:nvPr/>
        </p:nvSpPr>
        <p:spPr>
          <a:xfrm>
            <a:off x="10825754" y="1749118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19562" y="3056"/>
                </a:lnTo>
                <a:lnTo>
                  <a:pt x="17525" y="6113"/>
                </a:lnTo>
                <a:lnTo>
                  <a:pt x="15480" y="9180"/>
                </a:lnTo>
                <a:lnTo>
                  <a:pt x="13428" y="12258"/>
                </a:lnTo>
                <a:lnTo>
                  <a:pt x="11362" y="15352"/>
                </a:lnTo>
                <a:lnTo>
                  <a:pt x="9288" y="18463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8E8F9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6" name="contour_20864"/>
          <p:cNvSpPr/>
          <p:nvPr/>
        </p:nvSpPr>
        <p:spPr>
          <a:xfrm>
            <a:off x="10774738" y="17272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8CDD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7" name="contour_20865"/>
          <p:cNvSpPr/>
          <p:nvPr/>
        </p:nvSpPr>
        <p:spPr>
          <a:xfrm>
            <a:off x="4397746" y="17272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3E5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8" name="contour_20866"/>
          <p:cNvSpPr/>
          <p:nvPr/>
        </p:nvSpPr>
        <p:spPr>
          <a:xfrm>
            <a:off x="4405034" y="17126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6EEF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69" name="contour_20867"/>
          <p:cNvSpPr/>
          <p:nvPr/>
        </p:nvSpPr>
        <p:spPr>
          <a:xfrm>
            <a:off x="4958921" y="17053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9966" y="11477"/>
                </a:lnTo>
                <a:lnTo>
                  <a:pt x="18677" y="14400"/>
                </a:lnTo>
                <a:lnTo>
                  <a:pt x="17042" y="1732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CF4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0" name="contour_20868"/>
          <p:cNvSpPr/>
          <p:nvPr/>
        </p:nvSpPr>
        <p:spPr>
          <a:xfrm>
            <a:off x="1256621" y="16981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A9AAA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1" name="contour_20869"/>
          <p:cNvSpPr/>
          <p:nvPr/>
        </p:nvSpPr>
        <p:spPr>
          <a:xfrm>
            <a:off x="1103573" y="169081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B9BBB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2" name="contour_20870"/>
          <p:cNvSpPr/>
          <p:nvPr/>
        </p:nvSpPr>
        <p:spPr>
          <a:xfrm>
            <a:off x="5316033" y="16689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8D93B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3" name="contour_20871"/>
          <p:cNvSpPr/>
          <p:nvPr/>
        </p:nvSpPr>
        <p:spPr>
          <a:xfrm>
            <a:off x="9973059" y="16397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C6B7E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4" name="contour_20872"/>
          <p:cNvSpPr/>
          <p:nvPr/>
        </p:nvSpPr>
        <p:spPr>
          <a:xfrm>
            <a:off x="8311397" y="16470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5357" y="1354"/>
                </a:lnTo>
                <a:lnTo>
                  <a:pt x="9158" y="2405"/>
                </a:lnTo>
                <a:lnTo>
                  <a:pt x="12442" y="3499"/>
                </a:lnTo>
                <a:lnTo>
                  <a:pt x="16243" y="4982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6243" y="20246"/>
                </a:lnTo>
                <a:lnTo>
                  <a:pt x="12442" y="19195"/>
                </a:lnTo>
                <a:lnTo>
                  <a:pt x="9158" y="18101"/>
                </a:lnTo>
                <a:lnTo>
                  <a:pt x="5357" y="16618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5A575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5" name="contour_20873"/>
          <p:cNvSpPr/>
          <p:nvPr/>
        </p:nvSpPr>
        <p:spPr>
          <a:xfrm>
            <a:off x="8282245" y="1633472"/>
            <a:ext cx="29152" cy="2090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6875" y="1356"/>
                </a:moveTo>
                <a:lnTo>
                  <a:pt x="18047" y="2644"/>
                </a:lnTo>
                <a:lnTo>
                  <a:pt x="21600" y="6537"/>
                </a:lnTo>
                <a:lnTo>
                  <a:pt x="21600" y="11515"/>
                </a:lnTo>
                <a:lnTo>
                  <a:pt x="21600" y="16524"/>
                </a:lnTo>
                <a:lnTo>
                  <a:pt x="21600" y="21600"/>
                </a:lnTo>
                <a:lnTo>
                  <a:pt x="18544" y="19476"/>
                </a:lnTo>
                <a:lnTo>
                  <a:pt x="15487" y="17337"/>
                </a:lnTo>
                <a:lnTo>
                  <a:pt x="12420" y="15198"/>
                </a:lnTo>
                <a:lnTo>
                  <a:pt x="9342" y="13052"/>
                </a:lnTo>
                <a:lnTo>
                  <a:pt x="6248" y="10898"/>
                </a:lnTo>
                <a:lnTo>
                  <a:pt x="3137" y="8729"/>
                </a:lnTo>
                <a:lnTo>
                  <a:pt x="0" y="6537"/>
                </a:lnTo>
                <a:lnTo>
                  <a:pt x="5319" y="2885"/>
                </a:lnTo>
                <a:lnTo>
                  <a:pt x="8856" y="783"/>
                </a:lnTo>
                <a:lnTo>
                  <a:pt x="11421" y="0"/>
                </a:lnTo>
                <a:lnTo>
                  <a:pt x="13824" y="271"/>
                </a:lnTo>
                <a:lnTo>
                  <a:pt x="16875" y="1356"/>
                </a:lnTo>
                <a:close/>
              </a:path>
            </a:pathLst>
          </a:custGeom>
          <a:solidFill>
            <a:srgbClr val="BDA6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6" name="contour_20874"/>
          <p:cNvSpPr/>
          <p:nvPr/>
        </p:nvSpPr>
        <p:spPr>
          <a:xfrm>
            <a:off x="10002211" y="16325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1E5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7" name="contour_20875"/>
          <p:cNvSpPr/>
          <p:nvPr/>
        </p:nvSpPr>
        <p:spPr>
          <a:xfrm>
            <a:off x="1752205" y="162522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797C7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8" name="contour_20876"/>
          <p:cNvSpPr/>
          <p:nvPr/>
        </p:nvSpPr>
        <p:spPr>
          <a:xfrm>
            <a:off x="3741826" y="158878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9CA4A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79" name="contour_20877"/>
          <p:cNvSpPr/>
          <p:nvPr/>
        </p:nvSpPr>
        <p:spPr>
          <a:xfrm>
            <a:off x="4849601" y="156691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5871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0" name="contour_20878"/>
          <p:cNvSpPr/>
          <p:nvPr/>
        </p:nvSpPr>
        <p:spPr>
          <a:xfrm>
            <a:off x="4142666" y="155234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D6E8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1" name="contour_20879"/>
          <p:cNvSpPr/>
          <p:nvPr/>
        </p:nvSpPr>
        <p:spPr>
          <a:xfrm>
            <a:off x="5658568" y="15304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D4DD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2" name="contour_20880"/>
          <p:cNvSpPr/>
          <p:nvPr/>
        </p:nvSpPr>
        <p:spPr>
          <a:xfrm>
            <a:off x="1227469" y="150132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4C06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3" name="contour_20881"/>
          <p:cNvSpPr/>
          <p:nvPr/>
        </p:nvSpPr>
        <p:spPr>
          <a:xfrm>
            <a:off x="8070893" y="13337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0"/>
                </a:lnTo>
                <a:lnTo>
                  <a:pt x="8568" y="0"/>
                </a:lnTo>
                <a:lnTo>
                  <a:pt x="12874" y="0"/>
                </a:lnTo>
                <a:lnTo>
                  <a:pt x="17215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123" y="19966"/>
                </a:lnTo>
                <a:lnTo>
                  <a:pt x="7200" y="18677"/>
                </a:lnTo>
                <a:lnTo>
                  <a:pt x="4277" y="17042"/>
                </a:lnTo>
                <a:lnTo>
                  <a:pt x="0" y="14400"/>
                </a:lnTo>
                <a:lnTo>
                  <a:pt x="0" y="9641"/>
                </a:lnTo>
                <a:lnTo>
                  <a:pt x="0" y="4853"/>
                </a:lnTo>
                <a:lnTo>
                  <a:pt x="0" y="0"/>
                </a:lnTo>
                <a:close/>
              </a:path>
            </a:pathLst>
          </a:custGeom>
          <a:solidFill>
            <a:srgbClr val="E4EE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4" name="contour_20882"/>
          <p:cNvSpPr/>
          <p:nvPr/>
        </p:nvSpPr>
        <p:spPr>
          <a:xfrm>
            <a:off x="906798" y="131912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3473" y="3564"/>
                </a:lnTo>
                <a:lnTo>
                  <a:pt x="16162" y="7150"/>
                </a:lnTo>
                <a:lnTo>
                  <a:pt x="18862" y="10750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782" y="18036"/>
                </a:lnTo>
                <a:lnTo>
                  <a:pt x="3569" y="14465"/>
                </a:lnTo>
                <a:lnTo>
                  <a:pt x="5362" y="10879"/>
                </a:lnTo>
                <a:lnTo>
                  <a:pt x="7160" y="7279"/>
                </a:lnTo>
                <a:lnTo>
                  <a:pt x="8975" y="3658"/>
                </a:lnTo>
                <a:lnTo>
                  <a:pt x="10800" y="0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5" name="contour_20883"/>
          <p:cNvSpPr/>
          <p:nvPr/>
        </p:nvSpPr>
        <p:spPr>
          <a:xfrm>
            <a:off x="5490944" y="1289974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5400" y="0"/>
                </a:moveTo>
                <a:lnTo>
                  <a:pt x="6588" y="1058"/>
                </a:lnTo>
                <a:lnTo>
                  <a:pt x="7781" y="2117"/>
                </a:lnTo>
                <a:lnTo>
                  <a:pt x="9428" y="3586"/>
                </a:lnTo>
                <a:lnTo>
                  <a:pt x="11983" y="5854"/>
                </a:lnTo>
                <a:lnTo>
                  <a:pt x="15887" y="9324"/>
                </a:lnTo>
                <a:lnTo>
                  <a:pt x="21600" y="14400"/>
                </a:lnTo>
                <a:lnTo>
                  <a:pt x="18036" y="15588"/>
                </a:lnTo>
                <a:lnTo>
                  <a:pt x="14467" y="16776"/>
                </a:lnTo>
                <a:lnTo>
                  <a:pt x="10881" y="17971"/>
                </a:lnTo>
                <a:lnTo>
                  <a:pt x="7279" y="19174"/>
                </a:lnTo>
                <a:lnTo>
                  <a:pt x="3656" y="20383"/>
                </a:lnTo>
                <a:lnTo>
                  <a:pt x="0" y="21600"/>
                </a:lnTo>
                <a:lnTo>
                  <a:pt x="1069" y="17323"/>
                </a:lnTo>
                <a:lnTo>
                  <a:pt x="2144" y="13032"/>
                </a:lnTo>
                <a:lnTo>
                  <a:pt x="3218" y="8726"/>
                </a:lnTo>
                <a:lnTo>
                  <a:pt x="4304" y="4385"/>
                </a:lnTo>
                <a:lnTo>
                  <a:pt x="5400" y="0"/>
                </a:lnTo>
                <a:close/>
              </a:path>
            </a:pathLst>
          </a:custGeom>
          <a:solidFill>
            <a:srgbClr val="DFE9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6" name="contour_20884"/>
          <p:cNvSpPr/>
          <p:nvPr/>
        </p:nvSpPr>
        <p:spPr>
          <a:xfrm>
            <a:off x="4988073" y="68507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246" y="5357"/>
                </a:lnTo>
                <a:lnTo>
                  <a:pt x="19195" y="9158"/>
                </a:lnTo>
                <a:lnTo>
                  <a:pt x="18101" y="12442"/>
                </a:lnTo>
                <a:lnTo>
                  <a:pt x="16618" y="16243"/>
                </a:lnTo>
                <a:lnTo>
                  <a:pt x="14400" y="21600"/>
                </a:lnTo>
                <a:lnTo>
                  <a:pt x="9641" y="21600"/>
                </a:lnTo>
                <a:lnTo>
                  <a:pt x="4853" y="21600"/>
                </a:lnTo>
                <a:lnTo>
                  <a:pt x="0" y="21600"/>
                </a:lnTo>
                <a:lnTo>
                  <a:pt x="1354" y="16243"/>
                </a:lnTo>
                <a:lnTo>
                  <a:pt x="2405" y="12442"/>
                </a:lnTo>
                <a:lnTo>
                  <a:pt x="3499" y="9158"/>
                </a:lnTo>
                <a:lnTo>
                  <a:pt x="4982" y="5357"/>
                </a:lnTo>
                <a:lnTo>
                  <a:pt x="7200" y="0"/>
                </a:lnTo>
                <a:close/>
              </a:path>
            </a:pathLst>
          </a:custGeom>
          <a:solidFill>
            <a:srgbClr val="FAFB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7" name="contour_20885"/>
          <p:cNvSpPr/>
          <p:nvPr/>
        </p:nvSpPr>
        <p:spPr>
          <a:xfrm>
            <a:off x="4660113" y="61364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CE4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8" name="contour_20886"/>
          <p:cNvSpPr/>
          <p:nvPr/>
        </p:nvSpPr>
        <p:spPr>
          <a:xfrm>
            <a:off x="8406141" y="610733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BD3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89" name="contour_20887"/>
          <p:cNvSpPr/>
          <p:nvPr/>
        </p:nvSpPr>
        <p:spPr>
          <a:xfrm>
            <a:off x="4652825" y="607089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8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3A332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0" name="contour_20888"/>
          <p:cNvSpPr/>
          <p:nvPr/>
        </p:nvSpPr>
        <p:spPr>
          <a:xfrm>
            <a:off x="8442581" y="604903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F1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1" name="contour_20889"/>
          <p:cNvSpPr/>
          <p:nvPr/>
        </p:nvSpPr>
        <p:spPr>
          <a:xfrm>
            <a:off x="9805435" y="600530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3F6F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2" name="contour_20890"/>
          <p:cNvSpPr/>
          <p:nvPr/>
        </p:nvSpPr>
        <p:spPr>
          <a:xfrm>
            <a:off x="5265017" y="599801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3DF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3" name="contour_20891"/>
          <p:cNvSpPr/>
          <p:nvPr/>
        </p:nvSpPr>
        <p:spPr>
          <a:xfrm>
            <a:off x="8559189" y="59688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C1D7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4" name="contour_20892"/>
          <p:cNvSpPr/>
          <p:nvPr/>
        </p:nvSpPr>
        <p:spPr>
          <a:xfrm>
            <a:off x="9936619" y="583768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6EDE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5" name="contour_20893"/>
          <p:cNvSpPr/>
          <p:nvPr/>
        </p:nvSpPr>
        <p:spPr>
          <a:xfrm>
            <a:off x="5607552" y="582310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42" y="7142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DFD4A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6" name="contour_20894"/>
          <p:cNvSpPr/>
          <p:nvPr/>
        </p:nvSpPr>
        <p:spPr>
          <a:xfrm>
            <a:off x="5418064" y="58085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6DFE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7" name="contour_20895"/>
          <p:cNvSpPr/>
          <p:nvPr/>
        </p:nvSpPr>
        <p:spPr>
          <a:xfrm>
            <a:off x="1642885" y="581581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42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40424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8" name="contour_20896"/>
          <p:cNvSpPr/>
          <p:nvPr/>
        </p:nvSpPr>
        <p:spPr>
          <a:xfrm>
            <a:off x="1606445" y="5772089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4025"/>
                </a:lnTo>
                <a:lnTo>
                  <a:pt x="16708" y="6862"/>
                </a:lnTo>
                <a:lnTo>
                  <a:pt x="18776" y="9871"/>
                </a:lnTo>
                <a:lnTo>
                  <a:pt x="21600" y="14400"/>
                </a:lnTo>
                <a:lnTo>
                  <a:pt x="18776" y="17042"/>
                </a:lnTo>
                <a:lnTo>
                  <a:pt x="16708" y="18677"/>
                </a:lnTo>
                <a:lnTo>
                  <a:pt x="14386" y="19966"/>
                </a:lnTo>
                <a:lnTo>
                  <a:pt x="10800" y="21600"/>
                </a:lnTo>
                <a:lnTo>
                  <a:pt x="7214" y="17575"/>
                </a:lnTo>
                <a:lnTo>
                  <a:pt x="4892" y="14738"/>
                </a:lnTo>
                <a:lnTo>
                  <a:pt x="2824" y="11729"/>
                </a:lnTo>
                <a:lnTo>
                  <a:pt x="0" y="7200"/>
                </a:lnTo>
                <a:lnTo>
                  <a:pt x="2824" y="4558"/>
                </a:lnTo>
                <a:lnTo>
                  <a:pt x="4892" y="2923"/>
                </a:lnTo>
                <a:lnTo>
                  <a:pt x="7214" y="1634"/>
                </a:lnTo>
                <a:lnTo>
                  <a:pt x="10800" y="0"/>
                </a:lnTo>
                <a:close/>
              </a:path>
            </a:pathLst>
          </a:custGeom>
          <a:solidFill>
            <a:srgbClr val="35343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899" name="contour_20897"/>
          <p:cNvSpPr/>
          <p:nvPr/>
        </p:nvSpPr>
        <p:spPr>
          <a:xfrm>
            <a:off x="10628978" y="570649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CDE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0" name="contour_20898"/>
          <p:cNvSpPr/>
          <p:nvPr/>
        </p:nvSpPr>
        <p:spPr>
          <a:xfrm>
            <a:off x="10169835" y="567734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3564"/>
                </a:lnTo>
                <a:lnTo>
                  <a:pt x="11959" y="7135"/>
                </a:lnTo>
                <a:lnTo>
                  <a:pt x="14350" y="10721"/>
                </a:lnTo>
                <a:lnTo>
                  <a:pt x="16747" y="14321"/>
                </a:lnTo>
                <a:lnTo>
                  <a:pt x="19166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8E8F8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1" name="contour_20899"/>
          <p:cNvSpPr/>
          <p:nvPr/>
        </p:nvSpPr>
        <p:spPr>
          <a:xfrm>
            <a:off x="9980347" y="566276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6E9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2" name="contour_20900"/>
          <p:cNvSpPr/>
          <p:nvPr/>
        </p:nvSpPr>
        <p:spPr>
          <a:xfrm>
            <a:off x="10913210" y="567005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6F7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3" name="contour_20901"/>
          <p:cNvSpPr/>
          <p:nvPr/>
        </p:nvSpPr>
        <p:spPr>
          <a:xfrm>
            <a:off x="9863739" y="565548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2F2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4" name="contour_20902"/>
          <p:cNvSpPr/>
          <p:nvPr/>
        </p:nvSpPr>
        <p:spPr>
          <a:xfrm>
            <a:off x="8049029" y="565548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42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D6DFE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5" name="contour_20903"/>
          <p:cNvSpPr/>
          <p:nvPr/>
        </p:nvSpPr>
        <p:spPr>
          <a:xfrm>
            <a:off x="11736753" y="56263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BBD1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6" name="contour_20904"/>
          <p:cNvSpPr/>
          <p:nvPr/>
        </p:nvSpPr>
        <p:spPr>
          <a:xfrm>
            <a:off x="3705386" y="562632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2E8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7" name="contour_20905"/>
          <p:cNvSpPr/>
          <p:nvPr/>
        </p:nvSpPr>
        <p:spPr>
          <a:xfrm>
            <a:off x="2072876" y="561904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8343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8" name="contour_20906"/>
          <p:cNvSpPr/>
          <p:nvPr/>
        </p:nvSpPr>
        <p:spPr>
          <a:xfrm>
            <a:off x="10658130" y="56044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3564"/>
                </a:lnTo>
                <a:lnTo>
                  <a:pt x="11959" y="7135"/>
                </a:lnTo>
                <a:lnTo>
                  <a:pt x="14350" y="10721"/>
                </a:lnTo>
                <a:lnTo>
                  <a:pt x="16747" y="14321"/>
                </a:lnTo>
                <a:lnTo>
                  <a:pt x="19166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B9BEC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09" name="contour_20907"/>
          <p:cNvSpPr/>
          <p:nvPr/>
        </p:nvSpPr>
        <p:spPr>
          <a:xfrm>
            <a:off x="9827299" y="558988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0" name="contour_20908"/>
          <p:cNvSpPr/>
          <p:nvPr/>
        </p:nvSpPr>
        <p:spPr>
          <a:xfrm>
            <a:off x="9725267" y="558260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1F3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1" name="contour_20909"/>
          <p:cNvSpPr/>
          <p:nvPr/>
        </p:nvSpPr>
        <p:spPr>
          <a:xfrm>
            <a:off x="8143773" y="55607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1ECF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2" name="contour_20910"/>
          <p:cNvSpPr/>
          <p:nvPr/>
        </p:nvSpPr>
        <p:spPr>
          <a:xfrm>
            <a:off x="629854" y="55315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FC4C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3" name="contour_20911"/>
          <p:cNvSpPr/>
          <p:nvPr/>
        </p:nvSpPr>
        <p:spPr>
          <a:xfrm>
            <a:off x="8442581" y="547328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42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5C5F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4" name="contour_20912"/>
          <p:cNvSpPr/>
          <p:nvPr/>
        </p:nvSpPr>
        <p:spPr>
          <a:xfrm>
            <a:off x="7670054" y="54805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FAFDF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5" name="contour_20913"/>
          <p:cNvSpPr/>
          <p:nvPr/>
        </p:nvSpPr>
        <p:spPr>
          <a:xfrm>
            <a:off x="7414974" y="547328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F1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6" name="contour_20914"/>
          <p:cNvSpPr/>
          <p:nvPr/>
        </p:nvSpPr>
        <p:spPr>
          <a:xfrm>
            <a:off x="11685737" y="54659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7F8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7" name="contour_20915"/>
          <p:cNvSpPr/>
          <p:nvPr/>
        </p:nvSpPr>
        <p:spPr>
          <a:xfrm>
            <a:off x="5789752" y="54587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8" name="contour_20916"/>
          <p:cNvSpPr/>
          <p:nvPr/>
        </p:nvSpPr>
        <p:spPr>
          <a:xfrm>
            <a:off x="1511701" y="545870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6E9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19" name="contour_20917"/>
          <p:cNvSpPr/>
          <p:nvPr/>
        </p:nvSpPr>
        <p:spPr>
          <a:xfrm>
            <a:off x="3843858" y="544413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EB4D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0" name="contour_20918"/>
          <p:cNvSpPr/>
          <p:nvPr/>
        </p:nvSpPr>
        <p:spPr>
          <a:xfrm>
            <a:off x="8493597" y="54295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A3A5A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1" name="contour_20919"/>
          <p:cNvSpPr/>
          <p:nvPr/>
        </p:nvSpPr>
        <p:spPr>
          <a:xfrm>
            <a:off x="9798147" y="539311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E3E6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2" name="contour_20920"/>
          <p:cNvSpPr/>
          <p:nvPr/>
        </p:nvSpPr>
        <p:spPr>
          <a:xfrm>
            <a:off x="10220851" y="53785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8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A0A3A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3" name="contour_20921"/>
          <p:cNvSpPr/>
          <p:nvPr/>
        </p:nvSpPr>
        <p:spPr>
          <a:xfrm>
            <a:off x="7342094" y="53639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3EE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4" name="contour_20922"/>
          <p:cNvSpPr/>
          <p:nvPr/>
        </p:nvSpPr>
        <p:spPr>
          <a:xfrm>
            <a:off x="1489837" y="53493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8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56545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5" name="contour_20923"/>
          <p:cNvSpPr/>
          <p:nvPr/>
        </p:nvSpPr>
        <p:spPr>
          <a:xfrm>
            <a:off x="848494" y="534938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4025"/>
                </a:lnTo>
                <a:lnTo>
                  <a:pt x="16708" y="6862"/>
                </a:lnTo>
                <a:lnTo>
                  <a:pt x="18776" y="9871"/>
                </a:lnTo>
                <a:lnTo>
                  <a:pt x="21600" y="14400"/>
                </a:lnTo>
                <a:lnTo>
                  <a:pt x="18776" y="17042"/>
                </a:lnTo>
                <a:lnTo>
                  <a:pt x="16708" y="18677"/>
                </a:lnTo>
                <a:lnTo>
                  <a:pt x="14386" y="19966"/>
                </a:lnTo>
                <a:lnTo>
                  <a:pt x="10800" y="21600"/>
                </a:lnTo>
                <a:lnTo>
                  <a:pt x="7214" y="17575"/>
                </a:lnTo>
                <a:lnTo>
                  <a:pt x="4892" y="14738"/>
                </a:lnTo>
                <a:lnTo>
                  <a:pt x="2824" y="11729"/>
                </a:lnTo>
                <a:lnTo>
                  <a:pt x="0" y="7200"/>
                </a:lnTo>
                <a:lnTo>
                  <a:pt x="2824" y="4558"/>
                </a:lnTo>
                <a:lnTo>
                  <a:pt x="4892" y="2923"/>
                </a:lnTo>
                <a:lnTo>
                  <a:pt x="7214" y="1634"/>
                </a:lnTo>
                <a:lnTo>
                  <a:pt x="10800" y="0"/>
                </a:lnTo>
                <a:close/>
              </a:path>
            </a:pathLst>
          </a:custGeom>
          <a:solidFill>
            <a:srgbClr val="3C3D3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6" name="contour_20924"/>
          <p:cNvSpPr/>
          <p:nvPr/>
        </p:nvSpPr>
        <p:spPr>
          <a:xfrm>
            <a:off x="7079726" y="53056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4EAE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7" name="contour_20925"/>
          <p:cNvSpPr/>
          <p:nvPr/>
        </p:nvSpPr>
        <p:spPr>
          <a:xfrm>
            <a:off x="2291516" y="52983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C49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8" name="contour_20926"/>
          <p:cNvSpPr/>
          <p:nvPr/>
        </p:nvSpPr>
        <p:spPr>
          <a:xfrm>
            <a:off x="9754419" y="526193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7F80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29" name="contour_20927"/>
          <p:cNvSpPr/>
          <p:nvPr/>
        </p:nvSpPr>
        <p:spPr>
          <a:xfrm>
            <a:off x="6926679" y="52400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3564"/>
                </a:lnTo>
                <a:lnTo>
                  <a:pt x="11959" y="7135"/>
                </a:lnTo>
                <a:lnTo>
                  <a:pt x="14342" y="10721"/>
                </a:lnTo>
                <a:lnTo>
                  <a:pt x="16747" y="14321"/>
                </a:lnTo>
                <a:lnTo>
                  <a:pt x="19166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6B6A6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0" name="contour_20928"/>
          <p:cNvSpPr/>
          <p:nvPr/>
        </p:nvSpPr>
        <p:spPr>
          <a:xfrm>
            <a:off x="9878315" y="52327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42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AAACA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1" name="contour_20929"/>
          <p:cNvSpPr/>
          <p:nvPr/>
        </p:nvSpPr>
        <p:spPr>
          <a:xfrm>
            <a:off x="8530037" y="5225490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2673"/>
                </a:lnTo>
                <a:lnTo>
                  <a:pt x="14350" y="5357"/>
                </a:lnTo>
                <a:lnTo>
                  <a:pt x="17950" y="8062"/>
                </a:lnTo>
                <a:lnTo>
                  <a:pt x="21600" y="10800"/>
                </a:lnTo>
                <a:lnTo>
                  <a:pt x="18036" y="13473"/>
                </a:lnTo>
                <a:lnTo>
                  <a:pt x="14450" y="16157"/>
                </a:lnTo>
                <a:lnTo>
                  <a:pt x="10850" y="18862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78787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2" name="contour_20930"/>
          <p:cNvSpPr/>
          <p:nvPr/>
        </p:nvSpPr>
        <p:spPr>
          <a:xfrm>
            <a:off x="3581491" y="51671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42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C0CED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3" name="contour_20931"/>
          <p:cNvSpPr/>
          <p:nvPr/>
        </p:nvSpPr>
        <p:spPr>
          <a:xfrm>
            <a:off x="935950" y="51598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42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968D7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4" name="contour_20932"/>
          <p:cNvSpPr/>
          <p:nvPr/>
        </p:nvSpPr>
        <p:spPr>
          <a:xfrm>
            <a:off x="7538870" y="51380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9653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5" name="contour_20933"/>
          <p:cNvSpPr/>
          <p:nvPr/>
        </p:nvSpPr>
        <p:spPr>
          <a:xfrm>
            <a:off x="2153044" y="51161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514B5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6" name="contour_20934"/>
          <p:cNvSpPr/>
          <p:nvPr/>
        </p:nvSpPr>
        <p:spPr>
          <a:xfrm>
            <a:off x="8639357" y="51015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7A6F5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7" name="contour_20935"/>
          <p:cNvSpPr/>
          <p:nvPr/>
        </p:nvSpPr>
        <p:spPr>
          <a:xfrm>
            <a:off x="11088122" y="50505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ED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8" name="contour_20936"/>
          <p:cNvSpPr/>
          <p:nvPr/>
        </p:nvSpPr>
        <p:spPr>
          <a:xfrm>
            <a:off x="11481673" y="50360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1058"/>
                </a:lnTo>
                <a:lnTo>
                  <a:pt x="3175" y="2117"/>
                </a:lnTo>
                <a:lnTo>
                  <a:pt x="5371" y="3578"/>
                </a:lnTo>
                <a:lnTo>
                  <a:pt x="8777" y="5854"/>
                </a:lnTo>
                <a:lnTo>
                  <a:pt x="13982" y="9324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6878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39" name="contour_20937"/>
          <p:cNvSpPr/>
          <p:nvPr/>
        </p:nvSpPr>
        <p:spPr>
          <a:xfrm>
            <a:off x="11343201" y="49995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E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0" name="contour_20938"/>
          <p:cNvSpPr/>
          <p:nvPr/>
        </p:nvSpPr>
        <p:spPr>
          <a:xfrm>
            <a:off x="4900617" y="499227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8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4D423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1" name="contour_20939"/>
          <p:cNvSpPr/>
          <p:nvPr/>
        </p:nvSpPr>
        <p:spPr>
          <a:xfrm>
            <a:off x="10045939" y="49776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1F6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2" name="contour_20940"/>
          <p:cNvSpPr/>
          <p:nvPr/>
        </p:nvSpPr>
        <p:spPr>
          <a:xfrm>
            <a:off x="3778266" y="49704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8462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3" name="contour_20941"/>
          <p:cNvSpPr/>
          <p:nvPr/>
        </p:nvSpPr>
        <p:spPr>
          <a:xfrm>
            <a:off x="5775176" y="4963122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4025"/>
                </a:lnTo>
                <a:lnTo>
                  <a:pt x="16708" y="6862"/>
                </a:lnTo>
                <a:lnTo>
                  <a:pt x="18776" y="9871"/>
                </a:lnTo>
                <a:lnTo>
                  <a:pt x="21600" y="14400"/>
                </a:lnTo>
                <a:lnTo>
                  <a:pt x="18776" y="17042"/>
                </a:lnTo>
                <a:lnTo>
                  <a:pt x="16708" y="18677"/>
                </a:lnTo>
                <a:lnTo>
                  <a:pt x="14386" y="19966"/>
                </a:lnTo>
                <a:lnTo>
                  <a:pt x="10800" y="21600"/>
                </a:lnTo>
                <a:lnTo>
                  <a:pt x="7214" y="17575"/>
                </a:lnTo>
                <a:lnTo>
                  <a:pt x="4892" y="14738"/>
                </a:lnTo>
                <a:lnTo>
                  <a:pt x="2824" y="11729"/>
                </a:lnTo>
                <a:lnTo>
                  <a:pt x="0" y="7200"/>
                </a:lnTo>
                <a:lnTo>
                  <a:pt x="2824" y="4558"/>
                </a:lnTo>
                <a:lnTo>
                  <a:pt x="4892" y="2923"/>
                </a:lnTo>
                <a:lnTo>
                  <a:pt x="7214" y="1634"/>
                </a:lnTo>
                <a:lnTo>
                  <a:pt x="10800" y="0"/>
                </a:lnTo>
                <a:close/>
              </a:path>
            </a:pathLst>
          </a:custGeom>
          <a:solidFill>
            <a:srgbClr val="F5FAF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4" name="contour_20942"/>
          <p:cNvSpPr/>
          <p:nvPr/>
        </p:nvSpPr>
        <p:spPr>
          <a:xfrm>
            <a:off x="11350489" y="489753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3F4F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5" name="contour_20943"/>
          <p:cNvSpPr/>
          <p:nvPr/>
        </p:nvSpPr>
        <p:spPr>
          <a:xfrm>
            <a:off x="7699206" y="48610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5E8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6" name="contour_20944"/>
          <p:cNvSpPr/>
          <p:nvPr/>
        </p:nvSpPr>
        <p:spPr>
          <a:xfrm>
            <a:off x="10935074" y="483193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8868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7" name="contour_20945"/>
          <p:cNvSpPr/>
          <p:nvPr/>
        </p:nvSpPr>
        <p:spPr>
          <a:xfrm>
            <a:off x="10104243" y="48173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9F9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8" name="contour_20946"/>
          <p:cNvSpPr/>
          <p:nvPr/>
        </p:nvSpPr>
        <p:spPr>
          <a:xfrm>
            <a:off x="4667401" y="48027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6C3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49" name="contour_20947"/>
          <p:cNvSpPr/>
          <p:nvPr/>
        </p:nvSpPr>
        <p:spPr>
          <a:xfrm>
            <a:off x="7043286" y="47954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6EB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0" name="contour_20948"/>
          <p:cNvSpPr/>
          <p:nvPr/>
        </p:nvSpPr>
        <p:spPr>
          <a:xfrm>
            <a:off x="8056317" y="47736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3323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1" name="contour_20949"/>
          <p:cNvSpPr/>
          <p:nvPr/>
        </p:nvSpPr>
        <p:spPr>
          <a:xfrm>
            <a:off x="10811178" y="47517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BEEF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2" name="contour_20950"/>
          <p:cNvSpPr/>
          <p:nvPr/>
        </p:nvSpPr>
        <p:spPr>
          <a:xfrm>
            <a:off x="4324866" y="47517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2C2E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3" name="contour_20951"/>
          <p:cNvSpPr/>
          <p:nvPr/>
        </p:nvSpPr>
        <p:spPr>
          <a:xfrm>
            <a:off x="1242045" y="474448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8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6B63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4" name="contour_20952"/>
          <p:cNvSpPr/>
          <p:nvPr/>
        </p:nvSpPr>
        <p:spPr>
          <a:xfrm>
            <a:off x="1650173" y="47371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8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2C2E3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5" name="contour_20953"/>
          <p:cNvSpPr/>
          <p:nvPr/>
        </p:nvSpPr>
        <p:spPr>
          <a:xfrm>
            <a:off x="11430657" y="47080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FF1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6" name="contour_20954"/>
          <p:cNvSpPr/>
          <p:nvPr/>
        </p:nvSpPr>
        <p:spPr>
          <a:xfrm>
            <a:off x="8187501" y="47080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DFD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7" name="contour_20955"/>
          <p:cNvSpPr/>
          <p:nvPr/>
        </p:nvSpPr>
        <p:spPr>
          <a:xfrm>
            <a:off x="7050574" y="470804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1058"/>
                </a:lnTo>
                <a:lnTo>
                  <a:pt x="3175" y="2117"/>
                </a:lnTo>
                <a:lnTo>
                  <a:pt x="5371" y="3578"/>
                </a:lnTo>
                <a:lnTo>
                  <a:pt x="8777" y="5854"/>
                </a:lnTo>
                <a:lnTo>
                  <a:pt x="13982" y="9324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C7F82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8" name="contour_20956"/>
          <p:cNvSpPr/>
          <p:nvPr/>
        </p:nvSpPr>
        <p:spPr>
          <a:xfrm>
            <a:off x="1548141" y="470075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AC1B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59" name="contour_20957"/>
          <p:cNvSpPr/>
          <p:nvPr/>
        </p:nvSpPr>
        <p:spPr>
          <a:xfrm>
            <a:off x="8005301" y="464973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8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6D6F6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0" name="contour_20958"/>
          <p:cNvSpPr/>
          <p:nvPr/>
        </p:nvSpPr>
        <p:spPr>
          <a:xfrm>
            <a:off x="4135378" y="464245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6497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1" name="contour_20959"/>
          <p:cNvSpPr/>
          <p:nvPr/>
        </p:nvSpPr>
        <p:spPr>
          <a:xfrm>
            <a:off x="8012589" y="457685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42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EBEF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2" name="contour_20960"/>
          <p:cNvSpPr/>
          <p:nvPr/>
        </p:nvSpPr>
        <p:spPr>
          <a:xfrm>
            <a:off x="688158" y="439465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42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F3F7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3" name="contour_20961"/>
          <p:cNvSpPr/>
          <p:nvPr/>
        </p:nvSpPr>
        <p:spPr>
          <a:xfrm>
            <a:off x="4536217" y="432906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F1E1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4" name="contour_20962"/>
          <p:cNvSpPr/>
          <p:nvPr/>
        </p:nvSpPr>
        <p:spPr>
          <a:xfrm>
            <a:off x="2561172" y="430720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FC7E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5" name="contour_20963"/>
          <p:cNvSpPr/>
          <p:nvPr/>
        </p:nvSpPr>
        <p:spPr>
          <a:xfrm>
            <a:off x="5585688" y="428533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8DB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6" name="contour_20964"/>
          <p:cNvSpPr/>
          <p:nvPr/>
        </p:nvSpPr>
        <p:spPr>
          <a:xfrm>
            <a:off x="3975042" y="429262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8" y="14458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9B7F4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7" name="contour_20965"/>
          <p:cNvSpPr/>
          <p:nvPr/>
        </p:nvSpPr>
        <p:spPr>
          <a:xfrm>
            <a:off x="4047922" y="428533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F1F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8" name="contour_20966"/>
          <p:cNvSpPr/>
          <p:nvPr/>
        </p:nvSpPr>
        <p:spPr>
          <a:xfrm>
            <a:off x="2481004" y="421974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0C6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69" name="contour_20967"/>
          <p:cNvSpPr/>
          <p:nvPr/>
        </p:nvSpPr>
        <p:spPr>
          <a:xfrm>
            <a:off x="11437945" y="419059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6DA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0" name="contour_20968"/>
          <p:cNvSpPr/>
          <p:nvPr/>
        </p:nvSpPr>
        <p:spPr>
          <a:xfrm>
            <a:off x="11357777" y="412500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42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5D8E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1" name="contour_20969"/>
          <p:cNvSpPr/>
          <p:nvPr/>
        </p:nvSpPr>
        <p:spPr>
          <a:xfrm>
            <a:off x="9994923" y="404483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8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FAFB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2" name="contour_20970"/>
          <p:cNvSpPr/>
          <p:nvPr/>
        </p:nvSpPr>
        <p:spPr>
          <a:xfrm>
            <a:off x="11357777" y="3571116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4025"/>
                </a:lnTo>
                <a:lnTo>
                  <a:pt x="16708" y="6869"/>
                </a:lnTo>
                <a:lnTo>
                  <a:pt x="18776" y="9871"/>
                </a:lnTo>
                <a:lnTo>
                  <a:pt x="21600" y="14400"/>
                </a:lnTo>
                <a:lnTo>
                  <a:pt x="18776" y="17042"/>
                </a:lnTo>
                <a:lnTo>
                  <a:pt x="16708" y="18677"/>
                </a:lnTo>
                <a:lnTo>
                  <a:pt x="14386" y="19966"/>
                </a:lnTo>
                <a:lnTo>
                  <a:pt x="10800" y="21600"/>
                </a:lnTo>
                <a:lnTo>
                  <a:pt x="7214" y="17575"/>
                </a:lnTo>
                <a:lnTo>
                  <a:pt x="4892" y="14731"/>
                </a:lnTo>
                <a:lnTo>
                  <a:pt x="2824" y="11729"/>
                </a:lnTo>
                <a:lnTo>
                  <a:pt x="0" y="7200"/>
                </a:lnTo>
                <a:lnTo>
                  <a:pt x="2824" y="4558"/>
                </a:lnTo>
                <a:lnTo>
                  <a:pt x="4892" y="2923"/>
                </a:lnTo>
                <a:lnTo>
                  <a:pt x="7214" y="1634"/>
                </a:lnTo>
                <a:lnTo>
                  <a:pt x="10800" y="0"/>
                </a:lnTo>
                <a:close/>
              </a:path>
            </a:pathLst>
          </a:custGeom>
          <a:solidFill>
            <a:srgbClr val="8BA7B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3" name="contour_20971"/>
          <p:cNvSpPr/>
          <p:nvPr/>
        </p:nvSpPr>
        <p:spPr>
          <a:xfrm>
            <a:off x="10774738" y="348366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0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D6EC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4" name="contour_20972"/>
          <p:cNvSpPr/>
          <p:nvPr/>
        </p:nvSpPr>
        <p:spPr>
          <a:xfrm>
            <a:off x="7422262" y="346179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1D4D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5" name="contour_20973"/>
          <p:cNvSpPr/>
          <p:nvPr/>
        </p:nvSpPr>
        <p:spPr>
          <a:xfrm>
            <a:off x="6671599" y="342535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38A8F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6" name="contour_20974"/>
          <p:cNvSpPr/>
          <p:nvPr/>
        </p:nvSpPr>
        <p:spPr>
          <a:xfrm>
            <a:off x="3661658" y="342535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1686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7" name="contour_20975"/>
          <p:cNvSpPr/>
          <p:nvPr/>
        </p:nvSpPr>
        <p:spPr>
          <a:xfrm>
            <a:off x="3647082" y="341078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37B8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8" name="contour_20976"/>
          <p:cNvSpPr/>
          <p:nvPr/>
        </p:nvSpPr>
        <p:spPr>
          <a:xfrm>
            <a:off x="5184849" y="338162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0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DCE4E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79" name="contour_20977"/>
          <p:cNvSpPr/>
          <p:nvPr/>
        </p:nvSpPr>
        <p:spPr>
          <a:xfrm>
            <a:off x="5418064" y="336705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42" y="7150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A0B9C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0" name="contour_20978"/>
          <p:cNvSpPr/>
          <p:nvPr/>
        </p:nvSpPr>
        <p:spPr>
          <a:xfrm>
            <a:off x="8289533" y="333061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0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767D7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1" name="contour_20979"/>
          <p:cNvSpPr/>
          <p:nvPr/>
        </p:nvSpPr>
        <p:spPr>
          <a:xfrm>
            <a:off x="8216653" y="330146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0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ADBCC1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2" name="contour_20980"/>
          <p:cNvSpPr/>
          <p:nvPr/>
        </p:nvSpPr>
        <p:spPr>
          <a:xfrm>
            <a:off x="1467973" y="330874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12620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3" name="contour_20981"/>
          <p:cNvSpPr/>
          <p:nvPr/>
        </p:nvSpPr>
        <p:spPr>
          <a:xfrm>
            <a:off x="8289533" y="330146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1058"/>
                </a:lnTo>
                <a:lnTo>
                  <a:pt x="3175" y="2117"/>
                </a:lnTo>
                <a:lnTo>
                  <a:pt x="5371" y="3586"/>
                </a:lnTo>
                <a:lnTo>
                  <a:pt x="8777" y="5854"/>
                </a:lnTo>
                <a:lnTo>
                  <a:pt x="13982" y="9324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7A8A8D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4" name="contour_20982"/>
          <p:cNvSpPr/>
          <p:nvPr/>
        </p:nvSpPr>
        <p:spPr>
          <a:xfrm>
            <a:off x="7043286" y="329417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0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D7EC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5" name="contour_20983"/>
          <p:cNvSpPr/>
          <p:nvPr/>
        </p:nvSpPr>
        <p:spPr>
          <a:xfrm>
            <a:off x="8304109" y="327230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7605E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6" name="contour_20984"/>
          <p:cNvSpPr/>
          <p:nvPr/>
        </p:nvSpPr>
        <p:spPr>
          <a:xfrm>
            <a:off x="7983437" y="327959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4C1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7" name="contour_20985"/>
          <p:cNvSpPr/>
          <p:nvPr/>
        </p:nvSpPr>
        <p:spPr>
          <a:xfrm>
            <a:off x="11241170" y="325773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0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D1E7F6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8" name="contour_20986"/>
          <p:cNvSpPr/>
          <p:nvPr/>
        </p:nvSpPr>
        <p:spPr>
          <a:xfrm>
            <a:off x="2313380" y="325773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0363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89" name="contour_20987"/>
          <p:cNvSpPr/>
          <p:nvPr/>
        </p:nvSpPr>
        <p:spPr>
          <a:xfrm>
            <a:off x="7276502" y="325044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8" y="14450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BAC8C8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0" name="contour_20988"/>
          <p:cNvSpPr/>
          <p:nvPr/>
        </p:nvSpPr>
        <p:spPr>
          <a:xfrm>
            <a:off x="10782026" y="324315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0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777E7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1" name="contour_20989"/>
          <p:cNvSpPr/>
          <p:nvPr/>
        </p:nvSpPr>
        <p:spPr>
          <a:xfrm>
            <a:off x="8369701" y="316298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3564"/>
                </a:lnTo>
                <a:lnTo>
                  <a:pt x="11959" y="7135"/>
                </a:lnTo>
                <a:lnTo>
                  <a:pt x="14350" y="10721"/>
                </a:lnTo>
                <a:lnTo>
                  <a:pt x="16747" y="14321"/>
                </a:lnTo>
                <a:lnTo>
                  <a:pt x="19166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9DAFB9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2" name="contour_20990"/>
          <p:cNvSpPr/>
          <p:nvPr/>
        </p:nvSpPr>
        <p:spPr>
          <a:xfrm>
            <a:off x="5680432" y="312654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42" y="7150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C1C4C7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3" name="contour_20991"/>
          <p:cNvSpPr/>
          <p:nvPr/>
        </p:nvSpPr>
        <p:spPr>
          <a:xfrm>
            <a:off x="5308745" y="309739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2EB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4" name="contour_20992"/>
          <p:cNvSpPr/>
          <p:nvPr/>
        </p:nvSpPr>
        <p:spPr>
          <a:xfrm>
            <a:off x="9980347" y="301722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55B6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5" name="contour_20993"/>
          <p:cNvSpPr/>
          <p:nvPr/>
        </p:nvSpPr>
        <p:spPr>
          <a:xfrm>
            <a:off x="4208258" y="300994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F4B43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6" name="contour_20994"/>
          <p:cNvSpPr/>
          <p:nvPr/>
        </p:nvSpPr>
        <p:spPr>
          <a:xfrm>
            <a:off x="3843858" y="29953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95684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7" name="contour_20995"/>
          <p:cNvSpPr/>
          <p:nvPr/>
        </p:nvSpPr>
        <p:spPr>
          <a:xfrm>
            <a:off x="2612188" y="294434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E312A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8" name="contour_20996"/>
          <p:cNvSpPr/>
          <p:nvPr/>
        </p:nvSpPr>
        <p:spPr>
          <a:xfrm>
            <a:off x="5031801" y="287875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0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626565"/>
          </a:solidFill>
          <a:ln>
            <a:noFill/>
          </a:ln>
        </p:spPr>
        <p:txBody>
          <a:bodyPr/>
          <a:lstStyle/>
          <a:p/>
        </p:txBody>
      </p:sp>
      <p:sp>
        <p:nvSpPr>
          <p:cNvPr id="20999" name="contour_20997"/>
          <p:cNvSpPr/>
          <p:nvPr/>
        </p:nvSpPr>
        <p:spPr>
          <a:xfrm>
            <a:off x="1744917" y="282774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0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737677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0" name="contour_20998"/>
          <p:cNvSpPr/>
          <p:nvPr/>
        </p:nvSpPr>
        <p:spPr>
          <a:xfrm>
            <a:off x="6853799" y="268198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3133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1" name="contour_20999"/>
          <p:cNvSpPr/>
          <p:nvPr/>
        </p:nvSpPr>
        <p:spPr>
          <a:xfrm>
            <a:off x="11117274" y="263825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50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BFC2C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2" name="contour_21000"/>
          <p:cNvSpPr/>
          <p:nvPr/>
        </p:nvSpPr>
        <p:spPr>
          <a:xfrm>
            <a:off x="11299474" y="260910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50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95999B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3" name="contour_21001"/>
          <p:cNvSpPr/>
          <p:nvPr/>
        </p:nvSpPr>
        <p:spPr>
          <a:xfrm>
            <a:off x="5301457" y="258723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1058"/>
                </a:lnTo>
                <a:lnTo>
                  <a:pt x="3175" y="2117"/>
                </a:lnTo>
                <a:lnTo>
                  <a:pt x="5371" y="3586"/>
                </a:lnTo>
                <a:lnTo>
                  <a:pt x="8777" y="5854"/>
                </a:lnTo>
                <a:lnTo>
                  <a:pt x="13982" y="9324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F60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4" name="contour_21002"/>
          <p:cNvSpPr/>
          <p:nvPr/>
        </p:nvSpPr>
        <p:spPr>
          <a:xfrm>
            <a:off x="8151061" y="2579949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0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3B3C3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5" name="contour_21003"/>
          <p:cNvSpPr/>
          <p:nvPr/>
        </p:nvSpPr>
        <p:spPr>
          <a:xfrm>
            <a:off x="5068241" y="2499781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2673"/>
                </a:lnTo>
                <a:lnTo>
                  <a:pt x="14342" y="5362"/>
                </a:lnTo>
                <a:lnTo>
                  <a:pt x="17950" y="8062"/>
                </a:lnTo>
                <a:lnTo>
                  <a:pt x="21600" y="10800"/>
                </a:lnTo>
                <a:lnTo>
                  <a:pt x="18036" y="13473"/>
                </a:lnTo>
                <a:lnTo>
                  <a:pt x="14458" y="16162"/>
                </a:lnTo>
                <a:lnTo>
                  <a:pt x="10850" y="18862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2E2D29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6" name="contour_21004"/>
          <p:cNvSpPr/>
          <p:nvPr/>
        </p:nvSpPr>
        <p:spPr>
          <a:xfrm>
            <a:off x="1045269" y="247791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9576" y="3564"/>
                </a:lnTo>
                <a:lnTo>
                  <a:pt x="11959" y="7135"/>
                </a:lnTo>
                <a:lnTo>
                  <a:pt x="14350" y="10721"/>
                </a:lnTo>
                <a:lnTo>
                  <a:pt x="16747" y="14321"/>
                </a:lnTo>
                <a:lnTo>
                  <a:pt x="19166" y="17942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0E0E0F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7" name="contour_21005"/>
          <p:cNvSpPr/>
          <p:nvPr/>
        </p:nvSpPr>
        <p:spPr>
          <a:xfrm>
            <a:off x="2575748" y="246334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50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C0AA75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8" name="contour_21006"/>
          <p:cNvSpPr/>
          <p:nvPr/>
        </p:nvSpPr>
        <p:spPr>
          <a:xfrm>
            <a:off x="7742934" y="24487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EE1E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09" name="contour_21007"/>
          <p:cNvSpPr/>
          <p:nvPr/>
        </p:nvSpPr>
        <p:spPr>
          <a:xfrm>
            <a:off x="1876101" y="24487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19171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0" name="contour_21008"/>
          <p:cNvSpPr/>
          <p:nvPr/>
        </p:nvSpPr>
        <p:spPr>
          <a:xfrm>
            <a:off x="1540853" y="241961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48685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1" name="contour_21009"/>
          <p:cNvSpPr/>
          <p:nvPr/>
        </p:nvSpPr>
        <p:spPr>
          <a:xfrm>
            <a:off x="7378534" y="240503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E2F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2" name="contour_21010"/>
          <p:cNvSpPr/>
          <p:nvPr/>
        </p:nvSpPr>
        <p:spPr>
          <a:xfrm>
            <a:off x="4623673" y="23102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0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597D8F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3" name="contour_21011"/>
          <p:cNvSpPr/>
          <p:nvPr/>
        </p:nvSpPr>
        <p:spPr>
          <a:xfrm>
            <a:off x="4514353" y="2310293"/>
            <a:ext cx="29152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10800" y="0"/>
                </a:moveTo>
                <a:lnTo>
                  <a:pt x="14386" y="4025"/>
                </a:lnTo>
                <a:lnTo>
                  <a:pt x="16708" y="6869"/>
                </a:lnTo>
                <a:lnTo>
                  <a:pt x="18776" y="9871"/>
                </a:lnTo>
                <a:lnTo>
                  <a:pt x="21600" y="14400"/>
                </a:lnTo>
                <a:lnTo>
                  <a:pt x="18776" y="17042"/>
                </a:lnTo>
                <a:lnTo>
                  <a:pt x="16708" y="18677"/>
                </a:lnTo>
                <a:lnTo>
                  <a:pt x="14386" y="19966"/>
                </a:lnTo>
                <a:lnTo>
                  <a:pt x="10800" y="21600"/>
                </a:lnTo>
                <a:lnTo>
                  <a:pt x="7214" y="17575"/>
                </a:lnTo>
                <a:lnTo>
                  <a:pt x="4892" y="14731"/>
                </a:lnTo>
                <a:lnTo>
                  <a:pt x="2824" y="11729"/>
                </a:lnTo>
                <a:lnTo>
                  <a:pt x="0" y="7200"/>
                </a:lnTo>
                <a:lnTo>
                  <a:pt x="2824" y="4558"/>
                </a:lnTo>
                <a:lnTo>
                  <a:pt x="4892" y="2923"/>
                </a:lnTo>
                <a:lnTo>
                  <a:pt x="7214" y="1634"/>
                </a:lnTo>
                <a:lnTo>
                  <a:pt x="10800" y="0"/>
                </a:lnTo>
                <a:close/>
              </a:path>
            </a:pathLst>
          </a:custGeom>
          <a:solidFill>
            <a:srgbClr val="3F5764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4" name="contour_21012"/>
          <p:cNvSpPr/>
          <p:nvPr/>
        </p:nvSpPr>
        <p:spPr>
          <a:xfrm>
            <a:off x="4288426" y="23102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0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6B676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5" name="contour_21013"/>
          <p:cNvSpPr/>
          <p:nvPr/>
        </p:nvSpPr>
        <p:spPr>
          <a:xfrm>
            <a:off x="2502868" y="231029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1058"/>
                </a:lnTo>
                <a:lnTo>
                  <a:pt x="3175" y="2117"/>
                </a:lnTo>
                <a:lnTo>
                  <a:pt x="5371" y="3586"/>
                </a:lnTo>
                <a:lnTo>
                  <a:pt x="8777" y="5854"/>
                </a:lnTo>
                <a:lnTo>
                  <a:pt x="13982" y="9324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556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6" name="contour_21014"/>
          <p:cNvSpPr/>
          <p:nvPr/>
        </p:nvSpPr>
        <p:spPr>
          <a:xfrm>
            <a:off x="4805873" y="228114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782A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7" name="contour_21015"/>
          <p:cNvSpPr/>
          <p:nvPr/>
        </p:nvSpPr>
        <p:spPr>
          <a:xfrm>
            <a:off x="2094740" y="226656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0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AE956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8" name="contour_21016"/>
          <p:cNvSpPr/>
          <p:nvPr/>
        </p:nvSpPr>
        <p:spPr>
          <a:xfrm>
            <a:off x="10716434" y="2259277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8EFE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19" name="contour_21017"/>
          <p:cNvSpPr/>
          <p:nvPr/>
        </p:nvSpPr>
        <p:spPr>
          <a:xfrm>
            <a:off x="1438821" y="223741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2F303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0" name="contour_21018"/>
          <p:cNvSpPr/>
          <p:nvPr/>
        </p:nvSpPr>
        <p:spPr>
          <a:xfrm>
            <a:off x="8107333" y="2230125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CF5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1" name="contour_21019"/>
          <p:cNvSpPr/>
          <p:nvPr/>
        </p:nvSpPr>
        <p:spPr>
          <a:xfrm>
            <a:off x="5177561" y="2208261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8" y="14450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42464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2" name="contour_21020"/>
          <p:cNvSpPr/>
          <p:nvPr/>
        </p:nvSpPr>
        <p:spPr>
          <a:xfrm>
            <a:off x="10454067" y="2200973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0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9B917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3" name="contour_21021"/>
          <p:cNvSpPr/>
          <p:nvPr/>
        </p:nvSpPr>
        <p:spPr>
          <a:xfrm>
            <a:off x="4047922" y="2164533"/>
            <a:ext cx="21864" cy="29152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2673"/>
                </a:lnTo>
                <a:lnTo>
                  <a:pt x="14342" y="5362"/>
                </a:lnTo>
                <a:lnTo>
                  <a:pt x="17950" y="8062"/>
                </a:lnTo>
                <a:lnTo>
                  <a:pt x="21600" y="10800"/>
                </a:lnTo>
                <a:lnTo>
                  <a:pt x="18036" y="13473"/>
                </a:lnTo>
                <a:lnTo>
                  <a:pt x="14458" y="16162"/>
                </a:lnTo>
                <a:lnTo>
                  <a:pt x="10850" y="18862"/>
                </a:lnTo>
                <a:lnTo>
                  <a:pt x="7200" y="21600"/>
                </a:lnTo>
                <a:lnTo>
                  <a:pt x="5198" y="17744"/>
                </a:lnTo>
                <a:lnTo>
                  <a:pt x="3823" y="14974"/>
                </a:lnTo>
                <a:lnTo>
                  <a:pt x="2729" y="12512"/>
                </a:lnTo>
                <a:lnTo>
                  <a:pt x="1570" y="9580"/>
                </a:lnTo>
                <a:lnTo>
                  <a:pt x="0" y="5400"/>
                </a:lnTo>
                <a:lnTo>
                  <a:pt x="3571" y="2722"/>
                </a:lnTo>
                <a:lnTo>
                  <a:pt x="7200" y="0"/>
                </a:lnTo>
                <a:close/>
              </a:path>
            </a:pathLst>
          </a:custGeom>
          <a:solidFill>
            <a:srgbClr val="525048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4" name="contour_21022"/>
          <p:cNvSpPr/>
          <p:nvPr/>
        </p:nvSpPr>
        <p:spPr>
          <a:xfrm>
            <a:off x="2138468" y="213538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50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5F606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5" name="contour_21023"/>
          <p:cNvSpPr/>
          <p:nvPr/>
        </p:nvSpPr>
        <p:spPr>
          <a:xfrm>
            <a:off x="5388912" y="20843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C3BD9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6" name="contour_21024"/>
          <p:cNvSpPr/>
          <p:nvPr/>
        </p:nvSpPr>
        <p:spPr>
          <a:xfrm>
            <a:off x="2240500" y="20843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0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56585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7" name="contour_21025"/>
          <p:cNvSpPr/>
          <p:nvPr/>
        </p:nvSpPr>
        <p:spPr>
          <a:xfrm>
            <a:off x="5345184" y="20697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AE1DF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8" name="contour_21026"/>
          <p:cNvSpPr/>
          <p:nvPr/>
        </p:nvSpPr>
        <p:spPr>
          <a:xfrm>
            <a:off x="3668946" y="20114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0B3B5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29" name="contour_21027"/>
          <p:cNvSpPr/>
          <p:nvPr/>
        </p:nvSpPr>
        <p:spPr>
          <a:xfrm>
            <a:off x="8092757" y="199691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0" y="14450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E4E7F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0" name="contour_21028"/>
          <p:cNvSpPr/>
          <p:nvPr/>
        </p:nvSpPr>
        <p:spPr>
          <a:xfrm>
            <a:off x="7240062" y="198233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959" y="0"/>
                </a:lnTo>
                <a:lnTo>
                  <a:pt x="16747" y="0"/>
                </a:lnTo>
                <a:lnTo>
                  <a:pt x="21600" y="0"/>
                </a:lnTo>
                <a:lnTo>
                  <a:pt x="20174" y="4277"/>
                </a:lnTo>
                <a:lnTo>
                  <a:pt x="18742" y="8568"/>
                </a:lnTo>
                <a:lnTo>
                  <a:pt x="17309" y="12874"/>
                </a:lnTo>
                <a:lnTo>
                  <a:pt x="15862" y="17215"/>
                </a:lnTo>
                <a:lnTo>
                  <a:pt x="14400" y="21600"/>
                </a:lnTo>
                <a:lnTo>
                  <a:pt x="10836" y="18036"/>
                </a:lnTo>
                <a:lnTo>
                  <a:pt x="7258" y="14450"/>
                </a:lnTo>
                <a:lnTo>
                  <a:pt x="3650" y="10850"/>
                </a:lnTo>
                <a:lnTo>
                  <a:pt x="0" y="7200"/>
                </a:lnTo>
                <a:lnTo>
                  <a:pt x="3571" y="3629"/>
                </a:lnTo>
                <a:lnTo>
                  <a:pt x="7200" y="0"/>
                </a:lnTo>
                <a:close/>
              </a:path>
            </a:pathLst>
          </a:custGeom>
          <a:solidFill>
            <a:srgbClr val="967B49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1" name="contour_21029"/>
          <p:cNvSpPr/>
          <p:nvPr/>
        </p:nvSpPr>
        <p:spPr>
          <a:xfrm>
            <a:off x="644430" y="196047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1058"/>
                </a:lnTo>
                <a:lnTo>
                  <a:pt x="3175" y="2117"/>
                </a:lnTo>
                <a:lnTo>
                  <a:pt x="5371" y="3586"/>
                </a:lnTo>
                <a:lnTo>
                  <a:pt x="8777" y="5854"/>
                </a:lnTo>
                <a:lnTo>
                  <a:pt x="13982" y="9324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F0F0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2" name="contour_21030"/>
          <p:cNvSpPr/>
          <p:nvPr/>
        </p:nvSpPr>
        <p:spPr>
          <a:xfrm>
            <a:off x="7123454" y="194589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4E4F5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3" name="contour_21031"/>
          <p:cNvSpPr/>
          <p:nvPr/>
        </p:nvSpPr>
        <p:spPr>
          <a:xfrm>
            <a:off x="7604462" y="19021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6ECEB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4" name="contour_21032"/>
          <p:cNvSpPr/>
          <p:nvPr/>
        </p:nvSpPr>
        <p:spPr>
          <a:xfrm>
            <a:off x="6904815" y="19094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5256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5" name="contour_21033"/>
          <p:cNvSpPr/>
          <p:nvPr/>
        </p:nvSpPr>
        <p:spPr>
          <a:xfrm>
            <a:off x="8449869" y="189487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1477" y="1634"/>
                </a:lnTo>
                <a:lnTo>
                  <a:pt x="14400" y="2923"/>
                </a:lnTo>
                <a:lnTo>
                  <a:pt x="17323" y="4558"/>
                </a:lnTo>
                <a:lnTo>
                  <a:pt x="21600" y="7200"/>
                </a:lnTo>
                <a:lnTo>
                  <a:pt x="21600" y="11959"/>
                </a:lnTo>
                <a:lnTo>
                  <a:pt x="21600" y="16747"/>
                </a:lnTo>
                <a:lnTo>
                  <a:pt x="21600" y="21600"/>
                </a:lnTo>
                <a:lnTo>
                  <a:pt x="17323" y="20174"/>
                </a:lnTo>
                <a:lnTo>
                  <a:pt x="13032" y="18742"/>
                </a:lnTo>
                <a:lnTo>
                  <a:pt x="8726" y="17309"/>
                </a:lnTo>
                <a:lnTo>
                  <a:pt x="4385" y="15862"/>
                </a:lnTo>
                <a:lnTo>
                  <a:pt x="0" y="14400"/>
                </a:lnTo>
                <a:lnTo>
                  <a:pt x="1786" y="10836"/>
                </a:lnTo>
                <a:lnTo>
                  <a:pt x="3571" y="7250"/>
                </a:lnTo>
                <a:lnTo>
                  <a:pt x="5378" y="3650"/>
                </a:lnTo>
                <a:lnTo>
                  <a:pt x="7200" y="0"/>
                </a:lnTo>
                <a:close/>
              </a:path>
            </a:pathLst>
          </a:custGeom>
          <a:solidFill>
            <a:srgbClr val="DFECF7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6" name="contour_21034"/>
          <p:cNvSpPr/>
          <p:nvPr/>
        </p:nvSpPr>
        <p:spPr>
          <a:xfrm>
            <a:off x="7320230" y="188759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DE4F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7" name="contour_21035"/>
          <p:cNvSpPr/>
          <p:nvPr/>
        </p:nvSpPr>
        <p:spPr>
          <a:xfrm>
            <a:off x="4222834" y="18803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ABDD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8" name="contour_21036"/>
          <p:cNvSpPr/>
          <p:nvPr/>
        </p:nvSpPr>
        <p:spPr>
          <a:xfrm>
            <a:off x="4368594" y="18803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FD4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39" name="contour_21037"/>
          <p:cNvSpPr/>
          <p:nvPr/>
        </p:nvSpPr>
        <p:spPr>
          <a:xfrm>
            <a:off x="644430" y="1851150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E8E9E8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0" name="contour_21038"/>
          <p:cNvSpPr/>
          <p:nvPr/>
        </p:nvSpPr>
        <p:spPr>
          <a:xfrm>
            <a:off x="7006847" y="18438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1058"/>
                </a:lnTo>
                <a:lnTo>
                  <a:pt x="3175" y="2117"/>
                </a:lnTo>
                <a:lnTo>
                  <a:pt x="5371" y="3586"/>
                </a:lnTo>
                <a:lnTo>
                  <a:pt x="8777" y="5854"/>
                </a:lnTo>
                <a:lnTo>
                  <a:pt x="13982" y="9324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9B9B9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1" name="contour_21039"/>
          <p:cNvSpPr/>
          <p:nvPr/>
        </p:nvSpPr>
        <p:spPr>
          <a:xfrm>
            <a:off x="6904815" y="184386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1058"/>
                </a:lnTo>
                <a:lnTo>
                  <a:pt x="3175" y="2117"/>
                </a:lnTo>
                <a:lnTo>
                  <a:pt x="5371" y="3586"/>
                </a:lnTo>
                <a:lnTo>
                  <a:pt x="8777" y="5854"/>
                </a:lnTo>
                <a:lnTo>
                  <a:pt x="13982" y="9324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96A6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2" name="contour_21040"/>
          <p:cNvSpPr/>
          <p:nvPr/>
        </p:nvSpPr>
        <p:spPr>
          <a:xfrm>
            <a:off x="8588341" y="183657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1058"/>
                </a:lnTo>
                <a:lnTo>
                  <a:pt x="3175" y="2117"/>
                </a:lnTo>
                <a:lnTo>
                  <a:pt x="5371" y="3586"/>
                </a:lnTo>
                <a:lnTo>
                  <a:pt x="8777" y="5854"/>
                </a:lnTo>
                <a:lnTo>
                  <a:pt x="13982" y="9324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828385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3" name="contour_21041"/>
          <p:cNvSpPr/>
          <p:nvPr/>
        </p:nvSpPr>
        <p:spPr>
          <a:xfrm>
            <a:off x="4441474" y="182928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1EFFD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4" name="contour_21042"/>
          <p:cNvSpPr/>
          <p:nvPr/>
        </p:nvSpPr>
        <p:spPr>
          <a:xfrm>
            <a:off x="7801238" y="178555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50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787C7E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5" name="contour_21043"/>
          <p:cNvSpPr/>
          <p:nvPr/>
        </p:nvSpPr>
        <p:spPr>
          <a:xfrm>
            <a:off x="4456050" y="1727254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8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BDEAFC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6" name="contour_21044"/>
          <p:cNvSpPr/>
          <p:nvPr/>
        </p:nvSpPr>
        <p:spPr>
          <a:xfrm>
            <a:off x="1701189" y="1639798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4277" y="1426"/>
                </a:lnTo>
                <a:lnTo>
                  <a:pt x="8568" y="2858"/>
                </a:lnTo>
                <a:lnTo>
                  <a:pt x="12874" y="4291"/>
                </a:lnTo>
                <a:lnTo>
                  <a:pt x="17215" y="5738"/>
                </a:lnTo>
                <a:lnTo>
                  <a:pt x="21600" y="7200"/>
                </a:lnTo>
                <a:lnTo>
                  <a:pt x="18036" y="10764"/>
                </a:lnTo>
                <a:lnTo>
                  <a:pt x="14450" y="14350"/>
                </a:lnTo>
                <a:lnTo>
                  <a:pt x="10850" y="17950"/>
                </a:lnTo>
                <a:lnTo>
                  <a:pt x="7200" y="21600"/>
                </a:lnTo>
                <a:lnTo>
                  <a:pt x="5774" y="17323"/>
                </a:lnTo>
                <a:lnTo>
                  <a:pt x="4342" y="13032"/>
                </a:lnTo>
                <a:lnTo>
                  <a:pt x="2909" y="8726"/>
                </a:lnTo>
                <a:lnTo>
                  <a:pt x="1462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6D6E6F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7" name="contour_21045"/>
          <p:cNvSpPr/>
          <p:nvPr/>
        </p:nvSpPr>
        <p:spPr>
          <a:xfrm>
            <a:off x="812054" y="162522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50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F8F8F8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8" name="contour_21046"/>
          <p:cNvSpPr/>
          <p:nvPr/>
        </p:nvSpPr>
        <p:spPr>
          <a:xfrm>
            <a:off x="2072876" y="1355566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3564"/>
                </a:lnTo>
                <a:lnTo>
                  <a:pt x="14350" y="7150"/>
                </a:lnTo>
                <a:lnTo>
                  <a:pt x="17950" y="10750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1426" y="17323"/>
                </a:lnTo>
                <a:lnTo>
                  <a:pt x="2858" y="13032"/>
                </a:lnTo>
                <a:lnTo>
                  <a:pt x="4291" y="8726"/>
                </a:lnTo>
                <a:lnTo>
                  <a:pt x="5738" y="4385"/>
                </a:lnTo>
                <a:lnTo>
                  <a:pt x="7200" y="0"/>
                </a:lnTo>
                <a:close/>
              </a:path>
            </a:pathLst>
          </a:custGeom>
          <a:solidFill>
            <a:srgbClr val="E2E1E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49" name="contour_21047"/>
          <p:cNvSpPr/>
          <p:nvPr/>
        </p:nvSpPr>
        <p:spPr>
          <a:xfrm>
            <a:off x="5184849" y="1333702"/>
            <a:ext cx="21864" cy="21864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0" y="0"/>
                </a:moveTo>
                <a:lnTo>
                  <a:pt x="1584" y="1058"/>
                </a:lnTo>
                <a:lnTo>
                  <a:pt x="3175" y="2117"/>
                </a:lnTo>
                <a:lnTo>
                  <a:pt x="5371" y="3586"/>
                </a:lnTo>
                <a:lnTo>
                  <a:pt x="8777" y="5854"/>
                </a:lnTo>
                <a:lnTo>
                  <a:pt x="13982" y="9324"/>
                </a:lnTo>
                <a:lnTo>
                  <a:pt x="21600" y="14400"/>
                </a:lnTo>
                <a:lnTo>
                  <a:pt x="17323" y="15826"/>
                </a:lnTo>
                <a:lnTo>
                  <a:pt x="13032" y="17258"/>
                </a:lnTo>
                <a:lnTo>
                  <a:pt x="8726" y="18691"/>
                </a:lnTo>
                <a:lnTo>
                  <a:pt x="4385" y="20138"/>
                </a:lnTo>
                <a:lnTo>
                  <a:pt x="0" y="21600"/>
                </a:lnTo>
                <a:lnTo>
                  <a:pt x="0" y="17323"/>
                </a:lnTo>
                <a:lnTo>
                  <a:pt x="0" y="13032"/>
                </a:lnTo>
                <a:lnTo>
                  <a:pt x="0" y="8726"/>
                </a:lnTo>
                <a:lnTo>
                  <a:pt x="0" y="4385"/>
                </a:lnTo>
                <a:lnTo>
                  <a:pt x="0" y="0"/>
                </a:lnTo>
                <a:close/>
              </a:path>
            </a:pathLst>
          </a:custGeom>
          <a:solidFill>
            <a:srgbClr val="D9E2E7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0" name="contour_21048"/>
          <p:cNvSpPr/>
          <p:nvPr/>
        </p:nvSpPr>
        <p:spPr>
          <a:xfrm>
            <a:off x="8100045" y="6136489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50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9F9695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1" name="contour_21049"/>
          <p:cNvSpPr/>
          <p:nvPr/>
        </p:nvSpPr>
        <p:spPr>
          <a:xfrm>
            <a:off x="4630961" y="6005305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42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6B696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2" name="contour_21050"/>
          <p:cNvSpPr/>
          <p:nvPr/>
        </p:nvSpPr>
        <p:spPr>
          <a:xfrm>
            <a:off x="1599157" y="5903273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50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34333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3" name="contour_21051"/>
          <p:cNvSpPr/>
          <p:nvPr/>
        </p:nvSpPr>
        <p:spPr>
          <a:xfrm>
            <a:off x="1322213" y="5903273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50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2B2A29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4" name="contour_21052"/>
          <p:cNvSpPr/>
          <p:nvPr/>
        </p:nvSpPr>
        <p:spPr>
          <a:xfrm>
            <a:off x="1606445" y="5626329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50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4C4B4E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5" name="contour_21053"/>
          <p:cNvSpPr/>
          <p:nvPr/>
        </p:nvSpPr>
        <p:spPr>
          <a:xfrm>
            <a:off x="607990" y="5072442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50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5C5B58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6" name="contour_21054"/>
          <p:cNvSpPr/>
          <p:nvPr/>
        </p:nvSpPr>
        <p:spPr>
          <a:xfrm>
            <a:off x="4018770" y="4926682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42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636463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7" name="contour_21055"/>
          <p:cNvSpPr/>
          <p:nvPr/>
        </p:nvSpPr>
        <p:spPr>
          <a:xfrm>
            <a:off x="4448762" y="4890242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42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E9D6F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8" name="contour_21056"/>
          <p:cNvSpPr/>
          <p:nvPr/>
        </p:nvSpPr>
        <p:spPr>
          <a:xfrm>
            <a:off x="8777828" y="4554995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50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E8F0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59" name="contour_21057"/>
          <p:cNvSpPr/>
          <p:nvPr/>
        </p:nvSpPr>
        <p:spPr>
          <a:xfrm>
            <a:off x="8748677" y="4503979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50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E9F1F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60" name="contour_21058"/>
          <p:cNvSpPr/>
          <p:nvPr/>
        </p:nvSpPr>
        <p:spPr>
          <a:xfrm>
            <a:off x="4259274" y="4248899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42" y="1071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8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1E1D1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61" name="contour_21059"/>
          <p:cNvSpPr/>
          <p:nvPr/>
        </p:nvSpPr>
        <p:spPr>
          <a:xfrm>
            <a:off x="4412322" y="3097396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42" y="1072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7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514E50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62" name="contour_21060"/>
          <p:cNvSpPr/>
          <p:nvPr/>
        </p:nvSpPr>
        <p:spPr>
          <a:xfrm>
            <a:off x="2043724" y="2995365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50" y="1072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7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BEA677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63" name="contour_21061"/>
          <p:cNvSpPr/>
          <p:nvPr/>
        </p:nvSpPr>
        <p:spPr>
          <a:xfrm>
            <a:off x="5046377" y="2871469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42" y="1072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7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4D4E51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64" name="contour_21062"/>
          <p:cNvSpPr/>
          <p:nvPr/>
        </p:nvSpPr>
        <p:spPr>
          <a:xfrm>
            <a:off x="1497125" y="2842317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50" y="1072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7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5F6262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65" name="contour_21063"/>
          <p:cNvSpPr/>
          <p:nvPr/>
        </p:nvSpPr>
        <p:spPr>
          <a:xfrm>
            <a:off x="3712674" y="2776725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50" y="1072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7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64615A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66" name="contour_21064"/>
          <p:cNvSpPr/>
          <p:nvPr/>
        </p:nvSpPr>
        <p:spPr>
          <a:xfrm>
            <a:off x="7196334" y="2645541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42" y="1072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7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343536"/>
          </a:solidFill>
          <a:ln>
            <a:noFill/>
          </a:ln>
        </p:spPr>
        <p:txBody>
          <a:bodyPr/>
          <a:lstStyle/>
          <a:p/>
        </p:txBody>
      </p:sp>
      <p:sp>
        <p:nvSpPr>
          <p:cNvPr id="21067" name="contour_21065"/>
          <p:cNvSpPr/>
          <p:nvPr/>
        </p:nvSpPr>
        <p:spPr>
          <a:xfrm>
            <a:off x="4179106" y="2543509"/>
            <a:ext cx="21864" cy="14576"/>
          </a:xfrm>
          <a:custGeom>
            <a:avLst/>
            <a:gdLst/>
            <a:ahLst/>
            <a:cxnLst/>
            <a:rect l="l" t="t" r="r" b="b"/>
            <a:pathLst>
              <a:path w="21600" h="21600">
                <a:moveTo>
                  <a:pt x="7200" y="0"/>
                </a:moveTo>
                <a:lnTo>
                  <a:pt x="10764" y="5346"/>
                </a:lnTo>
                <a:lnTo>
                  <a:pt x="14342" y="10724"/>
                </a:lnTo>
                <a:lnTo>
                  <a:pt x="17950" y="16124"/>
                </a:lnTo>
                <a:lnTo>
                  <a:pt x="21600" y="21600"/>
                </a:lnTo>
                <a:lnTo>
                  <a:pt x="17323" y="21600"/>
                </a:lnTo>
                <a:lnTo>
                  <a:pt x="13032" y="21600"/>
                </a:lnTo>
                <a:lnTo>
                  <a:pt x="8726" y="21600"/>
                </a:lnTo>
                <a:lnTo>
                  <a:pt x="4385" y="21600"/>
                </a:lnTo>
                <a:lnTo>
                  <a:pt x="0" y="21600"/>
                </a:lnTo>
                <a:lnTo>
                  <a:pt x="1786" y="16254"/>
                </a:lnTo>
                <a:lnTo>
                  <a:pt x="3571" y="10876"/>
                </a:lnTo>
                <a:lnTo>
                  <a:pt x="5378" y="5476"/>
                </a:lnTo>
                <a:lnTo>
                  <a:pt x="7200" y="0"/>
                </a:lnTo>
                <a:close/>
              </a:path>
            </a:pathLst>
          </a:custGeom>
          <a:solidFill>
            <a:srgbClr val="DDE1E5"/>
          </a:solidFill>
          <a:ln>
            <a:noFill/>
          </a:ln>
        </p:spPr>
        <p:txBody>
          <a:bodyPr/>
          <a:lstStyle/>
          <a:p/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ImageToEditablePPT">
  <a:themeElements>
    <a:clrScheme name="Office">
      <a:dk1>
        <a:sysClr val="windowText" lastClr="000000"/>
      </a:dk1>
      <a:lt1>
        <a:sysClr val="window" lastClr="FFFFFF"/>
      </a:lt1>
      <a:dk2>
        <a:srgbClr val="1F1F1F"/>
      </a:dk2>
      <a:lt2>
        <a:srgbClr val="F8F8F8"/>
      </a:lt2>
      <a:accent1>
        <a:srgbClr val="0F766E"/>
      </a:accent1>
      <a:accent2>
        <a:srgbClr val="E66B00"/>
      </a:accent2>
      <a:accent3>
        <a:srgbClr val="F6D365"/>
      </a:accent3>
      <a:accent4>
        <a:srgbClr val="57C4B8"/>
      </a:accent4>
      <a:accent5>
        <a:srgbClr val="666666"/>
      </a:accent5>
      <a:accent6>
        <a:srgbClr val="111111"/>
      </a:accent6>
      <a:hlink>
        <a:srgbClr val="0563C1"/>
      </a:hlink>
      <a:folHlink>
        <a:srgbClr val="954F72"/>
      </a:folHlink>
    </a:clrScheme>
    <a:fontScheme name="Microsoft YaHei">
      <a:majorFont>
        <a:latin typeface="Microsoft YaHei"/>
        <a:ea typeface="Microsoft YaHei"/>
        <a:cs typeface="Microsoft YaHei"/>
      </a:majorFont>
      <a:minorFont>
        <a:latin typeface="Microsoft YaHei"/>
        <a:ea typeface="Microsoft YaHei"/>
        <a:cs typeface="Microsoft YaHei"/>
      </a:minorFont>
    </a:fontScheme>
    <a:fmtScheme name="Office"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9525">
          <a:solidFill>
            <a:schemeClr val="phClr"/>
          </a:solidFill>
        </a:ln>
        <a:ln w="25400">
          <a:solidFill>
            <a:schemeClr val="phClr"/>
          </a:solidFill>
        </a:ln>
        <a:ln w="38100">
          <a:solidFill>
            <a:schemeClr val="phClr"/>
          </a:solidFill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</a:theme>
</file>

<file path=docProps/app.xml><?xml version="1.0" encoding="utf-8"?>
<Properties xmlns="http://schemas.openxmlformats.org/officeDocument/2006/extended-properties">
  <Application>Codex</Application>
  <PresentationFormat>Widescreen</PresentationFormat>
  <Slides>1</Slides>
</Properties>
</file>

<file path=docProps/core.xml><?xml version="1.0" encoding="utf-8"?>
<cp:coreProperties xmlns:cp="http://schemas.openxmlformats.org/package/2006/metadata/core-properties" xmlns:dc="http://purl.org/dc/elements/1.1/">
  <dc:title>Image to editable PPT</dc:title>
</cp:coreProperties>
</file>